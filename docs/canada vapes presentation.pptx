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charts/chartEx1.xml" ContentType="application/vnd.ms-office.chartex+xml"/>
  <Override PartName="/ppt/charts/style1.xml" ContentType="application/vnd.ms-office.chartstyle+xml"/>
  <Override PartName="/ppt/charts/colors1.xml" ContentType="application/vnd.ms-office.chartcolorstyle+xml"/>
  <Override PartName="/ppt/charts/chart1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2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3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7008"/>
    <p:restoredTop sz="94679"/>
  </p:normalViewPr>
  <p:slideViewPr>
    <p:cSldViewPr snapToGrid="0">
      <p:cViewPr varScale="1">
        <p:scale>
          <a:sx n="91" d="100"/>
          <a:sy n="91" d="100"/>
        </p:scale>
        <p:origin x="192" y="64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tableStyles" Target="tableStyle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presProps" Target="presProps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poojasomashekar/Desktop/capstone/canadavapesdata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poojasomashekar/Desktop/capstone/canadavapesdata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poojasomashekar/Desktop/capstone/canadavapesdata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Ex1.xml.rels><?xml version="1.0" encoding="UTF-8" standalone="yes"?>
<Relationships xmlns="http://schemas.openxmlformats.org/package/2006/relationships"><Relationship Id="rId3" Type="http://schemas.microsoft.com/office/2011/relationships/chartColorStyle" Target="colors1.xml"/><Relationship Id="rId2" Type="http://schemas.microsoft.com/office/2011/relationships/chartStyle" Target="style1.xml"/><Relationship Id="rId1" Type="http://schemas.openxmlformats.org/officeDocument/2006/relationships/oleObject" Target="file:////Users/poojasomashekar/Desktop/capstone/canadavapesdata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CA" sz="1400" b="1" i="0" u="none" strike="noStrike" baseline="0">
                <a:effectLst/>
              </a:rPr>
              <a:t>Sales Trend Over Time</a:t>
            </a:r>
            <a:endParaRPr lang="en-US"/>
          </a:p>
        </c:rich>
      </c:tx>
      <c:layout>
        <c:manualLayout>
          <c:xMode val="edge"/>
          <c:yMode val="edge"/>
          <c:x val="0.39638876958561997"/>
          <c:y val="4.49438202247191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Canadavapes!$G$1</c:f>
              <c:strCache>
                <c:ptCount val="1"/>
                <c:pt idx="0">
                  <c:v>Net Sales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Canadavapes!$B$2:$B$98712</c:f>
              <c:numCache>
                <c:formatCode>yyyy\-mm\-dd\ hh:mm:ss</c:formatCode>
                <c:ptCount val="98711"/>
                <c:pt idx="0">
                  <c:v>45974.836805555547</c:v>
                </c:pt>
                <c:pt idx="1">
                  <c:v>45737.640972222223</c:v>
                </c:pt>
                <c:pt idx="2">
                  <c:v>45919.366666666669</c:v>
                </c:pt>
                <c:pt idx="3">
                  <c:v>45725.775694444441</c:v>
                </c:pt>
                <c:pt idx="4">
                  <c:v>45657.753472222219</c:v>
                </c:pt>
                <c:pt idx="5">
                  <c:v>45655.585416666669</c:v>
                </c:pt>
                <c:pt idx="6">
                  <c:v>45629.947222222218</c:v>
                </c:pt>
                <c:pt idx="7">
                  <c:v>45337.338194444441</c:v>
                </c:pt>
                <c:pt idx="8">
                  <c:v>45447.807638888888</c:v>
                </c:pt>
                <c:pt idx="9">
                  <c:v>45947.409722222219</c:v>
                </c:pt>
                <c:pt idx="10">
                  <c:v>45602.503472222219</c:v>
                </c:pt>
                <c:pt idx="11">
                  <c:v>45803.731249999997</c:v>
                </c:pt>
                <c:pt idx="12">
                  <c:v>45623.49722222222</c:v>
                </c:pt>
                <c:pt idx="13">
                  <c:v>45420.336805555547</c:v>
                </c:pt>
                <c:pt idx="14">
                  <c:v>45407.348611111112</c:v>
                </c:pt>
                <c:pt idx="15">
                  <c:v>45583.992361111108</c:v>
                </c:pt>
                <c:pt idx="16">
                  <c:v>45510.875</c:v>
                </c:pt>
                <c:pt idx="17">
                  <c:v>45518.336805555547</c:v>
                </c:pt>
                <c:pt idx="18">
                  <c:v>45751.495138888888</c:v>
                </c:pt>
                <c:pt idx="19">
                  <c:v>45893.017361111109</c:v>
                </c:pt>
                <c:pt idx="20">
                  <c:v>45784.994444444441</c:v>
                </c:pt>
                <c:pt idx="21">
                  <c:v>45833.349305555559</c:v>
                </c:pt>
                <c:pt idx="22">
                  <c:v>45765.981249999997</c:v>
                </c:pt>
                <c:pt idx="23">
                  <c:v>45909.347916666673</c:v>
                </c:pt>
                <c:pt idx="24">
                  <c:v>45613.986805555563</c:v>
                </c:pt>
                <c:pt idx="25">
                  <c:v>45989.368750000001</c:v>
                </c:pt>
                <c:pt idx="26">
                  <c:v>45499.613194444442</c:v>
                </c:pt>
                <c:pt idx="27">
                  <c:v>45320.599305555559</c:v>
                </c:pt>
                <c:pt idx="28">
                  <c:v>45366.335416666669</c:v>
                </c:pt>
                <c:pt idx="29">
                  <c:v>45926.67291666667</c:v>
                </c:pt>
                <c:pt idx="30">
                  <c:v>45713.950694444437</c:v>
                </c:pt>
                <c:pt idx="31">
                  <c:v>45351.474305555559</c:v>
                </c:pt>
                <c:pt idx="32">
                  <c:v>45961.445138888892</c:v>
                </c:pt>
                <c:pt idx="33">
                  <c:v>45478.65347222222</c:v>
                </c:pt>
                <c:pt idx="34">
                  <c:v>45482.90902777778</c:v>
                </c:pt>
                <c:pt idx="35">
                  <c:v>45848.459027777782</c:v>
                </c:pt>
                <c:pt idx="36">
                  <c:v>45540.845138888893</c:v>
                </c:pt>
                <c:pt idx="37">
                  <c:v>45881.347916666673</c:v>
                </c:pt>
                <c:pt idx="38">
                  <c:v>45816.760416666657</c:v>
                </c:pt>
                <c:pt idx="39">
                  <c:v>46010.462500000001</c:v>
                </c:pt>
                <c:pt idx="40">
                  <c:v>45992.972916666673</c:v>
                </c:pt>
                <c:pt idx="41">
                  <c:v>45560.824305555558</c:v>
                </c:pt>
                <c:pt idx="42">
                  <c:v>45530.961111111108</c:v>
                </c:pt>
                <c:pt idx="43">
                  <c:v>45774.815972222219</c:v>
                </c:pt>
                <c:pt idx="44">
                  <c:v>45695.817361111112</c:v>
                </c:pt>
                <c:pt idx="45">
                  <c:v>45469.899305555547</c:v>
                </c:pt>
                <c:pt idx="46">
                  <c:v>45811.460416666669</c:v>
                </c:pt>
                <c:pt idx="47">
                  <c:v>45442.580555555563</c:v>
                </c:pt>
                <c:pt idx="48">
                  <c:v>45457.629166666673</c:v>
                </c:pt>
                <c:pt idx="49">
                  <c:v>45373.649305555547</c:v>
                </c:pt>
                <c:pt idx="50">
                  <c:v>45297.849305555559</c:v>
                </c:pt>
                <c:pt idx="51">
                  <c:v>45555.897916666669</c:v>
                </c:pt>
                <c:pt idx="52">
                  <c:v>45681.820833333331</c:v>
                </c:pt>
                <c:pt idx="53">
                  <c:v>45924.895138888889</c:v>
                </c:pt>
                <c:pt idx="54">
                  <c:v>45743.495138888888</c:v>
                </c:pt>
                <c:pt idx="55">
                  <c:v>45390.947916666657</c:v>
                </c:pt>
                <c:pt idx="56">
                  <c:v>45569.526388888888</c:v>
                </c:pt>
                <c:pt idx="57">
                  <c:v>45863.365277777782</c:v>
                </c:pt>
                <c:pt idx="58">
                  <c:v>45794.385416666657</c:v>
                </c:pt>
                <c:pt idx="59">
                  <c:v>45892.805555555547</c:v>
                </c:pt>
                <c:pt idx="60">
                  <c:v>45990.56527777778</c:v>
                </c:pt>
                <c:pt idx="61">
                  <c:v>45369.634027777778</c:v>
                </c:pt>
                <c:pt idx="62">
                  <c:v>45777.372916666667</c:v>
                </c:pt>
                <c:pt idx="63">
                  <c:v>45719.37777777778</c:v>
                </c:pt>
                <c:pt idx="64">
                  <c:v>45642.400694444441</c:v>
                </c:pt>
                <c:pt idx="65">
                  <c:v>45796.53125</c:v>
                </c:pt>
                <c:pt idx="66">
                  <c:v>45426.431250000001</c:v>
                </c:pt>
                <c:pt idx="67">
                  <c:v>45575.737500000003</c:v>
                </c:pt>
                <c:pt idx="68">
                  <c:v>45744.713194444441</c:v>
                </c:pt>
                <c:pt idx="69">
                  <c:v>45978.65902777778</c:v>
                </c:pt>
                <c:pt idx="70">
                  <c:v>45932.441666666673</c:v>
                </c:pt>
                <c:pt idx="71">
                  <c:v>45478.595138888893</c:v>
                </c:pt>
                <c:pt idx="72">
                  <c:v>45667.369444444441</c:v>
                </c:pt>
                <c:pt idx="73">
                  <c:v>45399.527083333327</c:v>
                </c:pt>
                <c:pt idx="74">
                  <c:v>45441.459722222222</c:v>
                </c:pt>
                <c:pt idx="75">
                  <c:v>45399.529861111107</c:v>
                </c:pt>
                <c:pt idx="76">
                  <c:v>45478.635416666657</c:v>
                </c:pt>
                <c:pt idx="77">
                  <c:v>45519.454861111109</c:v>
                </c:pt>
                <c:pt idx="78">
                  <c:v>45954.755555555559</c:v>
                </c:pt>
                <c:pt idx="79">
                  <c:v>45862.37777777778</c:v>
                </c:pt>
                <c:pt idx="80">
                  <c:v>45623.55</c:v>
                </c:pt>
                <c:pt idx="81">
                  <c:v>45829.627083333333</c:v>
                </c:pt>
                <c:pt idx="82">
                  <c:v>45604.431944444441</c:v>
                </c:pt>
                <c:pt idx="83">
                  <c:v>45301.56527777778</c:v>
                </c:pt>
                <c:pt idx="84">
                  <c:v>45988.462500000001</c:v>
                </c:pt>
                <c:pt idx="85">
                  <c:v>45450.588194444441</c:v>
                </c:pt>
                <c:pt idx="86">
                  <c:v>45701.551388888889</c:v>
                </c:pt>
                <c:pt idx="87">
                  <c:v>45393.466666666667</c:v>
                </c:pt>
                <c:pt idx="88">
                  <c:v>45516.595833333333</c:v>
                </c:pt>
                <c:pt idx="89">
                  <c:v>45632.473611111112</c:v>
                </c:pt>
                <c:pt idx="90">
                  <c:v>45569.495833333327</c:v>
                </c:pt>
                <c:pt idx="91">
                  <c:v>46018.65902777778</c:v>
                </c:pt>
                <c:pt idx="92">
                  <c:v>45814.449305555558</c:v>
                </c:pt>
                <c:pt idx="93">
                  <c:v>45874.578472222223</c:v>
                </c:pt>
                <c:pt idx="94">
                  <c:v>45349.604861111111</c:v>
                </c:pt>
                <c:pt idx="95">
                  <c:v>45959.649305555547</c:v>
                </c:pt>
                <c:pt idx="96">
                  <c:v>45420.463888888888</c:v>
                </c:pt>
                <c:pt idx="97">
                  <c:v>45621.580555555563</c:v>
                </c:pt>
                <c:pt idx="98">
                  <c:v>45757.618055555547</c:v>
                </c:pt>
                <c:pt idx="99">
                  <c:v>45824.288194444453</c:v>
                </c:pt>
                <c:pt idx="100">
                  <c:v>45501.654861111107</c:v>
                </c:pt>
                <c:pt idx="101">
                  <c:v>45556.588194444441</c:v>
                </c:pt>
                <c:pt idx="102">
                  <c:v>45433.259027777778</c:v>
                </c:pt>
                <c:pt idx="103">
                  <c:v>45687.323611111111</c:v>
                </c:pt>
                <c:pt idx="104">
                  <c:v>45643.262499999997</c:v>
                </c:pt>
                <c:pt idx="105">
                  <c:v>45425.283333333333</c:v>
                </c:pt>
                <c:pt idx="106">
                  <c:v>45877.352083333331</c:v>
                </c:pt>
                <c:pt idx="107">
                  <c:v>45587.325694444437</c:v>
                </c:pt>
                <c:pt idx="108">
                  <c:v>45992.291666666657</c:v>
                </c:pt>
                <c:pt idx="109">
                  <c:v>45403.449305555558</c:v>
                </c:pt>
                <c:pt idx="110">
                  <c:v>45310.284722222219</c:v>
                </c:pt>
                <c:pt idx="111">
                  <c:v>45454.29791666667</c:v>
                </c:pt>
                <c:pt idx="112">
                  <c:v>45739.649305555547</c:v>
                </c:pt>
                <c:pt idx="113">
                  <c:v>45317.352777777778</c:v>
                </c:pt>
                <c:pt idx="114">
                  <c:v>45670.321527777778</c:v>
                </c:pt>
                <c:pt idx="115">
                  <c:v>45614.867361111108</c:v>
                </c:pt>
                <c:pt idx="116">
                  <c:v>45383.334722222222</c:v>
                </c:pt>
                <c:pt idx="117">
                  <c:v>45859.304166666669</c:v>
                </c:pt>
                <c:pt idx="118">
                  <c:v>45537.316666666673</c:v>
                </c:pt>
                <c:pt idx="119">
                  <c:v>45515.333333333343</c:v>
                </c:pt>
                <c:pt idx="120">
                  <c:v>45447.307638888888</c:v>
                </c:pt>
                <c:pt idx="121">
                  <c:v>46023.293749999997</c:v>
                </c:pt>
                <c:pt idx="122">
                  <c:v>45964.273611111108</c:v>
                </c:pt>
                <c:pt idx="123">
                  <c:v>45600.282638888893</c:v>
                </c:pt>
                <c:pt idx="124">
                  <c:v>45410.625694444447</c:v>
                </c:pt>
                <c:pt idx="125">
                  <c:v>45726.345138888893</c:v>
                </c:pt>
                <c:pt idx="126">
                  <c:v>45578.356249999997</c:v>
                </c:pt>
                <c:pt idx="127">
                  <c:v>45796.388194444437</c:v>
                </c:pt>
                <c:pt idx="128">
                  <c:v>45839.84097222222</c:v>
                </c:pt>
                <c:pt idx="129">
                  <c:v>45733.261111111111</c:v>
                </c:pt>
                <c:pt idx="130">
                  <c:v>45796.384722222218</c:v>
                </c:pt>
                <c:pt idx="131">
                  <c:v>45664.21597222222</c:v>
                </c:pt>
                <c:pt idx="132">
                  <c:v>45630.260416666657</c:v>
                </c:pt>
                <c:pt idx="133">
                  <c:v>46014.299305555563</c:v>
                </c:pt>
                <c:pt idx="134">
                  <c:v>45749.213888888888</c:v>
                </c:pt>
                <c:pt idx="135">
                  <c:v>45783.317361111112</c:v>
                </c:pt>
                <c:pt idx="136">
                  <c:v>45918.27847222222</c:v>
                </c:pt>
                <c:pt idx="137">
                  <c:v>45652.30972222222</c:v>
                </c:pt>
                <c:pt idx="138">
                  <c:v>45987.275694444441</c:v>
                </c:pt>
                <c:pt idx="139">
                  <c:v>45371.292361111111</c:v>
                </c:pt>
                <c:pt idx="140">
                  <c:v>45363.302083333343</c:v>
                </c:pt>
                <c:pt idx="141">
                  <c:v>45567.269444444442</c:v>
                </c:pt>
                <c:pt idx="142">
                  <c:v>45971.277777777781</c:v>
                </c:pt>
                <c:pt idx="143">
                  <c:v>45699.24722222222</c:v>
                </c:pt>
                <c:pt idx="144">
                  <c:v>45390.37777777778</c:v>
                </c:pt>
                <c:pt idx="145">
                  <c:v>45469.303472222222</c:v>
                </c:pt>
                <c:pt idx="146">
                  <c:v>45355.395138888889</c:v>
                </c:pt>
                <c:pt idx="147">
                  <c:v>45712.267361111109</c:v>
                </c:pt>
                <c:pt idx="148">
                  <c:v>45775.286111111112</c:v>
                </c:pt>
                <c:pt idx="149">
                  <c:v>46004.640972222223</c:v>
                </c:pt>
                <c:pt idx="150">
                  <c:v>45931.313888888893</c:v>
                </c:pt>
                <c:pt idx="151">
                  <c:v>45763.4375</c:v>
                </c:pt>
                <c:pt idx="152">
                  <c:v>45333.436111111107</c:v>
                </c:pt>
                <c:pt idx="153">
                  <c:v>45882.302083333343</c:v>
                </c:pt>
                <c:pt idx="154">
                  <c:v>45905.330555555563</c:v>
                </c:pt>
                <c:pt idx="155">
                  <c:v>45809.25</c:v>
                </c:pt>
                <c:pt idx="156">
                  <c:v>45523.27847222222</c:v>
                </c:pt>
                <c:pt idx="157">
                  <c:v>45342.295138888891</c:v>
                </c:pt>
                <c:pt idx="158">
                  <c:v>45949.491666666669</c:v>
                </c:pt>
                <c:pt idx="159">
                  <c:v>45406.496527777781</c:v>
                </c:pt>
                <c:pt idx="160">
                  <c:v>45531.53402777778</c:v>
                </c:pt>
                <c:pt idx="161">
                  <c:v>45754.454861111109</c:v>
                </c:pt>
                <c:pt idx="162">
                  <c:v>45651.671527777777</c:v>
                </c:pt>
                <c:pt idx="163">
                  <c:v>45488.59652777778</c:v>
                </c:pt>
                <c:pt idx="164">
                  <c:v>45504.530555555553</c:v>
                </c:pt>
                <c:pt idx="165">
                  <c:v>45617.586805555547</c:v>
                </c:pt>
                <c:pt idx="166">
                  <c:v>45546.348611111112</c:v>
                </c:pt>
                <c:pt idx="167">
                  <c:v>45866.554166666669</c:v>
                </c:pt>
                <c:pt idx="168">
                  <c:v>45585.873611111107</c:v>
                </c:pt>
                <c:pt idx="169">
                  <c:v>45320.409722222219</c:v>
                </c:pt>
                <c:pt idx="170">
                  <c:v>46005.895138888889</c:v>
                </c:pt>
                <c:pt idx="171">
                  <c:v>45561.559027777781</c:v>
                </c:pt>
                <c:pt idx="172">
                  <c:v>45734.404166666667</c:v>
                </c:pt>
                <c:pt idx="173">
                  <c:v>45447.491666666669</c:v>
                </c:pt>
                <c:pt idx="174">
                  <c:v>45601.527083333327</c:v>
                </c:pt>
                <c:pt idx="175">
                  <c:v>45467.490277777782</c:v>
                </c:pt>
                <c:pt idx="176">
                  <c:v>45773.925000000003</c:v>
                </c:pt>
                <c:pt idx="177">
                  <c:v>45665.931250000001</c:v>
                </c:pt>
                <c:pt idx="178">
                  <c:v>45426.583333333343</c:v>
                </c:pt>
                <c:pt idx="179">
                  <c:v>45642.366666666669</c:v>
                </c:pt>
                <c:pt idx="180">
                  <c:v>45830.779166666667</c:v>
                </c:pt>
                <c:pt idx="181">
                  <c:v>45342.385416666657</c:v>
                </c:pt>
                <c:pt idx="182">
                  <c:v>45594.323611111111</c:v>
                </c:pt>
                <c:pt idx="183">
                  <c:v>45631.3</c:v>
                </c:pt>
                <c:pt idx="184">
                  <c:v>45573.531944444447</c:v>
                </c:pt>
                <c:pt idx="185">
                  <c:v>45686.529861111107</c:v>
                </c:pt>
                <c:pt idx="186">
                  <c:v>45678.482638888891</c:v>
                </c:pt>
                <c:pt idx="187">
                  <c:v>45364.726388888892</c:v>
                </c:pt>
                <c:pt idx="188">
                  <c:v>45384.54791666667</c:v>
                </c:pt>
                <c:pt idx="189">
                  <c:v>45293.511805555558</c:v>
                </c:pt>
                <c:pt idx="190">
                  <c:v>45378.47152777778</c:v>
                </c:pt>
                <c:pt idx="191">
                  <c:v>45292.375</c:v>
                </c:pt>
                <c:pt idx="192">
                  <c:v>45391.365277777782</c:v>
                </c:pt>
                <c:pt idx="193">
                  <c:v>45482.680555555547</c:v>
                </c:pt>
                <c:pt idx="194">
                  <c:v>45359.417361111111</c:v>
                </c:pt>
                <c:pt idx="195">
                  <c:v>45340.742361111108</c:v>
                </c:pt>
                <c:pt idx="196">
                  <c:v>45502.461111111108</c:v>
                </c:pt>
                <c:pt idx="197">
                  <c:v>45587.350694444453</c:v>
                </c:pt>
                <c:pt idx="198">
                  <c:v>45613.488888888889</c:v>
                </c:pt>
                <c:pt idx="199">
                  <c:v>45519.425000000003</c:v>
                </c:pt>
                <c:pt idx="200">
                  <c:v>45543.734722222223</c:v>
                </c:pt>
                <c:pt idx="201">
                  <c:v>45460.418055555558</c:v>
                </c:pt>
                <c:pt idx="202">
                  <c:v>45436.44027777778</c:v>
                </c:pt>
                <c:pt idx="203">
                  <c:v>45572.472222222219</c:v>
                </c:pt>
                <c:pt idx="204">
                  <c:v>45525.637499999997</c:v>
                </c:pt>
                <c:pt idx="205">
                  <c:v>45321.615277777782</c:v>
                </c:pt>
                <c:pt idx="206">
                  <c:v>45477.414583333331</c:v>
                </c:pt>
                <c:pt idx="207">
                  <c:v>45949.713194444441</c:v>
                </c:pt>
                <c:pt idx="208">
                  <c:v>45417.943749999999</c:v>
                </c:pt>
                <c:pt idx="209">
                  <c:v>45835.96597222222</c:v>
                </c:pt>
                <c:pt idx="210">
                  <c:v>45596.561805555553</c:v>
                </c:pt>
                <c:pt idx="211">
                  <c:v>45364.559027777781</c:v>
                </c:pt>
                <c:pt idx="212">
                  <c:v>45548.477083333331</c:v>
                </c:pt>
                <c:pt idx="213">
                  <c:v>45909.663888888892</c:v>
                </c:pt>
                <c:pt idx="214">
                  <c:v>45649.461805555547</c:v>
                </c:pt>
                <c:pt idx="215">
                  <c:v>45465.935416666667</c:v>
                </c:pt>
                <c:pt idx="216">
                  <c:v>45391.924305555563</c:v>
                </c:pt>
                <c:pt idx="217">
                  <c:v>45314.711805555547</c:v>
                </c:pt>
                <c:pt idx="218">
                  <c:v>45699.333333333343</c:v>
                </c:pt>
                <c:pt idx="219">
                  <c:v>45887.609722222223</c:v>
                </c:pt>
                <c:pt idx="220">
                  <c:v>45728.77847222222</c:v>
                </c:pt>
                <c:pt idx="221">
                  <c:v>45782.86041666667</c:v>
                </c:pt>
                <c:pt idx="222">
                  <c:v>45494.542361111111</c:v>
                </c:pt>
                <c:pt idx="223">
                  <c:v>45442.829861111109</c:v>
                </c:pt>
                <c:pt idx="224">
                  <c:v>45523.451388888891</c:v>
                </c:pt>
                <c:pt idx="225">
                  <c:v>45991.936805555553</c:v>
                </c:pt>
                <c:pt idx="226">
                  <c:v>45628.309027777781</c:v>
                </c:pt>
                <c:pt idx="227">
                  <c:v>45965.886111111111</c:v>
                </c:pt>
                <c:pt idx="228">
                  <c:v>45809.956944444442</c:v>
                </c:pt>
                <c:pt idx="229">
                  <c:v>45706.834722222222</c:v>
                </c:pt>
                <c:pt idx="230">
                  <c:v>45934.868750000001</c:v>
                </c:pt>
                <c:pt idx="231">
                  <c:v>45676.49722222222</c:v>
                </c:pt>
                <c:pt idx="232">
                  <c:v>45340.810416666667</c:v>
                </c:pt>
                <c:pt idx="233">
                  <c:v>45755.541666666657</c:v>
                </c:pt>
                <c:pt idx="234">
                  <c:v>45849.849305555559</c:v>
                </c:pt>
                <c:pt idx="235">
                  <c:v>45572.805555555547</c:v>
                </c:pt>
                <c:pt idx="236">
                  <c:v>45914.927083333343</c:v>
                </c:pt>
                <c:pt idx="237">
                  <c:v>45542.545138888891</c:v>
                </c:pt>
                <c:pt idx="238">
                  <c:v>45497.696527777778</c:v>
                </c:pt>
                <c:pt idx="239">
                  <c:v>45939.972916666673</c:v>
                </c:pt>
                <c:pt idx="240">
                  <c:v>45799.915972222218</c:v>
                </c:pt>
                <c:pt idx="241">
                  <c:v>45876.655555555553</c:v>
                </c:pt>
                <c:pt idx="242">
                  <c:v>45833.836805555547</c:v>
                </c:pt>
                <c:pt idx="243">
                  <c:v>45706.962500000001</c:v>
                </c:pt>
                <c:pt idx="244">
                  <c:v>45646.811805555553</c:v>
                </c:pt>
                <c:pt idx="245">
                  <c:v>45736.484027777777</c:v>
                </c:pt>
                <c:pt idx="246">
                  <c:v>45678.807638888888</c:v>
                </c:pt>
                <c:pt idx="247">
                  <c:v>45414.962500000001</c:v>
                </c:pt>
                <c:pt idx="248">
                  <c:v>45602.956944444442</c:v>
                </c:pt>
                <c:pt idx="249">
                  <c:v>45577.925694444442</c:v>
                </c:pt>
                <c:pt idx="250">
                  <c:v>45464.827777777777</c:v>
                </c:pt>
                <c:pt idx="251">
                  <c:v>45361.7</c:v>
                </c:pt>
                <c:pt idx="252">
                  <c:v>46002.931250000001</c:v>
                </c:pt>
                <c:pt idx="253">
                  <c:v>45434.013888888891</c:v>
                </c:pt>
                <c:pt idx="254">
                  <c:v>45969.977083333331</c:v>
                </c:pt>
                <c:pt idx="255">
                  <c:v>45304.925694444442</c:v>
                </c:pt>
                <c:pt idx="256">
                  <c:v>45387.614583333343</c:v>
                </c:pt>
                <c:pt idx="257">
                  <c:v>45333.893055555563</c:v>
                </c:pt>
                <c:pt idx="258">
                  <c:v>45760.710416666669</c:v>
                </c:pt>
                <c:pt idx="259">
                  <c:v>45558.527777777781</c:v>
                </c:pt>
                <c:pt idx="260">
                  <c:v>45824.355555555558</c:v>
                </c:pt>
                <c:pt idx="261">
                  <c:v>46021.902777777781</c:v>
                </c:pt>
                <c:pt idx="262">
                  <c:v>45644.352083333331</c:v>
                </c:pt>
                <c:pt idx="263">
                  <c:v>46021.901388888888</c:v>
                </c:pt>
                <c:pt idx="264">
                  <c:v>45428.317361111112</c:v>
                </c:pt>
                <c:pt idx="265">
                  <c:v>45357.306250000001</c:v>
                </c:pt>
                <c:pt idx="266">
                  <c:v>45628.379166666673</c:v>
                </c:pt>
                <c:pt idx="267">
                  <c:v>45981.345833333333</c:v>
                </c:pt>
                <c:pt idx="268">
                  <c:v>45624.31527777778</c:v>
                </c:pt>
                <c:pt idx="269">
                  <c:v>45998.936111111107</c:v>
                </c:pt>
                <c:pt idx="270">
                  <c:v>45467.825694444437</c:v>
                </c:pt>
                <c:pt idx="271">
                  <c:v>45868.327777777777</c:v>
                </c:pt>
                <c:pt idx="272">
                  <c:v>45760.744444444441</c:v>
                </c:pt>
                <c:pt idx="273">
                  <c:v>45791.26458333333</c:v>
                </c:pt>
                <c:pt idx="274">
                  <c:v>45693.303472222222</c:v>
                </c:pt>
                <c:pt idx="275">
                  <c:v>45389.752083333333</c:v>
                </c:pt>
                <c:pt idx="276">
                  <c:v>45671.334722222222</c:v>
                </c:pt>
                <c:pt idx="277">
                  <c:v>45520.620833333327</c:v>
                </c:pt>
                <c:pt idx="278">
                  <c:v>45910.604861111111</c:v>
                </c:pt>
                <c:pt idx="279">
                  <c:v>45587.29583333333</c:v>
                </c:pt>
                <c:pt idx="280">
                  <c:v>45389.508333333331</c:v>
                </c:pt>
                <c:pt idx="281">
                  <c:v>45608.32916666667</c:v>
                </c:pt>
                <c:pt idx="282">
                  <c:v>45875.452777777777</c:v>
                </c:pt>
                <c:pt idx="283">
                  <c:v>45852.349305555559</c:v>
                </c:pt>
                <c:pt idx="284">
                  <c:v>45938.343055555553</c:v>
                </c:pt>
                <c:pt idx="285">
                  <c:v>45334.304861111108</c:v>
                </c:pt>
                <c:pt idx="286">
                  <c:v>45728.313194444447</c:v>
                </c:pt>
                <c:pt idx="287">
                  <c:v>45490.529166666667</c:v>
                </c:pt>
                <c:pt idx="288">
                  <c:v>45925.277083333327</c:v>
                </c:pt>
                <c:pt idx="289">
                  <c:v>45667.373611111107</c:v>
                </c:pt>
                <c:pt idx="290">
                  <c:v>45931.34652777778</c:v>
                </c:pt>
                <c:pt idx="291">
                  <c:v>45432.507638888892</c:v>
                </c:pt>
                <c:pt idx="292">
                  <c:v>45832.377083333333</c:v>
                </c:pt>
                <c:pt idx="293">
                  <c:v>45868.240972222222</c:v>
                </c:pt>
                <c:pt idx="294">
                  <c:v>45600.23541666667</c:v>
                </c:pt>
                <c:pt idx="295">
                  <c:v>45384.236111111109</c:v>
                </c:pt>
                <c:pt idx="296">
                  <c:v>45545.238194444442</c:v>
                </c:pt>
                <c:pt idx="297">
                  <c:v>45817.258333333331</c:v>
                </c:pt>
                <c:pt idx="298">
                  <c:v>45887.362500000003</c:v>
                </c:pt>
                <c:pt idx="299">
                  <c:v>45495.279861111107</c:v>
                </c:pt>
                <c:pt idx="300">
                  <c:v>45769.245138888888</c:v>
                </c:pt>
                <c:pt idx="301">
                  <c:v>45902.219444444447</c:v>
                </c:pt>
                <c:pt idx="302">
                  <c:v>45321.248611111107</c:v>
                </c:pt>
                <c:pt idx="303">
                  <c:v>45616.665277777778</c:v>
                </c:pt>
                <c:pt idx="304">
                  <c:v>45365.286111111112</c:v>
                </c:pt>
                <c:pt idx="305">
                  <c:v>45987.410416666673</c:v>
                </c:pt>
                <c:pt idx="306">
                  <c:v>45684.736805555563</c:v>
                </c:pt>
                <c:pt idx="307">
                  <c:v>45966.390972222223</c:v>
                </c:pt>
                <c:pt idx="308">
                  <c:v>46008.324305555558</c:v>
                </c:pt>
                <c:pt idx="309">
                  <c:v>45510.549305555563</c:v>
                </c:pt>
                <c:pt idx="310">
                  <c:v>45782.56527777778</c:v>
                </c:pt>
                <c:pt idx="311">
                  <c:v>45719.279861111107</c:v>
                </c:pt>
                <c:pt idx="312">
                  <c:v>45947.361805555563</c:v>
                </c:pt>
                <c:pt idx="313">
                  <c:v>46003.220833333333</c:v>
                </c:pt>
                <c:pt idx="314">
                  <c:v>45397.253472222219</c:v>
                </c:pt>
                <c:pt idx="315">
                  <c:v>45582.570138888892</c:v>
                </c:pt>
                <c:pt idx="316">
                  <c:v>45460.736111111109</c:v>
                </c:pt>
                <c:pt idx="317">
                  <c:v>45566.470138888893</c:v>
                </c:pt>
                <c:pt idx="318">
                  <c:v>45747.315972222219</c:v>
                </c:pt>
                <c:pt idx="319">
                  <c:v>45350.34375</c:v>
                </c:pt>
                <c:pt idx="320">
                  <c:v>45800.290277777778</c:v>
                </c:pt>
                <c:pt idx="321">
                  <c:v>45635.330555555563</c:v>
                </c:pt>
                <c:pt idx="322">
                  <c:v>45481.237500000003</c:v>
                </c:pt>
                <c:pt idx="323">
                  <c:v>45412.55</c:v>
                </c:pt>
                <c:pt idx="324">
                  <c:v>45566.474999999999</c:v>
                </c:pt>
                <c:pt idx="325">
                  <c:v>45700.612500000003</c:v>
                </c:pt>
                <c:pt idx="326">
                  <c:v>45733.286111111112</c:v>
                </c:pt>
                <c:pt idx="327">
                  <c:v>45302.231944444437</c:v>
                </c:pt>
                <c:pt idx="328">
                  <c:v>45446.279166666667</c:v>
                </c:pt>
                <c:pt idx="329">
                  <c:v>45531.334722222222</c:v>
                </c:pt>
                <c:pt idx="330">
                  <c:v>45335.630555555559</c:v>
                </c:pt>
                <c:pt idx="331">
                  <c:v>45853.549305555563</c:v>
                </c:pt>
                <c:pt idx="332">
                  <c:v>45538.316666666673</c:v>
                </c:pt>
                <c:pt idx="333">
                  <c:v>45608.615277777782</c:v>
                </c:pt>
                <c:pt idx="334">
                  <c:v>45449.647916666669</c:v>
                </c:pt>
                <c:pt idx="335">
                  <c:v>45952.373611111107</c:v>
                </c:pt>
                <c:pt idx="336">
                  <c:v>45754.359027777777</c:v>
                </c:pt>
                <c:pt idx="337">
                  <c:v>45569.384027777778</c:v>
                </c:pt>
                <c:pt idx="338">
                  <c:v>45355.552083333343</c:v>
                </c:pt>
                <c:pt idx="339">
                  <c:v>45821.51458333333</c:v>
                </c:pt>
                <c:pt idx="340">
                  <c:v>45986.301388888889</c:v>
                </c:pt>
                <c:pt idx="341">
                  <c:v>45908.49722222222</c:v>
                </c:pt>
                <c:pt idx="342">
                  <c:v>45623.493750000001</c:v>
                </c:pt>
                <c:pt idx="343">
                  <c:v>45792.431250000001</c:v>
                </c:pt>
                <c:pt idx="344">
                  <c:v>45507.645833333343</c:v>
                </c:pt>
                <c:pt idx="345">
                  <c:v>45299.669444444437</c:v>
                </c:pt>
                <c:pt idx="346">
                  <c:v>45327.380555555559</c:v>
                </c:pt>
                <c:pt idx="347">
                  <c:v>45478.436805555553</c:v>
                </c:pt>
                <c:pt idx="348">
                  <c:v>45384.388194444437</c:v>
                </c:pt>
                <c:pt idx="349">
                  <c:v>45867.447222222218</c:v>
                </c:pt>
                <c:pt idx="350">
                  <c:v>45412.617361111108</c:v>
                </c:pt>
                <c:pt idx="351">
                  <c:v>45699.393055555563</c:v>
                </c:pt>
                <c:pt idx="352">
                  <c:v>45635.84652777778</c:v>
                </c:pt>
                <c:pt idx="353">
                  <c:v>45850.818749999999</c:v>
                </c:pt>
                <c:pt idx="354">
                  <c:v>45564.828472222223</c:v>
                </c:pt>
                <c:pt idx="355">
                  <c:v>45775.879861111112</c:v>
                </c:pt>
                <c:pt idx="356">
                  <c:v>45813.927777777782</c:v>
                </c:pt>
                <c:pt idx="357">
                  <c:v>45965.821527777778</c:v>
                </c:pt>
                <c:pt idx="358">
                  <c:v>45482.847222222219</c:v>
                </c:pt>
                <c:pt idx="359">
                  <c:v>45567.865277777782</c:v>
                </c:pt>
                <c:pt idx="360">
                  <c:v>45537.85833333333</c:v>
                </c:pt>
                <c:pt idx="361">
                  <c:v>45697.637499999997</c:v>
                </c:pt>
                <c:pt idx="362">
                  <c:v>45372.874305555553</c:v>
                </c:pt>
                <c:pt idx="363">
                  <c:v>45488.857638888891</c:v>
                </c:pt>
                <c:pt idx="364">
                  <c:v>45598.825694444437</c:v>
                </c:pt>
                <c:pt idx="365">
                  <c:v>45956.648611111108</c:v>
                </c:pt>
                <c:pt idx="366">
                  <c:v>45601.843055555553</c:v>
                </c:pt>
                <c:pt idx="367">
                  <c:v>45510.82916666667</c:v>
                </c:pt>
                <c:pt idx="368">
                  <c:v>45895.833333333343</c:v>
                </c:pt>
                <c:pt idx="369">
                  <c:v>45337.918055555558</c:v>
                </c:pt>
                <c:pt idx="370">
                  <c:v>45630.930555555547</c:v>
                </c:pt>
                <c:pt idx="371">
                  <c:v>45446.856944444437</c:v>
                </c:pt>
                <c:pt idx="372">
                  <c:v>45735.777777777781</c:v>
                </c:pt>
                <c:pt idx="373">
                  <c:v>46000.836805555547</c:v>
                </c:pt>
                <c:pt idx="374">
                  <c:v>45767.629166666673</c:v>
                </c:pt>
                <c:pt idx="375">
                  <c:v>45886.816666666673</c:v>
                </c:pt>
                <c:pt idx="376">
                  <c:v>45915.948611111111</c:v>
                </c:pt>
                <c:pt idx="377">
                  <c:v>45305.868055555547</c:v>
                </c:pt>
                <c:pt idx="378">
                  <c:v>45417.832638888889</c:v>
                </c:pt>
                <c:pt idx="379">
                  <c:v>45315.790972222218</c:v>
                </c:pt>
                <c:pt idx="380">
                  <c:v>45382.836111111108</c:v>
                </c:pt>
                <c:pt idx="381">
                  <c:v>45452.865972222222</c:v>
                </c:pt>
                <c:pt idx="382">
                  <c:v>45675.872916666667</c:v>
                </c:pt>
                <c:pt idx="383">
                  <c:v>45522.816666666673</c:v>
                </c:pt>
                <c:pt idx="384">
                  <c:v>45354.821527777778</c:v>
                </c:pt>
                <c:pt idx="385">
                  <c:v>45667.634722222218</c:v>
                </c:pt>
                <c:pt idx="386">
                  <c:v>45809.873611111107</c:v>
                </c:pt>
                <c:pt idx="387">
                  <c:v>45855.840277777781</c:v>
                </c:pt>
                <c:pt idx="388">
                  <c:v>45662.63958333333</c:v>
                </c:pt>
                <c:pt idx="389">
                  <c:v>46023.84375</c:v>
                </c:pt>
                <c:pt idx="390">
                  <c:v>45412.843055555553</c:v>
                </c:pt>
                <c:pt idx="391">
                  <c:v>45991.837500000001</c:v>
                </c:pt>
                <c:pt idx="392">
                  <c:v>45357.489583333343</c:v>
                </c:pt>
                <c:pt idx="393">
                  <c:v>45446.43472222222</c:v>
                </c:pt>
                <c:pt idx="394">
                  <c:v>45886.992361111108</c:v>
                </c:pt>
                <c:pt idx="395">
                  <c:v>45471.552777777782</c:v>
                </c:pt>
                <c:pt idx="396">
                  <c:v>45467.592361111107</c:v>
                </c:pt>
                <c:pt idx="397">
                  <c:v>45664.559027777781</c:v>
                </c:pt>
                <c:pt idx="398">
                  <c:v>45755.43472222222</c:v>
                </c:pt>
                <c:pt idx="399">
                  <c:v>45852.37777777778</c:v>
                </c:pt>
                <c:pt idx="400">
                  <c:v>46018.823611111111</c:v>
                </c:pt>
                <c:pt idx="401">
                  <c:v>45421.413194444453</c:v>
                </c:pt>
                <c:pt idx="402">
                  <c:v>46018.822916666657</c:v>
                </c:pt>
                <c:pt idx="403">
                  <c:v>45302.574999999997</c:v>
                </c:pt>
                <c:pt idx="404">
                  <c:v>45532.646527777782</c:v>
                </c:pt>
                <c:pt idx="405">
                  <c:v>45662.30972222222</c:v>
                </c:pt>
                <c:pt idx="406">
                  <c:v>46018.824305555558</c:v>
                </c:pt>
                <c:pt idx="407">
                  <c:v>45777.859722222223</c:v>
                </c:pt>
                <c:pt idx="408">
                  <c:v>45629.820138888892</c:v>
                </c:pt>
                <c:pt idx="409">
                  <c:v>45461.811805555553</c:v>
                </c:pt>
                <c:pt idx="410">
                  <c:v>45740.835416666669</c:v>
                </c:pt>
                <c:pt idx="411">
                  <c:v>45963.838194444441</c:v>
                </c:pt>
                <c:pt idx="412">
                  <c:v>45449.554861111108</c:v>
                </c:pt>
                <c:pt idx="413">
                  <c:v>45914.310416666667</c:v>
                </c:pt>
                <c:pt idx="414">
                  <c:v>45568.688888888893</c:v>
                </c:pt>
                <c:pt idx="415">
                  <c:v>45673.366666666669</c:v>
                </c:pt>
                <c:pt idx="416">
                  <c:v>45688.840277777781</c:v>
                </c:pt>
                <c:pt idx="417">
                  <c:v>45378.493750000001</c:v>
                </c:pt>
                <c:pt idx="418">
                  <c:v>45327.991666666669</c:v>
                </c:pt>
                <c:pt idx="419">
                  <c:v>45535.853472222218</c:v>
                </c:pt>
                <c:pt idx="420">
                  <c:v>46001.365972222222</c:v>
                </c:pt>
                <c:pt idx="421">
                  <c:v>45514.48541666667</c:v>
                </c:pt>
                <c:pt idx="422">
                  <c:v>45798.879166666673</c:v>
                </c:pt>
                <c:pt idx="423">
                  <c:v>45873.850694444453</c:v>
                </c:pt>
                <c:pt idx="424">
                  <c:v>45898.85</c:v>
                </c:pt>
                <c:pt idx="425">
                  <c:v>45360.443055555559</c:v>
                </c:pt>
                <c:pt idx="426">
                  <c:v>45636.614583333343</c:v>
                </c:pt>
                <c:pt idx="427">
                  <c:v>45828.675694444442</c:v>
                </c:pt>
                <c:pt idx="428">
                  <c:v>45984.711111111108</c:v>
                </c:pt>
                <c:pt idx="429">
                  <c:v>45759.836805555547</c:v>
                </c:pt>
                <c:pt idx="430">
                  <c:v>45386.833333333343</c:v>
                </c:pt>
                <c:pt idx="431">
                  <c:v>46018.472916666673</c:v>
                </c:pt>
                <c:pt idx="432">
                  <c:v>45616.398611111108</c:v>
                </c:pt>
                <c:pt idx="433">
                  <c:v>45816.510416666657</c:v>
                </c:pt>
                <c:pt idx="434">
                  <c:v>45749.978472222218</c:v>
                </c:pt>
                <c:pt idx="435">
                  <c:v>45739.731944444437</c:v>
                </c:pt>
                <c:pt idx="436">
                  <c:v>45962.004861111112</c:v>
                </c:pt>
                <c:pt idx="437">
                  <c:v>45886.75277777778</c:v>
                </c:pt>
                <c:pt idx="438">
                  <c:v>45975.904166666667</c:v>
                </c:pt>
                <c:pt idx="439">
                  <c:v>45400.392361111109</c:v>
                </c:pt>
                <c:pt idx="440">
                  <c:v>45730.022222222222</c:v>
                </c:pt>
                <c:pt idx="441">
                  <c:v>45367.645833333343</c:v>
                </c:pt>
                <c:pt idx="442">
                  <c:v>45545.740972222222</c:v>
                </c:pt>
                <c:pt idx="443">
                  <c:v>45408.469444444447</c:v>
                </c:pt>
                <c:pt idx="444">
                  <c:v>45714.634027777778</c:v>
                </c:pt>
                <c:pt idx="445">
                  <c:v>45839.991666666669</c:v>
                </c:pt>
                <c:pt idx="446">
                  <c:v>46008.777777777781</c:v>
                </c:pt>
                <c:pt idx="447">
                  <c:v>45462.38958333333</c:v>
                </c:pt>
                <c:pt idx="448">
                  <c:v>45658.041666666657</c:v>
                </c:pt>
                <c:pt idx="449">
                  <c:v>45315.412499999999</c:v>
                </c:pt>
                <c:pt idx="450">
                  <c:v>45695.890277777777</c:v>
                </c:pt>
                <c:pt idx="451">
                  <c:v>45350.654861111107</c:v>
                </c:pt>
                <c:pt idx="452">
                  <c:v>45858.811805555553</c:v>
                </c:pt>
                <c:pt idx="453">
                  <c:v>45931.680555555547</c:v>
                </c:pt>
                <c:pt idx="454">
                  <c:v>45645.399305555547</c:v>
                </c:pt>
                <c:pt idx="455">
                  <c:v>45587.013194444437</c:v>
                </c:pt>
                <c:pt idx="456">
                  <c:v>45561.479861111111</c:v>
                </c:pt>
                <c:pt idx="457">
                  <c:v>45654.817361111112</c:v>
                </c:pt>
                <c:pt idx="458">
                  <c:v>45917.353472222218</c:v>
                </c:pt>
                <c:pt idx="459">
                  <c:v>45989.371527777781</c:v>
                </c:pt>
                <c:pt idx="460">
                  <c:v>45451.402777777781</c:v>
                </c:pt>
                <c:pt idx="461">
                  <c:v>45336.925000000003</c:v>
                </c:pt>
                <c:pt idx="462">
                  <c:v>45571.824999999997</c:v>
                </c:pt>
                <c:pt idx="463">
                  <c:v>45435.363194444442</c:v>
                </c:pt>
                <c:pt idx="464">
                  <c:v>45788.52847222222</c:v>
                </c:pt>
                <c:pt idx="465">
                  <c:v>45595.652777777781</c:v>
                </c:pt>
                <c:pt idx="466">
                  <c:v>45773.615972222222</c:v>
                </c:pt>
                <c:pt idx="467">
                  <c:v>45348.578472222223</c:v>
                </c:pt>
                <c:pt idx="468">
                  <c:v>45393.556250000001</c:v>
                </c:pt>
                <c:pt idx="469">
                  <c:v>45874.855555555558</c:v>
                </c:pt>
                <c:pt idx="470">
                  <c:v>45379.380555555559</c:v>
                </c:pt>
                <c:pt idx="471">
                  <c:v>45914.428472222222</c:v>
                </c:pt>
                <c:pt idx="472">
                  <c:v>45393.469444444447</c:v>
                </c:pt>
                <c:pt idx="473">
                  <c:v>45709.662499999999</c:v>
                </c:pt>
                <c:pt idx="474">
                  <c:v>45337.456944444442</c:v>
                </c:pt>
                <c:pt idx="475">
                  <c:v>45393.520833333343</c:v>
                </c:pt>
                <c:pt idx="476">
                  <c:v>45538.367361111108</c:v>
                </c:pt>
                <c:pt idx="477">
                  <c:v>45823.37777777778</c:v>
                </c:pt>
                <c:pt idx="478">
                  <c:v>45438.885416666657</c:v>
                </c:pt>
                <c:pt idx="479">
                  <c:v>45426.586805555547</c:v>
                </c:pt>
                <c:pt idx="480">
                  <c:v>45908.478472222218</c:v>
                </c:pt>
                <c:pt idx="481">
                  <c:v>45831.573611111111</c:v>
                </c:pt>
                <c:pt idx="482">
                  <c:v>45762.444444444453</c:v>
                </c:pt>
                <c:pt idx="483">
                  <c:v>45453.56527777778</c:v>
                </c:pt>
                <c:pt idx="484">
                  <c:v>45884.602083333331</c:v>
                </c:pt>
                <c:pt idx="485">
                  <c:v>45611.458333333343</c:v>
                </c:pt>
                <c:pt idx="486">
                  <c:v>45348.649305555547</c:v>
                </c:pt>
                <c:pt idx="487">
                  <c:v>45508.606944444437</c:v>
                </c:pt>
                <c:pt idx="488">
                  <c:v>45644.291666666657</c:v>
                </c:pt>
                <c:pt idx="489">
                  <c:v>45528.740972222222</c:v>
                </c:pt>
                <c:pt idx="490">
                  <c:v>45477.87222222222</c:v>
                </c:pt>
                <c:pt idx="491">
                  <c:v>45673.464583333327</c:v>
                </c:pt>
                <c:pt idx="492">
                  <c:v>45866.537499999999</c:v>
                </c:pt>
                <c:pt idx="493">
                  <c:v>45398.594444444447</c:v>
                </c:pt>
                <c:pt idx="494">
                  <c:v>45372.734027777777</c:v>
                </c:pt>
                <c:pt idx="495">
                  <c:v>45794.280555555553</c:v>
                </c:pt>
                <c:pt idx="496">
                  <c:v>45721.586111111108</c:v>
                </c:pt>
                <c:pt idx="497">
                  <c:v>45949.743055555547</c:v>
                </c:pt>
                <c:pt idx="498">
                  <c:v>45993.62777777778</c:v>
                </c:pt>
                <c:pt idx="499">
                  <c:v>45582.601388888892</c:v>
                </c:pt>
                <c:pt idx="500">
                  <c:v>45321.385416666657</c:v>
                </c:pt>
                <c:pt idx="501">
                  <c:v>45558.45208333333</c:v>
                </c:pt>
                <c:pt idx="502">
                  <c:v>45853.897222222222</c:v>
                </c:pt>
                <c:pt idx="503">
                  <c:v>45433.645833333343</c:v>
                </c:pt>
                <c:pt idx="504">
                  <c:v>45940.402777777781</c:v>
                </c:pt>
                <c:pt idx="505">
                  <c:v>45645.918055555558</c:v>
                </c:pt>
                <c:pt idx="506">
                  <c:v>45702.506944444453</c:v>
                </c:pt>
                <c:pt idx="507">
                  <c:v>45894.464583333327</c:v>
                </c:pt>
                <c:pt idx="508">
                  <c:v>45405.595833333333</c:v>
                </c:pt>
                <c:pt idx="509">
                  <c:v>45867.53125</c:v>
                </c:pt>
                <c:pt idx="510">
                  <c:v>45833.684027777781</c:v>
                </c:pt>
                <c:pt idx="511">
                  <c:v>45315.681250000001</c:v>
                </c:pt>
                <c:pt idx="512">
                  <c:v>45616.612500000003</c:v>
                </c:pt>
                <c:pt idx="513">
                  <c:v>45490.84652777778</c:v>
                </c:pt>
                <c:pt idx="514">
                  <c:v>45731.352083333331</c:v>
                </c:pt>
                <c:pt idx="515">
                  <c:v>45474.911111111112</c:v>
                </c:pt>
                <c:pt idx="516">
                  <c:v>45988.56527777778</c:v>
                </c:pt>
                <c:pt idx="517">
                  <c:v>45947.511111111111</c:v>
                </c:pt>
                <c:pt idx="518">
                  <c:v>45609.75</c:v>
                </c:pt>
                <c:pt idx="519">
                  <c:v>45930.511111111111</c:v>
                </c:pt>
                <c:pt idx="520">
                  <c:v>45791.472222222219</c:v>
                </c:pt>
                <c:pt idx="521">
                  <c:v>45370.461111111108</c:v>
                </c:pt>
                <c:pt idx="522">
                  <c:v>45810.46875</c:v>
                </c:pt>
                <c:pt idx="523">
                  <c:v>45301.622916666667</c:v>
                </c:pt>
                <c:pt idx="524">
                  <c:v>45762.831250000003</c:v>
                </c:pt>
                <c:pt idx="525">
                  <c:v>45545.560416666667</c:v>
                </c:pt>
                <c:pt idx="526">
                  <c:v>45786.469444444447</c:v>
                </c:pt>
                <c:pt idx="527">
                  <c:v>45847.627083333333</c:v>
                </c:pt>
                <c:pt idx="528">
                  <c:v>45497.612500000003</c:v>
                </c:pt>
                <c:pt idx="529">
                  <c:v>45686.57708333333</c:v>
                </c:pt>
                <c:pt idx="530">
                  <c:v>45628.509027777778</c:v>
                </c:pt>
                <c:pt idx="531">
                  <c:v>45974.875</c:v>
                </c:pt>
                <c:pt idx="532">
                  <c:v>45340.877083333333</c:v>
                </c:pt>
                <c:pt idx="533">
                  <c:v>45555.510416666657</c:v>
                </c:pt>
                <c:pt idx="534">
                  <c:v>46009.398611111108</c:v>
                </c:pt>
                <c:pt idx="535">
                  <c:v>46001.464583333327</c:v>
                </c:pt>
                <c:pt idx="536">
                  <c:v>45871.87222222222</c:v>
                </c:pt>
                <c:pt idx="537">
                  <c:v>45387.570138888892</c:v>
                </c:pt>
                <c:pt idx="538">
                  <c:v>45426.523611111108</c:v>
                </c:pt>
                <c:pt idx="539">
                  <c:v>45539.800694444442</c:v>
                </c:pt>
                <c:pt idx="540">
                  <c:v>45570.928472222222</c:v>
                </c:pt>
                <c:pt idx="541">
                  <c:v>45712.334722222222</c:v>
                </c:pt>
                <c:pt idx="542">
                  <c:v>45817.90625</c:v>
                </c:pt>
                <c:pt idx="543">
                  <c:v>45728.848611111112</c:v>
                </c:pt>
                <c:pt idx="544">
                  <c:v>45516.571527777778</c:v>
                </c:pt>
                <c:pt idx="545">
                  <c:v>45444</c:v>
                </c:pt>
                <c:pt idx="546">
                  <c:v>45778.84375</c:v>
                </c:pt>
                <c:pt idx="547">
                  <c:v>45974.645833333343</c:v>
                </c:pt>
                <c:pt idx="548">
                  <c:v>45817.31527777778</c:v>
                </c:pt>
                <c:pt idx="549">
                  <c:v>45470.384722222218</c:v>
                </c:pt>
                <c:pt idx="550">
                  <c:v>45866.65625</c:v>
                </c:pt>
                <c:pt idx="551">
                  <c:v>45630.65347222222</c:v>
                </c:pt>
                <c:pt idx="552">
                  <c:v>46005.507638888892</c:v>
                </c:pt>
                <c:pt idx="553">
                  <c:v>45516.508333333331</c:v>
                </c:pt>
                <c:pt idx="554">
                  <c:v>45396.647916666669</c:v>
                </c:pt>
                <c:pt idx="555">
                  <c:v>45901.597222222219</c:v>
                </c:pt>
                <c:pt idx="556">
                  <c:v>45663.874305555553</c:v>
                </c:pt>
                <c:pt idx="557">
                  <c:v>45530.876388888893</c:v>
                </c:pt>
                <c:pt idx="558">
                  <c:v>45680.369444444441</c:v>
                </c:pt>
                <c:pt idx="559">
                  <c:v>45803.848611111112</c:v>
                </c:pt>
                <c:pt idx="560">
                  <c:v>45776.794444444437</c:v>
                </c:pt>
                <c:pt idx="561">
                  <c:v>45334.488888888889</c:v>
                </c:pt>
                <c:pt idx="562">
                  <c:v>45404.956250000003</c:v>
                </c:pt>
                <c:pt idx="563">
                  <c:v>45748.542361111111</c:v>
                </c:pt>
                <c:pt idx="564">
                  <c:v>45791.317361111112</c:v>
                </c:pt>
                <c:pt idx="565">
                  <c:v>45582.477083333331</c:v>
                </c:pt>
                <c:pt idx="566">
                  <c:v>45364.751388888893</c:v>
                </c:pt>
                <c:pt idx="567">
                  <c:v>45569.942361111112</c:v>
                </c:pt>
                <c:pt idx="568">
                  <c:v>45613.643055555563</c:v>
                </c:pt>
                <c:pt idx="569">
                  <c:v>45728.790277777778</c:v>
                </c:pt>
                <c:pt idx="570">
                  <c:v>45886.821527777778</c:v>
                </c:pt>
                <c:pt idx="571">
                  <c:v>45385.863888888889</c:v>
                </c:pt>
                <c:pt idx="572">
                  <c:v>45853.517361111109</c:v>
                </c:pt>
                <c:pt idx="573">
                  <c:v>45602.443055555559</c:v>
                </c:pt>
                <c:pt idx="574">
                  <c:v>45356.522222222222</c:v>
                </c:pt>
                <c:pt idx="575">
                  <c:v>45294.868750000001</c:v>
                </c:pt>
                <c:pt idx="576">
                  <c:v>45989.988888888889</c:v>
                </c:pt>
                <c:pt idx="577">
                  <c:v>45935.443055555559</c:v>
                </c:pt>
                <c:pt idx="578">
                  <c:v>45453.536805555559</c:v>
                </c:pt>
                <c:pt idx="579">
                  <c:v>45592.936111111107</c:v>
                </c:pt>
                <c:pt idx="580">
                  <c:v>45491.693749999999</c:v>
                </c:pt>
                <c:pt idx="581">
                  <c:v>45421.922222222223</c:v>
                </c:pt>
                <c:pt idx="582">
                  <c:v>45549.361805555563</c:v>
                </c:pt>
                <c:pt idx="583">
                  <c:v>45715.822916666657</c:v>
                </c:pt>
                <c:pt idx="584">
                  <c:v>45762.461805555547</c:v>
                </c:pt>
                <c:pt idx="585">
                  <c:v>45693.862500000003</c:v>
                </c:pt>
                <c:pt idx="586">
                  <c:v>45499.390277777777</c:v>
                </c:pt>
                <c:pt idx="587">
                  <c:v>45646.696527777778</c:v>
                </c:pt>
                <c:pt idx="588">
                  <c:v>45312.411111111112</c:v>
                </c:pt>
                <c:pt idx="589">
                  <c:v>45952.820138888892</c:v>
                </c:pt>
                <c:pt idx="590">
                  <c:v>45843.845833333333</c:v>
                </c:pt>
                <c:pt idx="591">
                  <c:v>45804.510416666657</c:v>
                </c:pt>
                <c:pt idx="592">
                  <c:v>45590.660416666673</c:v>
                </c:pt>
                <c:pt idx="593">
                  <c:v>45896.40902777778</c:v>
                </c:pt>
                <c:pt idx="594">
                  <c:v>45952.673611111109</c:v>
                </c:pt>
                <c:pt idx="595">
                  <c:v>45924.179166666669</c:v>
                </c:pt>
                <c:pt idx="596">
                  <c:v>45438.835416666669</c:v>
                </c:pt>
                <c:pt idx="597">
                  <c:v>45627.84097222222</c:v>
                </c:pt>
                <c:pt idx="598">
                  <c:v>45295.625</c:v>
                </c:pt>
                <c:pt idx="599">
                  <c:v>45532.185416666667</c:v>
                </c:pt>
                <c:pt idx="600">
                  <c:v>45799.859027777777</c:v>
                </c:pt>
                <c:pt idx="601">
                  <c:v>46003.506249999999</c:v>
                </c:pt>
                <c:pt idx="602">
                  <c:v>45699.494444444441</c:v>
                </c:pt>
                <c:pt idx="603">
                  <c:v>45881.529166666667</c:v>
                </c:pt>
                <c:pt idx="604">
                  <c:v>45383.109027777777</c:v>
                </c:pt>
                <c:pt idx="605">
                  <c:v>45992.291666666657</c:v>
                </c:pt>
                <c:pt idx="606">
                  <c:v>45687.657638888893</c:v>
                </c:pt>
                <c:pt idx="607">
                  <c:v>45977.086111111108</c:v>
                </c:pt>
                <c:pt idx="608">
                  <c:v>45846.802777777782</c:v>
                </c:pt>
                <c:pt idx="609">
                  <c:v>45852.397222222222</c:v>
                </c:pt>
                <c:pt idx="610">
                  <c:v>45574.504166666673</c:v>
                </c:pt>
                <c:pt idx="611">
                  <c:v>45336.679166666669</c:v>
                </c:pt>
                <c:pt idx="612">
                  <c:v>45648.787499999999</c:v>
                </c:pt>
                <c:pt idx="613">
                  <c:v>45408.897222222222</c:v>
                </c:pt>
                <c:pt idx="614">
                  <c:v>45537.506944444453</c:v>
                </c:pt>
                <c:pt idx="615">
                  <c:v>45908.864583333343</c:v>
                </c:pt>
                <c:pt idx="616">
                  <c:v>45636.782638888893</c:v>
                </c:pt>
                <c:pt idx="617">
                  <c:v>45543.884722222218</c:v>
                </c:pt>
                <c:pt idx="618">
                  <c:v>45433.269444444442</c:v>
                </c:pt>
                <c:pt idx="619">
                  <c:v>45453.706250000003</c:v>
                </c:pt>
                <c:pt idx="620">
                  <c:v>45959.209027777782</c:v>
                </c:pt>
                <c:pt idx="621">
                  <c:v>45673.480555555558</c:v>
                </c:pt>
                <c:pt idx="622">
                  <c:v>46004.996527777781</c:v>
                </c:pt>
                <c:pt idx="623">
                  <c:v>45926.424305555563</c:v>
                </c:pt>
                <c:pt idx="624">
                  <c:v>45838.045138888891</c:v>
                </c:pt>
                <c:pt idx="625">
                  <c:v>45692.416666666657</c:v>
                </c:pt>
                <c:pt idx="626">
                  <c:v>45735.418749999997</c:v>
                </c:pt>
                <c:pt idx="627">
                  <c:v>45716.740972222222</c:v>
                </c:pt>
                <c:pt idx="628">
                  <c:v>45817.811111111107</c:v>
                </c:pt>
                <c:pt idx="629">
                  <c:v>45504.217361111107</c:v>
                </c:pt>
                <c:pt idx="630">
                  <c:v>45582.331250000003</c:v>
                </c:pt>
                <c:pt idx="631">
                  <c:v>45712.01666666667</c:v>
                </c:pt>
                <c:pt idx="632">
                  <c:v>45389.583333333343</c:v>
                </c:pt>
                <c:pt idx="633">
                  <c:v>45547.462500000001</c:v>
                </c:pt>
                <c:pt idx="634">
                  <c:v>45748.658333333333</c:v>
                </c:pt>
                <c:pt idx="635">
                  <c:v>45811.201388888891</c:v>
                </c:pt>
                <c:pt idx="636">
                  <c:v>45889.154861111107</c:v>
                </c:pt>
                <c:pt idx="637">
                  <c:v>45902.402083333327</c:v>
                </c:pt>
                <c:pt idx="638">
                  <c:v>45641.811805555553</c:v>
                </c:pt>
                <c:pt idx="639">
                  <c:v>45826.400000000001</c:v>
                </c:pt>
                <c:pt idx="640">
                  <c:v>45477.202777777777</c:v>
                </c:pt>
                <c:pt idx="641">
                  <c:v>45345.972916666673</c:v>
                </c:pt>
                <c:pt idx="642">
                  <c:v>45965.095833333333</c:v>
                </c:pt>
                <c:pt idx="643">
                  <c:v>45518.238194444442</c:v>
                </c:pt>
                <c:pt idx="644">
                  <c:v>45759.673611111109</c:v>
                </c:pt>
                <c:pt idx="645">
                  <c:v>45363.284722222219</c:v>
                </c:pt>
                <c:pt idx="646">
                  <c:v>45600.761111111111</c:v>
                </c:pt>
                <c:pt idx="647">
                  <c:v>45448.509027777778</c:v>
                </c:pt>
                <c:pt idx="648">
                  <c:v>45419.645138888889</c:v>
                </c:pt>
                <c:pt idx="649">
                  <c:v>45406.701388888891</c:v>
                </c:pt>
                <c:pt idx="650">
                  <c:v>45426.757638888892</c:v>
                </c:pt>
                <c:pt idx="651">
                  <c:v>45865.840277777781</c:v>
                </c:pt>
                <c:pt idx="652">
                  <c:v>45983.441666666673</c:v>
                </c:pt>
                <c:pt idx="653">
                  <c:v>45561.667361111111</c:v>
                </c:pt>
                <c:pt idx="654">
                  <c:v>45831.901388888888</c:v>
                </c:pt>
                <c:pt idx="655">
                  <c:v>45322.136805555558</c:v>
                </c:pt>
                <c:pt idx="656">
                  <c:v>45495.859722222223</c:v>
                </c:pt>
                <c:pt idx="657">
                  <c:v>45680.749305555553</c:v>
                </c:pt>
                <c:pt idx="658">
                  <c:v>45705.783333333333</c:v>
                </c:pt>
                <c:pt idx="659">
                  <c:v>45398.688888888893</c:v>
                </c:pt>
                <c:pt idx="660">
                  <c:v>45473.472222222219</c:v>
                </c:pt>
                <c:pt idx="661">
                  <c:v>46012.147916666669</c:v>
                </c:pt>
                <c:pt idx="662">
                  <c:v>45946.406944444447</c:v>
                </c:pt>
                <c:pt idx="663">
                  <c:v>45760.73333333333</c:v>
                </c:pt>
                <c:pt idx="664">
                  <c:v>45713.986111111109</c:v>
                </c:pt>
                <c:pt idx="665">
                  <c:v>45874.904166666667</c:v>
                </c:pt>
                <c:pt idx="666">
                  <c:v>45938.654861111107</c:v>
                </c:pt>
                <c:pt idx="667">
                  <c:v>45791.259027777778</c:v>
                </c:pt>
                <c:pt idx="668">
                  <c:v>45557.556250000001</c:v>
                </c:pt>
                <c:pt idx="669">
                  <c:v>45524.479166666657</c:v>
                </c:pt>
                <c:pt idx="670">
                  <c:v>45565.330555555563</c:v>
                </c:pt>
                <c:pt idx="671">
                  <c:v>45326.974999999999</c:v>
                </c:pt>
                <c:pt idx="672">
                  <c:v>45916.759027777778</c:v>
                </c:pt>
                <c:pt idx="673">
                  <c:v>46010.43472222222</c:v>
                </c:pt>
                <c:pt idx="674">
                  <c:v>45314.720138888893</c:v>
                </c:pt>
                <c:pt idx="675">
                  <c:v>45377.420138888891</c:v>
                </c:pt>
                <c:pt idx="676">
                  <c:v>45744.094444444447</c:v>
                </c:pt>
                <c:pt idx="677">
                  <c:v>45597.338194444441</c:v>
                </c:pt>
                <c:pt idx="678">
                  <c:v>45932.518055555563</c:v>
                </c:pt>
                <c:pt idx="679">
                  <c:v>45666.718055555553</c:v>
                </c:pt>
                <c:pt idx="680">
                  <c:v>45468.821527777778</c:v>
                </c:pt>
                <c:pt idx="681">
                  <c:v>45782.745138888888</c:v>
                </c:pt>
                <c:pt idx="682">
                  <c:v>45859.407638888893</c:v>
                </c:pt>
                <c:pt idx="683">
                  <c:v>45776.712500000001</c:v>
                </c:pt>
                <c:pt idx="684">
                  <c:v>45621.045138888891</c:v>
                </c:pt>
                <c:pt idx="685">
                  <c:v>45307.404861111107</c:v>
                </c:pt>
                <c:pt idx="686">
                  <c:v>45768.09097222222</c:v>
                </c:pt>
                <c:pt idx="687">
                  <c:v>45613.505555555559</c:v>
                </c:pt>
                <c:pt idx="688">
                  <c:v>45512.477777777778</c:v>
                </c:pt>
                <c:pt idx="689">
                  <c:v>45355.408333333333</c:v>
                </c:pt>
                <c:pt idx="690">
                  <c:v>45999.100694444453</c:v>
                </c:pt>
                <c:pt idx="691">
                  <c:v>45657.478472222218</c:v>
                </c:pt>
                <c:pt idx="692">
                  <c:v>45699.789583333331</c:v>
                </c:pt>
                <c:pt idx="693">
                  <c:v>45381.654166666667</c:v>
                </c:pt>
                <c:pt idx="694">
                  <c:v>45554.756249999999</c:v>
                </c:pt>
                <c:pt idx="695">
                  <c:v>45489.418055555558</c:v>
                </c:pt>
                <c:pt idx="696">
                  <c:v>45849.362500000003</c:v>
                </c:pt>
                <c:pt idx="697">
                  <c:v>45524.790972222218</c:v>
                </c:pt>
                <c:pt idx="698">
                  <c:v>45433.697222222218</c:v>
                </c:pt>
                <c:pt idx="699">
                  <c:v>45938.717361111107</c:v>
                </c:pt>
                <c:pt idx="700">
                  <c:v>45807.515972222223</c:v>
                </c:pt>
                <c:pt idx="701">
                  <c:v>45636.837500000001</c:v>
                </c:pt>
                <c:pt idx="702">
                  <c:v>45762.809027777781</c:v>
                </c:pt>
                <c:pt idx="703">
                  <c:v>45309.726388888892</c:v>
                </c:pt>
                <c:pt idx="704">
                  <c:v>45728.765277777777</c:v>
                </c:pt>
                <c:pt idx="705">
                  <c:v>45980.712500000001</c:v>
                </c:pt>
                <c:pt idx="706">
                  <c:v>45893.793055555558</c:v>
                </c:pt>
                <c:pt idx="707">
                  <c:v>45350.728472222218</c:v>
                </c:pt>
                <c:pt idx="708">
                  <c:v>45524.774305555547</c:v>
                </c:pt>
                <c:pt idx="709">
                  <c:v>45534.638888888891</c:v>
                </c:pt>
                <c:pt idx="710">
                  <c:v>45308.68472222222</c:v>
                </c:pt>
                <c:pt idx="711">
                  <c:v>45505.627083333333</c:v>
                </c:pt>
                <c:pt idx="712">
                  <c:v>45427.538194444453</c:v>
                </c:pt>
                <c:pt idx="713">
                  <c:v>45724.915972222218</c:v>
                </c:pt>
                <c:pt idx="714">
                  <c:v>45926.459027777782</c:v>
                </c:pt>
                <c:pt idx="715">
                  <c:v>45954.810416666667</c:v>
                </c:pt>
                <c:pt idx="716">
                  <c:v>45531.711111111108</c:v>
                </c:pt>
                <c:pt idx="717">
                  <c:v>45333.45208333333</c:v>
                </c:pt>
                <c:pt idx="718">
                  <c:v>45880.820138888892</c:v>
                </c:pt>
                <c:pt idx="719">
                  <c:v>45728.640972222223</c:v>
                </c:pt>
                <c:pt idx="720">
                  <c:v>45982.648611111108</c:v>
                </c:pt>
                <c:pt idx="721">
                  <c:v>46011.395138888889</c:v>
                </c:pt>
                <c:pt idx="722">
                  <c:v>45754.692361111112</c:v>
                </c:pt>
                <c:pt idx="723">
                  <c:v>45678.649305555547</c:v>
                </c:pt>
                <c:pt idx="724">
                  <c:v>45601.60833333333</c:v>
                </c:pt>
                <c:pt idx="725">
                  <c:v>45552.667361111111</c:v>
                </c:pt>
                <c:pt idx="726">
                  <c:v>45902.435416666667</c:v>
                </c:pt>
                <c:pt idx="727">
                  <c:v>45781.443055555559</c:v>
                </c:pt>
                <c:pt idx="728">
                  <c:v>45382.686805555553</c:v>
                </c:pt>
                <c:pt idx="729">
                  <c:v>45852.459722222222</c:v>
                </c:pt>
                <c:pt idx="730">
                  <c:v>45355.520833333343</c:v>
                </c:pt>
                <c:pt idx="731">
                  <c:v>45762.75</c:v>
                </c:pt>
                <c:pt idx="732">
                  <c:v>45471.584722222222</c:v>
                </c:pt>
                <c:pt idx="733">
                  <c:v>45673.415277777778</c:v>
                </c:pt>
                <c:pt idx="734">
                  <c:v>45836.363888888889</c:v>
                </c:pt>
                <c:pt idx="735">
                  <c:v>46021.629166666673</c:v>
                </c:pt>
                <c:pt idx="736">
                  <c:v>45786.649305555547</c:v>
                </c:pt>
                <c:pt idx="737">
                  <c:v>45438.570138888892</c:v>
                </c:pt>
                <c:pt idx="738">
                  <c:v>45462.259027777778</c:v>
                </c:pt>
                <c:pt idx="739">
                  <c:v>45359.605555555558</c:v>
                </c:pt>
                <c:pt idx="740">
                  <c:v>45870.631944444453</c:v>
                </c:pt>
                <c:pt idx="741">
                  <c:v>46002.807638888888</c:v>
                </c:pt>
                <c:pt idx="742">
                  <c:v>45586.597222222219</c:v>
                </c:pt>
                <c:pt idx="743">
                  <c:v>45804.84097222222</c:v>
                </c:pt>
                <c:pt idx="744">
                  <c:v>45957.96597222222</c:v>
                </c:pt>
                <c:pt idx="745">
                  <c:v>45588.033333333333</c:v>
                </c:pt>
                <c:pt idx="746">
                  <c:v>45804.84097222222</c:v>
                </c:pt>
                <c:pt idx="747">
                  <c:v>45454.492361111108</c:v>
                </c:pt>
                <c:pt idx="748">
                  <c:v>45991.884027777778</c:v>
                </c:pt>
                <c:pt idx="749">
                  <c:v>45991.884027777778</c:v>
                </c:pt>
                <c:pt idx="750">
                  <c:v>45454.492361111108</c:v>
                </c:pt>
                <c:pt idx="751">
                  <c:v>46001.151388888888</c:v>
                </c:pt>
                <c:pt idx="752">
                  <c:v>46001.151388888888</c:v>
                </c:pt>
                <c:pt idx="753">
                  <c:v>45588.033333333333</c:v>
                </c:pt>
                <c:pt idx="754">
                  <c:v>45758.531944444447</c:v>
                </c:pt>
                <c:pt idx="755">
                  <c:v>45877.502083333333</c:v>
                </c:pt>
                <c:pt idx="756">
                  <c:v>45506.463888888888</c:v>
                </c:pt>
                <c:pt idx="757">
                  <c:v>45506.463888888888</c:v>
                </c:pt>
                <c:pt idx="758">
                  <c:v>45624.097222222219</c:v>
                </c:pt>
                <c:pt idx="759">
                  <c:v>45624.097222222219</c:v>
                </c:pt>
                <c:pt idx="760">
                  <c:v>46016.724305555559</c:v>
                </c:pt>
                <c:pt idx="761">
                  <c:v>46016.724305555559</c:v>
                </c:pt>
                <c:pt idx="762">
                  <c:v>45930.684027777781</c:v>
                </c:pt>
                <c:pt idx="763">
                  <c:v>45680.78125</c:v>
                </c:pt>
                <c:pt idx="764">
                  <c:v>45930.684027777781</c:v>
                </c:pt>
                <c:pt idx="765">
                  <c:v>45680.78125</c:v>
                </c:pt>
                <c:pt idx="766">
                  <c:v>45394.512499999997</c:v>
                </c:pt>
                <c:pt idx="767">
                  <c:v>45394.512499999997</c:v>
                </c:pt>
                <c:pt idx="768">
                  <c:v>45580.621527777781</c:v>
                </c:pt>
                <c:pt idx="769">
                  <c:v>45882.603472222218</c:v>
                </c:pt>
                <c:pt idx="770">
                  <c:v>45580.621527777781</c:v>
                </c:pt>
                <c:pt idx="771">
                  <c:v>45812.640277777777</c:v>
                </c:pt>
                <c:pt idx="772">
                  <c:v>45743.472222222219</c:v>
                </c:pt>
                <c:pt idx="773">
                  <c:v>45743.472222222219</c:v>
                </c:pt>
                <c:pt idx="774">
                  <c:v>45965.736111111109</c:v>
                </c:pt>
                <c:pt idx="775">
                  <c:v>45965.736111111109</c:v>
                </c:pt>
                <c:pt idx="776">
                  <c:v>45657.134027777778</c:v>
                </c:pt>
                <c:pt idx="777">
                  <c:v>45513.102777777778</c:v>
                </c:pt>
                <c:pt idx="778">
                  <c:v>45513.102777777778</c:v>
                </c:pt>
                <c:pt idx="779">
                  <c:v>45657.134027777778</c:v>
                </c:pt>
                <c:pt idx="780">
                  <c:v>45443.501388888893</c:v>
                </c:pt>
                <c:pt idx="781">
                  <c:v>45887.527083333327</c:v>
                </c:pt>
                <c:pt idx="782">
                  <c:v>45887.527083333327</c:v>
                </c:pt>
                <c:pt idx="783">
                  <c:v>45443.501388888893</c:v>
                </c:pt>
                <c:pt idx="784">
                  <c:v>45812.640277777777</c:v>
                </c:pt>
                <c:pt idx="785">
                  <c:v>45877.502083333333</c:v>
                </c:pt>
                <c:pt idx="786">
                  <c:v>45882.603472222218</c:v>
                </c:pt>
                <c:pt idx="787">
                  <c:v>45317.612500000003</c:v>
                </c:pt>
                <c:pt idx="788">
                  <c:v>45848.005555555559</c:v>
                </c:pt>
                <c:pt idx="789">
                  <c:v>45848.005555555559</c:v>
                </c:pt>
                <c:pt idx="790">
                  <c:v>45700.871527777781</c:v>
                </c:pt>
                <c:pt idx="791">
                  <c:v>45498.431944444441</c:v>
                </c:pt>
                <c:pt idx="792">
                  <c:v>45498.431944444441</c:v>
                </c:pt>
                <c:pt idx="793">
                  <c:v>45403.772916666669</c:v>
                </c:pt>
                <c:pt idx="794">
                  <c:v>45403.772916666669</c:v>
                </c:pt>
                <c:pt idx="795">
                  <c:v>45700.871527777781</c:v>
                </c:pt>
                <c:pt idx="796">
                  <c:v>45838.197222222218</c:v>
                </c:pt>
                <c:pt idx="797">
                  <c:v>45838.197222222218</c:v>
                </c:pt>
                <c:pt idx="798">
                  <c:v>45937.479861111111</c:v>
                </c:pt>
                <c:pt idx="799">
                  <c:v>45764.590277777781</c:v>
                </c:pt>
                <c:pt idx="800">
                  <c:v>45764.590277777781</c:v>
                </c:pt>
                <c:pt idx="801">
                  <c:v>45385.554166666669</c:v>
                </c:pt>
                <c:pt idx="802">
                  <c:v>45937.479861111111</c:v>
                </c:pt>
                <c:pt idx="803">
                  <c:v>45895.135416666657</c:v>
                </c:pt>
                <c:pt idx="804">
                  <c:v>46009.172222222223</c:v>
                </c:pt>
                <c:pt idx="805">
                  <c:v>45342.472916666673</c:v>
                </c:pt>
                <c:pt idx="806">
                  <c:v>46009.172222222223</c:v>
                </c:pt>
                <c:pt idx="807">
                  <c:v>45342.472916666673</c:v>
                </c:pt>
                <c:pt idx="808">
                  <c:v>45317.612500000003</c:v>
                </c:pt>
                <c:pt idx="809">
                  <c:v>45758.531944444447</c:v>
                </c:pt>
                <c:pt idx="810">
                  <c:v>45845.952777777777</c:v>
                </c:pt>
                <c:pt idx="811">
                  <c:v>45957.96597222222</c:v>
                </c:pt>
                <c:pt idx="812">
                  <c:v>45845.952777777777</c:v>
                </c:pt>
                <c:pt idx="813">
                  <c:v>45385.554166666669</c:v>
                </c:pt>
                <c:pt idx="814">
                  <c:v>45615.953472222223</c:v>
                </c:pt>
                <c:pt idx="815">
                  <c:v>45615.953472222223</c:v>
                </c:pt>
                <c:pt idx="816">
                  <c:v>45895.135416666657</c:v>
                </c:pt>
                <c:pt idx="817">
                  <c:v>45571.800694444442</c:v>
                </c:pt>
                <c:pt idx="818">
                  <c:v>45734.017361111109</c:v>
                </c:pt>
                <c:pt idx="819">
                  <c:v>45631.010416666657</c:v>
                </c:pt>
                <c:pt idx="820">
                  <c:v>45349.82916666667</c:v>
                </c:pt>
                <c:pt idx="821">
                  <c:v>45982.522916666669</c:v>
                </c:pt>
                <c:pt idx="822">
                  <c:v>45349.82916666667</c:v>
                </c:pt>
                <c:pt idx="823">
                  <c:v>45982.522916666669</c:v>
                </c:pt>
                <c:pt idx="824">
                  <c:v>45477.763888888891</c:v>
                </c:pt>
                <c:pt idx="825">
                  <c:v>45477.763888888891</c:v>
                </c:pt>
                <c:pt idx="826">
                  <c:v>45591.870833333327</c:v>
                </c:pt>
                <c:pt idx="827">
                  <c:v>45591.870833333327</c:v>
                </c:pt>
                <c:pt idx="828">
                  <c:v>45672.506944444453</c:v>
                </c:pt>
                <c:pt idx="829">
                  <c:v>45854.827777777777</c:v>
                </c:pt>
                <c:pt idx="830">
                  <c:v>45854.827777777777</c:v>
                </c:pt>
                <c:pt idx="831">
                  <c:v>45309.479861111111</c:v>
                </c:pt>
                <c:pt idx="832">
                  <c:v>45672.506944444453</c:v>
                </c:pt>
                <c:pt idx="833">
                  <c:v>45751.53125</c:v>
                </c:pt>
                <c:pt idx="834">
                  <c:v>45421.741666666669</c:v>
                </c:pt>
                <c:pt idx="835">
                  <c:v>45950.547222222223</c:v>
                </c:pt>
                <c:pt idx="836">
                  <c:v>45751.53125</c:v>
                </c:pt>
                <c:pt idx="837">
                  <c:v>45711.55</c:v>
                </c:pt>
                <c:pt idx="838">
                  <c:v>45468.545138888891</c:v>
                </c:pt>
                <c:pt idx="839">
                  <c:v>45609.013888888891</c:v>
                </c:pt>
                <c:pt idx="840">
                  <c:v>45562.53402777778</c:v>
                </c:pt>
                <c:pt idx="841">
                  <c:v>45609.013888888891</c:v>
                </c:pt>
                <c:pt idx="842">
                  <c:v>45489.509027777778</c:v>
                </c:pt>
                <c:pt idx="843">
                  <c:v>45562.53402777778</c:v>
                </c:pt>
                <c:pt idx="844">
                  <c:v>45468.545138888891</c:v>
                </c:pt>
                <c:pt idx="845">
                  <c:v>45489.509027777778</c:v>
                </c:pt>
                <c:pt idx="846">
                  <c:v>45309.479861111111</c:v>
                </c:pt>
                <c:pt idx="847">
                  <c:v>45711.55</c:v>
                </c:pt>
                <c:pt idx="848">
                  <c:v>45365.813194444447</c:v>
                </c:pt>
                <c:pt idx="849">
                  <c:v>45637.647222222222</c:v>
                </c:pt>
                <c:pt idx="850">
                  <c:v>45365.813194444447</c:v>
                </c:pt>
                <c:pt idx="851">
                  <c:v>45692.512499999997</c:v>
                </c:pt>
                <c:pt idx="852">
                  <c:v>45726.484722222223</c:v>
                </c:pt>
                <c:pt idx="853">
                  <c:v>45637.647222222222</c:v>
                </c:pt>
                <c:pt idx="854">
                  <c:v>45433.09375</c:v>
                </c:pt>
                <c:pt idx="855">
                  <c:v>45433.09375</c:v>
                </c:pt>
                <c:pt idx="856">
                  <c:v>45553.518055555563</c:v>
                </c:pt>
                <c:pt idx="857">
                  <c:v>45553.518055555563</c:v>
                </c:pt>
                <c:pt idx="858">
                  <c:v>45726.484722222223</c:v>
                </c:pt>
                <c:pt idx="859">
                  <c:v>45797.119444444441</c:v>
                </c:pt>
                <c:pt idx="860">
                  <c:v>45462.011111111111</c:v>
                </c:pt>
                <c:pt idx="861">
                  <c:v>45910.134027777778</c:v>
                </c:pt>
                <c:pt idx="862">
                  <c:v>45462.011111111111</c:v>
                </c:pt>
                <c:pt idx="863">
                  <c:v>45950.547222222223</c:v>
                </c:pt>
                <c:pt idx="864">
                  <c:v>45770.595138888893</c:v>
                </c:pt>
                <c:pt idx="865">
                  <c:v>45917.602083333331</c:v>
                </c:pt>
                <c:pt idx="866">
                  <c:v>45770.595138888893</c:v>
                </c:pt>
                <c:pt idx="867">
                  <c:v>45797.119444444441</c:v>
                </c:pt>
                <c:pt idx="868">
                  <c:v>45870.14166666667</c:v>
                </c:pt>
                <c:pt idx="869">
                  <c:v>45870.14166666667</c:v>
                </c:pt>
                <c:pt idx="870">
                  <c:v>45413.47152777778</c:v>
                </c:pt>
                <c:pt idx="871">
                  <c:v>45413.47152777778</c:v>
                </c:pt>
                <c:pt idx="872">
                  <c:v>45910.134027777778</c:v>
                </c:pt>
                <c:pt idx="873">
                  <c:v>45547.486111111109</c:v>
                </c:pt>
                <c:pt idx="874">
                  <c:v>45692.512499999997</c:v>
                </c:pt>
                <c:pt idx="875">
                  <c:v>45298.915277777778</c:v>
                </c:pt>
                <c:pt idx="876">
                  <c:v>45923.863888888889</c:v>
                </c:pt>
                <c:pt idx="877">
                  <c:v>45862.989583333343</c:v>
                </c:pt>
                <c:pt idx="878">
                  <c:v>45988.037499999999</c:v>
                </c:pt>
                <c:pt idx="879">
                  <c:v>45644.515972222223</c:v>
                </c:pt>
                <c:pt idx="880">
                  <c:v>45720.970833333333</c:v>
                </c:pt>
                <c:pt idx="881">
                  <c:v>45778.524305555547</c:v>
                </c:pt>
                <c:pt idx="882">
                  <c:v>45664.508333333331</c:v>
                </c:pt>
                <c:pt idx="883">
                  <c:v>45298.915277777778</c:v>
                </c:pt>
                <c:pt idx="884">
                  <c:v>45862.989583333343</c:v>
                </c:pt>
                <c:pt idx="885">
                  <c:v>45664.508333333331</c:v>
                </c:pt>
                <c:pt idx="886">
                  <c:v>45902.770833333343</c:v>
                </c:pt>
                <c:pt idx="887">
                  <c:v>45333.592361111107</c:v>
                </c:pt>
                <c:pt idx="888">
                  <c:v>45988.037499999999</c:v>
                </c:pt>
                <c:pt idx="889">
                  <c:v>45902.770833333343</c:v>
                </c:pt>
                <c:pt idx="890">
                  <c:v>45644.515972222223</c:v>
                </c:pt>
                <c:pt idx="891">
                  <c:v>45944.088194444441</c:v>
                </c:pt>
                <c:pt idx="892">
                  <c:v>45788.647916666669</c:v>
                </c:pt>
                <c:pt idx="893">
                  <c:v>45788.647916666669</c:v>
                </c:pt>
                <c:pt idx="894">
                  <c:v>45778.524305555547</c:v>
                </c:pt>
                <c:pt idx="895">
                  <c:v>45600.895833333343</c:v>
                </c:pt>
                <c:pt idx="896">
                  <c:v>45373.615972222222</c:v>
                </c:pt>
                <c:pt idx="897">
                  <c:v>45538.1</c:v>
                </c:pt>
                <c:pt idx="898">
                  <c:v>45358.105555555558</c:v>
                </c:pt>
                <c:pt idx="899">
                  <c:v>45944.088194444441</c:v>
                </c:pt>
                <c:pt idx="900">
                  <c:v>45734.017361111109</c:v>
                </c:pt>
                <c:pt idx="901">
                  <c:v>45923.863888888889</c:v>
                </c:pt>
                <c:pt idx="902">
                  <c:v>45571.800694444442</c:v>
                </c:pt>
                <c:pt idx="903">
                  <c:v>45358.105555555558</c:v>
                </c:pt>
                <c:pt idx="904">
                  <c:v>45830.672222222223</c:v>
                </c:pt>
                <c:pt idx="905">
                  <c:v>45917.602083333331</c:v>
                </c:pt>
                <c:pt idx="906">
                  <c:v>45333.592361111107</c:v>
                </c:pt>
                <c:pt idx="907">
                  <c:v>45720.970833333333</c:v>
                </c:pt>
                <c:pt idx="908">
                  <c:v>45821.54791666667</c:v>
                </c:pt>
                <c:pt idx="909">
                  <c:v>45421.741666666669</c:v>
                </c:pt>
                <c:pt idx="910">
                  <c:v>45821.54791666667</c:v>
                </c:pt>
                <c:pt idx="911">
                  <c:v>45547.486111111109</c:v>
                </c:pt>
                <c:pt idx="912">
                  <c:v>45830.672222222223</c:v>
                </c:pt>
                <c:pt idx="913">
                  <c:v>45538.1</c:v>
                </c:pt>
                <c:pt idx="914">
                  <c:v>45600.895833333343</c:v>
                </c:pt>
                <c:pt idx="915">
                  <c:v>45373.615972222222</c:v>
                </c:pt>
                <c:pt idx="916">
                  <c:v>45631.010416666657</c:v>
                </c:pt>
                <c:pt idx="917">
                  <c:v>45966.560416666667</c:v>
                </c:pt>
                <c:pt idx="918">
                  <c:v>45730.833333333343</c:v>
                </c:pt>
                <c:pt idx="919">
                  <c:v>45306.509027777778</c:v>
                </c:pt>
                <c:pt idx="920">
                  <c:v>46018.850694444453</c:v>
                </c:pt>
                <c:pt idx="921">
                  <c:v>45352.302777777782</c:v>
                </c:pt>
                <c:pt idx="922">
                  <c:v>45323.579861111109</c:v>
                </c:pt>
                <c:pt idx="923">
                  <c:v>45890.28402777778</c:v>
                </c:pt>
                <c:pt idx="924">
                  <c:v>45836.670138888891</c:v>
                </c:pt>
                <c:pt idx="925">
                  <c:v>45519.734027777777</c:v>
                </c:pt>
                <c:pt idx="926">
                  <c:v>45574.865972222222</c:v>
                </c:pt>
                <c:pt idx="927">
                  <c:v>45574.875694444447</c:v>
                </c:pt>
                <c:pt idx="928">
                  <c:v>45917.442361111112</c:v>
                </c:pt>
                <c:pt idx="929">
                  <c:v>45544.245138888888</c:v>
                </c:pt>
                <c:pt idx="930">
                  <c:v>45691.76458333333</c:v>
                </c:pt>
                <c:pt idx="931">
                  <c:v>45945.418749999997</c:v>
                </c:pt>
                <c:pt idx="932">
                  <c:v>45766.605555555558</c:v>
                </c:pt>
                <c:pt idx="933">
                  <c:v>45404.45208333333</c:v>
                </c:pt>
                <c:pt idx="934">
                  <c:v>45382.441666666673</c:v>
                </c:pt>
                <c:pt idx="935">
                  <c:v>45485.60833333333</c:v>
                </c:pt>
                <c:pt idx="936">
                  <c:v>45672.413888888892</c:v>
                </c:pt>
                <c:pt idx="937">
                  <c:v>45746.722222222219</c:v>
                </c:pt>
                <c:pt idx="938">
                  <c:v>45712.743055555547</c:v>
                </c:pt>
                <c:pt idx="939">
                  <c:v>45808.742361111108</c:v>
                </c:pt>
                <c:pt idx="940">
                  <c:v>45861.502083333333</c:v>
                </c:pt>
                <c:pt idx="941">
                  <c:v>45454.452777777777</c:v>
                </c:pt>
                <c:pt idx="942">
                  <c:v>45777.652083333327</c:v>
                </c:pt>
                <c:pt idx="943">
                  <c:v>45574.286805555559</c:v>
                </c:pt>
                <c:pt idx="944">
                  <c:v>46018.841666666667</c:v>
                </c:pt>
                <c:pt idx="945">
                  <c:v>46018.84375</c:v>
                </c:pt>
                <c:pt idx="946">
                  <c:v>46018.845138888893</c:v>
                </c:pt>
                <c:pt idx="947">
                  <c:v>45992.268750000003</c:v>
                </c:pt>
                <c:pt idx="948">
                  <c:v>45408.755555555559</c:v>
                </c:pt>
                <c:pt idx="949">
                  <c:v>45526.339583333327</c:v>
                </c:pt>
                <c:pt idx="950">
                  <c:v>45440.44027777778</c:v>
                </c:pt>
                <c:pt idx="951">
                  <c:v>45440.44027777778</c:v>
                </c:pt>
                <c:pt idx="952">
                  <c:v>45351.265972222223</c:v>
                </c:pt>
                <c:pt idx="953">
                  <c:v>45526.339583333327</c:v>
                </c:pt>
                <c:pt idx="954">
                  <c:v>45351.265972222223</c:v>
                </c:pt>
                <c:pt idx="955">
                  <c:v>46021.647222222222</c:v>
                </c:pt>
                <c:pt idx="956">
                  <c:v>45593.724305555559</c:v>
                </c:pt>
                <c:pt idx="957">
                  <c:v>45601.765277777777</c:v>
                </c:pt>
                <c:pt idx="958">
                  <c:v>45342.414583333331</c:v>
                </c:pt>
                <c:pt idx="959">
                  <c:v>45299.371527777781</c:v>
                </c:pt>
                <c:pt idx="960">
                  <c:v>45474.714583333327</c:v>
                </c:pt>
                <c:pt idx="961">
                  <c:v>45988.363888888889</c:v>
                </c:pt>
                <c:pt idx="962">
                  <c:v>45949.340277777781</c:v>
                </c:pt>
                <c:pt idx="963">
                  <c:v>45917.654166666667</c:v>
                </c:pt>
                <c:pt idx="964">
                  <c:v>45785.377083333333</c:v>
                </c:pt>
                <c:pt idx="965">
                  <c:v>45310.48541666667</c:v>
                </c:pt>
                <c:pt idx="966">
                  <c:v>45775.73541666667</c:v>
                </c:pt>
                <c:pt idx="967">
                  <c:v>45987.406944444447</c:v>
                </c:pt>
                <c:pt idx="968">
                  <c:v>45855.834027777782</c:v>
                </c:pt>
                <c:pt idx="969">
                  <c:v>45431.593055555553</c:v>
                </c:pt>
                <c:pt idx="970">
                  <c:v>45479.352083333331</c:v>
                </c:pt>
                <c:pt idx="971">
                  <c:v>45656.315972222219</c:v>
                </c:pt>
                <c:pt idx="972">
                  <c:v>45387.463888888888</c:v>
                </c:pt>
                <c:pt idx="973">
                  <c:v>45642.444444444453</c:v>
                </c:pt>
                <c:pt idx="974">
                  <c:v>45538.384027777778</c:v>
                </c:pt>
                <c:pt idx="975">
                  <c:v>45898.708333333343</c:v>
                </c:pt>
                <c:pt idx="976">
                  <c:v>45591.332638888889</c:v>
                </c:pt>
                <c:pt idx="977">
                  <c:v>45695.359722222223</c:v>
                </c:pt>
                <c:pt idx="978">
                  <c:v>45458.370138888888</c:v>
                </c:pt>
                <c:pt idx="979">
                  <c:v>45558.399305555547</c:v>
                </c:pt>
                <c:pt idx="980">
                  <c:v>45380.327777777777</c:v>
                </c:pt>
                <c:pt idx="981">
                  <c:v>45959.282638888893</c:v>
                </c:pt>
                <c:pt idx="982">
                  <c:v>45782.747916666667</c:v>
                </c:pt>
                <c:pt idx="983">
                  <c:v>45821.322916666657</c:v>
                </c:pt>
                <c:pt idx="984">
                  <c:v>45860.56527777778</c:v>
                </c:pt>
                <c:pt idx="985">
                  <c:v>45768.549305555563</c:v>
                </c:pt>
                <c:pt idx="986">
                  <c:v>45491.53402777778</c:v>
                </c:pt>
                <c:pt idx="987">
                  <c:v>45916.473611111112</c:v>
                </c:pt>
                <c:pt idx="988">
                  <c:v>45700.356944444437</c:v>
                </c:pt>
                <c:pt idx="989">
                  <c:v>45346.763194444437</c:v>
                </c:pt>
                <c:pt idx="990">
                  <c:v>45406.495833333327</c:v>
                </c:pt>
                <c:pt idx="991">
                  <c:v>45944.504861111112</c:v>
                </c:pt>
                <c:pt idx="992">
                  <c:v>45347.32708333333</c:v>
                </c:pt>
                <c:pt idx="993">
                  <c:v>45874.673611111109</c:v>
                </c:pt>
                <c:pt idx="994">
                  <c:v>45787.357638888891</c:v>
                </c:pt>
                <c:pt idx="995">
                  <c:v>45446.296527777777</c:v>
                </c:pt>
                <c:pt idx="996">
                  <c:v>45800.454861111109</c:v>
                </c:pt>
                <c:pt idx="997">
                  <c:v>45512.438888888893</c:v>
                </c:pt>
                <c:pt idx="998">
                  <c:v>45574.345833333333</c:v>
                </c:pt>
                <c:pt idx="999">
                  <c:v>45412.583333333343</c:v>
                </c:pt>
                <c:pt idx="1000">
                  <c:v>45713.563194444447</c:v>
                </c:pt>
                <c:pt idx="1001">
                  <c:v>45607.396527777782</c:v>
                </c:pt>
                <c:pt idx="1002">
                  <c:v>45846.775694444441</c:v>
                </c:pt>
                <c:pt idx="1003">
                  <c:v>45709.567361111112</c:v>
                </c:pt>
                <c:pt idx="1004">
                  <c:v>45370.637499999997</c:v>
                </c:pt>
                <c:pt idx="1005">
                  <c:v>45881.361805555563</c:v>
                </c:pt>
                <c:pt idx="1006">
                  <c:v>45752.742361111108</c:v>
                </c:pt>
                <c:pt idx="1007">
                  <c:v>45887.481944444437</c:v>
                </c:pt>
                <c:pt idx="1008">
                  <c:v>45428.499305555553</c:v>
                </c:pt>
                <c:pt idx="1009">
                  <c:v>45863.429861111108</c:v>
                </c:pt>
                <c:pt idx="1010">
                  <c:v>45473.787499999999</c:v>
                </c:pt>
                <c:pt idx="1011">
                  <c:v>45762.609722222223</c:v>
                </c:pt>
                <c:pt idx="1012">
                  <c:v>45698.489583333343</c:v>
                </c:pt>
                <c:pt idx="1013">
                  <c:v>45405.535416666673</c:v>
                </c:pt>
                <c:pt idx="1014">
                  <c:v>45935.480555555558</c:v>
                </c:pt>
                <c:pt idx="1015">
                  <c:v>45376.398611111108</c:v>
                </c:pt>
                <c:pt idx="1016">
                  <c:v>45817.82916666667</c:v>
                </c:pt>
                <c:pt idx="1017">
                  <c:v>45994.376388888893</c:v>
                </c:pt>
                <c:pt idx="1018">
                  <c:v>45740.684027777781</c:v>
                </c:pt>
                <c:pt idx="1019">
                  <c:v>45965.40625</c:v>
                </c:pt>
                <c:pt idx="1020">
                  <c:v>45572.395138888889</c:v>
                </c:pt>
                <c:pt idx="1021">
                  <c:v>45653.566666666673</c:v>
                </c:pt>
                <c:pt idx="1022">
                  <c:v>45502.399305555547</c:v>
                </c:pt>
                <c:pt idx="1023">
                  <c:v>45344.39166666667</c:v>
                </c:pt>
                <c:pt idx="1024">
                  <c:v>45315.820138888892</c:v>
                </c:pt>
                <c:pt idx="1025">
                  <c:v>45797.684027777781</c:v>
                </c:pt>
                <c:pt idx="1026">
                  <c:v>45911.405555555553</c:v>
                </c:pt>
                <c:pt idx="1027">
                  <c:v>45609.527777777781</c:v>
                </c:pt>
                <c:pt idx="1028">
                  <c:v>45677.478472222218</c:v>
                </c:pt>
                <c:pt idx="1029">
                  <c:v>45538.393750000003</c:v>
                </c:pt>
                <c:pt idx="1030">
                  <c:v>45719.484027777777</c:v>
                </c:pt>
                <c:pt idx="1031">
                  <c:v>45845.55</c:v>
                </c:pt>
                <c:pt idx="1032">
                  <c:v>45583.276388888888</c:v>
                </c:pt>
                <c:pt idx="1033">
                  <c:v>45583.276388888888</c:v>
                </c:pt>
                <c:pt idx="1034">
                  <c:v>45600.520138888889</c:v>
                </c:pt>
                <c:pt idx="1035">
                  <c:v>45422.511111111111</c:v>
                </c:pt>
                <c:pt idx="1036">
                  <c:v>45831.393750000003</c:v>
                </c:pt>
                <c:pt idx="1037">
                  <c:v>45512.370833333327</c:v>
                </c:pt>
                <c:pt idx="1038">
                  <c:v>45783.347916666673</c:v>
                </c:pt>
                <c:pt idx="1039">
                  <c:v>45999.447916666657</c:v>
                </c:pt>
                <c:pt idx="1040">
                  <c:v>45600.520138888889</c:v>
                </c:pt>
                <c:pt idx="1041">
                  <c:v>45683.775000000001</c:v>
                </c:pt>
                <c:pt idx="1042">
                  <c:v>45986.759722222218</c:v>
                </c:pt>
                <c:pt idx="1043">
                  <c:v>45743.615972222222</c:v>
                </c:pt>
                <c:pt idx="1044">
                  <c:v>45760.777083333327</c:v>
                </c:pt>
                <c:pt idx="1045">
                  <c:v>45842.17083333333</c:v>
                </c:pt>
                <c:pt idx="1046">
                  <c:v>45783.347916666673</c:v>
                </c:pt>
                <c:pt idx="1047">
                  <c:v>45340.908333333333</c:v>
                </c:pt>
                <c:pt idx="1048">
                  <c:v>45760.777083333327</c:v>
                </c:pt>
                <c:pt idx="1049">
                  <c:v>45422.511111111111</c:v>
                </c:pt>
                <c:pt idx="1050">
                  <c:v>45986.759722222218</c:v>
                </c:pt>
                <c:pt idx="1051">
                  <c:v>45512.370833333327</c:v>
                </c:pt>
                <c:pt idx="1052">
                  <c:v>45683.775000000001</c:v>
                </c:pt>
                <c:pt idx="1053">
                  <c:v>45842.17083333333</c:v>
                </c:pt>
                <c:pt idx="1054">
                  <c:v>45831.393750000003</c:v>
                </c:pt>
                <c:pt idx="1055">
                  <c:v>45999.447916666657</c:v>
                </c:pt>
                <c:pt idx="1056">
                  <c:v>45725.804166666669</c:v>
                </c:pt>
                <c:pt idx="1057">
                  <c:v>45340.908333333333</c:v>
                </c:pt>
                <c:pt idx="1058">
                  <c:v>45961.633333333331</c:v>
                </c:pt>
                <c:pt idx="1059">
                  <c:v>45961.633333333331</c:v>
                </c:pt>
                <c:pt idx="1060">
                  <c:v>45743.615972222222</c:v>
                </c:pt>
                <c:pt idx="1061">
                  <c:v>45952.526388888888</c:v>
                </c:pt>
                <c:pt idx="1062">
                  <c:v>45335.893750000003</c:v>
                </c:pt>
                <c:pt idx="1063">
                  <c:v>45926.617361111108</c:v>
                </c:pt>
                <c:pt idx="1064">
                  <c:v>45926.617361111108</c:v>
                </c:pt>
                <c:pt idx="1065">
                  <c:v>45633.911111111112</c:v>
                </c:pt>
                <c:pt idx="1066">
                  <c:v>45633.911111111112</c:v>
                </c:pt>
                <c:pt idx="1067">
                  <c:v>45335.893750000003</c:v>
                </c:pt>
                <c:pt idx="1068">
                  <c:v>45373.520138888889</c:v>
                </c:pt>
                <c:pt idx="1069">
                  <c:v>45373.520138888889</c:v>
                </c:pt>
                <c:pt idx="1070">
                  <c:v>45908.732638888891</c:v>
                </c:pt>
                <c:pt idx="1071">
                  <c:v>45652.790972222218</c:v>
                </c:pt>
                <c:pt idx="1072">
                  <c:v>45899.488888888889</c:v>
                </c:pt>
                <c:pt idx="1073">
                  <c:v>45924.902777777781</c:v>
                </c:pt>
                <c:pt idx="1074">
                  <c:v>45924.902777777781</c:v>
                </c:pt>
                <c:pt idx="1075">
                  <c:v>45456.382638888892</c:v>
                </c:pt>
                <c:pt idx="1076">
                  <c:v>45492.724305555559</c:v>
                </c:pt>
                <c:pt idx="1077">
                  <c:v>45492.724305555559</c:v>
                </c:pt>
                <c:pt idx="1078">
                  <c:v>45456.382638888892</c:v>
                </c:pt>
                <c:pt idx="1079">
                  <c:v>45652.790972222218</c:v>
                </c:pt>
                <c:pt idx="1080">
                  <c:v>45874.720833333333</c:v>
                </c:pt>
                <c:pt idx="1081">
                  <c:v>45874.720833333333</c:v>
                </c:pt>
                <c:pt idx="1082">
                  <c:v>45725.804166666669</c:v>
                </c:pt>
                <c:pt idx="1083">
                  <c:v>45975.339583333327</c:v>
                </c:pt>
                <c:pt idx="1084">
                  <c:v>45899.488888888889</c:v>
                </c:pt>
                <c:pt idx="1085">
                  <c:v>45908.732638888891</c:v>
                </c:pt>
                <c:pt idx="1086">
                  <c:v>45952.526388888888</c:v>
                </c:pt>
                <c:pt idx="1087">
                  <c:v>45702.271527777782</c:v>
                </c:pt>
                <c:pt idx="1088">
                  <c:v>45935.86041666667</c:v>
                </c:pt>
                <c:pt idx="1089">
                  <c:v>45883.310416666667</c:v>
                </c:pt>
                <c:pt idx="1090">
                  <c:v>45883.310416666667</c:v>
                </c:pt>
                <c:pt idx="1091">
                  <c:v>45586.27847222222</c:v>
                </c:pt>
                <c:pt idx="1092">
                  <c:v>45565.443055555559</c:v>
                </c:pt>
                <c:pt idx="1093">
                  <c:v>45935.86041666667</c:v>
                </c:pt>
                <c:pt idx="1094">
                  <c:v>45616.791666666657</c:v>
                </c:pt>
                <c:pt idx="1095">
                  <c:v>45616.791666666657</c:v>
                </c:pt>
                <c:pt idx="1096">
                  <c:v>45779.67083333333</c:v>
                </c:pt>
                <c:pt idx="1097">
                  <c:v>45779.67083333333</c:v>
                </c:pt>
                <c:pt idx="1098">
                  <c:v>45586.27847222222</c:v>
                </c:pt>
                <c:pt idx="1099">
                  <c:v>45544.88958333333</c:v>
                </c:pt>
                <c:pt idx="1100">
                  <c:v>45702.271527777782</c:v>
                </c:pt>
                <c:pt idx="1101">
                  <c:v>45975.339583333327</c:v>
                </c:pt>
                <c:pt idx="1102">
                  <c:v>46012.508333333331</c:v>
                </c:pt>
                <c:pt idx="1103">
                  <c:v>45565.443055555559</c:v>
                </c:pt>
                <c:pt idx="1104">
                  <c:v>45544.88958333333</c:v>
                </c:pt>
                <c:pt idx="1105">
                  <c:v>45856.515972222223</c:v>
                </c:pt>
                <c:pt idx="1106">
                  <c:v>46012.508333333331</c:v>
                </c:pt>
                <c:pt idx="1107">
                  <c:v>45856.515972222223</c:v>
                </c:pt>
                <c:pt idx="1108">
                  <c:v>45775.421527777777</c:v>
                </c:pt>
                <c:pt idx="1109">
                  <c:v>45889.668749999997</c:v>
                </c:pt>
                <c:pt idx="1110">
                  <c:v>45456.318055555559</c:v>
                </c:pt>
                <c:pt idx="1111">
                  <c:v>45428.320833333331</c:v>
                </c:pt>
                <c:pt idx="1112">
                  <c:v>45918.462500000001</c:v>
                </c:pt>
                <c:pt idx="1113">
                  <c:v>45792.265972222223</c:v>
                </c:pt>
                <c:pt idx="1114">
                  <c:v>45441.386111111111</c:v>
                </c:pt>
                <c:pt idx="1115">
                  <c:v>45625.484027777777</c:v>
                </c:pt>
                <c:pt idx="1116">
                  <c:v>45713.441666666673</c:v>
                </c:pt>
                <c:pt idx="1117">
                  <c:v>45469.638888888891</c:v>
                </c:pt>
                <c:pt idx="1118">
                  <c:v>45405.238194444442</c:v>
                </c:pt>
                <c:pt idx="1119">
                  <c:v>45903.325694444437</c:v>
                </c:pt>
                <c:pt idx="1120">
                  <c:v>45944.748611111107</c:v>
                </c:pt>
                <c:pt idx="1121">
                  <c:v>45959.320138888892</c:v>
                </c:pt>
                <c:pt idx="1122">
                  <c:v>45638.460416666669</c:v>
                </c:pt>
                <c:pt idx="1123">
                  <c:v>45805.19027777778</c:v>
                </c:pt>
                <c:pt idx="1124">
                  <c:v>45412.288194444453</c:v>
                </c:pt>
                <c:pt idx="1125">
                  <c:v>45485.484027777777</c:v>
                </c:pt>
                <c:pt idx="1126">
                  <c:v>45653.407638888893</c:v>
                </c:pt>
                <c:pt idx="1127">
                  <c:v>46013.146527777782</c:v>
                </c:pt>
                <c:pt idx="1128">
                  <c:v>45314.533333333333</c:v>
                </c:pt>
                <c:pt idx="1129">
                  <c:v>45504.177083333343</c:v>
                </c:pt>
                <c:pt idx="1130">
                  <c:v>45933.195833333331</c:v>
                </c:pt>
                <c:pt idx="1131">
                  <c:v>45349.303472222222</c:v>
                </c:pt>
                <c:pt idx="1132">
                  <c:v>45686.324305555558</c:v>
                </c:pt>
                <c:pt idx="1133">
                  <c:v>45298.953472222223</c:v>
                </c:pt>
                <c:pt idx="1134">
                  <c:v>45849.307638888888</c:v>
                </c:pt>
                <c:pt idx="1135">
                  <c:v>45971.396527777782</c:v>
                </c:pt>
                <c:pt idx="1136">
                  <c:v>45540.413194444453</c:v>
                </c:pt>
                <c:pt idx="1137">
                  <c:v>45569.686805555553</c:v>
                </c:pt>
                <c:pt idx="1138">
                  <c:v>45726.259027777778</c:v>
                </c:pt>
                <c:pt idx="1139">
                  <c:v>45754.588194444441</c:v>
                </c:pt>
                <c:pt idx="1140">
                  <c:v>45364.525694444441</c:v>
                </c:pt>
                <c:pt idx="1141">
                  <c:v>45372.656944444447</c:v>
                </c:pt>
                <c:pt idx="1142">
                  <c:v>45834.361805555563</c:v>
                </c:pt>
                <c:pt idx="1143">
                  <c:v>45821.239583333343</c:v>
                </c:pt>
                <c:pt idx="1144">
                  <c:v>45330.275694444441</c:v>
                </c:pt>
                <c:pt idx="1145">
                  <c:v>45610.330555555563</c:v>
                </c:pt>
                <c:pt idx="1146">
                  <c:v>45867.8</c:v>
                </c:pt>
                <c:pt idx="1147">
                  <c:v>45877.133333333331</c:v>
                </c:pt>
                <c:pt idx="1148">
                  <c:v>45532.226388888892</c:v>
                </c:pt>
                <c:pt idx="1149">
                  <c:v>45595.313888888893</c:v>
                </c:pt>
                <c:pt idx="1150">
                  <c:v>45379.725694444453</c:v>
                </c:pt>
                <c:pt idx="1151">
                  <c:v>45989.396527777782</c:v>
                </c:pt>
                <c:pt idx="1152">
                  <c:v>45703.613194444442</c:v>
                </c:pt>
                <c:pt idx="1153">
                  <c:v>45987.162499999999</c:v>
                </c:pt>
                <c:pt idx="1154">
                  <c:v>45743.384027777778</c:v>
                </c:pt>
                <c:pt idx="1155">
                  <c:v>45737.404861111107</c:v>
                </c:pt>
                <c:pt idx="1156">
                  <c:v>45845.636805555558</c:v>
                </c:pt>
                <c:pt idx="1157">
                  <c:v>45575.594444444447</c:v>
                </c:pt>
                <c:pt idx="1158">
                  <c:v>45788.425000000003</c:v>
                </c:pt>
                <c:pt idx="1159">
                  <c:v>45452.530555555553</c:v>
                </c:pt>
                <c:pt idx="1160">
                  <c:v>45378.440972222219</c:v>
                </c:pt>
                <c:pt idx="1161">
                  <c:v>45992.82916666667</c:v>
                </c:pt>
                <c:pt idx="1162">
                  <c:v>45745.647916666669</c:v>
                </c:pt>
                <c:pt idx="1163">
                  <c:v>45960.808333333327</c:v>
                </c:pt>
                <c:pt idx="1164">
                  <c:v>46020.520833333343</c:v>
                </c:pt>
                <c:pt idx="1165">
                  <c:v>45628.839583333327</c:v>
                </c:pt>
                <c:pt idx="1166">
                  <c:v>45607.760416666657</c:v>
                </c:pt>
                <c:pt idx="1167">
                  <c:v>45539.385416666657</c:v>
                </c:pt>
                <c:pt idx="1168">
                  <c:v>45429.572916666657</c:v>
                </c:pt>
                <c:pt idx="1169">
                  <c:v>45888.80972222222</c:v>
                </c:pt>
                <c:pt idx="1170">
                  <c:v>45447.720833333333</c:v>
                </c:pt>
                <c:pt idx="1171">
                  <c:v>45513.491666666669</c:v>
                </c:pt>
                <c:pt idx="1172">
                  <c:v>46021.803472222222</c:v>
                </c:pt>
                <c:pt idx="1173">
                  <c:v>45405.530555555553</c:v>
                </c:pt>
                <c:pt idx="1174">
                  <c:v>45709.402083333327</c:v>
                </c:pt>
                <c:pt idx="1175">
                  <c:v>45489.454861111109</c:v>
                </c:pt>
                <c:pt idx="1176">
                  <c:v>45935.557638888888</c:v>
                </c:pt>
                <c:pt idx="1177">
                  <c:v>45814.643750000003</c:v>
                </c:pt>
                <c:pt idx="1178">
                  <c:v>45658.400000000001</c:v>
                </c:pt>
                <c:pt idx="1179">
                  <c:v>45512.474999999999</c:v>
                </c:pt>
                <c:pt idx="1180">
                  <c:v>45874.621527777781</c:v>
                </c:pt>
                <c:pt idx="1181">
                  <c:v>45351.638194444437</c:v>
                </c:pt>
                <c:pt idx="1182">
                  <c:v>45714.706250000003</c:v>
                </c:pt>
                <c:pt idx="1183">
                  <c:v>45476.684027777781</c:v>
                </c:pt>
                <c:pt idx="1184">
                  <c:v>45561.726388888892</c:v>
                </c:pt>
                <c:pt idx="1185">
                  <c:v>45589.661111111112</c:v>
                </c:pt>
                <c:pt idx="1186">
                  <c:v>45316.541666666657</c:v>
                </c:pt>
                <c:pt idx="1187">
                  <c:v>45834.468055555553</c:v>
                </c:pt>
                <c:pt idx="1188">
                  <c:v>45664.363888888889</c:v>
                </c:pt>
                <c:pt idx="1189">
                  <c:v>45849.747916666667</c:v>
                </c:pt>
                <c:pt idx="1190">
                  <c:v>45359.713888888888</c:v>
                </c:pt>
                <c:pt idx="1191">
                  <c:v>45999.375694444447</c:v>
                </c:pt>
                <c:pt idx="1192">
                  <c:v>45747.55972222222</c:v>
                </c:pt>
                <c:pt idx="1193">
                  <c:v>45810.367361111108</c:v>
                </c:pt>
                <c:pt idx="1194">
                  <c:v>45692.497916666667</c:v>
                </c:pt>
                <c:pt idx="1195">
                  <c:v>45635.791666666657</c:v>
                </c:pt>
                <c:pt idx="1196">
                  <c:v>45622.442361111112</c:v>
                </c:pt>
                <c:pt idx="1197">
                  <c:v>45877.96597222222</c:v>
                </c:pt>
                <c:pt idx="1198">
                  <c:v>45607.852083333331</c:v>
                </c:pt>
                <c:pt idx="1199">
                  <c:v>45390.34375</c:v>
                </c:pt>
                <c:pt idx="1200">
                  <c:v>45441.396527777782</c:v>
                </c:pt>
                <c:pt idx="1201">
                  <c:v>45936.692361111112</c:v>
                </c:pt>
                <c:pt idx="1202">
                  <c:v>45779.522916666669</c:v>
                </c:pt>
                <c:pt idx="1203">
                  <c:v>45905.638888888891</c:v>
                </c:pt>
                <c:pt idx="1204">
                  <c:v>45302.106249999997</c:v>
                </c:pt>
                <c:pt idx="1205">
                  <c:v>45842.624305555553</c:v>
                </c:pt>
                <c:pt idx="1206">
                  <c:v>45411.400694444441</c:v>
                </c:pt>
                <c:pt idx="1207">
                  <c:v>45972.401388888888</c:v>
                </c:pt>
                <c:pt idx="1208">
                  <c:v>45495.561805555553</c:v>
                </c:pt>
                <c:pt idx="1209">
                  <c:v>45762.449305555558</c:v>
                </c:pt>
                <c:pt idx="1210">
                  <c:v>45338.397222222222</c:v>
                </c:pt>
                <c:pt idx="1211">
                  <c:v>45463.661805555559</c:v>
                </c:pt>
                <c:pt idx="1212">
                  <c:v>45921.663194444453</c:v>
                </c:pt>
                <c:pt idx="1213">
                  <c:v>45555.727777777778</c:v>
                </c:pt>
                <c:pt idx="1214">
                  <c:v>45585.504861111112</c:v>
                </c:pt>
                <c:pt idx="1215">
                  <c:v>45791.87777777778</c:v>
                </c:pt>
                <c:pt idx="1216">
                  <c:v>45357.48333333333</c:v>
                </c:pt>
                <c:pt idx="1217">
                  <c:v>45855.880555555559</c:v>
                </c:pt>
                <c:pt idx="1218">
                  <c:v>45957.771527777782</c:v>
                </c:pt>
                <c:pt idx="1219">
                  <c:v>45989.375694444447</c:v>
                </c:pt>
                <c:pt idx="1220">
                  <c:v>45395.968055555553</c:v>
                </c:pt>
                <c:pt idx="1221">
                  <c:v>45624.411111111112</c:v>
                </c:pt>
                <c:pt idx="1222">
                  <c:v>45754.777083333327</c:v>
                </c:pt>
                <c:pt idx="1223">
                  <c:v>45884.923611111109</c:v>
                </c:pt>
                <c:pt idx="1224">
                  <c:v>45829.92291666667</c:v>
                </c:pt>
                <c:pt idx="1225">
                  <c:v>45437.439583333333</c:v>
                </c:pt>
                <c:pt idx="1226">
                  <c:v>45713.316666666673</c:v>
                </c:pt>
                <c:pt idx="1227">
                  <c:v>45670.506944444453</c:v>
                </c:pt>
                <c:pt idx="1228">
                  <c:v>45722.563194444447</c:v>
                </c:pt>
                <c:pt idx="1229">
                  <c:v>45470.865972222222</c:v>
                </c:pt>
                <c:pt idx="1230">
                  <c:v>45500.392361111109</c:v>
                </c:pt>
                <c:pt idx="1231">
                  <c:v>45299.711805555547</c:v>
                </c:pt>
                <c:pt idx="1232">
                  <c:v>45528.510416666657</c:v>
                </c:pt>
                <c:pt idx="1233">
                  <c:v>45316.595833333333</c:v>
                </c:pt>
                <c:pt idx="1234">
                  <c:v>45397.839583333327</c:v>
                </c:pt>
                <c:pt idx="1235">
                  <c:v>45949.616666666669</c:v>
                </c:pt>
                <c:pt idx="1236">
                  <c:v>45418.636805555558</c:v>
                </c:pt>
                <c:pt idx="1237">
                  <c:v>45542.710416666669</c:v>
                </c:pt>
                <c:pt idx="1238">
                  <c:v>45728.754166666673</c:v>
                </c:pt>
                <c:pt idx="1239">
                  <c:v>45979.609722222223</c:v>
                </c:pt>
                <c:pt idx="1240">
                  <c:v>45616.548611111109</c:v>
                </c:pt>
                <c:pt idx="1241">
                  <c:v>45474.720138888893</c:v>
                </c:pt>
                <c:pt idx="1242">
                  <c:v>45322.477083333331</c:v>
                </c:pt>
                <c:pt idx="1243">
                  <c:v>45902.561111111107</c:v>
                </c:pt>
                <c:pt idx="1244">
                  <c:v>45831.429166666669</c:v>
                </c:pt>
                <c:pt idx="1245">
                  <c:v>45373.816666666673</c:v>
                </c:pt>
                <c:pt idx="1246">
                  <c:v>45357.597222222219</c:v>
                </c:pt>
                <c:pt idx="1247">
                  <c:v>45524.870833333327</c:v>
                </c:pt>
                <c:pt idx="1248">
                  <c:v>45823.44027777778</c:v>
                </c:pt>
                <c:pt idx="1249">
                  <c:v>45793.786111111112</c:v>
                </c:pt>
                <c:pt idx="1250">
                  <c:v>45678.53125</c:v>
                </c:pt>
                <c:pt idx="1251">
                  <c:v>45758.440972222219</c:v>
                </c:pt>
                <c:pt idx="1252">
                  <c:v>45487.730555555558</c:v>
                </c:pt>
                <c:pt idx="1253">
                  <c:v>45875.857638888891</c:v>
                </c:pt>
                <c:pt idx="1254">
                  <c:v>45928.7</c:v>
                </c:pt>
                <c:pt idx="1255">
                  <c:v>45461.777083333327</c:v>
                </c:pt>
                <c:pt idx="1256">
                  <c:v>45993.667361111111</c:v>
                </c:pt>
                <c:pt idx="1257">
                  <c:v>45587.632638888892</c:v>
                </c:pt>
                <c:pt idx="1258">
                  <c:v>46018.352777777778</c:v>
                </c:pt>
                <c:pt idx="1259">
                  <c:v>45341.484722222223</c:v>
                </c:pt>
                <c:pt idx="1260">
                  <c:v>45993.668749999997</c:v>
                </c:pt>
                <c:pt idx="1261">
                  <c:v>45700.557638888888</c:v>
                </c:pt>
                <c:pt idx="1262">
                  <c:v>45446.532638888893</c:v>
                </c:pt>
                <c:pt idx="1263">
                  <c:v>45851.467361111107</c:v>
                </c:pt>
                <c:pt idx="1264">
                  <c:v>45526.515277777777</c:v>
                </c:pt>
                <c:pt idx="1265">
                  <c:v>45838.463888888888</c:v>
                </c:pt>
                <c:pt idx="1266">
                  <c:v>45926.498611111107</c:v>
                </c:pt>
                <c:pt idx="1267">
                  <c:v>45415.487500000003</c:v>
                </c:pt>
                <c:pt idx="1268">
                  <c:v>46022.595138888893</c:v>
                </c:pt>
                <c:pt idx="1269">
                  <c:v>45992.497916666667</c:v>
                </c:pt>
                <c:pt idx="1270">
                  <c:v>45909.45416666667</c:v>
                </c:pt>
                <c:pt idx="1271">
                  <c:v>45947.431944444441</c:v>
                </c:pt>
                <c:pt idx="1272">
                  <c:v>45730.553472222222</c:v>
                </c:pt>
                <c:pt idx="1273">
                  <c:v>45387.534722222219</c:v>
                </c:pt>
                <c:pt idx="1274">
                  <c:v>45968.587500000001</c:v>
                </c:pt>
                <c:pt idx="1275">
                  <c:v>45855.522222222222</c:v>
                </c:pt>
                <c:pt idx="1276">
                  <c:v>45799.574999999997</c:v>
                </c:pt>
                <c:pt idx="1277">
                  <c:v>45338.475694444453</c:v>
                </c:pt>
                <c:pt idx="1278">
                  <c:v>45534.553472222222</c:v>
                </c:pt>
                <c:pt idx="1279">
                  <c:v>45887.441666666673</c:v>
                </c:pt>
                <c:pt idx="1280">
                  <c:v>45630.441666666673</c:v>
                </c:pt>
                <c:pt idx="1281">
                  <c:v>45610.400000000001</c:v>
                </c:pt>
                <c:pt idx="1282">
                  <c:v>45702.410416666673</c:v>
                </c:pt>
                <c:pt idx="1283">
                  <c:v>45870.445833333331</c:v>
                </c:pt>
                <c:pt idx="1284">
                  <c:v>45498.417361111111</c:v>
                </c:pt>
                <c:pt idx="1285">
                  <c:v>45818.469444444447</c:v>
                </c:pt>
                <c:pt idx="1286">
                  <c:v>45677.574999999997</c:v>
                </c:pt>
                <c:pt idx="1287">
                  <c:v>46013.592361111107</c:v>
                </c:pt>
                <c:pt idx="1288">
                  <c:v>45709.418749999997</c:v>
                </c:pt>
                <c:pt idx="1289">
                  <c:v>45586.46875</c:v>
                </c:pt>
                <c:pt idx="1290">
                  <c:v>45362.413194444453</c:v>
                </c:pt>
                <c:pt idx="1291">
                  <c:v>45448.567361111112</c:v>
                </c:pt>
                <c:pt idx="1292">
                  <c:v>45758.415277777778</c:v>
                </c:pt>
                <c:pt idx="1293">
                  <c:v>45511.438888888893</c:v>
                </c:pt>
                <c:pt idx="1294">
                  <c:v>45313.461805555547</c:v>
                </c:pt>
                <c:pt idx="1295">
                  <c:v>45471.626388888893</c:v>
                </c:pt>
                <c:pt idx="1296">
                  <c:v>45777.438194444447</c:v>
                </c:pt>
                <c:pt idx="1297">
                  <c:v>45435.490972222222</c:v>
                </c:pt>
                <c:pt idx="1298">
                  <c:v>45562.415972222218</c:v>
                </c:pt>
                <c:pt idx="1299">
                  <c:v>45649.504166666673</c:v>
                </c:pt>
                <c:pt idx="1300">
                  <c:v>45562.417361111111</c:v>
                </c:pt>
                <c:pt idx="1301">
                  <c:v>45508.761805555558</c:v>
                </c:pt>
                <c:pt idx="1302">
                  <c:v>45574.417361111111</c:v>
                </c:pt>
                <c:pt idx="1303">
                  <c:v>45539.72152777778</c:v>
                </c:pt>
                <c:pt idx="1304">
                  <c:v>45608.591666666667</c:v>
                </c:pt>
                <c:pt idx="1305">
                  <c:v>45622.599305555559</c:v>
                </c:pt>
                <c:pt idx="1306">
                  <c:v>45407.68472222222</c:v>
                </c:pt>
                <c:pt idx="1307">
                  <c:v>45302.487500000003</c:v>
                </c:pt>
                <c:pt idx="1308">
                  <c:v>45323.53125</c:v>
                </c:pt>
                <c:pt idx="1309">
                  <c:v>45373.572222222218</c:v>
                </c:pt>
                <c:pt idx="1310">
                  <c:v>45359.452777777777</c:v>
                </c:pt>
                <c:pt idx="1311">
                  <c:v>45476.489583333343</c:v>
                </c:pt>
                <c:pt idx="1312">
                  <c:v>45436.54791666667</c:v>
                </c:pt>
                <c:pt idx="1313">
                  <c:v>45317.334722222222</c:v>
                </c:pt>
                <c:pt idx="1314">
                  <c:v>45681.431250000001</c:v>
                </c:pt>
                <c:pt idx="1315">
                  <c:v>45607.306250000001</c:v>
                </c:pt>
                <c:pt idx="1316">
                  <c:v>45713.385416666657</c:v>
                </c:pt>
                <c:pt idx="1317">
                  <c:v>45456.30972222222</c:v>
                </c:pt>
                <c:pt idx="1318">
                  <c:v>45635.447916666657</c:v>
                </c:pt>
                <c:pt idx="1319">
                  <c:v>45461.890277777777</c:v>
                </c:pt>
                <c:pt idx="1320">
                  <c:v>45937.581250000003</c:v>
                </c:pt>
                <c:pt idx="1321">
                  <c:v>45489.447222222218</c:v>
                </c:pt>
                <c:pt idx="1322">
                  <c:v>45537.547222222223</c:v>
                </c:pt>
                <c:pt idx="1323">
                  <c:v>45803.396527777782</c:v>
                </c:pt>
                <c:pt idx="1324">
                  <c:v>45975.53125</c:v>
                </c:pt>
                <c:pt idx="1325">
                  <c:v>45886.419444444437</c:v>
                </c:pt>
                <c:pt idx="1326">
                  <c:v>46021.407638888893</c:v>
                </c:pt>
                <c:pt idx="1327">
                  <c:v>45852.311111111107</c:v>
                </c:pt>
                <c:pt idx="1328">
                  <c:v>45420.397222222222</c:v>
                </c:pt>
                <c:pt idx="1329">
                  <c:v>45758.652777777781</c:v>
                </c:pt>
                <c:pt idx="1330">
                  <c:v>45365.352083333331</c:v>
                </c:pt>
                <c:pt idx="1331">
                  <c:v>45399.3</c:v>
                </c:pt>
                <c:pt idx="1332">
                  <c:v>45571.581250000003</c:v>
                </c:pt>
                <c:pt idx="1333">
                  <c:v>45587.634722222218</c:v>
                </c:pt>
                <c:pt idx="1334">
                  <c:v>45376.357638888891</c:v>
                </c:pt>
                <c:pt idx="1335">
                  <c:v>45418.364583333343</c:v>
                </c:pt>
                <c:pt idx="1336">
                  <c:v>45457.40347222222</c:v>
                </c:pt>
                <c:pt idx="1337">
                  <c:v>45331.315972222219</c:v>
                </c:pt>
                <c:pt idx="1338">
                  <c:v>45440.362500000003</c:v>
                </c:pt>
                <c:pt idx="1339">
                  <c:v>45398.363194444442</c:v>
                </c:pt>
                <c:pt idx="1340">
                  <c:v>45306.931944444441</c:v>
                </c:pt>
                <c:pt idx="1341">
                  <c:v>45348.885416666657</c:v>
                </c:pt>
                <c:pt idx="1342">
                  <c:v>45304.378472222219</c:v>
                </c:pt>
                <c:pt idx="1343">
                  <c:v>45349.459027777782</c:v>
                </c:pt>
                <c:pt idx="1344">
                  <c:v>45633.65625</c:v>
                </c:pt>
                <c:pt idx="1345">
                  <c:v>45396.430555555547</c:v>
                </c:pt>
                <c:pt idx="1346">
                  <c:v>45416.654861111107</c:v>
                </c:pt>
                <c:pt idx="1347">
                  <c:v>45752.779166666667</c:v>
                </c:pt>
                <c:pt idx="1348">
                  <c:v>45951.927777777782</c:v>
                </c:pt>
                <c:pt idx="1349">
                  <c:v>45382.709027777782</c:v>
                </c:pt>
                <c:pt idx="1350">
                  <c:v>45528.415972222218</c:v>
                </c:pt>
                <c:pt idx="1351">
                  <c:v>45716.179166666669</c:v>
                </c:pt>
                <c:pt idx="1352">
                  <c:v>45782.378472222219</c:v>
                </c:pt>
                <c:pt idx="1353">
                  <c:v>45355.438888888893</c:v>
                </c:pt>
                <c:pt idx="1354">
                  <c:v>45415.456944444442</c:v>
                </c:pt>
                <c:pt idx="1355">
                  <c:v>45329.046527777777</c:v>
                </c:pt>
                <c:pt idx="1356">
                  <c:v>45672.960416666669</c:v>
                </c:pt>
                <c:pt idx="1357">
                  <c:v>45572.405555555553</c:v>
                </c:pt>
                <c:pt idx="1358">
                  <c:v>45522.806250000001</c:v>
                </c:pt>
                <c:pt idx="1359">
                  <c:v>45446.540277777778</c:v>
                </c:pt>
                <c:pt idx="1360">
                  <c:v>45376.473611111112</c:v>
                </c:pt>
                <c:pt idx="1361">
                  <c:v>45930.169444444437</c:v>
                </c:pt>
                <c:pt idx="1362">
                  <c:v>45315.15</c:v>
                </c:pt>
                <c:pt idx="1363">
                  <c:v>45758.27847222222</c:v>
                </c:pt>
                <c:pt idx="1364">
                  <c:v>45977.352777777778</c:v>
                </c:pt>
                <c:pt idx="1365">
                  <c:v>45740.196527777778</c:v>
                </c:pt>
                <c:pt idx="1366">
                  <c:v>45884.116666666669</c:v>
                </c:pt>
                <c:pt idx="1367">
                  <c:v>45833.64166666667</c:v>
                </c:pt>
                <c:pt idx="1368">
                  <c:v>45957.146527777782</c:v>
                </c:pt>
                <c:pt idx="1369">
                  <c:v>45397.382638888892</c:v>
                </c:pt>
                <c:pt idx="1370">
                  <c:v>45999.435416666667</c:v>
                </c:pt>
                <c:pt idx="1371">
                  <c:v>45796.9</c:v>
                </c:pt>
                <c:pt idx="1372">
                  <c:v>45859.883333333331</c:v>
                </c:pt>
                <c:pt idx="1373">
                  <c:v>45909.238888888889</c:v>
                </c:pt>
                <c:pt idx="1374">
                  <c:v>45606.592361111107</c:v>
                </c:pt>
                <c:pt idx="1375">
                  <c:v>45692.759027777778</c:v>
                </c:pt>
                <c:pt idx="1376">
                  <c:v>45477.479166666657</c:v>
                </c:pt>
                <c:pt idx="1377">
                  <c:v>45294.290277777778</c:v>
                </c:pt>
                <c:pt idx="1378">
                  <c:v>45436.394444444442</c:v>
                </c:pt>
                <c:pt idx="1379">
                  <c:v>45654.02847222222</c:v>
                </c:pt>
                <c:pt idx="1380">
                  <c:v>45342.453472222223</c:v>
                </c:pt>
                <c:pt idx="1381">
                  <c:v>45678.488888888889</c:v>
                </c:pt>
                <c:pt idx="1382">
                  <c:v>45807.413888888892</c:v>
                </c:pt>
                <c:pt idx="1383">
                  <c:v>45888.371527777781</c:v>
                </c:pt>
                <c:pt idx="1384">
                  <c:v>45931.45208333333</c:v>
                </c:pt>
                <c:pt idx="1385">
                  <c:v>45542.863194444442</c:v>
                </c:pt>
                <c:pt idx="1386">
                  <c:v>45406.924305555563</c:v>
                </c:pt>
                <c:pt idx="1387">
                  <c:v>45414.902777777781</c:v>
                </c:pt>
                <c:pt idx="1388">
                  <c:v>45932.05</c:v>
                </c:pt>
                <c:pt idx="1389">
                  <c:v>45464.503472222219</c:v>
                </c:pt>
                <c:pt idx="1390">
                  <c:v>45584.40625</c:v>
                </c:pt>
                <c:pt idx="1391">
                  <c:v>45930.520138888889</c:v>
                </c:pt>
                <c:pt idx="1392">
                  <c:v>45670.410416666673</c:v>
                </c:pt>
                <c:pt idx="1393">
                  <c:v>46013.949305555558</c:v>
                </c:pt>
                <c:pt idx="1394">
                  <c:v>45313.401388888888</c:v>
                </c:pt>
                <c:pt idx="1395">
                  <c:v>46003.637499999997</c:v>
                </c:pt>
                <c:pt idx="1396">
                  <c:v>45845.42083333333</c:v>
                </c:pt>
                <c:pt idx="1397">
                  <c:v>45487.609722222223</c:v>
                </c:pt>
                <c:pt idx="1398">
                  <c:v>45647.404861111107</c:v>
                </c:pt>
                <c:pt idx="1399">
                  <c:v>45709.397222222222</c:v>
                </c:pt>
                <c:pt idx="1400">
                  <c:v>45619.404861111107</c:v>
                </c:pt>
                <c:pt idx="1401">
                  <c:v>45668.40902777778</c:v>
                </c:pt>
                <c:pt idx="1402">
                  <c:v>45949.938888888893</c:v>
                </c:pt>
                <c:pt idx="1403">
                  <c:v>45968.821527777778</c:v>
                </c:pt>
                <c:pt idx="1404">
                  <c:v>45776.115972222222</c:v>
                </c:pt>
                <c:pt idx="1405">
                  <c:v>45744.079861111109</c:v>
                </c:pt>
                <c:pt idx="1406">
                  <c:v>45374.830555555563</c:v>
                </c:pt>
                <c:pt idx="1407">
                  <c:v>45803.408333333333</c:v>
                </c:pt>
                <c:pt idx="1408">
                  <c:v>45843.666666666657</c:v>
                </c:pt>
                <c:pt idx="1409">
                  <c:v>45981.602777777778</c:v>
                </c:pt>
                <c:pt idx="1410">
                  <c:v>45655.71597222222</c:v>
                </c:pt>
                <c:pt idx="1411">
                  <c:v>45370.867361111108</c:v>
                </c:pt>
                <c:pt idx="1412">
                  <c:v>45930.49722222222</c:v>
                </c:pt>
                <c:pt idx="1413">
                  <c:v>45755.948611111111</c:v>
                </c:pt>
                <c:pt idx="1414">
                  <c:v>45562.444444444453</c:v>
                </c:pt>
                <c:pt idx="1415">
                  <c:v>45411.499305555553</c:v>
                </c:pt>
                <c:pt idx="1416">
                  <c:v>45449.50277777778</c:v>
                </c:pt>
                <c:pt idx="1417">
                  <c:v>45608.529166666667</c:v>
                </c:pt>
                <c:pt idx="1418">
                  <c:v>45482.390972222223</c:v>
                </c:pt>
                <c:pt idx="1419">
                  <c:v>45333.466666666667</c:v>
                </c:pt>
                <c:pt idx="1420">
                  <c:v>45887.556250000001</c:v>
                </c:pt>
                <c:pt idx="1421">
                  <c:v>45707.560416666667</c:v>
                </c:pt>
                <c:pt idx="1422">
                  <c:v>45526.572222222218</c:v>
                </c:pt>
                <c:pt idx="1423">
                  <c:v>45557.886111111111</c:v>
                </c:pt>
                <c:pt idx="1424">
                  <c:v>45414.965277777781</c:v>
                </c:pt>
                <c:pt idx="1425">
                  <c:v>46021.989583333343</c:v>
                </c:pt>
                <c:pt idx="1426">
                  <c:v>45980.984722222223</c:v>
                </c:pt>
                <c:pt idx="1427">
                  <c:v>45818.875694444447</c:v>
                </c:pt>
                <c:pt idx="1428">
                  <c:v>45436.962500000001</c:v>
                </c:pt>
                <c:pt idx="1429">
                  <c:v>45385.456250000003</c:v>
                </c:pt>
                <c:pt idx="1430">
                  <c:v>45375.944444444453</c:v>
                </c:pt>
                <c:pt idx="1431">
                  <c:v>45579.875694444447</c:v>
                </c:pt>
                <c:pt idx="1432">
                  <c:v>45795.947222222218</c:v>
                </c:pt>
                <c:pt idx="1433">
                  <c:v>45330.696527777778</c:v>
                </c:pt>
                <c:pt idx="1434">
                  <c:v>45769.984722222223</c:v>
                </c:pt>
                <c:pt idx="1435">
                  <c:v>45697.902777777781</c:v>
                </c:pt>
                <c:pt idx="1436">
                  <c:v>45517.990277777782</c:v>
                </c:pt>
                <c:pt idx="1437">
                  <c:v>45653.772916666669</c:v>
                </c:pt>
                <c:pt idx="1438">
                  <c:v>45498.7</c:v>
                </c:pt>
                <c:pt idx="1439">
                  <c:v>45537.941666666673</c:v>
                </c:pt>
                <c:pt idx="1440">
                  <c:v>45292.923611111109</c:v>
                </c:pt>
                <c:pt idx="1441">
                  <c:v>46019.677083333343</c:v>
                </c:pt>
                <c:pt idx="1442">
                  <c:v>45935.915972222218</c:v>
                </c:pt>
                <c:pt idx="1443">
                  <c:v>45312.961111111108</c:v>
                </c:pt>
                <c:pt idx="1444">
                  <c:v>45880.465277777781</c:v>
                </c:pt>
                <c:pt idx="1445">
                  <c:v>45459.931944444441</c:v>
                </c:pt>
                <c:pt idx="1446">
                  <c:v>45600.968055555553</c:v>
                </c:pt>
                <c:pt idx="1447">
                  <c:v>45625.962500000001</c:v>
                </c:pt>
                <c:pt idx="1448">
                  <c:v>45734.888888888891</c:v>
                </c:pt>
                <c:pt idx="1449">
                  <c:v>45349.011111111111</c:v>
                </c:pt>
                <c:pt idx="1450">
                  <c:v>45849.440972222219</c:v>
                </c:pt>
                <c:pt idx="1451">
                  <c:v>45364.929166666669</c:v>
                </c:pt>
                <c:pt idx="1452">
                  <c:v>45459.927777777782</c:v>
                </c:pt>
                <c:pt idx="1453">
                  <c:v>45909.921527777777</c:v>
                </c:pt>
                <c:pt idx="1454">
                  <c:v>46003.054861111108</c:v>
                </c:pt>
                <c:pt idx="1455">
                  <c:v>45958.96875</c:v>
                </c:pt>
                <c:pt idx="1456">
                  <c:v>45831.481944444437</c:v>
                </c:pt>
                <c:pt idx="1457">
                  <c:v>45611.481944444437</c:v>
                </c:pt>
                <c:pt idx="1458">
                  <c:v>45838.431944444441</c:v>
                </c:pt>
                <c:pt idx="1459">
                  <c:v>45806.445138888892</c:v>
                </c:pt>
                <c:pt idx="1460">
                  <c:v>45964.279166666667</c:v>
                </c:pt>
                <c:pt idx="1461">
                  <c:v>45779.354861111111</c:v>
                </c:pt>
                <c:pt idx="1462">
                  <c:v>45989.247916666667</c:v>
                </c:pt>
                <c:pt idx="1463">
                  <c:v>45763.665972222218</c:v>
                </c:pt>
                <c:pt idx="1464">
                  <c:v>45655.793749999997</c:v>
                </c:pt>
                <c:pt idx="1465">
                  <c:v>45372.369444444441</c:v>
                </c:pt>
                <c:pt idx="1466">
                  <c:v>45520.552777777782</c:v>
                </c:pt>
                <c:pt idx="1467">
                  <c:v>45431.381944444453</c:v>
                </c:pt>
                <c:pt idx="1468">
                  <c:v>45946.614583333343</c:v>
                </c:pt>
                <c:pt idx="1469">
                  <c:v>45872.302777777782</c:v>
                </c:pt>
                <c:pt idx="1470">
                  <c:v>45999.730555555558</c:v>
                </c:pt>
                <c:pt idx="1471">
                  <c:v>45920.383333333331</c:v>
                </c:pt>
                <c:pt idx="1472">
                  <c:v>45327.695138888892</c:v>
                </c:pt>
                <c:pt idx="1473">
                  <c:v>45732.399305555547</c:v>
                </c:pt>
                <c:pt idx="1474">
                  <c:v>45589.719444444447</c:v>
                </c:pt>
                <c:pt idx="1475">
                  <c:v>45369.698611111111</c:v>
                </c:pt>
                <c:pt idx="1476">
                  <c:v>45692.468055555553</c:v>
                </c:pt>
                <c:pt idx="1477">
                  <c:v>45495.332638888889</c:v>
                </c:pt>
                <c:pt idx="1478">
                  <c:v>45627.375</c:v>
                </c:pt>
                <c:pt idx="1479">
                  <c:v>45303.533333333333</c:v>
                </c:pt>
                <c:pt idx="1480">
                  <c:v>45895.407638888893</c:v>
                </c:pt>
                <c:pt idx="1481">
                  <c:v>45929.465277777781</c:v>
                </c:pt>
                <c:pt idx="1482">
                  <c:v>45415.509722222218</c:v>
                </c:pt>
                <c:pt idx="1483">
                  <c:v>45561.26666666667</c:v>
                </c:pt>
                <c:pt idx="1484">
                  <c:v>45710.883333333331</c:v>
                </c:pt>
                <c:pt idx="1485">
                  <c:v>45347.53125</c:v>
                </c:pt>
                <c:pt idx="1486">
                  <c:v>45446.575694444437</c:v>
                </c:pt>
                <c:pt idx="1487">
                  <c:v>46019.415277777778</c:v>
                </c:pt>
                <c:pt idx="1488">
                  <c:v>45709.606944444437</c:v>
                </c:pt>
                <c:pt idx="1489">
                  <c:v>45740.021527777782</c:v>
                </c:pt>
                <c:pt idx="1490">
                  <c:v>45551.494444444441</c:v>
                </c:pt>
                <c:pt idx="1491">
                  <c:v>45923.775694444441</c:v>
                </c:pt>
                <c:pt idx="1492">
                  <c:v>45482.98541666667</c:v>
                </c:pt>
                <c:pt idx="1493">
                  <c:v>45651.888194444437</c:v>
                </c:pt>
                <c:pt idx="1494">
                  <c:v>45722.522222222222</c:v>
                </c:pt>
                <c:pt idx="1495">
                  <c:v>45545.486805555563</c:v>
                </c:pt>
                <c:pt idx="1496">
                  <c:v>45449.634722222218</c:v>
                </c:pt>
                <c:pt idx="1497">
                  <c:v>45818.470138888893</c:v>
                </c:pt>
                <c:pt idx="1498">
                  <c:v>45795.415277777778</c:v>
                </c:pt>
                <c:pt idx="1499">
                  <c:v>45332.506249999999</c:v>
                </c:pt>
                <c:pt idx="1500">
                  <c:v>45487.797222222223</c:v>
                </c:pt>
                <c:pt idx="1501">
                  <c:v>45420.547222222223</c:v>
                </c:pt>
                <c:pt idx="1502">
                  <c:v>45499.54791666667</c:v>
                </c:pt>
                <c:pt idx="1503">
                  <c:v>45951.691666666673</c:v>
                </c:pt>
                <c:pt idx="1504">
                  <c:v>46000.424305555563</c:v>
                </c:pt>
                <c:pt idx="1505">
                  <c:v>45853.790277777778</c:v>
                </c:pt>
                <c:pt idx="1506">
                  <c:v>45474.958333333343</c:v>
                </c:pt>
                <c:pt idx="1507">
                  <c:v>45305.645138888889</c:v>
                </c:pt>
                <c:pt idx="1508">
                  <c:v>45572.729166666657</c:v>
                </c:pt>
                <c:pt idx="1509">
                  <c:v>45369.455555555563</c:v>
                </c:pt>
                <c:pt idx="1510">
                  <c:v>45528.004166666673</c:v>
                </c:pt>
                <c:pt idx="1511">
                  <c:v>45806.944444444453</c:v>
                </c:pt>
                <c:pt idx="1512">
                  <c:v>45984.716666666667</c:v>
                </c:pt>
                <c:pt idx="1513">
                  <c:v>45936.878472222219</c:v>
                </c:pt>
                <c:pt idx="1514">
                  <c:v>45684.568749999999</c:v>
                </c:pt>
                <c:pt idx="1515">
                  <c:v>45869.00277777778</c:v>
                </c:pt>
                <c:pt idx="1516">
                  <c:v>45294.554166666669</c:v>
                </c:pt>
                <c:pt idx="1517">
                  <c:v>45606.598611111112</c:v>
                </c:pt>
                <c:pt idx="1518">
                  <c:v>45764.802777777782</c:v>
                </c:pt>
                <c:pt idx="1519">
                  <c:v>45437.801388888889</c:v>
                </c:pt>
                <c:pt idx="1520">
                  <c:v>45888.970833333333</c:v>
                </c:pt>
                <c:pt idx="1521">
                  <c:v>45594.681944444441</c:v>
                </c:pt>
                <c:pt idx="1522">
                  <c:v>45831.990277777782</c:v>
                </c:pt>
                <c:pt idx="1523">
                  <c:v>45629.768055555563</c:v>
                </c:pt>
                <c:pt idx="1524">
                  <c:v>45958.999305555553</c:v>
                </c:pt>
                <c:pt idx="1525">
                  <c:v>45782.842361111107</c:v>
                </c:pt>
                <c:pt idx="1526">
                  <c:v>45337.571527777778</c:v>
                </c:pt>
                <c:pt idx="1527">
                  <c:v>45392.466666666667</c:v>
                </c:pt>
                <c:pt idx="1528">
                  <c:v>45560.719444444447</c:v>
                </c:pt>
                <c:pt idx="1529">
                  <c:v>45973.002083333333</c:v>
                </c:pt>
                <c:pt idx="1530">
                  <c:v>45755.386805555558</c:v>
                </c:pt>
                <c:pt idx="1531">
                  <c:v>45840.929166666669</c:v>
                </c:pt>
                <c:pt idx="1532">
                  <c:v>45515.539583333331</c:v>
                </c:pt>
                <c:pt idx="1533">
                  <c:v>45665.048611111109</c:v>
                </c:pt>
                <c:pt idx="1534">
                  <c:v>45616.379166666673</c:v>
                </c:pt>
                <c:pt idx="1535">
                  <c:v>45320.425694444442</c:v>
                </c:pt>
                <c:pt idx="1536">
                  <c:v>45583.963194444441</c:v>
                </c:pt>
                <c:pt idx="1537">
                  <c:v>45468.646527777782</c:v>
                </c:pt>
                <c:pt idx="1538">
                  <c:v>45743.830555555563</c:v>
                </c:pt>
                <c:pt idx="1539">
                  <c:v>45498.824999999997</c:v>
                </c:pt>
                <c:pt idx="1540">
                  <c:v>45703.761805555558</c:v>
                </c:pt>
                <c:pt idx="1541">
                  <c:v>45362.506249999999</c:v>
                </c:pt>
                <c:pt idx="1542">
                  <c:v>45823.645138888889</c:v>
                </c:pt>
                <c:pt idx="1543">
                  <c:v>45306.676388888889</c:v>
                </c:pt>
                <c:pt idx="1544">
                  <c:v>45914.425000000003</c:v>
                </c:pt>
                <c:pt idx="1545">
                  <c:v>45978.781944444447</c:v>
                </c:pt>
                <c:pt idx="1546">
                  <c:v>45493.655555555553</c:v>
                </c:pt>
                <c:pt idx="1547">
                  <c:v>45775.808333333327</c:v>
                </c:pt>
                <c:pt idx="1548">
                  <c:v>45652.796527777777</c:v>
                </c:pt>
                <c:pt idx="1549">
                  <c:v>45880.730555555558</c:v>
                </c:pt>
                <c:pt idx="1550">
                  <c:v>45749.90347222222</c:v>
                </c:pt>
                <c:pt idx="1551">
                  <c:v>45538.6875</c:v>
                </c:pt>
                <c:pt idx="1552">
                  <c:v>45827.57916666667</c:v>
                </c:pt>
                <c:pt idx="1553">
                  <c:v>45524.407638888893</c:v>
                </c:pt>
                <c:pt idx="1554">
                  <c:v>46009.823611111111</c:v>
                </c:pt>
                <c:pt idx="1555">
                  <c:v>45463.523611111108</c:v>
                </c:pt>
                <c:pt idx="1556">
                  <c:v>45382.756944444453</c:v>
                </c:pt>
                <c:pt idx="1557">
                  <c:v>45904.61041666667</c:v>
                </c:pt>
                <c:pt idx="1558">
                  <c:v>45443.753472222219</c:v>
                </c:pt>
                <c:pt idx="1559">
                  <c:v>45411.319444444453</c:v>
                </c:pt>
                <c:pt idx="1560">
                  <c:v>45858.456250000003</c:v>
                </c:pt>
                <c:pt idx="1561">
                  <c:v>45964.392361111109</c:v>
                </c:pt>
                <c:pt idx="1562">
                  <c:v>45618.412499999999</c:v>
                </c:pt>
                <c:pt idx="1563">
                  <c:v>45869.793749999997</c:v>
                </c:pt>
                <c:pt idx="1564">
                  <c:v>45339.756249999999</c:v>
                </c:pt>
                <c:pt idx="1565">
                  <c:v>45573.36041666667</c:v>
                </c:pt>
                <c:pt idx="1566">
                  <c:v>45528.699305555558</c:v>
                </c:pt>
                <c:pt idx="1567">
                  <c:v>45766.811111111107</c:v>
                </c:pt>
                <c:pt idx="1568">
                  <c:v>45835.67083333333</c:v>
                </c:pt>
                <c:pt idx="1569">
                  <c:v>45352.65625</c:v>
                </c:pt>
                <c:pt idx="1570">
                  <c:v>45416.752083333333</c:v>
                </c:pt>
                <c:pt idx="1571">
                  <c:v>45942.67291666667</c:v>
                </c:pt>
                <c:pt idx="1572">
                  <c:v>45989.611111111109</c:v>
                </c:pt>
                <c:pt idx="1573">
                  <c:v>45367.745833333327</c:v>
                </c:pt>
                <c:pt idx="1574">
                  <c:v>45590.829861111109</c:v>
                </c:pt>
                <c:pt idx="1575">
                  <c:v>45582.961805555547</c:v>
                </c:pt>
                <c:pt idx="1576">
                  <c:v>45493.509027777778</c:v>
                </c:pt>
                <c:pt idx="1577">
                  <c:v>46005.573611111111</c:v>
                </c:pt>
                <c:pt idx="1578">
                  <c:v>45626.566666666673</c:v>
                </c:pt>
                <c:pt idx="1579">
                  <c:v>45495.767361111109</c:v>
                </c:pt>
                <c:pt idx="1580">
                  <c:v>45911.845138888893</c:v>
                </c:pt>
                <c:pt idx="1581">
                  <c:v>45509.919444444437</c:v>
                </c:pt>
                <c:pt idx="1582">
                  <c:v>45911.838194444441</c:v>
                </c:pt>
                <c:pt idx="1583">
                  <c:v>45899.525694444441</c:v>
                </c:pt>
                <c:pt idx="1584">
                  <c:v>45982.881944444453</c:v>
                </c:pt>
                <c:pt idx="1585">
                  <c:v>45433.906944444447</c:v>
                </c:pt>
                <c:pt idx="1586">
                  <c:v>45339.59652777778</c:v>
                </c:pt>
                <c:pt idx="1587">
                  <c:v>45911.832638888889</c:v>
                </c:pt>
                <c:pt idx="1588">
                  <c:v>45892.936805555553</c:v>
                </c:pt>
                <c:pt idx="1589">
                  <c:v>45806.318749999999</c:v>
                </c:pt>
                <c:pt idx="1590">
                  <c:v>46019.788888888892</c:v>
                </c:pt>
                <c:pt idx="1591">
                  <c:v>45690.826388888891</c:v>
                </c:pt>
                <c:pt idx="1592">
                  <c:v>45490.838194444441</c:v>
                </c:pt>
                <c:pt idx="1593">
                  <c:v>45645.725694444453</c:v>
                </c:pt>
                <c:pt idx="1594">
                  <c:v>45402.631249999999</c:v>
                </c:pt>
                <c:pt idx="1595">
                  <c:v>45497.77847222222</c:v>
                </c:pt>
                <c:pt idx="1596">
                  <c:v>45935.550694444442</c:v>
                </c:pt>
                <c:pt idx="1597">
                  <c:v>45941.616666666669</c:v>
                </c:pt>
                <c:pt idx="1598">
                  <c:v>45303.772222222222</c:v>
                </c:pt>
                <c:pt idx="1599">
                  <c:v>45600.897916666669</c:v>
                </c:pt>
                <c:pt idx="1600">
                  <c:v>45794.584027777782</c:v>
                </c:pt>
                <c:pt idx="1601">
                  <c:v>45335.34375</c:v>
                </c:pt>
                <c:pt idx="1602">
                  <c:v>45920.51666666667</c:v>
                </c:pt>
                <c:pt idx="1603">
                  <c:v>45640.681944444441</c:v>
                </c:pt>
                <c:pt idx="1604">
                  <c:v>45409.713194444441</c:v>
                </c:pt>
                <c:pt idx="1605">
                  <c:v>45539.396527777782</c:v>
                </c:pt>
                <c:pt idx="1606">
                  <c:v>45920.513888888891</c:v>
                </c:pt>
                <c:pt idx="1607">
                  <c:v>45794.529861111107</c:v>
                </c:pt>
                <c:pt idx="1608">
                  <c:v>45655.370833333327</c:v>
                </c:pt>
                <c:pt idx="1609">
                  <c:v>45522.75277777778</c:v>
                </c:pt>
                <c:pt idx="1610">
                  <c:v>45697.375</c:v>
                </c:pt>
                <c:pt idx="1611">
                  <c:v>45302.76458333333</c:v>
                </c:pt>
                <c:pt idx="1612">
                  <c:v>45890.533333333333</c:v>
                </c:pt>
                <c:pt idx="1613">
                  <c:v>45866.581250000003</c:v>
                </c:pt>
                <c:pt idx="1614">
                  <c:v>45713.448611111111</c:v>
                </c:pt>
                <c:pt idx="1615">
                  <c:v>45982.558333333327</c:v>
                </c:pt>
                <c:pt idx="1616">
                  <c:v>45840.506249999999</c:v>
                </c:pt>
                <c:pt idx="1617">
                  <c:v>45810.421527777777</c:v>
                </c:pt>
                <c:pt idx="1618">
                  <c:v>45929.434027777781</c:v>
                </c:pt>
                <c:pt idx="1619">
                  <c:v>45784.495833333327</c:v>
                </c:pt>
                <c:pt idx="1620">
                  <c:v>45897.043749999997</c:v>
                </c:pt>
                <c:pt idx="1621">
                  <c:v>45911.045138888891</c:v>
                </c:pt>
                <c:pt idx="1622">
                  <c:v>45832.146527777782</c:v>
                </c:pt>
                <c:pt idx="1623">
                  <c:v>45939.430555555547</c:v>
                </c:pt>
                <c:pt idx="1624">
                  <c:v>45641.556250000001</c:v>
                </c:pt>
                <c:pt idx="1625">
                  <c:v>45960.988888888889</c:v>
                </c:pt>
                <c:pt idx="1626">
                  <c:v>45795.74722222222</c:v>
                </c:pt>
                <c:pt idx="1627">
                  <c:v>45886.925694444442</c:v>
                </c:pt>
                <c:pt idx="1628">
                  <c:v>45737.154861111107</c:v>
                </c:pt>
                <c:pt idx="1629">
                  <c:v>45595.908333333333</c:v>
                </c:pt>
                <c:pt idx="1630">
                  <c:v>45750.457638888889</c:v>
                </c:pt>
                <c:pt idx="1631">
                  <c:v>45623.438888888893</c:v>
                </c:pt>
                <c:pt idx="1632">
                  <c:v>45655.481249999997</c:v>
                </c:pt>
                <c:pt idx="1633">
                  <c:v>45724.919444444437</c:v>
                </c:pt>
                <c:pt idx="1634">
                  <c:v>46018.124305555553</c:v>
                </c:pt>
                <c:pt idx="1635">
                  <c:v>45317.711805555547</c:v>
                </c:pt>
                <c:pt idx="1636">
                  <c:v>45711.945138888892</c:v>
                </c:pt>
                <c:pt idx="1637">
                  <c:v>45982.995833333327</c:v>
                </c:pt>
                <c:pt idx="1638">
                  <c:v>45922.048611111109</c:v>
                </c:pt>
                <c:pt idx="1639">
                  <c:v>45810.520833333343</c:v>
                </c:pt>
                <c:pt idx="1640">
                  <c:v>45866.01458333333</c:v>
                </c:pt>
                <c:pt idx="1641">
                  <c:v>45844.535416666673</c:v>
                </c:pt>
                <c:pt idx="1642">
                  <c:v>45684.468055555553</c:v>
                </c:pt>
                <c:pt idx="1643">
                  <c:v>45821.097916666673</c:v>
                </c:pt>
                <c:pt idx="1644">
                  <c:v>45992.42291666667</c:v>
                </c:pt>
                <c:pt idx="1645">
                  <c:v>45931.095833333333</c:v>
                </c:pt>
                <c:pt idx="1646">
                  <c:v>45855.111111111109</c:v>
                </c:pt>
                <c:pt idx="1647">
                  <c:v>45768.65</c:v>
                </c:pt>
                <c:pt idx="1648">
                  <c:v>46018.127083333333</c:v>
                </c:pt>
                <c:pt idx="1649">
                  <c:v>45970.974999999999</c:v>
                </c:pt>
                <c:pt idx="1650">
                  <c:v>45653.413194444453</c:v>
                </c:pt>
                <c:pt idx="1651">
                  <c:v>45531.326388888891</c:v>
                </c:pt>
                <c:pt idx="1652">
                  <c:v>45467.338888888888</c:v>
                </c:pt>
                <c:pt idx="1653">
                  <c:v>45439.543749999997</c:v>
                </c:pt>
                <c:pt idx="1654">
                  <c:v>45512.874305555553</c:v>
                </c:pt>
                <c:pt idx="1655">
                  <c:v>45402.940972222219</c:v>
                </c:pt>
                <c:pt idx="1656">
                  <c:v>45323.311805555553</c:v>
                </c:pt>
                <c:pt idx="1657">
                  <c:v>45297.495833333327</c:v>
                </c:pt>
                <c:pt idx="1658">
                  <c:v>45720.75</c:v>
                </c:pt>
                <c:pt idx="1659">
                  <c:v>45958.394444444442</c:v>
                </c:pt>
                <c:pt idx="1660">
                  <c:v>45866.379861111112</c:v>
                </c:pt>
                <c:pt idx="1661">
                  <c:v>45845.899305555547</c:v>
                </c:pt>
                <c:pt idx="1662">
                  <c:v>45565.398611111108</c:v>
                </c:pt>
                <c:pt idx="1663">
                  <c:v>45698.521527777782</c:v>
                </c:pt>
                <c:pt idx="1664">
                  <c:v>45483.833333333343</c:v>
                </c:pt>
                <c:pt idx="1665">
                  <c:v>45623.310416666667</c:v>
                </c:pt>
                <c:pt idx="1666">
                  <c:v>45648.804861111108</c:v>
                </c:pt>
                <c:pt idx="1667">
                  <c:v>45683.551388888889</c:v>
                </c:pt>
                <c:pt idx="1668">
                  <c:v>45380.801388888889</c:v>
                </c:pt>
                <c:pt idx="1669">
                  <c:v>45894.875</c:v>
                </c:pt>
                <c:pt idx="1670">
                  <c:v>45349.868750000001</c:v>
                </c:pt>
                <c:pt idx="1671">
                  <c:v>45925.838888888888</c:v>
                </c:pt>
                <c:pt idx="1672">
                  <c:v>45587.888194444437</c:v>
                </c:pt>
                <c:pt idx="1673">
                  <c:v>45797.931250000001</c:v>
                </c:pt>
                <c:pt idx="1674">
                  <c:v>45748.918055555558</c:v>
                </c:pt>
                <c:pt idx="1675">
                  <c:v>45813.695833333331</c:v>
                </c:pt>
                <c:pt idx="1676">
                  <c:v>45506.479861111111</c:v>
                </c:pt>
                <c:pt idx="1677">
                  <c:v>45463.68472222222</c:v>
                </c:pt>
                <c:pt idx="1678">
                  <c:v>45337.835416666669</c:v>
                </c:pt>
                <c:pt idx="1679">
                  <c:v>45916.831944444442</c:v>
                </c:pt>
                <c:pt idx="1680">
                  <c:v>45739.700694444437</c:v>
                </c:pt>
                <c:pt idx="1681">
                  <c:v>45962.861111111109</c:v>
                </c:pt>
                <c:pt idx="1682">
                  <c:v>45305.623611111107</c:v>
                </c:pt>
                <c:pt idx="1683">
                  <c:v>45599.822222222218</c:v>
                </c:pt>
                <c:pt idx="1684">
                  <c:v>45856.956250000003</c:v>
                </c:pt>
                <c:pt idx="1685">
                  <c:v>45876.668055555558</c:v>
                </c:pt>
                <c:pt idx="1686">
                  <c:v>45389.711111111108</c:v>
                </c:pt>
                <c:pt idx="1687">
                  <c:v>45324.9</c:v>
                </c:pt>
                <c:pt idx="1688">
                  <c:v>45660.032638888893</c:v>
                </c:pt>
                <c:pt idx="1689">
                  <c:v>45993.972222222219</c:v>
                </c:pt>
                <c:pt idx="1690">
                  <c:v>46013.98333333333</c:v>
                </c:pt>
                <c:pt idx="1691">
                  <c:v>45347.75</c:v>
                </c:pt>
                <c:pt idx="1692">
                  <c:v>45769.461805555547</c:v>
                </c:pt>
                <c:pt idx="1693">
                  <c:v>45837.581250000003</c:v>
                </c:pt>
                <c:pt idx="1694">
                  <c:v>45713.037499999999</c:v>
                </c:pt>
                <c:pt idx="1695">
                  <c:v>45518.686111111107</c:v>
                </c:pt>
                <c:pt idx="1696">
                  <c:v>45802.681250000001</c:v>
                </c:pt>
                <c:pt idx="1697">
                  <c:v>45478.768750000003</c:v>
                </c:pt>
                <c:pt idx="1698">
                  <c:v>45438.761111111111</c:v>
                </c:pt>
                <c:pt idx="1699">
                  <c:v>45612.709722222222</c:v>
                </c:pt>
                <c:pt idx="1700">
                  <c:v>45493.563194444447</c:v>
                </c:pt>
                <c:pt idx="1701">
                  <c:v>45687.688194444447</c:v>
                </c:pt>
                <c:pt idx="1702">
                  <c:v>45896.436805555553</c:v>
                </c:pt>
                <c:pt idx="1703">
                  <c:v>45773.114583333343</c:v>
                </c:pt>
                <c:pt idx="1704">
                  <c:v>45658.969444444447</c:v>
                </c:pt>
                <c:pt idx="1705">
                  <c:v>45538.088888888888</c:v>
                </c:pt>
                <c:pt idx="1706">
                  <c:v>45744.870833333327</c:v>
                </c:pt>
                <c:pt idx="1707">
                  <c:v>45980.967361111107</c:v>
                </c:pt>
                <c:pt idx="1708">
                  <c:v>45984.80972222222</c:v>
                </c:pt>
                <c:pt idx="1709">
                  <c:v>45672.90625</c:v>
                </c:pt>
                <c:pt idx="1710">
                  <c:v>45837.054166666669</c:v>
                </c:pt>
                <c:pt idx="1711">
                  <c:v>45870.591666666667</c:v>
                </c:pt>
                <c:pt idx="1712">
                  <c:v>45895.837500000001</c:v>
                </c:pt>
                <c:pt idx="1713">
                  <c:v>45418.756249999999</c:v>
                </c:pt>
                <c:pt idx="1714">
                  <c:v>45564.741666666669</c:v>
                </c:pt>
                <c:pt idx="1715">
                  <c:v>45758.121527777781</c:v>
                </c:pt>
                <c:pt idx="1716">
                  <c:v>45802.759722222218</c:v>
                </c:pt>
                <c:pt idx="1717">
                  <c:v>45949.101388888892</c:v>
                </c:pt>
                <c:pt idx="1718">
                  <c:v>45581.156944444447</c:v>
                </c:pt>
                <c:pt idx="1719">
                  <c:v>45392.4375</c:v>
                </c:pt>
                <c:pt idx="1720">
                  <c:v>45915.872916666667</c:v>
                </c:pt>
                <c:pt idx="1721">
                  <c:v>46005.680555555547</c:v>
                </c:pt>
                <c:pt idx="1722">
                  <c:v>45434.006944444453</c:v>
                </c:pt>
                <c:pt idx="1723">
                  <c:v>45358.991666666669</c:v>
                </c:pt>
                <c:pt idx="1724">
                  <c:v>45959.46597222222</c:v>
                </c:pt>
                <c:pt idx="1725">
                  <c:v>45321.936111111107</c:v>
                </c:pt>
                <c:pt idx="1726">
                  <c:v>45697.913194444453</c:v>
                </c:pt>
                <c:pt idx="1727">
                  <c:v>45861.808333333327</c:v>
                </c:pt>
                <c:pt idx="1728">
                  <c:v>45471.40902777778</c:v>
                </c:pt>
                <c:pt idx="1729">
                  <c:v>45558.013194444437</c:v>
                </c:pt>
                <c:pt idx="1730">
                  <c:v>45688.402777777781</c:v>
                </c:pt>
                <c:pt idx="1731">
                  <c:v>45995.699305555558</c:v>
                </c:pt>
                <c:pt idx="1732">
                  <c:v>45446.405555555553</c:v>
                </c:pt>
                <c:pt idx="1733">
                  <c:v>45969.90902777778</c:v>
                </c:pt>
                <c:pt idx="1734">
                  <c:v>45755.419444444437</c:v>
                </c:pt>
                <c:pt idx="1735">
                  <c:v>45331.456944444442</c:v>
                </c:pt>
                <c:pt idx="1736">
                  <c:v>45856.313194444447</c:v>
                </c:pt>
                <c:pt idx="1737">
                  <c:v>45308.533333333333</c:v>
                </c:pt>
                <c:pt idx="1738">
                  <c:v>45665.435416666667</c:v>
                </c:pt>
                <c:pt idx="1739">
                  <c:v>45795.754861111112</c:v>
                </c:pt>
                <c:pt idx="1740">
                  <c:v>45931.321527777778</c:v>
                </c:pt>
                <c:pt idx="1741">
                  <c:v>45905.443055555559</c:v>
                </c:pt>
                <c:pt idx="1742">
                  <c:v>45845.550694444442</c:v>
                </c:pt>
                <c:pt idx="1743">
                  <c:v>45600.415277777778</c:v>
                </c:pt>
                <c:pt idx="1744">
                  <c:v>45882.368750000001</c:v>
                </c:pt>
                <c:pt idx="1745">
                  <c:v>45972.50277777778</c:v>
                </c:pt>
                <c:pt idx="1746">
                  <c:v>45622.443055555559</c:v>
                </c:pt>
                <c:pt idx="1747">
                  <c:v>45516.320833333331</c:v>
                </c:pt>
                <c:pt idx="1748">
                  <c:v>45420.405555555553</c:v>
                </c:pt>
                <c:pt idx="1749">
                  <c:v>45576.447916666657</c:v>
                </c:pt>
                <c:pt idx="1750">
                  <c:v>45365.431944444441</c:v>
                </c:pt>
                <c:pt idx="1751">
                  <c:v>45638.444444444453</c:v>
                </c:pt>
                <c:pt idx="1752">
                  <c:v>45481.574305555558</c:v>
                </c:pt>
                <c:pt idx="1753">
                  <c:v>45708.425000000003</c:v>
                </c:pt>
                <c:pt idx="1754">
                  <c:v>45778.488888888889</c:v>
                </c:pt>
                <c:pt idx="1755">
                  <c:v>45383.377083333333</c:v>
                </c:pt>
                <c:pt idx="1756">
                  <c:v>45730.427777777782</c:v>
                </c:pt>
                <c:pt idx="1757">
                  <c:v>45547.439583333333</c:v>
                </c:pt>
                <c:pt idx="1758">
                  <c:v>45894.71875</c:v>
                </c:pt>
                <c:pt idx="1759">
                  <c:v>45839.862500000003</c:v>
                </c:pt>
                <c:pt idx="1760">
                  <c:v>45717.930555555547</c:v>
                </c:pt>
                <c:pt idx="1761">
                  <c:v>45789.668749999997</c:v>
                </c:pt>
                <c:pt idx="1762">
                  <c:v>45939.634722222218</c:v>
                </c:pt>
                <c:pt idx="1763">
                  <c:v>45992.893055555563</c:v>
                </c:pt>
                <c:pt idx="1764">
                  <c:v>45387.477777777778</c:v>
                </c:pt>
                <c:pt idx="1765">
                  <c:v>45463.702777777777</c:v>
                </c:pt>
                <c:pt idx="1766">
                  <c:v>45399.961111111108</c:v>
                </c:pt>
                <c:pt idx="1767">
                  <c:v>45534.787499999999</c:v>
                </c:pt>
                <c:pt idx="1768">
                  <c:v>45625.572916666657</c:v>
                </c:pt>
                <c:pt idx="1769">
                  <c:v>45421.37777777778</c:v>
                </c:pt>
                <c:pt idx="1770">
                  <c:v>45917.445138888892</c:v>
                </c:pt>
                <c:pt idx="1771">
                  <c:v>45355.408333333333</c:v>
                </c:pt>
                <c:pt idx="1772">
                  <c:v>45761.427083333343</c:v>
                </c:pt>
                <c:pt idx="1773">
                  <c:v>45401.5</c:v>
                </c:pt>
                <c:pt idx="1774">
                  <c:v>45842.670138888891</c:v>
                </c:pt>
                <c:pt idx="1775">
                  <c:v>45616.663194444453</c:v>
                </c:pt>
                <c:pt idx="1776">
                  <c:v>45688.397222222222</c:v>
                </c:pt>
                <c:pt idx="1777">
                  <c:v>45874.556250000001</c:v>
                </c:pt>
                <c:pt idx="1778">
                  <c:v>45889.46597222222</c:v>
                </c:pt>
                <c:pt idx="1779">
                  <c:v>45984.440972222219</c:v>
                </c:pt>
                <c:pt idx="1780">
                  <c:v>45966.590277777781</c:v>
                </c:pt>
                <c:pt idx="1781">
                  <c:v>45868.475694444453</c:v>
                </c:pt>
                <c:pt idx="1782">
                  <c:v>45943.440972222219</c:v>
                </c:pt>
                <c:pt idx="1783">
                  <c:v>45466.361805555563</c:v>
                </c:pt>
                <c:pt idx="1784">
                  <c:v>45511.503472222219</c:v>
                </c:pt>
                <c:pt idx="1785">
                  <c:v>45712.44027777778</c:v>
                </c:pt>
                <c:pt idx="1786">
                  <c:v>45484.496527777781</c:v>
                </c:pt>
                <c:pt idx="1787">
                  <c:v>45593.611805555563</c:v>
                </c:pt>
                <c:pt idx="1788">
                  <c:v>45789.373611111107</c:v>
                </c:pt>
                <c:pt idx="1789">
                  <c:v>45551.347916666673</c:v>
                </c:pt>
                <c:pt idx="1790">
                  <c:v>45532.399305555547</c:v>
                </c:pt>
                <c:pt idx="1791">
                  <c:v>45639.452777777777</c:v>
                </c:pt>
                <c:pt idx="1792">
                  <c:v>45328.413194444453</c:v>
                </c:pt>
                <c:pt idx="1793">
                  <c:v>45381.607638888891</c:v>
                </c:pt>
                <c:pt idx="1794">
                  <c:v>45445.5</c:v>
                </c:pt>
                <c:pt idx="1795">
                  <c:v>45310.412499999999</c:v>
                </c:pt>
                <c:pt idx="1796">
                  <c:v>45740.285416666673</c:v>
                </c:pt>
                <c:pt idx="1797">
                  <c:v>45814.464583333327</c:v>
                </c:pt>
                <c:pt idx="1798">
                  <c:v>46002.481249999997</c:v>
                </c:pt>
                <c:pt idx="1799">
                  <c:v>45572.665277777778</c:v>
                </c:pt>
                <c:pt idx="1800">
                  <c:v>45659.5</c:v>
                </c:pt>
                <c:pt idx="1801">
                  <c:v>45614.438194444447</c:v>
                </c:pt>
                <c:pt idx="1802">
                  <c:v>45804.382638888892</c:v>
                </c:pt>
                <c:pt idx="1803">
                  <c:v>45820.293055555558</c:v>
                </c:pt>
                <c:pt idx="1804">
                  <c:v>45589.57916666667</c:v>
                </c:pt>
                <c:pt idx="1805">
                  <c:v>45858.316666666673</c:v>
                </c:pt>
                <c:pt idx="1806">
                  <c:v>45705.379166666673</c:v>
                </c:pt>
                <c:pt idx="1807">
                  <c:v>45741.649305555547</c:v>
                </c:pt>
                <c:pt idx="1808">
                  <c:v>45328.816666666673</c:v>
                </c:pt>
                <c:pt idx="1809">
                  <c:v>45875.898611111108</c:v>
                </c:pt>
                <c:pt idx="1810">
                  <c:v>45616.286111111112</c:v>
                </c:pt>
                <c:pt idx="1811">
                  <c:v>45356.777083333327</c:v>
                </c:pt>
                <c:pt idx="1812">
                  <c:v>45724.502083333333</c:v>
                </c:pt>
                <c:pt idx="1813">
                  <c:v>45642.859722222223</c:v>
                </c:pt>
                <c:pt idx="1814">
                  <c:v>45919.427083333343</c:v>
                </c:pt>
                <c:pt idx="1815">
                  <c:v>45761.951388888891</c:v>
                </c:pt>
                <c:pt idx="1816">
                  <c:v>45499.497916666667</c:v>
                </c:pt>
                <c:pt idx="1817">
                  <c:v>45553.521527777782</c:v>
                </c:pt>
                <c:pt idx="1818">
                  <c:v>45661.529861111107</c:v>
                </c:pt>
                <c:pt idx="1819">
                  <c:v>45461.287499999999</c:v>
                </c:pt>
                <c:pt idx="1820">
                  <c:v>45785.341666666667</c:v>
                </c:pt>
                <c:pt idx="1821">
                  <c:v>45523.279861111107</c:v>
                </c:pt>
                <c:pt idx="1822">
                  <c:v>45839.718055555553</c:v>
                </c:pt>
                <c:pt idx="1823">
                  <c:v>45401.88958333333</c:v>
                </c:pt>
                <c:pt idx="1824">
                  <c:v>45971.701388888891</c:v>
                </c:pt>
                <c:pt idx="1825">
                  <c:v>45996.662499999999</c:v>
                </c:pt>
                <c:pt idx="1826">
                  <c:v>45381.581250000003</c:v>
                </c:pt>
                <c:pt idx="1827">
                  <c:v>45948.753472222219</c:v>
                </c:pt>
                <c:pt idx="1828">
                  <c:v>45430.502083333333</c:v>
                </c:pt>
                <c:pt idx="1829">
                  <c:v>45896.434027777781</c:v>
                </c:pt>
                <c:pt idx="1830">
                  <c:v>45306.73333333333</c:v>
                </c:pt>
                <c:pt idx="1831">
                  <c:v>45684.612500000003</c:v>
                </c:pt>
                <c:pt idx="1832">
                  <c:v>45510.967361111107</c:v>
                </c:pt>
                <c:pt idx="1833">
                  <c:v>45679.830555555563</c:v>
                </c:pt>
                <c:pt idx="1834">
                  <c:v>45924.708333333343</c:v>
                </c:pt>
                <c:pt idx="1835">
                  <c:v>45351.804861111108</c:v>
                </c:pt>
                <c:pt idx="1836">
                  <c:v>45742.993750000001</c:v>
                </c:pt>
                <c:pt idx="1837">
                  <c:v>45835.01666666667</c:v>
                </c:pt>
                <c:pt idx="1838">
                  <c:v>45305.565972222219</c:v>
                </c:pt>
                <c:pt idx="1839">
                  <c:v>45435.602083333331</c:v>
                </c:pt>
                <c:pt idx="1840">
                  <c:v>45654.686111111107</c:v>
                </c:pt>
                <c:pt idx="1841">
                  <c:v>45682.656944444447</c:v>
                </c:pt>
                <c:pt idx="1842">
                  <c:v>45698.926388888889</c:v>
                </c:pt>
                <c:pt idx="1843">
                  <c:v>45967.463888888888</c:v>
                </c:pt>
                <c:pt idx="1844">
                  <c:v>45988.620833333327</c:v>
                </c:pt>
                <c:pt idx="1845">
                  <c:v>45775.864583333343</c:v>
                </c:pt>
                <c:pt idx="1846">
                  <c:v>45566.963888888888</c:v>
                </c:pt>
                <c:pt idx="1847">
                  <c:v>45385.957638888889</c:v>
                </c:pt>
                <c:pt idx="1848">
                  <c:v>45591.844444444447</c:v>
                </c:pt>
                <c:pt idx="1849">
                  <c:v>45456.621527777781</c:v>
                </c:pt>
                <c:pt idx="1850">
                  <c:v>45328.789583333331</c:v>
                </c:pt>
                <c:pt idx="1851">
                  <c:v>45859.84652777778</c:v>
                </c:pt>
                <c:pt idx="1852">
                  <c:v>45894.620138888888</c:v>
                </c:pt>
                <c:pt idx="1853">
                  <c:v>45719.826388888891</c:v>
                </c:pt>
                <c:pt idx="1854">
                  <c:v>45535.852083333331</c:v>
                </c:pt>
                <c:pt idx="1855">
                  <c:v>45798.830555555563</c:v>
                </c:pt>
                <c:pt idx="1856">
                  <c:v>45715.541666666657</c:v>
                </c:pt>
                <c:pt idx="1857">
                  <c:v>45418.798611111109</c:v>
                </c:pt>
                <c:pt idx="1858">
                  <c:v>45475.772222222222</c:v>
                </c:pt>
                <c:pt idx="1859">
                  <c:v>45402.611111111109</c:v>
                </c:pt>
                <c:pt idx="1860">
                  <c:v>45610.748611111107</c:v>
                </c:pt>
                <c:pt idx="1861">
                  <c:v>45371.745833333327</c:v>
                </c:pt>
                <c:pt idx="1862">
                  <c:v>46011.586111111108</c:v>
                </c:pt>
                <c:pt idx="1863">
                  <c:v>45749.993055555547</c:v>
                </c:pt>
                <c:pt idx="1864">
                  <c:v>45670.759722222218</c:v>
                </c:pt>
                <c:pt idx="1865">
                  <c:v>45383.747916666667</c:v>
                </c:pt>
                <c:pt idx="1866">
                  <c:v>45523.6</c:v>
                </c:pt>
                <c:pt idx="1867">
                  <c:v>45979.760416666657</c:v>
                </c:pt>
                <c:pt idx="1868">
                  <c:v>45979.760416666657</c:v>
                </c:pt>
                <c:pt idx="1869">
                  <c:v>45523.6</c:v>
                </c:pt>
                <c:pt idx="1870">
                  <c:v>45356.495138888888</c:v>
                </c:pt>
                <c:pt idx="1871">
                  <c:v>45749.993055555547</c:v>
                </c:pt>
                <c:pt idx="1872">
                  <c:v>45636.620833333327</c:v>
                </c:pt>
                <c:pt idx="1873">
                  <c:v>45383.747916666667</c:v>
                </c:pt>
                <c:pt idx="1874">
                  <c:v>45578.896527777782</c:v>
                </c:pt>
                <c:pt idx="1875">
                  <c:v>45578.896527777782</c:v>
                </c:pt>
                <c:pt idx="1876">
                  <c:v>45950.049305555563</c:v>
                </c:pt>
                <c:pt idx="1877">
                  <c:v>45950.049305555563</c:v>
                </c:pt>
                <c:pt idx="1878">
                  <c:v>45804.943749999999</c:v>
                </c:pt>
                <c:pt idx="1879">
                  <c:v>45782.870138888888</c:v>
                </c:pt>
                <c:pt idx="1880">
                  <c:v>46008.472916666673</c:v>
                </c:pt>
                <c:pt idx="1881">
                  <c:v>45922.394444444442</c:v>
                </c:pt>
                <c:pt idx="1882">
                  <c:v>46008.472916666673</c:v>
                </c:pt>
                <c:pt idx="1883">
                  <c:v>45922.394444444442</c:v>
                </c:pt>
                <c:pt idx="1884">
                  <c:v>45804.943749999999</c:v>
                </c:pt>
                <c:pt idx="1885">
                  <c:v>45636.620833333327</c:v>
                </c:pt>
                <c:pt idx="1886">
                  <c:v>45553.929861111108</c:v>
                </c:pt>
                <c:pt idx="1887">
                  <c:v>45670.759722222218</c:v>
                </c:pt>
                <c:pt idx="1888">
                  <c:v>45356.495138888888</c:v>
                </c:pt>
                <c:pt idx="1889">
                  <c:v>45488.429166666669</c:v>
                </c:pt>
                <c:pt idx="1890">
                  <c:v>45488.429166666669</c:v>
                </c:pt>
                <c:pt idx="1891">
                  <c:v>45439.004861111112</c:v>
                </c:pt>
                <c:pt idx="1892">
                  <c:v>45439.004861111112</c:v>
                </c:pt>
                <c:pt idx="1893">
                  <c:v>45830.047222222223</c:v>
                </c:pt>
                <c:pt idx="1894">
                  <c:v>45857.511805555558</c:v>
                </c:pt>
                <c:pt idx="1895">
                  <c:v>45857.511805555558</c:v>
                </c:pt>
                <c:pt idx="1896">
                  <c:v>45830.047222222223</c:v>
                </c:pt>
                <c:pt idx="1897">
                  <c:v>45553.929861111108</c:v>
                </c:pt>
                <c:pt idx="1898">
                  <c:v>45889.069444444453</c:v>
                </c:pt>
                <c:pt idx="1899">
                  <c:v>45334.602777777778</c:v>
                </c:pt>
                <c:pt idx="1900">
                  <c:v>45889.069444444453</c:v>
                </c:pt>
                <c:pt idx="1901">
                  <c:v>45334.602777777778</c:v>
                </c:pt>
                <c:pt idx="1902">
                  <c:v>45782.870138888888</c:v>
                </c:pt>
                <c:pt idx="1903">
                  <c:v>45701.947916666657</c:v>
                </c:pt>
                <c:pt idx="1904">
                  <c:v>46022.861111111109</c:v>
                </c:pt>
                <c:pt idx="1905">
                  <c:v>45727.972222222219</c:v>
                </c:pt>
                <c:pt idx="1906">
                  <c:v>45607.813194444447</c:v>
                </c:pt>
                <c:pt idx="1907">
                  <c:v>45727.972222222219</c:v>
                </c:pt>
                <c:pt idx="1908">
                  <c:v>46022.861111111109</c:v>
                </c:pt>
                <c:pt idx="1909">
                  <c:v>45607.813194444447</c:v>
                </c:pt>
                <c:pt idx="1910">
                  <c:v>45701.947916666657</c:v>
                </c:pt>
                <c:pt idx="1911">
                  <c:v>45817.961111111108</c:v>
                </c:pt>
                <c:pt idx="1912">
                  <c:v>45321.154861111107</c:v>
                </c:pt>
                <c:pt idx="1913">
                  <c:v>46000.435416666667</c:v>
                </c:pt>
                <c:pt idx="1914">
                  <c:v>45545.966666666667</c:v>
                </c:pt>
                <c:pt idx="1915">
                  <c:v>45825.595833333333</c:v>
                </c:pt>
                <c:pt idx="1916">
                  <c:v>45477.556250000001</c:v>
                </c:pt>
                <c:pt idx="1917">
                  <c:v>45400.547222222223</c:v>
                </c:pt>
                <c:pt idx="1918">
                  <c:v>45975.599305555559</c:v>
                </c:pt>
                <c:pt idx="1919">
                  <c:v>45639.497916666667</c:v>
                </c:pt>
                <c:pt idx="1920">
                  <c:v>45520.682638888888</c:v>
                </c:pt>
                <c:pt idx="1921">
                  <c:v>45363.688888888893</c:v>
                </c:pt>
                <c:pt idx="1922">
                  <c:v>45639.498611111107</c:v>
                </c:pt>
                <c:pt idx="1923">
                  <c:v>45728.512499999997</c:v>
                </c:pt>
                <c:pt idx="1924">
                  <c:v>45967.468055555553</c:v>
                </c:pt>
                <c:pt idx="1925">
                  <c:v>45576.52847222222</c:v>
                </c:pt>
                <c:pt idx="1926">
                  <c:v>45411.436111111107</c:v>
                </c:pt>
                <c:pt idx="1927">
                  <c:v>45433.557638888888</c:v>
                </c:pt>
                <c:pt idx="1928">
                  <c:v>45784.939583333333</c:v>
                </c:pt>
                <c:pt idx="1929">
                  <c:v>45908.538888888892</c:v>
                </c:pt>
                <c:pt idx="1930">
                  <c:v>45880.57708333333</c:v>
                </c:pt>
                <c:pt idx="1931">
                  <c:v>45896.779166666667</c:v>
                </c:pt>
                <c:pt idx="1932">
                  <c:v>45848.458333333343</c:v>
                </c:pt>
                <c:pt idx="1933">
                  <c:v>45303.585416666669</c:v>
                </c:pt>
                <c:pt idx="1934">
                  <c:v>45870.615277777782</c:v>
                </c:pt>
                <c:pt idx="1935">
                  <c:v>45959.593055555553</c:v>
                </c:pt>
                <c:pt idx="1936">
                  <c:v>45337.345833333333</c:v>
                </c:pt>
                <c:pt idx="1937">
                  <c:v>45489.655555555553</c:v>
                </c:pt>
                <c:pt idx="1938">
                  <c:v>45455.688194444447</c:v>
                </c:pt>
                <c:pt idx="1939">
                  <c:v>45597.506944444453</c:v>
                </c:pt>
                <c:pt idx="1940">
                  <c:v>45497.658333333333</c:v>
                </c:pt>
                <c:pt idx="1941">
                  <c:v>45802.770138888889</c:v>
                </c:pt>
                <c:pt idx="1942">
                  <c:v>45294.340277777781</c:v>
                </c:pt>
                <c:pt idx="1943">
                  <c:v>45950.504861111112</c:v>
                </c:pt>
                <c:pt idx="1944">
                  <c:v>45751.643750000003</c:v>
                </c:pt>
                <c:pt idx="1945">
                  <c:v>45674.574305555558</c:v>
                </c:pt>
                <c:pt idx="1946">
                  <c:v>45684.509722222218</c:v>
                </c:pt>
                <c:pt idx="1947">
                  <c:v>45762.493055555547</c:v>
                </c:pt>
                <c:pt idx="1948">
                  <c:v>45590.468055555553</c:v>
                </c:pt>
                <c:pt idx="1949">
                  <c:v>45924.484027777777</c:v>
                </c:pt>
                <c:pt idx="1950">
                  <c:v>45457.548611111109</c:v>
                </c:pt>
                <c:pt idx="1951">
                  <c:v>45709.45</c:v>
                </c:pt>
                <c:pt idx="1952">
                  <c:v>45840.459722222222</c:v>
                </c:pt>
                <c:pt idx="1953">
                  <c:v>45743.577777777777</c:v>
                </c:pt>
                <c:pt idx="1954">
                  <c:v>45618.479861111111</c:v>
                </c:pt>
                <c:pt idx="1955">
                  <c:v>45810.005555555559</c:v>
                </c:pt>
                <c:pt idx="1956">
                  <c:v>45861.552777777782</c:v>
                </c:pt>
                <c:pt idx="1957">
                  <c:v>45916.431250000001</c:v>
                </c:pt>
                <c:pt idx="1958">
                  <c:v>45775.414583333331</c:v>
                </c:pt>
                <c:pt idx="1959">
                  <c:v>45694.572916666657</c:v>
                </c:pt>
                <c:pt idx="1960">
                  <c:v>45407.520833333343</c:v>
                </c:pt>
                <c:pt idx="1961">
                  <c:v>45513.549305555563</c:v>
                </c:pt>
                <c:pt idx="1962">
                  <c:v>45391.688888888893</c:v>
                </c:pt>
                <c:pt idx="1963">
                  <c:v>45793.548611111109</c:v>
                </c:pt>
                <c:pt idx="1964">
                  <c:v>45442.680555555547</c:v>
                </c:pt>
                <c:pt idx="1965">
                  <c:v>45664.649305555547</c:v>
                </c:pt>
                <c:pt idx="1966">
                  <c:v>45532.544444444437</c:v>
                </c:pt>
                <c:pt idx="1967">
                  <c:v>45555.666666666657</c:v>
                </c:pt>
                <c:pt idx="1968">
                  <c:v>45562.53402777778</c:v>
                </c:pt>
                <c:pt idx="1969">
                  <c:v>45830.968055555553</c:v>
                </c:pt>
                <c:pt idx="1970">
                  <c:v>45932.486805555563</c:v>
                </c:pt>
                <c:pt idx="1971">
                  <c:v>45357.445138888892</c:v>
                </c:pt>
                <c:pt idx="1972">
                  <c:v>46002.416666666657</c:v>
                </c:pt>
                <c:pt idx="1973">
                  <c:v>45940.436111111107</c:v>
                </c:pt>
                <c:pt idx="1974">
                  <c:v>45333.025000000001</c:v>
                </c:pt>
                <c:pt idx="1975">
                  <c:v>45333.025000000001</c:v>
                </c:pt>
                <c:pt idx="1976">
                  <c:v>45434.455555555563</c:v>
                </c:pt>
                <c:pt idx="1977">
                  <c:v>45473.306250000001</c:v>
                </c:pt>
                <c:pt idx="1978">
                  <c:v>45473.306250000001</c:v>
                </c:pt>
                <c:pt idx="1979">
                  <c:v>45595.176388888889</c:v>
                </c:pt>
                <c:pt idx="1980">
                  <c:v>45434.455555555563</c:v>
                </c:pt>
                <c:pt idx="1981">
                  <c:v>45547.810416666667</c:v>
                </c:pt>
                <c:pt idx="1982">
                  <c:v>45479.415277777778</c:v>
                </c:pt>
                <c:pt idx="1983">
                  <c:v>45479.415277777778</c:v>
                </c:pt>
                <c:pt idx="1984">
                  <c:v>45595.176388888889</c:v>
                </c:pt>
                <c:pt idx="1985">
                  <c:v>45547.810416666667</c:v>
                </c:pt>
                <c:pt idx="1986">
                  <c:v>45862.447222222218</c:v>
                </c:pt>
                <c:pt idx="1987">
                  <c:v>45708.293749999997</c:v>
                </c:pt>
                <c:pt idx="1988">
                  <c:v>45934.933333333327</c:v>
                </c:pt>
                <c:pt idx="1989">
                  <c:v>45473.427083333343</c:v>
                </c:pt>
                <c:pt idx="1990">
                  <c:v>45930.584027777782</c:v>
                </c:pt>
                <c:pt idx="1991">
                  <c:v>45320.57916666667</c:v>
                </c:pt>
                <c:pt idx="1992">
                  <c:v>46009.747916666667</c:v>
                </c:pt>
                <c:pt idx="1993">
                  <c:v>45504.25</c:v>
                </c:pt>
                <c:pt idx="1994">
                  <c:v>45806.486111111109</c:v>
                </c:pt>
                <c:pt idx="1995">
                  <c:v>45624.26666666667</c:v>
                </c:pt>
                <c:pt idx="1996">
                  <c:v>45339.393750000003</c:v>
                </c:pt>
                <c:pt idx="1997">
                  <c:v>45359.700694444437</c:v>
                </c:pt>
                <c:pt idx="1998">
                  <c:v>45455.885416666657</c:v>
                </c:pt>
                <c:pt idx="1999">
                  <c:v>45750.133333333331</c:v>
                </c:pt>
                <c:pt idx="2000">
                  <c:v>45613.411111111112</c:v>
                </c:pt>
                <c:pt idx="2001">
                  <c:v>45915.843055555553</c:v>
                </c:pt>
                <c:pt idx="2002">
                  <c:v>45781.384027777778</c:v>
                </c:pt>
                <c:pt idx="2003">
                  <c:v>45610.401388888888</c:v>
                </c:pt>
                <c:pt idx="2004">
                  <c:v>45429.49722222222</c:v>
                </c:pt>
                <c:pt idx="2005">
                  <c:v>45498.343055555553</c:v>
                </c:pt>
                <c:pt idx="2006">
                  <c:v>45834.467361111107</c:v>
                </c:pt>
                <c:pt idx="2007">
                  <c:v>45486.855555555558</c:v>
                </c:pt>
                <c:pt idx="2008">
                  <c:v>45635.152083333327</c:v>
                </c:pt>
                <c:pt idx="2009">
                  <c:v>45512.39166666667</c:v>
                </c:pt>
                <c:pt idx="2010">
                  <c:v>45946.787499999999</c:v>
                </c:pt>
                <c:pt idx="2011">
                  <c:v>45449.518750000003</c:v>
                </c:pt>
                <c:pt idx="2012">
                  <c:v>45694.079861111109</c:v>
                </c:pt>
                <c:pt idx="2013">
                  <c:v>45400.36041666667</c:v>
                </c:pt>
                <c:pt idx="2014">
                  <c:v>45387.576388888891</c:v>
                </c:pt>
                <c:pt idx="2015">
                  <c:v>45792.530555555553</c:v>
                </c:pt>
                <c:pt idx="2016">
                  <c:v>45485.459722222222</c:v>
                </c:pt>
                <c:pt idx="2017">
                  <c:v>45876.727083333331</c:v>
                </c:pt>
                <c:pt idx="2018">
                  <c:v>45727.506944444453</c:v>
                </c:pt>
                <c:pt idx="2019">
                  <c:v>45761.491666666669</c:v>
                </c:pt>
                <c:pt idx="2020">
                  <c:v>45834.622916666667</c:v>
                </c:pt>
                <c:pt idx="2021">
                  <c:v>45460.447916666657</c:v>
                </c:pt>
                <c:pt idx="2022">
                  <c:v>45336.45</c:v>
                </c:pt>
                <c:pt idx="2023">
                  <c:v>45412.605555555558</c:v>
                </c:pt>
                <c:pt idx="2024">
                  <c:v>45926.438194444447</c:v>
                </c:pt>
                <c:pt idx="2025">
                  <c:v>45538.418749999997</c:v>
                </c:pt>
                <c:pt idx="2026">
                  <c:v>45618.407638888893</c:v>
                </c:pt>
                <c:pt idx="2027">
                  <c:v>45849.693749999999</c:v>
                </c:pt>
                <c:pt idx="2028">
                  <c:v>45742.46597222222</c:v>
                </c:pt>
                <c:pt idx="2029">
                  <c:v>45611.322222222218</c:v>
                </c:pt>
                <c:pt idx="2030">
                  <c:v>45552.813888888893</c:v>
                </c:pt>
                <c:pt idx="2031">
                  <c:v>45882.745138888888</c:v>
                </c:pt>
                <c:pt idx="2032">
                  <c:v>45944.470138888893</c:v>
                </c:pt>
                <c:pt idx="2033">
                  <c:v>45919.40347222222</c:v>
                </c:pt>
                <c:pt idx="2034">
                  <c:v>46012.815972222219</c:v>
                </c:pt>
                <c:pt idx="2035">
                  <c:v>45663.492361111108</c:v>
                </c:pt>
                <c:pt idx="2036">
                  <c:v>45504.884722222218</c:v>
                </c:pt>
                <c:pt idx="2037">
                  <c:v>45865.443749999999</c:v>
                </c:pt>
                <c:pt idx="2038">
                  <c:v>45826.413194444453</c:v>
                </c:pt>
                <c:pt idx="2039">
                  <c:v>45579.773611111108</c:v>
                </c:pt>
                <c:pt idx="2040">
                  <c:v>45805.252083333333</c:v>
                </c:pt>
                <c:pt idx="2041">
                  <c:v>45524.665972222218</c:v>
                </c:pt>
                <c:pt idx="2042">
                  <c:v>45373.813194444447</c:v>
                </c:pt>
                <c:pt idx="2043">
                  <c:v>46000.615277777782</c:v>
                </c:pt>
                <c:pt idx="2044">
                  <c:v>45678.648611111108</c:v>
                </c:pt>
                <c:pt idx="2045">
                  <c:v>45898.56527777778</c:v>
                </c:pt>
                <c:pt idx="2046">
                  <c:v>45728.662499999999</c:v>
                </c:pt>
                <c:pt idx="2047">
                  <c:v>45476.939583333333</c:v>
                </c:pt>
                <c:pt idx="2048">
                  <c:v>45452.390277777777</c:v>
                </c:pt>
                <c:pt idx="2049">
                  <c:v>45416.665277777778</c:v>
                </c:pt>
                <c:pt idx="2050">
                  <c:v>45354.893055555563</c:v>
                </c:pt>
                <c:pt idx="2051">
                  <c:v>45698.952777777777</c:v>
                </c:pt>
                <c:pt idx="2052">
                  <c:v>45641.87777777778</c:v>
                </c:pt>
                <c:pt idx="2053">
                  <c:v>45982.404861111107</c:v>
                </c:pt>
                <c:pt idx="2054">
                  <c:v>45732.470138888893</c:v>
                </c:pt>
                <c:pt idx="2055">
                  <c:v>45711.862500000003</c:v>
                </c:pt>
                <c:pt idx="2056">
                  <c:v>45778.404166666667</c:v>
                </c:pt>
                <c:pt idx="2057">
                  <c:v>45969.877083333333</c:v>
                </c:pt>
                <c:pt idx="2058">
                  <c:v>45728.366666666669</c:v>
                </c:pt>
                <c:pt idx="2059">
                  <c:v>45798.502083333333</c:v>
                </c:pt>
                <c:pt idx="2060">
                  <c:v>45441.325694444437</c:v>
                </c:pt>
                <c:pt idx="2061">
                  <c:v>45556.425694444442</c:v>
                </c:pt>
                <c:pt idx="2062">
                  <c:v>45582.354166666657</c:v>
                </c:pt>
                <c:pt idx="2063">
                  <c:v>45381.638888888891</c:v>
                </c:pt>
                <c:pt idx="2064">
                  <c:v>45344.359722222223</c:v>
                </c:pt>
                <c:pt idx="2065">
                  <c:v>45302.512499999997</c:v>
                </c:pt>
                <c:pt idx="2066">
                  <c:v>45483.356249999997</c:v>
                </c:pt>
                <c:pt idx="2067">
                  <c:v>45776.36041666667</c:v>
                </c:pt>
                <c:pt idx="2068">
                  <c:v>45824.805555555547</c:v>
                </c:pt>
                <c:pt idx="2069">
                  <c:v>45702.363194444442</c:v>
                </c:pt>
                <c:pt idx="2070">
                  <c:v>45323.373611111107</c:v>
                </c:pt>
                <c:pt idx="2071">
                  <c:v>45610.368750000001</c:v>
                </c:pt>
                <c:pt idx="2072">
                  <c:v>45463.45416666667</c:v>
                </c:pt>
                <c:pt idx="2073">
                  <c:v>45911.32708333333</c:v>
                </c:pt>
                <c:pt idx="2074">
                  <c:v>45751.37222222222</c:v>
                </c:pt>
                <c:pt idx="2075">
                  <c:v>45419.375</c:v>
                </c:pt>
                <c:pt idx="2076">
                  <c:v>45989.316666666673</c:v>
                </c:pt>
                <c:pt idx="2077">
                  <c:v>45883.331944444442</c:v>
                </c:pt>
                <c:pt idx="2078">
                  <c:v>45674.372916666667</c:v>
                </c:pt>
                <c:pt idx="2079">
                  <c:v>45934.738194444442</c:v>
                </c:pt>
                <c:pt idx="2080">
                  <c:v>45505.940972222219</c:v>
                </c:pt>
                <c:pt idx="2081">
                  <c:v>45674.366666666669</c:v>
                </c:pt>
                <c:pt idx="2082">
                  <c:v>45854.334027777782</c:v>
                </c:pt>
                <c:pt idx="2083">
                  <c:v>45399.822916666657</c:v>
                </c:pt>
                <c:pt idx="2084">
                  <c:v>45629.918055555558</c:v>
                </c:pt>
                <c:pt idx="2085">
                  <c:v>45957.527083333327</c:v>
                </c:pt>
                <c:pt idx="2086">
                  <c:v>45526.35833333333</c:v>
                </c:pt>
                <c:pt idx="2087">
                  <c:v>45361.401388888888</c:v>
                </c:pt>
                <c:pt idx="2088">
                  <c:v>45728.643750000003</c:v>
                </c:pt>
                <c:pt idx="2089">
                  <c:v>45473.630555555559</c:v>
                </c:pt>
                <c:pt idx="2090">
                  <c:v>45888.39166666667</c:v>
                </c:pt>
                <c:pt idx="2091">
                  <c:v>45328.460416666669</c:v>
                </c:pt>
                <c:pt idx="2092">
                  <c:v>45475.50277777778</c:v>
                </c:pt>
                <c:pt idx="2093">
                  <c:v>45520.509027777778</c:v>
                </c:pt>
                <c:pt idx="2094">
                  <c:v>45811.552083333343</c:v>
                </c:pt>
                <c:pt idx="2095">
                  <c:v>45705.473611111112</c:v>
                </c:pt>
                <c:pt idx="2096">
                  <c:v>45402.418749999997</c:v>
                </c:pt>
                <c:pt idx="2097">
                  <c:v>45910.474305555559</c:v>
                </c:pt>
                <c:pt idx="2098">
                  <c:v>45867.749305555553</c:v>
                </c:pt>
                <c:pt idx="2099">
                  <c:v>45797.486111111109</c:v>
                </c:pt>
                <c:pt idx="2100">
                  <c:v>45582.758333333331</c:v>
                </c:pt>
                <c:pt idx="2101">
                  <c:v>45951.421527777777</c:v>
                </c:pt>
                <c:pt idx="2102">
                  <c:v>45401.541666666657</c:v>
                </c:pt>
                <c:pt idx="2103">
                  <c:v>45625.21597222222</c:v>
                </c:pt>
                <c:pt idx="2104">
                  <c:v>45426.568749999999</c:v>
                </c:pt>
                <c:pt idx="2105">
                  <c:v>45998.509722222218</c:v>
                </c:pt>
                <c:pt idx="2106">
                  <c:v>45838.493750000001</c:v>
                </c:pt>
                <c:pt idx="2107">
                  <c:v>45496.87777777778</c:v>
                </c:pt>
                <c:pt idx="2108">
                  <c:v>45790.379166666673</c:v>
                </c:pt>
                <c:pt idx="2109">
                  <c:v>45867.406944444447</c:v>
                </c:pt>
                <c:pt idx="2110">
                  <c:v>45657.370833333327</c:v>
                </c:pt>
                <c:pt idx="2111">
                  <c:v>45418.586111111108</c:v>
                </c:pt>
                <c:pt idx="2112">
                  <c:v>45926.535416666673</c:v>
                </c:pt>
                <c:pt idx="2113">
                  <c:v>45587.474305555559</c:v>
                </c:pt>
                <c:pt idx="2114">
                  <c:v>45793.363194444442</c:v>
                </c:pt>
                <c:pt idx="2115">
                  <c:v>45476.334722222222</c:v>
                </c:pt>
                <c:pt idx="2116">
                  <c:v>45999.578472222223</c:v>
                </c:pt>
                <c:pt idx="2117">
                  <c:v>45330.568055555559</c:v>
                </c:pt>
                <c:pt idx="2118">
                  <c:v>45775.586805555547</c:v>
                </c:pt>
                <c:pt idx="2119">
                  <c:v>45516.331250000003</c:v>
                </c:pt>
                <c:pt idx="2120">
                  <c:v>45586.349305555559</c:v>
                </c:pt>
                <c:pt idx="2121">
                  <c:v>45933.402083333327</c:v>
                </c:pt>
                <c:pt idx="2122">
                  <c:v>45698.379861111112</c:v>
                </c:pt>
                <c:pt idx="2123">
                  <c:v>45911.59375</c:v>
                </c:pt>
                <c:pt idx="2124">
                  <c:v>45880.433333333327</c:v>
                </c:pt>
                <c:pt idx="2125">
                  <c:v>45720.572222222218</c:v>
                </c:pt>
                <c:pt idx="2126">
                  <c:v>45562.39166666667</c:v>
                </c:pt>
                <c:pt idx="2127">
                  <c:v>45435.745138888888</c:v>
                </c:pt>
                <c:pt idx="2128">
                  <c:v>45610.543749999997</c:v>
                </c:pt>
                <c:pt idx="2129">
                  <c:v>45408.588888888888</c:v>
                </c:pt>
                <c:pt idx="2130">
                  <c:v>45306.506249999999</c:v>
                </c:pt>
                <c:pt idx="2131">
                  <c:v>45866.460416666669</c:v>
                </c:pt>
                <c:pt idx="2132">
                  <c:v>45679.372916666667</c:v>
                </c:pt>
                <c:pt idx="2133">
                  <c:v>45387.418749999997</c:v>
                </c:pt>
                <c:pt idx="2134">
                  <c:v>45756.325694444437</c:v>
                </c:pt>
                <c:pt idx="2135">
                  <c:v>45363.76458333333</c:v>
                </c:pt>
                <c:pt idx="2136">
                  <c:v>45496.5625</c:v>
                </c:pt>
                <c:pt idx="2137">
                  <c:v>45741.31527777778</c:v>
                </c:pt>
                <c:pt idx="2138">
                  <c:v>45840.574305555558</c:v>
                </c:pt>
                <c:pt idx="2139">
                  <c:v>45638.457638888889</c:v>
                </c:pt>
                <c:pt idx="2140">
                  <c:v>45818.470138888893</c:v>
                </c:pt>
                <c:pt idx="2141">
                  <c:v>45538.330555555563</c:v>
                </c:pt>
                <c:pt idx="2142">
                  <c:v>45673.775000000001</c:v>
                </c:pt>
                <c:pt idx="2143">
                  <c:v>46002.726388888892</c:v>
                </c:pt>
                <c:pt idx="2144">
                  <c:v>45338.640972222223</c:v>
                </c:pt>
                <c:pt idx="2145">
                  <c:v>45319.817361111112</c:v>
                </c:pt>
                <c:pt idx="2146">
                  <c:v>45376.413888888892</c:v>
                </c:pt>
                <c:pt idx="2147">
                  <c:v>45581.494444444441</c:v>
                </c:pt>
                <c:pt idx="2148">
                  <c:v>45621.574999999997</c:v>
                </c:pt>
                <c:pt idx="2149">
                  <c:v>45348.563194444447</c:v>
                </c:pt>
                <c:pt idx="2150">
                  <c:v>45412.928472222222</c:v>
                </c:pt>
                <c:pt idx="2151">
                  <c:v>45717.826388888891</c:v>
                </c:pt>
                <c:pt idx="2152">
                  <c:v>45306.379166666673</c:v>
                </c:pt>
                <c:pt idx="2153">
                  <c:v>45747.543749999997</c:v>
                </c:pt>
                <c:pt idx="2154">
                  <c:v>45845.947916666657</c:v>
                </c:pt>
                <c:pt idx="2155">
                  <c:v>45869.772916666669</c:v>
                </c:pt>
                <c:pt idx="2156">
                  <c:v>45542.581250000003</c:v>
                </c:pt>
                <c:pt idx="2157">
                  <c:v>45779.555555555547</c:v>
                </c:pt>
                <c:pt idx="2158">
                  <c:v>45599.62777777778</c:v>
                </c:pt>
                <c:pt idx="2159">
                  <c:v>45433.390972222223</c:v>
                </c:pt>
                <c:pt idx="2160">
                  <c:v>45469.856944444437</c:v>
                </c:pt>
                <c:pt idx="2161">
                  <c:v>45561.412499999999</c:v>
                </c:pt>
                <c:pt idx="2162">
                  <c:v>45644.256249999999</c:v>
                </c:pt>
                <c:pt idx="2163">
                  <c:v>45800.695833333331</c:v>
                </c:pt>
                <c:pt idx="2164">
                  <c:v>45456.575694444437</c:v>
                </c:pt>
                <c:pt idx="2165">
                  <c:v>45509.429166666669</c:v>
                </c:pt>
                <c:pt idx="2166">
                  <c:v>45965.474999999999</c:v>
                </c:pt>
                <c:pt idx="2167">
                  <c:v>45526.810416666667</c:v>
                </c:pt>
                <c:pt idx="2168">
                  <c:v>45868.656944444447</c:v>
                </c:pt>
                <c:pt idx="2169">
                  <c:v>45637.359027777777</c:v>
                </c:pt>
                <c:pt idx="2170">
                  <c:v>45940.397222222222</c:v>
                </c:pt>
                <c:pt idx="2171">
                  <c:v>45364.375694444447</c:v>
                </c:pt>
                <c:pt idx="2172">
                  <c:v>45587.430555555547</c:v>
                </c:pt>
                <c:pt idx="2173">
                  <c:v>45488.651388888888</c:v>
                </c:pt>
                <c:pt idx="2174">
                  <c:v>45420.540277777778</c:v>
                </c:pt>
                <c:pt idx="2175">
                  <c:v>45530.463888888888</c:v>
                </c:pt>
                <c:pt idx="2176">
                  <c:v>45754.553472222222</c:v>
                </c:pt>
                <c:pt idx="2177">
                  <c:v>45552.52847222222</c:v>
                </c:pt>
                <c:pt idx="2178">
                  <c:v>45296.443749999999</c:v>
                </c:pt>
                <c:pt idx="2179">
                  <c:v>45811.345833333333</c:v>
                </c:pt>
                <c:pt idx="2180">
                  <c:v>45695.427083333343</c:v>
                </c:pt>
                <c:pt idx="2181">
                  <c:v>45334.454861111109</c:v>
                </c:pt>
                <c:pt idx="2182">
                  <c:v>45743.585416666669</c:v>
                </c:pt>
                <c:pt idx="2183">
                  <c:v>45859.55</c:v>
                </c:pt>
                <c:pt idx="2184">
                  <c:v>45825.436805555553</c:v>
                </c:pt>
                <c:pt idx="2185">
                  <c:v>45580.542361111111</c:v>
                </c:pt>
                <c:pt idx="2186">
                  <c:v>45475.54791666667</c:v>
                </c:pt>
                <c:pt idx="2187">
                  <c:v>45931.65347222222</c:v>
                </c:pt>
                <c:pt idx="2188">
                  <c:v>45385.716666666667</c:v>
                </c:pt>
                <c:pt idx="2189">
                  <c:v>45600.376388888893</c:v>
                </c:pt>
                <c:pt idx="2190">
                  <c:v>45421.659722222219</c:v>
                </c:pt>
                <c:pt idx="2191">
                  <c:v>45446.56527777778</c:v>
                </c:pt>
                <c:pt idx="2192">
                  <c:v>45299.418749999997</c:v>
                </c:pt>
                <c:pt idx="2193">
                  <c:v>45362.459722222222</c:v>
                </c:pt>
                <c:pt idx="2194">
                  <c:v>45328.38958333333</c:v>
                </c:pt>
                <c:pt idx="2195">
                  <c:v>45902.402083333327</c:v>
                </c:pt>
                <c:pt idx="2196">
                  <c:v>45397.428472222222</c:v>
                </c:pt>
                <c:pt idx="2197">
                  <c:v>45628.556944444441</c:v>
                </c:pt>
                <c:pt idx="2198">
                  <c:v>46020.413194444453</c:v>
                </c:pt>
                <c:pt idx="2199">
                  <c:v>45657.748611111107</c:v>
                </c:pt>
                <c:pt idx="2200">
                  <c:v>45544.482638888891</c:v>
                </c:pt>
                <c:pt idx="2201">
                  <c:v>45502.65</c:v>
                </c:pt>
                <c:pt idx="2202">
                  <c:v>45729.59375</c:v>
                </c:pt>
                <c:pt idx="2203">
                  <c:v>45538.445138888892</c:v>
                </c:pt>
                <c:pt idx="2204">
                  <c:v>45771.461805555547</c:v>
                </c:pt>
                <c:pt idx="2205">
                  <c:v>45978.416666666657</c:v>
                </c:pt>
                <c:pt idx="2206">
                  <c:v>45590.556250000001</c:v>
                </c:pt>
                <c:pt idx="2207">
                  <c:v>45729.129166666673</c:v>
                </c:pt>
                <c:pt idx="2208">
                  <c:v>45384.534722222219</c:v>
                </c:pt>
                <c:pt idx="2209">
                  <c:v>45432.6875</c:v>
                </c:pt>
                <c:pt idx="2210">
                  <c:v>45995.413194444453</c:v>
                </c:pt>
                <c:pt idx="2211">
                  <c:v>45921.55</c:v>
                </c:pt>
                <c:pt idx="2212">
                  <c:v>45475.666666666657</c:v>
                </c:pt>
                <c:pt idx="2213">
                  <c:v>45344.748611111107</c:v>
                </c:pt>
                <c:pt idx="2214">
                  <c:v>45302.352777777778</c:v>
                </c:pt>
                <c:pt idx="2215">
                  <c:v>45881.538194444453</c:v>
                </c:pt>
                <c:pt idx="2216">
                  <c:v>45967.655555555553</c:v>
                </c:pt>
                <c:pt idx="2217">
                  <c:v>45639.122916666667</c:v>
                </c:pt>
                <c:pt idx="2218">
                  <c:v>45708.412499999999</c:v>
                </c:pt>
                <c:pt idx="2219">
                  <c:v>45838.599305555559</c:v>
                </c:pt>
                <c:pt idx="2220">
                  <c:v>45720.054861111108</c:v>
                </c:pt>
                <c:pt idx="2221">
                  <c:v>45816.069444444453</c:v>
                </c:pt>
                <c:pt idx="2222">
                  <c:v>45505.949305555558</c:v>
                </c:pt>
                <c:pt idx="2223">
                  <c:v>45896.990277777782</c:v>
                </c:pt>
                <c:pt idx="2224">
                  <c:v>45471.426388888889</c:v>
                </c:pt>
                <c:pt idx="2225">
                  <c:v>45585.45</c:v>
                </c:pt>
                <c:pt idx="2226">
                  <c:v>46008.943749999999</c:v>
                </c:pt>
                <c:pt idx="2227">
                  <c:v>45396.9375</c:v>
                </c:pt>
                <c:pt idx="2228">
                  <c:v>45929.793055555558</c:v>
                </c:pt>
                <c:pt idx="2229">
                  <c:v>45676.978472222218</c:v>
                </c:pt>
                <c:pt idx="2230">
                  <c:v>45360.469444444447</c:v>
                </c:pt>
                <c:pt idx="2231">
                  <c:v>45853.854166666657</c:v>
                </c:pt>
                <c:pt idx="2232">
                  <c:v>45977.378472222219</c:v>
                </c:pt>
                <c:pt idx="2233">
                  <c:v>45778.962500000001</c:v>
                </c:pt>
                <c:pt idx="2234">
                  <c:v>45320.834722222222</c:v>
                </c:pt>
                <c:pt idx="2235">
                  <c:v>45434.945138888892</c:v>
                </c:pt>
                <c:pt idx="2236">
                  <c:v>45625.730555555558</c:v>
                </c:pt>
                <c:pt idx="2237">
                  <c:v>45545.887499999997</c:v>
                </c:pt>
                <c:pt idx="2238">
                  <c:v>45404.393055555563</c:v>
                </c:pt>
                <c:pt idx="2239">
                  <c:v>45978.385416666657</c:v>
                </c:pt>
                <c:pt idx="2240">
                  <c:v>45435.373611111107</c:v>
                </c:pt>
                <c:pt idx="2241">
                  <c:v>45936.390277777777</c:v>
                </c:pt>
                <c:pt idx="2242">
                  <c:v>45377.390972222223</c:v>
                </c:pt>
                <c:pt idx="2243">
                  <c:v>45777.554166666669</c:v>
                </c:pt>
                <c:pt idx="2244">
                  <c:v>45421.402083333327</c:v>
                </c:pt>
                <c:pt idx="2245">
                  <c:v>45959.397916666669</c:v>
                </c:pt>
                <c:pt idx="2246">
                  <c:v>45390.392361111109</c:v>
                </c:pt>
                <c:pt idx="2247">
                  <c:v>45329.429861111108</c:v>
                </c:pt>
                <c:pt idx="2248">
                  <c:v>45682.419444444437</c:v>
                </c:pt>
                <c:pt idx="2249">
                  <c:v>45359.394444444442</c:v>
                </c:pt>
                <c:pt idx="2250">
                  <c:v>45660.4</c:v>
                </c:pt>
                <c:pt idx="2251">
                  <c:v>45342.448611111111</c:v>
                </c:pt>
                <c:pt idx="2252">
                  <c:v>45705.518750000003</c:v>
                </c:pt>
                <c:pt idx="2253">
                  <c:v>45754.473611111112</c:v>
                </c:pt>
                <c:pt idx="2254">
                  <c:v>45996.352083333331</c:v>
                </c:pt>
                <c:pt idx="2255">
                  <c:v>45478.400000000001</c:v>
                </c:pt>
                <c:pt idx="2256">
                  <c:v>45866.349305555559</c:v>
                </c:pt>
                <c:pt idx="2257">
                  <c:v>45812.411805555559</c:v>
                </c:pt>
                <c:pt idx="2258">
                  <c:v>45575.397916666669</c:v>
                </c:pt>
                <c:pt idx="2259">
                  <c:v>45730.404166666667</c:v>
                </c:pt>
                <c:pt idx="2260">
                  <c:v>45883.461111111108</c:v>
                </c:pt>
                <c:pt idx="2261">
                  <c:v>45310.411111111112</c:v>
                </c:pt>
                <c:pt idx="2262">
                  <c:v>45607.385416666657</c:v>
                </c:pt>
                <c:pt idx="2263">
                  <c:v>45558.427083333343</c:v>
                </c:pt>
                <c:pt idx="2264">
                  <c:v>45793.43472222222</c:v>
                </c:pt>
                <c:pt idx="2265">
                  <c:v>45716.384027777778</c:v>
                </c:pt>
                <c:pt idx="2266">
                  <c:v>45905.366666666669</c:v>
                </c:pt>
                <c:pt idx="2267">
                  <c:v>45299.416666666657</c:v>
                </c:pt>
                <c:pt idx="2268">
                  <c:v>45528.488888888889</c:v>
                </c:pt>
                <c:pt idx="2269">
                  <c:v>45491.384722222218</c:v>
                </c:pt>
                <c:pt idx="2270">
                  <c:v>45463.376388888893</c:v>
                </c:pt>
                <c:pt idx="2271">
                  <c:v>45449.581250000003</c:v>
                </c:pt>
                <c:pt idx="2272">
                  <c:v>45544.398611111108</c:v>
                </c:pt>
                <c:pt idx="2273">
                  <c:v>45840.366666666669</c:v>
                </c:pt>
                <c:pt idx="2274">
                  <c:v>46018.382638888892</c:v>
                </c:pt>
                <c:pt idx="2275">
                  <c:v>45853.40902777778</c:v>
                </c:pt>
                <c:pt idx="2276">
                  <c:v>45772.57916666667</c:v>
                </c:pt>
                <c:pt idx="2277">
                  <c:v>45670.590277777781</c:v>
                </c:pt>
                <c:pt idx="2278">
                  <c:v>45616.56527777778</c:v>
                </c:pt>
                <c:pt idx="2279">
                  <c:v>45894.51666666667</c:v>
                </c:pt>
                <c:pt idx="2280">
                  <c:v>45337.576388888891</c:v>
                </c:pt>
                <c:pt idx="2281">
                  <c:v>45385.729861111111</c:v>
                </c:pt>
                <c:pt idx="2282">
                  <c:v>45423.384027777778</c:v>
                </c:pt>
                <c:pt idx="2283">
                  <c:v>45978.450694444437</c:v>
                </c:pt>
                <c:pt idx="2284">
                  <c:v>45513.451388888891</c:v>
                </c:pt>
                <c:pt idx="2285">
                  <c:v>45719.799305555563</c:v>
                </c:pt>
                <c:pt idx="2286">
                  <c:v>45931.613194444442</c:v>
                </c:pt>
                <c:pt idx="2287">
                  <c:v>45463.830555555563</c:v>
                </c:pt>
                <c:pt idx="2288">
                  <c:v>45539.722916666673</c:v>
                </c:pt>
                <c:pt idx="2289">
                  <c:v>45847.660416666673</c:v>
                </c:pt>
                <c:pt idx="2290">
                  <c:v>45799.587500000001</c:v>
                </c:pt>
                <c:pt idx="2291">
                  <c:v>45580.381944444453</c:v>
                </c:pt>
                <c:pt idx="2292">
                  <c:v>45365.527777777781</c:v>
                </c:pt>
                <c:pt idx="2293">
                  <c:v>45476.893750000003</c:v>
                </c:pt>
                <c:pt idx="2294">
                  <c:v>45410.088888888888</c:v>
                </c:pt>
                <c:pt idx="2295">
                  <c:v>45501.895138888889</c:v>
                </c:pt>
                <c:pt idx="2296">
                  <c:v>45874.388888888891</c:v>
                </c:pt>
                <c:pt idx="2297">
                  <c:v>45379.443055555559</c:v>
                </c:pt>
                <c:pt idx="2298">
                  <c:v>45571.843055555553</c:v>
                </c:pt>
                <c:pt idx="2299">
                  <c:v>45609.688888888893</c:v>
                </c:pt>
                <c:pt idx="2300">
                  <c:v>45533.718055555553</c:v>
                </c:pt>
                <c:pt idx="2301">
                  <c:v>45789.65</c:v>
                </c:pt>
                <c:pt idx="2302">
                  <c:v>45669.678472222222</c:v>
                </c:pt>
                <c:pt idx="2303">
                  <c:v>45456.674305555563</c:v>
                </c:pt>
                <c:pt idx="2304">
                  <c:v>45715.681250000001</c:v>
                </c:pt>
                <c:pt idx="2305">
                  <c:v>45908.40347222222</c:v>
                </c:pt>
                <c:pt idx="2306">
                  <c:v>45764.227083333331</c:v>
                </c:pt>
                <c:pt idx="2307">
                  <c:v>45825.509027777778</c:v>
                </c:pt>
                <c:pt idx="2308">
                  <c:v>45411.55</c:v>
                </c:pt>
                <c:pt idx="2309">
                  <c:v>45300.282638888893</c:v>
                </c:pt>
                <c:pt idx="2310">
                  <c:v>45622.468055555553</c:v>
                </c:pt>
                <c:pt idx="2311">
                  <c:v>46003.20416666667</c:v>
                </c:pt>
                <c:pt idx="2312">
                  <c:v>45338.368750000001</c:v>
                </c:pt>
                <c:pt idx="2313">
                  <c:v>45967.496527777781</c:v>
                </c:pt>
                <c:pt idx="2314">
                  <c:v>46018.456944444442</c:v>
                </c:pt>
                <c:pt idx="2315">
                  <c:v>46021.946527777778</c:v>
                </c:pt>
                <c:pt idx="2316">
                  <c:v>45822.495138888888</c:v>
                </c:pt>
                <c:pt idx="2317">
                  <c:v>46021.943055555559</c:v>
                </c:pt>
                <c:pt idx="2318">
                  <c:v>45657.353472222218</c:v>
                </c:pt>
                <c:pt idx="2319">
                  <c:v>45877.309027777781</c:v>
                </c:pt>
                <c:pt idx="2320">
                  <c:v>45779.275694444441</c:v>
                </c:pt>
                <c:pt idx="2321">
                  <c:v>45592.70416666667</c:v>
                </c:pt>
                <c:pt idx="2322">
                  <c:v>45517.431944444441</c:v>
                </c:pt>
                <c:pt idx="2323">
                  <c:v>45607.427777777782</c:v>
                </c:pt>
                <c:pt idx="2324">
                  <c:v>45385.813194444447</c:v>
                </c:pt>
                <c:pt idx="2325">
                  <c:v>45446.732638888891</c:v>
                </c:pt>
                <c:pt idx="2326">
                  <c:v>45968.301388888889</c:v>
                </c:pt>
                <c:pt idx="2327">
                  <c:v>45926.30972222222</c:v>
                </c:pt>
                <c:pt idx="2328">
                  <c:v>45654.411111111112</c:v>
                </c:pt>
                <c:pt idx="2329">
                  <c:v>45721.808333333327</c:v>
                </c:pt>
                <c:pt idx="2330">
                  <c:v>45513.472222222219</c:v>
                </c:pt>
                <c:pt idx="2331">
                  <c:v>45655.814583333333</c:v>
                </c:pt>
                <c:pt idx="2332">
                  <c:v>45625.743055555547</c:v>
                </c:pt>
                <c:pt idx="2333">
                  <c:v>45812.477777777778</c:v>
                </c:pt>
                <c:pt idx="2334">
                  <c:v>45960.554861111108</c:v>
                </c:pt>
                <c:pt idx="2335">
                  <c:v>45865.57708333333</c:v>
                </c:pt>
                <c:pt idx="2336">
                  <c:v>45367.804166666669</c:v>
                </c:pt>
                <c:pt idx="2337">
                  <c:v>46007.787499999999</c:v>
                </c:pt>
                <c:pt idx="2338">
                  <c:v>45587.791666666657</c:v>
                </c:pt>
                <c:pt idx="2339">
                  <c:v>45479.384722222218</c:v>
                </c:pt>
                <c:pt idx="2340">
                  <c:v>45419.445138888892</c:v>
                </c:pt>
                <c:pt idx="2341">
                  <c:v>45894.48333333333</c:v>
                </c:pt>
                <c:pt idx="2342">
                  <c:v>45935.786805555559</c:v>
                </c:pt>
                <c:pt idx="2343">
                  <c:v>45753.729861111111</c:v>
                </c:pt>
                <c:pt idx="2344">
                  <c:v>45561.488194444442</c:v>
                </c:pt>
                <c:pt idx="2345">
                  <c:v>45701.740972222222</c:v>
                </c:pt>
                <c:pt idx="2346">
                  <c:v>45559.880555555559</c:v>
                </c:pt>
                <c:pt idx="2347">
                  <c:v>45915.875694444447</c:v>
                </c:pt>
                <c:pt idx="2348">
                  <c:v>45898.480555555558</c:v>
                </c:pt>
                <c:pt idx="2349">
                  <c:v>45823.404166666667</c:v>
                </c:pt>
                <c:pt idx="2350">
                  <c:v>45980.553472222222</c:v>
                </c:pt>
                <c:pt idx="2351">
                  <c:v>45871.561805555553</c:v>
                </c:pt>
                <c:pt idx="2352">
                  <c:v>45499.006944444453</c:v>
                </c:pt>
                <c:pt idx="2353">
                  <c:v>45423.451388888891</c:v>
                </c:pt>
                <c:pt idx="2354">
                  <c:v>45625.447916666657</c:v>
                </c:pt>
                <c:pt idx="2355">
                  <c:v>46023.567361111112</c:v>
                </c:pt>
                <c:pt idx="2356">
                  <c:v>45958.408333333333</c:v>
                </c:pt>
                <c:pt idx="2357">
                  <c:v>45759.46875</c:v>
                </c:pt>
                <c:pt idx="2358">
                  <c:v>45887.438888888893</c:v>
                </c:pt>
                <c:pt idx="2359">
                  <c:v>45789.558333333327</c:v>
                </c:pt>
                <c:pt idx="2360">
                  <c:v>45724.511805555558</c:v>
                </c:pt>
                <c:pt idx="2361">
                  <c:v>45936.504166666673</c:v>
                </c:pt>
                <c:pt idx="2362">
                  <c:v>45334.958333333343</c:v>
                </c:pt>
                <c:pt idx="2363">
                  <c:v>45522.627083333333</c:v>
                </c:pt>
                <c:pt idx="2364">
                  <c:v>45357.467361111107</c:v>
                </c:pt>
                <c:pt idx="2365">
                  <c:v>45452.699305555558</c:v>
                </c:pt>
                <c:pt idx="2366">
                  <c:v>45496.267361111109</c:v>
                </c:pt>
                <c:pt idx="2367">
                  <c:v>45855.336111111108</c:v>
                </c:pt>
                <c:pt idx="2368">
                  <c:v>45383.351388888892</c:v>
                </c:pt>
                <c:pt idx="2369">
                  <c:v>45761.773611111108</c:v>
                </c:pt>
                <c:pt idx="2370">
                  <c:v>46021.913194444453</c:v>
                </c:pt>
                <c:pt idx="2371">
                  <c:v>45994.873611111107</c:v>
                </c:pt>
                <c:pt idx="2372">
                  <c:v>45315.336805555547</c:v>
                </c:pt>
                <c:pt idx="2373">
                  <c:v>45824.390972222223</c:v>
                </c:pt>
                <c:pt idx="2374">
                  <c:v>45351.293055555558</c:v>
                </c:pt>
                <c:pt idx="2375">
                  <c:v>45412.769444444442</c:v>
                </c:pt>
                <c:pt idx="2376">
                  <c:v>45293.887499999997</c:v>
                </c:pt>
                <c:pt idx="2377">
                  <c:v>45674.338194444441</c:v>
                </c:pt>
                <c:pt idx="2378">
                  <c:v>45512.420138888891</c:v>
                </c:pt>
                <c:pt idx="2379">
                  <c:v>45642.527777777781</c:v>
                </c:pt>
                <c:pt idx="2380">
                  <c:v>45703.73333333333</c:v>
                </c:pt>
                <c:pt idx="2381">
                  <c:v>45476.494444444441</c:v>
                </c:pt>
                <c:pt idx="2382">
                  <c:v>45581.281944444447</c:v>
                </c:pt>
                <c:pt idx="2383">
                  <c:v>45441.813888888893</c:v>
                </c:pt>
                <c:pt idx="2384">
                  <c:v>45881.544444444437</c:v>
                </c:pt>
                <c:pt idx="2385">
                  <c:v>45610.438194444447</c:v>
                </c:pt>
                <c:pt idx="2386">
                  <c:v>45936.29583333333</c:v>
                </c:pt>
                <c:pt idx="2387">
                  <c:v>45792.616666666669</c:v>
                </c:pt>
                <c:pt idx="2388">
                  <c:v>45967.878472222219</c:v>
                </c:pt>
                <c:pt idx="2389">
                  <c:v>45729.432638888888</c:v>
                </c:pt>
                <c:pt idx="2390">
                  <c:v>45908.464583333327</c:v>
                </c:pt>
                <c:pt idx="2391">
                  <c:v>45550.804166666669</c:v>
                </c:pt>
                <c:pt idx="2392">
                  <c:v>45965.458333333343</c:v>
                </c:pt>
                <c:pt idx="2393">
                  <c:v>45735.504861111112</c:v>
                </c:pt>
                <c:pt idx="2394">
                  <c:v>45597.530555555553</c:v>
                </c:pt>
                <c:pt idx="2395">
                  <c:v>45467.438194444447</c:v>
                </c:pt>
                <c:pt idx="2396">
                  <c:v>45916.552083333343</c:v>
                </c:pt>
                <c:pt idx="2397">
                  <c:v>45508.77847222222</c:v>
                </c:pt>
                <c:pt idx="2398">
                  <c:v>45818.489583333343</c:v>
                </c:pt>
                <c:pt idx="2399">
                  <c:v>45762.511111111111</c:v>
                </c:pt>
                <c:pt idx="2400">
                  <c:v>45645.486805555563</c:v>
                </c:pt>
                <c:pt idx="2401">
                  <c:v>45657.614583333343</c:v>
                </c:pt>
                <c:pt idx="2402">
                  <c:v>45421.617361111108</c:v>
                </c:pt>
                <c:pt idx="2403">
                  <c:v>45782.539583333331</c:v>
                </c:pt>
                <c:pt idx="2404">
                  <c:v>45999.508333333331</c:v>
                </c:pt>
                <c:pt idx="2405">
                  <c:v>45558.46875</c:v>
                </c:pt>
                <c:pt idx="2406">
                  <c:v>45842.535416666673</c:v>
                </c:pt>
                <c:pt idx="2407">
                  <c:v>45339.552083333343</c:v>
                </c:pt>
                <c:pt idx="2408">
                  <c:v>45377.582638888889</c:v>
                </c:pt>
                <c:pt idx="2409">
                  <c:v>45878.572222222218</c:v>
                </c:pt>
                <c:pt idx="2410">
                  <c:v>45449.567361111112</c:v>
                </c:pt>
                <c:pt idx="2411">
                  <c:v>45808.004166666673</c:v>
                </c:pt>
                <c:pt idx="2412">
                  <c:v>45490.636805555558</c:v>
                </c:pt>
                <c:pt idx="2413">
                  <c:v>45658.02847222222</c:v>
                </c:pt>
                <c:pt idx="2414">
                  <c:v>45642.982638888891</c:v>
                </c:pt>
                <c:pt idx="2415">
                  <c:v>45925.559027777781</c:v>
                </c:pt>
                <c:pt idx="2416">
                  <c:v>45420.460416666669</c:v>
                </c:pt>
                <c:pt idx="2417">
                  <c:v>45535.630555555559</c:v>
                </c:pt>
                <c:pt idx="2418">
                  <c:v>45959.734722222223</c:v>
                </c:pt>
                <c:pt idx="2419">
                  <c:v>45371.582638888889</c:v>
                </c:pt>
                <c:pt idx="2420">
                  <c:v>45581.020833333343</c:v>
                </c:pt>
                <c:pt idx="2421">
                  <c:v>45622.645833333343</c:v>
                </c:pt>
                <c:pt idx="2422">
                  <c:v>45612.961805555547</c:v>
                </c:pt>
                <c:pt idx="2423">
                  <c:v>45692.148611111108</c:v>
                </c:pt>
                <c:pt idx="2424">
                  <c:v>45394.645833333343</c:v>
                </c:pt>
                <c:pt idx="2425">
                  <c:v>45294.169444444437</c:v>
                </c:pt>
                <c:pt idx="2426">
                  <c:v>45772.570138888892</c:v>
                </c:pt>
                <c:pt idx="2427">
                  <c:v>45572.224305555559</c:v>
                </c:pt>
                <c:pt idx="2428">
                  <c:v>45848.03402777778</c:v>
                </c:pt>
                <c:pt idx="2429">
                  <c:v>45782.176388888889</c:v>
                </c:pt>
                <c:pt idx="2430">
                  <c:v>45749.093055555553</c:v>
                </c:pt>
                <c:pt idx="2431">
                  <c:v>45792.585416666669</c:v>
                </c:pt>
                <c:pt idx="2432">
                  <c:v>45579.770833333343</c:v>
                </c:pt>
                <c:pt idx="2433">
                  <c:v>45410.431944444441</c:v>
                </c:pt>
                <c:pt idx="2434">
                  <c:v>45543.662499999999</c:v>
                </c:pt>
                <c:pt idx="2435">
                  <c:v>45769.666666666657</c:v>
                </c:pt>
                <c:pt idx="2436">
                  <c:v>45469.767361111109</c:v>
                </c:pt>
                <c:pt idx="2437">
                  <c:v>45741.894444444442</c:v>
                </c:pt>
                <c:pt idx="2438">
                  <c:v>45665.430555555547</c:v>
                </c:pt>
                <c:pt idx="2439">
                  <c:v>45496.246527777781</c:v>
                </c:pt>
                <c:pt idx="2440">
                  <c:v>45992.234722222223</c:v>
                </c:pt>
                <c:pt idx="2441">
                  <c:v>45625.275694444441</c:v>
                </c:pt>
                <c:pt idx="2442">
                  <c:v>45448.242361111108</c:v>
                </c:pt>
                <c:pt idx="2443">
                  <c:v>45808.765972222223</c:v>
                </c:pt>
                <c:pt idx="2444">
                  <c:v>45842.347916666673</c:v>
                </c:pt>
                <c:pt idx="2445">
                  <c:v>45939.777777777781</c:v>
                </c:pt>
                <c:pt idx="2446">
                  <c:v>45698.320833333331</c:v>
                </c:pt>
                <c:pt idx="2447">
                  <c:v>45381.752083333333</c:v>
                </c:pt>
                <c:pt idx="2448">
                  <c:v>45966.958333333343</c:v>
                </c:pt>
                <c:pt idx="2449">
                  <c:v>45599.425694444442</c:v>
                </c:pt>
                <c:pt idx="2450">
                  <c:v>45888.594444444447</c:v>
                </c:pt>
                <c:pt idx="2451">
                  <c:v>45530.709027777782</c:v>
                </c:pt>
                <c:pt idx="2452">
                  <c:v>45625.629861111112</c:v>
                </c:pt>
                <c:pt idx="2453">
                  <c:v>45950.504166666673</c:v>
                </c:pt>
                <c:pt idx="2454">
                  <c:v>45950.504166666673</c:v>
                </c:pt>
                <c:pt idx="2455">
                  <c:v>45678.602083333331</c:v>
                </c:pt>
                <c:pt idx="2456">
                  <c:v>45804.522222222222</c:v>
                </c:pt>
                <c:pt idx="2457">
                  <c:v>45778.647916666669</c:v>
                </c:pt>
                <c:pt idx="2458">
                  <c:v>45804.522222222222</c:v>
                </c:pt>
                <c:pt idx="2459">
                  <c:v>46014.571527777778</c:v>
                </c:pt>
                <c:pt idx="2460">
                  <c:v>45898.642361111109</c:v>
                </c:pt>
                <c:pt idx="2461">
                  <c:v>45625.629861111112</c:v>
                </c:pt>
                <c:pt idx="2462">
                  <c:v>46014.571527777778</c:v>
                </c:pt>
                <c:pt idx="2463">
                  <c:v>45898.642361111109</c:v>
                </c:pt>
                <c:pt idx="2464">
                  <c:v>45678.602083333331</c:v>
                </c:pt>
                <c:pt idx="2465">
                  <c:v>45478.54583333333</c:v>
                </c:pt>
                <c:pt idx="2466">
                  <c:v>45730.65</c:v>
                </c:pt>
                <c:pt idx="2467">
                  <c:v>45968.625</c:v>
                </c:pt>
                <c:pt idx="2468">
                  <c:v>45754.419444444437</c:v>
                </c:pt>
                <c:pt idx="2469">
                  <c:v>45989.590277777781</c:v>
                </c:pt>
                <c:pt idx="2470">
                  <c:v>45828.675694444442</c:v>
                </c:pt>
                <c:pt idx="2471">
                  <c:v>45828.675694444442</c:v>
                </c:pt>
                <c:pt idx="2472">
                  <c:v>45552.545138888891</c:v>
                </c:pt>
                <c:pt idx="2473">
                  <c:v>45552.545138888891</c:v>
                </c:pt>
                <c:pt idx="2474">
                  <c:v>45968.625</c:v>
                </c:pt>
                <c:pt idx="2475">
                  <c:v>45989.590277777781</c:v>
                </c:pt>
                <c:pt idx="2476">
                  <c:v>45516.40902777778</c:v>
                </c:pt>
                <c:pt idx="2477">
                  <c:v>45516.40902777778</c:v>
                </c:pt>
                <c:pt idx="2478">
                  <c:v>45581.581250000003</c:v>
                </c:pt>
                <c:pt idx="2479">
                  <c:v>45309.48541666667</c:v>
                </c:pt>
                <c:pt idx="2480">
                  <c:v>45730.65</c:v>
                </c:pt>
                <c:pt idx="2481">
                  <c:v>45478.54583333333</c:v>
                </c:pt>
                <c:pt idx="2482">
                  <c:v>45581.581250000003</c:v>
                </c:pt>
                <c:pt idx="2483">
                  <c:v>45309.48541666667</c:v>
                </c:pt>
                <c:pt idx="2484">
                  <c:v>45778.647916666669</c:v>
                </c:pt>
                <c:pt idx="2485">
                  <c:v>45357.461111111108</c:v>
                </c:pt>
                <c:pt idx="2486">
                  <c:v>45334.484027777777</c:v>
                </c:pt>
                <c:pt idx="2487">
                  <c:v>45923.427083333343</c:v>
                </c:pt>
                <c:pt idx="2488">
                  <c:v>45923.427083333343</c:v>
                </c:pt>
                <c:pt idx="2489">
                  <c:v>45407.581944444442</c:v>
                </c:pt>
                <c:pt idx="2490">
                  <c:v>45357.461111111108</c:v>
                </c:pt>
                <c:pt idx="2491">
                  <c:v>45433.536111111112</c:v>
                </c:pt>
                <c:pt idx="2492">
                  <c:v>45867.423611111109</c:v>
                </c:pt>
                <c:pt idx="2493">
                  <c:v>45433.536111111112</c:v>
                </c:pt>
                <c:pt idx="2494">
                  <c:v>45462.553472222222</c:v>
                </c:pt>
                <c:pt idx="2495">
                  <c:v>45407.581944444442</c:v>
                </c:pt>
                <c:pt idx="2496">
                  <c:v>45379.434027777781</c:v>
                </c:pt>
                <c:pt idx="2497">
                  <c:v>45754.419444444437</c:v>
                </c:pt>
                <c:pt idx="2498">
                  <c:v>45334.484027777777</c:v>
                </c:pt>
                <c:pt idx="2499">
                  <c:v>45379.434027777781</c:v>
                </c:pt>
                <c:pt idx="2500">
                  <c:v>45604.589583333327</c:v>
                </c:pt>
                <c:pt idx="2501">
                  <c:v>45604.589583333327</c:v>
                </c:pt>
                <c:pt idx="2502">
                  <c:v>45646.638888888891</c:v>
                </c:pt>
                <c:pt idx="2503">
                  <c:v>45702.665972222218</c:v>
                </c:pt>
                <c:pt idx="2504">
                  <c:v>45646.638888888891</c:v>
                </c:pt>
                <c:pt idx="2505">
                  <c:v>45867.423611111109</c:v>
                </c:pt>
                <c:pt idx="2506">
                  <c:v>45462.553472222222</c:v>
                </c:pt>
                <c:pt idx="2507">
                  <c:v>45702.665972222218</c:v>
                </c:pt>
                <c:pt idx="2508">
                  <c:v>45697.468055555553</c:v>
                </c:pt>
                <c:pt idx="2509">
                  <c:v>45411.074305555558</c:v>
                </c:pt>
                <c:pt idx="2510">
                  <c:v>45538.147916666669</c:v>
                </c:pt>
                <c:pt idx="2511">
                  <c:v>45848.149305555547</c:v>
                </c:pt>
                <c:pt idx="2512">
                  <c:v>45739.788194444453</c:v>
                </c:pt>
                <c:pt idx="2513">
                  <c:v>45390.909722222219</c:v>
                </c:pt>
                <c:pt idx="2514">
                  <c:v>45360.175000000003</c:v>
                </c:pt>
                <c:pt idx="2515">
                  <c:v>45760.0625</c:v>
                </c:pt>
                <c:pt idx="2516">
                  <c:v>45804.65902777778</c:v>
                </c:pt>
                <c:pt idx="2517">
                  <c:v>45490.588194444441</c:v>
                </c:pt>
                <c:pt idx="2518">
                  <c:v>45625.509027777778</c:v>
                </c:pt>
                <c:pt idx="2519">
                  <c:v>45437.940972222219</c:v>
                </c:pt>
                <c:pt idx="2520">
                  <c:v>45823.82916666667</c:v>
                </c:pt>
                <c:pt idx="2521">
                  <c:v>45934.500694444447</c:v>
                </c:pt>
                <c:pt idx="2522">
                  <c:v>45784.510416666657</c:v>
                </c:pt>
                <c:pt idx="2523">
                  <c:v>45899.942361111112</c:v>
                </c:pt>
                <c:pt idx="2524">
                  <c:v>45654.647222222222</c:v>
                </c:pt>
                <c:pt idx="2525">
                  <c:v>45458.093055555553</c:v>
                </c:pt>
                <c:pt idx="2526">
                  <c:v>45564.660416666673</c:v>
                </c:pt>
                <c:pt idx="2527">
                  <c:v>45618.156944444447</c:v>
                </c:pt>
                <c:pt idx="2528">
                  <c:v>45705.65</c:v>
                </c:pt>
                <c:pt idx="2529">
                  <c:v>46019</c:v>
                </c:pt>
                <c:pt idx="2530">
                  <c:v>45602.280555555553</c:v>
                </c:pt>
                <c:pt idx="2531">
                  <c:v>45653.582638888889</c:v>
                </c:pt>
                <c:pt idx="2532">
                  <c:v>45917.178472222222</c:v>
                </c:pt>
                <c:pt idx="2533">
                  <c:v>45589.963194444441</c:v>
                </c:pt>
                <c:pt idx="2534">
                  <c:v>45321.923611111109</c:v>
                </c:pt>
                <c:pt idx="2535">
                  <c:v>45868.705555555563</c:v>
                </c:pt>
                <c:pt idx="2536">
                  <c:v>45772.626388888893</c:v>
                </c:pt>
                <c:pt idx="2537">
                  <c:v>45611.886805555558</c:v>
                </c:pt>
                <c:pt idx="2538">
                  <c:v>45821.615277777782</c:v>
                </c:pt>
                <c:pt idx="2539">
                  <c:v>45967.800694444442</c:v>
                </c:pt>
                <c:pt idx="2540">
                  <c:v>45797.053472222222</c:v>
                </c:pt>
                <c:pt idx="2541">
                  <c:v>45853.539583333331</c:v>
                </c:pt>
                <c:pt idx="2542">
                  <c:v>45335.496527777781</c:v>
                </c:pt>
                <c:pt idx="2543">
                  <c:v>45526.775694444441</c:v>
                </c:pt>
                <c:pt idx="2544">
                  <c:v>45676.299305555563</c:v>
                </c:pt>
                <c:pt idx="2545">
                  <c:v>45416.533333333333</c:v>
                </c:pt>
                <c:pt idx="2546">
                  <c:v>45874.526388888888</c:v>
                </c:pt>
                <c:pt idx="2547">
                  <c:v>45953.484027777777</c:v>
                </c:pt>
                <c:pt idx="2548">
                  <c:v>45498.022222222222</c:v>
                </c:pt>
                <c:pt idx="2549">
                  <c:v>45833.879166666673</c:v>
                </c:pt>
                <c:pt idx="2550">
                  <c:v>45325.731944444437</c:v>
                </c:pt>
                <c:pt idx="2551">
                  <c:v>45483.616666666669</c:v>
                </c:pt>
                <c:pt idx="2552">
                  <c:v>45801.55</c:v>
                </c:pt>
                <c:pt idx="2553">
                  <c:v>45594.671527777777</c:v>
                </c:pt>
                <c:pt idx="2554">
                  <c:v>45718.540277777778</c:v>
                </c:pt>
                <c:pt idx="2555">
                  <c:v>45641.693749999999</c:v>
                </c:pt>
                <c:pt idx="2556">
                  <c:v>45749.771527777782</c:v>
                </c:pt>
                <c:pt idx="2557">
                  <c:v>45692.692361111112</c:v>
                </c:pt>
                <c:pt idx="2558">
                  <c:v>45658.581250000003</c:v>
                </c:pt>
                <c:pt idx="2559">
                  <c:v>45721.680555555547</c:v>
                </c:pt>
                <c:pt idx="2560">
                  <c:v>45448.836111111108</c:v>
                </c:pt>
                <c:pt idx="2561">
                  <c:v>45994.899305555547</c:v>
                </c:pt>
                <c:pt idx="2562">
                  <c:v>45574.609027777777</c:v>
                </c:pt>
                <c:pt idx="2563">
                  <c:v>45915.997916666667</c:v>
                </c:pt>
                <c:pt idx="2564">
                  <c:v>45932.658333333333</c:v>
                </c:pt>
                <c:pt idx="2565">
                  <c:v>45371.015277777777</c:v>
                </c:pt>
                <c:pt idx="2566">
                  <c:v>45559.552083333343</c:v>
                </c:pt>
                <c:pt idx="2567">
                  <c:v>45621.411805555559</c:v>
                </c:pt>
                <c:pt idx="2568">
                  <c:v>45341.37222222222</c:v>
                </c:pt>
                <c:pt idx="2569">
                  <c:v>45657.825694444437</c:v>
                </c:pt>
                <c:pt idx="2570">
                  <c:v>45295.376388888893</c:v>
                </c:pt>
                <c:pt idx="2571">
                  <c:v>45936.382638888892</c:v>
                </c:pt>
                <c:pt idx="2572">
                  <c:v>45315.370138888888</c:v>
                </c:pt>
                <c:pt idx="2573">
                  <c:v>45688.341666666667</c:v>
                </c:pt>
                <c:pt idx="2574">
                  <c:v>45427.777777777781</c:v>
                </c:pt>
                <c:pt idx="2575">
                  <c:v>45782.713888888888</c:v>
                </c:pt>
                <c:pt idx="2576">
                  <c:v>45847.57708333333</c:v>
                </c:pt>
                <c:pt idx="2577">
                  <c:v>45566.349305555559</c:v>
                </c:pt>
                <c:pt idx="2578">
                  <c:v>45992.612500000003</c:v>
                </c:pt>
                <c:pt idx="2579">
                  <c:v>45810.404861111107</c:v>
                </c:pt>
                <c:pt idx="2580">
                  <c:v>45587.379166666673</c:v>
                </c:pt>
                <c:pt idx="2581">
                  <c:v>45733.382638888892</c:v>
                </c:pt>
                <c:pt idx="2582">
                  <c:v>45756.500694444447</c:v>
                </c:pt>
                <c:pt idx="2583">
                  <c:v>45517.518750000003</c:v>
                </c:pt>
                <c:pt idx="2584">
                  <c:v>45973.351388888892</c:v>
                </c:pt>
                <c:pt idx="2585">
                  <c:v>45867.795138888891</c:v>
                </c:pt>
                <c:pt idx="2586">
                  <c:v>45386.76666666667</c:v>
                </c:pt>
                <c:pt idx="2587">
                  <c:v>45827.380555555559</c:v>
                </c:pt>
                <c:pt idx="2588">
                  <c:v>45709.357638888891</c:v>
                </c:pt>
                <c:pt idx="2589">
                  <c:v>45804.357638888891</c:v>
                </c:pt>
                <c:pt idx="2590">
                  <c:v>45495.591666666667</c:v>
                </c:pt>
                <c:pt idx="2591">
                  <c:v>45363.359027777777</c:v>
                </c:pt>
                <c:pt idx="2592">
                  <c:v>45545.370833333327</c:v>
                </c:pt>
                <c:pt idx="2593">
                  <c:v>46021.446527777778</c:v>
                </c:pt>
                <c:pt idx="2594">
                  <c:v>45925.348611111112</c:v>
                </c:pt>
                <c:pt idx="2595">
                  <c:v>45602.461111111108</c:v>
                </c:pt>
                <c:pt idx="2596">
                  <c:v>45639.554861111108</c:v>
                </c:pt>
                <c:pt idx="2597">
                  <c:v>45461.60833333333</c:v>
                </c:pt>
                <c:pt idx="2598">
                  <c:v>45902.370138888888</c:v>
                </c:pt>
                <c:pt idx="2599">
                  <c:v>45891.442361111112</c:v>
                </c:pt>
                <c:pt idx="2600">
                  <c:v>45988.424305555563</c:v>
                </c:pt>
                <c:pt idx="2601">
                  <c:v>45334.461111111108</c:v>
                </c:pt>
                <c:pt idx="2602">
                  <c:v>45652.798611111109</c:v>
                </c:pt>
                <c:pt idx="2603">
                  <c:v>45820.62777777778</c:v>
                </c:pt>
                <c:pt idx="2604">
                  <c:v>45960.612500000003</c:v>
                </c:pt>
                <c:pt idx="2605">
                  <c:v>45510.444444444453</c:v>
                </c:pt>
                <c:pt idx="2606">
                  <c:v>46019.495833333327</c:v>
                </c:pt>
                <c:pt idx="2607">
                  <c:v>45918.502083333333</c:v>
                </c:pt>
                <c:pt idx="2608">
                  <c:v>45852.554166666669</c:v>
                </c:pt>
                <c:pt idx="2609">
                  <c:v>45709.481249999997</c:v>
                </c:pt>
                <c:pt idx="2610">
                  <c:v>45735.536111111112</c:v>
                </c:pt>
                <c:pt idx="2611">
                  <c:v>45565.815972222219</c:v>
                </c:pt>
                <c:pt idx="2612">
                  <c:v>45299.427083333343</c:v>
                </c:pt>
                <c:pt idx="2613">
                  <c:v>45679.467361111107</c:v>
                </c:pt>
                <c:pt idx="2614">
                  <c:v>45614.612500000003</c:v>
                </c:pt>
                <c:pt idx="2615">
                  <c:v>45759.845833333333</c:v>
                </c:pt>
                <c:pt idx="2616">
                  <c:v>45784.444444444453</c:v>
                </c:pt>
                <c:pt idx="2617">
                  <c:v>45591.517361111109</c:v>
                </c:pt>
                <c:pt idx="2618">
                  <c:v>45537.524305555547</c:v>
                </c:pt>
                <c:pt idx="2619">
                  <c:v>45369.426388888889</c:v>
                </c:pt>
                <c:pt idx="2620">
                  <c:v>45447.414583333331</c:v>
                </c:pt>
                <c:pt idx="2621">
                  <c:v>45403.551388888889</c:v>
                </c:pt>
                <c:pt idx="2622">
                  <c:v>45477.556944444441</c:v>
                </c:pt>
                <c:pt idx="2623">
                  <c:v>45873.453472222223</c:v>
                </c:pt>
                <c:pt idx="2624">
                  <c:v>45902.46875</c:v>
                </c:pt>
                <c:pt idx="2625">
                  <c:v>45465.613888888889</c:v>
                </c:pt>
                <c:pt idx="2626">
                  <c:v>45662.468055555553</c:v>
                </c:pt>
                <c:pt idx="2627">
                  <c:v>45605.883333333331</c:v>
                </c:pt>
                <c:pt idx="2628">
                  <c:v>45439.923611111109</c:v>
                </c:pt>
                <c:pt idx="2629">
                  <c:v>45307.844444444447</c:v>
                </c:pt>
                <c:pt idx="2630">
                  <c:v>45918.460416666669</c:v>
                </c:pt>
                <c:pt idx="2631">
                  <c:v>45913.327777777777</c:v>
                </c:pt>
                <c:pt idx="2632">
                  <c:v>45716.885416666657</c:v>
                </c:pt>
                <c:pt idx="2633">
                  <c:v>45932.693749999999</c:v>
                </c:pt>
                <c:pt idx="2634">
                  <c:v>45817.486805555563</c:v>
                </c:pt>
                <c:pt idx="2635">
                  <c:v>45622.568749999999</c:v>
                </c:pt>
                <c:pt idx="2636">
                  <c:v>45885.878472222219</c:v>
                </c:pt>
                <c:pt idx="2637">
                  <c:v>45306.5</c:v>
                </c:pt>
                <c:pt idx="2638">
                  <c:v>45555.42291666667</c:v>
                </c:pt>
                <c:pt idx="2639">
                  <c:v>45331.589583333327</c:v>
                </c:pt>
                <c:pt idx="2640">
                  <c:v>45995.43472222222</c:v>
                </c:pt>
                <c:pt idx="2641">
                  <c:v>45548.46597222222</c:v>
                </c:pt>
                <c:pt idx="2642">
                  <c:v>45434.426388888889</c:v>
                </c:pt>
                <c:pt idx="2643">
                  <c:v>45939.493055555547</c:v>
                </c:pt>
                <c:pt idx="2644">
                  <c:v>45635.598611111112</c:v>
                </c:pt>
                <c:pt idx="2645">
                  <c:v>46020.369444444441</c:v>
                </c:pt>
                <c:pt idx="2646">
                  <c:v>46020.370833333327</c:v>
                </c:pt>
                <c:pt idx="2647">
                  <c:v>45753.911805555559</c:v>
                </c:pt>
                <c:pt idx="2648">
                  <c:v>45385.464583333327</c:v>
                </c:pt>
                <c:pt idx="2649">
                  <c:v>45582.393750000003</c:v>
                </c:pt>
                <c:pt idx="2650">
                  <c:v>45912.395833333343</c:v>
                </c:pt>
                <c:pt idx="2651">
                  <c:v>45366.536111111112</c:v>
                </c:pt>
                <c:pt idx="2652">
                  <c:v>45518.719444444447</c:v>
                </c:pt>
                <c:pt idx="2653">
                  <c:v>45604.37777777778</c:v>
                </c:pt>
                <c:pt idx="2654">
                  <c:v>45778.537499999999</c:v>
                </c:pt>
                <c:pt idx="2655">
                  <c:v>45489.927083333343</c:v>
                </c:pt>
                <c:pt idx="2656">
                  <c:v>45860.665277777778</c:v>
                </c:pt>
                <c:pt idx="2657">
                  <c:v>46021.67291666667</c:v>
                </c:pt>
                <c:pt idx="2658">
                  <c:v>45884.52847222222</c:v>
                </c:pt>
                <c:pt idx="2659">
                  <c:v>45835.615972222222</c:v>
                </c:pt>
                <c:pt idx="2660">
                  <c:v>45302.787499999999</c:v>
                </c:pt>
                <c:pt idx="2661">
                  <c:v>45720.709027777782</c:v>
                </c:pt>
                <c:pt idx="2662">
                  <c:v>45994.396527777782</c:v>
                </c:pt>
                <c:pt idx="2663">
                  <c:v>45968.845138888893</c:v>
                </c:pt>
                <c:pt idx="2664">
                  <c:v>45807.447222222218</c:v>
                </c:pt>
                <c:pt idx="2665">
                  <c:v>45324.657638888893</c:v>
                </c:pt>
                <c:pt idx="2666">
                  <c:v>45694.894444444442</c:v>
                </c:pt>
                <c:pt idx="2667">
                  <c:v>45555.344444444447</c:v>
                </c:pt>
                <c:pt idx="2668">
                  <c:v>45670.681250000001</c:v>
                </c:pt>
                <c:pt idx="2669">
                  <c:v>45447.661111111112</c:v>
                </c:pt>
                <c:pt idx="2670">
                  <c:v>46017.342361111107</c:v>
                </c:pt>
                <c:pt idx="2671">
                  <c:v>45657.518055555563</c:v>
                </c:pt>
                <c:pt idx="2672">
                  <c:v>45343.695138888892</c:v>
                </c:pt>
                <c:pt idx="2673">
                  <c:v>45706.472222222219</c:v>
                </c:pt>
                <c:pt idx="2674">
                  <c:v>45463.674305555563</c:v>
                </c:pt>
                <c:pt idx="2675">
                  <c:v>45852.443055555559</c:v>
                </c:pt>
                <c:pt idx="2676">
                  <c:v>45404.398611111108</c:v>
                </c:pt>
                <c:pt idx="2677">
                  <c:v>45607.340277777781</c:v>
                </c:pt>
                <c:pt idx="2678">
                  <c:v>45517.665277777778</c:v>
                </c:pt>
                <c:pt idx="2679">
                  <c:v>45306.474305555559</c:v>
                </c:pt>
                <c:pt idx="2680">
                  <c:v>45789.376388888893</c:v>
                </c:pt>
                <c:pt idx="2681">
                  <c:v>45945.45416666667</c:v>
                </c:pt>
                <c:pt idx="2682">
                  <c:v>45740.35</c:v>
                </c:pt>
                <c:pt idx="2683">
                  <c:v>45565.418055555558</c:v>
                </c:pt>
                <c:pt idx="2684">
                  <c:v>45355.365972222222</c:v>
                </c:pt>
                <c:pt idx="2685">
                  <c:v>45670.322222222218</c:v>
                </c:pt>
                <c:pt idx="2686">
                  <c:v>45525.468055555553</c:v>
                </c:pt>
                <c:pt idx="2687">
                  <c:v>45597.585416666669</c:v>
                </c:pt>
                <c:pt idx="2688">
                  <c:v>45446.530555555553</c:v>
                </c:pt>
                <c:pt idx="2689">
                  <c:v>45666.40902777778</c:v>
                </c:pt>
                <c:pt idx="2690">
                  <c:v>45623.655555555553</c:v>
                </c:pt>
                <c:pt idx="2691">
                  <c:v>45888.498611111107</c:v>
                </c:pt>
                <c:pt idx="2692">
                  <c:v>45944.477777777778</c:v>
                </c:pt>
                <c:pt idx="2693">
                  <c:v>45994.438888888893</c:v>
                </c:pt>
                <c:pt idx="2694">
                  <c:v>45575.438194444447</c:v>
                </c:pt>
                <c:pt idx="2695">
                  <c:v>45822.578472222223</c:v>
                </c:pt>
                <c:pt idx="2696">
                  <c:v>45317.504166666673</c:v>
                </c:pt>
                <c:pt idx="2697">
                  <c:v>45537.602083333331</c:v>
                </c:pt>
                <c:pt idx="2698">
                  <c:v>45394.93472222222</c:v>
                </c:pt>
                <c:pt idx="2699">
                  <c:v>45475.495833333327</c:v>
                </c:pt>
                <c:pt idx="2700">
                  <c:v>45497.459027777782</c:v>
                </c:pt>
                <c:pt idx="2701">
                  <c:v>45411.654861111107</c:v>
                </c:pt>
                <c:pt idx="2702">
                  <c:v>45887.589583333327</c:v>
                </c:pt>
                <c:pt idx="2703">
                  <c:v>45888.404166666667</c:v>
                </c:pt>
                <c:pt idx="2704">
                  <c:v>45754.644444444442</c:v>
                </c:pt>
                <c:pt idx="2705">
                  <c:v>45355.502083333333</c:v>
                </c:pt>
                <c:pt idx="2706">
                  <c:v>45712.522222222222</c:v>
                </c:pt>
                <c:pt idx="2707">
                  <c:v>45547.51458333333</c:v>
                </c:pt>
                <c:pt idx="2708">
                  <c:v>45774.479861111111</c:v>
                </c:pt>
                <c:pt idx="2709">
                  <c:v>45970.570833333331</c:v>
                </c:pt>
                <c:pt idx="2710">
                  <c:v>45468.75</c:v>
                </c:pt>
                <c:pt idx="2711">
                  <c:v>45879.563194444447</c:v>
                </c:pt>
                <c:pt idx="2712">
                  <c:v>45593.310416666667</c:v>
                </c:pt>
                <c:pt idx="2713">
                  <c:v>45935.313194444447</c:v>
                </c:pt>
                <c:pt idx="2714">
                  <c:v>45868.3</c:v>
                </c:pt>
                <c:pt idx="2715">
                  <c:v>45657.362500000003</c:v>
                </c:pt>
                <c:pt idx="2716">
                  <c:v>45652.361805555563</c:v>
                </c:pt>
                <c:pt idx="2717">
                  <c:v>45915.32708333333</c:v>
                </c:pt>
                <c:pt idx="2718">
                  <c:v>45565.393750000003</c:v>
                </c:pt>
                <c:pt idx="2719">
                  <c:v>45533.459027777782</c:v>
                </c:pt>
                <c:pt idx="2720">
                  <c:v>46018.520138888889</c:v>
                </c:pt>
                <c:pt idx="2721">
                  <c:v>45841.481944444437</c:v>
                </c:pt>
                <c:pt idx="2722">
                  <c:v>45355.52847222222</c:v>
                </c:pt>
                <c:pt idx="2723">
                  <c:v>45790.694444444453</c:v>
                </c:pt>
                <c:pt idx="2724">
                  <c:v>45491.631249999999</c:v>
                </c:pt>
                <c:pt idx="2725">
                  <c:v>45329.392361111109</c:v>
                </c:pt>
                <c:pt idx="2726">
                  <c:v>45805.384722222218</c:v>
                </c:pt>
                <c:pt idx="2727">
                  <c:v>45892.645833333343</c:v>
                </c:pt>
                <c:pt idx="2728">
                  <c:v>45626.361805555563</c:v>
                </c:pt>
                <c:pt idx="2729">
                  <c:v>45435.661111111112</c:v>
                </c:pt>
                <c:pt idx="2730">
                  <c:v>45406.279861111107</c:v>
                </c:pt>
                <c:pt idx="2731">
                  <c:v>45578.535416666673</c:v>
                </c:pt>
                <c:pt idx="2732">
                  <c:v>46014.681250000001</c:v>
                </c:pt>
                <c:pt idx="2733">
                  <c:v>45448.295138888891</c:v>
                </c:pt>
                <c:pt idx="2734">
                  <c:v>45990.30972222222</c:v>
                </c:pt>
                <c:pt idx="2735">
                  <c:v>45384.32708333333</c:v>
                </c:pt>
                <c:pt idx="2736">
                  <c:v>45958.478472222218</c:v>
                </c:pt>
                <c:pt idx="2737">
                  <c:v>45841.911805555559</c:v>
                </c:pt>
                <c:pt idx="2738">
                  <c:v>45356.688888888893</c:v>
                </c:pt>
                <c:pt idx="2739">
                  <c:v>45887.436111111107</c:v>
                </c:pt>
                <c:pt idx="2740">
                  <c:v>45720.843055555553</c:v>
                </c:pt>
                <c:pt idx="2741">
                  <c:v>45974.913194444453</c:v>
                </c:pt>
                <c:pt idx="2742">
                  <c:v>45923.731249999997</c:v>
                </c:pt>
                <c:pt idx="2743">
                  <c:v>45817.84375</c:v>
                </c:pt>
                <c:pt idx="2744">
                  <c:v>45753.602777777778</c:v>
                </c:pt>
                <c:pt idx="2745">
                  <c:v>45310.293055555558</c:v>
                </c:pt>
                <c:pt idx="2746">
                  <c:v>45853.627083333333</c:v>
                </c:pt>
                <c:pt idx="2747">
                  <c:v>45383.642361111109</c:v>
                </c:pt>
                <c:pt idx="2748">
                  <c:v>45958.875694444447</c:v>
                </c:pt>
                <c:pt idx="2749">
                  <c:v>45666.37222222222</c:v>
                </c:pt>
                <c:pt idx="2750">
                  <c:v>45998.584722222222</c:v>
                </c:pt>
                <c:pt idx="2751">
                  <c:v>45869.704861111109</c:v>
                </c:pt>
                <c:pt idx="2752">
                  <c:v>46006.625</c:v>
                </c:pt>
                <c:pt idx="2753">
                  <c:v>45935.928472222222</c:v>
                </c:pt>
                <c:pt idx="2754">
                  <c:v>45906.506249999999</c:v>
                </c:pt>
                <c:pt idx="2755">
                  <c:v>45783.788194444453</c:v>
                </c:pt>
                <c:pt idx="2756">
                  <c:v>45698.87222222222</c:v>
                </c:pt>
                <c:pt idx="2757">
                  <c:v>45642.38958333333</c:v>
                </c:pt>
                <c:pt idx="2758">
                  <c:v>45678.87777777778</c:v>
                </c:pt>
                <c:pt idx="2759">
                  <c:v>45331.511111111111</c:v>
                </c:pt>
                <c:pt idx="2760">
                  <c:v>45470.569444444453</c:v>
                </c:pt>
                <c:pt idx="2761">
                  <c:v>45607.697916666657</c:v>
                </c:pt>
                <c:pt idx="2762">
                  <c:v>45504.413194444453</c:v>
                </c:pt>
                <c:pt idx="2763">
                  <c:v>45798.621527777781</c:v>
                </c:pt>
                <c:pt idx="2764">
                  <c:v>45544.777083333327</c:v>
                </c:pt>
                <c:pt idx="2765">
                  <c:v>45413.534722222219</c:v>
                </c:pt>
                <c:pt idx="2766">
                  <c:v>45580.323611111111</c:v>
                </c:pt>
                <c:pt idx="2767">
                  <c:v>45441.351388888892</c:v>
                </c:pt>
                <c:pt idx="2768">
                  <c:v>45537.417361111111</c:v>
                </c:pt>
                <c:pt idx="2769">
                  <c:v>45475.904861111107</c:v>
                </c:pt>
                <c:pt idx="2770">
                  <c:v>45331.714583333327</c:v>
                </c:pt>
                <c:pt idx="2771">
                  <c:v>45444.563888888893</c:v>
                </c:pt>
                <c:pt idx="2772">
                  <c:v>45989.370138888888</c:v>
                </c:pt>
                <c:pt idx="2773">
                  <c:v>45872.371527777781</c:v>
                </c:pt>
                <c:pt idx="2774">
                  <c:v>45749.695833333331</c:v>
                </c:pt>
                <c:pt idx="2775">
                  <c:v>45413.461111111108</c:v>
                </c:pt>
                <c:pt idx="2776">
                  <c:v>45600.576388888891</c:v>
                </c:pt>
                <c:pt idx="2777">
                  <c:v>45359.668749999997</c:v>
                </c:pt>
                <c:pt idx="2778">
                  <c:v>45506.7</c:v>
                </c:pt>
                <c:pt idx="2779">
                  <c:v>45419.62222222222</c:v>
                </c:pt>
                <c:pt idx="2780">
                  <c:v>45912.665972222218</c:v>
                </c:pt>
                <c:pt idx="2781">
                  <c:v>46018.34375</c:v>
                </c:pt>
                <c:pt idx="2782">
                  <c:v>45367.497916666667</c:v>
                </c:pt>
                <c:pt idx="2783">
                  <c:v>46009.930555555547</c:v>
                </c:pt>
                <c:pt idx="2784">
                  <c:v>45656.938194444447</c:v>
                </c:pt>
                <c:pt idx="2785">
                  <c:v>45370.729166666657</c:v>
                </c:pt>
                <c:pt idx="2786">
                  <c:v>45780.548611111109</c:v>
                </c:pt>
                <c:pt idx="2787">
                  <c:v>45911.419444444437</c:v>
                </c:pt>
                <c:pt idx="2788">
                  <c:v>45847.625</c:v>
                </c:pt>
                <c:pt idx="2789">
                  <c:v>45454.867361111108</c:v>
                </c:pt>
                <c:pt idx="2790">
                  <c:v>45410.909722222219</c:v>
                </c:pt>
                <c:pt idx="2791">
                  <c:v>45335.75</c:v>
                </c:pt>
                <c:pt idx="2792">
                  <c:v>45992.964583333327</c:v>
                </c:pt>
                <c:pt idx="2793">
                  <c:v>46018.46875</c:v>
                </c:pt>
                <c:pt idx="2794">
                  <c:v>45804.795138888891</c:v>
                </c:pt>
                <c:pt idx="2795">
                  <c:v>45642.952777777777</c:v>
                </c:pt>
                <c:pt idx="2796">
                  <c:v>45977.538194444453</c:v>
                </c:pt>
                <c:pt idx="2797">
                  <c:v>45566.952777777777</c:v>
                </c:pt>
                <c:pt idx="2798">
                  <c:v>45832.907638888893</c:v>
                </c:pt>
                <c:pt idx="2799">
                  <c:v>45663.847222222219</c:v>
                </c:pt>
                <c:pt idx="2800">
                  <c:v>45447.826388888891</c:v>
                </c:pt>
                <c:pt idx="2801">
                  <c:v>45781.898611111108</c:v>
                </c:pt>
                <c:pt idx="2802">
                  <c:v>45516.84097222222</c:v>
                </c:pt>
                <c:pt idx="2803">
                  <c:v>45378.918055555558</c:v>
                </c:pt>
                <c:pt idx="2804">
                  <c:v>45942.792361111111</c:v>
                </c:pt>
                <c:pt idx="2805">
                  <c:v>45854.874305555553</c:v>
                </c:pt>
                <c:pt idx="2806">
                  <c:v>45905.861805555563</c:v>
                </c:pt>
                <c:pt idx="2807">
                  <c:v>45592.99722222222</c:v>
                </c:pt>
                <c:pt idx="2808">
                  <c:v>45411.374305555553</c:v>
                </c:pt>
                <c:pt idx="2809">
                  <c:v>45329.552777777782</c:v>
                </c:pt>
                <c:pt idx="2810">
                  <c:v>45467.849305555559</c:v>
                </c:pt>
                <c:pt idx="2811">
                  <c:v>45493.411111111112</c:v>
                </c:pt>
                <c:pt idx="2812">
                  <c:v>45706.786111111112</c:v>
                </c:pt>
                <c:pt idx="2813">
                  <c:v>45756.899305555547</c:v>
                </c:pt>
                <c:pt idx="2814">
                  <c:v>45440.482638888891</c:v>
                </c:pt>
                <c:pt idx="2815">
                  <c:v>45929.388888888891</c:v>
                </c:pt>
                <c:pt idx="2816">
                  <c:v>45873.603472222218</c:v>
                </c:pt>
                <c:pt idx="2817">
                  <c:v>45544.822916666657</c:v>
                </c:pt>
                <c:pt idx="2818">
                  <c:v>45683.772916666669</c:v>
                </c:pt>
                <c:pt idx="2819">
                  <c:v>45733.638888888891</c:v>
                </c:pt>
                <c:pt idx="2820">
                  <c:v>45957.477083333331</c:v>
                </c:pt>
                <c:pt idx="2821">
                  <c:v>45614.84652777778</c:v>
                </c:pt>
                <c:pt idx="2822">
                  <c:v>45354.921527777777</c:v>
                </c:pt>
                <c:pt idx="2823">
                  <c:v>45932.568749999999</c:v>
                </c:pt>
                <c:pt idx="2824">
                  <c:v>45397.56527777778</c:v>
                </c:pt>
                <c:pt idx="2825">
                  <c:v>45517.539583333331</c:v>
                </c:pt>
                <c:pt idx="2826">
                  <c:v>45338.56527777778</c:v>
                </c:pt>
                <c:pt idx="2827">
                  <c:v>45582.655555555553</c:v>
                </c:pt>
                <c:pt idx="2828">
                  <c:v>45838.397222222222</c:v>
                </c:pt>
                <c:pt idx="2829">
                  <c:v>45899.49722222222</c:v>
                </c:pt>
                <c:pt idx="2830">
                  <c:v>45723.609722222223</c:v>
                </c:pt>
                <c:pt idx="2831">
                  <c:v>45685.62222222222</c:v>
                </c:pt>
                <c:pt idx="2832">
                  <c:v>45772.663194444453</c:v>
                </c:pt>
                <c:pt idx="2833">
                  <c:v>45923.67083333333</c:v>
                </c:pt>
                <c:pt idx="2834">
                  <c:v>45632.677777777782</c:v>
                </c:pt>
                <c:pt idx="2835">
                  <c:v>45993.279861111107</c:v>
                </c:pt>
                <c:pt idx="2836">
                  <c:v>45462.504861111112</c:v>
                </c:pt>
                <c:pt idx="2837">
                  <c:v>45910.890972222223</c:v>
                </c:pt>
                <c:pt idx="2838">
                  <c:v>45307.633333333331</c:v>
                </c:pt>
                <c:pt idx="2839">
                  <c:v>45738.843055555553</c:v>
                </c:pt>
                <c:pt idx="2840">
                  <c:v>45533.409722222219</c:v>
                </c:pt>
                <c:pt idx="2841">
                  <c:v>45745.710416666669</c:v>
                </c:pt>
                <c:pt idx="2842">
                  <c:v>45587.779861111107</c:v>
                </c:pt>
                <c:pt idx="2843">
                  <c:v>45369.457638888889</c:v>
                </c:pt>
                <c:pt idx="2844">
                  <c:v>45481.036805555559</c:v>
                </c:pt>
                <c:pt idx="2845">
                  <c:v>45798.506249999999</c:v>
                </c:pt>
                <c:pt idx="2846">
                  <c:v>45844.417361111111</c:v>
                </c:pt>
                <c:pt idx="2847">
                  <c:v>45921.999305555553</c:v>
                </c:pt>
                <c:pt idx="2848">
                  <c:v>45604.714583333327</c:v>
                </c:pt>
                <c:pt idx="2849">
                  <c:v>45323.538194444453</c:v>
                </c:pt>
                <c:pt idx="2850">
                  <c:v>45392.633333333331</c:v>
                </c:pt>
                <c:pt idx="2851">
                  <c:v>45472.950694444437</c:v>
                </c:pt>
                <c:pt idx="2852">
                  <c:v>45667.720833333333</c:v>
                </c:pt>
                <c:pt idx="2853">
                  <c:v>45691.434027777781</c:v>
                </c:pt>
                <c:pt idx="2854">
                  <c:v>45855.568055555559</c:v>
                </c:pt>
                <c:pt idx="2855">
                  <c:v>45905.504861111112</c:v>
                </c:pt>
                <c:pt idx="2856">
                  <c:v>45847.490277777782</c:v>
                </c:pt>
                <c:pt idx="2857">
                  <c:v>45985.460416666669</c:v>
                </c:pt>
                <c:pt idx="2858">
                  <c:v>45835.425694444442</c:v>
                </c:pt>
                <c:pt idx="2859">
                  <c:v>45544.557638888888</c:v>
                </c:pt>
                <c:pt idx="2860">
                  <c:v>45776.571527777778</c:v>
                </c:pt>
                <c:pt idx="2861">
                  <c:v>46003.558333333327</c:v>
                </c:pt>
                <c:pt idx="2862">
                  <c:v>45806.509027777778</c:v>
                </c:pt>
                <c:pt idx="2863">
                  <c:v>45476.451388888891</c:v>
                </c:pt>
                <c:pt idx="2864">
                  <c:v>45492.518750000003</c:v>
                </c:pt>
                <c:pt idx="2865">
                  <c:v>45411.40902777778</c:v>
                </c:pt>
                <c:pt idx="2866">
                  <c:v>45967.508333333331</c:v>
                </c:pt>
                <c:pt idx="2867">
                  <c:v>45887.448611111111</c:v>
                </c:pt>
                <c:pt idx="2868">
                  <c:v>45930.45208333333</c:v>
                </c:pt>
                <c:pt idx="2869">
                  <c:v>45348.510416666657</c:v>
                </c:pt>
                <c:pt idx="2870">
                  <c:v>45720.47152777778</c:v>
                </c:pt>
                <c:pt idx="2871">
                  <c:v>45733.439583333333</c:v>
                </c:pt>
                <c:pt idx="2872">
                  <c:v>45601.505555555559</c:v>
                </c:pt>
                <c:pt idx="2873">
                  <c:v>45845.433333333327</c:v>
                </c:pt>
                <c:pt idx="2874">
                  <c:v>45441.426388888889</c:v>
                </c:pt>
                <c:pt idx="2875">
                  <c:v>45649.428472222222</c:v>
                </c:pt>
                <c:pt idx="2876">
                  <c:v>45335.050694444442</c:v>
                </c:pt>
                <c:pt idx="2877">
                  <c:v>45776.988194444442</c:v>
                </c:pt>
                <c:pt idx="2878">
                  <c:v>45812.929166666669</c:v>
                </c:pt>
                <c:pt idx="2879">
                  <c:v>45368.966666666667</c:v>
                </c:pt>
                <c:pt idx="2880">
                  <c:v>45917.439583333333</c:v>
                </c:pt>
                <c:pt idx="2881">
                  <c:v>45469.911805555559</c:v>
                </c:pt>
                <c:pt idx="2882">
                  <c:v>45637.779861111107</c:v>
                </c:pt>
                <c:pt idx="2883">
                  <c:v>45969.011805555558</c:v>
                </c:pt>
                <c:pt idx="2884">
                  <c:v>45597.765972222223</c:v>
                </c:pt>
                <c:pt idx="2885">
                  <c:v>45544.560416666667</c:v>
                </c:pt>
                <c:pt idx="2886">
                  <c:v>45499.047222222223</c:v>
                </c:pt>
                <c:pt idx="2887">
                  <c:v>45681.006249999999</c:v>
                </c:pt>
                <c:pt idx="2888">
                  <c:v>45730.502083333333</c:v>
                </c:pt>
                <c:pt idx="2889">
                  <c:v>45862.848611111112</c:v>
                </c:pt>
                <c:pt idx="2890">
                  <c:v>45412.15</c:v>
                </c:pt>
                <c:pt idx="2891">
                  <c:v>45321.037499999999</c:v>
                </c:pt>
                <c:pt idx="2892">
                  <c:v>45761.018055555563</c:v>
                </c:pt>
                <c:pt idx="2893">
                  <c:v>45327.685416666667</c:v>
                </c:pt>
                <c:pt idx="2894">
                  <c:v>45571.920138888891</c:v>
                </c:pt>
                <c:pt idx="2895">
                  <c:v>45957.441666666673</c:v>
                </c:pt>
                <c:pt idx="2896">
                  <c:v>45469.311805555553</c:v>
                </c:pt>
                <c:pt idx="2897">
                  <c:v>45655.693749999999</c:v>
                </c:pt>
                <c:pt idx="2898">
                  <c:v>45427.338888888888</c:v>
                </c:pt>
                <c:pt idx="2899">
                  <c:v>45365.844444444447</c:v>
                </c:pt>
                <c:pt idx="2900">
                  <c:v>45881.523611111108</c:v>
                </c:pt>
                <c:pt idx="2901">
                  <c:v>45772.927777777782</c:v>
                </c:pt>
                <c:pt idx="2902">
                  <c:v>45908.495833333327</c:v>
                </c:pt>
                <c:pt idx="2903">
                  <c:v>45793.404861111107</c:v>
                </c:pt>
                <c:pt idx="2904">
                  <c:v>45539.688888888893</c:v>
                </c:pt>
                <c:pt idx="2905">
                  <c:v>45424.603472222218</c:v>
                </c:pt>
                <c:pt idx="2906">
                  <c:v>45336.774305555547</c:v>
                </c:pt>
                <c:pt idx="2907">
                  <c:v>46019.749305555553</c:v>
                </c:pt>
                <c:pt idx="2908">
                  <c:v>45930.762499999997</c:v>
                </c:pt>
                <c:pt idx="2909">
                  <c:v>45393.854166666657</c:v>
                </c:pt>
                <c:pt idx="2910">
                  <c:v>45514.682638888888</c:v>
                </c:pt>
                <c:pt idx="2911">
                  <c:v>45481.511111111111</c:v>
                </c:pt>
                <c:pt idx="2912">
                  <c:v>45838.970833333333</c:v>
                </c:pt>
                <c:pt idx="2913">
                  <c:v>45983.088888888888</c:v>
                </c:pt>
                <c:pt idx="2914">
                  <c:v>45860.625</c:v>
                </c:pt>
                <c:pt idx="2915">
                  <c:v>45411.143750000003</c:v>
                </c:pt>
                <c:pt idx="2916">
                  <c:v>45317.509027777778</c:v>
                </c:pt>
                <c:pt idx="2917">
                  <c:v>45588.880555555559</c:v>
                </c:pt>
                <c:pt idx="2918">
                  <c:v>45719.361111111109</c:v>
                </c:pt>
                <c:pt idx="2919">
                  <c:v>45564.000694444447</c:v>
                </c:pt>
                <c:pt idx="2920">
                  <c:v>45739.35833333333</c:v>
                </c:pt>
                <c:pt idx="2921">
                  <c:v>45579.544444444437</c:v>
                </c:pt>
                <c:pt idx="2922">
                  <c:v>45625.417361111111</c:v>
                </c:pt>
                <c:pt idx="2923">
                  <c:v>45305.975694444453</c:v>
                </c:pt>
                <c:pt idx="2924">
                  <c:v>45653.574999999997</c:v>
                </c:pt>
                <c:pt idx="2925">
                  <c:v>45433.86041666667</c:v>
                </c:pt>
                <c:pt idx="2926">
                  <c:v>45677.179166666669</c:v>
                </c:pt>
                <c:pt idx="2927">
                  <c:v>45815.054861111108</c:v>
                </c:pt>
                <c:pt idx="2928">
                  <c:v>45885.979166666657</c:v>
                </c:pt>
                <c:pt idx="2929">
                  <c:v>45437.500694444447</c:v>
                </c:pt>
                <c:pt idx="2930">
                  <c:v>45952.645138888889</c:v>
                </c:pt>
                <c:pt idx="2931">
                  <c:v>45695.674305555563</c:v>
                </c:pt>
                <c:pt idx="2932">
                  <c:v>45361.40625</c:v>
                </c:pt>
                <c:pt idx="2933">
                  <c:v>45456.571527777778</c:v>
                </c:pt>
                <c:pt idx="2934">
                  <c:v>45522.326388888891</c:v>
                </c:pt>
                <c:pt idx="2935">
                  <c:v>45629.26666666667</c:v>
                </c:pt>
                <c:pt idx="2936">
                  <c:v>45894.666666666657</c:v>
                </c:pt>
                <c:pt idx="2937">
                  <c:v>45721.786111111112</c:v>
                </c:pt>
                <c:pt idx="2938">
                  <c:v>45858.418749999997</c:v>
                </c:pt>
                <c:pt idx="2939">
                  <c:v>46020.616666666669</c:v>
                </c:pt>
                <c:pt idx="2940">
                  <c:v>45475.293749999997</c:v>
                </c:pt>
                <c:pt idx="2941">
                  <c:v>45810.202777777777</c:v>
                </c:pt>
                <c:pt idx="2942">
                  <c:v>45792.198611111111</c:v>
                </c:pt>
                <c:pt idx="2943">
                  <c:v>45583.258333333331</c:v>
                </c:pt>
                <c:pt idx="2944">
                  <c:v>45355.234027777777</c:v>
                </c:pt>
                <c:pt idx="2945">
                  <c:v>45420.914583333331</c:v>
                </c:pt>
                <c:pt idx="2946">
                  <c:v>46017.38958333333</c:v>
                </c:pt>
                <c:pt idx="2947">
                  <c:v>45642.056944444441</c:v>
                </c:pt>
                <c:pt idx="2948">
                  <c:v>45575.913194444453</c:v>
                </c:pt>
                <c:pt idx="2949">
                  <c:v>45319.683333333327</c:v>
                </c:pt>
                <c:pt idx="2950">
                  <c:v>45474.897222222222</c:v>
                </c:pt>
                <c:pt idx="2951">
                  <c:v>45501.955555555563</c:v>
                </c:pt>
                <c:pt idx="2952">
                  <c:v>45344.538194444453</c:v>
                </c:pt>
                <c:pt idx="2953">
                  <c:v>45995.5</c:v>
                </c:pt>
                <c:pt idx="2954">
                  <c:v>45875.013194444437</c:v>
                </c:pt>
                <c:pt idx="2955">
                  <c:v>45376.934027777781</c:v>
                </c:pt>
                <c:pt idx="2956">
                  <c:v>45951.409722222219</c:v>
                </c:pt>
                <c:pt idx="2957">
                  <c:v>45397.538194444453</c:v>
                </c:pt>
                <c:pt idx="2958">
                  <c:v>45791.749305555553</c:v>
                </c:pt>
                <c:pt idx="2959">
                  <c:v>45411.032638888893</c:v>
                </c:pt>
                <c:pt idx="2960">
                  <c:v>45300.602777777778</c:v>
                </c:pt>
                <c:pt idx="2961">
                  <c:v>45762.49722222222</c:v>
                </c:pt>
                <c:pt idx="2962">
                  <c:v>45526.996527777781</c:v>
                </c:pt>
                <c:pt idx="2963">
                  <c:v>45916.522222222222</c:v>
                </c:pt>
                <c:pt idx="2964">
                  <c:v>45446.435416666667</c:v>
                </c:pt>
                <c:pt idx="2965">
                  <c:v>45615.510416666657</c:v>
                </c:pt>
                <c:pt idx="2966">
                  <c:v>45357.779166666667</c:v>
                </c:pt>
                <c:pt idx="2967">
                  <c:v>45558.768055555563</c:v>
                </c:pt>
                <c:pt idx="2968">
                  <c:v>45529.601388888892</c:v>
                </c:pt>
                <c:pt idx="2969">
                  <c:v>45334.796527777777</c:v>
                </c:pt>
                <c:pt idx="2970">
                  <c:v>45876.790277777778</c:v>
                </c:pt>
                <c:pt idx="2971">
                  <c:v>45756.770833333343</c:v>
                </c:pt>
                <c:pt idx="2972">
                  <c:v>45975.693749999999</c:v>
                </c:pt>
                <c:pt idx="2973">
                  <c:v>45869.569444444453</c:v>
                </c:pt>
                <c:pt idx="2974">
                  <c:v>45987.493750000001</c:v>
                </c:pt>
                <c:pt idx="2975">
                  <c:v>45617.838194444441</c:v>
                </c:pt>
                <c:pt idx="2976">
                  <c:v>45822.361805555563</c:v>
                </c:pt>
                <c:pt idx="2977">
                  <c:v>45741.751388888893</c:v>
                </c:pt>
                <c:pt idx="2978">
                  <c:v>45853.589583333327</c:v>
                </c:pt>
                <c:pt idx="2979">
                  <c:v>45502.425000000003</c:v>
                </c:pt>
                <c:pt idx="2980">
                  <c:v>45512.863194444442</c:v>
                </c:pt>
                <c:pt idx="2981">
                  <c:v>45940.430555555547</c:v>
                </c:pt>
                <c:pt idx="2982">
                  <c:v>45723.683333333327</c:v>
                </c:pt>
                <c:pt idx="2983">
                  <c:v>45777.306944444441</c:v>
                </c:pt>
                <c:pt idx="2984">
                  <c:v>45429.855555555558</c:v>
                </c:pt>
                <c:pt idx="2985">
                  <c:v>45643.527083333327</c:v>
                </c:pt>
                <c:pt idx="2986">
                  <c:v>45838.775000000001</c:v>
                </c:pt>
                <c:pt idx="2987">
                  <c:v>45478.452777777777</c:v>
                </c:pt>
                <c:pt idx="2988">
                  <c:v>45670.621527777781</c:v>
                </c:pt>
                <c:pt idx="2989">
                  <c:v>45699.460416666669</c:v>
                </c:pt>
                <c:pt idx="2990">
                  <c:v>45573.46597222222</c:v>
                </c:pt>
                <c:pt idx="2991">
                  <c:v>45907.436111111107</c:v>
                </c:pt>
                <c:pt idx="2992">
                  <c:v>45400.396527777782</c:v>
                </c:pt>
                <c:pt idx="2993">
                  <c:v>45633.462500000001</c:v>
                </c:pt>
                <c:pt idx="2994">
                  <c:v>45488.782638888893</c:v>
                </c:pt>
                <c:pt idx="2995">
                  <c:v>45803.758333333331</c:v>
                </c:pt>
                <c:pt idx="2996">
                  <c:v>46014.488194444442</c:v>
                </c:pt>
                <c:pt idx="2997">
                  <c:v>46004.362500000003</c:v>
                </c:pt>
                <c:pt idx="2998">
                  <c:v>45924.321527777778</c:v>
                </c:pt>
                <c:pt idx="2999">
                  <c:v>45788.833333333343</c:v>
                </c:pt>
                <c:pt idx="3000">
                  <c:v>45589.86041666667</c:v>
                </c:pt>
                <c:pt idx="3001">
                  <c:v>45931.348611111112</c:v>
                </c:pt>
                <c:pt idx="3002">
                  <c:v>45317.947916666657</c:v>
                </c:pt>
                <c:pt idx="3003">
                  <c:v>45957.332638888889</c:v>
                </c:pt>
                <c:pt idx="3004">
                  <c:v>45421.295138888891</c:v>
                </c:pt>
                <c:pt idx="3005">
                  <c:v>45369.182638888888</c:v>
                </c:pt>
                <c:pt idx="3006">
                  <c:v>45795.786805555559</c:v>
                </c:pt>
                <c:pt idx="3007">
                  <c:v>45667.296527777777</c:v>
                </c:pt>
                <c:pt idx="3008">
                  <c:v>46009.277777777781</c:v>
                </c:pt>
                <c:pt idx="3009">
                  <c:v>45903.272222222222</c:v>
                </c:pt>
                <c:pt idx="3010">
                  <c:v>45595.272222222222</c:v>
                </c:pt>
                <c:pt idx="3011">
                  <c:v>45770.342361111107</c:v>
                </c:pt>
                <c:pt idx="3012">
                  <c:v>45727.275000000001</c:v>
                </c:pt>
                <c:pt idx="3013">
                  <c:v>45511.19027777778</c:v>
                </c:pt>
                <c:pt idx="3014">
                  <c:v>45300.845138888893</c:v>
                </c:pt>
                <c:pt idx="3015">
                  <c:v>45850.836111111108</c:v>
                </c:pt>
                <c:pt idx="3016">
                  <c:v>45828.56527777778</c:v>
                </c:pt>
                <c:pt idx="3017">
                  <c:v>45796.347916666673</c:v>
                </c:pt>
                <c:pt idx="3018">
                  <c:v>45657.383333333331</c:v>
                </c:pt>
                <c:pt idx="3019">
                  <c:v>45992.45</c:v>
                </c:pt>
                <c:pt idx="3020">
                  <c:v>45376.638888888891</c:v>
                </c:pt>
                <c:pt idx="3021">
                  <c:v>45532.447916666657</c:v>
                </c:pt>
                <c:pt idx="3022">
                  <c:v>45914.504166666673</c:v>
                </c:pt>
                <c:pt idx="3023">
                  <c:v>45863.42291666667</c:v>
                </c:pt>
                <c:pt idx="3024">
                  <c:v>45566.386111111111</c:v>
                </c:pt>
                <c:pt idx="3025">
                  <c:v>45399.811111111107</c:v>
                </c:pt>
                <c:pt idx="3026">
                  <c:v>45601.354166666657</c:v>
                </c:pt>
                <c:pt idx="3027">
                  <c:v>45363.412499999999</c:v>
                </c:pt>
                <c:pt idx="3028">
                  <c:v>45958.738194444442</c:v>
                </c:pt>
                <c:pt idx="3029">
                  <c:v>45326.436111111107</c:v>
                </c:pt>
                <c:pt idx="3030">
                  <c:v>45437.365972222222</c:v>
                </c:pt>
                <c:pt idx="3031">
                  <c:v>45646.385416666657</c:v>
                </c:pt>
                <c:pt idx="3032">
                  <c:v>45507.400694444441</c:v>
                </c:pt>
                <c:pt idx="3033">
                  <c:v>45723.532638888893</c:v>
                </c:pt>
                <c:pt idx="3034">
                  <c:v>45466.588194444441</c:v>
                </c:pt>
                <c:pt idx="3035">
                  <c:v>45463.522222222222</c:v>
                </c:pt>
                <c:pt idx="3036">
                  <c:v>45534.679861111108</c:v>
                </c:pt>
                <c:pt idx="3037">
                  <c:v>45369.509722222218</c:v>
                </c:pt>
                <c:pt idx="3038">
                  <c:v>45625.568749999999</c:v>
                </c:pt>
                <c:pt idx="3039">
                  <c:v>45874.530555555553</c:v>
                </c:pt>
                <c:pt idx="3040">
                  <c:v>45874.526388888888</c:v>
                </c:pt>
                <c:pt idx="3041">
                  <c:v>45874.513888888891</c:v>
                </c:pt>
                <c:pt idx="3042">
                  <c:v>45399.95416666667</c:v>
                </c:pt>
                <c:pt idx="3043">
                  <c:v>45738.74722222222</c:v>
                </c:pt>
                <c:pt idx="3044">
                  <c:v>45759.552083333343</c:v>
                </c:pt>
                <c:pt idx="3045">
                  <c:v>45486.837500000001</c:v>
                </c:pt>
                <c:pt idx="3046">
                  <c:v>45487.904861111107</c:v>
                </c:pt>
                <c:pt idx="3047">
                  <c:v>45319.59652777778</c:v>
                </c:pt>
                <c:pt idx="3048">
                  <c:v>45715.900694444441</c:v>
                </c:pt>
                <c:pt idx="3049">
                  <c:v>45359.933333333327</c:v>
                </c:pt>
                <c:pt idx="3050">
                  <c:v>45591.534722222219</c:v>
                </c:pt>
                <c:pt idx="3051">
                  <c:v>45734.892361111109</c:v>
                </c:pt>
                <c:pt idx="3052">
                  <c:v>45454.525000000001</c:v>
                </c:pt>
                <c:pt idx="3053">
                  <c:v>45644.883333333331</c:v>
                </c:pt>
                <c:pt idx="3054">
                  <c:v>45419.377083333333</c:v>
                </c:pt>
                <c:pt idx="3055">
                  <c:v>45794.910416666673</c:v>
                </c:pt>
                <c:pt idx="3056">
                  <c:v>45914.418055555558</c:v>
                </c:pt>
                <c:pt idx="3057">
                  <c:v>45497.366666666669</c:v>
                </c:pt>
                <c:pt idx="3058">
                  <c:v>45693.413888888892</c:v>
                </c:pt>
                <c:pt idx="3059">
                  <c:v>45456.927777777782</c:v>
                </c:pt>
                <c:pt idx="3060">
                  <c:v>45323.981249999997</c:v>
                </c:pt>
                <c:pt idx="3061">
                  <c:v>45605.882638888892</c:v>
                </c:pt>
                <c:pt idx="3062">
                  <c:v>45605.886805555558</c:v>
                </c:pt>
                <c:pt idx="3063">
                  <c:v>45685.868750000001</c:v>
                </c:pt>
                <c:pt idx="3064">
                  <c:v>45656.552083333343</c:v>
                </c:pt>
                <c:pt idx="3065">
                  <c:v>45976.463888888888</c:v>
                </c:pt>
                <c:pt idx="3066">
                  <c:v>45934.648611111108</c:v>
                </c:pt>
                <c:pt idx="3067">
                  <c:v>45541.426388888889</c:v>
                </c:pt>
                <c:pt idx="3068">
                  <c:v>45581.806250000001</c:v>
                </c:pt>
                <c:pt idx="3069">
                  <c:v>45560.918055555558</c:v>
                </c:pt>
                <c:pt idx="3070">
                  <c:v>45628.447916666657</c:v>
                </c:pt>
                <c:pt idx="3071">
                  <c:v>45294.977777777778</c:v>
                </c:pt>
                <c:pt idx="3072">
                  <c:v>45862.298611111109</c:v>
                </c:pt>
                <c:pt idx="3073">
                  <c:v>45479.998611111107</c:v>
                </c:pt>
                <c:pt idx="3074">
                  <c:v>45637.404166666667</c:v>
                </c:pt>
                <c:pt idx="3075">
                  <c:v>45431.429861111108</c:v>
                </c:pt>
                <c:pt idx="3076">
                  <c:v>45355.433333333327</c:v>
                </c:pt>
                <c:pt idx="3077">
                  <c:v>45386.32708333333</c:v>
                </c:pt>
                <c:pt idx="3078">
                  <c:v>45515.470833333333</c:v>
                </c:pt>
                <c:pt idx="3079">
                  <c:v>45624.723611111112</c:v>
                </c:pt>
                <c:pt idx="3080">
                  <c:v>45814.335416666669</c:v>
                </c:pt>
                <c:pt idx="3081">
                  <c:v>45592.398611111108</c:v>
                </c:pt>
                <c:pt idx="3082">
                  <c:v>45756.558333333327</c:v>
                </c:pt>
                <c:pt idx="3083">
                  <c:v>45417.323611111111</c:v>
                </c:pt>
                <c:pt idx="3084">
                  <c:v>45684.757638888892</c:v>
                </c:pt>
                <c:pt idx="3085">
                  <c:v>46020.974305555559</c:v>
                </c:pt>
                <c:pt idx="3086">
                  <c:v>45522.958333333343</c:v>
                </c:pt>
                <c:pt idx="3087">
                  <c:v>45920.738888888889</c:v>
                </c:pt>
                <c:pt idx="3088">
                  <c:v>45968.918749999997</c:v>
                </c:pt>
                <c:pt idx="3089">
                  <c:v>45836.964583333327</c:v>
                </c:pt>
                <c:pt idx="3090">
                  <c:v>45357.95208333333</c:v>
                </c:pt>
                <c:pt idx="3091">
                  <c:v>45992.263194444437</c:v>
                </c:pt>
                <c:pt idx="3092">
                  <c:v>45607.927777777782</c:v>
                </c:pt>
                <c:pt idx="3093">
                  <c:v>45572.870138888888</c:v>
                </c:pt>
                <c:pt idx="3094">
                  <c:v>45870.24722222222</c:v>
                </c:pt>
                <c:pt idx="3095">
                  <c:v>45640.961805555547</c:v>
                </c:pt>
                <c:pt idx="3096">
                  <c:v>45464.986805555563</c:v>
                </c:pt>
                <c:pt idx="3097">
                  <c:v>45303.938888888893</c:v>
                </c:pt>
                <c:pt idx="3098">
                  <c:v>45719.384722222218</c:v>
                </c:pt>
                <c:pt idx="3099">
                  <c:v>45913.711111111108</c:v>
                </c:pt>
                <c:pt idx="3100">
                  <c:v>45726.492361111108</c:v>
                </c:pt>
                <c:pt idx="3101">
                  <c:v>45370.432638888888</c:v>
                </c:pt>
                <c:pt idx="3102">
                  <c:v>45913.71875</c:v>
                </c:pt>
                <c:pt idx="3103">
                  <c:v>45845.442361111112</c:v>
                </c:pt>
                <c:pt idx="3104">
                  <c:v>45824.458333333343</c:v>
                </c:pt>
                <c:pt idx="3105">
                  <c:v>45594.511805555558</c:v>
                </c:pt>
                <c:pt idx="3106">
                  <c:v>45607.634027777778</c:v>
                </c:pt>
                <c:pt idx="3107">
                  <c:v>45743.637499999997</c:v>
                </c:pt>
                <c:pt idx="3108">
                  <c:v>45760.711111111108</c:v>
                </c:pt>
                <c:pt idx="3109">
                  <c:v>45877.838888888888</c:v>
                </c:pt>
                <c:pt idx="3110">
                  <c:v>45803.412499999999</c:v>
                </c:pt>
                <c:pt idx="3111">
                  <c:v>45482.488888888889</c:v>
                </c:pt>
                <c:pt idx="3112">
                  <c:v>45962.695833333331</c:v>
                </c:pt>
                <c:pt idx="3113">
                  <c:v>45656.668749999997</c:v>
                </c:pt>
                <c:pt idx="3114">
                  <c:v>45499.506944444453</c:v>
                </c:pt>
                <c:pt idx="3115">
                  <c:v>45553.736805555563</c:v>
                </c:pt>
                <c:pt idx="3116">
                  <c:v>45781.63958333333</c:v>
                </c:pt>
                <c:pt idx="3117">
                  <c:v>45709.5625</c:v>
                </c:pt>
                <c:pt idx="3118">
                  <c:v>45677.543055555558</c:v>
                </c:pt>
                <c:pt idx="3119">
                  <c:v>45298.609027777777</c:v>
                </c:pt>
                <c:pt idx="3120">
                  <c:v>45894.462500000001</c:v>
                </c:pt>
                <c:pt idx="3121">
                  <c:v>45519.720833333333</c:v>
                </c:pt>
                <c:pt idx="3122">
                  <c:v>45867.588888888888</c:v>
                </c:pt>
                <c:pt idx="3123">
                  <c:v>45451.714583333327</c:v>
                </c:pt>
                <c:pt idx="3124">
                  <c:v>45335.515277777777</c:v>
                </c:pt>
                <c:pt idx="3125">
                  <c:v>45796.634722222218</c:v>
                </c:pt>
                <c:pt idx="3126">
                  <c:v>45616.728472222218</c:v>
                </c:pt>
                <c:pt idx="3127">
                  <c:v>45635.462500000001</c:v>
                </c:pt>
                <c:pt idx="3128">
                  <c:v>45573.496527777781</c:v>
                </c:pt>
                <c:pt idx="3129">
                  <c:v>45537.50277777778</c:v>
                </c:pt>
                <c:pt idx="3130">
                  <c:v>45406.538194444453</c:v>
                </c:pt>
                <c:pt idx="3131">
                  <c:v>46003.427083333343</c:v>
                </c:pt>
                <c:pt idx="3132">
                  <c:v>45693.700694444437</c:v>
                </c:pt>
                <c:pt idx="3133">
                  <c:v>45978.538888888892</c:v>
                </c:pt>
                <c:pt idx="3134">
                  <c:v>45344.714583333327</c:v>
                </c:pt>
                <c:pt idx="3135">
                  <c:v>45416.30972222222</c:v>
                </c:pt>
                <c:pt idx="3136">
                  <c:v>45567.448611111111</c:v>
                </c:pt>
                <c:pt idx="3137">
                  <c:v>45853.484722222223</c:v>
                </c:pt>
                <c:pt idx="3138">
                  <c:v>45638.347916666673</c:v>
                </c:pt>
                <c:pt idx="3139">
                  <c:v>45503.477777777778</c:v>
                </c:pt>
                <c:pt idx="3140">
                  <c:v>45377.35833333333</c:v>
                </c:pt>
                <c:pt idx="3141">
                  <c:v>45799.319444444453</c:v>
                </c:pt>
                <c:pt idx="3142">
                  <c:v>45914.352083333331</c:v>
                </c:pt>
                <c:pt idx="3143">
                  <c:v>45524.283333333333</c:v>
                </c:pt>
                <c:pt idx="3144">
                  <c:v>45494.824999999997</c:v>
                </c:pt>
                <c:pt idx="3145">
                  <c:v>45441.574999999997</c:v>
                </c:pt>
                <c:pt idx="3146">
                  <c:v>45811.275000000001</c:v>
                </c:pt>
                <c:pt idx="3147">
                  <c:v>45549.352777777778</c:v>
                </c:pt>
                <c:pt idx="3148">
                  <c:v>45681.330555555563</c:v>
                </c:pt>
                <c:pt idx="3149">
                  <c:v>46009.779166666667</c:v>
                </c:pt>
                <c:pt idx="3150">
                  <c:v>45880.368055555547</c:v>
                </c:pt>
                <c:pt idx="3151">
                  <c:v>45824.798611111109</c:v>
                </c:pt>
                <c:pt idx="3152">
                  <c:v>45964.318749999999</c:v>
                </c:pt>
                <c:pt idx="3153">
                  <c:v>45614.438194444447</c:v>
                </c:pt>
                <c:pt idx="3154">
                  <c:v>45663.573611111111</c:v>
                </c:pt>
                <c:pt idx="3155">
                  <c:v>45302.379166666673</c:v>
                </c:pt>
                <c:pt idx="3156">
                  <c:v>45902.841666666667</c:v>
                </c:pt>
                <c:pt idx="3157">
                  <c:v>45358.443055555559</c:v>
                </c:pt>
                <c:pt idx="3158">
                  <c:v>45943.29583333333</c:v>
                </c:pt>
                <c:pt idx="3159">
                  <c:v>45588.491666666669</c:v>
                </c:pt>
                <c:pt idx="3160">
                  <c:v>45465.427083333343</c:v>
                </c:pt>
                <c:pt idx="3161">
                  <c:v>45999.374305555553</c:v>
                </c:pt>
                <c:pt idx="3162">
                  <c:v>45733.296527777777</c:v>
                </c:pt>
                <c:pt idx="3163">
                  <c:v>45838.729166666657</c:v>
                </c:pt>
                <c:pt idx="3164">
                  <c:v>45361.663194444453</c:v>
                </c:pt>
                <c:pt idx="3165">
                  <c:v>45326.852083333331</c:v>
                </c:pt>
                <c:pt idx="3166">
                  <c:v>45536.634027777778</c:v>
                </c:pt>
                <c:pt idx="3167">
                  <c:v>45929.640277777777</c:v>
                </c:pt>
                <c:pt idx="3168">
                  <c:v>45845.506944444453</c:v>
                </c:pt>
                <c:pt idx="3169">
                  <c:v>45984.60833333333</c:v>
                </c:pt>
                <c:pt idx="3170">
                  <c:v>45480.430555555547</c:v>
                </c:pt>
                <c:pt idx="3171">
                  <c:v>45636.511805555558</c:v>
                </c:pt>
                <c:pt idx="3172">
                  <c:v>45446.84652777778</c:v>
                </c:pt>
                <c:pt idx="3173">
                  <c:v>45826.787499999999</c:v>
                </c:pt>
                <c:pt idx="3174">
                  <c:v>45786.44027777778</c:v>
                </c:pt>
                <c:pt idx="3175">
                  <c:v>45762.363888888889</c:v>
                </c:pt>
                <c:pt idx="3176">
                  <c:v>45296.177083333343</c:v>
                </c:pt>
                <c:pt idx="3177">
                  <c:v>45314.492361111108</c:v>
                </c:pt>
                <c:pt idx="3178">
                  <c:v>45693.342361111107</c:v>
                </c:pt>
                <c:pt idx="3179">
                  <c:v>45574.365277777782</c:v>
                </c:pt>
                <c:pt idx="3180">
                  <c:v>45469.617361111108</c:v>
                </c:pt>
                <c:pt idx="3181">
                  <c:v>45660.651388888888</c:v>
                </c:pt>
                <c:pt idx="3182">
                  <c:v>45388.515972222223</c:v>
                </c:pt>
                <c:pt idx="3183">
                  <c:v>45790.466666666667</c:v>
                </c:pt>
                <c:pt idx="3184">
                  <c:v>45433.29583333333</c:v>
                </c:pt>
                <c:pt idx="3185">
                  <c:v>45868.580555555563</c:v>
                </c:pt>
                <c:pt idx="3186">
                  <c:v>45516.431250000001</c:v>
                </c:pt>
                <c:pt idx="3187">
                  <c:v>45891.540277777778</c:v>
                </c:pt>
                <c:pt idx="3188">
                  <c:v>45916.349305555559</c:v>
                </c:pt>
                <c:pt idx="3189">
                  <c:v>45371.656944444447</c:v>
                </c:pt>
                <c:pt idx="3190">
                  <c:v>45958.470833333333</c:v>
                </c:pt>
                <c:pt idx="3191">
                  <c:v>45615.816666666673</c:v>
                </c:pt>
                <c:pt idx="3192">
                  <c:v>45677.611111111109</c:v>
                </c:pt>
                <c:pt idx="3193">
                  <c:v>45346.820138888892</c:v>
                </c:pt>
                <c:pt idx="3194">
                  <c:v>45492.866666666669</c:v>
                </c:pt>
                <c:pt idx="3195">
                  <c:v>45588.693055555559</c:v>
                </c:pt>
                <c:pt idx="3196">
                  <c:v>45526.313194444447</c:v>
                </c:pt>
                <c:pt idx="3197">
                  <c:v>45411.752083333333</c:v>
                </c:pt>
                <c:pt idx="3198">
                  <c:v>45564.538194444453</c:v>
                </c:pt>
                <c:pt idx="3199">
                  <c:v>45578.994444444441</c:v>
                </c:pt>
                <c:pt idx="3200">
                  <c:v>45424.588194444441</c:v>
                </c:pt>
                <c:pt idx="3201">
                  <c:v>45480.015277777777</c:v>
                </c:pt>
                <c:pt idx="3202">
                  <c:v>45812.890972222223</c:v>
                </c:pt>
                <c:pt idx="3203">
                  <c:v>45327.650694444441</c:v>
                </c:pt>
                <c:pt idx="3204">
                  <c:v>45634.688194444447</c:v>
                </c:pt>
                <c:pt idx="3205">
                  <c:v>45299.644444444442</c:v>
                </c:pt>
                <c:pt idx="3206">
                  <c:v>45665.316666666673</c:v>
                </c:pt>
                <c:pt idx="3207">
                  <c:v>45891.597916666673</c:v>
                </c:pt>
                <c:pt idx="3208">
                  <c:v>45474.795138888891</c:v>
                </c:pt>
                <c:pt idx="3209">
                  <c:v>45331.866666666669</c:v>
                </c:pt>
                <c:pt idx="3210">
                  <c:v>45420.396527777782</c:v>
                </c:pt>
                <c:pt idx="3211">
                  <c:v>45740.662499999999</c:v>
                </c:pt>
                <c:pt idx="3212">
                  <c:v>45856.466666666667</c:v>
                </c:pt>
                <c:pt idx="3213">
                  <c:v>45596.379166666673</c:v>
                </c:pt>
                <c:pt idx="3214">
                  <c:v>46022.770833333343</c:v>
                </c:pt>
                <c:pt idx="3215">
                  <c:v>46002.59652777778</c:v>
                </c:pt>
                <c:pt idx="3216">
                  <c:v>45940.77847222222</c:v>
                </c:pt>
                <c:pt idx="3217">
                  <c:v>45635.347916666673</c:v>
                </c:pt>
                <c:pt idx="3218">
                  <c:v>45922.375694444447</c:v>
                </c:pt>
                <c:pt idx="3219">
                  <c:v>45761.390277777777</c:v>
                </c:pt>
                <c:pt idx="3220">
                  <c:v>45986.592361111107</c:v>
                </c:pt>
                <c:pt idx="3221">
                  <c:v>45547.979166666657</c:v>
                </c:pt>
                <c:pt idx="3222">
                  <c:v>45526.272222222222</c:v>
                </c:pt>
                <c:pt idx="3223">
                  <c:v>45501.847916666673</c:v>
                </c:pt>
                <c:pt idx="3224">
                  <c:v>45348.344444444447</c:v>
                </c:pt>
                <c:pt idx="3225">
                  <c:v>45449.427083333343</c:v>
                </c:pt>
                <c:pt idx="3226">
                  <c:v>45695.554166666669</c:v>
                </c:pt>
                <c:pt idx="3227">
                  <c:v>45655.821527777778</c:v>
                </c:pt>
                <c:pt idx="3228">
                  <c:v>45391.824305555558</c:v>
                </c:pt>
                <c:pt idx="3229">
                  <c:v>45965.681250000001</c:v>
                </c:pt>
                <c:pt idx="3230">
                  <c:v>45366.689583333333</c:v>
                </c:pt>
                <c:pt idx="3231">
                  <c:v>45323.431944444441</c:v>
                </c:pt>
                <c:pt idx="3232">
                  <c:v>45792.604166666657</c:v>
                </c:pt>
                <c:pt idx="3233">
                  <c:v>45573.95208333333</c:v>
                </c:pt>
                <c:pt idx="3234">
                  <c:v>45874.563888888893</c:v>
                </c:pt>
                <c:pt idx="3235">
                  <c:v>45719.81527777778</c:v>
                </c:pt>
                <c:pt idx="3236">
                  <c:v>45611.665277777778</c:v>
                </c:pt>
                <c:pt idx="3237">
                  <c:v>45814.340277777781</c:v>
                </c:pt>
                <c:pt idx="3238">
                  <c:v>45832.682638888888</c:v>
                </c:pt>
                <c:pt idx="3239">
                  <c:v>45999.510416666657</c:v>
                </c:pt>
                <c:pt idx="3240">
                  <c:v>45838.509027777778</c:v>
                </c:pt>
                <c:pt idx="3241">
                  <c:v>45797.525000000001</c:v>
                </c:pt>
                <c:pt idx="3242">
                  <c:v>45894.568749999999</c:v>
                </c:pt>
                <c:pt idx="3243">
                  <c:v>45294.383333333331</c:v>
                </c:pt>
                <c:pt idx="3244">
                  <c:v>45448.606944444437</c:v>
                </c:pt>
                <c:pt idx="3245">
                  <c:v>45964.435416666667</c:v>
                </c:pt>
                <c:pt idx="3246">
                  <c:v>45554.376388888893</c:v>
                </c:pt>
                <c:pt idx="3247">
                  <c:v>45723.365972222222</c:v>
                </c:pt>
                <c:pt idx="3248">
                  <c:v>45345.388888888891</c:v>
                </c:pt>
                <c:pt idx="3249">
                  <c:v>45681.377083333333</c:v>
                </c:pt>
                <c:pt idx="3250">
                  <c:v>45622.652777777781</c:v>
                </c:pt>
                <c:pt idx="3251">
                  <c:v>45503.386111111111</c:v>
                </c:pt>
                <c:pt idx="3252">
                  <c:v>45751.425000000003</c:v>
                </c:pt>
                <c:pt idx="3253">
                  <c:v>45397.386805555558</c:v>
                </c:pt>
                <c:pt idx="3254">
                  <c:v>45915.486111111109</c:v>
                </c:pt>
                <c:pt idx="3255">
                  <c:v>45798.724999999999</c:v>
                </c:pt>
                <c:pt idx="3256">
                  <c:v>45401.580555555563</c:v>
                </c:pt>
                <c:pt idx="3257">
                  <c:v>45631.643055555563</c:v>
                </c:pt>
                <c:pt idx="3258">
                  <c:v>45852.694444444453</c:v>
                </c:pt>
                <c:pt idx="3259">
                  <c:v>45827.270833333343</c:v>
                </c:pt>
                <c:pt idx="3260">
                  <c:v>45995.480555555558</c:v>
                </c:pt>
                <c:pt idx="3261">
                  <c:v>45427.23333333333</c:v>
                </c:pt>
                <c:pt idx="3262">
                  <c:v>45875.320833333331</c:v>
                </c:pt>
                <c:pt idx="3263">
                  <c:v>45572.241666666669</c:v>
                </c:pt>
                <c:pt idx="3264">
                  <c:v>45653.333333333343</c:v>
                </c:pt>
                <c:pt idx="3265">
                  <c:v>45971.436805555553</c:v>
                </c:pt>
                <c:pt idx="3266">
                  <c:v>45368.365277777782</c:v>
                </c:pt>
                <c:pt idx="3267">
                  <c:v>45558.263888888891</c:v>
                </c:pt>
                <c:pt idx="3268">
                  <c:v>45741.740277777782</c:v>
                </c:pt>
                <c:pt idx="3269">
                  <c:v>45779.24722222222</c:v>
                </c:pt>
                <c:pt idx="3270">
                  <c:v>45926.647222222222</c:v>
                </c:pt>
                <c:pt idx="3271">
                  <c:v>45700.229166666657</c:v>
                </c:pt>
                <c:pt idx="3272">
                  <c:v>45810.736805555563</c:v>
                </c:pt>
                <c:pt idx="3273">
                  <c:v>45313.240277777782</c:v>
                </c:pt>
                <c:pt idx="3274">
                  <c:v>45723.257638888892</c:v>
                </c:pt>
                <c:pt idx="3275">
                  <c:v>45538.32708333333</c:v>
                </c:pt>
                <c:pt idx="3276">
                  <c:v>45761.719444444447</c:v>
                </c:pt>
                <c:pt idx="3277">
                  <c:v>45477.656944444447</c:v>
                </c:pt>
                <c:pt idx="3278">
                  <c:v>45832.556250000001</c:v>
                </c:pt>
                <c:pt idx="3279">
                  <c:v>45443.447222222218</c:v>
                </c:pt>
                <c:pt idx="3280">
                  <c:v>45398.464583333327</c:v>
                </c:pt>
                <c:pt idx="3281">
                  <c:v>45383.394444444442</c:v>
                </c:pt>
                <c:pt idx="3282">
                  <c:v>45614.732638888891</c:v>
                </c:pt>
                <c:pt idx="3283">
                  <c:v>45351.404861111107</c:v>
                </c:pt>
                <c:pt idx="3284">
                  <c:v>45494.800694444442</c:v>
                </c:pt>
                <c:pt idx="3285">
                  <c:v>45463.236111111109</c:v>
                </c:pt>
                <c:pt idx="3286">
                  <c:v>45293.599305555559</c:v>
                </c:pt>
                <c:pt idx="3287">
                  <c:v>45608.265972222223</c:v>
                </c:pt>
                <c:pt idx="3288">
                  <c:v>45621.490972222222</c:v>
                </c:pt>
                <c:pt idx="3289">
                  <c:v>45682.325694444437</c:v>
                </c:pt>
                <c:pt idx="3290">
                  <c:v>45947.365972222222</c:v>
                </c:pt>
                <c:pt idx="3291">
                  <c:v>45328.681250000001</c:v>
                </c:pt>
                <c:pt idx="3292">
                  <c:v>45974.504861111112</c:v>
                </c:pt>
                <c:pt idx="3293">
                  <c:v>45512.301388888889</c:v>
                </c:pt>
                <c:pt idx="3294">
                  <c:v>45523.695833333331</c:v>
                </c:pt>
                <c:pt idx="3295">
                  <c:v>45580.4375</c:v>
                </c:pt>
                <c:pt idx="3296">
                  <c:v>45589.799305555563</c:v>
                </c:pt>
                <c:pt idx="3297">
                  <c:v>45819.373611111107</c:v>
                </c:pt>
                <c:pt idx="3298">
                  <c:v>45377.500694444447</c:v>
                </c:pt>
                <c:pt idx="3299">
                  <c:v>45607.464583333327</c:v>
                </c:pt>
                <c:pt idx="3300">
                  <c:v>45358.510416666657</c:v>
                </c:pt>
                <c:pt idx="3301">
                  <c:v>45343.531944444447</c:v>
                </c:pt>
                <c:pt idx="3302">
                  <c:v>45359.65347222222</c:v>
                </c:pt>
                <c:pt idx="3303">
                  <c:v>45351.574305555558</c:v>
                </c:pt>
                <c:pt idx="3304">
                  <c:v>45789.404861111107</c:v>
                </c:pt>
                <c:pt idx="3305">
                  <c:v>45299.505555555559</c:v>
                </c:pt>
                <c:pt idx="3306">
                  <c:v>45439.554166666669</c:v>
                </c:pt>
                <c:pt idx="3307">
                  <c:v>45806.55972222222</c:v>
                </c:pt>
                <c:pt idx="3308">
                  <c:v>45359.599305555559</c:v>
                </c:pt>
                <c:pt idx="3309">
                  <c:v>45406.405555555553</c:v>
                </c:pt>
                <c:pt idx="3310">
                  <c:v>45941.708333333343</c:v>
                </c:pt>
                <c:pt idx="3311">
                  <c:v>45571.845138888893</c:v>
                </c:pt>
                <c:pt idx="3312">
                  <c:v>45875.351388888892</c:v>
                </c:pt>
                <c:pt idx="3313">
                  <c:v>45889.868055555547</c:v>
                </c:pt>
                <c:pt idx="3314">
                  <c:v>45711.452777777777</c:v>
                </c:pt>
                <c:pt idx="3315">
                  <c:v>45853.867361111108</c:v>
                </c:pt>
                <c:pt idx="3316">
                  <c:v>45452.65</c:v>
                </c:pt>
                <c:pt idx="3317">
                  <c:v>45673.681944444441</c:v>
                </c:pt>
                <c:pt idx="3318">
                  <c:v>45977.736805555563</c:v>
                </c:pt>
                <c:pt idx="3319">
                  <c:v>45835.526388888888</c:v>
                </c:pt>
                <c:pt idx="3320">
                  <c:v>45912.3125</c:v>
                </c:pt>
                <c:pt idx="3321">
                  <c:v>45744.981944444437</c:v>
                </c:pt>
                <c:pt idx="3322">
                  <c:v>45808.541666666657</c:v>
                </c:pt>
                <c:pt idx="3323">
                  <c:v>45962.677083333343</c:v>
                </c:pt>
                <c:pt idx="3324">
                  <c:v>45503.311111111107</c:v>
                </c:pt>
                <c:pt idx="3325">
                  <c:v>45835.529861111107</c:v>
                </c:pt>
                <c:pt idx="3326">
                  <c:v>45576.038194444453</c:v>
                </c:pt>
                <c:pt idx="3327">
                  <c:v>45609.857638888891</c:v>
                </c:pt>
                <c:pt idx="3328">
                  <c:v>45777.76666666667</c:v>
                </c:pt>
                <c:pt idx="3329">
                  <c:v>45381.565972222219</c:v>
                </c:pt>
                <c:pt idx="3330">
                  <c:v>45864.770138888889</c:v>
                </c:pt>
                <c:pt idx="3331">
                  <c:v>45993.824305555558</c:v>
                </c:pt>
                <c:pt idx="3332">
                  <c:v>45479.640277777777</c:v>
                </c:pt>
                <c:pt idx="3333">
                  <c:v>45438.01666666667</c:v>
                </c:pt>
                <c:pt idx="3334">
                  <c:v>45653.744444444441</c:v>
                </c:pt>
                <c:pt idx="3335">
                  <c:v>45351.31527777778</c:v>
                </c:pt>
                <c:pt idx="3336">
                  <c:v>45514.777083333327</c:v>
                </c:pt>
                <c:pt idx="3337">
                  <c:v>45989.397916666669</c:v>
                </c:pt>
                <c:pt idx="3338">
                  <c:v>45970.759722222218</c:v>
                </c:pt>
                <c:pt idx="3339">
                  <c:v>45456.310416666667</c:v>
                </c:pt>
                <c:pt idx="3340">
                  <c:v>45951.384722222218</c:v>
                </c:pt>
                <c:pt idx="3341">
                  <c:v>45935.655555555553</c:v>
                </c:pt>
                <c:pt idx="3342">
                  <c:v>45568.321527777778</c:v>
                </c:pt>
                <c:pt idx="3343">
                  <c:v>45842.322916666657</c:v>
                </c:pt>
                <c:pt idx="3344">
                  <c:v>45865.705555555563</c:v>
                </c:pt>
                <c:pt idx="3345">
                  <c:v>45820.279861111107</c:v>
                </c:pt>
                <c:pt idx="3346">
                  <c:v>45676.322222222218</c:v>
                </c:pt>
                <c:pt idx="3347">
                  <c:v>45694.518055555563</c:v>
                </c:pt>
                <c:pt idx="3348">
                  <c:v>45876.295138888891</c:v>
                </c:pt>
                <c:pt idx="3349">
                  <c:v>45894.381944444453</c:v>
                </c:pt>
                <c:pt idx="3350">
                  <c:v>45374.306944444441</c:v>
                </c:pt>
                <c:pt idx="3351">
                  <c:v>45484.35833333333</c:v>
                </c:pt>
                <c:pt idx="3352">
                  <c:v>45478.355555555558</c:v>
                </c:pt>
                <c:pt idx="3353">
                  <c:v>45753.375694444447</c:v>
                </c:pt>
                <c:pt idx="3354">
                  <c:v>45330.317361111112</c:v>
                </c:pt>
                <c:pt idx="3355">
                  <c:v>45614.5625</c:v>
                </c:pt>
                <c:pt idx="3356">
                  <c:v>45596.279166666667</c:v>
                </c:pt>
                <c:pt idx="3357">
                  <c:v>45772.712500000001</c:v>
                </c:pt>
                <c:pt idx="3358">
                  <c:v>46000.636111111111</c:v>
                </c:pt>
                <c:pt idx="3359">
                  <c:v>45502.338194444441</c:v>
                </c:pt>
                <c:pt idx="3360">
                  <c:v>45639.295138888891</c:v>
                </c:pt>
                <c:pt idx="3361">
                  <c:v>45792.402777777781</c:v>
                </c:pt>
                <c:pt idx="3362">
                  <c:v>45799.500694444447</c:v>
                </c:pt>
                <c:pt idx="3363">
                  <c:v>46020.429861111108</c:v>
                </c:pt>
                <c:pt idx="3364">
                  <c:v>45540.409722222219</c:v>
                </c:pt>
                <c:pt idx="3365">
                  <c:v>46020.431944444441</c:v>
                </c:pt>
                <c:pt idx="3366">
                  <c:v>45918.288194444453</c:v>
                </c:pt>
                <c:pt idx="3367">
                  <c:v>45722.273611111108</c:v>
                </c:pt>
                <c:pt idx="3368">
                  <c:v>45411.304861111108</c:v>
                </c:pt>
                <c:pt idx="3369">
                  <c:v>45426.433333333327</c:v>
                </c:pt>
                <c:pt idx="3370">
                  <c:v>45302.280555555553</c:v>
                </c:pt>
                <c:pt idx="3371">
                  <c:v>45304.804861111108</c:v>
                </c:pt>
                <c:pt idx="3372">
                  <c:v>45626.59375</c:v>
                </c:pt>
                <c:pt idx="3373">
                  <c:v>45689.625694444447</c:v>
                </c:pt>
                <c:pt idx="3374">
                  <c:v>45780.592361111107</c:v>
                </c:pt>
                <c:pt idx="3375">
                  <c:v>45414.798611111109</c:v>
                </c:pt>
                <c:pt idx="3376">
                  <c:v>45565.583333333343</c:v>
                </c:pt>
                <c:pt idx="3377">
                  <c:v>45529.925000000003</c:v>
                </c:pt>
                <c:pt idx="3378">
                  <c:v>45344.625</c:v>
                </c:pt>
                <c:pt idx="3379">
                  <c:v>45843.556944444441</c:v>
                </c:pt>
                <c:pt idx="3380">
                  <c:v>45583.897916666669</c:v>
                </c:pt>
                <c:pt idx="3381">
                  <c:v>45981.832638888889</c:v>
                </c:pt>
                <c:pt idx="3382">
                  <c:v>45478.678472222222</c:v>
                </c:pt>
                <c:pt idx="3383">
                  <c:v>45821.825694444437</c:v>
                </c:pt>
                <c:pt idx="3384">
                  <c:v>45718.990277777782</c:v>
                </c:pt>
                <c:pt idx="3385">
                  <c:v>45855.563888888893</c:v>
                </c:pt>
                <c:pt idx="3386">
                  <c:v>45380.679861111108</c:v>
                </c:pt>
                <c:pt idx="3387">
                  <c:v>45435.503472222219</c:v>
                </c:pt>
                <c:pt idx="3388">
                  <c:v>45752.681944444441</c:v>
                </c:pt>
                <c:pt idx="3389">
                  <c:v>45455.973611111112</c:v>
                </c:pt>
                <c:pt idx="3390">
                  <c:v>45809.96875</c:v>
                </c:pt>
                <c:pt idx="3391">
                  <c:v>45922.632638888892</c:v>
                </c:pt>
                <c:pt idx="3392">
                  <c:v>45893.669444444437</c:v>
                </c:pt>
                <c:pt idx="3393">
                  <c:v>45478.647916666669</c:v>
                </c:pt>
                <c:pt idx="3394">
                  <c:v>45498.556250000001</c:v>
                </c:pt>
                <c:pt idx="3395">
                  <c:v>45474.71875</c:v>
                </c:pt>
                <c:pt idx="3396">
                  <c:v>45709.622916666667</c:v>
                </c:pt>
                <c:pt idx="3397">
                  <c:v>45485.587500000001</c:v>
                </c:pt>
                <c:pt idx="3398">
                  <c:v>45841.634027777778</c:v>
                </c:pt>
                <c:pt idx="3399">
                  <c:v>45326.518055555563</c:v>
                </c:pt>
                <c:pt idx="3400">
                  <c:v>45874.614583333343</c:v>
                </c:pt>
                <c:pt idx="3401">
                  <c:v>45912.615277777782</c:v>
                </c:pt>
                <c:pt idx="3402">
                  <c:v>45989.750694444447</c:v>
                </c:pt>
                <c:pt idx="3403">
                  <c:v>45656.595138888893</c:v>
                </c:pt>
                <c:pt idx="3404">
                  <c:v>45476.677083333343</c:v>
                </c:pt>
                <c:pt idx="3405">
                  <c:v>45933.515277777777</c:v>
                </c:pt>
                <c:pt idx="3406">
                  <c:v>45477.667361111111</c:v>
                </c:pt>
                <c:pt idx="3407">
                  <c:v>45503.511805555558</c:v>
                </c:pt>
                <c:pt idx="3408">
                  <c:v>45567.611111111109</c:v>
                </c:pt>
                <c:pt idx="3409">
                  <c:v>45845.571527777778</c:v>
                </c:pt>
                <c:pt idx="3410">
                  <c:v>45694.517361111109</c:v>
                </c:pt>
                <c:pt idx="3411">
                  <c:v>45890.527083333327</c:v>
                </c:pt>
                <c:pt idx="3412">
                  <c:v>46020.469444444447</c:v>
                </c:pt>
                <c:pt idx="3413">
                  <c:v>45890.492361111108</c:v>
                </c:pt>
                <c:pt idx="3414">
                  <c:v>45365.743750000001</c:v>
                </c:pt>
                <c:pt idx="3415">
                  <c:v>45890.54791666667</c:v>
                </c:pt>
                <c:pt idx="3416">
                  <c:v>45593.573611111111</c:v>
                </c:pt>
                <c:pt idx="3417">
                  <c:v>45491.469444444447</c:v>
                </c:pt>
                <c:pt idx="3418">
                  <c:v>45925.69027777778</c:v>
                </c:pt>
                <c:pt idx="3419">
                  <c:v>45858.564583333333</c:v>
                </c:pt>
                <c:pt idx="3420">
                  <c:v>45866.586111111108</c:v>
                </c:pt>
                <c:pt idx="3421">
                  <c:v>45302.724999999999</c:v>
                </c:pt>
                <c:pt idx="3422">
                  <c:v>45483.52847222222</c:v>
                </c:pt>
                <c:pt idx="3423">
                  <c:v>45559.651388888888</c:v>
                </c:pt>
                <c:pt idx="3424">
                  <c:v>45700.470833333333</c:v>
                </c:pt>
                <c:pt idx="3425">
                  <c:v>45632.625694444447</c:v>
                </c:pt>
                <c:pt idx="3426">
                  <c:v>45499.606249999997</c:v>
                </c:pt>
                <c:pt idx="3427">
                  <c:v>45903.680555555547</c:v>
                </c:pt>
                <c:pt idx="3428">
                  <c:v>45530.69027777778</c:v>
                </c:pt>
                <c:pt idx="3429">
                  <c:v>45490.490972222222</c:v>
                </c:pt>
                <c:pt idx="3430">
                  <c:v>45516.515972222223</c:v>
                </c:pt>
                <c:pt idx="3431">
                  <c:v>45542.808333333327</c:v>
                </c:pt>
                <c:pt idx="3432">
                  <c:v>45339.397222222222</c:v>
                </c:pt>
                <c:pt idx="3433">
                  <c:v>45534.597916666673</c:v>
                </c:pt>
                <c:pt idx="3434">
                  <c:v>45340.408333333333</c:v>
                </c:pt>
                <c:pt idx="3435">
                  <c:v>45744.412499999999</c:v>
                </c:pt>
                <c:pt idx="3436">
                  <c:v>45843.62777777778</c:v>
                </c:pt>
                <c:pt idx="3437">
                  <c:v>45590.890972222223</c:v>
                </c:pt>
                <c:pt idx="3438">
                  <c:v>45566.645833333343</c:v>
                </c:pt>
                <c:pt idx="3439">
                  <c:v>45295.366666666669</c:v>
                </c:pt>
                <c:pt idx="3440">
                  <c:v>45319.583333333343</c:v>
                </c:pt>
                <c:pt idx="3441">
                  <c:v>45690.788194444453</c:v>
                </c:pt>
                <c:pt idx="3442">
                  <c:v>45818.404861111107</c:v>
                </c:pt>
                <c:pt idx="3443">
                  <c:v>45957.5625</c:v>
                </c:pt>
                <c:pt idx="3444">
                  <c:v>45366.567361111112</c:v>
                </c:pt>
                <c:pt idx="3445">
                  <c:v>45543.35833333333</c:v>
                </c:pt>
                <c:pt idx="3446">
                  <c:v>45632.591666666667</c:v>
                </c:pt>
                <c:pt idx="3447">
                  <c:v>45982.365277777782</c:v>
                </c:pt>
                <c:pt idx="3448">
                  <c:v>45904.306250000001</c:v>
                </c:pt>
                <c:pt idx="3449">
                  <c:v>45613.6875</c:v>
                </c:pt>
                <c:pt idx="3450">
                  <c:v>45756.68472222222</c:v>
                </c:pt>
                <c:pt idx="3451">
                  <c:v>45483.714583333327</c:v>
                </c:pt>
                <c:pt idx="3452">
                  <c:v>45466.459027777782</c:v>
                </c:pt>
                <c:pt idx="3453">
                  <c:v>45415.623611111107</c:v>
                </c:pt>
                <c:pt idx="3454">
                  <c:v>45789.484027777777</c:v>
                </c:pt>
                <c:pt idx="3455">
                  <c:v>45660.885416666657</c:v>
                </c:pt>
                <c:pt idx="3456">
                  <c:v>46007.462500000001</c:v>
                </c:pt>
                <c:pt idx="3457">
                  <c:v>45870.444444444453</c:v>
                </c:pt>
                <c:pt idx="3458">
                  <c:v>45441.359027777777</c:v>
                </c:pt>
                <c:pt idx="3459">
                  <c:v>45717.9375</c:v>
                </c:pt>
                <c:pt idx="3460">
                  <c:v>45391.445833333331</c:v>
                </c:pt>
                <c:pt idx="3461">
                  <c:v>45931.554166666669</c:v>
                </c:pt>
                <c:pt idx="3462">
                  <c:v>45513.466666666667</c:v>
                </c:pt>
                <c:pt idx="3463">
                  <c:v>45682.601388888892</c:v>
                </c:pt>
                <c:pt idx="3464">
                  <c:v>45322.731944444437</c:v>
                </c:pt>
                <c:pt idx="3465">
                  <c:v>45754.738194444442</c:v>
                </c:pt>
                <c:pt idx="3466">
                  <c:v>45754.738194444442</c:v>
                </c:pt>
                <c:pt idx="3467">
                  <c:v>45818.759722222218</c:v>
                </c:pt>
                <c:pt idx="3468">
                  <c:v>45706.759722222218</c:v>
                </c:pt>
                <c:pt idx="3469">
                  <c:v>45706.759722222218</c:v>
                </c:pt>
                <c:pt idx="3470">
                  <c:v>45375.631944444453</c:v>
                </c:pt>
                <c:pt idx="3471">
                  <c:v>45375.631944444453</c:v>
                </c:pt>
                <c:pt idx="3472">
                  <c:v>45322.731944444437</c:v>
                </c:pt>
                <c:pt idx="3473">
                  <c:v>45733.75</c:v>
                </c:pt>
                <c:pt idx="3474">
                  <c:v>45512.580555555563</c:v>
                </c:pt>
                <c:pt idx="3475">
                  <c:v>45512.580555555563</c:v>
                </c:pt>
                <c:pt idx="3476">
                  <c:v>45506.436111111107</c:v>
                </c:pt>
                <c:pt idx="3477">
                  <c:v>45565.914583333331</c:v>
                </c:pt>
                <c:pt idx="3478">
                  <c:v>45506.436111111107</c:v>
                </c:pt>
                <c:pt idx="3479">
                  <c:v>45565.914583333331</c:v>
                </c:pt>
                <c:pt idx="3480">
                  <c:v>45894.720833333333</c:v>
                </c:pt>
                <c:pt idx="3481">
                  <c:v>45894.720833333333</c:v>
                </c:pt>
                <c:pt idx="3482">
                  <c:v>45502.446527777778</c:v>
                </c:pt>
                <c:pt idx="3483">
                  <c:v>45502.446527777778</c:v>
                </c:pt>
                <c:pt idx="3484">
                  <c:v>45835.779861111107</c:v>
                </c:pt>
                <c:pt idx="3485">
                  <c:v>45835.779861111107</c:v>
                </c:pt>
                <c:pt idx="3486">
                  <c:v>45615.725694444453</c:v>
                </c:pt>
                <c:pt idx="3487">
                  <c:v>45615.725694444453</c:v>
                </c:pt>
                <c:pt idx="3488">
                  <c:v>45593.55</c:v>
                </c:pt>
                <c:pt idx="3489">
                  <c:v>45593.55</c:v>
                </c:pt>
                <c:pt idx="3490">
                  <c:v>45406.67083333333</c:v>
                </c:pt>
                <c:pt idx="3491">
                  <c:v>45818.759722222218</c:v>
                </c:pt>
                <c:pt idx="3492">
                  <c:v>45406.67083333333</c:v>
                </c:pt>
                <c:pt idx="3493">
                  <c:v>45682.601388888892</c:v>
                </c:pt>
                <c:pt idx="3494">
                  <c:v>45868.8125</c:v>
                </c:pt>
                <c:pt idx="3495">
                  <c:v>45733.75</c:v>
                </c:pt>
                <c:pt idx="3496">
                  <c:v>45457.711805555547</c:v>
                </c:pt>
                <c:pt idx="3497">
                  <c:v>45868.8125</c:v>
                </c:pt>
                <c:pt idx="3498">
                  <c:v>45915.63958333333</c:v>
                </c:pt>
                <c:pt idx="3499">
                  <c:v>45915.63958333333</c:v>
                </c:pt>
                <c:pt idx="3500">
                  <c:v>45786.630555555559</c:v>
                </c:pt>
                <c:pt idx="3501">
                  <c:v>45786.630555555559</c:v>
                </c:pt>
                <c:pt idx="3502">
                  <c:v>45644.530555555553</c:v>
                </c:pt>
                <c:pt idx="3503">
                  <c:v>45644.530555555553</c:v>
                </c:pt>
                <c:pt idx="3504">
                  <c:v>45457.711805555547</c:v>
                </c:pt>
                <c:pt idx="3505">
                  <c:v>45899.512499999997</c:v>
                </c:pt>
                <c:pt idx="3506">
                  <c:v>45461.643055555563</c:v>
                </c:pt>
                <c:pt idx="3507">
                  <c:v>45672.37222222222</c:v>
                </c:pt>
                <c:pt idx="3508">
                  <c:v>45985.856944444437</c:v>
                </c:pt>
                <c:pt idx="3509">
                  <c:v>45506.432638888888</c:v>
                </c:pt>
                <c:pt idx="3510">
                  <c:v>45553.795138888891</c:v>
                </c:pt>
                <c:pt idx="3511">
                  <c:v>45719.984722222223</c:v>
                </c:pt>
                <c:pt idx="3512">
                  <c:v>45887.806250000001</c:v>
                </c:pt>
                <c:pt idx="3513">
                  <c:v>45948.79791666667</c:v>
                </c:pt>
                <c:pt idx="3514">
                  <c:v>45869.959027777782</c:v>
                </c:pt>
                <c:pt idx="3515">
                  <c:v>46020.586805555547</c:v>
                </c:pt>
                <c:pt idx="3516">
                  <c:v>45754.573611111111</c:v>
                </c:pt>
                <c:pt idx="3517">
                  <c:v>45859.531944444447</c:v>
                </c:pt>
                <c:pt idx="3518">
                  <c:v>45657.363888888889</c:v>
                </c:pt>
                <c:pt idx="3519">
                  <c:v>45552.35833333333</c:v>
                </c:pt>
                <c:pt idx="3520">
                  <c:v>45959.492361111108</c:v>
                </c:pt>
                <c:pt idx="3521">
                  <c:v>45545.465277777781</c:v>
                </c:pt>
                <c:pt idx="3522">
                  <c:v>45580.44027777778</c:v>
                </c:pt>
                <c:pt idx="3523">
                  <c:v>45501.477777777778</c:v>
                </c:pt>
                <c:pt idx="3524">
                  <c:v>45658.968055555553</c:v>
                </c:pt>
                <c:pt idx="3525">
                  <c:v>45447.650694444441</c:v>
                </c:pt>
                <c:pt idx="3526">
                  <c:v>45653.320138888892</c:v>
                </c:pt>
                <c:pt idx="3527">
                  <c:v>45926.852777777778</c:v>
                </c:pt>
                <c:pt idx="3528">
                  <c:v>45935.400694444441</c:v>
                </c:pt>
                <c:pt idx="3529">
                  <c:v>45812.549305555563</c:v>
                </c:pt>
                <c:pt idx="3530">
                  <c:v>45893.473611111112</c:v>
                </c:pt>
                <c:pt idx="3531">
                  <c:v>45736.53125</c:v>
                </c:pt>
                <c:pt idx="3532">
                  <c:v>45866.872916666667</c:v>
                </c:pt>
                <c:pt idx="3533">
                  <c:v>45609.435416666667</c:v>
                </c:pt>
                <c:pt idx="3534">
                  <c:v>45901.418055555558</c:v>
                </c:pt>
                <c:pt idx="3535">
                  <c:v>45292.90347222222</c:v>
                </c:pt>
                <c:pt idx="3536">
                  <c:v>46021.431944444441</c:v>
                </c:pt>
                <c:pt idx="3537">
                  <c:v>45838.304166666669</c:v>
                </c:pt>
                <c:pt idx="3538">
                  <c:v>45909.616666666669</c:v>
                </c:pt>
                <c:pt idx="3539">
                  <c:v>45483.429861111108</c:v>
                </c:pt>
                <c:pt idx="3540">
                  <c:v>45413.412499999999</c:v>
                </c:pt>
                <c:pt idx="3541">
                  <c:v>45953.476388888892</c:v>
                </c:pt>
                <c:pt idx="3542">
                  <c:v>45753.456944444442</c:v>
                </c:pt>
                <c:pt idx="3543">
                  <c:v>45377.447916666657</c:v>
                </c:pt>
                <c:pt idx="3544">
                  <c:v>45462.503472222219</c:v>
                </c:pt>
                <c:pt idx="3545">
                  <c:v>45945.926388888889</c:v>
                </c:pt>
                <c:pt idx="3546">
                  <c:v>45691.926388888889</c:v>
                </c:pt>
                <c:pt idx="3547">
                  <c:v>45672.74722222222</c:v>
                </c:pt>
                <c:pt idx="3548">
                  <c:v>46008.390972222223</c:v>
                </c:pt>
                <c:pt idx="3549">
                  <c:v>45473.697222222218</c:v>
                </c:pt>
                <c:pt idx="3550">
                  <c:v>45574.558333333327</c:v>
                </c:pt>
                <c:pt idx="3551">
                  <c:v>45943.899305555547</c:v>
                </c:pt>
                <c:pt idx="3552">
                  <c:v>45392.90347222222</c:v>
                </c:pt>
                <c:pt idx="3553">
                  <c:v>45917.855555555558</c:v>
                </c:pt>
                <c:pt idx="3554">
                  <c:v>45495.822916666657</c:v>
                </c:pt>
                <c:pt idx="3555">
                  <c:v>45902.589583333327</c:v>
                </c:pt>
                <c:pt idx="3556">
                  <c:v>45644.356249999997</c:v>
                </c:pt>
                <c:pt idx="3557">
                  <c:v>45432.949305555558</c:v>
                </c:pt>
                <c:pt idx="3558">
                  <c:v>45797.976388888892</c:v>
                </c:pt>
                <c:pt idx="3559">
                  <c:v>45413.729861111111</c:v>
                </c:pt>
                <c:pt idx="3560">
                  <c:v>45764.029861111107</c:v>
                </c:pt>
                <c:pt idx="3561">
                  <c:v>45321.001388888893</c:v>
                </c:pt>
                <c:pt idx="3562">
                  <c:v>45991.53125</c:v>
                </c:pt>
                <c:pt idx="3563">
                  <c:v>45837.769444444442</c:v>
                </c:pt>
                <c:pt idx="3564">
                  <c:v>45788.72152777778</c:v>
                </c:pt>
                <c:pt idx="3565">
                  <c:v>45634.600694444453</c:v>
                </c:pt>
                <c:pt idx="3566">
                  <c:v>45452.706250000003</c:v>
                </c:pt>
                <c:pt idx="3567">
                  <c:v>45957.396527777782</c:v>
                </c:pt>
                <c:pt idx="3568">
                  <c:v>45887.419444444437</c:v>
                </c:pt>
                <c:pt idx="3569">
                  <c:v>45334.731249999997</c:v>
                </c:pt>
                <c:pt idx="3570">
                  <c:v>45814.357638888891</c:v>
                </c:pt>
                <c:pt idx="3571">
                  <c:v>45371.546527777777</c:v>
                </c:pt>
                <c:pt idx="3572">
                  <c:v>45299.711111111108</c:v>
                </c:pt>
                <c:pt idx="3573">
                  <c:v>45727.848611111112</c:v>
                </c:pt>
                <c:pt idx="3574">
                  <c:v>45354.947916666657</c:v>
                </c:pt>
                <c:pt idx="3575">
                  <c:v>45740.505555555559</c:v>
                </c:pt>
                <c:pt idx="3576">
                  <c:v>45706.924305555563</c:v>
                </c:pt>
                <c:pt idx="3577">
                  <c:v>45516.070138888892</c:v>
                </c:pt>
                <c:pt idx="3578">
                  <c:v>45688.092361111107</c:v>
                </c:pt>
                <c:pt idx="3579">
                  <c:v>45613.856944444437</c:v>
                </c:pt>
                <c:pt idx="3580">
                  <c:v>45824.524305555547</c:v>
                </c:pt>
                <c:pt idx="3581">
                  <c:v>45966.463194444441</c:v>
                </c:pt>
                <c:pt idx="3582">
                  <c:v>45593.509722222218</c:v>
                </c:pt>
                <c:pt idx="3583">
                  <c:v>45863.886111111111</c:v>
                </c:pt>
                <c:pt idx="3584">
                  <c:v>45972.754166666673</c:v>
                </c:pt>
                <c:pt idx="3585">
                  <c:v>45558.831944444442</c:v>
                </c:pt>
                <c:pt idx="3586">
                  <c:v>45537.501388888893</c:v>
                </c:pt>
                <c:pt idx="3587">
                  <c:v>45308.797222222223</c:v>
                </c:pt>
                <c:pt idx="3588">
                  <c:v>45627.852083333331</c:v>
                </c:pt>
                <c:pt idx="3589">
                  <c:v>45490.089583333327</c:v>
                </c:pt>
                <c:pt idx="3590">
                  <c:v>45490.582638888889</c:v>
                </c:pt>
                <c:pt idx="3591">
                  <c:v>45678.706250000003</c:v>
                </c:pt>
                <c:pt idx="3592">
                  <c:v>45373.181944444441</c:v>
                </c:pt>
                <c:pt idx="3593">
                  <c:v>45600.623611111107</c:v>
                </c:pt>
                <c:pt idx="3594">
                  <c:v>46015.95208333333</c:v>
                </c:pt>
                <c:pt idx="3595">
                  <c:v>45714.715277777781</c:v>
                </c:pt>
                <c:pt idx="3596">
                  <c:v>45768.662499999999</c:v>
                </c:pt>
                <c:pt idx="3597">
                  <c:v>45318.464583333327</c:v>
                </c:pt>
                <c:pt idx="3598">
                  <c:v>45438.793055555558</c:v>
                </c:pt>
                <c:pt idx="3599">
                  <c:v>45649.761111111111</c:v>
                </c:pt>
                <c:pt idx="3600">
                  <c:v>45981.759027777778</c:v>
                </c:pt>
                <c:pt idx="3601">
                  <c:v>45433.896527777782</c:v>
                </c:pt>
                <c:pt idx="3602">
                  <c:v>45368.570138888892</c:v>
                </c:pt>
                <c:pt idx="3603">
                  <c:v>45463.714583333327</c:v>
                </c:pt>
                <c:pt idx="3604">
                  <c:v>45587.71875</c:v>
                </c:pt>
                <c:pt idx="3605">
                  <c:v>45942.620138888888</c:v>
                </c:pt>
                <c:pt idx="3606">
                  <c:v>45848.85</c:v>
                </c:pt>
                <c:pt idx="3607">
                  <c:v>45537.765277777777</c:v>
                </c:pt>
                <c:pt idx="3608">
                  <c:v>45347.343055555553</c:v>
                </c:pt>
                <c:pt idx="3609">
                  <c:v>45761.698611111111</c:v>
                </c:pt>
                <c:pt idx="3610">
                  <c:v>45515.88958333333</c:v>
                </c:pt>
                <c:pt idx="3611">
                  <c:v>45808.886805555558</c:v>
                </c:pt>
                <c:pt idx="3612">
                  <c:v>45495.854166666657</c:v>
                </c:pt>
                <c:pt idx="3613">
                  <c:v>45897.785416666673</c:v>
                </c:pt>
                <c:pt idx="3614">
                  <c:v>45403.909722222219</c:v>
                </c:pt>
                <c:pt idx="3615">
                  <c:v>45618.870138888888</c:v>
                </c:pt>
                <c:pt idx="3616">
                  <c:v>45652.729861111111</c:v>
                </c:pt>
                <c:pt idx="3617">
                  <c:v>45817.456250000003</c:v>
                </c:pt>
                <c:pt idx="3618">
                  <c:v>45992.491666666669</c:v>
                </c:pt>
                <c:pt idx="3619">
                  <c:v>45468.847916666673</c:v>
                </c:pt>
                <c:pt idx="3620">
                  <c:v>45653.429861111108</c:v>
                </c:pt>
                <c:pt idx="3621">
                  <c:v>45986.638194444437</c:v>
                </c:pt>
                <c:pt idx="3622">
                  <c:v>45989.611111111109</c:v>
                </c:pt>
                <c:pt idx="3623">
                  <c:v>45751.200694444437</c:v>
                </c:pt>
                <c:pt idx="3624">
                  <c:v>45783.875694444447</c:v>
                </c:pt>
                <c:pt idx="3625">
                  <c:v>45415.409722222219</c:v>
                </c:pt>
                <c:pt idx="3626">
                  <c:v>46018.926388888889</c:v>
                </c:pt>
                <c:pt idx="3627">
                  <c:v>45564.667361111111</c:v>
                </c:pt>
                <c:pt idx="3628">
                  <c:v>45615.8</c:v>
                </c:pt>
                <c:pt idx="3629">
                  <c:v>45719.88958333333</c:v>
                </c:pt>
                <c:pt idx="3630">
                  <c:v>45880.574999999997</c:v>
                </c:pt>
                <c:pt idx="3631">
                  <c:v>45957.581250000003</c:v>
                </c:pt>
                <c:pt idx="3632">
                  <c:v>45498.727083333331</c:v>
                </c:pt>
                <c:pt idx="3633">
                  <c:v>45840.506944444453</c:v>
                </c:pt>
                <c:pt idx="3634">
                  <c:v>45924.488194444442</c:v>
                </c:pt>
                <c:pt idx="3635">
                  <c:v>45369.636805555558</c:v>
                </c:pt>
                <c:pt idx="3636">
                  <c:v>45741.879166666673</c:v>
                </c:pt>
                <c:pt idx="3637">
                  <c:v>46017.390972222223</c:v>
                </c:pt>
                <c:pt idx="3638">
                  <c:v>45655.813194444447</c:v>
                </c:pt>
                <c:pt idx="3639">
                  <c:v>46017.40902777778</c:v>
                </c:pt>
                <c:pt idx="3640">
                  <c:v>46017.40625</c:v>
                </c:pt>
                <c:pt idx="3641">
                  <c:v>46020.481944444437</c:v>
                </c:pt>
                <c:pt idx="3642">
                  <c:v>46020.481249999997</c:v>
                </c:pt>
                <c:pt idx="3643">
                  <c:v>46020.480555555558</c:v>
                </c:pt>
                <c:pt idx="3644">
                  <c:v>46017.415972222218</c:v>
                </c:pt>
                <c:pt idx="3645">
                  <c:v>45538.718055555553</c:v>
                </c:pt>
                <c:pt idx="3646">
                  <c:v>45652.832638888889</c:v>
                </c:pt>
                <c:pt idx="3647">
                  <c:v>45749.390972222223</c:v>
                </c:pt>
                <c:pt idx="3648">
                  <c:v>45467.931250000001</c:v>
                </c:pt>
                <c:pt idx="3649">
                  <c:v>45340.885416666657</c:v>
                </c:pt>
                <c:pt idx="3650">
                  <c:v>45698.508333333331</c:v>
                </c:pt>
                <c:pt idx="3651">
                  <c:v>45596.459027777782</c:v>
                </c:pt>
                <c:pt idx="3652">
                  <c:v>45638.575694444437</c:v>
                </c:pt>
                <c:pt idx="3653">
                  <c:v>45515.341666666667</c:v>
                </c:pt>
                <c:pt idx="3654">
                  <c:v>45973.71875</c:v>
                </c:pt>
                <c:pt idx="3655">
                  <c:v>45827.872916666667</c:v>
                </c:pt>
                <c:pt idx="3656">
                  <c:v>45407.886805555558</c:v>
                </c:pt>
                <c:pt idx="3657">
                  <c:v>45797.23541666667</c:v>
                </c:pt>
                <c:pt idx="3658">
                  <c:v>45986.34375</c:v>
                </c:pt>
                <c:pt idx="3659">
                  <c:v>45839.445138888892</c:v>
                </c:pt>
                <c:pt idx="3660">
                  <c:v>45754.452777777777</c:v>
                </c:pt>
                <c:pt idx="3661">
                  <c:v>45370.663888888892</c:v>
                </c:pt>
                <c:pt idx="3662">
                  <c:v>45933.377083333333</c:v>
                </c:pt>
                <c:pt idx="3663">
                  <c:v>45881.517361111109</c:v>
                </c:pt>
                <c:pt idx="3664">
                  <c:v>45831.322222222218</c:v>
                </c:pt>
                <c:pt idx="3665">
                  <c:v>45620.490277777782</c:v>
                </c:pt>
                <c:pt idx="3666">
                  <c:v>45761.363194444442</c:v>
                </c:pt>
                <c:pt idx="3667">
                  <c:v>45348.591666666667</c:v>
                </c:pt>
                <c:pt idx="3668">
                  <c:v>45326.401388888888</c:v>
                </c:pt>
                <c:pt idx="3669">
                  <c:v>45580.486805555563</c:v>
                </c:pt>
                <c:pt idx="3670">
                  <c:v>45308.605555555558</c:v>
                </c:pt>
                <c:pt idx="3671">
                  <c:v>45903.288194444453</c:v>
                </c:pt>
                <c:pt idx="3672">
                  <c:v>45526.270138888889</c:v>
                </c:pt>
                <c:pt idx="3673">
                  <c:v>45494.769444444442</c:v>
                </c:pt>
                <c:pt idx="3674">
                  <c:v>45552.459027777782</c:v>
                </c:pt>
                <c:pt idx="3675">
                  <c:v>46010.344444444447</c:v>
                </c:pt>
                <c:pt idx="3676">
                  <c:v>45972.47152777778</c:v>
                </c:pt>
                <c:pt idx="3677">
                  <c:v>45465.35833333333</c:v>
                </c:pt>
                <c:pt idx="3678">
                  <c:v>45784.722916666673</c:v>
                </c:pt>
                <c:pt idx="3679">
                  <c:v>45635.424305555563</c:v>
                </c:pt>
                <c:pt idx="3680">
                  <c:v>45813.57708333333</c:v>
                </c:pt>
                <c:pt idx="3681">
                  <c:v>45923.732638888891</c:v>
                </c:pt>
                <c:pt idx="3682">
                  <c:v>45450.398611111108</c:v>
                </c:pt>
                <c:pt idx="3683">
                  <c:v>45999.539583333331</c:v>
                </c:pt>
                <c:pt idx="3684">
                  <c:v>45601.75</c:v>
                </c:pt>
                <c:pt idx="3685">
                  <c:v>45975.255555555559</c:v>
                </c:pt>
                <c:pt idx="3686">
                  <c:v>45709.541666666657</c:v>
                </c:pt>
                <c:pt idx="3687">
                  <c:v>45399.773611111108</c:v>
                </c:pt>
                <c:pt idx="3688">
                  <c:v>45896.352083333331</c:v>
                </c:pt>
                <c:pt idx="3689">
                  <c:v>45659.385416666657</c:v>
                </c:pt>
                <c:pt idx="3690">
                  <c:v>45688.352777777778</c:v>
                </c:pt>
                <c:pt idx="3691">
                  <c:v>45421.731249999997</c:v>
                </c:pt>
                <c:pt idx="3692">
                  <c:v>45726.411111111112</c:v>
                </c:pt>
                <c:pt idx="3693">
                  <c:v>45643.510416666657</c:v>
                </c:pt>
                <c:pt idx="3694">
                  <c:v>45342.351388888892</c:v>
                </c:pt>
                <c:pt idx="3695">
                  <c:v>45294.536805555559</c:v>
                </c:pt>
                <c:pt idx="3696">
                  <c:v>45952.584027777782</c:v>
                </c:pt>
                <c:pt idx="3697">
                  <c:v>45859.53125</c:v>
                </c:pt>
                <c:pt idx="3698">
                  <c:v>45660.431250000001</c:v>
                </c:pt>
                <c:pt idx="3699">
                  <c:v>45546.034722222219</c:v>
                </c:pt>
                <c:pt idx="3700">
                  <c:v>45887.963194444441</c:v>
                </c:pt>
                <c:pt idx="3701">
                  <c:v>45546.034722222219</c:v>
                </c:pt>
                <c:pt idx="3702">
                  <c:v>45972.002083333333</c:v>
                </c:pt>
                <c:pt idx="3703">
                  <c:v>45692.375694444447</c:v>
                </c:pt>
                <c:pt idx="3704">
                  <c:v>45640.036111111112</c:v>
                </c:pt>
                <c:pt idx="3705">
                  <c:v>45887.963194444441</c:v>
                </c:pt>
                <c:pt idx="3706">
                  <c:v>45376.773611111108</c:v>
                </c:pt>
                <c:pt idx="3707">
                  <c:v>45797.941666666673</c:v>
                </c:pt>
                <c:pt idx="3708">
                  <c:v>45797.941666666673</c:v>
                </c:pt>
                <c:pt idx="3709">
                  <c:v>45376.773611111108</c:v>
                </c:pt>
                <c:pt idx="3710">
                  <c:v>45640.036111111112</c:v>
                </c:pt>
                <c:pt idx="3711">
                  <c:v>45670.946527777778</c:v>
                </c:pt>
                <c:pt idx="3712">
                  <c:v>45610.938194444447</c:v>
                </c:pt>
                <c:pt idx="3713">
                  <c:v>45952.538888888892</c:v>
                </c:pt>
                <c:pt idx="3714">
                  <c:v>45952.538888888892</c:v>
                </c:pt>
                <c:pt idx="3715">
                  <c:v>45354.020138888889</c:v>
                </c:pt>
                <c:pt idx="3716">
                  <c:v>45354.020138888889</c:v>
                </c:pt>
                <c:pt idx="3717">
                  <c:v>45972.002083333333</c:v>
                </c:pt>
                <c:pt idx="3718">
                  <c:v>45610.938194444447</c:v>
                </c:pt>
                <c:pt idx="3719">
                  <c:v>45692.375694444447</c:v>
                </c:pt>
                <c:pt idx="3720">
                  <c:v>45474.009027777778</c:v>
                </c:pt>
                <c:pt idx="3721">
                  <c:v>45474.009027777778</c:v>
                </c:pt>
                <c:pt idx="3722">
                  <c:v>45584.036111111112</c:v>
                </c:pt>
                <c:pt idx="3723">
                  <c:v>45584.036111111112</c:v>
                </c:pt>
                <c:pt idx="3724">
                  <c:v>45764.256944444453</c:v>
                </c:pt>
                <c:pt idx="3725">
                  <c:v>45427.982638888891</c:v>
                </c:pt>
                <c:pt idx="3726">
                  <c:v>45427.982638888891</c:v>
                </c:pt>
                <c:pt idx="3727">
                  <c:v>45918.276388888888</c:v>
                </c:pt>
                <c:pt idx="3728">
                  <c:v>45820.972916666673</c:v>
                </c:pt>
                <c:pt idx="3729">
                  <c:v>45918.276388888888</c:v>
                </c:pt>
                <c:pt idx="3730">
                  <c:v>45987.572222222218</c:v>
                </c:pt>
                <c:pt idx="3731">
                  <c:v>45518.018055555563</c:v>
                </c:pt>
                <c:pt idx="3732">
                  <c:v>45987.572222222218</c:v>
                </c:pt>
                <c:pt idx="3733">
                  <c:v>45518.018055555563</c:v>
                </c:pt>
                <c:pt idx="3734">
                  <c:v>45856.281944444447</c:v>
                </c:pt>
                <c:pt idx="3735">
                  <c:v>45856.281944444447</c:v>
                </c:pt>
                <c:pt idx="3736">
                  <c:v>45764.256944444453</c:v>
                </c:pt>
                <c:pt idx="3737">
                  <c:v>45820.972916666673</c:v>
                </c:pt>
                <c:pt idx="3738">
                  <c:v>45670.946527777778</c:v>
                </c:pt>
                <c:pt idx="3739">
                  <c:v>45316.98333333333</c:v>
                </c:pt>
                <c:pt idx="3740">
                  <c:v>45714.362500000003</c:v>
                </c:pt>
                <c:pt idx="3741">
                  <c:v>46002.609027777777</c:v>
                </c:pt>
                <c:pt idx="3742">
                  <c:v>45714.362500000003</c:v>
                </c:pt>
                <c:pt idx="3743">
                  <c:v>45316.98333333333</c:v>
                </c:pt>
                <c:pt idx="3744">
                  <c:v>45742.271527777782</c:v>
                </c:pt>
                <c:pt idx="3745">
                  <c:v>45742.271527777782</c:v>
                </c:pt>
                <c:pt idx="3746">
                  <c:v>46022.01666666667</c:v>
                </c:pt>
                <c:pt idx="3747">
                  <c:v>46002.609027777777</c:v>
                </c:pt>
                <c:pt idx="3748">
                  <c:v>46022.01666666667</c:v>
                </c:pt>
                <c:pt idx="3749">
                  <c:v>45691.713194444441</c:v>
                </c:pt>
                <c:pt idx="3750">
                  <c:v>45476.591666666667</c:v>
                </c:pt>
                <c:pt idx="3751">
                  <c:v>45813.693055555559</c:v>
                </c:pt>
                <c:pt idx="3752">
                  <c:v>45915.367361111108</c:v>
                </c:pt>
                <c:pt idx="3753">
                  <c:v>45726.558333333327</c:v>
                </c:pt>
                <c:pt idx="3754">
                  <c:v>45413.520138888889</c:v>
                </c:pt>
                <c:pt idx="3755">
                  <c:v>45391.585416666669</c:v>
                </c:pt>
                <c:pt idx="3756">
                  <c:v>45755.390277777777</c:v>
                </c:pt>
                <c:pt idx="3757">
                  <c:v>45679.82916666667</c:v>
                </c:pt>
                <c:pt idx="3758">
                  <c:v>45559.820833333331</c:v>
                </c:pt>
                <c:pt idx="3759">
                  <c:v>45709.374305555553</c:v>
                </c:pt>
                <c:pt idx="3760">
                  <c:v>45792.431944444441</c:v>
                </c:pt>
                <c:pt idx="3761">
                  <c:v>45343.469444444447</c:v>
                </c:pt>
                <c:pt idx="3762">
                  <c:v>45602.336111111108</c:v>
                </c:pt>
                <c:pt idx="3763">
                  <c:v>45835.293055555558</c:v>
                </c:pt>
                <c:pt idx="3764">
                  <c:v>45619.708333333343</c:v>
                </c:pt>
                <c:pt idx="3765">
                  <c:v>45321.87777777778</c:v>
                </c:pt>
                <c:pt idx="3766">
                  <c:v>45459.819444444453</c:v>
                </c:pt>
                <c:pt idx="3767">
                  <c:v>45579.332638888889</c:v>
                </c:pt>
                <c:pt idx="3768">
                  <c:v>45632.526388888888</c:v>
                </c:pt>
                <c:pt idx="3769">
                  <c:v>45988.615277777782</c:v>
                </c:pt>
                <c:pt idx="3770">
                  <c:v>45663.693749999999</c:v>
                </c:pt>
                <c:pt idx="3771">
                  <c:v>45841.802777777782</c:v>
                </c:pt>
                <c:pt idx="3772">
                  <c:v>45957.359722222223</c:v>
                </c:pt>
                <c:pt idx="3773">
                  <c:v>45935.4</c:v>
                </c:pt>
                <c:pt idx="3774">
                  <c:v>45747.448611111111</c:v>
                </c:pt>
                <c:pt idx="3775">
                  <c:v>45608.633333333331</c:v>
                </c:pt>
                <c:pt idx="3776">
                  <c:v>45860.42291666667</c:v>
                </c:pt>
                <c:pt idx="3777">
                  <c:v>46017.254861111112</c:v>
                </c:pt>
                <c:pt idx="3778">
                  <c:v>45509.750694444447</c:v>
                </c:pt>
                <c:pt idx="3779">
                  <c:v>45517.500694444447</c:v>
                </c:pt>
                <c:pt idx="3780">
                  <c:v>45894.426388888889</c:v>
                </c:pt>
                <c:pt idx="3781">
                  <c:v>45536.506249999999</c:v>
                </c:pt>
                <c:pt idx="3782">
                  <c:v>45369.313194444447</c:v>
                </c:pt>
                <c:pt idx="3783">
                  <c:v>45874.321527777778</c:v>
                </c:pt>
                <c:pt idx="3784">
                  <c:v>45999.724999999999</c:v>
                </c:pt>
                <c:pt idx="3785">
                  <c:v>45983.365277777782</c:v>
                </c:pt>
                <c:pt idx="3786">
                  <c:v>45772.607638888891</c:v>
                </c:pt>
                <c:pt idx="3787">
                  <c:v>45440.551388888889</c:v>
                </c:pt>
                <c:pt idx="3788">
                  <c:v>45456.048611111109</c:v>
                </c:pt>
                <c:pt idx="3789">
                  <c:v>45624.267361111109</c:v>
                </c:pt>
                <c:pt idx="3790">
                  <c:v>45945.374305555553</c:v>
                </c:pt>
                <c:pt idx="3791">
                  <c:v>45571.970833333333</c:v>
                </c:pt>
                <c:pt idx="3792">
                  <c:v>45592.868750000001</c:v>
                </c:pt>
                <c:pt idx="3793">
                  <c:v>45771.609722222223</c:v>
                </c:pt>
                <c:pt idx="3794">
                  <c:v>45345.413888888892</c:v>
                </c:pt>
                <c:pt idx="3795">
                  <c:v>45323.387499999997</c:v>
                </c:pt>
                <c:pt idx="3796">
                  <c:v>45868.4375</c:v>
                </c:pt>
                <c:pt idx="3797">
                  <c:v>45971.470833333333</c:v>
                </c:pt>
                <c:pt idx="3798">
                  <c:v>45704.476388888892</c:v>
                </c:pt>
                <c:pt idx="3799">
                  <c:v>45977.438888888893</c:v>
                </c:pt>
                <c:pt idx="3800">
                  <c:v>45811.379166666673</c:v>
                </c:pt>
                <c:pt idx="3801">
                  <c:v>45667.722916666673</c:v>
                </c:pt>
                <c:pt idx="3802">
                  <c:v>45488.438888888893</c:v>
                </c:pt>
                <c:pt idx="3803">
                  <c:v>45518.335416666669</c:v>
                </c:pt>
                <c:pt idx="3804">
                  <c:v>45975.676388888889</c:v>
                </c:pt>
                <c:pt idx="3805">
                  <c:v>45736.005555555559</c:v>
                </c:pt>
                <c:pt idx="3806">
                  <c:v>45397.685416666667</c:v>
                </c:pt>
                <c:pt idx="3807">
                  <c:v>45424.936111111107</c:v>
                </c:pt>
                <c:pt idx="3808">
                  <c:v>45844.642361111109</c:v>
                </c:pt>
                <c:pt idx="3809">
                  <c:v>45908.414583333331</c:v>
                </c:pt>
                <c:pt idx="3810">
                  <c:v>45498.972916666673</c:v>
                </c:pt>
                <c:pt idx="3811">
                  <c:v>45341.879166666673</c:v>
                </c:pt>
                <c:pt idx="3812">
                  <c:v>45966.073611111111</c:v>
                </c:pt>
                <c:pt idx="3813">
                  <c:v>45568.87222222222</c:v>
                </c:pt>
                <c:pt idx="3814">
                  <c:v>45463.748611111107</c:v>
                </c:pt>
                <c:pt idx="3815">
                  <c:v>45415.780555555553</c:v>
                </c:pt>
                <c:pt idx="3816">
                  <c:v>45530.058333333327</c:v>
                </c:pt>
                <c:pt idx="3817">
                  <c:v>45678.95416666667</c:v>
                </c:pt>
                <c:pt idx="3818">
                  <c:v>45305.195138888892</c:v>
                </c:pt>
                <c:pt idx="3819">
                  <c:v>45378.867361111108</c:v>
                </c:pt>
                <c:pt idx="3820">
                  <c:v>45918.911805555559</c:v>
                </c:pt>
                <c:pt idx="3821">
                  <c:v>45728.911805555559</c:v>
                </c:pt>
                <c:pt idx="3822">
                  <c:v>45605.856944444437</c:v>
                </c:pt>
                <c:pt idx="3823">
                  <c:v>45858.852083333331</c:v>
                </c:pt>
                <c:pt idx="3824">
                  <c:v>46023.993750000001</c:v>
                </c:pt>
                <c:pt idx="3825">
                  <c:v>45792.616666666669</c:v>
                </c:pt>
                <c:pt idx="3826">
                  <c:v>45539.799305555563</c:v>
                </c:pt>
                <c:pt idx="3827">
                  <c:v>45379.75</c:v>
                </c:pt>
                <c:pt idx="3828">
                  <c:v>45658.834027777782</c:v>
                </c:pt>
                <c:pt idx="3829">
                  <c:v>45712.699305555558</c:v>
                </c:pt>
                <c:pt idx="3830">
                  <c:v>45797.772222222222</c:v>
                </c:pt>
                <c:pt idx="3831">
                  <c:v>46022.875694444447</c:v>
                </c:pt>
                <c:pt idx="3832">
                  <c:v>45487.837500000001</c:v>
                </c:pt>
                <c:pt idx="3833">
                  <c:v>45908.459027777782</c:v>
                </c:pt>
                <c:pt idx="3834">
                  <c:v>45990.787499999999</c:v>
                </c:pt>
                <c:pt idx="3835">
                  <c:v>45947.357638888891</c:v>
                </c:pt>
                <c:pt idx="3836">
                  <c:v>45740.247916666667</c:v>
                </c:pt>
                <c:pt idx="3837">
                  <c:v>45581.34652777778</c:v>
                </c:pt>
                <c:pt idx="3838">
                  <c:v>45601.726388888892</c:v>
                </c:pt>
                <c:pt idx="3839">
                  <c:v>45629.412499999999</c:v>
                </c:pt>
                <c:pt idx="3840">
                  <c:v>45849.899305555547</c:v>
                </c:pt>
                <c:pt idx="3841">
                  <c:v>45543.570833333331</c:v>
                </c:pt>
                <c:pt idx="3842">
                  <c:v>45899.728472222218</c:v>
                </c:pt>
                <c:pt idx="3843">
                  <c:v>45687.427777777782</c:v>
                </c:pt>
                <c:pt idx="3844">
                  <c:v>45418.826388888891</c:v>
                </c:pt>
                <c:pt idx="3845">
                  <c:v>45571.581250000003</c:v>
                </c:pt>
                <c:pt idx="3846">
                  <c:v>45323.330555555563</c:v>
                </c:pt>
                <c:pt idx="3847">
                  <c:v>45539.896527777782</c:v>
                </c:pt>
                <c:pt idx="3848">
                  <c:v>45999.915277777778</c:v>
                </c:pt>
                <c:pt idx="3849">
                  <c:v>45957.874305555553</c:v>
                </c:pt>
                <c:pt idx="3850">
                  <c:v>45500.356944444437</c:v>
                </c:pt>
                <c:pt idx="3851">
                  <c:v>45460.806250000001</c:v>
                </c:pt>
                <c:pt idx="3852">
                  <c:v>45383.821527777778</c:v>
                </c:pt>
                <c:pt idx="3853">
                  <c:v>45348.385416666657</c:v>
                </c:pt>
                <c:pt idx="3854">
                  <c:v>46018.604861111111</c:v>
                </c:pt>
                <c:pt idx="3855">
                  <c:v>45881.824999999997</c:v>
                </c:pt>
                <c:pt idx="3856">
                  <c:v>45906.759027777778</c:v>
                </c:pt>
                <c:pt idx="3857">
                  <c:v>45807.784722222219</c:v>
                </c:pt>
                <c:pt idx="3858">
                  <c:v>45782.933333333327</c:v>
                </c:pt>
                <c:pt idx="3859">
                  <c:v>45639.049305555563</c:v>
                </c:pt>
                <c:pt idx="3860">
                  <c:v>45873.746527777781</c:v>
                </c:pt>
                <c:pt idx="3861">
                  <c:v>45540.692361111112</c:v>
                </c:pt>
                <c:pt idx="3862">
                  <c:v>45599.941666666673</c:v>
                </c:pt>
                <c:pt idx="3863">
                  <c:v>45677.859027777777</c:v>
                </c:pt>
                <c:pt idx="3864">
                  <c:v>45989.005555555559</c:v>
                </c:pt>
                <c:pt idx="3865">
                  <c:v>45907.731249999997</c:v>
                </c:pt>
                <c:pt idx="3866">
                  <c:v>45816.392361111109</c:v>
                </c:pt>
                <c:pt idx="3867">
                  <c:v>45616.413888888892</c:v>
                </c:pt>
                <c:pt idx="3868">
                  <c:v>45672.579861111109</c:v>
                </c:pt>
                <c:pt idx="3869">
                  <c:v>45571.910416666673</c:v>
                </c:pt>
                <c:pt idx="3870">
                  <c:v>46019.873611111107</c:v>
                </c:pt>
                <c:pt idx="3871">
                  <c:v>45746.938888888893</c:v>
                </c:pt>
                <c:pt idx="3872">
                  <c:v>45380.37777777778</c:v>
                </c:pt>
                <c:pt idx="3873">
                  <c:v>45683.808333333327</c:v>
                </c:pt>
                <c:pt idx="3874">
                  <c:v>45358.909722222219</c:v>
                </c:pt>
                <c:pt idx="3875">
                  <c:v>45775.209722222222</c:v>
                </c:pt>
                <c:pt idx="3876">
                  <c:v>45407.804166666669</c:v>
                </c:pt>
                <c:pt idx="3877">
                  <c:v>45737.378472222219</c:v>
                </c:pt>
                <c:pt idx="3878">
                  <c:v>45922.466666666667</c:v>
                </c:pt>
                <c:pt idx="3879">
                  <c:v>45794.963194444441</c:v>
                </c:pt>
                <c:pt idx="3880">
                  <c:v>45585.92291666667</c:v>
                </c:pt>
                <c:pt idx="3881">
                  <c:v>45487.444444444453</c:v>
                </c:pt>
                <c:pt idx="3882">
                  <c:v>45956.995138888888</c:v>
                </c:pt>
                <c:pt idx="3883">
                  <c:v>45975.01666666667</c:v>
                </c:pt>
                <c:pt idx="3884">
                  <c:v>45455.415277777778</c:v>
                </c:pt>
                <c:pt idx="3885">
                  <c:v>45321.896527777782</c:v>
                </c:pt>
                <c:pt idx="3886">
                  <c:v>45663.542361111111</c:v>
                </c:pt>
                <c:pt idx="3887">
                  <c:v>45942.863194444442</c:v>
                </c:pt>
                <c:pt idx="3888">
                  <c:v>45858.966666666667</c:v>
                </c:pt>
                <c:pt idx="3889">
                  <c:v>45706.935416666667</c:v>
                </c:pt>
                <c:pt idx="3890">
                  <c:v>45420.929166666669</c:v>
                </c:pt>
                <c:pt idx="3891">
                  <c:v>45830.79791666667</c:v>
                </c:pt>
                <c:pt idx="3892">
                  <c:v>45554.539583333331</c:v>
                </c:pt>
                <c:pt idx="3893">
                  <c:v>46000.995833333327</c:v>
                </c:pt>
                <c:pt idx="3894">
                  <c:v>45499.462500000001</c:v>
                </c:pt>
                <c:pt idx="3895">
                  <c:v>45723.420138888891</c:v>
                </c:pt>
                <c:pt idx="3896">
                  <c:v>45523.248611111107</c:v>
                </c:pt>
                <c:pt idx="3897">
                  <c:v>45889.976388888892</c:v>
                </c:pt>
                <c:pt idx="3898">
                  <c:v>45465.461111111108</c:v>
                </c:pt>
                <c:pt idx="3899">
                  <c:v>45555.473611111112</c:v>
                </c:pt>
                <c:pt idx="3900">
                  <c:v>45352.539583333331</c:v>
                </c:pt>
                <c:pt idx="3901">
                  <c:v>45415.675000000003</c:v>
                </c:pt>
                <c:pt idx="3902">
                  <c:v>45811.657638888893</c:v>
                </c:pt>
                <c:pt idx="3903">
                  <c:v>45656.438194444447</c:v>
                </c:pt>
                <c:pt idx="3904">
                  <c:v>45453.382638888892</c:v>
                </c:pt>
                <c:pt idx="3905">
                  <c:v>45964.322916666657</c:v>
                </c:pt>
                <c:pt idx="3906">
                  <c:v>45480.563888888893</c:v>
                </c:pt>
                <c:pt idx="3907">
                  <c:v>45653.381944444453</c:v>
                </c:pt>
                <c:pt idx="3908">
                  <c:v>45501.349305555559</c:v>
                </c:pt>
                <c:pt idx="3909">
                  <c:v>45766.546527777777</c:v>
                </c:pt>
                <c:pt idx="3910">
                  <c:v>45747.297222222223</c:v>
                </c:pt>
                <c:pt idx="3911">
                  <c:v>45328.668055555558</c:v>
                </c:pt>
                <c:pt idx="3912">
                  <c:v>45847.44027777778</c:v>
                </c:pt>
                <c:pt idx="3913">
                  <c:v>45613.620833333327</c:v>
                </c:pt>
                <c:pt idx="3914">
                  <c:v>46001.39166666667</c:v>
                </c:pt>
                <c:pt idx="3915">
                  <c:v>45431.98333333333</c:v>
                </c:pt>
                <c:pt idx="3916">
                  <c:v>45398.554861111108</c:v>
                </c:pt>
                <c:pt idx="3917">
                  <c:v>45566.400694444441</c:v>
                </c:pt>
                <c:pt idx="3918">
                  <c:v>45901.438888888893</c:v>
                </c:pt>
                <c:pt idx="3919">
                  <c:v>45540.759722222218</c:v>
                </c:pt>
                <c:pt idx="3920">
                  <c:v>45997.870138888888</c:v>
                </c:pt>
                <c:pt idx="3921">
                  <c:v>45926.381944444453</c:v>
                </c:pt>
                <c:pt idx="3922">
                  <c:v>45385.4</c:v>
                </c:pt>
                <c:pt idx="3923">
                  <c:v>45673.495138888888</c:v>
                </c:pt>
                <c:pt idx="3924">
                  <c:v>45804.326388888891</c:v>
                </c:pt>
                <c:pt idx="3925">
                  <c:v>45720.5</c:v>
                </c:pt>
                <c:pt idx="3926">
                  <c:v>45876.620138888888</c:v>
                </c:pt>
                <c:pt idx="3927">
                  <c:v>45633.003472222219</c:v>
                </c:pt>
                <c:pt idx="3928">
                  <c:v>45589.556250000001</c:v>
                </c:pt>
                <c:pt idx="3929">
                  <c:v>45523.784722222219</c:v>
                </c:pt>
                <c:pt idx="3930">
                  <c:v>45692.414583333331</c:v>
                </c:pt>
                <c:pt idx="3931">
                  <c:v>45371.368055555547</c:v>
                </c:pt>
                <c:pt idx="3932">
                  <c:v>45335.368750000001</c:v>
                </c:pt>
                <c:pt idx="3933">
                  <c:v>45700.561111111107</c:v>
                </c:pt>
                <c:pt idx="3934">
                  <c:v>45781.73333333333</c:v>
                </c:pt>
                <c:pt idx="3935">
                  <c:v>45945.406944444447</c:v>
                </c:pt>
                <c:pt idx="3936">
                  <c:v>46023.282638888893</c:v>
                </c:pt>
                <c:pt idx="3937">
                  <c:v>45593.635416666657</c:v>
                </c:pt>
                <c:pt idx="3938">
                  <c:v>45947.28125</c:v>
                </c:pt>
                <c:pt idx="3939">
                  <c:v>45364.586111111108</c:v>
                </c:pt>
                <c:pt idx="3940">
                  <c:v>45629.25277777778</c:v>
                </c:pt>
                <c:pt idx="3941">
                  <c:v>45775.26458333333</c:v>
                </c:pt>
                <c:pt idx="3942">
                  <c:v>45531.240972222222</c:v>
                </c:pt>
                <c:pt idx="3943">
                  <c:v>45999.631249999999</c:v>
                </c:pt>
                <c:pt idx="3944">
                  <c:v>45712.268750000003</c:v>
                </c:pt>
                <c:pt idx="3945">
                  <c:v>45649.251388888893</c:v>
                </c:pt>
                <c:pt idx="3946">
                  <c:v>45371.213888888888</c:v>
                </c:pt>
                <c:pt idx="3947">
                  <c:v>45511.017361111109</c:v>
                </c:pt>
                <c:pt idx="3948">
                  <c:v>45420.888888888891</c:v>
                </c:pt>
                <c:pt idx="3949">
                  <c:v>45456.629166666673</c:v>
                </c:pt>
                <c:pt idx="3950">
                  <c:v>45296.263888888891</c:v>
                </c:pt>
                <c:pt idx="3951">
                  <c:v>45335.248611111107</c:v>
                </c:pt>
                <c:pt idx="3952">
                  <c:v>45863.265972222223</c:v>
                </c:pt>
                <c:pt idx="3953">
                  <c:v>45495.119444444441</c:v>
                </c:pt>
                <c:pt idx="3954">
                  <c:v>45915.260416666657</c:v>
                </c:pt>
                <c:pt idx="3955">
                  <c:v>45756.26666666667</c:v>
                </c:pt>
                <c:pt idx="3956">
                  <c:v>45793.249305555553</c:v>
                </c:pt>
                <c:pt idx="3957">
                  <c:v>45870.758333333331</c:v>
                </c:pt>
                <c:pt idx="3958">
                  <c:v>45699.254861111112</c:v>
                </c:pt>
                <c:pt idx="3959">
                  <c:v>45835.255555555559</c:v>
                </c:pt>
                <c:pt idx="3960">
                  <c:v>45404.996527777781</c:v>
                </c:pt>
                <c:pt idx="3961">
                  <c:v>45742.238194444442</c:v>
                </c:pt>
                <c:pt idx="3962">
                  <c:v>45901.491666666669</c:v>
                </c:pt>
                <c:pt idx="3963">
                  <c:v>45844.581944444442</c:v>
                </c:pt>
                <c:pt idx="3964">
                  <c:v>45597.621527777781</c:v>
                </c:pt>
                <c:pt idx="3965">
                  <c:v>45597.621527777781</c:v>
                </c:pt>
                <c:pt idx="3966">
                  <c:v>45844.581944444442</c:v>
                </c:pt>
                <c:pt idx="3967">
                  <c:v>45356.718055555553</c:v>
                </c:pt>
                <c:pt idx="3968">
                  <c:v>45824.484722222223</c:v>
                </c:pt>
                <c:pt idx="3969">
                  <c:v>45824.484722222223</c:v>
                </c:pt>
                <c:pt idx="3970">
                  <c:v>45798.473611111112</c:v>
                </c:pt>
                <c:pt idx="3971">
                  <c:v>45798.473611111112</c:v>
                </c:pt>
                <c:pt idx="3972">
                  <c:v>45720.40625</c:v>
                </c:pt>
                <c:pt idx="3973">
                  <c:v>45356.718055555553</c:v>
                </c:pt>
                <c:pt idx="3974">
                  <c:v>45901.491666666669</c:v>
                </c:pt>
                <c:pt idx="3975">
                  <c:v>45480.428472222222</c:v>
                </c:pt>
                <c:pt idx="3976">
                  <c:v>45968.691666666673</c:v>
                </c:pt>
                <c:pt idx="3977">
                  <c:v>45968.691666666673</c:v>
                </c:pt>
                <c:pt idx="3978">
                  <c:v>45734.814583333333</c:v>
                </c:pt>
                <c:pt idx="3979">
                  <c:v>45919.602777777778</c:v>
                </c:pt>
                <c:pt idx="3980">
                  <c:v>45919.602777777778</c:v>
                </c:pt>
                <c:pt idx="3981">
                  <c:v>45734.814583333333</c:v>
                </c:pt>
                <c:pt idx="3982">
                  <c:v>45293.385416666657</c:v>
                </c:pt>
                <c:pt idx="3983">
                  <c:v>45656.828472222223</c:v>
                </c:pt>
                <c:pt idx="3984">
                  <c:v>45383.629861111112</c:v>
                </c:pt>
                <c:pt idx="3985">
                  <c:v>45383.629861111112</c:v>
                </c:pt>
                <c:pt idx="3986">
                  <c:v>45293.385416666657</c:v>
                </c:pt>
                <c:pt idx="3987">
                  <c:v>46013.711111111108</c:v>
                </c:pt>
                <c:pt idx="3988">
                  <c:v>45531.602777777778</c:v>
                </c:pt>
                <c:pt idx="3989">
                  <c:v>45949.967361111107</c:v>
                </c:pt>
                <c:pt idx="3990">
                  <c:v>45531.602777777778</c:v>
                </c:pt>
                <c:pt idx="3991">
                  <c:v>46005.57916666667</c:v>
                </c:pt>
                <c:pt idx="3992">
                  <c:v>45932.450694444437</c:v>
                </c:pt>
                <c:pt idx="3993">
                  <c:v>45576.61041666667</c:v>
                </c:pt>
                <c:pt idx="3994">
                  <c:v>45811.910416666673</c:v>
                </c:pt>
                <c:pt idx="3995">
                  <c:v>45576.61041666667</c:v>
                </c:pt>
                <c:pt idx="3996">
                  <c:v>46005.57916666667</c:v>
                </c:pt>
                <c:pt idx="3997">
                  <c:v>45811.910416666673</c:v>
                </c:pt>
                <c:pt idx="3998">
                  <c:v>45716.669444444437</c:v>
                </c:pt>
                <c:pt idx="3999">
                  <c:v>45861.481944444437</c:v>
                </c:pt>
                <c:pt idx="4000">
                  <c:v>45861.481944444437</c:v>
                </c:pt>
                <c:pt idx="4001">
                  <c:v>45716.669444444437</c:v>
                </c:pt>
                <c:pt idx="4002">
                  <c:v>45480.428472222222</c:v>
                </c:pt>
                <c:pt idx="4003">
                  <c:v>45932.450694444437</c:v>
                </c:pt>
                <c:pt idx="4004">
                  <c:v>45949.967361111107</c:v>
                </c:pt>
                <c:pt idx="4005">
                  <c:v>45656.828472222223</c:v>
                </c:pt>
                <c:pt idx="4006">
                  <c:v>45750.428472222222</c:v>
                </c:pt>
                <c:pt idx="4007">
                  <c:v>45884.650694444441</c:v>
                </c:pt>
                <c:pt idx="4008">
                  <c:v>45884.650694444441</c:v>
                </c:pt>
                <c:pt idx="4009">
                  <c:v>45552.5</c:v>
                </c:pt>
                <c:pt idx="4010">
                  <c:v>45765.572916666657</c:v>
                </c:pt>
                <c:pt idx="4011">
                  <c:v>45765.572916666657</c:v>
                </c:pt>
                <c:pt idx="4012">
                  <c:v>45324.638888888891</c:v>
                </c:pt>
                <c:pt idx="4013">
                  <c:v>45552.5</c:v>
                </c:pt>
                <c:pt idx="4014">
                  <c:v>45324.638888888891</c:v>
                </c:pt>
                <c:pt idx="4015">
                  <c:v>45988.470138888893</c:v>
                </c:pt>
                <c:pt idx="4016">
                  <c:v>45988.470138888893</c:v>
                </c:pt>
                <c:pt idx="4017">
                  <c:v>45447.581250000003</c:v>
                </c:pt>
                <c:pt idx="4018">
                  <c:v>45750.428472222222</c:v>
                </c:pt>
                <c:pt idx="4019">
                  <c:v>45447.581250000003</c:v>
                </c:pt>
                <c:pt idx="4020">
                  <c:v>45720.40625</c:v>
                </c:pt>
                <c:pt idx="4021">
                  <c:v>45621.675694444442</c:v>
                </c:pt>
                <c:pt idx="4022">
                  <c:v>46013.711111111108</c:v>
                </c:pt>
                <c:pt idx="4023">
                  <c:v>45639.57708333333</c:v>
                </c:pt>
                <c:pt idx="4024">
                  <c:v>45639.57708333333</c:v>
                </c:pt>
                <c:pt idx="4025">
                  <c:v>45783.45</c:v>
                </c:pt>
                <c:pt idx="4026">
                  <c:v>45783.45</c:v>
                </c:pt>
                <c:pt idx="4027">
                  <c:v>45412.449305555558</c:v>
                </c:pt>
                <c:pt idx="4028">
                  <c:v>45412.449305555558</c:v>
                </c:pt>
                <c:pt idx="4029">
                  <c:v>45621.675694444442</c:v>
                </c:pt>
                <c:pt idx="4030">
                  <c:v>45998.555555555547</c:v>
                </c:pt>
                <c:pt idx="4031">
                  <c:v>45687.616666666669</c:v>
                </c:pt>
                <c:pt idx="4032">
                  <c:v>45318.911805555559</c:v>
                </c:pt>
                <c:pt idx="4033">
                  <c:v>45293.854861111111</c:v>
                </c:pt>
                <c:pt idx="4034">
                  <c:v>45930.714583333327</c:v>
                </c:pt>
                <c:pt idx="4035">
                  <c:v>45540.802083333343</c:v>
                </c:pt>
                <c:pt idx="4036">
                  <c:v>45757.606249999997</c:v>
                </c:pt>
                <c:pt idx="4037">
                  <c:v>45972.365277777782</c:v>
                </c:pt>
                <c:pt idx="4038">
                  <c:v>45729.745138888888</c:v>
                </c:pt>
                <c:pt idx="4039">
                  <c:v>45869.757638888892</c:v>
                </c:pt>
                <c:pt idx="4040">
                  <c:v>45445.634722222218</c:v>
                </c:pt>
                <c:pt idx="4041">
                  <c:v>45382.693055555559</c:v>
                </c:pt>
                <c:pt idx="4042">
                  <c:v>45418.774305555547</c:v>
                </c:pt>
                <c:pt idx="4043">
                  <c:v>45891.673611111109</c:v>
                </c:pt>
                <c:pt idx="4044">
                  <c:v>45786.699305555558</c:v>
                </c:pt>
                <c:pt idx="4045">
                  <c:v>45518.9</c:v>
                </c:pt>
                <c:pt idx="4046">
                  <c:v>45650.757638888892</c:v>
                </c:pt>
                <c:pt idx="4047">
                  <c:v>45924.932638888888</c:v>
                </c:pt>
                <c:pt idx="4048">
                  <c:v>45780.588888888888</c:v>
                </c:pt>
                <c:pt idx="4049">
                  <c:v>45585.567361111112</c:v>
                </c:pt>
                <c:pt idx="4050">
                  <c:v>45485.982638888891</c:v>
                </c:pt>
                <c:pt idx="4051">
                  <c:v>45819.658333333333</c:v>
                </c:pt>
                <c:pt idx="4052">
                  <c:v>45707.693749999999</c:v>
                </c:pt>
                <c:pt idx="4053">
                  <c:v>45853.648611111108</c:v>
                </c:pt>
                <c:pt idx="4054">
                  <c:v>45625.890277777777</c:v>
                </c:pt>
                <c:pt idx="4055">
                  <c:v>45347.645138888889</c:v>
                </c:pt>
                <c:pt idx="4056">
                  <c:v>45434.523611111108</c:v>
                </c:pt>
                <c:pt idx="4057">
                  <c:v>45347.625</c:v>
                </c:pt>
                <c:pt idx="4058">
                  <c:v>45774.479861111111</c:v>
                </c:pt>
                <c:pt idx="4059">
                  <c:v>45595.622916666667</c:v>
                </c:pt>
                <c:pt idx="4060">
                  <c:v>45477.969444444447</c:v>
                </c:pt>
                <c:pt idx="4061">
                  <c:v>45340.126388888893</c:v>
                </c:pt>
                <c:pt idx="4062">
                  <c:v>45678.295138888891</c:v>
                </c:pt>
                <c:pt idx="4063">
                  <c:v>45455.797222222223</c:v>
                </c:pt>
                <c:pt idx="4064">
                  <c:v>45874.362500000003</c:v>
                </c:pt>
                <c:pt idx="4065">
                  <c:v>45354.8125</c:v>
                </c:pt>
                <c:pt idx="4066">
                  <c:v>45325.461805555547</c:v>
                </c:pt>
                <c:pt idx="4067">
                  <c:v>45615.304861111108</c:v>
                </c:pt>
                <c:pt idx="4068">
                  <c:v>45759.363888888889</c:v>
                </c:pt>
                <c:pt idx="4069">
                  <c:v>45579.56527777778</c:v>
                </c:pt>
                <c:pt idx="4070">
                  <c:v>46007.392361111109</c:v>
                </c:pt>
                <c:pt idx="4071">
                  <c:v>45817.379861111112</c:v>
                </c:pt>
                <c:pt idx="4072">
                  <c:v>45491.72152777778</c:v>
                </c:pt>
                <c:pt idx="4073">
                  <c:v>45403.758333333331</c:v>
                </c:pt>
                <c:pt idx="4074">
                  <c:v>45958.574999999997</c:v>
                </c:pt>
                <c:pt idx="4075">
                  <c:v>45919.545138888891</c:v>
                </c:pt>
                <c:pt idx="4076">
                  <c:v>45938.850694444453</c:v>
                </c:pt>
                <c:pt idx="4077">
                  <c:v>45700.298611111109</c:v>
                </c:pt>
                <c:pt idx="4078">
                  <c:v>45896.75277777778</c:v>
                </c:pt>
                <c:pt idx="4079">
                  <c:v>45533.975694444453</c:v>
                </c:pt>
                <c:pt idx="4080">
                  <c:v>45387.604166666657</c:v>
                </c:pt>
                <c:pt idx="4081">
                  <c:v>45376.588194444441</c:v>
                </c:pt>
                <c:pt idx="4082">
                  <c:v>45558.631944444453</c:v>
                </c:pt>
                <c:pt idx="4083">
                  <c:v>45296.871527777781</c:v>
                </c:pt>
                <c:pt idx="4084">
                  <c:v>45418.665277777778</c:v>
                </c:pt>
                <c:pt idx="4085">
                  <c:v>45975.509027777778</c:v>
                </c:pt>
                <c:pt idx="4086">
                  <c:v>45738.845833333333</c:v>
                </c:pt>
                <c:pt idx="4087">
                  <c:v>45721.525000000001</c:v>
                </c:pt>
                <c:pt idx="4088">
                  <c:v>45630.674305555563</c:v>
                </c:pt>
                <c:pt idx="4089">
                  <c:v>45798.520833333343</c:v>
                </c:pt>
                <c:pt idx="4090">
                  <c:v>45989.712500000001</c:v>
                </c:pt>
                <c:pt idx="4091">
                  <c:v>45517.78402777778</c:v>
                </c:pt>
                <c:pt idx="4092">
                  <c:v>45837.986805555563</c:v>
                </c:pt>
                <c:pt idx="4093">
                  <c:v>45362.521527777782</c:v>
                </c:pt>
                <c:pt idx="4094">
                  <c:v>45740.579861111109</c:v>
                </c:pt>
                <c:pt idx="4095">
                  <c:v>45339.565972222219</c:v>
                </c:pt>
                <c:pt idx="4096">
                  <c:v>45313.511805555558</c:v>
                </c:pt>
                <c:pt idx="4097">
                  <c:v>45339.565972222219</c:v>
                </c:pt>
                <c:pt idx="4098">
                  <c:v>45932.353472222218</c:v>
                </c:pt>
                <c:pt idx="4099">
                  <c:v>45860.861111111109</c:v>
                </c:pt>
                <c:pt idx="4100">
                  <c:v>45362.521527777782</c:v>
                </c:pt>
                <c:pt idx="4101">
                  <c:v>45594.481249999997</c:v>
                </c:pt>
                <c:pt idx="4102">
                  <c:v>45594.481249999997</c:v>
                </c:pt>
                <c:pt idx="4103">
                  <c:v>45568.415277777778</c:v>
                </c:pt>
                <c:pt idx="4104">
                  <c:v>45568.415277777778</c:v>
                </c:pt>
                <c:pt idx="4105">
                  <c:v>45756.35</c:v>
                </c:pt>
                <c:pt idx="4106">
                  <c:v>45629.74722222222</c:v>
                </c:pt>
                <c:pt idx="4107">
                  <c:v>45629.74722222222</c:v>
                </c:pt>
                <c:pt idx="4108">
                  <c:v>45860.861111111109</c:v>
                </c:pt>
                <c:pt idx="4109">
                  <c:v>45932.353472222218</c:v>
                </c:pt>
                <c:pt idx="4110">
                  <c:v>45918.001388888893</c:v>
                </c:pt>
                <c:pt idx="4111">
                  <c:v>45682.545138888891</c:v>
                </c:pt>
                <c:pt idx="4112">
                  <c:v>45918.001388888893</c:v>
                </c:pt>
                <c:pt idx="4113">
                  <c:v>45517.879166666673</c:v>
                </c:pt>
                <c:pt idx="4114">
                  <c:v>45971.400694444441</c:v>
                </c:pt>
                <c:pt idx="4115">
                  <c:v>45971.400694444441</c:v>
                </c:pt>
                <c:pt idx="4116">
                  <c:v>45382.34375</c:v>
                </c:pt>
                <c:pt idx="4117">
                  <c:v>46003.444444444453</c:v>
                </c:pt>
                <c:pt idx="4118">
                  <c:v>45756.35</c:v>
                </c:pt>
                <c:pt idx="4119">
                  <c:v>45682.545138888891</c:v>
                </c:pt>
                <c:pt idx="4120">
                  <c:v>45382.34375</c:v>
                </c:pt>
                <c:pt idx="4121">
                  <c:v>46009.032638888893</c:v>
                </c:pt>
                <c:pt idx="4122">
                  <c:v>46009.032638888893</c:v>
                </c:pt>
                <c:pt idx="4123">
                  <c:v>45313.511805555558</c:v>
                </c:pt>
                <c:pt idx="4124">
                  <c:v>46003.444444444453</c:v>
                </c:pt>
                <c:pt idx="4125">
                  <c:v>45740.579861111109</c:v>
                </c:pt>
                <c:pt idx="4126">
                  <c:v>45454.893055555563</c:v>
                </c:pt>
                <c:pt idx="4127">
                  <c:v>45517.879166666673</c:v>
                </c:pt>
                <c:pt idx="4128">
                  <c:v>45454.893055555563</c:v>
                </c:pt>
                <c:pt idx="4129">
                  <c:v>45917.586111111108</c:v>
                </c:pt>
                <c:pt idx="4130">
                  <c:v>45460.566666666673</c:v>
                </c:pt>
                <c:pt idx="4131">
                  <c:v>45781.870138888888</c:v>
                </c:pt>
                <c:pt idx="4132">
                  <c:v>45447.574999999997</c:v>
                </c:pt>
                <c:pt idx="4133">
                  <c:v>45719.582638888889</c:v>
                </c:pt>
                <c:pt idx="4134">
                  <c:v>45447.57916666667</c:v>
                </c:pt>
                <c:pt idx="4135">
                  <c:v>45523.415277777778</c:v>
                </c:pt>
                <c:pt idx="4136">
                  <c:v>45579.553472222222</c:v>
                </c:pt>
                <c:pt idx="4137">
                  <c:v>45638.448611111111</c:v>
                </c:pt>
                <c:pt idx="4138">
                  <c:v>45357.425000000003</c:v>
                </c:pt>
                <c:pt idx="4139">
                  <c:v>45822.425000000003</c:v>
                </c:pt>
                <c:pt idx="4140">
                  <c:v>45502.412499999999</c:v>
                </c:pt>
                <c:pt idx="4141">
                  <c:v>45495.571527777778</c:v>
                </c:pt>
                <c:pt idx="4142">
                  <c:v>45962.542361111111</c:v>
                </c:pt>
                <c:pt idx="4143">
                  <c:v>45333.540972222218</c:v>
                </c:pt>
                <c:pt idx="4144">
                  <c:v>45740.540277777778</c:v>
                </c:pt>
                <c:pt idx="4145">
                  <c:v>45323.838194444441</c:v>
                </c:pt>
                <c:pt idx="4146">
                  <c:v>45774.536111111112</c:v>
                </c:pt>
                <c:pt idx="4147">
                  <c:v>45343.775694444441</c:v>
                </c:pt>
                <c:pt idx="4148">
                  <c:v>45501.39166666667</c:v>
                </c:pt>
                <c:pt idx="4149">
                  <c:v>45468.459027777782</c:v>
                </c:pt>
                <c:pt idx="4150">
                  <c:v>45751.395833333343</c:v>
                </c:pt>
                <c:pt idx="4151">
                  <c:v>45299.713888888888</c:v>
                </c:pt>
                <c:pt idx="4152">
                  <c:v>45802.583333333343</c:v>
                </c:pt>
                <c:pt idx="4153">
                  <c:v>45516.657638888893</c:v>
                </c:pt>
                <c:pt idx="4154">
                  <c:v>45357.814583333333</c:v>
                </c:pt>
                <c:pt idx="4155">
                  <c:v>45447.674305555563</c:v>
                </c:pt>
                <c:pt idx="4156">
                  <c:v>45418.507638888892</c:v>
                </c:pt>
                <c:pt idx="4157">
                  <c:v>45544.55</c:v>
                </c:pt>
                <c:pt idx="4158">
                  <c:v>45312.631944444453</c:v>
                </c:pt>
                <c:pt idx="4159">
                  <c:v>45690.910416666673</c:v>
                </c:pt>
                <c:pt idx="4160">
                  <c:v>45601.456944444442</c:v>
                </c:pt>
                <c:pt idx="4161">
                  <c:v>45780.546527777777</c:v>
                </c:pt>
                <c:pt idx="4162">
                  <c:v>45402.486111111109</c:v>
                </c:pt>
                <c:pt idx="4163">
                  <c:v>45530.55972222222</c:v>
                </c:pt>
                <c:pt idx="4164">
                  <c:v>45617.634722222218</c:v>
                </c:pt>
                <c:pt idx="4165">
                  <c:v>45722.457638888889</c:v>
                </c:pt>
                <c:pt idx="4166">
                  <c:v>45702.568749999999</c:v>
                </c:pt>
                <c:pt idx="4167">
                  <c:v>45791.443749999999</c:v>
                </c:pt>
                <c:pt idx="4168">
                  <c:v>45383.711805555547</c:v>
                </c:pt>
                <c:pt idx="4169">
                  <c:v>45429.543749999997</c:v>
                </c:pt>
                <c:pt idx="4170">
                  <c:v>45586.607638888891</c:v>
                </c:pt>
                <c:pt idx="4171">
                  <c:v>45678.39166666667</c:v>
                </c:pt>
                <c:pt idx="4172">
                  <c:v>45320.755555555559</c:v>
                </c:pt>
                <c:pt idx="4173">
                  <c:v>45793.447222222218</c:v>
                </c:pt>
                <c:pt idx="4174">
                  <c:v>45633.400694444441</c:v>
                </c:pt>
                <c:pt idx="4175">
                  <c:v>45397.546527777777</c:v>
                </c:pt>
                <c:pt idx="4176">
                  <c:v>45941.42083333333</c:v>
                </c:pt>
                <c:pt idx="4177">
                  <c:v>45877.9375</c:v>
                </c:pt>
                <c:pt idx="4178">
                  <c:v>45970.411805555559</c:v>
                </c:pt>
                <c:pt idx="4179">
                  <c:v>45391.791666666657</c:v>
                </c:pt>
                <c:pt idx="4180">
                  <c:v>45616.46597222222</c:v>
                </c:pt>
                <c:pt idx="4181">
                  <c:v>45514.837500000001</c:v>
                </c:pt>
                <c:pt idx="4182">
                  <c:v>45825.9375</c:v>
                </c:pt>
                <c:pt idx="4183">
                  <c:v>45751.482638888891</c:v>
                </c:pt>
                <c:pt idx="4184">
                  <c:v>45347.619444444441</c:v>
                </c:pt>
                <c:pt idx="4185">
                  <c:v>45774.460416666669</c:v>
                </c:pt>
                <c:pt idx="4186">
                  <c:v>45703.780555555553</c:v>
                </c:pt>
                <c:pt idx="4187">
                  <c:v>45668.8125</c:v>
                </c:pt>
                <c:pt idx="4188">
                  <c:v>46000.51666666667</c:v>
                </c:pt>
                <c:pt idx="4189">
                  <c:v>45485.42291666667</c:v>
                </c:pt>
                <c:pt idx="4190">
                  <c:v>45418.503472222219</c:v>
                </c:pt>
                <c:pt idx="4191">
                  <c:v>45731.665972222218</c:v>
                </c:pt>
                <c:pt idx="4192">
                  <c:v>45581.905555555553</c:v>
                </c:pt>
                <c:pt idx="4193">
                  <c:v>45731.674305555563</c:v>
                </c:pt>
                <c:pt idx="4194">
                  <c:v>45852.809027777781</c:v>
                </c:pt>
                <c:pt idx="4195">
                  <c:v>45542.433333333327</c:v>
                </c:pt>
                <c:pt idx="4196">
                  <c:v>45907.59375</c:v>
                </c:pt>
                <c:pt idx="4197">
                  <c:v>45794.458333333343</c:v>
                </c:pt>
                <c:pt idx="4198">
                  <c:v>45698.725694444453</c:v>
                </c:pt>
                <c:pt idx="4199">
                  <c:v>45625.335416666669</c:v>
                </c:pt>
                <c:pt idx="4200">
                  <c:v>45438.445833333331</c:v>
                </c:pt>
                <c:pt idx="4201">
                  <c:v>45562.400000000001</c:v>
                </c:pt>
                <c:pt idx="4202">
                  <c:v>45734.425694444442</c:v>
                </c:pt>
                <c:pt idx="4203">
                  <c:v>45526.397916666669</c:v>
                </c:pt>
                <c:pt idx="4204">
                  <c:v>45316.719444444447</c:v>
                </c:pt>
                <c:pt idx="4205">
                  <c:v>45658.820138888892</c:v>
                </c:pt>
                <c:pt idx="4206">
                  <c:v>45768.40902777778</c:v>
                </c:pt>
                <c:pt idx="4207">
                  <c:v>45405.385416666657</c:v>
                </c:pt>
                <c:pt idx="4208">
                  <c:v>45596.361805555563</c:v>
                </c:pt>
                <c:pt idx="4209">
                  <c:v>45805.384027777778</c:v>
                </c:pt>
                <c:pt idx="4210">
                  <c:v>45376.442361111112</c:v>
                </c:pt>
                <c:pt idx="4211">
                  <c:v>45467.638888888891</c:v>
                </c:pt>
                <c:pt idx="4212">
                  <c:v>45841.417361111111</c:v>
                </c:pt>
                <c:pt idx="4213">
                  <c:v>45959.405555555553</c:v>
                </c:pt>
                <c:pt idx="4214">
                  <c:v>45348.438888888893</c:v>
                </c:pt>
                <c:pt idx="4215">
                  <c:v>45873.490277777782</c:v>
                </c:pt>
                <c:pt idx="4216">
                  <c:v>45914.669444444437</c:v>
                </c:pt>
                <c:pt idx="4217">
                  <c:v>46008.359027777777</c:v>
                </c:pt>
                <c:pt idx="4218">
                  <c:v>45495.395833333343</c:v>
                </c:pt>
                <c:pt idx="4219">
                  <c:v>45709.455555555563</c:v>
                </c:pt>
                <c:pt idx="4220">
                  <c:v>45909.658333333333</c:v>
                </c:pt>
                <c:pt idx="4221">
                  <c:v>45727.42083333333</c:v>
                </c:pt>
                <c:pt idx="4222">
                  <c:v>45511.504861111112</c:v>
                </c:pt>
                <c:pt idx="4223">
                  <c:v>45812.802083333343</c:v>
                </c:pt>
                <c:pt idx="4224">
                  <c:v>45357.918749999997</c:v>
                </c:pt>
                <c:pt idx="4225">
                  <c:v>46018.811111111107</c:v>
                </c:pt>
                <c:pt idx="4226">
                  <c:v>45750.6</c:v>
                </c:pt>
                <c:pt idx="4227">
                  <c:v>45559.42083333333</c:v>
                </c:pt>
                <c:pt idx="4228">
                  <c:v>45596.425694444442</c:v>
                </c:pt>
                <c:pt idx="4229">
                  <c:v>45742.505555555559</c:v>
                </c:pt>
                <c:pt idx="4230">
                  <c:v>45313.594444444447</c:v>
                </c:pt>
                <c:pt idx="4231">
                  <c:v>45799.646527777782</c:v>
                </c:pt>
                <c:pt idx="4232">
                  <c:v>45756.480555555558</c:v>
                </c:pt>
                <c:pt idx="4233">
                  <c:v>45449.590277777781</c:v>
                </c:pt>
                <c:pt idx="4234">
                  <c:v>45429.629861111112</c:v>
                </c:pt>
                <c:pt idx="4235">
                  <c:v>45482.563194444447</c:v>
                </c:pt>
                <c:pt idx="4236">
                  <c:v>45828.64166666667</c:v>
                </c:pt>
                <c:pt idx="4237">
                  <c:v>45842.50277777778</c:v>
                </c:pt>
                <c:pt idx="4238">
                  <c:v>45377.736111111109</c:v>
                </c:pt>
                <c:pt idx="4239">
                  <c:v>45894.723611111112</c:v>
                </c:pt>
                <c:pt idx="4240">
                  <c:v>46021.884722222218</c:v>
                </c:pt>
                <c:pt idx="4241">
                  <c:v>45952.482638888891</c:v>
                </c:pt>
                <c:pt idx="4242">
                  <c:v>46019.836111111108</c:v>
                </c:pt>
                <c:pt idx="4243">
                  <c:v>45631.843055555553</c:v>
                </c:pt>
                <c:pt idx="4244">
                  <c:v>45576.592361111107</c:v>
                </c:pt>
                <c:pt idx="4245">
                  <c:v>45400.586805555547</c:v>
                </c:pt>
                <c:pt idx="4246">
                  <c:v>45615.500694444447</c:v>
                </c:pt>
                <c:pt idx="4247">
                  <c:v>45972.5</c:v>
                </c:pt>
                <c:pt idx="4248">
                  <c:v>45691.594444444447</c:v>
                </c:pt>
                <c:pt idx="4249">
                  <c:v>45463.874305555553</c:v>
                </c:pt>
                <c:pt idx="4250">
                  <c:v>45988.652777777781</c:v>
                </c:pt>
                <c:pt idx="4251">
                  <c:v>45652.593055555553</c:v>
                </c:pt>
                <c:pt idx="4252">
                  <c:v>45530.623611111107</c:v>
                </c:pt>
                <c:pt idx="4253">
                  <c:v>45773.598611111112</c:v>
                </c:pt>
                <c:pt idx="4254">
                  <c:v>45666.617361111108</c:v>
                </c:pt>
                <c:pt idx="4255">
                  <c:v>45933.745833333327</c:v>
                </c:pt>
                <c:pt idx="4256">
                  <c:v>46001.704861111109</c:v>
                </c:pt>
                <c:pt idx="4257">
                  <c:v>45869.591666666667</c:v>
                </c:pt>
                <c:pt idx="4258">
                  <c:v>45334.548611111109</c:v>
                </c:pt>
                <c:pt idx="4259">
                  <c:v>45712.398611111108</c:v>
                </c:pt>
                <c:pt idx="4260">
                  <c:v>45743.45416666667</c:v>
                </c:pt>
                <c:pt idx="4261">
                  <c:v>45351.435416666667</c:v>
                </c:pt>
                <c:pt idx="4262">
                  <c:v>45632.55972222222</c:v>
                </c:pt>
                <c:pt idx="4263">
                  <c:v>45831.42083333333</c:v>
                </c:pt>
                <c:pt idx="4264">
                  <c:v>45845.556944444441</c:v>
                </c:pt>
                <c:pt idx="4265">
                  <c:v>45632.520833333343</c:v>
                </c:pt>
                <c:pt idx="4266">
                  <c:v>45950.459722222222</c:v>
                </c:pt>
                <c:pt idx="4267">
                  <c:v>45764.39166666667</c:v>
                </c:pt>
                <c:pt idx="4268">
                  <c:v>45587.668055555558</c:v>
                </c:pt>
                <c:pt idx="4269">
                  <c:v>45908.376388888893</c:v>
                </c:pt>
                <c:pt idx="4270">
                  <c:v>45461.515277777777</c:v>
                </c:pt>
                <c:pt idx="4271">
                  <c:v>45689.524305555547</c:v>
                </c:pt>
                <c:pt idx="4272">
                  <c:v>45887.612500000003</c:v>
                </c:pt>
                <c:pt idx="4273">
                  <c:v>45966.413194444453</c:v>
                </c:pt>
                <c:pt idx="4274">
                  <c:v>46003.559027777781</c:v>
                </c:pt>
                <c:pt idx="4275">
                  <c:v>45673.423611111109</c:v>
                </c:pt>
                <c:pt idx="4276">
                  <c:v>45369.436805555553</c:v>
                </c:pt>
                <c:pt idx="4277">
                  <c:v>45814.502083333333</c:v>
                </c:pt>
                <c:pt idx="4278">
                  <c:v>45728.417361111111</c:v>
                </c:pt>
                <c:pt idx="4279">
                  <c:v>45293.592361111107</c:v>
                </c:pt>
                <c:pt idx="4280">
                  <c:v>45481.567361111112</c:v>
                </c:pt>
                <c:pt idx="4281">
                  <c:v>45420.401388888888</c:v>
                </c:pt>
                <c:pt idx="4282">
                  <c:v>45572.465277777781</c:v>
                </c:pt>
                <c:pt idx="4283">
                  <c:v>45874.504861111112</c:v>
                </c:pt>
                <c:pt idx="4284">
                  <c:v>45930.55972222222</c:v>
                </c:pt>
                <c:pt idx="4285">
                  <c:v>45421.449305555558</c:v>
                </c:pt>
                <c:pt idx="4286">
                  <c:v>45600.410416666673</c:v>
                </c:pt>
                <c:pt idx="4287">
                  <c:v>45784.503472222219</c:v>
                </c:pt>
                <c:pt idx="4288">
                  <c:v>45646.502083333333</c:v>
                </c:pt>
                <c:pt idx="4289">
                  <c:v>45398.723611111112</c:v>
                </c:pt>
                <c:pt idx="4290">
                  <c:v>45988.615277777782</c:v>
                </c:pt>
                <c:pt idx="4291">
                  <c:v>45510.445833333331</c:v>
                </c:pt>
                <c:pt idx="4292">
                  <c:v>45546.46875</c:v>
                </c:pt>
                <c:pt idx="4293">
                  <c:v>45313.464583333327</c:v>
                </c:pt>
                <c:pt idx="4294">
                  <c:v>45478.381944444453</c:v>
                </c:pt>
                <c:pt idx="4295">
                  <c:v>45418.593055555553</c:v>
                </c:pt>
                <c:pt idx="4296">
                  <c:v>45786.463194444441</c:v>
                </c:pt>
                <c:pt idx="4297">
                  <c:v>45386.594444444447</c:v>
                </c:pt>
                <c:pt idx="4298">
                  <c:v>45530.35833333333</c:v>
                </c:pt>
                <c:pt idx="4299">
                  <c:v>45609.352777777778</c:v>
                </c:pt>
                <c:pt idx="4300">
                  <c:v>45757.375694444447</c:v>
                </c:pt>
                <c:pt idx="4301">
                  <c:v>45709.486805555563</c:v>
                </c:pt>
                <c:pt idx="4302">
                  <c:v>45950.539583333331</c:v>
                </c:pt>
                <c:pt idx="4303">
                  <c:v>45573.525694444441</c:v>
                </c:pt>
                <c:pt idx="4304">
                  <c:v>45888.35833333333</c:v>
                </c:pt>
                <c:pt idx="4305">
                  <c:v>45331.354166666657</c:v>
                </c:pt>
                <c:pt idx="4306">
                  <c:v>45655.807638888888</c:v>
                </c:pt>
                <c:pt idx="4307">
                  <c:v>45829.74722222222</c:v>
                </c:pt>
                <c:pt idx="4308">
                  <c:v>45992.625694444447</c:v>
                </c:pt>
                <c:pt idx="4309">
                  <c:v>45905.479166666657</c:v>
                </c:pt>
                <c:pt idx="4310">
                  <c:v>45862.52847222222</c:v>
                </c:pt>
                <c:pt idx="4311">
                  <c:v>45462.369444444441</c:v>
                </c:pt>
                <c:pt idx="4312">
                  <c:v>45663.319444444453</c:v>
                </c:pt>
                <c:pt idx="4313">
                  <c:v>45485.76458333333</c:v>
                </c:pt>
                <c:pt idx="4314">
                  <c:v>45485.76458333333</c:v>
                </c:pt>
                <c:pt idx="4315">
                  <c:v>45485.849305555559</c:v>
                </c:pt>
                <c:pt idx="4316">
                  <c:v>45535.418749999997</c:v>
                </c:pt>
                <c:pt idx="4317">
                  <c:v>45535.418749999997</c:v>
                </c:pt>
                <c:pt idx="4318">
                  <c:v>45325.503472222219</c:v>
                </c:pt>
                <c:pt idx="4319">
                  <c:v>45604.772222222222</c:v>
                </c:pt>
                <c:pt idx="4320">
                  <c:v>45604.772222222222</c:v>
                </c:pt>
                <c:pt idx="4321">
                  <c:v>45653.40625</c:v>
                </c:pt>
                <c:pt idx="4322">
                  <c:v>45367.394444444442</c:v>
                </c:pt>
                <c:pt idx="4323">
                  <c:v>45367.394444444442</c:v>
                </c:pt>
                <c:pt idx="4324">
                  <c:v>45746.40347222222</c:v>
                </c:pt>
                <c:pt idx="4325">
                  <c:v>45746.40347222222</c:v>
                </c:pt>
                <c:pt idx="4326">
                  <c:v>45699.818749999999</c:v>
                </c:pt>
                <c:pt idx="4327">
                  <c:v>45406.404166666667</c:v>
                </c:pt>
                <c:pt idx="4328">
                  <c:v>45653.40625</c:v>
                </c:pt>
                <c:pt idx="4329">
                  <c:v>45485.849305555559</c:v>
                </c:pt>
                <c:pt idx="4330">
                  <c:v>45990.412499999999</c:v>
                </c:pt>
                <c:pt idx="4331">
                  <c:v>45842.436111111107</c:v>
                </c:pt>
                <c:pt idx="4332">
                  <c:v>45325.503472222219</c:v>
                </c:pt>
                <c:pt idx="4333">
                  <c:v>45406.404166666667</c:v>
                </c:pt>
                <c:pt idx="4334">
                  <c:v>45699.818749999999</c:v>
                </c:pt>
                <c:pt idx="4335">
                  <c:v>45990.412499999999</c:v>
                </c:pt>
                <c:pt idx="4336">
                  <c:v>45927.399305555547</c:v>
                </c:pt>
                <c:pt idx="4337">
                  <c:v>45927.399305555547</c:v>
                </c:pt>
                <c:pt idx="4338">
                  <c:v>45788.409722222219</c:v>
                </c:pt>
                <c:pt idx="4339">
                  <c:v>45842.436111111107</c:v>
                </c:pt>
                <c:pt idx="4340">
                  <c:v>45788.409722222219</c:v>
                </c:pt>
                <c:pt idx="4341">
                  <c:v>45772.709027777782</c:v>
                </c:pt>
                <c:pt idx="4342">
                  <c:v>45888.606944444437</c:v>
                </c:pt>
                <c:pt idx="4343">
                  <c:v>45543.870833333327</c:v>
                </c:pt>
                <c:pt idx="4344">
                  <c:v>45961.704861111109</c:v>
                </c:pt>
                <c:pt idx="4345">
                  <c:v>45572.931250000001</c:v>
                </c:pt>
                <c:pt idx="4346">
                  <c:v>45356.515972222223</c:v>
                </c:pt>
                <c:pt idx="4347">
                  <c:v>45687.917361111111</c:v>
                </c:pt>
                <c:pt idx="4348">
                  <c:v>45423.036805555559</c:v>
                </c:pt>
                <c:pt idx="4349">
                  <c:v>45679.326388888891</c:v>
                </c:pt>
                <c:pt idx="4350">
                  <c:v>45579.931250000001</c:v>
                </c:pt>
                <c:pt idx="4351">
                  <c:v>45880.208333333343</c:v>
                </c:pt>
                <c:pt idx="4352">
                  <c:v>45695.336805555547</c:v>
                </c:pt>
                <c:pt idx="4353">
                  <c:v>45409.595833333333</c:v>
                </c:pt>
                <c:pt idx="4354">
                  <c:v>45338.282638888893</c:v>
                </c:pt>
                <c:pt idx="4355">
                  <c:v>45503.4375</c:v>
                </c:pt>
                <c:pt idx="4356">
                  <c:v>45736.387499999997</c:v>
                </c:pt>
                <c:pt idx="4357">
                  <c:v>45538.744444444441</c:v>
                </c:pt>
                <c:pt idx="4358">
                  <c:v>45754.344444444447</c:v>
                </c:pt>
                <c:pt idx="4359">
                  <c:v>45452.626388888893</c:v>
                </c:pt>
                <c:pt idx="4360">
                  <c:v>45824.743750000001</c:v>
                </c:pt>
                <c:pt idx="4361">
                  <c:v>45806.85833333333</c:v>
                </c:pt>
                <c:pt idx="4362">
                  <c:v>45842.785416666673</c:v>
                </c:pt>
                <c:pt idx="4363">
                  <c:v>45719.412499999999</c:v>
                </c:pt>
                <c:pt idx="4364">
                  <c:v>45560.613194444442</c:v>
                </c:pt>
                <c:pt idx="4365">
                  <c:v>45652.992361111108</c:v>
                </c:pt>
                <c:pt idx="4366">
                  <c:v>45779.841666666667</c:v>
                </c:pt>
                <c:pt idx="4367">
                  <c:v>45327.224305555559</c:v>
                </c:pt>
                <c:pt idx="4368">
                  <c:v>45480.577777777777</c:v>
                </c:pt>
                <c:pt idx="4369">
                  <c:v>45763.522916666669</c:v>
                </c:pt>
                <c:pt idx="4370">
                  <c:v>45336.582638888889</c:v>
                </c:pt>
                <c:pt idx="4371">
                  <c:v>45991.373611111107</c:v>
                </c:pt>
                <c:pt idx="4372">
                  <c:v>45482.476388888892</c:v>
                </c:pt>
                <c:pt idx="4373">
                  <c:v>45873.945138888892</c:v>
                </c:pt>
                <c:pt idx="4374">
                  <c:v>45959.193749999999</c:v>
                </c:pt>
                <c:pt idx="4375">
                  <c:v>45351.879166666673</c:v>
                </c:pt>
                <c:pt idx="4376">
                  <c:v>45935.029166666667</c:v>
                </c:pt>
                <c:pt idx="4377">
                  <c:v>45626.081944444442</c:v>
                </c:pt>
                <c:pt idx="4378">
                  <c:v>45983.447916666657</c:v>
                </c:pt>
                <c:pt idx="4379">
                  <c:v>45896.102083333331</c:v>
                </c:pt>
                <c:pt idx="4380">
                  <c:v>45509.629166666673</c:v>
                </c:pt>
                <c:pt idx="4381">
                  <c:v>45391.051388888889</c:v>
                </c:pt>
                <c:pt idx="4382">
                  <c:v>45811.370138888888</c:v>
                </c:pt>
                <c:pt idx="4383">
                  <c:v>45527.552777777782</c:v>
                </c:pt>
                <c:pt idx="4384">
                  <c:v>45456.064583333333</c:v>
                </c:pt>
                <c:pt idx="4385">
                  <c:v>45423.568055555559</c:v>
                </c:pt>
                <c:pt idx="4386">
                  <c:v>45482.478472222218</c:v>
                </c:pt>
                <c:pt idx="4387">
                  <c:v>45531.998611111107</c:v>
                </c:pt>
                <c:pt idx="4388">
                  <c:v>45873.941666666673</c:v>
                </c:pt>
                <c:pt idx="4389">
                  <c:v>45572.65347222222</c:v>
                </c:pt>
                <c:pt idx="4390">
                  <c:v>45714.050694444442</c:v>
                </c:pt>
                <c:pt idx="4391">
                  <c:v>45657.436111111107</c:v>
                </c:pt>
                <c:pt idx="4392">
                  <c:v>45413.34652777778</c:v>
                </c:pt>
                <c:pt idx="4393">
                  <c:v>45601.316666666673</c:v>
                </c:pt>
                <c:pt idx="4394">
                  <c:v>45464.808333333327</c:v>
                </c:pt>
                <c:pt idx="4395">
                  <c:v>45433.379166666673</c:v>
                </c:pt>
                <c:pt idx="4396">
                  <c:v>45553.394444444442</c:v>
                </c:pt>
                <c:pt idx="4397">
                  <c:v>45754.435416666667</c:v>
                </c:pt>
                <c:pt idx="4398">
                  <c:v>45504.841666666667</c:v>
                </c:pt>
                <c:pt idx="4399">
                  <c:v>45688.232638888891</c:v>
                </c:pt>
                <c:pt idx="4400">
                  <c:v>45653.790277777778</c:v>
                </c:pt>
                <c:pt idx="4401">
                  <c:v>45806.675694444442</c:v>
                </c:pt>
                <c:pt idx="4402">
                  <c:v>45462.47152777778</c:v>
                </c:pt>
                <c:pt idx="4403">
                  <c:v>45492.5625</c:v>
                </c:pt>
                <c:pt idx="4404">
                  <c:v>45544.456944444442</c:v>
                </c:pt>
                <c:pt idx="4405">
                  <c:v>45642.448611111111</c:v>
                </c:pt>
                <c:pt idx="4406">
                  <c:v>45707.463194444441</c:v>
                </c:pt>
                <c:pt idx="4407">
                  <c:v>45656.26458333333</c:v>
                </c:pt>
                <c:pt idx="4408">
                  <c:v>45293.915277777778</c:v>
                </c:pt>
                <c:pt idx="4409">
                  <c:v>45608.37222222222</c:v>
                </c:pt>
                <c:pt idx="4410">
                  <c:v>45419.370138888888</c:v>
                </c:pt>
                <c:pt idx="4411">
                  <c:v>45775.536805555559</c:v>
                </c:pt>
                <c:pt idx="4412">
                  <c:v>45936.34652777778</c:v>
                </c:pt>
                <c:pt idx="4413">
                  <c:v>45334.330555555563</c:v>
                </c:pt>
                <c:pt idx="4414">
                  <c:v>45373.521527777782</c:v>
                </c:pt>
                <c:pt idx="4415">
                  <c:v>45567.290972222218</c:v>
                </c:pt>
                <c:pt idx="4416">
                  <c:v>45873.349305555559</c:v>
                </c:pt>
                <c:pt idx="4417">
                  <c:v>45978.313194444447</c:v>
                </c:pt>
                <c:pt idx="4418">
                  <c:v>45778.675694444442</c:v>
                </c:pt>
                <c:pt idx="4419">
                  <c:v>45629.874305555553</c:v>
                </c:pt>
                <c:pt idx="4420">
                  <c:v>45861.930555555547</c:v>
                </c:pt>
                <c:pt idx="4421">
                  <c:v>45720.817361111112</c:v>
                </c:pt>
                <c:pt idx="4422">
                  <c:v>45479.519444444442</c:v>
                </c:pt>
                <c:pt idx="4423">
                  <c:v>45563.005555555559</c:v>
                </c:pt>
                <c:pt idx="4424">
                  <c:v>45955.76458333333</c:v>
                </c:pt>
                <c:pt idx="4425">
                  <c:v>45381.568749999999</c:v>
                </c:pt>
                <c:pt idx="4426">
                  <c:v>45697.69027777778</c:v>
                </c:pt>
                <c:pt idx="4427">
                  <c:v>45293.547222222223</c:v>
                </c:pt>
                <c:pt idx="4428">
                  <c:v>45851.823611111111</c:v>
                </c:pt>
                <c:pt idx="4429">
                  <c:v>45593.920138888891</c:v>
                </c:pt>
                <c:pt idx="4430">
                  <c:v>45979.870138888888</c:v>
                </c:pt>
                <c:pt idx="4431">
                  <c:v>45793.45</c:v>
                </c:pt>
                <c:pt idx="4432">
                  <c:v>45334.322916666657</c:v>
                </c:pt>
                <c:pt idx="4433">
                  <c:v>45448.695833333331</c:v>
                </c:pt>
                <c:pt idx="4434">
                  <c:v>45929.412499999999</c:v>
                </c:pt>
                <c:pt idx="4435">
                  <c:v>46007.396527777782</c:v>
                </c:pt>
                <c:pt idx="4436">
                  <c:v>45901.79583333333</c:v>
                </c:pt>
                <c:pt idx="4437">
                  <c:v>45754.202777777777</c:v>
                </c:pt>
                <c:pt idx="4438">
                  <c:v>45618.706250000003</c:v>
                </c:pt>
                <c:pt idx="4439">
                  <c:v>45502.464583333327</c:v>
                </c:pt>
                <c:pt idx="4440">
                  <c:v>45502.455555555563</c:v>
                </c:pt>
                <c:pt idx="4441">
                  <c:v>45643.366666666669</c:v>
                </c:pt>
                <c:pt idx="4442">
                  <c:v>45778.378472222219</c:v>
                </c:pt>
                <c:pt idx="4443">
                  <c:v>45728.53402777778</c:v>
                </c:pt>
                <c:pt idx="4444">
                  <c:v>45669.586111111108</c:v>
                </c:pt>
                <c:pt idx="4445">
                  <c:v>45399.929166666669</c:v>
                </c:pt>
                <c:pt idx="4446">
                  <c:v>45875.834722222222</c:v>
                </c:pt>
                <c:pt idx="4447">
                  <c:v>45957.386111111111</c:v>
                </c:pt>
                <c:pt idx="4448">
                  <c:v>45327.681944444441</c:v>
                </c:pt>
                <c:pt idx="4449">
                  <c:v>45350.183333333327</c:v>
                </c:pt>
                <c:pt idx="4450">
                  <c:v>45434.418055555558</c:v>
                </c:pt>
                <c:pt idx="4451">
                  <c:v>45412.070138888892</c:v>
                </c:pt>
                <c:pt idx="4452">
                  <c:v>45293.426388888889</c:v>
                </c:pt>
                <c:pt idx="4453">
                  <c:v>45316.425000000003</c:v>
                </c:pt>
                <c:pt idx="4454">
                  <c:v>45391.245138888888</c:v>
                </c:pt>
                <c:pt idx="4455">
                  <c:v>45372.231944444437</c:v>
                </c:pt>
                <c:pt idx="4456">
                  <c:v>45482.181944444441</c:v>
                </c:pt>
                <c:pt idx="4457">
                  <c:v>45457.211805555547</c:v>
                </c:pt>
                <c:pt idx="4458">
                  <c:v>45840.717361111107</c:v>
                </c:pt>
                <c:pt idx="4459">
                  <c:v>45445.397222222222</c:v>
                </c:pt>
                <c:pt idx="4460">
                  <c:v>45607.758333333331</c:v>
                </c:pt>
                <c:pt idx="4461">
                  <c:v>45727.422222222223</c:v>
                </c:pt>
                <c:pt idx="4462">
                  <c:v>45771.788194444453</c:v>
                </c:pt>
                <c:pt idx="4463">
                  <c:v>45984.806944444441</c:v>
                </c:pt>
                <c:pt idx="4464">
                  <c:v>45535.543749999997</c:v>
                </c:pt>
                <c:pt idx="4465">
                  <c:v>45321.552083333343</c:v>
                </c:pt>
                <c:pt idx="4466">
                  <c:v>45963.818749999999</c:v>
                </c:pt>
                <c:pt idx="4467">
                  <c:v>45493.865277777782</c:v>
                </c:pt>
                <c:pt idx="4468">
                  <c:v>45574.890972222223</c:v>
                </c:pt>
                <c:pt idx="4469">
                  <c:v>45503.499305555553</c:v>
                </c:pt>
                <c:pt idx="4470">
                  <c:v>45798.782638888893</c:v>
                </c:pt>
                <c:pt idx="4471">
                  <c:v>45817.81527777778</c:v>
                </c:pt>
                <c:pt idx="4472">
                  <c:v>45415.705555555563</c:v>
                </c:pt>
                <c:pt idx="4473">
                  <c:v>45673.904166666667</c:v>
                </c:pt>
                <c:pt idx="4474">
                  <c:v>45392.813194444447</c:v>
                </c:pt>
                <c:pt idx="4475">
                  <c:v>45909.397916666669</c:v>
                </c:pt>
                <c:pt idx="4476">
                  <c:v>45886.441666666673</c:v>
                </c:pt>
                <c:pt idx="4477">
                  <c:v>45466.807638888888</c:v>
                </c:pt>
                <c:pt idx="4478">
                  <c:v>45356.90902777778</c:v>
                </c:pt>
                <c:pt idx="4479">
                  <c:v>45657.719444444447</c:v>
                </c:pt>
                <c:pt idx="4480">
                  <c:v>45878.813194444447</c:v>
                </c:pt>
                <c:pt idx="4481">
                  <c:v>45626.386805555558</c:v>
                </c:pt>
                <c:pt idx="4482">
                  <c:v>45626.386805555558</c:v>
                </c:pt>
                <c:pt idx="4483">
                  <c:v>46018.386805555558</c:v>
                </c:pt>
                <c:pt idx="4484">
                  <c:v>46018.388194444437</c:v>
                </c:pt>
                <c:pt idx="4485">
                  <c:v>46018.386805555558</c:v>
                </c:pt>
                <c:pt idx="4486">
                  <c:v>46018.388194444437</c:v>
                </c:pt>
                <c:pt idx="4487">
                  <c:v>45878.813194444447</c:v>
                </c:pt>
                <c:pt idx="4488">
                  <c:v>46018.395138888889</c:v>
                </c:pt>
                <c:pt idx="4489">
                  <c:v>46018.395138888889</c:v>
                </c:pt>
                <c:pt idx="4490">
                  <c:v>45989.302777777782</c:v>
                </c:pt>
                <c:pt idx="4491">
                  <c:v>45927.341666666667</c:v>
                </c:pt>
                <c:pt idx="4492">
                  <c:v>45927.341666666667</c:v>
                </c:pt>
                <c:pt idx="4493">
                  <c:v>46018.393750000003</c:v>
                </c:pt>
                <c:pt idx="4494">
                  <c:v>45989.302777777782</c:v>
                </c:pt>
                <c:pt idx="4495">
                  <c:v>45657.719444444447</c:v>
                </c:pt>
                <c:pt idx="4496">
                  <c:v>46018.393750000003</c:v>
                </c:pt>
                <c:pt idx="4497">
                  <c:v>45334.600694444453</c:v>
                </c:pt>
                <c:pt idx="4498">
                  <c:v>45509.602083333331</c:v>
                </c:pt>
                <c:pt idx="4499">
                  <c:v>45547.423611111109</c:v>
                </c:pt>
                <c:pt idx="4500">
                  <c:v>45594.554166666669</c:v>
                </c:pt>
                <c:pt idx="4501">
                  <c:v>45495.59375</c:v>
                </c:pt>
                <c:pt idx="4502">
                  <c:v>45693.875694444447</c:v>
                </c:pt>
                <c:pt idx="4503">
                  <c:v>45797.696527777778</c:v>
                </c:pt>
                <c:pt idx="4504">
                  <c:v>45384.579861111109</c:v>
                </c:pt>
                <c:pt idx="4505">
                  <c:v>45463.411805555559</c:v>
                </c:pt>
                <c:pt idx="4506">
                  <c:v>45356.863194444442</c:v>
                </c:pt>
                <c:pt idx="4507">
                  <c:v>45594.53402777778</c:v>
                </c:pt>
                <c:pt idx="4508">
                  <c:v>45413.913888888892</c:v>
                </c:pt>
                <c:pt idx="4509">
                  <c:v>45627.561805555553</c:v>
                </c:pt>
                <c:pt idx="4510">
                  <c:v>45448.418055555558</c:v>
                </c:pt>
                <c:pt idx="4511">
                  <c:v>45447.866666666669</c:v>
                </c:pt>
                <c:pt idx="4512">
                  <c:v>45429.26458333333</c:v>
                </c:pt>
                <c:pt idx="4513">
                  <c:v>45529.808333333327</c:v>
                </c:pt>
                <c:pt idx="4514">
                  <c:v>45497.848611111112</c:v>
                </c:pt>
                <c:pt idx="4515">
                  <c:v>45971.504166666673</c:v>
                </c:pt>
                <c:pt idx="4516">
                  <c:v>45957.490277777782</c:v>
                </c:pt>
                <c:pt idx="4517">
                  <c:v>45405.838194444441</c:v>
                </c:pt>
                <c:pt idx="4518">
                  <c:v>45869.525694444441</c:v>
                </c:pt>
                <c:pt idx="4519">
                  <c:v>45715.570833333331</c:v>
                </c:pt>
                <c:pt idx="4520">
                  <c:v>45461.59375</c:v>
                </c:pt>
                <c:pt idx="4521">
                  <c:v>45602.836805555547</c:v>
                </c:pt>
                <c:pt idx="4522">
                  <c:v>45908.495833333327</c:v>
                </c:pt>
                <c:pt idx="4523">
                  <c:v>45370.557638888888</c:v>
                </c:pt>
                <c:pt idx="4524">
                  <c:v>46002.67083333333</c:v>
                </c:pt>
                <c:pt idx="4525">
                  <c:v>45643.524305555547</c:v>
                </c:pt>
                <c:pt idx="4526">
                  <c:v>46022.626388888893</c:v>
                </c:pt>
                <c:pt idx="4527">
                  <c:v>45654.949305555558</c:v>
                </c:pt>
                <c:pt idx="4528">
                  <c:v>45825.357638888891</c:v>
                </c:pt>
                <c:pt idx="4529">
                  <c:v>45567.513888888891</c:v>
                </c:pt>
                <c:pt idx="4530">
                  <c:v>45529.566666666673</c:v>
                </c:pt>
                <c:pt idx="4531">
                  <c:v>45490.84652777778</c:v>
                </c:pt>
                <c:pt idx="4532">
                  <c:v>45768.386111111111</c:v>
                </c:pt>
                <c:pt idx="4533">
                  <c:v>45946.605555555558</c:v>
                </c:pt>
                <c:pt idx="4534">
                  <c:v>45910.372916666667</c:v>
                </c:pt>
                <c:pt idx="4535">
                  <c:v>45768.684027777781</c:v>
                </c:pt>
                <c:pt idx="4536">
                  <c:v>45669.592361111107</c:v>
                </c:pt>
                <c:pt idx="4537">
                  <c:v>45473.377083333333</c:v>
                </c:pt>
                <c:pt idx="4538">
                  <c:v>45647.4375</c:v>
                </c:pt>
                <c:pt idx="4539">
                  <c:v>45800.164583333331</c:v>
                </c:pt>
                <c:pt idx="4540">
                  <c:v>45918.435416666667</c:v>
                </c:pt>
                <c:pt idx="4541">
                  <c:v>45373.392361111109</c:v>
                </c:pt>
                <c:pt idx="4542">
                  <c:v>45697.429166666669</c:v>
                </c:pt>
                <c:pt idx="4543">
                  <c:v>45742.172222222223</c:v>
                </c:pt>
                <c:pt idx="4544">
                  <c:v>45319.434027777781</c:v>
                </c:pt>
                <c:pt idx="4545">
                  <c:v>45830.490972222222</c:v>
                </c:pt>
                <c:pt idx="4546">
                  <c:v>45422.159722222219</c:v>
                </c:pt>
                <c:pt idx="4547">
                  <c:v>46003.371527777781</c:v>
                </c:pt>
                <c:pt idx="4548">
                  <c:v>45508.457638888889</c:v>
                </c:pt>
                <c:pt idx="4549">
                  <c:v>45971.363888888889</c:v>
                </c:pt>
                <c:pt idx="4550">
                  <c:v>45717.468055555553</c:v>
                </c:pt>
                <c:pt idx="4551">
                  <c:v>45574.393750000003</c:v>
                </c:pt>
                <c:pt idx="4552">
                  <c:v>45872.480555555558</c:v>
                </c:pt>
                <c:pt idx="4553">
                  <c:v>45297.464583333327</c:v>
                </c:pt>
                <c:pt idx="4554">
                  <c:v>45396.497916666667</c:v>
                </c:pt>
                <c:pt idx="4555">
                  <c:v>45446.977777777778</c:v>
                </c:pt>
                <c:pt idx="4556">
                  <c:v>45346.48333333333</c:v>
                </c:pt>
                <c:pt idx="4557">
                  <c:v>45605.328472222223</c:v>
                </c:pt>
                <c:pt idx="4558">
                  <c:v>45527.371527777781</c:v>
                </c:pt>
                <c:pt idx="4559">
                  <c:v>45599.445833333331</c:v>
                </c:pt>
                <c:pt idx="4560">
                  <c:v>45775.429166666669</c:v>
                </c:pt>
                <c:pt idx="4561">
                  <c:v>45938.70208333333</c:v>
                </c:pt>
                <c:pt idx="4562">
                  <c:v>45938.70208333333</c:v>
                </c:pt>
                <c:pt idx="4563">
                  <c:v>45599.445833333331</c:v>
                </c:pt>
                <c:pt idx="4564">
                  <c:v>45852.818749999999</c:v>
                </c:pt>
                <c:pt idx="4565">
                  <c:v>45417.354861111111</c:v>
                </c:pt>
                <c:pt idx="4566">
                  <c:v>45775.429166666669</c:v>
                </c:pt>
                <c:pt idx="4567">
                  <c:v>45417.354861111111</c:v>
                </c:pt>
                <c:pt idx="4568">
                  <c:v>46000.927083333343</c:v>
                </c:pt>
                <c:pt idx="4569">
                  <c:v>46000.927083333343</c:v>
                </c:pt>
                <c:pt idx="4570">
                  <c:v>45512.946527777778</c:v>
                </c:pt>
                <c:pt idx="4571">
                  <c:v>45684.912499999999</c:v>
                </c:pt>
                <c:pt idx="4572">
                  <c:v>45852.818749999999</c:v>
                </c:pt>
                <c:pt idx="4573">
                  <c:v>45512.946527777778</c:v>
                </c:pt>
                <c:pt idx="4574">
                  <c:v>45684.912499999999</c:v>
                </c:pt>
                <c:pt idx="4575">
                  <c:v>45740.669444444437</c:v>
                </c:pt>
                <c:pt idx="4576">
                  <c:v>45965.569444444453</c:v>
                </c:pt>
                <c:pt idx="4577">
                  <c:v>45696.908333333333</c:v>
                </c:pt>
                <c:pt idx="4578">
                  <c:v>45844.861111111109</c:v>
                </c:pt>
                <c:pt idx="4579">
                  <c:v>45542.665972222218</c:v>
                </c:pt>
                <c:pt idx="4580">
                  <c:v>45923.657638888893</c:v>
                </c:pt>
                <c:pt idx="4581">
                  <c:v>45409.843055555553</c:v>
                </c:pt>
                <c:pt idx="4582">
                  <c:v>46002.536805555559</c:v>
                </c:pt>
                <c:pt idx="4583">
                  <c:v>45884.504166666673</c:v>
                </c:pt>
                <c:pt idx="4584">
                  <c:v>45589.636805555558</c:v>
                </c:pt>
                <c:pt idx="4585">
                  <c:v>45334.525694444441</c:v>
                </c:pt>
                <c:pt idx="4586">
                  <c:v>45812.743750000001</c:v>
                </c:pt>
                <c:pt idx="4587">
                  <c:v>45497.618055555547</c:v>
                </c:pt>
                <c:pt idx="4588">
                  <c:v>45453.711805555547</c:v>
                </c:pt>
                <c:pt idx="4589">
                  <c:v>45644.959027777782</c:v>
                </c:pt>
                <c:pt idx="4590">
                  <c:v>45766.508333333331</c:v>
                </c:pt>
                <c:pt idx="4591">
                  <c:v>45813.406944444447</c:v>
                </c:pt>
                <c:pt idx="4592">
                  <c:v>45559.331250000003</c:v>
                </c:pt>
                <c:pt idx="4593">
                  <c:v>45767.634722222218</c:v>
                </c:pt>
                <c:pt idx="4594">
                  <c:v>45584.431250000001</c:v>
                </c:pt>
                <c:pt idx="4595">
                  <c:v>45324.39166666667</c:v>
                </c:pt>
                <c:pt idx="4596">
                  <c:v>45870.410416666673</c:v>
                </c:pt>
                <c:pt idx="4597">
                  <c:v>45929.61041666667</c:v>
                </c:pt>
                <c:pt idx="4598">
                  <c:v>45845.847916666673</c:v>
                </c:pt>
                <c:pt idx="4599">
                  <c:v>45628.34375</c:v>
                </c:pt>
                <c:pt idx="4600">
                  <c:v>45545.336805555547</c:v>
                </c:pt>
                <c:pt idx="4601">
                  <c:v>45689.411111111112</c:v>
                </c:pt>
                <c:pt idx="4602">
                  <c:v>45483.375</c:v>
                </c:pt>
                <c:pt idx="4603">
                  <c:v>45958.462500000001</c:v>
                </c:pt>
                <c:pt idx="4604">
                  <c:v>45750.342361111107</c:v>
                </c:pt>
                <c:pt idx="4605">
                  <c:v>45300.355555555558</c:v>
                </c:pt>
                <c:pt idx="4606">
                  <c:v>45727.324999999997</c:v>
                </c:pt>
                <c:pt idx="4607">
                  <c:v>45529.984722222223</c:v>
                </c:pt>
                <c:pt idx="4608">
                  <c:v>45866.928472222222</c:v>
                </c:pt>
                <c:pt idx="4609">
                  <c:v>45432.394444444442</c:v>
                </c:pt>
                <c:pt idx="4610">
                  <c:v>45978.423611111109</c:v>
                </c:pt>
                <c:pt idx="4611">
                  <c:v>46011.46875</c:v>
                </c:pt>
                <c:pt idx="4612">
                  <c:v>45605.32916666667</c:v>
                </c:pt>
                <c:pt idx="4613">
                  <c:v>45671.352083333331</c:v>
                </c:pt>
                <c:pt idx="4614">
                  <c:v>45646.337500000001</c:v>
                </c:pt>
                <c:pt idx="4615">
                  <c:v>45346.410416666673</c:v>
                </c:pt>
                <c:pt idx="4616">
                  <c:v>45513.441666666673</c:v>
                </c:pt>
                <c:pt idx="4617">
                  <c:v>45459.355555555558</c:v>
                </c:pt>
                <c:pt idx="4618">
                  <c:v>45378.854861111111</c:v>
                </c:pt>
                <c:pt idx="4619">
                  <c:v>45393.915972222218</c:v>
                </c:pt>
                <c:pt idx="4620">
                  <c:v>45789.348611111112</c:v>
                </c:pt>
                <c:pt idx="4621">
                  <c:v>45364.34652777778</c:v>
                </c:pt>
                <c:pt idx="4622">
                  <c:v>45754.605555555558</c:v>
                </c:pt>
                <c:pt idx="4623">
                  <c:v>45824.353472222218</c:v>
                </c:pt>
                <c:pt idx="4624">
                  <c:v>45730.547222222223</c:v>
                </c:pt>
                <c:pt idx="4625">
                  <c:v>45685.408333333333</c:v>
                </c:pt>
                <c:pt idx="4626">
                  <c:v>45592.622916666667</c:v>
                </c:pt>
                <c:pt idx="4627">
                  <c:v>45320.574999999997</c:v>
                </c:pt>
                <c:pt idx="4628">
                  <c:v>45985.549305555563</c:v>
                </c:pt>
                <c:pt idx="4629">
                  <c:v>45372.623611111107</c:v>
                </c:pt>
                <c:pt idx="4630">
                  <c:v>45474.713888888888</c:v>
                </c:pt>
                <c:pt idx="4631">
                  <c:v>45516.329861111109</c:v>
                </c:pt>
                <c:pt idx="4632">
                  <c:v>45299.63958333333</c:v>
                </c:pt>
                <c:pt idx="4633">
                  <c:v>45880.338194444441</c:v>
                </c:pt>
                <c:pt idx="4634">
                  <c:v>45635.363888888889</c:v>
                </c:pt>
                <c:pt idx="4635">
                  <c:v>45567.334027777782</c:v>
                </c:pt>
                <c:pt idx="4636">
                  <c:v>45803.368055555547</c:v>
                </c:pt>
                <c:pt idx="4637">
                  <c:v>45778.470138888893</c:v>
                </c:pt>
                <c:pt idx="4638">
                  <c:v>46005.601388888892</c:v>
                </c:pt>
                <c:pt idx="4639">
                  <c:v>45497.368750000001</c:v>
                </c:pt>
                <c:pt idx="4640">
                  <c:v>45663.369444444441</c:v>
                </c:pt>
                <c:pt idx="4641">
                  <c:v>45929.662499999999</c:v>
                </c:pt>
                <c:pt idx="4642">
                  <c:v>45345.576388888891</c:v>
                </c:pt>
                <c:pt idx="4643">
                  <c:v>45904.313888888893</c:v>
                </c:pt>
                <c:pt idx="4644">
                  <c:v>45545.365972222222</c:v>
                </c:pt>
                <c:pt idx="4645">
                  <c:v>45957.45416666667</c:v>
                </c:pt>
                <c:pt idx="4646">
                  <c:v>45447.634027777778</c:v>
                </c:pt>
                <c:pt idx="4647">
                  <c:v>45846.382638888892</c:v>
                </c:pt>
                <c:pt idx="4648">
                  <c:v>45707.852083333331</c:v>
                </c:pt>
                <c:pt idx="4649">
                  <c:v>45422.354166666657</c:v>
                </c:pt>
                <c:pt idx="4650">
                  <c:v>45397.464583333327</c:v>
                </c:pt>
                <c:pt idx="4651">
                  <c:v>45616.488194444442</c:v>
                </c:pt>
                <c:pt idx="4652">
                  <c:v>45917.718055555553</c:v>
                </c:pt>
                <c:pt idx="4653">
                  <c:v>45510.609027777777</c:v>
                </c:pt>
                <c:pt idx="4654">
                  <c:v>45847.966666666667</c:v>
                </c:pt>
                <c:pt idx="4655">
                  <c:v>45357</c:v>
                </c:pt>
                <c:pt idx="4656">
                  <c:v>45709.613888888889</c:v>
                </c:pt>
                <c:pt idx="4657">
                  <c:v>45463.761111111111</c:v>
                </c:pt>
                <c:pt idx="4658">
                  <c:v>45790.86041666667</c:v>
                </c:pt>
                <c:pt idx="4659">
                  <c:v>45426.825694444437</c:v>
                </c:pt>
                <c:pt idx="4660">
                  <c:v>45608.640972222223</c:v>
                </c:pt>
                <c:pt idx="4661">
                  <c:v>45561.556944444441</c:v>
                </c:pt>
                <c:pt idx="4662">
                  <c:v>45789.333333333343</c:v>
                </c:pt>
                <c:pt idx="4663">
                  <c:v>45670.48541666667</c:v>
                </c:pt>
                <c:pt idx="4664">
                  <c:v>45566.468055555553</c:v>
                </c:pt>
                <c:pt idx="4665">
                  <c:v>45335.324999999997</c:v>
                </c:pt>
                <c:pt idx="4666">
                  <c:v>45621.34097222222</c:v>
                </c:pt>
                <c:pt idx="4667">
                  <c:v>45406.356249999997</c:v>
                </c:pt>
                <c:pt idx="4668">
                  <c:v>45593.487500000003</c:v>
                </c:pt>
                <c:pt idx="4669">
                  <c:v>45356.477777777778</c:v>
                </c:pt>
                <c:pt idx="4670">
                  <c:v>45875.51666666667</c:v>
                </c:pt>
                <c:pt idx="4671">
                  <c:v>45978.44027777778</c:v>
                </c:pt>
                <c:pt idx="4672">
                  <c:v>45898.42291666667</c:v>
                </c:pt>
                <c:pt idx="4673">
                  <c:v>45502.34097222222</c:v>
                </c:pt>
                <c:pt idx="4674">
                  <c:v>45817.376388888893</c:v>
                </c:pt>
                <c:pt idx="4675">
                  <c:v>45845.428472222222</c:v>
                </c:pt>
                <c:pt idx="4676">
                  <c:v>45302.64166666667</c:v>
                </c:pt>
                <c:pt idx="4677">
                  <c:v>45927.46597222222</c:v>
                </c:pt>
                <c:pt idx="4678">
                  <c:v>45435.774305555547</c:v>
                </c:pt>
                <c:pt idx="4679">
                  <c:v>45532.463194444441</c:v>
                </c:pt>
                <c:pt idx="4680">
                  <c:v>45467.306944444441</c:v>
                </c:pt>
                <c:pt idx="4681">
                  <c:v>45763.609027777777</c:v>
                </c:pt>
                <c:pt idx="4682">
                  <c:v>45299.337500000001</c:v>
                </c:pt>
                <c:pt idx="4683">
                  <c:v>45728.765277777777</c:v>
                </c:pt>
                <c:pt idx="4684">
                  <c:v>45643.601388888892</c:v>
                </c:pt>
                <c:pt idx="4685">
                  <c:v>45699.602777777778</c:v>
                </c:pt>
                <c:pt idx="4686">
                  <c:v>45954.319444444453</c:v>
                </c:pt>
                <c:pt idx="4687">
                  <c:v>45378.311111111107</c:v>
                </c:pt>
                <c:pt idx="4688">
                  <c:v>45408.78125</c:v>
                </c:pt>
                <c:pt idx="4689">
                  <c:v>45444.590277777781</c:v>
                </c:pt>
                <c:pt idx="4690">
                  <c:v>45475.022916666669</c:v>
                </c:pt>
                <c:pt idx="4691">
                  <c:v>45683.865277777782</c:v>
                </c:pt>
                <c:pt idx="4692">
                  <c:v>45318.806944444441</c:v>
                </c:pt>
                <c:pt idx="4693">
                  <c:v>45543.828472222223</c:v>
                </c:pt>
                <c:pt idx="4694">
                  <c:v>45506.068749999999</c:v>
                </c:pt>
                <c:pt idx="4695">
                  <c:v>45356.861111111109</c:v>
                </c:pt>
                <c:pt idx="4696">
                  <c:v>45602.910416666673</c:v>
                </c:pt>
                <c:pt idx="4697">
                  <c:v>45659.257638888892</c:v>
                </c:pt>
                <c:pt idx="4698">
                  <c:v>45660.431944444441</c:v>
                </c:pt>
                <c:pt idx="4699">
                  <c:v>45410.435416666667</c:v>
                </c:pt>
                <c:pt idx="4700">
                  <c:v>45306.76458333333</c:v>
                </c:pt>
                <c:pt idx="4701">
                  <c:v>45306.76458333333</c:v>
                </c:pt>
                <c:pt idx="4702">
                  <c:v>45837.838194444441</c:v>
                </c:pt>
                <c:pt idx="4703">
                  <c:v>45661.383333333331</c:v>
                </c:pt>
                <c:pt idx="4704">
                  <c:v>45660.431944444441</c:v>
                </c:pt>
                <c:pt idx="4705">
                  <c:v>45612.351388888892</c:v>
                </c:pt>
                <c:pt idx="4706">
                  <c:v>45661.383333333331</c:v>
                </c:pt>
                <c:pt idx="4707">
                  <c:v>45612.351388888892</c:v>
                </c:pt>
                <c:pt idx="4708">
                  <c:v>45837.838194444441</c:v>
                </c:pt>
                <c:pt idx="4709">
                  <c:v>45493.419444444437</c:v>
                </c:pt>
                <c:pt idx="4710">
                  <c:v>45493.419444444437</c:v>
                </c:pt>
                <c:pt idx="4711">
                  <c:v>45410.435416666667</c:v>
                </c:pt>
                <c:pt idx="4712">
                  <c:v>45905.848611111112</c:v>
                </c:pt>
                <c:pt idx="4713">
                  <c:v>45796.438194444447</c:v>
                </c:pt>
                <c:pt idx="4714">
                  <c:v>45976.775694444441</c:v>
                </c:pt>
                <c:pt idx="4715">
                  <c:v>45905.848611111112</c:v>
                </c:pt>
                <c:pt idx="4716">
                  <c:v>45549.308333333327</c:v>
                </c:pt>
                <c:pt idx="4717">
                  <c:v>45796.438194444447</c:v>
                </c:pt>
                <c:pt idx="4718">
                  <c:v>45733.724999999999</c:v>
                </c:pt>
                <c:pt idx="4719">
                  <c:v>45733.724999999999</c:v>
                </c:pt>
                <c:pt idx="4720">
                  <c:v>45976.775694444441</c:v>
                </c:pt>
                <c:pt idx="4721">
                  <c:v>45549.308333333327</c:v>
                </c:pt>
                <c:pt idx="4722">
                  <c:v>45884.712500000001</c:v>
                </c:pt>
                <c:pt idx="4723">
                  <c:v>45577.752083333333</c:v>
                </c:pt>
                <c:pt idx="4724">
                  <c:v>45384.457638888889</c:v>
                </c:pt>
                <c:pt idx="4725">
                  <c:v>45992.529861111107</c:v>
                </c:pt>
                <c:pt idx="4726">
                  <c:v>45671.404861111107</c:v>
                </c:pt>
                <c:pt idx="4727">
                  <c:v>45859.861111111109</c:v>
                </c:pt>
                <c:pt idx="4728">
                  <c:v>45824.817361111112</c:v>
                </c:pt>
                <c:pt idx="4729">
                  <c:v>45534.378472222219</c:v>
                </c:pt>
                <c:pt idx="4730">
                  <c:v>45637.442361111112</c:v>
                </c:pt>
                <c:pt idx="4731">
                  <c:v>45783.76666666667</c:v>
                </c:pt>
                <c:pt idx="4732">
                  <c:v>45613.734722222223</c:v>
                </c:pt>
                <c:pt idx="4733">
                  <c:v>45420.384722222218</c:v>
                </c:pt>
                <c:pt idx="4734">
                  <c:v>45734.492361111108</c:v>
                </c:pt>
                <c:pt idx="4735">
                  <c:v>45698.86041666667</c:v>
                </c:pt>
                <c:pt idx="4736">
                  <c:v>45315.449305555558</c:v>
                </c:pt>
                <c:pt idx="4737">
                  <c:v>45925.623611111107</c:v>
                </c:pt>
                <c:pt idx="4738">
                  <c:v>45947.690972222219</c:v>
                </c:pt>
                <c:pt idx="4739">
                  <c:v>45496.350694444453</c:v>
                </c:pt>
                <c:pt idx="4740">
                  <c:v>45459.777777777781</c:v>
                </c:pt>
                <c:pt idx="4741">
                  <c:v>45348.44027777778</c:v>
                </c:pt>
                <c:pt idx="4742">
                  <c:v>45320.509027777778</c:v>
                </c:pt>
                <c:pt idx="4743">
                  <c:v>45558.595138888893</c:v>
                </c:pt>
                <c:pt idx="4744">
                  <c:v>45376.720138888893</c:v>
                </c:pt>
                <c:pt idx="4745">
                  <c:v>45971.426388888889</c:v>
                </c:pt>
                <c:pt idx="4746">
                  <c:v>45446.484722222223</c:v>
                </c:pt>
                <c:pt idx="4747">
                  <c:v>45871.511805555558</c:v>
                </c:pt>
                <c:pt idx="4748">
                  <c:v>45608.495833333327</c:v>
                </c:pt>
                <c:pt idx="4749">
                  <c:v>45779.402777777781</c:v>
                </c:pt>
                <c:pt idx="4750">
                  <c:v>45838.367361111108</c:v>
                </c:pt>
                <c:pt idx="4751">
                  <c:v>45923.309027777781</c:v>
                </c:pt>
                <c:pt idx="4752">
                  <c:v>45643.560416666667</c:v>
                </c:pt>
                <c:pt idx="4753">
                  <c:v>45295.772916666669</c:v>
                </c:pt>
                <c:pt idx="4754">
                  <c:v>45348.494444444441</c:v>
                </c:pt>
                <c:pt idx="4755">
                  <c:v>45726.965277777781</c:v>
                </c:pt>
                <c:pt idx="4756">
                  <c:v>45806.559027777781</c:v>
                </c:pt>
                <c:pt idx="4757">
                  <c:v>45699.581944444442</c:v>
                </c:pt>
                <c:pt idx="4758">
                  <c:v>45581.70416666667</c:v>
                </c:pt>
                <c:pt idx="4759">
                  <c:v>45411.817361111112</c:v>
                </c:pt>
                <c:pt idx="4760">
                  <c:v>45901.085416666669</c:v>
                </c:pt>
                <c:pt idx="4761">
                  <c:v>46002.622916666667</c:v>
                </c:pt>
                <c:pt idx="4762">
                  <c:v>45481.372916666667</c:v>
                </c:pt>
                <c:pt idx="4763">
                  <c:v>45509.465277777781</c:v>
                </c:pt>
                <c:pt idx="4764">
                  <c:v>45947.537499999999</c:v>
                </c:pt>
                <c:pt idx="4765">
                  <c:v>45530.718055555553</c:v>
                </c:pt>
                <c:pt idx="4766">
                  <c:v>45754.99722222222</c:v>
                </c:pt>
                <c:pt idx="4767">
                  <c:v>45635.386805555558</c:v>
                </c:pt>
                <c:pt idx="4768">
                  <c:v>45677.418055555558</c:v>
                </c:pt>
                <c:pt idx="4769">
                  <c:v>45802.490972222222</c:v>
                </c:pt>
                <c:pt idx="4770">
                  <c:v>45950.414583333331</c:v>
                </c:pt>
                <c:pt idx="4771">
                  <c:v>45832.509027777778</c:v>
                </c:pt>
                <c:pt idx="4772">
                  <c:v>45872.588888888888</c:v>
                </c:pt>
                <c:pt idx="4773">
                  <c:v>45313.351388888892</c:v>
                </c:pt>
                <c:pt idx="4774">
                  <c:v>45390.374305555553</c:v>
                </c:pt>
                <c:pt idx="4775">
                  <c:v>45639.409722222219</c:v>
                </c:pt>
                <c:pt idx="4776">
                  <c:v>45525.474999999999</c:v>
                </c:pt>
                <c:pt idx="4777">
                  <c:v>45740.378472222219</c:v>
                </c:pt>
                <c:pt idx="4778">
                  <c:v>45772.415972222218</c:v>
                </c:pt>
                <c:pt idx="4779">
                  <c:v>45985.400694444441</c:v>
                </c:pt>
                <c:pt idx="4780">
                  <c:v>45902.368750000001</c:v>
                </c:pt>
                <c:pt idx="4781">
                  <c:v>45355.384027777778</c:v>
                </c:pt>
                <c:pt idx="4782">
                  <c:v>46013.381944444453</c:v>
                </c:pt>
                <c:pt idx="4783">
                  <c:v>45706.452777777777</c:v>
                </c:pt>
                <c:pt idx="4784">
                  <c:v>45607.434027777781</c:v>
                </c:pt>
                <c:pt idx="4785">
                  <c:v>45667.387499999997</c:v>
                </c:pt>
                <c:pt idx="4786">
                  <c:v>45558.435416666667</c:v>
                </c:pt>
                <c:pt idx="4787">
                  <c:v>45419.404166666667</c:v>
                </c:pt>
                <c:pt idx="4788">
                  <c:v>45293.440972222219</c:v>
                </c:pt>
                <c:pt idx="4789">
                  <c:v>45446.388194444437</c:v>
                </c:pt>
                <c:pt idx="4790">
                  <c:v>45475.577777777777</c:v>
                </c:pt>
                <c:pt idx="4791">
                  <c:v>45581.497916666667</c:v>
                </c:pt>
                <c:pt idx="4792">
                  <c:v>45393.969444444447</c:v>
                </c:pt>
                <c:pt idx="4793">
                  <c:v>45472.40625</c:v>
                </c:pt>
                <c:pt idx="4794">
                  <c:v>45789.834722222222</c:v>
                </c:pt>
                <c:pt idx="4795">
                  <c:v>45960.938194444447</c:v>
                </c:pt>
                <c:pt idx="4796">
                  <c:v>45615.87222222222</c:v>
                </c:pt>
                <c:pt idx="4797">
                  <c:v>45484.71875</c:v>
                </c:pt>
                <c:pt idx="4798">
                  <c:v>45897.634027777778</c:v>
                </c:pt>
                <c:pt idx="4799">
                  <c:v>45596.327777777777</c:v>
                </c:pt>
                <c:pt idx="4800">
                  <c:v>45914.777777777781</c:v>
                </c:pt>
                <c:pt idx="4801">
                  <c:v>45624.556944444441</c:v>
                </c:pt>
                <c:pt idx="4802">
                  <c:v>45821.643750000003</c:v>
                </c:pt>
                <c:pt idx="4803">
                  <c:v>45638.993750000001</c:v>
                </c:pt>
                <c:pt idx="4804">
                  <c:v>45696.438888888893</c:v>
                </c:pt>
                <c:pt idx="4805">
                  <c:v>45567.928472222222</c:v>
                </c:pt>
                <c:pt idx="4806">
                  <c:v>45807.482638888891</c:v>
                </c:pt>
                <c:pt idx="4807">
                  <c:v>45459.910416666673</c:v>
                </c:pt>
                <c:pt idx="4808">
                  <c:v>45491.727777777778</c:v>
                </c:pt>
                <c:pt idx="4809">
                  <c:v>45330.743055555547</c:v>
                </c:pt>
                <c:pt idx="4810">
                  <c:v>45442.441666666673</c:v>
                </c:pt>
                <c:pt idx="4811">
                  <c:v>45358.636805555558</c:v>
                </c:pt>
                <c:pt idx="4812">
                  <c:v>45313.300694444442</c:v>
                </c:pt>
                <c:pt idx="4813">
                  <c:v>45517.390277777777</c:v>
                </c:pt>
                <c:pt idx="4814">
                  <c:v>45349.824305555558</c:v>
                </c:pt>
                <c:pt idx="4815">
                  <c:v>45407.943055555559</c:v>
                </c:pt>
                <c:pt idx="4816">
                  <c:v>45302.131944444453</c:v>
                </c:pt>
                <c:pt idx="4817">
                  <c:v>45932.517361111109</c:v>
                </c:pt>
                <c:pt idx="4818">
                  <c:v>45771.95</c:v>
                </c:pt>
                <c:pt idx="4819">
                  <c:v>45578.486805555563</c:v>
                </c:pt>
                <c:pt idx="4820">
                  <c:v>45537.954861111109</c:v>
                </c:pt>
                <c:pt idx="4821">
                  <c:v>45978.620138888888</c:v>
                </c:pt>
                <c:pt idx="4822">
                  <c:v>45992.789583333331</c:v>
                </c:pt>
                <c:pt idx="4823">
                  <c:v>45719.943749999999</c:v>
                </c:pt>
                <c:pt idx="4824">
                  <c:v>45377.627083333333</c:v>
                </c:pt>
                <c:pt idx="4825">
                  <c:v>45742.461805555547</c:v>
                </c:pt>
                <c:pt idx="4826">
                  <c:v>45667.586111111108</c:v>
                </c:pt>
                <c:pt idx="4827">
                  <c:v>45871.371527777781</c:v>
                </c:pt>
                <c:pt idx="4828">
                  <c:v>45550.752083333333</c:v>
                </c:pt>
                <c:pt idx="4829">
                  <c:v>46018.431944444441</c:v>
                </c:pt>
                <c:pt idx="4830">
                  <c:v>45722.957638888889</c:v>
                </c:pt>
                <c:pt idx="4831">
                  <c:v>45429.625</c:v>
                </c:pt>
                <c:pt idx="4832">
                  <c:v>45609.876388888893</c:v>
                </c:pt>
                <c:pt idx="4833">
                  <c:v>45841.890277777777</c:v>
                </c:pt>
                <c:pt idx="4834">
                  <c:v>45608.320833333331</c:v>
                </c:pt>
                <c:pt idx="4835">
                  <c:v>45553.618055555547</c:v>
                </c:pt>
                <c:pt idx="4836">
                  <c:v>45797.488194444442</c:v>
                </c:pt>
                <c:pt idx="4837">
                  <c:v>45384.44027777778</c:v>
                </c:pt>
                <c:pt idx="4838">
                  <c:v>45355.409722222219</c:v>
                </c:pt>
                <c:pt idx="4839">
                  <c:v>45459.706944444442</c:v>
                </c:pt>
                <c:pt idx="4840">
                  <c:v>45740.543749999997</c:v>
                </c:pt>
                <c:pt idx="4841">
                  <c:v>45523.397222222222</c:v>
                </c:pt>
                <c:pt idx="4842">
                  <c:v>45587.512499999997</c:v>
                </c:pt>
                <c:pt idx="4843">
                  <c:v>46019.45416666667</c:v>
                </c:pt>
                <c:pt idx="4844">
                  <c:v>45441.780555555553</c:v>
                </c:pt>
                <c:pt idx="4845">
                  <c:v>45645.428472222222</c:v>
                </c:pt>
                <c:pt idx="4846">
                  <c:v>45966.289583333331</c:v>
                </c:pt>
                <c:pt idx="4847">
                  <c:v>45841.586805555547</c:v>
                </c:pt>
                <c:pt idx="4848">
                  <c:v>45682.715277777781</c:v>
                </c:pt>
                <c:pt idx="4849">
                  <c:v>45929.472916666673</c:v>
                </c:pt>
                <c:pt idx="4850">
                  <c:v>45299.37222222222</c:v>
                </c:pt>
                <c:pt idx="4851">
                  <c:v>45902.365277777782</c:v>
                </c:pt>
                <c:pt idx="4852">
                  <c:v>45488.470138888893</c:v>
                </c:pt>
                <c:pt idx="4853">
                  <c:v>45800.719444444447</c:v>
                </c:pt>
                <c:pt idx="4854">
                  <c:v>45992.729861111111</c:v>
                </c:pt>
                <c:pt idx="4855">
                  <c:v>45319.37777777778</c:v>
                </c:pt>
                <c:pt idx="4856">
                  <c:v>45482.257638888892</c:v>
                </c:pt>
                <c:pt idx="4857">
                  <c:v>45571.614583333343</c:v>
                </c:pt>
                <c:pt idx="4858">
                  <c:v>45579.652083333327</c:v>
                </c:pt>
                <c:pt idx="4859">
                  <c:v>46009.259027777778</c:v>
                </c:pt>
                <c:pt idx="4860">
                  <c:v>45918.498611111107</c:v>
                </c:pt>
                <c:pt idx="4861">
                  <c:v>45375.651388888888</c:v>
                </c:pt>
                <c:pt idx="4862">
                  <c:v>45553.582638888889</c:v>
                </c:pt>
                <c:pt idx="4863">
                  <c:v>45979.26666666667</c:v>
                </c:pt>
                <c:pt idx="4864">
                  <c:v>45301.737500000003</c:v>
                </c:pt>
                <c:pt idx="4865">
                  <c:v>45886.675000000003</c:v>
                </c:pt>
                <c:pt idx="4866">
                  <c:v>45932.75277777778</c:v>
                </c:pt>
                <c:pt idx="4867">
                  <c:v>45341.718055555553</c:v>
                </c:pt>
                <c:pt idx="4868">
                  <c:v>45419.711111111108</c:v>
                </c:pt>
                <c:pt idx="4869">
                  <c:v>45355.781944444447</c:v>
                </c:pt>
                <c:pt idx="4870">
                  <c:v>45499.262499999997</c:v>
                </c:pt>
                <c:pt idx="4871">
                  <c:v>45782.727777777778</c:v>
                </c:pt>
                <c:pt idx="4872">
                  <c:v>45460.256944444453</c:v>
                </c:pt>
                <c:pt idx="4873">
                  <c:v>45441.788888888892</c:v>
                </c:pt>
                <c:pt idx="4874">
                  <c:v>45524.257638888892</c:v>
                </c:pt>
                <c:pt idx="4875">
                  <c:v>45865.71875</c:v>
                </c:pt>
                <c:pt idx="4876">
                  <c:v>45399.694444444453</c:v>
                </c:pt>
                <c:pt idx="4877">
                  <c:v>45630.727777777778</c:v>
                </c:pt>
                <c:pt idx="4878">
                  <c:v>45740.270138888889</c:v>
                </c:pt>
                <c:pt idx="4879">
                  <c:v>45951.706250000003</c:v>
                </c:pt>
                <c:pt idx="4880">
                  <c:v>45683.356944444437</c:v>
                </c:pt>
                <c:pt idx="4881">
                  <c:v>45834.265972222223</c:v>
                </c:pt>
                <c:pt idx="4882">
                  <c:v>45937.672222222223</c:v>
                </c:pt>
                <c:pt idx="4883">
                  <c:v>45409.618055555547</c:v>
                </c:pt>
                <c:pt idx="4884">
                  <c:v>45562.42291666667</c:v>
                </c:pt>
                <c:pt idx="4885">
                  <c:v>45931.452777777777</c:v>
                </c:pt>
                <c:pt idx="4886">
                  <c:v>45982.490972222222</c:v>
                </c:pt>
                <c:pt idx="4887">
                  <c:v>45365.575694444437</c:v>
                </c:pt>
                <c:pt idx="4888">
                  <c:v>46009.248611111107</c:v>
                </c:pt>
                <c:pt idx="4889">
                  <c:v>45796.538888888892</c:v>
                </c:pt>
                <c:pt idx="4890">
                  <c:v>45612.168055555558</c:v>
                </c:pt>
                <c:pt idx="4891">
                  <c:v>45348.677777777782</c:v>
                </c:pt>
                <c:pt idx="4892">
                  <c:v>45636.447222222218</c:v>
                </c:pt>
                <c:pt idx="4893">
                  <c:v>45503.04791666667</c:v>
                </c:pt>
                <c:pt idx="4894">
                  <c:v>45667.162499999999</c:v>
                </c:pt>
                <c:pt idx="4895">
                  <c:v>45532.760416666657</c:v>
                </c:pt>
                <c:pt idx="4896">
                  <c:v>45927.408333333333</c:v>
                </c:pt>
                <c:pt idx="4897">
                  <c:v>45448.453472222223</c:v>
                </c:pt>
                <c:pt idx="4898">
                  <c:v>45824.488194444442</c:v>
                </c:pt>
                <c:pt idx="4899">
                  <c:v>45774.408333333333</c:v>
                </c:pt>
                <c:pt idx="4900">
                  <c:v>45846.65347222222</c:v>
                </c:pt>
                <c:pt idx="4901">
                  <c:v>45574.684027777781</c:v>
                </c:pt>
                <c:pt idx="4902">
                  <c:v>45635.353472222218</c:v>
                </c:pt>
                <c:pt idx="4903">
                  <c:v>45431.491666666669</c:v>
                </c:pt>
                <c:pt idx="4904">
                  <c:v>45468.770833333343</c:v>
                </c:pt>
                <c:pt idx="4905">
                  <c:v>45744.383333333331</c:v>
                </c:pt>
                <c:pt idx="4906">
                  <c:v>45641.615277777782</c:v>
                </c:pt>
                <c:pt idx="4907">
                  <c:v>45909.492361111108</c:v>
                </c:pt>
                <c:pt idx="4908">
                  <c:v>45870.405555555553</c:v>
                </c:pt>
                <c:pt idx="4909">
                  <c:v>45477.329861111109</c:v>
                </c:pt>
                <c:pt idx="4910">
                  <c:v>45709.1</c:v>
                </c:pt>
                <c:pt idx="4911">
                  <c:v>45318.237500000003</c:v>
                </c:pt>
                <c:pt idx="4912">
                  <c:v>45557.62777777778</c:v>
                </c:pt>
                <c:pt idx="4913">
                  <c:v>45732.908333333333</c:v>
                </c:pt>
                <c:pt idx="4914">
                  <c:v>45647.607638888891</c:v>
                </c:pt>
                <c:pt idx="4915">
                  <c:v>45674.061111111107</c:v>
                </c:pt>
                <c:pt idx="4916">
                  <c:v>45767.097222222219</c:v>
                </c:pt>
                <c:pt idx="4917">
                  <c:v>45557.62777777778</c:v>
                </c:pt>
                <c:pt idx="4918">
                  <c:v>45674.061111111107</c:v>
                </c:pt>
                <c:pt idx="4919">
                  <c:v>45574.425000000003</c:v>
                </c:pt>
                <c:pt idx="4920">
                  <c:v>45574.424305555563</c:v>
                </c:pt>
                <c:pt idx="4921">
                  <c:v>45706.52847222222</c:v>
                </c:pt>
                <c:pt idx="4922">
                  <c:v>45706.52847222222</c:v>
                </c:pt>
                <c:pt idx="4923">
                  <c:v>45701.944444444453</c:v>
                </c:pt>
                <c:pt idx="4924">
                  <c:v>45701.944444444453</c:v>
                </c:pt>
                <c:pt idx="4925">
                  <c:v>45574.493750000001</c:v>
                </c:pt>
                <c:pt idx="4926">
                  <c:v>45674.577777777777</c:v>
                </c:pt>
                <c:pt idx="4927">
                  <c:v>45574.493750000001</c:v>
                </c:pt>
                <c:pt idx="4928">
                  <c:v>45767.097222222219</c:v>
                </c:pt>
                <c:pt idx="4929">
                  <c:v>45674.577777777777</c:v>
                </c:pt>
                <c:pt idx="4930">
                  <c:v>45302.499305555553</c:v>
                </c:pt>
                <c:pt idx="4931">
                  <c:v>45336.794444444437</c:v>
                </c:pt>
                <c:pt idx="4932">
                  <c:v>45574.425000000003</c:v>
                </c:pt>
                <c:pt idx="4933">
                  <c:v>45336.794444444437</c:v>
                </c:pt>
                <c:pt idx="4934">
                  <c:v>45591.879166666673</c:v>
                </c:pt>
                <c:pt idx="4935">
                  <c:v>45655.767361111109</c:v>
                </c:pt>
                <c:pt idx="4936">
                  <c:v>45574.424305555563</c:v>
                </c:pt>
                <c:pt idx="4937">
                  <c:v>45655.767361111109</c:v>
                </c:pt>
                <c:pt idx="4938">
                  <c:v>45591.879166666673</c:v>
                </c:pt>
                <c:pt idx="4939">
                  <c:v>45388.878472222219</c:v>
                </c:pt>
                <c:pt idx="4940">
                  <c:v>45647.607638888891</c:v>
                </c:pt>
                <c:pt idx="4941">
                  <c:v>45732.908333333333</c:v>
                </c:pt>
                <c:pt idx="4942">
                  <c:v>45434.570833333331</c:v>
                </c:pt>
                <c:pt idx="4943">
                  <c:v>45434.570833333331</c:v>
                </c:pt>
                <c:pt idx="4944">
                  <c:v>45357.884027777778</c:v>
                </c:pt>
                <c:pt idx="4945">
                  <c:v>45357.884027777778</c:v>
                </c:pt>
                <c:pt idx="4946">
                  <c:v>45573.722916666673</c:v>
                </c:pt>
                <c:pt idx="4947">
                  <c:v>45616.809027777781</c:v>
                </c:pt>
                <c:pt idx="4948">
                  <c:v>45352.304166666669</c:v>
                </c:pt>
                <c:pt idx="4949">
                  <c:v>45352.304166666669</c:v>
                </c:pt>
                <c:pt idx="4950">
                  <c:v>45616.809027777781</c:v>
                </c:pt>
                <c:pt idx="4951">
                  <c:v>45405.852777777778</c:v>
                </c:pt>
                <c:pt idx="4952">
                  <c:v>45302.499305555553</c:v>
                </c:pt>
                <c:pt idx="4953">
                  <c:v>45631.995833333327</c:v>
                </c:pt>
                <c:pt idx="4954">
                  <c:v>45418.280555555553</c:v>
                </c:pt>
                <c:pt idx="4955">
                  <c:v>45418.280555555553</c:v>
                </c:pt>
                <c:pt idx="4956">
                  <c:v>45388.878472222219</c:v>
                </c:pt>
                <c:pt idx="4957">
                  <c:v>45631.995833333327</c:v>
                </c:pt>
                <c:pt idx="4958">
                  <c:v>45573.722916666673</c:v>
                </c:pt>
                <c:pt idx="4959">
                  <c:v>45405.852777777778</c:v>
                </c:pt>
                <c:pt idx="4960">
                  <c:v>45373.47152777778</c:v>
                </c:pt>
                <c:pt idx="4961">
                  <c:v>45373.47152777778</c:v>
                </c:pt>
                <c:pt idx="4962">
                  <c:v>45293.654166666667</c:v>
                </c:pt>
                <c:pt idx="4963">
                  <c:v>45397.245833333327</c:v>
                </c:pt>
                <c:pt idx="4964">
                  <c:v>45413.484722222223</c:v>
                </c:pt>
                <c:pt idx="4965">
                  <c:v>45384.416666666657</c:v>
                </c:pt>
                <c:pt idx="4966">
                  <c:v>45319.877083333333</c:v>
                </c:pt>
                <c:pt idx="4967">
                  <c:v>45352.336805555547</c:v>
                </c:pt>
                <c:pt idx="4968">
                  <c:v>45457.414583333331</c:v>
                </c:pt>
                <c:pt idx="4969">
                  <c:v>45648.45208333333</c:v>
                </c:pt>
                <c:pt idx="4970">
                  <c:v>45469.70208333333</c:v>
                </c:pt>
                <c:pt idx="4971">
                  <c:v>45375.294444444437</c:v>
                </c:pt>
                <c:pt idx="4972">
                  <c:v>45439.34375</c:v>
                </c:pt>
                <c:pt idx="4973">
                  <c:v>45479.404166666667</c:v>
                </c:pt>
                <c:pt idx="4974">
                  <c:v>45355.433333333327</c:v>
                </c:pt>
                <c:pt idx="4975">
                  <c:v>45691.42083333333</c:v>
                </c:pt>
                <c:pt idx="4976">
                  <c:v>45333.787499999999</c:v>
                </c:pt>
                <c:pt idx="4977">
                  <c:v>45704.525694444441</c:v>
                </c:pt>
                <c:pt idx="4978">
                  <c:v>45824.338888888888</c:v>
                </c:pt>
                <c:pt idx="4979">
                  <c:v>45501.54791666667</c:v>
                </c:pt>
                <c:pt idx="4980">
                  <c:v>45426.429166666669</c:v>
                </c:pt>
                <c:pt idx="4981">
                  <c:v>45652.4375</c:v>
                </c:pt>
                <c:pt idx="4982">
                  <c:v>45884.383333333331</c:v>
                </c:pt>
                <c:pt idx="4983">
                  <c:v>45609.484027777777</c:v>
                </c:pt>
                <c:pt idx="4984">
                  <c:v>45691.691666666673</c:v>
                </c:pt>
                <c:pt idx="4985">
                  <c:v>45325.438194444447</c:v>
                </c:pt>
                <c:pt idx="4986">
                  <c:v>45567.527083333327</c:v>
                </c:pt>
                <c:pt idx="4987">
                  <c:v>45814.361111111109</c:v>
                </c:pt>
                <c:pt idx="4988">
                  <c:v>45974.765277777777</c:v>
                </c:pt>
                <c:pt idx="4989">
                  <c:v>45930.446527777778</c:v>
                </c:pt>
                <c:pt idx="4990">
                  <c:v>45930.444444444453</c:v>
                </c:pt>
                <c:pt idx="4991">
                  <c:v>45755.548611111109</c:v>
                </c:pt>
                <c:pt idx="4992">
                  <c:v>45567.530555555553</c:v>
                </c:pt>
                <c:pt idx="4993">
                  <c:v>45519.363194444442</c:v>
                </c:pt>
                <c:pt idx="4994">
                  <c:v>45881.511805555558</c:v>
                </c:pt>
                <c:pt idx="4995">
                  <c:v>45567.533333333333</c:v>
                </c:pt>
                <c:pt idx="4996">
                  <c:v>45484.334722222222</c:v>
                </c:pt>
                <c:pt idx="4997">
                  <c:v>45460.518750000003</c:v>
                </c:pt>
                <c:pt idx="4998">
                  <c:v>45917.584027777782</c:v>
                </c:pt>
                <c:pt idx="4999">
                  <c:v>45656.397222222222</c:v>
                </c:pt>
                <c:pt idx="5000">
                  <c:v>45516.569444444453</c:v>
                </c:pt>
                <c:pt idx="5001">
                  <c:v>45791.384027777778</c:v>
                </c:pt>
                <c:pt idx="5002">
                  <c:v>45301.927777777782</c:v>
                </c:pt>
                <c:pt idx="5003">
                  <c:v>45994.84375</c:v>
                </c:pt>
                <c:pt idx="5004">
                  <c:v>45723.801388888889</c:v>
                </c:pt>
                <c:pt idx="5005">
                  <c:v>45580.379166666673</c:v>
                </c:pt>
                <c:pt idx="5006">
                  <c:v>45485.743055555547</c:v>
                </c:pt>
                <c:pt idx="5007">
                  <c:v>45979.590277777781</c:v>
                </c:pt>
                <c:pt idx="5008">
                  <c:v>45382.496527777781</c:v>
                </c:pt>
                <c:pt idx="5009">
                  <c:v>45872.365972222222</c:v>
                </c:pt>
                <c:pt idx="5010">
                  <c:v>45977.531944444447</c:v>
                </c:pt>
                <c:pt idx="5011">
                  <c:v>45727.625</c:v>
                </c:pt>
                <c:pt idx="5012">
                  <c:v>45601.496527777781</c:v>
                </c:pt>
                <c:pt idx="5013">
                  <c:v>45622.813194444447</c:v>
                </c:pt>
                <c:pt idx="5014">
                  <c:v>45922.55972222222</c:v>
                </c:pt>
                <c:pt idx="5015">
                  <c:v>45356.669444444437</c:v>
                </c:pt>
                <c:pt idx="5016">
                  <c:v>45635.537499999999</c:v>
                </c:pt>
                <c:pt idx="5017">
                  <c:v>45845.694444444453</c:v>
                </c:pt>
                <c:pt idx="5018">
                  <c:v>45770.429166666669</c:v>
                </c:pt>
                <c:pt idx="5019">
                  <c:v>45335.822222222218</c:v>
                </c:pt>
                <c:pt idx="5020">
                  <c:v>45937.679861111108</c:v>
                </c:pt>
                <c:pt idx="5021">
                  <c:v>45536.436111111107</c:v>
                </c:pt>
                <c:pt idx="5022">
                  <c:v>45306.629861111112</c:v>
                </c:pt>
                <c:pt idx="5023">
                  <c:v>45836.448611111111</c:v>
                </c:pt>
                <c:pt idx="5024">
                  <c:v>45751.517361111109</c:v>
                </c:pt>
                <c:pt idx="5025">
                  <c:v>45897.933333333327</c:v>
                </c:pt>
                <c:pt idx="5026">
                  <c:v>45689.488888888889</c:v>
                </c:pt>
                <c:pt idx="5027">
                  <c:v>45419.651388888888</c:v>
                </c:pt>
                <c:pt idx="5028">
                  <c:v>45860.540277777778</c:v>
                </c:pt>
                <c:pt idx="5029">
                  <c:v>45707.987500000003</c:v>
                </c:pt>
                <c:pt idx="5030">
                  <c:v>46010.052777777782</c:v>
                </c:pt>
                <c:pt idx="5031">
                  <c:v>45561.455555555563</c:v>
                </c:pt>
                <c:pt idx="5032">
                  <c:v>45993.654166666667</c:v>
                </c:pt>
                <c:pt idx="5033">
                  <c:v>45495.548611111109</c:v>
                </c:pt>
                <c:pt idx="5034">
                  <c:v>45580.007638888892</c:v>
                </c:pt>
                <c:pt idx="5035">
                  <c:v>45809.512499999997</c:v>
                </c:pt>
                <c:pt idx="5036">
                  <c:v>45377.580555555563</c:v>
                </c:pt>
                <c:pt idx="5037">
                  <c:v>45453.736805555563</c:v>
                </c:pt>
                <c:pt idx="5038">
                  <c:v>45789.547222222223</c:v>
                </c:pt>
                <c:pt idx="5039">
                  <c:v>45405.686805555553</c:v>
                </c:pt>
                <c:pt idx="5040">
                  <c:v>45959.414583333331</c:v>
                </c:pt>
                <c:pt idx="5041">
                  <c:v>45515.441666666673</c:v>
                </c:pt>
                <c:pt idx="5042">
                  <c:v>45884.603472222218</c:v>
                </c:pt>
                <c:pt idx="5043">
                  <c:v>45474.64166666667</c:v>
                </c:pt>
                <c:pt idx="5044">
                  <c:v>45664.633333333331</c:v>
                </c:pt>
                <c:pt idx="5045">
                  <c:v>45440.584027777782</c:v>
                </c:pt>
                <c:pt idx="5046">
                  <c:v>45349.930555555547</c:v>
                </c:pt>
                <c:pt idx="5047">
                  <c:v>46007.898611111108</c:v>
                </c:pt>
                <c:pt idx="5048">
                  <c:v>45622.688194444447</c:v>
                </c:pt>
                <c:pt idx="5049">
                  <c:v>45992.90347222222</c:v>
                </c:pt>
                <c:pt idx="5050">
                  <c:v>45412.585416666669</c:v>
                </c:pt>
                <c:pt idx="5051">
                  <c:v>45412.583333333343</c:v>
                </c:pt>
                <c:pt idx="5052">
                  <c:v>45389.700694444437</c:v>
                </c:pt>
                <c:pt idx="5053">
                  <c:v>45389.703472222223</c:v>
                </c:pt>
                <c:pt idx="5054">
                  <c:v>45555.949305555558</c:v>
                </c:pt>
                <c:pt idx="5055">
                  <c:v>45736.811111111107</c:v>
                </c:pt>
                <c:pt idx="5056">
                  <c:v>45910.888888888891</c:v>
                </c:pt>
                <c:pt idx="5057">
                  <c:v>45657.051388888889</c:v>
                </c:pt>
                <c:pt idx="5058">
                  <c:v>46020.584027777782</c:v>
                </c:pt>
                <c:pt idx="5059">
                  <c:v>45984.874305555553</c:v>
                </c:pt>
                <c:pt idx="5060">
                  <c:v>45831.934027777781</c:v>
                </c:pt>
                <c:pt idx="5061">
                  <c:v>45762.62222222222</c:v>
                </c:pt>
                <c:pt idx="5062">
                  <c:v>46018.588194444441</c:v>
                </c:pt>
                <c:pt idx="5063">
                  <c:v>45308.322222222218</c:v>
                </c:pt>
                <c:pt idx="5064">
                  <c:v>45439.559027777781</c:v>
                </c:pt>
                <c:pt idx="5065">
                  <c:v>45937.647916666669</c:v>
                </c:pt>
                <c:pt idx="5066">
                  <c:v>45379.475694444453</c:v>
                </c:pt>
                <c:pt idx="5067">
                  <c:v>45345.848611111112</c:v>
                </c:pt>
                <c:pt idx="5068">
                  <c:v>45792.343055555553</c:v>
                </c:pt>
                <c:pt idx="5069">
                  <c:v>45408.561111111107</c:v>
                </c:pt>
                <c:pt idx="5070">
                  <c:v>45993.356944444437</c:v>
                </c:pt>
                <c:pt idx="5071">
                  <c:v>45909.684027777781</c:v>
                </c:pt>
                <c:pt idx="5072">
                  <c:v>45629.481249999997</c:v>
                </c:pt>
                <c:pt idx="5073">
                  <c:v>45966.281944444447</c:v>
                </c:pt>
                <c:pt idx="5074">
                  <c:v>45663.330555555563</c:v>
                </c:pt>
                <c:pt idx="5075">
                  <c:v>45523.417361111111</c:v>
                </c:pt>
                <c:pt idx="5076">
                  <c:v>45880.70416666667</c:v>
                </c:pt>
                <c:pt idx="5077">
                  <c:v>45554.397222222222</c:v>
                </c:pt>
                <c:pt idx="5078">
                  <c:v>45596.337500000001</c:v>
                </c:pt>
                <c:pt idx="5079">
                  <c:v>45492.670138888891</c:v>
                </c:pt>
                <c:pt idx="5080">
                  <c:v>45847.750694444447</c:v>
                </c:pt>
                <c:pt idx="5081">
                  <c:v>45824.701388888891</c:v>
                </c:pt>
                <c:pt idx="5082">
                  <c:v>45708.400694444441</c:v>
                </c:pt>
                <c:pt idx="5083">
                  <c:v>45695.844444444447</c:v>
                </c:pt>
                <c:pt idx="5084">
                  <c:v>45727.55972222222</c:v>
                </c:pt>
                <c:pt idx="5085">
                  <c:v>45462.275694444441</c:v>
                </c:pt>
                <c:pt idx="5086">
                  <c:v>46019.37222222222</c:v>
                </c:pt>
                <c:pt idx="5087">
                  <c:v>46009.795138888891</c:v>
                </c:pt>
                <c:pt idx="5088">
                  <c:v>45881.451388888891</c:v>
                </c:pt>
                <c:pt idx="5089">
                  <c:v>45820.800000000003</c:v>
                </c:pt>
                <c:pt idx="5090">
                  <c:v>45655.802083333343</c:v>
                </c:pt>
                <c:pt idx="5091">
                  <c:v>45440.724305555559</c:v>
                </c:pt>
                <c:pt idx="5092">
                  <c:v>45410.685416666667</c:v>
                </c:pt>
                <c:pt idx="5093">
                  <c:v>46018.28125</c:v>
                </c:pt>
                <c:pt idx="5094">
                  <c:v>45840.765972222223</c:v>
                </c:pt>
                <c:pt idx="5095">
                  <c:v>45735.467361111107</c:v>
                </c:pt>
                <c:pt idx="5096">
                  <c:v>45539.61041666667</c:v>
                </c:pt>
                <c:pt idx="5097">
                  <c:v>45756.423611111109</c:v>
                </c:pt>
                <c:pt idx="5098">
                  <c:v>45939.535416666673</c:v>
                </c:pt>
                <c:pt idx="5099">
                  <c:v>46022.468055555553</c:v>
                </c:pt>
                <c:pt idx="5100">
                  <c:v>45807.563888888893</c:v>
                </c:pt>
                <c:pt idx="5101">
                  <c:v>45292.442361111112</c:v>
                </c:pt>
                <c:pt idx="5102">
                  <c:v>45567.390277777777</c:v>
                </c:pt>
                <c:pt idx="5103">
                  <c:v>45344.53402777778</c:v>
                </c:pt>
                <c:pt idx="5104">
                  <c:v>45451.376388888893</c:v>
                </c:pt>
                <c:pt idx="5105">
                  <c:v>45963.456944444442</c:v>
                </c:pt>
                <c:pt idx="5106">
                  <c:v>46002.406944444447</c:v>
                </c:pt>
                <c:pt idx="5107">
                  <c:v>45418.576388888891</c:v>
                </c:pt>
                <c:pt idx="5108">
                  <c:v>45910.593055555553</c:v>
                </c:pt>
                <c:pt idx="5109">
                  <c:v>45502.353472222218</c:v>
                </c:pt>
                <c:pt idx="5110">
                  <c:v>45868.332638888889</c:v>
                </c:pt>
                <c:pt idx="5111">
                  <c:v>45326.486805555563</c:v>
                </c:pt>
                <c:pt idx="5112">
                  <c:v>45471.540972222218</c:v>
                </c:pt>
                <c:pt idx="5113">
                  <c:v>45442.027083333327</c:v>
                </c:pt>
                <c:pt idx="5114">
                  <c:v>45999.388194444437</c:v>
                </c:pt>
                <c:pt idx="5115">
                  <c:v>45926.99722222222</c:v>
                </c:pt>
                <c:pt idx="5116">
                  <c:v>45735.5</c:v>
                </c:pt>
                <c:pt idx="5117">
                  <c:v>45633.552083333343</c:v>
                </c:pt>
                <c:pt idx="5118">
                  <c:v>45383.806250000001</c:v>
                </c:pt>
                <c:pt idx="5119">
                  <c:v>45807.793055555558</c:v>
                </c:pt>
                <c:pt idx="5120">
                  <c:v>45980.668055555558</c:v>
                </c:pt>
                <c:pt idx="5121">
                  <c:v>45299.678472222222</c:v>
                </c:pt>
                <c:pt idx="5122">
                  <c:v>45342.963888888888</c:v>
                </c:pt>
                <c:pt idx="5123">
                  <c:v>45621.568749999999</c:v>
                </c:pt>
                <c:pt idx="5124">
                  <c:v>45897.776388888888</c:v>
                </c:pt>
                <c:pt idx="5125">
                  <c:v>45391.955555555563</c:v>
                </c:pt>
                <c:pt idx="5126">
                  <c:v>46000.948611111111</c:v>
                </c:pt>
                <c:pt idx="5127">
                  <c:v>45764.394444444442</c:v>
                </c:pt>
                <c:pt idx="5128">
                  <c:v>45485.522222222222</c:v>
                </c:pt>
                <c:pt idx="5129">
                  <c:v>45858.542361111111</c:v>
                </c:pt>
                <c:pt idx="5130">
                  <c:v>45441.828472222223</c:v>
                </c:pt>
                <c:pt idx="5131">
                  <c:v>45552.656944444447</c:v>
                </c:pt>
                <c:pt idx="5132">
                  <c:v>45577.425694444442</c:v>
                </c:pt>
                <c:pt idx="5133">
                  <c:v>45531.668749999997</c:v>
                </c:pt>
                <c:pt idx="5134">
                  <c:v>45811.493055555547</c:v>
                </c:pt>
                <c:pt idx="5135">
                  <c:v>45936.727083333331</c:v>
                </c:pt>
                <c:pt idx="5136">
                  <c:v>45643.89166666667</c:v>
                </c:pt>
                <c:pt idx="5137">
                  <c:v>45717.529166666667</c:v>
                </c:pt>
                <c:pt idx="5138">
                  <c:v>45327.703472222223</c:v>
                </c:pt>
                <c:pt idx="5139">
                  <c:v>45429.877083333333</c:v>
                </c:pt>
                <c:pt idx="5140">
                  <c:v>45522.365277777782</c:v>
                </c:pt>
                <c:pt idx="5141">
                  <c:v>45606.717361111107</c:v>
                </c:pt>
                <c:pt idx="5142">
                  <c:v>45858.87222222222</c:v>
                </c:pt>
                <c:pt idx="5143">
                  <c:v>45670.934027777781</c:v>
                </c:pt>
                <c:pt idx="5144">
                  <c:v>45992.75</c:v>
                </c:pt>
                <c:pt idx="5145">
                  <c:v>45586.299305555563</c:v>
                </c:pt>
                <c:pt idx="5146">
                  <c:v>45903.336805555547</c:v>
                </c:pt>
                <c:pt idx="5147">
                  <c:v>45797.297222222223</c:v>
                </c:pt>
                <c:pt idx="5148">
                  <c:v>45755.410416666673</c:v>
                </c:pt>
                <c:pt idx="5149">
                  <c:v>45949.697916666657</c:v>
                </c:pt>
                <c:pt idx="5150">
                  <c:v>45496.563194444447</c:v>
                </c:pt>
                <c:pt idx="5151">
                  <c:v>45560.333333333343</c:v>
                </c:pt>
                <c:pt idx="5152">
                  <c:v>45701.479166666657</c:v>
                </c:pt>
                <c:pt idx="5153">
                  <c:v>45384.365972222222</c:v>
                </c:pt>
                <c:pt idx="5154">
                  <c:v>45786.71597222222</c:v>
                </c:pt>
                <c:pt idx="5155">
                  <c:v>45527.675000000003</c:v>
                </c:pt>
                <c:pt idx="5156">
                  <c:v>45355.488888888889</c:v>
                </c:pt>
                <c:pt idx="5157">
                  <c:v>46016.584027777782</c:v>
                </c:pt>
                <c:pt idx="5158">
                  <c:v>45604.29791666667</c:v>
                </c:pt>
                <c:pt idx="5159">
                  <c:v>45475.390972222223</c:v>
                </c:pt>
                <c:pt idx="5160">
                  <c:v>45698.519444444442</c:v>
                </c:pt>
                <c:pt idx="5161">
                  <c:v>45888.509722222218</c:v>
                </c:pt>
                <c:pt idx="5162">
                  <c:v>45995.412499999999</c:v>
                </c:pt>
                <c:pt idx="5163">
                  <c:v>45848.385416666657</c:v>
                </c:pt>
                <c:pt idx="5164">
                  <c:v>45930.762499999997</c:v>
                </c:pt>
                <c:pt idx="5165">
                  <c:v>45538.759027777778</c:v>
                </c:pt>
                <c:pt idx="5166">
                  <c:v>45574.813888888893</c:v>
                </c:pt>
                <c:pt idx="5167">
                  <c:v>45327.45</c:v>
                </c:pt>
                <c:pt idx="5168">
                  <c:v>45497.390972222223</c:v>
                </c:pt>
                <c:pt idx="5169">
                  <c:v>45405.351388888892</c:v>
                </c:pt>
                <c:pt idx="5170">
                  <c:v>45812.689583333333</c:v>
                </c:pt>
                <c:pt idx="5171">
                  <c:v>45436.698611111111</c:v>
                </c:pt>
                <c:pt idx="5172">
                  <c:v>45656.426388888889</c:v>
                </c:pt>
                <c:pt idx="5173">
                  <c:v>45964.45208333333</c:v>
                </c:pt>
                <c:pt idx="5174">
                  <c:v>45626.430555555547</c:v>
                </c:pt>
                <c:pt idx="5175">
                  <c:v>45741.431944444441</c:v>
                </c:pt>
                <c:pt idx="5176">
                  <c:v>45719.464583333327</c:v>
                </c:pt>
                <c:pt idx="5177">
                  <c:v>45826.629861111112</c:v>
                </c:pt>
                <c:pt idx="5178">
                  <c:v>45770.397916666669</c:v>
                </c:pt>
                <c:pt idx="5179">
                  <c:v>45852.411111111112</c:v>
                </c:pt>
                <c:pt idx="5180">
                  <c:v>45425.427083333343</c:v>
                </c:pt>
                <c:pt idx="5181">
                  <c:v>45747.511111111111</c:v>
                </c:pt>
                <c:pt idx="5182">
                  <c:v>45574.800694444442</c:v>
                </c:pt>
                <c:pt idx="5183">
                  <c:v>45933.379861111112</c:v>
                </c:pt>
                <c:pt idx="5184">
                  <c:v>45671.525000000001</c:v>
                </c:pt>
                <c:pt idx="5185">
                  <c:v>45551.584027777782</c:v>
                </c:pt>
                <c:pt idx="5186">
                  <c:v>45468.556944444441</c:v>
                </c:pt>
                <c:pt idx="5187">
                  <c:v>46008.479861111111</c:v>
                </c:pt>
                <c:pt idx="5188">
                  <c:v>45348.607638888891</c:v>
                </c:pt>
                <c:pt idx="5189">
                  <c:v>45876.57916666667</c:v>
                </c:pt>
                <c:pt idx="5190">
                  <c:v>45527.682638888888</c:v>
                </c:pt>
                <c:pt idx="5191">
                  <c:v>45608.854861111111</c:v>
                </c:pt>
                <c:pt idx="5192">
                  <c:v>45637.032638888893</c:v>
                </c:pt>
                <c:pt idx="5193">
                  <c:v>45595.55972222222</c:v>
                </c:pt>
                <c:pt idx="5194">
                  <c:v>45700.9375</c:v>
                </c:pt>
                <c:pt idx="5195">
                  <c:v>45686.688888888893</c:v>
                </c:pt>
                <c:pt idx="5196">
                  <c:v>45498.720138888893</c:v>
                </c:pt>
                <c:pt idx="5197">
                  <c:v>45327.865277777782</c:v>
                </c:pt>
                <c:pt idx="5198">
                  <c:v>45446.643750000003</c:v>
                </c:pt>
                <c:pt idx="5199">
                  <c:v>45985.638888888891</c:v>
                </c:pt>
                <c:pt idx="5200">
                  <c:v>45794.417361111111</c:v>
                </c:pt>
                <c:pt idx="5201">
                  <c:v>45654.436805555553</c:v>
                </c:pt>
                <c:pt idx="5202">
                  <c:v>45959.452777777777</c:v>
                </c:pt>
                <c:pt idx="5203">
                  <c:v>45369.525694444441</c:v>
                </c:pt>
                <c:pt idx="5204">
                  <c:v>45720.501388888893</c:v>
                </c:pt>
                <c:pt idx="5205">
                  <c:v>45905.557638888888</c:v>
                </c:pt>
                <c:pt idx="5206">
                  <c:v>45398.775694444441</c:v>
                </c:pt>
                <c:pt idx="5207">
                  <c:v>45463.344444444447</c:v>
                </c:pt>
                <c:pt idx="5208">
                  <c:v>45510.942361111112</c:v>
                </c:pt>
                <c:pt idx="5209">
                  <c:v>45987.674305555563</c:v>
                </c:pt>
                <c:pt idx="5210">
                  <c:v>45891.373611111107</c:v>
                </c:pt>
                <c:pt idx="5211">
                  <c:v>45763.853472222218</c:v>
                </c:pt>
                <c:pt idx="5212">
                  <c:v>45366.630555555559</c:v>
                </c:pt>
                <c:pt idx="5213">
                  <c:v>46011.584027777782</c:v>
                </c:pt>
                <c:pt idx="5214">
                  <c:v>45493.936111111107</c:v>
                </c:pt>
                <c:pt idx="5215">
                  <c:v>45569.595833333333</c:v>
                </c:pt>
                <c:pt idx="5216">
                  <c:v>45412.349305555559</c:v>
                </c:pt>
                <c:pt idx="5217">
                  <c:v>45383.556250000001</c:v>
                </c:pt>
                <c:pt idx="5218">
                  <c:v>45310.488888888889</c:v>
                </c:pt>
                <c:pt idx="5219">
                  <c:v>45682.918055555558</c:v>
                </c:pt>
                <c:pt idx="5220">
                  <c:v>45346.693055555559</c:v>
                </c:pt>
                <c:pt idx="5221">
                  <c:v>45580.815972222219</c:v>
                </c:pt>
                <c:pt idx="5222">
                  <c:v>45654.794444444437</c:v>
                </c:pt>
                <c:pt idx="5223">
                  <c:v>45715.362500000003</c:v>
                </c:pt>
                <c:pt idx="5224">
                  <c:v>45978.425694444442</c:v>
                </c:pt>
                <c:pt idx="5225">
                  <c:v>45796.511805555558</c:v>
                </c:pt>
                <c:pt idx="5226">
                  <c:v>45915.234722222223</c:v>
                </c:pt>
                <c:pt idx="5227">
                  <c:v>45818.42083333333</c:v>
                </c:pt>
                <c:pt idx="5228">
                  <c:v>45397.763888888891</c:v>
                </c:pt>
                <c:pt idx="5229">
                  <c:v>45524.932638888888</c:v>
                </c:pt>
                <c:pt idx="5230">
                  <c:v>45728.819444444453</c:v>
                </c:pt>
                <c:pt idx="5231">
                  <c:v>45925.643055555563</c:v>
                </c:pt>
                <c:pt idx="5232">
                  <c:v>45671.499305555553</c:v>
                </c:pt>
                <c:pt idx="5233">
                  <c:v>45593.306250000001</c:v>
                </c:pt>
                <c:pt idx="5234">
                  <c:v>45453.310416666667</c:v>
                </c:pt>
                <c:pt idx="5235">
                  <c:v>45961.690972222219</c:v>
                </c:pt>
                <c:pt idx="5236">
                  <c:v>45746.125694444447</c:v>
                </c:pt>
                <c:pt idx="5237">
                  <c:v>45555.706250000003</c:v>
                </c:pt>
                <c:pt idx="5238">
                  <c:v>45848.438888888893</c:v>
                </c:pt>
                <c:pt idx="5239">
                  <c:v>45597.671527777777</c:v>
                </c:pt>
                <c:pt idx="5240">
                  <c:v>45326.45208333333</c:v>
                </c:pt>
                <c:pt idx="5241">
                  <c:v>45425.574999999997</c:v>
                </c:pt>
                <c:pt idx="5242">
                  <c:v>45642.821527777778</c:v>
                </c:pt>
                <c:pt idx="5243">
                  <c:v>45627.968055555553</c:v>
                </c:pt>
                <c:pt idx="5244">
                  <c:v>45876.794444444437</c:v>
                </c:pt>
                <c:pt idx="5245">
                  <c:v>45699.325694444437</c:v>
                </c:pt>
                <c:pt idx="5246">
                  <c:v>45540.823611111111</c:v>
                </c:pt>
                <c:pt idx="5247">
                  <c:v>45364.61041666667</c:v>
                </c:pt>
                <c:pt idx="5248">
                  <c:v>45902.46597222222</c:v>
                </c:pt>
                <c:pt idx="5249">
                  <c:v>45835.480555555558</c:v>
                </c:pt>
                <c:pt idx="5250">
                  <c:v>45783.748611111107</c:v>
                </c:pt>
                <c:pt idx="5251">
                  <c:v>45477.941666666673</c:v>
                </c:pt>
                <c:pt idx="5252">
                  <c:v>45936.609722222223</c:v>
                </c:pt>
                <c:pt idx="5253">
                  <c:v>45861.81527777778</c:v>
                </c:pt>
                <c:pt idx="5254">
                  <c:v>46000.356944444437</c:v>
                </c:pt>
                <c:pt idx="5255">
                  <c:v>45438.670138888891</c:v>
                </c:pt>
                <c:pt idx="5256">
                  <c:v>45866.438194444447</c:v>
                </c:pt>
                <c:pt idx="5257">
                  <c:v>45305.670138888891</c:v>
                </c:pt>
                <c:pt idx="5258">
                  <c:v>45455.359027777777</c:v>
                </c:pt>
                <c:pt idx="5259">
                  <c:v>45379.340277777781</c:v>
                </c:pt>
                <c:pt idx="5260">
                  <c:v>45728.859722222223</c:v>
                </c:pt>
                <c:pt idx="5261">
                  <c:v>45646.34097222222</c:v>
                </c:pt>
                <c:pt idx="5262">
                  <c:v>45602.352777777778</c:v>
                </c:pt>
                <c:pt idx="5263">
                  <c:v>46003.632638888892</c:v>
                </c:pt>
                <c:pt idx="5264">
                  <c:v>45333.425000000003</c:v>
                </c:pt>
                <c:pt idx="5265">
                  <c:v>45699.821527777778</c:v>
                </c:pt>
                <c:pt idx="5266">
                  <c:v>45332.480555555558</c:v>
                </c:pt>
                <c:pt idx="5267">
                  <c:v>45431.879861111112</c:v>
                </c:pt>
                <c:pt idx="5268">
                  <c:v>45833.442361111112</c:v>
                </c:pt>
                <c:pt idx="5269">
                  <c:v>45922.623611111107</c:v>
                </c:pt>
                <c:pt idx="5270">
                  <c:v>45673.35833333333</c:v>
                </c:pt>
                <c:pt idx="5271">
                  <c:v>45770.770138888889</c:v>
                </c:pt>
                <c:pt idx="5272">
                  <c:v>45746.6</c:v>
                </c:pt>
                <c:pt idx="5273">
                  <c:v>45406.298611111109</c:v>
                </c:pt>
                <c:pt idx="5274">
                  <c:v>45623.681944444441</c:v>
                </c:pt>
                <c:pt idx="5275">
                  <c:v>45967.75</c:v>
                </c:pt>
                <c:pt idx="5276">
                  <c:v>45803.852083333331</c:v>
                </c:pt>
                <c:pt idx="5277">
                  <c:v>45437.303472222222</c:v>
                </c:pt>
                <c:pt idx="5278">
                  <c:v>45570.743055555547</c:v>
                </c:pt>
                <c:pt idx="5279">
                  <c:v>45342.606249999997</c:v>
                </c:pt>
                <c:pt idx="5280">
                  <c:v>45636.246527777781</c:v>
                </c:pt>
                <c:pt idx="5281">
                  <c:v>45494.873611111107</c:v>
                </c:pt>
                <c:pt idx="5282">
                  <c:v>45805.43472222222</c:v>
                </c:pt>
                <c:pt idx="5283">
                  <c:v>45888.59375</c:v>
                </c:pt>
                <c:pt idx="5284">
                  <c:v>46021.01666666667</c:v>
                </c:pt>
                <c:pt idx="5285">
                  <c:v>45778.382638888892</c:v>
                </c:pt>
                <c:pt idx="5286">
                  <c:v>45493.490277777782</c:v>
                </c:pt>
                <c:pt idx="5287">
                  <c:v>45981.411805555559</c:v>
                </c:pt>
                <c:pt idx="5288">
                  <c:v>45592.741666666669</c:v>
                </c:pt>
                <c:pt idx="5289">
                  <c:v>45596.383333333331</c:v>
                </c:pt>
                <c:pt idx="5290">
                  <c:v>45943.64166666667</c:v>
                </c:pt>
                <c:pt idx="5291">
                  <c:v>45691.414583333331</c:v>
                </c:pt>
                <c:pt idx="5292">
                  <c:v>45721.482638888891</c:v>
                </c:pt>
                <c:pt idx="5293">
                  <c:v>45571.695138888892</c:v>
                </c:pt>
                <c:pt idx="5294">
                  <c:v>45542.677083333343</c:v>
                </c:pt>
                <c:pt idx="5295">
                  <c:v>45548.465277777781</c:v>
                </c:pt>
                <c:pt idx="5296">
                  <c:v>45861.359722222223</c:v>
                </c:pt>
                <c:pt idx="5297">
                  <c:v>45750.502083333333</c:v>
                </c:pt>
                <c:pt idx="5298">
                  <c:v>45430.81527777778</c:v>
                </c:pt>
                <c:pt idx="5299">
                  <c:v>45666.563194444447</c:v>
                </c:pt>
                <c:pt idx="5300">
                  <c:v>45831.961111111108</c:v>
                </c:pt>
                <c:pt idx="5301">
                  <c:v>45614.659722222219</c:v>
                </c:pt>
                <c:pt idx="5302">
                  <c:v>45918.445138888892</c:v>
                </c:pt>
                <c:pt idx="5303">
                  <c:v>45873.767361111109</c:v>
                </c:pt>
                <c:pt idx="5304">
                  <c:v>45498.864583333343</c:v>
                </c:pt>
                <c:pt idx="5305">
                  <c:v>45795.76666666667</c:v>
                </c:pt>
                <c:pt idx="5306">
                  <c:v>45417.859027777777</c:v>
                </c:pt>
                <c:pt idx="5307">
                  <c:v>45516.545138888891</c:v>
                </c:pt>
                <c:pt idx="5308">
                  <c:v>45619.094444444447</c:v>
                </c:pt>
                <c:pt idx="5309">
                  <c:v>45921.756249999999</c:v>
                </c:pt>
                <c:pt idx="5310">
                  <c:v>45354.786805555559</c:v>
                </c:pt>
                <c:pt idx="5311">
                  <c:v>45834.204861111109</c:v>
                </c:pt>
                <c:pt idx="5312">
                  <c:v>45455.472222222219</c:v>
                </c:pt>
                <c:pt idx="5313">
                  <c:v>46013.469444444447</c:v>
                </c:pt>
                <c:pt idx="5314">
                  <c:v>45424.800000000003</c:v>
                </c:pt>
                <c:pt idx="5315">
                  <c:v>45391.25277777778</c:v>
                </c:pt>
                <c:pt idx="5316">
                  <c:v>45869.467361111107</c:v>
                </c:pt>
                <c:pt idx="5317">
                  <c:v>45327.345833333333</c:v>
                </c:pt>
                <c:pt idx="5318">
                  <c:v>45446.243750000001</c:v>
                </c:pt>
                <c:pt idx="5319">
                  <c:v>45778.81527777778</c:v>
                </c:pt>
                <c:pt idx="5320">
                  <c:v>45467.246527777781</c:v>
                </c:pt>
                <c:pt idx="5321">
                  <c:v>45349.863194444442</c:v>
                </c:pt>
                <c:pt idx="5322">
                  <c:v>45494.786111111112</c:v>
                </c:pt>
                <c:pt idx="5323">
                  <c:v>45517.470138888893</c:v>
                </c:pt>
                <c:pt idx="5324">
                  <c:v>45645.323611111111</c:v>
                </c:pt>
                <c:pt idx="5325">
                  <c:v>45539.469444444447</c:v>
                </c:pt>
                <c:pt idx="5326">
                  <c:v>45313.245833333327</c:v>
                </c:pt>
                <c:pt idx="5327">
                  <c:v>45744.257638888892</c:v>
                </c:pt>
                <c:pt idx="5328">
                  <c:v>45567.256249999999</c:v>
                </c:pt>
                <c:pt idx="5329">
                  <c:v>45408.461111111108</c:v>
                </c:pt>
                <c:pt idx="5330">
                  <c:v>45849.243750000001</c:v>
                </c:pt>
                <c:pt idx="5331">
                  <c:v>45294.472916666673</c:v>
                </c:pt>
                <c:pt idx="5332">
                  <c:v>45368.394444444442</c:v>
                </c:pt>
                <c:pt idx="5333">
                  <c:v>45938.469444444447</c:v>
                </c:pt>
                <c:pt idx="5334">
                  <c:v>45587.359722222223</c:v>
                </c:pt>
                <c:pt idx="5335">
                  <c:v>45911.634722222218</c:v>
                </c:pt>
                <c:pt idx="5336">
                  <c:v>45620.884027777778</c:v>
                </c:pt>
                <c:pt idx="5337">
                  <c:v>45838.618750000001</c:v>
                </c:pt>
                <c:pt idx="5338">
                  <c:v>45978.777083333327</c:v>
                </c:pt>
                <c:pt idx="5339">
                  <c:v>45809.515277777777</c:v>
                </c:pt>
                <c:pt idx="5340">
                  <c:v>45712.574999999997</c:v>
                </c:pt>
                <c:pt idx="5341">
                  <c:v>45680.907638888893</c:v>
                </c:pt>
                <c:pt idx="5342">
                  <c:v>45722.598611111112</c:v>
                </c:pt>
                <c:pt idx="5343">
                  <c:v>45750.712500000001</c:v>
                </c:pt>
                <c:pt idx="5344">
                  <c:v>45411.799305555563</c:v>
                </c:pt>
                <c:pt idx="5345">
                  <c:v>45946.320833333331</c:v>
                </c:pt>
                <c:pt idx="5346">
                  <c:v>45508.590277777781</c:v>
                </c:pt>
                <c:pt idx="5347">
                  <c:v>45446.306944444441</c:v>
                </c:pt>
                <c:pt idx="5348">
                  <c:v>45623.537499999999</c:v>
                </c:pt>
                <c:pt idx="5349">
                  <c:v>45294.857638888891</c:v>
                </c:pt>
                <c:pt idx="5350">
                  <c:v>45976.803472222222</c:v>
                </c:pt>
                <c:pt idx="5351">
                  <c:v>45890.547222222223</c:v>
                </c:pt>
                <c:pt idx="5352">
                  <c:v>45831.645138888889</c:v>
                </c:pt>
                <c:pt idx="5353">
                  <c:v>45927.720138888893</c:v>
                </c:pt>
                <c:pt idx="5354">
                  <c:v>45848.883333333331</c:v>
                </c:pt>
                <c:pt idx="5355">
                  <c:v>45989.525694444441</c:v>
                </c:pt>
                <c:pt idx="5356">
                  <c:v>45568.890277777777</c:v>
                </c:pt>
                <c:pt idx="5357">
                  <c:v>45422.650694444441</c:v>
                </c:pt>
                <c:pt idx="5358">
                  <c:v>45485.57916666667</c:v>
                </c:pt>
                <c:pt idx="5359">
                  <c:v>45387.676388888889</c:v>
                </c:pt>
                <c:pt idx="5360">
                  <c:v>45908.677083333343</c:v>
                </c:pt>
                <c:pt idx="5361">
                  <c:v>45457.75</c:v>
                </c:pt>
                <c:pt idx="5362">
                  <c:v>45575.42291666667</c:v>
                </c:pt>
                <c:pt idx="5363">
                  <c:v>45587.820138888892</c:v>
                </c:pt>
                <c:pt idx="5364">
                  <c:v>45806.708333333343</c:v>
                </c:pt>
                <c:pt idx="5365">
                  <c:v>45680.736805555563</c:v>
                </c:pt>
                <c:pt idx="5366">
                  <c:v>46002.916666666657</c:v>
                </c:pt>
                <c:pt idx="5367">
                  <c:v>45329.737500000003</c:v>
                </c:pt>
                <c:pt idx="5368">
                  <c:v>45547.828472222223</c:v>
                </c:pt>
                <c:pt idx="5369">
                  <c:v>45639.730555555558</c:v>
                </c:pt>
                <c:pt idx="5370">
                  <c:v>45526.739583333343</c:v>
                </c:pt>
                <c:pt idx="5371">
                  <c:v>45437.432638888888</c:v>
                </c:pt>
                <c:pt idx="5372">
                  <c:v>45309.671527777777</c:v>
                </c:pt>
                <c:pt idx="5373">
                  <c:v>45965.681944444441</c:v>
                </c:pt>
                <c:pt idx="5374">
                  <c:v>45347.827777777777</c:v>
                </c:pt>
                <c:pt idx="5375">
                  <c:v>45610.657638888893</c:v>
                </c:pt>
                <c:pt idx="5376">
                  <c:v>45778.695833333331</c:v>
                </c:pt>
                <c:pt idx="5377">
                  <c:v>45669.756249999999</c:v>
                </c:pt>
                <c:pt idx="5378">
                  <c:v>45876.493055555547</c:v>
                </c:pt>
                <c:pt idx="5379">
                  <c:v>45405.783333333333</c:v>
                </c:pt>
                <c:pt idx="5380">
                  <c:v>45711.683333333327</c:v>
                </c:pt>
                <c:pt idx="5381">
                  <c:v>45702.612500000003</c:v>
                </c:pt>
                <c:pt idx="5382">
                  <c:v>45883.390277777777</c:v>
                </c:pt>
                <c:pt idx="5383">
                  <c:v>45441.445138888892</c:v>
                </c:pt>
                <c:pt idx="5384">
                  <c:v>45617.420138888891</c:v>
                </c:pt>
                <c:pt idx="5385">
                  <c:v>45436.901388888888</c:v>
                </c:pt>
                <c:pt idx="5386">
                  <c:v>45557.793055555558</c:v>
                </c:pt>
                <c:pt idx="5387">
                  <c:v>45372.885416666657</c:v>
                </c:pt>
                <c:pt idx="5388">
                  <c:v>45958.743750000001</c:v>
                </c:pt>
                <c:pt idx="5389">
                  <c:v>45530.738194444442</c:v>
                </c:pt>
                <c:pt idx="5390">
                  <c:v>45945.70208333333</c:v>
                </c:pt>
                <c:pt idx="5391">
                  <c:v>45446.426388888889</c:v>
                </c:pt>
                <c:pt idx="5392">
                  <c:v>46008.684027777781</c:v>
                </c:pt>
                <c:pt idx="5393">
                  <c:v>45641.588194444441</c:v>
                </c:pt>
                <c:pt idx="5394">
                  <c:v>45989.597916666673</c:v>
                </c:pt>
                <c:pt idx="5395">
                  <c:v>45467.40625</c:v>
                </c:pt>
                <c:pt idx="5396">
                  <c:v>45635.429166666669</c:v>
                </c:pt>
                <c:pt idx="5397">
                  <c:v>45404.536111111112</c:v>
                </c:pt>
                <c:pt idx="5398">
                  <c:v>45341.465277777781</c:v>
                </c:pt>
                <c:pt idx="5399">
                  <c:v>45551.881944444453</c:v>
                </c:pt>
                <c:pt idx="5400">
                  <c:v>45771.761805555558</c:v>
                </c:pt>
                <c:pt idx="5401">
                  <c:v>45306.53402777778</c:v>
                </c:pt>
                <c:pt idx="5402">
                  <c:v>45502.413888888892</c:v>
                </c:pt>
                <c:pt idx="5403">
                  <c:v>45852</c:v>
                </c:pt>
                <c:pt idx="5404">
                  <c:v>45823.46597222222</c:v>
                </c:pt>
                <c:pt idx="5405">
                  <c:v>45677.004861111112</c:v>
                </c:pt>
                <c:pt idx="5406">
                  <c:v>45709</c:v>
                </c:pt>
                <c:pt idx="5407">
                  <c:v>45586.431250000001</c:v>
                </c:pt>
                <c:pt idx="5408">
                  <c:v>45445.873611111107</c:v>
                </c:pt>
                <c:pt idx="5409">
                  <c:v>45905.970138888893</c:v>
                </c:pt>
                <c:pt idx="5410">
                  <c:v>45733.915277777778</c:v>
                </c:pt>
                <c:pt idx="5411">
                  <c:v>45499.306944444441</c:v>
                </c:pt>
                <c:pt idx="5412">
                  <c:v>45904.624305555553</c:v>
                </c:pt>
                <c:pt idx="5413">
                  <c:v>45373.85</c:v>
                </c:pt>
                <c:pt idx="5414">
                  <c:v>45752.634027777778</c:v>
                </c:pt>
                <c:pt idx="5415">
                  <c:v>45467.681944444441</c:v>
                </c:pt>
                <c:pt idx="5416">
                  <c:v>45629.579861111109</c:v>
                </c:pt>
                <c:pt idx="5417">
                  <c:v>45553.34375</c:v>
                </c:pt>
                <c:pt idx="5418">
                  <c:v>45694.824305555558</c:v>
                </c:pt>
                <c:pt idx="5419">
                  <c:v>45425.402083333327</c:v>
                </c:pt>
                <c:pt idx="5420">
                  <c:v>45394.457638888889</c:v>
                </c:pt>
                <c:pt idx="5421">
                  <c:v>45314.869444444441</c:v>
                </c:pt>
                <c:pt idx="5422">
                  <c:v>45349.223611111112</c:v>
                </c:pt>
                <c:pt idx="5423">
                  <c:v>45784.64166666667</c:v>
                </c:pt>
                <c:pt idx="5424">
                  <c:v>45590.619444444441</c:v>
                </c:pt>
                <c:pt idx="5425">
                  <c:v>45570.719444444447</c:v>
                </c:pt>
                <c:pt idx="5426">
                  <c:v>45918.65347222222</c:v>
                </c:pt>
                <c:pt idx="5427">
                  <c:v>45668.451388888891</c:v>
                </c:pt>
                <c:pt idx="5428">
                  <c:v>45849.736111111109</c:v>
                </c:pt>
                <c:pt idx="5429">
                  <c:v>45732.443749999999</c:v>
                </c:pt>
                <c:pt idx="5430">
                  <c:v>45945.574999999997</c:v>
                </c:pt>
                <c:pt idx="5431">
                  <c:v>45986.683333333327</c:v>
                </c:pt>
                <c:pt idx="5432">
                  <c:v>45817.677083333343</c:v>
                </c:pt>
                <c:pt idx="5433">
                  <c:v>45432.79583333333</c:v>
                </c:pt>
                <c:pt idx="5434">
                  <c:v>45380.431944444441</c:v>
                </c:pt>
                <c:pt idx="5435">
                  <c:v>45712.881944444453</c:v>
                </c:pt>
                <c:pt idx="5436">
                  <c:v>45803.598611111112</c:v>
                </c:pt>
                <c:pt idx="5437">
                  <c:v>45531.918749999997</c:v>
                </c:pt>
                <c:pt idx="5438">
                  <c:v>45795.626388888893</c:v>
                </c:pt>
                <c:pt idx="5439">
                  <c:v>45915.313194444447</c:v>
                </c:pt>
                <c:pt idx="5440">
                  <c:v>45753.920138888891</c:v>
                </c:pt>
                <c:pt idx="5441">
                  <c:v>45631.718055555553</c:v>
                </c:pt>
                <c:pt idx="5442">
                  <c:v>45663.270138888889</c:v>
                </c:pt>
                <c:pt idx="5443">
                  <c:v>45509.931944444441</c:v>
                </c:pt>
                <c:pt idx="5444">
                  <c:v>45491.40902777778</c:v>
                </c:pt>
                <c:pt idx="5445">
                  <c:v>45935.90347222222</c:v>
                </c:pt>
                <c:pt idx="5446">
                  <c:v>45474.772222222222</c:v>
                </c:pt>
                <c:pt idx="5447">
                  <c:v>46009.745138888888</c:v>
                </c:pt>
                <c:pt idx="5448">
                  <c:v>45320.35833333333</c:v>
                </c:pt>
                <c:pt idx="5449">
                  <c:v>45595.746527777781</c:v>
                </c:pt>
                <c:pt idx="5450">
                  <c:v>45850.315972222219</c:v>
                </c:pt>
                <c:pt idx="5451">
                  <c:v>45984.957638888889</c:v>
                </c:pt>
                <c:pt idx="5452">
                  <c:v>45825.46875</c:v>
                </c:pt>
                <c:pt idx="5453">
                  <c:v>45723.690972222219</c:v>
                </c:pt>
                <c:pt idx="5454">
                  <c:v>45558.854861111111</c:v>
                </c:pt>
                <c:pt idx="5455">
                  <c:v>45881.75277777778</c:v>
                </c:pt>
                <c:pt idx="5456">
                  <c:v>45889.301388888889</c:v>
                </c:pt>
                <c:pt idx="5457">
                  <c:v>45505.276388888888</c:v>
                </c:pt>
                <c:pt idx="5458">
                  <c:v>45854.424305555563</c:v>
                </c:pt>
                <c:pt idx="5459">
                  <c:v>45769.279166666667</c:v>
                </c:pt>
                <c:pt idx="5460">
                  <c:v>45417.793749999997</c:v>
                </c:pt>
                <c:pt idx="5461">
                  <c:v>45735.271527777782</c:v>
                </c:pt>
                <c:pt idx="5462">
                  <c:v>45991.554166666669</c:v>
                </c:pt>
                <c:pt idx="5463">
                  <c:v>45473.736111111109</c:v>
                </c:pt>
                <c:pt idx="5464">
                  <c:v>45372.623611111107</c:v>
                </c:pt>
                <c:pt idx="5465">
                  <c:v>45303.560416666667</c:v>
                </c:pt>
                <c:pt idx="5466">
                  <c:v>45798.668055555558</c:v>
                </c:pt>
                <c:pt idx="5467">
                  <c:v>45921.248611111107</c:v>
                </c:pt>
                <c:pt idx="5468">
                  <c:v>45447.654166666667</c:v>
                </c:pt>
                <c:pt idx="5469">
                  <c:v>45952.317361111112</c:v>
                </c:pt>
                <c:pt idx="5470">
                  <c:v>45684.59375</c:v>
                </c:pt>
                <c:pt idx="5471">
                  <c:v>45705.613888888889</c:v>
                </c:pt>
                <c:pt idx="5472">
                  <c:v>45654.412499999999</c:v>
                </c:pt>
                <c:pt idx="5473">
                  <c:v>45321.668055555558</c:v>
                </c:pt>
                <c:pt idx="5474">
                  <c:v>45824.538194444453</c:v>
                </c:pt>
                <c:pt idx="5475">
                  <c:v>45350.265972222223</c:v>
                </c:pt>
                <c:pt idx="5476">
                  <c:v>46009.613888888889</c:v>
                </c:pt>
                <c:pt idx="5477">
                  <c:v>45461.677777777782</c:v>
                </c:pt>
                <c:pt idx="5478">
                  <c:v>45498.811111111107</c:v>
                </c:pt>
                <c:pt idx="5479">
                  <c:v>45454.214583333327</c:v>
                </c:pt>
                <c:pt idx="5480">
                  <c:v>45503.107638888891</c:v>
                </c:pt>
                <c:pt idx="5481">
                  <c:v>45563.320833333331</c:v>
                </c:pt>
                <c:pt idx="5482">
                  <c:v>45635.636805555558</c:v>
                </c:pt>
                <c:pt idx="5483">
                  <c:v>45537.011111111111</c:v>
                </c:pt>
                <c:pt idx="5484">
                  <c:v>45370.4375</c:v>
                </c:pt>
                <c:pt idx="5485">
                  <c:v>45622.306250000001</c:v>
                </c:pt>
                <c:pt idx="5486">
                  <c:v>45474.47152777778</c:v>
                </c:pt>
                <c:pt idx="5487">
                  <c:v>45468.438888888893</c:v>
                </c:pt>
                <c:pt idx="5488">
                  <c:v>45325.776388888888</c:v>
                </c:pt>
                <c:pt idx="5489">
                  <c:v>45440.673611111109</c:v>
                </c:pt>
                <c:pt idx="5490">
                  <c:v>45570.836111111108</c:v>
                </c:pt>
                <c:pt idx="5491">
                  <c:v>45654.438194444447</c:v>
                </c:pt>
                <c:pt idx="5492">
                  <c:v>45428.295138888891</c:v>
                </c:pt>
                <c:pt idx="5493">
                  <c:v>45309.861805555563</c:v>
                </c:pt>
                <c:pt idx="5494">
                  <c:v>45490.511805555558</c:v>
                </c:pt>
                <c:pt idx="5495">
                  <c:v>45608.640277777777</c:v>
                </c:pt>
                <c:pt idx="5496">
                  <c:v>45667.06527777778</c:v>
                </c:pt>
                <c:pt idx="5497">
                  <c:v>45329.348611111112</c:v>
                </c:pt>
                <c:pt idx="5498">
                  <c:v>45700.118055555547</c:v>
                </c:pt>
                <c:pt idx="5499">
                  <c:v>45630.241666666669</c:v>
                </c:pt>
                <c:pt idx="5500">
                  <c:v>45685.132638888892</c:v>
                </c:pt>
                <c:pt idx="5501">
                  <c:v>45549.488194444442</c:v>
                </c:pt>
                <c:pt idx="5502">
                  <c:v>45553.356249999997</c:v>
                </c:pt>
                <c:pt idx="5503">
                  <c:v>45524.036111111112</c:v>
                </c:pt>
                <c:pt idx="5504">
                  <c:v>45644.154166666667</c:v>
                </c:pt>
                <c:pt idx="5505">
                  <c:v>45704.654861111107</c:v>
                </c:pt>
                <c:pt idx="5506">
                  <c:v>45475.474999999999</c:v>
                </c:pt>
                <c:pt idx="5507">
                  <c:v>45491.468055555553</c:v>
                </c:pt>
                <c:pt idx="5508">
                  <c:v>45790.730555555558</c:v>
                </c:pt>
                <c:pt idx="5509">
                  <c:v>45644.62222222222</c:v>
                </c:pt>
                <c:pt idx="5510">
                  <c:v>45603.738888888889</c:v>
                </c:pt>
                <c:pt idx="5511">
                  <c:v>45654.845833333333</c:v>
                </c:pt>
                <c:pt idx="5512">
                  <c:v>45875.922222222223</c:v>
                </c:pt>
                <c:pt idx="5513">
                  <c:v>45756.769444444442</c:v>
                </c:pt>
                <c:pt idx="5514">
                  <c:v>45729.490277777782</c:v>
                </c:pt>
                <c:pt idx="5515">
                  <c:v>45992.498611111107</c:v>
                </c:pt>
                <c:pt idx="5516">
                  <c:v>45818.719444444447</c:v>
                </c:pt>
                <c:pt idx="5517">
                  <c:v>45946.478472222218</c:v>
                </c:pt>
                <c:pt idx="5518">
                  <c:v>45354.64166666667</c:v>
                </c:pt>
                <c:pt idx="5519">
                  <c:v>45553.713194444441</c:v>
                </c:pt>
                <c:pt idx="5520">
                  <c:v>45446.445138888892</c:v>
                </c:pt>
                <c:pt idx="5521">
                  <c:v>46022.540277777778</c:v>
                </c:pt>
                <c:pt idx="5522">
                  <c:v>45912.543055555558</c:v>
                </c:pt>
                <c:pt idx="5523">
                  <c:v>45971.542361111111</c:v>
                </c:pt>
                <c:pt idx="5524">
                  <c:v>45418.576388888891</c:v>
                </c:pt>
                <c:pt idx="5525">
                  <c:v>45398.521527777782</c:v>
                </c:pt>
                <c:pt idx="5526">
                  <c:v>45547.601388888892</c:v>
                </c:pt>
                <c:pt idx="5527">
                  <c:v>45653.445833333331</c:v>
                </c:pt>
                <c:pt idx="5528">
                  <c:v>45929.649305555547</c:v>
                </c:pt>
                <c:pt idx="5529">
                  <c:v>45622.618750000001</c:v>
                </c:pt>
                <c:pt idx="5530">
                  <c:v>45411.540277777778</c:v>
                </c:pt>
                <c:pt idx="5531">
                  <c:v>45387.347916666673</c:v>
                </c:pt>
                <c:pt idx="5532">
                  <c:v>45342.510416666657</c:v>
                </c:pt>
                <c:pt idx="5533">
                  <c:v>45403.751388888893</c:v>
                </c:pt>
                <c:pt idx="5534">
                  <c:v>45994.539583333331</c:v>
                </c:pt>
                <c:pt idx="5535">
                  <c:v>45889.635416666657</c:v>
                </c:pt>
                <c:pt idx="5536">
                  <c:v>45506.477083333331</c:v>
                </c:pt>
                <c:pt idx="5537">
                  <c:v>45971.617361111108</c:v>
                </c:pt>
                <c:pt idx="5538">
                  <c:v>45586.579861111109</c:v>
                </c:pt>
                <c:pt idx="5539">
                  <c:v>45833.65347222222</c:v>
                </c:pt>
                <c:pt idx="5540">
                  <c:v>45709.679166666669</c:v>
                </c:pt>
                <c:pt idx="5541">
                  <c:v>45851.431944444441</c:v>
                </c:pt>
                <c:pt idx="5542">
                  <c:v>45582.790972222218</c:v>
                </c:pt>
                <c:pt idx="5543">
                  <c:v>45891.603472222218</c:v>
                </c:pt>
                <c:pt idx="5544">
                  <c:v>45325.107638888891</c:v>
                </c:pt>
                <c:pt idx="5545">
                  <c:v>46021.319444444453</c:v>
                </c:pt>
                <c:pt idx="5546">
                  <c:v>45648.036805555559</c:v>
                </c:pt>
                <c:pt idx="5547">
                  <c:v>45804.213888888888</c:v>
                </c:pt>
                <c:pt idx="5548">
                  <c:v>45915.065972222219</c:v>
                </c:pt>
                <c:pt idx="5549">
                  <c:v>45536.673611111109</c:v>
                </c:pt>
                <c:pt idx="5550">
                  <c:v>45553.556944444441</c:v>
                </c:pt>
                <c:pt idx="5551">
                  <c:v>45316.140277777777</c:v>
                </c:pt>
                <c:pt idx="5552">
                  <c:v>45969.847222222219</c:v>
                </c:pt>
                <c:pt idx="5553">
                  <c:v>45416.65625</c:v>
                </c:pt>
                <c:pt idx="5554">
                  <c:v>45774.864583333343</c:v>
                </c:pt>
                <c:pt idx="5555">
                  <c:v>45690.076388888891</c:v>
                </c:pt>
                <c:pt idx="5556">
                  <c:v>45341.336111111108</c:v>
                </c:pt>
                <c:pt idx="5557">
                  <c:v>45475.647916666669</c:v>
                </c:pt>
                <c:pt idx="5558">
                  <c:v>45400.701388888891</c:v>
                </c:pt>
                <c:pt idx="5559">
                  <c:v>45295.845833333333</c:v>
                </c:pt>
                <c:pt idx="5560">
                  <c:v>45382.986805555563</c:v>
                </c:pt>
                <c:pt idx="5561">
                  <c:v>45572.577777777777</c:v>
                </c:pt>
                <c:pt idx="5562">
                  <c:v>45339.527777777781</c:v>
                </c:pt>
                <c:pt idx="5563">
                  <c:v>45995.42083333333</c:v>
                </c:pt>
                <c:pt idx="5564">
                  <c:v>45747.499305555553</c:v>
                </c:pt>
                <c:pt idx="5565">
                  <c:v>45647.51666666667</c:v>
                </c:pt>
                <c:pt idx="5566">
                  <c:v>45836.824305555558</c:v>
                </c:pt>
                <c:pt idx="5567">
                  <c:v>45919.405555555553</c:v>
                </c:pt>
                <c:pt idx="5568">
                  <c:v>45489.477777777778</c:v>
                </c:pt>
                <c:pt idx="5569">
                  <c:v>45426.458333333343</c:v>
                </c:pt>
                <c:pt idx="5570">
                  <c:v>45819.352777777778</c:v>
                </c:pt>
                <c:pt idx="5571">
                  <c:v>45806.490277777782</c:v>
                </c:pt>
                <c:pt idx="5572">
                  <c:v>45551.624305555553</c:v>
                </c:pt>
                <c:pt idx="5573">
                  <c:v>45452.824305555558</c:v>
                </c:pt>
                <c:pt idx="5574">
                  <c:v>45668.464583333327</c:v>
                </c:pt>
                <c:pt idx="5575">
                  <c:v>45633.617361111108</c:v>
                </c:pt>
                <c:pt idx="5576">
                  <c:v>45526.46875</c:v>
                </c:pt>
                <c:pt idx="5577">
                  <c:v>45727.6</c:v>
                </c:pt>
                <c:pt idx="5578">
                  <c:v>45761.408333333333</c:v>
                </c:pt>
                <c:pt idx="5579">
                  <c:v>45793.313888888893</c:v>
                </c:pt>
                <c:pt idx="5580">
                  <c:v>45842.36041666667</c:v>
                </c:pt>
                <c:pt idx="5581">
                  <c:v>45869.224305555559</c:v>
                </c:pt>
                <c:pt idx="5582">
                  <c:v>45363.356249999997</c:v>
                </c:pt>
                <c:pt idx="5583">
                  <c:v>45488.765277777777</c:v>
                </c:pt>
                <c:pt idx="5584">
                  <c:v>45407.429861111108</c:v>
                </c:pt>
                <c:pt idx="5585">
                  <c:v>45321.652083333327</c:v>
                </c:pt>
                <c:pt idx="5586">
                  <c:v>45604.54583333333</c:v>
                </c:pt>
                <c:pt idx="5587">
                  <c:v>45682.561805555553</c:v>
                </c:pt>
                <c:pt idx="5588">
                  <c:v>45382.52847222222</c:v>
                </c:pt>
                <c:pt idx="5589">
                  <c:v>45959.742361111108</c:v>
                </c:pt>
                <c:pt idx="5590">
                  <c:v>45449.54791666667</c:v>
                </c:pt>
                <c:pt idx="5591">
                  <c:v>45306.780555555553</c:v>
                </c:pt>
                <c:pt idx="5592">
                  <c:v>45690.90625</c:v>
                </c:pt>
                <c:pt idx="5593">
                  <c:v>45989.472916666673</c:v>
                </c:pt>
                <c:pt idx="5594">
                  <c:v>45580.365972222222</c:v>
                </c:pt>
                <c:pt idx="5595">
                  <c:v>45382.788194444453</c:v>
                </c:pt>
                <c:pt idx="5596">
                  <c:v>45384.409722222219</c:v>
                </c:pt>
                <c:pt idx="5597">
                  <c:v>45898.492361111108</c:v>
                </c:pt>
                <c:pt idx="5598">
                  <c:v>45653.892361111109</c:v>
                </c:pt>
                <c:pt idx="5599">
                  <c:v>45590.472222222219</c:v>
                </c:pt>
                <c:pt idx="5600">
                  <c:v>45714.318749999999</c:v>
                </c:pt>
                <c:pt idx="5601">
                  <c:v>45949.413194444453</c:v>
                </c:pt>
                <c:pt idx="5602">
                  <c:v>45803.357638888891</c:v>
                </c:pt>
                <c:pt idx="5603">
                  <c:v>45340.798611111109</c:v>
                </c:pt>
                <c:pt idx="5604">
                  <c:v>45723.604861111111</c:v>
                </c:pt>
                <c:pt idx="5605">
                  <c:v>45387.893055555563</c:v>
                </c:pt>
                <c:pt idx="5606">
                  <c:v>45492.813888888893</c:v>
                </c:pt>
                <c:pt idx="5607">
                  <c:v>45534.561111111107</c:v>
                </c:pt>
                <c:pt idx="5608">
                  <c:v>45625.651388888888</c:v>
                </c:pt>
                <c:pt idx="5609">
                  <c:v>46023.623611111107</c:v>
                </c:pt>
                <c:pt idx="5610">
                  <c:v>45881.837500000001</c:v>
                </c:pt>
                <c:pt idx="5611">
                  <c:v>45792.337500000001</c:v>
                </c:pt>
                <c:pt idx="5612">
                  <c:v>45734.410416666673</c:v>
                </c:pt>
                <c:pt idx="5613">
                  <c:v>45926.61041666667</c:v>
                </c:pt>
                <c:pt idx="5614">
                  <c:v>45904.85</c:v>
                </c:pt>
                <c:pt idx="5615">
                  <c:v>46001.533333333333</c:v>
                </c:pt>
                <c:pt idx="5616">
                  <c:v>45467.247916666667</c:v>
                </c:pt>
                <c:pt idx="5617">
                  <c:v>45771.967361111107</c:v>
                </c:pt>
                <c:pt idx="5618">
                  <c:v>45782.699305555558</c:v>
                </c:pt>
                <c:pt idx="5619">
                  <c:v>45397.417361111111</c:v>
                </c:pt>
                <c:pt idx="5620">
                  <c:v>45343.638194444437</c:v>
                </c:pt>
                <c:pt idx="5621">
                  <c:v>45470.76666666667</c:v>
                </c:pt>
                <c:pt idx="5622">
                  <c:v>45743.173611111109</c:v>
                </c:pt>
                <c:pt idx="5623">
                  <c:v>45719.651388888888</c:v>
                </c:pt>
                <c:pt idx="5624">
                  <c:v>46008.161111111112</c:v>
                </c:pt>
                <c:pt idx="5625">
                  <c:v>45682.422222222223</c:v>
                </c:pt>
                <c:pt idx="5626">
                  <c:v>45496.217361111107</c:v>
                </c:pt>
                <c:pt idx="5627">
                  <c:v>45688.229861111111</c:v>
                </c:pt>
                <c:pt idx="5628">
                  <c:v>45415.422222222223</c:v>
                </c:pt>
                <c:pt idx="5629">
                  <c:v>46004.758333333331</c:v>
                </c:pt>
                <c:pt idx="5630">
                  <c:v>45764.428472222222</c:v>
                </c:pt>
                <c:pt idx="5631">
                  <c:v>45805.061805555553</c:v>
                </c:pt>
                <c:pt idx="5632">
                  <c:v>45429.430555555547</c:v>
                </c:pt>
                <c:pt idx="5633">
                  <c:v>45755.501388888893</c:v>
                </c:pt>
                <c:pt idx="5634">
                  <c:v>46014.852777777778</c:v>
                </c:pt>
                <c:pt idx="5635">
                  <c:v>45670.651388888888</c:v>
                </c:pt>
                <c:pt idx="5636">
                  <c:v>45982.456250000003</c:v>
                </c:pt>
                <c:pt idx="5637">
                  <c:v>45446.466666666667</c:v>
                </c:pt>
                <c:pt idx="5638">
                  <c:v>45530.493055555547</c:v>
                </c:pt>
                <c:pt idx="5639">
                  <c:v>45609.791666666657</c:v>
                </c:pt>
                <c:pt idx="5640">
                  <c:v>45884.388888888891</c:v>
                </c:pt>
                <c:pt idx="5641">
                  <c:v>45737.394444444442</c:v>
                </c:pt>
                <c:pt idx="5642">
                  <c:v>45936.557638888888</c:v>
                </c:pt>
                <c:pt idx="5643">
                  <c:v>45351.397916666669</c:v>
                </c:pt>
                <c:pt idx="5644">
                  <c:v>45818.400694444441</c:v>
                </c:pt>
                <c:pt idx="5645">
                  <c:v>45413.456944444442</c:v>
                </c:pt>
                <c:pt idx="5646">
                  <c:v>45425.400694444441</c:v>
                </c:pt>
                <c:pt idx="5647">
                  <c:v>45699.377083333333</c:v>
                </c:pt>
                <c:pt idx="5648">
                  <c:v>45461.428472222222</c:v>
                </c:pt>
                <c:pt idx="5649">
                  <c:v>45791.377083333333</c:v>
                </c:pt>
                <c:pt idx="5650">
                  <c:v>45333.372916666667</c:v>
                </c:pt>
                <c:pt idx="5651">
                  <c:v>45771.374305555553</c:v>
                </c:pt>
                <c:pt idx="5652">
                  <c:v>45302.436111111107</c:v>
                </c:pt>
                <c:pt idx="5653">
                  <c:v>45565.447916666657</c:v>
                </c:pt>
                <c:pt idx="5654">
                  <c:v>45516.392361111109</c:v>
                </c:pt>
                <c:pt idx="5655">
                  <c:v>46003.430555555547</c:v>
                </c:pt>
                <c:pt idx="5656">
                  <c:v>45387.675694444442</c:v>
                </c:pt>
                <c:pt idx="5657">
                  <c:v>45544.413888888892</c:v>
                </c:pt>
                <c:pt idx="5658">
                  <c:v>45908.432638888888</c:v>
                </c:pt>
                <c:pt idx="5659">
                  <c:v>45376.395833333343</c:v>
                </c:pt>
                <c:pt idx="5660">
                  <c:v>45323.443055555559</c:v>
                </c:pt>
                <c:pt idx="5661">
                  <c:v>45583.559027777781</c:v>
                </c:pt>
                <c:pt idx="5662">
                  <c:v>45482.401388888888</c:v>
                </c:pt>
                <c:pt idx="5663">
                  <c:v>45294.432638888888</c:v>
                </c:pt>
                <c:pt idx="5664">
                  <c:v>45624.661805555559</c:v>
                </c:pt>
                <c:pt idx="5665">
                  <c:v>45643.570833333331</c:v>
                </c:pt>
                <c:pt idx="5666">
                  <c:v>45467.821527777778</c:v>
                </c:pt>
                <c:pt idx="5667">
                  <c:v>45878.754861111112</c:v>
                </c:pt>
                <c:pt idx="5668">
                  <c:v>45671.89166666667</c:v>
                </c:pt>
                <c:pt idx="5669">
                  <c:v>45417.911111111112</c:v>
                </c:pt>
                <c:pt idx="5670">
                  <c:v>45448.788888888892</c:v>
                </c:pt>
                <c:pt idx="5671">
                  <c:v>45820.339583333327</c:v>
                </c:pt>
                <c:pt idx="5672">
                  <c:v>45625.782638888893</c:v>
                </c:pt>
                <c:pt idx="5673">
                  <c:v>45552.924305555563</c:v>
                </c:pt>
                <c:pt idx="5674">
                  <c:v>45929.692361111112</c:v>
                </c:pt>
                <c:pt idx="5675">
                  <c:v>45702.742361111108</c:v>
                </c:pt>
                <c:pt idx="5676">
                  <c:v>45973.795138888891</c:v>
                </c:pt>
                <c:pt idx="5677">
                  <c:v>45645.407638888893</c:v>
                </c:pt>
                <c:pt idx="5678">
                  <c:v>45594.803472222222</c:v>
                </c:pt>
                <c:pt idx="5679">
                  <c:v>45321.795138888891</c:v>
                </c:pt>
                <c:pt idx="5680">
                  <c:v>45643.336111111108</c:v>
                </c:pt>
                <c:pt idx="5681">
                  <c:v>45730.548611111109</c:v>
                </c:pt>
                <c:pt idx="5682">
                  <c:v>45797.673611111109</c:v>
                </c:pt>
                <c:pt idx="5683">
                  <c:v>45898.703472222223</c:v>
                </c:pt>
                <c:pt idx="5684">
                  <c:v>45994.529166666667</c:v>
                </c:pt>
                <c:pt idx="5685">
                  <c:v>45622.806944444441</c:v>
                </c:pt>
                <c:pt idx="5686">
                  <c:v>45772.875</c:v>
                </c:pt>
                <c:pt idx="5687">
                  <c:v>45846.503472222219</c:v>
                </c:pt>
                <c:pt idx="5688">
                  <c:v>45356.827777777777</c:v>
                </c:pt>
                <c:pt idx="5689">
                  <c:v>45294.910416666673</c:v>
                </c:pt>
                <c:pt idx="5690">
                  <c:v>45810.287499999999</c:v>
                </c:pt>
                <c:pt idx="5691">
                  <c:v>45951.354861111111</c:v>
                </c:pt>
                <c:pt idx="5692">
                  <c:v>45882.772222222222</c:v>
                </c:pt>
                <c:pt idx="5693">
                  <c:v>45320.549305555563</c:v>
                </c:pt>
                <c:pt idx="5694">
                  <c:v>45567.677777777782</c:v>
                </c:pt>
                <c:pt idx="5695">
                  <c:v>45858.729166666657</c:v>
                </c:pt>
                <c:pt idx="5696">
                  <c:v>45706.793055555558</c:v>
                </c:pt>
                <c:pt idx="5697">
                  <c:v>45590.751388888893</c:v>
                </c:pt>
                <c:pt idx="5698">
                  <c:v>45951.589583333327</c:v>
                </c:pt>
                <c:pt idx="5699">
                  <c:v>45477.79583333333</c:v>
                </c:pt>
                <c:pt idx="5700">
                  <c:v>45357.820138888892</c:v>
                </c:pt>
                <c:pt idx="5701">
                  <c:v>45818.6</c:v>
                </c:pt>
                <c:pt idx="5702">
                  <c:v>45412.481249999997</c:v>
                </c:pt>
                <c:pt idx="5703">
                  <c:v>45643.640972222223</c:v>
                </c:pt>
                <c:pt idx="5704">
                  <c:v>45531.577777777777</c:v>
                </c:pt>
                <c:pt idx="5705">
                  <c:v>45763.59375</c:v>
                </c:pt>
                <c:pt idx="5706">
                  <c:v>45457.524305555547</c:v>
                </c:pt>
                <c:pt idx="5707">
                  <c:v>46017.640972222223</c:v>
                </c:pt>
                <c:pt idx="5708">
                  <c:v>45502.740972222222</c:v>
                </c:pt>
                <c:pt idx="5709">
                  <c:v>45621.037499999999</c:v>
                </c:pt>
                <c:pt idx="5710">
                  <c:v>45408.522222222222</c:v>
                </c:pt>
                <c:pt idx="5711">
                  <c:v>45565.4</c:v>
                </c:pt>
                <c:pt idx="5712">
                  <c:v>45835.386111111111</c:v>
                </c:pt>
                <c:pt idx="5713">
                  <c:v>45875.380555555559</c:v>
                </c:pt>
                <c:pt idx="5714">
                  <c:v>45346.413888888892</c:v>
                </c:pt>
                <c:pt idx="5715">
                  <c:v>45668.599305555559</c:v>
                </c:pt>
                <c:pt idx="5716">
                  <c:v>45353.657638888893</c:v>
                </c:pt>
                <c:pt idx="5717">
                  <c:v>45354.980555555558</c:v>
                </c:pt>
                <c:pt idx="5718">
                  <c:v>45413.488888888889</c:v>
                </c:pt>
                <c:pt idx="5719">
                  <c:v>45751.022222222222</c:v>
                </c:pt>
                <c:pt idx="5720">
                  <c:v>45810.668749999997</c:v>
                </c:pt>
                <c:pt idx="5721">
                  <c:v>45713.525000000001</c:v>
                </c:pt>
                <c:pt idx="5722">
                  <c:v>45548.411111111112</c:v>
                </c:pt>
                <c:pt idx="5723">
                  <c:v>45748.572222222218</c:v>
                </c:pt>
                <c:pt idx="5724">
                  <c:v>45395.654166666667</c:v>
                </c:pt>
                <c:pt idx="5725">
                  <c:v>45876.570833333331</c:v>
                </c:pt>
                <c:pt idx="5726">
                  <c:v>45837.571527777778</c:v>
                </c:pt>
                <c:pt idx="5727">
                  <c:v>46020.580555555563</c:v>
                </c:pt>
                <c:pt idx="5728">
                  <c:v>45992.82708333333</c:v>
                </c:pt>
                <c:pt idx="5729">
                  <c:v>45598.678472222222</c:v>
                </c:pt>
                <c:pt idx="5730">
                  <c:v>45654.673611111109</c:v>
                </c:pt>
                <c:pt idx="5731">
                  <c:v>45969.679166666669</c:v>
                </c:pt>
                <c:pt idx="5732">
                  <c:v>45946.640277777777</c:v>
                </c:pt>
                <c:pt idx="5733">
                  <c:v>45698.921527777777</c:v>
                </c:pt>
                <c:pt idx="5734">
                  <c:v>45527.669444444437</c:v>
                </c:pt>
                <c:pt idx="5735">
                  <c:v>45785.915277777778</c:v>
                </c:pt>
                <c:pt idx="5736">
                  <c:v>45296.872916666667</c:v>
                </c:pt>
                <c:pt idx="5737">
                  <c:v>45927.806250000001</c:v>
                </c:pt>
                <c:pt idx="5738">
                  <c:v>45486.765277777777</c:v>
                </c:pt>
                <c:pt idx="5739">
                  <c:v>45906.727083333331</c:v>
                </c:pt>
                <c:pt idx="5740">
                  <c:v>45587.796527777777</c:v>
                </c:pt>
                <c:pt idx="5741">
                  <c:v>45900.499305555553</c:v>
                </c:pt>
                <c:pt idx="5742">
                  <c:v>45680.821527777778</c:v>
                </c:pt>
                <c:pt idx="5743">
                  <c:v>45789.511111111111</c:v>
                </c:pt>
                <c:pt idx="5744">
                  <c:v>45571.904861111107</c:v>
                </c:pt>
                <c:pt idx="5745">
                  <c:v>45637.824999999997</c:v>
                </c:pt>
                <c:pt idx="5746">
                  <c:v>45996.52847222222</c:v>
                </c:pt>
                <c:pt idx="5747">
                  <c:v>45486.525000000001</c:v>
                </c:pt>
                <c:pt idx="5748">
                  <c:v>45353.966666666667</c:v>
                </c:pt>
                <c:pt idx="5749">
                  <c:v>45910.87777777778</c:v>
                </c:pt>
                <c:pt idx="5750">
                  <c:v>45593.716666666667</c:v>
                </c:pt>
                <c:pt idx="5751">
                  <c:v>45876.22152777778</c:v>
                </c:pt>
                <c:pt idx="5752">
                  <c:v>45686.338194444441</c:v>
                </c:pt>
                <c:pt idx="5753">
                  <c:v>45376.32708333333</c:v>
                </c:pt>
                <c:pt idx="5754">
                  <c:v>45463.229861111111</c:v>
                </c:pt>
                <c:pt idx="5755">
                  <c:v>45315.309027777781</c:v>
                </c:pt>
                <c:pt idx="5756">
                  <c:v>45551.291666666657</c:v>
                </c:pt>
                <c:pt idx="5757">
                  <c:v>45630.258333333331</c:v>
                </c:pt>
                <c:pt idx="5758">
                  <c:v>45414.742361111108</c:v>
                </c:pt>
                <c:pt idx="5759">
                  <c:v>45498.258333333331</c:v>
                </c:pt>
                <c:pt idx="5760">
                  <c:v>45804.279861111107</c:v>
                </c:pt>
                <c:pt idx="5761">
                  <c:v>45344.802777777782</c:v>
                </c:pt>
                <c:pt idx="5762">
                  <c:v>45736.272222222222</c:v>
                </c:pt>
                <c:pt idx="5763">
                  <c:v>45540.663194444453</c:v>
                </c:pt>
                <c:pt idx="5764">
                  <c:v>45762.489583333343</c:v>
                </c:pt>
                <c:pt idx="5765">
                  <c:v>45699.434027777781</c:v>
                </c:pt>
                <c:pt idx="5766">
                  <c:v>45336.468055555553</c:v>
                </c:pt>
                <c:pt idx="5767">
                  <c:v>45513.643055555563</c:v>
                </c:pt>
                <c:pt idx="5768">
                  <c:v>45294.28402777778</c:v>
                </c:pt>
                <c:pt idx="5769">
                  <c:v>45902.491666666669</c:v>
                </c:pt>
                <c:pt idx="5770">
                  <c:v>45550.438888888893</c:v>
                </c:pt>
                <c:pt idx="5771">
                  <c:v>45369.285416666673</c:v>
                </c:pt>
                <c:pt idx="5772">
                  <c:v>45582.423611111109</c:v>
                </c:pt>
                <c:pt idx="5773">
                  <c:v>45332.462500000001</c:v>
                </c:pt>
                <c:pt idx="5774">
                  <c:v>46018.452777777777</c:v>
                </c:pt>
                <c:pt idx="5775">
                  <c:v>45853.478472222218</c:v>
                </c:pt>
                <c:pt idx="5776">
                  <c:v>45446.439583333333</c:v>
                </c:pt>
                <c:pt idx="5777">
                  <c:v>45935.443749999999</c:v>
                </c:pt>
                <c:pt idx="5778">
                  <c:v>45607.594444444447</c:v>
                </c:pt>
                <c:pt idx="5779">
                  <c:v>45794.71597222222</c:v>
                </c:pt>
                <c:pt idx="5780">
                  <c:v>45610.558333333327</c:v>
                </c:pt>
                <c:pt idx="5781">
                  <c:v>45962.71597222222</c:v>
                </c:pt>
                <c:pt idx="5782">
                  <c:v>45832.0625</c:v>
                </c:pt>
                <c:pt idx="5783">
                  <c:v>45757.749305555553</c:v>
                </c:pt>
                <c:pt idx="5784">
                  <c:v>45788.53402777778</c:v>
                </c:pt>
                <c:pt idx="5785">
                  <c:v>45720.515972222223</c:v>
                </c:pt>
                <c:pt idx="5786">
                  <c:v>45494.960416666669</c:v>
                </c:pt>
                <c:pt idx="5787">
                  <c:v>45584.04583333333</c:v>
                </c:pt>
                <c:pt idx="5788">
                  <c:v>45487.484027777777</c:v>
                </c:pt>
                <c:pt idx="5789">
                  <c:v>45765.038888888892</c:v>
                </c:pt>
                <c:pt idx="5790">
                  <c:v>45870.697222222218</c:v>
                </c:pt>
                <c:pt idx="5791">
                  <c:v>45911.772916666669</c:v>
                </c:pt>
                <c:pt idx="5792">
                  <c:v>45924.948611111111</c:v>
                </c:pt>
                <c:pt idx="5793">
                  <c:v>45930.47152777778</c:v>
                </c:pt>
                <c:pt idx="5794">
                  <c:v>45982.837500000001</c:v>
                </c:pt>
                <c:pt idx="5795">
                  <c:v>45844.886805555558</c:v>
                </c:pt>
                <c:pt idx="5796">
                  <c:v>45452.834027777782</c:v>
                </c:pt>
                <c:pt idx="5797">
                  <c:v>45796.807638888888</c:v>
                </c:pt>
                <c:pt idx="5798">
                  <c:v>45603.175694444442</c:v>
                </c:pt>
                <c:pt idx="5799">
                  <c:v>45895.841666666667</c:v>
                </c:pt>
                <c:pt idx="5800">
                  <c:v>45547.863194444442</c:v>
                </c:pt>
                <c:pt idx="5801">
                  <c:v>45911.218055555553</c:v>
                </c:pt>
                <c:pt idx="5802">
                  <c:v>46010.129861111112</c:v>
                </c:pt>
                <c:pt idx="5803">
                  <c:v>45534.206944444442</c:v>
                </c:pt>
                <c:pt idx="5804">
                  <c:v>45719.155555555553</c:v>
                </c:pt>
                <c:pt idx="5805">
                  <c:v>45522.856249999997</c:v>
                </c:pt>
                <c:pt idx="5806">
                  <c:v>45819.243750000001</c:v>
                </c:pt>
                <c:pt idx="5807">
                  <c:v>45445.879166666673</c:v>
                </c:pt>
                <c:pt idx="5808">
                  <c:v>45861.133333333331</c:v>
                </c:pt>
                <c:pt idx="5809">
                  <c:v>45775.345833333333</c:v>
                </c:pt>
                <c:pt idx="5810">
                  <c:v>45999.218055555553</c:v>
                </c:pt>
                <c:pt idx="5811">
                  <c:v>45579.790277777778</c:v>
                </c:pt>
                <c:pt idx="5812">
                  <c:v>45980.47152777778</c:v>
                </c:pt>
                <c:pt idx="5813">
                  <c:v>45494.797222222223</c:v>
                </c:pt>
                <c:pt idx="5814">
                  <c:v>45496.45416666667</c:v>
                </c:pt>
                <c:pt idx="5815">
                  <c:v>45683.84375</c:v>
                </c:pt>
                <c:pt idx="5816">
                  <c:v>45620.866666666669</c:v>
                </c:pt>
                <c:pt idx="5817">
                  <c:v>45754.216666666667</c:v>
                </c:pt>
                <c:pt idx="5818">
                  <c:v>45958.212500000001</c:v>
                </c:pt>
                <c:pt idx="5819">
                  <c:v>45944.22152777778</c:v>
                </c:pt>
                <c:pt idx="5820">
                  <c:v>45562.144444444442</c:v>
                </c:pt>
                <c:pt idx="5821">
                  <c:v>45635.140972222223</c:v>
                </c:pt>
                <c:pt idx="5822">
                  <c:v>45929.408333333333</c:v>
                </c:pt>
                <c:pt idx="5823">
                  <c:v>45658.411805555559</c:v>
                </c:pt>
                <c:pt idx="5824">
                  <c:v>45496.914583333331</c:v>
                </c:pt>
                <c:pt idx="5825">
                  <c:v>45879.781944444447</c:v>
                </c:pt>
                <c:pt idx="5826">
                  <c:v>45699.13958333333</c:v>
                </c:pt>
                <c:pt idx="5827">
                  <c:v>45642.388194444437</c:v>
                </c:pt>
                <c:pt idx="5828">
                  <c:v>45476.515972222223</c:v>
                </c:pt>
                <c:pt idx="5829">
                  <c:v>45735.143750000003</c:v>
                </c:pt>
                <c:pt idx="5830">
                  <c:v>45339.461111111108</c:v>
                </c:pt>
                <c:pt idx="5831">
                  <c:v>45926.61041666667</c:v>
                </c:pt>
                <c:pt idx="5832">
                  <c:v>45367.300694444442</c:v>
                </c:pt>
                <c:pt idx="5833">
                  <c:v>45508.427083333343</c:v>
                </c:pt>
                <c:pt idx="5834">
                  <c:v>45893.805555555547</c:v>
                </c:pt>
                <c:pt idx="5835">
                  <c:v>45924.745833333327</c:v>
                </c:pt>
                <c:pt idx="5836">
                  <c:v>45442.745833333327</c:v>
                </c:pt>
                <c:pt idx="5837">
                  <c:v>45862.772916666669</c:v>
                </c:pt>
                <c:pt idx="5838">
                  <c:v>45598.354166666657</c:v>
                </c:pt>
                <c:pt idx="5839">
                  <c:v>45781.697222222218</c:v>
                </c:pt>
                <c:pt idx="5840">
                  <c:v>45657.513888888891</c:v>
                </c:pt>
                <c:pt idx="5841">
                  <c:v>45830.78125</c:v>
                </c:pt>
                <c:pt idx="5842">
                  <c:v>45395.70208333333</c:v>
                </c:pt>
                <c:pt idx="5843">
                  <c:v>45534.441666666673</c:v>
                </c:pt>
                <c:pt idx="5844">
                  <c:v>45655.811111111107</c:v>
                </c:pt>
                <c:pt idx="5845">
                  <c:v>45412.685416666667</c:v>
                </c:pt>
                <c:pt idx="5846">
                  <c:v>45337.759027777778</c:v>
                </c:pt>
                <c:pt idx="5847">
                  <c:v>45496.434027777781</c:v>
                </c:pt>
                <c:pt idx="5848">
                  <c:v>45703.78125</c:v>
                </c:pt>
                <c:pt idx="5849">
                  <c:v>45482.260416666657</c:v>
                </c:pt>
                <c:pt idx="5850">
                  <c:v>45745.727083333331</c:v>
                </c:pt>
                <c:pt idx="5851">
                  <c:v>45989.525000000001</c:v>
                </c:pt>
                <c:pt idx="5852">
                  <c:v>45627.661805555559</c:v>
                </c:pt>
                <c:pt idx="5853">
                  <c:v>45473.658333333333</c:v>
                </c:pt>
                <c:pt idx="5854">
                  <c:v>45569.265277777777</c:v>
                </c:pt>
                <c:pt idx="5855">
                  <c:v>45992.818055555559</c:v>
                </c:pt>
                <c:pt idx="5856">
                  <c:v>45307.612500000003</c:v>
                </c:pt>
                <c:pt idx="5857">
                  <c:v>45376.482638888891</c:v>
                </c:pt>
                <c:pt idx="5858">
                  <c:v>45328.494444444441</c:v>
                </c:pt>
                <c:pt idx="5859">
                  <c:v>46002.652083333327</c:v>
                </c:pt>
                <c:pt idx="5860">
                  <c:v>45350.525694444441</c:v>
                </c:pt>
                <c:pt idx="5861">
                  <c:v>45959.447916666657</c:v>
                </c:pt>
                <c:pt idx="5862">
                  <c:v>45677.498611111107</c:v>
                </c:pt>
                <c:pt idx="5863">
                  <c:v>45562.589583333327</c:v>
                </c:pt>
                <c:pt idx="5864">
                  <c:v>45434.621527777781</c:v>
                </c:pt>
                <c:pt idx="5865">
                  <c:v>45649.49722222222</c:v>
                </c:pt>
                <c:pt idx="5866">
                  <c:v>45923.445833333331</c:v>
                </c:pt>
                <c:pt idx="5867">
                  <c:v>45895.558333333327</c:v>
                </c:pt>
                <c:pt idx="5868">
                  <c:v>45853.526388888888</c:v>
                </c:pt>
                <c:pt idx="5869">
                  <c:v>45617.434027777781</c:v>
                </c:pt>
                <c:pt idx="5870">
                  <c:v>45412.436111111107</c:v>
                </c:pt>
                <c:pt idx="5871">
                  <c:v>45817.445138888892</c:v>
                </c:pt>
                <c:pt idx="5872">
                  <c:v>45712.520138888889</c:v>
                </c:pt>
                <c:pt idx="5873">
                  <c:v>45748.506249999999</c:v>
                </c:pt>
                <c:pt idx="5874">
                  <c:v>45587.521527777782</c:v>
                </c:pt>
                <c:pt idx="5875">
                  <c:v>45782.622916666667</c:v>
                </c:pt>
                <c:pt idx="5876">
                  <c:v>45459.697222222218</c:v>
                </c:pt>
                <c:pt idx="5877">
                  <c:v>45793.837500000001</c:v>
                </c:pt>
                <c:pt idx="5878">
                  <c:v>46018.686805555553</c:v>
                </c:pt>
                <c:pt idx="5879">
                  <c:v>46018.689583333333</c:v>
                </c:pt>
                <c:pt idx="5880">
                  <c:v>45958.675000000003</c:v>
                </c:pt>
                <c:pt idx="5881">
                  <c:v>45526.468055555553</c:v>
                </c:pt>
                <c:pt idx="5882">
                  <c:v>45658.647222222222</c:v>
                </c:pt>
                <c:pt idx="5883">
                  <c:v>45992.742361111108</c:v>
                </c:pt>
                <c:pt idx="5884">
                  <c:v>45532.7</c:v>
                </c:pt>
                <c:pt idx="5885">
                  <c:v>45374.759027777778</c:v>
                </c:pt>
                <c:pt idx="5886">
                  <c:v>45374.759027777778</c:v>
                </c:pt>
                <c:pt idx="5887">
                  <c:v>45491.955555555563</c:v>
                </c:pt>
                <c:pt idx="5888">
                  <c:v>45958.057638888888</c:v>
                </c:pt>
                <c:pt idx="5889">
                  <c:v>45824.686805555553</c:v>
                </c:pt>
                <c:pt idx="5890">
                  <c:v>45824.686805555553</c:v>
                </c:pt>
                <c:pt idx="5891">
                  <c:v>45958.057638888888</c:v>
                </c:pt>
                <c:pt idx="5892">
                  <c:v>45420.611111111109</c:v>
                </c:pt>
                <c:pt idx="5893">
                  <c:v>45420.611111111109</c:v>
                </c:pt>
                <c:pt idx="5894">
                  <c:v>45605.092361111107</c:v>
                </c:pt>
                <c:pt idx="5895">
                  <c:v>45914.1</c:v>
                </c:pt>
                <c:pt idx="5896">
                  <c:v>45605.092361111107</c:v>
                </c:pt>
                <c:pt idx="5897">
                  <c:v>45457.977777777778</c:v>
                </c:pt>
                <c:pt idx="5898">
                  <c:v>45750.672222222223</c:v>
                </c:pt>
                <c:pt idx="5899">
                  <c:v>45750.672222222223</c:v>
                </c:pt>
                <c:pt idx="5900">
                  <c:v>45734.711111111108</c:v>
                </c:pt>
                <c:pt idx="5901">
                  <c:v>45999.977083333331</c:v>
                </c:pt>
                <c:pt idx="5902">
                  <c:v>45999.977083333331</c:v>
                </c:pt>
                <c:pt idx="5903">
                  <c:v>45336.623611111107</c:v>
                </c:pt>
                <c:pt idx="5904">
                  <c:v>45869.967361111107</c:v>
                </c:pt>
                <c:pt idx="5905">
                  <c:v>45336.623611111107</c:v>
                </c:pt>
                <c:pt idx="5906">
                  <c:v>45869.967361111107</c:v>
                </c:pt>
                <c:pt idx="5907">
                  <c:v>45734.711111111108</c:v>
                </c:pt>
                <c:pt idx="5908">
                  <c:v>45457.977777777778</c:v>
                </c:pt>
                <c:pt idx="5909">
                  <c:v>45914.1</c:v>
                </c:pt>
                <c:pt idx="5910">
                  <c:v>45491.955555555563</c:v>
                </c:pt>
                <c:pt idx="5911">
                  <c:v>45747.427083333343</c:v>
                </c:pt>
                <c:pt idx="5912">
                  <c:v>45308.867361111108</c:v>
                </c:pt>
                <c:pt idx="5913">
                  <c:v>45569.995833333327</c:v>
                </c:pt>
                <c:pt idx="5914">
                  <c:v>45532.7</c:v>
                </c:pt>
                <c:pt idx="5915">
                  <c:v>45308.867361111108</c:v>
                </c:pt>
                <c:pt idx="5916">
                  <c:v>45569.995833333327</c:v>
                </c:pt>
                <c:pt idx="5917">
                  <c:v>45784.792361111111</c:v>
                </c:pt>
                <c:pt idx="5918">
                  <c:v>45688.927083333343</c:v>
                </c:pt>
                <c:pt idx="5919">
                  <c:v>45688.927083333343</c:v>
                </c:pt>
                <c:pt idx="5920">
                  <c:v>45747.427083333343</c:v>
                </c:pt>
                <c:pt idx="5921">
                  <c:v>45784.792361111111</c:v>
                </c:pt>
                <c:pt idx="5922">
                  <c:v>45628.362500000003</c:v>
                </c:pt>
                <c:pt idx="5923">
                  <c:v>45922.359722222223</c:v>
                </c:pt>
                <c:pt idx="5924">
                  <c:v>45820.873611111107</c:v>
                </c:pt>
                <c:pt idx="5925">
                  <c:v>45788.768055555563</c:v>
                </c:pt>
                <c:pt idx="5926">
                  <c:v>46022.384027777778</c:v>
                </c:pt>
                <c:pt idx="5927">
                  <c:v>45691.196527777778</c:v>
                </c:pt>
                <c:pt idx="5928">
                  <c:v>45447.498611111107</c:v>
                </c:pt>
                <c:pt idx="5929">
                  <c:v>45540.55</c:v>
                </c:pt>
                <c:pt idx="5930">
                  <c:v>45892.702777777777</c:v>
                </c:pt>
                <c:pt idx="5931">
                  <c:v>45361.643055555563</c:v>
                </c:pt>
                <c:pt idx="5932">
                  <c:v>45990.59652777778</c:v>
                </c:pt>
                <c:pt idx="5933">
                  <c:v>45853.527777777781</c:v>
                </c:pt>
                <c:pt idx="5934">
                  <c:v>45658.406944444447</c:v>
                </c:pt>
                <c:pt idx="5935">
                  <c:v>45754.745833333327</c:v>
                </c:pt>
                <c:pt idx="5936">
                  <c:v>45480.495833333327</c:v>
                </c:pt>
                <c:pt idx="5937">
                  <c:v>45567.747916666667</c:v>
                </c:pt>
                <c:pt idx="5938">
                  <c:v>46021.808333333327</c:v>
                </c:pt>
                <c:pt idx="5939">
                  <c:v>45598.748611111107</c:v>
                </c:pt>
                <c:pt idx="5940">
                  <c:v>45304.51458333333</c:v>
                </c:pt>
                <c:pt idx="5941">
                  <c:v>45386.243055555547</c:v>
                </c:pt>
                <c:pt idx="5942">
                  <c:v>45506.800694444442</c:v>
                </c:pt>
                <c:pt idx="5943">
                  <c:v>45332.236111111109</c:v>
                </c:pt>
                <c:pt idx="5944">
                  <c:v>46022.379861111112</c:v>
                </c:pt>
                <c:pt idx="5945">
                  <c:v>45720.236111111109</c:v>
                </c:pt>
                <c:pt idx="5946">
                  <c:v>45964.636111111111</c:v>
                </c:pt>
                <c:pt idx="5947">
                  <c:v>45415.627083333333</c:v>
                </c:pt>
                <c:pt idx="5948">
                  <c:v>45674.572916666657</c:v>
                </c:pt>
                <c:pt idx="5949">
                  <c:v>45804.680555555547</c:v>
                </c:pt>
                <c:pt idx="5950">
                  <c:v>45931.943055555559</c:v>
                </c:pt>
                <c:pt idx="5951">
                  <c:v>45999.87777777778</c:v>
                </c:pt>
                <c:pt idx="5952">
                  <c:v>45586.644444444442</c:v>
                </c:pt>
                <c:pt idx="5953">
                  <c:v>45746.95208333333</c:v>
                </c:pt>
                <c:pt idx="5954">
                  <c:v>45881.431944444441</c:v>
                </c:pt>
                <c:pt idx="5955">
                  <c:v>45959.518055555563</c:v>
                </c:pt>
                <c:pt idx="5956">
                  <c:v>45824.671527777777</c:v>
                </c:pt>
                <c:pt idx="5957">
                  <c:v>45382.461805555547</c:v>
                </c:pt>
                <c:pt idx="5958">
                  <c:v>45625.618750000001</c:v>
                </c:pt>
                <c:pt idx="5959">
                  <c:v>45848.535416666673</c:v>
                </c:pt>
                <c:pt idx="5960">
                  <c:v>45461.791666666657</c:v>
                </c:pt>
                <c:pt idx="5961">
                  <c:v>46021.484722222223</c:v>
                </c:pt>
                <c:pt idx="5962">
                  <c:v>45958.904861111107</c:v>
                </c:pt>
                <c:pt idx="5963">
                  <c:v>45662.448611111111</c:v>
                </c:pt>
                <c:pt idx="5964">
                  <c:v>45874.45416666667</c:v>
                </c:pt>
                <c:pt idx="5965">
                  <c:v>45828.398611111108</c:v>
                </c:pt>
                <c:pt idx="5966">
                  <c:v>45730.338888888888</c:v>
                </c:pt>
                <c:pt idx="5967">
                  <c:v>45439.371527777781</c:v>
                </c:pt>
                <c:pt idx="5968">
                  <c:v>45782.460416666669</c:v>
                </c:pt>
                <c:pt idx="5969">
                  <c:v>45932.470833333333</c:v>
                </c:pt>
                <c:pt idx="5970">
                  <c:v>45468.955555555563</c:v>
                </c:pt>
                <c:pt idx="5971">
                  <c:v>45787.376388888893</c:v>
                </c:pt>
                <c:pt idx="5972">
                  <c:v>45572.033333333333</c:v>
                </c:pt>
                <c:pt idx="5973">
                  <c:v>45368.536805555559</c:v>
                </c:pt>
                <c:pt idx="5974">
                  <c:v>45443.411805555559</c:v>
                </c:pt>
                <c:pt idx="5975">
                  <c:v>45557.799305555563</c:v>
                </c:pt>
                <c:pt idx="5976">
                  <c:v>45397.800694444442</c:v>
                </c:pt>
                <c:pt idx="5977">
                  <c:v>45782.947222222218</c:v>
                </c:pt>
                <c:pt idx="5978">
                  <c:v>45935.876388888893</c:v>
                </c:pt>
                <c:pt idx="5979">
                  <c:v>45526.930555555547</c:v>
                </c:pt>
                <c:pt idx="5980">
                  <c:v>45488.876388888893</c:v>
                </c:pt>
                <c:pt idx="5981">
                  <c:v>45581.69027777778</c:v>
                </c:pt>
                <c:pt idx="5982">
                  <c:v>45817.543749999997</c:v>
                </c:pt>
                <c:pt idx="5983">
                  <c:v>45650.416666666657</c:v>
                </c:pt>
                <c:pt idx="5984">
                  <c:v>45707.898611111108</c:v>
                </c:pt>
                <c:pt idx="5985">
                  <c:v>45964.871527777781</c:v>
                </c:pt>
                <c:pt idx="5986">
                  <c:v>45994.65902777778</c:v>
                </c:pt>
                <c:pt idx="5987">
                  <c:v>45746.740972222222</c:v>
                </c:pt>
                <c:pt idx="5988">
                  <c:v>45682.506944444453</c:v>
                </c:pt>
                <c:pt idx="5989">
                  <c:v>45322.454861111109</c:v>
                </c:pt>
                <c:pt idx="5990">
                  <c:v>45629.414583333331</c:v>
                </c:pt>
                <c:pt idx="5991">
                  <c:v>45375.443055555559</c:v>
                </c:pt>
                <c:pt idx="5992">
                  <c:v>45900.552777777782</c:v>
                </c:pt>
                <c:pt idx="5993">
                  <c:v>45617.859722222223</c:v>
                </c:pt>
                <c:pt idx="5994">
                  <c:v>45354.763194444437</c:v>
                </c:pt>
                <c:pt idx="5995">
                  <c:v>45626.761111111111</c:v>
                </c:pt>
                <c:pt idx="5996">
                  <c:v>45300.711111111108</c:v>
                </c:pt>
                <c:pt idx="5997">
                  <c:v>45852.817361111112</c:v>
                </c:pt>
                <c:pt idx="5998">
                  <c:v>45905.451388888891</c:v>
                </c:pt>
                <c:pt idx="5999">
                  <c:v>45594.336805555547</c:v>
                </c:pt>
                <c:pt idx="6000">
                  <c:v>45375.509027777778</c:v>
                </c:pt>
                <c:pt idx="6001">
                  <c:v>45501.664583333331</c:v>
                </c:pt>
                <c:pt idx="6002">
                  <c:v>45663.331250000003</c:v>
                </c:pt>
                <c:pt idx="6003">
                  <c:v>45804.9</c:v>
                </c:pt>
                <c:pt idx="6004">
                  <c:v>45971.489583333343</c:v>
                </c:pt>
                <c:pt idx="6005">
                  <c:v>45778.325694444437</c:v>
                </c:pt>
                <c:pt idx="6006">
                  <c:v>45531.638194444437</c:v>
                </c:pt>
                <c:pt idx="6007">
                  <c:v>45510.635416666657</c:v>
                </c:pt>
                <c:pt idx="6008">
                  <c:v>45544.504861111112</c:v>
                </c:pt>
                <c:pt idx="6009">
                  <c:v>45901.484722222223</c:v>
                </c:pt>
                <c:pt idx="6010">
                  <c:v>45460.960416666669</c:v>
                </c:pt>
                <c:pt idx="6011">
                  <c:v>45497.936111111107</c:v>
                </c:pt>
                <c:pt idx="6012">
                  <c:v>45397.491666666669</c:v>
                </c:pt>
                <c:pt idx="6013">
                  <c:v>45923.914583333331</c:v>
                </c:pt>
                <c:pt idx="6014">
                  <c:v>46018.665277777778</c:v>
                </c:pt>
                <c:pt idx="6015">
                  <c:v>45880.54791666667</c:v>
                </c:pt>
                <c:pt idx="6016">
                  <c:v>45824.451388888891</c:v>
                </c:pt>
                <c:pt idx="6017">
                  <c:v>45968.589583333327</c:v>
                </c:pt>
                <c:pt idx="6018">
                  <c:v>45845.320138888892</c:v>
                </c:pt>
                <c:pt idx="6019">
                  <c:v>45445.905555555553</c:v>
                </c:pt>
                <c:pt idx="6020">
                  <c:v>45701.753472222219</c:v>
                </c:pt>
                <c:pt idx="6021">
                  <c:v>45796.87222222222</c:v>
                </c:pt>
                <c:pt idx="6022">
                  <c:v>45683.804166666669</c:v>
                </c:pt>
                <c:pt idx="6023">
                  <c:v>45866.611111111109</c:v>
                </c:pt>
                <c:pt idx="6024">
                  <c:v>45342.489583333343</c:v>
                </c:pt>
                <c:pt idx="6025">
                  <c:v>45361.570833333331</c:v>
                </c:pt>
                <c:pt idx="6026">
                  <c:v>45309.867361111108</c:v>
                </c:pt>
                <c:pt idx="6027">
                  <c:v>45429.061805555553</c:v>
                </c:pt>
                <c:pt idx="6028">
                  <c:v>45991.599305555559</c:v>
                </c:pt>
                <c:pt idx="6029">
                  <c:v>45327.586111111108</c:v>
                </c:pt>
                <c:pt idx="6030">
                  <c:v>45657.696527777778</c:v>
                </c:pt>
                <c:pt idx="6031">
                  <c:v>45383.569444444453</c:v>
                </c:pt>
                <c:pt idx="6032">
                  <c:v>45411.605555555558</c:v>
                </c:pt>
                <c:pt idx="6033">
                  <c:v>45568.40625</c:v>
                </c:pt>
                <c:pt idx="6034">
                  <c:v>45737.354861111111</c:v>
                </c:pt>
                <c:pt idx="6035">
                  <c:v>45292.746527777781</c:v>
                </c:pt>
                <c:pt idx="6036">
                  <c:v>45475.777083333327</c:v>
                </c:pt>
                <c:pt idx="6037">
                  <c:v>45768.55972222222</c:v>
                </c:pt>
                <c:pt idx="6038">
                  <c:v>45754.826388888891</c:v>
                </c:pt>
                <c:pt idx="6039">
                  <c:v>45719.454861111109</c:v>
                </c:pt>
                <c:pt idx="6040">
                  <c:v>45519.75277777778</c:v>
                </c:pt>
                <c:pt idx="6041">
                  <c:v>45741.333333333343</c:v>
                </c:pt>
                <c:pt idx="6042">
                  <c:v>45852.974999999999</c:v>
                </c:pt>
                <c:pt idx="6043">
                  <c:v>45654.880555555559</c:v>
                </c:pt>
                <c:pt idx="6044">
                  <c:v>45947.57708333333</c:v>
                </c:pt>
                <c:pt idx="6045">
                  <c:v>46008.818055555559</c:v>
                </c:pt>
                <c:pt idx="6046">
                  <c:v>45822.369444444441</c:v>
                </c:pt>
                <c:pt idx="6047">
                  <c:v>45906.379166666673</c:v>
                </c:pt>
                <c:pt idx="6048">
                  <c:v>45572.302083333343</c:v>
                </c:pt>
                <c:pt idx="6049">
                  <c:v>45780.376388888893</c:v>
                </c:pt>
                <c:pt idx="6050">
                  <c:v>45712.78125</c:v>
                </c:pt>
                <c:pt idx="6051">
                  <c:v>45420.775000000001</c:v>
                </c:pt>
                <c:pt idx="6052">
                  <c:v>45320.045138888891</c:v>
                </c:pt>
                <c:pt idx="6053">
                  <c:v>45980.334027777782</c:v>
                </c:pt>
                <c:pt idx="6054">
                  <c:v>45614.332638888889</c:v>
                </c:pt>
                <c:pt idx="6055">
                  <c:v>45375.920138888891</c:v>
                </c:pt>
                <c:pt idx="6056">
                  <c:v>45478.757638888892</c:v>
                </c:pt>
                <c:pt idx="6057">
                  <c:v>45586.464583333327</c:v>
                </c:pt>
                <c:pt idx="6058">
                  <c:v>45588.406944444447</c:v>
                </c:pt>
                <c:pt idx="6059">
                  <c:v>45860.456250000003</c:v>
                </c:pt>
                <c:pt idx="6060">
                  <c:v>45792.870833333327</c:v>
                </c:pt>
                <c:pt idx="6061">
                  <c:v>45719.832638888889</c:v>
                </c:pt>
                <c:pt idx="6062">
                  <c:v>45318.952777777777</c:v>
                </c:pt>
                <c:pt idx="6063">
                  <c:v>45516.354861111111</c:v>
                </c:pt>
                <c:pt idx="6064">
                  <c:v>45930.611805555563</c:v>
                </c:pt>
                <c:pt idx="6065">
                  <c:v>45394.742361111108</c:v>
                </c:pt>
                <c:pt idx="6066">
                  <c:v>45989.440972222219</c:v>
                </c:pt>
                <c:pt idx="6067">
                  <c:v>45657.493055555547</c:v>
                </c:pt>
                <c:pt idx="6068">
                  <c:v>45448.619444444441</c:v>
                </c:pt>
                <c:pt idx="6069">
                  <c:v>45696.643750000003</c:v>
                </c:pt>
                <c:pt idx="6070">
                  <c:v>45967.739583333343</c:v>
                </c:pt>
                <c:pt idx="6071">
                  <c:v>45766.521527777782</c:v>
                </c:pt>
                <c:pt idx="6072">
                  <c:v>45817.319444444453</c:v>
                </c:pt>
                <c:pt idx="6073">
                  <c:v>45423.397916666669</c:v>
                </c:pt>
                <c:pt idx="6074">
                  <c:v>45486.541666666657</c:v>
                </c:pt>
                <c:pt idx="6075">
                  <c:v>45340.650694444441</c:v>
                </c:pt>
                <c:pt idx="6076">
                  <c:v>45599.649305555547</c:v>
                </c:pt>
                <c:pt idx="6077">
                  <c:v>45742.799305555563</c:v>
                </c:pt>
                <c:pt idx="6078">
                  <c:v>45886.599305555559</c:v>
                </c:pt>
                <c:pt idx="6079">
                  <c:v>45622.688888888893</c:v>
                </c:pt>
                <c:pt idx="6080">
                  <c:v>45788.579861111109</c:v>
                </c:pt>
                <c:pt idx="6081">
                  <c:v>45907.73333333333</c:v>
                </c:pt>
                <c:pt idx="6082">
                  <c:v>45680.699305555558</c:v>
                </c:pt>
                <c:pt idx="6083">
                  <c:v>46018.618055555547</c:v>
                </c:pt>
                <c:pt idx="6084">
                  <c:v>45810.656944444447</c:v>
                </c:pt>
                <c:pt idx="6085">
                  <c:v>45571.683333333327</c:v>
                </c:pt>
                <c:pt idx="6086">
                  <c:v>45703.476388888892</c:v>
                </c:pt>
                <c:pt idx="6087">
                  <c:v>45866.57916666667</c:v>
                </c:pt>
                <c:pt idx="6088">
                  <c:v>45944.703472222223</c:v>
                </c:pt>
                <c:pt idx="6089">
                  <c:v>45298.554861111108</c:v>
                </c:pt>
                <c:pt idx="6090">
                  <c:v>45660.681944444441</c:v>
                </c:pt>
                <c:pt idx="6091">
                  <c:v>45550.750694444447</c:v>
                </c:pt>
                <c:pt idx="6092">
                  <c:v>45444.477777777778</c:v>
                </c:pt>
                <c:pt idx="6093">
                  <c:v>45361.693749999999</c:v>
                </c:pt>
                <c:pt idx="6094">
                  <c:v>45724.625</c:v>
                </c:pt>
                <c:pt idx="6095">
                  <c:v>45887.361805555563</c:v>
                </c:pt>
                <c:pt idx="6096">
                  <c:v>45392.807638888888</c:v>
                </c:pt>
                <c:pt idx="6097">
                  <c:v>45526.724999999999</c:v>
                </c:pt>
                <c:pt idx="6098">
                  <c:v>45465.599999999999</c:v>
                </c:pt>
                <c:pt idx="6099">
                  <c:v>45319.425694444442</c:v>
                </c:pt>
                <c:pt idx="6100">
                  <c:v>45992.82708333333</c:v>
                </c:pt>
                <c:pt idx="6101">
                  <c:v>45837.622916666667</c:v>
                </c:pt>
                <c:pt idx="6102">
                  <c:v>45350.611111111109</c:v>
                </c:pt>
                <c:pt idx="6103">
                  <c:v>45702.382638888892</c:v>
                </c:pt>
                <c:pt idx="6104">
                  <c:v>46006.645138888889</c:v>
                </c:pt>
                <c:pt idx="6105">
                  <c:v>45454.724999999999</c:v>
                </c:pt>
                <c:pt idx="6106">
                  <c:v>45685.670138888891</c:v>
                </c:pt>
                <c:pt idx="6107">
                  <c:v>45867.374305555553</c:v>
                </c:pt>
                <c:pt idx="6108">
                  <c:v>45925.32708333333</c:v>
                </c:pt>
                <c:pt idx="6109">
                  <c:v>45363.415277777778</c:v>
                </c:pt>
                <c:pt idx="6110">
                  <c:v>45469.578472222223</c:v>
                </c:pt>
                <c:pt idx="6111">
                  <c:v>45769.54791666667</c:v>
                </c:pt>
                <c:pt idx="6112">
                  <c:v>45293.498611111107</c:v>
                </c:pt>
                <c:pt idx="6113">
                  <c:v>45439.544444444437</c:v>
                </c:pt>
                <c:pt idx="6114">
                  <c:v>45740.592361111107</c:v>
                </c:pt>
                <c:pt idx="6115">
                  <c:v>45898.412499999999</c:v>
                </c:pt>
                <c:pt idx="6116">
                  <c:v>45310.354861111111</c:v>
                </c:pt>
                <c:pt idx="6117">
                  <c:v>45804.50277777778</c:v>
                </c:pt>
                <c:pt idx="6118">
                  <c:v>45775.500694444447</c:v>
                </c:pt>
                <c:pt idx="6119">
                  <c:v>45607.412499999999</c:v>
                </c:pt>
                <c:pt idx="6120">
                  <c:v>45420.416666666657</c:v>
                </c:pt>
                <c:pt idx="6121">
                  <c:v>45399.552777777782</c:v>
                </c:pt>
                <c:pt idx="6122">
                  <c:v>45488.543749999997</c:v>
                </c:pt>
                <c:pt idx="6123">
                  <c:v>45653.67291666667</c:v>
                </c:pt>
                <c:pt idx="6124">
                  <c:v>45534.466666666667</c:v>
                </c:pt>
                <c:pt idx="6125">
                  <c:v>45383.53125</c:v>
                </c:pt>
                <c:pt idx="6126">
                  <c:v>45566.547222222223</c:v>
                </c:pt>
                <c:pt idx="6127">
                  <c:v>45723.383333333331</c:v>
                </c:pt>
                <c:pt idx="6128">
                  <c:v>45322.640277777777</c:v>
                </c:pt>
                <c:pt idx="6129">
                  <c:v>45587.265277777777</c:v>
                </c:pt>
                <c:pt idx="6130">
                  <c:v>45838.481249999997</c:v>
                </c:pt>
                <c:pt idx="6131">
                  <c:v>45985.574305555558</c:v>
                </c:pt>
                <c:pt idx="6132">
                  <c:v>45396.044444444437</c:v>
                </c:pt>
                <c:pt idx="6133">
                  <c:v>45301.480555555558</c:v>
                </c:pt>
                <c:pt idx="6134">
                  <c:v>45401.525694444441</c:v>
                </c:pt>
                <c:pt idx="6135">
                  <c:v>45396.038194444453</c:v>
                </c:pt>
                <c:pt idx="6136">
                  <c:v>45770.474999999999</c:v>
                </c:pt>
                <c:pt idx="6137">
                  <c:v>45850.527777777781</c:v>
                </c:pt>
                <c:pt idx="6138">
                  <c:v>45366.439583333333</c:v>
                </c:pt>
                <c:pt idx="6139">
                  <c:v>45810.753472222219</c:v>
                </c:pt>
                <c:pt idx="6140">
                  <c:v>45975.395833333343</c:v>
                </c:pt>
                <c:pt idx="6141">
                  <c:v>45476.42083333333</c:v>
                </c:pt>
                <c:pt idx="6142">
                  <c:v>45936.384027777778</c:v>
                </c:pt>
                <c:pt idx="6143">
                  <c:v>45593.463888888888</c:v>
                </c:pt>
                <c:pt idx="6144">
                  <c:v>45632.607638888891</c:v>
                </c:pt>
                <c:pt idx="6145">
                  <c:v>46009.529861111107</c:v>
                </c:pt>
                <c:pt idx="6146">
                  <c:v>45683.793055555558</c:v>
                </c:pt>
                <c:pt idx="6147">
                  <c:v>45337.634027777778</c:v>
                </c:pt>
                <c:pt idx="6148">
                  <c:v>45557.412499999999</c:v>
                </c:pt>
                <c:pt idx="6149">
                  <c:v>45520.408333333333</c:v>
                </c:pt>
                <c:pt idx="6150">
                  <c:v>45893.422222222223</c:v>
                </c:pt>
                <c:pt idx="6151">
                  <c:v>45430.67291666667</c:v>
                </c:pt>
                <c:pt idx="6152">
                  <c:v>45726.477083333331</c:v>
                </c:pt>
                <c:pt idx="6153">
                  <c:v>45544.854861111111</c:v>
                </c:pt>
                <c:pt idx="6154">
                  <c:v>45692.752083333333</c:v>
                </c:pt>
                <c:pt idx="6155">
                  <c:v>45469.454861111109</c:v>
                </c:pt>
                <c:pt idx="6156">
                  <c:v>45777.442361111112</c:v>
                </c:pt>
                <c:pt idx="6157">
                  <c:v>45402.472222222219</c:v>
                </c:pt>
                <c:pt idx="6158">
                  <c:v>45501.729166666657</c:v>
                </c:pt>
                <c:pt idx="6159">
                  <c:v>45891.730555555558</c:v>
                </c:pt>
                <c:pt idx="6160">
                  <c:v>45825.772916666669</c:v>
                </c:pt>
                <c:pt idx="6161">
                  <c:v>45591.347222222219</c:v>
                </c:pt>
                <c:pt idx="6162">
                  <c:v>45725.79583333333</c:v>
                </c:pt>
                <c:pt idx="6163">
                  <c:v>45643.825694444437</c:v>
                </c:pt>
                <c:pt idx="6164">
                  <c:v>45987.863888888889</c:v>
                </c:pt>
                <c:pt idx="6165">
                  <c:v>45443.638888888891</c:v>
                </c:pt>
                <c:pt idx="6166">
                  <c:v>46007.832638888889</c:v>
                </c:pt>
                <c:pt idx="6167">
                  <c:v>45369.53125</c:v>
                </c:pt>
                <c:pt idx="6168">
                  <c:v>45943.814583333333</c:v>
                </c:pt>
                <c:pt idx="6169">
                  <c:v>45430.474999999999</c:v>
                </c:pt>
                <c:pt idx="6170">
                  <c:v>45389.007638888892</c:v>
                </c:pt>
                <c:pt idx="6171">
                  <c:v>45758.488888888889</c:v>
                </c:pt>
                <c:pt idx="6172">
                  <c:v>45484.512499999997</c:v>
                </c:pt>
                <c:pt idx="6173">
                  <c:v>45399.467361111107</c:v>
                </c:pt>
                <c:pt idx="6174">
                  <c:v>45802.572222222218</c:v>
                </c:pt>
                <c:pt idx="6175">
                  <c:v>45365.509722222218</c:v>
                </c:pt>
                <c:pt idx="6176">
                  <c:v>45639.810416666667</c:v>
                </c:pt>
                <c:pt idx="6177">
                  <c:v>45541.924305555563</c:v>
                </c:pt>
                <c:pt idx="6178">
                  <c:v>45449.428472222222</c:v>
                </c:pt>
                <c:pt idx="6179">
                  <c:v>45560.390972222223</c:v>
                </c:pt>
                <c:pt idx="6180">
                  <c:v>45616.902777777781</c:v>
                </c:pt>
                <c:pt idx="6181">
                  <c:v>46002.602777777778</c:v>
                </c:pt>
                <c:pt idx="6182">
                  <c:v>45935.393750000003</c:v>
                </c:pt>
                <c:pt idx="6183">
                  <c:v>45579.369444444441</c:v>
                </c:pt>
                <c:pt idx="6184">
                  <c:v>45695.488194444442</c:v>
                </c:pt>
                <c:pt idx="6185">
                  <c:v>45965.902777777781</c:v>
                </c:pt>
                <c:pt idx="6186">
                  <c:v>45542.95208333333</c:v>
                </c:pt>
                <c:pt idx="6187">
                  <c:v>45520.668749999997</c:v>
                </c:pt>
                <c:pt idx="6188">
                  <c:v>45682.966666666667</c:v>
                </c:pt>
                <c:pt idx="6189">
                  <c:v>45414.435416666667</c:v>
                </c:pt>
                <c:pt idx="6190">
                  <c:v>45320.800694444442</c:v>
                </c:pt>
                <c:pt idx="6191">
                  <c:v>45385.845138888893</c:v>
                </c:pt>
                <c:pt idx="6192">
                  <c:v>45632.90625</c:v>
                </c:pt>
                <c:pt idx="6193">
                  <c:v>45889.324305555558</c:v>
                </c:pt>
                <c:pt idx="6194">
                  <c:v>45474.904861111107</c:v>
                </c:pt>
                <c:pt idx="6195">
                  <c:v>45725.62222222222</c:v>
                </c:pt>
                <c:pt idx="6196">
                  <c:v>45670.384027777778</c:v>
                </c:pt>
                <c:pt idx="6197">
                  <c:v>45349.438888888893</c:v>
                </c:pt>
                <c:pt idx="6198">
                  <c:v>45502.822916666657</c:v>
                </c:pt>
                <c:pt idx="6199">
                  <c:v>45653.665277777778</c:v>
                </c:pt>
                <c:pt idx="6200">
                  <c:v>45754.394444444442</c:v>
                </c:pt>
                <c:pt idx="6201">
                  <c:v>45597.320138888892</c:v>
                </c:pt>
                <c:pt idx="6202">
                  <c:v>45847.837500000001</c:v>
                </c:pt>
                <c:pt idx="6203">
                  <c:v>45785.30972222222</c:v>
                </c:pt>
                <c:pt idx="6204">
                  <c:v>45443.820138888892</c:v>
                </c:pt>
                <c:pt idx="6205">
                  <c:v>45812.333333333343</c:v>
                </c:pt>
                <c:pt idx="6206">
                  <c:v>45600.751388888893</c:v>
                </c:pt>
                <c:pt idx="6207">
                  <c:v>45357.74722222222</c:v>
                </c:pt>
                <c:pt idx="6208">
                  <c:v>45852.356249999997</c:v>
                </c:pt>
                <c:pt idx="6209">
                  <c:v>45418.790972222218</c:v>
                </c:pt>
                <c:pt idx="6210">
                  <c:v>45861.551388888889</c:v>
                </c:pt>
                <c:pt idx="6211">
                  <c:v>45945.671527777777</c:v>
                </c:pt>
                <c:pt idx="6212">
                  <c:v>45753.335416666669</c:v>
                </c:pt>
                <c:pt idx="6213">
                  <c:v>45532.616666666669</c:v>
                </c:pt>
                <c:pt idx="6214">
                  <c:v>45705.748611111107</c:v>
                </c:pt>
                <c:pt idx="6215">
                  <c:v>45609.786111111112</c:v>
                </c:pt>
                <c:pt idx="6216">
                  <c:v>45463.352777777778</c:v>
                </c:pt>
                <c:pt idx="6217">
                  <c:v>45297.385416666657</c:v>
                </c:pt>
                <c:pt idx="6218">
                  <c:v>45803.353472222218</c:v>
                </c:pt>
                <c:pt idx="6219">
                  <c:v>45695.361805555563</c:v>
                </c:pt>
                <c:pt idx="6220">
                  <c:v>45537.51666666667</c:v>
                </c:pt>
                <c:pt idx="6221">
                  <c:v>45760.502083333333</c:v>
                </c:pt>
                <c:pt idx="6222">
                  <c:v>45839.48333333333</c:v>
                </c:pt>
                <c:pt idx="6223">
                  <c:v>45879.405555555553</c:v>
                </c:pt>
                <c:pt idx="6224">
                  <c:v>45448.328472222223</c:v>
                </c:pt>
                <c:pt idx="6225">
                  <c:v>45956.752083333333</c:v>
                </c:pt>
                <c:pt idx="6226">
                  <c:v>46003.359027777777</c:v>
                </c:pt>
                <c:pt idx="6227">
                  <c:v>45863.370833333327</c:v>
                </c:pt>
                <c:pt idx="6228">
                  <c:v>45940.35833333333</c:v>
                </c:pt>
                <c:pt idx="6229">
                  <c:v>45779.365277777782</c:v>
                </c:pt>
                <c:pt idx="6230">
                  <c:v>45470.548611111109</c:v>
                </c:pt>
                <c:pt idx="6231">
                  <c:v>45428.355555555558</c:v>
                </c:pt>
                <c:pt idx="6232">
                  <c:v>45353.567361111112</c:v>
                </c:pt>
                <c:pt idx="6233">
                  <c:v>45720.324999999997</c:v>
                </c:pt>
                <c:pt idx="6234">
                  <c:v>45401.377083333333</c:v>
                </c:pt>
                <c:pt idx="6235">
                  <c:v>45590.338888888888</c:v>
                </c:pt>
                <c:pt idx="6236">
                  <c:v>45985.773611111108</c:v>
                </c:pt>
                <c:pt idx="6237">
                  <c:v>45915.379166666673</c:v>
                </c:pt>
                <c:pt idx="6238">
                  <c:v>45737.786111111112</c:v>
                </c:pt>
                <c:pt idx="6239">
                  <c:v>45639.35833333333</c:v>
                </c:pt>
                <c:pt idx="6240">
                  <c:v>45322.331250000003</c:v>
                </c:pt>
                <c:pt idx="6241">
                  <c:v>45898.35833333333</c:v>
                </c:pt>
                <c:pt idx="6242">
                  <c:v>45816.656944444447</c:v>
                </c:pt>
                <c:pt idx="6243">
                  <c:v>45494.592361111107</c:v>
                </c:pt>
                <c:pt idx="6244">
                  <c:v>46020.354861111111</c:v>
                </c:pt>
                <c:pt idx="6245">
                  <c:v>45378.361111111109</c:v>
                </c:pt>
                <c:pt idx="6246">
                  <c:v>45612.370833333327</c:v>
                </c:pt>
                <c:pt idx="6247">
                  <c:v>45517.35833333333</c:v>
                </c:pt>
                <c:pt idx="6248">
                  <c:v>45557.399305555547</c:v>
                </c:pt>
                <c:pt idx="6249">
                  <c:v>45670.424305555563</c:v>
                </c:pt>
                <c:pt idx="6250">
                  <c:v>45661.645833333343</c:v>
                </c:pt>
                <c:pt idx="6251">
                  <c:v>45899.628472222219</c:v>
                </c:pt>
                <c:pt idx="6252">
                  <c:v>45717.480555555558</c:v>
                </c:pt>
                <c:pt idx="6253">
                  <c:v>45514.531944444447</c:v>
                </c:pt>
                <c:pt idx="6254">
                  <c:v>45820.361805555563</c:v>
                </c:pt>
                <c:pt idx="6255">
                  <c:v>45591.583333333343</c:v>
                </c:pt>
                <c:pt idx="6256">
                  <c:v>45851.533333333333</c:v>
                </c:pt>
                <c:pt idx="6257">
                  <c:v>45878.34652777778</c:v>
                </c:pt>
                <c:pt idx="6258">
                  <c:v>45791.659722222219</c:v>
                </c:pt>
                <c:pt idx="6259">
                  <c:v>45989.402777777781</c:v>
                </c:pt>
                <c:pt idx="6260">
                  <c:v>45959.808333333327</c:v>
                </c:pt>
                <c:pt idx="6261">
                  <c:v>45645.547222222223</c:v>
                </c:pt>
                <c:pt idx="6262">
                  <c:v>45562.356944444437</c:v>
                </c:pt>
                <c:pt idx="6263">
                  <c:v>45743.543749999997</c:v>
                </c:pt>
                <c:pt idx="6264">
                  <c:v>45526.436111111107</c:v>
                </c:pt>
                <c:pt idx="6265">
                  <c:v>45987.302083333343</c:v>
                </c:pt>
                <c:pt idx="6266">
                  <c:v>45932.303472222222</c:v>
                </c:pt>
                <c:pt idx="6267">
                  <c:v>45514.636111111111</c:v>
                </c:pt>
                <c:pt idx="6268">
                  <c:v>45676.544444444437</c:v>
                </c:pt>
                <c:pt idx="6269">
                  <c:v>45418.886111111111</c:v>
                </c:pt>
                <c:pt idx="6270">
                  <c:v>45580.912499999999</c:v>
                </c:pt>
                <c:pt idx="6271">
                  <c:v>45641.992361111108</c:v>
                </c:pt>
                <c:pt idx="6272">
                  <c:v>45826.918749999997</c:v>
                </c:pt>
                <c:pt idx="6273">
                  <c:v>45768.911111111112</c:v>
                </c:pt>
                <c:pt idx="6274">
                  <c:v>45957.960416666669</c:v>
                </c:pt>
                <c:pt idx="6275">
                  <c:v>45481.834722222222</c:v>
                </c:pt>
                <c:pt idx="6276">
                  <c:v>45356.873611111107</c:v>
                </c:pt>
                <c:pt idx="6277">
                  <c:v>45889.897222222222</c:v>
                </c:pt>
                <c:pt idx="6278">
                  <c:v>45301.953472222223</c:v>
                </c:pt>
                <c:pt idx="6279">
                  <c:v>45713.959027777782</c:v>
                </c:pt>
                <c:pt idx="6280">
                  <c:v>45538.986111111109</c:v>
                </c:pt>
                <c:pt idx="6281">
                  <c:v>45824.647222222222</c:v>
                </c:pt>
                <c:pt idx="6282">
                  <c:v>45954.295138888891</c:v>
                </c:pt>
                <c:pt idx="6283">
                  <c:v>45986.270833333343</c:v>
                </c:pt>
                <c:pt idx="6284">
                  <c:v>45668.590277777781</c:v>
                </c:pt>
                <c:pt idx="6285">
                  <c:v>45797.336805555547</c:v>
                </c:pt>
                <c:pt idx="6286">
                  <c:v>45711.618750000001</c:v>
                </c:pt>
                <c:pt idx="6287">
                  <c:v>45836.283333333333</c:v>
                </c:pt>
                <c:pt idx="6288">
                  <c:v>45937.632638888892</c:v>
                </c:pt>
                <c:pt idx="6289">
                  <c:v>45886.634027777778</c:v>
                </c:pt>
                <c:pt idx="6290">
                  <c:v>45733.306944444441</c:v>
                </c:pt>
                <c:pt idx="6291">
                  <c:v>45679.56527777778</c:v>
                </c:pt>
                <c:pt idx="6292">
                  <c:v>45654.55972222222</c:v>
                </c:pt>
                <c:pt idx="6293">
                  <c:v>45764.671527777777</c:v>
                </c:pt>
                <c:pt idx="6294">
                  <c:v>45919.819444444453</c:v>
                </c:pt>
                <c:pt idx="6295">
                  <c:v>45632.583333333343</c:v>
                </c:pt>
                <c:pt idx="6296">
                  <c:v>46017.510416666657</c:v>
                </c:pt>
                <c:pt idx="6297">
                  <c:v>45968.777777777781</c:v>
                </c:pt>
                <c:pt idx="6298">
                  <c:v>45745.852777777778</c:v>
                </c:pt>
                <c:pt idx="6299">
                  <c:v>45848.290972222218</c:v>
                </c:pt>
                <c:pt idx="6300">
                  <c:v>45766.665972222218</c:v>
                </c:pt>
                <c:pt idx="6301">
                  <c:v>45782.450694444437</c:v>
                </c:pt>
                <c:pt idx="6302">
                  <c:v>46020.479861111111</c:v>
                </c:pt>
                <c:pt idx="6303">
                  <c:v>45866.68472222222</c:v>
                </c:pt>
                <c:pt idx="6304">
                  <c:v>45905.274305555547</c:v>
                </c:pt>
                <c:pt idx="6305">
                  <c:v>45810.796527777777</c:v>
                </c:pt>
                <c:pt idx="6306">
                  <c:v>45620.665277777778</c:v>
                </c:pt>
                <c:pt idx="6307">
                  <c:v>45999.898611111108</c:v>
                </c:pt>
                <c:pt idx="6308">
                  <c:v>45789.443749999999</c:v>
                </c:pt>
                <c:pt idx="6309">
                  <c:v>45612.833333333343</c:v>
                </c:pt>
                <c:pt idx="6310">
                  <c:v>45629.26458333333</c:v>
                </c:pt>
                <c:pt idx="6311">
                  <c:v>45698.464583333327</c:v>
                </c:pt>
                <c:pt idx="6312">
                  <c:v>45454.282638888893</c:v>
                </c:pt>
                <c:pt idx="6313">
                  <c:v>45792.317361111112</c:v>
                </c:pt>
                <c:pt idx="6314">
                  <c:v>45399.304166666669</c:v>
                </c:pt>
                <c:pt idx="6315">
                  <c:v>45552.787499999999</c:v>
                </c:pt>
                <c:pt idx="6316">
                  <c:v>45370.271527777782</c:v>
                </c:pt>
                <c:pt idx="6317">
                  <c:v>45482.309027777781</c:v>
                </c:pt>
                <c:pt idx="6318">
                  <c:v>46017.318055555559</c:v>
                </c:pt>
                <c:pt idx="6319">
                  <c:v>45347.453472222223</c:v>
                </c:pt>
                <c:pt idx="6320">
                  <c:v>45975.400694444441</c:v>
                </c:pt>
                <c:pt idx="6321">
                  <c:v>45696.401388888888</c:v>
                </c:pt>
                <c:pt idx="6322">
                  <c:v>45425.48541666667</c:v>
                </c:pt>
                <c:pt idx="6323">
                  <c:v>45581.275694444441</c:v>
                </c:pt>
                <c:pt idx="6324">
                  <c:v>45776.45416666667</c:v>
                </c:pt>
                <c:pt idx="6325">
                  <c:v>46020.482638888891</c:v>
                </c:pt>
                <c:pt idx="6326">
                  <c:v>45509.381944444453</c:v>
                </c:pt>
                <c:pt idx="6327">
                  <c:v>45753.301388888889</c:v>
                </c:pt>
                <c:pt idx="6328">
                  <c:v>45726.222916666673</c:v>
                </c:pt>
                <c:pt idx="6329">
                  <c:v>45923.290277777778</c:v>
                </c:pt>
                <c:pt idx="6330">
                  <c:v>45362.418055555558</c:v>
                </c:pt>
                <c:pt idx="6331">
                  <c:v>45798.543055555558</c:v>
                </c:pt>
                <c:pt idx="6332">
                  <c:v>45867.541666666657</c:v>
                </c:pt>
                <c:pt idx="6333">
                  <c:v>45513.658333333333</c:v>
                </c:pt>
                <c:pt idx="6334">
                  <c:v>45408.434027777781</c:v>
                </c:pt>
                <c:pt idx="6335">
                  <c:v>45949.617361111108</c:v>
                </c:pt>
                <c:pt idx="6336">
                  <c:v>45644.54583333333</c:v>
                </c:pt>
                <c:pt idx="6337">
                  <c:v>45589.862500000003</c:v>
                </c:pt>
                <c:pt idx="6338">
                  <c:v>45713.561111111107</c:v>
                </c:pt>
                <c:pt idx="6339">
                  <c:v>45416.674305555563</c:v>
                </c:pt>
                <c:pt idx="6340">
                  <c:v>45305.446527777778</c:v>
                </c:pt>
                <c:pt idx="6341">
                  <c:v>45505.725694444453</c:v>
                </c:pt>
                <c:pt idx="6342">
                  <c:v>45821.569444444453</c:v>
                </c:pt>
                <c:pt idx="6343">
                  <c:v>45964.737500000003</c:v>
                </c:pt>
                <c:pt idx="6344">
                  <c:v>45717.53402777778</c:v>
                </c:pt>
                <c:pt idx="6345">
                  <c:v>45826.564583333333</c:v>
                </c:pt>
                <c:pt idx="6346">
                  <c:v>45378.388888888891</c:v>
                </c:pt>
                <c:pt idx="6347">
                  <c:v>45761.625</c:v>
                </c:pt>
                <c:pt idx="6348">
                  <c:v>45970.43472222222</c:v>
                </c:pt>
                <c:pt idx="6349">
                  <c:v>45970.424305555563</c:v>
                </c:pt>
                <c:pt idx="6350">
                  <c:v>45905.656944444447</c:v>
                </c:pt>
                <c:pt idx="6351">
                  <c:v>45615.686805555553</c:v>
                </c:pt>
                <c:pt idx="6352">
                  <c:v>45389.807638888888</c:v>
                </c:pt>
                <c:pt idx="6353">
                  <c:v>45559.290277777778</c:v>
                </c:pt>
                <c:pt idx="6354">
                  <c:v>45419.273611111108</c:v>
                </c:pt>
                <c:pt idx="6355">
                  <c:v>45656.884027777778</c:v>
                </c:pt>
                <c:pt idx="6356">
                  <c:v>45449.780555555553</c:v>
                </c:pt>
                <c:pt idx="6357">
                  <c:v>45510.743055555547</c:v>
                </c:pt>
                <c:pt idx="6358">
                  <c:v>45471.570138888892</c:v>
                </c:pt>
                <c:pt idx="6359">
                  <c:v>45340.478472222218</c:v>
                </c:pt>
                <c:pt idx="6360">
                  <c:v>45369.748611111107</c:v>
                </c:pt>
                <c:pt idx="6361">
                  <c:v>45568.700694444437</c:v>
                </c:pt>
                <c:pt idx="6362">
                  <c:v>45646.714583333327</c:v>
                </c:pt>
                <c:pt idx="6363">
                  <c:v>45596.31527777778</c:v>
                </c:pt>
                <c:pt idx="6364">
                  <c:v>45538.738888888889</c:v>
                </c:pt>
                <c:pt idx="6365">
                  <c:v>45670.87777777778</c:v>
                </c:pt>
                <c:pt idx="6366">
                  <c:v>45703.838888888888</c:v>
                </c:pt>
                <c:pt idx="6367">
                  <c:v>45772.325694444437</c:v>
                </c:pt>
                <c:pt idx="6368">
                  <c:v>45609.915277777778</c:v>
                </c:pt>
                <c:pt idx="6369">
                  <c:v>45355.43472222222</c:v>
                </c:pt>
                <c:pt idx="6370">
                  <c:v>45744.303472222222</c:v>
                </c:pt>
                <c:pt idx="6371">
                  <c:v>45353.922222222223</c:v>
                </c:pt>
                <c:pt idx="6372">
                  <c:v>45352.912499999999</c:v>
                </c:pt>
                <c:pt idx="6373">
                  <c:v>45894.813888888893</c:v>
                </c:pt>
                <c:pt idx="6374">
                  <c:v>45502.854166666657</c:v>
                </c:pt>
                <c:pt idx="6375">
                  <c:v>45434.855555555558</c:v>
                </c:pt>
                <c:pt idx="6376">
                  <c:v>46003.746527777781</c:v>
                </c:pt>
                <c:pt idx="6377">
                  <c:v>45320.864583333343</c:v>
                </c:pt>
                <c:pt idx="6378">
                  <c:v>45296.843055555553</c:v>
                </c:pt>
                <c:pt idx="6379">
                  <c:v>45577.748611111107</c:v>
                </c:pt>
                <c:pt idx="6380">
                  <c:v>45815.777777777781</c:v>
                </c:pt>
                <c:pt idx="6381">
                  <c:v>45467.870138888888</c:v>
                </c:pt>
                <c:pt idx="6382">
                  <c:v>45975.784722222219</c:v>
                </c:pt>
                <c:pt idx="6383">
                  <c:v>45537.743055555547</c:v>
                </c:pt>
                <c:pt idx="6384">
                  <c:v>45933.736111111109</c:v>
                </c:pt>
                <c:pt idx="6385">
                  <c:v>45395.6875</c:v>
                </c:pt>
                <c:pt idx="6386">
                  <c:v>45858.801388888889</c:v>
                </c:pt>
                <c:pt idx="6387">
                  <c:v>45993.461805555547</c:v>
                </c:pt>
                <c:pt idx="6388">
                  <c:v>45614.456250000003</c:v>
                </c:pt>
                <c:pt idx="6389">
                  <c:v>45477.854861111111</c:v>
                </c:pt>
                <c:pt idx="6390">
                  <c:v>45780.027777777781</c:v>
                </c:pt>
                <c:pt idx="6391">
                  <c:v>45836.508333333331</c:v>
                </c:pt>
                <c:pt idx="6392">
                  <c:v>45293.630555555559</c:v>
                </c:pt>
                <c:pt idx="6393">
                  <c:v>45530.521527777782</c:v>
                </c:pt>
                <c:pt idx="6394">
                  <c:v>45722.927083333343</c:v>
                </c:pt>
                <c:pt idx="6395">
                  <c:v>45927.854861111111</c:v>
                </c:pt>
                <c:pt idx="6396">
                  <c:v>45657.538194444453</c:v>
                </c:pt>
                <c:pt idx="6397">
                  <c:v>45340.870833333327</c:v>
                </c:pt>
                <c:pt idx="6398">
                  <c:v>45571.953472222223</c:v>
                </c:pt>
                <c:pt idx="6399">
                  <c:v>45891.015972222223</c:v>
                </c:pt>
                <c:pt idx="6400">
                  <c:v>45435.59652777778</c:v>
                </c:pt>
                <c:pt idx="6401">
                  <c:v>45386.886111111111</c:v>
                </c:pt>
                <c:pt idx="6402">
                  <c:v>45655.570138888892</c:v>
                </c:pt>
                <c:pt idx="6403">
                  <c:v>45655.718055555553</c:v>
                </c:pt>
                <c:pt idx="6404">
                  <c:v>45982.755555555559</c:v>
                </c:pt>
                <c:pt idx="6405">
                  <c:v>46022.552083333343</c:v>
                </c:pt>
                <c:pt idx="6406">
                  <c:v>45573.511805555558</c:v>
                </c:pt>
                <c:pt idx="6407">
                  <c:v>46020.427777777782</c:v>
                </c:pt>
                <c:pt idx="6408">
                  <c:v>45745.658333333333</c:v>
                </c:pt>
                <c:pt idx="6409">
                  <c:v>45300.785416666673</c:v>
                </c:pt>
                <c:pt idx="6410">
                  <c:v>45467.436805555553</c:v>
                </c:pt>
                <c:pt idx="6411">
                  <c:v>45841.631944444453</c:v>
                </c:pt>
                <c:pt idx="6412">
                  <c:v>45898.802777777782</c:v>
                </c:pt>
                <c:pt idx="6413">
                  <c:v>45393.656944444447</c:v>
                </c:pt>
                <c:pt idx="6414">
                  <c:v>45467.433333333327</c:v>
                </c:pt>
                <c:pt idx="6415">
                  <c:v>45779.862500000003</c:v>
                </c:pt>
                <c:pt idx="6416">
                  <c:v>45696.443055555559</c:v>
                </c:pt>
                <c:pt idx="6417">
                  <c:v>45953.559027777781</c:v>
                </c:pt>
                <c:pt idx="6418">
                  <c:v>45863.525694444441</c:v>
                </c:pt>
                <c:pt idx="6419">
                  <c:v>45455.461111111108</c:v>
                </c:pt>
                <c:pt idx="6420">
                  <c:v>45609.489583333343</c:v>
                </c:pt>
                <c:pt idx="6421">
                  <c:v>45320.54583333333</c:v>
                </c:pt>
                <c:pt idx="6422">
                  <c:v>45508.408333333333</c:v>
                </c:pt>
                <c:pt idx="6423">
                  <c:v>45630.468055555553</c:v>
                </c:pt>
                <c:pt idx="6424">
                  <c:v>45369.51458333333</c:v>
                </c:pt>
                <c:pt idx="6425">
                  <c:v>45562.542361111111</c:v>
                </c:pt>
                <c:pt idx="6426">
                  <c:v>45400.575694444437</c:v>
                </c:pt>
                <c:pt idx="6427">
                  <c:v>45628.244444444441</c:v>
                </c:pt>
                <c:pt idx="6428">
                  <c:v>45717.40902777778</c:v>
                </c:pt>
                <c:pt idx="6429">
                  <c:v>45447.269444444442</c:v>
                </c:pt>
                <c:pt idx="6430">
                  <c:v>45399.591666666667</c:v>
                </c:pt>
                <c:pt idx="6431">
                  <c:v>45320.35833333333</c:v>
                </c:pt>
                <c:pt idx="6432">
                  <c:v>45896.570833333331</c:v>
                </c:pt>
                <c:pt idx="6433">
                  <c:v>45947.570138888892</c:v>
                </c:pt>
                <c:pt idx="6434">
                  <c:v>45874.584722222222</c:v>
                </c:pt>
                <c:pt idx="6435">
                  <c:v>45811.590277777781</c:v>
                </c:pt>
                <c:pt idx="6436">
                  <c:v>45507.509027777778</c:v>
                </c:pt>
                <c:pt idx="6437">
                  <c:v>45910.461111111108</c:v>
                </c:pt>
                <c:pt idx="6438">
                  <c:v>45567.595138888893</c:v>
                </c:pt>
                <c:pt idx="6439">
                  <c:v>45597.211111111108</c:v>
                </c:pt>
                <c:pt idx="6440">
                  <c:v>45840.227777777778</c:v>
                </c:pt>
                <c:pt idx="6441">
                  <c:v>45676.635416666657</c:v>
                </c:pt>
                <c:pt idx="6442">
                  <c:v>45419.540277777778</c:v>
                </c:pt>
                <c:pt idx="6443">
                  <c:v>45488.695138888892</c:v>
                </c:pt>
                <c:pt idx="6444">
                  <c:v>45761.181250000001</c:v>
                </c:pt>
                <c:pt idx="6445">
                  <c:v>45364.508333333331</c:v>
                </c:pt>
                <c:pt idx="6446">
                  <c:v>46017.413888888892</c:v>
                </c:pt>
                <c:pt idx="6447">
                  <c:v>45539.350694444453</c:v>
                </c:pt>
                <c:pt idx="6448">
                  <c:v>45967.590277777781</c:v>
                </c:pt>
                <c:pt idx="6449">
                  <c:v>45550.450694444437</c:v>
                </c:pt>
                <c:pt idx="6450">
                  <c:v>45876.401388888888</c:v>
                </c:pt>
                <c:pt idx="6451">
                  <c:v>45776.808333333327</c:v>
                </c:pt>
                <c:pt idx="6452">
                  <c:v>45479.573611111111</c:v>
                </c:pt>
                <c:pt idx="6453">
                  <c:v>45357.448611111111</c:v>
                </c:pt>
                <c:pt idx="6454">
                  <c:v>45643.54791666667</c:v>
                </c:pt>
                <c:pt idx="6455">
                  <c:v>45549.518055555563</c:v>
                </c:pt>
                <c:pt idx="6456">
                  <c:v>45664.54583333333</c:v>
                </c:pt>
                <c:pt idx="6457">
                  <c:v>45724.490972222222</c:v>
                </c:pt>
                <c:pt idx="6458">
                  <c:v>45696.67291666667</c:v>
                </c:pt>
                <c:pt idx="6459">
                  <c:v>45337.431944444441</c:v>
                </c:pt>
                <c:pt idx="6460">
                  <c:v>45392.374305555553</c:v>
                </c:pt>
                <c:pt idx="6461">
                  <c:v>45453.754861111112</c:v>
                </c:pt>
                <c:pt idx="6462">
                  <c:v>45922.552777777782</c:v>
                </c:pt>
                <c:pt idx="6463">
                  <c:v>46003.656944444447</c:v>
                </c:pt>
                <c:pt idx="6464">
                  <c:v>45371.372916666667</c:v>
                </c:pt>
                <c:pt idx="6465">
                  <c:v>46018.53125</c:v>
                </c:pt>
                <c:pt idx="6466">
                  <c:v>45754.438194444447</c:v>
                </c:pt>
                <c:pt idx="6467">
                  <c:v>45903.738888888889</c:v>
                </c:pt>
                <c:pt idx="6468">
                  <c:v>45777.547222222223</c:v>
                </c:pt>
                <c:pt idx="6469">
                  <c:v>45984.699305555558</c:v>
                </c:pt>
                <c:pt idx="6470">
                  <c:v>45527.379861111112</c:v>
                </c:pt>
                <c:pt idx="6471">
                  <c:v>45505.383333333331</c:v>
                </c:pt>
                <c:pt idx="6472">
                  <c:v>45432.934027777781</c:v>
                </c:pt>
                <c:pt idx="6473">
                  <c:v>45412.525694444441</c:v>
                </c:pt>
                <c:pt idx="6474">
                  <c:v>45845.361111111109</c:v>
                </c:pt>
                <c:pt idx="6475">
                  <c:v>45582.51666666667</c:v>
                </c:pt>
                <c:pt idx="6476">
                  <c:v>45679.675000000003</c:v>
                </c:pt>
                <c:pt idx="6477">
                  <c:v>45625.783333333333</c:v>
                </c:pt>
                <c:pt idx="6478">
                  <c:v>45990.550694444442</c:v>
                </c:pt>
                <c:pt idx="6479">
                  <c:v>45543.62777777778</c:v>
                </c:pt>
                <c:pt idx="6480">
                  <c:v>45713.810416666667</c:v>
                </c:pt>
                <c:pt idx="6481">
                  <c:v>45348.677777777782</c:v>
                </c:pt>
                <c:pt idx="6482">
                  <c:v>45432.876388888893</c:v>
                </c:pt>
                <c:pt idx="6483">
                  <c:v>45952.724999999999</c:v>
                </c:pt>
                <c:pt idx="6484">
                  <c:v>45766.40347222222</c:v>
                </c:pt>
                <c:pt idx="6485">
                  <c:v>45811.561111111107</c:v>
                </c:pt>
                <c:pt idx="6486">
                  <c:v>45749.975694444453</c:v>
                </c:pt>
                <c:pt idx="6487">
                  <c:v>45992.868750000001</c:v>
                </c:pt>
                <c:pt idx="6488">
                  <c:v>46018.704861111109</c:v>
                </c:pt>
                <c:pt idx="6489">
                  <c:v>45614.897222222222</c:v>
                </c:pt>
                <c:pt idx="6490">
                  <c:v>45859.927777777782</c:v>
                </c:pt>
                <c:pt idx="6491">
                  <c:v>45461.435416666667</c:v>
                </c:pt>
                <c:pt idx="6492">
                  <c:v>45581.868750000001</c:v>
                </c:pt>
                <c:pt idx="6493">
                  <c:v>45928.954861111109</c:v>
                </c:pt>
                <c:pt idx="6494">
                  <c:v>45637.868750000001</c:v>
                </c:pt>
                <c:pt idx="6495">
                  <c:v>45652.850694444453</c:v>
                </c:pt>
                <c:pt idx="6496">
                  <c:v>45391.890972222223</c:v>
                </c:pt>
                <c:pt idx="6497">
                  <c:v>45516.943055555559</c:v>
                </c:pt>
                <c:pt idx="6498">
                  <c:v>45740.460416666669</c:v>
                </c:pt>
                <c:pt idx="6499">
                  <c:v>45368.603472222218</c:v>
                </c:pt>
                <c:pt idx="6500">
                  <c:v>45326.433333333327</c:v>
                </c:pt>
                <c:pt idx="6501">
                  <c:v>45978.336111111108</c:v>
                </c:pt>
                <c:pt idx="6502">
                  <c:v>45690.638194444437</c:v>
                </c:pt>
                <c:pt idx="6503">
                  <c:v>45886.513194444437</c:v>
                </c:pt>
                <c:pt idx="6504">
                  <c:v>45494.792361111111</c:v>
                </c:pt>
                <c:pt idx="6505">
                  <c:v>45907.511111111111</c:v>
                </c:pt>
                <c:pt idx="6506">
                  <c:v>45775.570833333331</c:v>
                </c:pt>
                <c:pt idx="6507">
                  <c:v>45410.878472222219</c:v>
                </c:pt>
                <c:pt idx="6508">
                  <c:v>45559.513888888891</c:v>
                </c:pt>
                <c:pt idx="6509">
                  <c:v>45840.446527777778</c:v>
                </c:pt>
                <c:pt idx="6510">
                  <c:v>45476.647916666669</c:v>
                </c:pt>
                <c:pt idx="6511">
                  <c:v>45657.404166666667</c:v>
                </c:pt>
                <c:pt idx="6512">
                  <c:v>45562.491666666669</c:v>
                </c:pt>
                <c:pt idx="6513">
                  <c:v>45447.704861111109</c:v>
                </c:pt>
                <c:pt idx="6514">
                  <c:v>45946.611111111109</c:v>
                </c:pt>
                <c:pt idx="6515">
                  <c:v>45748.706944444442</c:v>
                </c:pt>
                <c:pt idx="6516">
                  <c:v>45628.350694444453</c:v>
                </c:pt>
                <c:pt idx="6517">
                  <c:v>45418.438194444447</c:v>
                </c:pt>
                <c:pt idx="6518">
                  <c:v>45446.486111111109</c:v>
                </c:pt>
                <c:pt idx="6519">
                  <c:v>45357.4</c:v>
                </c:pt>
                <c:pt idx="6520">
                  <c:v>45328.470138888893</c:v>
                </c:pt>
                <c:pt idx="6521">
                  <c:v>45388.559027777781</c:v>
                </c:pt>
                <c:pt idx="6522">
                  <c:v>45304.810416666667</c:v>
                </c:pt>
                <c:pt idx="6523">
                  <c:v>45989.522222222222</c:v>
                </c:pt>
                <c:pt idx="6524">
                  <c:v>45396.397222222222</c:v>
                </c:pt>
                <c:pt idx="6525">
                  <c:v>45447.426388888889</c:v>
                </c:pt>
                <c:pt idx="6526">
                  <c:v>45555.756944444453</c:v>
                </c:pt>
                <c:pt idx="6527">
                  <c:v>45333.137499999997</c:v>
                </c:pt>
                <c:pt idx="6528">
                  <c:v>45618.457638888889</c:v>
                </c:pt>
                <c:pt idx="6529">
                  <c:v>45506.445833333331</c:v>
                </c:pt>
                <c:pt idx="6530">
                  <c:v>45684.503472222219</c:v>
                </c:pt>
                <c:pt idx="6531">
                  <c:v>45831.620138888888</c:v>
                </c:pt>
                <c:pt idx="6532">
                  <c:v>45414.406944444447</c:v>
                </c:pt>
                <c:pt idx="6533">
                  <c:v>45961.57708333333</c:v>
                </c:pt>
                <c:pt idx="6534">
                  <c:v>45770.518055555563</c:v>
                </c:pt>
                <c:pt idx="6535">
                  <c:v>45895.827777777777</c:v>
                </c:pt>
                <c:pt idx="6536">
                  <c:v>45627.406944444447</c:v>
                </c:pt>
                <c:pt idx="6537">
                  <c:v>45691.787499999999</c:v>
                </c:pt>
                <c:pt idx="6538">
                  <c:v>45298.647916666669</c:v>
                </c:pt>
                <c:pt idx="6539">
                  <c:v>45866.408333333333</c:v>
                </c:pt>
                <c:pt idx="6540">
                  <c:v>45738.345138888893</c:v>
                </c:pt>
                <c:pt idx="6541">
                  <c:v>45636.032638888893</c:v>
                </c:pt>
                <c:pt idx="6542">
                  <c:v>45761.984027777777</c:v>
                </c:pt>
                <c:pt idx="6543">
                  <c:v>45597.949305555558</c:v>
                </c:pt>
                <c:pt idx="6544">
                  <c:v>45323.321527777778</c:v>
                </c:pt>
                <c:pt idx="6545">
                  <c:v>45986.609027777777</c:v>
                </c:pt>
                <c:pt idx="6546">
                  <c:v>45575.311805555553</c:v>
                </c:pt>
                <c:pt idx="6547">
                  <c:v>45494.776388888888</c:v>
                </c:pt>
                <c:pt idx="6548">
                  <c:v>45768.873611111107</c:v>
                </c:pt>
                <c:pt idx="6549">
                  <c:v>45808.371527777781</c:v>
                </c:pt>
                <c:pt idx="6550">
                  <c:v>45878.359722222223</c:v>
                </c:pt>
                <c:pt idx="6551">
                  <c:v>45711.486111111109</c:v>
                </c:pt>
                <c:pt idx="6552">
                  <c:v>45664.363194444442</c:v>
                </c:pt>
                <c:pt idx="6553">
                  <c:v>45364.357638888891</c:v>
                </c:pt>
                <c:pt idx="6554">
                  <c:v>45548.304861111108</c:v>
                </c:pt>
                <c:pt idx="6555">
                  <c:v>45841.314583333333</c:v>
                </c:pt>
                <c:pt idx="6556">
                  <c:v>45904.359722222223</c:v>
                </c:pt>
                <c:pt idx="6557">
                  <c:v>45416.46597222222</c:v>
                </c:pt>
                <c:pt idx="6558">
                  <c:v>45448.732638888891</c:v>
                </c:pt>
                <c:pt idx="6559">
                  <c:v>45586.354861111111</c:v>
                </c:pt>
                <c:pt idx="6560">
                  <c:v>45942.606944444437</c:v>
                </c:pt>
                <c:pt idx="6561">
                  <c:v>45342.779166666667</c:v>
                </c:pt>
                <c:pt idx="6562">
                  <c:v>45840.369444444441</c:v>
                </c:pt>
                <c:pt idx="6563">
                  <c:v>45479.742361111108</c:v>
                </c:pt>
                <c:pt idx="6564">
                  <c:v>45999.681250000001</c:v>
                </c:pt>
                <c:pt idx="6565">
                  <c:v>45578.615277777782</c:v>
                </c:pt>
                <c:pt idx="6566">
                  <c:v>45655.1875</c:v>
                </c:pt>
                <c:pt idx="6567">
                  <c:v>45384.01458333333</c:v>
                </c:pt>
                <c:pt idx="6568">
                  <c:v>45904.32916666667</c:v>
                </c:pt>
                <c:pt idx="6569">
                  <c:v>45422.990972222222</c:v>
                </c:pt>
                <c:pt idx="6570">
                  <c:v>45549.9</c:v>
                </c:pt>
                <c:pt idx="6571">
                  <c:v>45743.576388888891</c:v>
                </c:pt>
                <c:pt idx="6572">
                  <c:v>45619.084722222222</c:v>
                </c:pt>
                <c:pt idx="6573">
                  <c:v>46011.285416666673</c:v>
                </c:pt>
                <c:pt idx="6574">
                  <c:v>45879.198611111111</c:v>
                </c:pt>
                <c:pt idx="6575">
                  <c:v>45948.361805555563</c:v>
                </c:pt>
                <c:pt idx="6576">
                  <c:v>45381.57708333333</c:v>
                </c:pt>
                <c:pt idx="6577">
                  <c:v>45989.364583333343</c:v>
                </c:pt>
                <c:pt idx="6578">
                  <c:v>45465.48333333333</c:v>
                </c:pt>
                <c:pt idx="6579">
                  <c:v>45634.538888888892</c:v>
                </c:pt>
                <c:pt idx="6580">
                  <c:v>45787.310416666667</c:v>
                </c:pt>
                <c:pt idx="6581">
                  <c:v>45928.654861111107</c:v>
                </c:pt>
                <c:pt idx="6582">
                  <c:v>45765.679861111108</c:v>
                </c:pt>
                <c:pt idx="6583">
                  <c:v>45538.806250000001</c:v>
                </c:pt>
                <c:pt idx="6584">
                  <c:v>45727.905555555553</c:v>
                </c:pt>
                <c:pt idx="6585">
                  <c:v>45429.932638888888</c:v>
                </c:pt>
                <c:pt idx="6586">
                  <c:v>45914.408333333333</c:v>
                </c:pt>
                <c:pt idx="6587">
                  <c:v>45810.738194444442</c:v>
                </c:pt>
                <c:pt idx="6588">
                  <c:v>45618.189583333333</c:v>
                </c:pt>
                <c:pt idx="6589">
                  <c:v>45361.741666666669</c:v>
                </c:pt>
                <c:pt idx="6590">
                  <c:v>45757.71597222222</c:v>
                </c:pt>
                <c:pt idx="6591">
                  <c:v>45868.46597222222</c:v>
                </c:pt>
                <c:pt idx="6592">
                  <c:v>45973.560416666667</c:v>
                </c:pt>
                <c:pt idx="6593">
                  <c:v>45295.813194444447</c:v>
                </c:pt>
                <c:pt idx="6594">
                  <c:v>45689.353472222218</c:v>
                </c:pt>
                <c:pt idx="6595">
                  <c:v>45797.323611111111</c:v>
                </c:pt>
                <c:pt idx="6596">
                  <c:v>46011.863194444442</c:v>
                </c:pt>
                <c:pt idx="6597">
                  <c:v>45938.707638888889</c:v>
                </c:pt>
                <c:pt idx="6598">
                  <c:v>45585.433333333327</c:v>
                </c:pt>
                <c:pt idx="6599">
                  <c:v>45739.772222222222</c:v>
                </c:pt>
                <c:pt idx="6600">
                  <c:v>45539.474305555559</c:v>
                </c:pt>
                <c:pt idx="6601">
                  <c:v>45966.445138888892</c:v>
                </c:pt>
                <c:pt idx="6602">
                  <c:v>45412.716666666667</c:v>
                </c:pt>
                <c:pt idx="6603">
                  <c:v>45924.410416666673</c:v>
                </c:pt>
                <c:pt idx="6604">
                  <c:v>45360.276388888888</c:v>
                </c:pt>
                <c:pt idx="6605">
                  <c:v>45676.836805555547</c:v>
                </c:pt>
                <c:pt idx="6606">
                  <c:v>45663.561805555553</c:v>
                </c:pt>
                <c:pt idx="6607">
                  <c:v>45831.340277777781</c:v>
                </c:pt>
                <c:pt idx="6608">
                  <c:v>45450.558333333327</c:v>
                </c:pt>
                <c:pt idx="6609">
                  <c:v>45761.406944444447</c:v>
                </c:pt>
                <c:pt idx="6610">
                  <c:v>45317.409722222219</c:v>
                </c:pt>
                <c:pt idx="6611">
                  <c:v>45337.413888888892</c:v>
                </c:pt>
                <c:pt idx="6612">
                  <c:v>45975.477083333331</c:v>
                </c:pt>
                <c:pt idx="6613">
                  <c:v>45895.835416666669</c:v>
                </c:pt>
                <c:pt idx="6614">
                  <c:v>45873.426388888889</c:v>
                </c:pt>
                <c:pt idx="6615">
                  <c:v>45355.602083333331</c:v>
                </c:pt>
                <c:pt idx="6616">
                  <c:v>45552.861111111109</c:v>
                </c:pt>
                <c:pt idx="6617">
                  <c:v>45506.540277777778</c:v>
                </c:pt>
                <c:pt idx="6618">
                  <c:v>45850.852777777778</c:v>
                </c:pt>
                <c:pt idx="6619">
                  <c:v>45932.692361111112</c:v>
                </c:pt>
                <c:pt idx="6620">
                  <c:v>45494.55</c:v>
                </c:pt>
                <c:pt idx="6621">
                  <c:v>45741.402083333327</c:v>
                </c:pt>
                <c:pt idx="6622">
                  <c:v>45879.503472222219</c:v>
                </c:pt>
                <c:pt idx="6623">
                  <c:v>45814.469444444447</c:v>
                </c:pt>
                <c:pt idx="6624">
                  <c:v>46019.822916666657</c:v>
                </c:pt>
                <c:pt idx="6625">
                  <c:v>45407.35833333333</c:v>
                </c:pt>
                <c:pt idx="6626">
                  <c:v>45942.755555555559</c:v>
                </c:pt>
                <c:pt idx="6627">
                  <c:v>45915.445138888892</c:v>
                </c:pt>
                <c:pt idx="6628">
                  <c:v>45599.773611111108</c:v>
                </c:pt>
                <c:pt idx="6629">
                  <c:v>45610.427777777782</c:v>
                </c:pt>
                <c:pt idx="6630">
                  <c:v>46019.70208333333</c:v>
                </c:pt>
                <c:pt idx="6631">
                  <c:v>45298.51458333333</c:v>
                </c:pt>
                <c:pt idx="6632">
                  <c:v>45990.439583333333</c:v>
                </c:pt>
                <c:pt idx="6633">
                  <c:v>45432.82708333333</c:v>
                </c:pt>
                <c:pt idx="6634">
                  <c:v>45355.237500000003</c:v>
                </c:pt>
                <c:pt idx="6635">
                  <c:v>45566.363888888889</c:v>
                </c:pt>
                <c:pt idx="6636">
                  <c:v>45783.347916666673</c:v>
                </c:pt>
                <c:pt idx="6637">
                  <c:v>45383.227083333331</c:v>
                </c:pt>
                <c:pt idx="6638">
                  <c:v>45959.461111111108</c:v>
                </c:pt>
                <c:pt idx="6639">
                  <c:v>45514.379861111112</c:v>
                </c:pt>
                <c:pt idx="6640">
                  <c:v>45693.537499999999</c:v>
                </c:pt>
                <c:pt idx="6641">
                  <c:v>46011.412499999999</c:v>
                </c:pt>
                <c:pt idx="6642">
                  <c:v>45475.486111111109</c:v>
                </c:pt>
                <c:pt idx="6643">
                  <c:v>45714.362500000003</c:v>
                </c:pt>
                <c:pt idx="6644">
                  <c:v>45295.624305555553</c:v>
                </c:pt>
                <c:pt idx="6645">
                  <c:v>45322.68472222222</c:v>
                </c:pt>
                <c:pt idx="6646">
                  <c:v>45293.344444444447</c:v>
                </c:pt>
                <c:pt idx="6647">
                  <c:v>45352.509722222218</c:v>
                </c:pt>
                <c:pt idx="6648">
                  <c:v>45416.5625</c:v>
                </c:pt>
                <c:pt idx="6649">
                  <c:v>45394.287499999999</c:v>
                </c:pt>
                <c:pt idx="6650">
                  <c:v>45565.418055555558</c:v>
                </c:pt>
                <c:pt idx="6651">
                  <c:v>45453.26458333333</c:v>
                </c:pt>
                <c:pt idx="6652">
                  <c:v>45893.500694444447</c:v>
                </c:pt>
                <c:pt idx="6653">
                  <c:v>45602.255555555559</c:v>
                </c:pt>
                <c:pt idx="6654">
                  <c:v>45715.44027777778</c:v>
                </c:pt>
                <c:pt idx="6655">
                  <c:v>45322.427083333343</c:v>
                </c:pt>
                <c:pt idx="6656">
                  <c:v>45791.386111111111</c:v>
                </c:pt>
                <c:pt idx="6657">
                  <c:v>45647.286111111112</c:v>
                </c:pt>
                <c:pt idx="6658">
                  <c:v>45535.549305555563</c:v>
                </c:pt>
                <c:pt idx="6659">
                  <c:v>45510.511805555558</c:v>
                </c:pt>
                <c:pt idx="6660">
                  <c:v>45993.499305555553</c:v>
                </c:pt>
                <c:pt idx="6661">
                  <c:v>45499.447222222218</c:v>
                </c:pt>
                <c:pt idx="6662">
                  <c:v>45505.587500000001</c:v>
                </c:pt>
                <c:pt idx="6663">
                  <c:v>45539.645138888889</c:v>
                </c:pt>
                <c:pt idx="6664">
                  <c:v>45408.49722222222</c:v>
                </c:pt>
                <c:pt idx="6665">
                  <c:v>45608.425000000003</c:v>
                </c:pt>
                <c:pt idx="6666">
                  <c:v>45450.457638888889</c:v>
                </c:pt>
                <c:pt idx="6667">
                  <c:v>45897.44027777778</c:v>
                </c:pt>
                <c:pt idx="6668">
                  <c:v>46020.438888888893</c:v>
                </c:pt>
                <c:pt idx="6669">
                  <c:v>45860.421527777777</c:v>
                </c:pt>
                <c:pt idx="6670">
                  <c:v>46020.438194444447</c:v>
                </c:pt>
                <c:pt idx="6671">
                  <c:v>45316.520138888889</c:v>
                </c:pt>
                <c:pt idx="6672">
                  <c:v>45778.473611111112</c:v>
                </c:pt>
                <c:pt idx="6673">
                  <c:v>45824.527083333327</c:v>
                </c:pt>
                <c:pt idx="6674">
                  <c:v>46020.439583333333</c:v>
                </c:pt>
                <c:pt idx="6675">
                  <c:v>45679.606249999997</c:v>
                </c:pt>
                <c:pt idx="6676">
                  <c:v>45366.680555555547</c:v>
                </c:pt>
                <c:pt idx="6677">
                  <c:v>45729.476388888892</c:v>
                </c:pt>
                <c:pt idx="6678">
                  <c:v>45624.53125</c:v>
                </c:pt>
                <c:pt idx="6679">
                  <c:v>45946.558333333327</c:v>
                </c:pt>
                <c:pt idx="6680">
                  <c:v>45945.138888888891</c:v>
                </c:pt>
                <c:pt idx="6681">
                  <c:v>45754.197222222218</c:v>
                </c:pt>
                <c:pt idx="6682">
                  <c:v>46021.325694444437</c:v>
                </c:pt>
                <c:pt idx="6683">
                  <c:v>45303.371527777781</c:v>
                </c:pt>
                <c:pt idx="6684">
                  <c:v>45472.097222222219</c:v>
                </c:pt>
                <c:pt idx="6685">
                  <c:v>45528.697916666657</c:v>
                </c:pt>
                <c:pt idx="6686">
                  <c:v>45582.15625</c:v>
                </c:pt>
                <c:pt idx="6687">
                  <c:v>45877.62222222222</c:v>
                </c:pt>
                <c:pt idx="6688">
                  <c:v>45699.595833333333</c:v>
                </c:pt>
                <c:pt idx="6689">
                  <c:v>45641.350694444453</c:v>
                </c:pt>
                <c:pt idx="6690">
                  <c:v>45349.519444444442</c:v>
                </c:pt>
                <c:pt idx="6691">
                  <c:v>45415.615972222222</c:v>
                </c:pt>
                <c:pt idx="6692">
                  <c:v>45813.20416666667</c:v>
                </c:pt>
                <c:pt idx="6693">
                  <c:v>45704.974999999999</c:v>
                </c:pt>
                <c:pt idx="6694">
                  <c:v>45505.7</c:v>
                </c:pt>
                <c:pt idx="6695">
                  <c:v>45768.054166666669</c:v>
                </c:pt>
                <c:pt idx="6696">
                  <c:v>45315.561111111107</c:v>
                </c:pt>
                <c:pt idx="6697">
                  <c:v>45593.42083333333</c:v>
                </c:pt>
                <c:pt idx="6698">
                  <c:v>45471.172222222223</c:v>
                </c:pt>
                <c:pt idx="6699">
                  <c:v>45962.780555555553</c:v>
                </c:pt>
                <c:pt idx="6700">
                  <c:v>45908.593055555553</c:v>
                </c:pt>
                <c:pt idx="6701">
                  <c:v>45545.988888888889</c:v>
                </c:pt>
                <c:pt idx="6702">
                  <c:v>45433.681250000001</c:v>
                </c:pt>
                <c:pt idx="6703">
                  <c:v>45733.556250000001</c:v>
                </c:pt>
                <c:pt idx="6704">
                  <c:v>45401.803472222222</c:v>
                </c:pt>
                <c:pt idx="6705">
                  <c:v>45620.749305555553</c:v>
                </c:pt>
                <c:pt idx="6706">
                  <c:v>45836.893750000003</c:v>
                </c:pt>
                <c:pt idx="6707">
                  <c:v>45804.995833333327</c:v>
                </c:pt>
                <c:pt idx="6708">
                  <c:v>45361.026388888888</c:v>
                </c:pt>
                <c:pt idx="6709">
                  <c:v>45991.866666666669</c:v>
                </c:pt>
                <c:pt idx="6710">
                  <c:v>45869.70416666667</c:v>
                </c:pt>
                <c:pt idx="6711">
                  <c:v>45648.397222222222</c:v>
                </c:pt>
                <c:pt idx="6712">
                  <c:v>45576.382638888892</c:v>
                </c:pt>
                <c:pt idx="6713">
                  <c:v>45937.741666666669</c:v>
                </c:pt>
                <c:pt idx="6714">
                  <c:v>45678.586805555547</c:v>
                </c:pt>
                <c:pt idx="6715">
                  <c:v>46016.460416666669</c:v>
                </c:pt>
                <c:pt idx="6716">
                  <c:v>45292.761111111111</c:v>
                </c:pt>
                <c:pt idx="6717">
                  <c:v>45593.435416666667</c:v>
                </c:pt>
                <c:pt idx="6718">
                  <c:v>45385.334722222222</c:v>
                </c:pt>
                <c:pt idx="6719">
                  <c:v>45906.490277777782</c:v>
                </c:pt>
                <c:pt idx="6720">
                  <c:v>45684.527083333327</c:v>
                </c:pt>
                <c:pt idx="6721">
                  <c:v>45670.305555555547</c:v>
                </c:pt>
                <c:pt idx="6722">
                  <c:v>45453.410416666673</c:v>
                </c:pt>
                <c:pt idx="6723">
                  <c:v>45778.057638888888</c:v>
                </c:pt>
                <c:pt idx="6724">
                  <c:v>45745.163194444453</c:v>
                </c:pt>
                <c:pt idx="6725">
                  <c:v>45448.838194444441</c:v>
                </c:pt>
                <c:pt idx="6726">
                  <c:v>45562.223611111112</c:v>
                </c:pt>
                <c:pt idx="6727">
                  <c:v>45526.482638888891</c:v>
                </c:pt>
                <c:pt idx="6728">
                  <c:v>45407.302777777782</c:v>
                </c:pt>
                <c:pt idx="6729">
                  <c:v>45407.302777777782</c:v>
                </c:pt>
                <c:pt idx="6730">
                  <c:v>45526.482638888891</c:v>
                </c:pt>
                <c:pt idx="6731">
                  <c:v>45674.410416666673</c:v>
                </c:pt>
                <c:pt idx="6732">
                  <c:v>45467.336805555547</c:v>
                </c:pt>
                <c:pt idx="6733">
                  <c:v>45313.460416666669</c:v>
                </c:pt>
                <c:pt idx="6734">
                  <c:v>45578.585416666669</c:v>
                </c:pt>
                <c:pt idx="6735">
                  <c:v>45467.336805555547</c:v>
                </c:pt>
                <c:pt idx="6736">
                  <c:v>45638.370138888888</c:v>
                </c:pt>
                <c:pt idx="6737">
                  <c:v>45674.410416666673</c:v>
                </c:pt>
                <c:pt idx="6738">
                  <c:v>45638.370138888888</c:v>
                </c:pt>
                <c:pt idx="6739">
                  <c:v>45562.223611111112</c:v>
                </c:pt>
                <c:pt idx="6740">
                  <c:v>45716.365277777782</c:v>
                </c:pt>
                <c:pt idx="6741">
                  <c:v>45587.568749999999</c:v>
                </c:pt>
                <c:pt idx="6742">
                  <c:v>45434.945833333331</c:v>
                </c:pt>
                <c:pt idx="6743">
                  <c:v>45313.460416666669</c:v>
                </c:pt>
                <c:pt idx="6744">
                  <c:v>45587.568749999999</c:v>
                </c:pt>
                <c:pt idx="6745">
                  <c:v>45616.181250000001</c:v>
                </c:pt>
                <c:pt idx="6746">
                  <c:v>45664.359027777777</c:v>
                </c:pt>
                <c:pt idx="6747">
                  <c:v>45697.756944444453</c:v>
                </c:pt>
                <c:pt idx="6748">
                  <c:v>45448.838194444441</c:v>
                </c:pt>
                <c:pt idx="6749">
                  <c:v>45778.057638888888</c:v>
                </c:pt>
                <c:pt idx="6750">
                  <c:v>45646.762499999997</c:v>
                </c:pt>
                <c:pt idx="6751">
                  <c:v>45716.365277777782</c:v>
                </c:pt>
                <c:pt idx="6752">
                  <c:v>45664.359027777777</c:v>
                </c:pt>
                <c:pt idx="6753">
                  <c:v>45646.762499999997</c:v>
                </c:pt>
                <c:pt idx="6754">
                  <c:v>45500.05</c:v>
                </c:pt>
                <c:pt idx="6755">
                  <c:v>45500.05</c:v>
                </c:pt>
                <c:pt idx="6756">
                  <c:v>45745.163194444453</c:v>
                </c:pt>
                <c:pt idx="6757">
                  <c:v>45578.585416666669</c:v>
                </c:pt>
                <c:pt idx="6758">
                  <c:v>45627.125</c:v>
                </c:pt>
                <c:pt idx="6759">
                  <c:v>45372.88958333333</c:v>
                </c:pt>
                <c:pt idx="6760">
                  <c:v>45616.181250000001</c:v>
                </c:pt>
                <c:pt idx="6761">
                  <c:v>45627.125</c:v>
                </c:pt>
                <c:pt idx="6762">
                  <c:v>45697.756944444453</c:v>
                </c:pt>
                <c:pt idx="6763">
                  <c:v>45343.333333333343</c:v>
                </c:pt>
                <c:pt idx="6764">
                  <c:v>45372.88958333333</c:v>
                </c:pt>
                <c:pt idx="6765">
                  <c:v>45343.333333333343</c:v>
                </c:pt>
                <c:pt idx="6766">
                  <c:v>45434.945833333331</c:v>
                </c:pt>
                <c:pt idx="6767">
                  <c:v>45342.513888888891</c:v>
                </c:pt>
                <c:pt idx="6768">
                  <c:v>45400.545138888891</c:v>
                </c:pt>
                <c:pt idx="6769">
                  <c:v>46009.631249999999</c:v>
                </c:pt>
                <c:pt idx="6770">
                  <c:v>45533.595833333333</c:v>
                </c:pt>
                <c:pt idx="6771">
                  <c:v>45300.456250000003</c:v>
                </c:pt>
                <c:pt idx="6772">
                  <c:v>45646.613194444442</c:v>
                </c:pt>
                <c:pt idx="6773">
                  <c:v>45594.507638888892</c:v>
                </c:pt>
                <c:pt idx="6774">
                  <c:v>45770.444444444453</c:v>
                </c:pt>
                <c:pt idx="6775">
                  <c:v>45959.347916666673</c:v>
                </c:pt>
                <c:pt idx="6776">
                  <c:v>45929.353472222218</c:v>
                </c:pt>
                <c:pt idx="6777">
                  <c:v>45863.444444444453</c:v>
                </c:pt>
                <c:pt idx="6778">
                  <c:v>45728.505555555559</c:v>
                </c:pt>
                <c:pt idx="6779">
                  <c:v>45994.451388888891</c:v>
                </c:pt>
                <c:pt idx="6780">
                  <c:v>45674.275694444441</c:v>
                </c:pt>
                <c:pt idx="6781">
                  <c:v>45849.536805555559</c:v>
                </c:pt>
                <c:pt idx="6782">
                  <c:v>45911.520138888889</c:v>
                </c:pt>
                <c:pt idx="6783">
                  <c:v>45408.538194444453</c:v>
                </c:pt>
                <c:pt idx="6784">
                  <c:v>45980.36041666667</c:v>
                </c:pt>
                <c:pt idx="6785">
                  <c:v>46020.501388888893</c:v>
                </c:pt>
                <c:pt idx="6786">
                  <c:v>45573.631249999999</c:v>
                </c:pt>
                <c:pt idx="6787">
                  <c:v>45497.546527777777</c:v>
                </c:pt>
                <c:pt idx="6788">
                  <c:v>45784.536111111112</c:v>
                </c:pt>
                <c:pt idx="6789">
                  <c:v>45561.643055555563</c:v>
                </c:pt>
                <c:pt idx="6790">
                  <c:v>45513.502083333333</c:v>
                </c:pt>
                <c:pt idx="6791">
                  <c:v>45940.481944444437</c:v>
                </c:pt>
                <c:pt idx="6792">
                  <c:v>45925.409722222219</c:v>
                </c:pt>
                <c:pt idx="6793">
                  <c:v>45453.035416666673</c:v>
                </c:pt>
                <c:pt idx="6794">
                  <c:v>45715.703472222223</c:v>
                </c:pt>
                <c:pt idx="6795">
                  <c:v>45380.463194444441</c:v>
                </c:pt>
                <c:pt idx="6796">
                  <c:v>45896.256944444453</c:v>
                </c:pt>
                <c:pt idx="6797">
                  <c:v>45359.522916666669</c:v>
                </c:pt>
                <c:pt idx="6798">
                  <c:v>45420.706944444442</c:v>
                </c:pt>
                <c:pt idx="6799">
                  <c:v>45657.80972222222</c:v>
                </c:pt>
                <c:pt idx="6800">
                  <c:v>45743.548611111109</c:v>
                </c:pt>
                <c:pt idx="6801">
                  <c:v>45831.484722222223</c:v>
                </c:pt>
                <c:pt idx="6802">
                  <c:v>45800.337500000001</c:v>
                </c:pt>
                <c:pt idx="6803">
                  <c:v>45300.477083333331</c:v>
                </c:pt>
                <c:pt idx="6804">
                  <c:v>45709.602083333331</c:v>
                </c:pt>
                <c:pt idx="6805">
                  <c:v>45817.222222222219</c:v>
                </c:pt>
                <c:pt idx="6806">
                  <c:v>45756.413888888892</c:v>
                </c:pt>
                <c:pt idx="6807">
                  <c:v>45475.493750000001</c:v>
                </c:pt>
                <c:pt idx="6808">
                  <c:v>45320.548611111109</c:v>
                </c:pt>
                <c:pt idx="6809">
                  <c:v>45692.605555555558</c:v>
                </c:pt>
                <c:pt idx="6810">
                  <c:v>45877.49722222222</c:v>
                </c:pt>
                <c:pt idx="6811">
                  <c:v>45623.219444444447</c:v>
                </c:pt>
                <c:pt idx="6812">
                  <c:v>45881.488194444442</c:v>
                </c:pt>
                <c:pt idx="6813">
                  <c:v>45583.599305555559</c:v>
                </c:pt>
                <c:pt idx="6814">
                  <c:v>45502.427777777782</c:v>
                </c:pt>
                <c:pt idx="6815">
                  <c:v>45363.45</c:v>
                </c:pt>
                <c:pt idx="6816">
                  <c:v>45657.462500000001</c:v>
                </c:pt>
                <c:pt idx="6817">
                  <c:v>45979.495138888888</c:v>
                </c:pt>
                <c:pt idx="6818">
                  <c:v>45306.46875</c:v>
                </c:pt>
                <c:pt idx="6819">
                  <c:v>45428.40347222222</c:v>
                </c:pt>
                <c:pt idx="6820">
                  <c:v>45933.404861111107</c:v>
                </c:pt>
                <c:pt idx="6821">
                  <c:v>45828.451388888891</c:v>
                </c:pt>
                <c:pt idx="6822">
                  <c:v>45712.409722222219</c:v>
                </c:pt>
                <c:pt idx="6823">
                  <c:v>45764.488888888889</c:v>
                </c:pt>
                <c:pt idx="6824">
                  <c:v>45456.185416666667</c:v>
                </c:pt>
                <c:pt idx="6825">
                  <c:v>45974.613888888889</c:v>
                </c:pt>
                <c:pt idx="6826">
                  <c:v>45719.581250000003</c:v>
                </c:pt>
                <c:pt idx="6827">
                  <c:v>45535.361111111109</c:v>
                </c:pt>
                <c:pt idx="6828">
                  <c:v>45826.311805555553</c:v>
                </c:pt>
                <c:pt idx="6829">
                  <c:v>45793.232638888891</c:v>
                </c:pt>
                <c:pt idx="6830">
                  <c:v>45680.2</c:v>
                </c:pt>
                <c:pt idx="6831">
                  <c:v>45414.237500000003</c:v>
                </c:pt>
                <c:pt idx="6832">
                  <c:v>45387.229861111111</c:v>
                </c:pt>
                <c:pt idx="6833">
                  <c:v>45616.642361111109</c:v>
                </c:pt>
                <c:pt idx="6834">
                  <c:v>45355.229861111111</c:v>
                </c:pt>
                <c:pt idx="6835">
                  <c:v>46010.237500000003</c:v>
                </c:pt>
                <c:pt idx="6836">
                  <c:v>45316.376388888893</c:v>
                </c:pt>
                <c:pt idx="6837">
                  <c:v>45656.780555555553</c:v>
                </c:pt>
                <c:pt idx="6838">
                  <c:v>45587.209722222222</c:v>
                </c:pt>
                <c:pt idx="6839">
                  <c:v>45947.439583333333</c:v>
                </c:pt>
                <c:pt idx="6840">
                  <c:v>45905.207638888889</c:v>
                </c:pt>
                <c:pt idx="6841">
                  <c:v>45874.383333333331</c:v>
                </c:pt>
                <c:pt idx="6842">
                  <c:v>45750.711111111108</c:v>
                </c:pt>
                <c:pt idx="6843">
                  <c:v>45498.352083333331</c:v>
                </c:pt>
                <c:pt idx="6844">
                  <c:v>45553.875694444447</c:v>
                </c:pt>
                <c:pt idx="6845">
                  <c:v>45347.823611111111</c:v>
                </c:pt>
                <c:pt idx="6846">
                  <c:v>45355.422222222223</c:v>
                </c:pt>
                <c:pt idx="6847">
                  <c:v>45511.901388888888</c:v>
                </c:pt>
                <c:pt idx="6848">
                  <c:v>45732.927777777782</c:v>
                </c:pt>
                <c:pt idx="6849">
                  <c:v>45536.427777777782</c:v>
                </c:pt>
                <c:pt idx="6850">
                  <c:v>45628.510416666657</c:v>
                </c:pt>
                <c:pt idx="6851">
                  <c:v>45628.510416666657</c:v>
                </c:pt>
                <c:pt idx="6852">
                  <c:v>45938.423611111109</c:v>
                </c:pt>
                <c:pt idx="6853">
                  <c:v>45776.694444444453</c:v>
                </c:pt>
                <c:pt idx="6854">
                  <c:v>45536.427777777782</c:v>
                </c:pt>
                <c:pt idx="6855">
                  <c:v>45616.37777777778</c:v>
                </c:pt>
                <c:pt idx="6856">
                  <c:v>45616.37777777778</c:v>
                </c:pt>
                <c:pt idx="6857">
                  <c:v>45608.5</c:v>
                </c:pt>
                <c:pt idx="6858">
                  <c:v>45329.48333333333</c:v>
                </c:pt>
                <c:pt idx="6859">
                  <c:v>45462.59097222222</c:v>
                </c:pt>
                <c:pt idx="6860">
                  <c:v>45626.897222222222</c:v>
                </c:pt>
                <c:pt idx="6861">
                  <c:v>45938.423611111109</c:v>
                </c:pt>
                <c:pt idx="6862">
                  <c:v>45462.59097222222</c:v>
                </c:pt>
                <c:pt idx="6863">
                  <c:v>45608.5</c:v>
                </c:pt>
                <c:pt idx="6864">
                  <c:v>45383.43472222222</c:v>
                </c:pt>
                <c:pt idx="6865">
                  <c:v>45776.694444444453</c:v>
                </c:pt>
                <c:pt idx="6866">
                  <c:v>45329.48333333333</c:v>
                </c:pt>
                <c:pt idx="6867">
                  <c:v>45383.43472222222</c:v>
                </c:pt>
                <c:pt idx="6868">
                  <c:v>45860.476388888892</c:v>
                </c:pt>
                <c:pt idx="6869">
                  <c:v>45860.476388888892</c:v>
                </c:pt>
                <c:pt idx="6870">
                  <c:v>46006.436805555553</c:v>
                </c:pt>
                <c:pt idx="6871">
                  <c:v>46006.436805555553</c:v>
                </c:pt>
                <c:pt idx="6872">
                  <c:v>45626.897222222222</c:v>
                </c:pt>
                <c:pt idx="6873">
                  <c:v>45536.375694444447</c:v>
                </c:pt>
                <c:pt idx="6874">
                  <c:v>45425.380555555559</c:v>
                </c:pt>
                <c:pt idx="6875">
                  <c:v>45581.729166666657</c:v>
                </c:pt>
                <c:pt idx="6876">
                  <c:v>45788.443055555559</c:v>
                </c:pt>
                <c:pt idx="6877">
                  <c:v>45472.350694444453</c:v>
                </c:pt>
                <c:pt idx="6878">
                  <c:v>45742.714583333327</c:v>
                </c:pt>
                <c:pt idx="6879">
                  <c:v>45681.31527777778</c:v>
                </c:pt>
                <c:pt idx="6880">
                  <c:v>45890.491666666669</c:v>
                </c:pt>
                <c:pt idx="6881">
                  <c:v>45333.350694444453</c:v>
                </c:pt>
                <c:pt idx="6882">
                  <c:v>45988.676388888889</c:v>
                </c:pt>
                <c:pt idx="6883">
                  <c:v>45452.381249999999</c:v>
                </c:pt>
                <c:pt idx="6884">
                  <c:v>45842.510416666657</c:v>
                </c:pt>
                <c:pt idx="6885">
                  <c:v>45805.549305555563</c:v>
                </c:pt>
                <c:pt idx="6886">
                  <c:v>45936.461111111108</c:v>
                </c:pt>
                <c:pt idx="6887">
                  <c:v>45469.892361111109</c:v>
                </c:pt>
                <c:pt idx="6888">
                  <c:v>45615.602083333331</c:v>
                </c:pt>
                <c:pt idx="6889">
                  <c:v>45853.504861111112</c:v>
                </c:pt>
                <c:pt idx="6890">
                  <c:v>45580.563888888893</c:v>
                </c:pt>
                <c:pt idx="6891">
                  <c:v>45702.43472222222</c:v>
                </c:pt>
                <c:pt idx="6892">
                  <c:v>45397.345833333333</c:v>
                </c:pt>
                <c:pt idx="6893">
                  <c:v>45882.570833333331</c:v>
                </c:pt>
                <c:pt idx="6894">
                  <c:v>45778.395833333343</c:v>
                </c:pt>
                <c:pt idx="6895">
                  <c:v>45727.565972222219</c:v>
                </c:pt>
                <c:pt idx="6896">
                  <c:v>45679.440972222219</c:v>
                </c:pt>
                <c:pt idx="6897">
                  <c:v>45584.713194444441</c:v>
                </c:pt>
                <c:pt idx="6898">
                  <c:v>45981.482638888891</c:v>
                </c:pt>
                <c:pt idx="6899">
                  <c:v>45511.473611111112</c:v>
                </c:pt>
                <c:pt idx="6900">
                  <c:v>45960.479861111111</c:v>
                </c:pt>
                <c:pt idx="6901">
                  <c:v>45419.54791666667</c:v>
                </c:pt>
                <c:pt idx="6902">
                  <c:v>45628.497916666667</c:v>
                </c:pt>
                <c:pt idx="6903">
                  <c:v>45554.463888888888</c:v>
                </c:pt>
                <c:pt idx="6904">
                  <c:v>45317.662499999999</c:v>
                </c:pt>
                <c:pt idx="6905">
                  <c:v>46001.572222222218</c:v>
                </c:pt>
                <c:pt idx="6906">
                  <c:v>45610.409722222219</c:v>
                </c:pt>
                <c:pt idx="6907">
                  <c:v>45754.5625</c:v>
                </c:pt>
                <c:pt idx="6908">
                  <c:v>45537.913194444453</c:v>
                </c:pt>
                <c:pt idx="6909">
                  <c:v>45371.756944444453</c:v>
                </c:pt>
                <c:pt idx="6910">
                  <c:v>45909.354861111111</c:v>
                </c:pt>
                <c:pt idx="6911">
                  <c:v>45442.529861111107</c:v>
                </c:pt>
                <c:pt idx="6912">
                  <c:v>45345.629166666673</c:v>
                </c:pt>
                <c:pt idx="6913">
                  <c:v>45824.352083333331</c:v>
                </c:pt>
                <c:pt idx="6914">
                  <c:v>45489.432638888888</c:v>
                </c:pt>
                <c:pt idx="6915">
                  <c:v>45307.838194444441</c:v>
                </c:pt>
                <c:pt idx="6916">
                  <c:v>45512.461111111108</c:v>
                </c:pt>
                <c:pt idx="6917">
                  <c:v>45918.759722222218</c:v>
                </c:pt>
                <c:pt idx="6918">
                  <c:v>45460.493055555547</c:v>
                </c:pt>
                <c:pt idx="6919">
                  <c:v>45730.374305555553</c:v>
                </c:pt>
                <c:pt idx="6920">
                  <c:v>45786.317361111112</c:v>
                </c:pt>
                <c:pt idx="6921">
                  <c:v>45974.440972222219</c:v>
                </c:pt>
                <c:pt idx="6922">
                  <c:v>45942.429861111108</c:v>
                </c:pt>
                <c:pt idx="6923">
                  <c:v>45758.697916666657</c:v>
                </c:pt>
                <c:pt idx="6924">
                  <c:v>45707.73333333333</c:v>
                </c:pt>
                <c:pt idx="6925">
                  <c:v>45833.29583333333</c:v>
                </c:pt>
                <c:pt idx="6926">
                  <c:v>45629.870138888888</c:v>
                </c:pt>
                <c:pt idx="6927">
                  <c:v>45807.40625</c:v>
                </c:pt>
                <c:pt idx="6928">
                  <c:v>46002.943749999999</c:v>
                </c:pt>
                <c:pt idx="6929">
                  <c:v>45349.332638888889</c:v>
                </c:pt>
                <c:pt idx="6930">
                  <c:v>45883.495138888888</c:v>
                </c:pt>
                <c:pt idx="6931">
                  <c:v>45451.815972222219</c:v>
                </c:pt>
                <c:pt idx="6932">
                  <c:v>45706.57916666667</c:v>
                </c:pt>
                <c:pt idx="6933">
                  <c:v>45512.277083333327</c:v>
                </c:pt>
                <c:pt idx="6934">
                  <c:v>45420.50277777778</c:v>
                </c:pt>
                <c:pt idx="6935">
                  <c:v>45558.248611111107</c:v>
                </c:pt>
                <c:pt idx="6936">
                  <c:v>45911.418749999997</c:v>
                </c:pt>
                <c:pt idx="6937">
                  <c:v>45600.493750000001</c:v>
                </c:pt>
                <c:pt idx="6938">
                  <c:v>45475.395833333343</c:v>
                </c:pt>
                <c:pt idx="6939">
                  <c:v>45754.35833333333</c:v>
                </c:pt>
                <c:pt idx="6940">
                  <c:v>45309.288194444453</c:v>
                </c:pt>
                <c:pt idx="6941">
                  <c:v>45805.661805555559</c:v>
                </c:pt>
                <c:pt idx="6942">
                  <c:v>45853.517361111109</c:v>
                </c:pt>
                <c:pt idx="6943">
                  <c:v>45361.552777777782</c:v>
                </c:pt>
                <c:pt idx="6944">
                  <c:v>45967.685416666667</c:v>
                </c:pt>
                <c:pt idx="6945">
                  <c:v>45638.310416666667</c:v>
                </c:pt>
                <c:pt idx="6946">
                  <c:v>45319.926388888889</c:v>
                </c:pt>
                <c:pt idx="6947">
                  <c:v>45483.782638888893</c:v>
                </c:pt>
                <c:pt idx="6948">
                  <c:v>45410.761805555558</c:v>
                </c:pt>
                <c:pt idx="6949">
                  <c:v>45441.877083333333</c:v>
                </c:pt>
                <c:pt idx="6950">
                  <c:v>45757.768750000003</c:v>
                </c:pt>
                <c:pt idx="6951">
                  <c:v>45787.984722222223</c:v>
                </c:pt>
                <c:pt idx="6952">
                  <c:v>45821.848611111112</c:v>
                </c:pt>
                <c:pt idx="6953">
                  <c:v>45644.848611111112</c:v>
                </c:pt>
                <c:pt idx="6954">
                  <c:v>45983.578472222223</c:v>
                </c:pt>
                <c:pt idx="6955">
                  <c:v>45601.714583333327</c:v>
                </c:pt>
                <c:pt idx="6956">
                  <c:v>45566.806250000001</c:v>
                </c:pt>
                <c:pt idx="6957">
                  <c:v>45374.512499999997</c:v>
                </c:pt>
                <c:pt idx="6958">
                  <c:v>45870.706944444442</c:v>
                </c:pt>
                <c:pt idx="6959">
                  <c:v>45514.871527777781</c:v>
                </c:pt>
                <c:pt idx="6960">
                  <c:v>45917.547222222223</c:v>
                </c:pt>
                <c:pt idx="6961">
                  <c:v>45351.68472222222</c:v>
                </c:pt>
                <c:pt idx="6962">
                  <c:v>45728.788194444453</c:v>
                </c:pt>
                <c:pt idx="6963">
                  <c:v>45685.864583333343</c:v>
                </c:pt>
                <c:pt idx="6964">
                  <c:v>45770.392361111109</c:v>
                </c:pt>
                <c:pt idx="6965">
                  <c:v>45614.296527777777</c:v>
                </c:pt>
                <c:pt idx="6966">
                  <c:v>45645.593055555553</c:v>
                </c:pt>
                <c:pt idx="6967">
                  <c:v>45949.328472222223</c:v>
                </c:pt>
                <c:pt idx="6968">
                  <c:v>45935.773611111108</c:v>
                </c:pt>
                <c:pt idx="6969">
                  <c:v>45587.746527777781</c:v>
                </c:pt>
                <c:pt idx="6970">
                  <c:v>45695.646527777782</c:v>
                </c:pt>
                <c:pt idx="6971">
                  <c:v>45439.4</c:v>
                </c:pt>
                <c:pt idx="6972">
                  <c:v>45341.595833333333</c:v>
                </c:pt>
                <c:pt idx="6973">
                  <c:v>45737.37777777778</c:v>
                </c:pt>
                <c:pt idx="6974">
                  <c:v>45522.325694444437</c:v>
                </c:pt>
                <c:pt idx="6975">
                  <c:v>45830.70208333333</c:v>
                </c:pt>
                <c:pt idx="6976">
                  <c:v>45312.738888888889</c:v>
                </c:pt>
                <c:pt idx="6977">
                  <c:v>45467.353472222218</c:v>
                </c:pt>
                <c:pt idx="6978">
                  <c:v>45494.406944444447</c:v>
                </c:pt>
                <c:pt idx="6979">
                  <c:v>45857.773611111108</c:v>
                </c:pt>
                <c:pt idx="6980">
                  <c:v>45916.546527777777</c:v>
                </c:pt>
                <c:pt idx="6981">
                  <c:v>45802.46597222222</c:v>
                </c:pt>
                <c:pt idx="6982">
                  <c:v>45711.24722222222</c:v>
                </c:pt>
                <c:pt idx="6983">
                  <c:v>45547.120833333327</c:v>
                </c:pt>
                <c:pt idx="6984">
                  <c:v>45671.575694444437</c:v>
                </c:pt>
                <c:pt idx="6985">
                  <c:v>45984.648611111108</c:v>
                </c:pt>
                <c:pt idx="6986">
                  <c:v>45374.457638888889</c:v>
                </c:pt>
                <c:pt idx="6987">
                  <c:v>45406.42291666667</c:v>
                </c:pt>
                <c:pt idx="6988">
                  <c:v>45465.513194444437</c:v>
                </c:pt>
                <c:pt idx="6989">
                  <c:v>45801.280555555553</c:v>
                </c:pt>
                <c:pt idx="6990">
                  <c:v>45888.820138888892</c:v>
                </c:pt>
                <c:pt idx="6991">
                  <c:v>45549.186805555553</c:v>
                </c:pt>
                <c:pt idx="6992">
                  <c:v>45751.323611111111</c:v>
                </c:pt>
                <c:pt idx="6993">
                  <c:v>45386.393750000003</c:v>
                </c:pt>
                <c:pt idx="6994">
                  <c:v>45980.226388888892</c:v>
                </c:pt>
                <c:pt idx="6995">
                  <c:v>45628.645138888889</c:v>
                </c:pt>
                <c:pt idx="6996">
                  <c:v>45595.070138888892</c:v>
                </c:pt>
                <c:pt idx="6997">
                  <c:v>45713.269444444442</c:v>
                </c:pt>
                <c:pt idx="6998">
                  <c:v>45428.918055555558</c:v>
                </c:pt>
                <c:pt idx="6999">
                  <c:v>45307.1</c:v>
                </c:pt>
                <c:pt idx="7000">
                  <c:v>45935.486805555563</c:v>
                </c:pt>
                <c:pt idx="7001">
                  <c:v>45354.59375</c:v>
                </c:pt>
                <c:pt idx="7002">
                  <c:v>45675.636805555558</c:v>
                </c:pt>
                <c:pt idx="7003">
                  <c:v>45504.09097222222</c:v>
                </c:pt>
                <c:pt idx="7004">
                  <c:v>45851.152777777781</c:v>
                </c:pt>
                <c:pt idx="7005">
                  <c:v>45952.736805555563</c:v>
                </c:pt>
                <c:pt idx="7006">
                  <c:v>45388.772916666669</c:v>
                </c:pt>
                <c:pt idx="7007">
                  <c:v>45801.697916666657</c:v>
                </c:pt>
                <c:pt idx="7008">
                  <c:v>45361.505555555559</c:v>
                </c:pt>
                <c:pt idx="7009">
                  <c:v>45438.670138888891</c:v>
                </c:pt>
                <c:pt idx="7010">
                  <c:v>45866.62222222222</c:v>
                </c:pt>
                <c:pt idx="7011">
                  <c:v>45458.652777777781</c:v>
                </c:pt>
                <c:pt idx="7012">
                  <c:v>45738.759027777778</c:v>
                </c:pt>
                <c:pt idx="7013">
                  <c:v>45825.947222222218</c:v>
                </c:pt>
                <c:pt idx="7014">
                  <c:v>45894.688194444447</c:v>
                </c:pt>
                <c:pt idx="7015">
                  <c:v>45344.506944444453</c:v>
                </c:pt>
                <c:pt idx="7016">
                  <c:v>45768.334027777782</c:v>
                </c:pt>
                <c:pt idx="7017">
                  <c:v>45924.409722222219</c:v>
                </c:pt>
                <c:pt idx="7018">
                  <c:v>45438.364583333343</c:v>
                </c:pt>
                <c:pt idx="7019">
                  <c:v>45485.349305555559</c:v>
                </c:pt>
                <c:pt idx="7020">
                  <c:v>46009.804166666669</c:v>
                </c:pt>
                <c:pt idx="7021">
                  <c:v>45991.591666666667</c:v>
                </c:pt>
                <c:pt idx="7022">
                  <c:v>45313.877083333333</c:v>
                </c:pt>
                <c:pt idx="7023">
                  <c:v>45958.407638888893</c:v>
                </c:pt>
                <c:pt idx="7024">
                  <c:v>45912.723611111112</c:v>
                </c:pt>
                <c:pt idx="7025">
                  <c:v>45340.9375</c:v>
                </c:pt>
                <c:pt idx="7026">
                  <c:v>45900.612500000003</c:v>
                </c:pt>
                <c:pt idx="7027">
                  <c:v>45717.024305555547</c:v>
                </c:pt>
                <c:pt idx="7028">
                  <c:v>45624.923611111109</c:v>
                </c:pt>
                <c:pt idx="7029">
                  <c:v>45742.411111111112</c:v>
                </c:pt>
                <c:pt idx="7030">
                  <c:v>45872.887499999997</c:v>
                </c:pt>
                <c:pt idx="7031">
                  <c:v>45376.606944444437</c:v>
                </c:pt>
                <c:pt idx="7032">
                  <c:v>45405.821527777778</c:v>
                </c:pt>
                <c:pt idx="7033">
                  <c:v>45592.019444444442</c:v>
                </c:pt>
                <c:pt idx="7034">
                  <c:v>45526.59652777778</c:v>
                </c:pt>
                <c:pt idx="7035">
                  <c:v>45805.65</c:v>
                </c:pt>
                <c:pt idx="7036">
                  <c:v>45685.457638888889</c:v>
                </c:pt>
                <c:pt idx="7037">
                  <c:v>45440.927083333343</c:v>
                </c:pt>
                <c:pt idx="7038">
                  <c:v>45496.915972222218</c:v>
                </c:pt>
                <c:pt idx="7039">
                  <c:v>45462.405555555553</c:v>
                </c:pt>
                <c:pt idx="7040">
                  <c:v>45508.96875</c:v>
                </c:pt>
                <c:pt idx="7041">
                  <c:v>45775.441666666673</c:v>
                </c:pt>
                <c:pt idx="7042">
                  <c:v>45350.543055555558</c:v>
                </c:pt>
                <c:pt idx="7043">
                  <c:v>45653.977083333331</c:v>
                </c:pt>
                <c:pt idx="7044">
                  <c:v>45565.486111111109</c:v>
                </c:pt>
                <c:pt idx="7045">
                  <c:v>45846.904861111107</c:v>
                </c:pt>
                <c:pt idx="7046">
                  <c:v>45303.500694444447</c:v>
                </c:pt>
                <c:pt idx="7047">
                  <c:v>45628.170138888891</c:v>
                </c:pt>
                <c:pt idx="7048">
                  <c:v>46014.551388888889</c:v>
                </c:pt>
                <c:pt idx="7049">
                  <c:v>45937.579861111109</c:v>
                </c:pt>
                <c:pt idx="7050">
                  <c:v>46002.583333333343</c:v>
                </c:pt>
                <c:pt idx="7051">
                  <c:v>45508.775000000001</c:v>
                </c:pt>
                <c:pt idx="7052">
                  <c:v>45726.019444444442</c:v>
                </c:pt>
                <c:pt idx="7053">
                  <c:v>45958.936111111107</c:v>
                </c:pt>
                <c:pt idx="7054">
                  <c:v>45462.017361111109</c:v>
                </c:pt>
                <c:pt idx="7055">
                  <c:v>45331.555555555547</c:v>
                </c:pt>
                <c:pt idx="7056">
                  <c:v>45893.791666666657</c:v>
                </c:pt>
                <c:pt idx="7057">
                  <c:v>45488.550694444442</c:v>
                </c:pt>
                <c:pt idx="7058">
                  <c:v>45559.954861111109</c:v>
                </c:pt>
                <c:pt idx="7059">
                  <c:v>45372.904166666667</c:v>
                </c:pt>
                <c:pt idx="7060">
                  <c:v>45352.585416666669</c:v>
                </c:pt>
                <c:pt idx="7061">
                  <c:v>45393.549305555563</c:v>
                </c:pt>
                <c:pt idx="7062">
                  <c:v>45309.925000000003</c:v>
                </c:pt>
                <c:pt idx="7063">
                  <c:v>45680.580555555563</c:v>
                </c:pt>
                <c:pt idx="7064">
                  <c:v>45582.915972222218</c:v>
                </c:pt>
                <c:pt idx="7065">
                  <c:v>45768.986111111109</c:v>
                </c:pt>
                <c:pt idx="7066">
                  <c:v>45862.984027777777</c:v>
                </c:pt>
                <c:pt idx="7067">
                  <c:v>45606.938194444447</c:v>
                </c:pt>
                <c:pt idx="7068">
                  <c:v>45915.023611111108</c:v>
                </c:pt>
                <c:pt idx="7069">
                  <c:v>45532.913888888892</c:v>
                </c:pt>
                <c:pt idx="7070">
                  <c:v>45834.904861111107</c:v>
                </c:pt>
                <c:pt idx="7071">
                  <c:v>45412.723611111112</c:v>
                </c:pt>
                <c:pt idx="7072">
                  <c:v>45746.930555555547</c:v>
                </c:pt>
                <c:pt idx="7073">
                  <c:v>45811.542361111111</c:v>
                </c:pt>
                <c:pt idx="7074">
                  <c:v>45788.904166666667</c:v>
                </c:pt>
                <c:pt idx="7075">
                  <c:v>45642.005555555559</c:v>
                </c:pt>
                <c:pt idx="7076">
                  <c:v>45439.90625</c:v>
                </c:pt>
                <c:pt idx="7077">
                  <c:v>45980.137499999997</c:v>
                </c:pt>
                <c:pt idx="7078">
                  <c:v>45701.96875</c:v>
                </c:pt>
                <c:pt idx="7079">
                  <c:v>45753.460416666669</c:v>
                </c:pt>
                <c:pt idx="7080">
                  <c:v>45946.431250000001</c:v>
                </c:pt>
                <c:pt idx="7081">
                  <c:v>45708.623611111107</c:v>
                </c:pt>
                <c:pt idx="7082">
                  <c:v>45863.068749999999</c:v>
                </c:pt>
                <c:pt idx="7083">
                  <c:v>45674.112500000003</c:v>
                </c:pt>
                <c:pt idx="7084">
                  <c:v>45559.692361111112</c:v>
                </c:pt>
                <c:pt idx="7085">
                  <c:v>45814.348611111112</c:v>
                </c:pt>
                <c:pt idx="7086">
                  <c:v>45907.539583333331</c:v>
                </c:pt>
                <c:pt idx="7087">
                  <c:v>45566.712500000001</c:v>
                </c:pt>
                <c:pt idx="7088">
                  <c:v>45643.400694444441</c:v>
                </c:pt>
                <c:pt idx="7089">
                  <c:v>45477.37777777778</c:v>
                </c:pt>
                <c:pt idx="7090">
                  <c:v>45350.236805555563</c:v>
                </c:pt>
                <c:pt idx="7091">
                  <c:v>45677.488194444442</c:v>
                </c:pt>
                <c:pt idx="7092">
                  <c:v>45383.77847222222</c:v>
                </c:pt>
                <c:pt idx="7093">
                  <c:v>45524.352083333331</c:v>
                </c:pt>
                <c:pt idx="7094">
                  <c:v>45556.412499999999</c:v>
                </c:pt>
                <c:pt idx="7095">
                  <c:v>45596.69027777778</c:v>
                </c:pt>
                <c:pt idx="7096">
                  <c:v>45449.84375</c:v>
                </c:pt>
                <c:pt idx="7097">
                  <c:v>45727.417361111111</c:v>
                </c:pt>
                <c:pt idx="7098">
                  <c:v>45419.155555555553</c:v>
                </c:pt>
                <c:pt idx="7099">
                  <c:v>45722.283333333333</c:v>
                </c:pt>
                <c:pt idx="7100">
                  <c:v>45506.455555555563</c:v>
                </c:pt>
                <c:pt idx="7101">
                  <c:v>46021.369444444441</c:v>
                </c:pt>
                <c:pt idx="7102">
                  <c:v>45426.84375</c:v>
                </c:pt>
                <c:pt idx="7103">
                  <c:v>45960.327777777777</c:v>
                </c:pt>
                <c:pt idx="7104">
                  <c:v>45317.34652777778</c:v>
                </c:pt>
                <c:pt idx="7105">
                  <c:v>45687.538888888892</c:v>
                </c:pt>
                <c:pt idx="7106">
                  <c:v>45965.888888888891</c:v>
                </c:pt>
                <c:pt idx="7107">
                  <c:v>45672.818749999999</c:v>
                </c:pt>
                <c:pt idx="7108">
                  <c:v>45378.976388888892</c:v>
                </c:pt>
                <c:pt idx="7109">
                  <c:v>46014.904166666667</c:v>
                </c:pt>
                <c:pt idx="7110">
                  <c:v>45791.946527777778</c:v>
                </c:pt>
                <c:pt idx="7111">
                  <c:v>45668.609027777777</c:v>
                </c:pt>
                <c:pt idx="7112">
                  <c:v>45891.402083333327</c:v>
                </c:pt>
                <c:pt idx="7113">
                  <c:v>45505.520833333343</c:v>
                </c:pt>
                <c:pt idx="7114">
                  <c:v>45767.742361111108</c:v>
                </c:pt>
                <c:pt idx="7115">
                  <c:v>45678.661111111112</c:v>
                </c:pt>
                <c:pt idx="7116">
                  <c:v>45542.640972222223</c:v>
                </c:pt>
                <c:pt idx="7117">
                  <c:v>45302.63958333333</c:v>
                </c:pt>
                <c:pt idx="7118">
                  <c:v>45603.431250000001</c:v>
                </c:pt>
                <c:pt idx="7119">
                  <c:v>45394.634027777778</c:v>
                </c:pt>
                <c:pt idx="7120">
                  <c:v>45982.643055555563</c:v>
                </c:pt>
                <c:pt idx="7121">
                  <c:v>45963.511805555558</c:v>
                </c:pt>
                <c:pt idx="7122">
                  <c:v>45477.477777777778</c:v>
                </c:pt>
                <c:pt idx="7123">
                  <c:v>45897.631249999999</c:v>
                </c:pt>
                <c:pt idx="7124">
                  <c:v>45836.540277777778</c:v>
                </c:pt>
                <c:pt idx="7125">
                  <c:v>45942.958333333343</c:v>
                </c:pt>
                <c:pt idx="7126">
                  <c:v>45309.683333333327</c:v>
                </c:pt>
                <c:pt idx="7127">
                  <c:v>45967.679861111108</c:v>
                </c:pt>
                <c:pt idx="7128">
                  <c:v>45473.81527777778</c:v>
                </c:pt>
                <c:pt idx="7129">
                  <c:v>45535.838194444441</c:v>
                </c:pt>
                <c:pt idx="7130">
                  <c:v>45722.343055555553</c:v>
                </c:pt>
                <c:pt idx="7131">
                  <c:v>45451.771527777782</c:v>
                </c:pt>
                <c:pt idx="7132">
                  <c:v>45803.493750000001</c:v>
                </c:pt>
                <c:pt idx="7133">
                  <c:v>45293.522916666669</c:v>
                </c:pt>
                <c:pt idx="7134">
                  <c:v>45645.53402777778</c:v>
                </c:pt>
                <c:pt idx="7135">
                  <c:v>45561.536805555559</c:v>
                </c:pt>
                <c:pt idx="7136">
                  <c:v>45610.40347222222</c:v>
                </c:pt>
                <c:pt idx="7137">
                  <c:v>45622.474305555559</c:v>
                </c:pt>
                <c:pt idx="7138">
                  <c:v>45326.875</c:v>
                </c:pt>
                <c:pt idx="7139">
                  <c:v>45915.309027777781</c:v>
                </c:pt>
                <c:pt idx="7140">
                  <c:v>45436.862500000003</c:v>
                </c:pt>
                <c:pt idx="7141">
                  <c:v>45881.690972222219</c:v>
                </c:pt>
                <c:pt idx="7142">
                  <c:v>45581.45416666667</c:v>
                </c:pt>
                <c:pt idx="7143">
                  <c:v>45471.520138888889</c:v>
                </c:pt>
                <c:pt idx="7144">
                  <c:v>45986.936805555553</c:v>
                </c:pt>
                <c:pt idx="7145">
                  <c:v>45700.561805555553</c:v>
                </c:pt>
                <c:pt idx="7146">
                  <c:v>45615.555555555547</c:v>
                </c:pt>
                <c:pt idx="7147">
                  <c:v>45385.420138888891</c:v>
                </c:pt>
                <c:pt idx="7148">
                  <c:v>45950.448611111111</c:v>
                </c:pt>
                <c:pt idx="7149">
                  <c:v>45384.734027777777</c:v>
                </c:pt>
                <c:pt idx="7150">
                  <c:v>45874.597222222219</c:v>
                </c:pt>
                <c:pt idx="7151">
                  <c:v>45644.484722222223</c:v>
                </c:pt>
                <c:pt idx="7152">
                  <c:v>45540.405555555553</c:v>
                </c:pt>
                <c:pt idx="7153">
                  <c:v>45429.509722222218</c:v>
                </c:pt>
                <c:pt idx="7154">
                  <c:v>45825.496527777781</c:v>
                </c:pt>
                <c:pt idx="7155">
                  <c:v>45882.512499999997</c:v>
                </c:pt>
                <c:pt idx="7156">
                  <c:v>45514.59375</c:v>
                </c:pt>
                <c:pt idx="7157">
                  <c:v>45704.905555555553</c:v>
                </c:pt>
                <c:pt idx="7158">
                  <c:v>45618.353472222218</c:v>
                </c:pt>
                <c:pt idx="7159">
                  <c:v>45814.736111111109</c:v>
                </c:pt>
                <c:pt idx="7160">
                  <c:v>45675.345833333333</c:v>
                </c:pt>
                <c:pt idx="7161">
                  <c:v>45946.700694444437</c:v>
                </c:pt>
                <c:pt idx="7162">
                  <c:v>45363.48333333333</c:v>
                </c:pt>
                <c:pt idx="7163">
                  <c:v>45632.420138888891</c:v>
                </c:pt>
                <c:pt idx="7164">
                  <c:v>45394.822222222218</c:v>
                </c:pt>
                <c:pt idx="7165">
                  <c:v>45492.387499999997</c:v>
                </c:pt>
                <c:pt idx="7166">
                  <c:v>45774.397916666669</c:v>
                </c:pt>
                <c:pt idx="7167">
                  <c:v>45997.597916666673</c:v>
                </c:pt>
                <c:pt idx="7168">
                  <c:v>45856.819444444453</c:v>
                </c:pt>
                <c:pt idx="7169">
                  <c:v>45464.325694444437</c:v>
                </c:pt>
                <c:pt idx="7170">
                  <c:v>45593.867361111108</c:v>
                </c:pt>
                <c:pt idx="7171">
                  <c:v>45800.361805555563</c:v>
                </c:pt>
                <c:pt idx="7172">
                  <c:v>46010.775000000001</c:v>
                </c:pt>
                <c:pt idx="7173">
                  <c:v>45968.343055555553</c:v>
                </c:pt>
                <c:pt idx="7174">
                  <c:v>45653.333333333343</c:v>
                </c:pt>
                <c:pt idx="7175">
                  <c:v>45329.061111111107</c:v>
                </c:pt>
                <c:pt idx="7176">
                  <c:v>45884.322916666657</c:v>
                </c:pt>
                <c:pt idx="7177">
                  <c:v>45838.331250000003</c:v>
                </c:pt>
                <c:pt idx="7178">
                  <c:v>45650.495138888888</c:v>
                </c:pt>
                <c:pt idx="7179">
                  <c:v>45344.869444444441</c:v>
                </c:pt>
                <c:pt idx="7180">
                  <c:v>45745.939583333333</c:v>
                </c:pt>
                <c:pt idx="7181">
                  <c:v>45872.395138888889</c:v>
                </c:pt>
                <c:pt idx="7182">
                  <c:v>45912.42083333333</c:v>
                </c:pt>
                <c:pt idx="7183">
                  <c:v>45761.024305555547</c:v>
                </c:pt>
                <c:pt idx="7184">
                  <c:v>45982.345833333333</c:v>
                </c:pt>
                <c:pt idx="7185">
                  <c:v>45478.357638888891</c:v>
                </c:pt>
                <c:pt idx="7186">
                  <c:v>45311.461111111108</c:v>
                </c:pt>
                <c:pt idx="7187">
                  <c:v>45717.85</c:v>
                </c:pt>
                <c:pt idx="7188">
                  <c:v>45423.018055555563</c:v>
                </c:pt>
                <c:pt idx="7189">
                  <c:v>45729.569444444453</c:v>
                </c:pt>
                <c:pt idx="7190">
                  <c:v>45926.349305555559</c:v>
                </c:pt>
                <c:pt idx="7191">
                  <c:v>45380.347222222219</c:v>
                </c:pt>
                <c:pt idx="7192">
                  <c:v>45582.852777777778</c:v>
                </c:pt>
                <c:pt idx="7193">
                  <c:v>45523.268055555563</c:v>
                </c:pt>
                <c:pt idx="7194">
                  <c:v>45842.530555555553</c:v>
                </c:pt>
                <c:pt idx="7195">
                  <c:v>45373.63958333333</c:v>
                </c:pt>
                <c:pt idx="7196">
                  <c:v>45373.63958333333</c:v>
                </c:pt>
                <c:pt idx="7197">
                  <c:v>45842.530555555553</c:v>
                </c:pt>
                <c:pt idx="7198">
                  <c:v>45738.643055555563</c:v>
                </c:pt>
                <c:pt idx="7199">
                  <c:v>45523.268055555563</c:v>
                </c:pt>
                <c:pt idx="7200">
                  <c:v>45667.579861111109</c:v>
                </c:pt>
                <c:pt idx="7201">
                  <c:v>45950.849305555559</c:v>
                </c:pt>
                <c:pt idx="7202">
                  <c:v>45896.584027777782</c:v>
                </c:pt>
                <c:pt idx="7203">
                  <c:v>45433.505555555559</c:v>
                </c:pt>
                <c:pt idx="7204">
                  <c:v>45896.584027777782</c:v>
                </c:pt>
                <c:pt idx="7205">
                  <c:v>45323.737500000003</c:v>
                </c:pt>
                <c:pt idx="7206">
                  <c:v>45479.676388888889</c:v>
                </c:pt>
                <c:pt idx="7207">
                  <c:v>45433.505555555559</c:v>
                </c:pt>
                <c:pt idx="7208">
                  <c:v>45950.849305555559</c:v>
                </c:pt>
                <c:pt idx="7209">
                  <c:v>46005.854166666657</c:v>
                </c:pt>
                <c:pt idx="7210">
                  <c:v>45582.852777777778</c:v>
                </c:pt>
                <c:pt idx="7211">
                  <c:v>45746.921527777777</c:v>
                </c:pt>
                <c:pt idx="7212">
                  <c:v>45746.921527777777</c:v>
                </c:pt>
                <c:pt idx="7213">
                  <c:v>45738.643055555563</c:v>
                </c:pt>
                <c:pt idx="7214">
                  <c:v>45738.645833333343</c:v>
                </c:pt>
                <c:pt idx="7215">
                  <c:v>45582.859722222223</c:v>
                </c:pt>
                <c:pt idx="7216">
                  <c:v>45479.676388888889</c:v>
                </c:pt>
                <c:pt idx="7217">
                  <c:v>45323.737500000003</c:v>
                </c:pt>
                <c:pt idx="7218">
                  <c:v>45667.579861111109</c:v>
                </c:pt>
                <c:pt idx="7219">
                  <c:v>46005.854166666657</c:v>
                </c:pt>
                <c:pt idx="7220">
                  <c:v>45738.645833333343</c:v>
                </c:pt>
                <c:pt idx="7221">
                  <c:v>45582.859722222223</c:v>
                </c:pt>
                <c:pt idx="7222">
                  <c:v>45461.640972222223</c:v>
                </c:pt>
                <c:pt idx="7223">
                  <c:v>46021.902777777781</c:v>
                </c:pt>
                <c:pt idx="7224">
                  <c:v>45407.425694444442</c:v>
                </c:pt>
                <c:pt idx="7225">
                  <c:v>45741.424305555563</c:v>
                </c:pt>
                <c:pt idx="7226">
                  <c:v>45375.479861111111</c:v>
                </c:pt>
                <c:pt idx="7227">
                  <c:v>45947.382638888892</c:v>
                </c:pt>
                <c:pt idx="7228">
                  <c:v>46018.407638888893</c:v>
                </c:pt>
                <c:pt idx="7229">
                  <c:v>45623.447916666657</c:v>
                </c:pt>
                <c:pt idx="7230">
                  <c:v>45989.710416666669</c:v>
                </c:pt>
                <c:pt idx="7231">
                  <c:v>45712.418055555558</c:v>
                </c:pt>
                <c:pt idx="7232">
                  <c:v>45604.431250000001</c:v>
                </c:pt>
                <c:pt idx="7233">
                  <c:v>45683.364583333343</c:v>
                </c:pt>
                <c:pt idx="7234">
                  <c:v>45325.679861111108</c:v>
                </c:pt>
                <c:pt idx="7235">
                  <c:v>45448.381944444453</c:v>
                </c:pt>
                <c:pt idx="7236">
                  <c:v>45853.478472222218</c:v>
                </c:pt>
                <c:pt idx="7237">
                  <c:v>45589.788888888892</c:v>
                </c:pt>
                <c:pt idx="7238">
                  <c:v>45551.424305555563</c:v>
                </c:pt>
                <c:pt idx="7239">
                  <c:v>45633.520138888889</c:v>
                </c:pt>
                <c:pt idx="7240">
                  <c:v>45832.697916666657</c:v>
                </c:pt>
                <c:pt idx="7241">
                  <c:v>45530.505555555559</c:v>
                </c:pt>
                <c:pt idx="7242">
                  <c:v>45866.424305555563</c:v>
                </c:pt>
                <c:pt idx="7243">
                  <c:v>45753.493750000001</c:v>
                </c:pt>
                <c:pt idx="7244">
                  <c:v>45663.647916666669</c:v>
                </c:pt>
                <c:pt idx="7245">
                  <c:v>45349.376388888893</c:v>
                </c:pt>
                <c:pt idx="7246">
                  <c:v>45389.606249999997</c:v>
                </c:pt>
                <c:pt idx="7247">
                  <c:v>45992.355555555558</c:v>
                </c:pt>
                <c:pt idx="7248">
                  <c:v>45724.387499999997</c:v>
                </c:pt>
                <c:pt idx="7249">
                  <c:v>45775.613888888889</c:v>
                </c:pt>
                <c:pt idx="7250">
                  <c:v>45565.492361111108</c:v>
                </c:pt>
                <c:pt idx="7251">
                  <c:v>45419.479166666657</c:v>
                </c:pt>
                <c:pt idx="7252">
                  <c:v>45511.527083333327</c:v>
                </c:pt>
                <c:pt idx="7253">
                  <c:v>45790.552777777782</c:v>
                </c:pt>
                <c:pt idx="7254">
                  <c:v>45963.409722222219</c:v>
                </c:pt>
                <c:pt idx="7255">
                  <c:v>45637.586111111108</c:v>
                </c:pt>
                <c:pt idx="7256">
                  <c:v>45923.427777777782</c:v>
                </c:pt>
                <c:pt idx="7257">
                  <c:v>45433.48541666667</c:v>
                </c:pt>
                <c:pt idx="7258">
                  <c:v>45809.421527777777</c:v>
                </c:pt>
                <c:pt idx="7259">
                  <c:v>45489.822222222218</c:v>
                </c:pt>
                <c:pt idx="7260">
                  <c:v>45894.695833333331</c:v>
                </c:pt>
                <c:pt idx="7261">
                  <c:v>45880.831250000003</c:v>
                </c:pt>
                <c:pt idx="7262">
                  <c:v>45773.85</c:v>
                </c:pt>
                <c:pt idx="7263">
                  <c:v>46018.828472222223</c:v>
                </c:pt>
                <c:pt idx="7264">
                  <c:v>45506.473611111112</c:v>
                </c:pt>
                <c:pt idx="7265">
                  <c:v>46018.82708333333</c:v>
                </c:pt>
                <c:pt idx="7266">
                  <c:v>45854.541666666657</c:v>
                </c:pt>
                <c:pt idx="7267">
                  <c:v>45540.826388888891</c:v>
                </c:pt>
                <c:pt idx="7268">
                  <c:v>45489.410416666673</c:v>
                </c:pt>
                <c:pt idx="7269">
                  <c:v>45438.604166666657</c:v>
                </c:pt>
                <c:pt idx="7270">
                  <c:v>45813.602083333331</c:v>
                </c:pt>
                <c:pt idx="7271">
                  <c:v>45654.55972222222</c:v>
                </c:pt>
                <c:pt idx="7272">
                  <c:v>45453.712500000001</c:v>
                </c:pt>
                <c:pt idx="7273">
                  <c:v>45625.456250000003</c:v>
                </c:pt>
                <c:pt idx="7274">
                  <c:v>45695.45</c:v>
                </c:pt>
                <c:pt idx="7275">
                  <c:v>45923.372916666667</c:v>
                </c:pt>
                <c:pt idx="7276">
                  <c:v>45902.556250000001</c:v>
                </c:pt>
                <c:pt idx="7277">
                  <c:v>45480.644444444442</c:v>
                </c:pt>
                <c:pt idx="7278">
                  <c:v>45419.597222222219</c:v>
                </c:pt>
                <c:pt idx="7279">
                  <c:v>45963.511111111111</c:v>
                </c:pt>
                <c:pt idx="7280">
                  <c:v>45813.385416666657</c:v>
                </c:pt>
                <c:pt idx="7281">
                  <c:v>45300.512499999997</c:v>
                </c:pt>
                <c:pt idx="7282">
                  <c:v>45504.817361111112</c:v>
                </c:pt>
                <c:pt idx="7283">
                  <c:v>45657.456250000003</c:v>
                </c:pt>
                <c:pt idx="7284">
                  <c:v>45745.618750000001</c:v>
                </c:pt>
                <c:pt idx="7285">
                  <c:v>46021.636805555558</c:v>
                </c:pt>
                <c:pt idx="7286">
                  <c:v>45887.649305555547</c:v>
                </c:pt>
                <c:pt idx="7287">
                  <c:v>45575.658333333333</c:v>
                </c:pt>
                <c:pt idx="7288">
                  <c:v>45583.01666666667</c:v>
                </c:pt>
                <c:pt idx="7289">
                  <c:v>45413.894444444442</c:v>
                </c:pt>
                <c:pt idx="7290">
                  <c:v>45644.595833333333</c:v>
                </c:pt>
                <c:pt idx="7291">
                  <c:v>45667.884722222218</c:v>
                </c:pt>
                <c:pt idx="7292">
                  <c:v>45599.481944444437</c:v>
                </c:pt>
                <c:pt idx="7293">
                  <c:v>45840.043055555558</c:v>
                </c:pt>
                <c:pt idx="7294">
                  <c:v>45692.045138888891</c:v>
                </c:pt>
                <c:pt idx="7295">
                  <c:v>45749.645138888889</c:v>
                </c:pt>
                <c:pt idx="7296">
                  <c:v>45874.081250000003</c:v>
                </c:pt>
                <c:pt idx="7297">
                  <c:v>45306.018055555563</c:v>
                </c:pt>
                <c:pt idx="7298">
                  <c:v>45897.922222222223</c:v>
                </c:pt>
                <c:pt idx="7299">
                  <c:v>45720.035416666673</c:v>
                </c:pt>
                <c:pt idx="7300">
                  <c:v>45327.92291666667</c:v>
                </c:pt>
                <c:pt idx="7301">
                  <c:v>45956.470138888893</c:v>
                </c:pt>
                <c:pt idx="7302">
                  <c:v>45617.663194444453</c:v>
                </c:pt>
                <c:pt idx="7303">
                  <c:v>45931.05</c:v>
                </c:pt>
                <c:pt idx="7304">
                  <c:v>45800.89166666667</c:v>
                </c:pt>
                <c:pt idx="7305">
                  <c:v>45627.837500000001</c:v>
                </c:pt>
                <c:pt idx="7306">
                  <c:v>45917.025694444441</c:v>
                </c:pt>
                <c:pt idx="7307">
                  <c:v>45824.083333333343</c:v>
                </c:pt>
                <c:pt idx="7308">
                  <c:v>45540.354166666657</c:v>
                </c:pt>
                <c:pt idx="7309">
                  <c:v>45476.249305555553</c:v>
                </c:pt>
                <c:pt idx="7310">
                  <c:v>45952.190972222219</c:v>
                </c:pt>
                <c:pt idx="7311">
                  <c:v>45496.901388888888</c:v>
                </c:pt>
                <c:pt idx="7312">
                  <c:v>45628.477777777778</c:v>
                </c:pt>
                <c:pt idx="7313">
                  <c:v>45930.525000000001</c:v>
                </c:pt>
                <c:pt idx="7314">
                  <c:v>45663.754861111112</c:v>
                </c:pt>
                <c:pt idx="7315">
                  <c:v>45719.693749999999</c:v>
                </c:pt>
                <c:pt idx="7316">
                  <c:v>45874.473611111112</c:v>
                </c:pt>
                <c:pt idx="7317">
                  <c:v>45523.336805555547</c:v>
                </c:pt>
                <c:pt idx="7318">
                  <c:v>45460.301388888889</c:v>
                </c:pt>
                <c:pt idx="7319">
                  <c:v>45907.870138888888</c:v>
                </c:pt>
                <c:pt idx="7320">
                  <c:v>45370.561111111107</c:v>
                </c:pt>
                <c:pt idx="7321">
                  <c:v>45817.286805555559</c:v>
                </c:pt>
                <c:pt idx="7322">
                  <c:v>45967.712500000001</c:v>
                </c:pt>
                <c:pt idx="7323">
                  <c:v>45748.827777777777</c:v>
                </c:pt>
                <c:pt idx="7324">
                  <c:v>45404.461805555547</c:v>
                </c:pt>
                <c:pt idx="7325">
                  <c:v>45320.597222222219</c:v>
                </c:pt>
                <c:pt idx="7326">
                  <c:v>45572.18472222222</c:v>
                </c:pt>
                <c:pt idx="7327">
                  <c:v>45420.732638888891</c:v>
                </c:pt>
                <c:pt idx="7328">
                  <c:v>45845.393750000003</c:v>
                </c:pt>
                <c:pt idx="7329">
                  <c:v>45440.242361111108</c:v>
                </c:pt>
                <c:pt idx="7330">
                  <c:v>45602.792361111111</c:v>
                </c:pt>
                <c:pt idx="7331">
                  <c:v>45293.501388888893</c:v>
                </c:pt>
                <c:pt idx="7332">
                  <c:v>46000.300694444442</c:v>
                </c:pt>
                <c:pt idx="7333">
                  <c:v>45776.839583333327</c:v>
                </c:pt>
                <c:pt idx="7334">
                  <c:v>45341.383333333331</c:v>
                </c:pt>
                <c:pt idx="7335">
                  <c:v>45313.777083333327</c:v>
                </c:pt>
                <c:pt idx="7336">
                  <c:v>45693.811111111107</c:v>
                </c:pt>
                <c:pt idx="7337">
                  <c:v>45418.627083333333</c:v>
                </c:pt>
                <c:pt idx="7338">
                  <c:v>45641.672222222223</c:v>
                </c:pt>
                <c:pt idx="7339">
                  <c:v>45509.394444444442</c:v>
                </c:pt>
                <c:pt idx="7340">
                  <c:v>45677.584722222222</c:v>
                </c:pt>
                <c:pt idx="7341">
                  <c:v>45594.605555555558</c:v>
                </c:pt>
                <c:pt idx="7342">
                  <c:v>45761.742361111108</c:v>
                </c:pt>
                <c:pt idx="7343">
                  <c:v>45526.811805555553</c:v>
                </c:pt>
                <c:pt idx="7344">
                  <c:v>45355.747916666667</c:v>
                </c:pt>
                <c:pt idx="7345">
                  <c:v>45450.351388888892</c:v>
                </c:pt>
                <c:pt idx="7346">
                  <c:v>45555.769444444442</c:v>
                </c:pt>
                <c:pt idx="7347">
                  <c:v>45491.679166666669</c:v>
                </c:pt>
                <c:pt idx="7348">
                  <c:v>45725.622916666667</c:v>
                </c:pt>
                <c:pt idx="7349">
                  <c:v>45390.745138888888</c:v>
                </c:pt>
                <c:pt idx="7350">
                  <c:v>45796.467361111107</c:v>
                </c:pt>
                <c:pt idx="7351">
                  <c:v>45326.552083333343</c:v>
                </c:pt>
                <c:pt idx="7352">
                  <c:v>45545.57708333333</c:v>
                </c:pt>
                <c:pt idx="7353">
                  <c:v>45656.581250000003</c:v>
                </c:pt>
                <c:pt idx="7354">
                  <c:v>45586.449305555558</c:v>
                </c:pt>
                <c:pt idx="7355">
                  <c:v>45404.410416666673</c:v>
                </c:pt>
                <c:pt idx="7356">
                  <c:v>45523.556944444441</c:v>
                </c:pt>
                <c:pt idx="7357">
                  <c:v>45475.530555555553</c:v>
                </c:pt>
                <c:pt idx="7358">
                  <c:v>45704.89166666667</c:v>
                </c:pt>
                <c:pt idx="7359">
                  <c:v>45946.418749999997</c:v>
                </c:pt>
                <c:pt idx="7360">
                  <c:v>45745.838888888888</c:v>
                </c:pt>
                <c:pt idx="7361">
                  <c:v>45519.494444444441</c:v>
                </c:pt>
                <c:pt idx="7362">
                  <c:v>45850.981944444437</c:v>
                </c:pt>
                <c:pt idx="7363">
                  <c:v>45820.418055555558</c:v>
                </c:pt>
                <c:pt idx="7364">
                  <c:v>45500.304166666669</c:v>
                </c:pt>
                <c:pt idx="7365">
                  <c:v>45448.424305555563</c:v>
                </c:pt>
                <c:pt idx="7366">
                  <c:v>45357.493750000001</c:v>
                </c:pt>
                <c:pt idx="7367">
                  <c:v>45890.511805555558</c:v>
                </c:pt>
                <c:pt idx="7368">
                  <c:v>45559.406944444447</c:v>
                </c:pt>
                <c:pt idx="7369">
                  <c:v>45993.519444444442</c:v>
                </c:pt>
                <c:pt idx="7370">
                  <c:v>45531.594444444447</c:v>
                </c:pt>
                <c:pt idx="7371">
                  <c:v>45891.325694444437</c:v>
                </c:pt>
                <c:pt idx="7372">
                  <c:v>45573.664583333331</c:v>
                </c:pt>
                <c:pt idx="7373">
                  <c:v>45397.598611111112</c:v>
                </c:pt>
                <c:pt idx="7374">
                  <c:v>45744.420138888891</c:v>
                </c:pt>
                <c:pt idx="7375">
                  <c:v>45668.493750000001</c:v>
                </c:pt>
                <c:pt idx="7376">
                  <c:v>45718.536805555559</c:v>
                </c:pt>
                <c:pt idx="7377">
                  <c:v>45748.626388888893</c:v>
                </c:pt>
                <c:pt idx="7378">
                  <c:v>45748.629166666673</c:v>
                </c:pt>
                <c:pt idx="7379">
                  <c:v>45574.273611111108</c:v>
                </c:pt>
                <c:pt idx="7380">
                  <c:v>45505.288888888892</c:v>
                </c:pt>
                <c:pt idx="7381">
                  <c:v>45949.673611111109</c:v>
                </c:pt>
                <c:pt idx="7382">
                  <c:v>45471.6</c:v>
                </c:pt>
                <c:pt idx="7383">
                  <c:v>45442.404166666667</c:v>
                </c:pt>
                <c:pt idx="7384">
                  <c:v>45589.695138888892</c:v>
                </c:pt>
                <c:pt idx="7385">
                  <c:v>45464.461111111108</c:v>
                </c:pt>
                <c:pt idx="7386">
                  <c:v>45846.461805555547</c:v>
                </c:pt>
                <c:pt idx="7387">
                  <c:v>45543.862500000003</c:v>
                </c:pt>
                <c:pt idx="7388">
                  <c:v>45777.320833333331</c:v>
                </c:pt>
                <c:pt idx="7389">
                  <c:v>45642.286111111112</c:v>
                </c:pt>
                <c:pt idx="7390">
                  <c:v>45483.298611111109</c:v>
                </c:pt>
                <c:pt idx="7391">
                  <c:v>45401.836805555547</c:v>
                </c:pt>
                <c:pt idx="7392">
                  <c:v>45571.612500000003</c:v>
                </c:pt>
                <c:pt idx="7393">
                  <c:v>46006.320833333331</c:v>
                </c:pt>
                <c:pt idx="7394">
                  <c:v>45447.581944444442</c:v>
                </c:pt>
                <c:pt idx="7395">
                  <c:v>45310.475694444453</c:v>
                </c:pt>
                <c:pt idx="7396">
                  <c:v>45697.324999999997</c:v>
                </c:pt>
                <c:pt idx="7397">
                  <c:v>45358.806250000001</c:v>
                </c:pt>
                <c:pt idx="7398">
                  <c:v>45609.394444444442</c:v>
                </c:pt>
                <c:pt idx="7399">
                  <c:v>45864.670138888891</c:v>
                </c:pt>
                <c:pt idx="7400">
                  <c:v>45787.433333333327</c:v>
                </c:pt>
                <c:pt idx="7401">
                  <c:v>45763.291666666657</c:v>
                </c:pt>
                <c:pt idx="7402">
                  <c:v>45626.297222222223</c:v>
                </c:pt>
                <c:pt idx="7403">
                  <c:v>45604.398611111108</c:v>
                </c:pt>
                <c:pt idx="7404">
                  <c:v>45380.338194444441</c:v>
                </c:pt>
                <c:pt idx="7405">
                  <c:v>46016.772222222222</c:v>
                </c:pt>
                <c:pt idx="7406">
                  <c:v>45490.527777777781</c:v>
                </c:pt>
                <c:pt idx="7407">
                  <c:v>45408.631944444453</c:v>
                </c:pt>
                <c:pt idx="7408">
                  <c:v>45726.32916666667</c:v>
                </c:pt>
                <c:pt idx="7409">
                  <c:v>45930.313888888893</c:v>
                </c:pt>
                <c:pt idx="7410">
                  <c:v>45887.638888888891</c:v>
                </c:pt>
                <c:pt idx="7411">
                  <c:v>45992.525000000001</c:v>
                </c:pt>
                <c:pt idx="7412">
                  <c:v>45824.774305555547</c:v>
                </c:pt>
                <c:pt idx="7413">
                  <c:v>45533.775694444441</c:v>
                </c:pt>
                <c:pt idx="7414">
                  <c:v>45547.492361111108</c:v>
                </c:pt>
                <c:pt idx="7415">
                  <c:v>45807.541666666657</c:v>
                </c:pt>
                <c:pt idx="7416">
                  <c:v>45904.614583333343</c:v>
                </c:pt>
                <c:pt idx="7417">
                  <c:v>45420.480555555558</c:v>
                </c:pt>
                <c:pt idx="7418">
                  <c:v>45677.5</c:v>
                </c:pt>
                <c:pt idx="7419">
                  <c:v>45725.765277777777</c:v>
                </c:pt>
                <c:pt idx="7420">
                  <c:v>45958.219444444447</c:v>
                </c:pt>
                <c:pt idx="7421">
                  <c:v>45637.57708333333</c:v>
                </c:pt>
                <c:pt idx="7422">
                  <c:v>45989.488194444442</c:v>
                </c:pt>
                <c:pt idx="7423">
                  <c:v>45489.015277777777</c:v>
                </c:pt>
                <c:pt idx="7424">
                  <c:v>45628.09097222222</c:v>
                </c:pt>
                <c:pt idx="7425">
                  <c:v>45657.015972222223</c:v>
                </c:pt>
                <c:pt idx="7426">
                  <c:v>45405.679861111108</c:v>
                </c:pt>
                <c:pt idx="7427">
                  <c:v>45637.573611111111</c:v>
                </c:pt>
                <c:pt idx="7428">
                  <c:v>45837.998611111107</c:v>
                </c:pt>
                <c:pt idx="7429">
                  <c:v>45636.43472222222</c:v>
                </c:pt>
                <c:pt idx="7430">
                  <c:v>45897.515277777777</c:v>
                </c:pt>
                <c:pt idx="7431">
                  <c:v>46019.008333333331</c:v>
                </c:pt>
                <c:pt idx="7432">
                  <c:v>45992.51666666667</c:v>
                </c:pt>
                <c:pt idx="7433">
                  <c:v>45443.44027777778</c:v>
                </c:pt>
                <c:pt idx="7434">
                  <c:v>45996.459027777782</c:v>
                </c:pt>
                <c:pt idx="7435">
                  <c:v>45555.720138888893</c:v>
                </c:pt>
                <c:pt idx="7436">
                  <c:v>45784.647222222222</c:v>
                </c:pt>
                <c:pt idx="7437">
                  <c:v>45925.540972222218</c:v>
                </c:pt>
                <c:pt idx="7438">
                  <c:v>45617.427083333343</c:v>
                </c:pt>
                <c:pt idx="7439">
                  <c:v>45376.006944444453</c:v>
                </c:pt>
                <c:pt idx="7440">
                  <c:v>45698.393055555563</c:v>
                </c:pt>
                <c:pt idx="7441">
                  <c:v>45820.438888888893</c:v>
                </c:pt>
                <c:pt idx="7442">
                  <c:v>45779.447222222218</c:v>
                </c:pt>
                <c:pt idx="7443">
                  <c:v>45517.393055555563</c:v>
                </c:pt>
                <c:pt idx="7444">
                  <c:v>46012.975694444453</c:v>
                </c:pt>
                <c:pt idx="7445">
                  <c:v>45677.674305555563</c:v>
                </c:pt>
                <c:pt idx="7446">
                  <c:v>45445.48541666667</c:v>
                </c:pt>
                <c:pt idx="7447">
                  <c:v>45719.384027777778</c:v>
                </c:pt>
                <c:pt idx="7448">
                  <c:v>45833.51666666667</c:v>
                </c:pt>
                <c:pt idx="7449">
                  <c:v>45355.806250000001</c:v>
                </c:pt>
                <c:pt idx="7450">
                  <c:v>45408.423611111109</c:v>
                </c:pt>
                <c:pt idx="7451">
                  <c:v>45801.78125</c:v>
                </c:pt>
                <c:pt idx="7452">
                  <c:v>45380.79583333333</c:v>
                </c:pt>
                <c:pt idx="7453">
                  <c:v>45329.38958333333</c:v>
                </c:pt>
                <c:pt idx="7454">
                  <c:v>45950.61041666667</c:v>
                </c:pt>
                <c:pt idx="7455">
                  <c:v>45998.648611111108</c:v>
                </c:pt>
                <c:pt idx="7456">
                  <c:v>45761.329861111109</c:v>
                </c:pt>
                <c:pt idx="7457">
                  <c:v>45596.450694444437</c:v>
                </c:pt>
                <c:pt idx="7458">
                  <c:v>45470.802083333343</c:v>
                </c:pt>
                <c:pt idx="7459">
                  <c:v>45982.32916666667</c:v>
                </c:pt>
                <c:pt idx="7460">
                  <c:v>45966.416666666657</c:v>
                </c:pt>
                <c:pt idx="7461">
                  <c:v>45489.364583333343</c:v>
                </c:pt>
                <c:pt idx="7462">
                  <c:v>45664.902083333327</c:v>
                </c:pt>
                <c:pt idx="7463">
                  <c:v>45848.363888888889</c:v>
                </c:pt>
                <c:pt idx="7464">
                  <c:v>45905.509027777778</c:v>
                </c:pt>
                <c:pt idx="7465">
                  <c:v>45647.443055555559</c:v>
                </c:pt>
                <c:pt idx="7466">
                  <c:v>45884.326388888891</c:v>
                </c:pt>
                <c:pt idx="7467">
                  <c:v>45538.566666666673</c:v>
                </c:pt>
                <c:pt idx="7468">
                  <c:v>45554.28125</c:v>
                </c:pt>
                <c:pt idx="7469">
                  <c:v>45935.578472222223</c:v>
                </c:pt>
                <c:pt idx="7470">
                  <c:v>45581.841666666667</c:v>
                </c:pt>
                <c:pt idx="7471">
                  <c:v>45627.48333333333</c:v>
                </c:pt>
                <c:pt idx="7472">
                  <c:v>45738.711111111108</c:v>
                </c:pt>
                <c:pt idx="7473">
                  <c:v>45611.637499999997</c:v>
                </c:pt>
                <c:pt idx="7474">
                  <c:v>45907.475694444453</c:v>
                </c:pt>
                <c:pt idx="7475">
                  <c:v>46020.559027777781</c:v>
                </c:pt>
                <c:pt idx="7476">
                  <c:v>46020.559027777781</c:v>
                </c:pt>
                <c:pt idx="7477">
                  <c:v>45766.607638888891</c:v>
                </c:pt>
                <c:pt idx="7478">
                  <c:v>45342.977777777778</c:v>
                </c:pt>
                <c:pt idx="7479">
                  <c:v>45415.6</c:v>
                </c:pt>
                <c:pt idx="7480">
                  <c:v>45615.412499999999</c:v>
                </c:pt>
                <c:pt idx="7481">
                  <c:v>45522.671527777777</c:v>
                </c:pt>
                <c:pt idx="7482">
                  <c:v>45812.620138888888</c:v>
                </c:pt>
                <c:pt idx="7483">
                  <c:v>45812.620138888888</c:v>
                </c:pt>
                <c:pt idx="7484">
                  <c:v>45889.510416666657</c:v>
                </c:pt>
                <c:pt idx="7485">
                  <c:v>45889.510416666657</c:v>
                </c:pt>
                <c:pt idx="7486">
                  <c:v>45731.876388888893</c:v>
                </c:pt>
                <c:pt idx="7487">
                  <c:v>45522.671527777777</c:v>
                </c:pt>
                <c:pt idx="7488">
                  <c:v>45473.5625</c:v>
                </c:pt>
                <c:pt idx="7489">
                  <c:v>45473.5625</c:v>
                </c:pt>
                <c:pt idx="7490">
                  <c:v>45907.475694444453</c:v>
                </c:pt>
                <c:pt idx="7491">
                  <c:v>45766.607638888891</c:v>
                </c:pt>
                <c:pt idx="7492">
                  <c:v>45656.582638888889</c:v>
                </c:pt>
                <c:pt idx="7493">
                  <c:v>45556.659722222219</c:v>
                </c:pt>
                <c:pt idx="7494">
                  <c:v>45546.642361111109</c:v>
                </c:pt>
                <c:pt idx="7495">
                  <c:v>45824.563888888893</c:v>
                </c:pt>
                <c:pt idx="7496">
                  <c:v>45546.642361111109</c:v>
                </c:pt>
                <c:pt idx="7497">
                  <c:v>45852.595138888893</c:v>
                </c:pt>
                <c:pt idx="7498">
                  <c:v>45494.540972222218</c:v>
                </c:pt>
                <c:pt idx="7499">
                  <c:v>45342.977777777778</c:v>
                </c:pt>
                <c:pt idx="7500">
                  <c:v>45824.563888888893</c:v>
                </c:pt>
                <c:pt idx="7501">
                  <c:v>45494.540972222218</c:v>
                </c:pt>
                <c:pt idx="7502">
                  <c:v>45973.533333333333</c:v>
                </c:pt>
                <c:pt idx="7503">
                  <c:v>45656.582638888889</c:v>
                </c:pt>
                <c:pt idx="7504">
                  <c:v>45415.6</c:v>
                </c:pt>
                <c:pt idx="7505">
                  <c:v>45735.452777777777</c:v>
                </c:pt>
                <c:pt idx="7506">
                  <c:v>45556.659722222219</c:v>
                </c:pt>
                <c:pt idx="7507">
                  <c:v>45735.452777777777</c:v>
                </c:pt>
                <c:pt idx="7508">
                  <c:v>45315.847222222219</c:v>
                </c:pt>
                <c:pt idx="7509">
                  <c:v>45731.876388888893</c:v>
                </c:pt>
                <c:pt idx="7510">
                  <c:v>45755.585416666669</c:v>
                </c:pt>
                <c:pt idx="7511">
                  <c:v>45315.847222222219</c:v>
                </c:pt>
                <c:pt idx="7512">
                  <c:v>45603.666666666657</c:v>
                </c:pt>
                <c:pt idx="7513">
                  <c:v>45755.585416666669</c:v>
                </c:pt>
                <c:pt idx="7514">
                  <c:v>45615.412499999999</c:v>
                </c:pt>
                <c:pt idx="7515">
                  <c:v>45603.666666666657</c:v>
                </c:pt>
                <c:pt idx="7516">
                  <c:v>45973.533333333333</c:v>
                </c:pt>
                <c:pt idx="7517">
                  <c:v>45852.595138888893</c:v>
                </c:pt>
                <c:pt idx="7518">
                  <c:v>45427.620833333327</c:v>
                </c:pt>
                <c:pt idx="7519">
                  <c:v>45381.45</c:v>
                </c:pt>
                <c:pt idx="7520">
                  <c:v>45904.647222222222</c:v>
                </c:pt>
                <c:pt idx="7521">
                  <c:v>45327.386805555558</c:v>
                </c:pt>
                <c:pt idx="7522">
                  <c:v>45764.396527777782</c:v>
                </c:pt>
                <c:pt idx="7523">
                  <c:v>45501.551388888889</c:v>
                </c:pt>
                <c:pt idx="7524">
                  <c:v>45812.446527777778</c:v>
                </c:pt>
                <c:pt idx="7525">
                  <c:v>45343.554861111108</c:v>
                </c:pt>
                <c:pt idx="7526">
                  <c:v>45594.435416666667</c:v>
                </c:pt>
                <c:pt idx="7527">
                  <c:v>45919.462500000001</c:v>
                </c:pt>
                <c:pt idx="7528">
                  <c:v>46018.488888888889</c:v>
                </c:pt>
                <c:pt idx="7529">
                  <c:v>45550.593055555553</c:v>
                </c:pt>
                <c:pt idx="7530">
                  <c:v>45505.706944444442</c:v>
                </c:pt>
                <c:pt idx="7531">
                  <c:v>45657.323611111111</c:v>
                </c:pt>
                <c:pt idx="7532">
                  <c:v>45723.394444444442</c:v>
                </c:pt>
                <c:pt idx="7533">
                  <c:v>45895.447916666657</c:v>
                </c:pt>
                <c:pt idx="7534">
                  <c:v>45874.588888888888</c:v>
                </c:pt>
                <c:pt idx="7535">
                  <c:v>45398.515972222223</c:v>
                </c:pt>
                <c:pt idx="7536">
                  <c:v>45756.669444444437</c:v>
                </c:pt>
                <c:pt idx="7537">
                  <c:v>46018.492361111108</c:v>
                </c:pt>
                <c:pt idx="7538">
                  <c:v>45336.409722222219</c:v>
                </c:pt>
                <c:pt idx="7539">
                  <c:v>45959.45416666667</c:v>
                </c:pt>
                <c:pt idx="7540">
                  <c:v>45842.584722222222</c:v>
                </c:pt>
                <c:pt idx="7541">
                  <c:v>45625.665972222218</c:v>
                </c:pt>
                <c:pt idx="7542">
                  <c:v>45994.439583333333</c:v>
                </c:pt>
                <c:pt idx="7543">
                  <c:v>45828.429166666669</c:v>
                </c:pt>
                <c:pt idx="7544">
                  <c:v>45358.681944444441</c:v>
                </c:pt>
                <c:pt idx="7545">
                  <c:v>45465.560416666667</c:v>
                </c:pt>
                <c:pt idx="7546">
                  <c:v>45784.567361111112</c:v>
                </c:pt>
                <c:pt idx="7547">
                  <c:v>46018.490277777782</c:v>
                </c:pt>
                <c:pt idx="7548">
                  <c:v>45349.85833333333</c:v>
                </c:pt>
                <c:pt idx="7549">
                  <c:v>45418.931250000001</c:v>
                </c:pt>
                <c:pt idx="7550">
                  <c:v>46017.936805555553</c:v>
                </c:pt>
                <c:pt idx="7551">
                  <c:v>45903.879861111112</c:v>
                </c:pt>
                <c:pt idx="7552">
                  <c:v>46020.468055555553</c:v>
                </c:pt>
                <c:pt idx="7553">
                  <c:v>45769.896527777782</c:v>
                </c:pt>
                <c:pt idx="7554">
                  <c:v>45515.35</c:v>
                </c:pt>
                <c:pt idx="7555">
                  <c:v>45449.318749999999</c:v>
                </c:pt>
                <c:pt idx="7556">
                  <c:v>45609.347222222219</c:v>
                </c:pt>
                <c:pt idx="7557">
                  <c:v>45898.320833333331</c:v>
                </c:pt>
                <c:pt idx="7558">
                  <c:v>45389.700694444437</c:v>
                </c:pt>
                <c:pt idx="7559">
                  <c:v>45792.418055555558</c:v>
                </c:pt>
                <c:pt idx="7560">
                  <c:v>45918.870833333327</c:v>
                </c:pt>
                <c:pt idx="7561">
                  <c:v>45369.713888888888</c:v>
                </c:pt>
                <c:pt idx="7562">
                  <c:v>45934.229166666657</c:v>
                </c:pt>
                <c:pt idx="7563">
                  <c:v>45958.506944444453</c:v>
                </c:pt>
                <c:pt idx="7564">
                  <c:v>45625.339583333327</c:v>
                </c:pt>
                <c:pt idx="7565">
                  <c:v>45975.92291666667</c:v>
                </c:pt>
                <c:pt idx="7566">
                  <c:v>45530.539583333331</c:v>
                </c:pt>
                <c:pt idx="7567">
                  <c:v>45510.484027777777</c:v>
                </c:pt>
                <c:pt idx="7568">
                  <c:v>45677.306250000001</c:v>
                </c:pt>
                <c:pt idx="7569">
                  <c:v>45659.539583333331</c:v>
                </c:pt>
                <c:pt idx="7570">
                  <c:v>45550.649305555547</c:v>
                </c:pt>
                <c:pt idx="7571">
                  <c:v>46013.327777777777</c:v>
                </c:pt>
                <c:pt idx="7572">
                  <c:v>45749.287499999999</c:v>
                </c:pt>
                <c:pt idx="7573">
                  <c:v>45476.590277777781</c:v>
                </c:pt>
                <c:pt idx="7574">
                  <c:v>45810.48541666667</c:v>
                </c:pt>
                <c:pt idx="7575">
                  <c:v>45589.863194444442</c:v>
                </c:pt>
                <c:pt idx="7576">
                  <c:v>45308.340277777781</c:v>
                </c:pt>
                <c:pt idx="7577">
                  <c:v>45647.922222222223</c:v>
                </c:pt>
                <c:pt idx="7578">
                  <c:v>45323.268750000003</c:v>
                </c:pt>
                <c:pt idx="7579">
                  <c:v>45413.836805555547</c:v>
                </c:pt>
                <c:pt idx="7580">
                  <c:v>45427.913888888892</c:v>
                </c:pt>
                <c:pt idx="7581">
                  <c:v>45566.777777777781</c:v>
                </c:pt>
                <c:pt idx="7582">
                  <c:v>45719.381249999999</c:v>
                </c:pt>
                <c:pt idx="7583">
                  <c:v>45737.79791666667</c:v>
                </c:pt>
                <c:pt idx="7584">
                  <c:v>45866.452777777777</c:v>
                </c:pt>
                <c:pt idx="7585">
                  <c:v>45833.750694444447</c:v>
                </c:pt>
                <c:pt idx="7586">
                  <c:v>45852.543749999997</c:v>
                </c:pt>
                <c:pt idx="7587">
                  <c:v>45694.286805555559</c:v>
                </c:pt>
                <c:pt idx="7588">
                  <c:v>45461.402777777781</c:v>
                </c:pt>
                <c:pt idx="7589">
                  <c:v>45771.546527777777</c:v>
                </c:pt>
                <c:pt idx="7590">
                  <c:v>45729.772916666669</c:v>
                </c:pt>
                <c:pt idx="7591">
                  <c:v>45477.866666666669</c:v>
                </c:pt>
                <c:pt idx="7592">
                  <c:v>45629.534722222219</c:v>
                </c:pt>
                <c:pt idx="7593">
                  <c:v>45594.803472222222</c:v>
                </c:pt>
                <c:pt idx="7594">
                  <c:v>45377.78402777778</c:v>
                </c:pt>
                <c:pt idx="7595">
                  <c:v>45933.419444444437</c:v>
                </c:pt>
                <c:pt idx="7596">
                  <c:v>45973.001388888893</c:v>
                </c:pt>
                <c:pt idx="7597">
                  <c:v>45735.621527777781</c:v>
                </c:pt>
                <c:pt idx="7598">
                  <c:v>45840.533333333333</c:v>
                </c:pt>
                <c:pt idx="7599">
                  <c:v>45376.578472222223</c:v>
                </c:pt>
                <c:pt idx="7600">
                  <c:v>45656.511111111111</c:v>
                </c:pt>
                <c:pt idx="7601">
                  <c:v>45422.470138888893</c:v>
                </c:pt>
                <c:pt idx="7602">
                  <c:v>45488.583333333343</c:v>
                </c:pt>
                <c:pt idx="7603">
                  <c:v>45931.567361111112</c:v>
                </c:pt>
                <c:pt idx="7604">
                  <c:v>45581.595833333333</c:v>
                </c:pt>
                <c:pt idx="7605">
                  <c:v>45987.694444444453</c:v>
                </c:pt>
                <c:pt idx="7606">
                  <c:v>45317.584722222222</c:v>
                </c:pt>
                <c:pt idx="7607">
                  <c:v>45349.49722222222</c:v>
                </c:pt>
                <c:pt idx="7608">
                  <c:v>45687.29791666667</c:v>
                </c:pt>
                <c:pt idx="7609">
                  <c:v>45379.246527777781</c:v>
                </c:pt>
                <c:pt idx="7610">
                  <c:v>45740.32916666667</c:v>
                </c:pt>
                <c:pt idx="7611">
                  <c:v>45561.642361111109</c:v>
                </c:pt>
                <c:pt idx="7612">
                  <c:v>45849.113888888889</c:v>
                </c:pt>
                <c:pt idx="7613">
                  <c:v>45967.452777777777</c:v>
                </c:pt>
                <c:pt idx="7614">
                  <c:v>45777.04791666667</c:v>
                </c:pt>
                <c:pt idx="7615">
                  <c:v>45325.378472222219</c:v>
                </c:pt>
                <c:pt idx="7616">
                  <c:v>45293.089583333327</c:v>
                </c:pt>
                <c:pt idx="7617">
                  <c:v>45467.500694444447</c:v>
                </c:pt>
                <c:pt idx="7618">
                  <c:v>45821.022222222222</c:v>
                </c:pt>
                <c:pt idx="7619">
                  <c:v>45890.120833333327</c:v>
                </c:pt>
                <c:pt idx="7620">
                  <c:v>45419.158333333333</c:v>
                </c:pt>
                <c:pt idx="7621">
                  <c:v>45601.15347222222</c:v>
                </c:pt>
                <c:pt idx="7622">
                  <c:v>45929.174305555563</c:v>
                </c:pt>
                <c:pt idx="7623">
                  <c:v>45632.297222222223</c:v>
                </c:pt>
                <c:pt idx="7624">
                  <c:v>45523.525000000001</c:v>
                </c:pt>
                <c:pt idx="7625">
                  <c:v>45908.390277777777</c:v>
                </c:pt>
                <c:pt idx="7626">
                  <c:v>45346.557638888888</c:v>
                </c:pt>
                <c:pt idx="7627">
                  <c:v>45506.944444444453</c:v>
                </c:pt>
                <c:pt idx="7628">
                  <c:v>45292.529166666667</c:v>
                </c:pt>
                <c:pt idx="7629">
                  <c:v>45807.448611111111</c:v>
                </c:pt>
                <c:pt idx="7630">
                  <c:v>45840.555555555547</c:v>
                </c:pt>
                <c:pt idx="7631">
                  <c:v>45855.525694444441</c:v>
                </c:pt>
                <c:pt idx="7632">
                  <c:v>45771.673611111109</c:v>
                </c:pt>
                <c:pt idx="7633">
                  <c:v>45948.555555555547</c:v>
                </c:pt>
                <c:pt idx="7634">
                  <c:v>46014.560416666667</c:v>
                </c:pt>
                <c:pt idx="7635">
                  <c:v>45587.563888888893</c:v>
                </c:pt>
                <c:pt idx="7636">
                  <c:v>45463.490277777782</c:v>
                </c:pt>
                <c:pt idx="7637">
                  <c:v>45645.588888888888</c:v>
                </c:pt>
                <c:pt idx="7638">
                  <c:v>45531.578472222223</c:v>
                </c:pt>
                <c:pt idx="7639">
                  <c:v>45404.534722222219</c:v>
                </c:pt>
                <c:pt idx="7640">
                  <c:v>45539.548611111109</c:v>
                </c:pt>
                <c:pt idx="7641">
                  <c:v>45707.54791666667</c:v>
                </c:pt>
                <c:pt idx="7642">
                  <c:v>45560.511805555558</c:v>
                </c:pt>
                <c:pt idx="7643">
                  <c:v>45707.566666666673</c:v>
                </c:pt>
                <c:pt idx="7644">
                  <c:v>45684.441666666673</c:v>
                </c:pt>
                <c:pt idx="7645">
                  <c:v>45798.310416666667</c:v>
                </c:pt>
                <c:pt idx="7646">
                  <c:v>45494.318055555559</c:v>
                </c:pt>
                <c:pt idx="7647">
                  <c:v>45657.890277777777</c:v>
                </c:pt>
                <c:pt idx="7648">
                  <c:v>45299.677083333343</c:v>
                </c:pt>
                <c:pt idx="7649">
                  <c:v>45756.430555555547</c:v>
                </c:pt>
                <c:pt idx="7650">
                  <c:v>45950.395138888889</c:v>
                </c:pt>
                <c:pt idx="7651">
                  <c:v>45634.401388888888</c:v>
                </c:pt>
                <c:pt idx="7652">
                  <c:v>45328.459027777782</c:v>
                </c:pt>
                <c:pt idx="7653">
                  <c:v>45439.51458333333</c:v>
                </c:pt>
                <c:pt idx="7654">
                  <c:v>45586.448611111111</c:v>
                </c:pt>
                <c:pt idx="7655">
                  <c:v>45842.727777777778</c:v>
                </c:pt>
                <c:pt idx="7656">
                  <c:v>45971.563888888893</c:v>
                </c:pt>
                <c:pt idx="7657">
                  <c:v>45817.464583333327</c:v>
                </c:pt>
                <c:pt idx="7658">
                  <c:v>45927.530555555553</c:v>
                </c:pt>
                <c:pt idx="7659">
                  <c:v>45777.488888888889</c:v>
                </c:pt>
                <c:pt idx="7660">
                  <c:v>45873.456944444442</c:v>
                </c:pt>
                <c:pt idx="7661">
                  <c:v>45365.531944444447</c:v>
                </c:pt>
                <c:pt idx="7662">
                  <c:v>45413.436805555553</c:v>
                </c:pt>
                <c:pt idx="7663">
                  <c:v>45608.306944444441</c:v>
                </c:pt>
                <c:pt idx="7664">
                  <c:v>45733.588194444441</c:v>
                </c:pt>
                <c:pt idx="7665">
                  <c:v>45753.444444444453</c:v>
                </c:pt>
                <c:pt idx="7666">
                  <c:v>45532.489583333343</c:v>
                </c:pt>
                <c:pt idx="7667">
                  <c:v>45390.525694444441</c:v>
                </c:pt>
                <c:pt idx="7668">
                  <c:v>45461.40902777778</c:v>
                </c:pt>
                <c:pt idx="7669">
                  <c:v>46006.400000000001</c:v>
                </c:pt>
                <c:pt idx="7670">
                  <c:v>45903.597916666673</c:v>
                </c:pt>
                <c:pt idx="7671">
                  <c:v>45456.433333333327</c:v>
                </c:pt>
                <c:pt idx="7672">
                  <c:v>45558.352083333331</c:v>
                </c:pt>
                <c:pt idx="7673">
                  <c:v>45599.640277777777</c:v>
                </c:pt>
                <c:pt idx="7674">
                  <c:v>45420.329861111109</c:v>
                </c:pt>
                <c:pt idx="7675">
                  <c:v>45978.371527777781</c:v>
                </c:pt>
                <c:pt idx="7676">
                  <c:v>45749.911111111112</c:v>
                </c:pt>
                <c:pt idx="7677">
                  <c:v>45495.515972222223</c:v>
                </c:pt>
                <c:pt idx="7678">
                  <c:v>45642.90347222222</c:v>
                </c:pt>
                <c:pt idx="7679">
                  <c:v>45327.647222222222</c:v>
                </c:pt>
                <c:pt idx="7680">
                  <c:v>45910.324305555558</c:v>
                </c:pt>
                <c:pt idx="7681">
                  <c:v>45536.622916666667</c:v>
                </c:pt>
                <c:pt idx="7682">
                  <c:v>45677.777777777781</c:v>
                </c:pt>
                <c:pt idx="7683">
                  <c:v>45756.311805555553</c:v>
                </c:pt>
                <c:pt idx="7684">
                  <c:v>46010.637499999997</c:v>
                </c:pt>
                <c:pt idx="7685">
                  <c:v>45935.498611111107</c:v>
                </c:pt>
                <c:pt idx="7686">
                  <c:v>45376.572222222218</c:v>
                </c:pt>
                <c:pt idx="7687">
                  <c:v>45793.368055555547</c:v>
                </c:pt>
                <c:pt idx="7688">
                  <c:v>45855.579861111109</c:v>
                </c:pt>
                <c:pt idx="7689">
                  <c:v>45716.695138888892</c:v>
                </c:pt>
                <c:pt idx="7690">
                  <c:v>45840.546527777777</c:v>
                </c:pt>
                <c:pt idx="7691">
                  <c:v>46009.470833333333</c:v>
                </c:pt>
                <c:pt idx="7692">
                  <c:v>45703.464583333327</c:v>
                </c:pt>
                <c:pt idx="7693">
                  <c:v>45666.555555555547</c:v>
                </c:pt>
                <c:pt idx="7694">
                  <c:v>45476.575694444437</c:v>
                </c:pt>
                <c:pt idx="7695">
                  <c:v>45508.478472222218</c:v>
                </c:pt>
                <c:pt idx="7696">
                  <c:v>45296.633333333331</c:v>
                </c:pt>
                <c:pt idx="7697">
                  <c:v>45421.797222222223</c:v>
                </c:pt>
                <c:pt idx="7698">
                  <c:v>45927.87777777778</c:v>
                </c:pt>
                <c:pt idx="7699">
                  <c:v>45858.67083333333</c:v>
                </c:pt>
                <c:pt idx="7700">
                  <c:v>45603.635416666657</c:v>
                </c:pt>
                <c:pt idx="7701">
                  <c:v>45751.979861111111</c:v>
                </c:pt>
                <c:pt idx="7702">
                  <c:v>45339.409722222219</c:v>
                </c:pt>
                <c:pt idx="7703">
                  <c:v>45861.513888888891</c:v>
                </c:pt>
                <c:pt idx="7704">
                  <c:v>45943.399305555547</c:v>
                </c:pt>
                <c:pt idx="7705">
                  <c:v>45986.453472222223</c:v>
                </c:pt>
                <c:pt idx="7706">
                  <c:v>45573.864583333343</c:v>
                </c:pt>
                <c:pt idx="7707">
                  <c:v>45833.681250000001</c:v>
                </c:pt>
                <c:pt idx="7708">
                  <c:v>45962.388888888891</c:v>
                </c:pt>
                <c:pt idx="7709">
                  <c:v>45548.634027777778</c:v>
                </c:pt>
                <c:pt idx="7710">
                  <c:v>45631.462500000001</c:v>
                </c:pt>
                <c:pt idx="7711">
                  <c:v>45892.598611111112</c:v>
                </c:pt>
                <c:pt idx="7712">
                  <c:v>45393.513194444437</c:v>
                </c:pt>
                <c:pt idx="7713">
                  <c:v>45316.519444444442</c:v>
                </c:pt>
                <c:pt idx="7714">
                  <c:v>45918.381944444453</c:v>
                </c:pt>
                <c:pt idx="7715">
                  <c:v>45798.929166666669</c:v>
                </c:pt>
                <c:pt idx="7716">
                  <c:v>45368.752083333333</c:v>
                </c:pt>
                <c:pt idx="7717">
                  <c:v>45569.417361111111</c:v>
                </c:pt>
                <c:pt idx="7718">
                  <c:v>45492.719444444447</c:v>
                </c:pt>
                <c:pt idx="7719">
                  <c:v>45727.578472222223</c:v>
                </c:pt>
                <c:pt idx="7720">
                  <c:v>45881.787499999999</c:v>
                </c:pt>
                <c:pt idx="7721">
                  <c:v>45904.765972222223</c:v>
                </c:pt>
                <c:pt idx="7722">
                  <c:v>45548.685416666667</c:v>
                </c:pt>
                <c:pt idx="7723">
                  <c:v>45392.964583333327</c:v>
                </c:pt>
                <c:pt idx="7724">
                  <c:v>45392.961805555547</c:v>
                </c:pt>
                <c:pt idx="7725">
                  <c:v>45777.85833333333</c:v>
                </c:pt>
                <c:pt idx="7726">
                  <c:v>45809.832638888889</c:v>
                </c:pt>
                <c:pt idx="7727">
                  <c:v>45530.771527777782</c:v>
                </c:pt>
                <c:pt idx="7728">
                  <c:v>45591.884027777778</c:v>
                </c:pt>
                <c:pt idx="7729">
                  <c:v>45463.525000000001</c:v>
                </c:pt>
                <c:pt idx="7730">
                  <c:v>45828.193749999999</c:v>
                </c:pt>
                <c:pt idx="7731">
                  <c:v>45932.029861111107</c:v>
                </c:pt>
                <c:pt idx="7732">
                  <c:v>45421.280555555553</c:v>
                </c:pt>
                <c:pt idx="7733">
                  <c:v>45398.291666666657</c:v>
                </c:pt>
                <c:pt idx="7734">
                  <c:v>45811.739583333343</c:v>
                </c:pt>
                <c:pt idx="7735">
                  <c:v>45441.157638888893</c:v>
                </c:pt>
                <c:pt idx="7736">
                  <c:v>45977.228472222218</c:v>
                </c:pt>
                <c:pt idx="7737">
                  <c:v>45954.260416666657</c:v>
                </c:pt>
                <c:pt idx="7738">
                  <c:v>45855.123611111107</c:v>
                </c:pt>
                <c:pt idx="7739">
                  <c:v>45873.302083333343</c:v>
                </c:pt>
                <c:pt idx="7740">
                  <c:v>45489.333333333343</c:v>
                </c:pt>
                <c:pt idx="7741">
                  <c:v>45903.09097222222</c:v>
                </c:pt>
                <c:pt idx="7742">
                  <c:v>46007.306250000001</c:v>
                </c:pt>
                <c:pt idx="7743">
                  <c:v>45562.217361111107</c:v>
                </c:pt>
                <c:pt idx="7744">
                  <c:v>45333.077777777777</c:v>
                </c:pt>
                <c:pt idx="7745">
                  <c:v>45541.202777777777</c:v>
                </c:pt>
                <c:pt idx="7746">
                  <c:v>45667.095833333333</c:v>
                </c:pt>
                <c:pt idx="7747">
                  <c:v>45376.186805555553</c:v>
                </c:pt>
                <c:pt idx="7748">
                  <c:v>45644.285416666673</c:v>
                </c:pt>
                <c:pt idx="7749">
                  <c:v>45516.810416666667</c:v>
                </c:pt>
                <c:pt idx="7750">
                  <c:v>45792.143055555563</c:v>
                </c:pt>
                <c:pt idx="7751">
                  <c:v>45768.377083333333</c:v>
                </c:pt>
                <c:pt idx="7752">
                  <c:v>45701.224999999999</c:v>
                </c:pt>
                <c:pt idx="7753">
                  <c:v>45743.260416666657</c:v>
                </c:pt>
                <c:pt idx="7754">
                  <c:v>45595.378472222219</c:v>
                </c:pt>
                <c:pt idx="7755">
                  <c:v>45355.156944444447</c:v>
                </c:pt>
                <c:pt idx="7756">
                  <c:v>45312.2</c:v>
                </c:pt>
                <c:pt idx="7757">
                  <c:v>45872.743055555547</c:v>
                </c:pt>
                <c:pt idx="7758">
                  <c:v>45524.789583333331</c:v>
                </c:pt>
                <c:pt idx="7759">
                  <c:v>45497.746527777781</c:v>
                </c:pt>
                <c:pt idx="7760">
                  <c:v>45929.758333333331</c:v>
                </c:pt>
                <c:pt idx="7761">
                  <c:v>45578.520833333343</c:v>
                </c:pt>
                <c:pt idx="7762">
                  <c:v>45866.75277777778</c:v>
                </c:pt>
                <c:pt idx="7763">
                  <c:v>45360.491666666669</c:v>
                </c:pt>
                <c:pt idx="7764">
                  <c:v>45875.393750000003</c:v>
                </c:pt>
                <c:pt idx="7765">
                  <c:v>45830.928472222222</c:v>
                </c:pt>
                <c:pt idx="7766">
                  <c:v>45379.534722222219</c:v>
                </c:pt>
                <c:pt idx="7767">
                  <c:v>45767.508333333331</c:v>
                </c:pt>
                <c:pt idx="7768">
                  <c:v>45985.469444444447</c:v>
                </c:pt>
                <c:pt idx="7769">
                  <c:v>45313.806944444441</c:v>
                </c:pt>
                <c:pt idx="7770">
                  <c:v>45887.505555555559</c:v>
                </c:pt>
                <c:pt idx="7771">
                  <c:v>45406.287499999999</c:v>
                </c:pt>
                <c:pt idx="7772">
                  <c:v>45647.633333333331</c:v>
                </c:pt>
                <c:pt idx="7773">
                  <c:v>45452.806944444441</c:v>
                </c:pt>
                <c:pt idx="7774">
                  <c:v>45704.841666666667</c:v>
                </c:pt>
                <c:pt idx="7775">
                  <c:v>45921.665972222218</c:v>
                </c:pt>
                <c:pt idx="7776">
                  <c:v>45513.752083333333</c:v>
                </c:pt>
                <c:pt idx="7777">
                  <c:v>45440.90347222222</c:v>
                </c:pt>
                <c:pt idx="7778">
                  <c:v>45799.722916666673</c:v>
                </c:pt>
                <c:pt idx="7779">
                  <c:v>45490.34652777778</c:v>
                </c:pt>
                <c:pt idx="7780">
                  <c:v>45975.82916666667</c:v>
                </c:pt>
                <c:pt idx="7781">
                  <c:v>45895.598611111112</c:v>
                </c:pt>
                <c:pt idx="7782">
                  <c:v>45311.45</c:v>
                </c:pt>
                <c:pt idx="7783">
                  <c:v>45293.747916666667</c:v>
                </c:pt>
                <c:pt idx="7784">
                  <c:v>45676.410416666673</c:v>
                </c:pt>
                <c:pt idx="7785">
                  <c:v>45567.873611111107</c:v>
                </c:pt>
                <c:pt idx="7786">
                  <c:v>45513.374305555553</c:v>
                </c:pt>
                <c:pt idx="7787">
                  <c:v>45351.776388888888</c:v>
                </c:pt>
                <c:pt idx="7788">
                  <c:v>45544.82916666667</c:v>
                </c:pt>
                <c:pt idx="7789">
                  <c:v>45401.43472222222</c:v>
                </c:pt>
                <c:pt idx="7790">
                  <c:v>45530.815972222219</c:v>
                </c:pt>
                <c:pt idx="7791">
                  <c:v>45609.495833333327</c:v>
                </c:pt>
                <c:pt idx="7792">
                  <c:v>45584.824305555558</c:v>
                </c:pt>
                <c:pt idx="7793">
                  <c:v>45368.776388888888</c:v>
                </c:pt>
                <c:pt idx="7794">
                  <c:v>45420.767361111109</c:v>
                </c:pt>
                <c:pt idx="7795">
                  <c:v>45331.752083333333</c:v>
                </c:pt>
                <c:pt idx="7796">
                  <c:v>45453.55</c:v>
                </c:pt>
                <c:pt idx="7797">
                  <c:v>45384.842361111107</c:v>
                </c:pt>
                <c:pt idx="7798">
                  <c:v>45560.47152777778</c:v>
                </c:pt>
                <c:pt idx="7799">
                  <c:v>45472.411805555559</c:v>
                </c:pt>
                <c:pt idx="7800">
                  <c:v>45412.290972222218</c:v>
                </c:pt>
                <c:pt idx="7801">
                  <c:v>45474.444444444453</c:v>
                </c:pt>
                <c:pt idx="7802">
                  <c:v>45331.513194444437</c:v>
                </c:pt>
                <c:pt idx="7803">
                  <c:v>45664.995138888888</c:v>
                </c:pt>
                <c:pt idx="7804">
                  <c:v>45312.482638888891</c:v>
                </c:pt>
                <c:pt idx="7805">
                  <c:v>45660.4375</c:v>
                </c:pt>
                <c:pt idx="7806">
                  <c:v>45752.753472222219</c:v>
                </c:pt>
                <c:pt idx="7807">
                  <c:v>45603.416666666657</c:v>
                </c:pt>
                <c:pt idx="7808">
                  <c:v>45556.370138888888</c:v>
                </c:pt>
                <c:pt idx="7809">
                  <c:v>45383.431944444441</c:v>
                </c:pt>
                <c:pt idx="7810">
                  <c:v>45457.599305555559</c:v>
                </c:pt>
                <c:pt idx="7811">
                  <c:v>45510.336111111108</c:v>
                </c:pt>
                <c:pt idx="7812">
                  <c:v>45352.867361111108</c:v>
                </c:pt>
                <c:pt idx="7813">
                  <c:v>45455.775694444441</c:v>
                </c:pt>
                <c:pt idx="7814">
                  <c:v>45416.82916666667</c:v>
                </c:pt>
                <c:pt idx="7815">
                  <c:v>45745.85833333333</c:v>
                </c:pt>
                <c:pt idx="7816">
                  <c:v>45471.872916666667</c:v>
                </c:pt>
                <c:pt idx="7817">
                  <c:v>45562.443055555559</c:v>
                </c:pt>
                <c:pt idx="7818">
                  <c:v>45688.216666666667</c:v>
                </c:pt>
                <c:pt idx="7819">
                  <c:v>45381.776388888888</c:v>
                </c:pt>
                <c:pt idx="7820">
                  <c:v>45807.707638888889</c:v>
                </c:pt>
                <c:pt idx="7821">
                  <c:v>45777.414583333331</c:v>
                </c:pt>
                <c:pt idx="7822">
                  <c:v>45352.599305555559</c:v>
                </c:pt>
                <c:pt idx="7823">
                  <c:v>45534.943749999999</c:v>
                </c:pt>
                <c:pt idx="7824">
                  <c:v>46015.569444444453</c:v>
                </c:pt>
                <c:pt idx="7825">
                  <c:v>45323.423611111109</c:v>
                </c:pt>
                <c:pt idx="7826">
                  <c:v>45927.479166666657</c:v>
                </c:pt>
                <c:pt idx="7827">
                  <c:v>45840.470833333333</c:v>
                </c:pt>
                <c:pt idx="7828">
                  <c:v>45328.125</c:v>
                </c:pt>
                <c:pt idx="7829">
                  <c:v>45838.497916666667</c:v>
                </c:pt>
                <c:pt idx="7830">
                  <c:v>45871.402777777781</c:v>
                </c:pt>
                <c:pt idx="7831">
                  <c:v>45716.507638888892</c:v>
                </c:pt>
                <c:pt idx="7832">
                  <c:v>45652.693055555559</c:v>
                </c:pt>
                <c:pt idx="7833">
                  <c:v>45504.306250000001</c:v>
                </c:pt>
                <c:pt idx="7834">
                  <c:v>45625.40347222222</c:v>
                </c:pt>
                <c:pt idx="7835">
                  <c:v>45312.416666666657</c:v>
                </c:pt>
                <c:pt idx="7836">
                  <c:v>45788.408333333333</c:v>
                </c:pt>
                <c:pt idx="7837">
                  <c:v>45456.679861111108</c:v>
                </c:pt>
                <c:pt idx="7838">
                  <c:v>45543.750694444447</c:v>
                </c:pt>
                <c:pt idx="7839">
                  <c:v>45849.670138888891</c:v>
                </c:pt>
                <c:pt idx="7840">
                  <c:v>45501.594444444447</c:v>
                </c:pt>
                <c:pt idx="7841">
                  <c:v>45418.770138888889</c:v>
                </c:pt>
                <c:pt idx="7842">
                  <c:v>45393.452777777777</c:v>
                </c:pt>
                <c:pt idx="7843">
                  <c:v>45437.782638888893</c:v>
                </c:pt>
                <c:pt idx="7844">
                  <c:v>45593.1875</c:v>
                </c:pt>
                <c:pt idx="7845">
                  <c:v>45816.708333333343</c:v>
                </c:pt>
                <c:pt idx="7846">
                  <c:v>45569.730555555558</c:v>
                </c:pt>
                <c:pt idx="7847">
                  <c:v>45374.461805555547</c:v>
                </c:pt>
                <c:pt idx="7848">
                  <c:v>45711.287499999999</c:v>
                </c:pt>
                <c:pt idx="7849">
                  <c:v>45522.703472222223</c:v>
                </c:pt>
                <c:pt idx="7850">
                  <c:v>45669.690972222219</c:v>
                </c:pt>
                <c:pt idx="7851">
                  <c:v>45425.643750000003</c:v>
                </c:pt>
                <c:pt idx="7852">
                  <c:v>45729.628472222219</c:v>
                </c:pt>
                <c:pt idx="7853">
                  <c:v>45621.629166666673</c:v>
                </c:pt>
                <c:pt idx="7854">
                  <c:v>45344.356249999997</c:v>
                </c:pt>
                <c:pt idx="7855">
                  <c:v>45641.396527777782</c:v>
                </c:pt>
                <c:pt idx="7856">
                  <c:v>45686.633333333331</c:v>
                </c:pt>
                <c:pt idx="7857">
                  <c:v>45768.706944444442</c:v>
                </c:pt>
                <c:pt idx="7858">
                  <c:v>45480.348611111112</c:v>
                </c:pt>
                <c:pt idx="7859">
                  <c:v>45898.392361111109</c:v>
                </c:pt>
                <c:pt idx="7860">
                  <c:v>45912.511111111111</c:v>
                </c:pt>
                <c:pt idx="7861">
                  <c:v>45449.870138888888</c:v>
                </c:pt>
                <c:pt idx="7862">
                  <c:v>45877.329861111109</c:v>
                </c:pt>
                <c:pt idx="7863">
                  <c:v>45912.511111111111</c:v>
                </c:pt>
                <c:pt idx="7864">
                  <c:v>45949.397916666669</c:v>
                </c:pt>
                <c:pt idx="7865">
                  <c:v>45949.397916666669</c:v>
                </c:pt>
                <c:pt idx="7866">
                  <c:v>45985.433333333327</c:v>
                </c:pt>
                <c:pt idx="7867">
                  <c:v>45383.275000000001</c:v>
                </c:pt>
                <c:pt idx="7868">
                  <c:v>46011.427777777782</c:v>
                </c:pt>
                <c:pt idx="7869">
                  <c:v>46011.427777777782</c:v>
                </c:pt>
                <c:pt idx="7870">
                  <c:v>45898.392361111109</c:v>
                </c:pt>
                <c:pt idx="7871">
                  <c:v>45949.397916666669</c:v>
                </c:pt>
                <c:pt idx="7872">
                  <c:v>45898.392361111109</c:v>
                </c:pt>
                <c:pt idx="7873">
                  <c:v>45677.498611111107</c:v>
                </c:pt>
                <c:pt idx="7874">
                  <c:v>45985.433333333327</c:v>
                </c:pt>
                <c:pt idx="7875">
                  <c:v>45866.286805555559</c:v>
                </c:pt>
                <c:pt idx="7876">
                  <c:v>45866.286805555559</c:v>
                </c:pt>
                <c:pt idx="7877">
                  <c:v>45736.466666666667</c:v>
                </c:pt>
                <c:pt idx="7878">
                  <c:v>45866.286805555559</c:v>
                </c:pt>
                <c:pt idx="7879">
                  <c:v>45812.607638888891</c:v>
                </c:pt>
                <c:pt idx="7880">
                  <c:v>45812.607638888891</c:v>
                </c:pt>
                <c:pt idx="7881">
                  <c:v>45449.870138888888</c:v>
                </c:pt>
                <c:pt idx="7882">
                  <c:v>45949.397916666669</c:v>
                </c:pt>
                <c:pt idx="7883">
                  <c:v>45736.466666666667</c:v>
                </c:pt>
                <c:pt idx="7884">
                  <c:v>45383.275000000001</c:v>
                </c:pt>
                <c:pt idx="7885">
                  <c:v>45383.275000000001</c:v>
                </c:pt>
                <c:pt idx="7886">
                  <c:v>45912.511111111111</c:v>
                </c:pt>
                <c:pt idx="7887">
                  <c:v>45912.511111111111</c:v>
                </c:pt>
                <c:pt idx="7888">
                  <c:v>45877.329861111109</c:v>
                </c:pt>
                <c:pt idx="7889">
                  <c:v>45383.275000000001</c:v>
                </c:pt>
                <c:pt idx="7890">
                  <c:v>45449.870138888888</c:v>
                </c:pt>
                <c:pt idx="7891">
                  <c:v>45985.433333333327</c:v>
                </c:pt>
                <c:pt idx="7892">
                  <c:v>45812.607638888891</c:v>
                </c:pt>
                <c:pt idx="7893">
                  <c:v>45924.55</c:v>
                </c:pt>
                <c:pt idx="7894">
                  <c:v>45907.394444444442</c:v>
                </c:pt>
                <c:pt idx="7895">
                  <c:v>45885.669444444437</c:v>
                </c:pt>
                <c:pt idx="7896">
                  <c:v>45885.669444444437</c:v>
                </c:pt>
                <c:pt idx="7897">
                  <c:v>45877.329861111109</c:v>
                </c:pt>
                <c:pt idx="7898">
                  <c:v>45924.55</c:v>
                </c:pt>
                <c:pt idx="7899">
                  <c:v>45924.55</c:v>
                </c:pt>
                <c:pt idx="7900">
                  <c:v>45885.669444444437</c:v>
                </c:pt>
                <c:pt idx="7901">
                  <c:v>45924.55</c:v>
                </c:pt>
                <c:pt idx="7902">
                  <c:v>45885.669444444437</c:v>
                </c:pt>
                <c:pt idx="7903">
                  <c:v>45421.359722222223</c:v>
                </c:pt>
                <c:pt idx="7904">
                  <c:v>45862.321527777778</c:v>
                </c:pt>
                <c:pt idx="7905">
                  <c:v>45898.392361111109</c:v>
                </c:pt>
                <c:pt idx="7906">
                  <c:v>45721.336111111108</c:v>
                </c:pt>
                <c:pt idx="7907">
                  <c:v>45421.359722222223</c:v>
                </c:pt>
                <c:pt idx="7908">
                  <c:v>45926.60833333333</c:v>
                </c:pt>
                <c:pt idx="7909">
                  <c:v>45926.60833333333</c:v>
                </c:pt>
                <c:pt idx="7910">
                  <c:v>45862.321527777778</c:v>
                </c:pt>
                <c:pt idx="7911">
                  <c:v>45985.433333333327</c:v>
                </c:pt>
                <c:pt idx="7912">
                  <c:v>46018.631249999999</c:v>
                </c:pt>
                <c:pt idx="7913">
                  <c:v>46011.427777777782</c:v>
                </c:pt>
                <c:pt idx="7914">
                  <c:v>45968.468055555553</c:v>
                </c:pt>
                <c:pt idx="7915">
                  <c:v>45844.765972222223</c:v>
                </c:pt>
                <c:pt idx="7916">
                  <c:v>46011.427777777782</c:v>
                </c:pt>
                <c:pt idx="7917">
                  <c:v>45877.329861111109</c:v>
                </c:pt>
                <c:pt idx="7918">
                  <c:v>45968.468055555553</c:v>
                </c:pt>
                <c:pt idx="7919">
                  <c:v>45968.468055555553</c:v>
                </c:pt>
                <c:pt idx="7920">
                  <c:v>45763.660416666673</c:v>
                </c:pt>
                <c:pt idx="7921">
                  <c:v>45862.321527777778</c:v>
                </c:pt>
                <c:pt idx="7922">
                  <c:v>45926.60833333333</c:v>
                </c:pt>
                <c:pt idx="7923">
                  <c:v>45926.60833333333</c:v>
                </c:pt>
                <c:pt idx="7924">
                  <c:v>45968.468055555553</c:v>
                </c:pt>
                <c:pt idx="7925">
                  <c:v>45449.870138888888</c:v>
                </c:pt>
                <c:pt idx="7926">
                  <c:v>45736.466666666667</c:v>
                </c:pt>
                <c:pt idx="7927">
                  <c:v>45907.394444444442</c:v>
                </c:pt>
                <c:pt idx="7928">
                  <c:v>45599.659722222219</c:v>
                </c:pt>
                <c:pt idx="7929">
                  <c:v>45721.75</c:v>
                </c:pt>
                <c:pt idx="7930">
                  <c:v>45599.659722222219</c:v>
                </c:pt>
                <c:pt idx="7931">
                  <c:v>45698.381944444453</c:v>
                </c:pt>
                <c:pt idx="7932">
                  <c:v>45844.765972222223</c:v>
                </c:pt>
                <c:pt idx="7933">
                  <c:v>45655.370138888888</c:v>
                </c:pt>
                <c:pt idx="7934">
                  <c:v>45624.78402777778</c:v>
                </c:pt>
                <c:pt idx="7935">
                  <c:v>46005.327777777777</c:v>
                </c:pt>
                <c:pt idx="7936">
                  <c:v>45677.498611111107</c:v>
                </c:pt>
                <c:pt idx="7937">
                  <c:v>45522.914583333331</c:v>
                </c:pt>
                <c:pt idx="7938">
                  <c:v>45681.703472222223</c:v>
                </c:pt>
                <c:pt idx="7939">
                  <c:v>45721.75</c:v>
                </c:pt>
                <c:pt idx="7940">
                  <c:v>45681.703472222223</c:v>
                </c:pt>
                <c:pt idx="7941">
                  <c:v>45681.703472222223</c:v>
                </c:pt>
                <c:pt idx="7942">
                  <c:v>45681.703472222223</c:v>
                </c:pt>
                <c:pt idx="7943">
                  <c:v>45522.914583333331</c:v>
                </c:pt>
                <c:pt idx="7944">
                  <c:v>45631.614583333343</c:v>
                </c:pt>
                <c:pt idx="7945">
                  <c:v>45698.381944444453</c:v>
                </c:pt>
                <c:pt idx="7946">
                  <c:v>45782.330555555563</c:v>
                </c:pt>
                <c:pt idx="7947">
                  <c:v>45844.765972222223</c:v>
                </c:pt>
                <c:pt idx="7948">
                  <c:v>45624.78402777778</c:v>
                </c:pt>
                <c:pt idx="7949">
                  <c:v>45624.78402777778</c:v>
                </c:pt>
                <c:pt idx="7950">
                  <c:v>45782.330555555563</c:v>
                </c:pt>
                <c:pt idx="7951">
                  <c:v>46005.327777777777</c:v>
                </c:pt>
                <c:pt idx="7952">
                  <c:v>45421.359722222223</c:v>
                </c:pt>
                <c:pt idx="7953">
                  <c:v>45782.330555555563</c:v>
                </c:pt>
                <c:pt idx="7954">
                  <c:v>45624.78402777778</c:v>
                </c:pt>
                <c:pt idx="7955">
                  <c:v>45782.330555555563</c:v>
                </c:pt>
                <c:pt idx="7956">
                  <c:v>45599.659722222219</c:v>
                </c:pt>
                <c:pt idx="7957">
                  <c:v>45677.498611111107</c:v>
                </c:pt>
                <c:pt idx="7958">
                  <c:v>45655.370138888888</c:v>
                </c:pt>
                <c:pt idx="7959">
                  <c:v>45655.370138888888</c:v>
                </c:pt>
                <c:pt idx="7960">
                  <c:v>45599.659722222219</c:v>
                </c:pt>
                <c:pt idx="7961">
                  <c:v>45698.381944444453</c:v>
                </c:pt>
                <c:pt idx="7962">
                  <c:v>45522.914583333331</c:v>
                </c:pt>
                <c:pt idx="7963">
                  <c:v>45721.75</c:v>
                </c:pt>
                <c:pt idx="7964">
                  <c:v>45486.417361111111</c:v>
                </c:pt>
                <c:pt idx="7965">
                  <c:v>45985.714583333327</c:v>
                </c:pt>
                <c:pt idx="7966">
                  <c:v>45985.714583333327</c:v>
                </c:pt>
                <c:pt idx="7967">
                  <c:v>45372.838194444441</c:v>
                </c:pt>
                <c:pt idx="7968">
                  <c:v>45372.838194444441</c:v>
                </c:pt>
                <c:pt idx="7969">
                  <c:v>45985.714583333327</c:v>
                </c:pt>
                <c:pt idx="7970">
                  <c:v>45985.714583333327</c:v>
                </c:pt>
                <c:pt idx="7971">
                  <c:v>45372.838194444441</c:v>
                </c:pt>
                <c:pt idx="7972">
                  <c:v>45372.838194444441</c:v>
                </c:pt>
                <c:pt idx="7973">
                  <c:v>45486.417361111111</c:v>
                </c:pt>
                <c:pt idx="7974">
                  <c:v>45812.607638888891</c:v>
                </c:pt>
                <c:pt idx="7975">
                  <c:v>45631.614583333343</c:v>
                </c:pt>
                <c:pt idx="7976">
                  <c:v>46005.327777777777</c:v>
                </c:pt>
                <c:pt idx="7977">
                  <c:v>45866.286805555559</c:v>
                </c:pt>
                <c:pt idx="7978">
                  <c:v>45823.71597222222</c:v>
                </c:pt>
                <c:pt idx="7979">
                  <c:v>45631.614583333343</c:v>
                </c:pt>
                <c:pt idx="7980">
                  <c:v>45823.71597222222</c:v>
                </c:pt>
                <c:pt idx="7981">
                  <c:v>45347.614583333343</c:v>
                </c:pt>
                <c:pt idx="7982">
                  <c:v>45522.914583333331</c:v>
                </c:pt>
                <c:pt idx="7983">
                  <c:v>45655.370138888888</c:v>
                </c:pt>
                <c:pt idx="7984">
                  <c:v>45844.765972222223</c:v>
                </c:pt>
                <c:pt idx="7985">
                  <c:v>45823.71597222222</c:v>
                </c:pt>
                <c:pt idx="7986">
                  <c:v>46005.327777777777</c:v>
                </c:pt>
                <c:pt idx="7987">
                  <c:v>45486.417361111111</c:v>
                </c:pt>
                <c:pt idx="7988">
                  <c:v>45677.498611111107</c:v>
                </c:pt>
                <c:pt idx="7989">
                  <c:v>45347.614583333343</c:v>
                </c:pt>
                <c:pt idx="7990">
                  <c:v>45698.381944444453</c:v>
                </c:pt>
                <c:pt idx="7991">
                  <c:v>45631.614583333343</c:v>
                </c:pt>
                <c:pt idx="7992">
                  <c:v>45347.614583333343</c:v>
                </c:pt>
                <c:pt idx="7993">
                  <c:v>45721.75</c:v>
                </c:pt>
                <c:pt idx="7994">
                  <c:v>45823.71597222222</c:v>
                </c:pt>
                <c:pt idx="7995">
                  <c:v>45347.614583333343</c:v>
                </c:pt>
                <c:pt idx="7996">
                  <c:v>45486.417361111111</c:v>
                </c:pt>
                <c:pt idx="7997">
                  <c:v>45736.466666666667</c:v>
                </c:pt>
                <c:pt idx="7998">
                  <c:v>45785.82708333333</c:v>
                </c:pt>
                <c:pt idx="7999">
                  <c:v>45862.321527777778</c:v>
                </c:pt>
                <c:pt idx="8000">
                  <c:v>45838.343055555553</c:v>
                </c:pt>
                <c:pt idx="8001">
                  <c:v>45559.411111111112</c:v>
                </c:pt>
                <c:pt idx="8002">
                  <c:v>45802.570138888892</c:v>
                </c:pt>
                <c:pt idx="8003">
                  <c:v>45559.411111111112</c:v>
                </c:pt>
                <c:pt idx="8004">
                  <c:v>45559.411111111112</c:v>
                </c:pt>
                <c:pt idx="8005">
                  <c:v>45802.570138888892</c:v>
                </c:pt>
                <c:pt idx="8006">
                  <c:v>45952.570833333331</c:v>
                </c:pt>
                <c:pt idx="8007">
                  <c:v>45764.745138888888</c:v>
                </c:pt>
                <c:pt idx="8008">
                  <c:v>45844.563888888893</c:v>
                </c:pt>
                <c:pt idx="8009">
                  <c:v>45952.570833333331</c:v>
                </c:pt>
                <c:pt idx="8010">
                  <c:v>45559.411111111112</c:v>
                </c:pt>
                <c:pt idx="8011">
                  <c:v>45952.379166666673</c:v>
                </c:pt>
                <c:pt idx="8012">
                  <c:v>45863.433333333327</c:v>
                </c:pt>
                <c:pt idx="8013">
                  <c:v>46018.631249999999</c:v>
                </c:pt>
                <c:pt idx="8014">
                  <c:v>45952.570833333331</c:v>
                </c:pt>
                <c:pt idx="8015">
                  <c:v>45764.745138888888</c:v>
                </c:pt>
                <c:pt idx="8016">
                  <c:v>45952.570833333331</c:v>
                </c:pt>
                <c:pt idx="8017">
                  <c:v>45764.745138888888</c:v>
                </c:pt>
                <c:pt idx="8018">
                  <c:v>46008.354861111111</c:v>
                </c:pt>
                <c:pt idx="8019">
                  <c:v>45721.336111111108</c:v>
                </c:pt>
                <c:pt idx="8020">
                  <c:v>45721.336111111108</c:v>
                </c:pt>
                <c:pt idx="8021">
                  <c:v>45764.745138888888</c:v>
                </c:pt>
                <c:pt idx="8022">
                  <c:v>45306.390277777777</c:v>
                </c:pt>
                <c:pt idx="8023">
                  <c:v>45863.433333333327</c:v>
                </c:pt>
                <c:pt idx="8024">
                  <c:v>45988.398611111108</c:v>
                </c:pt>
                <c:pt idx="8025">
                  <c:v>45802.570138888892</c:v>
                </c:pt>
                <c:pt idx="8026">
                  <c:v>45952.379166666673</c:v>
                </c:pt>
                <c:pt idx="8027">
                  <c:v>45838.343055555553</c:v>
                </c:pt>
                <c:pt idx="8028">
                  <c:v>45795.751388888893</c:v>
                </c:pt>
                <c:pt idx="8029">
                  <c:v>45988.398611111108</c:v>
                </c:pt>
                <c:pt idx="8030">
                  <c:v>45306.390277777777</c:v>
                </c:pt>
                <c:pt idx="8031">
                  <c:v>45795.751388888893</c:v>
                </c:pt>
                <c:pt idx="8032">
                  <c:v>45988.398611111108</c:v>
                </c:pt>
                <c:pt idx="8033">
                  <c:v>45988.398611111108</c:v>
                </c:pt>
                <c:pt idx="8034">
                  <c:v>45838.343055555553</c:v>
                </c:pt>
                <c:pt idx="8035">
                  <c:v>45952.379166666673</c:v>
                </c:pt>
                <c:pt idx="8036">
                  <c:v>45306.390277777777</c:v>
                </c:pt>
                <c:pt idx="8037">
                  <c:v>45952.379166666673</c:v>
                </c:pt>
                <c:pt idx="8038">
                  <c:v>45894.621527777781</c:v>
                </c:pt>
                <c:pt idx="8039">
                  <c:v>45721.336111111108</c:v>
                </c:pt>
                <c:pt idx="8040">
                  <c:v>45894.621527777781</c:v>
                </c:pt>
                <c:pt idx="8041">
                  <c:v>45795.751388888893</c:v>
                </c:pt>
                <c:pt idx="8042">
                  <c:v>45863.433333333327</c:v>
                </c:pt>
                <c:pt idx="8043">
                  <c:v>45795.751388888893</c:v>
                </c:pt>
                <c:pt idx="8044">
                  <c:v>46018.631249999999</c:v>
                </c:pt>
                <c:pt idx="8045">
                  <c:v>45863.433333333327</c:v>
                </c:pt>
                <c:pt idx="8046">
                  <c:v>46008.354861111111</c:v>
                </c:pt>
                <c:pt idx="8047">
                  <c:v>45907.394444444442</c:v>
                </c:pt>
                <c:pt idx="8048">
                  <c:v>45802.570138888892</c:v>
                </c:pt>
                <c:pt idx="8049">
                  <c:v>45785.82708333333</c:v>
                </c:pt>
                <c:pt idx="8050">
                  <c:v>45894.621527777781</c:v>
                </c:pt>
                <c:pt idx="8051">
                  <c:v>45907.394444444442</c:v>
                </c:pt>
                <c:pt idx="8052">
                  <c:v>45761.407638888893</c:v>
                </c:pt>
                <c:pt idx="8053">
                  <c:v>45761.407638888893</c:v>
                </c:pt>
                <c:pt idx="8054">
                  <c:v>45844.563888888893</c:v>
                </c:pt>
                <c:pt idx="8055">
                  <c:v>45761.407638888893</c:v>
                </c:pt>
                <c:pt idx="8056">
                  <c:v>45761.407638888893</c:v>
                </c:pt>
                <c:pt idx="8057">
                  <c:v>45763.660416666673</c:v>
                </c:pt>
                <c:pt idx="8058">
                  <c:v>45785.82708333333</c:v>
                </c:pt>
                <c:pt idx="8059">
                  <c:v>46008.354861111111</c:v>
                </c:pt>
                <c:pt idx="8060">
                  <c:v>45785.82708333333</c:v>
                </c:pt>
                <c:pt idx="8061">
                  <c:v>45421.359722222223</c:v>
                </c:pt>
                <c:pt idx="8062">
                  <c:v>45894.621527777781</c:v>
                </c:pt>
                <c:pt idx="8063">
                  <c:v>45844.563888888893</c:v>
                </c:pt>
                <c:pt idx="8064">
                  <c:v>46008.354861111111</c:v>
                </c:pt>
                <c:pt idx="8065">
                  <c:v>45763.660416666673</c:v>
                </c:pt>
                <c:pt idx="8066">
                  <c:v>46018.631249999999</c:v>
                </c:pt>
                <c:pt idx="8067">
                  <c:v>45838.343055555553</c:v>
                </c:pt>
                <c:pt idx="8068">
                  <c:v>45844.563888888893</c:v>
                </c:pt>
                <c:pt idx="8069">
                  <c:v>45306.390277777777</c:v>
                </c:pt>
                <c:pt idx="8070">
                  <c:v>45763.660416666673</c:v>
                </c:pt>
                <c:pt idx="8071">
                  <c:v>45662.57916666667</c:v>
                </c:pt>
                <c:pt idx="8072">
                  <c:v>45985.883333333331</c:v>
                </c:pt>
                <c:pt idx="8073">
                  <c:v>45327.614583333343</c:v>
                </c:pt>
                <c:pt idx="8074">
                  <c:v>45335.771527777782</c:v>
                </c:pt>
                <c:pt idx="8075">
                  <c:v>45944.739583333343</c:v>
                </c:pt>
                <c:pt idx="8076">
                  <c:v>45661.585416666669</c:v>
                </c:pt>
                <c:pt idx="8077">
                  <c:v>45883.661805555559</c:v>
                </c:pt>
                <c:pt idx="8078">
                  <c:v>45783.715277777781</c:v>
                </c:pt>
                <c:pt idx="8079">
                  <c:v>45601.625</c:v>
                </c:pt>
                <c:pt idx="8080">
                  <c:v>45498.642361111109</c:v>
                </c:pt>
                <c:pt idx="8081">
                  <c:v>45950.899305555547</c:v>
                </c:pt>
                <c:pt idx="8082">
                  <c:v>45607.625694444447</c:v>
                </c:pt>
                <c:pt idx="8083">
                  <c:v>45957.535416666673</c:v>
                </c:pt>
                <c:pt idx="8084">
                  <c:v>45821.429166666669</c:v>
                </c:pt>
                <c:pt idx="8085">
                  <c:v>45859.448611111111</c:v>
                </c:pt>
                <c:pt idx="8086">
                  <c:v>45702.452777777777</c:v>
                </c:pt>
                <c:pt idx="8087">
                  <c:v>45384.540972222218</c:v>
                </c:pt>
                <c:pt idx="8088">
                  <c:v>45477.586805555547</c:v>
                </c:pt>
                <c:pt idx="8089">
                  <c:v>45989.42083333333</c:v>
                </c:pt>
                <c:pt idx="8090">
                  <c:v>45329.630555555559</c:v>
                </c:pt>
                <c:pt idx="8091">
                  <c:v>45910.472916666673</c:v>
                </c:pt>
                <c:pt idx="8092">
                  <c:v>45656.445138888892</c:v>
                </c:pt>
                <c:pt idx="8093">
                  <c:v>46021.51666666667</c:v>
                </c:pt>
                <c:pt idx="8094">
                  <c:v>45433.515277777777</c:v>
                </c:pt>
                <c:pt idx="8095">
                  <c:v>45539.550694444442</c:v>
                </c:pt>
                <c:pt idx="8096">
                  <c:v>45308.511111111111</c:v>
                </c:pt>
                <c:pt idx="8097">
                  <c:v>45750.431250000001</c:v>
                </c:pt>
                <c:pt idx="8098">
                  <c:v>45945.453472222223</c:v>
                </c:pt>
                <c:pt idx="8099">
                  <c:v>45770.541666666657</c:v>
                </c:pt>
                <c:pt idx="8100">
                  <c:v>45692.489583333343</c:v>
                </c:pt>
                <c:pt idx="8101">
                  <c:v>45462.456944444442</c:v>
                </c:pt>
                <c:pt idx="8102">
                  <c:v>45754.591666666667</c:v>
                </c:pt>
                <c:pt idx="8103">
                  <c:v>45821.410416666673</c:v>
                </c:pt>
                <c:pt idx="8104">
                  <c:v>45882.496527777781</c:v>
                </c:pt>
                <c:pt idx="8105">
                  <c:v>45548.50277777778</c:v>
                </c:pt>
                <c:pt idx="8106">
                  <c:v>45786.612500000003</c:v>
                </c:pt>
                <c:pt idx="8107">
                  <c:v>45372.619444444441</c:v>
                </c:pt>
                <c:pt idx="8108">
                  <c:v>45580.427777777782</c:v>
                </c:pt>
                <c:pt idx="8109">
                  <c:v>46020.481944444437</c:v>
                </c:pt>
                <c:pt idx="8110">
                  <c:v>45416.688888888893</c:v>
                </c:pt>
                <c:pt idx="8111">
                  <c:v>45845.444444444453</c:v>
                </c:pt>
                <c:pt idx="8112">
                  <c:v>45664.54583333333</c:v>
                </c:pt>
                <c:pt idx="8113">
                  <c:v>45618.46597222222</c:v>
                </c:pt>
                <c:pt idx="8114">
                  <c:v>45523.479861111111</c:v>
                </c:pt>
                <c:pt idx="8115">
                  <c:v>45639.5625</c:v>
                </c:pt>
                <c:pt idx="8116">
                  <c:v>45804.53402777778</c:v>
                </c:pt>
                <c:pt idx="8117">
                  <c:v>45736.477777777778</c:v>
                </c:pt>
                <c:pt idx="8118">
                  <c:v>45714.711111111108</c:v>
                </c:pt>
                <c:pt idx="8119">
                  <c:v>45309.809027777781</c:v>
                </c:pt>
                <c:pt idx="8120">
                  <c:v>45394.538194444453</c:v>
                </c:pt>
                <c:pt idx="8121">
                  <c:v>45481.525000000001</c:v>
                </c:pt>
                <c:pt idx="8122">
                  <c:v>45792.629861111112</c:v>
                </c:pt>
                <c:pt idx="8123">
                  <c:v>45747.626388888893</c:v>
                </c:pt>
                <c:pt idx="8124">
                  <c:v>45520.625</c:v>
                </c:pt>
                <c:pt idx="8125">
                  <c:v>45418.563194444447</c:v>
                </c:pt>
                <c:pt idx="8126">
                  <c:v>45435.496527777781</c:v>
                </c:pt>
                <c:pt idx="8127">
                  <c:v>45944.390277777777</c:v>
                </c:pt>
                <c:pt idx="8128">
                  <c:v>45681.350694444453</c:v>
                </c:pt>
                <c:pt idx="8129">
                  <c:v>45989.48541666667</c:v>
                </c:pt>
                <c:pt idx="8130">
                  <c:v>45503.6</c:v>
                </c:pt>
                <c:pt idx="8131">
                  <c:v>45352.588194444441</c:v>
                </c:pt>
                <c:pt idx="8132">
                  <c:v>45551.473611111112</c:v>
                </c:pt>
                <c:pt idx="8133">
                  <c:v>45926.611805555563</c:v>
                </c:pt>
                <c:pt idx="8134">
                  <c:v>45813.598611111112</c:v>
                </c:pt>
                <c:pt idx="8135">
                  <c:v>45334.460416666669</c:v>
                </c:pt>
                <c:pt idx="8136">
                  <c:v>45908.529166666667</c:v>
                </c:pt>
                <c:pt idx="8137">
                  <c:v>45378.438888888893</c:v>
                </c:pt>
                <c:pt idx="8138">
                  <c:v>45453.595138888893</c:v>
                </c:pt>
                <c:pt idx="8139">
                  <c:v>45838.467361111107</c:v>
                </c:pt>
                <c:pt idx="8140">
                  <c:v>45637.447222222218</c:v>
                </c:pt>
                <c:pt idx="8141">
                  <c:v>45303.547222222223</c:v>
                </c:pt>
                <c:pt idx="8142">
                  <c:v>45988.318749999999</c:v>
                </c:pt>
                <c:pt idx="8143">
                  <c:v>45965.404166666667</c:v>
                </c:pt>
                <c:pt idx="8144">
                  <c:v>45856.595833333333</c:v>
                </c:pt>
                <c:pt idx="8145">
                  <c:v>45576.580555555563</c:v>
                </c:pt>
                <c:pt idx="8146">
                  <c:v>45657.490972222222</c:v>
                </c:pt>
                <c:pt idx="8147">
                  <c:v>45887.503472222219</c:v>
                </c:pt>
                <c:pt idx="8148">
                  <c:v>45695.573611111111</c:v>
                </c:pt>
                <c:pt idx="8149">
                  <c:v>45617.446527777778</c:v>
                </c:pt>
                <c:pt idx="8150">
                  <c:v>45770.445138888892</c:v>
                </c:pt>
                <c:pt idx="8151">
                  <c:v>46013.647222222222</c:v>
                </c:pt>
                <c:pt idx="8152">
                  <c:v>45726.556944444441</c:v>
                </c:pt>
                <c:pt idx="8153">
                  <c:v>45978.590277777781</c:v>
                </c:pt>
                <c:pt idx="8154">
                  <c:v>45779.318749999999</c:v>
                </c:pt>
                <c:pt idx="8155">
                  <c:v>45885.311805555553</c:v>
                </c:pt>
                <c:pt idx="8156">
                  <c:v>45343.339583333327</c:v>
                </c:pt>
                <c:pt idx="8157">
                  <c:v>45315.3125</c:v>
                </c:pt>
                <c:pt idx="8158">
                  <c:v>45856.384722222218</c:v>
                </c:pt>
                <c:pt idx="8159">
                  <c:v>45580.338888888888</c:v>
                </c:pt>
                <c:pt idx="8160">
                  <c:v>45812.34652777778</c:v>
                </c:pt>
                <c:pt idx="8161">
                  <c:v>45463.62222222222</c:v>
                </c:pt>
                <c:pt idx="8162">
                  <c:v>45418.597916666673</c:v>
                </c:pt>
                <c:pt idx="8163">
                  <c:v>45946.306944444441</c:v>
                </c:pt>
                <c:pt idx="8164">
                  <c:v>45392.332638888889</c:v>
                </c:pt>
                <c:pt idx="8165">
                  <c:v>45921.478472222218</c:v>
                </c:pt>
                <c:pt idx="8166">
                  <c:v>45539.32916666667</c:v>
                </c:pt>
                <c:pt idx="8167">
                  <c:v>45682.454861111109</c:v>
                </c:pt>
                <c:pt idx="8168">
                  <c:v>45736.348611111112</c:v>
                </c:pt>
                <c:pt idx="8169">
                  <c:v>45496.311805555553</c:v>
                </c:pt>
                <c:pt idx="8170">
                  <c:v>46004.490972222222</c:v>
                </c:pt>
                <c:pt idx="8171">
                  <c:v>45664.236805555563</c:v>
                </c:pt>
                <c:pt idx="8172">
                  <c:v>45550.934027777781</c:v>
                </c:pt>
                <c:pt idx="8173">
                  <c:v>46018.402777777781</c:v>
                </c:pt>
                <c:pt idx="8174">
                  <c:v>45840.803472222222</c:v>
                </c:pt>
                <c:pt idx="8175">
                  <c:v>45496.945138888892</c:v>
                </c:pt>
                <c:pt idx="8176">
                  <c:v>45871.890277777777</c:v>
                </c:pt>
                <c:pt idx="8177">
                  <c:v>45901.493055555547</c:v>
                </c:pt>
                <c:pt idx="8178">
                  <c:v>45412.965277777781</c:v>
                </c:pt>
                <c:pt idx="8179">
                  <c:v>46008.906944444447</c:v>
                </c:pt>
                <c:pt idx="8180">
                  <c:v>45465.657638888893</c:v>
                </c:pt>
                <c:pt idx="8181">
                  <c:v>45963.996527777781</c:v>
                </c:pt>
                <c:pt idx="8182">
                  <c:v>45654.795138888891</c:v>
                </c:pt>
                <c:pt idx="8183">
                  <c:v>45921.383333333331</c:v>
                </c:pt>
                <c:pt idx="8184">
                  <c:v>45323.71875</c:v>
                </c:pt>
                <c:pt idx="8185">
                  <c:v>45739.35833333333</c:v>
                </c:pt>
                <c:pt idx="8186">
                  <c:v>45357.631249999999</c:v>
                </c:pt>
                <c:pt idx="8187">
                  <c:v>45518.851388888892</c:v>
                </c:pt>
                <c:pt idx="8188">
                  <c:v>45813.870138888888</c:v>
                </c:pt>
                <c:pt idx="8189">
                  <c:v>45641.654166666667</c:v>
                </c:pt>
                <c:pt idx="8190">
                  <c:v>45761.341666666667</c:v>
                </c:pt>
                <c:pt idx="8191">
                  <c:v>45579.881249999999</c:v>
                </c:pt>
                <c:pt idx="8192">
                  <c:v>45688.456944444442</c:v>
                </c:pt>
                <c:pt idx="8193">
                  <c:v>45606.553472222222</c:v>
                </c:pt>
                <c:pt idx="8194">
                  <c:v>45943.842361111107</c:v>
                </c:pt>
                <c:pt idx="8195">
                  <c:v>45384.580555555563</c:v>
                </c:pt>
                <c:pt idx="8196">
                  <c:v>45435.805555555547</c:v>
                </c:pt>
                <c:pt idx="8197">
                  <c:v>45987.844444444447</c:v>
                </c:pt>
                <c:pt idx="8198">
                  <c:v>45706.95416666667</c:v>
                </c:pt>
                <c:pt idx="8199">
                  <c:v>45785.411111111112</c:v>
                </c:pt>
                <c:pt idx="8200">
                  <c:v>45354.671527777777</c:v>
                </c:pt>
                <c:pt idx="8201">
                  <c:v>45337.643055555563</c:v>
                </c:pt>
                <c:pt idx="8202">
                  <c:v>45432.710416666669</c:v>
                </c:pt>
                <c:pt idx="8203">
                  <c:v>46006.515277777777</c:v>
                </c:pt>
                <c:pt idx="8204">
                  <c:v>45981.477083333331</c:v>
                </c:pt>
                <c:pt idx="8205">
                  <c:v>45722.446527777778</c:v>
                </c:pt>
                <c:pt idx="8206">
                  <c:v>45600.959027777782</c:v>
                </c:pt>
                <c:pt idx="8207">
                  <c:v>45916.448611111111</c:v>
                </c:pt>
                <c:pt idx="8208">
                  <c:v>45954.975694444453</c:v>
                </c:pt>
                <c:pt idx="8209">
                  <c:v>45444.370833333327</c:v>
                </c:pt>
                <c:pt idx="8210">
                  <c:v>45530.40347222222</c:v>
                </c:pt>
                <c:pt idx="8211">
                  <c:v>45788.900694444441</c:v>
                </c:pt>
                <c:pt idx="8212">
                  <c:v>45377.251388888893</c:v>
                </c:pt>
                <c:pt idx="8213">
                  <c:v>45943.746527777781</c:v>
                </c:pt>
                <c:pt idx="8214">
                  <c:v>45329.945833333331</c:v>
                </c:pt>
                <c:pt idx="8215">
                  <c:v>45468.397222222222</c:v>
                </c:pt>
                <c:pt idx="8216">
                  <c:v>45980.841666666667</c:v>
                </c:pt>
                <c:pt idx="8217">
                  <c:v>45874.661805555559</c:v>
                </c:pt>
                <c:pt idx="8218">
                  <c:v>45506.420138888891</c:v>
                </c:pt>
                <c:pt idx="8219">
                  <c:v>45669.557638888888</c:v>
                </c:pt>
                <c:pt idx="8220">
                  <c:v>45513.524305555547</c:v>
                </c:pt>
                <c:pt idx="8221">
                  <c:v>45677.664583333331</c:v>
                </c:pt>
                <c:pt idx="8222">
                  <c:v>45583.661805555559</c:v>
                </c:pt>
                <c:pt idx="8223">
                  <c:v>45845.926388888889</c:v>
                </c:pt>
                <c:pt idx="8224">
                  <c:v>45696.720833333333</c:v>
                </c:pt>
                <c:pt idx="8225">
                  <c:v>45399.401388888888</c:v>
                </c:pt>
                <c:pt idx="8226">
                  <c:v>45747.427083333343</c:v>
                </c:pt>
                <c:pt idx="8227">
                  <c:v>45828.470138888893</c:v>
                </c:pt>
                <c:pt idx="8228">
                  <c:v>45550.616666666669</c:v>
                </c:pt>
                <c:pt idx="8229">
                  <c:v>45312.684027777781</c:v>
                </c:pt>
                <c:pt idx="8230">
                  <c:v>45627.510416666657</c:v>
                </c:pt>
                <c:pt idx="8231">
                  <c:v>45868.144444444442</c:v>
                </c:pt>
                <c:pt idx="8232">
                  <c:v>45837.913888888892</c:v>
                </c:pt>
                <c:pt idx="8233">
                  <c:v>45434.809027777781</c:v>
                </c:pt>
                <c:pt idx="8234">
                  <c:v>45868.144444444442</c:v>
                </c:pt>
                <c:pt idx="8235">
                  <c:v>45655.85833333333</c:v>
                </c:pt>
                <c:pt idx="8236">
                  <c:v>45826.504861111112</c:v>
                </c:pt>
                <c:pt idx="8237">
                  <c:v>45370.280555555553</c:v>
                </c:pt>
                <c:pt idx="8238">
                  <c:v>45826.504861111112</c:v>
                </c:pt>
                <c:pt idx="8239">
                  <c:v>45524.586805555547</c:v>
                </c:pt>
                <c:pt idx="8240">
                  <c:v>45465.48333333333</c:v>
                </c:pt>
                <c:pt idx="8241">
                  <c:v>45465.48333333333</c:v>
                </c:pt>
                <c:pt idx="8242">
                  <c:v>45837.913888888892</c:v>
                </c:pt>
                <c:pt idx="8243">
                  <c:v>45962.672222222223</c:v>
                </c:pt>
                <c:pt idx="8244">
                  <c:v>45962.672222222223</c:v>
                </c:pt>
                <c:pt idx="8245">
                  <c:v>45524.586805555547</c:v>
                </c:pt>
                <c:pt idx="8246">
                  <c:v>45370.280555555553</c:v>
                </c:pt>
                <c:pt idx="8247">
                  <c:v>45434.809027777781</c:v>
                </c:pt>
                <c:pt idx="8248">
                  <c:v>45655.85833333333</c:v>
                </c:pt>
                <c:pt idx="8249">
                  <c:v>45989.45208333333</c:v>
                </c:pt>
                <c:pt idx="8250">
                  <c:v>45795.492361111108</c:v>
                </c:pt>
                <c:pt idx="8251">
                  <c:v>45415.395138888889</c:v>
                </c:pt>
                <c:pt idx="8252">
                  <c:v>45914.527777777781</c:v>
                </c:pt>
                <c:pt idx="8253">
                  <c:v>45580.786111111112</c:v>
                </c:pt>
                <c:pt idx="8254">
                  <c:v>45623.576388888891</c:v>
                </c:pt>
                <c:pt idx="8255">
                  <c:v>45476.416666666657</c:v>
                </c:pt>
                <c:pt idx="8256">
                  <c:v>45890.866666666669</c:v>
                </c:pt>
                <c:pt idx="8257">
                  <c:v>45936.444444444453</c:v>
                </c:pt>
                <c:pt idx="8258">
                  <c:v>45890.866666666669</c:v>
                </c:pt>
                <c:pt idx="8259">
                  <c:v>45718.559027777781</c:v>
                </c:pt>
                <c:pt idx="8260">
                  <c:v>45383.796527777777</c:v>
                </c:pt>
                <c:pt idx="8261">
                  <c:v>45989.45208333333</c:v>
                </c:pt>
                <c:pt idx="8262">
                  <c:v>45479.143750000003</c:v>
                </c:pt>
                <c:pt idx="8263">
                  <c:v>45580.786111111112</c:v>
                </c:pt>
                <c:pt idx="8264">
                  <c:v>45600.725694444453</c:v>
                </c:pt>
                <c:pt idx="8265">
                  <c:v>45718.559027777781</c:v>
                </c:pt>
                <c:pt idx="8266">
                  <c:v>45479.143750000003</c:v>
                </c:pt>
                <c:pt idx="8267">
                  <c:v>45936.444444444453</c:v>
                </c:pt>
                <c:pt idx="8268">
                  <c:v>45795.492361111108</c:v>
                </c:pt>
                <c:pt idx="8269">
                  <c:v>45623.576388888891</c:v>
                </c:pt>
                <c:pt idx="8270">
                  <c:v>45328.92083333333</c:v>
                </c:pt>
                <c:pt idx="8271">
                  <c:v>45351.713888888888</c:v>
                </c:pt>
                <c:pt idx="8272">
                  <c:v>45328.92083333333</c:v>
                </c:pt>
                <c:pt idx="8273">
                  <c:v>45383.796527777777</c:v>
                </c:pt>
                <c:pt idx="8274">
                  <c:v>45698.531944444447</c:v>
                </c:pt>
                <c:pt idx="8275">
                  <c:v>45351.713888888888</c:v>
                </c:pt>
                <c:pt idx="8276">
                  <c:v>45914.527777777781</c:v>
                </c:pt>
                <c:pt idx="8277">
                  <c:v>45415.395138888889</c:v>
                </c:pt>
                <c:pt idx="8278">
                  <c:v>45600.725694444453</c:v>
                </c:pt>
                <c:pt idx="8279">
                  <c:v>45928.513194444437</c:v>
                </c:pt>
                <c:pt idx="8280">
                  <c:v>45698.531944444447</c:v>
                </c:pt>
                <c:pt idx="8281">
                  <c:v>45775.521527777782</c:v>
                </c:pt>
                <c:pt idx="8282">
                  <c:v>45476.416666666657</c:v>
                </c:pt>
                <c:pt idx="8283">
                  <c:v>45928.513194444437</c:v>
                </c:pt>
                <c:pt idx="8284">
                  <c:v>45775.521527777782</c:v>
                </c:pt>
                <c:pt idx="8285">
                  <c:v>45893.724305555559</c:v>
                </c:pt>
                <c:pt idx="8286">
                  <c:v>45442.86041666667</c:v>
                </c:pt>
                <c:pt idx="8287">
                  <c:v>45438.843055555553</c:v>
                </c:pt>
                <c:pt idx="8288">
                  <c:v>45744.935416666667</c:v>
                </c:pt>
                <c:pt idx="8289">
                  <c:v>46009.918055555558</c:v>
                </c:pt>
                <c:pt idx="8290">
                  <c:v>45730.967361111107</c:v>
                </c:pt>
                <c:pt idx="8291">
                  <c:v>45792.897222222222</c:v>
                </c:pt>
                <c:pt idx="8292">
                  <c:v>45330.279861111107</c:v>
                </c:pt>
                <c:pt idx="8293">
                  <c:v>45584.51666666667</c:v>
                </c:pt>
                <c:pt idx="8294">
                  <c:v>45845.576388888891</c:v>
                </c:pt>
                <c:pt idx="8295">
                  <c:v>45844.85833333333</c:v>
                </c:pt>
                <c:pt idx="8296">
                  <c:v>45376.900694444441</c:v>
                </c:pt>
                <c:pt idx="8297">
                  <c:v>45704.396527777782</c:v>
                </c:pt>
                <c:pt idx="8298">
                  <c:v>45649.294444444437</c:v>
                </c:pt>
                <c:pt idx="8299">
                  <c:v>45951.923611111109</c:v>
                </c:pt>
                <c:pt idx="8300">
                  <c:v>45501.853472222218</c:v>
                </c:pt>
                <c:pt idx="8301">
                  <c:v>45423.354166666657</c:v>
                </c:pt>
                <c:pt idx="8302">
                  <c:v>45844.85833333333</c:v>
                </c:pt>
                <c:pt idx="8303">
                  <c:v>45976.680555555547</c:v>
                </c:pt>
                <c:pt idx="8304">
                  <c:v>45796.727777777778</c:v>
                </c:pt>
                <c:pt idx="8305">
                  <c:v>45698.745833333327</c:v>
                </c:pt>
                <c:pt idx="8306">
                  <c:v>45924.96597222222</c:v>
                </c:pt>
                <c:pt idx="8307">
                  <c:v>45826.973611111112</c:v>
                </c:pt>
                <c:pt idx="8308">
                  <c:v>45877.959722222222</c:v>
                </c:pt>
                <c:pt idx="8309">
                  <c:v>46023.817361111112</c:v>
                </c:pt>
                <c:pt idx="8310">
                  <c:v>45712.930555555547</c:v>
                </c:pt>
                <c:pt idx="8311">
                  <c:v>45762.168749999997</c:v>
                </c:pt>
                <c:pt idx="8312">
                  <c:v>45951.695138888892</c:v>
                </c:pt>
                <c:pt idx="8313">
                  <c:v>45685.618055555547</c:v>
                </c:pt>
                <c:pt idx="8314">
                  <c:v>45902.657638888893</c:v>
                </c:pt>
                <c:pt idx="8315">
                  <c:v>45781.993055555547</c:v>
                </c:pt>
                <c:pt idx="8316">
                  <c:v>45844.913888888892</c:v>
                </c:pt>
                <c:pt idx="8317">
                  <c:v>46000.930555555547</c:v>
                </c:pt>
                <c:pt idx="8318">
                  <c:v>45744.804166666669</c:v>
                </c:pt>
                <c:pt idx="8319">
                  <c:v>45699.463194444441</c:v>
                </c:pt>
                <c:pt idx="8320">
                  <c:v>45317.434027777781</c:v>
                </c:pt>
                <c:pt idx="8321">
                  <c:v>45299.35</c:v>
                </c:pt>
                <c:pt idx="8322">
                  <c:v>45548.384722222218</c:v>
                </c:pt>
                <c:pt idx="8323">
                  <c:v>45419.602777777778</c:v>
                </c:pt>
                <c:pt idx="8324">
                  <c:v>45419.584722222222</c:v>
                </c:pt>
                <c:pt idx="8325">
                  <c:v>45604.461111111108</c:v>
                </c:pt>
                <c:pt idx="8326">
                  <c:v>45641.57916666667</c:v>
                </c:pt>
                <c:pt idx="8327">
                  <c:v>45508.763888888891</c:v>
                </c:pt>
                <c:pt idx="8328">
                  <c:v>45952.554166666669</c:v>
                </c:pt>
                <c:pt idx="8329">
                  <c:v>45390.729166666657</c:v>
                </c:pt>
                <c:pt idx="8330">
                  <c:v>45797.810416666667</c:v>
                </c:pt>
                <c:pt idx="8331">
                  <c:v>45460.433333333327</c:v>
                </c:pt>
                <c:pt idx="8332">
                  <c:v>46023.375694444447</c:v>
                </c:pt>
                <c:pt idx="8333">
                  <c:v>45868.386805555558</c:v>
                </c:pt>
                <c:pt idx="8334">
                  <c:v>45387.59652777778</c:v>
                </c:pt>
                <c:pt idx="8335">
                  <c:v>45735.576388888891</c:v>
                </c:pt>
                <c:pt idx="8336">
                  <c:v>45383.525000000001</c:v>
                </c:pt>
                <c:pt idx="8337">
                  <c:v>45352.409722222219</c:v>
                </c:pt>
                <c:pt idx="8338">
                  <c:v>45894.553472222222</c:v>
                </c:pt>
                <c:pt idx="8339">
                  <c:v>45412.657638888893</c:v>
                </c:pt>
                <c:pt idx="8340">
                  <c:v>45770.53125</c:v>
                </c:pt>
                <c:pt idx="8341">
                  <c:v>45299.446527777778</c:v>
                </c:pt>
                <c:pt idx="8342">
                  <c:v>45358.48333333333</c:v>
                </c:pt>
                <c:pt idx="8343">
                  <c:v>45448.548611111109</c:v>
                </c:pt>
                <c:pt idx="8344">
                  <c:v>45975.489583333343</c:v>
                </c:pt>
                <c:pt idx="8345">
                  <c:v>45482.479861111111</c:v>
                </c:pt>
                <c:pt idx="8346">
                  <c:v>45628.479166666657</c:v>
                </c:pt>
                <c:pt idx="8347">
                  <c:v>45660.587500000001</c:v>
                </c:pt>
                <c:pt idx="8348">
                  <c:v>45849.491666666669</c:v>
                </c:pt>
                <c:pt idx="8349">
                  <c:v>45558.482638888891</c:v>
                </c:pt>
                <c:pt idx="8350">
                  <c:v>45936.484722222223</c:v>
                </c:pt>
                <c:pt idx="8351">
                  <c:v>45730.536805555559</c:v>
                </c:pt>
                <c:pt idx="8352">
                  <c:v>45807.484027777777</c:v>
                </c:pt>
                <c:pt idx="8353">
                  <c:v>45520.461805555547</c:v>
                </c:pt>
                <c:pt idx="8354">
                  <c:v>45600.455555555563</c:v>
                </c:pt>
                <c:pt idx="8355">
                  <c:v>45692.718055555553</c:v>
                </c:pt>
                <c:pt idx="8356">
                  <c:v>45744.505555555559</c:v>
                </c:pt>
                <c:pt idx="8357">
                  <c:v>45681.130555555559</c:v>
                </c:pt>
                <c:pt idx="8358">
                  <c:v>45299.069444444453</c:v>
                </c:pt>
                <c:pt idx="8359">
                  <c:v>45869.006249999999</c:v>
                </c:pt>
                <c:pt idx="8360">
                  <c:v>45566.1</c:v>
                </c:pt>
                <c:pt idx="8361">
                  <c:v>45383.950694444437</c:v>
                </c:pt>
                <c:pt idx="8362">
                  <c:v>45934.129861111112</c:v>
                </c:pt>
                <c:pt idx="8363">
                  <c:v>45464.726388888892</c:v>
                </c:pt>
                <c:pt idx="8364">
                  <c:v>45882.582638888889</c:v>
                </c:pt>
                <c:pt idx="8365">
                  <c:v>45824.857638888891</c:v>
                </c:pt>
                <c:pt idx="8366">
                  <c:v>45701.820138888892</c:v>
                </c:pt>
                <c:pt idx="8367">
                  <c:v>45464.948611111111</c:v>
                </c:pt>
                <c:pt idx="8368">
                  <c:v>45362.988194444442</c:v>
                </c:pt>
                <c:pt idx="8369">
                  <c:v>45633.668055555558</c:v>
                </c:pt>
                <c:pt idx="8370">
                  <c:v>45917.863194444442</c:v>
                </c:pt>
                <c:pt idx="8371">
                  <c:v>45509.478472222218</c:v>
                </c:pt>
                <c:pt idx="8372">
                  <c:v>45882.404861111107</c:v>
                </c:pt>
                <c:pt idx="8373">
                  <c:v>45465.345833333333</c:v>
                </c:pt>
                <c:pt idx="8374">
                  <c:v>45404.412499999999</c:v>
                </c:pt>
                <c:pt idx="8375">
                  <c:v>45408.636805555558</c:v>
                </c:pt>
                <c:pt idx="8376">
                  <c:v>45757.349305555559</c:v>
                </c:pt>
                <c:pt idx="8377">
                  <c:v>45867.435416666667</c:v>
                </c:pt>
                <c:pt idx="8378">
                  <c:v>45532.415277777778</c:v>
                </c:pt>
                <c:pt idx="8379">
                  <c:v>45951.35</c:v>
                </c:pt>
                <c:pt idx="8380">
                  <c:v>45425.484722222223</c:v>
                </c:pt>
                <c:pt idx="8381">
                  <c:v>45307.347916666673</c:v>
                </c:pt>
                <c:pt idx="8382">
                  <c:v>45633.491666666669</c:v>
                </c:pt>
                <c:pt idx="8383">
                  <c:v>45344.582638888889</c:v>
                </c:pt>
                <c:pt idx="8384">
                  <c:v>45614.665277777778</c:v>
                </c:pt>
                <c:pt idx="8385">
                  <c:v>45509.32708333333</c:v>
                </c:pt>
                <c:pt idx="8386">
                  <c:v>45936.397916666669</c:v>
                </c:pt>
                <c:pt idx="8387">
                  <c:v>45362.611111111109</c:v>
                </c:pt>
                <c:pt idx="8388">
                  <c:v>45477.612500000003</c:v>
                </c:pt>
                <c:pt idx="8389">
                  <c:v>45890.505555555559</c:v>
                </c:pt>
                <c:pt idx="8390">
                  <c:v>45564.50277777778</c:v>
                </c:pt>
                <c:pt idx="8391">
                  <c:v>45839.809027777781</c:v>
                </c:pt>
                <c:pt idx="8392">
                  <c:v>45675.447222222218</c:v>
                </c:pt>
                <c:pt idx="8393">
                  <c:v>45533.847222222219</c:v>
                </c:pt>
                <c:pt idx="8394">
                  <c:v>45994.815972222219</c:v>
                </c:pt>
                <c:pt idx="8395">
                  <c:v>45399.607638888891</c:v>
                </c:pt>
                <c:pt idx="8396">
                  <c:v>45748.447916666657</c:v>
                </c:pt>
                <c:pt idx="8397">
                  <c:v>45336.638194444437</c:v>
                </c:pt>
                <c:pt idx="8398">
                  <c:v>45588.669444444437</c:v>
                </c:pt>
                <c:pt idx="8399">
                  <c:v>45645.320833333331</c:v>
                </c:pt>
                <c:pt idx="8400">
                  <c:v>45882.512499999997</c:v>
                </c:pt>
                <c:pt idx="8401">
                  <c:v>45793.884722222218</c:v>
                </c:pt>
                <c:pt idx="8402">
                  <c:v>45720.525000000001</c:v>
                </c:pt>
                <c:pt idx="8403">
                  <c:v>45439.650694444441</c:v>
                </c:pt>
                <c:pt idx="8404">
                  <c:v>45298.146527777782</c:v>
                </c:pt>
                <c:pt idx="8405">
                  <c:v>45370.423611111109</c:v>
                </c:pt>
                <c:pt idx="8406">
                  <c:v>45767.647222222222</c:v>
                </c:pt>
                <c:pt idx="8407">
                  <c:v>45521.379166666673</c:v>
                </c:pt>
                <c:pt idx="8408">
                  <c:v>45302.904861111107</c:v>
                </c:pt>
                <c:pt idx="8409">
                  <c:v>45915.488888888889</c:v>
                </c:pt>
                <c:pt idx="8410">
                  <c:v>45440.477083333331</c:v>
                </c:pt>
                <c:pt idx="8411">
                  <c:v>45835.85</c:v>
                </c:pt>
                <c:pt idx="8412">
                  <c:v>45695.822916666657</c:v>
                </c:pt>
                <c:pt idx="8413">
                  <c:v>45585.704861111109</c:v>
                </c:pt>
                <c:pt idx="8414">
                  <c:v>45992.380555555559</c:v>
                </c:pt>
                <c:pt idx="8415">
                  <c:v>45371.836805555547</c:v>
                </c:pt>
                <c:pt idx="8416">
                  <c:v>45554.370833333327</c:v>
                </c:pt>
                <c:pt idx="8417">
                  <c:v>45701.852083333331</c:v>
                </c:pt>
                <c:pt idx="8418">
                  <c:v>45890.801388888889</c:v>
                </c:pt>
                <c:pt idx="8419">
                  <c:v>45867.447222222218</c:v>
                </c:pt>
                <c:pt idx="8420">
                  <c:v>45990.745138888888</c:v>
                </c:pt>
                <c:pt idx="8421">
                  <c:v>45430.408333333333</c:v>
                </c:pt>
                <c:pt idx="8422">
                  <c:v>46006.900694444441</c:v>
                </c:pt>
                <c:pt idx="8423">
                  <c:v>45569.334722222222</c:v>
                </c:pt>
                <c:pt idx="8424">
                  <c:v>45779.324305555558</c:v>
                </c:pt>
                <c:pt idx="8425">
                  <c:v>45762.301388888889</c:v>
                </c:pt>
                <c:pt idx="8426">
                  <c:v>45537.401388888888</c:v>
                </c:pt>
                <c:pt idx="8427">
                  <c:v>45519.468055555553</c:v>
                </c:pt>
                <c:pt idx="8428">
                  <c:v>45483.322916666657</c:v>
                </c:pt>
                <c:pt idx="8429">
                  <c:v>45947.792361111111</c:v>
                </c:pt>
                <c:pt idx="8430">
                  <c:v>45872.706944444442</c:v>
                </c:pt>
                <c:pt idx="8431">
                  <c:v>45724.672222222223</c:v>
                </c:pt>
                <c:pt idx="8432">
                  <c:v>45915.508333333331</c:v>
                </c:pt>
                <c:pt idx="8433">
                  <c:v>45635.336111111108</c:v>
                </c:pt>
                <c:pt idx="8434">
                  <c:v>45809.488194444442</c:v>
                </c:pt>
                <c:pt idx="8435">
                  <c:v>45458.513888888891</c:v>
                </c:pt>
                <c:pt idx="8436">
                  <c:v>45823.458333333343</c:v>
                </c:pt>
                <c:pt idx="8437">
                  <c:v>45653.299305555563</c:v>
                </c:pt>
                <c:pt idx="8438">
                  <c:v>45504.336111111108</c:v>
                </c:pt>
                <c:pt idx="8439">
                  <c:v>45719.43472222222</c:v>
                </c:pt>
                <c:pt idx="8440">
                  <c:v>45614.338194444441</c:v>
                </c:pt>
                <c:pt idx="8441">
                  <c:v>45599.559027777781</c:v>
                </c:pt>
                <c:pt idx="8442">
                  <c:v>45683.845138888893</c:v>
                </c:pt>
                <c:pt idx="8443">
                  <c:v>45845.34375</c:v>
                </c:pt>
                <c:pt idx="8444">
                  <c:v>45736.849305555559</c:v>
                </c:pt>
                <c:pt idx="8445">
                  <c:v>45794.508333333331</c:v>
                </c:pt>
                <c:pt idx="8446">
                  <c:v>46014.661111111112</c:v>
                </c:pt>
                <c:pt idx="8447">
                  <c:v>45473.578472222223</c:v>
                </c:pt>
                <c:pt idx="8448">
                  <c:v>45747.789583333331</c:v>
                </c:pt>
                <c:pt idx="8449">
                  <c:v>45709.779166666667</c:v>
                </c:pt>
                <c:pt idx="8450">
                  <c:v>45302.55972222222</c:v>
                </c:pt>
                <c:pt idx="8451">
                  <c:v>45595.784722222219</c:v>
                </c:pt>
                <c:pt idx="8452">
                  <c:v>45386.441666666673</c:v>
                </c:pt>
                <c:pt idx="8453">
                  <c:v>45655.659722222219</c:v>
                </c:pt>
                <c:pt idx="8454">
                  <c:v>45444.714583333327</c:v>
                </c:pt>
                <c:pt idx="8455">
                  <c:v>45938.839583333327</c:v>
                </c:pt>
                <c:pt idx="8456">
                  <c:v>45538.493055555547</c:v>
                </c:pt>
                <c:pt idx="8457">
                  <c:v>45811.790972222218</c:v>
                </c:pt>
                <c:pt idx="8458">
                  <c:v>45862.718055555553</c:v>
                </c:pt>
                <c:pt idx="8459">
                  <c:v>45401.125694444447</c:v>
                </c:pt>
                <c:pt idx="8460">
                  <c:v>45901.529861111107</c:v>
                </c:pt>
                <c:pt idx="8461">
                  <c:v>45672.515277777777</c:v>
                </c:pt>
                <c:pt idx="8462">
                  <c:v>45457.46597222222</c:v>
                </c:pt>
                <c:pt idx="8463">
                  <c:v>45954.423611111109</c:v>
                </c:pt>
                <c:pt idx="8464">
                  <c:v>45300.678472222222</c:v>
                </c:pt>
                <c:pt idx="8465">
                  <c:v>45351.974305555559</c:v>
                </c:pt>
                <c:pt idx="8466">
                  <c:v>45486.945138888892</c:v>
                </c:pt>
                <c:pt idx="8467">
                  <c:v>45725.879861111112</c:v>
                </c:pt>
                <c:pt idx="8468">
                  <c:v>45417.415277777778</c:v>
                </c:pt>
                <c:pt idx="8469">
                  <c:v>45824.551388888889</c:v>
                </c:pt>
                <c:pt idx="8470">
                  <c:v>45552.436805555553</c:v>
                </c:pt>
                <c:pt idx="8471">
                  <c:v>46006.928472222222</c:v>
                </c:pt>
                <c:pt idx="8472">
                  <c:v>45775.416666666657</c:v>
                </c:pt>
                <c:pt idx="8473">
                  <c:v>45609.250694444447</c:v>
                </c:pt>
                <c:pt idx="8474">
                  <c:v>45314.381944444453</c:v>
                </c:pt>
                <c:pt idx="8475">
                  <c:v>45581.393750000003</c:v>
                </c:pt>
                <c:pt idx="8476">
                  <c:v>45345.38958333333</c:v>
                </c:pt>
                <c:pt idx="8477">
                  <c:v>45684.53125</c:v>
                </c:pt>
                <c:pt idx="8478">
                  <c:v>45866.452777777777</c:v>
                </c:pt>
                <c:pt idx="8479">
                  <c:v>45964.42083333333</c:v>
                </c:pt>
                <c:pt idx="8480">
                  <c:v>45684.442361111112</c:v>
                </c:pt>
                <c:pt idx="8481">
                  <c:v>45384.588888888888</c:v>
                </c:pt>
                <c:pt idx="8482">
                  <c:v>46020.371527777781</c:v>
                </c:pt>
                <c:pt idx="8483">
                  <c:v>45754.431250000001</c:v>
                </c:pt>
                <c:pt idx="8484">
                  <c:v>45482.402777777781</c:v>
                </c:pt>
                <c:pt idx="8485">
                  <c:v>45684.527777777781</c:v>
                </c:pt>
                <c:pt idx="8486">
                  <c:v>45650.390972222223</c:v>
                </c:pt>
                <c:pt idx="8487">
                  <c:v>45719.572222222218</c:v>
                </c:pt>
                <c:pt idx="8488">
                  <c:v>45603.474999999999</c:v>
                </c:pt>
                <c:pt idx="8489">
                  <c:v>45824.402777777781</c:v>
                </c:pt>
                <c:pt idx="8490">
                  <c:v>45365.431250000001</c:v>
                </c:pt>
                <c:pt idx="8491">
                  <c:v>45404.428472222222</c:v>
                </c:pt>
                <c:pt idx="8492">
                  <c:v>45325.45208333333</c:v>
                </c:pt>
                <c:pt idx="8493">
                  <c:v>45467.484722222223</c:v>
                </c:pt>
                <c:pt idx="8494">
                  <c:v>45544.698611111111</c:v>
                </c:pt>
                <c:pt idx="8495">
                  <c:v>45614.5</c:v>
                </c:pt>
                <c:pt idx="8496">
                  <c:v>45433.4</c:v>
                </c:pt>
                <c:pt idx="8497">
                  <c:v>45968.51666666667</c:v>
                </c:pt>
                <c:pt idx="8498">
                  <c:v>45303.395833333343</c:v>
                </c:pt>
                <c:pt idx="8499">
                  <c:v>45582.762499999997</c:v>
                </c:pt>
                <c:pt idx="8500">
                  <c:v>45825.011111111111</c:v>
                </c:pt>
                <c:pt idx="8501">
                  <c:v>45470.022916666669</c:v>
                </c:pt>
                <c:pt idx="8502">
                  <c:v>45416.539583333331</c:v>
                </c:pt>
                <c:pt idx="8503">
                  <c:v>45644.05972222222</c:v>
                </c:pt>
                <c:pt idx="8504">
                  <c:v>45492.468055555553</c:v>
                </c:pt>
                <c:pt idx="8505">
                  <c:v>45516.679166666669</c:v>
                </c:pt>
                <c:pt idx="8506">
                  <c:v>45685.638194444437</c:v>
                </c:pt>
                <c:pt idx="8507">
                  <c:v>45385.939583333333</c:v>
                </c:pt>
                <c:pt idx="8508">
                  <c:v>45359.548611111109</c:v>
                </c:pt>
                <c:pt idx="8509">
                  <c:v>45692.466666666667</c:v>
                </c:pt>
                <c:pt idx="8510">
                  <c:v>45910.664583333331</c:v>
                </c:pt>
                <c:pt idx="8511">
                  <c:v>45582.757638888892</c:v>
                </c:pt>
                <c:pt idx="8512">
                  <c:v>45443.668055555558</c:v>
                </c:pt>
                <c:pt idx="8513">
                  <c:v>45755.857638888891</c:v>
                </c:pt>
                <c:pt idx="8514">
                  <c:v>45546.52847222222</c:v>
                </c:pt>
                <c:pt idx="8515">
                  <c:v>45834.515277777777</c:v>
                </c:pt>
                <c:pt idx="8516">
                  <c:v>45470.51666666667</c:v>
                </c:pt>
                <c:pt idx="8517">
                  <c:v>45513.472916666673</c:v>
                </c:pt>
                <c:pt idx="8518">
                  <c:v>45888.491666666669</c:v>
                </c:pt>
                <c:pt idx="8519">
                  <c:v>45414.946527777778</c:v>
                </c:pt>
                <c:pt idx="8520">
                  <c:v>46019.551388888889</c:v>
                </c:pt>
                <c:pt idx="8521">
                  <c:v>45961.54583333333</c:v>
                </c:pt>
                <c:pt idx="8522">
                  <c:v>45658.6875</c:v>
                </c:pt>
                <c:pt idx="8523">
                  <c:v>45523.432638888888</c:v>
                </c:pt>
                <c:pt idx="8524">
                  <c:v>45749.919444444437</c:v>
                </c:pt>
                <c:pt idx="8525">
                  <c:v>45918.40625</c:v>
                </c:pt>
                <c:pt idx="8526">
                  <c:v>45992.806250000001</c:v>
                </c:pt>
                <c:pt idx="8527">
                  <c:v>45658.684027777781</c:v>
                </c:pt>
                <c:pt idx="8528">
                  <c:v>45986.571527777778</c:v>
                </c:pt>
                <c:pt idx="8529">
                  <c:v>45927.461805555547</c:v>
                </c:pt>
                <c:pt idx="8530">
                  <c:v>45369.600694444453</c:v>
                </c:pt>
                <c:pt idx="8531">
                  <c:v>45975.554861111108</c:v>
                </c:pt>
                <c:pt idx="8532">
                  <c:v>45614.480555555558</c:v>
                </c:pt>
                <c:pt idx="8533">
                  <c:v>45570.515972222223</c:v>
                </c:pt>
                <c:pt idx="8534">
                  <c:v>45387.488194444442</c:v>
                </c:pt>
                <c:pt idx="8535">
                  <c:v>45837.890277777777</c:v>
                </c:pt>
                <c:pt idx="8536">
                  <c:v>45949.845138888893</c:v>
                </c:pt>
                <c:pt idx="8537">
                  <c:v>45893.497916666667</c:v>
                </c:pt>
                <c:pt idx="8538">
                  <c:v>45949.835416666669</c:v>
                </c:pt>
                <c:pt idx="8539">
                  <c:v>45845.851388888892</c:v>
                </c:pt>
                <c:pt idx="8540">
                  <c:v>45514.53402777778</c:v>
                </c:pt>
                <c:pt idx="8541">
                  <c:v>45781.45</c:v>
                </c:pt>
                <c:pt idx="8542">
                  <c:v>45316.729861111111</c:v>
                </c:pt>
                <c:pt idx="8543">
                  <c:v>46007.818749999999</c:v>
                </c:pt>
                <c:pt idx="8544">
                  <c:v>45719.892361111109</c:v>
                </c:pt>
                <c:pt idx="8545">
                  <c:v>45467.939583333333</c:v>
                </c:pt>
                <c:pt idx="8546">
                  <c:v>45657.969444444447</c:v>
                </c:pt>
                <c:pt idx="8547">
                  <c:v>45589.004166666673</c:v>
                </c:pt>
                <c:pt idx="8548">
                  <c:v>45432.131944444453</c:v>
                </c:pt>
                <c:pt idx="8549">
                  <c:v>45533.313194444447</c:v>
                </c:pt>
                <c:pt idx="8550">
                  <c:v>45831.430555555547</c:v>
                </c:pt>
                <c:pt idx="8551">
                  <c:v>45317.874305555553</c:v>
                </c:pt>
                <c:pt idx="8552">
                  <c:v>45719.381944444453</c:v>
                </c:pt>
                <c:pt idx="8553">
                  <c:v>45453.692361111112</c:v>
                </c:pt>
                <c:pt idx="8554">
                  <c:v>45880.57708333333</c:v>
                </c:pt>
                <c:pt idx="8555">
                  <c:v>45569.40347222222</c:v>
                </c:pt>
                <c:pt idx="8556">
                  <c:v>45808.876388888893</c:v>
                </c:pt>
                <c:pt idx="8557">
                  <c:v>45422.850694444453</c:v>
                </c:pt>
                <c:pt idx="8558">
                  <c:v>45772.46597222222</c:v>
                </c:pt>
                <c:pt idx="8559">
                  <c:v>45951.552777777782</c:v>
                </c:pt>
                <c:pt idx="8560">
                  <c:v>45991.459722222222</c:v>
                </c:pt>
                <c:pt idx="8561">
                  <c:v>45480.701388888891</c:v>
                </c:pt>
                <c:pt idx="8562">
                  <c:v>45894.746527777781</c:v>
                </c:pt>
                <c:pt idx="8563">
                  <c:v>45367.559027777781</c:v>
                </c:pt>
                <c:pt idx="8564">
                  <c:v>45671.481249999997</c:v>
                </c:pt>
                <c:pt idx="8565">
                  <c:v>45621.330555555563</c:v>
                </c:pt>
                <c:pt idx="8566">
                  <c:v>45865.52847222222</c:v>
                </c:pt>
                <c:pt idx="8567">
                  <c:v>45563.922222222223</c:v>
                </c:pt>
                <c:pt idx="8568">
                  <c:v>45364.370138888888</c:v>
                </c:pt>
                <c:pt idx="8569">
                  <c:v>45998.494444444441</c:v>
                </c:pt>
                <c:pt idx="8570">
                  <c:v>45731.55</c:v>
                </c:pt>
                <c:pt idx="8571">
                  <c:v>45781.506249999999</c:v>
                </c:pt>
                <c:pt idx="8572">
                  <c:v>45736.352777777778</c:v>
                </c:pt>
                <c:pt idx="8573">
                  <c:v>45768.331944444442</c:v>
                </c:pt>
                <c:pt idx="8574">
                  <c:v>45673.486111111109</c:v>
                </c:pt>
                <c:pt idx="8575">
                  <c:v>45712.720138888893</c:v>
                </c:pt>
                <c:pt idx="8576">
                  <c:v>45820.211111111108</c:v>
                </c:pt>
                <c:pt idx="8577">
                  <c:v>45922.281944444447</c:v>
                </c:pt>
                <c:pt idx="8578">
                  <c:v>45879.656944444447</c:v>
                </c:pt>
                <c:pt idx="8579">
                  <c:v>45688.558333333327</c:v>
                </c:pt>
                <c:pt idx="8580">
                  <c:v>45903.431944444441</c:v>
                </c:pt>
                <c:pt idx="8581">
                  <c:v>45832.685416666667</c:v>
                </c:pt>
                <c:pt idx="8582">
                  <c:v>45665.750694444447</c:v>
                </c:pt>
                <c:pt idx="8583">
                  <c:v>45953.365277777782</c:v>
                </c:pt>
                <c:pt idx="8584">
                  <c:v>45860.863888888889</c:v>
                </c:pt>
                <c:pt idx="8585">
                  <c:v>45753.414583333331</c:v>
                </c:pt>
                <c:pt idx="8586">
                  <c:v>45593.56527777778</c:v>
                </c:pt>
                <c:pt idx="8587">
                  <c:v>45972.509027777778</c:v>
                </c:pt>
                <c:pt idx="8588">
                  <c:v>45895.579861111109</c:v>
                </c:pt>
                <c:pt idx="8589">
                  <c:v>46013.533333333333</c:v>
                </c:pt>
                <c:pt idx="8590">
                  <c:v>45697.383333333331</c:v>
                </c:pt>
                <c:pt idx="8591">
                  <c:v>45743.334722222222</c:v>
                </c:pt>
                <c:pt idx="8592">
                  <c:v>45650.274305555547</c:v>
                </c:pt>
                <c:pt idx="8593">
                  <c:v>45876.350694444453</c:v>
                </c:pt>
                <c:pt idx="8594">
                  <c:v>46000.298611111109</c:v>
                </c:pt>
                <c:pt idx="8595">
                  <c:v>45652.916666666657</c:v>
                </c:pt>
                <c:pt idx="8596">
                  <c:v>45726.574305555558</c:v>
                </c:pt>
                <c:pt idx="8597">
                  <c:v>45937.323611111111</c:v>
                </c:pt>
                <c:pt idx="8598">
                  <c:v>45846.456944444442</c:v>
                </c:pt>
                <c:pt idx="8599">
                  <c:v>45807.273611111108</c:v>
                </c:pt>
                <c:pt idx="8600">
                  <c:v>45796.684027777781</c:v>
                </c:pt>
                <c:pt idx="8601">
                  <c:v>45613.973611111112</c:v>
                </c:pt>
                <c:pt idx="8602">
                  <c:v>45823.981249999997</c:v>
                </c:pt>
                <c:pt idx="8603">
                  <c:v>45992.056944444441</c:v>
                </c:pt>
                <c:pt idx="8604">
                  <c:v>45655.06527777778</c:v>
                </c:pt>
                <c:pt idx="8605">
                  <c:v>45825.052777777782</c:v>
                </c:pt>
                <c:pt idx="8606">
                  <c:v>45315.036805555559</c:v>
                </c:pt>
                <c:pt idx="8607">
                  <c:v>45865.18472222222</c:v>
                </c:pt>
                <c:pt idx="8608">
                  <c:v>45312.095138888893</c:v>
                </c:pt>
                <c:pt idx="8609">
                  <c:v>45544.013194444437</c:v>
                </c:pt>
                <c:pt idx="8610">
                  <c:v>45498.026388888888</c:v>
                </c:pt>
                <c:pt idx="8611">
                  <c:v>45426.022916666669</c:v>
                </c:pt>
                <c:pt idx="8612">
                  <c:v>45386.995138888888</c:v>
                </c:pt>
                <c:pt idx="8613">
                  <c:v>45730.025000000001</c:v>
                </c:pt>
                <c:pt idx="8614">
                  <c:v>45350.948611111111</c:v>
                </c:pt>
                <c:pt idx="8615">
                  <c:v>45576.127083333333</c:v>
                </c:pt>
                <c:pt idx="8616">
                  <c:v>45462.027083333327</c:v>
                </c:pt>
                <c:pt idx="8617">
                  <c:v>45694.027777777781</c:v>
                </c:pt>
                <c:pt idx="8618">
                  <c:v>45773.0625</c:v>
                </c:pt>
                <c:pt idx="8619">
                  <c:v>45310.507638888892</c:v>
                </c:pt>
                <c:pt idx="8620">
                  <c:v>45557.425694444442</c:v>
                </c:pt>
                <c:pt idx="8621">
                  <c:v>45699.604166666657</c:v>
                </c:pt>
                <c:pt idx="8622">
                  <c:v>45993.73333333333</c:v>
                </c:pt>
                <c:pt idx="8623">
                  <c:v>45808.439583333333</c:v>
                </c:pt>
                <c:pt idx="8624">
                  <c:v>45741.561111111107</c:v>
                </c:pt>
                <c:pt idx="8625">
                  <c:v>45392.618750000001</c:v>
                </c:pt>
                <c:pt idx="8626">
                  <c:v>45666.477083333331</c:v>
                </c:pt>
                <c:pt idx="8627">
                  <c:v>45777.386805555558</c:v>
                </c:pt>
                <c:pt idx="8628">
                  <c:v>45350.438194444447</c:v>
                </c:pt>
                <c:pt idx="8629">
                  <c:v>45596.42083333333</c:v>
                </c:pt>
                <c:pt idx="8630">
                  <c:v>45512.43472222222</c:v>
                </c:pt>
                <c:pt idx="8631">
                  <c:v>45641.35833333333</c:v>
                </c:pt>
                <c:pt idx="8632">
                  <c:v>45936.383333333331</c:v>
                </c:pt>
                <c:pt idx="8633">
                  <c:v>45859.412499999999</c:v>
                </c:pt>
                <c:pt idx="8634">
                  <c:v>45980.549305555563</c:v>
                </c:pt>
                <c:pt idx="8635">
                  <c:v>45877.634722222218</c:v>
                </c:pt>
                <c:pt idx="8636">
                  <c:v>45446.492361111108</c:v>
                </c:pt>
                <c:pt idx="8637">
                  <c:v>45484.572916666657</c:v>
                </c:pt>
                <c:pt idx="8638">
                  <c:v>45910.473611111112</c:v>
                </c:pt>
                <c:pt idx="8639">
                  <c:v>45474.345138888893</c:v>
                </c:pt>
                <c:pt idx="8640">
                  <c:v>45518.540277777778</c:v>
                </c:pt>
                <c:pt idx="8641">
                  <c:v>45834.490277777782</c:v>
                </c:pt>
                <c:pt idx="8642">
                  <c:v>45453.615277777782</c:v>
                </c:pt>
                <c:pt idx="8643">
                  <c:v>45608.470138888893</c:v>
                </c:pt>
                <c:pt idx="8644">
                  <c:v>45596.470833333333</c:v>
                </c:pt>
                <c:pt idx="8645">
                  <c:v>45550.618750000001</c:v>
                </c:pt>
                <c:pt idx="8646">
                  <c:v>45334.553472222222</c:v>
                </c:pt>
                <c:pt idx="8647">
                  <c:v>45747.443055555559</c:v>
                </c:pt>
                <c:pt idx="8648">
                  <c:v>45492.590277777781</c:v>
                </c:pt>
                <c:pt idx="8649">
                  <c:v>45747.445833333331</c:v>
                </c:pt>
                <c:pt idx="8650">
                  <c:v>45411.410416666673</c:v>
                </c:pt>
                <c:pt idx="8651">
                  <c:v>45314.749305555553</c:v>
                </c:pt>
                <c:pt idx="8652">
                  <c:v>45631.56527777778</c:v>
                </c:pt>
                <c:pt idx="8653">
                  <c:v>45652.62222222222</c:v>
                </c:pt>
                <c:pt idx="8654">
                  <c:v>45427.500694444447</c:v>
                </c:pt>
                <c:pt idx="8655">
                  <c:v>45581.342361111107</c:v>
                </c:pt>
                <c:pt idx="8656">
                  <c:v>45586.566666666673</c:v>
                </c:pt>
                <c:pt idx="8657">
                  <c:v>45678.549305555563</c:v>
                </c:pt>
                <c:pt idx="8658">
                  <c:v>45371.628472222219</c:v>
                </c:pt>
                <c:pt idx="8659">
                  <c:v>45352.381944444453</c:v>
                </c:pt>
                <c:pt idx="8660">
                  <c:v>45298.604861111111</c:v>
                </c:pt>
                <c:pt idx="8661">
                  <c:v>45855.62777777778</c:v>
                </c:pt>
                <c:pt idx="8662">
                  <c:v>45896.818055555559</c:v>
                </c:pt>
                <c:pt idx="8663">
                  <c:v>45698.372916666667</c:v>
                </c:pt>
                <c:pt idx="8664">
                  <c:v>45773.467361111107</c:v>
                </c:pt>
                <c:pt idx="8665">
                  <c:v>45718.834027777782</c:v>
                </c:pt>
                <c:pt idx="8666">
                  <c:v>45392.509722222218</c:v>
                </c:pt>
                <c:pt idx="8667">
                  <c:v>45802.859027777777</c:v>
                </c:pt>
                <c:pt idx="8668">
                  <c:v>45436.495833333327</c:v>
                </c:pt>
                <c:pt idx="8669">
                  <c:v>45569.519444444442</c:v>
                </c:pt>
                <c:pt idx="8670">
                  <c:v>45965.338194444441</c:v>
                </c:pt>
                <c:pt idx="8671">
                  <c:v>45863.668055555558</c:v>
                </c:pt>
                <c:pt idx="8672">
                  <c:v>45607.786805555559</c:v>
                </c:pt>
                <c:pt idx="8673">
                  <c:v>45534.443749999999</c:v>
                </c:pt>
                <c:pt idx="8674">
                  <c:v>45316.927777777782</c:v>
                </c:pt>
                <c:pt idx="8675">
                  <c:v>45394.745138888888</c:v>
                </c:pt>
                <c:pt idx="8676">
                  <c:v>45953.805555555547</c:v>
                </c:pt>
                <c:pt idx="8677">
                  <c:v>45421.277083333327</c:v>
                </c:pt>
                <c:pt idx="8678">
                  <c:v>45690.765972222223</c:v>
                </c:pt>
                <c:pt idx="8679">
                  <c:v>45801.895833333343</c:v>
                </c:pt>
                <c:pt idx="8680">
                  <c:v>45504.324305555558</c:v>
                </c:pt>
                <c:pt idx="8681">
                  <c:v>45904.254861111112</c:v>
                </c:pt>
                <c:pt idx="8682">
                  <c:v>45758.354861111111</c:v>
                </c:pt>
                <c:pt idx="8683">
                  <c:v>45992.741666666669</c:v>
                </c:pt>
                <c:pt idx="8684">
                  <c:v>45633.418749999997</c:v>
                </c:pt>
                <c:pt idx="8685">
                  <c:v>45866.644444444442</c:v>
                </c:pt>
                <c:pt idx="8686">
                  <c:v>45866.644444444442</c:v>
                </c:pt>
                <c:pt idx="8687">
                  <c:v>45813.55</c:v>
                </c:pt>
                <c:pt idx="8688">
                  <c:v>45359.59652777778</c:v>
                </c:pt>
                <c:pt idx="8689">
                  <c:v>45813.55</c:v>
                </c:pt>
                <c:pt idx="8690">
                  <c:v>45416.640972222223</c:v>
                </c:pt>
                <c:pt idx="8691">
                  <c:v>45304.814583333333</c:v>
                </c:pt>
                <c:pt idx="8692">
                  <c:v>45803.763888888891</c:v>
                </c:pt>
                <c:pt idx="8693">
                  <c:v>45416.640972222223</c:v>
                </c:pt>
                <c:pt idx="8694">
                  <c:v>45803.763888888891</c:v>
                </c:pt>
                <c:pt idx="8695">
                  <c:v>45359.59652777778</c:v>
                </c:pt>
                <c:pt idx="8696">
                  <c:v>45990.435416666667</c:v>
                </c:pt>
                <c:pt idx="8697">
                  <c:v>45936.574999999997</c:v>
                </c:pt>
                <c:pt idx="8698">
                  <c:v>45965.841666666667</c:v>
                </c:pt>
                <c:pt idx="8699">
                  <c:v>45965.841666666667</c:v>
                </c:pt>
                <c:pt idx="8700">
                  <c:v>45728.806250000001</c:v>
                </c:pt>
                <c:pt idx="8701">
                  <c:v>45728.806250000001</c:v>
                </c:pt>
                <c:pt idx="8702">
                  <c:v>45963.646527777782</c:v>
                </c:pt>
                <c:pt idx="8703">
                  <c:v>45963.646527777782</c:v>
                </c:pt>
                <c:pt idx="8704">
                  <c:v>45603.676388888889</c:v>
                </c:pt>
                <c:pt idx="8705">
                  <c:v>45936.574999999997</c:v>
                </c:pt>
                <c:pt idx="8706">
                  <c:v>45304.814583333333</c:v>
                </c:pt>
                <c:pt idx="8707">
                  <c:v>45603.676388888889</c:v>
                </c:pt>
                <c:pt idx="8708">
                  <c:v>45666.681944444441</c:v>
                </c:pt>
                <c:pt idx="8709">
                  <c:v>45666.681944444441</c:v>
                </c:pt>
                <c:pt idx="8710">
                  <c:v>45771.477777777778</c:v>
                </c:pt>
                <c:pt idx="8711">
                  <c:v>45488.916666666657</c:v>
                </c:pt>
                <c:pt idx="8712">
                  <c:v>45990.435416666667</c:v>
                </c:pt>
                <c:pt idx="8713">
                  <c:v>45488.916666666657</c:v>
                </c:pt>
                <c:pt idx="8714">
                  <c:v>45771.477777777778</c:v>
                </c:pt>
                <c:pt idx="8715">
                  <c:v>45820.022916666669</c:v>
                </c:pt>
                <c:pt idx="8716">
                  <c:v>45952.447916666657</c:v>
                </c:pt>
                <c:pt idx="8717">
                  <c:v>45300.663888888892</c:v>
                </c:pt>
                <c:pt idx="8718">
                  <c:v>45427.980555555558</c:v>
                </c:pt>
                <c:pt idx="8719">
                  <c:v>45635.513194444437</c:v>
                </c:pt>
                <c:pt idx="8720">
                  <c:v>45874.982638888891</c:v>
                </c:pt>
                <c:pt idx="8721">
                  <c:v>45839.90902777778</c:v>
                </c:pt>
                <c:pt idx="8722">
                  <c:v>45338.556944444441</c:v>
                </c:pt>
                <c:pt idx="8723">
                  <c:v>45677.628472222219</c:v>
                </c:pt>
                <c:pt idx="8724">
                  <c:v>45728.71597222222</c:v>
                </c:pt>
                <c:pt idx="8725">
                  <c:v>45405.964583333327</c:v>
                </c:pt>
                <c:pt idx="8726">
                  <c:v>45534.026388888888</c:v>
                </c:pt>
                <c:pt idx="8727">
                  <c:v>45693.597916666673</c:v>
                </c:pt>
                <c:pt idx="8728">
                  <c:v>45656.050694444442</c:v>
                </c:pt>
                <c:pt idx="8729">
                  <c:v>45589.952777777777</c:v>
                </c:pt>
                <c:pt idx="8730">
                  <c:v>45712.660416666673</c:v>
                </c:pt>
                <c:pt idx="8731">
                  <c:v>45510.98541666667</c:v>
                </c:pt>
                <c:pt idx="8732">
                  <c:v>45355.627083333333</c:v>
                </c:pt>
                <c:pt idx="8733">
                  <c:v>45469.868750000001</c:v>
                </c:pt>
                <c:pt idx="8734">
                  <c:v>45615.59097222222</c:v>
                </c:pt>
                <c:pt idx="8735">
                  <c:v>45972.015972222223</c:v>
                </c:pt>
                <c:pt idx="8736">
                  <c:v>45916.026388888888</c:v>
                </c:pt>
                <c:pt idx="8737">
                  <c:v>45855.913888888892</c:v>
                </c:pt>
                <c:pt idx="8738">
                  <c:v>45371.068749999999</c:v>
                </c:pt>
                <c:pt idx="8739">
                  <c:v>45387.020833333343</c:v>
                </c:pt>
                <c:pt idx="8740">
                  <c:v>45551.920138888891</c:v>
                </c:pt>
                <c:pt idx="8741">
                  <c:v>46007.855555555558</c:v>
                </c:pt>
                <c:pt idx="8742">
                  <c:v>45935.865277777782</c:v>
                </c:pt>
                <c:pt idx="8743">
                  <c:v>45782.549305555563</c:v>
                </c:pt>
                <c:pt idx="8744">
                  <c:v>45991.865277777782</c:v>
                </c:pt>
                <c:pt idx="8745">
                  <c:v>45491.509722222218</c:v>
                </c:pt>
                <c:pt idx="8746">
                  <c:v>45895.907638888893</c:v>
                </c:pt>
                <c:pt idx="8747">
                  <c:v>45439.426388888889</c:v>
                </c:pt>
                <c:pt idx="8748">
                  <c:v>45762.009027777778</c:v>
                </c:pt>
                <c:pt idx="8749">
                  <c:v>45320.5625</c:v>
                </c:pt>
                <c:pt idx="8750">
                  <c:v>45747.025000000001</c:v>
                </c:pt>
                <c:pt idx="8751">
                  <c:v>45802.943055555559</c:v>
                </c:pt>
                <c:pt idx="8752">
                  <c:v>45462.92291666667</c:v>
                </c:pt>
                <c:pt idx="8753">
                  <c:v>45413.681250000001</c:v>
                </c:pt>
                <c:pt idx="8754">
                  <c:v>45327.589583333327</c:v>
                </c:pt>
                <c:pt idx="8755">
                  <c:v>45621.682638888888</c:v>
                </c:pt>
                <c:pt idx="8756">
                  <c:v>45607.636111111111</c:v>
                </c:pt>
                <c:pt idx="8757">
                  <c:v>45706.625694444447</c:v>
                </c:pt>
                <c:pt idx="8758">
                  <c:v>45510.632638888892</c:v>
                </c:pt>
                <c:pt idx="8759">
                  <c:v>45772.543055555558</c:v>
                </c:pt>
                <c:pt idx="8760">
                  <c:v>45661.602083333331</c:v>
                </c:pt>
                <c:pt idx="8761">
                  <c:v>45883.595833333333</c:v>
                </c:pt>
                <c:pt idx="8762">
                  <c:v>45359.484722222223</c:v>
                </c:pt>
                <c:pt idx="8763">
                  <c:v>45831.570833333331</c:v>
                </c:pt>
                <c:pt idx="8764">
                  <c:v>45314.519444444442</c:v>
                </c:pt>
                <c:pt idx="8765">
                  <c:v>45932.754166666673</c:v>
                </c:pt>
                <c:pt idx="8766">
                  <c:v>45989.666666666657</c:v>
                </c:pt>
                <c:pt idx="8767">
                  <c:v>45561.898611111108</c:v>
                </c:pt>
                <c:pt idx="8768">
                  <c:v>45410.920138888891</c:v>
                </c:pt>
                <c:pt idx="8769">
                  <c:v>45318.599305555559</c:v>
                </c:pt>
                <c:pt idx="8770">
                  <c:v>45574.01458333333</c:v>
                </c:pt>
                <c:pt idx="8771">
                  <c:v>45802.587500000001</c:v>
                </c:pt>
                <c:pt idx="8772">
                  <c:v>45653.536805555559</c:v>
                </c:pt>
                <c:pt idx="8773">
                  <c:v>45353.720138888893</c:v>
                </c:pt>
                <c:pt idx="8774">
                  <c:v>45384.411111111112</c:v>
                </c:pt>
                <c:pt idx="8775">
                  <c:v>45694.90347222222</c:v>
                </c:pt>
                <c:pt idx="8776">
                  <c:v>45860.915972222218</c:v>
                </c:pt>
                <c:pt idx="8777">
                  <c:v>45928.652083333327</c:v>
                </c:pt>
                <c:pt idx="8778">
                  <c:v>45762.748611111107</c:v>
                </c:pt>
                <c:pt idx="8779">
                  <c:v>45798.570833333331</c:v>
                </c:pt>
                <c:pt idx="8780">
                  <c:v>45849.45</c:v>
                </c:pt>
                <c:pt idx="8781">
                  <c:v>45401.5</c:v>
                </c:pt>
                <c:pt idx="8782">
                  <c:v>46002.611111111109</c:v>
                </c:pt>
                <c:pt idx="8783">
                  <c:v>45303.506249999999</c:v>
                </c:pt>
                <c:pt idx="8784">
                  <c:v>45996.688888888893</c:v>
                </c:pt>
                <c:pt idx="8785">
                  <c:v>45541.617361111108</c:v>
                </c:pt>
                <c:pt idx="8786">
                  <c:v>45352.798611111109</c:v>
                </c:pt>
                <c:pt idx="8787">
                  <c:v>45970.565972222219</c:v>
                </c:pt>
                <c:pt idx="8788">
                  <c:v>45515.481944444437</c:v>
                </c:pt>
                <c:pt idx="8789">
                  <c:v>45935.807638888888</c:v>
                </c:pt>
                <c:pt idx="8790">
                  <c:v>45966.523611111108</c:v>
                </c:pt>
                <c:pt idx="8791">
                  <c:v>45676.657638888893</c:v>
                </c:pt>
                <c:pt idx="8792">
                  <c:v>45667.546527777777</c:v>
                </c:pt>
                <c:pt idx="8793">
                  <c:v>45685.772916666669</c:v>
                </c:pt>
                <c:pt idx="8794">
                  <c:v>45643.609722222223</c:v>
                </c:pt>
                <c:pt idx="8795">
                  <c:v>45740.893750000003</c:v>
                </c:pt>
                <c:pt idx="8796">
                  <c:v>45754.695138888892</c:v>
                </c:pt>
                <c:pt idx="8797">
                  <c:v>45732.940972222219</c:v>
                </c:pt>
                <c:pt idx="8798">
                  <c:v>45457.465277777781</c:v>
                </c:pt>
                <c:pt idx="8799">
                  <c:v>45821.447222222218</c:v>
                </c:pt>
                <c:pt idx="8800">
                  <c:v>45594.670138888891</c:v>
                </c:pt>
                <c:pt idx="8801">
                  <c:v>45873.761111111111</c:v>
                </c:pt>
                <c:pt idx="8802">
                  <c:v>45908.481249999997</c:v>
                </c:pt>
                <c:pt idx="8803">
                  <c:v>45805.446527777778</c:v>
                </c:pt>
                <c:pt idx="8804">
                  <c:v>45485.486111111109</c:v>
                </c:pt>
                <c:pt idx="8805">
                  <c:v>45835.479861111111</c:v>
                </c:pt>
                <c:pt idx="8806">
                  <c:v>45706.618055555547</c:v>
                </c:pt>
                <c:pt idx="8807">
                  <c:v>45776.859722222223</c:v>
                </c:pt>
                <c:pt idx="8808">
                  <c:v>45429.655555555553</c:v>
                </c:pt>
                <c:pt idx="8809">
                  <c:v>45922.688194444447</c:v>
                </c:pt>
                <c:pt idx="8810">
                  <c:v>45569.881249999999</c:v>
                </c:pt>
                <c:pt idx="8811">
                  <c:v>45903.467361111107</c:v>
                </c:pt>
                <c:pt idx="8812">
                  <c:v>45585.388194444437</c:v>
                </c:pt>
                <c:pt idx="8813">
                  <c:v>45788.405555555553</c:v>
                </c:pt>
                <c:pt idx="8814">
                  <c:v>45349.924305555563</c:v>
                </c:pt>
                <c:pt idx="8815">
                  <c:v>45522.703472222223</c:v>
                </c:pt>
                <c:pt idx="8816">
                  <c:v>45742.37222222222</c:v>
                </c:pt>
                <c:pt idx="8817">
                  <c:v>45767.785416666673</c:v>
                </c:pt>
                <c:pt idx="8818">
                  <c:v>45456.520138888889</c:v>
                </c:pt>
                <c:pt idx="8819">
                  <c:v>45295.92291666667</c:v>
                </c:pt>
                <c:pt idx="8820">
                  <c:v>45408.286111111112</c:v>
                </c:pt>
                <c:pt idx="8821">
                  <c:v>45389.826388888891</c:v>
                </c:pt>
                <c:pt idx="8822">
                  <c:v>45534.772222222222</c:v>
                </c:pt>
                <c:pt idx="8823">
                  <c:v>45741.656944444447</c:v>
                </c:pt>
                <c:pt idx="8824">
                  <c:v>45405.857638888891</c:v>
                </c:pt>
                <c:pt idx="8825">
                  <c:v>45516.706944444442</c:v>
                </c:pt>
                <c:pt idx="8826">
                  <c:v>45421.540277777778</c:v>
                </c:pt>
                <c:pt idx="8827">
                  <c:v>45904.654861111107</c:v>
                </c:pt>
                <c:pt idx="8828">
                  <c:v>45979.838888888888</c:v>
                </c:pt>
                <c:pt idx="8829">
                  <c:v>45935.872916666667</c:v>
                </c:pt>
                <c:pt idx="8830">
                  <c:v>46002.606249999997</c:v>
                </c:pt>
                <c:pt idx="8831">
                  <c:v>45755.556944444441</c:v>
                </c:pt>
                <c:pt idx="8832">
                  <c:v>45404.702777777777</c:v>
                </c:pt>
                <c:pt idx="8833">
                  <c:v>45369.574305555558</c:v>
                </c:pt>
                <c:pt idx="8834">
                  <c:v>45874.763888888891</c:v>
                </c:pt>
                <c:pt idx="8835">
                  <c:v>45913.615972222222</c:v>
                </c:pt>
                <c:pt idx="8836">
                  <c:v>45544.538888888892</c:v>
                </c:pt>
                <c:pt idx="8837">
                  <c:v>45950.780555555553</c:v>
                </c:pt>
                <c:pt idx="8838">
                  <c:v>45566.638888888891</c:v>
                </c:pt>
                <c:pt idx="8839">
                  <c:v>45435.598611111112</c:v>
                </c:pt>
                <c:pt idx="8840">
                  <c:v>45863.546527777777</c:v>
                </c:pt>
                <c:pt idx="8841">
                  <c:v>45779.845138888893</c:v>
                </c:pt>
                <c:pt idx="8842">
                  <c:v>45395.736111111109</c:v>
                </c:pt>
                <c:pt idx="8843">
                  <c:v>45810.56527777778</c:v>
                </c:pt>
                <c:pt idx="8844">
                  <c:v>45819.902083333327</c:v>
                </c:pt>
                <c:pt idx="8845">
                  <c:v>45557.637499999997</c:v>
                </c:pt>
                <c:pt idx="8846">
                  <c:v>46019.796527777777</c:v>
                </c:pt>
                <c:pt idx="8847">
                  <c:v>45831.745138888888</c:v>
                </c:pt>
                <c:pt idx="8848">
                  <c:v>45745.647222222222</c:v>
                </c:pt>
                <c:pt idx="8849">
                  <c:v>45735.677777777782</c:v>
                </c:pt>
                <c:pt idx="8850">
                  <c:v>45378.511111111111</c:v>
                </c:pt>
                <c:pt idx="8851">
                  <c:v>45384.591666666667</c:v>
                </c:pt>
                <c:pt idx="8852">
                  <c:v>45848.597916666673</c:v>
                </c:pt>
                <c:pt idx="8853">
                  <c:v>45469.678472222222</c:v>
                </c:pt>
                <c:pt idx="8854">
                  <c:v>45891.583333333343</c:v>
                </c:pt>
                <c:pt idx="8855">
                  <c:v>45429.018055555563</c:v>
                </c:pt>
                <c:pt idx="8856">
                  <c:v>45590.530555555553</c:v>
                </c:pt>
                <c:pt idx="8857">
                  <c:v>45580.72152777778</c:v>
                </c:pt>
                <c:pt idx="8858">
                  <c:v>45356.635416666657</c:v>
                </c:pt>
                <c:pt idx="8859">
                  <c:v>45451.804166666669</c:v>
                </c:pt>
                <c:pt idx="8860">
                  <c:v>45346.662499999999</c:v>
                </c:pt>
                <c:pt idx="8861">
                  <c:v>45769.554861111108</c:v>
                </c:pt>
                <c:pt idx="8862">
                  <c:v>45603.495138888888</c:v>
                </c:pt>
                <c:pt idx="8863">
                  <c:v>45446.661805555559</c:v>
                </c:pt>
                <c:pt idx="8864">
                  <c:v>45643.876388888893</c:v>
                </c:pt>
                <c:pt idx="8865">
                  <c:v>45533.737500000003</c:v>
                </c:pt>
                <c:pt idx="8866">
                  <c:v>45994.759722222218</c:v>
                </c:pt>
                <c:pt idx="8867">
                  <c:v>45319.927083333343</c:v>
                </c:pt>
                <c:pt idx="8868">
                  <c:v>45585.53125</c:v>
                </c:pt>
                <c:pt idx="8869">
                  <c:v>45699.505555555559</c:v>
                </c:pt>
                <c:pt idx="8870">
                  <c:v>45778.912499999999</c:v>
                </c:pt>
                <c:pt idx="8871">
                  <c:v>45963.418055555558</c:v>
                </c:pt>
                <c:pt idx="8872">
                  <c:v>45873.540277777778</c:v>
                </c:pt>
                <c:pt idx="8873">
                  <c:v>45554.621527777781</c:v>
                </c:pt>
                <c:pt idx="8874">
                  <c:v>45338.584722222222</c:v>
                </c:pt>
                <c:pt idx="8875">
                  <c:v>45431.702777777777</c:v>
                </c:pt>
                <c:pt idx="8876">
                  <c:v>45306.557638888888</c:v>
                </c:pt>
                <c:pt idx="8877">
                  <c:v>45836.012499999997</c:v>
                </c:pt>
                <c:pt idx="8878">
                  <c:v>45688.35833333333</c:v>
                </c:pt>
                <c:pt idx="8879">
                  <c:v>45406.965277777781</c:v>
                </c:pt>
                <c:pt idx="8880">
                  <c:v>45447.997916666667</c:v>
                </c:pt>
                <c:pt idx="8881">
                  <c:v>45806.28125</c:v>
                </c:pt>
                <c:pt idx="8882">
                  <c:v>45588.661111111112</c:v>
                </c:pt>
                <c:pt idx="8883">
                  <c:v>45507.251388888893</c:v>
                </c:pt>
                <c:pt idx="8884">
                  <c:v>45966.655555555553</c:v>
                </c:pt>
                <c:pt idx="8885">
                  <c:v>45554.592361111107</c:v>
                </c:pt>
                <c:pt idx="8886">
                  <c:v>45417.981944444437</c:v>
                </c:pt>
                <c:pt idx="8887">
                  <c:v>46016.379166666673</c:v>
                </c:pt>
                <c:pt idx="8888">
                  <c:v>45915.159722222219</c:v>
                </c:pt>
                <c:pt idx="8889">
                  <c:v>45877.544444444437</c:v>
                </c:pt>
                <c:pt idx="8890">
                  <c:v>45691.429166666669</c:v>
                </c:pt>
                <c:pt idx="8891">
                  <c:v>45561.537499999999</c:v>
                </c:pt>
                <c:pt idx="8892">
                  <c:v>45908.341666666667</c:v>
                </c:pt>
                <c:pt idx="8893">
                  <c:v>45638.043749999997</c:v>
                </c:pt>
                <c:pt idx="8894">
                  <c:v>45715.381944444453</c:v>
                </c:pt>
                <c:pt idx="8895">
                  <c:v>45745.609027777777</c:v>
                </c:pt>
                <c:pt idx="8896">
                  <c:v>45345.765972222223</c:v>
                </c:pt>
                <c:pt idx="8897">
                  <c:v>45880.059027777781</c:v>
                </c:pt>
                <c:pt idx="8898">
                  <c:v>45368.754166666673</c:v>
                </c:pt>
                <c:pt idx="8899">
                  <c:v>45867.885416666657</c:v>
                </c:pt>
                <c:pt idx="8900">
                  <c:v>45412.829861111109</c:v>
                </c:pt>
                <c:pt idx="8901">
                  <c:v>45664.759027777778</c:v>
                </c:pt>
                <c:pt idx="8902">
                  <c:v>45780.556944444441</c:v>
                </c:pt>
                <c:pt idx="8903">
                  <c:v>45691.564583333333</c:v>
                </c:pt>
                <c:pt idx="8904">
                  <c:v>45739.898611111108</c:v>
                </c:pt>
                <c:pt idx="8905">
                  <c:v>45456.432638888888</c:v>
                </c:pt>
                <c:pt idx="8906">
                  <c:v>45639.268055555563</c:v>
                </c:pt>
                <c:pt idx="8907">
                  <c:v>45829.63958333333</c:v>
                </c:pt>
                <c:pt idx="8908">
                  <c:v>45569.470138888893</c:v>
                </c:pt>
                <c:pt idx="8909">
                  <c:v>45902.484027777777</c:v>
                </c:pt>
                <c:pt idx="8910">
                  <c:v>45733.306250000001</c:v>
                </c:pt>
                <c:pt idx="8911">
                  <c:v>45927.925694444442</c:v>
                </c:pt>
                <c:pt idx="8912">
                  <c:v>45785.385416666657</c:v>
                </c:pt>
                <c:pt idx="8913">
                  <c:v>45978.931944444441</c:v>
                </c:pt>
                <c:pt idx="8914">
                  <c:v>45602.875</c:v>
                </c:pt>
                <c:pt idx="8915">
                  <c:v>45798.850694444453</c:v>
                </c:pt>
                <c:pt idx="8916">
                  <c:v>45543.844444444447</c:v>
                </c:pt>
                <c:pt idx="8917">
                  <c:v>45337.676388888889</c:v>
                </c:pt>
                <c:pt idx="8918">
                  <c:v>45501.69027777778</c:v>
                </c:pt>
                <c:pt idx="8919">
                  <c:v>46018.236805555563</c:v>
                </c:pt>
                <c:pt idx="8920">
                  <c:v>45747.44027777778</c:v>
                </c:pt>
                <c:pt idx="8921">
                  <c:v>45989.370833333327</c:v>
                </c:pt>
                <c:pt idx="8922">
                  <c:v>45890.412499999999</c:v>
                </c:pt>
                <c:pt idx="8923">
                  <c:v>45625.438194444447</c:v>
                </c:pt>
                <c:pt idx="8924">
                  <c:v>45925.033333333333</c:v>
                </c:pt>
                <c:pt idx="8925">
                  <c:v>45306.511111111111</c:v>
                </c:pt>
                <c:pt idx="8926">
                  <c:v>45522.518055555563</c:v>
                </c:pt>
                <c:pt idx="8927">
                  <c:v>45767.694444444453</c:v>
                </c:pt>
                <c:pt idx="8928">
                  <c:v>45657.658333333333</c:v>
                </c:pt>
                <c:pt idx="8929">
                  <c:v>45469.481249999997</c:v>
                </c:pt>
                <c:pt idx="8930">
                  <c:v>45588.643750000003</c:v>
                </c:pt>
                <c:pt idx="8931">
                  <c:v>45862.413888888892</c:v>
                </c:pt>
                <c:pt idx="8932">
                  <c:v>45752.480555555558</c:v>
                </c:pt>
                <c:pt idx="8933">
                  <c:v>45961.55972222222</c:v>
                </c:pt>
                <c:pt idx="8934">
                  <c:v>45845.606249999997</c:v>
                </c:pt>
                <c:pt idx="8935">
                  <c:v>45821.636111111111</c:v>
                </c:pt>
                <c:pt idx="8936">
                  <c:v>45870.436111111107</c:v>
                </c:pt>
                <c:pt idx="8937">
                  <c:v>45691.595138888893</c:v>
                </c:pt>
                <c:pt idx="8938">
                  <c:v>45860.492361111108</c:v>
                </c:pt>
                <c:pt idx="8939">
                  <c:v>45845.575694444437</c:v>
                </c:pt>
                <c:pt idx="8940">
                  <c:v>45326.93472222222</c:v>
                </c:pt>
                <c:pt idx="8941">
                  <c:v>45590.643750000003</c:v>
                </c:pt>
                <c:pt idx="8942">
                  <c:v>45844.508333333331</c:v>
                </c:pt>
                <c:pt idx="8943">
                  <c:v>45493.559027777781</c:v>
                </c:pt>
                <c:pt idx="8944">
                  <c:v>45384.743750000001</c:v>
                </c:pt>
                <c:pt idx="8945">
                  <c:v>45472.633333333331</c:v>
                </c:pt>
                <c:pt idx="8946">
                  <c:v>45992.567361111112</c:v>
                </c:pt>
                <c:pt idx="8947">
                  <c:v>45652.654166666667</c:v>
                </c:pt>
                <c:pt idx="8948">
                  <c:v>45377.802777777782</c:v>
                </c:pt>
                <c:pt idx="8949">
                  <c:v>45954.613194444442</c:v>
                </c:pt>
                <c:pt idx="8950">
                  <c:v>45535.6</c:v>
                </c:pt>
                <c:pt idx="8951">
                  <c:v>45628.518055555563</c:v>
                </c:pt>
                <c:pt idx="8952">
                  <c:v>45596.806250000001</c:v>
                </c:pt>
                <c:pt idx="8953">
                  <c:v>45804.186111111107</c:v>
                </c:pt>
                <c:pt idx="8954">
                  <c:v>45397.250694444447</c:v>
                </c:pt>
                <c:pt idx="8955">
                  <c:v>45334.227083333331</c:v>
                </c:pt>
                <c:pt idx="8956">
                  <c:v>45580.199305555558</c:v>
                </c:pt>
                <c:pt idx="8957">
                  <c:v>45564.817361111112</c:v>
                </c:pt>
                <c:pt idx="8958">
                  <c:v>45761.142361111109</c:v>
                </c:pt>
                <c:pt idx="8959">
                  <c:v>45643.227777777778</c:v>
                </c:pt>
                <c:pt idx="8960">
                  <c:v>46006.14166666667</c:v>
                </c:pt>
                <c:pt idx="8961">
                  <c:v>45708.193749999999</c:v>
                </c:pt>
                <c:pt idx="8962">
                  <c:v>45596.180555555547</c:v>
                </c:pt>
                <c:pt idx="8963">
                  <c:v>45973.145833333343</c:v>
                </c:pt>
                <c:pt idx="8964">
                  <c:v>45629.20208333333</c:v>
                </c:pt>
                <c:pt idx="8965">
                  <c:v>45726.185416666667</c:v>
                </c:pt>
                <c:pt idx="8966">
                  <c:v>45612.865277777782</c:v>
                </c:pt>
                <c:pt idx="8967">
                  <c:v>45743.14166666667</c:v>
                </c:pt>
                <c:pt idx="8968">
                  <c:v>45663.383333333331</c:v>
                </c:pt>
                <c:pt idx="8969">
                  <c:v>45775.519444444442</c:v>
                </c:pt>
                <c:pt idx="8970">
                  <c:v>45867.605555555558</c:v>
                </c:pt>
                <c:pt idx="8971">
                  <c:v>45789.225694444453</c:v>
                </c:pt>
                <c:pt idx="8972">
                  <c:v>45445.888888888891</c:v>
                </c:pt>
                <c:pt idx="8973">
                  <c:v>45933.207638888889</c:v>
                </c:pt>
                <c:pt idx="8974">
                  <c:v>45908.1875</c:v>
                </c:pt>
                <c:pt idx="8975">
                  <c:v>45541.698611111111</c:v>
                </c:pt>
                <c:pt idx="8976">
                  <c:v>45369.524305555547</c:v>
                </c:pt>
                <c:pt idx="8977">
                  <c:v>45831.191666666673</c:v>
                </c:pt>
                <c:pt idx="8978">
                  <c:v>45449.158333333333</c:v>
                </c:pt>
                <c:pt idx="8979">
                  <c:v>45449.158333333333</c:v>
                </c:pt>
                <c:pt idx="8980">
                  <c:v>45679.473611111112</c:v>
                </c:pt>
                <c:pt idx="8981">
                  <c:v>45839.795138888891</c:v>
                </c:pt>
                <c:pt idx="8982">
                  <c:v>45862.691666666673</c:v>
                </c:pt>
                <c:pt idx="8983">
                  <c:v>45344.150694444441</c:v>
                </c:pt>
                <c:pt idx="8984">
                  <c:v>45862.691666666673</c:v>
                </c:pt>
                <c:pt idx="8985">
                  <c:v>45330.443055555559</c:v>
                </c:pt>
                <c:pt idx="8986">
                  <c:v>45449.158333333333</c:v>
                </c:pt>
                <c:pt idx="8987">
                  <c:v>45764.588194444441</c:v>
                </c:pt>
                <c:pt idx="8988">
                  <c:v>45323.317361111112</c:v>
                </c:pt>
                <c:pt idx="8989">
                  <c:v>45323.317361111112</c:v>
                </c:pt>
                <c:pt idx="8990">
                  <c:v>45330.443055555559</c:v>
                </c:pt>
                <c:pt idx="8991">
                  <c:v>45655.431250000001</c:v>
                </c:pt>
                <c:pt idx="8992">
                  <c:v>45397.883333333331</c:v>
                </c:pt>
                <c:pt idx="8993">
                  <c:v>45330.443055555559</c:v>
                </c:pt>
                <c:pt idx="8994">
                  <c:v>45655.431250000001</c:v>
                </c:pt>
                <c:pt idx="8995">
                  <c:v>45655.431250000001</c:v>
                </c:pt>
                <c:pt idx="8996">
                  <c:v>45839.795138888891</c:v>
                </c:pt>
                <c:pt idx="8997">
                  <c:v>46018.32916666667</c:v>
                </c:pt>
                <c:pt idx="8998">
                  <c:v>46018.32916666667</c:v>
                </c:pt>
                <c:pt idx="8999">
                  <c:v>46018.32916666667</c:v>
                </c:pt>
                <c:pt idx="9000">
                  <c:v>45734.010416666657</c:v>
                </c:pt>
                <c:pt idx="9001">
                  <c:v>45679.473611111112</c:v>
                </c:pt>
                <c:pt idx="9002">
                  <c:v>45323.317361111112</c:v>
                </c:pt>
                <c:pt idx="9003">
                  <c:v>45679.473611111112</c:v>
                </c:pt>
                <c:pt idx="9004">
                  <c:v>45764.588194444441</c:v>
                </c:pt>
                <c:pt idx="9005">
                  <c:v>45386.140277777777</c:v>
                </c:pt>
                <c:pt idx="9006">
                  <c:v>45734.010416666657</c:v>
                </c:pt>
                <c:pt idx="9007">
                  <c:v>45401.948611111111</c:v>
                </c:pt>
                <c:pt idx="9008">
                  <c:v>45344.150694444441</c:v>
                </c:pt>
                <c:pt idx="9009">
                  <c:v>45407.186805555553</c:v>
                </c:pt>
                <c:pt idx="9010">
                  <c:v>45407.186805555553</c:v>
                </c:pt>
                <c:pt idx="9011">
                  <c:v>45344.150694444441</c:v>
                </c:pt>
                <c:pt idx="9012">
                  <c:v>45407.186805555553</c:v>
                </c:pt>
                <c:pt idx="9013">
                  <c:v>45603.490972222222</c:v>
                </c:pt>
                <c:pt idx="9014">
                  <c:v>45518.555555555547</c:v>
                </c:pt>
                <c:pt idx="9015">
                  <c:v>45518.555555555547</c:v>
                </c:pt>
                <c:pt idx="9016">
                  <c:v>45518.555555555547</c:v>
                </c:pt>
                <c:pt idx="9017">
                  <c:v>45603.490972222222</c:v>
                </c:pt>
                <c:pt idx="9018">
                  <c:v>45656.84097222222</c:v>
                </c:pt>
                <c:pt idx="9019">
                  <c:v>45813.394444444442</c:v>
                </c:pt>
                <c:pt idx="9020">
                  <c:v>45656.84097222222</c:v>
                </c:pt>
                <c:pt idx="9021">
                  <c:v>45656.84097222222</c:v>
                </c:pt>
                <c:pt idx="9022">
                  <c:v>45386.140277777777</c:v>
                </c:pt>
                <c:pt idx="9023">
                  <c:v>45813.394444444442</c:v>
                </c:pt>
                <c:pt idx="9024">
                  <c:v>45573.392361111109</c:v>
                </c:pt>
                <c:pt idx="9025">
                  <c:v>45397.883333333331</c:v>
                </c:pt>
                <c:pt idx="9026">
                  <c:v>45573.392361111109</c:v>
                </c:pt>
                <c:pt idx="9027">
                  <c:v>45351.249305555553</c:v>
                </c:pt>
                <c:pt idx="9028">
                  <c:v>45876.651388888888</c:v>
                </c:pt>
                <c:pt idx="9029">
                  <c:v>45876.651388888888</c:v>
                </c:pt>
                <c:pt idx="9030">
                  <c:v>45876.651388888888</c:v>
                </c:pt>
                <c:pt idx="9031">
                  <c:v>45734.010416666657</c:v>
                </c:pt>
                <c:pt idx="9032">
                  <c:v>45546.457638888889</c:v>
                </c:pt>
                <c:pt idx="9033">
                  <c:v>45397.883333333331</c:v>
                </c:pt>
                <c:pt idx="9034">
                  <c:v>45862.691666666673</c:v>
                </c:pt>
                <c:pt idx="9035">
                  <c:v>45793.652083333327</c:v>
                </c:pt>
                <c:pt idx="9036">
                  <c:v>45793.652083333327</c:v>
                </c:pt>
                <c:pt idx="9037">
                  <c:v>45839.795138888891</c:v>
                </c:pt>
                <c:pt idx="9038">
                  <c:v>45793.652083333327</c:v>
                </c:pt>
                <c:pt idx="9039">
                  <c:v>45386.140277777777</c:v>
                </c:pt>
                <c:pt idx="9040">
                  <c:v>45603.490972222222</c:v>
                </c:pt>
                <c:pt idx="9041">
                  <c:v>45351.249305555553</c:v>
                </c:pt>
                <c:pt idx="9042">
                  <c:v>45401.948611111111</c:v>
                </c:pt>
                <c:pt idx="9043">
                  <c:v>45351.249305555553</c:v>
                </c:pt>
                <c:pt idx="9044">
                  <c:v>45401.948611111111</c:v>
                </c:pt>
                <c:pt idx="9045">
                  <c:v>45573.392361111109</c:v>
                </c:pt>
                <c:pt idx="9046">
                  <c:v>45813.394444444442</c:v>
                </c:pt>
                <c:pt idx="9047">
                  <c:v>45615.681250000001</c:v>
                </c:pt>
                <c:pt idx="9048">
                  <c:v>45546.457638888889</c:v>
                </c:pt>
                <c:pt idx="9049">
                  <c:v>45338.973611111112</c:v>
                </c:pt>
                <c:pt idx="9050">
                  <c:v>45534.99722222222</c:v>
                </c:pt>
                <c:pt idx="9051">
                  <c:v>45791.814583333333</c:v>
                </c:pt>
                <c:pt idx="9052">
                  <c:v>45764.393750000003</c:v>
                </c:pt>
                <c:pt idx="9053">
                  <c:v>45338.973611111112</c:v>
                </c:pt>
                <c:pt idx="9054">
                  <c:v>45791.814583333333</c:v>
                </c:pt>
                <c:pt idx="9055">
                  <c:v>45791.814583333333</c:v>
                </c:pt>
                <c:pt idx="9056">
                  <c:v>45764.393750000003</c:v>
                </c:pt>
                <c:pt idx="9057">
                  <c:v>45609.563888888893</c:v>
                </c:pt>
                <c:pt idx="9058">
                  <c:v>45505.470138888893</c:v>
                </c:pt>
                <c:pt idx="9059">
                  <c:v>45505.470138888893</c:v>
                </c:pt>
                <c:pt idx="9060">
                  <c:v>45505.470138888893</c:v>
                </c:pt>
                <c:pt idx="9061">
                  <c:v>45609.563888888893</c:v>
                </c:pt>
                <c:pt idx="9062">
                  <c:v>45953.463194444441</c:v>
                </c:pt>
                <c:pt idx="9063">
                  <c:v>45953.463194444441</c:v>
                </c:pt>
                <c:pt idx="9064">
                  <c:v>45953.463194444441</c:v>
                </c:pt>
                <c:pt idx="9065">
                  <c:v>45546.457638888889</c:v>
                </c:pt>
                <c:pt idx="9066">
                  <c:v>45609.563888888893</c:v>
                </c:pt>
                <c:pt idx="9067">
                  <c:v>45708.386111111111</c:v>
                </c:pt>
                <c:pt idx="9068">
                  <c:v>45578.57916666667</c:v>
                </c:pt>
                <c:pt idx="9069">
                  <c:v>45733.598611111112</c:v>
                </c:pt>
                <c:pt idx="9070">
                  <c:v>45338.973611111112</c:v>
                </c:pt>
                <c:pt idx="9071">
                  <c:v>45578.57916666667</c:v>
                </c:pt>
                <c:pt idx="9072">
                  <c:v>45316.150694444441</c:v>
                </c:pt>
                <c:pt idx="9073">
                  <c:v>45337.620138888888</c:v>
                </c:pt>
                <c:pt idx="9074">
                  <c:v>45627.489583333343</c:v>
                </c:pt>
                <c:pt idx="9075">
                  <c:v>45627.489583333343</c:v>
                </c:pt>
                <c:pt idx="9076">
                  <c:v>45627.489583333343</c:v>
                </c:pt>
                <c:pt idx="9077">
                  <c:v>45365.597916666673</c:v>
                </c:pt>
                <c:pt idx="9078">
                  <c:v>45365.597916666673</c:v>
                </c:pt>
                <c:pt idx="9079">
                  <c:v>45365.597916666673</c:v>
                </c:pt>
                <c:pt idx="9080">
                  <c:v>46020.530555555553</c:v>
                </c:pt>
                <c:pt idx="9081">
                  <c:v>45879.919444444437</c:v>
                </c:pt>
                <c:pt idx="9082">
                  <c:v>46020.530555555553</c:v>
                </c:pt>
                <c:pt idx="9083">
                  <c:v>45879.919444444437</c:v>
                </c:pt>
                <c:pt idx="9084">
                  <c:v>45879.919444444437</c:v>
                </c:pt>
                <c:pt idx="9085">
                  <c:v>45337.620138888888</c:v>
                </c:pt>
                <c:pt idx="9086">
                  <c:v>46020.530555555553</c:v>
                </c:pt>
                <c:pt idx="9087">
                  <c:v>45484.135416666657</c:v>
                </c:pt>
                <c:pt idx="9088">
                  <c:v>45484.135416666657</c:v>
                </c:pt>
                <c:pt idx="9089">
                  <c:v>45484.135416666657</c:v>
                </c:pt>
                <c:pt idx="9090">
                  <c:v>45337.620138888888</c:v>
                </c:pt>
                <c:pt idx="9091">
                  <c:v>45764.393750000003</c:v>
                </c:pt>
                <c:pt idx="9092">
                  <c:v>45316.150694444441</c:v>
                </c:pt>
                <c:pt idx="9093">
                  <c:v>45316.150694444441</c:v>
                </c:pt>
                <c:pt idx="9094">
                  <c:v>45534.99722222222</c:v>
                </c:pt>
                <c:pt idx="9095">
                  <c:v>45534.99722222222</c:v>
                </c:pt>
                <c:pt idx="9096">
                  <c:v>45765.725694444453</c:v>
                </c:pt>
                <c:pt idx="9097">
                  <c:v>45708.386111111111</c:v>
                </c:pt>
                <c:pt idx="9098">
                  <c:v>45733.598611111112</c:v>
                </c:pt>
                <c:pt idx="9099">
                  <c:v>45358.5</c:v>
                </c:pt>
                <c:pt idx="9100">
                  <c:v>45358.5</c:v>
                </c:pt>
                <c:pt idx="9101">
                  <c:v>45358.5</c:v>
                </c:pt>
                <c:pt idx="9102">
                  <c:v>45765.725694444453</c:v>
                </c:pt>
                <c:pt idx="9103">
                  <c:v>46000.686805555553</c:v>
                </c:pt>
                <c:pt idx="9104">
                  <c:v>46000.686805555553</c:v>
                </c:pt>
                <c:pt idx="9105">
                  <c:v>45903.481249999997</c:v>
                </c:pt>
                <c:pt idx="9106">
                  <c:v>45615.681250000001</c:v>
                </c:pt>
                <c:pt idx="9107">
                  <c:v>45615.681250000001</c:v>
                </c:pt>
                <c:pt idx="9108">
                  <c:v>45452.851388888892</c:v>
                </c:pt>
                <c:pt idx="9109">
                  <c:v>45559.459722222222</c:v>
                </c:pt>
                <c:pt idx="9110">
                  <c:v>45559.459722222222</c:v>
                </c:pt>
                <c:pt idx="9111">
                  <c:v>45559.459722222222</c:v>
                </c:pt>
                <c:pt idx="9112">
                  <c:v>45452.851388888892</c:v>
                </c:pt>
                <c:pt idx="9113">
                  <c:v>45586.886111111111</c:v>
                </c:pt>
                <c:pt idx="9114">
                  <c:v>45586.886111111111</c:v>
                </c:pt>
                <c:pt idx="9115">
                  <c:v>45452.851388888892</c:v>
                </c:pt>
                <c:pt idx="9116">
                  <c:v>45585.97152777778</c:v>
                </c:pt>
                <c:pt idx="9117">
                  <c:v>45917.845138888893</c:v>
                </c:pt>
                <c:pt idx="9118">
                  <c:v>45917.845138888893</c:v>
                </c:pt>
                <c:pt idx="9119">
                  <c:v>45917.845138888893</c:v>
                </c:pt>
                <c:pt idx="9120">
                  <c:v>45764.588194444441</c:v>
                </c:pt>
                <c:pt idx="9121">
                  <c:v>45586.886111111111</c:v>
                </c:pt>
                <c:pt idx="9122">
                  <c:v>45708.386111111111</c:v>
                </c:pt>
                <c:pt idx="9123">
                  <c:v>45585.97152777778</c:v>
                </c:pt>
                <c:pt idx="9124">
                  <c:v>46000.686805555553</c:v>
                </c:pt>
                <c:pt idx="9125">
                  <c:v>45986.085416666669</c:v>
                </c:pt>
                <c:pt idx="9126">
                  <c:v>45578.57916666667</c:v>
                </c:pt>
                <c:pt idx="9127">
                  <c:v>45903.481249999997</c:v>
                </c:pt>
                <c:pt idx="9128">
                  <c:v>45585.97152777778</c:v>
                </c:pt>
                <c:pt idx="9129">
                  <c:v>45681.836111111108</c:v>
                </c:pt>
                <c:pt idx="9130">
                  <c:v>45986.085416666669</c:v>
                </c:pt>
                <c:pt idx="9131">
                  <c:v>45681.836111111108</c:v>
                </c:pt>
                <c:pt idx="9132">
                  <c:v>45733.598611111112</c:v>
                </c:pt>
                <c:pt idx="9133">
                  <c:v>45765.725694444453</c:v>
                </c:pt>
                <c:pt idx="9134">
                  <c:v>45986.085416666669</c:v>
                </c:pt>
                <c:pt idx="9135">
                  <c:v>45681.836111111108</c:v>
                </c:pt>
                <c:pt idx="9136">
                  <c:v>45903.481249999997</c:v>
                </c:pt>
                <c:pt idx="9137">
                  <c:v>45533.621527777781</c:v>
                </c:pt>
                <c:pt idx="9138">
                  <c:v>45680.649305555547</c:v>
                </c:pt>
                <c:pt idx="9139">
                  <c:v>45554.281944444447</c:v>
                </c:pt>
                <c:pt idx="9140">
                  <c:v>45443.763888888891</c:v>
                </c:pt>
                <c:pt idx="9141">
                  <c:v>45387.773611111108</c:v>
                </c:pt>
                <c:pt idx="9142">
                  <c:v>45495.466666666667</c:v>
                </c:pt>
                <c:pt idx="9143">
                  <c:v>45326.749305555553</c:v>
                </c:pt>
                <c:pt idx="9144">
                  <c:v>45811.267361111109</c:v>
                </c:pt>
                <c:pt idx="9145">
                  <c:v>45364.932638888888</c:v>
                </c:pt>
                <c:pt idx="9146">
                  <c:v>45750.654861111107</c:v>
                </c:pt>
                <c:pt idx="9147">
                  <c:v>46006.543749999997</c:v>
                </c:pt>
                <c:pt idx="9148">
                  <c:v>45711.369444444441</c:v>
                </c:pt>
                <c:pt idx="9149">
                  <c:v>45963.74722222222</c:v>
                </c:pt>
                <c:pt idx="9150">
                  <c:v>45296.350694444453</c:v>
                </c:pt>
                <c:pt idx="9151">
                  <c:v>45875.626388888893</c:v>
                </c:pt>
                <c:pt idx="9152">
                  <c:v>45586.776388888888</c:v>
                </c:pt>
                <c:pt idx="9153">
                  <c:v>45632.372916666667</c:v>
                </c:pt>
                <c:pt idx="9154">
                  <c:v>45915.693749999999</c:v>
                </c:pt>
                <c:pt idx="9155">
                  <c:v>45316.577777777777</c:v>
                </c:pt>
                <c:pt idx="9156">
                  <c:v>45957.698611111111</c:v>
                </c:pt>
                <c:pt idx="9157">
                  <c:v>45743.489583333343</c:v>
                </c:pt>
                <c:pt idx="9158">
                  <c:v>45743.458333333343</c:v>
                </c:pt>
                <c:pt idx="9159">
                  <c:v>45359.642361111109</c:v>
                </c:pt>
                <c:pt idx="9160">
                  <c:v>45793.470138888893</c:v>
                </c:pt>
                <c:pt idx="9161">
                  <c:v>45888.585416666669</c:v>
                </c:pt>
                <c:pt idx="9162">
                  <c:v>45496.537499999999</c:v>
                </c:pt>
                <c:pt idx="9163">
                  <c:v>45853.725694444453</c:v>
                </c:pt>
                <c:pt idx="9164">
                  <c:v>45909.643055555563</c:v>
                </c:pt>
                <c:pt idx="9165">
                  <c:v>45616.737500000003</c:v>
                </c:pt>
                <c:pt idx="9166">
                  <c:v>45817.670138888891</c:v>
                </c:pt>
                <c:pt idx="9167">
                  <c:v>45408.636111111111</c:v>
                </c:pt>
                <c:pt idx="9168">
                  <c:v>45558.505555555559</c:v>
                </c:pt>
                <c:pt idx="9169">
                  <c:v>46007.638888888891</c:v>
                </c:pt>
                <c:pt idx="9170">
                  <c:v>45682.520833333343</c:v>
                </c:pt>
                <c:pt idx="9171">
                  <c:v>45563.436805555553</c:v>
                </c:pt>
                <c:pt idx="9172">
                  <c:v>45764.338888888888</c:v>
                </c:pt>
                <c:pt idx="9173">
                  <c:v>45835.772222222222</c:v>
                </c:pt>
                <c:pt idx="9174">
                  <c:v>45659.418055555558</c:v>
                </c:pt>
                <c:pt idx="9175">
                  <c:v>45366.498611111107</c:v>
                </c:pt>
                <c:pt idx="9176">
                  <c:v>45905.711111111108</c:v>
                </c:pt>
                <c:pt idx="9177">
                  <c:v>45425.731249999997</c:v>
                </c:pt>
                <c:pt idx="9178">
                  <c:v>45955.525000000001</c:v>
                </c:pt>
                <c:pt idx="9179">
                  <c:v>45643.626388888893</c:v>
                </c:pt>
                <c:pt idx="9180">
                  <c:v>45517.34375</c:v>
                </c:pt>
                <c:pt idx="9181">
                  <c:v>45461.669444444437</c:v>
                </c:pt>
                <c:pt idx="9182">
                  <c:v>45935.361111111109</c:v>
                </c:pt>
                <c:pt idx="9183">
                  <c:v>45988.347222222219</c:v>
                </c:pt>
                <c:pt idx="9184">
                  <c:v>46020.604861111111</c:v>
                </c:pt>
                <c:pt idx="9185">
                  <c:v>45730.633333333331</c:v>
                </c:pt>
                <c:pt idx="9186">
                  <c:v>45952.945138888892</c:v>
                </c:pt>
                <c:pt idx="9187">
                  <c:v>45672.470833333333</c:v>
                </c:pt>
                <c:pt idx="9188">
                  <c:v>45576.414583333331</c:v>
                </c:pt>
                <c:pt idx="9189">
                  <c:v>45904.352083333331</c:v>
                </c:pt>
                <c:pt idx="9190">
                  <c:v>45749.840277777781</c:v>
                </c:pt>
                <c:pt idx="9191">
                  <c:v>45434.3125</c:v>
                </c:pt>
                <c:pt idx="9192">
                  <c:v>45779.438888888893</c:v>
                </c:pt>
                <c:pt idx="9193">
                  <c:v>45341.905555555553</c:v>
                </c:pt>
                <c:pt idx="9194">
                  <c:v>45573.324305555558</c:v>
                </c:pt>
                <c:pt idx="9195">
                  <c:v>45411.288888888892</c:v>
                </c:pt>
                <c:pt idx="9196">
                  <c:v>45993.503472222219</c:v>
                </c:pt>
                <c:pt idx="9197">
                  <c:v>45621.283333333333</c:v>
                </c:pt>
                <c:pt idx="9198">
                  <c:v>45932.572916666657</c:v>
                </c:pt>
                <c:pt idx="9199">
                  <c:v>45313.318055555559</c:v>
                </c:pt>
                <c:pt idx="9200">
                  <c:v>45863.458333333343</c:v>
                </c:pt>
                <c:pt idx="9201">
                  <c:v>45993.504166666673</c:v>
                </c:pt>
                <c:pt idx="9202">
                  <c:v>45876.674305555563</c:v>
                </c:pt>
                <c:pt idx="9203">
                  <c:v>45929.288888888892</c:v>
                </c:pt>
                <c:pt idx="9204">
                  <c:v>45390.458333333343</c:v>
                </c:pt>
                <c:pt idx="9205">
                  <c:v>45973.900694444441</c:v>
                </c:pt>
                <c:pt idx="9206">
                  <c:v>45643.920138888891</c:v>
                </c:pt>
                <c:pt idx="9207">
                  <c:v>45819.924305555563</c:v>
                </c:pt>
                <c:pt idx="9208">
                  <c:v>45365.331944444442</c:v>
                </c:pt>
                <c:pt idx="9209">
                  <c:v>45459.918055555558</c:v>
                </c:pt>
                <c:pt idx="9210">
                  <c:v>45295.375694444447</c:v>
                </c:pt>
                <c:pt idx="9211">
                  <c:v>45835.505555555559</c:v>
                </c:pt>
                <c:pt idx="9212">
                  <c:v>45485.48333333333</c:v>
                </c:pt>
                <c:pt idx="9213">
                  <c:v>45880.422222222223</c:v>
                </c:pt>
                <c:pt idx="9214">
                  <c:v>45969.661111111112</c:v>
                </c:pt>
                <c:pt idx="9215">
                  <c:v>45754.472222222219</c:v>
                </c:pt>
                <c:pt idx="9216">
                  <c:v>45922.421527777777</c:v>
                </c:pt>
                <c:pt idx="9217">
                  <c:v>45509.652083333327</c:v>
                </c:pt>
                <c:pt idx="9218">
                  <c:v>45676.813888888893</c:v>
                </c:pt>
                <c:pt idx="9219">
                  <c:v>45408.8125</c:v>
                </c:pt>
                <c:pt idx="9220">
                  <c:v>45373.59375</c:v>
                </c:pt>
                <c:pt idx="9221">
                  <c:v>45316.62777777778</c:v>
                </c:pt>
                <c:pt idx="9222">
                  <c:v>45932.462500000001</c:v>
                </c:pt>
                <c:pt idx="9223">
                  <c:v>45535.758333333331</c:v>
                </c:pt>
                <c:pt idx="9224">
                  <c:v>45801.69027777778</c:v>
                </c:pt>
                <c:pt idx="9225">
                  <c:v>45718.60833333333</c:v>
                </c:pt>
                <c:pt idx="9226">
                  <c:v>45633.350694444453</c:v>
                </c:pt>
                <c:pt idx="9227">
                  <c:v>45348.265277777777</c:v>
                </c:pt>
                <c:pt idx="9228">
                  <c:v>45595.279166666667</c:v>
                </c:pt>
                <c:pt idx="9229">
                  <c:v>45840.71597222222</c:v>
                </c:pt>
                <c:pt idx="9230">
                  <c:v>45469.498611111107</c:v>
                </c:pt>
                <c:pt idx="9231">
                  <c:v>45429.234722222223</c:v>
                </c:pt>
                <c:pt idx="9232">
                  <c:v>45649.549305555563</c:v>
                </c:pt>
                <c:pt idx="9233">
                  <c:v>45959.597916666673</c:v>
                </c:pt>
                <c:pt idx="9234">
                  <c:v>45879.511111111111</c:v>
                </c:pt>
                <c:pt idx="9235">
                  <c:v>45789.498611111107</c:v>
                </c:pt>
                <c:pt idx="9236">
                  <c:v>45516.49722222222</c:v>
                </c:pt>
                <c:pt idx="9237">
                  <c:v>45321.538194444453</c:v>
                </c:pt>
                <c:pt idx="9238">
                  <c:v>45519.777777777781</c:v>
                </c:pt>
                <c:pt idx="9239">
                  <c:v>45407.336111111108</c:v>
                </c:pt>
                <c:pt idx="9240">
                  <c:v>45581.59652777778</c:v>
                </c:pt>
                <c:pt idx="9241">
                  <c:v>45835.897222222222</c:v>
                </c:pt>
                <c:pt idx="9242">
                  <c:v>45781.904166666667</c:v>
                </c:pt>
                <c:pt idx="9243">
                  <c:v>45928.867361111108</c:v>
                </c:pt>
                <c:pt idx="9244">
                  <c:v>45952.668749999997</c:v>
                </c:pt>
                <c:pt idx="9245">
                  <c:v>45298.01666666667</c:v>
                </c:pt>
                <c:pt idx="9246">
                  <c:v>45732.706250000003</c:v>
                </c:pt>
                <c:pt idx="9247">
                  <c:v>45419.822916666657</c:v>
                </c:pt>
                <c:pt idx="9248">
                  <c:v>45895.75277777778</c:v>
                </c:pt>
                <c:pt idx="9249">
                  <c:v>45693.693749999999</c:v>
                </c:pt>
                <c:pt idx="9250">
                  <c:v>45514.717361111107</c:v>
                </c:pt>
                <c:pt idx="9251">
                  <c:v>46004.772916666669</c:v>
                </c:pt>
                <c:pt idx="9252">
                  <c:v>45877.756944444453</c:v>
                </c:pt>
                <c:pt idx="9253">
                  <c:v>45784.85</c:v>
                </c:pt>
                <c:pt idx="9254">
                  <c:v>45389.952777777777</c:v>
                </c:pt>
                <c:pt idx="9255">
                  <c:v>45913.834027777782</c:v>
                </c:pt>
                <c:pt idx="9256">
                  <c:v>45662.586111111108</c:v>
                </c:pt>
                <c:pt idx="9257">
                  <c:v>45980.945833333331</c:v>
                </c:pt>
                <c:pt idx="9258">
                  <c:v>45600.619444444441</c:v>
                </c:pt>
                <c:pt idx="9259">
                  <c:v>45611.085416666669</c:v>
                </c:pt>
                <c:pt idx="9260">
                  <c:v>45413.534722222219</c:v>
                </c:pt>
                <c:pt idx="9261">
                  <c:v>45967.715277777781</c:v>
                </c:pt>
                <c:pt idx="9262">
                  <c:v>46003.578472222223</c:v>
                </c:pt>
                <c:pt idx="9263">
                  <c:v>45294.624305555553</c:v>
                </c:pt>
                <c:pt idx="9264">
                  <c:v>45890.570138888892</c:v>
                </c:pt>
                <c:pt idx="9265">
                  <c:v>45712.715277777781</c:v>
                </c:pt>
                <c:pt idx="9266">
                  <c:v>45530.787499999999</c:v>
                </c:pt>
                <c:pt idx="9267">
                  <c:v>45446.669444444437</c:v>
                </c:pt>
                <c:pt idx="9268">
                  <c:v>45743.672222222223</c:v>
                </c:pt>
                <c:pt idx="9269">
                  <c:v>45481.570138888892</c:v>
                </c:pt>
                <c:pt idx="9270">
                  <c:v>45356.649305555547</c:v>
                </c:pt>
                <c:pt idx="9271">
                  <c:v>45803.65625</c:v>
                </c:pt>
                <c:pt idx="9272">
                  <c:v>45776.731944444437</c:v>
                </c:pt>
                <c:pt idx="9273">
                  <c:v>45915.739583333343</c:v>
                </c:pt>
                <c:pt idx="9274">
                  <c:v>45861.490972222222</c:v>
                </c:pt>
                <c:pt idx="9275">
                  <c:v>45575.714583333327</c:v>
                </c:pt>
                <c:pt idx="9276">
                  <c:v>45609.558333333327</c:v>
                </c:pt>
                <c:pt idx="9277">
                  <c:v>45678.644444444442</c:v>
                </c:pt>
                <c:pt idx="9278">
                  <c:v>45838.624305555553</c:v>
                </c:pt>
                <c:pt idx="9279">
                  <c:v>45945.770833333343</c:v>
                </c:pt>
                <c:pt idx="9280">
                  <c:v>45323.621527777781</c:v>
                </c:pt>
                <c:pt idx="9281">
                  <c:v>45384.580555555563</c:v>
                </c:pt>
                <c:pt idx="9282">
                  <c:v>45572.544444444437</c:v>
                </c:pt>
                <c:pt idx="9283">
                  <c:v>45685.660416666673</c:v>
                </c:pt>
                <c:pt idx="9284">
                  <c:v>45971.353472222218</c:v>
                </c:pt>
                <c:pt idx="9285">
                  <c:v>45908.871527777781</c:v>
                </c:pt>
                <c:pt idx="9286">
                  <c:v>45747.800694444442</c:v>
                </c:pt>
                <c:pt idx="9287">
                  <c:v>45513.556250000001</c:v>
                </c:pt>
                <c:pt idx="9288">
                  <c:v>45620.672222222223</c:v>
                </c:pt>
                <c:pt idx="9289">
                  <c:v>45854.652777777781</c:v>
                </c:pt>
                <c:pt idx="9290">
                  <c:v>46021.64166666667</c:v>
                </c:pt>
                <c:pt idx="9291">
                  <c:v>45457.286805555559</c:v>
                </c:pt>
                <c:pt idx="9292">
                  <c:v>45786.832638888889</c:v>
                </c:pt>
                <c:pt idx="9293">
                  <c:v>45810.396527777782</c:v>
                </c:pt>
                <c:pt idx="9294">
                  <c:v>45932.322222222218</c:v>
                </c:pt>
                <c:pt idx="9295">
                  <c:v>45973.724999999999</c:v>
                </c:pt>
                <c:pt idx="9296">
                  <c:v>45693.338888888888</c:v>
                </c:pt>
                <c:pt idx="9297">
                  <c:v>45412.674305555563</c:v>
                </c:pt>
                <c:pt idx="9298">
                  <c:v>45511.761805555558</c:v>
                </c:pt>
                <c:pt idx="9299">
                  <c:v>45768.387499999997</c:v>
                </c:pt>
                <c:pt idx="9300">
                  <c:v>45894.431944444441</c:v>
                </c:pt>
                <c:pt idx="9301">
                  <c:v>45656.35</c:v>
                </c:pt>
                <c:pt idx="9302">
                  <c:v>45383.570833333331</c:v>
                </c:pt>
                <c:pt idx="9303">
                  <c:v>45345.541666666657</c:v>
                </c:pt>
                <c:pt idx="9304">
                  <c:v>45552.321527777778</c:v>
                </c:pt>
                <c:pt idx="9305">
                  <c:v>46009.762499999997</c:v>
                </c:pt>
                <c:pt idx="9306">
                  <c:v>45734.292361111111</c:v>
                </c:pt>
                <c:pt idx="9307">
                  <c:v>45452.388888888891</c:v>
                </c:pt>
                <c:pt idx="9308">
                  <c:v>45618.432638888888</c:v>
                </c:pt>
                <c:pt idx="9309">
                  <c:v>45846.445138888892</c:v>
                </c:pt>
                <c:pt idx="9310">
                  <c:v>45440.34097222222</c:v>
                </c:pt>
                <c:pt idx="9311">
                  <c:v>45584.554166666669</c:v>
                </c:pt>
                <c:pt idx="9312">
                  <c:v>45784.51458333333</c:v>
                </c:pt>
                <c:pt idx="9313">
                  <c:v>45827.518750000003</c:v>
                </c:pt>
                <c:pt idx="9314">
                  <c:v>45615.554861111108</c:v>
                </c:pt>
                <c:pt idx="9315">
                  <c:v>45715.396527777782</c:v>
                </c:pt>
                <c:pt idx="9316">
                  <c:v>45633.697222222218</c:v>
                </c:pt>
                <c:pt idx="9317">
                  <c:v>45539.340277777781</c:v>
                </c:pt>
                <c:pt idx="9318">
                  <c:v>45507.65</c:v>
                </c:pt>
                <c:pt idx="9319">
                  <c:v>45300.338888888888</c:v>
                </c:pt>
                <c:pt idx="9320">
                  <c:v>45904.629861111112</c:v>
                </c:pt>
                <c:pt idx="9321">
                  <c:v>45461.359027777777</c:v>
                </c:pt>
                <c:pt idx="9322">
                  <c:v>45980.305555555547</c:v>
                </c:pt>
                <c:pt idx="9323">
                  <c:v>45397.521527777782</c:v>
                </c:pt>
                <c:pt idx="9324">
                  <c:v>45343.577777777777</c:v>
                </c:pt>
                <c:pt idx="9325">
                  <c:v>45375.990972222222</c:v>
                </c:pt>
                <c:pt idx="9326">
                  <c:v>45420.993055555547</c:v>
                </c:pt>
                <c:pt idx="9327">
                  <c:v>45354.958333333343</c:v>
                </c:pt>
                <c:pt idx="9328">
                  <c:v>45315.951388888891</c:v>
                </c:pt>
                <c:pt idx="9329">
                  <c:v>45930.931250000001</c:v>
                </c:pt>
                <c:pt idx="9330">
                  <c:v>45376.041666666657</c:v>
                </c:pt>
                <c:pt idx="9331">
                  <c:v>45295.522916666669</c:v>
                </c:pt>
                <c:pt idx="9332">
                  <c:v>45474.859722222223</c:v>
                </c:pt>
                <c:pt idx="9333">
                  <c:v>45336.006944444453</c:v>
                </c:pt>
                <c:pt idx="9334">
                  <c:v>45397.018055555563</c:v>
                </c:pt>
                <c:pt idx="9335">
                  <c:v>45363.411805555559</c:v>
                </c:pt>
                <c:pt idx="9336">
                  <c:v>46013.421527777777</c:v>
                </c:pt>
                <c:pt idx="9337">
                  <c:v>45426.352083333331</c:v>
                </c:pt>
                <c:pt idx="9338">
                  <c:v>45350.433333333327</c:v>
                </c:pt>
                <c:pt idx="9339">
                  <c:v>45741.411111111112</c:v>
                </c:pt>
                <c:pt idx="9340">
                  <c:v>45678.586111111108</c:v>
                </c:pt>
                <c:pt idx="9341">
                  <c:v>45996.320833333331</c:v>
                </c:pt>
                <c:pt idx="9342">
                  <c:v>45974.31527777778</c:v>
                </c:pt>
                <c:pt idx="9343">
                  <c:v>45378.275694444441</c:v>
                </c:pt>
                <c:pt idx="9344">
                  <c:v>45567.506249999999</c:v>
                </c:pt>
                <c:pt idx="9345">
                  <c:v>45525.42291666667</c:v>
                </c:pt>
                <c:pt idx="9346">
                  <c:v>45832.464583333327</c:v>
                </c:pt>
                <c:pt idx="9347">
                  <c:v>45477.508333333331</c:v>
                </c:pt>
                <c:pt idx="9348">
                  <c:v>45950.377083333333</c:v>
                </c:pt>
                <c:pt idx="9349">
                  <c:v>45908.394444444442</c:v>
                </c:pt>
                <c:pt idx="9350">
                  <c:v>45790.530555555553</c:v>
                </c:pt>
                <c:pt idx="9351">
                  <c:v>45645.605555555558</c:v>
                </c:pt>
                <c:pt idx="9352">
                  <c:v>45763.681944444441</c:v>
                </c:pt>
                <c:pt idx="9353">
                  <c:v>45882.568749999999</c:v>
                </c:pt>
                <c:pt idx="9354">
                  <c:v>45497.439583333333</c:v>
                </c:pt>
                <c:pt idx="9355">
                  <c:v>45394.352777777778</c:v>
                </c:pt>
                <c:pt idx="9356">
                  <c:v>45545.401388888888</c:v>
                </c:pt>
                <c:pt idx="9357">
                  <c:v>45709.37777777778</c:v>
                </c:pt>
                <c:pt idx="9358">
                  <c:v>45847.428472222222</c:v>
                </c:pt>
                <c:pt idx="9359">
                  <c:v>45733.395833333343</c:v>
                </c:pt>
                <c:pt idx="9360">
                  <c:v>45586.518055555563</c:v>
                </c:pt>
                <c:pt idx="9361">
                  <c:v>45621.397222222222</c:v>
                </c:pt>
                <c:pt idx="9362">
                  <c:v>45321.3125</c:v>
                </c:pt>
                <c:pt idx="9363">
                  <c:v>45499.59097222222</c:v>
                </c:pt>
                <c:pt idx="9364">
                  <c:v>45963.756944444453</c:v>
                </c:pt>
                <c:pt idx="9365">
                  <c:v>45580.484722222223</c:v>
                </c:pt>
                <c:pt idx="9366">
                  <c:v>46020.717361111107</c:v>
                </c:pt>
                <c:pt idx="9367">
                  <c:v>45836.718055555553</c:v>
                </c:pt>
                <c:pt idx="9368">
                  <c:v>45934.634027777778</c:v>
                </c:pt>
                <c:pt idx="9369">
                  <c:v>45774.84097222222</c:v>
                </c:pt>
                <c:pt idx="9370">
                  <c:v>45604.960416666669</c:v>
                </c:pt>
                <c:pt idx="9371">
                  <c:v>45796.717361111107</c:v>
                </c:pt>
                <c:pt idx="9372">
                  <c:v>45307.557638888888</c:v>
                </c:pt>
                <c:pt idx="9373">
                  <c:v>45469.430555555547</c:v>
                </c:pt>
                <c:pt idx="9374">
                  <c:v>45658.567361111112</c:v>
                </c:pt>
                <c:pt idx="9375">
                  <c:v>45628.538194444453</c:v>
                </c:pt>
                <c:pt idx="9376">
                  <c:v>45327.51666666667</c:v>
                </c:pt>
                <c:pt idx="9377">
                  <c:v>45748.565972222219</c:v>
                </c:pt>
                <c:pt idx="9378">
                  <c:v>45376.59375</c:v>
                </c:pt>
                <c:pt idx="9379">
                  <c:v>45896.390972222223</c:v>
                </c:pt>
                <c:pt idx="9380">
                  <c:v>45702.70208333333</c:v>
                </c:pt>
                <c:pt idx="9381">
                  <c:v>45622.554861111108</c:v>
                </c:pt>
                <c:pt idx="9382">
                  <c:v>45813.549305555563</c:v>
                </c:pt>
                <c:pt idx="9383">
                  <c:v>45297.700694444437</c:v>
                </c:pt>
                <c:pt idx="9384">
                  <c:v>45866.51666666667</c:v>
                </c:pt>
                <c:pt idx="9385">
                  <c:v>45407.563194444447</c:v>
                </c:pt>
                <c:pt idx="9386">
                  <c:v>45531.504166666673</c:v>
                </c:pt>
                <c:pt idx="9387">
                  <c:v>45987.603472222218</c:v>
                </c:pt>
                <c:pt idx="9388">
                  <c:v>45353.137499999997</c:v>
                </c:pt>
                <c:pt idx="9389">
                  <c:v>45713.65625</c:v>
                </c:pt>
                <c:pt idx="9390">
                  <c:v>45847.166666666657</c:v>
                </c:pt>
                <c:pt idx="9391">
                  <c:v>45942.138194444437</c:v>
                </c:pt>
                <c:pt idx="9392">
                  <c:v>45509.10833333333</c:v>
                </c:pt>
                <c:pt idx="9393">
                  <c:v>45755.15902777778</c:v>
                </c:pt>
                <c:pt idx="9394">
                  <c:v>45787.102777777778</c:v>
                </c:pt>
                <c:pt idx="9395">
                  <c:v>45625.586805555547</c:v>
                </c:pt>
                <c:pt idx="9396">
                  <c:v>45606.101388888892</c:v>
                </c:pt>
                <c:pt idx="9397">
                  <c:v>45602.78402777778</c:v>
                </c:pt>
                <c:pt idx="9398">
                  <c:v>45917.706944444442</c:v>
                </c:pt>
                <c:pt idx="9399">
                  <c:v>45780.775000000001</c:v>
                </c:pt>
                <c:pt idx="9400">
                  <c:v>45509.724999999999</c:v>
                </c:pt>
                <c:pt idx="9401">
                  <c:v>45703.632638888892</c:v>
                </c:pt>
                <c:pt idx="9402">
                  <c:v>45441.749305555553</c:v>
                </c:pt>
                <c:pt idx="9403">
                  <c:v>45294.879861111112</c:v>
                </c:pt>
                <c:pt idx="9404">
                  <c:v>45726.743750000001</c:v>
                </c:pt>
                <c:pt idx="9405">
                  <c:v>45589.566666666673</c:v>
                </c:pt>
                <c:pt idx="9406">
                  <c:v>45451.381249999999</c:v>
                </c:pt>
                <c:pt idx="9407">
                  <c:v>45706.113194444442</c:v>
                </c:pt>
                <c:pt idx="9408">
                  <c:v>45911.393055555563</c:v>
                </c:pt>
                <c:pt idx="9409">
                  <c:v>45646.509722222218</c:v>
                </c:pt>
                <c:pt idx="9410">
                  <c:v>45524.95416666667</c:v>
                </c:pt>
                <c:pt idx="9411">
                  <c:v>45813.583333333343</c:v>
                </c:pt>
                <c:pt idx="9412">
                  <c:v>45885.629861111112</c:v>
                </c:pt>
                <c:pt idx="9413">
                  <c:v>45680.065972222219</c:v>
                </c:pt>
                <c:pt idx="9414">
                  <c:v>45856.42083333333</c:v>
                </c:pt>
                <c:pt idx="9415">
                  <c:v>46021.9</c:v>
                </c:pt>
                <c:pt idx="9416">
                  <c:v>45792.438194444447</c:v>
                </c:pt>
                <c:pt idx="9417">
                  <c:v>45747.730555555558</c:v>
                </c:pt>
                <c:pt idx="9418">
                  <c:v>45989.397916666669</c:v>
                </c:pt>
                <c:pt idx="9419">
                  <c:v>45632.466666666667</c:v>
                </c:pt>
                <c:pt idx="9420">
                  <c:v>45384.96597222222</c:v>
                </c:pt>
                <c:pt idx="9421">
                  <c:v>45363.439583333333</c:v>
                </c:pt>
                <c:pt idx="9422">
                  <c:v>45498.409722222219</c:v>
                </c:pt>
                <c:pt idx="9423">
                  <c:v>45930.674305555563</c:v>
                </c:pt>
                <c:pt idx="9424">
                  <c:v>45833.59652777778</c:v>
                </c:pt>
                <c:pt idx="9425">
                  <c:v>45770.77847222222</c:v>
                </c:pt>
                <c:pt idx="9426">
                  <c:v>45960.468055555553</c:v>
                </c:pt>
                <c:pt idx="9427">
                  <c:v>45946.492361111108</c:v>
                </c:pt>
                <c:pt idx="9428">
                  <c:v>45903.492361111108</c:v>
                </c:pt>
                <c:pt idx="9429">
                  <c:v>45908.743750000001</c:v>
                </c:pt>
                <c:pt idx="9430">
                  <c:v>45657.609722222223</c:v>
                </c:pt>
                <c:pt idx="9431">
                  <c:v>45578.612500000003</c:v>
                </c:pt>
                <c:pt idx="9432">
                  <c:v>45696.652777777781</c:v>
                </c:pt>
                <c:pt idx="9433">
                  <c:v>45936.659722222219</c:v>
                </c:pt>
                <c:pt idx="9434">
                  <c:v>45978.459722222222</c:v>
                </c:pt>
                <c:pt idx="9435">
                  <c:v>45847.465277777781</c:v>
                </c:pt>
                <c:pt idx="9436">
                  <c:v>45872.375694444447</c:v>
                </c:pt>
                <c:pt idx="9437">
                  <c:v>45517.56527777778</c:v>
                </c:pt>
                <c:pt idx="9438">
                  <c:v>45989.4</c:v>
                </c:pt>
                <c:pt idx="9439">
                  <c:v>45609.677083333343</c:v>
                </c:pt>
                <c:pt idx="9440">
                  <c:v>45538.734722222223</c:v>
                </c:pt>
                <c:pt idx="9441">
                  <c:v>45418.612500000003</c:v>
                </c:pt>
                <c:pt idx="9442">
                  <c:v>46012.580555555563</c:v>
                </c:pt>
                <c:pt idx="9443">
                  <c:v>45315.540972222218</c:v>
                </c:pt>
                <c:pt idx="9444">
                  <c:v>45731.70416666667</c:v>
                </c:pt>
                <c:pt idx="9445">
                  <c:v>45919.522916666669</c:v>
                </c:pt>
                <c:pt idx="9446">
                  <c:v>45383.742361111108</c:v>
                </c:pt>
                <c:pt idx="9447">
                  <c:v>45757.574305555558</c:v>
                </c:pt>
                <c:pt idx="9448">
                  <c:v>45793.65902777778</c:v>
                </c:pt>
                <c:pt idx="9449">
                  <c:v>45829.270138888889</c:v>
                </c:pt>
                <c:pt idx="9450">
                  <c:v>45763.584722222222</c:v>
                </c:pt>
                <c:pt idx="9451">
                  <c:v>45489.592361111107</c:v>
                </c:pt>
                <c:pt idx="9452">
                  <c:v>45829.272916666669</c:v>
                </c:pt>
                <c:pt idx="9453">
                  <c:v>45977.879166666673</c:v>
                </c:pt>
                <c:pt idx="9454">
                  <c:v>45701.299305555563</c:v>
                </c:pt>
                <c:pt idx="9455">
                  <c:v>45738.56527777778</c:v>
                </c:pt>
                <c:pt idx="9456">
                  <c:v>45516.259027777778</c:v>
                </c:pt>
                <c:pt idx="9457">
                  <c:v>45315.393055555563</c:v>
                </c:pt>
                <c:pt idx="9458">
                  <c:v>45366.502083333333</c:v>
                </c:pt>
                <c:pt idx="9459">
                  <c:v>45398.659722222219</c:v>
                </c:pt>
                <c:pt idx="9460">
                  <c:v>45644.576388888891</c:v>
                </c:pt>
                <c:pt idx="9461">
                  <c:v>45798.70208333333</c:v>
                </c:pt>
                <c:pt idx="9462">
                  <c:v>45445.836111111108</c:v>
                </c:pt>
                <c:pt idx="9463">
                  <c:v>45528.712500000001</c:v>
                </c:pt>
                <c:pt idx="9464">
                  <c:v>45590.818749999999</c:v>
                </c:pt>
                <c:pt idx="9465">
                  <c:v>45826.368750000001</c:v>
                </c:pt>
                <c:pt idx="9466">
                  <c:v>45671.554166666669</c:v>
                </c:pt>
                <c:pt idx="9467">
                  <c:v>45980.338194444441</c:v>
                </c:pt>
                <c:pt idx="9468">
                  <c:v>45413.6875</c:v>
                </c:pt>
                <c:pt idx="9469">
                  <c:v>45565.628472222219</c:v>
                </c:pt>
                <c:pt idx="9470">
                  <c:v>45303.659722222219</c:v>
                </c:pt>
                <c:pt idx="9471">
                  <c:v>45371.660416666673</c:v>
                </c:pt>
                <c:pt idx="9472">
                  <c:v>45340.586805555547</c:v>
                </c:pt>
                <c:pt idx="9473">
                  <c:v>45608.336111111108</c:v>
                </c:pt>
                <c:pt idx="9474">
                  <c:v>45934.518750000003</c:v>
                </c:pt>
                <c:pt idx="9475">
                  <c:v>45778.356944444437</c:v>
                </c:pt>
                <c:pt idx="9476">
                  <c:v>45498.724305555559</c:v>
                </c:pt>
                <c:pt idx="9477">
                  <c:v>45886.421527777777</c:v>
                </c:pt>
                <c:pt idx="9478">
                  <c:v>45727.744444444441</c:v>
                </c:pt>
                <c:pt idx="9479">
                  <c:v>45448.697916666657</c:v>
                </c:pt>
                <c:pt idx="9480">
                  <c:v>45463.522916666669</c:v>
                </c:pt>
                <c:pt idx="9481">
                  <c:v>45876.467361111107</c:v>
                </c:pt>
                <c:pt idx="9482">
                  <c:v>45673.643750000003</c:v>
                </c:pt>
                <c:pt idx="9483">
                  <c:v>45733.60833333333</c:v>
                </c:pt>
                <c:pt idx="9484">
                  <c:v>45547.584027777782</c:v>
                </c:pt>
                <c:pt idx="9485">
                  <c:v>45420.6875</c:v>
                </c:pt>
                <c:pt idx="9486">
                  <c:v>45602.591666666667</c:v>
                </c:pt>
                <c:pt idx="9487">
                  <c:v>45925.629861111112</c:v>
                </c:pt>
                <c:pt idx="9488">
                  <c:v>45969.591666666667</c:v>
                </c:pt>
                <c:pt idx="9489">
                  <c:v>45354.474999999999</c:v>
                </c:pt>
                <c:pt idx="9490">
                  <c:v>45857.577777777777</c:v>
                </c:pt>
                <c:pt idx="9491">
                  <c:v>45779.561805555553</c:v>
                </c:pt>
                <c:pt idx="9492">
                  <c:v>45831.509027777778</c:v>
                </c:pt>
                <c:pt idx="9493">
                  <c:v>45931.453472222223</c:v>
                </c:pt>
                <c:pt idx="9494">
                  <c:v>46006.490277777782</c:v>
                </c:pt>
                <c:pt idx="9495">
                  <c:v>45490.570138888892</c:v>
                </c:pt>
                <c:pt idx="9496">
                  <c:v>45923.501388888893</c:v>
                </c:pt>
                <c:pt idx="9497">
                  <c:v>45750.549305555563</c:v>
                </c:pt>
                <c:pt idx="9498">
                  <c:v>45621.594444444447</c:v>
                </c:pt>
                <c:pt idx="9499">
                  <c:v>45531.944444444453</c:v>
                </c:pt>
                <c:pt idx="9500">
                  <c:v>45354.927777777782</c:v>
                </c:pt>
                <c:pt idx="9501">
                  <c:v>45394.436111111107</c:v>
                </c:pt>
                <c:pt idx="9502">
                  <c:v>45926.863194444442</c:v>
                </c:pt>
                <c:pt idx="9503">
                  <c:v>45434.40625</c:v>
                </c:pt>
                <c:pt idx="9504">
                  <c:v>45411.006249999999</c:v>
                </c:pt>
                <c:pt idx="9505">
                  <c:v>45552.37777777778</c:v>
                </c:pt>
                <c:pt idx="9506">
                  <c:v>45904.260416666657</c:v>
                </c:pt>
                <c:pt idx="9507">
                  <c:v>45481.003472222219</c:v>
                </c:pt>
                <c:pt idx="9508">
                  <c:v>45779.480555555558</c:v>
                </c:pt>
                <c:pt idx="9509">
                  <c:v>45466.177777777782</c:v>
                </c:pt>
                <c:pt idx="9510">
                  <c:v>45492.369444444441</c:v>
                </c:pt>
                <c:pt idx="9511">
                  <c:v>45671.986805555563</c:v>
                </c:pt>
                <c:pt idx="9512">
                  <c:v>45732.982638888891</c:v>
                </c:pt>
                <c:pt idx="9513">
                  <c:v>45571.506944444453</c:v>
                </c:pt>
                <c:pt idx="9514">
                  <c:v>45526.549305555563</c:v>
                </c:pt>
                <c:pt idx="9515">
                  <c:v>45629.55</c:v>
                </c:pt>
                <c:pt idx="9516">
                  <c:v>45874.476388888892</c:v>
                </c:pt>
                <c:pt idx="9517">
                  <c:v>45454.436111111107</c:v>
                </c:pt>
                <c:pt idx="9518">
                  <c:v>45691.536111111112</c:v>
                </c:pt>
                <c:pt idx="9519">
                  <c:v>45382.472916666673</c:v>
                </c:pt>
                <c:pt idx="9520">
                  <c:v>45848.46875</c:v>
                </c:pt>
                <c:pt idx="9521">
                  <c:v>45307.942361111112</c:v>
                </c:pt>
                <c:pt idx="9522">
                  <c:v>45809.402083333327</c:v>
                </c:pt>
                <c:pt idx="9523">
                  <c:v>45707.589583333327</c:v>
                </c:pt>
                <c:pt idx="9524">
                  <c:v>45966.409722222219</c:v>
                </c:pt>
                <c:pt idx="9525">
                  <c:v>45994.433333333327</c:v>
                </c:pt>
                <c:pt idx="9526">
                  <c:v>45610.474999999999</c:v>
                </c:pt>
                <c:pt idx="9527">
                  <c:v>45333.736805555563</c:v>
                </c:pt>
                <c:pt idx="9528">
                  <c:v>46019.894444444442</c:v>
                </c:pt>
                <c:pt idx="9529">
                  <c:v>45714.634027777778</c:v>
                </c:pt>
                <c:pt idx="9530">
                  <c:v>45413.551388888889</c:v>
                </c:pt>
                <c:pt idx="9531">
                  <c:v>45300.44027777778</c:v>
                </c:pt>
                <c:pt idx="9532">
                  <c:v>45549.552083333343</c:v>
                </c:pt>
                <c:pt idx="9533">
                  <c:v>45678.643055555563</c:v>
                </c:pt>
                <c:pt idx="9534">
                  <c:v>46012.515972222223</c:v>
                </c:pt>
                <c:pt idx="9535">
                  <c:v>45837.523611111108</c:v>
                </c:pt>
                <c:pt idx="9536">
                  <c:v>45760.667361111111</c:v>
                </c:pt>
                <c:pt idx="9537">
                  <c:v>45358.313194444447</c:v>
                </c:pt>
                <c:pt idx="9538">
                  <c:v>45606.511111111111</c:v>
                </c:pt>
                <c:pt idx="9539">
                  <c:v>45724.604861111111</c:v>
                </c:pt>
                <c:pt idx="9540">
                  <c:v>45796.727083333331</c:v>
                </c:pt>
                <c:pt idx="9541">
                  <c:v>45507.373611111107</c:v>
                </c:pt>
                <c:pt idx="9542">
                  <c:v>45959.279861111107</c:v>
                </c:pt>
                <c:pt idx="9543">
                  <c:v>45880.621527777781</c:v>
                </c:pt>
                <c:pt idx="9544">
                  <c:v>45460.472916666673</c:v>
                </c:pt>
                <c:pt idx="9545">
                  <c:v>45908.45</c:v>
                </c:pt>
                <c:pt idx="9546">
                  <c:v>45652.427777777782</c:v>
                </c:pt>
                <c:pt idx="9547">
                  <c:v>45623.487500000003</c:v>
                </c:pt>
                <c:pt idx="9548">
                  <c:v>45384.490972222222</c:v>
                </c:pt>
                <c:pt idx="9549">
                  <c:v>45809.056944444441</c:v>
                </c:pt>
                <c:pt idx="9550">
                  <c:v>46018.356944444437</c:v>
                </c:pt>
                <c:pt idx="9551">
                  <c:v>45455.495138888888</c:v>
                </c:pt>
                <c:pt idx="9552">
                  <c:v>45462.460416666669</c:v>
                </c:pt>
                <c:pt idx="9553">
                  <c:v>45960.695833333331</c:v>
                </c:pt>
                <c:pt idx="9554">
                  <c:v>45989.556250000001</c:v>
                </c:pt>
                <c:pt idx="9555">
                  <c:v>45657.488888888889</c:v>
                </c:pt>
                <c:pt idx="9556">
                  <c:v>45690.531944444447</c:v>
                </c:pt>
                <c:pt idx="9557">
                  <c:v>45739.486805555563</c:v>
                </c:pt>
                <c:pt idx="9558">
                  <c:v>45968.40902777778</c:v>
                </c:pt>
                <c:pt idx="9559">
                  <c:v>45489.452777777777</c:v>
                </c:pt>
                <c:pt idx="9560">
                  <c:v>45992.545138888891</c:v>
                </c:pt>
                <c:pt idx="9561">
                  <c:v>45680.450694444437</c:v>
                </c:pt>
                <c:pt idx="9562">
                  <c:v>45489.46597222222</c:v>
                </c:pt>
                <c:pt idx="9563">
                  <c:v>45922.538194444453</c:v>
                </c:pt>
                <c:pt idx="9564">
                  <c:v>45526.508333333331</c:v>
                </c:pt>
                <c:pt idx="9565">
                  <c:v>45877.451388888891</c:v>
                </c:pt>
                <c:pt idx="9566">
                  <c:v>45612.473611111112</c:v>
                </c:pt>
                <c:pt idx="9567">
                  <c:v>45523.760416666657</c:v>
                </c:pt>
                <c:pt idx="9568">
                  <c:v>45395.349305555559</c:v>
                </c:pt>
                <c:pt idx="9569">
                  <c:v>45742.790277777778</c:v>
                </c:pt>
                <c:pt idx="9570">
                  <c:v>45618.75277777778</c:v>
                </c:pt>
                <c:pt idx="9571">
                  <c:v>45330.581250000003</c:v>
                </c:pt>
                <c:pt idx="9572">
                  <c:v>45443.780555555553</c:v>
                </c:pt>
                <c:pt idx="9573">
                  <c:v>45557.643055555563</c:v>
                </c:pt>
                <c:pt idx="9574">
                  <c:v>45474.675000000003</c:v>
                </c:pt>
                <c:pt idx="9575">
                  <c:v>45838.697916666657</c:v>
                </c:pt>
                <c:pt idx="9576">
                  <c:v>45802.479861111111</c:v>
                </c:pt>
                <c:pt idx="9577">
                  <c:v>45773.709027777782</c:v>
                </c:pt>
                <c:pt idx="9578">
                  <c:v>45676.659722222219</c:v>
                </c:pt>
                <c:pt idx="9579">
                  <c:v>45585.465277777781</c:v>
                </c:pt>
                <c:pt idx="9580">
                  <c:v>45369.465277777781</c:v>
                </c:pt>
                <c:pt idx="9581">
                  <c:v>45705.611805555563</c:v>
                </c:pt>
                <c:pt idx="9582">
                  <c:v>45903.76666666667</c:v>
                </c:pt>
                <c:pt idx="9583">
                  <c:v>46018.411805555559</c:v>
                </c:pt>
                <c:pt idx="9584">
                  <c:v>45775.640972222223</c:v>
                </c:pt>
                <c:pt idx="9585">
                  <c:v>45419.307638888888</c:v>
                </c:pt>
                <c:pt idx="9586">
                  <c:v>45872.438888888893</c:v>
                </c:pt>
                <c:pt idx="9587">
                  <c:v>45921.678472222222</c:v>
                </c:pt>
                <c:pt idx="9588">
                  <c:v>45956.413888888892</c:v>
                </c:pt>
                <c:pt idx="9589">
                  <c:v>45989.246527777781</c:v>
                </c:pt>
                <c:pt idx="9590">
                  <c:v>45469.307638888888</c:v>
                </c:pt>
                <c:pt idx="9591">
                  <c:v>45546.861805555563</c:v>
                </c:pt>
                <c:pt idx="9592">
                  <c:v>45834.432638888888</c:v>
                </c:pt>
                <c:pt idx="9593">
                  <c:v>45958.984027777777</c:v>
                </c:pt>
                <c:pt idx="9594">
                  <c:v>45646.967361111107</c:v>
                </c:pt>
                <c:pt idx="9595">
                  <c:v>45390.659722222219</c:v>
                </c:pt>
                <c:pt idx="9596">
                  <c:v>45685.348611111112</c:v>
                </c:pt>
                <c:pt idx="9597">
                  <c:v>45591.973611111112</c:v>
                </c:pt>
                <c:pt idx="9598">
                  <c:v>45884.949305555558</c:v>
                </c:pt>
                <c:pt idx="9599">
                  <c:v>45427.967361111107</c:v>
                </c:pt>
                <c:pt idx="9600">
                  <c:v>45622.956944444442</c:v>
                </c:pt>
                <c:pt idx="9601">
                  <c:v>45755.952777777777</c:v>
                </c:pt>
                <c:pt idx="9602">
                  <c:v>45872.452777777777</c:v>
                </c:pt>
                <c:pt idx="9603">
                  <c:v>45799.581250000003</c:v>
                </c:pt>
                <c:pt idx="9604">
                  <c:v>46004.348611111112</c:v>
                </c:pt>
                <c:pt idx="9605">
                  <c:v>45916.274305555547</c:v>
                </c:pt>
                <c:pt idx="9606">
                  <c:v>45352.506944444453</c:v>
                </c:pt>
                <c:pt idx="9607">
                  <c:v>45720.991666666669</c:v>
                </c:pt>
                <c:pt idx="9608">
                  <c:v>45507.571527777778</c:v>
                </c:pt>
                <c:pt idx="9609">
                  <c:v>45487.95416666667</c:v>
                </c:pt>
                <c:pt idx="9610">
                  <c:v>45315.506944444453</c:v>
                </c:pt>
                <c:pt idx="9611">
                  <c:v>46009.836805555547</c:v>
                </c:pt>
                <c:pt idx="9612">
                  <c:v>45347.834027777782</c:v>
                </c:pt>
                <c:pt idx="9613">
                  <c:v>45747.990277777782</c:v>
                </c:pt>
                <c:pt idx="9614">
                  <c:v>45929.34652777778</c:v>
                </c:pt>
                <c:pt idx="9615">
                  <c:v>45465.822222222218</c:v>
                </c:pt>
                <c:pt idx="9616">
                  <c:v>45592.975694444453</c:v>
                </c:pt>
                <c:pt idx="9617">
                  <c:v>45410.663194444453</c:v>
                </c:pt>
                <c:pt idx="9618">
                  <c:v>45530.602777777778</c:v>
                </c:pt>
                <c:pt idx="9619">
                  <c:v>45580.870833333327</c:v>
                </c:pt>
                <c:pt idx="9620">
                  <c:v>45381.676388888889</c:v>
                </c:pt>
                <c:pt idx="9621">
                  <c:v>45501.986111111109</c:v>
                </c:pt>
                <c:pt idx="9622">
                  <c:v>45640.0625</c:v>
                </c:pt>
                <c:pt idx="9623">
                  <c:v>45706.415277777778</c:v>
                </c:pt>
                <c:pt idx="9624">
                  <c:v>45887.604861111111</c:v>
                </c:pt>
                <c:pt idx="9625">
                  <c:v>45970.746527777781</c:v>
                </c:pt>
                <c:pt idx="9626">
                  <c:v>45820.786111111112</c:v>
                </c:pt>
                <c:pt idx="9627">
                  <c:v>45970.445138888892</c:v>
                </c:pt>
                <c:pt idx="9628">
                  <c:v>45879.085416666669</c:v>
                </c:pt>
                <c:pt idx="9629">
                  <c:v>45412.025000000001</c:v>
                </c:pt>
                <c:pt idx="9630">
                  <c:v>45999.95</c:v>
                </c:pt>
                <c:pt idx="9631">
                  <c:v>45440.65</c:v>
                </c:pt>
                <c:pt idx="9632">
                  <c:v>45890.864583333343</c:v>
                </c:pt>
                <c:pt idx="9633">
                  <c:v>45949.493750000001</c:v>
                </c:pt>
                <c:pt idx="9634">
                  <c:v>45355.601388888892</c:v>
                </c:pt>
                <c:pt idx="9635">
                  <c:v>45435.511805555558</c:v>
                </c:pt>
                <c:pt idx="9636">
                  <c:v>45738.469444444447</c:v>
                </c:pt>
                <c:pt idx="9637">
                  <c:v>45923.361111111109</c:v>
                </c:pt>
                <c:pt idx="9638">
                  <c:v>45589.954861111109</c:v>
                </c:pt>
                <c:pt idx="9639">
                  <c:v>45844.025000000001</c:v>
                </c:pt>
                <c:pt idx="9640">
                  <c:v>45628.691666666673</c:v>
                </c:pt>
                <c:pt idx="9641">
                  <c:v>45403.818749999999</c:v>
                </c:pt>
                <c:pt idx="9642">
                  <c:v>46020.877083333333</c:v>
                </c:pt>
                <c:pt idx="9643">
                  <c:v>45715.671527777777</c:v>
                </c:pt>
                <c:pt idx="9644">
                  <c:v>45730.868055555547</c:v>
                </c:pt>
                <c:pt idx="9645">
                  <c:v>45635.48541666667</c:v>
                </c:pt>
                <c:pt idx="9646">
                  <c:v>45633.873611111107</c:v>
                </c:pt>
                <c:pt idx="9647">
                  <c:v>45628.609722222223</c:v>
                </c:pt>
                <c:pt idx="9648">
                  <c:v>45678.936111111107</c:v>
                </c:pt>
                <c:pt idx="9649">
                  <c:v>45331.341666666667</c:v>
                </c:pt>
                <c:pt idx="9650">
                  <c:v>45533.477083333331</c:v>
                </c:pt>
                <c:pt idx="9651">
                  <c:v>45533.477083333331</c:v>
                </c:pt>
                <c:pt idx="9652">
                  <c:v>45864.525694444441</c:v>
                </c:pt>
                <c:pt idx="9653">
                  <c:v>45985.534722222219</c:v>
                </c:pt>
                <c:pt idx="9654">
                  <c:v>45724.722222222219</c:v>
                </c:pt>
                <c:pt idx="9655">
                  <c:v>45824.445833333331</c:v>
                </c:pt>
                <c:pt idx="9656">
                  <c:v>45298.890972222223</c:v>
                </c:pt>
                <c:pt idx="9657">
                  <c:v>45724.722222222219</c:v>
                </c:pt>
                <c:pt idx="9658">
                  <c:v>45798.597916666673</c:v>
                </c:pt>
                <c:pt idx="9659">
                  <c:v>45824.445833333331</c:v>
                </c:pt>
                <c:pt idx="9660">
                  <c:v>45828.857638888891</c:v>
                </c:pt>
                <c:pt idx="9661">
                  <c:v>45602.504861111112</c:v>
                </c:pt>
                <c:pt idx="9662">
                  <c:v>45904.388888888891</c:v>
                </c:pt>
                <c:pt idx="9663">
                  <c:v>45602.504861111112</c:v>
                </c:pt>
                <c:pt idx="9664">
                  <c:v>45628.609722222223</c:v>
                </c:pt>
                <c:pt idx="9665">
                  <c:v>45503.533333333333</c:v>
                </c:pt>
                <c:pt idx="9666">
                  <c:v>45503.533333333333</c:v>
                </c:pt>
                <c:pt idx="9667">
                  <c:v>45678.936111111107</c:v>
                </c:pt>
                <c:pt idx="9668">
                  <c:v>45331.341666666667</c:v>
                </c:pt>
                <c:pt idx="9669">
                  <c:v>45779.291666666657</c:v>
                </c:pt>
                <c:pt idx="9670">
                  <c:v>45949.662499999999</c:v>
                </c:pt>
                <c:pt idx="9671">
                  <c:v>45573.40902777778</c:v>
                </c:pt>
                <c:pt idx="9672">
                  <c:v>45646.76666666667</c:v>
                </c:pt>
                <c:pt idx="9673">
                  <c:v>45481.490277777782</c:v>
                </c:pt>
                <c:pt idx="9674">
                  <c:v>45949.662499999999</c:v>
                </c:pt>
                <c:pt idx="9675">
                  <c:v>45798.597916666673</c:v>
                </c:pt>
                <c:pt idx="9676">
                  <c:v>45864.525694444441</c:v>
                </c:pt>
                <c:pt idx="9677">
                  <c:v>45713.537499999999</c:v>
                </c:pt>
                <c:pt idx="9678">
                  <c:v>45298.890972222223</c:v>
                </c:pt>
                <c:pt idx="9679">
                  <c:v>45646.76666666667</c:v>
                </c:pt>
                <c:pt idx="9680">
                  <c:v>45992.59652777778</c:v>
                </c:pt>
                <c:pt idx="9681">
                  <c:v>45713.537499999999</c:v>
                </c:pt>
                <c:pt idx="9682">
                  <c:v>45985.534722222219</c:v>
                </c:pt>
                <c:pt idx="9683">
                  <c:v>45728.421527777777</c:v>
                </c:pt>
                <c:pt idx="9684">
                  <c:v>45828.857638888891</c:v>
                </c:pt>
                <c:pt idx="9685">
                  <c:v>45904.388888888891</c:v>
                </c:pt>
                <c:pt idx="9686">
                  <c:v>45573.40902777778</c:v>
                </c:pt>
                <c:pt idx="9687">
                  <c:v>45779.291666666657</c:v>
                </c:pt>
                <c:pt idx="9688">
                  <c:v>45728.421527777777</c:v>
                </c:pt>
                <c:pt idx="9689">
                  <c:v>45481.490277777782</c:v>
                </c:pt>
                <c:pt idx="9690">
                  <c:v>45992.59652777778</c:v>
                </c:pt>
                <c:pt idx="9691">
                  <c:v>45714.614583333343</c:v>
                </c:pt>
                <c:pt idx="9692">
                  <c:v>45766.368055555547</c:v>
                </c:pt>
                <c:pt idx="9693">
                  <c:v>45579.366666666669</c:v>
                </c:pt>
                <c:pt idx="9694">
                  <c:v>45633.859722222223</c:v>
                </c:pt>
                <c:pt idx="9695">
                  <c:v>45506.394444444442</c:v>
                </c:pt>
                <c:pt idx="9696">
                  <c:v>45799.61041666667</c:v>
                </c:pt>
                <c:pt idx="9697">
                  <c:v>45373.45416666667</c:v>
                </c:pt>
                <c:pt idx="9698">
                  <c:v>45875.895833333343</c:v>
                </c:pt>
                <c:pt idx="9699">
                  <c:v>45929.674305555563</c:v>
                </c:pt>
                <c:pt idx="9700">
                  <c:v>45828.654166666667</c:v>
                </c:pt>
                <c:pt idx="9701">
                  <c:v>45406.913194444453</c:v>
                </c:pt>
                <c:pt idx="9702">
                  <c:v>45342.520833333343</c:v>
                </c:pt>
                <c:pt idx="9703">
                  <c:v>45661.896527777782</c:v>
                </c:pt>
                <c:pt idx="9704">
                  <c:v>45322.338194444441</c:v>
                </c:pt>
                <c:pt idx="9705">
                  <c:v>45445.783333333333</c:v>
                </c:pt>
                <c:pt idx="9706">
                  <c:v>45982.869444444441</c:v>
                </c:pt>
                <c:pt idx="9707">
                  <c:v>45501.433333333327</c:v>
                </c:pt>
                <c:pt idx="9708">
                  <c:v>45553.700694444437</c:v>
                </c:pt>
                <c:pt idx="9709">
                  <c:v>45653.433333333327</c:v>
                </c:pt>
                <c:pt idx="9710">
                  <c:v>45950.787499999999</c:v>
                </c:pt>
                <c:pt idx="9711">
                  <c:v>45523.59097222222</c:v>
                </c:pt>
                <c:pt idx="9712">
                  <c:v>45357.736111111109</c:v>
                </c:pt>
                <c:pt idx="9713">
                  <c:v>45967.707638888889</c:v>
                </c:pt>
                <c:pt idx="9714">
                  <c:v>45838.713888888888</c:v>
                </c:pt>
                <c:pt idx="9715">
                  <c:v>45920.667361111111</c:v>
                </c:pt>
                <c:pt idx="9716">
                  <c:v>45667.355555555558</c:v>
                </c:pt>
                <c:pt idx="9717">
                  <c:v>45307.884722222218</c:v>
                </c:pt>
                <c:pt idx="9718">
                  <c:v>45901.453472222223</c:v>
                </c:pt>
                <c:pt idx="9719">
                  <c:v>45701.342361111107</c:v>
                </c:pt>
                <c:pt idx="9720">
                  <c:v>45593.67291666667</c:v>
                </c:pt>
                <c:pt idx="9721">
                  <c:v>45729.434027777781</c:v>
                </c:pt>
                <c:pt idx="9722">
                  <c:v>45880.821527777778</c:v>
                </c:pt>
                <c:pt idx="9723">
                  <c:v>46008.803472222222</c:v>
                </c:pt>
                <c:pt idx="9724">
                  <c:v>45684.724999999999</c:v>
                </c:pt>
                <c:pt idx="9725">
                  <c:v>45474.554166666669</c:v>
                </c:pt>
                <c:pt idx="9726">
                  <c:v>45936.540972222218</c:v>
                </c:pt>
                <c:pt idx="9727">
                  <c:v>45789.457638888889</c:v>
                </c:pt>
                <c:pt idx="9728">
                  <c:v>45775.459722222222</c:v>
                </c:pt>
                <c:pt idx="9729">
                  <c:v>45747.678472222222</c:v>
                </c:pt>
                <c:pt idx="9730">
                  <c:v>45439.723611111112</c:v>
                </c:pt>
                <c:pt idx="9731">
                  <c:v>45719.421527777777</c:v>
                </c:pt>
                <c:pt idx="9732">
                  <c:v>45803.392361111109</c:v>
                </c:pt>
                <c:pt idx="9733">
                  <c:v>45341.697916666657</c:v>
                </c:pt>
                <c:pt idx="9734">
                  <c:v>45621.756944444453</c:v>
                </c:pt>
                <c:pt idx="9735">
                  <c:v>45324.609027777777</c:v>
                </c:pt>
                <c:pt idx="9736">
                  <c:v>45573.743055555547</c:v>
                </c:pt>
                <c:pt idx="9737">
                  <c:v>45385.690972222219</c:v>
                </c:pt>
                <c:pt idx="9738">
                  <c:v>45453.704861111109</c:v>
                </c:pt>
                <c:pt idx="9739">
                  <c:v>45762.493750000001</c:v>
                </c:pt>
                <c:pt idx="9740">
                  <c:v>45983.442361111112</c:v>
                </c:pt>
                <c:pt idx="9741">
                  <c:v>45405.479166666657</c:v>
                </c:pt>
                <c:pt idx="9742">
                  <c:v>45824.452777777777</c:v>
                </c:pt>
                <c:pt idx="9743">
                  <c:v>45859.693055555559</c:v>
                </c:pt>
                <c:pt idx="9744">
                  <c:v>45999.807638888888</c:v>
                </c:pt>
                <c:pt idx="9745">
                  <c:v>45538.69027777778</c:v>
                </c:pt>
                <c:pt idx="9746">
                  <c:v>45659.718055555553</c:v>
                </c:pt>
                <c:pt idx="9747">
                  <c:v>45412.656944444447</c:v>
                </c:pt>
                <c:pt idx="9748">
                  <c:v>45331.570833333331</c:v>
                </c:pt>
                <c:pt idx="9749">
                  <c:v>45711.944444444453</c:v>
                </c:pt>
                <c:pt idx="9750">
                  <c:v>45758.543055555558</c:v>
                </c:pt>
                <c:pt idx="9751">
                  <c:v>45570.588194444441</c:v>
                </c:pt>
                <c:pt idx="9752">
                  <c:v>46021.172222222223</c:v>
                </c:pt>
                <c:pt idx="9753">
                  <c:v>45517.59375</c:v>
                </c:pt>
                <c:pt idx="9754">
                  <c:v>45912.423611111109</c:v>
                </c:pt>
                <c:pt idx="9755">
                  <c:v>45864.447222222218</c:v>
                </c:pt>
                <c:pt idx="9756">
                  <c:v>45612.605555555558</c:v>
                </c:pt>
                <c:pt idx="9757">
                  <c:v>45962.650694444441</c:v>
                </c:pt>
                <c:pt idx="9758">
                  <c:v>45813.882638888892</c:v>
                </c:pt>
                <c:pt idx="9759">
                  <c:v>45734.475694444453</c:v>
                </c:pt>
                <c:pt idx="9760">
                  <c:v>45984.420138888891</c:v>
                </c:pt>
                <c:pt idx="9761">
                  <c:v>45673.381944444453</c:v>
                </c:pt>
                <c:pt idx="9762">
                  <c:v>45870.402083333327</c:v>
                </c:pt>
                <c:pt idx="9763">
                  <c:v>45762.680555555547</c:v>
                </c:pt>
                <c:pt idx="9764">
                  <c:v>45614.6875</c:v>
                </c:pt>
                <c:pt idx="9765">
                  <c:v>45831.376388888893</c:v>
                </c:pt>
                <c:pt idx="9766">
                  <c:v>45719.4</c:v>
                </c:pt>
                <c:pt idx="9767">
                  <c:v>46008.29791666667</c:v>
                </c:pt>
                <c:pt idx="9768">
                  <c:v>45504.508333333331</c:v>
                </c:pt>
                <c:pt idx="9769">
                  <c:v>45543.404166666667</c:v>
                </c:pt>
                <c:pt idx="9770">
                  <c:v>45469.404861111107</c:v>
                </c:pt>
                <c:pt idx="9771">
                  <c:v>45558.338194444441</c:v>
                </c:pt>
                <c:pt idx="9772">
                  <c:v>45570.407638888893</c:v>
                </c:pt>
                <c:pt idx="9773">
                  <c:v>45439.530555555553</c:v>
                </c:pt>
                <c:pt idx="9774">
                  <c:v>45364.473611111112</c:v>
                </c:pt>
                <c:pt idx="9775">
                  <c:v>45793.308333333327</c:v>
                </c:pt>
                <c:pt idx="9776">
                  <c:v>45607.461111111108</c:v>
                </c:pt>
                <c:pt idx="9777">
                  <c:v>45909.843055555553</c:v>
                </c:pt>
                <c:pt idx="9778">
                  <c:v>45302.365972222222</c:v>
                </c:pt>
                <c:pt idx="9779">
                  <c:v>45898.813194444447</c:v>
                </c:pt>
                <c:pt idx="9780">
                  <c:v>46022.820138888892</c:v>
                </c:pt>
                <c:pt idx="9781">
                  <c:v>45327.351388888892</c:v>
                </c:pt>
                <c:pt idx="9782">
                  <c:v>45403.451388888891</c:v>
                </c:pt>
                <c:pt idx="9783">
                  <c:v>45904.439583333333</c:v>
                </c:pt>
                <c:pt idx="9784">
                  <c:v>45949.324999999997</c:v>
                </c:pt>
                <c:pt idx="9785">
                  <c:v>45927.396527777782</c:v>
                </c:pt>
                <c:pt idx="9786">
                  <c:v>45628.369444444441</c:v>
                </c:pt>
                <c:pt idx="9787">
                  <c:v>45603.769444444442</c:v>
                </c:pt>
                <c:pt idx="9788">
                  <c:v>45887.505555555559</c:v>
                </c:pt>
                <c:pt idx="9789">
                  <c:v>45501.379861111112</c:v>
                </c:pt>
                <c:pt idx="9790">
                  <c:v>45347.480555555558</c:v>
                </c:pt>
                <c:pt idx="9791">
                  <c:v>45428.637499999997</c:v>
                </c:pt>
                <c:pt idx="9792">
                  <c:v>45555.8</c:v>
                </c:pt>
                <c:pt idx="9793">
                  <c:v>45457.498611111107</c:v>
                </c:pt>
                <c:pt idx="9794">
                  <c:v>45843.366666666669</c:v>
                </c:pt>
                <c:pt idx="9795">
                  <c:v>45990.378472222219</c:v>
                </c:pt>
                <c:pt idx="9796">
                  <c:v>45943.694444444453</c:v>
                </c:pt>
                <c:pt idx="9797">
                  <c:v>45374.632638888892</c:v>
                </c:pt>
                <c:pt idx="9798">
                  <c:v>45717.806250000001</c:v>
                </c:pt>
                <c:pt idx="9799">
                  <c:v>45986.921527777777</c:v>
                </c:pt>
                <c:pt idx="9800">
                  <c:v>45388.651388888888</c:v>
                </c:pt>
                <c:pt idx="9801">
                  <c:v>45559.99722222222</c:v>
                </c:pt>
                <c:pt idx="9802">
                  <c:v>45575.6875</c:v>
                </c:pt>
                <c:pt idx="9803">
                  <c:v>45867.794444444437</c:v>
                </c:pt>
                <c:pt idx="9804">
                  <c:v>45680.637499999997</c:v>
                </c:pt>
                <c:pt idx="9805">
                  <c:v>45439.835416666669</c:v>
                </c:pt>
                <c:pt idx="9806">
                  <c:v>45487.992361111108</c:v>
                </c:pt>
                <c:pt idx="9807">
                  <c:v>45724.824999999997</c:v>
                </c:pt>
                <c:pt idx="9808">
                  <c:v>45324.650694444441</c:v>
                </c:pt>
                <c:pt idx="9809">
                  <c:v>46007.786111111112</c:v>
                </c:pt>
                <c:pt idx="9810">
                  <c:v>45933.127083333333</c:v>
                </c:pt>
                <c:pt idx="9811">
                  <c:v>45439.847916666673</c:v>
                </c:pt>
                <c:pt idx="9812">
                  <c:v>45882.821527777778</c:v>
                </c:pt>
                <c:pt idx="9813">
                  <c:v>45348.642361111109</c:v>
                </c:pt>
                <c:pt idx="9814">
                  <c:v>45528.986805555563</c:v>
                </c:pt>
                <c:pt idx="9815">
                  <c:v>45742.785416666673</c:v>
                </c:pt>
                <c:pt idx="9816">
                  <c:v>45621.649305555547</c:v>
                </c:pt>
                <c:pt idx="9817">
                  <c:v>45841.661805555559</c:v>
                </c:pt>
                <c:pt idx="9818">
                  <c:v>45788.720833333333</c:v>
                </c:pt>
                <c:pt idx="9819">
                  <c:v>45503.666666666657</c:v>
                </c:pt>
                <c:pt idx="9820">
                  <c:v>45733.332638888889</c:v>
                </c:pt>
                <c:pt idx="9821">
                  <c:v>45348.554166666669</c:v>
                </c:pt>
                <c:pt idx="9822">
                  <c:v>46022.629861111112</c:v>
                </c:pt>
                <c:pt idx="9823">
                  <c:v>45992.288194444453</c:v>
                </c:pt>
                <c:pt idx="9824">
                  <c:v>45944.455555555563</c:v>
                </c:pt>
                <c:pt idx="9825">
                  <c:v>45967.857638888891</c:v>
                </c:pt>
                <c:pt idx="9826">
                  <c:v>45653.189583333333</c:v>
                </c:pt>
                <c:pt idx="9827">
                  <c:v>45649.322916666657</c:v>
                </c:pt>
                <c:pt idx="9828">
                  <c:v>46018.32708333333</c:v>
                </c:pt>
                <c:pt idx="9829">
                  <c:v>45838.702777777777</c:v>
                </c:pt>
                <c:pt idx="9830">
                  <c:v>45642.649305555547</c:v>
                </c:pt>
                <c:pt idx="9831">
                  <c:v>46019.549305555563</c:v>
                </c:pt>
                <c:pt idx="9832">
                  <c:v>45436.595138888893</c:v>
                </c:pt>
                <c:pt idx="9833">
                  <c:v>46019.545138888891</c:v>
                </c:pt>
                <c:pt idx="9834">
                  <c:v>45551.256944444453</c:v>
                </c:pt>
                <c:pt idx="9835">
                  <c:v>45840.623611111107</c:v>
                </c:pt>
                <c:pt idx="9836">
                  <c:v>45964.811805555553</c:v>
                </c:pt>
                <c:pt idx="9837">
                  <c:v>45750.768750000003</c:v>
                </c:pt>
                <c:pt idx="9838">
                  <c:v>45625.25</c:v>
                </c:pt>
                <c:pt idx="9839">
                  <c:v>45809.592361111107</c:v>
                </c:pt>
                <c:pt idx="9840">
                  <c:v>45919.530555555553</c:v>
                </c:pt>
                <c:pt idx="9841">
                  <c:v>45657.288194444453</c:v>
                </c:pt>
                <c:pt idx="9842">
                  <c:v>45414.744444444441</c:v>
                </c:pt>
                <c:pt idx="9843">
                  <c:v>45448.306250000001</c:v>
                </c:pt>
                <c:pt idx="9844">
                  <c:v>45478.364583333343</c:v>
                </c:pt>
                <c:pt idx="9845">
                  <c:v>45792.3</c:v>
                </c:pt>
                <c:pt idx="9846">
                  <c:v>45989.356249999997</c:v>
                </c:pt>
                <c:pt idx="9847">
                  <c:v>45922.292361111111</c:v>
                </c:pt>
                <c:pt idx="9848">
                  <c:v>45968.660416666673</c:v>
                </c:pt>
                <c:pt idx="9849">
                  <c:v>45417.370138888888</c:v>
                </c:pt>
                <c:pt idx="9850">
                  <c:v>45893.507638888892</c:v>
                </c:pt>
                <c:pt idx="9851">
                  <c:v>45754.326388888891</c:v>
                </c:pt>
                <c:pt idx="9852">
                  <c:v>45839.867361111108</c:v>
                </c:pt>
                <c:pt idx="9853">
                  <c:v>45531.856249999997</c:v>
                </c:pt>
                <c:pt idx="9854">
                  <c:v>46022.393750000003</c:v>
                </c:pt>
                <c:pt idx="9855">
                  <c:v>45615.44027777778</c:v>
                </c:pt>
                <c:pt idx="9856">
                  <c:v>45828.414583333331</c:v>
                </c:pt>
                <c:pt idx="9857">
                  <c:v>45655.368750000001</c:v>
                </c:pt>
                <c:pt idx="9858">
                  <c:v>45570.472222222219</c:v>
                </c:pt>
                <c:pt idx="9859">
                  <c:v>45508.363194444442</c:v>
                </c:pt>
                <c:pt idx="9860">
                  <c:v>45705.481944444437</c:v>
                </c:pt>
                <c:pt idx="9861">
                  <c:v>45356.411805555559</c:v>
                </c:pt>
                <c:pt idx="9862">
                  <c:v>45323.666666666657</c:v>
                </c:pt>
                <c:pt idx="9863">
                  <c:v>45790.681250000001</c:v>
                </c:pt>
                <c:pt idx="9864">
                  <c:v>45961.555555555547</c:v>
                </c:pt>
                <c:pt idx="9865">
                  <c:v>45790.681250000001</c:v>
                </c:pt>
                <c:pt idx="9866">
                  <c:v>45961.555555555547</c:v>
                </c:pt>
                <c:pt idx="9867">
                  <c:v>45961.555555555547</c:v>
                </c:pt>
                <c:pt idx="9868">
                  <c:v>45639.463888888888</c:v>
                </c:pt>
                <c:pt idx="9869">
                  <c:v>45545.536111111112</c:v>
                </c:pt>
                <c:pt idx="9870">
                  <c:v>45306.74722222222</c:v>
                </c:pt>
                <c:pt idx="9871">
                  <c:v>45306.74722222222</c:v>
                </c:pt>
                <c:pt idx="9872">
                  <c:v>46018.647222222222</c:v>
                </c:pt>
                <c:pt idx="9873">
                  <c:v>45306.74722222222</c:v>
                </c:pt>
                <c:pt idx="9874">
                  <c:v>46015.331250000003</c:v>
                </c:pt>
                <c:pt idx="9875">
                  <c:v>45790.681250000001</c:v>
                </c:pt>
                <c:pt idx="9876">
                  <c:v>45873.765277777777</c:v>
                </c:pt>
                <c:pt idx="9877">
                  <c:v>45873.765277777777</c:v>
                </c:pt>
                <c:pt idx="9878">
                  <c:v>45873.765277777777</c:v>
                </c:pt>
                <c:pt idx="9879">
                  <c:v>45323.666666666657</c:v>
                </c:pt>
                <c:pt idx="9880">
                  <c:v>45639.463888888888</c:v>
                </c:pt>
                <c:pt idx="9881">
                  <c:v>46015.331250000003</c:v>
                </c:pt>
                <c:pt idx="9882">
                  <c:v>45605.715277777781</c:v>
                </c:pt>
                <c:pt idx="9883">
                  <c:v>45323.666666666657</c:v>
                </c:pt>
                <c:pt idx="9884">
                  <c:v>46015.331250000003</c:v>
                </c:pt>
                <c:pt idx="9885">
                  <c:v>45639.463888888888</c:v>
                </c:pt>
                <c:pt idx="9886">
                  <c:v>45353.887499999997</c:v>
                </c:pt>
                <c:pt idx="9887">
                  <c:v>45545.536111111112</c:v>
                </c:pt>
                <c:pt idx="9888">
                  <c:v>45908.8125</c:v>
                </c:pt>
                <c:pt idx="9889">
                  <c:v>45539.811111111107</c:v>
                </c:pt>
                <c:pt idx="9890">
                  <c:v>46018.647222222222</c:v>
                </c:pt>
                <c:pt idx="9891">
                  <c:v>46018.647222222222</c:v>
                </c:pt>
                <c:pt idx="9892">
                  <c:v>45510.489583333343</c:v>
                </c:pt>
                <c:pt idx="9893">
                  <c:v>45510.489583333343</c:v>
                </c:pt>
                <c:pt idx="9894">
                  <c:v>45510.489583333343</c:v>
                </c:pt>
                <c:pt idx="9895">
                  <c:v>45840.737500000003</c:v>
                </c:pt>
                <c:pt idx="9896">
                  <c:v>45908.8125</c:v>
                </c:pt>
                <c:pt idx="9897">
                  <c:v>45840.737500000003</c:v>
                </c:pt>
                <c:pt idx="9898">
                  <c:v>45840.737500000003</c:v>
                </c:pt>
                <c:pt idx="9899">
                  <c:v>45589.775000000001</c:v>
                </c:pt>
                <c:pt idx="9900">
                  <c:v>45589.775000000001</c:v>
                </c:pt>
                <c:pt idx="9901">
                  <c:v>45720.295138888891</c:v>
                </c:pt>
                <c:pt idx="9902">
                  <c:v>45720.295138888891</c:v>
                </c:pt>
                <c:pt idx="9903">
                  <c:v>45417.916666666657</c:v>
                </c:pt>
                <c:pt idx="9904">
                  <c:v>45417.916666666657</c:v>
                </c:pt>
                <c:pt idx="9905">
                  <c:v>45417.916666666657</c:v>
                </c:pt>
                <c:pt idx="9906">
                  <c:v>45589.775000000001</c:v>
                </c:pt>
                <c:pt idx="9907">
                  <c:v>45561.593055555553</c:v>
                </c:pt>
                <c:pt idx="9908">
                  <c:v>45908.8125</c:v>
                </c:pt>
                <c:pt idx="9909">
                  <c:v>45539.811111111107</c:v>
                </c:pt>
                <c:pt idx="9910">
                  <c:v>45353.887499999997</c:v>
                </c:pt>
                <c:pt idx="9911">
                  <c:v>45353.887499999997</c:v>
                </c:pt>
                <c:pt idx="9912">
                  <c:v>45679.671527777777</c:v>
                </c:pt>
                <c:pt idx="9913">
                  <c:v>45679.671527777777</c:v>
                </c:pt>
                <c:pt idx="9914">
                  <c:v>45679.671527777777</c:v>
                </c:pt>
                <c:pt idx="9915">
                  <c:v>45390.892361111109</c:v>
                </c:pt>
                <c:pt idx="9916">
                  <c:v>45390.892361111109</c:v>
                </c:pt>
                <c:pt idx="9917">
                  <c:v>45390.892361111109</c:v>
                </c:pt>
                <c:pt idx="9918">
                  <c:v>45539.811111111107</c:v>
                </c:pt>
                <c:pt idx="9919">
                  <c:v>45476.625</c:v>
                </c:pt>
                <c:pt idx="9920">
                  <c:v>45448.408333333333</c:v>
                </c:pt>
                <c:pt idx="9921">
                  <c:v>45448.408333333333</c:v>
                </c:pt>
                <c:pt idx="9922">
                  <c:v>45448.408333333333</c:v>
                </c:pt>
                <c:pt idx="9923">
                  <c:v>45556.681944444441</c:v>
                </c:pt>
                <c:pt idx="9924">
                  <c:v>45556.681944444441</c:v>
                </c:pt>
                <c:pt idx="9925">
                  <c:v>45556.681944444441</c:v>
                </c:pt>
                <c:pt idx="9926">
                  <c:v>45320.53402777778</c:v>
                </c:pt>
                <c:pt idx="9927">
                  <c:v>45320.53402777778</c:v>
                </c:pt>
                <c:pt idx="9928">
                  <c:v>45320.53402777778</c:v>
                </c:pt>
                <c:pt idx="9929">
                  <c:v>45561.593055555553</c:v>
                </c:pt>
                <c:pt idx="9930">
                  <c:v>45720.295138888891</c:v>
                </c:pt>
                <c:pt idx="9931">
                  <c:v>45765.520138888889</c:v>
                </c:pt>
                <c:pt idx="9932">
                  <c:v>45476.625</c:v>
                </c:pt>
                <c:pt idx="9933">
                  <c:v>45545.536111111112</c:v>
                </c:pt>
                <c:pt idx="9934">
                  <c:v>45561.593055555553</c:v>
                </c:pt>
                <c:pt idx="9935">
                  <c:v>45765.520138888889</c:v>
                </c:pt>
                <c:pt idx="9936">
                  <c:v>45605.715277777781</c:v>
                </c:pt>
                <c:pt idx="9937">
                  <c:v>45605.715277777781</c:v>
                </c:pt>
                <c:pt idx="9938">
                  <c:v>45765.520138888889</c:v>
                </c:pt>
                <c:pt idx="9939">
                  <c:v>45476.625</c:v>
                </c:pt>
                <c:pt idx="9940">
                  <c:v>45926.59652777778</c:v>
                </c:pt>
                <c:pt idx="9941">
                  <c:v>45725.824305555558</c:v>
                </c:pt>
                <c:pt idx="9942">
                  <c:v>45445.599305555559</c:v>
                </c:pt>
                <c:pt idx="9943">
                  <c:v>45576.025694444441</c:v>
                </c:pt>
                <c:pt idx="9944">
                  <c:v>45895.181944444441</c:v>
                </c:pt>
                <c:pt idx="9945">
                  <c:v>45604.500694444447</c:v>
                </c:pt>
                <c:pt idx="9946">
                  <c:v>45966.070833333331</c:v>
                </c:pt>
                <c:pt idx="9947">
                  <c:v>45659.709722222222</c:v>
                </c:pt>
                <c:pt idx="9948">
                  <c:v>46014.682638888888</c:v>
                </c:pt>
                <c:pt idx="9949">
                  <c:v>45781.545138888891</c:v>
                </c:pt>
                <c:pt idx="9950">
                  <c:v>45698.760416666657</c:v>
                </c:pt>
                <c:pt idx="9951">
                  <c:v>45751.568055555559</c:v>
                </c:pt>
                <c:pt idx="9952">
                  <c:v>45931.625694444447</c:v>
                </c:pt>
                <c:pt idx="9953">
                  <c:v>45825.022222222222</c:v>
                </c:pt>
                <c:pt idx="9954">
                  <c:v>45858.650694444441</c:v>
                </c:pt>
                <c:pt idx="9955">
                  <c:v>45628.382638888892</c:v>
                </c:pt>
                <c:pt idx="9956">
                  <c:v>45614.663194444453</c:v>
                </c:pt>
                <c:pt idx="9957">
                  <c:v>45583.406944444447</c:v>
                </c:pt>
                <c:pt idx="9958">
                  <c:v>45505.486111111109</c:v>
                </c:pt>
                <c:pt idx="9959">
                  <c:v>45759.966666666667</c:v>
                </c:pt>
                <c:pt idx="9960">
                  <c:v>45929.504861111112</c:v>
                </c:pt>
                <c:pt idx="9961">
                  <c:v>45639.515972222223</c:v>
                </c:pt>
                <c:pt idx="9962">
                  <c:v>45701.449305555558</c:v>
                </c:pt>
                <c:pt idx="9963">
                  <c:v>45817.384027777778</c:v>
                </c:pt>
                <c:pt idx="9964">
                  <c:v>45368.443749999999</c:v>
                </c:pt>
                <c:pt idx="9965">
                  <c:v>45436.536111111112</c:v>
                </c:pt>
                <c:pt idx="9966">
                  <c:v>45877.724999999999</c:v>
                </c:pt>
                <c:pt idx="9967">
                  <c:v>45312.711111111108</c:v>
                </c:pt>
                <c:pt idx="9968">
                  <c:v>45989.34375</c:v>
                </c:pt>
                <c:pt idx="9969">
                  <c:v>45301.44027777778</c:v>
                </c:pt>
                <c:pt idx="9970">
                  <c:v>45731.424305555563</c:v>
                </c:pt>
                <c:pt idx="9971">
                  <c:v>45683.662499999999</c:v>
                </c:pt>
                <c:pt idx="9972">
                  <c:v>45816.518750000003</c:v>
                </c:pt>
                <c:pt idx="9973">
                  <c:v>45522.799305555563</c:v>
                </c:pt>
                <c:pt idx="9974">
                  <c:v>45319.445833333331</c:v>
                </c:pt>
                <c:pt idx="9975">
                  <c:v>45360.383333333331</c:v>
                </c:pt>
                <c:pt idx="9976">
                  <c:v>45859.885416666657</c:v>
                </c:pt>
                <c:pt idx="9977">
                  <c:v>45634.39166666667</c:v>
                </c:pt>
                <c:pt idx="9978">
                  <c:v>45413.375694444447</c:v>
                </c:pt>
                <c:pt idx="9979">
                  <c:v>45780.536111111112</c:v>
                </c:pt>
                <c:pt idx="9980">
                  <c:v>45480.584722222222</c:v>
                </c:pt>
                <c:pt idx="9981">
                  <c:v>45578.40625</c:v>
                </c:pt>
                <c:pt idx="9982">
                  <c:v>45907.667361111111</c:v>
                </c:pt>
                <c:pt idx="9983">
                  <c:v>45459.400694444441</c:v>
                </c:pt>
                <c:pt idx="9984">
                  <c:v>46021.856944444437</c:v>
                </c:pt>
                <c:pt idx="9985">
                  <c:v>45638.929166666669</c:v>
                </c:pt>
                <c:pt idx="9986">
                  <c:v>45487.341666666667</c:v>
                </c:pt>
                <c:pt idx="9987">
                  <c:v>45621.955555555563</c:v>
                </c:pt>
                <c:pt idx="9988">
                  <c:v>45444.487500000003</c:v>
                </c:pt>
                <c:pt idx="9989">
                  <c:v>45348.321527777778</c:v>
                </c:pt>
                <c:pt idx="9990">
                  <c:v>45920.005555555559</c:v>
                </c:pt>
                <c:pt idx="9991">
                  <c:v>45511.397916666669</c:v>
                </c:pt>
                <c:pt idx="9992">
                  <c:v>45328.853472222218</c:v>
                </c:pt>
                <c:pt idx="9993">
                  <c:v>45531.347916666673</c:v>
                </c:pt>
                <c:pt idx="9994">
                  <c:v>45881.932638888888</c:v>
                </c:pt>
                <c:pt idx="9995">
                  <c:v>45718.689583333333</c:v>
                </c:pt>
                <c:pt idx="9996">
                  <c:v>45404.340277777781</c:v>
                </c:pt>
                <c:pt idx="9997">
                  <c:v>45965.854166666657</c:v>
                </c:pt>
                <c:pt idx="9998">
                  <c:v>45568.825694444437</c:v>
                </c:pt>
                <c:pt idx="9999">
                  <c:v>45808.4</c:v>
                </c:pt>
                <c:pt idx="10000">
                  <c:v>45866.012499999997</c:v>
                </c:pt>
                <c:pt idx="10001">
                  <c:v>45374.415277777778</c:v>
                </c:pt>
                <c:pt idx="10002">
                  <c:v>45687.874305555553</c:v>
                </c:pt>
                <c:pt idx="10003">
                  <c:v>45902.984027777777</c:v>
                </c:pt>
                <c:pt idx="10004">
                  <c:v>45676.074305555558</c:v>
                </c:pt>
                <c:pt idx="10005">
                  <c:v>46012.570138888892</c:v>
                </c:pt>
                <c:pt idx="10006">
                  <c:v>45985.327777777777</c:v>
                </c:pt>
                <c:pt idx="10007">
                  <c:v>45659.359722222223</c:v>
                </c:pt>
                <c:pt idx="10008">
                  <c:v>45789.335416666669</c:v>
                </c:pt>
                <c:pt idx="10009">
                  <c:v>45732.404861111107</c:v>
                </c:pt>
                <c:pt idx="10010">
                  <c:v>45937.927777777782</c:v>
                </c:pt>
                <c:pt idx="10011">
                  <c:v>45467.768055555563</c:v>
                </c:pt>
                <c:pt idx="10012">
                  <c:v>45706.881944444453</c:v>
                </c:pt>
                <c:pt idx="10013">
                  <c:v>45660.345138888893</c:v>
                </c:pt>
                <c:pt idx="10014">
                  <c:v>45587.412499999999</c:v>
                </c:pt>
                <c:pt idx="10015">
                  <c:v>45841.353472222218</c:v>
                </c:pt>
                <c:pt idx="10016">
                  <c:v>45364.92083333333</c:v>
                </c:pt>
                <c:pt idx="10017">
                  <c:v>45757.578472222223</c:v>
                </c:pt>
                <c:pt idx="10018">
                  <c:v>45311.888888888891</c:v>
                </c:pt>
                <c:pt idx="10019">
                  <c:v>45746.92291666667</c:v>
                </c:pt>
                <c:pt idx="10020">
                  <c:v>45553.776388888888</c:v>
                </c:pt>
                <c:pt idx="10021">
                  <c:v>45663.488194444442</c:v>
                </c:pt>
                <c:pt idx="10022">
                  <c:v>45751.44027777778</c:v>
                </c:pt>
                <c:pt idx="10023">
                  <c:v>45610.581250000003</c:v>
                </c:pt>
                <c:pt idx="10024">
                  <c:v>45847.416666666657</c:v>
                </c:pt>
                <c:pt idx="10025">
                  <c:v>45691.618055555547</c:v>
                </c:pt>
                <c:pt idx="10026">
                  <c:v>45538.424305555563</c:v>
                </c:pt>
                <c:pt idx="10027">
                  <c:v>45989.418749999997</c:v>
                </c:pt>
                <c:pt idx="10028">
                  <c:v>45292.480555555558</c:v>
                </c:pt>
                <c:pt idx="10029">
                  <c:v>45392.408333333333</c:v>
                </c:pt>
                <c:pt idx="10030">
                  <c:v>45720.647916666669</c:v>
                </c:pt>
                <c:pt idx="10031">
                  <c:v>45915.427777777782</c:v>
                </c:pt>
                <c:pt idx="10032">
                  <c:v>45880.407638888893</c:v>
                </c:pt>
                <c:pt idx="10033">
                  <c:v>45498.638194444437</c:v>
                </c:pt>
                <c:pt idx="10034">
                  <c:v>45465.478472222218</c:v>
                </c:pt>
                <c:pt idx="10035">
                  <c:v>45816.506944444453</c:v>
                </c:pt>
                <c:pt idx="10036">
                  <c:v>45956.525000000001</c:v>
                </c:pt>
                <c:pt idx="10037">
                  <c:v>45583.606944444437</c:v>
                </c:pt>
                <c:pt idx="10038">
                  <c:v>45425.404861111107</c:v>
                </c:pt>
                <c:pt idx="10039">
                  <c:v>45785.518055555563</c:v>
                </c:pt>
                <c:pt idx="10040">
                  <c:v>45532.704861111109</c:v>
                </c:pt>
                <c:pt idx="10041">
                  <c:v>45656.015277777777</c:v>
                </c:pt>
                <c:pt idx="10042">
                  <c:v>45747.069444444453</c:v>
                </c:pt>
                <c:pt idx="10043">
                  <c:v>45384.040277777778</c:v>
                </c:pt>
                <c:pt idx="10044">
                  <c:v>45407.564583333333</c:v>
                </c:pt>
                <c:pt idx="10045">
                  <c:v>45725.605555555558</c:v>
                </c:pt>
                <c:pt idx="10046">
                  <c:v>45539.458333333343</c:v>
                </c:pt>
                <c:pt idx="10047">
                  <c:v>45901.216666666667</c:v>
                </c:pt>
                <c:pt idx="10048">
                  <c:v>45458.936805555553</c:v>
                </c:pt>
                <c:pt idx="10049">
                  <c:v>45817.059027777781</c:v>
                </c:pt>
                <c:pt idx="10050">
                  <c:v>45433.430555555547</c:v>
                </c:pt>
                <c:pt idx="10051">
                  <c:v>45314.409722222219</c:v>
                </c:pt>
                <c:pt idx="10052">
                  <c:v>45893.761805555558</c:v>
                </c:pt>
                <c:pt idx="10053">
                  <c:v>45484.984027777777</c:v>
                </c:pt>
                <c:pt idx="10054">
                  <c:v>45682.936805555553</c:v>
                </c:pt>
                <c:pt idx="10055">
                  <c:v>45345.25</c:v>
                </c:pt>
                <c:pt idx="10056">
                  <c:v>45552.905555555553</c:v>
                </c:pt>
                <c:pt idx="10057">
                  <c:v>45411.82916666667</c:v>
                </c:pt>
                <c:pt idx="10058">
                  <c:v>45385.179861111108</c:v>
                </c:pt>
                <c:pt idx="10059">
                  <c:v>45970.566666666673</c:v>
                </c:pt>
                <c:pt idx="10060">
                  <c:v>45609.245138888888</c:v>
                </c:pt>
                <c:pt idx="10061">
                  <c:v>45745.831250000003</c:v>
                </c:pt>
                <c:pt idx="10062">
                  <c:v>45845.76458333333</c:v>
                </c:pt>
                <c:pt idx="10063">
                  <c:v>45609.837500000001</c:v>
                </c:pt>
                <c:pt idx="10064">
                  <c:v>45483.790277777778</c:v>
                </c:pt>
                <c:pt idx="10065">
                  <c:v>45413.895138888889</c:v>
                </c:pt>
                <c:pt idx="10066">
                  <c:v>45741.982638888891</c:v>
                </c:pt>
                <c:pt idx="10067">
                  <c:v>45316.959027777782</c:v>
                </c:pt>
                <c:pt idx="10068">
                  <c:v>45979.972916666673</c:v>
                </c:pt>
                <c:pt idx="10069">
                  <c:v>45889.406944444447</c:v>
                </c:pt>
                <c:pt idx="10070">
                  <c:v>46013.042361111111</c:v>
                </c:pt>
                <c:pt idx="10071">
                  <c:v>45588.96597222222</c:v>
                </c:pt>
                <c:pt idx="10072">
                  <c:v>45499.009027777778</c:v>
                </c:pt>
                <c:pt idx="10073">
                  <c:v>45590.857638888891</c:v>
                </c:pt>
                <c:pt idx="10074">
                  <c:v>45788.9375</c:v>
                </c:pt>
                <c:pt idx="10075">
                  <c:v>45300.934027777781</c:v>
                </c:pt>
                <c:pt idx="10076">
                  <c:v>45590.857638888891</c:v>
                </c:pt>
                <c:pt idx="10077">
                  <c:v>45655.112500000003</c:v>
                </c:pt>
                <c:pt idx="10078">
                  <c:v>45342.841666666667</c:v>
                </c:pt>
                <c:pt idx="10079">
                  <c:v>45342.841666666667</c:v>
                </c:pt>
                <c:pt idx="10080">
                  <c:v>45749.07708333333</c:v>
                </c:pt>
                <c:pt idx="10081">
                  <c:v>45866.963888888888</c:v>
                </c:pt>
                <c:pt idx="10082">
                  <c:v>45300.934027777781</c:v>
                </c:pt>
                <c:pt idx="10083">
                  <c:v>45928.814583333333</c:v>
                </c:pt>
                <c:pt idx="10084">
                  <c:v>45749.07708333333</c:v>
                </c:pt>
                <c:pt idx="10085">
                  <c:v>45788.9375</c:v>
                </c:pt>
                <c:pt idx="10086">
                  <c:v>46013.042361111111</c:v>
                </c:pt>
                <c:pt idx="10087">
                  <c:v>45588.96597222222</c:v>
                </c:pt>
                <c:pt idx="10088">
                  <c:v>45866.963888888888</c:v>
                </c:pt>
                <c:pt idx="10089">
                  <c:v>45655.112500000003</c:v>
                </c:pt>
                <c:pt idx="10090">
                  <c:v>45499.009027777778</c:v>
                </c:pt>
                <c:pt idx="10091">
                  <c:v>45392.838194444441</c:v>
                </c:pt>
                <c:pt idx="10092">
                  <c:v>45447.856944444437</c:v>
                </c:pt>
                <c:pt idx="10093">
                  <c:v>45392.838194444441</c:v>
                </c:pt>
                <c:pt idx="10094">
                  <c:v>45928.814583333333</c:v>
                </c:pt>
                <c:pt idx="10095">
                  <c:v>45447.856944444437</c:v>
                </c:pt>
                <c:pt idx="10096">
                  <c:v>45649.652777777781</c:v>
                </c:pt>
                <c:pt idx="10097">
                  <c:v>45413.478472222218</c:v>
                </c:pt>
                <c:pt idx="10098">
                  <c:v>45553.003472222219</c:v>
                </c:pt>
                <c:pt idx="10099">
                  <c:v>45910.948611111111</c:v>
                </c:pt>
                <c:pt idx="10100">
                  <c:v>45405.45</c:v>
                </c:pt>
                <c:pt idx="10101">
                  <c:v>45685.595833333333</c:v>
                </c:pt>
                <c:pt idx="10102">
                  <c:v>45332.457638888889</c:v>
                </c:pt>
                <c:pt idx="10103">
                  <c:v>45471.540277777778</c:v>
                </c:pt>
                <c:pt idx="10104">
                  <c:v>45357.688888888893</c:v>
                </c:pt>
                <c:pt idx="10105">
                  <c:v>45962.584722222222</c:v>
                </c:pt>
                <c:pt idx="10106">
                  <c:v>45762.997916666667</c:v>
                </c:pt>
                <c:pt idx="10107">
                  <c:v>45463.420138888891</c:v>
                </c:pt>
                <c:pt idx="10108">
                  <c:v>45833.679861111108</c:v>
                </c:pt>
                <c:pt idx="10109">
                  <c:v>45624.369444444441</c:v>
                </c:pt>
                <c:pt idx="10110">
                  <c:v>45986.905555555553</c:v>
                </c:pt>
                <c:pt idx="10111">
                  <c:v>45766.912499999999</c:v>
                </c:pt>
                <c:pt idx="10112">
                  <c:v>45968.45208333333</c:v>
                </c:pt>
                <c:pt idx="10113">
                  <c:v>45861.479861111111</c:v>
                </c:pt>
                <c:pt idx="10114">
                  <c:v>45655.414583333331</c:v>
                </c:pt>
                <c:pt idx="10115">
                  <c:v>45902.806944444441</c:v>
                </c:pt>
                <c:pt idx="10116">
                  <c:v>45564.840277777781</c:v>
                </c:pt>
                <c:pt idx="10117">
                  <c:v>45440.512499999997</c:v>
                </c:pt>
                <c:pt idx="10118">
                  <c:v>45461.95208333333</c:v>
                </c:pt>
                <c:pt idx="10119">
                  <c:v>45790.875694444447</c:v>
                </c:pt>
                <c:pt idx="10120">
                  <c:v>45865.79583333333</c:v>
                </c:pt>
                <c:pt idx="10121">
                  <c:v>45677.782638888893</c:v>
                </c:pt>
                <c:pt idx="10122">
                  <c:v>45663.556250000001</c:v>
                </c:pt>
                <c:pt idx="10123">
                  <c:v>45812.442361111112</c:v>
                </c:pt>
                <c:pt idx="10124">
                  <c:v>45342.780555555553</c:v>
                </c:pt>
                <c:pt idx="10125">
                  <c:v>45607.367361111108</c:v>
                </c:pt>
                <c:pt idx="10126">
                  <c:v>45998.681944444441</c:v>
                </c:pt>
                <c:pt idx="10127">
                  <c:v>45929.847222222219</c:v>
                </c:pt>
                <c:pt idx="10128">
                  <c:v>45706.834027777782</c:v>
                </c:pt>
                <c:pt idx="10129">
                  <c:v>45959.535416666673</c:v>
                </c:pt>
                <c:pt idx="10130">
                  <c:v>45306.913194444453</c:v>
                </c:pt>
                <c:pt idx="10131">
                  <c:v>45390.345138888893</c:v>
                </c:pt>
                <c:pt idx="10132">
                  <c:v>45726.825694444437</c:v>
                </c:pt>
                <c:pt idx="10133">
                  <c:v>45642.551388888889</c:v>
                </c:pt>
                <c:pt idx="10134">
                  <c:v>45538.728472222218</c:v>
                </c:pt>
                <c:pt idx="10135">
                  <c:v>45488.842361111107</c:v>
                </c:pt>
                <c:pt idx="10136">
                  <c:v>45369.643750000003</c:v>
                </c:pt>
                <c:pt idx="10137">
                  <c:v>45728.629861111112</c:v>
                </c:pt>
                <c:pt idx="10138">
                  <c:v>45469.378472222219</c:v>
                </c:pt>
                <c:pt idx="10139">
                  <c:v>45937.39166666667</c:v>
                </c:pt>
                <c:pt idx="10140">
                  <c:v>45353.739583333343</c:v>
                </c:pt>
                <c:pt idx="10141">
                  <c:v>45653.355555555558</c:v>
                </c:pt>
                <c:pt idx="10142">
                  <c:v>45618.436111111107</c:v>
                </c:pt>
                <c:pt idx="10143">
                  <c:v>45691.65347222222</c:v>
                </c:pt>
                <c:pt idx="10144">
                  <c:v>45448.616666666669</c:v>
                </c:pt>
                <c:pt idx="10145">
                  <c:v>45298.919444444437</c:v>
                </c:pt>
                <c:pt idx="10146">
                  <c:v>45574.724305555559</c:v>
                </c:pt>
                <c:pt idx="10147">
                  <c:v>45435.390277777777</c:v>
                </c:pt>
                <c:pt idx="10148">
                  <c:v>45492.459722222222</c:v>
                </c:pt>
                <c:pt idx="10149">
                  <c:v>45393.649305555547</c:v>
                </c:pt>
                <c:pt idx="10150">
                  <c:v>45455.954861111109</c:v>
                </c:pt>
                <c:pt idx="10151">
                  <c:v>45322.539583333331</c:v>
                </c:pt>
                <c:pt idx="10152">
                  <c:v>45696.715277777781</c:v>
                </c:pt>
                <c:pt idx="10153">
                  <c:v>45973.587500000001</c:v>
                </c:pt>
                <c:pt idx="10154">
                  <c:v>45999.791666666657</c:v>
                </c:pt>
                <c:pt idx="10155">
                  <c:v>45833.830555555563</c:v>
                </c:pt>
                <c:pt idx="10156">
                  <c:v>45340.699305555558</c:v>
                </c:pt>
                <c:pt idx="10157">
                  <c:v>45800.697916666657</c:v>
                </c:pt>
                <c:pt idx="10158">
                  <c:v>45859.319444444453</c:v>
                </c:pt>
                <c:pt idx="10159">
                  <c:v>45407.872916666667</c:v>
                </c:pt>
                <c:pt idx="10160">
                  <c:v>45532.422222222223</c:v>
                </c:pt>
                <c:pt idx="10161">
                  <c:v>45898.751388888893</c:v>
                </c:pt>
                <c:pt idx="10162">
                  <c:v>45367.918749999997</c:v>
                </c:pt>
                <c:pt idx="10163">
                  <c:v>45390.70208333333</c:v>
                </c:pt>
                <c:pt idx="10164">
                  <c:v>45667.57916666667</c:v>
                </c:pt>
                <c:pt idx="10165">
                  <c:v>45616.634027777778</c:v>
                </c:pt>
                <c:pt idx="10166">
                  <c:v>45915.738888888889</c:v>
                </c:pt>
                <c:pt idx="10167">
                  <c:v>45874.731249999997</c:v>
                </c:pt>
                <c:pt idx="10168">
                  <c:v>45314.579861111109</c:v>
                </c:pt>
                <c:pt idx="10169">
                  <c:v>45580.870833333327</c:v>
                </c:pt>
                <c:pt idx="10170">
                  <c:v>45722.466666666667</c:v>
                </c:pt>
                <c:pt idx="10171">
                  <c:v>45770.600694444453</c:v>
                </c:pt>
                <c:pt idx="10172">
                  <c:v>45992.898611111108</c:v>
                </c:pt>
                <c:pt idx="10173">
                  <c:v>45425.507638888892</c:v>
                </c:pt>
                <c:pt idx="10174">
                  <c:v>45496.681250000001</c:v>
                </c:pt>
                <c:pt idx="10175">
                  <c:v>45362.731249999997</c:v>
                </c:pt>
                <c:pt idx="10176">
                  <c:v>45957.634722222218</c:v>
                </c:pt>
                <c:pt idx="10177">
                  <c:v>45399.731249999997</c:v>
                </c:pt>
                <c:pt idx="10178">
                  <c:v>45819.454861111109</c:v>
                </c:pt>
                <c:pt idx="10179">
                  <c:v>45702.686805555553</c:v>
                </c:pt>
                <c:pt idx="10180">
                  <c:v>45610.580555555563</c:v>
                </c:pt>
                <c:pt idx="10181">
                  <c:v>45855.821527777778</c:v>
                </c:pt>
                <c:pt idx="10182">
                  <c:v>45838.587500000001</c:v>
                </c:pt>
                <c:pt idx="10183">
                  <c:v>45470.690972222219</c:v>
                </c:pt>
                <c:pt idx="10184">
                  <c:v>45950.60833333333</c:v>
                </c:pt>
                <c:pt idx="10185">
                  <c:v>46020.572222222218</c:v>
                </c:pt>
                <c:pt idx="10186">
                  <c:v>45667.798611111109</c:v>
                </c:pt>
                <c:pt idx="10187">
                  <c:v>45730.054166666669</c:v>
                </c:pt>
                <c:pt idx="10188">
                  <c:v>45963.482638888891</c:v>
                </c:pt>
                <c:pt idx="10189">
                  <c:v>45432.883333333331</c:v>
                </c:pt>
                <c:pt idx="10190">
                  <c:v>45615.8</c:v>
                </c:pt>
                <c:pt idx="10191">
                  <c:v>45567.804861111108</c:v>
                </c:pt>
                <c:pt idx="10192">
                  <c:v>45784.522916666669</c:v>
                </c:pt>
                <c:pt idx="10193">
                  <c:v>45925.857638888891</c:v>
                </c:pt>
                <c:pt idx="10194">
                  <c:v>45474.713888888888</c:v>
                </c:pt>
                <c:pt idx="10195">
                  <c:v>45510.738888888889</c:v>
                </c:pt>
                <c:pt idx="10196">
                  <c:v>45946.381249999999</c:v>
                </c:pt>
                <c:pt idx="10197">
                  <c:v>45351.77847222222</c:v>
                </c:pt>
                <c:pt idx="10198">
                  <c:v>45704.015277777777</c:v>
                </c:pt>
                <c:pt idx="10199">
                  <c:v>45886.98333333333</c:v>
                </c:pt>
                <c:pt idx="10200">
                  <c:v>46012.348611111112</c:v>
                </c:pt>
                <c:pt idx="10201">
                  <c:v>45377.923611111109</c:v>
                </c:pt>
                <c:pt idx="10202">
                  <c:v>45523.897916666669</c:v>
                </c:pt>
                <c:pt idx="10203">
                  <c:v>45601.074999999997</c:v>
                </c:pt>
                <c:pt idx="10204">
                  <c:v>45629.902083333327</c:v>
                </c:pt>
                <c:pt idx="10205">
                  <c:v>45399.527083333327</c:v>
                </c:pt>
                <c:pt idx="10206">
                  <c:v>45479.605555555558</c:v>
                </c:pt>
                <c:pt idx="10207">
                  <c:v>45790.515277777777</c:v>
                </c:pt>
                <c:pt idx="10208">
                  <c:v>45949.838194444441</c:v>
                </c:pt>
                <c:pt idx="10209">
                  <c:v>45832.291666666657</c:v>
                </c:pt>
                <c:pt idx="10210">
                  <c:v>45506.418749999997</c:v>
                </c:pt>
                <c:pt idx="10211">
                  <c:v>45561.819444444453</c:v>
                </c:pt>
                <c:pt idx="10212">
                  <c:v>45645.748611111107</c:v>
                </c:pt>
                <c:pt idx="10213">
                  <c:v>45665.611111111109</c:v>
                </c:pt>
                <c:pt idx="10214">
                  <c:v>45938.612500000003</c:v>
                </c:pt>
                <c:pt idx="10215">
                  <c:v>45861.40902777778</c:v>
                </c:pt>
                <c:pt idx="10216">
                  <c:v>45408.659722222219</c:v>
                </c:pt>
                <c:pt idx="10217">
                  <c:v>45958.263888888891</c:v>
                </c:pt>
                <c:pt idx="10218">
                  <c:v>45717.359722222223</c:v>
                </c:pt>
                <c:pt idx="10219">
                  <c:v>45877.305555555547</c:v>
                </c:pt>
                <c:pt idx="10220">
                  <c:v>46020.351388888892</c:v>
                </c:pt>
                <c:pt idx="10221">
                  <c:v>45726.414583333331</c:v>
                </c:pt>
                <c:pt idx="10222">
                  <c:v>45979.311111111107</c:v>
                </c:pt>
                <c:pt idx="10223">
                  <c:v>45740.84652777778</c:v>
                </c:pt>
                <c:pt idx="10224">
                  <c:v>45809.359722222223</c:v>
                </c:pt>
                <c:pt idx="10225">
                  <c:v>45887.613888888889</c:v>
                </c:pt>
                <c:pt idx="10226">
                  <c:v>45815.801388888889</c:v>
                </c:pt>
                <c:pt idx="10227">
                  <c:v>45294.392361111109</c:v>
                </c:pt>
                <c:pt idx="10228">
                  <c:v>45999.28125</c:v>
                </c:pt>
                <c:pt idx="10229">
                  <c:v>45761.488888888889</c:v>
                </c:pt>
                <c:pt idx="10230">
                  <c:v>45848.309027777781</c:v>
                </c:pt>
                <c:pt idx="10231">
                  <c:v>45777.574305555558</c:v>
                </c:pt>
                <c:pt idx="10232">
                  <c:v>45769.29583333333</c:v>
                </c:pt>
                <c:pt idx="10233">
                  <c:v>46006.748611111107</c:v>
                </c:pt>
                <c:pt idx="10234">
                  <c:v>45922.686805555553</c:v>
                </c:pt>
                <c:pt idx="10235">
                  <c:v>45917.313194444447</c:v>
                </c:pt>
                <c:pt idx="10236">
                  <c:v>45572.45208333333</c:v>
                </c:pt>
                <c:pt idx="10237">
                  <c:v>45719.672222222223</c:v>
                </c:pt>
                <c:pt idx="10238">
                  <c:v>45599.624305555553</c:v>
                </c:pt>
                <c:pt idx="10239">
                  <c:v>45987.269444444442</c:v>
                </c:pt>
                <c:pt idx="10240">
                  <c:v>45550.756249999999</c:v>
                </c:pt>
                <c:pt idx="10241">
                  <c:v>45712.258333333331</c:v>
                </c:pt>
                <c:pt idx="10242">
                  <c:v>45614.771527777782</c:v>
                </c:pt>
                <c:pt idx="10243">
                  <c:v>45931.40902777778</c:v>
                </c:pt>
                <c:pt idx="10244">
                  <c:v>45691.699305555558</c:v>
                </c:pt>
                <c:pt idx="10245">
                  <c:v>45339.68472222222</c:v>
                </c:pt>
                <c:pt idx="10246">
                  <c:v>45967.540972222218</c:v>
                </c:pt>
                <c:pt idx="10247">
                  <c:v>45403.665277777778</c:v>
                </c:pt>
                <c:pt idx="10248">
                  <c:v>45379.563888888893</c:v>
                </c:pt>
                <c:pt idx="10249">
                  <c:v>45583.689583333333</c:v>
                </c:pt>
                <c:pt idx="10250">
                  <c:v>45826.829861111109</c:v>
                </c:pt>
                <c:pt idx="10251">
                  <c:v>45901.561805555553</c:v>
                </c:pt>
                <c:pt idx="10252">
                  <c:v>45319.870138888888</c:v>
                </c:pt>
                <c:pt idx="10253">
                  <c:v>45355.902777777781</c:v>
                </c:pt>
                <c:pt idx="10254">
                  <c:v>45452.825694444437</c:v>
                </c:pt>
                <c:pt idx="10255">
                  <c:v>45909.436111111107</c:v>
                </c:pt>
                <c:pt idx="10256">
                  <c:v>45538.004166666673</c:v>
                </c:pt>
                <c:pt idx="10257">
                  <c:v>46002.567361111112</c:v>
                </c:pt>
                <c:pt idx="10258">
                  <c:v>45730.664583333331</c:v>
                </c:pt>
                <c:pt idx="10259">
                  <c:v>45828.009722222218</c:v>
                </c:pt>
                <c:pt idx="10260">
                  <c:v>45446.674305555563</c:v>
                </c:pt>
                <c:pt idx="10261">
                  <c:v>45896.651388888888</c:v>
                </c:pt>
                <c:pt idx="10262">
                  <c:v>45573.493750000001</c:v>
                </c:pt>
                <c:pt idx="10263">
                  <c:v>45693.981944444437</c:v>
                </c:pt>
                <c:pt idx="10264">
                  <c:v>45328.926388888889</c:v>
                </c:pt>
                <c:pt idx="10265">
                  <c:v>45851.784722222219</c:v>
                </c:pt>
                <c:pt idx="10266">
                  <c:v>45495.545138888891</c:v>
                </c:pt>
                <c:pt idx="10267">
                  <c:v>45794.504166666673</c:v>
                </c:pt>
                <c:pt idx="10268">
                  <c:v>45363.459722222222</c:v>
                </c:pt>
                <c:pt idx="10269">
                  <c:v>45396.938888888893</c:v>
                </c:pt>
                <c:pt idx="10270">
                  <c:v>45976.865972222222</c:v>
                </c:pt>
                <c:pt idx="10271">
                  <c:v>45770.022916666669</c:v>
                </c:pt>
                <c:pt idx="10272">
                  <c:v>45941.052083333343</c:v>
                </c:pt>
                <c:pt idx="10273">
                  <c:v>45343.631944444453</c:v>
                </c:pt>
                <c:pt idx="10274">
                  <c:v>45656.015277777777</c:v>
                </c:pt>
                <c:pt idx="10275">
                  <c:v>45615.554166666669</c:v>
                </c:pt>
                <c:pt idx="10276">
                  <c:v>45720.697916666657</c:v>
                </c:pt>
                <c:pt idx="10277">
                  <c:v>45766.753472222219</c:v>
                </c:pt>
                <c:pt idx="10278">
                  <c:v>45644.34652777778</c:v>
                </c:pt>
                <c:pt idx="10279">
                  <c:v>45574.661805555559</c:v>
                </c:pt>
                <c:pt idx="10280">
                  <c:v>45997.902777777781</c:v>
                </c:pt>
                <c:pt idx="10281">
                  <c:v>45550.89166666667</c:v>
                </c:pt>
                <c:pt idx="10282">
                  <c:v>45439.870138888888</c:v>
                </c:pt>
                <c:pt idx="10283">
                  <c:v>45588.737500000003</c:v>
                </c:pt>
                <c:pt idx="10284">
                  <c:v>45837.56527777778</c:v>
                </c:pt>
                <c:pt idx="10285">
                  <c:v>45894.347916666673</c:v>
                </c:pt>
                <c:pt idx="10286">
                  <c:v>45941.474305555559</c:v>
                </c:pt>
                <c:pt idx="10287">
                  <c:v>45331.423611111109</c:v>
                </c:pt>
                <c:pt idx="10288">
                  <c:v>45400.497916666667</c:v>
                </c:pt>
                <c:pt idx="10289">
                  <c:v>45562.295138888891</c:v>
                </c:pt>
                <c:pt idx="10290">
                  <c:v>45988.740972222222</c:v>
                </c:pt>
                <c:pt idx="10291">
                  <c:v>45724.629861111112</c:v>
                </c:pt>
                <c:pt idx="10292">
                  <c:v>45392.85</c:v>
                </c:pt>
                <c:pt idx="10293">
                  <c:v>45867.785416666673</c:v>
                </c:pt>
                <c:pt idx="10294">
                  <c:v>45593.618055555547</c:v>
                </c:pt>
                <c:pt idx="10295">
                  <c:v>45771.672222222223</c:v>
                </c:pt>
                <c:pt idx="10296">
                  <c:v>45651.99722222222</c:v>
                </c:pt>
                <c:pt idx="10297">
                  <c:v>45751.620833333327</c:v>
                </c:pt>
                <c:pt idx="10298">
                  <c:v>45382.048611111109</c:v>
                </c:pt>
                <c:pt idx="10299">
                  <c:v>45298.517361111109</c:v>
                </c:pt>
                <c:pt idx="10300">
                  <c:v>45477.834027777782</c:v>
                </c:pt>
                <c:pt idx="10301">
                  <c:v>45852.173611111109</c:v>
                </c:pt>
                <c:pt idx="10302">
                  <c:v>45999.502083333333</c:v>
                </c:pt>
                <c:pt idx="10303">
                  <c:v>45908.856249999997</c:v>
                </c:pt>
                <c:pt idx="10304">
                  <c:v>45727.434027777781</c:v>
                </c:pt>
                <c:pt idx="10305">
                  <c:v>45970.71875</c:v>
                </c:pt>
                <c:pt idx="10306">
                  <c:v>45975.656944444447</c:v>
                </c:pt>
                <c:pt idx="10307">
                  <c:v>45397.553472222222</c:v>
                </c:pt>
                <c:pt idx="10308">
                  <c:v>45896.412499999999</c:v>
                </c:pt>
                <c:pt idx="10309">
                  <c:v>45477.64166666667</c:v>
                </c:pt>
                <c:pt idx="10310">
                  <c:v>45818.652083333327</c:v>
                </c:pt>
                <c:pt idx="10311">
                  <c:v>45699.599305555559</c:v>
                </c:pt>
                <c:pt idx="10312">
                  <c:v>45329.475694444453</c:v>
                </c:pt>
                <c:pt idx="10313">
                  <c:v>45443.506249999999</c:v>
                </c:pt>
                <c:pt idx="10314">
                  <c:v>45758.570138888892</c:v>
                </c:pt>
                <c:pt idx="10315">
                  <c:v>45714.219444444447</c:v>
                </c:pt>
                <c:pt idx="10316">
                  <c:v>45504.463194444441</c:v>
                </c:pt>
                <c:pt idx="10317">
                  <c:v>45351.137499999997</c:v>
                </c:pt>
                <c:pt idx="10318">
                  <c:v>45582.239583333343</c:v>
                </c:pt>
                <c:pt idx="10319">
                  <c:v>45896.20208333333</c:v>
                </c:pt>
                <c:pt idx="10320">
                  <c:v>45623.242361111108</c:v>
                </c:pt>
                <c:pt idx="10321">
                  <c:v>45477.03125</c:v>
                </c:pt>
                <c:pt idx="10322">
                  <c:v>45379.418749999997</c:v>
                </c:pt>
                <c:pt idx="10323">
                  <c:v>45952.913194444453</c:v>
                </c:pt>
                <c:pt idx="10324">
                  <c:v>45858.522916666669</c:v>
                </c:pt>
                <c:pt idx="10325">
                  <c:v>45774.84097222222</c:v>
                </c:pt>
                <c:pt idx="10326">
                  <c:v>45408.744444444441</c:v>
                </c:pt>
                <c:pt idx="10327">
                  <c:v>45352.713194444441</c:v>
                </c:pt>
                <c:pt idx="10328">
                  <c:v>45322.523611111108</c:v>
                </c:pt>
                <c:pt idx="10329">
                  <c:v>45743.474999999999</c:v>
                </c:pt>
                <c:pt idx="10330">
                  <c:v>45989.243055555547</c:v>
                </c:pt>
                <c:pt idx="10331">
                  <c:v>45593.652083333327</c:v>
                </c:pt>
                <c:pt idx="10332">
                  <c:v>45349.302083333343</c:v>
                </c:pt>
                <c:pt idx="10333">
                  <c:v>45867.399305555547</c:v>
                </c:pt>
                <c:pt idx="10334">
                  <c:v>45657.681250000001</c:v>
                </c:pt>
                <c:pt idx="10335">
                  <c:v>45444.780555555553</c:v>
                </c:pt>
                <c:pt idx="10336">
                  <c:v>45532.193749999999</c:v>
                </c:pt>
                <c:pt idx="10337">
                  <c:v>45559.984722222223</c:v>
                </c:pt>
                <c:pt idx="10338">
                  <c:v>45831.65625</c:v>
                </c:pt>
                <c:pt idx="10339">
                  <c:v>45925.476388888892</c:v>
                </c:pt>
                <c:pt idx="10340">
                  <c:v>45418.627083333333</c:v>
                </c:pt>
                <c:pt idx="10341">
                  <c:v>45511.89166666667</c:v>
                </c:pt>
                <c:pt idx="10342">
                  <c:v>45996.552777777782</c:v>
                </c:pt>
                <c:pt idx="10343">
                  <c:v>45775.925000000003</c:v>
                </c:pt>
                <c:pt idx="10344">
                  <c:v>45653.806944444441</c:v>
                </c:pt>
                <c:pt idx="10345">
                  <c:v>45318.865972222222</c:v>
                </c:pt>
                <c:pt idx="10346">
                  <c:v>45842.289583333331</c:v>
                </c:pt>
                <c:pt idx="10347">
                  <c:v>45930.900694444441</c:v>
                </c:pt>
                <c:pt idx="10348">
                  <c:v>45457.548611111109</c:v>
                </c:pt>
                <c:pt idx="10349">
                  <c:v>45718.509722222218</c:v>
                </c:pt>
                <c:pt idx="10350">
                  <c:v>45587.194444444453</c:v>
                </c:pt>
                <c:pt idx="10351">
                  <c:v>45745.620833333327</c:v>
                </c:pt>
                <c:pt idx="10352">
                  <c:v>45973.237500000003</c:v>
                </c:pt>
                <c:pt idx="10353">
                  <c:v>45945.695833333331</c:v>
                </c:pt>
                <c:pt idx="10354">
                  <c:v>45895.576388888891</c:v>
                </c:pt>
                <c:pt idx="10355">
                  <c:v>45796.570138888892</c:v>
                </c:pt>
                <c:pt idx="10356">
                  <c:v>45777.424305555563</c:v>
                </c:pt>
                <c:pt idx="10357">
                  <c:v>45936.907638888893</c:v>
                </c:pt>
                <c:pt idx="10358">
                  <c:v>45951.256944444453</c:v>
                </c:pt>
                <c:pt idx="10359">
                  <c:v>45412.739583333343</c:v>
                </c:pt>
                <c:pt idx="10360">
                  <c:v>45808.456250000003</c:v>
                </c:pt>
                <c:pt idx="10361">
                  <c:v>45825.313194444447</c:v>
                </c:pt>
                <c:pt idx="10362">
                  <c:v>45507.913194444453</c:v>
                </c:pt>
                <c:pt idx="10363">
                  <c:v>45986.271527777782</c:v>
                </c:pt>
                <c:pt idx="10364">
                  <c:v>45840.559027777781</c:v>
                </c:pt>
                <c:pt idx="10365">
                  <c:v>45638.263194444437</c:v>
                </c:pt>
                <c:pt idx="10366">
                  <c:v>45318.759027777778</c:v>
                </c:pt>
                <c:pt idx="10367">
                  <c:v>45388.569444444453</c:v>
                </c:pt>
                <c:pt idx="10368">
                  <c:v>45676.522222222222</c:v>
                </c:pt>
                <c:pt idx="10369">
                  <c:v>45748.71597222222</c:v>
                </c:pt>
                <c:pt idx="10370">
                  <c:v>45607.82708333333</c:v>
                </c:pt>
                <c:pt idx="10371">
                  <c:v>45635.584027777782</c:v>
                </c:pt>
                <c:pt idx="10372">
                  <c:v>45307.447222222218</c:v>
                </c:pt>
                <c:pt idx="10373">
                  <c:v>45621.69027777778</c:v>
                </c:pt>
                <c:pt idx="10374">
                  <c:v>45458.550694444442</c:v>
                </c:pt>
                <c:pt idx="10375">
                  <c:v>45583.474305555559</c:v>
                </c:pt>
                <c:pt idx="10376">
                  <c:v>45440.711111111108</c:v>
                </c:pt>
                <c:pt idx="10377">
                  <c:v>45398.80972222222</c:v>
                </c:pt>
                <c:pt idx="10378">
                  <c:v>45481.537499999999</c:v>
                </c:pt>
                <c:pt idx="10379">
                  <c:v>45503.73541666667</c:v>
                </c:pt>
                <c:pt idx="10380">
                  <c:v>45549.508333333331</c:v>
                </c:pt>
                <c:pt idx="10381">
                  <c:v>45297.604861111111</c:v>
                </c:pt>
                <c:pt idx="10382">
                  <c:v>45303.582638888889</c:v>
                </c:pt>
                <c:pt idx="10383">
                  <c:v>45301.604166666657</c:v>
                </c:pt>
                <c:pt idx="10384">
                  <c:v>46018.45</c:v>
                </c:pt>
                <c:pt idx="10385">
                  <c:v>45429.538194444453</c:v>
                </c:pt>
                <c:pt idx="10386">
                  <c:v>45611.568055555559</c:v>
                </c:pt>
                <c:pt idx="10387">
                  <c:v>45398.50277777778</c:v>
                </c:pt>
                <c:pt idx="10388">
                  <c:v>45899.494444444441</c:v>
                </c:pt>
                <c:pt idx="10389">
                  <c:v>46018.445833333331</c:v>
                </c:pt>
                <c:pt idx="10390">
                  <c:v>46022.540277777778</c:v>
                </c:pt>
                <c:pt idx="10391">
                  <c:v>45541.563888888893</c:v>
                </c:pt>
                <c:pt idx="10392">
                  <c:v>45298.527777777781</c:v>
                </c:pt>
                <c:pt idx="10393">
                  <c:v>46018.44027777778</c:v>
                </c:pt>
                <c:pt idx="10394">
                  <c:v>45777.736111111109</c:v>
                </c:pt>
                <c:pt idx="10395">
                  <c:v>45490.635416666657</c:v>
                </c:pt>
                <c:pt idx="10396">
                  <c:v>45733.354861111111</c:v>
                </c:pt>
                <c:pt idx="10397">
                  <c:v>45665.477777777778</c:v>
                </c:pt>
                <c:pt idx="10398">
                  <c:v>45973.584027777782</c:v>
                </c:pt>
                <c:pt idx="10399">
                  <c:v>45498.324305555558</c:v>
                </c:pt>
                <c:pt idx="10400">
                  <c:v>45932.283333333333</c:v>
                </c:pt>
                <c:pt idx="10401">
                  <c:v>45721.350694444453</c:v>
                </c:pt>
                <c:pt idx="10402">
                  <c:v>45812.275000000001</c:v>
                </c:pt>
                <c:pt idx="10403">
                  <c:v>45639.405555555553</c:v>
                </c:pt>
                <c:pt idx="10404">
                  <c:v>45650.380555555559</c:v>
                </c:pt>
                <c:pt idx="10405">
                  <c:v>45581.685416666667</c:v>
                </c:pt>
                <c:pt idx="10406">
                  <c:v>45818.769444444442</c:v>
                </c:pt>
                <c:pt idx="10407">
                  <c:v>45313.51666666667</c:v>
                </c:pt>
                <c:pt idx="10408">
                  <c:v>45530.331944444442</c:v>
                </c:pt>
                <c:pt idx="10409">
                  <c:v>45764.374305555553</c:v>
                </c:pt>
                <c:pt idx="10410">
                  <c:v>45694.34652777778</c:v>
                </c:pt>
                <c:pt idx="10411">
                  <c:v>45918.449305555558</c:v>
                </c:pt>
                <c:pt idx="10412">
                  <c:v>45540.279861111107</c:v>
                </c:pt>
                <c:pt idx="10413">
                  <c:v>45706.749305555553</c:v>
                </c:pt>
                <c:pt idx="10414">
                  <c:v>45781.769444444442</c:v>
                </c:pt>
                <c:pt idx="10415">
                  <c:v>45517.81527777778</c:v>
                </c:pt>
                <c:pt idx="10416">
                  <c:v>46008.274305555547</c:v>
                </c:pt>
                <c:pt idx="10417">
                  <c:v>45594.268055555563</c:v>
                </c:pt>
                <c:pt idx="10418">
                  <c:v>45334.477083333331</c:v>
                </c:pt>
                <c:pt idx="10419">
                  <c:v>45945.482638888891</c:v>
                </c:pt>
                <c:pt idx="10420">
                  <c:v>45558.831944444442</c:v>
                </c:pt>
                <c:pt idx="10421">
                  <c:v>45833.50277777778</c:v>
                </c:pt>
                <c:pt idx="10422">
                  <c:v>45551.188194444447</c:v>
                </c:pt>
                <c:pt idx="10423">
                  <c:v>45484.436111111107</c:v>
                </c:pt>
                <c:pt idx="10424">
                  <c:v>45573.768750000003</c:v>
                </c:pt>
                <c:pt idx="10425">
                  <c:v>45680.17083333333</c:v>
                </c:pt>
                <c:pt idx="10426">
                  <c:v>45856.73333333333</c:v>
                </c:pt>
                <c:pt idx="10427">
                  <c:v>45873.280555555553</c:v>
                </c:pt>
                <c:pt idx="10428">
                  <c:v>45610.658333333333</c:v>
                </c:pt>
                <c:pt idx="10429">
                  <c:v>45356.736111111109</c:v>
                </c:pt>
                <c:pt idx="10430">
                  <c:v>45390.768750000003</c:v>
                </c:pt>
                <c:pt idx="10431">
                  <c:v>45988.540972222218</c:v>
                </c:pt>
                <c:pt idx="10432">
                  <c:v>45373.599999999999</c:v>
                </c:pt>
                <c:pt idx="10433">
                  <c:v>45750.365277777782</c:v>
                </c:pt>
                <c:pt idx="10434">
                  <c:v>45904.19027777778</c:v>
                </c:pt>
                <c:pt idx="10435">
                  <c:v>45417.729861111111</c:v>
                </c:pt>
                <c:pt idx="10436">
                  <c:v>45791.722222222219</c:v>
                </c:pt>
                <c:pt idx="10437">
                  <c:v>45404.574305555558</c:v>
                </c:pt>
                <c:pt idx="10438">
                  <c:v>45475.22152777778</c:v>
                </c:pt>
                <c:pt idx="10439">
                  <c:v>45436.277083333327</c:v>
                </c:pt>
                <c:pt idx="10440">
                  <c:v>45779.825694444437</c:v>
                </c:pt>
                <c:pt idx="10441">
                  <c:v>45433.262499999997</c:v>
                </c:pt>
                <c:pt idx="10442">
                  <c:v>46021.20208333333</c:v>
                </c:pt>
                <c:pt idx="10443">
                  <c:v>45413.488194444442</c:v>
                </c:pt>
                <c:pt idx="10444">
                  <c:v>45973.51666666667</c:v>
                </c:pt>
                <c:pt idx="10445">
                  <c:v>45901.759722222218</c:v>
                </c:pt>
                <c:pt idx="10446">
                  <c:v>45370.765972222223</c:v>
                </c:pt>
                <c:pt idx="10447">
                  <c:v>45849.761111111111</c:v>
                </c:pt>
                <c:pt idx="10448">
                  <c:v>45695.815972222219</c:v>
                </c:pt>
                <c:pt idx="10449">
                  <c:v>45902.563194444447</c:v>
                </c:pt>
                <c:pt idx="10450">
                  <c:v>45993.758333333331</c:v>
                </c:pt>
                <c:pt idx="10451">
                  <c:v>45330.386111111111</c:v>
                </c:pt>
                <c:pt idx="10452">
                  <c:v>45562.21597222222</c:v>
                </c:pt>
                <c:pt idx="10453">
                  <c:v>45528.64166666667</c:v>
                </c:pt>
                <c:pt idx="10454">
                  <c:v>45358.251388888893</c:v>
                </c:pt>
                <c:pt idx="10455">
                  <c:v>45524.659722222219</c:v>
                </c:pt>
                <c:pt idx="10456">
                  <c:v>45324.241666666669</c:v>
                </c:pt>
                <c:pt idx="10457">
                  <c:v>45746.335416666669</c:v>
                </c:pt>
                <c:pt idx="10458">
                  <c:v>45538.828472222223</c:v>
                </c:pt>
                <c:pt idx="10459">
                  <c:v>45314.341666666667</c:v>
                </c:pt>
                <c:pt idx="10460">
                  <c:v>45330.602083333331</c:v>
                </c:pt>
                <c:pt idx="10461">
                  <c:v>45583.745138888888</c:v>
                </c:pt>
                <c:pt idx="10462">
                  <c:v>45610.191666666673</c:v>
                </c:pt>
                <c:pt idx="10463">
                  <c:v>45338.532638888893</c:v>
                </c:pt>
                <c:pt idx="10464">
                  <c:v>45874.777777777781</c:v>
                </c:pt>
                <c:pt idx="10465">
                  <c:v>45872.720138888893</c:v>
                </c:pt>
                <c:pt idx="10466">
                  <c:v>45724.768750000003</c:v>
                </c:pt>
                <c:pt idx="10467">
                  <c:v>45304.665277777778</c:v>
                </c:pt>
                <c:pt idx="10468">
                  <c:v>45801.51458333333</c:v>
                </c:pt>
                <c:pt idx="10469">
                  <c:v>45451.707638888889</c:v>
                </c:pt>
                <c:pt idx="10470">
                  <c:v>45392.714583333327</c:v>
                </c:pt>
                <c:pt idx="10471">
                  <c:v>45951.519444444442</c:v>
                </c:pt>
                <c:pt idx="10472">
                  <c:v>45352.551388888889</c:v>
                </c:pt>
                <c:pt idx="10473">
                  <c:v>45322.370138888888</c:v>
                </c:pt>
                <c:pt idx="10474">
                  <c:v>45479.460416666669</c:v>
                </c:pt>
                <c:pt idx="10475">
                  <c:v>45352.449305555558</c:v>
                </c:pt>
                <c:pt idx="10476">
                  <c:v>45420.70208333333</c:v>
                </c:pt>
                <c:pt idx="10477">
                  <c:v>45338.262499999997</c:v>
                </c:pt>
                <c:pt idx="10478">
                  <c:v>45978.504166666673</c:v>
                </c:pt>
                <c:pt idx="10479">
                  <c:v>45506.297222222223</c:v>
                </c:pt>
                <c:pt idx="10480">
                  <c:v>45760.595833333333</c:v>
                </c:pt>
                <c:pt idx="10481">
                  <c:v>45534.268055555563</c:v>
                </c:pt>
                <c:pt idx="10482">
                  <c:v>45921.731249999997</c:v>
                </c:pt>
                <c:pt idx="10483">
                  <c:v>45826.443749999999</c:v>
                </c:pt>
                <c:pt idx="10484">
                  <c:v>45806.538194444453</c:v>
                </c:pt>
                <c:pt idx="10485">
                  <c:v>45733.646527777782</c:v>
                </c:pt>
                <c:pt idx="10486">
                  <c:v>45600.595833333333</c:v>
                </c:pt>
                <c:pt idx="10487">
                  <c:v>45402.543749999997</c:v>
                </c:pt>
                <c:pt idx="10488">
                  <c:v>45595.643055555563</c:v>
                </c:pt>
                <c:pt idx="10489">
                  <c:v>46006.577777777777</c:v>
                </c:pt>
                <c:pt idx="10490">
                  <c:v>45467.647222222222</c:v>
                </c:pt>
                <c:pt idx="10491">
                  <c:v>45771.806944444441</c:v>
                </c:pt>
                <c:pt idx="10492">
                  <c:v>45844.318055555559</c:v>
                </c:pt>
                <c:pt idx="10493">
                  <c:v>45348.584722222222</c:v>
                </c:pt>
                <c:pt idx="10494">
                  <c:v>45389.828472222223</c:v>
                </c:pt>
                <c:pt idx="10495">
                  <c:v>45843.538194444453</c:v>
                </c:pt>
                <c:pt idx="10496">
                  <c:v>45590.852777777778</c:v>
                </c:pt>
                <c:pt idx="10497">
                  <c:v>45314.709027777782</c:v>
                </c:pt>
                <c:pt idx="10498">
                  <c:v>45555.295138888891</c:v>
                </c:pt>
                <c:pt idx="10499">
                  <c:v>45950.222222222219</c:v>
                </c:pt>
                <c:pt idx="10500">
                  <c:v>45310.341666666667</c:v>
                </c:pt>
                <c:pt idx="10501">
                  <c:v>45896.740277777782</c:v>
                </c:pt>
                <c:pt idx="10502">
                  <c:v>45654.63958333333</c:v>
                </c:pt>
                <c:pt idx="10503">
                  <c:v>45380.268750000003</c:v>
                </c:pt>
                <c:pt idx="10504">
                  <c:v>45851.51458333333</c:v>
                </c:pt>
                <c:pt idx="10505">
                  <c:v>45532.343055555553</c:v>
                </c:pt>
                <c:pt idx="10506">
                  <c:v>45366.779861111107</c:v>
                </c:pt>
                <c:pt idx="10507">
                  <c:v>45585.570833333331</c:v>
                </c:pt>
                <c:pt idx="10508">
                  <c:v>45390.292361111111</c:v>
                </c:pt>
                <c:pt idx="10509">
                  <c:v>45903.270138888889</c:v>
                </c:pt>
                <c:pt idx="10510">
                  <c:v>45986.557638888888</c:v>
                </c:pt>
                <c:pt idx="10511">
                  <c:v>45591.831944444442</c:v>
                </c:pt>
                <c:pt idx="10512">
                  <c:v>45338.731249999997</c:v>
                </c:pt>
                <c:pt idx="10513">
                  <c:v>45796.76458333333</c:v>
                </c:pt>
                <c:pt idx="10514">
                  <c:v>45498.696527777778</c:v>
                </c:pt>
                <c:pt idx="10515">
                  <c:v>45301.759027777778</c:v>
                </c:pt>
                <c:pt idx="10516">
                  <c:v>45469.943749999999</c:v>
                </c:pt>
                <c:pt idx="10517">
                  <c:v>45796.054166666669</c:v>
                </c:pt>
                <c:pt idx="10518">
                  <c:v>45417.73333333333</c:v>
                </c:pt>
                <c:pt idx="10519">
                  <c:v>45629.341666666667</c:v>
                </c:pt>
                <c:pt idx="10520">
                  <c:v>45753.98333333333</c:v>
                </c:pt>
                <c:pt idx="10521">
                  <c:v>45953.865972222222</c:v>
                </c:pt>
                <c:pt idx="10522">
                  <c:v>45678.734722222223</c:v>
                </c:pt>
                <c:pt idx="10523">
                  <c:v>45700.711111111108</c:v>
                </c:pt>
                <c:pt idx="10524">
                  <c:v>45556.691666666673</c:v>
                </c:pt>
                <c:pt idx="10525">
                  <c:v>45447.709722222222</c:v>
                </c:pt>
                <c:pt idx="10526">
                  <c:v>45878.213194444441</c:v>
                </c:pt>
                <c:pt idx="10527">
                  <c:v>45336.84652777778</c:v>
                </c:pt>
                <c:pt idx="10528">
                  <c:v>45936.643750000003</c:v>
                </c:pt>
                <c:pt idx="10529">
                  <c:v>45659.946527777778</c:v>
                </c:pt>
                <c:pt idx="10530">
                  <c:v>45375.850694444453</c:v>
                </c:pt>
                <c:pt idx="10531">
                  <c:v>45503.875694444447</c:v>
                </c:pt>
                <c:pt idx="10532">
                  <c:v>46017.619444444441</c:v>
                </c:pt>
                <c:pt idx="10533">
                  <c:v>45775.822222222218</c:v>
                </c:pt>
                <c:pt idx="10534">
                  <c:v>45924.806250000001</c:v>
                </c:pt>
                <c:pt idx="10535">
                  <c:v>45707.779166666667</c:v>
                </c:pt>
                <c:pt idx="10536">
                  <c:v>45503.880555555559</c:v>
                </c:pt>
                <c:pt idx="10537">
                  <c:v>45436.800694444442</c:v>
                </c:pt>
                <c:pt idx="10538">
                  <c:v>45832.737500000003</c:v>
                </c:pt>
                <c:pt idx="10539">
                  <c:v>45610.617361111108</c:v>
                </c:pt>
                <c:pt idx="10540">
                  <c:v>45553.802777777782</c:v>
                </c:pt>
                <c:pt idx="10541">
                  <c:v>46012.968055555553</c:v>
                </c:pt>
                <c:pt idx="10542">
                  <c:v>45782.581250000003</c:v>
                </c:pt>
                <c:pt idx="10543">
                  <c:v>45635.864583333343</c:v>
                </c:pt>
                <c:pt idx="10544">
                  <c:v>45952.415972222218</c:v>
                </c:pt>
                <c:pt idx="10545">
                  <c:v>45538.635416666657</c:v>
                </c:pt>
                <c:pt idx="10546">
                  <c:v>45691.010416666657</c:v>
                </c:pt>
                <c:pt idx="10547">
                  <c:v>45889.932638888888</c:v>
                </c:pt>
                <c:pt idx="10548">
                  <c:v>45394.59652777778</c:v>
                </c:pt>
                <c:pt idx="10549">
                  <c:v>45742.683333333327</c:v>
                </c:pt>
                <c:pt idx="10550">
                  <c:v>45837.56527777778</c:v>
                </c:pt>
                <c:pt idx="10551">
                  <c:v>45327.62222222222</c:v>
                </c:pt>
                <c:pt idx="10552">
                  <c:v>45784.511111111111</c:v>
                </c:pt>
                <c:pt idx="10553">
                  <c:v>45991.92291666667</c:v>
                </c:pt>
                <c:pt idx="10554">
                  <c:v>45933.429861111108</c:v>
                </c:pt>
                <c:pt idx="10555">
                  <c:v>45312.674305555563</c:v>
                </c:pt>
                <c:pt idx="10556">
                  <c:v>45848.034722222219</c:v>
                </c:pt>
                <c:pt idx="10557">
                  <c:v>45524.359722222223</c:v>
                </c:pt>
                <c:pt idx="10558">
                  <c:v>45690.529166666667</c:v>
                </c:pt>
                <c:pt idx="10559">
                  <c:v>45504.854861111111</c:v>
                </c:pt>
                <c:pt idx="10560">
                  <c:v>45455.405555555553</c:v>
                </c:pt>
                <c:pt idx="10561">
                  <c:v>45387.866666666669</c:v>
                </c:pt>
                <c:pt idx="10562">
                  <c:v>45806.788888888892</c:v>
                </c:pt>
                <c:pt idx="10563">
                  <c:v>45768.599305555559</c:v>
                </c:pt>
                <c:pt idx="10564">
                  <c:v>45325.579861111109</c:v>
                </c:pt>
                <c:pt idx="10565">
                  <c:v>45646.848611111112</c:v>
                </c:pt>
                <c:pt idx="10566">
                  <c:v>45731.675694444442</c:v>
                </c:pt>
                <c:pt idx="10567">
                  <c:v>45475.558333333327</c:v>
                </c:pt>
                <c:pt idx="10568">
                  <c:v>45355.886111111111</c:v>
                </c:pt>
                <c:pt idx="10569">
                  <c:v>45413.545138888891</c:v>
                </c:pt>
                <c:pt idx="10570">
                  <c:v>45434.414583333331</c:v>
                </c:pt>
                <c:pt idx="10571">
                  <c:v>45564.723611111112</c:v>
                </c:pt>
                <c:pt idx="10572">
                  <c:v>45540.944444444453</c:v>
                </c:pt>
                <c:pt idx="10573">
                  <c:v>45610.949305555558</c:v>
                </c:pt>
                <c:pt idx="10574">
                  <c:v>45894.620833333327</c:v>
                </c:pt>
                <c:pt idx="10575">
                  <c:v>45888.884722222218</c:v>
                </c:pt>
                <c:pt idx="10576">
                  <c:v>45693.481944444437</c:v>
                </c:pt>
                <c:pt idx="10577">
                  <c:v>45336.63958333333</c:v>
                </c:pt>
                <c:pt idx="10578">
                  <c:v>45907.789583333331</c:v>
                </c:pt>
                <c:pt idx="10579">
                  <c:v>45852.779861111107</c:v>
                </c:pt>
                <c:pt idx="10580">
                  <c:v>46008.643750000003</c:v>
                </c:pt>
                <c:pt idx="10581">
                  <c:v>45296.592361111107</c:v>
                </c:pt>
                <c:pt idx="10582">
                  <c:v>45942.445833333331</c:v>
                </c:pt>
                <c:pt idx="10583">
                  <c:v>45435.755555555559</c:v>
                </c:pt>
                <c:pt idx="10584">
                  <c:v>45350.717361111107</c:v>
                </c:pt>
                <c:pt idx="10585">
                  <c:v>45530.663194444453</c:v>
                </c:pt>
                <c:pt idx="10586">
                  <c:v>45797.732638888891</c:v>
                </c:pt>
                <c:pt idx="10587">
                  <c:v>45406.668749999997</c:v>
                </c:pt>
                <c:pt idx="10588">
                  <c:v>45436.414583333331</c:v>
                </c:pt>
                <c:pt idx="10589">
                  <c:v>45698.816666666673</c:v>
                </c:pt>
                <c:pt idx="10590">
                  <c:v>45718.411111111112</c:v>
                </c:pt>
                <c:pt idx="10591">
                  <c:v>45755.866666666669</c:v>
                </c:pt>
                <c:pt idx="10592">
                  <c:v>45482.752083333333</c:v>
                </c:pt>
                <c:pt idx="10593">
                  <c:v>45670.671527777777</c:v>
                </c:pt>
                <c:pt idx="10594">
                  <c:v>45980.606249999997</c:v>
                </c:pt>
                <c:pt idx="10595">
                  <c:v>45370.943749999999</c:v>
                </c:pt>
                <c:pt idx="10596">
                  <c:v>45580.508333333331</c:v>
                </c:pt>
                <c:pt idx="10597">
                  <c:v>45610.479166666657</c:v>
                </c:pt>
                <c:pt idx="10598">
                  <c:v>45983.296527777777</c:v>
                </c:pt>
                <c:pt idx="10599">
                  <c:v>45363.408333333333</c:v>
                </c:pt>
                <c:pt idx="10600">
                  <c:v>45615.731944444437</c:v>
                </c:pt>
                <c:pt idx="10601">
                  <c:v>45932.379861111112</c:v>
                </c:pt>
                <c:pt idx="10602">
                  <c:v>45831.328472222223</c:v>
                </c:pt>
                <c:pt idx="10603">
                  <c:v>45733.547222222223</c:v>
                </c:pt>
                <c:pt idx="10604">
                  <c:v>45429.432638888888</c:v>
                </c:pt>
                <c:pt idx="10605">
                  <c:v>45586.540972222218</c:v>
                </c:pt>
                <c:pt idx="10606">
                  <c:v>45499.342361111107</c:v>
                </c:pt>
                <c:pt idx="10607">
                  <c:v>45740.612500000003</c:v>
                </c:pt>
                <c:pt idx="10608">
                  <c:v>45951.593055555553</c:v>
                </c:pt>
                <c:pt idx="10609">
                  <c:v>45929.684027777781</c:v>
                </c:pt>
                <c:pt idx="10610">
                  <c:v>45433.324305555558</c:v>
                </c:pt>
                <c:pt idx="10611">
                  <c:v>45405.545138888891</c:v>
                </c:pt>
                <c:pt idx="10612">
                  <c:v>45371.52847222222</c:v>
                </c:pt>
                <c:pt idx="10613">
                  <c:v>45776.787499999999</c:v>
                </c:pt>
                <c:pt idx="10614">
                  <c:v>45859.45208333333</c:v>
                </c:pt>
                <c:pt idx="10615">
                  <c:v>45974.35833333333</c:v>
                </c:pt>
                <c:pt idx="10616">
                  <c:v>45351.613194444442</c:v>
                </c:pt>
                <c:pt idx="10617">
                  <c:v>45330.609027777777</c:v>
                </c:pt>
                <c:pt idx="10618">
                  <c:v>45835.796527777777</c:v>
                </c:pt>
                <c:pt idx="10619">
                  <c:v>46006.643055555563</c:v>
                </c:pt>
                <c:pt idx="10620">
                  <c:v>45481.879861111112</c:v>
                </c:pt>
                <c:pt idx="10621">
                  <c:v>45819.448611111111</c:v>
                </c:pt>
                <c:pt idx="10622">
                  <c:v>45887.452777777777</c:v>
                </c:pt>
                <c:pt idx="10623">
                  <c:v>45397.386111111111</c:v>
                </c:pt>
                <c:pt idx="10624">
                  <c:v>45657.370138888888</c:v>
                </c:pt>
                <c:pt idx="10625">
                  <c:v>45414.302777777782</c:v>
                </c:pt>
                <c:pt idx="10626">
                  <c:v>45607.404166666667</c:v>
                </c:pt>
                <c:pt idx="10627">
                  <c:v>45635.345138888893</c:v>
                </c:pt>
                <c:pt idx="10628">
                  <c:v>45453.457638888889</c:v>
                </c:pt>
                <c:pt idx="10629">
                  <c:v>45616.54583333333</c:v>
                </c:pt>
                <c:pt idx="10630">
                  <c:v>45769.45416666667</c:v>
                </c:pt>
                <c:pt idx="10631">
                  <c:v>45904.533333333333</c:v>
                </c:pt>
                <c:pt idx="10632">
                  <c:v>45527.397222222222</c:v>
                </c:pt>
                <c:pt idx="10633">
                  <c:v>46021.493055555547</c:v>
                </c:pt>
                <c:pt idx="10634">
                  <c:v>45686.474305555559</c:v>
                </c:pt>
                <c:pt idx="10635">
                  <c:v>45840.908333333333</c:v>
                </c:pt>
                <c:pt idx="10636">
                  <c:v>45647.878472222219</c:v>
                </c:pt>
                <c:pt idx="10637">
                  <c:v>45370.924305555563</c:v>
                </c:pt>
                <c:pt idx="10638">
                  <c:v>45388.504861111112</c:v>
                </c:pt>
                <c:pt idx="10639">
                  <c:v>45775.829861111109</c:v>
                </c:pt>
                <c:pt idx="10640">
                  <c:v>45619.945138888892</c:v>
                </c:pt>
                <c:pt idx="10641">
                  <c:v>45514.59652777778</c:v>
                </c:pt>
                <c:pt idx="10642">
                  <c:v>45862.945833333331</c:v>
                </c:pt>
                <c:pt idx="10643">
                  <c:v>45753.904166666667</c:v>
                </c:pt>
                <c:pt idx="10644">
                  <c:v>45879.914583333331</c:v>
                </c:pt>
                <c:pt idx="10645">
                  <c:v>45930.927083333343</c:v>
                </c:pt>
                <c:pt idx="10646">
                  <c:v>45697.956250000003</c:v>
                </c:pt>
                <c:pt idx="10647">
                  <c:v>45410.918749999997</c:v>
                </c:pt>
                <c:pt idx="10648">
                  <c:v>45580.509722222218</c:v>
                </c:pt>
                <c:pt idx="10649">
                  <c:v>45568.881944444453</c:v>
                </c:pt>
                <c:pt idx="10650">
                  <c:v>45673.004166666673</c:v>
                </c:pt>
                <c:pt idx="10651">
                  <c:v>45991.520833333343</c:v>
                </c:pt>
                <c:pt idx="10652">
                  <c:v>45596.95</c:v>
                </c:pt>
                <c:pt idx="10653">
                  <c:v>45711.709027777782</c:v>
                </c:pt>
                <c:pt idx="10654">
                  <c:v>45840.976388888892</c:v>
                </c:pt>
                <c:pt idx="10655">
                  <c:v>45491.9375</c:v>
                </c:pt>
                <c:pt idx="10656">
                  <c:v>45346.420138888891</c:v>
                </c:pt>
                <c:pt idx="10657">
                  <c:v>45972.90347222222</c:v>
                </c:pt>
                <c:pt idx="10658">
                  <c:v>45539.888194444437</c:v>
                </c:pt>
                <c:pt idx="10659">
                  <c:v>45468.945138888892</c:v>
                </c:pt>
                <c:pt idx="10660">
                  <c:v>45793.438194444447</c:v>
                </c:pt>
                <c:pt idx="10661">
                  <c:v>45425.586805555547</c:v>
                </c:pt>
                <c:pt idx="10662">
                  <c:v>45903.936805555553</c:v>
                </c:pt>
                <c:pt idx="10663">
                  <c:v>45356.970833333333</c:v>
                </c:pt>
                <c:pt idx="10664">
                  <c:v>46019.538888888892</c:v>
                </c:pt>
                <c:pt idx="10665">
                  <c:v>45951.94027777778</c:v>
                </c:pt>
                <c:pt idx="10666">
                  <c:v>45975.328472222223</c:v>
                </c:pt>
                <c:pt idx="10667">
                  <c:v>45499.255555555559</c:v>
                </c:pt>
                <c:pt idx="10668">
                  <c:v>45572.59097222222</c:v>
                </c:pt>
                <c:pt idx="10669">
                  <c:v>45539.323611111111</c:v>
                </c:pt>
                <c:pt idx="10670">
                  <c:v>45610.743055555547</c:v>
                </c:pt>
                <c:pt idx="10671">
                  <c:v>45951.652777777781</c:v>
                </c:pt>
                <c:pt idx="10672">
                  <c:v>46003.251388888893</c:v>
                </c:pt>
                <c:pt idx="10673">
                  <c:v>45581.556250000001</c:v>
                </c:pt>
                <c:pt idx="10674">
                  <c:v>45833.200694444437</c:v>
                </c:pt>
                <c:pt idx="10675">
                  <c:v>45881.311111111107</c:v>
                </c:pt>
                <c:pt idx="10676">
                  <c:v>45657.341666666667</c:v>
                </c:pt>
                <c:pt idx="10677">
                  <c:v>45663.24722222222</c:v>
                </c:pt>
                <c:pt idx="10678">
                  <c:v>45930.359722222223</c:v>
                </c:pt>
                <c:pt idx="10679">
                  <c:v>45362.461805555547</c:v>
                </c:pt>
                <c:pt idx="10680">
                  <c:v>45740.234027777777</c:v>
                </c:pt>
                <c:pt idx="10681">
                  <c:v>45436.571527777778</c:v>
                </c:pt>
                <c:pt idx="10682">
                  <c:v>45781.371527777781</c:v>
                </c:pt>
                <c:pt idx="10683">
                  <c:v>45904.671527777777</c:v>
                </c:pt>
                <c:pt idx="10684">
                  <c:v>45712.425694444442</c:v>
                </c:pt>
                <c:pt idx="10685">
                  <c:v>45628.272916666669</c:v>
                </c:pt>
                <c:pt idx="10686">
                  <c:v>45454.393055555563</c:v>
                </c:pt>
                <c:pt idx="10687">
                  <c:v>45558.420138888891</c:v>
                </c:pt>
                <c:pt idx="10688">
                  <c:v>45611.811805555553</c:v>
                </c:pt>
                <c:pt idx="10689">
                  <c:v>45976.301388888889</c:v>
                </c:pt>
                <c:pt idx="10690">
                  <c:v>45477.249305555553</c:v>
                </c:pt>
                <c:pt idx="10691">
                  <c:v>45994.881249999999</c:v>
                </c:pt>
                <c:pt idx="10692">
                  <c:v>45835.271527777782</c:v>
                </c:pt>
                <c:pt idx="10693">
                  <c:v>45637.790277777778</c:v>
                </c:pt>
                <c:pt idx="10694">
                  <c:v>45743.444444444453</c:v>
                </c:pt>
                <c:pt idx="10695">
                  <c:v>45945.395833333343</c:v>
                </c:pt>
                <c:pt idx="10696">
                  <c:v>45902.852083333331</c:v>
                </c:pt>
                <c:pt idx="10697">
                  <c:v>45534.712500000001</c:v>
                </c:pt>
                <c:pt idx="10698">
                  <c:v>45674.557638888888</c:v>
                </c:pt>
                <c:pt idx="10699">
                  <c:v>45383.829861111109</c:v>
                </c:pt>
                <c:pt idx="10700">
                  <c:v>45806.815972222219</c:v>
                </c:pt>
                <c:pt idx="10701">
                  <c:v>45783.588194444441</c:v>
                </c:pt>
                <c:pt idx="10702">
                  <c:v>45734.5</c:v>
                </c:pt>
                <c:pt idx="10703">
                  <c:v>45873.849305555559</c:v>
                </c:pt>
                <c:pt idx="10704">
                  <c:v>45487.404166666667</c:v>
                </c:pt>
                <c:pt idx="10705">
                  <c:v>45803.745138888888</c:v>
                </c:pt>
                <c:pt idx="10706">
                  <c:v>45650.661805555559</c:v>
                </c:pt>
                <c:pt idx="10707">
                  <c:v>45927.827777777777</c:v>
                </c:pt>
                <c:pt idx="10708">
                  <c:v>45585.78125</c:v>
                </c:pt>
                <c:pt idx="10709">
                  <c:v>45403.402083333327</c:v>
                </c:pt>
                <c:pt idx="10710">
                  <c:v>45723.748611111107</c:v>
                </c:pt>
                <c:pt idx="10711">
                  <c:v>45326.367361111108</c:v>
                </c:pt>
                <c:pt idx="10712">
                  <c:v>45707.97152777778</c:v>
                </c:pt>
                <c:pt idx="10713">
                  <c:v>45586.982638888891</c:v>
                </c:pt>
                <c:pt idx="10714">
                  <c:v>45779.523611111108</c:v>
                </c:pt>
                <c:pt idx="10715">
                  <c:v>45353.940972222219</c:v>
                </c:pt>
                <c:pt idx="10716">
                  <c:v>45830.45416666667</c:v>
                </c:pt>
                <c:pt idx="10717">
                  <c:v>45739.131249999999</c:v>
                </c:pt>
                <c:pt idx="10718">
                  <c:v>45537.925000000003</c:v>
                </c:pt>
                <c:pt idx="10719">
                  <c:v>45964.798611111109</c:v>
                </c:pt>
                <c:pt idx="10720">
                  <c:v>45458.013888888891</c:v>
                </c:pt>
                <c:pt idx="10721">
                  <c:v>45865.629166666673</c:v>
                </c:pt>
                <c:pt idx="10722">
                  <c:v>45301.475694444453</c:v>
                </c:pt>
                <c:pt idx="10723">
                  <c:v>45675.830555555563</c:v>
                </c:pt>
                <c:pt idx="10724">
                  <c:v>46004.523611111108</c:v>
                </c:pt>
                <c:pt idx="10725">
                  <c:v>45502.395138888889</c:v>
                </c:pt>
                <c:pt idx="10726">
                  <c:v>45765.532638888893</c:v>
                </c:pt>
                <c:pt idx="10727">
                  <c:v>45389.99722222222</c:v>
                </c:pt>
                <c:pt idx="10728">
                  <c:v>45633.472222222219</c:v>
                </c:pt>
                <c:pt idx="10729">
                  <c:v>45797.808333333327</c:v>
                </c:pt>
                <c:pt idx="10730">
                  <c:v>45885.924305555563</c:v>
                </c:pt>
                <c:pt idx="10731">
                  <c:v>45532.567361111112</c:v>
                </c:pt>
                <c:pt idx="10732">
                  <c:v>45418.791666666657</c:v>
                </c:pt>
                <c:pt idx="10733">
                  <c:v>45932.338888888888</c:v>
                </c:pt>
                <c:pt idx="10734">
                  <c:v>45618.331250000003</c:v>
                </c:pt>
                <c:pt idx="10735">
                  <c:v>45489.577777777777</c:v>
                </c:pt>
                <c:pt idx="10736">
                  <c:v>45702.293749999997</c:v>
                </c:pt>
                <c:pt idx="10737">
                  <c:v>45765.28402777778</c:v>
                </c:pt>
                <c:pt idx="10738">
                  <c:v>45428.409722222219</c:v>
                </c:pt>
                <c:pt idx="10739">
                  <c:v>45475.455555555563</c:v>
                </c:pt>
                <c:pt idx="10740">
                  <c:v>45917.947916666657</c:v>
                </c:pt>
                <c:pt idx="10741">
                  <c:v>45743.34097222222</c:v>
                </c:pt>
                <c:pt idx="10742">
                  <c:v>45386.311111111107</c:v>
                </c:pt>
                <c:pt idx="10743">
                  <c:v>45301.461111111108</c:v>
                </c:pt>
                <c:pt idx="10744">
                  <c:v>45371.636111111111</c:v>
                </c:pt>
                <c:pt idx="10745">
                  <c:v>45982.499305555553</c:v>
                </c:pt>
                <c:pt idx="10746">
                  <c:v>45953.329861111109</c:v>
                </c:pt>
                <c:pt idx="10747">
                  <c:v>45669.332638888889</c:v>
                </c:pt>
                <c:pt idx="10748">
                  <c:v>45790.80972222222</c:v>
                </c:pt>
                <c:pt idx="10749">
                  <c:v>45455.53125</c:v>
                </c:pt>
                <c:pt idx="10750">
                  <c:v>45559.320138888892</c:v>
                </c:pt>
                <c:pt idx="10751">
                  <c:v>45321.338194444441</c:v>
                </c:pt>
                <c:pt idx="10752">
                  <c:v>45652.322222222218</c:v>
                </c:pt>
                <c:pt idx="10753">
                  <c:v>45531.927777777782</c:v>
                </c:pt>
                <c:pt idx="10754">
                  <c:v>45413.303472222222</c:v>
                </c:pt>
                <c:pt idx="10755">
                  <c:v>45596.754861111112</c:v>
                </c:pt>
                <c:pt idx="10756">
                  <c:v>45578.25277777778</c:v>
                </c:pt>
                <c:pt idx="10757">
                  <c:v>45310.280555555553</c:v>
                </c:pt>
                <c:pt idx="10758">
                  <c:v>45720.30972222222</c:v>
                </c:pt>
                <c:pt idx="10759">
                  <c:v>45355.470833333333</c:v>
                </c:pt>
                <c:pt idx="10760">
                  <c:v>45511.419444444437</c:v>
                </c:pt>
                <c:pt idx="10761">
                  <c:v>45686.423611111109</c:v>
                </c:pt>
                <c:pt idx="10762">
                  <c:v>45880.881944444453</c:v>
                </c:pt>
                <c:pt idx="10763">
                  <c:v>45471.642361111109</c:v>
                </c:pt>
                <c:pt idx="10764">
                  <c:v>45637.345138888893</c:v>
                </c:pt>
                <c:pt idx="10765">
                  <c:v>45821.418749999997</c:v>
                </c:pt>
                <c:pt idx="10766">
                  <c:v>45848.336805555547</c:v>
                </c:pt>
                <c:pt idx="10767">
                  <c:v>45856.365972222222</c:v>
                </c:pt>
                <c:pt idx="10768">
                  <c:v>45959.384027777778</c:v>
                </c:pt>
                <c:pt idx="10769">
                  <c:v>45945.39166666667</c:v>
                </c:pt>
                <c:pt idx="10770">
                  <c:v>45597.720833333333</c:v>
                </c:pt>
                <c:pt idx="10771">
                  <c:v>45877.658333333333</c:v>
                </c:pt>
                <c:pt idx="10772">
                  <c:v>45956.79583333333</c:v>
                </c:pt>
                <c:pt idx="10773">
                  <c:v>45762.402083333327</c:v>
                </c:pt>
                <c:pt idx="10774">
                  <c:v>45793.734722222223</c:v>
                </c:pt>
                <c:pt idx="10775">
                  <c:v>46002.637499999997</c:v>
                </c:pt>
                <c:pt idx="10776">
                  <c:v>45758.303472222222</c:v>
                </c:pt>
                <c:pt idx="10777">
                  <c:v>45549.580555555563</c:v>
                </c:pt>
                <c:pt idx="10778">
                  <c:v>45792.386805555558</c:v>
                </c:pt>
                <c:pt idx="10779">
                  <c:v>45828.568055555559</c:v>
                </c:pt>
                <c:pt idx="10780">
                  <c:v>45714.820833333331</c:v>
                </c:pt>
                <c:pt idx="10781">
                  <c:v>45570.728472222218</c:v>
                </c:pt>
                <c:pt idx="10782">
                  <c:v>45564.818749999999</c:v>
                </c:pt>
                <c:pt idx="10783">
                  <c:v>45913.660416666673</c:v>
                </c:pt>
                <c:pt idx="10784">
                  <c:v>45825.276388888888</c:v>
                </c:pt>
                <c:pt idx="10785">
                  <c:v>46003.820138888892</c:v>
                </c:pt>
                <c:pt idx="10786">
                  <c:v>45605.343055555553</c:v>
                </c:pt>
                <c:pt idx="10787">
                  <c:v>45689.448611111111</c:v>
                </c:pt>
                <c:pt idx="10788">
                  <c:v>45662.765277777777</c:v>
                </c:pt>
                <c:pt idx="10789">
                  <c:v>45586.477083333331</c:v>
                </c:pt>
                <c:pt idx="10790">
                  <c:v>45907.734722222223</c:v>
                </c:pt>
                <c:pt idx="10791">
                  <c:v>46018.793749999997</c:v>
                </c:pt>
                <c:pt idx="10792">
                  <c:v>45560.875694444447</c:v>
                </c:pt>
                <c:pt idx="10793">
                  <c:v>45488.663194444453</c:v>
                </c:pt>
                <c:pt idx="10794">
                  <c:v>45880.814583333333</c:v>
                </c:pt>
                <c:pt idx="10795">
                  <c:v>45943.84375</c:v>
                </c:pt>
                <c:pt idx="10796">
                  <c:v>46008.341666666667</c:v>
                </c:pt>
                <c:pt idx="10797">
                  <c:v>45742.887499999997</c:v>
                </c:pt>
                <c:pt idx="10798">
                  <c:v>45522.881944444453</c:v>
                </c:pt>
                <c:pt idx="10799">
                  <c:v>45777.40625</c:v>
                </c:pt>
                <c:pt idx="10800">
                  <c:v>45996.522222222222</c:v>
                </c:pt>
                <c:pt idx="10801">
                  <c:v>45800.359027777777</c:v>
                </c:pt>
                <c:pt idx="10802">
                  <c:v>45621.409722222219</c:v>
                </c:pt>
                <c:pt idx="10803">
                  <c:v>45967.524305555547</c:v>
                </c:pt>
                <c:pt idx="10804">
                  <c:v>45468.847222222219</c:v>
                </c:pt>
                <c:pt idx="10805">
                  <c:v>45929.79583333333</c:v>
                </c:pt>
                <c:pt idx="10806">
                  <c:v>45504.443749999999</c:v>
                </c:pt>
                <c:pt idx="10807">
                  <c:v>45953.774305555547</c:v>
                </c:pt>
                <c:pt idx="10808">
                  <c:v>45834.624305555553</c:v>
                </c:pt>
                <c:pt idx="10809">
                  <c:v>45590.856944444437</c:v>
                </c:pt>
                <c:pt idx="10810">
                  <c:v>45642.897222222222</c:v>
                </c:pt>
                <c:pt idx="10811">
                  <c:v>45914.717361111107</c:v>
                </c:pt>
                <c:pt idx="10812">
                  <c:v>45818.59097222222</c:v>
                </c:pt>
                <c:pt idx="10813">
                  <c:v>45869.76666666667</c:v>
                </c:pt>
                <c:pt idx="10814">
                  <c:v>45984.822916666657</c:v>
                </c:pt>
                <c:pt idx="10815">
                  <c:v>45989.345138888893</c:v>
                </c:pt>
                <c:pt idx="10816">
                  <c:v>45813.795138888891</c:v>
                </c:pt>
                <c:pt idx="10817">
                  <c:v>45552.614583333343</c:v>
                </c:pt>
                <c:pt idx="10818">
                  <c:v>45658.779861111107</c:v>
                </c:pt>
                <c:pt idx="10819">
                  <c:v>45758.502083333333</c:v>
                </c:pt>
                <c:pt idx="10820">
                  <c:v>45705.870833333327</c:v>
                </c:pt>
                <c:pt idx="10821">
                  <c:v>45826.69027777778</c:v>
                </c:pt>
                <c:pt idx="10822">
                  <c:v>45533.331944444442</c:v>
                </c:pt>
                <c:pt idx="10823">
                  <c:v>45726.394444444442</c:v>
                </c:pt>
                <c:pt idx="10824">
                  <c:v>45503.770138888889</c:v>
                </c:pt>
                <c:pt idx="10825">
                  <c:v>45851.595833333333</c:v>
                </c:pt>
                <c:pt idx="10826">
                  <c:v>45893.788888888892</c:v>
                </c:pt>
                <c:pt idx="10827">
                  <c:v>45344.294444444437</c:v>
                </c:pt>
                <c:pt idx="10828">
                  <c:v>45744.64166666667</c:v>
                </c:pt>
                <c:pt idx="10829">
                  <c:v>45327.43472222222</c:v>
                </c:pt>
                <c:pt idx="10830">
                  <c:v>45625.487500000003</c:v>
                </c:pt>
                <c:pt idx="10831">
                  <c:v>45899.410416666673</c:v>
                </c:pt>
                <c:pt idx="10832">
                  <c:v>45976.695138888892</c:v>
                </c:pt>
                <c:pt idx="10833">
                  <c:v>45367.671527777777</c:v>
                </c:pt>
                <c:pt idx="10834">
                  <c:v>45535.431944444441</c:v>
                </c:pt>
                <c:pt idx="10835">
                  <c:v>45842.599305555559</c:v>
                </c:pt>
                <c:pt idx="10836">
                  <c:v>46013.5</c:v>
                </c:pt>
                <c:pt idx="10837">
                  <c:v>45711.011111111111</c:v>
                </c:pt>
                <c:pt idx="10838">
                  <c:v>45828.273611111108</c:v>
                </c:pt>
                <c:pt idx="10839">
                  <c:v>45553.691666666673</c:v>
                </c:pt>
                <c:pt idx="10840">
                  <c:v>45870.576388888891</c:v>
                </c:pt>
                <c:pt idx="10841">
                  <c:v>45773.40347222222</c:v>
                </c:pt>
                <c:pt idx="10842">
                  <c:v>45693.902083333327</c:v>
                </c:pt>
                <c:pt idx="10843">
                  <c:v>45885.574999999997</c:v>
                </c:pt>
                <c:pt idx="10844">
                  <c:v>45983.51666666667</c:v>
                </c:pt>
                <c:pt idx="10845">
                  <c:v>45571.504861111112</c:v>
                </c:pt>
                <c:pt idx="10846">
                  <c:v>45676.628472222219</c:v>
                </c:pt>
                <c:pt idx="10847">
                  <c:v>45999.659722222219</c:v>
                </c:pt>
                <c:pt idx="10848">
                  <c:v>45815.451388888891</c:v>
                </c:pt>
                <c:pt idx="10849">
                  <c:v>45405.409722222219</c:v>
                </c:pt>
                <c:pt idx="10850">
                  <c:v>45513.788888888892</c:v>
                </c:pt>
                <c:pt idx="10851">
                  <c:v>45856.274305555547</c:v>
                </c:pt>
                <c:pt idx="10852">
                  <c:v>45933.293055555558</c:v>
                </c:pt>
                <c:pt idx="10853">
                  <c:v>45942.447916666657</c:v>
                </c:pt>
                <c:pt idx="10854">
                  <c:v>45311.386805555558</c:v>
                </c:pt>
                <c:pt idx="10855">
                  <c:v>45424.48541666667</c:v>
                </c:pt>
                <c:pt idx="10856">
                  <c:v>45444.51666666667</c:v>
                </c:pt>
                <c:pt idx="10857">
                  <c:v>45961.517361111109</c:v>
                </c:pt>
                <c:pt idx="10858">
                  <c:v>45804.285416666673</c:v>
                </c:pt>
                <c:pt idx="10859">
                  <c:v>45788.57708333333</c:v>
                </c:pt>
                <c:pt idx="10860">
                  <c:v>45914.814583333333</c:v>
                </c:pt>
                <c:pt idx="10861">
                  <c:v>45472.856249999997</c:v>
                </c:pt>
                <c:pt idx="10862">
                  <c:v>45641.664583333331</c:v>
                </c:pt>
                <c:pt idx="10863">
                  <c:v>45494.767361111109</c:v>
                </c:pt>
                <c:pt idx="10864">
                  <c:v>45607.425000000003</c:v>
                </c:pt>
                <c:pt idx="10865">
                  <c:v>45455.828472222223</c:v>
                </c:pt>
                <c:pt idx="10866">
                  <c:v>45382.413888888892</c:v>
                </c:pt>
                <c:pt idx="10867">
                  <c:v>45759.036111111112</c:v>
                </c:pt>
                <c:pt idx="10868">
                  <c:v>45730.56527777778</c:v>
                </c:pt>
                <c:pt idx="10869">
                  <c:v>45984.592361111107</c:v>
                </c:pt>
                <c:pt idx="10870">
                  <c:v>45500.568749999999</c:v>
                </c:pt>
                <c:pt idx="10871">
                  <c:v>45446.726388888892</c:v>
                </c:pt>
                <c:pt idx="10872">
                  <c:v>45708.760416666657</c:v>
                </c:pt>
                <c:pt idx="10873">
                  <c:v>45378.365972222222</c:v>
                </c:pt>
                <c:pt idx="10874">
                  <c:v>45739.468055555553</c:v>
                </c:pt>
                <c:pt idx="10875">
                  <c:v>45862.768055555563</c:v>
                </c:pt>
                <c:pt idx="10876">
                  <c:v>45813.820138888892</c:v>
                </c:pt>
                <c:pt idx="10877">
                  <c:v>45776.748611111107</c:v>
                </c:pt>
                <c:pt idx="10878">
                  <c:v>45759.827777777777</c:v>
                </c:pt>
                <c:pt idx="10879">
                  <c:v>45422.232638888891</c:v>
                </c:pt>
                <c:pt idx="10880">
                  <c:v>45336.70208333333</c:v>
                </c:pt>
                <c:pt idx="10881">
                  <c:v>45469.145833333343</c:v>
                </c:pt>
                <c:pt idx="10882">
                  <c:v>45769.715277777781</c:v>
                </c:pt>
                <c:pt idx="10883">
                  <c:v>45984.351388888892</c:v>
                </c:pt>
                <c:pt idx="10884">
                  <c:v>45442.847916666673</c:v>
                </c:pt>
                <c:pt idx="10885">
                  <c:v>45389.570833333331</c:v>
                </c:pt>
                <c:pt idx="10886">
                  <c:v>45554.772916666669</c:v>
                </c:pt>
                <c:pt idx="10887">
                  <c:v>45492.634027777778</c:v>
                </c:pt>
                <c:pt idx="10888">
                  <c:v>45889.303472222222</c:v>
                </c:pt>
                <c:pt idx="10889">
                  <c:v>45725.55</c:v>
                </c:pt>
                <c:pt idx="10890">
                  <c:v>45817.822916666657</c:v>
                </c:pt>
                <c:pt idx="10891">
                  <c:v>45341.6875</c:v>
                </c:pt>
                <c:pt idx="10892">
                  <c:v>45872.773611111108</c:v>
                </c:pt>
                <c:pt idx="10893">
                  <c:v>45606.299305555563</c:v>
                </c:pt>
                <c:pt idx="10894">
                  <c:v>45928.557638888888</c:v>
                </c:pt>
                <c:pt idx="10895">
                  <c:v>45543.672222222223</c:v>
                </c:pt>
                <c:pt idx="10896">
                  <c:v>45755.736111111109</c:v>
                </c:pt>
                <c:pt idx="10897">
                  <c:v>46008.861805555563</c:v>
                </c:pt>
                <c:pt idx="10898">
                  <c:v>45297.822222222218</c:v>
                </c:pt>
                <c:pt idx="10899">
                  <c:v>45513.02847222222</c:v>
                </c:pt>
                <c:pt idx="10900">
                  <c:v>45424.713194444441</c:v>
                </c:pt>
                <c:pt idx="10901">
                  <c:v>45657.709722222222</c:v>
                </c:pt>
                <c:pt idx="10902">
                  <c:v>45832.616666666669</c:v>
                </c:pt>
                <c:pt idx="10903">
                  <c:v>45328.926388888889</c:v>
                </c:pt>
                <c:pt idx="10904">
                  <c:v>45350.851388888892</c:v>
                </c:pt>
                <c:pt idx="10905">
                  <c:v>45698.746527777781</c:v>
                </c:pt>
                <c:pt idx="10906">
                  <c:v>45867.826388888891</c:v>
                </c:pt>
                <c:pt idx="10907">
                  <c:v>45725.629861111112</c:v>
                </c:pt>
                <c:pt idx="10908">
                  <c:v>45642.839583333327</c:v>
                </c:pt>
                <c:pt idx="10909">
                  <c:v>45496.856944444437</c:v>
                </c:pt>
                <c:pt idx="10910">
                  <c:v>45368.883333333331</c:v>
                </c:pt>
                <c:pt idx="10911">
                  <c:v>45817.771527777782</c:v>
                </c:pt>
                <c:pt idx="10912">
                  <c:v>45898.73541666667</c:v>
                </c:pt>
                <c:pt idx="10913">
                  <c:v>45570.557638888888</c:v>
                </c:pt>
                <c:pt idx="10914">
                  <c:v>45792.595138888893</c:v>
                </c:pt>
                <c:pt idx="10915">
                  <c:v>45593.818749999999</c:v>
                </c:pt>
                <c:pt idx="10916">
                  <c:v>45918.800694444442</c:v>
                </c:pt>
                <c:pt idx="10917">
                  <c:v>45612.48333333333</c:v>
                </c:pt>
                <c:pt idx="10918">
                  <c:v>45402.783333333333</c:v>
                </c:pt>
                <c:pt idx="10919">
                  <c:v>45999.78402777778</c:v>
                </c:pt>
                <c:pt idx="10920">
                  <c:v>45459.923611111109</c:v>
                </c:pt>
                <c:pt idx="10921">
                  <c:v>45678.922222222223</c:v>
                </c:pt>
                <c:pt idx="10922">
                  <c:v>45938.852777777778</c:v>
                </c:pt>
                <c:pt idx="10923">
                  <c:v>45976.35</c:v>
                </c:pt>
                <c:pt idx="10924">
                  <c:v>45631.794444444437</c:v>
                </c:pt>
                <c:pt idx="10925">
                  <c:v>45350.393055555563</c:v>
                </c:pt>
                <c:pt idx="10926">
                  <c:v>45636.635416666657</c:v>
                </c:pt>
                <c:pt idx="10927">
                  <c:v>45636.635416666657</c:v>
                </c:pt>
                <c:pt idx="10928">
                  <c:v>45478.713194444441</c:v>
                </c:pt>
                <c:pt idx="10929">
                  <c:v>45478.713194444441</c:v>
                </c:pt>
                <c:pt idx="10930">
                  <c:v>45395.477777777778</c:v>
                </c:pt>
                <c:pt idx="10931">
                  <c:v>45571.614583333343</c:v>
                </c:pt>
                <c:pt idx="10932">
                  <c:v>45395.477777777778</c:v>
                </c:pt>
                <c:pt idx="10933">
                  <c:v>45669.67083333333</c:v>
                </c:pt>
                <c:pt idx="10934">
                  <c:v>45669.67083333333</c:v>
                </c:pt>
                <c:pt idx="10935">
                  <c:v>45324.263888888891</c:v>
                </c:pt>
                <c:pt idx="10936">
                  <c:v>45324.263888888891</c:v>
                </c:pt>
                <c:pt idx="10937">
                  <c:v>45475.803472222222</c:v>
                </c:pt>
                <c:pt idx="10938">
                  <c:v>45350.393055555563</c:v>
                </c:pt>
                <c:pt idx="10939">
                  <c:v>45475.803472222222</c:v>
                </c:pt>
                <c:pt idx="10940">
                  <c:v>45437.665277777778</c:v>
                </c:pt>
                <c:pt idx="10941">
                  <c:v>45437.665277777778</c:v>
                </c:pt>
                <c:pt idx="10942">
                  <c:v>45296.831944444442</c:v>
                </c:pt>
                <c:pt idx="10943">
                  <c:v>45571.614583333343</c:v>
                </c:pt>
                <c:pt idx="10944">
                  <c:v>45531.660416666673</c:v>
                </c:pt>
                <c:pt idx="10945">
                  <c:v>45606.566666666673</c:v>
                </c:pt>
                <c:pt idx="10946">
                  <c:v>45458.799305555563</c:v>
                </c:pt>
                <c:pt idx="10947">
                  <c:v>45458.799305555563</c:v>
                </c:pt>
                <c:pt idx="10948">
                  <c:v>45296.831944444442</c:v>
                </c:pt>
                <c:pt idx="10949">
                  <c:v>45606.566666666673</c:v>
                </c:pt>
                <c:pt idx="10950">
                  <c:v>45531.660416666673</c:v>
                </c:pt>
                <c:pt idx="10951">
                  <c:v>45499.272222222222</c:v>
                </c:pt>
                <c:pt idx="10952">
                  <c:v>45528.290277777778</c:v>
                </c:pt>
                <c:pt idx="10953">
                  <c:v>45307.783333333333</c:v>
                </c:pt>
                <c:pt idx="10954">
                  <c:v>45437.631944444453</c:v>
                </c:pt>
                <c:pt idx="10955">
                  <c:v>45694.73541666667</c:v>
                </c:pt>
                <c:pt idx="10956">
                  <c:v>45588.275000000001</c:v>
                </c:pt>
                <c:pt idx="10957">
                  <c:v>45384.868750000001</c:v>
                </c:pt>
                <c:pt idx="10958">
                  <c:v>45308.590277777781</c:v>
                </c:pt>
                <c:pt idx="10959">
                  <c:v>46001.508333333331</c:v>
                </c:pt>
                <c:pt idx="10960">
                  <c:v>45340.365277777782</c:v>
                </c:pt>
                <c:pt idx="10961">
                  <c:v>45804.304166666669</c:v>
                </c:pt>
                <c:pt idx="10962">
                  <c:v>45543.47152777778</c:v>
                </c:pt>
                <c:pt idx="10963">
                  <c:v>45400.761111111111</c:v>
                </c:pt>
                <c:pt idx="10964">
                  <c:v>45747.658333333333</c:v>
                </c:pt>
                <c:pt idx="10965">
                  <c:v>45950.592361111107</c:v>
                </c:pt>
                <c:pt idx="10966">
                  <c:v>45529.384722222218</c:v>
                </c:pt>
                <c:pt idx="10967">
                  <c:v>45424.379166666673</c:v>
                </c:pt>
                <c:pt idx="10968">
                  <c:v>45375.431944444441</c:v>
                </c:pt>
                <c:pt idx="10969">
                  <c:v>45690.413194444453</c:v>
                </c:pt>
                <c:pt idx="10970">
                  <c:v>45383.786111111112</c:v>
                </c:pt>
                <c:pt idx="10971">
                  <c:v>45796.418749999997</c:v>
                </c:pt>
                <c:pt idx="10972">
                  <c:v>45585.414583333331</c:v>
                </c:pt>
                <c:pt idx="10973">
                  <c:v>45725.411111111112</c:v>
                </c:pt>
                <c:pt idx="10974">
                  <c:v>45665.520833333343</c:v>
                </c:pt>
                <c:pt idx="10975">
                  <c:v>45325.681944444441</c:v>
                </c:pt>
                <c:pt idx="10976">
                  <c:v>45639.676388888889</c:v>
                </c:pt>
                <c:pt idx="10977">
                  <c:v>45711.396527777782</c:v>
                </c:pt>
                <c:pt idx="10978">
                  <c:v>45407.651388888888</c:v>
                </c:pt>
                <c:pt idx="10979">
                  <c:v>45767.615972222222</c:v>
                </c:pt>
                <c:pt idx="10980">
                  <c:v>45615.234027777777</c:v>
                </c:pt>
                <c:pt idx="10981">
                  <c:v>45315.261805555558</c:v>
                </c:pt>
                <c:pt idx="10982">
                  <c:v>45564.373611111107</c:v>
                </c:pt>
                <c:pt idx="10983">
                  <c:v>45361.419444444437</c:v>
                </c:pt>
                <c:pt idx="10984">
                  <c:v>45923.449305555558</c:v>
                </c:pt>
                <c:pt idx="10985">
                  <c:v>45967.368055555547</c:v>
                </c:pt>
                <c:pt idx="10986">
                  <c:v>45452.696527777778</c:v>
                </c:pt>
                <c:pt idx="10987">
                  <c:v>45363.94027777778</c:v>
                </c:pt>
                <c:pt idx="10988">
                  <c:v>45535.995833333327</c:v>
                </c:pt>
                <c:pt idx="10989">
                  <c:v>45828.771527777782</c:v>
                </c:pt>
                <c:pt idx="10990">
                  <c:v>45383.75</c:v>
                </c:pt>
                <c:pt idx="10991">
                  <c:v>45754.648611111108</c:v>
                </c:pt>
                <c:pt idx="10992">
                  <c:v>45349.652083333327</c:v>
                </c:pt>
                <c:pt idx="10993">
                  <c:v>45418.90347222222</c:v>
                </c:pt>
                <c:pt idx="10994">
                  <c:v>45915.672222222223</c:v>
                </c:pt>
                <c:pt idx="10995">
                  <c:v>46022.688888888893</c:v>
                </c:pt>
                <c:pt idx="10996">
                  <c:v>45629.563194444447</c:v>
                </c:pt>
                <c:pt idx="10997">
                  <c:v>45574.727777777778</c:v>
                </c:pt>
                <c:pt idx="10998">
                  <c:v>45331.388194444437</c:v>
                </c:pt>
                <c:pt idx="10999">
                  <c:v>45481.480555555558</c:v>
                </c:pt>
                <c:pt idx="11000">
                  <c:v>45428.594444444447</c:v>
                </c:pt>
                <c:pt idx="11001">
                  <c:v>45870.460416666669</c:v>
                </c:pt>
                <c:pt idx="11002">
                  <c:v>45633.906944444447</c:v>
                </c:pt>
                <c:pt idx="11003">
                  <c:v>45997.353472222218</c:v>
                </c:pt>
                <c:pt idx="11004">
                  <c:v>45917.843055555553</c:v>
                </c:pt>
                <c:pt idx="11005">
                  <c:v>45423.370833333327</c:v>
                </c:pt>
                <c:pt idx="11006">
                  <c:v>45477.847916666673</c:v>
                </c:pt>
                <c:pt idx="11007">
                  <c:v>45813.328472222223</c:v>
                </c:pt>
                <c:pt idx="11008">
                  <c:v>45863.421527777777</c:v>
                </c:pt>
                <c:pt idx="11009">
                  <c:v>45724.618750000001</c:v>
                </c:pt>
                <c:pt idx="11010">
                  <c:v>45858.712500000001</c:v>
                </c:pt>
                <c:pt idx="11011">
                  <c:v>45771.45</c:v>
                </c:pt>
                <c:pt idx="11012">
                  <c:v>45671.961805555547</c:v>
                </c:pt>
                <c:pt idx="11013">
                  <c:v>45380.644444444442</c:v>
                </c:pt>
                <c:pt idx="11014">
                  <c:v>45625.464583333327</c:v>
                </c:pt>
                <c:pt idx="11015">
                  <c:v>45304.460416666669</c:v>
                </c:pt>
                <c:pt idx="11016">
                  <c:v>45581.420138888891</c:v>
                </c:pt>
                <c:pt idx="11017">
                  <c:v>45531.567361111112</c:v>
                </c:pt>
                <c:pt idx="11018">
                  <c:v>45973.899305555547</c:v>
                </c:pt>
                <c:pt idx="11019">
                  <c:v>45537.62222222222</c:v>
                </c:pt>
                <c:pt idx="11020">
                  <c:v>45365.95</c:v>
                </c:pt>
                <c:pt idx="11021">
                  <c:v>45598.643750000003</c:v>
                </c:pt>
                <c:pt idx="11022">
                  <c:v>45608.597916666673</c:v>
                </c:pt>
                <c:pt idx="11023">
                  <c:v>45453.361805555563</c:v>
                </c:pt>
                <c:pt idx="11024">
                  <c:v>45777.65902777778</c:v>
                </c:pt>
                <c:pt idx="11025">
                  <c:v>45440.606249999997</c:v>
                </c:pt>
                <c:pt idx="11026">
                  <c:v>45992.563888888893</c:v>
                </c:pt>
                <c:pt idx="11027">
                  <c:v>45359.634027777778</c:v>
                </c:pt>
                <c:pt idx="11028">
                  <c:v>45924.668055555558</c:v>
                </c:pt>
                <c:pt idx="11029">
                  <c:v>45457.615277777782</c:v>
                </c:pt>
                <c:pt idx="11030">
                  <c:v>46021.744444444441</c:v>
                </c:pt>
                <c:pt idx="11031">
                  <c:v>45535.443749999999</c:v>
                </c:pt>
                <c:pt idx="11032">
                  <c:v>45601.522916666669</c:v>
                </c:pt>
                <c:pt idx="11033">
                  <c:v>45411.45</c:v>
                </c:pt>
                <c:pt idx="11034">
                  <c:v>45384.61041666667</c:v>
                </c:pt>
                <c:pt idx="11035">
                  <c:v>45489.693055555559</c:v>
                </c:pt>
                <c:pt idx="11036">
                  <c:v>45657.598611111112</c:v>
                </c:pt>
                <c:pt idx="11037">
                  <c:v>45960.697222222218</c:v>
                </c:pt>
                <c:pt idx="11038">
                  <c:v>45723.520138888889</c:v>
                </c:pt>
                <c:pt idx="11039">
                  <c:v>45817.837500000001</c:v>
                </c:pt>
                <c:pt idx="11040">
                  <c:v>46020.420138888891</c:v>
                </c:pt>
                <c:pt idx="11041">
                  <c:v>45614.665277777778</c:v>
                </c:pt>
                <c:pt idx="11042">
                  <c:v>45970.401388888888</c:v>
                </c:pt>
                <c:pt idx="11043">
                  <c:v>46007.796527777777</c:v>
                </c:pt>
                <c:pt idx="11044">
                  <c:v>45767.502083333333</c:v>
                </c:pt>
                <c:pt idx="11045">
                  <c:v>45628.49722222222</c:v>
                </c:pt>
                <c:pt idx="11046">
                  <c:v>45846.425000000003</c:v>
                </c:pt>
                <c:pt idx="11047">
                  <c:v>45916.306250000001</c:v>
                </c:pt>
                <c:pt idx="11048">
                  <c:v>45640.629861111112</c:v>
                </c:pt>
                <c:pt idx="11049">
                  <c:v>45652.603472222218</c:v>
                </c:pt>
                <c:pt idx="11050">
                  <c:v>45989.313194444447</c:v>
                </c:pt>
                <c:pt idx="11051">
                  <c:v>45875.422222222223</c:v>
                </c:pt>
                <c:pt idx="11052">
                  <c:v>45676.420138888891</c:v>
                </c:pt>
                <c:pt idx="11053">
                  <c:v>45726.370833333327</c:v>
                </c:pt>
                <c:pt idx="11054">
                  <c:v>45772.240277777782</c:v>
                </c:pt>
                <c:pt idx="11055">
                  <c:v>45598.463194444441</c:v>
                </c:pt>
                <c:pt idx="11056">
                  <c:v>45696.645833333343</c:v>
                </c:pt>
                <c:pt idx="11057">
                  <c:v>45894.286805555559</c:v>
                </c:pt>
                <c:pt idx="11058">
                  <c:v>45811.425000000003</c:v>
                </c:pt>
                <c:pt idx="11059">
                  <c:v>45745.551388888889</c:v>
                </c:pt>
                <c:pt idx="11060">
                  <c:v>45860.607638888891</c:v>
                </c:pt>
                <c:pt idx="11061">
                  <c:v>45950.713888888888</c:v>
                </c:pt>
                <c:pt idx="11062">
                  <c:v>45790.617361111108</c:v>
                </c:pt>
                <c:pt idx="11063">
                  <c:v>45859.359722222223</c:v>
                </c:pt>
                <c:pt idx="11064">
                  <c:v>45884.361805555563</c:v>
                </c:pt>
                <c:pt idx="11065">
                  <c:v>45974.027777777781</c:v>
                </c:pt>
                <c:pt idx="11066">
                  <c:v>46020.996527777781</c:v>
                </c:pt>
                <c:pt idx="11067">
                  <c:v>45794.804861111108</c:v>
                </c:pt>
                <c:pt idx="11068">
                  <c:v>45711.767361111109</c:v>
                </c:pt>
                <c:pt idx="11069">
                  <c:v>46020.996527777781</c:v>
                </c:pt>
                <c:pt idx="11070">
                  <c:v>45663.046527777777</c:v>
                </c:pt>
                <c:pt idx="11071">
                  <c:v>45711.767361111109</c:v>
                </c:pt>
                <c:pt idx="11072">
                  <c:v>45794.804861111108</c:v>
                </c:pt>
                <c:pt idx="11073">
                  <c:v>45596.384722222218</c:v>
                </c:pt>
                <c:pt idx="11074">
                  <c:v>45974.027777777781</c:v>
                </c:pt>
                <c:pt idx="11075">
                  <c:v>45596.384722222218</c:v>
                </c:pt>
                <c:pt idx="11076">
                  <c:v>45931.025000000001</c:v>
                </c:pt>
                <c:pt idx="11077">
                  <c:v>45356.738194444442</c:v>
                </c:pt>
                <c:pt idx="11078">
                  <c:v>45484.922222222223</c:v>
                </c:pt>
                <c:pt idx="11079">
                  <c:v>45484.922222222223</c:v>
                </c:pt>
                <c:pt idx="11080">
                  <c:v>45415.683333333327</c:v>
                </c:pt>
                <c:pt idx="11081">
                  <c:v>45757.394444444442</c:v>
                </c:pt>
                <c:pt idx="11082">
                  <c:v>45757.394444444442</c:v>
                </c:pt>
                <c:pt idx="11083">
                  <c:v>45293.000694444447</c:v>
                </c:pt>
                <c:pt idx="11084">
                  <c:v>45884.361805555563</c:v>
                </c:pt>
                <c:pt idx="11085">
                  <c:v>45544.595833333333</c:v>
                </c:pt>
                <c:pt idx="11086">
                  <c:v>45931.025000000001</c:v>
                </c:pt>
                <c:pt idx="11087">
                  <c:v>45293.000694444447</c:v>
                </c:pt>
                <c:pt idx="11088">
                  <c:v>45415.683333333327</c:v>
                </c:pt>
                <c:pt idx="11089">
                  <c:v>45838.533333333333</c:v>
                </c:pt>
                <c:pt idx="11090">
                  <c:v>45838.533333333333</c:v>
                </c:pt>
                <c:pt idx="11091">
                  <c:v>45356.738194444442</c:v>
                </c:pt>
                <c:pt idx="11092">
                  <c:v>45544.595833333333</c:v>
                </c:pt>
                <c:pt idx="11093">
                  <c:v>45663.046527777777</c:v>
                </c:pt>
                <c:pt idx="11094">
                  <c:v>45977.686805555553</c:v>
                </c:pt>
                <c:pt idx="11095">
                  <c:v>45456.671527777777</c:v>
                </c:pt>
                <c:pt idx="11096">
                  <c:v>45678.464583333327</c:v>
                </c:pt>
                <c:pt idx="11097">
                  <c:v>45310.59097222222</c:v>
                </c:pt>
                <c:pt idx="11098">
                  <c:v>45366.447916666657</c:v>
                </c:pt>
                <c:pt idx="11099">
                  <c:v>45770.616666666669</c:v>
                </c:pt>
                <c:pt idx="11100">
                  <c:v>46019.580555555563</c:v>
                </c:pt>
                <c:pt idx="11101">
                  <c:v>45866.8</c:v>
                </c:pt>
                <c:pt idx="11102">
                  <c:v>45514.447222222218</c:v>
                </c:pt>
                <c:pt idx="11103">
                  <c:v>45575.554861111108</c:v>
                </c:pt>
                <c:pt idx="11104">
                  <c:v>45576.600694444453</c:v>
                </c:pt>
                <c:pt idx="11105">
                  <c:v>45955.801388888889</c:v>
                </c:pt>
                <c:pt idx="11106">
                  <c:v>45390.661805555559</c:v>
                </c:pt>
                <c:pt idx="11107">
                  <c:v>45549.353472222218</c:v>
                </c:pt>
                <c:pt idx="11108">
                  <c:v>45937.553472222222</c:v>
                </c:pt>
                <c:pt idx="11109">
                  <c:v>45696.283333333333</c:v>
                </c:pt>
                <c:pt idx="11110">
                  <c:v>45879.52847222222</c:v>
                </c:pt>
                <c:pt idx="11111">
                  <c:v>45784.491666666669</c:v>
                </c:pt>
                <c:pt idx="11112">
                  <c:v>45859.189583333333</c:v>
                </c:pt>
                <c:pt idx="11113">
                  <c:v>45735.453472222223</c:v>
                </c:pt>
                <c:pt idx="11114">
                  <c:v>45990.76666666667</c:v>
                </c:pt>
                <c:pt idx="11115">
                  <c:v>45922.18472222222</c:v>
                </c:pt>
                <c:pt idx="11116">
                  <c:v>45922.195833333331</c:v>
                </c:pt>
                <c:pt idx="11117">
                  <c:v>45926.452777777777</c:v>
                </c:pt>
                <c:pt idx="11118">
                  <c:v>45329.681250000001</c:v>
                </c:pt>
                <c:pt idx="11119">
                  <c:v>45975.643750000003</c:v>
                </c:pt>
                <c:pt idx="11120">
                  <c:v>45975.648611111108</c:v>
                </c:pt>
                <c:pt idx="11121">
                  <c:v>45471.681944444441</c:v>
                </c:pt>
                <c:pt idx="11122">
                  <c:v>45905.439583333333</c:v>
                </c:pt>
                <c:pt idx="11123">
                  <c:v>45563.479861111111</c:v>
                </c:pt>
                <c:pt idx="11124">
                  <c:v>45621.37777777778</c:v>
                </c:pt>
                <c:pt idx="11125">
                  <c:v>45461.3125</c:v>
                </c:pt>
                <c:pt idx="11126">
                  <c:v>45920.383333333331</c:v>
                </c:pt>
                <c:pt idx="11127">
                  <c:v>45920.383333333331</c:v>
                </c:pt>
                <c:pt idx="11128">
                  <c:v>45551.544444444437</c:v>
                </c:pt>
                <c:pt idx="11129">
                  <c:v>45865.893055555563</c:v>
                </c:pt>
                <c:pt idx="11130">
                  <c:v>45865.893055555563</c:v>
                </c:pt>
                <c:pt idx="11131">
                  <c:v>45551.544444444437</c:v>
                </c:pt>
                <c:pt idx="11132">
                  <c:v>45527.450694444437</c:v>
                </c:pt>
                <c:pt idx="11133">
                  <c:v>45751.238194444442</c:v>
                </c:pt>
                <c:pt idx="11134">
                  <c:v>45527.450694444437</c:v>
                </c:pt>
                <c:pt idx="11135">
                  <c:v>45807.206944444442</c:v>
                </c:pt>
                <c:pt idx="11136">
                  <c:v>45751.238194444442</c:v>
                </c:pt>
                <c:pt idx="11137">
                  <c:v>45389.275000000001</c:v>
                </c:pt>
                <c:pt idx="11138">
                  <c:v>45934.258333333331</c:v>
                </c:pt>
                <c:pt idx="11139">
                  <c:v>45389.275000000001</c:v>
                </c:pt>
                <c:pt idx="11140">
                  <c:v>45461.3125</c:v>
                </c:pt>
                <c:pt idx="11141">
                  <c:v>45934.258333333331</c:v>
                </c:pt>
                <c:pt idx="11142">
                  <c:v>45853.4375</c:v>
                </c:pt>
                <c:pt idx="11143">
                  <c:v>45853.4375</c:v>
                </c:pt>
                <c:pt idx="11144">
                  <c:v>45473.688888888893</c:v>
                </c:pt>
                <c:pt idx="11145">
                  <c:v>45361.484722222223</c:v>
                </c:pt>
                <c:pt idx="11146">
                  <c:v>45473.688888888893</c:v>
                </c:pt>
                <c:pt idx="11147">
                  <c:v>45723.253472222219</c:v>
                </c:pt>
                <c:pt idx="11148">
                  <c:v>45794.753472222219</c:v>
                </c:pt>
                <c:pt idx="11149">
                  <c:v>45794.753472222219</c:v>
                </c:pt>
                <c:pt idx="11150">
                  <c:v>45764.538888888892</c:v>
                </c:pt>
                <c:pt idx="11151">
                  <c:v>45764.538888888892</c:v>
                </c:pt>
                <c:pt idx="11152">
                  <c:v>45345.586805555547</c:v>
                </c:pt>
                <c:pt idx="11153">
                  <c:v>45838.404166666667</c:v>
                </c:pt>
                <c:pt idx="11154">
                  <c:v>45429.538888888892</c:v>
                </c:pt>
                <c:pt idx="11155">
                  <c:v>45429.538888888892</c:v>
                </c:pt>
                <c:pt idx="11156">
                  <c:v>45838.404166666667</c:v>
                </c:pt>
                <c:pt idx="11157">
                  <c:v>45902.286111111112</c:v>
                </c:pt>
                <c:pt idx="11158">
                  <c:v>45361.484722222223</c:v>
                </c:pt>
                <c:pt idx="11159">
                  <c:v>46003.236111111109</c:v>
                </c:pt>
                <c:pt idx="11160">
                  <c:v>45579.367361111108</c:v>
                </c:pt>
                <c:pt idx="11161">
                  <c:v>45779.254166666673</c:v>
                </c:pt>
                <c:pt idx="11162">
                  <c:v>45779.254166666673</c:v>
                </c:pt>
                <c:pt idx="11163">
                  <c:v>45345.586805555547</c:v>
                </c:pt>
                <c:pt idx="11164">
                  <c:v>45579.367361111108</c:v>
                </c:pt>
                <c:pt idx="11165">
                  <c:v>45412.276388888888</c:v>
                </c:pt>
                <c:pt idx="11166">
                  <c:v>45723.253472222219</c:v>
                </c:pt>
                <c:pt idx="11167">
                  <c:v>45821.549305555563</c:v>
                </c:pt>
                <c:pt idx="11168">
                  <c:v>45985.265972222223</c:v>
                </c:pt>
                <c:pt idx="11169">
                  <c:v>45985.265972222223</c:v>
                </c:pt>
                <c:pt idx="11170">
                  <c:v>46003.236111111109</c:v>
                </c:pt>
                <c:pt idx="11171">
                  <c:v>45821.549305555563</c:v>
                </c:pt>
                <c:pt idx="11172">
                  <c:v>45902.286111111112</c:v>
                </c:pt>
                <c:pt idx="11173">
                  <c:v>45412.276388888888</c:v>
                </c:pt>
                <c:pt idx="11174">
                  <c:v>45807.206944444442</c:v>
                </c:pt>
                <c:pt idx="11175">
                  <c:v>45562.378472222219</c:v>
                </c:pt>
                <c:pt idx="11176">
                  <c:v>45963.245833333327</c:v>
                </c:pt>
                <c:pt idx="11177">
                  <c:v>45487.484722222223</c:v>
                </c:pt>
                <c:pt idx="11178">
                  <c:v>45861.427083333343</c:v>
                </c:pt>
                <c:pt idx="11179">
                  <c:v>45562.378472222219</c:v>
                </c:pt>
                <c:pt idx="11180">
                  <c:v>45504.669444444437</c:v>
                </c:pt>
                <c:pt idx="11181">
                  <c:v>45504.669444444437</c:v>
                </c:pt>
                <c:pt idx="11182">
                  <c:v>45487.484722222223</c:v>
                </c:pt>
                <c:pt idx="11183">
                  <c:v>45861.427083333343</c:v>
                </c:pt>
                <c:pt idx="11184">
                  <c:v>46023.799305555563</c:v>
                </c:pt>
                <c:pt idx="11185">
                  <c:v>45317.714583333327</c:v>
                </c:pt>
                <c:pt idx="11186">
                  <c:v>45963.245833333327</c:v>
                </c:pt>
                <c:pt idx="11187">
                  <c:v>45443.248611111107</c:v>
                </c:pt>
                <c:pt idx="11188">
                  <c:v>45598.71597222222</c:v>
                </c:pt>
                <c:pt idx="11189">
                  <c:v>45652.755555555559</c:v>
                </c:pt>
                <c:pt idx="11190">
                  <c:v>45443.248611111107</c:v>
                </c:pt>
                <c:pt idx="11191">
                  <c:v>45652.755555555559</c:v>
                </c:pt>
                <c:pt idx="11192">
                  <c:v>45887.345833333333</c:v>
                </c:pt>
                <c:pt idx="11193">
                  <c:v>45951.738194444442</c:v>
                </c:pt>
                <c:pt idx="11194">
                  <c:v>45508.759722222218</c:v>
                </c:pt>
                <c:pt idx="11195">
                  <c:v>45508.759722222218</c:v>
                </c:pt>
                <c:pt idx="11196">
                  <c:v>45887.345833333333</c:v>
                </c:pt>
                <c:pt idx="11197">
                  <c:v>45373.317361111112</c:v>
                </c:pt>
                <c:pt idx="11198">
                  <c:v>45317.714583333327</c:v>
                </c:pt>
                <c:pt idx="11199">
                  <c:v>45951.738194444442</c:v>
                </c:pt>
                <c:pt idx="11200">
                  <c:v>45373.317361111112</c:v>
                </c:pt>
                <c:pt idx="11201">
                  <c:v>46023.799305555563</c:v>
                </c:pt>
                <c:pt idx="11202">
                  <c:v>45598.71597222222</c:v>
                </c:pt>
                <c:pt idx="11203">
                  <c:v>45861.430555555547</c:v>
                </c:pt>
                <c:pt idx="11204">
                  <c:v>45775.59375</c:v>
                </c:pt>
                <c:pt idx="11205">
                  <c:v>45635.322916666657</c:v>
                </c:pt>
                <c:pt idx="11206">
                  <c:v>45825.40625</c:v>
                </c:pt>
                <c:pt idx="11207">
                  <c:v>45547.431944444441</c:v>
                </c:pt>
                <c:pt idx="11208">
                  <c:v>45683.327777777777</c:v>
                </c:pt>
                <c:pt idx="11209">
                  <c:v>45318.413888888892</c:v>
                </c:pt>
                <c:pt idx="11210">
                  <c:v>45694.768750000003</c:v>
                </c:pt>
                <c:pt idx="11211">
                  <c:v>45755.743055555547</c:v>
                </c:pt>
                <c:pt idx="11212">
                  <c:v>45464.436805555553</c:v>
                </c:pt>
                <c:pt idx="11213">
                  <c:v>45739.35</c:v>
                </c:pt>
                <c:pt idx="11214">
                  <c:v>45572.387499999997</c:v>
                </c:pt>
                <c:pt idx="11215">
                  <c:v>45809.772916666669</c:v>
                </c:pt>
                <c:pt idx="11216">
                  <c:v>45436.047222222223</c:v>
                </c:pt>
                <c:pt idx="11217">
                  <c:v>45380.371527777781</c:v>
                </c:pt>
                <c:pt idx="11218">
                  <c:v>45719.318055555559</c:v>
                </c:pt>
                <c:pt idx="11219">
                  <c:v>45873.586805555547</c:v>
                </c:pt>
                <c:pt idx="11220">
                  <c:v>45485.337500000001</c:v>
                </c:pt>
                <c:pt idx="11221">
                  <c:v>45614.749305555553</c:v>
                </c:pt>
                <c:pt idx="11222">
                  <c:v>45530.340277777781</c:v>
                </c:pt>
                <c:pt idx="11223">
                  <c:v>45594.536111111112</c:v>
                </c:pt>
                <c:pt idx="11224">
                  <c:v>45509.606944444437</c:v>
                </c:pt>
                <c:pt idx="11225">
                  <c:v>45414.387499999997</c:v>
                </c:pt>
                <c:pt idx="11226">
                  <c:v>45349.354166666657</c:v>
                </c:pt>
                <c:pt idx="11227">
                  <c:v>45791.349305555559</c:v>
                </c:pt>
                <c:pt idx="11228">
                  <c:v>45655.863194444442</c:v>
                </c:pt>
                <c:pt idx="11229">
                  <c:v>45889.657638888893</c:v>
                </c:pt>
                <c:pt idx="11230">
                  <c:v>45841.414583333331</c:v>
                </c:pt>
                <c:pt idx="11231">
                  <c:v>45924.413888888892</c:v>
                </c:pt>
                <c:pt idx="11232">
                  <c:v>45306.99722222222</c:v>
                </c:pt>
                <c:pt idx="11233">
                  <c:v>45785.013194444437</c:v>
                </c:pt>
                <c:pt idx="11234">
                  <c:v>45678.970138888893</c:v>
                </c:pt>
                <c:pt idx="11235">
                  <c:v>45929.36041666667</c:v>
                </c:pt>
                <c:pt idx="11236">
                  <c:v>45587.938194444447</c:v>
                </c:pt>
                <c:pt idx="11237">
                  <c:v>45546.04583333333</c:v>
                </c:pt>
                <c:pt idx="11238">
                  <c:v>45432.952777777777</c:v>
                </c:pt>
                <c:pt idx="11239">
                  <c:v>45874.299305555563</c:v>
                </c:pt>
                <c:pt idx="11240">
                  <c:v>45727.458333333343</c:v>
                </c:pt>
                <c:pt idx="11241">
                  <c:v>45825.967361111107</c:v>
                </c:pt>
                <c:pt idx="11242">
                  <c:v>45630.961111111108</c:v>
                </c:pt>
                <c:pt idx="11243">
                  <c:v>45994.008333333331</c:v>
                </c:pt>
                <c:pt idx="11244">
                  <c:v>45522.575694444437</c:v>
                </c:pt>
                <c:pt idx="11245">
                  <c:v>45361.995138888888</c:v>
                </c:pt>
                <c:pt idx="11246">
                  <c:v>45992.720138888893</c:v>
                </c:pt>
                <c:pt idx="11247">
                  <c:v>45980.833333333343</c:v>
                </c:pt>
                <c:pt idx="11248">
                  <c:v>45657.618750000001</c:v>
                </c:pt>
                <c:pt idx="11249">
                  <c:v>45791.550694444442</c:v>
                </c:pt>
                <c:pt idx="11250">
                  <c:v>45712.36041666667</c:v>
                </c:pt>
                <c:pt idx="11251">
                  <c:v>45394.777083333327</c:v>
                </c:pt>
                <c:pt idx="11252">
                  <c:v>46018.420138888891</c:v>
                </c:pt>
                <c:pt idx="11253">
                  <c:v>45746.42083333333</c:v>
                </c:pt>
                <c:pt idx="11254">
                  <c:v>45683.938194444447</c:v>
                </c:pt>
                <c:pt idx="11255">
                  <c:v>45418.796527777777</c:v>
                </c:pt>
                <c:pt idx="11256">
                  <c:v>45464.779861111107</c:v>
                </c:pt>
                <c:pt idx="11257">
                  <c:v>45515.790277777778</c:v>
                </c:pt>
                <c:pt idx="11258">
                  <c:v>45334.319444444453</c:v>
                </c:pt>
                <c:pt idx="11259">
                  <c:v>45376.316666666673</c:v>
                </c:pt>
                <c:pt idx="11260">
                  <c:v>45572.703472222223</c:v>
                </c:pt>
                <c:pt idx="11261">
                  <c:v>45305.833333333343</c:v>
                </c:pt>
                <c:pt idx="11262">
                  <c:v>45415.289583333331</c:v>
                </c:pt>
                <c:pt idx="11263">
                  <c:v>45630.774305555547</c:v>
                </c:pt>
                <c:pt idx="11264">
                  <c:v>45971.025694444441</c:v>
                </c:pt>
                <c:pt idx="11265">
                  <c:v>45758.272222222222</c:v>
                </c:pt>
                <c:pt idx="11266">
                  <c:v>45525.25</c:v>
                </c:pt>
                <c:pt idx="11267">
                  <c:v>45336.470833333333</c:v>
                </c:pt>
                <c:pt idx="11268">
                  <c:v>45841.682638888888</c:v>
                </c:pt>
                <c:pt idx="11269">
                  <c:v>45646.527083333327</c:v>
                </c:pt>
                <c:pt idx="11270">
                  <c:v>45910.317361111112</c:v>
                </c:pt>
                <c:pt idx="11271">
                  <c:v>45793.470833333333</c:v>
                </c:pt>
                <c:pt idx="11272">
                  <c:v>45422.53125</c:v>
                </c:pt>
                <c:pt idx="11273">
                  <c:v>45595.37222222222</c:v>
                </c:pt>
                <c:pt idx="11274">
                  <c:v>45398.686805555553</c:v>
                </c:pt>
                <c:pt idx="11275">
                  <c:v>46012.976388888892</c:v>
                </c:pt>
                <c:pt idx="11276">
                  <c:v>45453.525694444441</c:v>
                </c:pt>
                <c:pt idx="11277">
                  <c:v>45710.476388888892</c:v>
                </c:pt>
                <c:pt idx="11278">
                  <c:v>45625.441666666673</c:v>
                </c:pt>
                <c:pt idx="11279">
                  <c:v>45964.436805555553</c:v>
                </c:pt>
                <c:pt idx="11280">
                  <c:v>45881.50277777778</c:v>
                </c:pt>
                <c:pt idx="11281">
                  <c:v>45631.445833333331</c:v>
                </c:pt>
                <c:pt idx="11282">
                  <c:v>45712.422222222223</c:v>
                </c:pt>
                <c:pt idx="11283">
                  <c:v>45631.443055555559</c:v>
                </c:pt>
                <c:pt idx="11284">
                  <c:v>46018.469444444447</c:v>
                </c:pt>
                <c:pt idx="11285">
                  <c:v>45636.738888888889</c:v>
                </c:pt>
                <c:pt idx="11286">
                  <c:v>45889.681250000001</c:v>
                </c:pt>
                <c:pt idx="11287">
                  <c:v>45934.425694444442</c:v>
                </c:pt>
                <c:pt idx="11288">
                  <c:v>45761.595138888893</c:v>
                </c:pt>
                <c:pt idx="11289">
                  <c:v>46018.468055555553</c:v>
                </c:pt>
                <c:pt idx="11290">
                  <c:v>45655.565972222219</c:v>
                </c:pt>
                <c:pt idx="11291">
                  <c:v>45990.489583333343</c:v>
                </c:pt>
                <c:pt idx="11292">
                  <c:v>45409.436111111107</c:v>
                </c:pt>
                <c:pt idx="11293">
                  <c:v>45608.378472222219</c:v>
                </c:pt>
                <c:pt idx="11294">
                  <c:v>45380.464583333327</c:v>
                </c:pt>
                <c:pt idx="11295">
                  <c:v>45476.898611111108</c:v>
                </c:pt>
                <c:pt idx="11296">
                  <c:v>45477.707638888889</c:v>
                </c:pt>
                <c:pt idx="11297">
                  <c:v>45719.818055555559</c:v>
                </c:pt>
                <c:pt idx="11298">
                  <c:v>45502.890972222223</c:v>
                </c:pt>
                <c:pt idx="11299">
                  <c:v>45750.10833333333</c:v>
                </c:pt>
                <c:pt idx="11300">
                  <c:v>45881.688194444447</c:v>
                </c:pt>
                <c:pt idx="11301">
                  <c:v>45647.423611111109</c:v>
                </c:pt>
                <c:pt idx="11302">
                  <c:v>45970.915972222218</c:v>
                </c:pt>
                <c:pt idx="11303">
                  <c:v>45351.791666666657</c:v>
                </c:pt>
                <c:pt idx="11304">
                  <c:v>45693.029166666667</c:v>
                </c:pt>
                <c:pt idx="11305">
                  <c:v>45750.098611111112</c:v>
                </c:pt>
                <c:pt idx="11306">
                  <c:v>45412.958333333343</c:v>
                </c:pt>
                <c:pt idx="11307">
                  <c:v>45669.998611111107</c:v>
                </c:pt>
                <c:pt idx="11308">
                  <c:v>45842.582638888889</c:v>
                </c:pt>
                <c:pt idx="11309">
                  <c:v>45461.418055555558</c:v>
                </c:pt>
                <c:pt idx="11310">
                  <c:v>45600.478472222218</c:v>
                </c:pt>
                <c:pt idx="11311">
                  <c:v>45707.590277777781</c:v>
                </c:pt>
                <c:pt idx="11312">
                  <c:v>45384.293055555558</c:v>
                </c:pt>
                <c:pt idx="11313">
                  <c:v>45355.250694444447</c:v>
                </c:pt>
                <c:pt idx="11314">
                  <c:v>45317.311111111107</c:v>
                </c:pt>
                <c:pt idx="11315">
                  <c:v>45404.332638888889</c:v>
                </c:pt>
                <c:pt idx="11316">
                  <c:v>45432.261111111111</c:v>
                </c:pt>
                <c:pt idx="11317">
                  <c:v>45886.504861111112</c:v>
                </c:pt>
                <c:pt idx="11318">
                  <c:v>46012.920138888891</c:v>
                </c:pt>
                <c:pt idx="11319">
                  <c:v>45965.456944444442</c:v>
                </c:pt>
                <c:pt idx="11320">
                  <c:v>45638.154861111107</c:v>
                </c:pt>
                <c:pt idx="11321">
                  <c:v>45441.54583333333</c:v>
                </c:pt>
                <c:pt idx="11322">
                  <c:v>45789.902083333327</c:v>
                </c:pt>
                <c:pt idx="11323">
                  <c:v>45386.331944444442</c:v>
                </c:pt>
                <c:pt idx="11324">
                  <c:v>45837.888194444437</c:v>
                </c:pt>
                <c:pt idx="11325">
                  <c:v>45727.38958333333</c:v>
                </c:pt>
                <c:pt idx="11326">
                  <c:v>45665.921527777777</c:v>
                </c:pt>
                <c:pt idx="11327">
                  <c:v>45596.291666666657</c:v>
                </c:pt>
                <c:pt idx="11328">
                  <c:v>45932.89166666667</c:v>
                </c:pt>
                <c:pt idx="11329">
                  <c:v>45542.822222222218</c:v>
                </c:pt>
                <c:pt idx="11330">
                  <c:v>45476.859027777777</c:v>
                </c:pt>
                <c:pt idx="11331">
                  <c:v>45513.763888888891</c:v>
                </c:pt>
                <c:pt idx="11332">
                  <c:v>45524.359027777777</c:v>
                </c:pt>
                <c:pt idx="11333">
                  <c:v>45874.509027777778</c:v>
                </c:pt>
                <c:pt idx="11334">
                  <c:v>45770.411805555559</c:v>
                </c:pt>
                <c:pt idx="11335">
                  <c:v>45910.527777777781</c:v>
                </c:pt>
                <c:pt idx="11336">
                  <c:v>45881.623611111107</c:v>
                </c:pt>
                <c:pt idx="11337">
                  <c:v>45616.474305555559</c:v>
                </c:pt>
                <c:pt idx="11338">
                  <c:v>45952.356944444437</c:v>
                </c:pt>
                <c:pt idx="11339">
                  <c:v>45994.551388888889</c:v>
                </c:pt>
                <c:pt idx="11340">
                  <c:v>45797.395833333343</c:v>
                </c:pt>
                <c:pt idx="11341">
                  <c:v>45510.473611111112</c:v>
                </c:pt>
                <c:pt idx="11342">
                  <c:v>45440.372916666667</c:v>
                </c:pt>
                <c:pt idx="11343">
                  <c:v>45810.482638888891</c:v>
                </c:pt>
                <c:pt idx="11344">
                  <c:v>45918.35</c:v>
                </c:pt>
                <c:pt idx="11345">
                  <c:v>45623.408333333333</c:v>
                </c:pt>
                <c:pt idx="11346">
                  <c:v>45551.373611111107</c:v>
                </c:pt>
                <c:pt idx="11347">
                  <c:v>45685.604166666657</c:v>
                </c:pt>
                <c:pt idx="11348">
                  <c:v>45595.365277777782</c:v>
                </c:pt>
                <c:pt idx="11349">
                  <c:v>45925.372916666667</c:v>
                </c:pt>
                <c:pt idx="11350">
                  <c:v>45710.913194444453</c:v>
                </c:pt>
                <c:pt idx="11351">
                  <c:v>45819.383333333331</c:v>
                </c:pt>
                <c:pt idx="11352">
                  <c:v>45782.386805555558</c:v>
                </c:pt>
                <c:pt idx="11353">
                  <c:v>45456.397916666669</c:v>
                </c:pt>
                <c:pt idx="11354">
                  <c:v>45833.440972222219</c:v>
                </c:pt>
                <c:pt idx="11355">
                  <c:v>45567.408333333333</c:v>
                </c:pt>
                <c:pt idx="11356">
                  <c:v>45693.493055555547</c:v>
                </c:pt>
                <c:pt idx="11357">
                  <c:v>45895.45416666667</c:v>
                </c:pt>
                <c:pt idx="11358">
                  <c:v>46021.771527777782</c:v>
                </c:pt>
                <c:pt idx="11359">
                  <c:v>45737.363888888889</c:v>
                </c:pt>
                <c:pt idx="11360">
                  <c:v>45936.411805555559</c:v>
                </c:pt>
                <c:pt idx="11361">
                  <c:v>45981.368055555547</c:v>
                </c:pt>
                <c:pt idx="11362">
                  <c:v>45495.506249999999</c:v>
                </c:pt>
                <c:pt idx="11363">
                  <c:v>45860.488888888889</c:v>
                </c:pt>
                <c:pt idx="11364">
                  <c:v>45826.588888888888</c:v>
                </c:pt>
                <c:pt idx="11365">
                  <c:v>45727.676388888889</c:v>
                </c:pt>
                <c:pt idx="11366">
                  <c:v>45762.351388888892</c:v>
                </c:pt>
                <c:pt idx="11367">
                  <c:v>46008.706944444442</c:v>
                </c:pt>
                <c:pt idx="11368">
                  <c:v>45966.396527777782</c:v>
                </c:pt>
                <c:pt idx="11369">
                  <c:v>45846.354166666657</c:v>
                </c:pt>
                <c:pt idx="11370">
                  <c:v>45604.53125</c:v>
                </c:pt>
                <c:pt idx="11371">
                  <c:v>45959.375694444447</c:v>
                </c:pt>
                <c:pt idx="11372">
                  <c:v>45747.42083333333</c:v>
                </c:pt>
                <c:pt idx="11373">
                  <c:v>45901.406944444447</c:v>
                </c:pt>
                <c:pt idx="11374">
                  <c:v>45929.6875</c:v>
                </c:pt>
                <c:pt idx="11375">
                  <c:v>45642.65</c:v>
                </c:pt>
                <c:pt idx="11376">
                  <c:v>45973.505555555559</c:v>
                </c:pt>
                <c:pt idx="11377">
                  <c:v>45511.415277777778</c:v>
                </c:pt>
                <c:pt idx="11378">
                  <c:v>45894.54791666667</c:v>
                </c:pt>
                <c:pt idx="11379">
                  <c:v>45656.347916666673</c:v>
                </c:pt>
                <c:pt idx="11380">
                  <c:v>45485.712500000001</c:v>
                </c:pt>
                <c:pt idx="11381">
                  <c:v>45541.561805555553</c:v>
                </c:pt>
                <c:pt idx="11382">
                  <c:v>45972.511805555558</c:v>
                </c:pt>
                <c:pt idx="11383">
                  <c:v>46021.863888888889</c:v>
                </c:pt>
                <c:pt idx="11384">
                  <c:v>45628.4375</c:v>
                </c:pt>
                <c:pt idx="11385">
                  <c:v>45401.509027777778</c:v>
                </c:pt>
                <c:pt idx="11386">
                  <c:v>45821.393055555563</c:v>
                </c:pt>
                <c:pt idx="11387">
                  <c:v>45573.431250000001</c:v>
                </c:pt>
                <c:pt idx="11388">
                  <c:v>45419.574999999997</c:v>
                </c:pt>
                <c:pt idx="11389">
                  <c:v>45937.414583333331</c:v>
                </c:pt>
                <c:pt idx="11390">
                  <c:v>45992.679166666669</c:v>
                </c:pt>
                <c:pt idx="11391">
                  <c:v>45734.561111111107</c:v>
                </c:pt>
                <c:pt idx="11392">
                  <c:v>45601.343055555553</c:v>
                </c:pt>
                <c:pt idx="11393">
                  <c:v>45866.556250000001</c:v>
                </c:pt>
                <c:pt idx="11394">
                  <c:v>45491.770138888889</c:v>
                </c:pt>
                <c:pt idx="11395">
                  <c:v>45746.341666666667</c:v>
                </c:pt>
                <c:pt idx="11396">
                  <c:v>45351.134722222218</c:v>
                </c:pt>
                <c:pt idx="11397">
                  <c:v>45838.92291666667</c:v>
                </c:pt>
                <c:pt idx="11398">
                  <c:v>45639.166666666657</c:v>
                </c:pt>
                <c:pt idx="11399">
                  <c:v>45511.390972222223</c:v>
                </c:pt>
                <c:pt idx="11400">
                  <c:v>45379.142361111109</c:v>
                </c:pt>
                <c:pt idx="11401">
                  <c:v>45762.255555555559</c:v>
                </c:pt>
                <c:pt idx="11402">
                  <c:v>45730.245138888888</c:v>
                </c:pt>
                <c:pt idx="11403">
                  <c:v>46007.165972222218</c:v>
                </c:pt>
                <c:pt idx="11404">
                  <c:v>45895.289583333331</c:v>
                </c:pt>
                <c:pt idx="11405">
                  <c:v>45615.761111111111</c:v>
                </c:pt>
                <c:pt idx="11406">
                  <c:v>45580.271527777782</c:v>
                </c:pt>
                <c:pt idx="11407">
                  <c:v>45596.43472222222</c:v>
                </c:pt>
                <c:pt idx="11408">
                  <c:v>45296.551388888889</c:v>
                </c:pt>
                <c:pt idx="11409">
                  <c:v>45792.184027777781</c:v>
                </c:pt>
                <c:pt idx="11410">
                  <c:v>45993.192361111112</c:v>
                </c:pt>
                <c:pt idx="11411">
                  <c:v>45979.240277777782</c:v>
                </c:pt>
                <c:pt idx="11412">
                  <c:v>45852.45</c:v>
                </c:pt>
                <c:pt idx="11413">
                  <c:v>45443.584722222222</c:v>
                </c:pt>
                <c:pt idx="11414">
                  <c:v>45808.100694444453</c:v>
                </c:pt>
                <c:pt idx="11415">
                  <c:v>45924.26458333333</c:v>
                </c:pt>
                <c:pt idx="11416">
                  <c:v>45702.136805555558</c:v>
                </c:pt>
                <c:pt idx="11417">
                  <c:v>45688.27847222222</c:v>
                </c:pt>
                <c:pt idx="11418">
                  <c:v>45548.434027777781</c:v>
                </c:pt>
                <c:pt idx="11419">
                  <c:v>45874.431944444441</c:v>
                </c:pt>
                <c:pt idx="11420">
                  <c:v>45881.303472222222</c:v>
                </c:pt>
                <c:pt idx="11421">
                  <c:v>45952.447222222218</c:v>
                </c:pt>
                <c:pt idx="11422">
                  <c:v>45667.484027777777</c:v>
                </c:pt>
                <c:pt idx="11423">
                  <c:v>45322.137499999997</c:v>
                </c:pt>
                <c:pt idx="11424">
                  <c:v>45412.173611111109</c:v>
                </c:pt>
                <c:pt idx="11425">
                  <c:v>45824.390972222223</c:v>
                </c:pt>
                <c:pt idx="11426">
                  <c:v>45868.706944444442</c:v>
                </c:pt>
                <c:pt idx="11427">
                  <c:v>45647.17083333333</c:v>
                </c:pt>
                <c:pt idx="11428">
                  <c:v>45840.135416666657</c:v>
                </c:pt>
                <c:pt idx="11429">
                  <c:v>45930.273611111108</c:v>
                </c:pt>
                <c:pt idx="11430">
                  <c:v>45680.14166666667</c:v>
                </c:pt>
                <c:pt idx="11431">
                  <c:v>45292.574999999997</c:v>
                </c:pt>
                <c:pt idx="11432">
                  <c:v>45899.838194444441</c:v>
                </c:pt>
                <c:pt idx="11433">
                  <c:v>45401.185416666667</c:v>
                </c:pt>
                <c:pt idx="11434">
                  <c:v>45508.743750000001</c:v>
                </c:pt>
                <c:pt idx="11435">
                  <c:v>45748.368055555547</c:v>
                </c:pt>
                <c:pt idx="11436">
                  <c:v>45963.174305555563</c:v>
                </c:pt>
                <c:pt idx="11437">
                  <c:v>45721.183333333327</c:v>
                </c:pt>
                <c:pt idx="11438">
                  <c:v>45780.652777777781</c:v>
                </c:pt>
                <c:pt idx="11439">
                  <c:v>45809.757638888892</c:v>
                </c:pt>
                <c:pt idx="11440">
                  <c:v>45447.786805555559</c:v>
                </c:pt>
                <c:pt idx="11441">
                  <c:v>45689.324999999997</c:v>
                </c:pt>
                <c:pt idx="11442">
                  <c:v>45582.132638888892</c:v>
                </c:pt>
                <c:pt idx="11443">
                  <c:v>45458.323611111111</c:v>
                </c:pt>
                <c:pt idx="11444">
                  <c:v>45623.145833333343</c:v>
                </c:pt>
                <c:pt idx="11445">
                  <c:v>46018.828472222223</c:v>
                </c:pt>
                <c:pt idx="11446">
                  <c:v>45554.162499999999</c:v>
                </c:pt>
                <c:pt idx="11447">
                  <c:v>45987.621527777781</c:v>
                </c:pt>
                <c:pt idx="11448">
                  <c:v>45333.763194444437</c:v>
                </c:pt>
                <c:pt idx="11449">
                  <c:v>45926.788888888892</c:v>
                </c:pt>
                <c:pt idx="11450">
                  <c:v>45926.788888888892</c:v>
                </c:pt>
                <c:pt idx="11451">
                  <c:v>45833.368055555547</c:v>
                </c:pt>
                <c:pt idx="11452">
                  <c:v>45503.49722222222</c:v>
                </c:pt>
                <c:pt idx="11453">
                  <c:v>45629.84375</c:v>
                </c:pt>
                <c:pt idx="11454">
                  <c:v>45866.334027777782</c:v>
                </c:pt>
                <c:pt idx="11455">
                  <c:v>45833.368055555547</c:v>
                </c:pt>
                <c:pt idx="11456">
                  <c:v>45806.54791666667</c:v>
                </c:pt>
                <c:pt idx="11457">
                  <c:v>45806.54791666667</c:v>
                </c:pt>
                <c:pt idx="11458">
                  <c:v>45409.307638888888</c:v>
                </c:pt>
                <c:pt idx="11459">
                  <c:v>45600.489583333343</c:v>
                </c:pt>
                <c:pt idx="11460">
                  <c:v>45469.731249999997</c:v>
                </c:pt>
                <c:pt idx="11461">
                  <c:v>45503.49722222222</c:v>
                </c:pt>
                <c:pt idx="11462">
                  <c:v>45629.84375</c:v>
                </c:pt>
                <c:pt idx="11463">
                  <c:v>45568.624305555553</c:v>
                </c:pt>
                <c:pt idx="11464">
                  <c:v>45657.631249999999</c:v>
                </c:pt>
                <c:pt idx="11465">
                  <c:v>45895.493750000001</c:v>
                </c:pt>
                <c:pt idx="11466">
                  <c:v>45895.493750000001</c:v>
                </c:pt>
                <c:pt idx="11467">
                  <c:v>45772.323611111111</c:v>
                </c:pt>
                <c:pt idx="11468">
                  <c:v>45772.323611111111</c:v>
                </c:pt>
                <c:pt idx="11469">
                  <c:v>45657.631249999999</c:v>
                </c:pt>
                <c:pt idx="11470">
                  <c:v>45503.398611111108</c:v>
                </c:pt>
                <c:pt idx="11471">
                  <c:v>45503.398611111108</c:v>
                </c:pt>
                <c:pt idx="11472">
                  <c:v>45568.624305555553</c:v>
                </c:pt>
                <c:pt idx="11473">
                  <c:v>45959.427777777782</c:v>
                </c:pt>
                <c:pt idx="11474">
                  <c:v>45959.427777777782</c:v>
                </c:pt>
                <c:pt idx="11475">
                  <c:v>45475.792361111111</c:v>
                </c:pt>
                <c:pt idx="11476">
                  <c:v>45734.634027777778</c:v>
                </c:pt>
                <c:pt idx="11477">
                  <c:v>45734.634027777778</c:v>
                </c:pt>
                <c:pt idx="11478">
                  <c:v>45409.307638888888</c:v>
                </c:pt>
                <c:pt idx="11479">
                  <c:v>45475.792361111111</c:v>
                </c:pt>
                <c:pt idx="11480">
                  <c:v>45866.334027777782</c:v>
                </c:pt>
                <c:pt idx="11481">
                  <c:v>45538.780555555553</c:v>
                </c:pt>
                <c:pt idx="11482">
                  <c:v>45600.489583333343</c:v>
                </c:pt>
                <c:pt idx="11483">
                  <c:v>46013.456944444442</c:v>
                </c:pt>
                <c:pt idx="11484">
                  <c:v>45440.567361111112</c:v>
                </c:pt>
                <c:pt idx="11485">
                  <c:v>45469.731249999997</c:v>
                </c:pt>
                <c:pt idx="11486">
                  <c:v>45377.522222222222</c:v>
                </c:pt>
                <c:pt idx="11487">
                  <c:v>45986.677083333343</c:v>
                </c:pt>
                <c:pt idx="11488">
                  <c:v>46013.456944444442</c:v>
                </c:pt>
                <c:pt idx="11489">
                  <c:v>45377.522222222222</c:v>
                </c:pt>
                <c:pt idx="11490">
                  <c:v>45538.780555555553</c:v>
                </c:pt>
                <c:pt idx="11491">
                  <c:v>45440.567361111112</c:v>
                </c:pt>
                <c:pt idx="11492">
                  <c:v>45986.677083333343</c:v>
                </c:pt>
                <c:pt idx="11493">
                  <c:v>45857.365972222222</c:v>
                </c:pt>
                <c:pt idx="11494">
                  <c:v>45857.347916666673</c:v>
                </c:pt>
                <c:pt idx="11495">
                  <c:v>45498.804861111108</c:v>
                </c:pt>
                <c:pt idx="11496">
                  <c:v>45498.804861111108</c:v>
                </c:pt>
                <c:pt idx="11497">
                  <c:v>45360.42291666667</c:v>
                </c:pt>
                <c:pt idx="11498">
                  <c:v>45875.690972222219</c:v>
                </c:pt>
                <c:pt idx="11499">
                  <c:v>45857.347916666673</c:v>
                </c:pt>
                <c:pt idx="11500">
                  <c:v>45466.450694444437</c:v>
                </c:pt>
                <c:pt idx="11501">
                  <c:v>45760.461111111108</c:v>
                </c:pt>
                <c:pt idx="11502">
                  <c:v>45623.301388888889</c:v>
                </c:pt>
                <c:pt idx="11503">
                  <c:v>45623.301388888889</c:v>
                </c:pt>
                <c:pt idx="11504">
                  <c:v>45760.461111111108</c:v>
                </c:pt>
                <c:pt idx="11505">
                  <c:v>45322.820138888892</c:v>
                </c:pt>
                <c:pt idx="11506">
                  <c:v>45970.509722222218</c:v>
                </c:pt>
                <c:pt idx="11507">
                  <c:v>45466.450694444437</c:v>
                </c:pt>
                <c:pt idx="11508">
                  <c:v>45857.365972222222</c:v>
                </c:pt>
                <c:pt idx="11509">
                  <c:v>46022.646527777782</c:v>
                </c:pt>
                <c:pt idx="11510">
                  <c:v>46022.646527777782</c:v>
                </c:pt>
                <c:pt idx="11511">
                  <c:v>45875.690972222219</c:v>
                </c:pt>
                <c:pt idx="11512">
                  <c:v>45684.557638888888</c:v>
                </c:pt>
                <c:pt idx="11513">
                  <c:v>45360.42291666667</c:v>
                </c:pt>
                <c:pt idx="11514">
                  <c:v>45802.464583333327</c:v>
                </c:pt>
                <c:pt idx="11515">
                  <c:v>45684.557638888888</c:v>
                </c:pt>
                <c:pt idx="11516">
                  <c:v>45322.820138888892</c:v>
                </c:pt>
                <c:pt idx="11517">
                  <c:v>45696.51458333333</c:v>
                </c:pt>
                <c:pt idx="11518">
                  <c:v>45970.509722222218</c:v>
                </c:pt>
                <c:pt idx="11519">
                  <c:v>45696.51458333333</c:v>
                </c:pt>
                <c:pt idx="11520">
                  <c:v>45802.464583333327</c:v>
                </c:pt>
                <c:pt idx="11521">
                  <c:v>45314.395138888889</c:v>
                </c:pt>
                <c:pt idx="11522">
                  <c:v>45486.525694444441</c:v>
                </c:pt>
                <c:pt idx="11523">
                  <c:v>45358.386111111111</c:v>
                </c:pt>
                <c:pt idx="11524">
                  <c:v>45433.613194444442</c:v>
                </c:pt>
                <c:pt idx="11525">
                  <c:v>45531.731944444437</c:v>
                </c:pt>
                <c:pt idx="11526">
                  <c:v>45400.37777777778</c:v>
                </c:pt>
                <c:pt idx="11527">
                  <c:v>45515.445833333331</c:v>
                </c:pt>
                <c:pt idx="11528">
                  <c:v>45654.475694444453</c:v>
                </c:pt>
                <c:pt idx="11529">
                  <c:v>45966.265277777777</c:v>
                </c:pt>
                <c:pt idx="11530">
                  <c:v>45333.93472222222</c:v>
                </c:pt>
                <c:pt idx="11531">
                  <c:v>45752.70416666667</c:v>
                </c:pt>
                <c:pt idx="11532">
                  <c:v>45599.813888888893</c:v>
                </c:pt>
                <c:pt idx="11533">
                  <c:v>45868.818749999999</c:v>
                </c:pt>
                <c:pt idx="11534">
                  <c:v>45846.281944444447</c:v>
                </c:pt>
                <c:pt idx="11535">
                  <c:v>45396.44027777778</c:v>
                </c:pt>
                <c:pt idx="11536">
                  <c:v>45947.938194444447</c:v>
                </c:pt>
                <c:pt idx="11537">
                  <c:v>45574.593055555553</c:v>
                </c:pt>
                <c:pt idx="11538">
                  <c:v>45322.578472222223</c:v>
                </c:pt>
                <c:pt idx="11539">
                  <c:v>45420.774305555547</c:v>
                </c:pt>
                <c:pt idx="11540">
                  <c:v>45310.65347222222</c:v>
                </c:pt>
                <c:pt idx="11541">
                  <c:v>45475.647916666669</c:v>
                </c:pt>
                <c:pt idx="11542">
                  <c:v>45349.638888888891</c:v>
                </c:pt>
                <c:pt idx="11543">
                  <c:v>45476.586805555547</c:v>
                </c:pt>
                <c:pt idx="11544">
                  <c:v>45436.447222222218</c:v>
                </c:pt>
                <c:pt idx="11545">
                  <c:v>45646.720833333333</c:v>
                </c:pt>
                <c:pt idx="11546">
                  <c:v>45476.609722222223</c:v>
                </c:pt>
                <c:pt idx="11547">
                  <c:v>45620.43472222222</c:v>
                </c:pt>
                <c:pt idx="11548">
                  <c:v>45392.638888888891</c:v>
                </c:pt>
                <c:pt idx="11549">
                  <c:v>45588.43472222222</c:v>
                </c:pt>
                <c:pt idx="11550">
                  <c:v>45450.478472222218</c:v>
                </c:pt>
                <c:pt idx="11551">
                  <c:v>45510.613888888889</c:v>
                </c:pt>
                <c:pt idx="11552">
                  <c:v>45525.634722222218</c:v>
                </c:pt>
                <c:pt idx="11553">
                  <c:v>45634.738194444442</c:v>
                </c:pt>
                <c:pt idx="11554">
                  <c:v>45550.893750000003</c:v>
                </c:pt>
                <c:pt idx="11555">
                  <c:v>45296.715277777781</c:v>
                </c:pt>
                <c:pt idx="11556">
                  <c:v>45376.466666666667</c:v>
                </c:pt>
                <c:pt idx="11557">
                  <c:v>45405.658333333333</c:v>
                </c:pt>
                <c:pt idx="11558">
                  <c:v>45603.64166666667</c:v>
                </c:pt>
                <c:pt idx="11559">
                  <c:v>45627.871527777781</c:v>
                </c:pt>
                <c:pt idx="11560">
                  <c:v>45508.559027777781</c:v>
                </c:pt>
                <c:pt idx="11561">
                  <c:v>45708.488194444442</c:v>
                </c:pt>
                <c:pt idx="11562">
                  <c:v>45967.648611111108</c:v>
                </c:pt>
                <c:pt idx="11563">
                  <c:v>45896.886111111111</c:v>
                </c:pt>
                <c:pt idx="11564">
                  <c:v>45487.420138888891</c:v>
                </c:pt>
                <c:pt idx="11565">
                  <c:v>46002.458333333343</c:v>
                </c:pt>
                <c:pt idx="11566">
                  <c:v>45928.918055555558</c:v>
                </c:pt>
                <c:pt idx="11567">
                  <c:v>45662.572222222218</c:v>
                </c:pt>
                <c:pt idx="11568">
                  <c:v>45560.5625</c:v>
                </c:pt>
                <c:pt idx="11569">
                  <c:v>45799.394444444442</c:v>
                </c:pt>
                <c:pt idx="11570">
                  <c:v>45829.442361111112</c:v>
                </c:pt>
                <c:pt idx="11571">
                  <c:v>45662.025694444441</c:v>
                </c:pt>
                <c:pt idx="11572">
                  <c:v>45769.696527777778</c:v>
                </c:pt>
                <c:pt idx="11573">
                  <c:v>45759.607638888891</c:v>
                </c:pt>
                <c:pt idx="11574">
                  <c:v>45445.023611111108</c:v>
                </c:pt>
                <c:pt idx="11575">
                  <c:v>45393.029166666667</c:v>
                </c:pt>
                <c:pt idx="11576">
                  <c:v>45866.700694444437</c:v>
                </c:pt>
                <c:pt idx="11577">
                  <c:v>45617.536805555559</c:v>
                </c:pt>
                <c:pt idx="11578">
                  <c:v>45990.569444444453</c:v>
                </c:pt>
                <c:pt idx="11579">
                  <c:v>45693.368750000001</c:v>
                </c:pt>
                <c:pt idx="11580">
                  <c:v>45886.629861111112</c:v>
                </c:pt>
                <c:pt idx="11581">
                  <c:v>45797.633333333331</c:v>
                </c:pt>
                <c:pt idx="11582">
                  <c:v>45860.604861111111</c:v>
                </c:pt>
                <c:pt idx="11583">
                  <c:v>45952.57708333333</c:v>
                </c:pt>
                <c:pt idx="11584">
                  <c:v>45762.555555555547</c:v>
                </c:pt>
                <c:pt idx="11585">
                  <c:v>45669.961805555547</c:v>
                </c:pt>
                <c:pt idx="11586">
                  <c:v>45831.431944444441</c:v>
                </c:pt>
                <c:pt idx="11587">
                  <c:v>45919.354861111111</c:v>
                </c:pt>
                <c:pt idx="11588">
                  <c:v>45722.552083333343</c:v>
                </c:pt>
                <c:pt idx="11589">
                  <c:v>45636.507638888892</c:v>
                </c:pt>
                <c:pt idx="11590">
                  <c:v>45739.956944444442</c:v>
                </c:pt>
                <c:pt idx="11591">
                  <c:v>45682.563888888893</c:v>
                </c:pt>
                <c:pt idx="11592">
                  <c:v>45793.859027777777</c:v>
                </c:pt>
                <c:pt idx="11593">
                  <c:v>45592.607638888891</c:v>
                </c:pt>
                <c:pt idx="11594">
                  <c:v>45408.439583333333</c:v>
                </c:pt>
                <c:pt idx="11595">
                  <c:v>45347.524305555547</c:v>
                </c:pt>
                <c:pt idx="11596">
                  <c:v>45467.586111111108</c:v>
                </c:pt>
                <c:pt idx="11597">
                  <c:v>45947.869444444441</c:v>
                </c:pt>
                <c:pt idx="11598">
                  <c:v>46015.877083333333</c:v>
                </c:pt>
                <c:pt idx="11599">
                  <c:v>45917.597222222219</c:v>
                </c:pt>
                <c:pt idx="11600">
                  <c:v>45529.585416666669</c:v>
                </c:pt>
                <c:pt idx="11601">
                  <c:v>45854.411805555559</c:v>
                </c:pt>
                <c:pt idx="11602">
                  <c:v>45644.481249999997</c:v>
                </c:pt>
                <c:pt idx="11603">
                  <c:v>45983.565972222219</c:v>
                </c:pt>
                <c:pt idx="11604">
                  <c:v>45358.652083333327</c:v>
                </c:pt>
                <c:pt idx="11605">
                  <c:v>45653.611111111109</c:v>
                </c:pt>
                <c:pt idx="11606">
                  <c:v>46010.584027777782</c:v>
                </c:pt>
                <c:pt idx="11607">
                  <c:v>45928.897916666669</c:v>
                </c:pt>
                <c:pt idx="11608">
                  <c:v>45494.902777777781</c:v>
                </c:pt>
                <c:pt idx="11609">
                  <c:v>45782.503472222219</c:v>
                </c:pt>
                <c:pt idx="11610">
                  <c:v>45407.798611111109</c:v>
                </c:pt>
                <c:pt idx="11611">
                  <c:v>45528.331944444442</c:v>
                </c:pt>
                <c:pt idx="11612">
                  <c:v>45551.847222222219</c:v>
                </c:pt>
                <c:pt idx="11613">
                  <c:v>45678.754166666673</c:v>
                </c:pt>
                <c:pt idx="11614">
                  <c:v>45431.525000000001</c:v>
                </c:pt>
                <c:pt idx="11615">
                  <c:v>45468.804166666669</c:v>
                </c:pt>
                <c:pt idx="11616">
                  <c:v>45588.809027777781</c:v>
                </c:pt>
                <c:pt idx="11617">
                  <c:v>45742.85833333333</c:v>
                </c:pt>
                <c:pt idx="11618">
                  <c:v>45935.79791666667</c:v>
                </c:pt>
                <c:pt idx="11619">
                  <c:v>45769.836805555547</c:v>
                </c:pt>
                <c:pt idx="11620">
                  <c:v>45356.831944444442</c:v>
                </c:pt>
                <c:pt idx="11621">
                  <c:v>45323.795138888891</c:v>
                </c:pt>
                <c:pt idx="11622">
                  <c:v>45619.465277777781</c:v>
                </c:pt>
                <c:pt idx="11623">
                  <c:v>46018.813194444447</c:v>
                </c:pt>
                <c:pt idx="11624">
                  <c:v>45645.786111111112</c:v>
                </c:pt>
                <c:pt idx="11625">
                  <c:v>45984.378472222219</c:v>
                </c:pt>
                <c:pt idx="11626">
                  <c:v>45725.654166666667</c:v>
                </c:pt>
                <c:pt idx="11627">
                  <c:v>45902.80972222222</c:v>
                </c:pt>
                <c:pt idx="11628">
                  <c:v>45383.830555555563</c:v>
                </c:pt>
                <c:pt idx="11629">
                  <c:v>45837.441666666673</c:v>
                </c:pt>
                <c:pt idx="11630">
                  <c:v>45806.851388888892</c:v>
                </c:pt>
                <c:pt idx="11631">
                  <c:v>45864.326388888891</c:v>
                </c:pt>
                <c:pt idx="11632">
                  <c:v>45444.246527777781</c:v>
                </c:pt>
                <c:pt idx="11633">
                  <c:v>45986.755555555559</c:v>
                </c:pt>
                <c:pt idx="11634">
                  <c:v>45505.348611111112</c:v>
                </c:pt>
                <c:pt idx="11635">
                  <c:v>45737.623611111107</c:v>
                </c:pt>
                <c:pt idx="11636">
                  <c:v>45905.338888888888</c:v>
                </c:pt>
                <c:pt idx="11637">
                  <c:v>45335.159722222219</c:v>
                </c:pt>
                <c:pt idx="11638">
                  <c:v>45678.111111111109</c:v>
                </c:pt>
                <c:pt idx="11639">
                  <c:v>45387.158333333333</c:v>
                </c:pt>
                <c:pt idx="11640">
                  <c:v>45820.674305555563</c:v>
                </c:pt>
                <c:pt idx="11641">
                  <c:v>45593.589583333327</c:v>
                </c:pt>
                <c:pt idx="11642">
                  <c:v>45722.400694444441</c:v>
                </c:pt>
                <c:pt idx="11643">
                  <c:v>45567.622916666667</c:v>
                </c:pt>
                <c:pt idx="11644">
                  <c:v>45642.529861111107</c:v>
                </c:pt>
                <c:pt idx="11645">
                  <c:v>45504.46597222222</c:v>
                </c:pt>
                <c:pt idx="11646">
                  <c:v>45382.993750000001</c:v>
                </c:pt>
                <c:pt idx="11647">
                  <c:v>45319.551388888889</c:v>
                </c:pt>
                <c:pt idx="11648">
                  <c:v>45911.76458333333</c:v>
                </c:pt>
                <c:pt idx="11649">
                  <c:v>45433.759722222218</c:v>
                </c:pt>
                <c:pt idx="11650">
                  <c:v>45843.609027777777</c:v>
                </c:pt>
                <c:pt idx="11651">
                  <c:v>45769.381944444453</c:v>
                </c:pt>
                <c:pt idx="11652">
                  <c:v>45324.081250000003</c:v>
                </c:pt>
                <c:pt idx="11653">
                  <c:v>45543.515972222223</c:v>
                </c:pt>
                <c:pt idx="11654">
                  <c:v>45734.574305555558</c:v>
                </c:pt>
                <c:pt idx="11655">
                  <c:v>45898.788194444453</c:v>
                </c:pt>
                <c:pt idx="11656">
                  <c:v>45615.38958333333</c:v>
                </c:pt>
                <c:pt idx="11657">
                  <c:v>45681.561111111107</c:v>
                </c:pt>
                <c:pt idx="11658">
                  <c:v>45785.925000000003</c:v>
                </c:pt>
                <c:pt idx="11659">
                  <c:v>45391.102083333331</c:v>
                </c:pt>
                <c:pt idx="11660">
                  <c:v>45462.393750000003</c:v>
                </c:pt>
                <c:pt idx="11661">
                  <c:v>45851.898611111108</c:v>
                </c:pt>
                <c:pt idx="11662">
                  <c:v>45947.620833333327</c:v>
                </c:pt>
                <c:pt idx="11663">
                  <c:v>45341.068749999999</c:v>
                </c:pt>
                <c:pt idx="11664">
                  <c:v>45566.582638888889</c:v>
                </c:pt>
                <c:pt idx="11665">
                  <c:v>45576.146527777782</c:v>
                </c:pt>
                <c:pt idx="11666">
                  <c:v>45948.557638888888</c:v>
                </c:pt>
                <c:pt idx="11667">
                  <c:v>45666.092361111107</c:v>
                </c:pt>
                <c:pt idx="11668">
                  <c:v>45746.038888888892</c:v>
                </c:pt>
                <c:pt idx="11669">
                  <c:v>45411.597222222219</c:v>
                </c:pt>
                <c:pt idx="11670">
                  <c:v>45627.504166666673</c:v>
                </c:pt>
                <c:pt idx="11671">
                  <c:v>45868.670138888891</c:v>
                </c:pt>
                <c:pt idx="11672">
                  <c:v>45789.710416666669</c:v>
                </c:pt>
                <c:pt idx="11673">
                  <c:v>45339.827777777777</c:v>
                </c:pt>
                <c:pt idx="11674">
                  <c:v>45493.675000000003</c:v>
                </c:pt>
                <c:pt idx="11675">
                  <c:v>45448.444444444453</c:v>
                </c:pt>
                <c:pt idx="11676">
                  <c:v>45985.081250000003</c:v>
                </c:pt>
                <c:pt idx="11677">
                  <c:v>45914.912499999999</c:v>
                </c:pt>
                <c:pt idx="11678">
                  <c:v>45829.637499999997</c:v>
                </c:pt>
                <c:pt idx="11679">
                  <c:v>45690.953472222223</c:v>
                </c:pt>
                <c:pt idx="11680">
                  <c:v>45387.023611111108</c:v>
                </c:pt>
                <c:pt idx="11681">
                  <c:v>45740.044444444437</c:v>
                </c:pt>
                <c:pt idx="11682">
                  <c:v>45356.804166666669</c:v>
                </c:pt>
                <c:pt idx="11683">
                  <c:v>45534.438888888893</c:v>
                </c:pt>
                <c:pt idx="11684">
                  <c:v>45825.943055555559</c:v>
                </c:pt>
                <c:pt idx="11685">
                  <c:v>45625.474999999999</c:v>
                </c:pt>
                <c:pt idx="11686">
                  <c:v>45497.784722222219</c:v>
                </c:pt>
                <c:pt idx="11687">
                  <c:v>45917.447222222218</c:v>
                </c:pt>
                <c:pt idx="11688">
                  <c:v>45937.40902777778</c:v>
                </c:pt>
                <c:pt idx="11689">
                  <c:v>45894.605555555558</c:v>
                </c:pt>
                <c:pt idx="11690">
                  <c:v>45981.526388888888</c:v>
                </c:pt>
                <c:pt idx="11691">
                  <c:v>45656.617361111108</c:v>
                </c:pt>
                <c:pt idx="11692">
                  <c:v>46021.513888888891</c:v>
                </c:pt>
                <c:pt idx="11693">
                  <c:v>45727.402083333327</c:v>
                </c:pt>
                <c:pt idx="11694">
                  <c:v>45448.069444444453</c:v>
                </c:pt>
                <c:pt idx="11695">
                  <c:v>45826.440972222219</c:v>
                </c:pt>
                <c:pt idx="11696">
                  <c:v>46007.665972222218</c:v>
                </c:pt>
                <c:pt idx="11697">
                  <c:v>45869.586111111108</c:v>
                </c:pt>
                <c:pt idx="11698">
                  <c:v>45959.080555555563</c:v>
                </c:pt>
                <c:pt idx="11699">
                  <c:v>45826.439583333333</c:v>
                </c:pt>
                <c:pt idx="11700">
                  <c:v>45401.613888888889</c:v>
                </c:pt>
                <c:pt idx="11701">
                  <c:v>45773.601388888892</c:v>
                </c:pt>
                <c:pt idx="11702">
                  <c:v>45579.59652777778</c:v>
                </c:pt>
                <c:pt idx="11703">
                  <c:v>45363.258333333331</c:v>
                </c:pt>
                <c:pt idx="11704">
                  <c:v>45577.427083333343</c:v>
                </c:pt>
                <c:pt idx="11705">
                  <c:v>45305.54791666667</c:v>
                </c:pt>
                <c:pt idx="11706">
                  <c:v>45386.679166666669</c:v>
                </c:pt>
                <c:pt idx="11707">
                  <c:v>45620.575694444437</c:v>
                </c:pt>
                <c:pt idx="11708">
                  <c:v>45403.82916666667</c:v>
                </c:pt>
                <c:pt idx="11709">
                  <c:v>45890.581944444442</c:v>
                </c:pt>
                <c:pt idx="11710">
                  <c:v>45551.697916666657</c:v>
                </c:pt>
                <c:pt idx="11711">
                  <c:v>45911.287499999999</c:v>
                </c:pt>
                <c:pt idx="11712">
                  <c:v>45911.287499999999</c:v>
                </c:pt>
                <c:pt idx="11713">
                  <c:v>45831.734027777777</c:v>
                </c:pt>
                <c:pt idx="11714">
                  <c:v>45403.82916666667</c:v>
                </c:pt>
                <c:pt idx="11715">
                  <c:v>45831.734027777777</c:v>
                </c:pt>
                <c:pt idx="11716">
                  <c:v>45817.568749999999</c:v>
                </c:pt>
                <c:pt idx="11717">
                  <c:v>46009.72152777778</c:v>
                </c:pt>
                <c:pt idx="11718">
                  <c:v>45517.790972222218</c:v>
                </c:pt>
                <c:pt idx="11719">
                  <c:v>45608.607638888891</c:v>
                </c:pt>
                <c:pt idx="11720">
                  <c:v>45399.319444444453</c:v>
                </c:pt>
                <c:pt idx="11721">
                  <c:v>45488.570138888892</c:v>
                </c:pt>
                <c:pt idx="11722">
                  <c:v>45846.76458333333</c:v>
                </c:pt>
                <c:pt idx="11723">
                  <c:v>45620.575694444437</c:v>
                </c:pt>
                <c:pt idx="11724">
                  <c:v>45608.607638888891</c:v>
                </c:pt>
                <c:pt idx="11725">
                  <c:v>45846.76458333333</c:v>
                </c:pt>
                <c:pt idx="11726">
                  <c:v>45542.538194444453</c:v>
                </c:pt>
                <c:pt idx="11727">
                  <c:v>45577.427083333343</c:v>
                </c:pt>
                <c:pt idx="11728">
                  <c:v>45890.581944444442</c:v>
                </c:pt>
                <c:pt idx="11729">
                  <c:v>45641.855555555558</c:v>
                </c:pt>
                <c:pt idx="11730">
                  <c:v>45641.855555555558</c:v>
                </c:pt>
                <c:pt idx="11731">
                  <c:v>45733.828472222223</c:v>
                </c:pt>
                <c:pt idx="11732">
                  <c:v>45761.840277777781</c:v>
                </c:pt>
                <c:pt idx="11733">
                  <c:v>45761.840277777781</c:v>
                </c:pt>
                <c:pt idx="11734">
                  <c:v>45446.565972222219</c:v>
                </c:pt>
                <c:pt idx="11735">
                  <c:v>45446.565972222219</c:v>
                </c:pt>
                <c:pt idx="11736">
                  <c:v>45817.568749999999</c:v>
                </c:pt>
                <c:pt idx="11737">
                  <c:v>45697.857638888891</c:v>
                </c:pt>
                <c:pt idx="11738">
                  <c:v>45753.436805555553</c:v>
                </c:pt>
                <c:pt idx="11739">
                  <c:v>45697.857638888891</c:v>
                </c:pt>
                <c:pt idx="11740">
                  <c:v>45952.851388888892</c:v>
                </c:pt>
                <c:pt idx="11741">
                  <c:v>45517.790972222218</c:v>
                </c:pt>
                <c:pt idx="11742">
                  <c:v>45808.463194444441</c:v>
                </c:pt>
                <c:pt idx="11743">
                  <c:v>45488.570138888892</c:v>
                </c:pt>
                <c:pt idx="11744">
                  <c:v>45542.538194444453</c:v>
                </c:pt>
                <c:pt idx="11745">
                  <c:v>45305.54791666667</c:v>
                </c:pt>
                <c:pt idx="11746">
                  <c:v>45386.679166666669</c:v>
                </c:pt>
                <c:pt idx="11747">
                  <c:v>45753.436805555553</c:v>
                </c:pt>
                <c:pt idx="11748">
                  <c:v>45399.319444444453</c:v>
                </c:pt>
                <c:pt idx="11749">
                  <c:v>45877.53402777778</c:v>
                </c:pt>
                <c:pt idx="11750">
                  <c:v>45952.851388888892</c:v>
                </c:pt>
                <c:pt idx="11751">
                  <c:v>45877.53402777778</c:v>
                </c:pt>
                <c:pt idx="11752">
                  <c:v>45551.697916666657</c:v>
                </c:pt>
                <c:pt idx="11753">
                  <c:v>45808.463194444441</c:v>
                </c:pt>
                <c:pt idx="11754">
                  <c:v>45733.828472222223</c:v>
                </c:pt>
                <c:pt idx="11755">
                  <c:v>46009.72152777778</c:v>
                </c:pt>
                <c:pt idx="11756">
                  <c:v>45363.258333333331</c:v>
                </c:pt>
                <c:pt idx="11757">
                  <c:v>45389.734027777777</c:v>
                </c:pt>
                <c:pt idx="11758">
                  <c:v>45676.412499999999</c:v>
                </c:pt>
                <c:pt idx="11759">
                  <c:v>45975.615277777782</c:v>
                </c:pt>
                <c:pt idx="11760">
                  <c:v>45455.300694444442</c:v>
                </c:pt>
                <c:pt idx="11761">
                  <c:v>45338.559027777781</c:v>
                </c:pt>
                <c:pt idx="11762">
                  <c:v>45909.303472222222</c:v>
                </c:pt>
                <c:pt idx="11763">
                  <c:v>45585.294444444437</c:v>
                </c:pt>
                <c:pt idx="11764">
                  <c:v>45763.527083333327</c:v>
                </c:pt>
                <c:pt idx="11765">
                  <c:v>45542.455555555563</c:v>
                </c:pt>
                <c:pt idx="11766">
                  <c:v>45818.82708333333</c:v>
                </c:pt>
                <c:pt idx="11767">
                  <c:v>45871.366666666669</c:v>
                </c:pt>
                <c:pt idx="11768">
                  <c:v>45603.356944444437</c:v>
                </c:pt>
                <c:pt idx="11769">
                  <c:v>45495.793055555558</c:v>
                </c:pt>
                <c:pt idx="11770">
                  <c:v>45714.776388888888</c:v>
                </c:pt>
                <c:pt idx="11771">
                  <c:v>45877.334027777782</c:v>
                </c:pt>
                <c:pt idx="11772">
                  <c:v>45915.363194444442</c:v>
                </c:pt>
                <c:pt idx="11773">
                  <c:v>45829.775694444441</c:v>
                </c:pt>
                <c:pt idx="11774">
                  <c:v>45412.808333333327</c:v>
                </c:pt>
                <c:pt idx="11775">
                  <c:v>45607.223611111112</c:v>
                </c:pt>
                <c:pt idx="11776">
                  <c:v>45716.375</c:v>
                </c:pt>
                <c:pt idx="11777">
                  <c:v>45462.763888888891</c:v>
                </c:pt>
                <c:pt idx="11778">
                  <c:v>45497.737500000003</c:v>
                </c:pt>
                <c:pt idx="11779">
                  <c:v>45572.779861111107</c:v>
                </c:pt>
                <c:pt idx="11780">
                  <c:v>45341.568749999999</c:v>
                </c:pt>
                <c:pt idx="11781">
                  <c:v>45305.592361111107</c:v>
                </c:pt>
                <c:pt idx="11782">
                  <c:v>45679.701388888891</c:v>
                </c:pt>
                <c:pt idx="11783">
                  <c:v>45982.417361111111</c:v>
                </c:pt>
                <c:pt idx="11784">
                  <c:v>45538.790972222218</c:v>
                </c:pt>
                <c:pt idx="11785">
                  <c:v>45770.679166666669</c:v>
                </c:pt>
                <c:pt idx="11786">
                  <c:v>45652.90902777778</c:v>
                </c:pt>
                <c:pt idx="11787">
                  <c:v>45376.709027777782</c:v>
                </c:pt>
                <c:pt idx="11788">
                  <c:v>45989.395833333343</c:v>
                </c:pt>
                <c:pt idx="11789">
                  <c:v>45754.629861111112</c:v>
                </c:pt>
                <c:pt idx="11790">
                  <c:v>45831.39166666667</c:v>
                </c:pt>
                <c:pt idx="11791">
                  <c:v>45540.625694444447</c:v>
                </c:pt>
                <c:pt idx="11792">
                  <c:v>45464.421527777777</c:v>
                </c:pt>
                <c:pt idx="11793">
                  <c:v>45316.567361111112</c:v>
                </c:pt>
                <c:pt idx="11794">
                  <c:v>45912.501388888893</c:v>
                </c:pt>
                <c:pt idx="11795">
                  <c:v>45780.611111111109</c:v>
                </c:pt>
                <c:pt idx="11796">
                  <c:v>45618.972916666673</c:v>
                </c:pt>
                <c:pt idx="11797">
                  <c:v>45896.881249999999</c:v>
                </c:pt>
                <c:pt idx="11798">
                  <c:v>45618.972916666673</c:v>
                </c:pt>
                <c:pt idx="11799">
                  <c:v>45896.881249999999</c:v>
                </c:pt>
                <c:pt idx="11800">
                  <c:v>45780.611111111109</c:v>
                </c:pt>
                <c:pt idx="11801">
                  <c:v>45660.614583333343</c:v>
                </c:pt>
                <c:pt idx="11802">
                  <c:v>45423.589583333327</c:v>
                </c:pt>
                <c:pt idx="11803">
                  <c:v>45423.589583333327</c:v>
                </c:pt>
                <c:pt idx="11804">
                  <c:v>45534.902083333327</c:v>
                </c:pt>
                <c:pt idx="11805">
                  <c:v>45576.699305555558</c:v>
                </c:pt>
                <c:pt idx="11806">
                  <c:v>45727.693749999999</c:v>
                </c:pt>
                <c:pt idx="11807">
                  <c:v>45576.699305555558</c:v>
                </c:pt>
                <c:pt idx="11808">
                  <c:v>45727.693749999999</c:v>
                </c:pt>
                <c:pt idx="11809">
                  <c:v>45885.606944444437</c:v>
                </c:pt>
                <c:pt idx="11810">
                  <c:v>45534.902083333327</c:v>
                </c:pt>
                <c:pt idx="11811">
                  <c:v>45485.53125</c:v>
                </c:pt>
                <c:pt idx="11812">
                  <c:v>45885.606944444437</c:v>
                </c:pt>
                <c:pt idx="11813">
                  <c:v>45485.53125</c:v>
                </c:pt>
                <c:pt idx="11814">
                  <c:v>45974.980555555558</c:v>
                </c:pt>
                <c:pt idx="11815">
                  <c:v>45373.60833333333</c:v>
                </c:pt>
                <c:pt idx="11816">
                  <c:v>45373.60833333333</c:v>
                </c:pt>
                <c:pt idx="11817">
                  <c:v>45974.980555555558</c:v>
                </c:pt>
                <c:pt idx="11818">
                  <c:v>45944.501388888893</c:v>
                </c:pt>
                <c:pt idx="11819">
                  <c:v>45944.501388888893</c:v>
                </c:pt>
                <c:pt idx="11820">
                  <c:v>45563.63958333333</c:v>
                </c:pt>
                <c:pt idx="11821">
                  <c:v>45660.614583333343</c:v>
                </c:pt>
                <c:pt idx="11822">
                  <c:v>45563.63958333333</c:v>
                </c:pt>
                <c:pt idx="11823">
                  <c:v>45656.466666666667</c:v>
                </c:pt>
                <c:pt idx="11824">
                  <c:v>45930.568749999999</c:v>
                </c:pt>
                <c:pt idx="11825">
                  <c:v>45975.156944444447</c:v>
                </c:pt>
                <c:pt idx="11826">
                  <c:v>45518.921527777777</c:v>
                </c:pt>
                <c:pt idx="11827">
                  <c:v>45328.355555555558</c:v>
                </c:pt>
                <c:pt idx="11828">
                  <c:v>45572.530555555553</c:v>
                </c:pt>
                <c:pt idx="11829">
                  <c:v>45863.683333333327</c:v>
                </c:pt>
                <c:pt idx="11830">
                  <c:v>45896.022222222222</c:v>
                </c:pt>
                <c:pt idx="11831">
                  <c:v>45748.570833333331</c:v>
                </c:pt>
                <c:pt idx="11832">
                  <c:v>45392.135416666657</c:v>
                </c:pt>
                <c:pt idx="11833">
                  <c:v>45458.782638888893</c:v>
                </c:pt>
                <c:pt idx="11834">
                  <c:v>45392.131249999999</c:v>
                </c:pt>
                <c:pt idx="11835">
                  <c:v>45816.969444444447</c:v>
                </c:pt>
                <c:pt idx="11836">
                  <c:v>45458.777083333327</c:v>
                </c:pt>
                <c:pt idx="11837">
                  <c:v>45999.540972222218</c:v>
                </c:pt>
                <c:pt idx="11838">
                  <c:v>46022.52847222222</c:v>
                </c:pt>
                <c:pt idx="11839">
                  <c:v>45538.495138888888</c:v>
                </c:pt>
                <c:pt idx="11840">
                  <c:v>45642.484027777777</c:v>
                </c:pt>
                <c:pt idx="11841">
                  <c:v>45542.675694444442</c:v>
                </c:pt>
                <c:pt idx="11842">
                  <c:v>45665.776388888888</c:v>
                </c:pt>
                <c:pt idx="11843">
                  <c:v>45880.271527777782</c:v>
                </c:pt>
                <c:pt idx="11844">
                  <c:v>45622.254166666673</c:v>
                </c:pt>
                <c:pt idx="11845">
                  <c:v>45692.382638888892</c:v>
                </c:pt>
                <c:pt idx="11846">
                  <c:v>45389.488194444442</c:v>
                </c:pt>
                <c:pt idx="11847">
                  <c:v>45467.701388888891</c:v>
                </c:pt>
                <c:pt idx="11848">
                  <c:v>45481.443749999999</c:v>
                </c:pt>
                <c:pt idx="11849">
                  <c:v>45358.839583333327</c:v>
                </c:pt>
                <c:pt idx="11850">
                  <c:v>45566.724305555559</c:v>
                </c:pt>
                <c:pt idx="11851">
                  <c:v>45838.40902777778</c:v>
                </c:pt>
                <c:pt idx="11852">
                  <c:v>45641.791666666657</c:v>
                </c:pt>
                <c:pt idx="11853">
                  <c:v>45315.566666666673</c:v>
                </c:pt>
                <c:pt idx="11854">
                  <c:v>45514.723611111112</c:v>
                </c:pt>
                <c:pt idx="11855">
                  <c:v>45818.660416666673</c:v>
                </c:pt>
                <c:pt idx="11856">
                  <c:v>45901.449305555558</c:v>
                </c:pt>
                <c:pt idx="11857">
                  <c:v>45754.355555555558</c:v>
                </c:pt>
                <c:pt idx="11858">
                  <c:v>45714.533333333333</c:v>
                </c:pt>
                <c:pt idx="11859">
                  <c:v>45345.782638888893</c:v>
                </c:pt>
                <c:pt idx="11860">
                  <c:v>45798.337500000001</c:v>
                </c:pt>
                <c:pt idx="11861">
                  <c:v>46010.505555555559</c:v>
                </c:pt>
                <c:pt idx="11862">
                  <c:v>45777.387499999997</c:v>
                </c:pt>
                <c:pt idx="11863">
                  <c:v>45419.529166666667</c:v>
                </c:pt>
                <c:pt idx="11864">
                  <c:v>45598.806944444441</c:v>
                </c:pt>
                <c:pt idx="11865">
                  <c:v>45944.404166666667</c:v>
                </c:pt>
                <c:pt idx="11866">
                  <c:v>45848.470138888893</c:v>
                </c:pt>
                <c:pt idx="11867">
                  <c:v>45962.638888888891</c:v>
                </c:pt>
                <c:pt idx="11868">
                  <c:v>45995.456250000003</c:v>
                </c:pt>
                <c:pt idx="11869">
                  <c:v>45904.438194444447</c:v>
                </c:pt>
                <c:pt idx="11870">
                  <c:v>45677.262499999997</c:v>
                </c:pt>
                <c:pt idx="11871">
                  <c:v>45834.381944444453</c:v>
                </c:pt>
                <c:pt idx="11872">
                  <c:v>45620.46875</c:v>
                </c:pt>
                <c:pt idx="11873">
                  <c:v>45694.493750000001</c:v>
                </c:pt>
                <c:pt idx="11874">
                  <c:v>46002.595833333333</c:v>
                </c:pt>
                <c:pt idx="11875">
                  <c:v>45740.489583333343</c:v>
                </c:pt>
                <c:pt idx="11876">
                  <c:v>45988.456250000003</c:v>
                </c:pt>
                <c:pt idx="11877">
                  <c:v>45471.643750000003</c:v>
                </c:pt>
                <c:pt idx="11878">
                  <c:v>45876.276388888888</c:v>
                </c:pt>
                <c:pt idx="11879">
                  <c:v>46015.413888888892</c:v>
                </c:pt>
                <c:pt idx="11880">
                  <c:v>45561.300694444442</c:v>
                </c:pt>
                <c:pt idx="11881">
                  <c:v>45751.386111111111</c:v>
                </c:pt>
                <c:pt idx="11882">
                  <c:v>45582.438194444447</c:v>
                </c:pt>
                <c:pt idx="11883">
                  <c:v>45639.24722222222</c:v>
                </c:pt>
                <c:pt idx="11884">
                  <c:v>45960.611111111109</c:v>
                </c:pt>
                <c:pt idx="11885">
                  <c:v>45820.520138888889</c:v>
                </c:pt>
                <c:pt idx="11886">
                  <c:v>45656.548611111109</c:v>
                </c:pt>
                <c:pt idx="11887">
                  <c:v>45538.436111111107</c:v>
                </c:pt>
                <c:pt idx="11888">
                  <c:v>45848.361805555563</c:v>
                </c:pt>
                <c:pt idx="11889">
                  <c:v>45500.829861111109</c:v>
                </c:pt>
                <c:pt idx="11890">
                  <c:v>45600.444444444453</c:v>
                </c:pt>
                <c:pt idx="11891">
                  <c:v>45797.322916666657</c:v>
                </c:pt>
                <c:pt idx="11892">
                  <c:v>45807.51458333333</c:v>
                </c:pt>
                <c:pt idx="11893">
                  <c:v>45782.534722222219</c:v>
                </c:pt>
                <c:pt idx="11894">
                  <c:v>45710.461111111108</c:v>
                </c:pt>
                <c:pt idx="11895">
                  <c:v>45932.251388888893</c:v>
                </c:pt>
                <c:pt idx="11896">
                  <c:v>45862.47152777778</c:v>
                </c:pt>
                <c:pt idx="11897">
                  <c:v>45764.55</c:v>
                </c:pt>
                <c:pt idx="11898">
                  <c:v>45918.237500000003</c:v>
                </c:pt>
                <c:pt idx="11899">
                  <c:v>45946.527777777781</c:v>
                </c:pt>
                <c:pt idx="11900">
                  <c:v>45726.326388888891</c:v>
                </c:pt>
                <c:pt idx="11901">
                  <c:v>45890.438888888893</c:v>
                </c:pt>
                <c:pt idx="11902">
                  <c:v>45974.34375</c:v>
                </c:pt>
                <c:pt idx="11903">
                  <c:v>45903.541666666657</c:v>
                </c:pt>
                <c:pt idx="11904">
                  <c:v>45565.777777777781</c:v>
                </c:pt>
                <c:pt idx="11905">
                  <c:v>45627.601388888892</c:v>
                </c:pt>
                <c:pt idx="11906">
                  <c:v>46020.78402777778</c:v>
                </c:pt>
                <c:pt idx="11907">
                  <c:v>45837.631944444453</c:v>
                </c:pt>
                <c:pt idx="11908">
                  <c:v>45992.45416666667</c:v>
                </c:pt>
                <c:pt idx="11909">
                  <c:v>45407.793055555558</c:v>
                </c:pt>
                <c:pt idx="11910">
                  <c:v>45759.527083333327</c:v>
                </c:pt>
                <c:pt idx="11911">
                  <c:v>45468.667361111111</c:v>
                </c:pt>
                <c:pt idx="11912">
                  <c:v>45362.453472222223</c:v>
                </c:pt>
                <c:pt idx="11913">
                  <c:v>45655.855555555558</c:v>
                </c:pt>
                <c:pt idx="11914">
                  <c:v>45903.352083333331</c:v>
                </c:pt>
                <c:pt idx="11915">
                  <c:v>45795.805555555547</c:v>
                </c:pt>
                <c:pt idx="11916">
                  <c:v>45962.432638888888</c:v>
                </c:pt>
                <c:pt idx="11917">
                  <c:v>45745.790972222218</c:v>
                </c:pt>
                <c:pt idx="11918">
                  <c:v>45338.490972222222</c:v>
                </c:pt>
                <c:pt idx="11919">
                  <c:v>45428.479166666657</c:v>
                </c:pt>
                <c:pt idx="11920">
                  <c:v>45581.972916666673</c:v>
                </c:pt>
                <c:pt idx="11921">
                  <c:v>45864.44027777778</c:v>
                </c:pt>
                <c:pt idx="11922">
                  <c:v>45399.80972222222</c:v>
                </c:pt>
                <c:pt idx="11923">
                  <c:v>45376.663194444453</c:v>
                </c:pt>
                <c:pt idx="11924">
                  <c:v>45459.396527777782</c:v>
                </c:pt>
                <c:pt idx="11925">
                  <c:v>45938.326388888891</c:v>
                </c:pt>
                <c:pt idx="11926">
                  <c:v>45522.715277777781</c:v>
                </c:pt>
                <c:pt idx="11927">
                  <c:v>45835.796527777777</c:v>
                </c:pt>
                <c:pt idx="11928">
                  <c:v>45678.890277777777</c:v>
                </c:pt>
                <c:pt idx="11929">
                  <c:v>45551.027777777781</c:v>
                </c:pt>
                <c:pt idx="11930">
                  <c:v>45303.339583333327</c:v>
                </c:pt>
                <c:pt idx="11931">
                  <c:v>45642.347916666673</c:v>
                </c:pt>
                <c:pt idx="11932">
                  <c:v>45990.40347222222</c:v>
                </c:pt>
                <c:pt idx="11933">
                  <c:v>45617.343055555553</c:v>
                </c:pt>
                <c:pt idx="11934">
                  <c:v>45705.936805555553</c:v>
                </c:pt>
                <c:pt idx="11935">
                  <c:v>46018.228472222218</c:v>
                </c:pt>
                <c:pt idx="11936">
                  <c:v>45772.484027777777</c:v>
                </c:pt>
                <c:pt idx="11937">
                  <c:v>46001.342361111107</c:v>
                </c:pt>
                <c:pt idx="11938">
                  <c:v>45446.339583333327</c:v>
                </c:pt>
                <c:pt idx="11939">
                  <c:v>45307.34652777778</c:v>
                </c:pt>
                <c:pt idx="11940">
                  <c:v>45959.390972222223</c:v>
                </c:pt>
                <c:pt idx="11941">
                  <c:v>45419.338194444441</c:v>
                </c:pt>
                <c:pt idx="11942">
                  <c:v>45611.347222222219</c:v>
                </c:pt>
                <c:pt idx="11943">
                  <c:v>45726.579861111109</c:v>
                </c:pt>
                <c:pt idx="11944">
                  <c:v>45484.407638888893</c:v>
                </c:pt>
                <c:pt idx="11945">
                  <c:v>45698.444444444453</c:v>
                </c:pt>
                <c:pt idx="11946">
                  <c:v>45544.43472222222</c:v>
                </c:pt>
                <c:pt idx="11947">
                  <c:v>45524.383333333331</c:v>
                </c:pt>
                <c:pt idx="11948">
                  <c:v>45587.445833333331</c:v>
                </c:pt>
                <c:pt idx="11949">
                  <c:v>45978.317361111112</c:v>
                </c:pt>
                <c:pt idx="11950">
                  <c:v>45758.634027777778</c:v>
                </c:pt>
                <c:pt idx="11951">
                  <c:v>45917.572222222218</c:v>
                </c:pt>
                <c:pt idx="11952">
                  <c:v>45379.37777777778</c:v>
                </c:pt>
                <c:pt idx="11953">
                  <c:v>45831.621527777781</c:v>
                </c:pt>
                <c:pt idx="11954">
                  <c:v>45797.54791666667</c:v>
                </c:pt>
                <c:pt idx="11955">
                  <c:v>45337.368750000001</c:v>
                </c:pt>
                <c:pt idx="11956">
                  <c:v>45590.408333333333</c:v>
                </c:pt>
                <c:pt idx="11957">
                  <c:v>45805.35833333333</c:v>
                </c:pt>
                <c:pt idx="11958">
                  <c:v>45597.432638888888</c:v>
                </c:pt>
                <c:pt idx="11959">
                  <c:v>45935.876388888893</c:v>
                </c:pt>
                <c:pt idx="11960">
                  <c:v>45515.408333333333</c:v>
                </c:pt>
                <c:pt idx="11961">
                  <c:v>45313.818055555559</c:v>
                </c:pt>
                <c:pt idx="11962">
                  <c:v>45805.362500000003</c:v>
                </c:pt>
                <c:pt idx="11963">
                  <c:v>45726.613194444442</c:v>
                </c:pt>
                <c:pt idx="11964">
                  <c:v>45358.951388888891</c:v>
                </c:pt>
                <c:pt idx="11965">
                  <c:v>45553.901388888888</c:v>
                </c:pt>
                <c:pt idx="11966">
                  <c:v>45426.71597222222</c:v>
                </c:pt>
                <c:pt idx="11967">
                  <c:v>46008.465277777781</c:v>
                </c:pt>
                <c:pt idx="11968">
                  <c:v>45504.845138888893</c:v>
                </c:pt>
                <c:pt idx="11969">
                  <c:v>45475.181250000001</c:v>
                </c:pt>
                <c:pt idx="11970">
                  <c:v>45603.595138888893</c:v>
                </c:pt>
                <c:pt idx="11971">
                  <c:v>45513.397222222222</c:v>
                </c:pt>
                <c:pt idx="11972">
                  <c:v>45904.521527777782</c:v>
                </c:pt>
                <c:pt idx="11973">
                  <c:v>45757.615972222222</c:v>
                </c:pt>
                <c:pt idx="11974">
                  <c:v>45352.321527777778</c:v>
                </c:pt>
                <c:pt idx="11975">
                  <c:v>45497.606944444437</c:v>
                </c:pt>
                <c:pt idx="11976">
                  <c:v>45821.524305555547</c:v>
                </c:pt>
                <c:pt idx="11977">
                  <c:v>45786.519444444442</c:v>
                </c:pt>
                <c:pt idx="11978">
                  <c:v>45740.210416666669</c:v>
                </c:pt>
                <c:pt idx="11979">
                  <c:v>45695.461111111108</c:v>
                </c:pt>
                <c:pt idx="11980">
                  <c:v>45863.445833333331</c:v>
                </c:pt>
                <c:pt idx="11981">
                  <c:v>45370.65347222222</c:v>
                </c:pt>
                <c:pt idx="11982">
                  <c:v>45649.246527777781</c:v>
                </c:pt>
                <c:pt idx="11983">
                  <c:v>45313.634722222218</c:v>
                </c:pt>
                <c:pt idx="11984">
                  <c:v>45946.386111111111</c:v>
                </c:pt>
                <c:pt idx="11985">
                  <c:v>45539.662499999999</c:v>
                </c:pt>
                <c:pt idx="11986">
                  <c:v>45673.454861111109</c:v>
                </c:pt>
                <c:pt idx="11987">
                  <c:v>45408.45</c:v>
                </c:pt>
                <c:pt idx="11988">
                  <c:v>45446.643055555563</c:v>
                </c:pt>
                <c:pt idx="11989">
                  <c:v>45701.542361111111</c:v>
                </c:pt>
                <c:pt idx="11990">
                  <c:v>45330.324305555558</c:v>
                </c:pt>
                <c:pt idx="11991">
                  <c:v>45391.243750000001</c:v>
                </c:pt>
                <c:pt idx="11992">
                  <c:v>45966.43472222222</c:v>
                </c:pt>
                <c:pt idx="11993">
                  <c:v>45573.220138888893</c:v>
                </c:pt>
                <c:pt idx="11994">
                  <c:v>46016.706944444442</c:v>
                </c:pt>
                <c:pt idx="11995">
                  <c:v>45984.819444444453</c:v>
                </c:pt>
                <c:pt idx="11996">
                  <c:v>45481.652777777781</c:v>
                </c:pt>
                <c:pt idx="11997">
                  <c:v>45403.950694444437</c:v>
                </c:pt>
                <c:pt idx="11998">
                  <c:v>45486.642361111109</c:v>
                </c:pt>
                <c:pt idx="11999">
                  <c:v>45748.390972222223</c:v>
                </c:pt>
                <c:pt idx="12000">
                  <c:v>45974.637499999997</c:v>
                </c:pt>
                <c:pt idx="12001">
                  <c:v>45809.808333333327</c:v>
                </c:pt>
                <c:pt idx="12002">
                  <c:v>45419.256944444453</c:v>
                </c:pt>
                <c:pt idx="12003">
                  <c:v>45507.902083333327</c:v>
                </c:pt>
                <c:pt idx="12004">
                  <c:v>45839.461111111108</c:v>
                </c:pt>
                <c:pt idx="12005">
                  <c:v>45842.554166666669</c:v>
                </c:pt>
                <c:pt idx="12006">
                  <c:v>46016.67083333333</c:v>
                </c:pt>
                <c:pt idx="12007">
                  <c:v>45324.650694444441</c:v>
                </c:pt>
                <c:pt idx="12008">
                  <c:v>46002.535416666673</c:v>
                </c:pt>
                <c:pt idx="12009">
                  <c:v>45448.78402777778</c:v>
                </c:pt>
                <c:pt idx="12010">
                  <c:v>45847.690972222219</c:v>
                </c:pt>
                <c:pt idx="12011">
                  <c:v>45625.424305555563</c:v>
                </c:pt>
                <c:pt idx="12012">
                  <c:v>45370.061805555553</c:v>
                </c:pt>
                <c:pt idx="12013">
                  <c:v>45656.708333333343</c:v>
                </c:pt>
                <c:pt idx="12014">
                  <c:v>45805.915277777778</c:v>
                </c:pt>
                <c:pt idx="12015">
                  <c:v>45342.986805555563</c:v>
                </c:pt>
                <c:pt idx="12016">
                  <c:v>45911.925694444442</c:v>
                </c:pt>
                <c:pt idx="12017">
                  <c:v>45388.349305555559</c:v>
                </c:pt>
                <c:pt idx="12018">
                  <c:v>45925.61041666667</c:v>
                </c:pt>
                <c:pt idx="12019">
                  <c:v>45869.493750000001</c:v>
                </c:pt>
                <c:pt idx="12020">
                  <c:v>45933.276388888888</c:v>
                </c:pt>
                <c:pt idx="12021">
                  <c:v>45989.645138888889</c:v>
                </c:pt>
                <c:pt idx="12022">
                  <c:v>45751.576388888891</c:v>
                </c:pt>
                <c:pt idx="12023">
                  <c:v>45692.640972222223</c:v>
                </c:pt>
                <c:pt idx="12024">
                  <c:v>45573.9</c:v>
                </c:pt>
                <c:pt idx="12025">
                  <c:v>45714.292361111111</c:v>
                </c:pt>
                <c:pt idx="12026">
                  <c:v>45887.554166666669</c:v>
                </c:pt>
                <c:pt idx="12027">
                  <c:v>45319.893055555563</c:v>
                </c:pt>
                <c:pt idx="12028">
                  <c:v>45951.963194444441</c:v>
                </c:pt>
                <c:pt idx="12029">
                  <c:v>45855.410416666673</c:v>
                </c:pt>
                <c:pt idx="12030">
                  <c:v>45882.554861111108</c:v>
                </c:pt>
                <c:pt idx="12031">
                  <c:v>45922.572222222218</c:v>
                </c:pt>
                <c:pt idx="12032">
                  <c:v>45544.495138888888</c:v>
                </c:pt>
                <c:pt idx="12033">
                  <c:v>45823.931250000001</c:v>
                </c:pt>
                <c:pt idx="12034">
                  <c:v>45441.65</c:v>
                </c:pt>
                <c:pt idx="12035">
                  <c:v>45668.602083333331</c:v>
                </c:pt>
                <c:pt idx="12036">
                  <c:v>45711.777777777781</c:v>
                </c:pt>
                <c:pt idx="12037">
                  <c:v>46020.663888888892</c:v>
                </c:pt>
                <c:pt idx="12038">
                  <c:v>45392.474999999999</c:v>
                </c:pt>
                <c:pt idx="12039">
                  <c:v>45910.571527777778</c:v>
                </c:pt>
                <c:pt idx="12040">
                  <c:v>45867.788194444453</c:v>
                </c:pt>
                <c:pt idx="12041">
                  <c:v>45310.621527777781</c:v>
                </c:pt>
                <c:pt idx="12042">
                  <c:v>45469.60833333333</c:v>
                </c:pt>
                <c:pt idx="12043">
                  <c:v>45631.593055555553</c:v>
                </c:pt>
                <c:pt idx="12044">
                  <c:v>45503.645138888889</c:v>
                </c:pt>
                <c:pt idx="12045">
                  <c:v>45354.607638888891</c:v>
                </c:pt>
                <c:pt idx="12046">
                  <c:v>46012.640972222223</c:v>
                </c:pt>
                <c:pt idx="12047">
                  <c:v>45296.563888888893</c:v>
                </c:pt>
                <c:pt idx="12048">
                  <c:v>45954.600694444453</c:v>
                </c:pt>
                <c:pt idx="12049">
                  <c:v>45408.574999999997</c:v>
                </c:pt>
                <c:pt idx="12050">
                  <c:v>45878.632638888892</c:v>
                </c:pt>
                <c:pt idx="12051">
                  <c:v>45816.741666666669</c:v>
                </c:pt>
                <c:pt idx="12052">
                  <c:v>45773.679166666669</c:v>
                </c:pt>
                <c:pt idx="12053">
                  <c:v>45581.615277777782</c:v>
                </c:pt>
                <c:pt idx="12054">
                  <c:v>45922.640972222223</c:v>
                </c:pt>
                <c:pt idx="12055">
                  <c:v>45951.892361111109</c:v>
                </c:pt>
                <c:pt idx="12056">
                  <c:v>45785.529166666667</c:v>
                </c:pt>
                <c:pt idx="12057">
                  <c:v>45906.752083333333</c:v>
                </c:pt>
                <c:pt idx="12058">
                  <c:v>46014.922222222223</c:v>
                </c:pt>
                <c:pt idx="12059">
                  <c:v>45981.568749999999</c:v>
                </c:pt>
                <c:pt idx="12060">
                  <c:v>45545.51666666667</c:v>
                </c:pt>
                <c:pt idx="12061">
                  <c:v>45362.775694444441</c:v>
                </c:pt>
                <c:pt idx="12062">
                  <c:v>45468.539583333331</c:v>
                </c:pt>
                <c:pt idx="12063">
                  <c:v>45464.797222222223</c:v>
                </c:pt>
                <c:pt idx="12064">
                  <c:v>45727.543749999997</c:v>
                </c:pt>
                <c:pt idx="12065">
                  <c:v>45657.538888888892</c:v>
                </c:pt>
                <c:pt idx="12066">
                  <c:v>45618.736805555563</c:v>
                </c:pt>
                <c:pt idx="12067">
                  <c:v>45857.523611111108</c:v>
                </c:pt>
                <c:pt idx="12068">
                  <c:v>46019.381249999999</c:v>
                </c:pt>
                <c:pt idx="12069">
                  <c:v>45880.719444444447</c:v>
                </c:pt>
                <c:pt idx="12070">
                  <c:v>45518.695833333331</c:v>
                </c:pt>
                <c:pt idx="12071">
                  <c:v>45631.722222222219</c:v>
                </c:pt>
                <c:pt idx="12072">
                  <c:v>45546.334027777782</c:v>
                </c:pt>
                <c:pt idx="12073">
                  <c:v>45677.407638888893</c:v>
                </c:pt>
                <c:pt idx="12074">
                  <c:v>45417.414583333331</c:v>
                </c:pt>
                <c:pt idx="12075">
                  <c:v>45470.481249999997</c:v>
                </c:pt>
                <c:pt idx="12076">
                  <c:v>45777.31527777778</c:v>
                </c:pt>
                <c:pt idx="12077">
                  <c:v>45812.656944444447</c:v>
                </c:pt>
                <c:pt idx="12078">
                  <c:v>45933.386805555558</c:v>
                </c:pt>
                <c:pt idx="12079">
                  <c:v>45320.414583333331</c:v>
                </c:pt>
                <c:pt idx="12080">
                  <c:v>45574.400694444441</c:v>
                </c:pt>
                <c:pt idx="12081">
                  <c:v>45992.645833333343</c:v>
                </c:pt>
                <c:pt idx="12082">
                  <c:v>45716.646527777782</c:v>
                </c:pt>
                <c:pt idx="12083">
                  <c:v>45614.695833333331</c:v>
                </c:pt>
                <c:pt idx="12084">
                  <c:v>45646.359027777777</c:v>
                </c:pt>
                <c:pt idx="12085">
                  <c:v>45922.554861111108</c:v>
                </c:pt>
                <c:pt idx="12086">
                  <c:v>45966.602777777778</c:v>
                </c:pt>
                <c:pt idx="12087">
                  <c:v>45698.691666666673</c:v>
                </c:pt>
                <c:pt idx="12088">
                  <c:v>45840.655555555553</c:v>
                </c:pt>
                <c:pt idx="12089">
                  <c:v>45747.511111111111</c:v>
                </c:pt>
                <c:pt idx="12090">
                  <c:v>45909.623611111107</c:v>
                </c:pt>
                <c:pt idx="12091">
                  <c:v>45364.638888888891</c:v>
                </c:pt>
                <c:pt idx="12092">
                  <c:v>45380.238194444442</c:v>
                </c:pt>
                <c:pt idx="12093">
                  <c:v>45312.554861111108</c:v>
                </c:pt>
                <c:pt idx="12094">
                  <c:v>45588.5</c:v>
                </c:pt>
                <c:pt idx="12095">
                  <c:v>45753.614583333343</c:v>
                </c:pt>
                <c:pt idx="12096">
                  <c:v>45406.477083333331</c:v>
                </c:pt>
                <c:pt idx="12097">
                  <c:v>45495.347916666673</c:v>
                </c:pt>
                <c:pt idx="12098">
                  <c:v>45336.699305555558</c:v>
                </c:pt>
                <c:pt idx="12099">
                  <c:v>45679.230555555558</c:v>
                </c:pt>
                <c:pt idx="12100">
                  <c:v>45541.53402777778</c:v>
                </c:pt>
                <c:pt idx="12101">
                  <c:v>45300.496527777781</c:v>
                </c:pt>
                <c:pt idx="12102">
                  <c:v>45559.246527777781</c:v>
                </c:pt>
                <c:pt idx="12103">
                  <c:v>45438.300694444442</c:v>
                </c:pt>
                <c:pt idx="12104">
                  <c:v>45505.688888888893</c:v>
                </c:pt>
                <c:pt idx="12105">
                  <c:v>45458.6875</c:v>
                </c:pt>
                <c:pt idx="12106">
                  <c:v>45357.318749999999</c:v>
                </c:pt>
                <c:pt idx="12107">
                  <c:v>45566.438888888893</c:v>
                </c:pt>
                <c:pt idx="12108">
                  <c:v>45630.770833333343</c:v>
                </c:pt>
                <c:pt idx="12109">
                  <c:v>45769.743055555547</c:v>
                </c:pt>
                <c:pt idx="12110">
                  <c:v>45436.218055555553</c:v>
                </c:pt>
                <c:pt idx="12111">
                  <c:v>45614.681944444441</c:v>
                </c:pt>
                <c:pt idx="12112">
                  <c:v>45532.717361111107</c:v>
                </c:pt>
                <c:pt idx="12113">
                  <c:v>45701.490277777782</c:v>
                </c:pt>
                <c:pt idx="12114">
                  <c:v>45813.219444444447</c:v>
                </c:pt>
                <c:pt idx="12115">
                  <c:v>45803.631944444453</c:v>
                </c:pt>
                <c:pt idx="12116">
                  <c:v>45352.275000000001</c:v>
                </c:pt>
                <c:pt idx="12117">
                  <c:v>45659.729166666657</c:v>
                </c:pt>
                <c:pt idx="12118">
                  <c:v>45939.288194444453</c:v>
                </c:pt>
                <c:pt idx="12119">
                  <c:v>45884.218055555553</c:v>
                </c:pt>
                <c:pt idx="12120">
                  <c:v>45591.591666666667</c:v>
                </c:pt>
                <c:pt idx="12121">
                  <c:v>45685.597916666673</c:v>
                </c:pt>
                <c:pt idx="12122">
                  <c:v>45742.604166666657</c:v>
                </c:pt>
                <c:pt idx="12123">
                  <c:v>45457.249305555553</c:v>
                </c:pt>
                <c:pt idx="12124">
                  <c:v>45826.77847222222</c:v>
                </c:pt>
                <c:pt idx="12125">
                  <c:v>45924.671527777777</c:v>
                </c:pt>
                <c:pt idx="12126">
                  <c:v>45575.572222222218</c:v>
                </c:pt>
                <c:pt idx="12127">
                  <c:v>46021.34097222222</c:v>
                </c:pt>
                <c:pt idx="12128">
                  <c:v>45780.333333333343</c:v>
                </c:pt>
                <c:pt idx="12129">
                  <c:v>45841.236805555563</c:v>
                </c:pt>
                <c:pt idx="12130">
                  <c:v>45645.790972222218</c:v>
                </c:pt>
                <c:pt idx="12131">
                  <c:v>45594.490277777782</c:v>
                </c:pt>
                <c:pt idx="12132">
                  <c:v>45716.604861111111</c:v>
                </c:pt>
                <c:pt idx="12133">
                  <c:v>45631.324305555558</c:v>
                </c:pt>
                <c:pt idx="12134">
                  <c:v>45546.807638888888</c:v>
                </c:pt>
                <c:pt idx="12135">
                  <c:v>45929.579861111109</c:v>
                </c:pt>
                <c:pt idx="12136">
                  <c:v>45866.665972222218</c:v>
                </c:pt>
                <c:pt idx="12137">
                  <c:v>45878.713888888888</c:v>
                </c:pt>
                <c:pt idx="12138">
                  <c:v>45888.502083333333</c:v>
                </c:pt>
                <c:pt idx="12139">
                  <c:v>45713.462500000001</c:v>
                </c:pt>
                <c:pt idx="12140">
                  <c:v>45494.73541666667</c:v>
                </c:pt>
                <c:pt idx="12141">
                  <c:v>45984.258333333331</c:v>
                </c:pt>
                <c:pt idx="12142">
                  <c:v>45300.645138888889</c:v>
                </c:pt>
                <c:pt idx="12143">
                  <c:v>45953.559027777781</c:v>
                </c:pt>
                <c:pt idx="12144">
                  <c:v>46007.205555555563</c:v>
                </c:pt>
                <c:pt idx="12145">
                  <c:v>45885.42083333333</c:v>
                </c:pt>
                <c:pt idx="12146">
                  <c:v>45523.668749999997</c:v>
                </c:pt>
                <c:pt idx="12147">
                  <c:v>45754.224999999999</c:v>
                </c:pt>
                <c:pt idx="12148">
                  <c:v>45616.234027777777</c:v>
                </c:pt>
                <c:pt idx="12149">
                  <c:v>45402.413194444453</c:v>
                </c:pt>
                <c:pt idx="12150">
                  <c:v>45817.212500000001</c:v>
                </c:pt>
                <c:pt idx="12151">
                  <c:v>45683.321527777778</c:v>
                </c:pt>
                <c:pt idx="12152">
                  <c:v>45657.402777777781</c:v>
                </c:pt>
                <c:pt idx="12153">
                  <c:v>45748.60833333333</c:v>
                </c:pt>
                <c:pt idx="12154">
                  <c:v>45876.550694444442</c:v>
                </c:pt>
                <c:pt idx="12155">
                  <c:v>45968.09097222222</c:v>
                </c:pt>
                <c:pt idx="12156">
                  <c:v>45986.111111111109</c:v>
                </c:pt>
                <c:pt idx="12157">
                  <c:v>45805.857638888891</c:v>
                </c:pt>
                <c:pt idx="12158">
                  <c:v>45934.747916666667</c:v>
                </c:pt>
                <c:pt idx="12159">
                  <c:v>45465.600694444453</c:v>
                </c:pt>
                <c:pt idx="12160">
                  <c:v>45748.675694444442</c:v>
                </c:pt>
                <c:pt idx="12161">
                  <c:v>45521.129861111112</c:v>
                </c:pt>
                <c:pt idx="12162">
                  <c:v>45555.092361111107</c:v>
                </c:pt>
                <c:pt idx="12163">
                  <c:v>45431.679166666669</c:v>
                </c:pt>
                <c:pt idx="12164">
                  <c:v>45624.720833333333</c:v>
                </c:pt>
                <c:pt idx="12165">
                  <c:v>45592.617361111108</c:v>
                </c:pt>
                <c:pt idx="12166">
                  <c:v>45755.422222222223</c:v>
                </c:pt>
                <c:pt idx="12167">
                  <c:v>45699.647222222222</c:v>
                </c:pt>
                <c:pt idx="12168">
                  <c:v>45393.041666666657</c:v>
                </c:pt>
                <c:pt idx="12169">
                  <c:v>45847.47152777778</c:v>
                </c:pt>
                <c:pt idx="12170">
                  <c:v>45531.975694444453</c:v>
                </c:pt>
                <c:pt idx="12171">
                  <c:v>45349.038194444453</c:v>
                </c:pt>
                <c:pt idx="12172">
                  <c:v>45530.513888888891</c:v>
                </c:pt>
                <c:pt idx="12173">
                  <c:v>45902.094444444447</c:v>
                </c:pt>
                <c:pt idx="12174">
                  <c:v>45302.772916666669</c:v>
                </c:pt>
                <c:pt idx="12175">
                  <c:v>45367.542361111111</c:v>
                </c:pt>
                <c:pt idx="12176">
                  <c:v>45534.490277777782</c:v>
                </c:pt>
                <c:pt idx="12177">
                  <c:v>45393.494444444441</c:v>
                </c:pt>
                <c:pt idx="12178">
                  <c:v>45621.421527777777</c:v>
                </c:pt>
                <c:pt idx="12179">
                  <c:v>45906.819444444453</c:v>
                </c:pt>
                <c:pt idx="12180">
                  <c:v>45729.576388888891</c:v>
                </c:pt>
                <c:pt idx="12181">
                  <c:v>45441.861805555563</c:v>
                </c:pt>
                <c:pt idx="12182">
                  <c:v>45944.410416666673</c:v>
                </c:pt>
                <c:pt idx="12183">
                  <c:v>45559.697916666657</c:v>
                </c:pt>
                <c:pt idx="12184">
                  <c:v>45338.45</c:v>
                </c:pt>
                <c:pt idx="12185">
                  <c:v>46018.286111111112</c:v>
                </c:pt>
                <c:pt idx="12186">
                  <c:v>45292.369444444441</c:v>
                </c:pt>
                <c:pt idx="12187">
                  <c:v>46018.290277777778</c:v>
                </c:pt>
                <c:pt idx="12188">
                  <c:v>45657.455555555563</c:v>
                </c:pt>
                <c:pt idx="12189">
                  <c:v>45875.643055555563</c:v>
                </c:pt>
                <c:pt idx="12190">
                  <c:v>45534.490277777782</c:v>
                </c:pt>
                <c:pt idx="12191">
                  <c:v>45470.740972222222</c:v>
                </c:pt>
                <c:pt idx="12192">
                  <c:v>45855.759722222218</c:v>
                </c:pt>
                <c:pt idx="12193">
                  <c:v>45586.795138888891</c:v>
                </c:pt>
                <c:pt idx="12194">
                  <c:v>45806.710416666669</c:v>
                </c:pt>
                <c:pt idx="12195">
                  <c:v>45733.365972222222</c:v>
                </c:pt>
                <c:pt idx="12196">
                  <c:v>45924.34375</c:v>
                </c:pt>
                <c:pt idx="12197">
                  <c:v>45987.415972222218</c:v>
                </c:pt>
                <c:pt idx="12198">
                  <c:v>45565.470833333333</c:v>
                </c:pt>
                <c:pt idx="12199">
                  <c:v>46014.584027777782</c:v>
                </c:pt>
                <c:pt idx="12200">
                  <c:v>45421.845833333333</c:v>
                </c:pt>
                <c:pt idx="12201">
                  <c:v>45446.730555555558</c:v>
                </c:pt>
                <c:pt idx="12202">
                  <c:v>45506.395833333343</c:v>
                </c:pt>
                <c:pt idx="12203">
                  <c:v>45949.638194444437</c:v>
                </c:pt>
                <c:pt idx="12204">
                  <c:v>45705.395833333343</c:v>
                </c:pt>
                <c:pt idx="12205">
                  <c:v>45902.870138888888</c:v>
                </c:pt>
                <c:pt idx="12206">
                  <c:v>45627.744444444441</c:v>
                </c:pt>
                <c:pt idx="12207">
                  <c:v>45608.361111111109</c:v>
                </c:pt>
                <c:pt idx="12208">
                  <c:v>45495.378472222219</c:v>
                </c:pt>
                <c:pt idx="12209">
                  <c:v>45582.520833333343</c:v>
                </c:pt>
                <c:pt idx="12210">
                  <c:v>45554.412499999999</c:v>
                </c:pt>
                <c:pt idx="12211">
                  <c:v>45397.82708333333</c:v>
                </c:pt>
                <c:pt idx="12212">
                  <c:v>45530.482638888891</c:v>
                </c:pt>
                <c:pt idx="12213">
                  <c:v>45817.463194444441</c:v>
                </c:pt>
                <c:pt idx="12214">
                  <c:v>45383.540972222218</c:v>
                </c:pt>
                <c:pt idx="12215">
                  <c:v>45308.45416666667</c:v>
                </c:pt>
                <c:pt idx="12216">
                  <c:v>45483.333333333343</c:v>
                </c:pt>
                <c:pt idx="12217">
                  <c:v>45353.388194444437</c:v>
                </c:pt>
                <c:pt idx="12218">
                  <c:v>45376.45</c:v>
                </c:pt>
                <c:pt idx="12219">
                  <c:v>45840.824999999997</c:v>
                </c:pt>
                <c:pt idx="12220">
                  <c:v>45519.833333333343</c:v>
                </c:pt>
                <c:pt idx="12221">
                  <c:v>45881.627083333333</c:v>
                </c:pt>
                <c:pt idx="12222">
                  <c:v>45798.55972222222</c:v>
                </c:pt>
                <c:pt idx="12223">
                  <c:v>45745.470833333333</c:v>
                </c:pt>
                <c:pt idx="12224">
                  <c:v>45655.459722222222</c:v>
                </c:pt>
                <c:pt idx="12225">
                  <c:v>45859.669444444437</c:v>
                </c:pt>
                <c:pt idx="12226">
                  <c:v>45460.87222222222</c:v>
                </c:pt>
                <c:pt idx="12227">
                  <c:v>45769.558333333327</c:v>
                </c:pt>
                <c:pt idx="12228">
                  <c:v>45676.442361111112</c:v>
                </c:pt>
                <c:pt idx="12229">
                  <c:v>45356.853472222218</c:v>
                </c:pt>
                <c:pt idx="12230">
                  <c:v>45475.428472222222</c:v>
                </c:pt>
                <c:pt idx="12231">
                  <c:v>45638.404861111107</c:v>
                </c:pt>
                <c:pt idx="12232">
                  <c:v>45331.574999999997</c:v>
                </c:pt>
                <c:pt idx="12233">
                  <c:v>45937.943055555559</c:v>
                </c:pt>
                <c:pt idx="12234">
                  <c:v>45676.854166666657</c:v>
                </c:pt>
                <c:pt idx="12235">
                  <c:v>45603.470138888893</c:v>
                </c:pt>
                <c:pt idx="12236">
                  <c:v>45992.88958333333</c:v>
                </c:pt>
                <c:pt idx="12237">
                  <c:v>45404.663888888892</c:v>
                </c:pt>
                <c:pt idx="12238">
                  <c:v>45302.496527777781</c:v>
                </c:pt>
                <c:pt idx="12239">
                  <c:v>45376.630555555559</c:v>
                </c:pt>
                <c:pt idx="12240">
                  <c:v>45907.753472222219</c:v>
                </c:pt>
                <c:pt idx="12241">
                  <c:v>45839.467361111107</c:v>
                </c:pt>
                <c:pt idx="12242">
                  <c:v>45967.473611111112</c:v>
                </c:pt>
                <c:pt idx="12243">
                  <c:v>45586.530555555553</c:v>
                </c:pt>
                <c:pt idx="12244">
                  <c:v>45768.723611111112</c:v>
                </c:pt>
                <c:pt idx="12245">
                  <c:v>45803.402083333327</c:v>
                </c:pt>
                <c:pt idx="12246">
                  <c:v>46020.564583333333</c:v>
                </c:pt>
                <c:pt idx="12247">
                  <c:v>45468.612500000003</c:v>
                </c:pt>
                <c:pt idx="12248">
                  <c:v>45875.477777777778</c:v>
                </c:pt>
                <c:pt idx="12249">
                  <c:v>45519.381944444453</c:v>
                </c:pt>
                <c:pt idx="12250">
                  <c:v>45707.518750000003</c:v>
                </c:pt>
                <c:pt idx="12251">
                  <c:v>45728.855555555558</c:v>
                </c:pt>
                <c:pt idx="12252">
                  <c:v>45353.460416666669</c:v>
                </c:pt>
                <c:pt idx="12253">
                  <c:v>45308.877083333333</c:v>
                </c:pt>
                <c:pt idx="12254">
                  <c:v>45379.478472222218</c:v>
                </c:pt>
                <c:pt idx="12255">
                  <c:v>45426.995833333327</c:v>
                </c:pt>
                <c:pt idx="12256">
                  <c:v>45360.661805555559</c:v>
                </c:pt>
                <c:pt idx="12257">
                  <c:v>45396.759027777778</c:v>
                </c:pt>
                <c:pt idx="12258">
                  <c:v>45328.899305555547</c:v>
                </c:pt>
                <c:pt idx="12259">
                  <c:v>45410.075694444437</c:v>
                </c:pt>
                <c:pt idx="12260">
                  <c:v>45295.684027777781</c:v>
                </c:pt>
                <c:pt idx="12261">
                  <c:v>45341.538194444453</c:v>
                </c:pt>
                <c:pt idx="12262">
                  <c:v>45539.349305555559</c:v>
                </c:pt>
                <c:pt idx="12263">
                  <c:v>45916.65625</c:v>
                </c:pt>
                <c:pt idx="12264">
                  <c:v>45800.433333333327</c:v>
                </c:pt>
                <c:pt idx="12265">
                  <c:v>45800.433333333327</c:v>
                </c:pt>
                <c:pt idx="12266">
                  <c:v>45916.65625</c:v>
                </c:pt>
                <c:pt idx="12267">
                  <c:v>45400.393750000003</c:v>
                </c:pt>
                <c:pt idx="12268">
                  <c:v>45539.349305555559</c:v>
                </c:pt>
                <c:pt idx="12269">
                  <c:v>45684.586111111108</c:v>
                </c:pt>
                <c:pt idx="12270">
                  <c:v>45684.586111111108</c:v>
                </c:pt>
                <c:pt idx="12271">
                  <c:v>45400.393750000003</c:v>
                </c:pt>
                <c:pt idx="12272">
                  <c:v>45488.486111111109</c:v>
                </c:pt>
                <c:pt idx="12273">
                  <c:v>45959.412499999999</c:v>
                </c:pt>
                <c:pt idx="12274">
                  <c:v>45742.294444444437</c:v>
                </c:pt>
                <c:pt idx="12275">
                  <c:v>45777.412499999999</c:v>
                </c:pt>
                <c:pt idx="12276">
                  <c:v>45749.519444444442</c:v>
                </c:pt>
                <c:pt idx="12277">
                  <c:v>45629.288888888892</c:v>
                </c:pt>
                <c:pt idx="12278">
                  <c:v>45927.411805555559</c:v>
                </c:pt>
                <c:pt idx="12279">
                  <c:v>45374.311805555553</c:v>
                </c:pt>
                <c:pt idx="12280">
                  <c:v>45804.274305555547</c:v>
                </c:pt>
                <c:pt idx="12281">
                  <c:v>45689.460416666669</c:v>
                </c:pt>
                <c:pt idx="12282">
                  <c:v>45681.54791666667</c:v>
                </c:pt>
                <c:pt idx="12283">
                  <c:v>45353.162499999999</c:v>
                </c:pt>
                <c:pt idx="12284">
                  <c:v>45549.363194444442</c:v>
                </c:pt>
                <c:pt idx="12285">
                  <c:v>45406.765972222223</c:v>
                </c:pt>
                <c:pt idx="12286">
                  <c:v>45902.411805555559</c:v>
                </c:pt>
                <c:pt idx="12287">
                  <c:v>45855.779166666667</c:v>
                </c:pt>
                <c:pt idx="12288">
                  <c:v>45565.291666666657</c:v>
                </c:pt>
                <c:pt idx="12289">
                  <c:v>46000.463194444441</c:v>
                </c:pt>
                <c:pt idx="12290">
                  <c:v>45833.799305555563</c:v>
                </c:pt>
                <c:pt idx="12291">
                  <c:v>45663.398611111108</c:v>
                </c:pt>
                <c:pt idx="12292">
                  <c:v>45434.715277777781</c:v>
                </c:pt>
                <c:pt idx="12293">
                  <c:v>45508.303472222222</c:v>
                </c:pt>
                <c:pt idx="12294">
                  <c:v>45552.410416666673</c:v>
                </c:pt>
                <c:pt idx="12295">
                  <c:v>45390.847222222219</c:v>
                </c:pt>
                <c:pt idx="12296">
                  <c:v>45901.305555555547</c:v>
                </c:pt>
                <c:pt idx="12297">
                  <c:v>45685.38958333333</c:v>
                </c:pt>
                <c:pt idx="12298">
                  <c:v>45600.393750000003</c:v>
                </c:pt>
                <c:pt idx="12299">
                  <c:v>46006.454861111109</c:v>
                </c:pt>
                <c:pt idx="12300">
                  <c:v>45530.399305555547</c:v>
                </c:pt>
                <c:pt idx="12301">
                  <c:v>45824.769444444442</c:v>
                </c:pt>
                <c:pt idx="12302">
                  <c:v>45970.756944444453</c:v>
                </c:pt>
                <c:pt idx="12303">
                  <c:v>45361.428472222222</c:v>
                </c:pt>
                <c:pt idx="12304">
                  <c:v>45313.322916666657</c:v>
                </c:pt>
                <c:pt idx="12305">
                  <c:v>45393.620833333327</c:v>
                </c:pt>
                <c:pt idx="12306">
                  <c:v>45572.300694444442</c:v>
                </c:pt>
                <c:pt idx="12307">
                  <c:v>45718.541666666657</c:v>
                </c:pt>
                <c:pt idx="12308">
                  <c:v>45293.300694444442</c:v>
                </c:pt>
                <c:pt idx="12309">
                  <c:v>45435.837500000001</c:v>
                </c:pt>
                <c:pt idx="12310">
                  <c:v>45502.71875</c:v>
                </c:pt>
                <c:pt idx="12311">
                  <c:v>45334.22152777778</c:v>
                </c:pt>
                <c:pt idx="12312">
                  <c:v>45660.676388888889</c:v>
                </c:pt>
                <c:pt idx="12313">
                  <c:v>45480.780555555553</c:v>
                </c:pt>
                <c:pt idx="12314">
                  <c:v>45460.386805555558</c:v>
                </c:pt>
                <c:pt idx="12315">
                  <c:v>45762.806944444441</c:v>
                </c:pt>
                <c:pt idx="12316">
                  <c:v>45628.37777777778</c:v>
                </c:pt>
                <c:pt idx="12317">
                  <c:v>45762.789583333331</c:v>
                </c:pt>
                <c:pt idx="12318">
                  <c:v>45417.797222222223</c:v>
                </c:pt>
                <c:pt idx="12319">
                  <c:v>45784.458333333343</c:v>
                </c:pt>
                <c:pt idx="12320">
                  <c:v>45599.942361111112</c:v>
                </c:pt>
                <c:pt idx="12321">
                  <c:v>45601.384027777778</c:v>
                </c:pt>
                <c:pt idx="12322">
                  <c:v>45574.368750000001</c:v>
                </c:pt>
                <c:pt idx="12323">
                  <c:v>45450.42291666667</c:v>
                </c:pt>
                <c:pt idx="12324">
                  <c:v>45519.42083333333</c:v>
                </c:pt>
                <c:pt idx="12325">
                  <c:v>45419.36041666667</c:v>
                </c:pt>
                <c:pt idx="12326">
                  <c:v>45491.918055555558</c:v>
                </c:pt>
                <c:pt idx="12327">
                  <c:v>45643.436805555553</c:v>
                </c:pt>
                <c:pt idx="12328">
                  <c:v>45679.431944444441</c:v>
                </c:pt>
                <c:pt idx="12329">
                  <c:v>45384.352083333331</c:v>
                </c:pt>
                <c:pt idx="12330">
                  <c:v>45322.418055555558</c:v>
                </c:pt>
                <c:pt idx="12331">
                  <c:v>45452.868750000001</c:v>
                </c:pt>
                <c:pt idx="12332">
                  <c:v>45322.711805555547</c:v>
                </c:pt>
                <c:pt idx="12333">
                  <c:v>45607.479166666657</c:v>
                </c:pt>
                <c:pt idx="12334">
                  <c:v>45460.739583333343</c:v>
                </c:pt>
                <c:pt idx="12335">
                  <c:v>45594.522222222222</c:v>
                </c:pt>
                <c:pt idx="12336">
                  <c:v>45504.696527777778</c:v>
                </c:pt>
                <c:pt idx="12337">
                  <c:v>45375.921527777777</c:v>
                </c:pt>
                <c:pt idx="12338">
                  <c:v>45530.871527777781</c:v>
                </c:pt>
                <c:pt idx="12339">
                  <c:v>45419.73541666667</c:v>
                </c:pt>
                <c:pt idx="12340">
                  <c:v>45384.363194444442</c:v>
                </c:pt>
                <c:pt idx="12341">
                  <c:v>45628.593055555553</c:v>
                </c:pt>
                <c:pt idx="12342">
                  <c:v>45467.873611111107</c:v>
                </c:pt>
                <c:pt idx="12343">
                  <c:v>45570.635416666657</c:v>
                </c:pt>
                <c:pt idx="12344">
                  <c:v>45400.488888888889</c:v>
                </c:pt>
                <c:pt idx="12345">
                  <c:v>45430.634722222218</c:v>
                </c:pt>
                <c:pt idx="12346">
                  <c:v>45550.579861111109</c:v>
                </c:pt>
                <c:pt idx="12347">
                  <c:v>45617.49722222222</c:v>
                </c:pt>
                <c:pt idx="12348">
                  <c:v>45580.831944444442</c:v>
                </c:pt>
                <c:pt idx="12349">
                  <c:v>45517.830555555563</c:v>
                </c:pt>
                <c:pt idx="12350">
                  <c:v>45480.661111111112</c:v>
                </c:pt>
                <c:pt idx="12351">
                  <c:v>45411.559027777781</c:v>
                </c:pt>
                <c:pt idx="12352">
                  <c:v>45442.623611111107</c:v>
                </c:pt>
                <c:pt idx="12353">
                  <c:v>45312.736805555563</c:v>
                </c:pt>
                <c:pt idx="12354">
                  <c:v>45349.670138888891</c:v>
                </c:pt>
                <c:pt idx="12355">
                  <c:v>45392.82916666667</c:v>
                </c:pt>
                <c:pt idx="12356">
                  <c:v>45492.431250000001</c:v>
                </c:pt>
                <c:pt idx="12357">
                  <c:v>46005.524305555547</c:v>
                </c:pt>
                <c:pt idx="12358">
                  <c:v>45453.640972222223</c:v>
                </c:pt>
                <c:pt idx="12359">
                  <c:v>45555.87222222222</c:v>
                </c:pt>
                <c:pt idx="12360">
                  <c:v>45846.481249999997</c:v>
                </c:pt>
                <c:pt idx="12361">
                  <c:v>45772.426388888889</c:v>
                </c:pt>
                <c:pt idx="12362">
                  <c:v>45503.624305555553</c:v>
                </c:pt>
                <c:pt idx="12363">
                  <c:v>45468.990972222222</c:v>
                </c:pt>
                <c:pt idx="12364">
                  <c:v>45690.636111111111</c:v>
                </c:pt>
                <c:pt idx="12365">
                  <c:v>45732.135416666657</c:v>
                </c:pt>
                <c:pt idx="12366">
                  <c:v>45721.581250000003</c:v>
                </c:pt>
                <c:pt idx="12367">
                  <c:v>45933.644444444442</c:v>
                </c:pt>
                <c:pt idx="12368">
                  <c:v>45877.54791666667</c:v>
                </c:pt>
                <c:pt idx="12369">
                  <c:v>45967.474305555559</c:v>
                </c:pt>
                <c:pt idx="12370">
                  <c:v>45671.650694444441</c:v>
                </c:pt>
                <c:pt idx="12371">
                  <c:v>45486.674305555563</c:v>
                </c:pt>
                <c:pt idx="12372">
                  <c:v>45907.567361111112</c:v>
                </c:pt>
                <c:pt idx="12373">
                  <c:v>45810.799305555563</c:v>
                </c:pt>
                <c:pt idx="12374">
                  <c:v>45638.576388888891</c:v>
                </c:pt>
                <c:pt idx="12375">
                  <c:v>45463.410416666673</c:v>
                </c:pt>
                <c:pt idx="12376">
                  <c:v>45524.409722222219</c:v>
                </c:pt>
                <c:pt idx="12377">
                  <c:v>45614.640972222223</c:v>
                </c:pt>
                <c:pt idx="12378">
                  <c:v>45596.640277777777</c:v>
                </c:pt>
                <c:pt idx="12379">
                  <c:v>45480.273611111108</c:v>
                </c:pt>
                <c:pt idx="12380">
                  <c:v>45778.290972222218</c:v>
                </c:pt>
                <c:pt idx="12381">
                  <c:v>45933.679166666669</c:v>
                </c:pt>
                <c:pt idx="12382">
                  <c:v>45447.373611111107</c:v>
                </c:pt>
                <c:pt idx="12383">
                  <c:v>45306.29583333333</c:v>
                </c:pt>
                <c:pt idx="12384">
                  <c:v>45478.3</c:v>
                </c:pt>
                <c:pt idx="12385">
                  <c:v>45835.779166666667</c:v>
                </c:pt>
                <c:pt idx="12386">
                  <c:v>45740.722916666673</c:v>
                </c:pt>
                <c:pt idx="12387">
                  <c:v>45902.568055555559</c:v>
                </c:pt>
                <c:pt idx="12388">
                  <c:v>45768.324999999997</c:v>
                </c:pt>
                <c:pt idx="12389">
                  <c:v>45418.431250000001</c:v>
                </c:pt>
                <c:pt idx="12390">
                  <c:v>45964.284722222219</c:v>
                </c:pt>
                <c:pt idx="12391">
                  <c:v>45708.645833333343</c:v>
                </c:pt>
                <c:pt idx="12392">
                  <c:v>45845.32708333333</c:v>
                </c:pt>
                <c:pt idx="12393">
                  <c:v>45370.316666666673</c:v>
                </c:pt>
                <c:pt idx="12394">
                  <c:v>45863.277083333327</c:v>
                </c:pt>
                <c:pt idx="12395">
                  <c:v>45333.533333333333</c:v>
                </c:pt>
                <c:pt idx="12396">
                  <c:v>45538.323611111111</c:v>
                </c:pt>
                <c:pt idx="12397">
                  <c:v>45868.749305555553</c:v>
                </c:pt>
                <c:pt idx="12398">
                  <c:v>45675.351388888892</c:v>
                </c:pt>
                <c:pt idx="12399">
                  <c:v>45387.31527777778</c:v>
                </c:pt>
                <c:pt idx="12400">
                  <c:v>45992.375694444447</c:v>
                </c:pt>
                <c:pt idx="12401">
                  <c:v>45811.685416666667</c:v>
                </c:pt>
                <c:pt idx="12402">
                  <c:v>45576.348611111112</c:v>
                </c:pt>
                <c:pt idx="12403">
                  <c:v>45989.262499999997</c:v>
                </c:pt>
                <c:pt idx="12404">
                  <c:v>45635.303472222222</c:v>
                </c:pt>
                <c:pt idx="12405">
                  <c:v>45517.283333333333</c:v>
                </c:pt>
                <c:pt idx="12406">
                  <c:v>45594.386805555558</c:v>
                </c:pt>
                <c:pt idx="12407">
                  <c:v>45774.797222222223</c:v>
                </c:pt>
                <c:pt idx="12408">
                  <c:v>45805.229861111111</c:v>
                </c:pt>
                <c:pt idx="12409">
                  <c:v>45524.271527777782</c:v>
                </c:pt>
                <c:pt idx="12410">
                  <c:v>45487.330555555563</c:v>
                </c:pt>
                <c:pt idx="12411">
                  <c:v>45558.354166666657</c:v>
                </c:pt>
                <c:pt idx="12412">
                  <c:v>46008.626388888893</c:v>
                </c:pt>
                <c:pt idx="12413">
                  <c:v>45959.222222222219</c:v>
                </c:pt>
                <c:pt idx="12414">
                  <c:v>45992.378472222219</c:v>
                </c:pt>
                <c:pt idx="12415">
                  <c:v>45909.626388888893</c:v>
                </c:pt>
                <c:pt idx="12416">
                  <c:v>45383.338888888888</c:v>
                </c:pt>
                <c:pt idx="12417">
                  <c:v>45923.696527777778</c:v>
                </c:pt>
                <c:pt idx="12418">
                  <c:v>45450.886111111111</c:v>
                </c:pt>
                <c:pt idx="12419">
                  <c:v>45594.27847222222</c:v>
                </c:pt>
                <c:pt idx="12420">
                  <c:v>45890.263888888891</c:v>
                </c:pt>
                <c:pt idx="12421">
                  <c:v>45309.238194444442</c:v>
                </c:pt>
                <c:pt idx="12422">
                  <c:v>45417.487500000003</c:v>
                </c:pt>
                <c:pt idx="12423">
                  <c:v>45608.237500000003</c:v>
                </c:pt>
                <c:pt idx="12424">
                  <c:v>45343.265972222223</c:v>
                </c:pt>
                <c:pt idx="12425">
                  <c:v>45840.447222222218</c:v>
                </c:pt>
                <c:pt idx="12426">
                  <c:v>45418.429861111108</c:v>
                </c:pt>
                <c:pt idx="12427">
                  <c:v>45989.578472222223</c:v>
                </c:pt>
                <c:pt idx="12428">
                  <c:v>45901.55972222222</c:v>
                </c:pt>
                <c:pt idx="12429">
                  <c:v>45460.800000000003</c:v>
                </c:pt>
                <c:pt idx="12430">
                  <c:v>45365.104166666657</c:v>
                </c:pt>
                <c:pt idx="12431">
                  <c:v>45429.579861111109</c:v>
                </c:pt>
                <c:pt idx="12432">
                  <c:v>45339.481944444437</c:v>
                </c:pt>
                <c:pt idx="12433">
                  <c:v>45835.550694444442</c:v>
                </c:pt>
                <c:pt idx="12434">
                  <c:v>45687.006249999999</c:v>
                </c:pt>
                <c:pt idx="12435">
                  <c:v>45796.668749999997</c:v>
                </c:pt>
                <c:pt idx="12436">
                  <c:v>45718.477083333331</c:v>
                </c:pt>
                <c:pt idx="12437">
                  <c:v>45398.794444444437</c:v>
                </c:pt>
                <c:pt idx="12438">
                  <c:v>45749.488888888889</c:v>
                </c:pt>
                <c:pt idx="12439">
                  <c:v>45520.70208333333</c:v>
                </c:pt>
                <c:pt idx="12440">
                  <c:v>45581.694444444453</c:v>
                </c:pt>
                <c:pt idx="12441">
                  <c:v>45962.696527777778</c:v>
                </c:pt>
                <c:pt idx="12442">
                  <c:v>45610.480555555558</c:v>
                </c:pt>
                <c:pt idx="12443">
                  <c:v>45815.943749999999</c:v>
                </c:pt>
                <c:pt idx="12444">
                  <c:v>45308.800694444442</c:v>
                </c:pt>
                <c:pt idx="12445">
                  <c:v>46022.581250000003</c:v>
                </c:pt>
                <c:pt idx="12446">
                  <c:v>45941.518750000003</c:v>
                </c:pt>
                <c:pt idx="12447">
                  <c:v>45626.581250000003</c:v>
                </c:pt>
                <c:pt idx="12448">
                  <c:v>45489.498611111107</c:v>
                </c:pt>
                <c:pt idx="12449">
                  <c:v>45914.915972222218</c:v>
                </c:pt>
                <c:pt idx="12450">
                  <c:v>45720.976388888892</c:v>
                </c:pt>
                <c:pt idx="12451">
                  <c:v>45948.796527777777</c:v>
                </c:pt>
                <c:pt idx="12452">
                  <c:v>45353.798611111109</c:v>
                </c:pt>
                <c:pt idx="12453">
                  <c:v>45657.768055555563</c:v>
                </c:pt>
                <c:pt idx="12454">
                  <c:v>45809.842361111107</c:v>
                </c:pt>
                <c:pt idx="12455">
                  <c:v>45530.732638888891</c:v>
                </c:pt>
                <c:pt idx="12456">
                  <c:v>46020.918749999997</c:v>
                </c:pt>
                <c:pt idx="12457">
                  <c:v>45753.877083333333</c:v>
                </c:pt>
                <c:pt idx="12458">
                  <c:v>45586.779861111107</c:v>
                </c:pt>
                <c:pt idx="12459">
                  <c:v>45978.878472222219</c:v>
                </c:pt>
                <c:pt idx="12460">
                  <c:v>45409.665277777778</c:v>
                </c:pt>
                <c:pt idx="12461">
                  <c:v>45632.47152777778</c:v>
                </c:pt>
                <c:pt idx="12462">
                  <c:v>45832.852083333331</c:v>
                </c:pt>
                <c:pt idx="12463">
                  <c:v>45712.443055555559</c:v>
                </c:pt>
                <c:pt idx="12464">
                  <c:v>45667.4375</c:v>
                </c:pt>
                <c:pt idx="12465">
                  <c:v>45925.493055555547</c:v>
                </c:pt>
                <c:pt idx="12466">
                  <c:v>45531.379166666673</c:v>
                </c:pt>
                <c:pt idx="12467">
                  <c:v>45345.630555555559</c:v>
                </c:pt>
                <c:pt idx="12468">
                  <c:v>45783.495833333327</c:v>
                </c:pt>
                <c:pt idx="12469">
                  <c:v>45740.415972222218</c:v>
                </c:pt>
                <c:pt idx="12470">
                  <c:v>45400.504166666673</c:v>
                </c:pt>
                <c:pt idx="12471">
                  <c:v>45593.404861111107</c:v>
                </c:pt>
                <c:pt idx="12472">
                  <c:v>45598.910416666673</c:v>
                </c:pt>
                <c:pt idx="12473">
                  <c:v>45430.813194444447</c:v>
                </c:pt>
                <c:pt idx="12474">
                  <c:v>45516.700694444437</c:v>
                </c:pt>
                <c:pt idx="12475">
                  <c:v>45939.470833333333</c:v>
                </c:pt>
                <c:pt idx="12476">
                  <c:v>45999.574999999997</c:v>
                </c:pt>
                <c:pt idx="12477">
                  <c:v>45628.411111111112</c:v>
                </c:pt>
                <c:pt idx="12478">
                  <c:v>45544.420138888891</c:v>
                </c:pt>
                <c:pt idx="12479">
                  <c:v>45805.584722222222</c:v>
                </c:pt>
                <c:pt idx="12480">
                  <c:v>45733.541666666657</c:v>
                </c:pt>
                <c:pt idx="12481">
                  <c:v>45949.512499999997</c:v>
                </c:pt>
                <c:pt idx="12482">
                  <c:v>45335.422222222223</c:v>
                </c:pt>
                <c:pt idx="12483">
                  <c:v>45394.436805555553</c:v>
                </c:pt>
                <c:pt idx="12484">
                  <c:v>45460.79583333333</c:v>
                </c:pt>
                <c:pt idx="12485">
                  <c:v>45697.47152777778</c:v>
                </c:pt>
                <c:pt idx="12486">
                  <c:v>45874.430555555547</c:v>
                </c:pt>
                <c:pt idx="12487">
                  <c:v>45620.381249999999</c:v>
                </c:pt>
                <c:pt idx="12488">
                  <c:v>45341.59097222222</c:v>
                </c:pt>
                <c:pt idx="12489">
                  <c:v>45738.546527777777</c:v>
                </c:pt>
                <c:pt idx="12490">
                  <c:v>45790.26458333333</c:v>
                </c:pt>
                <c:pt idx="12491">
                  <c:v>45865.521527777782</c:v>
                </c:pt>
                <c:pt idx="12492">
                  <c:v>45998.352777777778</c:v>
                </c:pt>
                <c:pt idx="12493">
                  <c:v>45956.359722222223</c:v>
                </c:pt>
                <c:pt idx="12494">
                  <c:v>45443.282638888893</c:v>
                </c:pt>
                <c:pt idx="12495">
                  <c:v>45537.42083333333</c:v>
                </c:pt>
                <c:pt idx="12496">
                  <c:v>45299.367361111108</c:v>
                </c:pt>
                <c:pt idx="12497">
                  <c:v>45408.252083333333</c:v>
                </c:pt>
                <c:pt idx="12498">
                  <c:v>45655.359722222223</c:v>
                </c:pt>
                <c:pt idx="12499">
                  <c:v>45913.757638888892</c:v>
                </c:pt>
                <c:pt idx="12500">
                  <c:v>45701.409722222219</c:v>
                </c:pt>
                <c:pt idx="12501">
                  <c:v>45472.588888888888</c:v>
                </c:pt>
                <c:pt idx="12502">
                  <c:v>45842.327777777777</c:v>
                </c:pt>
                <c:pt idx="12503">
                  <c:v>45574.338194444441</c:v>
                </c:pt>
                <c:pt idx="12504">
                  <c:v>45971.461805555547</c:v>
                </c:pt>
                <c:pt idx="12505">
                  <c:v>45733.526388888888</c:v>
                </c:pt>
                <c:pt idx="12506">
                  <c:v>45692.538194444453</c:v>
                </c:pt>
                <c:pt idx="12507">
                  <c:v>45866.598611111112</c:v>
                </c:pt>
                <c:pt idx="12508">
                  <c:v>45299.477083333331</c:v>
                </c:pt>
                <c:pt idx="12509">
                  <c:v>46009.447222222218</c:v>
                </c:pt>
                <c:pt idx="12510">
                  <c:v>45820.515972222223</c:v>
                </c:pt>
                <c:pt idx="12511">
                  <c:v>45560.554166666669</c:v>
                </c:pt>
                <c:pt idx="12512">
                  <c:v>45617.426388888889</c:v>
                </c:pt>
                <c:pt idx="12513">
                  <c:v>45504.611111111109</c:v>
                </c:pt>
                <c:pt idx="12514">
                  <c:v>45930.454861111109</c:v>
                </c:pt>
                <c:pt idx="12515">
                  <c:v>45460.45</c:v>
                </c:pt>
                <c:pt idx="12516">
                  <c:v>45772.425000000003</c:v>
                </c:pt>
                <c:pt idx="12517">
                  <c:v>45386.455555555563</c:v>
                </c:pt>
                <c:pt idx="12518">
                  <c:v>45898.498611111107</c:v>
                </c:pt>
                <c:pt idx="12519">
                  <c:v>45338.465277777781</c:v>
                </c:pt>
                <c:pt idx="12520">
                  <c:v>45608.505555555559</c:v>
                </c:pt>
                <c:pt idx="12521">
                  <c:v>45589.568749999999</c:v>
                </c:pt>
                <c:pt idx="12522">
                  <c:v>45756.563888888893</c:v>
                </c:pt>
                <c:pt idx="12523">
                  <c:v>45900.679861111108</c:v>
                </c:pt>
                <c:pt idx="12524">
                  <c:v>45440.480555555558</c:v>
                </c:pt>
                <c:pt idx="12525">
                  <c:v>46008.470833333333</c:v>
                </c:pt>
                <c:pt idx="12526">
                  <c:v>45292.398611111108</c:v>
                </c:pt>
                <c:pt idx="12527">
                  <c:v>45818.650694444441</c:v>
                </c:pt>
                <c:pt idx="12528">
                  <c:v>45509.034722222219</c:v>
                </c:pt>
                <c:pt idx="12529">
                  <c:v>45718.241666666669</c:v>
                </c:pt>
                <c:pt idx="12530">
                  <c:v>45460.504166666673</c:v>
                </c:pt>
                <c:pt idx="12531">
                  <c:v>45420.082638888889</c:v>
                </c:pt>
                <c:pt idx="12532">
                  <c:v>45901.530555555553</c:v>
                </c:pt>
                <c:pt idx="12533">
                  <c:v>45393.506944444453</c:v>
                </c:pt>
                <c:pt idx="12534">
                  <c:v>45434.870833333327</c:v>
                </c:pt>
                <c:pt idx="12535">
                  <c:v>45409.300694444442</c:v>
                </c:pt>
                <c:pt idx="12536">
                  <c:v>45300.377083333333</c:v>
                </c:pt>
                <c:pt idx="12537">
                  <c:v>45401.809027777781</c:v>
                </c:pt>
                <c:pt idx="12538">
                  <c:v>45319.880555555559</c:v>
                </c:pt>
                <c:pt idx="12539">
                  <c:v>45326.524305555547</c:v>
                </c:pt>
                <c:pt idx="12540">
                  <c:v>45356.830555555563</c:v>
                </c:pt>
                <c:pt idx="12541">
                  <c:v>45851.870138888888</c:v>
                </c:pt>
                <c:pt idx="12542">
                  <c:v>45972.165277777778</c:v>
                </c:pt>
                <c:pt idx="12543">
                  <c:v>45943.322916666657</c:v>
                </c:pt>
                <c:pt idx="12544">
                  <c:v>45384.348611111112</c:v>
                </c:pt>
                <c:pt idx="12545">
                  <c:v>45659.466666666667</c:v>
                </c:pt>
                <c:pt idx="12546">
                  <c:v>45557.104861111111</c:v>
                </c:pt>
                <c:pt idx="12547">
                  <c:v>45666.95416666667</c:v>
                </c:pt>
                <c:pt idx="12548">
                  <c:v>45446.779861111107</c:v>
                </c:pt>
                <c:pt idx="12549">
                  <c:v>45307.89166666667</c:v>
                </c:pt>
                <c:pt idx="12550">
                  <c:v>45491.847222222219</c:v>
                </c:pt>
                <c:pt idx="12551">
                  <c:v>45598.87222222222</c:v>
                </c:pt>
                <c:pt idx="12552">
                  <c:v>45534.736111111109</c:v>
                </c:pt>
                <c:pt idx="12553">
                  <c:v>45435.275000000001</c:v>
                </c:pt>
                <c:pt idx="12554">
                  <c:v>45814.563194444447</c:v>
                </c:pt>
                <c:pt idx="12555">
                  <c:v>45369.637499999997</c:v>
                </c:pt>
                <c:pt idx="12556">
                  <c:v>45711.04583333333</c:v>
                </c:pt>
                <c:pt idx="12557">
                  <c:v>45625.513194444437</c:v>
                </c:pt>
                <c:pt idx="12558">
                  <c:v>45475.379166666673</c:v>
                </c:pt>
                <c:pt idx="12559">
                  <c:v>45777.040277777778</c:v>
                </c:pt>
                <c:pt idx="12560">
                  <c:v>45516.931250000001</c:v>
                </c:pt>
                <c:pt idx="12561">
                  <c:v>45337.582638888889</c:v>
                </c:pt>
                <c:pt idx="12562">
                  <c:v>45383.945833333331</c:v>
                </c:pt>
                <c:pt idx="12563">
                  <c:v>45493.792361111111</c:v>
                </c:pt>
                <c:pt idx="12564">
                  <c:v>45604.511805555558</c:v>
                </c:pt>
                <c:pt idx="12565">
                  <c:v>45985.87777777778</c:v>
                </c:pt>
                <c:pt idx="12566">
                  <c:v>45387.521527777782</c:v>
                </c:pt>
                <c:pt idx="12567">
                  <c:v>45416.497916666667</c:v>
                </c:pt>
                <c:pt idx="12568">
                  <c:v>45539.003472222219</c:v>
                </c:pt>
                <c:pt idx="12569">
                  <c:v>45886.863194444442</c:v>
                </c:pt>
                <c:pt idx="12570">
                  <c:v>45749.844444444447</c:v>
                </c:pt>
                <c:pt idx="12571">
                  <c:v>45989.95416666667</c:v>
                </c:pt>
                <c:pt idx="12572">
                  <c:v>45656.695833333331</c:v>
                </c:pt>
                <c:pt idx="12573">
                  <c:v>45820.651388888888</c:v>
                </c:pt>
                <c:pt idx="12574">
                  <c:v>45754.553472222222</c:v>
                </c:pt>
                <c:pt idx="12575">
                  <c:v>45937.554861111108</c:v>
                </c:pt>
                <c:pt idx="12576">
                  <c:v>45448.506249999999</c:v>
                </c:pt>
                <c:pt idx="12577">
                  <c:v>45982.975694444453</c:v>
                </c:pt>
                <c:pt idx="12578">
                  <c:v>45506.675000000003</c:v>
                </c:pt>
                <c:pt idx="12579">
                  <c:v>45577.365972222222</c:v>
                </c:pt>
                <c:pt idx="12580">
                  <c:v>45905.318749999999</c:v>
                </c:pt>
                <c:pt idx="12581">
                  <c:v>45385.460416666669</c:v>
                </c:pt>
                <c:pt idx="12582">
                  <c:v>45828.86041666667</c:v>
                </c:pt>
                <c:pt idx="12583">
                  <c:v>45700.588194444441</c:v>
                </c:pt>
                <c:pt idx="12584">
                  <c:v>45474.42083333333</c:v>
                </c:pt>
                <c:pt idx="12585">
                  <c:v>45877.343055555553</c:v>
                </c:pt>
                <c:pt idx="12586">
                  <c:v>45793.293055555558</c:v>
                </c:pt>
                <c:pt idx="12587">
                  <c:v>45310.765972222223</c:v>
                </c:pt>
                <c:pt idx="12588">
                  <c:v>45427.37777777778</c:v>
                </c:pt>
                <c:pt idx="12589">
                  <c:v>45924.22152777778</c:v>
                </c:pt>
                <c:pt idx="12590">
                  <c:v>45682.552083333343</c:v>
                </c:pt>
                <c:pt idx="12591">
                  <c:v>45824.794444444437</c:v>
                </c:pt>
                <c:pt idx="12592">
                  <c:v>46001.219444444447</c:v>
                </c:pt>
                <c:pt idx="12593">
                  <c:v>45817.350694444453</c:v>
                </c:pt>
                <c:pt idx="12594">
                  <c:v>45887.870833333327</c:v>
                </c:pt>
                <c:pt idx="12595">
                  <c:v>45863.173611111109</c:v>
                </c:pt>
                <c:pt idx="12596">
                  <c:v>45995.242361111108</c:v>
                </c:pt>
                <c:pt idx="12597">
                  <c:v>45970.38958333333</c:v>
                </c:pt>
                <c:pt idx="12598">
                  <c:v>45385.05972222222</c:v>
                </c:pt>
                <c:pt idx="12599">
                  <c:v>45634.29583333333</c:v>
                </c:pt>
                <c:pt idx="12600">
                  <c:v>46020.498611111107</c:v>
                </c:pt>
                <c:pt idx="12601">
                  <c:v>45946.223611111112</c:v>
                </c:pt>
                <c:pt idx="12602">
                  <c:v>45848.2</c:v>
                </c:pt>
                <c:pt idx="12603">
                  <c:v>45832.712500000001</c:v>
                </c:pt>
                <c:pt idx="12604">
                  <c:v>45909.917361111111</c:v>
                </c:pt>
                <c:pt idx="12605">
                  <c:v>45445.607638888891</c:v>
                </c:pt>
                <c:pt idx="12606">
                  <c:v>45695.852777777778</c:v>
                </c:pt>
                <c:pt idx="12607">
                  <c:v>45692.598611111112</c:v>
                </c:pt>
                <c:pt idx="12608">
                  <c:v>45384.405555555553</c:v>
                </c:pt>
                <c:pt idx="12609">
                  <c:v>45321.336805555547</c:v>
                </c:pt>
                <c:pt idx="12610">
                  <c:v>45858.711111111108</c:v>
                </c:pt>
                <c:pt idx="12611">
                  <c:v>45350.568055555559</c:v>
                </c:pt>
                <c:pt idx="12612">
                  <c:v>45621.212500000001</c:v>
                </c:pt>
                <c:pt idx="12613">
                  <c:v>45499.818749999999</c:v>
                </c:pt>
                <c:pt idx="12614">
                  <c:v>45459.842361111107</c:v>
                </c:pt>
                <c:pt idx="12615">
                  <c:v>45719.515277777777</c:v>
                </c:pt>
                <c:pt idx="12616">
                  <c:v>46019.534722222219</c:v>
                </c:pt>
                <c:pt idx="12617">
                  <c:v>45502.420138888891</c:v>
                </c:pt>
                <c:pt idx="12618">
                  <c:v>45799.320833333331</c:v>
                </c:pt>
                <c:pt idx="12619">
                  <c:v>45773.797222222223</c:v>
                </c:pt>
                <c:pt idx="12620">
                  <c:v>45579.599305555559</c:v>
                </c:pt>
                <c:pt idx="12621">
                  <c:v>45601.293055555558</c:v>
                </c:pt>
                <c:pt idx="12622">
                  <c:v>45410.745138888888</c:v>
                </c:pt>
                <c:pt idx="12623">
                  <c:v>45495.484027777777</c:v>
                </c:pt>
                <c:pt idx="12624">
                  <c:v>45635.636805555558</c:v>
                </c:pt>
                <c:pt idx="12625">
                  <c:v>45765.597222222219</c:v>
                </c:pt>
                <c:pt idx="12626">
                  <c:v>45524.629861111112</c:v>
                </c:pt>
                <c:pt idx="12627">
                  <c:v>45830.754861111112</c:v>
                </c:pt>
                <c:pt idx="12628">
                  <c:v>45562.82916666667</c:v>
                </c:pt>
                <c:pt idx="12629">
                  <c:v>45681.395138888889</c:v>
                </c:pt>
                <c:pt idx="12630">
                  <c:v>45855.887499999997</c:v>
                </c:pt>
                <c:pt idx="12631">
                  <c:v>45974.681944444441</c:v>
                </c:pt>
                <c:pt idx="12632">
                  <c:v>45942.498611111107</c:v>
                </c:pt>
                <c:pt idx="12633">
                  <c:v>45404.984722222223</c:v>
                </c:pt>
                <c:pt idx="12634">
                  <c:v>45749.959027777782</c:v>
                </c:pt>
                <c:pt idx="12635">
                  <c:v>45509.568055555559</c:v>
                </c:pt>
                <c:pt idx="12636">
                  <c:v>45330.9</c:v>
                </c:pt>
                <c:pt idx="12637">
                  <c:v>45589.9</c:v>
                </c:pt>
                <c:pt idx="12638">
                  <c:v>45463.507638888892</c:v>
                </c:pt>
                <c:pt idx="12639">
                  <c:v>45550.620833333327</c:v>
                </c:pt>
                <c:pt idx="12640">
                  <c:v>45627.645833333343</c:v>
                </c:pt>
                <c:pt idx="12641">
                  <c:v>45807.905555555553</c:v>
                </c:pt>
                <c:pt idx="12642">
                  <c:v>45690.679861111108</c:v>
                </c:pt>
                <c:pt idx="12643">
                  <c:v>45780.443749999999</c:v>
                </c:pt>
                <c:pt idx="12644">
                  <c:v>45968.622916666667</c:v>
                </c:pt>
                <c:pt idx="12645">
                  <c:v>45857.597222222219</c:v>
                </c:pt>
                <c:pt idx="12646">
                  <c:v>45374.382638888892</c:v>
                </c:pt>
                <c:pt idx="12647">
                  <c:v>45563.479861111111</c:v>
                </c:pt>
                <c:pt idx="12648">
                  <c:v>45917.348611111112</c:v>
                </c:pt>
                <c:pt idx="12649">
                  <c:v>45614.527777777781</c:v>
                </c:pt>
                <c:pt idx="12650">
                  <c:v>45706.695833333331</c:v>
                </c:pt>
                <c:pt idx="12651">
                  <c:v>45458.344444444447</c:v>
                </c:pt>
                <c:pt idx="12652">
                  <c:v>45510.788888888892</c:v>
                </c:pt>
                <c:pt idx="12653">
                  <c:v>46013.467361111107</c:v>
                </c:pt>
                <c:pt idx="12654">
                  <c:v>45660.385416666657</c:v>
                </c:pt>
                <c:pt idx="12655">
                  <c:v>45596.352083333331</c:v>
                </c:pt>
                <c:pt idx="12656">
                  <c:v>45798.904166666667</c:v>
                </c:pt>
                <c:pt idx="12657">
                  <c:v>45999.563888888893</c:v>
                </c:pt>
                <c:pt idx="12658">
                  <c:v>45949.704861111109</c:v>
                </c:pt>
                <c:pt idx="12659">
                  <c:v>45704.507638888892</c:v>
                </c:pt>
                <c:pt idx="12660">
                  <c:v>45778.567361111112</c:v>
                </c:pt>
                <c:pt idx="12661">
                  <c:v>45491.770833333343</c:v>
                </c:pt>
                <c:pt idx="12662">
                  <c:v>45876.720138888893</c:v>
                </c:pt>
                <c:pt idx="12663">
                  <c:v>45634.93472222222</c:v>
                </c:pt>
                <c:pt idx="12664">
                  <c:v>45858.71597222222</c:v>
                </c:pt>
                <c:pt idx="12665">
                  <c:v>45967.8125</c:v>
                </c:pt>
                <c:pt idx="12666">
                  <c:v>45302.628472222219</c:v>
                </c:pt>
                <c:pt idx="12667">
                  <c:v>45563.306944444441</c:v>
                </c:pt>
                <c:pt idx="12668">
                  <c:v>45838.511805555558</c:v>
                </c:pt>
                <c:pt idx="12669">
                  <c:v>45755.515277777777</c:v>
                </c:pt>
                <c:pt idx="12670">
                  <c:v>45915.839583333327</c:v>
                </c:pt>
                <c:pt idx="12671">
                  <c:v>45880.654861111107</c:v>
                </c:pt>
                <c:pt idx="12672">
                  <c:v>46018.90347222222</c:v>
                </c:pt>
                <c:pt idx="12673">
                  <c:v>45672.634027777778</c:v>
                </c:pt>
                <c:pt idx="12674">
                  <c:v>45818.59652777778</c:v>
                </c:pt>
                <c:pt idx="12675">
                  <c:v>45384.786111111112</c:v>
                </c:pt>
                <c:pt idx="12676">
                  <c:v>45748.581250000003</c:v>
                </c:pt>
                <c:pt idx="12677">
                  <c:v>45377.904861111107</c:v>
                </c:pt>
                <c:pt idx="12678">
                  <c:v>45533.826388888891</c:v>
                </c:pt>
                <c:pt idx="12679">
                  <c:v>45505.328472222223</c:v>
                </c:pt>
                <c:pt idx="12680">
                  <c:v>45914.775000000001</c:v>
                </c:pt>
                <c:pt idx="12681">
                  <c:v>45943.463194444441</c:v>
                </c:pt>
                <c:pt idx="12682">
                  <c:v>45361.706944444442</c:v>
                </c:pt>
                <c:pt idx="12683">
                  <c:v>45721.418055555558</c:v>
                </c:pt>
                <c:pt idx="12684">
                  <c:v>45405.193055555559</c:v>
                </c:pt>
                <c:pt idx="12685">
                  <c:v>45981.425694444442</c:v>
                </c:pt>
                <c:pt idx="12686">
                  <c:v>45568.521527777782</c:v>
                </c:pt>
                <c:pt idx="12687">
                  <c:v>45845.684027777781</c:v>
                </c:pt>
                <c:pt idx="12688">
                  <c:v>45341.742361111108</c:v>
                </c:pt>
                <c:pt idx="12689">
                  <c:v>45484.292361111111</c:v>
                </c:pt>
                <c:pt idx="12690">
                  <c:v>45526.509722222218</c:v>
                </c:pt>
                <c:pt idx="12691">
                  <c:v>45918.423611111109</c:v>
                </c:pt>
                <c:pt idx="12692">
                  <c:v>45589.718055555553</c:v>
                </c:pt>
                <c:pt idx="12693">
                  <c:v>45422.714583333327</c:v>
                </c:pt>
                <c:pt idx="12694">
                  <c:v>45318.343055555553</c:v>
                </c:pt>
                <c:pt idx="12695">
                  <c:v>45533.518055555563</c:v>
                </c:pt>
                <c:pt idx="12696">
                  <c:v>45385.290277777778</c:v>
                </c:pt>
                <c:pt idx="12697">
                  <c:v>46005.458333333343</c:v>
                </c:pt>
                <c:pt idx="12698">
                  <c:v>45621.670138888891</c:v>
                </c:pt>
                <c:pt idx="12699">
                  <c:v>45748.332638888889</c:v>
                </c:pt>
                <c:pt idx="12700">
                  <c:v>45442.747916666667</c:v>
                </c:pt>
                <c:pt idx="12701">
                  <c:v>45815.463194444441</c:v>
                </c:pt>
                <c:pt idx="12702">
                  <c:v>45678.481944444437</c:v>
                </c:pt>
                <c:pt idx="12703">
                  <c:v>45880.668055555558</c:v>
                </c:pt>
                <c:pt idx="12704">
                  <c:v>45783.484027777777</c:v>
                </c:pt>
                <c:pt idx="12705">
                  <c:v>45463.728472222218</c:v>
                </c:pt>
                <c:pt idx="12706">
                  <c:v>45641.36041666667</c:v>
                </c:pt>
                <c:pt idx="12707">
                  <c:v>45547.444444444453</c:v>
                </c:pt>
                <c:pt idx="12708">
                  <c:v>45697.773611111108</c:v>
                </c:pt>
                <c:pt idx="12709">
                  <c:v>45661.494444444441</c:v>
                </c:pt>
                <c:pt idx="12710">
                  <c:v>45862.734722222223</c:v>
                </c:pt>
                <c:pt idx="12711">
                  <c:v>45588.729861111111</c:v>
                </c:pt>
                <c:pt idx="12712">
                  <c:v>45417.336111111108</c:v>
                </c:pt>
                <c:pt idx="12713">
                  <c:v>46018.399305555547</c:v>
                </c:pt>
                <c:pt idx="12714">
                  <c:v>45796.630555555559</c:v>
                </c:pt>
                <c:pt idx="12715">
                  <c:v>45845.679861111108</c:v>
                </c:pt>
                <c:pt idx="12716">
                  <c:v>45898.675000000003</c:v>
                </c:pt>
                <c:pt idx="12717">
                  <c:v>45755.701388888891</c:v>
                </c:pt>
                <c:pt idx="12718">
                  <c:v>45883.79791666667</c:v>
                </c:pt>
                <c:pt idx="12719">
                  <c:v>45929.599999999999</c:v>
                </c:pt>
                <c:pt idx="12720">
                  <c:v>46008.236111111109</c:v>
                </c:pt>
                <c:pt idx="12721">
                  <c:v>45982.433333333327</c:v>
                </c:pt>
                <c:pt idx="12722">
                  <c:v>45973.689583333333</c:v>
                </c:pt>
                <c:pt idx="12723">
                  <c:v>45341.386111111111</c:v>
                </c:pt>
                <c:pt idx="12724">
                  <c:v>45690.40347222222</c:v>
                </c:pt>
                <c:pt idx="12725">
                  <c:v>45909.435416666667</c:v>
                </c:pt>
                <c:pt idx="12726">
                  <c:v>45965.70416666667</c:v>
                </c:pt>
                <c:pt idx="12727">
                  <c:v>45950.602777777778</c:v>
                </c:pt>
                <c:pt idx="12728">
                  <c:v>45820.683333333327</c:v>
                </c:pt>
                <c:pt idx="12729">
                  <c:v>45919.493055555547</c:v>
                </c:pt>
                <c:pt idx="12730">
                  <c:v>45479.647916666669</c:v>
                </c:pt>
                <c:pt idx="12731">
                  <c:v>45994.469444444447</c:v>
                </c:pt>
                <c:pt idx="12732">
                  <c:v>45416.425000000003</c:v>
                </c:pt>
                <c:pt idx="12733">
                  <c:v>46013.493750000001</c:v>
                </c:pt>
                <c:pt idx="12734">
                  <c:v>45681.583333333343</c:v>
                </c:pt>
                <c:pt idx="12735">
                  <c:v>45350.801388888889</c:v>
                </c:pt>
                <c:pt idx="12736">
                  <c:v>45800.428472222222</c:v>
                </c:pt>
                <c:pt idx="12737">
                  <c:v>45640.304166666669</c:v>
                </c:pt>
                <c:pt idx="12738">
                  <c:v>45839.97152777778</c:v>
                </c:pt>
                <c:pt idx="12739">
                  <c:v>45717.421527777777</c:v>
                </c:pt>
                <c:pt idx="12740">
                  <c:v>45970.927083333343</c:v>
                </c:pt>
                <c:pt idx="12741">
                  <c:v>45438.443055555559</c:v>
                </c:pt>
                <c:pt idx="12742">
                  <c:v>45476.681250000001</c:v>
                </c:pt>
                <c:pt idx="12743">
                  <c:v>45601.732638888891</c:v>
                </c:pt>
                <c:pt idx="12744">
                  <c:v>45922.904861111107</c:v>
                </c:pt>
                <c:pt idx="12745">
                  <c:v>45874.615972222222</c:v>
                </c:pt>
                <c:pt idx="12746">
                  <c:v>45754.863888888889</c:v>
                </c:pt>
                <c:pt idx="12747">
                  <c:v>45534.388194444437</c:v>
                </c:pt>
                <c:pt idx="12748">
                  <c:v>45615.493055555547</c:v>
                </c:pt>
                <c:pt idx="12749">
                  <c:v>45911.007638888892</c:v>
                </c:pt>
                <c:pt idx="12750">
                  <c:v>45498.934027777781</c:v>
                </c:pt>
                <c:pt idx="12751">
                  <c:v>45657.080555555563</c:v>
                </c:pt>
                <c:pt idx="12752">
                  <c:v>45550.504166666673</c:v>
                </c:pt>
                <c:pt idx="12753">
                  <c:v>45982.465277777781</c:v>
                </c:pt>
                <c:pt idx="12754">
                  <c:v>45359.529861111107</c:v>
                </c:pt>
                <c:pt idx="12755">
                  <c:v>45789.470833333333</c:v>
                </c:pt>
                <c:pt idx="12756">
                  <c:v>45412.956250000003</c:v>
                </c:pt>
                <c:pt idx="12757">
                  <c:v>45952.507638888892</c:v>
                </c:pt>
                <c:pt idx="12758">
                  <c:v>45712.537499999999</c:v>
                </c:pt>
                <c:pt idx="12759">
                  <c:v>45754.023611111108</c:v>
                </c:pt>
                <c:pt idx="12760">
                  <c:v>46004.386805555558</c:v>
                </c:pt>
                <c:pt idx="12761">
                  <c:v>45495.336805555547</c:v>
                </c:pt>
                <c:pt idx="12762">
                  <c:v>45396.740277777782</c:v>
                </c:pt>
                <c:pt idx="12763">
                  <c:v>45887.536111111112</c:v>
                </c:pt>
                <c:pt idx="12764">
                  <c:v>45706.480555555558</c:v>
                </c:pt>
                <c:pt idx="12765">
                  <c:v>45633.5</c:v>
                </c:pt>
                <c:pt idx="12766">
                  <c:v>46019.417361111111</c:v>
                </c:pt>
                <c:pt idx="12767">
                  <c:v>45770.679861111108</c:v>
                </c:pt>
                <c:pt idx="12768">
                  <c:v>45973.722916666673</c:v>
                </c:pt>
                <c:pt idx="12769">
                  <c:v>45957.499305555553</c:v>
                </c:pt>
                <c:pt idx="12770">
                  <c:v>45987.401388888888</c:v>
                </c:pt>
                <c:pt idx="12771">
                  <c:v>45356.318749999999</c:v>
                </c:pt>
                <c:pt idx="12772">
                  <c:v>45422.491666666669</c:v>
                </c:pt>
                <c:pt idx="12773">
                  <c:v>45647.46597222222</c:v>
                </c:pt>
                <c:pt idx="12774">
                  <c:v>45492.490972222222</c:v>
                </c:pt>
                <c:pt idx="12775">
                  <c:v>45943.659722222219</c:v>
                </c:pt>
                <c:pt idx="12776">
                  <c:v>45806.811805555553</c:v>
                </c:pt>
                <c:pt idx="12777">
                  <c:v>45714.714583333327</c:v>
                </c:pt>
                <c:pt idx="12778">
                  <c:v>45895.759027777778</c:v>
                </c:pt>
                <c:pt idx="12779">
                  <c:v>45593.693055555559</c:v>
                </c:pt>
                <c:pt idx="12780">
                  <c:v>45449.367361111108</c:v>
                </c:pt>
                <c:pt idx="12781">
                  <c:v>45744.424305555563</c:v>
                </c:pt>
                <c:pt idx="12782">
                  <c:v>45775.752083333333</c:v>
                </c:pt>
                <c:pt idx="12783">
                  <c:v>46017.586805555547</c:v>
                </c:pt>
                <c:pt idx="12784">
                  <c:v>45294.593055555553</c:v>
                </c:pt>
                <c:pt idx="12785">
                  <c:v>45837.306250000001</c:v>
                </c:pt>
                <c:pt idx="12786">
                  <c:v>45863.29791666667</c:v>
                </c:pt>
                <c:pt idx="12787">
                  <c:v>45538.300694444442</c:v>
                </c:pt>
                <c:pt idx="12788">
                  <c:v>45928.656944444447</c:v>
                </c:pt>
                <c:pt idx="12789">
                  <c:v>45393.5625</c:v>
                </c:pt>
                <c:pt idx="12790">
                  <c:v>45330.502083333333</c:v>
                </c:pt>
                <c:pt idx="12791">
                  <c:v>45657.486111111109</c:v>
                </c:pt>
                <c:pt idx="12792">
                  <c:v>45691.802777777782</c:v>
                </c:pt>
                <c:pt idx="12793">
                  <c:v>45405.8125</c:v>
                </c:pt>
                <c:pt idx="12794">
                  <c:v>45786.578472222223</c:v>
                </c:pt>
                <c:pt idx="12795">
                  <c:v>45572.63958333333</c:v>
                </c:pt>
                <c:pt idx="12796">
                  <c:v>45946.931944444441</c:v>
                </c:pt>
                <c:pt idx="12797">
                  <c:v>45383.647222222222</c:v>
                </c:pt>
                <c:pt idx="12798">
                  <c:v>45746.534722222219</c:v>
                </c:pt>
                <c:pt idx="12799">
                  <c:v>45342.595833333333</c:v>
                </c:pt>
                <c:pt idx="12800">
                  <c:v>45737.737500000003</c:v>
                </c:pt>
                <c:pt idx="12801">
                  <c:v>45870.61041666667</c:v>
                </c:pt>
                <c:pt idx="12802">
                  <c:v>45652.036805555559</c:v>
                </c:pt>
                <c:pt idx="12803">
                  <c:v>46001.065972222219</c:v>
                </c:pt>
                <c:pt idx="12804">
                  <c:v>45293.927083333343</c:v>
                </c:pt>
                <c:pt idx="12805">
                  <c:v>45625.5</c:v>
                </c:pt>
                <c:pt idx="12806">
                  <c:v>45901.743750000001</c:v>
                </c:pt>
                <c:pt idx="12807">
                  <c:v>45631.452777777777</c:v>
                </c:pt>
                <c:pt idx="12808">
                  <c:v>45918.923611111109</c:v>
                </c:pt>
                <c:pt idx="12809">
                  <c:v>45533.021527777782</c:v>
                </c:pt>
                <c:pt idx="12810">
                  <c:v>45805.578472222223</c:v>
                </c:pt>
                <c:pt idx="12811">
                  <c:v>45986.568055555559</c:v>
                </c:pt>
                <c:pt idx="12812">
                  <c:v>45653.88958333333</c:v>
                </c:pt>
                <c:pt idx="12813">
                  <c:v>45747.045138888891</c:v>
                </c:pt>
                <c:pt idx="12814">
                  <c:v>45827.790277777778</c:v>
                </c:pt>
                <c:pt idx="12815">
                  <c:v>45497.717361111107</c:v>
                </c:pt>
                <c:pt idx="12816">
                  <c:v>45601.072222222218</c:v>
                </c:pt>
                <c:pt idx="12817">
                  <c:v>45754.922222222223</c:v>
                </c:pt>
                <c:pt idx="12818">
                  <c:v>45888.800694444442</c:v>
                </c:pt>
                <c:pt idx="12819">
                  <c:v>45322.54791666667</c:v>
                </c:pt>
                <c:pt idx="12820">
                  <c:v>45344.384027777778</c:v>
                </c:pt>
                <c:pt idx="12821">
                  <c:v>45800.614583333343</c:v>
                </c:pt>
                <c:pt idx="12822">
                  <c:v>45433.919444444437</c:v>
                </c:pt>
                <c:pt idx="12823">
                  <c:v>45477.561805555553</c:v>
                </c:pt>
                <c:pt idx="12824">
                  <c:v>45524.555555555547</c:v>
                </c:pt>
                <c:pt idx="12825">
                  <c:v>45907.877083333333</c:v>
                </c:pt>
                <c:pt idx="12826">
                  <c:v>45405.65625</c:v>
                </c:pt>
                <c:pt idx="12827">
                  <c:v>45447.684027777781</c:v>
                </c:pt>
                <c:pt idx="12828">
                  <c:v>45962.993750000001</c:v>
                </c:pt>
                <c:pt idx="12829">
                  <c:v>45480.039583333331</c:v>
                </c:pt>
                <c:pt idx="12830">
                  <c:v>45302.953472222223</c:v>
                </c:pt>
                <c:pt idx="12831">
                  <c:v>45723.78402777778</c:v>
                </c:pt>
                <c:pt idx="12832">
                  <c:v>45374.669444444437</c:v>
                </c:pt>
                <c:pt idx="12833">
                  <c:v>45357.681250000001</c:v>
                </c:pt>
                <c:pt idx="12834">
                  <c:v>45640.018055555563</c:v>
                </c:pt>
                <c:pt idx="12835">
                  <c:v>45610.979861111111</c:v>
                </c:pt>
                <c:pt idx="12836">
                  <c:v>45460.456944444442</c:v>
                </c:pt>
                <c:pt idx="12837">
                  <c:v>45468.474999999999</c:v>
                </c:pt>
                <c:pt idx="12838">
                  <c:v>45419.309027777781</c:v>
                </c:pt>
                <c:pt idx="12839">
                  <c:v>45678.566666666673</c:v>
                </c:pt>
                <c:pt idx="12840">
                  <c:v>45459.84097222222</c:v>
                </c:pt>
                <c:pt idx="12841">
                  <c:v>45863.606944444437</c:v>
                </c:pt>
                <c:pt idx="12842">
                  <c:v>45716.656944444447</c:v>
                </c:pt>
                <c:pt idx="12843">
                  <c:v>45697.54583333333</c:v>
                </c:pt>
                <c:pt idx="12844">
                  <c:v>46007.847222222219</c:v>
                </c:pt>
                <c:pt idx="12845">
                  <c:v>45659.4375</c:v>
                </c:pt>
                <c:pt idx="12846">
                  <c:v>45576.94027777778</c:v>
                </c:pt>
                <c:pt idx="12847">
                  <c:v>45986.663888888892</c:v>
                </c:pt>
                <c:pt idx="12848">
                  <c:v>45935.708333333343</c:v>
                </c:pt>
                <c:pt idx="12849">
                  <c:v>45390.809027777781</c:v>
                </c:pt>
                <c:pt idx="12850">
                  <c:v>45769.439583333333</c:v>
                </c:pt>
                <c:pt idx="12851">
                  <c:v>45828.870138888888</c:v>
                </c:pt>
                <c:pt idx="12852">
                  <c:v>45944.509722222218</c:v>
                </c:pt>
                <c:pt idx="12853">
                  <c:v>45832.727777777778</c:v>
                </c:pt>
                <c:pt idx="12854">
                  <c:v>45538.793749999997</c:v>
                </c:pt>
                <c:pt idx="12855">
                  <c:v>45874.508333333331</c:v>
                </c:pt>
                <c:pt idx="12856">
                  <c:v>45318.600694444453</c:v>
                </c:pt>
                <c:pt idx="12857">
                  <c:v>45980.678472222222</c:v>
                </c:pt>
                <c:pt idx="12858">
                  <c:v>45424.553472222222</c:v>
                </c:pt>
                <c:pt idx="12859">
                  <c:v>45614.696527777778</c:v>
                </c:pt>
                <c:pt idx="12860">
                  <c:v>45355.594444444447</c:v>
                </c:pt>
                <c:pt idx="12861">
                  <c:v>45901.515277777777</c:v>
                </c:pt>
                <c:pt idx="12862">
                  <c:v>45578.679861111108</c:v>
                </c:pt>
                <c:pt idx="12863">
                  <c:v>45664.441666666673</c:v>
                </c:pt>
                <c:pt idx="12864">
                  <c:v>45659.623611111107</c:v>
                </c:pt>
                <c:pt idx="12865">
                  <c:v>45760.6875</c:v>
                </c:pt>
                <c:pt idx="12866">
                  <c:v>46012.670138888891</c:v>
                </c:pt>
                <c:pt idx="12867">
                  <c:v>45469.488888888889</c:v>
                </c:pt>
                <c:pt idx="12868">
                  <c:v>45687.550694444442</c:v>
                </c:pt>
                <c:pt idx="12869">
                  <c:v>45386.509722222218</c:v>
                </c:pt>
                <c:pt idx="12870">
                  <c:v>45721.769444444442</c:v>
                </c:pt>
                <c:pt idx="12871">
                  <c:v>45500.541666666657</c:v>
                </c:pt>
                <c:pt idx="12872">
                  <c:v>45800.468055555553</c:v>
                </c:pt>
                <c:pt idx="12873">
                  <c:v>45660.495138888888</c:v>
                </c:pt>
                <c:pt idx="12874">
                  <c:v>45513.678472222222</c:v>
                </c:pt>
                <c:pt idx="12875">
                  <c:v>45365.70416666667</c:v>
                </c:pt>
                <c:pt idx="12876">
                  <c:v>45488.738888888889</c:v>
                </c:pt>
                <c:pt idx="12877">
                  <c:v>45545.464583333327</c:v>
                </c:pt>
                <c:pt idx="12878">
                  <c:v>45335.595138888893</c:v>
                </c:pt>
                <c:pt idx="12879">
                  <c:v>45603.536111111112</c:v>
                </c:pt>
                <c:pt idx="12880">
                  <c:v>45750.382638888892</c:v>
                </c:pt>
                <c:pt idx="12881">
                  <c:v>45434.63958333333</c:v>
                </c:pt>
                <c:pt idx="12882">
                  <c:v>45870.375694444447</c:v>
                </c:pt>
                <c:pt idx="12883">
                  <c:v>45574.411111111112</c:v>
                </c:pt>
                <c:pt idx="12884">
                  <c:v>45982.535416666673</c:v>
                </c:pt>
                <c:pt idx="12885">
                  <c:v>45779.668749999997</c:v>
                </c:pt>
                <c:pt idx="12886">
                  <c:v>45834.507638888892</c:v>
                </c:pt>
                <c:pt idx="12887">
                  <c:v>45397.478472222218</c:v>
                </c:pt>
                <c:pt idx="12888">
                  <c:v>45631.614583333343</c:v>
                </c:pt>
                <c:pt idx="12889">
                  <c:v>45924.511111111111</c:v>
                </c:pt>
                <c:pt idx="12890">
                  <c:v>45299.490277777782</c:v>
                </c:pt>
                <c:pt idx="12891">
                  <c:v>45896.713888888888</c:v>
                </c:pt>
                <c:pt idx="12892">
                  <c:v>45961.657638888893</c:v>
                </c:pt>
                <c:pt idx="12893">
                  <c:v>45691.634027777778</c:v>
                </c:pt>
                <c:pt idx="12894">
                  <c:v>45463.549305555563</c:v>
                </c:pt>
                <c:pt idx="12895">
                  <c:v>45875.720833333333</c:v>
                </c:pt>
                <c:pt idx="12896">
                  <c:v>45714.714583333327</c:v>
                </c:pt>
                <c:pt idx="12897">
                  <c:v>45811.644444444442</c:v>
                </c:pt>
                <c:pt idx="12898">
                  <c:v>45926.609027777777</c:v>
                </c:pt>
                <c:pt idx="12899">
                  <c:v>46006.427777777782</c:v>
                </c:pt>
                <c:pt idx="12900">
                  <c:v>45773.49722222222</c:v>
                </c:pt>
                <c:pt idx="12901">
                  <c:v>45934.675694444442</c:v>
                </c:pt>
                <c:pt idx="12902">
                  <c:v>45674.54583333333</c:v>
                </c:pt>
                <c:pt idx="12903">
                  <c:v>45565.586805555547</c:v>
                </c:pt>
                <c:pt idx="12904">
                  <c:v>45825.620138888888</c:v>
                </c:pt>
                <c:pt idx="12905">
                  <c:v>45888.887499999997</c:v>
                </c:pt>
                <c:pt idx="12906">
                  <c:v>45430.085416666669</c:v>
                </c:pt>
                <c:pt idx="12907">
                  <c:v>45739.631249999999</c:v>
                </c:pt>
                <c:pt idx="12908">
                  <c:v>45691.567361111112</c:v>
                </c:pt>
                <c:pt idx="12909">
                  <c:v>46022.775000000001</c:v>
                </c:pt>
                <c:pt idx="12910">
                  <c:v>45337.302083333343</c:v>
                </c:pt>
                <c:pt idx="12911">
                  <c:v>45386.818055555559</c:v>
                </c:pt>
                <c:pt idx="12912">
                  <c:v>45362.241666666669</c:v>
                </c:pt>
                <c:pt idx="12913">
                  <c:v>45312.756944444453</c:v>
                </c:pt>
                <c:pt idx="12914">
                  <c:v>45615.800694444442</c:v>
                </c:pt>
                <c:pt idx="12915">
                  <c:v>45622.467361111107</c:v>
                </c:pt>
                <c:pt idx="12916">
                  <c:v>45486.524305555547</c:v>
                </c:pt>
                <c:pt idx="12917">
                  <c:v>45695.291666666657</c:v>
                </c:pt>
                <c:pt idx="12918">
                  <c:v>45341.42083333333</c:v>
                </c:pt>
                <c:pt idx="12919">
                  <c:v>45325.836111111108</c:v>
                </c:pt>
                <c:pt idx="12920">
                  <c:v>45385.847222222219</c:v>
                </c:pt>
                <c:pt idx="12921">
                  <c:v>45992.458333333343</c:v>
                </c:pt>
                <c:pt idx="12922">
                  <c:v>45351.559027777781</c:v>
                </c:pt>
                <c:pt idx="12923">
                  <c:v>45748.532638888893</c:v>
                </c:pt>
                <c:pt idx="12924">
                  <c:v>45743.450694444437</c:v>
                </c:pt>
                <c:pt idx="12925">
                  <c:v>46021.459722222222</c:v>
                </c:pt>
                <c:pt idx="12926">
                  <c:v>45628.020138888889</c:v>
                </c:pt>
                <c:pt idx="12927">
                  <c:v>45925.525000000001</c:v>
                </c:pt>
                <c:pt idx="12928">
                  <c:v>45657.986805555563</c:v>
                </c:pt>
                <c:pt idx="12929">
                  <c:v>45402.716666666667</c:v>
                </c:pt>
                <c:pt idx="12930">
                  <c:v>45546.711111111108</c:v>
                </c:pt>
                <c:pt idx="12931">
                  <c:v>45766.398611111108</c:v>
                </c:pt>
                <c:pt idx="12932">
                  <c:v>45587.40347222222</c:v>
                </c:pt>
                <c:pt idx="12933">
                  <c:v>45915.724305555559</c:v>
                </c:pt>
                <c:pt idx="12934">
                  <c:v>45877.743750000001</c:v>
                </c:pt>
                <c:pt idx="12935">
                  <c:v>45989.396527777782</c:v>
                </c:pt>
                <c:pt idx="12936">
                  <c:v>45566.703472222223</c:v>
                </c:pt>
                <c:pt idx="12937">
                  <c:v>45609.877083333333</c:v>
                </c:pt>
                <c:pt idx="12938">
                  <c:v>45472.725694444453</c:v>
                </c:pt>
                <c:pt idx="12939">
                  <c:v>45683.591666666667</c:v>
                </c:pt>
                <c:pt idx="12940">
                  <c:v>46004.675000000003</c:v>
                </c:pt>
                <c:pt idx="12941">
                  <c:v>45595.838194444441</c:v>
                </c:pt>
                <c:pt idx="12942">
                  <c:v>45827.619444444441</c:v>
                </c:pt>
                <c:pt idx="12943">
                  <c:v>45798.62777777778</c:v>
                </c:pt>
                <c:pt idx="12944">
                  <c:v>45444.363194444442</c:v>
                </c:pt>
                <c:pt idx="12945">
                  <c:v>45415.74722222222</c:v>
                </c:pt>
                <c:pt idx="12946">
                  <c:v>45807.857638888891</c:v>
                </c:pt>
                <c:pt idx="12947">
                  <c:v>45736.770833333343</c:v>
                </c:pt>
                <c:pt idx="12948">
                  <c:v>45330.555555555547</c:v>
                </c:pt>
                <c:pt idx="12949">
                  <c:v>45544.466666666667</c:v>
                </c:pt>
                <c:pt idx="12950">
                  <c:v>45389.563888888893</c:v>
                </c:pt>
                <c:pt idx="12951">
                  <c:v>45527.549305555563</c:v>
                </c:pt>
                <c:pt idx="12952">
                  <c:v>45968.495138888888</c:v>
                </c:pt>
                <c:pt idx="12953">
                  <c:v>45437.542361111111</c:v>
                </c:pt>
                <c:pt idx="12954">
                  <c:v>45753.647222222222</c:v>
                </c:pt>
                <c:pt idx="12955">
                  <c:v>45907.57708333333</c:v>
                </c:pt>
                <c:pt idx="12956">
                  <c:v>45493.744444444441</c:v>
                </c:pt>
                <c:pt idx="12957">
                  <c:v>45773.917361111111</c:v>
                </c:pt>
                <c:pt idx="12958">
                  <c:v>45359.50277777778</c:v>
                </c:pt>
                <c:pt idx="12959">
                  <c:v>45845.833333333343</c:v>
                </c:pt>
                <c:pt idx="12960">
                  <c:v>45507.604861111111</c:v>
                </c:pt>
                <c:pt idx="12961">
                  <c:v>45926.43472222222</c:v>
                </c:pt>
                <c:pt idx="12962">
                  <c:v>45580.010416666657</c:v>
                </c:pt>
                <c:pt idx="12963">
                  <c:v>45979.556250000001</c:v>
                </c:pt>
                <c:pt idx="12964">
                  <c:v>45718.813888888893</c:v>
                </c:pt>
                <c:pt idx="12965">
                  <c:v>45874.000694444447</c:v>
                </c:pt>
                <c:pt idx="12966">
                  <c:v>45625.706944444442</c:v>
                </c:pt>
                <c:pt idx="12967">
                  <c:v>45376.34652777778</c:v>
                </c:pt>
                <c:pt idx="12968">
                  <c:v>45791.667361111111</c:v>
                </c:pt>
                <c:pt idx="12969">
                  <c:v>45434.979166666657</c:v>
                </c:pt>
                <c:pt idx="12970">
                  <c:v>45293.640972222223</c:v>
                </c:pt>
                <c:pt idx="12971">
                  <c:v>45798.404166666667</c:v>
                </c:pt>
                <c:pt idx="12972">
                  <c:v>46003.688194444447</c:v>
                </c:pt>
                <c:pt idx="12973">
                  <c:v>45717.67083333333</c:v>
                </c:pt>
                <c:pt idx="12974">
                  <c:v>45657.777777777781</c:v>
                </c:pt>
                <c:pt idx="12975">
                  <c:v>45671.615277777782</c:v>
                </c:pt>
                <c:pt idx="12976">
                  <c:v>45625.386805555558</c:v>
                </c:pt>
                <c:pt idx="12977">
                  <c:v>45740.425694444442</c:v>
                </c:pt>
                <c:pt idx="12978">
                  <c:v>45838.633333333331</c:v>
                </c:pt>
                <c:pt idx="12979">
                  <c:v>45818.429166666669</c:v>
                </c:pt>
                <c:pt idx="12980">
                  <c:v>45939.509027777778</c:v>
                </c:pt>
                <c:pt idx="12981">
                  <c:v>45871.425694444442</c:v>
                </c:pt>
                <c:pt idx="12982">
                  <c:v>45778.536805555559</c:v>
                </c:pt>
                <c:pt idx="12983">
                  <c:v>45684.691666666673</c:v>
                </c:pt>
                <c:pt idx="12984">
                  <c:v>45519.392361111109</c:v>
                </c:pt>
                <c:pt idx="12985">
                  <c:v>46014.488194444442</c:v>
                </c:pt>
                <c:pt idx="12986">
                  <c:v>45855.576388888891</c:v>
                </c:pt>
                <c:pt idx="12987">
                  <c:v>45967.42083333333</c:v>
                </c:pt>
                <c:pt idx="12988">
                  <c:v>45603.506249999999</c:v>
                </c:pt>
                <c:pt idx="12989">
                  <c:v>45891.684027777781</c:v>
                </c:pt>
                <c:pt idx="12990">
                  <c:v>45756.510416666657</c:v>
                </c:pt>
                <c:pt idx="12991">
                  <c:v>45464.579861111109</c:v>
                </c:pt>
                <c:pt idx="12992">
                  <c:v>45572.432638888888</c:v>
                </c:pt>
                <c:pt idx="12993">
                  <c:v>45693.60833333333</c:v>
                </c:pt>
                <c:pt idx="12994">
                  <c:v>45989.443749999999</c:v>
                </c:pt>
                <c:pt idx="12995">
                  <c:v>45547.642361111109</c:v>
                </c:pt>
                <c:pt idx="12996">
                  <c:v>45687.427777777782</c:v>
                </c:pt>
                <c:pt idx="12997">
                  <c:v>45654.401388888888</c:v>
                </c:pt>
                <c:pt idx="12998">
                  <c:v>45496.556250000001</c:v>
                </c:pt>
                <c:pt idx="12999">
                  <c:v>45904.48333333333</c:v>
                </c:pt>
                <c:pt idx="13000">
                  <c:v>45939.629166666673</c:v>
                </c:pt>
                <c:pt idx="13001">
                  <c:v>45812.523611111108</c:v>
                </c:pt>
                <c:pt idx="13002">
                  <c:v>45827.618055555547</c:v>
                </c:pt>
                <c:pt idx="13003">
                  <c:v>45398.71597222222</c:v>
                </c:pt>
                <c:pt idx="13004">
                  <c:v>46020.475694444453</c:v>
                </c:pt>
                <c:pt idx="13005">
                  <c:v>45908.654166666667</c:v>
                </c:pt>
                <c:pt idx="13006">
                  <c:v>46017.615277777782</c:v>
                </c:pt>
                <c:pt idx="13007">
                  <c:v>45465.601388888892</c:v>
                </c:pt>
                <c:pt idx="13008">
                  <c:v>45366.551388888889</c:v>
                </c:pt>
                <c:pt idx="13009">
                  <c:v>45422.662499999999</c:v>
                </c:pt>
                <c:pt idx="13010">
                  <c:v>45601.601388888892</c:v>
                </c:pt>
                <c:pt idx="13011">
                  <c:v>45747.63958333333</c:v>
                </c:pt>
                <c:pt idx="13012">
                  <c:v>45867.602083333331</c:v>
                </c:pt>
                <c:pt idx="13013">
                  <c:v>45513.654166666667</c:v>
                </c:pt>
                <c:pt idx="13014">
                  <c:v>45781.473611111112</c:v>
                </c:pt>
                <c:pt idx="13015">
                  <c:v>45979.67291666667</c:v>
                </c:pt>
                <c:pt idx="13016">
                  <c:v>45558.469444444447</c:v>
                </c:pt>
                <c:pt idx="13017">
                  <c:v>45668.681944444441</c:v>
                </c:pt>
                <c:pt idx="13018">
                  <c:v>45751.328472222223</c:v>
                </c:pt>
                <c:pt idx="13019">
                  <c:v>45560.47152777778</c:v>
                </c:pt>
                <c:pt idx="13020">
                  <c:v>45866.588194444441</c:v>
                </c:pt>
                <c:pt idx="13021">
                  <c:v>45448.615972222222</c:v>
                </c:pt>
                <c:pt idx="13022">
                  <c:v>45324.52847222222</c:v>
                </c:pt>
                <c:pt idx="13023">
                  <c:v>45729.473611111112</c:v>
                </c:pt>
                <c:pt idx="13024">
                  <c:v>45628.17083333333</c:v>
                </c:pt>
                <c:pt idx="13025">
                  <c:v>45453.072916666657</c:v>
                </c:pt>
                <c:pt idx="13026">
                  <c:v>45485.363194444442</c:v>
                </c:pt>
                <c:pt idx="13027">
                  <c:v>45714.320138888892</c:v>
                </c:pt>
                <c:pt idx="13028">
                  <c:v>45558.163194444453</c:v>
                </c:pt>
                <c:pt idx="13029">
                  <c:v>45798.354861111111</c:v>
                </c:pt>
                <c:pt idx="13030">
                  <c:v>45939.231944444437</c:v>
                </c:pt>
                <c:pt idx="13031">
                  <c:v>45310.36041666667</c:v>
                </c:pt>
                <c:pt idx="13032">
                  <c:v>45693.269444444442</c:v>
                </c:pt>
                <c:pt idx="13033">
                  <c:v>45595.368750000001</c:v>
                </c:pt>
                <c:pt idx="13034">
                  <c:v>45392.37222222222</c:v>
                </c:pt>
                <c:pt idx="13035">
                  <c:v>45925.375</c:v>
                </c:pt>
                <c:pt idx="13036">
                  <c:v>45741.364583333343</c:v>
                </c:pt>
                <c:pt idx="13037">
                  <c:v>45520.15902777778</c:v>
                </c:pt>
                <c:pt idx="13038">
                  <c:v>45420.616666666669</c:v>
                </c:pt>
                <c:pt idx="13039">
                  <c:v>45832.380555555559</c:v>
                </c:pt>
                <c:pt idx="13040">
                  <c:v>45768.413194444453</c:v>
                </c:pt>
                <c:pt idx="13041">
                  <c:v>45342.336805555547</c:v>
                </c:pt>
                <c:pt idx="13042">
                  <c:v>45861.354861111111</c:v>
                </c:pt>
                <c:pt idx="13043">
                  <c:v>45660.354861111111</c:v>
                </c:pt>
                <c:pt idx="13044">
                  <c:v>46010.393055555563</c:v>
                </c:pt>
                <c:pt idx="13045">
                  <c:v>45894.429861111108</c:v>
                </c:pt>
                <c:pt idx="13046">
                  <c:v>45717.549305555563</c:v>
                </c:pt>
                <c:pt idx="13047">
                  <c:v>45643.588888888888</c:v>
                </c:pt>
                <c:pt idx="13048">
                  <c:v>45979.61041666667</c:v>
                </c:pt>
                <c:pt idx="13049">
                  <c:v>45522.624305555553</c:v>
                </c:pt>
                <c:pt idx="13050">
                  <c:v>45622.465277777781</c:v>
                </c:pt>
                <c:pt idx="13051">
                  <c:v>45422.561805555553</c:v>
                </c:pt>
                <c:pt idx="13052">
                  <c:v>45764.561111111107</c:v>
                </c:pt>
                <c:pt idx="13053">
                  <c:v>45740.61041666667</c:v>
                </c:pt>
                <c:pt idx="13054">
                  <c:v>45447.571527777778</c:v>
                </c:pt>
                <c:pt idx="13055">
                  <c:v>45568.492361111108</c:v>
                </c:pt>
                <c:pt idx="13056">
                  <c:v>45798.607638888891</c:v>
                </c:pt>
                <c:pt idx="13057">
                  <c:v>45689.602083333331</c:v>
                </c:pt>
                <c:pt idx="13058">
                  <c:v>45318.65</c:v>
                </c:pt>
                <c:pt idx="13059">
                  <c:v>45948.725694444453</c:v>
                </c:pt>
                <c:pt idx="13060">
                  <c:v>45538.688888888893</c:v>
                </c:pt>
                <c:pt idx="13061">
                  <c:v>45854.704861111109</c:v>
                </c:pt>
                <c:pt idx="13062">
                  <c:v>45352.617361111108</c:v>
                </c:pt>
                <c:pt idx="13063">
                  <c:v>45919.598611111112</c:v>
                </c:pt>
                <c:pt idx="13064">
                  <c:v>45476.92291666667</c:v>
                </c:pt>
                <c:pt idx="13065">
                  <c:v>46008.831250000003</c:v>
                </c:pt>
                <c:pt idx="13066">
                  <c:v>45397.647222222222</c:v>
                </c:pt>
                <c:pt idx="13067">
                  <c:v>45888.64166666667</c:v>
                </c:pt>
                <c:pt idx="13068">
                  <c:v>45825.554166666669</c:v>
                </c:pt>
                <c:pt idx="13069">
                  <c:v>45591.654166666667</c:v>
                </c:pt>
                <c:pt idx="13070">
                  <c:v>45467.500694444447</c:v>
                </c:pt>
                <c:pt idx="13071">
                  <c:v>45890.490972222222</c:v>
                </c:pt>
                <c:pt idx="13072">
                  <c:v>45755.547222222223</c:v>
                </c:pt>
                <c:pt idx="13073">
                  <c:v>45880.848611111112</c:v>
                </c:pt>
                <c:pt idx="13074">
                  <c:v>45974.470833333333</c:v>
                </c:pt>
                <c:pt idx="13075">
                  <c:v>45730.439583333333</c:v>
                </c:pt>
                <c:pt idx="13076">
                  <c:v>46018.6</c:v>
                </c:pt>
                <c:pt idx="13077">
                  <c:v>45657.681250000001</c:v>
                </c:pt>
                <c:pt idx="13078">
                  <c:v>45405.616666666669</c:v>
                </c:pt>
                <c:pt idx="13079">
                  <c:v>45841.748611111107</c:v>
                </c:pt>
                <c:pt idx="13080">
                  <c:v>45533.823611111111</c:v>
                </c:pt>
                <c:pt idx="13081">
                  <c:v>45926.450694444437</c:v>
                </c:pt>
                <c:pt idx="13082">
                  <c:v>45919.184027777781</c:v>
                </c:pt>
                <c:pt idx="13083">
                  <c:v>45796.175000000003</c:v>
                </c:pt>
                <c:pt idx="13084">
                  <c:v>45836.838888888888</c:v>
                </c:pt>
                <c:pt idx="13085">
                  <c:v>45311.227777777778</c:v>
                </c:pt>
                <c:pt idx="13086">
                  <c:v>45949.724999999999</c:v>
                </c:pt>
                <c:pt idx="13087">
                  <c:v>45656.193055555559</c:v>
                </c:pt>
                <c:pt idx="13088">
                  <c:v>45902.473611111112</c:v>
                </c:pt>
                <c:pt idx="13089">
                  <c:v>45617.230555555558</c:v>
                </c:pt>
                <c:pt idx="13090">
                  <c:v>45443.429861111108</c:v>
                </c:pt>
                <c:pt idx="13091">
                  <c:v>45999.438888888893</c:v>
                </c:pt>
                <c:pt idx="13092">
                  <c:v>45299.413194444453</c:v>
                </c:pt>
                <c:pt idx="13093">
                  <c:v>45875.168055555558</c:v>
                </c:pt>
                <c:pt idx="13094">
                  <c:v>45898.227083333331</c:v>
                </c:pt>
                <c:pt idx="13095">
                  <c:v>45538.195138888892</c:v>
                </c:pt>
                <c:pt idx="13096">
                  <c:v>45492.361111111109</c:v>
                </c:pt>
                <c:pt idx="13097">
                  <c:v>45933.397222222222</c:v>
                </c:pt>
                <c:pt idx="13098">
                  <c:v>45511.388888888891</c:v>
                </c:pt>
                <c:pt idx="13099">
                  <c:v>45848.404861111107</c:v>
                </c:pt>
                <c:pt idx="13100">
                  <c:v>45552.609722222223</c:v>
                </c:pt>
                <c:pt idx="13101">
                  <c:v>45329.254166666673</c:v>
                </c:pt>
                <c:pt idx="13102">
                  <c:v>45757.397222222222</c:v>
                </c:pt>
                <c:pt idx="13103">
                  <c:v>45524.613888888889</c:v>
                </c:pt>
                <c:pt idx="13104">
                  <c:v>45464.53402777778</c:v>
                </c:pt>
                <c:pt idx="13105">
                  <c:v>45999.513194444437</c:v>
                </c:pt>
                <c:pt idx="13106">
                  <c:v>45601.621527777781</c:v>
                </c:pt>
                <c:pt idx="13107">
                  <c:v>45354.432638888888</c:v>
                </c:pt>
                <c:pt idx="13108">
                  <c:v>45573.378472222219</c:v>
                </c:pt>
                <c:pt idx="13109">
                  <c:v>45784.207638888889</c:v>
                </c:pt>
                <c:pt idx="13110">
                  <c:v>45889.189583333333</c:v>
                </c:pt>
                <c:pt idx="13111">
                  <c:v>45862.282638888893</c:v>
                </c:pt>
                <c:pt idx="13112">
                  <c:v>45967.0625</c:v>
                </c:pt>
                <c:pt idx="13113">
                  <c:v>45636.236805555563</c:v>
                </c:pt>
                <c:pt idx="13114">
                  <c:v>45984.962500000001</c:v>
                </c:pt>
                <c:pt idx="13115">
                  <c:v>45342.265277777777</c:v>
                </c:pt>
                <c:pt idx="13116">
                  <c:v>45595.224999999999</c:v>
                </c:pt>
                <c:pt idx="13117">
                  <c:v>45401.26666666667</c:v>
                </c:pt>
                <c:pt idx="13118">
                  <c:v>45827.189583333333</c:v>
                </c:pt>
                <c:pt idx="13119">
                  <c:v>45769.182638888888</c:v>
                </c:pt>
                <c:pt idx="13120">
                  <c:v>45809.286805555559</c:v>
                </c:pt>
                <c:pt idx="13121">
                  <c:v>45320.513888888891</c:v>
                </c:pt>
                <c:pt idx="13122">
                  <c:v>45819.386111111111</c:v>
                </c:pt>
                <c:pt idx="13123">
                  <c:v>45918.417361111111</c:v>
                </c:pt>
                <c:pt idx="13124">
                  <c:v>45894.287499999999</c:v>
                </c:pt>
                <c:pt idx="13125">
                  <c:v>45715.509027777778</c:v>
                </c:pt>
                <c:pt idx="13126">
                  <c:v>45715.509027777778</c:v>
                </c:pt>
                <c:pt idx="13127">
                  <c:v>45494.912499999999</c:v>
                </c:pt>
                <c:pt idx="13128">
                  <c:v>45741.622916666667</c:v>
                </c:pt>
                <c:pt idx="13129">
                  <c:v>45741.622916666667</c:v>
                </c:pt>
                <c:pt idx="13130">
                  <c:v>45642.341666666667</c:v>
                </c:pt>
                <c:pt idx="13131">
                  <c:v>45918.417361111111</c:v>
                </c:pt>
                <c:pt idx="13132">
                  <c:v>45698.415972222218</c:v>
                </c:pt>
                <c:pt idx="13133">
                  <c:v>45642.341666666667</c:v>
                </c:pt>
                <c:pt idx="13134">
                  <c:v>45494.912499999999</c:v>
                </c:pt>
                <c:pt idx="13135">
                  <c:v>45343.669444444437</c:v>
                </c:pt>
                <c:pt idx="13136">
                  <c:v>45368.022916666669</c:v>
                </c:pt>
                <c:pt idx="13137">
                  <c:v>45907.756249999999</c:v>
                </c:pt>
                <c:pt idx="13138">
                  <c:v>45593.323611111111</c:v>
                </c:pt>
                <c:pt idx="13139">
                  <c:v>45593.323611111111</c:v>
                </c:pt>
                <c:pt idx="13140">
                  <c:v>45572.493055555547</c:v>
                </c:pt>
                <c:pt idx="13141">
                  <c:v>45475.377083333333</c:v>
                </c:pt>
                <c:pt idx="13142">
                  <c:v>45343.669444444437</c:v>
                </c:pt>
                <c:pt idx="13143">
                  <c:v>45475.377083333333</c:v>
                </c:pt>
                <c:pt idx="13144">
                  <c:v>45572.493055555547</c:v>
                </c:pt>
                <c:pt idx="13145">
                  <c:v>45951.631249999999</c:v>
                </c:pt>
                <c:pt idx="13146">
                  <c:v>45418.938888888893</c:v>
                </c:pt>
                <c:pt idx="13147">
                  <c:v>45951.631249999999</c:v>
                </c:pt>
                <c:pt idx="13148">
                  <c:v>45418.938888888893</c:v>
                </c:pt>
                <c:pt idx="13149">
                  <c:v>45978.345138888893</c:v>
                </c:pt>
                <c:pt idx="13150">
                  <c:v>45607.553472222222</c:v>
                </c:pt>
                <c:pt idx="13151">
                  <c:v>45978.345138888893</c:v>
                </c:pt>
                <c:pt idx="13152">
                  <c:v>45992.472916666673</c:v>
                </c:pt>
                <c:pt idx="13153">
                  <c:v>45992.472916666673</c:v>
                </c:pt>
                <c:pt idx="13154">
                  <c:v>45698.415972222218</c:v>
                </c:pt>
                <c:pt idx="13155">
                  <c:v>45456.46597222222</c:v>
                </c:pt>
                <c:pt idx="13156">
                  <c:v>45607.553472222222</c:v>
                </c:pt>
                <c:pt idx="13157">
                  <c:v>45456.46597222222</c:v>
                </c:pt>
                <c:pt idx="13158">
                  <c:v>45907.756249999999</c:v>
                </c:pt>
                <c:pt idx="13159">
                  <c:v>45368.022916666669</c:v>
                </c:pt>
                <c:pt idx="13160">
                  <c:v>45894.287499999999</c:v>
                </c:pt>
                <c:pt idx="13161">
                  <c:v>45866.906944444447</c:v>
                </c:pt>
                <c:pt idx="13162">
                  <c:v>45756.352777777778</c:v>
                </c:pt>
                <c:pt idx="13163">
                  <c:v>45782.372916666667</c:v>
                </c:pt>
                <c:pt idx="13164">
                  <c:v>45964.363194444442</c:v>
                </c:pt>
                <c:pt idx="13165">
                  <c:v>45729.339583333327</c:v>
                </c:pt>
                <c:pt idx="13166">
                  <c:v>45964.363194444442</c:v>
                </c:pt>
                <c:pt idx="13167">
                  <c:v>45318.543749999997</c:v>
                </c:pt>
                <c:pt idx="13168">
                  <c:v>45543.615972222222</c:v>
                </c:pt>
                <c:pt idx="13169">
                  <c:v>45782.372916666667</c:v>
                </c:pt>
                <c:pt idx="13170">
                  <c:v>46007.301388888889</c:v>
                </c:pt>
                <c:pt idx="13171">
                  <c:v>45938.911111111112</c:v>
                </c:pt>
                <c:pt idx="13172">
                  <c:v>46007.301388888889</c:v>
                </c:pt>
                <c:pt idx="13173">
                  <c:v>45296.946527777778</c:v>
                </c:pt>
                <c:pt idx="13174">
                  <c:v>45756.352777777778</c:v>
                </c:pt>
                <c:pt idx="13175">
                  <c:v>45929.447916666657</c:v>
                </c:pt>
                <c:pt idx="13176">
                  <c:v>45929.447916666657</c:v>
                </c:pt>
                <c:pt idx="13177">
                  <c:v>45622.609027777777</c:v>
                </c:pt>
                <c:pt idx="13178">
                  <c:v>45880.259027777778</c:v>
                </c:pt>
                <c:pt idx="13179">
                  <c:v>45391.895138888889</c:v>
                </c:pt>
                <c:pt idx="13180">
                  <c:v>45391.895138888889</c:v>
                </c:pt>
                <c:pt idx="13181">
                  <c:v>45866.906944444447</c:v>
                </c:pt>
                <c:pt idx="13182">
                  <c:v>45622.609027777777</c:v>
                </c:pt>
                <c:pt idx="13183">
                  <c:v>45296.946527777778</c:v>
                </c:pt>
                <c:pt idx="13184">
                  <c:v>45439.411805555559</c:v>
                </c:pt>
                <c:pt idx="13185">
                  <c:v>45938.911111111112</c:v>
                </c:pt>
                <c:pt idx="13186">
                  <c:v>45439.411805555559</c:v>
                </c:pt>
                <c:pt idx="13187">
                  <c:v>45663.363194444442</c:v>
                </c:pt>
                <c:pt idx="13188">
                  <c:v>45663.363194444442</c:v>
                </c:pt>
                <c:pt idx="13189">
                  <c:v>45543.615972222222</c:v>
                </c:pt>
                <c:pt idx="13190">
                  <c:v>45729.339583333327</c:v>
                </c:pt>
                <c:pt idx="13191">
                  <c:v>45318.543749999997</c:v>
                </c:pt>
                <c:pt idx="13192">
                  <c:v>45880.259027777778</c:v>
                </c:pt>
                <c:pt idx="13193">
                  <c:v>45541.884722222218</c:v>
                </c:pt>
                <c:pt idx="13194">
                  <c:v>45627.734027777777</c:v>
                </c:pt>
                <c:pt idx="13195">
                  <c:v>45458.394444444442</c:v>
                </c:pt>
                <c:pt idx="13196">
                  <c:v>45720.322222222218</c:v>
                </c:pt>
                <c:pt idx="13197">
                  <c:v>45937.718055555553</c:v>
                </c:pt>
                <c:pt idx="13198">
                  <c:v>45313.844444444447</c:v>
                </c:pt>
                <c:pt idx="13199">
                  <c:v>45344.45416666667</c:v>
                </c:pt>
                <c:pt idx="13200">
                  <c:v>45897.280555555553</c:v>
                </c:pt>
                <c:pt idx="13201">
                  <c:v>45581.772222222222</c:v>
                </c:pt>
                <c:pt idx="13202">
                  <c:v>45416.612500000003</c:v>
                </c:pt>
                <c:pt idx="13203">
                  <c:v>45855.560416666667</c:v>
                </c:pt>
                <c:pt idx="13204">
                  <c:v>45362.848611111112</c:v>
                </c:pt>
                <c:pt idx="13205">
                  <c:v>45483.259027777778</c:v>
                </c:pt>
                <c:pt idx="13206">
                  <c:v>45394.685416666667</c:v>
                </c:pt>
                <c:pt idx="13207">
                  <c:v>45767.801388888889</c:v>
                </c:pt>
                <c:pt idx="13208">
                  <c:v>46022.29583333333</c:v>
                </c:pt>
                <c:pt idx="13209">
                  <c:v>45668.635416666657</c:v>
                </c:pt>
                <c:pt idx="13210">
                  <c:v>45982.28125</c:v>
                </c:pt>
                <c:pt idx="13211">
                  <c:v>45517.657638888893</c:v>
                </c:pt>
                <c:pt idx="13212">
                  <c:v>45557.752083333333</c:v>
                </c:pt>
                <c:pt idx="13213">
                  <c:v>45813.811805555553</c:v>
                </c:pt>
                <c:pt idx="13214">
                  <c:v>45603.823611111111</c:v>
                </c:pt>
                <c:pt idx="13215">
                  <c:v>45693.257638888892</c:v>
                </c:pt>
                <c:pt idx="13216">
                  <c:v>45441.87222222222</c:v>
                </c:pt>
                <c:pt idx="13217">
                  <c:v>45662.589583333327</c:v>
                </c:pt>
                <c:pt idx="13218">
                  <c:v>45926.59652777778</c:v>
                </c:pt>
                <c:pt idx="13219">
                  <c:v>45308.657638888893</c:v>
                </c:pt>
                <c:pt idx="13220">
                  <c:v>45920.551388888889</c:v>
                </c:pt>
                <c:pt idx="13221">
                  <c:v>45434.38958333333</c:v>
                </c:pt>
                <c:pt idx="13222">
                  <c:v>45583.559027777781</c:v>
                </c:pt>
                <c:pt idx="13223">
                  <c:v>45922.39166666667</c:v>
                </c:pt>
                <c:pt idx="13224">
                  <c:v>45502.672222222223</c:v>
                </c:pt>
                <c:pt idx="13225">
                  <c:v>45843.572222222218</c:v>
                </c:pt>
                <c:pt idx="13226">
                  <c:v>45887.541666666657</c:v>
                </c:pt>
                <c:pt idx="13227">
                  <c:v>45384.834027777782</c:v>
                </c:pt>
                <c:pt idx="13228">
                  <c:v>46021.955555555563</c:v>
                </c:pt>
                <c:pt idx="13229">
                  <c:v>45607.518750000003</c:v>
                </c:pt>
                <c:pt idx="13230">
                  <c:v>45581.466666666667</c:v>
                </c:pt>
                <c:pt idx="13231">
                  <c:v>45829.772222222222</c:v>
                </c:pt>
                <c:pt idx="13232">
                  <c:v>45504.842361111107</c:v>
                </c:pt>
                <c:pt idx="13233">
                  <c:v>45481.488194444442</c:v>
                </c:pt>
                <c:pt idx="13234">
                  <c:v>45341.531944444447</c:v>
                </c:pt>
                <c:pt idx="13235">
                  <c:v>45959.334027777782</c:v>
                </c:pt>
                <c:pt idx="13236">
                  <c:v>45783.495138888888</c:v>
                </c:pt>
                <c:pt idx="13237">
                  <c:v>45860.477777777778</c:v>
                </c:pt>
                <c:pt idx="13238">
                  <c:v>45904.547222222223</c:v>
                </c:pt>
                <c:pt idx="13239">
                  <c:v>45728.451388888891</c:v>
                </c:pt>
                <c:pt idx="13240">
                  <c:v>45670.452777777777</c:v>
                </c:pt>
                <c:pt idx="13241">
                  <c:v>45959.48541666667</c:v>
                </c:pt>
                <c:pt idx="13242">
                  <c:v>45659.479861111111</c:v>
                </c:pt>
                <c:pt idx="13243">
                  <c:v>45789.547222222223</c:v>
                </c:pt>
                <c:pt idx="13244">
                  <c:v>46006.413194444453</c:v>
                </c:pt>
                <c:pt idx="13245">
                  <c:v>45789.547222222223</c:v>
                </c:pt>
                <c:pt idx="13246">
                  <c:v>45769.511111111111</c:v>
                </c:pt>
                <c:pt idx="13247">
                  <c:v>45959.48541666667</c:v>
                </c:pt>
                <c:pt idx="13248">
                  <c:v>45992.851388888892</c:v>
                </c:pt>
                <c:pt idx="13249">
                  <c:v>45868.8125</c:v>
                </c:pt>
                <c:pt idx="13250">
                  <c:v>45992.851388888892</c:v>
                </c:pt>
                <c:pt idx="13251">
                  <c:v>45635.443055555559</c:v>
                </c:pt>
                <c:pt idx="13252">
                  <c:v>45741.415277777778</c:v>
                </c:pt>
                <c:pt idx="13253">
                  <c:v>45749.693055555559</c:v>
                </c:pt>
                <c:pt idx="13254">
                  <c:v>45665.705555555563</c:v>
                </c:pt>
                <c:pt idx="13255">
                  <c:v>45716.438194444447</c:v>
                </c:pt>
                <c:pt idx="13256">
                  <c:v>45665.705555555563</c:v>
                </c:pt>
                <c:pt idx="13257">
                  <c:v>45741.415277777778</c:v>
                </c:pt>
                <c:pt idx="13258">
                  <c:v>45868.8125</c:v>
                </c:pt>
                <c:pt idx="13259">
                  <c:v>45554.433333333327</c:v>
                </c:pt>
                <c:pt idx="13260">
                  <c:v>45554.433333333327</c:v>
                </c:pt>
                <c:pt idx="13261">
                  <c:v>45749.693055555559</c:v>
                </c:pt>
                <c:pt idx="13262">
                  <c:v>45890.634722222218</c:v>
                </c:pt>
                <c:pt idx="13263">
                  <c:v>45890.634722222218</c:v>
                </c:pt>
                <c:pt idx="13264">
                  <c:v>45769.511111111111</c:v>
                </c:pt>
                <c:pt idx="13265">
                  <c:v>45811.44027777778</c:v>
                </c:pt>
                <c:pt idx="13266">
                  <c:v>45716.438194444447</c:v>
                </c:pt>
                <c:pt idx="13267">
                  <c:v>45659.479861111111</c:v>
                </c:pt>
                <c:pt idx="13268">
                  <c:v>45635.443055555559</c:v>
                </c:pt>
                <c:pt idx="13269">
                  <c:v>45604.87222222222</c:v>
                </c:pt>
                <c:pt idx="13270">
                  <c:v>45593.447916666657</c:v>
                </c:pt>
                <c:pt idx="13271">
                  <c:v>46006.413194444453</c:v>
                </c:pt>
                <c:pt idx="13272">
                  <c:v>45916.836805555547</c:v>
                </c:pt>
                <c:pt idx="13273">
                  <c:v>45593.447916666657</c:v>
                </c:pt>
                <c:pt idx="13274">
                  <c:v>45678.416666666657</c:v>
                </c:pt>
                <c:pt idx="13275">
                  <c:v>45916.836805555547</c:v>
                </c:pt>
                <c:pt idx="13276">
                  <c:v>45838.381249999999</c:v>
                </c:pt>
                <c:pt idx="13277">
                  <c:v>45569.404861111107</c:v>
                </c:pt>
                <c:pt idx="13278">
                  <c:v>45977.558333333327</c:v>
                </c:pt>
                <c:pt idx="13279">
                  <c:v>45604.87222222222</c:v>
                </c:pt>
                <c:pt idx="13280">
                  <c:v>45700.412499999999</c:v>
                </c:pt>
                <c:pt idx="13281">
                  <c:v>45937.524305555547</c:v>
                </c:pt>
                <c:pt idx="13282">
                  <c:v>45838.381249999999</c:v>
                </c:pt>
                <c:pt idx="13283">
                  <c:v>45937.524305555547</c:v>
                </c:pt>
                <c:pt idx="13284">
                  <c:v>45811.44027777778</c:v>
                </c:pt>
                <c:pt idx="13285">
                  <c:v>45678.416666666657</c:v>
                </c:pt>
                <c:pt idx="13286">
                  <c:v>45569.404861111107</c:v>
                </c:pt>
                <c:pt idx="13287">
                  <c:v>45977.558333333327</c:v>
                </c:pt>
                <c:pt idx="13288">
                  <c:v>45700.412499999999</c:v>
                </c:pt>
                <c:pt idx="13289">
                  <c:v>45344.563888888893</c:v>
                </c:pt>
                <c:pt idx="13290">
                  <c:v>45644.699305555558</c:v>
                </c:pt>
                <c:pt idx="13291">
                  <c:v>45368.642361111109</c:v>
                </c:pt>
                <c:pt idx="13292">
                  <c:v>45576.337500000001</c:v>
                </c:pt>
                <c:pt idx="13293">
                  <c:v>45823.723611111112</c:v>
                </c:pt>
                <c:pt idx="13294">
                  <c:v>45889.768055555563</c:v>
                </c:pt>
                <c:pt idx="13295">
                  <c:v>45518.334722222222</c:v>
                </c:pt>
                <c:pt idx="13296">
                  <c:v>45911.236111111109</c:v>
                </c:pt>
                <c:pt idx="13297">
                  <c:v>45482.354861111111</c:v>
                </c:pt>
                <c:pt idx="13298">
                  <c:v>45874.28125</c:v>
                </c:pt>
                <c:pt idx="13299">
                  <c:v>45768.291666666657</c:v>
                </c:pt>
                <c:pt idx="13300">
                  <c:v>45810.23333333333</c:v>
                </c:pt>
                <c:pt idx="13301">
                  <c:v>45683.756249999999</c:v>
                </c:pt>
                <c:pt idx="13302">
                  <c:v>45842.373611111107</c:v>
                </c:pt>
                <c:pt idx="13303">
                  <c:v>45698.307638888888</c:v>
                </c:pt>
                <c:pt idx="13304">
                  <c:v>45747.430555555547</c:v>
                </c:pt>
                <c:pt idx="13305">
                  <c:v>45999.63958333333</c:v>
                </c:pt>
                <c:pt idx="13306">
                  <c:v>46009.417361111111</c:v>
                </c:pt>
                <c:pt idx="13307">
                  <c:v>45859.507638888892</c:v>
                </c:pt>
                <c:pt idx="13308">
                  <c:v>45664.261111111111</c:v>
                </c:pt>
                <c:pt idx="13309">
                  <c:v>45614.456250000003</c:v>
                </c:pt>
                <c:pt idx="13310">
                  <c:v>45733.311805555553</c:v>
                </c:pt>
                <c:pt idx="13311">
                  <c:v>45643.354861111111</c:v>
                </c:pt>
                <c:pt idx="13312">
                  <c:v>45929.436111111107</c:v>
                </c:pt>
                <c:pt idx="13313">
                  <c:v>45985.338194444441</c:v>
                </c:pt>
                <c:pt idx="13314">
                  <c:v>45598.793055555558</c:v>
                </c:pt>
                <c:pt idx="13315">
                  <c:v>45790.361111111109</c:v>
                </c:pt>
                <c:pt idx="13316">
                  <c:v>45908.28402777778</c:v>
                </c:pt>
                <c:pt idx="13317">
                  <c:v>45632.709027777782</c:v>
                </c:pt>
                <c:pt idx="13318">
                  <c:v>45714.273611111108</c:v>
                </c:pt>
                <c:pt idx="13319">
                  <c:v>45877.621527777781</c:v>
                </c:pt>
                <c:pt idx="13320">
                  <c:v>45824.372916666667</c:v>
                </c:pt>
                <c:pt idx="13321">
                  <c:v>45964.311805555553</c:v>
                </c:pt>
                <c:pt idx="13322">
                  <c:v>45880.015277777777</c:v>
                </c:pt>
                <c:pt idx="13323">
                  <c:v>45744.399305555547</c:v>
                </c:pt>
                <c:pt idx="13324">
                  <c:v>45415.386805555558</c:v>
                </c:pt>
                <c:pt idx="13325">
                  <c:v>45369.70416666667</c:v>
                </c:pt>
                <c:pt idx="13326">
                  <c:v>45563.527777777781</c:v>
                </c:pt>
                <c:pt idx="13327">
                  <c:v>45659.474305555559</c:v>
                </c:pt>
                <c:pt idx="13328">
                  <c:v>45747.563194444447</c:v>
                </c:pt>
                <c:pt idx="13329">
                  <c:v>45646.839583333327</c:v>
                </c:pt>
                <c:pt idx="13330">
                  <c:v>45863.660416666673</c:v>
                </c:pt>
                <c:pt idx="13331">
                  <c:v>45862.620138888888</c:v>
                </c:pt>
                <c:pt idx="13332">
                  <c:v>45956.765972222223</c:v>
                </c:pt>
                <c:pt idx="13333">
                  <c:v>45683.456250000003</c:v>
                </c:pt>
                <c:pt idx="13334">
                  <c:v>46020.466666666667</c:v>
                </c:pt>
                <c:pt idx="13335">
                  <c:v>45999.791666666657</c:v>
                </c:pt>
                <c:pt idx="13336">
                  <c:v>45826.557638888888</c:v>
                </c:pt>
                <c:pt idx="13337">
                  <c:v>46004.441666666673</c:v>
                </c:pt>
                <c:pt idx="13338">
                  <c:v>45774.407638888893</c:v>
                </c:pt>
                <c:pt idx="13339">
                  <c:v>45781.87222222222</c:v>
                </c:pt>
                <c:pt idx="13340">
                  <c:v>45613.655555555553</c:v>
                </c:pt>
                <c:pt idx="13341">
                  <c:v>45957.476388888892</c:v>
                </c:pt>
                <c:pt idx="13342">
                  <c:v>45903.865972222222</c:v>
                </c:pt>
                <c:pt idx="13343">
                  <c:v>45514.772916666669</c:v>
                </c:pt>
                <c:pt idx="13344">
                  <c:v>45797.802083333343</c:v>
                </c:pt>
                <c:pt idx="13345">
                  <c:v>45612.796527777777</c:v>
                </c:pt>
                <c:pt idx="13346">
                  <c:v>45630.397222222222</c:v>
                </c:pt>
                <c:pt idx="13347">
                  <c:v>45954.771527777782</c:v>
                </c:pt>
                <c:pt idx="13348">
                  <c:v>45337.80972222222</c:v>
                </c:pt>
                <c:pt idx="13349">
                  <c:v>45500.12222222222</c:v>
                </c:pt>
                <c:pt idx="13350">
                  <c:v>45344.324999999997</c:v>
                </c:pt>
                <c:pt idx="13351">
                  <c:v>45309.313194444447</c:v>
                </c:pt>
                <c:pt idx="13352">
                  <c:v>45575.709027777782</c:v>
                </c:pt>
                <c:pt idx="13353">
                  <c:v>45322.697916666657</c:v>
                </c:pt>
                <c:pt idx="13354">
                  <c:v>45429.072222222218</c:v>
                </c:pt>
                <c:pt idx="13355">
                  <c:v>45356.709722222222</c:v>
                </c:pt>
                <c:pt idx="13356">
                  <c:v>45973.765972222223</c:v>
                </c:pt>
                <c:pt idx="13357">
                  <c:v>45396.753472222219</c:v>
                </c:pt>
                <c:pt idx="13358">
                  <c:v>45931.53125</c:v>
                </c:pt>
                <c:pt idx="13359">
                  <c:v>45444.461111111108</c:v>
                </c:pt>
                <c:pt idx="13360">
                  <c:v>45470.707638888889</c:v>
                </c:pt>
                <c:pt idx="13361">
                  <c:v>45746.431250000001</c:v>
                </c:pt>
                <c:pt idx="13362">
                  <c:v>45326.297222222223</c:v>
                </c:pt>
                <c:pt idx="13363">
                  <c:v>45605.451388888891</c:v>
                </c:pt>
                <c:pt idx="13364">
                  <c:v>45671.697222222218</c:v>
                </c:pt>
                <c:pt idx="13365">
                  <c:v>45539.24722222222</c:v>
                </c:pt>
                <c:pt idx="13366">
                  <c:v>45712.6875</c:v>
                </c:pt>
                <c:pt idx="13367">
                  <c:v>45891.734722222223</c:v>
                </c:pt>
                <c:pt idx="13368">
                  <c:v>45818.29583333333</c:v>
                </c:pt>
                <c:pt idx="13369">
                  <c:v>46009.707638888889</c:v>
                </c:pt>
                <c:pt idx="13370">
                  <c:v>45788.365277777782</c:v>
                </c:pt>
                <c:pt idx="13371">
                  <c:v>45706.720833333333</c:v>
                </c:pt>
                <c:pt idx="13372">
                  <c:v>45391.586805555547</c:v>
                </c:pt>
                <c:pt idx="13373">
                  <c:v>45558.643750000003</c:v>
                </c:pt>
                <c:pt idx="13374">
                  <c:v>45525.631944444453</c:v>
                </c:pt>
                <c:pt idx="13375">
                  <c:v>45873.563194444447</c:v>
                </c:pt>
                <c:pt idx="13376">
                  <c:v>45303.63958333333</c:v>
                </c:pt>
                <c:pt idx="13377">
                  <c:v>45439.556250000001</c:v>
                </c:pt>
                <c:pt idx="13378">
                  <c:v>45415.644444444442</c:v>
                </c:pt>
                <c:pt idx="13379">
                  <c:v>45903.439583333333</c:v>
                </c:pt>
                <c:pt idx="13380">
                  <c:v>45496.504166666673</c:v>
                </c:pt>
                <c:pt idx="13381">
                  <c:v>45968.634722222218</c:v>
                </c:pt>
                <c:pt idx="13382">
                  <c:v>45330.511111111111</c:v>
                </c:pt>
                <c:pt idx="13383">
                  <c:v>46014.447916666657</c:v>
                </c:pt>
                <c:pt idx="13384">
                  <c:v>45695.606249999997</c:v>
                </c:pt>
                <c:pt idx="13385">
                  <c:v>45799.601388888892</c:v>
                </c:pt>
                <c:pt idx="13386">
                  <c:v>45835.638194444437</c:v>
                </c:pt>
                <c:pt idx="13387">
                  <c:v>45586.593055555553</c:v>
                </c:pt>
                <c:pt idx="13388">
                  <c:v>45649.434027777781</c:v>
                </c:pt>
                <c:pt idx="13389">
                  <c:v>45756.613888888889</c:v>
                </c:pt>
                <c:pt idx="13390">
                  <c:v>45932.625694444447</c:v>
                </c:pt>
                <c:pt idx="13391">
                  <c:v>45469.645138888889</c:v>
                </c:pt>
                <c:pt idx="13392">
                  <c:v>45992.515277777777</c:v>
                </c:pt>
                <c:pt idx="13393">
                  <c:v>45627.529166666667</c:v>
                </c:pt>
                <c:pt idx="13394">
                  <c:v>45894.554861111108</c:v>
                </c:pt>
                <c:pt idx="13395">
                  <c:v>45894.554861111108</c:v>
                </c:pt>
                <c:pt idx="13396">
                  <c:v>45393.415277777778</c:v>
                </c:pt>
                <c:pt idx="13397">
                  <c:v>45382.638888888891</c:v>
                </c:pt>
                <c:pt idx="13398">
                  <c:v>45393.415277777778</c:v>
                </c:pt>
                <c:pt idx="13399">
                  <c:v>45791.527083333327</c:v>
                </c:pt>
                <c:pt idx="13400">
                  <c:v>45777.549305555563</c:v>
                </c:pt>
                <c:pt idx="13401">
                  <c:v>45627.529166666667</c:v>
                </c:pt>
                <c:pt idx="13402">
                  <c:v>45777.549305555563</c:v>
                </c:pt>
                <c:pt idx="13403">
                  <c:v>45791.527083333327</c:v>
                </c:pt>
                <c:pt idx="13404">
                  <c:v>46017.611111111109</c:v>
                </c:pt>
                <c:pt idx="13405">
                  <c:v>45471.452777777777</c:v>
                </c:pt>
                <c:pt idx="13406">
                  <c:v>46017.611111111109</c:v>
                </c:pt>
                <c:pt idx="13407">
                  <c:v>45992.515277777777</c:v>
                </c:pt>
                <c:pt idx="13408">
                  <c:v>45565.51458333333</c:v>
                </c:pt>
                <c:pt idx="13409">
                  <c:v>45565.51458333333</c:v>
                </c:pt>
                <c:pt idx="13410">
                  <c:v>45471.452777777777</c:v>
                </c:pt>
                <c:pt idx="13411">
                  <c:v>45382.638888888891</c:v>
                </c:pt>
                <c:pt idx="13412">
                  <c:v>45958.925694444442</c:v>
                </c:pt>
                <c:pt idx="13413">
                  <c:v>45391.99722222222</c:v>
                </c:pt>
                <c:pt idx="13414">
                  <c:v>45958.925694444442</c:v>
                </c:pt>
                <c:pt idx="13415">
                  <c:v>45340.974305555559</c:v>
                </c:pt>
                <c:pt idx="13416">
                  <c:v>45726.92083333333</c:v>
                </c:pt>
                <c:pt idx="13417">
                  <c:v>45682.515277777777</c:v>
                </c:pt>
                <c:pt idx="13418">
                  <c:v>45818.951388888891</c:v>
                </c:pt>
                <c:pt idx="13419">
                  <c:v>45588.675694444442</c:v>
                </c:pt>
                <c:pt idx="13420">
                  <c:v>45340.974305555559</c:v>
                </c:pt>
                <c:pt idx="13421">
                  <c:v>45818.951388888891</c:v>
                </c:pt>
                <c:pt idx="13422">
                  <c:v>45958.925694444442</c:v>
                </c:pt>
                <c:pt idx="13423">
                  <c:v>45340.974305555559</c:v>
                </c:pt>
                <c:pt idx="13424">
                  <c:v>45866.607638888891</c:v>
                </c:pt>
                <c:pt idx="13425">
                  <c:v>45866.607638888891</c:v>
                </c:pt>
                <c:pt idx="13426">
                  <c:v>45726.92083333333</c:v>
                </c:pt>
                <c:pt idx="13427">
                  <c:v>45682.515277777777</c:v>
                </c:pt>
                <c:pt idx="13428">
                  <c:v>45726.92083333333</c:v>
                </c:pt>
                <c:pt idx="13429">
                  <c:v>45487.922222222223</c:v>
                </c:pt>
                <c:pt idx="13430">
                  <c:v>45866.607638888891</c:v>
                </c:pt>
                <c:pt idx="13431">
                  <c:v>45487.922222222223</c:v>
                </c:pt>
                <c:pt idx="13432">
                  <c:v>45682.515277777777</c:v>
                </c:pt>
                <c:pt idx="13433">
                  <c:v>45391.99722222222</c:v>
                </c:pt>
                <c:pt idx="13434">
                  <c:v>45588.675694444442</c:v>
                </c:pt>
                <c:pt idx="13435">
                  <c:v>45487.922222222223</c:v>
                </c:pt>
                <c:pt idx="13436">
                  <c:v>45588.675694444442</c:v>
                </c:pt>
                <c:pt idx="13437">
                  <c:v>45391.99722222222</c:v>
                </c:pt>
                <c:pt idx="13438">
                  <c:v>45818.951388888891</c:v>
                </c:pt>
                <c:pt idx="13439">
                  <c:v>45493.8125</c:v>
                </c:pt>
                <c:pt idx="13440">
                  <c:v>45760.740972222222</c:v>
                </c:pt>
                <c:pt idx="13441">
                  <c:v>45531.272222222222</c:v>
                </c:pt>
                <c:pt idx="13442">
                  <c:v>45601.761111111111</c:v>
                </c:pt>
                <c:pt idx="13443">
                  <c:v>45466.836805555547</c:v>
                </c:pt>
                <c:pt idx="13444">
                  <c:v>45552.561111111107</c:v>
                </c:pt>
                <c:pt idx="13445">
                  <c:v>45726.461805555547</c:v>
                </c:pt>
                <c:pt idx="13446">
                  <c:v>45552.563194444447</c:v>
                </c:pt>
                <c:pt idx="13447">
                  <c:v>45467.582638888889</c:v>
                </c:pt>
                <c:pt idx="13448">
                  <c:v>45727.40902777778</c:v>
                </c:pt>
                <c:pt idx="13449">
                  <c:v>45975.535416666673</c:v>
                </c:pt>
                <c:pt idx="13450">
                  <c:v>45849.504166666673</c:v>
                </c:pt>
                <c:pt idx="13451">
                  <c:v>45490.506944444453</c:v>
                </c:pt>
                <c:pt idx="13452">
                  <c:v>45906.536805555559</c:v>
                </c:pt>
                <c:pt idx="13453">
                  <c:v>45784.486805555563</c:v>
                </c:pt>
                <c:pt idx="13454">
                  <c:v>45660.517361111109</c:v>
                </c:pt>
                <c:pt idx="13455">
                  <c:v>45572.583333333343</c:v>
                </c:pt>
                <c:pt idx="13456">
                  <c:v>45519.531944444447</c:v>
                </c:pt>
                <c:pt idx="13457">
                  <c:v>45446.519444444442</c:v>
                </c:pt>
                <c:pt idx="13458">
                  <c:v>45408.868750000001</c:v>
                </c:pt>
                <c:pt idx="13459">
                  <c:v>45433.436805555553</c:v>
                </c:pt>
                <c:pt idx="13460">
                  <c:v>45351.679166666669</c:v>
                </c:pt>
                <c:pt idx="13461">
                  <c:v>45430.493750000001</c:v>
                </c:pt>
                <c:pt idx="13462">
                  <c:v>45814.615277777782</c:v>
                </c:pt>
                <c:pt idx="13463">
                  <c:v>45649.444444444453</c:v>
                </c:pt>
                <c:pt idx="13464">
                  <c:v>45304.707638888889</c:v>
                </c:pt>
                <c:pt idx="13465">
                  <c:v>45831.785416666673</c:v>
                </c:pt>
                <c:pt idx="13466">
                  <c:v>45769.667361111111</c:v>
                </c:pt>
                <c:pt idx="13467">
                  <c:v>45368.665972222218</c:v>
                </c:pt>
                <c:pt idx="13468">
                  <c:v>45530.563194444447</c:v>
                </c:pt>
                <c:pt idx="13469">
                  <c:v>45887.737500000003</c:v>
                </c:pt>
                <c:pt idx="13470">
                  <c:v>45809.603472222218</c:v>
                </c:pt>
                <c:pt idx="13471">
                  <c:v>45550.55</c:v>
                </c:pt>
                <c:pt idx="13472">
                  <c:v>45623.254861111112</c:v>
                </c:pt>
                <c:pt idx="13473">
                  <c:v>45863.665972222218</c:v>
                </c:pt>
                <c:pt idx="13474">
                  <c:v>45928.370833333327</c:v>
                </c:pt>
                <c:pt idx="13475">
                  <c:v>45449.617361111108</c:v>
                </c:pt>
                <c:pt idx="13476">
                  <c:v>45732.340277777781</c:v>
                </c:pt>
                <c:pt idx="13477">
                  <c:v>45668.672222222223</c:v>
                </c:pt>
                <c:pt idx="13478">
                  <c:v>45990.306250000001</c:v>
                </c:pt>
                <c:pt idx="13479">
                  <c:v>45314.643750000003</c:v>
                </c:pt>
                <c:pt idx="13480">
                  <c:v>45979.619444444441</c:v>
                </c:pt>
                <c:pt idx="13481">
                  <c:v>45395.709722222222</c:v>
                </c:pt>
                <c:pt idx="13482">
                  <c:v>45931.515277777777</c:v>
                </c:pt>
                <c:pt idx="13483">
                  <c:v>45349.651388888888</c:v>
                </c:pt>
                <c:pt idx="13484">
                  <c:v>45698.540972222218</c:v>
                </c:pt>
                <c:pt idx="13485">
                  <c:v>45592.304861111108</c:v>
                </c:pt>
                <c:pt idx="13486">
                  <c:v>45488.706250000003</c:v>
                </c:pt>
                <c:pt idx="13487">
                  <c:v>45415.731249999997</c:v>
                </c:pt>
                <c:pt idx="13488">
                  <c:v>45327.413194444453</c:v>
                </c:pt>
                <c:pt idx="13489">
                  <c:v>45351.598611111112</c:v>
                </c:pt>
                <c:pt idx="13490">
                  <c:v>45782.648611111108</c:v>
                </c:pt>
                <c:pt idx="13491">
                  <c:v>45880.39166666667</c:v>
                </c:pt>
                <c:pt idx="13492">
                  <c:v>45926.35833333333</c:v>
                </c:pt>
                <c:pt idx="13493">
                  <c:v>45623.634722222218</c:v>
                </c:pt>
                <c:pt idx="13494">
                  <c:v>45450.578472222223</c:v>
                </c:pt>
                <c:pt idx="13495">
                  <c:v>45526.602083333331</c:v>
                </c:pt>
                <c:pt idx="13496">
                  <c:v>45478.413888888892</c:v>
                </c:pt>
                <c:pt idx="13497">
                  <c:v>45405.796527777777</c:v>
                </c:pt>
                <c:pt idx="13498">
                  <c:v>45714.518055555563</c:v>
                </c:pt>
                <c:pt idx="13499">
                  <c:v>45574.652083333327</c:v>
                </c:pt>
                <c:pt idx="13500">
                  <c:v>45832.570138888892</c:v>
                </c:pt>
                <c:pt idx="13501">
                  <c:v>45737.552083333343</c:v>
                </c:pt>
                <c:pt idx="13502">
                  <c:v>45372.525694444441</c:v>
                </c:pt>
                <c:pt idx="13503">
                  <c:v>45987.366666666669</c:v>
                </c:pt>
                <c:pt idx="13504">
                  <c:v>45744.411111111112</c:v>
                </c:pt>
                <c:pt idx="13505">
                  <c:v>45916.571527777778</c:v>
                </c:pt>
                <c:pt idx="13506">
                  <c:v>45991.701388888891</c:v>
                </c:pt>
                <c:pt idx="13507">
                  <c:v>45642.441666666673</c:v>
                </c:pt>
                <c:pt idx="13508">
                  <c:v>45539.411805555559</c:v>
                </c:pt>
                <c:pt idx="13509">
                  <c:v>45872.438194444447</c:v>
                </c:pt>
                <c:pt idx="13510">
                  <c:v>45748.566666666673</c:v>
                </c:pt>
                <c:pt idx="13511">
                  <c:v>45478.394444444442</c:v>
                </c:pt>
                <c:pt idx="13512">
                  <c:v>45359.368055555547</c:v>
                </c:pt>
                <c:pt idx="13513">
                  <c:v>45991.667361111111</c:v>
                </c:pt>
                <c:pt idx="13514">
                  <c:v>45529.591666666667</c:v>
                </c:pt>
                <c:pt idx="13515">
                  <c:v>46020.474999999999</c:v>
                </c:pt>
                <c:pt idx="13516">
                  <c:v>45750.541666666657</c:v>
                </c:pt>
                <c:pt idx="13517">
                  <c:v>45377.786111111112</c:v>
                </c:pt>
                <c:pt idx="13518">
                  <c:v>45689.801388888889</c:v>
                </c:pt>
                <c:pt idx="13519">
                  <c:v>45705.740277777782</c:v>
                </c:pt>
                <c:pt idx="13520">
                  <c:v>45807.290972222218</c:v>
                </c:pt>
                <c:pt idx="13521">
                  <c:v>45894.728472222218</c:v>
                </c:pt>
                <c:pt idx="13522">
                  <c:v>45941.35</c:v>
                </c:pt>
                <c:pt idx="13523">
                  <c:v>45564.580555555563</c:v>
                </c:pt>
                <c:pt idx="13524">
                  <c:v>46017.670138888891</c:v>
                </c:pt>
                <c:pt idx="13525">
                  <c:v>45317.250694444447</c:v>
                </c:pt>
                <c:pt idx="13526">
                  <c:v>45482.784722222219</c:v>
                </c:pt>
                <c:pt idx="13527">
                  <c:v>45716.461111111108</c:v>
                </c:pt>
                <c:pt idx="13528">
                  <c:v>45859.776388888888</c:v>
                </c:pt>
                <c:pt idx="13529">
                  <c:v>45424.55972222222</c:v>
                </c:pt>
                <c:pt idx="13530">
                  <c:v>45437.434027777781</c:v>
                </c:pt>
                <c:pt idx="13531">
                  <c:v>45882.535416666673</c:v>
                </c:pt>
                <c:pt idx="13532">
                  <c:v>45502.620833333327</c:v>
                </c:pt>
                <c:pt idx="13533">
                  <c:v>45827.447222222218</c:v>
                </c:pt>
                <c:pt idx="13534">
                  <c:v>45568.386111111111</c:v>
                </c:pt>
                <c:pt idx="13535">
                  <c:v>45690.597222222219</c:v>
                </c:pt>
                <c:pt idx="13536">
                  <c:v>45628.685416666667</c:v>
                </c:pt>
                <c:pt idx="13537">
                  <c:v>45946.4375</c:v>
                </c:pt>
                <c:pt idx="13538">
                  <c:v>45369.810416666667</c:v>
                </c:pt>
                <c:pt idx="13539">
                  <c:v>45761.430555555547</c:v>
                </c:pt>
                <c:pt idx="13540">
                  <c:v>45935.329861111109</c:v>
                </c:pt>
                <c:pt idx="13541">
                  <c:v>45911.92083333333</c:v>
                </c:pt>
                <c:pt idx="13542">
                  <c:v>45737.335416666669</c:v>
                </c:pt>
                <c:pt idx="13543">
                  <c:v>45775.504166666673</c:v>
                </c:pt>
                <c:pt idx="13544">
                  <c:v>45474.94027777778</c:v>
                </c:pt>
                <c:pt idx="13545">
                  <c:v>45664.000694444447</c:v>
                </c:pt>
                <c:pt idx="13546">
                  <c:v>45975.343055555553</c:v>
                </c:pt>
                <c:pt idx="13547">
                  <c:v>45517.415277777778</c:v>
                </c:pt>
                <c:pt idx="13548">
                  <c:v>45744.395138888889</c:v>
                </c:pt>
                <c:pt idx="13549">
                  <c:v>45844.445138888892</c:v>
                </c:pt>
                <c:pt idx="13550">
                  <c:v>45363.027083333327</c:v>
                </c:pt>
                <c:pt idx="13551">
                  <c:v>45612.65</c:v>
                </c:pt>
                <c:pt idx="13552">
                  <c:v>46010.395138888889</c:v>
                </c:pt>
                <c:pt idx="13553">
                  <c:v>45584.701388888891</c:v>
                </c:pt>
                <c:pt idx="13554">
                  <c:v>45695.935416666667</c:v>
                </c:pt>
                <c:pt idx="13555">
                  <c:v>45763.394444444442</c:v>
                </c:pt>
                <c:pt idx="13556">
                  <c:v>45641.817361111112</c:v>
                </c:pt>
                <c:pt idx="13557">
                  <c:v>45873.959027777782</c:v>
                </c:pt>
                <c:pt idx="13558">
                  <c:v>45560.643750000003</c:v>
                </c:pt>
                <c:pt idx="13559">
                  <c:v>45408.672222222223</c:v>
                </c:pt>
                <c:pt idx="13560">
                  <c:v>45829.84652777778</c:v>
                </c:pt>
                <c:pt idx="13561">
                  <c:v>45712.866666666669</c:v>
                </c:pt>
                <c:pt idx="13562">
                  <c:v>45341.655555555553</c:v>
                </c:pt>
                <c:pt idx="13563">
                  <c:v>45292.511805555558</c:v>
                </c:pt>
                <c:pt idx="13564">
                  <c:v>45801.791666666657</c:v>
                </c:pt>
                <c:pt idx="13565">
                  <c:v>45394.375694444447</c:v>
                </c:pt>
                <c:pt idx="13566">
                  <c:v>45942.745833333327</c:v>
                </c:pt>
                <c:pt idx="13567">
                  <c:v>45844.461111111108</c:v>
                </c:pt>
                <c:pt idx="13568">
                  <c:v>45477.754861111112</c:v>
                </c:pt>
                <c:pt idx="13569">
                  <c:v>46011.495833333327</c:v>
                </c:pt>
                <c:pt idx="13570">
                  <c:v>45752.513888888891</c:v>
                </c:pt>
                <c:pt idx="13571">
                  <c:v>45700.512499999997</c:v>
                </c:pt>
                <c:pt idx="13572">
                  <c:v>45620.624305555553</c:v>
                </c:pt>
                <c:pt idx="13573">
                  <c:v>45342.304861111108</c:v>
                </c:pt>
                <c:pt idx="13574">
                  <c:v>45656.65902777778</c:v>
                </c:pt>
                <c:pt idx="13575">
                  <c:v>45736.509722222218</c:v>
                </c:pt>
                <c:pt idx="13576">
                  <c:v>45558.592361111107</c:v>
                </c:pt>
                <c:pt idx="13577">
                  <c:v>45777.699305555558</c:v>
                </c:pt>
                <c:pt idx="13578">
                  <c:v>45712.882638888892</c:v>
                </c:pt>
                <c:pt idx="13579">
                  <c:v>45337.747916666667</c:v>
                </c:pt>
                <c:pt idx="13580">
                  <c:v>46010.586111111108</c:v>
                </c:pt>
                <c:pt idx="13581">
                  <c:v>45974.585416666669</c:v>
                </c:pt>
                <c:pt idx="13582">
                  <c:v>45835.988888888889</c:v>
                </c:pt>
                <c:pt idx="13583">
                  <c:v>45582.447916666657</c:v>
                </c:pt>
                <c:pt idx="13584">
                  <c:v>45897.660416666673</c:v>
                </c:pt>
                <c:pt idx="13585">
                  <c:v>45440.65347222222</c:v>
                </c:pt>
                <c:pt idx="13586">
                  <c:v>45806.867361111108</c:v>
                </c:pt>
                <c:pt idx="13587">
                  <c:v>45869.569444444453</c:v>
                </c:pt>
                <c:pt idx="13588">
                  <c:v>45685.525000000001</c:v>
                </c:pt>
                <c:pt idx="13589">
                  <c:v>45939.563888888893</c:v>
                </c:pt>
                <c:pt idx="13590">
                  <c:v>45610.440972222219</c:v>
                </c:pt>
                <c:pt idx="13591">
                  <c:v>45876.77847222222</c:v>
                </c:pt>
                <c:pt idx="13592">
                  <c:v>45775.509027777778</c:v>
                </c:pt>
                <c:pt idx="13593">
                  <c:v>45422.756249999999</c:v>
                </c:pt>
                <c:pt idx="13594">
                  <c:v>45304.822916666657</c:v>
                </c:pt>
                <c:pt idx="13595">
                  <c:v>45665.706944444442</c:v>
                </c:pt>
                <c:pt idx="13596">
                  <c:v>45628.620833333327</c:v>
                </c:pt>
                <c:pt idx="13597">
                  <c:v>45948.774305555547</c:v>
                </c:pt>
                <c:pt idx="13598">
                  <c:v>45377.506249999999</c:v>
                </c:pt>
                <c:pt idx="13599">
                  <c:v>45746.808333333327</c:v>
                </c:pt>
                <c:pt idx="13600">
                  <c:v>45495.602777777778</c:v>
                </c:pt>
                <c:pt idx="13601">
                  <c:v>45537.648611111108</c:v>
                </c:pt>
                <c:pt idx="13602">
                  <c:v>45802.556944444441</c:v>
                </c:pt>
                <c:pt idx="13603">
                  <c:v>45739.658333333333</c:v>
                </c:pt>
                <c:pt idx="13604">
                  <c:v>45958.286805555559</c:v>
                </c:pt>
                <c:pt idx="13605">
                  <c:v>45850.895833333343</c:v>
                </c:pt>
                <c:pt idx="13606">
                  <c:v>45639.770833333343</c:v>
                </c:pt>
                <c:pt idx="13607">
                  <c:v>45347.708333333343</c:v>
                </c:pt>
                <c:pt idx="13608">
                  <c:v>45449.598611111112</c:v>
                </c:pt>
                <c:pt idx="13609">
                  <c:v>45402.488888888889</c:v>
                </c:pt>
                <c:pt idx="13610">
                  <c:v>45727.365277777782</c:v>
                </c:pt>
                <c:pt idx="13611">
                  <c:v>45293.418055555558</c:v>
                </c:pt>
                <c:pt idx="13612">
                  <c:v>45591.938194444447</c:v>
                </c:pt>
                <c:pt idx="13613">
                  <c:v>45787.377083333333</c:v>
                </c:pt>
                <c:pt idx="13614">
                  <c:v>45682.478472222218</c:v>
                </c:pt>
                <c:pt idx="13615">
                  <c:v>45538.824305555558</c:v>
                </c:pt>
                <c:pt idx="13616">
                  <c:v>45500.545138888891</c:v>
                </c:pt>
                <c:pt idx="13617">
                  <c:v>45894.535416666673</c:v>
                </c:pt>
                <c:pt idx="13618">
                  <c:v>45312.827777777777</c:v>
                </c:pt>
                <c:pt idx="13619">
                  <c:v>45764.511805555558</c:v>
                </c:pt>
                <c:pt idx="13620">
                  <c:v>46014.310416666667</c:v>
                </c:pt>
                <c:pt idx="13621">
                  <c:v>45449.754166666673</c:v>
                </c:pt>
                <c:pt idx="13622">
                  <c:v>45814.168749999997</c:v>
                </c:pt>
                <c:pt idx="13623">
                  <c:v>45906.804861111108</c:v>
                </c:pt>
                <c:pt idx="13624">
                  <c:v>45391.737500000003</c:v>
                </c:pt>
                <c:pt idx="13625">
                  <c:v>45729.765972222223</c:v>
                </c:pt>
                <c:pt idx="13626">
                  <c:v>45468.624305555553</c:v>
                </c:pt>
                <c:pt idx="13627">
                  <c:v>45592.548611111109</c:v>
                </c:pt>
                <c:pt idx="13628">
                  <c:v>45966.115277777782</c:v>
                </c:pt>
                <c:pt idx="13629">
                  <c:v>45778.834027777782</c:v>
                </c:pt>
                <c:pt idx="13630">
                  <c:v>45939.295138888891</c:v>
                </c:pt>
                <c:pt idx="13631">
                  <c:v>45975.594444444447</c:v>
                </c:pt>
                <c:pt idx="13632">
                  <c:v>45677.477777777778</c:v>
                </c:pt>
                <c:pt idx="13633">
                  <c:v>45363.676388888889</c:v>
                </c:pt>
                <c:pt idx="13634">
                  <c:v>45503.421527777777</c:v>
                </c:pt>
                <c:pt idx="13635">
                  <c:v>45878.695833333331</c:v>
                </c:pt>
                <c:pt idx="13636">
                  <c:v>46004.424305555563</c:v>
                </c:pt>
                <c:pt idx="13637">
                  <c:v>45700.245833333327</c:v>
                </c:pt>
                <c:pt idx="13638">
                  <c:v>45574.789583333331</c:v>
                </c:pt>
                <c:pt idx="13639">
                  <c:v>45610.143055555563</c:v>
                </c:pt>
                <c:pt idx="13640">
                  <c:v>45331.87777777778</c:v>
                </c:pt>
                <c:pt idx="13641">
                  <c:v>45550.265277777777</c:v>
                </c:pt>
                <c:pt idx="13642">
                  <c:v>45840.3125</c:v>
                </c:pt>
                <c:pt idx="13643">
                  <c:v>46015.546527777777</c:v>
                </c:pt>
                <c:pt idx="13644">
                  <c:v>45450.495833333327</c:v>
                </c:pt>
                <c:pt idx="13645">
                  <c:v>45927.753472222219</c:v>
                </c:pt>
                <c:pt idx="13646">
                  <c:v>45782.331944444442</c:v>
                </c:pt>
                <c:pt idx="13647">
                  <c:v>45503.800694444442</c:v>
                </c:pt>
                <c:pt idx="13648">
                  <c:v>45387.402083333327</c:v>
                </c:pt>
                <c:pt idx="13649">
                  <c:v>45871.375</c:v>
                </c:pt>
                <c:pt idx="13650">
                  <c:v>45326.511111111111</c:v>
                </c:pt>
                <c:pt idx="13651">
                  <c:v>45353.80972222222</c:v>
                </c:pt>
                <c:pt idx="13652">
                  <c:v>45826.683333333327</c:v>
                </c:pt>
                <c:pt idx="13653">
                  <c:v>45556.328472222223</c:v>
                </c:pt>
                <c:pt idx="13654">
                  <c:v>45594.847916666673</c:v>
                </c:pt>
                <c:pt idx="13655">
                  <c:v>45405.51458333333</c:v>
                </c:pt>
                <c:pt idx="13656">
                  <c:v>45742.393055555563</c:v>
                </c:pt>
                <c:pt idx="13657">
                  <c:v>45292.490972222222</c:v>
                </c:pt>
                <c:pt idx="13658">
                  <c:v>45542.722916666673</c:v>
                </c:pt>
                <c:pt idx="13659">
                  <c:v>45675.757638888892</c:v>
                </c:pt>
                <c:pt idx="13660">
                  <c:v>45639.273611111108</c:v>
                </c:pt>
                <c:pt idx="13661">
                  <c:v>45704.798611111109</c:v>
                </c:pt>
                <c:pt idx="13662">
                  <c:v>45976.554861111108</c:v>
                </c:pt>
                <c:pt idx="13663">
                  <c:v>45682.401388888888</c:v>
                </c:pt>
                <c:pt idx="13664">
                  <c:v>45777.32916666667</c:v>
                </c:pt>
                <c:pt idx="13665">
                  <c:v>45711.686111111107</c:v>
                </c:pt>
                <c:pt idx="13666">
                  <c:v>45880.351388888892</c:v>
                </c:pt>
                <c:pt idx="13667">
                  <c:v>45443.570138888892</c:v>
                </c:pt>
                <c:pt idx="13668">
                  <c:v>45714.300694444442</c:v>
                </c:pt>
                <c:pt idx="13669">
                  <c:v>45548.604166666657</c:v>
                </c:pt>
                <c:pt idx="13670">
                  <c:v>45293.03125</c:v>
                </c:pt>
                <c:pt idx="13671">
                  <c:v>45518.370138888888</c:v>
                </c:pt>
                <c:pt idx="13672">
                  <c:v>45321.703472222223</c:v>
                </c:pt>
                <c:pt idx="13673">
                  <c:v>45571.533333333333</c:v>
                </c:pt>
                <c:pt idx="13674">
                  <c:v>45998.842361111107</c:v>
                </c:pt>
                <c:pt idx="13675">
                  <c:v>45704.342361111107</c:v>
                </c:pt>
                <c:pt idx="13676">
                  <c:v>45608.427083333343</c:v>
                </c:pt>
                <c:pt idx="13677">
                  <c:v>45416.392361111109</c:v>
                </c:pt>
                <c:pt idx="13678">
                  <c:v>45721.336805555547</c:v>
                </c:pt>
                <c:pt idx="13679">
                  <c:v>45344.632638888892</c:v>
                </c:pt>
                <c:pt idx="13680">
                  <c:v>45691.802777777782</c:v>
                </c:pt>
                <c:pt idx="13681">
                  <c:v>45526.546527777777</c:v>
                </c:pt>
                <c:pt idx="13682">
                  <c:v>45923.669444444437</c:v>
                </c:pt>
                <c:pt idx="13683">
                  <c:v>45658.920138888891</c:v>
                </c:pt>
                <c:pt idx="13684">
                  <c:v>45592.947222222218</c:v>
                </c:pt>
                <c:pt idx="13685">
                  <c:v>45617.604861111111</c:v>
                </c:pt>
                <c:pt idx="13686">
                  <c:v>45557.89166666667</c:v>
                </c:pt>
                <c:pt idx="13687">
                  <c:v>45928.472222222219</c:v>
                </c:pt>
                <c:pt idx="13688">
                  <c:v>45489.574305555558</c:v>
                </c:pt>
                <c:pt idx="13689">
                  <c:v>45911.493750000001</c:v>
                </c:pt>
                <c:pt idx="13690">
                  <c:v>45888.097222222219</c:v>
                </c:pt>
                <c:pt idx="13691">
                  <c:v>45400.004166666673</c:v>
                </c:pt>
                <c:pt idx="13692">
                  <c:v>45888.615972222222</c:v>
                </c:pt>
                <c:pt idx="13693">
                  <c:v>45632.538888888892</c:v>
                </c:pt>
                <c:pt idx="13694">
                  <c:v>45386.972916666673</c:v>
                </c:pt>
                <c:pt idx="13695">
                  <c:v>45732.746527777781</c:v>
                </c:pt>
                <c:pt idx="13696">
                  <c:v>45898.036805555559</c:v>
                </c:pt>
                <c:pt idx="13697">
                  <c:v>45704.449305555558</c:v>
                </c:pt>
                <c:pt idx="13698">
                  <c:v>45569.821527777778</c:v>
                </c:pt>
                <c:pt idx="13699">
                  <c:v>45746.745833333327</c:v>
                </c:pt>
                <c:pt idx="13700">
                  <c:v>45582.011111111111</c:v>
                </c:pt>
                <c:pt idx="13701">
                  <c:v>45513.802083333343</c:v>
                </c:pt>
                <c:pt idx="13702">
                  <c:v>45876.541666666657</c:v>
                </c:pt>
                <c:pt idx="13703">
                  <c:v>45944.525694444441</c:v>
                </c:pt>
                <c:pt idx="13704">
                  <c:v>45783.573611111111</c:v>
                </c:pt>
                <c:pt idx="13705">
                  <c:v>45853.65</c:v>
                </c:pt>
                <c:pt idx="13706">
                  <c:v>45825.655555555553</c:v>
                </c:pt>
                <c:pt idx="13707">
                  <c:v>45438.857638888891</c:v>
                </c:pt>
                <c:pt idx="13708">
                  <c:v>45538.536111111112</c:v>
                </c:pt>
                <c:pt idx="13709">
                  <c:v>45837.481249999997</c:v>
                </c:pt>
                <c:pt idx="13710">
                  <c:v>45926.508333333331</c:v>
                </c:pt>
                <c:pt idx="13711">
                  <c:v>45988.995833333327</c:v>
                </c:pt>
                <c:pt idx="13712">
                  <c:v>45999.479861111111</c:v>
                </c:pt>
                <c:pt idx="13713">
                  <c:v>45812.609722222223</c:v>
                </c:pt>
                <c:pt idx="13714">
                  <c:v>45326.920138888891</c:v>
                </c:pt>
                <c:pt idx="13715">
                  <c:v>46008.949305555558</c:v>
                </c:pt>
                <c:pt idx="13716">
                  <c:v>45362.474305555559</c:v>
                </c:pt>
                <c:pt idx="13717">
                  <c:v>45605.942361111112</c:v>
                </c:pt>
                <c:pt idx="13718">
                  <c:v>45466.925694444442</c:v>
                </c:pt>
                <c:pt idx="13719">
                  <c:v>45358.978472222218</c:v>
                </c:pt>
                <c:pt idx="13720">
                  <c:v>45718.775694444441</c:v>
                </c:pt>
                <c:pt idx="13721">
                  <c:v>45496.87777777778</c:v>
                </c:pt>
                <c:pt idx="13722">
                  <c:v>45771.839583333327</c:v>
                </c:pt>
                <c:pt idx="13723">
                  <c:v>46018.477777777778</c:v>
                </c:pt>
                <c:pt idx="13724">
                  <c:v>45797.781944444447</c:v>
                </c:pt>
                <c:pt idx="13725">
                  <c:v>45406.956250000003</c:v>
                </c:pt>
                <c:pt idx="13726">
                  <c:v>45938.594444444447</c:v>
                </c:pt>
                <c:pt idx="13727">
                  <c:v>45863.138888888891</c:v>
                </c:pt>
                <c:pt idx="13728">
                  <c:v>45681.533333333333</c:v>
                </c:pt>
                <c:pt idx="13729">
                  <c:v>45759.609027777777</c:v>
                </c:pt>
                <c:pt idx="13730">
                  <c:v>45970.490277777782</c:v>
                </c:pt>
                <c:pt idx="13731">
                  <c:v>45938.588888888888</c:v>
                </c:pt>
                <c:pt idx="13732">
                  <c:v>45345.00277777778</c:v>
                </c:pt>
                <c:pt idx="13733">
                  <c:v>45452.791666666657</c:v>
                </c:pt>
                <c:pt idx="13734">
                  <c:v>45776.8125</c:v>
                </c:pt>
                <c:pt idx="13735">
                  <c:v>45412.829861111109</c:v>
                </c:pt>
                <c:pt idx="13736">
                  <c:v>45571.658333333333</c:v>
                </c:pt>
                <c:pt idx="13737">
                  <c:v>45919.621527777781</c:v>
                </c:pt>
                <c:pt idx="13738">
                  <c:v>45614.550694444442</c:v>
                </c:pt>
                <c:pt idx="13739">
                  <c:v>45346.815972222219</c:v>
                </c:pt>
                <c:pt idx="13740">
                  <c:v>45786.431944444441</c:v>
                </c:pt>
                <c:pt idx="13741">
                  <c:v>45670.356944444437</c:v>
                </c:pt>
                <c:pt idx="13742">
                  <c:v>45723.73541666667</c:v>
                </c:pt>
                <c:pt idx="13743">
                  <c:v>45827.393750000003</c:v>
                </c:pt>
                <c:pt idx="13744">
                  <c:v>45779.393055555563</c:v>
                </c:pt>
                <c:pt idx="13745">
                  <c:v>45608.356944444437</c:v>
                </c:pt>
                <c:pt idx="13746">
                  <c:v>45975.67083333333</c:v>
                </c:pt>
                <c:pt idx="13747">
                  <c:v>45688.447916666657</c:v>
                </c:pt>
                <c:pt idx="13748">
                  <c:v>45903.197222222218</c:v>
                </c:pt>
                <c:pt idx="13749">
                  <c:v>45873.162499999999</c:v>
                </c:pt>
                <c:pt idx="13750">
                  <c:v>45563.373611111107</c:v>
                </c:pt>
                <c:pt idx="13751">
                  <c:v>45950.504861111112</c:v>
                </c:pt>
                <c:pt idx="13752">
                  <c:v>46008.379166666673</c:v>
                </c:pt>
                <c:pt idx="13753">
                  <c:v>45538.618055555547</c:v>
                </c:pt>
                <c:pt idx="13754">
                  <c:v>45592.714583333327</c:v>
                </c:pt>
                <c:pt idx="13755">
                  <c:v>45987.644444444442</c:v>
                </c:pt>
                <c:pt idx="13756">
                  <c:v>45322.902083333327</c:v>
                </c:pt>
                <c:pt idx="13757">
                  <c:v>45362.744444444441</c:v>
                </c:pt>
                <c:pt idx="13758">
                  <c:v>45385.55972222222</c:v>
                </c:pt>
                <c:pt idx="13759">
                  <c:v>45389.718055555553</c:v>
                </c:pt>
                <c:pt idx="13760">
                  <c:v>45319.51666666667</c:v>
                </c:pt>
                <c:pt idx="13761">
                  <c:v>45334.864583333343</c:v>
                </c:pt>
                <c:pt idx="13762">
                  <c:v>45718.688888888893</c:v>
                </c:pt>
                <c:pt idx="13763">
                  <c:v>45410.130555555559</c:v>
                </c:pt>
                <c:pt idx="13764">
                  <c:v>45604.051388888889</c:v>
                </c:pt>
                <c:pt idx="13765">
                  <c:v>45346.924305555563</c:v>
                </c:pt>
                <c:pt idx="13766">
                  <c:v>45463.092361111107</c:v>
                </c:pt>
                <c:pt idx="13767">
                  <c:v>45446.125</c:v>
                </c:pt>
                <c:pt idx="13768">
                  <c:v>45499.436805555553</c:v>
                </c:pt>
                <c:pt idx="13769">
                  <c:v>45427.03125</c:v>
                </c:pt>
                <c:pt idx="13770">
                  <c:v>45482.918749999997</c:v>
                </c:pt>
                <c:pt idx="13771">
                  <c:v>45894.063888888893</c:v>
                </c:pt>
                <c:pt idx="13772">
                  <c:v>45369.927777777782</c:v>
                </c:pt>
                <c:pt idx="13773">
                  <c:v>45649.103472222218</c:v>
                </c:pt>
                <c:pt idx="13774">
                  <c:v>45851.472916666673</c:v>
                </c:pt>
                <c:pt idx="13775">
                  <c:v>45514.757638888892</c:v>
                </c:pt>
                <c:pt idx="13776">
                  <c:v>45812.467361111107</c:v>
                </c:pt>
                <c:pt idx="13777">
                  <c:v>45558.54583333333</c:v>
                </c:pt>
                <c:pt idx="13778">
                  <c:v>45305.654166666667</c:v>
                </c:pt>
                <c:pt idx="13779">
                  <c:v>45756.32916666667</c:v>
                </c:pt>
                <c:pt idx="13780">
                  <c:v>45411.496527777781</c:v>
                </c:pt>
                <c:pt idx="13781">
                  <c:v>45386.43472222222</c:v>
                </c:pt>
                <c:pt idx="13782">
                  <c:v>45358.43472222222</c:v>
                </c:pt>
                <c:pt idx="13783">
                  <c:v>45771.382638888892</c:v>
                </c:pt>
                <c:pt idx="13784">
                  <c:v>45524.609027777777</c:v>
                </c:pt>
                <c:pt idx="13785">
                  <c:v>45450.4375</c:v>
                </c:pt>
                <c:pt idx="13786">
                  <c:v>45316.469444444447</c:v>
                </c:pt>
                <c:pt idx="13787">
                  <c:v>45614.570138888892</c:v>
                </c:pt>
                <c:pt idx="13788">
                  <c:v>45489.55972222222</c:v>
                </c:pt>
                <c:pt idx="13789">
                  <c:v>45587.69027777778</c:v>
                </c:pt>
                <c:pt idx="13790">
                  <c:v>45337.438194444447</c:v>
                </c:pt>
                <c:pt idx="13791">
                  <c:v>45642.440972222219</c:v>
                </c:pt>
                <c:pt idx="13792">
                  <c:v>45797.407638888893</c:v>
                </c:pt>
                <c:pt idx="13793">
                  <c:v>45986.506944444453</c:v>
                </c:pt>
                <c:pt idx="13794">
                  <c:v>45854.539583333331</c:v>
                </c:pt>
                <c:pt idx="13795">
                  <c:v>45488.979861111111</c:v>
                </c:pt>
                <c:pt idx="13796">
                  <c:v>45616.456250000003</c:v>
                </c:pt>
                <c:pt idx="13797">
                  <c:v>45338.867361111108</c:v>
                </c:pt>
                <c:pt idx="13798">
                  <c:v>45387.506249999999</c:v>
                </c:pt>
                <c:pt idx="13799">
                  <c:v>45784.645138888889</c:v>
                </c:pt>
                <c:pt idx="13800">
                  <c:v>45418.675694444442</c:v>
                </c:pt>
                <c:pt idx="13801">
                  <c:v>45373.830555555563</c:v>
                </c:pt>
                <c:pt idx="13802">
                  <c:v>45321.970833333333</c:v>
                </c:pt>
                <c:pt idx="13803">
                  <c:v>45588.541666666657</c:v>
                </c:pt>
                <c:pt idx="13804">
                  <c:v>45297.895138888889</c:v>
                </c:pt>
                <c:pt idx="13805">
                  <c:v>45394.647222222222</c:v>
                </c:pt>
                <c:pt idx="13806">
                  <c:v>45735.523611111108</c:v>
                </c:pt>
                <c:pt idx="13807">
                  <c:v>45817.851388888892</c:v>
                </c:pt>
                <c:pt idx="13808">
                  <c:v>45453.942361111112</c:v>
                </c:pt>
                <c:pt idx="13809">
                  <c:v>45912.670138888891</c:v>
                </c:pt>
                <c:pt idx="13810">
                  <c:v>45884.900694444441</c:v>
                </c:pt>
                <c:pt idx="13811">
                  <c:v>45941.822916666657</c:v>
                </c:pt>
                <c:pt idx="13812">
                  <c:v>46020.561111111107</c:v>
                </c:pt>
                <c:pt idx="13813">
                  <c:v>45359.491666666669</c:v>
                </c:pt>
                <c:pt idx="13814">
                  <c:v>45553.468055555553</c:v>
                </c:pt>
                <c:pt idx="13815">
                  <c:v>45968.572916666657</c:v>
                </c:pt>
                <c:pt idx="13816">
                  <c:v>45517.966666666667</c:v>
                </c:pt>
                <c:pt idx="13817">
                  <c:v>45763.616666666669</c:v>
                </c:pt>
                <c:pt idx="13818">
                  <c:v>45592.379861111112</c:v>
                </c:pt>
                <c:pt idx="13819">
                  <c:v>45355.745138888888</c:v>
                </c:pt>
                <c:pt idx="13820">
                  <c:v>45481.820833333331</c:v>
                </c:pt>
                <c:pt idx="13821">
                  <c:v>45761.878472222219</c:v>
                </c:pt>
                <c:pt idx="13822">
                  <c:v>45689.449305555558</c:v>
                </c:pt>
                <c:pt idx="13823">
                  <c:v>45627.714583333327</c:v>
                </c:pt>
                <c:pt idx="13824">
                  <c:v>45832.728472222218</c:v>
                </c:pt>
                <c:pt idx="13825">
                  <c:v>45895.899305555547</c:v>
                </c:pt>
                <c:pt idx="13826">
                  <c:v>45428.89166666667</c:v>
                </c:pt>
                <c:pt idx="13827">
                  <c:v>45494.703472222223</c:v>
                </c:pt>
                <c:pt idx="13828">
                  <c:v>45485.470138888893</c:v>
                </c:pt>
                <c:pt idx="13829">
                  <c:v>45970.746527777781</c:v>
                </c:pt>
                <c:pt idx="13830">
                  <c:v>45532.820833333331</c:v>
                </c:pt>
                <c:pt idx="13831">
                  <c:v>45605.788888888892</c:v>
                </c:pt>
                <c:pt idx="13832">
                  <c:v>45511.792361111111</c:v>
                </c:pt>
                <c:pt idx="13833">
                  <c:v>45369.441666666673</c:v>
                </c:pt>
                <c:pt idx="13834">
                  <c:v>45665.85</c:v>
                </c:pt>
                <c:pt idx="13835">
                  <c:v>45697.682638888888</c:v>
                </c:pt>
                <c:pt idx="13836">
                  <c:v>45958.897222222222</c:v>
                </c:pt>
                <c:pt idx="13837">
                  <c:v>45754.477083333331</c:v>
                </c:pt>
                <c:pt idx="13838">
                  <c:v>45838.871527777781</c:v>
                </c:pt>
                <c:pt idx="13839">
                  <c:v>45440.873611111107</c:v>
                </c:pt>
                <c:pt idx="13840">
                  <c:v>45694.676388888889</c:v>
                </c:pt>
                <c:pt idx="13841">
                  <c:v>45993.887499999997</c:v>
                </c:pt>
                <c:pt idx="13842">
                  <c:v>45532.87777777778</c:v>
                </c:pt>
                <c:pt idx="13843">
                  <c:v>45457.070833333331</c:v>
                </c:pt>
                <c:pt idx="13844">
                  <c:v>45331.053472222222</c:v>
                </c:pt>
                <c:pt idx="13845">
                  <c:v>45411.018750000003</c:v>
                </c:pt>
                <c:pt idx="13846">
                  <c:v>45489.57708333333</c:v>
                </c:pt>
                <c:pt idx="13847">
                  <c:v>45922.839583333327</c:v>
                </c:pt>
                <c:pt idx="13848">
                  <c:v>45743.027777777781</c:v>
                </c:pt>
                <c:pt idx="13849">
                  <c:v>45364.043055555558</c:v>
                </c:pt>
                <c:pt idx="13850">
                  <c:v>45645.561111111107</c:v>
                </c:pt>
                <c:pt idx="13851">
                  <c:v>45408.732638888891</c:v>
                </c:pt>
                <c:pt idx="13852">
                  <c:v>45764.328472222223</c:v>
                </c:pt>
                <c:pt idx="13853">
                  <c:v>45494.79791666667</c:v>
                </c:pt>
                <c:pt idx="13854">
                  <c:v>45581.368750000001</c:v>
                </c:pt>
                <c:pt idx="13855">
                  <c:v>45639.34652777778</c:v>
                </c:pt>
                <c:pt idx="13856">
                  <c:v>45350.618055555547</c:v>
                </c:pt>
                <c:pt idx="13857">
                  <c:v>45689.545138888891</c:v>
                </c:pt>
                <c:pt idx="13858">
                  <c:v>45465.771527777782</c:v>
                </c:pt>
                <c:pt idx="13859">
                  <c:v>45604.376388888893</c:v>
                </c:pt>
                <c:pt idx="13860">
                  <c:v>45385.459027777782</c:v>
                </c:pt>
                <c:pt idx="13861">
                  <c:v>45293.674305555563</c:v>
                </c:pt>
                <c:pt idx="13862">
                  <c:v>45539.512499999997</c:v>
                </c:pt>
                <c:pt idx="13863">
                  <c:v>45723.365277777782</c:v>
                </c:pt>
                <c:pt idx="13864">
                  <c:v>45571.393750000003</c:v>
                </c:pt>
                <c:pt idx="13865">
                  <c:v>45837.70208333333</c:v>
                </c:pt>
                <c:pt idx="13866">
                  <c:v>45453.381944444453</c:v>
                </c:pt>
                <c:pt idx="13867">
                  <c:v>45694.354166666657</c:v>
                </c:pt>
                <c:pt idx="13868">
                  <c:v>45328.561805555553</c:v>
                </c:pt>
                <c:pt idx="13869">
                  <c:v>45397.355555555558</c:v>
                </c:pt>
                <c:pt idx="13870">
                  <c:v>45515.818055555559</c:v>
                </c:pt>
                <c:pt idx="13871">
                  <c:v>45964.276388888888</c:v>
                </c:pt>
                <c:pt idx="13872">
                  <c:v>45747.484722222223</c:v>
                </c:pt>
                <c:pt idx="13873">
                  <c:v>45364.714583333327</c:v>
                </c:pt>
                <c:pt idx="13874">
                  <c:v>45337.647222222222</c:v>
                </c:pt>
                <c:pt idx="13875">
                  <c:v>45431.594444444447</c:v>
                </c:pt>
                <c:pt idx="13876">
                  <c:v>45593.866666666669</c:v>
                </c:pt>
                <c:pt idx="13877">
                  <c:v>46020.353472222218</c:v>
                </c:pt>
                <c:pt idx="13878">
                  <c:v>45796.522916666669</c:v>
                </c:pt>
                <c:pt idx="13879">
                  <c:v>45566.414583333331</c:v>
                </c:pt>
                <c:pt idx="13880">
                  <c:v>45537.35</c:v>
                </c:pt>
                <c:pt idx="13881">
                  <c:v>45773.841666666667</c:v>
                </c:pt>
                <c:pt idx="13882">
                  <c:v>45733.436805555553</c:v>
                </c:pt>
                <c:pt idx="13883">
                  <c:v>45957.857638888891</c:v>
                </c:pt>
                <c:pt idx="13884">
                  <c:v>46005.305555555547</c:v>
                </c:pt>
                <c:pt idx="13885">
                  <c:v>45455.309027777781</c:v>
                </c:pt>
                <c:pt idx="13886">
                  <c:v>45409.694444444453</c:v>
                </c:pt>
                <c:pt idx="13887">
                  <c:v>45512.375694444447</c:v>
                </c:pt>
                <c:pt idx="13888">
                  <c:v>45929.832638888889</c:v>
                </c:pt>
                <c:pt idx="13889">
                  <c:v>45904.662499999999</c:v>
                </c:pt>
                <c:pt idx="13890">
                  <c:v>45979.682638888888</c:v>
                </c:pt>
                <c:pt idx="13891">
                  <c:v>45397.401388888888</c:v>
                </c:pt>
                <c:pt idx="13892">
                  <c:v>45363.504861111112</c:v>
                </c:pt>
                <c:pt idx="13893">
                  <c:v>45835.272916666669</c:v>
                </c:pt>
                <c:pt idx="13894">
                  <c:v>45482.921527777777</c:v>
                </c:pt>
                <c:pt idx="13895">
                  <c:v>45713.820833333331</c:v>
                </c:pt>
                <c:pt idx="13896">
                  <c:v>45860.34652777778</c:v>
                </c:pt>
                <c:pt idx="13897">
                  <c:v>45643.65</c:v>
                </c:pt>
                <c:pt idx="13898">
                  <c:v>45673.612500000003</c:v>
                </c:pt>
                <c:pt idx="13899">
                  <c:v>45862.927083333343</c:v>
                </c:pt>
                <c:pt idx="13900">
                  <c:v>45496.670138888891</c:v>
                </c:pt>
                <c:pt idx="13901">
                  <c:v>45645.588888888888</c:v>
                </c:pt>
                <c:pt idx="13902">
                  <c:v>45954.565972222219</c:v>
                </c:pt>
                <c:pt idx="13903">
                  <c:v>45415.65625</c:v>
                </c:pt>
                <c:pt idx="13904">
                  <c:v>45334.851388888892</c:v>
                </c:pt>
                <c:pt idx="13905">
                  <c:v>45770.481249999997</c:v>
                </c:pt>
                <c:pt idx="13906">
                  <c:v>45333.695138888892</c:v>
                </c:pt>
                <c:pt idx="13907">
                  <c:v>45418.137499999997</c:v>
                </c:pt>
                <c:pt idx="13908">
                  <c:v>45997.121527777781</c:v>
                </c:pt>
                <c:pt idx="13909">
                  <c:v>45749.698611111111</c:v>
                </c:pt>
                <c:pt idx="13910">
                  <c:v>45689.173611111109</c:v>
                </c:pt>
                <c:pt idx="13911">
                  <c:v>45542.974999999999</c:v>
                </c:pt>
                <c:pt idx="13912">
                  <c:v>45923.933333333327</c:v>
                </c:pt>
                <c:pt idx="13913">
                  <c:v>45631.9</c:v>
                </c:pt>
                <c:pt idx="13914">
                  <c:v>45467.425000000003</c:v>
                </c:pt>
                <c:pt idx="13915">
                  <c:v>45944.675000000003</c:v>
                </c:pt>
                <c:pt idx="13916">
                  <c:v>45758.424305555563</c:v>
                </c:pt>
                <c:pt idx="13917">
                  <c:v>45306.715277777781</c:v>
                </c:pt>
                <c:pt idx="13918">
                  <c:v>45637.738888888889</c:v>
                </c:pt>
                <c:pt idx="13919">
                  <c:v>45876.486805555563</c:v>
                </c:pt>
                <c:pt idx="13920">
                  <c:v>45992.708333333343</c:v>
                </c:pt>
                <c:pt idx="13921">
                  <c:v>45787.547222222223</c:v>
                </c:pt>
                <c:pt idx="13922">
                  <c:v>45544.63958333333</c:v>
                </c:pt>
                <c:pt idx="13923">
                  <c:v>45406.838888888888</c:v>
                </c:pt>
                <c:pt idx="13924">
                  <c:v>45369.402083333327</c:v>
                </c:pt>
                <c:pt idx="13925">
                  <c:v>46023.347222222219</c:v>
                </c:pt>
                <c:pt idx="13926">
                  <c:v>45582.337500000001</c:v>
                </c:pt>
                <c:pt idx="13927">
                  <c:v>45533.685416666667</c:v>
                </c:pt>
                <c:pt idx="13928">
                  <c:v>45967.353472222218</c:v>
                </c:pt>
                <c:pt idx="13929">
                  <c:v>45843.620138888888</c:v>
                </c:pt>
                <c:pt idx="13930">
                  <c:v>45440.488194444442</c:v>
                </c:pt>
                <c:pt idx="13931">
                  <c:v>45504.465277777781</c:v>
                </c:pt>
                <c:pt idx="13932">
                  <c:v>45818.77847222222</c:v>
                </c:pt>
                <c:pt idx="13933">
                  <c:v>45913.430555555547</c:v>
                </c:pt>
                <c:pt idx="13934">
                  <c:v>45707.706944444442</c:v>
                </c:pt>
                <c:pt idx="13935">
                  <c:v>45613.497916666667</c:v>
                </c:pt>
                <c:pt idx="13936">
                  <c:v>45666.466666666667</c:v>
                </c:pt>
                <c:pt idx="13937">
                  <c:v>45338.449305555558</c:v>
                </c:pt>
                <c:pt idx="13938">
                  <c:v>45571.772222222222</c:v>
                </c:pt>
                <c:pt idx="13939">
                  <c:v>45438.776388888888</c:v>
                </c:pt>
                <c:pt idx="13940">
                  <c:v>45522.936805555553</c:v>
                </c:pt>
                <c:pt idx="13941">
                  <c:v>45775.73541666667</c:v>
                </c:pt>
                <c:pt idx="13942">
                  <c:v>45657.873611111107</c:v>
                </c:pt>
                <c:pt idx="13943">
                  <c:v>45991.84652777778</c:v>
                </c:pt>
                <c:pt idx="13944">
                  <c:v>45693.796527777777</c:v>
                </c:pt>
                <c:pt idx="13945">
                  <c:v>45372.815972222219</c:v>
                </c:pt>
                <c:pt idx="13946">
                  <c:v>45466.768750000003</c:v>
                </c:pt>
                <c:pt idx="13947">
                  <c:v>45600.794444444437</c:v>
                </c:pt>
                <c:pt idx="13948">
                  <c:v>45496.368055555547</c:v>
                </c:pt>
                <c:pt idx="13949">
                  <c:v>45736.726388888892</c:v>
                </c:pt>
                <c:pt idx="13950">
                  <c:v>45411.756944444453</c:v>
                </c:pt>
                <c:pt idx="13951">
                  <c:v>45848.707638888889</c:v>
                </c:pt>
                <c:pt idx="13952">
                  <c:v>45343.621527777781</c:v>
                </c:pt>
                <c:pt idx="13953">
                  <c:v>45401.538888888892</c:v>
                </c:pt>
                <c:pt idx="13954">
                  <c:v>45595.77847222222</c:v>
                </c:pt>
                <c:pt idx="13955">
                  <c:v>45461.972916666673</c:v>
                </c:pt>
                <c:pt idx="13956">
                  <c:v>45705.606249999997</c:v>
                </c:pt>
                <c:pt idx="13957">
                  <c:v>45973.677777777782</c:v>
                </c:pt>
                <c:pt idx="13958">
                  <c:v>45514.837500000001</c:v>
                </c:pt>
                <c:pt idx="13959">
                  <c:v>45831.802083333343</c:v>
                </c:pt>
                <c:pt idx="13960">
                  <c:v>45601.339583333327</c:v>
                </c:pt>
                <c:pt idx="13961">
                  <c:v>45644.875694444447</c:v>
                </c:pt>
                <c:pt idx="13962">
                  <c:v>45404.679166666669</c:v>
                </c:pt>
                <c:pt idx="13963">
                  <c:v>45955.988888888889</c:v>
                </c:pt>
                <c:pt idx="13964">
                  <c:v>45374.888888888891</c:v>
                </c:pt>
                <c:pt idx="13965">
                  <c:v>45625.700694444437</c:v>
                </c:pt>
                <c:pt idx="13966">
                  <c:v>45476.525000000001</c:v>
                </c:pt>
                <c:pt idx="13967">
                  <c:v>45992.771527777782</c:v>
                </c:pt>
                <c:pt idx="13968">
                  <c:v>45685.859027777777</c:v>
                </c:pt>
                <c:pt idx="13969">
                  <c:v>45546.394444444442</c:v>
                </c:pt>
                <c:pt idx="13970">
                  <c:v>45707</c:v>
                </c:pt>
                <c:pt idx="13971">
                  <c:v>45739.974305555559</c:v>
                </c:pt>
                <c:pt idx="13972">
                  <c:v>45435.520833333343</c:v>
                </c:pt>
                <c:pt idx="13973">
                  <c:v>45580.827777777777</c:v>
                </c:pt>
                <c:pt idx="13974">
                  <c:v>45936.629861111112</c:v>
                </c:pt>
                <c:pt idx="13975">
                  <c:v>45866.71597222222</c:v>
                </c:pt>
                <c:pt idx="13976">
                  <c:v>45781.584722222222</c:v>
                </c:pt>
                <c:pt idx="13977">
                  <c:v>45589.963888888888</c:v>
                </c:pt>
                <c:pt idx="13978">
                  <c:v>45301.352083333331</c:v>
                </c:pt>
                <c:pt idx="13979">
                  <c:v>45334.575694444437</c:v>
                </c:pt>
                <c:pt idx="13980">
                  <c:v>45376.417361111111</c:v>
                </c:pt>
                <c:pt idx="13981">
                  <c:v>46002.597916666673</c:v>
                </c:pt>
                <c:pt idx="13982">
                  <c:v>45892.848611111112</c:v>
                </c:pt>
                <c:pt idx="13983">
                  <c:v>45397.571527777778</c:v>
                </c:pt>
                <c:pt idx="13984">
                  <c:v>45369.54791666667</c:v>
                </c:pt>
                <c:pt idx="13985">
                  <c:v>45354.955555555563</c:v>
                </c:pt>
                <c:pt idx="13986">
                  <c:v>45791.431250000001</c:v>
                </c:pt>
                <c:pt idx="13987">
                  <c:v>45863.636805555558</c:v>
                </c:pt>
                <c:pt idx="13988">
                  <c:v>45765.728472222218</c:v>
                </c:pt>
                <c:pt idx="13989">
                  <c:v>45733.6875</c:v>
                </c:pt>
                <c:pt idx="13990">
                  <c:v>45675.754861111112</c:v>
                </c:pt>
                <c:pt idx="13991">
                  <c:v>45638.392361111109</c:v>
                </c:pt>
                <c:pt idx="13992">
                  <c:v>45307.395138888889</c:v>
                </c:pt>
                <c:pt idx="13993">
                  <c:v>45862.472916666673</c:v>
                </c:pt>
                <c:pt idx="13994">
                  <c:v>45428.619444444441</c:v>
                </c:pt>
                <c:pt idx="13995">
                  <c:v>45328.474999999999</c:v>
                </c:pt>
                <c:pt idx="13996">
                  <c:v>45820.459027777782</c:v>
                </c:pt>
                <c:pt idx="13997">
                  <c:v>45989.397222222222</c:v>
                </c:pt>
                <c:pt idx="13998">
                  <c:v>45456.413194444453</c:v>
                </c:pt>
                <c:pt idx="13999">
                  <c:v>45951.529861111107</c:v>
                </c:pt>
                <c:pt idx="14000">
                  <c:v>45556.356249999997</c:v>
                </c:pt>
                <c:pt idx="14001">
                  <c:v>46001.635416666657</c:v>
                </c:pt>
                <c:pt idx="14002">
                  <c:v>45484.198611111111</c:v>
                </c:pt>
                <c:pt idx="14003">
                  <c:v>45947.071527777778</c:v>
                </c:pt>
                <c:pt idx="14004">
                  <c:v>45610.707638888889</c:v>
                </c:pt>
                <c:pt idx="14005">
                  <c:v>45742.771527777782</c:v>
                </c:pt>
                <c:pt idx="14006">
                  <c:v>45309.654166666667</c:v>
                </c:pt>
                <c:pt idx="14007">
                  <c:v>45426.699305555558</c:v>
                </c:pt>
                <c:pt idx="14008">
                  <c:v>45924.417361111111</c:v>
                </c:pt>
                <c:pt idx="14009">
                  <c:v>45388.094444444447</c:v>
                </c:pt>
                <c:pt idx="14010">
                  <c:v>45691.215277777781</c:v>
                </c:pt>
                <c:pt idx="14011">
                  <c:v>45656.634722222218</c:v>
                </c:pt>
                <c:pt idx="14012">
                  <c:v>45909.633333333331</c:v>
                </c:pt>
                <c:pt idx="14013">
                  <c:v>45557.12777777778</c:v>
                </c:pt>
                <c:pt idx="14014">
                  <c:v>45471.245833333327</c:v>
                </c:pt>
                <c:pt idx="14015">
                  <c:v>45372.654861111107</c:v>
                </c:pt>
                <c:pt idx="14016">
                  <c:v>45716.258333333331</c:v>
                </c:pt>
                <c:pt idx="14017">
                  <c:v>45530.795138888891</c:v>
                </c:pt>
                <c:pt idx="14018">
                  <c:v>46016.246527777781</c:v>
                </c:pt>
                <c:pt idx="14019">
                  <c:v>45837.97152777778</c:v>
                </c:pt>
                <c:pt idx="14020">
                  <c:v>45578.245833333327</c:v>
                </c:pt>
                <c:pt idx="14021">
                  <c:v>45822.179861111108</c:v>
                </c:pt>
                <c:pt idx="14022">
                  <c:v>45459.642361111109</c:v>
                </c:pt>
                <c:pt idx="14023">
                  <c:v>45638.154861111107</c:v>
                </c:pt>
                <c:pt idx="14024">
                  <c:v>45326.662499999999</c:v>
                </c:pt>
                <c:pt idx="14025">
                  <c:v>45343.752083333333</c:v>
                </c:pt>
                <c:pt idx="14026">
                  <c:v>45509.009722222218</c:v>
                </c:pt>
                <c:pt idx="14027">
                  <c:v>45902.020138888889</c:v>
                </c:pt>
                <c:pt idx="14028">
                  <c:v>45405.526388888888</c:v>
                </c:pt>
                <c:pt idx="14029">
                  <c:v>45770.086805555547</c:v>
                </c:pt>
                <c:pt idx="14030">
                  <c:v>45806.697916666657</c:v>
                </c:pt>
                <c:pt idx="14031">
                  <c:v>45993.786111111112</c:v>
                </c:pt>
                <c:pt idx="14032">
                  <c:v>45850.765277777777</c:v>
                </c:pt>
                <c:pt idx="14033">
                  <c:v>45870.701388888891</c:v>
                </c:pt>
                <c:pt idx="14034">
                  <c:v>45921.186111111107</c:v>
                </c:pt>
                <c:pt idx="14035">
                  <c:v>45884.68472222222</c:v>
                </c:pt>
                <c:pt idx="14036">
                  <c:v>45766.463194444441</c:v>
                </c:pt>
                <c:pt idx="14037">
                  <c:v>45341.803472222222</c:v>
                </c:pt>
                <c:pt idx="14038">
                  <c:v>45554.506249999999</c:v>
                </c:pt>
                <c:pt idx="14039">
                  <c:v>45989.573611111111</c:v>
                </c:pt>
                <c:pt idx="14040">
                  <c:v>45894.68472222222</c:v>
                </c:pt>
                <c:pt idx="14041">
                  <c:v>45306.840277777781</c:v>
                </c:pt>
                <c:pt idx="14042">
                  <c:v>45576.461805555547</c:v>
                </c:pt>
                <c:pt idx="14043">
                  <c:v>45935.412499999999</c:v>
                </c:pt>
                <c:pt idx="14044">
                  <c:v>45827.76458333333</c:v>
                </c:pt>
                <c:pt idx="14045">
                  <c:v>45384.720138888893</c:v>
                </c:pt>
                <c:pt idx="14046">
                  <c:v>45992.366666666669</c:v>
                </c:pt>
                <c:pt idx="14047">
                  <c:v>45736.71597222222</c:v>
                </c:pt>
                <c:pt idx="14048">
                  <c:v>45766.443749999999</c:v>
                </c:pt>
                <c:pt idx="14049">
                  <c:v>46010.35833333333</c:v>
                </c:pt>
                <c:pt idx="14050">
                  <c:v>45584.642361111109</c:v>
                </c:pt>
                <c:pt idx="14051">
                  <c:v>45501.484722222223</c:v>
                </c:pt>
                <c:pt idx="14052">
                  <c:v>45408.688194444447</c:v>
                </c:pt>
                <c:pt idx="14053">
                  <c:v>45627.367361111108</c:v>
                </c:pt>
                <c:pt idx="14054">
                  <c:v>45841.931250000001</c:v>
                </c:pt>
                <c:pt idx="14055">
                  <c:v>45463.463888888888</c:v>
                </c:pt>
                <c:pt idx="14056">
                  <c:v>45852.565972222219</c:v>
                </c:pt>
                <c:pt idx="14057">
                  <c:v>45710.421527777777</c:v>
                </c:pt>
                <c:pt idx="14058">
                  <c:v>45515.333333333343</c:v>
                </c:pt>
                <c:pt idx="14059">
                  <c:v>45454.440972222219</c:v>
                </c:pt>
                <c:pt idx="14060">
                  <c:v>45391.738888888889</c:v>
                </c:pt>
                <c:pt idx="14061">
                  <c:v>45476.365972222222</c:v>
                </c:pt>
                <c:pt idx="14062">
                  <c:v>45357.369444444441</c:v>
                </c:pt>
                <c:pt idx="14063">
                  <c:v>45684.40625</c:v>
                </c:pt>
                <c:pt idx="14064">
                  <c:v>45422.71597222222</c:v>
                </c:pt>
                <c:pt idx="14065">
                  <c:v>45320.728472222218</c:v>
                </c:pt>
                <c:pt idx="14066">
                  <c:v>45645.914583333331</c:v>
                </c:pt>
                <c:pt idx="14067">
                  <c:v>45925.556250000001</c:v>
                </c:pt>
                <c:pt idx="14068">
                  <c:v>45769.804166666669</c:v>
                </c:pt>
                <c:pt idx="14069">
                  <c:v>45569.519444444442</c:v>
                </c:pt>
                <c:pt idx="14070">
                  <c:v>45626.722222222219</c:v>
                </c:pt>
                <c:pt idx="14071">
                  <c:v>45545.447222222218</c:v>
                </c:pt>
                <c:pt idx="14072">
                  <c:v>45796.715277777781</c:v>
                </c:pt>
                <c:pt idx="14073">
                  <c:v>45594.597222222219</c:v>
                </c:pt>
                <c:pt idx="14074">
                  <c:v>45887.79583333333</c:v>
                </c:pt>
                <c:pt idx="14075">
                  <c:v>45825.7</c:v>
                </c:pt>
                <c:pt idx="14076">
                  <c:v>45739.59652777778</c:v>
                </c:pt>
                <c:pt idx="14077">
                  <c:v>45557.680555555547</c:v>
                </c:pt>
                <c:pt idx="14078">
                  <c:v>45979.594444444447</c:v>
                </c:pt>
                <c:pt idx="14079">
                  <c:v>45433.655555555553</c:v>
                </c:pt>
                <c:pt idx="14080">
                  <c:v>46009.223611111112</c:v>
                </c:pt>
                <c:pt idx="14081">
                  <c:v>45985.211805555547</c:v>
                </c:pt>
                <c:pt idx="14082">
                  <c:v>46018.401388888888</c:v>
                </c:pt>
                <c:pt idx="14083">
                  <c:v>46000.192361111112</c:v>
                </c:pt>
                <c:pt idx="14084">
                  <c:v>45487.283333333333</c:v>
                </c:pt>
                <c:pt idx="14085">
                  <c:v>45331.600694444453</c:v>
                </c:pt>
                <c:pt idx="14086">
                  <c:v>45574.530555555553</c:v>
                </c:pt>
                <c:pt idx="14087">
                  <c:v>45539.522222222222</c:v>
                </c:pt>
                <c:pt idx="14088">
                  <c:v>45558.26666666667</c:v>
                </c:pt>
                <c:pt idx="14089">
                  <c:v>45627.511111111111</c:v>
                </c:pt>
                <c:pt idx="14090">
                  <c:v>45593.395833333343</c:v>
                </c:pt>
                <c:pt idx="14091">
                  <c:v>45386.205555555563</c:v>
                </c:pt>
                <c:pt idx="14092">
                  <c:v>45966.624305555553</c:v>
                </c:pt>
                <c:pt idx="14093">
                  <c:v>45608.322916666657</c:v>
                </c:pt>
                <c:pt idx="14094">
                  <c:v>45404.270833333343</c:v>
                </c:pt>
                <c:pt idx="14095">
                  <c:v>45956.34097222222</c:v>
                </c:pt>
                <c:pt idx="14096">
                  <c:v>45774.568749999999</c:v>
                </c:pt>
                <c:pt idx="14097">
                  <c:v>45475.895833333343</c:v>
                </c:pt>
                <c:pt idx="14098">
                  <c:v>45502.715277777781</c:v>
                </c:pt>
                <c:pt idx="14099">
                  <c:v>45831.901388888888</c:v>
                </c:pt>
                <c:pt idx="14100">
                  <c:v>45299.270138888889</c:v>
                </c:pt>
                <c:pt idx="14101">
                  <c:v>45683.48333333333</c:v>
                </c:pt>
                <c:pt idx="14102">
                  <c:v>45313.260416666657</c:v>
                </c:pt>
                <c:pt idx="14103">
                  <c:v>45557.761805555558</c:v>
                </c:pt>
                <c:pt idx="14104">
                  <c:v>45719.86041666667</c:v>
                </c:pt>
                <c:pt idx="14105">
                  <c:v>45389.786805555559</c:v>
                </c:pt>
                <c:pt idx="14106">
                  <c:v>45599.625</c:v>
                </c:pt>
                <c:pt idx="14107">
                  <c:v>45760.493055555547</c:v>
                </c:pt>
                <c:pt idx="14108">
                  <c:v>45852.749305555553</c:v>
                </c:pt>
                <c:pt idx="14109">
                  <c:v>45747.774305555547</c:v>
                </c:pt>
                <c:pt idx="14110">
                  <c:v>45534.704861111109</c:v>
                </c:pt>
                <c:pt idx="14111">
                  <c:v>45922.765972222223</c:v>
                </c:pt>
                <c:pt idx="14112">
                  <c:v>45444.741666666669</c:v>
                </c:pt>
                <c:pt idx="14113">
                  <c:v>45353.607638888891</c:v>
                </c:pt>
                <c:pt idx="14114">
                  <c:v>45572.263194444437</c:v>
                </c:pt>
                <c:pt idx="14115">
                  <c:v>45700.728472222218</c:v>
                </c:pt>
                <c:pt idx="14116">
                  <c:v>45403.765277777777</c:v>
                </c:pt>
                <c:pt idx="14117">
                  <c:v>45369.808333333327</c:v>
                </c:pt>
                <c:pt idx="14118">
                  <c:v>45529.87777777778</c:v>
                </c:pt>
                <c:pt idx="14119">
                  <c:v>45732.703472222223</c:v>
                </c:pt>
                <c:pt idx="14120">
                  <c:v>45585.868750000001</c:v>
                </c:pt>
                <c:pt idx="14121">
                  <c:v>45384.258333333331</c:v>
                </c:pt>
                <c:pt idx="14122">
                  <c:v>45609.287499999999</c:v>
                </c:pt>
                <c:pt idx="14123">
                  <c:v>45977.788888888892</c:v>
                </c:pt>
                <c:pt idx="14124">
                  <c:v>45330.270833333343</c:v>
                </c:pt>
                <c:pt idx="14125">
                  <c:v>45424.913194444453</c:v>
                </c:pt>
                <c:pt idx="14126">
                  <c:v>45865.95208333333</c:v>
                </c:pt>
                <c:pt idx="14127">
                  <c:v>45971.429166666669</c:v>
                </c:pt>
                <c:pt idx="14128">
                  <c:v>46018.591666666667</c:v>
                </c:pt>
                <c:pt idx="14129">
                  <c:v>45532.869444444441</c:v>
                </c:pt>
                <c:pt idx="14130">
                  <c:v>45532.868750000001</c:v>
                </c:pt>
                <c:pt idx="14131">
                  <c:v>45655.724305555559</c:v>
                </c:pt>
                <c:pt idx="14132">
                  <c:v>45599.786805555559</c:v>
                </c:pt>
                <c:pt idx="14133">
                  <c:v>45952.374305555553</c:v>
                </c:pt>
                <c:pt idx="14134">
                  <c:v>45918.381944444453</c:v>
                </c:pt>
                <c:pt idx="14135">
                  <c:v>45855.751388888893</c:v>
                </c:pt>
                <c:pt idx="14136">
                  <c:v>45796.348611111112</c:v>
                </c:pt>
                <c:pt idx="14137">
                  <c:v>45989.34652777778</c:v>
                </c:pt>
                <c:pt idx="14138">
                  <c:v>45839.794444444437</c:v>
                </c:pt>
                <c:pt idx="14139">
                  <c:v>45935.872916666667</c:v>
                </c:pt>
                <c:pt idx="14140">
                  <c:v>45501.697222222218</c:v>
                </c:pt>
                <c:pt idx="14141">
                  <c:v>45821.533333333333</c:v>
                </c:pt>
                <c:pt idx="14142">
                  <c:v>45882.86041666667</c:v>
                </c:pt>
                <c:pt idx="14143">
                  <c:v>45766.495833333327</c:v>
                </c:pt>
                <c:pt idx="14144">
                  <c:v>45644.868750000001</c:v>
                </c:pt>
                <c:pt idx="14145">
                  <c:v>45414.830555555563</c:v>
                </c:pt>
                <c:pt idx="14146">
                  <c:v>45734.727083333331</c:v>
                </c:pt>
                <c:pt idx="14147">
                  <c:v>46019.502083333333</c:v>
                </c:pt>
                <c:pt idx="14148">
                  <c:v>45657.355555555558</c:v>
                </c:pt>
                <c:pt idx="14149">
                  <c:v>45754.62222222222</c:v>
                </c:pt>
                <c:pt idx="14150">
                  <c:v>45699.385416666657</c:v>
                </c:pt>
                <c:pt idx="14151">
                  <c:v>45992.4375</c:v>
                </c:pt>
                <c:pt idx="14152">
                  <c:v>45403.323611111111</c:v>
                </c:pt>
                <c:pt idx="14153">
                  <c:v>45898.46875</c:v>
                </c:pt>
                <c:pt idx="14154">
                  <c:v>45469.429861111108</c:v>
                </c:pt>
                <c:pt idx="14155">
                  <c:v>45929.415972222218</c:v>
                </c:pt>
                <c:pt idx="14156">
                  <c:v>46019.49722222222</c:v>
                </c:pt>
                <c:pt idx="14157">
                  <c:v>45370.808333333327</c:v>
                </c:pt>
                <c:pt idx="14158">
                  <c:v>45837.751388888893</c:v>
                </c:pt>
                <c:pt idx="14159">
                  <c:v>45628.581250000003</c:v>
                </c:pt>
                <c:pt idx="14160">
                  <c:v>45411.712500000001</c:v>
                </c:pt>
                <c:pt idx="14161">
                  <c:v>45843.82708333333</c:v>
                </c:pt>
                <c:pt idx="14162">
                  <c:v>45968.523611111108</c:v>
                </c:pt>
                <c:pt idx="14163">
                  <c:v>45861.842361111107</c:v>
                </c:pt>
                <c:pt idx="14164">
                  <c:v>45781.611805555563</c:v>
                </c:pt>
                <c:pt idx="14165">
                  <c:v>46005.401388888888</c:v>
                </c:pt>
                <c:pt idx="14166">
                  <c:v>45750.868750000001</c:v>
                </c:pt>
                <c:pt idx="14167">
                  <c:v>45690.498611111107</c:v>
                </c:pt>
                <c:pt idx="14168">
                  <c:v>45985.361111111109</c:v>
                </c:pt>
                <c:pt idx="14169">
                  <c:v>45826.873611111107</c:v>
                </c:pt>
                <c:pt idx="14170">
                  <c:v>45768.388888888891</c:v>
                </c:pt>
                <c:pt idx="14171">
                  <c:v>45918.638194444437</c:v>
                </c:pt>
                <c:pt idx="14172">
                  <c:v>45938.306944444441</c:v>
                </c:pt>
                <c:pt idx="14173">
                  <c:v>46020.815972222219</c:v>
                </c:pt>
                <c:pt idx="14174">
                  <c:v>45811.801388888889</c:v>
                </c:pt>
                <c:pt idx="14175">
                  <c:v>45881.797222222223</c:v>
                </c:pt>
                <c:pt idx="14176">
                  <c:v>45955.814583333333</c:v>
                </c:pt>
                <c:pt idx="14177">
                  <c:v>45996.788888888892</c:v>
                </c:pt>
                <c:pt idx="14178">
                  <c:v>45730.811805555553</c:v>
                </c:pt>
                <c:pt idx="14179">
                  <c:v>45796.432638888888</c:v>
                </c:pt>
                <c:pt idx="14180">
                  <c:v>45908.895138888889</c:v>
                </c:pt>
                <c:pt idx="14181">
                  <c:v>45894.826388888891</c:v>
                </c:pt>
                <c:pt idx="14182">
                  <c:v>45330.648611111108</c:v>
                </c:pt>
                <c:pt idx="14183">
                  <c:v>45432.525694444441</c:v>
                </c:pt>
                <c:pt idx="14184">
                  <c:v>45488.681944444441</c:v>
                </c:pt>
                <c:pt idx="14185">
                  <c:v>45348.53125</c:v>
                </c:pt>
                <c:pt idx="14186">
                  <c:v>45587.3125</c:v>
                </c:pt>
                <c:pt idx="14187">
                  <c:v>45928.84375</c:v>
                </c:pt>
                <c:pt idx="14188">
                  <c:v>45403.728472222218</c:v>
                </c:pt>
                <c:pt idx="14189">
                  <c:v>45865.04791666667</c:v>
                </c:pt>
                <c:pt idx="14190">
                  <c:v>45962.568055555559</c:v>
                </c:pt>
                <c:pt idx="14191">
                  <c:v>45795.880555555559</c:v>
                </c:pt>
                <c:pt idx="14192">
                  <c:v>45822.895138888889</c:v>
                </c:pt>
                <c:pt idx="14193">
                  <c:v>45429.893055555563</c:v>
                </c:pt>
                <c:pt idx="14194">
                  <c:v>45452.681944444441</c:v>
                </c:pt>
                <c:pt idx="14195">
                  <c:v>45376.637499999997</c:v>
                </c:pt>
                <c:pt idx="14196">
                  <c:v>45334.540277777778</c:v>
                </c:pt>
                <c:pt idx="14197">
                  <c:v>45619.926388888889</c:v>
                </c:pt>
                <c:pt idx="14198">
                  <c:v>45683.943749999999</c:v>
                </c:pt>
                <c:pt idx="14199">
                  <c:v>45996.86041666667</c:v>
                </c:pt>
                <c:pt idx="14200">
                  <c:v>45298.679166666669</c:v>
                </c:pt>
                <c:pt idx="14201">
                  <c:v>45712.438888888893</c:v>
                </c:pt>
                <c:pt idx="14202">
                  <c:v>45582.839583333327</c:v>
                </c:pt>
                <c:pt idx="14203">
                  <c:v>45893.84375</c:v>
                </c:pt>
                <c:pt idx="14204">
                  <c:v>45550.807638888888</c:v>
                </c:pt>
                <c:pt idx="14205">
                  <c:v>45754.353472222218</c:v>
                </c:pt>
                <c:pt idx="14206">
                  <c:v>45512.879166666673</c:v>
                </c:pt>
                <c:pt idx="14207">
                  <c:v>45323.37222222222</c:v>
                </c:pt>
                <c:pt idx="14208">
                  <c:v>45655.734027777777</c:v>
                </c:pt>
                <c:pt idx="14209">
                  <c:v>45672.600694444453</c:v>
                </c:pt>
                <c:pt idx="14210">
                  <c:v>45359.418749999997</c:v>
                </c:pt>
                <c:pt idx="14211">
                  <c:v>45750.459722222222</c:v>
                </c:pt>
                <c:pt idx="14212">
                  <c:v>45946.554861111108</c:v>
                </c:pt>
                <c:pt idx="14213">
                  <c:v>46001.425000000003</c:v>
                </c:pt>
                <c:pt idx="14214">
                  <c:v>45739.542361111111</c:v>
                </c:pt>
                <c:pt idx="14215">
                  <c:v>45563.54791666667</c:v>
                </c:pt>
                <c:pt idx="14216">
                  <c:v>45898.381944444453</c:v>
                </c:pt>
                <c:pt idx="14217">
                  <c:v>45418.618055555547</c:v>
                </c:pt>
                <c:pt idx="14218">
                  <c:v>45317.419444444437</c:v>
                </c:pt>
                <c:pt idx="14219">
                  <c:v>45481.595833333333</c:v>
                </c:pt>
                <c:pt idx="14220">
                  <c:v>45705.722916666673</c:v>
                </c:pt>
                <c:pt idx="14221">
                  <c:v>45812.779166666667</c:v>
                </c:pt>
                <c:pt idx="14222">
                  <c:v>45334.269444444442</c:v>
                </c:pt>
                <c:pt idx="14223">
                  <c:v>45870.667361111111</c:v>
                </c:pt>
                <c:pt idx="14224">
                  <c:v>45713.700694444437</c:v>
                </c:pt>
                <c:pt idx="14225">
                  <c:v>45601.316666666673</c:v>
                </c:pt>
                <c:pt idx="14226">
                  <c:v>45638.313194444447</c:v>
                </c:pt>
                <c:pt idx="14227">
                  <c:v>45562.043749999997</c:v>
                </c:pt>
                <c:pt idx="14228">
                  <c:v>45525.068055555559</c:v>
                </c:pt>
                <c:pt idx="14229">
                  <c:v>45481.043055555558</c:v>
                </c:pt>
                <c:pt idx="14230">
                  <c:v>45747.191666666673</c:v>
                </c:pt>
                <c:pt idx="14231">
                  <c:v>45384.064583333333</c:v>
                </c:pt>
                <c:pt idx="14232">
                  <c:v>45778.120833333327</c:v>
                </c:pt>
                <c:pt idx="14233">
                  <c:v>45677.895833333343</c:v>
                </c:pt>
                <c:pt idx="14234">
                  <c:v>45436.804861111108</c:v>
                </c:pt>
                <c:pt idx="14235">
                  <c:v>45843.222222222219</c:v>
                </c:pt>
                <c:pt idx="14236">
                  <c:v>45555.661111111112</c:v>
                </c:pt>
                <c:pt idx="14237">
                  <c:v>45998.535416666673</c:v>
                </c:pt>
                <c:pt idx="14238">
                  <c:v>45408.637499999997</c:v>
                </c:pt>
                <c:pt idx="14239">
                  <c:v>45929.644444444442</c:v>
                </c:pt>
                <c:pt idx="14240">
                  <c:v>45799.640972222223</c:v>
                </c:pt>
                <c:pt idx="14241">
                  <c:v>45610.498611111107</c:v>
                </c:pt>
                <c:pt idx="14242">
                  <c:v>45742.646527777782</c:v>
                </c:pt>
                <c:pt idx="14243">
                  <c:v>45310.51458333333</c:v>
                </c:pt>
                <c:pt idx="14244">
                  <c:v>45677.601388888892</c:v>
                </c:pt>
                <c:pt idx="14245">
                  <c:v>45500.488888888889</c:v>
                </c:pt>
                <c:pt idx="14246">
                  <c:v>45478.736805555563</c:v>
                </c:pt>
                <c:pt idx="14247">
                  <c:v>45855.486111111109</c:v>
                </c:pt>
                <c:pt idx="14248">
                  <c:v>45736.648611111108</c:v>
                </c:pt>
                <c:pt idx="14249">
                  <c:v>45593.430555555547</c:v>
                </c:pt>
                <c:pt idx="14250">
                  <c:v>45864.559027777781</c:v>
                </c:pt>
                <c:pt idx="14251">
                  <c:v>45703.535416666673</c:v>
                </c:pt>
                <c:pt idx="14252">
                  <c:v>45585.737500000003</c:v>
                </c:pt>
                <c:pt idx="14253">
                  <c:v>45965.673611111109</c:v>
                </c:pt>
                <c:pt idx="14254">
                  <c:v>45511.423611111109</c:v>
                </c:pt>
                <c:pt idx="14255">
                  <c:v>45293.592361111107</c:v>
                </c:pt>
                <c:pt idx="14256">
                  <c:v>45449.597222222219</c:v>
                </c:pt>
                <c:pt idx="14257">
                  <c:v>45741.452777777777</c:v>
                </c:pt>
                <c:pt idx="14258">
                  <c:v>45888.768055555563</c:v>
                </c:pt>
                <c:pt idx="14259">
                  <c:v>45363.712500000001</c:v>
                </c:pt>
                <c:pt idx="14260">
                  <c:v>45864.683333333327</c:v>
                </c:pt>
                <c:pt idx="14261">
                  <c:v>45846.19027777778</c:v>
                </c:pt>
                <c:pt idx="14262">
                  <c:v>45931.526388888888</c:v>
                </c:pt>
                <c:pt idx="14263">
                  <c:v>45910.165277777778</c:v>
                </c:pt>
                <c:pt idx="14264">
                  <c:v>45931.526388888888</c:v>
                </c:pt>
                <c:pt idx="14265">
                  <c:v>45846.19027777778</c:v>
                </c:pt>
                <c:pt idx="14266">
                  <c:v>45893.245833333327</c:v>
                </c:pt>
                <c:pt idx="14267">
                  <c:v>45951.787499999999</c:v>
                </c:pt>
                <c:pt idx="14268">
                  <c:v>45951.787499999999</c:v>
                </c:pt>
                <c:pt idx="14269">
                  <c:v>45893.245833333327</c:v>
                </c:pt>
                <c:pt idx="14270">
                  <c:v>45599.236805555563</c:v>
                </c:pt>
                <c:pt idx="14271">
                  <c:v>45599.236805555563</c:v>
                </c:pt>
                <c:pt idx="14272">
                  <c:v>45972.504861111112</c:v>
                </c:pt>
                <c:pt idx="14273">
                  <c:v>45753.852777777778</c:v>
                </c:pt>
                <c:pt idx="14274">
                  <c:v>45972.504861111112</c:v>
                </c:pt>
                <c:pt idx="14275">
                  <c:v>45753.852777777778</c:v>
                </c:pt>
                <c:pt idx="14276">
                  <c:v>45989.256944444453</c:v>
                </c:pt>
                <c:pt idx="14277">
                  <c:v>45989.256944444453</c:v>
                </c:pt>
                <c:pt idx="14278">
                  <c:v>45910.165277777778</c:v>
                </c:pt>
                <c:pt idx="14279">
                  <c:v>45864.683333333327</c:v>
                </c:pt>
                <c:pt idx="14280">
                  <c:v>45727.193749999999</c:v>
                </c:pt>
                <c:pt idx="14281">
                  <c:v>46005.501388888893</c:v>
                </c:pt>
                <c:pt idx="14282">
                  <c:v>45775.603472222218</c:v>
                </c:pt>
                <c:pt idx="14283">
                  <c:v>45658.800694444442</c:v>
                </c:pt>
                <c:pt idx="14284">
                  <c:v>45696.119444444441</c:v>
                </c:pt>
                <c:pt idx="14285">
                  <c:v>45831.171527777777</c:v>
                </c:pt>
                <c:pt idx="14286">
                  <c:v>45831.171527777777</c:v>
                </c:pt>
                <c:pt idx="14287">
                  <c:v>45578.870138888888</c:v>
                </c:pt>
                <c:pt idx="14288">
                  <c:v>45812.601388888892</c:v>
                </c:pt>
                <c:pt idx="14289">
                  <c:v>46005.501388888893</c:v>
                </c:pt>
                <c:pt idx="14290">
                  <c:v>45727.193749999999</c:v>
                </c:pt>
                <c:pt idx="14291">
                  <c:v>45578.870138888888</c:v>
                </c:pt>
                <c:pt idx="14292">
                  <c:v>45696.119444444441</c:v>
                </c:pt>
                <c:pt idx="14293">
                  <c:v>45812.601388888892</c:v>
                </c:pt>
                <c:pt idx="14294">
                  <c:v>45658.800694444442</c:v>
                </c:pt>
                <c:pt idx="14295">
                  <c:v>45775.603472222218</c:v>
                </c:pt>
                <c:pt idx="14296">
                  <c:v>45677.5625</c:v>
                </c:pt>
                <c:pt idx="14297">
                  <c:v>45777.598611111112</c:v>
                </c:pt>
                <c:pt idx="14298">
                  <c:v>45457.967361111107</c:v>
                </c:pt>
                <c:pt idx="14299">
                  <c:v>45594.519444444442</c:v>
                </c:pt>
                <c:pt idx="14300">
                  <c:v>45606.682638888888</c:v>
                </c:pt>
                <c:pt idx="14301">
                  <c:v>45621.427083333343</c:v>
                </c:pt>
                <c:pt idx="14302">
                  <c:v>45648.497916666667</c:v>
                </c:pt>
                <c:pt idx="14303">
                  <c:v>45674.568055555559</c:v>
                </c:pt>
                <c:pt idx="14304">
                  <c:v>45810.513194444437</c:v>
                </c:pt>
                <c:pt idx="14305">
                  <c:v>45323.525000000001</c:v>
                </c:pt>
                <c:pt idx="14306">
                  <c:v>45293.475694444453</c:v>
                </c:pt>
                <c:pt idx="14307">
                  <c:v>45503.59652777778</c:v>
                </c:pt>
                <c:pt idx="14308">
                  <c:v>45345.544444444437</c:v>
                </c:pt>
                <c:pt idx="14309">
                  <c:v>45957.511111111111</c:v>
                </c:pt>
                <c:pt idx="14310">
                  <c:v>45454.618750000001</c:v>
                </c:pt>
                <c:pt idx="14311">
                  <c:v>45397.495833333327</c:v>
                </c:pt>
                <c:pt idx="14312">
                  <c:v>45874.650694444441</c:v>
                </c:pt>
                <c:pt idx="14313">
                  <c:v>45852.873611111107</c:v>
                </c:pt>
                <c:pt idx="14314">
                  <c:v>45924.839583333327</c:v>
                </c:pt>
                <c:pt idx="14315">
                  <c:v>45363.886805555558</c:v>
                </c:pt>
                <c:pt idx="14316">
                  <c:v>45396.542361111111</c:v>
                </c:pt>
                <c:pt idx="14317">
                  <c:v>45493.585416666669</c:v>
                </c:pt>
                <c:pt idx="14318">
                  <c:v>45569.861805555563</c:v>
                </c:pt>
                <c:pt idx="14319">
                  <c:v>46003.618055555547</c:v>
                </c:pt>
                <c:pt idx="14320">
                  <c:v>45675.873611111107</c:v>
                </c:pt>
                <c:pt idx="14321">
                  <c:v>45798.741666666669</c:v>
                </c:pt>
                <c:pt idx="14322">
                  <c:v>45728.835416666669</c:v>
                </c:pt>
                <c:pt idx="14323">
                  <c:v>45625.434027777781</c:v>
                </c:pt>
                <c:pt idx="14324">
                  <c:v>46020.369444444441</c:v>
                </c:pt>
                <c:pt idx="14325">
                  <c:v>45708.386111111111</c:v>
                </c:pt>
                <c:pt idx="14326">
                  <c:v>45490.72152777778</c:v>
                </c:pt>
                <c:pt idx="14327">
                  <c:v>45628.470138888893</c:v>
                </c:pt>
                <c:pt idx="14328">
                  <c:v>45558.356944444437</c:v>
                </c:pt>
                <c:pt idx="14329">
                  <c:v>45761.584027777782</c:v>
                </c:pt>
                <c:pt idx="14330">
                  <c:v>45349.553472222222</c:v>
                </c:pt>
                <c:pt idx="14331">
                  <c:v>45422.236805555563</c:v>
                </c:pt>
                <c:pt idx="14332">
                  <c:v>45820.398611111108</c:v>
                </c:pt>
                <c:pt idx="14333">
                  <c:v>45294.607638888891</c:v>
                </c:pt>
                <c:pt idx="14334">
                  <c:v>45883.554166666669</c:v>
                </c:pt>
                <c:pt idx="14335">
                  <c:v>45951.580555555563</c:v>
                </c:pt>
                <c:pt idx="14336">
                  <c:v>45770.654166666667</c:v>
                </c:pt>
                <c:pt idx="14337">
                  <c:v>45483.808333333327</c:v>
                </c:pt>
                <c:pt idx="14338">
                  <c:v>45870.520138888889</c:v>
                </c:pt>
                <c:pt idx="14339">
                  <c:v>45842.335416666669</c:v>
                </c:pt>
                <c:pt idx="14340">
                  <c:v>45905.831944444442</c:v>
                </c:pt>
                <c:pt idx="14341">
                  <c:v>45421.915277777778</c:v>
                </c:pt>
                <c:pt idx="14342">
                  <c:v>46007.431944444441</c:v>
                </c:pt>
                <c:pt idx="14343">
                  <c:v>45590.378472222219</c:v>
                </c:pt>
                <c:pt idx="14344">
                  <c:v>45403.77847222222</c:v>
                </c:pt>
                <c:pt idx="14345">
                  <c:v>45554.795138888891</c:v>
                </c:pt>
                <c:pt idx="14346">
                  <c:v>45512.554861111108</c:v>
                </c:pt>
                <c:pt idx="14347">
                  <c:v>45356.854861111111</c:v>
                </c:pt>
                <c:pt idx="14348">
                  <c:v>45729.825694444437</c:v>
                </c:pt>
                <c:pt idx="14349">
                  <c:v>45686.741666666669</c:v>
                </c:pt>
                <c:pt idx="14350">
                  <c:v>45643.668749999997</c:v>
                </c:pt>
                <c:pt idx="14351">
                  <c:v>45958.820138888892</c:v>
                </c:pt>
                <c:pt idx="14352">
                  <c:v>45861.43472222222</c:v>
                </c:pt>
                <c:pt idx="14353">
                  <c:v>46002.441666666673</c:v>
                </c:pt>
                <c:pt idx="14354">
                  <c:v>45876.46875</c:v>
                </c:pt>
                <c:pt idx="14355">
                  <c:v>45607.59097222222</c:v>
                </c:pt>
                <c:pt idx="14356">
                  <c:v>45707.350694444453</c:v>
                </c:pt>
                <c:pt idx="14357">
                  <c:v>45989.631249999999</c:v>
                </c:pt>
                <c:pt idx="14358">
                  <c:v>45658.709722222222</c:v>
                </c:pt>
                <c:pt idx="14359">
                  <c:v>45648.447916666657</c:v>
                </c:pt>
                <c:pt idx="14360">
                  <c:v>45687.613888888889</c:v>
                </c:pt>
                <c:pt idx="14361">
                  <c:v>45926.477777777778</c:v>
                </c:pt>
                <c:pt idx="14362">
                  <c:v>45845.65625</c:v>
                </c:pt>
                <c:pt idx="14363">
                  <c:v>45821.4</c:v>
                </c:pt>
                <c:pt idx="14364">
                  <c:v>45805.662499999999</c:v>
                </c:pt>
                <c:pt idx="14365">
                  <c:v>45954.363888888889</c:v>
                </c:pt>
                <c:pt idx="14366">
                  <c:v>45563.445833333331</c:v>
                </c:pt>
                <c:pt idx="14367">
                  <c:v>45772.586111111108</c:v>
                </c:pt>
                <c:pt idx="14368">
                  <c:v>45453.72152777778</c:v>
                </c:pt>
                <c:pt idx="14369">
                  <c:v>45520.662499999999</c:v>
                </c:pt>
                <c:pt idx="14370">
                  <c:v>45368.493055555547</c:v>
                </c:pt>
                <c:pt idx="14371">
                  <c:v>45968.525000000001</c:v>
                </c:pt>
                <c:pt idx="14372">
                  <c:v>45760.363194444442</c:v>
                </c:pt>
                <c:pt idx="14373">
                  <c:v>45839.59097222222</c:v>
                </c:pt>
                <c:pt idx="14374">
                  <c:v>45306.368750000001</c:v>
                </c:pt>
                <c:pt idx="14375">
                  <c:v>46000.348611111112</c:v>
                </c:pt>
                <c:pt idx="14376">
                  <c:v>45599.320833333331</c:v>
                </c:pt>
                <c:pt idx="14377">
                  <c:v>45557.37222222222</c:v>
                </c:pt>
                <c:pt idx="14378">
                  <c:v>45728.553472222222</c:v>
                </c:pt>
                <c:pt idx="14379">
                  <c:v>45653.351388888892</c:v>
                </c:pt>
                <c:pt idx="14380">
                  <c:v>45738.436805555553</c:v>
                </c:pt>
                <c:pt idx="14381">
                  <c:v>45413.484027777777</c:v>
                </c:pt>
                <c:pt idx="14382">
                  <c:v>45476.65625</c:v>
                </c:pt>
                <c:pt idx="14383">
                  <c:v>45711.529166666667</c:v>
                </c:pt>
                <c:pt idx="14384">
                  <c:v>45766.474305555559</c:v>
                </c:pt>
                <c:pt idx="14385">
                  <c:v>45794.452777777777</c:v>
                </c:pt>
                <c:pt idx="14386">
                  <c:v>45586.761111111111</c:v>
                </c:pt>
                <c:pt idx="14387">
                  <c:v>45423.120833333327</c:v>
                </c:pt>
                <c:pt idx="14388">
                  <c:v>45691.782638888893</c:v>
                </c:pt>
                <c:pt idx="14389">
                  <c:v>46005.868750000001</c:v>
                </c:pt>
                <c:pt idx="14390">
                  <c:v>45464.831250000003</c:v>
                </c:pt>
                <c:pt idx="14391">
                  <c:v>45516.043055555558</c:v>
                </c:pt>
                <c:pt idx="14392">
                  <c:v>45775.994444444441</c:v>
                </c:pt>
                <c:pt idx="14393">
                  <c:v>45816.984027777777</c:v>
                </c:pt>
                <c:pt idx="14394">
                  <c:v>45733.916666666657</c:v>
                </c:pt>
                <c:pt idx="14395">
                  <c:v>45652.724305555559</c:v>
                </c:pt>
                <c:pt idx="14396">
                  <c:v>45972.041666666657</c:v>
                </c:pt>
                <c:pt idx="14397">
                  <c:v>45455.543055555558</c:v>
                </c:pt>
                <c:pt idx="14398">
                  <c:v>45600.48541666667</c:v>
                </c:pt>
                <c:pt idx="14399">
                  <c:v>45349.657638888893</c:v>
                </c:pt>
                <c:pt idx="14400">
                  <c:v>45756.426388888889</c:v>
                </c:pt>
                <c:pt idx="14401">
                  <c:v>45532.40902777778</c:v>
                </c:pt>
                <c:pt idx="14402">
                  <c:v>45835.407638888893</c:v>
                </c:pt>
                <c:pt idx="14403">
                  <c:v>45495.4</c:v>
                </c:pt>
                <c:pt idx="14404">
                  <c:v>45713.419444444437</c:v>
                </c:pt>
                <c:pt idx="14405">
                  <c:v>45967.393750000003</c:v>
                </c:pt>
                <c:pt idx="14406">
                  <c:v>45873.619444444441</c:v>
                </c:pt>
                <c:pt idx="14407">
                  <c:v>45998.438888888893</c:v>
                </c:pt>
                <c:pt idx="14408">
                  <c:v>45862.611805555563</c:v>
                </c:pt>
                <c:pt idx="14409">
                  <c:v>45408.368055555547</c:v>
                </c:pt>
                <c:pt idx="14410">
                  <c:v>45321.688888888893</c:v>
                </c:pt>
                <c:pt idx="14411">
                  <c:v>45637.811111111107</c:v>
                </c:pt>
                <c:pt idx="14412">
                  <c:v>45692.399305555547</c:v>
                </c:pt>
                <c:pt idx="14413">
                  <c:v>45810.511805555558</c:v>
                </c:pt>
                <c:pt idx="14414">
                  <c:v>45740.680555555547</c:v>
                </c:pt>
                <c:pt idx="14415">
                  <c:v>45726.635416666657</c:v>
                </c:pt>
                <c:pt idx="14416">
                  <c:v>45946.668749999997</c:v>
                </c:pt>
                <c:pt idx="14417">
                  <c:v>45474.637499999997</c:v>
                </c:pt>
                <c:pt idx="14418">
                  <c:v>45560.410416666673</c:v>
                </c:pt>
                <c:pt idx="14419">
                  <c:v>45662.661805555559</c:v>
                </c:pt>
                <c:pt idx="14420">
                  <c:v>45590.506944444453</c:v>
                </c:pt>
                <c:pt idx="14421">
                  <c:v>45384.373611111107</c:v>
                </c:pt>
                <c:pt idx="14422">
                  <c:v>45898.470138888893</c:v>
                </c:pt>
                <c:pt idx="14423">
                  <c:v>45610.490972222222</c:v>
                </c:pt>
                <c:pt idx="14424">
                  <c:v>45925.831250000003</c:v>
                </c:pt>
                <c:pt idx="14425">
                  <c:v>45783.815972222219</c:v>
                </c:pt>
                <c:pt idx="14426">
                  <c:v>45439.356944444437</c:v>
                </c:pt>
                <c:pt idx="14427">
                  <c:v>46020.526388888888</c:v>
                </c:pt>
                <c:pt idx="14428">
                  <c:v>45861.882638888892</c:v>
                </c:pt>
                <c:pt idx="14429">
                  <c:v>45964.374305555553</c:v>
                </c:pt>
                <c:pt idx="14430">
                  <c:v>45460.527777777781</c:v>
                </c:pt>
                <c:pt idx="14431">
                  <c:v>45551.630555555559</c:v>
                </c:pt>
                <c:pt idx="14432">
                  <c:v>45502.652083333327</c:v>
                </c:pt>
                <c:pt idx="14433">
                  <c:v>45329.472222222219</c:v>
                </c:pt>
                <c:pt idx="14434">
                  <c:v>45702.357638888891</c:v>
                </c:pt>
                <c:pt idx="14435">
                  <c:v>45932.438888888893</c:v>
                </c:pt>
                <c:pt idx="14436">
                  <c:v>45417.773611111108</c:v>
                </c:pt>
                <c:pt idx="14437">
                  <c:v>45293.459722222222</c:v>
                </c:pt>
                <c:pt idx="14438">
                  <c:v>45663.837500000001</c:v>
                </c:pt>
                <c:pt idx="14439">
                  <c:v>45628.468055555553</c:v>
                </c:pt>
                <c:pt idx="14440">
                  <c:v>45371.546527777777</c:v>
                </c:pt>
                <c:pt idx="14441">
                  <c:v>45775.375694444447</c:v>
                </c:pt>
                <c:pt idx="14442">
                  <c:v>45800.537499999999</c:v>
                </c:pt>
                <c:pt idx="14443">
                  <c:v>45590.506249999999</c:v>
                </c:pt>
                <c:pt idx="14444">
                  <c:v>45736.884722222218</c:v>
                </c:pt>
                <c:pt idx="14445">
                  <c:v>45420.500694444447</c:v>
                </c:pt>
                <c:pt idx="14446">
                  <c:v>45532.568749999999</c:v>
                </c:pt>
                <c:pt idx="14447">
                  <c:v>45464.634722222218</c:v>
                </c:pt>
                <c:pt idx="14448">
                  <c:v>46008.68472222222</c:v>
                </c:pt>
                <c:pt idx="14449">
                  <c:v>45302.490972222222</c:v>
                </c:pt>
                <c:pt idx="14450">
                  <c:v>45770.549305555563</c:v>
                </c:pt>
                <c:pt idx="14451">
                  <c:v>45905.478472222218</c:v>
                </c:pt>
                <c:pt idx="14452">
                  <c:v>45763.498611111107</c:v>
                </c:pt>
                <c:pt idx="14453">
                  <c:v>45619.538888888892</c:v>
                </c:pt>
                <c:pt idx="14454">
                  <c:v>45822.582638888889</c:v>
                </c:pt>
                <c:pt idx="14455">
                  <c:v>45698.518750000003</c:v>
                </c:pt>
                <c:pt idx="14456">
                  <c:v>45966.414583333331</c:v>
                </c:pt>
                <c:pt idx="14457">
                  <c:v>45467.988888888889</c:v>
                </c:pt>
                <c:pt idx="14458">
                  <c:v>45598.384027777778</c:v>
                </c:pt>
                <c:pt idx="14459">
                  <c:v>45706.414583333331</c:v>
                </c:pt>
                <c:pt idx="14460">
                  <c:v>45386.916666666657</c:v>
                </c:pt>
                <c:pt idx="14461">
                  <c:v>45548.396527777782</c:v>
                </c:pt>
                <c:pt idx="14462">
                  <c:v>45889.413194444453</c:v>
                </c:pt>
                <c:pt idx="14463">
                  <c:v>45796.935416666667</c:v>
                </c:pt>
                <c:pt idx="14464">
                  <c:v>45310.547222222223</c:v>
                </c:pt>
                <c:pt idx="14465">
                  <c:v>45537.705555555563</c:v>
                </c:pt>
                <c:pt idx="14466">
                  <c:v>45963.581944444442</c:v>
                </c:pt>
                <c:pt idx="14467">
                  <c:v>45317.498611111107</c:v>
                </c:pt>
                <c:pt idx="14468">
                  <c:v>45573.686111111107</c:v>
                </c:pt>
                <c:pt idx="14469">
                  <c:v>45624.69027777778</c:v>
                </c:pt>
                <c:pt idx="14470">
                  <c:v>45916.615972222222</c:v>
                </c:pt>
                <c:pt idx="14471">
                  <c:v>45398.597916666673</c:v>
                </c:pt>
                <c:pt idx="14472">
                  <c:v>45460.477777777778</c:v>
                </c:pt>
                <c:pt idx="14473">
                  <c:v>45814.625694444447</c:v>
                </c:pt>
                <c:pt idx="14474">
                  <c:v>45922.663888888892</c:v>
                </c:pt>
                <c:pt idx="14475">
                  <c:v>45774.656944444447</c:v>
                </c:pt>
                <c:pt idx="14476">
                  <c:v>45662.572222222218</c:v>
                </c:pt>
                <c:pt idx="14477">
                  <c:v>45551.76666666667</c:v>
                </c:pt>
                <c:pt idx="14478">
                  <c:v>45866.682638888888</c:v>
                </c:pt>
                <c:pt idx="14479">
                  <c:v>45374.629861111112</c:v>
                </c:pt>
                <c:pt idx="14480">
                  <c:v>45992.62222222222</c:v>
                </c:pt>
                <c:pt idx="14481">
                  <c:v>45727.504861111112</c:v>
                </c:pt>
                <c:pt idx="14482">
                  <c:v>45477.481249999997</c:v>
                </c:pt>
                <c:pt idx="14483">
                  <c:v>45505.726388888892</c:v>
                </c:pt>
                <c:pt idx="14484">
                  <c:v>45318.323611111111</c:v>
                </c:pt>
                <c:pt idx="14485">
                  <c:v>45573.720138888893</c:v>
                </c:pt>
                <c:pt idx="14486">
                  <c:v>45434.815972222219</c:v>
                </c:pt>
                <c:pt idx="14487">
                  <c:v>45298.531944444447</c:v>
                </c:pt>
                <c:pt idx="14488">
                  <c:v>45374.40347222222</c:v>
                </c:pt>
                <c:pt idx="14489">
                  <c:v>45439.632638888892</c:v>
                </c:pt>
                <c:pt idx="14490">
                  <c:v>45372.592361111107</c:v>
                </c:pt>
                <c:pt idx="14491">
                  <c:v>45826.663888888892</c:v>
                </c:pt>
                <c:pt idx="14492">
                  <c:v>46000.656944444447</c:v>
                </c:pt>
                <c:pt idx="14493">
                  <c:v>45723.462500000001</c:v>
                </c:pt>
                <c:pt idx="14494">
                  <c:v>45470.411111111112</c:v>
                </c:pt>
                <c:pt idx="14495">
                  <c:v>45600.627083333333</c:v>
                </c:pt>
                <c:pt idx="14496">
                  <c:v>45870.479861111111</c:v>
                </c:pt>
                <c:pt idx="14497">
                  <c:v>45771.583333333343</c:v>
                </c:pt>
                <c:pt idx="14498">
                  <c:v>45410.633333333331</c:v>
                </c:pt>
                <c:pt idx="14499">
                  <c:v>45469.800694444442</c:v>
                </c:pt>
                <c:pt idx="14500">
                  <c:v>45638.566666666673</c:v>
                </c:pt>
                <c:pt idx="14501">
                  <c:v>45929.454861111109</c:v>
                </c:pt>
                <c:pt idx="14502">
                  <c:v>45331.730555555558</c:v>
                </c:pt>
                <c:pt idx="14503">
                  <c:v>45537.534722222219</c:v>
                </c:pt>
                <c:pt idx="14504">
                  <c:v>45851.526388888888</c:v>
                </c:pt>
                <c:pt idx="14505">
                  <c:v>45543.760416666657</c:v>
                </c:pt>
                <c:pt idx="14506">
                  <c:v>45569.572916666657</c:v>
                </c:pt>
                <c:pt idx="14507">
                  <c:v>45345.68472222222</c:v>
                </c:pt>
                <c:pt idx="14508">
                  <c:v>45498.6875</c:v>
                </c:pt>
                <c:pt idx="14509">
                  <c:v>45377.621527777781</c:v>
                </c:pt>
                <c:pt idx="14510">
                  <c:v>45975.334027777782</c:v>
                </c:pt>
                <c:pt idx="14511">
                  <c:v>45622.674305555563</c:v>
                </c:pt>
                <c:pt idx="14512">
                  <c:v>45668.331250000003</c:v>
                </c:pt>
                <c:pt idx="14513">
                  <c:v>45753.47152777778</c:v>
                </c:pt>
                <c:pt idx="14514">
                  <c:v>46021.53402777778</c:v>
                </c:pt>
                <c:pt idx="14515">
                  <c:v>45709.421527777777</c:v>
                </c:pt>
                <c:pt idx="14516">
                  <c:v>45905.458333333343</c:v>
                </c:pt>
                <c:pt idx="14517">
                  <c:v>45443.801388888889</c:v>
                </c:pt>
                <c:pt idx="14518">
                  <c:v>45933.525694444441</c:v>
                </c:pt>
                <c:pt idx="14519">
                  <c:v>45809.76458333333</c:v>
                </c:pt>
                <c:pt idx="14520">
                  <c:v>45321.681250000001</c:v>
                </c:pt>
                <c:pt idx="14521">
                  <c:v>45639.810416666667</c:v>
                </c:pt>
                <c:pt idx="14522">
                  <c:v>45591.715277777781</c:v>
                </c:pt>
                <c:pt idx="14523">
                  <c:v>45989.511805555558</c:v>
                </c:pt>
                <c:pt idx="14524">
                  <c:v>45494.569444444453</c:v>
                </c:pt>
                <c:pt idx="14525">
                  <c:v>45972.404861111107</c:v>
                </c:pt>
                <c:pt idx="14526">
                  <c:v>45386.491666666669</c:v>
                </c:pt>
                <c:pt idx="14527">
                  <c:v>45441.297222222223</c:v>
                </c:pt>
                <c:pt idx="14528">
                  <c:v>45835.713888888888</c:v>
                </c:pt>
                <c:pt idx="14529">
                  <c:v>45903.634027777778</c:v>
                </c:pt>
                <c:pt idx="14530">
                  <c:v>45705.749305555553</c:v>
                </c:pt>
                <c:pt idx="14531">
                  <c:v>45543.723611111112</c:v>
                </c:pt>
                <c:pt idx="14532">
                  <c:v>45771.715277777781</c:v>
                </c:pt>
                <c:pt idx="14533">
                  <c:v>45966.412499999999</c:v>
                </c:pt>
                <c:pt idx="14534">
                  <c:v>45837.6875</c:v>
                </c:pt>
                <c:pt idx="14535">
                  <c:v>45822.495138888888</c:v>
                </c:pt>
                <c:pt idx="14536">
                  <c:v>45941.781944444447</c:v>
                </c:pt>
                <c:pt idx="14537">
                  <c:v>45570.454861111109</c:v>
                </c:pt>
                <c:pt idx="14538">
                  <c:v>45705.435416666667</c:v>
                </c:pt>
                <c:pt idx="14539">
                  <c:v>45453.524305555547</c:v>
                </c:pt>
                <c:pt idx="14540">
                  <c:v>46023.663888888892</c:v>
                </c:pt>
                <c:pt idx="14541">
                  <c:v>45488.511805555558</c:v>
                </c:pt>
                <c:pt idx="14542">
                  <c:v>45870.438194444447</c:v>
                </c:pt>
                <c:pt idx="14543">
                  <c:v>45687.561111111107</c:v>
                </c:pt>
                <c:pt idx="14544">
                  <c:v>45708.60833333333</c:v>
                </c:pt>
                <c:pt idx="14545">
                  <c:v>45607.459027777782</c:v>
                </c:pt>
                <c:pt idx="14546">
                  <c:v>45531.513888888891</c:v>
                </c:pt>
                <c:pt idx="14547">
                  <c:v>45946.462500000001</c:v>
                </c:pt>
                <c:pt idx="14548">
                  <c:v>45904.438194444447</c:v>
                </c:pt>
                <c:pt idx="14549">
                  <c:v>45866.207638888889</c:v>
                </c:pt>
                <c:pt idx="14550">
                  <c:v>45987.324305555558</c:v>
                </c:pt>
                <c:pt idx="14551">
                  <c:v>45714.50277777778</c:v>
                </c:pt>
                <c:pt idx="14552">
                  <c:v>45348.524305555547</c:v>
                </c:pt>
                <c:pt idx="14553">
                  <c:v>45803.248611111107</c:v>
                </c:pt>
                <c:pt idx="14554">
                  <c:v>45821.481249999997</c:v>
                </c:pt>
                <c:pt idx="14555">
                  <c:v>45874.557638888888</c:v>
                </c:pt>
                <c:pt idx="14556">
                  <c:v>45736.43472222222</c:v>
                </c:pt>
                <c:pt idx="14557">
                  <c:v>45894.325694444437</c:v>
                </c:pt>
                <c:pt idx="14558">
                  <c:v>45973.397222222222</c:v>
                </c:pt>
                <c:pt idx="14559">
                  <c:v>45831.306250000001</c:v>
                </c:pt>
                <c:pt idx="14560">
                  <c:v>46006.474305555559</c:v>
                </c:pt>
                <c:pt idx="14561">
                  <c:v>45783.439583333333</c:v>
                </c:pt>
                <c:pt idx="14562">
                  <c:v>45965.418055555558</c:v>
                </c:pt>
                <c:pt idx="14563">
                  <c:v>45841.373611111107</c:v>
                </c:pt>
                <c:pt idx="14564">
                  <c:v>45925.490972222222</c:v>
                </c:pt>
                <c:pt idx="14565">
                  <c:v>45540.575694444437</c:v>
                </c:pt>
                <c:pt idx="14566">
                  <c:v>45343.836111111108</c:v>
                </c:pt>
                <c:pt idx="14567">
                  <c:v>46018.449305555558</c:v>
                </c:pt>
                <c:pt idx="14568">
                  <c:v>45691.522222222222</c:v>
                </c:pt>
                <c:pt idx="14569">
                  <c:v>45619.863194444442</c:v>
                </c:pt>
                <c:pt idx="14570">
                  <c:v>45460.552777777782</c:v>
                </c:pt>
                <c:pt idx="14571">
                  <c:v>45688.409722222219</c:v>
                </c:pt>
                <c:pt idx="14572">
                  <c:v>45397.561111111107</c:v>
                </c:pt>
                <c:pt idx="14573">
                  <c:v>45520.325694444437</c:v>
                </c:pt>
                <c:pt idx="14574">
                  <c:v>45635.573611111111</c:v>
                </c:pt>
                <c:pt idx="14575">
                  <c:v>45916.686805555553</c:v>
                </c:pt>
                <c:pt idx="14576">
                  <c:v>45585.470138888893</c:v>
                </c:pt>
                <c:pt idx="14577">
                  <c:v>45681.661805555559</c:v>
                </c:pt>
                <c:pt idx="14578">
                  <c:v>45777.493750000001</c:v>
                </c:pt>
                <c:pt idx="14579">
                  <c:v>45843.45416666667</c:v>
                </c:pt>
                <c:pt idx="14580">
                  <c:v>45792.566666666673</c:v>
                </c:pt>
                <c:pt idx="14581">
                  <c:v>45867.322222222218</c:v>
                </c:pt>
                <c:pt idx="14582">
                  <c:v>45749.356249999997</c:v>
                </c:pt>
                <c:pt idx="14583">
                  <c:v>45656.50277777778</c:v>
                </c:pt>
                <c:pt idx="14584">
                  <c:v>45854.347916666673</c:v>
                </c:pt>
                <c:pt idx="14585">
                  <c:v>45352.427777777782</c:v>
                </c:pt>
                <c:pt idx="14586">
                  <c:v>45950.347222222219</c:v>
                </c:pt>
                <c:pt idx="14587">
                  <c:v>45573.663194444453</c:v>
                </c:pt>
                <c:pt idx="14588">
                  <c:v>45800.369444444441</c:v>
                </c:pt>
                <c:pt idx="14589">
                  <c:v>45824.361805555563</c:v>
                </c:pt>
                <c:pt idx="14590">
                  <c:v>45616.99722222222</c:v>
                </c:pt>
                <c:pt idx="14591">
                  <c:v>45384.400694444441</c:v>
                </c:pt>
                <c:pt idx="14592">
                  <c:v>45881.847222222219</c:v>
                </c:pt>
                <c:pt idx="14593">
                  <c:v>45824.335416666669</c:v>
                </c:pt>
                <c:pt idx="14594">
                  <c:v>45407.593055555553</c:v>
                </c:pt>
                <c:pt idx="14595">
                  <c:v>45964.48333333333</c:v>
                </c:pt>
                <c:pt idx="14596">
                  <c:v>45887.818749999999</c:v>
                </c:pt>
                <c:pt idx="14597">
                  <c:v>45614.356944444437</c:v>
                </c:pt>
                <c:pt idx="14598">
                  <c:v>45330.297222222223</c:v>
                </c:pt>
                <c:pt idx="14599">
                  <c:v>45763.470138888893</c:v>
                </c:pt>
                <c:pt idx="14600">
                  <c:v>45572.424305555563</c:v>
                </c:pt>
                <c:pt idx="14601">
                  <c:v>45852.32708333333</c:v>
                </c:pt>
                <c:pt idx="14602">
                  <c:v>45625.412499999999</c:v>
                </c:pt>
                <c:pt idx="14603">
                  <c:v>45786.525694444441</c:v>
                </c:pt>
                <c:pt idx="14604">
                  <c:v>45378.294444444437</c:v>
                </c:pt>
                <c:pt idx="14605">
                  <c:v>45994.36041666667</c:v>
                </c:pt>
                <c:pt idx="14606">
                  <c:v>45503.460416666669</c:v>
                </c:pt>
                <c:pt idx="14607">
                  <c:v>45922.87222222222</c:v>
                </c:pt>
                <c:pt idx="14608">
                  <c:v>45680.420138888891</c:v>
                </c:pt>
                <c:pt idx="14609">
                  <c:v>45453.621527777781</c:v>
                </c:pt>
                <c:pt idx="14610">
                  <c:v>45533.295138888891</c:v>
                </c:pt>
                <c:pt idx="14611">
                  <c:v>45714.541666666657</c:v>
                </c:pt>
                <c:pt idx="14612">
                  <c:v>45795.777777777781</c:v>
                </c:pt>
                <c:pt idx="14613">
                  <c:v>45998.676388888889</c:v>
                </c:pt>
                <c:pt idx="14614">
                  <c:v>45397.281944444447</c:v>
                </c:pt>
                <c:pt idx="14615">
                  <c:v>45460.753472222219</c:v>
                </c:pt>
                <c:pt idx="14616">
                  <c:v>45935.754861111112</c:v>
                </c:pt>
                <c:pt idx="14617">
                  <c:v>45949.634027777778</c:v>
                </c:pt>
                <c:pt idx="14618">
                  <c:v>45420.497916666667</c:v>
                </c:pt>
                <c:pt idx="14619">
                  <c:v>45614.530555555553</c:v>
                </c:pt>
                <c:pt idx="14620">
                  <c:v>45338.240972222222</c:v>
                </c:pt>
                <c:pt idx="14621">
                  <c:v>45753.362500000003</c:v>
                </c:pt>
                <c:pt idx="14622">
                  <c:v>45492.703472222223</c:v>
                </c:pt>
                <c:pt idx="14623">
                  <c:v>45848.656944444447</c:v>
                </c:pt>
                <c:pt idx="14624">
                  <c:v>45715.443749999999</c:v>
                </c:pt>
                <c:pt idx="14625">
                  <c:v>45407.234027777777</c:v>
                </c:pt>
                <c:pt idx="14626">
                  <c:v>45551.467361111107</c:v>
                </c:pt>
                <c:pt idx="14627">
                  <c:v>45509.529861111107</c:v>
                </c:pt>
                <c:pt idx="14628">
                  <c:v>45307.652083333327</c:v>
                </c:pt>
                <c:pt idx="14629">
                  <c:v>45470.492361111108</c:v>
                </c:pt>
                <c:pt idx="14630">
                  <c:v>45624.515972222223</c:v>
                </c:pt>
                <c:pt idx="14631">
                  <c:v>45590.714583333327</c:v>
                </c:pt>
                <c:pt idx="14632">
                  <c:v>45573.748611111107</c:v>
                </c:pt>
                <c:pt idx="14633">
                  <c:v>45685.730555555558</c:v>
                </c:pt>
                <c:pt idx="14634">
                  <c:v>45697.921527777777</c:v>
                </c:pt>
                <c:pt idx="14635">
                  <c:v>45325.637499999997</c:v>
                </c:pt>
                <c:pt idx="14636">
                  <c:v>45439.777083333327</c:v>
                </c:pt>
                <c:pt idx="14637">
                  <c:v>45369.480555555558</c:v>
                </c:pt>
                <c:pt idx="14638">
                  <c:v>45674.379861111112</c:v>
                </c:pt>
                <c:pt idx="14639">
                  <c:v>45531.535416666673</c:v>
                </c:pt>
                <c:pt idx="14640">
                  <c:v>45881.758333333331</c:v>
                </c:pt>
                <c:pt idx="14641">
                  <c:v>45355.65</c:v>
                </c:pt>
                <c:pt idx="14642">
                  <c:v>45869.668749999997</c:v>
                </c:pt>
                <c:pt idx="14643">
                  <c:v>45917.756249999999</c:v>
                </c:pt>
                <c:pt idx="14644">
                  <c:v>45636.540972222218</c:v>
                </c:pt>
                <c:pt idx="14645">
                  <c:v>45813.27847222222</c:v>
                </c:pt>
                <c:pt idx="14646">
                  <c:v>45401.711111111108</c:v>
                </c:pt>
                <c:pt idx="14647">
                  <c:v>45902.529166666667</c:v>
                </c:pt>
                <c:pt idx="14648">
                  <c:v>45656.474999999999</c:v>
                </c:pt>
                <c:pt idx="14649">
                  <c:v>45965.729861111111</c:v>
                </c:pt>
                <c:pt idx="14650">
                  <c:v>45766.592361111107</c:v>
                </c:pt>
                <c:pt idx="14651">
                  <c:v>45738.337500000001</c:v>
                </c:pt>
                <c:pt idx="14652">
                  <c:v>45587.813888888893</c:v>
                </c:pt>
                <c:pt idx="14653">
                  <c:v>45705.902083333327</c:v>
                </c:pt>
                <c:pt idx="14654">
                  <c:v>45784.65625</c:v>
                </c:pt>
                <c:pt idx="14655">
                  <c:v>45693.711805555547</c:v>
                </c:pt>
                <c:pt idx="14656">
                  <c:v>45567.635416666657</c:v>
                </c:pt>
                <c:pt idx="14657">
                  <c:v>45511.984722222223</c:v>
                </c:pt>
                <c:pt idx="14658">
                  <c:v>45894.674305555563</c:v>
                </c:pt>
                <c:pt idx="14659">
                  <c:v>45951.65347222222</c:v>
                </c:pt>
                <c:pt idx="14660">
                  <c:v>45655.712500000001</c:v>
                </c:pt>
                <c:pt idx="14661">
                  <c:v>45873.125694444447</c:v>
                </c:pt>
                <c:pt idx="14662">
                  <c:v>45762.745138888888</c:v>
                </c:pt>
                <c:pt idx="14663">
                  <c:v>45779.511111111111</c:v>
                </c:pt>
                <c:pt idx="14664">
                  <c:v>45931.913194444453</c:v>
                </c:pt>
                <c:pt idx="14665">
                  <c:v>45495.595833333333</c:v>
                </c:pt>
                <c:pt idx="14666">
                  <c:v>45502.602777777778</c:v>
                </c:pt>
                <c:pt idx="14667">
                  <c:v>45739.001388888893</c:v>
                </c:pt>
                <c:pt idx="14668">
                  <c:v>45615.322222222218</c:v>
                </c:pt>
                <c:pt idx="14669">
                  <c:v>45537.532638888893</c:v>
                </c:pt>
                <c:pt idx="14670">
                  <c:v>45494.796527777777</c:v>
                </c:pt>
                <c:pt idx="14671">
                  <c:v>45841.674305555563</c:v>
                </c:pt>
                <c:pt idx="14672">
                  <c:v>45495.606944444437</c:v>
                </c:pt>
                <c:pt idx="14673">
                  <c:v>45770.447222222218</c:v>
                </c:pt>
                <c:pt idx="14674">
                  <c:v>45625.572916666657</c:v>
                </c:pt>
                <c:pt idx="14675">
                  <c:v>45706.440972222219</c:v>
                </c:pt>
                <c:pt idx="14676">
                  <c:v>45495.406944444447</c:v>
                </c:pt>
                <c:pt idx="14677">
                  <c:v>45880.472916666673</c:v>
                </c:pt>
                <c:pt idx="14678">
                  <c:v>45743.479166666657</c:v>
                </c:pt>
                <c:pt idx="14679">
                  <c:v>45587.491666666669</c:v>
                </c:pt>
                <c:pt idx="14680">
                  <c:v>45349.462500000001</c:v>
                </c:pt>
                <c:pt idx="14681">
                  <c:v>45674.526388888888</c:v>
                </c:pt>
                <c:pt idx="14682">
                  <c:v>45415.424305555563</c:v>
                </c:pt>
                <c:pt idx="14683">
                  <c:v>45852.493055555547</c:v>
                </c:pt>
                <c:pt idx="14684">
                  <c:v>45475.563888888893</c:v>
                </c:pt>
                <c:pt idx="14685">
                  <c:v>45446.296527777777</c:v>
                </c:pt>
                <c:pt idx="14686">
                  <c:v>45664.355555555558</c:v>
                </c:pt>
                <c:pt idx="14687">
                  <c:v>45978.350694444453</c:v>
                </c:pt>
                <c:pt idx="14688">
                  <c:v>46007.31527777778</c:v>
                </c:pt>
                <c:pt idx="14689">
                  <c:v>45309.693749999999</c:v>
                </c:pt>
                <c:pt idx="14690">
                  <c:v>45893.428472222222</c:v>
                </c:pt>
                <c:pt idx="14691">
                  <c:v>45299.29791666667</c:v>
                </c:pt>
                <c:pt idx="14692">
                  <c:v>45600.397916666669</c:v>
                </c:pt>
                <c:pt idx="14693">
                  <c:v>45566.421527777777</c:v>
                </c:pt>
                <c:pt idx="14694">
                  <c:v>45361.446527777778</c:v>
                </c:pt>
                <c:pt idx="14695">
                  <c:v>45761.35</c:v>
                </c:pt>
                <c:pt idx="14696">
                  <c:v>45504.394444444442</c:v>
                </c:pt>
                <c:pt idx="14697">
                  <c:v>45628.575694444437</c:v>
                </c:pt>
                <c:pt idx="14698">
                  <c:v>45393.296527777777</c:v>
                </c:pt>
                <c:pt idx="14699">
                  <c:v>45347.393750000003</c:v>
                </c:pt>
                <c:pt idx="14700">
                  <c:v>45627.464583333327</c:v>
                </c:pt>
                <c:pt idx="14701">
                  <c:v>45695.410416666673</c:v>
                </c:pt>
                <c:pt idx="14702">
                  <c:v>45797.354861111111</c:v>
                </c:pt>
                <c:pt idx="14703">
                  <c:v>45824.736111111109</c:v>
                </c:pt>
                <c:pt idx="14704">
                  <c:v>45320.411805555559</c:v>
                </c:pt>
                <c:pt idx="14705">
                  <c:v>45935.378472222219</c:v>
                </c:pt>
                <c:pt idx="14706">
                  <c:v>45536.39166666667</c:v>
                </c:pt>
                <c:pt idx="14707">
                  <c:v>45416.366666666669</c:v>
                </c:pt>
                <c:pt idx="14708">
                  <c:v>45523.068055555559</c:v>
                </c:pt>
                <c:pt idx="14709">
                  <c:v>45572.792361111111</c:v>
                </c:pt>
                <c:pt idx="14710">
                  <c:v>45779.918055555558</c:v>
                </c:pt>
                <c:pt idx="14711">
                  <c:v>45357.578472222223</c:v>
                </c:pt>
                <c:pt idx="14712">
                  <c:v>45727.86041666667</c:v>
                </c:pt>
                <c:pt idx="14713">
                  <c:v>45862.589583333327</c:v>
                </c:pt>
                <c:pt idx="14714">
                  <c:v>45898.419444444437</c:v>
                </c:pt>
                <c:pt idx="14715">
                  <c:v>45630.786805555559</c:v>
                </c:pt>
                <c:pt idx="14716">
                  <c:v>45405.566666666673</c:v>
                </c:pt>
                <c:pt idx="14717">
                  <c:v>45457.652083333327</c:v>
                </c:pt>
                <c:pt idx="14718">
                  <c:v>45742.802777777782</c:v>
                </c:pt>
                <c:pt idx="14719">
                  <c:v>45820.525694444441</c:v>
                </c:pt>
                <c:pt idx="14720">
                  <c:v>45476.591666666667</c:v>
                </c:pt>
                <c:pt idx="14721">
                  <c:v>45959.656944444447</c:v>
                </c:pt>
                <c:pt idx="14722">
                  <c:v>45587.711805555547</c:v>
                </c:pt>
                <c:pt idx="14723">
                  <c:v>45789.786111111112</c:v>
                </c:pt>
                <c:pt idx="14724">
                  <c:v>45875.602777777778</c:v>
                </c:pt>
                <c:pt idx="14725">
                  <c:v>45678.513194444437</c:v>
                </c:pt>
                <c:pt idx="14726">
                  <c:v>45293.751388888893</c:v>
                </c:pt>
                <c:pt idx="14727">
                  <c:v>45383.788888888892</c:v>
                </c:pt>
                <c:pt idx="14728">
                  <c:v>45719.410416666673</c:v>
                </c:pt>
                <c:pt idx="14729">
                  <c:v>45965.404861111107</c:v>
                </c:pt>
                <c:pt idx="14730">
                  <c:v>45594.481249999997</c:v>
                </c:pt>
                <c:pt idx="14731">
                  <c:v>45922.558333333327</c:v>
                </c:pt>
                <c:pt idx="14732">
                  <c:v>45885.415972222218</c:v>
                </c:pt>
                <c:pt idx="14733">
                  <c:v>45874.579861111109</c:v>
                </c:pt>
                <c:pt idx="14734">
                  <c:v>45775.615277777782</c:v>
                </c:pt>
                <c:pt idx="14735">
                  <c:v>45574.413194444453</c:v>
                </c:pt>
                <c:pt idx="14736">
                  <c:v>45825.362500000003</c:v>
                </c:pt>
                <c:pt idx="14737">
                  <c:v>45844.495138888888</c:v>
                </c:pt>
                <c:pt idx="14738">
                  <c:v>45538.96875</c:v>
                </c:pt>
                <c:pt idx="14739">
                  <c:v>46000.427777777782</c:v>
                </c:pt>
                <c:pt idx="14740">
                  <c:v>45988.181944444441</c:v>
                </c:pt>
                <c:pt idx="14741">
                  <c:v>45933.567361111112</c:v>
                </c:pt>
                <c:pt idx="14742">
                  <c:v>46015.40902777778</c:v>
                </c:pt>
                <c:pt idx="14743">
                  <c:v>45948.791666666657</c:v>
                </c:pt>
                <c:pt idx="14744">
                  <c:v>45692.474999999999</c:v>
                </c:pt>
                <c:pt idx="14745">
                  <c:v>45904.627083333333</c:v>
                </c:pt>
                <c:pt idx="14746">
                  <c:v>45602.820833333331</c:v>
                </c:pt>
                <c:pt idx="14747">
                  <c:v>45726.693055555559</c:v>
                </c:pt>
                <c:pt idx="14748">
                  <c:v>46006.5</c:v>
                </c:pt>
                <c:pt idx="14749">
                  <c:v>45788.574999999997</c:v>
                </c:pt>
                <c:pt idx="14750">
                  <c:v>45761.411111111112</c:v>
                </c:pt>
                <c:pt idx="14751">
                  <c:v>45761.411111111112</c:v>
                </c:pt>
                <c:pt idx="14752">
                  <c:v>45788.574999999997</c:v>
                </c:pt>
                <c:pt idx="14753">
                  <c:v>45447.600694444453</c:v>
                </c:pt>
                <c:pt idx="14754">
                  <c:v>45313.543749999997</c:v>
                </c:pt>
                <c:pt idx="14755">
                  <c:v>45614.652083333327</c:v>
                </c:pt>
                <c:pt idx="14756">
                  <c:v>45614.652083333327</c:v>
                </c:pt>
                <c:pt idx="14757">
                  <c:v>45963.745138888888</c:v>
                </c:pt>
                <c:pt idx="14758">
                  <c:v>45877.405555555553</c:v>
                </c:pt>
                <c:pt idx="14759">
                  <c:v>45877.405555555553</c:v>
                </c:pt>
                <c:pt idx="14760">
                  <c:v>45841.759722222218</c:v>
                </c:pt>
                <c:pt idx="14761">
                  <c:v>45963.745138888888</c:v>
                </c:pt>
                <c:pt idx="14762">
                  <c:v>45841.759722222218</c:v>
                </c:pt>
                <c:pt idx="14763">
                  <c:v>45670.770833333343</c:v>
                </c:pt>
                <c:pt idx="14764">
                  <c:v>45689.588194444441</c:v>
                </c:pt>
                <c:pt idx="14765">
                  <c:v>45689.588194444441</c:v>
                </c:pt>
                <c:pt idx="14766">
                  <c:v>45313.543749999997</c:v>
                </c:pt>
                <c:pt idx="14767">
                  <c:v>45447.600694444453</c:v>
                </c:pt>
                <c:pt idx="14768">
                  <c:v>46006.5</c:v>
                </c:pt>
                <c:pt idx="14769">
                  <c:v>45726.693055555559</c:v>
                </c:pt>
                <c:pt idx="14770">
                  <c:v>45405.599999999999</c:v>
                </c:pt>
                <c:pt idx="14771">
                  <c:v>45499.59375</c:v>
                </c:pt>
                <c:pt idx="14772">
                  <c:v>45602.820833333331</c:v>
                </c:pt>
                <c:pt idx="14773">
                  <c:v>45902.390277777777</c:v>
                </c:pt>
                <c:pt idx="14774">
                  <c:v>45917.811111111107</c:v>
                </c:pt>
                <c:pt idx="14775">
                  <c:v>45918.618055555547</c:v>
                </c:pt>
                <c:pt idx="14776">
                  <c:v>45918.618055555547</c:v>
                </c:pt>
                <c:pt idx="14777">
                  <c:v>45405.599999999999</c:v>
                </c:pt>
                <c:pt idx="14778">
                  <c:v>45361.561111111107</c:v>
                </c:pt>
                <c:pt idx="14779">
                  <c:v>45917.811111111107</c:v>
                </c:pt>
                <c:pt idx="14780">
                  <c:v>45361.561111111107</c:v>
                </c:pt>
                <c:pt idx="14781">
                  <c:v>45535.537499999999</c:v>
                </c:pt>
                <c:pt idx="14782">
                  <c:v>45499.59375</c:v>
                </c:pt>
                <c:pt idx="14783">
                  <c:v>45902.390277777777</c:v>
                </c:pt>
                <c:pt idx="14784">
                  <c:v>45670.770833333343</c:v>
                </c:pt>
                <c:pt idx="14785">
                  <c:v>45806.495833333327</c:v>
                </c:pt>
                <c:pt idx="14786">
                  <c:v>45902.689583333333</c:v>
                </c:pt>
                <c:pt idx="14787">
                  <c:v>45639.621527777781</c:v>
                </c:pt>
                <c:pt idx="14788">
                  <c:v>45806.495833333327</c:v>
                </c:pt>
                <c:pt idx="14789">
                  <c:v>45902.689583333333</c:v>
                </c:pt>
                <c:pt idx="14790">
                  <c:v>45639.621527777781</c:v>
                </c:pt>
                <c:pt idx="14791">
                  <c:v>45535.537499999999</c:v>
                </c:pt>
                <c:pt idx="14792">
                  <c:v>45873.822222222218</c:v>
                </c:pt>
                <c:pt idx="14793">
                  <c:v>45614.004861111112</c:v>
                </c:pt>
                <c:pt idx="14794">
                  <c:v>45957.813194444447</c:v>
                </c:pt>
                <c:pt idx="14795">
                  <c:v>45894.681250000001</c:v>
                </c:pt>
                <c:pt idx="14796">
                  <c:v>45633.65625</c:v>
                </c:pt>
                <c:pt idx="14797">
                  <c:v>45733.607638888891</c:v>
                </c:pt>
                <c:pt idx="14798">
                  <c:v>45817.70416666667</c:v>
                </c:pt>
                <c:pt idx="14799">
                  <c:v>45771.348611111112</c:v>
                </c:pt>
                <c:pt idx="14800">
                  <c:v>45701.925000000003</c:v>
                </c:pt>
                <c:pt idx="14801">
                  <c:v>46020.729861111111</c:v>
                </c:pt>
                <c:pt idx="14802">
                  <c:v>45754.71597222222</c:v>
                </c:pt>
                <c:pt idx="14803">
                  <c:v>45841.870833333327</c:v>
                </c:pt>
                <c:pt idx="14804">
                  <c:v>45360.916666666657</c:v>
                </c:pt>
                <c:pt idx="14805">
                  <c:v>45986.757638888892</c:v>
                </c:pt>
                <c:pt idx="14806">
                  <c:v>45478.885416666657</c:v>
                </c:pt>
                <c:pt idx="14807">
                  <c:v>45528.554166666669</c:v>
                </c:pt>
                <c:pt idx="14808">
                  <c:v>45800.400694444441</c:v>
                </c:pt>
                <c:pt idx="14809">
                  <c:v>45927.498611111107</c:v>
                </c:pt>
                <c:pt idx="14810">
                  <c:v>45438.529166666667</c:v>
                </c:pt>
                <c:pt idx="14811">
                  <c:v>45657.38958333333</c:v>
                </c:pt>
                <c:pt idx="14812">
                  <c:v>45537.775694444441</c:v>
                </c:pt>
                <c:pt idx="14813">
                  <c:v>45479.863888888889</c:v>
                </c:pt>
                <c:pt idx="14814">
                  <c:v>45568.929166666669</c:v>
                </c:pt>
                <c:pt idx="14815">
                  <c:v>45579.519444444442</c:v>
                </c:pt>
                <c:pt idx="14816">
                  <c:v>45596.495138888888</c:v>
                </c:pt>
                <c:pt idx="14817">
                  <c:v>45539.76666666667</c:v>
                </c:pt>
                <c:pt idx="14818">
                  <c:v>45683.940972222219</c:v>
                </c:pt>
                <c:pt idx="14819">
                  <c:v>45366.332638888889</c:v>
                </c:pt>
                <c:pt idx="14820">
                  <c:v>45313.56527777778</c:v>
                </c:pt>
                <c:pt idx="14821">
                  <c:v>45340.878472222219</c:v>
                </c:pt>
                <c:pt idx="14822">
                  <c:v>45296.815972222219</c:v>
                </c:pt>
                <c:pt idx="14823">
                  <c:v>45352.36041666667</c:v>
                </c:pt>
                <c:pt idx="14824">
                  <c:v>45326.683333333327</c:v>
                </c:pt>
                <c:pt idx="14825">
                  <c:v>46020.479861111111</c:v>
                </c:pt>
                <c:pt idx="14826">
                  <c:v>45378.535416666673</c:v>
                </c:pt>
                <c:pt idx="14827">
                  <c:v>45585.428472222222</c:v>
                </c:pt>
                <c:pt idx="14828">
                  <c:v>46020.48541666667</c:v>
                </c:pt>
                <c:pt idx="14829">
                  <c:v>45973.744444444441</c:v>
                </c:pt>
                <c:pt idx="14830">
                  <c:v>46020.478472222218</c:v>
                </c:pt>
                <c:pt idx="14831">
                  <c:v>45657.349305555559</c:v>
                </c:pt>
                <c:pt idx="14832">
                  <c:v>46020.487500000003</c:v>
                </c:pt>
                <c:pt idx="14833">
                  <c:v>46020.481249999997</c:v>
                </c:pt>
                <c:pt idx="14834">
                  <c:v>46020.48333333333</c:v>
                </c:pt>
                <c:pt idx="14835">
                  <c:v>45484.701388888891</c:v>
                </c:pt>
                <c:pt idx="14836">
                  <c:v>46020.504166666673</c:v>
                </c:pt>
                <c:pt idx="14837">
                  <c:v>45983.713194444441</c:v>
                </c:pt>
                <c:pt idx="14838">
                  <c:v>46020.481944444437</c:v>
                </c:pt>
                <c:pt idx="14839">
                  <c:v>46020.484027777777</c:v>
                </c:pt>
                <c:pt idx="14840">
                  <c:v>46020.486111111109</c:v>
                </c:pt>
                <c:pt idx="14841">
                  <c:v>46020.53402777778</c:v>
                </c:pt>
                <c:pt idx="14842">
                  <c:v>45526.88958333333</c:v>
                </c:pt>
                <c:pt idx="14843">
                  <c:v>45745.197916666657</c:v>
                </c:pt>
                <c:pt idx="14844">
                  <c:v>45545.309027777781</c:v>
                </c:pt>
                <c:pt idx="14845">
                  <c:v>45404.368055555547</c:v>
                </c:pt>
                <c:pt idx="14846">
                  <c:v>45300.401388888888</c:v>
                </c:pt>
                <c:pt idx="14847">
                  <c:v>45648.757638888892</c:v>
                </c:pt>
                <c:pt idx="14848">
                  <c:v>45623.782638888893</c:v>
                </c:pt>
                <c:pt idx="14849">
                  <c:v>45877.421527777777</c:v>
                </c:pt>
                <c:pt idx="14850">
                  <c:v>45963.927083333343</c:v>
                </c:pt>
                <c:pt idx="14851">
                  <c:v>45681.598611111112</c:v>
                </c:pt>
                <c:pt idx="14852">
                  <c:v>45985.380555555559</c:v>
                </c:pt>
                <c:pt idx="14853">
                  <c:v>45340.744444444441</c:v>
                </c:pt>
                <c:pt idx="14854">
                  <c:v>45711.915277777778</c:v>
                </c:pt>
                <c:pt idx="14855">
                  <c:v>45811.409722222219</c:v>
                </c:pt>
                <c:pt idx="14856">
                  <c:v>45557.80972222222</c:v>
                </c:pt>
                <c:pt idx="14857">
                  <c:v>45595.769444444442</c:v>
                </c:pt>
                <c:pt idx="14858">
                  <c:v>45769.634722222218</c:v>
                </c:pt>
                <c:pt idx="14859">
                  <c:v>45504.70416666667</c:v>
                </c:pt>
                <c:pt idx="14860">
                  <c:v>45916.651388888888</c:v>
                </c:pt>
                <c:pt idx="14861">
                  <c:v>45292.67291666667</c:v>
                </c:pt>
                <c:pt idx="14862">
                  <c:v>45607.90347222222</c:v>
                </c:pt>
                <c:pt idx="14863">
                  <c:v>45369.057638888888</c:v>
                </c:pt>
                <c:pt idx="14864">
                  <c:v>45447.392361111109</c:v>
                </c:pt>
                <c:pt idx="14865">
                  <c:v>45795.727083333331</c:v>
                </c:pt>
                <c:pt idx="14866">
                  <c:v>45715.713888888888</c:v>
                </c:pt>
                <c:pt idx="14867">
                  <c:v>45791.661805555559</c:v>
                </c:pt>
                <c:pt idx="14868">
                  <c:v>45621.415972222218</c:v>
                </c:pt>
                <c:pt idx="14869">
                  <c:v>45328.459722222222</c:v>
                </c:pt>
                <c:pt idx="14870">
                  <c:v>45882.281944444447</c:v>
                </c:pt>
                <c:pt idx="14871">
                  <c:v>45958.662499999999</c:v>
                </c:pt>
                <c:pt idx="14872">
                  <c:v>45453.6875</c:v>
                </c:pt>
                <c:pt idx="14873">
                  <c:v>45511.620833333327</c:v>
                </c:pt>
                <c:pt idx="14874">
                  <c:v>45386.801388888889</c:v>
                </c:pt>
                <c:pt idx="14875">
                  <c:v>45433.855555555558</c:v>
                </c:pt>
                <c:pt idx="14876">
                  <c:v>45447.972916666673</c:v>
                </c:pt>
                <c:pt idx="14877">
                  <c:v>45314.525694444441</c:v>
                </c:pt>
                <c:pt idx="14878">
                  <c:v>45758.948611111111</c:v>
                </c:pt>
                <c:pt idx="14879">
                  <c:v>45380.390277777777</c:v>
                </c:pt>
                <c:pt idx="14880">
                  <c:v>45602.409722222219</c:v>
                </c:pt>
                <c:pt idx="14881">
                  <c:v>45350.529861111107</c:v>
                </c:pt>
                <c:pt idx="14882">
                  <c:v>45777.543749999997</c:v>
                </c:pt>
                <c:pt idx="14883">
                  <c:v>45568.62777777778</c:v>
                </c:pt>
                <c:pt idx="14884">
                  <c:v>45951.614583333343</c:v>
                </c:pt>
                <c:pt idx="14885">
                  <c:v>45678.654861111107</c:v>
                </c:pt>
                <c:pt idx="14886">
                  <c:v>45409.43472222222</c:v>
                </c:pt>
                <c:pt idx="14887">
                  <c:v>45783.622916666667</c:v>
                </c:pt>
                <c:pt idx="14888">
                  <c:v>45517.661111111112</c:v>
                </c:pt>
                <c:pt idx="14889">
                  <c:v>45869.48333333333</c:v>
                </c:pt>
                <c:pt idx="14890">
                  <c:v>45448.447222222218</c:v>
                </c:pt>
                <c:pt idx="14891">
                  <c:v>45463.691666666673</c:v>
                </c:pt>
                <c:pt idx="14892">
                  <c:v>45820.677777777782</c:v>
                </c:pt>
                <c:pt idx="14893">
                  <c:v>45364.707638888889</c:v>
                </c:pt>
                <c:pt idx="14894">
                  <c:v>46001.571527777778</c:v>
                </c:pt>
                <c:pt idx="14895">
                  <c:v>45734.666666666657</c:v>
                </c:pt>
                <c:pt idx="14896">
                  <c:v>45622.71597222222</c:v>
                </c:pt>
                <c:pt idx="14897">
                  <c:v>45909.577777777777</c:v>
                </c:pt>
                <c:pt idx="14898">
                  <c:v>45628.449305555558</c:v>
                </c:pt>
                <c:pt idx="14899">
                  <c:v>45975.445833333331</c:v>
                </c:pt>
                <c:pt idx="14900">
                  <c:v>45747.341666666667</c:v>
                </c:pt>
                <c:pt idx="14901">
                  <c:v>46020.463888888888</c:v>
                </c:pt>
                <c:pt idx="14902">
                  <c:v>45656.411805555559</c:v>
                </c:pt>
                <c:pt idx="14903">
                  <c:v>45832.354166666657</c:v>
                </c:pt>
                <c:pt idx="14904">
                  <c:v>45889.431944444441</c:v>
                </c:pt>
                <c:pt idx="14905">
                  <c:v>45478.435416666667</c:v>
                </c:pt>
                <c:pt idx="14906">
                  <c:v>46020.461805555547</c:v>
                </c:pt>
                <c:pt idx="14907">
                  <c:v>45453.431250000001</c:v>
                </c:pt>
                <c:pt idx="14908">
                  <c:v>45930.548611111109</c:v>
                </c:pt>
                <c:pt idx="14909">
                  <c:v>45391.462500000001</c:v>
                </c:pt>
                <c:pt idx="14910">
                  <c:v>45607.48541666667</c:v>
                </c:pt>
                <c:pt idx="14911">
                  <c:v>45489.473611111112</c:v>
                </c:pt>
                <c:pt idx="14912">
                  <c:v>45951.463888888888</c:v>
                </c:pt>
                <c:pt idx="14913">
                  <c:v>46020.457638888889</c:v>
                </c:pt>
                <c:pt idx="14914">
                  <c:v>45330.649305555547</c:v>
                </c:pt>
                <c:pt idx="14915">
                  <c:v>45761.440972222219</c:v>
                </c:pt>
                <c:pt idx="14916">
                  <c:v>45971.497916666667</c:v>
                </c:pt>
                <c:pt idx="14917">
                  <c:v>45623.488194444442</c:v>
                </c:pt>
                <c:pt idx="14918">
                  <c:v>45509.509722222218</c:v>
                </c:pt>
                <c:pt idx="14919">
                  <c:v>45397.469444444447</c:v>
                </c:pt>
                <c:pt idx="14920">
                  <c:v>45728.568055555559</c:v>
                </c:pt>
                <c:pt idx="14921">
                  <c:v>45867.603472222218</c:v>
                </c:pt>
                <c:pt idx="14922">
                  <c:v>45835.511111111111</c:v>
                </c:pt>
                <c:pt idx="14923">
                  <c:v>45574.449305555558</c:v>
                </c:pt>
                <c:pt idx="14924">
                  <c:v>45692.463194444441</c:v>
                </c:pt>
                <c:pt idx="14925">
                  <c:v>45663.512499999997</c:v>
                </c:pt>
                <c:pt idx="14926">
                  <c:v>45534.505555555559</c:v>
                </c:pt>
                <c:pt idx="14927">
                  <c:v>45489.588194444441</c:v>
                </c:pt>
                <c:pt idx="14928">
                  <c:v>45449.411805555559</c:v>
                </c:pt>
                <c:pt idx="14929">
                  <c:v>45797.565972222219</c:v>
                </c:pt>
                <c:pt idx="14930">
                  <c:v>45432.520833333343</c:v>
                </c:pt>
                <c:pt idx="14931">
                  <c:v>45614.5</c:v>
                </c:pt>
                <c:pt idx="14932">
                  <c:v>45732.561111111107</c:v>
                </c:pt>
                <c:pt idx="14933">
                  <c:v>45502.953472222223</c:v>
                </c:pt>
                <c:pt idx="14934">
                  <c:v>45711.765277777777</c:v>
                </c:pt>
                <c:pt idx="14935">
                  <c:v>45805.306944444441</c:v>
                </c:pt>
                <c:pt idx="14936">
                  <c:v>45447.745833333327</c:v>
                </c:pt>
                <c:pt idx="14937">
                  <c:v>45848.261805555558</c:v>
                </c:pt>
                <c:pt idx="14938">
                  <c:v>45750.325694444437</c:v>
                </c:pt>
                <c:pt idx="14939">
                  <c:v>45408.367361111108</c:v>
                </c:pt>
                <c:pt idx="14940">
                  <c:v>45684.38958333333</c:v>
                </c:pt>
                <c:pt idx="14941">
                  <c:v>46016.634722222218</c:v>
                </c:pt>
                <c:pt idx="14942">
                  <c:v>45668.734027777777</c:v>
                </c:pt>
                <c:pt idx="14943">
                  <c:v>45298.478472222218</c:v>
                </c:pt>
                <c:pt idx="14944">
                  <c:v>45307.381249999999</c:v>
                </c:pt>
                <c:pt idx="14945">
                  <c:v>45591.515277777777</c:v>
                </c:pt>
                <c:pt idx="14946">
                  <c:v>45353.502083333333</c:v>
                </c:pt>
                <c:pt idx="14947">
                  <c:v>45950.638194444437</c:v>
                </c:pt>
                <c:pt idx="14948">
                  <c:v>45633.335416666669</c:v>
                </c:pt>
                <c:pt idx="14949">
                  <c:v>45893.572222222218</c:v>
                </c:pt>
                <c:pt idx="14950">
                  <c:v>45915.449305555558</c:v>
                </c:pt>
                <c:pt idx="14951">
                  <c:v>45773.65347222222</c:v>
                </c:pt>
                <c:pt idx="14952">
                  <c:v>45515.532638888893</c:v>
                </c:pt>
                <c:pt idx="14953">
                  <c:v>45551.82916666667</c:v>
                </c:pt>
                <c:pt idx="14954">
                  <c:v>45537.790972222218</c:v>
                </c:pt>
                <c:pt idx="14955">
                  <c:v>45483.563194444447</c:v>
                </c:pt>
                <c:pt idx="14956">
                  <c:v>45336.45208333333</c:v>
                </c:pt>
                <c:pt idx="14957">
                  <c:v>45371.326388888891</c:v>
                </c:pt>
                <c:pt idx="14958">
                  <c:v>45393.731944444437</c:v>
                </c:pt>
                <c:pt idx="14959">
                  <c:v>45826.776388888888</c:v>
                </c:pt>
                <c:pt idx="14960">
                  <c:v>45465.559027777781</c:v>
                </c:pt>
                <c:pt idx="14961">
                  <c:v>45926.629166666673</c:v>
                </c:pt>
                <c:pt idx="14962">
                  <c:v>45574.26458333333</c:v>
                </c:pt>
                <c:pt idx="14963">
                  <c:v>46003.325694444437</c:v>
                </c:pt>
                <c:pt idx="14964">
                  <c:v>45963.458333333343</c:v>
                </c:pt>
                <c:pt idx="14965">
                  <c:v>45318.90347222222</c:v>
                </c:pt>
                <c:pt idx="14966">
                  <c:v>45844.917361111111</c:v>
                </c:pt>
                <c:pt idx="14967">
                  <c:v>45536.509027777778</c:v>
                </c:pt>
                <c:pt idx="14968">
                  <c:v>45576.645138888889</c:v>
                </c:pt>
                <c:pt idx="14969">
                  <c:v>45435.568749999999</c:v>
                </c:pt>
                <c:pt idx="14970">
                  <c:v>45333.563194444447</c:v>
                </c:pt>
                <c:pt idx="14971">
                  <c:v>45309.65625</c:v>
                </c:pt>
                <c:pt idx="14972">
                  <c:v>45362.4375</c:v>
                </c:pt>
                <c:pt idx="14973">
                  <c:v>45693.004861111112</c:v>
                </c:pt>
                <c:pt idx="14974">
                  <c:v>45920.776388888888</c:v>
                </c:pt>
                <c:pt idx="14975">
                  <c:v>45675.563888888893</c:v>
                </c:pt>
                <c:pt idx="14976">
                  <c:v>45604.99722222222</c:v>
                </c:pt>
                <c:pt idx="14977">
                  <c:v>45956.695138888892</c:v>
                </c:pt>
                <c:pt idx="14978">
                  <c:v>45754.584027777782</c:v>
                </c:pt>
                <c:pt idx="14979">
                  <c:v>45729.385416666657</c:v>
                </c:pt>
                <c:pt idx="14980">
                  <c:v>45884.772916666669</c:v>
                </c:pt>
                <c:pt idx="14981">
                  <c:v>45849.550694444442</c:v>
                </c:pt>
                <c:pt idx="14982">
                  <c:v>45557.734722222223</c:v>
                </c:pt>
                <c:pt idx="14983">
                  <c:v>45714.453472222223</c:v>
                </c:pt>
                <c:pt idx="14984">
                  <c:v>45792.606944444437</c:v>
                </c:pt>
                <c:pt idx="14985">
                  <c:v>45773.581250000003</c:v>
                </c:pt>
                <c:pt idx="14986">
                  <c:v>45486.751388888893</c:v>
                </c:pt>
                <c:pt idx="14987">
                  <c:v>45383.835416666669</c:v>
                </c:pt>
                <c:pt idx="14988">
                  <c:v>45812.748611111107</c:v>
                </c:pt>
                <c:pt idx="14989">
                  <c:v>46007.461805555547</c:v>
                </c:pt>
                <c:pt idx="14990">
                  <c:v>45513.659722222219</c:v>
                </c:pt>
                <c:pt idx="14991">
                  <c:v>45412.816666666673</c:v>
                </c:pt>
                <c:pt idx="14992">
                  <c:v>45467.696527777778</c:v>
                </c:pt>
                <c:pt idx="14993">
                  <c:v>45437.734027777777</c:v>
                </c:pt>
                <c:pt idx="14994">
                  <c:v>45991.738888888889</c:v>
                </c:pt>
                <c:pt idx="14995">
                  <c:v>45471.601388888892</c:v>
                </c:pt>
                <c:pt idx="14996">
                  <c:v>45763.997916666667</c:v>
                </c:pt>
                <c:pt idx="14997">
                  <c:v>45653.823611111111</c:v>
                </c:pt>
                <c:pt idx="14998">
                  <c:v>45978.536111111112</c:v>
                </c:pt>
                <c:pt idx="14999">
                  <c:v>45626.536805555559</c:v>
                </c:pt>
                <c:pt idx="15000">
                  <c:v>45557.603472222218</c:v>
                </c:pt>
                <c:pt idx="15001">
                  <c:v>45364.774305555547</c:v>
                </c:pt>
                <c:pt idx="15002">
                  <c:v>45868.493055555547</c:v>
                </c:pt>
                <c:pt idx="15003">
                  <c:v>45561.884027777778</c:v>
                </c:pt>
                <c:pt idx="15004">
                  <c:v>45759.574305555558</c:v>
                </c:pt>
                <c:pt idx="15005">
                  <c:v>45389.793055555558</c:v>
                </c:pt>
                <c:pt idx="15006">
                  <c:v>45308.557638888888</c:v>
                </c:pt>
                <c:pt idx="15007">
                  <c:v>45348.009027777778</c:v>
                </c:pt>
                <c:pt idx="15008">
                  <c:v>45424.757638888892</c:v>
                </c:pt>
                <c:pt idx="15009">
                  <c:v>45598.738194444442</c:v>
                </c:pt>
                <c:pt idx="15010">
                  <c:v>45519.50277777778</c:v>
                </c:pt>
                <c:pt idx="15011">
                  <c:v>45700.445833333331</c:v>
                </c:pt>
                <c:pt idx="15012">
                  <c:v>45476.46875</c:v>
                </c:pt>
                <c:pt idx="15013">
                  <c:v>45951.612500000003</c:v>
                </c:pt>
                <c:pt idx="15014">
                  <c:v>45811.504166666673</c:v>
                </c:pt>
                <c:pt idx="15015">
                  <c:v>45659.60833333333</c:v>
                </c:pt>
                <c:pt idx="15016">
                  <c:v>45907.758333333331</c:v>
                </c:pt>
                <c:pt idx="15017">
                  <c:v>45853.785416666673</c:v>
                </c:pt>
                <c:pt idx="15018">
                  <c:v>45435.461111111108</c:v>
                </c:pt>
                <c:pt idx="15019">
                  <c:v>45307.635416666657</c:v>
                </c:pt>
                <c:pt idx="15020">
                  <c:v>45851.476388888892</c:v>
                </c:pt>
                <c:pt idx="15021">
                  <c:v>45791.467361111107</c:v>
                </c:pt>
                <c:pt idx="15022">
                  <c:v>45834.36041666667</c:v>
                </c:pt>
                <c:pt idx="15023">
                  <c:v>45448.291666666657</c:v>
                </c:pt>
                <c:pt idx="15024">
                  <c:v>45625.400694444441</c:v>
                </c:pt>
                <c:pt idx="15025">
                  <c:v>45525.408333333333</c:v>
                </c:pt>
                <c:pt idx="15026">
                  <c:v>45743.627083333333</c:v>
                </c:pt>
                <c:pt idx="15027">
                  <c:v>45910.399305555547</c:v>
                </c:pt>
                <c:pt idx="15028">
                  <c:v>45955.521527777782</c:v>
                </c:pt>
                <c:pt idx="15029">
                  <c:v>45590.618055555547</c:v>
                </c:pt>
                <c:pt idx="15030">
                  <c:v>45360.511111111111</c:v>
                </c:pt>
                <c:pt idx="15031">
                  <c:v>45433.643750000003</c:v>
                </c:pt>
                <c:pt idx="15032">
                  <c:v>45524.584027777782</c:v>
                </c:pt>
                <c:pt idx="15033">
                  <c:v>45660.488888888889</c:v>
                </c:pt>
                <c:pt idx="15034">
                  <c:v>45515.538888888892</c:v>
                </c:pt>
                <c:pt idx="15035">
                  <c:v>45816.561805555553</c:v>
                </c:pt>
                <c:pt idx="15036">
                  <c:v>45471.803472222222</c:v>
                </c:pt>
                <c:pt idx="15037">
                  <c:v>45979.631249999999</c:v>
                </c:pt>
                <c:pt idx="15038">
                  <c:v>45519.598611111112</c:v>
                </c:pt>
                <c:pt idx="15039">
                  <c:v>45887.484027777777</c:v>
                </c:pt>
                <c:pt idx="15040">
                  <c:v>46013.43472222222</c:v>
                </c:pt>
                <c:pt idx="15041">
                  <c:v>45428.523611111108</c:v>
                </c:pt>
                <c:pt idx="15042">
                  <c:v>45729.587500000001</c:v>
                </c:pt>
                <c:pt idx="15043">
                  <c:v>45505.420138888891</c:v>
                </c:pt>
                <c:pt idx="15044">
                  <c:v>45716.602777777778</c:v>
                </c:pt>
                <c:pt idx="15045">
                  <c:v>45699.645138888889</c:v>
                </c:pt>
                <c:pt idx="15046">
                  <c:v>46008.62777777778</c:v>
                </c:pt>
                <c:pt idx="15047">
                  <c:v>45574.606944444437</c:v>
                </c:pt>
                <c:pt idx="15048">
                  <c:v>45564.512499999997</c:v>
                </c:pt>
                <c:pt idx="15049">
                  <c:v>45419.577777777777</c:v>
                </c:pt>
                <c:pt idx="15050">
                  <c:v>45992.236805555563</c:v>
                </c:pt>
                <c:pt idx="15051">
                  <c:v>45941.290277777778</c:v>
                </c:pt>
                <c:pt idx="15052">
                  <c:v>45964.243750000001</c:v>
                </c:pt>
                <c:pt idx="15053">
                  <c:v>45861.47152777778</c:v>
                </c:pt>
                <c:pt idx="15054">
                  <c:v>45633.676388888889</c:v>
                </c:pt>
                <c:pt idx="15055">
                  <c:v>45876.230555555558</c:v>
                </c:pt>
                <c:pt idx="15056">
                  <c:v>45688.400694444441</c:v>
                </c:pt>
                <c:pt idx="15057">
                  <c:v>45481.481249999997</c:v>
                </c:pt>
                <c:pt idx="15058">
                  <c:v>45617.395138888889</c:v>
                </c:pt>
                <c:pt idx="15059">
                  <c:v>45407.219444444447</c:v>
                </c:pt>
                <c:pt idx="15060">
                  <c:v>45763.224305555559</c:v>
                </c:pt>
                <c:pt idx="15061">
                  <c:v>45896.652777777781</c:v>
                </c:pt>
                <c:pt idx="15062">
                  <c:v>45491.356249999997</c:v>
                </c:pt>
                <c:pt idx="15063">
                  <c:v>45519.5</c:v>
                </c:pt>
                <c:pt idx="15064">
                  <c:v>45924.422222222223</c:v>
                </c:pt>
                <c:pt idx="15065">
                  <c:v>45458.524305555547</c:v>
                </c:pt>
                <c:pt idx="15066">
                  <c:v>46019.345138888893</c:v>
                </c:pt>
                <c:pt idx="15067">
                  <c:v>46001.490277777782</c:v>
                </c:pt>
                <c:pt idx="15068">
                  <c:v>45536.427777777782</c:v>
                </c:pt>
                <c:pt idx="15069">
                  <c:v>45642.501388888893</c:v>
                </c:pt>
                <c:pt idx="15070">
                  <c:v>45610.477777777778</c:v>
                </c:pt>
                <c:pt idx="15071">
                  <c:v>45554.229861111111</c:v>
                </c:pt>
                <c:pt idx="15072">
                  <c:v>45516.819444444453</c:v>
                </c:pt>
                <c:pt idx="15073">
                  <c:v>45468.01666666667</c:v>
                </c:pt>
                <c:pt idx="15074">
                  <c:v>45419.022916666669</c:v>
                </c:pt>
                <c:pt idx="15075">
                  <c:v>45671.056250000001</c:v>
                </c:pt>
                <c:pt idx="15076">
                  <c:v>45441.02847222222</c:v>
                </c:pt>
                <c:pt idx="15077">
                  <c:v>45550.984027777777</c:v>
                </c:pt>
                <c:pt idx="15078">
                  <c:v>45529.958333333343</c:v>
                </c:pt>
                <c:pt idx="15079">
                  <c:v>45992</c:v>
                </c:pt>
                <c:pt idx="15080">
                  <c:v>45874.015972222223</c:v>
                </c:pt>
                <c:pt idx="15081">
                  <c:v>45320.946527777778</c:v>
                </c:pt>
                <c:pt idx="15082">
                  <c:v>45807.969444444447</c:v>
                </c:pt>
                <c:pt idx="15083">
                  <c:v>45389.988194444442</c:v>
                </c:pt>
                <c:pt idx="15084">
                  <c:v>45595.059027777781</c:v>
                </c:pt>
                <c:pt idx="15085">
                  <c:v>45739.959722222222</c:v>
                </c:pt>
                <c:pt idx="15086">
                  <c:v>45302.400000000001</c:v>
                </c:pt>
                <c:pt idx="15087">
                  <c:v>45939.877083333333</c:v>
                </c:pt>
                <c:pt idx="15088">
                  <c:v>45810.861805555563</c:v>
                </c:pt>
                <c:pt idx="15089">
                  <c:v>45872.487500000003</c:v>
                </c:pt>
                <c:pt idx="15090">
                  <c:v>45992.719444444447</c:v>
                </c:pt>
                <c:pt idx="15091">
                  <c:v>45852.420138888891</c:v>
                </c:pt>
                <c:pt idx="15092">
                  <c:v>45694.536805555559</c:v>
                </c:pt>
                <c:pt idx="15093">
                  <c:v>45978.879166666673</c:v>
                </c:pt>
                <c:pt idx="15094">
                  <c:v>46006.603472222218</c:v>
                </c:pt>
                <c:pt idx="15095">
                  <c:v>45926.402083333327</c:v>
                </c:pt>
                <c:pt idx="15096">
                  <c:v>45674.487500000003</c:v>
                </c:pt>
                <c:pt idx="15097">
                  <c:v>45488.799305555563</c:v>
                </c:pt>
                <c:pt idx="15098">
                  <c:v>45775.724999999999</c:v>
                </c:pt>
                <c:pt idx="15099">
                  <c:v>45582.401388888888</c:v>
                </c:pt>
                <c:pt idx="15100">
                  <c:v>45419.861805555563</c:v>
                </c:pt>
                <c:pt idx="15101">
                  <c:v>45317.708333333343</c:v>
                </c:pt>
                <c:pt idx="15102">
                  <c:v>45502.887499999997</c:v>
                </c:pt>
                <c:pt idx="15103">
                  <c:v>46020.612500000003</c:v>
                </c:pt>
                <c:pt idx="15104">
                  <c:v>45551.760416666657</c:v>
                </c:pt>
                <c:pt idx="15105">
                  <c:v>45330.441666666673</c:v>
                </c:pt>
                <c:pt idx="15106">
                  <c:v>45836.777777777781</c:v>
                </c:pt>
                <c:pt idx="15107">
                  <c:v>45823.363194444442</c:v>
                </c:pt>
                <c:pt idx="15108">
                  <c:v>45434.81527777778</c:v>
                </c:pt>
                <c:pt idx="15109">
                  <c:v>45400.851388888892</c:v>
                </c:pt>
                <c:pt idx="15110">
                  <c:v>45567.524305555547</c:v>
                </c:pt>
                <c:pt idx="15111">
                  <c:v>45366.438888888893</c:v>
                </c:pt>
                <c:pt idx="15112">
                  <c:v>45379.929861111108</c:v>
                </c:pt>
                <c:pt idx="15113">
                  <c:v>45599.664583333331</c:v>
                </c:pt>
                <c:pt idx="15114">
                  <c:v>45966.782638888893</c:v>
                </c:pt>
                <c:pt idx="15115">
                  <c:v>45638.706250000003</c:v>
                </c:pt>
                <c:pt idx="15116">
                  <c:v>45516.70416666667</c:v>
                </c:pt>
                <c:pt idx="15117">
                  <c:v>45624.438194444447</c:v>
                </c:pt>
                <c:pt idx="15118">
                  <c:v>45913.786805555559</c:v>
                </c:pt>
                <c:pt idx="15119">
                  <c:v>45887.490277777782</c:v>
                </c:pt>
                <c:pt idx="15120">
                  <c:v>45535.408333333333</c:v>
                </c:pt>
                <c:pt idx="15121">
                  <c:v>45467.375694444447</c:v>
                </c:pt>
                <c:pt idx="15122">
                  <c:v>45658.519444444442</c:v>
                </c:pt>
                <c:pt idx="15123">
                  <c:v>45901.371527777781</c:v>
                </c:pt>
                <c:pt idx="15124">
                  <c:v>45792.598611111112</c:v>
                </c:pt>
                <c:pt idx="15125">
                  <c:v>45730.427777777782</c:v>
                </c:pt>
                <c:pt idx="15126">
                  <c:v>45761.782638888893</c:v>
                </c:pt>
                <c:pt idx="15127">
                  <c:v>45711.694444444453</c:v>
                </c:pt>
                <c:pt idx="15128">
                  <c:v>45384.07708333333</c:v>
                </c:pt>
                <c:pt idx="15129">
                  <c:v>45341.069444444453</c:v>
                </c:pt>
                <c:pt idx="15130">
                  <c:v>45586.663194444453</c:v>
                </c:pt>
                <c:pt idx="15131">
                  <c:v>45454.06527777778</c:v>
                </c:pt>
                <c:pt idx="15132">
                  <c:v>45523.116666666669</c:v>
                </c:pt>
                <c:pt idx="15133">
                  <c:v>45655.597222222219</c:v>
                </c:pt>
                <c:pt idx="15134">
                  <c:v>45927.754861111112</c:v>
                </c:pt>
                <c:pt idx="15135">
                  <c:v>45527.68472222222</c:v>
                </c:pt>
                <c:pt idx="15136">
                  <c:v>45398.397916666669</c:v>
                </c:pt>
                <c:pt idx="15137">
                  <c:v>45790.572222222218</c:v>
                </c:pt>
                <c:pt idx="15138">
                  <c:v>45446.753472222219</c:v>
                </c:pt>
                <c:pt idx="15139">
                  <c:v>45982.46597222222</c:v>
                </c:pt>
                <c:pt idx="15140">
                  <c:v>45460.440972222219</c:v>
                </c:pt>
                <c:pt idx="15141">
                  <c:v>45881.45</c:v>
                </c:pt>
                <c:pt idx="15142">
                  <c:v>45947.55972222222</c:v>
                </c:pt>
                <c:pt idx="15143">
                  <c:v>45751.40902777778</c:v>
                </c:pt>
                <c:pt idx="15144">
                  <c:v>45852.482638888891</c:v>
                </c:pt>
                <c:pt idx="15145">
                  <c:v>45768.652777777781</c:v>
                </c:pt>
                <c:pt idx="15146">
                  <c:v>46009.493055555547</c:v>
                </c:pt>
                <c:pt idx="15147">
                  <c:v>45433.228472222218</c:v>
                </c:pt>
                <c:pt idx="15148">
                  <c:v>45936.504861111112</c:v>
                </c:pt>
                <c:pt idx="15149">
                  <c:v>45507.54791666667</c:v>
                </c:pt>
                <c:pt idx="15150">
                  <c:v>45426.154166666667</c:v>
                </c:pt>
                <c:pt idx="15151">
                  <c:v>45609.578472222223</c:v>
                </c:pt>
                <c:pt idx="15152">
                  <c:v>45828.212500000001</c:v>
                </c:pt>
                <c:pt idx="15153">
                  <c:v>45520.413888888892</c:v>
                </c:pt>
                <c:pt idx="15154">
                  <c:v>45361.654861111107</c:v>
                </c:pt>
                <c:pt idx="15155">
                  <c:v>45654.336111111108</c:v>
                </c:pt>
                <c:pt idx="15156">
                  <c:v>45918.484722222223</c:v>
                </c:pt>
                <c:pt idx="15157">
                  <c:v>45674.462500000001</c:v>
                </c:pt>
                <c:pt idx="15158">
                  <c:v>45748.143055555563</c:v>
                </c:pt>
                <c:pt idx="15159">
                  <c:v>45971.504861111112</c:v>
                </c:pt>
                <c:pt idx="15160">
                  <c:v>45950.474999999999</c:v>
                </c:pt>
                <c:pt idx="15161">
                  <c:v>45795.4</c:v>
                </c:pt>
                <c:pt idx="15162">
                  <c:v>45459.17083333333</c:v>
                </c:pt>
                <c:pt idx="15163">
                  <c:v>45397.102777777778</c:v>
                </c:pt>
                <c:pt idx="15164">
                  <c:v>45495.790277777778</c:v>
                </c:pt>
                <c:pt idx="15165">
                  <c:v>45678.347916666673</c:v>
                </c:pt>
                <c:pt idx="15166">
                  <c:v>45716.102777777778</c:v>
                </c:pt>
                <c:pt idx="15167">
                  <c:v>45814.642361111109</c:v>
                </c:pt>
                <c:pt idx="15168">
                  <c:v>45459.165277777778</c:v>
                </c:pt>
                <c:pt idx="15169">
                  <c:v>45702.464583333327</c:v>
                </c:pt>
                <c:pt idx="15170">
                  <c:v>45947.558333333327</c:v>
                </c:pt>
                <c:pt idx="15171">
                  <c:v>45679.402777777781</c:v>
                </c:pt>
                <c:pt idx="15172">
                  <c:v>45476.592361111107</c:v>
                </c:pt>
                <c:pt idx="15173">
                  <c:v>45452.361111111109</c:v>
                </c:pt>
                <c:pt idx="15174">
                  <c:v>45476.592361111107</c:v>
                </c:pt>
                <c:pt idx="15175">
                  <c:v>45439.277777777781</c:v>
                </c:pt>
                <c:pt idx="15176">
                  <c:v>45906.29791666667</c:v>
                </c:pt>
                <c:pt idx="15177">
                  <c:v>45906.29791666667</c:v>
                </c:pt>
                <c:pt idx="15178">
                  <c:v>45452.361111111109</c:v>
                </c:pt>
                <c:pt idx="15179">
                  <c:v>45974.306250000001</c:v>
                </c:pt>
                <c:pt idx="15180">
                  <c:v>45926.875694444447</c:v>
                </c:pt>
                <c:pt idx="15181">
                  <c:v>45337.760416666657</c:v>
                </c:pt>
                <c:pt idx="15182">
                  <c:v>45926.875694444447</c:v>
                </c:pt>
                <c:pt idx="15183">
                  <c:v>45891.342361111107</c:v>
                </c:pt>
                <c:pt idx="15184">
                  <c:v>45891.342361111107</c:v>
                </c:pt>
                <c:pt idx="15185">
                  <c:v>45679.402777777781</c:v>
                </c:pt>
                <c:pt idx="15186">
                  <c:v>45439.277777777781</c:v>
                </c:pt>
                <c:pt idx="15187">
                  <c:v>45739.388888888891</c:v>
                </c:pt>
                <c:pt idx="15188">
                  <c:v>45974.306250000001</c:v>
                </c:pt>
                <c:pt idx="15189">
                  <c:v>46020.665972222218</c:v>
                </c:pt>
                <c:pt idx="15190">
                  <c:v>45656.709722222222</c:v>
                </c:pt>
                <c:pt idx="15191">
                  <c:v>46020.652083333327</c:v>
                </c:pt>
                <c:pt idx="15192">
                  <c:v>46020.652083333327</c:v>
                </c:pt>
                <c:pt idx="15193">
                  <c:v>45855.31527777778</c:v>
                </c:pt>
                <c:pt idx="15194">
                  <c:v>45739.388888888891</c:v>
                </c:pt>
                <c:pt idx="15195">
                  <c:v>45790.265972222223</c:v>
                </c:pt>
                <c:pt idx="15196">
                  <c:v>45790.265972222223</c:v>
                </c:pt>
                <c:pt idx="15197">
                  <c:v>45625.345138888893</c:v>
                </c:pt>
                <c:pt idx="15198">
                  <c:v>45656.709722222222</c:v>
                </c:pt>
                <c:pt idx="15199">
                  <c:v>45302.673611111109</c:v>
                </c:pt>
                <c:pt idx="15200">
                  <c:v>45625.345138888893</c:v>
                </c:pt>
                <c:pt idx="15201">
                  <c:v>45412.615972222222</c:v>
                </c:pt>
                <c:pt idx="15202">
                  <c:v>45383.492361111108</c:v>
                </c:pt>
                <c:pt idx="15203">
                  <c:v>45383.492361111108</c:v>
                </c:pt>
                <c:pt idx="15204">
                  <c:v>45563.318749999999</c:v>
                </c:pt>
                <c:pt idx="15205">
                  <c:v>45412.615972222222</c:v>
                </c:pt>
                <c:pt idx="15206">
                  <c:v>45563.318749999999</c:v>
                </c:pt>
                <c:pt idx="15207">
                  <c:v>45302.673611111109</c:v>
                </c:pt>
                <c:pt idx="15208">
                  <c:v>45362.456250000003</c:v>
                </c:pt>
                <c:pt idx="15209">
                  <c:v>45855.31527777778</c:v>
                </c:pt>
                <c:pt idx="15210">
                  <c:v>46020.674305555563</c:v>
                </c:pt>
                <c:pt idx="15211">
                  <c:v>46020.674305555563</c:v>
                </c:pt>
                <c:pt idx="15212">
                  <c:v>45362.456250000003</c:v>
                </c:pt>
                <c:pt idx="15213">
                  <c:v>45682.65625</c:v>
                </c:pt>
                <c:pt idx="15214">
                  <c:v>45500.336805555547</c:v>
                </c:pt>
                <c:pt idx="15215">
                  <c:v>45500.336805555547</c:v>
                </c:pt>
                <c:pt idx="15216">
                  <c:v>45682.65625</c:v>
                </c:pt>
                <c:pt idx="15217">
                  <c:v>45337.760416666657</c:v>
                </c:pt>
                <c:pt idx="15218">
                  <c:v>46020.665972222218</c:v>
                </c:pt>
                <c:pt idx="15219">
                  <c:v>45819.399305555547</c:v>
                </c:pt>
                <c:pt idx="15220">
                  <c:v>45819.399305555547</c:v>
                </c:pt>
                <c:pt idx="15221">
                  <c:v>45569.706944444442</c:v>
                </c:pt>
                <c:pt idx="15222">
                  <c:v>45625.532638888893</c:v>
                </c:pt>
                <c:pt idx="15223">
                  <c:v>45477.51458333333</c:v>
                </c:pt>
                <c:pt idx="15224">
                  <c:v>45593.617361111108</c:v>
                </c:pt>
                <c:pt idx="15225">
                  <c:v>45448.921527777777</c:v>
                </c:pt>
                <c:pt idx="15226">
                  <c:v>45727.465277777781</c:v>
                </c:pt>
                <c:pt idx="15227">
                  <c:v>45666.663888888892</c:v>
                </c:pt>
                <c:pt idx="15228">
                  <c:v>45419.668055555558</c:v>
                </c:pt>
                <c:pt idx="15229">
                  <c:v>45393.515277777777</c:v>
                </c:pt>
                <c:pt idx="15230">
                  <c:v>45348.668749999997</c:v>
                </c:pt>
                <c:pt idx="15231">
                  <c:v>45449.430555555547</c:v>
                </c:pt>
                <c:pt idx="15232">
                  <c:v>45713.536805555559</c:v>
                </c:pt>
                <c:pt idx="15233">
                  <c:v>45692.494444444441</c:v>
                </c:pt>
                <c:pt idx="15234">
                  <c:v>45575.654166666667</c:v>
                </c:pt>
                <c:pt idx="15235">
                  <c:v>45700.498611111107</c:v>
                </c:pt>
                <c:pt idx="15236">
                  <c:v>45330.62777777778</c:v>
                </c:pt>
                <c:pt idx="15237">
                  <c:v>45609.490972222222</c:v>
                </c:pt>
                <c:pt idx="15238">
                  <c:v>45734.635416666657</c:v>
                </c:pt>
                <c:pt idx="15239">
                  <c:v>45700.665972222218</c:v>
                </c:pt>
                <c:pt idx="15240">
                  <c:v>45362.65347222222</c:v>
                </c:pt>
                <c:pt idx="15241">
                  <c:v>45462.611111111109</c:v>
                </c:pt>
                <c:pt idx="15242">
                  <c:v>45700.663194444453</c:v>
                </c:pt>
                <c:pt idx="15243">
                  <c:v>45475.620833333327</c:v>
                </c:pt>
                <c:pt idx="15244">
                  <c:v>45499.495833333327</c:v>
                </c:pt>
                <c:pt idx="15245">
                  <c:v>45643.963888888888</c:v>
                </c:pt>
                <c:pt idx="15246">
                  <c:v>45449.430555555547</c:v>
                </c:pt>
                <c:pt idx="15247">
                  <c:v>45490.637499999997</c:v>
                </c:pt>
                <c:pt idx="15248">
                  <c:v>45391.538194444453</c:v>
                </c:pt>
                <c:pt idx="15249">
                  <c:v>45560.65902777778</c:v>
                </c:pt>
                <c:pt idx="15250">
                  <c:v>45483.444444444453</c:v>
                </c:pt>
                <c:pt idx="15251">
                  <c:v>45490.638194444437</c:v>
                </c:pt>
                <c:pt idx="15252">
                  <c:v>45582.649305555547</c:v>
                </c:pt>
                <c:pt idx="15253">
                  <c:v>45678.731944444437</c:v>
                </c:pt>
                <c:pt idx="15254">
                  <c:v>45519.500694444447</c:v>
                </c:pt>
                <c:pt idx="15255">
                  <c:v>45870.445833333331</c:v>
                </c:pt>
                <c:pt idx="15256">
                  <c:v>45627.425000000003</c:v>
                </c:pt>
                <c:pt idx="15257">
                  <c:v>45695.243750000001</c:v>
                </c:pt>
                <c:pt idx="15258">
                  <c:v>46012.29791666667</c:v>
                </c:pt>
                <c:pt idx="15259">
                  <c:v>45424.381944444453</c:v>
                </c:pt>
                <c:pt idx="15260">
                  <c:v>45537.466666666667</c:v>
                </c:pt>
                <c:pt idx="15261">
                  <c:v>45303.224999999999</c:v>
                </c:pt>
                <c:pt idx="15262">
                  <c:v>45372.268750000003</c:v>
                </c:pt>
                <c:pt idx="15263">
                  <c:v>45512.258333333331</c:v>
                </c:pt>
                <c:pt idx="15264">
                  <c:v>45850.723611111112</c:v>
                </c:pt>
                <c:pt idx="15265">
                  <c:v>45544.465277777781</c:v>
                </c:pt>
                <c:pt idx="15266">
                  <c:v>45470.724305555559</c:v>
                </c:pt>
                <c:pt idx="15267">
                  <c:v>45346.395833333343</c:v>
                </c:pt>
                <c:pt idx="15268">
                  <c:v>45582.274305555547</c:v>
                </c:pt>
                <c:pt idx="15269">
                  <c:v>45877.923611111109</c:v>
                </c:pt>
                <c:pt idx="15270">
                  <c:v>45963.67083333333</c:v>
                </c:pt>
                <c:pt idx="15271">
                  <c:v>45390.322916666657</c:v>
                </c:pt>
                <c:pt idx="15272">
                  <c:v>46006.675694444442</c:v>
                </c:pt>
                <c:pt idx="15273">
                  <c:v>45610.277777777781</c:v>
                </c:pt>
                <c:pt idx="15274">
                  <c:v>45302.318749999999</c:v>
                </c:pt>
                <c:pt idx="15275">
                  <c:v>45428.418055555558</c:v>
                </c:pt>
                <c:pt idx="15276">
                  <c:v>45811.770138888889</c:v>
                </c:pt>
                <c:pt idx="15277">
                  <c:v>45757.675694444442</c:v>
                </c:pt>
                <c:pt idx="15278">
                  <c:v>46014.422222222223</c:v>
                </c:pt>
                <c:pt idx="15279">
                  <c:v>45666.746527777781</c:v>
                </c:pt>
                <c:pt idx="15280">
                  <c:v>45695.734722222223</c:v>
                </c:pt>
                <c:pt idx="15281">
                  <c:v>45356.429166666669</c:v>
                </c:pt>
                <c:pt idx="15282">
                  <c:v>45548.449305555558</c:v>
                </c:pt>
                <c:pt idx="15283">
                  <c:v>45365.841666666667</c:v>
                </c:pt>
                <c:pt idx="15284">
                  <c:v>45342.55972222222</c:v>
                </c:pt>
                <c:pt idx="15285">
                  <c:v>45533.420138888891</c:v>
                </c:pt>
                <c:pt idx="15286">
                  <c:v>45483.440972222219</c:v>
                </c:pt>
                <c:pt idx="15287">
                  <c:v>45503.353472222218</c:v>
                </c:pt>
                <c:pt idx="15288">
                  <c:v>45313.604861111111</c:v>
                </c:pt>
                <c:pt idx="15289">
                  <c:v>45376.563888888893</c:v>
                </c:pt>
                <c:pt idx="15290">
                  <c:v>45427.423611111109</c:v>
                </c:pt>
                <c:pt idx="15291">
                  <c:v>45520.810416666667</c:v>
                </c:pt>
                <c:pt idx="15292">
                  <c:v>45445.474305555559</c:v>
                </c:pt>
                <c:pt idx="15293">
                  <c:v>45411.395833333343</c:v>
                </c:pt>
                <c:pt idx="15294">
                  <c:v>45464.31527777778</c:v>
                </c:pt>
                <c:pt idx="15295">
                  <c:v>45330.347916666673</c:v>
                </c:pt>
                <c:pt idx="15296">
                  <c:v>45715.696527777778</c:v>
                </c:pt>
                <c:pt idx="15297">
                  <c:v>45394.350694444453</c:v>
                </c:pt>
                <c:pt idx="15298">
                  <c:v>45293.511805555558</c:v>
                </c:pt>
                <c:pt idx="15299">
                  <c:v>45309.854166666657</c:v>
                </c:pt>
                <c:pt idx="15300">
                  <c:v>45511.671527777777</c:v>
                </c:pt>
                <c:pt idx="15301">
                  <c:v>45577.577777777777</c:v>
                </c:pt>
                <c:pt idx="15302">
                  <c:v>45874.556250000001</c:v>
                </c:pt>
                <c:pt idx="15303">
                  <c:v>45390.51666666667</c:v>
                </c:pt>
                <c:pt idx="15304">
                  <c:v>45750.834722222222</c:v>
                </c:pt>
                <c:pt idx="15305">
                  <c:v>45442.64166666667</c:v>
                </c:pt>
                <c:pt idx="15306">
                  <c:v>45973.688888888893</c:v>
                </c:pt>
                <c:pt idx="15307">
                  <c:v>45355.431944444441</c:v>
                </c:pt>
                <c:pt idx="15308">
                  <c:v>45777.432638888888</c:v>
                </c:pt>
                <c:pt idx="15309">
                  <c:v>45547.543749999997</c:v>
                </c:pt>
                <c:pt idx="15310">
                  <c:v>45471.788888888892</c:v>
                </c:pt>
                <c:pt idx="15311">
                  <c:v>45897.759027777778</c:v>
                </c:pt>
                <c:pt idx="15312">
                  <c:v>46002.667361111111</c:v>
                </c:pt>
                <c:pt idx="15313">
                  <c:v>45517.589583333327</c:v>
                </c:pt>
                <c:pt idx="15314">
                  <c:v>45761.397222222222</c:v>
                </c:pt>
                <c:pt idx="15315">
                  <c:v>45938.273611111108</c:v>
                </c:pt>
                <c:pt idx="15316">
                  <c:v>46022.32708333333</c:v>
                </c:pt>
                <c:pt idx="15317">
                  <c:v>45490.533333333333</c:v>
                </c:pt>
                <c:pt idx="15318">
                  <c:v>45714.539583333331</c:v>
                </c:pt>
                <c:pt idx="15319">
                  <c:v>45594.620138888888</c:v>
                </c:pt>
                <c:pt idx="15320">
                  <c:v>45732.459027777782</c:v>
                </c:pt>
                <c:pt idx="15321">
                  <c:v>45365.510416666657</c:v>
                </c:pt>
                <c:pt idx="15322">
                  <c:v>45410.458333333343</c:v>
                </c:pt>
                <c:pt idx="15323">
                  <c:v>46000.724305555559</c:v>
                </c:pt>
                <c:pt idx="15324">
                  <c:v>45331.487500000003</c:v>
                </c:pt>
                <c:pt idx="15325">
                  <c:v>45512.421527777777</c:v>
                </c:pt>
                <c:pt idx="15326">
                  <c:v>45929.541666666657</c:v>
                </c:pt>
                <c:pt idx="15327">
                  <c:v>45853.655555555553</c:v>
                </c:pt>
                <c:pt idx="15328">
                  <c:v>45662.43472222222</c:v>
                </c:pt>
                <c:pt idx="15329">
                  <c:v>45801.338194444441</c:v>
                </c:pt>
                <c:pt idx="15330">
                  <c:v>45369.673611111109</c:v>
                </c:pt>
                <c:pt idx="15331">
                  <c:v>45775.67291666667</c:v>
                </c:pt>
                <c:pt idx="15332">
                  <c:v>45775.67291666667</c:v>
                </c:pt>
                <c:pt idx="15333">
                  <c:v>45602.772916666669</c:v>
                </c:pt>
                <c:pt idx="15334">
                  <c:v>45442.620138888888</c:v>
                </c:pt>
                <c:pt idx="15335">
                  <c:v>45442.620138888888</c:v>
                </c:pt>
                <c:pt idx="15336">
                  <c:v>45602.772916666669</c:v>
                </c:pt>
                <c:pt idx="15337">
                  <c:v>45501.504166666673</c:v>
                </c:pt>
                <c:pt idx="15338">
                  <c:v>45912.72152777778</c:v>
                </c:pt>
                <c:pt idx="15339">
                  <c:v>45690.410416666673</c:v>
                </c:pt>
                <c:pt idx="15340">
                  <c:v>45501.504166666673</c:v>
                </c:pt>
                <c:pt idx="15341">
                  <c:v>45801.338194444441</c:v>
                </c:pt>
                <c:pt idx="15342">
                  <c:v>45690.410416666673</c:v>
                </c:pt>
                <c:pt idx="15343">
                  <c:v>45369.673611111109</c:v>
                </c:pt>
                <c:pt idx="15344">
                  <c:v>45912.72152777778</c:v>
                </c:pt>
                <c:pt idx="15345">
                  <c:v>45527.692361111112</c:v>
                </c:pt>
                <c:pt idx="15346">
                  <c:v>45801.71597222222</c:v>
                </c:pt>
                <c:pt idx="15347">
                  <c:v>46009.598611111112</c:v>
                </c:pt>
                <c:pt idx="15348">
                  <c:v>45951.729861111111</c:v>
                </c:pt>
                <c:pt idx="15349">
                  <c:v>45500.682638888888</c:v>
                </c:pt>
                <c:pt idx="15350">
                  <c:v>45856.38958333333</c:v>
                </c:pt>
                <c:pt idx="15351">
                  <c:v>45740.966666666667</c:v>
                </c:pt>
                <c:pt idx="15352">
                  <c:v>45646.717361111107</c:v>
                </c:pt>
                <c:pt idx="15353">
                  <c:v>45379.479166666657</c:v>
                </c:pt>
                <c:pt idx="15354">
                  <c:v>45327.973611111112</c:v>
                </c:pt>
                <c:pt idx="15355">
                  <c:v>45620.324305555558</c:v>
                </c:pt>
                <c:pt idx="15356">
                  <c:v>45992.32916666667</c:v>
                </c:pt>
                <c:pt idx="15357">
                  <c:v>45525.554861111108</c:v>
                </c:pt>
                <c:pt idx="15358">
                  <c:v>45948.446527777778</c:v>
                </c:pt>
                <c:pt idx="15359">
                  <c:v>46019.354861111111</c:v>
                </c:pt>
                <c:pt idx="15360">
                  <c:v>45604.493750000001</c:v>
                </c:pt>
                <c:pt idx="15361">
                  <c:v>45800.564583333333</c:v>
                </c:pt>
                <c:pt idx="15362">
                  <c:v>45525.568055555559</c:v>
                </c:pt>
                <c:pt idx="15363">
                  <c:v>45839.386805555558</c:v>
                </c:pt>
                <c:pt idx="15364">
                  <c:v>45657.35</c:v>
                </c:pt>
                <c:pt idx="15365">
                  <c:v>45328.513888888891</c:v>
                </c:pt>
                <c:pt idx="15366">
                  <c:v>45664.508333333331</c:v>
                </c:pt>
                <c:pt idx="15367">
                  <c:v>45472.760416666657</c:v>
                </c:pt>
                <c:pt idx="15368">
                  <c:v>45730.421527777777</c:v>
                </c:pt>
                <c:pt idx="15369">
                  <c:v>45443.788888888892</c:v>
                </c:pt>
                <c:pt idx="15370">
                  <c:v>45870.313194444447</c:v>
                </c:pt>
                <c:pt idx="15371">
                  <c:v>45575.816666666673</c:v>
                </c:pt>
                <c:pt idx="15372">
                  <c:v>45982.447916666657</c:v>
                </c:pt>
                <c:pt idx="15373">
                  <c:v>45414.701388888891</c:v>
                </c:pt>
                <c:pt idx="15374">
                  <c:v>45902.339583333327</c:v>
                </c:pt>
                <c:pt idx="15375">
                  <c:v>45393.604861111111</c:v>
                </c:pt>
                <c:pt idx="15376">
                  <c:v>45502.40902777778</c:v>
                </c:pt>
                <c:pt idx="15377">
                  <c:v>45812.854861111111</c:v>
                </c:pt>
                <c:pt idx="15378">
                  <c:v>45343.384027777778</c:v>
                </c:pt>
                <c:pt idx="15379">
                  <c:v>45922.417361111111</c:v>
                </c:pt>
                <c:pt idx="15380">
                  <c:v>45642.325694444437</c:v>
                </c:pt>
                <c:pt idx="15381">
                  <c:v>45376.383333333331</c:v>
                </c:pt>
                <c:pt idx="15382">
                  <c:v>45545.513888888891</c:v>
                </c:pt>
                <c:pt idx="15383">
                  <c:v>45707.402083333327</c:v>
                </c:pt>
                <c:pt idx="15384">
                  <c:v>45653.415972222218</c:v>
                </c:pt>
                <c:pt idx="15385">
                  <c:v>45654.845833333333</c:v>
                </c:pt>
                <c:pt idx="15386">
                  <c:v>45608.384027777778</c:v>
                </c:pt>
                <c:pt idx="15387">
                  <c:v>45549.469444444447</c:v>
                </c:pt>
                <c:pt idx="15388">
                  <c:v>45685.416666666657</c:v>
                </c:pt>
                <c:pt idx="15389">
                  <c:v>45838.685416666667</c:v>
                </c:pt>
                <c:pt idx="15390">
                  <c:v>45806.895833333343</c:v>
                </c:pt>
                <c:pt idx="15391">
                  <c:v>45942.638194444437</c:v>
                </c:pt>
                <c:pt idx="15392">
                  <c:v>45855.961805555547</c:v>
                </c:pt>
                <c:pt idx="15393">
                  <c:v>45720.871527777781</c:v>
                </c:pt>
                <c:pt idx="15394">
                  <c:v>45775.443055555559</c:v>
                </c:pt>
                <c:pt idx="15395">
                  <c:v>45808.938888888893</c:v>
                </c:pt>
                <c:pt idx="15396">
                  <c:v>45733.463194444441</c:v>
                </c:pt>
                <c:pt idx="15397">
                  <c:v>45747.461111111108</c:v>
                </c:pt>
                <c:pt idx="15398">
                  <c:v>46000.861805555563</c:v>
                </c:pt>
                <c:pt idx="15399">
                  <c:v>45642</c:v>
                </c:pt>
                <c:pt idx="15400">
                  <c:v>45602.408333333333</c:v>
                </c:pt>
                <c:pt idx="15401">
                  <c:v>45642.623611111107</c:v>
                </c:pt>
                <c:pt idx="15402">
                  <c:v>45757.705555555563</c:v>
                </c:pt>
                <c:pt idx="15403">
                  <c:v>45602.411111111112</c:v>
                </c:pt>
                <c:pt idx="15404">
                  <c:v>45903.490277777782</c:v>
                </c:pt>
                <c:pt idx="15405">
                  <c:v>45587.722916666673</c:v>
                </c:pt>
                <c:pt idx="15406">
                  <c:v>45691.443749999999</c:v>
                </c:pt>
                <c:pt idx="15407">
                  <c:v>45873.159722222219</c:v>
                </c:pt>
                <c:pt idx="15408">
                  <c:v>45705.520833333343</c:v>
                </c:pt>
                <c:pt idx="15409">
                  <c:v>46018.509722222218</c:v>
                </c:pt>
                <c:pt idx="15410">
                  <c:v>45959.48333333333</c:v>
                </c:pt>
                <c:pt idx="15411">
                  <c:v>45622.397222222222</c:v>
                </c:pt>
                <c:pt idx="15412">
                  <c:v>45663.369444444441</c:v>
                </c:pt>
                <c:pt idx="15413">
                  <c:v>45823.486111111109</c:v>
                </c:pt>
                <c:pt idx="15414">
                  <c:v>45678.482638888891</c:v>
                </c:pt>
                <c:pt idx="15415">
                  <c:v>45922.502083333333</c:v>
                </c:pt>
                <c:pt idx="15416">
                  <c:v>45974.019444444442</c:v>
                </c:pt>
                <c:pt idx="15417">
                  <c:v>45870.94027777778</c:v>
                </c:pt>
                <c:pt idx="15418">
                  <c:v>46022.44027777778</c:v>
                </c:pt>
                <c:pt idx="15419">
                  <c:v>45789.833333333343</c:v>
                </c:pt>
                <c:pt idx="15420">
                  <c:v>46021.927083333343</c:v>
                </c:pt>
                <c:pt idx="15421">
                  <c:v>45990.356944444437</c:v>
                </c:pt>
                <c:pt idx="15422">
                  <c:v>45539.69027777778</c:v>
                </c:pt>
                <c:pt idx="15423">
                  <c:v>45407.563194444447</c:v>
                </c:pt>
                <c:pt idx="15424">
                  <c:v>45746.592361111107</c:v>
                </c:pt>
                <c:pt idx="15425">
                  <c:v>45341.69027777778</c:v>
                </c:pt>
                <c:pt idx="15426">
                  <c:v>45663.70416666667</c:v>
                </c:pt>
                <c:pt idx="15427">
                  <c:v>45968.455555555563</c:v>
                </c:pt>
                <c:pt idx="15428">
                  <c:v>45908.45208333333</c:v>
                </c:pt>
                <c:pt idx="15429">
                  <c:v>45831.635416666657</c:v>
                </c:pt>
                <c:pt idx="15430">
                  <c:v>45490.450694444437</c:v>
                </c:pt>
                <c:pt idx="15431">
                  <c:v>45804.789583333331</c:v>
                </c:pt>
                <c:pt idx="15432">
                  <c:v>45914.416666666657</c:v>
                </c:pt>
                <c:pt idx="15433">
                  <c:v>45760.75</c:v>
                </c:pt>
                <c:pt idx="15434">
                  <c:v>45307.457638888889</c:v>
                </c:pt>
                <c:pt idx="15435">
                  <c:v>45709.392361111109</c:v>
                </c:pt>
                <c:pt idx="15436">
                  <c:v>45358.297222222223</c:v>
                </c:pt>
                <c:pt idx="15437">
                  <c:v>45637.776388888888</c:v>
                </c:pt>
                <c:pt idx="15438">
                  <c:v>45852.439583333333</c:v>
                </c:pt>
                <c:pt idx="15439">
                  <c:v>45572.57708333333</c:v>
                </c:pt>
                <c:pt idx="15440">
                  <c:v>45501.529861111107</c:v>
                </c:pt>
                <c:pt idx="15441">
                  <c:v>45964.325694444437</c:v>
                </c:pt>
                <c:pt idx="15442">
                  <c:v>45418.776388888888</c:v>
                </c:pt>
                <c:pt idx="15443">
                  <c:v>46005.8</c:v>
                </c:pt>
                <c:pt idx="15444">
                  <c:v>45547.342361111107</c:v>
                </c:pt>
                <c:pt idx="15445">
                  <c:v>45874.163888888892</c:v>
                </c:pt>
                <c:pt idx="15446">
                  <c:v>45520.911805555559</c:v>
                </c:pt>
                <c:pt idx="15447">
                  <c:v>45666.175694444442</c:v>
                </c:pt>
                <c:pt idx="15448">
                  <c:v>45708.750694444447</c:v>
                </c:pt>
                <c:pt idx="15449">
                  <c:v>45608.351388888892</c:v>
                </c:pt>
                <c:pt idx="15450">
                  <c:v>45765.603472222218</c:v>
                </c:pt>
                <c:pt idx="15451">
                  <c:v>45493.053472222222</c:v>
                </c:pt>
                <c:pt idx="15452">
                  <c:v>45425.646527777782</c:v>
                </c:pt>
                <c:pt idx="15453">
                  <c:v>45807.209722222222</c:v>
                </c:pt>
                <c:pt idx="15454">
                  <c:v>45463.229861111111</c:v>
                </c:pt>
                <c:pt idx="15455">
                  <c:v>46001.588194444441</c:v>
                </c:pt>
                <c:pt idx="15456">
                  <c:v>45575.477083333331</c:v>
                </c:pt>
                <c:pt idx="15457">
                  <c:v>45310.234027777777</c:v>
                </c:pt>
                <c:pt idx="15458">
                  <c:v>45721.216666666667</c:v>
                </c:pt>
                <c:pt idx="15459">
                  <c:v>45298.661805555559</c:v>
                </c:pt>
                <c:pt idx="15460">
                  <c:v>45753.573611111111</c:v>
                </c:pt>
                <c:pt idx="15461">
                  <c:v>45417.45208333333</c:v>
                </c:pt>
                <c:pt idx="15462">
                  <c:v>45411.54583333333</c:v>
                </c:pt>
                <c:pt idx="15463">
                  <c:v>45628.491666666669</c:v>
                </c:pt>
                <c:pt idx="15464">
                  <c:v>45616.624305555553</c:v>
                </c:pt>
                <c:pt idx="15465">
                  <c:v>45614.632638888892</c:v>
                </c:pt>
                <c:pt idx="15466">
                  <c:v>45524.19027777778</c:v>
                </c:pt>
                <c:pt idx="15467">
                  <c:v>45462.547222222223</c:v>
                </c:pt>
                <c:pt idx="15468">
                  <c:v>45810.617361111108</c:v>
                </c:pt>
                <c:pt idx="15469">
                  <c:v>45546.606249999997</c:v>
                </c:pt>
                <c:pt idx="15470">
                  <c:v>45325.606249999997</c:v>
                </c:pt>
                <c:pt idx="15471">
                  <c:v>45624.711111111108</c:v>
                </c:pt>
                <c:pt idx="15472">
                  <c:v>45697.590277777781</c:v>
                </c:pt>
                <c:pt idx="15473">
                  <c:v>45355.506944444453</c:v>
                </c:pt>
                <c:pt idx="15474">
                  <c:v>45511.063194444447</c:v>
                </c:pt>
                <c:pt idx="15475">
                  <c:v>45416.968055555553</c:v>
                </c:pt>
                <c:pt idx="15476">
                  <c:v>45957.803472222222</c:v>
                </c:pt>
                <c:pt idx="15477">
                  <c:v>46005.979166666657</c:v>
                </c:pt>
                <c:pt idx="15478">
                  <c:v>45853.684027777781</c:v>
                </c:pt>
                <c:pt idx="15479">
                  <c:v>45615.010416666657</c:v>
                </c:pt>
                <c:pt idx="15480">
                  <c:v>45304.811111111107</c:v>
                </c:pt>
                <c:pt idx="15481">
                  <c:v>45371.606249999997</c:v>
                </c:pt>
                <c:pt idx="15482">
                  <c:v>45689.120833333327</c:v>
                </c:pt>
                <c:pt idx="15483">
                  <c:v>46007.366666666669</c:v>
                </c:pt>
                <c:pt idx="15484">
                  <c:v>45853.349305555559</c:v>
                </c:pt>
                <c:pt idx="15485">
                  <c:v>45343.507638888892</c:v>
                </c:pt>
                <c:pt idx="15486">
                  <c:v>45670.311111111107</c:v>
                </c:pt>
                <c:pt idx="15487">
                  <c:v>45909.354166666657</c:v>
                </c:pt>
                <c:pt idx="15488">
                  <c:v>45444.642361111109</c:v>
                </c:pt>
                <c:pt idx="15489">
                  <c:v>45965.647222222222</c:v>
                </c:pt>
                <c:pt idx="15490">
                  <c:v>45579.509722222218</c:v>
                </c:pt>
                <c:pt idx="15491">
                  <c:v>45503.418055555558</c:v>
                </c:pt>
                <c:pt idx="15492">
                  <c:v>45304.321527777778</c:v>
                </c:pt>
                <c:pt idx="15493">
                  <c:v>45935.581944444442</c:v>
                </c:pt>
                <c:pt idx="15494">
                  <c:v>45541.474999999999</c:v>
                </c:pt>
                <c:pt idx="15495">
                  <c:v>45769.227777777778</c:v>
                </c:pt>
                <c:pt idx="15496">
                  <c:v>45985.722916666673</c:v>
                </c:pt>
                <c:pt idx="15497">
                  <c:v>45629.427083333343</c:v>
                </c:pt>
                <c:pt idx="15498">
                  <c:v>45382.588194444441</c:v>
                </c:pt>
                <c:pt idx="15499">
                  <c:v>45809.25277777778</c:v>
                </c:pt>
                <c:pt idx="15500">
                  <c:v>45717.862500000003</c:v>
                </c:pt>
                <c:pt idx="15501">
                  <c:v>45924.65902777778</c:v>
                </c:pt>
                <c:pt idx="15502">
                  <c:v>46011.565972222219</c:v>
                </c:pt>
                <c:pt idx="15503">
                  <c:v>45708.695833333331</c:v>
                </c:pt>
                <c:pt idx="15504">
                  <c:v>45824.797222222223</c:v>
                </c:pt>
                <c:pt idx="15505">
                  <c:v>45611.741666666669</c:v>
                </c:pt>
                <c:pt idx="15506">
                  <c:v>45489.784722222219</c:v>
                </c:pt>
                <c:pt idx="15507">
                  <c:v>45948.643750000003</c:v>
                </c:pt>
                <c:pt idx="15508">
                  <c:v>45320.555555555547</c:v>
                </c:pt>
                <c:pt idx="15509">
                  <c:v>45932.643750000003</c:v>
                </c:pt>
                <c:pt idx="15510">
                  <c:v>45964.496527777781</c:v>
                </c:pt>
                <c:pt idx="15511">
                  <c:v>45657.388194444437</c:v>
                </c:pt>
                <c:pt idx="15512">
                  <c:v>45552.408333333333</c:v>
                </c:pt>
                <c:pt idx="15513">
                  <c:v>45791.583333333343</c:v>
                </c:pt>
                <c:pt idx="15514">
                  <c:v>45819.669444444437</c:v>
                </c:pt>
                <c:pt idx="15515">
                  <c:v>45902.60833333333</c:v>
                </c:pt>
                <c:pt idx="15516">
                  <c:v>45692.57708333333</c:v>
                </c:pt>
                <c:pt idx="15517">
                  <c:v>45609.595833333333</c:v>
                </c:pt>
                <c:pt idx="15518">
                  <c:v>45875.430555555547</c:v>
                </c:pt>
                <c:pt idx="15519">
                  <c:v>45524.634027777778</c:v>
                </c:pt>
                <c:pt idx="15520">
                  <c:v>45475.652083333327</c:v>
                </c:pt>
                <c:pt idx="15521">
                  <c:v>45321.459027777782</c:v>
                </c:pt>
                <c:pt idx="15522">
                  <c:v>45720.654861111107</c:v>
                </c:pt>
                <c:pt idx="15523">
                  <c:v>45369.405555555553</c:v>
                </c:pt>
                <c:pt idx="15524">
                  <c:v>45580.631249999999</c:v>
                </c:pt>
                <c:pt idx="15525">
                  <c:v>45957.638194444437</c:v>
                </c:pt>
                <c:pt idx="15526">
                  <c:v>45649.606249999997</c:v>
                </c:pt>
                <c:pt idx="15527">
                  <c:v>45426.640972222223</c:v>
                </c:pt>
                <c:pt idx="15528">
                  <c:v>45853.621527777781</c:v>
                </c:pt>
                <c:pt idx="15529">
                  <c:v>45990.416666666657</c:v>
                </c:pt>
                <c:pt idx="15530">
                  <c:v>45740.513888888891</c:v>
                </c:pt>
                <c:pt idx="15531">
                  <c:v>45446.644444444442</c:v>
                </c:pt>
                <c:pt idx="15532">
                  <c:v>45936.320138888892</c:v>
                </c:pt>
                <c:pt idx="15533">
                  <c:v>45518.448611111111</c:v>
                </c:pt>
                <c:pt idx="15534">
                  <c:v>45861.593055555553</c:v>
                </c:pt>
                <c:pt idx="15535">
                  <c:v>45355.868750000001</c:v>
                </c:pt>
                <c:pt idx="15536">
                  <c:v>45720.943055555559</c:v>
                </c:pt>
                <c:pt idx="15537">
                  <c:v>45691.27847222222</c:v>
                </c:pt>
                <c:pt idx="15538">
                  <c:v>45978.62777777778</c:v>
                </c:pt>
                <c:pt idx="15539">
                  <c:v>45747.57916666667</c:v>
                </c:pt>
                <c:pt idx="15540">
                  <c:v>45617.674305555563</c:v>
                </c:pt>
                <c:pt idx="15541">
                  <c:v>45393.39166666667</c:v>
                </c:pt>
                <c:pt idx="15542">
                  <c:v>45601.919444444437</c:v>
                </c:pt>
                <c:pt idx="15543">
                  <c:v>45567.768055555563</c:v>
                </c:pt>
                <c:pt idx="15544">
                  <c:v>45726.78402777778</c:v>
                </c:pt>
                <c:pt idx="15545">
                  <c:v>45663.836111111108</c:v>
                </c:pt>
                <c:pt idx="15546">
                  <c:v>45504.054861111108</c:v>
                </c:pt>
                <c:pt idx="15547">
                  <c:v>45782.214583333327</c:v>
                </c:pt>
                <c:pt idx="15548">
                  <c:v>45307.807638888888</c:v>
                </c:pt>
                <c:pt idx="15549">
                  <c:v>45816.811805555553</c:v>
                </c:pt>
                <c:pt idx="15550">
                  <c:v>45434.688194444447</c:v>
                </c:pt>
                <c:pt idx="15551">
                  <c:v>45529.601388888892</c:v>
                </c:pt>
                <c:pt idx="15552">
                  <c:v>45483.36041666667</c:v>
                </c:pt>
                <c:pt idx="15553">
                  <c:v>45405.754861111112</c:v>
                </c:pt>
                <c:pt idx="15554">
                  <c:v>45357.532638888893</c:v>
                </c:pt>
                <c:pt idx="15555">
                  <c:v>45584.423611111109</c:v>
                </c:pt>
                <c:pt idx="15556">
                  <c:v>45322.502083333333</c:v>
                </c:pt>
                <c:pt idx="15557">
                  <c:v>45903.749305555553</c:v>
                </c:pt>
                <c:pt idx="15558">
                  <c:v>45354.688194444447</c:v>
                </c:pt>
                <c:pt idx="15559">
                  <c:v>45955.772222222222</c:v>
                </c:pt>
                <c:pt idx="15560">
                  <c:v>45739.574305555558</c:v>
                </c:pt>
                <c:pt idx="15561">
                  <c:v>45412.570833333331</c:v>
                </c:pt>
                <c:pt idx="15562">
                  <c:v>45590.612500000003</c:v>
                </c:pt>
                <c:pt idx="15563">
                  <c:v>45685.738888888889</c:v>
                </c:pt>
                <c:pt idx="15564">
                  <c:v>45495.65347222222</c:v>
                </c:pt>
                <c:pt idx="15565">
                  <c:v>45856.519444444442</c:v>
                </c:pt>
                <c:pt idx="15566">
                  <c:v>45820.619444444441</c:v>
                </c:pt>
                <c:pt idx="15567">
                  <c:v>45448.582638888889</c:v>
                </c:pt>
                <c:pt idx="15568">
                  <c:v>45559.426388888889</c:v>
                </c:pt>
                <c:pt idx="15569">
                  <c:v>45635.588194444441</c:v>
                </c:pt>
                <c:pt idx="15570">
                  <c:v>45454.311805555553</c:v>
                </c:pt>
                <c:pt idx="15571">
                  <c:v>45462.411111111112</c:v>
                </c:pt>
                <c:pt idx="15572">
                  <c:v>45522.373611111107</c:v>
                </c:pt>
                <c:pt idx="15573">
                  <c:v>45636.680555555547</c:v>
                </c:pt>
                <c:pt idx="15574">
                  <c:v>45618.897916666669</c:v>
                </c:pt>
                <c:pt idx="15575">
                  <c:v>45363.402777777781</c:v>
                </c:pt>
                <c:pt idx="15576">
                  <c:v>45310.8125</c:v>
                </c:pt>
                <c:pt idx="15577">
                  <c:v>45941.697222222218</c:v>
                </c:pt>
                <c:pt idx="15578">
                  <c:v>45891.875</c:v>
                </c:pt>
                <c:pt idx="15579">
                  <c:v>45336.654166666667</c:v>
                </c:pt>
                <c:pt idx="15580">
                  <c:v>45519.345833333333</c:v>
                </c:pt>
                <c:pt idx="15581">
                  <c:v>45493.5</c:v>
                </c:pt>
                <c:pt idx="15582">
                  <c:v>45443.946527777778</c:v>
                </c:pt>
                <c:pt idx="15583">
                  <c:v>45917.60833333333</c:v>
                </c:pt>
                <c:pt idx="15584">
                  <c:v>45509.482638888891</c:v>
                </c:pt>
                <c:pt idx="15585">
                  <c:v>45347.555555555547</c:v>
                </c:pt>
                <c:pt idx="15586">
                  <c:v>45815.411805555559</c:v>
                </c:pt>
                <c:pt idx="15587">
                  <c:v>45358.640277777777</c:v>
                </c:pt>
                <c:pt idx="15588">
                  <c:v>45469.84652777778</c:v>
                </c:pt>
                <c:pt idx="15589">
                  <c:v>45782.829861111109</c:v>
                </c:pt>
                <c:pt idx="15590">
                  <c:v>45482.904166666667</c:v>
                </c:pt>
                <c:pt idx="15591">
                  <c:v>45425.868055555547</c:v>
                </c:pt>
                <c:pt idx="15592">
                  <c:v>45504.643750000003</c:v>
                </c:pt>
                <c:pt idx="15593">
                  <c:v>45993.789583333331</c:v>
                </c:pt>
                <c:pt idx="15594">
                  <c:v>45834.59652777778</c:v>
                </c:pt>
                <c:pt idx="15595">
                  <c:v>45965.554861111108</c:v>
                </c:pt>
                <c:pt idx="15596">
                  <c:v>45993.783333333333</c:v>
                </c:pt>
                <c:pt idx="15597">
                  <c:v>45853.636111111111</c:v>
                </c:pt>
                <c:pt idx="15598">
                  <c:v>45797.885416666657</c:v>
                </c:pt>
                <c:pt idx="15599">
                  <c:v>45877.845833333333</c:v>
                </c:pt>
                <c:pt idx="15600">
                  <c:v>45997.739583333343</c:v>
                </c:pt>
                <c:pt idx="15601">
                  <c:v>45581.980555555558</c:v>
                </c:pt>
                <c:pt idx="15602">
                  <c:v>45835.539583333331</c:v>
                </c:pt>
                <c:pt idx="15603">
                  <c:v>45892.881249999999</c:v>
                </c:pt>
                <c:pt idx="15604">
                  <c:v>45833.856944444437</c:v>
                </c:pt>
                <c:pt idx="15605">
                  <c:v>45574.613194444442</c:v>
                </c:pt>
                <c:pt idx="15606">
                  <c:v>45594.447916666657</c:v>
                </c:pt>
                <c:pt idx="15607">
                  <c:v>45818.625</c:v>
                </c:pt>
                <c:pt idx="15608">
                  <c:v>45956.640972222223</c:v>
                </c:pt>
                <c:pt idx="15609">
                  <c:v>45893.635416666657</c:v>
                </c:pt>
                <c:pt idx="15610">
                  <c:v>45756.424305555563</c:v>
                </c:pt>
                <c:pt idx="15611">
                  <c:v>45460.773611111108</c:v>
                </c:pt>
                <c:pt idx="15612">
                  <c:v>45472.446527777778</c:v>
                </c:pt>
                <c:pt idx="15613">
                  <c:v>45665.600694444453</c:v>
                </c:pt>
                <c:pt idx="15614">
                  <c:v>45951.649305555547</c:v>
                </c:pt>
                <c:pt idx="15615">
                  <c:v>45347.926388888889</c:v>
                </c:pt>
                <c:pt idx="15616">
                  <c:v>45777.441666666673</c:v>
                </c:pt>
                <c:pt idx="15617">
                  <c:v>45777.4375</c:v>
                </c:pt>
                <c:pt idx="15618">
                  <c:v>45692.511111111111</c:v>
                </c:pt>
                <c:pt idx="15619">
                  <c:v>45858.525694444441</c:v>
                </c:pt>
                <c:pt idx="15620">
                  <c:v>45329.545138888891</c:v>
                </c:pt>
                <c:pt idx="15621">
                  <c:v>45722.417361111111</c:v>
                </c:pt>
                <c:pt idx="15622">
                  <c:v>45982.486805555563</c:v>
                </c:pt>
                <c:pt idx="15623">
                  <c:v>45551.572222222218</c:v>
                </c:pt>
                <c:pt idx="15624">
                  <c:v>45777.388194444437</c:v>
                </c:pt>
                <c:pt idx="15625">
                  <c:v>45399.341666666667</c:v>
                </c:pt>
                <c:pt idx="15626">
                  <c:v>45727.746527777781</c:v>
                </c:pt>
                <c:pt idx="15627">
                  <c:v>45571.865972222222</c:v>
                </c:pt>
                <c:pt idx="15628">
                  <c:v>45618.909722222219</c:v>
                </c:pt>
                <c:pt idx="15629">
                  <c:v>45678.756249999999</c:v>
                </c:pt>
                <c:pt idx="15630">
                  <c:v>45971.906944444447</c:v>
                </c:pt>
                <c:pt idx="15631">
                  <c:v>45435.922222222223</c:v>
                </c:pt>
                <c:pt idx="15632">
                  <c:v>45810.706944444442</c:v>
                </c:pt>
                <c:pt idx="15633">
                  <c:v>45922.615972222222</c:v>
                </c:pt>
                <c:pt idx="15634">
                  <c:v>45378.494444444441</c:v>
                </c:pt>
                <c:pt idx="15635">
                  <c:v>45521.888194444437</c:v>
                </c:pt>
                <c:pt idx="15636">
                  <c:v>45858.767361111109</c:v>
                </c:pt>
                <c:pt idx="15637">
                  <c:v>45437.555555555547</c:v>
                </c:pt>
                <c:pt idx="15638">
                  <c:v>45714.676388888889</c:v>
                </c:pt>
                <c:pt idx="15639">
                  <c:v>45634.71597222222</c:v>
                </c:pt>
                <c:pt idx="15640">
                  <c:v>45788.373611111107</c:v>
                </c:pt>
                <c:pt idx="15641">
                  <c:v>45494.77847222222</c:v>
                </c:pt>
                <c:pt idx="15642">
                  <c:v>45969.571527777778</c:v>
                </c:pt>
                <c:pt idx="15643">
                  <c:v>45528.79583333333</c:v>
                </c:pt>
                <c:pt idx="15644">
                  <c:v>45578.60833333333</c:v>
                </c:pt>
                <c:pt idx="15645">
                  <c:v>45405.726388888892</c:v>
                </c:pt>
                <c:pt idx="15646">
                  <c:v>45362.666666666657</c:v>
                </c:pt>
                <c:pt idx="15647">
                  <c:v>45295.386805555558</c:v>
                </c:pt>
                <c:pt idx="15648">
                  <c:v>45820.664583333331</c:v>
                </c:pt>
                <c:pt idx="15649">
                  <c:v>45691.686805555553</c:v>
                </c:pt>
                <c:pt idx="15650">
                  <c:v>45782.277777777781</c:v>
                </c:pt>
                <c:pt idx="15651">
                  <c:v>45594.84097222222</c:v>
                </c:pt>
                <c:pt idx="15652">
                  <c:v>45639.6</c:v>
                </c:pt>
                <c:pt idx="15653">
                  <c:v>45502.416666666657</c:v>
                </c:pt>
                <c:pt idx="15654">
                  <c:v>45438.798611111109</c:v>
                </c:pt>
                <c:pt idx="15655">
                  <c:v>45921.740277777782</c:v>
                </c:pt>
                <c:pt idx="15656">
                  <c:v>45977.802777777782</c:v>
                </c:pt>
                <c:pt idx="15657">
                  <c:v>45548.556250000001</c:v>
                </c:pt>
                <c:pt idx="15658">
                  <c:v>45868.57708333333</c:v>
                </c:pt>
                <c:pt idx="15659">
                  <c:v>45386.307638888888</c:v>
                </c:pt>
                <c:pt idx="15660">
                  <c:v>45774.832638888889</c:v>
                </c:pt>
                <c:pt idx="15661">
                  <c:v>45745.586111111108</c:v>
                </c:pt>
                <c:pt idx="15662">
                  <c:v>45305.620138888888</c:v>
                </c:pt>
                <c:pt idx="15663">
                  <c:v>45813.722916666673</c:v>
                </c:pt>
                <c:pt idx="15664">
                  <c:v>45296.633333333331</c:v>
                </c:pt>
                <c:pt idx="15665">
                  <c:v>45597.85</c:v>
                </c:pt>
                <c:pt idx="15666">
                  <c:v>45805.509722222218</c:v>
                </c:pt>
                <c:pt idx="15667">
                  <c:v>45412.320138888892</c:v>
                </c:pt>
                <c:pt idx="15668">
                  <c:v>45499.74722222222</c:v>
                </c:pt>
                <c:pt idx="15669">
                  <c:v>45543.425694444442</c:v>
                </c:pt>
                <c:pt idx="15670">
                  <c:v>45527.926388888889</c:v>
                </c:pt>
                <c:pt idx="15671">
                  <c:v>45337.915277777778</c:v>
                </c:pt>
                <c:pt idx="15672">
                  <c:v>45446.9375</c:v>
                </c:pt>
                <c:pt idx="15673">
                  <c:v>45919.275694444441</c:v>
                </c:pt>
                <c:pt idx="15674">
                  <c:v>45975.299305555563</c:v>
                </c:pt>
                <c:pt idx="15675">
                  <c:v>45905.292361111111</c:v>
                </c:pt>
                <c:pt idx="15676">
                  <c:v>45714.658333333333</c:v>
                </c:pt>
                <c:pt idx="15677">
                  <c:v>45853.96597222222</c:v>
                </c:pt>
                <c:pt idx="15678">
                  <c:v>45987.729861111111</c:v>
                </c:pt>
                <c:pt idx="15679">
                  <c:v>45317.470138888893</c:v>
                </c:pt>
                <c:pt idx="15680">
                  <c:v>45817.838888888888</c:v>
                </c:pt>
                <c:pt idx="15681">
                  <c:v>45620.522916666669</c:v>
                </c:pt>
                <c:pt idx="15682">
                  <c:v>45522.701388888891</c:v>
                </c:pt>
                <c:pt idx="15683">
                  <c:v>45926.873611111107</c:v>
                </c:pt>
                <c:pt idx="15684">
                  <c:v>46002.460416666669</c:v>
                </c:pt>
                <c:pt idx="15685">
                  <c:v>45452.882638888892</c:v>
                </c:pt>
                <c:pt idx="15686">
                  <c:v>45483.443055555559</c:v>
                </c:pt>
                <c:pt idx="15687">
                  <c:v>45766.869444444441</c:v>
                </c:pt>
                <c:pt idx="15688">
                  <c:v>45868.881249999999</c:v>
                </c:pt>
                <c:pt idx="15689">
                  <c:v>45581.611111111109</c:v>
                </c:pt>
                <c:pt idx="15690">
                  <c:v>45429.511111111111</c:v>
                </c:pt>
                <c:pt idx="15691">
                  <c:v>45705.509027777778</c:v>
                </c:pt>
                <c:pt idx="15692">
                  <c:v>45658.384027777778</c:v>
                </c:pt>
                <c:pt idx="15693">
                  <c:v>45498.850694444453</c:v>
                </c:pt>
                <c:pt idx="15694">
                  <c:v>45376.804166666669</c:v>
                </c:pt>
                <c:pt idx="15695">
                  <c:v>46023.602777777778</c:v>
                </c:pt>
                <c:pt idx="15696">
                  <c:v>45523.336805555547</c:v>
                </c:pt>
                <c:pt idx="15697">
                  <c:v>45645.527777777781</c:v>
                </c:pt>
                <c:pt idx="15698">
                  <c:v>45692.388194444437</c:v>
                </c:pt>
                <c:pt idx="15699">
                  <c:v>45989.656944444447</c:v>
                </c:pt>
                <c:pt idx="15700">
                  <c:v>45308.619444444441</c:v>
                </c:pt>
                <c:pt idx="15701">
                  <c:v>45861.337500000001</c:v>
                </c:pt>
                <c:pt idx="15702">
                  <c:v>45348.775694444441</c:v>
                </c:pt>
                <c:pt idx="15703">
                  <c:v>45431.456944444442</c:v>
                </c:pt>
                <c:pt idx="15704">
                  <c:v>45824.447916666657</c:v>
                </c:pt>
                <c:pt idx="15705">
                  <c:v>45768.375694444447</c:v>
                </c:pt>
                <c:pt idx="15706">
                  <c:v>45887.560416666667</c:v>
                </c:pt>
                <c:pt idx="15707">
                  <c:v>45401.426388888889</c:v>
                </c:pt>
                <c:pt idx="15708">
                  <c:v>45376.65625</c:v>
                </c:pt>
                <c:pt idx="15709">
                  <c:v>46007.660416666673</c:v>
                </c:pt>
                <c:pt idx="15710">
                  <c:v>45567.702777777777</c:v>
                </c:pt>
                <c:pt idx="15711">
                  <c:v>45909.365277777782</c:v>
                </c:pt>
                <c:pt idx="15712">
                  <c:v>45671.379861111112</c:v>
                </c:pt>
                <c:pt idx="15713">
                  <c:v>45940.53402777778</c:v>
                </c:pt>
                <c:pt idx="15714">
                  <c:v>45551.65</c:v>
                </c:pt>
                <c:pt idx="15715">
                  <c:v>45622.593055555553</c:v>
                </c:pt>
                <c:pt idx="15716">
                  <c:v>45735.459027777782</c:v>
                </c:pt>
                <c:pt idx="15717">
                  <c:v>45708.383333333331</c:v>
                </c:pt>
                <c:pt idx="15718">
                  <c:v>45964.59375</c:v>
                </c:pt>
                <c:pt idx="15719">
                  <c:v>45491.597222222219</c:v>
                </c:pt>
                <c:pt idx="15720">
                  <c:v>45453.729166666657</c:v>
                </c:pt>
                <c:pt idx="15721">
                  <c:v>45475.769444444442</c:v>
                </c:pt>
                <c:pt idx="15722">
                  <c:v>45601.340277777781</c:v>
                </c:pt>
                <c:pt idx="15723">
                  <c:v>45796.478472222218</c:v>
                </c:pt>
                <c:pt idx="15724">
                  <c:v>45331.488194444442</c:v>
                </c:pt>
                <c:pt idx="15725">
                  <c:v>45661.549305555563</c:v>
                </c:pt>
                <c:pt idx="15726">
                  <c:v>45702.6</c:v>
                </c:pt>
                <c:pt idx="15727">
                  <c:v>45833.46875</c:v>
                </c:pt>
                <c:pt idx="15728">
                  <c:v>45582.64166666667</c:v>
                </c:pt>
                <c:pt idx="15729">
                  <c:v>45805.646527777782</c:v>
                </c:pt>
                <c:pt idx="15730">
                  <c:v>45414.411805555559</c:v>
                </c:pt>
                <c:pt idx="15731">
                  <c:v>45542.84097222222</c:v>
                </c:pt>
                <c:pt idx="15732">
                  <c:v>45384.738194444442</c:v>
                </c:pt>
                <c:pt idx="15733">
                  <c:v>45618.459027777782</c:v>
                </c:pt>
                <c:pt idx="15734">
                  <c:v>45881.456944444442</c:v>
                </c:pt>
                <c:pt idx="15735">
                  <c:v>45699.589583333327</c:v>
                </c:pt>
                <c:pt idx="15736">
                  <c:v>45931.601388888892</c:v>
                </c:pt>
                <c:pt idx="15737">
                  <c:v>45329.39166666667</c:v>
                </c:pt>
                <c:pt idx="15738">
                  <c:v>45762.486111111109</c:v>
                </c:pt>
                <c:pt idx="15739">
                  <c:v>45979.561111111107</c:v>
                </c:pt>
                <c:pt idx="15740">
                  <c:v>45477.652777777781</c:v>
                </c:pt>
                <c:pt idx="15741">
                  <c:v>46022.556250000001</c:v>
                </c:pt>
                <c:pt idx="15742">
                  <c:v>45777.448611111111</c:v>
                </c:pt>
                <c:pt idx="15743">
                  <c:v>45828.411805555559</c:v>
                </c:pt>
                <c:pt idx="15744">
                  <c:v>45975.445833333331</c:v>
                </c:pt>
                <c:pt idx="15745">
                  <c:v>45684.604166666657</c:v>
                </c:pt>
                <c:pt idx="15746">
                  <c:v>45425.820138888892</c:v>
                </c:pt>
                <c:pt idx="15747">
                  <c:v>45463.65</c:v>
                </c:pt>
                <c:pt idx="15748">
                  <c:v>45506.595833333333</c:v>
                </c:pt>
                <c:pt idx="15749">
                  <c:v>45333.5</c:v>
                </c:pt>
                <c:pt idx="15750">
                  <c:v>45417.538888888892</c:v>
                </c:pt>
                <c:pt idx="15751">
                  <c:v>45468.820833333331</c:v>
                </c:pt>
                <c:pt idx="15752">
                  <c:v>45322.87222222222</c:v>
                </c:pt>
                <c:pt idx="15753">
                  <c:v>45359.731944444437</c:v>
                </c:pt>
                <c:pt idx="15754">
                  <c:v>45311.549305555563</c:v>
                </c:pt>
                <c:pt idx="15755">
                  <c:v>45656.375</c:v>
                </c:pt>
                <c:pt idx="15756">
                  <c:v>45970.796527777777</c:v>
                </c:pt>
                <c:pt idx="15757">
                  <c:v>45777.863194444442</c:v>
                </c:pt>
                <c:pt idx="15758">
                  <c:v>45838.482638888891</c:v>
                </c:pt>
                <c:pt idx="15759">
                  <c:v>45383.396527777782</c:v>
                </c:pt>
                <c:pt idx="15760">
                  <c:v>45869.727083333331</c:v>
                </c:pt>
                <c:pt idx="15761">
                  <c:v>45991.872916666667</c:v>
                </c:pt>
                <c:pt idx="15762">
                  <c:v>45918.421527777777</c:v>
                </c:pt>
                <c:pt idx="15763">
                  <c:v>45754.706944444442</c:v>
                </c:pt>
                <c:pt idx="15764">
                  <c:v>45505.587500000001</c:v>
                </c:pt>
                <c:pt idx="15765">
                  <c:v>45657.770833333343</c:v>
                </c:pt>
                <c:pt idx="15766">
                  <c:v>45348.752083333333</c:v>
                </c:pt>
                <c:pt idx="15767">
                  <c:v>45564.505555555559</c:v>
                </c:pt>
                <c:pt idx="15768">
                  <c:v>45536.833333333343</c:v>
                </c:pt>
                <c:pt idx="15769">
                  <c:v>45445.907638888893</c:v>
                </c:pt>
                <c:pt idx="15770">
                  <c:v>45600.759027777778</c:v>
                </c:pt>
                <c:pt idx="15771">
                  <c:v>46021.920138888891</c:v>
                </c:pt>
                <c:pt idx="15772">
                  <c:v>45625.561111111107</c:v>
                </c:pt>
                <c:pt idx="15773">
                  <c:v>45558.461805555547</c:v>
                </c:pt>
                <c:pt idx="15774">
                  <c:v>45655.362500000003</c:v>
                </c:pt>
                <c:pt idx="15775">
                  <c:v>45737.314583333333</c:v>
                </c:pt>
                <c:pt idx="15776">
                  <c:v>45333.490972222222</c:v>
                </c:pt>
                <c:pt idx="15777">
                  <c:v>45761.48333333333</c:v>
                </c:pt>
                <c:pt idx="15778">
                  <c:v>45718.374305555553</c:v>
                </c:pt>
                <c:pt idx="15779">
                  <c:v>45828.751388888893</c:v>
                </c:pt>
                <c:pt idx="15780">
                  <c:v>45967.412499999999</c:v>
                </c:pt>
                <c:pt idx="15781">
                  <c:v>45837.550694444442</c:v>
                </c:pt>
                <c:pt idx="15782">
                  <c:v>45885.386111111111</c:v>
                </c:pt>
                <c:pt idx="15783">
                  <c:v>45778.372916666667</c:v>
                </c:pt>
                <c:pt idx="15784">
                  <c:v>45479.849305555559</c:v>
                </c:pt>
                <c:pt idx="15785">
                  <c:v>45521.544444444437</c:v>
                </c:pt>
                <c:pt idx="15786">
                  <c:v>45925.689583333333</c:v>
                </c:pt>
                <c:pt idx="15787">
                  <c:v>45628.710416666669</c:v>
                </c:pt>
                <c:pt idx="15788">
                  <c:v>45792.727777777778</c:v>
                </c:pt>
                <c:pt idx="15789">
                  <c:v>45898.342361111107</c:v>
                </c:pt>
                <c:pt idx="15790">
                  <c:v>45857.988888888889</c:v>
                </c:pt>
                <c:pt idx="15791">
                  <c:v>45567.74722222222</c:v>
                </c:pt>
                <c:pt idx="15792">
                  <c:v>45701.411111111112</c:v>
                </c:pt>
                <c:pt idx="15793">
                  <c:v>45494.561805555553</c:v>
                </c:pt>
                <c:pt idx="15794">
                  <c:v>45316.806944444441</c:v>
                </c:pt>
                <c:pt idx="15795">
                  <c:v>45882.513888888891</c:v>
                </c:pt>
                <c:pt idx="15796">
                  <c:v>45506.538888888892</c:v>
                </c:pt>
                <c:pt idx="15797">
                  <c:v>45807.388194444437</c:v>
                </c:pt>
                <c:pt idx="15798">
                  <c:v>45689.884027777778</c:v>
                </c:pt>
                <c:pt idx="15799">
                  <c:v>45358.7</c:v>
                </c:pt>
                <c:pt idx="15800">
                  <c:v>45293.624305555553</c:v>
                </c:pt>
                <c:pt idx="15801">
                  <c:v>45389.417361111111</c:v>
                </c:pt>
                <c:pt idx="15802">
                  <c:v>45757.875</c:v>
                </c:pt>
                <c:pt idx="15803">
                  <c:v>45599.4</c:v>
                </c:pt>
                <c:pt idx="15804">
                  <c:v>45431.006249999999</c:v>
                </c:pt>
                <c:pt idx="15805">
                  <c:v>45533.890972222223</c:v>
                </c:pt>
                <c:pt idx="15806">
                  <c:v>45742.656944444447</c:v>
                </c:pt>
                <c:pt idx="15807">
                  <c:v>46009.845833333333</c:v>
                </c:pt>
                <c:pt idx="15808">
                  <c:v>45337.749305555553</c:v>
                </c:pt>
                <c:pt idx="15809">
                  <c:v>45452.911805555559</c:v>
                </c:pt>
                <c:pt idx="15810">
                  <c:v>45404.852777777778</c:v>
                </c:pt>
                <c:pt idx="15811">
                  <c:v>45551.920138888891</c:v>
                </c:pt>
                <c:pt idx="15812">
                  <c:v>45312.603472222218</c:v>
                </c:pt>
                <c:pt idx="15813">
                  <c:v>45656.850694444453</c:v>
                </c:pt>
                <c:pt idx="15814">
                  <c:v>45831.758333333331</c:v>
                </c:pt>
                <c:pt idx="15815">
                  <c:v>45373.671527777777</c:v>
                </c:pt>
                <c:pt idx="15816">
                  <c:v>45719.890972222223</c:v>
                </c:pt>
                <c:pt idx="15817">
                  <c:v>45535.57708333333</c:v>
                </c:pt>
                <c:pt idx="15818">
                  <c:v>45535.57708333333</c:v>
                </c:pt>
                <c:pt idx="15819">
                  <c:v>45657.577777777777</c:v>
                </c:pt>
                <c:pt idx="15820">
                  <c:v>45764.443749999999</c:v>
                </c:pt>
                <c:pt idx="15821">
                  <c:v>45735.646527777782</c:v>
                </c:pt>
                <c:pt idx="15822">
                  <c:v>45943.647222222222</c:v>
                </c:pt>
                <c:pt idx="15823">
                  <c:v>45595.602083333331</c:v>
                </c:pt>
                <c:pt idx="15824">
                  <c:v>45303.505555555559</c:v>
                </c:pt>
                <c:pt idx="15825">
                  <c:v>45845.51458333333</c:v>
                </c:pt>
                <c:pt idx="15826">
                  <c:v>45965.524305555547</c:v>
                </c:pt>
                <c:pt idx="15827">
                  <c:v>45965.524305555547</c:v>
                </c:pt>
                <c:pt idx="15828">
                  <c:v>45303.505555555559</c:v>
                </c:pt>
                <c:pt idx="15829">
                  <c:v>45943.647222222222</c:v>
                </c:pt>
                <c:pt idx="15830">
                  <c:v>45893.96875</c:v>
                </c:pt>
                <c:pt idx="15831">
                  <c:v>45893.96875</c:v>
                </c:pt>
                <c:pt idx="15832">
                  <c:v>45735.646527777782</c:v>
                </c:pt>
                <c:pt idx="15833">
                  <c:v>45334.468055555553</c:v>
                </c:pt>
                <c:pt idx="15834">
                  <c:v>45870.109027777777</c:v>
                </c:pt>
                <c:pt idx="15835">
                  <c:v>45418.536805555559</c:v>
                </c:pt>
                <c:pt idx="15836">
                  <c:v>45870.109027777777</c:v>
                </c:pt>
                <c:pt idx="15837">
                  <c:v>45764.443749999999</c:v>
                </c:pt>
                <c:pt idx="15838">
                  <c:v>45800.934027777781</c:v>
                </c:pt>
                <c:pt idx="15839">
                  <c:v>45800.934027777781</c:v>
                </c:pt>
                <c:pt idx="15840">
                  <c:v>45446.529166666667</c:v>
                </c:pt>
                <c:pt idx="15841">
                  <c:v>45446.529166666667</c:v>
                </c:pt>
                <c:pt idx="15842">
                  <c:v>45334.468055555553</c:v>
                </c:pt>
                <c:pt idx="15843">
                  <c:v>45595.602083333331</c:v>
                </c:pt>
                <c:pt idx="15844">
                  <c:v>45657.577777777777</c:v>
                </c:pt>
                <c:pt idx="15845">
                  <c:v>45488.713888888888</c:v>
                </c:pt>
                <c:pt idx="15846">
                  <c:v>45418.536805555559</c:v>
                </c:pt>
                <c:pt idx="15847">
                  <c:v>45845.51458333333</c:v>
                </c:pt>
                <c:pt idx="15848">
                  <c:v>45990.426388888889</c:v>
                </c:pt>
                <c:pt idx="15849">
                  <c:v>45488.713888888888</c:v>
                </c:pt>
                <c:pt idx="15850">
                  <c:v>45362.658333333333</c:v>
                </c:pt>
                <c:pt idx="15851">
                  <c:v>45990.426388888889</c:v>
                </c:pt>
                <c:pt idx="15852">
                  <c:v>45362.658333333333</c:v>
                </c:pt>
                <c:pt idx="15853">
                  <c:v>46018.197916666657</c:v>
                </c:pt>
                <c:pt idx="15854">
                  <c:v>45707.489583333343</c:v>
                </c:pt>
                <c:pt idx="15855">
                  <c:v>46018.197916666657</c:v>
                </c:pt>
                <c:pt idx="15856">
                  <c:v>45707.489583333343</c:v>
                </c:pt>
                <c:pt idx="15857">
                  <c:v>45383.520833333343</c:v>
                </c:pt>
                <c:pt idx="15858">
                  <c:v>45603.538888888892</c:v>
                </c:pt>
                <c:pt idx="15859">
                  <c:v>45881.28125</c:v>
                </c:pt>
                <c:pt idx="15860">
                  <c:v>45700.274305555547</c:v>
                </c:pt>
                <c:pt idx="15861">
                  <c:v>45769.274305555547</c:v>
                </c:pt>
                <c:pt idx="15862">
                  <c:v>45413.69027777778</c:v>
                </c:pt>
                <c:pt idx="15863">
                  <c:v>45455.318749999999</c:v>
                </c:pt>
                <c:pt idx="15864">
                  <c:v>45940.27847222222</c:v>
                </c:pt>
                <c:pt idx="15865">
                  <c:v>45814.688888888893</c:v>
                </c:pt>
                <c:pt idx="15866">
                  <c:v>45648.431944444441</c:v>
                </c:pt>
                <c:pt idx="15867">
                  <c:v>45992.205555555563</c:v>
                </c:pt>
                <c:pt idx="15868">
                  <c:v>45490.321527777778</c:v>
                </c:pt>
                <c:pt idx="15869">
                  <c:v>45315.381249999999</c:v>
                </c:pt>
                <c:pt idx="15870">
                  <c:v>45543.328472222223</c:v>
                </c:pt>
                <c:pt idx="15871">
                  <c:v>45679.383333333331</c:v>
                </c:pt>
                <c:pt idx="15872">
                  <c:v>45449.727083333331</c:v>
                </c:pt>
                <c:pt idx="15873">
                  <c:v>45889.369444444441</c:v>
                </c:pt>
                <c:pt idx="15874">
                  <c:v>45812.436805555553</c:v>
                </c:pt>
                <c:pt idx="15875">
                  <c:v>45785.407638888893</c:v>
                </c:pt>
                <c:pt idx="15876">
                  <c:v>45965.369444444441</c:v>
                </c:pt>
                <c:pt idx="15877">
                  <c:v>45979.568055555559</c:v>
                </c:pt>
                <c:pt idx="15878">
                  <c:v>45565.435416666667</c:v>
                </c:pt>
                <c:pt idx="15879">
                  <c:v>45636.645833333343</c:v>
                </c:pt>
                <c:pt idx="15880">
                  <c:v>45707.388888888891</c:v>
                </c:pt>
                <c:pt idx="15881">
                  <c:v>45918.40625</c:v>
                </c:pt>
                <c:pt idx="15882">
                  <c:v>45902.413888888892</c:v>
                </c:pt>
                <c:pt idx="15883">
                  <c:v>45875.555555555547</c:v>
                </c:pt>
                <c:pt idx="15884">
                  <c:v>45945.679861111108</c:v>
                </c:pt>
                <c:pt idx="15885">
                  <c:v>45929.344444444447</c:v>
                </c:pt>
                <c:pt idx="15886">
                  <c:v>45841.603472222218</c:v>
                </c:pt>
                <c:pt idx="15887">
                  <c:v>45757.401388888888</c:v>
                </c:pt>
                <c:pt idx="15888">
                  <c:v>45301.429166666669</c:v>
                </c:pt>
                <c:pt idx="15889">
                  <c:v>46008.695833333331</c:v>
                </c:pt>
                <c:pt idx="15890">
                  <c:v>45992.906944444447</c:v>
                </c:pt>
                <c:pt idx="15891">
                  <c:v>45348.938194444447</c:v>
                </c:pt>
                <c:pt idx="15892">
                  <c:v>45849.163194444453</c:v>
                </c:pt>
                <c:pt idx="15893">
                  <c:v>45313.918055555558</c:v>
                </c:pt>
                <c:pt idx="15894">
                  <c:v>45538.603472222218</c:v>
                </c:pt>
                <c:pt idx="15895">
                  <c:v>45758.606944444437</c:v>
                </c:pt>
                <c:pt idx="15896">
                  <c:v>45449.827777777777</c:v>
                </c:pt>
                <c:pt idx="15897">
                  <c:v>45569.427777777782</c:v>
                </c:pt>
                <c:pt idx="15898">
                  <c:v>45603.595833333333</c:v>
                </c:pt>
                <c:pt idx="15899">
                  <c:v>45518.427083333343</c:v>
                </c:pt>
                <c:pt idx="15900">
                  <c:v>45615.595138888893</c:v>
                </c:pt>
                <c:pt idx="15901">
                  <c:v>45408.467361111107</c:v>
                </c:pt>
                <c:pt idx="15902">
                  <c:v>45590.490972222222</c:v>
                </c:pt>
                <c:pt idx="15903">
                  <c:v>45476.444444444453</c:v>
                </c:pt>
                <c:pt idx="15904">
                  <c:v>45359.448611111111</c:v>
                </c:pt>
                <c:pt idx="15905">
                  <c:v>45498.572916666657</c:v>
                </c:pt>
                <c:pt idx="15906">
                  <c:v>45387.440972222219</c:v>
                </c:pt>
                <c:pt idx="15907">
                  <c:v>45337.490277777782</c:v>
                </c:pt>
                <c:pt idx="15908">
                  <c:v>45548.560416666667</c:v>
                </c:pt>
                <c:pt idx="15909">
                  <c:v>45450.50277777778</c:v>
                </c:pt>
                <c:pt idx="15910">
                  <c:v>45527.45416666667</c:v>
                </c:pt>
                <c:pt idx="15911">
                  <c:v>45429.44027777778</c:v>
                </c:pt>
                <c:pt idx="15912">
                  <c:v>45393.756249999999</c:v>
                </c:pt>
                <c:pt idx="15913">
                  <c:v>45630.825694444437</c:v>
                </c:pt>
                <c:pt idx="15914">
                  <c:v>45992.713888888888</c:v>
                </c:pt>
                <c:pt idx="15915">
                  <c:v>45886.586805555547</c:v>
                </c:pt>
                <c:pt idx="15916">
                  <c:v>45696.602777777778</c:v>
                </c:pt>
                <c:pt idx="15917">
                  <c:v>45533.84097222222</c:v>
                </c:pt>
                <c:pt idx="15918">
                  <c:v>45442.666666666657</c:v>
                </c:pt>
                <c:pt idx="15919">
                  <c:v>45474.800694444442</c:v>
                </c:pt>
                <c:pt idx="15920">
                  <c:v>45510.706250000003</c:v>
                </c:pt>
                <c:pt idx="15921">
                  <c:v>45662.540972222218</c:v>
                </c:pt>
                <c:pt idx="15922">
                  <c:v>45757.793055555558</c:v>
                </c:pt>
                <c:pt idx="15923">
                  <c:v>45856.837500000001</c:v>
                </c:pt>
                <c:pt idx="15924">
                  <c:v>45306.784722222219</c:v>
                </c:pt>
                <c:pt idx="15925">
                  <c:v>45806.922222222223</c:v>
                </c:pt>
                <c:pt idx="15926">
                  <c:v>45585.575694444437</c:v>
                </c:pt>
                <c:pt idx="15927">
                  <c:v>45422.772916666669</c:v>
                </c:pt>
                <c:pt idx="15928">
                  <c:v>45925.707638888889</c:v>
                </c:pt>
                <c:pt idx="15929">
                  <c:v>45731.424305555563</c:v>
                </c:pt>
                <c:pt idx="15930">
                  <c:v>45782.796527777777</c:v>
                </c:pt>
                <c:pt idx="15931">
                  <c:v>45966.80972222222</c:v>
                </c:pt>
                <c:pt idx="15932">
                  <c:v>45339.48333333333</c:v>
                </c:pt>
                <c:pt idx="15933">
                  <c:v>45686</c:v>
                </c:pt>
                <c:pt idx="15934">
                  <c:v>45678.500694444447</c:v>
                </c:pt>
                <c:pt idx="15935">
                  <c:v>45621.925000000003</c:v>
                </c:pt>
                <c:pt idx="15936">
                  <c:v>45707.572222222218</c:v>
                </c:pt>
                <c:pt idx="15937">
                  <c:v>45844.943055555559</c:v>
                </c:pt>
                <c:pt idx="15938">
                  <c:v>46020.915277777778</c:v>
                </c:pt>
                <c:pt idx="15939">
                  <c:v>45952.401388888888</c:v>
                </c:pt>
                <c:pt idx="15940">
                  <c:v>45513.990277777782</c:v>
                </c:pt>
                <c:pt idx="15941">
                  <c:v>45879.807638888888</c:v>
                </c:pt>
                <c:pt idx="15942">
                  <c:v>45731.945138888892</c:v>
                </c:pt>
                <c:pt idx="15943">
                  <c:v>45990.963888888888</c:v>
                </c:pt>
                <c:pt idx="15944">
                  <c:v>45801.092361111107</c:v>
                </c:pt>
                <c:pt idx="15945">
                  <c:v>45871.904166666667</c:v>
                </c:pt>
                <c:pt idx="15946">
                  <c:v>45819.924305555563</c:v>
                </c:pt>
                <c:pt idx="15947">
                  <c:v>45750.976388888892</c:v>
                </c:pt>
                <c:pt idx="15948">
                  <c:v>45638.786111111112</c:v>
                </c:pt>
                <c:pt idx="15949">
                  <c:v>45942.246527777781</c:v>
                </c:pt>
                <c:pt idx="15950">
                  <c:v>45814.29583333333</c:v>
                </c:pt>
                <c:pt idx="15951">
                  <c:v>45330.740972222222</c:v>
                </c:pt>
                <c:pt idx="15952">
                  <c:v>45553.293055555558</c:v>
                </c:pt>
                <c:pt idx="15953">
                  <c:v>45705.856944444437</c:v>
                </c:pt>
                <c:pt idx="15954">
                  <c:v>45383.193055555559</c:v>
                </c:pt>
                <c:pt idx="15955">
                  <c:v>45426.240972222222</c:v>
                </c:pt>
                <c:pt idx="15956">
                  <c:v>45734.279166666667</c:v>
                </c:pt>
                <c:pt idx="15957">
                  <c:v>45922.261805555558</c:v>
                </c:pt>
                <c:pt idx="15958">
                  <c:v>45490.905555555553</c:v>
                </c:pt>
                <c:pt idx="15959">
                  <c:v>45676.786805555559</c:v>
                </c:pt>
                <c:pt idx="15960">
                  <c:v>45469.786111111112</c:v>
                </c:pt>
                <c:pt idx="15961">
                  <c:v>45908.652083333327</c:v>
                </c:pt>
                <c:pt idx="15962">
                  <c:v>45783.177083333343</c:v>
                </c:pt>
                <c:pt idx="15963">
                  <c:v>45598.476388888892</c:v>
                </c:pt>
                <c:pt idx="15964">
                  <c:v>45933.21875</c:v>
                </c:pt>
                <c:pt idx="15965">
                  <c:v>45521.459722222222</c:v>
                </c:pt>
                <c:pt idx="15966">
                  <c:v>45754.203472222223</c:v>
                </c:pt>
                <c:pt idx="15967">
                  <c:v>45989.281944444447</c:v>
                </c:pt>
                <c:pt idx="15968">
                  <c:v>45613.888194444437</c:v>
                </c:pt>
                <c:pt idx="15969">
                  <c:v>45350.820138888892</c:v>
                </c:pt>
                <c:pt idx="15970">
                  <c:v>45580.800000000003</c:v>
                </c:pt>
                <c:pt idx="15971">
                  <c:v>45964.192361111112</c:v>
                </c:pt>
                <c:pt idx="15972">
                  <c:v>45887.280555555553</c:v>
                </c:pt>
                <c:pt idx="15973">
                  <c:v>45871.555555555547</c:v>
                </c:pt>
                <c:pt idx="15974">
                  <c:v>45844.873611111107</c:v>
                </c:pt>
                <c:pt idx="15975">
                  <c:v>45646.654166666667</c:v>
                </c:pt>
                <c:pt idx="15976">
                  <c:v>45642.292361111111</c:v>
                </c:pt>
                <c:pt idx="15977">
                  <c:v>45649.48333333333</c:v>
                </c:pt>
                <c:pt idx="15978">
                  <c:v>45472.797222222223</c:v>
                </c:pt>
                <c:pt idx="15979">
                  <c:v>45775.48541666667</c:v>
                </c:pt>
                <c:pt idx="15980">
                  <c:v>45924.529166666667</c:v>
                </c:pt>
                <c:pt idx="15981">
                  <c:v>45743.189583333333</c:v>
                </c:pt>
                <c:pt idx="15982">
                  <c:v>45891.640972222223</c:v>
                </c:pt>
                <c:pt idx="15983">
                  <c:v>45634.638888888891</c:v>
                </c:pt>
                <c:pt idx="15984">
                  <c:v>45867.027083333327</c:v>
                </c:pt>
                <c:pt idx="15985">
                  <c:v>45441.056944444441</c:v>
                </c:pt>
                <c:pt idx="15986">
                  <c:v>45958.411111111112</c:v>
                </c:pt>
                <c:pt idx="15987">
                  <c:v>45805.049305555563</c:v>
                </c:pt>
                <c:pt idx="15988">
                  <c:v>46004.336805555547</c:v>
                </c:pt>
                <c:pt idx="15989">
                  <c:v>45320.145833333343</c:v>
                </c:pt>
                <c:pt idx="15990">
                  <c:v>45423.425000000003</c:v>
                </c:pt>
                <c:pt idx="15991">
                  <c:v>45537.751388888893</c:v>
                </c:pt>
                <c:pt idx="15992">
                  <c:v>45981.683333333327</c:v>
                </c:pt>
                <c:pt idx="15993">
                  <c:v>45514.890972222223</c:v>
                </c:pt>
                <c:pt idx="15994">
                  <c:v>45569.779166666667</c:v>
                </c:pt>
                <c:pt idx="15995">
                  <c:v>45368.663888888892</c:v>
                </c:pt>
                <c:pt idx="15996">
                  <c:v>45502.10833333333</c:v>
                </c:pt>
                <c:pt idx="15997">
                  <c:v>45393.652083333327</c:v>
                </c:pt>
                <c:pt idx="15998">
                  <c:v>45295.00277777778</c:v>
                </c:pt>
                <c:pt idx="15999">
                  <c:v>45707.856944444437</c:v>
                </c:pt>
                <c:pt idx="16000">
                  <c:v>45686.065972222219</c:v>
                </c:pt>
                <c:pt idx="16001">
                  <c:v>45834.056250000001</c:v>
                </c:pt>
                <c:pt idx="16002">
                  <c:v>45594.022222222222</c:v>
                </c:pt>
                <c:pt idx="16003">
                  <c:v>45484.480555555558</c:v>
                </c:pt>
                <c:pt idx="16004">
                  <c:v>45730.46875</c:v>
                </c:pt>
                <c:pt idx="16005">
                  <c:v>45922.645833333343</c:v>
                </c:pt>
                <c:pt idx="16006">
                  <c:v>45866.565972222219</c:v>
                </c:pt>
                <c:pt idx="16007">
                  <c:v>45800.521527777782</c:v>
                </c:pt>
                <c:pt idx="16008">
                  <c:v>45883.495833333327</c:v>
                </c:pt>
                <c:pt idx="16009">
                  <c:v>45670.544444444437</c:v>
                </c:pt>
                <c:pt idx="16010">
                  <c:v>45379.531944444447</c:v>
                </c:pt>
                <c:pt idx="16011">
                  <c:v>45391.385416666657</c:v>
                </c:pt>
                <c:pt idx="16012">
                  <c:v>45860.393750000003</c:v>
                </c:pt>
                <c:pt idx="16013">
                  <c:v>45973.387499999997</c:v>
                </c:pt>
                <c:pt idx="16014">
                  <c:v>45709.447222222218</c:v>
                </c:pt>
                <c:pt idx="16015">
                  <c:v>45751.422222222223</c:v>
                </c:pt>
                <c:pt idx="16016">
                  <c:v>45622.453472222223</c:v>
                </c:pt>
                <c:pt idx="16017">
                  <c:v>45504.304166666669</c:v>
                </c:pt>
                <c:pt idx="16018">
                  <c:v>45416.75</c:v>
                </c:pt>
                <c:pt idx="16019">
                  <c:v>45293.288888888892</c:v>
                </c:pt>
                <c:pt idx="16020">
                  <c:v>45405.783333333333</c:v>
                </c:pt>
                <c:pt idx="16021">
                  <c:v>45643.406944444447</c:v>
                </c:pt>
                <c:pt idx="16022">
                  <c:v>45292.397916666669</c:v>
                </c:pt>
                <c:pt idx="16023">
                  <c:v>45824.77847222222</c:v>
                </c:pt>
                <c:pt idx="16024">
                  <c:v>45887.086111111108</c:v>
                </c:pt>
                <c:pt idx="16025">
                  <c:v>45533.052083333343</c:v>
                </c:pt>
                <c:pt idx="16026">
                  <c:v>45712.282638888893</c:v>
                </c:pt>
                <c:pt idx="16027">
                  <c:v>45775.772916666669</c:v>
                </c:pt>
                <c:pt idx="16028">
                  <c:v>45890.37222222222</c:v>
                </c:pt>
                <c:pt idx="16029">
                  <c:v>45673.617361111108</c:v>
                </c:pt>
                <c:pt idx="16030">
                  <c:v>45812.604166666657</c:v>
                </c:pt>
                <c:pt idx="16031">
                  <c:v>45424.525694444441</c:v>
                </c:pt>
                <c:pt idx="16032">
                  <c:v>45532.581250000003</c:v>
                </c:pt>
                <c:pt idx="16033">
                  <c:v>45344.795138888891</c:v>
                </c:pt>
                <c:pt idx="16034">
                  <c:v>45851.728472222218</c:v>
                </c:pt>
                <c:pt idx="16035">
                  <c:v>45989.388194444437</c:v>
                </c:pt>
                <c:pt idx="16036">
                  <c:v>45929.847916666673</c:v>
                </c:pt>
                <c:pt idx="16037">
                  <c:v>45452.319444444453</c:v>
                </c:pt>
                <c:pt idx="16038">
                  <c:v>45486.461111111108</c:v>
                </c:pt>
                <c:pt idx="16039">
                  <c:v>45726.404861111107</c:v>
                </c:pt>
                <c:pt idx="16040">
                  <c:v>45378.681250000001</c:v>
                </c:pt>
                <c:pt idx="16041">
                  <c:v>45645.671527777777</c:v>
                </c:pt>
                <c:pt idx="16042">
                  <c:v>46014.54583333333</c:v>
                </c:pt>
                <c:pt idx="16043">
                  <c:v>45954.510416666657</c:v>
                </c:pt>
                <c:pt idx="16044">
                  <c:v>45611.4</c:v>
                </c:pt>
                <c:pt idx="16045">
                  <c:v>45303.433333333327</c:v>
                </c:pt>
                <c:pt idx="16046">
                  <c:v>45577.934027777781</c:v>
                </c:pt>
                <c:pt idx="16047">
                  <c:v>45992.529166666667</c:v>
                </c:pt>
                <c:pt idx="16048">
                  <c:v>45636.441666666673</c:v>
                </c:pt>
                <c:pt idx="16049">
                  <c:v>45975.477777777778</c:v>
                </c:pt>
                <c:pt idx="16050">
                  <c:v>45699.479861111111</c:v>
                </c:pt>
                <c:pt idx="16051">
                  <c:v>45751.554861111108</c:v>
                </c:pt>
                <c:pt idx="16052">
                  <c:v>45844.554166666669</c:v>
                </c:pt>
                <c:pt idx="16053">
                  <c:v>45576.574999999997</c:v>
                </c:pt>
                <c:pt idx="16054">
                  <c:v>45958.356944444437</c:v>
                </c:pt>
                <c:pt idx="16055">
                  <c:v>45670.459027777782</c:v>
                </c:pt>
                <c:pt idx="16056">
                  <c:v>45936.808333333327</c:v>
                </c:pt>
                <c:pt idx="16057">
                  <c:v>45596.632638888892</c:v>
                </c:pt>
                <c:pt idx="16058">
                  <c:v>45489.595138888893</c:v>
                </c:pt>
                <c:pt idx="16059">
                  <c:v>45861.374305555553</c:v>
                </c:pt>
                <c:pt idx="16060">
                  <c:v>45615.532638888893</c:v>
                </c:pt>
                <c:pt idx="16061">
                  <c:v>45318.386111111111</c:v>
                </c:pt>
                <c:pt idx="16062">
                  <c:v>45789.510416666657</c:v>
                </c:pt>
                <c:pt idx="16063">
                  <c:v>45902.398611111108</c:v>
                </c:pt>
                <c:pt idx="16064">
                  <c:v>45558.434027777781</c:v>
                </c:pt>
                <c:pt idx="16065">
                  <c:v>45880.395833333343</c:v>
                </c:pt>
                <c:pt idx="16066">
                  <c:v>45539.554861111108</c:v>
                </c:pt>
                <c:pt idx="16067">
                  <c:v>45745.734027777777</c:v>
                </c:pt>
                <c:pt idx="16068">
                  <c:v>45611.414583333331</c:v>
                </c:pt>
                <c:pt idx="16069">
                  <c:v>45721.709027777782</c:v>
                </c:pt>
                <c:pt idx="16070">
                  <c:v>45838.315972222219</c:v>
                </c:pt>
                <c:pt idx="16071">
                  <c:v>45822.785416666673</c:v>
                </c:pt>
                <c:pt idx="16072">
                  <c:v>45543.484027777777</c:v>
                </c:pt>
                <c:pt idx="16073">
                  <c:v>45766.331250000003</c:v>
                </c:pt>
                <c:pt idx="16074">
                  <c:v>45881.433333333327</c:v>
                </c:pt>
                <c:pt idx="16075">
                  <c:v>45756.654166666667</c:v>
                </c:pt>
                <c:pt idx="16076">
                  <c:v>45467.433333333327</c:v>
                </c:pt>
                <c:pt idx="16077">
                  <c:v>45960.70208333333</c:v>
                </c:pt>
                <c:pt idx="16078">
                  <c:v>45336.618055555547</c:v>
                </c:pt>
                <c:pt idx="16079">
                  <c:v>45865.75277777778</c:v>
                </c:pt>
                <c:pt idx="16080">
                  <c:v>45926.433333333327</c:v>
                </c:pt>
                <c:pt idx="16081">
                  <c:v>45881.438194444447</c:v>
                </c:pt>
                <c:pt idx="16082">
                  <c:v>45358.711111111108</c:v>
                </c:pt>
                <c:pt idx="16083">
                  <c:v>45733.750694444447</c:v>
                </c:pt>
                <c:pt idx="16084">
                  <c:v>45879.761111111111</c:v>
                </c:pt>
                <c:pt idx="16085">
                  <c:v>45791.306944444441</c:v>
                </c:pt>
                <c:pt idx="16086">
                  <c:v>45644.375</c:v>
                </c:pt>
                <c:pt idx="16087">
                  <c:v>45945.581250000003</c:v>
                </c:pt>
                <c:pt idx="16088">
                  <c:v>45500.597222222219</c:v>
                </c:pt>
                <c:pt idx="16089">
                  <c:v>45565.670138888891</c:v>
                </c:pt>
                <c:pt idx="16090">
                  <c:v>45399.754166666673</c:v>
                </c:pt>
                <c:pt idx="16091">
                  <c:v>45973.741666666669</c:v>
                </c:pt>
                <c:pt idx="16092">
                  <c:v>45585.718055555553</c:v>
                </c:pt>
                <c:pt idx="16093">
                  <c:v>45312.670138888891</c:v>
                </c:pt>
                <c:pt idx="16094">
                  <c:v>45424.572916666657</c:v>
                </c:pt>
                <c:pt idx="16095">
                  <c:v>45672.320833333331</c:v>
                </c:pt>
                <c:pt idx="16096">
                  <c:v>45895.329861111109</c:v>
                </c:pt>
                <c:pt idx="16097">
                  <c:v>45706.768055555563</c:v>
                </c:pt>
                <c:pt idx="16098">
                  <c:v>45910.45416666667</c:v>
                </c:pt>
                <c:pt idx="16099">
                  <c:v>45460.458333333343</c:v>
                </c:pt>
                <c:pt idx="16100">
                  <c:v>45779.725694444453</c:v>
                </c:pt>
                <c:pt idx="16101">
                  <c:v>45525.361111111109</c:v>
                </c:pt>
                <c:pt idx="16102">
                  <c:v>45442.488888888889</c:v>
                </c:pt>
                <c:pt idx="16103">
                  <c:v>45653.372916666667</c:v>
                </c:pt>
                <c:pt idx="16104">
                  <c:v>45375.399305555547</c:v>
                </c:pt>
                <c:pt idx="16105">
                  <c:v>45635.661805555559</c:v>
                </c:pt>
                <c:pt idx="16106">
                  <c:v>45655.739583333343</c:v>
                </c:pt>
                <c:pt idx="16107">
                  <c:v>45988.318055555559</c:v>
                </c:pt>
                <c:pt idx="16108">
                  <c:v>45849.31527777778</c:v>
                </c:pt>
                <c:pt idx="16109">
                  <c:v>45567.541666666657</c:v>
                </c:pt>
                <c:pt idx="16110">
                  <c:v>45385.294444444437</c:v>
                </c:pt>
                <c:pt idx="16111">
                  <c:v>45795.85833333333</c:v>
                </c:pt>
                <c:pt idx="16112">
                  <c:v>45923.568749999999</c:v>
                </c:pt>
                <c:pt idx="16113">
                  <c:v>45604.519444444442</c:v>
                </c:pt>
                <c:pt idx="16114">
                  <c:v>45760.467361111107</c:v>
                </c:pt>
                <c:pt idx="16115">
                  <c:v>45521.801388888889</c:v>
                </c:pt>
                <c:pt idx="16116">
                  <c:v>45899.98333333333</c:v>
                </c:pt>
                <c:pt idx="16117">
                  <c:v>45819.284722222219</c:v>
                </c:pt>
                <c:pt idx="16118">
                  <c:v>45333.75</c:v>
                </c:pt>
                <c:pt idx="16119">
                  <c:v>45935.691666666673</c:v>
                </c:pt>
                <c:pt idx="16120">
                  <c:v>45972.760416666657</c:v>
                </c:pt>
                <c:pt idx="16121">
                  <c:v>46007.621527777781</c:v>
                </c:pt>
                <c:pt idx="16122">
                  <c:v>45328.783333333333</c:v>
                </c:pt>
                <c:pt idx="16123">
                  <c:v>45963.539583333331</c:v>
                </c:pt>
                <c:pt idx="16124">
                  <c:v>45973.418055555558</c:v>
                </c:pt>
                <c:pt idx="16125">
                  <c:v>45698.705555555563</c:v>
                </c:pt>
                <c:pt idx="16126">
                  <c:v>45664.487500000003</c:v>
                </c:pt>
                <c:pt idx="16127">
                  <c:v>45781.750694444447</c:v>
                </c:pt>
                <c:pt idx="16128">
                  <c:v>45294.743055555547</c:v>
                </c:pt>
                <c:pt idx="16129">
                  <c:v>45376.415277777778</c:v>
                </c:pt>
                <c:pt idx="16130">
                  <c:v>45810.899305555547</c:v>
                </c:pt>
                <c:pt idx="16131">
                  <c:v>45888.321527777778</c:v>
                </c:pt>
                <c:pt idx="16132">
                  <c:v>45636.752083333333</c:v>
                </c:pt>
                <c:pt idx="16133">
                  <c:v>45543.761111111111</c:v>
                </c:pt>
                <c:pt idx="16134">
                  <c:v>45959.825694444437</c:v>
                </c:pt>
                <c:pt idx="16135">
                  <c:v>45757.799305555563</c:v>
                </c:pt>
                <c:pt idx="16136">
                  <c:v>45442.361111111109</c:v>
                </c:pt>
                <c:pt idx="16137">
                  <c:v>45779.330555555563</c:v>
                </c:pt>
                <c:pt idx="16138">
                  <c:v>45573.808333333327</c:v>
                </c:pt>
                <c:pt idx="16139">
                  <c:v>45926.600694444453</c:v>
                </c:pt>
                <c:pt idx="16140">
                  <c:v>45635.662499999999</c:v>
                </c:pt>
                <c:pt idx="16141">
                  <c:v>45374.456944444442</c:v>
                </c:pt>
                <c:pt idx="16142">
                  <c:v>45437.913888888892</c:v>
                </c:pt>
                <c:pt idx="16143">
                  <c:v>45856.755555555559</c:v>
                </c:pt>
                <c:pt idx="16144">
                  <c:v>45296.335416666669</c:v>
                </c:pt>
                <c:pt idx="16145">
                  <c:v>45711.497916666667</c:v>
                </c:pt>
                <c:pt idx="16146">
                  <c:v>45997.554861111108</c:v>
                </c:pt>
                <c:pt idx="16147">
                  <c:v>45502.78402777778</c:v>
                </c:pt>
                <c:pt idx="16148">
                  <c:v>45564.448611111111</c:v>
                </c:pt>
                <c:pt idx="16149">
                  <c:v>45517.370138888888</c:v>
                </c:pt>
                <c:pt idx="16150">
                  <c:v>45803.353472222218</c:v>
                </c:pt>
                <c:pt idx="16151">
                  <c:v>45564.448611111111</c:v>
                </c:pt>
                <c:pt idx="16152">
                  <c:v>45818.811805555553</c:v>
                </c:pt>
                <c:pt idx="16153">
                  <c:v>45793.429861111108</c:v>
                </c:pt>
                <c:pt idx="16154">
                  <c:v>45859.30972222222</c:v>
                </c:pt>
                <c:pt idx="16155">
                  <c:v>45462.876388888893</c:v>
                </c:pt>
                <c:pt idx="16156">
                  <c:v>45462.876388888893</c:v>
                </c:pt>
                <c:pt idx="16157">
                  <c:v>45960.585416666669</c:v>
                </c:pt>
                <c:pt idx="16158">
                  <c:v>45859.30972222222</c:v>
                </c:pt>
                <c:pt idx="16159">
                  <c:v>45818.811805555553</c:v>
                </c:pt>
                <c:pt idx="16160">
                  <c:v>45959.45416666667</c:v>
                </c:pt>
                <c:pt idx="16161">
                  <c:v>45959.45416666667</c:v>
                </c:pt>
                <c:pt idx="16162">
                  <c:v>45587.486111111109</c:v>
                </c:pt>
                <c:pt idx="16163">
                  <c:v>45793.429861111108</c:v>
                </c:pt>
                <c:pt idx="16164">
                  <c:v>45826.398611111108</c:v>
                </c:pt>
                <c:pt idx="16165">
                  <c:v>45803.353472222218</c:v>
                </c:pt>
                <c:pt idx="16166">
                  <c:v>45536.513194444437</c:v>
                </c:pt>
                <c:pt idx="16167">
                  <c:v>45536.513194444437</c:v>
                </c:pt>
                <c:pt idx="16168">
                  <c:v>45960.585416666669</c:v>
                </c:pt>
                <c:pt idx="16169">
                  <c:v>45895.630555555559</c:v>
                </c:pt>
                <c:pt idx="16170">
                  <c:v>45493.92291666667</c:v>
                </c:pt>
                <c:pt idx="16171">
                  <c:v>45873.674305555563</c:v>
                </c:pt>
                <c:pt idx="16172">
                  <c:v>45895.630555555559</c:v>
                </c:pt>
                <c:pt idx="16173">
                  <c:v>45810.407638888893</c:v>
                </c:pt>
                <c:pt idx="16174">
                  <c:v>45810.407638888893</c:v>
                </c:pt>
                <c:pt idx="16175">
                  <c:v>45826.398611111108</c:v>
                </c:pt>
                <c:pt idx="16176">
                  <c:v>45493.92291666667</c:v>
                </c:pt>
                <c:pt idx="16177">
                  <c:v>45873.674305555563</c:v>
                </c:pt>
                <c:pt idx="16178">
                  <c:v>45995.470138888893</c:v>
                </c:pt>
                <c:pt idx="16179">
                  <c:v>45587.486111111109</c:v>
                </c:pt>
                <c:pt idx="16180">
                  <c:v>45517.370138888888</c:v>
                </c:pt>
                <c:pt idx="16181">
                  <c:v>45971.490277777782</c:v>
                </c:pt>
                <c:pt idx="16182">
                  <c:v>45971.490277777782</c:v>
                </c:pt>
                <c:pt idx="16183">
                  <c:v>45995.470138888893</c:v>
                </c:pt>
                <c:pt idx="16184">
                  <c:v>45499.620833333327</c:v>
                </c:pt>
                <c:pt idx="16185">
                  <c:v>45548.8125</c:v>
                </c:pt>
                <c:pt idx="16186">
                  <c:v>45873.44027777778</c:v>
                </c:pt>
                <c:pt idx="16187">
                  <c:v>45862.29791666667</c:v>
                </c:pt>
                <c:pt idx="16188">
                  <c:v>45681.481944444437</c:v>
                </c:pt>
                <c:pt idx="16189">
                  <c:v>45720.897916666669</c:v>
                </c:pt>
                <c:pt idx="16190">
                  <c:v>45761.34652777778</c:v>
                </c:pt>
                <c:pt idx="16191">
                  <c:v>45636.686805555553</c:v>
                </c:pt>
                <c:pt idx="16192">
                  <c:v>45923.87777777778</c:v>
                </c:pt>
                <c:pt idx="16193">
                  <c:v>45459.754166666673</c:v>
                </c:pt>
                <c:pt idx="16194">
                  <c:v>45805.515277777777</c:v>
                </c:pt>
                <c:pt idx="16195">
                  <c:v>45595.940972222219</c:v>
                </c:pt>
                <c:pt idx="16196">
                  <c:v>45296.413888888892</c:v>
                </c:pt>
                <c:pt idx="16197">
                  <c:v>45705.583333333343</c:v>
                </c:pt>
                <c:pt idx="16198">
                  <c:v>45925.654166666667</c:v>
                </c:pt>
                <c:pt idx="16199">
                  <c:v>45463.690972222219</c:v>
                </c:pt>
                <c:pt idx="16200">
                  <c:v>45607.667361111111</c:v>
                </c:pt>
                <c:pt idx="16201">
                  <c:v>45799.436805555553</c:v>
                </c:pt>
                <c:pt idx="16202">
                  <c:v>45417.84375</c:v>
                </c:pt>
                <c:pt idx="16203">
                  <c:v>45654.422222222223</c:v>
                </c:pt>
                <c:pt idx="16204">
                  <c:v>45819.602083333331</c:v>
                </c:pt>
                <c:pt idx="16205">
                  <c:v>45295.782638888893</c:v>
                </c:pt>
                <c:pt idx="16206">
                  <c:v>45552.659722222219</c:v>
                </c:pt>
                <c:pt idx="16207">
                  <c:v>45879.71597222222</c:v>
                </c:pt>
                <c:pt idx="16208">
                  <c:v>45327.487500000003</c:v>
                </c:pt>
                <c:pt idx="16209">
                  <c:v>45392.883333333331</c:v>
                </c:pt>
                <c:pt idx="16210">
                  <c:v>45568.815972222219</c:v>
                </c:pt>
                <c:pt idx="16211">
                  <c:v>45748.793055555558</c:v>
                </c:pt>
                <c:pt idx="16212">
                  <c:v>45359.818055555559</c:v>
                </c:pt>
                <c:pt idx="16213">
                  <c:v>45978.875694444447</c:v>
                </c:pt>
                <c:pt idx="16214">
                  <c:v>45503.754166666673</c:v>
                </c:pt>
                <c:pt idx="16215">
                  <c:v>45537.90625</c:v>
                </c:pt>
                <c:pt idx="16216">
                  <c:v>45804.586111111108</c:v>
                </c:pt>
                <c:pt idx="16217">
                  <c:v>45875.62222222222</c:v>
                </c:pt>
                <c:pt idx="16218">
                  <c:v>45524.700694444437</c:v>
                </c:pt>
                <c:pt idx="16219">
                  <c:v>45485.404861111107</c:v>
                </c:pt>
                <c:pt idx="16220">
                  <c:v>45818.657638888893</c:v>
                </c:pt>
                <c:pt idx="16221">
                  <c:v>45566.561805555553</c:v>
                </c:pt>
                <c:pt idx="16222">
                  <c:v>45441.623611111107</c:v>
                </c:pt>
                <c:pt idx="16223">
                  <c:v>45400.493750000001</c:v>
                </c:pt>
                <c:pt idx="16224">
                  <c:v>45831.803472222222</c:v>
                </c:pt>
                <c:pt idx="16225">
                  <c:v>45871.723611111112</c:v>
                </c:pt>
                <c:pt idx="16226">
                  <c:v>45470.853472222218</c:v>
                </c:pt>
                <c:pt idx="16227">
                  <c:v>45365.794444444437</c:v>
                </c:pt>
                <c:pt idx="16228">
                  <c:v>45797.893750000003</c:v>
                </c:pt>
                <c:pt idx="16229">
                  <c:v>45500.670138888891</c:v>
                </c:pt>
                <c:pt idx="16230">
                  <c:v>45443.614583333343</c:v>
                </c:pt>
                <c:pt idx="16231">
                  <c:v>46021.513194444437</c:v>
                </c:pt>
                <c:pt idx="16232">
                  <c:v>45931.650694444441</c:v>
                </c:pt>
                <c:pt idx="16233">
                  <c:v>45868.42291666667</c:v>
                </c:pt>
                <c:pt idx="16234">
                  <c:v>46021.518055555563</c:v>
                </c:pt>
                <c:pt idx="16235">
                  <c:v>45818.861805555563</c:v>
                </c:pt>
                <c:pt idx="16236">
                  <c:v>45730.607638888891</c:v>
                </c:pt>
                <c:pt idx="16237">
                  <c:v>45450.730555555558</c:v>
                </c:pt>
                <c:pt idx="16238">
                  <c:v>45843.368055555547</c:v>
                </c:pt>
                <c:pt idx="16239">
                  <c:v>45549.754861111112</c:v>
                </c:pt>
                <c:pt idx="16240">
                  <c:v>45720.508333333331</c:v>
                </c:pt>
                <c:pt idx="16241">
                  <c:v>45484.377083333333</c:v>
                </c:pt>
                <c:pt idx="16242">
                  <c:v>45689.468055555553</c:v>
                </c:pt>
                <c:pt idx="16243">
                  <c:v>45822.375</c:v>
                </c:pt>
                <c:pt idx="16244">
                  <c:v>45324.688888888893</c:v>
                </c:pt>
                <c:pt idx="16245">
                  <c:v>45292.495833333327</c:v>
                </c:pt>
                <c:pt idx="16246">
                  <c:v>45990.379861111112</c:v>
                </c:pt>
                <c:pt idx="16247">
                  <c:v>45656.633333333331</c:v>
                </c:pt>
                <c:pt idx="16248">
                  <c:v>45973.536111111112</c:v>
                </c:pt>
                <c:pt idx="16249">
                  <c:v>45832.561111111107</c:v>
                </c:pt>
                <c:pt idx="16250">
                  <c:v>45527.796527777777</c:v>
                </c:pt>
                <c:pt idx="16251">
                  <c:v>45306.647916666669</c:v>
                </c:pt>
                <c:pt idx="16252">
                  <c:v>45620.645833333343</c:v>
                </c:pt>
                <c:pt idx="16253">
                  <c:v>45852.743055555547</c:v>
                </c:pt>
                <c:pt idx="16254">
                  <c:v>45835.506249999999</c:v>
                </c:pt>
                <c:pt idx="16255">
                  <c:v>45580.444444444453</c:v>
                </c:pt>
                <c:pt idx="16256">
                  <c:v>45866.961111111108</c:v>
                </c:pt>
                <c:pt idx="16257">
                  <c:v>45506.661111111112</c:v>
                </c:pt>
                <c:pt idx="16258">
                  <c:v>45716.24722222222</c:v>
                </c:pt>
                <c:pt idx="16259">
                  <c:v>45600.750694444447</c:v>
                </c:pt>
                <c:pt idx="16260">
                  <c:v>45832.424305555563</c:v>
                </c:pt>
                <c:pt idx="16261">
                  <c:v>45813.897222222222</c:v>
                </c:pt>
                <c:pt idx="16262">
                  <c:v>45629.591666666667</c:v>
                </c:pt>
                <c:pt idx="16263">
                  <c:v>45825.897916666669</c:v>
                </c:pt>
                <c:pt idx="16264">
                  <c:v>45545.624305555553</c:v>
                </c:pt>
                <c:pt idx="16265">
                  <c:v>45656.681944444441</c:v>
                </c:pt>
                <c:pt idx="16266">
                  <c:v>45733.75277777778</c:v>
                </c:pt>
                <c:pt idx="16267">
                  <c:v>45775.508333333331</c:v>
                </c:pt>
                <c:pt idx="16268">
                  <c:v>45793.007638888892</c:v>
                </c:pt>
                <c:pt idx="16269">
                  <c:v>45475.484722222223</c:v>
                </c:pt>
                <c:pt idx="16270">
                  <c:v>45695.838194444441</c:v>
                </c:pt>
                <c:pt idx="16271">
                  <c:v>45467.645138888889</c:v>
                </c:pt>
                <c:pt idx="16272">
                  <c:v>45638.704861111109</c:v>
                </c:pt>
                <c:pt idx="16273">
                  <c:v>45415.763194444437</c:v>
                </c:pt>
                <c:pt idx="16274">
                  <c:v>45369.887499999997</c:v>
                </c:pt>
                <c:pt idx="16275">
                  <c:v>45671.575694444437</c:v>
                </c:pt>
                <c:pt idx="16276">
                  <c:v>45337.698611111111</c:v>
                </c:pt>
                <c:pt idx="16277">
                  <c:v>45752.543055555558</c:v>
                </c:pt>
                <c:pt idx="16278">
                  <c:v>45351.854166666657</c:v>
                </c:pt>
                <c:pt idx="16279">
                  <c:v>45691.628472222219</c:v>
                </c:pt>
                <c:pt idx="16280">
                  <c:v>45447.711805555547</c:v>
                </c:pt>
                <c:pt idx="16281">
                  <c:v>45674.81527777778</c:v>
                </c:pt>
                <c:pt idx="16282">
                  <c:v>45331.581944444442</c:v>
                </c:pt>
                <c:pt idx="16283">
                  <c:v>45407.587500000001</c:v>
                </c:pt>
                <c:pt idx="16284">
                  <c:v>45394.586111111108</c:v>
                </c:pt>
                <c:pt idx="16285">
                  <c:v>45312.651388888888</c:v>
                </c:pt>
                <c:pt idx="16286">
                  <c:v>45643.742361111108</c:v>
                </c:pt>
                <c:pt idx="16287">
                  <c:v>45397.840277777781</c:v>
                </c:pt>
                <c:pt idx="16288">
                  <c:v>45442.801388888889</c:v>
                </c:pt>
                <c:pt idx="16289">
                  <c:v>45679.820833333331</c:v>
                </c:pt>
                <c:pt idx="16290">
                  <c:v>45356.836805555547</c:v>
                </c:pt>
                <c:pt idx="16291">
                  <c:v>45728.809027777781</c:v>
                </c:pt>
                <c:pt idx="16292">
                  <c:v>45816.817361111112</c:v>
                </c:pt>
                <c:pt idx="16293">
                  <c:v>45902.86041666667</c:v>
                </c:pt>
                <c:pt idx="16294">
                  <c:v>45557.78402777778</c:v>
                </c:pt>
                <c:pt idx="16295">
                  <c:v>45940.449305555558</c:v>
                </c:pt>
                <c:pt idx="16296">
                  <c:v>45991.382638888892</c:v>
                </c:pt>
                <c:pt idx="16297">
                  <c:v>45857.390277777777</c:v>
                </c:pt>
                <c:pt idx="16298">
                  <c:v>45491.827777777777</c:v>
                </c:pt>
                <c:pt idx="16299">
                  <c:v>45773.697222222218</c:v>
                </c:pt>
                <c:pt idx="16300">
                  <c:v>45571.678472222222</c:v>
                </c:pt>
                <c:pt idx="16301">
                  <c:v>45315.6875</c:v>
                </c:pt>
                <c:pt idx="16302">
                  <c:v>45361.945138888892</c:v>
                </c:pt>
                <c:pt idx="16303">
                  <c:v>45302.366666666669</c:v>
                </c:pt>
                <c:pt idx="16304">
                  <c:v>45648.809027777781</c:v>
                </c:pt>
                <c:pt idx="16305">
                  <c:v>45743.709027777782</c:v>
                </c:pt>
                <c:pt idx="16306">
                  <c:v>45989.584027777782</c:v>
                </c:pt>
                <c:pt idx="16307">
                  <c:v>45875.78125</c:v>
                </c:pt>
                <c:pt idx="16308">
                  <c:v>45554.784722222219</c:v>
                </c:pt>
                <c:pt idx="16309">
                  <c:v>45398.48333333333</c:v>
                </c:pt>
                <c:pt idx="16310">
                  <c:v>45590.475694444453</c:v>
                </c:pt>
                <c:pt idx="16311">
                  <c:v>45490.459722222222</c:v>
                </c:pt>
                <c:pt idx="16312">
                  <c:v>45353.647916666669</c:v>
                </c:pt>
                <c:pt idx="16313">
                  <c:v>45827.732638888891</c:v>
                </c:pt>
                <c:pt idx="16314">
                  <c:v>45360.20416666667</c:v>
                </c:pt>
                <c:pt idx="16315">
                  <c:v>45964.605555555558</c:v>
                </c:pt>
                <c:pt idx="16316">
                  <c:v>45765.364583333343</c:v>
                </c:pt>
                <c:pt idx="16317">
                  <c:v>45986.521527777782</c:v>
                </c:pt>
                <c:pt idx="16318">
                  <c:v>45417.486805555563</c:v>
                </c:pt>
                <c:pt idx="16319">
                  <c:v>45386.11041666667</c:v>
                </c:pt>
                <c:pt idx="16320">
                  <c:v>45516.493750000001</c:v>
                </c:pt>
                <c:pt idx="16321">
                  <c:v>45903.725694444453</c:v>
                </c:pt>
                <c:pt idx="16322">
                  <c:v>45869.367361111108</c:v>
                </c:pt>
                <c:pt idx="16323">
                  <c:v>45607.172222222223</c:v>
                </c:pt>
                <c:pt idx="16324">
                  <c:v>45672.250694444447</c:v>
                </c:pt>
                <c:pt idx="16325">
                  <c:v>45792.254166666673</c:v>
                </c:pt>
                <c:pt idx="16326">
                  <c:v>45500.1875</c:v>
                </c:pt>
                <c:pt idx="16327">
                  <c:v>45524.37777777778</c:v>
                </c:pt>
                <c:pt idx="16328">
                  <c:v>45571.302083333343</c:v>
                </c:pt>
                <c:pt idx="16329">
                  <c:v>45524.375694444447</c:v>
                </c:pt>
                <c:pt idx="16330">
                  <c:v>45932.607638888891</c:v>
                </c:pt>
                <c:pt idx="16331">
                  <c:v>45697.356944444437</c:v>
                </c:pt>
                <c:pt idx="16332">
                  <c:v>45483.138194444437</c:v>
                </c:pt>
                <c:pt idx="16333">
                  <c:v>45420.217361111107</c:v>
                </c:pt>
                <c:pt idx="16334">
                  <c:v>45831.544444444437</c:v>
                </c:pt>
                <c:pt idx="16335">
                  <c:v>45458.522916666669</c:v>
                </c:pt>
                <c:pt idx="16336">
                  <c:v>45722.604861111111</c:v>
                </c:pt>
                <c:pt idx="16337">
                  <c:v>45804.300694444442</c:v>
                </c:pt>
                <c:pt idx="16338">
                  <c:v>45798.602777777778</c:v>
                </c:pt>
                <c:pt idx="16339">
                  <c:v>45673.62777777778</c:v>
                </c:pt>
                <c:pt idx="16340">
                  <c:v>45673.62777777778</c:v>
                </c:pt>
                <c:pt idx="16341">
                  <c:v>45634.722916666673</c:v>
                </c:pt>
                <c:pt idx="16342">
                  <c:v>45798.602777777778</c:v>
                </c:pt>
                <c:pt idx="16343">
                  <c:v>45722.449305555558</c:v>
                </c:pt>
                <c:pt idx="16344">
                  <c:v>45494.470833333333</c:v>
                </c:pt>
                <c:pt idx="16345">
                  <c:v>45494.470833333333</c:v>
                </c:pt>
                <c:pt idx="16346">
                  <c:v>46002.570138888892</c:v>
                </c:pt>
                <c:pt idx="16347">
                  <c:v>46002.570138888892</c:v>
                </c:pt>
                <c:pt idx="16348">
                  <c:v>45794.901388888888</c:v>
                </c:pt>
                <c:pt idx="16349">
                  <c:v>45900.765972222223</c:v>
                </c:pt>
                <c:pt idx="16350">
                  <c:v>45542.918055555558</c:v>
                </c:pt>
                <c:pt idx="16351">
                  <c:v>45562.446527777778</c:v>
                </c:pt>
                <c:pt idx="16352">
                  <c:v>45794.901388888888</c:v>
                </c:pt>
                <c:pt idx="16353">
                  <c:v>45900.765972222223</c:v>
                </c:pt>
                <c:pt idx="16354">
                  <c:v>45562.446527777778</c:v>
                </c:pt>
                <c:pt idx="16355">
                  <c:v>45542.918055555558</c:v>
                </c:pt>
                <c:pt idx="16356">
                  <c:v>45634.722916666673</c:v>
                </c:pt>
                <c:pt idx="16357">
                  <c:v>45757.912499999999</c:v>
                </c:pt>
                <c:pt idx="16358">
                  <c:v>45757.912499999999</c:v>
                </c:pt>
                <c:pt idx="16359">
                  <c:v>45954.927083333343</c:v>
                </c:pt>
                <c:pt idx="16360">
                  <c:v>45954.927083333343</c:v>
                </c:pt>
                <c:pt idx="16361">
                  <c:v>45909.64166666667</c:v>
                </c:pt>
                <c:pt idx="16362">
                  <c:v>45909.64166666667</c:v>
                </c:pt>
                <c:pt idx="16363">
                  <c:v>45692.912499999999</c:v>
                </c:pt>
                <c:pt idx="16364">
                  <c:v>45692.912499999999</c:v>
                </c:pt>
                <c:pt idx="16365">
                  <c:v>45609.875694444447</c:v>
                </c:pt>
                <c:pt idx="16366">
                  <c:v>45466.906944444447</c:v>
                </c:pt>
                <c:pt idx="16367">
                  <c:v>45466.906944444447</c:v>
                </c:pt>
                <c:pt idx="16368">
                  <c:v>45586.59097222222</c:v>
                </c:pt>
                <c:pt idx="16369">
                  <c:v>45445.634027777778</c:v>
                </c:pt>
                <c:pt idx="16370">
                  <c:v>45445.634027777778</c:v>
                </c:pt>
                <c:pt idx="16371">
                  <c:v>45586.59097222222</c:v>
                </c:pt>
                <c:pt idx="16372">
                  <c:v>45936.243055555547</c:v>
                </c:pt>
                <c:pt idx="16373">
                  <c:v>45936.243055555547</c:v>
                </c:pt>
                <c:pt idx="16374">
                  <c:v>45876.789583333331</c:v>
                </c:pt>
                <c:pt idx="16375">
                  <c:v>45876.789583333331</c:v>
                </c:pt>
                <c:pt idx="16376">
                  <c:v>45722.449305555558</c:v>
                </c:pt>
                <c:pt idx="16377">
                  <c:v>45469.463888888888</c:v>
                </c:pt>
                <c:pt idx="16378">
                  <c:v>45985.84652777778</c:v>
                </c:pt>
                <c:pt idx="16379">
                  <c:v>45985.84652777778</c:v>
                </c:pt>
                <c:pt idx="16380">
                  <c:v>45469.463888888888</c:v>
                </c:pt>
                <c:pt idx="16381">
                  <c:v>45609.875694444447</c:v>
                </c:pt>
                <c:pt idx="16382">
                  <c:v>45511.665277777778</c:v>
                </c:pt>
                <c:pt idx="16383">
                  <c:v>45826.90902777778</c:v>
                </c:pt>
                <c:pt idx="16384">
                  <c:v>45826.90902777778</c:v>
                </c:pt>
                <c:pt idx="16385">
                  <c:v>45511.665277777778</c:v>
                </c:pt>
                <c:pt idx="16386">
                  <c:v>45824.416666666657</c:v>
                </c:pt>
                <c:pt idx="16387">
                  <c:v>45653.845138888893</c:v>
                </c:pt>
                <c:pt idx="16388">
                  <c:v>45488.51458333333</c:v>
                </c:pt>
                <c:pt idx="16389">
                  <c:v>45329.458333333343</c:v>
                </c:pt>
                <c:pt idx="16390">
                  <c:v>45700.477777777778</c:v>
                </c:pt>
                <c:pt idx="16391">
                  <c:v>45408.409722222219</c:v>
                </c:pt>
                <c:pt idx="16392">
                  <c:v>45393.414583333331</c:v>
                </c:pt>
                <c:pt idx="16393">
                  <c:v>45370.59097222222</c:v>
                </c:pt>
                <c:pt idx="16394">
                  <c:v>45742.477083333331</c:v>
                </c:pt>
                <c:pt idx="16395">
                  <c:v>45312.333333333343</c:v>
                </c:pt>
                <c:pt idx="16396">
                  <c:v>45889.542361111111</c:v>
                </c:pt>
                <c:pt idx="16397">
                  <c:v>45348.654861111107</c:v>
                </c:pt>
                <c:pt idx="16398">
                  <c:v>45980.46597222222</c:v>
                </c:pt>
                <c:pt idx="16399">
                  <c:v>45580.499305555553</c:v>
                </c:pt>
                <c:pt idx="16400">
                  <c:v>45437.441666666673</c:v>
                </c:pt>
                <c:pt idx="16401">
                  <c:v>45762.579861111109</c:v>
                </c:pt>
                <c:pt idx="16402">
                  <c:v>45460.392361111109</c:v>
                </c:pt>
                <c:pt idx="16403">
                  <c:v>45422.691666666673</c:v>
                </c:pt>
                <c:pt idx="16404">
                  <c:v>45475.578472222223</c:v>
                </c:pt>
                <c:pt idx="16405">
                  <c:v>45515.75277777778</c:v>
                </c:pt>
                <c:pt idx="16406">
                  <c:v>45442.703472222223</c:v>
                </c:pt>
                <c:pt idx="16407">
                  <c:v>45554.452777777777</c:v>
                </c:pt>
                <c:pt idx="16408">
                  <c:v>45391.763888888891</c:v>
                </c:pt>
                <c:pt idx="16409">
                  <c:v>45624.32916666667</c:v>
                </c:pt>
                <c:pt idx="16410">
                  <c:v>45320.179166666669</c:v>
                </c:pt>
                <c:pt idx="16411">
                  <c:v>45446.693749999999</c:v>
                </c:pt>
                <c:pt idx="16412">
                  <c:v>45349.637499999997</c:v>
                </c:pt>
                <c:pt idx="16413">
                  <c:v>45581.629166666673</c:v>
                </c:pt>
                <c:pt idx="16414">
                  <c:v>45679.813194444447</c:v>
                </c:pt>
                <c:pt idx="16415">
                  <c:v>45786.670138888891</c:v>
                </c:pt>
                <c:pt idx="16416">
                  <c:v>45706.573611111111</c:v>
                </c:pt>
                <c:pt idx="16417">
                  <c:v>45592.068749999999</c:v>
                </c:pt>
                <c:pt idx="16418">
                  <c:v>45650.754861111112</c:v>
                </c:pt>
                <c:pt idx="16419">
                  <c:v>45397.709027777782</c:v>
                </c:pt>
                <c:pt idx="16420">
                  <c:v>45525.680555555547</c:v>
                </c:pt>
                <c:pt idx="16421">
                  <c:v>45720.289583333331</c:v>
                </c:pt>
                <c:pt idx="16422">
                  <c:v>45313.454861111109</c:v>
                </c:pt>
                <c:pt idx="16423">
                  <c:v>45612.910416666673</c:v>
                </c:pt>
                <c:pt idx="16424">
                  <c:v>45336.357638888891</c:v>
                </c:pt>
                <c:pt idx="16425">
                  <c:v>45562.834722222222</c:v>
                </c:pt>
                <c:pt idx="16426">
                  <c:v>45415.527083333327</c:v>
                </c:pt>
                <c:pt idx="16427">
                  <c:v>45481.484722222223</c:v>
                </c:pt>
                <c:pt idx="16428">
                  <c:v>45919.367361111108</c:v>
                </c:pt>
                <c:pt idx="16429">
                  <c:v>45532.85833333333</c:v>
                </c:pt>
                <c:pt idx="16430">
                  <c:v>45446.705555555563</c:v>
                </c:pt>
                <c:pt idx="16431">
                  <c:v>45636.916666666657</c:v>
                </c:pt>
                <c:pt idx="16432">
                  <c:v>45306.45</c:v>
                </c:pt>
                <c:pt idx="16433">
                  <c:v>45735.572916666657</c:v>
                </c:pt>
                <c:pt idx="16434">
                  <c:v>45827.455555555563</c:v>
                </c:pt>
                <c:pt idx="16435">
                  <c:v>45670.977777777778</c:v>
                </c:pt>
                <c:pt idx="16436">
                  <c:v>45931.9</c:v>
                </c:pt>
                <c:pt idx="16437">
                  <c:v>46009.554166666669</c:v>
                </c:pt>
                <c:pt idx="16438">
                  <c:v>45969.867361111108</c:v>
                </c:pt>
                <c:pt idx="16439">
                  <c:v>45712.99722222222</c:v>
                </c:pt>
                <c:pt idx="16440">
                  <c:v>45547.987500000003</c:v>
                </c:pt>
                <c:pt idx="16441">
                  <c:v>45635.802083333343</c:v>
                </c:pt>
                <c:pt idx="16442">
                  <c:v>45906.492361111108</c:v>
                </c:pt>
                <c:pt idx="16443">
                  <c:v>45753.038888888892</c:v>
                </c:pt>
                <c:pt idx="16444">
                  <c:v>45688.615972222222</c:v>
                </c:pt>
                <c:pt idx="16445">
                  <c:v>45862.820138888892</c:v>
                </c:pt>
                <c:pt idx="16446">
                  <c:v>45902.657638888893</c:v>
                </c:pt>
                <c:pt idx="16447">
                  <c:v>45998.759722222218</c:v>
                </c:pt>
                <c:pt idx="16448">
                  <c:v>45787.939583333333</c:v>
                </c:pt>
                <c:pt idx="16449">
                  <c:v>45595.447916666657</c:v>
                </c:pt>
                <c:pt idx="16450">
                  <c:v>45798.72152777778</c:v>
                </c:pt>
                <c:pt idx="16451">
                  <c:v>45668.853472222218</c:v>
                </c:pt>
                <c:pt idx="16452">
                  <c:v>45635.631944444453</c:v>
                </c:pt>
                <c:pt idx="16453">
                  <c:v>45412.692361111112</c:v>
                </c:pt>
                <c:pt idx="16454">
                  <c:v>45334.710416666669</c:v>
                </c:pt>
                <c:pt idx="16455">
                  <c:v>45566.3125</c:v>
                </c:pt>
                <c:pt idx="16456">
                  <c:v>45439.714583333327</c:v>
                </c:pt>
                <c:pt idx="16457">
                  <c:v>45368.885416666657</c:v>
                </c:pt>
                <c:pt idx="16458">
                  <c:v>45950.3</c:v>
                </c:pt>
                <c:pt idx="16459">
                  <c:v>45499.332638888889</c:v>
                </c:pt>
                <c:pt idx="16460">
                  <c:v>45817.865972222222</c:v>
                </c:pt>
                <c:pt idx="16461">
                  <c:v>45771.328472222223</c:v>
                </c:pt>
                <c:pt idx="16462">
                  <c:v>45395.861111111109</c:v>
                </c:pt>
                <c:pt idx="16463">
                  <c:v>46002.53402777778</c:v>
                </c:pt>
                <c:pt idx="16464">
                  <c:v>45846.714583333327</c:v>
                </c:pt>
                <c:pt idx="16465">
                  <c:v>45918.354861111111</c:v>
                </c:pt>
                <c:pt idx="16466">
                  <c:v>45887.85833333333</c:v>
                </c:pt>
                <c:pt idx="16467">
                  <c:v>45608.502083333333</c:v>
                </c:pt>
                <c:pt idx="16468">
                  <c:v>45579.619444444441</c:v>
                </c:pt>
                <c:pt idx="16469">
                  <c:v>45740.87777777778</c:v>
                </c:pt>
                <c:pt idx="16470">
                  <c:v>45978.290277777778</c:v>
                </c:pt>
                <c:pt idx="16471">
                  <c:v>45305.700694444437</c:v>
                </c:pt>
                <c:pt idx="16472">
                  <c:v>45795.629861111112</c:v>
                </c:pt>
                <c:pt idx="16473">
                  <c:v>45487.69027777778</c:v>
                </c:pt>
                <c:pt idx="16474">
                  <c:v>45865.861111111109</c:v>
                </c:pt>
                <c:pt idx="16475">
                  <c:v>45684.686805555553</c:v>
                </c:pt>
                <c:pt idx="16476">
                  <c:v>45467.832638888889</c:v>
                </c:pt>
                <c:pt idx="16477">
                  <c:v>45516.317361111112</c:v>
                </c:pt>
                <c:pt idx="16478">
                  <c:v>45711.618055555547</c:v>
                </c:pt>
                <c:pt idx="16479">
                  <c:v>45534.895833333343</c:v>
                </c:pt>
                <c:pt idx="16480">
                  <c:v>45548.290277777778</c:v>
                </c:pt>
                <c:pt idx="16481">
                  <c:v>45643.540277777778</c:v>
                </c:pt>
                <c:pt idx="16482">
                  <c:v>45946.504861111112</c:v>
                </c:pt>
                <c:pt idx="16483">
                  <c:v>45904.854166666657</c:v>
                </c:pt>
                <c:pt idx="16484">
                  <c:v>45904.854166666657</c:v>
                </c:pt>
                <c:pt idx="16485">
                  <c:v>45946.504861111112</c:v>
                </c:pt>
                <c:pt idx="16486">
                  <c:v>45336.631249999999</c:v>
                </c:pt>
                <c:pt idx="16487">
                  <c:v>45643.540277777778</c:v>
                </c:pt>
                <c:pt idx="16488">
                  <c:v>45336.631249999999</c:v>
                </c:pt>
                <c:pt idx="16489">
                  <c:v>45659.432638888888</c:v>
                </c:pt>
                <c:pt idx="16490">
                  <c:v>45659.432638888888</c:v>
                </c:pt>
                <c:pt idx="16491">
                  <c:v>45931.402777777781</c:v>
                </c:pt>
                <c:pt idx="16492">
                  <c:v>45931.402777777781</c:v>
                </c:pt>
                <c:pt idx="16493">
                  <c:v>45617.57708333333</c:v>
                </c:pt>
                <c:pt idx="16494">
                  <c:v>45379.59652777778</c:v>
                </c:pt>
                <c:pt idx="16495">
                  <c:v>45552.55</c:v>
                </c:pt>
                <c:pt idx="16496">
                  <c:v>45379.59652777778</c:v>
                </c:pt>
                <c:pt idx="16497">
                  <c:v>45552.55</c:v>
                </c:pt>
                <c:pt idx="16498">
                  <c:v>45617.57708333333</c:v>
                </c:pt>
                <c:pt idx="16499">
                  <c:v>45811.600694444453</c:v>
                </c:pt>
                <c:pt idx="16500">
                  <c:v>45811.600694444453</c:v>
                </c:pt>
                <c:pt idx="16501">
                  <c:v>45447.274305555547</c:v>
                </c:pt>
                <c:pt idx="16502">
                  <c:v>45592.834722222222</c:v>
                </c:pt>
                <c:pt idx="16503">
                  <c:v>45811.62222222222</c:v>
                </c:pt>
                <c:pt idx="16504">
                  <c:v>45510.748611111107</c:v>
                </c:pt>
                <c:pt idx="16505">
                  <c:v>45750.875694444447</c:v>
                </c:pt>
                <c:pt idx="16506">
                  <c:v>45811.62222222222</c:v>
                </c:pt>
                <c:pt idx="16507">
                  <c:v>45860.390972222223</c:v>
                </c:pt>
                <c:pt idx="16508">
                  <c:v>45510.748611111107</c:v>
                </c:pt>
                <c:pt idx="16509">
                  <c:v>45447.274305555547</c:v>
                </c:pt>
                <c:pt idx="16510">
                  <c:v>45860.390972222223</c:v>
                </c:pt>
                <c:pt idx="16511">
                  <c:v>45592.834722222222</c:v>
                </c:pt>
                <c:pt idx="16512">
                  <c:v>45750.875694444447</c:v>
                </c:pt>
                <c:pt idx="16513">
                  <c:v>45293.509722222218</c:v>
                </c:pt>
                <c:pt idx="16514">
                  <c:v>45708.573611111111</c:v>
                </c:pt>
                <c:pt idx="16515">
                  <c:v>45554.545138888891</c:v>
                </c:pt>
                <c:pt idx="16516">
                  <c:v>45362.636805555558</c:v>
                </c:pt>
                <c:pt idx="16517">
                  <c:v>45462.381249999999</c:v>
                </c:pt>
                <c:pt idx="16518">
                  <c:v>45637.702777777777</c:v>
                </c:pt>
                <c:pt idx="16519">
                  <c:v>45510.393055555563</c:v>
                </c:pt>
                <c:pt idx="16520">
                  <c:v>45728.45</c:v>
                </c:pt>
                <c:pt idx="16521">
                  <c:v>45824.557638888888</c:v>
                </c:pt>
                <c:pt idx="16522">
                  <c:v>45995.513194444437</c:v>
                </c:pt>
                <c:pt idx="16523">
                  <c:v>45691.511805555558</c:v>
                </c:pt>
                <c:pt idx="16524">
                  <c:v>45961.597916666673</c:v>
                </c:pt>
                <c:pt idx="16525">
                  <c:v>45789.453472222223</c:v>
                </c:pt>
                <c:pt idx="16526">
                  <c:v>45657.532638888893</c:v>
                </c:pt>
                <c:pt idx="16527">
                  <c:v>45532.561805555553</c:v>
                </c:pt>
                <c:pt idx="16528">
                  <c:v>45602.60833333333</c:v>
                </c:pt>
                <c:pt idx="16529">
                  <c:v>45337.356249999997</c:v>
                </c:pt>
                <c:pt idx="16530">
                  <c:v>45442.407638888893</c:v>
                </c:pt>
                <c:pt idx="16531">
                  <c:v>46022.482638888891</c:v>
                </c:pt>
                <c:pt idx="16532">
                  <c:v>45761.419444444437</c:v>
                </c:pt>
                <c:pt idx="16533">
                  <c:v>45902.670138888891</c:v>
                </c:pt>
                <c:pt idx="16534">
                  <c:v>45622.40902777778</c:v>
                </c:pt>
                <c:pt idx="16535">
                  <c:v>45411.370138888888</c:v>
                </c:pt>
                <c:pt idx="16536">
                  <c:v>45391.369444444441</c:v>
                </c:pt>
                <c:pt idx="16537">
                  <c:v>45578.476388888892</c:v>
                </c:pt>
                <c:pt idx="16538">
                  <c:v>45961.59375</c:v>
                </c:pt>
                <c:pt idx="16539">
                  <c:v>45848.404861111107</c:v>
                </c:pt>
                <c:pt idx="16540">
                  <c:v>45488.499305555553</c:v>
                </c:pt>
                <c:pt idx="16541">
                  <c:v>45700.905555555553</c:v>
                </c:pt>
                <c:pt idx="16542">
                  <c:v>45772.777083333327</c:v>
                </c:pt>
                <c:pt idx="16543">
                  <c:v>45880.436805555553</c:v>
                </c:pt>
                <c:pt idx="16544">
                  <c:v>45572.909722222219</c:v>
                </c:pt>
                <c:pt idx="16545">
                  <c:v>45435.868750000001</c:v>
                </c:pt>
                <c:pt idx="16546">
                  <c:v>45328.340277777781</c:v>
                </c:pt>
                <c:pt idx="16547">
                  <c:v>45608.894444444442</c:v>
                </c:pt>
                <c:pt idx="16548">
                  <c:v>45533.656944444447</c:v>
                </c:pt>
                <c:pt idx="16549">
                  <c:v>45363.095138888893</c:v>
                </c:pt>
                <c:pt idx="16550">
                  <c:v>45297.977083333331</c:v>
                </c:pt>
                <c:pt idx="16551">
                  <c:v>45951.375</c:v>
                </c:pt>
                <c:pt idx="16552">
                  <c:v>45911.952777777777</c:v>
                </c:pt>
                <c:pt idx="16553">
                  <c:v>45738.433333333327</c:v>
                </c:pt>
                <c:pt idx="16554">
                  <c:v>45802.908333333333</c:v>
                </c:pt>
                <c:pt idx="16555">
                  <c:v>45660.714583333327</c:v>
                </c:pt>
                <c:pt idx="16556">
                  <c:v>45469.618055555547</c:v>
                </c:pt>
                <c:pt idx="16557">
                  <c:v>45838.515277777777</c:v>
                </c:pt>
                <c:pt idx="16558">
                  <c:v>45989.051388888889</c:v>
                </c:pt>
                <c:pt idx="16559">
                  <c:v>45749.533333333333</c:v>
                </c:pt>
                <c:pt idx="16560">
                  <c:v>45397.699305555558</c:v>
                </c:pt>
                <c:pt idx="16561">
                  <c:v>45643.651388888888</c:v>
                </c:pt>
                <c:pt idx="16562">
                  <c:v>45740.698611111111</c:v>
                </c:pt>
                <c:pt idx="16563">
                  <c:v>45342.677083333343</c:v>
                </c:pt>
                <c:pt idx="16564">
                  <c:v>45409.597916666673</c:v>
                </c:pt>
                <c:pt idx="16565">
                  <c:v>45585.65902777778</c:v>
                </c:pt>
                <c:pt idx="16566">
                  <c:v>45628.868750000001</c:v>
                </c:pt>
                <c:pt idx="16567">
                  <c:v>45628.868750000001</c:v>
                </c:pt>
                <c:pt idx="16568">
                  <c:v>45951.677083333343</c:v>
                </c:pt>
                <c:pt idx="16569">
                  <c:v>46019.574999999997</c:v>
                </c:pt>
                <c:pt idx="16570">
                  <c:v>45692.472916666673</c:v>
                </c:pt>
                <c:pt idx="16571">
                  <c:v>45799.915277777778</c:v>
                </c:pt>
                <c:pt idx="16572">
                  <c:v>45369.692361111112</c:v>
                </c:pt>
                <c:pt idx="16573">
                  <c:v>45985.9</c:v>
                </c:pt>
                <c:pt idx="16574">
                  <c:v>45985.9</c:v>
                </c:pt>
                <c:pt idx="16575">
                  <c:v>45799.915277777778</c:v>
                </c:pt>
                <c:pt idx="16576">
                  <c:v>45692.472916666673</c:v>
                </c:pt>
                <c:pt idx="16577">
                  <c:v>45511.495833333327</c:v>
                </c:pt>
                <c:pt idx="16578">
                  <c:v>45438.952777777777</c:v>
                </c:pt>
                <c:pt idx="16579">
                  <c:v>45329.834027777782</c:v>
                </c:pt>
                <c:pt idx="16580">
                  <c:v>45511.495833333327</c:v>
                </c:pt>
                <c:pt idx="16581">
                  <c:v>45845.668749999997</c:v>
                </c:pt>
                <c:pt idx="16582">
                  <c:v>45329.834027777782</c:v>
                </c:pt>
                <c:pt idx="16583">
                  <c:v>45438.952777777777</c:v>
                </c:pt>
                <c:pt idx="16584">
                  <c:v>45895.542361111111</c:v>
                </c:pt>
                <c:pt idx="16585">
                  <c:v>45951.677083333343</c:v>
                </c:pt>
                <c:pt idx="16586">
                  <c:v>45392.552777777782</c:v>
                </c:pt>
                <c:pt idx="16587">
                  <c:v>45845.668749999997</c:v>
                </c:pt>
                <c:pt idx="16588">
                  <c:v>46019.574999999997</c:v>
                </c:pt>
                <c:pt idx="16589">
                  <c:v>45369.692361111112</c:v>
                </c:pt>
                <c:pt idx="16590">
                  <c:v>45392.552777777782</c:v>
                </c:pt>
                <c:pt idx="16591">
                  <c:v>45895.542361111111</c:v>
                </c:pt>
                <c:pt idx="16592">
                  <c:v>45973.339583333327</c:v>
                </c:pt>
                <c:pt idx="16593">
                  <c:v>45687.337500000001</c:v>
                </c:pt>
                <c:pt idx="16594">
                  <c:v>45662.765277777777</c:v>
                </c:pt>
                <c:pt idx="16595">
                  <c:v>45463.35</c:v>
                </c:pt>
                <c:pt idx="16596">
                  <c:v>45543.338194444441</c:v>
                </c:pt>
                <c:pt idx="16597">
                  <c:v>45358.576388888891</c:v>
                </c:pt>
                <c:pt idx="16598">
                  <c:v>45320.738194444442</c:v>
                </c:pt>
                <c:pt idx="16599">
                  <c:v>45754.336111111108</c:v>
                </c:pt>
                <c:pt idx="16600">
                  <c:v>45581.338888888888</c:v>
                </c:pt>
                <c:pt idx="16601">
                  <c:v>45828.602083333331</c:v>
                </c:pt>
                <c:pt idx="16602">
                  <c:v>45775.338194444441</c:v>
                </c:pt>
                <c:pt idx="16603">
                  <c:v>45609.626388888893</c:v>
                </c:pt>
                <c:pt idx="16604">
                  <c:v>45939.340277777781</c:v>
                </c:pt>
                <c:pt idx="16605">
                  <c:v>45882.345138888893</c:v>
                </c:pt>
                <c:pt idx="16606">
                  <c:v>45730.685416666667</c:v>
                </c:pt>
                <c:pt idx="16607">
                  <c:v>45803.337500000001</c:v>
                </c:pt>
                <c:pt idx="16608">
                  <c:v>45393.572222222218</c:v>
                </c:pt>
                <c:pt idx="16609">
                  <c:v>45855.354861111111</c:v>
                </c:pt>
                <c:pt idx="16610">
                  <c:v>45999.572222222218</c:v>
                </c:pt>
                <c:pt idx="16611">
                  <c:v>45915.339583333327</c:v>
                </c:pt>
                <c:pt idx="16612">
                  <c:v>45636.34097222222</c:v>
                </c:pt>
                <c:pt idx="16613">
                  <c:v>45707.34097222222</c:v>
                </c:pt>
                <c:pt idx="16614">
                  <c:v>45621.338888888888</c:v>
                </c:pt>
                <c:pt idx="16615">
                  <c:v>45426.445833333331</c:v>
                </c:pt>
                <c:pt idx="16616">
                  <c:v>45644.892361111109</c:v>
                </c:pt>
                <c:pt idx="16617">
                  <c:v>45614.29583333333</c:v>
                </c:pt>
                <c:pt idx="16618">
                  <c:v>45544.868055555547</c:v>
                </c:pt>
                <c:pt idx="16619">
                  <c:v>45397.577777777777</c:v>
                </c:pt>
                <c:pt idx="16620">
                  <c:v>45677.587500000001</c:v>
                </c:pt>
                <c:pt idx="16621">
                  <c:v>45483.629861111112</c:v>
                </c:pt>
                <c:pt idx="16622">
                  <c:v>45629.634027777778</c:v>
                </c:pt>
                <c:pt idx="16623">
                  <c:v>45586.509722222218</c:v>
                </c:pt>
                <c:pt idx="16624">
                  <c:v>45738.444444444453</c:v>
                </c:pt>
                <c:pt idx="16625">
                  <c:v>45406.74722222222</c:v>
                </c:pt>
                <c:pt idx="16626">
                  <c:v>45691.68472222222</c:v>
                </c:pt>
                <c:pt idx="16627">
                  <c:v>45706.425694444442</c:v>
                </c:pt>
                <c:pt idx="16628">
                  <c:v>45526.484027777777</c:v>
                </c:pt>
                <c:pt idx="16629">
                  <c:v>45495.59097222222</c:v>
                </c:pt>
                <c:pt idx="16630">
                  <c:v>45463.810416666667</c:v>
                </c:pt>
                <c:pt idx="16631">
                  <c:v>45754.48333333333</c:v>
                </c:pt>
                <c:pt idx="16632">
                  <c:v>45599.729861111111</c:v>
                </c:pt>
                <c:pt idx="16633">
                  <c:v>45561.631249999999</c:v>
                </c:pt>
                <c:pt idx="16634">
                  <c:v>45384.220138888893</c:v>
                </c:pt>
                <c:pt idx="16635">
                  <c:v>45659.743055555547</c:v>
                </c:pt>
                <c:pt idx="16636">
                  <c:v>45722.744444444441</c:v>
                </c:pt>
                <c:pt idx="16637">
                  <c:v>45440.815972222219</c:v>
                </c:pt>
                <c:pt idx="16638">
                  <c:v>45572.67291666667</c:v>
                </c:pt>
                <c:pt idx="16639">
                  <c:v>45444.634722222218</c:v>
                </c:pt>
                <c:pt idx="16640">
                  <c:v>45352.577777777777</c:v>
                </c:pt>
                <c:pt idx="16641">
                  <c:v>45301.761805555558</c:v>
                </c:pt>
                <c:pt idx="16642">
                  <c:v>45963.607638888891</c:v>
                </c:pt>
                <c:pt idx="16643">
                  <c:v>45892.818055555559</c:v>
                </c:pt>
                <c:pt idx="16644">
                  <c:v>45682.368055555547</c:v>
                </c:pt>
                <c:pt idx="16645">
                  <c:v>45481.720833333333</c:v>
                </c:pt>
                <c:pt idx="16646">
                  <c:v>45543.625</c:v>
                </c:pt>
                <c:pt idx="16647">
                  <c:v>45495.736805555563</c:v>
                </c:pt>
                <c:pt idx="16648">
                  <c:v>45790.852777777778</c:v>
                </c:pt>
                <c:pt idx="16649">
                  <c:v>45997.609027777777</c:v>
                </c:pt>
                <c:pt idx="16650">
                  <c:v>45828.877083333333</c:v>
                </c:pt>
                <c:pt idx="16651">
                  <c:v>45588.722916666673</c:v>
                </c:pt>
                <c:pt idx="16652">
                  <c:v>45735.786111111112</c:v>
                </c:pt>
                <c:pt idx="16653">
                  <c:v>45989.806250000001</c:v>
                </c:pt>
                <c:pt idx="16654">
                  <c:v>45419.972916666673</c:v>
                </c:pt>
                <c:pt idx="16655">
                  <c:v>46020.052777777782</c:v>
                </c:pt>
                <c:pt idx="16656">
                  <c:v>45886.515972222223</c:v>
                </c:pt>
                <c:pt idx="16657">
                  <c:v>45538.811111111107</c:v>
                </c:pt>
                <c:pt idx="16658">
                  <c:v>45797.526388888888</c:v>
                </c:pt>
                <c:pt idx="16659">
                  <c:v>46020.054861111108</c:v>
                </c:pt>
                <c:pt idx="16660">
                  <c:v>45326.974305555559</c:v>
                </c:pt>
                <c:pt idx="16661">
                  <c:v>45657.07916666667</c:v>
                </c:pt>
                <c:pt idx="16662">
                  <c:v>45699.49722222222</c:v>
                </c:pt>
                <c:pt idx="16663">
                  <c:v>45364.853472222218</c:v>
                </c:pt>
                <c:pt idx="16664">
                  <c:v>45457.747916666667</c:v>
                </c:pt>
                <c:pt idx="16665">
                  <c:v>45530.072916666657</c:v>
                </c:pt>
                <c:pt idx="16666">
                  <c:v>45306.462500000001</c:v>
                </c:pt>
                <c:pt idx="16667">
                  <c:v>45734.643750000003</c:v>
                </c:pt>
                <c:pt idx="16668">
                  <c:v>45546.125694444447</c:v>
                </c:pt>
                <c:pt idx="16669">
                  <c:v>45587.553472222222</c:v>
                </c:pt>
                <c:pt idx="16670">
                  <c:v>45512.970833333333</c:v>
                </c:pt>
                <c:pt idx="16671">
                  <c:v>45392.05</c:v>
                </c:pt>
                <c:pt idx="16672">
                  <c:v>45422.050694444442</c:v>
                </c:pt>
                <c:pt idx="16673">
                  <c:v>45552.759722222218</c:v>
                </c:pt>
                <c:pt idx="16674">
                  <c:v>45789.919444444437</c:v>
                </c:pt>
                <c:pt idx="16675">
                  <c:v>45751.075694444437</c:v>
                </c:pt>
                <c:pt idx="16676">
                  <c:v>45604.515277777777</c:v>
                </c:pt>
                <c:pt idx="16677">
                  <c:v>45924.069444444453</c:v>
                </c:pt>
                <c:pt idx="16678">
                  <c:v>45594.98541666667</c:v>
                </c:pt>
                <c:pt idx="16679">
                  <c:v>45905.1</c:v>
                </c:pt>
                <c:pt idx="16680">
                  <c:v>45852.841666666667</c:v>
                </c:pt>
                <c:pt idx="16681">
                  <c:v>45774.65625</c:v>
                </c:pt>
                <c:pt idx="16682">
                  <c:v>45549.032638888893</c:v>
                </c:pt>
                <c:pt idx="16683">
                  <c:v>45869.535416666673</c:v>
                </c:pt>
                <c:pt idx="16684">
                  <c:v>45966.102777777778</c:v>
                </c:pt>
                <c:pt idx="16685">
                  <c:v>45989.526388888888</c:v>
                </c:pt>
                <c:pt idx="16686">
                  <c:v>45631.540972222218</c:v>
                </c:pt>
                <c:pt idx="16687">
                  <c:v>45543.814583333333</c:v>
                </c:pt>
                <c:pt idx="16688">
                  <c:v>45743.116666666669</c:v>
                </c:pt>
                <c:pt idx="16689">
                  <c:v>45553.088194444441</c:v>
                </c:pt>
                <c:pt idx="16690">
                  <c:v>45305.806944444441</c:v>
                </c:pt>
                <c:pt idx="16691">
                  <c:v>45344.155555555553</c:v>
                </c:pt>
                <c:pt idx="16692">
                  <c:v>45709.580555555563</c:v>
                </c:pt>
                <c:pt idx="16693">
                  <c:v>45509.550694444442</c:v>
                </c:pt>
                <c:pt idx="16694">
                  <c:v>45580.525694444441</c:v>
                </c:pt>
                <c:pt idx="16695">
                  <c:v>45698.040277777778</c:v>
                </c:pt>
                <c:pt idx="16696">
                  <c:v>45720.093055555553</c:v>
                </c:pt>
                <c:pt idx="16697">
                  <c:v>45947.215277777781</c:v>
                </c:pt>
                <c:pt idx="16698">
                  <c:v>45754.12222222222</c:v>
                </c:pt>
                <c:pt idx="16699">
                  <c:v>45493.809027777781</c:v>
                </c:pt>
                <c:pt idx="16700">
                  <c:v>45567.51666666667</c:v>
                </c:pt>
                <c:pt idx="16701">
                  <c:v>45901.570138888892</c:v>
                </c:pt>
                <c:pt idx="16702">
                  <c:v>45992.535416666673</c:v>
                </c:pt>
                <c:pt idx="16703">
                  <c:v>45835.107638888891</c:v>
                </c:pt>
                <c:pt idx="16704">
                  <c:v>45328.052083333343</c:v>
                </c:pt>
                <c:pt idx="16705">
                  <c:v>45798.515277777777</c:v>
                </c:pt>
                <c:pt idx="16706">
                  <c:v>45471.491666666669</c:v>
                </c:pt>
                <c:pt idx="16707">
                  <c:v>46000.647222222222</c:v>
                </c:pt>
                <c:pt idx="16708">
                  <c:v>45985.488194444442</c:v>
                </c:pt>
                <c:pt idx="16709">
                  <c:v>45975.52847222222</c:v>
                </c:pt>
                <c:pt idx="16710">
                  <c:v>45492.79791666667</c:v>
                </c:pt>
                <c:pt idx="16711">
                  <c:v>45565.62222222222</c:v>
                </c:pt>
                <c:pt idx="16712">
                  <c:v>45894.779166666667</c:v>
                </c:pt>
                <c:pt idx="16713">
                  <c:v>45728.632638888892</c:v>
                </c:pt>
                <c:pt idx="16714">
                  <c:v>45410.614583333343</c:v>
                </c:pt>
                <c:pt idx="16715">
                  <c:v>45822.820138888892</c:v>
                </c:pt>
                <c:pt idx="16716">
                  <c:v>45635.550694444442</c:v>
                </c:pt>
                <c:pt idx="16717">
                  <c:v>45533.552083333343</c:v>
                </c:pt>
                <c:pt idx="16718">
                  <c:v>45880.515277777777</c:v>
                </c:pt>
                <c:pt idx="16719">
                  <c:v>45950.48541666667</c:v>
                </c:pt>
                <c:pt idx="16720">
                  <c:v>45629.727083333331</c:v>
                </c:pt>
                <c:pt idx="16721">
                  <c:v>45673.534722222219</c:v>
                </c:pt>
                <c:pt idx="16722">
                  <c:v>45587.553472222222</c:v>
                </c:pt>
                <c:pt idx="16723">
                  <c:v>45975.479166666657</c:v>
                </c:pt>
                <c:pt idx="16724">
                  <c:v>46008.489583333343</c:v>
                </c:pt>
                <c:pt idx="16725">
                  <c:v>45726.543055555558</c:v>
                </c:pt>
                <c:pt idx="16726">
                  <c:v>45663.513194444437</c:v>
                </c:pt>
                <c:pt idx="16727">
                  <c:v>45842.693055555559</c:v>
                </c:pt>
                <c:pt idx="16728">
                  <c:v>45892.510416666657</c:v>
                </c:pt>
                <c:pt idx="16729">
                  <c:v>45855.499305555553</c:v>
                </c:pt>
                <c:pt idx="16730">
                  <c:v>46000.507638888892</c:v>
                </c:pt>
                <c:pt idx="16731">
                  <c:v>45849.675694444442</c:v>
                </c:pt>
                <c:pt idx="16732">
                  <c:v>45986.738194444442</c:v>
                </c:pt>
                <c:pt idx="16733">
                  <c:v>45769.525694444441</c:v>
                </c:pt>
                <c:pt idx="16734">
                  <c:v>45810.598611111112</c:v>
                </c:pt>
                <c:pt idx="16735">
                  <c:v>45644.686111111107</c:v>
                </c:pt>
                <c:pt idx="16736">
                  <c:v>45926.627083333333</c:v>
                </c:pt>
                <c:pt idx="16737">
                  <c:v>45603.500694444447</c:v>
                </c:pt>
                <c:pt idx="16738">
                  <c:v>45568.558333333327</c:v>
                </c:pt>
                <c:pt idx="16739">
                  <c:v>45902.785416666673</c:v>
                </c:pt>
                <c:pt idx="16740">
                  <c:v>45744.517361111109</c:v>
                </c:pt>
                <c:pt idx="16741">
                  <c:v>45831.52847222222</c:v>
                </c:pt>
                <c:pt idx="16742">
                  <c:v>45552.503472222219</c:v>
                </c:pt>
                <c:pt idx="16743">
                  <c:v>45938.507638888892</c:v>
                </c:pt>
                <c:pt idx="16744">
                  <c:v>45510.603472222218</c:v>
                </c:pt>
                <c:pt idx="16745">
                  <c:v>45964.54791666667</c:v>
                </c:pt>
                <c:pt idx="16746">
                  <c:v>45797.71875</c:v>
                </c:pt>
                <c:pt idx="16747">
                  <c:v>45916.481249999997</c:v>
                </c:pt>
                <c:pt idx="16748">
                  <c:v>45293.525000000001</c:v>
                </c:pt>
                <c:pt idx="16749">
                  <c:v>45821.770138888889</c:v>
                </c:pt>
                <c:pt idx="16750">
                  <c:v>45617.727777777778</c:v>
                </c:pt>
                <c:pt idx="16751">
                  <c:v>45698.515277777777</c:v>
                </c:pt>
                <c:pt idx="16752">
                  <c:v>45455.461111111108</c:v>
                </c:pt>
                <c:pt idx="16753">
                  <c:v>45989.491666666669</c:v>
                </c:pt>
                <c:pt idx="16754">
                  <c:v>46019.67291666667</c:v>
                </c:pt>
                <c:pt idx="16755">
                  <c:v>45985.525000000001</c:v>
                </c:pt>
                <c:pt idx="16756">
                  <c:v>45458.878472222219</c:v>
                </c:pt>
                <c:pt idx="16757">
                  <c:v>45599.887499999997</c:v>
                </c:pt>
                <c:pt idx="16758">
                  <c:v>45951.491666666669</c:v>
                </c:pt>
                <c:pt idx="16759">
                  <c:v>45552.743750000001</c:v>
                </c:pt>
                <c:pt idx="16760">
                  <c:v>45921.988888888889</c:v>
                </c:pt>
                <c:pt idx="16761">
                  <c:v>45677.413888888892</c:v>
                </c:pt>
                <c:pt idx="16762">
                  <c:v>45936.863194444442</c:v>
                </c:pt>
                <c:pt idx="16763">
                  <c:v>45761.496527777781</c:v>
                </c:pt>
                <c:pt idx="16764">
                  <c:v>45879.532638888893</c:v>
                </c:pt>
                <c:pt idx="16765">
                  <c:v>45519.739583333343</c:v>
                </c:pt>
                <c:pt idx="16766">
                  <c:v>45978.747916666667</c:v>
                </c:pt>
                <c:pt idx="16767">
                  <c:v>45487.958333333343</c:v>
                </c:pt>
                <c:pt idx="16768">
                  <c:v>45842.661111111112</c:v>
                </c:pt>
                <c:pt idx="16769">
                  <c:v>45446.965277777781</c:v>
                </c:pt>
                <c:pt idx="16770">
                  <c:v>45706.654861111107</c:v>
                </c:pt>
                <c:pt idx="16771">
                  <c:v>45667.510416666657</c:v>
                </c:pt>
                <c:pt idx="16772">
                  <c:v>46021.490972222222</c:v>
                </c:pt>
                <c:pt idx="16773">
                  <c:v>45859.523611111108</c:v>
                </c:pt>
                <c:pt idx="16774">
                  <c:v>46021.486111111109</c:v>
                </c:pt>
                <c:pt idx="16775">
                  <c:v>45776.498611111107</c:v>
                </c:pt>
                <c:pt idx="16776">
                  <c:v>45614.519444444442</c:v>
                </c:pt>
                <c:pt idx="16777">
                  <c:v>46021.487500000003</c:v>
                </c:pt>
                <c:pt idx="16778">
                  <c:v>45576.542361111111</c:v>
                </c:pt>
                <c:pt idx="16779">
                  <c:v>45999.527083333327</c:v>
                </c:pt>
                <c:pt idx="16780">
                  <c:v>45911.51458333333</c:v>
                </c:pt>
                <c:pt idx="16781">
                  <c:v>45621.447222222218</c:v>
                </c:pt>
                <c:pt idx="16782">
                  <c:v>45639.508333333331</c:v>
                </c:pt>
                <c:pt idx="16783">
                  <c:v>45917.409722222219</c:v>
                </c:pt>
                <c:pt idx="16784">
                  <c:v>45720.581944444442</c:v>
                </c:pt>
                <c:pt idx="16785">
                  <c:v>45740.72152777778</c:v>
                </c:pt>
                <c:pt idx="16786">
                  <c:v>45904.974999999999</c:v>
                </c:pt>
                <c:pt idx="16787">
                  <c:v>45641.578472222223</c:v>
                </c:pt>
                <c:pt idx="16788">
                  <c:v>45717.661111111112</c:v>
                </c:pt>
                <c:pt idx="16789">
                  <c:v>45938.652777777781</c:v>
                </c:pt>
                <c:pt idx="16790">
                  <c:v>46006.424305555563</c:v>
                </c:pt>
                <c:pt idx="16791">
                  <c:v>45756.436111111107</c:v>
                </c:pt>
                <c:pt idx="16792">
                  <c:v>45864.336111111108</c:v>
                </c:pt>
                <c:pt idx="16793">
                  <c:v>45989.287499999999</c:v>
                </c:pt>
                <c:pt idx="16794">
                  <c:v>45845.313194444447</c:v>
                </c:pt>
                <c:pt idx="16795">
                  <c:v>45796.837500000001</c:v>
                </c:pt>
                <c:pt idx="16796">
                  <c:v>45866.716666666667</c:v>
                </c:pt>
                <c:pt idx="16797">
                  <c:v>45351.292361111111</c:v>
                </c:pt>
                <c:pt idx="16798">
                  <c:v>45728.4375</c:v>
                </c:pt>
                <c:pt idx="16799">
                  <c:v>45818.29583333333</c:v>
                </c:pt>
                <c:pt idx="16800">
                  <c:v>45916.384722222218</c:v>
                </c:pt>
                <c:pt idx="16801">
                  <c:v>46007.355555555558</c:v>
                </c:pt>
                <c:pt idx="16802">
                  <c:v>45720.334027777782</c:v>
                </c:pt>
                <c:pt idx="16803">
                  <c:v>45749.640972222223</c:v>
                </c:pt>
                <c:pt idx="16804">
                  <c:v>45938.326388888891</c:v>
                </c:pt>
                <c:pt idx="16805">
                  <c:v>45772.453472222223</c:v>
                </c:pt>
                <c:pt idx="16806">
                  <c:v>45893.655555555553</c:v>
                </c:pt>
                <c:pt idx="16807">
                  <c:v>45963.311111111107</c:v>
                </c:pt>
                <c:pt idx="16808">
                  <c:v>45882.556944444441</c:v>
                </c:pt>
                <c:pt idx="16809">
                  <c:v>45851.511111111111</c:v>
                </c:pt>
                <c:pt idx="16810">
                  <c:v>45905.350694444453</c:v>
                </c:pt>
                <c:pt idx="16811">
                  <c:v>45466.534722222219</c:v>
                </c:pt>
                <c:pt idx="16812">
                  <c:v>45326.761111111111</c:v>
                </c:pt>
                <c:pt idx="16813">
                  <c:v>45503.585416666669</c:v>
                </c:pt>
                <c:pt idx="16814">
                  <c:v>45569.748611111107</c:v>
                </c:pt>
                <c:pt idx="16815">
                  <c:v>45417.47152777778</c:v>
                </c:pt>
                <c:pt idx="16816">
                  <c:v>45639.61041666667</c:v>
                </c:pt>
                <c:pt idx="16817">
                  <c:v>45355.75</c:v>
                </c:pt>
                <c:pt idx="16818">
                  <c:v>45652.393750000003</c:v>
                </c:pt>
                <c:pt idx="16819">
                  <c:v>45806.618750000001</c:v>
                </c:pt>
                <c:pt idx="16820">
                  <c:v>45770.495833333327</c:v>
                </c:pt>
                <c:pt idx="16821">
                  <c:v>45708.288194444453</c:v>
                </c:pt>
                <c:pt idx="16822">
                  <c:v>45788.496527777781</c:v>
                </c:pt>
                <c:pt idx="16823">
                  <c:v>45638.484722222223</c:v>
                </c:pt>
                <c:pt idx="16824">
                  <c:v>45342.65902777778</c:v>
                </c:pt>
                <c:pt idx="16825">
                  <c:v>45380.45416666667</c:v>
                </c:pt>
                <c:pt idx="16826">
                  <c:v>45563.681250000001</c:v>
                </c:pt>
                <c:pt idx="16827">
                  <c:v>45446.438194444447</c:v>
                </c:pt>
                <c:pt idx="16828">
                  <c:v>45751.489583333343</c:v>
                </c:pt>
                <c:pt idx="16829">
                  <c:v>45678.534722222219</c:v>
                </c:pt>
                <c:pt idx="16830">
                  <c:v>45739.561111111107</c:v>
                </c:pt>
                <c:pt idx="16831">
                  <c:v>45529.436805555553</c:v>
                </c:pt>
                <c:pt idx="16832">
                  <c:v>45490.855555555558</c:v>
                </c:pt>
                <c:pt idx="16833">
                  <c:v>45520.592361111107</c:v>
                </c:pt>
                <c:pt idx="16834">
                  <c:v>45605.668749999997</c:v>
                </c:pt>
                <c:pt idx="16835">
                  <c:v>45452.934027777781</c:v>
                </c:pt>
                <c:pt idx="16836">
                  <c:v>45812.88958333333</c:v>
                </c:pt>
                <c:pt idx="16837">
                  <c:v>45560.921527777777</c:v>
                </c:pt>
                <c:pt idx="16838">
                  <c:v>45339.054166666669</c:v>
                </c:pt>
                <c:pt idx="16839">
                  <c:v>45313.884027777778</c:v>
                </c:pt>
                <c:pt idx="16840">
                  <c:v>45953.736111111109</c:v>
                </c:pt>
                <c:pt idx="16841">
                  <c:v>45492.68472222222</c:v>
                </c:pt>
                <c:pt idx="16842">
                  <c:v>45391.965277777781</c:v>
                </c:pt>
                <c:pt idx="16843">
                  <c:v>45977.690972222219</c:v>
                </c:pt>
                <c:pt idx="16844">
                  <c:v>45998.484722222223</c:v>
                </c:pt>
                <c:pt idx="16845">
                  <c:v>45932.84375</c:v>
                </c:pt>
                <c:pt idx="16846">
                  <c:v>45357.511805555558</c:v>
                </c:pt>
                <c:pt idx="16847">
                  <c:v>45541.593055555553</c:v>
                </c:pt>
                <c:pt idx="16848">
                  <c:v>45767.395138888889</c:v>
                </c:pt>
                <c:pt idx="16849">
                  <c:v>45794.870138888888</c:v>
                </c:pt>
                <c:pt idx="16850">
                  <c:v>45452.927083333343</c:v>
                </c:pt>
                <c:pt idx="16851">
                  <c:v>45678.989583333343</c:v>
                </c:pt>
                <c:pt idx="16852">
                  <c:v>45905.793749999997</c:v>
                </c:pt>
                <c:pt idx="16853">
                  <c:v>45834.921527777777</c:v>
                </c:pt>
                <c:pt idx="16854">
                  <c:v>45875.734027777777</c:v>
                </c:pt>
                <c:pt idx="16855">
                  <c:v>45640.789583333331</c:v>
                </c:pt>
                <c:pt idx="16856">
                  <c:v>45718.697222222218</c:v>
                </c:pt>
                <c:pt idx="16857">
                  <c:v>45764.591666666667</c:v>
                </c:pt>
                <c:pt idx="16858">
                  <c:v>45326.697222222218</c:v>
                </c:pt>
                <c:pt idx="16859">
                  <c:v>45443.581944444442</c:v>
                </c:pt>
                <c:pt idx="16860">
                  <c:v>45961.598611111112</c:v>
                </c:pt>
                <c:pt idx="16861">
                  <c:v>45503.494444444441</c:v>
                </c:pt>
                <c:pt idx="16862">
                  <c:v>45649.988888888889</c:v>
                </c:pt>
                <c:pt idx="16863">
                  <c:v>46019.384722222218</c:v>
                </c:pt>
                <c:pt idx="16864">
                  <c:v>45625.388194444437</c:v>
                </c:pt>
                <c:pt idx="16865">
                  <c:v>45366.693749999999</c:v>
                </c:pt>
                <c:pt idx="16866">
                  <c:v>45990.595833333333</c:v>
                </c:pt>
                <c:pt idx="16867">
                  <c:v>46019.382638888892</c:v>
                </c:pt>
                <c:pt idx="16868">
                  <c:v>45830.470138888893</c:v>
                </c:pt>
                <c:pt idx="16869">
                  <c:v>45423.747916666667</c:v>
                </c:pt>
                <c:pt idx="16870">
                  <c:v>45588.734722222223</c:v>
                </c:pt>
                <c:pt idx="16871">
                  <c:v>45566.758333333331</c:v>
                </c:pt>
                <c:pt idx="16872">
                  <c:v>45322.495138888888</c:v>
                </c:pt>
                <c:pt idx="16873">
                  <c:v>45761.648611111108</c:v>
                </c:pt>
                <c:pt idx="16874">
                  <c:v>45443.362500000003</c:v>
                </c:pt>
                <c:pt idx="16875">
                  <c:v>46020.9375</c:v>
                </c:pt>
                <c:pt idx="16876">
                  <c:v>45992.331944444442</c:v>
                </c:pt>
                <c:pt idx="16877">
                  <c:v>45625.332638888889</c:v>
                </c:pt>
                <c:pt idx="16878">
                  <c:v>45656.359027777777</c:v>
                </c:pt>
                <c:pt idx="16879">
                  <c:v>45695.819444444453</c:v>
                </c:pt>
                <c:pt idx="16880">
                  <c:v>45844.734722222223</c:v>
                </c:pt>
                <c:pt idx="16881">
                  <c:v>45465.604166666657</c:v>
                </c:pt>
                <c:pt idx="16882">
                  <c:v>45498.540972222218</c:v>
                </c:pt>
                <c:pt idx="16883">
                  <c:v>45522.859027777777</c:v>
                </c:pt>
                <c:pt idx="16884">
                  <c:v>45925.693749999999</c:v>
                </c:pt>
                <c:pt idx="16885">
                  <c:v>45830.65</c:v>
                </c:pt>
                <c:pt idx="16886">
                  <c:v>45691.8125</c:v>
                </c:pt>
                <c:pt idx="16887">
                  <c:v>45478.666666666657</c:v>
                </c:pt>
                <c:pt idx="16888">
                  <c:v>45992.495138888888</c:v>
                </c:pt>
                <c:pt idx="16889">
                  <c:v>45775.695833333331</c:v>
                </c:pt>
                <c:pt idx="16890">
                  <c:v>45567.64166666667</c:v>
                </c:pt>
                <c:pt idx="16891">
                  <c:v>45889.616666666669</c:v>
                </c:pt>
                <c:pt idx="16892">
                  <c:v>45448.538194444453</c:v>
                </c:pt>
                <c:pt idx="16893">
                  <c:v>45657.686805555553</c:v>
                </c:pt>
                <c:pt idx="16894">
                  <c:v>45481.868055555547</c:v>
                </c:pt>
                <c:pt idx="16895">
                  <c:v>45298.253472222219</c:v>
                </c:pt>
                <c:pt idx="16896">
                  <c:v>45965.442361111112</c:v>
                </c:pt>
                <c:pt idx="16897">
                  <c:v>45886.365277777782</c:v>
                </c:pt>
                <c:pt idx="16898">
                  <c:v>45931.310416666667</c:v>
                </c:pt>
                <c:pt idx="16899">
                  <c:v>45440.57916666667</c:v>
                </c:pt>
                <c:pt idx="16900">
                  <c:v>45789.336111111108</c:v>
                </c:pt>
                <c:pt idx="16901">
                  <c:v>45692.790972222218</c:v>
                </c:pt>
                <c:pt idx="16902">
                  <c:v>45601.479166666657</c:v>
                </c:pt>
                <c:pt idx="16903">
                  <c:v>45997.322222222218</c:v>
                </c:pt>
                <c:pt idx="16904">
                  <c:v>45835.821527777778</c:v>
                </c:pt>
                <c:pt idx="16905">
                  <c:v>45392.4375</c:v>
                </c:pt>
                <c:pt idx="16906">
                  <c:v>45747.302777777782</c:v>
                </c:pt>
                <c:pt idx="16907">
                  <c:v>45645.715277777781</c:v>
                </c:pt>
                <c:pt idx="16908">
                  <c:v>45411.761111111111</c:v>
                </c:pt>
                <c:pt idx="16909">
                  <c:v>45810.781944444447</c:v>
                </c:pt>
                <c:pt idx="16910">
                  <c:v>45560.425694444442</c:v>
                </c:pt>
                <c:pt idx="16911">
                  <c:v>45378.546527777777</c:v>
                </c:pt>
                <c:pt idx="16912">
                  <c:v>45354.540277777778</c:v>
                </c:pt>
                <c:pt idx="16913">
                  <c:v>45464.138888888891</c:v>
                </c:pt>
                <c:pt idx="16914">
                  <c:v>45367.588888888888</c:v>
                </c:pt>
                <c:pt idx="16915">
                  <c:v>45443.777777777781</c:v>
                </c:pt>
                <c:pt idx="16916">
                  <c:v>45360.537499999999</c:v>
                </c:pt>
                <c:pt idx="16917">
                  <c:v>45874.964583333327</c:v>
                </c:pt>
                <c:pt idx="16918">
                  <c:v>45723.611805555563</c:v>
                </c:pt>
                <c:pt idx="16919">
                  <c:v>45418.556944444441</c:v>
                </c:pt>
                <c:pt idx="16920">
                  <c:v>45874.618750000001</c:v>
                </c:pt>
                <c:pt idx="16921">
                  <c:v>45606.518750000003</c:v>
                </c:pt>
                <c:pt idx="16922">
                  <c:v>45992.84652777778</c:v>
                </c:pt>
                <c:pt idx="16923">
                  <c:v>45512.469444444447</c:v>
                </c:pt>
                <c:pt idx="16924">
                  <c:v>45568.46597222222</c:v>
                </c:pt>
                <c:pt idx="16925">
                  <c:v>45701.491666666669</c:v>
                </c:pt>
                <c:pt idx="16926">
                  <c:v>45914.718055555553</c:v>
                </c:pt>
                <c:pt idx="16927">
                  <c:v>45369.519444444442</c:v>
                </c:pt>
                <c:pt idx="16928">
                  <c:v>45952.706944444442</c:v>
                </c:pt>
                <c:pt idx="16929">
                  <c:v>45828.595138888893</c:v>
                </c:pt>
                <c:pt idx="16930">
                  <c:v>45325.765277777777</c:v>
                </c:pt>
                <c:pt idx="16931">
                  <c:v>45469.538194444453</c:v>
                </c:pt>
                <c:pt idx="16932">
                  <c:v>45770.543749999997</c:v>
                </c:pt>
                <c:pt idx="16933">
                  <c:v>45888.920138888891</c:v>
                </c:pt>
                <c:pt idx="16934">
                  <c:v>45789.922222222223</c:v>
                </c:pt>
                <c:pt idx="16935">
                  <c:v>45511.888888888891</c:v>
                </c:pt>
                <c:pt idx="16936">
                  <c:v>45656.587500000001</c:v>
                </c:pt>
                <c:pt idx="16937">
                  <c:v>45412.629166666673</c:v>
                </c:pt>
                <c:pt idx="16938">
                  <c:v>45343.722916666673</c:v>
                </c:pt>
                <c:pt idx="16939">
                  <c:v>45817.813888888893</c:v>
                </c:pt>
                <c:pt idx="16940">
                  <c:v>45564.829861111109</c:v>
                </c:pt>
                <c:pt idx="16941">
                  <c:v>45576.412499999999</c:v>
                </c:pt>
                <c:pt idx="16942">
                  <c:v>45704.006249999999</c:v>
                </c:pt>
                <c:pt idx="16943">
                  <c:v>45426.396527777782</c:v>
                </c:pt>
                <c:pt idx="16944">
                  <c:v>45978.894444444442</c:v>
                </c:pt>
                <c:pt idx="16945">
                  <c:v>45870.35833333333</c:v>
                </c:pt>
                <c:pt idx="16946">
                  <c:v>45412.465277777781</c:v>
                </c:pt>
                <c:pt idx="16947">
                  <c:v>45812.382638888892</c:v>
                </c:pt>
                <c:pt idx="16948">
                  <c:v>45777.62222222222</c:v>
                </c:pt>
                <c:pt idx="16949">
                  <c:v>45310.333333333343</c:v>
                </c:pt>
                <c:pt idx="16950">
                  <c:v>45493.392361111109</c:v>
                </c:pt>
                <c:pt idx="16951">
                  <c:v>45453.695138888892</c:v>
                </c:pt>
                <c:pt idx="16952">
                  <c:v>45984.61041666667</c:v>
                </c:pt>
                <c:pt idx="16953">
                  <c:v>45562.465277777781</c:v>
                </c:pt>
                <c:pt idx="16954">
                  <c:v>45716.543749999997</c:v>
                </c:pt>
                <c:pt idx="16955">
                  <c:v>45755.569444444453</c:v>
                </c:pt>
                <c:pt idx="16956">
                  <c:v>45652.571527777778</c:v>
                </c:pt>
                <c:pt idx="16957">
                  <c:v>45593.484027777777</c:v>
                </c:pt>
                <c:pt idx="16958">
                  <c:v>45464.497916666667</c:v>
                </c:pt>
                <c:pt idx="16959">
                  <c:v>45470.455555555563</c:v>
                </c:pt>
                <c:pt idx="16960">
                  <c:v>45567.401388888888</c:v>
                </c:pt>
                <c:pt idx="16961">
                  <c:v>45384.506944444453</c:v>
                </c:pt>
                <c:pt idx="16962">
                  <c:v>45704.40902777778</c:v>
                </c:pt>
                <c:pt idx="16963">
                  <c:v>45899.295138888891</c:v>
                </c:pt>
                <c:pt idx="16964">
                  <c:v>45606.377083333333</c:v>
                </c:pt>
                <c:pt idx="16965">
                  <c:v>45774.882638888892</c:v>
                </c:pt>
                <c:pt idx="16966">
                  <c:v>45460.320833333331</c:v>
                </c:pt>
                <c:pt idx="16967">
                  <c:v>45495.332638888889</c:v>
                </c:pt>
                <c:pt idx="16968">
                  <c:v>45853.690972222219</c:v>
                </c:pt>
                <c:pt idx="16969">
                  <c:v>45345.727083333331</c:v>
                </c:pt>
                <c:pt idx="16970">
                  <c:v>45365.477777777778</c:v>
                </c:pt>
                <c:pt idx="16971">
                  <c:v>45572.433333333327</c:v>
                </c:pt>
                <c:pt idx="16972">
                  <c:v>45819.344444444447</c:v>
                </c:pt>
                <c:pt idx="16973">
                  <c:v>45430.359722222223</c:v>
                </c:pt>
                <c:pt idx="16974">
                  <c:v>45738.646527777782</c:v>
                </c:pt>
                <c:pt idx="16975">
                  <c:v>45388.575694444437</c:v>
                </c:pt>
                <c:pt idx="16976">
                  <c:v>45668.504861111112</c:v>
                </c:pt>
                <c:pt idx="16977">
                  <c:v>45944.85</c:v>
                </c:pt>
                <c:pt idx="16978">
                  <c:v>45606.759722222218</c:v>
                </c:pt>
                <c:pt idx="16979">
                  <c:v>45537.746527777781</c:v>
                </c:pt>
                <c:pt idx="16980">
                  <c:v>45634.033333333333</c:v>
                </c:pt>
                <c:pt idx="16981">
                  <c:v>45338.789583333331</c:v>
                </c:pt>
                <c:pt idx="16982">
                  <c:v>45988.78125</c:v>
                </c:pt>
                <c:pt idx="16983">
                  <c:v>45297.617361111108</c:v>
                </c:pt>
                <c:pt idx="16984">
                  <c:v>45594.824999999997</c:v>
                </c:pt>
                <c:pt idx="16985">
                  <c:v>45872.770833333343</c:v>
                </c:pt>
                <c:pt idx="16986">
                  <c:v>45738.782638888893</c:v>
                </c:pt>
                <c:pt idx="16987">
                  <c:v>45754.322916666657</c:v>
                </c:pt>
                <c:pt idx="16988">
                  <c:v>45952.316666666673</c:v>
                </c:pt>
                <c:pt idx="16989">
                  <c:v>45972.897222222222</c:v>
                </c:pt>
                <c:pt idx="16990">
                  <c:v>45778.765277777777</c:v>
                </c:pt>
                <c:pt idx="16991">
                  <c:v>45581.765277777777</c:v>
                </c:pt>
                <c:pt idx="16992">
                  <c:v>45801.709722222222</c:v>
                </c:pt>
                <c:pt idx="16993">
                  <c:v>46012.644444444442</c:v>
                </c:pt>
                <c:pt idx="16994">
                  <c:v>45386.690972222219</c:v>
                </c:pt>
                <c:pt idx="16995">
                  <c:v>45911.823611111111</c:v>
                </c:pt>
                <c:pt idx="16996">
                  <c:v>45710.682638888888</c:v>
                </c:pt>
                <c:pt idx="16997">
                  <c:v>45343.361805555563</c:v>
                </c:pt>
                <c:pt idx="16998">
                  <c:v>45495.508333333331</c:v>
                </c:pt>
                <c:pt idx="16999">
                  <c:v>45933.320138888892</c:v>
                </c:pt>
                <c:pt idx="17000">
                  <c:v>45558.364583333343</c:v>
                </c:pt>
                <c:pt idx="17001">
                  <c:v>45424.818749999999</c:v>
                </c:pt>
                <c:pt idx="17002">
                  <c:v>45691.789583333331</c:v>
                </c:pt>
                <c:pt idx="17003">
                  <c:v>45641.834722222222</c:v>
                </c:pt>
                <c:pt idx="17004">
                  <c:v>45517.655555555553</c:v>
                </c:pt>
                <c:pt idx="17005">
                  <c:v>45304.488888888889</c:v>
                </c:pt>
                <c:pt idx="17006">
                  <c:v>45467.561111111107</c:v>
                </c:pt>
                <c:pt idx="17007">
                  <c:v>45835.881249999999</c:v>
                </c:pt>
                <c:pt idx="17008">
                  <c:v>45653.8</c:v>
                </c:pt>
                <c:pt idx="17009">
                  <c:v>45445.849305555559</c:v>
                </c:pt>
                <c:pt idx="17010">
                  <c:v>45620.607638888891</c:v>
                </c:pt>
                <c:pt idx="17011">
                  <c:v>45674.8</c:v>
                </c:pt>
                <c:pt idx="17012">
                  <c:v>45990.961111111108</c:v>
                </c:pt>
                <c:pt idx="17013">
                  <c:v>45536.606249999997</c:v>
                </c:pt>
                <c:pt idx="17014">
                  <c:v>45462.761111111111</c:v>
                </c:pt>
                <c:pt idx="17015">
                  <c:v>45823.59652777778</c:v>
                </c:pt>
                <c:pt idx="17016">
                  <c:v>45856.459027777782</c:v>
                </c:pt>
                <c:pt idx="17017">
                  <c:v>46000.270138888889</c:v>
                </c:pt>
                <c:pt idx="17018">
                  <c:v>45831.320833333331</c:v>
                </c:pt>
                <c:pt idx="17019">
                  <c:v>45614.659722222219</c:v>
                </c:pt>
                <c:pt idx="17020">
                  <c:v>45742.386111111111</c:v>
                </c:pt>
                <c:pt idx="17021">
                  <c:v>45959.277777777781</c:v>
                </c:pt>
                <c:pt idx="17022">
                  <c:v>45329.38958333333</c:v>
                </c:pt>
                <c:pt idx="17023">
                  <c:v>45783.703472222223</c:v>
                </c:pt>
                <c:pt idx="17024">
                  <c:v>45702.379861111112</c:v>
                </c:pt>
                <c:pt idx="17025">
                  <c:v>45376.385416666657</c:v>
                </c:pt>
                <c:pt idx="17026">
                  <c:v>45693.699305555558</c:v>
                </c:pt>
                <c:pt idx="17027">
                  <c:v>45867.668055555558</c:v>
                </c:pt>
                <c:pt idx="17028">
                  <c:v>45467.564583333333</c:v>
                </c:pt>
                <c:pt idx="17029">
                  <c:v>45665.667361111111</c:v>
                </c:pt>
                <c:pt idx="17030">
                  <c:v>45593.25</c:v>
                </c:pt>
                <c:pt idx="17031">
                  <c:v>45510.395138888889</c:v>
                </c:pt>
                <c:pt idx="17032">
                  <c:v>45426.322916666657</c:v>
                </c:pt>
                <c:pt idx="17033">
                  <c:v>45916.393055555563</c:v>
                </c:pt>
                <c:pt idx="17034">
                  <c:v>45770.26458333333</c:v>
                </c:pt>
                <c:pt idx="17035">
                  <c:v>45552.714583333327</c:v>
                </c:pt>
                <c:pt idx="17036">
                  <c:v>45548.367361111108</c:v>
                </c:pt>
                <c:pt idx="17037">
                  <c:v>45641.90347222222</c:v>
                </c:pt>
                <c:pt idx="17038">
                  <c:v>45457.529861111107</c:v>
                </c:pt>
                <c:pt idx="17039">
                  <c:v>45760.753472222219</c:v>
                </c:pt>
                <c:pt idx="17040">
                  <c:v>45862.699305555558</c:v>
                </c:pt>
                <c:pt idx="17041">
                  <c:v>45526.429861111108</c:v>
                </c:pt>
                <c:pt idx="17042">
                  <c:v>45377.612500000003</c:v>
                </c:pt>
                <c:pt idx="17043">
                  <c:v>45419.805555555547</c:v>
                </c:pt>
                <c:pt idx="17044">
                  <c:v>45332.675694444442</c:v>
                </c:pt>
                <c:pt idx="17045">
                  <c:v>45745.636805555558</c:v>
                </c:pt>
                <c:pt idx="17046">
                  <c:v>45878.820833333331</c:v>
                </c:pt>
                <c:pt idx="17047">
                  <c:v>45847.738194444442</c:v>
                </c:pt>
                <c:pt idx="17048">
                  <c:v>45847.738194444442</c:v>
                </c:pt>
                <c:pt idx="17049">
                  <c:v>45429.824305555558</c:v>
                </c:pt>
                <c:pt idx="17050">
                  <c:v>45878.820833333331</c:v>
                </c:pt>
                <c:pt idx="17051">
                  <c:v>45919.736805555563</c:v>
                </c:pt>
                <c:pt idx="17052">
                  <c:v>45745.636805555558</c:v>
                </c:pt>
                <c:pt idx="17053">
                  <c:v>45919.736805555563</c:v>
                </c:pt>
                <c:pt idx="17054">
                  <c:v>45991.831944444442</c:v>
                </c:pt>
                <c:pt idx="17055">
                  <c:v>45991.831944444442</c:v>
                </c:pt>
                <c:pt idx="17056">
                  <c:v>45522.647916666669</c:v>
                </c:pt>
                <c:pt idx="17057">
                  <c:v>45317.906944444447</c:v>
                </c:pt>
                <c:pt idx="17058">
                  <c:v>45629.747916666667</c:v>
                </c:pt>
                <c:pt idx="17059">
                  <c:v>45522.647916666669</c:v>
                </c:pt>
                <c:pt idx="17060">
                  <c:v>45688.820138888892</c:v>
                </c:pt>
                <c:pt idx="17061">
                  <c:v>45447.949305555558</c:v>
                </c:pt>
                <c:pt idx="17062">
                  <c:v>45688.820138888892</c:v>
                </c:pt>
                <c:pt idx="17063">
                  <c:v>45429.824305555558</c:v>
                </c:pt>
                <c:pt idx="17064">
                  <c:v>45447.949305555558</c:v>
                </c:pt>
                <c:pt idx="17065">
                  <c:v>45629.747916666667</c:v>
                </c:pt>
                <c:pt idx="17066">
                  <c:v>45817.618055555547</c:v>
                </c:pt>
                <c:pt idx="17067">
                  <c:v>45317.906944444447</c:v>
                </c:pt>
                <c:pt idx="17068">
                  <c:v>45817.618055555547</c:v>
                </c:pt>
                <c:pt idx="17069">
                  <c:v>45506.570833333331</c:v>
                </c:pt>
                <c:pt idx="17070">
                  <c:v>45870.874305555553</c:v>
                </c:pt>
                <c:pt idx="17071">
                  <c:v>45422.551388888889</c:v>
                </c:pt>
                <c:pt idx="17072">
                  <c:v>45754.629861111112</c:v>
                </c:pt>
                <c:pt idx="17073">
                  <c:v>45693.404166666667</c:v>
                </c:pt>
                <c:pt idx="17074">
                  <c:v>45948.980555555558</c:v>
                </c:pt>
                <c:pt idx="17075">
                  <c:v>45643.633333333331</c:v>
                </c:pt>
                <c:pt idx="17076">
                  <c:v>45875.71875</c:v>
                </c:pt>
                <c:pt idx="17077">
                  <c:v>45691.820833333331</c:v>
                </c:pt>
                <c:pt idx="17078">
                  <c:v>45544.995138888888</c:v>
                </c:pt>
                <c:pt idx="17079">
                  <c:v>45360.02847222222</c:v>
                </c:pt>
                <c:pt idx="17080">
                  <c:v>45798.870833333327</c:v>
                </c:pt>
                <c:pt idx="17081">
                  <c:v>45341.926388888889</c:v>
                </c:pt>
                <c:pt idx="17082">
                  <c:v>45665.402083333327</c:v>
                </c:pt>
                <c:pt idx="17083">
                  <c:v>45601.243750000001</c:v>
                </c:pt>
                <c:pt idx="17084">
                  <c:v>45387.85</c:v>
                </c:pt>
                <c:pt idx="17085">
                  <c:v>45835.636805555558</c:v>
                </c:pt>
                <c:pt idx="17086">
                  <c:v>45488.136805555558</c:v>
                </c:pt>
                <c:pt idx="17087">
                  <c:v>45990.587500000001</c:v>
                </c:pt>
                <c:pt idx="17088">
                  <c:v>45544.729166666657</c:v>
                </c:pt>
                <c:pt idx="17089">
                  <c:v>45418.388888888891</c:v>
                </c:pt>
                <c:pt idx="17090">
                  <c:v>45717.146527777782</c:v>
                </c:pt>
                <c:pt idx="17091">
                  <c:v>45962.020138888889</c:v>
                </c:pt>
                <c:pt idx="17092">
                  <c:v>45519.591666666667</c:v>
                </c:pt>
                <c:pt idx="17093">
                  <c:v>45441.595138888893</c:v>
                </c:pt>
                <c:pt idx="17094">
                  <c:v>45933.04583333333</c:v>
                </c:pt>
                <c:pt idx="17095">
                  <c:v>45785.411805555559</c:v>
                </c:pt>
                <c:pt idx="17096">
                  <c:v>45817.188194444447</c:v>
                </c:pt>
                <c:pt idx="17097">
                  <c:v>45735.394444444442</c:v>
                </c:pt>
                <c:pt idx="17098">
                  <c:v>45602.438194444447</c:v>
                </c:pt>
                <c:pt idx="17099">
                  <c:v>45486.856944444437</c:v>
                </c:pt>
                <c:pt idx="17100">
                  <c:v>45957.043055555558</c:v>
                </c:pt>
                <c:pt idx="17101">
                  <c:v>45873.727083333331</c:v>
                </c:pt>
                <c:pt idx="17102">
                  <c:v>45827.454861111109</c:v>
                </c:pt>
                <c:pt idx="17103">
                  <c:v>45823.775694444441</c:v>
                </c:pt>
                <c:pt idx="17104">
                  <c:v>45930.457638888889</c:v>
                </c:pt>
                <c:pt idx="17105">
                  <c:v>45549.032638888893</c:v>
                </c:pt>
                <c:pt idx="17106">
                  <c:v>45796.621527777781</c:v>
                </c:pt>
                <c:pt idx="17107">
                  <c:v>45907.98333333333</c:v>
                </c:pt>
                <c:pt idx="17108">
                  <c:v>45503.65625</c:v>
                </c:pt>
                <c:pt idx="17109">
                  <c:v>46008.506944444453</c:v>
                </c:pt>
                <c:pt idx="17110">
                  <c:v>45518.004861111112</c:v>
                </c:pt>
                <c:pt idx="17111">
                  <c:v>45813.413194444453</c:v>
                </c:pt>
                <c:pt idx="17112">
                  <c:v>45503.638194444437</c:v>
                </c:pt>
                <c:pt idx="17113">
                  <c:v>45846.076388888891</c:v>
                </c:pt>
                <c:pt idx="17114">
                  <c:v>45544.027777777781</c:v>
                </c:pt>
                <c:pt idx="17115">
                  <c:v>45981.009722222218</c:v>
                </c:pt>
                <c:pt idx="17116">
                  <c:v>45503.629861111112</c:v>
                </c:pt>
                <c:pt idx="17117">
                  <c:v>45740.01666666667</c:v>
                </c:pt>
                <c:pt idx="17118">
                  <c:v>45754.412499999999</c:v>
                </c:pt>
                <c:pt idx="17119">
                  <c:v>45769.052777777782</c:v>
                </c:pt>
                <c:pt idx="17120">
                  <c:v>45647.143055555563</c:v>
                </c:pt>
                <c:pt idx="17121">
                  <c:v>45438.524305555547</c:v>
                </c:pt>
                <c:pt idx="17122">
                  <c:v>45820.341666666667</c:v>
                </c:pt>
                <c:pt idx="17123">
                  <c:v>45752.688194444447</c:v>
                </c:pt>
                <c:pt idx="17124">
                  <c:v>45335.511805555558</c:v>
                </c:pt>
                <c:pt idx="17125">
                  <c:v>45694.728472222218</c:v>
                </c:pt>
                <c:pt idx="17126">
                  <c:v>45971.561111111107</c:v>
                </c:pt>
                <c:pt idx="17127">
                  <c:v>45913.372916666667</c:v>
                </c:pt>
                <c:pt idx="17128">
                  <c:v>45631.411805555559</c:v>
                </c:pt>
                <c:pt idx="17129">
                  <c:v>45601.959722222222</c:v>
                </c:pt>
                <c:pt idx="17130">
                  <c:v>45748.929166666669</c:v>
                </c:pt>
                <c:pt idx="17131">
                  <c:v>45573.931250000001</c:v>
                </c:pt>
                <c:pt idx="17132">
                  <c:v>45763.808333333327</c:v>
                </c:pt>
                <c:pt idx="17133">
                  <c:v>45708.761111111111</c:v>
                </c:pt>
                <c:pt idx="17134">
                  <c:v>45824.327777777777</c:v>
                </c:pt>
                <c:pt idx="17135">
                  <c:v>45838.654861111107</c:v>
                </c:pt>
                <c:pt idx="17136">
                  <c:v>45664.402083333327</c:v>
                </c:pt>
                <c:pt idx="17137">
                  <c:v>45858.879861111112</c:v>
                </c:pt>
                <c:pt idx="17138">
                  <c:v>45923.3</c:v>
                </c:pt>
                <c:pt idx="17139">
                  <c:v>45963.82916666667</c:v>
                </c:pt>
                <c:pt idx="17140">
                  <c:v>45783.856249999997</c:v>
                </c:pt>
                <c:pt idx="17141">
                  <c:v>45685.76666666667</c:v>
                </c:pt>
                <c:pt idx="17142">
                  <c:v>45903.874305555553</c:v>
                </c:pt>
                <c:pt idx="17143">
                  <c:v>45881.075694444437</c:v>
                </c:pt>
                <c:pt idx="17144">
                  <c:v>46018.423611111109</c:v>
                </c:pt>
                <c:pt idx="17145">
                  <c:v>45988.425694444442</c:v>
                </c:pt>
                <c:pt idx="17146">
                  <c:v>45644.329861111109</c:v>
                </c:pt>
                <c:pt idx="17147">
                  <c:v>45992.882638888892</c:v>
                </c:pt>
                <c:pt idx="17148">
                  <c:v>45727.95208333333</c:v>
                </c:pt>
                <c:pt idx="17149">
                  <c:v>45622.95416666667</c:v>
                </c:pt>
                <c:pt idx="17150">
                  <c:v>45984.830555555563</c:v>
                </c:pt>
                <c:pt idx="17151">
                  <c:v>45657.931944444441</c:v>
                </c:pt>
                <c:pt idx="17152">
                  <c:v>45938.827777777777</c:v>
                </c:pt>
                <c:pt idx="17153">
                  <c:v>45803.848611111112</c:v>
                </c:pt>
                <c:pt idx="17154">
                  <c:v>45302.854166666657</c:v>
                </c:pt>
                <c:pt idx="17155">
                  <c:v>45863.294444444437</c:v>
                </c:pt>
                <c:pt idx="17156">
                  <c:v>45968.131249999999</c:v>
                </c:pt>
                <c:pt idx="17157">
                  <c:v>45698.438194444447</c:v>
                </c:pt>
                <c:pt idx="17158">
                  <c:v>45531.241666666669</c:v>
                </c:pt>
                <c:pt idx="17159">
                  <c:v>45365.231944444437</c:v>
                </c:pt>
                <c:pt idx="17160">
                  <c:v>45936.757638888892</c:v>
                </c:pt>
                <c:pt idx="17161">
                  <c:v>45562.902777777781</c:v>
                </c:pt>
                <c:pt idx="17162">
                  <c:v>45688.23541666667</c:v>
                </c:pt>
                <c:pt idx="17163">
                  <c:v>45333.755555555559</c:v>
                </c:pt>
                <c:pt idx="17164">
                  <c:v>45656.19027777778</c:v>
                </c:pt>
                <c:pt idx="17165">
                  <c:v>45627.511805555558</c:v>
                </c:pt>
                <c:pt idx="17166">
                  <c:v>45476.782638888893</c:v>
                </c:pt>
                <c:pt idx="17167">
                  <c:v>45733.220138888893</c:v>
                </c:pt>
                <c:pt idx="17168">
                  <c:v>45989.595833333333</c:v>
                </c:pt>
                <c:pt idx="17169">
                  <c:v>45799.261805555558</c:v>
                </c:pt>
                <c:pt idx="17170">
                  <c:v>45502.201388888891</c:v>
                </c:pt>
                <c:pt idx="17171">
                  <c:v>45767.822222222218</c:v>
                </c:pt>
                <c:pt idx="17172">
                  <c:v>45442.236805555563</c:v>
                </c:pt>
                <c:pt idx="17173">
                  <c:v>45898.838888888888</c:v>
                </c:pt>
                <c:pt idx="17174">
                  <c:v>45597.212500000001</c:v>
                </c:pt>
                <c:pt idx="17175">
                  <c:v>45403.67083333333</c:v>
                </c:pt>
                <c:pt idx="17176">
                  <c:v>45831.804166666669</c:v>
                </c:pt>
                <c:pt idx="17177">
                  <c:v>45621.519444444442</c:v>
                </c:pt>
                <c:pt idx="17178">
                  <c:v>45430.490277777782</c:v>
                </c:pt>
                <c:pt idx="17179">
                  <c:v>45323.635416666657</c:v>
                </c:pt>
                <c:pt idx="17180">
                  <c:v>45680.818749999999</c:v>
                </c:pt>
                <c:pt idx="17181">
                  <c:v>45995.559027777781</c:v>
                </c:pt>
                <c:pt idx="17182">
                  <c:v>45964.466666666667</c:v>
                </c:pt>
                <c:pt idx="17183">
                  <c:v>45519.622916666667</c:v>
                </c:pt>
                <c:pt idx="17184">
                  <c:v>45770.934027777781</c:v>
                </c:pt>
                <c:pt idx="17185">
                  <c:v>45568.636111111111</c:v>
                </c:pt>
                <c:pt idx="17186">
                  <c:v>45383.477777777778</c:v>
                </c:pt>
                <c:pt idx="17187">
                  <c:v>45351.728472222218</c:v>
                </c:pt>
                <c:pt idx="17188">
                  <c:v>45892.861805555563</c:v>
                </c:pt>
                <c:pt idx="17189">
                  <c:v>45599.661111111112</c:v>
                </c:pt>
                <c:pt idx="17190">
                  <c:v>45822.634027777778</c:v>
                </c:pt>
                <c:pt idx="17191">
                  <c:v>45459.436111111107</c:v>
                </c:pt>
                <c:pt idx="17192">
                  <c:v>45917.148611111108</c:v>
                </c:pt>
                <c:pt idx="17193">
                  <c:v>45636.572222222218</c:v>
                </c:pt>
                <c:pt idx="17194">
                  <c:v>45860.615277777782</c:v>
                </c:pt>
                <c:pt idx="17195">
                  <c:v>45729.606249999997</c:v>
                </c:pt>
                <c:pt idx="17196">
                  <c:v>46021.315972222219</c:v>
                </c:pt>
                <c:pt idx="17197">
                  <c:v>45438.373611111107</c:v>
                </c:pt>
                <c:pt idx="17198">
                  <c:v>45808.662499999999</c:v>
                </c:pt>
                <c:pt idx="17199">
                  <c:v>45620.473611111112</c:v>
                </c:pt>
                <c:pt idx="17200">
                  <c:v>45361.554861111108</c:v>
                </c:pt>
                <c:pt idx="17201">
                  <c:v>45956.402083333327</c:v>
                </c:pt>
                <c:pt idx="17202">
                  <c:v>45496.540972222218</c:v>
                </c:pt>
                <c:pt idx="17203">
                  <c:v>45420.320138888892</c:v>
                </c:pt>
                <c:pt idx="17204">
                  <c:v>46004.662499999999</c:v>
                </c:pt>
                <c:pt idx="17205">
                  <c:v>45871.544444444437</c:v>
                </c:pt>
                <c:pt idx="17206">
                  <c:v>45861.717361111107</c:v>
                </c:pt>
                <c:pt idx="17207">
                  <c:v>45724.741666666669</c:v>
                </c:pt>
                <c:pt idx="17208">
                  <c:v>45554.364583333343</c:v>
                </c:pt>
                <c:pt idx="17209">
                  <c:v>45585.762499999997</c:v>
                </c:pt>
                <c:pt idx="17210">
                  <c:v>45893.03402777778</c:v>
                </c:pt>
                <c:pt idx="17211">
                  <c:v>46000.611111111109</c:v>
                </c:pt>
                <c:pt idx="17212">
                  <c:v>45446.813194444447</c:v>
                </c:pt>
                <c:pt idx="17213">
                  <c:v>45614.561805555553</c:v>
                </c:pt>
                <c:pt idx="17214">
                  <c:v>45569.81527777778</c:v>
                </c:pt>
                <c:pt idx="17215">
                  <c:v>45475.830555555563</c:v>
                </c:pt>
                <c:pt idx="17216">
                  <c:v>45643.688194444447</c:v>
                </c:pt>
                <c:pt idx="17217">
                  <c:v>45353.836805555547</c:v>
                </c:pt>
                <c:pt idx="17218">
                  <c:v>45947.472222222219</c:v>
                </c:pt>
                <c:pt idx="17219">
                  <c:v>45536.681250000001</c:v>
                </c:pt>
                <c:pt idx="17220">
                  <c:v>45691.57708333333</c:v>
                </c:pt>
                <c:pt idx="17221">
                  <c:v>45513.616666666669</c:v>
                </c:pt>
                <c:pt idx="17222">
                  <c:v>45305.892361111109</c:v>
                </c:pt>
                <c:pt idx="17223">
                  <c:v>45832.767361111109</c:v>
                </c:pt>
                <c:pt idx="17224">
                  <c:v>45739.74722222222</c:v>
                </c:pt>
                <c:pt idx="17225">
                  <c:v>45686.587500000001</c:v>
                </c:pt>
                <c:pt idx="17226">
                  <c:v>45827.274305555547</c:v>
                </c:pt>
                <c:pt idx="17227">
                  <c:v>45811.573611111111</c:v>
                </c:pt>
                <c:pt idx="17228">
                  <c:v>45964.392361111109</c:v>
                </c:pt>
                <c:pt idx="17229">
                  <c:v>45791.625</c:v>
                </c:pt>
                <c:pt idx="17230">
                  <c:v>45601.87222222222</c:v>
                </c:pt>
                <c:pt idx="17231">
                  <c:v>45922.842361111107</c:v>
                </c:pt>
                <c:pt idx="17232">
                  <c:v>45980.384027777778</c:v>
                </c:pt>
                <c:pt idx="17233">
                  <c:v>45560.888194444437</c:v>
                </c:pt>
                <c:pt idx="17234">
                  <c:v>45670.895833333343</c:v>
                </c:pt>
                <c:pt idx="17235">
                  <c:v>45769.397916666669</c:v>
                </c:pt>
                <c:pt idx="17236">
                  <c:v>45655.640972222223</c:v>
                </c:pt>
                <c:pt idx="17237">
                  <c:v>45639.689583333333</c:v>
                </c:pt>
                <c:pt idx="17238">
                  <c:v>45847.263194444437</c:v>
                </c:pt>
                <c:pt idx="17239">
                  <c:v>46019.807638888888</c:v>
                </c:pt>
                <c:pt idx="17240">
                  <c:v>45784.269444444442</c:v>
                </c:pt>
                <c:pt idx="17241">
                  <c:v>45725.859027777777</c:v>
                </c:pt>
                <c:pt idx="17242">
                  <c:v>45999.87777777778</c:v>
                </c:pt>
                <c:pt idx="17243">
                  <c:v>45745.418749999997</c:v>
                </c:pt>
                <c:pt idx="17244">
                  <c:v>45881.657638888893</c:v>
                </c:pt>
                <c:pt idx="17245">
                  <c:v>45705.546527777777</c:v>
                </c:pt>
                <c:pt idx="17246">
                  <c:v>45575.703472222223</c:v>
                </c:pt>
                <c:pt idx="17247">
                  <c:v>45902.524305555547</c:v>
                </c:pt>
                <c:pt idx="17248">
                  <c:v>45588.849305555559</c:v>
                </c:pt>
                <c:pt idx="17249">
                  <c:v>45369.102083333331</c:v>
                </c:pt>
                <c:pt idx="17250">
                  <c:v>45665.795138888891</c:v>
                </c:pt>
                <c:pt idx="17251">
                  <c:v>45530.960416666669</c:v>
                </c:pt>
                <c:pt idx="17252">
                  <c:v>45477.022916666669</c:v>
                </c:pt>
                <c:pt idx="17253">
                  <c:v>45436.064583333333</c:v>
                </c:pt>
                <c:pt idx="17254">
                  <c:v>45692.027777777781</c:v>
                </c:pt>
                <c:pt idx="17255">
                  <c:v>45607.998611111107</c:v>
                </c:pt>
                <c:pt idx="17256">
                  <c:v>45705.994444444441</c:v>
                </c:pt>
                <c:pt idx="17257">
                  <c:v>45409.888888888891</c:v>
                </c:pt>
                <c:pt idx="17258">
                  <c:v>45567.085416666669</c:v>
                </c:pt>
                <c:pt idx="17259">
                  <c:v>45311.445833333331</c:v>
                </c:pt>
                <c:pt idx="17260">
                  <c:v>45591.814583333333</c:v>
                </c:pt>
                <c:pt idx="17261">
                  <c:v>45550.994444444441</c:v>
                </c:pt>
                <c:pt idx="17262">
                  <c:v>45631.895833333343</c:v>
                </c:pt>
                <c:pt idx="17263">
                  <c:v>45508.547222222223</c:v>
                </c:pt>
                <c:pt idx="17264">
                  <c:v>45338.061805555553</c:v>
                </c:pt>
                <c:pt idx="17265">
                  <c:v>45410.70208333333</c:v>
                </c:pt>
                <c:pt idx="17266">
                  <c:v>45948.84375</c:v>
                </c:pt>
                <c:pt idx="17267">
                  <c:v>45448.518750000003</c:v>
                </c:pt>
                <c:pt idx="17268">
                  <c:v>45476.680555555547</c:v>
                </c:pt>
                <c:pt idx="17269">
                  <c:v>45656.0625</c:v>
                </c:pt>
                <c:pt idx="17270">
                  <c:v>45625.192361111112</c:v>
                </c:pt>
                <c:pt idx="17271">
                  <c:v>45543.82916666667</c:v>
                </c:pt>
                <c:pt idx="17272">
                  <c:v>45989.492361111108</c:v>
                </c:pt>
                <c:pt idx="17273">
                  <c:v>45796.451388888891</c:v>
                </c:pt>
                <c:pt idx="17274">
                  <c:v>45697.702777777777</c:v>
                </c:pt>
                <c:pt idx="17275">
                  <c:v>45367.968055555553</c:v>
                </c:pt>
                <c:pt idx="17276">
                  <c:v>45873.647222222222</c:v>
                </c:pt>
                <c:pt idx="17277">
                  <c:v>45725.693749999999</c:v>
                </c:pt>
                <c:pt idx="17278">
                  <c:v>45593.304861111108</c:v>
                </c:pt>
                <c:pt idx="17279">
                  <c:v>45498.161111111112</c:v>
                </c:pt>
                <c:pt idx="17280">
                  <c:v>45395.770833333343</c:v>
                </c:pt>
                <c:pt idx="17281">
                  <c:v>45752.544444444437</c:v>
                </c:pt>
                <c:pt idx="17282">
                  <c:v>45648.79791666667</c:v>
                </c:pt>
                <c:pt idx="17283">
                  <c:v>45565.740277777782</c:v>
                </c:pt>
                <c:pt idx="17284">
                  <c:v>45859.722916666673</c:v>
                </c:pt>
                <c:pt idx="17285">
                  <c:v>45340.824305555558</c:v>
                </c:pt>
                <c:pt idx="17286">
                  <c:v>45476.725694444453</c:v>
                </c:pt>
                <c:pt idx="17287">
                  <c:v>45978.49722222222</c:v>
                </c:pt>
                <c:pt idx="17288">
                  <c:v>45905.205555555563</c:v>
                </c:pt>
                <c:pt idx="17289">
                  <c:v>45391.248611111107</c:v>
                </c:pt>
                <c:pt idx="17290">
                  <c:v>45590.513888888891</c:v>
                </c:pt>
                <c:pt idx="17291">
                  <c:v>46019.158333333333</c:v>
                </c:pt>
                <c:pt idx="17292">
                  <c:v>45321.175694444442</c:v>
                </c:pt>
                <c:pt idx="17293">
                  <c:v>45742.704861111109</c:v>
                </c:pt>
                <c:pt idx="17294">
                  <c:v>45943.22152777778</c:v>
                </c:pt>
                <c:pt idx="17295">
                  <c:v>45820.803472222222</c:v>
                </c:pt>
                <c:pt idx="17296">
                  <c:v>45694.689583333333</c:v>
                </c:pt>
                <c:pt idx="17297">
                  <c:v>45589.2</c:v>
                </c:pt>
                <c:pt idx="17298">
                  <c:v>45478.290972222218</c:v>
                </c:pt>
                <c:pt idx="17299">
                  <c:v>45757.688888888893</c:v>
                </c:pt>
                <c:pt idx="17300">
                  <c:v>45318.331250000003</c:v>
                </c:pt>
                <c:pt idx="17301">
                  <c:v>45676.870138888888</c:v>
                </c:pt>
                <c:pt idx="17302">
                  <c:v>45840.679861111108</c:v>
                </c:pt>
                <c:pt idx="17303">
                  <c:v>45393.340277777781</c:v>
                </c:pt>
                <c:pt idx="17304">
                  <c:v>45902.4375</c:v>
                </c:pt>
                <c:pt idx="17305">
                  <c:v>45720.007638888892</c:v>
                </c:pt>
                <c:pt idx="17306">
                  <c:v>46008.918749999997</c:v>
                </c:pt>
                <c:pt idx="17307">
                  <c:v>45355.204861111109</c:v>
                </c:pt>
                <c:pt idx="17308">
                  <c:v>45583.426388888889</c:v>
                </c:pt>
                <c:pt idx="17309">
                  <c:v>45398.319444444453</c:v>
                </c:pt>
                <c:pt idx="17310">
                  <c:v>45537.522916666669</c:v>
                </c:pt>
                <c:pt idx="17311">
                  <c:v>45434.710416666669</c:v>
                </c:pt>
                <c:pt idx="17312">
                  <c:v>45622.574305555558</c:v>
                </c:pt>
                <c:pt idx="17313">
                  <c:v>45966.848611111112</c:v>
                </c:pt>
                <c:pt idx="17314">
                  <c:v>45663.148611111108</c:v>
                </c:pt>
                <c:pt idx="17315">
                  <c:v>45797.728472222218</c:v>
                </c:pt>
                <c:pt idx="17316">
                  <c:v>45817.936805555553</c:v>
                </c:pt>
                <c:pt idx="17317">
                  <c:v>45492.427083333343</c:v>
                </c:pt>
                <c:pt idx="17318">
                  <c:v>45352.481249999997</c:v>
                </c:pt>
                <c:pt idx="17319">
                  <c:v>45418.572916666657</c:v>
                </c:pt>
                <c:pt idx="17320">
                  <c:v>45860.645138888889</c:v>
                </c:pt>
                <c:pt idx="17321">
                  <c:v>45860.647222222222</c:v>
                </c:pt>
                <c:pt idx="17322">
                  <c:v>45792.445138888892</c:v>
                </c:pt>
                <c:pt idx="17323">
                  <c:v>45566.275000000001</c:v>
                </c:pt>
                <c:pt idx="17324">
                  <c:v>45992.413194444453</c:v>
                </c:pt>
                <c:pt idx="17325">
                  <c:v>45530.515972222223</c:v>
                </c:pt>
                <c:pt idx="17326">
                  <c:v>45713.277777777781</c:v>
                </c:pt>
                <c:pt idx="17327">
                  <c:v>45491.452777777777</c:v>
                </c:pt>
                <c:pt idx="17328">
                  <c:v>45628.286805555559</c:v>
                </c:pt>
                <c:pt idx="17329">
                  <c:v>45355.293055555558</c:v>
                </c:pt>
                <c:pt idx="17330">
                  <c:v>45908.394444444442</c:v>
                </c:pt>
                <c:pt idx="17331">
                  <c:v>45671.298611111109</c:v>
                </c:pt>
                <c:pt idx="17332">
                  <c:v>45398.398611111108</c:v>
                </c:pt>
                <c:pt idx="17333">
                  <c:v>45951.326388888891</c:v>
                </c:pt>
                <c:pt idx="17334">
                  <c:v>45448.321527777778</c:v>
                </c:pt>
                <c:pt idx="17335">
                  <c:v>45853.283333333333</c:v>
                </c:pt>
                <c:pt idx="17336">
                  <c:v>45314.506249999999</c:v>
                </c:pt>
                <c:pt idx="17337">
                  <c:v>45596.502083333333</c:v>
                </c:pt>
                <c:pt idx="17338">
                  <c:v>45960.606944444437</c:v>
                </c:pt>
                <c:pt idx="17339">
                  <c:v>45871.734027777777</c:v>
                </c:pt>
                <c:pt idx="17340">
                  <c:v>45400.411805555559</c:v>
                </c:pt>
                <c:pt idx="17341">
                  <c:v>45443.058333333327</c:v>
                </c:pt>
                <c:pt idx="17342">
                  <c:v>45336.631944444453</c:v>
                </c:pt>
                <c:pt idx="17343">
                  <c:v>45581.549305555563</c:v>
                </c:pt>
                <c:pt idx="17344">
                  <c:v>45745.458333333343</c:v>
                </c:pt>
                <c:pt idx="17345">
                  <c:v>45406.830555555563</c:v>
                </c:pt>
                <c:pt idx="17346">
                  <c:v>45464.765972222223</c:v>
                </c:pt>
                <c:pt idx="17347">
                  <c:v>45312.907638888893</c:v>
                </c:pt>
                <c:pt idx="17348">
                  <c:v>45484.635416666657</c:v>
                </c:pt>
                <c:pt idx="17349">
                  <c:v>45995.587500000001</c:v>
                </c:pt>
                <c:pt idx="17350">
                  <c:v>45375.61041666667</c:v>
                </c:pt>
                <c:pt idx="17351">
                  <c:v>45703.561111111107</c:v>
                </c:pt>
                <c:pt idx="17352">
                  <c:v>45808.506249999999</c:v>
                </c:pt>
                <c:pt idx="17353">
                  <c:v>45548.898611111108</c:v>
                </c:pt>
                <c:pt idx="17354">
                  <c:v>45786.799305555563</c:v>
                </c:pt>
                <c:pt idx="17355">
                  <c:v>45903.780555555553</c:v>
                </c:pt>
                <c:pt idx="17356">
                  <c:v>45419.948611111111</c:v>
                </c:pt>
                <c:pt idx="17357">
                  <c:v>45741.568055555559</c:v>
                </c:pt>
                <c:pt idx="17358">
                  <c:v>45837.722916666673</c:v>
                </c:pt>
                <c:pt idx="17359">
                  <c:v>45614.529166666667</c:v>
                </c:pt>
                <c:pt idx="17360">
                  <c:v>45504.813194444447</c:v>
                </c:pt>
                <c:pt idx="17361">
                  <c:v>45359.789583333331</c:v>
                </c:pt>
                <c:pt idx="17362">
                  <c:v>45897.631944444453</c:v>
                </c:pt>
                <c:pt idx="17363">
                  <c:v>45305.492361111108</c:v>
                </c:pt>
                <c:pt idx="17364">
                  <c:v>45379.65</c:v>
                </c:pt>
                <c:pt idx="17365">
                  <c:v>45626.643055555563</c:v>
                </c:pt>
                <c:pt idx="17366">
                  <c:v>45573.538888888892</c:v>
                </c:pt>
                <c:pt idx="17367">
                  <c:v>45806.512499999997</c:v>
                </c:pt>
                <c:pt idx="17368">
                  <c:v>45489.477083333331</c:v>
                </c:pt>
                <c:pt idx="17369">
                  <c:v>45796.55</c:v>
                </c:pt>
                <c:pt idx="17370">
                  <c:v>45499.425694444442</c:v>
                </c:pt>
                <c:pt idx="17371">
                  <c:v>45431.375694444447</c:v>
                </c:pt>
                <c:pt idx="17372">
                  <c:v>45767.617361111108</c:v>
                </c:pt>
                <c:pt idx="17373">
                  <c:v>45502.611805555563</c:v>
                </c:pt>
                <c:pt idx="17374">
                  <c:v>45877.395138888889</c:v>
                </c:pt>
                <c:pt idx="17375">
                  <c:v>45930.374305555553</c:v>
                </c:pt>
                <c:pt idx="17376">
                  <c:v>45750.663888888892</c:v>
                </c:pt>
                <c:pt idx="17377">
                  <c:v>45701.540972222218</c:v>
                </c:pt>
                <c:pt idx="17378">
                  <c:v>46000.638888888891</c:v>
                </c:pt>
                <c:pt idx="17379">
                  <c:v>45355.351388888892</c:v>
                </c:pt>
                <c:pt idx="17380">
                  <c:v>45894.631249999999</c:v>
                </c:pt>
                <c:pt idx="17381">
                  <c:v>45728.654166666667</c:v>
                </c:pt>
                <c:pt idx="17382">
                  <c:v>45607.443055555559</c:v>
                </c:pt>
                <c:pt idx="17383">
                  <c:v>45840.581944444442</c:v>
                </c:pt>
                <c:pt idx="17384">
                  <c:v>45988.799305555563</c:v>
                </c:pt>
                <c:pt idx="17385">
                  <c:v>45769.794444444437</c:v>
                </c:pt>
                <c:pt idx="17386">
                  <c:v>45586.693749999999</c:v>
                </c:pt>
                <c:pt idx="17387">
                  <c:v>45664.39166666667</c:v>
                </c:pt>
                <c:pt idx="17388">
                  <c:v>45501.390972222223</c:v>
                </c:pt>
                <c:pt idx="17389">
                  <c:v>45692.482638888891</c:v>
                </c:pt>
                <c:pt idx="17390">
                  <c:v>45574.838194444441</c:v>
                </c:pt>
                <c:pt idx="17391">
                  <c:v>45698.369444444441</c:v>
                </c:pt>
                <c:pt idx="17392">
                  <c:v>45430.387499999997</c:v>
                </c:pt>
                <c:pt idx="17393">
                  <c:v>45976.650694444441</c:v>
                </c:pt>
                <c:pt idx="17394">
                  <c:v>45526.383333333331</c:v>
                </c:pt>
                <c:pt idx="17395">
                  <c:v>45932.395138888889</c:v>
                </c:pt>
                <c:pt idx="17396">
                  <c:v>45803.324999999997</c:v>
                </c:pt>
                <c:pt idx="17397">
                  <c:v>45552.290972222218</c:v>
                </c:pt>
                <c:pt idx="17398">
                  <c:v>45824.261805555558</c:v>
                </c:pt>
                <c:pt idx="17399">
                  <c:v>45850.356944444437</c:v>
                </c:pt>
                <c:pt idx="17400">
                  <c:v>46015.612500000003</c:v>
                </c:pt>
                <c:pt idx="17401">
                  <c:v>45753.548611111109</c:v>
                </c:pt>
                <c:pt idx="17402">
                  <c:v>45660.816666666673</c:v>
                </c:pt>
                <c:pt idx="17403">
                  <c:v>45509.317361111112</c:v>
                </c:pt>
                <c:pt idx="17404">
                  <c:v>45774.777777777781</c:v>
                </c:pt>
                <c:pt idx="17405">
                  <c:v>45567.886805555558</c:v>
                </c:pt>
                <c:pt idx="17406">
                  <c:v>45473.451388888891</c:v>
                </c:pt>
                <c:pt idx="17407">
                  <c:v>45726.289583333331</c:v>
                </c:pt>
                <c:pt idx="17408">
                  <c:v>45599.397916666669</c:v>
                </c:pt>
                <c:pt idx="17409">
                  <c:v>45455.315972222219</c:v>
                </c:pt>
                <c:pt idx="17410">
                  <c:v>45915.806250000001</c:v>
                </c:pt>
                <c:pt idx="17411">
                  <c:v>45893.194444444453</c:v>
                </c:pt>
                <c:pt idx="17412">
                  <c:v>45611.648611111108</c:v>
                </c:pt>
                <c:pt idx="17413">
                  <c:v>45630.688194444447</c:v>
                </c:pt>
                <c:pt idx="17414">
                  <c:v>45625.539583333331</c:v>
                </c:pt>
                <c:pt idx="17415">
                  <c:v>45936.472222222219</c:v>
                </c:pt>
                <c:pt idx="17416">
                  <c:v>45837.966666666667</c:v>
                </c:pt>
                <c:pt idx="17417">
                  <c:v>45293.800694444442</c:v>
                </c:pt>
                <c:pt idx="17418">
                  <c:v>45572.37777777778</c:v>
                </c:pt>
                <c:pt idx="17419">
                  <c:v>46013.649305555547</c:v>
                </c:pt>
                <c:pt idx="17420">
                  <c:v>45755.734722222223</c:v>
                </c:pt>
                <c:pt idx="17421">
                  <c:v>45481.814583333333</c:v>
                </c:pt>
                <c:pt idx="17422">
                  <c:v>45362.602777777778</c:v>
                </c:pt>
                <c:pt idx="17423">
                  <c:v>45670.740277777782</c:v>
                </c:pt>
                <c:pt idx="17424">
                  <c:v>45393.353472222218</c:v>
                </c:pt>
                <c:pt idx="17425">
                  <c:v>45435.511111111111</c:v>
                </c:pt>
                <c:pt idx="17426">
                  <c:v>45541.613194444442</c:v>
                </c:pt>
                <c:pt idx="17427">
                  <c:v>45647.477777777778</c:v>
                </c:pt>
                <c:pt idx="17428">
                  <c:v>46004.029861111107</c:v>
                </c:pt>
                <c:pt idx="17429">
                  <c:v>45782.968055555553</c:v>
                </c:pt>
                <c:pt idx="17430">
                  <c:v>45909.970138888893</c:v>
                </c:pt>
                <c:pt idx="17431">
                  <c:v>45749.109027777777</c:v>
                </c:pt>
                <c:pt idx="17432">
                  <c:v>45422.800694444442</c:v>
                </c:pt>
                <c:pt idx="17433">
                  <c:v>45594.644444444442</c:v>
                </c:pt>
                <c:pt idx="17434">
                  <c:v>45713.948611111111</c:v>
                </c:pt>
                <c:pt idx="17435">
                  <c:v>45951.102777777778</c:v>
                </c:pt>
                <c:pt idx="17436">
                  <c:v>45569.111805555563</c:v>
                </c:pt>
                <c:pt idx="17437">
                  <c:v>45880.487500000003</c:v>
                </c:pt>
                <c:pt idx="17438">
                  <c:v>45473.593055555553</c:v>
                </c:pt>
                <c:pt idx="17439">
                  <c:v>45878.038888888892</c:v>
                </c:pt>
                <c:pt idx="17440">
                  <c:v>45843.040277777778</c:v>
                </c:pt>
                <c:pt idx="17441">
                  <c:v>45532.754861111112</c:v>
                </c:pt>
                <c:pt idx="17442">
                  <c:v>45649.013194444437</c:v>
                </c:pt>
                <c:pt idx="17443">
                  <c:v>45984.85833333333</c:v>
                </c:pt>
                <c:pt idx="17444">
                  <c:v>46015.591666666667</c:v>
                </c:pt>
                <c:pt idx="17445">
                  <c:v>45940.025000000001</c:v>
                </c:pt>
                <c:pt idx="17446">
                  <c:v>45593.984027777777</c:v>
                </c:pt>
                <c:pt idx="17447">
                  <c:v>45387.067361111112</c:v>
                </c:pt>
                <c:pt idx="17448">
                  <c:v>45459.802083333343</c:v>
                </c:pt>
                <c:pt idx="17449">
                  <c:v>45858.554861111108</c:v>
                </c:pt>
                <c:pt idx="17450">
                  <c:v>45558.479861111111</c:v>
                </c:pt>
                <c:pt idx="17451">
                  <c:v>45768.88958333333</c:v>
                </c:pt>
                <c:pt idx="17452">
                  <c:v>45594.217361111107</c:v>
                </c:pt>
                <c:pt idx="17453">
                  <c:v>45549.835416666669</c:v>
                </c:pt>
                <c:pt idx="17454">
                  <c:v>45383.36041666667</c:v>
                </c:pt>
                <c:pt idx="17455">
                  <c:v>45490.693055555559</c:v>
                </c:pt>
                <c:pt idx="17456">
                  <c:v>45426.723611111112</c:v>
                </c:pt>
                <c:pt idx="17457">
                  <c:v>45626.365277777782</c:v>
                </c:pt>
                <c:pt idx="17458">
                  <c:v>45333.781944444447</c:v>
                </c:pt>
                <c:pt idx="17459">
                  <c:v>45623.777777777781</c:v>
                </c:pt>
                <c:pt idx="17460">
                  <c:v>45833.656944444447</c:v>
                </c:pt>
                <c:pt idx="17461">
                  <c:v>45797.811805555553</c:v>
                </c:pt>
                <c:pt idx="17462">
                  <c:v>45428.000694444447</c:v>
                </c:pt>
                <c:pt idx="17463">
                  <c:v>45384.552083333343</c:v>
                </c:pt>
                <c:pt idx="17464">
                  <c:v>45317.275000000001</c:v>
                </c:pt>
                <c:pt idx="17465">
                  <c:v>45542.350694444453</c:v>
                </c:pt>
                <c:pt idx="17466">
                  <c:v>45352.680555555547</c:v>
                </c:pt>
                <c:pt idx="17467">
                  <c:v>45661.993055555547</c:v>
                </c:pt>
                <c:pt idx="17468">
                  <c:v>45759.313194444447</c:v>
                </c:pt>
                <c:pt idx="17469">
                  <c:v>45498.682638888888</c:v>
                </c:pt>
                <c:pt idx="17470">
                  <c:v>45586.443749999999</c:v>
                </c:pt>
                <c:pt idx="17471">
                  <c:v>45464.649305555547</c:v>
                </c:pt>
                <c:pt idx="17472">
                  <c:v>45634.254861111112</c:v>
                </c:pt>
                <c:pt idx="17473">
                  <c:v>45729.232638888891</c:v>
                </c:pt>
                <c:pt idx="17474">
                  <c:v>45513.808333333327</c:v>
                </c:pt>
                <c:pt idx="17475">
                  <c:v>45693.822222222218</c:v>
                </c:pt>
                <c:pt idx="17476">
                  <c:v>46002.552777777782</c:v>
                </c:pt>
                <c:pt idx="17477">
                  <c:v>45863.506249999999</c:v>
                </c:pt>
                <c:pt idx="17478">
                  <c:v>45481.49722222222</c:v>
                </c:pt>
                <c:pt idx="17479">
                  <c:v>45420.491666666669</c:v>
                </c:pt>
                <c:pt idx="17480">
                  <c:v>45331.506944444453</c:v>
                </c:pt>
                <c:pt idx="17481">
                  <c:v>45642.554861111108</c:v>
                </c:pt>
                <c:pt idx="17482">
                  <c:v>45932.640972222223</c:v>
                </c:pt>
                <c:pt idx="17483">
                  <c:v>45362.592361111107</c:v>
                </c:pt>
                <c:pt idx="17484">
                  <c:v>45558.459722222222</c:v>
                </c:pt>
                <c:pt idx="17485">
                  <c:v>45510.459027777782</c:v>
                </c:pt>
                <c:pt idx="17486">
                  <c:v>45615.425694444442</c:v>
                </c:pt>
                <c:pt idx="17487">
                  <c:v>45608.59097222222</c:v>
                </c:pt>
                <c:pt idx="17488">
                  <c:v>45455.46875</c:v>
                </c:pt>
                <c:pt idx="17489">
                  <c:v>45625.536805555559</c:v>
                </c:pt>
                <c:pt idx="17490">
                  <c:v>45762.561805555553</c:v>
                </c:pt>
                <c:pt idx="17491">
                  <c:v>45944.470833333333</c:v>
                </c:pt>
                <c:pt idx="17492">
                  <c:v>45659.921527777777</c:v>
                </c:pt>
                <c:pt idx="17493">
                  <c:v>45584.576388888891</c:v>
                </c:pt>
                <c:pt idx="17494">
                  <c:v>45789.820138888892</c:v>
                </c:pt>
                <c:pt idx="17495">
                  <c:v>45877.945138888892</c:v>
                </c:pt>
                <c:pt idx="17496">
                  <c:v>46011.584722222222</c:v>
                </c:pt>
                <c:pt idx="17497">
                  <c:v>45532.844444444447</c:v>
                </c:pt>
                <c:pt idx="17498">
                  <c:v>45723.890972222223</c:v>
                </c:pt>
                <c:pt idx="17499">
                  <c:v>45872.365972222222</c:v>
                </c:pt>
                <c:pt idx="17500">
                  <c:v>45663.626388888893</c:v>
                </c:pt>
                <c:pt idx="17501">
                  <c:v>45456.720138888893</c:v>
                </c:pt>
                <c:pt idx="17502">
                  <c:v>45782.790277777778</c:v>
                </c:pt>
                <c:pt idx="17503">
                  <c:v>45993.750694444447</c:v>
                </c:pt>
                <c:pt idx="17504">
                  <c:v>45876.767361111109</c:v>
                </c:pt>
                <c:pt idx="17505">
                  <c:v>45826.853472222218</c:v>
                </c:pt>
                <c:pt idx="17506">
                  <c:v>45324.836805555547</c:v>
                </c:pt>
                <c:pt idx="17507">
                  <c:v>45355.76458333333</c:v>
                </c:pt>
                <c:pt idx="17508">
                  <c:v>45496.838194444441</c:v>
                </c:pt>
                <c:pt idx="17509">
                  <c:v>45930.77847222222</c:v>
                </c:pt>
                <c:pt idx="17510">
                  <c:v>45393.84652777778</c:v>
                </c:pt>
                <c:pt idx="17511">
                  <c:v>45545.784722222219</c:v>
                </c:pt>
                <c:pt idx="17512">
                  <c:v>45632.754861111112</c:v>
                </c:pt>
                <c:pt idx="17513">
                  <c:v>45702.53125</c:v>
                </c:pt>
                <c:pt idx="17514">
                  <c:v>45593.869444444441</c:v>
                </c:pt>
                <c:pt idx="17515">
                  <c:v>45743.584722222222</c:v>
                </c:pt>
                <c:pt idx="17516">
                  <c:v>45422.618055555547</c:v>
                </c:pt>
                <c:pt idx="17517">
                  <c:v>45886.570833333331</c:v>
                </c:pt>
                <c:pt idx="17518">
                  <c:v>45776.71875</c:v>
                </c:pt>
                <c:pt idx="17519">
                  <c:v>45936.716666666667</c:v>
                </c:pt>
                <c:pt idx="17520">
                  <c:v>45865.320138888892</c:v>
                </c:pt>
                <c:pt idx="17521">
                  <c:v>45936.716666666667</c:v>
                </c:pt>
                <c:pt idx="17522">
                  <c:v>46013.397222222222</c:v>
                </c:pt>
                <c:pt idx="17523">
                  <c:v>45973.852777777778</c:v>
                </c:pt>
                <c:pt idx="17524">
                  <c:v>45955.425694444442</c:v>
                </c:pt>
                <c:pt idx="17525">
                  <c:v>45973.852777777778</c:v>
                </c:pt>
                <c:pt idx="17526">
                  <c:v>45832.238194444442</c:v>
                </c:pt>
                <c:pt idx="17527">
                  <c:v>45865.320138888892</c:v>
                </c:pt>
                <c:pt idx="17528">
                  <c:v>46013.397222222222</c:v>
                </c:pt>
                <c:pt idx="17529">
                  <c:v>45991.59375</c:v>
                </c:pt>
                <c:pt idx="17530">
                  <c:v>45846.385416666657</c:v>
                </c:pt>
                <c:pt idx="17531">
                  <c:v>45462.277777777781</c:v>
                </c:pt>
                <c:pt idx="17532">
                  <c:v>45462.277777777781</c:v>
                </c:pt>
                <c:pt idx="17533">
                  <c:v>45900.513194444437</c:v>
                </c:pt>
                <c:pt idx="17534">
                  <c:v>45776.71875</c:v>
                </c:pt>
                <c:pt idx="17535">
                  <c:v>45900.513194444437</c:v>
                </c:pt>
                <c:pt idx="17536">
                  <c:v>45919.388888888891</c:v>
                </c:pt>
                <c:pt idx="17537">
                  <c:v>45919.388888888891</c:v>
                </c:pt>
                <c:pt idx="17538">
                  <c:v>45782.28402777778</c:v>
                </c:pt>
                <c:pt idx="17539">
                  <c:v>45702.495833333327</c:v>
                </c:pt>
                <c:pt idx="17540">
                  <c:v>45782.28402777778</c:v>
                </c:pt>
                <c:pt idx="17541">
                  <c:v>45702.495833333327</c:v>
                </c:pt>
                <c:pt idx="17542">
                  <c:v>45886.570833333331</c:v>
                </c:pt>
                <c:pt idx="17543">
                  <c:v>45955.425694444442</c:v>
                </c:pt>
                <c:pt idx="17544">
                  <c:v>45991.59375</c:v>
                </c:pt>
                <c:pt idx="17545">
                  <c:v>45846.385416666657</c:v>
                </c:pt>
                <c:pt idx="17546">
                  <c:v>45832.238194444442</c:v>
                </c:pt>
                <c:pt idx="17547">
                  <c:v>45510.877083333333</c:v>
                </c:pt>
                <c:pt idx="17548">
                  <c:v>45634.661805555559</c:v>
                </c:pt>
                <c:pt idx="17549">
                  <c:v>45815.501388888893</c:v>
                </c:pt>
                <c:pt idx="17550">
                  <c:v>45428.345833333333</c:v>
                </c:pt>
                <c:pt idx="17551">
                  <c:v>45355.938194444447</c:v>
                </c:pt>
                <c:pt idx="17552">
                  <c:v>45692.959722222222</c:v>
                </c:pt>
                <c:pt idx="17553">
                  <c:v>45591.827777777777</c:v>
                </c:pt>
                <c:pt idx="17554">
                  <c:v>45778.849305555559</c:v>
                </c:pt>
                <c:pt idx="17555">
                  <c:v>45932.734027777777</c:v>
                </c:pt>
                <c:pt idx="17556">
                  <c:v>45397.645833333343</c:v>
                </c:pt>
                <c:pt idx="17557">
                  <c:v>45741.87222222222</c:v>
                </c:pt>
                <c:pt idx="17558">
                  <c:v>45856.879861111112</c:v>
                </c:pt>
                <c:pt idx="17559">
                  <c:v>45892.753472222219</c:v>
                </c:pt>
                <c:pt idx="17560">
                  <c:v>45427.904166666667</c:v>
                </c:pt>
                <c:pt idx="17561">
                  <c:v>45990.37777777778</c:v>
                </c:pt>
                <c:pt idx="17562">
                  <c:v>45506.354166666657</c:v>
                </c:pt>
                <c:pt idx="17563">
                  <c:v>45789.352777777778</c:v>
                </c:pt>
                <c:pt idx="17564">
                  <c:v>45789.352777777778</c:v>
                </c:pt>
                <c:pt idx="17565">
                  <c:v>45990.37777777778</c:v>
                </c:pt>
                <c:pt idx="17566">
                  <c:v>45653.181250000001</c:v>
                </c:pt>
                <c:pt idx="17567">
                  <c:v>45527.393750000003</c:v>
                </c:pt>
                <c:pt idx="17568">
                  <c:v>45857.136111111111</c:v>
                </c:pt>
                <c:pt idx="17569">
                  <c:v>45980.111111111109</c:v>
                </c:pt>
                <c:pt idx="17570">
                  <c:v>45527.393750000003</c:v>
                </c:pt>
                <c:pt idx="17571">
                  <c:v>45653.181250000001</c:v>
                </c:pt>
                <c:pt idx="17572">
                  <c:v>45842.284722222219</c:v>
                </c:pt>
                <c:pt idx="17573">
                  <c:v>45783.86041666667</c:v>
                </c:pt>
                <c:pt idx="17574">
                  <c:v>45764.432638888888</c:v>
                </c:pt>
                <c:pt idx="17575">
                  <c:v>45304.734027777777</c:v>
                </c:pt>
                <c:pt idx="17576">
                  <c:v>45821.12222222222</c:v>
                </c:pt>
                <c:pt idx="17577">
                  <c:v>45857.136111111111</c:v>
                </c:pt>
                <c:pt idx="17578">
                  <c:v>45980.111111111109</c:v>
                </c:pt>
                <c:pt idx="17579">
                  <c:v>45955.882638888892</c:v>
                </c:pt>
                <c:pt idx="17580">
                  <c:v>45540.256249999999</c:v>
                </c:pt>
                <c:pt idx="17581">
                  <c:v>45586.723611111112</c:v>
                </c:pt>
                <c:pt idx="17582">
                  <c:v>45783.86041666667</c:v>
                </c:pt>
                <c:pt idx="17583">
                  <c:v>45304.734027777777</c:v>
                </c:pt>
                <c:pt idx="17584">
                  <c:v>45842.284722222219</c:v>
                </c:pt>
                <c:pt idx="17585">
                  <c:v>45907.240277777782</c:v>
                </c:pt>
                <c:pt idx="17586">
                  <c:v>45586.723611111112</c:v>
                </c:pt>
                <c:pt idx="17587">
                  <c:v>45540.256249999999</c:v>
                </c:pt>
                <c:pt idx="17588">
                  <c:v>45764.432638888888</c:v>
                </c:pt>
                <c:pt idx="17589">
                  <c:v>45506.354166666657</c:v>
                </c:pt>
                <c:pt idx="17590">
                  <c:v>45907.240277777782</c:v>
                </c:pt>
                <c:pt idx="17591">
                  <c:v>45955.882638888892</c:v>
                </c:pt>
                <c:pt idx="17592">
                  <c:v>45821.12222222222</c:v>
                </c:pt>
                <c:pt idx="17593">
                  <c:v>45446.663194444453</c:v>
                </c:pt>
                <c:pt idx="17594">
                  <c:v>45370.683333333327</c:v>
                </c:pt>
                <c:pt idx="17595">
                  <c:v>45987.410416666673</c:v>
                </c:pt>
                <c:pt idx="17596">
                  <c:v>45414.612500000003</c:v>
                </c:pt>
                <c:pt idx="17597">
                  <c:v>45812.492361111108</c:v>
                </c:pt>
                <c:pt idx="17598">
                  <c:v>45692.630555555559</c:v>
                </c:pt>
                <c:pt idx="17599">
                  <c:v>45768.345833333333</c:v>
                </c:pt>
                <c:pt idx="17600">
                  <c:v>45777.695833333331</c:v>
                </c:pt>
                <c:pt idx="17601">
                  <c:v>45550.713194444441</c:v>
                </c:pt>
                <c:pt idx="17602">
                  <c:v>45608.364583333343</c:v>
                </c:pt>
                <c:pt idx="17603">
                  <c:v>45960.387499999997</c:v>
                </c:pt>
                <c:pt idx="17604">
                  <c:v>45733.359722222223</c:v>
                </c:pt>
                <c:pt idx="17605">
                  <c:v>45519.615972222222</c:v>
                </c:pt>
                <c:pt idx="17606">
                  <c:v>45887.473611111112</c:v>
                </c:pt>
                <c:pt idx="17607">
                  <c:v>45854.382638888892</c:v>
                </c:pt>
                <c:pt idx="17608">
                  <c:v>45927.676388888889</c:v>
                </c:pt>
                <c:pt idx="17609">
                  <c:v>45829.616666666669</c:v>
                </c:pt>
                <c:pt idx="17610">
                  <c:v>45570.55972222222</c:v>
                </c:pt>
                <c:pt idx="17611">
                  <c:v>45653.634027777778</c:v>
                </c:pt>
                <c:pt idx="17612">
                  <c:v>45314.550694444442</c:v>
                </c:pt>
                <c:pt idx="17613">
                  <c:v>45957.4375</c:v>
                </c:pt>
                <c:pt idx="17614">
                  <c:v>45496.486111111109</c:v>
                </c:pt>
                <c:pt idx="17615">
                  <c:v>45925.476388888892</c:v>
                </c:pt>
                <c:pt idx="17616">
                  <c:v>45457.306250000001</c:v>
                </c:pt>
                <c:pt idx="17617">
                  <c:v>45792.493055555547</c:v>
                </c:pt>
                <c:pt idx="17618">
                  <c:v>45630.770833333343</c:v>
                </c:pt>
                <c:pt idx="17619">
                  <c:v>45538.491666666669</c:v>
                </c:pt>
                <c:pt idx="17620">
                  <c:v>45364.373611111107</c:v>
                </c:pt>
                <c:pt idx="17621">
                  <c:v>45862.524305555547</c:v>
                </c:pt>
                <c:pt idx="17622">
                  <c:v>45676.852083333331</c:v>
                </c:pt>
                <c:pt idx="17623">
                  <c:v>45307.579861111109</c:v>
                </c:pt>
                <c:pt idx="17624">
                  <c:v>45482.342361111107</c:v>
                </c:pt>
                <c:pt idx="17625">
                  <c:v>45583.432638888888</c:v>
                </c:pt>
                <c:pt idx="17626">
                  <c:v>45733.541666666657</c:v>
                </c:pt>
                <c:pt idx="17627">
                  <c:v>45516.461805555547</c:v>
                </c:pt>
                <c:pt idx="17628">
                  <c:v>45348.341666666667</c:v>
                </c:pt>
                <c:pt idx="17629">
                  <c:v>45488.337500000001</c:v>
                </c:pt>
                <c:pt idx="17630">
                  <c:v>45545.684027777781</c:v>
                </c:pt>
                <c:pt idx="17631">
                  <c:v>45411.554166666669</c:v>
                </c:pt>
                <c:pt idx="17632">
                  <c:v>45729.24722222222</c:v>
                </c:pt>
                <c:pt idx="17633">
                  <c:v>45529.649305555547</c:v>
                </c:pt>
                <c:pt idx="17634">
                  <c:v>45785.481249999997</c:v>
                </c:pt>
                <c:pt idx="17635">
                  <c:v>45425.794444444437</c:v>
                </c:pt>
                <c:pt idx="17636">
                  <c:v>45313.72152777778</c:v>
                </c:pt>
                <c:pt idx="17637">
                  <c:v>45951.319444444453</c:v>
                </c:pt>
                <c:pt idx="17638">
                  <c:v>45302.245833333327</c:v>
                </c:pt>
                <c:pt idx="17639">
                  <c:v>45469.877083333333</c:v>
                </c:pt>
                <c:pt idx="17640">
                  <c:v>45496.45416666667</c:v>
                </c:pt>
                <c:pt idx="17641">
                  <c:v>45862.244444444441</c:v>
                </c:pt>
                <c:pt idx="17642">
                  <c:v>45713.876388888893</c:v>
                </c:pt>
                <c:pt idx="17643">
                  <c:v>45651.908333333333</c:v>
                </c:pt>
                <c:pt idx="17644">
                  <c:v>45371.915277777778</c:v>
                </c:pt>
                <c:pt idx="17645">
                  <c:v>45449.336805555547</c:v>
                </c:pt>
                <c:pt idx="17646">
                  <c:v>45910.908333333333</c:v>
                </c:pt>
                <c:pt idx="17647">
                  <c:v>45392.03402777778</c:v>
                </c:pt>
                <c:pt idx="17648">
                  <c:v>45817.378472222219</c:v>
                </c:pt>
                <c:pt idx="17649">
                  <c:v>45760.5625</c:v>
                </c:pt>
                <c:pt idx="17650">
                  <c:v>45363.628472222219</c:v>
                </c:pt>
                <c:pt idx="17651">
                  <c:v>45842.012499999997</c:v>
                </c:pt>
                <c:pt idx="17652">
                  <c:v>45670.835416666669</c:v>
                </c:pt>
                <c:pt idx="17653">
                  <c:v>45893.463194444441</c:v>
                </c:pt>
                <c:pt idx="17654">
                  <c:v>45807.05972222222</c:v>
                </c:pt>
                <c:pt idx="17655">
                  <c:v>45331.044444444437</c:v>
                </c:pt>
                <c:pt idx="17656">
                  <c:v>45674.652777777781</c:v>
                </c:pt>
                <c:pt idx="17657">
                  <c:v>45719.32708333333</c:v>
                </c:pt>
                <c:pt idx="17658">
                  <c:v>46012.10833333333</c:v>
                </c:pt>
                <c:pt idx="17659">
                  <c:v>45920.320833333331</c:v>
                </c:pt>
                <c:pt idx="17660">
                  <c:v>45776.732638888891</c:v>
                </c:pt>
                <c:pt idx="17661">
                  <c:v>45739.737500000003</c:v>
                </c:pt>
                <c:pt idx="17662">
                  <c:v>45986.984722222223</c:v>
                </c:pt>
                <c:pt idx="17663">
                  <c:v>45866.265972222223</c:v>
                </c:pt>
                <c:pt idx="17664">
                  <c:v>45344.512499999997</c:v>
                </c:pt>
                <c:pt idx="17665">
                  <c:v>45943.970138888893</c:v>
                </c:pt>
                <c:pt idx="17666">
                  <c:v>45703.527777777781</c:v>
                </c:pt>
                <c:pt idx="17667">
                  <c:v>45894.455555555563</c:v>
                </c:pt>
                <c:pt idx="17668">
                  <c:v>45554.352777777778</c:v>
                </c:pt>
                <c:pt idx="17669">
                  <c:v>45401.422222222223</c:v>
                </c:pt>
                <c:pt idx="17670">
                  <c:v>45307.470833333333</c:v>
                </c:pt>
                <c:pt idx="17671">
                  <c:v>45775.458333333343</c:v>
                </c:pt>
                <c:pt idx="17672">
                  <c:v>45973.561805555553</c:v>
                </c:pt>
                <c:pt idx="17673">
                  <c:v>45950.495833333327</c:v>
                </c:pt>
                <c:pt idx="17674">
                  <c:v>45621.486805555563</c:v>
                </c:pt>
                <c:pt idx="17675">
                  <c:v>45345.441666666673</c:v>
                </c:pt>
                <c:pt idx="17676">
                  <c:v>45831.582638888889</c:v>
                </c:pt>
                <c:pt idx="17677">
                  <c:v>45851.61041666667</c:v>
                </c:pt>
                <c:pt idx="17678">
                  <c:v>45467.474305555559</c:v>
                </c:pt>
                <c:pt idx="17679">
                  <c:v>45465.161111111112</c:v>
                </c:pt>
                <c:pt idx="17680">
                  <c:v>45341.931944444441</c:v>
                </c:pt>
                <c:pt idx="17681">
                  <c:v>45954.030555555553</c:v>
                </c:pt>
                <c:pt idx="17682">
                  <c:v>45700.708333333343</c:v>
                </c:pt>
                <c:pt idx="17683">
                  <c:v>45377.961111111108</c:v>
                </c:pt>
                <c:pt idx="17684">
                  <c:v>45401.095138888893</c:v>
                </c:pt>
                <c:pt idx="17685">
                  <c:v>45999.98333333333</c:v>
                </c:pt>
                <c:pt idx="17686">
                  <c:v>45734.502083333333</c:v>
                </c:pt>
                <c:pt idx="17687">
                  <c:v>46011.053472222222</c:v>
                </c:pt>
                <c:pt idx="17688">
                  <c:v>45513.618750000001</c:v>
                </c:pt>
                <c:pt idx="17689">
                  <c:v>45985.95416666667</c:v>
                </c:pt>
                <c:pt idx="17690">
                  <c:v>45628.880555555559</c:v>
                </c:pt>
                <c:pt idx="17691">
                  <c:v>45817.762499999997</c:v>
                </c:pt>
                <c:pt idx="17692">
                  <c:v>45937.488194444442</c:v>
                </c:pt>
                <c:pt idx="17693">
                  <c:v>45446.145138888889</c:v>
                </c:pt>
                <c:pt idx="17694">
                  <c:v>45644.120833333327</c:v>
                </c:pt>
                <c:pt idx="17695">
                  <c:v>45860.018750000003</c:v>
                </c:pt>
                <c:pt idx="17696">
                  <c:v>45426.061805555553</c:v>
                </c:pt>
                <c:pt idx="17697">
                  <c:v>45359.000694444447</c:v>
                </c:pt>
                <c:pt idx="17698">
                  <c:v>45788.986805555563</c:v>
                </c:pt>
                <c:pt idx="17699">
                  <c:v>45917.446527777778</c:v>
                </c:pt>
                <c:pt idx="17700">
                  <c:v>45967.936805555553</c:v>
                </c:pt>
                <c:pt idx="17701">
                  <c:v>45673.088194444441</c:v>
                </c:pt>
                <c:pt idx="17702">
                  <c:v>45543.996527777781</c:v>
                </c:pt>
                <c:pt idx="17703">
                  <c:v>45760.093055555553</c:v>
                </c:pt>
                <c:pt idx="17704">
                  <c:v>45598.138888888891</c:v>
                </c:pt>
                <c:pt idx="17705">
                  <c:v>45560.990277777782</c:v>
                </c:pt>
                <c:pt idx="17706">
                  <c:v>45898.040277777778</c:v>
                </c:pt>
                <c:pt idx="17707">
                  <c:v>45846.504861111112</c:v>
                </c:pt>
                <c:pt idx="17708">
                  <c:v>45296.126388888893</c:v>
                </c:pt>
                <c:pt idx="17709">
                  <c:v>45844.461805555547</c:v>
                </c:pt>
                <c:pt idx="17710">
                  <c:v>45912.12777777778</c:v>
                </c:pt>
                <c:pt idx="17711">
                  <c:v>45566.8125</c:v>
                </c:pt>
                <c:pt idx="17712">
                  <c:v>45318.677777777782</c:v>
                </c:pt>
                <c:pt idx="17713">
                  <c:v>45367.244444444441</c:v>
                </c:pt>
                <c:pt idx="17714">
                  <c:v>45349.870138888888</c:v>
                </c:pt>
                <c:pt idx="17715">
                  <c:v>45486.213194444441</c:v>
                </c:pt>
                <c:pt idx="17716">
                  <c:v>45512.527777777781</c:v>
                </c:pt>
                <c:pt idx="17717">
                  <c:v>45736.851388888892</c:v>
                </c:pt>
                <c:pt idx="17718">
                  <c:v>45339.542361111111</c:v>
                </c:pt>
                <c:pt idx="17719">
                  <c:v>45940.539583333331</c:v>
                </c:pt>
                <c:pt idx="17720">
                  <c:v>45846.472916666673</c:v>
                </c:pt>
                <c:pt idx="17721">
                  <c:v>45512.411111111112</c:v>
                </c:pt>
                <c:pt idx="17722">
                  <c:v>45474.649305555547</c:v>
                </c:pt>
                <c:pt idx="17723">
                  <c:v>45806.613888888889</c:v>
                </c:pt>
                <c:pt idx="17724">
                  <c:v>45803.290277777778</c:v>
                </c:pt>
                <c:pt idx="17725">
                  <c:v>45989.277083333327</c:v>
                </c:pt>
                <c:pt idx="17726">
                  <c:v>45654.805555555547</c:v>
                </c:pt>
                <c:pt idx="17727">
                  <c:v>45446.76458333333</c:v>
                </c:pt>
                <c:pt idx="17728">
                  <c:v>45878.388194444437</c:v>
                </c:pt>
                <c:pt idx="17729">
                  <c:v>45589.782638888893</c:v>
                </c:pt>
                <c:pt idx="17730">
                  <c:v>45725.444444444453</c:v>
                </c:pt>
                <c:pt idx="17731">
                  <c:v>45846.736805555563</c:v>
                </c:pt>
                <c:pt idx="17732">
                  <c:v>45349.268750000003</c:v>
                </c:pt>
                <c:pt idx="17733">
                  <c:v>45952.38958333333</c:v>
                </c:pt>
                <c:pt idx="17734">
                  <c:v>45919.340277777781</c:v>
                </c:pt>
                <c:pt idx="17735">
                  <c:v>45764.340277777781</c:v>
                </c:pt>
                <c:pt idx="17736">
                  <c:v>45675.713194444441</c:v>
                </c:pt>
                <c:pt idx="17737">
                  <c:v>45602.37222222222</c:v>
                </c:pt>
                <c:pt idx="17738">
                  <c:v>45499.404166666667</c:v>
                </c:pt>
                <c:pt idx="17739">
                  <c:v>45383.792361111111</c:v>
                </c:pt>
                <c:pt idx="17740">
                  <c:v>45476.621527777781</c:v>
                </c:pt>
                <c:pt idx="17741">
                  <c:v>45527.597916666673</c:v>
                </c:pt>
                <c:pt idx="17742">
                  <c:v>45560.484027777777</c:v>
                </c:pt>
                <c:pt idx="17743">
                  <c:v>45311.447916666657</c:v>
                </c:pt>
                <c:pt idx="17744">
                  <c:v>45644.623611111107</c:v>
                </c:pt>
                <c:pt idx="17745">
                  <c:v>45331.409722222219</c:v>
                </c:pt>
                <c:pt idx="17746">
                  <c:v>45597.673611111109</c:v>
                </c:pt>
                <c:pt idx="17747">
                  <c:v>45872.722916666673</c:v>
                </c:pt>
                <c:pt idx="17748">
                  <c:v>45827.706944444442</c:v>
                </c:pt>
                <c:pt idx="17749">
                  <c:v>45993.287499999999</c:v>
                </c:pt>
                <c:pt idx="17750">
                  <c:v>45692.461111111108</c:v>
                </c:pt>
                <c:pt idx="17751">
                  <c:v>45953.789583333331</c:v>
                </c:pt>
                <c:pt idx="17752">
                  <c:v>45746.336805555547</c:v>
                </c:pt>
                <c:pt idx="17753">
                  <c:v>45440.388888888891</c:v>
                </c:pt>
                <c:pt idx="17754">
                  <c:v>45303.450694444437</c:v>
                </c:pt>
                <c:pt idx="17755">
                  <c:v>45635.431944444441</c:v>
                </c:pt>
                <c:pt idx="17756">
                  <c:v>45523.527083333327</c:v>
                </c:pt>
                <c:pt idx="17757">
                  <c:v>45813.446527777778</c:v>
                </c:pt>
                <c:pt idx="17758">
                  <c:v>45623.343055555553</c:v>
                </c:pt>
                <c:pt idx="17759">
                  <c:v>45858.400000000001</c:v>
                </c:pt>
                <c:pt idx="17760">
                  <c:v>45436.240277777782</c:v>
                </c:pt>
                <c:pt idx="17761">
                  <c:v>45587.785416666673</c:v>
                </c:pt>
                <c:pt idx="17762">
                  <c:v>45551.520138888889</c:v>
                </c:pt>
                <c:pt idx="17763">
                  <c:v>45817.429166666669</c:v>
                </c:pt>
                <c:pt idx="17764">
                  <c:v>45507.660416666673</c:v>
                </c:pt>
                <c:pt idx="17765">
                  <c:v>45747.423611111109</c:v>
                </c:pt>
                <c:pt idx="17766">
                  <c:v>45373.54791666667</c:v>
                </c:pt>
                <c:pt idx="17767">
                  <c:v>45330.370833333327</c:v>
                </c:pt>
                <c:pt idx="17768">
                  <c:v>46010.40902777778</c:v>
                </c:pt>
                <c:pt idx="17769">
                  <c:v>45463.293749999997</c:v>
                </c:pt>
                <c:pt idx="17770">
                  <c:v>45882.532638888893</c:v>
                </c:pt>
                <c:pt idx="17771">
                  <c:v>45929.825694444437</c:v>
                </c:pt>
                <c:pt idx="17772">
                  <c:v>45797.356249999997</c:v>
                </c:pt>
                <c:pt idx="17773">
                  <c:v>45489.425694444442</c:v>
                </c:pt>
                <c:pt idx="17774">
                  <c:v>45349.472222222219</c:v>
                </c:pt>
                <c:pt idx="17775">
                  <c:v>45726.37777777778</c:v>
                </c:pt>
                <c:pt idx="17776">
                  <c:v>45576.394444444442</c:v>
                </c:pt>
                <c:pt idx="17777">
                  <c:v>45393.906944444447</c:v>
                </c:pt>
                <c:pt idx="17778">
                  <c:v>45980.268750000003</c:v>
                </c:pt>
                <c:pt idx="17779">
                  <c:v>45672.79583333333</c:v>
                </c:pt>
                <c:pt idx="17780">
                  <c:v>45699.321527777778</c:v>
                </c:pt>
                <c:pt idx="17781">
                  <c:v>45610.850694444453</c:v>
                </c:pt>
                <c:pt idx="17782">
                  <c:v>45996.445138888892</c:v>
                </c:pt>
                <c:pt idx="17783">
                  <c:v>45387.886805555558</c:v>
                </c:pt>
                <c:pt idx="17784">
                  <c:v>45387.886805555558</c:v>
                </c:pt>
                <c:pt idx="17785">
                  <c:v>45996.445138888892</c:v>
                </c:pt>
                <c:pt idx="17786">
                  <c:v>45610.850694444453</c:v>
                </c:pt>
                <c:pt idx="17787">
                  <c:v>45496.398611111108</c:v>
                </c:pt>
                <c:pt idx="17788">
                  <c:v>45753.500694444447</c:v>
                </c:pt>
                <c:pt idx="17789">
                  <c:v>45679.6</c:v>
                </c:pt>
                <c:pt idx="17790">
                  <c:v>45870.393055555563</c:v>
                </c:pt>
                <c:pt idx="17791">
                  <c:v>45945.880555555559</c:v>
                </c:pt>
                <c:pt idx="17792">
                  <c:v>45807.878472222219</c:v>
                </c:pt>
                <c:pt idx="17793">
                  <c:v>45679.6</c:v>
                </c:pt>
                <c:pt idx="17794">
                  <c:v>45807.878472222219</c:v>
                </c:pt>
                <c:pt idx="17795">
                  <c:v>45870.393055555563</c:v>
                </c:pt>
                <c:pt idx="17796">
                  <c:v>45945.880555555559</c:v>
                </c:pt>
                <c:pt idx="17797">
                  <c:v>45541.435416666667</c:v>
                </c:pt>
                <c:pt idx="17798">
                  <c:v>45421.51458333333</c:v>
                </c:pt>
                <c:pt idx="17799">
                  <c:v>45753.500694444447</c:v>
                </c:pt>
                <c:pt idx="17800">
                  <c:v>45322.386111111111</c:v>
                </c:pt>
                <c:pt idx="17801">
                  <c:v>45421.51458333333</c:v>
                </c:pt>
                <c:pt idx="17802">
                  <c:v>45496.398611111108</c:v>
                </c:pt>
                <c:pt idx="17803">
                  <c:v>45541.435416666667</c:v>
                </c:pt>
                <c:pt idx="17804">
                  <c:v>45322.386111111111</c:v>
                </c:pt>
                <c:pt idx="17805">
                  <c:v>45964.803472222222</c:v>
                </c:pt>
                <c:pt idx="17806">
                  <c:v>45505.852083333331</c:v>
                </c:pt>
                <c:pt idx="17807">
                  <c:v>45867.597916666673</c:v>
                </c:pt>
                <c:pt idx="17808">
                  <c:v>45428.727083333331</c:v>
                </c:pt>
                <c:pt idx="17809">
                  <c:v>45412.790972222218</c:v>
                </c:pt>
                <c:pt idx="17810">
                  <c:v>45737.807638888888</c:v>
                </c:pt>
                <c:pt idx="17811">
                  <c:v>45601.407638888893</c:v>
                </c:pt>
                <c:pt idx="17812">
                  <c:v>45337.493055555547</c:v>
                </c:pt>
                <c:pt idx="17813">
                  <c:v>45686.95208333333</c:v>
                </c:pt>
                <c:pt idx="17814">
                  <c:v>45551.902777777781</c:v>
                </c:pt>
                <c:pt idx="17815">
                  <c:v>45542.824305555558</c:v>
                </c:pt>
                <c:pt idx="17816">
                  <c:v>45762.74722222222</c:v>
                </c:pt>
                <c:pt idx="17817">
                  <c:v>45915.676388888889</c:v>
                </c:pt>
                <c:pt idx="17818">
                  <c:v>45924.55972222222</c:v>
                </c:pt>
                <c:pt idx="17819">
                  <c:v>45328.566666666673</c:v>
                </c:pt>
                <c:pt idx="17820">
                  <c:v>45932.82708333333</c:v>
                </c:pt>
                <c:pt idx="17821">
                  <c:v>45874.759027777778</c:v>
                </c:pt>
                <c:pt idx="17822">
                  <c:v>45313.643750000003</c:v>
                </c:pt>
                <c:pt idx="17823">
                  <c:v>45536.642361111109</c:v>
                </c:pt>
                <c:pt idx="17824">
                  <c:v>45476.622916666667</c:v>
                </c:pt>
                <c:pt idx="17825">
                  <c:v>45796.82708333333</c:v>
                </c:pt>
                <c:pt idx="17826">
                  <c:v>45727.870833333327</c:v>
                </c:pt>
                <c:pt idx="17827">
                  <c:v>45836.584027777782</c:v>
                </c:pt>
                <c:pt idx="17828">
                  <c:v>45867.447916666657</c:v>
                </c:pt>
                <c:pt idx="17829">
                  <c:v>45621.368055555547</c:v>
                </c:pt>
                <c:pt idx="17830">
                  <c:v>45383.723611111112</c:v>
                </c:pt>
                <c:pt idx="17831">
                  <c:v>45904.54583333333</c:v>
                </c:pt>
                <c:pt idx="17832">
                  <c:v>45486.492361111108</c:v>
                </c:pt>
                <c:pt idx="17833">
                  <c:v>45434.4375</c:v>
                </c:pt>
                <c:pt idx="17834">
                  <c:v>45349.460416666669</c:v>
                </c:pt>
                <c:pt idx="17835">
                  <c:v>45652.824999999997</c:v>
                </c:pt>
                <c:pt idx="17836">
                  <c:v>45446.685416666667</c:v>
                </c:pt>
                <c:pt idx="17837">
                  <c:v>45555.451388888891</c:v>
                </c:pt>
                <c:pt idx="17838">
                  <c:v>45505.844444444447</c:v>
                </c:pt>
                <c:pt idx="17839">
                  <c:v>45481.465277777781</c:v>
                </c:pt>
                <c:pt idx="17840">
                  <c:v>45845.727083333331</c:v>
                </c:pt>
                <c:pt idx="17841">
                  <c:v>45412.511805555558</c:v>
                </c:pt>
                <c:pt idx="17842">
                  <c:v>45473.800694444442</c:v>
                </c:pt>
                <c:pt idx="17843">
                  <c:v>45543.43472222222</c:v>
                </c:pt>
                <c:pt idx="17844">
                  <c:v>45735.768055555563</c:v>
                </c:pt>
                <c:pt idx="17845">
                  <c:v>45777.782638888893</c:v>
                </c:pt>
                <c:pt idx="17846">
                  <c:v>45640.462500000001</c:v>
                </c:pt>
                <c:pt idx="17847">
                  <c:v>45429.736111111109</c:v>
                </c:pt>
                <c:pt idx="17848">
                  <c:v>45686.788888888892</c:v>
                </c:pt>
                <c:pt idx="17849">
                  <c:v>45867.831250000003</c:v>
                </c:pt>
                <c:pt idx="17850">
                  <c:v>45824.618055555547</c:v>
                </c:pt>
                <c:pt idx="17851">
                  <c:v>45947.759722222218</c:v>
                </c:pt>
                <c:pt idx="17852">
                  <c:v>45292.73541666667</c:v>
                </c:pt>
                <c:pt idx="17853">
                  <c:v>45387.738194444442</c:v>
                </c:pt>
                <c:pt idx="17854">
                  <c:v>45905.726388888892</c:v>
                </c:pt>
                <c:pt idx="17855">
                  <c:v>45570.40347222222</c:v>
                </c:pt>
                <c:pt idx="17856">
                  <c:v>45755.447222222218</c:v>
                </c:pt>
                <c:pt idx="17857">
                  <c:v>45988.259027777778</c:v>
                </c:pt>
                <c:pt idx="17858">
                  <c:v>45959.490277777782</c:v>
                </c:pt>
                <c:pt idx="17859">
                  <c:v>45537.352083333331</c:v>
                </c:pt>
                <c:pt idx="17860">
                  <c:v>45667.213888888888</c:v>
                </c:pt>
                <c:pt idx="17861">
                  <c:v>45588.384722222218</c:v>
                </c:pt>
                <c:pt idx="17862">
                  <c:v>45819.302083333343</c:v>
                </c:pt>
                <c:pt idx="17863">
                  <c:v>46008.230555555558</c:v>
                </c:pt>
                <c:pt idx="17864">
                  <c:v>45503.345833333333</c:v>
                </c:pt>
                <c:pt idx="17865">
                  <c:v>45400.35833333333</c:v>
                </c:pt>
                <c:pt idx="17866">
                  <c:v>45883.588194444441</c:v>
                </c:pt>
                <c:pt idx="17867">
                  <c:v>45367.288194444453</c:v>
                </c:pt>
                <c:pt idx="17868">
                  <c:v>45386.214583333327</c:v>
                </c:pt>
                <c:pt idx="17869">
                  <c:v>45783.584027777782</c:v>
                </c:pt>
                <c:pt idx="17870">
                  <c:v>45853.262499999997</c:v>
                </c:pt>
                <c:pt idx="17871">
                  <c:v>45467.404166666667</c:v>
                </c:pt>
                <c:pt idx="17872">
                  <c:v>45684.628472222219</c:v>
                </c:pt>
                <c:pt idx="17873">
                  <c:v>45446.847916666673</c:v>
                </c:pt>
                <c:pt idx="17874">
                  <c:v>45628.658333333333</c:v>
                </c:pt>
                <c:pt idx="17875">
                  <c:v>45600.646527777782</c:v>
                </c:pt>
                <c:pt idx="17876">
                  <c:v>45422.363888888889</c:v>
                </c:pt>
                <c:pt idx="17877">
                  <c:v>45910.215277777781</c:v>
                </c:pt>
                <c:pt idx="17878">
                  <c:v>45712.246527777781</c:v>
                </c:pt>
                <c:pt idx="17879">
                  <c:v>45332.911111111112</c:v>
                </c:pt>
                <c:pt idx="17880">
                  <c:v>45995.636111111111</c:v>
                </c:pt>
                <c:pt idx="17881">
                  <c:v>45601.661805555559</c:v>
                </c:pt>
                <c:pt idx="17882">
                  <c:v>45364.847916666673</c:v>
                </c:pt>
                <c:pt idx="17883">
                  <c:v>45450.93472222222</c:v>
                </c:pt>
                <c:pt idx="17884">
                  <c:v>45303.712500000001</c:v>
                </c:pt>
                <c:pt idx="17885">
                  <c:v>45943.42083333333</c:v>
                </c:pt>
                <c:pt idx="17886">
                  <c:v>45416.972222222219</c:v>
                </c:pt>
                <c:pt idx="17887">
                  <c:v>45487.93472222222</c:v>
                </c:pt>
                <c:pt idx="17888">
                  <c:v>45426.972222222219</c:v>
                </c:pt>
                <c:pt idx="17889">
                  <c:v>45872.401388888888</c:v>
                </c:pt>
                <c:pt idx="17890">
                  <c:v>45346.479861111111</c:v>
                </c:pt>
                <c:pt idx="17891">
                  <c:v>45325.682638888888</c:v>
                </c:pt>
                <c:pt idx="17892">
                  <c:v>45523.921527777777</c:v>
                </c:pt>
                <c:pt idx="17893">
                  <c:v>45352.67291666667</c:v>
                </c:pt>
                <c:pt idx="17894">
                  <c:v>45577.402083333327</c:v>
                </c:pt>
                <c:pt idx="17895">
                  <c:v>45464.602083333331</c:v>
                </c:pt>
                <c:pt idx="17896">
                  <c:v>45673.852083333331</c:v>
                </c:pt>
                <c:pt idx="17897">
                  <c:v>45749.515972222223</c:v>
                </c:pt>
                <c:pt idx="17898">
                  <c:v>45393.910416666673</c:v>
                </c:pt>
                <c:pt idx="17899">
                  <c:v>45894.3</c:v>
                </c:pt>
                <c:pt idx="17900">
                  <c:v>45517.399305555547</c:v>
                </c:pt>
                <c:pt idx="17901">
                  <c:v>45960.60833333333</c:v>
                </c:pt>
                <c:pt idx="17902">
                  <c:v>45693.657638888893</c:v>
                </c:pt>
                <c:pt idx="17903">
                  <c:v>45567.330555555563</c:v>
                </c:pt>
                <c:pt idx="17904">
                  <c:v>45745.664583333331</c:v>
                </c:pt>
                <c:pt idx="17905">
                  <c:v>45432.84097222222</c:v>
                </c:pt>
                <c:pt idx="17906">
                  <c:v>45841.625</c:v>
                </c:pt>
                <c:pt idx="17907">
                  <c:v>45593.282638888893</c:v>
                </c:pt>
                <c:pt idx="17908">
                  <c:v>45530.330555555563</c:v>
                </c:pt>
                <c:pt idx="17909">
                  <c:v>45324.63958333333</c:v>
                </c:pt>
                <c:pt idx="17910">
                  <c:v>45937.361805555563</c:v>
                </c:pt>
                <c:pt idx="17911">
                  <c:v>45489.60833333333</c:v>
                </c:pt>
                <c:pt idx="17912">
                  <c:v>45818.443749999999</c:v>
                </c:pt>
                <c:pt idx="17913">
                  <c:v>46006.411111111112</c:v>
                </c:pt>
                <c:pt idx="17914">
                  <c:v>45466.316666666673</c:v>
                </c:pt>
                <c:pt idx="17915">
                  <c:v>45617.367361111108</c:v>
                </c:pt>
                <c:pt idx="17916">
                  <c:v>45992.493055555547</c:v>
                </c:pt>
                <c:pt idx="17917">
                  <c:v>45404.40347222222</c:v>
                </c:pt>
                <c:pt idx="17918">
                  <c:v>45460.347222222219</c:v>
                </c:pt>
                <c:pt idx="17919">
                  <c:v>45376.628472222219</c:v>
                </c:pt>
                <c:pt idx="17920">
                  <c:v>45915.386805555558</c:v>
                </c:pt>
                <c:pt idx="17921">
                  <c:v>45989.384027777778</c:v>
                </c:pt>
                <c:pt idx="17922">
                  <c:v>45788.519444444442</c:v>
                </c:pt>
                <c:pt idx="17923">
                  <c:v>45301.517361111109</c:v>
                </c:pt>
                <c:pt idx="17924">
                  <c:v>45352.261111111111</c:v>
                </c:pt>
                <c:pt idx="17925">
                  <c:v>45869.609722222223</c:v>
                </c:pt>
                <c:pt idx="17926">
                  <c:v>45638.60833333333</c:v>
                </c:pt>
                <c:pt idx="17927">
                  <c:v>45712.602083333331</c:v>
                </c:pt>
                <c:pt idx="17928">
                  <c:v>45339.759027777778</c:v>
                </c:pt>
                <c:pt idx="17929">
                  <c:v>45377.489583333343</c:v>
                </c:pt>
                <c:pt idx="17930">
                  <c:v>45984.59375</c:v>
                </c:pt>
                <c:pt idx="17931">
                  <c:v>45565.698611111111</c:v>
                </c:pt>
                <c:pt idx="17932">
                  <c:v>45770.61041666667</c:v>
                </c:pt>
                <c:pt idx="17933">
                  <c:v>45293.668055555558</c:v>
                </c:pt>
                <c:pt idx="17934">
                  <c:v>45678.57708333333</c:v>
                </c:pt>
                <c:pt idx="17935">
                  <c:v>45760.609027777777</c:v>
                </c:pt>
                <c:pt idx="17936">
                  <c:v>45687.800694444442</c:v>
                </c:pt>
                <c:pt idx="17937">
                  <c:v>45895.628472222219</c:v>
                </c:pt>
                <c:pt idx="17938">
                  <c:v>45843.592361111107</c:v>
                </c:pt>
                <c:pt idx="17939">
                  <c:v>45524.513194444437</c:v>
                </c:pt>
                <c:pt idx="17940">
                  <c:v>45911.709027777782</c:v>
                </c:pt>
                <c:pt idx="17941">
                  <c:v>45343.572222222218</c:v>
                </c:pt>
                <c:pt idx="17942">
                  <c:v>45407.525694444441</c:v>
                </c:pt>
                <c:pt idx="17943">
                  <c:v>45762.972222222219</c:v>
                </c:pt>
                <c:pt idx="17944">
                  <c:v>45786.321527777778</c:v>
                </c:pt>
                <c:pt idx="17945">
                  <c:v>45928.563194444447</c:v>
                </c:pt>
                <c:pt idx="17946">
                  <c:v>45674.843055555553</c:v>
                </c:pt>
                <c:pt idx="17947">
                  <c:v>45450.874305555553</c:v>
                </c:pt>
                <c:pt idx="17948">
                  <c:v>45709.379166666673</c:v>
                </c:pt>
                <c:pt idx="17949">
                  <c:v>45740.905555555553</c:v>
                </c:pt>
                <c:pt idx="17950">
                  <c:v>45839.796527777777</c:v>
                </c:pt>
                <c:pt idx="17951">
                  <c:v>45863.620833333327</c:v>
                </c:pt>
                <c:pt idx="17952">
                  <c:v>45526.546527777777</c:v>
                </c:pt>
                <c:pt idx="17953">
                  <c:v>46013.893750000003</c:v>
                </c:pt>
                <c:pt idx="17954">
                  <c:v>45978.579861111109</c:v>
                </c:pt>
                <c:pt idx="17955">
                  <c:v>45641.381249999999</c:v>
                </c:pt>
                <c:pt idx="17956">
                  <c:v>45419.627083333333</c:v>
                </c:pt>
                <c:pt idx="17957">
                  <c:v>45903.856944444437</c:v>
                </c:pt>
                <c:pt idx="17958">
                  <c:v>45481.645833333343</c:v>
                </c:pt>
                <c:pt idx="17959">
                  <c:v>45811.522222222222</c:v>
                </c:pt>
                <c:pt idx="17960">
                  <c:v>45578.887499999997</c:v>
                </c:pt>
                <c:pt idx="17961">
                  <c:v>45758.626388888893</c:v>
                </c:pt>
                <c:pt idx="17962">
                  <c:v>45406.318055555559</c:v>
                </c:pt>
                <c:pt idx="17963">
                  <c:v>45820.411111111112</c:v>
                </c:pt>
                <c:pt idx="17964">
                  <c:v>45548.325694444437</c:v>
                </c:pt>
                <c:pt idx="17965">
                  <c:v>45693.700694444437</c:v>
                </c:pt>
                <c:pt idx="17966">
                  <c:v>45635.768055555563</c:v>
                </c:pt>
                <c:pt idx="17967">
                  <c:v>45357.563194444447</c:v>
                </c:pt>
                <c:pt idx="17968">
                  <c:v>45307.791666666657</c:v>
                </c:pt>
                <c:pt idx="17969">
                  <c:v>45859.3</c:v>
                </c:pt>
                <c:pt idx="17970">
                  <c:v>45509.477777777778</c:v>
                </c:pt>
                <c:pt idx="17971">
                  <c:v>45454.368055555547</c:v>
                </c:pt>
                <c:pt idx="17972">
                  <c:v>45355.331944444442</c:v>
                </c:pt>
                <c:pt idx="17973">
                  <c:v>45573.272222222222</c:v>
                </c:pt>
                <c:pt idx="17974">
                  <c:v>45880.291666666657</c:v>
                </c:pt>
                <c:pt idx="17975">
                  <c:v>45727.451388888891</c:v>
                </c:pt>
                <c:pt idx="17976">
                  <c:v>45636.369444444441</c:v>
                </c:pt>
                <c:pt idx="17977">
                  <c:v>45684.509027777778</c:v>
                </c:pt>
                <c:pt idx="17978">
                  <c:v>45936.310416666667</c:v>
                </c:pt>
                <c:pt idx="17979">
                  <c:v>45603.319444444453</c:v>
                </c:pt>
                <c:pt idx="17980">
                  <c:v>45434.309027777781</c:v>
                </c:pt>
                <c:pt idx="17981">
                  <c:v>45467.37222222222</c:v>
                </c:pt>
                <c:pt idx="17982">
                  <c:v>45530.289583333331</c:v>
                </c:pt>
                <c:pt idx="17983">
                  <c:v>45384.736805555563</c:v>
                </c:pt>
                <c:pt idx="17984">
                  <c:v>45985.938888888893</c:v>
                </c:pt>
                <c:pt idx="17985">
                  <c:v>45790.289583333331</c:v>
                </c:pt>
                <c:pt idx="17986">
                  <c:v>45299.404861111107</c:v>
                </c:pt>
                <c:pt idx="17987">
                  <c:v>45469.411111111112</c:v>
                </c:pt>
                <c:pt idx="17988">
                  <c:v>45945.844444444447</c:v>
                </c:pt>
                <c:pt idx="17989">
                  <c:v>45469.411111111112</c:v>
                </c:pt>
                <c:pt idx="17990">
                  <c:v>45632.429861111108</c:v>
                </c:pt>
                <c:pt idx="17991">
                  <c:v>45945.844444444447</c:v>
                </c:pt>
                <c:pt idx="17992">
                  <c:v>45571.499305555553</c:v>
                </c:pt>
                <c:pt idx="17993">
                  <c:v>45571.499305555553</c:v>
                </c:pt>
                <c:pt idx="17994">
                  <c:v>46006.518750000003</c:v>
                </c:pt>
                <c:pt idx="17995">
                  <c:v>46006.518750000003</c:v>
                </c:pt>
                <c:pt idx="17996">
                  <c:v>45632.429861111108</c:v>
                </c:pt>
                <c:pt idx="17997">
                  <c:v>45725.533333333333</c:v>
                </c:pt>
                <c:pt idx="17998">
                  <c:v>45706.604166666657</c:v>
                </c:pt>
                <c:pt idx="17999">
                  <c:v>45769.195833333331</c:v>
                </c:pt>
                <c:pt idx="18000">
                  <c:v>45725.533333333333</c:v>
                </c:pt>
                <c:pt idx="18001">
                  <c:v>45478.34097222222</c:v>
                </c:pt>
                <c:pt idx="18002">
                  <c:v>45441.734027777777</c:v>
                </c:pt>
                <c:pt idx="18003">
                  <c:v>45706.604166666657</c:v>
                </c:pt>
                <c:pt idx="18004">
                  <c:v>45546.26666666667</c:v>
                </c:pt>
                <c:pt idx="18005">
                  <c:v>45546.26666666667</c:v>
                </c:pt>
                <c:pt idx="18006">
                  <c:v>45558.828472222223</c:v>
                </c:pt>
                <c:pt idx="18007">
                  <c:v>45558.828472222223</c:v>
                </c:pt>
                <c:pt idx="18008">
                  <c:v>45305.401388888888</c:v>
                </c:pt>
                <c:pt idx="18009">
                  <c:v>45769.195833333331</c:v>
                </c:pt>
                <c:pt idx="18010">
                  <c:v>45832.581250000003</c:v>
                </c:pt>
                <c:pt idx="18011">
                  <c:v>45635.732638888891</c:v>
                </c:pt>
                <c:pt idx="18012">
                  <c:v>45823.95</c:v>
                </c:pt>
                <c:pt idx="18013">
                  <c:v>45635.732638888891</c:v>
                </c:pt>
                <c:pt idx="18014">
                  <c:v>45823.95</c:v>
                </c:pt>
                <c:pt idx="18015">
                  <c:v>45713.743055555547</c:v>
                </c:pt>
                <c:pt idx="18016">
                  <c:v>45644.703472222223</c:v>
                </c:pt>
                <c:pt idx="18017">
                  <c:v>45478.34097222222</c:v>
                </c:pt>
                <c:pt idx="18018">
                  <c:v>45574.990277777782</c:v>
                </c:pt>
                <c:pt idx="18019">
                  <c:v>45713.743055555547</c:v>
                </c:pt>
                <c:pt idx="18020">
                  <c:v>45374.637499999997</c:v>
                </c:pt>
                <c:pt idx="18021">
                  <c:v>45374.637499999997</c:v>
                </c:pt>
                <c:pt idx="18022">
                  <c:v>45574.990277777782</c:v>
                </c:pt>
                <c:pt idx="18023">
                  <c:v>45832.581250000003</c:v>
                </c:pt>
                <c:pt idx="18024">
                  <c:v>45305.401388888888</c:v>
                </c:pt>
                <c:pt idx="18025">
                  <c:v>45644.703472222223</c:v>
                </c:pt>
                <c:pt idx="18026">
                  <c:v>45907.615277777782</c:v>
                </c:pt>
                <c:pt idx="18027">
                  <c:v>45441.734027777777</c:v>
                </c:pt>
                <c:pt idx="18028">
                  <c:v>45602.720833333333</c:v>
                </c:pt>
                <c:pt idx="18029">
                  <c:v>45676.803472222222</c:v>
                </c:pt>
                <c:pt idx="18030">
                  <c:v>45567.753472222219</c:v>
                </c:pt>
                <c:pt idx="18031">
                  <c:v>45567.753472222219</c:v>
                </c:pt>
                <c:pt idx="18032">
                  <c:v>45454.961111111108</c:v>
                </c:pt>
                <c:pt idx="18033">
                  <c:v>45454.961111111108</c:v>
                </c:pt>
                <c:pt idx="18034">
                  <c:v>45658.92291666667</c:v>
                </c:pt>
                <c:pt idx="18035">
                  <c:v>45516.714583333327</c:v>
                </c:pt>
                <c:pt idx="18036">
                  <c:v>45516.714583333327</c:v>
                </c:pt>
                <c:pt idx="18037">
                  <c:v>45602.720833333333</c:v>
                </c:pt>
                <c:pt idx="18038">
                  <c:v>45797.815972222219</c:v>
                </c:pt>
                <c:pt idx="18039">
                  <c:v>45502.847916666673</c:v>
                </c:pt>
                <c:pt idx="18040">
                  <c:v>45844.965277777781</c:v>
                </c:pt>
                <c:pt idx="18041">
                  <c:v>45844.965277777781</c:v>
                </c:pt>
                <c:pt idx="18042">
                  <c:v>45658.92291666667</c:v>
                </c:pt>
                <c:pt idx="18043">
                  <c:v>45797.815972222219</c:v>
                </c:pt>
                <c:pt idx="18044">
                  <c:v>45391.476388888892</c:v>
                </c:pt>
                <c:pt idx="18045">
                  <c:v>45391.476388888892</c:v>
                </c:pt>
                <c:pt idx="18046">
                  <c:v>45585.642361111109</c:v>
                </c:pt>
                <c:pt idx="18047">
                  <c:v>45502.847916666673</c:v>
                </c:pt>
                <c:pt idx="18048">
                  <c:v>45881.579861111109</c:v>
                </c:pt>
                <c:pt idx="18049">
                  <c:v>45676.803472222222</c:v>
                </c:pt>
                <c:pt idx="18050">
                  <c:v>45777.436805555553</c:v>
                </c:pt>
                <c:pt idx="18051">
                  <c:v>45753.941666666673</c:v>
                </c:pt>
                <c:pt idx="18052">
                  <c:v>45753.941666666673</c:v>
                </c:pt>
                <c:pt idx="18053">
                  <c:v>45697.902083333327</c:v>
                </c:pt>
                <c:pt idx="18054">
                  <c:v>45697.902083333327</c:v>
                </c:pt>
                <c:pt idx="18055">
                  <c:v>45530.722222222219</c:v>
                </c:pt>
                <c:pt idx="18056">
                  <c:v>45468.421527777777</c:v>
                </c:pt>
                <c:pt idx="18057">
                  <c:v>45468.421527777777</c:v>
                </c:pt>
                <c:pt idx="18058">
                  <c:v>45530.722222222219</c:v>
                </c:pt>
                <c:pt idx="18059">
                  <c:v>45424.688888888893</c:v>
                </c:pt>
                <c:pt idx="18060">
                  <c:v>45777.436805555553</c:v>
                </c:pt>
                <c:pt idx="18061">
                  <c:v>45413.345833333333</c:v>
                </c:pt>
                <c:pt idx="18062">
                  <c:v>45907.615277777782</c:v>
                </c:pt>
                <c:pt idx="18063">
                  <c:v>45685.722222222219</c:v>
                </c:pt>
                <c:pt idx="18064">
                  <c:v>45685.722222222219</c:v>
                </c:pt>
                <c:pt idx="18065">
                  <c:v>45853.47152777778</c:v>
                </c:pt>
                <c:pt idx="18066">
                  <c:v>45853.47152777778</c:v>
                </c:pt>
                <c:pt idx="18067">
                  <c:v>45585.642361111109</c:v>
                </c:pt>
                <c:pt idx="18068">
                  <c:v>45881.579861111109</c:v>
                </c:pt>
                <c:pt idx="18069">
                  <c:v>45424.688888888893</c:v>
                </c:pt>
                <c:pt idx="18070">
                  <c:v>45413.345833333333</c:v>
                </c:pt>
                <c:pt idx="18071">
                  <c:v>45579.55972222222</c:v>
                </c:pt>
                <c:pt idx="18072">
                  <c:v>45824.839583333327</c:v>
                </c:pt>
                <c:pt idx="18073">
                  <c:v>45596.477777777778</c:v>
                </c:pt>
                <c:pt idx="18074">
                  <c:v>45688.542361111111</c:v>
                </c:pt>
                <c:pt idx="18075">
                  <c:v>45491.570833333331</c:v>
                </c:pt>
                <c:pt idx="18076">
                  <c:v>45309.109027777777</c:v>
                </c:pt>
                <c:pt idx="18077">
                  <c:v>45534.469444444447</c:v>
                </c:pt>
                <c:pt idx="18078">
                  <c:v>45887.634722222218</c:v>
                </c:pt>
                <c:pt idx="18079">
                  <c:v>45462.553472222222</c:v>
                </c:pt>
                <c:pt idx="18080">
                  <c:v>45762.693749999999</c:v>
                </c:pt>
                <c:pt idx="18081">
                  <c:v>45502.357638888891</c:v>
                </c:pt>
                <c:pt idx="18082">
                  <c:v>45483.359027777777</c:v>
                </c:pt>
                <c:pt idx="18083">
                  <c:v>45322.345833333333</c:v>
                </c:pt>
                <c:pt idx="18084">
                  <c:v>45539.574305555558</c:v>
                </c:pt>
                <c:pt idx="18085">
                  <c:v>45741.400694444441</c:v>
                </c:pt>
                <c:pt idx="18086">
                  <c:v>45355.368055555547</c:v>
                </c:pt>
                <c:pt idx="18087">
                  <c:v>45454.3125</c:v>
                </c:pt>
                <c:pt idx="18088">
                  <c:v>45400.55</c:v>
                </c:pt>
                <c:pt idx="18089">
                  <c:v>45370.6</c:v>
                </c:pt>
                <c:pt idx="18090">
                  <c:v>45518.668749999997</c:v>
                </c:pt>
                <c:pt idx="18091">
                  <c:v>45587.359027777777</c:v>
                </c:pt>
                <c:pt idx="18092">
                  <c:v>45435.320138888892</c:v>
                </c:pt>
                <c:pt idx="18093">
                  <c:v>45678.365277777782</c:v>
                </c:pt>
                <c:pt idx="18094">
                  <c:v>45468.309027777781</c:v>
                </c:pt>
                <c:pt idx="18095">
                  <c:v>45307.34652777778</c:v>
                </c:pt>
                <c:pt idx="18096">
                  <c:v>45609.368055555547</c:v>
                </c:pt>
                <c:pt idx="18097">
                  <c:v>45384.355555555558</c:v>
                </c:pt>
                <c:pt idx="18098">
                  <c:v>45415.416666666657</c:v>
                </c:pt>
                <c:pt idx="18099">
                  <c:v>45639.355555555558</c:v>
                </c:pt>
                <c:pt idx="18100">
                  <c:v>45337.400694444441</c:v>
                </c:pt>
                <c:pt idx="18101">
                  <c:v>46006.647916666669</c:v>
                </c:pt>
                <c:pt idx="18102">
                  <c:v>45504.995138888888</c:v>
                </c:pt>
                <c:pt idx="18103">
                  <c:v>45769.452777777777</c:v>
                </c:pt>
                <c:pt idx="18104">
                  <c:v>45663.984722222223</c:v>
                </c:pt>
                <c:pt idx="18105">
                  <c:v>45725.96597222222</c:v>
                </c:pt>
                <c:pt idx="18106">
                  <c:v>45839.956250000003</c:v>
                </c:pt>
                <c:pt idx="18107">
                  <c:v>45606.976388888892</c:v>
                </c:pt>
                <c:pt idx="18108">
                  <c:v>45901.71597222222</c:v>
                </c:pt>
                <c:pt idx="18109">
                  <c:v>45445.882638888892</c:v>
                </c:pt>
                <c:pt idx="18110">
                  <c:v>45419.603472222218</c:v>
                </c:pt>
                <c:pt idx="18111">
                  <c:v>45952.554166666669</c:v>
                </c:pt>
                <c:pt idx="18112">
                  <c:v>45322.513888888891</c:v>
                </c:pt>
                <c:pt idx="18113">
                  <c:v>45372.956250000003</c:v>
                </c:pt>
                <c:pt idx="18114">
                  <c:v>45810.598611111112</c:v>
                </c:pt>
                <c:pt idx="18115">
                  <c:v>45662.386111111111</c:v>
                </c:pt>
                <c:pt idx="18116">
                  <c:v>45467.519444444442</c:v>
                </c:pt>
                <c:pt idx="18117">
                  <c:v>45422.303472222222</c:v>
                </c:pt>
                <c:pt idx="18118">
                  <c:v>45990.104166666657</c:v>
                </c:pt>
                <c:pt idx="18119">
                  <c:v>45851.674305555563</c:v>
                </c:pt>
                <c:pt idx="18120">
                  <c:v>45358.651388888888</c:v>
                </c:pt>
                <c:pt idx="18121">
                  <c:v>45842.44027777778</c:v>
                </c:pt>
                <c:pt idx="18122">
                  <c:v>45715.824999999997</c:v>
                </c:pt>
                <c:pt idx="18123">
                  <c:v>45677.340277777781</c:v>
                </c:pt>
                <c:pt idx="18124">
                  <c:v>45894.541666666657</c:v>
                </c:pt>
                <c:pt idx="18125">
                  <c:v>45580.443749999999</c:v>
                </c:pt>
                <c:pt idx="18126">
                  <c:v>45556.71875</c:v>
                </c:pt>
                <c:pt idx="18127">
                  <c:v>45807.585416666669</c:v>
                </c:pt>
                <c:pt idx="18128">
                  <c:v>45946.415972222218</c:v>
                </c:pt>
                <c:pt idx="18129">
                  <c:v>45840.365972222222</c:v>
                </c:pt>
                <c:pt idx="18130">
                  <c:v>45292.469444444447</c:v>
                </c:pt>
                <c:pt idx="18131">
                  <c:v>45521.722222222219</c:v>
                </c:pt>
                <c:pt idx="18132">
                  <c:v>45586.748611111107</c:v>
                </c:pt>
                <c:pt idx="18133">
                  <c:v>45861.561805555553</c:v>
                </c:pt>
                <c:pt idx="18134">
                  <c:v>45945.925000000003</c:v>
                </c:pt>
                <c:pt idx="18135">
                  <c:v>45541.304861111108</c:v>
                </c:pt>
                <c:pt idx="18136">
                  <c:v>45813.30972222222</c:v>
                </c:pt>
                <c:pt idx="18137">
                  <c:v>45740.713888888888</c:v>
                </c:pt>
                <c:pt idx="18138">
                  <c:v>45916.669444444437</c:v>
                </c:pt>
                <c:pt idx="18139">
                  <c:v>45446.461805555547</c:v>
                </c:pt>
                <c:pt idx="18140">
                  <c:v>45413.856944444437</c:v>
                </c:pt>
                <c:pt idx="18141">
                  <c:v>45564.90347222222</c:v>
                </c:pt>
                <c:pt idx="18142">
                  <c:v>45461.259027777778</c:v>
                </c:pt>
                <c:pt idx="18143">
                  <c:v>45834.689583333333</c:v>
                </c:pt>
                <c:pt idx="18144">
                  <c:v>45705.738194444442</c:v>
                </c:pt>
                <c:pt idx="18145">
                  <c:v>46014.594444444447</c:v>
                </c:pt>
                <c:pt idx="18146">
                  <c:v>45967.841666666667</c:v>
                </c:pt>
                <c:pt idx="18147">
                  <c:v>45630.740972222222</c:v>
                </c:pt>
                <c:pt idx="18148">
                  <c:v>45890.40902777778</c:v>
                </c:pt>
                <c:pt idx="18149">
                  <c:v>45322.40347222222</c:v>
                </c:pt>
                <c:pt idx="18150">
                  <c:v>45775.349305555559</c:v>
                </c:pt>
                <c:pt idx="18151">
                  <c:v>45387.412499999999</c:v>
                </c:pt>
                <c:pt idx="18152">
                  <c:v>45441.262499999997</c:v>
                </c:pt>
                <c:pt idx="18153">
                  <c:v>45352.411805555559</c:v>
                </c:pt>
                <c:pt idx="18154">
                  <c:v>45608.67083333333</c:v>
                </c:pt>
                <c:pt idx="18155">
                  <c:v>45491.340277777781</c:v>
                </c:pt>
                <c:pt idx="18156">
                  <c:v>45364.631944444453</c:v>
                </c:pt>
                <c:pt idx="18157">
                  <c:v>45538.94027777778</c:v>
                </c:pt>
                <c:pt idx="18158">
                  <c:v>45839.724305555559</c:v>
                </c:pt>
                <c:pt idx="18159">
                  <c:v>45655.38958333333</c:v>
                </c:pt>
                <c:pt idx="18160">
                  <c:v>45505.826388888891</c:v>
                </c:pt>
                <c:pt idx="18161">
                  <c:v>45405.404166666667</c:v>
                </c:pt>
                <c:pt idx="18162">
                  <c:v>45904.634722222218</c:v>
                </c:pt>
                <c:pt idx="18163">
                  <c:v>45469.422222222223</c:v>
                </c:pt>
                <c:pt idx="18164">
                  <c:v>45775.31527777778</c:v>
                </c:pt>
                <c:pt idx="18165">
                  <c:v>45446.53402777778</c:v>
                </c:pt>
                <c:pt idx="18166">
                  <c:v>45560.784722222219</c:v>
                </c:pt>
                <c:pt idx="18167">
                  <c:v>45597.944444444453</c:v>
                </c:pt>
                <c:pt idx="18168">
                  <c:v>45628.602083333331</c:v>
                </c:pt>
                <c:pt idx="18169">
                  <c:v>45959.588888888888</c:v>
                </c:pt>
                <c:pt idx="18170">
                  <c:v>45992.820833333331</c:v>
                </c:pt>
                <c:pt idx="18171">
                  <c:v>45721.787499999999</c:v>
                </c:pt>
                <c:pt idx="18172">
                  <c:v>45870.456250000003</c:v>
                </c:pt>
                <c:pt idx="18173">
                  <c:v>46022.740277777782</c:v>
                </c:pt>
                <c:pt idx="18174">
                  <c:v>45508.022916666669</c:v>
                </c:pt>
                <c:pt idx="18175">
                  <c:v>45391.926388888889</c:v>
                </c:pt>
                <c:pt idx="18176">
                  <c:v>45446.934027777781</c:v>
                </c:pt>
                <c:pt idx="18177">
                  <c:v>45577.832638888889</c:v>
                </c:pt>
                <c:pt idx="18178">
                  <c:v>45538.90902777778</c:v>
                </c:pt>
                <c:pt idx="18179">
                  <c:v>45292.801388888889</c:v>
                </c:pt>
                <c:pt idx="18180">
                  <c:v>45994.810416666667</c:v>
                </c:pt>
                <c:pt idx="18181">
                  <c:v>45475.841666666667</c:v>
                </c:pt>
                <c:pt idx="18182">
                  <c:v>45323.859722222223</c:v>
                </c:pt>
                <c:pt idx="18183">
                  <c:v>45369.503472222219</c:v>
                </c:pt>
                <c:pt idx="18184">
                  <c:v>45424.357638888891</c:v>
                </c:pt>
                <c:pt idx="18185">
                  <c:v>45750.380555555559</c:v>
                </c:pt>
                <c:pt idx="18186">
                  <c:v>45828.345833333333</c:v>
                </c:pt>
                <c:pt idx="18187">
                  <c:v>45678.34652777778</c:v>
                </c:pt>
                <c:pt idx="18188">
                  <c:v>45971.688194444447</c:v>
                </c:pt>
                <c:pt idx="18189">
                  <c:v>45346.458333333343</c:v>
                </c:pt>
                <c:pt idx="18190">
                  <c:v>45512.337500000001</c:v>
                </c:pt>
                <c:pt idx="18191">
                  <c:v>45418.591666666667</c:v>
                </c:pt>
                <c:pt idx="18192">
                  <c:v>45598.366666666669</c:v>
                </c:pt>
                <c:pt idx="18193">
                  <c:v>45580.481944444437</c:v>
                </c:pt>
                <c:pt idx="18194">
                  <c:v>45510.575694444437</c:v>
                </c:pt>
                <c:pt idx="18195">
                  <c:v>45838.386805555558</c:v>
                </c:pt>
                <c:pt idx="18196">
                  <c:v>45491.595138888893</c:v>
                </c:pt>
                <c:pt idx="18197">
                  <c:v>45751.314583333333</c:v>
                </c:pt>
                <c:pt idx="18198">
                  <c:v>45596.313888888893</c:v>
                </c:pt>
                <c:pt idx="18199">
                  <c:v>45782.362500000003</c:v>
                </c:pt>
                <c:pt idx="18200">
                  <c:v>45946.368750000001</c:v>
                </c:pt>
                <c:pt idx="18201">
                  <c:v>45443.397222222222</c:v>
                </c:pt>
                <c:pt idx="18202">
                  <c:v>45322.306944444441</c:v>
                </c:pt>
                <c:pt idx="18203">
                  <c:v>45694.492361111108</c:v>
                </c:pt>
                <c:pt idx="18204">
                  <c:v>45989.344444444447</c:v>
                </c:pt>
                <c:pt idx="18205">
                  <c:v>45646.342361111107</c:v>
                </c:pt>
                <c:pt idx="18206">
                  <c:v>45534.390277777777</c:v>
                </c:pt>
                <c:pt idx="18207">
                  <c:v>45412.26666666667</c:v>
                </c:pt>
                <c:pt idx="18208">
                  <c:v>45716.330555555563</c:v>
                </c:pt>
                <c:pt idx="18209">
                  <c:v>45366.463194444441</c:v>
                </c:pt>
                <c:pt idx="18210">
                  <c:v>45909.295138888891</c:v>
                </c:pt>
                <c:pt idx="18211">
                  <c:v>45870.42083333333</c:v>
                </c:pt>
                <c:pt idx="18212">
                  <c:v>45800.619444444441</c:v>
                </c:pt>
                <c:pt idx="18213">
                  <c:v>45328.832638888889</c:v>
                </c:pt>
                <c:pt idx="18214">
                  <c:v>45824.763888888891</c:v>
                </c:pt>
                <c:pt idx="18215">
                  <c:v>45590.820138888892</c:v>
                </c:pt>
                <c:pt idx="18216">
                  <c:v>45768.331944444442</c:v>
                </c:pt>
                <c:pt idx="18217">
                  <c:v>45406.662499999999</c:v>
                </c:pt>
                <c:pt idx="18218">
                  <c:v>45725.748611111107</c:v>
                </c:pt>
                <c:pt idx="18219">
                  <c:v>45875.680555555547</c:v>
                </c:pt>
                <c:pt idx="18220">
                  <c:v>45443.975694444453</c:v>
                </c:pt>
                <c:pt idx="18221">
                  <c:v>45681.327777777777</c:v>
                </c:pt>
                <c:pt idx="18222">
                  <c:v>45455.659722222219</c:v>
                </c:pt>
                <c:pt idx="18223">
                  <c:v>45860.383333333331</c:v>
                </c:pt>
                <c:pt idx="18224">
                  <c:v>45924.975694444453</c:v>
                </c:pt>
                <c:pt idx="18225">
                  <c:v>45636.67083333333</c:v>
                </c:pt>
                <c:pt idx="18226">
                  <c:v>45508.773611111108</c:v>
                </c:pt>
                <c:pt idx="18227">
                  <c:v>45366.501388888893</c:v>
                </c:pt>
                <c:pt idx="18228">
                  <c:v>46000.560416666667</c:v>
                </c:pt>
                <c:pt idx="18229">
                  <c:v>45746.82916666667</c:v>
                </c:pt>
                <c:pt idx="18230">
                  <c:v>45856.777083333327</c:v>
                </c:pt>
                <c:pt idx="18231">
                  <c:v>45404.051388888889</c:v>
                </c:pt>
                <c:pt idx="18232">
                  <c:v>45355.912499999999</c:v>
                </c:pt>
                <c:pt idx="18233">
                  <c:v>45876.396527777782</c:v>
                </c:pt>
                <c:pt idx="18234">
                  <c:v>45322.549305555563</c:v>
                </c:pt>
                <c:pt idx="18235">
                  <c:v>46005.447916666657</c:v>
                </c:pt>
                <c:pt idx="18236">
                  <c:v>45912.756249999999</c:v>
                </c:pt>
                <c:pt idx="18237">
                  <c:v>45799.809027777781</c:v>
                </c:pt>
                <c:pt idx="18238">
                  <c:v>45693.615277777782</c:v>
                </c:pt>
                <c:pt idx="18239">
                  <c:v>45586.575694444437</c:v>
                </c:pt>
                <c:pt idx="18240">
                  <c:v>45539.879166666673</c:v>
                </c:pt>
                <c:pt idx="18241">
                  <c:v>45488.755555555559</c:v>
                </c:pt>
                <c:pt idx="18242">
                  <c:v>45631.52847222222</c:v>
                </c:pt>
                <c:pt idx="18243">
                  <c:v>45520.463888888888</c:v>
                </c:pt>
                <c:pt idx="18244">
                  <c:v>45955.734027777777</c:v>
                </c:pt>
                <c:pt idx="18245">
                  <c:v>45443.56527777778</c:v>
                </c:pt>
                <c:pt idx="18246">
                  <c:v>45458.4375</c:v>
                </c:pt>
                <c:pt idx="18247">
                  <c:v>45920.473611111112</c:v>
                </c:pt>
                <c:pt idx="18248">
                  <c:v>45771.268750000003</c:v>
                </c:pt>
                <c:pt idx="18249">
                  <c:v>45537.436805555553</c:v>
                </c:pt>
                <c:pt idx="18250">
                  <c:v>45828.34652777778</c:v>
                </c:pt>
                <c:pt idx="18251">
                  <c:v>45459.469444444447</c:v>
                </c:pt>
                <c:pt idx="18252">
                  <c:v>45605.84097222222</c:v>
                </c:pt>
                <c:pt idx="18253">
                  <c:v>45750.363888888889</c:v>
                </c:pt>
                <c:pt idx="18254">
                  <c:v>45686.759722222218</c:v>
                </c:pt>
                <c:pt idx="18255">
                  <c:v>45575.758333333331</c:v>
                </c:pt>
                <c:pt idx="18256">
                  <c:v>45965.317361111112</c:v>
                </c:pt>
                <c:pt idx="18257">
                  <c:v>45639.275694444441</c:v>
                </c:pt>
                <c:pt idx="18258">
                  <c:v>45896.376388888893</c:v>
                </c:pt>
                <c:pt idx="18259">
                  <c:v>45339.527777777781</c:v>
                </c:pt>
                <c:pt idx="18260">
                  <c:v>45404.697222222218</c:v>
                </c:pt>
                <c:pt idx="18261">
                  <c:v>45993.715277777781</c:v>
                </c:pt>
                <c:pt idx="18262">
                  <c:v>45715.806250000001</c:v>
                </c:pt>
                <c:pt idx="18263">
                  <c:v>45586.821527777778</c:v>
                </c:pt>
                <c:pt idx="18264">
                  <c:v>45846.481944444437</c:v>
                </c:pt>
                <c:pt idx="18265">
                  <c:v>45622.78402777778</c:v>
                </c:pt>
                <c:pt idx="18266">
                  <c:v>45405.866666666669</c:v>
                </c:pt>
                <c:pt idx="18267">
                  <c:v>45715.806250000001</c:v>
                </c:pt>
                <c:pt idx="18268">
                  <c:v>45781.518750000003</c:v>
                </c:pt>
                <c:pt idx="18269">
                  <c:v>45622.78402777778</c:v>
                </c:pt>
                <c:pt idx="18270">
                  <c:v>45405.866666666669</c:v>
                </c:pt>
                <c:pt idx="18271">
                  <c:v>45781.518750000003</c:v>
                </c:pt>
                <c:pt idx="18272">
                  <c:v>45586.821527777778</c:v>
                </c:pt>
                <c:pt idx="18273">
                  <c:v>45846.481944444437</c:v>
                </c:pt>
                <c:pt idx="18274">
                  <c:v>45370.77847222222</c:v>
                </c:pt>
                <c:pt idx="18275">
                  <c:v>45888.808333333327</c:v>
                </c:pt>
                <c:pt idx="18276">
                  <c:v>45999.879861111112</c:v>
                </c:pt>
                <c:pt idx="18277">
                  <c:v>45999.879861111112</c:v>
                </c:pt>
                <c:pt idx="18278">
                  <c:v>45709.75</c:v>
                </c:pt>
                <c:pt idx="18279">
                  <c:v>45496.740972222222</c:v>
                </c:pt>
                <c:pt idx="18280">
                  <c:v>45496.740972222222</c:v>
                </c:pt>
                <c:pt idx="18281">
                  <c:v>45467.902777777781</c:v>
                </c:pt>
                <c:pt idx="18282">
                  <c:v>45709.75</c:v>
                </c:pt>
                <c:pt idx="18283">
                  <c:v>45545.732638888891</c:v>
                </c:pt>
                <c:pt idx="18284">
                  <c:v>45545.732638888891</c:v>
                </c:pt>
                <c:pt idx="18285">
                  <c:v>45467.902777777781</c:v>
                </c:pt>
                <c:pt idx="18286">
                  <c:v>45888.808333333327</c:v>
                </c:pt>
                <c:pt idx="18287">
                  <c:v>45370.77847222222</c:v>
                </c:pt>
                <c:pt idx="18288">
                  <c:v>45826.77847222222</c:v>
                </c:pt>
                <c:pt idx="18289">
                  <c:v>45967.434027777781</c:v>
                </c:pt>
                <c:pt idx="18290">
                  <c:v>45709.731249999997</c:v>
                </c:pt>
                <c:pt idx="18291">
                  <c:v>45709.731249999997</c:v>
                </c:pt>
                <c:pt idx="18292">
                  <c:v>45967.434027777781</c:v>
                </c:pt>
                <c:pt idx="18293">
                  <c:v>45826.77847222222</c:v>
                </c:pt>
                <c:pt idx="18294">
                  <c:v>45973.486111111109</c:v>
                </c:pt>
                <c:pt idx="18295">
                  <c:v>45973.484027777777</c:v>
                </c:pt>
                <c:pt idx="18296">
                  <c:v>45821.765972222223</c:v>
                </c:pt>
                <c:pt idx="18297">
                  <c:v>45643.444444444453</c:v>
                </c:pt>
                <c:pt idx="18298">
                  <c:v>45418.598611111112</c:v>
                </c:pt>
                <c:pt idx="18299">
                  <c:v>45973.427777777782</c:v>
                </c:pt>
                <c:pt idx="18300">
                  <c:v>45613.612500000003</c:v>
                </c:pt>
                <c:pt idx="18301">
                  <c:v>45511.84375</c:v>
                </c:pt>
                <c:pt idx="18302">
                  <c:v>45855.716666666667</c:v>
                </c:pt>
                <c:pt idx="18303">
                  <c:v>45668.463888888888</c:v>
                </c:pt>
                <c:pt idx="18304">
                  <c:v>45445.587500000001</c:v>
                </c:pt>
                <c:pt idx="18305">
                  <c:v>45297.623611111107</c:v>
                </c:pt>
                <c:pt idx="18306">
                  <c:v>45394.498611111107</c:v>
                </c:pt>
                <c:pt idx="18307">
                  <c:v>45323.772916666669</c:v>
                </c:pt>
                <c:pt idx="18308">
                  <c:v>45719.826388888891</c:v>
                </c:pt>
                <c:pt idx="18309">
                  <c:v>45992.018055555563</c:v>
                </c:pt>
                <c:pt idx="18310">
                  <c:v>46018.01458333333</c:v>
                </c:pt>
                <c:pt idx="18311">
                  <c:v>45427.509027777778</c:v>
                </c:pt>
                <c:pt idx="18312">
                  <c:v>45637.454861111109</c:v>
                </c:pt>
                <c:pt idx="18313">
                  <c:v>45654.20208333333</c:v>
                </c:pt>
                <c:pt idx="18314">
                  <c:v>46016.754861111112</c:v>
                </c:pt>
                <c:pt idx="18315">
                  <c:v>45553.152083333327</c:v>
                </c:pt>
                <c:pt idx="18316">
                  <c:v>45944.451388888891</c:v>
                </c:pt>
                <c:pt idx="18317">
                  <c:v>45566.729861111111</c:v>
                </c:pt>
                <c:pt idx="18318">
                  <c:v>45769.394444444442</c:v>
                </c:pt>
                <c:pt idx="18319">
                  <c:v>46003.750694444447</c:v>
                </c:pt>
                <c:pt idx="18320">
                  <c:v>45896.78402777778</c:v>
                </c:pt>
                <c:pt idx="18321">
                  <c:v>45846.407638888893</c:v>
                </c:pt>
                <c:pt idx="18322">
                  <c:v>45860.852777777778</c:v>
                </c:pt>
                <c:pt idx="18323">
                  <c:v>45849.786805555559</c:v>
                </c:pt>
                <c:pt idx="18324">
                  <c:v>45959.295138888891</c:v>
                </c:pt>
                <c:pt idx="18325">
                  <c:v>46014.4375</c:v>
                </c:pt>
                <c:pt idx="18326">
                  <c:v>45822.638888888891</c:v>
                </c:pt>
                <c:pt idx="18327">
                  <c:v>45990.470138888893</c:v>
                </c:pt>
                <c:pt idx="18328">
                  <c:v>45978.847222222219</c:v>
                </c:pt>
                <c:pt idx="18329">
                  <c:v>45880.828472222223</c:v>
                </c:pt>
                <c:pt idx="18330">
                  <c:v>45873.427083333343</c:v>
                </c:pt>
                <c:pt idx="18331">
                  <c:v>45942.876388888893</c:v>
                </c:pt>
                <c:pt idx="18332">
                  <c:v>45925.804166666669</c:v>
                </c:pt>
                <c:pt idx="18333">
                  <c:v>45909.431250000001</c:v>
                </c:pt>
                <c:pt idx="18334">
                  <c:v>45931.343055555553</c:v>
                </c:pt>
                <c:pt idx="18335">
                  <c:v>45860.242361111108</c:v>
                </c:pt>
                <c:pt idx="18336">
                  <c:v>45584.658333333333</c:v>
                </c:pt>
                <c:pt idx="18337">
                  <c:v>46019.704861111109</c:v>
                </c:pt>
                <c:pt idx="18338">
                  <c:v>45378.530555555553</c:v>
                </c:pt>
                <c:pt idx="18339">
                  <c:v>45680.931944444441</c:v>
                </c:pt>
                <c:pt idx="18340">
                  <c:v>45451.254166666673</c:v>
                </c:pt>
                <c:pt idx="18341">
                  <c:v>45528.323611111111</c:v>
                </c:pt>
                <c:pt idx="18342">
                  <c:v>45925.259722222218</c:v>
                </c:pt>
                <c:pt idx="18343">
                  <c:v>45653.31527777778</c:v>
                </c:pt>
                <c:pt idx="18344">
                  <c:v>45794.443749999999</c:v>
                </c:pt>
                <c:pt idx="18345">
                  <c:v>45304.288888888892</c:v>
                </c:pt>
                <c:pt idx="18346">
                  <c:v>45406.845138888893</c:v>
                </c:pt>
                <c:pt idx="18347">
                  <c:v>45587.450694444437</c:v>
                </c:pt>
                <c:pt idx="18348">
                  <c:v>45982.563194444447</c:v>
                </c:pt>
                <c:pt idx="18349">
                  <c:v>45440.955555555563</c:v>
                </c:pt>
                <c:pt idx="18350">
                  <c:v>45626.654861111107</c:v>
                </c:pt>
                <c:pt idx="18351">
                  <c:v>45727.563194444447</c:v>
                </c:pt>
                <c:pt idx="18352">
                  <c:v>45874.466666666667</c:v>
                </c:pt>
                <c:pt idx="18353">
                  <c:v>45334.631249999999</c:v>
                </c:pt>
                <c:pt idx="18354">
                  <c:v>45484.536805555559</c:v>
                </c:pt>
                <c:pt idx="18355">
                  <c:v>45768.884722222218</c:v>
                </c:pt>
                <c:pt idx="18356">
                  <c:v>45923.406944444447</c:v>
                </c:pt>
                <c:pt idx="18357">
                  <c:v>45536.46597222222</c:v>
                </c:pt>
                <c:pt idx="18358">
                  <c:v>45656.509722222218</c:v>
                </c:pt>
                <c:pt idx="18359">
                  <c:v>45649.407638888893</c:v>
                </c:pt>
                <c:pt idx="18360">
                  <c:v>45375.543749999997</c:v>
                </c:pt>
                <c:pt idx="18361">
                  <c:v>45800.480555555558</c:v>
                </c:pt>
                <c:pt idx="18362">
                  <c:v>45846.870138888888</c:v>
                </c:pt>
                <c:pt idx="18363">
                  <c:v>45894.612500000003</c:v>
                </c:pt>
                <c:pt idx="18364">
                  <c:v>45307.509027777778</c:v>
                </c:pt>
                <c:pt idx="18365">
                  <c:v>45996.481249999997</c:v>
                </c:pt>
                <c:pt idx="18366">
                  <c:v>45797.545138888891</c:v>
                </c:pt>
                <c:pt idx="18367">
                  <c:v>45343.399305555547</c:v>
                </c:pt>
                <c:pt idx="18368">
                  <c:v>45694.384722222218</c:v>
                </c:pt>
                <c:pt idx="18369">
                  <c:v>45540.684027777781</c:v>
                </c:pt>
                <c:pt idx="18370">
                  <c:v>45970.370833333327</c:v>
                </c:pt>
                <c:pt idx="18371">
                  <c:v>45728.820833333331</c:v>
                </c:pt>
                <c:pt idx="18372">
                  <c:v>45408.429861111108</c:v>
                </c:pt>
                <c:pt idx="18373">
                  <c:v>45516.588888888888</c:v>
                </c:pt>
                <c:pt idx="18374">
                  <c:v>45632.42083333333</c:v>
                </c:pt>
                <c:pt idx="18375">
                  <c:v>45379.356944444437</c:v>
                </c:pt>
                <c:pt idx="18376">
                  <c:v>45477.759722222218</c:v>
                </c:pt>
                <c:pt idx="18377">
                  <c:v>45434.876388888893</c:v>
                </c:pt>
                <c:pt idx="18378">
                  <c:v>45593.447916666657</c:v>
                </c:pt>
                <c:pt idx="18379">
                  <c:v>45936.627083333333</c:v>
                </c:pt>
                <c:pt idx="18380">
                  <c:v>45453.356944444437</c:v>
                </c:pt>
                <c:pt idx="18381">
                  <c:v>45908.551388888889</c:v>
                </c:pt>
                <c:pt idx="18382">
                  <c:v>45768.470138888893</c:v>
                </c:pt>
                <c:pt idx="18383">
                  <c:v>45663.55972222222</c:v>
                </c:pt>
                <c:pt idx="18384">
                  <c:v>45792.445833333331</c:v>
                </c:pt>
                <c:pt idx="18385">
                  <c:v>45772.294444444437</c:v>
                </c:pt>
                <c:pt idx="18386">
                  <c:v>45646.631249999999</c:v>
                </c:pt>
                <c:pt idx="18387">
                  <c:v>45306.313194444447</c:v>
                </c:pt>
                <c:pt idx="18388">
                  <c:v>45999.27847222222</c:v>
                </c:pt>
                <c:pt idx="18389">
                  <c:v>45800.388194444437</c:v>
                </c:pt>
                <c:pt idx="18390">
                  <c:v>45460.379166666673</c:v>
                </c:pt>
                <c:pt idx="18391">
                  <c:v>45829.384027777778</c:v>
                </c:pt>
                <c:pt idx="18392">
                  <c:v>45882.554861111108</c:v>
                </c:pt>
                <c:pt idx="18393">
                  <c:v>45742.873611111107</c:v>
                </c:pt>
                <c:pt idx="18394">
                  <c:v>45844.719444444447</c:v>
                </c:pt>
                <c:pt idx="18395">
                  <c:v>46013.525000000001</c:v>
                </c:pt>
                <c:pt idx="18396">
                  <c:v>45883.703472222223</c:v>
                </c:pt>
                <c:pt idx="18397">
                  <c:v>45725.787499999999</c:v>
                </c:pt>
                <c:pt idx="18398">
                  <c:v>45640.556250000001</c:v>
                </c:pt>
                <c:pt idx="18399">
                  <c:v>45669.960416666669</c:v>
                </c:pt>
                <c:pt idx="18400">
                  <c:v>45893.822916666657</c:v>
                </c:pt>
                <c:pt idx="18401">
                  <c:v>45807.345138888893</c:v>
                </c:pt>
                <c:pt idx="18402">
                  <c:v>45756.666666666657</c:v>
                </c:pt>
                <c:pt idx="18403">
                  <c:v>45656.647916666669</c:v>
                </c:pt>
                <c:pt idx="18404">
                  <c:v>45618.463194444441</c:v>
                </c:pt>
                <c:pt idx="18405">
                  <c:v>45770.555555555547</c:v>
                </c:pt>
                <c:pt idx="18406">
                  <c:v>45907.628472222219</c:v>
                </c:pt>
                <c:pt idx="18407">
                  <c:v>45991.443055555559</c:v>
                </c:pt>
                <c:pt idx="18408">
                  <c:v>45928.605555555558</c:v>
                </c:pt>
                <c:pt idx="18409">
                  <c:v>45678.748611111107</c:v>
                </c:pt>
                <c:pt idx="18410">
                  <c:v>45834.520138888889</c:v>
                </c:pt>
                <c:pt idx="18411">
                  <c:v>45599.720833333333</c:v>
                </c:pt>
                <c:pt idx="18412">
                  <c:v>45867.769444444442</c:v>
                </c:pt>
                <c:pt idx="18413">
                  <c:v>45953.831250000003</c:v>
                </c:pt>
                <c:pt idx="18414">
                  <c:v>45711.45</c:v>
                </c:pt>
                <c:pt idx="18415">
                  <c:v>45788.787499999999</c:v>
                </c:pt>
                <c:pt idx="18416">
                  <c:v>45971.533333333333</c:v>
                </c:pt>
                <c:pt idx="18417">
                  <c:v>45994.438888888893</c:v>
                </c:pt>
                <c:pt idx="18418">
                  <c:v>45654.530555555553</c:v>
                </c:pt>
                <c:pt idx="18419">
                  <c:v>45928.377083333333</c:v>
                </c:pt>
                <c:pt idx="18420">
                  <c:v>45867.797222222223</c:v>
                </c:pt>
                <c:pt idx="18421">
                  <c:v>45749.81527777778</c:v>
                </c:pt>
                <c:pt idx="18422">
                  <c:v>45828.293749999997</c:v>
                </c:pt>
                <c:pt idx="18423">
                  <c:v>45950.732638888891</c:v>
                </c:pt>
                <c:pt idx="18424">
                  <c:v>45797.273611111108</c:v>
                </c:pt>
                <c:pt idx="18425">
                  <c:v>45689.378472222219</c:v>
                </c:pt>
                <c:pt idx="18426">
                  <c:v>45714.742361111108</c:v>
                </c:pt>
                <c:pt idx="18427">
                  <c:v>45900.46875</c:v>
                </c:pt>
                <c:pt idx="18428">
                  <c:v>45916.552777777782</c:v>
                </c:pt>
                <c:pt idx="18429">
                  <c:v>45915.711111111108</c:v>
                </c:pt>
                <c:pt idx="18430">
                  <c:v>45655.510416666657</c:v>
                </c:pt>
                <c:pt idx="18431">
                  <c:v>45319.661111111112</c:v>
                </c:pt>
                <c:pt idx="18432">
                  <c:v>45982.564583333333</c:v>
                </c:pt>
                <c:pt idx="18433">
                  <c:v>45741.453472222223</c:v>
                </c:pt>
                <c:pt idx="18434">
                  <c:v>45932.571527777778</c:v>
                </c:pt>
                <c:pt idx="18435">
                  <c:v>45595.769444444442</c:v>
                </c:pt>
                <c:pt idx="18436">
                  <c:v>45835.869444444441</c:v>
                </c:pt>
                <c:pt idx="18437">
                  <c:v>45498.619444444441</c:v>
                </c:pt>
                <c:pt idx="18438">
                  <c:v>45773.450694444437</c:v>
                </c:pt>
                <c:pt idx="18439">
                  <c:v>45709.904166666667</c:v>
                </c:pt>
                <c:pt idx="18440">
                  <c:v>45533.517361111109</c:v>
                </c:pt>
                <c:pt idx="18441">
                  <c:v>45393.907638888893</c:v>
                </c:pt>
                <c:pt idx="18442">
                  <c:v>45863.532638888893</c:v>
                </c:pt>
                <c:pt idx="18443">
                  <c:v>45459.688888888893</c:v>
                </c:pt>
                <c:pt idx="18444">
                  <c:v>45719.558333333327</c:v>
                </c:pt>
                <c:pt idx="18445">
                  <c:v>45959.675000000003</c:v>
                </c:pt>
                <c:pt idx="18446">
                  <c:v>46005.604166666657</c:v>
                </c:pt>
                <c:pt idx="18447">
                  <c:v>45891.504166666673</c:v>
                </c:pt>
                <c:pt idx="18448">
                  <c:v>45619.873611111107</c:v>
                </c:pt>
                <c:pt idx="18449">
                  <c:v>45353.865972222222</c:v>
                </c:pt>
                <c:pt idx="18450">
                  <c:v>45632.598611111112</c:v>
                </c:pt>
                <c:pt idx="18451">
                  <c:v>45698.554861111108</c:v>
                </c:pt>
                <c:pt idx="18452">
                  <c:v>45490.652777777781</c:v>
                </c:pt>
                <c:pt idx="18453">
                  <c:v>45762.527777777781</c:v>
                </c:pt>
                <c:pt idx="18454">
                  <c:v>45421.723611111112</c:v>
                </c:pt>
                <c:pt idx="18455">
                  <c:v>45951.887499999997</c:v>
                </c:pt>
                <c:pt idx="18456">
                  <c:v>45571.708333333343</c:v>
                </c:pt>
                <c:pt idx="18457">
                  <c:v>45361.581250000003</c:v>
                </c:pt>
                <c:pt idx="18458">
                  <c:v>45902.530555555553</c:v>
                </c:pt>
                <c:pt idx="18459">
                  <c:v>46020.931944444441</c:v>
                </c:pt>
                <c:pt idx="18460">
                  <c:v>45839.693055555559</c:v>
                </c:pt>
                <c:pt idx="18461">
                  <c:v>45653.945833333331</c:v>
                </c:pt>
                <c:pt idx="18462">
                  <c:v>45807.609027777777</c:v>
                </c:pt>
                <c:pt idx="18463">
                  <c:v>45445.634722222218</c:v>
                </c:pt>
                <c:pt idx="18464">
                  <c:v>45569.468055555553</c:v>
                </c:pt>
                <c:pt idx="18465">
                  <c:v>45349.590277777781</c:v>
                </c:pt>
                <c:pt idx="18466">
                  <c:v>45520.973611111112</c:v>
                </c:pt>
                <c:pt idx="18467">
                  <c:v>45475.564583333333</c:v>
                </c:pt>
                <c:pt idx="18468">
                  <c:v>45317.886111111111</c:v>
                </c:pt>
                <c:pt idx="18469">
                  <c:v>45835.484027777777</c:v>
                </c:pt>
                <c:pt idx="18470">
                  <c:v>45771.579861111109</c:v>
                </c:pt>
                <c:pt idx="18471">
                  <c:v>45873.936111111107</c:v>
                </c:pt>
                <c:pt idx="18472">
                  <c:v>45384.854166666657</c:v>
                </c:pt>
                <c:pt idx="18473">
                  <c:v>45417.507638888892</c:v>
                </c:pt>
                <c:pt idx="18474">
                  <c:v>45713.549305555563</c:v>
                </c:pt>
                <c:pt idx="18475">
                  <c:v>45292.606249999997</c:v>
                </c:pt>
                <c:pt idx="18476">
                  <c:v>45683.728472222218</c:v>
                </c:pt>
                <c:pt idx="18477">
                  <c:v>45806.654861111107</c:v>
                </c:pt>
                <c:pt idx="18478">
                  <c:v>45904.527083333327</c:v>
                </c:pt>
                <c:pt idx="18479">
                  <c:v>45623.588194444441</c:v>
                </c:pt>
                <c:pt idx="18480">
                  <c:v>45533.631249999999</c:v>
                </c:pt>
                <c:pt idx="18481">
                  <c:v>45463.571527777778</c:v>
                </c:pt>
                <c:pt idx="18482">
                  <c:v>45861.588194444441</c:v>
                </c:pt>
                <c:pt idx="18483">
                  <c:v>45394.36041666667</c:v>
                </c:pt>
                <c:pt idx="18484">
                  <c:v>45609.632638888892</c:v>
                </c:pt>
                <c:pt idx="18485">
                  <c:v>45679.636805555558</c:v>
                </c:pt>
                <c:pt idx="18486">
                  <c:v>45357.429166666669</c:v>
                </c:pt>
                <c:pt idx="18487">
                  <c:v>45589.612500000003</c:v>
                </c:pt>
                <c:pt idx="18488">
                  <c:v>45694.402083333327</c:v>
                </c:pt>
                <c:pt idx="18489">
                  <c:v>45300.543055555558</c:v>
                </c:pt>
                <c:pt idx="18490">
                  <c:v>45742.604861111111</c:v>
                </c:pt>
                <c:pt idx="18491">
                  <c:v>45722.447916666657</c:v>
                </c:pt>
                <c:pt idx="18492">
                  <c:v>45547.584722222222</c:v>
                </c:pt>
                <c:pt idx="18493">
                  <c:v>45510.654861111107</c:v>
                </c:pt>
                <c:pt idx="18494">
                  <c:v>45334.551388888889</c:v>
                </c:pt>
                <c:pt idx="18495">
                  <c:v>45663.63958333333</c:v>
                </c:pt>
                <c:pt idx="18496">
                  <c:v>45561.550694444442</c:v>
                </c:pt>
                <c:pt idx="18497">
                  <c:v>45644.521527777782</c:v>
                </c:pt>
                <c:pt idx="18498">
                  <c:v>45428.629166666673</c:v>
                </c:pt>
                <c:pt idx="18499">
                  <c:v>45322.390277777777</c:v>
                </c:pt>
                <c:pt idx="18500">
                  <c:v>45834.559027777781</c:v>
                </c:pt>
                <c:pt idx="18501">
                  <c:v>45777.702777777777</c:v>
                </c:pt>
                <c:pt idx="18502">
                  <c:v>45875.421527777777</c:v>
                </c:pt>
                <c:pt idx="18503">
                  <c:v>45936.434027777781</c:v>
                </c:pt>
                <c:pt idx="18504">
                  <c:v>45435.318749999999</c:v>
                </c:pt>
                <c:pt idx="18505">
                  <c:v>45502.561805555553</c:v>
                </c:pt>
                <c:pt idx="18506">
                  <c:v>45371.341666666667</c:v>
                </c:pt>
                <c:pt idx="18507">
                  <c:v>45698.40902777778</c:v>
                </c:pt>
                <c:pt idx="18508">
                  <c:v>45985.313194444447</c:v>
                </c:pt>
                <c:pt idx="18509">
                  <c:v>45306.412499999999</c:v>
                </c:pt>
                <c:pt idx="18510">
                  <c:v>45810.421527777777</c:v>
                </c:pt>
                <c:pt idx="18511">
                  <c:v>45635.489583333343</c:v>
                </c:pt>
                <c:pt idx="18512">
                  <c:v>45572.37777777778</c:v>
                </c:pt>
                <c:pt idx="18513">
                  <c:v>45749.96875</c:v>
                </c:pt>
                <c:pt idx="18514">
                  <c:v>45763.728472222218</c:v>
                </c:pt>
                <c:pt idx="18515">
                  <c:v>45726.493055555547</c:v>
                </c:pt>
                <c:pt idx="18516">
                  <c:v>45875.499305555553</c:v>
                </c:pt>
                <c:pt idx="18517">
                  <c:v>45938.556944444441</c:v>
                </c:pt>
                <c:pt idx="18518">
                  <c:v>45370.442361111112</c:v>
                </c:pt>
                <c:pt idx="18519">
                  <c:v>45357.554861111108</c:v>
                </c:pt>
                <c:pt idx="18520">
                  <c:v>45461.510416666657</c:v>
                </c:pt>
                <c:pt idx="18521">
                  <c:v>45380.414583333331</c:v>
                </c:pt>
                <c:pt idx="18522">
                  <c:v>45976.643055555563</c:v>
                </c:pt>
                <c:pt idx="18523">
                  <c:v>45793.765972222223</c:v>
                </c:pt>
                <c:pt idx="18524">
                  <c:v>45484.417361111111</c:v>
                </c:pt>
                <c:pt idx="18525">
                  <c:v>45689.62777777778</c:v>
                </c:pt>
                <c:pt idx="18526">
                  <c:v>45578.970833333333</c:v>
                </c:pt>
                <c:pt idx="18527">
                  <c:v>45701.28125</c:v>
                </c:pt>
                <c:pt idx="18528">
                  <c:v>45825.445138888892</c:v>
                </c:pt>
                <c:pt idx="18529">
                  <c:v>45820.337500000001</c:v>
                </c:pt>
                <c:pt idx="18530">
                  <c:v>45752.604166666657</c:v>
                </c:pt>
                <c:pt idx="18531">
                  <c:v>45601.231249999997</c:v>
                </c:pt>
                <c:pt idx="18532">
                  <c:v>45908.229861111111</c:v>
                </c:pt>
                <c:pt idx="18533">
                  <c:v>45663.42083333333</c:v>
                </c:pt>
                <c:pt idx="18534">
                  <c:v>45525.169444444437</c:v>
                </c:pt>
                <c:pt idx="18535">
                  <c:v>45391.521527777782</c:v>
                </c:pt>
                <c:pt idx="18536">
                  <c:v>45636.351388888892</c:v>
                </c:pt>
                <c:pt idx="18537">
                  <c:v>46009.602777777778</c:v>
                </c:pt>
                <c:pt idx="18538">
                  <c:v>45432.326388888891</c:v>
                </c:pt>
                <c:pt idx="18539">
                  <c:v>45341.686111111107</c:v>
                </c:pt>
                <c:pt idx="18540">
                  <c:v>45551.411805555559</c:v>
                </c:pt>
                <c:pt idx="18541">
                  <c:v>46020.477083333331</c:v>
                </c:pt>
                <c:pt idx="18542">
                  <c:v>45764.598611111112</c:v>
                </c:pt>
                <c:pt idx="18543">
                  <c:v>45865.42083333333</c:v>
                </c:pt>
                <c:pt idx="18544">
                  <c:v>45464.59375</c:v>
                </c:pt>
                <c:pt idx="18545">
                  <c:v>45365.793749999997</c:v>
                </c:pt>
                <c:pt idx="18546">
                  <c:v>45655.449305555558</c:v>
                </c:pt>
                <c:pt idx="18547">
                  <c:v>45956.032638888893</c:v>
                </c:pt>
                <c:pt idx="18548">
                  <c:v>46017.583333333343</c:v>
                </c:pt>
                <c:pt idx="18549">
                  <c:v>45881.456944444442</c:v>
                </c:pt>
                <c:pt idx="18550">
                  <c:v>45915.086111111108</c:v>
                </c:pt>
                <c:pt idx="18551">
                  <c:v>45652.510416666657</c:v>
                </c:pt>
                <c:pt idx="18552">
                  <c:v>45422.513888888891</c:v>
                </c:pt>
                <c:pt idx="18553">
                  <c:v>45812.189583333333</c:v>
                </c:pt>
                <c:pt idx="18554">
                  <c:v>45782.368055555547</c:v>
                </c:pt>
                <c:pt idx="18555">
                  <c:v>45946.461111111108</c:v>
                </c:pt>
                <c:pt idx="18556">
                  <c:v>45590.493055555547</c:v>
                </c:pt>
                <c:pt idx="18557">
                  <c:v>46003.37222222222</c:v>
                </c:pt>
                <c:pt idx="18558">
                  <c:v>45483.385416666657</c:v>
                </c:pt>
                <c:pt idx="18559">
                  <c:v>45754.342361111107</c:v>
                </c:pt>
                <c:pt idx="18560">
                  <c:v>45333.956944444442</c:v>
                </c:pt>
                <c:pt idx="18561">
                  <c:v>45380.638888888891</c:v>
                </c:pt>
                <c:pt idx="18562">
                  <c:v>45973.323611111111</c:v>
                </c:pt>
                <c:pt idx="18563">
                  <c:v>45719.444444444453</c:v>
                </c:pt>
                <c:pt idx="18564">
                  <c:v>45845.495833333327</c:v>
                </c:pt>
                <c:pt idx="18565">
                  <c:v>45465.43472222222</c:v>
                </c:pt>
                <c:pt idx="18566">
                  <c:v>45782.665972222218</c:v>
                </c:pt>
                <c:pt idx="18567">
                  <c:v>45824.775694444441</c:v>
                </c:pt>
                <c:pt idx="18568">
                  <c:v>45946.614583333343</c:v>
                </c:pt>
                <c:pt idx="18569">
                  <c:v>45709.494444444441</c:v>
                </c:pt>
                <c:pt idx="18570">
                  <c:v>45586.645833333343</c:v>
                </c:pt>
                <c:pt idx="18571">
                  <c:v>45975.645833333343</c:v>
                </c:pt>
                <c:pt idx="18572">
                  <c:v>45799.127083333333</c:v>
                </c:pt>
                <c:pt idx="18573">
                  <c:v>45601.539583333331</c:v>
                </c:pt>
                <c:pt idx="18574">
                  <c:v>45908.310416666667</c:v>
                </c:pt>
                <c:pt idx="18575">
                  <c:v>45862.745138888888</c:v>
                </c:pt>
                <c:pt idx="18576">
                  <c:v>45626.374305555553</c:v>
                </c:pt>
                <c:pt idx="18577">
                  <c:v>45962.28402777778</c:v>
                </c:pt>
                <c:pt idx="18578">
                  <c:v>45922.396527777782</c:v>
                </c:pt>
                <c:pt idx="18579">
                  <c:v>46005.981249999997</c:v>
                </c:pt>
                <c:pt idx="18580">
                  <c:v>45840.45416666667</c:v>
                </c:pt>
                <c:pt idx="18581">
                  <c:v>45306.57708333333</c:v>
                </c:pt>
                <c:pt idx="18582">
                  <c:v>45685.856944444437</c:v>
                </c:pt>
                <c:pt idx="18583">
                  <c:v>46019.091666666667</c:v>
                </c:pt>
                <c:pt idx="18584">
                  <c:v>45876.231249999997</c:v>
                </c:pt>
                <c:pt idx="18585">
                  <c:v>45401.512499999997</c:v>
                </c:pt>
                <c:pt idx="18586">
                  <c:v>45892.686111111107</c:v>
                </c:pt>
                <c:pt idx="18587">
                  <c:v>45995.397222222222</c:v>
                </c:pt>
                <c:pt idx="18588">
                  <c:v>45384.737500000003</c:v>
                </c:pt>
                <c:pt idx="18589">
                  <c:v>45753.928472222222</c:v>
                </c:pt>
                <c:pt idx="18590">
                  <c:v>45414.524305555547</c:v>
                </c:pt>
                <c:pt idx="18591">
                  <c:v>45563.166666666657</c:v>
                </c:pt>
                <c:pt idx="18592">
                  <c:v>45767.620833333327</c:v>
                </c:pt>
                <c:pt idx="18593">
                  <c:v>45449.841666666667</c:v>
                </c:pt>
                <c:pt idx="18594">
                  <c:v>45725.185416666667</c:v>
                </c:pt>
                <c:pt idx="18595">
                  <c:v>45674.338888888888</c:v>
                </c:pt>
                <c:pt idx="18596">
                  <c:v>45495.450694444437</c:v>
                </c:pt>
                <c:pt idx="18597">
                  <c:v>45517.727083333331</c:v>
                </c:pt>
                <c:pt idx="18598">
                  <c:v>45813.375694444447</c:v>
                </c:pt>
                <c:pt idx="18599">
                  <c:v>45333.949305555558</c:v>
                </c:pt>
                <c:pt idx="18600">
                  <c:v>45369.674305555563</c:v>
                </c:pt>
                <c:pt idx="18601">
                  <c:v>45699.237500000003</c:v>
                </c:pt>
                <c:pt idx="18602">
                  <c:v>45738.849305555559</c:v>
                </c:pt>
                <c:pt idx="18603">
                  <c:v>45432.85</c:v>
                </c:pt>
                <c:pt idx="18604">
                  <c:v>45457.647222222222</c:v>
                </c:pt>
                <c:pt idx="18605">
                  <c:v>45709.543749999997</c:v>
                </c:pt>
                <c:pt idx="18606">
                  <c:v>45747.479166666657</c:v>
                </c:pt>
                <c:pt idx="18607">
                  <c:v>45300.61041666667</c:v>
                </c:pt>
                <c:pt idx="18608">
                  <c:v>45980.510416666657</c:v>
                </c:pt>
                <c:pt idx="18609">
                  <c:v>45837.964583333327</c:v>
                </c:pt>
                <c:pt idx="18610">
                  <c:v>45650.371527777781</c:v>
                </c:pt>
                <c:pt idx="18611">
                  <c:v>45423.481944444437</c:v>
                </c:pt>
                <c:pt idx="18612">
                  <c:v>45476.636111111111</c:v>
                </c:pt>
                <c:pt idx="18613">
                  <c:v>46021.439583333333</c:v>
                </c:pt>
                <c:pt idx="18614">
                  <c:v>45909.429166666669</c:v>
                </c:pt>
                <c:pt idx="18615">
                  <c:v>45642.762499999997</c:v>
                </c:pt>
                <c:pt idx="18616">
                  <c:v>45721.620833333327</c:v>
                </c:pt>
                <c:pt idx="18617">
                  <c:v>45481.630555555559</c:v>
                </c:pt>
                <c:pt idx="18618">
                  <c:v>45990.85833333333</c:v>
                </c:pt>
                <c:pt idx="18619">
                  <c:v>45774.775694444441</c:v>
                </c:pt>
                <c:pt idx="18620">
                  <c:v>45769.913194444453</c:v>
                </c:pt>
                <c:pt idx="18621">
                  <c:v>45931.590277777781</c:v>
                </c:pt>
                <c:pt idx="18622">
                  <c:v>45944.419444444437</c:v>
                </c:pt>
                <c:pt idx="18623">
                  <c:v>45356.665972222218</c:v>
                </c:pt>
                <c:pt idx="18624">
                  <c:v>45816.857638888891</c:v>
                </c:pt>
                <c:pt idx="18625">
                  <c:v>45903.369444444441</c:v>
                </c:pt>
                <c:pt idx="18626">
                  <c:v>45527.777777777781</c:v>
                </c:pt>
                <c:pt idx="18627">
                  <c:v>45312.525000000001</c:v>
                </c:pt>
                <c:pt idx="18628">
                  <c:v>45356.679166666669</c:v>
                </c:pt>
                <c:pt idx="18629">
                  <c:v>45294.486111111109</c:v>
                </c:pt>
                <c:pt idx="18630">
                  <c:v>45315.529861111107</c:v>
                </c:pt>
                <c:pt idx="18631">
                  <c:v>45568.664583333331</c:v>
                </c:pt>
                <c:pt idx="18632">
                  <c:v>45667.803472222222</c:v>
                </c:pt>
                <c:pt idx="18633">
                  <c:v>45390.384722222218</c:v>
                </c:pt>
                <c:pt idx="18634">
                  <c:v>45596.634027777778</c:v>
                </c:pt>
                <c:pt idx="18635">
                  <c:v>45370.927777777782</c:v>
                </c:pt>
                <c:pt idx="18636">
                  <c:v>45405.251388888893</c:v>
                </c:pt>
                <c:pt idx="18637">
                  <c:v>45692.226388888892</c:v>
                </c:pt>
                <c:pt idx="18638">
                  <c:v>45510.243055555547</c:v>
                </c:pt>
                <c:pt idx="18639">
                  <c:v>45419.601388888892</c:v>
                </c:pt>
                <c:pt idx="18640">
                  <c:v>45453.616666666669</c:v>
                </c:pt>
                <c:pt idx="18641">
                  <c:v>45325.291666666657</c:v>
                </c:pt>
                <c:pt idx="18642">
                  <c:v>45488.844444444447</c:v>
                </c:pt>
                <c:pt idx="18643">
                  <c:v>45489.904166666667</c:v>
                </c:pt>
                <c:pt idx="18644">
                  <c:v>45336.286111111112</c:v>
                </c:pt>
                <c:pt idx="18645">
                  <c:v>45990.313888888893</c:v>
                </c:pt>
                <c:pt idx="18646">
                  <c:v>45768.853472222218</c:v>
                </c:pt>
                <c:pt idx="18647">
                  <c:v>45826.263194444437</c:v>
                </c:pt>
                <c:pt idx="18648">
                  <c:v>45955.499305555553</c:v>
                </c:pt>
                <c:pt idx="18649">
                  <c:v>45759.478472222218</c:v>
                </c:pt>
                <c:pt idx="18650">
                  <c:v>45894.520138888889</c:v>
                </c:pt>
                <c:pt idx="18651">
                  <c:v>45912.237500000003</c:v>
                </c:pt>
                <c:pt idx="18652">
                  <c:v>45876.188194444447</c:v>
                </c:pt>
                <c:pt idx="18653">
                  <c:v>45944.39166666667</c:v>
                </c:pt>
                <c:pt idx="18654">
                  <c:v>45843.760416666657</c:v>
                </c:pt>
                <c:pt idx="18655">
                  <c:v>45957.344444444447</c:v>
                </c:pt>
                <c:pt idx="18656">
                  <c:v>45809.739583333343</c:v>
                </c:pt>
                <c:pt idx="18657">
                  <c:v>45692.611111111109</c:v>
                </c:pt>
                <c:pt idx="18658">
                  <c:v>46006.450694444437</c:v>
                </c:pt>
                <c:pt idx="18659">
                  <c:v>45791.490277777782</c:v>
                </c:pt>
                <c:pt idx="18660">
                  <c:v>45734.418749999997</c:v>
                </c:pt>
                <c:pt idx="18661">
                  <c:v>45957.431944444441</c:v>
                </c:pt>
                <c:pt idx="18662">
                  <c:v>45708.404861111107</c:v>
                </c:pt>
                <c:pt idx="18663">
                  <c:v>45721.703472222223</c:v>
                </c:pt>
                <c:pt idx="18664">
                  <c:v>45859.598611111112</c:v>
                </c:pt>
                <c:pt idx="18665">
                  <c:v>45927.316666666673</c:v>
                </c:pt>
                <c:pt idx="18666">
                  <c:v>46023.597916666673</c:v>
                </c:pt>
                <c:pt idx="18667">
                  <c:v>45985.302083333343</c:v>
                </c:pt>
                <c:pt idx="18668">
                  <c:v>45714.338194444441</c:v>
                </c:pt>
                <c:pt idx="18669">
                  <c:v>46001.479861111111</c:v>
                </c:pt>
                <c:pt idx="18670">
                  <c:v>45805.497916666667</c:v>
                </c:pt>
                <c:pt idx="18671">
                  <c:v>45754.223611111112</c:v>
                </c:pt>
                <c:pt idx="18672">
                  <c:v>45754.223611111112</c:v>
                </c:pt>
                <c:pt idx="18673">
                  <c:v>45965.397222222222</c:v>
                </c:pt>
                <c:pt idx="18674">
                  <c:v>45965.397222222222</c:v>
                </c:pt>
                <c:pt idx="18675">
                  <c:v>45714.338194444441</c:v>
                </c:pt>
                <c:pt idx="18676">
                  <c:v>45445.894444444442</c:v>
                </c:pt>
                <c:pt idx="18677">
                  <c:v>45897.393750000003</c:v>
                </c:pt>
                <c:pt idx="18678">
                  <c:v>45591.793749999997</c:v>
                </c:pt>
                <c:pt idx="18679">
                  <c:v>45852.371527777781</c:v>
                </c:pt>
                <c:pt idx="18680">
                  <c:v>45897.393750000003</c:v>
                </c:pt>
                <c:pt idx="18681">
                  <c:v>46001.479861111111</c:v>
                </c:pt>
                <c:pt idx="18682">
                  <c:v>45852.371527777781</c:v>
                </c:pt>
                <c:pt idx="18683">
                  <c:v>45591.793749999997</c:v>
                </c:pt>
                <c:pt idx="18684">
                  <c:v>45335.325694444437</c:v>
                </c:pt>
                <c:pt idx="18685">
                  <c:v>45657.364583333343</c:v>
                </c:pt>
                <c:pt idx="18686">
                  <c:v>45335.325694444437</c:v>
                </c:pt>
                <c:pt idx="18687">
                  <c:v>45476.422222222223</c:v>
                </c:pt>
                <c:pt idx="18688">
                  <c:v>45476.422222222223</c:v>
                </c:pt>
                <c:pt idx="18689">
                  <c:v>45657.364583333343</c:v>
                </c:pt>
                <c:pt idx="18690">
                  <c:v>45445.894444444442</c:v>
                </c:pt>
                <c:pt idx="18691">
                  <c:v>45805.497916666667</c:v>
                </c:pt>
                <c:pt idx="18692">
                  <c:v>45438.416666666657</c:v>
                </c:pt>
                <c:pt idx="18693">
                  <c:v>45404.413194444453</c:v>
                </c:pt>
                <c:pt idx="18694">
                  <c:v>45538.459722222222</c:v>
                </c:pt>
                <c:pt idx="18695">
                  <c:v>45404.413194444453</c:v>
                </c:pt>
                <c:pt idx="18696">
                  <c:v>45438.416666666657</c:v>
                </c:pt>
                <c:pt idx="18697">
                  <c:v>45538.459722222222</c:v>
                </c:pt>
                <c:pt idx="18698">
                  <c:v>45544.793749999997</c:v>
                </c:pt>
                <c:pt idx="18699">
                  <c:v>45875.041666666657</c:v>
                </c:pt>
                <c:pt idx="18700">
                  <c:v>45629.37222222222</c:v>
                </c:pt>
                <c:pt idx="18701">
                  <c:v>45791.048611111109</c:v>
                </c:pt>
                <c:pt idx="18702">
                  <c:v>45293.603472222218</c:v>
                </c:pt>
                <c:pt idx="18703">
                  <c:v>45460.999305555553</c:v>
                </c:pt>
                <c:pt idx="18704">
                  <c:v>45411.449305555558</c:v>
                </c:pt>
                <c:pt idx="18705">
                  <c:v>45706.727083333331</c:v>
                </c:pt>
                <c:pt idx="18706">
                  <c:v>45364.712500000001</c:v>
                </c:pt>
                <c:pt idx="18707">
                  <c:v>45652.498611111107</c:v>
                </c:pt>
                <c:pt idx="18708">
                  <c:v>45527.70416666667</c:v>
                </c:pt>
                <c:pt idx="18709">
                  <c:v>45527.70416666667</c:v>
                </c:pt>
                <c:pt idx="18710">
                  <c:v>45939.699305555558</c:v>
                </c:pt>
                <c:pt idx="18711">
                  <c:v>45652.498611111107</c:v>
                </c:pt>
                <c:pt idx="18712">
                  <c:v>45297.667361111111</c:v>
                </c:pt>
                <c:pt idx="18713">
                  <c:v>46001.443055555559</c:v>
                </c:pt>
                <c:pt idx="18714">
                  <c:v>45354.693055555559</c:v>
                </c:pt>
                <c:pt idx="18715">
                  <c:v>45687.667361111111</c:v>
                </c:pt>
                <c:pt idx="18716">
                  <c:v>45687.667361111111</c:v>
                </c:pt>
                <c:pt idx="18717">
                  <c:v>45354.693055555559</c:v>
                </c:pt>
                <c:pt idx="18718">
                  <c:v>46001.443055555559</c:v>
                </c:pt>
                <c:pt idx="18719">
                  <c:v>45988.621527777781</c:v>
                </c:pt>
                <c:pt idx="18720">
                  <c:v>45981.877083333333</c:v>
                </c:pt>
                <c:pt idx="18721">
                  <c:v>45988.621527777781</c:v>
                </c:pt>
                <c:pt idx="18722">
                  <c:v>45939.699305555558</c:v>
                </c:pt>
                <c:pt idx="18723">
                  <c:v>45562.818055555559</c:v>
                </c:pt>
                <c:pt idx="18724">
                  <c:v>45562.818055555559</c:v>
                </c:pt>
                <c:pt idx="18725">
                  <c:v>45855.543749999997</c:v>
                </c:pt>
                <c:pt idx="18726">
                  <c:v>45909.835416666669</c:v>
                </c:pt>
                <c:pt idx="18727">
                  <c:v>45909.835416666669</c:v>
                </c:pt>
                <c:pt idx="18728">
                  <c:v>45785.724999999999</c:v>
                </c:pt>
                <c:pt idx="18729">
                  <c:v>45883.872916666667</c:v>
                </c:pt>
                <c:pt idx="18730">
                  <c:v>45785.724999999999</c:v>
                </c:pt>
                <c:pt idx="18731">
                  <c:v>45445.574305555558</c:v>
                </c:pt>
                <c:pt idx="18732">
                  <c:v>46019.759027777778</c:v>
                </c:pt>
                <c:pt idx="18733">
                  <c:v>45445.574305555558</c:v>
                </c:pt>
                <c:pt idx="18734">
                  <c:v>45602.625694444447</c:v>
                </c:pt>
                <c:pt idx="18735">
                  <c:v>46019.759027777778</c:v>
                </c:pt>
                <c:pt idx="18736">
                  <c:v>45602.625694444447</c:v>
                </c:pt>
                <c:pt idx="18737">
                  <c:v>45981.877083333333</c:v>
                </c:pt>
                <c:pt idx="18738">
                  <c:v>45883.872916666667</c:v>
                </c:pt>
                <c:pt idx="18739">
                  <c:v>45734.587500000001</c:v>
                </c:pt>
                <c:pt idx="18740">
                  <c:v>45297.667361111111</c:v>
                </c:pt>
                <c:pt idx="18741">
                  <c:v>45632.6</c:v>
                </c:pt>
                <c:pt idx="18742">
                  <c:v>45855.543749999997</c:v>
                </c:pt>
                <c:pt idx="18743">
                  <c:v>45632.6</c:v>
                </c:pt>
                <c:pt idx="18744">
                  <c:v>45681.811805555553</c:v>
                </c:pt>
                <c:pt idx="18745">
                  <c:v>45681.811805555553</c:v>
                </c:pt>
                <c:pt idx="18746">
                  <c:v>45734.587500000001</c:v>
                </c:pt>
                <c:pt idx="18747">
                  <c:v>45873.563888888893</c:v>
                </c:pt>
                <c:pt idx="18748">
                  <c:v>45972.587500000001</c:v>
                </c:pt>
                <c:pt idx="18749">
                  <c:v>45570.881249999999</c:v>
                </c:pt>
                <c:pt idx="18750">
                  <c:v>45829.797222222223</c:v>
                </c:pt>
                <c:pt idx="18751">
                  <c:v>45482.720138888893</c:v>
                </c:pt>
                <c:pt idx="18752">
                  <c:v>45634.768055555563</c:v>
                </c:pt>
                <c:pt idx="18753">
                  <c:v>45416.844444444447</c:v>
                </c:pt>
                <c:pt idx="18754">
                  <c:v>45500.675000000003</c:v>
                </c:pt>
                <c:pt idx="18755">
                  <c:v>45418.274305555547</c:v>
                </c:pt>
                <c:pt idx="18756">
                  <c:v>45793.578472222223</c:v>
                </c:pt>
                <c:pt idx="18757">
                  <c:v>45764.86041666667</c:v>
                </c:pt>
                <c:pt idx="18758">
                  <c:v>45671.758333333331</c:v>
                </c:pt>
                <c:pt idx="18759">
                  <c:v>45740.802083333343</c:v>
                </c:pt>
                <c:pt idx="18760">
                  <c:v>45543.920138888891</c:v>
                </c:pt>
                <c:pt idx="18761">
                  <c:v>45524.881249999999</c:v>
                </c:pt>
                <c:pt idx="18762">
                  <c:v>45409.803472222222</c:v>
                </c:pt>
                <c:pt idx="18763">
                  <c:v>45421.758333333331</c:v>
                </c:pt>
                <c:pt idx="18764">
                  <c:v>45941.96597222222</c:v>
                </c:pt>
                <c:pt idx="18765">
                  <c:v>45698.84375</c:v>
                </c:pt>
                <c:pt idx="18766">
                  <c:v>45903.802083333343</c:v>
                </c:pt>
                <c:pt idx="18767">
                  <c:v>45850.84652777778</c:v>
                </c:pt>
                <c:pt idx="18768">
                  <c:v>45604.798611111109</c:v>
                </c:pt>
                <c:pt idx="18769">
                  <c:v>45822.917361111111</c:v>
                </c:pt>
                <c:pt idx="18770">
                  <c:v>45508.839583333327</c:v>
                </c:pt>
                <c:pt idx="18771">
                  <c:v>45778.992361111108</c:v>
                </c:pt>
                <c:pt idx="18772">
                  <c:v>45374.38958333333</c:v>
                </c:pt>
                <c:pt idx="18773">
                  <c:v>45810.943749999999</c:v>
                </c:pt>
                <c:pt idx="18774">
                  <c:v>45699.838194444441</c:v>
                </c:pt>
                <c:pt idx="18775">
                  <c:v>45716.354861111111</c:v>
                </c:pt>
                <c:pt idx="18776">
                  <c:v>45992.359722222223</c:v>
                </c:pt>
                <c:pt idx="18777">
                  <c:v>45424.504861111112</c:v>
                </c:pt>
                <c:pt idx="18778">
                  <c:v>45665.374305555553</c:v>
                </c:pt>
                <c:pt idx="18779">
                  <c:v>45643.429166666669</c:v>
                </c:pt>
                <c:pt idx="18780">
                  <c:v>45972.419444444437</c:v>
                </c:pt>
                <c:pt idx="18781">
                  <c:v>45741.361805555563</c:v>
                </c:pt>
                <c:pt idx="18782">
                  <c:v>45463.275694444441</c:v>
                </c:pt>
                <c:pt idx="18783">
                  <c:v>45622.493055555547</c:v>
                </c:pt>
                <c:pt idx="18784">
                  <c:v>45816.459027777782</c:v>
                </c:pt>
                <c:pt idx="18785">
                  <c:v>45324.32708333333</c:v>
                </c:pt>
                <c:pt idx="18786">
                  <c:v>45886.840277777781</c:v>
                </c:pt>
                <c:pt idx="18787">
                  <c:v>45839.738194444442</c:v>
                </c:pt>
                <c:pt idx="18788">
                  <c:v>45521.49722222222</c:v>
                </c:pt>
                <c:pt idx="18789">
                  <c:v>45923.754166666673</c:v>
                </c:pt>
                <c:pt idx="18790">
                  <c:v>45760.335416666669</c:v>
                </c:pt>
                <c:pt idx="18791">
                  <c:v>45823.486805555563</c:v>
                </c:pt>
                <c:pt idx="18792">
                  <c:v>45600.727083333331</c:v>
                </c:pt>
                <c:pt idx="18793">
                  <c:v>45580.737500000003</c:v>
                </c:pt>
                <c:pt idx="18794">
                  <c:v>45866.695833333331</c:v>
                </c:pt>
                <c:pt idx="18795">
                  <c:v>45685.311805555553</c:v>
                </c:pt>
                <c:pt idx="18796">
                  <c:v>45989.282638888893</c:v>
                </c:pt>
                <c:pt idx="18797">
                  <c:v>45298.645833333343</c:v>
                </c:pt>
                <c:pt idx="18798">
                  <c:v>45503.803472222222</c:v>
                </c:pt>
                <c:pt idx="18799">
                  <c:v>45790.418055555558</c:v>
                </c:pt>
                <c:pt idx="18800">
                  <c:v>45840.554166666669</c:v>
                </c:pt>
                <c:pt idx="18801">
                  <c:v>45897.313194444447</c:v>
                </c:pt>
                <c:pt idx="18802">
                  <c:v>45431.43472222222</c:v>
                </c:pt>
                <c:pt idx="18803">
                  <c:v>46009.688194444447</c:v>
                </c:pt>
                <c:pt idx="18804">
                  <c:v>45733.902777777781</c:v>
                </c:pt>
                <c:pt idx="18805">
                  <c:v>45593.829861111109</c:v>
                </c:pt>
                <c:pt idx="18806">
                  <c:v>45355.429861111108</c:v>
                </c:pt>
                <c:pt idx="18807">
                  <c:v>45603.431250000001</c:v>
                </c:pt>
                <c:pt idx="18808">
                  <c:v>45981.929166666669</c:v>
                </c:pt>
                <c:pt idx="18809">
                  <c:v>45488.602083333331</c:v>
                </c:pt>
                <c:pt idx="18810">
                  <c:v>45925.808333333327</c:v>
                </c:pt>
                <c:pt idx="18811">
                  <c:v>45365.049305555563</c:v>
                </c:pt>
                <c:pt idx="18812">
                  <c:v>45772.581250000003</c:v>
                </c:pt>
                <c:pt idx="18813">
                  <c:v>45705.773611111108</c:v>
                </c:pt>
                <c:pt idx="18814">
                  <c:v>45337.625694444447</c:v>
                </c:pt>
                <c:pt idx="18815">
                  <c:v>45309.38958333333</c:v>
                </c:pt>
                <c:pt idx="18816">
                  <c:v>45996.5625</c:v>
                </c:pt>
                <c:pt idx="18817">
                  <c:v>45967.318749999999</c:v>
                </c:pt>
                <c:pt idx="18818">
                  <c:v>45295.743055555547</c:v>
                </c:pt>
                <c:pt idx="18819">
                  <c:v>45876.519444444442</c:v>
                </c:pt>
                <c:pt idx="18820">
                  <c:v>45365.040277777778</c:v>
                </c:pt>
                <c:pt idx="18821">
                  <c:v>45561.84097222222</c:v>
                </c:pt>
                <c:pt idx="18822">
                  <c:v>45463.463194444441</c:v>
                </c:pt>
                <c:pt idx="18823">
                  <c:v>45939.337500000001</c:v>
                </c:pt>
                <c:pt idx="18824">
                  <c:v>45642.540972222218</c:v>
                </c:pt>
                <c:pt idx="18825">
                  <c:v>45575.432638888888</c:v>
                </c:pt>
                <c:pt idx="18826">
                  <c:v>45809.544444444437</c:v>
                </c:pt>
                <c:pt idx="18827">
                  <c:v>45485.51666666667</c:v>
                </c:pt>
                <c:pt idx="18828">
                  <c:v>45586.73333333333</c:v>
                </c:pt>
                <c:pt idx="18829">
                  <c:v>45821.803472222222</c:v>
                </c:pt>
                <c:pt idx="18830">
                  <c:v>45790.347916666673</c:v>
                </c:pt>
                <c:pt idx="18831">
                  <c:v>45746.711111111108</c:v>
                </c:pt>
                <c:pt idx="18832">
                  <c:v>45309.413194444453</c:v>
                </c:pt>
                <c:pt idx="18833">
                  <c:v>45611.809027777781</c:v>
                </c:pt>
                <c:pt idx="18834">
                  <c:v>45960.668749999997</c:v>
                </c:pt>
                <c:pt idx="18835">
                  <c:v>45931.706250000003</c:v>
                </c:pt>
                <c:pt idx="18836">
                  <c:v>45662.793055555558</c:v>
                </c:pt>
                <c:pt idx="18837">
                  <c:v>45861.401388888888</c:v>
                </c:pt>
                <c:pt idx="18838">
                  <c:v>45636.605555555558</c:v>
                </c:pt>
                <c:pt idx="18839">
                  <c:v>45532.416666666657</c:v>
                </c:pt>
                <c:pt idx="18840">
                  <c:v>45688.493055555547</c:v>
                </c:pt>
                <c:pt idx="18841">
                  <c:v>45989.849305555559</c:v>
                </c:pt>
                <c:pt idx="18842">
                  <c:v>45906.364583333343</c:v>
                </c:pt>
                <c:pt idx="18843">
                  <c:v>45716.45</c:v>
                </c:pt>
                <c:pt idx="18844">
                  <c:v>45796.768750000003</c:v>
                </c:pt>
                <c:pt idx="18845">
                  <c:v>45769.859027777777</c:v>
                </c:pt>
                <c:pt idx="18846">
                  <c:v>45566.739583333343</c:v>
                </c:pt>
                <c:pt idx="18847">
                  <c:v>45735.693055555559</c:v>
                </c:pt>
                <c:pt idx="18848">
                  <c:v>45551.845138888893</c:v>
                </c:pt>
                <c:pt idx="18849">
                  <c:v>45841.462500000001</c:v>
                </c:pt>
                <c:pt idx="18850">
                  <c:v>45582.775694444441</c:v>
                </c:pt>
                <c:pt idx="18851">
                  <c:v>46008.798611111109</c:v>
                </c:pt>
                <c:pt idx="18852">
                  <c:v>45319.613888888889</c:v>
                </c:pt>
                <c:pt idx="18853">
                  <c:v>45605.581944444442</c:v>
                </c:pt>
                <c:pt idx="18854">
                  <c:v>45991.552083333343</c:v>
                </c:pt>
                <c:pt idx="18855">
                  <c:v>45755.574305555558</c:v>
                </c:pt>
                <c:pt idx="18856">
                  <c:v>45415.690972222219</c:v>
                </c:pt>
                <c:pt idx="18857">
                  <c:v>45904.543055555558</c:v>
                </c:pt>
                <c:pt idx="18858">
                  <c:v>45510.594444444447</c:v>
                </c:pt>
                <c:pt idx="18859">
                  <c:v>45698.585416666669</c:v>
                </c:pt>
                <c:pt idx="18860">
                  <c:v>45664.525694444441</c:v>
                </c:pt>
                <c:pt idx="18861">
                  <c:v>45839.426388888889</c:v>
                </c:pt>
                <c:pt idx="18862">
                  <c:v>45329.35833333333</c:v>
                </c:pt>
                <c:pt idx="18863">
                  <c:v>45664.525694444441</c:v>
                </c:pt>
                <c:pt idx="18864">
                  <c:v>45688.410416666673</c:v>
                </c:pt>
                <c:pt idx="18865">
                  <c:v>45688.410416666673</c:v>
                </c:pt>
                <c:pt idx="18866">
                  <c:v>45958.758333333331</c:v>
                </c:pt>
                <c:pt idx="18867">
                  <c:v>45762.510416666657</c:v>
                </c:pt>
                <c:pt idx="18868">
                  <c:v>45839.426388888889</c:v>
                </c:pt>
                <c:pt idx="18869">
                  <c:v>45484.552777777782</c:v>
                </c:pt>
                <c:pt idx="18870">
                  <c:v>45762.510416666657</c:v>
                </c:pt>
                <c:pt idx="18871">
                  <c:v>46018.695138888892</c:v>
                </c:pt>
                <c:pt idx="18872">
                  <c:v>45559.336111111108</c:v>
                </c:pt>
                <c:pt idx="18873">
                  <c:v>46018.695138888892</c:v>
                </c:pt>
                <c:pt idx="18874">
                  <c:v>45418.768055555563</c:v>
                </c:pt>
                <c:pt idx="18875">
                  <c:v>45958.758333333331</c:v>
                </c:pt>
                <c:pt idx="18876">
                  <c:v>45559.336111111108</c:v>
                </c:pt>
                <c:pt idx="18877">
                  <c:v>45484.552777777782</c:v>
                </c:pt>
                <c:pt idx="18878">
                  <c:v>45418.768055555563</c:v>
                </c:pt>
                <c:pt idx="18879">
                  <c:v>45329.35833333333</c:v>
                </c:pt>
                <c:pt idx="18880">
                  <c:v>45767.501388888893</c:v>
                </c:pt>
                <c:pt idx="18881">
                  <c:v>45671.410416666673</c:v>
                </c:pt>
                <c:pt idx="18882">
                  <c:v>45463.399305555547</c:v>
                </c:pt>
                <c:pt idx="18883">
                  <c:v>45831.77847222222</c:v>
                </c:pt>
                <c:pt idx="18884">
                  <c:v>45310.574305555558</c:v>
                </c:pt>
                <c:pt idx="18885">
                  <c:v>45400.468055555553</c:v>
                </c:pt>
                <c:pt idx="18886">
                  <c:v>45966.405555555553</c:v>
                </c:pt>
                <c:pt idx="18887">
                  <c:v>45359.46597222222</c:v>
                </c:pt>
                <c:pt idx="18888">
                  <c:v>46017.55972222222</c:v>
                </c:pt>
                <c:pt idx="18889">
                  <c:v>45543.761111111111</c:v>
                </c:pt>
                <c:pt idx="18890">
                  <c:v>45954.538194444453</c:v>
                </c:pt>
                <c:pt idx="18891">
                  <c:v>45653.504861111112</c:v>
                </c:pt>
                <c:pt idx="18892">
                  <c:v>45447.616666666669</c:v>
                </c:pt>
                <c:pt idx="18893">
                  <c:v>45628.603472222218</c:v>
                </c:pt>
                <c:pt idx="18894">
                  <c:v>45999.632638888892</c:v>
                </c:pt>
                <c:pt idx="18895">
                  <c:v>45811.679166666669</c:v>
                </c:pt>
                <c:pt idx="18896">
                  <c:v>45657.490972222222</c:v>
                </c:pt>
                <c:pt idx="18897">
                  <c:v>45688.654166666667</c:v>
                </c:pt>
                <c:pt idx="18898">
                  <c:v>45746.45</c:v>
                </c:pt>
                <c:pt idx="18899">
                  <c:v>45342.449305555558</c:v>
                </c:pt>
                <c:pt idx="18900">
                  <c:v>45342.445138888892</c:v>
                </c:pt>
                <c:pt idx="18901">
                  <c:v>46006.524305555547</c:v>
                </c:pt>
                <c:pt idx="18902">
                  <c:v>45299.388194444437</c:v>
                </c:pt>
                <c:pt idx="18903">
                  <c:v>45990.404166666667</c:v>
                </c:pt>
                <c:pt idx="18904">
                  <c:v>45696.383333333331</c:v>
                </c:pt>
                <c:pt idx="18905">
                  <c:v>45413.554861111108</c:v>
                </c:pt>
                <c:pt idx="18906">
                  <c:v>45369.515972222223</c:v>
                </c:pt>
                <c:pt idx="18907">
                  <c:v>45961.524305555547</c:v>
                </c:pt>
                <c:pt idx="18908">
                  <c:v>45777.565972222219</c:v>
                </c:pt>
                <c:pt idx="18909">
                  <c:v>45452.36041666667</c:v>
                </c:pt>
                <c:pt idx="18910">
                  <c:v>45944.871527777781</c:v>
                </c:pt>
                <c:pt idx="18911">
                  <c:v>45647.627083333333</c:v>
                </c:pt>
                <c:pt idx="18912">
                  <c:v>45601.338888888888</c:v>
                </c:pt>
                <c:pt idx="18913">
                  <c:v>45880.495833333327</c:v>
                </c:pt>
                <c:pt idx="18914">
                  <c:v>45827.397222222222</c:v>
                </c:pt>
                <c:pt idx="18915">
                  <c:v>45854.421527777777</c:v>
                </c:pt>
                <c:pt idx="18916">
                  <c:v>45891.365972222222</c:v>
                </c:pt>
                <c:pt idx="18917">
                  <c:v>45930.584027777782</c:v>
                </c:pt>
                <c:pt idx="18918">
                  <c:v>45442.864583333343</c:v>
                </c:pt>
                <c:pt idx="18919">
                  <c:v>45792.498611111107</c:v>
                </c:pt>
                <c:pt idx="18920">
                  <c:v>45753.429861111108</c:v>
                </c:pt>
                <c:pt idx="18921">
                  <c:v>45715.39166666667</c:v>
                </c:pt>
                <c:pt idx="18922">
                  <c:v>45636.42083333333</c:v>
                </c:pt>
                <c:pt idx="18923">
                  <c:v>45471.502083333333</c:v>
                </c:pt>
                <c:pt idx="18924">
                  <c:v>45417.463194444441</c:v>
                </c:pt>
                <c:pt idx="18925">
                  <c:v>45599.944444444453</c:v>
                </c:pt>
                <c:pt idx="18926">
                  <c:v>45322.664583333331</c:v>
                </c:pt>
                <c:pt idx="18927">
                  <c:v>45643.753472222219</c:v>
                </c:pt>
                <c:pt idx="18928">
                  <c:v>46010.995833333327</c:v>
                </c:pt>
                <c:pt idx="18929">
                  <c:v>45363.848611111112</c:v>
                </c:pt>
                <c:pt idx="18930">
                  <c:v>45741.734027777777</c:v>
                </c:pt>
                <c:pt idx="18931">
                  <c:v>45926.981944444437</c:v>
                </c:pt>
                <c:pt idx="18932">
                  <c:v>45786.740972222222</c:v>
                </c:pt>
                <c:pt idx="18933">
                  <c:v>45547.754166666673</c:v>
                </c:pt>
                <c:pt idx="18934">
                  <c:v>45967.754861111112</c:v>
                </c:pt>
                <c:pt idx="18935">
                  <c:v>45831.73333333333</c:v>
                </c:pt>
                <c:pt idx="18936">
                  <c:v>45454.765972222223</c:v>
                </c:pt>
                <c:pt idx="18937">
                  <c:v>45945.602777777778</c:v>
                </c:pt>
                <c:pt idx="18938">
                  <c:v>45861.588888888888</c:v>
                </c:pt>
                <c:pt idx="18939">
                  <c:v>45769.554861111108</c:v>
                </c:pt>
                <c:pt idx="18940">
                  <c:v>45541.527083333327</c:v>
                </c:pt>
                <c:pt idx="18941">
                  <c:v>45621.599305555559</c:v>
                </c:pt>
                <c:pt idx="18942">
                  <c:v>46009.512499999997</c:v>
                </c:pt>
                <c:pt idx="18943">
                  <c:v>45691.551388888889</c:v>
                </c:pt>
                <c:pt idx="18944">
                  <c:v>45946.417361111111</c:v>
                </c:pt>
                <c:pt idx="18945">
                  <c:v>45320.574305555558</c:v>
                </c:pt>
                <c:pt idx="18946">
                  <c:v>45393.585416666669</c:v>
                </c:pt>
                <c:pt idx="18947">
                  <c:v>45470.533333333333</c:v>
                </c:pt>
                <c:pt idx="18948">
                  <c:v>45936.695138888892</c:v>
                </c:pt>
                <c:pt idx="18949">
                  <c:v>45615.356944444437</c:v>
                </c:pt>
                <c:pt idx="18950">
                  <c:v>45910.814583333333</c:v>
                </c:pt>
                <c:pt idx="18951">
                  <c:v>45606.479861111111</c:v>
                </c:pt>
                <c:pt idx="18952">
                  <c:v>46005.454861111109</c:v>
                </c:pt>
                <c:pt idx="18953">
                  <c:v>45714.927777777782</c:v>
                </c:pt>
                <c:pt idx="18954">
                  <c:v>46017.415277777778</c:v>
                </c:pt>
                <c:pt idx="18955">
                  <c:v>45853.839583333327</c:v>
                </c:pt>
                <c:pt idx="18956">
                  <c:v>45978.870138888888</c:v>
                </c:pt>
                <c:pt idx="18957">
                  <c:v>45879.5</c:v>
                </c:pt>
                <c:pt idx="18958">
                  <c:v>45796.818749999999</c:v>
                </c:pt>
                <c:pt idx="18959">
                  <c:v>45773.990972222222</c:v>
                </c:pt>
                <c:pt idx="18960">
                  <c:v>45682.631944444453</c:v>
                </c:pt>
                <c:pt idx="18961">
                  <c:v>45627.57916666667</c:v>
                </c:pt>
                <c:pt idx="18962">
                  <c:v>45819.586805555547</c:v>
                </c:pt>
                <c:pt idx="18963">
                  <c:v>45582.845138888893</c:v>
                </c:pt>
                <c:pt idx="18964">
                  <c:v>45745.429861111108</c:v>
                </c:pt>
                <c:pt idx="18965">
                  <c:v>45638.84375</c:v>
                </c:pt>
                <c:pt idx="18966">
                  <c:v>45952.798611111109</c:v>
                </c:pt>
                <c:pt idx="18967">
                  <c:v>45401.651388888888</c:v>
                </c:pt>
                <c:pt idx="18968">
                  <c:v>45944.53402777778</c:v>
                </c:pt>
                <c:pt idx="18969">
                  <c:v>45350.92083333333</c:v>
                </c:pt>
                <c:pt idx="18970">
                  <c:v>45632.65</c:v>
                </c:pt>
                <c:pt idx="18971">
                  <c:v>45572.738194444442</c:v>
                </c:pt>
                <c:pt idx="18972">
                  <c:v>45749.769444444442</c:v>
                </c:pt>
                <c:pt idx="18973">
                  <c:v>45299.853472222218</c:v>
                </c:pt>
                <c:pt idx="18974">
                  <c:v>45891.582638888889</c:v>
                </c:pt>
                <c:pt idx="18975">
                  <c:v>45891.59097222222</c:v>
                </c:pt>
                <c:pt idx="18976">
                  <c:v>45506.90625</c:v>
                </c:pt>
                <c:pt idx="18977">
                  <c:v>45572.744444444441</c:v>
                </c:pt>
                <c:pt idx="18978">
                  <c:v>45686.529166666667</c:v>
                </c:pt>
                <c:pt idx="18979">
                  <c:v>45440.534722222219</c:v>
                </c:pt>
                <c:pt idx="18980">
                  <c:v>45755.452777777777</c:v>
                </c:pt>
                <c:pt idx="18981">
                  <c:v>45573.434027777781</c:v>
                </c:pt>
                <c:pt idx="18982">
                  <c:v>45890.513194444437</c:v>
                </c:pt>
                <c:pt idx="18983">
                  <c:v>45999.593055555553</c:v>
                </c:pt>
                <c:pt idx="18984">
                  <c:v>45814.563194444447</c:v>
                </c:pt>
                <c:pt idx="18985">
                  <c:v>45410.79791666667</c:v>
                </c:pt>
                <c:pt idx="18986">
                  <c:v>45640.396527777782</c:v>
                </c:pt>
                <c:pt idx="18987">
                  <c:v>45540.62777777778</c:v>
                </c:pt>
                <c:pt idx="18988">
                  <c:v>45379.320833333331</c:v>
                </c:pt>
                <c:pt idx="18989">
                  <c:v>45610.874305555553</c:v>
                </c:pt>
                <c:pt idx="18990">
                  <c:v>45349.220833333333</c:v>
                </c:pt>
                <c:pt idx="18991">
                  <c:v>45460.551388888889</c:v>
                </c:pt>
                <c:pt idx="18992">
                  <c:v>45302.770833333343</c:v>
                </c:pt>
                <c:pt idx="18993">
                  <c:v>45490.804861111108</c:v>
                </c:pt>
                <c:pt idx="18994">
                  <c:v>45582.768055555563</c:v>
                </c:pt>
                <c:pt idx="18995">
                  <c:v>45977.936805555553</c:v>
                </c:pt>
                <c:pt idx="18996">
                  <c:v>45699.936805555553</c:v>
                </c:pt>
                <c:pt idx="18997">
                  <c:v>45567.777083333327</c:v>
                </c:pt>
                <c:pt idx="18998">
                  <c:v>45875.62777777778</c:v>
                </c:pt>
                <c:pt idx="18999">
                  <c:v>45312.884722222218</c:v>
                </c:pt>
                <c:pt idx="19000">
                  <c:v>45418.668055555558</c:v>
                </c:pt>
                <c:pt idx="19001">
                  <c:v>45487.792361111111</c:v>
                </c:pt>
                <c:pt idx="19002">
                  <c:v>45546.840277777781</c:v>
                </c:pt>
                <c:pt idx="19003">
                  <c:v>45517.814583333333</c:v>
                </c:pt>
                <c:pt idx="19004">
                  <c:v>45404.763194444437</c:v>
                </c:pt>
                <c:pt idx="19005">
                  <c:v>45769.88958333333</c:v>
                </c:pt>
                <c:pt idx="19006">
                  <c:v>45603.522222222222</c:v>
                </c:pt>
                <c:pt idx="19007">
                  <c:v>45716.879861111112</c:v>
                </c:pt>
                <c:pt idx="19008">
                  <c:v>45330.50277777778</c:v>
                </c:pt>
                <c:pt idx="19009">
                  <c:v>45542.59652777778</c:v>
                </c:pt>
                <c:pt idx="19010">
                  <c:v>45432.537499999999</c:v>
                </c:pt>
                <c:pt idx="19011">
                  <c:v>45650.572222222218</c:v>
                </c:pt>
                <c:pt idx="19012">
                  <c:v>45650.578472222223</c:v>
                </c:pt>
                <c:pt idx="19013">
                  <c:v>45927.628472222219</c:v>
                </c:pt>
                <c:pt idx="19014">
                  <c:v>45808.549305555563</c:v>
                </c:pt>
                <c:pt idx="19015">
                  <c:v>45989.547222222223</c:v>
                </c:pt>
                <c:pt idx="19016">
                  <c:v>45351.67083333333</c:v>
                </c:pt>
                <c:pt idx="19017">
                  <c:v>45757.713888888888</c:v>
                </c:pt>
                <c:pt idx="19018">
                  <c:v>45503.679166666669</c:v>
                </c:pt>
                <c:pt idx="19019">
                  <c:v>45749.661111111112</c:v>
                </c:pt>
                <c:pt idx="19020">
                  <c:v>45657.510416666657</c:v>
                </c:pt>
                <c:pt idx="19021">
                  <c:v>45545.644444444442</c:v>
                </c:pt>
                <c:pt idx="19022">
                  <c:v>45413.700694444437</c:v>
                </c:pt>
                <c:pt idx="19023">
                  <c:v>45835.517361111109</c:v>
                </c:pt>
                <c:pt idx="19024">
                  <c:v>45943.662499999999</c:v>
                </c:pt>
                <c:pt idx="19025">
                  <c:v>45588.644444444442</c:v>
                </c:pt>
                <c:pt idx="19026">
                  <c:v>45624.861111111109</c:v>
                </c:pt>
                <c:pt idx="19027">
                  <c:v>45653.857638888891</c:v>
                </c:pt>
                <c:pt idx="19028">
                  <c:v>46021.443749999999</c:v>
                </c:pt>
                <c:pt idx="19029">
                  <c:v>45904.768055555563</c:v>
                </c:pt>
                <c:pt idx="19030">
                  <c:v>45368.765972222223</c:v>
                </c:pt>
                <c:pt idx="19031">
                  <c:v>45734.484027777777</c:v>
                </c:pt>
                <c:pt idx="19032">
                  <c:v>45517.867361111108</c:v>
                </c:pt>
                <c:pt idx="19033">
                  <c:v>45778.963194444441</c:v>
                </c:pt>
                <c:pt idx="19034">
                  <c:v>45844.963194444441</c:v>
                </c:pt>
                <c:pt idx="19035">
                  <c:v>45568.84097222222</c:v>
                </c:pt>
                <c:pt idx="19036">
                  <c:v>45376.831250000003</c:v>
                </c:pt>
                <c:pt idx="19037">
                  <c:v>45929.867361111108</c:v>
                </c:pt>
                <c:pt idx="19038">
                  <c:v>45621.810416666667</c:v>
                </c:pt>
                <c:pt idx="19039">
                  <c:v>45323.837500000001</c:v>
                </c:pt>
                <c:pt idx="19040">
                  <c:v>45607.845833333333</c:v>
                </c:pt>
                <c:pt idx="19041">
                  <c:v>45439.838888888888</c:v>
                </c:pt>
                <c:pt idx="19042">
                  <c:v>45924.984027777777</c:v>
                </c:pt>
                <c:pt idx="19043">
                  <c:v>45300.06527777778</c:v>
                </c:pt>
                <c:pt idx="19044">
                  <c:v>45459.768750000003</c:v>
                </c:pt>
                <c:pt idx="19045">
                  <c:v>45713.751388888893</c:v>
                </c:pt>
                <c:pt idx="19046">
                  <c:v>45305.818055555559</c:v>
                </c:pt>
                <c:pt idx="19047">
                  <c:v>45305.814583333333</c:v>
                </c:pt>
                <c:pt idx="19048">
                  <c:v>45391.050694444442</c:v>
                </c:pt>
                <c:pt idx="19049">
                  <c:v>45415.029861111107</c:v>
                </c:pt>
                <c:pt idx="19050">
                  <c:v>45326.78125</c:v>
                </c:pt>
                <c:pt idx="19051">
                  <c:v>45889.07708333333</c:v>
                </c:pt>
                <c:pt idx="19052">
                  <c:v>45433.676388888889</c:v>
                </c:pt>
                <c:pt idx="19053">
                  <c:v>45968.53125</c:v>
                </c:pt>
                <c:pt idx="19054">
                  <c:v>45737.507638888892</c:v>
                </c:pt>
                <c:pt idx="19055">
                  <c:v>45407.532638888893</c:v>
                </c:pt>
                <c:pt idx="19056">
                  <c:v>45673.468055555553</c:v>
                </c:pt>
                <c:pt idx="19057">
                  <c:v>45321.419444444437</c:v>
                </c:pt>
                <c:pt idx="19058">
                  <c:v>45845.518750000003</c:v>
                </c:pt>
                <c:pt idx="19059">
                  <c:v>45488.668749999997</c:v>
                </c:pt>
                <c:pt idx="19060">
                  <c:v>45599.484722222223</c:v>
                </c:pt>
                <c:pt idx="19061">
                  <c:v>45758.492361111108</c:v>
                </c:pt>
                <c:pt idx="19062">
                  <c:v>45779.51458333333</c:v>
                </c:pt>
                <c:pt idx="19063">
                  <c:v>45812.768055555563</c:v>
                </c:pt>
                <c:pt idx="19064">
                  <c:v>45970.484027777777</c:v>
                </c:pt>
                <c:pt idx="19065">
                  <c:v>45826.447222222218</c:v>
                </c:pt>
                <c:pt idx="19066">
                  <c:v>45845.814583333333</c:v>
                </c:pt>
                <c:pt idx="19067">
                  <c:v>45876.540277777778</c:v>
                </c:pt>
                <c:pt idx="19068">
                  <c:v>45432.789583333331</c:v>
                </c:pt>
                <c:pt idx="19069">
                  <c:v>45862.527777777781</c:v>
                </c:pt>
                <c:pt idx="19070">
                  <c:v>45905.630555555559</c:v>
                </c:pt>
                <c:pt idx="19071">
                  <c:v>45740.527777777781</c:v>
                </c:pt>
                <c:pt idx="19072">
                  <c:v>45686.452777777777</c:v>
                </c:pt>
                <c:pt idx="19073">
                  <c:v>45457.829861111109</c:v>
                </c:pt>
                <c:pt idx="19074">
                  <c:v>45330.730555555558</c:v>
                </c:pt>
                <c:pt idx="19075">
                  <c:v>45777.700694444437</c:v>
                </c:pt>
                <c:pt idx="19076">
                  <c:v>45367.652083333327</c:v>
                </c:pt>
                <c:pt idx="19077">
                  <c:v>45975.561111111107</c:v>
                </c:pt>
                <c:pt idx="19078">
                  <c:v>45811.438888888893</c:v>
                </c:pt>
                <c:pt idx="19079">
                  <c:v>45840.754166666673</c:v>
                </c:pt>
                <c:pt idx="19080">
                  <c:v>45395.644444444442</c:v>
                </c:pt>
                <c:pt idx="19081">
                  <c:v>45869.6875</c:v>
                </c:pt>
                <c:pt idx="19082">
                  <c:v>45519.679166666669</c:v>
                </c:pt>
                <c:pt idx="19083">
                  <c:v>45635.447916666657</c:v>
                </c:pt>
                <c:pt idx="19084">
                  <c:v>46018.463194444441</c:v>
                </c:pt>
                <c:pt idx="19085">
                  <c:v>45797.456944444442</c:v>
                </c:pt>
                <c:pt idx="19086">
                  <c:v>45847.557638888888</c:v>
                </c:pt>
                <c:pt idx="19087">
                  <c:v>45625.37222222222</c:v>
                </c:pt>
                <c:pt idx="19088">
                  <c:v>45960.477777777778</c:v>
                </c:pt>
                <c:pt idx="19089">
                  <c:v>45713.902083333327</c:v>
                </c:pt>
                <c:pt idx="19090">
                  <c:v>45936.438194444447</c:v>
                </c:pt>
                <c:pt idx="19091">
                  <c:v>45998.436805555553</c:v>
                </c:pt>
                <c:pt idx="19092">
                  <c:v>45904.424305555563</c:v>
                </c:pt>
                <c:pt idx="19093">
                  <c:v>45538.86041666667</c:v>
                </c:pt>
                <c:pt idx="19094">
                  <c:v>45335.40347222222</c:v>
                </c:pt>
                <c:pt idx="19095">
                  <c:v>45750.55</c:v>
                </c:pt>
                <c:pt idx="19096">
                  <c:v>45326.513194444437</c:v>
                </c:pt>
                <c:pt idx="19097">
                  <c:v>45874.306250000001</c:v>
                </c:pt>
                <c:pt idx="19098">
                  <c:v>45859.502083333333</c:v>
                </c:pt>
                <c:pt idx="19099">
                  <c:v>45812.305555555547</c:v>
                </c:pt>
                <c:pt idx="19100">
                  <c:v>45583.593055555553</c:v>
                </c:pt>
                <c:pt idx="19101">
                  <c:v>45663.392361111109</c:v>
                </c:pt>
                <c:pt idx="19102">
                  <c:v>45504.395138888889</c:v>
                </c:pt>
                <c:pt idx="19103">
                  <c:v>45434.619444444441</c:v>
                </c:pt>
                <c:pt idx="19104">
                  <c:v>45902.586111111108</c:v>
                </c:pt>
                <c:pt idx="19105">
                  <c:v>45614.427777777782</c:v>
                </c:pt>
                <c:pt idx="19106">
                  <c:v>45974.551388888889</c:v>
                </c:pt>
                <c:pt idx="19107">
                  <c:v>45358.578472222223</c:v>
                </c:pt>
                <c:pt idx="19108">
                  <c:v>45736.574305555558</c:v>
                </c:pt>
                <c:pt idx="19109">
                  <c:v>45818.602083333331</c:v>
                </c:pt>
                <c:pt idx="19110">
                  <c:v>45797.35</c:v>
                </c:pt>
                <c:pt idx="19111">
                  <c:v>45689.355555555558</c:v>
                </c:pt>
                <c:pt idx="19112">
                  <c:v>45745.380555555559</c:v>
                </c:pt>
                <c:pt idx="19113">
                  <c:v>45862.296527777777</c:v>
                </c:pt>
                <c:pt idx="19114">
                  <c:v>45372.39166666667</c:v>
                </c:pt>
                <c:pt idx="19115">
                  <c:v>45646.265972222223</c:v>
                </c:pt>
                <c:pt idx="19116">
                  <c:v>45538.339583333327</c:v>
                </c:pt>
                <c:pt idx="19117">
                  <c:v>46015.308333333327</c:v>
                </c:pt>
                <c:pt idx="19118">
                  <c:v>45418.302777777782</c:v>
                </c:pt>
                <c:pt idx="19119">
                  <c:v>45590.269444444442</c:v>
                </c:pt>
                <c:pt idx="19120">
                  <c:v>45987.35</c:v>
                </c:pt>
                <c:pt idx="19121">
                  <c:v>45939.40347222222</c:v>
                </c:pt>
                <c:pt idx="19122">
                  <c:v>45357.435416666667</c:v>
                </c:pt>
                <c:pt idx="19123">
                  <c:v>45447.438194444447</c:v>
                </c:pt>
                <c:pt idx="19124">
                  <c:v>45475.52847222222</c:v>
                </c:pt>
                <c:pt idx="19125">
                  <c:v>45348.481944444437</c:v>
                </c:pt>
                <c:pt idx="19126">
                  <c:v>45902.416666666657</c:v>
                </c:pt>
                <c:pt idx="19127">
                  <c:v>45618.361111111109</c:v>
                </c:pt>
                <c:pt idx="19128">
                  <c:v>45893.510416666657</c:v>
                </c:pt>
                <c:pt idx="19129">
                  <c:v>45790.444444444453</c:v>
                </c:pt>
                <c:pt idx="19130">
                  <c:v>45954.707638888889</c:v>
                </c:pt>
                <c:pt idx="19131">
                  <c:v>45728.890972222223</c:v>
                </c:pt>
                <c:pt idx="19132">
                  <c:v>45537.402083333327</c:v>
                </c:pt>
                <c:pt idx="19133">
                  <c:v>45662.908333333333</c:v>
                </c:pt>
                <c:pt idx="19134">
                  <c:v>45617.327777777777</c:v>
                </c:pt>
                <c:pt idx="19135">
                  <c:v>45576.538194444453</c:v>
                </c:pt>
                <c:pt idx="19136">
                  <c:v>45471.415972222218</c:v>
                </c:pt>
                <c:pt idx="19137">
                  <c:v>45419.5</c:v>
                </c:pt>
                <c:pt idx="19138">
                  <c:v>45395.397916666669</c:v>
                </c:pt>
                <c:pt idx="19139">
                  <c:v>45433.704861111109</c:v>
                </c:pt>
                <c:pt idx="19140">
                  <c:v>45349.40347222222</c:v>
                </c:pt>
                <c:pt idx="19141">
                  <c:v>45893.902777777781</c:v>
                </c:pt>
                <c:pt idx="19142">
                  <c:v>45446.825694444437</c:v>
                </c:pt>
                <c:pt idx="19143">
                  <c:v>45335.52847222222</c:v>
                </c:pt>
                <c:pt idx="19144">
                  <c:v>45725.637499999997</c:v>
                </c:pt>
                <c:pt idx="19145">
                  <c:v>45470.956944444442</c:v>
                </c:pt>
                <c:pt idx="19146">
                  <c:v>45526.633333333331</c:v>
                </c:pt>
                <c:pt idx="19147">
                  <c:v>45755.876388888893</c:v>
                </c:pt>
                <c:pt idx="19148">
                  <c:v>45830.96875</c:v>
                </c:pt>
                <c:pt idx="19149">
                  <c:v>45411.40902777778</c:v>
                </c:pt>
                <c:pt idx="19150">
                  <c:v>45571.478472222218</c:v>
                </c:pt>
                <c:pt idx="19151">
                  <c:v>45659.354166666657</c:v>
                </c:pt>
                <c:pt idx="19152">
                  <c:v>45926.62777777778</c:v>
                </c:pt>
                <c:pt idx="19153">
                  <c:v>45470.338888888888</c:v>
                </c:pt>
                <c:pt idx="19154">
                  <c:v>45818.779861111107</c:v>
                </c:pt>
                <c:pt idx="19155">
                  <c:v>45546.814583333333</c:v>
                </c:pt>
                <c:pt idx="19156">
                  <c:v>45358.703472222223</c:v>
                </c:pt>
                <c:pt idx="19157">
                  <c:v>45358.293055555558</c:v>
                </c:pt>
                <c:pt idx="19158">
                  <c:v>45929.45416666667</c:v>
                </c:pt>
                <c:pt idx="19159">
                  <c:v>45712.328472222223</c:v>
                </c:pt>
                <c:pt idx="19160">
                  <c:v>45661.472916666673</c:v>
                </c:pt>
                <c:pt idx="19161">
                  <c:v>45971.792361111111</c:v>
                </c:pt>
                <c:pt idx="19162">
                  <c:v>45383.791666666657</c:v>
                </c:pt>
                <c:pt idx="19163">
                  <c:v>45887.676388888889</c:v>
                </c:pt>
                <c:pt idx="19164">
                  <c:v>45814.556944444441</c:v>
                </c:pt>
                <c:pt idx="19165">
                  <c:v>45486.834027777782</c:v>
                </c:pt>
                <c:pt idx="19166">
                  <c:v>45456.498611111107</c:v>
                </c:pt>
                <c:pt idx="19167">
                  <c:v>45667.738888888889</c:v>
                </c:pt>
                <c:pt idx="19168">
                  <c:v>45737.728472222218</c:v>
                </c:pt>
                <c:pt idx="19169">
                  <c:v>45321.583333333343</c:v>
                </c:pt>
                <c:pt idx="19170">
                  <c:v>45554.772222222222</c:v>
                </c:pt>
                <c:pt idx="19171">
                  <c:v>45966.824999999997</c:v>
                </c:pt>
                <c:pt idx="19172">
                  <c:v>45652.163194444453</c:v>
                </c:pt>
                <c:pt idx="19173">
                  <c:v>45581.350694444453</c:v>
                </c:pt>
                <c:pt idx="19174">
                  <c:v>45865.838888888888</c:v>
                </c:pt>
                <c:pt idx="19175">
                  <c:v>45343.888194444437</c:v>
                </c:pt>
                <c:pt idx="19176">
                  <c:v>45322.465277777781</c:v>
                </c:pt>
                <c:pt idx="19177">
                  <c:v>45670.650694444441</c:v>
                </c:pt>
                <c:pt idx="19178">
                  <c:v>45624.822222222218</c:v>
                </c:pt>
                <c:pt idx="19179">
                  <c:v>45645.31527777778</c:v>
                </c:pt>
                <c:pt idx="19180">
                  <c:v>45741.887499999997</c:v>
                </c:pt>
                <c:pt idx="19181">
                  <c:v>45409.352083333331</c:v>
                </c:pt>
                <c:pt idx="19182">
                  <c:v>45606.564583333333</c:v>
                </c:pt>
                <c:pt idx="19183">
                  <c:v>45712.76458333333</c:v>
                </c:pt>
                <c:pt idx="19184">
                  <c:v>45550.706250000003</c:v>
                </c:pt>
                <c:pt idx="19185">
                  <c:v>45839.823611111111</c:v>
                </c:pt>
                <c:pt idx="19186">
                  <c:v>45294.740277777782</c:v>
                </c:pt>
                <c:pt idx="19187">
                  <c:v>45454.780555555553</c:v>
                </c:pt>
                <c:pt idx="19188">
                  <c:v>45537.736111111109</c:v>
                </c:pt>
                <c:pt idx="19189">
                  <c:v>45485.818055555559</c:v>
                </c:pt>
                <c:pt idx="19190">
                  <c:v>45657.744444444441</c:v>
                </c:pt>
                <c:pt idx="19191">
                  <c:v>45889.754861111112</c:v>
                </c:pt>
                <c:pt idx="19192">
                  <c:v>45889.754861111112</c:v>
                </c:pt>
                <c:pt idx="19193">
                  <c:v>45705.7</c:v>
                </c:pt>
                <c:pt idx="19194">
                  <c:v>45332.665972222218</c:v>
                </c:pt>
                <c:pt idx="19195">
                  <c:v>45705.7</c:v>
                </c:pt>
                <c:pt idx="19196">
                  <c:v>45485.818055555559</c:v>
                </c:pt>
                <c:pt idx="19197">
                  <c:v>45939.739583333343</c:v>
                </c:pt>
                <c:pt idx="19198">
                  <c:v>45416.732638888891</c:v>
                </c:pt>
                <c:pt idx="19199">
                  <c:v>45939.739583333343</c:v>
                </c:pt>
                <c:pt idx="19200">
                  <c:v>45416.732638888891</c:v>
                </c:pt>
                <c:pt idx="19201">
                  <c:v>45591.712500000001</c:v>
                </c:pt>
                <c:pt idx="19202">
                  <c:v>45657.744444444441</c:v>
                </c:pt>
                <c:pt idx="19203">
                  <c:v>45591.712500000001</c:v>
                </c:pt>
                <c:pt idx="19204">
                  <c:v>45374.613888888889</c:v>
                </c:pt>
                <c:pt idx="19205">
                  <c:v>45989.729166666657</c:v>
                </c:pt>
                <c:pt idx="19206">
                  <c:v>45989.729166666657</c:v>
                </c:pt>
                <c:pt idx="19207">
                  <c:v>45768.818749999999</c:v>
                </c:pt>
                <c:pt idx="19208">
                  <c:v>45824.818749999999</c:v>
                </c:pt>
                <c:pt idx="19209">
                  <c:v>45454.780555555553</c:v>
                </c:pt>
                <c:pt idx="19210">
                  <c:v>45958.57708333333</c:v>
                </c:pt>
                <c:pt idx="19211">
                  <c:v>45374.613888888889</c:v>
                </c:pt>
                <c:pt idx="19212">
                  <c:v>45294.740277777782</c:v>
                </c:pt>
                <c:pt idx="19213">
                  <c:v>45958.57708333333</c:v>
                </c:pt>
                <c:pt idx="19214">
                  <c:v>45768.818749999999</c:v>
                </c:pt>
                <c:pt idx="19215">
                  <c:v>45537.736111111109</c:v>
                </c:pt>
                <c:pt idx="19216">
                  <c:v>45332.665972222218</c:v>
                </c:pt>
                <c:pt idx="19217">
                  <c:v>45824.818749999999</c:v>
                </c:pt>
                <c:pt idx="19218">
                  <c:v>45849.645833333343</c:v>
                </c:pt>
                <c:pt idx="19219">
                  <c:v>45849.645833333343</c:v>
                </c:pt>
                <c:pt idx="19220">
                  <c:v>45520.772222222222</c:v>
                </c:pt>
                <c:pt idx="19221">
                  <c:v>45816.638888888891</c:v>
                </c:pt>
                <c:pt idx="19222">
                  <c:v>45736.396527777782</c:v>
                </c:pt>
                <c:pt idx="19223">
                  <c:v>45844.612500000003</c:v>
                </c:pt>
                <c:pt idx="19224">
                  <c:v>45654.804166666669</c:v>
                </c:pt>
                <c:pt idx="19225">
                  <c:v>45627.43472222222</c:v>
                </c:pt>
                <c:pt idx="19226">
                  <c:v>45472.021527777782</c:v>
                </c:pt>
                <c:pt idx="19227">
                  <c:v>45595.561805555553</c:v>
                </c:pt>
                <c:pt idx="19228">
                  <c:v>45494.961111111108</c:v>
                </c:pt>
                <c:pt idx="19229">
                  <c:v>45957.152777777781</c:v>
                </c:pt>
                <c:pt idx="19230">
                  <c:v>45551.413888888892</c:v>
                </c:pt>
                <c:pt idx="19231">
                  <c:v>45916.138888888891</c:v>
                </c:pt>
                <c:pt idx="19232">
                  <c:v>45444.922222222223</c:v>
                </c:pt>
                <c:pt idx="19233">
                  <c:v>45776.801388888889</c:v>
                </c:pt>
                <c:pt idx="19234">
                  <c:v>45577.406944444447</c:v>
                </c:pt>
                <c:pt idx="19235">
                  <c:v>45968.82708333333</c:v>
                </c:pt>
                <c:pt idx="19236">
                  <c:v>45594.834722222222</c:v>
                </c:pt>
                <c:pt idx="19237">
                  <c:v>45577.406944444447</c:v>
                </c:pt>
                <c:pt idx="19238">
                  <c:v>45667.692361111112</c:v>
                </c:pt>
                <c:pt idx="19239">
                  <c:v>45667.692361111112</c:v>
                </c:pt>
                <c:pt idx="19240">
                  <c:v>45838.552083333343</c:v>
                </c:pt>
                <c:pt idx="19241">
                  <c:v>45968.82708333333</c:v>
                </c:pt>
                <c:pt idx="19242">
                  <c:v>45594.834722222222</c:v>
                </c:pt>
                <c:pt idx="19243">
                  <c:v>45396.415972222218</c:v>
                </c:pt>
                <c:pt idx="19244">
                  <c:v>45620.825694444437</c:v>
                </c:pt>
                <c:pt idx="19245">
                  <c:v>45841.435416666667</c:v>
                </c:pt>
                <c:pt idx="19246">
                  <c:v>45823.419444444437</c:v>
                </c:pt>
                <c:pt idx="19247">
                  <c:v>45823.419444444437</c:v>
                </c:pt>
                <c:pt idx="19248">
                  <c:v>45841.435416666667</c:v>
                </c:pt>
                <c:pt idx="19249">
                  <c:v>45309.425694444442</c:v>
                </c:pt>
                <c:pt idx="19250">
                  <c:v>45309.425694444442</c:v>
                </c:pt>
                <c:pt idx="19251">
                  <c:v>45396.415972222218</c:v>
                </c:pt>
                <c:pt idx="19252">
                  <c:v>45926.411805555559</c:v>
                </c:pt>
                <c:pt idx="19253">
                  <c:v>45926.411805555559</c:v>
                </c:pt>
                <c:pt idx="19254">
                  <c:v>45338.697916666657</c:v>
                </c:pt>
                <c:pt idx="19255">
                  <c:v>45889.42083333333</c:v>
                </c:pt>
                <c:pt idx="19256">
                  <c:v>45889.42083333333</c:v>
                </c:pt>
                <c:pt idx="19257">
                  <c:v>45679.908333333333</c:v>
                </c:pt>
                <c:pt idx="19258">
                  <c:v>45679.908333333333</c:v>
                </c:pt>
                <c:pt idx="19259">
                  <c:v>45338.697916666657</c:v>
                </c:pt>
                <c:pt idx="19260">
                  <c:v>45620.825694444437</c:v>
                </c:pt>
                <c:pt idx="19261">
                  <c:v>45838.552083333343</c:v>
                </c:pt>
                <c:pt idx="19262">
                  <c:v>45640.593055555553</c:v>
                </c:pt>
                <c:pt idx="19263">
                  <c:v>45640.593055555553</c:v>
                </c:pt>
                <c:pt idx="19264">
                  <c:v>45321.875</c:v>
                </c:pt>
                <c:pt idx="19265">
                  <c:v>45321.875</c:v>
                </c:pt>
                <c:pt idx="19266">
                  <c:v>45640.600694444453</c:v>
                </c:pt>
                <c:pt idx="19267">
                  <c:v>45640.600694444453</c:v>
                </c:pt>
                <c:pt idx="19268">
                  <c:v>45895.433333333327</c:v>
                </c:pt>
                <c:pt idx="19269">
                  <c:v>45748.743750000001</c:v>
                </c:pt>
                <c:pt idx="19270">
                  <c:v>45811.538888888892</c:v>
                </c:pt>
                <c:pt idx="19271">
                  <c:v>45960.529166666667</c:v>
                </c:pt>
                <c:pt idx="19272">
                  <c:v>45868.679166666669</c:v>
                </c:pt>
                <c:pt idx="19273">
                  <c:v>46023.457638888889</c:v>
                </c:pt>
                <c:pt idx="19274">
                  <c:v>45908.506944444453</c:v>
                </c:pt>
                <c:pt idx="19275">
                  <c:v>45841.576388888891</c:v>
                </c:pt>
                <c:pt idx="19276">
                  <c:v>45783.64166666667</c:v>
                </c:pt>
                <c:pt idx="19277">
                  <c:v>45717.683333333327</c:v>
                </c:pt>
                <c:pt idx="19278">
                  <c:v>45992.932638888888</c:v>
                </c:pt>
                <c:pt idx="19279">
                  <c:v>45930.597222222219</c:v>
                </c:pt>
                <c:pt idx="19280">
                  <c:v>45766.563888888893</c:v>
                </c:pt>
                <c:pt idx="19281">
                  <c:v>45689.756249999999</c:v>
                </c:pt>
                <c:pt idx="19282">
                  <c:v>45760.512499999997</c:v>
                </c:pt>
                <c:pt idx="19283">
                  <c:v>45522.60833333333</c:v>
                </c:pt>
                <c:pt idx="19284">
                  <c:v>45321.788888888892</c:v>
                </c:pt>
                <c:pt idx="19285">
                  <c:v>45544.211111111108</c:v>
                </c:pt>
                <c:pt idx="19286">
                  <c:v>45349.738194444442</c:v>
                </c:pt>
                <c:pt idx="19287">
                  <c:v>45369.479166666657</c:v>
                </c:pt>
                <c:pt idx="19288">
                  <c:v>45412.75277777778</c:v>
                </c:pt>
                <c:pt idx="19289">
                  <c:v>45844.756249999999</c:v>
                </c:pt>
                <c:pt idx="19290">
                  <c:v>45372.359027777777</c:v>
                </c:pt>
                <c:pt idx="19291">
                  <c:v>45615.478472222218</c:v>
                </c:pt>
                <c:pt idx="19292">
                  <c:v>45989.73541666667</c:v>
                </c:pt>
                <c:pt idx="19293">
                  <c:v>45483.509722222218</c:v>
                </c:pt>
                <c:pt idx="19294">
                  <c:v>45660.397222222222</c:v>
                </c:pt>
                <c:pt idx="19295">
                  <c:v>45761.442361111112</c:v>
                </c:pt>
                <c:pt idx="19296">
                  <c:v>45743.658333333333</c:v>
                </c:pt>
                <c:pt idx="19297">
                  <c:v>45551.397916666669</c:v>
                </c:pt>
                <c:pt idx="19298">
                  <c:v>45811.61041666667</c:v>
                </c:pt>
                <c:pt idx="19299">
                  <c:v>45893.454861111109</c:v>
                </c:pt>
                <c:pt idx="19300">
                  <c:v>45761.682638888888</c:v>
                </c:pt>
                <c:pt idx="19301">
                  <c:v>45874.51666666667</c:v>
                </c:pt>
                <c:pt idx="19302">
                  <c:v>46022.481944444437</c:v>
                </c:pt>
                <c:pt idx="19303">
                  <c:v>45987.577777777777</c:v>
                </c:pt>
                <c:pt idx="19304">
                  <c:v>45922.459027777782</c:v>
                </c:pt>
                <c:pt idx="19305">
                  <c:v>45937.560416666667</c:v>
                </c:pt>
                <c:pt idx="19306">
                  <c:v>45959.6</c:v>
                </c:pt>
                <c:pt idx="19307">
                  <c:v>45673.524305555547</c:v>
                </c:pt>
                <c:pt idx="19308">
                  <c:v>45608.498611111107</c:v>
                </c:pt>
                <c:pt idx="19309">
                  <c:v>45659.602083333331</c:v>
                </c:pt>
                <c:pt idx="19310">
                  <c:v>45922.456944444442</c:v>
                </c:pt>
                <c:pt idx="19311">
                  <c:v>45593.433333333327</c:v>
                </c:pt>
                <c:pt idx="19312">
                  <c:v>45636.890972222223</c:v>
                </c:pt>
                <c:pt idx="19313">
                  <c:v>45775.366666666669</c:v>
                </c:pt>
                <c:pt idx="19314">
                  <c:v>45712.290277777778</c:v>
                </c:pt>
                <c:pt idx="19315">
                  <c:v>45839.425000000003</c:v>
                </c:pt>
                <c:pt idx="19316">
                  <c:v>45644.890277777777</c:v>
                </c:pt>
                <c:pt idx="19317">
                  <c:v>46012.927777777782</c:v>
                </c:pt>
                <c:pt idx="19318">
                  <c:v>45593.422222222223</c:v>
                </c:pt>
                <c:pt idx="19319">
                  <c:v>46000.356944444437</c:v>
                </c:pt>
                <c:pt idx="19320">
                  <c:v>45691.351388888892</c:v>
                </c:pt>
                <c:pt idx="19321">
                  <c:v>45568.980555555558</c:v>
                </c:pt>
                <c:pt idx="19322">
                  <c:v>45721.414583333331</c:v>
                </c:pt>
                <c:pt idx="19323">
                  <c:v>45908.633333333331</c:v>
                </c:pt>
                <c:pt idx="19324">
                  <c:v>45734.386111111111</c:v>
                </c:pt>
                <c:pt idx="19325">
                  <c:v>45579.509722222218</c:v>
                </c:pt>
                <c:pt idx="19326">
                  <c:v>45860.745833333327</c:v>
                </c:pt>
                <c:pt idx="19327">
                  <c:v>45972.518750000003</c:v>
                </c:pt>
                <c:pt idx="19328">
                  <c:v>45790.504861111112</c:v>
                </c:pt>
                <c:pt idx="19329">
                  <c:v>45555.457638888889</c:v>
                </c:pt>
                <c:pt idx="19330">
                  <c:v>45685.579861111109</c:v>
                </c:pt>
                <c:pt idx="19331">
                  <c:v>45555.459027777782</c:v>
                </c:pt>
                <c:pt idx="19332">
                  <c:v>45811.530555555553</c:v>
                </c:pt>
                <c:pt idx="19333">
                  <c:v>45663.632638888892</c:v>
                </c:pt>
                <c:pt idx="19334">
                  <c:v>45408.452777777777</c:v>
                </c:pt>
                <c:pt idx="19335">
                  <c:v>45785.462500000001</c:v>
                </c:pt>
                <c:pt idx="19336">
                  <c:v>45852.438888888893</c:v>
                </c:pt>
                <c:pt idx="19337">
                  <c:v>45638.525000000001</c:v>
                </c:pt>
                <c:pt idx="19338">
                  <c:v>45331.484722222223</c:v>
                </c:pt>
                <c:pt idx="19339">
                  <c:v>45453.444444444453</c:v>
                </c:pt>
                <c:pt idx="19340">
                  <c:v>45488.355555555558</c:v>
                </c:pt>
                <c:pt idx="19341">
                  <c:v>45709.411805555559</c:v>
                </c:pt>
                <c:pt idx="19342">
                  <c:v>45455.760416666657</c:v>
                </c:pt>
                <c:pt idx="19343">
                  <c:v>45520.644444444442</c:v>
                </c:pt>
                <c:pt idx="19344">
                  <c:v>45928.720833333333</c:v>
                </c:pt>
                <c:pt idx="19345">
                  <c:v>45893.643750000003</c:v>
                </c:pt>
                <c:pt idx="19346">
                  <c:v>45733.630555555559</c:v>
                </c:pt>
                <c:pt idx="19347">
                  <c:v>45596.701388888891</c:v>
                </c:pt>
                <c:pt idx="19348">
                  <c:v>45377.593055555553</c:v>
                </c:pt>
                <c:pt idx="19349">
                  <c:v>45294.57708333333</c:v>
                </c:pt>
                <c:pt idx="19350">
                  <c:v>45972.522222222222</c:v>
                </c:pt>
                <c:pt idx="19351">
                  <c:v>46002.67083333333</c:v>
                </c:pt>
                <c:pt idx="19352">
                  <c:v>45558.666666666657</c:v>
                </c:pt>
                <c:pt idx="19353">
                  <c:v>45564.886111111111</c:v>
                </c:pt>
                <c:pt idx="19354">
                  <c:v>45315.913888888892</c:v>
                </c:pt>
                <c:pt idx="19355">
                  <c:v>45818.658333333333</c:v>
                </c:pt>
                <c:pt idx="19356">
                  <c:v>45989.950694444437</c:v>
                </c:pt>
                <c:pt idx="19357">
                  <c:v>45922.102083333331</c:v>
                </c:pt>
                <c:pt idx="19358">
                  <c:v>45628.186111111107</c:v>
                </c:pt>
                <c:pt idx="19359">
                  <c:v>45876.913194444453</c:v>
                </c:pt>
                <c:pt idx="19360">
                  <c:v>46017.539583333331</c:v>
                </c:pt>
                <c:pt idx="19361">
                  <c:v>45375.880555555559</c:v>
                </c:pt>
                <c:pt idx="19362">
                  <c:v>45802.984027777777</c:v>
                </c:pt>
                <c:pt idx="19363">
                  <c:v>45829.987500000003</c:v>
                </c:pt>
                <c:pt idx="19364">
                  <c:v>45598.775694444441</c:v>
                </c:pt>
                <c:pt idx="19365">
                  <c:v>45724.959722222222</c:v>
                </c:pt>
                <c:pt idx="19366">
                  <c:v>45466.999305555553</c:v>
                </c:pt>
                <c:pt idx="19367">
                  <c:v>45690.765972222223</c:v>
                </c:pt>
                <c:pt idx="19368">
                  <c:v>45992.431250000001</c:v>
                </c:pt>
                <c:pt idx="19369">
                  <c:v>45751.623611111107</c:v>
                </c:pt>
                <c:pt idx="19370">
                  <c:v>45354.680555555547</c:v>
                </c:pt>
                <c:pt idx="19371">
                  <c:v>45419.563194444447</c:v>
                </c:pt>
                <c:pt idx="19372">
                  <c:v>45565.634027777778</c:v>
                </c:pt>
                <c:pt idx="19373">
                  <c:v>45799.612500000003</c:v>
                </c:pt>
                <c:pt idx="19374">
                  <c:v>45906.702777777777</c:v>
                </c:pt>
                <c:pt idx="19375">
                  <c:v>45624.513194444437</c:v>
                </c:pt>
                <c:pt idx="19376">
                  <c:v>45753.574999999997</c:v>
                </c:pt>
                <c:pt idx="19377">
                  <c:v>45881.906944444447</c:v>
                </c:pt>
                <c:pt idx="19378">
                  <c:v>45460.928472222222</c:v>
                </c:pt>
                <c:pt idx="19379">
                  <c:v>45302.594444444447</c:v>
                </c:pt>
                <c:pt idx="19380">
                  <c:v>45405.606944444437</c:v>
                </c:pt>
                <c:pt idx="19381">
                  <c:v>45664.624305555553</c:v>
                </c:pt>
                <c:pt idx="19382">
                  <c:v>45607.582638888889</c:v>
                </c:pt>
                <c:pt idx="19383">
                  <c:v>45794.388194444437</c:v>
                </c:pt>
                <c:pt idx="19384">
                  <c:v>45941.849305555559</c:v>
                </c:pt>
                <c:pt idx="19385">
                  <c:v>45752.855555555558</c:v>
                </c:pt>
                <c:pt idx="19386">
                  <c:v>45832.522916666669</c:v>
                </c:pt>
                <c:pt idx="19387">
                  <c:v>45800.427777777782</c:v>
                </c:pt>
                <c:pt idx="19388">
                  <c:v>45969.708333333343</c:v>
                </c:pt>
                <c:pt idx="19389">
                  <c:v>45871.400694444441</c:v>
                </c:pt>
                <c:pt idx="19390">
                  <c:v>45368.61041666667</c:v>
                </c:pt>
                <c:pt idx="19391">
                  <c:v>45514.634027777778</c:v>
                </c:pt>
                <c:pt idx="19392">
                  <c:v>45390.12777777778</c:v>
                </c:pt>
                <c:pt idx="19393">
                  <c:v>45423.427083333343</c:v>
                </c:pt>
                <c:pt idx="19394">
                  <c:v>45412.6</c:v>
                </c:pt>
                <c:pt idx="19395">
                  <c:v>46016.770833333343</c:v>
                </c:pt>
                <c:pt idx="19396">
                  <c:v>45922.90625</c:v>
                </c:pt>
                <c:pt idx="19397">
                  <c:v>45945.574305555558</c:v>
                </c:pt>
                <c:pt idx="19398">
                  <c:v>45784.917361111111</c:v>
                </c:pt>
                <c:pt idx="19399">
                  <c:v>45809.963194444441</c:v>
                </c:pt>
                <c:pt idx="19400">
                  <c:v>45908.707638888889</c:v>
                </c:pt>
                <c:pt idx="19401">
                  <c:v>45454.597916666673</c:v>
                </c:pt>
                <c:pt idx="19402">
                  <c:v>45330.427777777782</c:v>
                </c:pt>
                <c:pt idx="19403">
                  <c:v>45358.1875</c:v>
                </c:pt>
                <c:pt idx="19404">
                  <c:v>45822.868055555547</c:v>
                </c:pt>
                <c:pt idx="19405">
                  <c:v>45776.572222222218</c:v>
                </c:pt>
                <c:pt idx="19406">
                  <c:v>45895.447916666657</c:v>
                </c:pt>
                <c:pt idx="19407">
                  <c:v>45842.788888888892</c:v>
                </c:pt>
                <c:pt idx="19408">
                  <c:v>45923.458333333343</c:v>
                </c:pt>
                <c:pt idx="19409">
                  <c:v>45797.685416666667</c:v>
                </c:pt>
                <c:pt idx="19410">
                  <c:v>45991.863888888889</c:v>
                </c:pt>
                <c:pt idx="19411">
                  <c:v>45964.748611111107</c:v>
                </c:pt>
                <c:pt idx="19412">
                  <c:v>45707.755555555559</c:v>
                </c:pt>
                <c:pt idx="19413">
                  <c:v>45722.445138888892</c:v>
                </c:pt>
                <c:pt idx="19414">
                  <c:v>45691.749305555553</c:v>
                </c:pt>
                <c:pt idx="19415">
                  <c:v>45748.45</c:v>
                </c:pt>
                <c:pt idx="19416">
                  <c:v>46013.722916666673</c:v>
                </c:pt>
                <c:pt idx="19417">
                  <c:v>45678.573611111111</c:v>
                </c:pt>
                <c:pt idx="19418">
                  <c:v>45523.025694444441</c:v>
                </c:pt>
                <c:pt idx="19419">
                  <c:v>45722.897916666669</c:v>
                </c:pt>
                <c:pt idx="19420">
                  <c:v>45662.750694444447</c:v>
                </c:pt>
                <c:pt idx="19421">
                  <c:v>45949.890972222223</c:v>
                </c:pt>
                <c:pt idx="19422">
                  <c:v>45937.973611111112</c:v>
                </c:pt>
                <c:pt idx="19423">
                  <c:v>45534.543749999997</c:v>
                </c:pt>
                <c:pt idx="19424">
                  <c:v>45634.71875</c:v>
                </c:pt>
                <c:pt idx="19425">
                  <c:v>45740.640277777777</c:v>
                </c:pt>
                <c:pt idx="19426">
                  <c:v>45399.679861111108</c:v>
                </c:pt>
                <c:pt idx="19427">
                  <c:v>45962.161805555559</c:v>
                </c:pt>
                <c:pt idx="19428">
                  <c:v>46021.72152777778</c:v>
                </c:pt>
                <c:pt idx="19429">
                  <c:v>45425.925694444442</c:v>
                </c:pt>
                <c:pt idx="19430">
                  <c:v>45914.551388888889</c:v>
                </c:pt>
                <c:pt idx="19431">
                  <c:v>45607.686111111107</c:v>
                </c:pt>
                <c:pt idx="19432">
                  <c:v>45308.914583333331</c:v>
                </c:pt>
                <c:pt idx="19433">
                  <c:v>45700.61041666667</c:v>
                </c:pt>
                <c:pt idx="19434">
                  <c:v>45814.688888888893</c:v>
                </c:pt>
                <c:pt idx="19435">
                  <c:v>45900.665277777778</c:v>
                </c:pt>
                <c:pt idx="19436">
                  <c:v>45715.600694444453</c:v>
                </c:pt>
                <c:pt idx="19437">
                  <c:v>45800.81527777778</c:v>
                </c:pt>
                <c:pt idx="19438">
                  <c:v>46009.622916666667</c:v>
                </c:pt>
                <c:pt idx="19439">
                  <c:v>45886.659722222219</c:v>
                </c:pt>
                <c:pt idx="19440">
                  <c:v>45844.866666666669</c:v>
                </c:pt>
                <c:pt idx="19441">
                  <c:v>45974.601388888892</c:v>
                </c:pt>
                <c:pt idx="19442">
                  <c:v>45784.509027777778</c:v>
                </c:pt>
                <c:pt idx="19443">
                  <c:v>45765.655555555553</c:v>
                </c:pt>
                <c:pt idx="19444">
                  <c:v>45997.112500000003</c:v>
                </c:pt>
                <c:pt idx="19445">
                  <c:v>45666.60833333333</c:v>
                </c:pt>
                <c:pt idx="19446">
                  <c:v>45925.967361111107</c:v>
                </c:pt>
                <c:pt idx="19447">
                  <c:v>45756.555555555547</c:v>
                </c:pt>
                <c:pt idx="19448">
                  <c:v>45873.597916666673</c:v>
                </c:pt>
                <c:pt idx="19449">
                  <c:v>45859.495138888888</c:v>
                </c:pt>
                <c:pt idx="19450">
                  <c:v>45357.425000000003</c:v>
                </c:pt>
                <c:pt idx="19451">
                  <c:v>45986.686111111107</c:v>
                </c:pt>
                <c:pt idx="19452">
                  <c:v>45935.651388888888</c:v>
                </c:pt>
                <c:pt idx="19453">
                  <c:v>45691.877083333333</c:v>
                </c:pt>
                <c:pt idx="19454">
                  <c:v>45987.705555555563</c:v>
                </c:pt>
                <c:pt idx="19455">
                  <c:v>45598.670138888891</c:v>
                </c:pt>
                <c:pt idx="19456">
                  <c:v>45753.71597222222</c:v>
                </c:pt>
                <c:pt idx="19457">
                  <c:v>45545.640972222223</c:v>
                </c:pt>
                <c:pt idx="19458">
                  <c:v>45601.520138888889</c:v>
                </c:pt>
                <c:pt idx="19459">
                  <c:v>45656.753472222219</c:v>
                </c:pt>
                <c:pt idx="19460">
                  <c:v>45476.44027777778</c:v>
                </c:pt>
                <c:pt idx="19461">
                  <c:v>45371.714583333327</c:v>
                </c:pt>
                <c:pt idx="19462">
                  <c:v>45716.446527777778</c:v>
                </c:pt>
                <c:pt idx="19463">
                  <c:v>45788.604166666657</c:v>
                </c:pt>
                <c:pt idx="19464">
                  <c:v>45775.675000000003</c:v>
                </c:pt>
                <c:pt idx="19465">
                  <c:v>45466.446527777778</c:v>
                </c:pt>
                <c:pt idx="19466">
                  <c:v>45336.670138888891</c:v>
                </c:pt>
                <c:pt idx="19467">
                  <c:v>45691.701388888891</c:v>
                </c:pt>
                <c:pt idx="19468">
                  <c:v>45596.394444444442</c:v>
                </c:pt>
                <c:pt idx="19469">
                  <c:v>45642.736805555563</c:v>
                </c:pt>
                <c:pt idx="19470">
                  <c:v>45876.704861111109</c:v>
                </c:pt>
                <c:pt idx="19471">
                  <c:v>45922.695833333331</c:v>
                </c:pt>
                <c:pt idx="19472">
                  <c:v>45966.707638888889</c:v>
                </c:pt>
                <c:pt idx="19473">
                  <c:v>45625.290972222218</c:v>
                </c:pt>
                <c:pt idx="19474">
                  <c:v>45563.786111111112</c:v>
                </c:pt>
                <c:pt idx="19475">
                  <c:v>45424.542361111111</c:v>
                </c:pt>
                <c:pt idx="19476">
                  <c:v>45533.707638888889</c:v>
                </c:pt>
                <c:pt idx="19477">
                  <c:v>45828.947916666657</c:v>
                </c:pt>
                <c:pt idx="19478">
                  <c:v>46013.284722222219</c:v>
                </c:pt>
                <c:pt idx="19479">
                  <c:v>45383.425694444442</c:v>
                </c:pt>
                <c:pt idx="19480">
                  <c:v>45942.529166666667</c:v>
                </c:pt>
                <c:pt idx="19481">
                  <c:v>45777.379166666673</c:v>
                </c:pt>
                <c:pt idx="19482">
                  <c:v>45752.418749999997</c:v>
                </c:pt>
                <c:pt idx="19483">
                  <c:v>45885.734722222223</c:v>
                </c:pt>
                <c:pt idx="19484">
                  <c:v>45964.478472222218</c:v>
                </c:pt>
                <c:pt idx="19485">
                  <c:v>45827.45208333333</c:v>
                </c:pt>
                <c:pt idx="19486">
                  <c:v>45803.716666666667</c:v>
                </c:pt>
                <c:pt idx="19487">
                  <c:v>45917.440972222219</c:v>
                </c:pt>
                <c:pt idx="19488">
                  <c:v>45989.34375</c:v>
                </c:pt>
                <c:pt idx="19489">
                  <c:v>46018.35</c:v>
                </c:pt>
                <c:pt idx="19490">
                  <c:v>46018.352777777778</c:v>
                </c:pt>
                <c:pt idx="19491">
                  <c:v>45846.700694444437</c:v>
                </c:pt>
                <c:pt idx="19492">
                  <c:v>45875.463888888888</c:v>
                </c:pt>
                <c:pt idx="19493">
                  <c:v>45791.637499999997</c:v>
                </c:pt>
                <c:pt idx="19494">
                  <c:v>45343.618750000001</c:v>
                </c:pt>
                <c:pt idx="19495">
                  <c:v>45874.527777777781</c:v>
                </c:pt>
                <c:pt idx="19496">
                  <c:v>45874.527777777781</c:v>
                </c:pt>
                <c:pt idx="19497">
                  <c:v>45692.301388888889</c:v>
                </c:pt>
                <c:pt idx="19498">
                  <c:v>45750.338194444441</c:v>
                </c:pt>
                <c:pt idx="19499">
                  <c:v>45692.301388888889</c:v>
                </c:pt>
                <c:pt idx="19500">
                  <c:v>45716.501388888893</c:v>
                </c:pt>
                <c:pt idx="19501">
                  <c:v>45819.565972222219</c:v>
                </c:pt>
                <c:pt idx="19502">
                  <c:v>45777.338194444441</c:v>
                </c:pt>
                <c:pt idx="19503">
                  <c:v>45656.502083333333</c:v>
                </c:pt>
                <c:pt idx="19504">
                  <c:v>45777.338194444441</c:v>
                </c:pt>
                <c:pt idx="19505">
                  <c:v>45819.565972222219</c:v>
                </c:pt>
                <c:pt idx="19506">
                  <c:v>45716.501388888893</c:v>
                </c:pt>
                <c:pt idx="19507">
                  <c:v>45343.618750000001</c:v>
                </c:pt>
                <c:pt idx="19508">
                  <c:v>45750.338194444441</c:v>
                </c:pt>
                <c:pt idx="19509">
                  <c:v>45475.390972222223</c:v>
                </c:pt>
                <c:pt idx="19510">
                  <c:v>45475.390972222223</c:v>
                </c:pt>
                <c:pt idx="19511">
                  <c:v>45656.502083333333</c:v>
                </c:pt>
                <c:pt idx="19512">
                  <c:v>45931.534722222219</c:v>
                </c:pt>
                <c:pt idx="19513">
                  <c:v>45931.534722222219</c:v>
                </c:pt>
                <c:pt idx="19514">
                  <c:v>45701.318055555559</c:v>
                </c:pt>
                <c:pt idx="19515">
                  <c:v>45701.318055555559</c:v>
                </c:pt>
                <c:pt idx="19516">
                  <c:v>45963.951388888891</c:v>
                </c:pt>
                <c:pt idx="19517">
                  <c:v>45935.904861111107</c:v>
                </c:pt>
                <c:pt idx="19518">
                  <c:v>46002.497916666667</c:v>
                </c:pt>
                <c:pt idx="19519">
                  <c:v>45689.772222222222</c:v>
                </c:pt>
                <c:pt idx="19520">
                  <c:v>45850.449305555558</c:v>
                </c:pt>
                <c:pt idx="19521">
                  <c:v>45801.565972222219</c:v>
                </c:pt>
                <c:pt idx="19522">
                  <c:v>45904.417361111111</c:v>
                </c:pt>
                <c:pt idx="19523">
                  <c:v>45786.900694444441</c:v>
                </c:pt>
                <c:pt idx="19524">
                  <c:v>45555.79791666667</c:v>
                </c:pt>
                <c:pt idx="19525">
                  <c:v>45782.364583333343</c:v>
                </c:pt>
                <c:pt idx="19526">
                  <c:v>45761.921527777777</c:v>
                </c:pt>
                <c:pt idx="19527">
                  <c:v>45667.413888888892</c:v>
                </c:pt>
                <c:pt idx="19528">
                  <c:v>45755.679861111108</c:v>
                </c:pt>
                <c:pt idx="19529">
                  <c:v>45484.822222222218</c:v>
                </c:pt>
                <c:pt idx="19530">
                  <c:v>45637.813194444447</c:v>
                </c:pt>
                <c:pt idx="19531">
                  <c:v>45857.527083333327</c:v>
                </c:pt>
                <c:pt idx="19532">
                  <c:v>45889.77847222222</c:v>
                </c:pt>
                <c:pt idx="19533">
                  <c:v>45789.652083333327</c:v>
                </c:pt>
                <c:pt idx="19534">
                  <c:v>45954.792361111111</c:v>
                </c:pt>
                <c:pt idx="19535">
                  <c:v>45922.978472222218</c:v>
                </c:pt>
                <c:pt idx="19536">
                  <c:v>45575.408333333333</c:v>
                </c:pt>
                <c:pt idx="19537">
                  <c:v>45335.604861111111</c:v>
                </c:pt>
                <c:pt idx="19538">
                  <c:v>45729.744444444441</c:v>
                </c:pt>
                <c:pt idx="19539">
                  <c:v>45303.519444444442</c:v>
                </c:pt>
                <c:pt idx="19540">
                  <c:v>45823.822222222218</c:v>
                </c:pt>
                <c:pt idx="19541">
                  <c:v>45540.506944444453</c:v>
                </c:pt>
                <c:pt idx="19542">
                  <c:v>45513.959722222222</c:v>
                </c:pt>
                <c:pt idx="19543">
                  <c:v>45691.76666666667</c:v>
                </c:pt>
                <c:pt idx="19544">
                  <c:v>45610.684027777781</c:v>
                </c:pt>
                <c:pt idx="19545">
                  <c:v>45623.907638888893</c:v>
                </c:pt>
                <c:pt idx="19546">
                  <c:v>45782.404861111107</c:v>
                </c:pt>
                <c:pt idx="19547">
                  <c:v>45469.729861111111</c:v>
                </c:pt>
                <c:pt idx="19548">
                  <c:v>45905.765277777777</c:v>
                </c:pt>
                <c:pt idx="19549">
                  <c:v>45537.45416666667</c:v>
                </c:pt>
                <c:pt idx="19550">
                  <c:v>45585.64166666667</c:v>
                </c:pt>
                <c:pt idx="19551">
                  <c:v>45931.658333333333</c:v>
                </c:pt>
                <c:pt idx="19552">
                  <c:v>45863.459722222222</c:v>
                </c:pt>
                <c:pt idx="19553">
                  <c:v>45683.890277777777</c:v>
                </c:pt>
                <c:pt idx="19554">
                  <c:v>45829.668055555558</c:v>
                </c:pt>
                <c:pt idx="19555">
                  <c:v>45439.524305555547</c:v>
                </c:pt>
                <c:pt idx="19556">
                  <c:v>45726.85</c:v>
                </c:pt>
                <c:pt idx="19557">
                  <c:v>45505.440972222219</c:v>
                </c:pt>
                <c:pt idx="19558">
                  <c:v>45896.947916666657</c:v>
                </c:pt>
                <c:pt idx="19559">
                  <c:v>45841.472916666673</c:v>
                </c:pt>
                <c:pt idx="19560">
                  <c:v>45740.816666666673</c:v>
                </c:pt>
                <c:pt idx="19561">
                  <c:v>45996.927777777782</c:v>
                </c:pt>
                <c:pt idx="19562">
                  <c:v>45713.390277777777</c:v>
                </c:pt>
                <c:pt idx="19563">
                  <c:v>45588.48333333333</c:v>
                </c:pt>
                <c:pt idx="19564">
                  <c:v>45445.87777777778</c:v>
                </c:pt>
                <c:pt idx="19565">
                  <c:v>45803.46597222222</c:v>
                </c:pt>
                <c:pt idx="19566">
                  <c:v>45391.508333333331</c:v>
                </c:pt>
                <c:pt idx="19567">
                  <c:v>45349.470138888893</c:v>
                </c:pt>
                <c:pt idx="19568">
                  <c:v>45968.425694444442</c:v>
                </c:pt>
                <c:pt idx="19569">
                  <c:v>45294.488888888889</c:v>
                </c:pt>
                <c:pt idx="19570">
                  <c:v>45533.520138888889</c:v>
                </c:pt>
                <c:pt idx="19571">
                  <c:v>45944.570833333331</c:v>
                </c:pt>
                <c:pt idx="19572">
                  <c:v>45649.770833333343</c:v>
                </c:pt>
                <c:pt idx="19573">
                  <c:v>45804.365972222222</c:v>
                </c:pt>
                <c:pt idx="19574">
                  <c:v>45856.840277777781</c:v>
                </c:pt>
                <c:pt idx="19575">
                  <c:v>45990.330555555563</c:v>
                </c:pt>
                <c:pt idx="19576">
                  <c:v>45394.684027777781</c:v>
                </c:pt>
                <c:pt idx="19577">
                  <c:v>45739.704861111109</c:v>
                </c:pt>
                <c:pt idx="19578">
                  <c:v>45601.672222222223</c:v>
                </c:pt>
                <c:pt idx="19579">
                  <c:v>45533.438888888893</c:v>
                </c:pt>
                <c:pt idx="19580">
                  <c:v>45668.493055555547</c:v>
                </c:pt>
                <c:pt idx="19581">
                  <c:v>45928.375</c:v>
                </c:pt>
                <c:pt idx="19582">
                  <c:v>45462.238194444442</c:v>
                </c:pt>
                <c:pt idx="19583">
                  <c:v>45328.770833333343</c:v>
                </c:pt>
                <c:pt idx="19584">
                  <c:v>45461.482638888891</c:v>
                </c:pt>
                <c:pt idx="19585">
                  <c:v>45692.477777777778</c:v>
                </c:pt>
                <c:pt idx="19586">
                  <c:v>45313.508333333331</c:v>
                </c:pt>
                <c:pt idx="19587">
                  <c:v>45639.509722222218</c:v>
                </c:pt>
                <c:pt idx="19588">
                  <c:v>45770.398611111108</c:v>
                </c:pt>
                <c:pt idx="19589">
                  <c:v>45443.462500000001</c:v>
                </c:pt>
                <c:pt idx="19590">
                  <c:v>45607.313194444447</c:v>
                </c:pt>
                <c:pt idx="19591">
                  <c:v>45945.487500000003</c:v>
                </c:pt>
                <c:pt idx="19592">
                  <c:v>45805.492361111108</c:v>
                </c:pt>
                <c:pt idx="19593">
                  <c:v>45841.501388888893</c:v>
                </c:pt>
                <c:pt idx="19594">
                  <c:v>45495.465277777781</c:v>
                </c:pt>
                <c:pt idx="19595">
                  <c:v>45567.709722222222</c:v>
                </c:pt>
                <c:pt idx="19596">
                  <c:v>45733.443749999999</c:v>
                </c:pt>
                <c:pt idx="19597">
                  <c:v>45532.609027777777</c:v>
                </c:pt>
                <c:pt idx="19598">
                  <c:v>45908.472916666673</c:v>
                </c:pt>
                <c:pt idx="19599">
                  <c:v>45680.561805555553</c:v>
                </c:pt>
                <c:pt idx="19600">
                  <c:v>45377.429861111108</c:v>
                </c:pt>
                <c:pt idx="19601">
                  <c:v>45350.54791666667</c:v>
                </c:pt>
                <c:pt idx="19602">
                  <c:v>45411.5</c:v>
                </c:pt>
                <c:pt idx="19603">
                  <c:v>45986.577777777777</c:v>
                </c:pt>
                <c:pt idx="19604">
                  <c:v>46011.552777777782</c:v>
                </c:pt>
                <c:pt idx="19605">
                  <c:v>46014.668749999997</c:v>
                </c:pt>
                <c:pt idx="19606">
                  <c:v>45921.468055555553</c:v>
                </c:pt>
                <c:pt idx="19607">
                  <c:v>45819.741666666669</c:v>
                </c:pt>
                <c:pt idx="19608">
                  <c:v>45661.76666666667</c:v>
                </c:pt>
                <c:pt idx="19609">
                  <c:v>45363.62777777778</c:v>
                </c:pt>
                <c:pt idx="19610">
                  <c:v>45729.833333333343</c:v>
                </c:pt>
                <c:pt idx="19611">
                  <c:v>45822.695833333331</c:v>
                </c:pt>
                <c:pt idx="19612">
                  <c:v>45956.40347222222</c:v>
                </c:pt>
                <c:pt idx="19613">
                  <c:v>45989.595138888893</c:v>
                </c:pt>
                <c:pt idx="19614">
                  <c:v>45928.285416666673</c:v>
                </c:pt>
                <c:pt idx="19615">
                  <c:v>45616.082638888889</c:v>
                </c:pt>
                <c:pt idx="19616">
                  <c:v>45526.120138888888</c:v>
                </c:pt>
                <c:pt idx="19617">
                  <c:v>45887.761111111111</c:v>
                </c:pt>
                <c:pt idx="19618">
                  <c:v>45441.673611111109</c:v>
                </c:pt>
                <c:pt idx="19619">
                  <c:v>45879.467361111107</c:v>
                </c:pt>
                <c:pt idx="19620">
                  <c:v>45361.718055555553</c:v>
                </c:pt>
                <c:pt idx="19621">
                  <c:v>45525.679166666669</c:v>
                </c:pt>
                <c:pt idx="19622">
                  <c:v>45321.556944444441</c:v>
                </c:pt>
                <c:pt idx="19623">
                  <c:v>45487.78402777778</c:v>
                </c:pt>
                <c:pt idx="19624">
                  <c:v>45669.895138888889</c:v>
                </c:pt>
                <c:pt idx="19625">
                  <c:v>45880.902777777781</c:v>
                </c:pt>
                <c:pt idx="19626">
                  <c:v>45454.570833333331</c:v>
                </c:pt>
                <c:pt idx="19627">
                  <c:v>45985.888888888891</c:v>
                </c:pt>
                <c:pt idx="19628">
                  <c:v>46008.497916666667</c:v>
                </c:pt>
                <c:pt idx="19629">
                  <c:v>45420.750694444447</c:v>
                </c:pt>
                <c:pt idx="19630">
                  <c:v>45896.447916666657</c:v>
                </c:pt>
                <c:pt idx="19631">
                  <c:v>45736.987500000003</c:v>
                </c:pt>
                <c:pt idx="19632">
                  <c:v>45920.774305555547</c:v>
                </c:pt>
                <c:pt idx="19633">
                  <c:v>45883.720833333333</c:v>
                </c:pt>
                <c:pt idx="19634">
                  <c:v>45843.736111111109</c:v>
                </c:pt>
                <c:pt idx="19635">
                  <c:v>45777.941666666673</c:v>
                </c:pt>
                <c:pt idx="19636">
                  <c:v>45963.065972222219</c:v>
                </c:pt>
                <c:pt idx="19637">
                  <c:v>45736.376388888893</c:v>
                </c:pt>
                <c:pt idx="19638">
                  <c:v>45483.62777777778</c:v>
                </c:pt>
                <c:pt idx="19639">
                  <c:v>45735.03125</c:v>
                </c:pt>
                <c:pt idx="19640">
                  <c:v>45741.732638888891</c:v>
                </c:pt>
                <c:pt idx="19641">
                  <c:v>45680.68472222222</c:v>
                </c:pt>
                <c:pt idx="19642">
                  <c:v>45642.581250000003</c:v>
                </c:pt>
                <c:pt idx="19643">
                  <c:v>45754.013194444437</c:v>
                </c:pt>
                <c:pt idx="19644">
                  <c:v>45739.941666666673</c:v>
                </c:pt>
                <c:pt idx="19645">
                  <c:v>45463.827777777777</c:v>
                </c:pt>
                <c:pt idx="19646">
                  <c:v>45845.772222222222</c:v>
                </c:pt>
                <c:pt idx="19647">
                  <c:v>45353.776388888888</c:v>
                </c:pt>
                <c:pt idx="19648">
                  <c:v>45869.336805555547</c:v>
                </c:pt>
                <c:pt idx="19649">
                  <c:v>45703.51458333333</c:v>
                </c:pt>
                <c:pt idx="19650">
                  <c:v>45558.975694444453</c:v>
                </c:pt>
                <c:pt idx="19651">
                  <c:v>45419.945833333331</c:v>
                </c:pt>
                <c:pt idx="19652">
                  <c:v>45462.356944444437</c:v>
                </c:pt>
                <c:pt idx="19653">
                  <c:v>45294.698611111111</c:v>
                </c:pt>
                <c:pt idx="19654">
                  <c:v>45786.921527777777</c:v>
                </c:pt>
                <c:pt idx="19655">
                  <c:v>45811.521527777782</c:v>
                </c:pt>
                <c:pt idx="19656">
                  <c:v>45655.822222222218</c:v>
                </c:pt>
                <c:pt idx="19657">
                  <c:v>46015.943055555559</c:v>
                </c:pt>
                <c:pt idx="19658">
                  <c:v>45743.569444444453</c:v>
                </c:pt>
                <c:pt idx="19659">
                  <c:v>45636.345833333333</c:v>
                </c:pt>
                <c:pt idx="19660">
                  <c:v>45970.552777777782</c:v>
                </c:pt>
                <c:pt idx="19661">
                  <c:v>45608.568749999999</c:v>
                </c:pt>
                <c:pt idx="19662">
                  <c:v>45929.020138888889</c:v>
                </c:pt>
                <c:pt idx="19663">
                  <c:v>45900.963194444441</c:v>
                </c:pt>
                <c:pt idx="19664">
                  <c:v>45747.493055555547</c:v>
                </c:pt>
                <c:pt idx="19665">
                  <c:v>45743.254166666673</c:v>
                </c:pt>
                <c:pt idx="19666">
                  <c:v>45766.851388888892</c:v>
                </c:pt>
                <c:pt idx="19667">
                  <c:v>45766.851388888892</c:v>
                </c:pt>
                <c:pt idx="19668">
                  <c:v>45699.654166666667</c:v>
                </c:pt>
                <c:pt idx="19669">
                  <c:v>45699.654166666667</c:v>
                </c:pt>
                <c:pt idx="19670">
                  <c:v>45743.254166666673</c:v>
                </c:pt>
                <c:pt idx="19671">
                  <c:v>45713.388194444437</c:v>
                </c:pt>
                <c:pt idx="19672">
                  <c:v>45713.388194444437</c:v>
                </c:pt>
                <c:pt idx="19673">
                  <c:v>45863.118750000001</c:v>
                </c:pt>
                <c:pt idx="19674">
                  <c:v>45760.407638888893</c:v>
                </c:pt>
                <c:pt idx="19675">
                  <c:v>45869.51666666667</c:v>
                </c:pt>
                <c:pt idx="19676">
                  <c:v>45892.912499999999</c:v>
                </c:pt>
                <c:pt idx="19677">
                  <c:v>45948.586111111108</c:v>
                </c:pt>
                <c:pt idx="19678">
                  <c:v>45866.801388888889</c:v>
                </c:pt>
                <c:pt idx="19679">
                  <c:v>45810.604166666657</c:v>
                </c:pt>
                <c:pt idx="19680">
                  <c:v>45787.634027777778</c:v>
                </c:pt>
                <c:pt idx="19681">
                  <c:v>45813.073611111111</c:v>
                </c:pt>
                <c:pt idx="19682">
                  <c:v>45959.095138888893</c:v>
                </c:pt>
                <c:pt idx="19683">
                  <c:v>45565.473611111112</c:v>
                </c:pt>
                <c:pt idx="19684">
                  <c:v>45809.788194444453</c:v>
                </c:pt>
                <c:pt idx="19685">
                  <c:v>45686.523611111108</c:v>
                </c:pt>
                <c:pt idx="19686">
                  <c:v>45724.804861111108</c:v>
                </c:pt>
                <c:pt idx="19687">
                  <c:v>45475.463888888888</c:v>
                </c:pt>
                <c:pt idx="19688">
                  <c:v>45512.548611111109</c:v>
                </c:pt>
                <c:pt idx="19689">
                  <c:v>45878.650694444441</c:v>
                </c:pt>
                <c:pt idx="19690">
                  <c:v>45340.068749999999</c:v>
                </c:pt>
                <c:pt idx="19691">
                  <c:v>45917.634722222218</c:v>
                </c:pt>
                <c:pt idx="19692">
                  <c:v>45603.470138888893</c:v>
                </c:pt>
                <c:pt idx="19693">
                  <c:v>45639.447222222218</c:v>
                </c:pt>
                <c:pt idx="19694">
                  <c:v>45387.567361111112</c:v>
                </c:pt>
                <c:pt idx="19695">
                  <c:v>45410.059027777781</c:v>
                </c:pt>
                <c:pt idx="19696">
                  <c:v>45983.022222222222</c:v>
                </c:pt>
                <c:pt idx="19697">
                  <c:v>45764.496527777781</c:v>
                </c:pt>
                <c:pt idx="19698">
                  <c:v>45719.914583333331</c:v>
                </c:pt>
                <c:pt idx="19699">
                  <c:v>45560.834722222222</c:v>
                </c:pt>
                <c:pt idx="19700">
                  <c:v>45391.961805555547</c:v>
                </c:pt>
                <c:pt idx="19701">
                  <c:v>45349.59652777778</c:v>
                </c:pt>
                <c:pt idx="19702">
                  <c:v>45372.869444444441</c:v>
                </c:pt>
                <c:pt idx="19703">
                  <c:v>45473.53125</c:v>
                </c:pt>
                <c:pt idx="19704">
                  <c:v>45453.645833333343</c:v>
                </c:pt>
                <c:pt idx="19705">
                  <c:v>45355.555555555547</c:v>
                </c:pt>
                <c:pt idx="19706">
                  <c:v>45355.55972222222</c:v>
                </c:pt>
                <c:pt idx="19707">
                  <c:v>45482.775000000001</c:v>
                </c:pt>
                <c:pt idx="19708">
                  <c:v>45706.261111111111</c:v>
                </c:pt>
                <c:pt idx="19709">
                  <c:v>45610.281944444447</c:v>
                </c:pt>
                <c:pt idx="19710">
                  <c:v>45824.261111111111</c:v>
                </c:pt>
                <c:pt idx="19711">
                  <c:v>45405.77847222222</c:v>
                </c:pt>
                <c:pt idx="19712">
                  <c:v>45901.613888888889</c:v>
                </c:pt>
                <c:pt idx="19713">
                  <c:v>45615.290277777778</c:v>
                </c:pt>
                <c:pt idx="19714">
                  <c:v>45564.474999999999</c:v>
                </c:pt>
                <c:pt idx="19715">
                  <c:v>45944.780555555553</c:v>
                </c:pt>
                <c:pt idx="19716">
                  <c:v>45752.415972222218</c:v>
                </c:pt>
                <c:pt idx="19717">
                  <c:v>46008.254861111112</c:v>
                </c:pt>
                <c:pt idx="19718">
                  <c:v>45301.724305555559</c:v>
                </c:pt>
                <c:pt idx="19719">
                  <c:v>45968.008333333331</c:v>
                </c:pt>
                <c:pt idx="19720">
                  <c:v>45817.863194444442</c:v>
                </c:pt>
                <c:pt idx="19721">
                  <c:v>46022.413888888892</c:v>
                </c:pt>
                <c:pt idx="19722">
                  <c:v>45738.771527777782</c:v>
                </c:pt>
                <c:pt idx="19723">
                  <c:v>45325.677777777782</c:v>
                </c:pt>
                <c:pt idx="19724">
                  <c:v>45628.681250000001</c:v>
                </c:pt>
                <c:pt idx="19725">
                  <c:v>45391.295138888891</c:v>
                </c:pt>
                <c:pt idx="19726">
                  <c:v>45698.157638888893</c:v>
                </c:pt>
                <c:pt idx="19727">
                  <c:v>45760.801388888889</c:v>
                </c:pt>
                <c:pt idx="19728">
                  <c:v>45716.368055555547</c:v>
                </c:pt>
                <c:pt idx="19729">
                  <c:v>45692.982638888891</c:v>
                </c:pt>
                <c:pt idx="19730">
                  <c:v>45422.543055555558</c:v>
                </c:pt>
                <c:pt idx="19731">
                  <c:v>45381.394444444442</c:v>
                </c:pt>
                <c:pt idx="19732">
                  <c:v>45912.041666666657</c:v>
                </c:pt>
                <c:pt idx="19733">
                  <c:v>45636.53125</c:v>
                </c:pt>
                <c:pt idx="19734">
                  <c:v>45338.96597222222</c:v>
                </c:pt>
                <c:pt idx="19735">
                  <c:v>45565.453472222223</c:v>
                </c:pt>
                <c:pt idx="19736">
                  <c:v>45424.591666666667</c:v>
                </c:pt>
                <c:pt idx="19737">
                  <c:v>45580.79583333333</c:v>
                </c:pt>
                <c:pt idx="19738">
                  <c:v>45394.616666666669</c:v>
                </c:pt>
                <c:pt idx="19739">
                  <c:v>45636.385416666657</c:v>
                </c:pt>
                <c:pt idx="19740">
                  <c:v>45711.495138888888</c:v>
                </c:pt>
                <c:pt idx="19741">
                  <c:v>45312.328472222223</c:v>
                </c:pt>
                <c:pt idx="19742">
                  <c:v>45419.87777777778</c:v>
                </c:pt>
                <c:pt idx="19743">
                  <c:v>45669.95208333333</c:v>
                </c:pt>
                <c:pt idx="19744">
                  <c:v>45692.506944444453</c:v>
                </c:pt>
                <c:pt idx="19745">
                  <c:v>45346.561111111107</c:v>
                </c:pt>
                <c:pt idx="19746">
                  <c:v>45726.339583333327</c:v>
                </c:pt>
                <c:pt idx="19747">
                  <c:v>45809.904861111107</c:v>
                </c:pt>
                <c:pt idx="19748">
                  <c:v>45943.841666666667</c:v>
                </c:pt>
                <c:pt idx="19749">
                  <c:v>45738.73333333333</c:v>
                </c:pt>
                <c:pt idx="19750">
                  <c:v>45757.347222222219</c:v>
                </c:pt>
                <c:pt idx="19751">
                  <c:v>45989.724999999999</c:v>
                </c:pt>
                <c:pt idx="19752">
                  <c:v>45964.804861111108</c:v>
                </c:pt>
                <c:pt idx="19753">
                  <c:v>45890.651388888888</c:v>
                </c:pt>
                <c:pt idx="19754">
                  <c:v>45371.651388888888</c:v>
                </c:pt>
                <c:pt idx="19755">
                  <c:v>45792.711805555547</c:v>
                </c:pt>
                <c:pt idx="19756">
                  <c:v>45758.433333333327</c:v>
                </c:pt>
                <c:pt idx="19757">
                  <c:v>45820.640277777777</c:v>
                </c:pt>
                <c:pt idx="19758">
                  <c:v>45646.472222222219</c:v>
                </c:pt>
                <c:pt idx="19759">
                  <c:v>45698.248611111107</c:v>
                </c:pt>
                <c:pt idx="19760">
                  <c:v>45831.911805555559</c:v>
                </c:pt>
                <c:pt idx="19761">
                  <c:v>45446.975694444453</c:v>
                </c:pt>
                <c:pt idx="19762">
                  <c:v>45773.383333333331</c:v>
                </c:pt>
                <c:pt idx="19763">
                  <c:v>45411.632638888892</c:v>
                </c:pt>
                <c:pt idx="19764">
                  <c:v>45651.625</c:v>
                </c:pt>
                <c:pt idx="19765">
                  <c:v>45548.583333333343</c:v>
                </c:pt>
                <c:pt idx="19766">
                  <c:v>45362.552083333343</c:v>
                </c:pt>
                <c:pt idx="19767">
                  <c:v>45597.398611111108</c:v>
                </c:pt>
                <c:pt idx="19768">
                  <c:v>45318.731249999997</c:v>
                </c:pt>
                <c:pt idx="19769">
                  <c:v>45903.546527777777</c:v>
                </c:pt>
                <c:pt idx="19770">
                  <c:v>45484.829861111109</c:v>
                </c:pt>
                <c:pt idx="19771">
                  <c:v>45928.581250000003</c:v>
                </c:pt>
                <c:pt idx="19772">
                  <c:v>45734.618750000001</c:v>
                </c:pt>
                <c:pt idx="19773">
                  <c:v>45776.349305555559</c:v>
                </c:pt>
                <c:pt idx="19774">
                  <c:v>45726.716666666667</c:v>
                </c:pt>
                <c:pt idx="19775">
                  <c:v>45783.470138888893</c:v>
                </c:pt>
                <c:pt idx="19776">
                  <c:v>45854.394444444442</c:v>
                </c:pt>
                <c:pt idx="19777">
                  <c:v>45753.481944444437</c:v>
                </c:pt>
                <c:pt idx="19778">
                  <c:v>45989.381249999999</c:v>
                </c:pt>
                <c:pt idx="19779">
                  <c:v>45576.737500000003</c:v>
                </c:pt>
                <c:pt idx="19780">
                  <c:v>45644.091666666667</c:v>
                </c:pt>
                <c:pt idx="19781">
                  <c:v>45653.820138888892</c:v>
                </c:pt>
                <c:pt idx="19782">
                  <c:v>45856.474305555559</c:v>
                </c:pt>
                <c:pt idx="19783">
                  <c:v>45846.510416666657</c:v>
                </c:pt>
                <c:pt idx="19784">
                  <c:v>45435.788194444453</c:v>
                </c:pt>
                <c:pt idx="19785">
                  <c:v>45743.738888888889</c:v>
                </c:pt>
                <c:pt idx="19786">
                  <c:v>45421.710416666669</c:v>
                </c:pt>
                <c:pt idx="19787">
                  <c:v>45719.51666666667</c:v>
                </c:pt>
                <c:pt idx="19788">
                  <c:v>45712.974999999999</c:v>
                </c:pt>
                <c:pt idx="19789">
                  <c:v>45731.98541666667</c:v>
                </c:pt>
                <c:pt idx="19790">
                  <c:v>45303.545138888891</c:v>
                </c:pt>
                <c:pt idx="19791">
                  <c:v>45628.577777777777</c:v>
                </c:pt>
                <c:pt idx="19792">
                  <c:v>45817.458333333343</c:v>
                </c:pt>
                <c:pt idx="19793">
                  <c:v>45421.367361111108</c:v>
                </c:pt>
                <c:pt idx="19794">
                  <c:v>45538.435416666667</c:v>
                </c:pt>
                <c:pt idx="19795">
                  <c:v>45915.465277777781</c:v>
                </c:pt>
                <c:pt idx="19796">
                  <c:v>45719.34652777778</c:v>
                </c:pt>
                <c:pt idx="19797">
                  <c:v>45680.499305555553</c:v>
                </c:pt>
                <c:pt idx="19798">
                  <c:v>45539.840277777781</c:v>
                </c:pt>
                <c:pt idx="19799">
                  <c:v>45597.837500000001</c:v>
                </c:pt>
                <c:pt idx="19800">
                  <c:v>45501.734722222223</c:v>
                </c:pt>
                <c:pt idx="19801">
                  <c:v>45849.922222222223</c:v>
                </c:pt>
                <c:pt idx="19802">
                  <c:v>45765.558333333327</c:v>
                </c:pt>
                <c:pt idx="19803">
                  <c:v>45979.717361111107</c:v>
                </c:pt>
                <c:pt idx="19804">
                  <c:v>45508.885416666657</c:v>
                </c:pt>
                <c:pt idx="19805">
                  <c:v>45385.09652777778</c:v>
                </c:pt>
                <c:pt idx="19806">
                  <c:v>45490.372916666667</c:v>
                </c:pt>
                <c:pt idx="19807">
                  <c:v>45422.395138888889</c:v>
                </c:pt>
                <c:pt idx="19808">
                  <c:v>45958.79583333333</c:v>
                </c:pt>
                <c:pt idx="19809">
                  <c:v>45728.593055555553</c:v>
                </c:pt>
                <c:pt idx="19810">
                  <c:v>45895.745833333327</c:v>
                </c:pt>
                <c:pt idx="19811">
                  <c:v>45810.265277777777</c:v>
                </c:pt>
                <c:pt idx="19812">
                  <c:v>45646.427083333343</c:v>
                </c:pt>
                <c:pt idx="19813">
                  <c:v>45992.611111111109</c:v>
                </c:pt>
                <c:pt idx="19814">
                  <c:v>45345.287499999999</c:v>
                </c:pt>
                <c:pt idx="19815">
                  <c:v>45313.374305555553</c:v>
                </c:pt>
                <c:pt idx="19816">
                  <c:v>45565.611805555563</c:v>
                </c:pt>
                <c:pt idx="19817">
                  <c:v>45935.646527777782</c:v>
                </c:pt>
                <c:pt idx="19818">
                  <c:v>45763.585416666669</c:v>
                </c:pt>
                <c:pt idx="19819">
                  <c:v>45853.23333333333</c:v>
                </c:pt>
                <c:pt idx="19820">
                  <c:v>45982.646527777782</c:v>
                </c:pt>
                <c:pt idx="19821">
                  <c:v>45751.633333333331</c:v>
                </c:pt>
                <c:pt idx="19822">
                  <c:v>45538.460416666669</c:v>
                </c:pt>
                <c:pt idx="19823">
                  <c:v>45500.9</c:v>
                </c:pt>
                <c:pt idx="19824">
                  <c:v>45535.96875</c:v>
                </c:pt>
                <c:pt idx="19825">
                  <c:v>45612.65625</c:v>
                </c:pt>
                <c:pt idx="19826">
                  <c:v>45618.643055555563</c:v>
                </c:pt>
                <c:pt idx="19827">
                  <c:v>45335.759722222218</c:v>
                </c:pt>
                <c:pt idx="19828">
                  <c:v>45336.533333333333</c:v>
                </c:pt>
                <c:pt idx="19829">
                  <c:v>45770.664583333331</c:v>
                </c:pt>
                <c:pt idx="19830">
                  <c:v>45867.417361111111</c:v>
                </c:pt>
                <c:pt idx="19831">
                  <c:v>45657.57916666667</c:v>
                </c:pt>
                <c:pt idx="19832">
                  <c:v>45376.606249999997</c:v>
                </c:pt>
                <c:pt idx="19833">
                  <c:v>45407.714583333327</c:v>
                </c:pt>
                <c:pt idx="19834">
                  <c:v>45341.387499999997</c:v>
                </c:pt>
                <c:pt idx="19835">
                  <c:v>45415.727777777778</c:v>
                </c:pt>
                <c:pt idx="19836">
                  <c:v>45764.964583333327</c:v>
                </c:pt>
                <c:pt idx="19837">
                  <c:v>46022.84375</c:v>
                </c:pt>
                <c:pt idx="19838">
                  <c:v>45956.94027777778</c:v>
                </c:pt>
                <c:pt idx="19839">
                  <c:v>45587.640277777777</c:v>
                </c:pt>
                <c:pt idx="19840">
                  <c:v>45653.015972222223</c:v>
                </c:pt>
                <c:pt idx="19841">
                  <c:v>45628.652083333327</c:v>
                </c:pt>
                <c:pt idx="19842">
                  <c:v>45637.012499999997</c:v>
                </c:pt>
                <c:pt idx="19843">
                  <c:v>45343.17291666667</c:v>
                </c:pt>
                <c:pt idx="19844">
                  <c:v>45929.90625</c:v>
                </c:pt>
                <c:pt idx="19845">
                  <c:v>45841.931944444441</c:v>
                </c:pt>
                <c:pt idx="19846">
                  <c:v>45999.879861111112</c:v>
                </c:pt>
                <c:pt idx="19847">
                  <c:v>45857.9375</c:v>
                </c:pt>
                <c:pt idx="19848">
                  <c:v>45560.503472222219</c:v>
                </c:pt>
                <c:pt idx="19849">
                  <c:v>45872.289583333331</c:v>
                </c:pt>
                <c:pt idx="19850">
                  <c:v>45927.979861111111</c:v>
                </c:pt>
                <c:pt idx="19851">
                  <c:v>45797.03402777778</c:v>
                </c:pt>
                <c:pt idx="19852">
                  <c:v>45869.025000000001</c:v>
                </c:pt>
                <c:pt idx="19853">
                  <c:v>45897.65902777778</c:v>
                </c:pt>
                <c:pt idx="19854">
                  <c:v>45890.102777777778</c:v>
                </c:pt>
                <c:pt idx="19855">
                  <c:v>45955.825694444437</c:v>
                </c:pt>
                <c:pt idx="19856">
                  <c:v>45727.880555555559</c:v>
                </c:pt>
                <c:pt idx="19857">
                  <c:v>45978.571527777778</c:v>
                </c:pt>
                <c:pt idx="19858">
                  <c:v>45782.515277777777</c:v>
                </c:pt>
                <c:pt idx="19859">
                  <c:v>45936.65902777778</c:v>
                </c:pt>
                <c:pt idx="19860">
                  <c:v>45882.57708333333</c:v>
                </c:pt>
                <c:pt idx="19861">
                  <c:v>45609.656944444447</c:v>
                </c:pt>
                <c:pt idx="19862">
                  <c:v>45688.515277777777</c:v>
                </c:pt>
                <c:pt idx="19863">
                  <c:v>45830.830555555563</c:v>
                </c:pt>
                <c:pt idx="19864">
                  <c:v>45635.727083333331</c:v>
                </c:pt>
                <c:pt idx="19865">
                  <c:v>45724.708333333343</c:v>
                </c:pt>
                <c:pt idx="19866">
                  <c:v>45987.870833333327</c:v>
                </c:pt>
                <c:pt idx="19867">
                  <c:v>45812.975694444453</c:v>
                </c:pt>
                <c:pt idx="19868">
                  <c:v>45949.855555555558</c:v>
                </c:pt>
                <c:pt idx="19869">
                  <c:v>45820.492361111108</c:v>
                </c:pt>
                <c:pt idx="19870">
                  <c:v>45799.552777777782</c:v>
                </c:pt>
                <c:pt idx="19871">
                  <c:v>45831.620138888888</c:v>
                </c:pt>
                <c:pt idx="19872">
                  <c:v>45830.484027777777</c:v>
                </c:pt>
                <c:pt idx="19873">
                  <c:v>45809.607638888891</c:v>
                </c:pt>
                <c:pt idx="19874">
                  <c:v>45816.760416666657</c:v>
                </c:pt>
                <c:pt idx="19875">
                  <c:v>45766.21597222222</c:v>
                </c:pt>
                <c:pt idx="19876">
                  <c:v>45547.256944444453</c:v>
                </c:pt>
                <c:pt idx="19877">
                  <c:v>45659.631249999999</c:v>
                </c:pt>
                <c:pt idx="19878">
                  <c:v>45624.095138888893</c:v>
                </c:pt>
                <c:pt idx="19879">
                  <c:v>45689.526388888888</c:v>
                </c:pt>
                <c:pt idx="19880">
                  <c:v>45826.149305555547</c:v>
                </c:pt>
                <c:pt idx="19881">
                  <c:v>45474.470833333333</c:v>
                </c:pt>
                <c:pt idx="19882">
                  <c:v>45891.238194444442</c:v>
                </c:pt>
                <c:pt idx="19883">
                  <c:v>45695.373611111107</c:v>
                </c:pt>
                <c:pt idx="19884">
                  <c:v>45593.265277777777</c:v>
                </c:pt>
                <c:pt idx="19885">
                  <c:v>45747.356944444437</c:v>
                </c:pt>
                <c:pt idx="19886">
                  <c:v>45813.665277777778</c:v>
                </c:pt>
                <c:pt idx="19887">
                  <c:v>45554.457638888889</c:v>
                </c:pt>
                <c:pt idx="19888">
                  <c:v>45357.470833333333</c:v>
                </c:pt>
                <c:pt idx="19889">
                  <c:v>45660.429166666669</c:v>
                </c:pt>
                <c:pt idx="19890">
                  <c:v>45947.277777777781</c:v>
                </c:pt>
                <c:pt idx="19891">
                  <c:v>45413.101388888892</c:v>
                </c:pt>
                <c:pt idx="19892">
                  <c:v>45506.635416666657</c:v>
                </c:pt>
                <c:pt idx="19893">
                  <c:v>45389.421527777777</c:v>
                </c:pt>
                <c:pt idx="19894">
                  <c:v>45803.636111111111</c:v>
                </c:pt>
                <c:pt idx="19895">
                  <c:v>45780.183333333327</c:v>
                </c:pt>
                <c:pt idx="19896">
                  <c:v>45334.623611111107</c:v>
                </c:pt>
                <c:pt idx="19897">
                  <c:v>45891.990972222222</c:v>
                </c:pt>
                <c:pt idx="19898">
                  <c:v>45867.162499999999</c:v>
                </c:pt>
                <c:pt idx="19899">
                  <c:v>45943.982638888891</c:v>
                </c:pt>
                <c:pt idx="19900">
                  <c:v>45814.676388888889</c:v>
                </c:pt>
                <c:pt idx="19901">
                  <c:v>45856.911805555559</c:v>
                </c:pt>
                <c:pt idx="19902">
                  <c:v>45453.529166666667</c:v>
                </c:pt>
                <c:pt idx="19903">
                  <c:v>45822.847222222219</c:v>
                </c:pt>
                <c:pt idx="19904">
                  <c:v>45303.70208333333</c:v>
                </c:pt>
                <c:pt idx="19905">
                  <c:v>45501.667361111111</c:v>
                </c:pt>
                <c:pt idx="19906">
                  <c:v>45680.888194444437</c:v>
                </c:pt>
                <c:pt idx="19907">
                  <c:v>45685.784722222219</c:v>
                </c:pt>
                <c:pt idx="19908">
                  <c:v>45566.703472222223</c:v>
                </c:pt>
                <c:pt idx="19909">
                  <c:v>45773.029166666667</c:v>
                </c:pt>
                <c:pt idx="19910">
                  <c:v>45773.029166666667</c:v>
                </c:pt>
                <c:pt idx="19911">
                  <c:v>46009.618750000001</c:v>
                </c:pt>
                <c:pt idx="19912">
                  <c:v>46009.618750000001</c:v>
                </c:pt>
                <c:pt idx="19913">
                  <c:v>45337.505555555559</c:v>
                </c:pt>
                <c:pt idx="19914">
                  <c:v>45478.779861111107</c:v>
                </c:pt>
                <c:pt idx="19915">
                  <c:v>45310.548611111109</c:v>
                </c:pt>
                <c:pt idx="19916">
                  <c:v>45421.37777777778</c:v>
                </c:pt>
                <c:pt idx="19917">
                  <c:v>45437.319444444453</c:v>
                </c:pt>
                <c:pt idx="19918">
                  <c:v>45394.34652777778</c:v>
                </c:pt>
                <c:pt idx="19919">
                  <c:v>45372.578472222223</c:v>
                </c:pt>
                <c:pt idx="19920">
                  <c:v>45683.363194444442</c:v>
                </c:pt>
                <c:pt idx="19921">
                  <c:v>45792.800694444442</c:v>
                </c:pt>
                <c:pt idx="19922">
                  <c:v>45799.668749999997</c:v>
                </c:pt>
                <c:pt idx="19923">
                  <c:v>45851.256249999999</c:v>
                </c:pt>
                <c:pt idx="19924">
                  <c:v>45772.359722222223</c:v>
                </c:pt>
                <c:pt idx="19925">
                  <c:v>45749.538194444453</c:v>
                </c:pt>
                <c:pt idx="19926">
                  <c:v>45812.663194444453</c:v>
                </c:pt>
                <c:pt idx="19927">
                  <c:v>45609.642361111109</c:v>
                </c:pt>
                <c:pt idx="19928">
                  <c:v>45797.727083333331</c:v>
                </c:pt>
                <c:pt idx="19929">
                  <c:v>45866.811111111107</c:v>
                </c:pt>
                <c:pt idx="19930">
                  <c:v>45937.87222222222</c:v>
                </c:pt>
                <c:pt idx="19931">
                  <c:v>46005.716666666667</c:v>
                </c:pt>
                <c:pt idx="19932">
                  <c:v>45911.506944444453</c:v>
                </c:pt>
                <c:pt idx="19933">
                  <c:v>45898.563194444447</c:v>
                </c:pt>
                <c:pt idx="19934">
                  <c:v>45797.57916666667</c:v>
                </c:pt>
                <c:pt idx="19935">
                  <c:v>45476.762499999997</c:v>
                </c:pt>
                <c:pt idx="19936">
                  <c:v>45668.456250000003</c:v>
                </c:pt>
                <c:pt idx="19937">
                  <c:v>45823.825694444437</c:v>
                </c:pt>
                <c:pt idx="19938">
                  <c:v>46017.578472222223</c:v>
                </c:pt>
                <c:pt idx="19939">
                  <c:v>45973.505555555559</c:v>
                </c:pt>
                <c:pt idx="19940">
                  <c:v>46017.578472222223</c:v>
                </c:pt>
                <c:pt idx="19941">
                  <c:v>46022.732638888891</c:v>
                </c:pt>
                <c:pt idx="19942">
                  <c:v>45973.505555555559</c:v>
                </c:pt>
                <c:pt idx="19943">
                  <c:v>46020.477777777778</c:v>
                </c:pt>
                <c:pt idx="19944">
                  <c:v>46020.477777777778</c:v>
                </c:pt>
                <c:pt idx="19945">
                  <c:v>45989.427777777782</c:v>
                </c:pt>
                <c:pt idx="19946">
                  <c:v>46022.732638888891</c:v>
                </c:pt>
                <c:pt idx="19947">
                  <c:v>45989.427777777782</c:v>
                </c:pt>
                <c:pt idx="19948">
                  <c:v>45885.5</c:v>
                </c:pt>
                <c:pt idx="19949">
                  <c:v>45857.402083333327</c:v>
                </c:pt>
                <c:pt idx="19950">
                  <c:v>45866.4375</c:v>
                </c:pt>
                <c:pt idx="19951">
                  <c:v>45843.093055555553</c:v>
                </c:pt>
                <c:pt idx="19952">
                  <c:v>45811.802083333343</c:v>
                </c:pt>
                <c:pt idx="19953">
                  <c:v>45760.036805555559</c:v>
                </c:pt>
                <c:pt idx="19954">
                  <c:v>45783.445833333331</c:v>
                </c:pt>
                <c:pt idx="19955">
                  <c:v>45773.995833333327</c:v>
                </c:pt>
                <c:pt idx="19956">
                  <c:v>45788.582638888889</c:v>
                </c:pt>
                <c:pt idx="19957">
                  <c:v>45735.043749999997</c:v>
                </c:pt>
                <c:pt idx="19958">
                  <c:v>45735.53125</c:v>
                </c:pt>
                <c:pt idx="19959">
                  <c:v>45685.022916666669</c:v>
                </c:pt>
                <c:pt idx="19960">
                  <c:v>45673.813888888893</c:v>
                </c:pt>
                <c:pt idx="19961">
                  <c:v>45681.512499999997</c:v>
                </c:pt>
                <c:pt idx="19962">
                  <c:v>45730.691666666673</c:v>
                </c:pt>
                <c:pt idx="19963">
                  <c:v>45962.386111111111</c:v>
                </c:pt>
                <c:pt idx="19964">
                  <c:v>45936.381249999999</c:v>
                </c:pt>
                <c:pt idx="19965">
                  <c:v>46006.947916666657</c:v>
                </c:pt>
                <c:pt idx="19966">
                  <c:v>45851.88958333333</c:v>
                </c:pt>
                <c:pt idx="19967">
                  <c:v>45514.663888888892</c:v>
                </c:pt>
                <c:pt idx="19968">
                  <c:v>45608.841666666667</c:v>
                </c:pt>
                <c:pt idx="19969">
                  <c:v>45560.013888888891</c:v>
                </c:pt>
                <c:pt idx="19970">
                  <c:v>45680.009722222218</c:v>
                </c:pt>
                <c:pt idx="19971">
                  <c:v>45410.861805555563</c:v>
                </c:pt>
                <c:pt idx="19972">
                  <c:v>45318.624305555553</c:v>
                </c:pt>
                <c:pt idx="19973">
                  <c:v>45935.992361111108</c:v>
                </c:pt>
                <c:pt idx="19974">
                  <c:v>45742.979861111111</c:v>
                </c:pt>
                <c:pt idx="19975">
                  <c:v>45367.597916666673</c:v>
                </c:pt>
                <c:pt idx="19976">
                  <c:v>45791.019444444442</c:v>
                </c:pt>
                <c:pt idx="19977">
                  <c:v>45459.854166666657</c:v>
                </c:pt>
                <c:pt idx="19978">
                  <c:v>45315.670138888891</c:v>
                </c:pt>
                <c:pt idx="19979">
                  <c:v>45686.594444444447</c:v>
                </c:pt>
                <c:pt idx="19980">
                  <c:v>45933.642361111109</c:v>
                </c:pt>
                <c:pt idx="19981">
                  <c:v>45913.470138888893</c:v>
                </c:pt>
                <c:pt idx="19982">
                  <c:v>45702.529861111107</c:v>
                </c:pt>
                <c:pt idx="19983">
                  <c:v>45813.497916666667</c:v>
                </c:pt>
                <c:pt idx="19984">
                  <c:v>45624.466666666667</c:v>
                </c:pt>
                <c:pt idx="19985">
                  <c:v>45624.466666666667</c:v>
                </c:pt>
                <c:pt idx="19986">
                  <c:v>45813.497916666667</c:v>
                </c:pt>
                <c:pt idx="19987">
                  <c:v>45702.529861111107</c:v>
                </c:pt>
                <c:pt idx="19988">
                  <c:v>45913.470138888893</c:v>
                </c:pt>
                <c:pt idx="19989">
                  <c:v>45977.468055555553</c:v>
                </c:pt>
                <c:pt idx="19990">
                  <c:v>45977.468055555553</c:v>
                </c:pt>
                <c:pt idx="19991">
                  <c:v>45602.763888888891</c:v>
                </c:pt>
                <c:pt idx="19992">
                  <c:v>45336.410416666673</c:v>
                </c:pt>
                <c:pt idx="19993">
                  <c:v>45668.536111111112</c:v>
                </c:pt>
                <c:pt idx="19994">
                  <c:v>46023.369444444441</c:v>
                </c:pt>
                <c:pt idx="19995">
                  <c:v>45731.619444444441</c:v>
                </c:pt>
                <c:pt idx="19996">
                  <c:v>45610.746527777781</c:v>
                </c:pt>
                <c:pt idx="19997">
                  <c:v>45548.438888888893</c:v>
                </c:pt>
                <c:pt idx="19998">
                  <c:v>45587.609722222223</c:v>
                </c:pt>
                <c:pt idx="19999">
                  <c:v>45688.65902777778</c:v>
                </c:pt>
                <c:pt idx="20000">
                  <c:v>45907.543055555558</c:v>
                </c:pt>
                <c:pt idx="20001">
                  <c:v>45971.494444444441</c:v>
                </c:pt>
                <c:pt idx="20002">
                  <c:v>45744.569444444453</c:v>
                </c:pt>
                <c:pt idx="20003">
                  <c:v>45716.45208333333</c:v>
                </c:pt>
                <c:pt idx="20004">
                  <c:v>45338.6875</c:v>
                </c:pt>
                <c:pt idx="20005">
                  <c:v>45955.630555555559</c:v>
                </c:pt>
                <c:pt idx="20006">
                  <c:v>45912.76458333333</c:v>
                </c:pt>
                <c:pt idx="20007">
                  <c:v>45450.844444444447</c:v>
                </c:pt>
                <c:pt idx="20008">
                  <c:v>45437.814583333333</c:v>
                </c:pt>
                <c:pt idx="20009">
                  <c:v>45299.465277777781</c:v>
                </c:pt>
                <c:pt idx="20010">
                  <c:v>45567.952777777777</c:v>
                </c:pt>
                <c:pt idx="20011">
                  <c:v>45955.460416666669</c:v>
                </c:pt>
                <c:pt idx="20012">
                  <c:v>45594.041666666657</c:v>
                </c:pt>
                <c:pt idx="20013">
                  <c:v>45604.806250000001</c:v>
                </c:pt>
                <c:pt idx="20014">
                  <c:v>45951.498611111107</c:v>
                </c:pt>
                <c:pt idx="20015">
                  <c:v>45844.676388888889</c:v>
                </c:pt>
                <c:pt idx="20016">
                  <c:v>45929.893750000003</c:v>
                </c:pt>
                <c:pt idx="20017">
                  <c:v>45813.474999999999</c:v>
                </c:pt>
                <c:pt idx="20018">
                  <c:v>45818.765277777777</c:v>
                </c:pt>
                <c:pt idx="20019">
                  <c:v>45917.737500000003</c:v>
                </c:pt>
                <c:pt idx="20020">
                  <c:v>45787.381944444453</c:v>
                </c:pt>
                <c:pt idx="20021">
                  <c:v>45517.993055555547</c:v>
                </c:pt>
                <c:pt idx="20022">
                  <c:v>45497.678472222222</c:v>
                </c:pt>
                <c:pt idx="20023">
                  <c:v>45559.71597222222</c:v>
                </c:pt>
                <c:pt idx="20024">
                  <c:v>45791.754166666673</c:v>
                </c:pt>
                <c:pt idx="20025">
                  <c:v>45891.897222222222</c:v>
                </c:pt>
                <c:pt idx="20026">
                  <c:v>45812.600694444453</c:v>
                </c:pt>
                <c:pt idx="20027">
                  <c:v>45323.871527777781</c:v>
                </c:pt>
                <c:pt idx="20028">
                  <c:v>45776.708333333343</c:v>
                </c:pt>
                <c:pt idx="20029">
                  <c:v>45411.583333333343</c:v>
                </c:pt>
                <c:pt idx="20030">
                  <c:v>45538.879166666673</c:v>
                </c:pt>
                <c:pt idx="20031">
                  <c:v>45477.630555555559</c:v>
                </c:pt>
                <c:pt idx="20032">
                  <c:v>45771.990972222222</c:v>
                </c:pt>
                <c:pt idx="20033">
                  <c:v>45411.586805555547</c:v>
                </c:pt>
                <c:pt idx="20034">
                  <c:v>45411.578472222223</c:v>
                </c:pt>
                <c:pt idx="20035">
                  <c:v>45777.420138888891</c:v>
                </c:pt>
                <c:pt idx="20036">
                  <c:v>45692.06527777778</c:v>
                </c:pt>
                <c:pt idx="20037">
                  <c:v>45351.660416666673</c:v>
                </c:pt>
                <c:pt idx="20038">
                  <c:v>45596.972916666673</c:v>
                </c:pt>
                <c:pt idx="20039">
                  <c:v>45755.397916666669</c:v>
                </c:pt>
                <c:pt idx="20040">
                  <c:v>45923.191666666673</c:v>
                </c:pt>
                <c:pt idx="20041">
                  <c:v>45923.191666666673</c:v>
                </c:pt>
                <c:pt idx="20042">
                  <c:v>45978.607638888891</c:v>
                </c:pt>
                <c:pt idx="20043">
                  <c:v>45978.607638888891</c:v>
                </c:pt>
                <c:pt idx="20044">
                  <c:v>45947.636805555558</c:v>
                </c:pt>
                <c:pt idx="20045">
                  <c:v>45947.636805555558</c:v>
                </c:pt>
                <c:pt idx="20046">
                  <c:v>45929.692361111112</c:v>
                </c:pt>
                <c:pt idx="20047">
                  <c:v>45931.743750000001</c:v>
                </c:pt>
                <c:pt idx="20048">
                  <c:v>45824.495138888888</c:v>
                </c:pt>
                <c:pt idx="20049">
                  <c:v>45560.503472222219</c:v>
                </c:pt>
                <c:pt idx="20050">
                  <c:v>45724.40347222222</c:v>
                </c:pt>
                <c:pt idx="20051">
                  <c:v>45858.842361111107</c:v>
                </c:pt>
                <c:pt idx="20052">
                  <c:v>45818.98541666667</c:v>
                </c:pt>
                <c:pt idx="20053">
                  <c:v>45460.495138888888</c:v>
                </c:pt>
                <c:pt idx="20054">
                  <c:v>45880.294444444437</c:v>
                </c:pt>
                <c:pt idx="20055">
                  <c:v>45910.306944444441</c:v>
                </c:pt>
                <c:pt idx="20056">
                  <c:v>45824.870138888888</c:v>
                </c:pt>
                <c:pt idx="20057">
                  <c:v>45831.464583333327</c:v>
                </c:pt>
                <c:pt idx="20058">
                  <c:v>46020.387499999997</c:v>
                </c:pt>
                <c:pt idx="20059">
                  <c:v>45894.433333333327</c:v>
                </c:pt>
                <c:pt idx="20060">
                  <c:v>45603.532638888893</c:v>
                </c:pt>
                <c:pt idx="20061">
                  <c:v>45685.335416666669</c:v>
                </c:pt>
                <c:pt idx="20062">
                  <c:v>45760.379166666673</c:v>
                </c:pt>
                <c:pt idx="20063">
                  <c:v>45947.525000000001</c:v>
                </c:pt>
                <c:pt idx="20064">
                  <c:v>45981.273611111108</c:v>
                </c:pt>
                <c:pt idx="20065">
                  <c:v>45723.534722222219</c:v>
                </c:pt>
                <c:pt idx="20066">
                  <c:v>45528.620833333327</c:v>
                </c:pt>
                <c:pt idx="20067">
                  <c:v>45571.401388888888</c:v>
                </c:pt>
                <c:pt idx="20068">
                  <c:v>45867.29791666667</c:v>
                </c:pt>
                <c:pt idx="20069">
                  <c:v>45643.871527777781</c:v>
                </c:pt>
                <c:pt idx="20070">
                  <c:v>45805.515277777777</c:v>
                </c:pt>
                <c:pt idx="20071">
                  <c:v>45834.775694444441</c:v>
                </c:pt>
                <c:pt idx="20072">
                  <c:v>45751.561805555553</c:v>
                </c:pt>
                <c:pt idx="20073">
                  <c:v>45774.700694444437</c:v>
                </c:pt>
                <c:pt idx="20074">
                  <c:v>45911.640277777777</c:v>
                </c:pt>
                <c:pt idx="20075">
                  <c:v>45630.638888888891</c:v>
                </c:pt>
                <c:pt idx="20076">
                  <c:v>45609.863888888889</c:v>
                </c:pt>
                <c:pt idx="20077">
                  <c:v>45661.529166666667</c:v>
                </c:pt>
                <c:pt idx="20078">
                  <c:v>45592.804861111108</c:v>
                </c:pt>
                <c:pt idx="20079">
                  <c:v>45899.680555555547</c:v>
                </c:pt>
                <c:pt idx="20080">
                  <c:v>45970.886805555558</c:v>
                </c:pt>
                <c:pt idx="20081">
                  <c:v>45970.886805555558</c:v>
                </c:pt>
                <c:pt idx="20082">
                  <c:v>45934.679861111108</c:v>
                </c:pt>
                <c:pt idx="20083">
                  <c:v>45934.679861111108</c:v>
                </c:pt>
                <c:pt idx="20084">
                  <c:v>45930.648611111108</c:v>
                </c:pt>
                <c:pt idx="20085">
                  <c:v>45755.327777777777</c:v>
                </c:pt>
                <c:pt idx="20086">
                  <c:v>45760.797222222223</c:v>
                </c:pt>
                <c:pt idx="20087">
                  <c:v>45710.908333333333</c:v>
                </c:pt>
                <c:pt idx="20088">
                  <c:v>45462.701388888891</c:v>
                </c:pt>
                <c:pt idx="20089">
                  <c:v>45401.511805555558</c:v>
                </c:pt>
                <c:pt idx="20090">
                  <c:v>45443.643055555563</c:v>
                </c:pt>
                <c:pt idx="20091">
                  <c:v>45489.640277777777</c:v>
                </c:pt>
                <c:pt idx="20092">
                  <c:v>45503.414583333331</c:v>
                </c:pt>
                <c:pt idx="20093">
                  <c:v>45874.509027777778</c:v>
                </c:pt>
                <c:pt idx="20094">
                  <c:v>45640.213888888888</c:v>
                </c:pt>
                <c:pt idx="20095">
                  <c:v>46009.229166666657</c:v>
                </c:pt>
                <c:pt idx="20096">
                  <c:v>45649.663888888892</c:v>
                </c:pt>
                <c:pt idx="20097">
                  <c:v>45888.237500000003</c:v>
                </c:pt>
                <c:pt idx="20098">
                  <c:v>45935.581944444442</c:v>
                </c:pt>
                <c:pt idx="20099">
                  <c:v>45930.594444444447</c:v>
                </c:pt>
                <c:pt idx="20100">
                  <c:v>45739.961805555547</c:v>
                </c:pt>
                <c:pt idx="20101">
                  <c:v>45932.915972222218</c:v>
                </c:pt>
                <c:pt idx="20102">
                  <c:v>45619.570833333331</c:v>
                </c:pt>
                <c:pt idx="20103">
                  <c:v>45714.398611111108</c:v>
                </c:pt>
                <c:pt idx="20104">
                  <c:v>45763.787499999999</c:v>
                </c:pt>
                <c:pt idx="20105">
                  <c:v>45880.71597222222</c:v>
                </c:pt>
                <c:pt idx="20106">
                  <c:v>45509.581944444442</c:v>
                </c:pt>
                <c:pt idx="20107">
                  <c:v>45950.193749999999</c:v>
                </c:pt>
                <c:pt idx="20108">
                  <c:v>45949.79583333333</c:v>
                </c:pt>
                <c:pt idx="20109">
                  <c:v>45950.535416666673</c:v>
                </c:pt>
                <c:pt idx="20110">
                  <c:v>45950.922222222223</c:v>
                </c:pt>
                <c:pt idx="20111">
                  <c:v>46007.466666666667</c:v>
                </c:pt>
                <c:pt idx="20112">
                  <c:v>45365.529166666667</c:v>
                </c:pt>
                <c:pt idx="20113">
                  <c:v>45980.863888888889</c:v>
                </c:pt>
                <c:pt idx="20114">
                  <c:v>45993.423611111109</c:v>
                </c:pt>
                <c:pt idx="20115">
                  <c:v>45958.04791666667</c:v>
                </c:pt>
                <c:pt idx="20116">
                  <c:v>45899.831250000003</c:v>
                </c:pt>
                <c:pt idx="20117">
                  <c:v>45838.700694444437</c:v>
                </c:pt>
                <c:pt idx="20118">
                  <c:v>45681.866666666669</c:v>
                </c:pt>
                <c:pt idx="20119">
                  <c:v>45628.779861111107</c:v>
                </c:pt>
                <c:pt idx="20120">
                  <c:v>45581.503472222219</c:v>
                </c:pt>
                <c:pt idx="20121">
                  <c:v>45509.657638888893</c:v>
                </c:pt>
                <c:pt idx="20122">
                  <c:v>45932.447916666657</c:v>
                </c:pt>
                <c:pt idx="20123">
                  <c:v>45672.458333333343</c:v>
                </c:pt>
                <c:pt idx="20124">
                  <c:v>45353.281944444447</c:v>
                </c:pt>
                <c:pt idx="20125">
                  <c:v>45790.477777777778</c:v>
                </c:pt>
                <c:pt idx="20126">
                  <c:v>45513.843055555553</c:v>
                </c:pt>
                <c:pt idx="20127">
                  <c:v>45790.477777777778</c:v>
                </c:pt>
                <c:pt idx="20128">
                  <c:v>45474.613888888889</c:v>
                </c:pt>
                <c:pt idx="20129">
                  <c:v>45593.311805555553</c:v>
                </c:pt>
                <c:pt idx="20130">
                  <c:v>45353.281944444447</c:v>
                </c:pt>
                <c:pt idx="20131">
                  <c:v>45474.613888888889</c:v>
                </c:pt>
                <c:pt idx="20132">
                  <c:v>45513.843055555553</c:v>
                </c:pt>
                <c:pt idx="20133">
                  <c:v>45759.298611111109</c:v>
                </c:pt>
                <c:pt idx="20134">
                  <c:v>45593.311805555553</c:v>
                </c:pt>
                <c:pt idx="20135">
                  <c:v>45672.458333333343</c:v>
                </c:pt>
                <c:pt idx="20136">
                  <c:v>45759.298611111109</c:v>
                </c:pt>
                <c:pt idx="20137">
                  <c:v>45821.475694444453</c:v>
                </c:pt>
                <c:pt idx="20138">
                  <c:v>45546.798611111109</c:v>
                </c:pt>
                <c:pt idx="20139">
                  <c:v>45900.865277777782</c:v>
                </c:pt>
                <c:pt idx="20140">
                  <c:v>45900.865277777782</c:v>
                </c:pt>
                <c:pt idx="20141">
                  <c:v>45696.775000000001</c:v>
                </c:pt>
                <c:pt idx="20142">
                  <c:v>45647.800694444442</c:v>
                </c:pt>
                <c:pt idx="20143">
                  <c:v>45939.500694444447</c:v>
                </c:pt>
                <c:pt idx="20144">
                  <c:v>45397.52847222222</c:v>
                </c:pt>
                <c:pt idx="20145">
                  <c:v>45723.809027777781</c:v>
                </c:pt>
                <c:pt idx="20146">
                  <c:v>45696.775000000001</c:v>
                </c:pt>
                <c:pt idx="20147">
                  <c:v>45821.475694444453</c:v>
                </c:pt>
                <c:pt idx="20148">
                  <c:v>45319.567361111112</c:v>
                </c:pt>
                <c:pt idx="20149">
                  <c:v>45939.500694444447</c:v>
                </c:pt>
                <c:pt idx="20150">
                  <c:v>45994.604861111111</c:v>
                </c:pt>
                <c:pt idx="20151">
                  <c:v>45723.809027777781</c:v>
                </c:pt>
                <c:pt idx="20152">
                  <c:v>45434.280555555553</c:v>
                </c:pt>
                <c:pt idx="20153">
                  <c:v>45397.52847222222</c:v>
                </c:pt>
                <c:pt idx="20154">
                  <c:v>45647.800694444442</c:v>
                </c:pt>
                <c:pt idx="20155">
                  <c:v>45994.604861111111</c:v>
                </c:pt>
                <c:pt idx="20156">
                  <c:v>45434.280555555553</c:v>
                </c:pt>
                <c:pt idx="20157">
                  <c:v>45546.798611111109</c:v>
                </c:pt>
                <c:pt idx="20158">
                  <c:v>45319.567361111112</c:v>
                </c:pt>
                <c:pt idx="20159">
                  <c:v>45728.296527777777</c:v>
                </c:pt>
                <c:pt idx="20160">
                  <c:v>45740.484027777777</c:v>
                </c:pt>
                <c:pt idx="20161">
                  <c:v>45753.354861111111</c:v>
                </c:pt>
                <c:pt idx="20162">
                  <c:v>45905.67083333333</c:v>
                </c:pt>
                <c:pt idx="20163">
                  <c:v>45936.580555555563</c:v>
                </c:pt>
                <c:pt idx="20164">
                  <c:v>46023.904861111107</c:v>
                </c:pt>
                <c:pt idx="20165">
                  <c:v>45779.402083333327</c:v>
                </c:pt>
                <c:pt idx="20166">
                  <c:v>45778.325694444437</c:v>
                </c:pt>
                <c:pt idx="20167">
                  <c:v>45443.513888888891</c:v>
                </c:pt>
                <c:pt idx="20168">
                  <c:v>45778.344444444447</c:v>
                </c:pt>
                <c:pt idx="20169">
                  <c:v>45813.94027777778</c:v>
                </c:pt>
                <c:pt idx="20170">
                  <c:v>45991.44027777778</c:v>
                </c:pt>
                <c:pt idx="20171">
                  <c:v>45637.843055555553</c:v>
                </c:pt>
                <c:pt idx="20172">
                  <c:v>45843.263194444437</c:v>
                </c:pt>
                <c:pt idx="20173">
                  <c:v>45645.399305555547</c:v>
                </c:pt>
                <c:pt idx="20174">
                  <c:v>45664.613194444442</c:v>
                </c:pt>
                <c:pt idx="20175">
                  <c:v>45711.729861111111</c:v>
                </c:pt>
                <c:pt idx="20176">
                  <c:v>45576.31527777778</c:v>
                </c:pt>
                <c:pt idx="20177">
                  <c:v>45446.418055555558</c:v>
                </c:pt>
                <c:pt idx="20178">
                  <c:v>45801.365972222222</c:v>
                </c:pt>
                <c:pt idx="20179">
                  <c:v>45335.540972222218</c:v>
                </c:pt>
                <c:pt idx="20180">
                  <c:v>45509.304861111108</c:v>
                </c:pt>
                <c:pt idx="20181">
                  <c:v>45643.593055555553</c:v>
                </c:pt>
                <c:pt idx="20182">
                  <c:v>45365.423611111109</c:v>
                </c:pt>
                <c:pt idx="20183">
                  <c:v>46015.581944444442</c:v>
                </c:pt>
                <c:pt idx="20184">
                  <c:v>45672.492361111108</c:v>
                </c:pt>
                <c:pt idx="20185">
                  <c:v>45381.694444444453</c:v>
                </c:pt>
                <c:pt idx="20186">
                  <c:v>45701.238888888889</c:v>
                </c:pt>
                <c:pt idx="20187">
                  <c:v>45483.496527777781</c:v>
                </c:pt>
                <c:pt idx="20188">
                  <c:v>45342.418055555558</c:v>
                </c:pt>
                <c:pt idx="20189">
                  <c:v>45540.370138888888</c:v>
                </c:pt>
                <c:pt idx="20190">
                  <c:v>45744.478472222218</c:v>
                </c:pt>
                <c:pt idx="20191">
                  <c:v>45884.415972222218</c:v>
                </c:pt>
                <c:pt idx="20192">
                  <c:v>45842.697222222218</c:v>
                </c:pt>
                <c:pt idx="20193">
                  <c:v>45421.383333333331</c:v>
                </c:pt>
                <c:pt idx="20194">
                  <c:v>45785.602083333331</c:v>
                </c:pt>
                <c:pt idx="20195">
                  <c:v>45454.995833333327</c:v>
                </c:pt>
                <c:pt idx="20196">
                  <c:v>45519.332638888889</c:v>
                </c:pt>
                <c:pt idx="20197">
                  <c:v>45306.661805555559</c:v>
                </c:pt>
                <c:pt idx="20198">
                  <c:v>45951.693749999999</c:v>
                </c:pt>
                <c:pt idx="20199">
                  <c:v>45580.754166666673</c:v>
                </c:pt>
                <c:pt idx="20200">
                  <c:v>45890.532638888893</c:v>
                </c:pt>
                <c:pt idx="20201">
                  <c:v>45780.316666666673</c:v>
                </c:pt>
                <c:pt idx="20202">
                  <c:v>45894.432638888888</c:v>
                </c:pt>
                <c:pt idx="20203">
                  <c:v>45891.848611111112</c:v>
                </c:pt>
                <c:pt idx="20204">
                  <c:v>45924.636111111111</c:v>
                </c:pt>
                <c:pt idx="20205">
                  <c:v>45925.834722222222</c:v>
                </c:pt>
                <c:pt idx="20206">
                  <c:v>45919.402083333327</c:v>
                </c:pt>
                <c:pt idx="20207">
                  <c:v>45915.72152777778</c:v>
                </c:pt>
                <c:pt idx="20208">
                  <c:v>45659.53402777778</c:v>
                </c:pt>
                <c:pt idx="20209">
                  <c:v>45691.979166666657</c:v>
                </c:pt>
                <c:pt idx="20210">
                  <c:v>45476.522916666669</c:v>
                </c:pt>
                <c:pt idx="20211">
                  <c:v>45350.668055555558</c:v>
                </c:pt>
                <c:pt idx="20212">
                  <c:v>45979.864583333343</c:v>
                </c:pt>
                <c:pt idx="20213">
                  <c:v>46012.917361111111</c:v>
                </c:pt>
                <c:pt idx="20214">
                  <c:v>45957.95</c:v>
                </c:pt>
                <c:pt idx="20215">
                  <c:v>45516.527777777781</c:v>
                </c:pt>
                <c:pt idx="20216">
                  <c:v>45990.955555555563</c:v>
                </c:pt>
                <c:pt idx="20217">
                  <c:v>45809.159722222219</c:v>
                </c:pt>
                <c:pt idx="20218">
                  <c:v>45893.73333333333</c:v>
                </c:pt>
                <c:pt idx="20219">
                  <c:v>45535.603472222218</c:v>
                </c:pt>
                <c:pt idx="20220">
                  <c:v>45557.691666666673</c:v>
                </c:pt>
                <c:pt idx="20221">
                  <c:v>45435.710416666669</c:v>
                </c:pt>
                <c:pt idx="20222">
                  <c:v>45885.886805555558</c:v>
                </c:pt>
                <c:pt idx="20223">
                  <c:v>46020.47152777778</c:v>
                </c:pt>
                <c:pt idx="20224">
                  <c:v>45934.515277777777</c:v>
                </c:pt>
                <c:pt idx="20225">
                  <c:v>45592.318749999999</c:v>
                </c:pt>
                <c:pt idx="20226">
                  <c:v>45816.303472222222</c:v>
                </c:pt>
                <c:pt idx="20227">
                  <c:v>46017.798611111109</c:v>
                </c:pt>
                <c:pt idx="20228">
                  <c:v>45977.383333333331</c:v>
                </c:pt>
                <c:pt idx="20229">
                  <c:v>45844.602777777778</c:v>
                </c:pt>
                <c:pt idx="20230">
                  <c:v>45476.797222222223</c:v>
                </c:pt>
                <c:pt idx="20231">
                  <c:v>45748.326388888891</c:v>
                </c:pt>
                <c:pt idx="20232">
                  <c:v>45672.975694444453</c:v>
                </c:pt>
                <c:pt idx="20233">
                  <c:v>45777.675694444442</c:v>
                </c:pt>
                <c:pt idx="20234">
                  <c:v>45624.3</c:v>
                </c:pt>
                <c:pt idx="20235">
                  <c:v>45700.684027777781</c:v>
                </c:pt>
                <c:pt idx="20236">
                  <c:v>45507.647916666669</c:v>
                </c:pt>
                <c:pt idx="20237">
                  <c:v>45595.267361111109</c:v>
                </c:pt>
                <c:pt idx="20238">
                  <c:v>45442.65625</c:v>
                </c:pt>
                <c:pt idx="20239">
                  <c:v>45542.862500000003</c:v>
                </c:pt>
                <c:pt idx="20240">
                  <c:v>45711.201388888891</c:v>
                </c:pt>
                <c:pt idx="20241">
                  <c:v>45716.803472222222</c:v>
                </c:pt>
                <c:pt idx="20242">
                  <c:v>45837.646527777782</c:v>
                </c:pt>
                <c:pt idx="20243">
                  <c:v>45911.806944444441</c:v>
                </c:pt>
                <c:pt idx="20244">
                  <c:v>45911.806944444441</c:v>
                </c:pt>
                <c:pt idx="20245">
                  <c:v>45864.372916666667</c:v>
                </c:pt>
                <c:pt idx="20246">
                  <c:v>45837.646527777782</c:v>
                </c:pt>
                <c:pt idx="20247">
                  <c:v>45864.372916666667</c:v>
                </c:pt>
                <c:pt idx="20248">
                  <c:v>45432.662499999999</c:v>
                </c:pt>
                <c:pt idx="20249">
                  <c:v>45744.5625</c:v>
                </c:pt>
                <c:pt idx="20250">
                  <c:v>45792.176388888889</c:v>
                </c:pt>
                <c:pt idx="20251">
                  <c:v>45667.36041666667</c:v>
                </c:pt>
                <c:pt idx="20252">
                  <c:v>45810.907638888893</c:v>
                </c:pt>
                <c:pt idx="20253">
                  <c:v>45748.592361111107</c:v>
                </c:pt>
                <c:pt idx="20254">
                  <c:v>45971.585416666669</c:v>
                </c:pt>
                <c:pt idx="20255">
                  <c:v>45931.597222222219</c:v>
                </c:pt>
                <c:pt idx="20256">
                  <c:v>45848.494444444441</c:v>
                </c:pt>
                <c:pt idx="20257">
                  <c:v>45882.006249999999</c:v>
                </c:pt>
                <c:pt idx="20258">
                  <c:v>45666.911805555559</c:v>
                </c:pt>
                <c:pt idx="20259">
                  <c:v>45904.863888888889</c:v>
                </c:pt>
                <c:pt idx="20260">
                  <c:v>45904.863888888889</c:v>
                </c:pt>
                <c:pt idx="20261">
                  <c:v>45666.911805555559</c:v>
                </c:pt>
                <c:pt idx="20262">
                  <c:v>45666.911805555559</c:v>
                </c:pt>
                <c:pt idx="20263">
                  <c:v>45904.863888888889</c:v>
                </c:pt>
                <c:pt idx="20264">
                  <c:v>45922.01666666667</c:v>
                </c:pt>
                <c:pt idx="20265">
                  <c:v>45397.176388888889</c:v>
                </c:pt>
                <c:pt idx="20266">
                  <c:v>45853.068055555559</c:v>
                </c:pt>
                <c:pt idx="20267">
                  <c:v>45782.519444444442</c:v>
                </c:pt>
                <c:pt idx="20268">
                  <c:v>45331.845833333333</c:v>
                </c:pt>
                <c:pt idx="20269">
                  <c:v>45499.100694444453</c:v>
                </c:pt>
                <c:pt idx="20270">
                  <c:v>45432.911111111112</c:v>
                </c:pt>
                <c:pt idx="20271">
                  <c:v>45706.398611111108</c:v>
                </c:pt>
                <c:pt idx="20272">
                  <c:v>45607.299305555563</c:v>
                </c:pt>
                <c:pt idx="20273">
                  <c:v>45545.130555555559</c:v>
                </c:pt>
                <c:pt idx="20274">
                  <c:v>45455.15347222222</c:v>
                </c:pt>
                <c:pt idx="20275">
                  <c:v>45377.255555555559</c:v>
                </c:pt>
                <c:pt idx="20276">
                  <c:v>45302.629166666673</c:v>
                </c:pt>
                <c:pt idx="20277">
                  <c:v>45774.695833333331</c:v>
                </c:pt>
                <c:pt idx="20278">
                  <c:v>45828.392361111109</c:v>
                </c:pt>
                <c:pt idx="20279">
                  <c:v>45939.540277777778</c:v>
                </c:pt>
                <c:pt idx="20280">
                  <c:v>45876.522222222222</c:v>
                </c:pt>
                <c:pt idx="20281">
                  <c:v>45617.665277777778</c:v>
                </c:pt>
                <c:pt idx="20282">
                  <c:v>45761.357638888891</c:v>
                </c:pt>
                <c:pt idx="20283">
                  <c:v>45761.357638888891</c:v>
                </c:pt>
                <c:pt idx="20284">
                  <c:v>45639.552083333343</c:v>
                </c:pt>
                <c:pt idx="20285">
                  <c:v>45639.552083333343</c:v>
                </c:pt>
                <c:pt idx="20286">
                  <c:v>45425.759722222218</c:v>
                </c:pt>
                <c:pt idx="20287">
                  <c:v>45509.661805555559</c:v>
                </c:pt>
                <c:pt idx="20288">
                  <c:v>45950.465277777781</c:v>
                </c:pt>
                <c:pt idx="20289">
                  <c:v>45954.353472222218</c:v>
                </c:pt>
                <c:pt idx="20290">
                  <c:v>45919.292361111111</c:v>
                </c:pt>
                <c:pt idx="20291">
                  <c:v>45895.345138888893</c:v>
                </c:pt>
                <c:pt idx="20292">
                  <c:v>46014.310416666667</c:v>
                </c:pt>
                <c:pt idx="20293">
                  <c:v>45341.821527777778</c:v>
                </c:pt>
                <c:pt idx="20294">
                  <c:v>45716.344444444447</c:v>
                </c:pt>
                <c:pt idx="20295">
                  <c:v>45931.435416666667</c:v>
                </c:pt>
                <c:pt idx="20296">
                  <c:v>46021.627083333333</c:v>
                </c:pt>
                <c:pt idx="20297">
                  <c:v>45671.808333333327</c:v>
                </c:pt>
                <c:pt idx="20298">
                  <c:v>45593.90625</c:v>
                </c:pt>
                <c:pt idx="20299">
                  <c:v>45509.584027777782</c:v>
                </c:pt>
                <c:pt idx="20300">
                  <c:v>46011.706250000003</c:v>
                </c:pt>
                <c:pt idx="20301">
                  <c:v>46020.636111111111</c:v>
                </c:pt>
                <c:pt idx="20302">
                  <c:v>45881.849305555559</c:v>
                </c:pt>
                <c:pt idx="20303">
                  <c:v>45981.756944444453</c:v>
                </c:pt>
                <c:pt idx="20304">
                  <c:v>45626.612500000003</c:v>
                </c:pt>
                <c:pt idx="20305">
                  <c:v>45600.953472222223</c:v>
                </c:pt>
                <c:pt idx="20306">
                  <c:v>45772.603472222218</c:v>
                </c:pt>
                <c:pt idx="20307">
                  <c:v>45507.267361111109</c:v>
                </c:pt>
                <c:pt idx="20308">
                  <c:v>45755.71875</c:v>
                </c:pt>
                <c:pt idx="20309">
                  <c:v>45587.554166666669</c:v>
                </c:pt>
                <c:pt idx="20310">
                  <c:v>45976.943749999999</c:v>
                </c:pt>
                <c:pt idx="20311">
                  <c:v>45534.910416666673</c:v>
                </c:pt>
                <c:pt idx="20312">
                  <c:v>45946.314583333333</c:v>
                </c:pt>
                <c:pt idx="20313">
                  <c:v>45622.594444444447</c:v>
                </c:pt>
                <c:pt idx="20314">
                  <c:v>45572.605555555558</c:v>
                </c:pt>
                <c:pt idx="20315">
                  <c:v>45971.501388888893</c:v>
                </c:pt>
                <c:pt idx="20316">
                  <c:v>45828.566666666673</c:v>
                </c:pt>
                <c:pt idx="20317">
                  <c:v>45996.675694444442</c:v>
                </c:pt>
                <c:pt idx="20318">
                  <c:v>45818.657638888893</c:v>
                </c:pt>
                <c:pt idx="20319">
                  <c:v>45904.521527777782</c:v>
                </c:pt>
                <c:pt idx="20320">
                  <c:v>45471.621527777781</c:v>
                </c:pt>
                <c:pt idx="20321">
                  <c:v>45533.577777777777</c:v>
                </c:pt>
                <c:pt idx="20322">
                  <c:v>45543.671527777777</c:v>
                </c:pt>
                <c:pt idx="20323">
                  <c:v>45688.761111111111</c:v>
                </c:pt>
                <c:pt idx="20324">
                  <c:v>45708.367361111108</c:v>
                </c:pt>
                <c:pt idx="20325">
                  <c:v>45710.354166666657</c:v>
                </c:pt>
                <c:pt idx="20326">
                  <c:v>45533.476388888892</c:v>
                </c:pt>
                <c:pt idx="20327">
                  <c:v>45540.228472222218</c:v>
                </c:pt>
                <c:pt idx="20328">
                  <c:v>45691.830555555563</c:v>
                </c:pt>
                <c:pt idx="20329">
                  <c:v>45997.79583333333</c:v>
                </c:pt>
                <c:pt idx="20330">
                  <c:v>45347.79583333333</c:v>
                </c:pt>
                <c:pt idx="20331">
                  <c:v>45704.085416666669</c:v>
                </c:pt>
                <c:pt idx="20332">
                  <c:v>45491.006249999999</c:v>
                </c:pt>
                <c:pt idx="20333">
                  <c:v>45696.886111111111</c:v>
                </c:pt>
                <c:pt idx="20334">
                  <c:v>45710.219444444447</c:v>
                </c:pt>
                <c:pt idx="20335">
                  <c:v>45995.502083333333</c:v>
                </c:pt>
                <c:pt idx="20336">
                  <c:v>45939.15</c:v>
                </c:pt>
                <c:pt idx="20337">
                  <c:v>45465.004166666673</c:v>
                </c:pt>
                <c:pt idx="20338">
                  <c:v>45432.40902777778</c:v>
                </c:pt>
                <c:pt idx="20339">
                  <c:v>45548.938888888893</c:v>
                </c:pt>
                <c:pt idx="20340">
                  <c:v>45313.921527777777</c:v>
                </c:pt>
                <c:pt idx="20341">
                  <c:v>46014.470138888893</c:v>
                </c:pt>
                <c:pt idx="20342">
                  <c:v>45968.504861111112</c:v>
                </c:pt>
                <c:pt idx="20343">
                  <c:v>45671.76458333333</c:v>
                </c:pt>
                <c:pt idx="20344">
                  <c:v>45359.786111111112</c:v>
                </c:pt>
                <c:pt idx="20345">
                  <c:v>46023.651388888888</c:v>
                </c:pt>
                <c:pt idx="20346">
                  <c:v>45939.677083333343</c:v>
                </c:pt>
                <c:pt idx="20347">
                  <c:v>45635.635416666657</c:v>
                </c:pt>
                <c:pt idx="20348">
                  <c:v>45676.880555555559</c:v>
                </c:pt>
                <c:pt idx="20349">
                  <c:v>45711.672222222223</c:v>
                </c:pt>
                <c:pt idx="20350">
                  <c:v>45769.655555555553</c:v>
                </c:pt>
                <c:pt idx="20351">
                  <c:v>45683.818055555559</c:v>
                </c:pt>
                <c:pt idx="20352">
                  <c:v>45768.405555555553</c:v>
                </c:pt>
                <c:pt idx="20353">
                  <c:v>45492.504166666673</c:v>
                </c:pt>
                <c:pt idx="20354">
                  <c:v>45420.535416666673</c:v>
                </c:pt>
                <c:pt idx="20355">
                  <c:v>45382.438194444447</c:v>
                </c:pt>
                <c:pt idx="20356">
                  <c:v>45582.432638888888</c:v>
                </c:pt>
                <c:pt idx="20357">
                  <c:v>45441.375</c:v>
                </c:pt>
                <c:pt idx="20358">
                  <c:v>45471.798611111109</c:v>
                </c:pt>
                <c:pt idx="20359">
                  <c:v>45663.967361111107</c:v>
                </c:pt>
                <c:pt idx="20360">
                  <c:v>45839.875</c:v>
                </c:pt>
                <c:pt idx="20361">
                  <c:v>45377.848611111112</c:v>
                </c:pt>
                <c:pt idx="20362">
                  <c:v>45319.491666666669</c:v>
                </c:pt>
                <c:pt idx="20363">
                  <c:v>45745.952777777777</c:v>
                </c:pt>
                <c:pt idx="20364">
                  <c:v>45780.469444444447</c:v>
                </c:pt>
                <c:pt idx="20365">
                  <c:v>45931.913194444453</c:v>
                </c:pt>
                <c:pt idx="20366">
                  <c:v>45532.625694444447</c:v>
                </c:pt>
                <c:pt idx="20367">
                  <c:v>45989.935416666667</c:v>
                </c:pt>
                <c:pt idx="20368">
                  <c:v>45897.926388888889</c:v>
                </c:pt>
                <c:pt idx="20369">
                  <c:v>45542.354861111111</c:v>
                </c:pt>
                <c:pt idx="20370">
                  <c:v>45896.693749999999</c:v>
                </c:pt>
                <c:pt idx="20371">
                  <c:v>45851.837500000001</c:v>
                </c:pt>
                <c:pt idx="20372">
                  <c:v>45681.692361111112</c:v>
                </c:pt>
                <c:pt idx="20373">
                  <c:v>46017.456250000003</c:v>
                </c:pt>
                <c:pt idx="20374">
                  <c:v>45747.506249999999</c:v>
                </c:pt>
                <c:pt idx="20375">
                  <c:v>45680.886805555558</c:v>
                </c:pt>
                <c:pt idx="20376">
                  <c:v>45690.513194444437</c:v>
                </c:pt>
                <c:pt idx="20377">
                  <c:v>45712.776388888888</c:v>
                </c:pt>
                <c:pt idx="20378">
                  <c:v>45932.82708333333</c:v>
                </c:pt>
                <c:pt idx="20379">
                  <c:v>45739.873611111107</c:v>
                </c:pt>
                <c:pt idx="20380">
                  <c:v>45691.603472222218</c:v>
                </c:pt>
                <c:pt idx="20381">
                  <c:v>45648.166666666657</c:v>
                </c:pt>
                <c:pt idx="20382">
                  <c:v>45691.606249999997</c:v>
                </c:pt>
                <c:pt idx="20383">
                  <c:v>45691.47152777778</c:v>
                </c:pt>
                <c:pt idx="20384">
                  <c:v>45698.793055555558</c:v>
                </c:pt>
                <c:pt idx="20385">
                  <c:v>45696.613888888889</c:v>
                </c:pt>
                <c:pt idx="20386">
                  <c:v>45671.635416666657</c:v>
                </c:pt>
                <c:pt idx="20387">
                  <c:v>45489.830555555563</c:v>
                </c:pt>
                <c:pt idx="20388">
                  <c:v>45902.879861111112</c:v>
                </c:pt>
                <c:pt idx="20389">
                  <c:v>46006.533333333333</c:v>
                </c:pt>
                <c:pt idx="20390">
                  <c:v>46020.893055555563</c:v>
                </c:pt>
                <c:pt idx="20391">
                  <c:v>45691.887499999997</c:v>
                </c:pt>
                <c:pt idx="20392">
                  <c:v>45398.454861111109</c:v>
                </c:pt>
                <c:pt idx="20393">
                  <c:v>45808.451388888891</c:v>
                </c:pt>
                <c:pt idx="20394">
                  <c:v>45632.745833333327</c:v>
                </c:pt>
                <c:pt idx="20395">
                  <c:v>45324.356944444437</c:v>
                </c:pt>
                <c:pt idx="20396">
                  <c:v>45733.854166666657</c:v>
                </c:pt>
                <c:pt idx="20397">
                  <c:v>45542.405555555553</c:v>
                </c:pt>
                <c:pt idx="20398">
                  <c:v>45981.734722222223</c:v>
                </c:pt>
                <c:pt idx="20399">
                  <c:v>45634.904166666667</c:v>
                </c:pt>
                <c:pt idx="20400">
                  <c:v>45568.924305555563</c:v>
                </c:pt>
                <c:pt idx="20401">
                  <c:v>45875.616666666669</c:v>
                </c:pt>
                <c:pt idx="20402">
                  <c:v>45895.884722222218</c:v>
                </c:pt>
                <c:pt idx="20403">
                  <c:v>45822.951388888891</c:v>
                </c:pt>
                <c:pt idx="20404">
                  <c:v>45694.90902777778</c:v>
                </c:pt>
                <c:pt idx="20405">
                  <c:v>45685.932638888888</c:v>
                </c:pt>
                <c:pt idx="20406">
                  <c:v>45916.081944444442</c:v>
                </c:pt>
                <c:pt idx="20407">
                  <c:v>45749.529166666667</c:v>
                </c:pt>
                <c:pt idx="20408">
                  <c:v>45920.748611111107</c:v>
                </c:pt>
                <c:pt idx="20409">
                  <c:v>45920.748611111107</c:v>
                </c:pt>
                <c:pt idx="20410">
                  <c:v>45749.529166666667</c:v>
                </c:pt>
                <c:pt idx="20411">
                  <c:v>45481.115972222222</c:v>
                </c:pt>
                <c:pt idx="20412">
                  <c:v>45481.115972222222</c:v>
                </c:pt>
                <c:pt idx="20413">
                  <c:v>45920.748611111107</c:v>
                </c:pt>
                <c:pt idx="20414">
                  <c:v>45481.115972222222</c:v>
                </c:pt>
                <c:pt idx="20415">
                  <c:v>45920.748611111107</c:v>
                </c:pt>
                <c:pt idx="20416">
                  <c:v>45749.529166666667</c:v>
                </c:pt>
                <c:pt idx="20417">
                  <c:v>45749.529166666667</c:v>
                </c:pt>
                <c:pt idx="20418">
                  <c:v>45749.529166666667</c:v>
                </c:pt>
                <c:pt idx="20419">
                  <c:v>45749.529166666667</c:v>
                </c:pt>
                <c:pt idx="20420">
                  <c:v>45481.115972222222</c:v>
                </c:pt>
                <c:pt idx="20421">
                  <c:v>45920.748611111107</c:v>
                </c:pt>
                <c:pt idx="20422">
                  <c:v>45604.886111111111</c:v>
                </c:pt>
                <c:pt idx="20423">
                  <c:v>45604.886111111111</c:v>
                </c:pt>
                <c:pt idx="20424">
                  <c:v>45834.251388888893</c:v>
                </c:pt>
                <c:pt idx="20425">
                  <c:v>45834.251388888893</c:v>
                </c:pt>
                <c:pt idx="20426">
                  <c:v>45834.251388888893</c:v>
                </c:pt>
                <c:pt idx="20427">
                  <c:v>45834.251388888893</c:v>
                </c:pt>
                <c:pt idx="20428">
                  <c:v>45834.251388888893</c:v>
                </c:pt>
                <c:pt idx="20429">
                  <c:v>45686.420138888891</c:v>
                </c:pt>
                <c:pt idx="20430">
                  <c:v>45686.420138888891</c:v>
                </c:pt>
                <c:pt idx="20431">
                  <c:v>45481.115972222222</c:v>
                </c:pt>
                <c:pt idx="20432">
                  <c:v>45686.420138888891</c:v>
                </c:pt>
                <c:pt idx="20433">
                  <c:v>45686.420138888891</c:v>
                </c:pt>
                <c:pt idx="20434">
                  <c:v>45920.748611111107</c:v>
                </c:pt>
                <c:pt idx="20435">
                  <c:v>45686.420138888891</c:v>
                </c:pt>
                <c:pt idx="20436">
                  <c:v>45604.886111111111</c:v>
                </c:pt>
                <c:pt idx="20437">
                  <c:v>45604.886111111111</c:v>
                </c:pt>
                <c:pt idx="20438">
                  <c:v>45604.886111111111</c:v>
                </c:pt>
                <c:pt idx="20439">
                  <c:v>45604.886111111111</c:v>
                </c:pt>
                <c:pt idx="20440">
                  <c:v>45686.420138888891</c:v>
                </c:pt>
                <c:pt idx="20441">
                  <c:v>45834.251388888893</c:v>
                </c:pt>
                <c:pt idx="20442">
                  <c:v>45481.115972222222</c:v>
                </c:pt>
                <c:pt idx="20443">
                  <c:v>45716.506249999999</c:v>
                </c:pt>
                <c:pt idx="20444">
                  <c:v>45716.506249999999</c:v>
                </c:pt>
                <c:pt idx="20445">
                  <c:v>45716.506249999999</c:v>
                </c:pt>
                <c:pt idx="20446">
                  <c:v>45716.506249999999</c:v>
                </c:pt>
                <c:pt idx="20447">
                  <c:v>45716.506249999999</c:v>
                </c:pt>
                <c:pt idx="20448">
                  <c:v>45716.506249999999</c:v>
                </c:pt>
                <c:pt idx="20449">
                  <c:v>45755.432638888888</c:v>
                </c:pt>
                <c:pt idx="20450">
                  <c:v>45808.823611111111</c:v>
                </c:pt>
                <c:pt idx="20451">
                  <c:v>45747.623611111107</c:v>
                </c:pt>
                <c:pt idx="20452">
                  <c:v>45939.581944444442</c:v>
                </c:pt>
                <c:pt idx="20453">
                  <c:v>45964.429861111108</c:v>
                </c:pt>
                <c:pt idx="20454">
                  <c:v>45967.571527777778</c:v>
                </c:pt>
                <c:pt idx="20455">
                  <c:v>45757.531944444447</c:v>
                </c:pt>
                <c:pt idx="20456">
                  <c:v>45840.704861111109</c:v>
                </c:pt>
                <c:pt idx="20457">
                  <c:v>45526.38958333333</c:v>
                </c:pt>
                <c:pt idx="20458">
                  <c:v>45808.726388888892</c:v>
                </c:pt>
                <c:pt idx="20459">
                  <c:v>45967.603472222218</c:v>
                </c:pt>
                <c:pt idx="20460">
                  <c:v>45399.863194444442</c:v>
                </c:pt>
                <c:pt idx="20461">
                  <c:v>45456.313194444447</c:v>
                </c:pt>
                <c:pt idx="20462">
                  <c:v>45502.684027777781</c:v>
                </c:pt>
                <c:pt idx="20463">
                  <c:v>45681.393055555563</c:v>
                </c:pt>
                <c:pt idx="20464">
                  <c:v>45512.393750000003</c:v>
                </c:pt>
                <c:pt idx="20465">
                  <c:v>45367.285416666673</c:v>
                </c:pt>
                <c:pt idx="20466">
                  <c:v>45783.55972222222</c:v>
                </c:pt>
                <c:pt idx="20467">
                  <c:v>45383.709722222222</c:v>
                </c:pt>
                <c:pt idx="20468">
                  <c:v>45442.229861111111</c:v>
                </c:pt>
                <c:pt idx="20469">
                  <c:v>45806.8</c:v>
                </c:pt>
                <c:pt idx="20470">
                  <c:v>45610.519444444442</c:v>
                </c:pt>
                <c:pt idx="20471">
                  <c:v>45368.719444444447</c:v>
                </c:pt>
                <c:pt idx="20472">
                  <c:v>45830.267361111109</c:v>
                </c:pt>
                <c:pt idx="20473">
                  <c:v>45792.537499999999</c:v>
                </c:pt>
                <c:pt idx="20474">
                  <c:v>45925.551388888889</c:v>
                </c:pt>
                <c:pt idx="20475">
                  <c:v>45337.392361111109</c:v>
                </c:pt>
                <c:pt idx="20476">
                  <c:v>45737.228472222218</c:v>
                </c:pt>
                <c:pt idx="20477">
                  <c:v>45411.758333333331</c:v>
                </c:pt>
                <c:pt idx="20478">
                  <c:v>45897.241666666669</c:v>
                </c:pt>
                <c:pt idx="20479">
                  <c:v>45479.498611111107</c:v>
                </c:pt>
                <c:pt idx="20480">
                  <c:v>45423.902083333327</c:v>
                </c:pt>
                <c:pt idx="20481">
                  <c:v>45433.563888888893</c:v>
                </c:pt>
                <c:pt idx="20482">
                  <c:v>45955.395138888889</c:v>
                </c:pt>
                <c:pt idx="20483">
                  <c:v>45345.227083333331</c:v>
                </c:pt>
                <c:pt idx="20484">
                  <c:v>45645.265277777777</c:v>
                </c:pt>
                <c:pt idx="20485">
                  <c:v>45583.388888888891</c:v>
                </c:pt>
                <c:pt idx="20486">
                  <c:v>45625.620138888888</c:v>
                </c:pt>
                <c:pt idx="20487">
                  <c:v>45561.523611111108</c:v>
                </c:pt>
                <c:pt idx="20488">
                  <c:v>45297.604166666657</c:v>
                </c:pt>
                <c:pt idx="20489">
                  <c:v>45357.518750000003</c:v>
                </c:pt>
                <c:pt idx="20490">
                  <c:v>45575.51666666667</c:v>
                </c:pt>
                <c:pt idx="20491">
                  <c:v>45540.237500000003</c:v>
                </c:pt>
                <c:pt idx="20492">
                  <c:v>45994.375694444447</c:v>
                </c:pt>
                <c:pt idx="20493">
                  <c:v>45463.694444444453</c:v>
                </c:pt>
                <c:pt idx="20494">
                  <c:v>45570.634722222218</c:v>
                </c:pt>
                <c:pt idx="20495">
                  <c:v>45378.413194444453</c:v>
                </c:pt>
                <c:pt idx="20496">
                  <c:v>45647.655555555553</c:v>
                </c:pt>
                <c:pt idx="20497">
                  <c:v>45881.396527777782</c:v>
                </c:pt>
                <c:pt idx="20498">
                  <c:v>45712.294444444437</c:v>
                </c:pt>
                <c:pt idx="20499">
                  <c:v>45657.477777777778</c:v>
                </c:pt>
                <c:pt idx="20500">
                  <c:v>45354.470833333333</c:v>
                </c:pt>
                <c:pt idx="20501">
                  <c:v>45388.572222222218</c:v>
                </c:pt>
                <c:pt idx="20502">
                  <c:v>45568.552083333343</c:v>
                </c:pt>
                <c:pt idx="20503">
                  <c:v>45693.711805555547</c:v>
                </c:pt>
                <c:pt idx="20504">
                  <c:v>45918.448611111111</c:v>
                </c:pt>
                <c:pt idx="20505">
                  <c:v>45820.4</c:v>
                </c:pt>
                <c:pt idx="20506">
                  <c:v>45910.87777777778</c:v>
                </c:pt>
                <c:pt idx="20507">
                  <c:v>45816.406944444447</c:v>
                </c:pt>
                <c:pt idx="20508">
                  <c:v>46013.73333333333</c:v>
                </c:pt>
                <c:pt idx="20509">
                  <c:v>45873.981249999997</c:v>
                </c:pt>
                <c:pt idx="20510">
                  <c:v>45964.343055555553</c:v>
                </c:pt>
                <c:pt idx="20511">
                  <c:v>45715.993055555547</c:v>
                </c:pt>
                <c:pt idx="20512">
                  <c:v>45761.881944444453</c:v>
                </c:pt>
                <c:pt idx="20513">
                  <c:v>45418.285416666673</c:v>
                </c:pt>
                <c:pt idx="20514">
                  <c:v>45489.70208333333</c:v>
                </c:pt>
                <c:pt idx="20515">
                  <c:v>45593.795138888891</c:v>
                </c:pt>
                <c:pt idx="20516">
                  <c:v>45468.668055555558</c:v>
                </c:pt>
                <c:pt idx="20517">
                  <c:v>45672.533333333333</c:v>
                </c:pt>
                <c:pt idx="20518">
                  <c:v>45645.618055555547</c:v>
                </c:pt>
                <c:pt idx="20519">
                  <c:v>45348.710416666669</c:v>
                </c:pt>
                <c:pt idx="20520">
                  <c:v>45441.822222222218</c:v>
                </c:pt>
                <c:pt idx="20521">
                  <c:v>45314.727777777778</c:v>
                </c:pt>
                <c:pt idx="20522">
                  <c:v>45900.579861111109</c:v>
                </c:pt>
                <c:pt idx="20523">
                  <c:v>45561.708333333343</c:v>
                </c:pt>
                <c:pt idx="20524">
                  <c:v>45518.376388888893</c:v>
                </c:pt>
                <c:pt idx="20525">
                  <c:v>45369.811805555553</c:v>
                </c:pt>
                <c:pt idx="20526">
                  <c:v>45525.636111111111</c:v>
                </c:pt>
                <c:pt idx="20527">
                  <c:v>45294.400694444441</c:v>
                </c:pt>
                <c:pt idx="20528">
                  <c:v>45944.725694444453</c:v>
                </c:pt>
                <c:pt idx="20529">
                  <c:v>45394.345138888893</c:v>
                </c:pt>
                <c:pt idx="20530">
                  <c:v>45852.870138888888</c:v>
                </c:pt>
                <c:pt idx="20531">
                  <c:v>45675.718055555553</c:v>
                </c:pt>
                <c:pt idx="20532">
                  <c:v>45681.768750000003</c:v>
                </c:pt>
                <c:pt idx="20533">
                  <c:v>45361.438888888893</c:v>
                </c:pt>
                <c:pt idx="20534">
                  <c:v>45361.438888888893</c:v>
                </c:pt>
                <c:pt idx="20535">
                  <c:v>45772.446527777778</c:v>
                </c:pt>
                <c:pt idx="20536">
                  <c:v>45772.446527777778</c:v>
                </c:pt>
                <c:pt idx="20537">
                  <c:v>45361.438888888893</c:v>
                </c:pt>
                <c:pt idx="20538">
                  <c:v>45772.446527777778</c:v>
                </c:pt>
                <c:pt idx="20539">
                  <c:v>45667.48333333333</c:v>
                </c:pt>
                <c:pt idx="20540">
                  <c:v>45619.550694444442</c:v>
                </c:pt>
                <c:pt idx="20541">
                  <c:v>45625.843055555553</c:v>
                </c:pt>
                <c:pt idx="20542">
                  <c:v>45585.791666666657</c:v>
                </c:pt>
                <c:pt idx="20543">
                  <c:v>45686.540972222218</c:v>
                </c:pt>
                <c:pt idx="20544">
                  <c:v>45645.661805555559</c:v>
                </c:pt>
                <c:pt idx="20545">
                  <c:v>45626.813194444447</c:v>
                </c:pt>
                <c:pt idx="20546">
                  <c:v>45590.6875</c:v>
                </c:pt>
                <c:pt idx="20547">
                  <c:v>45766.394444444442</c:v>
                </c:pt>
                <c:pt idx="20548">
                  <c:v>45769.531944444447</c:v>
                </c:pt>
                <c:pt idx="20549">
                  <c:v>45481.916666666657</c:v>
                </c:pt>
                <c:pt idx="20550">
                  <c:v>45377.370138888888</c:v>
                </c:pt>
                <c:pt idx="20551">
                  <c:v>45361.772916666669</c:v>
                </c:pt>
                <c:pt idx="20552">
                  <c:v>45552.54583333333</c:v>
                </c:pt>
                <c:pt idx="20553">
                  <c:v>45426.614583333343</c:v>
                </c:pt>
                <c:pt idx="20554">
                  <c:v>45404.84375</c:v>
                </c:pt>
                <c:pt idx="20555">
                  <c:v>45538.679861111108</c:v>
                </c:pt>
                <c:pt idx="20556">
                  <c:v>45608.56527777778</c:v>
                </c:pt>
                <c:pt idx="20557">
                  <c:v>45874.398611111108</c:v>
                </c:pt>
                <c:pt idx="20558">
                  <c:v>45701.549305555563</c:v>
                </c:pt>
                <c:pt idx="20559">
                  <c:v>45804.950694444437</c:v>
                </c:pt>
                <c:pt idx="20560">
                  <c:v>45336.505555555559</c:v>
                </c:pt>
                <c:pt idx="20561">
                  <c:v>45574.826388888891</c:v>
                </c:pt>
                <c:pt idx="20562">
                  <c:v>45674.901388888888</c:v>
                </c:pt>
                <c:pt idx="20563">
                  <c:v>45572.63958333333</c:v>
                </c:pt>
                <c:pt idx="20564">
                  <c:v>45800.935416666667</c:v>
                </c:pt>
                <c:pt idx="20565">
                  <c:v>45961.467361111107</c:v>
                </c:pt>
                <c:pt idx="20566">
                  <c:v>45790.82916666667</c:v>
                </c:pt>
                <c:pt idx="20567">
                  <c:v>45680.727777777778</c:v>
                </c:pt>
                <c:pt idx="20568">
                  <c:v>45990.380555555559</c:v>
                </c:pt>
                <c:pt idx="20569">
                  <c:v>45844.678472222222</c:v>
                </c:pt>
                <c:pt idx="20570">
                  <c:v>45750.256249999999</c:v>
                </c:pt>
                <c:pt idx="20571">
                  <c:v>45862.344444444447</c:v>
                </c:pt>
                <c:pt idx="20572">
                  <c:v>45433.218055555553</c:v>
                </c:pt>
                <c:pt idx="20573">
                  <c:v>45392.231249999997</c:v>
                </c:pt>
                <c:pt idx="20574">
                  <c:v>45485.8125</c:v>
                </c:pt>
                <c:pt idx="20575">
                  <c:v>45475.245833333327</c:v>
                </c:pt>
                <c:pt idx="20576">
                  <c:v>45597.236111111109</c:v>
                </c:pt>
                <c:pt idx="20577">
                  <c:v>45706.162499999999</c:v>
                </c:pt>
                <c:pt idx="20578">
                  <c:v>45565.224999999999</c:v>
                </c:pt>
                <c:pt idx="20579">
                  <c:v>45909.205555555563</c:v>
                </c:pt>
                <c:pt idx="20580">
                  <c:v>45305.316666666673</c:v>
                </c:pt>
                <c:pt idx="20581">
                  <c:v>46008.646527777782</c:v>
                </c:pt>
                <c:pt idx="20582">
                  <c:v>45970.663888888892</c:v>
                </c:pt>
                <c:pt idx="20583">
                  <c:v>45525.22152777778</c:v>
                </c:pt>
                <c:pt idx="20584">
                  <c:v>45779.378472222219</c:v>
                </c:pt>
                <c:pt idx="20585">
                  <c:v>45666.65625</c:v>
                </c:pt>
                <c:pt idx="20586">
                  <c:v>45824.394444444442</c:v>
                </c:pt>
                <c:pt idx="20587">
                  <c:v>45350.902777777781</c:v>
                </c:pt>
                <c:pt idx="20588">
                  <c:v>45943.492361111108</c:v>
                </c:pt>
                <c:pt idx="20589">
                  <c:v>45639.615277777782</c:v>
                </c:pt>
                <c:pt idx="20590">
                  <c:v>45990.386111111111</c:v>
                </c:pt>
                <c:pt idx="20591">
                  <c:v>45957.665972222218</c:v>
                </c:pt>
                <c:pt idx="20592">
                  <c:v>45722.878472222219</c:v>
                </c:pt>
                <c:pt idx="20593">
                  <c:v>45615.447916666657</c:v>
                </c:pt>
                <c:pt idx="20594">
                  <c:v>45648.604861111111</c:v>
                </c:pt>
                <c:pt idx="20595">
                  <c:v>45701.20416666667</c:v>
                </c:pt>
                <c:pt idx="20596">
                  <c:v>45480.348611111112</c:v>
                </c:pt>
                <c:pt idx="20597">
                  <c:v>45985.801388888889</c:v>
                </c:pt>
                <c:pt idx="20598">
                  <c:v>45830.763888888891</c:v>
                </c:pt>
                <c:pt idx="20599">
                  <c:v>45868.320138888892</c:v>
                </c:pt>
                <c:pt idx="20600">
                  <c:v>45812.328472222223</c:v>
                </c:pt>
                <c:pt idx="20601">
                  <c:v>45991.462500000001</c:v>
                </c:pt>
                <c:pt idx="20602">
                  <c:v>45875.379166666673</c:v>
                </c:pt>
                <c:pt idx="20603">
                  <c:v>45716.323611111111</c:v>
                </c:pt>
                <c:pt idx="20604">
                  <c:v>45678.327777777777</c:v>
                </c:pt>
                <c:pt idx="20605">
                  <c:v>45549.332638888889</c:v>
                </c:pt>
                <c:pt idx="20606">
                  <c:v>45754.305555555547</c:v>
                </c:pt>
                <c:pt idx="20607">
                  <c:v>45951.328472222223</c:v>
                </c:pt>
                <c:pt idx="20608">
                  <c:v>45338.736111111109</c:v>
                </c:pt>
                <c:pt idx="20609">
                  <c:v>45587.605555555558</c:v>
                </c:pt>
                <c:pt idx="20610">
                  <c:v>45417.408333333333</c:v>
                </c:pt>
                <c:pt idx="20611">
                  <c:v>45359.279166666667</c:v>
                </c:pt>
                <c:pt idx="20612">
                  <c:v>45494.741666666669</c:v>
                </c:pt>
                <c:pt idx="20613">
                  <c:v>45636.2</c:v>
                </c:pt>
                <c:pt idx="20614">
                  <c:v>45428.322916666657</c:v>
                </c:pt>
                <c:pt idx="20615">
                  <c:v>45799.79583333333</c:v>
                </c:pt>
                <c:pt idx="20616">
                  <c:v>45956.929861111108</c:v>
                </c:pt>
                <c:pt idx="20617">
                  <c:v>45828.495138888888</c:v>
                </c:pt>
                <c:pt idx="20618">
                  <c:v>45988.529861111107</c:v>
                </c:pt>
                <c:pt idx="20619">
                  <c:v>45820.386111111111</c:v>
                </c:pt>
                <c:pt idx="20620">
                  <c:v>45825.555555555547</c:v>
                </c:pt>
                <c:pt idx="20621">
                  <c:v>45874.500694444447</c:v>
                </c:pt>
                <c:pt idx="20622">
                  <c:v>45850.0625</c:v>
                </c:pt>
                <c:pt idx="20623">
                  <c:v>45991.909722222219</c:v>
                </c:pt>
                <c:pt idx="20624">
                  <c:v>45767.334027777782</c:v>
                </c:pt>
                <c:pt idx="20625">
                  <c:v>45689.688888888893</c:v>
                </c:pt>
                <c:pt idx="20626">
                  <c:v>45789.793749999997</c:v>
                </c:pt>
                <c:pt idx="20627">
                  <c:v>46017.406944444447</c:v>
                </c:pt>
                <c:pt idx="20628">
                  <c:v>45884.526388888888</c:v>
                </c:pt>
                <c:pt idx="20629">
                  <c:v>45580.476388888892</c:v>
                </c:pt>
                <c:pt idx="20630">
                  <c:v>45312.510416666657</c:v>
                </c:pt>
                <c:pt idx="20631">
                  <c:v>45623.204861111109</c:v>
                </c:pt>
                <c:pt idx="20632">
                  <c:v>45848.17291666667</c:v>
                </c:pt>
                <c:pt idx="20633">
                  <c:v>45709.288888888892</c:v>
                </c:pt>
                <c:pt idx="20634">
                  <c:v>45951.442361111112</c:v>
                </c:pt>
                <c:pt idx="20635">
                  <c:v>45441.186805555553</c:v>
                </c:pt>
                <c:pt idx="20636">
                  <c:v>45990.446527777778</c:v>
                </c:pt>
                <c:pt idx="20637">
                  <c:v>45667.166666666657</c:v>
                </c:pt>
                <c:pt idx="20638">
                  <c:v>45338.393055555563</c:v>
                </c:pt>
                <c:pt idx="20639">
                  <c:v>45745.462500000001</c:v>
                </c:pt>
                <c:pt idx="20640">
                  <c:v>45863.368055555547</c:v>
                </c:pt>
                <c:pt idx="20641">
                  <c:v>45990.199305555558</c:v>
                </c:pt>
                <c:pt idx="20642">
                  <c:v>45562.251388888893</c:v>
                </c:pt>
                <c:pt idx="20643">
                  <c:v>45929.173611111109</c:v>
                </c:pt>
                <c:pt idx="20644">
                  <c:v>45793.195833333331</c:v>
                </c:pt>
                <c:pt idx="20645">
                  <c:v>45392.226388888892</c:v>
                </c:pt>
                <c:pt idx="20646">
                  <c:v>45669.915972222218</c:v>
                </c:pt>
                <c:pt idx="20647">
                  <c:v>45672.54791666667</c:v>
                </c:pt>
                <c:pt idx="20648">
                  <c:v>45755.720833333333</c:v>
                </c:pt>
                <c:pt idx="20649">
                  <c:v>45782.62222222222</c:v>
                </c:pt>
                <c:pt idx="20650">
                  <c:v>45955.477777777778</c:v>
                </c:pt>
                <c:pt idx="20651">
                  <c:v>45938.364583333343</c:v>
                </c:pt>
                <c:pt idx="20652">
                  <c:v>45926.465277777781</c:v>
                </c:pt>
                <c:pt idx="20653">
                  <c:v>45796.877083333333</c:v>
                </c:pt>
                <c:pt idx="20654">
                  <c:v>45926.70416666667</c:v>
                </c:pt>
                <c:pt idx="20655">
                  <c:v>45840.829861111109</c:v>
                </c:pt>
                <c:pt idx="20656">
                  <c:v>45882.82708333333</c:v>
                </c:pt>
                <c:pt idx="20657">
                  <c:v>45774.625</c:v>
                </c:pt>
                <c:pt idx="20658">
                  <c:v>45783.469444444447</c:v>
                </c:pt>
                <c:pt idx="20659">
                  <c:v>45398.758333333331</c:v>
                </c:pt>
                <c:pt idx="20660">
                  <c:v>45835.533333333333</c:v>
                </c:pt>
                <c:pt idx="20661">
                  <c:v>45923.7</c:v>
                </c:pt>
                <c:pt idx="20662">
                  <c:v>45749.935416666667</c:v>
                </c:pt>
                <c:pt idx="20663">
                  <c:v>45895.087500000001</c:v>
                </c:pt>
                <c:pt idx="20664">
                  <c:v>45895.018055555563</c:v>
                </c:pt>
                <c:pt idx="20665">
                  <c:v>45768.464583333327</c:v>
                </c:pt>
                <c:pt idx="20666">
                  <c:v>45641.147222222222</c:v>
                </c:pt>
                <c:pt idx="20667">
                  <c:v>45585.941666666673</c:v>
                </c:pt>
                <c:pt idx="20668">
                  <c:v>45923.258333333331</c:v>
                </c:pt>
                <c:pt idx="20669">
                  <c:v>45987.645138888889</c:v>
                </c:pt>
                <c:pt idx="20670">
                  <c:v>45358.717361111107</c:v>
                </c:pt>
                <c:pt idx="20671">
                  <c:v>45957.63958333333</c:v>
                </c:pt>
                <c:pt idx="20672">
                  <c:v>45841.380555555559</c:v>
                </c:pt>
                <c:pt idx="20673">
                  <c:v>45734.1875</c:v>
                </c:pt>
                <c:pt idx="20674">
                  <c:v>45812.968055555553</c:v>
                </c:pt>
                <c:pt idx="20675">
                  <c:v>45827.527777777781</c:v>
                </c:pt>
                <c:pt idx="20676">
                  <c:v>45743.988888888889</c:v>
                </c:pt>
                <c:pt idx="20677">
                  <c:v>45853.901388888888</c:v>
                </c:pt>
                <c:pt idx="20678">
                  <c:v>45303.513194444437</c:v>
                </c:pt>
                <c:pt idx="20679">
                  <c:v>45696.759722222218</c:v>
                </c:pt>
                <c:pt idx="20680">
                  <c:v>45420.640277777777</c:v>
                </c:pt>
                <c:pt idx="20681">
                  <c:v>45906.525000000001</c:v>
                </c:pt>
                <c:pt idx="20682">
                  <c:v>45359.902777777781</c:v>
                </c:pt>
                <c:pt idx="20683">
                  <c:v>45556.568749999999</c:v>
                </c:pt>
                <c:pt idx="20684">
                  <c:v>45382.556944444441</c:v>
                </c:pt>
                <c:pt idx="20685">
                  <c:v>45972.425000000003</c:v>
                </c:pt>
                <c:pt idx="20686">
                  <c:v>45813.533333333333</c:v>
                </c:pt>
                <c:pt idx="20687">
                  <c:v>45944.719444444447</c:v>
                </c:pt>
                <c:pt idx="20688">
                  <c:v>45728.922222222223</c:v>
                </c:pt>
                <c:pt idx="20689">
                  <c:v>45513.404861111107</c:v>
                </c:pt>
                <c:pt idx="20690">
                  <c:v>45981.493055555547</c:v>
                </c:pt>
                <c:pt idx="20691">
                  <c:v>45630.499305555553</c:v>
                </c:pt>
                <c:pt idx="20692">
                  <c:v>45827.486805555563</c:v>
                </c:pt>
                <c:pt idx="20693">
                  <c:v>45931.428472222222</c:v>
                </c:pt>
                <c:pt idx="20694">
                  <c:v>45749.987500000003</c:v>
                </c:pt>
                <c:pt idx="20695">
                  <c:v>45973.81527777778</c:v>
                </c:pt>
                <c:pt idx="20696">
                  <c:v>45810.086805555547</c:v>
                </c:pt>
                <c:pt idx="20697">
                  <c:v>45362.122916666667</c:v>
                </c:pt>
                <c:pt idx="20698">
                  <c:v>45848.98541666667</c:v>
                </c:pt>
                <c:pt idx="20699">
                  <c:v>45976.529166666667</c:v>
                </c:pt>
                <c:pt idx="20700">
                  <c:v>45991.940972222219</c:v>
                </c:pt>
                <c:pt idx="20701">
                  <c:v>45572.609027777777</c:v>
                </c:pt>
                <c:pt idx="20702">
                  <c:v>46020.413888888892</c:v>
                </c:pt>
                <c:pt idx="20703">
                  <c:v>45696.79791666667</c:v>
                </c:pt>
                <c:pt idx="20704">
                  <c:v>45575.96875</c:v>
                </c:pt>
                <c:pt idx="20705">
                  <c:v>45511.871527777781</c:v>
                </c:pt>
                <c:pt idx="20706">
                  <c:v>45968.90625</c:v>
                </c:pt>
                <c:pt idx="20707">
                  <c:v>45903.57708333333</c:v>
                </c:pt>
                <c:pt idx="20708">
                  <c:v>45380.600694444453</c:v>
                </c:pt>
                <c:pt idx="20709">
                  <c:v>45545.647222222222</c:v>
                </c:pt>
                <c:pt idx="20710">
                  <c:v>45829.488194444442</c:v>
                </c:pt>
                <c:pt idx="20711">
                  <c:v>45864.495833333327</c:v>
                </c:pt>
                <c:pt idx="20712">
                  <c:v>45423.609027777777</c:v>
                </c:pt>
                <c:pt idx="20713">
                  <c:v>45447.689583333333</c:v>
                </c:pt>
                <c:pt idx="20714">
                  <c:v>45622.62222222222</c:v>
                </c:pt>
                <c:pt idx="20715">
                  <c:v>45848.572222222218</c:v>
                </c:pt>
                <c:pt idx="20716">
                  <c:v>45775.524305555547</c:v>
                </c:pt>
                <c:pt idx="20717">
                  <c:v>45817.885416666657</c:v>
                </c:pt>
                <c:pt idx="20718">
                  <c:v>45936.663888888892</c:v>
                </c:pt>
                <c:pt idx="20719">
                  <c:v>45740.65625</c:v>
                </c:pt>
                <c:pt idx="20720">
                  <c:v>45989.557638888888</c:v>
                </c:pt>
                <c:pt idx="20721">
                  <c:v>45658.52847222222</c:v>
                </c:pt>
                <c:pt idx="20722">
                  <c:v>45332.692361111112</c:v>
                </c:pt>
                <c:pt idx="20723">
                  <c:v>45945.475694444453</c:v>
                </c:pt>
                <c:pt idx="20724">
                  <c:v>45630.68472222222</c:v>
                </c:pt>
                <c:pt idx="20725">
                  <c:v>45628.570138888892</c:v>
                </c:pt>
                <c:pt idx="20726">
                  <c:v>45628.565972222219</c:v>
                </c:pt>
                <c:pt idx="20727">
                  <c:v>45628.572916666657</c:v>
                </c:pt>
                <c:pt idx="20728">
                  <c:v>45903.438888888893</c:v>
                </c:pt>
                <c:pt idx="20729">
                  <c:v>45664.446527777778</c:v>
                </c:pt>
                <c:pt idx="20730">
                  <c:v>45949.911111111112</c:v>
                </c:pt>
                <c:pt idx="20731">
                  <c:v>45822.625</c:v>
                </c:pt>
                <c:pt idx="20732">
                  <c:v>45898.46875</c:v>
                </c:pt>
                <c:pt idx="20733">
                  <c:v>45501.522916666669</c:v>
                </c:pt>
                <c:pt idx="20734">
                  <c:v>45323.466666666667</c:v>
                </c:pt>
                <c:pt idx="20735">
                  <c:v>45673.881944444453</c:v>
                </c:pt>
                <c:pt idx="20736">
                  <c:v>45409.306250000001</c:v>
                </c:pt>
                <c:pt idx="20737">
                  <c:v>45622.571527777778</c:v>
                </c:pt>
                <c:pt idx="20738">
                  <c:v>45556.61041666667</c:v>
                </c:pt>
                <c:pt idx="20739">
                  <c:v>45366.697916666657</c:v>
                </c:pt>
                <c:pt idx="20740">
                  <c:v>45657.615277777782</c:v>
                </c:pt>
                <c:pt idx="20741">
                  <c:v>45543.820833333331</c:v>
                </c:pt>
                <c:pt idx="20742">
                  <c:v>45629.4</c:v>
                </c:pt>
                <c:pt idx="20743">
                  <c:v>45575.72152777778</c:v>
                </c:pt>
                <c:pt idx="20744">
                  <c:v>45748.895138888889</c:v>
                </c:pt>
                <c:pt idx="20745">
                  <c:v>45740.643055555563</c:v>
                </c:pt>
                <c:pt idx="20746">
                  <c:v>45719.628472222219</c:v>
                </c:pt>
                <c:pt idx="20747">
                  <c:v>45729.892361111109</c:v>
                </c:pt>
                <c:pt idx="20748">
                  <c:v>45783.70208333333</c:v>
                </c:pt>
                <c:pt idx="20749">
                  <c:v>45505.291666666657</c:v>
                </c:pt>
                <c:pt idx="20750">
                  <c:v>45439.509027777778</c:v>
                </c:pt>
                <c:pt idx="20751">
                  <c:v>45590.29583333333</c:v>
                </c:pt>
                <c:pt idx="20752">
                  <c:v>45740.780555555553</c:v>
                </c:pt>
                <c:pt idx="20753">
                  <c:v>45339.80972222222</c:v>
                </c:pt>
                <c:pt idx="20754">
                  <c:v>45863.603472222218</c:v>
                </c:pt>
                <c:pt idx="20755">
                  <c:v>46016.884027777778</c:v>
                </c:pt>
                <c:pt idx="20756">
                  <c:v>45727.341666666667</c:v>
                </c:pt>
                <c:pt idx="20757">
                  <c:v>45681.042361111111</c:v>
                </c:pt>
                <c:pt idx="20758">
                  <c:v>45939.747916666667</c:v>
                </c:pt>
                <c:pt idx="20759">
                  <c:v>45959.831944444442</c:v>
                </c:pt>
                <c:pt idx="20760">
                  <c:v>45847.832638888889</c:v>
                </c:pt>
                <c:pt idx="20761">
                  <c:v>45593.447222222218</c:v>
                </c:pt>
                <c:pt idx="20762">
                  <c:v>45583.790972222218</c:v>
                </c:pt>
                <c:pt idx="20763">
                  <c:v>45854.387499999997</c:v>
                </c:pt>
                <c:pt idx="20764">
                  <c:v>45939.445833333331</c:v>
                </c:pt>
                <c:pt idx="20765">
                  <c:v>45670.400694444441</c:v>
                </c:pt>
                <c:pt idx="20766">
                  <c:v>45503.584027777782</c:v>
                </c:pt>
                <c:pt idx="20767">
                  <c:v>45934.423611111109</c:v>
                </c:pt>
                <c:pt idx="20768">
                  <c:v>45642.527083333327</c:v>
                </c:pt>
                <c:pt idx="20769">
                  <c:v>45645.479861111111</c:v>
                </c:pt>
                <c:pt idx="20770">
                  <c:v>45877.90347222222</c:v>
                </c:pt>
                <c:pt idx="20771">
                  <c:v>45713.150694444441</c:v>
                </c:pt>
                <c:pt idx="20772">
                  <c:v>45918.18472222222</c:v>
                </c:pt>
                <c:pt idx="20773">
                  <c:v>45769.492361111108</c:v>
                </c:pt>
                <c:pt idx="20774">
                  <c:v>45811.579861111109</c:v>
                </c:pt>
                <c:pt idx="20775">
                  <c:v>45960.496527777781</c:v>
                </c:pt>
                <c:pt idx="20776">
                  <c:v>45602.291666666657</c:v>
                </c:pt>
                <c:pt idx="20777">
                  <c:v>45715.665972222218</c:v>
                </c:pt>
                <c:pt idx="20778">
                  <c:v>45419.929861111108</c:v>
                </c:pt>
                <c:pt idx="20779">
                  <c:v>45513.637499999997</c:v>
                </c:pt>
                <c:pt idx="20780">
                  <c:v>45320.643750000003</c:v>
                </c:pt>
                <c:pt idx="20781">
                  <c:v>45691.511805555558</c:v>
                </c:pt>
                <c:pt idx="20782">
                  <c:v>45703.565972222219</c:v>
                </c:pt>
                <c:pt idx="20783">
                  <c:v>45649.456250000003</c:v>
                </c:pt>
                <c:pt idx="20784">
                  <c:v>45718.736805555563</c:v>
                </c:pt>
                <c:pt idx="20785">
                  <c:v>46007.284722222219</c:v>
                </c:pt>
                <c:pt idx="20786">
                  <c:v>45986.881944444453</c:v>
                </c:pt>
                <c:pt idx="20787">
                  <c:v>45736.715277777781</c:v>
                </c:pt>
                <c:pt idx="20788">
                  <c:v>45677.397916666669</c:v>
                </c:pt>
                <c:pt idx="20789">
                  <c:v>45600.482638888891</c:v>
                </c:pt>
                <c:pt idx="20790">
                  <c:v>45916.571527777778</c:v>
                </c:pt>
                <c:pt idx="20791">
                  <c:v>45813.555555555547</c:v>
                </c:pt>
                <c:pt idx="20792">
                  <c:v>45824.799305555563</c:v>
                </c:pt>
                <c:pt idx="20793">
                  <c:v>45786.797222222223</c:v>
                </c:pt>
                <c:pt idx="20794">
                  <c:v>45966.377083333333</c:v>
                </c:pt>
                <c:pt idx="20795">
                  <c:v>45459.394444444442</c:v>
                </c:pt>
                <c:pt idx="20796">
                  <c:v>45831.53402777778</c:v>
                </c:pt>
                <c:pt idx="20797">
                  <c:v>45542.807638888888</c:v>
                </c:pt>
                <c:pt idx="20798">
                  <c:v>45895.284722222219</c:v>
                </c:pt>
                <c:pt idx="20799">
                  <c:v>45392.448611111111</c:v>
                </c:pt>
                <c:pt idx="20800">
                  <c:v>45606.823611111111</c:v>
                </c:pt>
                <c:pt idx="20801">
                  <c:v>45767.582638888889</c:v>
                </c:pt>
                <c:pt idx="20802">
                  <c:v>45673.323611111111</c:v>
                </c:pt>
                <c:pt idx="20803">
                  <c:v>45346.383333333331</c:v>
                </c:pt>
                <c:pt idx="20804">
                  <c:v>45538.37222222222</c:v>
                </c:pt>
                <c:pt idx="20805">
                  <c:v>45558.5625</c:v>
                </c:pt>
                <c:pt idx="20806">
                  <c:v>45404.493750000001</c:v>
                </c:pt>
                <c:pt idx="20807">
                  <c:v>45950.811805555553</c:v>
                </c:pt>
                <c:pt idx="20808">
                  <c:v>45835.558333333327</c:v>
                </c:pt>
                <c:pt idx="20809">
                  <c:v>45952.59652777778</c:v>
                </c:pt>
                <c:pt idx="20810">
                  <c:v>45609.726388888892</c:v>
                </c:pt>
                <c:pt idx="20811">
                  <c:v>45501.642361111109</c:v>
                </c:pt>
                <c:pt idx="20812">
                  <c:v>45490.741666666669</c:v>
                </c:pt>
                <c:pt idx="20813">
                  <c:v>45523.945833333331</c:v>
                </c:pt>
                <c:pt idx="20814">
                  <c:v>45442.552777777782</c:v>
                </c:pt>
                <c:pt idx="20815">
                  <c:v>45397.531944444447</c:v>
                </c:pt>
                <c:pt idx="20816">
                  <c:v>45496.443055555559</c:v>
                </c:pt>
                <c:pt idx="20817">
                  <c:v>45463.449305555558</c:v>
                </c:pt>
                <c:pt idx="20818">
                  <c:v>45589.069444444453</c:v>
                </c:pt>
                <c:pt idx="20819">
                  <c:v>45874.654861111107</c:v>
                </c:pt>
                <c:pt idx="20820">
                  <c:v>45653.494444444441</c:v>
                </c:pt>
                <c:pt idx="20821">
                  <c:v>45346.704861111109</c:v>
                </c:pt>
                <c:pt idx="20822">
                  <c:v>45458.677777777782</c:v>
                </c:pt>
                <c:pt idx="20823">
                  <c:v>45303.565972222219</c:v>
                </c:pt>
                <c:pt idx="20824">
                  <c:v>45853.194444444453</c:v>
                </c:pt>
                <c:pt idx="20825">
                  <c:v>45966.559027777781</c:v>
                </c:pt>
                <c:pt idx="20826">
                  <c:v>45935.718055555553</c:v>
                </c:pt>
                <c:pt idx="20827">
                  <c:v>45998.572222222218</c:v>
                </c:pt>
                <c:pt idx="20828">
                  <c:v>45782.588194444441</c:v>
                </c:pt>
                <c:pt idx="20829">
                  <c:v>45706.771527777782</c:v>
                </c:pt>
                <c:pt idx="20830">
                  <c:v>45666.797222222223</c:v>
                </c:pt>
                <c:pt idx="20831">
                  <c:v>45782.611111111109</c:v>
                </c:pt>
                <c:pt idx="20832">
                  <c:v>45803.602777777778</c:v>
                </c:pt>
                <c:pt idx="20833">
                  <c:v>45735.729861111111</c:v>
                </c:pt>
                <c:pt idx="20834">
                  <c:v>45919.415277777778</c:v>
                </c:pt>
                <c:pt idx="20835">
                  <c:v>45893.593055555553</c:v>
                </c:pt>
                <c:pt idx="20836">
                  <c:v>45823.881944444453</c:v>
                </c:pt>
                <c:pt idx="20837">
                  <c:v>45565.675694444442</c:v>
                </c:pt>
                <c:pt idx="20838">
                  <c:v>45609.208333333343</c:v>
                </c:pt>
                <c:pt idx="20839">
                  <c:v>45588.3</c:v>
                </c:pt>
                <c:pt idx="20840">
                  <c:v>46006.824999999997</c:v>
                </c:pt>
                <c:pt idx="20841">
                  <c:v>45954.542361111111</c:v>
                </c:pt>
                <c:pt idx="20842">
                  <c:v>45975.929166666669</c:v>
                </c:pt>
                <c:pt idx="20843">
                  <c:v>45977.49722222222</c:v>
                </c:pt>
                <c:pt idx="20844">
                  <c:v>45824.633333333331</c:v>
                </c:pt>
                <c:pt idx="20845">
                  <c:v>45757.39166666667</c:v>
                </c:pt>
                <c:pt idx="20846">
                  <c:v>45913.552777777782</c:v>
                </c:pt>
                <c:pt idx="20847">
                  <c:v>45859.48541666667</c:v>
                </c:pt>
                <c:pt idx="20848">
                  <c:v>45564.602083333331</c:v>
                </c:pt>
                <c:pt idx="20849">
                  <c:v>45293.723611111112</c:v>
                </c:pt>
                <c:pt idx="20850">
                  <c:v>45690.509027777778</c:v>
                </c:pt>
                <c:pt idx="20851">
                  <c:v>45416.533333333333</c:v>
                </c:pt>
                <c:pt idx="20852">
                  <c:v>45662.432638888888</c:v>
                </c:pt>
                <c:pt idx="20853">
                  <c:v>45716.11041666667</c:v>
                </c:pt>
                <c:pt idx="20854">
                  <c:v>45757.509027777778</c:v>
                </c:pt>
                <c:pt idx="20855">
                  <c:v>45905.795138888891</c:v>
                </c:pt>
                <c:pt idx="20856">
                  <c:v>45920.820138888892</c:v>
                </c:pt>
                <c:pt idx="20857">
                  <c:v>45714.416666666657</c:v>
                </c:pt>
                <c:pt idx="20858">
                  <c:v>45546.762499999997</c:v>
                </c:pt>
                <c:pt idx="20859">
                  <c:v>45593.334722222222</c:v>
                </c:pt>
                <c:pt idx="20860">
                  <c:v>45573.736805555563</c:v>
                </c:pt>
                <c:pt idx="20861">
                  <c:v>45535.283333333333</c:v>
                </c:pt>
                <c:pt idx="20862">
                  <c:v>45659.770833333343</c:v>
                </c:pt>
                <c:pt idx="20863">
                  <c:v>45892.442361111112</c:v>
                </c:pt>
                <c:pt idx="20864">
                  <c:v>45845.796527777777</c:v>
                </c:pt>
                <c:pt idx="20865">
                  <c:v>45328.866666666669</c:v>
                </c:pt>
                <c:pt idx="20866">
                  <c:v>45737.70416666667</c:v>
                </c:pt>
                <c:pt idx="20867">
                  <c:v>45626.003472222219</c:v>
                </c:pt>
                <c:pt idx="20868">
                  <c:v>45903.427777777782</c:v>
                </c:pt>
                <c:pt idx="20869">
                  <c:v>45697.341666666667</c:v>
                </c:pt>
                <c:pt idx="20870">
                  <c:v>45383.117361111108</c:v>
                </c:pt>
                <c:pt idx="20871">
                  <c:v>45971.604861111111</c:v>
                </c:pt>
                <c:pt idx="20872">
                  <c:v>45796.072916666657</c:v>
                </c:pt>
                <c:pt idx="20873">
                  <c:v>45305.386805555558</c:v>
                </c:pt>
                <c:pt idx="20874">
                  <c:v>45466.032638888893</c:v>
                </c:pt>
                <c:pt idx="20875">
                  <c:v>45529.640972222223</c:v>
                </c:pt>
                <c:pt idx="20876">
                  <c:v>45656.900694444441</c:v>
                </c:pt>
                <c:pt idx="20877">
                  <c:v>45624.74722222222</c:v>
                </c:pt>
                <c:pt idx="20878">
                  <c:v>45698.086805555547</c:v>
                </c:pt>
                <c:pt idx="20879">
                  <c:v>45580.752083333333</c:v>
                </c:pt>
                <c:pt idx="20880">
                  <c:v>45863.933333333327</c:v>
                </c:pt>
                <c:pt idx="20881">
                  <c:v>45625.020138888889</c:v>
                </c:pt>
                <c:pt idx="20882">
                  <c:v>45465.681250000001</c:v>
                </c:pt>
                <c:pt idx="20883">
                  <c:v>45636.037499999999</c:v>
                </c:pt>
                <c:pt idx="20884">
                  <c:v>45820.713194444441</c:v>
                </c:pt>
                <c:pt idx="20885">
                  <c:v>45897.416666666657</c:v>
                </c:pt>
                <c:pt idx="20886">
                  <c:v>45942.884722222218</c:v>
                </c:pt>
                <c:pt idx="20887">
                  <c:v>45818.409722222219</c:v>
                </c:pt>
                <c:pt idx="20888">
                  <c:v>45806.470833333333</c:v>
                </c:pt>
                <c:pt idx="20889">
                  <c:v>46014.095138888893</c:v>
                </c:pt>
                <c:pt idx="20890">
                  <c:v>45708.543055555558</c:v>
                </c:pt>
                <c:pt idx="20891">
                  <c:v>45607.868750000001</c:v>
                </c:pt>
                <c:pt idx="20892">
                  <c:v>45627.984722222223</c:v>
                </c:pt>
                <c:pt idx="20893">
                  <c:v>45586.984722222223</c:v>
                </c:pt>
                <c:pt idx="20894">
                  <c:v>45799.574999999997</c:v>
                </c:pt>
                <c:pt idx="20895">
                  <c:v>45896.830555555563</c:v>
                </c:pt>
                <c:pt idx="20896">
                  <c:v>45701.868750000001</c:v>
                </c:pt>
                <c:pt idx="20897">
                  <c:v>45584.852777777778</c:v>
                </c:pt>
                <c:pt idx="20898">
                  <c:v>45922.620138888888</c:v>
                </c:pt>
                <c:pt idx="20899">
                  <c:v>45302.927777777782</c:v>
                </c:pt>
                <c:pt idx="20900">
                  <c:v>45457.853472222218</c:v>
                </c:pt>
                <c:pt idx="20901">
                  <c:v>45776.881249999999</c:v>
                </c:pt>
                <c:pt idx="20902">
                  <c:v>45329.902777777781</c:v>
                </c:pt>
                <c:pt idx="20903">
                  <c:v>45535.104166666657</c:v>
                </c:pt>
                <c:pt idx="20904">
                  <c:v>45831.902083333327</c:v>
                </c:pt>
                <c:pt idx="20905">
                  <c:v>45376.143750000003</c:v>
                </c:pt>
                <c:pt idx="20906">
                  <c:v>45636.074999999997</c:v>
                </c:pt>
                <c:pt idx="20907">
                  <c:v>45659.40902777778</c:v>
                </c:pt>
                <c:pt idx="20908">
                  <c:v>45726.503472222219</c:v>
                </c:pt>
                <c:pt idx="20909">
                  <c:v>45782.731944444437</c:v>
                </c:pt>
                <c:pt idx="20910">
                  <c:v>45404.561111111107</c:v>
                </c:pt>
                <c:pt idx="20911">
                  <c:v>45819.790277777778</c:v>
                </c:pt>
                <c:pt idx="20912">
                  <c:v>45821.509722222218</c:v>
                </c:pt>
                <c:pt idx="20913">
                  <c:v>45715.620138888888</c:v>
                </c:pt>
                <c:pt idx="20914">
                  <c:v>45670.664583333331</c:v>
                </c:pt>
                <c:pt idx="20915">
                  <c:v>45622.676388888889</c:v>
                </c:pt>
                <c:pt idx="20916">
                  <c:v>45597.779861111107</c:v>
                </c:pt>
                <c:pt idx="20917">
                  <c:v>45978.402083333327</c:v>
                </c:pt>
                <c:pt idx="20918">
                  <c:v>45955.798611111109</c:v>
                </c:pt>
                <c:pt idx="20919">
                  <c:v>45930.62777777778</c:v>
                </c:pt>
                <c:pt idx="20920">
                  <c:v>45921.876388888893</c:v>
                </c:pt>
                <c:pt idx="20921">
                  <c:v>45677.560416666667</c:v>
                </c:pt>
                <c:pt idx="20922">
                  <c:v>45479.339583333327</c:v>
                </c:pt>
                <c:pt idx="20923">
                  <c:v>45538.633333333331</c:v>
                </c:pt>
                <c:pt idx="20924">
                  <c:v>45397.606249999997</c:v>
                </c:pt>
                <c:pt idx="20925">
                  <c:v>45456.647222222222</c:v>
                </c:pt>
                <c:pt idx="20926">
                  <c:v>45350.443055555559</c:v>
                </c:pt>
                <c:pt idx="20927">
                  <c:v>45413.244444444441</c:v>
                </c:pt>
                <c:pt idx="20928">
                  <c:v>45493.674305555563</c:v>
                </c:pt>
                <c:pt idx="20929">
                  <c:v>45577.559027777781</c:v>
                </c:pt>
                <c:pt idx="20930">
                  <c:v>45515.736805555563</c:v>
                </c:pt>
                <c:pt idx="20931">
                  <c:v>45607.470138888893</c:v>
                </c:pt>
                <c:pt idx="20932">
                  <c:v>45434.205555555563</c:v>
                </c:pt>
                <c:pt idx="20933">
                  <c:v>45664.315972222219</c:v>
                </c:pt>
                <c:pt idx="20934">
                  <c:v>45518.449305555558</c:v>
                </c:pt>
                <c:pt idx="20935">
                  <c:v>45518.459722222222</c:v>
                </c:pt>
                <c:pt idx="20936">
                  <c:v>45895.820833333331</c:v>
                </c:pt>
                <c:pt idx="20937">
                  <c:v>45832.708333333343</c:v>
                </c:pt>
                <c:pt idx="20938">
                  <c:v>45876.605555555558</c:v>
                </c:pt>
                <c:pt idx="20939">
                  <c:v>45958.415277777778</c:v>
                </c:pt>
                <c:pt idx="20940">
                  <c:v>45414.52847222222</c:v>
                </c:pt>
                <c:pt idx="20941">
                  <c:v>45749.313194444447</c:v>
                </c:pt>
                <c:pt idx="20942">
                  <c:v>45592.378472222219</c:v>
                </c:pt>
                <c:pt idx="20943">
                  <c:v>45567.743055555547</c:v>
                </c:pt>
                <c:pt idx="20944">
                  <c:v>45830.817361111112</c:v>
                </c:pt>
                <c:pt idx="20945">
                  <c:v>45426.464583333327</c:v>
                </c:pt>
                <c:pt idx="20946">
                  <c:v>45766.48541666667</c:v>
                </c:pt>
                <c:pt idx="20947">
                  <c:v>45621.404861111107</c:v>
                </c:pt>
                <c:pt idx="20948">
                  <c:v>45599.097916666673</c:v>
                </c:pt>
                <c:pt idx="20949">
                  <c:v>45658.620833333327</c:v>
                </c:pt>
                <c:pt idx="20950">
                  <c:v>45709.526388888888</c:v>
                </c:pt>
                <c:pt idx="20951">
                  <c:v>45640.902083333327</c:v>
                </c:pt>
                <c:pt idx="20952">
                  <c:v>45518.92083333333</c:v>
                </c:pt>
                <c:pt idx="20953">
                  <c:v>45445.317361111112</c:v>
                </c:pt>
                <c:pt idx="20954">
                  <c:v>45676.487500000003</c:v>
                </c:pt>
                <c:pt idx="20955">
                  <c:v>45691.1875</c:v>
                </c:pt>
                <c:pt idx="20956">
                  <c:v>45555.42291666667</c:v>
                </c:pt>
                <c:pt idx="20957">
                  <c:v>45464.421527777777</c:v>
                </c:pt>
                <c:pt idx="20958">
                  <c:v>45746.595138888893</c:v>
                </c:pt>
                <c:pt idx="20959">
                  <c:v>45496.459722222222</c:v>
                </c:pt>
                <c:pt idx="20960">
                  <c:v>45536.81527777778</c:v>
                </c:pt>
                <c:pt idx="20961">
                  <c:v>45785.708333333343</c:v>
                </c:pt>
                <c:pt idx="20962">
                  <c:v>45728.753472222219</c:v>
                </c:pt>
                <c:pt idx="20963">
                  <c:v>45699.331250000003</c:v>
                </c:pt>
                <c:pt idx="20964">
                  <c:v>45482.717361111107</c:v>
                </c:pt>
                <c:pt idx="20965">
                  <c:v>45412.052777777782</c:v>
                </c:pt>
                <c:pt idx="20966">
                  <c:v>45580.806944444441</c:v>
                </c:pt>
                <c:pt idx="20967">
                  <c:v>45417.667361111111</c:v>
                </c:pt>
                <c:pt idx="20968">
                  <c:v>45758.717361111107</c:v>
                </c:pt>
                <c:pt idx="20969">
                  <c:v>45859.397222222222</c:v>
                </c:pt>
                <c:pt idx="20970">
                  <c:v>45678.878472222219</c:v>
                </c:pt>
                <c:pt idx="20971">
                  <c:v>45846.884722222218</c:v>
                </c:pt>
                <c:pt idx="20972">
                  <c:v>45762.547222222223</c:v>
                </c:pt>
                <c:pt idx="20973">
                  <c:v>45979.640972222223</c:v>
                </c:pt>
                <c:pt idx="20974">
                  <c:v>45971.740277777782</c:v>
                </c:pt>
                <c:pt idx="20975">
                  <c:v>45675.643750000003</c:v>
                </c:pt>
                <c:pt idx="20976">
                  <c:v>45675.643750000003</c:v>
                </c:pt>
                <c:pt idx="20977">
                  <c:v>45723.859722222223</c:v>
                </c:pt>
                <c:pt idx="20978">
                  <c:v>45723.859722222223</c:v>
                </c:pt>
                <c:pt idx="20979">
                  <c:v>45890.44027777778</c:v>
                </c:pt>
                <c:pt idx="20980">
                  <c:v>45582.089583333327</c:v>
                </c:pt>
                <c:pt idx="20981">
                  <c:v>45429.456944444442</c:v>
                </c:pt>
                <c:pt idx="20982">
                  <c:v>45859.797222222223</c:v>
                </c:pt>
                <c:pt idx="20983">
                  <c:v>45976.773611111108</c:v>
                </c:pt>
                <c:pt idx="20984">
                  <c:v>45911.776388888888</c:v>
                </c:pt>
                <c:pt idx="20985">
                  <c:v>45918.665277777778</c:v>
                </c:pt>
                <c:pt idx="20986">
                  <c:v>45946.327777777777</c:v>
                </c:pt>
                <c:pt idx="20987">
                  <c:v>45737.589583333327</c:v>
                </c:pt>
                <c:pt idx="20988">
                  <c:v>45717.768055555563</c:v>
                </c:pt>
                <c:pt idx="20989">
                  <c:v>45805.55</c:v>
                </c:pt>
                <c:pt idx="20990">
                  <c:v>45861.963888888888</c:v>
                </c:pt>
                <c:pt idx="20991">
                  <c:v>45743.690972222219</c:v>
                </c:pt>
                <c:pt idx="20992">
                  <c:v>45661.57916666667</c:v>
                </c:pt>
                <c:pt idx="20993">
                  <c:v>45797.990972222222</c:v>
                </c:pt>
                <c:pt idx="20994">
                  <c:v>45476.015277777777</c:v>
                </c:pt>
                <c:pt idx="20995">
                  <c:v>45462.929861111108</c:v>
                </c:pt>
                <c:pt idx="20996">
                  <c:v>45398.787499999999</c:v>
                </c:pt>
                <c:pt idx="20997">
                  <c:v>45540.931944444441</c:v>
                </c:pt>
                <c:pt idx="20998">
                  <c:v>45909.451388888891</c:v>
                </c:pt>
                <c:pt idx="20999">
                  <c:v>45786.429166666669</c:v>
                </c:pt>
                <c:pt idx="21000">
                  <c:v>45465.42083333333</c:v>
                </c:pt>
                <c:pt idx="21001">
                  <c:v>45840.397222222222</c:v>
                </c:pt>
                <c:pt idx="21002">
                  <c:v>45384.406944444447</c:v>
                </c:pt>
                <c:pt idx="21003">
                  <c:v>45631.480555555558</c:v>
                </c:pt>
                <c:pt idx="21004">
                  <c:v>45972.758333333331</c:v>
                </c:pt>
                <c:pt idx="21005">
                  <c:v>45715.474305555559</c:v>
                </c:pt>
                <c:pt idx="21006">
                  <c:v>46020.027777777781</c:v>
                </c:pt>
                <c:pt idx="21007">
                  <c:v>45871.149305555547</c:v>
                </c:pt>
                <c:pt idx="21008">
                  <c:v>45968.671527777777</c:v>
                </c:pt>
                <c:pt idx="21009">
                  <c:v>45964.788888888892</c:v>
                </c:pt>
                <c:pt idx="21010">
                  <c:v>45844.866666666669</c:v>
                </c:pt>
                <c:pt idx="21011">
                  <c:v>45733.146527777782</c:v>
                </c:pt>
                <c:pt idx="21012">
                  <c:v>45766.118055555547</c:v>
                </c:pt>
                <c:pt idx="21013">
                  <c:v>45653.53125</c:v>
                </c:pt>
                <c:pt idx="21014">
                  <c:v>45608.565972222219</c:v>
                </c:pt>
                <c:pt idx="21015">
                  <c:v>45926.913888888892</c:v>
                </c:pt>
                <c:pt idx="21016">
                  <c:v>45926.913888888892</c:v>
                </c:pt>
                <c:pt idx="21017">
                  <c:v>45922.482638888891</c:v>
                </c:pt>
                <c:pt idx="21018">
                  <c:v>45922.482638888891</c:v>
                </c:pt>
                <c:pt idx="21019">
                  <c:v>45757.052777777782</c:v>
                </c:pt>
                <c:pt idx="21020">
                  <c:v>45420.513888888891</c:v>
                </c:pt>
                <c:pt idx="21021">
                  <c:v>45463.329861111109</c:v>
                </c:pt>
                <c:pt idx="21022">
                  <c:v>45397.570833333331</c:v>
                </c:pt>
                <c:pt idx="21023">
                  <c:v>45846.482638888891</c:v>
                </c:pt>
                <c:pt idx="21024">
                  <c:v>45706.888194444437</c:v>
                </c:pt>
                <c:pt idx="21025">
                  <c:v>45852.592361111107</c:v>
                </c:pt>
                <c:pt idx="21026">
                  <c:v>46021.625</c:v>
                </c:pt>
                <c:pt idx="21027">
                  <c:v>46001.475694444453</c:v>
                </c:pt>
                <c:pt idx="21028">
                  <c:v>45516.799305555563</c:v>
                </c:pt>
                <c:pt idx="21029">
                  <c:v>45665.415972222218</c:v>
                </c:pt>
                <c:pt idx="21030">
                  <c:v>45806.424305555563</c:v>
                </c:pt>
                <c:pt idx="21031">
                  <c:v>45914.412499999999</c:v>
                </c:pt>
                <c:pt idx="21032">
                  <c:v>45422.595138888893</c:v>
                </c:pt>
                <c:pt idx="21033">
                  <c:v>45371.44027777778</c:v>
                </c:pt>
                <c:pt idx="21034">
                  <c:v>45978.65</c:v>
                </c:pt>
                <c:pt idx="21035">
                  <c:v>45643.463194444441</c:v>
                </c:pt>
                <c:pt idx="21036">
                  <c:v>45623.768750000003</c:v>
                </c:pt>
                <c:pt idx="21037">
                  <c:v>45324.707638888889</c:v>
                </c:pt>
                <c:pt idx="21038">
                  <c:v>45774.869444444441</c:v>
                </c:pt>
                <c:pt idx="21039">
                  <c:v>45543.592361111107</c:v>
                </c:pt>
                <c:pt idx="21040">
                  <c:v>45951.710416666669</c:v>
                </c:pt>
                <c:pt idx="21041">
                  <c:v>45728.859027777777</c:v>
                </c:pt>
                <c:pt idx="21042">
                  <c:v>45687.425694444442</c:v>
                </c:pt>
                <c:pt idx="21043">
                  <c:v>45583.597222222219</c:v>
                </c:pt>
                <c:pt idx="21044">
                  <c:v>45838.463194444441</c:v>
                </c:pt>
                <c:pt idx="21045">
                  <c:v>45630.609722222223</c:v>
                </c:pt>
                <c:pt idx="21046">
                  <c:v>45902.464583333327</c:v>
                </c:pt>
                <c:pt idx="21047">
                  <c:v>46004.447916666657</c:v>
                </c:pt>
                <c:pt idx="21048">
                  <c:v>45623.689583333333</c:v>
                </c:pt>
                <c:pt idx="21049">
                  <c:v>45992.42291666667</c:v>
                </c:pt>
                <c:pt idx="21050">
                  <c:v>45992.42291666667</c:v>
                </c:pt>
                <c:pt idx="21051">
                  <c:v>45933.561805555553</c:v>
                </c:pt>
                <c:pt idx="21052">
                  <c:v>45924.322222222218</c:v>
                </c:pt>
                <c:pt idx="21053">
                  <c:v>45933.561805555553</c:v>
                </c:pt>
                <c:pt idx="21054">
                  <c:v>45924.322222222218</c:v>
                </c:pt>
                <c:pt idx="21055">
                  <c:v>45887.32916666667</c:v>
                </c:pt>
                <c:pt idx="21056">
                  <c:v>45887.32916666667</c:v>
                </c:pt>
                <c:pt idx="21057">
                  <c:v>45944.794444444437</c:v>
                </c:pt>
                <c:pt idx="21058">
                  <c:v>45834.15625</c:v>
                </c:pt>
                <c:pt idx="21059">
                  <c:v>45788.453472222223</c:v>
                </c:pt>
                <c:pt idx="21060">
                  <c:v>45790.863194444442</c:v>
                </c:pt>
                <c:pt idx="21061">
                  <c:v>45794.517361111109</c:v>
                </c:pt>
                <c:pt idx="21062">
                  <c:v>45645.749305555553</c:v>
                </c:pt>
                <c:pt idx="21063">
                  <c:v>45768.950694444437</c:v>
                </c:pt>
                <c:pt idx="21064">
                  <c:v>45441.509027777778</c:v>
                </c:pt>
                <c:pt idx="21065">
                  <c:v>45921.260416666657</c:v>
                </c:pt>
                <c:pt idx="21066">
                  <c:v>45353.938194444447</c:v>
                </c:pt>
                <c:pt idx="21067">
                  <c:v>45553.741666666669</c:v>
                </c:pt>
                <c:pt idx="21068">
                  <c:v>45696.601388888892</c:v>
                </c:pt>
                <c:pt idx="21069">
                  <c:v>46021.046527777777</c:v>
                </c:pt>
                <c:pt idx="21070">
                  <c:v>45837.079861111109</c:v>
                </c:pt>
                <c:pt idx="21071">
                  <c:v>45322.51666666667</c:v>
                </c:pt>
                <c:pt idx="21072">
                  <c:v>45850.376388888893</c:v>
                </c:pt>
                <c:pt idx="21073">
                  <c:v>45715.660416666673</c:v>
                </c:pt>
                <c:pt idx="21074">
                  <c:v>45655.472222222219</c:v>
                </c:pt>
                <c:pt idx="21075">
                  <c:v>45971.753472222219</c:v>
                </c:pt>
                <c:pt idx="21076">
                  <c:v>45572.75</c:v>
                </c:pt>
                <c:pt idx="21077">
                  <c:v>45754.57916666667</c:v>
                </c:pt>
                <c:pt idx="21078">
                  <c:v>45438.457638888889</c:v>
                </c:pt>
                <c:pt idx="21079">
                  <c:v>45371.398611111108</c:v>
                </c:pt>
                <c:pt idx="21080">
                  <c:v>45307.490972222222</c:v>
                </c:pt>
                <c:pt idx="21081">
                  <c:v>45438.457638888889</c:v>
                </c:pt>
                <c:pt idx="21082">
                  <c:v>45307.490972222222</c:v>
                </c:pt>
                <c:pt idx="21083">
                  <c:v>45754.57916666667</c:v>
                </c:pt>
                <c:pt idx="21084">
                  <c:v>45371.398611111108</c:v>
                </c:pt>
                <c:pt idx="21085">
                  <c:v>45971.753472222219</c:v>
                </c:pt>
                <c:pt idx="21086">
                  <c:v>45655.472222222219</c:v>
                </c:pt>
                <c:pt idx="21087">
                  <c:v>45572.75</c:v>
                </c:pt>
                <c:pt idx="21088">
                  <c:v>45507.664583333331</c:v>
                </c:pt>
                <c:pt idx="21089">
                  <c:v>45507.664583333331</c:v>
                </c:pt>
                <c:pt idx="21090">
                  <c:v>45736.993750000001</c:v>
                </c:pt>
                <c:pt idx="21091">
                  <c:v>45571.839583333327</c:v>
                </c:pt>
                <c:pt idx="21092">
                  <c:v>45861.570833333331</c:v>
                </c:pt>
                <c:pt idx="21093">
                  <c:v>45840.126388888893</c:v>
                </c:pt>
                <c:pt idx="21094">
                  <c:v>45876.879861111112</c:v>
                </c:pt>
                <c:pt idx="21095">
                  <c:v>45759.767361111109</c:v>
                </c:pt>
                <c:pt idx="21096">
                  <c:v>45879.561111111107</c:v>
                </c:pt>
                <c:pt idx="21097">
                  <c:v>45674.554861111108</c:v>
                </c:pt>
                <c:pt idx="21098">
                  <c:v>45919.013888888891</c:v>
                </c:pt>
                <c:pt idx="21099">
                  <c:v>45927.05972222222</c:v>
                </c:pt>
                <c:pt idx="21100">
                  <c:v>45817.59652777778</c:v>
                </c:pt>
                <c:pt idx="21101">
                  <c:v>45583.21875</c:v>
                </c:pt>
                <c:pt idx="21102">
                  <c:v>45428.902083333327</c:v>
                </c:pt>
                <c:pt idx="21103">
                  <c:v>45653.248611111107</c:v>
                </c:pt>
                <c:pt idx="21104">
                  <c:v>45616.238888888889</c:v>
                </c:pt>
                <c:pt idx="21105">
                  <c:v>45798.86041666667</c:v>
                </c:pt>
                <c:pt idx="21106">
                  <c:v>45677.441666666673</c:v>
                </c:pt>
                <c:pt idx="21107">
                  <c:v>45490.51666666667</c:v>
                </c:pt>
                <c:pt idx="21108">
                  <c:v>45525.34375</c:v>
                </c:pt>
                <c:pt idx="21109">
                  <c:v>45842.239583333343</c:v>
                </c:pt>
                <c:pt idx="21110">
                  <c:v>45739.981249999997</c:v>
                </c:pt>
                <c:pt idx="21111">
                  <c:v>45699.772222222222</c:v>
                </c:pt>
                <c:pt idx="21112">
                  <c:v>45462.85833333333</c:v>
                </c:pt>
                <c:pt idx="21113">
                  <c:v>45399.693055555559</c:v>
                </c:pt>
                <c:pt idx="21114">
                  <c:v>45371.304166666669</c:v>
                </c:pt>
                <c:pt idx="21115">
                  <c:v>45933.318749999999</c:v>
                </c:pt>
                <c:pt idx="21116">
                  <c:v>45553.357638888891</c:v>
                </c:pt>
                <c:pt idx="21117">
                  <c:v>45338.338888888888</c:v>
                </c:pt>
                <c:pt idx="21118">
                  <c:v>45950.703472222223</c:v>
                </c:pt>
                <c:pt idx="21119">
                  <c:v>45693.557638888888</c:v>
                </c:pt>
                <c:pt idx="21120">
                  <c:v>45644.370138888888</c:v>
                </c:pt>
                <c:pt idx="21121">
                  <c:v>45706.038888888892</c:v>
                </c:pt>
                <c:pt idx="21122">
                  <c:v>45667.072222222218</c:v>
                </c:pt>
                <c:pt idx="21123">
                  <c:v>45835.718055555553</c:v>
                </c:pt>
                <c:pt idx="21124">
                  <c:v>46017.445138888892</c:v>
                </c:pt>
                <c:pt idx="21125">
                  <c:v>45801.965277777781</c:v>
                </c:pt>
                <c:pt idx="21126">
                  <c:v>45825.484027777777</c:v>
                </c:pt>
                <c:pt idx="21127">
                  <c:v>45737.67291666667</c:v>
                </c:pt>
                <c:pt idx="21128">
                  <c:v>45833.671527777777</c:v>
                </c:pt>
                <c:pt idx="21129">
                  <c:v>45870.493055555547</c:v>
                </c:pt>
                <c:pt idx="21130">
                  <c:v>45870.488888888889</c:v>
                </c:pt>
                <c:pt idx="21131">
                  <c:v>45499.821527777778</c:v>
                </c:pt>
                <c:pt idx="21132">
                  <c:v>45379.447916666657</c:v>
                </c:pt>
                <c:pt idx="21133">
                  <c:v>46016.42083333333</c:v>
                </c:pt>
                <c:pt idx="21134">
                  <c:v>45794.3</c:v>
                </c:pt>
                <c:pt idx="21135">
                  <c:v>45769.876388888893</c:v>
                </c:pt>
                <c:pt idx="21136">
                  <c:v>45320.799305555563</c:v>
                </c:pt>
                <c:pt idx="21137">
                  <c:v>45365.693749999999</c:v>
                </c:pt>
                <c:pt idx="21138">
                  <c:v>45905.209027777782</c:v>
                </c:pt>
                <c:pt idx="21139">
                  <c:v>46022.34375</c:v>
                </c:pt>
                <c:pt idx="21140">
                  <c:v>45402.426388888889</c:v>
                </c:pt>
                <c:pt idx="21141">
                  <c:v>45809.805555555547</c:v>
                </c:pt>
                <c:pt idx="21142">
                  <c:v>45667.770138888889</c:v>
                </c:pt>
                <c:pt idx="21143">
                  <c:v>45456.527083333327</c:v>
                </c:pt>
                <c:pt idx="21144">
                  <c:v>45849.477083333331</c:v>
                </c:pt>
                <c:pt idx="21145">
                  <c:v>45711.44027777778</c:v>
                </c:pt>
                <c:pt idx="21146">
                  <c:v>45543.376388888893</c:v>
                </c:pt>
                <c:pt idx="21147">
                  <c:v>45492.47152777778</c:v>
                </c:pt>
                <c:pt idx="21148">
                  <c:v>45583.461111111108</c:v>
                </c:pt>
                <c:pt idx="21149">
                  <c:v>45963.46875</c:v>
                </c:pt>
                <c:pt idx="21150">
                  <c:v>45623.522222222222</c:v>
                </c:pt>
                <c:pt idx="21151">
                  <c:v>45742.637499999997</c:v>
                </c:pt>
                <c:pt idx="21152">
                  <c:v>45720.413888888892</c:v>
                </c:pt>
                <c:pt idx="21153">
                  <c:v>45680.643750000003</c:v>
                </c:pt>
                <c:pt idx="21154">
                  <c:v>45635.616666666669</c:v>
                </c:pt>
                <c:pt idx="21155">
                  <c:v>45745.637499999997</c:v>
                </c:pt>
                <c:pt idx="21156">
                  <c:v>45752.815972222219</c:v>
                </c:pt>
                <c:pt idx="21157">
                  <c:v>45760.625</c:v>
                </c:pt>
                <c:pt idx="21158">
                  <c:v>45704.525000000001</c:v>
                </c:pt>
                <c:pt idx="21159">
                  <c:v>45433.620138888888</c:v>
                </c:pt>
                <c:pt idx="21160">
                  <c:v>45670.63958333333</c:v>
                </c:pt>
                <c:pt idx="21161">
                  <c:v>45456.46597222222</c:v>
                </c:pt>
                <c:pt idx="21162">
                  <c:v>45440.996527777781</c:v>
                </c:pt>
                <c:pt idx="21163">
                  <c:v>45988.336805555547</c:v>
                </c:pt>
                <c:pt idx="21164">
                  <c:v>45722.447222222218</c:v>
                </c:pt>
                <c:pt idx="21165">
                  <c:v>45814.954861111109</c:v>
                </c:pt>
                <c:pt idx="21166">
                  <c:v>45618.741666666669</c:v>
                </c:pt>
                <c:pt idx="21167">
                  <c:v>45507.692361111112</c:v>
                </c:pt>
                <c:pt idx="21168">
                  <c:v>45877.918749999997</c:v>
                </c:pt>
                <c:pt idx="21169">
                  <c:v>45449.986805555563</c:v>
                </c:pt>
                <c:pt idx="21170">
                  <c:v>45877.918749999997</c:v>
                </c:pt>
                <c:pt idx="21171">
                  <c:v>45449.986805555563</c:v>
                </c:pt>
                <c:pt idx="21172">
                  <c:v>45706.92291666667</c:v>
                </c:pt>
                <c:pt idx="21173">
                  <c:v>45696.563888888893</c:v>
                </c:pt>
                <c:pt idx="21174">
                  <c:v>45459.802777777782</c:v>
                </c:pt>
                <c:pt idx="21175">
                  <c:v>45879.479861111111</c:v>
                </c:pt>
                <c:pt idx="21176">
                  <c:v>45753.404166666667</c:v>
                </c:pt>
                <c:pt idx="21177">
                  <c:v>45922.415972222218</c:v>
                </c:pt>
                <c:pt idx="21178">
                  <c:v>45696.572222222218</c:v>
                </c:pt>
                <c:pt idx="21179">
                  <c:v>45882.207638888889</c:v>
                </c:pt>
                <c:pt idx="21180">
                  <c:v>45970.612500000003</c:v>
                </c:pt>
                <c:pt idx="21181">
                  <c:v>45849.958333333343</c:v>
                </c:pt>
                <c:pt idx="21182">
                  <c:v>45919.628472222219</c:v>
                </c:pt>
                <c:pt idx="21183">
                  <c:v>45856.487500000003</c:v>
                </c:pt>
                <c:pt idx="21184">
                  <c:v>45509.256249999999</c:v>
                </c:pt>
                <c:pt idx="21185">
                  <c:v>45799.842361111107</c:v>
                </c:pt>
                <c:pt idx="21186">
                  <c:v>45770.088194444441</c:v>
                </c:pt>
                <c:pt idx="21187">
                  <c:v>45736.377083333333</c:v>
                </c:pt>
                <c:pt idx="21188">
                  <c:v>45607.65625</c:v>
                </c:pt>
                <c:pt idx="21189">
                  <c:v>45519.605555555558</c:v>
                </c:pt>
                <c:pt idx="21190">
                  <c:v>45521.727777777778</c:v>
                </c:pt>
                <c:pt idx="21191">
                  <c:v>45491.852777777778</c:v>
                </c:pt>
                <c:pt idx="21192">
                  <c:v>45852.686805555553</c:v>
                </c:pt>
                <c:pt idx="21193">
                  <c:v>45962.71597222222</c:v>
                </c:pt>
                <c:pt idx="21194">
                  <c:v>45902.84652777778</c:v>
                </c:pt>
                <c:pt idx="21195">
                  <c:v>45863.370138888888</c:v>
                </c:pt>
                <c:pt idx="21196">
                  <c:v>45958.351388888892</c:v>
                </c:pt>
                <c:pt idx="21197">
                  <c:v>45892.926388888889</c:v>
                </c:pt>
                <c:pt idx="21198">
                  <c:v>46004.621527777781</c:v>
                </c:pt>
                <c:pt idx="21199">
                  <c:v>45676.745138888888</c:v>
                </c:pt>
                <c:pt idx="21200">
                  <c:v>45639.731944444437</c:v>
                </c:pt>
                <c:pt idx="21201">
                  <c:v>45768.494444444441</c:v>
                </c:pt>
                <c:pt idx="21202">
                  <c:v>45852.939583333333</c:v>
                </c:pt>
                <c:pt idx="21203">
                  <c:v>45453.115972222222</c:v>
                </c:pt>
                <c:pt idx="21204">
                  <c:v>45556.038194444453</c:v>
                </c:pt>
                <c:pt idx="21205">
                  <c:v>45821.569444444453</c:v>
                </c:pt>
                <c:pt idx="21206">
                  <c:v>45808.384027777778</c:v>
                </c:pt>
                <c:pt idx="21207">
                  <c:v>45806.899305555547</c:v>
                </c:pt>
                <c:pt idx="21208">
                  <c:v>45476.90625</c:v>
                </c:pt>
                <c:pt idx="21209">
                  <c:v>46007.938888888893</c:v>
                </c:pt>
                <c:pt idx="21210">
                  <c:v>45854.386111111111</c:v>
                </c:pt>
                <c:pt idx="21211">
                  <c:v>45844.806250000001</c:v>
                </c:pt>
                <c:pt idx="21212">
                  <c:v>45400.488888888889</c:v>
                </c:pt>
                <c:pt idx="21213">
                  <c:v>45692.477083333331</c:v>
                </c:pt>
                <c:pt idx="21214">
                  <c:v>45400.497916666667</c:v>
                </c:pt>
                <c:pt idx="21215">
                  <c:v>45516.872916666667</c:v>
                </c:pt>
                <c:pt idx="21216">
                  <c:v>46004.851388888892</c:v>
                </c:pt>
                <c:pt idx="21217">
                  <c:v>46004.595833333333</c:v>
                </c:pt>
                <c:pt idx="21218">
                  <c:v>45900.568055555559</c:v>
                </c:pt>
                <c:pt idx="21219">
                  <c:v>45974.613888888889</c:v>
                </c:pt>
                <c:pt idx="21220">
                  <c:v>45881.73333333333</c:v>
                </c:pt>
                <c:pt idx="21221">
                  <c:v>45685.673611111109</c:v>
                </c:pt>
                <c:pt idx="21222">
                  <c:v>45798.997916666667</c:v>
                </c:pt>
                <c:pt idx="21223">
                  <c:v>45749.663194444453</c:v>
                </c:pt>
                <c:pt idx="21224">
                  <c:v>45965.42083333333</c:v>
                </c:pt>
                <c:pt idx="21225">
                  <c:v>45629.253472222219</c:v>
                </c:pt>
                <c:pt idx="21226">
                  <c:v>45992.38958333333</c:v>
                </c:pt>
                <c:pt idx="21227">
                  <c:v>45383.713194444441</c:v>
                </c:pt>
                <c:pt idx="21228">
                  <c:v>45405.806250000001</c:v>
                </c:pt>
                <c:pt idx="21229">
                  <c:v>46019.768055555563</c:v>
                </c:pt>
                <c:pt idx="21230">
                  <c:v>45749.838888888888</c:v>
                </c:pt>
                <c:pt idx="21231">
                  <c:v>45889.713194444441</c:v>
                </c:pt>
                <c:pt idx="21232">
                  <c:v>45657.603472222218</c:v>
                </c:pt>
                <c:pt idx="21233">
                  <c:v>45442.427777777782</c:v>
                </c:pt>
                <c:pt idx="21234">
                  <c:v>45671.979861111111</c:v>
                </c:pt>
                <c:pt idx="21235">
                  <c:v>45599.694444444453</c:v>
                </c:pt>
                <c:pt idx="21236">
                  <c:v>45637.306944444441</c:v>
                </c:pt>
                <c:pt idx="21237">
                  <c:v>46016.771527777782</c:v>
                </c:pt>
                <c:pt idx="21238">
                  <c:v>45715.413888888892</c:v>
                </c:pt>
                <c:pt idx="21239">
                  <c:v>45846.898611111108</c:v>
                </c:pt>
                <c:pt idx="21240">
                  <c:v>45769.494444444441</c:v>
                </c:pt>
                <c:pt idx="21241">
                  <c:v>46005.217361111107</c:v>
                </c:pt>
                <c:pt idx="21242">
                  <c:v>45948.643055555563</c:v>
                </c:pt>
                <c:pt idx="21243">
                  <c:v>45537.863194444442</c:v>
                </c:pt>
                <c:pt idx="21244">
                  <c:v>45973.762499999997</c:v>
                </c:pt>
                <c:pt idx="21245">
                  <c:v>45612.335416666669</c:v>
                </c:pt>
                <c:pt idx="21246">
                  <c:v>45880.429166666669</c:v>
                </c:pt>
                <c:pt idx="21247">
                  <c:v>45929.390972222223</c:v>
                </c:pt>
                <c:pt idx="21248">
                  <c:v>45545.419444444437</c:v>
                </c:pt>
                <c:pt idx="21249">
                  <c:v>45998.236805555563</c:v>
                </c:pt>
                <c:pt idx="21250">
                  <c:v>45740.345833333333</c:v>
                </c:pt>
                <c:pt idx="21251">
                  <c:v>45839.71875</c:v>
                </c:pt>
                <c:pt idx="21252">
                  <c:v>45752.565972222219</c:v>
                </c:pt>
                <c:pt idx="21253">
                  <c:v>45779.882638888892</c:v>
                </c:pt>
                <c:pt idx="21254">
                  <c:v>45874.431250000001</c:v>
                </c:pt>
                <c:pt idx="21255">
                  <c:v>45859.631249999999</c:v>
                </c:pt>
                <c:pt idx="21256">
                  <c:v>45889.572222222218</c:v>
                </c:pt>
                <c:pt idx="21257">
                  <c:v>45812.634722222218</c:v>
                </c:pt>
                <c:pt idx="21258">
                  <c:v>45337.694444444453</c:v>
                </c:pt>
                <c:pt idx="21259">
                  <c:v>45325.645833333343</c:v>
                </c:pt>
                <c:pt idx="21260">
                  <c:v>45431.962500000001</c:v>
                </c:pt>
                <c:pt idx="21261">
                  <c:v>45739.628472222219</c:v>
                </c:pt>
                <c:pt idx="21262">
                  <c:v>45705.852777777778</c:v>
                </c:pt>
                <c:pt idx="21263">
                  <c:v>45684.620138888888</c:v>
                </c:pt>
                <c:pt idx="21264">
                  <c:v>45653.950694444437</c:v>
                </c:pt>
                <c:pt idx="21265">
                  <c:v>45653.963194444441</c:v>
                </c:pt>
                <c:pt idx="21266">
                  <c:v>45762.466666666667</c:v>
                </c:pt>
                <c:pt idx="21267">
                  <c:v>45757.886111111111</c:v>
                </c:pt>
                <c:pt idx="21268">
                  <c:v>45712.843055555553</c:v>
                </c:pt>
                <c:pt idx="21269">
                  <c:v>45385.498611111107</c:v>
                </c:pt>
                <c:pt idx="21270">
                  <c:v>45794.811111111107</c:v>
                </c:pt>
                <c:pt idx="21271">
                  <c:v>46005.878472222219</c:v>
                </c:pt>
                <c:pt idx="21272">
                  <c:v>45761.474999999999</c:v>
                </c:pt>
                <c:pt idx="21273">
                  <c:v>45745.656944444447</c:v>
                </c:pt>
                <c:pt idx="21274">
                  <c:v>45394.729861111111</c:v>
                </c:pt>
                <c:pt idx="21275">
                  <c:v>45425.770138888889</c:v>
                </c:pt>
                <c:pt idx="21276">
                  <c:v>45298.642361111109</c:v>
                </c:pt>
                <c:pt idx="21277">
                  <c:v>45423.646527777782</c:v>
                </c:pt>
                <c:pt idx="21278">
                  <c:v>45860.478472222218</c:v>
                </c:pt>
                <c:pt idx="21279">
                  <c:v>45932.520138888889</c:v>
                </c:pt>
                <c:pt idx="21280">
                  <c:v>45923.834027777782</c:v>
                </c:pt>
                <c:pt idx="21281">
                  <c:v>45913.666666666657</c:v>
                </c:pt>
                <c:pt idx="21282">
                  <c:v>45924.497916666667</c:v>
                </c:pt>
                <c:pt idx="21283">
                  <c:v>45507.093055555553</c:v>
                </c:pt>
                <c:pt idx="21284">
                  <c:v>45856.484027777777</c:v>
                </c:pt>
                <c:pt idx="21285">
                  <c:v>45655.447222222218</c:v>
                </c:pt>
                <c:pt idx="21286">
                  <c:v>45608.804861111108</c:v>
                </c:pt>
                <c:pt idx="21287">
                  <c:v>45736.140277777777</c:v>
                </c:pt>
                <c:pt idx="21288">
                  <c:v>45871.952777777777</c:v>
                </c:pt>
                <c:pt idx="21289">
                  <c:v>45896.593055555553</c:v>
                </c:pt>
                <c:pt idx="21290">
                  <c:v>46000.777083333327</c:v>
                </c:pt>
                <c:pt idx="21291">
                  <c:v>45377.522222222222</c:v>
                </c:pt>
                <c:pt idx="21292">
                  <c:v>45747.570833333331</c:v>
                </c:pt>
                <c:pt idx="21293">
                  <c:v>45333.611111111109</c:v>
                </c:pt>
                <c:pt idx="21294">
                  <c:v>45785.477083333331</c:v>
                </c:pt>
                <c:pt idx="21295">
                  <c:v>45300.455555555563</c:v>
                </c:pt>
                <c:pt idx="21296">
                  <c:v>45620.633333333331</c:v>
                </c:pt>
                <c:pt idx="21297">
                  <c:v>45475.615972222222</c:v>
                </c:pt>
                <c:pt idx="21298">
                  <c:v>45562.634027777778</c:v>
                </c:pt>
                <c:pt idx="21299">
                  <c:v>45424.545138888891</c:v>
                </c:pt>
                <c:pt idx="21300">
                  <c:v>45858.527083333327</c:v>
                </c:pt>
                <c:pt idx="21301">
                  <c:v>45816.55</c:v>
                </c:pt>
                <c:pt idx="21302">
                  <c:v>45972.720138888893</c:v>
                </c:pt>
                <c:pt idx="21303">
                  <c:v>45641.511805555558</c:v>
                </c:pt>
                <c:pt idx="21304">
                  <c:v>45683.629166666673</c:v>
                </c:pt>
                <c:pt idx="21305">
                  <c:v>45930.510416666657</c:v>
                </c:pt>
                <c:pt idx="21306">
                  <c:v>45538.380555555559</c:v>
                </c:pt>
                <c:pt idx="21307">
                  <c:v>45717.578472222223</c:v>
                </c:pt>
                <c:pt idx="21308">
                  <c:v>45831.888888888891</c:v>
                </c:pt>
                <c:pt idx="21309">
                  <c:v>45746.786111111112</c:v>
                </c:pt>
                <c:pt idx="21310">
                  <c:v>45929.506944444453</c:v>
                </c:pt>
                <c:pt idx="21311">
                  <c:v>45998.706250000003</c:v>
                </c:pt>
                <c:pt idx="21312">
                  <c:v>45783.90347222222</c:v>
                </c:pt>
                <c:pt idx="21313">
                  <c:v>45784.415972222218</c:v>
                </c:pt>
                <c:pt idx="21314">
                  <c:v>45712.852083333331</c:v>
                </c:pt>
                <c:pt idx="21315">
                  <c:v>45561.606944444437</c:v>
                </c:pt>
                <c:pt idx="21316">
                  <c:v>45568.90347222222</c:v>
                </c:pt>
                <c:pt idx="21317">
                  <c:v>45866.79791666667</c:v>
                </c:pt>
                <c:pt idx="21318">
                  <c:v>46005.029861111107</c:v>
                </c:pt>
                <c:pt idx="21319">
                  <c:v>45822.776388888888</c:v>
                </c:pt>
                <c:pt idx="21320">
                  <c:v>45862.23541666667</c:v>
                </c:pt>
                <c:pt idx="21321">
                  <c:v>45953.710416666669</c:v>
                </c:pt>
                <c:pt idx="21322">
                  <c:v>45689.423611111109</c:v>
                </c:pt>
                <c:pt idx="21323">
                  <c:v>45770.087500000001</c:v>
                </c:pt>
                <c:pt idx="21324">
                  <c:v>45718.65</c:v>
                </c:pt>
                <c:pt idx="21325">
                  <c:v>45626.85833333333</c:v>
                </c:pt>
                <c:pt idx="21326">
                  <c:v>45920.761111111111</c:v>
                </c:pt>
                <c:pt idx="21327">
                  <c:v>45528.668749999997</c:v>
                </c:pt>
                <c:pt idx="21328">
                  <c:v>45376.847916666673</c:v>
                </c:pt>
                <c:pt idx="21329">
                  <c:v>45563.822222222218</c:v>
                </c:pt>
                <c:pt idx="21330">
                  <c:v>45660.427083333343</c:v>
                </c:pt>
                <c:pt idx="21331">
                  <c:v>45706.771527777782</c:v>
                </c:pt>
                <c:pt idx="21332">
                  <c:v>45815.625</c:v>
                </c:pt>
                <c:pt idx="21333">
                  <c:v>45448.556250000001</c:v>
                </c:pt>
                <c:pt idx="21334">
                  <c:v>45979.739583333343</c:v>
                </c:pt>
                <c:pt idx="21335">
                  <c:v>45351.488194444442</c:v>
                </c:pt>
                <c:pt idx="21336">
                  <c:v>45524.350694444453</c:v>
                </c:pt>
                <c:pt idx="21337">
                  <c:v>45438.379166666673</c:v>
                </c:pt>
                <c:pt idx="21338">
                  <c:v>45922.595138888893</c:v>
                </c:pt>
                <c:pt idx="21339">
                  <c:v>46020.4</c:v>
                </c:pt>
                <c:pt idx="21340">
                  <c:v>45482.772222222222</c:v>
                </c:pt>
                <c:pt idx="21341">
                  <c:v>45625.743055555547</c:v>
                </c:pt>
                <c:pt idx="21342">
                  <c:v>45482.757638888892</c:v>
                </c:pt>
                <c:pt idx="21343">
                  <c:v>45579.93472222222</c:v>
                </c:pt>
                <c:pt idx="21344">
                  <c:v>45365.474305555559</c:v>
                </c:pt>
                <c:pt idx="21345">
                  <c:v>45988.331944444442</c:v>
                </c:pt>
                <c:pt idx="21346">
                  <c:v>45681.4</c:v>
                </c:pt>
                <c:pt idx="21347">
                  <c:v>45626.656944444447</c:v>
                </c:pt>
                <c:pt idx="21348">
                  <c:v>46015.553472222222</c:v>
                </c:pt>
                <c:pt idx="21349">
                  <c:v>45910.724999999999</c:v>
                </c:pt>
                <c:pt idx="21350">
                  <c:v>45775.609027777777</c:v>
                </c:pt>
                <c:pt idx="21351">
                  <c:v>45331.451388888891</c:v>
                </c:pt>
                <c:pt idx="21352">
                  <c:v>45899.584027777782</c:v>
                </c:pt>
                <c:pt idx="21353">
                  <c:v>45821.568055555559</c:v>
                </c:pt>
                <c:pt idx="21354">
                  <c:v>45877.583333333343</c:v>
                </c:pt>
                <c:pt idx="21355">
                  <c:v>45590.542361111111</c:v>
                </c:pt>
                <c:pt idx="21356">
                  <c:v>45764.461111111108</c:v>
                </c:pt>
                <c:pt idx="21357">
                  <c:v>45636.425694444442</c:v>
                </c:pt>
                <c:pt idx="21358">
                  <c:v>45369.488194444442</c:v>
                </c:pt>
                <c:pt idx="21359">
                  <c:v>45733.399305555547</c:v>
                </c:pt>
                <c:pt idx="21360">
                  <c:v>45963.647916666669</c:v>
                </c:pt>
                <c:pt idx="21361">
                  <c:v>45991.593055555553</c:v>
                </c:pt>
                <c:pt idx="21362">
                  <c:v>45930.413194444453</c:v>
                </c:pt>
                <c:pt idx="21363">
                  <c:v>45665.517361111109</c:v>
                </c:pt>
                <c:pt idx="21364">
                  <c:v>45414.425694444442</c:v>
                </c:pt>
                <c:pt idx="21365">
                  <c:v>45452.473611111112</c:v>
                </c:pt>
                <c:pt idx="21366">
                  <c:v>45296.706944444442</c:v>
                </c:pt>
                <c:pt idx="21367">
                  <c:v>46011.438888888893</c:v>
                </c:pt>
                <c:pt idx="21368">
                  <c:v>45707.659722222219</c:v>
                </c:pt>
                <c:pt idx="21369">
                  <c:v>45849.411111111112</c:v>
                </c:pt>
                <c:pt idx="21370">
                  <c:v>45924.76666666667</c:v>
                </c:pt>
                <c:pt idx="21371">
                  <c:v>45619.390972222223</c:v>
                </c:pt>
                <c:pt idx="21372">
                  <c:v>45790.555555555547</c:v>
                </c:pt>
                <c:pt idx="21373">
                  <c:v>45408.465277777781</c:v>
                </c:pt>
                <c:pt idx="21374">
                  <c:v>45517.279861111107</c:v>
                </c:pt>
                <c:pt idx="21375">
                  <c:v>45553.740972222222</c:v>
                </c:pt>
                <c:pt idx="21376">
                  <c:v>45875.890972222223</c:v>
                </c:pt>
                <c:pt idx="21377">
                  <c:v>45768.373611111107</c:v>
                </c:pt>
                <c:pt idx="21378">
                  <c:v>45913.742361111108</c:v>
                </c:pt>
                <c:pt idx="21379">
                  <c:v>45923.456944444442</c:v>
                </c:pt>
                <c:pt idx="21380">
                  <c:v>45935.512499999997</c:v>
                </c:pt>
                <c:pt idx="21381">
                  <c:v>45480.606249999997</c:v>
                </c:pt>
                <c:pt idx="21382">
                  <c:v>45769.564583333333</c:v>
                </c:pt>
                <c:pt idx="21383">
                  <c:v>45743.629166666673</c:v>
                </c:pt>
                <c:pt idx="21384">
                  <c:v>45696.684027777781</c:v>
                </c:pt>
                <c:pt idx="21385">
                  <c:v>45807.895138888889</c:v>
                </c:pt>
                <c:pt idx="21386">
                  <c:v>45666.329861111109</c:v>
                </c:pt>
                <c:pt idx="21387">
                  <c:v>45580.401388888888</c:v>
                </c:pt>
                <c:pt idx="21388">
                  <c:v>45392.609722222223</c:v>
                </c:pt>
                <c:pt idx="21389">
                  <c:v>45647.586111111108</c:v>
                </c:pt>
                <c:pt idx="21390">
                  <c:v>45361.495138888888</c:v>
                </c:pt>
                <c:pt idx="21391">
                  <c:v>45432.386111111111</c:v>
                </c:pt>
                <c:pt idx="21392">
                  <c:v>45518.681250000001</c:v>
                </c:pt>
                <c:pt idx="21393">
                  <c:v>45726.506944444453</c:v>
                </c:pt>
                <c:pt idx="21394">
                  <c:v>45722.407638888893</c:v>
                </c:pt>
                <c:pt idx="21395">
                  <c:v>45821.377083333333</c:v>
                </c:pt>
                <c:pt idx="21396">
                  <c:v>45776.459027777782</c:v>
                </c:pt>
                <c:pt idx="21397">
                  <c:v>45678.586805555547</c:v>
                </c:pt>
                <c:pt idx="21398">
                  <c:v>45760.429861111108</c:v>
                </c:pt>
                <c:pt idx="21399">
                  <c:v>45685.732638888891</c:v>
                </c:pt>
                <c:pt idx="21400">
                  <c:v>45699.518055555563</c:v>
                </c:pt>
                <c:pt idx="21401">
                  <c:v>45613.621527777781</c:v>
                </c:pt>
                <c:pt idx="21402">
                  <c:v>45637.902083333327</c:v>
                </c:pt>
                <c:pt idx="21403">
                  <c:v>45398.317361111112</c:v>
                </c:pt>
                <c:pt idx="21404">
                  <c:v>45544.466666666667</c:v>
                </c:pt>
                <c:pt idx="21405">
                  <c:v>45995.773611111108</c:v>
                </c:pt>
                <c:pt idx="21406">
                  <c:v>45614.515972222223</c:v>
                </c:pt>
                <c:pt idx="21407">
                  <c:v>45814.89166666667</c:v>
                </c:pt>
                <c:pt idx="21408">
                  <c:v>45484.412499999999</c:v>
                </c:pt>
                <c:pt idx="21409">
                  <c:v>45727.606944444437</c:v>
                </c:pt>
                <c:pt idx="21410">
                  <c:v>45577.503472222219</c:v>
                </c:pt>
                <c:pt idx="21411">
                  <c:v>45495.493750000001</c:v>
                </c:pt>
                <c:pt idx="21412">
                  <c:v>45355.323611111111</c:v>
                </c:pt>
                <c:pt idx="21413">
                  <c:v>45924.290972222218</c:v>
                </c:pt>
                <c:pt idx="21414">
                  <c:v>45868.586111111108</c:v>
                </c:pt>
                <c:pt idx="21415">
                  <c:v>45383.601388888892</c:v>
                </c:pt>
                <c:pt idx="21416">
                  <c:v>45643.219444444447</c:v>
                </c:pt>
                <c:pt idx="21417">
                  <c:v>45894.555555555547</c:v>
                </c:pt>
                <c:pt idx="21418">
                  <c:v>45966.393055555563</c:v>
                </c:pt>
                <c:pt idx="21419">
                  <c:v>45998.614583333343</c:v>
                </c:pt>
                <c:pt idx="21420">
                  <c:v>45688.36041666667</c:v>
                </c:pt>
                <c:pt idx="21421">
                  <c:v>45590.630555555559</c:v>
                </c:pt>
                <c:pt idx="21422">
                  <c:v>45847.444444444453</c:v>
                </c:pt>
                <c:pt idx="21423">
                  <c:v>45625.616666666669</c:v>
                </c:pt>
                <c:pt idx="21424">
                  <c:v>45746.872916666667</c:v>
                </c:pt>
                <c:pt idx="21425">
                  <c:v>45456.361805555563</c:v>
                </c:pt>
                <c:pt idx="21426">
                  <c:v>45768.499305555553</c:v>
                </c:pt>
                <c:pt idx="21427">
                  <c:v>45724.334722222222</c:v>
                </c:pt>
                <c:pt idx="21428">
                  <c:v>45412.555555555547</c:v>
                </c:pt>
                <c:pt idx="21429">
                  <c:v>45487.238194444442</c:v>
                </c:pt>
                <c:pt idx="21430">
                  <c:v>45432.42083333333</c:v>
                </c:pt>
                <c:pt idx="21431">
                  <c:v>45536.493055555547</c:v>
                </c:pt>
                <c:pt idx="21432">
                  <c:v>45321.470138888893</c:v>
                </c:pt>
                <c:pt idx="21433">
                  <c:v>45300.447916666657</c:v>
                </c:pt>
                <c:pt idx="21434">
                  <c:v>45821.679166666669</c:v>
                </c:pt>
                <c:pt idx="21435">
                  <c:v>45338.620138888888</c:v>
                </c:pt>
                <c:pt idx="21436">
                  <c:v>45715.660416666673</c:v>
                </c:pt>
                <c:pt idx="21437">
                  <c:v>45526.825694444437</c:v>
                </c:pt>
                <c:pt idx="21438">
                  <c:v>45764.4375</c:v>
                </c:pt>
                <c:pt idx="21439">
                  <c:v>45703.835416666669</c:v>
                </c:pt>
                <c:pt idx="21440">
                  <c:v>45694.402777777781</c:v>
                </c:pt>
                <c:pt idx="21441">
                  <c:v>45987.376388888893</c:v>
                </c:pt>
                <c:pt idx="21442">
                  <c:v>45623.125694444447</c:v>
                </c:pt>
                <c:pt idx="21443">
                  <c:v>45647.088888888888</c:v>
                </c:pt>
                <c:pt idx="21444">
                  <c:v>45859.549305555563</c:v>
                </c:pt>
                <c:pt idx="21445">
                  <c:v>45619.736805555563</c:v>
                </c:pt>
                <c:pt idx="21446">
                  <c:v>45402.594444444447</c:v>
                </c:pt>
                <c:pt idx="21447">
                  <c:v>45422.802777777782</c:v>
                </c:pt>
                <c:pt idx="21448">
                  <c:v>45605.761805555558</c:v>
                </c:pt>
                <c:pt idx="21449">
                  <c:v>45561.177083333343</c:v>
                </c:pt>
                <c:pt idx="21450">
                  <c:v>45514.486805555563</c:v>
                </c:pt>
                <c:pt idx="21451">
                  <c:v>45318.902083333327</c:v>
                </c:pt>
                <c:pt idx="21452">
                  <c:v>45491.604861111111</c:v>
                </c:pt>
                <c:pt idx="21453">
                  <c:v>45334.847222222219</c:v>
                </c:pt>
                <c:pt idx="21454">
                  <c:v>45656.073611111111</c:v>
                </c:pt>
                <c:pt idx="21455">
                  <c:v>45716.574305555558</c:v>
                </c:pt>
                <c:pt idx="21456">
                  <c:v>45356.85833333333</c:v>
                </c:pt>
                <c:pt idx="21457">
                  <c:v>45911.70416666667</c:v>
                </c:pt>
                <c:pt idx="21458">
                  <c:v>45655.652083333327</c:v>
                </c:pt>
                <c:pt idx="21459">
                  <c:v>45639.752083333333</c:v>
                </c:pt>
                <c:pt idx="21460">
                  <c:v>45874.729861111111</c:v>
                </c:pt>
                <c:pt idx="21461">
                  <c:v>45806.837500000001</c:v>
                </c:pt>
                <c:pt idx="21462">
                  <c:v>45709.081250000003</c:v>
                </c:pt>
                <c:pt idx="21463">
                  <c:v>45723.006249999999</c:v>
                </c:pt>
                <c:pt idx="21464">
                  <c:v>45988.918749999997</c:v>
                </c:pt>
                <c:pt idx="21465">
                  <c:v>45406.918055555558</c:v>
                </c:pt>
                <c:pt idx="21466">
                  <c:v>45406.931250000001</c:v>
                </c:pt>
                <c:pt idx="21467">
                  <c:v>45372.839583333327</c:v>
                </c:pt>
                <c:pt idx="21468">
                  <c:v>45835.01458333333</c:v>
                </c:pt>
                <c:pt idx="21469">
                  <c:v>45559.582638888889</c:v>
                </c:pt>
                <c:pt idx="21470">
                  <c:v>45878.034722222219</c:v>
                </c:pt>
                <c:pt idx="21471">
                  <c:v>45498.927083333343</c:v>
                </c:pt>
                <c:pt idx="21472">
                  <c:v>45891.84097222222</c:v>
                </c:pt>
                <c:pt idx="21473">
                  <c:v>45329.900694444441</c:v>
                </c:pt>
                <c:pt idx="21474">
                  <c:v>45735.948611111111</c:v>
                </c:pt>
                <c:pt idx="21475">
                  <c:v>45780.862500000003</c:v>
                </c:pt>
                <c:pt idx="21476">
                  <c:v>45412.861111111109</c:v>
                </c:pt>
                <c:pt idx="21477">
                  <c:v>45469.478472222218</c:v>
                </c:pt>
                <c:pt idx="21478">
                  <c:v>45709.734027777777</c:v>
                </c:pt>
                <c:pt idx="21479">
                  <c:v>45709.734027777777</c:v>
                </c:pt>
                <c:pt idx="21480">
                  <c:v>45792.434027777781</c:v>
                </c:pt>
                <c:pt idx="21481">
                  <c:v>45941.020833333343</c:v>
                </c:pt>
                <c:pt idx="21482">
                  <c:v>45941.020833333343</c:v>
                </c:pt>
                <c:pt idx="21483">
                  <c:v>45792.434027777781</c:v>
                </c:pt>
                <c:pt idx="21484">
                  <c:v>45927.774305555547</c:v>
                </c:pt>
                <c:pt idx="21485">
                  <c:v>45957.973611111112</c:v>
                </c:pt>
                <c:pt idx="21486">
                  <c:v>45353.617361111108</c:v>
                </c:pt>
                <c:pt idx="21487">
                  <c:v>45702.67291666667</c:v>
                </c:pt>
                <c:pt idx="21488">
                  <c:v>45991.50277777778</c:v>
                </c:pt>
                <c:pt idx="21489">
                  <c:v>45991.498611111107</c:v>
                </c:pt>
                <c:pt idx="21490">
                  <c:v>45993.67083333333</c:v>
                </c:pt>
                <c:pt idx="21491">
                  <c:v>45982.855555555558</c:v>
                </c:pt>
                <c:pt idx="21492">
                  <c:v>45796.924305555563</c:v>
                </c:pt>
                <c:pt idx="21493">
                  <c:v>45778.958333333343</c:v>
                </c:pt>
                <c:pt idx="21494">
                  <c:v>45804.417361111111</c:v>
                </c:pt>
                <c:pt idx="21495">
                  <c:v>45978.592361111107</c:v>
                </c:pt>
                <c:pt idx="21496">
                  <c:v>45637.427083333343</c:v>
                </c:pt>
                <c:pt idx="21497">
                  <c:v>45449.498611111107</c:v>
                </c:pt>
                <c:pt idx="21498">
                  <c:v>45874.67083333333</c:v>
                </c:pt>
                <c:pt idx="21499">
                  <c:v>45639.420138888891</c:v>
                </c:pt>
                <c:pt idx="21500">
                  <c:v>45399.352777777778</c:v>
                </c:pt>
                <c:pt idx="21501">
                  <c:v>45706.54583333333</c:v>
                </c:pt>
                <c:pt idx="21502">
                  <c:v>45981.421527777777</c:v>
                </c:pt>
                <c:pt idx="21503">
                  <c:v>45836.744444444441</c:v>
                </c:pt>
                <c:pt idx="21504">
                  <c:v>45896.671527777777</c:v>
                </c:pt>
                <c:pt idx="21505">
                  <c:v>45487.50277777778</c:v>
                </c:pt>
                <c:pt idx="21506">
                  <c:v>45641.792361111111</c:v>
                </c:pt>
                <c:pt idx="21507">
                  <c:v>45842.838888888888</c:v>
                </c:pt>
                <c:pt idx="21508">
                  <c:v>45796.643750000003</c:v>
                </c:pt>
                <c:pt idx="21509">
                  <c:v>45780.745833333327</c:v>
                </c:pt>
                <c:pt idx="21510">
                  <c:v>45789.918055555558</c:v>
                </c:pt>
                <c:pt idx="21511">
                  <c:v>45828.482638888891</c:v>
                </c:pt>
                <c:pt idx="21512">
                  <c:v>45507.775694444441</c:v>
                </c:pt>
                <c:pt idx="21513">
                  <c:v>45777.318749999999</c:v>
                </c:pt>
                <c:pt idx="21514">
                  <c:v>45717.243055555547</c:v>
                </c:pt>
                <c:pt idx="21515">
                  <c:v>45688.977777777778</c:v>
                </c:pt>
                <c:pt idx="21516">
                  <c:v>45715.37222222222</c:v>
                </c:pt>
                <c:pt idx="21517">
                  <c:v>45731.698611111111</c:v>
                </c:pt>
                <c:pt idx="21518">
                  <c:v>45299.729861111111</c:v>
                </c:pt>
                <c:pt idx="21519">
                  <c:v>45299.593055555553</c:v>
                </c:pt>
                <c:pt idx="21520">
                  <c:v>45489.53402777778</c:v>
                </c:pt>
                <c:pt idx="21521">
                  <c:v>45984.686805555553</c:v>
                </c:pt>
                <c:pt idx="21522">
                  <c:v>45437.275694444441</c:v>
                </c:pt>
                <c:pt idx="21523">
                  <c:v>45555.411111111112</c:v>
                </c:pt>
                <c:pt idx="21524">
                  <c:v>45462.527083333327</c:v>
                </c:pt>
                <c:pt idx="21525">
                  <c:v>45488.536805555559</c:v>
                </c:pt>
                <c:pt idx="21526">
                  <c:v>45641.508333333331</c:v>
                </c:pt>
                <c:pt idx="21527">
                  <c:v>45434.875</c:v>
                </c:pt>
                <c:pt idx="21528">
                  <c:v>45630.614583333343</c:v>
                </c:pt>
                <c:pt idx="21529">
                  <c:v>45532.619444444441</c:v>
                </c:pt>
                <c:pt idx="21530">
                  <c:v>45448.875</c:v>
                </c:pt>
                <c:pt idx="21531">
                  <c:v>45783.718055555553</c:v>
                </c:pt>
                <c:pt idx="21532">
                  <c:v>45997.493055555547</c:v>
                </c:pt>
                <c:pt idx="21533">
                  <c:v>45766.626388888893</c:v>
                </c:pt>
                <c:pt idx="21534">
                  <c:v>45805.341666666667</c:v>
                </c:pt>
                <c:pt idx="21535">
                  <c:v>45857.429861111108</c:v>
                </c:pt>
                <c:pt idx="21536">
                  <c:v>45919.781944444447</c:v>
                </c:pt>
                <c:pt idx="21537">
                  <c:v>45954.381944444453</c:v>
                </c:pt>
                <c:pt idx="21538">
                  <c:v>45602.767361111109</c:v>
                </c:pt>
                <c:pt idx="21539">
                  <c:v>45420.804861111108</c:v>
                </c:pt>
                <c:pt idx="21540">
                  <c:v>45673.634027777778</c:v>
                </c:pt>
                <c:pt idx="21541">
                  <c:v>45407.52847222222</c:v>
                </c:pt>
                <c:pt idx="21542">
                  <c:v>45729.171527777777</c:v>
                </c:pt>
                <c:pt idx="21543">
                  <c:v>45574.865277777782</c:v>
                </c:pt>
                <c:pt idx="21544">
                  <c:v>45490.782638888893</c:v>
                </c:pt>
                <c:pt idx="21545">
                  <c:v>45518.822916666657</c:v>
                </c:pt>
                <c:pt idx="21546">
                  <c:v>45295.81527777778</c:v>
                </c:pt>
                <c:pt idx="21547">
                  <c:v>45789.007638888892</c:v>
                </c:pt>
                <c:pt idx="21548">
                  <c:v>45756.8125</c:v>
                </c:pt>
                <c:pt idx="21549">
                  <c:v>45449.493055555547</c:v>
                </c:pt>
                <c:pt idx="21550">
                  <c:v>45462.808333333327</c:v>
                </c:pt>
                <c:pt idx="21551">
                  <c:v>45392.827777777777</c:v>
                </c:pt>
                <c:pt idx="21552">
                  <c:v>45841.276388888888</c:v>
                </c:pt>
                <c:pt idx="21553">
                  <c:v>45926.9375</c:v>
                </c:pt>
                <c:pt idx="21554">
                  <c:v>45974.904861111107</c:v>
                </c:pt>
                <c:pt idx="21555">
                  <c:v>45295.813194444447</c:v>
                </c:pt>
                <c:pt idx="21556">
                  <c:v>45560.832638888889</c:v>
                </c:pt>
                <c:pt idx="21557">
                  <c:v>45644.803472222222</c:v>
                </c:pt>
                <c:pt idx="21558">
                  <c:v>45309.355555555558</c:v>
                </c:pt>
                <c:pt idx="21559">
                  <c:v>45688.192361111112</c:v>
                </c:pt>
                <c:pt idx="21560">
                  <c:v>45947.066666666673</c:v>
                </c:pt>
                <c:pt idx="21561">
                  <c:v>45351.354166666657</c:v>
                </c:pt>
                <c:pt idx="21562">
                  <c:v>45435.3125</c:v>
                </c:pt>
                <c:pt idx="21563">
                  <c:v>45318.987500000003</c:v>
                </c:pt>
                <c:pt idx="21564">
                  <c:v>45332.39166666667</c:v>
                </c:pt>
                <c:pt idx="21565">
                  <c:v>45734.370138888888</c:v>
                </c:pt>
                <c:pt idx="21566">
                  <c:v>45499.461805555547</c:v>
                </c:pt>
                <c:pt idx="21567">
                  <c:v>45519.496527777781</c:v>
                </c:pt>
                <c:pt idx="21568">
                  <c:v>45584.556944444441</c:v>
                </c:pt>
                <c:pt idx="21569">
                  <c:v>45514.981249999997</c:v>
                </c:pt>
                <c:pt idx="21570">
                  <c:v>45637.722916666673</c:v>
                </c:pt>
                <c:pt idx="21571">
                  <c:v>45359.01458333333</c:v>
                </c:pt>
                <c:pt idx="21572">
                  <c:v>45594.564583333333</c:v>
                </c:pt>
                <c:pt idx="21573">
                  <c:v>45896.711805555547</c:v>
                </c:pt>
                <c:pt idx="21574">
                  <c:v>45732.088888888888</c:v>
                </c:pt>
                <c:pt idx="21575">
                  <c:v>45565.03125</c:v>
                </c:pt>
                <c:pt idx="21576">
                  <c:v>45666.727777777778</c:v>
                </c:pt>
                <c:pt idx="21577">
                  <c:v>45341.618750000001</c:v>
                </c:pt>
                <c:pt idx="21578">
                  <c:v>45594.252083333333</c:v>
                </c:pt>
                <c:pt idx="21579">
                  <c:v>46018.581944444442</c:v>
                </c:pt>
                <c:pt idx="21580">
                  <c:v>45796.970138888893</c:v>
                </c:pt>
                <c:pt idx="21581">
                  <c:v>45334.438194444447</c:v>
                </c:pt>
                <c:pt idx="21582">
                  <c:v>45672.841666666667</c:v>
                </c:pt>
                <c:pt idx="21583">
                  <c:v>45409.557638888888</c:v>
                </c:pt>
                <c:pt idx="21584">
                  <c:v>45530.925694444442</c:v>
                </c:pt>
                <c:pt idx="21585">
                  <c:v>45667.783333333333</c:v>
                </c:pt>
                <c:pt idx="21586">
                  <c:v>45520.94027777778</c:v>
                </c:pt>
                <c:pt idx="21587">
                  <c:v>45335.70416666667</c:v>
                </c:pt>
                <c:pt idx="21588">
                  <c:v>45446.79583333333</c:v>
                </c:pt>
                <c:pt idx="21589">
                  <c:v>45854.713888888888</c:v>
                </c:pt>
                <c:pt idx="21590">
                  <c:v>45720.417361111111</c:v>
                </c:pt>
                <c:pt idx="21591">
                  <c:v>45390.820138888892</c:v>
                </c:pt>
                <c:pt idx="21592">
                  <c:v>45689.01458333333</c:v>
                </c:pt>
                <c:pt idx="21593">
                  <c:v>45514.352083333331</c:v>
                </c:pt>
                <c:pt idx="21594">
                  <c:v>45552.352777777778</c:v>
                </c:pt>
                <c:pt idx="21595">
                  <c:v>45999.521527777782</c:v>
                </c:pt>
                <c:pt idx="21596">
                  <c:v>45621.513194444437</c:v>
                </c:pt>
                <c:pt idx="21597">
                  <c:v>45755.018750000003</c:v>
                </c:pt>
                <c:pt idx="21598">
                  <c:v>45873.595833333333</c:v>
                </c:pt>
                <c:pt idx="21599">
                  <c:v>45895.611805555563</c:v>
                </c:pt>
                <c:pt idx="21600">
                  <c:v>45989.698611111111</c:v>
                </c:pt>
                <c:pt idx="21601">
                  <c:v>45521.911805555559</c:v>
                </c:pt>
                <c:pt idx="21602">
                  <c:v>45817.680555555547</c:v>
                </c:pt>
                <c:pt idx="21603">
                  <c:v>45420.451388888891</c:v>
                </c:pt>
                <c:pt idx="21604">
                  <c:v>45831.40347222222</c:v>
                </c:pt>
                <c:pt idx="21605">
                  <c:v>45453.429166666669</c:v>
                </c:pt>
                <c:pt idx="21606">
                  <c:v>45820.429861111108</c:v>
                </c:pt>
                <c:pt idx="21607">
                  <c:v>45509.402083333327</c:v>
                </c:pt>
                <c:pt idx="21608">
                  <c:v>45789.405555555553</c:v>
                </c:pt>
                <c:pt idx="21609">
                  <c:v>45694.27847222222</c:v>
                </c:pt>
                <c:pt idx="21610">
                  <c:v>45593.372916666667</c:v>
                </c:pt>
                <c:pt idx="21611">
                  <c:v>45645.553472222222</c:v>
                </c:pt>
                <c:pt idx="21612">
                  <c:v>45908.798611111109</c:v>
                </c:pt>
                <c:pt idx="21613">
                  <c:v>45969.472222222219</c:v>
                </c:pt>
                <c:pt idx="21614">
                  <c:v>45565.322222222218</c:v>
                </c:pt>
                <c:pt idx="21615">
                  <c:v>45532.461111111108</c:v>
                </c:pt>
                <c:pt idx="21616">
                  <c:v>45404.525000000001</c:v>
                </c:pt>
                <c:pt idx="21617">
                  <c:v>45342.679166666669</c:v>
                </c:pt>
                <c:pt idx="21618">
                  <c:v>45939.686805555553</c:v>
                </c:pt>
                <c:pt idx="21619">
                  <c:v>45664.411111111112</c:v>
                </c:pt>
                <c:pt idx="21620">
                  <c:v>45376.34097222222</c:v>
                </c:pt>
                <c:pt idx="21621">
                  <c:v>45820.313888888893</c:v>
                </c:pt>
                <c:pt idx="21622">
                  <c:v>45426.810416666667</c:v>
                </c:pt>
                <c:pt idx="21623">
                  <c:v>45992.394444444442</c:v>
                </c:pt>
                <c:pt idx="21624">
                  <c:v>45849.62777777778</c:v>
                </c:pt>
                <c:pt idx="21625">
                  <c:v>45754.603472222218</c:v>
                </c:pt>
                <c:pt idx="21626">
                  <c:v>45308.433333333327</c:v>
                </c:pt>
                <c:pt idx="21627">
                  <c:v>45724.344444444447</c:v>
                </c:pt>
                <c:pt idx="21628">
                  <c:v>45883.336111111108</c:v>
                </c:pt>
                <c:pt idx="21629">
                  <c:v>45463.290972222218</c:v>
                </c:pt>
                <c:pt idx="21630">
                  <c:v>45776.05</c:v>
                </c:pt>
                <c:pt idx="21631">
                  <c:v>45766.918749999997</c:v>
                </c:pt>
                <c:pt idx="21632">
                  <c:v>45752.652083333327</c:v>
                </c:pt>
                <c:pt idx="21633">
                  <c:v>45835.794444444437</c:v>
                </c:pt>
                <c:pt idx="21634">
                  <c:v>45815.833333333343</c:v>
                </c:pt>
                <c:pt idx="21635">
                  <c:v>45707.749305555553</c:v>
                </c:pt>
                <c:pt idx="21636">
                  <c:v>45651.443749999999</c:v>
                </c:pt>
                <c:pt idx="21637">
                  <c:v>45716.919444444437</c:v>
                </c:pt>
                <c:pt idx="21638">
                  <c:v>46009.065972222219</c:v>
                </c:pt>
                <c:pt idx="21639">
                  <c:v>45904.035416666673</c:v>
                </c:pt>
                <c:pt idx="21640">
                  <c:v>45904.480555555558</c:v>
                </c:pt>
                <c:pt idx="21641">
                  <c:v>45881.841666666667</c:v>
                </c:pt>
                <c:pt idx="21642">
                  <c:v>45850.62777777778</c:v>
                </c:pt>
                <c:pt idx="21643">
                  <c:v>45565.549305555563</c:v>
                </c:pt>
                <c:pt idx="21644">
                  <c:v>45853.847222222219</c:v>
                </c:pt>
                <c:pt idx="21645">
                  <c:v>45671.986805555563</c:v>
                </c:pt>
                <c:pt idx="21646">
                  <c:v>45565.902083333327</c:v>
                </c:pt>
                <c:pt idx="21647">
                  <c:v>45367.640972222223</c:v>
                </c:pt>
                <c:pt idx="21648">
                  <c:v>45292.345833333333</c:v>
                </c:pt>
                <c:pt idx="21649">
                  <c:v>45391.767361111109</c:v>
                </c:pt>
                <c:pt idx="21650">
                  <c:v>45430.429861111108</c:v>
                </c:pt>
                <c:pt idx="21651">
                  <c:v>45439.425000000003</c:v>
                </c:pt>
                <c:pt idx="21652">
                  <c:v>45498.876388888893</c:v>
                </c:pt>
                <c:pt idx="21653">
                  <c:v>45408.341666666667</c:v>
                </c:pt>
                <c:pt idx="21654">
                  <c:v>45702.875</c:v>
                </c:pt>
                <c:pt idx="21655">
                  <c:v>45498.518750000003</c:v>
                </c:pt>
                <c:pt idx="21656">
                  <c:v>45921.799305555563</c:v>
                </c:pt>
                <c:pt idx="21657">
                  <c:v>45687.619444444441</c:v>
                </c:pt>
                <c:pt idx="21658">
                  <c:v>46004.731249999997</c:v>
                </c:pt>
                <c:pt idx="21659">
                  <c:v>45922.675694444442</c:v>
                </c:pt>
                <c:pt idx="21660">
                  <c:v>45476.660416666673</c:v>
                </c:pt>
                <c:pt idx="21661">
                  <c:v>45766.342361111107</c:v>
                </c:pt>
                <c:pt idx="21662">
                  <c:v>45929.599305555559</c:v>
                </c:pt>
                <c:pt idx="21663">
                  <c:v>45657.805555555547</c:v>
                </c:pt>
                <c:pt idx="21664">
                  <c:v>45990.563194444447</c:v>
                </c:pt>
                <c:pt idx="21665">
                  <c:v>45626.345833333333</c:v>
                </c:pt>
                <c:pt idx="21666">
                  <c:v>45902.484027777777</c:v>
                </c:pt>
                <c:pt idx="21667">
                  <c:v>45689.378472222219</c:v>
                </c:pt>
                <c:pt idx="21668">
                  <c:v>45678.824999999997</c:v>
                </c:pt>
                <c:pt idx="21669">
                  <c:v>46005.914583333331</c:v>
                </c:pt>
                <c:pt idx="21670">
                  <c:v>45923.431944444441</c:v>
                </c:pt>
                <c:pt idx="21671">
                  <c:v>45898.581250000003</c:v>
                </c:pt>
                <c:pt idx="21672">
                  <c:v>45565.404861111107</c:v>
                </c:pt>
                <c:pt idx="21673">
                  <c:v>45417.322222222218</c:v>
                </c:pt>
                <c:pt idx="21674">
                  <c:v>45538.375</c:v>
                </c:pt>
                <c:pt idx="21675">
                  <c:v>45559.352777777778</c:v>
                </c:pt>
                <c:pt idx="21676">
                  <c:v>45772.905555555553</c:v>
                </c:pt>
                <c:pt idx="21677">
                  <c:v>45732.280555555553</c:v>
                </c:pt>
                <c:pt idx="21678">
                  <c:v>45614.542361111111</c:v>
                </c:pt>
                <c:pt idx="21679">
                  <c:v>45831.578472222223</c:v>
                </c:pt>
                <c:pt idx="21680">
                  <c:v>45511.742361111108</c:v>
                </c:pt>
                <c:pt idx="21681">
                  <c:v>45668.370833333327</c:v>
                </c:pt>
                <c:pt idx="21682">
                  <c:v>45327.465277777781</c:v>
                </c:pt>
                <c:pt idx="21683">
                  <c:v>45433.599999999999</c:v>
                </c:pt>
                <c:pt idx="21684">
                  <c:v>45391.69027777778</c:v>
                </c:pt>
                <c:pt idx="21685">
                  <c:v>45733.72152777778</c:v>
                </c:pt>
                <c:pt idx="21686">
                  <c:v>45723.456944444442</c:v>
                </c:pt>
                <c:pt idx="21687">
                  <c:v>46012.729861111111</c:v>
                </c:pt>
                <c:pt idx="21688">
                  <c:v>45626.690972222219</c:v>
                </c:pt>
                <c:pt idx="21689">
                  <c:v>45986.731249999997</c:v>
                </c:pt>
                <c:pt idx="21690">
                  <c:v>45883.885416666657</c:v>
                </c:pt>
                <c:pt idx="21691">
                  <c:v>45567.34097222222</c:v>
                </c:pt>
                <c:pt idx="21692">
                  <c:v>45463.288194444453</c:v>
                </c:pt>
                <c:pt idx="21693">
                  <c:v>45482.686805555553</c:v>
                </c:pt>
                <c:pt idx="21694">
                  <c:v>45404.663194444453</c:v>
                </c:pt>
                <c:pt idx="21695">
                  <c:v>45884.617361111108</c:v>
                </c:pt>
                <c:pt idx="21696">
                  <c:v>45670.296527777777</c:v>
                </c:pt>
                <c:pt idx="21697">
                  <c:v>45783.645138888889</c:v>
                </c:pt>
                <c:pt idx="21698">
                  <c:v>45448.451388888891</c:v>
                </c:pt>
                <c:pt idx="21699">
                  <c:v>45737.594444444447</c:v>
                </c:pt>
                <c:pt idx="21700">
                  <c:v>45365.334027777782</c:v>
                </c:pt>
                <c:pt idx="21701">
                  <c:v>45827.273611111108</c:v>
                </c:pt>
                <c:pt idx="21702">
                  <c:v>45505.373611111107</c:v>
                </c:pt>
                <c:pt idx="21703">
                  <c:v>45313.947916666657</c:v>
                </c:pt>
                <c:pt idx="21704">
                  <c:v>45952.745833333327</c:v>
                </c:pt>
                <c:pt idx="21705">
                  <c:v>45621.631249999999</c:v>
                </c:pt>
                <c:pt idx="21706">
                  <c:v>46015.289583333331</c:v>
                </c:pt>
                <c:pt idx="21707">
                  <c:v>45533.466666666667</c:v>
                </c:pt>
                <c:pt idx="21708">
                  <c:v>45989.427777777782</c:v>
                </c:pt>
                <c:pt idx="21709">
                  <c:v>45989.427777777782</c:v>
                </c:pt>
                <c:pt idx="21710">
                  <c:v>45693.442361111112</c:v>
                </c:pt>
                <c:pt idx="21711">
                  <c:v>45940.379861111112</c:v>
                </c:pt>
                <c:pt idx="21712">
                  <c:v>45962.431944444441</c:v>
                </c:pt>
                <c:pt idx="21713">
                  <c:v>45986.440972222219</c:v>
                </c:pt>
                <c:pt idx="21714">
                  <c:v>45582.404861111107</c:v>
                </c:pt>
                <c:pt idx="21715">
                  <c:v>45933.451388888891</c:v>
                </c:pt>
                <c:pt idx="21716">
                  <c:v>45581.510416666657</c:v>
                </c:pt>
                <c:pt idx="21717">
                  <c:v>46018.9</c:v>
                </c:pt>
                <c:pt idx="21718">
                  <c:v>45916.739583333343</c:v>
                </c:pt>
                <c:pt idx="21719">
                  <c:v>45780.890972222223</c:v>
                </c:pt>
                <c:pt idx="21720">
                  <c:v>45924.626388888893</c:v>
                </c:pt>
                <c:pt idx="21721">
                  <c:v>45924.630555555559</c:v>
                </c:pt>
                <c:pt idx="21722">
                  <c:v>45701.685416666667</c:v>
                </c:pt>
                <c:pt idx="21723">
                  <c:v>45748.708333333343</c:v>
                </c:pt>
                <c:pt idx="21724">
                  <c:v>45745.927083333343</c:v>
                </c:pt>
                <c:pt idx="21725">
                  <c:v>45904.90625</c:v>
                </c:pt>
                <c:pt idx="21726">
                  <c:v>45904.90625</c:v>
                </c:pt>
                <c:pt idx="21727">
                  <c:v>45904.90625</c:v>
                </c:pt>
                <c:pt idx="21728">
                  <c:v>45869.888194444437</c:v>
                </c:pt>
                <c:pt idx="21729">
                  <c:v>45869.888194444437</c:v>
                </c:pt>
                <c:pt idx="21730">
                  <c:v>45782.922222222223</c:v>
                </c:pt>
                <c:pt idx="21731">
                  <c:v>45782.922222222223</c:v>
                </c:pt>
                <c:pt idx="21732">
                  <c:v>45782.922222222223</c:v>
                </c:pt>
                <c:pt idx="21733">
                  <c:v>45745.927083333343</c:v>
                </c:pt>
                <c:pt idx="21734">
                  <c:v>45869.888194444437</c:v>
                </c:pt>
                <c:pt idx="21735">
                  <c:v>45829.821527777778</c:v>
                </c:pt>
                <c:pt idx="21736">
                  <c:v>45829.821527777778</c:v>
                </c:pt>
                <c:pt idx="21737">
                  <c:v>45829.821527777778</c:v>
                </c:pt>
                <c:pt idx="21738">
                  <c:v>45745.927083333343</c:v>
                </c:pt>
                <c:pt idx="21739">
                  <c:v>45968.9</c:v>
                </c:pt>
                <c:pt idx="21740">
                  <c:v>45968.9</c:v>
                </c:pt>
                <c:pt idx="21741">
                  <c:v>45968.9</c:v>
                </c:pt>
                <c:pt idx="21742">
                  <c:v>45431.932638888888</c:v>
                </c:pt>
                <c:pt idx="21743">
                  <c:v>45644.445833333331</c:v>
                </c:pt>
                <c:pt idx="21744">
                  <c:v>45959.479861111111</c:v>
                </c:pt>
                <c:pt idx="21745">
                  <c:v>45774.492361111108</c:v>
                </c:pt>
                <c:pt idx="21746">
                  <c:v>45999.284722222219</c:v>
                </c:pt>
                <c:pt idx="21747">
                  <c:v>45869.793055555558</c:v>
                </c:pt>
                <c:pt idx="21748">
                  <c:v>45596.434027777781</c:v>
                </c:pt>
                <c:pt idx="21749">
                  <c:v>45899.449305555558</c:v>
                </c:pt>
                <c:pt idx="21750">
                  <c:v>45643.499305555553</c:v>
                </c:pt>
                <c:pt idx="21751">
                  <c:v>45836.393055555563</c:v>
                </c:pt>
                <c:pt idx="21752">
                  <c:v>45744.408333333333</c:v>
                </c:pt>
                <c:pt idx="21753">
                  <c:v>45836.384722222218</c:v>
                </c:pt>
                <c:pt idx="21754">
                  <c:v>45692.699305555558</c:v>
                </c:pt>
                <c:pt idx="21755">
                  <c:v>45921.365972222222</c:v>
                </c:pt>
                <c:pt idx="21756">
                  <c:v>45644.464583333327</c:v>
                </c:pt>
                <c:pt idx="21757">
                  <c:v>45945.775694444441</c:v>
                </c:pt>
                <c:pt idx="21758">
                  <c:v>45993.804166666669</c:v>
                </c:pt>
                <c:pt idx="21759">
                  <c:v>45829.582638888889</c:v>
                </c:pt>
                <c:pt idx="21760">
                  <c:v>45827.57916666667</c:v>
                </c:pt>
                <c:pt idx="21761">
                  <c:v>45932.75</c:v>
                </c:pt>
                <c:pt idx="21762">
                  <c:v>45885.607638888891</c:v>
                </c:pt>
                <c:pt idx="21763">
                  <c:v>45794.729166666657</c:v>
                </c:pt>
                <c:pt idx="21764">
                  <c:v>45943.606249999997</c:v>
                </c:pt>
                <c:pt idx="21765">
                  <c:v>45636.129166666673</c:v>
                </c:pt>
                <c:pt idx="21766">
                  <c:v>45787.623611111107</c:v>
                </c:pt>
                <c:pt idx="21767">
                  <c:v>45907.636805555558</c:v>
                </c:pt>
                <c:pt idx="21768">
                  <c:v>45901.831250000003</c:v>
                </c:pt>
                <c:pt idx="21769">
                  <c:v>45901.831250000003</c:v>
                </c:pt>
                <c:pt idx="21770">
                  <c:v>46019.833333333343</c:v>
                </c:pt>
                <c:pt idx="21771">
                  <c:v>45840.526388888888</c:v>
                </c:pt>
                <c:pt idx="21772">
                  <c:v>45840.526388888888</c:v>
                </c:pt>
                <c:pt idx="21773">
                  <c:v>45972.680555555547</c:v>
                </c:pt>
                <c:pt idx="21774">
                  <c:v>45972.680555555547</c:v>
                </c:pt>
                <c:pt idx="21775">
                  <c:v>46019.833333333343</c:v>
                </c:pt>
                <c:pt idx="21776">
                  <c:v>45674.670138888891</c:v>
                </c:pt>
                <c:pt idx="21777">
                  <c:v>45660.521527777782</c:v>
                </c:pt>
                <c:pt idx="21778">
                  <c:v>45744.865277777782</c:v>
                </c:pt>
                <c:pt idx="21779">
                  <c:v>45621.96875</c:v>
                </c:pt>
                <c:pt idx="21780">
                  <c:v>45932.923611111109</c:v>
                </c:pt>
                <c:pt idx="21781">
                  <c:v>45473.677083333343</c:v>
                </c:pt>
                <c:pt idx="21782">
                  <c:v>45432.808333333327</c:v>
                </c:pt>
                <c:pt idx="21783">
                  <c:v>46010.961111111108</c:v>
                </c:pt>
                <c:pt idx="21784">
                  <c:v>45980.957638888889</c:v>
                </c:pt>
                <c:pt idx="21785">
                  <c:v>45907.907638888893</c:v>
                </c:pt>
                <c:pt idx="21786">
                  <c:v>45459.840277777781</c:v>
                </c:pt>
                <c:pt idx="21787">
                  <c:v>45839.913888888892</c:v>
                </c:pt>
                <c:pt idx="21788">
                  <c:v>45887.902083333327</c:v>
                </c:pt>
                <c:pt idx="21789">
                  <c:v>45551.927777777782</c:v>
                </c:pt>
                <c:pt idx="21790">
                  <c:v>45668.943055555559</c:v>
                </c:pt>
                <c:pt idx="21791">
                  <c:v>45706.958333333343</c:v>
                </c:pt>
                <c:pt idx="21792">
                  <c:v>45509.720833333333</c:v>
                </c:pt>
                <c:pt idx="21793">
                  <c:v>45763.039583333331</c:v>
                </c:pt>
                <c:pt idx="21794">
                  <c:v>45463.613194444442</c:v>
                </c:pt>
                <c:pt idx="21795">
                  <c:v>45957.934027777781</c:v>
                </c:pt>
                <c:pt idx="21796">
                  <c:v>45867.869444444441</c:v>
                </c:pt>
                <c:pt idx="21797">
                  <c:v>45809.720833333333</c:v>
                </c:pt>
                <c:pt idx="21798">
                  <c:v>45577.670138888891</c:v>
                </c:pt>
                <c:pt idx="21799">
                  <c:v>45762.845833333333</c:v>
                </c:pt>
                <c:pt idx="21800">
                  <c:v>45467.699305555558</c:v>
                </c:pt>
                <c:pt idx="21801">
                  <c:v>45771.814583333333</c:v>
                </c:pt>
                <c:pt idx="21802">
                  <c:v>45601.703472222223</c:v>
                </c:pt>
                <c:pt idx="21803">
                  <c:v>45737.570833333331</c:v>
                </c:pt>
                <c:pt idx="21804">
                  <c:v>45780.29791666667</c:v>
                </c:pt>
                <c:pt idx="21805">
                  <c:v>45597.484027777777</c:v>
                </c:pt>
                <c:pt idx="21806">
                  <c:v>45981.490972222222</c:v>
                </c:pt>
                <c:pt idx="21807">
                  <c:v>45859.9</c:v>
                </c:pt>
                <c:pt idx="21808">
                  <c:v>45867.640972222223</c:v>
                </c:pt>
                <c:pt idx="21809">
                  <c:v>45759.472916666673</c:v>
                </c:pt>
                <c:pt idx="21810">
                  <c:v>45715.521527777782</c:v>
                </c:pt>
                <c:pt idx="21811">
                  <c:v>45981.00277777778</c:v>
                </c:pt>
                <c:pt idx="21812">
                  <c:v>45812.745833333327</c:v>
                </c:pt>
                <c:pt idx="21813">
                  <c:v>45854.661805555559</c:v>
                </c:pt>
                <c:pt idx="21814">
                  <c:v>45552.932638888888</c:v>
                </c:pt>
                <c:pt idx="21815">
                  <c:v>46011.469444444447</c:v>
                </c:pt>
                <c:pt idx="21816">
                  <c:v>45850.665277777778</c:v>
                </c:pt>
                <c:pt idx="21817">
                  <c:v>45924.404861111107</c:v>
                </c:pt>
                <c:pt idx="21818">
                  <c:v>45832.390972222223</c:v>
                </c:pt>
                <c:pt idx="21819">
                  <c:v>45321.504166666673</c:v>
                </c:pt>
                <c:pt idx="21820">
                  <c:v>45303.586111111108</c:v>
                </c:pt>
                <c:pt idx="21821">
                  <c:v>45642.529166666667</c:v>
                </c:pt>
                <c:pt idx="21822">
                  <c:v>45952.423611111109</c:v>
                </c:pt>
                <c:pt idx="21823">
                  <c:v>45479.790972222218</c:v>
                </c:pt>
                <c:pt idx="21824">
                  <c:v>45768.78402777778</c:v>
                </c:pt>
                <c:pt idx="21825">
                  <c:v>45444.771527777782</c:v>
                </c:pt>
                <c:pt idx="21826">
                  <c:v>45351.415972222218</c:v>
                </c:pt>
                <c:pt idx="21827">
                  <c:v>46007.55972222222</c:v>
                </c:pt>
                <c:pt idx="21828">
                  <c:v>45646.467361111107</c:v>
                </c:pt>
                <c:pt idx="21829">
                  <c:v>45733.703472222223</c:v>
                </c:pt>
                <c:pt idx="21830">
                  <c:v>45718.7</c:v>
                </c:pt>
                <c:pt idx="21831">
                  <c:v>45698.392361111109</c:v>
                </c:pt>
                <c:pt idx="21832">
                  <c:v>45313.802777777782</c:v>
                </c:pt>
                <c:pt idx="21833">
                  <c:v>45570.732638888891</c:v>
                </c:pt>
                <c:pt idx="21834">
                  <c:v>45929.404861111107</c:v>
                </c:pt>
                <c:pt idx="21835">
                  <c:v>45384.586111111108</c:v>
                </c:pt>
                <c:pt idx="21836">
                  <c:v>45672.559027777781</c:v>
                </c:pt>
                <c:pt idx="21837">
                  <c:v>45509.875</c:v>
                </c:pt>
                <c:pt idx="21838">
                  <c:v>45419.631944444453</c:v>
                </c:pt>
                <c:pt idx="21839">
                  <c:v>45660.30972222222</c:v>
                </c:pt>
                <c:pt idx="21840">
                  <c:v>45789.946527777778</c:v>
                </c:pt>
                <c:pt idx="21841">
                  <c:v>45789.946527777778</c:v>
                </c:pt>
                <c:pt idx="21842">
                  <c:v>45758.273611111108</c:v>
                </c:pt>
                <c:pt idx="21843">
                  <c:v>45772.69027777778</c:v>
                </c:pt>
                <c:pt idx="21844">
                  <c:v>45772.69027777778</c:v>
                </c:pt>
                <c:pt idx="21845">
                  <c:v>45730.747916666667</c:v>
                </c:pt>
                <c:pt idx="21846">
                  <c:v>45758.273611111108</c:v>
                </c:pt>
                <c:pt idx="21847">
                  <c:v>45730.747916666667</c:v>
                </c:pt>
                <c:pt idx="21848">
                  <c:v>45788.546527777777</c:v>
                </c:pt>
                <c:pt idx="21849">
                  <c:v>45781.183333333327</c:v>
                </c:pt>
                <c:pt idx="21850">
                  <c:v>46003.602083333331</c:v>
                </c:pt>
                <c:pt idx="21851">
                  <c:v>45989.302083333343</c:v>
                </c:pt>
                <c:pt idx="21852">
                  <c:v>45828.434027777781</c:v>
                </c:pt>
                <c:pt idx="21853">
                  <c:v>45590.082638888889</c:v>
                </c:pt>
                <c:pt idx="21854">
                  <c:v>45403.873611111107</c:v>
                </c:pt>
                <c:pt idx="21855">
                  <c:v>45458.999305555553</c:v>
                </c:pt>
                <c:pt idx="21856">
                  <c:v>45704.487500000003</c:v>
                </c:pt>
                <c:pt idx="21857">
                  <c:v>45740.906944444447</c:v>
                </c:pt>
                <c:pt idx="21858">
                  <c:v>45685.92083333333</c:v>
                </c:pt>
                <c:pt idx="21859">
                  <c:v>45767.999305555553</c:v>
                </c:pt>
                <c:pt idx="21860">
                  <c:v>45793.449305555558</c:v>
                </c:pt>
                <c:pt idx="21861">
                  <c:v>45719.406944444447</c:v>
                </c:pt>
                <c:pt idx="21862">
                  <c:v>45870.523611111108</c:v>
                </c:pt>
                <c:pt idx="21863">
                  <c:v>45951.787499999999</c:v>
                </c:pt>
                <c:pt idx="21864">
                  <c:v>45310.709027777782</c:v>
                </c:pt>
                <c:pt idx="21865">
                  <c:v>45304.54791666667</c:v>
                </c:pt>
                <c:pt idx="21866">
                  <c:v>45475.775000000001</c:v>
                </c:pt>
                <c:pt idx="21867">
                  <c:v>45504.531944444447</c:v>
                </c:pt>
                <c:pt idx="21868">
                  <c:v>45565.578472222223</c:v>
                </c:pt>
                <c:pt idx="21869">
                  <c:v>45642.651388888888</c:v>
                </c:pt>
                <c:pt idx="21870">
                  <c:v>45380.625694444447</c:v>
                </c:pt>
                <c:pt idx="21871">
                  <c:v>45691.026388888888</c:v>
                </c:pt>
                <c:pt idx="21872">
                  <c:v>45939.607638888891</c:v>
                </c:pt>
                <c:pt idx="21873">
                  <c:v>45873.026388888888</c:v>
                </c:pt>
                <c:pt idx="21874">
                  <c:v>45716.881249999999</c:v>
                </c:pt>
                <c:pt idx="21875">
                  <c:v>45795.906944444447</c:v>
                </c:pt>
                <c:pt idx="21876">
                  <c:v>45826.938888888893</c:v>
                </c:pt>
                <c:pt idx="21877">
                  <c:v>45861.956944444442</c:v>
                </c:pt>
                <c:pt idx="21878">
                  <c:v>45397.515972222223</c:v>
                </c:pt>
                <c:pt idx="21879">
                  <c:v>45922.820833333331</c:v>
                </c:pt>
                <c:pt idx="21880">
                  <c:v>45909.847916666673</c:v>
                </c:pt>
                <c:pt idx="21881">
                  <c:v>45903.322916666657</c:v>
                </c:pt>
                <c:pt idx="21882">
                  <c:v>45839.479166666657</c:v>
                </c:pt>
                <c:pt idx="21883">
                  <c:v>45594.088888888888</c:v>
                </c:pt>
                <c:pt idx="21884">
                  <c:v>45767.665972222218</c:v>
                </c:pt>
                <c:pt idx="21885">
                  <c:v>45402.742361111108</c:v>
                </c:pt>
                <c:pt idx="21886">
                  <c:v>45461.568055555559</c:v>
                </c:pt>
                <c:pt idx="21887">
                  <c:v>45657.536805555559</c:v>
                </c:pt>
                <c:pt idx="21888">
                  <c:v>45441.588888888888</c:v>
                </c:pt>
                <c:pt idx="21889">
                  <c:v>45444.459722222222</c:v>
                </c:pt>
                <c:pt idx="21890">
                  <c:v>45407.693749999999</c:v>
                </c:pt>
                <c:pt idx="21891">
                  <c:v>45930.867361111108</c:v>
                </c:pt>
                <c:pt idx="21892">
                  <c:v>45999.447222222218</c:v>
                </c:pt>
                <c:pt idx="21893">
                  <c:v>45426.589583333327</c:v>
                </c:pt>
                <c:pt idx="21894">
                  <c:v>45453.404861111107</c:v>
                </c:pt>
                <c:pt idx="21895">
                  <c:v>45405.15902777778</c:v>
                </c:pt>
                <c:pt idx="21896">
                  <c:v>46015.459722222222</c:v>
                </c:pt>
                <c:pt idx="21897">
                  <c:v>45857.102083333331</c:v>
                </c:pt>
                <c:pt idx="21898">
                  <c:v>45867.779861111107</c:v>
                </c:pt>
                <c:pt idx="21899">
                  <c:v>45862.796527777777</c:v>
                </c:pt>
                <c:pt idx="21900">
                  <c:v>45935.412499999999</c:v>
                </c:pt>
                <c:pt idx="21901">
                  <c:v>45526.47152777778</c:v>
                </c:pt>
                <c:pt idx="21902">
                  <c:v>45713.518055555563</c:v>
                </c:pt>
                <c:pt idx="21903">
                  <c:v>45748.818749999999</c:v>
                </c:pt>
                <c:pt idx="21904">
                  <c:v>45830.531944444447</c:v>
                </c:pt>
                <c:pt idx="21905">
                  <c:v>45764.977083333331</c:v>
                </c:pt>
                <c:pt idx="21906">
                  <c:v>45602.909722222219</c:v>
                </c:pt>
                <c:pt idx="21907">
                  <c:v>45520.877083333333</c:v>
                </c:pt>
                <c:pt idx="21908">
                  <c:v>45415.441666666673</c:v>
                </c:pt>
                <c:pt idx="21909">
                  <c:v>45370.342361111107</c:v>
                </c:pt>
                <c:pt idx="21910">
                  <c:v>45707.35833333333</c:v>
                </c:pt>
                <c:pt idx="21911">
                  <c:v>45827.801388888889</c:v>
                </c:pt>
                <c:pt idx="21912">
                  <c:v>45661.552777777782</c:v>
                </c:pt>
                <c:pt idx="21913">
                  <c:v>45325.677083333343</c:v>
                </c:pt>
                <c:pt idx="21914">
                  <c:v>45863.440972222219</c:v>
                </c:pt>
                <c:pt idx="21915">
                  <c:v>45491.668749999997</c:v>
                </c:pt>
                <c:pt idx="21916">
                  <c:v>45986.612500000003</c:v>
                </c:pt>
                <c:pt idx="21917">
                  <c:v>45538.883333333331</c:v>
                </c:pt>
                <c:pt idx="21918">
                  <c:v>45890.530555555553</c:v>
                </c:pt>
                <c:pt idx="21919">
                  <c:v>45940.777083333327</c:v>
                </c:pt>
                <c:pt idx="21920">
                  <c:v>45449.434027777781</c:v>
                </c:pt>
                <c:pt idx="21921">
                  <c:v>46004.379861111112</c:v>
                </c:pt>
                <c:pt idx="21922">
                  <c:v>45626.918749999997</c:v>
                </c:pt>
                <c:pt idx="21923">
                  <c:v>45644.683333333327</c:v>
                </c:pt>
                <c:pt idx="21924">
                  <c:v>45806.718055555553</c:v>
                </c:pt>
                <c:pt idx="21925">
                  <c:v>45912.911805555559</c:v>
                </c:pt>
                <c:pt idx="21926">
                  <c:v>45575.748611111107</c:v>
                </c:pt>
                <c:pt idx="21927">
                  <c:v>45844.737500000003</c:v>
                </c:pt>
                <c:pt idx="21928">
                  <c:v>45789.563888888893</c:v>
                </c:pt>
                <c:pt idx="21929">
                  <c:v>45678.865972222222</c:v>
                </c:pt>
                <c:pt idx="21930">
                  <c:v>45747.331250000003</c:v>
                </c:pt>
                <c:pt idx="21931">
                  <c:v>45703.868055555547</c:v>
                </c:pt>
                <c:pt idx="21932">
                  <c:v>45834.886111111111</c:v>
                </c:pt>
                <c:pt idx="21933">
                  <c:v>45982.359722222223</c:v>
                </c:pt>
                <c:pt idx="21934">
                  <c:v>45982.432638888888</c:v>
                </c:pt>
                <c:pt idx="21935">
                  <c:v>45950.848611111112</c:v>
                </c:pt>
                <c:pt idx="21936">
                  <c:v>45733.602083333331</c:v>
                </c:pt>
                <c:pt idx="21937">
                  <c:v>45674.617361111108</c:v>
                </c:pt>
                <c:pt idx="21938">
                  <c:v>45635.79583333333</c:v>
                </c:pt>
                <c:pt idx="21939">
                  <c:v>45691.448611111111</c:v>
                </c:pt>
                <c:pt idx="21940">
                  <c:v>45804.486805555563</c:v>
                </c:pt>
                <c:pt idx="21941">
                  <c:v>45754.677083333343</c:v>
                </c:pt>
                <c:pt idx="21942">
                  <c:v>45770.604861111111</c:v>
                </c:pt>
                <c:pt idx="21943">
                  <c:v>45741.627083333333</c:v>
                </c:pt>
                <c:pt idx="21944">
                  <c:v>45495.684027777781</c:v>
                </c:pt>
                <c:pt idx="21945">
                  <c:v>45972.666666666657</c:v>
                </c:pt>
                <c:pt idx="21946">
                  <c:v>45842.728472222218</c:v>
                </c:pt>
                <c:pt idx="21947">
                  <c:v>45533.72152777778</c:v>
                </c:pt>
                <c:pt idx="21948">
                  <c:v>45386.104861111111</c:v>
                </c:pt>
                <c:pt idx="21949">
                  <c:v>45616.634027777778</c:v>
                </c:pt>
                <c:pt idx="21950">
                  <c:v>45811.656944444447</c:v>
                </c:pt>
                <c:pt idx="21951">
                  <c:v>45822.685416666667</c:v>
                </c:pt>
                <c:pt idx="21952">
                  <c:v>45576.689583333333</c:v>
                </c:pt>
                <c:pt idx="21953">
                  <c:v>45341.147222222222</c:v>
                </c:pt>
                <c:pt idx="21954">
                  <c:v>45426.680555555547</c:v>
                </c:pt>
                <c:pt idx="21955">
                  <c:v>45649.731249999997</c:v>
                </c:pt>
                <c:pt idx="21956">
                  <c:v>45458.070138888892</c:v>
                </c:pt>
                <c:pt idx="21957">
                  <c:v>45728.727083333331</c:v>
                </c:pt>
                <c:pt idx="21958">
                  <c:v>45503.090277777781</c:v>
                </c:pt>
                <c:pt idx="21959">
                  <c:v>45766.144444444442</c:v>
                </c:pt>
                <c:pt idx="21960">
                  <c:v>45690.699305555558</c:v>
                </c:pt>
                <c:pt idx="21961">
                  <c:v>45906.654166666667</c:v>
                </c:pt>
                <c:pt idx="21962">
                  <c:v>46008.706250000003</c:v>
                </c:pt>
                <c:pt idx="21963">
                  <c:v>45375.661111111112</c:v>
                </c:pt>
                <c:pt idx="21964">
                  <c:v>45856.699305555558</c:v>
                </c:pt>
                <c:pt idx="21965">
                  <c:v>45551.538888888892</c:v>
                </c:pt>
                <c:pt idx="21966">
                  <c:v>45580.522916666669</c:v>
                </c:pt>
                <c:pt idx="21967">
                  <c:v>45415.609027777777</c:v>
                </c:pt>
                <c:pt idx="21968">
                  <c:v>45350.804166666669</c:v>
                </c:pt>
                <c:pt idx="21969">
                  <c:v>45510.417361111111</c:v>
                </c:pt>
                <c:pt idx="21970">
                  <c:v>45929.847916666673</c:v>
                </c:pt>
                <c:pt idx="21971">
                  <c:v>45502.779861111107</c:v>
                </c:pt>
                <c:pt idx="21972">
                  <c:v>45750.186111111107</c:v>
                </c:pt>
                <c:pt idx="21973">
                  <c:v>45755.463194444441</c:v>
                </c:pt>
                <c:pt idx="21974">
                  <c:v>45755.501388888893</c:v>
                </c:pt>
                <c:pt idx="21975">
                  <c:v>45730.568055555559</c:v>
                </c:pt>
                <c:pt idx="21976">
                  <c:v>45836.574999999997</c:v>
                </c:pt>
                <c:pt idx="21977">
                  <c:v>45497.644444444442</c:v>
                </c:pt>
                <c:pt idx="21978">
                  <c:v>45579.942361111112</c:v>
                </c:pt>
                <c:pt idx="21979">
                  <c:v>45921.668749999997</c:v>
                </c:pt>
                <c:pt idx="21980">
                  <c:v>45996.790277777778</c:v>
                </c:pt>
                <c:pt idx="21981">
                  <c:v>45972.520833333343</c:v>
                </c:pt>
                <c:pt idx="21982">
                  <c:v>45614.723611111112</c:v>
                </c:pt>
                <c:pt idx="21983">
                  <c:v>45961.70416666667</c:v>
                </c:pt>
                <c:pt idx="21984">
                  <c:v>45415.769444444442</c:v>
                </c:pt>
                <c:pt idx="21985">
                  <c:v>45859.574999999997</c:v>
                </c:pt>
                <c:pt idx="21986">
                  <c:v>45449.92291666667</c:v>
                </c:pt>
                <c:pt idx="21987">
                  <c:v>45744.809027777781</c:v>
                </c:pt>
                <c:pt idx="21988">
                  <c:v>45565.56527777778</c:v>
                </c:pt>
                <c:pt idx="21989">
                  <c:v>45655.452777777777</c:v>
                </c:pt>
                <c:pt idx="21990">
                  <c:v>45912.727777777778</c:v>
                </c:pt>
                <c:pt idx="21991">
                  <c:v>45803.875</c:v>
                </c:pt>
                <c:pt idx="21992">
                  <c:v>45750.577777777777</c:v>
                </c:pt>
                <c:pt idx="21993">
                  <c:v>45704.768750000003</c:v>
                </c:pt>
                <c:pt idx="21994">
                  <c:v>45502.76458333333</c:v>
                </c:pt>
                <c:pt idx="21995">
                  <c:v>45956.736805555563</c:v>
                </c:pt>
                <c:pt idx="21996">
                  <c:v>46010.496527777781</c:v>
                </c:pt>
                <c:pt idx="21997">
                  <c:v>45941.574999999997</c:v>
                </c:pt>
                <c:pt idx="21998">
                  <c:v>45819.23541666667</c:v>
                </c:pt>
                <c:pt idx="21999">
                  <c:v>45546.236111111109</c:v>
                </c:pt>
                <c:pt idx="22000">
                  <c:v>45761.26458333333</c:v>
                </c:pt>
                <c:pt idx="22001">
                  <c:v>45401.581944444442</c:v>
                </c:pt>
                <c:pt idx="22002">
                  <c:v>45731.977777777778</c:v>
                </c:pt>
                <c:pt idx="22003">
                  <c:v>45396.569444444453</c:v>
                </c:pt>
                <c:pt idx="22004">
                  <c:v>45743.44027777778</c:v>
                </c:pt>
                <c:pt idx="22005">
                  <c:v>45946.503472222219</c:v>
                </c:pt>
                <c:pt idx="22006">
                  <c:v>45844.839583333327</c:v>
                </c:pt>
                <c:pt idx="22007">
                  <c:v>45809.432638888888</c:v>
                </c:pt>
                <c:pt idx="22008">
                  <c:v>45964.375694444447</c:v>
                </c:pt>
                <c:pt idx="22009">
                  <c:v>45711.411111111112</c:v>
                </c:pt>
                <c:pt idx="22010">
                  <c:v>45349.71875</c:v>
                </c:pt>
                <c:pt idx="22011">
                  <c:v>46017.410416666673</c:v>
                </c:pt>
                <c:pt idx="22012">
                  <c:v>45622.832638888889</c:v>
                </c:pt>
                <c:pt idx="22013">
                  <c:v>45890.427083333343</c:v>
                </c:pt>
                <c:pt idx="22014">
                  <c:v>45415.407638888893</c:v>
                </c:pt>
                <c:pt idx="22015">
                  <c:v>45526.490277777782</c:v>
                </c:pt>
                <c:pt idx="22016">
                  <c:v>45698.864583333343</c:v>
                </c:pt>
                <c:pt idx="22017">
                  <c:v>45928.802083333343</c:v>
                </c:pt>
                <c:pt idx="22018">
                  <c:v>45786.197222222218</c:v>
                </c:pt>
                <c:pt idx="22019">
                  <c:v>45842.273611111108</c:v>
                </c:pt>
                <c:pt idx="22020">
                  <c:v>45811.977777777778</c:v>
                </c:pt>
                <c:pt idx="22021">
                  <c:v>45971.52847222222</c:v>
                </c:pt>
                <c:pt idx="22022">
                  <c:v>45633.679166666669</c:v>
                </c:pt>
                <c:pt idx="22023">
                  <c:v>45639.540277777778</c:v>
                </c:pt>
                <c:pt idx="22024">
                  <c:v>45639.649305555547</c:v>
                </c:pt>
                <c:pt idx="22025">
                  <c:v>45593.373611111107</c:v>
                </c:pt>
                <c:pt idx="22026">
                  <c:v>45496.300694444442</c:v>
                </c:pt>
                <c:pt idx="22027">
                  <c:v>45579.765972222223</c:v>
                </c:pt>
                <c:pt idx="22028">
                  <c:v>45568.382638888892</c:v>
                </c:pt>
                <c:pt idx="22029">
                  <c:v>45528.879861111112</c:v>
                </c:pt>
                <c:pt idx="22030">
                  <c:v>45915.587500000001</c:v>
                </c:pt>
                <c:pt idx="22031">
                  <c:v>45863.076388888891</c:v>
                </c:pt>
                <c:pt idx="22032">
                  <c:v>45907.086805555547</c:v>
                </c:pt>
                <c:pt idx="22033">
                  <c:v>45735.064583333333</c:v>
                </c:pt>
                <c:pt idx="22034">
                  <c:v>45998.069444444453</c:v>
                </c:pt>
                <c:pt idx="22035">
                  <c:v>45518.417361111111</c:v>
                </c:pt>
                <c:pt idx="22036">
                  <c:v>45427.320138888892</c:v>
                </c:pt>
                <c:pt idx="22037">
                  <c:v>45726.517361111109</c:v>
                </c:pt>
                <c:pt idx="22038">
                  <c:v>45985.40902777778</c:v>
                </c:pt>
                <c:pt idx="22039">
                  <c:v>45572.390972222223</c:v>
                </c:pt>
                <c:pt idx="22040">
                  <c:v>45572.390972222223</c:v>
                </c:pt>
                <c:pt idx="22041">
                  <c:v>45663.638194444437</c:v>
                </c:pt>
                <c:pt idx="22042">
                  <c:v>45663.638194444437</c:v>
                </c:pt>
                <c:pt idx="22043">
                  <c:v>45669.387499999997</c:v>
                </c:pt>
                <c:pt idx="22044">
                  <c:v>45985.40902777778</c:v>
                </c:pt>
                <c:pt idx="22045">
                  <c:v>45342.882638888892</c:v>
                </c:pt>
                <c:pt idx="22046">
                  <c:v>45342.882638888892</c:v>
                </c:pt>
                <c:pt idx="22047">
                  <c:v>45669.387499999997</c:v>
                </c:pt>
                <c:pt idx="22048">
                  <c:v>45427.320138888892</c:v>
                </c:pt>
                <c:pt idx="22049">
                  <c:v>45726.517361111109</c:v>
                </c:pt>
                <c:pt idx="22050">
                  <c:v>45518.417361111111</c:v>
                </c:pt>
                <c:pt idx="22051">
                  <c:v>45586.677083333343</c:v>
                </c:pt>
                <c:pt idx="22052">
                  <c:v>45818.387499999997</c:v>
                </c:pt>
                <c:pt idx="22053">
                  <c:v>45586.677083333343</c:v>
                </c:pt>
                <c:pt idx="22054">
                  <c:v>45656.631249999999</c:v>
                </c:pt>
                <c:pt idx="22055">
                  <c:v>45818.387499999997</c:v>
                </c:pt>
                <c:pt idx="22056">
                  <c:v>45656.631249999999</c:v>
                </c:pt>
                <c:pt idx="22057">
                  <c:v>45449.463888888888</c:v>
                </c:pt>
                <c:pt idx="22058">
                  <c:v>45449.463888888888</c:v>
                </c:pt>
                <c:pt idx="22059">
                  <c:v>45935.986111111109</c:v>
                </c:pt>
                <c:pt idx="22060">
                  <c:v>45811.939583333333</c:v>
                </c:pt>
                <c:pt idx="22061">
                  <c:v>45826.87777777778</c:v>
                </c:pt>
                <c:pt idx="22062">
                  <c:v>46007.37222222222</c:v>
                </c:pt>
                <c:pt idx="22063">
                  <c:v>45970.947222222218</c:v>
                </c:pt>
                <c:pt idx="22064">
                  <c:v>45674.190972222219</c:v>
                </c:pt>
                <c:pt idx="22065">
                  <c:v>45760.709027777782</c:v>
                </c:pt>
                <c:pt idx="22066">
                  <c:v>45865.71597222222</c:v>
                </c:pt>
                <c:pt idx="22067">
                  <c:v>45760.749305555553</c:v>
                </c:pt>
                <c:pt idx="22068">
                  <c:v>45719.464583333327</c:v>
                </c:pt>
                <c:pt idx="22069">
                  <c:v>45776.536111111112</c:v>
                </c:pt>
                <c:pt idx="22070">
                  <c:v>45702.479166666657</c:v>
                </c:pt>
                <c:pt idx="22071">
                  <c:v>45946.422222222223</c:v>
                </c:pt>
                <c:pt idx="22072">
                  <c:v>45677.675000000003</c:v>
                </c:pt>
                <c:pt idx="22073">
                  <c:v>45712.347222222219</c:v>
                </c:pt>
                <c:pt idx="22074">
                  <c:v>45499.661111111112</c:v>
                </c:pt>
                <c:pt idx="22075">
                  <c:v>45825.51666666667</c:v>
                </c:pt>
                <c:pt idx="22076">
                  <c:v>45667.456250000003</c:v>
                </c:pt>
                <c:pt idx="22077">
                  <c:v>45295.331944444442</c:v>
                </c:pt>
                <c:pt idx="22078">
                  <c:v>45882.436805555553</c:v>
                </c:pt>
                <c:pt idx="22079">
                  <c:v>45406.510416666657</c:v>
                </c:pt>
                <c:pt idx="22080">
                  <c:v>45827.075694444437</c:v>
                </c:pt>
                <c:pt idx="22081">
                  <c:v>45694.62777777778</c:v>
                </c:pt>
                <c:pt idx="22082">
                  <c:v>45532.48333333333</c:v>
                </c:pt>
                <c:pt idx="22083">
                  <c:v>45985.409722222219</c:v>
                </c:pt>
                <c:pt idx="22084">
                  <c:v>45455.667361111111</c:v>
                </c:pt>
                <c:pt idx="22085">
                  <c:v>45600.475694444453</c:v>
                </c:pt>
                <c:pt idx="22086">
                  <c:v>45484.574305555558</c:v>
                </c:pt>
                <c:pt idx="22087">
                  <c:v>45924.499305555553</c:v>
                </c:pt>
                <c:pt idx="22088">
                  <c:v>45783.693055555559</c:v>
                </c:pt>
                <c:pt idx="22089">
                  <c:v>45664.695833333331</c:v>
                </c:pt>
                <c:pt idx="22090">
                  <c:v>45373.318749999999</c:v>
                </c:pt>
                <c:pt idx="22091">
                  <c:v>45568.490972222222</c:v>
                </c:pt>
                <c:pt idx="22092">
                  <c:v>45327.434027777781</c:v>
                </c:pt>
                <c:pt idx="22093">
                  <c:v>45733.674305555563</c:v>
                </c:pt>
                <c:pt idx="22094">
                  <c:v>45339.821527777778</c:v>
                </c:pt>
                <c:pt idx="22095">
                  <c:v>45728.909722222219</c:v>
                </c:pt>
                <c:pt idx="22096">
                  <c:v>45873.879166666673</c:v>
                </c:pt>
                <c:pt idx="22097">
                  <c:v>45890.843055555553</c:v>
                </c:pt>
                <c:pt idx="22098">
                  <c:v>45538.681944444441</c:v>
                </c:pt>
                <c:pt idx="22099">
                  <c:v>45593.570833333331</c:v>
                </c:pt>
                <c:pt idx="22100">
                  <c:v>45612.563888888893</c:v>
                </c:pt>
                <c:pt idx="22101">
                  <c:v>45673.340277777781</c:v>
                </c:pt>
                <c:pt idx="22102">
                  <c:v>45525.750694444447</c:v>
                </c:pt>
                <c:pt idx="22103">
                  <c:v>45467.085416666669</c:v>
                </c:pt>
                <c:pt idx="22104">
                  <c:v>45744.693749999999</c:v>
                </c:pt>
                <c:pt idx="22105">
                  <c:v>45679.730555555558</c:v>
                </c:pt>
                <c:pt idx="22106">
                  <c:v>45441.263194444437</c:v>
                </c:pt>
                <c:pt idx="22107">
                  <c:v>45412.706944444442</c:v>
                </c:pt>
                <c:pt idx="22108">
                  <c:v>45390.669444444437</c:v>
                </c:pt>
                <c:pt idx="22109">
                  <c:v>45946.586111111108</c:v>
                </c:pt>
                <c:pt idx="22110">
                  <c:v>45935.236111111109</c:v>
                </c:pt>
                <c:pt idx="22111">
                  <c:v>46007.282638888893</c:v>
                </c:pt>
                <c:pt idx="22112">
                  <c:v>45589.685416666667</c:v>
                </c:pt>
                <c:pt idx="22113">
                  <c:v>45987.095833333333</c:v>
                </c:pt>
                <c:pt idx="22114">
                  <c:v>45967.862500000003</c:v>
                </c:pt>
                <c:pt idx="22115">
                  <c:v>45711.652777777781</c:v>
                </c:pt>
                <c:pt idx="22116">
                  <c:v>45369.586111111108</c:v>
                </c:pt>
                <c:pt idx="22117">
                  <c:v>45476.260416666657</c:v>
                </c:pt>
                <c:pt idx="22118">
                  <c:v>45915.680555555547</c:v>
                </c:pt>
                <c:pt idx="22119">
                  <c:v>45755.289583333331</c:v>
                </c:pt>
                <c:pt idx="22120">
                  <c:v>45501.776388888888</c:v>
                </c:pt>
                <c:pt idx="22121">
                  <c:v>45695.497916666667</c:v>
                </c:pt>
                <c:pt idx="22122">
                  <c:v>45966.495833333327</c:v>
                </c:pt>
                <c:pt idx="22123">
                  <c:v>45794.739583333343</c:v>
                </c:pt>
                <c:pt idx="22124">
                  <c:v>45794.75</c:v>
                </c:pt>
                <c:pt idx="22125">
                  <c:v>45884.834722222222</c:v>
                </c:pt>
                <c:pt idx="22126">
                  <c:v>45575.446527777778</c:v>
                </c:pt>
                <c:pt idx="22127">
                  <c:v>45638.911111111112</c:v>
                </c:pt>
                <c:pt idx="22128">
                  <c:v>45571.761805555558</c:v>
                </c:pt>
                <c:pt idx="22129">
                  <c:v>45592.10833333333</c:v>
                </c:pt>
                <c:pt idx="22130">
                  <c:v>45574.907638888893</c:v>
                </c:pt>
                <c:pt idx="22131">
                  <c:v>45776.75</c:v>
                </c:pt>
                <c:pt idx="22132">
                  <c:v>45713.725694444453</c:v>
                </c:pt>
                <c:pt idx="22133">
                  <c:v>45336.631944444453</c:v>
                </c:pt>
                <c:pt idx="22134">
                  <c:v>45314.850694444453</c:v>
                </c:pt>
                <c:pt idx="22135">
                  <c:v>45570.333333333343</c:v>
                </c:pt>
                <c:pt idx="22136">
                  <c:v>45610.577777777777</c:v>
                </c:pt>
                <c:pt idx="22137">
                  <c:v>45580.550694444442</c:v>
                </c:pt>
                <c:pt idx="22138">
                  <c:v>45575.666666666657</c:v>
                </c:pt>
                <c:pt idx="22139">
                  <c:v>45876.572222222218</c:v>
                </c:pt>
                <c:pt idx="22140">
                  <c:v>45859.383333333331</c:v>
                </c:pt>
                <c:pt idx="22141">
                  <c:v>45865.301388888889</c:v>
                </c:pt>
                <c:pt idx="22142">
                  <c:v>45747.521527777782</c:v>
                </c:pt>
                <c:pt idx="22143">
                  <c:v>45790.556250000001</c:v>
                </c:pt>
                <c:pt idx="22144">
                  <c:v>45806.012499999997</c:v>
                </c:pt>
                <c:pt idx="22145">
                  <c:v>45692.497916666667</c:v>
                </c:pt>
                <c:pt idx="22146">
                  <c:v>45987.634722222218</c:v>
                </c:pt>
                <c:pt idx="22147">
                  <c:v>45866.427777777782</c:v>
                </c:pt>
                <c:pt idx="22148">
                  <c:v>45480.488194444442</c:v>
                </c:pt>
                <c:pt idx="22149">
                  <c:v>45930.520833333343</c:v>
                </c:pt>
                <c:pt idx="22150">
                  <c:v>45627.75</c:v>
                </c:pt>
                <c:pt idx="22151">
                  <c:v>45744.677777777782</c:v>
                </c:pt>
                <c:pt idx="22152">
                  <c:v>45581.539583333331</c:v>
                </c:pt>
                <c:pt idx="22153">
                  <c:v>45434.989583333343</c:v>
                </c:pt>
                <c:pt idx="22154">
                  <c:v>45705.414583333331</c:v>
                </c:pt>
                <c:pt idx="22155">
                  <c:v>45541.990277777782</c:v>
                </c:pt>
                <c:pt idx="22156">
                  <c:v>45520.979861111111</c:v>
                </c:pt>
                <c:pt idx="22157">
                  <c:v>45698.537499999999</c:v>
                </c:pt>
                <c:pt idx="22158">
                  <c:v>45620.07916666667</c:v>
                </c:pt>
                <c:pt idx="22159">
                  <c:v>45714.065972222219</c:v>
                </c:pt>
                <c:pt idx="22160">
                  <c:v>45731.67291666667</c:v>
                </c:pt>
                <c:pt idx="22161">
                  <c:v>45678.811111111107</c:v>
                </c:pt>
                <c:pt idx="22162">
                  <c:v>45961.431944444441</c:v>
                </c:pt>
                <c:pt idx="22163">
                  <c:v>45788.838194444441</c:v>
                </c:pt>
                <c:pt idx="22164">
                  <c:v>45563.563888888893</c:v>
                </c:pt>
                <c:pt idx="22165">
                  <c:v>45930.566666666673</c:v>
                </c:pt>
                <c:pt idx="22166">
                  <c:v>45903.915277777778</c:v>
                </c:pt>
                <c:pt idx="22167">
                  <c:v>45535.61041666667</c:v>
                </c:pt>
                <c:pt idx="22168">
                  <c:v>45767.719444444447</c:v>
                </c:pt>
                <c:pt idx="22169">
                  <c:v>45609.859722222223</c:v>
                </c:pt>
                <c:pt idx="22170">
                  <c:v>45725.800694444442</c:v>
                </c:pt>
                <c:pt idx="22171">
                  <c:v>45565.624305555553</c:v>
                </c:pt>
                <c:pt idx="22172">
                  <c:v>45704.557638888888</c:v>
                </c:pt>
                <c:pt idx="22173">
                  <c:v>45534.782638888893</c:v>
                </c:pt>
                <c:pt idx="22174">
                  <c:v>45844.722916666673</c:v>
                </c:pt>
                <c:pt idx="22175">
                  <c:v>45740.897916666669</c:v>
                </c:pt>
                <c:pt idx="22176">
                  <c:v>46004.654166666667</c:v>
                </c:pt>
                <c:pt idx="22177">
                  <c:v>45647.645833333343</c:v>
                </c:pt>
                <c:pt idx="22178">
                  <c:v>45816.863888888889</c:v>
                </c:pt>
                <c:pt idx="22179">
                  <c:v>45872.572916666657</c:v>
                </c:pt>
                <c:pt idx="22180">
                  <c:v>45983.526388888888</c:v>
                </c:pt>
                <c:pt idx="22181">
                  <c:v>45821.684027777781</c:v>
                </c:pt>
                <c:pt idx="22182">
                  <c:v>45776.800000000003</c:v>
                </c:pt>
                <c:pt idx="22183">
                  <c:v>45920.909722222219</c:v>
                </c:pt>
                <c:pt idx="22184">
                  <c:v>46004.363194444442</c:v>
                </c:pt>
                <c:pt idx="22185">
                  <c:v>45632.5</c:v>
                </c:pt>
                <c:pt idx="22186">
                  <c:v>45632.505555555559</c:v>
                </c:pt>
                <c:pt idx="22187">
                  <c:v>45659.784722222219</c:v>
                </c:pt>
                <c:pt idx="22188">
                  <c:v>45606.244444444441</c:v>
                </c:pt>
                <c:pt idx="22189">
                  <c:v>45776.337500000001</c:v>
                </c:pt>
                <c:pt idx="22190">
                  <c:v>45601.611805555563</c:v>
                </c:pt>
                <c:pt idx="22191">
                  <c:v>45741.015277777777</c:v>
                </c:pt>
                <c:pt idx="22192">
                  <c:v>46003.395833333343</c:v>
                </c:pt>
                <c:pt idx="22193">
                  <c:v>45971.75</c:v>
                </c:pt>
                <c:pt idx="22194">
                  <c:v>45895.795138888891</c:v>
                </c:pt>
                <c:pt idx="22195">
                  <c:v>45630.67291666667</c:v>
                </c:pt>
                <c:pt idx="22196">
                  <c:v>45938.911111111112</c:v>
                </c:pt>
                <c:pt idx="22197">
                  <c:v>45804.938888888893</c:v>
                </c:pt>
                <c:pt idx="22198">
                  <c:v>45745.810416666667</c:v>
                </c:pt>
                <c:pt idx="22199">
                  <c:v>45758.948611111111</c:v>
                </c:pt>
                <c:pt idx="22200">
                  <c:v>45819.42083333333</c:v>
                </c:pt>
                <c:pt idx="22201">
                  <c:v>45608.477777777778</c:v>
                </c:pt>
                <c:pt idx="22202">
                  <c:v>45838.482638888891</c:v>
                </c:pt>
                <c:pt idx="22203">
                  <c:v>45916.334722222222</c:v>
                </c:pt>
                <c:pt idx="22204">
                  <c:v>45737.840277777781</c:v>
                </c:pt>
                <c:pt idx="22205">
                  <c:v>45685.724305555559</c:v>
                </c:pt>
                <c:pt idx="22206">
                  <c:v>45694.752083333333</c:v>
                </c:pt>
                <c:pt idx="22207">
                  <c:v>45363.617361111108</c:v>
                </c:pt>
                <c:pt idx="22208">
                  <c:v>45944.370138888888</c:v>
                </c:pt>
                <c:pt idx="22209">
                  <c:v>45446.709722222222</c:v>
                </c:pt>
                <c:pt idx="22210">
                  <c:v>46020.718055555553</c:v>
                </c:pt>
                <c:pt idx="22211">
                  <c:v>45883.46875</c:v>
                </c:pt>
                <c:pt idx="22212">
                  <c:v>45557.790972222218</c:v>
                </c:pt>
                <c:pt idx="22213">
                  <c:v>45784.456250000003</c:v>
                </c:pt>
                <c:pt idx="22214">
                  <c:v>45519.463888888888</c:v>
                </c:pt>
                <c:pt idx="22215">
                  <c:v>45967.373611111107</c:v>
                </c:pt>
                <c:pt idx="22216">
                  <c:v>45469.667361111111</c:v>
                </c:pt>
                <c:pt idx="22217">
                  <c:v>45993.600694444453</c:v>
                </c:pt>
                <c:pt idx="22218">
                  <c:v>45549.690972222219</c:v>
                </c:pt>
                <c:pt idx="22219">
                  <c:v>45417.713194444441</c:v>
                </c:pt>
                <c:pt idx="22220">
                  <c:v>45563.583333333343</c:v>
                </c:pt>
                <c:pt idx="22221">
                  <c:v>45768.525000000001</c:v>
                </c:pt>
                <c:pt idx="22222">
                  <c:v>45796.387499999997</c:v>
                </c:pt>
                <c:pt idx="22223">
                  <c:v>45350.563888888893</c:v>
                </c:pt>
                <c:pt idx="22224">
                  <c:v>45670.513888888891</c:v>
                </c:pt>
                <c:pt idx="22225">
                  <c:v>45355.486805555563</c:v>
                </c:pt>
                <c:pt idx="22226">
                  <c:v>45825.89166666667</c:v>
                </c:pt>
                <c:pt idx="22227">
                  <c:v>45659.676388888889</c:v>
                </c:pt>
                <c:pt idx="22228">
                  <c:v>45750.515972222223</c:v>
                </c:pt>
                <c:pt idx="22229">
                  <c:v>45897.272916666669</c:v>
                </c:pt>
                <c:pt idx="22230">
                  <c:v>45806.369444444441</c:v>
                </c:pt>
                <c:pt idx="22231">
                  <c:v>45708.724999999999</c:v>
                </c:pt>
                <c:pt idx="22232">
                  <c:v>45624.599305555559</c:v>
                </c:pt>
                <c:pt idx="22233">
                  <c:v>45682.369444444441</c:v>
                </c:pt>
                <c:pt idx="22234">
                  <c:v>45615.249305555553</c:v>
                </c:pt>
                <c:pt idx="22235">
                  <c:v>45610.238888888889</c:v>
                </c:pt>
                <c:pt idx="22236">
                  <c:v>45619.554861111108</c:v>
                </c:pt>
                <c:pt idx="22237">
                  <c:v>45778.457638888889</c:v>
                </c:pt>
                <c:pt idx="22238">
                  <c:v>45745.55972222222</c:v>
                </c:pt>
                <c:pt idx="22239">
                  <c:v>45331.481944444437</c:v>
                </c:pt>
                <c:pt idx="22240">
                  <c:v>45322.821527777778</c:v>
                </c:pt>
                <c:pt idx="22241">
                  <c:v>45722.78402777778</c:v>
                </c:pt>
                <c:pt idx="22242">
                  <c:v>45750.803472222222</c:v>
                </c:pt>
                <c:pt idx="22243">
                  <c:v>45380.491666666669</c:v>
                </c:pt>
                <c:pt idx="22244">
                  <c:v>45596.246527777781</c:v>
                </c:pt>
                <c:pt idx="22245">
                  <c:v>45464.530555555553</c:v>
                </c:pt>
                <c:pt idx="22246">
                  <c:v>45791.834722222222</c:v>
                </c:pt>
                <c:pt idx="22247">
                  <c:v>45836.455555555563</c:v>
                </c:pt>
                <c:pt idx="22248">
                  <c:v>45834.253472222219</c:v>
                </c:pt>
                <c:pt idx="22249">
                  <c:v>45638.399305555547</c:v>
                </c:pt>
                <c:pt idx="22250">
                  <c:v>45610.896527777782</c:v>
                </c:pt>
                <c:pt idx="22251">
                  <c:v>45697.811111111107</c:v>
                </c:pt>
                <c:pt idx="22252">
                  <c:v>45807.882638888892</c:v>
                </c:pt>
                <c:pt idx="22253">
                  <c:v>45821.870138888888</c:v>
                </c:pt>
                <c:pt idx="22254">
                  <c:v>45582.880555555559</c:v>
                </c:pt>
                <c:pt idx="22255">
                  <c:v>45736.803472222222</c:v>
                </c:pt>
                <c:pt idx="22256">
                  <c:v>45811.823611111111</c:v>
                </c:pt>
                <c:pt idx="22257">
                  <c:v>45820.45208333333</c:v>
                </c:pt>
                <c:pt idx="22258">
                  <c:v>45794.92291666667</c:v>
                </c:pt>
                <c:pt idx="22259">
                  <c:v>45764.706944444442</c:v>
                </c:pt>
                <c:pt idx="22260">
                  <c:v>45745.9</c:v>
                </c:pt>
                <c:pt idx="22261">
                  <c:v>45867.837500000001</c:v>
                </c:pt>
                <c:pt idx="22262">
                  <c:v>45799.359722222223</c:v>
                </c:pt>
                <c:pt idx="22263">
                  <c:v>45768.588888888888</c:v>
                </c:pt>
                <c:pt idx="22264">
                  <c:v>45442.555555555547</c:v>
                </c:pt>
                <c:pt idx="22265">
                  <c:v>45923.551388888889</c:v>
                </c:pt>
                <c:pt idx="22266">
                  <c:v>45674.675000000003</c:v>
                </c:pt>
                <c:pt idx="22267">
                  <c:v>45295.553472222222</c:v>
                </c:pt>
                <c:pt idx="22268">
                  <c:v>45604.880555555559</c:v>
                </c:pt>
                <c:pt idx="22269">
                  <c:v>45363.557638888888</c:v>
                </c:pt>
                <c:pt idx="22270">
                  <c:v>45355.806250000001</c:v>
                </c:pt>
                <c:pt idx="22271">
                  <c:v>45386.747916666667</c:v>
                </c:pt>
                <c:pt idx="22272">
                  <c:v>45979.401388888888</c:v>
                </c:pt>
                <c:pt idx="22273">
                  <c:v>45713.466666666667</c:v>
                </c:pt>
                <c:pt idx="22274">
                  <c:v>45702.465277777781</c:v>
                </c:pt>
                <c:pt idx="22275">
                  <c:v>45733.643750000003</c:v>
                </c:pt>
                <c:pt idx="22276">
                  <c:v>45474.265277777777</c:v>
                </c:pt>
                <c:pt idx="22277">
                  <c:v>45303.478472222218</c:v>
                </c:pt>
                <c:pt idx="22278">
                  <c:v>45945.820833333331</c:v>
                </c:pt>
                <c:pt idx="22279">
                  <c:v>45861.538888888892</c:v>
                </c:pt>
                <c:pt idx="22280">
                  <c:v>45615.74722222222</c:v>
                </c:pt>
                <c:pt idx="22281">
                  <c:v>45583.708333333343</c:v>
                </c:pt>
                <c:pt idx="22282">
                  <c:v>45965.734027777777</c:v>
                </c:pt>
                <c:pt idx="22283">
                  <c:v>45914.647916666669</c:v>
                </c:pt>
                <c:pt idx="22284">
                  <c:v>45889.079861111109</c:v>
                </c:pt>
                <c:pt idx="22285">
                  <c:v>45833.500694444447</c:v>
                </c:pt>
                <c:pt idx="22286">
                  <c:v>45655.540972222218</c:v>
                </c:pt>
                <c:pt idx="22287">
                  <c:v>45769.678472222222</c:v>
                </c:pt>
                <c:pt idx="22288">
                  <c:v>45629.774305555547</c:v>
                </c:pt>
                <c:pt idx="22289">
                  <c:v>45562.530555555553</c:v>
                </c:pt>
                <c:pt idx="22290">
                  <c:v>45655.542361111111</c:v>
                </c:pt>
                <c:pt idx="22291">
                  <c:v>45689.774305555547</c:v>
                </c:pt>
                <c:pt idx="22292">
                  <c:v>45741.576388888891</c:v>
                </c:pt>
                <c:pt idx="22293">
                  <c:v>46020.54583333333</c:v>
                </c:pt>
                <c:pt idx="22294">
                  <c:v>45693.406944444447</c:v>
                </c:pt>
                <c:pt idx="22295">
                  <c:v>45993.509027777778</c:v>
                </c:pt>
                <c:pt idx="22296">
                  <c:v>45715.498611111107</c:v>
                </c:pt>
                <c:pt idx="22297">
                  <c:v>45511.230555555558</c:v>
                </c:pt>
                <c:pt idx="22298">
                  <c:v>45544.869444444441</c:v>
                </c:pt>
                <c:pt idx="22299">
                  <c:v>45372.122916666667</c:v>
                </c:pt>
                <c:pt idx="22300">
                  <c:v>45452.499305555553</c:v>
                </c:pt>
                <c:pt idx="22301">
                  <c:v>45667.559027777781</c:v>
                </c:pt>
                <c:pt idx="22302">
                  <c:v>45737.006249999999</c:v>
                </c:pt>
                <c:pt idx="22303">
                  <c:v>45838.713888888888</c:v>
                </c:pt>
                <c:pt idx="22304">
                  <c:v>45884.451388888891</c:v>
                </c:pt>
                <c:pt idx="22305">
                  <c:v>46007.386805555558</c:v>
                </c:pt>
                <c:pt idx="22306">
                  <c:v>45920.518055555563</c:v>
                </c:pt>
                <c:pt idx="22307">
                  <c:v>45403.831944444442</c:v>
                </c:pt>
                <c:pt idx="22308">
                  <c:v>46023.54791666667</c:v>
                </c:pt>
                <c:pt idx="22309">
                  <c:v>45891.779166666667</c:v>
                </c:pt>
                <c:pt idx="22310">
                  <c:v>45827.917361111111</c:v>
                </c:pt>
                <c:pt idx="22311">
                  <c:v>45940.972916666673</c:v>
                </c:pt>
                <c:pt idx="22312">
                  <c:v>45841.513888888891</c:v>
                </c:pt>
                <c:pt idx="22313">
                  <c:v>46002.517361111109</c:v>
                </c:pt>
                <c:pt idx="22314">
                  <c:v>45913.465277777781</c:v>
                </c:pt>
                <c:pt idx="22315">
                  <c:v>45995.252083333333</c:v>
                </c:pt>
                <c:pt idx="22316">
                  <c:v>45960.944444444453</c:v>
                </c:pt>
                <c:pt idx="22317">
                  <c:v>45987.425000000003</c:v>
                </c:pt>
                <c:pt idx="22318">
                  <c:v>45853.759722222218</c:v>
                </c:pt>
                <c:pt idx="22319">
                  <c:v>46008.820138888892</c:v>
                </c:pt>
                <c:pt idx="22320">
                  <c:v>46009.314583333333</c:v>
                </c:pt>
                <c:pt idx="22321">
                  <c:v>45952.305555555547</c:v>
                </c:pt>
                <c:pt idx="22322">
                  <c:v>45911.386805555558</c:v>
                </c:pt>
                <c:pt idx="22323">
                  <c:v>45919.947222222218</c:v>
                </c:pt>
                <c:pt idx="22324">
                  <c:v>45993.820833333331</c:v>
                </c:pt>
                <c:pt idx="22325">
                  <c:v>45974.32916666667</c:v>
                </c:pt>
                <c:pt idx="22326">
                  <c:v>45880.308333333327</c:v>
                </c:pt>
                <c:pt idx="22327">
                  <c:v>45812.527083333327</c:v>
                </c:pt>
                <c:pt idx="22328">
                  <c:v>45957.414583333331</c:v>
                </c:pt>
                <c:pt idx="22329">
                  <c:v>45935.888194444437</c:v>
                </c:pt>
                <c:pt idx="22330">
                  <c:v>45335.509722222218</c:v>
                </c:pt>
                <c:pt idx="22331">
                  <c:v>45769.602777777778</c:v>
                </c:pt>
                <c:pt idx="22332">
                  <c:v>45343.606944444437</c:v>
                </c:pt>
                <c:pt idx="22333">
                  <c:v>45367.564583333333</c:v>
                </c:pt>
                <c:pt idx="22334">
                  <c:v>45896.806250000001</c:v>
                </c:pt>
                <c:pt idx="22335">
                  <c:v>45583.275694444441</c:v>
                </c:pt>
                <c:pt idx="22336">
                  <c:v>45400.961111111108</c:v>
                </c:pt>
                <c:pt idx="22337">
                  <c:v>45778.156944444447</c:v>
                </c:pt>
                <c:pt idx="22338">
                  <c:v>45624.047222222223</c:v>
                </c:pt>
                <c:pt idx="22339">
                  <c:v>45820.061111111107</c:v>
                </c:pt>
                <c:pt idx="22340">
                  <c:v>45330.361111111109</c:v>
                </c:pt>
                <c:pt idx="22341">
                  <c:v>45960.597916666673</c:v>
                </c:pt>
                <c:pt idx="22342">
                  <c:v>45551.556250000001</c:v>
                </c:pt>
                <c:pt idx="22343">
                  <c:v>45526.427083333343</c:v>
                </c:pt>
                <c:pt idx="22344">
                  <c:v>46002.513888888891</c:v>
                </c:pt>
                <c:pt idx="22345">
                  <c:v>45923.529166666667</c:v>
                </c:pt>
                <c:pt idx="22346">
                  <c:v>45870.688194444447</c:v>
                </c:pt>
                <c:pt idx="22347">
                  <c:v>45724.935416666667</c:v>
                </c:pt>
                <c:pt idx="22348">
                  <c:v>45448.572916666657</c:v>
                </c:pt>
                <c:pt idx="22349">
                  <c:v>45684.852083333331</c:v>
                </c:pt>
                <c:pt idx="22350">
                  <c:v>45488.804861111108</c:v>
                </c:pt>
                <c:pt idx="22351">
                  <c:v>45366.881249999999</c:v>
                </c:pt>
                <c:pt idx="22352">
                  <c:v>45776.609027777777</c:v>
                </c:pt>
                <c:pt idx="22353">
                  <c:v>45754.859027777777</c:v>
                </c:pt>
                <c:pt idx="22354">
                  <c:v>45965.819444444453</c:v>
                </c:pt>
                <c:pt idx="22355">
                  <c:v>45900.78402777778</c:v>
                </c:pt>
                <c:pt idx="22356">
                  <c:v>45529.9</c:v>
                </c:pt>
                <c:pt idx="22357">
                  <c:v>45861.757638888892</c:v>
                </c:pt>
                <c:pt idx="22358">
                  <c:v>45628.35833333333</c:v>
                </c:pt>
                <c:pt idx="22359">
                  <c:v>45628.742361111108</c:v>
                </c:pt>
                <c:pt idx="22360">
                  <c:v>45627.704861111109</c:v>
                </c:pt>
                <c:pt idx="22361">
                  <c:v>45767.136111111111</c:v>
                </c:pt>
                <c:pt idx="22362">
                  <c:v>45998.35833333333</c:v>
                </c:pt>
                <c:pt idx="22363">
                  <c:v>45657.648611111108</c:v>
                </c:pt>
                <c:pt idx="22364">
                  <c:v>45316.909722222219</c:v>
                </c:pt>
                <c:pt idx="22365">
                  <c:v>45354.716666666667</c:v>
                </c:pt>
                <c:pt idx="22366">
                  <c:v>45924.368750000001</c:v>
                </c:pt>
                <c:pt idx="22367">
                  <c:v>45924.368750000001</c:v>
                </c:pt>
                <c:pt idx="22368">
                  <c:v>45444.61041666667</c:v>
                </c:pt>
                <c:pt idx="22369">
                  <c:v>45658.748611111107</c:v>
                </c:pt>
                <c:pt idx="22370">
                  <c:v>45541.637499999997</c:v>
                </c:pt>
                <c:pt idx="22371">
                  <c:v>45664.435416666667</c:v>
                </c:pt>
                <c:pt idx="22372">
                  <c:v>45950.63958333333</c:v>
                </c:pt>
                <c:pt idx="22373">
                  <c:v>45663.459722222222</c:v>
                </c:pt>
                <c:pt idx="22374">
                  <c:v>45587.675694444442</c:v>
                </c:pt>
                <c:pt idx="22375">
                  <c:v>45864.659722222219</c:v>
                </c:pt>
                <c:pt idx="22376">
                  <c:v>45785.595833333333</c:v>
                </c:pt>
                <c:pt idx="22377">
                  <c:v>45730.65347222222</c:v>
                </c:pt>
                <c:pt idx="22378">
                  <c:v>45730.648611111108</c:v>
                </c:pt>
                <c:pt idx="22379">
                  <c:v>45615.611111111109</c:v>
                </c:pt>
                <c:pt idx="22380">
                  <c:v>45827.606944444437</c:v>
                </c:pt>
                <c:pt idx="22381">
                  <c:v>46005.822916666657</c:v>
                </c:pt>
                <c:pt idx="22382">
                  <c:v>45893.691666666673</c:v>
                </c:pt>
                <c:pt idx="22383">
                  <c:v>45698.843055555553</c:v>
                </c:pt>
                <c:pt idx="22384">
                  <c:v>45977.756249999999</c:v>
                </c:pt>
                <c:pt idx="22385">
                  <c:v>45663.457638888889</c:v>
                </c:pt>
                <c:pt idx="22386">
                  <c:v>45909.86041666667</c:v>
                </c:pt>
                <c:pt idx="22387">
                  <c:v>45630.683333333327</c:v>
                </c:pt>
                <c:pt idx="22388">
                  <c:v>45303.579861111109</c:v>
                </c:pt>
                <c:pt idx="22389">
                  <c:v>45719.296527777777</c:v>
                </c:pt>
                <c:pt idx="22390">
                  <c:v>45613.720138888893</c:v>
                </c:pt>
                <c:pt idx="22391">
                  <c:v>45687.50277777778</c:v>
                </c:pt>
                <c:pt idx="22392">
                  <c:v>45601.313888888893</c:v>
                </c:pt>
                <c:pt idx="22393">
                  <c:v>45957.429861111108</c:v>
                </c:pt>
                <c:pt idx="22394">
                  <c:v>45955.973611111112</c:v>
                </c:pt>
                <c:pt idx="22395">
                  <c:v>45788.568749999999</c:v>
                </c:pt>
                <c:pt idx="22396">
                  <c:v>45617.597222222219</c:v>
                </c:pt>
                <c:pt idx="22397">
                  <c:v>45636.430555555547</c:v>
                </c:pt>
                <c:pt idx="22398">
                  <c:v>45700.577777777777</c:v>
                </c:pt>
                <c:pt idx="22399">
                  <c:v>45636.428472222222</c:v>
                </c:pt>
                <c:pt idx="22400">
                  <c:v>45736.743055555547</c:v>
                </c:pt>
                <c:pt idx="22401">
                  <c:v>45362.163194444453</c:v>
                </c:pt>
                <c:pt idx="22402">
                  <c:v>45673.638888888891</c:v>
                </c:pt>
                <c:pt idx="22403">
                  <c:v>45656.855555555558</c:v>
                </c:pt>
                <c:pt idx="22404">
                  <c:v>45833.443055555559</c:v>
                </c:pt>
                <c:pt idx="22405">
                  <c:v>45917.310416666667</c:v>
                </c:pt>
                <c:pt idx="22406">
                  <c:v>45799.688194444447</c:v>
                </c:pt>
                <c:pt idx="22407">
                  <c:v>45838.695138888892</c:v>
                </c:pt>
                <c:pt idx="22408">
                  <c:v>45572.357638888891</c:v>
                </c:pt>
                <c:pt idx="22409">
                  <c:v>46007.261111111111</c:v>
                </c:pt>
                <c:pt idx="22410">
                  <c:v>45733.450694444437</c:v>
                </c:pt>
                <c:pt idx="22411">
                  <c:v>45597.679166666669</c:v>
                </c:pt>
                <c:pt idx="22412">
                  <c:v>45917.567361111112</c:v>
                </c:pt>
                <c:pt idx="22413">
                  <c:v>45778.286111111112</c:v>
                </c:pt>
                <c:pt idx="22414">
                  <c:v>45937.546527777777</c:v>
                </c:pt>
                <c:pt idx="22415">
                  <c:v>45798.257638888892</c:v>
                </c:pt>
                <c:pt idx="22416">
                  <c:v>45525.294444444437</c:v>
                </c:pt>
                <c:pt idx="22417">
                  <c:v>45929.506944444453</c:v>
                </c:pt>
                <c:pt idx="22418">
                  <c:v>45989.220833333333</c:v>
                </c:pt>
                <c:pt idx="22419">
                  <c:v>45469.46875</c:v>
                </c:pt>
                <c:pt idx="22420">
                  <c:v>45706.347222222219</c:v>
                </c:pt>
                <c:pt idx="22421">
                  <c:v>45956.356944444437</c:v>
                </c:pt>
                <c:pt idx="22422">
                  <c:v>45924.584027777782</c:v>
                </c:pt>
                <c:pt idx="22423">
                  <c:v>45362.584027777782</c:v>
                </c:pt>
                <c:pt idx="22424">
                  <c:v>45973.35</c:v>
                </c:pt>
                <c:pt idx="22425">
                  <c:v>45325.665972222218</c:v>
                </c:pt>
                <c:pt idx="22426">
                  <c:v>45987.404166666667</c:v>
                </c:pt>
                <c:pt idx="22427">
                  <c:v>46020.747916666667</c:v>
                </c:pt>
                <c:pt idx="22428">
                  <c:v>45625.379166666673</c:v>
                </c:pt>
                <c:pt idx="22429">
                  <c:v>45440.265277777777</c:v>
                </c:pt>
                <c:pt idx="22430">
                  <c:v>45300.588888888888</c:v>
                </c:pt>
                <c:pt idx="22431">
                  <c:v>45987.404166666667</c:v>
                </c:pt>
                <c:pt idx="22432">
                  <c:v>45754.372916666667</c:v>
                </c:pt>
                <c:pt idx="22433">
                  <c:v>45411.594444444447</c:v>
                </c:pt>
                <c:pt idx="22434">
                  <c:v>45665.275694444441</c:v>
                </c:pt>
                <c:pt idx="22435">
                  <c:v>45869.722222222219</c:v>
                </c:pt>
                <c:pt idx="22436">
                  <c:v>45502.517361111109</c:v>
                </c:pt>
                <c:pt idx="22437">
                  <c:v>45782.415277777778</c:v>
                </c:pt>
                <c:pt idx="22438">
                  <c:v>45818.417361111111</c:v>
                </c:pt>
                <c:pt idx="22439">
                  <c:v>45896.319444444453</c:v>
                </c:pt>
                <c:pt idx="22440">
                  <c:v>45698.071527777778</c:v>
                </c:pt>
                <c:pt idx="22441">
                  <c:v>45725.578472222223</c:v>
                </c:pt>
                <c:pt idx="22442">
                  <c:v>45708.925000000003</c:v>
                </c:pt>
                <c:pt idx="22443">
                  <c:v>45735.480555555558</c:v>
                </c:pt>
                <c:pt idx="22444">
                  <c:v>45714.886805555558</c:v>
                </c:pt>
                <c:pt idx="22445">
                  <c:v>45790.638194444437</c:v>
                </c:pt>
                <c:pt idx="22446">
                  <c:v>45834.618750000001</c:v>
                </c:pt>
                <c:pt idx="22447">
                  <c:v>45783.495138888888</c:v>
                </c:pt>
                <c:pt idx="22448">
                  <c:v>45749.625</c:v>
                </c:pt>
                <c:pt idx="22449">
                  <c:v>45585.381944444453</c:v>
                </c:pt>
                <c:pt idx="22450">
                  <c:v>45476.600694444453</c:v>
                </c:pt>
                <c:pt idx="22451">
                  <c:v>45585.381944444453</c:v>
                </c:pt>
                <c:pt idx="22452">
                  <c:v>45844.763888888891</c:v>
                </c:pt>
                <c:pt idx="22453">
                  <c:v>45378.717361111107</c:v>
                </c:pt>
                <c:pt idx="22454">
                  <c:v>45292.220138888893</c:v>
                </c:pt>
                <c:pt idx="22455">
                  <c:v>45702.854166666657</c:v>
                </c:pt>
                <c:pt idx="22456">
                  <c:v>45378.717361111107</c:v>
                </c:pt>
                <c:pt idx="22457">
                  <c:v>45328.503472222219</c:v>
                </c:pt>
                <c:pt idx="22458">
                  <c:v>45328.503472222219</c:v>
                </c:pt>
                <c:pt idx="22459">
                  <c:v>45731.664583333331</c:v>
                </c:pt>
                <c:pt idx="22460">
                  <c:v>45476.600694444453</c:v>
                </c:pt>
                <c:pt idx="22461">
                  <c:v>45650.634722222218</c:v>
                </c:pt>
                <c:pt idx="22462">
                  <c:v>45731.664583333331</c:v>
                </c:pt>
                <c:pt idx="22463">
                  <c:v>45844.763888888891</c:v>
                </c:pt>
                <c:pt idx="22464">
                  <c:v>45624.421527777777</c:v>
                </c:pt>
                <c:pt idx="22465">
                  <c:v>45786.966666666667</c:v>
                </c:pt>
                <c:pt idx="22466">
                  <c:v>45624.421527777777</c:v>
                </c:pt>
                <c:pt idx="22467">
                  <c:v>45447.527777777781</c:v>
                </c:pt>
                <c:pt idx="22468">
                  <c:v>45702.854166666657</c:v>
                </c:pt>
                <c:pt idx="22469">
                  <c:v>45924.725694444453</c:v>
                </c:pt>
                <c:pt idx="22470">
                  <c:v>45650.634722222218</c:v>
                </c:pt>
                <c:pt idx="22471">
                  <c:v>45447.527777777781</c:v>
                </c:pt>
                <c:pt idx="22472">
                  <c:v>45924.725694444453</c:v>
                </c:pt>
                <c:pt idx="22473">
                  <c:v>45786.966666666667</c:v>
                </c:pt>
                <c:pt idx="22474">
                  <c:v>45292.220138888893</c:v>
                </c:pt>
                <c:pt idx="22475">
                  <c:v>45821.806250000001</c:v>
                </c:pt>
                <c:pt idx="22476">
                  <c:v>45878.351388888892</c:v>
                </c:pt>
                <c:pt idx="22477">
                  <c:v>45843.883333333331</c:v>
                </c:pt>
                <c:pt idx="22478">
                  <c:v>45778.807638888888</c:v>
                </c:pt>
                <c:pt idx="22479">
                  <c:v>45755.477083333331</c:v>
                </c:pt>
                <c:pt idx="22480">
                  <c:v>46021.532638888893</c:v>
                </c:pt>
                <c:pt idx="22481">
                  <c:v>45299.509722222218</c:v>
                </c:pt>
                <c:pt idx="22482">
                  <c:v>45867.540972222218</c:v>
                </c:pt>
                <c:pt idx="22483">
                  <c:v>45659.524305555547</c:v>
                </c:pt>
                <c:pt idx="22484">
                  <c:v>45987.420138888891</c:v>
                </c:pt>
                <c:pt idx="22485">
                  <c:v>46011.47152777778</c:v>
                </c:pt>
                <c:pt idx="22486">
                  <c:v>45657.74722222222</c:v>
                </c:pt>
                <c:pt idx="22487">
                  <c:v>45840.272222222222</c:v>
                </c:pt>
                <c:pt idx="22488">
                  <c:v>45833.961805555547</c:v>
                </c:pt>
                <c:pt idx="22489">
                  <c:v>45859.279861111107</c:v>
                </c:pt>
                <c:pt idx="22490">
                  <c:v>45839.053472222222</c:v>
                </c:pt>
                <c:pt idx="22491">
                  <c:v>46008.745833333327</c:v>
                </c:pt>
                <c:pt idx="22492">
                  <c:v>45764.884027777778</c:v>
                </c:pt>
                <c:pt idx="22493">
                  <c:v>45506.95416666667</c:v>
                </c:pt>
                <c:pt idx="22494">
                  <c:v>45467.515277777777</c:v>
                </c:pt>
                <c:pt idx="22495">
                  <c:v>45745.912499999999</c:v>
                </c:pt>
                <c:pt idx="22496">
                  <c:v>45331.859722222223</c:v>
                </c:pt>
                <c:pt idx="22497">
                  <c:v>45932.393750000003</c:v>
                </c:pt>
                <c:pt idx="22498">
                  <c:v>45430.731249999997</c:v>
                </c:pt>
                <c:pt idx="22499">
                  <c:v>45935.036805555559</c:v>
                </c:pt>
                <c:pt idx="22500">
                  <c:v>46007.878472222219</c:v>
                </c:pt>
                <c:pt idx="22501">
                  <c:v>45734.475694444453</c:v>
                </c:pt>
                <c:pt idx="22502">
                  <c:v>45654.481944444437</c:v>
                </c:pt>
                <c:pt idx="22503">
                  <c:v>45443.381944444453</c:v>
                </c:pt>
                <c:pt idx="22504">
                  <c:v>45472.819444444453</c:v>
                </c:pt>
                <c:pt idx="22505">
                  <c:v>45568.684027777781</c:v>
                </c:pt>
                <c:pt idx="22506">
                  <c:v>45852.447916666657</c:v>
                </c:pt>
                <c:pt idx="22507">
                  <c:v>45373.473611111112</c:v>
                </c:pt>
                <c:pt idx="22508">
                  <c:v>45909.637499999997</c:v>
                </c:pt>
                <c:pt idx="22509">
                  <c:v>45815.630555555559</c:v>
                </c:pt>
                <c:pt idx="22510">
                  <c:v>45535.629166666673</c:v>
                </c:pt>
                <c:pt idx="22511">
                  <c:v>45977.540972222218</c:v>
                </c:pt>
                <c:pt idx="22512">
                  <c:v>45787.456944444442</c:v>
                </c:pt>
                <c:pt idx="22513">
                  <c:v>45629.946527777778</c:v>
                </c:pt>
                <c:pt idx="22514">
                  <c:v>45292.412499999999</c:v>
                </c:pt>
                <c:pt idx="22515">
                  <c:v>45610.129861111112</c:v>
                </c:pt>
                <c:pt idx="22516">
                  <c:v>46019.666666666657</c:v>
                </c:pt>
                <c:pt idx="22517">
                  <c:v>45684.810416666667</c:v>
                </c:pt>
                <c:pt idx="22518">
                  <c:v>45718.854166666657</c:v>
                </c:pt>
                <c:pt idx="22519">
                  <c:v>46002.807638888888</c:v>
                </c:pt>
                <c:pt idx="22520">
                  <c:v>45721.915277777778</c:v>
                </c:pt>
                <c:pt idx="22521">
                  <c:v>45958.588888888888</c:v>
                </c:pt>
                <c:pt idx="22522">
                  <c:v>45845.88958333333</c:v>
                </c:pt>
                <c:pt idx="22523">
                  <c:v>45809.070833333331</c:v>
                </c:pt>
                <c:pt idx="22524">
                  <c:v>45931.855555555558</c:v>
                </c:pt>
                <c:pt idx="22525">
                  <c:v>45691.613888888889</c:v>
                </c:pt>
                <c:pt idx="22526">
                  <c:v>45558.364583333343</c:v>
                </c:pt>
                <c:pt idx="22527">
                  <c:v>45580.367361111108</c:v>
                </c:pt>
                <c:pt idx="22528">
                  <c:v>45694.609722222223</c:v>
                </c:pt>
                <c:pt idx="22529">
                  <c:v>45725.817361111112</c:v>
                </c:pt>
                <c:pt idx="22530">
                  <c:v>45397.736805555563</c:v>
                </c:pt>
                <c:pt idx="22531">
                  <c:v>45970.491666666669</c:v>
                </c:pt>
                <c:pt idx="22532">
                  <c:v>45854.746527777781</c:v>
                </c:pt>
                <c:pt idx="22533">
                  <c:v>45424.682638888888</c:v>
                </c:pt>
                <c:pt idx="22534">
                  <c:v>45803.275694444441</c:v>
                </c:pt>
                <c:pt idx="22535">
                  <c:v>45678.405555555553</c:v>
                </c:pt>
                <c:pt idx="22536">
                  <c:v>45448.68472222222</c:v>
                </c:pt>
                <c:pt idx="22537">
                  <c:v>45658.802777777782</c:v>
                </c:pt>
                <c:pt idx="22538">
                  <c:v>45487.830555555563</c:v>
                </c:pt>
                <c:pt idx="22539">
                  <c:v>45705.354861111111</c:v>
                </c:pt>
                <c:pt idx="22540">
                  <c:v>45825.782638888893</c:v>
                </c:pt>
                <c:pt idx="22541">
                  <c:v>45998.529166666667</c:v>
                </c:pt>
                <c:pt idx="22542">
                  <c:v>45608.70416666667</c:v>
                </c:pt>
                <c:pt idx="22543">
                  <c:v>45342.372916666667</c:v>
                </c:pt>
                <c:pt idx="22544">
                  <c:v>45552.271527777782</c:v>
                </c:pt>
                <c:pt idx="22545">
                  <c:v>45313.717361111107</c:v>
                </c:pt>
                <c:pt idx="22546">
                  <c:v>46018.543749999997</c:v>
                </c:pt>
                <c:pt idx="22547">
                  <c:v>45375.683333333327</c:v>
                </c:pt>
                <c:pt idx="22548">
                  <c:v>45879.365277777782</c:v>
                </c:pt>
                <c:pt idx="22549">
                  <c:v>45929.745138888888</c:v>
                </c:pt>
                <c:pt idx="22550">
                  <c:v>45780.652083333327</c:v>
                </c:pt>
                <c:pt idx="22551">
                  <c:v>45951.252083333333</c:v>
                </c:pt>
                <c:pt idx="22552">
                  <c:v>45582.710416666669</c:v>
                </c:pt>
                <c:pt idx="22553">
                  <c:v>45908.272222222222</c:v>
                </c:pt>
                <c:pt idx="22554">
                  <c:v>45523.767361111109</c:v>
                </c:pt>
                <c:pt idx="22555">
                  <c:v>45754.712500000001</c:v>
                </c:pt>
                <c:pt idx="22556">
                  <c:v>45690.617361111108</c:v>
                </c:pt>
                <c:pt idx="22557">
                  <c:v>45846.440972222219</c:v>
                </c:pt>
                <c:pt idx="22558">
                  <c:v>45693.804861111108</c:v>
                </c:pt>
                <c:pt idx="22559">
                  <c:v>45438.776388888888</c:v>
                </c:pt>
                <c:pt idx="22560">
                  <c:v>45523.693749999999</c:v>
                </c:pt>
                <c:pt idx="22561">
                  <c:v>45668.15347222222</c:v>
                </c:pt>
                <c:pt idx="22562">
                  <c:v>45651.837500000001</c:v>
                </c:pt>
                <c:pt idx="22563">
                  <c:v>45443.334027777782</c:v>
                </c:pt>
                <c:pt idx="22564">
                  <c:v>45964.90347222222</c:v>
                </c:pt>
                <c:pt idx="22565">
                  <c:v>45870.321527777778</c:v>
                </c:pt>
                <c:pt idx="22566">
                  <c:v>45898.334027777782</c:v>
                </c:pt>
                <c:pt idx="22567">
                  <c:v>46021.482638888891</c:v>
                </c:pt>
                <c:pt idx="22568">
                  <c:v>45352.422222222223</c:v>
                </c:pt>
                <c:pt idx="22569">
                  <c:v>45753.924305555563</c:v>
                </c:pt>
                <c:pt idx="22570">
                  <c:v>45808.915972222218</c:v>
                </c:pt>
                <c:pt idx="22571">
                  <c:v>45802.326388888891</c:v>
                </c:pt>
                <c:pt idx="22572">
                  <c:v>45629.406944444447</c:v>
                </c:pt>
                <c:pt idx="22573">
                  <c:v>45951.723611111112</c:v>
                </c:pt>
                <c:pt idx="22574">
                  <c:v>45718.84375</c:v>
                </c:pt>
                <c:pt idx="22575">
                  <c:v>46011.46875</c:v>
                </c:pt>
                <c:pt idx="22576">
                  <c:v>45616.871527777781</c:v>
                </c:pt>
                <c:pt idx="22577">
                  <c:v>45368.65625</c:v>
                </c:pt>
                <c:pt idx="22578">
                  <c:v>45499.914583333331</c:v>
                </c:pt>
                <c:pt idx="22579">
                  <c:v>45825.95208333333</c:v>
                </c:pt>
                <c:pt idx="22580">
                  <c:v>45564.796527777777</c:v>
                </c:pt>
                <c:pt idx="22581">
                  <c:v>45917.974999999999</c:v>
                </c:pt>
                <c:pt idx="22582">
                  <c:v>45594.972916666673</c:v>
                </c:pt>
                <c:pt idx="22583">
                  <c:v>45670.635416666657</c:v>
                </c:pt>
                <c:pt idx="22584">
                  <c:v>45467.838194444441</c:v>
                </c:pt>
                <c:pt idx="22585">
                  <c:v>45330.921527777777</c:v>
                </c:pt>
                <c:pt idx="22586">
                  <c:v>45945.870833333327</c:v>
                </c:pt>
                <c:pt idx="22587">
                  <c:v>45889.929861111108</c:v>
                </c:pt>
                <c:pt idx="22588">
                  <c:v>45299.582638888889</c:v>
                </c:pt>
                <c:pt idx="22589">
                  <c:v>45403.554861111108</c:v>
                </c:pt>
                <c:pt idx="22590">
                  <c:v>45859.977777777778</c:v>
                </c:pt>
                <c:pt idx="22591">
                  <c:v>45438.806250000001</c:v>
                </c:pt>
                <c:pt idx="22592">
                  <c:v>45532.584722222222</c:v>
                </c:pt>
                <c:pt idx="22593">
                  <c:v>45776.930555555547</c:v>
                </c:pt>
                <c:pt idx="22594">
                  <c:v>45741.870138888888</c:v>
                </c:pt>
                <c:pt idx="22595">
                  <c:v>45998.609722222223</c:v>
                </c:pt>
                <c:pt idx="22596">
                  <c:v>45704.984027777777</c:v>
                </c:pt>
                <c:pt idx="22597">
                  <c:v>45628.606944444437</c:v>
                </c:pt>
                <c:pt idx="22598">
                  <c:v>45822.551388888889</c:v>
                </c:pt>
                <c:pt idx="22599">
                  <c:v>45372.355555555558</c:v>
                </c:pt>
                <c:pt idx="22600">
                  <c:v>45428.849305555559</c:v>
                </c:pt>
                <c:pt idx="22601">
                  <c:v>45326.535416666673</c:v>
                </c:pt>
                <c:pt idx="22602">
                  <c:v>45547.564583333333</c:v>
                </c:pt>
                <c:pt idx="22603">
                  <c:v>45514.725694444453</c:v>
                </c:pt>
                <c:pt idx="22604">
                  <c:v>46023.625</c:v>
                </c:pt>
                <c:pt idx="22605">
                  <c:v>45707.588888888888</c:v>
                </c:pt>
                <c:pt idx="22606">
                  <c:v>45566.57916666667</c:v>
                </c:pt>
                <c:pt idx="22607">
                  <c:v>45805.415277777778</c:v>
                </c:pt>
                <c:pt idx="22608">
                  <c:v>45792.930555555547</c:v>
                </c:pt>
                <c:pt idx="22609">
                  <c:v>45873.746527777781</c:v>
                </c:pt>
                <c:pt idx="22610">
                  <c:v>45873.746527777781</c:v>
                </c:pt>
                <c:pt idx="22611">
                  <c:v>45682.834027777782</c:v>
                </c:pt>
                <c:pt idx="22612">
                  <c:v>45682.834027777782</c:v>
                </c:pt>
                <c:pt idx="22613">
                  <c:v>45739.724999999999</c:v>
                </c:pt>
                <c:pt idx="22614">
                  <c:v>45581.140277777777</c:v>
                </c:pt>
                <c:pt idx="22615">
                  <c:v>45413.546527777777</c:v>
                </c:pt>
                <c:pt idx="22616">
                  <c:v>45827.804166666669</c:v>
                </c:pt>
                <c:pt idx="22617">
                  <c:v>45918.613194444442</c:v>
                </c:pt>
                <c:pt idx="22618">
                  <c:v>45444.940972222219</c:v>
                </c:pt>
                <c:pt idx="22619">
                  <c:v>45665.663888888892</c:v>
                </c:pt>
                <c:pt idx="22620">
                  <c:v>45313.673611111109</c:v>
                </c:pt>
                <c:pt idx="22621">
                  <c:v>46007.666666666657</c:v>
                </c:pt>
                <c:pt idx="22622">
                  <c:v>45537.815972222219</c:v>
                </c:pt>
                <c:pt idx="22623">
                  <c:v>45800.904861111107</c:v>
                </c:pt>
                <c:pt idx="22624">
                  <c:v>45937.590277777781</c:v>
                </c:pt>
                <c:pt idx="22625">
                  <c:v>45640.4</c:v>
                </c:pt>
                <c:pt idx="22626">
                  <c:v>45358.594444444447</c:v>
                </c:pt>
                <c:pt idx="22627">
                  <c:v>45778.636111111111</c:v>
                </c:pt>
                <c:pt idx="22628">
                  <c:v>45320.45208333333</c:v>
                </c:pt>
                <c:pt idx="22629">
                  <c:v>45658.87222222222</c:v>
                </c:pt>
                <c:pt idx="22630">
                  <c:v>45903.711805555547</c:v>
                </c:pt>
                <c:pt idx="22631">
                  <c:v>45615.263888888891</c:v>
                </c:pt>
                <c:pt idx="22632">
                  <c:v>45811.892361111109</c:v>
                </c:pt>
                <c:pt idx="22633">
                  <c:v>45743.675000000003</c:v>
                </c:pt>
                <c:pt idx="22634">
                  <c:v>45781.46597222222</c:v>
                </c:pt>
                <c:pt idx="22635">
                  <c:v>46022.349305555559</c:v>
                </c:pt>
                <c:pt idx="22636">
                  <c:v>45639.500694444447</c:v>
                </c:pt>
                <c:pt idx="22637">
                  <c:v>45618.739583333343</c:v>
                </c:pt>
                <c:pt idx="22638">
                  <c:v>45639.500694444447</c:v>
                </c:pt>
                <c:pt idx="22639">
                  <c:v>45618.739583333343</c:v>
                </c:pt>
                <c:pt idx="22640">
                  <c:v>45803.481249999997</c:v>
                </c:pt>
                <c:pt idx="22641">
                  <c:v>45916.463194444441</c:v>
                </c:pt>
                <c:pt idx="22642">
                  <c:v>45994.752083333333</c:v>
                </c:pt>
                <c:pt idx="22643">
                  <c:v>45573.647916666669</c:v>
                </c:pt>
                <c:pt idx="22644">
                  <c:v>45830.348611111112</c:v>
                </c:pt>
                <c:pt idx="22645">
                  <c:v>45699.718055555553</c:v>
                </c:pt>
                <c:pt idx="22646">
                  <c:v>45345.696527777778</c:v>
                </c:pt>
                <c:pt idx="22647">
                  <c:v>45881.654166666667</c:v>
                </c:pt>
                <c:pt idx="22648">
                  <c:v>45464.568749999999</c:v>
                </c:pt>
                <c:pt idx="22649">
                  <c:v>45302.736111111109</c:v>
                </c:pt>
                <c:pt idx="22650">
                  <c:v>45924.599305555559</c:v>
                </c:pt>
                <c:pt idx="22651">
                  <c:v>45784.401388888888</c:v>
                </c:pt>
                <c:pt idx="22652">
                  <c:v>45531.829861111109</c:v>
                </c:pt>
                <c:pt idx="22653">
                  <c:v>45617.637499999997</c:v>
                </c:pt>
                <c:pt idx="22654">
                  <c:v>45740.724305555559</c:v>
                </c:pt>
                <c:pt idx="22655">
                  <c:v>45397.724305555559</c:v>
                </c:pt>
                <c:pt idx="22656">
                  <c:v>45659.626388888893</c:v>
                </c:pt>
                <c:pt idx="22657">
                  <c:v>45713.644444444442</c:v>
                </c:pt>
                <c:pt idx="22658">
                  <c:v>45777.076388888891</c:v>
                </c:pt>
                <c:pt idx="22659">
                  <c:v>45748.910416666673</c:v>
                </c:pt>
                <c:pt idx="22660">
                  <c:v>45938.490972222222</c:v>
                </c:pt>
                <c:pt idx="22661">
                  <c:v>45782.69027777778</c:v>
                </c:pt>
                <c:pt idx="22662">
                  <c:v>46022.634722222218</c:v>
                </c:pt>
                <c:pt idx="22663">
                  <c:v>45958.772222222222</c:v>
                </c:pt>
                <c:pt idx="22664">
                  <c:v>45855.073611111111</c:v>
                </c:pt>
                <c:pt idx="22665">
                  <c:v>45954.107638888891</c:v>
                </c:pt>
                <c:pt idx="22666">
                  <c:v>45685.470833333333</c:v>
                </c:pt>
                <c:pt idx="22667">
                  <c:v>45833.434027777781</c:v>
                </c:pt>
                <c:pt idx="22668">
                  <c:v>45691.472222222219</c:v>
                </c:pt>
                <c:pt idx="22669">
                  <c:v>45947.393750000003</c:v>
                </c:pt>
                <c:pt idx="22670">
                  <c:v>45683.885416666657</c:v>
                </c:pt>
                <c:pt idx="22671">
                  <c:v>45737.398611111108</c:v>
                </c:pt>
                <c:pt idx="22672">
                  <c:v>45972.619444444441</c:v>
                </c:pt>
                <c:pt idx="22673">
                  <c:v>45599.45208333333</c:v>
                </c:pt>
                <c:pt idx="22674">
                  <c:v>45561.828472222223</c:v>
                </c:pt>
                <c:pt idx="22675">
                  <c:v>45818.793749999997</c:v>
                </c:pt>
                <c:pt idx="22676">
                  <c:v>45895.800694444442</c:v>
                </c:pt>
                <c:pt idx="22677">
                  <c:v>45652.855555555558</c:v>
                </c:pt>
                <c:pt idx="22678">
                  <c:v>45759.936805555553</c:v>
                </c:pt>
                <c:pt idx="22679">
                  <c:v>45621.920138888891</c:v>
                </c:pt>
                <c:pt idx="22680">
                  <c:v>45997.720833333333</c:v>
                </c:pt>
                <c:pt idx="22681">
                  <c:v>45531.577777777777</c:v>
                </c:pt>
                <c:pt idx="22682">
                  <c:v>45590.420138888891</c:v>
                </c:pt>
                <c:pt idx="22683">
                  <c:v>46006.245833333327</c:v>
                </c:pt>
                <c:pt idx="22684">
                  <c:v>45804.565972222219</c:v>
                </c:pt>
                <c:pt idx="22685">
                  <c:v>45866.759722222218</c:v>
                </c:pt>
                <c:pt idx="22686">
                  <c:v>45835.750694444447</c:v>
                </c:pt>
                <c:pt idx="22687">
                  <c:v>45343.493750000001</c:v>
                </c:pt>
                <c:pt idx="22688">
                  <c:v>45495.374305555553</c:v>
                </c:pt>
                <c:pt idx="22689">
                  <c:v>45887.286111111112</c:v>
                </c:pt>
                <c:pt idx="22690">
                  <c:v>45345.429166666669</c:v>
                </c:pt>
                <c:pt idx="22691">
                  <c:v>45652.859722222223</c:v>
                </c:pt>
                <c:pt idx="22692">
                  <c:v>45822.409722222219</c:v>
                </c:pt>
                <c:pt idx="22693">
                  <c:v>45887.286111111112</c:v>
                </c:pt>
                <c:pt idx="22694">
                  <c:v>46006.588888888888</c:v>
                </c:pt>
                <c:pt idx="22695">
                  <c:v>45554.411111111112</c:v>
                </c:pt>
                <c:pt idx="22696">
                  <c:v>45343.493750000001</c:v>
                </c:pt>
                <c:pt idx="22697">
                  <c:v>45437.853472222218</c:v>
                </c:pt>
                <c:pt idx="22698">
                  <c:v>45960.237500000003</c:v>
                </c:pt>
                <c:pt idx="22699">
                  <c:v>45988.501388888893</c:v>
                </c:pt>
                <c:pt idx="22700">
                  <c:v>45437.853472222218</c:v>
                </c:pt>
                <c:pt idx="22701">
                  <c:v>45960.237500000003</c:v>
                </c:pt>
                <c:pt idx="22702">
                  <c:v>46013.467361111107</c:v>
                </c:pt>
                <c:pt idx="22703">
                  <c:v>45460.810416666667</c:v>
                </c:pt>
                <c:pt idx="22704">
                  <c:v>45460.810416666667</c:v>
                </c:pt>
                <c:pt idx="22705">
                  <c:v>45460.810416666667</c:v>
                </c:pt>
                <c:pt idx="22706">
                  <c:v>45912.767361111109</c:v>
                </c:pt>
                <c:pt idx="22707">
                  <c:v>45460.810416666667</c:v>
                </c:pt>
                <c:pt idx="22708">
                  <c:v>45822.409722222219</c:v>
                </c:pt>
                <c:pt idx="22709">
                  <c:v>45437.853472222218</c:v>
                </c:pt>
                <c:pt idx="22710">
                  <c:v>45652.859722222223</c:v>
                </c:pt>
                <c:pt idx="22711">
                  <c:v>45437.853472222218</c:v>
                </c:pt>
                <c:pt idx="22712">
                  <c:v>45652.859722222223</c:v>
                </c:pt>
                <c:pt idx="22713">
                  <c:v>45554.411111111112</c:v>
                </c:pt>
                <c:pt idx="22714">
                  <c:v>45554.411111111112</c:v>
                </c:pt>
                <c:pt idx="22715">
                  <c:v>45554.411111111112</c:v>
                </c:pt>
                <c:pt idx="22716">
                  <c:v>45345.429166666669</c:v>
                </c:pt>
                <c:pt idx="22717">
                  <c:v>45520.609722222223</c:v>
                </c:pt>
                <c:pt idx="22718">
                  <c:v>45841.259027777778</c:v>
                </c:pt>
                <c:pt idx="22719">
                  <c:v>45822.409722222219</c:v>
                </c:pt>
                <c:pt idx="22720">
                  <c:v>45652.859722222223</c:v>
                </c:pt>
                <c:pt idx="22721">
                  <c:v>45988.501388888893</c:v>
                </c:pt>
                <c:pt idx="22722">
                  <c:v>45887.286111111112</c:v>
                </c:pt>
                <c:pt idx="22723">
                  <c:v>45939.40902777778</c:v>
                </c:pt>
                <c:pt idx="22724">
                  <c:v>45939.40902777778</c:v>
                </c:pt>
                <c:pt idx="22725">
                  <c:v>45675.834027777782</c:v>
                </c:pt>
                <c:pt idx="22726">
                  <c:v>45939.40902777778</c:v>
                </c:pt>
                <c:pt idx="22727">
                  <c:v>45304.431944444441</c:v>
                </c:pt>
                <c:pt idx="22728">
                  <c:v>45882.775694444441</c:v>
                </c:pt>
                <c:pt idx="22729">
                  <c:v>45304.431944444441</c:v>
                </c:pt>
                <c:pt idx="22730">
                  <c:v>45386.292361111111</c:v>
                </c:pt>
                <c:pt idx="22731">
                  <c:v>45720.823611111111</c:v>
                </c:pt>
                <c:pt idx="22732">
                  <c:v>45386.292361111111</c:v>
                </c:pt>
                <c:pt idx="22733">
                  <c:v>45495.374305555553</c:v>
                </c:pt>
                <c:pt idx="22734">
                  <c:v>45386.292361111111</c:v>
                </c:pt>
                <c:pt idx="22735">
                  <c:v>45386.292361111111</c:v>
                </c:pt>
                <c:pt idx="22736">
                  <c:v>45520.609722222223</c:v>
                </c:pt>
                <c:pt idx="22737">
                  <c:v>45735.734722222223</c:v>
                </c:pt>
                <c:pt idx="22738">
                  <c:v>45849.494444444441</c:v>
                </c:pt>
                <c:pt idx="22739">
                  <c:v>45882.775694444441</c:v>
                </c:pt>
                <c:pt idx="22740">
                  <c:v>45720.823611111111</c:v>
                </c:pt>
                <c:pt idx="22741">
                  <c:v>45476.534722222219</c:v>
                </c:pt>
                <c:pt idx="22742">
                  <c:v>45720.823611111111</c:v>
                </c:pt>
                <c:pt idx="22743">
                  <c:v>45882.775694444441</c:v>
                </c:pt>
                <c:pt idx="22744">
                  <c:v>45304.431944444441</c:v>
                </c:pt>
                <c:pt idx="22745">
                  <c:v>45520.609722222223</c:v>
                </c:pt>
                <c:pt idx="22746">
                  <c:v>45476.534722222219</c:v>
                </c:pt>
                <c:pt idx="22747">
                  <c:v>45520.609722222223</c:v>
                </c:pt>
                <c:pt idx="22748">
                  <c:v>45735.734722222223</c:v>
                </c:pt>
                <c:pt idx="22749">
                  <c:v>45476.534722222219</c:v>
                </c:pt>
                <c:pt idx="22750">
                  <c:v>45345.429166666669</c:v>
                </c:pt>
                <c:pt idx="22751">
                  <c:v>45720.823611111111</c:v>
                </c:pt>
                <c:pt idx="22752">
                  <c:v>45345.429166666669</c:v>
                </c:pt>
                <c:pt idx="22753">
                  <c:v>45476.534722222219</c:v>
                </c:pt>
                <c:pt idx="22754">
                  <c:v>45579.765972222223</c:v>
                </c:pt>
                <c:pt idx="22755">
                  <c:v>45579.765972222223</c:v>
                </c:pt>
                <c:pt idx="22756">
                  <c:v>45849.494444444441</c:v>
                </c:pt>
                <c:pt idx="22757">
                  <c:v>45374.404166666667</c:v>
                </c:pt>
                <c:pt idx="22758">
                  <c:v>45374.404166666667</c:v>
                </c:pt>
                <c:pt idx="22759">
                  <c:v>45374.404166666667</c:v>
                </c:pt>
                <c:pt idx="22760">
                  <c:v>45565.388194444437</c:v>
                </c:pt>
                <c:pt idx="22761">
                  <c:v>45565.388194444437</c:v>
                </c:pt>
                <c:pt idx="22762">
                  <c:v>45621.20416666667</c:v>
                </c:pt>
                <c:pt idx="22763">
                  <c:v>45374.404166666667</c:v>
                </c:pt>
                <c:pt idx="22764">
                  <c:v>45621.20416666667</c:v>
                </c:pt>
                <c:pt idx="22765">
                  <c:v>45579.765972222223</c:v>
                </c:pt>
                <c:pt idx="22766">
                  <c:v>45988.501388888893</c:v>
                </c:pt>
                <c:pt idx="22767">
                  <c:v>45621.20416666667</c:v>
                </c:pt>
                <c:pt idx="22768">
                  <c:v>45621.20416666667</c:v>
                </c:pt>
                <c:pt idx="22769">
                  <c:v>45849.494444444441</c:v>
                </c:pt>
                <c:pt idx="22770">
                  <c:v>45565.388194444437</c:v>
                </c:pt>
                <c:pt idx="22771">
                  <c:v>45708.704861111109</c:v>
                </c:pt>
                <c:pt idx="22772">
                  <c:v>45763.552777777782</c:v>
                </c:pt>
                <c:pt idx="22773">
                  <c:v>45304.431944444441</c:v>
                </c:pt>
                <c:pt idx="22774">
                  <c:v>45763.552777777782</c:v>
                </c:pt>
                <c:pt idx="22775">
                  <c:v>46013.467361111107</c:v>
                </c:pt>
                <c:pt idx="22776">
                  <c:v>45849.494444444441</c:v>
                </c:pt>
                <c:pt idx="22777">
                  <c:v>45565.388194444437</c:v>
                </c:pt>
                <c:pt idx="22778">
                  <c:v>45708.704861111109</c:v>
                </c:pt>
                <c:pt idx="22779">
                  <c:v>45763.552777777782</c:v>
                </c:pt>
                <c:pt idx="22780">
                  <c:v>45882.775694444441</c:v>
                </c:pt>
                <c:pt idx="22781">
                  <c:v>45579.765972222223</c:v>
                </c:pt>
                <c:pt idx="22782">
                  <c:v>45763.552777777782</c:v>
                </c:pt>
                <c:pt idx="22783">
                  <c:v>45939.40902777778</c:v>
                </c:pt>
                <c:pt idx="22784">
                  <c:v>45887.286111111112</c:v>
                </c:pt>
                <c:pt idx="22785">
                  <c:v>45678.84097222222</c:v>
                </c:pt>
                <c:pt idx="22786">
                  <c:v>45822.409722222219</c:v>
                </c:pt>
                <c:pt idx="22787">
                  <c:v>45791.415277777778</c:v>
                </c:pt>
                <c:pt idx="22788">
                  <c:v>45988.501388888893</c:v>
                </c:pt>
                <c:pt idx="22789">
                  <c:v>46006.588888888888</c:v>
                </c:pt>
                <c:pt idx="22790">
                  <c:v>45417.847916666673</c:v>
                </c:pt>
                <c:pt idx="22791">
                  <c:v>45696.408333333333</c:v>
                </c:pt>
                <c:pt idx="22792">
                  <c:v>45645.84097222222</c:v>
                </c:pt>
                <c:pt idx="22793">
                  <c:v>45645.84097222222</c:v>
                </c:pt>
                <c:pt idx="22794">
                  <c:v>45912.767361111109</c:v>
                </c:pt>
                <c:pt idx="22795">
                  <c:v>46013.467361111107</c:v>
                </c:pt>
                <c:pt idx="22796">
                  <c:v>45960.237500000003</c:v>
                </c:pt>
                <c:pt idx="22797">
                  <c:v>45841.259027777778</c:v>
                </c:pt>
                <c:pt idx="22798">
                  <c:v>45645.84097222222</c:v>
                </c:pt>
                <c:pt idx="22799">
                  <c:v>45966.878472222219</c:v>
                </c:pt>
                <c:pt idx="22800">
                  <c:v>45960.237500000003</c:v>
                </c:pt>
                <c:pt idx="22801">
                  <c:v>45966.878472222219</c:v>
                </c:pt>
                <c:pt idx="22802">
                  <c:v>45966.878472222219</c:v>
                </c:pt>
                <c:pt idx="22803">
                  <c:v>45735.734722222223</c:v>
                </c:pt>
                <c:pt idx="22804">
                  <c:v>45678.84097222222</c:v>
                </c:pt>
                <c:pt idx="22805">
                  <c:v>45675.834027777782</c:v>
                </c:pt>
                <c:pt idx="22806">
                  <c:v>45791.415277777778</c:v>
                </c:pt>
                <c:pt idx="22807">
                  <c:v>45645.84097222222</c:v>
                </c:pt>
                <c:pt idx="22808">
                  <c:v>45841.259027777778</c:v>
                </c:pt>
                <c:pt idx="22809">
                  <c:v>45495.374305555553</c:v>
                </c:pt>
                <c:pt idx="22810">
                  <c:v>45696.408333333333</c:v>
                </c:pt>
                <c:pt idx="22811">
                  <c:v>45708.704861111109</c:v>
                </c:pt>
                <c:pt idx="22812">
                  <c:v>45675.834027777782</c:v>
                </c:pt>
                <c:pt idx="22813">
                  <c:v>45514.461111111108</c:v>
                </c:pt>
                <c:pt idx="22814">
                  <c:v>45791.415277777778</c:v>
                </c:pt>
                <c:pt idx="22815">
                  <c:v>45625.754166666673</c:v>
                </c:pt>
                <c:pt idx="22816">
                  <c:v>45625.754166666673</c:v>
                </c:pt>
                <c:pt idx="22817">
                  <c:v>46013.467361111107</c:v>
                </c:pt>
                <c:pt idx="22818">
                  <c:v>45675.834027777782</c:v>
                </c:pt>
                <c:pt idx="22819">
                  <c:v>45625.754166666673</c:v>
                </c:pt>
                <c:pt idx="22820">
                  <c:v>45343.493750000001</c:v>
                </c:pt>
                <c:pt idx="22821">
                  <c:v>45678.84097222222</c:v>
                </c:pt>
                <c:pt idx="22822">
                  <c:v>45514.461111111108</c:v>
                </c:pt>
                <c:pt idx="22823">
                  <c:v>45514.461111111108</c:v>
                </c:pt>
                <c:pt idx="22824">
                  <c:v>45343.493750000001</c:v>
                </c:pt>
                <c:pt idx="22825">
                  <c:v>45514.461111111108</c:v>
                </c:pt>
                <c:pt idx="22826">
                  <c:v>45495.374305555553</c:v>
                </c:pt>
                <c:pt idx="22827">
                  <c:v>45417.847916666673</c:v>
                </c:pt>
                <c:pt idx="22828">
                  <c:v>45966.878472222219</c:v>
                </c:pt>
                <c:pt idx="22829">
                  <c:v>45696.408333333333</c:v>
                </c:pt>
                <c:pt idx="22830">
                  <c:v>45735.734722222223</c:v>
                </c:pt>
                <c:pt idx="22831">
                  <c:v>45708.704861111109</c:v>
                </c:pt>
                <c:pt idx="22832">
                  <c:v>45417.847916666673</c:v>
                </c:pt>
                <c:pt idx="22833">
                  <c:v>45417.847916666673</c:v>
                </c:pt>
                <c:pt idx="22834">
                  <c:v>45625.754166666673</c:v>
                </c:pt>
                <c:pt idx="22835">
                  <c:v>46006.588888888888</c:v>
                </c:pt>
                <c:pt idx="22836">
                  <c:v>45912.767361111109</c:v>
                </c:pt>
                <c:pt idx="22837">
                  <c:v>45791.415277777778</c:v>
                </c:pt>
                <c:pt idx="22838">
                  <c:v>45841.259027777778</c:v>
                </c:pt>
                <c:pt idx="22839">
                  <c:v>45912.767361111109</c:v>
                </c:pt>
                <c:pt idx="22840">
                  <c:v>45696.408333333333</c:v>
                </c:pt>
                <c:pt idx="22841">
                  <c:v>45678.84097222222</c:v>
                </c:pt>
                <c:pt idx="22842">
                  <c:v>46006.588888888888</c:v>
                </c:pt>
                <c:pt idx="22843">
                  <c:v>45807.645138888889</c:v>
                </c:pt>
                <c:pt idx="22844">
                  <c:v>45867.6875</c:v>
                </c:pt>
                <c:pt idx="22845">
                  <c:v>45811.411805555559</c:v>
                </c:pt>
                <c:pt idx="22846">
                  <c:v>45797.129861111112</c:v>
                </c:pt>
                <c:pt idx="22847">
                  <c:v>45799.702777777777</c:v>
                </c:pt>
                <c:pt idx="22848">
                  <c:v>45927.45416666667</c:v>
                </c:pt>
                <c:pt idx="22849">
                  <c:v>45978.686805555553</c:v>
                </c:pt>
                <c:pt idx="22850">
                  <c:v>45950.743055555547</c:v>
                </c:pt>
                <c:pt idx="22851">
                  <c:v>45513.915972222218</c:v>
                </c:pt>
                <c:pt idx="22852">
                  <c:v>45796.574305555558</c:v>
                </c:pt>
                <c:pt idx="22853">
                  <c:v>45778.917361111111</c:v>
                </c:pt>
                <c:pt idx="22854">
                  <c:v>45949.65</c:v>
                </c:pt>
                <c:pt idx="22855">
                  <c:v>45984.716666666667</c:v>
                </c:pt>
                <c:pt idx="22856">
                  <c:v>45608.560416666667</c:v>
                </c:pt>
                <c:pt idx="22857">
                  <c:v>45580.463888888888</c:v>
                </c:pt>
                <c:pt idx="22858">
                  <c:v>45908.48333333333</c:v>
                </c:pt>
                <c:pt idx="22859">
                  <c:v>45552.790972222218</c:v>
                </c:pt>
                <c:pt idx="22860">
                  <c:v>45740.781944444447</c:v>
                </c:pt>
                <c:pt idx="22861">
                  <c:v>45594.474999999999</c:v>
                </c:pt>
                <c:pt idx="22862">
                  <c:v>45760.814583333333</c:v>
                </c:pt>
                <c:pt idx="22863">
                  <c:v>45888.866666666669</c:v>
                </c:pt>
                <c:pt idx="22864">
                  <c:v>45876.783333333333</c:v>
                </c:pt>
                <c:pt idx="22865">
                  <c:v>45719.556944444441</c:v>
                </c:pt>
                <c:pt idx="22866">
                  <c:v>45566.631944444453</c:v>
                </c:pt>
                <c:pt idx="22867">
                  <c:v>45834.46597222222</c:v>
                </c:pt>
                <c:pt idx="22868">
                  <c:v>45965.466666666667</c:v>
                </c:pt>
                <c:pt idx="22869">
                  <c:v>45669.938194444447</c:v>
                </c:pt>
                <c:pt idx="22870">
                  <c:v>45655.494444444441</c:v>
                </c:pt>
                <c:pt idx="22871">
                  <c:v>45855.469444444447</c:v>
                </c:pt>
                <c:pt idx="22872">
                  <c:v>45700.519444444442</c:v>
                </c:pt>
                <c:pt idx="22873">
                  <c:v>45540.724305555559</c:v>
                </c:pt>
                <c:pt idx="22874">
                  <c:v>45634.65347222222</c:v>
                </c:pt>
                <c:pt idx="22875">
                  <c:v>45929.61041666667</c:v>
                </c:pt>
                <c:pt idx="22876">
                  <c:v>45816.459027777782</c:v>
                </c:pt>
                <c:pt idx="22877">
                  <c:v>46003.638888888891</c:v>
                </c:pt>
                <c:pt idx="22878">
                  <c:v>45817.888888888891</c:v>
                </c:pt>
                <c:pt idx="22879">
                  <c:v>45592.472222222219</c:v>
                </c:pt>
                <c:pt idx="22880">
                  <c:v>45764.723611111112</c:v>
                </c:pt>
                <c:pt idx="22881">
                  <c:v>45750.45</c:v>
                </c:pt>
                <c:pt idx="22882">
                  <c:v>45825.811111111107</c:v>
                </c:pt>
                <c:pt idx="22883">
                  <c:v>45874.53402777778</c:v>
                </c:pt>
                <c:pt idx="22884">
                  <c:v>45487.443749999999</c:v>
                </c:pt>
                <c:pt idx="22885">
                  <c:v>45867.463888888888</c:v>
                </c:pt>
                <c:pt idx="22886">
                  <c:v>46006.980555555558</c:v>
                </c:pt>
                <c:pt idx="22887">
                  <c:v>45950.954861111109</c:v>
                </c:pt>
                <c:pt idx="22888">
                  <c:v>45990.0625</c:v>
                </c:pt>
                <c:pt idx="22889">
                  <c:v>46013.745833333327</c:v>
                </c:pt>
                <c:pt idx="22890">
                  <c:v>45986.413194444453</c:v>
                </c:pt>
                <c:pt idx="22891">
                  <c:v>45986.400000000001</c:v>
                </c:pt>
                <c:pt idx="22892">
                  <c:v>45700.604861111111</c:v>
                </c:pt>
                <c:pt idx="22893">
                  <c:v>45831.396527777782</c:v>
                </c:pt>
                <c:pt idx="22894">
                  <c:v>45745.706250000003</c:v>
                </c:pt>
                <c:pt idx="22895">
                  <c:v>45580.731944444437</c:v>
                </c:pt>
                <c:pt idx="22896">
                  <c:v>45906.362500000003</c:v>
                </c:pt>
                <c:pt idx="22897">
                  <c:v>45671.572222222218</c:v>
                </c:pt>
                <c:pt idx="22898">
                  <c:v>45990.901388888888</c:v>
                </c:pt>
                <c:pt idx="22899">
                  <c:v>45373.543055555558</c:v>
                </c:pt>
                <c:pt idx="22900">
                  <c:v>45874.711805555547</c:v>
                </c:pt>
                <c:pt idx="22901">
                  <c:v>45601.530555555553</c:v>
                </c:pt>
                <c:pt idx="22902">
                  <c:v>45440.646527777782</c:v>
                </c:pt>
                <c:pt idx="22903">
                  <c:v>45814.771527777782</c:v>
                </c:pt>
                <c:pt idx="22904">
                  <c:v>45821.645138888889</c:v>
                </c:pt>
                <c:pt idx="22905">
                  <c:v>46019.010416666657</c:v>
                </c:pt>
                <c:pt idx="22906">
                  <c:v>45657.067361111112</c:v>
                </c:pt>
                <c:pt idx="22907">
                  <c:v>45746.623611111107</c:v>
                </c:pt>
                <c:pt idx="22908">
                  <c:v>45719.838194444441</c:v>
                </c:pt>
                <c:pt idx="22909">
                  <c:v>45571.347222222219</c:v>
                </c:pt>
                <c:pt idx="22910">
                  <c:v>45571.339583333327</c:v>
                </c:pt>
                <c:pt idx="22911">
                  <c:v>45628.818749999999</c:v>
                </c:pt>
                <c:pt idx="22912">
                  <c:v>45745.861111111109</c:v>
                </c:pt>
                <c:pt idx="22913">
                  <c:v>45650.634722222218</c:v>
                </c:pt>
                <c:pt idx="22914">
                  <c:v>45820.617361111108</c:v>
                </c:pt>
                <c:pt idx="22915">
                  <c:v>45741.152083333327</c:v>
                </c:pt>
                <c:pt idx="22916">
                  <c:v>45717.609722222223</c:v>
                </c:pt>
                <c:pt idx="22917">
                  <c:v>45502.674305555563</c:v>
                </c:pt>
                <c:pt idx="22918">
                  <c:v>45296.652777777781</c:v>
                </c:pt>
                <c:pt idx="22919">
                  <c:v>45823.292361111111</c:v>
                </c:pt>
                <c:pt idx="22920">
                  <c:v>45454.506249999999</c:v>
                </c:pt>
                <c:pt idx="22921">
                  <c:v>45494.95208333333</c:v>
                </c:pt>
                <c:pt idx="22922">
                  <c:v>45777.47152777778</c:v>
                </c:pt>
                <c:pt idx="22923">
                  <c:v>45336.584722222222</c:v>
                </c:pt>
                <c:pt idx="22924">
                  <c:v>45563.362500000003</c:v>
                </c:pt>
                <c:pt idx="22925">
                  <c:v>45628.642361111109</c:v>
                </c:pt>
                <c:pt idx="22926">
                  <c:v>45306.56527777778</c:v>
                </c:pt>
                <c:pt idx="22927">
                  <c:v>45498.86041666667</c:v>
                </c:pt>
                <c:pt idx="22928">
                  <c:v>45395.522222222222</c:v>
                </c:pt>
                <c:pt idx="22929">
                  <c:v>45481.366666666669</c:v>
                </c:pt>
                <c:pt idx="22930">
                  <c:v>45796.854166666657</c:v>
                </c:pt>
                <c:pt idx="22931">
                  <c:v>45957.720833333333</c:v>
                </c:pt>
                <c:pt idx="22932">
                  <c:v>45876.755555555559</c:v>
                </c:pt>
                <c:pt idx="22933">
                  <c:v>45909.978472222218</c:v>
                </c:pt>
                <c:pt idx="22934">
                  <c:v>45995.904166666667</c:v>
                </c:pt>
                <c:pt idx="22935">
                  <c:v>45303.933333333327</c:v>
                </c:pt>
                <c:pt idx="22936">
                  <c:v>45995.904166666667</c:v>
                </c:pt>
                <c:pt idx="22937">
                  <c:v>45303.933333333327</c:v>
                </c:pt>
                <c:pt idx="22938">
                  <c:v>45909.978472222218</c:v>
                </c:pt>
                <c:pt idx="22939">
                  <c:v>45711.115277777782</c:v>
                </c:pt>
                <c:pt idx="22940">
                  <c:v>45755.07708333333</c:v>
                </c:pt>
                <c:pt idx="22941">
                  <c:v>45782.10833333333</c:v>
                </c:pt>
                <c:pt idx="22942">
                  <c:v>45747.54791666667</c:v>
                </c:pt>
                <c:pt idx="22943">
                  <c:v>45939.609027777777</c:v>
                </c:pt>
                <c:pt idx="22944">
                  <c:v>45660.769444444442</c:v>
                </c:pt>
                <c:pt idx="22945">
                  <c:v>45300.650694444441</c:v>
                </c:pt>
                <c:pt idx="22946">
                  <c:v>45794.373611111107</c:v>
                </c:pt>
                <c:pt idx="22947">
                  <c:v>45984.00277777778</c:v>
                </c:pt>
                <c:pt idx="22948">
                  <c:v>45816.6875</c:v>
                </c:pt>
                <c:pt idx="22949">
                  <c:v>45893.210416666669</c:v>
                </c:pt>
                <c:pt idx="22950">
                  <c:v>45931.19027777778</c:v>
                </c:pt>
                <c:pt idx="22951">
                  <c:v>45893.210416666669</c:v>
                </c:pt>
                <c:pt idx="22952">
                  <c:v>45931.19027777778</c:v>
                </c:pt>
                <c:pt idx="22953">
                  <c:v>45937.586805555547</c:v>
                </c:pt>
                <c:pt idx="22954">
                  <c:v>45832.570833333331</c:v>
                </c:pt>
                <c:pt idx="22955">
                  <c:v>45544.919444444437</c:v>
                </c:pt>
                <c:pt idx="22956">
                  <c:v>45456.850694444453</c:v>
                </c:pt>
                <c:pt idx="22957">
                  <c:v>45467.452777777777</c:v>
                </c:pt>
                <c:pt idx="22958">
                  <c:v>45786.429166666669</c:v>
                </c:pt>
                <c:pt idx="22959">
                  <c:v>45890.491666666669</c:v>
                </c:pt>
                <c:pt idx="22960">
                  <c:v>45372.57708333333</c:v>
                </c:pt>
                <c:pt idx="22961">
                  <c:v>45695.460416666669</c:v>
                </c:pt>
                <c:pt idx="22962">
                  <c:v>45995.815972222219</c:v>
                </c:pt>
                <c:pt idx="22963">
                  <c:v>45723.418055555558</c:v>
                </c:pt>
                <c:pt idx="22964">
                  <c:v>45917.411111111112</c:v>
                </c:pt>
                <c:pt idx="22965">
                  <c:v>45607.862500000003</c:v>
                </c:pt>
                <c:pt idx="22966">
                  <c:v>45751.51458333333</c:v>
                </c:pt>
                <c:pt idx="22967">
                  <c:v>45393.617361111108</c:v>
                </c:pt>
                <c:pt idx="22968">
                  <c:v>45791.676388888889</c:v>
                </c:pt>
                <c:pt idx="22969">
                  <c:v>45782.412499999999</c:v>
                </c:pt>
                <c:pt idx="22970">
                  <c:v>45898.978472222218</c:v>
                </c:pt>
                <c:pt idx="22971">
                  <c:v>45934.339583333327</c:v>
                </c:pt>
                <c:pt idx="22972">
                  <c:v>45872.672222222223</c:v>
                </c:pt>
                <c:pt idx="22973">
                  <c:v>45319.813194444447</c:v>
                </c:pt>
                <c:pt idx="22974">
                  <c:v>45697.691666666673</c:v>
                </c:pt>
                <c:pt idx="22975">
                  <c:v>46011.882638888892</c:v>
                </c:pt>
                <c:pt idx="22976">
                  <c:v>45984.728472222218</c:v>
                </c:pt>
                <c:pt idx="22977">
                  <c:v>45854.390277777777</c:v>
                </c:pt>
                <c:pt idx="22978">
                  <c:v>45839.581944444442</c:v>
                </c:pt>
                <c:pt idx="22979">
                  <c:v>45847.492361111108</c:v>
                </c:pt>
                <c:pt idx="22980">
                  <c:v>45295.555555555547</c:v>
                </c:pt>
                <c:pt idx="22981">
                  <c:v>45724.709027777782</c:v>
                </c:pt>
                <c:pt idx="22982">
                  <c:v>45546.326388888891</c:v>
                </c:pt>
                <c:pt idx="22983">
                  <c:v>45481.81527777778</c:v>
                </c:pt>
                <c:pt idx="22984">
                  <c:v>45854.786805555559</c:v>
                </c:pt>
                <c:pt idx="22985">
                  <c:v>45821.321527777778</c:v>
                </c:pt>
                <c:pt idx="22986">
                  <c:v>45725.683333333327</c:v>
                </c:pt>
                <c:pt idx="22987">
                  <c:v>45625.257638888892</c:v>
                </c:pt>
                <c:pt idx="22988">
                  <c:v>45505.527083333327</c:v>
                </c:pt>
                <c:pt idx="22989">
                  <c:v>45790.519444444442</c:v>
                </c:pt>
                <c:pt idx="22990">
                  <c:v>45971.634027777778</c:v>
                </c:pt>
                <c:pt idx="22991">
                  <c:v>45345.311805555553</c:v>
                </c:pt>
                <c:pt idx="22992">
                  <c:v>45579.791666666657</c:v>
                </c:pt>
                <c:pt idx="22993">
                  <c:v>45440.847222222219</c:v>
                </c:pt>
                <c:pt idx="22994">
                  <c:v>45931.405555555553</c:v>
                </c:pt>
                <c:pt idx="22995">
                  <c:v>45583.508333333331</c:v>
                </c:pt>
                <c:pt idx="22996">
                  <c:v>45684.250694444447</c:v>
                </c:pt>
                <c:pt idx="22997">
                  <c:v>45989.477777777778</c:v>
                </c:pt>
                <c:pt idx="22998">
                  <c:v>45992.392361111109</c:v>
                </c:pt>
                <c:pt idx="22999">
                  <c:v>45390.51666666667</c:v>
                </c:pt>
                <c:pt idx="23000">
                  <c:v>45904.466666666667</c:v>
                </c:pt>
                <c:pt idx="23001">
                  <c:v>45880.40347222222</c:v>
                </c:pt>
                <c:pt idx="23002">
                  <c:v>45781.84652777778</c:v>
                </c:pt>
                <c:pt idx="23003">
                  <c:v>45939.512499999997</c:v>
                </c:pt>
                <c:pt idx="23004">
                  <c:v>45842.518055555563</c:v>
                </c:pt>
                <c:pt idx="23005">
                  <c:v>45407.885416666657</c:v>
                </c:pt>
                <c:pt idx="23006">
                  <c:v>45435.311805555553</c:v>
                </c:pt>
                <c:pt idx="23007">
                  <c:v>45461.643055555563</c:v>
                </c:pt>
                <c:pt idx="23008">
                  <c:v>45769.025694444441</c:v>
                </c:pt>
                <c:pt idx="23009">
                  <c:v>45689.645138888889</c:v>
                </c:pt>
                <c:pt idx="23010">
                  <c:v>45894.813194444447</c:v>
                </c:pt>
                <c:pt idx="23011">
                  <c:v>45945.955555555563</c:v>
                </c:pt>
                <c:pt idx="23012">
                  <c:v>45917.311805555553</c:v>
                </c:pt>
                <c:pt idx="23013">
                  <c:v>45698.93472222222</c:v>
                </c:pt>
                <c:pt idx="23014">
                  <c:v>45567.188194444447</c:v>
                </c:pt>
                <c:pt idx="23015">
                  <c:v>45645.15902777778</c:v>
                </c:pt>
                <c:pt idx="23016">
                  <c:v>45419.711111111108</c:v>
                </c:pt>
                <c:pt idx="23017">
                  <c:v>45733.367361111108</c:v>
                </c:pt>
                <c:pt idx="23018">
                  <c:v>45594.620833333327</c:v>
                </c:pt>
                <c:pt idx="23019">
                  <c:v>45872.470833333333</c:v>
                </c:pt>
                <c:pt idx="23020">
                  <c:v>45521.888888888891</c:v>
                </c:pt>
                <c:pt idx="23021">
                  <c:v>45705.344444444447</c:v>
                </c:pt>
                <c:pt idx="23022">
                  <c:v>45480.713888888888</c:v>
                </c:pt>
                <c:pt idx="23023">
                  <c:v>45572.504166666673</c:v>
                </c:pt>
                <c:pt idx="23024">
                  <c:v>45350.570833333331</c:v>
                </c:pt>
                <c:pt idx="23025">
                  <c:v>45943.293749999997</c:v>
                </c:pt>
                <c:pt idx="23026">
                  <c:v>45843.258333333331</c:v>
                </c:pt>
                <c:pt idx="23027">
                  <c:v>45915.454861111109</c:v>
                </c:pt>
                <c:pt idx="23028">
                  <c:v>45803.493055555547</c:v>
                </c:pt>
                <c:pt idx="23029">
                  <c:v>45997.731944444437</c:v>
                </c:pt>
                <c:pt idx="23030">
                  <c:v>45758.43472222222</c:v>
                </c:pt>
                <c:pt idx="23031">
                  <c:v>45722.965277777781</c:v>
                </c:pt>
                <c:pt idx="23032">
                  <c:v>45921.695138888892</c:v>
                </c:pt>
                <c:pt idx="23033">
                  <c:v>45749.401388888888</c:v>
                </c:pt>
                <c:pt idx="23034">
                  <c:v>45730.675694444442</c:v>
                </c:pt>
                <c:pt idx="23035">
                  <c:v>45777.481944444437</c:v>
                </c:pt>
                <c:pt idx="23036">
                  <c:v>45447.384722222218</c:v>
                </c:pt>
                <c:pt idx="23037">
                  <c:v>45622.893750000003</c:v>
                </c:pt>
                <c:pt idx="23038">
                  <c:v>45842.7</c:v>
                </c:pt>
                <c:pt idx="23039">
                  <c:v>45690.548611111109</c:v>
                </c:pt>
                <c:pt idx="23040">
                  <c:v>45742.857638888891</c:v>
                </c:pt>
                <c:pt idx="23041">
                  <c:v>45546.27847222222</c:v>
                </c:pt>
                <c:pt idx="23042">
                  <c:v>45637.884722222218</c:v>
                </c:pt>
                <c:pt idx="23043">
                  <c:v>45673.427083333343</c:v>
                </c:pt>
                <c:pt idx="23044">
                  <c:v>46022.991666666669</c:v>
                </c:pt>
                <c:pt idx="23045">
                  <c:v>45790.043749999997</c:v>
                </c:pt>
                <c:pt idx="23046">
                  <c:v>45813.59375</c:v>
                </c:pt>
                <c:pt idx="23047">
                  <c:v>45806.063194444447</c:v>
                </c:pt>
                <c:pt idx="23048">
                  <c:v>45686.038194444453</c:v>
                </c:pt>
                <c:pt idx="23049">
                  <c:v>45738.113888888889</c:v>
                </c:pt>
                <c:pt idx="23050">
                  <c:v>45738.134027777778</c:v>
                </c:pt>
                <c:pt idx="23051">
                  <c:v>45807.420138888891</c:v>
                </c:pt>
                <c:pt idx="23052">
                  <c:v>45838.416666666657</c:v>
                </c:pt>
                <c:pt idx="23053">
                  <c:v>45846.412499999999</c:v>
                </c:pt>
                <c:pt idx="23054">
                  <c:v>45474.552777777782</c:v>
                </c:pt>
                <c:pt idx="23055">
                  <c:v>45869.636111111111</c:v>
                </c:pt>
                <c:pt idx="23056">
                  <c:v>45961.398611111108</c:v>
                </c:pt>
                <c:pt idx="23057">
                  <c:v>45929.374305555553</c:v>
                </c:pt>
                <c:pt idx="23058">
                  <c:v>45893.53402777778</c:v>
                </c:pt>
                <c:pt idx="23059">
                  <c:v>45688.597916666673</c:v>
                </c:pt>
                <c:pt idx="23060">
                  <c:v>45777.281944444447</c:v>
                </c:pt>
                <c:pt idx="23061">
                  <c:v>45931.542361111111</c:v>
                </c:pt>
                <c:pt idx="23062">
                  <c:v>45443.438194444447</c:v>
                </c:pt>
                <c:pt idx="23063">
                  <c:v>45900.354166666657</c:v>
                </c:pt>
                <c:pt idx="23064">
                  <c:v>45717.362500000003</c:v>
                </c:pt>
                <c:pt idx="23065">
                  <c:v>45564.315972222219</c:v>
                </c:pt>
                <c:pt idx="23066">
                  <c:v>46007.941666666673</c:v>
                </c:pt>
                <c:pt idx="23067">
                  <c:v>45483.529861111107</c:v>
                </c:pt>
                <c:pt idx="23068">
                  <c:v>45750.294444444437</c:v>
                </c:pt>
                <c:pt idx="23069">
                  <c:v>46001.23333333333</c:v>
                </c:pt>
                <c:pt idx="23070">
                  <c:v>45534.513194444437</c:v>
                </c:pt>
                <c:pt idx="23071">
                  <c:v>45807.359027777777</c:v>
                </c:pt>
                <c:pt idx="23072">
                  <c:v>45667.563888888893</c:v>
                </c:pt>
                <c:pt idx="23073">
                  <c:v>45663.738194444442</c:v>
                </c:pt>
                <c:pt idx="23074">
                  <c:v>45595.9375</c:v>
                </c:pt>
                <c:pt idx="23075">
                  <c:v>45839.845138888893</c:v>
                </c:pt>
                <c:pt idx="23076">
                  <c:v>45748.558333333327</c:v>
                </c:pt>
                <c:pt idx="23077">
                  <c:v>45596.470833333333</c:v>
                </c:pt>
                <c:pt idx="23078">
                  <c:v>45587.542361111111</c:v>
                </c:pt>
                <c:pt idx="23079">
                  <c:v>45404.63958333333</c:v>
                </c:pt>
                <c:pt idx="23080">
                  <c:v>45966.502083333333</c:v>
                </c:pt>
                <c:pt idx="23081">
                  <c:v>45886.986805555563</c:v>
                </c:pt>
                <c:pt idx="23082">
                  <c:v>45800.486805555563</c:v>
                </c:pt>
                <c:pt idx="23083">
                  <c:v>45832.673611111109</c:v>
                </c:pt>
                <c:pt idx="23084">
                  <c:v>45841.409722222219</c:v>
                </c:pt>
                <c:pt idx="23085">
                  <c:v>45661.021527777782</c:v>
                </c:pt>
                <c:pt idx="23086">
                  <c:v>45838.442361111112</c:v>
                </c:pt>
                <c:pt idx="23087">
                  <c:v>45838.442361111112</c:v>
                </c:pt>
                <c:pt idx="23088">
                  <c:v>45774.705555555563</c:v>
                </c:pt>
                <c:pt idx="23089">
                  <c:v>45774.705555555563</c:v>
                </c:pt>
                <c:pt idx="23090">
                  <c:v>45721.661805555559</c:v>
                </c:pt>
                <c:pt idx="23091">
                  <c:v>45566.979861111111</c:v>
                </c:pt>
                <c:pt idx="23092">
                  <c:v>45699.091666666667</c:v>
                </c:pt>
                <c:pt idx="23093">
                  <c:v>45768.118055555547</c:v>
                </c:pt>
                <c:pt idx="23094">
                  <c:v>45885.668749999997</c:v>
                </c:pt>
                <c:pt idx="23095">
                  <c:v>45670.51458333333</c:v>
                </c:pt>
                <c:pt idx="23096">
                  <c:v>45957.8</c:v>
                </c:pt>
                <c:pt idx="23097">
                  <c:v>45792.515277777777</c:v>
                </c:pt>
                <c:pt idx="23098">
                  <c:v>46018.859027777777</c:v>
                </c:pt>
                <c:pt idx="23099">
                  <c:v>45609.703472222223</c:v>
                </c:pt>
                <c:pt idx="23100">
                  <c:v>45498.357638888891</c:v>
                </c:pt>
                <c:pt idx="23101">
                  <c:v>45981.908333333333</c:v>
                </c:pt>
                <c:pt idx="23102">
                  <c:v>45782.504861111112</c:v>
                </c:pt>
                <c:pt idx="23103">
                  <c:v>45945.794444444437</c:v>
                </c:pt>
                <c:pt idx="23104">
                  <c:v>45778.541666666657</c:v>
                </c:pt>
                <c:pt idx="23105">
                  <c:v>45817.818055555559</c:v>
                </c:pt>
                <c:pt idx="23106">
                  <c:v>45682.354166666657</c:v>
                </c:pt>
                <c:pt idx="23107">
                  <c:v>45418.729166666657</c:v>
                </c:pt>
                <c:pt idx="23108">
                  <c:v>45970.825694444437</c:v>
                </c:pt>
                <c:pt idx="23109">
                  <c:v>45558.831944444442</c:v>
                </c:pt>
                <c:pt idx="23110">
                  <c:v>45558.835416666669</c:v>
                </c:pt>
                <c:pt idx="23111">
                  <c:v>45716.438888888893</c:v>
                </c:pt>
                <c:pt idx="23112">
                  <c:v>46011.648611111108</c:v>
                </c:pt>
                <c:pt idx="23113">
                  <c:v>45945.763888888891</c:v>
                </c:pt>
                <c:pt idx="23114">
                  <c:v>45320.420138888891</c:v>
                </c:pt>
                <c:pt idx="23115">
                  <c:v>45701.476388888892</c:v>
                </c:pt>
                <c:pt idx="23116">
                  <c:v>46014.363194444442</c:v>
                </c:pt>
                <c:pt idx="23117">
                  <c:v>45625.294444444437</c:v>
                </c:pt>
                <c:pt idx="23118">
                  <c:v>45756.490277777782</c:v>
                </c:pt>
                <c:pt idx="23119">
                  <c:v>45398.855555555558</c:v>
                </c:pt>
                <c:pt idx="23120">
                  <c:v>45900.832638888889</c:v>
                </c:pt>
                <c:pt idx="23121">
                  <c:v>45716.670138888891</c:v>
                </c:pt>
                <c:pt idx="23122">
                  <c:v>45480.451388888891</c:v>
                </c:pt>
                <c:pt idx="23123">
                  <c:v>45584.763888888891</c:v>
                </c:pt>
                <c:pt idx="23124">
                  <c:v>45544.761805555558</c:v>
                </c:pt>
                <c:pt idx="23125">
                  <c:v>45992.179166666669</c:v>
                </c:pt>
                <c:pt idx="23126">
                  <c:v>45737.031944444447</c:v>
                </c:pt>
                <c:pt idx="23127">
                  <c:v>45435.84375</c:v>
                </c:pt>
                <c:pt idx="23128">
                  <c:v>45763.966666666667</c:v>
                </c:pt>
                <c:pt idx="23129">
                  <c:v>45774.923611111109</c:v>
                </c:pt>
                <c:pt idx="23130">
                  <c:v>45936.334722222222</c:v>
                </c:pt>
                <c:pt idx="23131">
                  <c:v>45917.895833333343</c:v>
                </c:pt>
                <c:pt idx="23132">
                  <c:v>45992.613194444442</c:v>
                </c:pt>
                <c:pt idx="23133">
                  <c:v>45513.908333333333</c:v>
                </c:pt>
                <c:pt idx="23134">
                  <c:v>45879.750694444447</c:v>
                </c:pt>
                <c:pt idx="23135">
                  <c:v>45925.03402777778</c:v>
                </c:pt>
                <c:pt idx="23136">
                  <c:v>45695.313194444447</c:v>
                </c:pt>
                <c:pt idx="23137">
                  <c:v>45667.370138888888</c:v>
                </c:pt>
                <c:pt idx="23138">
                  <c:v>45705.852083333331</c:v>
                </c:pt>
                <c:pt idx="23139">
                  <c:v>45512.808333333327</c:v>
                </c:pt>
                <c:pt idx="23140">
                  <c:v>45915.686111111107</c:v>
                </c:pt>
                <c:pt idx="23141">
                  <c:v>45633.364583333343</c:v>
                </c:pt>
                <c:pt idx="23142">
                  <c:v>45960.524305555547</c:v>
                </c:pt>
                <c:pt idx="23143">
                  <c:v>45887.686111111107</c:v>
                </c:pt>
                <c:pt idx="23144">
                  <c:v>45418.545138888891</c:v>
                </c:pt>
                <c:pt idx="23145">
                  <c:v>45856.236111111109</c:v>
                </c:pt>
                <c:pt idx="23146">
                  <c:v>45721.376388888893</c:v>
                </c:pt>
                <c:pt idx="23147">
                  <c:v>45544.40902777778</c:v>
                </c:pt>
                <c:pt idx="23148">
                  <c:v>45318.452777777777</c:v>
                </c:pt>
                <c:pt idx="23149">
                  <c:v>45498.515277777777</c:v>
                </c:pt>
                <c:pt idx="23150">
                  <c:v>45772.248611111107</c:v>
                </c:pt>
                <c:pt idx="23151">
                  <c:v>45598.472916666673</c:v>
                </c:pt>
                <c:pt idx="23152">
                  <c:v>45460.431944444441</c:v>
                </c:pt>
                <c:pt idx="23153">
                  <c:v>45989.376388888893</c:v>
                </c:pt>
                <c:pt idx="23154">
                  <c:v>45656.439583333333</c:v>
                </c:pt>
                <c:pt idx="23155">
                  <c:v>45394.310416666667</c:v>
                </c:pt>
                <c:pt idx="23156">
                  <c:v>45655.416666666657</c:v>
                </c:pt>
                <c:pt idx="23157">
                  <c:v>45378.484722222223</c:v>
                </c:pt>
                <c:pt idx="23158">
                  <c:v>45822.479861111111</c:v>
                </c:pt>
                <c:pt idx="23159">
                  <c:v>45796.677083333343</c:v>
                </c:pt>
                <c:pt idx="23160">
                  <c:v>45939.400694444441</c:v>
                </c:pt>
                <c:pt idx="23161">
                  <c:v>45747.405555555553</c:v>
                </c:pt>
                <c:pt idx="23162">
                  <c:v>46011.428472222222</c:v>
                </c:pt>
                <c:pt idx="23163">
                  <c:v>45954.100694444453</c:v>
                </c:pt>
                <c:pt idx="23164">
                  <c:v>45787.604166666657</c:v>
                </c:pt>
                <c:pt idx="23165">
                  <c:v>45601.654861111107</c:v>
                </c:pt>
                <c:pt idx="23166">
                  <c:v>45698.340277777781</c:v>
                </c:pt>
                <c:pt idx="23167">
                  <c:v>45854.715277777781</c:v>
                </c:pt>
                <c:pt idx="23168">
                  <c:v>45968.550694444442</c:v>
                </c:pt>
                <c:pt idx="23169">
                  <c:v>45406.824305555558</c:v>
                </c:pt>
                <c:pt idx="23170">
                  <c:v>45936.947916666657</c:v>
                </c:pt>
                <c:pt idx="23171">
                  <c:v>45673.567361111112</c:v>
                </c:pt>
                <c:pt idx="23172">
                  <c:v>45843.645833333343</c:v>
                </c:pt>
                <c:pt idx="23173">
                  <c:v>45479.65902777778</c:v>
                </c:pt>
                <c:pt idx="23174">
                  <c:v>45874.690972222219</c:v>
                </c:pt>
                <c:pt idx="23175">
                  <c:v>45673.353472222218</c:v>
                </c:pt>
                <c:pt idx="23176">
                  <c:v>45855.654166666667</c:v>
                </c:pt>
                <c:pt idx="23177">
                  <c:v>45910.597916666673</c:v>
                </c:pt>
                <c:pt idx="23178">
                  <c:v>45602.507638888892</c:v>
                </c:pt>
                <c:pt idx="23179">
                  <c:v>45910.543749999997</c:v>
                </c:pt>
                <c:pt idx="23180">
                  <c:v>45602.507638888892</c:v>
                </c:pt>
                <c:pt idx="23181">
                  <c:v>45784.536111111112</c:v>
                </c:pt>
                <c:pt idx="23182">
                  <c:v>45910.554861111108</c:v>
                </c:pt>
                <c:pt idx="23183">
                  <c:v>45784.536111111112</c:v>
                </c:pt>
                <c:pt idx="23184">
                  <c:v>45988.456944444442</c:v>
                </c:pt>
                <c:pt idx="23185">
                  <c:v>45394.529166666667</c:v>
                </c:pt>
                <c:pt idx="23186">
                  <c:v>45855.654166666667</c:v>
                </c:pt>
                <c:pt idx="23187">
                  <c:v>45910.597916666673</c:v>
                </c:pt>
                <c:pt idx="23188">
                  <c:v>45797.482638888891</c:v>
                </c:pt>
                <c:pt idx="23189">
                  <c:v>45910.543749999997</c:v>
                </c:pt>
                <c:pt idx="23190">
                  <c:v>45910.554861111108</c:v>
                </c:pt>
                <c:pt idx="23191">
                  <c:v>45394.529166666667</c:v>
                </c:pt>
                <c:pt idx="23192">
                  <c:v>45988.456944444442</c:v>
                </c:pt>
                <c:pt idx="23193">
                  <c:v>45930.567361111112</c:v>
                </c:pt>
                <c:pt idx="23194">
                  <c:v>45930.567361111112</c:v>
                </c:pt>
                <c:pt idx="23195">
                  <c:v>45797.482638888891</c:v>
                </c:pt>
                <c:pt idx="23196">
                  <c:v>45949.773611111108</c:v>
                </c:pt>
                <c:pt idx="23197">
                  <c:v>45723</c:v>
                </c:pt>
                <c:pt idx="23198">
                  <c:v>45445.757638888892</c:v>
                </c:pt>
                <c:pt idx="23199">
                  <c:v>45614.331250000003</c:v>
                </c:pt>
                <c:pt idx="23200">
                  <c:v>46012.824305555558</c:v>
                </c:pt>
                <c:pt idx="23201">
                  <c:v>45595.729861111111</c:v>
                </c:pt>
                <c:pt idx="23202">
                  <c:v>45613.82708333333</c:v>
                </c:pt>
                <c:pt idx="23203">
                  <c:v>45636.442361111112</c:v>
                </c:pt>
                <c:pt idx="23204">
                  <c:v>45562.859722222223</c:v>
                </c:pt>
                <c:pt idx="23205">
                  <c:v>45999.831250000003</c:v>
                </c:pt>
                <c:pt idx="23206">
                  <c:v>45675.606944444437</c:v>
                </c:pt>
                <c:pt idx="23207">
                  <c:v>45770.481249999997</c:v>
                </c:pt>
                <c:pt idx="23208">
                  <c:v>45811.806944444441</c:v>
                </c:pt>
                <c:pt idx="23209">
                  <c:v>45738.771527777782</c:v>
                </c:pt>
                <c:pt idx="23210">
                  <c:v>45875.626388888893</c:v>
                </c:pt>
                <c:pt idx="23211">
                  <c:v>45783.55</c:v>
                </c:pt>
                <c:pt idx="23212">
                  <c:v>45420.379861111112</c:v>
                </c:pt>
                <c:pt idx="23213">
                  <c:v>45441.82916666667</c:v>
                </c:pt>
                <c:pt idx="23214">
                  <c:v>45755.871527777781</c:v>
                </c:pt>
                <c:pt idx="23215">
                  <c:v>45604.586805555547</c:v>
                </c:pt>
                <c:pt idx="23216">
                  <c:v>45701.354861111111</c:v>
                </c:pt>
                <c:pt idx="23217">
                  <c:v>45516.495138888888</c:v>
                </c:pt>
                <c:pt idx="23218">
                  <c:v>45335.356249999997</c:v>
                </c:pt>
                <c:pt idx="23219">
                  <c:v>45835.436805555553</c:v>
                </c:pt>
                <c:pt idx="23220">
                  <c:v>45581.421527777777</c:v>
                </c:pt>
                <c:pt idx="23221">
                  <c:v>46011.386111111111</c:v>
                </c:pt>
                <c:pt idx="23222">
                  <c:v>45369.375</c:v>
                </c:pt>
                <c:pt idx="23223">
                  <c:v>45396.729166666657</c:v>
                </c:pt>
                <c:pt idx="23224">
                  <c:v>45866.368750000001</c:v>
                </c:pt>
                <c:pt idx="23225">
                  <c:v>45490.359722222223</c:v>
                </c:pt>
                <c:pt idx="23226">
                  <c:v>45468.425000000003</c:v>
                </c:pt>
                <c:pt idx="23227">
                  <c:v>45677.563194444447</c:v>
                </c:pt>
                <c:pt idx="23228">
                  <c:v>45312.372916666667</c:v>
                </c:pt>
                <c:pt idx="23229">
                  <c:v>45997.628472222219</c:v>
                </c:pt>
                <c:pt idx="23230">
                  <c:v>45904.563888888893</c:v>
                </c:pt>
                <c:pt idx="23231">
                  <c:v>45946.469444444447</c:v>
                </c:pt>
                <c:pt idx="23232">
                  <c:v>45559.703472222223</c:v>
                </c:pt>
                <c:pt idx="23233">
                  <c:v>45973.545138888891</c:v>
                </c:pt>
                <c:pt idx="23234">
                  <c:v>45943.869444444441</c:v>
                </c:pt>
                <c:pt idx="23235">
                  <c:v>45890.045138888891</c:v>
                </c:pt>
                <c:pt idx="23236">
                  <c:v>45624.838888888888</c:v>
                </c:pt>
                <c:pt idx="23237">
                  <c:v>45450.712500000001</c:v>
                </c:pt>
                <c:pt idx="23238">
                  <c:v>45634.777083333327</c:v>
                </c:pt>
                <c:pt idx="23239">
                  <c:v>45643.838194444441</c:v>
                </c:pt>
                <c:pt idx="23240">
                  <c:v>45699.806944444441</c:v>
                </c:pt>
                <c:pt idx="23241">
                  <c:v>45394.174305555563</c:v>
                </c:pt>
                <c:pt idx="23242">
                  <c:v>45700.42083333333</c:v>
                </c:pt>
                <c:pt idx="23243">
                  <c:v>45719.85833333333</c:v>
                </c:pt>
                <c:pt idx="23244">
                  <c:v>45796.5625</c:v>
                </c:pt>
                <c:pt idx="23245">
                  <c:v>45651.590277777781</c:v>
                </c:pt>
                <c:pt idx="23246">
                  <c:v>45895.29791666667</c:v>
                </c:pt>
                <c:pt idx="23247">
                  <c:v>45657.056944444441</c:v>
                </c:pt>
                <c:pt idx="23248">
                  <c:v>45924.849305555559</c:v>
                </c:pt>
                <c:pt idx="23249">
                  <c:v>45978.413194444453</c:v>
                </c:pt>
                <c:pt idx="23250">
                  <c:v>45819.856944444437</c:v>
                </c:pt>
                <c:pt idx="23251">
                  <c:v>45350.782638888893</c:v>
                </c:pt>
                <c:pt idx="23252">
                  <c:v>45930.854166666657</c:v>
                </c:pt>
                <c:pt idx="23253">
                  <c:v>45452.890972222223</c:v>
                </c:pt>
                <c:pt idx="23254">
                  <c:v>45475.876388888893</c:v>
                </c:pt>
                <c:pt idx="23255">
                  <c:v>45920.84652777778</c:v>
                </c:pt>
                <c:pt idx="23256">
                  <c:v>45691.822916666657</c:v>
                </c:pt>
                <c:pt idx="23257">
                  <c:v>45995.870833333327</c:v>
                </c:pt>
                <c:pt idx="23258">
                  <c:v>45502.857638888891</c:v>
                </c:pt>
                <c:pt idx="23259">
                  <c:v>46008.55972222222</c:v>
                </c:pt>
                <c:pt idx="23260">
                  <c:v>45770.849305555559</c:v>
                </c:pt>
                <c:pt idx="23261">
                  <c:v>45552.850694444453</c:v>
                </c:pt>
                <c:pt idx="23262">
                  <c:v>45669.898611111108</c:v>
                </c:pt>
                <c:pt idx="23263">
                  <c:v>45839.8</c:v>
                </c:pt>
                <c:pt idx="23264">
                  <c:v>45530.855555555558</c:v>
                </c:pt>
                <c:pt idx="23265">
                  <c:v>45886.90625</c:v>
                </c:pt>
                <c:pt idx="23266">
                  <c:v>45426.86041666667</c:v>
                </c:pt>
                <c:pt idx="23267">
                  <c:v>45374.861111111109</c:v>
                </c:pt>
                <c:pt idx="23268">
                  <c:v>45643.818749999999</c:v>
                </c:pt>
                <c:pt idx="23269">
                  <c:v>45865.943055555559</c:v>
                </c:pt>
                <c:pt idx="23270">
                  <c:v>45975.880555555559</c:v>
                </c:pt>
                <c:pt idx="23271">
                  <c:v>45578.866666666669</c:v>
                </c:pt>
                <c:pt idx="23272">
                  <c:v>45722.85833333333</c:v>
                </c:pt>
                <c:pt idx="23273">
                  <c:v>45902.912499999999</c:v>
                </c:pt>
                <c:pt idx="23274">
                  <c:v>45792.843055555553</c:v>
                </c:pt>
                <c:pt idx="23275">
                  <c:v>45601.884722222218</c:v>
                </c:pt>
                <c:pt idx="23276">
                  <c:v>45400.567361111112</c:v>
                </c:pt>
                <c:pt idx="23277">
                  <c:v>45744.870138888888</c:v>
                </c:pt>
                <c:pt idx="23278">
                  <c:v>45360.85833333333</c:v>
                </c:pt>
                <c:pt idx="23279">
                  <c:v>45890.672222222223</c:v>
                </c:pt>
                <c:pt idx="23280">
                  <c:v>45797.081944444442</c:v>
                </c:pt>
                <c:pt idx="23281">
                  <c:v>45751.495138888888</c:v>
                </c:pt>
                <c:pt idx="23282">
                  <c:v>45788.724305555559</c:v>
                </c:pt>
                <c:pt idx="23283">
                  <c:v>45710.627083333333</c:v>
                </c:pt>
                <c:pt idx="23284">
                  <c:v>45740.861805555563</c:v>
                </c:pt>
                <c:pt idx="23285">
                  <c:v>45299.679861111108</c:v>
                </c:pt>
                <c:pt idx="23286">
                  <c:v>45402.746527777781</c:v>
                </c:pt>
                <c:pt idx="23287">
                  <c:v>45869.272916666669</c:v>
                </c:pt>
                <c:pt idx="23288">
                  <c:v>45512.345138888893</c:v>
                </c:pt>
                <c:pt idx="23289">
                  <c:v>45634.772222222222</c:v>
                </c:pt>
                <c:pt idx="23290">
                  <c:v>45653.48333333333</c:v>
                </c:pt>
                <c:pt idx="23291">
                  <c:v>45427.796527777777</c:v>
                </c:pt>
                <c:pt idx="23292">
                  <c:v>45958.719444444447</c:v>
                </c:pt>
                <c:pt idx="23293">
                  <c:v>45370.615972222222</c:v>
                </c:pt>
                <c:pt idx="23294">
                  <c:v>45809.426388888889</c:v>
                </c:pt>
                <c:pt idx="23295">
                  <c:v>45341.815972222219</c:v>
                </c:pt>
                <c:pt idx="23296">
                  <c:v>45996.621527777781</c:v>
                </c:pt>
                <c:pt idx="23297">
                  <c:v>46018.425000000003</c:v>
                </c:pt>
                <c:pt idx="23298">
                  <c:v>45838.659722222219</c:v>
                </c:pt>
                <c:pt idx="23299">
                  <c:v>45845.754861111112</c:v>
                </c:pt>
                <c:pt idx="23300">
                  <c:v>45339.635416666657</c:v>
                </c:pt>
                <c:pt idx="23301">
                  <c:v>46010.813194444447</c:v>
                </c:pt>
                <c:pt idx="23302">
                  <c:v>45973.804861111108</c:v>
                </c:pt>
                <c:pt idx="23303">
                  <c:v>45747.642361111109</c:v>
                </c:pt>
                <c:pt idx="23304">
                  <c:v>45887.7</c:v>
                </c:pt>
                <c:pt idx="23305">
                  <c:v>45838.538194444453</c:v>
                </c:pt>
                <c:pt idx="23306">
                  <c:v>45794.805555555547</c:v>
                </c:pt>
                <c:pt idx="23307">
                  <c:v>45773.759027777778</c:v>
                </c:pt>
                <c:pt idx="23308">
                  <c:v>45753.270138888889</c:v>
                </c:pt>
                <c:pt idx="23309">
                  <c:v>45701.754861111112</c:v>
                </c:pt>
                <c:pt idx="23310">
                  <c:v>45951.134027777778</c:v>
                </c:pt>
                <c:pt idx="23311">
                  <c:v>45761.933333333327</c:v>
                </c:pt>
                <c:pt idx="23312">
                  <c:v>45671.818055555559</c:v>
                </c:pt>
                <c:pt idx="23313">
                  <c:v>45751.215277777781</c:v>
                </c:pt>
                <c:pt idx="23314">
                  <c:v>45777.463194444441</c:v>
                </c:pt>
                <c:pt idx="23315">
                  <c:v>45777.423611111109</c:v>
                </c:pt>
                <c:pt idx="23316">
                  <c:v>45801.628472222219</c:v>
                </c:pt>
                <c:pt idx="23317">
                  <c:v>45424.525000000001</c:v>
                </c:pt>
                <c:pt idx="23318">
                  <c:v>45671.854166666657</c:v>
                </c:pt>
                <c:pt idx="23319">
                  <c:v>45576.515972222223</c:v>
                </c:pt>
                <c:pt idx="23320">
                  <c:v>45493.965277777781</c:v>
                </c:pt>
                <c:pt idx="23321">
                  <c:v>45396.65347222222</c:v>
                </c:pt>
                <c:pt idx="23322">
                  <c:v>45755.914583333331</c:v>
                </c:pt>
                <c:pt idx="23323">
                  <c:v>45788.575694444437</c:v>
                </c:pt>
                <c:pt idx="23324">
                  <c:v>45367.73541666667</c:v>
                </c:pt>
                <c:pt idx="23325">
                  <c:v>45598.506944444453</c:v>
                </c:pt>
                <c:pt idx="23326">
                  <c:v>45405.525694444441</c:v>
                </c:pt>
                <c:pt idx="23327">
                  <c:v>45453.60833333333</c:v>
                </c:pt>
                <c:pt idx="23328">
                  <c:v>45325.606944444437</c:v>
                </c:pt>
                <c:pt idx="23329">
                  <c:v>45636.895138888889</c:v>
                </c:pt>
                <c:pt idx="23330">
                  <c:v>45523.892361111109</c:v>
                </c:pt>
                <c:pt idx="23331">
                  <c:v>45857.425000000003</c:v>
                </c:pt>
                <c:pt idx="23332">
                  <c:v>45616.503472222219</c:v>
                </c:pt>
                <c:pt idx="23333">
                  <c:v>45714.892361111109</c:v>
                </c:pt>
                <c:pt idx="23334">
                  <c:v>45551.698611111111</c:v>
                </c:pt>
                <c:pt idx="23335">
                  <c:v>45812.632638888892</c:v>
                </c:pt>
                <c:pt idx="23336">
                  <c:v>45788.635416666657</c:v>
                </c:pt>
                <c:pt idx="23337">
                  <c:v>45809.625</c:v>
                </c:pt>
                <c:pt idx="23338">
                  <c:v>45977.634027777778</c:v>
                </c:pt>
                <c:pt idx="23339">
                  <c:v>45923.720138888893</c:v>
                </c:pt>
                <c:pt idx="23340">
                  <c:v>45947.953472222223</c:v>
                </c:pt>
                <c:pt idx="23341">
                  <c:v>45798.907638888893</c:v>
                </c:pt>
                <c:pt idx="23342">
                  <c:v>45803.872916666667</c:v>
                </c:pt>
                <c:pt idx="23343">
                  <c:v>45910.470138888893</c:v>
                </c:pt>
                <c:pt idx="23344">
                  <c:v>45839.625</c:v>
                </c:pt>
                <c:pt idx="23345">
                  <c:v>45505.884027777778</c:v>
                </c:pt>
                <c:pt idx="23346">
                  <c:v>45883.032638888893</c:v>
                </c:pt>
                <c:pt idx="23347">
                  <c:v>45904.057638888888</c:v>
                </c:pt>
                <c:pt idx="23348">
                  <c:v>46006.678472222222</c:v>
                </c:pt>
                <c:pt idx="23349">
                  <c:v>45537.880555555559</c:v>
                </c:pt>
                <c:pt idx="23350">
                  <c:v>45482.636805555558</c:v>
                </c:pt>
                <c:pt idx="23351">
                  <c:v>45509.992361111108</c:v>
                </c:pt>
                <c:pt idx="23352">
                  <c:v>45684.505555555559</c:v>
                </c:pt>
                <c:pt idx="23353">
                  <c:v>45861.53402777778</c:v>
                </c:pt>
                <c:pt idx="23354">
                  <c:v>45338.84375</c:v>
                </c:pt>
                <c:pt idx="23355">
                  <c:v>45957.910416666673</c:v>
                </c:pt>
                <c:pt idx="23356">
                  <c:v>45572.622916666667</c:v>
                </c:pt>
                <c:pt idx="23357">
                  <c:v>45802.058333333327</c:v>
                </c:pt>
                <c:pt idx="23358">
                  <c:v>45399.754166666673</c:v>
                </c:pt>
                <c:pt idx="23359">
                  <c:v>45452.898611111108</c:v>
                </c:pt>
                <c:pt idx="23360">
                  <c:v>45371.122916666667</c:v>
                </c:pt>
                <c:pt idx="23361">
                  <c:v>45980.63958333333</c:v>
                </c:pt>
                <c:pt idx="23362">
                  <c:v>45755.898611111108</c:v>
                </c:pt>
                <c:pt idx="23363">
                  <c:v>45706.882638888892</c:v>
                </c:pt>
                <c:pt idx="23364">
                  <c:v>45832.794444444437</c:v>
                </c:pt>
                <c:pt idx="23365">
                  <c:v>45931.90625</c:v>
                </c:pt>
                <c:pt idx="23366">
                  <c:v>45715.959027777782</c:v>
                </c:pt>
                <c:pt idx="23367">
                  <c:v>45777.868750000001</c:v>
                </c:pt>
                <c:pt idx="23368">
                  <c:v>45890.71875</c:v>
                </c:pt>
                <c:pt idx="23369">
                  <c:v>45757.708333333343</c:v>
                </c:pt>
                <c:pt idx="23370">
                  <c:v>45828.484722222223</c:v>
                </c:pt>
                <c:pt idx="23371">
                  <c:v>45846.479861111111</c:v>
                </c:pt>
                <c:pt idx="23372">
                  <c:v>45802.45416666667</c:v>
                </c:pt>
                <c:pt idx="23373">
                  <c:v>45484.388888888891</c:v>
                </c:pt>
                <c:pt idx="23374">
                  <c:v>45768.77847222222</c:v>
                </c:pt>
                <c:pt idx="23375">
                  <c:v>45870.88958333333</c:v>
                </c:pt>
                <c:pt idx="23376">
                  <c:v>45707.257638888892</c:v>
                </c:pt>
                <c:pt idx="23377">
                  <c:v>45319.218055555553</c:v>
                </c:pt>
                <c:pt idx="23378">
                  <c:v>45993.538888888892</c:v>
                </c:pt>
                <c:pt idx="23379">
                  <c:v>45649.755555555559</c:v>
                </c:pt>
                <c:pt idx="23380">
                  <c:v>45708.676388888889</c:v>
                </c:pt>
                <c:pt idx="23381">
                  <c:v>45973.474999999999</c:v>
                </c:pt>
                <c:pt idx="23382">
                  <c:v>45614.920138888891</c:v>
                </c:pt>
                <c:pt idx="23383">
                  <c:v>45741.834722222222</c:v>
                </c:pt>
                <c:pt idx="23384">
                  <c:v>45716.578472222223</c:v>
                </c:pt>
                <c:pt idx="23385">
                  <c:v>45775.799305555563</c:v>
                </c:pt>
                <c:pt idx="23386">
                  <c:v>45795.567361111112</c:v>
                </c:pt>
                <c:pt idx="23387">
                  <c:v>45446.474999999999</c:v>
                </c:pt>
                <c:pt idx="23388">
                  <c:v>45491.855555555558</c:v>
                </c:pt>
                <c:pt idx="23389">
                  <c:v>45920.575694444437</c:v>
                </c:pt>
                <c:pt idx="23390">
                  <c:v>45672.531944444447</c:v>
                </c:pt>
                <c:pt idx="23391">
                  <c:v>45601.768055555563</c:v>
                </c:pt>
                <c:pt idx="23392">
                  <c:v>45581.575694444437</c:v>
                </c:pt>
                <c:pt idx="23393">
                  <c:v>45537.625694444447</c:v>
                </c:pt>
                <c:pt idx="23394">
                  <c:v>45628.765972222223</c:v>
                </c:pt>
                <c:pt idx="23395">
                  <c:v>45746.863888888889</c:v>
                </c:pt>
                <c:pt idx="23396">
                  <c:v>45877.54791666667</c:v>
                </c:pt>
                <c:pt idx="23397">
                  <c:v>45985.459027777782</c:v>
                </c:pt>
                <c:pt idx="23398">
                  <c:v>45562.590277777781</c:v>
                </c:pt>
                <c:pt idx="23399">
                  <c:v>45517.790277777778</c:v>
                </c:pt>
                <c:pt idx="23400">
                  <c:v>45985.455555555563</c:v>
                </c:pt>
                <c:pt idx="23401">
                  <c:v>45983.563194444447</c:v>
                </c:pt>
                <c:pt idx="23402">
                  <c:v>46019.98541666667</c:v>
                </c:pt>
                <c:pt idx="23403">
                  <c:v>46012.686111111107</c:v>
                </c:pt>
                <c:pt idx="23404">
                  <c:v>45310.993750000001</c:v>
                </c:pt>
                <c:pt idx="23405">
                  <c:v>45835.719444444447</c:v>
                </c:pt>
                <c:pt idx="23406">
                  <c:v>45412.299305555563</c:v>
                </c:pt>
                <c:pt idx="23407">
                  <c:v>45641.890277777777</c:v>
                </c:pt>
                <c:pt idx="23408">
                  <c:v>45656.902083333327</c:v>
                </c:pt>
                <c:pt idx="23409">
                  <c:v>45990.036805555559</c:v>
                </c:pt>
                <c:pt idx="23410">
                  <c:v>46010.178472222222</c:v>
                </c:pt>
                <c:pt idx="23411">
                  <c:v>45977.959027777782</c:v>
                </c:pt>
                <c:pt idx="23412">
                  <c:v>45775.636111111111</c:v>
                </c:pt>
                <c:pt idx="23413">
                  <c:v>45706.052083333343</c:v>
                </c:pt>
                <c:pt idx="23414">
                  <c:v>45657.857638888891</c:v>
                </c:pt>
                <c:pt idx="23415">
                  <c:v>45738.782638888893</c:v>
                </c:pt>
                <c:pt idx="23416">
                  <c:v>45854.776388888888</c:v>
                </c:pt>
                <c:pt idx="23417">
                  <c:v>45325.798611111109</c:v>
                </c:pt>
                <c:pt idx="23418">
                  <c:v>45994.921527777777</c:v>
                </c:pt>
                <c:pt idx="23419">
                  <c:v>45895.661111111112</c:v>
                </c:pt>
                <c:pt idx="23420">
                  <c:v>45910.015277777777</c:v>
                </c:pt>
                <c:pt idx="23421">
                  <c:v>45985.368750000001</c:v>
                </c:pt>
                <c:pt idx="23422">
                  <c:v>45657.395138888889</c:v>
                </c:pt>
                <c:pt idx="23423">
                  <c:v>45378.927083333343</c:v>
                </c:pt>
                <c:pt idx="23424">
                  <c:v>45378.927083333343</c:v>
                </c:pt>
                <c:pt idx="23425">
                  <c:v>45907.519444444442</c:v>
                </c:pt>
                <c:pt idx="23426">
                  <c:v>45907.519444444442</c:v>
                </c:pt>
                <c:pt idx="23427">
                  <c:v>45315.94027777778</c:v>
                </c:pt>
                <c:pt idx="23428">
                  <c:v>45601.373611111107</c:v>
                </c:pt>
                <c:pt idx="23429">
                  <c:v>45331.598611111112</c:v>
                </c:pt>
                <c:pt idx="23430">
                  <c:v>45657.395138888889</c:v>
                </c:pt>
                <c:pt idx="23431">
                  <c:v>45583.65625</c:v>
                </c:pt>
                <c:pt idx="23432">
                  <c:v>45315.94027777778</c:v>
                </c:pt>
                <c:pt idx="23433">
                  <c:v>45977.740972222222</c:v>
                </c:pt>
                <c:pt idx="23434">
                  <c:v>45331.598611111112</c:v>
                </c:pt>
                <c:pt idx="23435">
                  <c:v>45977.740972222222</c:v>
                </c:pt>
                <c:pt idx="23436">
                  <c:v>45466.793055555558</c:v>
                </c:pt>
                <c:pt idx="23437">
                  <c:v>45466.793055555558</c:v>
                </c:pt>
                <c:pt idx="23438">
                  <c:v>45601.373611111107</c:v>
                </c:pt>
                <c:pt idx="23439">
                  <c:v>45719.927777777782</c:v>
                </c:pt>
                <c:pt idx="23440">
                  <c:v>45719.927777777782</c:v>
                </c:pt>
                <c:pt idx="23441">
                  <c:v>45583.662499999999</c:v>
                </c:pt>
                <c:pt idx="23442">
                  <c:v>45460.508333333331</c:v>
                </c:pt>
                <c:pt idx="23443">
                  <c:v>45992.820833333331</c:v>
                </c:pt>
                <c:pt idx="23444">
                  <c:v>45460.508333333331</c:v>
                </c:pt>
                <c:pt idx="23445">
                  <c:v>45583.662499999999</c:v>
                </c:pt>
                <c:pt idx="23446">
                  <c:v>45583.65625</c:v>
                </c:pt>
                <c:pt idx="23447">
                  <c:v>45829.765277777777</c:v>
                </c:pt>
                <c:pt idx="23448">
                  <c:v>45992.820833333331</c:v>
                </c:pt>
                <c:pt idx="23449">
                  <c:v>45829.765277777777</c:v>
                </c:pt>
                <c:pt idx="23450">
                  <c:v>45991.704861111109</c:v>
                </c:pt>
                <c:pt idx="23451">
                  <c:v>45913.586805555547</c:v>
                </c:pt>
                <c:pt idx="23452">
                  <c:v>45667.665972222218</c:v>
                </c:pt>
                <c:pt idx="23453">
                  <c:v>45496.87777777778</c:v>
                </c:pt>
                <c:pt idx="23454">
                  <c:v>45807.099305555559</c:v>
                </c:pt>
                <c:pt idx="23455">
                  <c:v>45803.55972222222</c:v>
                </c:pt>
                <c:pt idx="23456">
                  <c:v>45693.522222222222</c:v>
                </c:pt>
                <c:pt idx="23457">
                  <c:v>45739.480555555558</c:v>
                </c:pt>
                <c:pt idx="23458">
                  <c:v>45854.425694444442</c:v>
                </c:pt>
                <c:pt idx="23459">
                  <c:v>45854.425694444442</c:v>
                </c:pt>
                <c:pt idx="23460">
                  <c:v>45596.87777777778</c:v>
                </c:pt>
                <c:pt idx="23461">
                  <c:v>45779.298611111109</c:v>
                </c:pt>
                <c:pt idx="23462">
                  <c:v>45644.776388888888</c:v>
                </c:pt>
                <c:pt idx="23463">
                  <c:v>45779.298611111109</c:v>
                </c:pt>
                <c:pt idx="23464">
                  <c:v>45644.776388888888</c:v>
                </c:pt>
                <c:pt idx="23465">
                  <c:v>45695.060416666667</c:v>
                </c:pt>
                <c:pt idx="23466">
                  <c:v>45695.060416666667</c:v>
                </c:pt>
                <c:pt idx="23467">
                  <c:v>45596.87777777778</c:v>
                </c:pt>
                <c:pt idx="23468">
                  <c:v>45591.723611111112</c:v>
                </c:pt>
                <c:pt idx="23469">
                  <c:v>45787.631944444453</c:v>
                </c:pt>
                <c:pt idx="23470">
                  <c:v>46007.104166666657</c:v>
                </c:pt>
                <c:pt idx="23471">
                  <c:v>45867.923611111109</c:v>
                </c:pt>
                <c:pt idx="23472">
                  <c:v>45894.222916666673</c:v>
                </c:pt>
                <c:pt idx="23473">
                  <c:v>45386.613888888889</c:v>
                </c:pt>
                <c:pt idx="23474">
                  <c:v>45414.936805555553</c:v>
                </c:pt>
                <c:pt idx="23475">
                  <c:v>45989.922222222223</c:v>
                </c:pt>
                <c:pt idx="23476">
                  <c:v>45464.728472222218</c:v>
                </c:pt>
                <c:pt idx="23477">
                  <c:v>45649.678472222222</c:v>
                </c:pt>
                <c:pt idx="23478">
                  <c:v>45588.634722222218</c:v>
                </c:pt>
                <c:pt idx="23479">
                  <c:v>45919.884027777778</c:v>
                </c:pt>
                <c:pt idx="23480">
                  <c:v>45987.048611111109</c:v>
                </c:pt>
                <c:pt idx="23481">
                  <c:v>45338.817361111112</c:v>
                </c:pt>
                <c:pt idx="23482">
                  <c:v>45534.084722222222</c:v>
                </c:pt>
                <c:pt idx="23483">
                  <c:v>45800.649305555547</c:v>
                </c:pt>
                <c:pt idx="23484">
                  <c:v>45916.65625</c:v>
                </c:pt>
                <c:pt idx="23485">
                  <c:v>45767.726388888892</c:v>
                </c:pt>
                <c:pt idx="23486">
                  <c:v>45672.606249999997</c:v>
                </c:pt>
                <c:pt idx="23487">
                  <c:v>45571.715277777781</c:v>
                </c:pt>
                <c:pt idx="23488">
                  <c:v>45722.359027777777</c:v>
                </c:pt>
                <c:pt idx="23489">
                  <c:v>45739.459027777782</c:v>
                </c:pt>
                <c:pt idx="23490">
                  <c:v>45951.977777777778</c:v>
                </c:pt>
                <c:pt idx="23491">
                  <c:v>45969.48333333333</c:v>
                </c:pt>
                <c:pt idx="23492">
                  <c:v>45901.552083333343</c:v>
                </c:pt>
                <c:pt idx="23493">
                  <c:v>45950.57916666667</c:v>
                </c:pt>
                <c:pt idx="23494">
                  <c:v>45831.663194444453</c:v>
                </c:pt>
                <c:pt idx="23495">
                  <c:v>45555.604861111111</c:v>
                </c:pt>
                <c:pt idx="23496">
                  <c:v>45668.462500000001</c:v>
                </c:pt>
                <c:pt idx="23497">
                  <c:v>45489.649305555547</c:v>
                </c:pt>
                <c:pt idx="23498">
                  <c:v>45728.786111111112</c:v>
                </c:pt>
                <c:pt idx="23499">
                  <c:v>45417.68472222222</c:v>
                </c:pt>
                <c:pt idx="23500">
                  <c:v>45580.057638888888</c:v>
                </c:pt>
                <c:pt idx="23501">
                  <c:v>45932.658333333333</c:v>
                </c:pt>
                <c:pt idx="23502">
                  <c:v>45919.772222222222</c:v>
                </c:pt>
                <c:pt idx="23503">
                  <c:v>45790.617361111108</c:v>
                </c:pt>
                <c:pt idx="23504">
                  <c:v>45652.857638888891</c:v>
                </c:pt>
                <c:pt idx="23505">
                  <c:v>45850.680555555547</c:v>
                </c:pt>
                <c:pt idx="23506">
                  <c:v>45345.599305555559</c:v>
                </c:pt>
                <c:pt idx="23507">
                  <c:v>45898.845138888893</c:v>
                </c:pt>
                <c:pt idx="23508">
                  <c:v>45930.645138888889</c:v>
                </c:pt>
                <c:pt idx="23509">
                  <c:v>45619.947222222218</c:v>
                </c:pt>
                <c:pt idx="23510">
                  <c:v>45740.569444444453</c:v>
                </c:pt>
                <c:pt idx="23511">
                  <c:v>45349.39166666667</c:v>
                </c:pt>
                <c:pt idx="23512">
                  <c:v>45761.407638888893</c:v>
                </c:pt>
                <c:pt idx="23513">
                  <c:v>45716.167361111111</c:v>
                </c:pt>
                <c:pt idx="23514">
                  <c:v>45673.95208333333</c:v>
                </c:pt>
                <c:pt idx="23515">
                  <c:v>46016.131944444453</c:v>
                </c:pt>
                <c:pt idx="23516">
                  <c:v>45554.404861111107</c:v>
                </c:pt>
                <c:pt idx="23517">
                  <c:v>45632.512499999997</c:v>
                </c:pt>
                <c:pt idx="23518">
                  <c:v>45497.931250000001</c:v>
                </c:pt>
                <c:pt idx="23519">
                  <c:v>46023.50277777778</c:v>
                </c:pt>
                <c:pt idx="23520">
                  <c:v>45760.805555555547</c:v>
                </c:pt>
                <c:pt idx="23521">
                  <c:v>45853.629166666673</c:v>
                </c:pt>
                <c:pt idx="23522">
                  <c:v>45565.652083333327</c:v>
                </c:pt>
                <c:pt idx="23523">
                  <c:v>45452.603472222218</c:v>
                </c:pt>
                <c:pt idx="23524">
                  <c:v>45474.525000000001</c:v>
                </c:pt>
                <c:pt idx="23525">
                  <c:v>45306.759722222218</c:v>
                </c:pt>
                <c:pt idx="23526">
                  <c:v>45407.737500000003</c:v>
                </c:pt>
                <c:pt idx="23527">
                  <c:v>45311.434027777781</c:v>
                </c:pt>
                <c:pt idx="23528">
                  <c:v>45497.726388888892</c:v>
                </c:pt>
                <c:pt idx="23529">
                  <c:v>45656.761111111111</c:v>
                </c:pt>
                <c:pt idx="23530">
                  <c:v>45989.629166666673</c:v>
                </c:pt>
                <c:pt idx="23531">
                  <c:v>46015.777777777781</c:v>
                </c:pt>
                <c:pt idx="23532">
                  <c:v>45889.48333333333</c:v>
                </c:pt>
                <c:pt idx="23533">
                  <c:v>45914.535416666673</c:v>
                </c:pt>
                <c:pt idx="23534">
                  <c:v>45693.678472222222</c:v>
                </c:pt>
                <c:pt idx="23535">
                  <c:v>45699.402777777781</c:v>
                </c:pt>
                <c:pt idx="23536">
                  <c:v>45340.616666666669</c:v>
                </c:pt>
                <c:pt idx="23537">
                  <c:v>45430.618055555547</c:v>
                </c:pt>
                <c:pt idx="23538">
                  <c:v>45740.419444444437</c:v>
                </c:pt>
                <c:pt idx="23539">
                  <c:v>45958.372916666667</c:v>
                </c:pt>
                <c:pt idx="23540">
                  <c:v>45853.602777777778</c:v>
                </c:pt>
                <c:pt idx="23541">
                  <c:v>45992.435416666667</c:v>
                </c:pt>
                <c:pt idx="23542">
                  <c:v>45856.623611111107</c:v>
                </c:pt>
                <c:pt idx="23543">
                  <c:v>45656.568055555559</c:v>
                </c:pt>
                <c:pt idx="23544">
                  <c:v>45613.744444444441</c:v>
                </c:pt>
                <c:pt idx="23545">
                  <c:v>45684.806250000001</c:v>
                </c:pt>
                <c:pt idx="23546">
                  <c:v>45582.529861111107</c:v>
                </c:pt>
                <c:pt idx="23547">
                  <c:v>45761.529166666667</c:v>
                </c:pt>
                <c:pt idx="23548">
                  <c:v>46002.74722222222</c:v>
                </c:pt>
                <c:pt idx="23549">
                  <c:v>45624.435416666667</c:v>
                </c:pt>
                <c:pt idx="23550">
                  <c:v>45756.36041666667</c:v>
                </c:pt>
                <c:pt idx="23551">
                  <c:v>45804.97152777778</c:v>
                </c:pt>
                <c:pt idx="23552">
                  <c:v>45832.943055555559</c:v>
                </c:pt>
                <c:pt idx="23553">
                  <c:v>45530.424305555563</c:v>
                </c:pt>
                <c:pt idx="23554">
                  <c:v>45784.39166666667</c:v>
                </c:pt>
                <c:pt idx="23555">
                  <c:v>45719.628472222219</c:v>
                </c:pt>
                <c:pt idx="23556">
                  <c:v>45683.468055555553</c:v>
                </c:pt>
                <c:pt idx="23557">
                  <c:v>45655.619444444441</c:v>
                </c:pt>
                <c:pt idx="23558">
                  <c:v>45586.367361111108</c:v>
                </c:pt>
                <c:pt idx="23559">
                  <c:v>45620.402777777781</c:v>
                </c:pt>
                <c:pt idx="23560">
                  <c:v>45318.571527777778</c:v>
                </c:pt>
                <c:pt idx="23561">
                  <c:v>45652.445833333331</c:v>
                </c:pt>
                <c:pt idx="23562">
                  <c:v>45510.419444444437</c:v>
                </c:pt>
                <c:pt idx="23563">
                  <c:v>45532.044444444437</c:v>
                </c:pt>
                <c:pt idx="23564">
                  <c:v>45796.329861111109</c:v>
                </c:pt>
                <c:pt idx="23565">
                  <c:v>46014.524305555547</c:v>
                </c:pt>
                <c:pt idx="23566">
                  <c:v>45939.252083333333</c:v>
                </c:pt>
                <c:pt idx="23567">
                  <c:v>45924.307638888888</c:v>
                </c:pt>
                <c:pt idx="23568">
                  <c:v>45782.394444444442</c:v>
                </c:pt>
                <c:pt idx="23569">
                  <c:v>45806.796527777777</c:v>
                </c:pt>
                <c:pt idx="23570">
                  <c:v>45770.750694444447</c:v>
                </c:pt>
                <c:pt idx="23571">
                  <c:v>45664.661111111112</c:v>
                </c:pt>
                <c:pt idx="23572">
                  <c:v>45666.655555555553</c:v>
                </c:pt>
                <c:pt idx="23573">
                  <c:v>45806.267361111109</c:v>
                </c:pt>
                <c:pt idx="23574">
                  <c:v>45643.724999999999</c:v>
                </c:pt>
                <c:pt idx="23575">
                  <c:v>45335.386111111111</c:v>
                </c:pt>
                <c:pt idx="23576">
                  <c:v>45742.95208333333</c:v>
                </c:pt>
                <c:pt idx="23577">
                  <c:v>45406.845138888893</c:v>
                </c:pt>
                <c:pt idx="23578">
                  <c:v>45606.856249999997</c:v>
                </c:pt>
                <c:pt idx="23579">
                  <c:v>45294.919444444437</c:v>
                </c:pt>
                <c:pt idx="23580">
                  <c:v>45575.798611111109</c:v>
                </c:pt>
                <c:pt idx="23581">
                  <c:v>45957.823611111111</c:v>
                </c:pt>
                <c:pt idx="23582">
                  <c:v>45912.525000000001</c:v>
                </c:pt>
                <c:pt idx="23583">
                  <c:v>45860.756944444453</c:v>
                </c:pt>
                <c:pt idx="23584">
                  <c:v>45489.768055555563</c:v>
                </c:pt>
                <c:pt idx="23585">
                  <c:v>45707.745833333327</c:v>
                </c:pt>
                <c:pt idx="23586">
                  <c:v>45453.526388888888</c:v>
                </c:pt>
                <c:pt idx="23587">
                  <c:v>45359.895833333343</c:v>
                </c:pt>
                <c:pt idx="23588">
                  <c:v>45431.395138888889</c:v>
                </c:pt>
                <c:pt idx="23589">
                  <c:v>45989.493750000001</c:v>
                </c:pt>
                <c:pt idx="23590">
                  <c:v>45674.802083333343</c:v>
                </c:pt>
                <c:pt idx="23591">
                  <c:v>45537.888194444437</c:v>
                </c:pt>
                <c:pt idx="23592">
                  <c:v>45963.657638888893</c:v>
                </c:pt>
                <c:pt idx="23593">
                  <c:v>45949.373611111107</c:v>
                </c:pt>
                <c:pt idx="23594">
                  <c:v>46011.479861111111</c:v>
                </c:pt>
                <c:pt idx="23595">
                  <c:v>45975.439583333333</c:v>
                </c:pt>
                <c:pt idx="23596">
                  <c:v>45819.683333333327</c:v>
                </c:pt>
                <c:pt idx="23597">
                  <c:v>45776.813194444447</c:v>
                </c:pt>
                <c:pt idx="23598">
                  <c:v>45802.758333333331</c:v>
                </c:pt>
                <c:pt idx="23599">
                  <c:v>45828.790972222218</c:v>
                </c:pt>
                <c:pt idx="23600">
                  <c:v>46020.600694444453</c:v>
                </c:pt>
                <c:pt idx="23601">
                  <c:v>45512.571527777778</c:v>
                </c:pt>
                <c:pt idx="23602">
                  <c:v>45907.50277777778</c:v>
                </c:pt>
                <c:pt idx="23603">
                  <c:v>45829.912499999999</c:v>
                </c:pt>
                <c:pt idx="23604">
                  <c:v>45829.912499999999</c:v>
                </c:pt>
                <c:pt idx="23605">
                  <c:v>45497.706250000003</c:v>
                </c:pt>
                <c:pt idx="23606">
                  <c:v>45497.706250000003</c:v>
                </c:pt>
                <c:pt idx="23607">
                  <c:v>45907.50277777778</c:v>
                </c:pt>
                <c:pt idx="23608">
                  <c:v>45598.839583333327</c:v>
                </c:pt>
                <c:pt idx="23609">
                  <c:v>46023.481944444437</c:v>
                </c:pt>
                <c:pt idx="23610">
                  <c:v>45975.932638888888</c:v>
                </c:pt>
                <c:pt idx="23611">
                  <c:v>45985.49722222222</c:v>
                </c:pt>
                <c:pt idx="23612">
                  <c:v>45982.401388888888</c:v>
                </c:pt>
                <c:pt idx="23613">
                  <c:v>45766.739583333343</c:v>
                </c:pt>
                <c:pt idx="23614">
                  <c:v>45740.956250000003</c:v>
                </c:pt>
                <c:pt idx="23615">
                  <c:v>45664.847916666673</c:v>
                </c:pt>
                <c:pt idx="23616">
                  <c:v>45846.640277777777</c:v>
                </c:pt>
                <c:pt idx="23617">
                  <c:v>45539.84097222222</c:v>
                </c:pt>
                <c:pt idx="23618">
                  <c:v>45783.678472222222</c:v>
                </c:pt>
                <c:pt idx="23619">
                  <c:v>45393.343055555553</c:v>
                </c:pt>
                <c:pt idx="23620">
                  <c:v>45934.705555555563</c:v>
                </c:pt>
                <c:pt idx="23621">
                  <c:v>45606.435416666667</c:v>
                </c:pt>
                <c:pt idx="23622">
                  <c:v>45354.645833333343</c:v>
                </c:pt>
                <c:pt idx="23623">
                  <c:v>45880.724305555559</c:v>
                </c:pt>
                <c:pt idx="23624">
                  <c:v>45972.412499999999</c:v>
                </c:pt>
                <c:pt idx="23625">
                  <c:v>45447.444444444453</c:v>
                </c:pt>
                <c:pt idx="23626">
                  <c:v>45418.936111111107</c:v>
                </c:pt>
                <c:pt idx="23627">
                  <c:v>46005.526388888888</c:v>
                </c:pt>
                <c:pt idx="23628">
                  <c:v>45812.449305555558</c:v>
                </c:pt>
                <c:pt idx="23629">
                  <c:v>45573.720833333333</c:v>
                </c:pt>
                <c:pt idx="23630">
                  <c:v>45627.929166666669</c:v>
                </c:pt>
                <c:pt idx="23631">
                  <c:v>45476.862500000003</c:v>
                </c:pt>
                <c:pt idx="23632">
                  <c:v>45410.099305555559</c:v>
                </c:pt>
                <c:pt idx="23633">
                  <c:v>45873.405555555553</c:v>
                </c:pt>
                <c:pt idx="23634">
                  <c:v>45605.568055555559</c:v>
                </c:pt>
                <c:pt idx="23635">
                  <c:v>45632.663888888892</c:v>
                </c:pt>
                <c:pt idx="23636">
                  <c:v>45934.458333333343</c:v>
                </c:pt>
                <c:pt idx="23637">
                  <c:v>45498.561111111107</c:v>
                </c:pt>
                <c:pt idx="23638">
                  <c:v>45821.965277777781</c:v>
                </c:pt>
                <c:pt idx="23639">
                  <c:v>45928.480555555558</c:v>
                </c:pt>
                <c:pt idx="23640">
                  <c:v>45985.347916666673</c:v>
                </c:pt>
                <c:pt idx="23641">
                  <c:v>45918.675694444442</c:v>
                </c:pt>
                <c:pt idx="23642">
                  <c:v>45419.587500000001</c:v>
                </c:pt>
                <c:pt idx="23643">
                  <c:v>46014.784722222219</c:v>
                </c:pt>
                <c:pt idx="23644">
                  <c:v>45356.615277777782</c:v>
                </c:pt>
                <c:pt idx="23645">
                  <c:v>46018.862500000003</c:v>
                </c:pt>
                <c:pt idx="23646">
                  <c:v>45878.674305555563</c:v>
                </c:pt>
                <c:pt idx="23647">
                  <c:v>45829.781944444447</c:v>
                </c:pt>
                <c:pt idx="23648">
                  <c:v>45767.822222222218</c:v>
                </c:pt>
                <c:pt idx="23649">
                  <c:v>45826.65902777778</c:v>
                </c:pt>
                <c:pt idx="23650">
                  <c:v>45442.146527777782</c:v>
                </c:pt>
                <c:pt idx="23651">
                  <c:v>45678.681250000001</c:v>
                </c:pt>
                <c:pt idx="23652">
                  <c:v>45460.566666666673</c:v>
                </c:pt>
                <c:pt idx="23653">
                  <c:v>45506.760416666657</c:v>
                </c:pt>
                <c:pt idx="23654">
                  <c:v>45571.743055555547</c:v>
                </c:pt>
                <c:pt idx="23655">
                  <c:v>45412.67291666667</c:v>
                </c:pt>
                <c:pt idx="23656">
                  <c:v>45924.563888888893</c:v>
                </c:pt>
                <c:pt idx="23657">
                  <c:v>45626.621527777781</c:v>
                </c:pt>
                <c:pt idx="23658">
                  <c:v>45472.113888888889</c:v>
                </c:pt>
                <c:pt idx="23659">
                  <c:v>45292.715277777781</c:v>
                </c:pt>
                <c:pt idx="23660">
                  <c:v>45459.631944444453</c:v>
                </c:pt>
                <c:pt idx="23661">
                  <c:v>45721.738194444442</c:v>
                </c:pt>
                <c:pt idx="23662">
                  <c:v>46004.720138888893</c:v>
                </c:pt>
                <c:pt idx="23663">
                  <c:v>45657.572916666657</c:v>
                </c:pt>
                <c:pt idx="23664">
                  <c:v>45894.67083333333</c:v>
                </c:pt>
                <c:pt idx="23665">
                  <c:v>45962.78402777778</c:v>
                </c:pt>
                <c:pt idx="23666">
                  <c:v>45929.000694444447</c:v>
                </c:pt>
                <c:pt idx="23667">
                  <c:v>45850.815972222219</c:v>
                </c:pt>
                <c:pt idx="23668">
                  <c:v>45565.588888888888</c:v>
                </c:pt>
                <c:pt idx="23669">
                  <c:v>45611.804861111108</c:v>
                </c:pt>
                <c:pt idx="23670">
                  <c:v>45526.546527777777</c:v>
                </c:pt>
                <c:pt idx="23671">
                  <c:v>45309.564583333333</c:v>
                </c:pt>
                <c:pt idx="23672">
                  <c:v>45333.848611111112</c:v>
                </c:pt>
                <c:pt idx="23673">
                  <c:v>45349.361805555563</c:v>
                </c:pt>
                <c:pt idx="23674">
                  <c:v>45495.822916666657</c:v>
                </c:pt>
                <c:pt idx="23675">
                  <c:v>45429.427083333343</c:v>
                </c:pt>
                <c:pt idx="23676">
                  <c:v>45401.699305555558</c:v>
                </c:pt>
                <c:pt idx="23677">
                  <c:v>45465.425694444442</c:v>
                </c:pt>
                <c:pt idx="23678">
                  <c:v>45957.905555555553</c:v>
                </c:pt>
                <c:pt idx="23679">
                  <c:v>45952.59375</c:v>
                </c:pt>
                <c:pt idx="23680">
                  <c:v>45888.578472222223</c:v>
                </c:pt>
                <c:pt idx="23681">
                  <c:v>45950.807638888888</c:v>
                </c:pt>
                <c:pt idx="23682">
                  <c:v>45864.798611111109</c:v>
                </c:pt>
                <c:pt idx="23683">
                  <c:v>45654.783333333333</c:v>
                </c:pt>
                <c:pt idx="23684">
                  <c:v>45649.105555555558</c:v>
                </c:pt>
                <c:pt idx="23685">
                  <c:v>45684.487500000003</c:v>
                </c:pt>
                <c:pt idx="23686">
                  <c:v>45669.395138888889</c:v>
                </c:pt>
                <c:pt idx="23687">
                  <c:v>45998.086805555547</c:v>
                </c:pt>
                <c:pt idx="23688">
                  <c:v>45833.443055555559</c:v>
                </c:pt>
                <c:pt idx="23689">
                  <c:v>45913.063194444447</c:v>
                </c:pt>
                <c:pt idx="23690">
                  <c:v>45998.086805555547</c:v>
                </c:pt>
                <c:pt idx="23691">
                  <c:v>45998.086805555547</c:v>
                </c:pt>
                <c:pt idx="23692">
                  <c:v>45913.063194444447</c:v>
                </c:pt>
                <c:pt idx="23693">
                  <c:v>45868.642361111109</c:v>
                </c:pt>
                <c:pt idx="23694">
                  <c:v>45868.642361111109</c:v>
                </c:pt>
                <c:pt idx="23695">
                  <c:v>45868.642361111109</c:v>
                </c:pt>
                <c:pt idx="23696">
                  <c:v>45913.063194444447</c:v>
                </c:pt>
                <c:pt idx="23697">
                  <c:v>45998.086805555547</c:v>
                </c:pt>
                <c:pt idx="23698">
                  <c:v>45868.642361111109</c:v>
                </c:pt>
                <c:pt idx="23699">
                  <c:v>45998.086805555547</c:v>
                </c:pt>
                <c:pt idx="23700">
                  <c:v>45913.063194444447</c:v>
                </c:pt>
                <c:pt idx="23701">
                  <c:v>45868.642361111109</c:v>
                </c:pt>
                <c:pt idx="23702">
                  <c:v>45833.443055555559</c:v>
                </c:pt>
                <c:pt idx="23703">
                  <c:v>45852.38958333333</c:v>
                </c:pt>
                <c:pt idx="23704">
                  <c:v>45833.443055555559</c:v>
                </c:pt>
                <c:pt idx="23705">
                  <c:v>45852.38958333333</c:v>
                </c:pt>
                <c:pt idx="23706">
                  <c:v>45833.443055555559</c:v>
                </c:pt>
                <c:pt idx="23707">
                  <c:v>45833.443055555559</c:v>
                </c:pt>
                <c:pt idx="23708">
                  <c:v>45852.38958333333</c:v>
                </c:pt>
                <c:pt idx="23709">
                  <c:v>45852.38958333333</c:v>
                </c:pt>
                <c:pt idx="23710">
                  <c:v>45852.38958333333</c:v>
                </c:pt>
                <c:pt idx="23711">
                  <c:v>45913.063194444447</c:v>
                </c:pt>
                <c:pt idx="23712">
                  <c:v>45943.503472222219</c:v>
                </c:pt>
                <c:pt idx="23713">
                  <c:v>45994.55972222222</c:v>
                </c:pt>
                <c:pt idx="23714">
                  <c:v>45695.9375</c:v>
                </c:pt>
                <c:pt idx="23715">
                  <c:v>45698.550694444442</c:v>
                </c:pt>
                <c:pt idx="23716">
                  <c:v>45428.381249999999</c:v>
                </c:pt>
                <c:pt idx="23717">
                  <c:v>45417.462500000001</c:v>
                </c:pt>
                <c:pt idx="23718">
                  <c:v>45580.413194444453</c:v>
                </c:pt>
                <c:pt idx="23719">
                  <c:v>45918.560416666667</c:v>
                </c:pt>
                <c:pt idx="23720">
                  <c:v>45503.474999999999</c:v>
                </c:pt>
                <c:pt idx="23721">
                  <c:v>45841.407638888893</c:v>
                </c:pt>
                <c:pt idx="23722">
                  <c:v>45457.638194444437</c:v>
                </c:pt>
                <c:pt idx="23723">
                  <c:v>45301.738194444442</c:v>
                </c:pt>
                <c:pt idx="23724">
                  <c:v>45778.52847222222</c:v>
                </c:pt>
                <c:pt idx="23725">
                  <c:v>45379.62222222222</c:v>
                </c:pt>
                <c:pt idx="23726">
                  <c:v>45519.979166666657</c:v>
                </c:pt>
                <c:pt idx="23727">
                  <c:v>45677.411111111112</c:v>
                </c:pt>
                <c:pt idx="23728">
                  <c:v>45384.61041666667</c:v>
                </c:pt>
                <c:pt idx="23729">
                  <c:v>45487.614583333343</c:v>
                </c:pt>
                <c:pt idx="23730">
                  <c:v>45337.45416666667</c:v>
                </c:pt>
                <c:pt idx="23731">
                  <c:v>45554.570138888892</c:v>
                </c:pt>
                <c:pt idx="23732">
                  <c:v>45727.351388888892</c:v>
                </c:pt>
                <c:pt idx="23733">
                  <c:v>45953.873611111107</c:v>
                </c:pt>
                <c:pt idx="23734">
                  <c:v>45937.374305555553</c:v>
                </c:pt>
                <c:pt idx="23735">
                  <c:v>45621.887499999997</c:v>
                </c:pt>
                <c:pt idx="23736">
                  <c:v>45921.518055555563</c:v>
                </c:pt>
                <c:pt idx="23737">
                  <c:v>45944.976388888892</c:v>
                </c:pt>
                <c:pt idx="23738">
                  <c:v>45944.976388888892</c:v>
                </c:pt>
                <c:pt idx="23739">
                  <c:v>45928.561805555553</c:v>
                </c:pt>
                <c:pt idx="23740">
                  <c:v>45928.561805555553</c:v>
                </c:pt>
                <c:pt idx="23741">
                  <c:v>45921.518055555563</c:v>
                </c:pt>
                <c:pt idx="23742">
                  <c:v>45709.926388888889</c:v>
                </c:pt>
                <c:pt idx="23743">
                  <c:v>45709.926388888889</c:v>
                </c:pt>
                <c:pt idx="23744">
                  <c:v>45966.864583333343</c:v>
                </c:pt>
                <c:pt idx="23745">
                  <c:v>45933.079861111109</c:v>
                </c:pt>
                <c:pt idx="23746">
                  <c:v>45795.884027777778</c:v>
                </c:pt>
                <c:pt idx="23747">
                  <c:v>45652.992361111108</c:v>
                </c:pt>
                <c:pt idx="23748">
                  <c:v>45806.496527777781</c:v>
                </c:pt>
                <c:pt idx="23749">
                  <c:v>45344.893750000003</c:v>
                </c:pt>
                <c:pt idx="23750">
                  <c:v>45365.25</c:v>
                </c:pt>
                <c:pt idx="23751">
                  <c:v>45385.843055555553</c:v>
                </c:pt>
                <c:pt idx="23752">
                  <c:v>45480.081250000003</c:v>
                </c:pt>
                <c:pt idx="23753">
                  <c:v>45786.477083333331</c:v>
                </c:pt>
                <c:pt idx="23754">
                  <c:v>45670.459722222222</c:v>
                </c:pt>
                <c:pt idx="23755">
                  <c:v>45538.499305555553</c:v>
                </c:pt>
                <c:pt idx="23756">
                  <c:v>45559.517361111109</c:v>
                </c:pt>
                <c:pt idx="23757">
                  <c:v>45661.435416666667</c:v>
                </c:pt>
                <c:pt idx="23758">
                  <c:v>45533.534722222219</c:v>
                </c:pt>
                <c:pt idx="23759">
                  <c:v>45827.712500000001</c:v>
                </c:pt>
                <c:pt idx="23760">
                  <c:v>45657.538194444453</c:v>
                </c:pt>
                <c:pt idx="23761">
                  <c:v>45397.599305555559</c:v>
                </c:pt>
                <c:pt idx="23762">
                  <c:v>45967.813194444447</c:v>
                </c:pt>
                <c:pt idx="23763">
                  <c:v>45904.611805555563</c:v>
                </c:pt>
                <c:pt idx="23764">
                  <c:v>45740.80972222222</c:v>
                </c:pt>
                <c:pt idx="23765">
                  <c:v>45303.713194444441</c:v>
                </c:pt>
                <c:pt idx="23766">
                  <c:v>45594.554166666669</c:v>
                </c:pt>
                <c:pt idx="23767">
                  <c:v>45519.613888888889</c:v>
                </c:pt>
                <c:pt idx="23768">
                  <c:v>45301.552083333343</c:v>
                </c:pt>
                <c:pt idx="23769">
                  <c:v>45940.584027777782</c:v>
                </c:pt>
                <c:pt idx="23770">
                  <c:v>45996.135416666657</c:v>
                </c:pt>
                <c:pt idx="23771">
                  <c:v>45451.586111111108</c:v>
                </c:pt>
                <c:pt idx="23772">
                  <c:v>45976.5625</c:v>
                </c:pt>
                <c:pt idx="23773">
                  <c:v>45689.497916666667</c:v>
                </c:pt>
                <c:pt idx="23774">
                  <c:v>45679.619444444441</c:v>
                </c:pt>
                <c:pt idx="23775">
                  <c:v>45670.817361111112</c:v>
                </c:pt>
                <c:pt idx="23776">
                  <c:v>45902.431944444441</c:v>
                </c:pt>
                <c:pt idx="23777">
                  <c:v>45881.607638888891</c:v>
                </c:pt>
                <c:pt idx="23778">
                  <c:v>45923.84097222222</c:v>
                </c:pt>
                <c:pt idx="23779">
                  <c:v>45876.803472222222</c:v>
                </c:pt>
                <c:pt idx="23780">
                  <c:v>45845.804861111108</c:v>
                </c:pt>
                <c:pt idx="23781">
                  <c:v>45797.40902777778</c:v>
                </c:pt>
                <c:pt idx="23782">
                  <c:v>45951.37777777778</c:v>
                </c:pt>
                <c:pt idx="23783">
                  <c:v>45354.432638888888</c:v>
                </c:pt>
                <c:pt idx="23784">
                  <c:v>45414.37222222222</c:v>
                </c:pt>
                <c:pt idx="23785">
                  <c:v>46007.439583333333</c:v>
                </c:pt>
                <c:pt idx="23786">
                  <c:v>45631.28125</c:v>
                </c:pt>
                <c:pt idx="23787">
                  <c:v>45705.369444444441</c:v>
                </c:pt>
                <c:pt idx="23788">
                  <c:v>45874.290277777778</c:v>
                </c:pt>
                <c:pt idx="23789">
                  <c:v>45551.458333333343</c:v>
                </c:pt>
                <c:pt idx="23790">
                  <c:v>45488.621527777781</c:v>
                </c:pt>
                <c:pt idx="23791">
                  <c:v>45330.279861111107</c:v>
                </c:pt>
                <c:pt idx="23792">
                  <c:v>45843.438194444447</c:v>
                </c:pt>
                <c:pt idx="23793">
                  <c:v>45884.535416666673</c:v>
                </c:pt>
                <c:pt idx="23794">
                  <c:v>45903.563888888893</c:v>
                </c:pt>
                <c:pt idx="23795">
                  <c:v>45938.879166666673</c:v>
                </c:pt>
                <c:pt idx="23796">
                  <c:v>45907.634722222218</c:v>
                </c:pt>
                <c:pt idx="23797">
                  <c:v>45726.944444444453</c:v>
                </c:pt>
                <c:pt idx="23798">
                  <c:v>45736.491666666669</c:v>
                </c:pt>
                <c:pt idx="23799">
                  <c:v>45977.838888888888</c:v>
                </c:pt>
                <c:pt idx="23800">
                  <c:v>45452.731944444437</c:v>
                </c:pt>
                <c:pt idx="23801">
                  <c:v>45990.730555555558</c:v>
                </c:pt>
                <c:pt idx="23802">
                  <c:v>45580.936805555553</c:v>
                </c:pt>
                <c:pt idx="23803">
                  <c:v>45890.872916666667</c:v>
                </c:pt>
                <c:pt idx="23804">
                  <c:v>45705.402083333327</c:v>
                </c:pt>
                <c:pt idx="23805">
                  <c:v>45464.417361111111</c:v>
                </c:pt>
                <c:pt idx="23806">
                  <c:v>45631.540277777778</c:v>
                </c:pt>
                <c:pt idx="23807">
                  <c:v>45381.495138888888</c:v>
                </c:pt>
                <c:pt idx="23808">
                  <c:v>45959.51666666667</c:v>
                </c:pt>
                <c:pt idx="23809">
                  <c:v>45791.431944444441</c:v>
                </c:pt>
                <c:pt idx="23810">
                  <c:v>45977.484722222223</c:v>
                </c:pt>
                <c:pt idx="23811">
                  <c:v>45532.45</c:v>
                </c:pt>
                <c:pt idx="23812">
                  <c:v>46020.457638888889</c:v>
                </c:pt>
                <c:pt idx="23813">
                  <c:v>45785.768055555563</c:v>
                </c:pt>
                <c:pt idx="23814">
                  <c:v>45769.53125</c:v>
                </c:pt>
                <c:pt idx="23815">
                  <c:v>45757.419444444437</c:v>
                </c:pt>
                <c:pt idx="23816">
                  <c:v>45704.399305555547</c:v>
                </c:pt>
                <c:pt idx="23817">
                  <c:v>45686.884027777778</c:v>
                </c:pt>
                <c:pt idx="23818">
                  <c:v>45673.723611111112</c:v>
                </c:pt>
                <c:pt idx="23819">
                  <c:v>45672.070138888892</c:v>
                </c:pt>
                <c:pt idx="23820">
                  <c:v>45961.993055555547</c:v>
                </c:pt>
                <c:pt idx="23821">
                  <c:v>45895.625694444447</c:v>
                </c:pt>
                <c:pt idx="23822">
                  <c:v>45396.887499999997</c:v>
                </c:pt>
                <c:pt idx="23823">
                  <c:v>45441.820138888892</c:v>
                </c:pt>
                <c:pt idx="23824">
                  <c:v>45930.394444444442</c:v>
                </c:pt>
                <c:pt idx="23825">
                  <c:v>45335.802777777782</c:v>
                </c:pt>
                <c:pt idx="23826">
                  <c:v>45971.743055555547</c:v>
                </c:pt>
                <c:pt idx="23827">
                  <c:v>45565.390277777777</c:v>
                </c:pt>
                <c:pt idx="23828">
                  <c:v>45636.757638888892</c:v>
                </c:pt>
                <c:pt idx="23829">
                  <c:v>45498.710416666669</c:v>
                </c:pt>
                <c:pt idx="23830">
                  <c:v>45697.754861111112</c:v>
                </c:pt>
                <c:pt idx="23831">
                  <c:v>45838.811111111107</c:v>
                </c:pt>
                <c:pt idx="23832">
                  <c:v>45753.6875</c:v>
                </c:pt>
                <c:pt idx="23833">
                  <c:v>45886.436111111107</c:v>
                </c:pt>
                <c:pt idx="23834">
                  <c:v>45909.511805555558</c:v>
                </c:pt>
                <c:pt idx="23835">
                  <c:v>45901.59652777778</c:v>
                </c:pt>
                <c:pt idx="23836">
                  <c:v>45798.475694444453</c:v>
                </c:pt>
                <c:pt idx="23837">
                  <c:v>45798.475694444453</c:v>
                </c:pt>
                <c:pt idx="23838">
                  <c:v>45611.371527777781</c:v>
                </c:pt>
                <c:pt idx="23839">
                  <c:v>45639.409722222219</c:v>
                </c:pt>
                <c:pt idx="23840">
                  <c:v>45611.371527777781</c:v>
                </c:pt>
                <c:pt idx="23841">
                  <c:v>45752.734722222223</c:v>
                </c:pt>
                <c:pt idx="23842">
                  <c:v>45752.734722222223</c:v>
                </c:pt>
                <c:pt idx="23843">
                  <c:v>45639.409722222219</c:v>
                </c:pt>
                <c:pt idx="23844">
                  <c:v>45896.424305555563</c:v>
                </c:pt>
                <c:pt idx="23845">
                  <c:v>45817.289583333331</c:v>
                </c:pt>
                <c:pt idx="23846">
                  <c:v>45835.442361111112</c:v>
                </c:pt>
                <c:pt idx="23847">
                  <c:v>45313.600694444453</c:v>
                </c:pt>
                <c:pt idx="23848">
                  <c:v>45400.027083333327</c:v>
                </c:pt>
                <c:pt idx="23849">
                  <c:v>46023.615277777782</c:v>
                </c:pt>
                <c:pt idx="23850">
                  <c:v>45522.537499999999</c:v>
                </c:pt>
                <c:pt idx="23851">
                  <c:v>45747.856249999997</c:v>
                </c:pt>
                <c:pt idx="23852">
                  <c:v>45522.537499999999</c:v>
                </c:pt>
                <c:pt idx="23853">
                  <c:v>46023.643055555563</c:v>
                </c:pt>
                <c:pt idx="23854">
                  <c:v>45750.886111111111</c:v>
                </c:pt>
                <c:pt idx="23855">
                  <c:v>46023.643055555563</c:v>
                </c:pt>
                <c:pt idx="23856">
                  <c:v>45750.886111111111</c:v>
                </c:pt>
                <c:pt idx="23857">
                  <c:v>45747.856249999997</c:v>
                </c:pt>
                <c:pt idx="23858">
                  <c:v>45721.885416666657</c:v>
                </c:pt>
                <c:pt idx="23859">
                  <c:v>46012.65</c:v>
                </c:pt>
                <c:pt idx="23860">
                  <c:v>45980.736111111109</c:v>
                </c:pt>
                <c:pt idx="23861">
                  <c:v>45899.820833333331</c:v>
                </c:pt>
                <c:pt idx="23862">
                  <c:v>45712.228472222218</c:v>
                </c:pt>
                <c:pt idx="23863">
                  <c:v>45922.787499999999</c:v>
                </c:pt>
                <c:pt idx="23864">
                  <c:v>45557.946527777778</c:v>
                </c:pt>
                <c:pt idx="23865">
                  <c:v>45579.570833333331</c:v>
                </c:pt>
                <c:pt idx="23866">
                  <c:v>45526.792361111111</c:v>
                </c:pt>
                <c:pt idx="23867">
                  <c:v>45325.392361111109</c:v>
                </c:pt>
                <c:pt idx="23868">
                  <c:v>45463.717361111107</c:v>
                </c:pt>
                <c:pt idx="23869">
                  <c:v>45363.336111111108</c:v>
                </c:pt>
                <c:pt idx="23870">
                  <c:v>45924.323611111111</c:v>
                </c:pt>
                <c:pt idx="23871">
                  <c:v>45996.729166666657</c:v>
                </c:pt>
                <c:pt idx="23872">
                  <c:v>45969.376388888893</c:v>
                </c:pt>
                <c:pt idx="23873">
                  <c:v>45552.326388888891</c:v>
                </c:pt>
                <c:pt idx="23874">
                  <c:v>45486.604166666657</c:v>
                </c:pt>
                <c:pt idx="23875">
                  <c:v>45426.943055555559</c:v>
                </c:pt>
                <c:pt idx="23876">
                  <c:v>45385.331250000003</c:v>
                </c:pt>
                <c:pt idx="23877">
                  <c:v>45492.425000000003</c:v>
                </c:pt>
                <c:pt idx="23878">
                  <c:v>45964.744444444441</c:v>
                </c:pt>
                <c:pt idx="23879">
                  <c:v>45934.340277777781</c:v>
                </c:pt>
                <c:pt idx="23880">
                  <c:v>45682.674305555563</c:v>
                </c:pt>
                <c:pt idx="23881">
                  <c:v>45910.551388888889</c:v>
                </c:pt>
                <c:pt idx="23882">
                  <c:v>45720.416666666657</c:v>
                </c:pt>
                <c:pt idx="23883">
                  <c:v>45732.547222222223</c:v>
                </c:pt>
                <c:pt idx="23884">
                  <c:v>45631.831250000003</c:v>
                </c:pt>
                <c:pt idx="23885">
                  <c:v>45353.466666666667</c:v>
                </c:pt>
                <c:pt idx="23886">
                  <c:v>45468.645833333343</c:v>
                </c:pt>
                <c:pt idx="23887">
                  <c:v>45769.900694444441</c:v>
                </c:pt>
                <c:pt idx="23888">
                  <c:v>45669.704861111109</c:v>
                </c:pt>
                <c:pt idx="23889">
                  <c:v>45378.794444444437</c:v>
                </c:pt>
                <c:pt idx="23890">
                  <c:v>45567.489583333343</c:v>
                </c:pt>
                <c:pt idx="23891">
                  <c:v>45834.662499999999</c:v>
                </c:pt>
                <c:pt idx="23892">
                  <c:v>45804.470833333333</c:v>
                </c:pt>
                <c:pt idx="23893">
                  <c:v>45415.594444444447</c:v>
                </c:pt>
                <c:pt idx="23894">
                  <c:v>45721.682638888888</c:v>
                </c:pt>
                <c:pt idx="23895">
                  <c:v>45920.686805555553</c:v>
                </c:pt>
                <c:pt idx="23896">
                  <c:v>45752.579861111109</c:v>
                </c:pt>
                <c:pt idx="23897">
                  <c:v>45756.491666666669</c:v>
                </c:pt>
                <c:pt idx="23898">
                  <c:v>45305.72152777778</c:v>
                </c:pt>
                <c:pt idx="23899">
                  <c:v>45904.582638888889</c:v>
                </c:pt>
                <c:pt idx="23900">
                  <c:v>45920.768055555563</c:v>
                </c:pt>
                <c:pt idx="23901">
                  <c:v>45835.784722222219</c:v>
                </c:pt>
                <c:pt idx="23902">
                  <c:v>45734.07916666667</c:v>
                </c:pt>
                <c:pt idx="23903">
                  <c:v>45594.431250000001</c:v>
                </c:pt>
                <c:pt idx="23904">
                  <c:v>45534.422222222223</c:v>
                </c:pt>
                <c:pt idx="23905">
                  <c:v>45562.825694444437</c:v>
                </c:pt>
                <c:pt idx="23906">
                  <c:v>45968.549305555563</c:v>
                </c:pt>
                <c:pt idx="23907">
                  <c:v>45925.216666666667</c:v>
                </c:pt>
                <c:pt idx="23908">
                  <c:v>45773.825694444437</c:v>
                </c:pt>
                <c:pt idx="23909">
                  <c:v>45573.379166666673</c:v>
                </c:pt>
                <c:pt idx="23910">
                  <c:v>45719.755555555559</c:v>
                </c:pt>
                <c:pt idx="23911">
                  <c:v>45757.555555555547</c:v>
                </c:pt>
                <c:pt idx="23912">
                  <c:v>45544.843055555553</c:v>
                </c:pt>
                <c:pt idx="23913">
                  <c:v>45985.694444444453</c:v>
                </c:pt>
                <c:pt idx="23914">
                  <c:v>45512.752083333333</c:v>
                </c:pt>
                <c:pt idx="23915">
                  <c:v>45856.386805555558</c:v>
                </c:pt>
                <c:pt idx="23916">
                  <c:v>45717.951388888891</c:v>
                </c:pt>
                <c:pt idx="23917">
                  <c:v>45829.090277777781</c:v>
                </c:pt>
                <c:pt idx="23918">
                  <c:v>45785.563888888893</c:v>
                </c:pt>
                <c:pt idx="23919">
                  <c:v>45796.60833333333</c:v>
                </c:pt>
                <c:pt idx="23920">
                  <c:v>45952.436805555553</c:v>
                </c:pt>
                <c:pt idx="23921">
                  <c:v>45928.842361111107</c:v>
                </c:pt>
                <c:pt idx="23922">
                  <c:v>45481.464583333327</c:v>
                </c:pt>
                <c:pt idx="23923">
                  <c:v>45941.591666666667</c:v>
                </c:pt>
                <c:pt idx="23924">
                  <c:v>45773.004166666673</c:v>
                </c:pt>
                <c:pt idx="23925">
                  <c:v>45624.890277777777</c:v>
                </c:pt>
                <c:pt idx="23926">
                  <c:v>45884.80972222222</c:v>
                </c:pt>
                <c:pt idx="23927">
                  <c:v>46019.520833333343</c:v>
                </c:pt>
                <c:pt idx="23928">
                  <c:v>45720.353472222218</c:v>
                </c:pt>
                <c:pt idx="23929">
                  <c:v>45820.476388888892</c:v>
                </c:pt>
                <c:pt idx="23930">
                  <c:v>45811.436111111107</c:v>
                </c:pt>
                <c:pt idx="23931">
                  <c:v>45853.78402777778</c:v>
                </c:pt>
                <c:pt idx="23932">
                  <c:v>45766.675000000003</c:v>
                </c:pt>
                <c:pt idx="23933">
                  <c:v>45329.490277777782</c:v>
                </c:pt>
                <c:pt idx="23934">
                  <c:v>45804.609027777777</c:v>
                </c:pt>
                <c:pt idx="23935">
                  <c:v>45804.625694444447</c:v>
                </c:pt>
                <c:pt idx="23936">
                  <c:v>45627.925694444442</c:v>
                </c:pt>
                <c:pt idx="23937">
                  <c:v>45401.951388888891</c:v>
                </c:pt>
                <c:pt idx="23938">
                  <c:v>45655.704861111109</c:v>
                </c:pt>
                <c:pt idx="23939">
                  <c:v>45528.593055555553</c:v>
                </c:pt>
                <c:pt idx="23940">
                  <c:v>45304.872916666667</c:v>
                </c:pt>
                <c:pt idx="23941">
                  <c:v>45486.527083333327</c:v>
                </c:pt>
                <c:pt idx="23942">
                  <c:v>45773.82708333333</c:v>
                </c:pt>
                <c:pt idx="23943">
                  <c:v>45793.897222222222</c:v>
                </c:pt>
                <c:pt idx="23944">
                  <c:v>45778.741666666669</c:v>
                </c:pt>
                <c:pt idx="23945">
                  <c:v>45812.540972222218</c:v>
                </c:pt>
                <c:pt idx="23946">
                  <c:v>45900.472916666673</c:v>
                </c:pt>
                <c:pt idx="23947">
                  <c:v>45947.711111111108</c:v>
                </c:pt>
                <c:pt idx="23948">
                  <c:v>45873.677083333343</c:v>
                </c:pt>
                <c:pt idx="23949">
                  <c:v>45620.770138888889</c:v>
                </c:pt>
                <c:pt idx="23950">
                  <c:v>45500.490972222222</c:v>
                </c:pt>
                <c:pt idx="23951">
                  <c:v>45970.510416666657</c:v>
                </c:pt>
                <c:pt idx="23952">
                  <c:v>45500.490972222222</c:v>
                </c:pt>
                <c:pt idx="23953">
                  <c:v>45620.770138888889</c:v>
                </c:pt>
                <c:pt idx="23954">
                  <c:v>45970.510416666657</c:v>
                </c:pt>
                <c:pt idx="23955">
                  <c:v>45876.321527777778</c:v>
                </c:pt>
                <c:pt idx="23956">
                  <c:v>45351.887499999997</c:v>
                </c:pt>
                <c:pt idx="23957">
                  <c:v>45783.962500000001</c:v>
                </c:pt>
                <c:pt idx="23958">
                  <c:v>45799.973611111112</c:v>
                </c:pt>
                <c:pt idx="23959">
                  <c:v>45808.439583333333</c:v>
                </c:pt>
                <c:pt idx="23960">
                  <c:v>45986.824999999997</c:v>
                </c:pt>
                <c:pt idx="23961">
                  <c:v>45731.603472222218</c:v>
                </c:pt>
                <c:pt idx="23962">
                  <c:v>45439.415972222218</c:v>
                </c:pt>
                <c:pt idx="23963">
                  <c:v>45373.172222222223</c:v>
                </c:pt>
                <c:pt idx="23964">
                  <c:v>45752.179861111108</c:v>
                </c:pt>
                <c:pt idx="23965">
                  <c:v>45908.575694444437</c:v>
                </c:pt>
                <c:pt idx="23966">
                  <c:v>45638.100694444453</c:v>
                </c:pt>
                <c:pt idx="23967">
                  <c:v>45840.518750000003</c:v>
                </c:pt>
                <c:pt idx="23968">
                  <c:v>45543.273611111108</c:v>
                </c:pt>
                <c:pt idx="23969">
                  <c:v>45953.573611111111</c:v>
                </c:pt>
                <c:pt idx="23970">
                  <c:v>45956.590277777781</c:v>
                </c:pt>
                <c:pt idx="23971">
                  <c:v>45814.520138888889</c:v>
                </c:pt>
                <c:pt idx="23972">
                  <c:v>45785.26666666667</c:v>
                </c:pt>
                <c:pt idx="23973">
                  <c:v>45774.302083333343</c:v>
                </c:pt>
                <c:pt idx="23974">
                  <c:v>45814.416666666657</c:v>
                </c:pt>
                <c:pt idx="23975">
                  <c:v>45674.552083333343</c:v>
                </c:pt>
                <c:pt idx="23976">
                  <c:v>45661.329861111109</c:v>
                </c:pt>
                <c:pt idx="23977">
                  <c:v>46016.330555555563</c:v>
                </c:pt>
                <c:pt idx="23978">
                  <c:v>45602.871527777781</c:v>
                </c:pt>
                <c:pt idx="23979">
                  <c:v>45990.050694444442</c:v>
                </c:pt>
                <c:pt idx="23980">
                  <c:v>45630.643055555563</c:v>
                </c:pt>
                <c:pt idx="23981">
                  <c:v>45791.859722222223</c:v>
                </c:pt>
                <c:pt idx="23982">
                  <c:v>45840.597916666673</c:v>
                </c:pt>
                <c:pt idx="23983">
                  <c:v>46020.506944444453</c:v>
                </c:pt>
                <c:pt idx="23984">
                  <c:v>45562.661805555559</c:v>
                </c:pt>
                <c:pt idx="23985">
                  <c:v>45623.604166666657</c:v>
                </c:pt>
                <c:pt idx="23986">
                  <c:v>45994.318749999999</c:v>
                </c:pt>
                <c:pt idx="23987">
                  <c:v>45631.618055555547</c:v>
                </c:pt>
                <c:pt idx="23988">
                  <c:v>45468.948611111111</c:v>
                </c:pt>
                <c:pt idx="23989">
                  <c:v>45947.324305555558</c:v>
                </c:pt>
                <c:pt idx="23990">
                  <c:v>46004.472222222219</c:v>
                </c:pt>
                <c:pt idx="23991">
                  <c:v>45776.584027777782</c:v>
                </c:pt>
                <c:pt idx="23992">
                  <c:v>45894.449305555558</c:v>
                </c:pt>
                <c:pt idx="23993">
                  <c:v>45981.845833333333</c:v>
                </c:pt>
                <c:pt idx="23994">
                  <c:v>45495.760416666657</c:v>
                </c:pt>
                <c:pt idx="23995">
                  <c:v>45926.506944444453</c:v>
                </c:pt>
                <c:pt idx="23996">
                  <c:v>45915.786111111112</c:v>
                </c:pt>
                <c:pt idx="23997">
                  <c:v>45524.802777777782</c:v>
                </c:pt>
                <c:pt idx="23998">
                  <c:v>45935.762499999997</c:v>
                </c:pt>
                <c:pt idx="23999">
                  <c:v>45745.408333333333</c:v>
                </c:pt>
                <c:pt idx="24000">
                  <c:v>45760.57708333333</c:v>
                </c:pt>
                <c:pt idx="24001">
                  <c:v>45655.747916666667</c:v>
                </c:pt>
                <c:pt idx="24002">
                  <c:v>45471.602083333331</c:v>
                </c:pt>
                <c:pt idx="24003">
                  <c:v>45726.838888888888</c:v>
                </c:pt>
                <c:pt idx="24004">
                  <c:v>45954.738194444442</c:v>
                </c:pt>
                <c:pt idx="24005">
                  <c:v>45536.782638888893</c:v>
                </c:pt>
                <c:pt idx="24006">
                  <c:v>45579.51666666667</c:v>
                </c:pt>
                <c:pt idx="24007">
                  <c:v>45972.747916666667</c:v>
                </c:pt>
                <c:pt idx="24008">
                  <c:v>45596.755555555559</c:v>
                </c:pt>
                <c:pt idx="24009">
                  <c:v>45903.625</c:v>
                </c:pt>
                <c:pt idx="24010">
                  <c:v>45554.38958333333</c:v>
                </c:pt>
                <c:pt idx="24011">
                  <c:v>45490.584027777782</c:v>
                </c:pt>
                <c:pt idx="24012">
                  <c:v>45612.443749999999</c:v>
                </c:pt>
                <c:pt idx="24013">
                  <c:v>45861.311805555553</c:v>
                </c:pt>
                <c:pt idx="24014">
                  <c:v>45700.699305555558</c:v>
                </c:pt>
                <c:pt idx="24015">
                  <c:v>45820.973611111112</c:v>
                </c:pt>
                <c:pt idx="24016">
                  <c:v>45834.645833333343</c:v>
                </c:pt>
                <c:pt idx="24017">
                  <c:v>45758.563888888893</c:v>
                </c:pt>
                <c:pt idx="24018">
                  <c:v>45502.970833333333</c:v>
                </c:pt>
                <c:pt idx="24019">
                  <c:v>45733.818055555559</c:v>
                </c:pt>
                <c:pt idx="24020">
                  <c:v>45299.792361111111</c:v>
                </c:pt>
                <c:pt idx="24021">
                  <c:v>45536.634722222218</c:v>
                </c:pt>
                <c:pt idx="24022">
                  <c:v>45646.411111111112</c:v>
                </c:pt>
                <c:pt idx="24023">
                  <c:v>45930.774305555547</c:v>
                </c:pt>
                <c:pt idx="24024">
                  <c:v>45755.839583333327</c:v>
                </c:pt>
                <c:pt idx="24025">
                  <c:v>46002.868055555547</c:v>
                </c:pt>
                <c:pt idx="24026">
                  <c:v>45977.803472222222</c:v>
                </c:pt>
                <c:pt idx="24027">
                  <c:v>45300.664583333331</c:v>
                </c:pt>
                <c:pt idx="24028">
                  <c:v>45433.513888888891</c:v>
                </c:pt>
                <c:pt idx="24029">
                  <c:v>45720.676388888889</c:v>
                </c:pt>
                <c:pt idx="24030">
                  <c:v>45600.909722222219</c:v>
                </c:pt>
                <c:pt idx="24031">
                  <c:v>45404.529861111107</c:v>
                </c:pt>
                <c:pt idx="24032">
                  <c:v>45315.490972222222</c:v>
                </c:pt>
                <c:pt idx="24033">
                  <c:v>45649.691666666673</c:v>
                </c:pt>
                <c:pt idx="24034">
                  <c:v>45780.921527777777</c:v>
                </c:pt>
                <c:pt idx="24035">
                  <c:v>46010.96597222222</c:v>
                </c:pt>
                <c:pt idx="24036">
                  <c:v>45853.470138888893</c:v>
                </c:pt>
                <c:pt idx="24037">
                  <c:v>45325.484722222223</c:v>
                </c:pt>
                <c:pt idx="24038">
                  <c:v>45500.606249999997</c:v>
                </c:pt>
                <c:pt idx="24039">
                  <c:v>45356.65347222222</c:v>
                </c:pt>
                <c:pt idx="24040">
                  <c:v>45895.429861111108</c:v>
                </c:pt>
                <c:pt idx="24041">
                  <c:v>45378.540972222218</c:v>
                </c:pt>
                <c:pt idx="24042">
                  <c:v>45968.546527777777</c:v>
                </c:pt>
                <c:pt idx="24043">
                  <c:v>45489.893055555563</c:v>
                </c:pt>
                <c:pt idx="24044">
                  <c:v>45782.537499999999</c:v>
                </c:pt>
                <c:pt idx="24045">
                  <c:v>45533.931250000001</c:v>
                </c:pt>
                <c:pt idx="24046">
                  <c:v>45976.494444444441</c:v>
                </c:pt>
                <c:pt idx="24047">
                  <c:v>45989.033333333333</c:v>
                </c:pt>
                <c:pt idx="24048">
                  <c:v>45960.512499999997</c:v>
                </c:pt>
                <c:pt idx="24049">
                  <c:v>45886.502083333333</c:v>
                </c:pt>
                <c:pt idx="24050">
                  <c:v>45717.602777777778</c:v>
                </c:pt>
                <c:pt idx="24051">
                  <c:v>45847.5625</c:v>
                </c:pt>
                <c:pt idx="24052">
                  <c:v>45804.871527777781</c:v>
                </c:pt>
                <c:pt idx="24053">
                  <c:v>45762.809027777781</c:v>
                </c:pt>
                <c:pt idx="24054">
                  <c:v>45690.145833333343</c:v>
                </c:pt>
                <c:pt idx="24055">
                  <c:v>45727.447916666657</c:v>
                </c:pt>
                <c:pt idx="24056">
                  <c:v>45868.593055555553</c:v>
                </c:pt>
                <c:pt idx="24057">
                  <c:v>45827.786111111112</c:v>
                </c:pt>
                <c:pt idx="24058">
                  <c:v>45794.738194444442</c:v>
                </c:pt>
                <c:pt idx="24059">
                  <c:v>45780.64166666667</c:v>
                </c:pt>
                <c:pt idx="24060">
                  <c:v>45830.056250000001</c:v>
                </c:pt>
                <c:pt idx="24061">
                  <c:v>45980.964583333327</c:v>
                </c:pt>
                <c:pt idx="24062">
                  <c:v>45644.986805555563</c:v>
                </c:pt>
                <c:pt idx="24063">
                  <c:v>45741.335416666669</c:v>
                </c:pt>
                <c:pt idx="24064">
                  <c:v>45640.60833333333</c:v>
                </c:pt>
                <c:pt idx="24065">
                  <c:v>45591.703472222223</c:v>
                </c:pt>
                <c:pt idx="24066">
                  <c:v>45975.252083333333</c:v>
                </c:pt>
                <c:pt idx="24067">
                  <c:v>45975.252083333333</c:v>
                </c:pt>
                <c:pt idx="24068">
                  <c:v>45919.706944444442</c:v>
                </c:pt>
                <c:pt idx="24069">
                  <c:v>45919.706944444442</c:v>
                </c:pt>
                <c:pt idx="24070">
                  <c:v>45714.81527777778</c:v>
                </c:pt>
                <c:pt idx="24071">
                  <c:v>45591.703472222223</c:v>
                </c:pt>
                <c:pt idx="24072">
                  <c:v>45640.60833333333</c:v>
                </c:pt>
                <c:pt idx="24073">
                  <c:v>45714.81527777778</c:v>
                </c:pt>
                <c:pt idx="24074">
                  <c:v>45556.726388888892</c:v>
                </c:pt>
                <c:pt idx="24075">
                  <c:v>45838.486111111109</c:v>
                </c:pt>
                <c:pt idx="24076">
                  <c:v>45778.76666666667</c:v>
                </c:pt>
                <c:pt idx="24077">
                  <c:v>46005.580555555563</c:v>
                </c:pt>
                <c:pt idx="24078">
                  <c:v>45893.915277777778</c:v>
                </c:pt>
                <c:pt idx="24079">
                  <c:v>45957.449305555558</c:v>
                </c:pt>
                <c:pt idx="24080">
                  <c:v>45841.613888888889</c:v>
                </c:pt>
                <c:pt idx="24081">
                  <c:v>45676.838194444441</c:v>
                </c:pt>
                <c:pt idx="24082">
                  <c:v>45742.424305555563</c:v>
                </c:pt>
                <c:pt idx="24083">
                  <c:v>45838.59375</c:v>
                </c:pt>
                <c:pt idx="24084">
                  <c:v>45469.506944444453</c:v>
                </c:pt>
                <c:pt idx="24085">
                  <c:v>45688.606249999997</c:v>
                </c:pt>
                <c:pt idx="24086">
                  <c:v>45766.692361111112</c:v>
                </c:pt>
                <c:pt idx="24087">
                  <c:v>45748.624305555553</c:v>
                </c:pt>
                <c:pt idx="24088">
                  <c:v>45502.450694444437</c:v>
                </c:pt>
                <c:pt idx="24089">
                  <c:v>45619.577777777777</c:v>
                </c:pt>
                <c:pt idx="24090">
                  <c:v>45663.591666666667</c:v>
                </c:pt>
                <c:pt idx="24091">
                  <c:v>45987.51666666667</c:v>
                </c:pt>
                <c:pt idx="24092">
                  <c:v>45840.51458333333</c:v>
                </c:pt>
                <c:pt idx="24093">
                  <c:v>45408.530555555553</c:v>
                </c:pt>
                <c:pt idx="24094">
                  <c:v>45407.473611111112</c:v>
                </c:pt>
                <c:pt idx="24095">
                  <c:v>45533.025694444441</c:v>
                </c:pt>
                <c:pt idx="24096">
                  <c:v>45594.506944444453</c:v>
                </c:pt>
                <c:pt idx="24097">
                  <c:v>45807.547222222223</c:v>
                </c:pt>
                <c:pt idx="24098">
                  <c:v>45573.524305555547</c:v>
                </c:pt>
                <c:pt idx="24099">
                  <c:v>45320.547222222223</c:v>
                </c:pt>
                <c:pt idx="24100">
                  <c:v>45868.55972222222</c:v>
                </c:pt>
                <c:pt idx="24101">
                  <c:v>45362.578472222223</c:v>
                </c:pt>
                <c:pt idx="24102">
                  <c:v>45905.520138888889</c:v>
                </c:pt>
                <c:pt idx="24103">
                  <c:v>45937.581250000003</c:v>
                </c:pt>
                <c:pt idx="24104">
                  <c:v>45914.951388888891</c:v>
                </c:pt>
                <c:pt idx="24105">
                  <c:v>45761.438194444447</c:v>
                </c:pt>
                <c:pt idx="24106">
                  <c:v>45805.604166666657</c:v>
                </c:pt>
                <c:pt idx="24107">
                  <c:v>45755.015277777777</c:v>
                </c:pt>
                <c:pt idx="24108">
                  <c:v>45829.867361111108</c:v>
                </c:pt>
                <c:pt idx="24109">
                  <c:v>45829.859027777777</c:v>
                </c:pt>
                <c:pt idx="24110">
                  <c:v>45984.885416666657</c:v>
                </c:pt>
                <c:pt idx="24111">
                  <c:v>45646.504166666673</c:v>
                </c:pt>
                <c:pt idx="24112">
                  <c:v>45988.713194444441</c:v>
                </c:pt>
                <c:pt idx="24113">
                  <c:v>45966.939583333333</c:v>
                </c:pt>
                <c:pt idx="24114">
                  <c:v>45625.853472222218</c:v>
                </c:pt>
                <c:pt idx="24115">
                  <c:v>45741.70416666667</c:v>
                </c:pt>
                <c:pt idx="24116">
                  <c:v>45792.980555555558</c:v>
                </c:pt>
                <c:pt idx="24117">
                  <c:v>45674.380555555559</c:v>
                </c:pt>
                <c:pt idx="24118">
                  <c:v>45336.936805555553</c:v>
                </c:pt>
                <c:pt idx="24119">
                  <c:v>45905.289583333331</c:v>
                </c:pt>
                <c:pt idx="24120">
                  <c:v>45504.724305555559</c:v>
                </c:pt>
                <c:pt idx="24121">
                  <c:v>45633.574999999997</c:v>
                </c:pt>
                <c:pt idx="24122">
                  <c:v>45708.936111111107</c:v>
                </c:pt>
                <c:pt idx="24123">
                  <c:v>45465.95</c:v>
                </c:pt>
                <c:pt idx="24124">
                  <c:v>45589.556944444441</c:v>
                </c:pt>
                <c:pt idx="24125">
                  <c:v>45743.106249999997</c:v>
                </c:pt>
                <c:pt idx="24126">
                  <c:v>45962.838888888888</c:v>
                </c:pt>
                <c:pt idx="24127">
                  <c:v>45548.438888888893</c:v>
                </c:pt>
                <c:pt idx="24128">
                  <c:v>46008.303472222222</c:v>
                </c:pt>
                <c:pt idx="24129">
                  <c:v>45777.06527777778</c:v>
                </c:pt>
                <c:pt idx="24130">
                  <c:v>45379.466666666667</c:v>
                </c:pt>
                <c:pt idx="24131">
                  <c:v>45811.375694444447</c:v>
                </c:pt>
                <c:pt idx="24132">
                  <c:v>45853.205555555563</c:v>
                </c:pt>
                <c:pt idx="24133">
                  <c:v>45497.706250000003</c:v>
                </c:pt>
                <c:pt idx="24134">
                  <c:v>45996.461111111108</c:v>
                </c:pt>
                <c:pt idx="24135">
                  <c:v>45992.495833333327</c:v>
                </c:pt>
                <c:pt idx="24136">
                  <c:v>45913.802777777782</c:v>
                </c:pt>
                <c:pt idx="24137">
                  <c:v>45785.956250000003</c:v>
                </c:pt>
                <c:pt idx="24138">
                  <c:v>45898.408333333333</c:v>
                </c:pt>
                <c:pt idx="24139">
                  <c:v>45869.769444444442</c:v>
                </c:pt>
                <c:pt idx="24140">
                  <c:v>45923.011805555558</c:v>
                </c:pt>
                <c:pt idx="24141">
                  <c:v>45985.762499999997</c:v>
                </c:pt>
                <c:pt idx="24142">
                  <c:v>45817.925000000003</c:v>
                </c:pt>
                <c:pt idx="24143">
                  <c:v>45835.90902777778</c:v>
                </c:pt>
                <c:pt idx="24144">
                  <c:v>45991.82708333333</c:v>
                </c:pt>
                <c:pt idx="24145">
                  <c:v>45606.372916666667</c:v>
                </c:pt>
                <c:pt idx="24146">
                  <c:v>45701.681944444441</c:v>
                </c:pt>
                <c:pt idx="24147">
                  <c:v>45555.371527777781</c:v>
                </c:pt>
                <c:pt idx="24148">
                  <c:v>45309.572916666657</c:v>
                </c:pt>
                <c:pt idx="24149">
                  <c:v>45966.405555555553</c:v>
                </c:pt>
                <c:pt idx="24150">
                  <c:v>45768.304861111108</c:v>
                </c:pt>
                <c:pt idx="24151">
                  <c:v>45406.923611111109</c:v>
                </c:pt>
                <c:pt idx="24152">
                  <c:v>45823.762499999997</c:v>
                </c:pt>
                <c:pt idx="24153">
                  <c:v>45373.345833333333</c:v>
                </c:pt>
                <c:pt idx="24154">
                  <c:v>46000.405555555553</c:v>
                </c:pt>
                <c:pt idx="24155">
                  <c:v>45330.553472222222</c:v>
                </c:pt>
                <c:pt idx="24156">
                  <c:v>45736.361805555563</c:v>
                </c:pt>
                <c:pt idx="24157">
                  <c:v>45496.359722222223</c:v>
                </c:pt>
                <c:pt idx="24158">
                  <c:v>45949.97152777778</c:v>
                </c:pt>
                <c:pt idx="24159">
                  <c:v>45896.327777777777</c:v>
                </c:pt>
                <c:pt idx="24160">
                  <c:v>45981.365277777782</c:v>
                </c:pt>
                <c:pt idx="24161">
                  <c:v>45930.923611111109</c:v>
                </c:pt>
                <c:pt idx="24162">
                  <c:v>45512.495138888888</c:v>
                </c:pt>
                <c:pt idx="24163">
                  <c:v>45622.323611111111</c:v>
                </c:pt>
                <c:pt idx="24164">
                  <c:v>45572.602083333331</c:v>
                </c:pt>
                <c:pt idx="24165">
                  <c:v>45479.634722222218</c:v>
                </c:pt>
                <c:pt idx="24166">
                  <c:v>45355.46875</c:v>
                </c:pt>
                <c:pt idx="24167">
                  <c:v>45852.344444444447</c:v>
                </c:pt>
                <c:pt idx="24168">
                  <c:v>46013.320833333331</c:v>
                </c:pt>
                <c:pt idx="24169">
                  <c:v>45664.320138888892</c:v>
                </c:pt>
                <c:pt idx="24170">
                  <c:v>45994.727083333331</c:v>
                </c:pt>
                <c:pt idx="24171">
                  <c:v>45748.48541666667</c:v>
                </c:pt>
                <c:pt idx="24172">
                  <c:v>45901.541666666657</c:v>
                </c:pt>
                <c:pt idx="24173">
                  <c:v>45753.595833333333</c:v>
                </c:pt>
                <c:pt idx="24174">
                  <c:v>45851.654861111107</c:v>
                </c:pt>
                <c:pt idx="24175">
                  <c:v>45767.007638888892</c:v>
                </c:pt>
                <c:pt idx="24176">
                  <c:v>45709.168055555558</c:v>
                </c:pt>
                <c:pt idx="24177">
                  <c:v>45718.836111111108</c:v>
                </c:pt>
                <c:pt idx="24178">
                  <c:v>45946.829861111109</c:v>
                </c:pt>
                <c:pt idx="24179">
                  <c:v>46010.560416666667</c:v>
                </c:pt>
                <c:pt idx="24180">
                  <c:v>45305.431250000001</c:v>
                </c:pt>
                <c:pt idx="24181">
                  <c:v>45504.704861111109</c:v>
                </c:pt>
                <c:pt idx="24182">
                  <c:v>45951.570833333331</c:v>
                </c:pt>
                <c:pt idx="24183">
                  <c:v>45489.493750000001</c:v>
                </c:pt>
                <c:pt idx="24184">
                  <c:v>45372.224305555559</c:v>
                </c:pt>
                <c:pt idx="24185">
                  <c:v>45670.838194444441</c:v>
                </c:pt>
                <c:pt idx="24186">
                  <c:v>45763.351388888892</c:v>
                </c:pt>
                <c:pt idx="24187">
                  <c:v>45735.585416666669</c:v>
                </c:pt>
                <c:pt idx="24188">
                  <c:v>45323.296527777777</c:v>
                </c:pt>
                <c:pt idx="24189">
                  <c:v>45561.341666666667</c:v>
                </c:pt>
                <c:pt idx="24190">
                  <c:v>45464.494444444441</c:v>
                </c:pt>
                <c:pt idx="24191">
                  <c:v>45301.368055555547</c:v>
                </c:pt>
                <c:pt idx="24192">
                  <c:v>45399.290972222218</c:v>
                </c:pt>
                <c:pt idx="24193">
                  <c:v>45547.299305555563</c:v>
                </c:pt>
                <c:pt idx="24194">
                  <c:v>45422.281944444447</c:v>
                </c:pt>
                <c:pt idx="24195">
                  <c:v>45631.595138888893</c:v>
                </c:pt>
                <c:pt idx="24196">
                  <c:v>45715.593055555553</c:v>
                </c:pt>
                <c:pt idx="24197">
                  <c:v>45642.457638888889</c:v>
                </c:pt>
                <c:pt idx="24198">
                  <c:v>45966.772222222222</c:v>
                </c:pt>
                <c:pt idx="24199">
                  <c:v>45988.745833333327</c:v>
                </c:pt>
                <c:pt idx="24200">
                  <c:v>45602.352083333331</c:v>
                </c:pt>
                <c:pt idx="24201">
                  <c:v>45691.504166666673</c:v>
                </c:pt>
                <c:pt idx="24202">
                  <c:v>45348.688194444447</c:v>
                </c:pt>
                <c:pt idx="24203">
                  <c:v>45581.351388888892</c:v>
                </c:pt>
                <c:pt idx="24204">
                  <c:v>46013.396527777782</c:v>
                </c:pt>
                <c:pt idx="24205">
                  <c:v>45530.496527777781</c:v>
                </c:pt>
                <c:pt idx="24206">
                  <c:v>45440.910416666673</c:v>
                </c:pt>
                <c:pt idx="24207">
                  <c:v>45657.861805555563</c:v>
                </c:pt>
                <c:pt idx="24208">
                  <c:v>45795.20416666667</c:v>
                </c:pt>
                <c:pt idx="24209">
                  <c:v>45776.754166666673</c:v>
                </c:pt>
                <c:pt idx="24210">
                  <c:v>45813.521527777782</c:v>
                </c:pt>
                <c:pt idx="24211">
                  <c:v>45739.749305555553</c:v>
                </c:pt>
                <c:pt idx="24212">
                  <c:v>45440.643055555563</c:v>
                </c:pt>
                <c:pt idx="24213">
                  <c:v>45908.347916666673</c:v>
                </c:pt>
                <c:pt idx="24214">
                  <c:v>46018.818055555559</c:v>
                </c:pt>
                <c:pt idx="24215">
                  <c:v>45728.679861111108</c:v>
                </c:pt>
                <c:pt idx="24216">
                  <c:v>45686.543055555558</c:v>
                </c:pt>
                <c:pt idx="24217">
                  <c:v>45881.951388888891</c:v>
                </c:pt>
                <c:pt idx="24218">
                  <c:v>45948.852777777778</c:v>
                </c:pt>
                <c:pt idx="24219">
                  <c:v>45796.616666666669</c:v>
                </c:pt>
                <c:pt idx="24220">
                  <c:v>45872.681944444441</c:v>
                </c:pt>
                <c:pt idx="24221">
                  <c:v>45742.850694444453</c:v>
                </c:pt>
                <c:pt idx="24222">
                  <c:v>46011.387499999997</c:v>
                </c:pt>
                <c:pt idx="24223">
                  <c:v>45584.923611111109</c:v>
                </c:pt>
                <c:pt idx="24224">
                  <c:v>45632.913888888892</c:v>
                </c:pt>
                <c:pt idx="24225">
                  <c:v>45693.338194444441</c:v>
                </c:pt>
                <c:pt idx="24226">
                  <c:v>45588.878472222219</c:v>
                </c:pt>
                <c:pt idx="24227">
                  <c:v>45578.880555555559</c:v>
                </c:pt>
                <c:pt idx="24228">
                  <c:v>45699.809027777781</c:v>
                </c:pt>
                <c:pt idx="24229">
                  <c:v>45602.770833333343</c:v>
                </c:pt>
                <c:pt idx="24230">
                  <c:v>45560.418055555558</c:v>
                </c:pt>
                <c:pt idx="24231">
                  <c:v>45646.580555555563</c:v>
                </c:pt>
                <c:pt idx="24232">
                  <c:v>45628.575694444437</c:v>
                </c:pt>
                <c:pt idx="24233">
                  <c:v>45681.385416666657</c:v>
                </c:pt>
                <c:pt idx="24234">
                  <c:v>45865.572916666657</c:v>
                </c:pt>
                <c:pt idx="24235">
                  <c:v>45777.713194444441</c:v>
                </c:pt>
                <c:pt idx="24236">
                  <c:v>45590.907638888893</c:v>
                </c:pt>
                <c:pt idx="24237">
                  <c:v>45747.765277777777</c:v>
                </c:pt>
                <c:pt idx="24238">
                  <c:v>45604.429166666669</c:v>
                </c:pt>
                <c:pt idx="24239">
                  <c:v>45632.595138888893</c:v>
                </c:pt>
                <c:pt idx="24240">
                  <c:v>45626.70416666667</c:v>
                </c:pt>
                <c:pt idx="24241">
                  <c:v>45414.28125</c:v>
                </c:pt>
                <c:pt idx="24242">
                  <c:v>45662.815972222219</c:v>
                </c:pt>
                <c:pt idx="24243">
                  <c:v>45548.670138888891</c:v>
                </c:pt>
                <c:pt idx="24244">
                  <c:v>45693.886805555558</c:v>
                </c:pt>
                <c:pt idx="24245">
                  <c:v>45566.589583333327</c:v>
                </c:pt>
                <c:pt idx="24246">
                  <c:v>45778.227083333331</c:v>
                </c:pt>
                <c:pt idx="24247">
                  <c:v>45816.472222222219</c:v>
                </c:pt>
                <c:pt idx="24248">
                  <c:v>45628.60833333333</c:v>
                </c:pt>
                <c:pt idx="24249">
                  <c:v>45840.664583333331</c:v>
                </c:pt>
                <c:pt idx="24250">
                  <c:v>45583.354861111111</c:v>
                </c:pt>
                <c:pt idx="24251">
                  <c:v>45451.90625</c:v>
                </c:pt>
                <c:pt idx="24252">
                  <c:v>45754.805555555547</c:v>
                </c:pt>
                <c:pt idx="24253">
                  <c:v>45737.756944444453</c:v>
                </c:pt>
                <c:pt idx="24254">
                  <c:v>45902.884027777778</c:v>
                </c:pt>
                <c:pt idx="24255">
                  <c:v>45809.025694444441</c:v>
                </c:pt>
                <c:pt idx="24256">
                  <c:v>45570.031944444447</c:v>
                </c:pt>
                <c:pt idx="24257">
                  <c:v>45383.788194444453</c:v>
                </c:pt>
                <c:pt idx="24258">
                  <c:v>45960.445138888892</c:v>
                </c:pt>
                <c:pt idx="24259">
                  <c:v>45942.894444444442</c:v>
                </c:pt>
                <c:pt idx="24260">
                  <c:v>45819.877083333333</c:v>
                </c:pt>
                <c:pt idx="24261">
                  <c:v>45791.70416666667</c:v>
                </c:pt>
                <c:pt idx="24262">
                  <c:v>45949.782638888893</c:v>
                </c:pt>
                <c:pt idx="24263">
                  <c:v>45937.413888888892</c:v>
                </c:pt>
                <c:pt idx="24264">
                  <c:v>45590.716666666667</c:v>
                </c:pt>
                <c:pt idx="24265">
                  <c:v>45474.80972222222</c:v>
                </c:pt>
                <c:pt idx="24266">
                  <c:v>45316.88958333333</c:v>
                </c:pt>
                <c:pt idx="24267">
                  <c:v>45412.32708333333</c:v>
                </c:pt>
                <c:pt idx="24268">
                  <c:v>45646.619444444441</c:v>
                </c:pt>
                <c:pt idx="24269">
                  <c:v>45851.650694444441</c:v>
                </c:pt>
                <c:pt idx="24270">
                  <c:v>45434.345833333333</c:v>
                </c:pt>
                <c:pt idx="24271">
                  <c:v>45502.427083333343</c:v>
                </c:pt>
                <c:pt idx="24272">
                  <c:v>45548.387499999997</c:v>
                </c:pt>
                <c:pt idx="24273">
                  <c:v>45933.452777777777</c:v>
                </c:pt>
                <c:pt idx="24274">
                  <c:v>45529.326388888891</c:v>
                </c:pt>
                <c:pt idx="24275">
                  <c:v>45364.420138888891</c:v>
                </c:pt>
                <c:pt idx="24276">
                  <c:v>46021.816666666673</c:v>
                </c:pt>
                <c:pt idx="24277">
                  <c:v>45296.429166666669</c:v>
                </c:pt>
                <c:pt idx="24278">
                  <c:v>45968.343055555553</c:v>
                </c:pt>
                <c:pt idx="24279">
                  <c:v>45874.335416666669</c:v>
                </c:pt>
                <c:pt idx="24280">
                  <c:v>45568.552777777782</c:v>
                </c:pt>
                <c:pt idx="24281">
                  <c:v>45806.322916666657</c:v>
                </c:pt>
                <c:pt idx="24282">
                  <c:v>45831.321527777778</c:v>
                </c:pt>
                <c:pt idx="24283">
                  <c:v>45915.67291666667</c:v>
                </c:pt>
                <c:pt idx="24284">
                  <c:v>45676.35833333333</c:v>
                </c:pt>
                <c:pt idx="24285">
                  <c:v>45743.685416666667</c:v>
                </c:pt>
                <c:pt idx="24286">
                  <c:v>45391.370138888888</c:v>
                </c:pt>
                <c:pt idx="24287">
                  <c:v>45777.799305555563</c:v>
                </c:pt>
                <c:pt idx="24288">
                  <c:v>45453.46597222222</c:v>
                </c:pt>
                <c:pt idx="24289">
                  <c:v>45896.353472222218</c:v>
                </c:pt>
                <c:pt idx="24290">
                  <c:v>45932.997916666667</c:v>
                </c:pt>
                <c:pt idx="24291">
                  <c:v>45384.352083333331</c:v>
                </c:pt>
                <c:pt idx="24292">
                  <c:v>45992.298611111109</c:v>
                </c:pt>
                <c:pt idx="24293">
                  <c:v>45753.936111111107</c:v>
                </c:pt>
                <c:pt idx="24294">
                  <c:v>45684.693055555559</c:v>
                </c:pt>
                <c:pt idx="24295">
                  <c:v>45693.878472222219</c:v>
                </c:pt>
                <c:pt idx="24296">
                  <c:v>45987.93472222222</c:v>
                </c:pt>
                <c:pt idx="24297">
                  <c:v>46012.59652777778</c:v>
                </c:pt>
                <c:pt idx="24298">
                  <c:v>45962.817361111112</c:v>
                </c:pt>
                <c:pt idx="24299">
                  <c:v>45896.40347222222</c:v>
                </c:pt>
                <c:pt idx="24300">
                  <c:v>45989.412499999999</c:v>
                </c:pt>
                <c:pt idx="24301">
                  <c:v>45911.481249999997</c:v>
                </c:pt>
                <c:pt idx="24302">
                  <c:v>45772.481944444437</c:v>
                </c:pt>
                <c:pt idx="24303">
                  <c:v>45740.525000000001</c:v>
                </c:pt>
                <c:pt idx="24304">
                  <c:v>45778.451388888891</c:v>
                </c:pt>
                <c:pt idx="24305">
                  <c:v>45854.506249999999</c:v>
                </c:pt>
                <c:pt idx="24306">
                  <c:v>45534.452777777777</c:v>
                </c:pt>
                <c:pt idx="24307">
                  <c:v>46006.493750000001</c:v>
                </c:pt>
                <c:pt idx="24308">
                  <c:v>45722.003472222219</c:v>
                </c:pt>
                <c:pt idx="24309">
                  <c:v>45435.819444444453</c:v>
                </c:pt>
                <c:pt idx="24310">
                  <c:v>45704.594444444447</c:v>
                </c:pt>
                <c:pt idx="24311">
                  <c:v>45670.808333333327</c:v>
                </c:pt>
                <c:pt idx="24312">
                  <c:v>45686.650694444441</c:v>
                </c:pt>
                <c:pt idx="24313">
                  <c:v>45892.77847222222</c:v>
                </c:pt>
                <c:pt idx="24314">
                  <c:v>45648.443055555559</c:v>
                </c:pt>
                <c:pt idx="24315">
                  <c:v>45963.302083333343</c:v>
                </c:pt>
                <c:pt idx="24316">
                  <c:v>45748.84097222222</c:v>
                </c:pt>
                <c:pt idx="24317">
                  <c:v>45983.42291666667</c:v>
                </c:pt>
                <c:pt idx="24318">
                  <c:v>46007.440972222219</c:v>
                </c:pt>
                <c:pt idx="24319">
                  <c:v>45565.364583333343</c:v>
                </c:pt>
                <c:pt idx="24320">
                  <c:v>45736.401388888888</c:v>
                </c:pt>
                <c:pt idx="24321">
                  <c:v>45912.5625</c:v>
                </c:pt>
                <c:pt idx="24322">
                  <c:v>45800.777083333327</c:v>
                </c:pt>
                <c:pt idx="24323">
                  <c:v>45931.390972222223</c:v>
                </c:pt>
                <c:pt idx="24324">
                  <c:v>45781.77847222222</c:v>
                </c:pt>
                <c:pt idx="24325">
                  <c:v>45863.524305555547</c:v>
                </c:pt>
                <c:pt idx="24326">
                  <c:v>45928.745833333327</c:v>
                </c:pt>
                <c:pt idx="24327">
                  <c:v>45882.824305555558</c:v>
                </c:pt>
                <c:pt idx="24328">
                  <c:v>45823.875</c:v>
                </c:pt>
                <c:pt idx="24329">
                  <c:v>45709.751388888893</c:v>
                </c:pt>
                <c:pt idx="24330">
                  <c:v>45764.84652777778</c:v>
                </c:pt>
                <c:pt idx="24331">
                  <c:v>45728.736805555563</c:v>
                </c:pt>
                <c:pt idx="24332">
                  <c:v>45614.868750000001</c:v>
                </c:pt>
                <c:pt idx="24333">
                  <c:v>45950.367361111108</c:v>
                </c:pt>
                <c:pt idx="24334">
                  <c:v>46023.754166666673</c:v>
                </c:pt>
                <c:pt idx="24335">
                  <c:v>45587.923611111109</c:v>
                </c:pt>
                <c:pt idx="24336">
                  <c:v>45672.863194444442</c:v>
                </c:pt>
                <c:pt idx="24337">
                  <c:v>45759.77847222222</c:v>
                </c:pt>
                <c:pt idx="24338">
                  <c:v>45713.779166666667</c:v>
                </c:pt>
                <c:pt idx="24339">
                  <c:v>45816.972222222219</c:v>
                </c:pt>
                <c:pt idx="24340">
                  <c:v>45447.520138888889</c:v>
                </c:pt>
                <c:pt idx="24341">
                  <c:v>45454.602777777778</c:v>
                </c:pt>
                <c:pt idx="24342">
                  <c:v>45439.736111111109</c:v>
                </c:pt>
                <c:pt idx="24343">
                  <c:v>45801.578472222223</c:v>
                </c:pt>
                <c:pt idx="24344">
                  <c:v>45976.415972222218</c:v>
                </c:pt>
                <c:pt idx="24345">
                  <c:v>45626.829861111109</c:v>
                </c:pt>
                <c:pt idx="24346">
                  <c:v>45554.585416666669</c:v>
                </c:pt>
                <c:pt idx="24347">
                  <c:v>45772.807638888888</c:v>
                </c:pt>
                <c:pt idx="24348">
                  <c:v>45752.804861111108</c:v>
                </c:pt>
                <c:pt idx="24349">
                  <c:v>45803.482638888891</c:v>
                </c:pt>
                <c:pt idx="24350">
                  <c:v>46005.635416666657</c:v>
                </c:pt>
                <c:pt idx="24351">
                  <c:v>45891.442361111112</c:v>
                </c:pt>
                <c:pt idx="24352">
                  <c:v>45757.619444444441</c:v>
                </c:pt>
                <c:pt idx="24353">
                  <c:v>45304.615972222222</c:v>
                </c:pt>
                <c:pt idx="24354">
                  <c:v>45521.774305555547</c:v>
                </c:pt>
                <c:pt idx="24355">
                  <c:v>45588.84652777778</c:v>
                </c:pt>
                <c:pt idx="24356">
                  <c:v>45834.739583333343</c:v>
                </c:pt>
                <c:pt idx="24357">
                  <c:v>45427.522222222222</c:v>
                </c:pt>
                <c:pt idx="24358">
                  <c:v>45754.714583333327</c:v>
                </c:pt>
                <c:pt idx="24359">
                  <c:v>45455.723611111112</c:v>
                </c:pt>
                <c:pt idx="24360">
                  <c:v>45798.501388888893</c:v>
                </c:pt>
                <c:pt idx="24361">
                  <c:v>45698.6875</c:v>
                </c:pt>
                <c:pt idx="24362">
                  <c:v>45461.560416666667</c:v>
                </c:pt>
                <c:pt idx="24363">
                  <c:v>45885.993055555547</c:v>
                </c:pt>
                <c:pt idx="24364">
                  <c:v>45726.794444444437</c:v>
                </c:pt>
                <c:pt idx="24365">
                  <c:v>45538.80972222222</c:v>
                </c:pt>
                <c:pt idx="24366">
                  <c:v>45546.40347222222</c:v>
                </c:pt>
                <c:pt idx="24367">
                  <c:v>45628.69027777778</c:v>
                </c:pt>
                <c:pt idx="24368">
                  <c:v>45989.495138888888</c:v>
                </c:pt>
                <c:pt idx="24369">
                  <c:v>45874.305555555547</c:v>
                </c:pt>
                <c:pt idx="24370">
                  <c:v>45911.545138888891</c:v>
                </c:pt>
                <c:pt idx="24371">
                  <c:v>45929.439583333333</c:v>
                </c:pt>
                <c:pt idx="24372">
                  <c:v>45866.720833333333</c:v>
                </c:pt>
                <c:pt idx="24373">
                  <c:v>45845.908333333333</c:v>
                </c:pt>
                <c:pt idx="24374">
                  <c:v>45872.002083333333</c:v>
                </c:pt>
                <c:pt idx="24375">
                  <c:v>45856.932638888888</c:v>
                </c:pt>
                <c:pt idx="24376">
                  <c:v>46017.6875</c:v>
                </c:pt>
                <c:pt idx="24377">
                  <c:v>45317.647916666669</c:v>
                </c:pt>
                <c:pt idx="24378">
                  <c:v>45659.856249999997</c:v>
                </c:pt>
                <c:pt idx="24379">
                  <c:v>45999.734722222223</c:v>
                </c:pt>
                <c:pt idx="24380">
                  <c:v>45756.822222222218</c:v>
                </c:pt>
                <c:pt idx="24381">
                  <c:v>45535.614583333343</c:v>
                </c:pt>
                <c:pt idx="24382">
                  <c:v>45409.704861111109</c:v>
                </c:pt>
                <c:pt idx="24383">
                  <c:v>45463.768055555563</c:v>
                </c:pt>
                <c:pt idx="24384">
                  <c:v>45946.504861111112</c:v>
                </c:pt>
                <c:pt idx="24385">
                  <c:v>45362.870138888888</c:v>
                </c:pt>
                <c:pt idx="24386">
                  <c:v>45854.654166666667</c:v>
                </c:pt>
                <c:pt idx="24387">
                  <c:v>45810.847916666673</c:v>
                </c:pt>
                <c:pt idx="24388">
                  <c:v>45619.750694444447</c:v>
                </c:pt>
                <c:pt idx="24389">
                  <c:v>45496.942361111112</c:v>
                </c:pt>
                <c:pt idx="24390">
                  <c:v>45586.686111111107</c:v>
                </c:pt>
                <c:pt idx="24391">
                  <c:v>45900.629861111112</c:v>
                </c:pt>
                <c:pt idx="24392">
                  <c:v>45728.467361111107</c:v>
                </c:pt>
                <c:pt idx="24393">
                  <c:v>45860.600694444453</c:v>
                </c:pt>
                <c:pt idx="24394">
                  <c:v>45869.703472222223</c:v>
                </c:pt>
                <c:pt idx="24395">
                  <c:v>45865.931250000001</c:v>
                </c:pt>
                <c:pt idx="24396">
                  <c:v>45916.308333333327</c:v>
                </c:pt>
                <c:pt idx="24397">
                  <c:v>45903.283333333333</c:v>
                </c:pt>
                <c:pt idx="24398">
                  <c:v>45878.269444444442</c:v>
                </c:pt>
                <c:pt idx="24399">
                  <c:v>45810.379166666673</c:v>
                </c:pt>
                <c:pt idx="24400">
                  <c:v>45754.382638888892</c:v>
                </c:pt>
                <c:pt idx="24401">
                  <c:v>45745.947916666657</c:v>
                </c:pt>
                <c:pt idx="24402">
                  <c:v>45501.88958333333</c:v>
                </c:pt>
                <c:pt idx="24403">
                  <c:v>45927.857638888891</c:v>
                </c:pt>
                <c:pt idx="24404">
                  <c:v>45793.506944444453</c:v>
                </c:pt>
                <c:pt idx="24405">
                  <c:v>45597.63958333333</c:v>
                </c:pt>
                <c:pt idx="24406">
                  <c:v>45766.526388888888</c:v>
                </c:pt>
                <c:pt idx="24407">
                  <c:v>45714.542361111111</c:v>
                </c:pt>
                <c:pt idx="24408">
                  <c:v>45295.462500000001</c:v>
                </c:pt>
                <c:pt idx="24409">
                  <c:v>45846.473611111112</c:v>
                </c:pt>
                <c:pt idx="24410">
                  <c:v>45418.95416666667</c:v>
                </c:pt>
                <c:pt idx="24411">
                  <c:v>45691.604861111111</c:v>
                </c:pt>
                <c:pt idx="24412">
                  <c:v>45742.609027777777</c:v>
                </c:pt>
                <c:pt idx="24413">
                  <c:v>45741.484722222223</c:v>
                </c:pt>
                <c:pt idx="24414">
                  <c:v>45778.906944444447</c:v>
                </c:pt>
                <c:pt idx="24415">
                  <c:v>45654.788194444453</c:v>
                </c:pt>
                <c:pt idx="24416">
                  <c:v>45656.517361111109</c:v>
                </c:pt>
                <c:pt idx="24417">
                  <c:v>45633.036111111112</c:v>
                </c:pt>
                <c:pt idx="24418">
                  <c:v>46014.056250000001</c:v>
                </c:pt>
                <c:pt idx="24419">
                  <c:v>45952.938194444447</c:v>
                </c:pt>
                <c:pt idx="24420">
                  <c:v>45690.436805555553</c:v>
                </c:pt>
                <c:pt idx="24421">
                  <c:v>46005.702777777777</c:v>
                </c:pt>
                <c:pt idx="24422">
                  <c:v>45373.427777777782</c:v>
                </c:pt>
                <c:pt idx="24423">
                  <c:v>45566.941666666673</c:v>
                </c:pt>
                <c:pt idx="24424">
                  <c:v>45486.550694444442</c:v>
                </c:pt>
                <c:pt idx="24425">
                  <c:v>45507.398611111108</c:v>
                </c:pt>
                <c:pt idx="24426">
                  <c:v>45631.470833333333</c:v>
                </c:pt>
                <c:pt idx="24427">
                  <c:v>45855.55972222222</c:v>
                </c:pt>
                <c:pt idx="24428">
                  <c:v>45752.470833333333</c:v>
                </c:pt>
                <c:pt idx="24429">
                  <c:v>45421.34652777778</c:v>
                </c:pt>
                <c:pt idx="24430">
                  <c:v>45698.324999999997</c:v>
                </c:pt>
                <c:pt idx="24431">
                  <c:v>45590.541666666657</c:v>
                </c:pt>
                <c:pt idx="24432">
                  <c:v>45345.354166666657</c:v>
                </c:pt>
                <c:pt idx="24433">
                  <c:v>45315.349305555559</c:v>
                </c:pt>
                <c:pt idx="24434">
                  <c:v>45618.459027777782</c:v>
                </c:pt>
                <c:pt idx="24435">
                  <c:v>45960.456250000003</c:v>
                </c:pt>
                <c:pt idx="24436">
                  <c:v>45670.925000000003</c:v>
                </c:pt>
                <c:pt idx="24437">
                  <c:v>45708.67083333333</c:v>
                </c:pt>
                <c:pt idx="24438">
                  <c:v>45966.550694444442</c:v>
                </c:pt>
                <c:pt idx="24439">
                  <c:v>45952.722916666673</c:v>
                </c:pt>
                <c:pt idx="24440">
                  <c:v>45906.65902777778</c:v>
                </c:pt>
                <c:pt idx="24441">
                  <c:v>45898.682638888888</c:v>
                </c:pt>
                <c:pt idx="24442">
                  <c:v>45893.539583333331</c:v>
                </c:pt>
                <c:pt idx="24443">
                  <c:v>45858.538888888892</c:v>
                </c:pt>
                <c:pt idx="24444">
                  <c:v>45871.75277777778</c:v>
                </c:pt>
                <c:pt idx="24445">
                  <c:v>45777.587500000001</c:v>
                </c:pt>
                <c:pt idx="24446">
                  <c:v>45782.265972222223</c:v>
                </c:pt>
                <c:pt idx="24447">
                  <c:v>45762.067361111112</c:v>
                </c:pt>
                <c:pt idx="24448">
                  <c:v>45603.922222222223</c:v>
                </c:pt>
                <c:pt idx="24449">
                  <c:v>45730.753472222219</c:v>
                </c:pt>
                <c:pt idx="24450">
                  <c:v>45742.783333333333</c:v>
                </c:pt>
                <c:pt idx="24451">
                  <c:v>45998.379861111112</c:v>
                </c:pt>
                <c:pt idx="24452">
                  <c:v>45888.988194444442</c:v>
                </c:pt>
                <c:pt idx="24453">
                  <c:v>45846.699305555558</c:v>
                </c:pt>
                <c:pt idx="24454">
                  <c:v>46022.659722222219</c:v>
                </c:pt>
                <c:pt idx="24455">
                  <c:v>45812.660416666673</c:v>
                </c:pt>
                <c:pt idx="24456">
                  <c:v>45941.811805555553</c:v>
                </c:pt>
                <c:pt idx="24457">
                  <c:v>45442.762499999997</c:v>
                </c:pt>
                <c:pt idx="24458">
                  <c:v>45925.271527777782</c:v>
                </c:pt>
                <c:pt idx="24459">
                  <c:v>45527.293055555558</c:v>
                </c:pt>
                <c:pt idx="24460">
                  <c:v>45880.328472222223</c:v>
                </c:pt>
                <c:pt idx="24461">
                  <c:v>45318.477777777778</c:v>
                </c:pt>
                <c:pt idx="24462">
                  <c:v>45585.341666666667</c:v>
                </c:pt>
                <c:pt idx="24463">
                  <c:v>45826.677777777782</c:v>
                </c:pt>
                <c:pt idx="24464">
                  <c:v>45896.677777777782</c:v>
                </c:pt>
                <c:pt idx="24465">
                  <c:v>45792.015972222223</c:v>
                </c:pt>
                <c:pt idx="24466">
                  <c:v>45756.685416666667</c:v>
                </c:pt>
                <c:pt idx="24467">
                  <c:v>45882.211111111108</c:v>
                </c:pt>
                <c:pt idx="24468">
                  <c:v>45498.060416666667</c:v>
                </c:pt>
                <c:pt idx="24469">
                  <c:v>45692.758333333331</c:v>
                </c:pt>
                <c:pt idx="24470">
                  <c:v>45642.823611111111</c:v>
                </c:pt>
                <c:pt idx="24471">
                  <c:v>45452.454861111109</c:v>
                </c:pt>
                <c:pt idx="24472">
                  <c:v>45867.411111111112</c:v>
                </c:pt>
                <c:pt idx="24473">
                  <c:v>45724.380555555559</c:v>
                </c:pt>
                <c:pt idx="24474">
                  <c:v>45610.803472222222</c:v>
                </c:pt>
                <c:pt idx="24475">
                  <c:v>45553.284722222219</c:v>
                </c:pt>
                <c:pt idx="24476">
                  <c:v>45912.63958333333</c:v>
                </c:pt>
                <c:pt idx="24477">
                  <c:v>45715.426388888889</c:v>
                </c:pt>
                <c:pt idx="24478">
                  <c:v>45714.320138888892</c:v>
                </c:pt>
                <c:pt idx="24479">
                  <c:v>45672.292361111111</c:v>
                </c:pt>
                <c:pt idx="24480">
                  <c:v>45657.847916666673</c:v>
                </c:pt>
                <c:pt idx="24481">
                  <c:v>45624.754166666673</c:v>
                </c:pt>
                <c:pt idx="24482">
                  <c:v>45623.490972222222</c:v>
                </c:pt>
                <c:pt idx="24483">
                  <c:v>45608.499305555553</c:v>
                </c:pt>
                <c:pt idx="24484">
                  <c:v>45998.835416666669</c:v>
                </c:pt>
                <c:pt idx="24485">
                  <c:v>45976.42291666667</c:v>
                </c:pt>
                <c:pt idx="24486">
                  <c:v>45771.493055555547</c:v>
                </c:pt>
                <c:pt idx="24487">
                  <c:v>45762.731249999997</c:v>
                </c:pt>
                <c:pt idx="24488">
                  <c:v>45838.886111111111</c:v>
                </c:pt>
                <c:pt idx="24489">
                  <c:v>45628.81527777778</c:v>
                </c:pt>
                <c:pt idx="24490">
                  <c:v>45694.688194444447</c:v>
                </c:pt>
                <c:pt idx="24491">
                  <c:v>45584.334027777782</c:v>
                </c:pt>
                <c:pt idx="24492">
                  <c:v>45788.431250000001</c:v>
                </c:pt>
                <c:pt idx="24493">
                  <c:v>45461.805555555547</c:v>
                </c:pt>
                <c:pt idx="24494">
                  <c:v>45740.800694444442</c:v>
                </c:pt>
                <c:pt idx="24495">
                  <c:v>45332.353472222218</c:v>
                </c:pt>
                <c:pt idx="24496">
                  <c:v>45911.670138888891</c:v>
                </c:pt>
                <c:pt idx="24497">
                  <c:v>45879.691666666673</c:v>
                </c:pt>
                <c:pt idx="24498">
                  <c:v>45948.757638888892</c:v>
                </c:pt>
                <c:pt idx="24499">
                  <c:v>45389.614583333343</c:v>
                </c:pt>
                <c:pt idx="24500">
                  <c:v>46013.491666666669</c:v>
                </c:pt>
                <c:pt idx="24501">
                  <c:v>45636.601388888892</c:v>
                </c:pt>
                <c:pt idx="24502">
                  <c:v>45539.498611111107</c:v>
                </c:pt>
                <c:pt idx="24503">
                  <c:v>45944.70416666667</c:v>
                </c:pt>
                <c:pt idx="24504">
                  <c:v>45754.611805555563</c:v>
                </c:pt>
                <c:pt idx="24505">
                  <c:v>45782.379166666673</c:v>
                </c:pt>
                <c:pt idx="24506">
                  <c:v>45627.736805555563</c:v>
                </c:pt>
                <c:pt idx="24507">
                  <c:v>45708.402777777781</c:v>
                </c:pt>
                <c:pt idx="24508">
                  <c:v>45767.37222222222</c:v>
                </c:pt>
                <c:pt idx="24509">
                  <c:v>45900.611111111109</c:v>
                </c:pt>
                <c:pt idx="24510">
                  <c:v>45911.617361111108</c:v>
                </c:pt>
                <c:pt idx="24511">
                  <c:v>45919.852777777778</c:v>
                </c:pt>
                <c:pt idx="24512">
                  <c:v>45904.911111111112</c:v>
                </c:pt>
                <c:pt idx="24513">
                  <c:v>45619.87777777778</c:v>
                </c:pt>
                <c:pt idx="24514">
                  <c:v>45528.97152777778</c:v>
                </c:pt>
                <c:pt idx="24515">
                  <c:v>45859.030555555553</c:v>
                </c:pt>
                <c:pt idx="24516">
                  <c:v>45995.321527777778</c:v>
                </c:pt>
                <c:pt idx="24517">
                  <c:v>45817.763194444437</c:v>
                </c:pt>
                <c:pt idx="24518">
                  <c:v>45737.663194444453</c:v>
                </c:pt>
                <c:pt idx="24519">
                  <c:v>45840.519444444442</c:v>
                </c:pt>
                <c:pt idx="24520">
                  <c:v>45966.451388888891</c:v>
                </c:pt>
                <c:pt idx="24521">
                  <c:v>45898.477777777778</c:v>
                </c:pt>
                <c:pt idx="24522">
                  <c:v>45616.895138888889</c:v>
                </c:pt>
                <c:pt idx="24523">
                  <c:v>45775.44027777778</c:v>
                </c:pt>
                <c:pt idx="24524">
                  <c:v>45617.929166666669</c:v>
                </c:pt>
                <c:pt idx="24525">
                  <c:v>45616.004861111112</c:v>
                </c:pt>
                <c:pt idx="24526">
                  <c:v>45608.041666666657</c:v>
                </c:pt>
                <c:pt idx="24527">
                  <c:v>45936.751388888893</c:v>
                </c:pt>
                <c:pt idx="24528">
                  <c:v>45689.400694444441</c:v>
                </c:pt>
                <c:pt idx="24529">
                  <c:v>45788.904166666667</c:v>
                </c:pt>
                <c:pt idx="24530">
                  <c:v>45831.434027777781</c:v>
                </c:pt>
                <c:pt idx="24531">
                  <c:v>46015.879166666673</c:v>
                </c:pt>
                <c:pt idx="24532">
                  <c:v>45905.61041666667</c:v>
                </c:pt>
                <c:pt idx="24533">
                  <c:v>45836.422222222223</c:v>
                </c:pt>
                <c:pt idx="24534">
                  <c:v>45653.713888888888</c:v>
                </c:pt>
                <c:pt idx="24535">
                  <c:v>45857.420138888891</c:v>
                </c:pt>
                <c:pt idx="24536">
                  <c:v>46016.859027777777</c:v>
                </c:pt>
                <c:pt idx="24537">
                  <c:v>45865.636805555558</c:v>
                </c:pt>
                <c:pt idx="24538">
                  <c:v>45755.384027777778</c:v>
                </c:pt>
                <c:pt idx="24539">
                  <c:v>45758.367361111108</c:v>
                </c:pt>
                <c:pt idx="24540">
                  <c:v>45568.595138888893</c:v>
                </c:pt>
                <c:pt idx="24541">
                  <c:v>45982.589583333327</c:v>
                </c:pt>
                <c:pt idx="24542">
                  <c:v>45292.881944444453</c:v>
                </c:pt>
                <c:pt idx="24543">
                  <c:v>45841.908333333333</c:v>
                </c:pt>
                <c:pt idx="24544">
                  <c:v>45413.842361111107</c:v>
                </c:pt>
                <c:pt idx="24545">
                  <c:v>45698.6</c:v>
                </c:pt>
                <c:pt idx="24546">
                  <c:v>45936.874305555553</c:v>
                </c:pt>
                <c:pt idx="24547">
                  <c:v>45334.568055555559</c:v>
                </c:pt>
                <c:pt idx="24548">
                  <c:v>45974.481944444437</c:v>
                </c:pt>
                <c:pt idx="24549">
                  <c:v>45855.771527777782</c:v>
                </c:pt>
                <c:pt idx="24550">
                  <c:v>45347.425694444442</c:v>
                </c:pt>
                <c:pt idx="24551">
                  <c:v>46010.461111111108</c:v>
                </c:pt>
                <c:pt idx="24552">
                  <c:v>45958.589583333327</c:v>
                </c:pt>
                <c:pt idx="24553">
                  <c:v>45312.867361111108</c:v>
                </c:pt>
                <c:pt idx="24554">
                  <c:v>45989.349305555559</c:v>
                </c:pt>
                <c:pt idx="24555">
                  <c:v>45865.719444444447</c:v>
                </c:pt>
                <c:pt idx="24556">
                  <c:v>45985.374305555553</c:v>
                </c:pt>
                <c:pt idx="24557">
                  <c:v>45912.545138888891</c:v>
                </c:pt>
                <c:pt idx="24558">
                  <c:v>45982.506944444453</c:v>
                </c:pt>
                <c:pt idx="24559">
                  <c:v>46005.539583333331</c:v>
                </c:pt>
                <c:pt idx="24560">
                  <c:v>45826.772916666669</c:v>
                </c:pt>
                <c:pt idx="24561">
                  <c:v>45775.445138888892</c:v>
                </c:pt>
                <c:pt idx="24562">
                  <c:v>45518.538888888892</c:v>
                </c:pt>
                <c:pt idx="24563">
                  <c:v>45449.527777777781</c:v>
                </c:pt>
                <c:pt idx="24564">
                  <c:v>45771.456250000003</c:v>
                </c:pt>
                <c:pt idx="24565">
                  <c:v>45994.00277777778</c:v>
                </c:pt>
                <c:pt idx="24566">
                  <c:v>45796.95</c:v>
                </c:pt>
                <c:pt idx="24567">
                  <c:v>45769.973611111112</c:v>
                </c:pt>
                <c:pt idx="24568">
                  <c:v>45994.395138888889</c:v>
                </c:pt>
                <c:pt idx="24569">
                  <c:v>45443.304166666669</c:v>
                </c:pt>
                <c:pt idx="24570">
                  <c:v>46005.746527777781</c:v>
                </c:pt>
                <c:pt idx="24571">
                  <c:v>45759.883333333331</c:v>
                </c:pt>
                <c:pt idx="24572">
                  <c:v>46000.381944444453</c:v>
                </c:pt>
                <c:pt idx="24573">
                  <c:v>45420.888888888891</c:v>
                </c:pt>
                <c:pt idx="24574">
                  <c:v>45446.29791666667</c:v>
                </c:pt>
                <c:pt idx="24575">
                  <c:v>45984.383333333331</c:v>
                </c:pt>
                <c:pt idx="24576">
                  <c:v>45896.359722222223</c:v>
                </c:pt>
                <c:pt idx="24577">
                  <c:v>45886.854861111111</c:v>
                </c:pt>
                <c:pt idx="24578">
                  <c:v>45745.478472222218</c:v>
                </c:pt>
                <c:pt idx="24579">
                  <c:v>45375.784722222219</c:v>
                </c:pt>
                <c:pt idx="24580">
                  <c:v>45342.453472222223</c:v>
                </c:pt>
                <c:pt idx="24581">
                  <c:v>45833.529166666667</c:v>
                </c:pt>
                <c:pt idx="24582">
                  <c:v>45816.540972222218</c:v>
                </c:pt>
                <c:pt idx="24583">
                  <c:v>45342.320833333331</c:v>
                </c:pt>
                <c:pt idx="24584">
                  <c:v>45356.310416666667</c:v>
                </c:pt>
                <c:pt idx="24585">
                  <c:v>45964.396527777782</c:v>
                </c:pt>
                <c:pt idx="24586">
                  <c:v>45312.462500000001</c:v>
                </c:pt>
                <c:pt idx="24587">
                  <c:v>45915.390277777777</c:v>
                </c:pt>
                <c:pt idx="24588">
                  <c:v>45433.545138888891</c:v>
                </c:pt>
                <c:pt idx="24589">
                  <c:v>45454.708333333343</c:v>
                </c:pt>
                <c:pt idx="24590">
                  <c:v>45383.604861111111</c:v>
                </c:pt>
                <c:pt idx="24591">
                  <c:v>45924.689583333333</c:v>
                </c:pt>
                <c:pt idx="24592">
                  <c:v>45865.878472222219</c:v>
                </c:pt>
                <c:pt idx="24593">
                  <c:v>45824.412499999999</c:v>
                </c:pt>
                <c:pt idx="24594">
                  <c:v>45941.736805555563</c:v>
                </c:pt>
                <c:pt idx="24595">
                  <c:v>45856.352083333331</c:v>
                </c:pt>
                <c:pt idx="24596">
                  <c:v>46001.415972222218</c:v>
                </c:pt>
                <c:pt idx="24597">
                  <c:v>45993.366666666669</c:v>
                </c:pt>
                <c:pt idx="24598">
                  <c:v>45778.288194444453</c:v>
                </c:pt>
                <c:pt idx="24599">
                  <c:v>45846.250694444447</c:v>
                </c:pt>
                <c:pt idx="24600">
                  <c:v>45364.297222222223</c:v>
                </c:pt>
                <c:pt idx="24601">
                  <c:v>45796.538888888892</c:v>
                </c:pt>
                <c:pt idx="24602">
                  <c:v>45972.977777777778</c:v>
                </c:pt>
                <c:pt idx="24603">
                  <c:v>45825.534722222219</c:v>
                </c:pt>
                <c:pt idx="24604">
                  <c:v>45322.790972222218</c:v>
                </c:pt>
                <c:pt idx="24605">
                  <c:v>45335.645833333343</c:v>
                </c:pt>
                <c:pt idx="24606">
                  <c:v>45397.331250000003</c:v>
                </c:pt>
                <c:pt idx="24607">
                  <c:v>45825.480555555558</c:v>
                </c:pt>
                <c:pt idx="24608">
                  <c:v>45602.759722222218</c:v>
                </c:pt>
                <c:pt idx="24609">
                  <c:v>45932.306944444441</c:v>
                </c:pt>
                <c:pt idx="24610">
                  <c:v>45874.367361111108</c:v>
                </c:pt>
                <c:pt idx="24611">
                  <c:v>45411.34652777778</c:v>
                </c:pt>
                <c:pt idx="24612">
                  <c:v>45761.299305555563</c:v>
                </c:pt>
                <c:pt idx="24613">
                  <c:v>45905.672222222223</c:v>
                </c:pt>
                <c:pt idx="24614">
                  <c:v>45868.236111111109</c:v>
                </c:pt>
                <c:pt idx="24615">
                  <c:v>45876.611805555563</c:v>
                </c:pt>
                <c:pt idx="24616">
                  <c:v>45732.582638888889</c:v>
                </c:pt>
                <c:pt idx="24617">
                  <c:v>45710.685416666667</c:v>
                </c:pt>
                <c:pt idx="24618">
                  <c:v>45663.802777777782</c:v>
                </c:pt>
                <c:pt idx="24619">
                  <c:v>45628.953472222223</c:v>
                </c:pt>
                <c:pt idx="24620">
                  <c:v>45768.886805555558</c:v>
                </c:pt>
                <c:pt idx="24621">
                  <c:v>45743.015277777777</c:v>
                </c:pt>
                <c:pt idx="24622">
                  <c:v>45776.540277777778</c:v>
                </c:pt>
                <c:pt idx="24623">
                  <c:v>45829.911111111112</c:v>
                </c:pt>
                <c:pt idx="24624">
                  <c:v>45734.869444444441</c:v>
                </c:pt>
                <c:pt idx="24625">
                  <c:v>45891.892361111109</c:v>
                </c:pt>
                <c:pt idx="24626">
                  <c:v>45971.034722222219</c:v>
                </c:pt>
                <c:pt idx="24627">
                  <c:v>45971.034722222219</c:v>
                </c:pt>
                <c:pt idx="24628">
                  <c:v>45832.92291666667</c:v>
                </c:pt>
                <c:pt idx="24629">
                  <c:v>45832.92291666667</c:v>
                </c:pt>
                <c:pt idx="24630">
                  <c:v>45824.369444444441</c:v>
                </c:pt>
                <c:pt idx="24631">
                  <c:v>45917.503472222219</c:v>
                </c:pt>
                <c:pt idx="24632">
                  <c:v>45862.59375</c:v>
                </c:pt>
                <c:pt idx="24633">
                  <c:v>45610.324305555558</c:v>
                </c:pt>
                <c:pt idx="24634">
                  <c:v>45305.661805555559</c:v>
                </c:pt>
                <c:pt idx="24635">
                  <c:v>45471.590277777781</c:v>
                </c:pt>
                <c:pt idx="24636">
                  <c:v>45404.585416666669</c:v>
                </c:pt>
                <c:pt idx="24637">
                  <c:v>45534.38958333333</c:v>
                </c:pt>
                <c:pt idx="24638">
                  <c:v>45992.866666666669</c:v>
                </c:pt>
                <c:pt idx="24639">
                  <c:v>45748.606944444437</c:v>
                </c:pt>
                <c:pt idx="24640">
                  <c:v>45980.451388888891</c:v>
                </c:pt>
                <c:pt idx="24641">
                  <c:v>45781.006249999999</c:v>
                </c:pt>
                <c:pt idx="24642">
                  <c:v>45901.859722222223</c:v>
                </c:pt>
                <c:pt idx="24643">
                  <c:v>45984.980555555558</c:v>
                </c:pt>
                <c:pt idx="24644">
                  <c:v>46017.009722222218</c:v>
                </c:pt>
                <c:pt idx="24645">
                  <c:v>45991.886805555558</c:v>
                </c:pt>
                <c:pt idx="24646">
                  <c:v>45971.666666666657</c:v>
                </c:pt>
                <c:pt idx="24647">
                  <c:v>45938.384027777778</c:v>
                </c:pt>
                <c:pt idx="24648">
                  <c:v>45785.743750000001</c:v>
                </c:pt>
                <c:pt idx="24649">
                  <c:v>45410.661111111112</c:v>
                </c:pt>
                <c:pt idx="24650">
                  <c:v>45467.292361111111</c:v>
                </c:pt>
                <c:pt idx="24651">
                  <c:v>46008.325694444437</c:v>
                </c:pt>
                <c:pt idx="24652">
                  <c:v>45837.642361111109</c:v>
                </c:pt>
                <c:pt idx="24653">
                  <c:v>45515.126388888893</c:v>
                </c:pt>
                <c:pt idx="24654">
                  <c:v>45881.668055555558</c:v>
                </c:pt>
                <c:pt idx="24655">
                  <c:v>45790.975694444453</c:v>
                </c:pt>
                <c:pt idx="24656">
                  <c:v>45918.511805555558</c:v>
                </c:pt>
                <c:pt idx="24657">
                  <c:v>45606.054861111108</c:v>
                </c:pt>
                <c:pt idx="24658">
                  <c:v>45562.913888888892</c:v>
                </c:pt>
                <c:pt idx="24659">
                  <c:v>45749.866666666669</c:v>
                </c:pt>
                <c:pt idx="24660">
                  <c:v>45416.324999999997</c:v>
                </c:pt>
                <c:pt idx="24661">
                  <c:v>45670.331944444442</c:v>
                </c:pt>
                <c:pt idx="24662">
                  <c:v>45657.836111111108</c:v>
                </c:pt>
                <c:pt idx="24663">
                  <c:v>45684.450694444437</c:v>
                </c:pt>
                <c:pt idx="24664">
                  <c:v>45971.559027777781</c:v>
                </c:pt>
                <c:pt idx="24665">
                  <c:v>45790.463194444441</c:v>
                </c:pt>
                <c:pt idx="24666">
                  <c:v>45798.615277777782</c:v>
                </c:pt>
                <c:pt idx="24667">
                  <c:v>45919.070833333331</c:v>
                </c:pt>
                <c:pt idx="24668">
                  <c:v>45986.588888888888</c:v>
                </c:pt>
                <c:pt idx="24669">
                  <c:v>45778.862500000003</c:v>
                </c:pt>
                <c:pt idx="24670">
                  <c:v>45860.415277777778</c:v>
                </c:pt>
                <c:pt idx="24671">
                  <c:v>45776.980555555558</c:v>
                </c:pt>
                <c:pt idx="24672">
                  <c:v>45712.554166666669</c:v>
                </c:pt>
                <c:pt idx="24673">
                  <c:v>45316.713888888888</c:v>
                </c:pt>
                <c:pt idx="24674">
                  <c:v>45589.692361111112</c:v>
                </c:pt>
                <c:pt idx="24675">
                  <c:v>45859.699305555558</c:v>
                </c:pt>
                <c:pt idx="24676">
                  <c:v>45545.92291666667</c:v>
                </c:pt>
                <c:pt idx="24677">
                  <c:v>45544.648611111108</c:v>
                </c:pt>
                <c:pt idx="24678">
                  <c:v>45505.875694444447</c:v>
                </c:pt>
                <c:pt idx="24679">
                  <c:v>45355.947222222218</c:v>
                </c:pt>
                <c:pt idx="24680">
                  <c:v>45749.654166666667</c:v>
                </c:pt>
                <c:pt idx="24681">
                  <c:v>45990.366666666669</c:v>
                </c:pt>
                <c:pt idx="24682">
                  <c:v>45307.94027777778</c:v>
                </c:pt>
                <c:pt idx="24683">
                  <c:v>45754.412499999999</c:v>
                </c:pt>
                <c:pt idx="24684">
                  <c:v>45762.870138888888</c:v>
                </c:pt>
                <c:pt idx="24685">
                  <c:v>45632.94027777778</c:v>
                </c:pt>
                <c:pt idx="24686">
                  <c:v>45740.720138888893</c:v>
                </c:pt>
                <c:pt idx="24687">
                  <c:v>45684.511111111111</c:v>
                </c:pt>
                <c:pt idx="24688">
                  <c:v>45654.14166666667</c:v>
                </c:pt>
                <c:pt idx="24689">
                  <c:v>45684.511111111111</c:v>
                </c:pt>
                <c:pt idx="24690">
                  <c:v>45654.14166666667</c:v>
                </c:pt>
                <c:pt idx="24691">
                  <c:v>45627.697222222218</c:v>
                </c:pt>
                <c:pt idx="24692">
                  <c:v>45627.697222222218</c:v>
                </c:pt>
                <c:pt idx="24693">
                  <c:v>45834.540277777778</c:v>
                </c:pt>
                <c:pt idx="24694">
                  <c:v>45572.783333333333</c:v>
                </c:pt>
                <c:pt idx="24695">
                  <c:v>45825.905555555553</c:v>
                </c:pt>
                <c:pt idx="24696">
                  <c:v>45468.993055555547</c:v>
                </c:pt>
                <c:pt idx="24697">
                  <c:v>45739.980555555558</c:v>
                </c:pt>
                <c:pt idx="24698">
                  <c:v>45668.956250000003</c:v>
                </c:pt>
                <c:pt idx="24699">
                  <c:v>45342.884722222218</c:v>
                </c:pt>
                <c:pt idx="24700">
                  <c:v>45923.790972222218</c:v>
                </c:pt>
                <c:pt idx="24701">
                  <c:v>45819.311805555553</c:v>
                </c:pt>
                <c:pt idx="24702">
                  <c:v>45678.300694444442</c:v>
                </c:pt>
                <c:pt idx="24703">
                  <c:v>45721.275694444441</c:v>
                </c:pt>
                <c:pt idx="24704">
                  <c:v>45944.689583333333</c:v>
                </c:pt>
                <c:pt idx="24705">
                  <c:v>45912.762499999997</c:v>
                </c:pt>
                <c:pt idx="24706">
                  <c:v>45356.428472222222</c:v>
                </c:pt>
                <c:pt idx="24707">
                  <c:v>45743.479166666657</c:v>
                </c:pt>
                <c:pt idx="24708">
                  <c:v>45611.559027777781</c:v>
                </c:pt>
                <c:pt idx="24709">
                  <c:v>45743.479166666657</c:v>
                </c:pt>
                <c:pt idx="24710">
                  <c:v>45611.559027777781</c:v>
                </c:pt>
                <c:pt idx="24711">
                  <c:v>45616.991666666669</c:v>
                </c:pt>
                <c:pt idx="24712">
                  <c:v>45450.531944444447</c:v>
                </c:pt>
                <c:pt idx="24713">
                  <c:v>45457.669444444437</c:v>
                </c:pt>
                <c:pt idx="24714">
                  <c:v>45657.677777777782</c:v>
                </c:pt>
                <c:pt idx="24715">
                  <c:v>45641.117361111108</c:v>
                </c:pt>
                <c:pt idx="24716">
                  <c:v>45627.600694444453</c:v>
                </c:pt>
                <c:pt idx="24717">
                  <c:v>45584.430555555547</c:v>
                </c:pt>
                <c:pt idx="24718">
                  <c:v>45304.606944444437</c:v>
                </c:pt>
                <c:pt idx="24719">
                  <c:v>45801.383333333331</c:v>
                </c:pt>
                <c:pt idx="24720">
                  <c:v>45979.803472222222</c:v>
                </c:pt>
                <c:pt idx="24721">
                  <c:v>45995.731249999997</c:v>
                </c:pt>
                <c:pt idx="24722">
                  <c:v>45845.443749999999</c:v>
                </c:pt>
                <c:pt idx="24723">
                  <c:v>45757.631249999999</c:v>
                </c:pt>
                <c:pt idx="24724">
                  <c:v>45460.729166666657</c:v>
                </c:pt>
                <c:pt idx="24725">
                  <c:v>45939.409722222219</c:v>
                </c:pt>
                <c:pt idx="24726">
                  <c:v>45738.558333333327</c:v>
                </c:pt>
                <c:pt idx="24727">
                  <c:v>45600.480555555558</c:v>
                </c:pt>
                <c:pt idx="24728">
                  <c:v>45517.856944444437</c:v>
                </c:pt>
                <c:pt idx="24729">
                  <c:v>45383.814583333333</c:v>
                </c:pt>
                <c:pt idx="24730">
                  <c:v>45616.54791666667</c:v>
                </c:pt>
                <c:pt idx="24731">
                  <c:v>45616.277777777781</c:v>
                </c:pt>
                <c:pt idx="24732">
                  <c:v>45622.018750000003</c:v>
                </c:pt>
                <c:pt idx="24733">
                  <c:v>45528.904166666667</c:v>
                </c:pt>
                <c:pt idx="24734">
                  <c:v>45601.859722222223</c:v>
                </c:pt>
                <c:pt idx="24735">
                  <c:v>46023.446527777778</c:v>
                </c:pt>
                <c:pt idx="24736">
                  <c:v>46019.671527777777</c:v>
                </c:pt>
                <c:pt idx="24737">
                  <c:v>45892.870138888888</c:v>
                </c:pt>
                <c:pt idx="24738">
                  <c:v>45543.898611111108</c:v>
                </c:pt>
                <c:pt idx="24739">
                  <c:v>45554.420138888891</c:v>
                </c:pt>
                <c:pt idx="24740">
                  <c:v>45771.418749999997</c:v>
                </c:pt>
                <c:pt idx="24741">
                  <c:v>45835.680555555547</c:v>
                </c:pt>
                <c:pt idx="24742">
                  <c:v>45449.426388888889</c:v>
                </c:pt>
                <c:pt idx="24743">
                  <c:v>45411.329861111109</c:v>
                </c:pt>
                <c:pt idx="24744">
                  <c:v>45874.770138888889</c:v>
                </c:pt>
                <c:pt idx="24745">
                  <c:v>45723.304166666669</c:v>
                </c:pt>
                <c:pt idx="24746">
                  <c:v>45496.613888888889</c:v>
                </c:pt>
                <c:pt idx="24747">
                  <c:v>45328.646527777782</c:v>
                </c:pt>
                <c:pt idx="24748">
                  <c:v>45829.324999999997</c:v>
                </c:pt>
                <c:pt idx="24749">
                  <c:v>45827.412499999999</c:v>
                </c:pt>
                <c:pt idx="24750">
                  <c:v>45804.62222222222</c:v>
                </c:pt>
                <c:pt idx="24751">
                  <c:v>45783.574305555558</c:v>
                </c:pt>
                <c:pt idx="24752">
                  <c:v>45790.612500000003</c:v>
                </c:pt>
                <c:pt idx="24753">
                  <c:v>45686.593055555553</c:v>
                </c:pt>
                <c:pt idx="24754">
                  <c:v>45647.598611111112</c:v>
                </c:pt>
                <c:pt idx="24755">
                  <c:v>45649.486111111109</c:v>
                </c:pt>
                <c:pt idx="24756">
                  <c:v>45762.040277777778</c:v>
                </c:pt>
                <c:pt idx="24757">
                  <c:v>45672.370833333327</c:v>
                </c:pt>
                <c:pt idx="24758">
                  <c:v>45396.938194444447</c:v>
                </c:pt>
                <c:pt idx="24759">
                  <c:v>46019.643055555563</c:v>
                </c:pt>
                <c:pt idx="24760">
                  <c:v>45951.808333333327</c:v>
                </c:pt>
                <c:pt idx="24761">
                  <c:v>45568.90902777778</c:v>
                </c:pt>
                <c:pt idx="24762">
                  <c:v>45757.861805555563</c:v>
                </c:pt>
                <c:pt idx="24763">
                  <c:v>45506.441666666673</c:v>
                </c:pt>
                <c:pt idx="24764">
                  <c:v>45927.39166666667</c:v>
                </c:pt>
                <c:pt idx="24765">
                  <c:v>45984.42083333333</c:v>
                </c:pt>
                <c:pt idx="24766">
                  <c:v>45801.633333333331</c:v>
                </c:pt>
                <c:pt idx="24767">
                  <c:v>45838.543749999997</c:v>
                </c:pt>
                <c:pt idx="24768">
                  <c:v>45614.806250000001</c:v>
                </c:pt>
                <c:pt idx="24769">
                  <c:v>45964.480555555558</c:v>
                </c:pt>
                <c:pt idx="24770">
                  <c:v>45775.771527777782</c:v>
                </c:pt>
                <c:pt idx="24771">
                  <c:v>45954.803472222222</c:v>
                </c:pt>
                <c:pt idx="24772">
                  <c:v>45990.941666666673</c:v>
                </c:pt>
                <c:pt idx="24773">
                  <c:v>45682.375</c:v>
                </c:pt>
                <c:pt idx="24774">
                  <c:v>45866.75277777778</c:v>
                </c:pt>
                <c:pt idx="24775">
                  <c:v>45635.893750000003</c:v>
                </c:pt>
                <c:pt idx="24776">
                  <c:v>45813.520833333343</c:v>
                </c:pt>
                <c:pt idx="24777">
                  <c:v>45667.436111111107</c:v>
                </c:pt>
                <c:pt idx="24778">
                  <c:v>45893.789583333331</c:v>
                </c:pt>
                <c:pt idx="24779">
                  <c:v>45720.9</c:v>
                </c:pt>
                <c:pt idx="24780">
                  <c:v>45811.494444444441</c:v>
                </c:pt>
                <c:pt idx="24781">
                  <c:v>46018.395138888889</c:v>
                </c:pt>
                <c:pt idx="24782">
                  <c:v>46000.920138888891</c:v>
                </c:pt>
                <c:pt idx="24783">
                  <c:v>45940.886805555558</c:v>
                </c:pt>
                <c:pt idx="24784">
                  <c:v>45969.446527777778</c:v>
                </c:pt>
                <c:pt idx="24785">
                  <c:v>45409.897222222222</c:v>
                </c:pt>
                <c:pt idx="24786">
                  <c:v>45965.589583333327</c:v>
                </c:pt>
                <c:pt idx="24787">
                  <c:v>45894.725694444453</c:v>
                </c:pt>
                <c:pt idx="24788">
                  <c:v>45806.586805555547</c:v>
                </c:pt>
                <c:pt idx="24789">
                  <c:v>45876.654166666667</c:v>
                </c:pt>
                <c:pt idx="24790">
                  <c:v>45904.720833333333</c:v>
                </c:pt>
                <c:pt idx="24791">
                  <c:v>45886.905555555553</c:v>
                </c:pt>
                <c:pt idx="24792">
                  <c:v>45906.745138888888</c:v>
                </c:pt>
                <c:pt idx="24793">
                  <c:v>45881.027083333327</c:v>
                </c:pt>
                <c:pt idx="24794">
                  <c:v>45674.03125</c:v>
                </c:pt>
                <c:pt idx="24795">
                  <c:v>45894.46875</c:v>
                </c:pt>
                <c:pt idx="24796">
                  <c:v>46017.740972222222</c:v>
                </c:pt>
                <c:pt idx="24797">
                  <c:v>45499.893055555563</c:v>
                </c:pt>
                <c:pt idx="24798">
                  <c:v>45853.853472222218</c:v>
                </c:pt>
                <c:pt idx="24799">
                  <c:v>45443.338888888888</c:v>
                </c:pt>
                <c:pt idx="24800">
                  <c:v>45351.753472222219</c:v>
                </c:pt>
                <c:pt idx="24801">
                  <c:v>45601.286111111112</c:v>
                </c:pt>
                <c:pt idx="24802">
                  <c:v>45409.404166666667</c:v>
                </c:pt>
                <c:pt idx="24803">
                  <c:v>45791.822222222218</c:v>
                </c:pt>
                <c:pt idx="24804">
                  <c:v>45642.81527777778</c:v>
                </c:pt>
                <c:pt idx="24805">
                  <c:v>45644.697916666657</c:v>
                </c:pt>
                <c:pt idx="24806">
                  <c:v>45663.959027777782</c:v>
                </c:pt>
                <c:pt idx="24807">
                  <c:v>45602.827777777777</c:v>
                </c:pt>
                <c:pt idx="24808">
                  <c:v>45763.638888888891</c:v>
                </c:pt>
                <c:pt idx="24809">
                  <c:v>45598.015277777777</c:v>
                </c:pt>
                <c:pt idx="24810">
                  <c:v>45727.114583333343</c:v>
                </c:pt>
                <c:pt idx="24811">
                  <c:v>45569.613888888889</c:v>
                </c:pt>
                <c:pt idx="24812">
                  <c:v>45742.004166666673</c:v>
                </c:pt>
                <c:pt idx="24813">
                  <c:v>45715.904166666667</c:v>
                </c:pt>
                <c:pt idx="24814">
                  <c:v>45739.72152777778</c:v>
                </c:pt>
                <c:pt idx="24815">
                  <c:v>45369.679861111108</c:v>
                </c:pt>
                <c:pt idx="24816">
                  <c:v>45622.541666666657</c:v>
                </c:pt>
                <c:pt idx="24817">
                  <c:v>45486.660416666673</c:v>
                </c:pt>
                <c:pt idx="24818">
                  <c:v>45345.67291666667</c:v>
                </c:pt>
                <c:pt idx="24819">
                  <c:v>45665.744444444441</c:v>
                </c:pt>
                <c:pt idx="24820">
                  <c:v>45786.263194444437</c:v>
                </c:pt>
                <c:pt idx="24821">
                  <c:v>45869.638194444437</c:v>
                </c:pt>
                <c:pt idx="24822">
                  <c:v>45503.43472222222</c:v>
                </c:pt>
                <c:pt idx="24823">
                  <c:v>45702.320833333331</c:v>
                </c:pt>
                <c:pt idx="24824">
                  <c:v>45599.146527777782</c:v>
                </c:pt>
                <c:pt idx="24825">
                  <c:v>45947.797222222223</c:v>
                </c:pt>
                <c:pt idx="24826">
                  <c:v>45430.613888888889</c:v>
                </c:pt>
                <c:pt idx="24827">
                  <c:v>45749.51458333333</c:v>
                </c:pt>
                <c:pt idx="24828">
                  <c:v>45961.875694444447</c:v>
                </c:pt>
                <c:pt idx="24829">
                  <c:v>45959.307638888888</c:v>
                </c:pt>
                <c:pt idx="24830">
                  <c:v>45959.399305555547</c:v>
                </c:pt>
                <c:pt idx="24831">
                  <c:v>45706.85833333333</c:v>
                </c:pt>
                <c:pt idx="24832">
                  <c:v>45752.88958333333</c:v>
                </c:pt>
                <c:pt idx="24833">
                  <c:v>45680.806944444441</c:v>
                </c:pt>
                <c:pt idx="24834">
                  <c:v>45931.618055555547</c:v>
                </c:pt>
                <c:pt idx="24835">
                  <c:v>45931.618750000001</c:v>
                </c:pt>
                <c:pt idx="24836">
                  <c:v>45922.117361111108</c:v>
                </c:pt>
                <c:pt idx="24837">
                  <c:v>45925.618750000001</c:v>
                </c:pt>
                <c:pt idx="24838">
                  <c:v>45658.691666666673</c:v>
                </c:pt>
                <c:pt idx="24839">
                  <c:v>45943.943055555559</c:v>
                </c:pt>
                <c:pt idx="24840">
                  <c:v>45510.497916666667</c:v>
                </c:pt>
                <c:pt idx="24841">
                  <c:v>45838.690972222219</c:v>
                </c:pt>
                <c:pt idx="24842">
                  <c:v>45890.444444444453</c:v>
                </c:pt>
                <c:pt idx="24843">
                  <c:v>45902.550694444442</c:v>
                </c:pt>
                <c:pt idx="24844">
                  <c:v>45783.595138888893</c:v>
                </c:pt>
                <c:pt idx="24845">
                  <c:v>45775.857638888891</c:v>
                </c:pt>
                <c:pt idx="24846">
                  <c:v>45582.548611111109</c:v>
                </c:pt>
                <c:pt idx="24847">
                  <c:v>45441.511805555558</c:v>
                </c:pt>
                <c:pt idx="24848">
                  <c:v>45469.539583333331</c:v>
                </c:pt>
                <c:pt idx="24849">
                  <c:v>45967.567361111112</c:v>
                </c:pt>
                <c:pt idx="24850">
                  <c:v>45743.566666666673</c:v>
                </c:pt>
                <c:pt idx="24851">
                  <c:v>45349.529861111107</c:v>
                </c:pt>
                <c:pt idx="24852">
                  <c:v>46015.779166666667</c:v>
                </c:pt>
                <c:pt idx="24853">
                  <c:v>45767.605555555558</c:v>
                </c:pt>
                <c:pt idx="24854">
                  <c:v>45394.524305555547</c:v>
                </c:pt>
                <c:pt idx="24855">
                  <c:v>45699.554861111108</c:v>
                </c:pt>
                <c:pt idx="24856">
                  <c:v>45826.580555555563</c:v>
                </c:pt>
                <c:pt idx="24857">
                  <c:v>45639.564583333333</c:v>
                </c:pt>
                <c:pt idx="24858">
                  <c:v>45528.589583333327</c:v>
                </c:pt>
                <c:pt idx="24859">
                  <c:v>45800.540972222218</c:v>
                </c:pt>
                <c:pt idx="24860">
                  <c:v>45736.738888888889</c:v>
                </c:pt>
                <c:pt idx="24861">
                  <c:v>45920.862500000003</c:v>
                </c:pt>
                <c:pt idx="24862">
                  <c:v>45989.779861111107</c:v>
                </c:pt>
                <c:pt idx="24863">
                  <c:v>45680.430555555547</c:v>
                </c:pt>
                <c:pt idx="24864">
                  <c:v>45672.452777777777</c:v>
                </c:pt>
                <c:pt idx="24865">
                  <c:v>45886.494444444441</c:v>
                </c:pt>
                <c:pt idx="24866">
                  <c:v>45719.669444444437</c:v>
                </c:pt>
                <c:pt idx="24867">
                  <c:v>45706.456944444442</c:v>
                </c:pt>
                <c:pt idx="24868">
                  <c:v>45378.544444444437</c:v>
                </c:pt>
                <c:pt idx="24869">
                  <c:v>45717.511805555558</c:v>
                </c:pt>
                <c:pt idx="24870">
                  <c:v>45845.29791666667</c:v>
                </c:pt>
                <c:pt idx="24871">
                  <c:v>45850.307638888888</c:v>
                </c:pt>
                <c:pt idx="24872">
                  <c:v>46014.700694444437</c:v>
                </c:pt>
                <c:pt idx="24873">
                  <c:v>45511.645138888889</c:v>
                </c:pt>
                <c:pt idx="24874">
                  <c:v>45500.625694444447</c:v>
                </c:pt>
                <c:pt idx="24875">
                  <c:v>45898.731944444437</c:v>
                </c:pt>
                <c:pt idx="24876">
                  <c:v>45832.709027777782</c:v>
                </c:pt>
                <c:pt idx="24877">
                  <c:v>45787.341666666667</c:v>
                </c:pt>
                <c:pt idx="24878">
                  <c:v>45755.806250000001</c:v>
                </c:pt>
                <c:pt idx="24879">
                  <c:v>45445.613888888889</c:v>
                </c:pt>
                <c:pt idx="24880">
                  <c:v>45605.340277777781</c:v>
                </c:pt>
                <c:pt idx="24881">
                  <c:v>45347.906944444447</c:v>
                </c:pt>
                <c:pt idx="24882">
                  <c:v>45520.599305555559</c:v>
                </c:pt>
                <c:pt idx="24883">
                  <c:v>46014.913888888892</c:v>
                </c:pt>
                <c:pt idx="24884">
                  <c:v>45885.339583333327</c:v>
                </c:pt>
                <c:pt idx="24885">
                  <c:v>45680.333333333343</c:v>
                </c:pt>
                <c:pt idx="24886">
                  <c:v>45813.400694444441</c:v>
                </c:pt>
                <c:pt idx="24887">
                  <c:v>45576.609722222223</c:v>
                </c:pt>
                <c:pt idx="24888">
                  <c:v>45904.512499999997</c:v>
                </c:pt>
                <c:pt idx="24889">
                  <c:v>45627.614583333343</c:v>
                </c:pt>
                <c:pt idx="24890">
                  <c:v>45993.671527777777</c:v>
                </c:pt>
                <c:pt idx="24891">
                  <c:v>45659.900694444441</c:v>
                </c:pt>
                <c:pt idx="24892">
                  <c:v>45705.625694444447</c:v>
                </c:pt>
                <c:pt idx="24893">
                  <c:v>45771.570833333331</c:v>
                </c:pt>
                <c:pt idx="24894">
                  <c:v>45482.257638888892</c:v>
                </c:pt>
                <c:pt idx="24895">
                  <c:v>45313.670138888891</c:v>
                </c:pt>
                <c:pt idx="24896">
                  <c:v>45954.638194444437</c:v>
                </c:pt>
                <c:pt idx="24897">
                  <c:v>45378.397916666669</c:v>
                </c:pt>
                <c:pt idx="24898">
                  <c:v>45731.52847222222</c:v>
                </c:pt>
                <c:pt idx="24899">
                  <c:v>45929.857638888891</c:v>
                </c:pt>
                <c:pt idx="24900">
                  <c:v>45844.71597222222</c:v>
                </c:pt>
                <c:pt idx="24901">
                  <c:v>45974.872916666667</c:v>
                </c:pt>
                <c:pt idx="24902">
                  <c:v>45550.575694444437</c:v>
                </c:pt>
                <c:pt idx="24903">
                  <c:v>45865.446527777778</c:v>
                </c:pt>
                <c:pt idx="24904">
                  <c:v>45408.338888888888</c:v>
                </c:pt>
                <c:pt idx="24905">
                  <c:v>45748.313194444447</c:v>
                </c:pt>
                <c:pt idx="24906">
                  <c:v>45674.720833333333</c:v>
                </c:pt>
                <c:pt idx="24907">
                  <c:v>45464.513888888891</c:v>
                </c:pt>
                <c:pt idx="24908">
                  <c:v>45917.804166666669</c:v>
                </c:pt>
                <c:pt idx="24909">
                  <c:v>45778.942361111112</c:v>
                </c:pt>
                <c:pt idx="24910">
                  <c:v>45733.750694444447</c:v>
                </c:pt>
                <c:pt idx="24911">
                  <c:v>45867.501388888893</c:v>
                </c:pt>
                <c:pt idx="24912">
                  <c:v>45916.73541666667</c:v>
                </c:pt>
                <c:pt idx="24913">
                  <c:v>45932.77847222222</c:v>
                </c:pt>
                <c:pt idx="24914">
                  <c:v>45582.879166666673</c:v>
                </c:pt>
                <c:pt idx="24915">
                  <c:v>45663.529166666667</c:v>
                </c:pt>
                <c:pt idx="24916">
                  <c:v>45475.864583333343</c:v>
                </c:pt>
                <c:pt idx="24917">
                  <c:v>45332.384027777778</c:v>
                </c:pt>
                <c:pt idx="24918">
                  <c:v>45705.799305555563</c:v>
                </c:pt>
                <c:pt idx="24919">
                  <c:v>45960.825694444437</c:v>
                </c:pt>
                <c:pt idx="24920">
                  <c:v>45850.947916666657</c:v>
                </c:pt>
                <c:pt idx="24921">
                  <c:v>45487.870138888888</c:v>
                </c:pt>
                <c:pt idx="24922">
                  <c:v>45741.585416666669</c:v>
                </c:pt>
                <c:pt idx="24923">
                  <c:v>45405.837500000001</c:v>
                </c:pt>
                <c:pt idx="24924">
                  <c:v>45797.850694444453</c:v>
                </c:pt>
                <c:pt idx="24925">
                  <c:v>45985.930555555547</c:v>
                </c:pt>
                <c:pt idx="24926">
                  <c:v>45875.222222222219</c:v>
                </c:pt>
                <c:pt idx="24927">
                  <c:v>45626.876388888893</c:v>
                </c:pt>
                <c:pt idx="24928">
                  <c:v>45534.4375</c:v>
                </c:pt>
                <c:pt idx="24929">
                  <c:v>45782.477777777778</c:v>
                </c:pt>
                <c:pt idx="24930">
                  <c:v>45692.654166666667</c:v>
                </c:pt>
                <c:pt idx="24931">
                  <c:v>45661.572916666657</c:v>
                </c:pt>
                <c:pt idx="24932">
                  <c:v>45638.502083333333</c:v>
                </c:pt>
                <c:pt idx="24933">
                  <c:v>45779.932638888888</c:v>
                </c:pt>
                <c:pt idx="24934">
                  <c:v>45928.743750000001</c:v>
                </c:pt>
                <c:pt idx="24935">
                  <c:v>45383.506249999999</c:v>
                </c:pt>
                <c:pt idx="24936">
                  <c:v>45438.815972222219</c:v>
                </c:pt>
                <c:pt idx="24937">
                  <c:v>45982.825694444437</c:v>
                </c:pt>
                <c:pt idx="24938">
                  <c:v>45826.879166666673</c:v>
                </c:pt>
                <c:pt idx="24939">
                  <c:v>45777.604166666657</c:v>
                </c:pt>
                <c:pt idx="24940">
                  <c:v>45784.849305555559</c:v>
                </c:pt>
                <c:pt idx="24941">
                  <c:v>46004.589583333327</c:v>
                </c:pt>
                <c:pt idx="24942">
                  <c:v>45844.659722222219</c:v>
                </c:pt>
                <c:pt idx="24943">
                  <c:v>45926.804861111108</c:v>
                </c:pt>
                <c:pt idx="24944">
                  <c:v>45953.561111111107</c:v>
                </c:pt>
                <c:pt idx="24945">
                  <c:v>45915.817361111112</c:v>
                </c:pt>
                <c:pt idx="24946">
                  <c:v>45828.652083333327</c:v>
                </c:pt>
                <c:pt idx="24947">
                  <c:v>45890.381944444453</c:v>
                </c:pt>
                <c:pt idx="24948">
                  <c:v>45922.429861111108</c:v>
                </c:pt>
                <c:pt idx="24949">
                  <c:v>45762.522222222222</c:v>
                </c:pt>
                <c:pt idx="24950">
                  <c:v>45865.375</c:v>
                </c:pt>
                <c:pt idx="24951">
                  <c:v>45728.354861111111</c:v>
                </c:pt>
                <c:pt idx="24952">
                  <c:v>45457.43472222222</c:v>
                </c:pt>
                <c:pt idx="24953">
                  <c:v>45663.384722222218</c:v>
                </c:pt>
                <c:pt idx="24954">
                  <c:v>45524.493750000001</c:v>
                </c:pt>
                <c:pt idx="24955">
                  <c:v>45797.398611111108</c:v>
                </c:pt>
                <c:pt idx="24956">
                  <c:v>45589.744444444441</c:v>
                </c:pt>
                <c:pt idx="24957">
                  <c:v>45359.363888888889</c:v>
                </c:pt>
                <c:pt idx="24958">
                  <c:v>45946.756249999999</c:v>
                </c:pt>
                <c:pt idx="24959">
                  <c:v>45698.37777777778</c:v>
                </c:pt>
                <c:pt idx="24960">
                  <c:v>45490.65902777778</c:v>
                </c:pt>
                <c:pt idx="24961">
                  <c:v>45308.593055555553</c:v>
                </c:pt>
                <c:pt idx="24962">
                  <c:v>45978.404861111107</c:v>
                </c:pt>
                <c:pt idx="24963">
                  <c:v>46010.581944444442</c:v>
                </c:pt>
                <c:pt idx="24964">
                  <c:v>45335.509722222218</c:v>
                </c:pt>
                <c:pt idx="24965">
                  <c:v>45559.385416666657</c:v>
                </c:pt>
                <c:pt idx="24966">
                  <c:v>45421.660416666673</c:v>
                </c:pt>
                <c:pt idx="24967">
                  <c:v>45839.433333333327</c:v>
                </c:pt>
                <c:pt idx="24968">
                  <c:v>45899.534722222219</c:v>
                </c:pt>
                <c:pt idx="24969">
                  <c:v>45758.871527777781</c:v>
                </c:pt>
                <c:pt idx="24970">
                  <c:v>45518.955555555563</c:v>
                </c:pt>
                <c:pt idx="24971">
                  <c:v>45438.488194444442</c:v>
                </c:pt>
                <c:pt idx="24972">
                  <c:v>45550.572916666657</c:v>
                </c:pt>
                <c:pt idx="24973">
                  <c:v>45677.245833333327</c:v>
                </c:pt>
                <c:pt idx="24974">
                  <c:v>45764.827777777777</c:v>
                </c:pt>
                <c:pt idx="24975">
                  <c:v>45740.32916666667</c:v>
                </c:pt>
                <c:pt idx="24976">
                  <c:v>45704.500694444447</c:v>
                </c:pt>
                <c:pt idx="24977">
                  <c:v>45743.940972222219</c:v>
                </c:pt>
                <c:pt idx="24978">
                  <c:v>45341.545138888891</c:v>
                </c:pt>
                <c:pt idx="24979">
                  <c:v>45664.577777777777</c:v>
                </c:pt>
                <c:pt idx="24980">
                  <c:v>45703.57708333333</c:v>
                </c:pt>
                <c:pt idx="24981">
                  <c:v>45713.775000000001</c:v>
                </c:pt>
                <c:pt idx="24982">
                  <c:v>45517.45416666667</c:v>
                </c:pt>
                <c:pt idx="24983">
                  <c:v>45660.700694444437</c:v>
                </c:pt>
                <c:pt idx="24984">
                  <c:v>45325.756249999999</c:v>
                </c:pt>
                <c:pt idx="24985">
                  <c:v>45413.870833333327</c:v>
                </c:pt>
                <c:pt idx="24986">
                  <c:v>45728.53125</c:v>
                </c:pt>
                <c:pt idx="24987">
                  <c:v>45704.65902777778</c:v>
                </c:pt>
                <c:pt idx="24988">
                  <c:v>45731.677083333343</c:v>
                </c:pt>
                <c:pt idx="24989">
                  <c:v>45704.574305555558</c:v>
                </c:pt>
                <c:pt idx="24990">
                  <c:v>45660.963888888888</c:v>
                </c:pt>
                <c:pt idx="24991">
                  <c:v>45686.536805555559</c:v>
                </c:pt>
                <c:pt idx="24992">
                  <c:v>45360.497916666667</c:v>
                </c:pt>
                <c:pt idx="24993">
                  <c:v>45882.785416666673</c:v>
                </c:pt>
                <c:pt idx="24994">
                  <c:v>45918.88958333333</c:v>
                </c:pt>
                <c:pt idx="24995">
                  <c:v>45841.580555555563</c:v>
                </c:pt>
                <c:pt idx="24996">
                  <c:v>45841.586111111108</c:v>
                </c:pt>
                <c:pt idx="24997">
                  <c:v>45841.564583333333</c:v>
                </c:pt>
                <c:pt idx="24998">
                  <c:v>45871.064583333333</c:v>
                </c:pt>
                <c:pt idx="24999">
                  <c:v>45463.615277777782</c:v>
                </c:pt>
                <c:pt idx="25000">
                  <c:v>45889.064583333333</c:v>
                </c:pt>
                <c:pt idx="25001">
                  <c:v>45294.137499999997</c:v>
                </c:pt>
                <c:pt idx="25002">
                  <c:v>45708.054861111108</c:v>
                </c:pt>
                <c:pt idx="25003">
                  <c:v>45384.017361111109</c:v>
                </c:pt>
                <c:pt idx="25004">
                  <c:v>45677.164583333331</c:v>
                </c:pt>
                <c:pt idx="25005">
                  <c:v>45524.168749999997</c:v>
                </c:pt>
                <c:pt idx="25006">
                  <c:v>45440.629166666673</c:v>
                </c:pt>
                <c:pt idx="25007">
                  <c:v>45764.087500000001</c:v>
                </c:pt>
                <c:pt idx="25008">
                  <c:v>45797.05</c:v>
                </c:pt>
                <c:pt idx="25009">
                  <c:v>45555.645138888889</c:v>
                </c:pt>
                <c:pt idx="25010">
                  <c:v>45990.967361111107</c:v>
                </c:pt>
                <c:pt idx="25011">
                  <c:v>45468.901388888888</c:v>
                </c:pt>
                <c:pt idx="25012">
                  <c:v>45848.19027777778</c:v>
                </c:pt>
                <c:pt idx="25013">
                  <c:v>45928.654861111107</c:v>
                </c:pt>
                <c:pt idx="25014">
                  <c:v>45838.173611111109</c:v>
                </c:pt>
                <c:pt idx="25015">
                  <c:v>46021.162499999999</c:v>
                </c:pt>
                <c:pt idx="25016">
                  <c:v>45736.040972222218</c:v>
                </c:pt>
                <c:pt idx="25017">
                  <c:v>45691.586111111108</c:v>
                </c:pt>
                <c:pt idx="25018">
                  <c:v>45696.103472222218</c:v>
                </c:pt>
                <c:pt idx="25019">
                  <c:v>45739.848611111112</c:v>
                </c:pt>
                <c:pt idx="25020">
                  <c:v>45767.714583333327</c:v>
                </c:pt>
                <c:pt idx="25021">
                  <c:v>45652.492361111108</c:v>
                </c:pt>
                <c:pt idx="25022">
                  <c:v>45809.524305555547</c:v>
                </c:pt>
                <c:pt idx="25023">
                  <c:v>45692.607638888891</c:v>
                </c:pt>
                <c:pt idx="25024">
                  <c:v>45902.45</c:v>
                </c:pt>
                <c:pt idx="25025">
                  <c:v>45801.619444444441</c:v>
                </c:pt>
                <c:pt idx="25026">
                  <c:v>45752.82708333333</c:v>
                </c:pt>
                <c:pt idx="25027">
                  <c:v>45707.825694444437</c:v>
                </c:pt>
                <c:pt idx="25028">
                  <c:v>45718.59375</c:v>
                </c:pt>
                <c:pt idx="25029">
                  <c:v>45830.470833333333</c:v>
                </c:pt>
                <c:pt idx="25030">
                  <c:v>45580.756249999999</c:v>
                </c:pt>
                <c:pt idx="25031">
                  <c:v>45982.881249999999</c:v>
                </c:pt>
                <c:pt idx="25032">
                  <c:v>45929.436111111107</c:v>
                </c:pt>
                <c:pt idx="25033">
                  <c:v>45722.413888888892</c:v>
                </c:pt>
                <c:pt idx="25034">
                  <c:v>45826.620138888888</c:v>
                </c:pt>
                <c:pt idx="25035">
                  <c:v>45810.646527777782</c:v>
                </c:pt>
                <c:pt idx="25036">
                  <c:v>45368.606249999997</c:v>
                </c:pt>
                <c:pt idx="25037">
                  <c:v>45563.477083333331</c:v>
                </c:pt>
                <c:pt idx="25038">
                  <c:v>45874.439583333333</c:v>
                </c:pt>
                <c:pt idx="25039">
                  <c:v>45452.65902777778</c:v>
                </c:pt>
                <c:pt idx="25040">
                  <c:v>45971.613888888889</c:v>
                </c:pt>
                <c:pt idx="25041">
                  <c:v>45717.4375</c:v>
                </c:pt>
                <c:pt idx="25042">
                  <c:v>45687.98333333333</c:v>
                </c:pt>
                <c:pt idx="25043">
                  <c:v>45409.413888888892</c:v>
                </c:pt>
                <c:pt idx="25044">
                  <c:v>45645.31527777778</c:v>
                </c:pt>
                <c:pt idx="25045">
                  <c:v>45668.855555555558</c:v>
                </c:pt>
                <c:pt idx="25046">
                  <c:v>45717.597916666673</c:v>
                </c:pt>
                <c:pt idx="25047">
                  <c:v>45302.434027777781</c:v>
                </c:pt>
                <c:pt idx="25048">
                  <c:v>45304.963194444441</c:v>
                </c:pt>
                <c:pt idx="25049">
                  <c:v>45685.631249999999</c:v>
                </c:pt>
                <c:pt idx="25050">
                  <c:v>45677.144444444442</c:v>
                </c:pt>
                <c:pt idx="25051">
                  <c:v>45729.898611111108</c:v>
                </c:pt>
                <c:pt idx="25052">
                  <c:v>45625.480555555558</c:v>
                </c:pt>
                <c:pt idx="25053">
                  <c:v>46016.984722222223</c:v>
                </c:pt>
                <c:pt idx="25054">
                  <c:v>46016.984722222223</c:v>
                </c:pt>
                <c:pt idx="25055">
                  <c:v>45685.745138888888</c:v>
                </c:pt>
                <c:pt idx="25056">
                  <c:v>45713.709027777782</c:v>
                </c:pt>
                <c:pt idx="25057">
                  <c:v>45360.900694444441</c:v>
                </c:pt>
                <c:pt idx="25058">
                  <c:v>45336.786111111112</c:v>
                </c:pt>
                <c:pt idx="25059">
                  <c:v>45329.819444444453</c:v>
                </c:pt>
                <c:pt idx="25060">
                  <c:v>45475.794444444437</c:v>
                </c:pt>
                <c:pt idx="25061">
                  <c:v>45433.872916666667</c:v>
                </c:pt>
                <c:pt idx="25062">
                  <c:v>45315.556250000001</c:v>
                </c:pt>
                <c:pt idx="25063">
                  <c:v>45408.67083333333</c:v>
                </c:pt>
                <c:pt idx="25064">
                  <c:v>45349.643750000003</c:v>
                </c:pt>
                <c:pt idx="25065">
                  <c:v>45495.40902777778</c:v>
                </c:pt>
                <c:pt idx="25066">
                  <c:v>45455.395833333343</c:v>
                </c:pt>
                <c:pt idx="25067">
                  <c:v>45396.900694444441</c:v>
                </c:pt>
                <c:pt idx="25068">
                  <c:v>45512.623611111107</c:v>
                </c:pt>
                <c:pt idx="25069">
                  <c:v>45294.578472222223</c:v>
                </c:pt>
                <c:pt idx="25070">
                  <c:v>45555.859027777777</c:v>
                </c:pt>
                <c:pt idx="25071">
                  <c:v>45537.922222222223</c:v>
                </c:pt>
                <c:pt idx="25072">
                  <c:v>45736.40625</c:v>
                </c:pt>
                <c:pt idx="25073">
                  <c:v>45756.487500000003</c:v>
                </c:pt>
                <c:pt idx="25074">
                  <c:v>45775.397916666669</c:v>
                </c:pt>
                <c:pt idx="25075">
                  <c:v>45989.836111111108</c:v>
                </c:pt>
                <c:pt idx="25076">
                  <c:v>45914.412499999999</c:v>
                </c:pt>
                <c:pt idx="25077">
                  <c:v>45998.524305555547</c:v>
                </c:pt>
                <c:pt idx="25078">
                  <c:v>45883.426388888889</c:v>
                </c:pt>
                <c:pt idx="25079">
                  <c:v>45921.845833333333</c:v>
                </c:pt>
                <c:pt idx="25080">
                  <c:v>45726.52847222222</c:v>
                </c:pt>
                <c:pt idx="25081">
                  <c:v>45793.415277777778</c:v>
                </c:pt>
                <c:pt idx="25082">
                  <c:v>45748.393750000003</c:v>
                </c:pt>
                <c:pt idx="25083">
                  <c:v>45764.383333333331</c:v>
                </c:pt>
                <c:pt idx="25084">
                  <c:v>45718.480555555558</c:v>
                </c:pt>
                <c:pt idx="25085">
                  <c:v>45751.488194444442</c:v>
                </c:pt>
                <c:pt idx="25086">
                  <c:v>45918.876388888893</c:v>
                </c:pt>
                <c:pt idx="25087">
                  <c:v>45918.881249999999</c:v>
                </c:pt>
                <c:pt idx="25088">
                  <c:v>45909.711805555547</c:v>
                </c:pt>
                <c:pt idx="25089">
                  <c:v>45650.586805555547</c:v>
                </c:pt>
                <c:pt idx="25090">
                  <c:v>45907.451388888891</c:v>
                </c:pt>
                <c:pt idx="25091">
                  <c:v>45657.529861111107</c:v>
                </c:pt>
                <c:pt idx="25092">
                  <c:v>45385.703472222223</c:v>
                </c:pt>
                <c:pt idx="25093">
                  <c:v>45565.688888888893</c:v>
                </c:pt>
                <c:pt idx="25094">
                  <c:v>45625.745138888888</c:v>
                </c:pt>
                <c:pt idx="25095">
                  <c:v>45996.542361111111</c:v>
                </c:pt>
                <c:pt idx="25096">
                  <c:v>45436.533333333333</c:v>
                </c:pt>
                <c:pt idx="25097">
                  <c:v>45933.3</c:v>
                </c:pt>
                <c:pt idx="25098">
                  <c:v>45744.53125</c:v>
                </c:pt>
                <c:pt idx="25099">
                  <c:v>45514.413888888892</c:v>
                </c:pt>
                <c:pt idx="25100">
                  <c:v>45343.316666666673</c:v>
                </c:pt>
                <c:pt idx="25101">
                  <c:v>45688.569444444453</c:v>
                </c:pt>
                <c:pt idx="25102">
                  <c:v>45796.638194444437</c:v>
                </c:pt>
                <c:pt idx="25103">
                  <c:v>45859.57916666667</c:v>
                </c:pt>
                <c:pt idx="25104">
                  <c:v>45817.969444444447</c:v>
                </c:pt>
                <c:pt idx="25105">
                  <c:v>45935.526388888888</c:v>
                </c:pt>
                <c:pt idx="25106">
                  <c:v>45809.379166666673</c:v>
                </c:pt>
                <c:pt idx="25107">
                  <c:v>45820.518055555563</c:v>
                </c:pt>
                <c:pt idx="25108">
                  <c:v>45620.132638888892</c:v>
                </c:pt>
                <c:pt idx="25109">
                  <c:v>45790.902777777781</c:v>
                </c:pt>
                <c:pt idx="25110">
                  <c:v>45762.579861111109</c:v>
                </c:pt>
                <c:pt idx="25111">
                  <c:v>45933.379861111112</c:v>
                </c:pt>
                <c:pt idx="25112">
                  <c:v>45819.754166666673</c:v>
                </c:pt>
                <c:pt idx="25113">
                  <c:v>45986.383333333331</c:v>
                </c:pt>
                <c:pt idx="25114">
                  <c:v>45881.333333333343</c:v>
                </c:pt>
                <c:pt idx="25115">
                  <c:v>45485.00277777778</c:v>
                </c:pt>
                <c:pt idx="25116">
                  <c:v>45396.598611111112</c:v>
                </c:pt>
                <c:pt idx="25117">
                  <c:v>45596.830555555563</c:v>
                </c:pt>
                <c:pt idx="25118">
                  <c:v>45742.810416666667</c:v>
                </c:pt>
                <c:pt idx="25119">
                  <c:v>45654.493055555547</c:v>
                </c:pt>
                <c:pt idx="25120">
                  <c:v>45433.760416666657</c:v>
                </c:pt>
                <c:pt idx="25121">
                  <c:v>45766.75</c:v>
                </c:pt>
                <c:pt idx="25122">
                  <c:v>45745.65625</c:v>
                </c:pt>
                <c:pt idx="25123">
                  <c:v>45712.645138888889</c:v>
                </c:pt>
                <c:pt idx="25124">
                  <c:v>45777.888194444437</c:v>
                </c:pt>
                <c:pt idx="25125">
                  <c:v>45951.936111111107</c:v>
                </c:pt>
                <c:pt idx="25126">
                  <c:v>45968.638194444437</c:v>
                </c:pt>
                <c:pt idx="25127">
                  <c:v>45853.959027777782</c:v>
                </c:pt>
                <c:pt idx="25128">
                  <c:v>45798.886805555558</c:v>
                </c:pt>
                <c:pt idx="25129">
                  <c:v>45775.260416666657</c:v>
                </c:pt>
                <c:pt idx="25130">
                  <c:v>45925.863194444442</c:v>
                </c:pt>
                <c:pt idx="25131">
                  <c:v>45750.826388888891</c:v>
                </c:pt>
                <c:pt idx="25132">
                  <c:v>45711.42291666667</c:v>
                </c:pt>
                <c:pt idx="25133">
                  <c:v>45683.970138888893</c:v>
                </c:pt>
                <c:pt idx="25134">
                  <c:v>45829.758333333331</c:v>
                </c:pt>
                <c:pt idx="25135">
                  <c:v>45629.875694444447</c:v>
                </c:pt>
                <c:pt idx="25136">
                  <c:v>45802.870833333327</c:v>
                </c:pt>
                <c:pt idx="25137">
                  <c:v>45596.93472222222</c:v>
                </c:pt>
                <c:pt idx="25138">
                  <c:v>45737.556944444441</c:v>
                </c:pt>
                <c:pt idx="25139">
                  <c:v>45662.856249999997</c:v>
                </c:pt>
                <c:pt idx="25140">
                  <c:v>45768.686111111107</c:v>
                </c:pt>
                <c:pt idx="25141">
                  <c:v>45539.914583333331</c:v>
                </c:pt>
                <c:pt idx="25142">
                  <c:v>45476.9</c:v>
                </c:pt>
                <c:pt idx="25143">
                  <c:v>45871.78125</c:v>
                </c:pt>
                <c:pt idx="25144">
                  <c:v>45915.715277777781</c:v>
                </c:pt>
                <c:pt idx="25145">
                  <c:v>46004.489583333343</c:v>
                </c:pt>
                <c:pt idx="25146">
                  <c:v>45946.949305555558</c:v>
                </c:pt>
                <c:pt idx="25147">
                  <c:v>45350.741666666669</c:v>
                </c:pt>
                <c:pt idx="25148">
                  <c:v>45974.387499999997</c:v>
                </c:pt>
                <c:pt idx="25149">
                  <c:v>45310.814583333333</c:v>
                </c:pt>
                <c:pt idx="25150">
                  <c:v>45402.859722222223</c:v>
                </c:pt>
                <c:pt idx="25151">
                  <c:v>45706.832638888889</c:v>
                </c:pt>
                <c:pt idx="25152">
                  <c:v>45739.540972222218</c:v>
                </c:pt>
                <c:pt idx="25153">
                  <c:v>45506.499305555553</c:v>
                </c:pt>
                <c:pt idx="25154">
                  <c:v>45875.501388888893</c:v>
                </c:pt>
                <c:pt idx="25155">
                  <c:v>45893.679861111108</c:v>
                </c:pt>
                <c:pt idx="25156">
                  <c:v>45704.625</c:v>
                </c:pt>
                <c:pt idx="25157">
                  <c:v>45723.470138888893</c:v>
                </c:pt>
                <c:pt idx="25158">
                  <c:v>45682.81527777778</c:v>
                </c:pt>
                <c:pt idx="25159">
                  <c:v>45741.95416666667</c:v>
                </c:pt>
                <c:pt idx="25160">
                  <c:v>45524.827777777777</c:v>
                </c:pt>
                <c:pt idx="25161">
                  <c:v>45912.663194444453</c:v>
                </c:pt>
                <c:pt idx="25162">
                  <c:v>45491.960416666669</c:v>
                </c:pt>
                <c:pt idx="25163">
                  <c:v>45731.561111111107</c:v>
                </c:pt>
                <c:pt idx="25164">
                  <c:v>45846.603472222218</c:v>
                </c:pt>
                <c:pt idx="25165">
                  <c:v>45986.476388888892</c:v>
                </c:pt>
                <c:pt idx="25166">
                  <c:v>45994.647916666669</c:v>
                </c:pt>
                <c:pt idx="25167">
                  <c:v>45732.339583333327</c:v>
                </c:pt>
                <c:pt idx="25168">
                  <c:v>45757.675000000003</c:v>
                </c:pt>
                <c:pt idx="25169">
                  <c:v>45917.554861111108</c:v>
                </c:pt>
                <c:pt idx="25170">
                  <c:v>45883.502083333333</c:v>
                </c:pt>
                <c:pt idx="25171">
                  <c:v>45770.690972222219</c:v>
                </c:pt>
                <c:pt idx="25172">
                  <c:v>45833.738888888889</c:v>
                </c:pt>
                <c:pt idx="25173">
                  <c:v>45841.443055555559</c:v>
                </c:pt>
                <c:pt idx="25174">
                  <c:v>45989.220138888893</c:v>
                </c:pt>
                <c:pt idx="25175">
                  <c:v>45961.287499999999</c:v>
                </c:pt>
                <c:pt idx="25176">
                  <c:v>45682.790972222218</c:v>
                </c:pt>
                <c:pt idx="25177">
                  <c:v>45926.706250000003</c:v>
                </c:pt>
                <c:pt idx="25178">
                  <c:v>45555.854166666657</c:v>
                </c:pt>
                <c:pt idx="25179">
                  <c:v>45660.352083333331</c:v>
                </c:pt>
                <c:pt idx="25180">
                  <c:v>45489.652777777781</c:v>
                </c:pt>
                <c:pt idx="25181">
                  <c:v>46011.507638888892</c:v>
                </c:pt>
                <c:pt idx="25182">
                  <c:v>45862.363194444442</c:v>
                </c:pt>
                <c:pt idx="25183">
                  <c:v>45672.3</c:v>
                </c:pt>
                <c:pt idx="25184">
                  <c:v>45603.415277777778</c:v>
                </c:pt>
                <c:pt idx="25185">
                  <c:v>45534.262499999997</c:v>
                </c:pt>
                <c:pt idx="25186">
                  <c:v>45716.262499999997</c:v>
                </c:pt>
                <c:pt idx="25187">
                  <c:v>45587.350694444453</c:v>
                </c:pt>
                <c:pt idx="25188">
                  <c:v>45799.70208333333</c:v>
                </c:pt>
                <c:pt idx="25189">
                  <c:v>45356.765972222223</c:v>
                </c:pt>
                <c:pt idx="25190">
                  <c:v>45897.684027777781</c:v>
                </c:pt>
                <c:pt idx="25191">
                  <c:v>45646.385416666657</c:v>
                </c:pt>
                <c:pt idx="25192">
                  <c:v>45596.276388888888</c:v>
                </c:pt>
                <c:pt idx="25193">
                  <c:v>45742.717361111107</c:v>
                </c:pt>
                <c:pt idx="25194">
                  <c:v>45841.408333333333</c:v>
                </c:pt>
                <c:pt idx="25195">
                  <c:v>45572.835416666669</c:v>
                </c:pt>
                <c:pt idx="25196">
                  <c:v>45504.790277777778</c:v>
                </c:pt>
                <c:pt idx="25197">
                  <c:v>45688.28402777778</c:v>
                </c:pt>
                <c:pt idx="25198">
                  <c:v>45772.554166666669</c:v>
                </c:pt>
                <c:pt idx="25199">
                  <c:v>45999.804166666669</c:v>
                </c:pt>
                <c:pt idx="25200">
                  <c:v>45735.591666666667</c:v>
                </c:pt>
                <c:pt idx="25201">
                  <c:v>45784.821527777778</c:v>
                </c:pt>
                <c:pt idx="25202">
                  <c:v>45410.652777777781</c:v>
                </c:pt>
                <c:pt idx="25203">
                  <c:v>45817.368750000001</c:v>
                </c:pt>
                <c:pt idx="25204">
                  <c:v>46010.477083333331</c:v>
                </c:pt>
                <c:pt idx="25205">
                  <c:v>46017.530555555553</c:v>
                </c:pt>
                <c:pt idx="25206">
                  <c:v>45639.5625</c:v>
                </c:pt>
                <c:pt idx="25207">
                  <c:v>45963.344444444447</c:v>
                </c:pt>
                <c:pt idx="25208">
                  <c:v>45989.742361111108</c:v>
                </c:pt>
                <c:pt idx="25209">
                  <c:v>45659.650694444441</c:v>
                </c:pt>
                <c:pt idx="25210">
                  <c:v>46008.836805555547</c:v>
                </c:pt>
                <c:pt idx="25211">
                  <c:v>45511.615972222222</c:v>
                </c:pt>
                <c:pt idx="25212">
                  <c:v>45925.305555555547</c:v>
                </c:pt>
                <c:pt idx="25213">
                  <c:v>45586.746527777781</c:v>
                </c:pt>
                <c:pt idx="25214">
                  <c:v>45356.79791666667</c:v>
                </c:pt>
                <c:pt idx="25215">
                  <c:v>45799.256944444453</c:v>
                </c:pt>
                <c:pt idx="25216">
                  <c:v>45704.584722222222</c:v>
                </c:pt>
                <c:pt idx="25217">
                  <c:v>45639.754861111112</c:v>
                </c:pt>
                <c:pt idx="25218">
                  <c:v>45929.518055555563</c:v>
                </c:pt>
                <c:pt idx="25219">
                  <c:v>45625.539583333331</c:v>
                </c:pt>
                <c:pt idx="25220">
                  <c:v>45609.574305555558</c:v>
                </c:pt>
                <c:pt idx="25221">
                  <c:v>45666.40902777778</c:v>
                </c:pt>
                <c:pt idx="25222">
                  <c:v>45782.940972222219</c:v>
                </c:pt>
                <c:pt idx="25223">
                  <c:v>45355.447916666657</c:v>
                </c:pt>
                <c:pt idx="25224">
                  <c:v>45565.882638888892</c:v>
                </c:pt>
                <c:pt idx="25225">
                  <c:v>45985.320138888892</c:v>
                </c:pt>
                <c:pt idx="25226">
                  <c:v>45747.469444444447</c:v>
                </c:pt>
                <c:pt idx="25227">
                  <c:v>45810.418055555558</c:v>
                </c:pt>
                <c:pt idx="25228">
                  <c:v>45908.377083333333</c:v>
                </c:pt>
                <c:pt idx="25229">
                  <c:v>45842.602083333331</c:v>
                </c:pt>
                <c:pt idx="25230">
                  <c:v>45739.474305555559</c:v>
                </c:pt>
                <c:pt idx="25231">
                  <c:v>45796.654861111107</c:v>
                </c:pt>
                <c:pt idx="25232">
                  <c:v>45977.589583333327</c:v>
                </c:pt>
                <c:pt idx="25233">
                  <c:v>45945.448611111111</c:v>
                </c:pt>
                <c:pt idx="25234">
                  <c:v>45855.665972222218</c:v>
                </c:pt>
                <c:pt idx="25235">
                  <c:v>46005.697222222218</c:v>
                </c:pt>
                <c:pt idx="25236">
                  <c:v>45761.50277777778</c:v>
                </c:pt>
                <c:pt idx="25237">
                  <c:v>45958.533333333333</c:v>
                </c:pt>
                <c:pt idx="25238">
                  <c:v>45637.345833333333</c:v>
                </c:pt>
                <c:pt idx="25239">
                  <c:v>45607.411805555559</c:v>
                </c:pt>
                <c:pt idx="25240">
                  <c:v>45649.945833333331</c:v>
                </c:pt>
                <c:pt idx="25241">
                  <c:v>45623.661805555559</c:v>
                </c:pt>
                <c:pt idx="25242">
                  <c:v>45605.363194444442</c:v>
                </c:pt>
                <c:pt idx="25243">
                  <c:v>45643.543749999997</c:v>
                </c:pt>
                <c:pt idx="25244">
                  <c:v>45691.897916666669</c:v>
                </c:pt>
                <c:pt idx="25245">
                  <c:v>45781.722916666673</c:v>
                </c:pt>
                <c:pt idx="25246">
                  <c:v>45751.077777777777</c:v>
                </c:pt>
                <c:pt idx="25247">
                  <c:v>45814.112500000003</c:v>
                </c:pt>
                <c:pt idx="25248">
                  <c:v>45998.897222222222</c:v>
                </c:pt>
                <c:pt idx="25249">
                  <c:v>45551.911111111112</c:v>
                </c:pt>
                <c:pt idx="25250">
                  <c:v>45448.501388888893</c:v>
                </c:pt>
                <c:pt idx="25251">
                  <c:v>45360.643750000003</c:v>
                </c:pt>
                <c:pt idx="25252">
                  <c:v>45937.53125</c:v>
                </c:pt>
                <c:pt idx="25253">
                  <c:v>45410.606944444437</c:v>
                </c:pt>
                <c:pt idx="25254">
                  <c:v>45322.886111111111</c:v>
                </c:pt>
                <c:pt idx="25255">
                  <c:v>45895.079861111109</c:v>
                </c:pt>
                <c:pt idx="25256">
                  <c:v>45630.478472222218</c:v>
                </c:pt>
                <c:pt idx="25257">
                  <c:v>46006.414583333331</c:v>
                </c:pt>
                <c:pt idx="25258">
                  <c:v>45683.852083333331</c:v>
                </c:pt>
                <c:pt idx="25259">
                  <c:v>45748.956944444442</c:v>
                </c:pt>
                <c:pt idx="25260">
                  <c:v>46017.616666666669</c:v>
                </c:pt>
                <c:pt idx="25261">
                  <c:v>45896.497916666667</c:v>
                </c:pt>
                <c:pt idx="25262">
                  <c:v>45614.155555555553</c:v>
                </c:pt>
                <c:pt idx="25263">
                  <c:v>45705.99722222222</c:v>
                </c:pt>
                <c:pt idx="25264">
                  <c:v>45837.174305555563</c:v>
                </c:pt>
                <c:pt idx="25265">
                  <c:v>45807.145138888889</c:v>
                </c:pt>
                <c:pt idx="25266">
                  <c:v>45738.734027777777</c:v>
                </c:pt>
                <c:pt idx="25267">
                  <c:v>45480.667361111111</c:v>
                </c:pt>
                <c:pt idx="25268">
                  <c:v>45870.417361111111</c:v>
                </c:pt>
                <c:pt idx="25269">
                  <c:v>45750.955555555563</c:v>
                </c:pt>
                <c:pt idx="25270">
                  <c:v>45796.740277777782</c:v>
                </c:pt>
                <c:pt idx="25271">
                  <c:v>45980.679166666669</c:v>
                </c:pt>
                <c:pt idx="25272">
                  <c:v>45945.265972222223</c:v>
                </c:pt>
                <c:pt idx="25273">
                  <c:v>45838.7</c:v>
                </c:pt>
                <c:pt idx="25274">
                  <c:v>45760.88958333333</c:v>
                </c:pt>
                <c:pt idx="25275">
                  <c:v>45845.40625</c:v>
                </c:pt>
                <c:pt idx="25276">
                  <c:v>45520.554861111108</c:v>
                </c:pt>
                <c:pt idx="25277">
                  <c:v>45464.578472222223</c:v>
                </c:pt>
                <c:pt idx="25278">
                  <c:v>45383.536111111112</c:v>
                </c:pt>
                <c:pt idx="25279">
                  <c:v>45709.554861111108</c:v>
                </c:pt>
                <c:pt idx="25280">
                  <c:v>45562.418055555558</c:v>
                </c:pt>
                <c:pt idx="25281">
                  <c:v>45793.599305555559</c:v>
                </c:pt>
                <c:pt idx="25282">
                  <c:v>45950.359027777777</c:v>
                </c:pt>
                <c:pt idx="25283">
                  <c:v>45506.632638888892</c:v>
                </c:pt>
                <c:pt idx="25284">
                  <c:v>45891.940972222219</c:v>
                </c:pt>
                <c:pt idx="25285">
                  <c:v>45731.992361111108</c:v>
                </c:pt>
                <c:pt idx="25286">
                  <c:v>45680.694444444453</c:v>
                </c:pt>
                <c:pt idx="25287">
                  <c:v>45827.824305555558</c:v>
                </c:pt>
                <c:pt idx="25288">
                  <c:v>45860.719444444447</c:v>
                </c:pt>
                <c:pt idx="25289">
                  <c:v>45743.685416666667</c:v>
                </c:pt>
                <c:pt idx="25290">
                  <c:v>45787.464583333327</c:v>
                </c:pt>
                <c:pt idx="25291">
                  <c:v>45713.929861111108</c:v>
                </c:pt>
                <c:pt idx="25292">
                  <c:v>45713.929861111108</c:v>
                </c:pt>
                <c:pt idx="25293">
                  <c:v>45717.966666666667</c:v>
                </c:pt>
                <c:pt idx="25294">
                  <c:v>45749.679166666669</c:v>
                </c:pt>
                <c:pt idx="25295">
                  <c:v>45749.679166666669</c:v>
                </c:pt>
                <c:pt idx="25296">
                  <c:v>45717.966666666667</c:v>
                </c:pt>
                <c:pt idx="25297">
                  <c:v>45787.464583333327</c:v>
                </c:pt>
                <c:pt idx="25298">
                  <c:v>45618.274305555547</c:v>
                </c:pt>
                <c:pt idx="25299">
                  <c:v>45672.464583333327</c:v>
                </c:pt>
                <c:pt idx="25300">
                  <c:v>46017.572222222218</c:v>
                </c:pt>
                <c:pt idx="25301">
                  <c:v>45990.700694444437</c:v>
                </c:pt>
                <c:pt idx="25302">
                  <c:v>45829.615972222222</c:v>
                </c:pt>
                <c:pt idx="25303">
                  <c:v>45829.788194444453</c:v>
                </c:pt>
                <c:pt idx="25304">
                  <c:v>45960.904861111107</c:v>
                </c:pt>
                <c:pt idx="25305">
                  <c:v>45988.741666666669</c:v>
                </c:pt>
                <c:pt idx="25306">
                  <c:v>45792.011805555558</c:v>
                </c:pt>
                <c:pt idx="25307">
                  <c:v>45880.459722222222</c:v>
                </c:pt>
                <c:pt idx="25308">
                  <c:v>45727.948611111111</c:v>
                </c:pt>
                <c:pt idx="25309">
                  <c:v>45938.017361111109</c:v>
                </c:pt>
                <c:pt idx="25310">
                  <c:v>46015.638194444437</c:v>
                </c:pt>
                <c:pt idx="25311">
                  <c:v>45901.915277777778</c:v>
                </c:pt>
                <c:pt idx="25312">
                  <c:v>45820.809027777781</c:v>
                </c:pt>
                <c:pt idx="25313">
                  <c:v>45747.92083333333</c:v>
                </c:pt>
                <c:pt idx="25314">
                  <c:v>45859.534722222219</c:v>
                </c:pt>
                <c:pt idx="25315">
                  <c:v>45985.575694444437</c:v>
                </c:pt>
                <c:pt idx="25316">
                  <c:v>45846.519444444442</c:v>
                </c:pt>
                <c:pt idx="25317">
                  <c:v>45966.367361111108</c:v>
                </c:pt>
                <c:pt idx="25318">
                  <c:v>46009.720138888893</c:v>
                </c:pt>
                <c:pt idx="25319">
                  <c:v>45441.616666666669</c:v>
                </c:pt>
                <c:pt idx="25320">
                  <c:v>45336.43472222222</c:v>
                </c:pt>
                <c:pt idx="25321">
                  <c:v>45743.783333333333</c:v>
                </c:pt>
                <c:pt idx="25322">
                  <c:v>45470.826388888891</c:v>
                </c:pt>
                <c:pt idx="25323">
                  <c:v>45899.62222222222</c:v>
                </c:pt>
                <c:pt idx="25324">
                  <c:v>45920.970138888893</c:v>
                </c:pt>
                <c:pt idx="25325">
                  <c:v>45893.790277777778</c:v>
                </c:pt>
                <c:pt idx="25326">
                  <c:v>45864.375</c:v>
                </c:pt>
                <c:pt idx="25327">
                  <c:v>45948.480555555558</c:v>
                </c:pt>
                <c:pt idx="25328">
                  <c:v>45881.852777777778</c:v>
                </c:pt>
                <c:pt idx="25329">
                  <c:v>45339.664583333331</c:v>
                </c:pt>
                <c:pt idx="25330">
                  <c:v>45858.395138888889</c:v>
                </c:pt>
                <c:pt idx="25331">
                  <c:v>45367.819444444453</c:v>
                </c:pt>
                <c:pt idx="25332">
                  <c:v>45421.552777777782</c:v>
                </c:pt>
                <c:pt idx="25333">
                  <c:v>45705.681250000001</c:v>
                </c:pt>
                <c:pt idx="25334">
                  <c:v>45823.586805555547</c:v>
                </c:pt>
                <c:pt idx="25335">
                  <c:v>45491.703472222223</c:v>
                </c:pt>
                <c:pt idx="25336">
                  <c:v>45296.90625</c:v>
                </c:pt>
                <c:pt idx="25337">
                  <c:v>45496.668055555558</c:v>
                </c:pt>
                <c:pt idx="25338">
                  <c:v>45657.448611111111</c:v>
                </c:pt>
                <c:pt idx="25339">
                  <c:v>45889.761805555558</c:v>
                </c:pt>
                <c:pt idx="25340">
                  <c:v>45392.68472222222</c:v>
                </c:pt>
                <c:pt idx="25341">
                  <c:v>45826.40902777778</c:v>
                </c:pt>
                <c:pt idx="25342">
                  <c:v>45691.493055555547</c:v>
                </c:pt>
                <c:pt idx="25343">
                  <c:v>45823.441666666673</c:v>
                </c:pt>
                <c:pt idx="25344">
                  <c:v>45726.456250000003</c:v>
                </c:pt>
                <c:pt idx="25345">
                  <c:v>45431.861805555563</c:v>
                </c:pt>
                <c:pt idx="25346">
                  <c:v>46023.657638888893</c:v>
                </c:pt>
                <c:pt idx="25347">
                  <c:v>45762.322916666657</c:v>
                </c:pt>
                <c:pt idx="25348">
                  <c:v>45907.638194444437</c:v>
                </c:pt>
                <c:pt idx="25349">
                  <c:v>45621.691666666673</c:v>
                </c:pt>
                <c:pt idx="25350">
                  <c:v>46004.193749999999</c:v>
                </c:pt>
                <c:pt idx="25351">
                  <c:v>45691.810416666667</c:v>
                </c:pt>
                <c:pt idx="25352">
                  <c:v>45694.493055555547</c:v>
                </c:pt>
                <c:pt idx="25353">
                  <c:v>45916.866666666669</c:v>
                </c:pt>
                <c:pt idx="25354">
                  <c:v>45782.1</c:v>
                </c:pt>
                <c:pt idx="25355">
                  <c:v>46022.775694444441</c:v>
                </c:pt>
                <c:pt idx="25356">
                  <c:v>45475.600694444453</c:v>
                </c:pt>
                <c:pt idx="25357">
                  <c:v>45750.579861111109</c:v>
                </c:pt>
                <c:pt idx="25358">
                  <c:v>45384.665972222218</c:v>
                </c:pt>
                <c:pt idx="25359">
                  <c:v>45614.803472222222</c:v>
                </c:pt>
                <c:pt idx="25360">
                  <c:v>45806.974999999999</c:v>
                </c:pt>
                <c:pt idx="25361">
                  <c:v>45898.39166666667</c:v>
                </c:pt>
                <c:pt idx="25362">
                  <c:v>45532.834722222222</c:v>
                </c:pt>
                <c:pt idx="25363">
                  <c:v>45426.851388888892</c:v>
                </c:pt>
                <c:pt idx="25364">
                  <c:v>45719.335416666669</c:v>
                </c:pt>
                <c:pt idx="25365">
                  <c:v>45353.694444444453</c:v>
                </c:pt>
                <c:pt idx="25366">
                  <c:v>45958.512499999997</c:v>
                </c:pt>
                <c:pt idx="25367">
                  <c:v>45912.645138888889</c:v>
                </c:pt>
                <c:pt idx="25368">
                  <c:v>45774.777777777781</c:v>
                </c:pt>
                <c:pt idx="25369">
                  <c:v>45641.357638888891</c:v>
                </c:pt>
                <c:pt idx="25370">
                  <c:v>45673.372916666667</c:v>
                </c:pt>
                <c:pt idx="25371">
                  <c:v>45415.211111111108</c:v>
                </c:pt>
                <c:pt idx="25372">
                  <c:v>45584.53125</c:v>
                </c:pt>
                <c:pt idx="25373">
                  <c:v>45603.786111111112</c:v>
                </c:pt>
                <c:pt idx="25374">
                  <c:v>45971.540277777778</c:v>
                </c:pt>
                <c:pt idx="25375">
                  <c:v>45877.313888888893</c:v>
                </c:pt>
                <c:pt idx="25376">
                  <c:v>45845.714583333327</c:v>
                </c:pt>
                <c:pt idx="25377">
                  <c:v>45903.475694444453</c:v>
                </c:pt>
                <c:pt idx="25378">
                  <c:v>45736.454861111109</c:v>
                </c:pt>
                <c:pt idx="25379">
                  <c:v>45717.82916666667</c:v>
                </c:pt>
                <c:pt idx="25380">
                  <c:v>45634.888888888891</c:v>
                </c:pt>
                <c:pt idx="25381">
                  <c:v>45690.017361111109</c:v>
                </c:pt>
                <c:pt idx="25382">
                  <c:v>45813.427777777782</c:v>
                </c:pt>
                <c:pt idx="25383">
                  <c:v>45925.506944444453</c:v>
                </c:pt>
                <c:pt idx="25384">
                  <c:v>45747.59375</c:v>
                </c:pt>
                <c:pt idx="25385">
                  <c:v>45606.542361111111</c:v>
                </c:pt>
                <c:pt idx="25386">
                  <c:v>45943.574999999997</c:v>
                </c:pt>
                <c:pt idx="25387">
                  <c:v>45847.617361111108</c:v>
                </c:pt>
                <c:pt idx="25388">
                  <c:v>45847.617361111108</c:v>
                </c:pt>
                <c:pt idx="25389">
                  <c:v>45728.676388888889</c:v>
                </c:pt>
                <c:pt idx="25390">
                  <c:v>45561.525000000001</c:v>
                </c:pt>
                <c:pt idx="25391">
                  <c:v>45606.542361111111</c:v>
                </c:pt>
                <c:pt idx="25392">
                  <c:v>45561.525000000001</c:v>
                </c:pt>
                <c:pt idx="25393">
                  <c:v>45320.577777777777</c:v>
                </c:pt>
                <c:pt idx="25394">
                  <c:v>45943.574999999997</c:v>
                </c:pt>
                <c:pt idx="25395">
                  <c:v>45728.676388888889</c:v>
                </c:pt>
                <c:pt idx="25396">
                  <c:v>45320.577777777777</c:v>
                </c:pt>
                <c:pt idx="25397">
                  <c:v>46020.570138888892</c:v>
                </c:pt>
                <c:pt idx="25398">
                  <c:v>45445.560416666667</c:v>
                </c:pt>
                <c:pt idx="25399">
                  <c:v>45445.560416666667</c:v>
                </c:pt>
                <c:pt idx="25400">
                  <c:v>46020.570138888892</c:v>
                </c:pt>
                <c:pt idx="25401">
                  <c:v>45875.634722222218</c:v>
                </c:pt>
                <c:pt idx="25402">
                  <c:v>45917.884027777778</c:v>
                </c:pt>
                <c:pt idx="25403">
                  <c:v>45433.868055555547</c:v>
                </c:pt>
                <c:pt idx="25404">
                  <c:v>45358.822222222218</c:v>
                </c:pt>
                <c:pt idx="25405">
                  <c:v>45693.852083333331</c:v>
                </c:pt>
                <c:pt idx="25406">
                  <c:v>45626.963888888888</c:v>
                </c:pt>
                <c:pt idx="25407">
                  <c:v>45997.619444444441</c:v>
                </c:pt>
                <c:pt idx="25408">
                  <c:v>45961.5</c:v>
                </c:pt>
                <c:pt idx="25409">
                  <c:v>45975.548611111109</c:v>
                </c:pt>
                <c:pt idx="25410">
                  <c:v>45618.5</c:v>
                </c:pt>
                <c:pt idx="25411">
                  <c:v>45735.520138888889</c:v>
                </c:pt>
                <c:pt idx="25412">
                  <c:v>45720.800694444442</c:v>
                </c:pt>
                <c:pt idx="25413">
                  <c:v>45957.551388888889</c:v>
                </c:pt>
                <c:pt idx="25414">
                  <c:v>45330.943055555559</c:v>
                </c:pt>
                <c:pt idx="25415">
                  <c:v>45387.543055555558</c:v>
                </c:pt>
                <c:pt idx="25416">
                  <c:v>45356.033333333333</c:v>
                </c:pt>
                <c:pt idx="25417">
                  <c:v>45868.012499999997</c:v>
                </c:pt>
                <c:pt idx="25418">
                  <c:v>45912.530555555553</c:v>
                </c:pt>
                <c:pt idx="25419">
                  <c:v>45914.605555555558</c:v>
                </c:pt>
                <c:pt idx="25420">
                  <c:v>45762.484027777777</c:v>
                </c:pt>
                <c:pt idx="25421">
                  <c:v>45397.464583333327</c:v>
                </c:pt>
                <c:pt idx="25422">
                  <c:v>46014.506249999999</c:v>
                </c:pt>
                <c:pt idx="25423">
                  <c:v>46014.494444444441</c:v>
                </c:pt>
                <c:pt idx="25424">
                  <c:v>46012.556250000001</c:v>
                </c:pt>
                <c:pt idx="25425">
                  <c:v>45554.623611111107</c:v>
                </c:pt>
                <c:pt idx="25426">
                  <c:v>46011.5625</c:v>
                </c:pt>
                <c:pt idx="25427">
                  <c:v>45864.313194444447</c:v>
                </c:pt>
                <c:pt idx="25428">
                  <c:v>45665.355555555558</c:v>
                </c:pt>
                <c:pt idx="25429">
                  <c:v>45830.805555555547</c:v>
                </c:pt>
                <c:pt idx="25430">
                  <c:v>45313.827777777777</c:v>
                </c:pt>
                <c:pt idx="25431">
                  <c:v>45648.492361111108</c:v>
                </c:pt>
                <c:pt idx="25432">
                  <c:v>45865.915277777778</c:v>
                </c:pt>
                <c:pt idx="25433">
                  <c:v>45624.335416666669</c:v>
                </c:pt>
                <c:pt idx="25434">
                  <c:v>45740.459722222222</c:v>
                </c:pt>
                <c:pt idx="25435">
                  <c:v>45374.244444444441</c:v>
                </c:pt>
                <c:pt idx="25436">
                  <c:v>45704.731249999997</c:v>
                </c:pt>
                <c:pt idx="25437">
                  <c:v>45496.445833333331</c:v>
                </c:pt>
                <c:pt idx="25438">
                  <c:v>45446.840277777781</c:v>
                </c:pt>
                <c:pt idx="25439">
                  <c:v>45562.469444444447</c:v>
                </c:pt>
                <c:pt idx="25440">
                  <c:v>45571.23541666667</c:v>
                </c:pt>
                <c:pt idx="25441">
                  <c:v>45654.249305555553</c:v>
                </c:pt>
                <c:pt idx="25442">
                  <c:v>45785.424305555563</c:v>
                </c:pt>
                <c:pt idx="25443">
                  <c:v>45522.2</c:v>
                </c:pt>
                <c:pt idx="25444">
                  <c:v>45351.67291666667</c:v>
                </c:pt>
                <c:pt idx="25445">
                  <c:v>45404.309027777781</c:v>
                </c:pt>
                <c:pt idx="25446">
                  <c:v>45304.31527777778</c:v>
                </c:pt>
                <c:pt idx="25447">
                  <c:v>45320.303472222222</c:v>
                </c:pt>
                <c:pt idx="25448">
                  <c:v>45590.680555555547</c:v>
                </c:pt>
                <c:pt idx="25449">
                  <c:v>45514.633333333331</c:v>
                </c:pt>
                <c:pt idx="25450">
                  <c:v>45629.466666666667</c:v>
                </c:pt>
                <c:pt idx="25451">
                  <c:v>45595.75</c:v>
                </c:pt>
                <c:pt idx="25452">
                  <c:v>45955.397916666669</c:v>
                </c:pt>
                <c:pt idx="25453">
                  <c:v>45863.572916666657</c:v>
                </c:pt>
                <c:pt idx="25454">
                  <c:v>45499.39166666667</c:v>
                </c:pt>
                <c:pt idx="25455">
                  <c:v>45848.809027777781</c:v>
                </c:pt>
                <c:pt idx="25456">
                  <c:v>45824.824999999997</c:v>
                </c:pt>
                <c:pt idx="25457">
                  <c:v>45815.856944444437</c:v>
                </c:pt>
                <c:pt idx="25458">
                  <c:v>45889.529166666667</c:v>
                </c:pt>
                <c:pt idx="25459">
                  <c:v>45886.8</c:v>
                </c:pt>
                <c:pt idx="25460">
                  <c:v>45742.553472222222</c:v>
                </c:pt>
                <c:pt idx="25461">
                  <c:v>45836.828472222223</c:v>
                </c:pt>
                <c:pt idx="25462">
                  <c:v>45743.535416666673</c:v>
                </c:pt>
                <c:pt idx="25463">
                  <c:v>45925.34375</c:v>
                </c:pt>
                <c:pt idx="25464">
                  <c:v>45418.587500000001</c:v>
                </c:pt>
                <c:pt idx="25465">
                  <c:v>45747.64166666667</c:v>
                </c:pt>
                <c:pt idx="25466">
                  <c:v>45791.769444444442</c:v>
                </c:pt>
                <c:pt idx="25467">
                  <c:v>45441.267361111109</c:v>
                </c:pt>
                <c:pt idx="25468">
                  <c:v>45533.302777777782</c:v>
                </c:pt>
                <c:pt idx="25469">
                  <c:v>45305.825694444437</c:v>
                </c:pt>
                <c:pt idx="25470">
                  <c:v>45656.436805555553</c:v>
                </c:pt>
                <c:pt idx="25471">
                  <c:v>45957.731944444437</c:v>
                </c:pt>
                <c:pt idx="25472">
                  <c:v>45985.01666666667</c:v>
                </c:pt>
                <c:pt idx="25473">
                  <c:v>45980.59375</c:v>
                </c:pt>
                <c:pt idx="25474">
                  <c:v>45298.606944444437</c:v>
                </c:pt>
                <c:pt idx="25475">
                  <c:v>45869.883333333331</c:v>
                </c:pt>
                <c:pt idx="25476">
                  <c:v>45848.586805555547</c:v>
                </c:pt>
                <c:pt idx="25477">
                  <c:v>45899.709722222222</c:v>
                </c:pt>
                <c:pt idx="25478">
                  <c:v>45845.67083333333</c:v>
                </c:pt>
                <c:pt idx="25479">
                  <c:v>45510.551388888889</c:v>
                </c:pt>
                <c:pt idx="25480">
                  <c:v>45801.722222222219</c:v>
                </c:pt>
                <c:pt idx="25481">
                  <c:v>45918.292361111111</c:v>
                </c:pt>
                <c:pt idx="25482">
                  <c:v>46022.598611111112</c:v>
                </c:pt>
                <c:pt idx="25483">
                  <c:v>45657.573611111111</c:v>
                </c:pt>
                <c:pt idx="25484">
                  <c:v>45306.13958333333</c:v>
                </c:pt>
                <c:pt idx="25485">
                  <c:v>45896.065972222219</c:v>
                </c:pt>
                <c:pt idx="25486">
                  <c:v>45790.527083333327</c:v>
                </c:pt>
                <c:pt idx="25487">
                  <c:v>45599.140972222223</c:v>
                </c:pt>
                <c:pt idx="25488">
                  <c:v>45699.95208333333</c:v>
                </c:pt>
                <c:pt idx="25489">
                  <c:v>45658.924305555563</c:v>
                </c:pt>
                <c:pt idx="25490">
                  <c:v>45941.068055555559</c:v>
                </c:pt>
                <c:pt idx="25491">
                  <c:v>46020.752083333333</c:v>
                </c:pt>
                <c:pt idx="25492">
                  <c:v>45941.163888888892</c:v>
                </c:pt>
                <c:pt idx="25493">
                  <c:v>45820.222916666673</c:v>
                </c:pt>
                <c:pt idx="25494">
                  <c:v>45875.015277777777</c:v>
                </c:pt>
                <c:pt idx="25495">
                  <c:v>45938.038888888892</c:v>
                </c:pt>
                <c:pt idx="25496">
                  <c:v>45292.506249999999</c:v>
                </c:pt>
                <c:pt idx="25497">
                  <c:v>45860.438888888893</c:v>
                </c:pt>
                <c:pt idx="25498">
                  <c:v>45322.775000000001</c:v>
                </c:pt>
                <c:pt idx="25499">
                  <c:v>45300.510416666657</c:v>
                </c:pt>
                <c:pt idx="25500">
                  <c:v>45936.390972222223</c:v>
                </c:pt>
                <c:pt idx="25501">
                  <c:v>45448.843055555553</c:v>
                </c:pt>
                <c:pt idx="25502">
                  <c:v>45903.359027777777</c:v>
                </c:pt>
                <c:pt idx="25503">
                  <c:v>45983.61041666667</c:v>
                </c:pt>
                <c:pt idx="25504">
                  <c:v>45835.356249999997</c:v>
                </c:pt>
                <c:pt idx="25505">
                  <c:v>45837.888888888891</c:v>
                </c:pt>
                <c:pt idx="25506">
                  <c:v>45521.725694444453</c:v>
                </c:pt>
                <c:pt idx="25507">
                  <c:v>45518.413194444453</c:v>
                </c:pt>
                <c:pt idx="25508">
                  <c:v>45667.477083333331</c:v>
                </c:pt>
                <c:pt idx="25509">
                  <c:v>45892.545138888891</c:v>
                </c:pt>
                <c:pt idx="25510">
                  <c:v>45992.625</c:v>
                </c:pt>
                <c:pt idx="25511">
                  <c:v>45852.430555555547</c:v>
                </c:pt>
                <c:pt idx="25512">
                  <c:v>45962.535416666673</c:v>
                </c:pt>
                <c:pt idx="25513">
                  <c:v>45837.453472222223</c:v>
                </c:pt>
                <c:pt idx="25514">
                  <c:v>45944.902083333327</c:v>
                </c:pt>
                <c:pt idx="25515">
                  <c:v>45748.918749999997</c:v>
                </c:pt>
                <c:pt idx="25516">
                  <c:v>45906.939583333333</c:v>
                </c:pt>
                <c:pt idx="25517">
                  <c:v>45764.786111111112</c:v>
                </c:pt>
                <c:pt idx="25518">
                  <c:v>45660.72152777778</c:v>
                </c:pt>
                <c:pt idx="25519">
                  <c:v>45529.572916666657</c:v>
                </c:pt>
                <c:pt idx="25520">
                  <c:v>45309.084722222222</c:v>
                </c:pt>
                <c:pt idx="25521">
                  <c:v>45995.345138888893</c:v>
                </c:pt>
                <c:pt idx="25522">
                  <c:v>45730.495138888888</c:v>
                </c:pt>
                <c:pt idx="25523">
                  <c:v>45593.425000000003</c:v>
                </c:pt>
                <c:pt idx="25524">
                  <c:v>45929.567361111112</c:v>
                </c:pt>
                <c:pt idx="25525">
                  <c:v>45590.839583333327</c:v>
                </c:pt>
                <c:pt idx="25526">
                  <c:v>45470.907638888893</c:v>
                </c:pt>
                <c:pt idx="25527">
                  <c:v>45410.893750000003</c:v>
                </c:pt>
                <c:pt idx="25528">
                  <c:v>45837.634027777778</c:v>
                </c:pt>
                <c:pt idx="25529">
                  <c:v>45375.024305555547</c:v>
                </c:pt>
                <c:pt idx="25530">
                  <c:v>45778.897222222222</c:v>
                </c:pt>
                <c:pt idx="25531">
                  <c:v>45675.696527777778</c:v>
                </c:pt>
                <c:pt idx="25532">
                  <c:v>45627.533333333333</c:v>
                </c:pt>
                <c:pt idx="25533">
                  <c:v>45583.840277777781</c:v>
                </c:pt>
                <c:pt idx="25534">
                  <c:v>45925.715277777781</c:v>
                </c:pt>
                <c:pt idx="25535">
                  <c:v>45880.038194444453</c:v>
                </c:pt>
                <c:pt idx="25536">
                  <c:v>45842.65625</c:v>
                </c:pt>
                <c:pt idx="25537">
                  <c:v>45545.504861111112</c:v>
                </c:pt>
                <c:pt idx="25538">
                  <c:v>45628.500694444447</c:v>
                </c:pt>
                <c:pt idx="25539">
                  <c:v>45724.777777777781</c:v>
                </c:pt>
                <c:pt idx="25540">
                  <c:v>45694.548611111109</c:v>
                </c:pt>
                <c:pt idx="25541">
                  <c:v>45358.859027777777</c:v>
                </c:pt>
                <c:pt idx="25542">
                  <c:v>45298.913194444453</c:v>
                </c:pt>
                <c:pt idx="25543">
                  <c:v>45487.452777777777</c:v>
                </c:pt>
                <c:pt idx="25544">
                  <c:v>45847.65902777778</c:v>
                </c:pt>
                <c:pt idx="25545">
                  <c:v>45545.363888888889</c:v>
                </c:pt>
                <c:pt idx="25546">
                  <c:v>45402.4375</c:v>
                </c:pt>
                <c:pt idx="25547">
                  <c:v>45462.48333333333</c:v>
                </c:pt>
                <c:pt idx="25548">
                  <c:v>45626.463194444441</c:v>
                </c:pt>
                <c:pt idx="25549">
                  <c:v>45670.693749999999</c:v>
                </c:pt>
                <c:pt idx="25550">
                  <c:v>45992.446527777778</c:v>
                </c:pt>
                <c:pt idx="25551">
                  <c:v>45386.615277777782</c:v>
                </c:pt>
                <c:pt idx="25552">
                  <c:v>45775.572222222218</c:v>
                </c:pt>
                <c:pt idx="25553">
                  <c:v>45428.392361111109</c:v>
                </c:pt>
                <c:pt idx="25554">
                  <c:v>45581.832638888889</c:v>
                </c:pt>
                <c:pt idx="25555">
                  <c:v>45810.361111111109</c:v>
                </c:pt>
                <c:pt idx="25556">
                  <c:v>45327.543749999997</c:v>
                </c:pt>
                <c:pt idx="25557">
                  <c:v>45942.07708333333</c:v>
                </c:pt>
                <c:pt idx="25558">
                  <c:v>45757.705555555563</c:v>
                </c:pt>
                <c:pt idx="25559">
                  <c:v>45775.314583333333</c:v>
                </c:pt>
                <c:pt idx="25560">
                  <c:v>45862.40625</c:v>
                </c:pt>
                <c:pt idx="25561">
                  <c:v>45889.57916666667</c:v>
                </c:pt>
                <c:pt idx="25562">
                  <c:v>45887.274305555547</c:v>
                </c:pt>
                <c:pt idx="25563">
                  <c:v>46006.523611111108</c:v>
                </c:pt>
                <c:pt idx="25564">
                  <c:v>45838.400000000001</c:v>
                </c:pt>
                <c:pt idx="25565">
                  <c:v>45758.416666666657</c:v>
                </c:pt>
                <c:pt idx="25566">
                  <c:v>45868.379166666673</c:v>
                </c:pt>
                <c:pt idx="25567">
                  <c:v>45868.379166666673</c:v>
                </c:pt>
                <c:pt idx="25568">
                  <c:v>45781.796527777777</c:v>
                </c:pt>
                <c:pt idx="25569">
                  <c:v>45758.416666666657</c:v>
                </c:pt>
                <c:pt idx="25570">
                  <c:v>45781.796527777777</c:v>
                </c:pt>
                <c:pt idx="25571">
                  <c:v>45883.318055555559</c:v>
                </c:pt>
                <c:pt idx="25572">
                  <c:v>45883.318055555559</c:v>
                </c:pt>
                <c:pt idx="25573">
                  <c:v>45780.271527777782</c:v>
                </c:pt>
                <c:pt idx="25574">
                  <c:v>45865.330555555563</c:v>
                </c:pt>
                <c:pt idx="25575">
                  <c:v>45761.76458333333</c:v>
                </c:pt>
                <c:pt idx="25576">
                  <c:v>45711.71875</c:v>
                </c:pt>
                <c:pt idx="25577">
                  <c:v>45747.450694444437</c:v>
                </c:pt>
                <c:pt idx="25578">
                  <c:v>45722.780555555553</c:v>
                </c:pt>
                <c:pt idx="25579">
                  <c:v>45770.400000000001</c:v>
                </c:pt>
                <c:pt idx="25580">
                  <c:v>45351.42083333333</c:v>
                </c:pt>
                <c:pt idx="25581">
                  <c:v>45321.656944444447</c:v>
                </c:pt>
                <c:pt idx="25582">
                  <c:v>45716.588888888888</c:v>
                </c:pt>
                <c:pt idx="25583">
                  <c:v>45976.456944444442</c:v>
                </c:pt>
                <c:pt idx="25584">
                  <c:v>45888.671527777777</c:v>
                </c:pt>
                <c:pt idx="25585">
                  <c:v>45629.651388888888</c:v>
                </c:pt>
                <c:pt idx="25586">
                  <c:v>45383.785416666673</c:v>
                </c:pt>
                <c:pt idx="25587">
                  <c:v>45685.462500000001</c:v>
                </c:pt>
                <c:pt idx="25588">
                  <c:v>45481.363194444442</c:v>
                </c:pt>
                <c:pt idx="25589">
                  <c:v>45512.68472222222</c:v>
                </c:pt>
                <c:pt idx="25590">
                  <c:v>45412.254861111112</c:v>
                </c:pt>
                <c:pt idx="25591">
                  <c:v>45550.59375</c:v>
                </c:pt>
                <c:pt idx="25592">
                  <c:v>45998.479861111111</c:v>
                </c:pt>
                <c:pt idx="25593">
                  <c:v>45920.625</c:v>
                </c:pt>
                <c:pt idx="25594">
                  <c:v>45863.386805555558</c:v>
                </c:pt>
                <c:pt idx="25595">
                  <c:v>45822.315972222219</c:v>
                </c:pt>
                <c:pt idx="25596">
                  <c:v>45607.316666666673</c:v>
                </c:pt>
                <c:pt idx="25597">
                  <c:v>45752.645138888889</c:v>
                </c:pt>
                <c:pt idx="25598">
                  <c:v>45584.245138888888</c:v>
                </c:pt>
                <c:pt idx="25599">
                  <c:v>46017.522916666669</c:v>
                </c:pt>
                <c:pt idx="25600">
                  <c:v>45793.64166666667</c:v>
                </c:pt>
                <c:pt idx="25601">
                  <c:v>45950.700694444437</c:v>
                </c:pt>
                <c:pt idx="25602">
                  <c:v>45742.44027777778</c:v>
                </c:pt>
                <c:pt idx="25603">
                  <c:v>45443.224999999999</c:v>
                </c:pt>
                <c:pt idx="25604">
                  <c:v>45658.541666666657</c:v>
                </c:pt>
                <c:pt idx="25605">
                  <c:v>45645.749305555553</c:v>
                </c:pt>
                <c:pt idx="25606">
                  <c:v>45751.691666666673</c:v>
                </c:pt>
                <c:pt idx="25607">
                  <c:v>45952.783333333333</c:v>
                </c:pt>
                <c:pt idx="25608">
                  <c:v>45679.449305555558</c:v>
                </c:pt>
                <c:pt idx="25609">
                  <c:v>45599.688888888893</c:v>
                </c:pt>
                <c:pt idx="25610">
                  <c:v>45867.857638888891</c:v>
                </c:pt>
                <c:pt idx="25611">
                  <c:v>45895.670138888891</c:v>
                </c:pt>
                <c:pt idx="25612">
                  <c:v>45565.775000000001</c:v>
                </c:pt>
                <c:pt idx="25613">
                  <c:v>45644.686111111107</c:v>
                </c:pt>
                <c:pt idx="25614">
                  <c:v>45587.782638888893</c:v>
                </c:pt>
                <c:pt idx="25615">
                  <c:v>45662.604166666657</c:v>
                </c:pt>
                <c:pt idx="25616">
                  <c:v>45593.54791666667</c:v>
                </c:pt>
                <c:pt idx="25617">
                  <c:v>45666.542361111111</c:v>
                </c:pt>
                <c:pt idx="25618">
                  <c:v>46019.038194444453</c:v>
                </c:pt>
                <c:pt idx="25619">
                  <c:v>45842.638888888891</c:v>
                </c:pt>
                <c:pt idx="25620">
                  <c:v>45988.893750000003</c:v>
                </c:pt>
                <c:pt idx="25621">
                  <c:v>45759.454861111109</c:v>
                </c:pt>
                <c:pt idx="25622">
                  <c:v>45934.477083333331</c:v>
                </c:pt>
                <c:pt idx="25623">
                  <c:v>45484.469444444447</c:v>
                </c:pt>
                <c:pt idx="25624">
                  <c:v>45627.790972222218</c:v>
                </c:pt>
                <c:pt idx="25625">
                  <c:v>45656.850694444453</c:v>
                </c:pt>
                <c:pt idx="25626">
                  <c:v>45384.651388888888</c:v>
                </c:pt>
                <c:pt idx="25627">
                  <c:v>45414.527777777781</c:v>
                </c:pt>
                <c:pt idx="25628">
                  <c:v>45940.569444444453</c:v>
                </c:pt>
                <c:pt idx="25629">
                  <c:v>45952.601388888892</c:v>
                </c:pt>
                <c:pt idx="25630">
                  <c:v>45882.465277777781</c:v>
                </c:pt>
                <c:pt idx="25631">
                  <c:v>45826.32916666667</c:v>
                </c:pt>
                <c:pt idx="25632">
                  <c:v>45866.365972222222</c:v>
                </c:pt>
                <c:pt idx="25633">
                  <c:v>45835.853472222218</c:v>
                </c:pt>
                <c:pt idx="25634">
                  <c:v>45831.534722222219</c:v>
                </c:pt>
                <c:pt idx="25635">
                  <c:v>45831.534722222219</c:v>
                </c:pt>
                <c:pt idx="25636">
                  <c:v>45828.590277777781</c:v>
                </c:pt>
                <c:pt idx="25637">
                  <c:v>45828.590277777781</c:v>
                </c:pt>
                <c:pt idx="25638">
                  <c:v>45835.853472222218</c:v>
                </c:pt>
                <c:pt idx="25639">
                  <c:v>45625.824305555558</c:v>
                </c:pt>
                <c:pt idx="25640">
                  <c:v>45728.621527777781</c:v>
                </c:pt>
                <c:pt idx="25641">
                  <c:v>45916.503472222219</c:v>
                </c:pt>
                <c:pt idx="25642">
                  <c:v>45803.617361111108</c:v>
                </c:pt>
                <c:pt idx="25643">
                  <c:v>45989.418055555558</c:v>
                </c:pt>
                <c:pt idx="25644">
                  <c:v>45971.777777777781</c:v>
                </c:pt>
                <c:pt idx="25645">
                  <c:v>45357.595138888893</c:v>
                </c:pt>
                <c:pt idx="25646">
                  <c:v>45785.856944444437</c:v>
                </c:pt>
                <c:pt idx="25647">
                  <c:v>45507.895138888889</c:v>
                </c:pt>
                <c:pt idx="25648">
                  <c:v>45606.436111111107</c:v>
                </c:pt>
                <c:pt idx="25649">
                  <c:v>45892.12222222222</c:v>
                </c:pt>
                <c:pt idx="25650">
                  <c:v>45569.720833333333</c:v>
                </c:pt>
                <c:pt idx="25651">
                  <c:v>45993.662499999999</c:v>
                </c:pt>
                <c:pt idx="25652">
                  <c:v>45951.763888888891</c:v>
                </c:pt>
                <c:pt idx="25653">
                  <c:v>45951.763888888891</c:v>
                </c:pt>
                <c:pt idx="25654">
                  <c:v>45738.72152777778</c:v>
                </c:pt>
                <c:pt idx="25655">
                  <c:v>45989.522916666669</c:v>
                </c:pt>
                <c:pt idx="25656">
                  <c:v>45993.662499999999</c:v>
                </c:pt>
                <c:pt idx="25657">
                  <c:v>45862.827777777777</c:v>
                </c:pt>
                <c:pt idx="25658">
                  <c:v>45862.827777777777</c:v>
                </c:pt>
                <c:pt idx="25659">
                  <c:v>45569.720833333333</c:v>
                </c:pt>
                <c:pt idx="25660">
                  <c:v>45738.72152777778</c:v>
                </c:pt>
                <c:pt idx="25661">
                  <c:v>45630.429861111108</c:v>
                </c:pt>
                <c:pt idx="25662">
                  <c:v>45988.76666666667</c:v>
                </c:pt>
                <c:pt idx="25663">
                  <c:v>45868.832638888889</c:v>
                </c:pt>
                <c:pt idx="25664">
                  <c:v>45707.657638888893</c:v>
                </c:pt>
                <c:pt idx="25665">
                  <c:v>45657.859722222223</c:v>
                </c:pt>
                <c:pt idx="25666">
                  <c:v>45707.657638888893</c:v>
                </c:pt>
                <c:pt idx="25667">
                  <c:v>45657.859722222223</c:v>
                </c:pt>
                <c:pt idx="25668">
                  <c:v>45988.76666666667</c:v>
                </c:pt>
                <c:pt idx="25669">
                  <c:v>45868.832638888889</c:v>
                </c:pt>
                <c:pt idx="25670">
                  <c:v>45724.818749999999</c:v>
                </c:pt>
                <c:pt idx="25671">
                  <c:v>45654.177777777782</c:v>
                </c:pt>
                <c:pt idx="25672">
                  <c:v>45724.818749999999</c:v>
                </c:pt>
                <c:pt idx="25673">
                  <c:v>45925.696527777778</c:v>
                </c:pt>
                <c:pt idx="25674">
                  <c:v>45925.696527777778</c:v>
                </c:pt>
                <c:pt idx="25675">
                  <c:v>46001.681944444441</c:v>
                </c:pt>
                <c:pt idx="25676">
                  <c:v>45935.458333333343</c:v>
                </c:pt>
                <c:pt idx="25677">
                  <c:v>46001.681944444441</c:v>
                </c:pt>
                <c:pt idx="25678">
                  <c:v>45935.458333333343</c:v>
                </c:pt>
                <c:pt idx="25679">
                  <c:v>45654.177777777782</c:v>
                </c:pt>
                <c:pt idx="25680">
                  <c:v>45630.429861111108</c:v>
                </c:pt>
                <c:pt idx="25681">
                  <c:v>45989.522916666669</c:v>
                </c:pt>
                <c:pt idx="25682">
                  <c:v>45585.519444444442</c:v>
                </c:pt>
                <c:pt idx="25683">
                  <c:v>45585.519444444442</c:v>
                </c:pt>
                <c:pt idx="25684">
                  <c:v>45735.486805555563</c:v>
                </c:pt>
                <c:pt idx="25685">
                  <c:v>45715.674305555563</c:v>
                </c:pt>
                <c:pt idx="25686">
                  <c:v>45781.851388888892</c:v>
                </c:pt>
                <c:pt idx="25687">
                  <c:v>45955.884027777778</c:v>
                </c:pt>
                <c:pt idx="25688">
                  <c:v>45779.315972222219</c:v>
                </c:pt>
                <c:pt idx="25689">
                  <c:v>45929.616666666669</c:v>
                </c:pt>
                <c:pt idx="25690">
                  <c:v>46004.287499999999</c:v>
                </c:pt>
                <c:pt idx="25691">
                  <c:v>45842.716666666667</c:v>
                </c:pt>
                <c:pt idx="25692">
                  <c:v>45907.799305555563</c:v>
                </c:pt>
                <c:pt idx="25693">
                  <c:v>45407.550694444442</c:v>
                </c:pt>
                <c:pt idx="25694">
                  <c:v>45971.490277777782</c:v>
                </c:pt>
                <c:pt idx="25695">
                  <c:v>45644.580555555563</c:v>
                </c:pt>
                <c:pt idx="25696">
                  <c:v>45333.479861111111</c:v>
                </c:pt>
                <c:pt idx="25697">
                  <c:v>45473.655555555553</c:v>
                </c:pt>
                <c:pt idx="25698">
                  <c:v>45806.496527777781</c:v>
                </c:pt>
                <c:pt idx="25699">
                  <c:v>45877.65625</c:v>
                </c:pt>
                <c:pt idx="25700">
                  <c:v>45553.518055555563</c:v>
                </c:pt>
                <c:pt idx="25701">
                  <c:v>45712.438888888893</c:v>
                </c:pt>
                <c:pt idx="25702">
                  <c:v>45665.459027777782</c:v>
                </c:pt>
                <c:pt idx="25703">
                  <c:v>45839.640972222223</c:v>
                </c:pt>
                <c:pt idx="25704">
                  <c:v>45880.056250000001</c:v>
                </c:pt>
                <c:pt idx="25705">
                  <c:v>46021.243750000001</c:v>
                </c:pt>
                <c:pt idx="25706">
                  <c:v>45934.008333333331</c:v>
                </c:pt>
                <c:pt idx="25707">
                  <c:v>45686.824999999997</c:v>
                </c:pt>
                <c:pt idx="25708">
                  <c:v>45805.113888888889</c:v>
                </c:pt>
                <c:pt idx="25709">
                  <c:v>45798.770833333343</c:v>
                </c:pt>
                <c:pt idx="25710">
                  <c:v>45428.520833333343</c:v>
                </c:pt>
                <c:pt idx="25711">
                  <c:v>45539.445138888892</c:v>
                </c:pt>
                <c:pt idx="25712">
                  <c:v>45364.566666666673</c:v>
                </c:pt>
                <c:pt idx="25713">
                  <c:v>45645.304166666669</c:v>
                </c:pt>
                <c:pt idx="25714">
                  <c:v>45638.034722222219</c:v>
                </c:pt>
                <c:pt idx="25715">
                  <c:v>45310.555555555547</c:v>
                </c:pt>
                <c:pt idx="25716">
                  <c:v>45817.60833333333</c:v>
                </c:pt>
                <c:pt idx="25717">
                  <c:v>45928.53125</c:v>
                </c:pt>
                <c:pt idx="25718">
                  <c:v>46014.236111111109</c:v>
                </c:pt>
                <c:pt idx="25719">
                  <c:v>45892.910416666673</c:v>
                </c:pt>
                <c:pt idx="25720">
                  <c:v>45907.883333333331</c:v>
                </c:pt>
                <c:pt idx="25721">
                  <c:v>45730.464583333327</c:v>
                </c:pt>
                <c:pt idx="25722">
                  <c:v>45954.749305555553</c:v>
                </c:pt>
                <c:pt idx="25723">
                  <c:v>45719.531944444447</c:v>
                </c:pt>
                <c:pt idx="25724">
                  <c:v>45342.356249999997</c:v>
                </c:pt>
                <c:pt idx="25725">
                  <c:v>45776.789583333331</c:v>
                </c:pt>
                <c:pt idx="25726">
                  <c:v>45310.381249999999</c:v>
                </c:pt>
                <c:pt idx="25727">
                  <c:v>45431.543055555558</c:v>
                </c:pt>
                <c:pt idx="25728">
                  <c:v>45806.62777777778</c:v>
                </c:pt>
                <c:pt idx="25729">
                  <c:v>45692.775694444441</c:v>
                </c:pt>
                <c:pt idx="25730">
                  <c:v>45756.624305555553</c:v>
                </c:pt>
                <c:pt idx="25731">
                  <c:v>45470.65625</c:v>
                </c:pt>
                <c:pt idx="25732">
                  <c:v>45383.425694444442</c:v>
                </c:pt>
                <c:pt idx="25733">
                  <c:v>45406.301388888889</c:v>
                </c:pt>
                <c:pt idx="25734">
                  <c:v>45449.420138888891</c:v>
                </c:pt>
                <c:pt idx="25735">
                  <c:v>45666.75277777778</c:v>
                </c:pt>
                <c:pt idx="25736">
                  <c:v>45349.40902777778</c:v>
                </c:pt>
                <c:pt idx="25737">
                  <c:v>45403.835416666669</c:v>
                </c:pt>
                <c:pt idx="25738">
                  <c:v>45382.511805555558</c:v>
                </c:pt>
                <c:pt idx="25739">
                  <c:v>45925.085416666669</c:v>
                </c:pt>
                <c:pt idx="25740">
                  <c:v>45890.654861111107</c:v>
                </c:pt>
                <c:pt idx="25741">
                  <c:v>45910.530555555553</c:v>
                </c:pt>
                <c:pt idx="25742">
                  <c:v>45919.032638888893</c:v>
                </c:pt>
                <c:pt idx="25743">
                  <c:v>45936.40347222222</c:v>
                </c:pt>
                <c:pt idx="25744">
                  <c:v>45938.736805555563</c:v>
                </c:pt>
                <c:pt idx="25745">
                  <c:v>45598.605555555558</c:v>
                </c:pt>
                <c:pt idx="25746">
                  <c:v>45808.484027777777</c:v>
                </c:pt>
                <c:pt idx="25747">
                  <c:v>45837.882638888892</c:v>
                </c:pt>
                <c:pt idx="25748">
                  <c:v>45667.563194444447</c:v>
                </c:pt>
                <c:pt idx="25749">
                  <c:v>45419.59652777778</c:v>
                </c:pt>
                <c:pt idx="25750">
                  <c:v>45386.72152777778</c:v>
                </c:pt>
                <c:pt idx="25751">
                  <c:v>45763.597222222219</c:v>
                </c:pt>
                <c:pt idx="25752">
                  <c:v>45306.45</c:v>
                </c:pt>
                <c:pt idx="25753">
                  <c:v>45534.324305555558</c:v>
                </c:pt>
                <c:pt idx="25754">
                  <c:v>45618.451388888891</c:v>
                </c:pt>
                <c:pt idx="25755">
                  <c:v>45660.509027777778</c:v>
                </c:pt>
                <c:pt idx="25756">
                  <c:v>45345.319444444453</c:v>
                </c:pt>
                <c:pt idx="25757">
                  <c:v>45580.429166666669</c:v>
                </c:pt>
                <c:pt idx="25758">
                  <c:v>45697.452777777777</c:v>
                </c:pt>
                <c:pt idx="25759">
                  <c:v>45455.658333333333</c:v>
                </c:pt>
                <c:pt idx="25760">
                  <c:v>45822.561111111107</c:v>
                </c:pt>
                <c:pt idx="25761">
                  <c:v>45879.767361111109</c:v>
                </c:pt>
                <c:pt idx="25762">
                  <c:v>45501.564583333333</c:v>
                </c:pt>
                <c:pt idx="25763">
                  <c:v>45722.29583333333</c:v>
                </c:pt>
                <c:pt idx="25764">
                  <c:v>45970.432638888888</c:v>
                </c:pt>
                <c:pt idx="25765">
                  <c:v>45773.59652777778</c:v>
                </c:pt>
                <c:pt idx="25766">
                  <c:v>45916.661111111112</c:v>
                </c:pt>
                <c:pt idx="25767">
                  <c:v>45834.479166666657</c:v>
                </c:pt>
                <c:pt idx="25768">
                  <c:v>45933.783333333333</c:v>
                </c:pt>
                <c:pt idx="25769">
                  <c:v>45321.447222222218</c:v>
                </c:pt>
                <c:pt idx="25770">
                  <c:v>46009.942361111112</c:v>
                </c:pt>
                <c:pt idx="25771">
                  <c:v>45915.651388888888</c:v>
                </c:pt>
                <c:pt idx="25772">
                  <c:v>45669.615277777782</c:v>
                </c:pt>
                <c:pt idx="25773">
                  <c:v>45789.607638888891</c:v>
                </c:pt>
                <c:pt idx="25774">
                  <c:v>45345.77847222222</c:v>
                </c:pt>
                <c:pt idx="25775">
                  <c:v>45845.762499999997</c:v>
                </c:pt>
                <c:pt idx="25776">
                  <c:v>45845.724305555559</c:v>
                </c:pt>
                <c:pt idx="25777">
                  <c:v>46012.007638888892</c:v>
                </c:pt>
                <c:pt idx="25778">
                  <c:v>45809.538194444453</c:v>
                </c:pt>
                <c:pt idx="25779">
                  <c:v>45367.897916666669</c:v>
                </c:pt>
                <c:pt idx="25780">
                  <c:v>45361.75</c:v>
                </c:pt>
                <c:pt idx="25781">
                  <c:v>45835.336111111108</c:v>
                </c:pt>
                <c:pt idx="25782">
                  <c:v>45873.659722222219</c:v>
                </c:pt>
                <c:pt idx="25783">
                  <c:v>45684.609027777777</c:v>
                </c:pt>
                <c:pt idx="25784">
                  <c:v>45795.561111111107</c:v>
                </c:pt>
                <c:pt idx="25785">
                  <c:v>45899.938888888893</c:v>
                </c:pt>
                <c:pt idx="25786">
                  <c:v>45846.909722222219</c:v>
                </c:pt>
                <c:pt idx="25787">
                  <c:v>45687.500694444447</c:v>
                </c:pt>
                <c:pt idx="25788">
                  <c:v>45794.559027777781</c:v>
                </c:pt>
                <c:pt idx="25789">
                  <c:v>45404.970833333333</c:v>
                </c:pt>
                <c:pt idx="25790">
                  <c:v>45850.136805555558</c:v>
                </c:pt>
                <c:pt idx="25791">
                  <c:v>45647.019444444442</c:v>
                </c:pt>
                <c:pt idx="25792">
                  <c:v>45911.072222222218</c:v>
                </c:pt>
                <c:pt idx="25793">
                  <c:v>45598.065972222219</c:v>
                </c:pt>
                <c:pt idx="25794">
                  <c:v>45850.136805555558</c:v>
                </c:pt>
                <c:pt idx="25795">
                  <c:v>45647.019444444442</c:v>
                </c:pt>
                <c:pt idx="25796">
                  <c:v>45794.559027777781</c:v>
                </c:pt>
                <c:pt idx="25797">
                  <c:v>45687.500694444447</c:v>
                </c:pt>
                <c:pt idx="25798">
                  <c:v>45598.065972222219</c:v>
                </c:pt>
                <c:pt idx="25799">
                  <c:v>45496.076388888891</c:v>
                </c:pt>
                <c:pt idx="25800">
                  <c:v>45496.076388888891</c:v>
                </c:pt>
                <c:pt idx="25801">
                  <c:v>45685.588194444441</c:v>
                </c:pt>
                <c:pt idx="25802">
                  <c:v>46019.734722222223</c:v>
                </c:pt>
                <c:pt idx="25803">
                  <c:v>46019.734722222223</c:v>
                </c:pt>
                <c:pt idx="25804">
                  <c:v>45527.275694444441</c:v>
                </c:pt>
                <c:pt idx="25805">
                  <c:v>45527.275694444441</c:v>
                </c:pt>
                <c:pt idx="25806">
                  <c:v>45741.456250000003</c:v>
                </c:pt>
                <c:pt idx="25807">
                  <c:v>45741.456250000003</c:v>
                </c:pt>
                <c:pt idx="25808">
                  <c:v>45728.546527777777</c:v>
                </c:pt>
                <c:pt idx="25809">
                  <c:v>45685.588194444441</c:v>
                </c:pt>
                <c:pt idx="25810">
                  <c:v>45911.072222222218</c:v>
                </c:pt>
                <c:pt idx="25811">
                  <c:v>45728.546527777777</c:v>
                </c:pt>
                <c:pt idx="25812">
                  <c:v>45935.798611111109</c:v>
                </c:pt>
                <c:pt idx="25813">
                  <c:v>45404.970833333333</c:v>
                </c:pt>
                <c:pt idx="25814">
                  <c:v>45419.523611111108</c:v>
                </c:pt>
                <c:pt idx="25815">
                  <c:v>45935.798611111109</c:v>
                </c:pt>
                <c:pt idx="25816">
                  <c:v>45419.523611111108</c:v>
                </c:pt>
                <c:pt idx="25817">
                  <c:v>45686.770833333343</c:v>
                </c:pt>
                <c:pt idx="25818">
                  <c:v>45647.12777777778</c:v>
                </c:pt>
                <c:pt idx="25819">
                  <c:v>45678.475694444453</c:v>
                </c:pt>
                <c:pt idx="25820">
                  <c:v>45341.933333333327</c:v>
                </c:pt>
                <c:pt idx="25821">
                  <c:v>45840.638888888891</c:v>
                </c:pt>
                <c:pt idx="25822">
                  <c:v>45636.882638888892</c:v>
                </c:pt>
                <c:pt idx="25823">
                  <c:v>45837.052083333343</c:v>
                </c:pt>
                <c:pt idx="25824">
                  <c:v>45805.125694444447</c:v>
                </c:pt>
                <c:pt idx="25825">
                  <c:v>45949.142361111109</c:v>
                </c:pt>
                <c:pt idx="25826">
                  <c:v>45940.918749999997</c:v>
                </c:pt>
                <c:pt idx="25827">
                  <c:v>45885.7</c:v>
                </c:pt>
                <c:pt idx="25828">
                  <c:v>45538.493750000001</c:v>
                </c:pt>
                <c:pt idx="25829">
                  <c:v>45909.328472222223</c:v>
                </c:pt>
                <c:pt idx="25830">
                  <c:v>46008.359722222223</c:v>
                </c:pt>
                <c:pt idx="25831">
                  <c:v>45825.438194444447</c:v>
                </c:pt>
                <c:pt idx="25832">
                  <c:v>45336.890277777777</c:v>
                </c:pt>
                <c:pt idx="25833">
                  <c:v>45378.574305555558</c:v>
                </c:pt>
                <c:pt idx="25834">
                  <c:v>45921.893055555563</c:v>
                </c:pt>
                <c:pt idx="25835">
                  <c:v>45301.23333333333</c:v>
                </c:pt>
                <c:pt idx="25836">
                  <c:v>45362.634027777778</c:v>
                </c:pt>
                <c:pt idx="25837">
                  <c:v>45864.545138888891</c:v>
                </c:pt>
                <c:pt idx="25838">
                  <c:v>45897.722222222219</c:v>
                </c:pt>
                <c:pt idx="25839">
                  <c:v>45992.773611111108</c:v>
                </c:pt>
                <c:pt idx="25840">
                  <c:v>45553.527777777781</c:v>
                </c:pt>
                <c:pt idx="25841">
                  <c:v>45963.920138888891</c:v>
                </c:pt>
                <c:pt idx="25842">
                  <c:v>45820.76458333333</c:v>
                </c:pt>
                <c:pt idx="25843">
                  <c:v>45515.541666666657</c:v>
                </c:pt>
                <c:pt idx="25844">
                  <c:v>45560.574305555558</c:v>
                </c:pt>
                <c:pt idx="25845">
                  <c:v>45980.415972222218</c:v>
                </c:pt>
                <c:pt idx="25846">
                  <c:v>45852.493750000001</c:v>
                </c:pt>
                <c:pt idx="25847">
                  <c:v>45477.663888888892</c:v>
                </c:pt>
                <c:pt idx="25848">
                  <c:v>45313.378472222219</c:v>
                </c:pt>
                <c:pt idx="25849">
                  <c:v>45451.459027777782</c:v>
                </c:pt>
                <c:pt idx="25850">
                  <c:v>45678.577777777777</c:v>
                </c:pt>
                <c:pt idx="25851">
                  <c:v>45326.592361111107</c:v>
                </c:pt>
                <c:pt idx="25852">
                  <c:v>45653.703472222223</c:v>
                </c:pt>
                <c:pt idx="25853">
                  <c:v>45350.931250000001</c:v>
                </c:pt>
                <c:pt idx="25854">
                  <c:v>45863.311111111107</c:v>
                </c:pt>
                <c:pt idx="25855">
                  <c:v>46014.65625</c:v>
                </c:pt>
                <c:pt idx="25856">
                  <c:v>45463.536805555559</c:v>
                </c:pt>
                <c:pt idx="25857">
                  <c:v>45723.5</c:v>
                </c:pt>
                <c:pt idx="25858">
                  <c:v>45843.520833333343</c:v>
                </c:pt>
                <c:pt idx="25859">
                  <c:v>45757.396527777782</c:v>
                </c:pt>
                <c:pt idx="25860">
                  <c:v>45902.321527777778</c:v>
                </c:pt>
                <c:pt idx="25861">
                  <c:v>45945.85833333333</c:v>
                </c:pt>
                <c:pt idx="25862">
                  <c:v>45999.864583333343</c:v>
                </c:pt>
                <c:pt idx="25863">
                  <c:v>45788.84097222222</c:v>
                </c:pt>
                <c:pt idx="25864">
                  <c:v>45866.731944444437</c:v>
                </c:pt>
                <c:pt idx="25865">
                  <c:v>45843.915972222218</c:v>
                </c:pt>
                <c:pt idx="25866">
                  <c:v>45617.734722222223</c:v>
                </c:pt>
                <c:pt idx="25867">
                  <c:v>45584.665277777778</c:v>
                </c:pt>
                <c:pt idx="25868">
                  <c:v>45741.980555555558</c:v>
                </c:pt>
                <c:pt idx="25869">
                  <c:v>45669.754166666673</c:v>
                </c:pt>
                <c:pt idx="25870">
                  <c:v>45663.959722222222</c:v>
                </c:pt>
                <c:pt idx="25871">
                  <c:v>45639.959027777782</c:v>
                </c:pt>
                <c:pt idx="25872">
                  <c:v>45726.684027777781</c:v>
                </c:pt>
                <c:pt idx="25873">
                  <c:v>45883.925000000003</c:v>
                </c:pt>
                <c:pt idx="25874">
                  <c:v>45779.018750000003</c:v>
                </c:pt>
                <c:pt idx="25875">
                  <c:v>45892.69027777778</c:v>
                </c:pt>
                <c:pt idx="25876">
                  <c:v>45924.96875</c:v>
                </c:pt>
                <c:pt idx="25877">
                  <c:v>45936.631249999999</c:v>
                </c:pt>
                <c:pt idx="25878">
                  <c:v>45572.626388888893</c:v>
                </c:pt>
                <c:pt idx="25879">
                  <c:v>45966.425000000003</c:v>
                </c:pt>
                <c:pt idx="25880">
                  <c:v>45648.894444444442</c:v>
                </c:pt>
                <c:pt idx="25881">
                  <c:v>45601.368750000001</c:v>
                </c:pt>
                <c:pt idx="25882">
                  <c:v>45698.737500000003</c:v>
                </c:pt>
                <c:pt idx="25883">
                  <c:v>45753.934027777781</c:v>
                </c:pt>
                <c:pt idx="25884">
                  <c:v>45837.765277777777</c:v>
                </c:pt>
                <c:pt idx="25885">
                  <c:v>45989.918749999997</c:v>
                </c:pt>
                <c:pt idx="25886">
                  <c:v>45445.063888888893</c:v>
                </c:pt>
                <c:pt idx="25887">
                  <c:v>45764.128472222219</c:v>
                </c:pt>
                <c:pt idx="25888">
                  <c:v>45986.805555555547</c:v>
                </c:pt>
                <c:pt idx="25889">
                  <c:v>45817.545138888891</c:v>
                </c:pt>
                <c:pt idx="25890">
                  <c:v>45789.388888888891</c:v>
                </c:pt>
                <c:pt idx="25891">
                  <c:v>45711.137499999997</c:v>
                </c:pt>
                <c:pt idx="25892">
                  <c:v>45661.974999999999</c:v>
                </c:pt>
                <c:pt idx="25893">
                  <c:v>45928.47152777778</c:v>
                </c:pt>
                <c:pt idx="25894">
                  <c:v>45786.025694444441</c:v>
                </c:pt>
                <c:pt idx="25895">
                  <c:v>45786.025694444441</c:v>
                </c:pt>
                <c:pt idx="25896">
                  <c:v>45823.956250000003</c:v>
                </c:pt>
                <c:pt idx="25897">
                  <c:v>45823.956250000003</c:v>
                </c:pt>
                <c:pt idx="25898">
                  <c:v>46018.652083333327</c:v>
                </c:pt>
                <c:pt idx="25899">
                  <c:v>45749.865277777782</c:v>
                </c:pt>
                <c:pt idx="25900">
                  <c:v>46017.78402777778</c:v>
                </c:pt>
                <c:pt idx="25901">
                  <c:v>45688.824999999997</c:v>
                </c:pt>
                <c:pt idx="25902">
                  <c:v>45899.634027777778</c:v>
                </c:pt>
                <c:pt idx="25903">
                  <c:v>45294.40625</c:v>
                </c:pt>
                <c:pt idx="25904">
                  <c:v>45338.570833333331</c:v>
                </c:pt>
                <c:pt idx="25905">
                  <c:v>45583.554166666669</c:v>
                </c:pt>
                <c:pt idx="25906">
                  <c:v>45463.456944444442</c:v>
                </c:pt>
                <c:pt idx="25907">
                  <c:v>45805.645138888889</c:v>
                </c:pt>
                <c:pt idx="25908">
                  <c:v>45714.371527777781</c:v>
                </c:pt>
                <c:pt idx="25909">
                  <c:v>45576.42291666667</c:v>
                </c:pt>
                <c:pt idx="25910">
                  <c:v>45614.506249999999</c:v>
                </c:pt>
                <c:pt idx="25911">
                  <c:v>45614.506249999999</c:v>
                </c:pt>
                <c:pt idx="25912">
                  <c:v>45576.42291666667</c:v>
                </c:pt>
                <c:pt idx="25913">
                  <c:v>45787.515972222223</c:v>
                </c:pt>
                <c:pt idx="25914">
                  <c:v>46020.474999999999</c:v>
                </c:pt>
                <c:pt idx="25915">
                  <c:v>45690.624305555553</c:v>
                </c:pt>
                <c:pt idx="25916">
                  <c:v>46014.570138888892</c:v>
                </c:pt>
                <c:pt idx="25917">
                  <c:v>45535.556250000001</c:v>
                </c:pt>
                <c:pt idx="25918">
                  <c:v>45679.709027777782</c:v>
                </c:pt>
                <c:pt idx="25919">
                  <c:v>45391.590277777781</c:v>
                </c:pt>
                <c:pt idx="25920">
                  <c:v>45929.836111111108</c:v>
                </c:pt>
                <c:pt idx="25921">
                  <c:v>45427.869444444441</c:v>
                </c:pt>
                <c:pt idx="25922">
                  <c:v>45438.586111111108</c:v>
                </c:pt>
                <c:pt idx="25923">
                  <c:v>45296.648611111108</c:v>
                </c:pt>
                <c:pt idx="25924">
                  <c:v>45710.686111111107</c:v>
                </c:pt>
                <c:pt idx="25925">
                  <c:v>45783.909722222219</c:v>
                </c:pt>
                <c:pt idx="25926">
                  <c:v>45874.85</c:v>
                </c:pt>
                <c:pt idx="25927">
                  <c:v>45977.537499999999</c:v>
                </c:pt>
                <c:pt idx="25928">
                  <c:v>45486.613888888889</c:v>
                </c:pt>
                <c:pt idx="25929">
                  <c:v>45558.504861111112</c:v>
                </c:pt>
                <c:pt idx="25930">
                  <c:v>45405.494444444441</c:v>
                </c:pt>
                <c:pt idx="25931">
                  <c:v>45644.348611111112</c:v>
                </c:pt>
                <c:pt idx="25932">
                  <c:v>45385.902083333327</c:v>
                </c:pt>
                <c:pt idx="25933">
                  <c:v>45934.30972222222</c:v>
                </c:pt>
                <c:pt idx="25934">
                  <c:v>45933.815972222219</c:v>
                </c:pt>
                <c:pt idx="25935">
                  <c:v>45534.492361111108</c:v>
                </c:pt>
                <c:pt idx="25936">
                  <c:v>45768.454861111109</c:v>
                </c:pt>
                <c:pt idx="25937">
                  <c:v>45737.304166666669</c:v>
                </c:pt>
                <c:pt idx="25938">
                  <c:v>45640.525694444441</c:v>
                </c:pt>
                <c:pt idx="25939">
                  <c:v>45875.609027777777</c:v>
                </c:pt>
                <c:pt idx="25940">
                  <c:v>45777.473611111112</c:v>
                </c:pt>
                <c:pt idx="25941">
                  <c:v>45746.806250000001</c:v>
                </c:pt>
                <c:pt idx="25942">
                  <c:v>45724.533333333333</c:v>
                </c:pt>
                <c:pt idx="25943">
                  <c:v>45682.701388888891</c:v>
                </c:pt>
                <c:pt idx="25944">
                  <c:v>45332.756944444453</c:v>
                </c:pt>
                <c:pt idx="25945">
                  <c:v>45871.899305555547</c:v>
                </c:pt>
                <c:pt idx="25946">
                  <c:v>46023.109027777777</c:v>
                </c:pt>
                <c:pt idx="25947">
                  <c:v>45926.973611111112</c:v>
                </c:pt>
                <c:pt idx="25948">
                  <c:v>45293.311805555553</c:v>
                </c:pt>
                <c:pt idx="25949">
                  <c:v>45692.601388888892</c:v>
                </c:pt>
                <c:pt idx="25950">
                  <c:v>46012.661111111112</c:v>
                </c:pt>
                <c:pt idx="25951">
                  <c:v>45878.816666666673</c:v>
                </c:pt>
                <c:pt idx="25952">
                  <c:v>45735.564583333333</c:v>
                </c:pt>
                <c:pt idx="25953">
                  <c:v>45390.62777777778</c:v>
                </c:pt>
                <c:pt idx="25954">
                  <c:v>45539.140972222223</c:v>
                </c:pt>
                <c:pt idx="25955">
                  <c:v>45485.09375</c:v>
                </c:pt>
                <c:pt idx="25956">
                  <c:v>45630.509722222218</c:v>
                </c:pt>
                <c:pt idx="25957">
                  <c:v>45337.042361111111</c:v>
                </c:pt>
                <c:pt idx="25958">
                  <c:v>45690.506249999999</c:v>
                </c:pt>
                <c:pt idx="25959">
                  <c:v>45926.441666666673</c:v>
                </c:pt>
                <c:pt idx="25960">
                  <c:v>45848.811111111107</c:v>
                </c:pt>
                <c:pt idx="25961">
                  <c:v>45447.051388888889</c:v>
                </c:pt>
                <c:pt idx="25962">
                  <c:v>45631.612500000003</c:v>
                </c:pt>
                <c:pt idx="25963">
                  <c:v>45755.711111111108</c:v>
                </c:pt>
                <c:pt idx="25964">
                  <c:v>45998.714583333327</c:v>
                </c:pt>
                <c:pt idx="25965">
                  <c:v>45594.125</c:v>
                </c:pt>
                <c:pt idx="25966">
                  <c:v>45887.080555555563</c:v>
                </c:pt>
                <c:pt idx="25967">
                  <c:v>45948.932638888888</c:v>
                </c:pt>
                <c:pt idx="25968">
                  <c:v>45800.511111111111</c:v>
                </c:pt>
                <c:pt idx="25969">
                  <c:v>45812.770138888889</c:v>
                </c:pt>
                <c:pt idx="25970">
                  <c:v>45664.336111111108</c:v>
                </c:pt>
                <c:pt idx="25971">
                  <c:v>45513.334722222222</c:v>
                </c:pt>
                <c:pt idx="25972">
                  <c:v>45654.784722222219</c:v>
                </c:pt>
                <c:pt idx="25973">
                  <c:v>45335.45208333333</c:v>
                </c:pt>
                <c:pt idx="25974">
                  <c:v>45721.879166666673</c:v>
                </c:pt>
                <c:pt idx="25975">
                  <c:v>46004.418749999997</c:v>
                </c:pt>
                <c:pt idx="25976">
                  <c:v>45798.892361111109</c:v>
                </c:pt>
                <c:pt idx="25977">
                  <c:v>46018.881944444453</c:v>
                </c:pt>
                <c:pt idx="25978">
                  <c:v>45857.502083333333</c:v>
                </c:pt>
                <c:pt idx="25979">
                  <c:v>45857.502083333333</c:v>
                </c:pt>
                <c:pt idx="25980">
                  <c:v>46018.881944444453</c:v>
                </c:pt>
                <c:pt idx="25981">
                  <c:v>45798.892361111109</c:v>
                </c:pt>
                <c:pt idx="25982">
                  <c:v>46004.418749999997</c:v>
                </c:pt>
                <c:pt idx="25983">
                  <c:v>45571.070833333331</c:v>
                </c:pt>
                <c:pt idx="25984">
                  <c:v>45571.070833333331</c:v>
                </c:pt>
                <c:pt idx="25985">
                  <c:v>45734.693055555559</c:v>
                </c:pt>
                <c:pt idx="25986">
                  <c:v>46010.683333333327</c:v>
                </c:pt>
                <c:pt idx="25987">
                  <c:v>45991.756249999999</c:v>
                </c:pt>
                <c:pt idx="25988">
                  <c:v>45685.618055555547</c:v>
                </c:pt>
                <c:pt idx="25989">
                  <c:v>45957.864583333343</c:v>
                </c:pt>
                <c:pt idx="25990">
                  <c:v>45614.433333333327</c:v>
                </c:pt>
                <c:pt idx="25991">
                  <c:v>45587.552083333343</c:v>
                </c:pt>
                <c:pt idx="25992">
                  <c:v>45782.351388888892</c:v>
                </c:pt>
                <c:pt idx="25993">
                  <c:v>45894.727777777778</c:v>
                </c:pt>
                <c:pt idx="25994">
                  <c:v>45603.406944444447</c:v>
                </c:pt>
                <c:pt idx="25995">
                  <c:v>45836.720138888893</c:v>
                </c:pt>
                <c:pt idx="25996">
                  <c:v>45679.910416666673</c:v>
                </c:pt>
                <c:pt idx="25997">
                  <c:v>45690.020833333343</c:v>
                </c:pt>
                <c:pt idx="25998">
                  <c:v>45733.84652777778</c:v>
                </c:pt>
                <c:pt idx="25999">
                  <c:v>45707.834722222222</c:v>
                </c:pt>
                <c:pt idx="26000">
                  <c:v>45803.728472222218</c:v>
                </c:pt>
                <c:pt idx="26001">
                  <c:v>45803.728472222218</c:v>
                </c:pt>
                <c:pt idx="26002">
                  <c:v>45707.834722222222</c:v>
                </c:pt>
                <c:pt idx="26003">
                  <c:v>45733.84652777778</c:v>
                </c:pt>
                <c:pt idx="26004">
                  <c:v>45489.838194444441</c:v>
                </c:pt>
                <c:pt idx="26005">
                  <c:v>45308.913888888892</c:v>
                </c:pt>
                <c:pt idx="26006">
                  <c:v>45878.819444444453</c:v>
                </c:pt>
                <c:pt idx="26007">
                  <c:v>45329.820138888892</c:v>
                </c:pt>
                <c:pt idx="26008">
                  <c:v>45517.668749999997</c:v>
                </c:pt>
                <c:pt idx="26009">
                  <c:v>45747.597916666673</c:v>
                </c:pt>
                <c:pt idx="26010">
                  <c:v>45701.447222222218</c:v>
                </c:pt>
                <c:pt idx="26011">
                  <c:v>45717.663888888892</c:v>
                </c:pt>
                <c:pt idx="26012">
                  <c:v>45894.797222222223</c:v>
                </c:pt>
                <c:pt idx="26013">
                  <c:v>46003.848611111112</c:v>
                </c:pt>
                <c:pt idx="26014">
                  <c:v>45758.520833333343</c:v>
                </c:pt>
                <c:pt idx="26015">
                  <c:v>45758.251388888893</c:v>
                </c:pt>
                <c:pt idx="26016">
                  <c:v>45758.244444444441</c:v>
                </c:pt>
                <c:pt idx="26017">
                  <c:v>45693.682638888888</c:v>
                </c:pt>
                <c:pt idx="26018">
                  <c:v>45798.499305555553</c:v>
                </c:pt>
                <c:pt idx="26019">
                  <c:v>45935.459027777782</c:v>
                </c:pt>
                <c:pt idx="26020">
                  <c:v>45935.459027777782</c:v>
                </c:pt>
                <c:pt idx="26021">
                  <c:v>45976.470138888893</c:v>
                </c:pt>
                <c:pt idx="26022">
                  <c:v>45895.866666666669</c:v>
                </c:pt>
                <c:pt idx="26023">
                  <c:v>45976.470138888893</c:v>
                </c:pt>
                <c:pt idx="26024">
                  <c:v>45895.866666666669</c:v>
                </c:pt>
                <c:pt idx="26025">
                  <c:v>45798.499305555553</c:v>
                </c:pt>
                <c:pt idx="26026">
                  <c:v>45457.557638888888</c:v>
                </c:pt>
                <c:pt idx="26027">
                  <c:v>45960.525000000001</c:v>
                </c:pt>
                <c:pt idx="26028">
                  <c:v>45323.368750000001</c:v>
                </c:pt>
                <c:pt idx="26029">
                  <c:v>45343.697222222218</c:v>
                </c:pt>
                <c:pt idx="26030">
                  <c:v>45425.782638888893</c:v>
                </c:pt>
                <c:pt idx="26031">
                  <c:v>45772.543055555558</c:v>
                </c:pt>
                <c:pt idx="26032">
                  <c:v>45898.518055555563</c:v>
                </c:pt>
                <c:pt idx="26033">
                  <c:v>45381.521527777782</c:v>
                </c:pt>
                <c:pt idx="26034">
                  <c:v>45971.390277777777</c:v>
                </c:pt>
                <c:pt idx="26035">
                  <c:v>45323.462500000001</c:v>
                </c:pt>
                <c:pt idx="26036">
                  <c:v>45298.529861111107</c:v>
                </c:pt>
                <c:pt idx="26037">
                  <c:v>45497.86041666667</c:v>
                </c:pt>
                <c:pt idx="26038">
                  <c:v>45477.366666666669</c:v>
                </c:pt>
                <c:pt idx="26039">
                  <c:v>45361.95</c:v>
                </c:pt>
                <c:pt idx="26040">
                  <c:v>45508.90902777778</c:v>
                </c:pt>
                <c:pt idx="26041">
                  <c:v>45440.506944444453</c:v>
                </c:pt>
                <c:pt idx="26042">
                  <c:v>45323.461111111108</c:v>
                </c:pt>
                <c:pt idx="26043">
                  <c:v>45404.822222222218</c:v>
                </c:pt>
                <c:pt idx="26044">
                  <c:v>45985.45416666667</c:v>
                </c:pt>
                <c:pt idx="26045">
                  <c:v>45561.306944444441</c:v>
                </c:pt>
                <c:pt idx="26046">
                  <c:v>45869.789583333331</c:v>
                </c:pt>
                <c:pt idx="26047">
                  <c:v>45495.492361111108</c:v>
                </c:pt>
                <c:pt idx="26048">
                  <c:v>46020.814583333333</c:v>
                </c:pt>
                <c:pt idx="26049">
                  <c:v>45446.877083333333</c:v>
                </c:pt>
                <c:pt idx="26050">
                  <c:v>45657.982638888891</c:v>
                </c:pt>
                <c:pt idx="26051">
                  <c:v>45574.67291666667</c:v>
                </c:pt>
                <c:pt idx="26052">
                  <c:v>45989.572916666657</c:v>
                </c:pt>
                <c:pt idx="26053">
                  <c:v>45783.895833333343</c:v>
                </c:pt>
                <c:pt idx="26054">
                  <c:v>45793.710416666669</c:v>
                </c:pt>
                <c:pt idx="26055">
                  <c:v>45799.390972222223</c:v>
                </c:pt>
                <c:pt idx="26056">
                  <c:v>45945.447916666657</c:v>
                </c:pt>
                <c:pt idx="26057">
                  <c:v>45887.495833333327</c:v>
                </c:pt>
                <c:pt idx="26058">
                  <c:v>45383.489583333343</c:v>
                </c:pt>
                <c:pt idx="26059">
                  <c:v>45747.494444444441</c:v>
                </c:pt>
                <c:pt idx="26060">
                  <c:v>45845.65625</c:v>
                </c:pt>
                <c:pt idx="26061">
                  <c:v>45706.540277777778</c:v>
                </c:pt>
                <c:pt idx="26062">
                  <c:v>45427.463194444441</c:v>
                </c:pt>
                <c:pt idx="26063">
                  <c:v>45476.640277777777</c:v>
                </c:pt>
                <c:pt idx="26064">
                  <c:v>45672.595138888893</c:v>
                </c:pt>
                <c:pt idx="26065">
                  <c:v>45328.676388888889</c:v>
                </c:pt>
                <c:pt idx="26066">
                  <c:v>45524.384027777778</c:v>
                </c:pt>
                <c:pt idx="26067">
                  <c:v>45982.831250000003</c:v>
                </c:pt>
                <c:pt idx="26068">
                  <c:v>45791.261111111111</c:v>
                </c:pt>
                <c:pt idx="26069">
                  <c:v>46005.940972222219</c:v>
                </c:pt>
                <c:pt idx="26070">
                  <c:v>46005.900694444441</c:v>
                </c:pt>
                <c:pt idx="26071">
                  <c:v>45957.570138888892</c:v>
                </c:pt>
                <c:pt idx="26072">
                  <c:v>45601.822916666657</c:v>
                </c:pt>
                <c:pt idx="26073">
                  <c:v>45636.440972222219</c:v>
                </c:pt>
                <c:pt idx="26074">
                  <c:v>45684.84375</c:v>
                </c:pt>
                <c:pt idx="26075">
                  <c:v>45611.569444444453</c:v>
                </c:pt>
                <c:pt idx="26076">
                  <c:v>45737.898611111108</c:v>
                </c:pt>
                <c:pt idx="26077">
                  <c:v>45826.088194444441</c:v>
                </c:pt>
                <c:pt idx="26078">
                  <c:v>45678.470138888893</c:v>
                </c:pt>
                <c:pt idx="26079">
                  <c:v>45471.6875</c:v>
                </c:pt>
                <c:pt idx="26080">
                  <c:v>45624.65347222222</c:v>
                </c:pt>
                <c:pt idx="26081">
                  <c:v>45398.588194444441</c:v>
                </c:pt>
                <c:pt idx="26082">
                  <c:v>45435.474999999999</c:v>
                </c:pt>
                <c:pt idx="26083">
                  <c:v>45622.679861111108</c:v>
                </c:pt>
                <c:pt idx="26084">
                  <c:v>45435.474999999999</c:v>
                </c:pt>
                <c:pt idx="26085">
                  <c:v>45471.6875</c:v>
                </c:pt>
                <c:pt idx="26086">
                  <c:v>45514.59097222222</c:v>
                </c:pt>
                <c:pt idx="26087">
                  <c:v>45624.495138888888</c:v>
                </c:pt>
                <c:pt idx="26088">
                  <c:v>45622.679861111108</c:v>
                </c:pt>
                <c:pt idx="26089">
                  <c:v>45620.634027777778</c:v>
                </c:pt>
                <c:pt idx="26090">
                  <c:v>45624.65347222222</c:v>
                </c:pt>
                <c:pt idx="26091">
                  <c:v>45398.588194444441</c:v>
                </c:pt>
                <c:pt idx="26092">
                  <c:v>45514.59097222222</c:v>
                </c:pt>
                <c:pt idx="26093">
                  <c:v>45620.634027777778</c:v>
                </c:pt>
                <c:pt idx="26094">
                  <c:v>45607.568055555559</c:v>
                </c:pt>
                <c:pt idx="26095">
                  <c:v>45607.568055555559</c:v>
                </c:pt>
                <c:pt idx="26096">
                  <c:v>45624.495138888888</c:v>
                </c:pt>
                <c:pt idx="26097">
                  <c:v>45724.896527777782</c:v>
                </c:pt>
                <c:pt idx="26098">
                  <c:v>45883.847222222219</c:v>
                </c:pt>
                <c:pt idx="26099">
                  <c:v>45724.896527777782</c:v>
                </c:pt>
                <c:pt idx="26100">
                  <c:v>45883.847222222219</c:v>
                </c:pt>
                <c:pt idx="26101">
                  <c:v>45766.818055555559</c:v>
                </c:pt>
                <c:pt idx="26102">
                  <c:v>45830.992361111108</c:v>
                </c:pt>
                <c:pt idx="26103">
                  <c:v>45842.670138888891</c:v>
                </c:pt>
                <c:pt idx="26104">
                  <c:v>45926.550694444442</c:v>
                </c:pt>
                <c:pt idx="26105">
                  <c:v>45868.613888888889</c:v>
                </c:pt>
                <c:pt idx="26106">
                  <c:v>45752.883333333331</c:v>
                </c:pt>
                <c:pt idx="26107">
                  <c:v>45639.740972222222</c:v>
                </c:pt>
                <c:pt idx="26108">
                  <c:v>45895.78402777778</c:v>
                </c:pt>
                <c:pt idx="26109">
                  <c:v>45472.504166666673</c:v>
                </c:pt>
                <c:pt idx="26110">
                  <c:v>45967.051388888889</c:v>
                </c:pt>
                <c:pt idx="26111">
                  <c:v>45671.396527777782</c:v>
                </c:pt>
                <c:pt idx="26112">
                  <c:v>45303.342361111107</c:v>
                </c:pt>
                <c:pt idx="26113">
                  <c:v>45422.332638888889</c:v>
                </c:pt>
                <c:pt idx="26114">
                  <c:v>45532.484722222223</c:v>
                </c:pt>
                <c:pt idx="26115">
                  <c:v>45640.786805555559</c:v>
                </c:pt>
                <c:pt idx="26116">
                  <c:v>45709.567361111112</c:v>
                </c:pt>
                <c:pt idx="26117">
                  <c:v>46019.772916666669</c:v>
                </c:pt>
                <c:pt idx="26118">
                  <c:v>45704.425694444442</c:v>
                </c:pt>
                <c:pt idx="26119">
                  <c:v>45840.916666666657</c:v>
                </c:pt>
                <c:pt idx="26120">
                  <c:v>45817.031944444447</c:v>
                </c:pt>
                <c:pt idx="26121">
                  <c:v>45699.98333333333</c:v>
                </c:pt>
                <c:pt idx="26122">
                  <c:v>45821.690972222219</c:v>
                </c:pt>
                <c:pt idx="26123">
                  <c:v>45919.61041666667</c:v>
                </c:pt>
                <c:pt idx="26124">
                  <c:v>45771.005555555559</c:v>
                </c:pt>
                <c:pt idx="26125">
                  <c:v>45771.958333333343</c:v>
                </c:pt>
                <c:pt idx="26126">
                  <c:v>45881.557638888888</c:v>
                </c:pt>
                <c:pt idx="26127">
                  <c:v>45303.612500000003</c:v>
                </c:pt>
                <c:pt idx="26128">
                  <c:v>46018.504861111112</c:v>
                </c:pt>
                <c:pt idx="26129">
                  <c:v>46005.572916666657</c:v>
                </c:pt>
                <c:pt idx="26130">
                  <c:v>45450.501388888893</c:v>
                </c:pt>
                <c:pt idx="26131">
                  <c:v>45574.585416666669</c:v>
                </c:pt>
                <c:pt idx="26132">
                  <c:v>45354.474305555559</c:v>
                </c:pt>
                <c:pt idx="26133">
                  <c:v>45629.523611111108</c:v>
                </c:pt>
                <c:pt idx="26134">
                  <c:v>45960.800694444442</c:v>
                </c:pt>
                <c:pt idx="26135">
                  <c:v>45421.732638888891</c:v>
                </c:pt>
                <c:pt idx="26136">
                  <c:v>45393.415277777778</c:v>
                </c:pt>
                <c:pt idx="26137">
                  <c:v>45482.410416666673</c:v>
                </c:pt>
                <c:pt idx="26138">
                  <c:v>45981.598611111112</c:v>
                </c:pt>
                <c:pt idx="26139">
                  <c:v>45946.681944444441</c:v>
                </c:pt>
                <c:pt idx="26140">
                  <c:v>45496.70208333333</c:v>
                </c:pt>
                <c:pt idx="26141">
                  <c:v>45615.425694444442</c:v>
                </c:pt>
                <c:pt idx="26142">
                  <c:v>45572.847916666673</c:v>
                </c:pt>
                <c:pt idx="26143">
                  <c:v>45540.979166666657</c:v>
                </c:pt>
                <c:pt idx="26144">
                  <c:v>45608.684027777781</c:v>
                </c:pt>
                <c:pt idx="26145">
                  <c:v>45312.714583333327</c:v>
                </c:pt>
                <c:pt idx="26146">
                  <c:v>45453.607638888891</c:v>
                </c:pt>
                <c:pt idx="26147">
                  <c:v>45501.525694444441</c:v>
                </c:pt>
                <c:pt idx="26148">
                  <c:v>45911.245833333327</c:v>
                </c:pt>
                <c:pt idx="26149">
                  <c:v>45911.245833333327</c:v>
                </c:pt>
                <c:pt idx="26150">
                  <c:v>46019.727777777778</c:v>
                </c:pt>
                <c:pt idx="26151">
                  <c:v>45944.138194444437</c:v>
                </c:pt>
                <c:pt idx="26152">
                  <c:v>46019.727777777778</c:v>
                </c:pt>
                <c:pt idx="26153">
                  <c:v>45944.138194444437</c:v>
                </c:pt>
                <c:pt idx="26154">
                  <c:v>45740.811111111107</c:v>
                </c:pt>
                <c:pt idx="26155">
                  <c:v>45743.779166666667</c:v>
                </c:pt>
                <c:pt idx="26156">
                  <c:v>45502.876388888893</c:v>
                </c:pt>
                <c:pt idx="26157">
                  <c:v>45569.692361111112</c:v>
                </c:pt>
                <c:pt idx="26158">
                  <c:v>45371.609722222223</c:v>
                </c:pt>
                <c:pt idx="26159">
                  <c:v>45688.759722222218</c:v>
                </c:pt>
                <c:pt idx="26160">
                  <c:v>45827.5</c:v>
                </c:pt>
                <c:pt idx="26161">
                  <c:v>46016.636111111111</c:v>
                </c:pt>
                <c:pt idx="26162">
                  <c:v>45853.444444444453</c:v>
                </c:pt>
                <c:pt idx="26163">
                  <c:v>45932.852777777778</c:v>
                </c:pt>
                <c:pt idx="26164">
                  <c:v>45493.104861111111</c:v>
                </c:pt>
                <c:pt idx="26165">
                  <c:v>45320.029861111107</c:v>
                </c:pt>
                <c:pt idx="26166">
                  <c:v>46009.865277777782</c:v>
                </c:pt>
                <c:pt idx="26167">
                  <c:v>45939.241666666669</c:v>
                </c:pt>
                <c:pt idx="26168">
                  <c:v>45910.718055555553</c:v>
                </c:pt>
                <c:pt idx="26169">
                  <c:v>45749.763194444437</c:v>
                </c:pt>
                <c:pt idx="26170">
                  <c:v>45749.763194444437</c:v>
                </c:pt>
                <c:pt idx="26171">
                  <c:v>45709.504861111112</c:v>
                </c:pt>
                <c:pt idx="26172">
                  <c:v>45605.967361111107</c:v>
                </c:pt>
                <c:pt idx="26173">
                  <c:v>45709.504861111112</c:v>
                </c:pt>
                <c:pt idx="26174">
                  <c:v>45810.438888888893</c:v>
                </c:pt>
                <c:pt idx="26175">
                  <c:v>45810.438888888893</c:v>
                </c:pt>
                <c:pt idx="26176">
                  <c:v>45776.820138888892</c:v>
                </c:pt>
                <c:pt idx="26177">
                  <c:v>45994.529166666667</c:v>
                </c:pt>
                <c:pt idx="26178">
                  <c:v>45605.967361111107</c:v>
                </c:pt>
                <c:pt idx="26179">
                  <c:v>45847.657638888893</c:v>
                </c:pt>
                <c:pt idx="26180">
                  <c:v>45847.657638888893</c:v>
                </c:pt>
                <c:pt idx="26181">
                  <c:v>45879.890972222223</c:v>
                </c:pt>
                <c:pt idx="26182">
                  <c:v>45759.431944444441</c:v>
                </c:pt>
                <c:pt idx="26183">
                  <c:v>45615.536111111112</c:v>
                </c:pt>
                <c:pt idx="26184">
                  <c:v>45615.536111111112</c:v>
                </c:pt>
                <c:pt idx="26185">
                  <c:v>45826.461805555547</c:v>
                </c:pt>
                <c:pt idx="26186">
                  <c:v>45910.718055555553</c:v>
                </c:pt>
                <c:pt idx="26187">
                  <c:v>45826.461805555547</c:v>
                </c:pt>
                <c:pt idx="26188">
                  <c:v>45759.431944444441</c:v>
                </c:pt>
                <c:pt idx="26189">
                  <c:v>45776.820138888892</c:v>
                </c:pt>
                <c:pt idx="26190">
                  <c:v>45937.941666666673</c:v>
                </c:pt>
                <c:pt idx="26191">
                  <c:v>45728.686805555553</c:v>
                </c:pt>
                <c:pt idx="26192">
                  <c:v>45647.831944444442</c:v>
                </c:pt>
                <c:pt idx="26193">
                  <c:v>45979.495138888888</c:v>
                </c:pt>
                <c:pt idx="26194">
                  <c:v>45684.595833333333</c:v>
                </c:pt>
                <c:pt idx="26195">
                  <c:v>45937.941666666673</c:v>
                </c:pt>
                <c:pt idx="26196">
                  <c:v>45610.571527777778</c:v>
                </c:pt>
                <c:pt idx="26197">
                  <c:v>45610.571527777778</c:v>
                </c:pt>
                <c:pt idx="26198">
                  <c:v>45964.850694444453</c:v>
                </c:pt>
                <c:pt idx="26199">
                  <c:v>45867.728472222218</c:v>
                </c:pt>
                <c:pt idx="26200">
                  <c:v>45867.728472222218</c:v>
                </c:pt>
                <c:pt idx="26201">
                  <c:v>45964.850694444453</c:v>
                </c:pt>
                <c:pt idx="26202">
                  <c:v>45631.444444444453</c:v>
                </c:pt>
                <c:pt idx="26203">
                  <c:v>45924.655555555553</c:v>
                </c:pt>
                <c:pt idx="26204">
                  <c:v>45951.507638888892</c:v>
                </c:pt>
                <c:pt idx="26205">
                  <c:v>45631.444444444453</c:v>
                </c:pt>
                <c:pt idx="26206">
                  <c:v>45647.831944444442</c:v>
                </c:pt>
                <c:pt idx="26207">
                  <c:v>45951.507638888892</c:v>
                </c:pt>
                <c:pt idx="26208">
                  <c:v>45625.462500000001</c:v>
                </c:pt>
                <c:pt idx="26209">
                  <c:v>45793.887499999997</c:v>
                </c:pt>
                <c:pt idx="26210">
                  <c:v>45979.495138888888</c:v>
                </c:pt>
                <c:pt idx="26211">
                  <c:v>46008.696527777778</c:v>
                </c:pt>
                <c:pt idx="26212">
                  <c:v>45879.890972222223</c:v>
                </c:pt>
                <c:pt idx="26213">
                  <c:v>45994.529166666667</c:v>
                </c:pt>
                <c:pt idx="26214">
                  <c:v>45625.462500000001</c:v>
                </c:pt>
                <c:pt idx="26215">
                  <c:v>46008.696527777778</c:v>
                </c:pt>
                <c:pt idx="26216">
                  <c:v>45684.595833333333</c:v>
                </c:pt>
                <c:pt idx="26217">
                  <c:v>45924.655555555553</c:v>
                </c:pt>
                <c:pt idx="26218">
                  <c:v>45891.619444444441</c:v>
                </c:pt>
                <c:pt idx="26219">
                  <c:v>45891.619444444441</c:v>
                </c:pt>
                <c:pt idx="26220">
                  <c:v>45728.686805555553</c:v>
                </c:pt>
                <c:pt idx="26221">
                  <c:v>45793.887499999997</c:v>
                </c:pt>
                <c:pt idx="26222">
                  <c:v>45906.953472222223</c:v>
                </c:pt>
                <c:pt idx="26223">
                  <c:v>45890.43472222222</c:v>
                </c:pt>
                <c:pt idx="26224">
                  <c:v>45871.814583333333</c:v>
                </c:pt>
                <c:pt idx="26225">
                  <c:v>45823.118055555547</c:v>
                </c:pt>
                <c:pt idx="26226">
                  <c:v>45823.163194444453</c:v>
                </c:pt>
                <c:pt idx="26227">
                  <c:v>45824.425000000003</c:v>
                </c:pt>
                <c:pt idx="26228">
                  <c:v>45684.536111111112</c:v>
                </c:pt>
                <c:pt idx="26229">
                  <c:v>45756.601388888892</c:v>
                </c:pt>
                <c:pt idx="26230">
                  <c:v>45787.152777777781</c:v>
                </c:pt>
                <c:pt idx="26231">
                  <c:v>45799.408333333333</c:v>
                </c:pt>
                <c:pt idx="26232">
                  <c:v>45780.902777777781</c:v>
                </c:pt>
                <c:pt idx="26233">
                  <c:v>45443.280555555553</c:v>
                </c:pt>
                <c:pt idx="26234">
                  <c:v>45669.620138888888</c:v>
                </c:pt>
                <c:pt idx="26235">
                  <c:v>45482.648611111108</c:v>
                </c:pt>
                <c:pt idx="26236">
                  <c:v>45412.204861111109</c:v>
                </c:pt>
                <c:pt idx="26237">
                  <c:v>45322.209722222222</c:v>
                </c:pt>
                <c:pt idx="26238">
                  <c:v>45338.63958333333</c:v>
                </c:pt>
                <c:pt idx="26239">
                  <c:v>45379.125</c:v>
                </c:pt>
                <c:pt idx="26240">
                  <c:v>45608.627083333333</c:v>
                </c:pt>
                <c:pt idx="26241">
                  <c:v>45596.442361111112</c:v>
                </c:pt>
                <c:pt idx="26242">
                  <c:v>45534.477777777778</c:v>
                </c:pt>
                <c:pt idx="26243">
                  <c:v>45504.536111111112</c:v>
                </c:pt>
                <c:pt idx="26244">
                  <c:v>45563.504166666673</c:v>
                </c:pt>
                <c:pt idx="26245">
                  <c:v>45351.179861111108</c:v>
                </c:pt>
                <c:pt idx="26246">
                  <c:v>45308.436805555553</c:v>
                </c:pt>
                <c:pt idx="26247">
                  <c:v>45582.719444444447</c:v>
                </c:pt>
                <c:pt idx="26248">
                  <c:v>45964.513194444437</c:v>
                </c:pt>
                <c:pt idx="26249">
                  <c:v>45958.690972222219</c:v>
                </c:pt>
                <c:pt idx="26250">
                  <c:v>45868.441666666673</c:v>
                </c:pt>
                <c:pt idx="26251">
                  <c:v>45884.588194444441</c:v>
                </c:pt>
                <c:pt idx="26252">
                  <c:v>45790.655555555553</c:v>
                </c:pt>
                <c:pt idx="26253">
                  <c:v>45912.67083333333</c:v>
                </c:pt>
                <c:pt idx="26254">
                  <c:v>45771.336805555547</c:v>
                </c:pt>
                <c:pt idx="26255">
                  <c:v>45965.604166666657</c:v>
                </c:pt>
                <c:pt idx="26256">
                  <c:v>45475.522222222222</c:v>
                </c:pt>
                <c:pt idx="26257">
                  <c:v>45839.893055555563</c:v>
                </c:pt>
                <c:pt idx="26258">
                  <c:v>45989.455555555563</c:v>
                </c:pt>
                <c:pt idx="26259">
                  <c:v>45630.46597222222</c:v>
                </c:pt>
                <c:pt idx="26260">
                  <c:v>45628.369444444441</c:v>
                </c:pt>
                <c:pt idx="26261">
                  <c:v>45654.416666666657</c:v>
                </c:pt>
                <c:pt idx="26262">
                  <c:v>45416.756944444453</c:v>
                </c:pt>
                <c:pt idx="26263">
                  <c:v>45302.504166666673</c:v>
                </c:pt>
                <c:pt idx="26264">
                  <c:v>45720.70208333333</c:v>
                </c:pt>
                <c:pt idx="26265">
                  <c:v>45338.84097222222</c:v>
                </c:pt>
                <c:pt idx="26266">
                  <c:v>45919.901388888888</c:v>
                </c:pt>
                <c:pt idx="26267">
                  <c:v>45769.511805555558</c:v>
                </c:pt>
                <c:pt idx="26268">
                  <c:v>45992.006249999999</c:v>
                </c:pt>
                <c:pt idx="26269">
                  <c:v>45564.558333333327</c:v>
                </c:pt>
                <c:pt idx="26270">
                  <c:v>45695.867361111108</c:v>
                </c:pt>
                <c:pt idx="26271">
                  <c:v>45468.768750000003</c:v>
                </c:pt>
                <c:pt idx="26272">
                  <c:v>45509.487500000003</c:v>
                </c:pt>
                <c:pt idx="26273">
                  <c:v>45436.65</c:v>
                </c:pt>
                <c:pt idx="26274">
                  <c:v>45407.918749999997</c:v>
                </c:pt>
                <c:pt idx="26275">
                  <c:v>45545.667361111111</c:v>
                </c:pt>
                <c:pt idx="26276">
                  <c:v>45297.544444444437</c:v>
                </c:pt>
                <c:pt idx="26277">
                  <c:v>45747.685416666667</c:v>
                </c:pt>
                <c:pt idx="26278">
                  <c:v>45903.629166666673</c:v>
                </c:pt>
                <c:pt idx="26279">
                  <c:v>45928.525000000001</c:v>
                </c:pt>
                <c:pt idx="26280">
                  <c:v>45924.031944444447</c:v>
                </c:pt>
                <c:pt idx="26281">
                  <c:v>45649.738194444442</c:v>
                </c:pt>
                <c:pt idx="26282">
                  <c:v>45924.031944444447</c:v>
                </c:pt>
                <c:pt idx="26283">
                  <c:v>45649.738194444442</c:v>
                </c:pt>
                <c:pt idx="26284">
                  <c:v>45784.232638888891</c:v>
                </c:pt>
                <c:pt idx="26285">
                  <c:v>45780.247916666667</c:v>
                </c:pt>
                <c:pt idx="26286">
                  <c:v>45723.842361111107</c:v>
                </c:pt>
                <c:pt idx="26287">
                  <c:v>45941.694444444453</c:v>
                </c:pt>
                <c:pt idx="26288">
                  <c:v>45796.603472222218</c:v>
                </c:pt>
                <c:pt idx="26289">
                  <c:v>45919.515277777777</c:v>
                </c:pt>
                <c:pt idx="26290">
                  <c:v>45436.548611111109</c:v>
                </c:pt>
                <c:pt idx="26291">
                  <c:v>45870.499305555553</c:v>
                </c:pt>
                <c:pt idx="26292">
                  <c:v>45748.82708333333</c:v>
                </c:pt>
                <c:pt idx="26293">
                  <c:v>45979.763194444437</c:v>
                </c:pt>
                <c:pt idx="26294">
                  <c:v>45301.407638888893</c:v>
                </c:pt>
                <c:pt idx="26295">
                  <c:v>45794.568749999999</c:v>
                </c:pt>
                <c:pt idx="26296">
                  <c:v>45543.415277777778</c:v>
                </c:pt>
                <c:pt idx="26297">
                  <c:v>45816.489583333343</c:v>
                </c:pt>
                <c:pt idx="26298">
                  <c:v>45511.44027777778</c:v>
                </c:pt>
                <c:pt idx="26299">
                  <c:v>45903.183333333327</c:v>
                </c:pt>
                <c:pt idx="26300">
                  <c:v>45620.464583333327</c:v>
                </c:pt>
                <c:pt idx="26301">
                  <c:v>45581.861111111109</c:v>
                </c:pt>
                <c:pt idx="26302">
                  <c:v>45641.429861111108</c:v>
                </c:pt>
                <c:pt idx="26303">
                  <c:v>45704.694444444453</c:v>
                </c:pt>
                <c:pt idx="26304">
                  <c:v>45679.208333333343</c:v>
                </c:pt>
                <c:pt idx="26305">
                  <c:v>45721.370138888888</c:v>
                </c:pt>
                <c:pt idx="26306">
                  <c:v>45437.594444444447</c:v>
                </c:pt>
                <c:pt idx="26307">
                  <c:v>45364.301388888889</c:v>
                </c:pt>
                <c:pt idx="26308">
                  <c:v>45839.44027777778</c:v>
                </c:pt>
                <c:pt idx="26309">
                  <c:v>45487.339583333327</c:v>
                </c:pt>
                <c:pt idx="26310">
                  <c:v>45596.749305555553</c:v>
                </c:pt>
                <c:pt idx="26311">
                  <c:v>45767.692361111112</c:v>
                </c:pt>
                <c:pt idx="26312">
                  <c:v>45659.81527777778</c:v>
                </c:pt>
                <c:pt idx="26313">
                  <c:v>45861.390277777777</c:v>
                </c:pt>
                <c:pt idx="26314">
                  <c:v>45748.381249999999</c:v>
                </c:pt>
                <c:pt idx="26315">
                  <c:v>46009.368055555547</c:v>
                </c:pt>
                <c:pt idx="26316">
                  <c:v>46022.866666666669</c:v>
                </c:pt>
                <c:pt idx="26317">
                  <c:v>45924.674305555563</c:v>
                </c:pt>
                <c:pt idx="26318">
                  <c:v>45861.277083333327</c:v>
                </c:pt>
                <c:pt idx="26319">
                  <c:v>45955.484722222223</c:v>
                </c:pt>
                <c:pt idx="26320">
                  <c:v>45400.698611111111</c:v>
                </c:pt>
                <c:pt idx="26321">
                  <c:v>45836.380555555559</c:v>
                </c:pt>
                <c:pt idx="26322">
                  <c:v>45845.547222222223</c:v>
                </c:pt>
                <c:pt idx="26323">
                  <c:v>45799.681944444441</c:v>
                </c:pt>
                <c:pt idx="26324">
                  <c:v>45814.612500000003</c:v>
                </c:pt>
                <c:pt idx="26325">
                  <c:v>45814.561111111107</c:v>
                </c:pt>
                <c:pt idx="26326">
                  <c:v>45484.413194444453</c:v>
                </c:pt>
                <c:pt idx="26327">
                  <c:v>45467.931944444441</c:v>
                </c:pt>
                <c:pt idx="26328">
                  <c:v>45500.6</c:v>
                </c:pt>
                <c:pt idx="26329">
                  <c:v>45941.586111111108</c:v>
                </c:pt>
                <c:pt idx="26330">
                  <c:v>45660.768750000003</c:v>
                </c:pt>
                <c:pt idx="26331">
                  <c:v>45378.476388888892</c:v>
                </c:pt>
                <c:pt idx="26332">
                  <c:v>45873.449305555558</c:v>
                </c:pt>
                <c:pt idx="26333">
                  <c:v>45724.734722222223</c:v>
                </c:pt>
                <c:pt idx="26334">
                  <c:v>45409.740277777782</c:v>
                </c:pt>
                <c:pt idx="26335">
                  <c:v>45561.551388888889</c:v>
                </c:pt>
                <c:pt idx="26336">
                  <c:v>45694.669444444437</c:v>
                </c:pt>
                <c:pt idx="26337">
                  <c:v>45457.684027777781</c:v>
                </c:pt>
                <c:pt idx="26338">
                  <c:v>45374.693749999999</c:v>
                </c:pt>
                <c:pt idx="26339">
                  <c:v>45768.748611111107</c:v>
                </c:pt>
                <c:pt idx="26340">
                  <c:v>45469.604166666657</c:v>
                </c:pt>
                <c:pt idx="26341">
                  <c:v>45519.51666666667</c:v>
                </c:pt>
                <c:pt idx="26342">
                  <c:v>45657.520833333343</c:v>
                </c:pt>
                <c:pt idx="26343">
                  <c:v>45838.479861111111</c:v>
                </c:pt>
                <c:pt idx="26344">
                  <c:v>45325.789583333331</c:v>
                </c:pt>
                <c:pt idx="26345">
                  <c:v>45952.591666666667</c:v>
                </c:pt>
                <c:pt idx="26346">
                  <c:v>45916.65</c:v>
                </c:pt>
                <c:pt idx="26347">
                  <c:v>45448.611111111109</c:v>
                </c:pt>
                <c:pt idx="26348">
                  <c:v>46011.6</c:v>
                </c:pt>
                <c:pt idx="26349">
                  <c:v>45801.598611111112</c:v>
                </c:pt>
                <c:pt idx="26350">
                  <c:v>45758.793749999997</c:v>
                </c:pt>
                <c:pt idx="26351">
                  <c:v>45993.57708333333</c:v>
                </c:pt>
                <c:pt idx="26352">
                  <c:v>45711.896527777782</c:v>
                </c:pt>
                <c:pt idx="26353">
                  <c:v>45768.588888888888</c:v>
                </c:pt>
                <c:pt idx="26354">
                  <c:v>45742.477777777778</c:v>
                </c:pt>
                <c:pt idx="26355">
                  <c:v>45607.838194444441</c:v>
                </c:pt>
                <c:pt idx="26356">
                  <c:v>45481.980555555558</c:v>
                </c:pt>
                <c:pt idx="26357">
                  <c:v>45978.980555555558</c:v>
                </c:pt>
                <c:pt idx="26358">
                  <c:v>45860.95416666667</c:v>
                </c:pt>
                <c:pt idx="26359">
                  <c:v>45820.418749999997</c:v>
                </c:pt>
                <c:pt idx="26360">
                  <c:v>45791.509722222218</c:v>
                </c:pt>
                <c:pt idx="26361">
                  <c:v>45412.987500000003</c:v>
                </c:pt>
                <c:pt idx="26362">
                  <c:v>45685.13958333333</c:v>
                </c:pt>
                <c:pt idx="26363">
                  <c:v>45869.053472222222</c:v>
                </c:pt>
                <c:pt idx="26364">
                  <c:v>45373.902777777781</c:v>
                </c:pt>
                <c:pt idx="26365">
                  <c:v>45747.523611111108</c:v>
                </c:pt>
                <c:pt idx="26366">
                  <c:v>45561.415972222218</c:v>
                </c:pt>
                <c:pt idx="26367">
                  <c:v>45632.430555555547</c:v>
                </c:pt>
                <c:pt idx="26368">
                  <c:v>45606.576388888891</c:v>
                </c:pt>
                <c:pt idx="26369">
                  <c:v>45764.499305555553</c:v>
                </c:pt>
                <c:pt idx="26370">
                  <c:v>45421.63958333333</c:v>
                </c:pt>
                <c:pt idx="26371">
                  <c:v>45338.606249999997</c:v>
                </c:pt>
                <c:pt idx="26372">
                  <c:v>45945.573611111111</c:v>
                </c:pt>
                <c:pt idx="26373">
                  <c:v>45986.488888888889</c:v>
                </c:pt>
                <c:pt idx="26374">
                  <c:v>45776.770833333343</c:v>
                </c:pt>
                <c:pt idx="26375">
                  <c:v>45621.677083333343</c:v>
                </c:pt>
                <c:pt idx="26376">
                  <c:v>45997.807638888888</c:v>
                </c:pt>
                <c:pt idx="26377">
                  <c:v>45698.225694444453</c:v>
                </c:pt>
                <c:pt idx="26378">
                  <c:v>45307.670138888891</c:v>
                </c:pt>
                <c:pt idx="26379">
                  <c:v>45513.131944444453</c:v>
                </c:pt>
                <c:pt idx="26380">
                  <c:v>45476.736111111109</c:v>
                </c:pt>
                <c:pt idx="26381">
                  <c:v>45767.379166666673</c:v>
                </c:pt>
                <c:pt idx="26382">
                  <c:v>45992.396527777782</c:v>
                </c:pt>
                <c:pt idx="26383">
                  <c:v>45667.101388888892</c:v>
                </c:pt>
                <c:pt idx="26384">
                  <c:v>45600.759722222218</c:v>
                </c:pt>
                <c:pt idx="26385">
                  <c:v>45579.503472222219</c:v>
                </c:pt>
                <c:pt idx="26386">
                  <c:v>45694.578472222223</c:v>
                </c:pt>
                <c:pt idx="26387">
                  <c:v>45352.024305555547</c:v>
                </c:pt>
                <c:pt idx="26388">
                  <c:v>45663.527777777781</c:v>
                </c:pt>
                <c:pt idx="26389">
                  <c:v>45586.593055555553</c:v>
                </c:pt>
                <c:pt idx="26390">
                  <c:v>45373.863888888889</c:v>
                </c:pt>
                <c:pt idx="26391">
                  <c:v>45752.824999999997</c:v>
                </c:pt>
                <c:pt idx="26392">
                  <c:v>45496.84375</c:v>
                </c:pt>
                <c:pt idx="26393">
                  <c:v>45990.482638888891</c:v>
                </c:pt>
                <c:pt idx="26394">
                  <c:v>45356.538194444453</c:v>
                </c:pt>
                <c:pt idx="26395">
                  <c:v>45292.668055555558</c:v>
                </c:pt>
                <c:pt idx="26396">
                  <c:v>45510.740277777782</c:v>
                </c:pt>
                <c:pt idx="26397">
                  <c:v>45378.836111111108</c:v>
                </c:pt>
                <c:pt idx="26398">
                  <c:v>45898.866666666669</c:v>
                </c:pt>
                <c:pt idx="26399">
                  <c:v>45960.476388888892</c:v>
                </c:pt>
                <c:pt idx="26400">
                  <c:v>45431.838888888888</c:v>
                </c:pt>
                <c:pt idx="26401">
                  <c:v>46010.572916666657</c:v>
                </c:pt>
                <c:pt idx="26402">
                  <c:v>45844.845833333333</c:v>
                </c:pt>
                <c:pt idx="26403">
                  <c:v>45778.806944444441</c:v>
                </c:pt>
                <c:pt idx="26404">
                  <c:v>45603.813194444447</c:v>
                </c:pt>
                <c:pt idx="26405">
                  <c:v>45658.61041666667</c:v>
                </c:pt>
                <c:pt idx="26406">
                  <c:v>45553.39166666667</c:v>
                </c:pt>
                <c:pt idx="26407">
                  <c:v>45709.556944444441</c:v>
                </c:pt>
                <c:pt idx="26408">
                  <c:v>45851.86041666667</c:v>
                </c:pt>
                <c:pt idx="26409">
                  <c:v>45746.769444444442</c:v>
                </c:pt>
                <c:pt idx="26410">
                  <c:v>45984.818749999999</c:v>
                </c:pt>
                <c:pt idx="26411">
                  <c:v>45935.563888888893</c:v>
                </c:pt>
                <c:pt idx="26412">
                  <c:v>45980.381249999999</c:v>
                </c:pt>
                <c:pt idx="26413">
                  <c:v>45577.542361111111</c:v>
                </c:pt>
                <c:pt idx="26414">
                  <c:v>45710.615277777782</c:v>
                </c:pt>
                <c:pt idx="26415">
                  <c:v>45657.868750000001</c:v>
                </c:pt>
                <c:pt idx="26416">
                  <c:v>45642.488888888889</c:v>
                </c:pt>
                <c:pt idx="26417">
                  <c:v>45586.751388888893</c:v>
                </c:pt>
                <c:pt idx="26418">
                  <c:v>46003.901388888888</c:v>
                </c:pt>
                <c:pt idx="26419">
                  <c:v>45416.361111111109</c:v>
                </c:pt>
                <c:pt idx="26420">
                  <c:v>45517.607638888891</c:v>
                </c:pt>
                <c:pt idx="26421">
                  <c:v>45733.419444444437</c:v>
                </c:pt>
                <c:pt idx="26422">
                  <c:v>45546.743750000001</c:v>
                </c:pt>
                <c:pt idx="26423">
                  <c:v>45350.890972222223</c:v>
                </c:pt>
                <c:pt idx="26424">
                  <c:v>45657.824999999997</c:v>
                </c:pt>
                <c:pt idx="26425">
                  <c:v>45584.741666666669</c:v>
                </c:pt>
                <c:pt idx="26426">
                  <c:v>45915.679861111108</c:v>
                </c:pt>
                <c:pt idx="26427">
                  <c:v>45605.598611111112</c:v>
                </c:pt>
                <c:pt idx="26428">
                  <c:v>45418.788888888892</c:v>
                </c:pt>
                <c:pt idx="26429">
                  <c:v>45734.969444444447</c:v>
                </c:pt>
                <c:pt idx="26430">
                  <c:v>45296.549305555563</c:v>
                </c:pt>
                <c:pt idx="26431">
                  <c:v>45937.533333333333</c:v>
                </c:pt>
                <c:pt idx="26432">
                  <c:v>45940.402083333327</c:v>
                </c:pt>
                <c:pt idx="26433">
                  <c:v>45881.662499999999</c:v>
                </c:pt>
                <c:pt idx="26434">
                  <c:v>45903.747916666667</c:v>
                </c:pt>
                <c:pt idx="26435">
                  <c:v>45803.534722222219</c:v>
                </c:pt>
                <c:pt idx="26436">
                  <c:v>45817.969444444447</c:v>
                </c:pt>
                <c:pt idx="26437">
                  <c:v>45787.031944444447</c:v>
                </c:pt>
                <c:pt idx="26438">
                  <c:v>45680.018750000003</c:v>
                </c:pt>
                <c:pt idx="26439">
                  <c:v>45652.46597222222</c:v>
                </c:pt>
                <c:pt idx="26440">
                  <c:v>45992.695833333331</c:v>
                </c:pt>
                <c:pt idx="26441">
                  <c:v>45989.464583333327</c:v>
                </c:pt>
                <c:pt idx="26442">
                  <c:v>45905.465277777781</c:v>
                </c:pt>
                <c:pt idx="26443">
                  <c:v>45752.486805555563</c:v>
                </c:pt>
                <c:pt idx="26444">
                  <c:v>45751.373611111107</c:v>
                </c:pt>
                <c:pt idx="26445">
                  <c:v>45626.448611111111</c:v>
                </c:pt>
                <c:pt idx="26446">
                  <c:v>45419.722222222219</c:v>
                </c:pt>
                <c:pt idx="26447">
                  <c:v>45990.556250000001</c:v>
                </c:pt>
                <c:pt idx="26448">
                  <c:v>45823.309027777781</c:v>
                </c:pt>
                <c:pt idx="26449">
                  <c:v>45856.54583333333</c:v>
                </c:pt>
                <c:pt idx="26450">
                  <c:v>45520.615277777782</c:v>
                </c:pt>
                <c:pt idx="26451">
                  <c:v>45546.740972222222</c:v>
                </c:pt>
                <c:pt idx="26452">
                  <c:v>45399.100694444453</c:v>
                </c:pt>
                <c:pt idx="26453">
                  <c:v>45644.125</c:v>
                </c:pt>
                <c:pt idx="26454">
                  <c:v>45909.03402777778</c:v>
                </c:pt>
                <c:pt idx="26455">
                  <c:v>45909.03402777778</c:v>
                </c:pt>
                <c:pt idx="26456">
                  <c:v>45951.535416666673</c:v>
                </c:pt>
                <c:pt idx="26457">
                  <c:v>45856.722916666673</c:v>
                </c:pt>
                <c:pt idx="26458">
                  <c:v>45563.003472222219</c:v>
                </c:pt>
                <c:pt idx="26459">
                  <c:v>45700.559027777781</c:v>
                </c:pt>
                <c:pt idx="26460">
                  <c:v>45971.443749999999</c:v>
                </c:pt>
                <c:pt idx="26461">
                  <c:v>45769.556250000001</c:v>
                </c:pt>
                <c:pt idx="26462">
                  <c:v>45596.488888888889</c:v>
                </c:pt>
                <c:pt idx="26463">
                  <c:v>45772.537499999999</c:v>
                </c:pt>
                <c:pt idx="26464">
                  <c:v>45853.566666666673</c:v>
                </c:pt>
                <c:pt idx="26465">
                  <c:v>45490.352083333331</c:v>
                </c:pt>
                <c:pt idx="26466">
                  <c:v>45625.463888888888</c:v>
                </c:pt>
                <c:pt idx="26467">
                  <c:v>45731.018055555563</c:v>
                </c:pt>
                <c:pt idx="26468">
                  <c:v>45511.518750000003</c:v>
                </c:pt>
                <c:pt idx="26469">
                  <c:v>45841.487500000003</c:v>
                </c:pt>
                <c:pt idx="26470">
                  <c:v>45780.57916666667</c:v>
                </c:pt>
                <c:pt idx="26471">
                  <c:v>45881.556250000001</c:v>
                </c:pt>
                <c:pt idx="26472">
                  <c:v>45902.990277777782</c:v>
                </c:pt>
                <c:pt idx="26473">
                  <c:v>45309.965277777781</c:v>
                </c:pt>
                <c:pt idx="26474">
                  <c:v>45295.821527777778</c:v>
                </c:pt>
                <c:pt idx="26475">
                  <c:v>45754.454861111109</c:v>
                </c:pt>
                <c:pt idx="26476">
                  <c:v>45797.693055555559</c:v>
                </c:pt>
                <c:pt idx="26477">
                  <c:v>45821.32708333333</c:v>
                </c:pt>
                <c:pt idx="26478">
                  <c:v>45564.085416666669</c:v>
                </c:pt>
                <c:pt idx="26479">
                  <c:v>45791.394444444442</c:v>
                </c:pt>
                <c:pt idx="26480">
                  <c:v>45938.566666666673</c:v>
                </c:pt>
                <c:pt idx="26481">
                  <c:v>45659.452777777777</c:v>
                </c:pt>
                <c:pt idx="26482">
                  <c:v>45659.454861111109</c:v>
                </c:pt>
                <c:pt idx="26483">
                  <c:v>45762.845138888893</c:v>
                </c:pt>
                <c:pt idx="26484">
                  <c:v>45741.373611111107</c:v>
                </c:pt>
                <c:pt idx="26485">
                  <c:v>45916.925000000003</c:v>
                </c:pt>
                <c:pt idx="26486">
                  <c:v>45734.263194444437</c:v>
                </c:pt>
                <c:pt idx="26487">
                  <c:v>46011.534722222219</c:v>
                </c:pt>
                <c:pt idx="26488">
                  <c:v>45659.549305555563</c:v>
                </c:pt>
                <c:pt idx="26489">
                  <c:v>45324.470138888893</c:v>
                </c:pt>
                <c:pt idx="26490">
                  <c:v>45899.95208333333</c:v>
                </c:pt>
                <c:pt idx="26491">
                  <c:v>45828.870138888888</c:v>
                </c:pt>
                <c:pt idx="26492">
                  <c:v>46021.718055555553</c:v>
                </c:pt>
                <c:pt idx="26493">
                  <c:v>45653.465277777781</c:v>
                </c:pt>
                <c:pt idx="26494">
                  <c:v>45587.597222222219</c:v>
                </c:pt>
                <c:pt idx="26495">
                  <c:v>46013.091666666667</c:v>
                </c:pt>
                <c:pt idx="26496">
                  <c:v>45861.42083333333</c:v>
                </c:pt>
                <c:pt idx="26497">
                  <c:v>46018.552083333343</c:v>
                </c:pt>
                <c:pt idx="26498">
                  <c:v>45512.565972222219</c:v>
                </c:pt>
                <c:pt idx="26499">
                  <c:v>45922.413194444453</c:v>
                </c:pt>
                <c:pt idx="26500">
                  <c:v>45597.599999999999</c:v>
                </c:pt>
                <c:pt idx="26501">
                  <c:v>45926.479166666657</c:v>
                </c:pt>
                <c:pt idx="26502">
                  <c:v>46022.5625</c:v>
                </c:pt>
                <c:pt idx="26503">
                  <c:v>45929.348611111112</c:v>
                </c:pt>
                <c:pt idx="26504">
                  <c:v>46020.401388888888</c:v>
                </c:pt>
                <c:pt idx="26505">
                  <c:v>45802.87222222222</c:v>
                </c:pt>
                <c:pt idx="26506">
                  <c:v>45705.56527777778</c:v>
                </c:pt>
                <c:pt idx="26507">
                  <c:v>45768.509722222218</c:v>
                </c:pt>
                <c:pt idx="26508">
                  <c:v>45880.426388888889</c:v>
                </c:pt>
                <c:pt idx="26509">
                  <c:v>45827.513194444437</c:v>
                </c:pt>
                <c:pt idx="26510">
                  <c:v>45823.790972222218</c:v>
                </c:pt>
                <c:pt idx="26511">
                  <c:v>45968.298611111109</c:v>
                </c:pt>
                <c:pt idx="26512">
                  <c:v>45853.930555555547</c:v>
                </c:pt>
                <c:pt idx="26513">
                  <c:v>45563.557638888888</c:v>
                </c:pt>
                <c:pt idx="26514">
                  <c:v>45847.311111111107</c:v>
                </c:pt>
                <c:pt idx="26515">
                  <c:v>45859.626388888893</c:v>
                </c:pt>
                <c:pt idx="26516">
                  <c:v>45906.691666666673</c:v>
                </c:pt>
                <c:pt idx="26517">
                  <c:v>45511.899305555547</c:v>
                </c:pt>
                <c:pt idx="26518">
                  <c:v>45756.169444444437</c:v>
                </c:pt>
                <c:pt idx="26519">
                  <c:v>45618.063888888893</c:v>
                </c:pt>
                <c:pt idx="26520">
                  <c:v>45687.9375</c:v>
                </c:pt>
                <c:pt idx="26521">
                  <c:v>45778.998611111107</c:v>
                </c:pt>
                <c:pt idx="26522">
                  <c:v>45768.713888888888</c:v>
                </c:pt>
                <c:pt idx="26523">
                  <c:v>45443.42083333333</c:v>
                </c:pt>
                <c:pt idx="26524">
                  <c:v>45294.576388888891</c:v>
                </c:pt>
                <c:pt idx="26525">
                  <c:v>45511.478472222218</c:v>
                </c:pt>
                <c:pt idx="26526">
                  <c:v>45351.65625</c:v>
                </c:pt>
                <c:pt idx="26527">
                  <c:v>45995.493750000001</c:v>
                </c:pt>
                <c:pt idx="26528">
                  <c:v>45826.429861111108</c:v>
                </c:pt>
                <c:pt idx="26529">
                  <c:v>45902.480555555558</c:v>
                </c:pt>
                <c:pt idx="26530">
                  <c:v>45631.634722222218</c:v>
                </c:pt>
                <c:pt idx="26531">
                  <c:v>45854.495833333327</c:v>
                </c:pt>
                <c:pt idx="26532">
                  <c:v>45575.476388888892</c:v>
                </c:pt>
                <c:pt idx="26533">
                  <c:v>45407.441666666673</c:v>
                </c:pt>
                <c:pt idx="26534">
                  <c:v>45699.536805555559</c:v>
                </c:pt>
                <c:pt idx="26535">
                  <c:v>45540.626388888893</c:v>
                </c:pt>
                <c:pt idx="26536">
                  <c:v>45802.550694444442</c:v>
                </c:pt>
                <c:pt idx="26537">
                  <c:v>45995.414583333331</c:v>
                </c:pt>
                <c:pt idx="26538">
                  <c:v>45945.777777777781</c:v>
                </c:pt>
                <c:pt idx="26539">
                  <c:v>45668.852083333331</c:v>
                </c:pt>
                <c:pt idx="26540">
                  <c:v>45742.868750000001</c:v>
                </c:pt>
                <c:pt idx="26541">
                  <c:v>45765.045138888891</c:v>
                </c:pt>
                <c:pt idx="26542">
                  <c:v>45713.758333333331</c:v>
                </c:pt>
                <c:pt idx="26543">
                  <c:v>45694.773611111108</c:v>
                </c:pt>
                <c:pt idx="26544">
                  <c:v>45801.338194444441</c:v>
                </c:pt>
                <c:pt idx="26545">
                  <c:v>45842.361805555563</c:v>
                </c:pt>
                <c:pt idx="26546">
                  <c:v>45917.652777777781</c:v>
                </c:pt>
                <c:pt idx="26547">
                  <c:v>45909.767361111109</c:v>
                </c:pt>
                <c:pt idx="26548">
                  <c:v>45839.633333333331</c:v>
                </c:pt>
                <c:pt idx="26549">
                  <c:v>45590.38958333333</c:v>
                </c:pt>
                <c:pt idx="26550">
                  <c:v>45469.364583333343</c:v>
                </c:pt>
                <c:pt idx="26551">
                  <c:v>45380.838194444441</c:v>
                </c:pt>
                <c:pt idx="26552">
                  <c:v>45628.293055555558</c:v>
                </c:pt>
                <c:pt idx="26553">
                  <c:v>45869.529166666667</c:v>
                </c:pt>
                <c:pt idx="26554">
                  <c:v>45934.866666666669</c:v>
                </c:pt>
                <c:pt idx="26555">
                  <c:v>45413.745138888888</c:v>
                </c:pt>
                <c:pt idx="26556">
                  <c:v>45441.406944444447</c:v>
                </c:pt>
                <c:pt idx="26557">
                  <c:v>45571.82708333333</c:v>
                </c:pt>
                <c:pt idx="26558">
                  <c:v>45743.390972222223</c:v>
                </c:pt>
                <c:pt idx="26559">
                  <c:v>45500.370138888888</c:v>
                </c:pt>
                <c:pt idx="26560">
                  <c:v>45669.883333333331</c:v>
                </c:pt>
                <c:pt idx="26561">
                  <c:v>45989.597916666673</c:v>
                </c:pt>
                <c:pt idx="26562">
                  <c:v>45841.607638888891</c:v>
                </c:pt>
                <c:pt idx="26563">
                  <c:v>45846.595138888893</c:v>
                </c:pt>
                <c:pt idx="26564">
                  <c:v>45790.509722222218</c:v>
                </c:pt>
                <c:pt idx="26565">
                  <c:v>45786.801388888889</c:v>
                </c:pt>
                <c:pt idx="26566">
                  <c:v>45762.925000000003</c:v>
                </c:pt>
                <c:pt idx="26567">
                  <c:v>45959.363194444442</c:v>
                </c:pt>
                <c:pt idx="26568">
                  <c:v>45889.55</c:v>
                </c:pt>
                <c:pt idx="26569">
                  <c:v>45302.027083333327</c:v>
                </c:pt>
                <c:pt idx="26570">
                  <c:v>45338.592361111107</c:v>
                </c:pt>
                <c:pt idx="26571">
                  <c:v>45759.313888888893</c:v>
                </c:pt>
                <c:pt idx="26572">
                  <c:v>45683.554861111108</c:v>
                </c:pt>
                <c:pt idx="26573">
                  <c:v>45528.000694444447</c:v>
                </c:pt>
                <c:pt idx="26574">
                  <c:v>45749.30972222222</c:v>
                </c:pt>
                <c:pt idx="26575">
                  <c:v>45790.875694444447</c:v>
                </c:pt>
                <c:pt idx="26576">
                  <c:v>45658.934027777781</c:v>
                </c:pt>
                <c:pt idx="26577">
                  <c:v>45664.155555555553</c:v>
                </c:pt>
                <c:pt idx="26578">
                  <c:v>45599.625</c:v>
                </c:pt>
                <c:pt idx="26579">
                  <c:v>45909.324305555558</c:v>
                </c:pt>
                <c:pt idx="26580">
                  <c:v>45878.831250000003</c:v>
                </c:pt>
                <c:pt idx="26581">
                  <c:v>45742.960416666669</c:v>
                </c:pt>
                <c:pt idx="26582">
                  <c:v>46010.417361111111</c:v>
                </c:pt>
                <c:pt idx="26583">
                  <c:v>45719.625</c:v>
                </c:pt>
                <c:pt idx="26584">
                  <c:v>45726.563888888893</c:v>
                </c:pt>
                <c:pt idx="26585">
                  <c:v>45780.572222222218</c:v>
                </c:pt>
                <c:pt idx="26586">
                  <c:v>45760.359722222223</c:v>
                </c:pt>
                <c:pt idx="26587">
                  <c:v>45487.868750000001</c:v>
                </c:pt>
                <c:pt idx="26588">
                  <c:v>45749.395833333343</c:v>
                </c:pt>
                <c:pt idx="26589">
                  <c:v>45832.813888888893</c:v>
                </c:pt>
                <c:pt idx="26590">
                  <c:v>45720.450694444437</c:v>
                </c:pt>
                <c:pt idx="26591">
                  <c:v>45848.760416666657</c:v>
                </c:pt>
                <c:pt idx="26592">
                  <c:v>45896.584027777782</c:v>
                </c:pt>
                <c:pt idx="26593">
                  <c:v>45926.309027777781</c:v>
                </c:pt>
                <c:pt idx="26594">
                  <c:v>45885.447916666657</c:v>
                </c:pt>
                <c:pt idx="26595">
                  <c:v>46004.894444444442</c:v>
                </c:pt>
                <c:pt idx="26596">
                  <c:v>45860.446527777778</c:v>
                </c:pt>
                <c:pt idx="26597">
                  <c:v>45923.363888888889</c:v>
                </c:pt>
                <c:pt idx="26598">
                  <c:v>45752.94027777778</c:v>
                </c:pt>
                <c:pt idx="26599">
                  <c:v>45875.540277777778</c:v>
                </c:pt>
                <c:pt idx="26600">
                  <c:v>45875.540277777778</c:v>
                </c:pt>
                <c:pt idx="26601">
                  <c:v>45582.659722222219</c:v>
                </c:pt>
                <c:pt idx="26602">
                  <c:v>45580.703472222223</c:v>
                </c:pt>
                <c:pt idx="26603">
                  <c:v>45604.423611111109</c:v>
                </c:pt>
                <c:pt idx="26604">
                  <c:v>45604.420138888891</c:v>
                </c:pt>
                <c:pt idx="26605">
                  <c:v>45664.731249999997</c:v>
                </c:pt>
                <c:pt idx="26606">
                  <c:v>45650.59097222222</c:v>
                </c:pt>
                <c:pt idx="26607">
                  <c:v>45618.56527777778</c:v>
                </c:pt>
                <c:pt idx="26608">
                  <c:v>45778.468055555553</c:v>
                </c:pt>
                <c:pt idx="26609">
                  <c:v>45595.51666666667</c:v>
                </c:pt>
                <c:pt idx="26610">
                  <c:v>45568.67291666667</c:v>
                </c:pt>
                <c:pt idx="26611">
                  <c:v>45505.348611111112</c:v>
                </c:pt>
                <c:pt idx="26612">
                  <c:v>45514.724305555559</c:v>
                </c:pt>
                <c:pt idx="26613">
                  <c:v>45842.536111111112</c:v>
                </c:pt>
                <c:pt idx="26614">
                  <c:v>45719.581250000003</c:v>
                </c:pt>
                <c:pt idx="26615">
                  <c:v>45477.404166666667</c:v>
                </c:pt>
                <c:pt idx="26616">
                  <c:v>45357.897916666669</c:v>
                </c:pt>
                <c:pt idx="26617">
                  <c:v>45883.824305555558</c:v>
                </c:pt>
                <c:pt idx="26618">
                  <c:v>45969.87222222222</c:v>
                </c:pt>
                <c:pt idx="26619">
                  <c:v>45939.906944444447</c:v>
                </c:pt>
                <c:pt idx="26620">
                  <c:v>45699.621527777781</c:v>
                </c:pt>
                <c:pt idx="26621">
                  <c:v>45907.720833333333</c:v>
                </c:pt>
                <c:pt idx="26622">
                  <c:v>45907.848611111112</c:v>
                </c:pt>
                <c:pt idx="26623">
                  <c:v>45943.432638888888</c:v>
                </c:pt>
                <c:pt idx="26624">
                  <c:v>45667.865277777782</c:v>
                </c:pt>
                <c:pt idx="26625">
                  <c:v>45889.310416666667</c:v>
                </c:pt>
                <c:pt idx="26626">
                  <c:v>45821.637499999997</c:v>
                </c:pt>
                <c:pt idx="26627">
                  <c:v>45841.835416666669</c:v>
                </c:pt>
                <c:pt idx="26628">
                  <c:v>45503.762499999997</c:v>
                </c:pt>
                <c:pt idx="26629">
                  <c:v>45657.668749999997</c:v>
                </c:pt>
                <c:pt idx="26630">
                  <c:v>45819.644444444442</c:v>
                </c:pt>
                <c:pt idx="26631">
                  <c:v>45547.481944444437</c:v>
                </c:pt>
                <c:pt idx="26632">
                  <c:v>45610.394444444442</c:v>
                </c:pt>
                <c:pt idx="26633">
                  <c:v>45763.659722222219</c:v>
                </c:pt>
                <c:pt idx="26634">
                  <c:v>45405.791666666657</c:v>
                </c:pt>
                <c:pt idx="26635">
                  <c:v>45318.842361111107</c:v>
                </c:pt>
                <c:pt idx="26636">
                  <c:v>45409.871527777781</c:v>
                </c:pt>
                <c:pt idx="26637">
                  <c:v>45317.675000000003</c:v>
                </c:pt>
                <c:pt idx="26638">
                  <c:v>45665.854861111111</c:v>
                </c:pt>
                <c:pt idx="26639">
                  <c:v>45980.489583333343</c:v>
                </c:pt>
                <c:pt idx="26640">
                  <c:v>45781.765972222223</c:v>
                </c:pt>
                <c:pt idx="26641">
                  <c:v>45671.384722222218</c:v>
                </c:pt>
                <c:pt idx="26642">
                  <c:v>45989.018055555563</c:v>
                </c:pt>
                <c:pt idx="26643">
                  <c:v>45682.454861111109</c:v>
                </c:pt>
                <c:pt idx="26644">
                  <c:v>45529.392361111109</c:v>
                </c:pt>
                <c:pt idx="26645">
                  <c:v>45507.507638888892</c:v>
                </c:pt>
                <c:pt idx="26646">
                  <c:v>45425.103472222218</c:v>
                </c:pt>
                <c:pt idx="26647">
                  <c:v>45629.459722222222</c:v>
                </c:pt>
                <c:pt idx="26648">
                  <c:v>45628.32916666667</c:v>
                </c:pt>
                <c:pt idx="26649">
                  <c:v>45630.484027777777</c:v>
                </c:pt>
                <c:pt idx="26650">
                  <c:v>45410.065972222219</c:v>
                </c:pt>
                <c:pt idx="26651">
                  <c:v>45747.034722222219</c:v>
                </c:pt>
                <c:pt idx="26652">
                  <c:v>45989.317361111112</c:v>
                </c:pt>
                <c:pt idx="26653">
                  <c:v>46016.457638888889</c:v>
                </c:pt>
                <c:pt idx="26654">
                  <c:v>45544.249305555553</c:v>
                </c:pt>
                <c:pt idx="26655">
                  <c:v>45488.34652777778</c:v>
                </c:pt>
                <c:pt idx="26656">
                  <c:v>45314.301388888889</c:v>
                </c:pt>
                <c:pt idx="26657">
                  <c:v>45716.542361111111</c:v>
                </c:pt>
                <c:pt idx="26658">
                  <c:v>45518.373611111107</c:v>
                </c:pt>
                <c:pt idx="26659">
                  <c:v>45345.460416666669</c:v>
                </c:pt>
                <c:pt idx="26660">
                  <c:v>45373.366666666669</c:v>
                </c:pt>
                <c:pt idx="26661">
                  <c:v>45402.353472222218</c:v>
                </c:pt>
                <c:pt idx="26662">
                  <c:v>45777.249305555553</c:v>
                </c:pt>
                <c:pt idx="26663">
                  <c:v>45846.4375</c:v>
                </c:pt>
                <c:pt idx="26664">
                  <c:v>45359.463194444441</c:v>
                </c:pt>
                <c:pt idx="26665">
                  <c:v>45457.313888888893</c:v>
                </c:pt>
                <c:pt idx="26666">
                  <c:v>45659.279166666667</c:v>
                </c:pt>
                <c:pt idx="26667">
                  <c:v>45869.289583333331</c:v>
                </c:pt>
                <c:pt idx="26668">
                  <c:v>45294.473611111112</c:v>
                </c:pt>
                <c:pt idx="26669">
                  <c:v>45434.302777777782</c:v>
                </c:pt>
                <c:pt idx="26670">
                  <c:v>45741.262499999997</c:v>
                </c:pt>
                <c:pt idx="26671">
                  <c:v>45944.496527777781</c:v>
                </c:pt>
                <c:pt idx="26672">
                  <c:v>45386.427083333343</c:v>
                </c:pt>
                <c:pt idx="26673">
                  <c:v>45747.245833333327</c:v>
                </c:pt>
                <c:pt idx="26674">
                  <c:v>45596.428472222222</c:v>
                </c:pt>
                <c:pt idx="26675">
                  <c:v>45898.323611111111</c:v>
                </c:pt>
                <c:pt idx="26676">
                  <c:v>45327.320833333331</c:v>
                </c:pt>
                <c:pt idx="26677">
                  <c:v>45929.355555555558</c:v>
                </c:pt>
                <c:pt idx="26678">
                  <c:v>45688.275000000001</c:v>
                </c:pt>
                <c:pt idx="26679">
                  <c:v>45805.26666666667</c:v>
                </c:pt>
                <c:pt idx="26680">
                  <c:v>45414.284722222219</c:v>
                </c:pt>
                <c:pt idx="26681">
                  <c:v>45567.491666666669</c:v>
                </c:pt>
                <c:pt idx="26682">
                  <c:v>45961.61041666667</c:v>
                </c:pt>
                <c:pt idx="26683">
                  <c:v>45818.432638888888</c:v>
                </c:pt>
                <c:pt idx="26684">
                  <c:v>45851.781944444447</c:v>
                </c:pt>
                <c:pt idx="26685">
                  <c:v>45778.89166666667</c:v>
                </c:pt>
                <c:pt idx="26686">
                  <c:v>45980.032638888893</c:v>
                </c:pt>
                <c:pt idx="26687">
                  <c:v>45876.668749999997</c:v>
                </c:pt>
                <c:pt idx="26688">
                  <c:v>46021.65347222222</c:v>
                </c:pt>
                <c:pt idx="26689">
                  <c:v>45839.921527777777</c:v>
                </c:pt>
                <c:pt idx="26690">
                  <c:v>45562.72152777778</c:v>
                </c:pt>
                <c:pt idx="26691">
                  <c:v>45752.796527777777</c:v>
                </c:pt>
                <c:pt idx="26692">
                  <c:v>45912.953472222223</c:v>
                </c:pt>
                <c:pt idx="26693">
                  <c:v>45615.914583333331</c:v>
                </c:pt>
                <c:pt idx="26694">
                  <c:v>45778.94027777778</c:v>
                </c:pt>
                <c:pt idx="26695">
                  <c:v>45782.280555555553</c:v>
                </c:pt>
                <c:pt idx="26696">
                  <c:v>45728.413888888892</c:v>
                </c:pt>
                <c:pt idx="26697">
                  <c:v>45832.631944444453</c:v>
                </c:pt>
                <c:pt idx="26698">
                  <c:v>45903.44027777778</c:v>
                </c:pt>
                <c:pt idx="26699">
                  <c:v>45312.552777777782</c:v>
                </c:pt>
                <c:pt idx="26700">
                  <c:v>45363.977083333331</c:v>
                </c:pt>
                <c:pt idx="26701">
                  <c:v>45421.561111111107</c:v>
                </c:pt>
                <c:pt idx="26702">
                  <c:v>45958.006249999999</c:v>
                </c:pt>
                <c:pt idx="26703">
                  <c:v>45917.520833333343</c:v>
                </c:pt>
                <c:pt idx="26704">
                  <c:v>45396.4375</c:v>
                </c:pt>
                <c:pt idx="26705">
                  <c:v>45746.859027777777</c:v>
                </c:pt>
                <c:pt idx="26706">
                  <c:v>45979.454861111109</c:v>
                </c:pt>
                <c:pt idx="26707">
                  <c:v>45867.824999999997</c:v>
                </c:pt>
                <c:pt idx="26708">
                  <c:v>46021.581944444442</c:v>
                </c:pt>
                <c:pt idx="26709">
                  <c:v>45881.330555555563</c:v>
                </c:pt>
                <c:pt idx="26710">
                  <c:v>45936.815972222219</c:v>
                </c:pt>
                <c:pt idx="26711">
                  <c:v>45852.693749999999</c:v>
                </c:pt>
                <c:pt idx="26712">
                  <c:v>45998.825694444437</c:v>
                </c:pt>
                <c:pt idx="26713">
                  <c:v>45762.76666666667</c:v>
                </c:pt>
                <c:pt idx="26714">
                  <c:v>45867.670138888891</c:v>
                </c:pt>
                <c:pt idx="26715">
                  <c:v>45844.779166666667</c:v>
                </c:pt>
                <c:pt idx="26716">
                  <c:v>45350.74722222222</c:v>
                </c:pt>
                <c:pt idx="26717">
                  <c:v>45883.936111111107</c:v>
                </c:pt>
                <c:pt idx="26718">
                  <c:v>45897.462500000001</c:v>
                </c:pt>
                <c:pt idx="26719">
                  <c:v>45615.505555555559</c:v>
                </c:pt>
                <c:pt idx="26720">
                  <c:v>45708.62222222222</c:v>
                </c:pt>
                <c:pt idx="26721">
                  <c:v>45722.883333333331</c:v>
                </c:pt>
                <c:pt idx="26722">
                  <c:v>45839.287499999999</c:v>
                </c:pt>
                <c:pt idx="26723">
                  <c:v>45569.685416666667</c:v>
                </c:pt>
                <c:pt idx="26724">
                  <c:v>45644.893055555563</c:v>
                </c:pt>
                <c:pt idx="26725">
                  <c:v>45674.809027777781</c:v>
                </c:pt>
                <c:pt idx="26726">
                  <c:v>45755.760416666657</c:v>
                </c:pt>
                <c:pt idx="26727">
                  <c:v>45574.761805555558</c:v>
                </c:pt>
                <c:pt idx="26728">
                  <c:v>45470.724999999999</c:v>
                </c:pt>
                <c:pt idx="26729">
                  <c:v>45667.90902777778</c:v>
                </c:pt>
                <c:pt idx="26730">
                  <c:v>45992.597222222219</c:v>
                </c:pt>
                <c:pt idx="26731">
                  <c:v>45697.074999999997</c:v>
                </c:pt>
                <c:pt idx="26732">
                  <c:v>45903.493055555547</c:v>
                </c:pt>
                <c:pt idx="26733">
                  <c:v>45529.099305555559</c:v>
                </c:pt>
                <c:pt idx="26734">
                  <c:v>45394.993055555547</c:v>
                </c:pt>
                <c:pt idx="26735">
                  <c:v>45614.015972222223</c:v>
                </c:pt>
                <c:pt idx="26736">
                  <c:v>45362.988194444442</c:v>
                </c:pt>
                <c:pt idx="26737">
                  <c:v>45462.571527777778</c:v>
                </c:pt>
                <c:pt idx="26738">
                  <c:v>45500.000694444447</c:v>
                </c:pt>
                <c:pt idx="26739">
                  <c:v>45820.74722222222</c:v>
                </c:pt>
                <c:pt idx="26740">
                  <c:v>45757.913888888892</c:v>
                </c:pt>
                <c:pt idx="26741">
                  <c:v>45599.080555555563</c:v>
                </c:pt>
                <c:pt idx="26742">
                  <c:v>45874.61041666667</c:v>
                </c:pt>
                <c:pt idx="26743">
                  <c:v>45510.824999999997</c:v>
                </c:pt>
                <c:pt idx="26744">
                  <c:v>45950.484722222223</c:v>
                </c:pt>
                <c:pt idx="26745">
                  <c:v>45907.496527777781</c:v>
                </c:pt>
                <c:pt idx="26746">
                  <c:v>45742.827777777777</c:v>
                </c:pt>
                <c:pt idx="26747">
                  <c:v>45364.552777777782</c:v>
                </c:pt>
                <c:pt idx="26748">
                  <c:v>45702.824305555558</c:v>
                </c:pt>
                <c:pt idx="26749">
                  <c:v>45478.718055555553</c:v>
                </c:pt>
                <c:pt idx="26750">
                  <c:v>45789.945138888892</c:v>
                </c:pt>
                <c:pt idx="26751">
                  <c:v>45964.643055555563</c:v>
                </c:pt>
                <c:pt idx="26752">
                  <c:v>45964.461805555547</c:v>
                </c:pt>
                <c:pt idx="26753">
                  <c:v>45933.893750000003</c:v>
                </c:pt>
                <c:pt idx="26754">
                  <c:v>45814.738888888889</c:v>
                </c:pt>
                <c:pt idx="26755">
                  <c:v>45814.738888888889</c:v>
                </c:pt>
                <c:pt idx="26756">
                  <c:v>45397.927777777782</c:v>
                </c:pt>
                <c:pt idx="26757">
                  <c:v>45933.893750000003</c:v>
                </c:pt>
                <c:pt idx="26758">
                  <c:v>45359.825694444437</c:v>
                </c:pt>
                <c:pt idx="26759">
                  <c:v>45693.973611111112</c:v>
                </c:pt>
                <c:pt idx="26760">
                  <c:v>45693.973611111112</c:v>
                </c:pt>
                <c:pt idx="26761">
                  <c:v>45631.832638888889</c:v>
                </c:pt>
                <c:pt idx="26762">
                  <c:v>45359.825694444437</c:v>
                </c:pt>
                <c:pt idx="26763">
                  <c:v>45862.957638888889</c:v>
                </c:pt>
                <c:pt idx="26764">
                  <c:v>45606.609722222223</c:v>
                </c:pt>
                <c:pt idx="26765">
                  <c:v>45964.461805555547</c:v>
                </c:pt>
                <c:pt idx="26766">
                  <c:v>45455.961111111108</c:v>
                </c:pt>
                <c:pt idx="26767">
                  <c:v>45606.609722222223</c:v>
                </c:pt>
                <c:pt idx="26768">
                  <c:v>45739.606249999997</c:v>
                </c:pt>
                <c:pt idx="26769">
                  <c:v>45567.79583333333</c:v>
                </c:pt>
                <c:pt idx="26770">
                  <c:v>45524.094444444447</c:v>
                </c:pt>
                <c:pt idx="26771">
                  <c:v>45524.094444444447</c:v>
                </c:pt>
                <c:pt idx="26772">
                  <c:v>45631.832638888889</c:v>
                </c:pt>
                <c:pt idx="26773">
                  <c:v>45739.606249999997</c:v>
                </c:pt>
                <c:pt idx="26774">
                  <c:v>45397.927777777782</c:v>
                </c:pt>
                <c:pt idx="26775">
                  <c:v>45473.943749999999</c:v>
                </c:pt>
                <c:pt idx="26776">
                  <c:v>45455.961111111108</c:v>
                </c:pt>
                <c:pt idx="26777">
                  <c:v>45567.79583333333</c:v>
                </c:pt>
                <c:pt idx="26778">
                  <c:v>45862.957638888889</c:v>
                </c:pt>
                <c:pt idx="26779">
                  <c:v>45473.943749999999</c:v>
                </c:pt>
                <c:pt idx="26780">
                  <c:v>45962.842361111107</c:v>
                </c:pt>
                <c:pt idx="26781">
                  <c:v>45752.867361111108</c:v>
                </c:pt>
                <c:pt idx="26782">
                  <c:v>45769.618750000001</c:v>
                </c:pt>
                <c:pt idx="26783">
                  <c:v>45834.418055555558</c:v>
                </c:pt>
                <c:pt idx="26784">
                  <c:v>45824.458333333343</c:v>
                </c:pt>
                <c:pt idx="26785">
                  <c:v>45899.589583333327</c:v>
                </c:pt>
                <c:pt idx="26786">
                  <c:v>45689.510416666657</c:v>
                </c:pt>
                <c:pt idx="26787">
                  <c:v>45942.68472222222</c:v>
                </c:pt>
                <c:pt idx="26788">
                  <c:v>46007.918055555558</c:v>
                </c:pt>
                <c:pt idx="26789">
                  <c:v>46006.388888888891</c:v>
                </c:pt>
                <c:pt idx="26790">
                  <c:v>45688.027083333327</c:v>
                </c:pt>
                <c:pt idx="26791">
                  <c:v>45365.7</c:v>
                </c:pt>
                <c:pt idx="26792">
                  <c:v>45884.37777777778</c:v>
                </c:pt>
                <c:pt idx="26793">
                  <c:v>45684.662499999999</c:v>
                </c:pt>
                <c:pt idx="26794">
                  <c:v>45732.659722222219</c:v>
                </c:pt>
                <c:pt idx="26795">
                  <c:v>46019.479166666657</c:v>
                </c:pt>
                <c:pt idx="26796">
                  <c:v>45308.667361111111</c:v>
                </c:pt>
                <c:pt idx="26797">
                  <c:v>45569.377083333333</c:v>
                </c:pt>
                <c:pt idx="26798">
                  <c:v>46018.462500000001</c:v>
                </c:pt>
                <c:pt idx="26799">
                  <c:v>45512.402083333327</c:v>
                </c:pt>
                <c:pt idx="26800">
                  <c:v>45426.508333333331</c:v>
                </c:pt>
                <c:pt idx="26801">
                  <c:v>45635.8</c:v>
                </c:pt>
                <c:pt idx="26802">
                  <c:v>45388.634722222218</c:v>
                </c:pt>
                <c:pt idx="26803">
                  <c:v>45971.425000000003</c:v>
                </c:pt>
                <c:pt idx="26804">
                  <c:v>45789.522916666669</c:v>
                </c:pt>
                <c:pt idx="26805">
                  <c:v>45831.546527777777</c:v>
                </c:pt>
                <c:pt idx="26806">
                  <c:v>45874.378472222219</c:v>
                </c:pt>
                <c:pt idx="26807">
                  <c:v>45859.490277777782</c:v>
                </c:pt>
                <c:pt idx="26808">
                  <c:v>45716.61041666667</c:v>
                </c:pt>
                <c:pt idx="26809">
                  <c:v>45817.84652777778</c:v>
                </c:pt>
                <c:pt idx="26810">
                  <c:v>45650.364583333343</c:v>
                </c:pt>
                <c:pt idx="26811">
                  <c:v>45761.859722222223</c:v>
                </c:pt>
                <c:pt idx="26812">
                  <c:v>45883.428472222222</c:v>
                </c:pt>
                <c:pt idx="26813">
                  <c:v>45844.79791666667</c:v>
                </c:pt>
                <c:pt idx="26814">
                  <c:v>45841.545138888891</c:v>
                </c:pt>
                <c:pt idx="26815">
                  <c:v>45910.658333333333</c:v>
                </c:pt>
                <c:pt idx="26816">
                  <c:v>45642.420138888891</c:v>
                </c:pt>
                <c:pt idx="26817">
                  <c:v>45634.956250000003</c:v>
                </c:pt>
                <c:pt idx="26818">
                  <c:v>45710.561805555553</c:v>
                </c:pt>
                <c:pt idx="26819">
                  <c:v>45666.457638888889</c:v>
                </c:pt>
                <c:pt idx="26820">
                  <c:v>45832.665972222218</c:v>
                </c:pt>
                <c:pt idx="26821">
                  <c:v>45706.574305555558</c:v>
                </c:pt>
                <c:pt idx="26822">
                  <c:v>45420.918749999997</c:v>
                </c:pt>
                <c:pt idx="26823">
                  <c:v>45617.992361111108</c:v>
                </c:pt>
                <c:pt idx="26824">
                  <c:v>45340.784722222219</c:v>
                </c:pt>
                <c:pt idx="26825">
                  <c:v>45734.504166666673</c:v>
                </c:pt>
                <c:pt idx="26826">
                  <c:v>45685.545138888891</c:v>
                </c:pt>
                <c:pt idx="26827">
                  <c:v>45657.736805555563</c:v>
                </c:pt>
                <c:pt idx="26828">
                  <c:v>45509.654166666667</c:v>
                </c:pt>
                <c:pt idx="26829">
                  <c:v>45861.836805555547</c:v>
                </c:pt>
                <c:pt idx="26830">
                  <c:v>45788.789583333331</c:v>
                </c:pt>
                <c:pt idx="26831">
                  <c:v>45292.629861111112</c:v>
                </c:pt>
                <c:pt idx="26832">
                  <c:v>45540.018055555563</c:v>
                </c:pt>
                <c:pt idx="26833">
                  <c:v>45447.675694444442</c:v>
                </c:pt>
                <c:pt idx="26834">
                  <c:v>45904.494444444441</c:v>
                </c:pt>
                <c:pt idx="26835">
                  <c:v>45994.022222222222</c:v>
                </c:pt>
                <c:pt idx="26836">
                  <c:v>45590.004861111112</c:v>
                </c:pt>
                <c:pt idx="26837">
                  <c:v>45880.620833333327</c:v>
                </c:pt>
                <c:pt idx="26838">
                  <c:v>45639.542361111111</c:v>
                </c:pt>
                <c:pt idx="26839">
                  <c:v>45566.814583333333</c:v>
                </c:pt>
                <c:pt idx="26840">
                  <c:v>45762.021527777782</c:v>
                </c:pt>
                <c:pt idx="26841">
                  <c:v>45817.489583333343</c:v>
                </c:pt>
                <c:pt idx="26842">
                  <c:v>45931.413888888892</c:v>
                </c:pt>
                <c:pt idx="26843">
                  <c:v>45971.598611111112</c:v>
                </c:pt>
                <c:pt idx="26844">
                  <c:v>45364.054861111108</c:v>
                </c:pt>
                <c:pt idx="26845">
                  <c:v>45482.527083333327</c:v>
                </c:pt>
                <c:pt idx="26846">
                  <c:v>45397.002083333333</c:v>
                </c:pt>
                <c:pt idx="26847">
                  <c:v>45691.838888888888</c:v>
                </c:pt>
                <c:pt idx="26848">
                  <c:v>45549.758333333331</c:v>
                </c:pt>
                <c:pt idx="26849">
                  <c:v>45777.418749999997</c:v>
                </c:pt>
                <c:pt idx="26850">
                  <c:v>45846.993750000001</c:v>
                </c:pt>
                <c:pt idx="26851">
                  <c:v>45857.932638888888</c:v>
                </c:pt>
                <c:pt idx="26852">
                  <c:v>45544.648611111108</c:v>
                </c:pt>
                <c:pt idx="26853">
                  <c:v>45848.311805555553</c:v>
                </c:pt>
                <c:pt idx="26854">
                  <c:v>45770.364583333343</c:v>
                </c:pt>
                <c:pt idx="26855">
                  <c:v>45789.857638888891</c:v>
                </c:pt>
                <c:pt idx="26856">
                  <c:v>45739.420138888891</c:v>
                </c:pt>
                <c:pt idx="26857">
                  <c:v>45653.652777777781</c:v>
                </c:pt>
                <c:pt idx="26858">
                  <c:v>45572.979861111111</c:v>
                </c:pt>
                <c:pt idx="26859">
                  <c:v>45838.624305555553</c:v>
                </c:pt>
                <c:pt idx="26860">
                  <c:v>45922.149305555547</c:v>
                </c:pt>
                <c:pt idx="26861">
                  <c:v>45700.540972222218</c:v>
                </c:pt>
                <c:pt idx="26862">
                  <c:v>45987.878472222219</c:v>
                </c:pt>
                <c:pt idx="26863">
                  <c:v>45349.525000000001</c:v>
                </c:pt>
                <c:pt idx="26864">
                  <c:v>45569.625694444447</c:v>
                </c:pt>
                <c:pt idx="26865">
                  <c:v>45622.609027777777</c:v>
                </c:pt>
                <c:pt idx="26866">
                  <c:v>45422.574305555558</c:v>
                </c:pt>
                <c:pt idx="26867">
                  <c:v>45675.916666666657</c:v>
                </c:pt>
                <c:pt idx="26868">
                  <c:v>45387.943749999999</c:v>
                </c:pt>
                <c:pt idx="26869">
                  <c:v>45649.658333333333</c:v>
                </c:pt>
                <c:pt idx="26870">
                  <c:v>45748.363888888889</c:v>
                </c:pt>
                <c:pt idx="26871">
                  <c:v>45989.834722222222</c:v>
                </c:pt>
                <c:pt idx="26872">
                  <c:v>45886.788194444453</c:v>
                </c:pt>
                <c:pt idx="26873">
                  <c:v>45812.373611111107</c:v>
                </c:pt>
                <c:pt idx="26874">
                  <c:v>45831.522222222222</c:v>
                </c:pt>
                <c:pt idx="26875">
                  <c:v>45859.493750000001</c:v>
                </c:pt>
                <c:pt idx="26876">
                  <c:v>45805.352083333331</c:v>
                </c:pt>
                <c:pt idx="26877">
                  <c:v>45852.620138888888</c:v>
                </c:pt>
                <c:pt idx="26878">
                  <c:v>45833.834027777782</c:v>
                </c:pt>
                <c:pt idx="26879">
                  <c:v>45850.287499999999</c:v>
                </c:pt>
                <c:pt idx="26880">
                  <c:v>45297.95416666667</c:v>
                </c:pt>
                <c:pt idx="26881">
                  <c:v>45835.729861111111</c:v>
                </c:pt>
                <c:pt idx="26882">
                  <c:v>45827.804861111108</c:v>
                </c:pt>
                <c:pt idx="26883">
                  <c:v>45810.578472222223</c:v>
                </c:pt>
                <c:pt idx="26884">
                  <c:v>45751.47152777778</c:v>
                </c:pt>
                <c:pt idx="26885">
                  <c:v>45691.839583333327</c:v>
                </c:pt>
                <c:pt idx="26886">
                  <c:v>45775.847916666673</c:v>
                </c:pt>
                <c:pt idx="26887">
                  <c:v>45852.613194444442</c:v>
                </c:pt>
                <c:pt idx="26888">
                  <c:v>45411.410416666673</c:v>
                </c:pt>
                <c:pt idx="26889">
                  <c:v>45789.522222222222</c:v>
                </c:pt>
                <c:pt idx="26890">
                  <c:v>45485.730555555558</c:v>
                </c:pt>
                <c:pt idx="26891">
                  <c:v>45714.488194444442</c:v>
                </c:pt>
                <c:pt idx="26892">
                  <c:v>45345.871527777781</c:v>
                </c:pt>
                <c:pt idx="26893">
                  <c:v>45817.455555555563</c:v>
                </c:pt>
                <c:pt idx="26894">
                  <c:v>45383.901388888888</c:v>
                </c:pt>
                <c:pt idx="26895">
                  <c:v>45929.323611111111</c:v>
                </c:pt>
                <c:pt idx="26896">
                  <c:v>45845.39166666667</c:v>
                </c:pt>
                <c:pt idx="26897">
                  <c:v>45657.581250000003</c:v>
                </c:pt>
                <c:pt idx="26898">
                  <c:v>45736.684027777781</c:v>
                </c:pt>
                <c:pt idx="26899">
                  <c:v>45867.395138888889</c:v>
                </c:pt>
                <c:pt idx="26900">
                  <c:v>45552.958333333343</c:v>
                </c:pt>
                <c:pt idx="26901">
                  <c:v>45541.47152777778</c:v>
                </c:pt>
                <c:pt idx="26902">
                  <c:v>45547.956944444442</c:v>
                </c:pt>
                <c:pt idx="26903">
                  <c:v>45711.590277777781</c:v>
                </c:pt>
                <c:pt idx="26904">
                  <c:v>45944.652083333327</c:v>
                </c:pt>
                <c:pt idx="26905">
                  <c:v>45811.589583333327</c:v>
                </c:pt>
                <c:pt idx="26906">
                  <c:v>45617.395833333343</c:v>
                </c:pt>
                <c:pt idx="26907">
                  <c:v>45616.245138888888</c:v>
                </c:pt>
                <c:pt idx="26908">
                  <c:v>45808.734027777777</c:v>
                </c:pt>
                <c:pt idx="26909">
                  <c:v>45984.453472222223</c:v>
                </c:pt>
                <c:pt idx="26910">
                  <c:v>45759.695138888892</c:v>
                </c:pt>
                <c:pt idx="26911">
                  <c:v>45615.731249999997</c:v>
                </c:pt>
                <c:pt idx="26912">
                  <c:v>45726.720833333333</c:v>
                </c:pt>
                <c:pt idx="26913">
                  <c:v>45908.73333333333</c:v>
                </c:pt>
                <c:pt idx="26914">
                  <c:v>45639.808333333327</c:v>
                </c:pt>
                <c:pt idx="26915">
                  <c:v>45975.477777777778</c:v>
                </c:pt>
                <c:pt idx="26916">
                  <c:v>45778.696527777778</c:v>
                </c:pt>
                <c:pt idx="26917">
                  <c:v>45459.318055555559</c:v>
                </c:pt>
                <c:pt idx="26918">
                  <c:v>45814.945833333331</c:v>
                </c:pt>
                <c:pt idx="26919">
                  <c:v>45861.513194444437</c:v>
                </c:pt>
                <c:pt idx="26920">
                  <c:v>45583.90902777778</c:v>
                </c:pt>
                <c:pt idx="26921">
                  <c:v>45709.418055555558</c:v>
                </c:pt>
                <c:pt idx="26922">
                  <c:v>45685.51666666667</c:v>
                </c:pt>
                <c:pt idx="26923">
                  <c:v>45667.392361111109</c:v>
                </c:pt>
                <c:pt idx="26924">
                  <c:v>45886.794444444437</c:v>
                </c:pt>
                <c:pt idx="26925">
                  <c:v>46003.438194444447</c:v>
                </c:pt>
                <c:pt idx="26926">
                  <c:v>45933.533333333333</c:v>
                </c:pt>
                <c:pt idx="26927">
                  <c:v>46007.849305555559</c:v>
                </c:pt>
                <c:pt idx="26928">
                  <c:v>45895.768055555563</c:v>
                </c:pt>
                <c:pt idx="26929">
                  <c:v>45496.01666666667</c:v>
                </c:pt>
                <c:pt idx="26930">
                  <c:v>45823.864583333343</c:v>
                </c:pt>
                <c:pt idx="26931">
                  <c:v>45933.741666666669</c:v>
                </c:pt>
                <c:pt idx="26932">
                  <c:v>45351.46597222222</c:v>
                </c:pt>
                <c:pt idx="26933">
                  <c:v>45407.465277777781</c:v>
                </c:pt>
                <c:pt idx="26934">
                  <c:v>45302.561111111107</c:v>
                </c:pt>
                <c:pt idx="26935">
                  <c:v>45743.70208333333</c:v>
                </c:pt>
                <c:pt idx="26936">
                  <c:v>45981.512499999997</c:v>
                </c:pt>
                <c:pt idx="26937">
                  <c:v>46000.338194444441</c:v>
                </c:pt>
                <c:pt idx="26938">
                  <c:v>45988.337500000001</c:v>
                </c:pt>
                <c:pt idx="26939">
                  <c:v>45973.431250000001</c:v>
                </c:pt>
                <c:pt idx="26940">
                  <c:v>45935.726388888892</c:v>
                </c:pt>
                <c:pt idx="26941">
                  <c:v>45967.388194444437</c:v>
                </c:pt>
                <c:pt idx="26942">
                  <c:v>45636.784722222219</c:v>
                </c:pt>
                <c:pt idx="26943">
                  <c:v>45753.59375</c:v>
                </c:pt>
                <c:pt idx="26944">
                  <c:v>45641.427083333343</c:v>
                </c:pt>
                <c:pt idx="26945">
                  <c:v>45783.356249999997</c:v>
                </c:pt>
                <c:pt idx="26946">
                  <c:v>45635.540972222218</c:v>
                </c:pt>
                <c:pt idx="26947">
                  <c:v>46020.470833333333</c:v>
                </c:pt>
                <c:pt idx="26948">
                  <c:v>45680.317361111112</c:v>
                </c:pt>
                <c:pt idx="26949">
                  <c:v>45960.248611111107</c:v>
                </c:pt>
                <c:pt idx="26950">
                  <c:v>45750.458333333343</c:v>
                </c:pt>
                <c:pt idx="26951">
                  <c:v>45932.798611111109</c:v>
                </c:pt>
                <c:pt idx="26952">
                  <c:v>45906.819444444453</c:v>
                </c:pt>
                <c:pt idx="26953">
                  <c:v>45868.252083333333</c:v>
                </c:pt>
                <c:pt idx="26954">
                  <c:v>45974.25</c:v>
                </c:pt>
                <c:pt idx="26955">
                  <c:v>46007.537499999999</c:v>
                </c:pt>
                <c:pt idx="26956">
                  <c:v>45795.915972222218</c:v>
                </c:pt>
                <c:pt idx="26957">
                  <c:v>45919.635416666657</c:v>
                </c:pt>
                <c:pt idx="26958">
                  <c:v>45764.247916666667</c:v>
                </c:pt>
                <c:pt idx="26959">
                  <c:v>45778.279166666667</c:v>
                </c:pt>
                <c:pt idx="26960">
                  <c:v>45988.251388888893</c:v>
                </c:pt>
                <c:pt idx="26961">
                  <c:v>45974.271527777782</c:v>
                </c:pt>
                <c:pt idx="26962">
                  <c:v>45881.75277777778</c:v>
                </c:pt>
                <c:pt idx="26963">
                  <c:v>45893.79583333333</c:v>
                </c:pt>
                <c:pt idx="26964">
                  <c:v>45722.3125</c:v>
                </c:pt>
                <c:pt idx="26965">
                  <c:v>45946.64166666667</c:v>
                </c:pt>
                <c:pt idx="26966">
                  <c:v>46002.45416666667</c:v>
                </c:pt>
                <c:pt idx="26967">
                  <c:v>45486.795138888891</c:v>
                </c:pt>
                <c:pt idx="26968">
                  <c:v>45673.291666666657</c:v>
                </c:pt>
                <c:pt idx="26969">
                  <c:v>45321.742361111108</c:v>
                </c:pt>
                <c:pt idx="26970">
                  <c:v>45306.542361111111</c:v>
                </c:pt>
                <c:pt idx="26971">
                  <c:v>45306.536805555559</c:v>
                </c:pt>
                <c:pt idx="26972">
                  <c:v>45784.56527777778</c:v>
                </c:pt>
                <c:pt idx="26973">
                  <c:v>45764.072222222218</c:v>
                </c:pt>
                <c:pt idx="26974">
                  <c:v>45781.843055555553</c:v>
                </c:pt>
                <c:pt idx="26975">
                  <c:v>45659.611111111109</c:v>
                </c:pt>
                <c:pt idx="26976">
                  <c:v>45661.030555555553</c:v>
                </c:pt>
                <c:pt idx="26977">
                  <c:v>45341.840277777781</c:v>
                </c:pt>
                <c:pt idx="26978">
                  <c:v>46000.820138888892</c:v>
                </c:pt>
                <c:pt idx="26979">
                  <c:v>45449.492361111108</c:v>
                </c:pt>
                <c:pt idx="26980">
                  <c:v>45583.463888888888</c:v>
                </c:pt>
                <c:pt idx="26981">
                  <c:v>45294.697222222218</c:v>
                </c:pt>
                <c:pt idx="26982">
                  <c:v>45847.504166666673</c:v>
                </c:pt>
                <c:pt idx="26983">
                  <c:v>45615.631944444453</c:v>
                </c:pt>
                <c:pt idx="26984">
                  <c:v>45533.487500000003</c:v>
                </c:pt>
                <c:pt idx="26985">
                  <c:v>45404.807638888888</c:v>
                </c:pt>
                <c:pt idx="26986">
                  <c:v>45660.520833333343</c:v>
                </c:pt>
                <c:pt idx="26987">
                  <c:v>45993.873611111107</c:v>
                </c:pt>
                <c:pt idx="26988">
                  <c:v>45894.614583333343</c:v>
                </c:pt>
                <c:pt idx="26989">
                  <c:v>45755.459027777782</c:v>
                </c:pt>
                <c:pt idx="26990">
                  <c:v>45664.638888888891</c:v>
                </c:pt>
                <c:pt idx="26991">
                  <c:v>45690.402083333327</c:v>
                </c:pt>
                <c:pt idx="26992">
                  <c:v>45621.645138888889</c:v>
                </c:pt>
                <c:pt idx="26993">
                  <c:v>45734.672222222223</c:v>
                </c:pt>
                <c:pt idx="26994">
                  <c:v>45542.708333333343</c:v>
                </c:pt>
                <c:pt idx="26995">
                  <c:v>45665.669444444437</c:v>
                </c:pt>
                <c:pt idx="26996">
                  <c:v>45763.474999999999</c:v>
                </c:pt>
                <c:pt idx="26997">
                  <c:v>45938.387499999997</c:v>
                </c:pt>
                <c:pt idx="26998">
                  <c:v>45946.337500000001</c:v>
                </c:pt>
                <c:pt idx="26999">
                  <c:v>45787.472222222219</c:v>
                </c:pt>
                <c:pt idx="27000">
                  <c:v>45954.526388888888</c:v>
                </c:pt>
                <c:pt idx="27001">
                  <c:v>45626.434027777781</c:v>
                </c:pt>
                <c:pt idx="27002">
                  <c:v>45787.472222222219</c:v>
                </c:pt>
                <c:pt idx="27003">
                  <c:v>45954.526388888888</c:v>
                </c:pt>
                <c:pt idx="27004">
                  <c:v>45946.337500000001</c:v>
                </c:pt>
                <c:pt idx="27005">
                  <c:v>45626.434027777781</c:v>
                </c:pt>
                <c:pt idx="27006">
                  <c:v>45980.534722222219</c:v>
                </c:pt>
                <c:pt idx="27007">
                  <c:v>45940.551388888889</c:v>
                </c:pt>
                <c:pt idx="27008">
                  <c:v>45836.64166666667</c:v>
                </c:pt>
                <c:pt idx="27009">
                  <c:v>45644.07916666667</c:v>
                </c:pt>
                <c:pt idx="27010">
                  <c:v>45592.104861111111</c:v>
                </c:pt>
                <c:pt idx="27011">
                  <c:v>45698.642361111109</c:v>
                </c:pt>
                <c:pt idx="27012">
                  <c:v>45906.715277777781</c:v>
                </c:pt>
                <c:pt idx="27013">
                  <c:v>45804.757638888892</c:v>
                </c:pt>
                <c:pt idx="27014">
                  <c:v>45511.700694444437</c:v>
                </c:pt>
                <c:pt idx="27015">
                  <c:v>45750.444444444453</c:v>
                </c:pt>
                <c:pt idx="27016">
                  <c:v>45704.519444444442</c:v>
                </c:pt>
                <c:pt idx="27017">
                  <c:v>45614.550694444442</c:v>
                </c:pt>
                <c:pt idx="27018">
                  <c:v>45560.554861111108</c:v>
                </c:pt>
                <c:pt idx="27019">
                  <c:v>45879.424305555563</c:v>
                </c:pt>
                <c:pt idx="27020">
                  <c:v>45349.992361111108</c:v>
                </c:pt>
                <c:pt idx="27021">
                  <c:v>45382.427777777782</c:v>
                </c:pt>
                <c:pt idx="27022">
                  <c:v>45299.701388888891</c:v>
                </c:pt>
                <c:pt idx="27023">
                  <c:v>45431.404166666667</c:v>
                </c:pt>
                <c:pt idx="27024">
                  <c:v>45829.656944444447</c:v>
                </c:pt>
                <c:pt idx="27025">
                  <c:v>45636.561111111107</c:v>
                </c:pt>
                <c:pt idx="27026">
                  <c:v>45783.761805555558</c:v>
                </c:pt>
                <c:pt idx="27027">
                  <c:v>45466.961111111108</c:v>
                </c:pt>
                <c:pt idx="27028">
                  <c:v>46020.011805555558</c:v>
                </c:pt>
                <c:pt idx="27029">
                  <c:v>45728.487500000003</c:v>
                </c:pt>
                <c:pt idx="27030">
                  <c:v>45991.618750000001</c:v>
                </c:pt>
                <c:pt idx="27031">
                  <c:v>45592.591666666667</c:v>
                </c:pt>
                <c:pt idx="27032">
                  <c:v>45951.413194444453</c:v>
                </c:pt>
                <c:pt idx="27033">
                  <c:v>45662.62777777778</c:v>
                </c:pt>
                <c:pt idx="27034">
                  <c:v>45996.945138888892</c:v>
                </c:pt>
                <c:pt idx="27035">
                  <c:v>45845.613194444442</c:v>
                </c:pt>
                <c:pt idx="27036">
                  <c:v>45809.23541666667</c:v>
                </c:pt>
                <c:pt idx="27037">
                  <c:v>45789.10833333333</c:v>
                </c:pt>
                <c:pt idx="27038">
                  <c:v>45853.658333333333</c:v>
                </c:pt>
                <c:pt idx="27039">
                  <c:v>45709.747916666667</c:v>
                </c:pt>
                <c:pt idx="27040">
                  <c:v>45820.34375</c:v>
                </c:pt>
                <c:pt idx="27041">
                  <c:v>45488.418749999997</c:v>
                </c:pt>
                <c:pt idx="27042">
                  <c:v>45845.908333333333</c:v>
                </c:pt>
                <c:pt idx="27043">
                  <c:v>45946.361111111109</c:v>
                </c:pt>
                <c:pt idx="27044">
                  <c:v>45783.334027777782</c:v>
                </c:pt>
                <c:pt idx="27045">
                  <c:v>45621.695833333331</c:v>
                </c:pt>
                <c:pt idx="27046">
                  <c:v>45530.710416666669</c:v>
                </c:pt>
                <c:pt idx="27047">
                  <c:v>45887.368055555547</c:v>
                </c:pt>
                <c:pt idx="27048">
                  <c:v>45971.325694444437</c:v>
                </c:pt>
                <c:pt idx="27049">
                  <c:v>45480.424305555563</c:v>
                </c:pt>
                <c:pt idx="27050">
                  <c:v>46003.313888888893</c:v>
                </c:pt>
                <c:pt idx="27051">
                  <c:v>45908.331944444442</c:v>
                </c:pt>
                <c:pt idx="27052">
                  <c:v>45459.43472222222</c:v>
                </c:pt>
                <c:pt idx="27053">
                  <c:v>45554.888194444437</c:v>
                </c:pt>
                <c:pt idx="27054">
                  <c:v>45753.36041666667</c:v>
                </c:pt>
                <c:pt idx="27055">
                  <c:v>45846.429166666669</c:v>
                </c:pt>
                <c:pt idx="27056">
                  <c:v>45702.493750000001</c:v>
                </c:pt>
                <c:pt idx="27057">
                  <c:v>45702.498611111107</c:v>
                </c:pt>
                <c:pt idx="27058">
                  <c:v>45791.597222222219</c:v>
                </c:pt>
                <c:pt idx="27059">
                  <c:v>45689.113194444442</c:v>
                </c:pt>
                <c:pt idx="27060">
                  <c:v>45662.631944444453</c:v>
                </c:pt>
                <c:pt idx="27061">
                  <c:v>45999.37777777778</c:v>
                </c:pt>
                <c:pt idx="27062">
                  <c:v>45691.32916666667</c:v>
                </c:pt>
                <c:pt idx="27063">
                  <c:v>45548.53125</c:v>
                </c:pt>
                <c:pt idx="27064">
                  <c:v>45698.410416666673</c:v>
                </c:pt>
                <c:pt idx="27065">
                  <c:v>45660.454861111109</c:v>
                </c:pt>
                <c:pt idx="27066">
                  <c:v>45825.434027777781</c:v>
                </c:pt>
                <c:pt idx="27067">
                  <c:v>45939.5625</c:v>
                </c:pt>
                <c:pt idx="27068">
                  <c:v>45338.647222222222</c:v>
                </c:pt>
                <c:pt idx="27069">
                  <c:v>45621.273611111108</c:v>
                </c:pt>
                <c:pt idx="27070">
                  <c:v>45803.681250000001</c:v>
                </c:pt>
                <c:pt idx="27071">
                  <c:v>45894.296527777777</c:v>
                </c:pt>
                <c:pt idx="27072">
                  <c:v>45747.313194444447</c:v>
                </c:pt>
                <c:pt idx="27073">
                  <c:v>45448.072916666657</c:v>
                </c:pt>
                <c:pt idx="27074">
                  <c:v>45705.786111111112</c:v>
                </c:pt>
                <c:pt idx="27075">
                  <c:v>45776.65625</c:v>
                </c:pt>
                <c:pt idx="27076">
                  <c:v>45917.443749999999</c:v>
                </c:pt>
                <c:pt idx="27077">
                  <c:v>45733.62777777778</c:v>
                </c:pt>
                <c:pt idx="27078">
                  <c:v>45701.597222222219</c:v>
                </c:pt>
                <c:pt idx="27079">
                  <c:v>45756.349305555559</c:v>
                </c:pt>
                <c:pt idx="27080">
                  <c:v>45727.896527777782</c:v>
                </c:pt>
                <c:pt idx="27081">
                  <c:v>45634.587500000001</c:v>
                </c:pt>
                <c:pt idx="27082">
                  <c:v>45596.952777777777</c:v>
                </c:pt>
                <c:pt idx="27083">
                  <c:v>45951.025000000001</c:v>
                </c:pt>
                <c:pt idx="27084">
                  <c:v>45918.668749999997</c:v>
                </c:pt>
                <c:pt idx="27085">
                  <c:v>45906.820833333331</c:v>
                </c:pt>
                <c:pt idx="27086">
                  <c:v>45723.684027777781</c:v>
                </c:pt>
                <c:pt idx="27087">
                  <c:v>45714.677083333343</c:v>
                </c:pt>
                <c:pt idx="27088">
                  <c:v>45618.381249999999</c:v>
                </c:pt>
                <c:pt idx="27089">
                  <c:v>45626.222916666673</c:v>
                </c:pt>
                <c:pt idx="27090">
                  <c:v>45814.538194444453</c:v>
                </c:pt>
                <c:pt idx="27091">
                  <c:v>45812.599305555559</c:v>
                </c:pt>
                <c:pt idx="27092">
                  <c:v>45874.568055555559</c:v>
                </c:pt>
                <c:pt idx="27093">
                  <c:v>45690.961111111108</c:v>
                </c:pt>
                <c:pt idx="27094">
                  <c:v>45835.592361111107</c:v>
                </c:pt>
                <c:pt idx="27095">
                  <c:v>45448.419444444437</c:v>
                </c:pt>
                <c:pt idx="27096">
                  <c:v>45665.981249999997</c:v>
                </c:pt>
                <c:pt idx="27097">
                  <c:v>45683.897222222222</c:v>
                </c:pt>
                <c:pt idx="27098">
                  <c:v>45834.76666666667</c:v>
                </c:pt>
                <c:pt idx="27099">
                  <c:v>45730.884027777778</c:v>
                </c:pt>
                <c:pt idx="27100">
                  <c:v>45345.688888888893</c:v>
                </c:pt>
                <c:pt idx="27101">
                  <c:v>45874.619444444441</c:v>
                </c:pt>
                <c:pt idx="27102">
                  <c:v>46006.854166666657</c:v>
                </c:pt>
                <c:pt idx="27103">
                  <c:v>45308.769444444442</c:v>
                </c:pt>
                <c:pt idx="27104">
                  <c:v>45567.805555555547</c:v>
                </c:pt>
                <c:pt idx="27105">
                  <c:v>45531.854166666657</c:v>
                </c:pt>
                <c:pt idx="27106">
                  <c:v>46006.854166666657</c:v>
                </c:pt>
                <c:pt idx="27107">
                  <c:v>45748.79791666667</c:v>
                </c:pt>
                <c:pt idx="27108">
                  <c:v>45921.817361111112</c:v>
                </c:pt>
                <c:pt idx="27109">
                  <c:v>45497.567361111112</c:v>
                </c:pt>
                <c:pt idx="27110">
                  <c:v>45881.246527777781</c:v>
                </c:pt>
                <c:pt idx="27111">
                  <c:v>45456.835416666669</c:v>
                </c:pt>
                <c:pt idx="27112">
                  <c:v>45428.820138888892</c:v>
                </c:pt>
                <c:pt idx="27113">
                  <c:v>45881.246527777781</c:v>
                </c:pt>
                <c:pt idx="27114">
                  <c:v>45748.79791666667</c:v>
                </c:pt>
                <c:pt idx="27115">
                  <c:v>45428.820138888892</c:v>
                </c:pt>
                <c:pt idx="27116">
                  <c:v>45567.805555555547</c:v>
                </c:pt>
                <c:pt idx="27117">
                  <c:v>45702.254861111112</c:v>
                </c:pt>
                <c:pt idx="27118">
                  <c:v>45497.567361111112</c:v>
                </c:pt>
                <c:pt idx="27119">
                  <c:v>45849.620833333327</c:v>
                </c:pt>
                <c:pt idx="27120">
                  <c:v>45849.620833333327</c:v>
                </c:pt>
                <c:pt idx="27121">
                  <c:v>45963.826388888891</c:v>
                </c:pt>
                <c:pt idx="27122">
                  <c:v>45840.227777777778</c:v>
                </c:pt>
                <c:pt idx="27123">
                  <c:v>45611.40625</c:v>
                </c:pt>
                <c:pt idx="27124">
                  <c:v>45963.826388888891</c:v>
                </c:pt>
                <c:pt idx="27125">
                  <c:v>45611.40625</c:v>
                </c:pt>
                <c:pt idx="27126">
                  <c:v>45840.227777777778</c:v>
                </c:pt>
                <c:pt idx="27127">
                  <c:v>45792.823611111111</c:v>
                </c:pt>
                <c:pt idx="27128">
                  <c:v>45792.823611111111</c:v>
                </c:pt>
                <c:pt idx="27129">
                  <c:v>45325.254861111112</c:v>
                </c:pt>
                <c:pt idx="27130">
                  <c:v>45308.769444444442</c:v>
                </c:pt>
                <c:pt idx="27131">
                  <c:v>45325.254861111112</c:v>
                </c:pt>
                <c:pt idx="27132">
                  <c:v>45702.254861111112</c:v>
                </c:pt>
                <c:pt idx="27133">
                  <c:v>45665.372916666667</c:v>
                </c:pt>
                <c:pt idx="27134">
                  <c:v>45665.372916666667</c:v>
                </c:pt>
                <c:pt idx="27135">
                  <c:v>45456.835416666669</c:v>
                </c:pt>
                <c:pt idx="27136">
                  <c:v>45921.817361111112</c:v>
                </c:pt>
                <c:pt idx="27137">
                  <c:v>45531.854166666657</c:v>
                </c:pt>
                <c:pt idx="27138">
                  <c:v>45804.38958333333</c:v>
                </c:pt>
                <c:pt idx="27139">
                  <c:v>45644.881249999999</c:v>
                </c:pt>
                <c:pt idx="27140">
                  <c:v>45797.632638888892</c:v>
                </c:pt>
                <c:pt idx="27141">
                  <c:v>45314.520138888889</c:v>
                </c:pt>
                <c:pt idx="27142">
                  <c:v>45700.411111111112</c:v>
                </c:pt>
                <c:pt idx="27143">
                  <c:v>45674.356249999997</c:v>
                </c:pt>
                <c:pt idx="27144">
                  <c:v>45772.693055555559</c:v>
                </c:pt>
                <c:pt idx="27145">
                  <c:v>45544.854166666657</c:v>
                </c:pt>
                <c:pt idx="27146">
                  <c:v>45906.307638888888</c:v>
                </c:pt>
                <c:pt idx="27147">
                  <c:v>45730.431250000001</c:v>
                </c:pt>
                <c:pt idx="27148">
                  <c:v>45539.648611111108</c:v>
                </c:pt>
                <c:pt idx="27149">
                  <c:v>45370.335416666669</c:v>
                </c:pt>
                <c:pt idx="27150">
                  <c:v>45509.578472222223</c:v>
                </c:pt>
                <c:pt idx="27151">
                  <c:v>45421.45</c:v>
                </c:pt>
                <c:pt idx="27152">
                  <c:v>45312.688888888893</c:v>
                </c:pt>
                <c:pt idx="27153">
                  <c:v>45302.911111111112</c:v>
                </c:pt>
                <c:pt idx="27154">
                  <c:v>45337.849305555559</c:v>
                </c:pt>
                <c:pt idx="27155">
                  <c:v>45575.438888888893</c:v>
                </c:pt>
                <c:pt idx="27156">
                  <c:v>45482.589583333327</c:v>
                </c:pt>
                <c:pt idx="27157">
                  <c:v>45575.533333333333</c:v>
                </c:pt>
                <c:pt idx="27158">
                  <c:v>45394.375694444447</c:v>
                </c:pt>
                <c:pt idx="27159">
                  <c:v>45454.447222222218</c:v>
                </c:pt>
                <c:pt idx="27160">
                  <c:v>45854.890277777777</c:v>
                </c:pt>
                <c:pt idx="27161">
                  <c:v>45839.551388888889</c:v>
                </c:pt>
                <c:pt idx="27162">
                  <c:v>45845.654166666667</c:v>
                </c:pt>
                <c:pt idx="27163">
                  <c:v>45926.548611111109</c:v>
                </c:pt>
                <c:pt idx="27164">
                  <c:v>45568.599305555559</c:v>
                </c:pt>
                <c:pt idx="27165">
                  <c:v>45616.62777777778</c:v>
                </c:pt>
                <c:pt idx="27166">
                  <c:v>45686.614583333343</c:v>
                </c:pt>
                <c:pt idx="27167">
                  <c:v>45665.145833333343</c:v>
                </c:pt>
                <c:pt idx="27168">
                  <c:v>45720.076388888891</c:v>
                </c:pt>
                <c:pt idx="27169">
                  <c:v>45454.720138888893</c:v>
                </c:pt>
                <c:pt idx="27170">
                  <c:v>45557.953472222223</c:v>
                </c:pt>
                <c:pt idx="27171">
                  <c:v>45887.040972222218</c:v>
                </c:pt>
                <c:pt idx="27172">
                  <c:v>45857.612500000003</c:v>
                </c:pt>
                <c:pt idx="27173">
                  <c:v>45606.787499999999</c:v>
                </c:pt>
                <c:pt idx="27174">
                  <c:v>45919.655555555553</c:v>
                </c:pt>
                <c:pt idx="27175">
                  <c:v>45389.022916666669</c:v>
                </c:pt>
                <c:pt idx="27176">
                  <c:v>45712.911805555559</c:v>
                </c:pt>
                <c:pt idx="27177">
                  <c:v>45768.066666666673</c:v>
                </c:pt>
                <c:pt idx="27178">
                  <c:v>45809.834722222222</c:v>
                </c:pt>
                <c:pt idx="27179">
                  <c:v>45501.631944444453</c:v>
                </c:pt>
                <c:pt idx="27180">
                  <c:v>45768.055555555547</c:v>
                </c:pt>
                <c:pt idx="27181">
                  <c:v>46009.770833333343</c:v>
                </c:pt>
                <c:pt idx="27182">
                  <c:v>45958.8125</c:v>
                </c:pt>
                <c:pt idx="27183">
                  <c:v>45715.613194444442</c:v>
                </c:pt>
                <c:pt idx="27184">
                  <c:v>45329.644444444442</c:v>
                </c:pt>
                <c:pt idx="27185">
                  <c:v>45657.78402777778</c:v>
                </c:pt>
                <c:pt idx="27186">
                  <c:v>45762.788194444453</c:v>
                </c:pt>
                <c:pt idx="27187">
                  <c:v>45999.700694444437</c:v>
                </c:pt>
                <c:pt idx="27188">
                  <c:v>45839.8125</c:v>
                </c:pt>
                <c:pt idx="27189">
                  <c:v>45840.088194444441</c:v>
                </c:pt>
                <c:pt idx="27190">
                  <c:v>45848.538194444453</c:v>
                </c:pt>
                <c:pt idx="27191">
                  <c:v>45682.760416666657</c:v>
                </c:pt>
                <c:pt idx="27192">
                  <c:v>45757.372916666667</c:v>
                </c:pt>
                <c:pt idx="27193">
                  <c:v>45713.762499999997</c:v>
                </c:pt>
                <c:pt idx="27194">
                  <c:v>45410.375694444447</c:v>
                </c:pt>
                <c:pt idx="27195">
                  <c:v>45667.165972222218</c:v>
                </c:pt>
                <c:pt idx="27196">
                  <c:v>45667.165972222218</c:v>
                </c:pt>
                <c:pt idx="27197">
                  <c:v>45410.375694444447</c:v>
                </c:pt>
                <c:pt idx="27198">
                  <c:v>45332.81527777778</c:v>
                </c:pt>
                <c:pt idx="27199">
                  <c:v>45465.53125</c:v>
                </c:pt>
                <c:pt idx="27200">
                  <c:v>45332.81527777778</c:v>
                </c:pt>
                <c:pt idx="27201">
                  <c:v>45465.53125</c:v>
                </c:pt>
                <c:pt idx="27202">
                  <c:v>46022.781944444447</c:v>
                </c:pt>
                <c:pt idx="27203">
                  <c:v>45691.738194444442</c:v>
                </c:pt>
                <c:pt idx="27204">
                  <c:v>46022.781944444447</c:v>
                </c:pt>
                <c:pt idx="27205">
                  <c:v>45691.738194444442</c:v>
                </c:pt>
                <c:pt idx="27206">
                  <c:v>45587.87777777778</c:v>
                </c:pt>
                <c:pt idx="27207">
                  <c:v>45806.793055555558</c:v>
                </c:pt>
                <c:pt idx="27208">
                  <c:v>45433.393055555563</c:v>
                </c:pt>
                <c:pt idx="27209">
                  <c:v>45505.93472222222</c:v>
                </c:pt>
                <c:pt idx="27210">
                  <c:v>45989.279861111107</c:v>
                </c:pt>
                <c:pt idx="27211">
                  <c:v>45680.876388888893</c:v>
                </c:pt>
                <c:pt idx="27212">
                  <c:v>45739.865972222222</c:v>
                </c:pt>
                <c:pt idx="27213">
                  <c:v>45626.386111111111</c:v>
                </c:pt>
                <c:pt idx="27214">
                  <c:v>45320.838194444441</c:v>
                </c:pt>
                <c:pt idx="27215">
                  <c:v>45939.898611111108</c:v>
                </c:pt>
                <c:pt idx="27216">
                  <c:v>45552.361805555563</c:v>
                </c:pt>
                <c:pt idx="27217">
                  <c:v>45370.37777777778</c:v>
                </c:pt>
                <c:pt idx="27218">
                  <c:v>45907.307638888888</c:v>
                </c:pt>
                <c:pt idx="27219">
                  <c:v>45851.42291666667</c:v>
                </c:pt>
                <c:pt idx="27220">
                  <c:v>45781.979166666657</c:v>
                </c:pt>
                <c:pt idx="27221">
                  <c:v>45805.438194444447</c:v>
                </c:pt>
                <c:pt idx="27222">
                  <c:v>45747.369444444441</c:v>
                </c:pt>
                <c:pt idx="27223">
                  <c:v>45937.464583333327</c:v>
                </c:pt>
                <c:pt idx="27224">
                  <c:v>45705.561805555553</c:v>
                </c:pt>
                <c:pt idx="27225">
                  <c:v>45631.564583333333</c:v>
                </c:pt>
                <c:pt idx="27226">
                  <c:v>45504.068055555559</c:v>
                </c:pt>
                <c:pt idx="27227">
                  <c:v>45504.068055555559</c:v>
                </c:pt>
                <c:pt idx="27228">
                  <c:v>45336.943055555559</c:v>
                </c:pt>
                <c:pt idx="27229">
                  <c:v>45327.5</c:v>
                </c:pt>
                <c:pt idx="27230">
                  <c:v>45891.498611111107</c:v>
                </c:pt>
                <c:pt idx="27231">
                  <c:v>45327.5</c:v>
                </c:pt>
                <c:pt idx="27232">
                  <c:v>45336.943055555559</c:v>
                </c:pt>
                <c:pt idx="27233">
                  <c:v>45891.498611111107</c:v>
                </c:pt>
                <c:pt idx="27234">
                  <c:v>45367.429166666669</c:v>
                </c:pt>
                <c:pt idx="27235">
                  <c:v>45367.429166666669</c:v>
                </c:pt>
                <c:pt idx="27236">
                  <c:v>45628.82708333333</c:v>
                </c:pt>
                <c:pt idx="27237">
                  <c:v>45722.863194444442</c:v>
                </c:pt>
                <c:pt idx="27238">
                  <c:v>45657.586805555547</c:v>
                </c:pt>
                <c:pt idx="27239">
                  <c:v>45626.501388888893</c:v>
                </c:pt>
                <c:pt idx="27240">
                  <c:v>45788.675000000003</c:v>
                </c:pt>
                <c:pt idx="27241">
                  <c:v>45704.269444444442</c:v>
                </c:pt>
                <c:pt idx="27242">
                  <c:v>45704.269444444442</c:v>
                </c:pt>
                <c:pt idx="27243">
                  <c:v>45951.496527777781</c:v>
                </c:pt>
                <c:pt idx="27244">
                  <c:v>45686.53125</c:v>
                </c:pt>
                <c:pt idx="27245">
                  <c:v>45354.236111111109</c:v>
                </c:pt>
                <c:pt idx="27246">
                  <c:v>46010.913888888892</c:v>
                </c:pt>
                <c:pt idx="27247">
                  <c:v>45727.656944444447</c:v>
                </c:pt>
                <c:pt idx="27248">
                  <c:v>45404.833333333343</c:v>
                </c:pt>
                <c:pt idx="27249">
                  <c:v>45727.656944444447</c:v>
                </c:pt>
                <c:pt idx="27250">
                  <c:v>45951.496527777781</c:v>
                </c:pt>
                <c:pt idx="27251">
                  <c:v>45880.184027777781</c:v>
                </c:pt>
                <c:pt idx="27252">
                  <c:v>45686.53125</c:v>
                </c:pt>
                <c:pt idx="27253">
                  <c:v>45936.117361111108</c:v>
                </c:pt>
                <c:pt idx="27254">
                  <c:v>45577.015277777777</c:v>
                </c:pt>
                <c:pt idx="27255">
                  <c:v>45577.015277777777</c:v>
                </c:pt>
                <c:pt idx="27256">
                  <c:v>45976.022222222222</c:v>
                </c:pt>
                <c:pt idx="27257">
                  <c:v>45432.817361111112</c:v>
                </c:pt>
                <c:pt idx="27258">
                  <c:v>45404.833333333343</c:v>
                </c:pt>
                <c:pt idx="27259">
                  <c:v>45976.022222222222</c:v>
                </c:pt>
                <c:pt idx="27260">
                  <c:v>45936.117361111108</c:v>
                </c:pt>
                <c:pt idx="27261">
                  <c:v>45432.817361111112</c:v>
                </c:pt>
                <c:pt idx="27262">
                  <c:v>45462.712500000001</c:v>
                </c:pt>
                <c:pt idx="27263">
                  <c:v>45381.713194444441</c:v>
                </c:pt>
                <c:pt idx="27264">
                  <c:v>45462.712500000001</c:v>
                </c:pt>
                <c:pt idx="27265">
                  <c:v>45844.232638888891</c:v>
                </c:pt>
                <c:pt idx="27266">
                  <c:v>45844.232638888891</c:v>
                </c:pt>
                <c:pt idx="27267">
                  <c:v>45662.6875</c:v>
                </c:pt>
                <c:pt idx="27268">
                  <c:v>45381.713194444441</c:v>
                </c:pt>
                <c:pt idx="27269">
                  <c:v>45662.6875</c:v>
                </c:pt>
                <c:pt idx="27270">
                  <c:v>45354.236111111109</c:v>
                </c:pt>
                <c:pt idx="27271">
                  <c:v>45880.184027777781</c:v>
                </c:pt>
                <c:pt idx="27272">
                  <c:v>45801.065972222219</c:v>
                </c:pt>
                <c:pt idx="27273">
                  <c:v>45801.065972222219</c:v>
                </c:pt>
                <c:pt idx="27274">
                  <c:v>45313.495138888888</c:v>
                </c:pt>
                <c:pt idx="27275">
                  <c:v>46010.913888888892</c:v>
                </c:pt>
                <c:pt idx="27276">
                  <c:v>45313.495138888888</c:v>
                </c:pt>
                <c:pt idx="27277">
                  <c:v>45750.833333333343</c:v>
                </c:pt>
                <c:pt idx="27278">
                  <c:v>45528.03402777778</c:v>
                </c:pt>
                <c:pt idx="27279">
                  <c:v>45990.347222222219</c:v>
                </c:pt>
                <c:pt idx="27280">
                  <c:v>45968.518750000003</c:v>
                </c:pt>
                <c:pt idx="27281">
                  <c:v>45611.646527777782</c:v>
                </c:pt>
                <c:pt idx="27282">
                  <c:v>45922.540277777778</c:v>
                </c:pt>
                <c:pt idx="27283">
                  <c:v>45604.758333333331</c:v>
                </c:pt>
                <c:pt idx="27284">
                  <c:v>45757.664583333331</c:v>
                </c:pt>
                <c:pt idx="27285">
                  <c:v>45994.005555555559</c:v>
                </c:pt>
                <c:pt idx="27286">
                  <c:v>45654.534722222219</c:v>
                </c:pt>
                <c:pt idx="27287">
                  <c:v>45865.724305555559</c:v>
                </c:pt>
                <c:pt idx="27288">
                  <c:v>45413.772222222222</c:v>
                </c:pt>
                <c:pt idx="27289">
                  <c:v>45337.776388888888</c:v>
                </c:pt>
                <c:pt idx="27290">
                  <c:v>45729.577777777777</c:v>
                </c:pt>
                <c:pt idx="27291">
                  <c:v>45350.676388888889</c:v>
                </c:pt>
                <c:pt idx="27292">
                  <c:v>45909.556944444441</c:v>
                </c:pt>
                <c:pt idx="27293">
                  <c:v>45629.839583333327</c:v>
                </c:pt>
                <c:pt idx="27294">
                  <c:v>45801.743055555547</c:v>
                </c:pt>
                <c:pt idx="27295">
                  <c:v>45574.584027777782</c:v>
                </c:pt>
                <c:pt idx="27296">
                  <c:v>45501.754166666673</c:v>
                </c:pt>
                <c:pt idx="27297">
                  <c:v>45825.825694444437</c:v>
                </c:pt>
                <c:pt idx="27298">
                  <c:v>45609.581250000003</c:v>
                </c:pt>
                <c:pt idx="27299">
                  <c:v>45657.573611111111</c:v>
                </c:pt>
                <c:pt idx="27300">
                  <c:v>45784.4</c:v>
                </c:pt>
                <c:pt idx="27301">
                  <c:v>45786.385416666657</c:v>
                </c:pt>
                <c:pt idx="27302">
                  <c:v>45929.474305555559</c:v>
                </c:pt>
                <c:pt idx="27303">
                  <c:v>45689.609722222223</c:v>
                </c:pt>
                <c:pt idx="27304">
                  <c:v>45591.98541666667</c:v>
                </c:pt>
                <c:pt idx="27305">
                  <c:v>45725.848611111112</c:v>
                </c:pt>
                <c:pt idx="27306">
                  <c:v>45705.574999999997</c:v>
                </c:pt>
                <c:pt idx="27307">
                  <c:v>45762.89166666667</c:v>
                </c:pt>
                <c:pt idx="27308">
                  <c:v>45722.810416666667</c:v>
                </c:pt>
                <c:pt idx="27309">
                  <c:v>45500.240972222222</c:v>
                </c:pt>
                <c:pt idx="27310">
                  <c:v>45834.26458333333</c:v>
                </c:pt>
                <c:pt idx="27311">
                  <c:v>45926.43472222222</c:v>
                </c:pt>
                <c:pt idx="27312">
                  <c:v>45714.259027777778</c:v>
                </c:pt>
                <c:pt idx="27313">
                  <c:v>45594.259027777778</c:v>
                </c:pt>
                <c:pt idx="27314">
                  <c:v>45773.242361111108</c:v>
                </c:pt>
                <c:pt idx="27315">
                  <c:v>45939.781944444447</c:v>
                </c:pt>
                <c:pt idx="27316">
                  <c:v>45925.209722222222</c:v>
                </c:pt>
                <c:pt idx="27317">
                  <c:v>45643.727777777778</c:v>
                </c:pt>
                <c:pt idx="27318">
                  <c:v>45532.197222222218</c:v>
                </c:pt>
                <c:pt idx="27319">
                  <c:v>45678.40902777778</c:v>
                </c:pt>
                <c:pt idx="27320">
                  <c:v>45867.19027777778</c:v>
                </c:pt>
                <c:pt idx="27321">
                  <c:v>45560.375</c:v>
                </c:pt>
                <c:pt idx="27322">
                  <c:v>45743.270138888889</c:v>
                </c:pt>
                <c:pt idx="27323">
                  <c:v>45896.260416666657</c:v>
                </c:pt>
                <c:pt idx="27324">
                  <c:v>45377.647222222222</c:v>
                </c:pt>
                <c:pt idx="27325">
                  <c:v>45987.55</c:v>
                </c:pt>
                <c:pt idx="27326">
                  <c:v>45442.5625</c:v>
                </c:pt>
                <c:pt idx="27327">
                  <c:v>45489.855555555558</c:v>
                </c:pt>
                <c:pt idx="27328">
                  <c:v>45318.488888888889</c:v>
                </c:pt>
                <c:pt idx="27329">
                  <c:v>45408.234027777777</c:v>
                </c:pt>
                <c:pt idx="27330">
                  <c:v>46016.417361111111</c:v>
                </c:pt>
                <c:pt idx="27331">
                  <c:v>45499.496527777781</c:v>
                </c:pt>
                <c:pt idx="27332">
                  <c:v>45930.867361111108</c:v>
                </c:pt>
                <c:pt idx="27333">
                  <c:v>45760.665277777778</c:v>
                </c:pt>
                <c:pt idx="27334">
                  <c:v>45383.533333333333</c:v>
                </c:pt>
                <c:pt idx="27335">
                  <c:v>45968.340277777781</c:v>
                </c:pt>
                <c:pt idx="27336">
                  <c:v>45968.34097222222</c:v>
                </c:pt>
                <c:pt idx="27337">
                  <c:v>45945.113888888889</c:v>
                </c:pt>
                <c:pt idx="27338">
                  <c:v>45794.757638888892</c:v>
                </c:pt>
                <c:pt idx="27339">
                  <c:v>45555.730555555558</c:v>
                </c:pt>
                <c:pt idx="27340">
                  <c:v>45555.730555555558</c:v>
                </c:pt>
                <c:pt idx="27341">
                  <c:v>45898.65347222222</c:v>
                </c:pt>
                <c:pt idx="27342">
                  <c:v>45794.757638888892</c:v>
                </c:pt>
                <c:pt idx="27343">
                  <c:v>45898.65347222222</c:v>
                </c:pt>
                <c:pt idx="27344">
                  <c:v>45905.009722222218</c:v>
                </c:pt>
                <c:pt idx="27345">
                  <c:v>45905.009722222218</c:v>
                </c:pt>
                <c:pt idx="27346">
                  <c:v>45802.413194444453</c:v>
                </c:pt>
                <c:pt idx="27347">
                  <c:v>45862.484027777777</c:v>
                </c:pt>
                <c:pt idx="27348">
                  <c:v>45363.552083333343</c:v>
                </c:pt>
                <c:pt idx="27349">
                  <c:v>45853.476388888892</c:v>
                </c:pt>
                <c:pt idx="27350">
                  <c:v>45544.545138888891</c:v>
                </c:pt>
                <c:pt idx="27351">
                  <c:v>45783.539583333331</c:v>
                </c:pt>
                <c:pt idx="27352">
                  <c:v>45438.638194444437</c:v>
                </c:pt>
                <c:pt idx="27353">
                  <c:v>45914.375</c:v>
                </c:pt>
                <c:pt idx="27354">
                  <c:v>45974.342361111107</c:v>
                </c:pt>
                <c:pt idx="27355">
                  <c:v>45498.111805555563</c:v>
                </c:pt>
                <c:pt idx="27356">
                  <c:v>45660.531944444447</c:v>
                </c:pt>
                <c:pt idx="27357">
                  <c:v>45721.446527777778</c:v>
                </c:pt>
                <c:pt idx="27358">
                  <c:v>46017.296527777777</c:v>
                </c:pt>
                <c:pt idx="27359">
                  <c:v>45696.71875</c:v>
                </c:pt>
                <c:pt idx="27360">
                  <c:v>45599.770833333343</c:v>
                </c:pt>
                <c:pt idx="27361">
                  <c:v>45708.59375</c:v>
                </c:pt>
                <c:pt idx="27362">
                  <c:v>45966.97152777778</c:v>
                </c:pt>
                <c:pt idx="27363">
                  <c:v>45734.949305555558</c:v>
                </c:pt>
                <c:pt idx="27364">
                  <c:v>45779.843055555553</c:v>
                </c:pt>
                <c:pt idx="27365">
                  <c:v>45986.363888888889</c:v>
                </c:pt>
                <c:pt idx="27366">
                  <c:v>45963.768055555563</c:v>
                </c:pt>
                <c:pt idx="27367">
                  <c:v>45874.877083333333</c:v>
                </c:pt>
                <c:pt idx="27368">
                  <c:v>45680.42291666667</c:v>
                </c:pt>
                <c:pt idx="27369">
                  <c:v>45806.850694444453</c:v>
                </c:pt>
                <c:pt idx="27370">
                  <c:v>45325.479861111111</c:v>
                </c:pt>
                <c:pt idx="27371">
                  <c:v>45402.782638888893</c:v>
                </c:pt>
                <c:pt idx="27372">
                  <c:v>45434.924305555563</c:v>
                </c:pt>
                <c:pt idx="27373">
                  <c:v>45862.930555555547</c:v>
                </c:pt>
                <c:pt idx="27374">
                  <c:v>45558.500694444447</c:v>
                </c:pt>
                <c:pt idx="27375">
                  <c:v>45614.634722222218</c:v>
                </c:pt>
                <c:pt idx="27376">
                  <c:v>45500.763194444437</c:v>
                </c:pt>
                <c:pt idx="27377">
                  <c:v>45483.374305555553</c:v>
                </c:pt>
                <c:pt idx="27378">
                  <c:v>45723.636111111111</c:v>
                </c:pt>
                <c:pt idx="27379">
                  <c:v>45715.970833333333</c:v>
                </c:pt>
                <c:pt idx="27380">
                  <c:v>45826.25</c:v>
                </c:pt>
                <c:pt idx="27381">
                  <c:v>46013.038888888892</c:v>
                </c:pt>
                <c:pt idx="27382">
                  <c:v>46013.038888888892</c:v>
                </c:pt>
                <c:pt idx="27383">
                  <c:v>45826.25</c:v>
                </c:pt>
                <c:pt idx="27384">
                  <c:v>45826.25</c:v>
                </c:pt>
                <c:pt idx="27385">
                  <c:v>45650.810416666667</c:v>
                </c:pt>
                <c:pt idx="27386">
                  <c:v>46013.038888888892</c:v>
                </c:pt>
                <c:pt idx="27387">
                  <c:v>45672.779166666667</c:v>
                </c:pt>
                <c:pt idx="27388">
                  <c:v>45672.779166666667</c:v>
                </c:pt>
                <c:pt idx="27389">
                  <c:v>45650.810416666667</c:v>
                </c:pt>
                <c:pt idx="27390">
                  <c:v>45672.779166666667</c:v>
                </c:pt>
                <c:pt idx="27391">
                  <c:v>45650.810416666667</c:v>
                </c:pt>
                <c:pt idx="27392">
                  <c:v>45936.337500000001</c:v>
                </c:pt>
                <c:pt idx="27393">
                  <c:v>45982.15625</c:v>
                </c:pt>
                <c:pt idx="27394">
                  <c:v>45975.453472222223</c:v>
                </c:pt>
                <c:pt idx="27395">
                  <c:v>45841.994444444441</c:v>
                </c:pt>
                <c:pt idx="27396">
                  <c:v>45788.751388888893</c:v>
                </c:pt>
                <c:pt idx="27397">
                  <c:v>45805.898611111108</c:v>
                </c:pt>
                <c:pt idx="27398">
                  <c:v>45805.898611111108</c:v>
                </c:pt>
                <c:pt idx="27399">
                  <c:v>45975.556250000001</c:v>
                </c:pt>
                <c:pt idx="27400">
                  <c:v>45844.482638888891</c:v>
                </c:pt>
                <c:pt idx="27401">
                  <c:v>45975.556250000001</c:v>
                </c:pt>
                <c:pt idx="27402">
                  <c:v>45788.751388888893</c:v>
                </c:pt>
                <c:pt idx="27403">
                  <c:v>45844.482638888891</c:v>
                </c:pt>
                <c:pt idx="27404">
                  <c:v>45909.795138888891</c:v>
                </c:pt>
                <c:pt idx="27405">
                  <c:v>45353.613888888889</c:v>
                </c:pt>
                <c:pt idx="27406">
                  <c:v>45979.657638888893</c:v>
                </c:pt>
                <c:pt idx="27407">
                  <c:v>45431.859722222223</c:v>
                </c:pt>
                <c:pt idx="27408">
                  <c:v>45812.969444444447</c:v>
                </c:pt>
                <c:pt idx="27409">
                  <c:v>45687.363194444442</c:v>
                </c:pt>
                <c:pt idx="27410">
                  <c:v>45607.844444444447</c:v>
                </c:pt>
                <c:pt idx="27411">
                  <c:v>45325.506249999999</c:v>
                </c:pt>
                <c:pt idx="27412">
                  <c:v>45923.079861111109</c:v>
                </c:pt>
                <c:pt idx="27413">
                  <c:v>45964.743750000001</c:v>
                </c:pt>
                <c:pt idx="27414">
                  <c:v>45797.631944444453</c:v>
                </c:pt>
                <c:pt idx="27415">
                  <c:v>45830.371527777781</c:v>
                </c:pt>
                <c:pt idx="27416">
                  <c:v>45913.802083333343</c:v>
                </c:pt>
                <c:pt idx="27417">
                  <c:v>45810.851388888892</c:v>
                </c:pt>
                <c:pt idx="27418">
                  <c:v>45723.563194444447</c:v>
                </c:pt>
                <c:pt idx="27419">
                  <c:v>45915.459722222222</c:v>
                </c:pt>
                <c:pt idx="27420">
                  <c:v>45495.490972222222</c:v>
                </c:pt>
                <c:pt idx="27421">
                  <c:v>45881.624305555553</c:v>
                </c:pt>
                <c:pt idx="27422">
                  <c:v>45922.288194444453</c:v>
                </c:pt>
                <c:pt idx="27423">
                  <c:v>45751.03402777778</c:v>
                </c:pt>
                <c:pt idx="27424">
                  <c:v>45488.881249999999</c:v>
                </c:pt>
                <c:pt idx="27425">
                  <c:v>45978.85833333333</c:v>
                </c:pt>
                <c:pt idx="27426">
                  <c:v>45370.931944444441</c:v>
                </c:pt>
                <c:pt idx="27427">
                  <c:v>45797.459722222222</c:v>
                </c:pt>
                <c:pt idx="27428">
                  <c:v>45741.484027777777</c:v>
                </c:pt>
                <c:pt idx="27429">
                  <c:v>45670.540972222218</c:v>
                </c:pt>
                <c:pt idx="27430">
                  <c:v>45764.847916666673</c:v>
                </c:pt>
                <c:pt idx="27431">
                  <c:v>45815.875</c:v>
                </c:pt>
                <c:pt idx="27432">
                  <c:v>45749.856944444437</c:v>
                </c:pt>
                <c:pt idx="27433">
                  <c:v>45683.605555555558</c:v>
                </c:pt>
                <c:pt idx="27434">
                  <c:v>45661.587500000001</c:v>
                </c:pt>
                <c:pt idx="27435">
                  <c:v>45624.251388888893</c:v>
                </c:pt>
                <c:pt idx="27436">
                  <c:v>45836.908333333333</c:v>
                </c:pt>
                <c:pt idx="27437">
                  <c:v>45698.331250000003</c:v>
                </c:pt>
                <c:pt idx="27438">
                  <c:v>45897.796527777777</c:v>
                </c:pt>
                <c:pt idx="27439">
                  <c:v>45792.998611111107</c:v>
                </c:pt>
                <c:pt idx="27440">
                  <c:v>45922.072916666657</c:v>
                </c:pt>
                <c:pt idx="27441">
                  <c:v>45786.613194444442</c:v>
                </c:pt>
                <c:pt idx="27442">
                  <c:v>45979.806944444441</c:v>
                </c:pt>
                <c:pt idx="27443">
                  <c:v>45809.563194444447</c:v>
                </c:pt>
                <c:pt idx="27444">
                  <c:v>45652.886111111111</c:v>
                </c:pt>
                <c:pt idx="27445">
                  <c:v>45450.541666666657</c:v>
                </c:pt>
                <c:pt idx="27446">
                  <c:v>45527.513194444437</c:v>
                </c:pt>
                <c:pt idx="27447">
                  <c:v>45339.366666666669</c:v>
                </c:pt>
                <c:pt idx="27448">
                  <c:v>45878.479166666657</c:v>
                </c:pt>
                <c:pt idx="27449">
                  <c:v>45710.565972222219</c:v>
                </c:pt>
                <c:pt idx="27450">
                  <c:v>45768.700694444437</c:v>
                </c:pt>
                <c:pt idx="27451">
                  <c:v>45560.001388888893</c:v>
                </c:pt>
                <c:pt idx="27452">
                  <c:v>45769.78402777778</c:v>
                </c:pt>
                <c:pt idx="27453">
                  <c:v>45698.259027777778</c:v>
                </c:pt>
                <c:pt idx="27454">
                  <c:v>45637.663194444453</c:v>
                </c:pt>
                <c:pt idx="27455">
                  <c:v>45400.34652777778</c:v>
                </c:pt>
                <c:pt idx="27456">
                  <c:v>45339.481944444437</c:v>
                </c:pt>
                <c:pt idx="27457">
                  <c:v>45473.80972222222</c:v>
                </c:pt>
                <c:pt idx="27458">
                  <c:v>45649.473611111112</c:v>
                </c:pt>
                <c:pt idx="27459">
                  <c:v>45595.788888888892</c:v>
                </c:pt>
                <c:pt idx="27460">
                  <c:v>45756.820833333331</c:v>
                </c:pt>
                <c:pt idx="27461">
                  <c:v>45679.676388888889</c:v>
                </c:pt>
                <c:pt idx="27462">
                  <c:v>45961.551388888889</c:v>
                </c:pt>
                <c:pt idx="27463">
                  <c:v>45620.636805555558</c:v>
                </c:pt>
                <c:pt idx="27464">
                  <c:v>45652.82916666667</c:v>
                </c:pt>
                <c:pt idx="27465">
                  <c:v>45653.90347222222</c:v>
                </c:pt>
                <c:pt idx="27466">
                  <c:v>45497.951388888891</c:v>
                </c:pt>
                <c:pt idx="27467">
                  <c:v>45468.458333333343</c:v>
                </c:pt>
                <c:pt idx="27468">
                  <c:v>45524.07916666667</c:v>
                </c:pt>
                <c:pt idx="27469">
                  <c:v>45656.159722222219</c:v>
                </c:pt>
                <c:pt idx="27470">
                  <c:v>45394.143750000003</c:v>
                </c:pt>
                <c:pt idx="27471">
                  <c:v>45524.072222222218</c:v>
                </c:pt>
                <c:pt idx="27472">
                  <c:v>45418.595138888893</c:v>
                </c:pt>
                <c:pt idx="27473">
                  <c:v>45734.675000000003</c:v>
                </c:pt>
                <c:pt idx="27474">
                  <c:v>45636.047222222223</c:v>
                </c:pt>
                <c:pt idx="27475">
                  <c:v>45352.975694444453</c:v>
                </c:pt>
                <c:pt idx="27476">
                  <c:v>45491.105555555558</c:v>
                </c:pt>
                <c:pt idx="27477">
                  <c:v>45816.402083333327</c:v>
                </c:pt>
                <c:pt idx="27478">
                  <c:v>45921.756944444453</c:v>
                </c:pt>
                <c:pt idx="27479">
                  <c:v>45714.871527777781</c:v>
                </c:pt>
                <c:pt idx="27480">
                  <c:v>45960.838194444441</c:v>
                </c:pt>
                <c:pt idx="27481">
                  <c:v>45898.590277777781</c:v>
                </c:pt>
                <c:pt idx="27482">
                  <c:v>46019.773611111108</c:v>
                </c:pt>
                <c:pt idx="27483">
                  <c:v>45979.886805555558</c:v>
                </c:pt>
                <c:pt idx="27484">
                  <c:v>45935.443055555559</c:v>
                </c:pt>
                <c:pt idx="27485">
                  <c:v>45978.78402777778</c:v>
                </c:pt>
                <c:pt idx="27486">
                  <c:v>45645.667361111111</c:v>
                </c:pt>
                <c:pt idx="27487">
                  <c:v>45879.805555555547</c:v>
                </c:pt>
                <c:pt idx="27488">
                  <c:v>45693.695138888892</c:v>
                </c:pt>
                <c:pt idx="27489">
                  <c:v>45432.334027777782</c:v>
                </c:pt>
                <c:pt idx="27490">
                  <c:v>45319.344444444447</c:v>
                </c:pt>
                <c:pt idx="27491">
                  <c:v>45765.80972222222</c:v>
                </c:pt>
                <c:pt idx="27492">
                  <c:v>45822.911805555559</c:v>
                </c:pt>
                <c:pt idx="27493">
                  <c:v>45508.463888888888</c:v>
                </c:pt>
                <c:pt idx="27494">
                  <c:v>45551.243055555547</c:v>
                </c:pt>
                <c:pt idx="27495">
                  <c:v>45369.35833333333</c:v>
                </c:pt>
                <c:pt idx="27496">
                  <c:v>45939.913888888892</c:v>
                </c:pt>
                <c:pt idx="27497">
                  <c:v>45373.890972222223</c:v>
                </c:pt>
                <c:pt idx="27498">
                  <c:v>45929.143750000003</c:v>
                </c:pt>
                <c:pt idx="27499">
                  <c:v>45817.948611111111</c:v>
                </c:pt>
                <c:pt idx="27500">
                  <c:v>45817.439583333333</c:v>
                </c:pt>
                <c:pt idx="27501">
                  <c:v>45817.401388888888</c:v>
                </c:pt>
                <c:pt idx="27502">
                  <c:v>45813.274305555547</c:v>
                </c:pt>
                <c:pt idx="27503">
                  <c:v>45797.590277777781</c:v>
                </c:pt>
                <c:pt idx="27504">
                  <c:v>45748.45</c:v>
                </c:pt>
                <c:pt idx="27505">
                  <c:v>45757.685416666667</c:v>
                </c:pt>
                <c:pt idx="27506">
                  <c:v>45769.820138888892</c:v>
                </c:pt>
                <c:pt idx="27507">
                  <c:v>45758.063194444447</c:v>
                </c:pt>
                <c:pt idx="27508">
                  <c:v>45696.000694444447</c:v>
                </c:pt>
                <c:pt idx="27509">
                  <c:v>45789.381944444453</c:v>
                </c:pt>
                <c:pt idx="27510">
                  <c:v>45913.720138888893</c:v>
                </c:pt>
                <c:pt idx="27511">
                  <c:v>45888.470138888893</c:v>
                </c:pt>
                <c:pt idx="27512">
                  <c:v>45608.447916666657</c:v>
                </c:pt>
                <c:pt idx="27513">
                  <c:v>45477.564583333333</c:v>
                </c:pt>
                <c:pt idx="27514">
                  <c:v>45508.39166666667</c:v>
                </c:pt>
                <c:pt idx="27515">
                  <c:v>45344.427083333343</c:v>
                </c:pt>
                <c:pt idx="27516">
                  <c:v>46002.570833333331</c:v>
                </c:pt>
                <c:pt idx="27517">
                  <c:v>45682.913194444453</c:v>
                </c:pt>
                <c:pt idx="27518">
                  <c:v>45561.506249999999</c:v>
                </c:pt>
                <c:pt idx="27519">
                  <c:v>45668.020138888889</c:v>
                </c:pt>
                <c:pt idx="27520">
                  <c:v>45788.47152777778</c:v>
                </c:pt>
                <c:pt idx="27521">
                  <c:v>45646.411805555559</c:v>
                </c:pt>
                <c:pt idx="27522">
                  <c:v>45755.709027777782</c:v>
                </c:pt>
                <c:pt idx="27523">
                  <c:v>45729.348611111112</c:v>
                </c:pt>
                <c:pt idx="27524">
                  <c:v>45900.724999999999</c:v>
                </c:pt>
                <c:pt idx="27525">
                  <c:v>45530.938194444447</c:v>
                </c:pt>
                <c:pt idx="27526">
                  <c:v>45487.149305555547</c:v>
                </c:pt>
                <c:pt idx="27527">
                  <c:v>45869.496527777781</c:v>
                </c:pt>
                <c:pt idx="27528">
                  <c:v>45898.439583333333</c:v>
                </c:pt>
                <c:pt idx="27529">
                  <c:v>45418.881249999999</c:v>
                </c:pt>
                <c:pt idx="27530">
                  <c:v>45993.65347222222</c:v>
                </c:pt>
                <c:pt idx="27531">
                  <c:v>45473.46875</c:v>
                </c:pt>
                <c:pt idx="27532">
                  <c:v>45370.615972222222</c:v>
                </c:pt>
                <c:pt idx="27533">
                  <c:v>45502.796527777777</c:v>
                </c:pt>
                <c:pt idx="27534">
                  <c:v>45566.808333333327</c:v>
                </c:pt>
                <c:pt idx="27535">
                  <c:v>45328.697222222218</c:v>
                </c:pt>
                <c:pt idx="27536">
                  <c:v>45847.511805555558</c:v>
                </c:pt>
                <c:pt idx="27537">
                  <c:v>45634.837500000001</c:v>
                </c:pt>
                <c:pt idx="27538">
                  <c:v>45681.805555555547</c:v>
                </c:pt>
                <c:pt idx="27539">
                  <c:v>45779.814583333333</c:v>
                </c:pt>
                <c:pt idx="27540">
                  <c:v>45831.570138888892</c:v>
                </c:pt>
                <c:pt idx="27541">
                  <c:v>45735.693749999999</c:v>
                </c:pt>
                <c:pt idx="27542">
                  <c:v>45937.796527777777</c:v>
                </c:pt>
                <c:pt idx="27543">
                  <c:v>45336.856249999997</c:v>
                </c:pt>
                <c:pt idx="27544">
                  <c:v>45692.694444444453</c:v>
                </c:pt>
                <c:pt idx="27545">
                  <c:v>45984.987500000003</c:v>
                </c:pt>
                <c:pt idx="27546">
                  <c:v>45833.654861111107</c:v>
                </c:pt>
                <c:pt idx="27547">
                  <c:v>45692.637499999997</c:v>
                </c:pt>
                <c:pt idx="27548">
                  <c:v>45481.561111111107</c:v>
                </c:pt>
                <c:pt idx="27549">
                  <c:v>45634.722916666673</c:v>
                </c:pt>
                <c:pt idx="27550">
                  <c:v>45751.022916666669</c:v>
                </c:pt>
                <c:pt idx="27551">
                  <c:v>45942.691666666673</c:v>
                </c:pt>
                <c:pt idx="27552">
                  <c:v>45632.486805555563</c:v>
                </c:pt>
                <c:pt idx="27553">
                  <c:v>45542.320833333331</c:v>
                </c:pt>
                <c:pt idx="27554">
                  <c:v>45594.787499999999</c:v>
                </c:pt>
                <c:pt idx="27555">
                  <c:v>45657.542361111111</c:v>
                </c:pt>
                <c:pt idx="27556">
                  <c:v>45978.465277777781</c:v>
                </c:pt>
                <c:pt idx="27557">
                  <c:v>45320.298611111109</c:v>
                </c:pt>
                <c:pt idx="27558">
                  <c:v>45468.779861111107</c:v>
                </c:pt>
                <c:pt idx="27559">
                  <c:v>45977.461111111108</c:v>
                </c:pt>
                <c:pt idx="27560">
                  <c:v>45375.707638888889</c:v>
                </c:pt>
                <c:pt idx="27561">
                  <c:v>45682.72152777778</c:v>
                </c:pt>
                <c:pt idx="27562">
                  <c:v>45347.678472222222</c:v>
                </c:pt>
                <c:pt idx="27563">
                  <c:v>45792.301388888889</c:v>
                </c:pt>
                <c:pt idx="27564">
                  <c:v>45895.930555555547</c:v>
                </c:pt>
                <c:pt idx="27565">
                  <c:v>46004.700694444437</c:v>
                </c:pt>
                <c:pt idx="27566">
                  <c:v>45300.682638888888</c:v>
                </c:pt>
                <c:pt idx="27567">
                  <c:v>45652.679166666669</c:v>
                </c:pt>
                <c:pt idx="27568">
                  <c:v>45406.305555555547</c:v>
                </c:pt>
                <c:pt idx="27569">
                  <c:v>45817.279861111107</c:v>
                </c:pt>
                <c:pt idx="27570">
                  <c:v>45735.299305555563</c:v>
                </c:pt>
                <c:pt idx="27571">
                  <c:v>45842.637499999997</c:v>
                </c:pt>
                <c:pt idx="27572">
                  <c:v>45867.738888888889</c:v>
                </c:pt>
                <c:pt idx="27573">
                  <c:v>45517.429861111108</c:v>
                </c:pt>
                <c:pt idx="27574">
                  <c:v>45923.302083333343</c:v>
                </c:pt>
                <c:pt idx="27575">
                  <c:v>45437.567361111112</c:v>
                </c:pt>
                <c:pt idx="27576">
                  <c:v>45501.702777777777</c:v>
                </c:pt>
                <c:pt idx="27577">
                  <c:v>45950.823611111111</c:v>
                </c:pt>
                <c:pt idx="27578">
                  <c:v>45567.327777777777</c:v>
                </c:pt>
                <c:pt idx="27579">
                  <c:v>45625.724305555559</c:v>
                </c:pt>
                <c:pt idx="27580">
                  <c:v>45977.460416666669</c:v>
                </c:pt>
                <c:pt idx="27581">
                  <c:v>45763.923611111109</c:v>
                </c:pt>
                <c:pt idx="27582">
                  <c:v>45705.854861111111</c:v>
                </c:pt>
                <c:pt idx="27583">
                  <c:v>46020.994444444441</c:v>
                </c:pt>
                <c:pt idx="27584">
                  <c:v>45914.54583333333</c:v>
                </c:pt>
                <c:pt idx="27585">
                  <c:v>45868.745833333327</c:v>
                </c:pt>
                <c:pt idx="27586">
                  <c:v>45363.759722222218</c:v>
                </c:pt>
                <c:pt idx="27587">
                  <c:v>45545.622916666667</c:v>
                </c:pt>
                <c:pt idx="27588">
                  <c:v>45803.240972222222</c:v>
                </c:pt>
                <c:pt idx="27589">
                  <c:v>45870.14166666667</c:v>
                </c:pt>
                <c:pt idx="27590">
                  <c:v>45620.944444444453</c:v>
                </c:pt>
                <c:pt idx="27591">
                  <c:v>45592.081250000003</c:v>
                </c:pt>
                <c:pt idx="27592">
                  <c:v>45566.77847222222</c:v>
                </c:pt>
                <c:pt idx="27593">
                  <c:v>45965.648611111108</c:v>
                </c:pt>
                <c:pt idx="27594">
                  <c:v>45908.649305555547</c:v>
                </c:pt>
                <c:pt idx="27595">
                  <c:v>45966.503472222219</c:v>
                </c:pt>
                <c:pt idx="27596">
                  <c:v>45707.60833333333</c:v>
                </c:pt>
                <c:pt idx="27597">
                  <c:v>45733.884722222218</c:v>
                </c:pt>
                <c:pt idx="27598">
                  <c:v>45722.352083333331</c:v>
                </c:pt>
                <c:pt idx="27599">
                  <c:v>45661.668749999997</c:v>
                </c:pt>
                <c:pt idx="27600">
                  <c:v>45398.456944444442</c:v>
                </c:pt>
                <c:pt idx="27601">
                  <c:v>45383.699305555558</c:v>
                </c:pt>
                <c:pt idx="27602">
                  <c:v>45806.73333333333</c:v>
                </c:pt>
                <c:pt idx="27603">
                  <c:v>45643.49722222222</c:v>
                </c:pt>
                <c:pt idx="27604">
                  <c:v>45719.831944444442</c:v>
                </c:pt>
                <c:pt idx="27605">
                  <c:v>45981.654861111107</c:v>
                </c:pt>
                <c:pt idx="27606">
                  <c:v>45897.428472222222</c:v>
                </c:pt>
                <c:pt idx="27607">
                  <c:v>45761.67291666667</c:v>
                </c:pt>
                <c:pt idx="27608">
                  <c:v>45740.652083333327</c:v>
                </c:pt>
                <c:pt idx="27609">
                  <c:v>45299.637499999997</c:v>
                </c:pt>
                <c:pt idx="27610">
                  <c:v>45576.763194444437</c:v>
                </c:pt>
                <c:pt idx="27611">
                  <c:v>45487.752083333333</c:v>
                </c:pt>
                <c:pt idx="27612">
                  <c:v>45330.806944444441</c:v>
                </c:pt>
                <c:pt idx="27613">
                  <c:v>45414.685416666667</c:v>
                </c:pt>
                <c:pt idx="27614">
                  <c:v>45601.370138888888</c:v>
                </c:pt>
                <c:pt idx="27615">
                  <c:v>45788.769444444442</c:v>
                </c:pt>
                <c:pt idx="27616">
                  <c:v>45867.730555555558</c:v>
                </c:pt>
                <c:pt idx="27617">
                  <c:v>45922.583333333343</c:v>
                </c:pt>
                <c:pt idx="27618">
                  <c:v>45672.65</c:v>
                </c:pt>
                <c:pt idx="27619">
                  <c:v>45930.421527777777</c:v>
                </c:pt>
                <c:pt idx="27620">
                  <c:v>45838.64166666667</c:v>
                </c:pt>
                <c:pt idx="27621">
                  <c:v>45693.568055555559</c:v>
                </c:pt>
                <c:pt idx="27622">
                  <c:v>45511.481249999997</c:v>
                </c:pt>
                <c:pt idx="27623">
                  <c:v>45468.757638888892</c:v>
                </c:pt>
                <c:pt idx="27624">
                  <c:v>46006.864583333343</c:v>
                </c:pt>
                <c:pt idx="27625">
                  <c:v>45609.551388888889</c:v>
                </c:pt>
                <c:pt idx="27626">
                  <c:v>45824.010416666657</c:v>
                </c:pt>
                <c:pt idx="27627">
                  <c:v>45801.61041666667</c:v>
                </c:pt>
                <c:pt idx="27628">
                  <c:v>45728.627083333333</c:v>
                </c:pt>
                <c:pt idx="27629">
                  <c:v>45908.429861111108</c:v>
                </c:pt>
                <c:pt idx="27630">
                  <c:v>45878.304166666669</c:v>
                </c:pt>
                <c:pt idx="27631">
                  <c:v>46008.534722222219</c:v>
                </c:pt>
                <c:pt idx="27632">
                  <c:v>46005.568749999999</c:v>
                </c:pt>
                <c:pt idx="27633">
                  <c:v>45940.647222222222</c:v>
                </c:pt>
                <c:pt idx="27634">
                  <c:v>45945.243055555547</c:v>
                </c:pt>
                <c:pt idx="27635">
                  <c:v>45715.425000000003</c:v>
                </c:pt>
                <c:pt idx="27636">
                  <c:v>45940.62222222222</c:v>
                </c:pt>
                <c:pt idx="27637">
                  <c:v>45893.808333333327</c:v>
                </c:pt>
                <c:pt idx="27638">
                  <c:v>45938.45</c:v>
                </c:pt>
                <c:pt idx="27639">
                  <c:v>45746.457638888889</c:v>
                </c:pt>
                <c:pt idx="27640">
                  <c:v>45739.408333333333</c:v>
                </c:pt>
                <c:pt idx="27641">
                  <c:v>45854.376388888893</c:v>
                </c:pt>
                <c:pt idx="27642">
                  <c:v>45968.857638888891</c:v>
                </c:pt>
                <c:pt idx="27643">
                  <c:v>46012.5625</c:v>
                </c:pt>
                <c:pt idx="27644">
                  <c:v>45684.79583333333</c:v>
                </c:pt>
                <c:pt idx="27645">
                  <c:v>45773.777777777781</c:v>
                </c:pt>
                <c:pt idx="27646">
                  <c:v>45799.775694444441</c:v>
                </c:pt>
                <c:pt idx="27647">
                  <c:v>45826.30972222222</c:v>
                </c:pt>
                <c:pt idx="27648">
                  <c:v>45652.206944444442</c:v>
                </c:pt>
                <c:pt idx="27649">
                  <c:v>45630.31527777778</c:v>
                </c:pt>
                <c:pt idx="27650">
                  <c:v>45641.318055555559</c:v>
                </c:pt>
                <c:pt idx="27651">
                  <c:v>45706.559027777781</c:v>
                </c:pt>
                <c:pt idx="27652">
                  <c:v>45801.261805555558</c:v>
                </c:pt>
                <c:pt idx="27653">
                  <c:v>45954.910416666673</c:v>
                </c:pt>
                <c:pt idx="27654">
                  <c:v>45676.094444444447</c:v>
                </c:pt>
                <c:pt idx="27655">
                  <c:v>45919.510416666657</c:v>
                </c:pt>
                <c:pt idx="27656">
                  <c:v>45915.244444444441</c:v>
                </c:pt>
                <c:pt idx="27657">
                  <c:v>45884.943055555559</c:v>
                </c:pt>
                <c:pt idx="27658">
                  <c:v>45607.5</c:v>
                </c:pt>
                <c:pt idx="27659">
                  <c:v>45775.789583333331</c:v>
                </c:pt>
                <c:pt idx="27660">
                  <c:v>45476.681944444441</c:v>
                </c:pt>
                <c:pt idx="27661">
                  <c:v>45783.538888888892</c:v>
                </c:pt>
                <c:pt idx="27662">
                  <c:v>45325.938194444447</c:v>
                </c:pt>
                <c:pt idx="27663">
                  <c:v>46022.399305555547</c:v>
                </c:pt>
                <c:pt idx="27664">
                  <c:v>46022.427083333343</c:v>
                </c:pt>
                <c:pt idx="27665">
                  <c:v>45990.395833333343</c:v>
                </c:pt>
                <c:pt idx="27666">
                  <c:v>45733.8125</c:v>
                </c:pt>
                <c:pt idx="27667">
                  <c:v>45747.613194444442</c:v>
                </c:pt>
                <c:pt idx="27668">
                  <c:v>45748.207638888889</c:v>
                </c:pt>
                <c:pt idx="27669">
                  <c:v>45981.754861111112</c:v>
                </c:pt>
                <c:pt idx="27670">
                  <c:v>45842.816666666673</c:v>
                </c:pt>
                <c:pt idx="27671">
                  <c:v>45690.375694444447</c:v>
                </c:pt>
                <c:pt idx="27672">
                  <c:v>45645.811111111107</c:v>
                </c:pt>
                <c:pt idx="27673">
                  <c:v>45470.063194444447</c:v>
                </c:pt>
                <c:pt idx="27674">
                  <c:v>45373.505555555559</c:v>
                </c:pt>
                <c:pt idx="27675">
                  <c:v>45478.035416666673</c:v>
                </c:pt>
                <c:pt idx="27676">
                  <c:v>45618.55972222222</c:v>
                </c:pt>
                <c:pt idx="27677">
                  <c:v>45660.990972222222</c:v>
                </c:pt>
                <c:pt idx="27678">
                  <c:v>45707.635416666657</c:v>
                </c:pt>
                <c:pt idx="27679">
                  <c:v>45646.240972222222</c:v>
                </c:pt>
                <c:pt idx="27680">
                  <c:v>45931.48333333333</c:v>
                </c:pt>
                <c:pt idx="27681">
                  <c:v>45932.624305555553</c:v>
                </c:pt>
                <c:pt idx="27682">
                  <c:v>45922.076388888891</c:v>
                </c:pt>
                <c:pt idx="27683">
                  <c:v>45833.513194444437</c:v>
                </c:pt>
                <c:pt idx="27684">
                  <c:v>45833.513194444437</c:v>
                </c:pt>
                <c:pt idx="27685">
                  <c:v>45702.866666666669</c:v>
                </c:pt>
                <c:pt idx="27686">
                  <c:v>45702.866666666669</c:v>
                </c:pt>
                <c:pt idx="27687">
                  <c:v>45777.79791666667</c:v>
                </c:pt>
                <c:pt idx="27688">
                  <c:v>45724.569444444453</c:v>
                </c:pt>
                <c:pt idx="27689">
                  <c:v>45352.652083333327</c:v>
                </c:pt>
                <c:pt idx="27690">
                  <c:v>45915.411111111112</c:v>
                </c:pt>
                <c:pt idx="27691">
                  <c:v>45395.726388888892</c:v>
                </c:pt>
                <c:pt idx="27692">
                  <c:v>45542.404861111107</c:v>
                </c:pt>
                <c:pt idx="27693">
                  <c:v>45310.707638888889</c:v>
                </c:pt>
                <c:pt idx="27694">
                  <c:v>45609.752083333333</c:v>
                </c:pt>
                <c:pt idx="27695">
                  <c:v>45971.507638888892</c:v>
                </c:pt>
                <c:pt idx="27696">
                  <c:v>45481.652777777781</c:v>
                </c:pt>
                <c:pt idx="27697">
                  <c:v>45850.395138888889</c:v>
                </c:pt>
                <c:pt idx="27698">
                  <c:v>45741.445138888892</c:v>
                </c:pt>
                <c:pt idx="27699">
                  <c:v>45676.715277777781</c:v>
                </c:pt>
                <c:pt idx="27700">
                  <c:v>45680.831944444442</c:v>
                </c:pt>
                <c:pt idx="27701">
                  <c:v>45541.326388888891</c:v>
                </c:pt>
                <c:pt idx="27702">
                  <c:v>45597.443749999999</c:v>
                </c:pt>
                <c:pt idx="27703">
                  <c:v>45746.525000000001</c:v>
                </c:pt>
                <c:pt idx="27704">
                  <c:v>45545.434027777781</c:v>
                </c:pt>
                <c:pt idx="27705">
                  <c:v>45614.632638888892</c:v>
                </c:pt>
                <c:pt idx="27706">
                  <c:v>45974.785416666673</c:v>
                </c:pt>
                <c:pt idx="27707">
                  <c:v>45707.895138888889</c:v>
                </c:pt>
                <c:pt idx="27708">
                  <c:v>46018.649305555547</c:v>
                </c:pt>
                <c:pt idx="27709">
                  <c:v>45757.691666666673</c:v>
                </c:pt>
                <c:pt idx="27710">
                  <c:v>45425.095833333333</c:v>
                </c:pt>
                <c:pt idx="27711">
                  <c:v>45692.293055555558</c:v>
                </c:pt>
                <c:pt idx="27712">
                  <c:v>45952.425694444442</c:v>
                </c:pt>
                <c:pt idx="27713">
                  <c:v>45659.851388888892</c:v>
                </c:pt>
                <c:pt idx="27714">
                  <c:v>45868.831250000003</c:v>
                </c:pt>
                <c:pt idx="27715">
                  <c:v>45313.386805555558</c:v>
                </c:pt>
                <c:pt idx="27716">
                  <c:v>45686.888194444437</c:v>
                </c:pt>
                <c:pt idx="27717">
                  <c:v>45699.550694444442</c:v>
                </c:pt>
                <c:pt idx="27718">
                  <c:v>45898.746527777781</c:v>
                </c:pt>
                <c:pt idx="27719">
                  <c:v>45905.198611111111</c:v>
                </c:pt>
                <c:pt idx="27720">
                  <c:v>45842.697916666657</c:v>
                </c:pt>
                <c:pt idx="27721">
                  <c:v>45561.489583333343</c:v>
                </c:pt>
                <c:pt idx="27722">
                  <c:v>45711.524305555547</c:v>
                </c:pt>
                <c:pt idx="27723">
                  <c:v>45453.645833333343</c:v>
                </c:pt>
                <c:pt idx="27724">
                  <c:v>45639.810416666667</c:v>
                </c:pt>
                <c:pt idx="27725">
                  <c:v>45519.006249999999</c:v>
                </c:pt>
                <c:pt idx="27726">
                  <c:v>45724.259722222218</c:v>
                </c:pt>
                <c:pt idx="27727">
                  <c:v>45535.148611111108</c:v>
                </c:pt>
                <c:pt idx="27728">
                  <c:v>45617.470138888893</c:v>
                </c:pt>
                <c:pt idx="27729">
                  <c:v>45797.55</c:v>
                </c:pt>
                <c:pt idx="27730">
                  <c:v>45677.443749999999</c:v>
                </c:pt>
                <c:pt idx="27731">
                  <c:v>45888.15347222222</c:v>
                </c:pt>
                <c:pt idx="27732">
                  <c:v>45963.908333333333</c:v>
                </c:pt>
                <c:pt idx="27733">
                  <c:v>45745.804861111108</c:v>
                </c:pt>
                <c:pt idx="27734">
                  <c:v>45726.912499999999</c:v>
                </c:pt>
                <c:pt idx="27735">
                  <c:v>45986.414583333331</c:v>
                </c:pt>
                <c:pt idx="27736">
                  <c:v>45664.581944444442</c:v>
                </c:pt>
                <c:pt idx="27737">
                  <c:v>45577.357638888891</c:v>
                </c:pt>
                <c:pt idx="27738">
                  <c:v>45365.73541666667</c:v>
                </c:pt>
                <c:pt idx="27739">
                  <c:v>45747.435416666667</c:v>
                </c:pt>
                <c:pt idx="27740">
                  <c:v>45332.681944444441</c:v>
                </c:pt>
                <c:pt idx="27741">
                  <c:v>45431.370833333327</c:v>
                </c:pt>
                <c:pt idx="27742">
                  <c:v>45982.599305555559</c:v>
                </c:pt>
                <c:pt idx="27743">
                  <c:v>45925.277777777781</c:v>
                </c:pt>
                <c:pt idx="27744">
                  <c:v>45781.871527777781</c:v>
                </c:pt>
                <c:pt idx="27745">
                  <c:v>45400.711805555547</c:v>
                </c:pt>
                <c:pt idx="27746">
                  <c:v>45350.518055555563</c:v>
                </c:pt>
                <c:pt idx="27747">
                  <c:v>45346.038888888892</c:v>
                </c:pt>
                <c:pt idx="27748">
                  <c:v>45874.642361111109</c:v>
                </c:pt>
                <c:pt idx="27749">
                  <c:v>45743.504861111112</c:v>
                </c:pt>
                <c:pt idx="27750">
                  <c:v>46023.988888888889</c:v>
                </c:pt>
                <c:pt idx="27751">
                  <c:v>46023.988888888889</c:v>
                </c:pt>
                <c:pt idx="27752">
                  <c:v>45963.558333333327</c:v>
                </c:pt>
                <c:pt idx="27753">
                  <c:v>45777.176388888889</c:v>
                </c:pt>
                <c:pt idx="27754">
                  <c:v>45769.844444444447</c:v>
                </c:pt>
                <c:pt idx="27755">
                  <c:v>45712.865277777782</c:v>
                </c:pt>
                <c:pt idx="27756">
                  <c:v>45420.73541666667</c:v>
                </c:pt>
                <c:pt idx="27757">
                  <c:v>45916.296527777777</c:v>
                </c:pt>
                <c:pt idx="27758">
                  <c:v>45390.87222222222</c:v>
                </c:pt>
                <c:pt idx="27759">
                  <c:v>45976.683333333327</c:v>
                </c:pt>
                <c:pt idx="27760">
                  <c:v>45610.305555555547</c:v>
                </c:pt>
                <c:pt idx="27761">
                  <c:v>45473.432638888888</c:v>
                </c:pt>
                <c:pt idx="27762">
                  <c:v>45840.759027777778</c:v>
                </c:pt>
                <c:pt idx="27763">
                  <c:v>45501.447916666657</c:v>
                </c:pt>
                <c:pt idx="27764">
                  <c:v>45571.865972222222</c:v>
                </c:pt>
                <c:pt idx="27765">
                  <c:v>45356.536805555559</c:v>
                </c:pt>
                <c:pt idx="27766">
                  <c:v>45719.76666666667</c:v>
                </c:pt>
                <c:pt idx="27767">
                  <c:v>45630.502083333333</c:v>
                </c:pt>
                <c:pt idx="27768">
                  <c:v>45944.791666666657</c:v>
                </c:pt>
                <c:pt idx="27769">
                  <c:v>45886.433333333327</c:v>
                </c:pt>
                <c:pt idx="27770">
                  <c:v>46023.322222222218</c:v>
                </c:pt>
                <c:pt idx="27771">
                  <c:v>45689.533333333333</c:v>
                </c:pt>
                <c:pt idx="27772">
                  <c:v>45738.074999999997</c:v>
                </c:pt>
                <c:pt idx="27773">
                  <c:v>46002.567361111112</c:v>
                </c:pt>
                <c:pt idx="27774">
                  <c:v>45780.373611111107</c:v>
                </c:pt>
                <c:pt idx="27775">
                  <c:v>45446.712500000001</c:v>
                </c:pt>
                <c:pt idx="27776">
                  <c:v>45392.650694444441</c:v>
                </c:pt>
                <c:pt idx="27777">
                  <c:v>45538.502083333333</c:v>
                </c:pt>
                <c:pt idx="27778">
                  <c:v>45306.729166666657</c:v>
                </c:pt>
                <c:pt idx="27779">
                  <c:v>45752.202777777777</c:v>
                </c:pt>
                <c:pt idx="27780">
                  <c:v>45603.300694444442</c:v>
                </c:pt>
                <c:pt idx="27781">
                  <c:v>45622.907638888893</c:v>
                </c:pt>
                <c:pt idx="27782">
                  <c:v>45937.370833333327</c:v>
                </c:pt>
                <c:pt idx="27783">
                  <c:v>45559.482638888891</c:v>
                </c:pt>
                <c:pt idx="27784">
                  <c:v>45848.564583333333</c:v>
                </c:pt>
                <c:pt idx="27785">
                  <c:v>45696.304861111108</c:v>
                </c:pt>
                <c:pt idx="27786">
                  <c:v>45736.682638888888</c:v>
                </c:pt>
                <c:pt idx="27787">
                  <c:v>45742.392361111109</c:v>
                </c:pt>
                <c:pt idx="27788">
                  <c:v>45727.941666666673</c:v>
                </c:pt>
                <c:pt idx="27789">
                  <c:v>45692.768055555563</c:v>
                </c:pt>
                <c:pt idx="27790">
                  <c:v>45692.768055555563</c:v>
                </c:pt>
                <c:pt idx="27791">
                  <c:v>45727.941666666673</c:v>
                </c:pt>
                <c:pt idx="27792">
                  <c:v>45682.710416666669</c:v>
                </c:pt>
                <c:pt idx="27793">
                  <c:v>45682.710416666669</c:v>
                </c:pt>
                <c:pt idx="27794">
                  <c:v>45722.761805555558</c:v>
                </c:pt>
                <c:pt idx="27795">
                  <c:v>45632.017361111109</c:v>
                </c:pt>
                <c:pt idx="27796">
                  <c:v>45956.771527777782</c:v>
                </c:pt>
                <c:pt idx="27797">
                  <c:v>45567.900694444441</c:v>
                </c:pt>
                <c:pt idx="27798">
                  <c:v>45987.381944444453</c:v>
                </c:pt>
                <c:pt idx="27799">
                  <c:v>45678.835416666669</c:v>
                </c:pt>
                <c:pt idx="27800">
                  <c:v>45659.645138888889</c:v>
                </c:pt>
                <c:pt idx="27801">
                  <c:v>45695.745138888888</c:v>
                </c:pt>
                <c:pt idx="27802">
                  <c:v>45803.377083333333</c:v>
                </c:pt>
                <c:pt idx="27803">
                  <c:v>45919.763888888891</c:v>
                </c:pt>
                <c:pt idx="27804">
                  <c:v>45971.561805555553</c:v>
                </c:pt>
                <c:pt idx="27805">
                  <c:v>45634.875</c:v>
                </c:pt>
                <c:pt idx="27806">
                  <c:v>46007.436111111107</c:v>
                </c:pt>
                <c:pt idx="27807">
                  <c:v>45772.370138888888</c:v>
                </c:pt>
                <c:pt idx="27808">
                  <c:v>45901.397916666669</c:v>
                </c:pt>
                <c:pt idx="27809">
                  <c:v>45845.381944444453</c:v>
                </c:pt>
                <c:pt idx="27810">
                  <c:v>45595.859722222223</c:v>
                </c:pt>
                <c:pt idx="27811">
                  <c:v>45865.740972222222</c:v>
                </c:pt>
                <c:pt idx="27812">
                  <c:v>45755.356249999997</c:v>
                </c:pt>
                <c:pt idx="27813">
                  <c:v>45881.299305555563</c:v>
                </c:pt>
                <c:pt idx="27814">
                  <c:v>45581.827777777777</c:v>
                </c:pt>
                <c:pt idx="27815">
                  <c:v>46006.552777777782</c:v>
                </c:pt>
                <c:pt idx="27816">
                  <c:v>46017.542361111111</c:v>
                </c:pt>
                <c:pt idx="27817">
                  <c:v>45607.822916666657</c:v>
                </c:pt>
                <c:pt idx="27818">
                  <c:v>45785.874305555553</c:v>
                </c:pt>
                <c:pt idx="27819">
                  <c:v>45828.966666666667</c:v>
                </c:pt>
                <c:pt idx="27820">
                  <c:v>45733.322222222218</c:v>
                </c:pt>
                <c:pt idx="27821">
                  <c:v>45937.525000000001</c:v>
                </c:pt>
                <c:pt idx="27822">
                  <c:v>45711.398611111108</c:v>
                </c:pt>
                <c:pt idx="27823">
                  <c:v>45825.547222222223</c:v>
                </c:pt>
                <c:pt idx="27824">
                  <c:v>45855.473611111112</c:v>
                </c:pt>
                <c:pt idx="27825">
                  <c:v>45911.229861111111</c:v>
                </c:pt>
                <c:pt idx="27826">
                  <c:v>45676.446527777778</c:v>
                </c:pt>
                <c:pt idx="27827">
                  <c:v>45524.519444444442</c:v>
                </c:pt>
                <c:pt idx="27828">
                  <c:v>45403.201388888891</c:v>
                </c:pt>
                <c:pt idx="27829">
                  <c:v>45966.667361111111</c:v>
                </c:pt>
                <c:pt idx="27830">
                  <c:v>45910.448611111111</c:v>
                </c:pt>
                <c:pt idx="27831">
                  <c:v>45957.55</c:v>
                </c:pt>
                <c:pt idx="27832">
                  <c:v>45704.143055555563</c:v>
                </c:pt>
                <c:pt idx="27833">
                  <c:v>45748.456250000003</c:v>
                </c:pt>
                <c:pt idx="27834">
                  <c:v>45839.313194444447</c:v>
                </c:pt>
                <c:pt idx="27835">
                  <c:v>45653.539583333331</c:v>
                </c:pt>
                <c:pt idx="27836">
                  <c:v>45342.753472222219</c:v>
                </c:pt>
                <c:pt idx="27837">
                  <c:v>45706.959027777782</c:v>
                </c:pt>
                <c:pt idx="27838">
                  <c:v>45778.386805555558</c:v>
                </c:pt>
                <c:pt idx="27839">
                  <c:v>45316.464583333327</c:v>
                </c:pt>
                <c:pt idx="27840">
                  <c:v>45392.429166666669</c:v>
                </c:pt>
                <c:pt idx="27841">
                  <c:v>45449.51458333333</c:v>
                </c:pt>
                <c:pt idx="27842">
                  <c:v>45919.469444444447</c:v>
                </c:pt>
                <c:pt idx="27843">
                  <c:v>45841.553472222222</c:v>
                </c:pt>
                <c:pt idx="27844">
                  <c:v>45898.656944444447</c:v>
                </c:pt>
                <c:pt idx="27845">
                  <c:v>46009.413888888892</c:v>
                </c:pt>
                <c:pt idx="27846">
                  <c:v>45407.388194444437</c:v>
                </c:pt>
                <c:pt idx="27847">
                  <c:v>45323.477777777778</c:v>
                </c:pt>
                <c:pt idx="27848">
                  <c:v>45439.431250000001</c:v>
                </c:pt>
                <c:pt idx="27849">
                  <c:v>45820.609027777777</c:v>
                </c:pt>
                <c:pt idx="27850">
                  <c:v>45869.241666666669</c:v>
                </c:pt>
                <c:pt idx="27851">
                  <c:v>45562.520833333343</c:v>
                </c:pt>
                <c:pt idx="27852">
                  <c:v>45664.427083333343</c:v>
                </c:pt>
                <c:pt idx="27853">
                  <c:v>45751.525000000001</c:v>
                </c:pt>
                <c:pt idx="27854">
                  <c:v>45417.631249999999</c:v>
                </c:pt>
                <c:pt idx="27855">
                  <c:v>45481.902083333327</c:v>
                </c:pt>
                <c:pt idx="27856">
                  <c:v>45364.622916666667</c:v>
                </c:pt>
                <c:pt idx="27857">
                  <c:v>45294.707638888889</c:v>
                </c:pt>
                <c:pt idx="27858">
                  <c:v>45607.677777777782</c:v>
                </c:pt>
                <c:pt idx="27859">
                  <c:v>45700.340277777781</c:v>
                </c:pt>
                <c:pt idx="27860">
                  <c:v>45982.574999999997</c:v>
                </c:pt>
                <c:pt idx="27861">
                  <c:v>45726.64166666667</c:v>
                </c:pt>
                <c:pt idx="27862">
                  <c:v>45643.645833333343</c:v>
                </c:pt>
                <c:pt idx="27863">
                  <c:v>45799.504861111112</c:v>
                </c:pt>
                <c:pt idx="27864">
                  <c:v>45857.451388888891</c:v>
                </c:pt>
                <c:pt idx="27865">
                  <c:v>45857.51666666667</c:v>
                </c:pt>
                <c:pt idx="27866">
                  <c:v>45862.486805555563</c:v>
                </c:pt>
                <c:pt idx="27867">
                  <c:v>45605.839583333327</c:v>
                </c:pt>
                <c:pt idx="27868">
                  <c:v>45853.852777777778</c:v>
                </c:pt>
                <c:pt idx="27869">
                  <c:v>45452.652777777781</c:v>
                </c:pt>
                <c:pt idx="27870">
                  <c:v>45297.629166666673</c:v>
                </c:pt>
                <c:pt idx="27871">
                  <c:v>45611.824305555558</c:v>
                </c:pt>
                <c:pt idx="27872">
                  <c:v>45611.824305555558</c:v>
                </c:pt>
                <c:pt idx="27873">
                  <c:v>45630.822222222218</c:v>
                </c:pt>
                <c:pt idx="27874">
                  <c:v>45630.822222222218</c:v>
                </c:pt>
                <c:pt idx="27875">
                  <c:v>45886.564583333333</c:v>
                </c:pt>
                <c:pt idx="27876">
                  <c:v>45981.682638888888</c:v>
                </c:pt>
                <c:pt idx="27877">
                  <c:v>45455.415277777778</c:v>
                </c:pt>
                <c:pt idx="27878">
                  <c:v>45821.895138888889</c:v>
                </c:pt>
                <c:pt idx="27879">
                  <c:v>45949.604861111111</c:v>
                </c:pt>
                <c:pt idx="27880">
                  <c:v>45925.73541666667</c:v>
                </c:pt>
                <c:pt idx="27881">
                  <c:v>45351.446527777778</c:v>
                </c:pt>
                <c:pt idx="27882">
                  <c:v>45887.457638888889</c:v>
                </c:pt>
                <c:pt idx="27883">
                  <c:v>45733.470833333333</c:v>
                </c:pt>
                <c:pt idx="27884">
                  <c:v>45414.636805555558</c:v>
                </c:pt>
                <c:pt idx="27885">
                  <c:v>45804.543055555558</c:v>
                </c:pt>
                <c:pt idx="27886">
                  <c:v>45503.617361111108</c:v>
                </c:pt>
                <c:pt idx="27887">
                  <c:v>45861.420138888891</c:v>
                </c:pt>
                <c:pt idx="27888">
                  <c:v>45526.602777777778</c:v>
                </c:pt>
                <c:pt idx="27889">
                  <c:v>45930.620138888888</c:v>
                </c:pt>
                <c:pt idx="27890">
                  <c:v>45519.472222222219</c:v>
                </c:pt>
                <c:pt idx="27891">
                  <c:v>45447.623611111107</c:v>
                </c:pt>
                <c:pt idx="27892">
                  <c:v>45819.732638888891</c:v>
                </c:pt>
                <c:pt idx="27893">
                  <c:v>45471.40902777778</c:v>
                </c:pt>
                <c:pt idx="27894">
                  <c:v>46006.611805555563</c:v>
                </c:pt>
                <c:pt idx="27895">
                  <c:v>45459.631249999999</c:v>
                </c:pt>
                <c:pt idx="27896">
                  <c:v>46000.489583333343</c:v>
                </c:pt>
                <c:pt idx="27897">
                  <c:v>45841.486111111109</c:v>
                </c:pt>
                <c:pt idx="27898">
                  <c:v>45730.563888888893</c:v>
                </c:pt>
                <c:pt idx="27899">
                  <c:v>45687.613888888889</c:v>
                </c:pt>
                <c:pt idx="27900">
                  <c:v>45384.381249999999</c:v>
                </c:pt>
                <c:pt idx="27901">
                  <c:v>45888.585416666669</c:v>
                </c:pt>
                <c:pt idx="27902">
                  <c:v>45929.440972222219</c:v>
                </c:pt>
                <c:pt idx="27903">
                  <c:v>45302.520138888889</c:v>
                </c:pt>
                <c:pt idx="27904">
                  <c:v>45657.676388888889</c:v>
                </c:pt>
                <c:pt idx="27905">
                  <c:v>45785.579861111109</c:v>
                </c:pt>
                <c:pt idx="27906">
                  <c:v>45447.591666666667</c:v>
                </c:pt>
                <c:pt idx="27907">
                  <c:v>45578.496527777781</c:v>
                </c:pt>
                <c:pt idx="27908">
                  <c:v>45476.590277777781</c:v>
                </c:pt>
                <c:pt idx="27909">
                  <c:v>45629.57916666667</c:v>
                </c:pt>
                <c:pt idx="27910">
                  <c:v>45607.771527777782</c:v>
                </c:pt>
                <c:pt idx="27911">
                  <c:v>45998.8</c:v>
                </c:pt>
                <c:pt idx="27912">
                  <c:v>45652.92083333333</c:v>
                </c:pt>
                <c:pt idx="27913">
                  <c:v>45580.886111111111</c:v>
                </c:pt>
                <c:pt idx="27914">
                  <c:v>45674.688194444447</c:v>
                </c:pt>
                <c:pt idx="27915">
                  <c:v>45928.772222222222</c:v>
                </c:pt>
                <c:pt idx="27916">
                  <c:v>45684.864583333343</c:v>
                </c:pt>
                <c:pt idx="27917">
                  <c:v>45779.870833333327</c:v>
                </c:pt>
                <c:pt idx="27918">
                  <c:v>45779.870833333327</c:v>
                </c:pt>
                <c:pt idx="27919">
                  <c:v>45847.79791666667</c:v>
                </c:pt>
                <c:pt idx="27920">
                  <c:v>45796.756249999999</c:v>
                </c:pt>
                <c:pt idx="27921">
                  <c:v>45847.79791666667</c:v>
                </c:pt>
                <c:pt idx="27922">
                  <c:v>45772.988888888889</c:v>
                </c:pt>
                <c:pt idx="27923">
                  <c:v>45796.756249999999</c:v>
                </c:pt>
                <c:pt idx="27924">
                  <c:v>45796.756249999999</c:v>
                </c:pt>
                <c:pt idx="27925">
                  <c:v>45772.988888888889</c:v>
                </c:pt>
                <c:pt idx="27926">
                  <c:v>45772.988888888889</c:v>
                </c:pt>
                <c:pt idx="27927">
                  <c:v>45847.79791666667</c:v>
                </c:pt>
                <c:pt idx="27928">
                  <c:v>45779.870833333327</c:v>
                </c:pt>
                <c:pt idx="27929">
                  <c:v>45673.835416666669</c:v>
                </c:pt>
                <c:pt idx="27930">
                  <c:v>45785.915972222218</c:v>
                </c:pt>
                <c:pt idx="27931">
                  <c:v>45977.11041666667</c:v>
                </c:pt>
                <c:pt idx="27932">
                  <c:v>45785.915972222218</c:v>
                </c:pt>
                <c:pt idx="27933">
                  <c:v>45977.11041666667</c:v>
                </c:pt>
                <c:pt idx="27934">
                  <c:v>45454.932638888888</c:v>
                </c:pt>
                <c:pt idx="27935">
                  <c:v>45785.445833333331</c:v>
                </c:pt>
                <c:pt idx="27936">
                  <c:v>45777.822916666657</c:v>
                </c:pt>
                <c:pt idx="27937">
                  <c:v>45420.510416666657</c:v>
                </c:pt>
                <c:pt idx="27938">
                  <c:v>45778.669444444437</c:v>
                </c:pt>
                <c:pt idx="27939">
                  <c:v>45887.803472222222</c:v>
                </c:pt>
                <c:pt idx="27940">
                  <c:v>45670.451388888891</c:v>
                </c:pt>
                <c:pt idx="27941">
                  <c:v>45975.627083333333</c:v>
                </c:pt>
                <c:pt idx="27942">
                  <c:v>45627.951388888891</c:v>
                </c:pt>
                <c:pt idx="27943">
                  <c:v>45894.350694444453</c:v>
                </c:pt>
                <c:pt idx="27944">
                  <c:v>45591.955555555563</c:v>
                </c:pt>
                <c:pt idx="27945">
                  <c:v>45670.524305555547</c:v>
                </c:pt>
                <c:pt idx="27946">
                  <c:v>45794.864583333343</c:v>
                </c:pt>
                <c:pt idx="27947">
                  <c:v>45626.434027777781</c:v>
                </c:pt>
                <c:pt idx="27948">
                  <c:v>45603.802777777782</c:v>
                </c:pt>
                <c:pt idx="27949">
                  <c:v>45970.993055555547</c:v>
                </c:pt>
                <c:pt idx="27950">
                  <c:v>45616.589583333327</c:v>
                </c:pt>
                <c:pt idx="27951">
                  <c:v>45675.369444444441</c:v>
                </c:pt>
                <c:pt idx="27952">
                  <c:v>45947.9</c:v>
                </c:pt>
                <c:pt idx="27953">
                  <c:v>45584.981944444437</c:v>
                </c:pt>
                <c:pt idx="27954">
                  <c:v>45756.435416666667</c:v>
                </c:pt>
                <c:pt idx="27955">
                  <c:v>45601.554166666669</c:v>
                </c:pt>
                <c:pt idx="27956">
                  <c:v>45666.453472222223</c:v>
                </c:pt>
                <c:pt idx="27957">
                  <c:v>45835.518750000003</c:v>
                </c:pt>
                <c:pt idx="27958">
                  <c:v>45685.9</c:v>
                </c:pt>
                <c:pt idx="27959">
                  <c:v>45995.48541666667</c:v>
                </c:pt>
                <c:pt idx="27960">
                  <c:v>45736.37777777778</c:v>
                </c:pt>
                <c:pt idx="27961">
                  <c:v>45629.436805555553</c:v>
                </c:pt>
                <c:pt idx="27962">
                  <c:v>45916.558333333327</c:v>
                </c:pt>
                <c:pt idx="27963">
                  <c:v>45336.370138888888</c:v>
                </c:pt>
                <c:pt idx="27964">
                  <c:v>45790.453472222223</c:v>
                </c:pt>
                <c:pt idx="27965">
                  <c:v>45751.972222222219</c:v>
                </c:pt>
                <c:pt idx="27966">
                  <c:v>45944.977083333331</c:v>
                </c:pt>
                <c:pt idx="27967">
                  <c:v>45951.348611111112</c:v>
                </c:pt>
                <c:pt idx="27968">
                  <c:v>45491.502083333333</c:v>
                </c:pt>
                <c:pt idx="27969">
                  <c:v>45479.397222222222</c:v>
                </c:pt>
                <c:pt idx="27970">
                  <c:v>45980.754861111112</c:v>
                </c:pt>
                <c:pt idx="27971">
                  <c:v>45992.451388888891</c:v>
                </c:pt>
                <c:pt idx="27972">
                  <c:v>46014.351388888892</c:v>
                </c:pt>
                <c:pt idx="27973">
                  <c:v>45980.754861111112</c:v>
                </c:pt>
                <c:pt idx="27974">
                  <c:v>46014.351388888892</c:v>
                </c:pt>
                <c:pt idx="27975">
                  <c:v>45992.451388888891</c:v>
                </c:pt>
                <c:pt idx="27976">
                  <c:v>45827.602083333331</c:v>
                </c:pt>
                <c:pt idx="27977">
                  <c:v>45827.603472222218</c:v>
                </c:pt>
                <c:pt idx="27978">
                  <c:v>45911.604861111111</c:v>
                </c:pt>
                <c:pt idx="27979">
                  <c:v>45881.512499999997</c:v>
                </c:pt>
                <c:pt idx="27980">
                  <c:v>45896.74722222222</c:v>
                </c:pt>
                <c:pt idx="27981">
                  <c:v>45992.561805555553</c:v>
                </c:pt>
                <c:pt idx="27982">
                  <c:v>46007.495138888888</c:v>
                </c:pt>
                <c:pt idx="27983">
                  <c:v>45785.318055555559</c:v>
                </c:pt>
                <c:pt idx="27984">
                  <c:v>45531.45208333333</c:v>
                </c:pt>
                <c:pt idx="27985">
                  <c:v>45843.399305555547</c:v>
                </c:pt>
                <c:pt idx="27986">
                  <c:v>45463.602083333331</c:v>
                </c:pt>
                <c:pt idx="27987">
                  <c:v>45629.634722222218</c:v>
                </c:pt>
                <c:pt idx="27988">
                  <c:v>45353.374305555553</c:v>
                </c:pt>
                <c:pt idx="27989">
                  <c:v>45785.481944444437</c:v>
                </c:pt>
                <c:pt idx="27990">
                  <c:v>45723.501388888893</c:v>
                </c:pt>
                <c:pt idx="27991">
                  <c:v>45608.270138888889</c:v>
                </c:pt>
                <c:pt idx="27992">
                  <c:v>45774.604166666657</c:v>
                </c:pt>
                <c:pt idx="27993">
                  <c:v>45697.781944444447</c:v>
                </c:pt>
                <c:pt idx="27994">
                  <c:v>45946.833333333343</c:v>
                </c:pt>
                <c:pt idx="27995">
                  <c:v>45946.833333333343</c:v>
                </c:pt>
                <c:pt idx="27996">
                  <c:v>46008.875</c:v>
                </c:pt>
                <c:pt idx="27997">
                  <c:v>45999.816666666673</c:v>
                </c:pt>
                <c:pt idx="27998">
                  <c:v>45915.728472222218</c:v>
                </c:pt>
                <c:pt idx="27999">
                  <c:v>45370.442361111112</c:v>
                </c:pt>
                <c:pt idx="28000">
                  <c:v>45394.380555555559</c:v>
                </c:pt>
                <c:pt idx="28001">
                  <c:v>45662.981249999997</c:v>
                </c:pt>
                <c:pt idx="28002">
                  <c:v>46011.544444444437</c:v>
                </c:pt>
                <c:pt idx="28003">
                  <c:v>46002.600694444453</c:v>
                </c:pt>
                <c:pt idx="28004">
                  <c:v>45709.159722222219</c:v>
                </c:pt>
                <c:pt idx="28005">
                  <c:v>45538.878472222219</c:v>
                </c:pt>
                <c:pt idx="28006">
                  <c:v>45309.882638888892</c:v>
                </c:pt>
                <c:pt idx="28007">
                  <c:v>45472.988888888889</c:v>
                </c:pt>
                <c:pt idx="28008">
                  <c:v>45817.792361111111</c:v>
                </c:pt>
                <c:pt idx="28009">
                  <c:v>45961.828472222223</c:v>
                </c:pt>
                <c:pt idx="28010">
                  <c:v>45817.887499999997</c:v>
                </c:pt>
                <c:pt idx="28011">
                  <c:v>45772.835416666669</c:v>
                </c:pt>
                <c:pt idx="28012">
                  <c:v>45502.318749999999</c:v>
                </c:pt>
                <c:pt idx="28013">
                  <c:v>45662.680555555547</c:v>
                </c:pt>
                <c:pt idx="28014">
                  <c:v>45901.709027777782</c:v>
                </c:pt>
                <c:pt idx="28015">
                  <c:v>45915.779861111107</c:v>
                </c:pt>
                <c:pt idx="28016">
                  <c:v>45698.81527777778</c:v>
                </c:pt>
                <c:pt idx="28017">
                  <c:v>46001.446527777778</c:v>
                </c:pt>
                <c:pt idx="28018">
                  <c:v>45974.910416666673</c:v>
                </c:pt>
                <c:pt idx="28019">
                  <c:v>45901.759027777778</c:v>
                </c:pt>
                <c:pt idx="28020">
                  <c:v>45599.793055555558</c:v>
                </c:pt>
                <c:pt idx="28021">
                  <c:v>45725.65625</c:v>
                </c:pt>
                <c:pt idx="28022">
                  <c:v>45965.011111111111</c:v>
                </c:pt>
                <c:pt idx="28023">
                  <c:v>45872.040972222218</c:v>
                </c:pt>
                <c:pt idx="28024">
                  <c:v>45775.936805555553</c:v>
                </c:pt>
                <c:pt idx="28025">
                  <c:v>45930.75277777778</c:v>
                </c:pt>
                <c:pt idx="28026">
                  <c:v>45925.606249999997</c:v>
                </c:pt>
                <c:pt idx="28027">
                  <c:v>45552.515972222223</c:v>
                </c:pt>
                <c:pt idx="28028">
                  <c:v>45561.506944444453</c:v>
                </c:pt>
                <c:pt idx="28029">
                  <c:v>45959.706944444442</c:v>
                </c:pt>
                <c:pt idx="28030">
                  <c:v>45906.65902777778</c:v>
                </c:pt>
                <c:pt idx="28031">
                  <c:v>45855.640972222223</c:v>
                </c:pt>
                <c:pt idx="28032">
                  <c:v>45906.65902777778</c:v>
                </c:pt>
                <c:pt idx="28033">
                  <c:v>45959.706944444442</c:v>
                </c:pt>
                <c:pt idx="28034">
                  <c:v>45855.640972222223</c:v>
                </c:pt>
                <c:pt idx="28035">
                  <c:v>45734.865277777782</c:v>
                </c:pt>
                <c:pt idx="28036">
                  <c:v>45729.332638888889</c:v>
                </c:pt>
                <c:pt idx="28037">
                  <c:v>45729.332638888889</c:v>
                </c:pt>
                <c:pt idx="28038">
                  <c:v>45862.499305555553</c:v>
                </c:pt>
                <c:pt idx="28039">
                  <c:v>46019.708333333343</c:v>
                </c:pt>
                <c:pt idx="28040">
                  <c:v>45998.461111111108</c:v>
                </c:pt>
                <c:pt idx="28041">
                  <c:v>45330.236805555563</c:v>
                </c:pt>
                <c:pt idx="28042">
                  <c:v>45935.919444444437</c:v>
                </c:pt>
                <c:pt idx="28043">
                  <c:v>45784.79583333333</c:v>
                </c:pt>
                <c:pt idx="28044">
                  <c:v>45904.317361111112</c:v>
                </c:pt>
                <c:pt idx="28045">
                  <c:v>45866.878472222219</c:v>
                </c:pt>
                <c:pt idx="28046">
                  <c:v>45852.67083333333</c:v>
                </c:pt>
                <c:pt idx="28047">
                  <c:v>45860.649305555547</c:v>
                </c:pt>
                <c:pt idx="28048">
                  <c:v>45663.011805555558</c:v>
                </c:pt>
                <c:pt idx="28049">
                  <c:v>45842.125</c:v>
                </c:pt>
                <c:pt idx="28050">
                  <c:v>45801.546527777777</c:v>
                </c:pt>
                <c:pt idx="28051">
                  <c:v>45801.543749999997</c:v>
                </c:pt>
                <c:pt idx="28052">
                  <c:v>45744.120833333327</c:v>
                </c:pt>
                <c:pt idx="28053">
                  <c:v>45665.568749999999</c:v>
                </c:pt>
                <c:pt idx="28054">
                  <c:v>45997.355555555558</c:v>
                </c:pt>
                <c:pt idx="28055">
                  <c:v>45740.619444444441</c:v>
                </c:pt>
                <c:pt idx="28056">
                  <c:v>45624.831944444442</c:v>
                </c:pt>
                <c:pt idx="28057">
                  <c:v>45358.884722222218</c:v>
                </c:pt>
                <c:pt idx="28058">
                  <c:v>45873.84097222222</c:v>
                </c:pt>
                <c:pt idx="28059">
                  <c:v>45511.665277777778</c:v>
                </c:pt>
                <c:pt idx="28060">
                  <c:v>45970.89166666667</c:v>
                </c:pt>
                <c:pt idx="28061">
                  <c:v>45697.572916666657</c:v>
                </c:pt>
                <c:pt idx="28062">
                  <c:v>45697.575694444437</c:v>
                </c:pt>
                <c:pt idx="28063">
                  <c:v>45292.493055555547</c:v>
                </c:pt>
                <c:pt idx="28064">
                  <c:v>45648.945138888892</c:v>
                </c:pt>
                <c:pt idx="28065">
                  <c:v>45962.388888888891</c:v>
                </c:pt>
                <c:pt idx="28066">
                  <c:v>45599.20208333333</c:v>
                </c:pt>
                <c:pt idx="28067">
                  <c:v>45774.863194444442</c:v>
                </c:pt>
                <c:pt idx="28068">
                  <c:v>45771.811805555553</c:v>
                </c:pt>
                <c:pt idx="28069">
                  <c:v>45765.310416666667</c:v>
                </c:pt>
                <c:pt idx="28070">
                  <c:v>45336.627083333333</c:v>
                </c:pt>
                <c:pt idx="28071">
                  <c:v>45647.083333333343</c:v>
                </c:pt>
                <c:pt idx="28072">
                  <c:v>45349.931250000001</c:v>
                </c:pt>
                <c:pt idx="28073">
                  <c:v>45785.543749999997</c:v>
                </c:pt>
                <c:pt idx="28074">
                  <c:v>45928.431944444441</c:v>
                </c:pt>
                <c:pt idx="28075">
                  <c:v>45812.950694444437</c:v>
                </c:pt>
                <c:pt idx="28076">
                  <c:v>45744.697222222218</c:v>
                </c:pt>
                <c:pt idx="28077">
                  <c:v>45895.836111111108</c:v>
                </c:pt>
                <c:pt idx="28078">
                  <c:v>45473.530555555553</c:v>
                </c:pt>
                <c:pt idx="28079">
                  <c:v>45989.8125</c:v>
                </c:pt>
                <c:pt idx="28080">
                  <c:v>45658.582638888889</c:v>
                </c:pt>
                <c:pt idx="28081">
                  <c:v>45355.848611111112</c:v>
                </c:pt>
                <c:pt idx="28082">
                  <c:v>45864.075694444437</c:v>
                </c:pt>
                <c:pt idx="28083">
                  <c:v>45590.430555555547</c:v>
                </c:pt>
                <c:pt idx="28084">
                  <c:v>45830.923611111109</c:v>
                </c:pt>
                <c:pt idx="28085">
                  <c:v>45692.45416666667</c:v>
                </c:pt>
                <c:pt idx="28086">
                  <c:v>45519.572222222218</c:v>
                </c:pt>
                <c:pt idx="28087">
                  <c:v>45707.701388888891</c:v>
                </c:pt>
                <c:pt idx="28088">
                  <c:v>45402.881944444453</c:v>
                </c:pt>
                <c:pt idx="28089">
                  <c:v>45440.553472222222</c:v>
                </c:pt>
                <c:pt idx="28090">
                  <c:v>45296.440972222219</c:v>
                </c:pt>
                <c:pt idx="28091">
                  <c:v>45773.65902777778</c:v>
                </c:pt>
                <c:pt idx="28092">
                  <c:v>45957.661111111112</c:v>
                </c:pt>
                <c:pt idx="28093">
                  <c:v>46021.928472222222</c:v>
                </c:pt>
                <c:pt idx="28094">
                  <c:v>46011.009027777778</c:v>
                </c:pt>
                <c:pt idx="28095">
                  <c:v>45953.630555555559</c:v>
                </c:pt>
                <c:pt idx="28096">
                  <c:v>45985.90347222222</c:v>
                </c:pt>
                <c:pt idx="28097">
                  <c:v>45911.713888888888</c:v>
                </c:pt>
                <c:pt idx="28098">
                  <c:v>45883.755555555559</c:v>
                </c:pt>
                <c:pt idx="28099">
                  <c:v>45812.536111111112</c:v>
                </c:pt>
                <c:pt idx="28100">
                  <c:v>45556.09652777778</c:v>
                </c:pt>
                <c:pt idx="28101">
                  <c:v>45481.871527777781</c:v>
                </c:pt>
                <c:pt idx="28102">
                  <c:v>45889.650694444441</c:v>
                </c:pt>
                <c:pt idx="28103">
                  <c:v>45767.720833333333</c:v>
                </c:pt>
                <c:pt idx="28104">
                  <c:v>45410.576388888891</c:v>
                </c:pt>
                <c:pt idx="28105">
                  <c:v>45496.007638888892</c:v>
                </c:pt>
                <c:pt idx="28106">
                  <c:v>45503.665277777778</c:v>
                </c:pt>
                <c:pt idx="28107">
                  <c:v>45950.620138888888</c:v>
                </c:pt>
                <c:pt idx="28108">
                  <c:v>45675.697222222218</c:v>
                </c:pt>
                <c:pt idx="28109">
                  <c:v>45597.529166666667</c:v>
                </c:pt>
                <c:pt idx="28110">
                  <c:v>45305.527777777781</c:v>
                </c:pt>
                <c:pt idx="28111">
                  <c:v>45457.571527777778</c:v>
                </c:pt>
                <c:pt idx="28112">
                  <c:v>45371.439583333333</c:v>
                </c:pt>
                <c:pt idx="28113">
                  <c:v>46005.811111111107</c:v>
                </c:pt>
                <c:pt idx="28114">
                  <c:v>45787.070138888892</c:v>
                </c:pt>
                <c:pt idx="28115">
                  <c:v>45905.693055555559</c:v>
                </c:pt>
                <c:pt idx="28116">
                  <c:v>45855.446527777778</c:v>
                </c:pt>
                <c:pt idx="28117">
                  <c:v>45955.957638888889</c:v>
                </c:pt>
                <c:pt idx="28118">
                  <c:v>45955.957638888889</c:v>
                </c:pt>
                <c:pt idx="28119">
                  <c:v>46008.20416666667</c:v>
                </c:pt>
                <c:pt idx="28120">
                  <c:v>45854.772222222222</c:v>
                </c:pt>
                <c:pt idx="28121">
                  <c:v>45852.724305555559</c:v>
                </c:pt>
                <c:pt idx="28122">
                  <c:v>45702.34097222222</c:v>
                </c:pt>
                <c:pt idx="28123">
                  <c:v>45578.343055555553</c:v>
                </c:pt>
                <c:pt idx="28124">
                  <c:v>45782.828472222223</c:v>
                </c:pt>
                <c:pt idx="28125">
                  <c:v>45392.493055555547</c:v>
                </c:pt>
                <c:pt idx="28126">
                  <c:v>45944.447222222218</c:v>
                </c:pt>
                <c:pt idx="28127">
                  <c:v>45684.431250000001</c:v>
                </c:pt>
                <c:pt idx="28128">
                  <c:v>45517.674305555563</c:v>
                </c:pt>
                <c:pt idx="28129">
                  <c:v>45873.622916666667</c:v>
                </c:pt>
                <c:pt idx="28130">
                  <c:v>45477.8</c:v>
                </c:pt>
                <c:pt idx="28131">
                  <c:v>45956.826388888891</c:v>
                </c:pt>
                <c:pt idx="28132">
                  <c:v>45882.060416666667</c:v>
                </c:pt>
                <c:pt idx="28133">
                  <c:v>45940.004166666673</c:v>
                </c:pt>
                <c:pt idx="28134">
                  <c:v>45874.793055555558</c:v>
                </c:pt>
                <c:pt idx="28135">
                  <c:v>45575.738194444442</c:v>
                </c:pt>
                <c:pt idx="28136">
                  <c:v>45899.44027777778</c:v>
                </c:pt>
                <c:pt idx="28137">
                  <c:v>45642.365972222222</c:v>
                </c:pt>
                <c:pt idx="28138">
                  <c:v>45879.813194444447</c:v>
                </c:pt>
                <c:pt idx="28139">
                  <c:v>45472.605555555558</c:v>
                </c:pt>
                <c:pt idx="28140">
                  <c:v>45786.308333333327</c:v>
                </c:pt>
                <c:pt idx="28141">
                  <c:v>45402.109027777777</c:v>
                </c:pt>
                <c:pt idx="28142">
                  <c:v>45797.429861111108</c:v>
                </c:pt>
                <c:pt idx="28143">
                  <c:v>45980.402083333327</c:v>
                </c:pt>
                <c:pt idx="28144">
                  <c:v>45537.736805555563</c:v>
                </c:pt>
                <c:pt idx="28145">
                  <c:v>45365.211111111108</c:v>
                </c:pt>
                <c:pt idx="28146">
                  <c:v>45840.616666666669</c:v>
                </c:pt>
                <c:pt idx="28147">
                  <c:v>45817.3</c:v>
                </c:pt>
                <c:pt idx="28148">
                  <c:v>45723.713194444441</c:v>
                </c:pt>
                <c:pt idx="28149">
                  <c:v>45662.70208333333</c:v>
                </c:pt>
                <c:pt idx="28150">
                  <c:v>45308.934027777781</c:v>
                </c:pt>
                <c:pt idx="28151">
                  <c:v>45615.561111111107</c:v>
                </c:pt>
                <c:pt idx="28152">
                  <c:v>45767.407638888893</c:v>
                </c:pt>
                <c:pt idx="28153">
                  <c:v>45673.390972222223</c:v>
                </c:pt>
                <c:pt idx="28154">
                  <c:v>45419.835416666669</c:v>
                </c:pt>
                <c:pt idx="28155">
                  <c:v>45840.726388888892</c:v>
                </c:pt>
                <c:pt idx="28156">
                  <c:v>45777.930555555547</c:v>
                </c:pt>
                <c:pt idx="28157">
                  <c:v>45678.04791666667</c:v>
                </c:pt>
                <c:pt idx="28158">
                  <c:v>45412.098611111112</c:v>
                </c:pt>
                <c:pt idx="28159">
                  <c:v>45670.460416666669</c:v>
                </c:pt>
                <c:pt idx="28160">
                  <c:v>45955.589583333327</c:v>
                </c:pt>
                <c:pt idx="28161">
                  <c:v>45744.309027777781</c:v>
                </c:pt>
                <c:pt idx="28162">
                  <c:v>45997.306944444441</c:v>
                </c:pt>
                <c:pt idx="28163">
                  <c:v>45409.495138888888</c:v>
                </c:pt>
                <c:pt idx="28164">
                  <c:v>45600.244444444441</c:v>
                </c:pt>
                <c:pt idx="28165">
                  <c:v>45989.649305555547</c:v>
                </c:pt>
                <c:pt idx="28166">
                  <c:v>45572.306944444441</c:v>
                </c:pt>
                <c:pt idx="28167">
                  <c:v>45936.296527777777</c:v>
                </c:pt>
                <c:pt idx="28168">
                  <c:v>45539.442361111112</c:v>
                </c:pt>
                <c:pt idx="28169">
                  <c:v>45626.40347222222</c:v>
                </c:pt>
                <c:pt idx="28170">
                  <c:v>45774.333333333343</c:v>
                </c:pt>
                <c:pt idx="28171">
                  <c:v>45453.333333333343</c:v>
                </c:pt>
                <c:pt idx="28172">
                  <c:v>45707.15</c:v>
                </c:pt>
                <c:pt idx="28173">
                  <c:v>45438.600694444453</c:v>
                </c:pt>
                <c:pt idx="28174">
                  <c:v>45324.662499999999</c:v>
                </c:pt>
                <c:pt idx="28175">
                  <c:v>45838.551388888889</c:v>
                </c:pt>
                <c:pt idx="28176">
                  <c:v>45353.81527777778</c:v>
                </c:pt>
                <c:pt idx="28177">
                  <c:v>45498.234027777777</c:v>
                </c:pt>
                <c:pt idx="28178">
                  <c:v>45874.568055555559</c:v>
                </c:pt>
                <c:pt idx="28179">
                  <c:v>45657.453472222223</c:v>
                </c:pt>
                <c:pt idx="28180">
                  <c:v>45956.258333333331</c:v>
                </c:pt>
                <c:pt idx="28181">
                  <c:v>45614.548611111109</c:v>
                </c:pt>
                <c:pt idx="28182">
                  <c:v>45801.682638888888</c:v>
                </c:pt>
                <c:pt idx="28183">
                  <c:v>45799.629861111112</c:v>
                </c:pt>
                <c:pt idx="28184">
                  <c:v>45798.854861111111</c:v>
                </c:pt>
                <c:pt idx="28185">
                  <c:v>45795.806250000001</c:v>
                </c:pt>
                <c:pt idx="28186">
                  <c:v>45771.401388888888</c:v>
                </c:pt>
                <c:pt idx="28187">
                  <c:v>45870.276388888888</c:v>
                </c:pt>
                <c:pt idx="28188">
                  <c:v>45925.705555555563</c:v>
                </c:pt>
                <c:pt idx="28189">
                  <c:v>45410.004166666673</c:v>
                </c:pt>
                <c:pt idx="28190">
                  <c:v>45997.60833333333</c:v>
                </c:pt>
                <c:pt idx="28191">
                  <c:v>45785.660416666673</c:v>
                </c:pt>
                <c:pt idx="28192">
                  <c:v>45646.512499999997</c:v>
                </c:pt>
                <c:pt idx="28193">
                  <c:v>45294.529861111107</c:v>
                </c:pt>
                <c:pt idx="28194">
                  <c:v>45514.628472222219</c:v>
                </c:pt>
                <c:pt idx="28195">
                  <c:v>45872.746527777781</c:v>
                </c:pt>
                <c:pt idx="28196">
                  <c:v>45452.773611111108</c:v>
                </c:pt>
                <c:pt idx="28197">
                  <c:v>45977.775000000001</c:v>
                </c:pt>
                <c:pt idx="28198">
                  <c:v>45989.815972222219</c:v>
                </c:pt>
                <c:pt idx="28199">
                  <c:v>45531.961805555547</c:v>
                </c:pt>
                <c:pt idx="28200">
                  <c:v>45614.931250000001</c:v>
                </c:pt>
                <c:pt idx="28201">
                  <c:v>45680.754166666673</c:v>
                </c:pt>
                <c:pt idx="28202">
                  <c:v>45726.918055555558</c:v>
                </c:pt>
                <c:pt idx="28203">
                  <c:v>45931.71597222222</c:v>
                </c:pt>
                <c:pt idx="28204">
                  <c:v>45926.49722222222</c:v>
                </c:pt>
                <c:pt idx="28205">
                  <c:v>45945.580555555563</c:v>
                </c:pt>
                <c:pt idx="28206">
                  <c:v>45804.040277777778</c:v>
                </c:pt>
                <c:pt idx="28207">
                  <c:v>45539.040972222218</c:v>
                </c:pt>
                <c:pt idx="28208">
                  <c:v>45743.474305555559</c:v>
                </c:pt>
                <c:pt idx="28209">
                  <c:v>45663.994444444441</c:v>
                </c:pt>
                <c:pt idx="28210">
                  <c:v>45947.97152777778</c:v>
                </c:pt>
                <c:pt idx="28211">
                  <c:v>45839.435416666667</c:v>
                </c:pt>
                <c:pt idx="28212">
                  <c:v>45592.713888888888</c:v>
                </c:pt>
                <c:pt idx="28213">
                  <c:v>45484.569444444453</c:v>
                </c:pt>
                <c:pt idx="28214">
                  <c:v>45449.430555555547</c:v>
                </c:pt>
                <c:pt idx="28215">
                  <c:v>45509.89166666667</c:v>
                </c:pt>
                <c:pt idx="28216">
                  <c:v>45420.520833333343</c:v>
                </c:pt>
                <c:pt idx="28217">
                  <c:v>45618.428472222222</c:v>
                </c:pt>
                <c:pt idx="28218">
                  <c:v>45567.920138888891</c:v>
                </c:pt>
                <c:pt idx="28219">
                  <c:v>45905.84652777778</c:v>
                </c:pt>
                <c:pt idx="28220">
                  <c:v>46018.936805555553</c:v>
                </c:pt>
                <c:pt idx="28221">
                  <c:v>46018.94027777778</c:v>
                </c:pt>
                <c:pt idx="28222">
                  <c:v>45775.647916666669</c:v>
                </c:pt>
                <c:pt idx="28223">
                  <c:v>45709.095833333333</c:v>
                </c:pt>
                <c:pt idx="28224">
                  <c:v>46000.82708333333</c:v>
                </c:pt>
                <c:pt idx="28225">
                  <c:v>46000.82708333333</c:v>
                </c:pt>
                <c:pt idx="28226">
                  <c:v>45910.748611111107</c:v>
                </c:pt>
                <c:pt idx="28227">
                  <c:v>45910.748611111107</c:v>
                </c:pt>
                <c:pt idx="28228">
                  <c:v>45686.473611111112</c:v>
                </c:pt>
                <c:pt idx="28229">
                  <c:v>45679.402777777781</c:v>
                </c:pt>
                <c:pt idx="28230">
                  <c:v>45766.426388888889</c:v>
                </c:pt>
                <c:pt idx="28231">
                  <c:v>45797.405555555553</c:v>
                </c:pt>
                <c:pt idx="28232">
                  <c:v>45718.738888888889</c:v>
                </c:pt>
                <c:pt idx="28233">
                  <c:v>45955.970138888893</c:v>
                </c:pt>
                <c:pt idx="28234">
                  <c:v>45670.40347222222</c:v>
                </c:pt>
                <c:pt idx="28235">
                  <c:v>45612.820833333331</c:v>
                </c:pt>
                <c:pt idx="28236">
                  <c:v>45859.395833333343</c:v>
                </c:pt>
                <c:pt idx="28237">
                  <c:v>45351.654861111107</c:v>
                </c:pt>
                <c:pt idx="28238">
                  <c:v>45788.70208333333</c:v>
                </c:pt>
                <c:pt idx="28239">
                  <c:v>45928.786111111112</c:v>
                </c:pt>
                <c:pt idx="28240">
                  <c:v>45554.912499999999</c:v>
                </c:pt>
                <c:pt idx="28241">
                  <c:v>45491.962500000001</c:v>
                </c:pt>
                <c:pt idx="28242">
                  <c:v>45992.622916666667</c:v>
                </c:pt>
                <c:pt idx="28243">
                  <c:v>45444.529166666667</c:v>
                </c:pt>
                <c:pt idx="28244">
                  <c:v>45894.622916666667</c:v>
                </c:pt>
                <c:pt idx="28245">
                  <c:v>45721.484722222223</c:v>
                </c:pt>
                <c:pt idx="28246">
                  <c:v>45825.474999999999</c:v>
                </c:pt>
                <c:pt idx="28247">
                  <c:v>45317.875</c:v>
                </c:pt>
                <c:pt idx="28248">
                  <c:v>45765.368750000001</c:v>
                </c:pt>
                <c:pt idx="28249">
                  <c:v>45546.821527777778</c:v>
                </c:pt>
                <c:pt idx="28250">
                  <c:v>45933.875694444447</c:v>
                </c:pt>
                <c:pt idx="28251">
                  <c:v>45396.788194444453</c:v>
                </c:pt>
                <c:pt idx="28252">
                  <c:v>45629.373611111107</c:v>
                </c:pt>
                <c:pt idx="28253">
                  <c:v>45403.840277777781</c:v>
                </c:pt>
                <c:pt idx="28254">
                  <c:v>45898.877083333333</c:v>
                </c:pt>
                <c:pt idx="28255">
                  <c:v>45728.576388888891</c:v>
                </c:pt>
                <c:pt idx="28256">
                  <c:v>45621.468055555553</c:v>
                </c:pt>
                <c:pt idx="28257">
                  <c:v>45962.044444444437</c:v>
                </c:pt>
                <c:pt idx="28258">
                  <c:v>45844.479166666657</c:v>
                </c:pt>
                <c:pt idx="28259">
                  <c:v>45417.601388888892</c:v>
                </c:pt>
                <c:pt idx="28260">
                  <c:v>45498.560416666667</c:v>
                </c:pt>
                <c:pt idx="28261">
                  <c:v>45979.129166666673</c:v>
                </c:pt>
                <c:pt idx="28262">
                  <c:v>46019.488194444442</c:v>
                </c:pt>
                <c:pt idx="28263">
                  <c:v>45784.756944444453</c:v>
                </c:pt>
                <c:pt idx="28264">
                  <c:v>45406.231249999997</c:v>
                </c:pt>
                <c:pt idx="28265">
                  <c:v>45329.988888888889</c:v>
                </c:pt>
                <c:pt idx="28266">
                  <c:v>45627.444444444453</c:v>
                </c:pt>
                <c:pt idx="28267">
                  <c:v>45567.012499999997</c:v>
                </c:pt>
                <c:pt idx="28268">
                  <c:v>45889.638194444437</c:v>
                </c:pt>
                <c:pt idx="28269">
                  <c:v>45924.731249999997</c:v>
                </c:pt>
                <c:pt idx="28270">
                  <c:v>45819.898611111108</c:v>
                </c:pt>
                <c:pt idx="28271">
                  <c:v>45819.898611111108</c:v>
                </c:pt>
                <c:pt idx="28272">
                  <c:v>45789.048611111109</c:v>
                </c:pt>
                <c:pt idx="28273">
                  <c:v>45789.048611111109</c:v>
                </c:pt>
                <c:pt idx="28274">
                  <c:v>45938.942361111112</c:v>
                </c:pt>
                <c:pt idx="28275">
                  <c:v>45398.882638888892</c:v>
                </c:pt>
                <c:pt idx="28276">
                  <c:v>45901.834027777782</c:v>
                </c:pt>
                <c:pt idx="28277">
                  <c:v>45756.714583333327</c:v>
                </c:pt>
                <c:pt idx="28278">
                  <c:v>45836.965277777781</c:v>
                </c:pt>
                <c:pt idx="28279">
                  <c:v>45642.445138888892</c:v>
                </c:pt>
                <c:pt idx="28280">
                  <c:v>45842.682638888888</c:v>
                </c:pt>
                <c:pt idx="28281">
                  <c:v>45623.338194444441</c:v>
                </c:pt>
                <c:pt idx="28282">
                  <c:v>45299.949305555558</c:v>
                </c:pt>
                <c:pt idx="28283">
                  <c:v>45733.681250000001</c:v>
                </c:pt>
                <c:pt idx="28284">
                  <c:v>45510.435416666667</c:v>
                </c:pt>
                <c:pt idx="28285">
                  <c:v>45446.370138888888</c:v>
                </c:pt>
                <c:pt idx="28286">
                  <c:v>45670.443055555559</c:v>
                </c:pt>
                <c:pt idx="28287">
                  <c:v>45665.84652777778</c:v>
                </c:pt>
                <c:pt idx="28288">
                  <c:v>45974.883333333331</c:v>
                </c:pt>
                <c:pt idx="28289">
                  <c:v>45757.68472222222</c:v>
                </c:pt>
                <c:pt idx="28290">
                  <c:v>45793.588888888888</c:v>
                </c:pt>
                <c:pt idx="28291">
                  <c:v>45625.693055555559</c:v>
                </c:pt>
                <c:pt idx="28292">
                  <c:v>45864.747916666667</c:v>
                </c:pt>
                <c:pt idx="28293">
                  <c:v>45864.747916666667</c:v>
                </c:pt>
                <c:pt idx="28294">
                  <c:v>45989.940972222219</c:v>
                </c:pt>
                <c:pt idx="28295">
                  <c:v>45309.154166666667</c:v>
                </c:pt>
                <c:pt idx="28296">
                  <c:v>45385.167361111111</c:v>
                </c:pt>
                <c:pt idx="28297">
                  <c:v>45340.999305555553</c:v>
                </c:pt>
                <c:pt idx="28298">
                  <c:v>45421.62222222222</c:v>
                </c:pt>
                <c:pt idx="28299">
                  <c:v>45461.587500000001</c:v>
                </c:pt>
                <c:pt idx="28300">
                  <c:v>45990.857638888891</c:v>
                </c:pt>
                <c:pt idx="28301">
                  <c:v>45934.426388888889</c:v>
                </c:pt>
                <c:pt idx="28302">
                  <c:v>45778.84097222222</c:v>
                </c:pt>
                <c:pt idx="28303">
                  <c:v>45658.496527777781</c:v>
                </c:pt>
                <c:pt idx="28304">
                  <c:v>45947.011111111111</c:v>
                </c:pt>
                <c:pt idx="28305">
                  <c:v>45807.722222222219</c:v>
                </c:pt>
                <c:pt idx="28306">
                  <c:v>45736.502083333333</c:v>
                </c:pt>
                <c:pt idx="28307">
                  <c:v>45487.25</c:v>
                </c:pt>
                <c:pt idx="28308">
                  <c:v>45646.510416666657</c:v>
                </c:pt>
                <c:pt idx="28309">
                  <c:v>45805.246527777781</c:v>
                </c:pt>
                <c:pt idx="28310">
                  <c:v>45681.092361111107</c:v>
                </c:pt>
                <c:pt idx="28311">
                  <c:v>46005.349305555559</c:v>
                </c:pt>
                <c:pt idx="28312">
                  <c:v>45440.332638888889</c:v>
                </c:pt>
                <c:pt idx="28313">
                  <c:v>45566.512499999997</c:v>
                </c:pt>
                <c:pt idx="28314">
                  <c:v>45358.68472222222</c:v>
                </c:pt>
                <c:pt idx="28315">
                  <c:v>45999.466666666667</c:v>
                </c:pt>
                <c:pt idx="28316">
                  <c:v>45293.419444444437</c:v>
                </c:pt>
                <c:pt idx="28317">
                  <c:v>45834.791666666657</c:v>
                </c:pt>
                <c:pt idx="28318">
                  <c:v>45740.448611111111</c:v>
                </c:pt>
                <c:pt idx="28319">
                  <c:v>45485.140277777777</c:v>
                </c:pt>
                <c:pt idx="28320">
                  <c:v>45788.189583333333</c:v>
                </c:pt>
                <c:pt idx="28321">
                  <c:v>45660.042361111111</c:v>
                </c:pt>
                <c:pt idx="28322">
                  <c:v>45887.568749999999</c:v>
                </c:pt>
                <c:pt idx="28323">
                  <c:v>46023.488888888889</c:v>
                </c:pt>
                <c:pt idx="28324">
                  <c:v>45937.468055555553</c:v>
                </c:pt>
                <c:pt idx="28325">
                  <c:v>45720.474999999999</c:v>
                </c:pt>
                <c:pt idx="28326">
                  <c:v>45910.636805555558</c:v>
                </c:pt>
                <c:pt idx="28327">
                  <c:v>45528.347222222219</c:v>
                </c:pt>
                <c:pt idx="28328">
                  <c:v>45807.804166666669</c:v>
                </c:pt>
                <c:pt idx="28329">
                  <c:v>45699.158333333333</c:v>
                </c:pt>
                <c:pt idx="28330">
                  <c:v>45502.944444444453</c:v>
                </c:pt>
                <c:pt idx="28331">
                  <c:v>45717.958333333343</c:v>
                </c:pt>
                <c:pt idx="28332">
                  <c:v>45897.408333333333</c:v>
                </c:pt>
                <c:pt idx="28333">
                  <c:v>45910.443055555559</c:v>
                </c:pt>
                <c:pt idx="28334">
                  <c:v>45794.482638888891</c:v>
                </c:pt>
                <c:pt idx="28335">
                  <c:v>45798.963888888888</c:v>
                </c:pt>
                <c:pt idx="28336">
                  <c:v>45753.273611111108</c:v>
                </c:pt>
                <c:pt idx="28337">
                  <c:v>45695.762499999997</c:v>
                </c:pt>
                <c:pt idx="28338">
                  <c:v>45648.451388888891</c:v>
                </c:pt>
                <c:pt idx="28339">
                  <c:v>45533.654166666667</c:v>
                </c:pt>
                <c:pt idx="28340">
                  <c:v>45533.64166666667</c:v>
                </c:pt>
                <c:pt idx="28341">
                  <c:v>45841.958333333343</c:v>
                </c:pt>
                <c:pt idx="28342">
                  <c:v>45734.75</c:v>
                </c:pt>
                <c:pt idx="28343">
                  <c:v>45722.821527777778</c:v>
                </c:pt>
                <c:pt idx="28344">
                  <c:v>46015.861805555563</c:v>
                </c:pt>
                <c:pt idx="28345">
                  <c:v>45981.898611111108</c:v>
                </c:pt>
                <c:pt idx="28346">
                  <c:v>45808.867361111108</c:v>
                </c:pt>
                <c:pt idx="28347">
                  <c:v>45641.393055555563</c:v>
                </c:pt>
                <c:pt idx="28348">
                  <c:v>45579.487500000003</c:v>
                </c:pt>
                <c:pt idx="28349">
                  <c:v>45662.511805555558</c:v>
                </c:pt>
                <c:pt idx="28350">
                  <c:v>45552.929861111108</c:v>
                </c:pt>
                <c:pt idx="28351">
                  <c:v>45534.897222222222</c:v>
                </c:pt>
                <c:pt idx="28352">
                  <c:v>45318.421527777777</c:v>
                </c:pt>
                <c:pt idx="28353">
                  <c:v>45837.349305555559</c:v>
                </c:pt>
                <c:pt idx="28354">
                  <c:v>45909.938194444447</c:v>
                </c:pt>
                <c:pt idx="28355">
                  <c:v>45332.492361111108</c:v>
                </c:pt>
                <c:pt idx="28356">
                  <c:v>45779.706944444442</c:v>
                </c:pt>
                <c:pt idx="28357">
                  <c:v>45882.993055555547</c:v>
                </c:pt>
                <c:pt idx="28358">
                  <c:v>45934.801388888889</c:v>
                </c:pt>
                <c:pt idx="28359">
                  <c:v>45865.643750000003</c:v>
                </c:pt>
                <c:pt idx="28360">
                  <c:v>45962.755555555559</c:v>
                </c:pt>
                <c:pt idx="28361">
                  <c:v>45693.8125</c:v>
                </c:pt>
                <c:pt idx="28362">
                  <c:v>45599.486111111109</c:v>
                </c:pt>
                <c:pt idx="28363">
                  <c:v>45760.35833333333</c:v>
                </c:pt>
                <c:pt idx="28364">
                  <c:v>45445.009027777778</c:v>
                </c:pt>
                <c:pt idx="28365">
                  <c:v>45722.32916666667</c:v>
                </c:pt>
                <c:pt idx="28366">
                  <c:v>45734.009027777778</c:v>
                </c:pt>
                <c:pt idx="28367">
                  <c:v>45683.904861111107</c:v>
                </c:pt>
                <c:pt idx="28368">
                  <c:v>45620.856249999997</c:v>
                </c:pt>
                <c:pt idx="28369">
                  <c:v>45602.870138888888</c:v>
                </c:pt>
                <c:pt idx="28370">
                  <c:v>45620.315972222219</c:v>
                </c:pt>
                <c:pt idx="28371">
                  <c:v>45903.805555555547</c:v>
                </c:pt>
                <c:pt idx="28372">
                  <c:v>45802.652777777781</c:v>
                </c:pt>
                <c:pt idx="28373">
                  <c:v>45763.568055555559</c:v>
                </c:pt>
                <c:pt idx="28374">
                  <c:v>45747.406944444447</c:v>
                </c:pt>
                <c:pt idx="28375">
                  <c:v>45964.372916666667</c:v>
                </c:pt>
                <c:pt idx="28376">
                  <c:v>45984.771527777782</c:v>
                </c:pt>
                <c:pt idx="28377">
                  <c:v>45498.397222222222</c:v>
                </c:pt>
                <c:pt idx="28378">
                  <c:v>45672.643750000003</c:v>
                </c:pt>
                <c:pt idx="28379">
                  <c:v>45390.038194444453</c:v>
                </c:pt>
                <c:pt idx="28380">
                  <c:v>45410.581944444442</c:v>
                </c:pt>
                <c:pt idx="28381">
                  <c:v>45917.78402777778</c:v>
                </c:pt>
                <c:pt idx="28382">
                  <c:v>45482.495833333327</c:v>
                </c:pt>
                <c:pt idx="28383">
                  <c:v>45736.386805555558</c:v>
                </c:pt>
                <c:pt idx="28384">
                  <c:v>45747.196527777778</c:v>
                </c:pt>
                <c:pt idx="28385">
                  <c:v>46021.593055555553</c:v>
                </c:pt>
                <c:pt idx="28386">
                  <c:v>45378.209722222222</c:v>
                </c:pt>
                <c:pt idx="28387">
                  <c:v>45822.086111111108</c:v>
                </c:pt>
                <c:pt idx="28388">
                  <c:v>45554.410416666673</c:v>
                </c:pt>
                <c:pt idx="28389">
                  <c:v>45888.620833333327</c:v>
                </c:pt>
                <c:pt idx="28390">
                  <c:v>45473.743750000001</c:v>
                </c:pt>
                <c:pt idx="28391">
                  <c:v>45849.87777777778</c:v>
                </c:pt>
                <c:pt idx="28392">
                  <c:v>45809.655555555553</c:v>
                </c:pt>
                <c:pt idx="28393">
                  <c:v>45794.399305555547</c:v>
                </c:pt>
                <c:pt idx="28394">
                  <c:v>45752.652777777781</c:v>
                </c:pt>
                <c:pt idx="28395">
                  <c:v>45813.897916666669</c:v>
                </c:pt>
                <c:pt idx="28396">
                  <c:v>45676.05</c:v>
                </c:pt>
                <c:pt idx="28397">
                  <c:v>45799.501388888893</c:v>
                </c:pt>
                <c:pt idx="28398">
                  <c:v>45936.697222222218</c:v>
                </c:pt>
                <c:pt idx="28399">
                  <c:v>45698.806944444441</c:v>
                </c:pt>
                <c:pt idx="28400">
                  <c:v>45725.683333333327</c:v>
                </c:pt>
                <c:pt idx="28401">
                  <c:v>45953.505555555559</c:v>
                </c:pt>
                <c:pt idx="28402">
                  <c:v>45711.804166666669</c:v>
                </c:pt>
                <c:pt idx="28403">
                  <c:v>45911.549305555563</c:v>
                </c:pt>
                <c:pt idx="28404">
                  <c:v>45915.623611111107</c:v>
                </c:pt>
                <c:pt idx="28405">
                  <c:v>45697.705555555563</c:v>
                </c:pt>
                <c:pt idx="28406">
                  <c:v>45700.461111111108</c:v>
                </c:pt>
                <c:pt idx="28407">
                  <c:v>45748.790972222218</c:v>
                </c:pt>
                <c:pt idx="28408">
                  <c:v>45781.457638888889</c:v>
                </c:pt>
                <c:pt idx="28409">
                  <c:v>45331.348611111112</c:v>
                </c:pt>
                <c:pt idx="28410">
                  <c:v>45645.890277777777</c:v>
                </c:pt>
                <c:pt idx="28411">
                  <c:v>45624.615277777782</c:v>
                </c:pt>
                <c:pt idx="28412">
                  <c:v>45629.712500000001</c:v>
                </c:pt>
                <c:pt idx="28413">
                  <c:v>45617.899305555547</c:v>
                </c:pt>
                <c:pt idx="28414">
                  <c:v>45753.497916666667</c:v>
                </c:pt>
                <c:pt idx="28415">
                  <c:v>45980.757638888892</c:v>
                </c:pt>
                <c:pt idx="28416">
                  <c:v>45795.968055555553</c:v>
                </c:pt>
                <c:pt idx="28417">
                  <c:v>46008.771527777782</c:v>
                </c:pt>
                <c:pt idx="28418">
                  <c:v>45942.894444444442</c:v>
                </c:pt>
                <c:pt idx="28419">
                  <c:v>45967.563888888893</c:v>
                </c:pt>
                <c:pt idx="28420">
                  <c:v>45694.969444444447</c:v>
                </c:pt>
                <c:pt idx="28421">
                  <c:v>45812.01458333333</c:v>
                </c:pt>
                <c:pt idx="28422">
                  <c:v>45915.329861111109</c:v>
                </c:pt>
                <c:pt idx="28423">
                  <c:v>45782.393750000003</c:v>
                </c:pt>
                <c:pt idx="28424">
                  <c:v>45868.557638888888</c:v>
                </c:pt>
                <c:pt idx="28425">
                  <c:v>45843.885416666657</c:v>
                </c:pt>
                <c:pt idx="28426">
                  <c:v>45638.627083333333</c:v>
                </c:pt>
                <c:pt idx="28427">
                  <c:v>45722.89166666667</c:v>
                </c:pt>
                <c:pt idx="28428">
                  <c:v>45658.413888888892</c:v>
                </c:pt>
                <c:pt idx="28429">
                  <c:v>46013.222916666673</c:v>
                </c:pt>
                <c:pt idx="28430">
                  <c:v>45794.743055555547</c:v>
                </c:pt>
                <c:pt idx="28431">
                  <c:v>45701.942361111112</c:v>
                </c:pt>
                <c:pt idx="28432">
                  <c:v>45805.054166666669</c:v>
                </c:pt>
                <c:pt idx="28433">
                  <c:v>45661.580555555563</c:v>
                </c:pt>
                <c:pt idx="28434">
                  <c:v>45635.745833333327</c:v>
                </c:pt>
                <c:pt idx="28435">
                  <c:v>45916.479166666657</c:v>
                </c:pt>
                <c:pt idx="28436">
                  <c:v>45441.710416666669</c:v>
                </c:pt>
                <c:pt idx="28437">
                  <c:v>45839.546527777777</c:v>
                </c:pt>
                <c:pt idx="28438">
                  <c:v>45694.523611111108</c:v>
                </c:pt>
                <c:pt idx="28439">
                  <c:v>45597.656944444447</c:v>
                </c:pt>
                <c:pt idx="28440">
                  <c:v>45360.863194444442</c:v>
                </c:pt>
                <c:pt idx="28441">
                  <c:v>45628.737500000003</c:v>
                </c:pt>
                <c:pt idx="28442">
                  <c:v>45957.877083333333</c:v>
                </c:pt>
                <c:pt idx="28443">
                  <c:v>45708.614583333343</c:v>
                </c:pt>
                <c:pt idx="28444">
                  <c:v>45326.654861111107</c:v>
                </c:pt>
                <c:pt idx="28445">
                  <c:v>45879.604861111111</c:v>
                </c:pt>
                <c:pt idx="28446">
                  <c:v>45536.722916666673</c:v>
                </c:pt>
                <c:pt idx="28447">
                  <c:v>45805.818749999999</c:v>
                </c:pt>
                <c:pt idx="28448">
                  <c:v>45315.515277777777</c:v>
                </c:pt>
                <c:pt idx="28449">
                  <c:v>45417.710416666669</c:v>
                </c:pt>
                <c:pt idx="28450">
                  <c:v>45524.609722222223</c:v>
                </c:pt>
                <c:pt idx="28451">
                  <c:v>45670.50277777778</c:v>
                </c:pt>
                <c:pt idx="28452">
                  <c:v>45314.440972222219</c:v>
                </c:pt>
                <c:pt idx="28453">
                  <c:v>45696.741666666669</c:v>
                </c:pt>
                <c:pt idx="28454">
                  <c:v>45969.584027777782</c:v>
                </c:pt>
                <c:pt idx="28455">
                  <c:v>46013.482638888891</c:v>
                </c:pt>
                <c:pt idx="28456">
                  <c:v>45526.816666666673</c:v>
                </c:pt>
                <c:pt idx="28457">
                  <c:v>45701.986805555563</c:v>
                </c:pt>
                <c:pt idx="28458">
                  <c:v>46001.6875</c:v>
                </c:pt>
                <c:pt idx="28459">
                  <c:v>45693.638888888891</c:v>
                </c:pt>
                <c:pt idx="28460">
                  <c:v>45739.646527777782</c:v>
                </c:pt>
                <c:pt idx="28461">
                  <c:v>45863.536111111112</c:v>
                </c:pt>
                <c:pt idx="28462">
                  <c:v>45477.393055555563</c:v>
                </c:pt>
                <c:pt idx="28463">
                  <c:v>45637.893055555563</c:v>
                </c:pt>
                <c:pt idx="28464">
                  <c:v>45687.542361111111</c:v>
                </c:pt>
                <c:pt idx="28465">
                  <c:v>45804.668749999997</c:v>
                </c:pt>
                <c:pt idx="28466">
                  <c:v>45913.567361111112</c:v>
                </c:pt>
                <c:pt idx="28467">
                  <c:v>45875.445138888892</c:v>
                </c:pt>
                <c:pt idx="28468">
                  <c:v>45491.679861111108</c:v>
                </c:pt>
                <c:pt idx="28469">
                  <c:v>45491.679861111108</c:v>
                </c:pt>
                <c:pt idx="28470">
                  <c:v>45666.912499999999</c:v>
                </c:pt>
                <c:pt idx="28471">
                  <c:v>45556.432638888888</c:v>
                </c:pt>
                <c:pt idx="28472">
                  <c:v>45674.68472222222</c:v>
                </c:pt>
                <c:pt idx="28473">
                  <c:v>45726.511111111111</c:v>
                </c:pt>
                <c:pt idx="28474">
                  <c:v>45658.268750000003</c:v>
                </c:pt>
                <c:pt idx="28475">
                  <c:v>45803.65625</c:v>
                </c:pt>
                <c:pt idx="28476">
                  <c:v>45777.416666666657</c:v>
                </c:pt>
                <c:pt idx="28477">
                  <c:v>45922.788194444453</c:v>
                </c:pt>
                <c:pt idx="28478">
                  <c:v>45698.775694444441</c:v>
                </c:pt>
                <c:pt idx="28479">
                  <c:v>45751.397916666669</c:v>
                </c:pt>
                <c:pt idx="28480">
                  <c:v>45732.568749999999</c:v>
                </c:pt>
                <c:pt idx="28481">
                  <c:v>45816.287499999999</c:v>
                </c:pt>
                <c:pt idx="28482">
                  <c:v>45895.789583333331</c:v>
                </c:pt>
                <c:pt idx="28483">
                  <c:v>45807.553472222222</c:v>
                </c:pt>
                <c:pt idx="28484">
                  <c:v>45992.521527777782</c:v>
                </c:pt>
                <c:pt idx="28485">
                  <c:v>45880.603472222218</c:v>
                </c:pt>
                <c:pt idx="28486">
                  <c:v>45758.755555555559</c:v>
                </c:pt>
                <c:pt idx="28487">
                  <c:v>45974.355555555558</c:v>
                </c:pt>
                <c:pt idx="28488">
                  <c:v>45864.729166666657</c:v>
                </c:pt>
                <c:pt idx="28489">
                  <c:v>45754.635416666657</c:v>
                </c:pt>
                <c:pt idx="28490">
                  <c:v>46003.669444444437</c:v>
                </c:pt>
                <c:pt idx="28491">
                  <c:v>45922.779861111107</c:v>
                </c:pt>
                <c:pt idx="28492">
                  <c:v>45912.479166666657</c:v>
                </c:pt>
                <c:pt idx="28493">
                  <c:v>45844.664583333331</c:v>
                </c:pt>
                <c:pt idx="28494">
                  <c:v>45777.845833333333</c:v>
                </c:pt>
                <c:pt idx="28495">
                  <c:v>45851.719444444447</c:v>
                </c:pt>
                <c:pt idx="28496">
                  <c:v>45956.524305555547</c:v>
                </c:pt>
                <c:pt idx="28497">
                  <c:v>45842.522916666669</c:v>
                </c:pt>
                <c:pt idx="28498">
                  <c:v>45791.272916666669</c:v>
                </c:pt>
                <c:pt idx="28499">
                  <c:v>45833.839583333327</c:v>
                </c:pt>
                <c:pt idx="28500">
                  <c:v>45824.633333333331</c:v>
                </c:pt>
                <c:pt idx="28501">
                  <c:v>45998.922222222223</c:v>
                </c:pt>
                <c:pt idx="28502">
                  <c:v>45666.597222222219</c:v>
                </c:pt>
                <c:pt idx="28503">
                  <c:v>45732.554166666669</c:v>
                </c:pt>
                <c:pt idx="28504">
                  <c:v>45739.480555555558</c:v>
                </c:pt>
                <c:pt idx="28505">
                  <c:v>45733.048611111109</c:v>
                </c:pt>
                <c:pt idx="28506">
                  <c:v>45883.631249999999</c:v>
                </c:pt>
                <c:pt idx="28507">
                  <c:v>45807.939583333333</c:v>
                </c:pt>
                <c:pt idx="28508">
                  <c:v>45954.509027777778</c:v>
                </c:pt>
                <c:pt idx="28509">
                  <c:v>45838.745833333327</c:v>
                </c:pt>
                <c:pt idx="28510">
                  <c:v>45573.45416666667</c:v>
                </c:pt>
                <c:pt idx="28511">
                  <c:v>45754.722916666673</c:v>
                </c:pt>
                <c:pt idx="28512">
                  <c:v>45922.451388888891</c:v>
                </c:pt>
                <c:pt idx="28513">
                  <c:v>45413.404861111107</c:v>
                </c:pt>
                <c:pt idx="28514">
                  <c:v>45946.5</c:v>
                </c:pt>
                <c:pt idx="28515">
                  <c:v>45663.568055555559</c:v>
                </c:pt>
                <c:pt idx="28516">
                  <c:v>45669.769444444442</c:v>
                </c:pt>
                <c:pt idx="28517">
                  <c:v>45764.658333333333</c:v>
                </c:pt>
                <c:pt idx="28518">
                  <c:v>45991.088194444441</c:v>
                </c:pt>
                <c:pt idx="28519">
                  <c:v>46014.765277777777</c:v>
                </c:pt>
                <c:pt idx="28520">
                  <c:v>45781.82708333333</c:v>
                </c:pt>
                <c:pt idx="28521">
                  <c:v>45752.94027777778</c:v>
                </c:pt>
                <c:pt idx="28522">
                  <c:v>45781.743750000001</c:v>
                </c:pt>
                <c:pt idx="28523">
                  <c:v>45628.537499999999</c:v>
                </c:pt>
                <c:pt idx="28524">
                  <c:v>45477.431944444441</c:v>
                </c:pt>
                <c:pt idx="28525">
                  <c:v>45989.248611111107</c:v>
                </c:pt>
                <c:pt idx="28526">
                  <c:v>45782.788194444453</c:v>
                </c:pt>
                <c:pt idx="28527">
                  <c:v>45874.37777777778</c:v>
                </c:pt>
                <c:pt idx="28528">
                  <c:v>45771.479861111111</c:v>
                </c:pt>
                <c:pt idx="28529">
                  <c:v>45852.244444444441</c:v>
                </c:pt>
                <c:pt idx="28530">
                  <c:v>45827.26666666667</c:v>
                </c:pt>
                <c:pt idx="28531">
                  <c:v>45726.867361111108</c:v>
                </c:pt>
                <c:pt idx="28532">
                  <c:v>45921.320833333331</c:v>
                </c:pt>
                <c:pt idx="28533">
                  <c:v>45890.806944444441</c:v>
                </c:pt>
                <c:pt idx="28534">
                  <c:v>45904.536805555559</c:v>
                </c:pt>
                <c:pt idx="28535">
                  <c:v>45867.477083333331</c:v>
                </c:pt>
                <c:pt idx="28536">
                  <c:v>45929.262499999997</c:v>
                </c:pt>
                <c:pt idx="28537">
                  <c:v>45971.557638888888</c:v>
                </c:pt>
                <c:pt idx="28538">
                  <c:v>45813.565972222219</c:v>
                </c:pt>
                <c:pt idx="28539">
                  <c:v>45799.472916666673</c:v>
                </c:pt>
                <c:pt idx="28540">
                  <c:v>45751.323611111111</c:v>
                </c:pt>
                <c:pt idx="28541">
                  <c:v>45954.270138888889</c:v>
                </c:pt>
                <c:pt idx="28542">
                  <c:v>46003.370833333327</c:v>
                </c:pt>
                <c:pt idx="28543">
                  <c:v>45728.859722222223</c:v>
                </c:pt>
                <c:pt idx="28544">
                  <c:v>45899.945138888892</c:v>
                </c:pt>
                <c:pt idx="28545">
                  <c:v>45710.880555555559</c:v>
                </c:pt>
                <c:pt idx="28546">
                  <c:v>45823.8</c:v>
                </c:pt>
                <c:pt idx="28547">
                  <c:v>45481.831944444442</c:v>
                </c:pt>
                <c:pt idx="28548">
                  <c:v>46002.645833333343</c:v>
                </c:pt>
                <c:pt idx="28549">
                  <c:v>45906.785416666673</c:v>
                </c:pt>
                <c:pt idx="28550">
                  <c:v>45677.463194444441</c:v>
                </c:pt>
                <c:pt idx="28551">
                  <c:v>45747.859722222223</c:v>
                </c:pt>
                <c:pt idx="28552">
                  <c:v>45755.47152777778</c:v>
                </c:pt>
                <c:pt idx="28553">
                  <c:v>45710.560416666667</c:v>
                </c:pt>
                <c:pt idx="28554">
                  <c:v>45469.603472222218</c:v>
                </c:pt>
                <c:pt idx="28555">
                  <c:v>45686.463194444441</c:v>
                </c:pt>
                <c:pt idx="28556">
                  <c:v>45987.615277777782</c:v>
                </c:pt>
                <c:pt idx="28557">
                  <c:v>45744.508333333331</c:v>
                </c:pt>
                <c:pt idx="28558">
                  <c:v>45905.486111111109</c:v>
                </c:pt>
                <c:pt idx="28559">
                  <c:v>45786.545138888891</c:v>
                </c:pt>
                <c:pt idx="28560">
                  <c:v>45349.54791666667</c:v>
                </c:pt>
                <c:pt idx="28561">
                  <c:v>45387.505555555559</c:v>
                </c:pt>
                <c:pt idx="28562">
                  <c:v>45931.771527777782</c:v>
                </c:pt>
                <c:pt idx="28563">
                  <c:v>45834.496527777781</c:v>
                </c:pt>
                <c:pt idx="28564">
                  <c:v>46020.959027777782</c:v>
                </c:pt>
                <c:pt idx="28565">
                  <c:v>45581.527083333327</c:v>
                </c:pt>
                <c:pt idx="28566">
                  <c:v>45500.627083333333</c:v>
                </c:pt>
                <c:pt idx="28567">
                  <c:v>45959.780555555553</c:v>
                </c:pt>
                <c:pt idx="28568">
                  <c:v>45651.54791666667</c:v>
                </c:pt>
                <c:pt idx="28569">
                  <c:v>45537.490277777782</c:v>
                </c:pt>
                <c:pt idx="28570">
                  <c:v>45867.669444444437</c:v>
                </c:pt>
                <c:pt idx="28571">
                  <c:v>45646.980555555558</c:v>
                </c:pt>
                <c:pt idx="28572">
                  <c:v>45694.457638888889</c:v>
                </c:pt>
                <c:pt idx="28573">
                  <c:v>45694.457638888889</c:v>
                </c:pt>
                <c:pt idx="28574">
                  <c:v>45646.980555555558</c:v>
                </c:pt>
                <c:pt idx="28575">
                  <c:v>45618.65347222222</c:v>
                </c:pt>
                <c:pt idx="28576">
                  <c:v>45639.758333333331</c:v>
                </c:pt>
                <c:pt idx="28577">
                  <c:v>45699.738194444442</c:v>
                </c:pt>
                <c:pt idx="28578">
                  <c:v>45677.054166666669</c:v>
                </c:pt>
                <c:pt idx="28579">
                  <c:v>45677.054166666669</c:v>
                </c:pt>
                <c:pt idx="28580">
                  <c:v>45699.738194444442</c:v>
                </c:pt>
                <c:pt idx="28581">
                  <c:v>45438.714583333327</c:v>
                </c:pt>
                <c:pt idx="28582">
                  <c:v>45834.881249999999</c:v>
                </c:pt>
                <c:pt idx="28583">
                  <c:v>45942.736111111109</c:v>
                </c:pt>
                <c:pt idx="28584">
                  <c:v>46023.40347222222</c:v>
                </c:pt>
                <c:pt idx="28585">
                  <c:v>45453.461805555547</c:v>
                </c:pt>
                <c:pt idx="28586">
                  <c:v>45323.667361111111</c:v>
                </c:pt>
                <c:pt idx="28587">
                  <c:v>45610.513194444437</c:v>
                </c:pt>
                <c:pt idx="28588">
                  <c:v>45714.583333333343</c:v>
                </c:pt>
                <c:pt idx="28589">
                  <c:v>45736.693055555559</c:v>
                </c:pt>
                <c:pt idx="28590">
                  <c:v>45510.614583333343</c:v>
                </c:pt>
                <c:pt idx="28591">
                  <c:v>45510.613888888889</c:v>
                </c:pt>
                <c:pt idx="28592">
                  <c:v>45912.618750000001</c:v>
                </c:pt>
                <c:pt idx="28593">
                  <c:v>45856.55</c:v>
                </c:pt>
                <c:pt idx="28594">
                  <c:v>45860.327777777777</c:v>
                </c:pt>
                <c:pt idx="28595">
                  <c:v>45856.55</c:v>
                </c:pt>
                <c:pt idx="28596">
                  <c:v>45860.327777777777</c:v>
                </c:pt>
                <c:pt idx="28597">
                  <c:v>45912.618750000001</c:v>
                </c:pt>
                <c:pt idx="28598">
                  <c:v>45296.934027777781</c:v>
                </c:pt>
                <c:pt idx="28599">
                  <c:v>45371.509722222218</c:v>
                </c:pt>
                <c:pt idx="28600">
                  <c:v>45917.786805555559</c:v>
                </c:pt>
                <c:pt idx="28601">
                  <c:v>45593.734722222223</c:v>
                </c:pt>
                <c:pt idx="28602">
                  <c:v>45677.35</c:v>
                </c:pt>
                <c:pt idx="28603">
                  <c:v>45749.700694444437</c:v>
                </c:pt>
                <c:pt idx="28604">
                  <c:v>45536.513888888891</c:v>
                </c:pt>
                <c:pt idx="28605">
                  <c:v>45850.484722222223</c:v>
                </c:pt>
                <c:pt idx="28606">
                  <c:v>45700.546527777777</c:v>
                </c:pt>
                <c:pt idx="28607">
                  <c:v>45745.411805555559</c:v>
                </c:pt>
                <c:pt idx="28608">
                  <c:v>45721.628472222219</c:v>
                </c:pt>
                <c:pt idx="28609">
                  <c:v>45695.620138888888</c:v>
                </c:pt>
                <c:pt idx="28610">
                  <c:v>45649.645833333343</c:v>
                </c:pt>
                <c:pt idx="28611">
                  <c:v>45863.675694444442</c:v>
                </c:pt>
                <c:pt idx="28612">
                  <c:v>45920.882638888892</c:v>
                </c:pt>
                <c:pt idx="28613">
                  <c:v>45881.398611111108</c:v>
                </c:pt>
                <c:pt idx="28614">
                  <c:v>45614.748611111107</c:v>
                </c:pt>
                <c:pt idx="28615">
                  <c:v>45780.824305555558</c:v>
                </c:pt>
                <c:pt idx="28616">
                  <c:v>45539.418749999997</c:v>
                </c:pt>
                <c:pt idx="28617">
                  <c:v>46013.618055555547</c:v>
                </c:pt>
                <c:pt idx="28618">
                  <c:v>45520.756249999999</c:v>
                </c:pt>
                <c:pt idx="28619">
                  <c:v>45755.625</c:v>
                </c:pt>
                <c:pt idx="28620">
                  <c:v>45706.65347222222</c:v>
                </c:pt>
                <c:pt idx="28621">
                  <c:v>45930.567361111112</c:v>
                </c:pt>
                <c:pt idx="28622">
                  <c:v>45503.025000000001</c:v>
                </c:pt>
                <c:pt idx="28623">
                  <c:v>45886.743055555547</c:v>
                </c:pt>
                <c:pt idx="28624">
                  <c:v>45467.370833333327</c:v>
                </c:pt>
                <c:pt idx="28625">
                  <c:v>45973.626388888893</c:v>
                </c:pt>
                <c:pt idx="28626">
                  <c:v>45805.561111111107</c:v>
                </c:pt>
                <c:pt idx="28627">
                  <c:v>45587.769444444442</c:v>
                </c:pt>
                <c:pt idx="28628">
                  <c:v>45396.984027777777</c:v>
                </c:pt>
                <c:pt idx="28629">
                  <c:v>45933.085416666669</c:v>
                </c:pt>
                <c:pt idx="28630">
                  <c:v>45752.756249999999</c:v>
                </c:pt>
                <c:pt idx="28631">
                  <c:v>45871.956944444442</c:v>
                </c:pt>
                <c:pt idx="28632">
                  <c:v>45844.713888888888</c:v>
                </c:pt>
                <c:pt idx="28633">
                  <c:v>45900.929861111108</c:v>
                </c:pt>
                <c:pt idx="28634">
                  <c:v>45627.459722222222</c:v>
                </c:pt>
                <c:pt idx="28635">
                  <c:v>45588.650694444441</c:v>
                </c:pt>
                <c:pt idx="28636">
                  <c:v>45656.571527777778</c:v>
                </c:pt>
                <c:pt idx="28637">
                  <c:v>45785.246527777781</c:v>
                </c:pt>
                <c:pt idx="28638">
                  <c:v>45849.004166666673</c:v>
                </c:pt>
                <c:pt idx="28639">
                  <c:v>45919.636805555558</c:v>
                </c:pt>
                <c:pt idx="28640">
                  <c:v>45784.875</c:v>
                </c:pt>
                <c:pt idx="28641">
                  <c:v>45721.570833333331</c:v>
                </c:pt>
                <c:pt idx="28642">
                  <c:v>45931.843055555553</c:v>
                </c:pt>
                <c:pt idx="28643">
                  <c:v>45624.86041666667</c:v>
                </c:pt>
                <c:pt idx="28644">
                  <c:v>45969.826388888891</c:v>
                </c:pt>
                <c:pt idx="28645">
                  <c:v>45364.84097222222</c:v>
                </c:pt>
                <c:pt idx="28646">
                  <c:v>45325.478472222218</c:v>
                </c:pt>
                <c:pt idx="28647">
                  <c:v>45942.459027777782</c:v>
                </c:pt>
                <c:pt idx="28648">
                  <c:v>46001.371527777781</c:v>
                </c:pt>
                <c:pt idx="28649">
                  <c:v>46014.906944444447</c:v>
                </c:pt>
                <c:pt idx="28650">
                  <c:v>45347.85833333333</c:v>
                </c:pt>
                <c:pt idx="28651">
                  <c:v>45868.84375</c:v>
                </c:pt>
                <c:pt idx="28652">
                  <c:v>45924.847916666673</c:v>
                </c:pt>
                <c:pt idx="28653">
                  <c:v>45900.589583333327</c:v>
                </c:pt>
                <c:pt idx="28654">
                  <c:v>45851.893055555563</c:v>
                </c:pt>
                <c:pt idx="28655">
                  <c:v>45886.611805555563</c:v>
                </c:pt>
                <c:pt idx="28656">
                  <c:v>45666.420138888891</c:v>
                </c:pt>
                <c:pt idx="28657">
                  <c:v>45605.411805555559</c:v>
                </c:pt>
                <c:pt idx="28658">
                  <c:v>45434.676388888889</c:v>
                </c:pt>
                <c:pt idx="28659">
                  <c:v>45979.34097222222</c:v>
                </c:pt>
                <c:pt idx="28660">
                  <c:v>45837.616666666669</c:v>
                </c:pt>
                <c:pt idx="28661">
                  <c:v>45650.348611111112</c:v>
                </c:pt>
                <c:pt idx="28662">
                  <c:v>45573.686805555553</c:v>
                </c:pt>
                <c:pt idx="28663">
                  <c:v>45418.395138888889</c:v>
                </c:pt>
                <c:pt idx="28664">
                  <c:v>45481.52847222222</c:v>
                </c:pt>
                <c:pt idx="28665">
                  <c:v>45989.548611111109</c:v>
                </c:pt>
                <c:pt idx="28666">
                  <c:v>45882.48333333333</c:v>
                </c:pt>
                <c:pt idx="28667">
                  <c:v>45820.756944444453</c:v>
                </c:pt>
                <c:pt idx="28668">
                  <c:v>45808.461805555547</c:v>
                </c:pt>
                <c:pt idx="28669">
                  <c:v>45435.80972222222</c:v>
                </c:pt>
                <c:pt idx="28670">
                  <c:v>45633.650694444441</c:v>
                </c:pt>
                <c:pt idx="28671">
                  <c:v>45760.557638888888</c:v>
                </c:pt>
                <c:pt idx="28672">
                  <c:v>45643.681944444441</c:v>
                </c:pt>
                <c:pt idx="28673">
                  <c:v>45642.837500000001</c:v>
                </c:pt>
                <c:pt idx="28674">
                  <c:v>45756.694444444453</c:v>
                </c:pt>
                <c:pt idx="28675">
                  <c:v>45854.859027777777</c:v>
                </c:pt>
                <c:pt idx="28676">
                  <c:v>45962.921527777777</c:v>
                </c:pt>
                <c:pt idx="28677">
                  <c:v>45886.838194444441</c:v>
                </c:pt>
                <c:pt idx="28678">
                  <c:v>45846.804166666669</c:v>
                </c:pt>
                <c:pt idx="28679">
                  <c:v>45869.330555555563</c:v>
                </c:pt>
                <c:pt idx="28680">
                  <c:v>45792.383333333331</c:v>
                </c:pt>
                <c:pt idx="28681">
                  <c:v>45730.355555555558</c:v>
                </c:pt>
                <c:pt idx="28682">
                  <c:v>45420.833333333343</c:v>
                </c:pt>
                <c:pt idx="28683">
                  <c:v>45756.997916666667</c:v>
                </c:pt>
                <c:pt idx="28684">
                  <c:v>45336.32708333333</c:v>
                </c:pt>
                <c:pt idx="28685">
                  <c:v>45444.818749999999</c:v>
                </c:pt>
                <c:pt idx="28686">
                  <c:v>45414.760416666657</c:v>
                </c:pt>
                <c:pt idx="28687">
                  <c:v>45408.82708333333</c:v>
                </c:pt>
                <c:pt idx="28688">
                  <c:v>45839.959027777782</c:v>
                </c:pt>
                <c:pt idx="28689">
                  <c:v>45595.738888888889</c:v>
                </c:pt>
                <c:pt idx="28690">
                  <c:v>45883.650694444441</c:v>
                </c:pt>
                <c:pt idx="28691">
                  <c:v>45760.262499999997</c:v>
                </c:pt>
                <c:pt idx="28692">
                  <c:v>45726.595833333333</c:v>
                </c:pt>
                <c:pt idx="28693">
                  <c:v>45880.54583333333</c:v>
                </c:pt>
                <c:pt idx="28694">
                  <c:v>45946.417361111111</c:v>
                </c:pt>
                <c:pt idx="28695">
                  <c:v>45833.429861111108</c:v>
                </c:pt>
                <c:pt idx="28696">
                  <c:v>45740.185416666667</c:v>
                </c:pt>
                <c:pt idx="28697">
                  <c:v>45713.060416666667</c:v>
                </c:pt>
                <c:pt idx="28698">
                  <c:v>45989.507638888892</c:v>
                </c:pt>
                <c:pt idx="28699">
                  <c:v>45831.559027777781</c:v>
                </c:pt>
                <c:pt idx="28700">
                  <c:v>45887.461111111108</c:v>
                </c:pt>
                <c:pt idx="28701">
                  <c:v>45706.425694444442</c:v>
                </c:pt>
                <c:pt idx="28702">
                  <c:v>45789.593055555553</c:v>
                </c:pt>
                <c:pt idx="28703">
                  <c:v>45688.535416666673</c:v>
                </c:pt>
                <c:pt idx="28704">
                  <c:v>45944.463888888888</c:v>
                </c:pt>
                <c:pt idx="28705">
                  <c:v>45747.665277777778</c:v>
                </c:pt>
                <c:pt idx="28706">
                  <c:v>45433.61041666667</c:v>
                </c:pt>
                <c:pt idx="28707">
                  <c:v>45769.544444444437</c:v>
                </c:pt>
                <c:pt idx="28708">
                  <c:v>45977.847222222219</c:v>
                </c:pt>
                <c:pt idx="28709">
                  <c:v>45664.506944444453</c:v>
                </c:pt>
                <c:pt idx="28710">
                  <c:v>45621.761805555558</c:v>
                </c:pt>
                <c:pt idx="28711">
                  <c:v>45653.411111111112</c:v>
                </c:pt>
                <c:pt idx="28712">
                  <c:v>46020.441666666673</c:v>
                </c:pt>
                <c:pt idx="28713">
                  <c:v>45915.65625</c:v>
                </c:pt>
                <c:pt idx="28714">
                  <c:v>45768.297222222223</c:v>
                </c:pt>
                <c:pt idx="28715">
                  <c:v>45657.386111111111</c:v>
                </c:pt>
                <c:pt idx="28716">
                  <c:v>45459.574999999997</c:v>
                </c:pt>
                <c:pt idx="28717">
                  <c:v>45891.585416666669</c:v>
                </c:pt>
                <c:pt idx="28718">
                  <c:v>45734.352083333331</c:v>
                </c:pt>
                <c:pt idx="28719">
                  <c:v>45527.352777777778</c:v>
                </c:pt>
                <c:pt idx="28720">
                  <c:v>45616.347222222219</c:v>
                </c:pt>
                <c:pt idx="28721">
                  <c:v>45754.451388888891</c:v>
                </c:pt>
                <c:pt idx="28722">
                  <c:v>45730.772222222222</c:v>
                </c:pt>
                <c:pt idx="28723">
                  <c:v>45782.785416666673</c:v>
                </c:pt>
                <c:pt idx="28724">
                  <c:v>46009.773611111108</c:v>
                </c:pt>
                <c:pt idx="28725">
                  <c:v>45599.767361111109</c:v>
                </c:pt>
                <c:pt idx="28726">
                  <c:v>45786.79791666667</c:v>
                </c:pt>
                <c:pt idx="28727">
                  <c:v>45773.638888888891</c:v>
                </c:pt>
                <c:pt idx="28728">
                  <c:v>45759.477777777778</c:v>
                </c:pt>
                <c:pt idx="28729">
                  <c:v>45874.443055555559</c:v>
                </c:pt>
                <c:pt idx="28730">
                  <c:v>45956.834027777782</c:v>
                </c:pt>
                <c:pt idx="28731">
                  <c:v>45580.648611111108</c:v>
                </c:pt>
                <c:pt idx="28732">
                  <c:v>45665.71875</c:v>
                </c:pt>
                <c:pt idx="28733">
                  <c:v>45961.591666666667</c:v>
                </c:pt>
                <c:pt idx="28734">
                  <c:v>45613.838194444441</c:v>
                </c:pt>
                <c:pt idx="28735">
                  <c:v>45642.506944444453</c:v>
                </c:pt>
                <c:pt idx="28736">
                  <c:v>45546.490972222222</c:v>
                </c:pt>
                <c:pt idx="28737">
                  <c:v>45754.929861111108</c:v>
                </c:pt>
                <c:pt idx="28738">
                  <c:v>45798.59375</c:v>
                </c:pt>
                <c:pt idx="28739">
                  <c:v>45321.51666666667</c:v>
                </c:pt>
                <c:pt idx="28740">
                  <c:v>45387.552777777782</c:v>
                </c:pt>
                <c:pt idx="28741">
                  <c:v>45666.986805555563</c:v>
                </c:pt>
                <c:pt idx="28742">
                  <c:v>45895.853472222218</c:v>
                </c:pt>
                <c:pt idx="28743">
                  <c:v>45824.288194444453</c:v>
                </c:pt>
                <c:pt idx="28744">
                  <c:v>45537.590277777781</c:v>
                </c:pt>
                <c:pt idx="28745">
                  <c:v>45580.823611111111</c:v>
                </c:pt>
                <c:pt idx="28746">
                  <c:v>45949.543749999997</c:v>
                </c:pt>
                <c:pt idx="28747">
                  <c:v>45447.586805555547</c:v>
                </c:pt>
                <c:pt idx="28748">
                  <c:v>45735.609027777777</c:v>
                </c:pt>
                <c:pt idx="28749">
                  <c:v>45503.537499999999</c:v>
                </c:pt>
                <c:pt idx="28750">
                  <c:v>45413.682638888888</c:v>
                </c:pt>
                <c:pt idx="28751">
                  <c:v>45690.709027777782</c:v>
                </c:pt>
                <c:pt idx="28752">
                  <c:v>45852.940972222219</c:v>
                </c:pt>
                <c:pt idx="28753">
                  <c:v>45724.013888888891</c:v>
                </c:pt>
                <c:pt idx="28754">
                  <c:v>45355.543055555558</c:v>
                </c:pt>
                <c:pt idx="28755">
                  <c:v>45999.106944444437</c:v>
                </c:pt>
                <c:pt idx="28756">
                  <c:v>45479.469444444447</c:v>
                </c:pt>
                <c:pt idx="28757">
                  <c:v>45881.655555555553</c:v>
                </c:pt>
                <c:pt idx="28758">
                  <c:v>45978.714583333327</c:v>
                </c:pt>
                <c:pt idx="28759">
                  <c:v>45864.68472222222</c:v>
                </c:pt>
                <c:pt idx="28760">
                  <c:v>46002.693749999999</c:v>
                </c:pt>
                <c:pt idx="28761">
                  <c:v>45701.46875</c:v>
                </c:pt>
                <c:pt idx="28762">
                  <c:v>45691.544444444437</c:v>
                </c:pt>
                <c:pt idx="28763">
                  <c:v>45889.704861111109</c:v>
                </c:pt>
                <c:pt idx="28764">
                  <c:v>45702.563888888893</c:v>
                </c:pt>
                <c:pt idx="28765">
                  <c:v>45825.007638888892</c:v>
                </c:pt>
                <c:pt idx="28766">
                  <c:v>45735.61041666667</c:v>
                </c:pt>
                <c:pt idx="28767">
                  <c:v>45669.843055555553</c:v>
                </c:pt>
                <c:pt idx="28768">
                  <c:v>45758.824999999997</c:v>
                </c:pt>
                <c:pt idx="28769">
                  <c:v>45758.824999999997</c:v>
                </c:pt>
                <c:pt idx="28770">
                  <c:v>45669.843055555553</c:v>
                </c:pt>
                <c:pt idx="28771">
                  <c:v>45620.563194444447</c:v>
                </c:pt>
                <c:pt idx="28772">
                  <c:v>45784.811111111107</c:v>
                </c:pt>
                <c:pt idx="28773">
                  <c:v>45721.625</c:v>
                </c:pt>
                <c:pt idx="28774">
                  <c:v>45646.025000000001</c:v>
                </c:pt>
                <c:pt idx="28775">
                  <c:v>45692.877083333333</c:v>
                </c:pt>
                <c:pt idx="28776">
                  <c:v>45521.59652777778</c:v>
                </c:pt>
                <c:pt idx="28777">
                  <c:v>45970.477777777778</c:v>
                </c:pt>
                <c:pt idx="28778">
                  <c:v>45794.390972222223</c:v>
                </c:pt>
                <c:pt idx="28779">
                  <c:v>45664.731249999997</c:v>
                </c:pt>
                <c:pt idx="28780">
                  <c:v>45482.29791666667</c:v>
                </c:pt>
                <c:pt idx="28781">
                  <c:v>45720.931250000001</c:v>
                </c:pt>
                <c:pt idx="28782">
                  <c:v>45874.569444444453</c:v>
                </c:pt>
                <c:pt idx="28783">
                  <c:v>45294.48541666667</c:v>
                </c:pt>
                <c:pt idx="28784">
                  <c:v>45927.390972222223</c:v>
                </c:pt>
                <c:pt idx="28785">
                  <c:v>45342.324305555558</c:v>
                </c:pt>
                <c:pt idx="28786">
                  <c:v>45397.77847222222</c:v>
                </c:pt>
                <c:pt idx="28787">
                  <c:v>45556.439583333333</c:v>
                </c:pt>
                <c:pt idx="28788">
                  <c:v>45819.686805555553</c:v>
                </c:pt>
                <c:pt idx="28789">
                  <c:v>45426.453472222223</c:v>
                </c:pt>
                <c:pt idx="28790">
                  <c:v>45885.640972222223</c:v>
                </c:pt>
                <c:pt idx="28791">
                  <c:v>45593.759722222218</c:v>
                </c:pt>
                <c:pt idx="28792">
                  <c:v>45631.462500000001</c:v>
                </c:pt>
                <c:pt idx="28793">
                  <c:v>45628.519444444442</c:v>
                </c:pt>
                <c:pt idx="28794">
                  <c:v>45782.270138888889</c:v>
                </c:pt>
                <c:pt idx="28795">
                  <c:v>46000.470833333333</c:v>
                </c:pt>
                <c:pt idx="28796">
                  <c:v>45773.606944444437</c:v>
                </c:pt>
                <c:pt idx="28797">
                  <c:v>45691.486111111109</c:v>
                </c:pt>
                <c:pt idx="28798">
                  <c:v>45773.606944444437</c:v>
                </c:pt>
                <c:pt idx="28799">
                  <c:v>45691.486111111109</c:v>
                </c:pt>
                <c:pt idx="28800">
                  <c:v>45960.73541666667</c:v>
                </c:pt>
                <c:pt idx="28801">
                  <c:v>45687.540972222218</c:v>
                </c:pt>
                <c:pt idx="28802">
                  <c:v>45626.977777777778</c:v>
                </c:pt>
                <c:pt idx="28803">
                  <c:v>45928.668055555558</c:v>
                </c:pt>
                <c:pt idx="28804">
                  <c:v>45838.877083333333</c:v>
                </c:pt>
                <c:pt idx="28805">
                  <c:v>45468.597916666673</c:v>
                </c:pt>
                <c:pt idx="28806">
                  <c:v>45336.633333333331</c:v>
                </c:pt>
                <c:pt idx="28807">
                  <c:v>45810.569444444453</c:v>
                </c:pt>
                <c:pt idx="28808">
                  <c:v>45912.419444444437</c:v>
                </c:pt>
                <c:pt idx="28809">
                  <c:v>45363.443749999999</c:v>
                </c:pt>
                <c:pt idx="28810">
                  <c:v>45343.547222222223</c:v>
                </c:pt>
                <c:pt idx="28811">
                  <c:v>45429.429861111108</c:v>
                </c:pt>
                <c:pt idx="28812">
                  <c:v>46020.511805555558</c:v>
                </c:pt>
                <c:pt idx="28813">
                  <c:v>45989.433333333327</c:v>
                </c:pt>
                <c:pt idx="28814">
                  <c:v>45535.049305555563</c:v>
                </c:pt>
                <c:pt idx="28815">
                  <c:v>45972.443055555559</c:v>
                </c:pt>
                <c:pt idx="28816">
                  <c:v>45756.856944444437</c:v>
                </c:pt>
                <c:pt idx="28817">
                  <c:v>45909.94027777778</c:v>
                </c:pt>
                <c:pt idx="28818">
                  <c:v>45746.875</c:v>
                </c:pt>
                <c:pt idx="28819">
                  <c:v>45935.668749999997</c:v>
                </c:pt>
                <c:pt idx="28820">
                  <c:v>45439.493055555547</c:v>
                </c:pt>
                <c:pt idx="28821">
                  <c:v>45330.456250000003</c:v>
                </c:pt>
                <c:pt idx="28822">
                  <c:v>45401.506249999999</c:v>
                </c:pt>
                <c:pt idx="28823">
                  <c:v>45919.581250000003</c:v>
                </c:pt>
                <c:pt idx="28824">
                  <c:v>45709.390277777777</c:v>
                </c:pt>
                <c:pt idx="28825">
                  <c:v>45516.530555555553</c:v>
                </c:pt>
                <c:pt idx="28826">
                  <c:v>45667.452777777777</c:v>
                </c:pt>
                <c:pt idx="28827">
                  <c:v>45460.387499999997</c:v>
                </c:pt>
                <c:pt idx="28828">
                  <c:v>45621.411805555559</c:v>
                </c:pt>
                <c:pt idx="28829">
                  <c:v>45867.395833333343</c:v>
                </c:pt>
                <c:pt idx="28830">
                  <c:v>45805.529861111107</c:v>
                </c:pt>
                <c:pt idx="28831">
                  <c:v>45568.393055555563</c:v>
                </c:pt>
                <c:pt idx="28832">
                  <c:v>45973.586111111108</c:v>
                </c:pt>
                <c:pt idx="28833">
                  <c:v>45369.679861111108</c:v>
                </c:pt>
                <c:pt idx="28834">
                  <c:v>45723.450694444437</c:v>
                </c:pt>
                <c:pt idx="28835">
                  <c:v>45629.288888888892</c:v>
                </c:pt>
                <c:pt idx="28836">
                  <c:v>45758.568055555559</c:v>
                </c:pt>
                <c:pt idx="28837">
                  <c:v>45571.666666666657</c:v>
                </c:pt>
                <c:pt idx="28838">
                  <c:v>45828.732638888891</c:v>
                </c:pt>
                <c:pt idx="28839">
                  <c:v>45735.82708333333</c:v>
                </c:pt>
                <c:pt idx="28840">
                  <c:v>45452.879166666673</c:v>
                </c:pt>
                <c:pt idx="28841">
                  <c:v>45605.904861111107</c:v>
                </c:pt>
                <c:pt idx="28842">
                  <c:v>45504.520138888889</c:v>
                </c:pt>
                <c:pt idx="28843">
                  <c:v>45814.297222222223</c:v>
                </c:pt>
                <c:pt idx="28844">
                  <c:v>46004.698611111111</c:v>
                </c:pt>
                <c:pt idx="28845">
                  <c:v>45591.762499999997</c:v>
                </c:pt>
                <c:pt idx="28846">
                  <c:v>45726.743055555547</c:v>
                </c:pt>
                <c:pt idx="28847">
                  <c:v>45438.82916666667</c:v>
                </c:pt>
                <c:pt idx="28848">
                  <c:v>45660.101388888892</c:v>
                </c:pt>
                <c:pt idx="28849">
                  <c:v>45660.101388888892</c:v>
                </c:pt>
                <c:pt idx="28850">
                  <c:v>45726.743055555547</c:v>
                </c:pt>
                <c:pt idx="28851">
                  <c:v>45438.82916666667</c:v>
                </c:pt>
                <c:pt idx="28852">
                  <c:v>46004.698611111111</c:v>
                </c:pt>
                <c:pt idx="28853">
                  <c:v>45591.762499999997</c:v>
                </c:pt>
                <c:pt idx="28854">
                  <c:v>45667.718055555553</c:v>
                </c:pt>
                <c:pt idx="28855">
                  <c:v>45515.824305555558</c:v>
                </c:pt>
                <c:pt idx="28856">
                  <c:v>45406.795138888891</c:v>
                </c:pt>
                <c:pt idx="28857">
                  <c:v>46008.495833333327</c:v>
                </c:pt>
                <c:pt idx="28858">
                  <c:v>45635.416666666657</c:v>
                </c:pt>
                <c:pt idx="28859">
                  <c:v>45616.552777777782</c:v>
                </c:pt>
                <c:pt idx="28860">
                  <c:v>45869.819444444453</c:v>
                </c:pt>
                <c:pt idx="28861">
                  <c:v>45352.650694444441</c:v>
                </c:pt>
                <c:pt idx="28862">
                  <c:v>45659.892361111109</c:v>
                </c:pt>
                <c:pt idx="28863">
                  <c:v>45781.76458333333</c:v>
                </c:pt>
                <c:pt idx="28864">
                  <c:v>45451.818749999999</c:v>
                </c:pt>
                <c:pt idx="28865">
                  <c:v>45880.757638888892</c:v>
                </c:pt>
                <c:pt idx="28866">
                  <c:v>45897.811111111107</c:v>
                </c:pt>
                <c:pt idx="28867">
                  <c:v>45839.415277777778</c:v>
                </c:pt>
                <c:pt idx="28868">
                  <c:v>45585.821527777778</c:v>
                </c:pt>
                <c:pt idx="28869">
                  <c:v>45755.556250000001</c:v>
                </c:pt>
                <c:pt idx="28870">
                  <c:v>45958.314583333333</c:v>
                </c:pt>
                <c:pt idx="28871">
                  <c:v>45961.54791666667</c:v>
                </c:pt>
                <c:pt idx="28872">
                  <c:v>45891.658333333333</c:v>
                </c:pt>
                <c:pt idx="28873">
                  <c:v>45768.831250000003</c:v>
                </c:pt>
                <c:pt idx="28874">
                  <c:v>46003.279861111107</c:v>
                </c:pt>
                <c:pt idx="28875">
                  <c:v>46002.595138888893</c:v>
                </c:pt>
                <c:pt idx="28876">
                  <c:v>45358.781944444447</c:v>
                </c:pt>
                <c:pt idx="28877">
                  <c:v>45448.3125</c:v>
                </c:pt>
                <c:pt idx="28878">
                  <c:v>45665.075694444437</c:v>
                </c:pt>
                <c:pt idx="28879">
                  <c:v>45903.10833333333</c:v>
                </c:pt>
                <c:pt idx="28880">
                  <c:v>45496.393055555563</c:v>
                </c:pt>
                <c:pt idx="28881">
                  <c:v>45556.133333333331</c:v>
                </c:pt>
                <c:pt idx="28882">
                  <c:v>45816.647916666669</c:v>
                </c:pt>
                <c:pt idx="28883">
                  <c:v>45393.061111111107</c:v>
                </c:pt>
                <c:pt idx="28884">
                  <c:v>45777.070138888892</c:v>
                </c:pt>
                <c:pt idx="28885">
                  <c:v>45945.345833333333</c:v>
                </c:pt>
                <c:pt idx="28886">
                  <c:v>45732.166666666657</c:v>
                </c:pt>
                <c:pt idx="28887">
                  <c:v>45842.895138888889</c:v>
                </c:pt>
                <c:pt idx="28888">
                  <c:v>45981.173611111109</c:v>
                </c:pt>
                <c:pt idx="28889">
                  <c:v>45310.370138888888</c:v>
                </c:pt>
                <c:pt idx="28890">
                  <c:v>45602.503472222219</c:v>
                </c:pt>
                <c:pt idx="28891">
                  <c:v>45708.301388888889</c:v>
                </c:pt>
                <c:pt idx="28892">
                  <c:v>45869.700694444437</c:v>
                </c:pt>
                <c:pt idx="28893">
                  <c:v>45899.087500000001</c:v>
                </c:pt>
                <c:pt idx="28894">
                  <c:v>45350.901388888888</c:v>
                </c:pt>
                <c:pt idx="28895">
                  <c:v>45716.04583333333</c:v>
                </c:pt>
                <c:pt idx="28896">
                  <c:v>45922.307638888888</c:v>
                </c:pt>
                <c:pt idx="28897">
                  <c:v>45360.718055555553</c:v>
                </c:pt>
                <c:pt idx="28898">
                  <c:v>45916.475694444453</c:v>
                </c:pt>
                <c:pt idx="28899">
                  <c:v>45899.061111111107</c:v>
                </c:pt>
                <c:pt idx="28900">
                  <c:v>45886.725694444453</c:v>
                </c:pt>
                <c:pt idx="28901">
                  <c:v>45865.87222222222</c:v>
                </c:pt>
                <c:pt idx="28902">
                  <c:v>45911.415972222218</c:v>
                </c:pt>
                <c:pt idx="28903">
                  <c:v>45839.616666666669</c:v>
                </c:pt>
                <c:pt idx="28904">
                  <c:v>45686.065972222219</c:v>
                </c:pt>
                <c:pt idx="28905">
                  <c:v>45827.243055555547</c:v>
                </c:pt>
                <c:pt idx="28906">
                  <c:v>45827.243055555547</c:v>
                </c:pt>
                <c:pt idx="28907">
                  <c:v>45967.348611111112</c:v>
                </c:pt>
                <c:pt idx="28908">
                  <c:v>45967.348611111112</c:v>
                </c:pt>
                <c:pt idx="28909">
                  <c:v>45886.40902777778</c:v>
                </c:pt>
                <c:pt idx="28910">
                  <c:v>45966.412499999999</c:v>
                </c:pt>
                <c:pt idx="28911">
                  <c:v>45482.882638888892</c:v>
                </c:pt>
                <c:pt idx="28912">
                  <c:v>45389.720833333333</c:v>
                </c:pt>
                <c:pt idx="28913">
                  <c:v>45767.4</c:v>
                </c:pt>
                <c:pt idx="28914">
                  <c:v>45843.350694444453</c:v>
                </c:pt>
                <c:pt idx="28915">
                  <c:v>45621.722222222219</c:v>
                </c:pt>
                <c:pt idx="28916">
                  <c:v>45698.71875</c:v>
                </c:pt>
                <c:pt idx="28917">
                  <c:v>45988.704861111109</c:v>
                </c:pt>
                <c:pt idx="28918">
                  <c:v>45541.373611111107</c:v>
                </c:pt>
                <c:pt idx="28919">
                  <c:v>45918.711111111108</c:v>
                </c:pt>
                <c:pt idx="28920">
                  <c:v>45836.866666666669</c:v>
                </c:pt>
                <c:pt idx="28921">
                  <c:v>45702.882638888892</c:v>
                </c:pt>
                <c:pt idx="28922">
                  <c:v>45702.882638888892</c:v>
                </c:pt>
                <c:pt idx="28923">
                  <c:v>45991.631249999999</c:v>
                </c:pt>
                <c:pt idx="28924">
                  <c:v>45991.631249999999</c:v>
                </c:pt>
                <c:pt idx="28925">
                  <c:v>45639.959027777782</c:v>
                </c:pt>
                <c:pt idx="28926">
                  <c:v>45646.886805555558</c:v>
                </c:pt>
                <c:pt idx="28927">
                  <c:v>46017.489583333343</c:v>
                </c:pt>
                <c:pt idx="28928">
                  <c:v>46017.489583333343</c:v>
                </c:pt>
                <c:pt idx="28929">
                  <c:v>45873.6875</c:v>
                </c:pt>
                <c:pt idx="28930">
                  <c:v>45873.6875</c:v>
                </c:pt>
                <c:pt idx="28931">
                  <c:v>45682.461805555547</c:v>
                </c:pt>
                <c:pt idx="28932">
                  <c:v>45788.450694444437</c:v>
                </c:pt>
                <c:pt idx="28933">
                  <c:v>45881.63958333333</c:v>
                </c:pt>
                <c:pt idx="28934">
                  <c:v>46019.984027777777</c:v>
                </c:pt>
                <c:pt idx="28935">
                  <c:v>45425.54583333333</c:v>
                </c:pt>
                <c:pt idx="28936">
                  <c:v>45639.034722222219</c:v>
                </c:pt>
                <c:pt idx="28937">
                  <c:v>45644.393055555563</c:v>
                </c:pt>
                <c:pt idx="28938">
                  <c:v>45686.847916666673</c:v>
                </c:pt>
                <c:pt idx="28939">
                  <c:v>45691.418749999997</c:v>
                </c:pt>
                <c:pt idx="28940">
                  <c:v>45442.464583333327</c:v>
                </c:pt>
                <c:pt idx="28941">
                  <c:v>45923.061111111107</c:v>
                </c:pt>
                <c:pt idx="28942">
                  <c:v>45351.563888888893</c:v>
                </c:pt>
                <c:pt idx="28943">
                  <c:v>45480.754861111112</c:v>
                </c:pt>
                <c:pt idx="28944">
                  <c:v>45442.464583333327</c:v>
                </c:pt>
                <c:pt idx="28945">
                  <c:v>45923.061111111107</c:v>
                </c:pt>
                <c:pt idx="28946">
                  <c:v>45480.754861111112</c:v>
                </c:pt>
                <c:pt idx="28947">
                  <c:v>45976.189583333333</c:v>
                </c:pt>
                <c:pt idx="28948">
                  <c:v>45351.563888888893</c:v>
                </c:pt>
                <c:pt idx="28949">
                  <c:v>45976.189583333333</c:v>
                </c:pt>
                <c:pt idx="28950">
                  <c:v>46018.706250000003</c:v>
                </c:pt>
                <c:pt idx="28951">
                  <c:v>45691.378472222219</c:v>
                </c:pt>
                <c:pt idx="28952">
                  <c:v>45437.9375</c:v>
                </c:pt>
                <c:pt idx="28953">
                  <c:v>45976.922222222223</c:v>
                </c:pt>
                <c:pt idx="28954">
                  <c:v>45877.886805555558</c:v>
                </c:pt>
                <c:pt idx="28955">
                  <c:v>45976.922222222223</c:v>
                </c:pt>
                <c:pt idx="28956">
                  <c:v>45877.886805555558</c:v>
                </c:pt>
                <c:pt idx="28957">
                  <c:v>45522.974999999999</c:v>
                </c:pt>
                <c:pt idx="28958">
                  <c:v>45453.415277777778</c:v>
                </c:pt>
                <c:pt idx="28959">
                  <c:v>45814.26458333333</c:v>
                </c:pt>
                <c:pt idx="28960">
                  <c:v>45760.665972222218</c:v>
                </c:pt>
                <c:pt idx="28961">
                  <c:v>45439.382638888892</c:v>
                </c:pt>
                <c:pt idx="28962">
                  <c:v>45782.421527777777</c:v>
                </c:pt>
                <c:pt idx="28963">
                  <c:v>45863.474305555559</c:v>
                </c:pt>
                <c:pt idx="28964">
                  <c:v>45477.220138888893</c:v>
                </c:pt>
                <c:pt idx="28965">
                  <c:v>45610.71875</c:v>
                </c:pt>
                <c:pt idx="28966">
                  <c:v>45991.863194444442</c:v>
                </c:pt>
                <c:pt idx="28967">
                  <c:v>45837.895138888889</c:v>
                </c:pt>
                <c:pt idx="28968">
                  <c:v>46020.882638888892</c:v>
                </c:pt>
                <c:pt idx="28969">
                  <c:v>45900.618055555547</c:v>
                </c:pt>
                <c:pt idx="28970">
                  <c:v>45877.878472222219</c:v>
                </c:pt>
                <c:pt idx="28971">
                  <c:v>45877.878472222219</c:v>
                </c:pt>
                <c:pt idx="28972">
                  <c:v>45900.618055555547</c:v>
                </c:pt>
                <c:pt idx="28973">
                  <c:v>45741.468055555553</c:v>
                </c:pt>
                <c:pt idx="28974">
                  <c:v>45711.432638888888</c:v>
                </c:pt>
                <c:pt idx="28975">
                  <c:v>45604.832638888889</c:v>
                </c:pt>
                <c:pt idx="28976">
                  <c:v>45819.63958333333</c:v>
                </c:pt>
                <c:pt idx="28977">
                  <c:v>45610.463194444441</c:v>
                </c:pt>
                <c:pt idx="28978">
                  <c:v>45637.385416666657</c:v>
                </c:pt>
                <c:pt idx="28979">
                  <c:v>45423.696527777778</c:v>
                </c:pt>
                <c:pt idx="28980">
                  <c:v>45649.849305555559</c:v>
                </c:pt>
                <c:pt idx="28981">
                  <c:v>45525.759027777778</c:v>
                </c:pt>
                <c:pt idx="28982">
                  <c:v>46011.814583333333</c:v>
                </c:pt>
                <c:pt idx="28983">
                  <c:v>45551.313194444447</c:v>
                </c:pt>
                <c:pt idx="28984">
                  <c:v>45299.709027777782</c:v>
                </c:pt>
                <c:pt idx="28985">
                  <c:v>45579.272916666669</c:v>
                </c:pt>
                <c:pt idx="28986">
                  <c:v>45428.415972222218</c:v>
                </c:pt>
                <c:pt idx="28987">
                  <c:v>45455.455555555563</c:v>
                </c:pt>
                <c:pt idx="28988">
                  <c:v>45361.581250000003</c:v>
                </c:pt>
                <c:pt idx="28989">
                  <c:v>45450.370833333327</c:v>
                </c:pt>
                <c:pt idx="28990">
                  <c:v>45693.336111111108</c:v>
                </c:pt>
                <c:pt idx="28991">
                  <c:v>45335.829861111109</c:v>
                </c:pt>
                <c:pt idx="28992">
                  <c:v>45429.538194444453</c:v>
                </c:pt>
                <c:pt idx="28993">
                  <c:v>45736.568055555559</c:v>
                </c:pt>
                <c:pt idx="28994">
                  <c:v>45693.567361111112</c:v>
                </c:pt>
                <c:pt idx="28995">
                  <c:v>45715.62777777778</c:v>
                </c:pt>
                <c:pt idx="28996">
                  <c:v>45626.740972222222</c:v>
                </c:pt>
                <c:pt idx="28997">
                  <c:v>45726.695833333331</c:v>
                </c:pt>
                <c:pt idx="28998">
                  <c:v>46022.754861111112</c:v>
                </c:pt>
                <c:pt idx="28999">
                  <c:v>45452.50277777778</c:v>
                </c:pt>
                <c:pt idx="29000">
                  <c:v>45390.678472222222</c:v>
                </c:pt>
                <c:pt idx="29001">
                  <c:v>45357.793749999997</c:v>
                </c:pt>
                <c:pt idx="29002">
                  <c:v>45631.530555555553</c:v>
                </c:pt>
                <c:pt idx="29003">
                  <c:v>45426.165972222218</c:v>
                </c:pt>
                <c:pt idx="29004">
                  <c:v>45543.876388888893</c:v>
                </c:pt>
                <c:pt idx="29005">
                  <c:v>45697.841666666667</c:v>
                </c:pt>
                <c:pt idx="29006">
                  <c:v>45839.873611111107</c:v>
                </c:pt>
                <c:pt idx="29007">
                  <c:v>45991.558333333327</c:v>
                </c:pt>
                <c:pt idx="29008">
                  <c:v>45584.450694444437</c:v>
                </c:pt>
                <c:pt idx="29009">
                  <c:v>45775.295138888891</c:v>
                </c:pt>
                <c:pt idx="29010">
                  <c:v>45482.857638888891</c:v>
                </c:pt>
                <c:pt idx="29011">
                  <c:v>46011.384027777778</c:v>
                </c:pt>
                <c:pt idx="29012">
                  <c:v>45753.03402777778</c:v>
                </c:pt>
                <c:pt idx="29013">
                  <c:v>45727.874305555553</c:v>
                </c:pt>
                <c:pt idx="29014">
                  <c:v>45742.50277777778</c:v>
                </c:pt>
                <c:pt idx="29015">
                  <c:v>45622.523611111108</c:v>
                </c:pt>
                <c:pt idx="29016">
                  <c:v>45822.665277777778</c:v>
                </c:pt>
                <c:pt idx="29017">
                  <c:v>45774.833333333343</c:v>
                </c:pt>
                <c:pt idx="29018">
                  <c:v>45475.774305555547</c:v>
                </c:pt>
                <c:pt idx="29019">
                  <c:v>45925.769444444442</c:v>
                </c:pt>
                <c:pt idx="29020">
                  <c:v>46021.78402777778</c:v>
                </c:pt>
                <c:pt idx="29021">
                  <c:v>45967.375694444447</c:v>
                </c:pt>
                <c:pt idx="29022">
                  <c:v>45447.99722222222</c:v>
                </c:pt>
                <c:pt idx="29023">
                  <c:v>45656.756944444453</c:v>
                </c:pt>
                <c:pt idx="29024">
                  <c:v>45418.790277777778</c:v>
                </c:pt>
                <c:pt idx="29025">
                  <c:v>45916.902083333327</c:v>
                </c:pt>
                <c:pt idx="29026">
                  <c:v>45674.050694444442</c:v>
                </c:pt>
                <c:pt idx="29027">
                  <c:v>45362.645138888889</c:v>
                </c:pt>
                <c:pt idx="29028">
                  <c:v>45768.037499999999</c:v>
                </c:pt>
                <c:pt idx="29029">
                  <c:v>45958.810416666667</c:v>
                </c:pt>
                <c:pt idx="29030">
                  <c:v>45578.848611111112</c:v>
                </c:pt>
                <c:pt idx="29031">
                  <c:v>45906.834027777782</c:v>
                </c:pt>
                <c:pt idx="29032">
                  <c:v>45782.320138888892</c:v>
                </c:pt>
                <c:pt idx="29033">
                  <c:v>45954.21597222222</c:v>
                </c:pt>
                <c:pt idx="29034">
                  <c:v>45421.990277777782</c:v>
                </c:pt>
                <c:pt idx="29035">
                  <c:v>45935.011111111111</c:v>
                </c:pt>
                <c:pt idx="29036">
                  <c:v>45729.462500000001</c:v>
                </c:pt>
                <c:pt idx="29037">
                  <c:v>46005.488194444442</c:v>
                </c:pt>
                <c:pt idx="29038">
                  <c:v>45739.504166666673</c:v>
                </c:pt>
                <c:pt idx="29039">
                  <c:v>45507.544444444437</c:v>
                </c:pt>
                <c:pt idx="29040">
                  <c:v>45360.532638888893</c:v>
                </c:pt>
                <c:pt idx="29041">
                  <c:v>45512.498611111107</c:v>
                </c:pt>
                <c:pt idx="29042">
                  <c:v>45512.498611111107</c:v>
                </c:pt>
                <c:pt idx="29043">
                  <c:v>45360.532638888893</c:v>
                </c:pt>
                <c:pt idx="29044">
                  <c:v>45798.729166666657</c:v>
                </c:pt>
                <c:pt idx="29045">
                  <c:v>45988.923611111109</c:v>
                </c:pt>
                <c:pt idx="29046">
                  <c:v>45392.332638888889</c:v>
                </c:pt>
                <c:pt idx="29047">
                  <c:v>45326.463194444441</c:v>
                </c:pt>
                <c:pt idx="29048">
                  <c:v>45326.463194444441</c:v>
                </c:pt>
                <c:pt idx="29049">
                  <c:v>45988.923611111109</c:v>
                </c:pt>
                <c:pt idx="29050">
                  <c:v>45392.332638888889</c:v>
                </c:pt>
                <c:pt idx="29051">
                  <c:v>45798.729166666657</c:v>
                </c:pt>
                <c:pt idx="29052">
                  <c:v>45805.661111111112</c:v>
                </c:pt>
                <c:pt idx="29053">
                  <c:v>45806.419444444437</c:v>
                </c:pt>
                <c:pt idx="29054">
                  <c:v>45805.697222222218</c:v>
                </c:pt>
                <c:pt idx="29055">
                  <c:v>45725.736111111109</c:v>
                </c:pt>
                <c:pt idx="29056">
                  <c:v>45990.96597222222</c:v>
                </c:pt>
                <c:pt idx="29057">
                  <c:v>45751.496527777781</c:v>
                </c:pt>
                <c:pt idx="29058">
                  <c:v>46016.756944444453</c:v>
                </c:pt>
                <c:pt idx="29059">
                  <c:v>46023.732638888891</c:v>
                </c:pt>
                <c:pt idx="29060">
                  <c:v>45909.070833333331</c:v>
                </c:pt>
                <c:pt idx="29061">
                  <c:v>45786.75</c:v>
                </c:pt>
                <c:pt idx="29062">
                  <c:v>45968.829861111109</c:v>
                </c:pt>
                <c:pt idx="29063">
                  <c:v>45808.695833333331</c:v>
                </c:pt>
                <c:pt idx="29064">
                  <c:v>45877.490277777782</c:v>
                </c:pt>
                <c:pt idx="29065">
                  <c:v>45531.916666666657</c:v>
                </c:pt>
                <c:pt idx="29066">
                  <c:v>45467.574305555558</c:v>
                </c:pt>
                <c:pt idx="29067">
                  <c:v>46010.379166666673</c:v>
                </c:pt>
                <c:pt idx="29068">
                  <c:v>45966.854861111111</c:v>
                </c:pt>
                <c:pt idx="29069">
                  <c:v>45306.915277777778</c:v>
                </c:pt>
                <c:pt idx="29070">
                  <c:v>45783.655555555553</c:v>
                </c:pt>
                <c:pt idx="29071">
                  <c:v>45323.893750000003</c:v>
                </c:pt>
                <c:pt idx="29072">
                  <c:v>45567.32708333333</c:v>
                </c:pt>
                <c:pt idx="29073">
                  <c:v>45911.479166666657</c:v>
                </c:pt>
                <c:pt idx="29074">
                  <c:v>45731.611805555563</c:v>
                </c:pt>
                <c:pt idx="29075">
                  <c:v>45938.488888888889</c:v>
                </c:pt>
                <c:pt idx="29076">
                  <c:v>45991.515277777777</c:v>
                </c:pt>
                <c:pt idx="29077">
                  <c:v>45420.897916666669</c:v>
                </c:pt>
                <c:pt idx="29078">
                  <c:v>45677.849305555559</c:v>
                </c:pt>
                <c:pt idx="29079">
                  <c:v>45701.381944444453</c:v>
                </c:pt>
                <c:pt idx="29080">
                  <c:v>45756.729166666657</c:v>
                </c:pt>
                <c:pt idx="29081">
                  <c:v>45496.904166666667</c:v>
                </c:pt>
                <c:pt idx="29082">
                  <c:v>45596.82708333333</c:v>
                </c:pt>
                <c:pt idx="29083">
                  <c:v>45627.832638888889</c:v>
                </c:pt>
                <c:pt idx="29084">
                  <c:v>45342.830555555563</c:v>
                </c:pt>
                <c:pt idx="29085">
                  <c:v>45394.835416666669</c:v>
                </c:pt>
                <c:pt idx="29086">
                  <c:v>45805.867361111108</c:v>
                </c:pt>
                <c:pt idx="29087">
                  <c:v>45653.691666666673</c:v>
                </c:pt>
                <c:pt idx="29088">
                  <c:v>45850.575694444437</c:v>
                </c:pt>
                <c:pt idx="29089">
                  <c:v>45825.773611111108</c:v>
                </c:pt>
                <c:pt idx="29090">
                  <c:v>45760.029166666667</c:v>
                </c:pt>
                <c:pt idx="29091">
                  <c:v>45757.055555555547</c:v>
                </c:pt>
                <c:pt idx="29092">
                  <c:v>45747.869444444441</c:v>
                </c:pt>
                <c:pt idx="29093">
                  <c:v>45736.87222222222</c:v>
                </c:pt>
                <c:pt idx="29094">
                  <c:v>45708.035416666673</c:v>
                </c:pt>
                <c:pt idx="29095">
                  <c:v>45669.86041666667</c:v>
                </c:pt>
                <c:pt idx="29096">
                  <c:v>45812.981944444437</c:v>
                </c:pt>
                <c:pt idx="29097">
                  <c:v>45804.615277777782</c:v>
                </c:pt>
                <c:pt idx="29098">
                  <c:v>45799.501388888893</c:v>
                </c:pt>
                <c:pt idx="29099">
                  <c:v>45666.601388888892</c:v>
                </c:pt>
                <c:pt idx="29100">
                  <c:v>45468.790972222218</c:v>
                </c:pt>
                <c:pt idx="29101">
                  <c:v>45319.822916666657</c:v>
                </c:pt>
                <c:pt idx="29102">
                  <c:v>45669.482638888891</c:v>
                </c:pt>
                <c:pt idx="29103">
                  <c:v>45448.736111111109</c:v>
                </c:pt>
                <c:pt idx="29104">
                  <c:v>45361.611805555563</c:v>
                </c:pt>
                <c:pt idx="29105">
                  <c:v>45547.798611111109</c:v>
                </c:pt>
                <c:pt idx="29106">
                  <c:v>45584.590277777781</c:v>
                </c:pt>
                <c:pt idx="29107">
                  <c:v>45407.759027777778</c:v>
                </c:pt>
                <c:pt idx="29108">
                  <c:v>45797.779166666667</c:v>
                </c:pt>
                <c:pt idx="29109">
                  <c:v>45846.821527777778</c:v>
                </c:pt>
                <c:pt idx="29110">
                  <c:v>45500.676388888889</c:v>
                </c:pt>
                <c:pt idx="29111">
                  <c:v>45715.767361111109</c:v>
                </c:pt>
                <c:pt idx="29112">
                  <c:v>45799.57916666667</c:v>
                </c:pt>
                <c:pt idx="29113">
                  <c:v>46015.65</c:v>
                </c:pt>
                <c:pt idx="29114">
                  <c:v>45874.745833333327</c:v>
                </c:pt>
                <c:pt idx="29115">
                  <c:v>45570.402083333327</c:v>
                </c:pt>
                <c:pt idx="29116">
                  <c:v>45483.529166666667</c:v>
                </c:pt>
                <c:pt idx="29117">
                  <c:v>45813.643750000003</c:v>
                </c:pt>
                <c:pt idx="29118">
                  <c:v>45868.821527777778</c:v>
                </c:pt>
                <c:pt idx="29119">
                  <c:v>45761.436111111107</c:v>
                </c:pt>
                <c:pt idx="29120">
                  <c:v>45806.594444444447</c:v>
                </c:pt>
                <c:pt idx="29121">
                  <c:v>45865.177083333343</c:v>
                </c:pt>
                <c:pt idx="29122">
                  <c:v>45701.852777777778</c:v>
                </c:pt>
                <c:pt idx="29123">
                  <c:v>45461.803472222222</c:v>
                </c:pt>
                <c:pt idx="29124">
                  <c:v>45704.40347222222</c:v>
                </c:pt>
                <c:pt idx="29125">
                  <c:v>45863.587500000001</c:v>
                </c:pt>
                <c:pt idx="29126">
                  <c:v>45743.969444444447</c:v>
                </c:pt>
                <c:pt idx="29127">
                  <c:v>45648.71875</c:v>
                </c:pt>
                <c:pt idx="29128">
                  <c:v>45631.724999999999</c:v>
                </c:pt>
                <c:pt idx="29129">
                  <c:v>45811.638194444437</c:v>
                </c:pt>
                <c:pt idx="29130">
                  <c:v>45707.474999999999</c:v>
                </c:pt>
                <c:pt idx="29131">
                  <c:v>45858.706250000003</c:v>
                </c:pt>
                <c:pt idx="29132">
                  <c:v>45477.96875</c:v>
                </c:pt>
                <c:pt idx="29133">
                  <c:v>46001.200694444437</c:v>
                </c:pt>
                <c:pt idx="29134">
                  <c:v>45892.547222222223</c:v>
                </c:pt>
                <c:pt idx="29135">
                  <c:v>45967.484027777777</c:v>
                </c:pt>
                <c:pt idx="29136">
                  <c:v>45710.511111111111</c:v>
                </c:pt>
                <c:pt idx="29137">
                  <c:v>45957.648611111108</c:v>
                </c:pt>
                <c:pt idx="29138">
                  <c:v>45797.293749999997</c:v>
                </c:pt>
                <c:pt idx="29139">
                  <c:v>45535.371527777781</c:v>
                </c:pt>
                <c:pt idx="29140">
                  <c:v>45920.436805555553</c:v>
                </c:pt>
                <c:pt idx="29141">
                  <c:v>45811.784722222219</c:v>
                </c:pt>
                <c:pt idx="29142">
                  <c:v>45739.861805555563</c:v>
                </c:pt>
                <c:pt idx="29143">
                  <c:v>45704.394444444442</c:v>
                </c:pt>
                <c:pt idx="29144">
                  <c:v>45299.439583333333</c:v>
                </c:pt>
                <c:pt idx="29145">
                  <c:v>45651.388888888891</c:v>
                </c:pt>
                <c:pt idx="29146">
                  <c:v>45976.026388888888</c:v>
                </c:pt>
                <c:pt idx="29147">
                  <c:v>45916.290972222218</c:v>
                </c:pt>
                <c:pt idx="29148">
                  <c:v>45414.754861111112</c:v>
                </c:pt>
                <c:pt idx="29149">
                  <c:v>45559.408333333333</c:v>
                </c:pt>
                <c:pt idx="29150">
                  <c:v>46013.765972222223</c:v>
                </c:pt>
                <c:pt idx="29151">
                  <c:v>45724.59652777778</c:v>
                </c:pt>
                <c:pt idx="29152">
                  <c:v>45866.82708333333</c:v>
                </c:pt>
                <c:pt idx="29153">
                  <c:v>45948.432638888888</c:v>
                </c:pt>
                <c:pt idx="29154">
                  <c:v>45903.418055555558</c:v>
                </c:pt>
                <c:pt idx="29155">
                  <c:v>45841.231944444437</c:v>
                </c:pt>
                <c:pt idx="29156">
                  <c:v>45699.810416666667</c:v>
                </c:pt>
                <c:pt idx="29157">
                  <c:v>45759.555555555547</c:v>
                </c:pt>
                <c:pt idx="29158">
                  <c:v>45965.37222222222</c:v>
                </c:pt>
                <c:pt idx="29159">
                  <c:v>45894.427083333343</c:v>
                </c:pt>
                <c:pt idx="29160">
                  <c:v>45659.011111111111</c:v>
                </c:pt>
                <c:pt idx="29161">
                  <c:v>45565.522222222222</c:v>
                </c:pt>
                <c:pt idx="29162">
                  <c:v>46015.455555555563</c:v>
                </c:pt>
                <c:pt idx="29163">
                  <c:v>45962.204861111109</c:v>
                </c:pt>
                <c:pt idx="29164">
                  <c:v>45913.384722222218</c:v>
                </c:pt>
                <c:pt idx="29165">
                  <c:v>45862.431250000001</c:v>
                </c:pt>
                <c:pt idx="29166">
                  <c:v>45903.300694444442</c:v>
                </c:pt>
                <c:pt idx="29167">
                  <c:v>45862.59375</c:v>
                </c:pt>
                <c:pt idx="29168">
                  <c:v>45842.729166666657</c:v>
                </c:pt>
                <c:pt idx="29169">
                  <c:v>45818.73541666667</c:v>
                </c:pt>
                <c:pt idx="29170">
                  <c:v>45812.005555555559</c:v>
                </c:pt>
                <c:pt idx="29171">
                  <c:v>45840.918749999997</c:v>
                </c:pt>
                <c:pt idx="29172">
                  <c:v>45371.953472222223</c:v>
                </c:pt>
                <c:pt idx="29173">
                  <c:v>45784.854166666657</c:v>
                </c:pt>
                <c:pt idx="29174">
                  <c:v>45444.040277777778</c:v>
                </c:pt>
                <c:pt idx="29175">
                  <c:v>45410.015277777777</c:v>
                </c:pt>
                <c:pt idx="29176">
                  <c:v>45719.877083333333</c:v>
                </c:pt>
                <c:pt idx="29177">
                  <c:v>45821.996527777781</c:v>
                </c:pt>
                <c:pt idx="29178">
                  <c:v>45919.974305555559</c:v>
                </c:pt>
                <c:pt idx="29179">
                  <c:v>45508.925694444442</c:v>
                </c:pt>
                <c:pt idx="29180">
                  <c:v>45608.913888888892</c:v>
                </c:pt>
                <c:pt idx="29181">
                  <c:v>45996.991666666669</c:v>
                </c:pt>
                <c:pt idx="29182">
                  <c:v>45681.5625</c:v>
                </c:pt>
                <c:pt idx="29183">
                  <c:v>45884.868750000001</c:v>
                </c:pt>
                <c:pt idx="29184">
                  <c:v>45556.964583333327</c:v>
                </c:pt>
                <c:pt idx="29185">
                  <c:v>45474.897222222222</c:v>
                </c:pt>
                <c:pt idx="29186">
                  <c:v>45312.960416666669</c:v>
                </c:pt>
                <c:pt idx="29187">
                  <c:v>45755.953472222223</c:v>
                </c:pt>
                <c:pt idx="29188">
                  <c:v>45641.175000000003</c:v>
                </c:pt>
                <c:pt idx="29189">
                  <c:v>45539.95208333333</c:v>
                </c:pt>
                <c:pt idx="29190">
                  <c:v>45945.945833333331</c:v>
                </c:pt>
                <c:pt idx="29191">
                  <c:v>45917.130555555559</c:v>
                </c:pt>
                <c:pt idx="29192">
                  <c:v>45868.415972222218</c:v>
                </c:pt>
                <c:pt idx="29193">
                  <c:v>45573.717361111107</c:v>
                </c:pt>
                <c:pt idx="29194">
                  <c:v>45667.644444444442</c:v>
                </c:pt>
                <c:pt idx="29195">
                  <c:v>45320.79583333333</c:v>
                </c:pt>
                <c:pt idx="29196">
                  <c:v>45819.997916666667</c:v>
                </c:pt>
                <c:pt idx="29197">
                  <c:v>45800.565972222219</c:v>
                </c:pt>
                <c:pt idx="29198">
                  <c:v>45788.544444444437</c:v>
                </c:pt>
                <c:pt idx="29199">
                  <c:v>45938.570138888892</c:v>
                </c:pt>
                <c:pt idx="29200">
                  <c:v>45908.679861111108</c:v>
                </c:pt>
                <c:pt idx="29201">
                  <c:v>45808.741666666669</c:v>
                </c:pt>
                <c:pt idx="29202">
                  <c:v>45646.995833333327</c:v>
                </c:pt>
                <c:pt idx="29203">
                  <c:v>45629.251388888893</c:v>
                </c:pt>
                <c:pt idx="29204">
                  <c:v>45826.335416666669</c:v>
                </c:pt>
                <c:pt idx="29205">
                  <c:v>45346.52847222222</c:v>
                </c:pt>
                <c:pt idx="29206">
                  <c:v>45476.679861111108</c:v>
                </c:pt>
                <c:pt idx="29207">
                  <c:v>45369.588888888888</c:v>
                </c:pt>
                <c:pt idx="29208">
                  <c:v>45860.933333333327</c:v>
                </c:pt>
                <c:pt idx="29209">
                  <c:v>46007.477083333331</c:v>
                </c:pt>
                <c:pt idx="29210">
                  <c:v>45808.508333333331</c:v>
                </c:pt>
                <c:pt idx="29211">
                  <c:v>45455.912499999999</c:v>
                </c:pt>
                <c:pt idx="29212">
                  <c:v>45841.747916666667</c:v>
                </c:pt>
                <c:pt idx="29213">
                  <c:v>45841.747916666667</c:v>
                </c:pt>
                <c:pt idx="29214">
                  <c:v>45455.912499999999</c:v>
                </c:pt>
                <c:pt idx="29215">
                  <c:v>45736.594444444447</c:v>
                </c:pt>
                <c:pt idx="29216">
                  <c:v>45736.594444444447</c:v>
                </c:pt>
                <c:pt idx="29217">
                  <c:v>45961.750694444447</c:v>
                </c:pt>
                <c:pt idx="29218">
                  <c:v>45918.909722222219</c:v>
                </c:pt>
                <c:pt idx="29219">
                  <c:v>45745.805555555547</c:v>
                </c:pt>
                <c:pt idx="29220">
                  <c:v>45721.368750000001</c:v>
                </c:pt>
                <c:pt idx="29221">
                  <c:v>45832.838194444441</c:v>
                </c:pt>
                <c:pt idx="29222">
                  <c:v>45668.464583333327</c:v>
                </c:pt>
                <c:pt idx="29223">
                  <c:v>45746.804861111108</c:v>
                </c:pt>
                <c:pt idx="29224">
                  <c:v>45867.582638888889</c:v>
                </c:pt>
                <c:pt idx="29225">
                  <c:v>45882.519444444442</c:v>
                </c:pt>
                <c:pt idx="29226">
                  <c:v>45839.62777777778</c:v>
                </c:pt>
                <c:pt idx="29227">
                  <c:v>45860.616666666669</c:v>
                </c:pt>
                <c:pt idx="29228">
                  <c:v>45575.649305555547</c:v>
                </c:pt>
                <c:pt idx="29229">
                  <c:v>45328.494444444441</c:v>
                </c:pt>
                <c:pt idx="29230">
                  <c:v>45407.429861111108</c:v>
                </c:pt>
                <c:pt idx="29231">
                  <c:v>45487.697916666657</c:v>
                </c:pt>
                <c:pt idx="29232">
                  <c:v>45994.478472222218</c:v>
                </c:pt>
                <c:pt idx="29233">
                  <c:v>45657.422222222223</c:v>
                </c:pt>
                <c:pt idx="29234">
                  <c:v>45740.602083333331</c:v>
                </c:pt>
                <c:pt idx="29235">
                  <c:v>45825.739583333343</c:v>
                </c:pt>
                <c:pt idx="29236">
                  <c:v>45912.60833333333</c:v>
                </c:pt>
                <c:pt idx="29237">
                  <c:v>46002.45208333333</c:v>
                </c:pt>
                <c:pt idx="29238">
                  <c:v>45797.525000000001</c:v>
                </c:pt>
                <c:pt idx="29239">
                  <c:v>45832.540277777778</c:v>
                </c:pt>
                <c:pt idx="29240">
                  <c:v>45579.621527777781</c:v>
                </c:pt>
                <c:pt idx="29241">
                  <c:v>45705.838194444441</c:v>
                </c:pt>
                <c:pt idx="29242">
                  <c:v>45757.90625</c:v>
                </c:pt>
                <c:pt idx="29243">
                  <c:v>45951.834027777782</c:v>
                </c:pt>
                <c:pt idx="29244">
                  <c:v>45762.054166666669</c:v>
                </c:pt>
                <c:pt idx="29245">
                  <c:v>45754.94027777778</c:v>
                </c:pt>
                <c:pt idx="29246">
                  <c:v>45950.624305555553</c:v>
                </c:pt>
                <c:pt idx="29247">
                  <c:v>45702.584722222222</c:v>
                </c:pt>
                <c:pt idx="29248">
                  <c:v>45801.262499999997</c:v>
                </c:pt>
                <c:pt idx="29249">
                  <c:v>45769.561111111107</c:v>
                </c:pt>
                <c:pt idx="29250">
                  <c:v>45981.890972222223</c:v>
                </c:pt>
                <c:pt idx="29251">
                  <c:v>45839.408333333333</c:v>
                </c:pt>
                <c:pt idx="29252">
                  <c:v>45967.841666666667</c:v>
                </c:pt>
                <c:pt idx="29253">
                  <c:v>45659.143055555563</c:v>
                </c:pt>
                <c:pt idx="29254">
                  <c:v>45905.095138888893</c:v>
                </c:pt>
                <c:pt idx="29255">
                  <c:v>45694.411805555559</c:v>
                </c:pt>
                <c:pt idx="29256">
                  <c:v>45864.76666666667</c:v>
                </c:pt>
                <c:pt idx="29257">
                  <c:v>45744.664583333331</c:v>
                </c:pt>
                <c:pt idx="29258">
                  <c:v>45738.697916666657</c:v>
                </c:pt>
                <c:pt idx="29259">
                  <c:v>45820.669444444437</c:v>
                </c:pt>
                <c:pt idx="29260">
                  <c:v>45717.65902777778</c:v>
                </c:pt>
                <c:pt idx="29261">
                  <c:v>45486.759722222218</c:v>
                </c:pt>
                <c:pt idx="29262">
                  <c:v>45991.582638888889</c:v>
                </c:pt>
                <c:pt idx="29263">
                  <c:v>45773.68472222222</c:v>
                </c:pt>
                <c:pt idx="29264">
                  <c:v>45860.709027777782</c:v>
                </c:pt>
                <c:pt idx="29265">
                  <c:v>45581.711805555547</c:v>
                </c:pt>
                <c:pt idx="29266">
                  <c:v>45547.745833333327</c:v>
                </c:pt>
                <c:pt idx="29267">
                  <c:v>45802.365277777782</c:v>
                </c:pt>
                <c:pt idx="29268">
                  <c:v>45896.724999999999</c:v>
                </c:pt>
                <c:pt idx="29269">
                  <c:v>45837.631944444453</c:v>
                </c:pt>
                <c:pt idx="29270">
                  <c:v>45338.677777777782</c:v>
                </c:pt>
                <c:pt idx="29271">
                  <c:v>45970.175694444442</c:v>
                </c:pt>
                <c:pt idx="29272">
                  <c:v>45311.427083333343</c:v>
                </c:pt>
                <c:pt idx="29273">
                  <c:v>45877.335416666669</c:v>
                </c:pt>
                <c:pt idx="29274">
                  <c:v>45922.51458333333</c:v>
                </c:pt>
                <c:pt idx="29275">
                  <c:v>45517.769444444442</c:v>
                </c:pt>
                <c:pt idx="29276">
                  <c:v>46014.775000000001</c:v>
                </c:pt>
                <c:pt idx="29277">
                  <c:v>45607.729861111111</c:v>
                </c:pt>
                <c:pt idx="29278">
                  <c:v>45696.450694444437</c:v>
                </c:pt>
                <c:pt idx="29279">
                  <c:v>45371.774305555547</c:v>
                </c:pt>
                <c:pt idx="29280">
                  <c:v>45417.731249999997</c:v>
                </c:pt>
                <c:pt idx="29281">
                  <c:v>45668.553472222222</c:v>
                </c:pt>
                <c:pt idx="29282">
                  <c:v>45392.240277777782</c:v>
                </c:pt>
                <c:pt idx="29283">
                  <c:v>45459.54791666667</c:v>
                </c:pt>
                <c:pt idx="29284">
                  <c:v>45621.696527777778</c:v>
                </c:pt>
                <c:pt idx="29285">
                  <c:v>45629.70208333333</c:v>
                </c:pt>
                <c:pt idx="29286">
                  <c:v>45625.357638888891</c:v>
                </c:pt>
                <c:pt idx="29287">
                  <c:v>45761.814583333333</c:v>
                </c:pt>
                <c:pt idx="29288">
                  <c:v>45714.686111111107</c:v>
                </c:pt>
                <c:pt idx="29289">
                  <c:v>45779.675694444442</c:v>
                </c:pt>
                <c:pt idx="29290">
                  <c:v>45885.534722222219</c:v>
                </c:pt>
                <c:pt idx="29291">
                  <c:v>45826.561805555553</c:v>
                </c:pt>
                <c:pt idx="29292">
                  <c:v>45887.779861111107</c:v>
                </c:pt>
                <c:pt idx="29293">
                  <c:v>45864.547222222223</c:v>
                </c:pt>
                <c:pt idx="29294">
                  <c:v>45930.765972222223</c:v>
                </c:pt>
                <c:pt idx="29295">
                  <c:v>45950.740277777782</c:v>
                </c:pt>
                <c:pt idx="29296">
                  <c:v>45762.445138888892</c:v>
                </c:pt>
                <c:pt idx="29297">
                  <c:v>45560.574999999997</c:v>
                </c:pt>
                <c:pt idx="29298">
                  <c:v>45400.405555555553</c:v>
                </c:pt>
                <c:pt idx="29299">
                  <c:v>45578.293055555558</c:v>
                </c:pt>
                <c:pt idx="29300">
                  <c:v>45670.572222222218</c:v>
                </c:pt>
                <c:pt idx="29301">
                  <c:v>45376.294444444437</c:v>
                </c:pt>
                <c:pt idx="29302">
                  <c:v>45705.820833333331</c:v>
                </c:pt>
                <c:pt idx="29303">
                  <c:v>45323.434027777781</c:v>
                </c:pt>
                <c:pt idx="29304">
                  <c:v>45581.625</c:v>
                </c:pt>
                <c:pt idx="29305">
                  <c:v>45621.765972222223</c:v>
                </c:pt>
                <c:pt idx="29306">
                  <c:v>45728.621527777781</c:v>
                </c:pt>
                <c:pt idx="29307">
                  <c:v>45355.320833333331</c:v>
                </c:pt>
                <c:pt idx="29308">
                  <c:v>45742.743750000001</c:v>
                </c:pt>
                <c:pt idx="29309">
                  <c:v>45557.647916666669</c:v>
                </c:pt>
                <c:pt idx="29310">
                  <c:v>45589.552083333343</c:v>
                </c:pt>
                <c:pt idx="29311">
                  <c:v>45466.422222222223</c:v>
                </c:pt>
                <c:pt idx="29312">
                  <c:v>45299.140972222223</c:v>
                </c:pt>
                <c:pt idx="29313">
                  <c:v>45770.727777777778</c:v>
                </c:pt>
                <c:pt idx="29314">
                  <c:v>45517.496527777781</c:v>
                </c:pt>
                <c:pt idx="29315">
                  <c:v>45711.995833333327</c:v>
                </c:pt>
                <c:pt idx="29316">
                  <c:v>45625.5</c:v>
                </c:pt>
                <c:pt idx="29317">
                  <c:v>45805.615277777782</c:v>
                </c:pt>
                <c:pt idx="29318">
                  <c:v>45979.838888888888</c:v>
                </c:pt>
                <c:pt idx="29319">
                  <c:v>45625.746527777781</c:v>
                </c:pt>
                <c:pt idx="29320">
                  <c:v>45524.984027777777</c:v>
                </c:pt>
                <c:pt idx="29321">
                  <c:v>45787.02847222222</c:v>
                </c:pt>
                <c:pt idx="29322">
                  <c:v>45898.397222222222</c:v>
                </c:pt>
                <c:pt idx="29323">
                  <c:v>45538.517361111109</c:v>
                </c:pt>
                <c:pt idx="29324">
                  <c:v>45696.434027777781</c:v>
                </c:pt>
                <c:pt idx="29325">
                  <c:v>45844.885416666657</c:v>
                </c:pt>
                <c:pt idx="29326">
                  <c:v>46019.638888888891</c:v>
                </c:pt>
                <c:pt idx="29327">
                  <c:v>45651.048611111109</c:v>
                </c:pt>
                <c:pt idx="29328">
                  <c:v>45942.62777777778</c:v>
                </c:pt>
                <c:pt idx="29329">
                  <c:v>45745.99722222222</c:v>
                </c:pt>
                <c:pt idx="29330">
                  <c:v>45575.693749999999</c:v>
                </c:pt>
                <c:pt idx="29331">
                  <c:v>45997.025694444441</c:v>
                </c:pt>
                <c:pt idx="29332">
                  <c:v>45814.81527777778</c:v>
                </c:pt>
                <c:pt idx="29333">
                  <c:v>45788.224999999999</c:v>
                </c:pt>
                <c:pt idx="29334">
                  <c:v>45816.620138888888</c:v>
                </c:pt>
                <c:pt idx="29335">
                  <c:v>45500.636111111111</c:v>
                </c:pt>
                <c:pt idx="29336">
                  <c:v>45776.774305555547</c:v>
                </c:pt>
                <c:pt idx="29337">
                  <c:v>45785.436111111107</c:v>
                </c:pt>
                <c:pt idx="29338">
                  <c:v>45565.692361111112</c:v>
                </c:pt>
                <c:pt idx="29339">
                  <c:v>45641.893055555563</c:v>
                </c:pt>
                <c:pt idx="29340">
                  <c:v>45678.945138888892</c:v>
                </c:pt>
                <c:pt idx="29341">
                  <c:v>45311.674305555563</c:v>
                </c:pt>
                <c:pt idx="29342">
                  <c:v>45802.848611111112</c:v>
                </c:pt>
                <c:pt idx="29343">
                  <c:v>45581.325694444437</c:v>
                </c:pt>
                <c:pt idx="29344">
                  <c:v>45455.345138888893</c:v>
                </c:pt>
                <c:pt idx="29345">
                  <c:v>45866.640972222223</c:v>
                </c:pt>
                <c:pt idx="29346">
                  <c:v>45646.602777777778</c:v>
                </c:pt>
                <c:pt idx="29347">
                  <c:v>45320.386111111111</c:v>
                </c:pt>
                <c:pt idx="29348">
                  <c:v>45750.848611111112</c:v>
                </c:pt>
                <c:pt idx="29349">
                  <c:v>46009.435416666667</c:v>
                </c:pt>
                <c:pt idx="29350">
                  <c:v>46023.597916666673</c:v>
                </c:pt>
                <c:pt idx="29351">
                  <c:v>45905.319444444453</c:v>
                </c:pt>
                <c:pt idx="29352">
                  <c:v>45745.678472222222</c:v>
                </c:pt>
                <c:pt idx="29353">
                  <c:v>45925.624305555553</c:v>
                </c:pt>
                <c:pt idx="29354">
                  <c:v>45734.711111111108</c:v>
                </c:pt>
                <c:pt idx="29355">
                  <c:v>45545.404861111107</c:v>
                </c:pt>
                <c:pt idx="29356">
                  <c:v>45709.289583333331</c:v>
                </c:pt>
                <c:pt idx="29357">
                  <c:v>45709.018055555563</c:v>
                </c:pt>
                <c:pt idx="29358">
                  <c:v>45521.563888888893</c:v>
                </c:pt>
                <c:pt idx="29359">
                  <c:v>45646.554166666669</c:v>
                </c:pt>
                <c:pt idx="29360">
                  <c:v>45611.229166666657</c:v>
                </c:pt>
                <c:pt idx="29361">
                  <c:v>45452.689583333333</c:v>
                </c:pt>
                <c:pt idx="29362">
                  <c:v>45544.82916666667</c:v>
                </c:pt>
                <c:pt idx="29363">
                  <c:v>45414.854166666657</c:v>
                </c:pt>
                <c:pt idx="29364">
                  <c:v>45486.815972222219</c:v>
                </c:pt>
                <c:pt idx="29365">
                  <c:v>45991.804166666669</c:v>
                </c:pt>
                <c:pt idx="29366">
                  <c:v>45678.519444444442</c:v>
                </c:pt>
                <c:pt idx="29367">
                  <c:v>45802.852777777778</c:v>
                </c:pt>
                <c:pt idx="29368">
                  <c:v>45723.695138888892</c:v>
                </c:pt>
                <c:pt idx="29369">
                  <c:v>45763.772222222222</c:v>
                </c:pt>
                <c:pt idx="29370">
                  <c:v>45599.711805555547</c:v>
                </c:pt>
                <c:pt idx="29371">
                  <c:v>45642.897222222222</c:v>
                </c:pt>
                <c:pt idx="29372">
                  <c:v>45901.716666666667</c:v>
                </c:pt>
                <c:pt idx="29373">
                  <c:v>45842.742361111108</c:v>
                </c:pt>
                <c:pt idx="29374">
                  <c:v>45869.720833333333</c:v>
                </c:pt>
                <c:pt idx="29375">
                  <c:v>45340.537499999999</c:v>
                </c:pt>
                <c:pt idx="29376">
                  <c:v>45814.472222222219</c:v>
                </c:pt>
                <c:pt idx="29377">
                  <c:v>45710.394444444442</c:v>
                </c:pt>
                <c:pt idx="29378">
                  <c:v>45983.01666666667</c:v>
                </c:pt>
                <c:pt idx="29379">
                  <c:v>45819.57708333333</c:v>
                </c:pt>
                <c:pt idx="29380">
                  <c:v>45580.088194444441</c:v>
                </c:pt>
                <c:pt idx="29381">
                  <c:v>45419.878472222219</c:v>
                </c:pt>
                <c:pt idx="29382">
                  <c:v>45931.957638888889</c:v>
                </c:pt>
                <c:pt idx="29383">
                  <c:v>45462.412499999999</c:v>
                </c:pt>
                <c:pt idx="29384">
                  <c:v>45716.683333333327</c:v>
                </c:pt>
                <c:pt idx="29385">
                  <c:v>45596.388888888891</c:v>
                </c:pt>
                <c:pt idx="29386">
                  <c:v>45616.832638888889</c:v>
                </c:pt>
                <c:pt idx="29387">
                  <c:v>45299.871527777781</c:v>
                </c:pt>
                <c:pt idx="29388">
                  <c:v>45572.704861111109</c:v>
                </c:pt>
                <c:pt idx="29389">
                  <c:v>45362.52847222222</c:v>
                </c:pt>
                <c:pt idx="29390">
                  <c:v>45683.657638888893</c:v>
                </c:pt>
                <c:pt idx="29391">
                  <c:v>45889.717361111107</c:v>
                </c:pt>
                <c:pt idx="29392">
                  <c:v>45546.693055555559</c:v>
                </c:pt>
                <c:pt idx="29393">
                  <c:v>45936.699305555558</c:v>
                </c:pt>
                <c:pt idx="29394">
                  <c:v>45793.493750000001</c:v>
                </c:pt>
                <c:pt idx="29395">
                  <c:v>45915.463888888888</c:v>
                </c:pt>
                <c:pt idx="29396">
                  <c:v>46018.783333333333</c:v>
                </c:pt>
                <c:pt idx="29397">
                  <c:v>45737.924305555563</c:v>
                </c:pt>
                <c:pt idx="29398">
                  <c:v>45608.581944444442</c:v>
                </c:pt>
                <c:pt idx="29399">
                  <c:v>45718.720138888893</c:v>
                </c:pt>
                <c:pt idx="29400">
                  <c:v>45840.495833333327</c:v>
                </c:pt>
                <c:pt idx="29401">
                  <c:v>45407.670138888891</c:v>
                </c:pt>
                <c:pt idx="29402">
                  <c:v>45430.772222222222</c:v>
                </c:pt>
                <c:pt idx="29403">
                  <c:v>45392.645833333343</c:v>
                </c:pt>
                <c:pt idx="29404">
                  <c:v>45330.431944444441</c:v>
                </c:pt>
                <c:pt idx="29405">
                  <c:v>45992.581944444442</c:v>
                </c:pt>
                <c:pt idx="29406">
                  <c:v>45519.551388888889</c:v>
                </c:pt>
                <c:pt idx="29407">
                  <c:v>45760.915277777778</c:v>
                </c:pt>
                <c:pt idx="29408">
                  <c:v>45755.456944444442</c:v>
                </c:pt>
                <c:pt idx="29409">
                  <c:v>45699.5625</c:v>
                </c:pt>
                <c:pt idx="29410">
                  <c:v>45959.758333333331</c:v>
                </c:pt>
                <c:pt idx="29411">
                  <c:v>45863.837500000001</c:v>
                </c:pt>
                <c:pt idx="29412">
                  <c:v>45878.408333333333</c:v>
                </c:pt>
                <c:pt idx="29413">
                  <c:v>45681.57916666667</c:v>
                </c:pt>
                <c:pt idx="29414">
                  <c:v>45768.882638888892</c:v>
                </c:pt>
                <c:pt idx="29415">
                  <c:v>46005.87777777778</c:v>
                </c:pt>
                <c:pt idx="29416">
                  <c:v>45905.620833333327</c:v>
                </c:pt>
                <c:pt idx="29417">
                  <c:v>45327.640277777777</c:v>
                </c:pt>
                <c:pt idx="29418">
                  <c:v>45540.440972222219</c:v>
                </c:pt>
                <c:pt idx="29419">
                  <c:v>45460.523611111108</c:v>
                </c:pt>
                <c:pt idx="29420">
                  <c:v>45911.504166666673</c:v>
                </c:pt>
                <c:pt idx="29421">
                  <c:v>45834.630555555559</c:v>
                </c:pt>
                <c:pt idx="29422">
                  <c:v>45694.427777777782</c:v>
                </c:pt>
                <c:pt idx="29423">
                  <c:v>45979.4375</c:v>
                </c:pt>
                <c:pt idx="29424">
                  <c:v>45831.604861111111</c:v>
                </c:pt>
                <c:pt idx="29425">
                  <c:v>45911.503472222219</c:v>
                </c:pt>
                <c:pt idx="29426">
                  <c:v>45729.427777777782</c:v>
                </c:pt>
                <c:pt idx="29427">
                  <c:v>45394.663194444453</c:v>
                </c:pt>
                <c:pt idx="29428">
                  <c:v>45621.668749999997</c:v>
                </c:pt>
                <c:pt idx="29429">
                  <c:v>45946.879166666673</c:v>
                </c:pt>
                <c:pt idx="29430">
                  <c:v>45834.807638888888</c:v>
                </c:pt>
                <c:pt idx="29431">
                  <c:v>45868.683333333327</c:v>
                </c:pt>
                <c:pt idx="29432">
                  <c:v>45666.825694444437</c:v>
                </c:pt>
                <c:pt idx="29433">
                  <c:v>45764.348611111112</c:v>
                </c:pt>
                <c:pt idx="29434">
                  <c:v>46015.734722222223</c:v>
                </c:pt>
                <c:pt idx="29435">
                  <c:v>45837.722916666673</c:v>
                </c:pt>
                <c:pt idx="29436">
                  <c:v>45757.176388888889</c:v>
                </c:pt>
                <c:pt idx="29437">
                  <c:v>45657.503472222219</c:v>
                </c:pt>
                <c:pt idx="29438">
                  <c:v>45409.517361111109</c:v>
                </c:pt>
                <c:pt idx="29439">
                  <c:v>45568.635416666657</c:v>
                </c:pt>
                <c:pt idx="29440">
                  <c:v>45988.877083333333</c:v>
                </c:pt>
                <c:pt idx="29441">
                  <c:v>45505.710416666669</c:v>
                </c:pt>
                <c:pt idx="29442">
                  <c:v>45435.536805555559</c:v>
                </c:pt>
                <c:pt idx="29443">
                  <c:v>45954.53402777778</c:v>
                </c:pt>
                <c:pt idx="29444">
                  <c:v>45365.761111111111</c:v>
                </c:pt>
                <c:pt idx="29445">
                  <c:v>45483.611805555563</c:v>
                </c:pt>
                <c:pt idx="29446">
                  <c:v>45336.463888888888</c:v>
                </c:pt>
                <c:pt idx="29447">
                  <c:v>45567.436805555553</c:v>
                </c:pt>
                <c:pt idx="29448">
                  <c:v>45872.806944444441</c:v>
                </c:pt>
                <c:pt idx="29449">
                  <c:v>45902.765972222223</c:v>
                </c:pt>
                <c:pt idx="29450">
                  <c:v>45853.484722222223</c:v>
                </c:pt>
                <c:pt idx="29451">
                  <c:v>45772.402083333327</c:v>
                </c:pt>
                <c:pt idx="29452">
                  <c:v>45995.603472222218</c:v>
                </c:pt>
                <c:pt idx="29453">
                  <c:v>45972.756249999999</c:v>
                </c:pt>
                <c:pt idx="29454">
                  <c:v>45918.122916666667</c:v>
                </c:pt>
                <c:pt idx="29455">
                  <c:v>45809.992361111108</c:v>
                </c:pt>
                <c:pt idx="29456">
                  <c:v>45770.607638888891</c:v>
                </c:pt>
                <c:pt idx="29457">
                  <c:v>45790.859722222223</c:v>
                </c:pt>
                <c:pt idx="29458">
                  <c:v>45992.593055555553</c:v>
                </c:pt>
                <c:pt idx="29459">
                  <c:v>45983.729166666657</c:v>
                </c:pt>
                <c:pt idx="29460">
                  <c:v>45988.424305555563</c:v>
                </c:pt>
                <c:pt idx="29461">
                  <c:v>45862.616666666669</c:v>
                </c:pt>
                <c:pt idx="29462">
                  <c:v>45942.546527777777</c:v>
                </c:pt>
                <c:pt idx="29463">
                  <c:v>45862.616666666669</c:v>
                </c:pt>
                <c:pt idx="29464">
                  <c:v>45942.546527777777</c:v>
                </c:pt>
                <c:pt idx="29465">
                  <c:v>45935.655555555553</c:v>
                </c:pt>
                <c:pt idx="29466">
                  <c:v>45935.655555555553</c:v>
                </c:pt>
                <c:pt idx="29467">
                  <c:v>45588.640972222223</c:v>
                </c:pt>
                <c:pt idx="29468">
                  <c:v>45796.842361111107</c:v>
                </c:pt>
                <c:pt idx="29469">
                  <c:v>45876.494444444441</c:v>
                </c:pt>
                <c:pt idx="29470">
                  <c:v>45607.535416666673</c:v>
                </c:pt>
                <c:pt idx="29471">
                  <c:v>46011.365277777782</c:v>
                </c:pt>
                <c:pt idx="29472">
                  <c:v>45963.726388888892</c:v>
                </c:pt>
                <c:pt idx="29473">
                  <c:v>46019.709722222222</c:v>
                </c:pt>
                <c:pt idx="29474">
                  <c:v>45548.636805555558</c:v>
                </c:pt>
                <c:pt idx="29475">
                  <c:v>45312.677083333343</c:v>
                </c:pt>
                <c:pt idx="29476">
                  <c:v>45754.633333333331</c:v>
                </c:pt>
                <c:pt idx="29477">
                  <c:v>45375.70208333333</c:v>
                </c:pt>
                <c:pt idx="29478">
                  <c:v>45417.543749999997</c:v>
                </c:pt>
                <c:pt idx="29479">
                  <c:v>45888.73541666667</c:v>
                </c:pt>
                <c:pt idx="29480">
                  <c:v>45448.743055555547</c:v>
                </c:pt>
                <c:pt idx="29481">
                  <c:v>45469.598611111112</c:v>
                </c:pt>
                <c:pt idx="29482">
                  <c:v>45998.635416666657</c:v>
                </c:pt>
                <c:pt idx="29483">
                  <c:v>45601.424305555563</c:v>
                </c:pt>
                <c:pt idx="29484">
                  <c:v>45653.601388888892</c:v>
                </c:pt>
                <c:pt idx="29485">
                  <c:v>45843.561805555553</c:v>
                </c:pt>
                <c:pt idx="29486">
                  <c:v>45679.996527777781</c:v>
                </c:pt>
                <c:pt idx="29487">
                  <c:v>45466.981249999997</c:v>
                </c:pt>
                <c:pt idx="29488">
                  <c:v>46006.754166666673</c:v>
                </c:pt>
                <c:pt idx="29489">
                  <c:v>45765.416666666657</c:v>
                </c:pt>
                <c:pt idx="29490">
                  <c:v>45504.640972222223</c:v>
                </c:pt>
                <c:pt idx="29491">
                  <c:v>46015.149305555547</c:v>
                </c:pt>
                <c:pt idx="29492">
                  <c:v>45841.87777777778</c:v>
                </c:pt>
                <c:pt idx="29493">
                  <c:v>45768.333333333343</c:v>
                </c:pt>
                <c:pt idx="29494">
                  <c:v>45677.945833333331</c:v>
                </c:pt>
                <c:pt idx="29495">
                  <c:v>46002.568749999999</c:v>
                </c:pt>
                <c:pt idx="29496">
                  <c:v>45883.935416666667</c:v>
                </c:pt>
                <c:pt idx="29497">
                  <c:v>45845.216666666667</c:v>
                </c:pt>
                <c:pt idx="29498">
                  <c:v>45714.656944444447</c:v>
                </c:pt>
                <c:pt idx="29499">
                  <c:v>45428.728472222218</c:v>
                </c:pt>
                <c:pt idx="29500">
                  <c:v>45556.30972222222</c:v>
                </c:pt>
                <c:pt idx="29501">
                  <c:v>45380.3125</c:v>
                </c:pt>
                <c:pt idx="29502">
                  <c:v>45689.26666666667</c:v>
                </c:pt>
                <c:pt idx="29503">
                  <c:v>45593.737500000003</c:v>
                </c:pt>
                <c:pt idx="29504">
                  <c:v>45303.447916666657</c:v>
                </c:pt>
                <c:pt idx="29505">
                  <c:v>45354.261805555558</c:v>
                </c:pt>
                <c:pt idx="29506">
                  <c:v>45816.333333333343</c:v>
                </c:pt>
                <c:pt idx="29507">
                  <c:v>45460.711111111108</c:v>
                </c:pt>
                <c:pt idx="29508">
                  <c:v>45641.344444444447</c:v>
                </c:pt>
                <c:pt idx="29509">
                  <c:v>45501.302083333343</c:v>
                </c:pt>
                <c:pt idx="29510">
                  <c:v>45759.277083333327</c:v>
                </c:pt>
                <c:pt idx="29511">
                  <c:v>45308.388888888891</c:v>
                </c:pt>
                <c:pt idx="29512">
                  <c:v>45925.251388888893</c:v>
                </c:pt>
                <c:pt idx="29513">
                  <c:v>45587.334722222222</c:v>
                </c:pt>
                <c:pt idx="29514">
                  <c:v>46011.631249999999</c:v>
                </c:pt>
                <c:pt idx="29515">
                  <c:v>45956.594444444447</c:v>
                </c:pt>
                <c:pt idx="29516">
                  <c:v>45809.113194444442</c:v>
                </c:pt>
                <c:pt idx="29517">
                  <c:v>45992.659722222219</c:v>
                </c:pt>
                <c:pt idx="29518">
                  <c:v>45593.783333333333</c:v>
                </c:pt>
                <c:pt idx="29519">
                  <c:v>45879.498611111107</c:v>
                </c:pt>
                <c:pt idx="29520">
                  <c:v>45994.827777777777</c:v>
                </c:pt>
                <c:pt idx="29521">
                  <c:v>45720.554861111108</c:v>
                </c:pt>
                <c:pt idx="29522">
                  <c:v>45589.856249999997</c:v>
                </c:pt>
                <c:pt idx="29523">
                  <c:v>45703.591666666667</c:v>
                </c:pt>
                <c:pt idx="29524">
                  <c:v>45662.05</c:v>
                </c:pt>
                <c:pt idx="29525">
                  <c:v>45419.972222222219</c:v>
                </c:pt>
                <c:pt idx="29526">
                  <c:v>45943.884722222218</c:v>
                </c:pt>
                <c:pt idx="29527">
                  <c:v>45550.541666666657</c:v>
                </c:pt>
                <c:pt idx="29528">
                  <c:v>45464.873611111107</c:v>
                </c:pt>
                <c:pt idx="29529">
                  <c:v>45471.529166666667</c:v>
                </c:pt>
                <c:pt idx="29530">
                  <c:v>45985.693055555559</c:v>
                </c:pt>
                <c:pt idx="29531">
                  <c:v>45356.75277777778</c:v>
                </c:pt>
                <c:pt idx="29532">
                  <c:v>45825.180555555547</c:v>
                </c:pt>
                <c:pt idx="29533">
                  <c:v>45843.065972222219</c:v>
                </c:pt>
                <c:pt idx="29534">
                  <c:v>45990.589583333327</c:v>
                </c:pt>
                <c:pt idx="29535">
                  <c:v>45915.861805555563</c:v>
                </c:pt>
                <c:pt idx="29536">
                  <c:v>45974.393750000003</c:v>
                </c:pt>
                <c:pt idx="29537">
                  <c:v>45854.669444444437</c:v>
                </c:pt>
                <c:pt idx="29538">
                  <c:v>45778.941666666673</c:v>
                </c:pt>
                <c:pt idx="29539">
                  <c:v>45768.813194444447</c:v>
                </c:pt>
                <c:pt idx="29540">
                  <c:v>45694.743055555547</c:v>
                </c:pt>
                <c:pt idx="29541">
                  <c:v>45600.643750000003</c:v>
                </c:pt>
                <c:pt idx="29542">
                  <c:v>45355.911805555559</c:v>
                </c:pt>
                <c:pt idx="29543">
                  <c:v>45959.822916666657</c:v>
                </c:pt>
                <c:pt idx="29544">
                  <c:v>45956.9375</c:v>
                </c:pt>
                <c:pt idx="29545">
                  <c:v>45411.132638888892</c:v>
                </c:pt>
                <c:pt idx="29546">
                  <c:v>45965.413888888892</c:v>
                </c:pt>
                <c:pt idx="29547">
                  <c:v>45856.73541666667</c:v>
                </c:pt>
                <c:pt idx="29548">
                  <c:v>45306.948611111111</c:v>
                </c:pt>
                <c:pt idx="29549">
                  <c:v>45830.45416666667</c:v>
                </c:pt>
                <c:pt idx="29550">
                  <c:v>45858.865277777782</c:v>
                </c:pt>
                <c:pt idx="29551">
                  <c:v>45657.236805555563</c:v>
                </c:pt>
                <c:pt idx="29552">
                  <c:v>45732.635416666657</c:v>
                </c:pt>
                <c:pt idx="29553">
                  <c:v>46018.923611111109</c:v>
                </c:pt>
                <c:pt idx="29554">
                  <c:v>45733.522222222222</c:v>
                </c:pt>
                <c:pt idx="29555">
                  <c:v>45733.522222222222</c:v>
                </c:pt>
                <c:pt idx="29556">
                  <c:v>45944.54791666667</c:v>
                </c:pt>
                <c:pt idx="29557">
                  <c:v>45944.54791666667</c:v>
                </c:pt>
                <c:pt idx="29558">
                  <c:v>45488.5625</c:v>
                </c:pt>
                <c:pt idx="29559">
                  <c:v>45320.59375</c:v>
                </c:pt>
                <c:pt idx="29560">
                  <c:v>45320.59375</c:v>
                </c:pt>
                <c:pt idx="29561">
                  <c:v>45403.676388888889</c:v>
                </c:pt>
                <c:pt idx="29562">
                  <c:v>45848.507638888892</c:v>
                </c:pt>
                <c:pt idx="29563">
                  <c:v>45614.55</c:v>
                </c:pt>
                <c:pt idx="29564">
                  <c:v>45672.727083333331</c:v>
                </c:pt>
                <c:pt idx="29565">
                  <c:v>45848.507638888892</c:v>
                </c:pt>
                <c:pt idx="29566">
                  <c:v>45488.5625</c:v>
                </c:pt>
                <c:pt idx="29567">
                  <c:v>45614.55</c:v>
                </c:pt>
                <c:pt idx="29568">
                  <c:v>45403.676388888889</c:v>
                </c:pt>
                <c:pt idx="29569">
                  <c:v>45672.727083333331</c:v>
                </c:pt>
                <c:pt idx="29570">
                  <c:v>45959.672222222223</c:v>
                </c:pt>
                <c:pt idx="29571">
                  <c:v>45875.589583333327</c:v>
                </c:pt>
                <c:pt idx="29572">
                  <c:v>45957.768055555563</c:v>
                </c:pt>
                <c:pt idx="29573">
                  <c:v>45763.679861111108</c:v>
                </c:pt>
                <c:pt idx="29574">
                  <c:v>45293.45416666667</c:v>
                </c:pt>
                <c:pt idx="29575">
                  <c:v>45614.740972222222</c:v>
                </c:pt>
                <c:pt idx="29576">
                  <c:v>45614.736111111109</c:v>
                </c:pt>
                <c:pt idx="29577">
                  <c:v>45865.395138888889</c:v>
                </c:pt>
                <c:pt idx="29578">
                  <c:v>45792.445138888892</c:v>
                </c:pt>
                <c:pt idx="29579">
                  <c:v>45748.005555555559</c:v>
                </c:pt>
                <c:pt idx="29580">
                  <c:v>45783.495833333327</c:v>
                </c:pt>
                <c:pt idx="29581">
                  <c:v>45765.049305555563</c:v>
                </c:pt>
                <c:pt idx="29582">
                  <c:v>45645.38958333333</c:v>
                </c:pt>
                <c:pt idx="29583">
                  <c:v>45564.400694444441</c:v>
                </c:pt>
                <c:pt idx="29584">
                  <c:v>45664.645833333343</c:v>
                </c:pt>
                <c:pt idx="29585">
                  <c:v>45898.86041666667</c:v>
                </c:pt>
                <c:pt idx="29586">
                  <c:v>45757.347916666673</c:v>
                </c:pt>
                <c:pt idx="29587">
                  <c:v>45989.890972222223</c:v>
                </c:pt>
                <c:pt idx="29588">
                  <c:v>45626.439583333333</c:v>
                </c:pt>
                <c:pt idx="29589">
                  <c:v>45581.851388888892</c:v>
                </c:pt>
                <c:pt idx="29590">
                  <c:v>45926.824999999997</c:v>
                </c:pt>
                <c:pt idx="29591">
                  <c:v>45703.35</c:v>
                </c:pt>
                <c:pt idx="29592">
                  <c:v>45779.875694444447</c:v>
                </c:pt>
                <c:pt idx="29593">
                  <c:v>45916.734027777777</c:v>
                </c:pt>
                <c:pt idx="29594">
                  <c:v>45733.854166666657</c:v>
                </c:pt>
                <c:pt idx="29595">
                  <c:v>45814.902777777781</c:v>
                </c:pt>
                <c:pt idx="29596">
                  <c:v>45874.472222222219</c:v>
                </c:pt>
                <c:pt idx="29597">
                  <c:v>45548.657638888893</c:v>
                </c:pt>
                <c:pt idx="29598">
                  <c:v>45742.806250000001</c:v>
                </c:pt>
                <c:pt idx="29599">
                  <c:v>45678.855555555558</c:v>
                </c:pt>
                <c:pt idx="29600">
                  <c:v>45837.881944444453</c:v>
                </c:pt>
                <c:pt idx="29601">
                  <c:v>45660.597222222219</c:v>
                </c:pt>
                <c:pt idx="29602">
                  <c:v>45952.851388888892</c:v>
                </c:pt>
                <c:pt idx="29603">
                  <c:v>46008.956250000003</c:v>
                </c:pt>
                <c:pt idx="29604">
                  <c:v>45612.388888888891</c:v>
                </c:pt>
                <c:pt idx="29605">
                  <c:v>45972.136805555558</c:v>
                </c:pt>
                <c:pt idx="29606">
                  <c:v>45852.918749999997</c:v>
                </c:pt>
                <c:pt idx="29607">
                  <c:v>45596.611111111109</c:v>
                </c:pt>
                <c:pt idx="29608">
                  <c:v>45535.42291666667</c:v>
                </c:pt>
                <c:pt idx="29609">
                  <c:v>45952.847222222219</c:v>
                </c:pt>
                <c:pt idx="29610">
                  <c:v>45795.536111111112</c:v>
                </c:pt>
                <c:pt idx="29611">
                  <c:v>45795.536111111112</c:v>
                </c:pt>
                <c:pt idx="29612">
                  <c:v>45622.351388888892</c:v>
                </c:pt>
                <c:pt idx="29613">
                  <c:v>45952.415972222218</c:v>
                </c:pt>
                <c:pt idx="29614">
                  <c:v>45952.415972222218</c:v>
                </c:pt>
                <c:pt idx="29615">
                  <c:v>45622.351388888892</c:v>
                </c:pt>
                <c:pt idx="29616">
                  <c:v>45820.40625</c:v>
                </c:pt>
                <c:pt idx="29617">
                  <c:v>45702.442361111112</c:v>
                </c:pt>
                <c:pt idx="29618">
                  <c:v>45665.027083333327</c:v>
                </c:pt>
                <c:pt idx="29619">
                  <c:v>45599.388194444437</c:v>
                </c:pt>
                <c:pt idx="29620">
                  <c:v>45883.413888888892</c:v>
                </c:pt>
                <c:pt idx="29621">
                  <c:v>45883.427083333343</c:v>
                </c:pt>
                <c:pt idx="29622">
                  <c:v>45314.48541666667</c:v>
                </c:pt>
                <c:pt idx="29623">
                  <c:v>45393.518055555563</c:v>
                </c:pt>
                <c:pt idx="29624">
                  <c:v>46023.526388888888</c:v>
                </c:pt>
                <c:pt idx="29625">
                  <c:v>45652.872916666667</c:v>
                </c:pt>
                <c:pt idx="29626">
                  <c:v>45917.781944444447</c:v>
                </c:pt>
                <c:pt idx="29627">
                  <c:v>45637.420138888891</c:v>
                </c:pt>
                <c:pt idx="29628">
                  <c:v>45869.481944444437</c:v>
                </c:pt>
                <c:pt idx="29629">
                  <c:v>45594.48541666667</c:v>
                </c:pt>
                <c:pt idx="29630">
                  <c:v>45717.522222222222</c:v>
                </c:pt>
                <c:pt idx="29631">
                  <c:v>45972.484027777777</c:v>
                </c:pt>
                <c:pt idx="29632">
                  <c:v>45840.393055555563</c:v>
                </c:pt>
                <c:pt idx="29633">
                  <c:v>45551.861805555563</c:v>
                </c:pt>
                <c:pt idx="29634">
                  <c:v>45349.725694444453</c:v>
                </c:pt>
                <c:pt idx="29635">
                  <c:v>45894.741666666669</c:v>
                </c:pt>
                <c:pt idx="29636">
                  <c:v>45467.77847222222</c:v>
                </c:pt>
                <c:pt idx="29637">
                  <c:v>45944.504166666673</c:v>
                </c:pt>
                <c:pt idx="29638">
                  <c:v>46001.548611111109</c:v>
                </c:pt>
                <c:pt idx="29639">
                  <c:v>45418.531944444447</c:v>
                </c:pt>
                <c:pt idx="29640">
                  <c:v>45800.482638888891</c:v>
                </c:pt>
                <c:pt idx="29641">
                  <c:v>45502.640277777777</c:v>
                </c:pt>
                <c:pt idx="29642">
                  <c:v>45747.524305555547</c:v>
                </c:pt>
                <c:pt idx="29643">
                  <c:v>45750.582638888889</c:v>
                </c:pt>
                <c:pt idx="29644">
                  <c:v>45792.763888888891</c:v>
                </c:pt>
                <c:pt idx="29645">
                  <c:v>45746.262499999997</c:v>
                </c:pt>
                <c:pt idx="29646">
                  <c:v>45627.054166666669</c:v>
                </c:pt>
                <c:pt idx="29647">
                  <c:v>45961.990277777782</c:v>
                </c:pt>
                <c:pt idx="29648">
                  <c:v>45681.460416666669</c:v>
                </c:pt>
                <c:pt idx="29649">
                  <c:v>45985.527083333327</c:v>
                </c:pt>
                <c:pt idx="29650">
                  <c:v>45333.604166666657</c:v>
                </c:pt>
                <c:pt idx="29651">
                  <c:v>45725.786111111112</c:v>
                </c:pt>
                <c:pt idx="29652">
                  <c:v>45779.107638888891</c:v>
                </c:pt>
                <c:pt idx="29653">
                  <c:v>45921.722222222219</c:v>
                </c:pt>
                <c:pt idx="29654">
                  <c:v>45830.790972222218</c:v>
                </c:pt>
                <c:pt idx="29655">
                  <c:v>45374.776388888888</c:v>
                </c:pt>
                <c:pt idx="29656">
                  <c:v>45877.67291666667</c:v>
                </c:pt>
                <c:pt idx="29657">
                  <c:v>45927.991666666669</c:v>
                </c:pt>
                <c:pt idx="29658">
                  <c:v>45627.502083333333</c:v>
                </c:pt>
                <c:pt idx="29659">
                  <c:v>45451.911111111112</c:v>
                </c:pt>
                <c:pt idx="29660">
                  <c:v>45578.777083333327</c:v>
                </c:pt>
                <c:pt idx="29661">
                  <c:v>45720.004166666673</c:v>
                </c:pt>
                <c:pt idx="29662">
                  <c:v>45775.618055555547</c:v>
                </c:pt>
                <c:pt idx="29663">
                  <c:v>45525.953472222223</c:v>
                </c:pt>
                <c:pt idx="29664">
                  <c:v>45414.427083333343</c:v>
                </c:pt>
                <c:pt idx="29665">
                  <c:v>45913.948611111111</c:v>
                </c:pt>
                <c:pt idx="29666">
                  <c:v>45621.589583333327</c:v>
                </c:pt>
                <c:pt idx="29667">
                  <c:v>45816.638888888891</c:v>
                </c:pt>
                <c:pt idx="29668">
                  <c:v>45835.033333333333</c:v>
                </c:pt>
                <c:pt idx="29669">
                  <c:v>45662.868750000001</c:v>
                </c:pt>
                <c:pt idx="29670">
                  <c:v>45732.54791666667</c:v>
                </c:pt>
                <c:pt idx="29671">
                  <c:v>45865.317361111112</c:v>
                </c:pt>
                <c:pt idx="29672">
                  <c:v>45681.495833333327</c:v>
                </c:pt>
                <c:pt idx="29673">
                  <c:v>45779.466666666667</c:v>
                </c:pt>
                <c:pt idx="29674">
                  <c:v>45668.724305555559</c:v>
                </c:pt>
                <c:pt idx="29675">
                  <c:v>45844.785416666673</c:v>
                </c:pt>
                <c:pt idx="29676">
                  <c:v>45326.433333333327</c:v>
                </c:pt>
                <c:pt idx="29677">
                  <c:v>45947.761111111111</c:v>
                </c:pt>
                <c:pt idx="29678">
                  <c:v>45657.052777777782</c:v>
                </c:pt>
                <c:pt idx="29679">
                  <c:v>45730.256944444453</c:v>
                </c:pt>
                <c:pt idx="29680">
                  <c:v>45423.851388888892</c:v>
                </c:pt>
                <c:pt idx="29681">
                  <c:v>45554.09375</c:v>
                </c:pt>
                <c:pt idx="29682">
                  <c:v>45827.645138888889</c:v>
                </c:pt>
                <c:pt idx="29683">
                  <c:v>45783.746527777781</c:v>
                </c:pt>
                <c:pt idx="29684">
                  <c:v>45814.940972222219</c:v>
                </c:pt>
                <c:pt idx="29685">
                  <c:v>45969.642361111109</c:v>
                </c:pt>
                <c:pt idx="29686">
                  <c:v>45841.664583333331</c:v>
                </c:pt>
                <c:pt idx="29687">
                  <c:v>45661.168055555558</c:v>
                </c:pt>
                <c:pt idx="29688">
                  <c:v>45678.127083333333</c:v>
                </c:pt>
                <c:pt idx="29689">
                  <c:v>45744.793749999997</c:v>
                </c:pt>
                <c:pt idx="29690">
                  <c:v>45636.490972222222</c:v>
                </c:pt>
                <c:pt idx="29691">
                  <c:v>45666.457638888889</c:v>
                </c:pt>
                <c:pt idx="29692">
                  <c:v>45969.524305555547</c:v>
                </c:pt>
                <c:pt idx="29693">
                  <c:v>45890.55972222222</c:v>
                </c:pt>
                <c:pt idx="29694">
                  <c:v>46004.665972222218</c:v>
                </c:pt>
                <c:pt idx="29695">
                  <c:v>45874.884027777778</c:v>
                </c:pt>
                <c:pt idx="29696">
                  <c:v>45986.886111111111</c:v>
                </c:pt>
                <c:pt idx="29697">
                  <c:v>45949.564583333333</c:v>
                </c:pt>
                <c:pt idx="29698">
                  <c:v>45655.012499999997</c:v>
                </c:pt>
                <c:pt idx="29699">
                  <c:v>45585.670138888891</c:v>
                </c:pt>
                <c:pt idx="29700">
                  <c:v>45778.666666666657</c:v>
                </c:pt>
                <c:pt idx="29701">
                  <c:v>45821.489583333343</c:v>
                </c:pt>
                <c:pt idx="29702">
                  <c:v>45850.51666666667</c:v>
                </c:pt>
                <c:pt idx="29703">
                  <c:v>45782.03125</c:v>
                </c:pt>
                <c:pt idx="29704">
                  <c:v>45874.757638888892</c:v>
                </c:pt>
                <c:pt idx="29705">
                  <c:v>45626.649305555547</c:v>
                </c:pt>
                <c:pt idx="29706">
                  <c:v>45637.458333333343</c:v>
                </c:pt>
                <c:pt idx="29707">
                  <c:v>45756.844444444447</c:v>
                </c:pt>
                <c:pt idx="29708">
                  <c:v>45869.756249999999</c:v>
                </c:pt>
                <c:pt idx="29709">
                  <c:v>45592.45</c:v>
                </c:pt>
                <c:pt idx="29710">
                  <c:v>45617.844444444447</c:v>
                </c:pt>
                <c:pt idx="29711">
                  <c:v>45826.795138888891</c:v>
                </c:pt>
                <c:pt idx="29712">
                  <c:v>45830.780555555553</c:v>
                </c:pt>
                <c:pt idx="29713">
                  <c:v>45617.852083333331</c:v>
                </c:pt>
                <c:pt idx="29714">
                  <c:v>45349.897916666669</c:v>
                </c:pt>
                <c:pt idx="29715">
                  <c:v>45425.335416666669</c:v>
                </c:pt>
                <c:pt idx="29716">
                  <c:v>45563.334722222222</c:v>
                </c:pt>
                <c:pt idx="29717">
                  <c:v>45747.931944444441</c:v>
                </c:pt>
                <c:pt idx="29718">
                  <c:v>45919.762499999997</c:v>
                </c:pt>
                <c:pt idx="29719">
                  <c:v>45694.552083333343</c:v>
                </c:pt>
                <c:pt idx="29720">
                  <c:v>45709.809027777781</c:v>
                </c:pt>
                <c:pt idx="29721">
                  <c:v>45315.467361111107</c:v>
                </c:pt>
                <c:pt idx="29722">
                  <c:v>45709.405555555553</c:v>
                </c:pt>
                <c:pt idx="29723">
                  <c:v>45708.821527777778</c:v>
                </c:pt>
                <c:pt idx="29724">
                  <c:v>45895.664583333331</c:v>
                </c:pt>
                <c:pt idx="29725">
                  <c:v>45966.762499999997</c:v>
                </c:pt>
                <c:pt idx="29726">
                  <c:v>45732.671527777777</c:v>
                </c:pt>
                <c:pt idx="29727">
                  <c:v>46005.683333333327</c:v>
                </c:pt>
                <c:pt idx="29728">
                  <c:v>45872.743750000001</c:v>
                </c:pt>
                <c:pt idx="29729">
                  <c:v>45975.272222222222</c:v>
                </c:pt>
                <c:pt idx="29730">
                  <c:v>45897.759722222218</c:v>
                </c:pt>
                <c:pt idx="29731">
                  <c:v>45323.713888888888</c:v>
                </c:pt>
                <c:pt idx="29732">
                  <c:v>45925.740277777782</c:v>
                </c:pt>
                <c:pt idx="29733">
                  <c:v>45549.45</c:v>
                </c:pt>
                <c:pt idx="29734">
                  <c:v>45645.712500000001</c:v>
                </c:pt>
                <c:pt idx="29735">
                  <c:v>45415.768750000003</c:v>
                </c:pt>
                <c:pt idx="29736">
                  <c:v>45361.709722222222</c:v>
                </c:pt>
                <c:pt idx="29737">
                  <c:v>45459.682638888888</c:v>
                </c:pt>
                <c:pt idx="29738">
                  <c:v>45801.714583333327</c:v>
                </c:pt>
                <c:pt idx="29739">
                  <c:v>45383.522222222222</c:v>
                </c:pt>
                <c:pt idx="29740">
                  <c:v>45681.646527777782</c:v>
                </c:pt>
                <c:pt idx="29741">
                  <c:v>45619.540972222218</c:v>
                </c:pt>
                <c:pt idx="29742">
                  <c:v>45512.695138888892</c:v>
                </c:pt>
                <c:pt idx="29743">
                  <c:v>45844.636111111111</c:v>
                </c:pt>
                <c:pt idx="29744">
                  <c:v>45585.620833333327</c:v>
                </c:pt>
                <c:pt idx="29745">
                  <c:v>45997.718055555553</c:v>
                </c:pt>
                <c:pt idx="29746">
                  <c:v>45748.675000000003</c:v>
                </c:pt>
                <c:pt idx="29747">
                  <c:v>45795.78125</c:v>
                </c:pt>
                <c:pt idx="29748">
                  <c:v>45776.923611111109</c:v>
                </c:pt>
                <c:pt idx="29749">
                  <c:v>45737.159722222219</c:v>
                </c:pt>
                <c:pt idx="29750">
                  <c:v>45722.76666666667</c:v>
                </c:pt>
                <c:pt idx="29751">
                  <c:v>45698.864583333343</c:v>
                </c:pt>
                <c:pt idx="29752">
                  <c:v>45718.01666666667</c:v>
                </c:pt>
                <c:pt idx="29753">
                  <c:v>45698.864583333343</c:v>
                </c:pt>
                <c:pt idx="29754">
                  <c:v>45699.69027777778</c:v>
                </c:pt>
                <c:pt idx="29755">
                  <c:v>45718.01666666667</c:v>
                </c:pt>
                <c:pt idx="29756">
                  <c:v>45699.69027777778</c:v>
                </c:pt>
                <c:pt idx="29757">
                  <c:v>45649.750694444447</c:v>
                </c:pt>
                <c:pt idx="29758">
                  <c:v>45901.856944444437</c:v>
                </c:pt>
                <c:pt idx="29759">
                  <c:v>45925.561111111107</c:v>
                </c:pt>
                <c:pt idx="29760">
                  <c:v>45784.123611111107</c:v>
                </c:pt>
                <c:pt idx="29761">
                  <c:v>45592.418749999997</c:v>
                </c:pt>
                <c:pt idx="29762">
                  <c:v>45478.49722222222</c:v>
                </c:pt>
                <c:pt idx="29763">
                  <c:v>45293.429166666669</c:v>
                </c:pt>
                <c:pt idx="29764">
                  <c:v>45405.495138888888</c:v>
                </c:pt>
                <c:pt idx="29765">
                  <c:v>45957.650694444441</c:v>
                </c:pt>
                <c:pt idx="29766">
                  <c:v>45678.689583333333</c:v>
                </c:pt>
                <c:pt idx="29767">
                  <c:v>45904.520138888889</c:v>
                </c:pt>
                <c:pt idx="29768">
                  <c:v>45780.923611111109</c:v>
                </c:pt>
                <c:pt idx="29769">
                  <c:v>45863.680555555547</c:v>
                </c:pt>
                <c:pt idx="29770">
                  <c:v>46001.586111111108</c:v>
                </c:pt>
                <c:pt idx="29771">
                  <c:v>45740.531944444447</c:v>
                </c:pt>
                <c:pt idx="29772">
                  <c:v>45690.589583333327</c:v>
                </c:pt>
                <c:pt idx="29773">
                  <c:v>45454.758333333331</c:v>
                </c:pt>
                <c:pt idx="29774">
                  <c:v>45691.241666666669</c:v>
                </c:pt>
                <c:pt idx="29775">
                  <c:v>45663.915972222218</c:v>
                </c:pt>
                <c:pt idx="29776">
                  <c:v>45959.783333333333</c:v>
                </c:pt>
                <c:pt idx="29777">
                  <c:v>45466.384722222218</c:v>
                </c:pt>
                <c:pt idx="29778">
                  <c:v>45840.86041666667</c:v>
                </c:pt>
                <c:pt idx="29779">
                  <c:v>45850.658333333333</c:v>
                </c:pt>
                <c:pt idx="29780">
                  <c:v>45950.567361111112</c:v>
                </c:pt>
                <c:pt idx="29781">
                  <c:v>45775.490277777782</c:v>
                </c:pt>
                <c:pt idx="29782">
                  <c:v>45618.604166666657</c:v>
                </c:pt>
                <c:pt idx="29783">
                  <c:v>45541.418749999997</c:v>
                </c:pt>
                <c:pt idx="29784">
                  <c:v>45880.900694444441</c:v>
                </c:pt>
                <c:pt idx="29785">
                  <c:v>45555.874305555553</c:v>
                </c:pt>
                <c:pt idx="29786">
                  <c:v>45642.695138888892</c:v>
                </c:pt>
                <c:pt idx="29787">
                  <c:v>45476.656944444447</c:v>
                </c:pt>
                <c:pt idx="29788">
                  <c:v>45843.78402777778</c:v>
                </c:pt>
                <c:pt idx="29789">
                  <c:v>45425.933333333327</c:v>
                </c:pt>
                <c:pt idx="29790">
                  <c:v>45304.446527777778</c:v>
                </c:pt>
                <c:pt idx="29791">
                  <c:v>45755.950694444437</c:v>
                </c:pt>
                <c:pt idx="29792">
                  <c:v>45844.556250000001</c:v>
                </c:pt>
                <c:pt idx="29793">
                  <c:v>45674.833333333343</c:v>
                </c:pt>
                <c:pt idx="29794">
                  <c:v>45600.550694444442</c:v>
                </c:pt>
                <c:pt idx="29795">
                  <c:v>45966.744444444441</c:v>
                </c:pt>
                <c:pt idx="29796">
                  <c:v>45561.332638888889</c:v>
                </c:pt>
                <c:pt idx="29797">
                  <c:v>45358.885416666657</c:v>
                </c:pt>
                <c:pt idx="29798">
                  <c:v>45898.802083333343</c:v>
                </c:pt>
                <c:pt idx="29799">
                  <c:v>45790.870833333327</c:v>
                </c:pt>
                <c:pt idx="29800">
                  <c:v>45715.655555555553</c:v>
                </c:pt>
                <c:pt idx="29801">
                  <c:v>45706.604861111111</c:v>
                </c:pt>
                <c:pt idx="29802">
                  <c:v>45650.634722222218</c:v>
                </c:pt>
                <c:pt idx="29803">
                  <c:v>45583.466666666667</c:v>
                </c:pt>
                <c:pt idx="29804">
                  <c:v>46001.009722222218</c:v>
                </c:pt>
                <c:pt idx="29805">
                  <c:v>45941.299305555563</c:v>
                </c:pt>
                <c:pt idx="29806">
                  <c:v>45782.004166666673</c:v>
                </c:pt>
                <c:pt idx="29807">
                  <c:v>45782.461805555547</c:v>
                </c:pt>
                <c:pt idx="29808">
                  <c:v>45803.415277777778</c:v>
                </c:pt>
                <c:pt idx="29809">
                  <c:v>45433.622916666667</c:v>
                </c:pt>
                <c:pt idx="29810">
                  <c:v>45678.738888888889</c:v>
                </c:pt>
                <c:pt idx="29811">
                  <c:v>45327.504861111112</c:v>
                </c:pt>
                <c:pt idx="29812">
                  <c:v>45695.426388888889</c:v>
                </c:pt>
                <c:pt idx="29813">
                  <c:v>45470.649305555547</c:v>
                </c:pt>
                <c:pt idx="29814">
                  <c:v>45552.411111111112</c:v>
                </c:pt>
                <c:pt idx="29815">
                  <c:v>45608.628472222219</c:v>
                </c:pt>
                <c:pt idx="29816">
                  <c:v>45768.44027777778</c:v>
                </c:pt>
                <c:pt idx="29817">
                  <c:v>45781.619444444441</c:v>
                </c:pt>
                <c:pt idx="29818">
                  <c:v>45619.586805555547</c:v>
                </c:pt>
                <c:pt idx="29819">
                  <c:v>45641.80972222222</c:v>
                </c:pt>
                <c:pt idx="29820">
                  <c:v>46021.667361111111</c:v>
                </c:pt>
                <c:pt idx="29821">
                  <c:v>46020.576388888891</c:v>
                </c:pt>
                <c:pt idx="29822">
                  <c:v>45676.675694444442</c:v>
                </c:pt>
                <c:pt idx="29823">
                  <c:v>45697.627083333333</c:v>
                </c:pt>
                <c:pt idx="29824">
                  <c:v>45841.835416666669</c:v>
                </c:pt>
                <c:pt idx="29825">
                  <c:v>45989.497916666667</c:v>
                </c:pt>
                <c:pt idx="29826">
                  <c:v>46017.67083333333</c:v>
                </c:pt>
                <c:pt idx="29827">
                  <c:v>45708.898611111108</c:v>
                </c:pt>
                <c:pt idx="29828">
                  <c:v>45895.494444444441</c:v>
                </c:pt>
                <c:pt idx="29829">
                  <c:v>45886.529861111107</c:v>
                </c:pt>
                <c:pt idx="29830">
                  <c:v>45881.685416666667</c:v>
                </c:pt>
                <c:pt idx="29831">
                  <c:v>45820.672222222223</c:v>
                </c:pt>
                <c:pt idx="29832">
                  <c:v>45777.763194444437</c:v>
                </c:pt>
                <c:pt idx="29833">
                  <c:v>45927.831944444442</c:v>
                </c:pt>
                <c:pt idx="29834">
                  <c:v>45743.740277777782</c:v>
                </c:pt>
                <c:pt idx="29835">
                  <c:v>45983.705555555563</c:v>
                </c:pt>
                <c:pt idx="29836">
                  <c:v>45848.81527777778</c:v>
                </c:pt>
                <c:pt idx="29837">
                  <c:v>45356.015972222223</c:v>
                </c:pt>
                <c:pt idx="29838">
                  <c:v>45618.814583333333</c:v>
                </c:pt>
                <c:pt idx="29839">
                  <c:v>45616.874305555553</c:v>
                </c:pt>
                <c:pt idx="29840">
                  <c:v>45652.370138888888</c:v>
                </c:pt>
                <c:pt idx="29841">
                  <c:v>45785.143055555563</c:v>
                </c:pt>
                <c:pt idx="29842">
                  <c:v>45492.515972222223</c:v>
                </c:pt>
                <c:pt idx="29843">
                  <c:v>45331.714583333327</c:v>
                </c:pt>
                <c:pt idx="29844">
                  <c:v>45867.561111111107</c:v>
                </c:pt>
                <c:pt idx="29845">
                  <c:v>45408.544444444437</c:v>
                </c:pt>
                <c:pt idx="29846">
                  <c:v>45439.536805555559</c:v>
                </c:pt>
                <c:pt idx="29847">
                  <c:v>45902.560416666667</c:v>
                </c:pt>
                <c:pt idx="29848">
                  <c:v>45707.504166666673</c:v>
                </c:pt>
                <c:pt idx="29849">
                  <c:v>45375.628472222219</c:v>
                </c:pt>
                <c:pt idx="29850">
                  <c:v>45942.57708333333</c:v>
                </c:pt>
                <c:pt idx="29851">
                  <c:v>45562.563888888893</c:v>
                </c:pt>
                <c:pt idx="29852">
                  <c:v>45825.445138888892</c:v>
                </c:pt>
                <c:pt idx="29853">
                  <c:v>45492.531944444447</c:v>
                </c:pt>
                <c:pt idx="29854">
                  <c:v>45755.484027777777</c:v>
                </c:pt>
                <c:pt idx="29855">
                  <c:v>45983.661805555559</c:v>
                </c:pt>
                <c:pt idx="29856">
                  <c:v>45789.421527777777</c:v>
                </c:pt>
                <c:pt idx="29857">
                  <c:v>45670.509722222218</c:v>
                </c:pt>
                <c:pt idx="29858">
                  <c:v>45859.369444444441</c:v>
                </c:pt>
                <c:pt idx="29859">
                  <c:v>45508.449305555558</c:v>
                </c:pt>
                <c:pt idx="29860">
                  <c:v>45307.290277777778</c:v>
                </c:pt>
                <c:pt idx="29861">
                  <c:v>45773.510416666657</c:v>
                </c:pt>
                <c:pt idx="29862">
                  <c:v>45978.895833333343</c:v>
                </c:pt>
                <c:pt idx="29863">
                  <c:v>45501.457638888889</c:v>
                </c:pt>
                <c:pt idx="29864">
                  <c:v>45301.463888888888</c:v>
                </c:pt>
                <c:pt idx="29865">
                  <c:v>45721.879861111112</c:v>
                </c:pt>
                <c:pt idx="29866">
                  <c:v>46020.679861111108</c:v>
                </c:pt>
                <c:pt idx="29867">
                  <c:v>45655.737500000003</c:v>
                </c:pt>
                <c:pt idx="29868">
                  <c:v>45957.911111111112</c:v>
                </c:pt>
                <c:pt idx="29869">
                  <c:v>45363.302083333343</c:v>
                </c:pt>
                <c:pt idx="29870">
                  <c:v>45518.92291666667</c:v>
                </c:pt>
                <c:pt idx="29871">
                  <c:v>45803.993750000001</c:v>
                </c:pt>
                <c:pt idx="29872">
                  <c:v>45294.926388888889</c:v>
                </c:pt>
                <c:pt idx="29873">
                  <c:v>45444.779861111107</c:v>
                </c:pt>
                <c:pt idx="29874">
                  <c:v>45755.11041666667</c:v>
                </c:pt>
                <c:pt idx="29875">
                  <c:v>45888.697222222218</c:v>
                </c:pt>
                <c:pt idx="29876">
                  <c:v>45603.987500000003</c:v>
                </c:pt>
                <c:pt idx="29877">
                  <c:v>45625.583333333343</c:v>
                </c:pt>
                <c:pt idx="29878">
                  <c:v>45627.37222222222</c:v>
                </c:pt>
                <c:pt idx="29879">
                  <c:v>45758.666666666657</c:v>
                </c:pt>
                <c:pt idx="29880">
                  <c:v>45747.663194444453</c:v>
                </c:pt>
                <c:pt idx="29881">
                  <c:v>45788.7</c:v>
                </c:pt>
                <c:pt idx="29882">
                  <c:v>45717.446527777778</c:v>
                </c:pt>
                <c:pt idx="29883">
                  <c:v>45762.701388888891</c:v>
                </c:pt>
                <c:pt idx="29884">
                  <c:v>45702.59375</c:v>
                </c:pt>
                <c:pt idx="29885">
                  <c:v>46023.498611111107</c:v>
                </c:pt>
                <c:pt idx="29886">
                  <c:v>45888.640277777777</c:v>
                </c:pt>
                <c:pt idx="29887">
                  <c:v>45926.361111111109</c:v>
                </c:pt>
                <c:pt idx="29888">
                  <c:v>45755.395138888889</c:v>
                </c:pt>
                <c:pt idx="29889">
                  <c:v>45317.293055555558</c:v>
                </c:pt>
                <c:pt idx="29890">
                  <c:v>45436.509722222218</c:v>
                </c:pt>
                <c:pt idx="29891">
                  <c:v>45657.38958333333</c:v>
                </c:pt>
                <c:pt idx="29892">
                  <c:v>45838.350694444453</c:v>
                </c:pt>
                <c:pt idx="29893">
                  <c:v>45576.370138888888</c:v>
                </c:pt>
                <c:pt idx="29894">
                  <c:v>46020.527083333327</c:v>
                </c:pt>
                <c:pt idx="29895">
                  <c:v>46020.52847222222</c:v>
                </c:pt>
                <c:pt idx="29896">
                  <c:v>45763.427083333343</c:v>
                </c:pt>
                <c:pt idx="29897">
                  <c:v>45714.87222222222</c:v>
                </c:pt>
                <c:pt idx="29898">
                  <c:v>45638.6875</c:v>
                </c:pt>
                <c:pt idx="29899">
                  <c:v>45675.868055555547</c:v>
                </c:pt>
                <c:pt idx="29900">
                  <c:v>45888.852777777778</c:v>
                </c:pt>
                <c:pt idx="29901">
                  <c:v>45759.799305555563</c:v>
                </c:pt>
                <c:pt idx="29902">
                  <c:v>45729.209027777782</c:v>
                </c:pt>
                <c:pt idx="29903">
                  <c:v>45579.917361111111</c:v>
                </c:pt>
                <c:pt idx="29904">
                  <c:v>45691.667361111111</c:v>
                </c:pt>
                <c:pt idx="29905">
                  <c:v>46020.506944444453</c:v>
                </c:pt>
                <c:pt idx="29906">
                  <c:v>45691.665277777778</c:v>
                </c:pt>
                <c:pt idx="29907">
                  <c:v>45691.667361111111</c:v>
                </c:pt>
                <c:pt idx="29908">
                  <c:v>45691.665277777778</c:v>
                </c:pt>
                <c:pt idx="29909">
                  <c:v>46020.506944444453</c:v>
                </c:pt>
                <c:pt idx="29910">
                  <c:v>45686.879166666673</c:v>
                </c:pt>
                <c:pt idx="29911">
                  <c:v>45686.879166666673</c:v>
                </c:pt>
                <c:pt idx="29912">
                  <c:v>46014.882638888892</c:v>
                </c:pt>
                <c:pt idx="29913">
                  <c:v>45420.431944444441</c:v>
                </c:pt>
                <c:pt idx="29914">
                  <c:v>45569.62222222222</c:v>
                </c:pt>
                <c:pt idx="29915">
                  <c:v>45424.694444444453</c:v>
                </c:pt>
                <c:pt idx="29916">
                  <c:v>45468.384027777778</c:v>
                </c:pt>
                <c:pt idx="29917">
                  <c:v>45806.288194444453</c:v>
                </c:pt>
                <c:pt idx="29918">
                  <c:v>45503.663194444453</c:v>
                </c:pt>
                <c:pt idx="29919">
                  <c:v>45757.538888888892</c:v>
                </c:pt>
                <c:pt idx="29920">
                  <c:v>45930.284722222219</c:v>
                </c:pt>
                <c:pt idx="29921">
                  <c:v>45985.515277777777</c:v>
                </c:pt>
                <c:pt idx="29922">
                  <c:v>45708.313194444447</c:v>
                </c:pt>
                <c:pt idx="29923">
                  <c:v>45713.95</c:v>
                </c:pt>
                <c:pt idx="29924">
                  <c:v>45767.456944444442</c:v>
                </c:pt>
                <c:pt idx="29925">
                  <c:v>45786.621527777781</c:v>
                </c:pt>
                <c:pt idx="29926">
                  <c:v>45320.886111111111</c:v>
                </c:pt>
                <c:pt idx="29927">
                  <c:v>45743.816666666673</c:v>
                </c:pt>
                <c:pt idx="29928">
                  <c:v>45691.461805555547</c:v>
                </c:pt>
                <c:pt idx="29929">
                  <c:v>45884.585416666669</c:v>
                </c:pt>
                <c:pt idx="29930">
                  <c:v>45609.65902777778</c:v>
                </c:pt>
                <c:pt idx="29931">
                  <c:v>45907.470138888893</c:v>
                </c:pt>
                <c:pt idx="29932">
                  <c:v>46002.536805555559</c:v>
                </c:pt>
                <c:pt idx="29933">
                  <c:v>45451.84375</c:v>
                </c:pt>
                <c:pt idx="29934">
                  <c:v>45773.607638888891</c:v>
                </c:pt>
                <c:pt idx="29935">
                  <c:v>45844.804861111108</c:v>
                </c:pt>
                <c:pt idx="29936">
                  <c:v>45950.568055555559</c:v>
                </c:pt>
                <c:pt idx="29937">
                  <c:v>45387.464583333327</c:v>
                </c:pt>
                <c:pt idx="29938">
                  <c:v>45562.659722222219</c:v>
                </c:pt>
                <c:pt idx="29939">
                  <c:v>46000.487500000003</c:v>
                </c:pt>
                <c:pt idx="29940">
                  <c:v>45919.744444444441</c:v>
                </c:pt>
                <c:pt idx="29941">
                  <c:v>45872.034722222219</c:v>
                </c:pt>
                <c:pt idx="29942">
                  <c:v>45919.790277777778</c:v>
                </c:pt>
                <c:pt idx="29943">
                  <c:v>45859.657638888893</c:v>
                </c:pt>
                <c:pt idx="29944">
                  <c:v>45732.754861111112</c:v>
                </c:pt>
                <c:pt idx="29945">
                  <c:v>45997.658333333333</c:v>
                </c:pt>
                <c:pt idx="29946">
                  <c:v>45599.430555555547</c:v>
                </c:pt>
                <c:pt idx="29947">
                  <c:v>45742.361111111109</c:v>
                </c:pt>
                <c:pt idx="29948">
                  <c:v>45393.555555555547</c:v>
                </c:pt>
                <c:pt idx="29949">
                  <c:v>45393.515277777777</c:v>
                </c:pt>
                <c:pt idx="29950">
                  <c:v>45699.536805555559</c:v>
                </c:pt>
                <c:pt idx="29951">
                  <c:v>45507.697222222218</c:v>
                </c:pt>
                <c:pt idx="29952">
                  <c:v>45637.584722222222</c:v>
                </c:pt>
                <c:pt idx="29953">
                  <c:v>45811.720138888893</c:v>
                </c:pt>
                <c:pt idx="29954">
                  <c:v>45544.350694444453</c:v>
                </c:pt>
                <c:pt idx="29955">
                  <c:v>45851.790277777778</c:v>
                </c:pt>
                <c:pt idx="29956">
                  <c:v>45435.574999999997</c:v>
                </c:pt>
                <c:pt idx="29957">
                  <c:v>45928.452777777777</c:v>
                </c:pt>
                <c:pt idx="29958">
                  <c:v>45570.48333333333</c:v>
                </c:pt>
                <c:pt idx="29959">
                  <c:v>45463.59652777778</c:v>
                </c:pt>
                <c:pt idx="29960">
                  <c:v>45666.522222222222</c:v>
                </c:pt>
                <c:pt idx="29961">
                  <c:v>45659.467361111107</c:v>
                </c:pt>
                <c:pt idx="29962">
                  <c:v>45828.573611111111</c:v>
                </c:pt>
                <c:pt idx="29963">
                  <c:v>45778.865972222222</c:v>
                </c:pt>
                <c:pt idx="29964">
                  <c:v>45828.756944444453</c:v>
                </c:pt>
                <c:pt idx="29965">
                  <c:v>45814.62777777778</c:v>
                </c:pt>
                <c:pt idx="29966">
                  <c:v>45782.676388888889</c:v>
                </c:pt>
                <c:pt idx="29967">
                  <c:v>45787.667361111111</c:v>
                </c:pt>
                <c:pt idx="29968">
                  <c:v>45882.749305555553</c:v>
                </c:pt>
                <c:pt idx="29969">
                  <c:v>45469.751388888893</c:v>
                </c:pt>
                <c:pt idx="29970">
                  <c:v>46002.999305555553</c:v>
                </c:pt>
                <c:pt idx="29971">
                  <c:v>45625.635416666657</c:v>
                </c:pt>
                <c:pt idx="29972">
                  <c:v>46001.675694444442</c:v>
                </c:pt>
                <c:pt idx="29973">
                  <c:v>45308.422222222223</c:v>
                </c:pt>
                <c:pt idx="29974">
                  <c:v>45824.57708333333</c:v>
                </c:pt>
                <c:pt idx="29975">
                  <c:v>45420.380555555559</c:v>
                </c:pt>
                <c:pt idx="29976">
                  <c:v>45743.347916666673</c:v>
                </c:pt>
                <c:pt idx="29977">
                  <c:v>45484.751388888893</c:v>
                </c:pt>
                <c:pt idx="29978">
                  <c:v>45594.663888888892</c:v>
                </c:pt>
                <c:pt idx="29979">
                  <c:v>45916.6</c:v>
                </c:pt>
                <c:pt idx="29980">
                  <c:v>45976.484027777777</c:v>
                </c:pt>
                <c:pt idx="29981">
                  <c:v>45894.438194444447</c:v>
                </c:pt>
                <c:pt idx="29982">
                  <c:v>45963.560416666667</c:v>
                </c:pt>
                <c:pt idx="29983">
                  <c:v>45883.847222222219</c:v>
                </c:pt>
                <c:pt idx="29984">
                  <c:v>45366.76666666667</c:v>
                </c:pt>
                <c:pt idx="29985">
                  <c:v>45656.518055555563</c:v>
                </c:pt>
                <c:pt idx="29986">
                  <c:v>45941.71597222222</c:v>
                </c:pt>
                <c:pt idx="29987">
                  <c:v>45947.559027777781</c:v>
                </c:pt>
                <c:pt idx="29988">
                  <c:v>45514.323611111111</c:v>
                </c:pt>
                <c:pt idx="29989">
                  <c:v>45835.395138888889</c:v>
                </c:pt>
                <c:pt idx="29990">
                  <c:v>45582.849305555559</c:v>
                </c:pt>
                <c:pt idx="29991">
                  <c:v>45378.587500000001</c:v>
                </c:pt>
                <c:pt idx="29992">
                  <c:v>45552.787499999999</c:v>
                </c:pt>
                <c:pt idx="29993">
                  <c:v>45451.429861111108</c:v>
                </c:pt>
                <c:pt idx="29994">
                  <c:v>45625.551388888889</c:v>
                </c:pt>
                <c:pt idx="29995">
                  <c:v>45429.369444444441</c:v>
                </c:pt>
                <c:pt idx="29996">
                  <c:v>45748.835416666669</c:v>
                </c:pt>
                <c:pt idx="29997">
                  <c:v>45566.568749999999</c:v>
                </c:pt>
                <c:pt idx="29998">
                  <c:v>45993.870833333327</c:v>
                </c:pt>
                <c:pt idx="29999">
                  <c:v>45653.644444444442</c:v>
                </c:pt>
                <c:pt idx="30000">
                  <c:v>45302.781944444447</c:v>
                </c:pt>
                <c:pt idx="30001">
                  <c:v>45405.572916666657</c:v>
                </c:pt>
                <c:pt idx="30002">
                  <c:v>45779.813194444447</c:v>
                </c:pt>
                <c:pt idx="30003">
                  <c:v>45804.855555555558</c:v>
                </c:pt>
                <c:pt idx="30004">
                  <c:v>45707.572916666657</c:v>
                </c:pt>
                <c:pt idx="30005">
                  <c:v>45916.390277777777</c:v>
                </c:pt>
                <c:pt idx="30006">
                  <c:v>45335.22152777778</c:v>
                </c:pt>
                <c:pt idx="30007">
                  <c:v>45839.853472222218</c:v>
                </c:pt>
                <c:pt idx="30008">
                  <c:v>45514.638194444437</c:v>
                </c:pt>
                <c:pt idx="30009">
                  <c:v>45472.872916666667</c:v>
                </c:pt>
                <c:pt idx="30010">
                  <c:v>45959.833333333343</c:v>
                </c:pt>
                <c:pt idx="30011">
                  <c:v>45309.405555555553</c:v>
                </c:pt>
                <c:pt idx="30012">
                  <c:v>45608.770138888889</c:v>
                </c:pt>
                <c:pt idx="30013">
                  <c:v>45562.193749999999</c:v>
                </c:pt>
                <c:pt idx="30014">
                  <c:v>45618.511805555558</c:v>
                </c:pt>
                <c:pt idx="30015">
                  <c:v>45781.785416666673</c:v>
                </c:pt>
                <c:pt idx="30016">
                  <c:v>45676.93472222222</c:v>
                </c:pt>
                <c:pt idx="30017">
                  <c:v>45898.330555555563</c:v>
                </c:pt>
                <c:pt idx="30018">
                  <c:v>45937.49722222222</c:v>
                </c:pt>
                <c:pt idx="30019">
                  <c:v>45872.429166666669</c:v>
                </c:pt>
                <c:pt idx="30020">
                  <c:v>45829.515972222223</c:v>
                </c:pt>
                <c:pt idx="30021">
                  <c:v>45360.911111111112</c:v>
                </c:pt>
                <c:pt idx="30022">
                  <c:v>45457.938888888893</c:v>
                </c:pt>
                <c:pt idx="30023">
                  <c:v>45583.45208333333</c:v>
                </c:pt>
                <c:pt idx="30024">
                  <c:v>45645.417361111111</c:v>
                </c:pt>
                <c:pt idx="30025">
                  <c:v>45999.503472222219</c:v>
                </c:pt>
                <c:pt idx="30026">
                  <c:v>45540.951388888891</c:v>
                </c:pt>
                <c:pt idx="30027">
                  <c:v>45301.452777777777</c:v>
                </c:pt>
                <c:pt idx="30028">
                  <c:v>45932.502083333333</c:v>
                </c:pt>
                <c:pt idx="30029">
                  <c:v>45792.868055555547</c:v>
                </c:pt>
                <c:pt idx="30030">
                  <c:v>45731.463888888888</c:v>
                </c:pt>
                <c:pt idx="30031">
                  <c:v>45784.644444444442</c:v>
                </c:pt>
                <c:pt idx="30032">
                  <c:v>45795.609722222223</c:v>
                </c:pt>
                <c:pt idx="30033">
                  <c:v>45658.40347222222</c:v>
                </c:pt>
                <c:pt idx="30034">
                  <c:v>45658.896527777782</c:v>
                </c:pt>
                <c:pt idx="30035">
                  <c:v>45867.630555555559</c:v>
                </c:pt>
                <c:pt idx="30036">
                  <c:v>45738.686805555553</c:v>
                </c:pt>
                <c:pt idx="30037">
                  <c:v>45738.738194444442</c:v>
                </c:pt>
                <c:pt idx="30038">
                  <c:v>45665.874305555553</c:v>
                </c:pt>
                <c:pt idx="30039">
                  <c:v>45614.785416666673</c:v>
                </c:pt>
                <c:pt idx="30040">
                  <c:v>45915.51458333333</c:v>
                </c:pt>
                <c:pt idx="30041">
                  <c:v>45725.926388888889</c:v>
                </c:pt>
                <c:pt idx="30042">
                  <c:v>45406.743055555547</c:v>
                </c:pt>
                <c:pt idx="30043">
                  <c:v>45549.73333333333</c:v>
                </c:pt>
                <c:pt idx="30044">
                  <c:v>45735.563888888893</c:v>
                </c:pt>
                <c:pt idx="30045">
                  <c:v>46019.695138888892</c:v>
                </c:pt>
                <c:pt idx="30046">
                  <c:v>45556.693749999999</c:v>
                </c:pt>
                <c:pt idx="30047">
                  <c:v>45542.710416666669</c:v>
                </c:pt>
                <c:pt idx="30048">
                  <c:v>45540.50277777778</c:v>
                </c:pt>
                <c:pt idx="30049">
                  <c:v>45625.470833333333</c:v>
                </c:pt>
                <c:pt idx="30050">
                  <c:v>45602.51458333333</c:v>
                </c:pt>
                <c:pt idx="30051">
                  <c:v>45553.731944444437</c:v>
                </c:pt>
                <c:pt idx="30052">
                  <c:v>45819.746527777781</c:v>
                </c:pt>
                <c:pt idx="30053">
                  <c:v>45990.563888888893</c:v>
                </c:pt>
                <c:pt idx="30054">
                  <c:v>45562.581250000003</c:v>
                </c:pt>
                <c:pt idx="30055">
                  <c:v>45561.789583333331</c:v>
                </c:pt>
                <c:pt idx="30056">
                  <c:v>45451.67083333333</c:v>
                </c:pt>
                <c:pt idx="30057">
                  <c:v>45693.17083333333</c:v>
                </c:pt>
                <c:pt idx="30058">
                  <c:v>45618.78125</c:v>
                </c:pt>
                <c:pt idx="30059">
                  <c:v>45612.82916666667</c:v>
                </c:pt>
                <c:pt idx="30060">
                  <c:v>45919.576388888891</c:v>
                </c:pt>
                <c:pt idx="30061">
                  <c:v>45776.544444444437</c:v>
                </c:pt>
                <c:pt idx="30062">
                  <c:v>45810.98541666667</c:v>
                </c:pt>
                <c:pt idx="30063">
                  <c:v>45789.629166666673</c:v>
                </c:pt>
                <c:pt idx="30064">
                  <c:v>45908.811111111107</c:v>
                </c:pt>
                <c:pt idx="30065">
                  <c:v>46011.697916666657</c:v>
                </c:pt>
                <c:pt idx="30066">
                  <c:v>45953.047222222223</c:v>
                </c:pt>
                <c:pt idx="30067">
                  <c:v>45878.822916666657</c:v>
                </c:pt>
                <c:pt idx="30068">
                  <c:v>45753.931944444441</c:v>
                </c:pt>
                <c:pt idx="30069">
                  <c:v>45685.630555555559</c:v>
                </c:pt>
                <c:pt idx="30070">
                  <c:v>45468.571527777778</c:v>
                </c:pt>
                <c:pt idx="30071">
                  <c:v>45847.734722222223</c:v>
                </c:pt>
                <c:pt idx="30072">
                  <c:v>45797.084722222222</c:v>
                </c:pt>
                <c:pt idx="30073">
                  <c:v>45805.417361111111</c:v>
                </c:pt>
                <c:pt idx="30074">
                  <c:v>45818.864583333343</c:v>
                </c:pt>
                <c:pt idx="30075">
                  <c:v>45838.712500000001</c:v>
                </c:pt>
                <c:pt idx="30076">
                  <c:v>45854.570833333331</c:v>
                </c:pt>
                <c:pt idx="30077">
                  <c:v>45440.713194444441</c:v>
                </c:pt>
                <c:pt idx="30078">
                  <c:v>45662.605555555558</c:v>
                </c:pt>
                <c:pt idx="30079">
                  <c:v>45903.138194444437</c:v>
                </c:pt>
                <c:pt idx="30080">
                  <c:v>45628.813194444447</c:v>
                </c:pt>
                <c:pt idx="30081">
                  <c:v>45475.881249999999</c:v>
                </c:pt>
                <c:pt idx="30082">
                  <c:v>46016.552777777782</c:v>
                </c:pt>
                <c:pt idx="30083">
                  <c:v>45940.561805555553</c:v>
                </c:pt>
                <c:pt idx="30084">
                  <c:v>45294.770833333343</c:v>
                </c:pt>
                <c:pt idx="30085">
                  <c:v>45429.480555555558</c:v>
                </c:pt>
                <c:pt idx="30086">
                  <c:v>45860.438888888893</c:v>
                </c:pt>
                <c:pt idx="30087">
                  <c:v>45386.815972222219</c:v>
                </c:pt>
                <c:pt idx="30088">
                  <c:v>45440.560416666667</c:v>
                </c:pt>
                <c:pt idx="30089">
                  <c:v>45769.481249999997</c:v>
                </c:pt>
                <c:pt idx="30090">
                  <c:v>45676.893750000003</c:v>
                </c:pt>
                <c:pt idx="30091">
                  <c:v>45551.472916666673</c:v>
                </c:pt>
                <c:pt idx="30092">
                  <c:v>45636.439583333333</c:v>
                </c:pt>
                <c:pt idx="30093">
                  <c:v>45986.815972222219</c:v>
                </c:pt>
                <c:pt idx="30094">
                  <c:v>45355.830555555563</c:v>
                </c:pt>
                <c:pt idx="30095">
                  <c:v>45721.325694444437</c:v>
                </c:pt>
                <c:pt idx="30096">
                  <c:v>45581.719444444447</c:v>
                </c:pt>
                <c:pt idx="30097">
                  <c:v>45511.897916666669</c:v>
                </c:pt>
                <c:pt idx="30098">
                  <c:v>45811.786805555559</c:v>
                </c:pt>
                <c:pt idx="30099">
                  <c:v>45894.648611111108</c:v>
                </c:pt>
                <c:pt idx="30100">
                  <c:v>45717.03125</c:v>
                </c:pt>
                <c:pt idx="30101">
                  <c:v>45785.404166666667</c:v>
                </c:pt>
                <c:pt idx="30102">
                  <c:v>45724.934027777781</c:v>
                </c:pt>
                <c:pt idx="30103">
                  <c:v>45515.219444444447</c:v>
                </c:pt>
                <c:pt idx="30104">
                  <c:v>45660.793055555558</c:v>
                </c:pt>
                <c:pt idx="30105">
                  <c:v>45766.246527777781</c:v>
                </c:pt>
                <c:pt idx="30106">
                  <c:v>45949.910416666673</c:v>
                </c:pt>
                <c:pt idx="30107">
                  <c:v>45503.931944444441</c:v>
                </c:pt>
                <c:pt idx="30108">
                  <c:v>45924.381944444453</c:v>
                </c:pt>
                <c:pt idx="30109">
                  <c:v>45668.814583333333</c:v>
                </c:pt>
                <c:pt idx="30110">
                  <c:v>45558.274305555547</c:v>
                </c:pt>
                <c:pt idx="30111">
                  <c:v>45695.819444444453</c:v>
                </c:pt>
                <c:pt idx="30112">
                  <c:v>45934.761805555558</c:v>
                </c:pt>
                <c:pt idx="30113">
                  <c:v>45588.731944444437</c:v>
                </c:pt>
                <c:pt idx="30114">
                  <c:v>45987.013888888891</c:v>
                </c:pt>
                <c:pt idx="30115">
                  <c:v>45342.654166666667</c:v>
                </c:pt>
                <c:pt idx="30116">
                  <c:v>45756.760416666657</c:v>
                </c:pt>
                <c:pt idx="30117">
                  <c:v>45886.823611111111</c:v>
                </c:pt>
                <c:pt idx="30118">
                  <c:v>45749.978472222218</c:v>
                </c:pt>
                <c:pt idx="30119">
                  <c:v>45936.552777777782</c:v>
                </c:pt>
                <c:pt idx="30120">
                  <c:v>45978.884722222218</c:v>
                </c:pt>
                <c:pt idx="30121">
                  <c:v>45991.036805555559</c:v>
                </c:pt>
                <c:pt idx="30122">
                  <c:v>45451.238194444442</c:v>
                </c:pt>
                <c:pt idx="30123">
                  <c:v>45931.591666666667</c:v>
                </c:pt>
                <c:pt idx="30124">
                  <c:v>45734.628472222219</c:v>
                </c:pt>
                <c:pt idx="30125">
                  <c:v>45695.013194444437</c:v>
                </c:pt>
                <c:pt idx="30126">
                  <c:v>45587.321527777778</c:v>
                </c:pt>
                <c:pt idx="30127">
                  <c:v>45705.623611111107</c:v>
                </c:pt>
                <c:pt idx="30128">
                  <c:v>45849.303472222222</c:v>
                </c:pt>
                <c:pt idx="30129">
                  <c:v>45959.682638888888</c:v>
                </c:pt>
                <c:pt idx="30130">
                  <c:v>45674.789583333331</c:v>
                </c:pt>
                <c:pt idx="30131">
                  <c:v>45364.213888888888</c:v>
                </c:pt>
                <c:pt idx="30132">
                  <c:v>45895.741666666669</c:v>
                </c:pt>
                <c:pt idx="30133">
                  <c:v>45555.834722222222</c:v>
                </c:pt>
                <c:pt idx="30134">
                  <c:v>45491.813888888893</c:v>
                </c:pt>
                <c:pt idx="30135">
                  <c:v>45942.5625</c:v>
                </c:pt>
                <c:pt idx="30136">
                  <c:v>45905.811111111107</c:v>
                </c:pt>
                <c:pt idx="30137">
                  <c:v>45883.189583333333</c:v>
                </c:pt>
                <c:pt idx="30138">
                  <c:v>45443.857638888891</c:v>
                </c:pt>
                <c:pt idx="30139">
                  <c:v>45856.248611111107</c:v>
                </c:pt>
                <c:pt idx="30140">
                  <c:v>45945.459027777782</c:v>
                </c:pt>
                <c:pt idx="30141">
                  <c:v>45833.731249999997</c:v>
                </c:pt>
                <c:pt idx="30142">
                  <c:v>45987.452777777777</c:v>
                </c:pt>
                <c:pt idx="30143">
                  <c:v>45860.462500000001</c:v>
                </c:pt>
                <c:pt idx="30144">
                  <c:v>45504.366666666669</c:v>
                </c:pt>
                <c:pt idx="30145">
                  <c:v>45847.702777777777</c:v>
                </c:pt>
                <c:pt idx="30146">
                  <c:v>46010.722222222219</c:v>
                </c:pt>
                <c:pt idx="30147">
                  <c:v>45773.728472222218</c:v>
                </c:pt>
                <c:pt idx="30148">
                  <c:v>45847.7</c:v>
                </c:pt>
                <c:pt idx="30149">
                  <c:v>45918.262499999997</c:v>
                </c:pt>
                <c:pt idx="30150">
                  <c:v>45900.324305555558</c:v>
                </c:pt>
                <c:pt idx="30151">
                  <c:v>45890.397916666669</c:v>
                </c:pt>
                <c:pt idx="30152">
                  <c:v>45960.54791666667</c:v>
                </c:pt>
                <c:pt idx="30153">
                  <c:v>45469.55972222222</c:v>
                </c:pt>
                <c:pt idx="30154">
                  <c:v>45904.492361111108</c:v>
                </c:pt>
                <c:pt idx="30155">
                  <c:v>45851.640972222223</c:v>
                </c:pt>
                <c:pt idx="30156">
                  <c:v>45996.685416666667</c:v>
                </c:pt>
                <c:pt idx="30157">
                  <c:v>45875.788194444453</c:v>
                </c:pt>
                <c:pt idx="30158">
                  <c:v>45781.234027777777</c:v>
                </c:pt>
                <c:pt idx="30159">
                  <c:v>45755.419444444437</c:v>
                </c:pt>
                <c:pt idx="30160">
                  <c:v>45361.45208333333</c:v>
                </c:pt>
                <c:pt idx="30161">
                  <c:v>45729.397222222222</c:v>
                </c:pt>
                <c:pt idx="30162">
                  <c:v>45750.288888888892</c:v>
                </c:pt>
                <c:pt idx="30163">
                  <c:v>45760.904861111107</c:v>
                </c:pt>
                <c:pt idx="30164">
                  <c:v>45747.879166666673</c:v>
                </c:pt>
                <c:pt idx="30165">
                  <c:v>45681.85833333333</c:v>
                </c:pt>
                <c:pt idx="30166">
                  <c:v>45917.625</c:v>
                </c:pt>
                <c:pt idx="30167">
                  <c:v>45891.6875</c:v>
                </c:pt>
                <c:pt idx="30168">
                  <c:v>45876.26458333333</c:v>
                </c:pt>
                <c:pt idx="30169">
                  <c:v>45753.370138888888</c:v>
                </c:pt>
                <c:pt idx="30170">
                  <c:v>45818.286111111112</c:v>
                </c:pt>
                <c:pt idx="30171">
                  <c:v>45931.275000000001</c:v>
                </c:pt>
                <c:pt idx="30172">
                  <c:v>45546.268055555563</c:v>
                </c:pt>
                <c:pt idx="30173">
                  <c:v>45984.451388888891</c:v>
                </c:pt>
                <c:pt idx="30174">
                  <c:v>45377.795138888891</c:v>
                </c:pt>
                <c:pt idx="30175">
                  <c:v>45498.82916666667</c:v>
                </c:pt>
                <c:pt idx="30176">
                  <c:v>45676.42291666667</c:v>
                </c:pt>
                <c:pt idx="30177">
                  <c:v>45440.770138888889</c:v>
                </c:pt>
                <c:pt idx="30178">
                  <c:v>45803.991666666669</c:v>
                </c:pt>
                <c:pt idx="30179">
                  <c:v>45748.036111111112</c:v>
                </c:pt>
                <c:pt idx="30180">
                  <c:v>45553.689583333333</c:v>
                </c:pt>
                <c:pt idx="30181">
                  <c:v>45703.945138888892</c:v>
                </c:pt>
                <c:pt idx="30182">
                  <c:v>45631.088194444441</c:v>
                </c:pt>
                <c:pt idx="30183">
                  <c:v>45877.929166666669</c:v>
                </c:pt>
                <c:pt idx="30184">
                  <c:v>45918.043749999997</c:v>
                </c:pt>
                <c:pt idx="30185">
                  <c:v>45709.84097222222</c:v>
                </c:pt>
                <c:pt idx="30186">
                  <c:v>45972.729861111111</c:v>
                </c:pt>
                <c:pt idx="30187">
                  <c:v>45712.163194444453</c:v>
                </c:pt>
                <c:pt idx="30188">
                  <c:v>45636.022916666669</c:v>
                </c:pt>
                <c:pt idx="30189">
                  <c:v>45590.588888888888</c:v>
                </c:pt>
                <c:pt idx="30190">
                  <c:v>45657.646527777782</c:v>
                </c:pt>
                <c:pt idx="30191">
                  <c:v>45926.481249999997</c:v>
                </c:pt>
                <c:pt idx="30192">
                  <c:v>45715.387499999997</c:v>
                </c:pt>
                <c:pt idx="30193">
                  <c:v>45887.801388888889</c:v>
                </c:pt>
                <c:pt idx="30194">
                  <c:v>45904.475694444453</c:v>
                </c:pt>
                <c:pt idx="30195">
                  <c:v>45887.15347222222</c:v>
                </c:pt>
                <c:pt idx="30196">
                  <c:v>45573.725694444453</c:v>
                </c:pt>
                <c:pt idx="30197">
                  <c:v>45672.495833333327</c:v>
                </c:pt>
                <c:pt idx="30198">
                  <c:v>45767.464583333327</c:v>
                </c:pt>
                <c:pt idx="30199">
                  <c:v>45771.634722222218</c:v>
                </c:pt>
                <c:pt idx="30200">
                  <c:v>45823.681250000001</c:v>
                </c:pt>
                <c:pt idx="30201">
                  <c:v>45828.481944444437</c:v>
                </c:pt>
                <c:pt idx="30202">
                  <c:v>45625.319444444453</c:v>
                </c:pt>
                <c:pt idx="30203">
                  <c:v>45353.90347222222</c:v>
                </c:pt>
                <c:pt idx="30204">
                  <c:v>45395.709027777782</c:v>
                </c:pt>
                <c:pt idx="30205">
                  <c:v>45805.878472222219</c:v>
                </c:pt>
                <c:pt idx="30206">
                  <c:v>45754.789583333331</c:v>
                </c:pt>
                <c:pt idx="30207">
                  <c:v>45345.530555555553</c:v>
                </c:pt>
                <c:pt idx="30208">
                  <c:v>45474.444444444453</c:v>
                </c:pt>
                <c:pt idx="30209">
                  <c:v>45998.754166666673</c:v>
                </c:pt>
                <c:pt idx="30210">
                  <c:v>45579.506249999999</c:v>
                </c:pt>
                <c:pt idx="30211">
                  <c:v>45294.895138888889</c:v>
                </c:pt>
                <c:pt idx="30212">
                  <c:v>45540.737500000003</c:v>
                </c:pt>
                <c:pt idx="30213">
                  <c:v>45869.839583333327</c:v>
                </c:pt>
                <c:pt idx="30214">
                  <c:v>45687.772222222222</c:v>
                </c:pt>
                <c:pt idx="30215">
                  <c:v>45620.915277777778</c:v>
                </c:pt>
                <c:pt idx="30216">
                  <c:v>45420.838888888888</c:v>
                </c:pt>
                <c:pt idx="30217">
                  <c:v>45932.748611111107</c:v>
                </c:pt>
                <c:pt idx="30218">
                  <c:v>45523.46597222222</c:v>
                </c:pt>
                <c:pt idx="30219">
                  <c:v>45594.179861111108</c:v>
                </c:pt>
                <c:pt idx="30220">
                  <c:v>45597.272916666669</c:v>
                </c:pt>
                <c:pt idx="30221">
                  <c:v>45633.722916666673</c:v>
                </c:pt>
                <c:pt idx="30222">
                  <c:v>45700.213888888888</c:v>
                </c:pt>
                <c:pt idx="30223">
                  <c:v>45932.395138888889</c:v>
                </c:pt>
                <c:pt idx="30224">
                  <c:v>45981.488888888889</c:v>
                </c:pt>
                <c:pt idx="30225">
                  <c:v>45813.51666666667</c:v>
                </c:pt>
                <c:pt idx="30226">
                  <c:v>45753.547222222223</c:v>
                </c:pt>
                <c:pt idx="30227">
                  <c:v>45415.90347222222</c:v>
                </c:pt>
                <c:pt idx="30228">
                  <c:v>45376.477777777778</c:v>
                </c:pt>
                <c:pt idx="30229">
                  <c:v>45444.529166666667</c:v>
                </c:pt>
                <c:pt idx="30230">
                  <c:v>45496.788888888892</c:v>
                </c:pt>
                <c:pt idx="30231">
                  <c:v>45394.470833333333</c:v>
                </c:pt>
                <c:pt idx="30232">
                  <c:v>45614.818749999999</c:v>
                </c:pt>
                <c:pt idx="30233">
                  <c:v>45986.445833333331</c:v>
                </c:pt>
                <c:pt idx="30234">
                  <c:v>45607.604166666657</c:v>
                </c:pt>
                <c:pt idx="30235">
                  <c:v>45896.454861111109</c:v>
                </c:pt>
                <c:pt idx="30236">
                  <c:v>45644.519444444442</c:v>
                </c:pt>
                <c:pt idx="30237">
                  <c:v>45739.595138888893</c:v>
                </c:pt>
                <c:pt idx="30238">
                  <c:v>45729.948611111111</c:v>
                </c:pt>
                <c:pt idx="30239">
                  <c:v>45495.62222222222</c:v>
                </c:pt>
                <c:pt idx="30240">
                  <c:v>45505.522222222222</c:v>
                </c:pt>
                <c:pt idx="30241">
                  <c:v>45901.709722222222</c:v>
                </c:pt>
                <c:pt idx="30242">
                  <c:v>45939.772222222222</c:v>
                </c:pt>
                <c:pt idx="30243">
                  <c:v>45725.805555555547</c:v>
                </c:pt>
                <c:pt idx="30244">
                  <c:v>45689.440972222219</c:v>
                </c:pt>
                <c:pt idx="30245">
                  <c:v>45711.399305555547</c:v>
                </c:pt>
                <c:pt idx="30246">
                  <c:v>45711.388194444437</c:v>
                </c:pt>
                <c:pt idx="30247">
                  <c:v>45954.526388888888</c:v>
                </c:pt>
                <c:pt idx="30248">
                  <c:v>45757.503472222219</c:v>
                </c:pt>
                <c:pt idx="30249">
                  <c:v>45917.52847222222</c:v>
                </c:pt>
                <c:pt idx="30250">
                  <c:v>45616.513888888891</c:v>
                </c:pt>
                <c:pt idx="30251">
                  <c:v>45374.697222222218</c:v>
                </c:pt>
                <c:pt idx="30252">
                  <c:v>45594.958333333343</c:v>
                </c:pt>
                <c:pt idx="30253">
                  <c:v>45679.561805555553</c:v>
                </c:pt>
                <c:pt idx="30254">
                  <c:v>45688.461111111108</c:v>
                </c:pt>
                <c:pt idx="30255">
                  <c:v>45463.436805555553</c:v>
                </c:pt>
                <c:pt idx="30256">
                  <c:v>45993.482638888891</c:v>
                </c:pt>
                <c:pt idx="30257">
                  <c:v>45556.584027777782</c:v>
                </c:pt>
                <c:pt idx="30258">
                  <c:v>45463.438888888893</c:v>
                </c:pt>
                <c:pt idx="30259">
                  <c:v>45838.457638888889</c:v>
                </c:pt>
                <c:pt idx="30260">
                  <c:v>45829.077777777777</c:v>
                </c:pt>
                <c:pt idx="30261">
                  <c:v>45812.63958333333</c:v>
                </c:pt>
                <c:pt idx="30262">
                  <c:v>45886.989583333343</c:v>
                </c:pt>
                <c:pt idx="30263">
                  <c:v>45714.525694444441</c:v>
                </c:pt>
                <c:pt idx="30264">
                  <c:v>45851.756944444453</c:v>
                </c:pt>
                <c:pt idx="30265">
                  <c:v>45918.458333333343</c:v>
                </c:pt>
                <c:pt idx="30266">
                  <c:v>46019.393055555563</c:v>
                </c:pt>
                <c:pt idx="30267">
                  <c:v>45988.543055555558</c:v>
                </c:pt>
                <c:pt idx="30268">
                  <c:v>46019.800694444442</c:v>
                </c:pt>
                <c:pt idx="30269">
                  <c:v>45753.994444444441</c:v>
                </c:pt>
                <c:pt idx="30270">
                  <c:v>45998.836805555547</c:v>
                </c:pt>
                <c:pt idx="30271">
                  <c:v>45443.761805555558</c:v>
                </c:pt>
                <c:pt idx="30272">
                  <c:v>45882.481249999997</c:v>
                </c:pt>
                <c:pt idx="30273">
                  <c:v>45369.671527777777</c:v>
                </c:pt>
                <c:pt idx="30274">
                  <c:v>45473.574999999997</c:v>
                </c:pt>
                <c:pt idx="30275">
                  <c:v>45930.433333333327</c:v>
                </c:pt>
                <c:pt idx="30276">
                  <c:v>45336.840277777781</c:v>
                </c:pt>
                <c:pt idx="30277">
                  <c:v>45625.370833333327</c:v>
                </c:pt>
                <c:pt idx="30278">
                  <c:v>45596.398611111108</c:v>
                </c:pt>
                <c:pt idx="30279">
                  <c:v>45538.724305555559</c:v>
                </c:pt>
                <c:pt idx="30280">
                  <c:v>45741.456250000003</c:v>
                </c:pt>
                <c:pt idx="30281">
                  <c:v>45749.512499999997</c:v>
                </c:pt>
                <c:pt idx="30282">
                  <c:v>45747.50277777778</c:v>
                </c:pt>
                <c:pt idx="30283">
                  <c:v>45920.427777777782</c:v>
                </c:pt>
                <c:pt idx="30284">
                  <c:v>45841.609027777777</c:v>
                </c:pt>
                <c:pt idx="30285">
                  <c:v>45834.726388888892</c:v>
                </c:pt>
                <c:pt idx="30286">
                  <c:v>45896.618055555547</c:v>
                </c:pt>
                <c:pt idx="30287">
                  <c:v>45436.897222222222</c:v>
                </c:pt>
                <c:pt idx="30288">
                  <c:v>46016.487500000003</c:v>
                </c:pt>
                <c:pt idx="30289">
                  <c:v>46022.488888888889</c:v>
                </c:pt>
                <c:pt idx="30290">
                  <c:v>45327.476388888892</c:v>
                </c:pt>
                <c:pt idx="30291">
                  <c:v>45787.677083333343</c:v>
                </c:pt>
                <c:pt idx="30292">
                  <c:v>45791.453472222223</c:v>
                </c:pt>
                <c:pt idx="30293">
                  <c:v>45791.782638888893</c:v>
                </c:pt>
                <c:pt idx="30294">
                  <c:v>45400.642361111109</c:v>
                </c:pt>
                <c:pt idx="30295">
                  <c:v>45511.612500000003</c:v>
                </c:pt>
                <c:pt idx="30296">
                  <c:v>45705.230555555558</c:v>
                </c:pt>
                <c:pt idx="30297">
                  <c:v>45903.550694444442</c:v>
                </c:pt>
                <c:pt idx="30298">
                  <c:v>45599.387499999997</c:v>
                </c:pt>
                <c:pt idx="30299">
                  <c:v>45524.762499999997</c:v>
                </c:pt>
                <c:pt idx="30300">
                  <c:v>45533.961805555547</c:v>
                </c:pt>
                <c:pt idx="30301">
                  <c:v>45498.019444444442</c:v>
                </c:pt>
                <c:pt idx="30302">
                  <c:v>45470.34652777778</c:v>
                </c:pt>
                <c:pt idx="30303">
                  <c:v>45873.465277777781</c:v>
                </c:pt>
                <c:pt idx="30304">
                  <c:v>45537.481249999997</c:v>
                </c:pt>
                <c:pt idx="30305">
                  <c:v>45512.510416666657</c:v>
                </c:pt>
                <c:pt idx="30306">
                  <c:v>45635.551388888889</c:v>
                </c:pt>
                <c:pt idx="30307">
                  <c:v>45708.330555555563</c:v>
                </c:pt>
                <c:pt idx="30308">
                  <c:v>45786.40347222222</c:v>
                </c:pt>
                <c:pt idx="30309">
                  <c:v>45370.487500000003</c:v>
                </c:pt>
                <c:pt idx="30310">
                  <c:v>45950.47152777778</c:v>
                </c:pt>
                <c:pt idx="30311">
                  <c:v>45575.388888888891</c:v>
                </c:pt>
                <c:pt idx="30312">
                  <c:v>45770.961805555547</c:v>
                </c:pt>
                <c:pt idx="30313">
                  <c:v>45934.853472222218</c:v>
                </c:pt>
                <c:pt idx="30314">
                  <c:v>45883.73541666667</c:v>
                </c:pt>
                <c:pt idx="30315">
                  <c:v>45806.882638888892</c:v>
                </c:pt>
                <c:pt idx="30316">
                  <c:v>46005.493055555547</c:v>
                </c:pt>
                <c:pt idx="30317">
                  <c:v>45730.417361111111</c:v>
                </c:pt>
                <c:pt idx="30318">
                  <c:v>45426.522916666669</c:v>
                </c:pt>
                <c:pt idx="30319">
                  <c:v>45529.668055555558</c:v>
                </c:pt>
                <c:pt idx="30320">
                  <c:v>45706.400694444441</c:v>
                </c:pt>
                <c:pt idx="30321">
                  <c:v>45974.509027777778</c:v>
                </c:pt>
                <c:pt idx="30322">
                  <c:v>45874.864583333343</c:v>
                </c:pt>
                <c:pt idx="30323">
                  <c:v>45669.505555555559</c:v>
                </c:pt>
                <c:pt idx="30324">
                  <c:v>45680.715277777781</c:v>
                </c:pt>
                <c:pt idx="30325">
                  <c:v>45916.513194444437</c:v>
                </c:pt>
                <c:pt idx="30326">
                  <c:v>45850.459722222222</c:v>
                </c:pt>
                <c:pt idx="30327">
                  <c:v>45809.580555555563</c:v>
                </c:pt>
                <c:pt idx="30328">
                  <c:v>45709.822222222218</c:v>
                </c:pt>
                <c:pt idx="30329">
                  <c:v>45527.830555555563</c:v>
                </c:pt>
                <c:pt idx="30330">
                  <c:v>45918.643055555563</c:v>
                </c:pt>
                <c:pt idx="30331">
                  <c:v>45659.689583333333</c:v>
                </c:pt>
                <c:pt idx="30332">
                  <c:v>45484.818055555559</c:v>
                </c:pt>
                <c:pt idx="30333">
                  <c:v>45770.734027777777</c:v>
                </c:pt>
                <c:pt idx="30334">
                  <c:v>45854.953472222223</c:v>
                </c:pt>
                <c:pt idx="30335">
                  <c:v>45820.730555555558</c:v>
                </c:pt>
                <c:pt idx="30336">
                  <c:v>45442.480555555558</c:v>
                </c:pt>
                <c:pt idx="30337">
                  <c:v>45711.920138888891</c:v>
                </c:pt>
                <c:pt idx="30338">
                  <c:v>45294.671527777777</c:v>
                </c:pt>
                <c:pt idx="30339">
                  <c:v>45376.467361111107</c:v>
                </c:pt>
                <c:pt idx="30340">
                  <c:v>45611.49722222222</c:v>
                </c:pt>
                <c:pt idx="30341">
                  <c:v>45616.758333333331</c:v>
                </c:pt>
                <c:pt idx="30342">
                  <c:v>45404.512499999997</c:v>
                </c:pt>
                <c:pt idx="30343">
                  <c:v>45576.601388888892</c:v>
                </c:pt>
                <c:pt idx="30344">
                  <c:v>45545.419444444437</c:v>
                </c:pt>
                <c:pt idx="30345">
                  <c:v>45545.419444444437</c:v>
                </c:pt>
                <c:pt idx="30346">
                  <c:v>45722.465277777781</c:v>
                </c:pt>
                <c:pt idx="30347">
                  <c:v>45722.465277777781</c:v>
                </c:pt>
                <c:pt idx="30348">
                  <c:v>45320.54583333333</c:v>
                </c:pt>
                <c:pt idx="30349">
                  <c:v>45871.591666666667</c:v>
                </c:pt>
                <c:pt idx="30350">
                  <c:v>45905.475694444453</c:v>
                </c:pt>
                <c:pt idx="30351">
                  <c:v>45862.533333333333</c:v>
                </c:pt>
                <c:pt idx="30352">
                  <c:v>45715.645833333343</c:v>
                </c:pt>
                <c:pt idx="30353">
                  <c:v>45694.762499999997</c:v>
                </c:pt>
                <c:pt idx="30354">
                  <c:v>45712.80972222222</c:v>
                </c:pt>
                <c:pt idx="30355">
                  <c:v>45817.796527777777</c:v>
                </c:pt>
                <c:pt idx="30356">
                  <c:v>45408.837500000001</c:v>
                </c:pt>
                <c:pt idx="30357">
                  <c:v>45871.101388888892</c:v>
                </c:pt>
                <c:pt idx="30358">
                  <c:v>45427.023611111108</c:v>
                </c:pt>
                <c:pt idx="30359">
                  <c:v>45340.85833333333</c:v>
                </c:pt>
                <c:pt idx="30360">
                  <c:v>45504.104166666657</c:v>
                </c:pt>
                <c:pt idx="30361">
                  <c:v>45833.078472222223</c:v>
                </c:pt>
                <c:pt idx="30362">
                  <c:v>45477.001388888893</c:v>
                </c:pt>
                <c:pt idx="30363">
                  <c:v>45546.067361111112</c:v>
                </c:pt>
                <c:pt idx="30364">
                  <c:v>45783.001388888893</c:v>
                </c:pt>
                <c:pt idx="30365">
                  <c:v>45395.068055555559</c:v>
                </c:pt>
                <c:pt idx="30366">
                  <c:v>45370.935416666667</c:v>
                </c:pt>
                <c:pt idx="30367">
                  <c:v>45435.974999999999</c:v>
                </c:pt>
                <c:pt idx="30368">
                  <c:v>45530.100694444453</c:v>
                </c:pt>
                <c:pt idx="30369">
                  <c:v>45998.665277777778</c:v>
                </c:pt>
                <c:pt idx="30370">
                  <c:v>45915.081944444442</c:v>
                </c:pt>
                <c:pt idx="30371">
                  <c:v>45901.795138888891</c:v>
                </c:pt>
                <c:pt idx="30372">
                  <c:v>45977.399305555547</c:v>
                </c:pt>
                <c:pt idx="30373">
                  <c:v>45907.815972222219</c:v>
                </c:pt>
                <c:pt idx="30374">
                  <c:v>45712.4375</c:v>
                </c:pt>
                <c:pt idx="30375">
                  <c:v>45701.89166666667</c:v>
                </c:pt>
                <c:pt idx="30376">
                  <c:v>45741.454861111109</c:v>
                </c:pt>
                <c:pt idx="30377">
                  <c:v>45931.038194444453</c:v>
                </c:pt>
                <c:pt idx="30378">
                  <c:v>45753.004861111112</c:v>
                </c:pt>
                <c:pt idx="30379">
                  <c:v>45650.800694444442</c:v>
                </c:pt>
                <c:pt idx="30380">
                  <c:v>45610.064583333333</c:v>
                </c:pt>
                <c:pt idx="30381">
                  <c:v>45610.064583333333</c:v>
                </c:pt>
                <c:pt idx="30382">
                  <c:v>45799.645138888889</c:v>
                </c:pt>
                <c:pt idx="30383">
                  <c:v>45799.645138888889</c:v>
                </c:pt>
                <c:pt idx="30384">
                  <c:v>46020.717361111107</c:v>
                </c:pt>
                <c:pt idx="30385">
                  <c:v>45826.38958333333</c:v>
                </c:pt>
                <c:pt idx="30386">
                  <c:v>45616.882638888892</c:v>
                </c:pt>
                <c:pt idx="30387">
                  <c:v>45970.856249999997</c:v>
                </c:pt>
                <c:pt idx="30388">
                  <c:v>45954.28125</c:v>
                </c:pt>
                <c:pt idx="30389">
                  <c:v>45709.631944444453</c:v>
                </c:pt>
                <c:pt idx="30390">
                  <c:v>45590.945833333331</c:v>
                </c:pt>
                <c:pt idx="30391">
                  <c:v>45757.898611111108</c:v>
                </c:pt>
                <c:pt idx="30392">
                  <c:v>45728.527083333327</c:v>
                </c:pt>
                <c:pt idx="30393">
                  <c:v>45848.237500000003</c:v>
                </c:pt>
                <c:pt idx="30394">
                  <c:v>45895.353472222218</c:v>
                </c:pt>
                <c:pt idx="30395">
                  <c:v>45938.25277777778</c:v>
                </c:pt>
                <c:pt idx="30396">
                  <c:v>45567.994444444441</c:v>
                </c:pt>
                <c:pt idx="30397">
                  <c:v>45495.306944444441</c:v>
                </c:pt>
                <c:pt idx="30398">
                  <c:v>45929.49722222222</c:v>
                </c:pt>
                <c:pt idx="30399">
                  <c:v>45664.731944444437</c:v>
                </c:pt>
                <c:pt idx="30400">
                  <c:v>45550.727083333331</c:v>
                </c:pt>
                <c:pt idx="30401">
                  <c:v>45923.542361111111</c:v>
                </c:pt>
                <c:pt idx="30402">
                  <c:v>45783.000694444447</c:v>
                </c:pt>
                <c:pt idx="30403">
                  <c:v>45989.439583333333</c:v>
                </c:pt>
                <c:pt idx="30404">
                  <c:v>45943.957638888889</c:v>
                </c:pt>
                <c:pt idx="30405">
                  <c:v>45647.04791666667</c:v>
                </c:pt>
                <c:pt idx="30406">
                  <c:v>45998.807638888888</c:v>
                </c:pt>
                <c:pt idx="30407">
                  <c:v>45706.070833333331</c:v>
                </c:pt>
                <c:pt idx="30408">
                  <c:v>45909.632638888892</c:v>
                </c:pt>
                <c:pt idx="30409">
                  <c:v>45832.504166666673</c:v>
                </c:pt>
                <c:pt idx="30410">
                  <c:v>45938.486111111109</c:v>
                </c:pt>
                <c:pt idx="30411">
                  <c:v>45648.297222222223</c:v>
                </c:pt>
                <c:pt idx="30412">
                  <c:v>45922.668055555558</c:v>
                </c:pt>
                <c:pt idx="30413">
                  <c:v>45779.787499999999</c:v>
                </c:pt>
                <c:pt idx="30414">
                  <c:v>45547.75</c:v>
                </c:pt>
                <c:pt idx="30415">
                  <c:v>45780.270833333343</c:v>
                </c:pt>
                <c:pt idx="30416">
                  <c:v>45354.797222222223</c:v>
                </c:pt>
                <c:pt idx="30417">
                  <c:v>45662.883333333331</c:v>
                </c:pt>
                <c:pt idx="30418">
                  <c:v>45409.817361111112</c:v>
                </c:pt>
                <c:pt idx="30419">
                  <c:v>45737.836111111108</c:v>
                </c:pt>
                <c:pt idx="30420">
                  <c:v>45449.836111111108</c:v>
                </c:pt>
                <c:pt idx="30421">
                  <c:v>45306.835416666669</c:v>
                </c:pt>
                <c:pt idx="30422">
                  <c:v>45567.290972222218</c:v>
                </c:pt>
                <c:pt idx="30423">
                  <c:v>45943.890972222223</c:v>
                </c:pt>
                <c:pt idx="30424">
                  <c:v>45611.790277777778</c:v>
                </c:pt>
                <c:pt idx="30425">
                  <c:v>45832.840277777781</c:v>
                </c:pt>
                <c:pt idx="30426">
                  <c:v>45881.283333333333</c:v>
                </c:pt>
                <c:pt idx="30427">
                  <c:v>45817.65625</c:v>
                </c:pt>
                <c:pt idx="30428">
                  <c:v>45319.586805555547</c:v>
                </c:pt>
                <c:pt idx="30429">
                  <c:v>45552.67083333333</c:v>
                </c:pt>
                <c:pt idx="30430">
                  <c:v>45677.684027777781</c:v>
                </c:pt>
                <c:pt idx="30431">
                  <c:v>45955.544444444437</c:v>
                </c:pt>
                <c:pt idx="30432">
                  <c:v>45833.820833333331</c:v>
                </c:pt>
                <c:pt idx="30433">
                  <c:v>45375.460416666669</c:v>
                </c:pt>
                <c:pt idx="30434">
                  <c:v>45543.565972222219</c:v>
                </c:pt>
                <c:pt idx="30435">
                  <c:v>45833.820833333331</c:v>
                </c:pt>
                <c:pt idx="30436">
                  <c:v>45509.40625</c:v>
                </c:pt>
                <c:pt idx="30437">
                  <c:v>45448.518055555563</c:v>
                </c:pt>
                <c:pt idx="30438">
                  <c:v>45448.518055555563</c:v>
                </c:pt>
                <c:pt idx="30439">
                  <c:v>45543.565972222219</c:v>
                </c:pt>
                <c:pt idx="30440">
                  <c:v>45872.556250000001</c:v>
                </c:pt>
                <c:pt idx="30441">
                  <c:v>45955.544444444437</c:v>
                </c:pt>
                <c:pt idx="30442">
                  <c:v>45509.40625</c:v>
                </c:pt>
                <c:pt idx="30443">
                  <c:v>45872.556250000001</c:v>
                </c:pt>
                <c:pt idx="30444">
                  <c:v>45323.425000000003</c:v>
                </c:pt>
                <c:pt idx="30445">
                  <c:v>45906.50277777778</c:v>
                </c:pt>
                <c:pt idx="30446">
                  <c:v>45323.425000000003</c:v>
                </c:pt>
                <c:pt idx="30447">
                  <c:v>45997.398611111108</c:v>
                </c:pt>
                <c:pt idx="30448">
                  <c:v>45797.384027777778</c:v>
                </c:pt>
                <c:pt idx="30449">
                  <c:v>45997.398611111108</c:v>
                </c:pt>
                <c:pt idx="30450">
                  <c:v>45769.379166666673</c:v>
                </c:pt>
                <c:pt idx="30451">
                  <c:v>45769.379166666673</c:v>
                </c:pt>
                <c:pt idx="30452">
                  <c:v>45905.793749999997</c:v>
                </c:pt>
                <c:pt idx="30453">
                  <c:v>45797.384027777778</c:v>
                </c:pt>
                <c:pt idx="30454">
                  <c:v>45905.793749999997</c:v>
                </c:pt>
                <c:pt idx="30455">
                  <c:v>45375.460416666669</c:v>
                </c:pt>
                <c:pt idx="30456">
                  <c:v>45906.50277777778</c:v>
                </c:pt>
                <c:pt idx="30457">
                  <c:v>45701.814583333333</c:v>
                </c:pt>
                <c:pt idx="30458">
                  <c:v>46016.26666666667</c:v>
                </c:pt>
                <c:pt idx="30459">
                  <c:v>45584.498611111107</c:v>
                </c:pt>
                <c:pt idx="30460">
                  <c:v>45855.678472222222</c:v>
                </c:pt>
                <c:pt idx="30461">
                  <c:v>45855.678472222222</c:v>
                </c:pt>
                <c:pt idx="30462">
                  <c:v>45869.053472222222</c:v>
                </c:pt>
                <c:pt idx="30463">
                  <c:v>45294.404861111107</c:v>
                </c:pt>
                <c:pt idx="30464">
                  <c:v>45828.456944444442</c:v>
                </c:pt>
                <c:pt idx="30465">
                  <c:v>45386.178472222222</c:v>
                </c:pt>
                <c:pt idx="30466">
                  <c:v>45956.861805555563</c:v>
                </c:pt>
                <c:pt idx="30467">
                  <c:v>45329.767361111109</c:v>
                </c:pt>
                <c:pt idx="30468">
                  <c:v>45354.47152777778</c:v>
                </c:pt>
                <c:pt idx="30469">
                  <c:v>45621.525694444441</c:v>
                </c:pt>
                <c:pt idx="30470">
                  <c:v>45851.490277777782</c:v>
                </c:pt>
                <c:pt idx="30471">
                  <c:v>45438.368750000001</c:v>
                </c:pt>
                <c:pt idx="30472">
                  <c:v>45606.90347222222</c:v>
                </c:pt>
                <c:pt idx="30473">
                  <c:v>45529.90625</c:v>
                </c:pt>
                <c:pt idx="30474">
                  <c:v>45460.433333333327</c:v>
                </c:pt>
                <c:pt idx="30475">
                  <c:v>45409.95416666667</c:v>
                </c:pt>
                <c:pt idx="30476">
                  <c:v>45902.765972222223</c:v>
                </c:pt>
                <c:pt idx="30477">
                  <c:v>45491.672222222223</c:v>
                </c:pt>
                <c:pt idx="30478">
                  <c:v>45772.768055555563</c:v>
                </c:pt>
                <c:pt idx="30479">
                  <c:v>45895.697222222218</c:v>
                </c:pt>
                <c:pt idx="30480">
                  <c:v>45734.800694444442</c:v>
                </c:pt>
                <c:pt idx="30481">
                  <c:v>45687.787499999999</c:v>
                </c:pt>
                <c:pt idx="30482">
                  <c:v>46008.708333333343</c:v>
                </c:pt>
                <c:pt idx="30483">
                  <c:v>45560.640972222223</c:v>
                </c:pt>
                <c:pt idx="30484">
                  <c:v>45309.669444444437</c:v>
                </c:pt>
                <c:pt idx="30485">
                  <c:v>45749.772916666669</c:v>
                </c:pt>
                <c:pt idx="30486">
                  <c:v>45778.72152777778</c:v>
                </c:pt>
                <c:pt idx="30487">
                  <c:v>46007.044444444437</c:v>
                </c:pt>
                <c:pt idx="30488">
                  <c:v>45875.707638888889</c:v>
                </c:pt>
                <c:pt idx="30489">
                  <c:v>45832.745833333327</c:v>
                </c:pt>
                <c:pt idx="30490">
                  <c:v>45808.504861111112</c:v>
                </c:pt>
                <c:pt idx="30491">
                  <c:v>45699.795138888891</c:v>
                </c:pt>
                <c:pt idx="30492">
                  <c:v>45321.560416666667</c:v>
                </c:pt>
                <c:pt idx="30493">
                  <c:v>45867.362500000003</c:v>
                </c:pt>
                <c:pt idx="30494">
                  <c:v>45963.490277777782</c:v>
                </c:pt>
                <c:pt idx="30495">
                  <c:v>45833.79791666667</c:v>
                </c:pt>
                <c:pt idx="30496">
                  <c:v>45874.630555555559</c:v>
                </c:pt>
                <c:pt idx="30497">
                  <c:v>45986.470138888893</c:v>
                </c:pt>
                <c:pt idx="30498">
                  <c:v>45362.554166666669</c:v>
                </c:pt>
                <c:pt idx="30499">
                  <c:v>45815.629166666673</c:v>
                </c:pt>
                <c:pt idx="30500">
                  <c:v>45923.179861111108</c:v>
                </c:pt>
                <c:pt idx="30501">
                  <c:v>45909.071527777778</c:v>
                </c:pt>
                <c:pt idx="30502">
                  <c:v>45824.631944444453</c:v>
                </c:pt>
                <c:pt idx="30503">
                  <c:v>45950.191666666673</c:v>
                </c:pt>
                <c:pt idx="30504">
                  <c:v>45859.017361111109</c:v>
                </c:pt>
                <c:pt idx="30505">
                  <c:v>45971.556944444441</c:v>
                </c:pt>
                <c:pt idx="30506">
                  <c:v>45687.611111111109</c:v>
                </c:pt>
                <c:pt idx="30507">
                  <c:v>46019.113194444442</c:v>
                </c:pt>
                <c:pt idx="30508">
                  <c:v>45895.177777777782</c:v>
                </c:pt>
                <c:pt idx="30509">
                  <c:v>45845.089583333327</c:v>
                </c:pt>
                <c:pt idx="30510">
                  <c:v>45323.617361111108</c:v>
                </c:pt>
                <c:pt idx="30511">
                  <c:v>45648.788194444453</c:v>
                </c:pt>
                <c:pt idx="30512">
                  <c:v>45773.901388888888</c:v>
                </c:pt>
                <c:pt idx="30513">
                  <c:v>45694.319444444453</c:v>
                </c:pt>
                <c:pt idx="30514">
                  <c:v>45688.972222222219</c:v>
                </c:pt>
                <c:pt idx="30515">
                  <c:v>45881.333333333343</c:v>
                </c:pt>
                <c:pt idx="30516">
                  <c:v>45951.693055555559</c:v>
                </c:pt>
                <c:pt idx="30517">
                  <c:v>45627.493750000001</c:v>
                </c:pt>
                <c:pt idx="30518">
                  <c:v>46013.966666666667</c:v>
                </c:pt>
                <c:pt idx="30519">
                  <c:v>45826.524305555547</c:v>
                </c:pt>
                <c:pt idx="30520">
                  <c:v>45818.136111111111</c:v>
                </c:pt>
                <c:pt idx="30521">
                  <c:v>45991.071527777778</c:v>
                </c:pt>
                <c:pt idx="30522">
                  <c:v>45959.226388888892</c:v>
                </c:pt>
                <c:pt idx="30523">
                  <c:v>45653.11041666667</c:v>
                </c:pt>
                <c:pt idx="30524">
                  <c:v>45908.109027777777</c:v>
                </c:pt>
                <c:pt idx="30525">
                  <c:v>45872.986111111109</c:v>
                </c:pt>
                <c:pt idx="30526">
                  <c:v>45736.816666666673</c:v>
                </c:pt>
                <c:pt idx="30527">
                  <c:v>45823.669444444437</c:v>
                </c:pt>
                <c:pt idx="30528">
                  <c:v>45930.228472222218</c:v>
                </c:pt>
                <c:pt idx="30529">
                  <c:v>45568.832638888889</c:v>
                </c:pt>
                <c:pt idx="30530">
                  <c:v>45927.428472222222</c:v>
                </c:pt>
                <c:pt idx="30531">
                  <c:v>45871.181250000001</c:v>
                </c:pt>
                <c:pt idx="30532">
                  <c:v>45644.074305555558</c:v>
                </c:pt>
                <c:pt idx="30533">
                  <c:v>45449.548611111109</c:v>
                </c:pt>
                <c:pt idx="30534">
                  <c:v>45500.675694444442</c:v>
                </c:pt>
                <c:pt idx="30535">
                  <c:v>45932.386805555558</c:v>
                </c:pt>
                <c:pt idx="30536">
                  <c:v>45570.803472222222</c:v>
                </c:pt>
                <c:pt idx="30537">
                  <c:v>45537.620138888888</c:v>
                </c:pt>
                <c:pt idx="30538">
                  <c:v>45473.691666666673</c:v>
                </c:pt>
                <c:pt idx="30539">
                  <c:v>45652.625</c:v>
                </c:pt>
                <c:pt idx="30540">
                  <c:v>45697.908333333333</c:v>
                </c:pt>
                <c:pt idx="30541">
                  <c:v>45614.680555555547</c:v>
                </c:pt>
                <c:pt idx="30542">
                  <c:v>45908.917361111111</c:v>
                </c:pt>
                <c:pt idx="30543">
                  <c:v>45786.710416666669</c:v>
                </c:pt>
                <c:pt idx="30544">
                  <c:v>45721.525694444441</c:v>
                </c:pt>
                <c:pt idx="30545">
                  <c:v>45705.960416666669</c:v>
                </c:pt>
                <c:pt idx="30546">
                  <c:v>45695.63958333333</c:v>
                </c:pt>
                <c:pt idx="30547">
                  <c:v>45569.867361111108</c:v>
                </c:pt>
                <c:pt idx="30548">
                  <c:v>45721.511111111111</c:v>
                </c:pt>
                <c:pt idx="30549">
                  <c:v>45681.64166666667</c:v>
                </c:pt>
                <c:pt idx="30550">
                  <c:v>45763.434027777781</c:v>
                </c:pt>
                <c:pt idx="30551">
                  <c:v>45987.063194444447</c:v>
                </c:pt>
                <c:pt idx="30552">
                  <c:v>45309.244444444441</c:v>
                </c:pt>
                <c:pt idx="30553">
                  <c:v>45773.61041666667</c:v>
                </c:pt>
                <c:pt idx="30554">
                  <c:v>45614.479861111111</c:v>
                </c:pt>
                <c:pt idx="30555">
                  <c:v>45727.181250000001</c:v>
                </c:pt>
                <c:pt idx="30556">
                  <c:v>45617.279861111107</c:v>
                </c:pt>
                <c:pt idx="30557">
                  <c:v>45716.467361111107</c:v>
                </c:pt>
                <c:pt idx="30558">
                  <c:v>45300.592361111107</c:v>
                </c:pt>
                <c:pt idx="30559">
                  <c:v>45417.393750000003</c:v>
                </c:pt>
                <c:pt idx="30560">
                  <c:v>45303.252083333333</c:v>
                </c:pt>
                <c:pt idx="30561">
                  <c:v>45625.086805555547</c:v>
                </c:pt>
                <c:pt idx="30562">
                  <c:v>45616.760416666657</c:v>
                </c:pt>
                <c:pt idx="30563">
                  <c:v>45637.474999999999</c:v>
                </c:pt>
                <c:pt idx="30564">
                  <c:v>45785.539583333331</c:v>
                </c:pt>
                <c:pt idx="30565">
                  <c:v>45351.5625</c:v>
                </c:pt>
                <c:pt idx="30566">
                  <c:v>45675.703472222223</c:v>
                </c:pt>
                <c:pt idx="30567">
                  <c:v>45647.869444444441</c:v>
                </c:pt>
                <c:pt idx="30568">
                  <c:v>45761.022916666669</c:v>
                </c:pt>
                <c:pt idx="30569">
                  <c:v>45736.547222222223</c:v>
                </c:pt>
                <c:pt idx="30570">
                  <c:v>45716.575694444437</c:v>
                </c:pt>
                <c:pt idx="30571">
                  <c:v>45855.586111111108</c:v>
                </c:pt>
                <c:pt idx="30572">
                  <c:v>45829.701388888891</c:v>
                </c:pt>
                <c:pt idx="30573">
                  <c:v>45808.573611111111</c:v>
                </c:pt>
                <c:pt idx="30574">
                  <c:v>45844.433333333327</c:v>
                </c:pt>
                <c:pt idx="30575">
                  <c:v>46013.609722222223</c:v>
                </c:pt>
                <c:pt idx="30576">
                  <c:v>45815.040277777778</c:v>
                </c:pt>
                <c:pt idx="30577">
                  <c:v>45918.861805555563</c:v>
                </c:pt>
                <c:pt idx="30578">
                  <c:v>45381.674305555563</c:v>
                </c:pt>
                <c:pt idx="30579">
                  <c:v>45725.943055555559</c:v>
                </c:pt>
                <c:pt idx="30580">
                  <c:v>45582.743055555547</c:v>
                </c:pt>
                <c:pt idx="30581">
                  <c:v>45972.513888888891</c:v>
                </c:pt>
                <c:pt idx="30582">
                  <c:v>45932.779166666667</c:v>
                </c:pt>
                <c:pt idx="30583">
                  <c:v>45434.793055555558</c:v>
                </c:pt>
                <c:pt idx="30584">
                  <c:v>45648.481944444437</c:v>
                </c:pt>
                <c:pt idx="30585">
                  <c:v>45358.875694444447</c:v>
                </c:pt>
                <c:pt idx="30586">
                  <c:v>45506.39166666667</c:v>
                </c:pt>
                <c:pt idx="30587">
                  <c:v>45857.431944444441</c:v>
                </c:pt>
                <c:pt idx="30588">
                  <c:v>45796.408333333333</c:v>
                </c:pt>
                <c:pt idx="30589">
                  <c:v>45391.369444444441</c:v>
                </c:pt>
                <c:pt idx="30590">
                  <c:v>45944.810416666667</c:v>
                </c:pt>
                <c:pt idx="30591">
                  <c:v>45878.388888888891</c:v>
                </c:pt>
                <c:pt idx="30592">
                  <c:v>45538.51458333333</c:v>
                </c:pt>
                <c:pt idx="30593">
                  <c:v>45543.582638888889</c:v>
                </c:pt>
                <c:pt idx="30594">
                  <c:v>45929.865277777782</c:v>
                </c:pt>
                <c:pt idx="30595">
                  <c:v>45405.806944444441</c:v>
                </c:pt>
                <c:pt idx="30596">
                  <c:v>45874.707638888889</c:v>
                </c:pt>
                <c:pt idx="30597">
                  <c:v>45810.505555555559</c:v>
                </c:pt>
                <c:pt idx="30598">
                  <c:v>45322.619444444441</c:v>
                </c:pt>
                <c:pt idx="30599">
                  <c:v>45614.638888888891</c:v>
                </c:pt>
                <c:pt idx="30600">
                  <c:v>45779.561805555553</c:v>
                </c:pt>
                <c:pt idx="30601">
                  <c:v>45427.729166666657</c:v>
                </c:pt>
                <c:pt idx="30602">
                  <c:v>45981.811111111107</c:v>
                </c:pt>
                <c:pt idx="30603">
                  <c:v>45455.774305555547</c:v>
                </c:pt>
                <c:pt idx="30604">
                  <c:v>45747.538194444453</c:v>
                </c:pt>
                <c:pt idx="30605">
                  <c:v>46020.906944444447</c:v>
                </c:pt>
                <c:pt idx="30606">
                  <c:v>45583.109722222223</c:v>
                </c:pt>
                <c:pt idx="30607">
                  <c:v>45658.597916666673</c:v>
                </c:pt>
                <c:pt idx="30608">
                  <c:v>45699.668749999997</c:v>
                </c:pt>
                <c:pt idx="30609">
                  <c:v>45609.845833333333</c:v>
                </c:pt>
                <c:pt idx="30610">
                  <c:v>45502.527777777781</c:v>
                </c:pt>
                <c:pt idx="30611">
                  <c:v>45702.984722222223</c:v>
                </c:pt>
                <c:pt idx="30612">
                  <c:v>45665.916666666657</c:v>
                </c:pt>
                <c:pt idx="30613">
                  <c:v>45657.964583333327</c:v>
                </c:pt>
                <c:pt idx="30614">
                  <c:v>45886.92291666667</c:v>
                </c:pt>
                <c:pt idx="30615">
                  <c:v>45720.686111111107</c:v>
                </c:pt>
                <c:pt idx="30616">
                  <c:v>45462.856944444437</c:v>
                </c:pt>
                <c:pt idx="30617">
                  <c:v>45985.201388888891</c:v>
                </c:pt>
                <c:pt idx="30618">
                  <c:v>45647.618055555547</c:v>
                </c:pt>
                <c:pt idx="30619">
                  <c:v>45939.740277777782</c:v>
                </c:pt>
                <c:pt idx="30620">
                  <c:v>45712.943749999999</c:v>
                </c:pt>
                <c:pt idx="30621">
                  <c:v>45402.731249999997</c:v>
                </c:pt>
                <c:pt idx="30622">
                  <c:v>45794.832638888889</c:v>
                </c:pt>
                <c:pt idx="30623">
                  <c:v>45565.531944444447</c:v>
                </c:pt>
                <c:pt idx="30624">
                  <c:v>45317.798611111109</c:v>
                </c:pt>
                <c:pt idx="30625">
                  <c:v>45989.82708333333</c:v>
                </c:pt>
                <c:pt idx="30626">
                  <c:v>45432.679861111108</c:v>
                </c:pt>
                <c:pt idx="30627">
                  <c:v>45989.811805555553</c:v>
                </c:pt>
                <c:pt idx="30628">
                  <c:v>45881.772916666669</c:v>
                </c:pt>
                <c:pt idx="30629">
                  <c:v>45509.706250000003</c:v>
                </c:pt>
                <c:pt idx="30630">
                  <c:v>45628.625694444447</c:v>
                </c:pt>
                <c:pt idx="30631">
                  <c:v>45782.311111111107</c:v>
                </c:pt>
                <c:pt idx="30632">
                  <c:v>45696.669444444437</c:v>
                </c:pt>
                <c:pt idx="30633">
                  <c:v>45681.317361111112</c:v>
                </c:pt>
                <c:pt idx="30634">
                  <c:v>45991.050694444442</c:v>
                </c:pt>
                <c:pt idx="30635">
                  <c:v>45438.681250000001</c:v>
                </c:pt>
                <c:pt idx="30636">
                  <c:v>45840.875</c:v>
                </c:pt>
                <c:pt idx="30637">
                  <c:v>46019.984722222223</c:v>
                </c:pt>
                <c:pt idx="30638">
                  <c:v>45925.556250000001</c:v>
                </c:pt>
                <c:pt idx="30639">
                  <c:v>45909.521527777782</c:v>
                </c:pt>
                <c:pt idx="30640">
                  <c:v>45635.551388888889</c:v>
                </c:pt>
                <c:pt idx="30641">
                  <c:v>45897.613194444442</c:v>
                </c:pt>
                <c:pt idx="30642">
                  <c:v>45617.432638888888</c:v>
                </c:pt>
                <c:pt idx="30643">
                  <c:v>45763.609027777777</c:v>
                </c:pt>
                <c:pt idx="30644">
                  <c:v>45741.645138888889</c:v>
                </c:pt>
                <c:pt idx="30645">
                  <c:v>45593.427777777782</c:v>
                </c:pt>
                <c:pt idx="30646">
                  <c:v>45778.613888888889</c:v>
                </c:pt>
                <c:pt idx="30647">
                  <c:v>45717.486111111109</c:v>
                </c:pt>
                <c:pt idx="30648">
                  <c:v>45924.494444444441</c:v>
                </c:pt>
                <c:pt idx="30649">
                  <c:v>45568.40902777778</c:v>
                </c:pt>
                <c:pt idx="30650">
                  <c:v>45850.511805555558</c:v>
                </c:pt>
                <c:pt idx="30651">
                  <c:v>45378.461805555547</c:v>
                </c:pt>
                <c:pt idx="30652">
                  <c:v>45293.489583333343</c:v>
                </c:pt>
                <c:pt idx="30653">
                  <c:v>45701.498611111107</c:v>
                </c:pt>
                <c:pt idx="30654">
                  <c:v>46015.478472222218</c:v>
                </c:pt>
                <c:pt idx="30655">
                  <c:v>45515.546527777777</c:v>
                </c:pt>
                <c:pt idx="30656">
                  <c:v>45871.518750000003</c:v>
                </c:pt>
                <c:pt idx="30657">
                  <c:v>45490.481944444437</c:v>
                </c:pt>
                <c:pt idx="30658">
                  <c:v>45404.62777777778</c:v>
                </c:pt>
                <c:pt idx="30659">
                  <c:v>45544.486111111109</c:v>
                </c:pt>
                <c:pt idx="30660">
                  <c:v>45446.480555555558</c:v>
                </c:pt>
                <c:pt idx="30661">
                  <c:v>45825.620833333327</c:v>
                </c:pt>
                <c:pt idx="30662">
                  <c:v>45797.621527777781</c:v>
                </c:pt>
                <c:pt idx="30663">
                  <c:v>45673.53125</c:v>
                </c:pt>
                <c:pt idx="30664">
                  <c:v>46000.444444444453</c:v>
                </c:pt>
                <c:pt idx="30665">
                  <c:v>45467.703472222223</c:v>
                </c:pt>
                <c:pt idx="30666">
                  <c:v>45352.455555555563</c:v>
                </c:pt>
                <c:pt idx="30667">
                  <c:v>45643.629166666673</c:v>
                </c:pt>
                <c:pt idx="30668">
                  <c:v>45427.397916666669</c:v>
                </c:pt>
                <c:pt idx="30669">
                  <c:v>45323.567361111112</c:v>
                </c:pt>
                <c:pt idx="30670">
                  <c:v>45978.501388888893</c:v>
                </c:pt>
                <c:pt idx="30671">
                  <c:v>45830.476388888892</c:v>
                </c:pt>
                <c:pt idx="30672">
                  <c:v>45807.037499999999</c:v>
                </c:pt>
                <c:pt idx="30673">
                  <c:v>45749.395138888889</c:v>
                </c:pt>
                <c:pt idx="30674">
                  <c:v>45775.855555555558</c:v>
                </c:pt>
                <c:pt idx="30675">
                  <c:v>45750.742361111108</c:v>
                </c:pt>
                <c:pt idx="30676">
                  <c:v>45735.398611111108</c:v>
                </c:pt>
                <c:pt idx="30677">
                  <c:v>45680.168749999997</c:v>
                </c:pt>
                <c:pt idx="30678">
                  <c:v>46023.40347222222</c:v>
                </c:pt>
                <c:pt idx="30679">
                  <c:v>45845.712500000001</c:v>
                </c:pt>
                <c:pt idx="30680">
                  <c:v>45910.38958333333</c:v>
                </c:pt>
                <c:pt idx="30681">
                  <c:v>45315.752083333333</c:v>
                </c:pt>
                <c:pt idx="30682">
                  <c:v>46020.629861111112</c:v>
                </c:pt>
                <c:pt idx="30683">
                  <c:v>45957.786805555559</c:v>
                </c:pt>
                <c:pt idx="30684">
                  <c:v>45370.636805555558</c:v>
                </c:pt>
                <c:pt idx="30685">
                  <c:v>45526.63958333333</c:v>
                </c:pt>
                <c:pt idx="30686">
                  <c:v>45413.486111111109</c:v>
                </c:pt>
                <c:pt idx="30687">
                  <c:v>45343.823611111111</c:v>
                </c:pt>
                <c:pt idx="30688">
                  <c:v>45848.625</c:v>
                </c:pt>
                <c:pt idx="30689">
                  <c:v>45459.973611111112</c:v>
                </c:pt>
                <c:pt idx="30690">
                  <c:v>45810.441666666673</c:v>
                </c:pt>
                <c:pt idx="30691">
                  <c:v>45720.530555555553</c:v>
                </c:pt>
                <c:pt idx="30692">
                  <c:v>45787.318749999999</c:v>
                </c:pt>
                <c:pt idx="30693">
                  <c:v>45763.345833333333</c:v>
                </c:pt>
                <c:pt idx="30694">
                  <c:v>45749.468055555553</c:v>
                </c:pt>
                <c:pt idx="30695">
                  <c:v>45707.793749999997</c:v>
                </c:pt>
                <c:pt idx="30696">
                  <c:v>45748.913888888892</c:v>
                </c:pt>
                <c:pt idx="30697">
                  <c:v>45734.543749999997</c:v>
                </c:pt>
                <c:pt idx="30698">
                  <c:v>45696.581250000003</c:v>
                </c:pt>
                <c:pt idx="30699">
                  <c:v>45731.585416666669</c:v>
                </c:pt>
                <c:pt idx="30700">
                  <c:v>45906.558333333327</c:v>
                </c:pt>
                <c:pt idx="30701">
                  <c:v>46003.522916666669</c:v>
                </c:pt>
                <c:pt idx="30702">
                  <c:v>45867.505555555559</c:v>
                </c:pt>
                <c:pt idx="30703">
                  <c:v>45987.571527777778</c:v>
                </c:pt>
                <c:pt idx="30704">
                  <c:v>45372.630555555559</c:v>
                </c:pt>
                <c:pt idx="30705">
                  <c:v>45306.504166666673</c:v>
                </c:pt>
                <c:pt idx="30706">
                  <c:v>45340.647916666669</c:v>
                </c:pt>
                <c:pt idx="30707">
                  <c:v>45440.925694444442</c:v>
                </c:pt>
                <c:pt idx="30708">
                  <c:v>45966.627083333333</c:v>
                </c:pt>
                <c:pt idx="30709">
                  <c:v>45874.443749999999</c:v>
                </c:pt>
                <c:pt idx="30710">
                  <c:v>45870.503472222219</c:v>
                </c:pt>
                <c:pt idx="30711">
                  <c:v>45581.356944444437</c:v>
                </c:pt>
                <c:pt idx="30712">
                  <c:v>45415.60833333333</c:v>
                </c:pt>
                <c:pt idx="30713">
                  <c:v>45782.863194444442</c:v>
                </c:pt>
                <c:pt idx="30714">
                  <c:v>45771.552777777782</c:v>
                </c:pt>
                <c:pt idx="30715">
                  <c:v>45734.476388888892</c:v>
                </c:pt>
                <c:pt idx="30716">
                  <c:v>45643.701388888891</c:v>
                </c:pt>
                <c:pt idx="30717">
                  <c:v>45881.582638888889</c:v>
                </c:pt>
                <c:pt idx="30718">
                  <c:v>45567.80972222222</c:v>
                </c:pt>
                <c:pt idx="30719">
                  <c:v>45350.697916666657</c:v>
                </c:pt>
                <c:pt idx="30720">
                  <c:v>45822.737500000003</c:v>
                </c:pt>
                <c:pt idx="30721">
                  <c:v>45602.592361111107</c:v>
                </c:pt>
                <c:pt idx="30722">
                  <c:v>45665.82916666667</c:v>
                </c:pt>
                <c:pt idx="30723">
                  <c:v>45482.939583333333</c:v>
                </c:pt>
                <c:pt idx="30724">
                  <c:v>45539.808333333327</c:v>
                </c:pt>
                <c:pt idx="30725">
                  <c:v>46000.818749999999</c:v>
                </c:pt>
                <c:pt idx="30726">
                  <c:v>45909.59375</c:v>
                </c:pt>
                <c:pt idx="30727">
                  <c:v>45779.650694444441</c:v>
                </c:pt>
                <c:pt idx="30728">
                  <c:v>45715.557638888888</c:v>
                </c:pt>
                <c:pt idx="30729">
                  <c:v>45417.915277777778</c:v>
                </c:pt>
                <c:pt idx="30730">
                  <c:v>45947.550694444442</c:v>
                </c:pt>
                <c:pt idx="30731">
                  <c:v>46015.419444444437</c:v>
                </c:pt>
                <c:pt idx="30732">
                  <c:v>46008.475694444453</c:v>
                </c:pt>
                <c:pt idx="30733">
                  <c:v>46017.459027777782</c:v>
                </c:pt>
                <c:pt idx="30734">
                  <c:v>45981.857638888891</c:v>
                </c:pt>
                <c:pt idx="30735">
                  <c:v>45960.893750000003</c:v>
                </c:pt>
                <c:pt idx="30736">
                  <c:v>45981.857638888891</c:v>
                </c:pt>
                <c:pt idx="30737">
                  <c:v>45960.893750000003</c:v>
                </c:pt>
                <c:pt idx="30738">
                  <c:v>46005.769444444442</c:v>
                </c:pt>
                <c:pt idx="30739">
                  <c:v>46004.710416666669</c:v>
                </c:pt>
                <c:pt idx="30740">
                  <c:v>45858.811111111107</c:v>
                </c:pt>
                <c:pt idx="30741">
                  <c:v>45846.472222222219</c:v>
                </c:pt>
                <c:pt idx="30742">
                  <c:v>45788.536111111112</c:v>
                </c:pt>
                <c:pt idx="30743">
                  <c:v>45788.536111111112</c:v>
                </c:pt>
                <c:pt idx="30744">
                  <c:v>45716.402083333327</c:v>
                </c:pt>
                <c:pt idx="30745">
                  <c:v>45716.402083333327</c:v>
                </c:pt>
                <c:pt idx="30746">
                  <c:v>45653.055555555547</c:v>
                </c:pt>
                <c:pt idx="30747">
                  <c:v>45706.134027777778</c:v>
                </c:pt>
                <c:pt idx="30748">
                  <c:v>45755.129166666673</c:v>
                </c:pt>
                <c:pt idx="30749">
                  <c:v>45921.984027777777</c:v>
                </c:pt>
                <c:pt idx="30750">
                  <c:v>45991.005555555559</c:v>
                </c:pt>
                <c:pt idx="30751">
                  <c:v>45587.113888888889</c:v>
                </c:pt>
                <c:pt idx="30752">
                  <c:v>45773.59652777778</c:v>
                </c:pt>
                <c:pt idx="30753">
                  <c:v>45858.834722222222</c:v>
                </c:pt>
                <c:pt idx="30754">
                  <c:v>45901.689583333333</c:v>
                </c:pt>
                <c:pt idx="30755">
                  <c:v>45505.979166666657</c:v>
                </c:pt>
                <c:pt idx="30756">
                  <c:v>45658.864583333343</c:v>
                </c:pt>
                <c:pt idx="30757">
                  <c:v>45341.960416666669</c:v>
                </c:pt>
                <c:pt idx="30758">
                  <c:v>45400.982638888891</c:v>
                </c:pt>
                <c:pt idx="30759">
                  <c:v>45850.709027777782</c:v>
                </c:pt>
                <c:pt idx="30760">
                  <c:v>45774.595833333333</c:v>
                </c:pt>
                <c:pt idx="30761">
                  <c:v>45821.748611111107</c:v>
                </c:pt>
                <c:pt idx="30762">
                  <c:v>45836.469444444447</c:v>
                </c:pt>
                <c:pt idx="30763">
                  <c:v>45822.355555555558</c:v>
                </c:pt>
                <c:pt idx="30764">
                  <c:v>45807.493055555547</c:v>
                </c:pt>
                <c:pt idx="30765">
                  <c:v>45805.098611111112</c:v>
                </c:pt>
                <c:pt idx="30766">
                  <c:v>45754.615972222222</c:v>
                </c:pt>
                <c:pt idx="30767">
                  <c:v>45793.815972222219</c:v>
                </c:pt>
                <c:pt idx="30768">
                  <c:v>45776.92083333333</c:v>
                </c:pt>
                <c:pt idx="30769">
                  <c:v>45793.379166666673</c:v>
                </c:pt>
                <c:pt idx="30770">
                  <c:v>45791.27847222222</c:v>
                </c:pt>
                <c:pt idx="30771">
                  <c:v>45769.946527777778</c:v>
                </c:pt>
                <c:pt idx="30772">
                  <c:v>45778.331250000003</c:v>
                </c:pt>
                <c:pt idx="30773">
                  <c:v>45784.951388888891</c:v>
                </c:pt>
                <c:pt idx="30774">
                  <c:v>45772.536805555559</c:v>
                </c:pt>
                <c:pt idx="30775">
                  <c:v>45341.309027777781</c:v>
                </c:pt>
                <c:pt idx="30776">
                  <c:v>45385.428472222222</c:v>
                </c:pt>
                <c:pt idx="30777">
                  <c:v>45555.290277777778</c:v>
                </c:pt>
                <c:pt idx="30778">
                  <c:v>45483.67083333333</c:v>
                </c:pt>
                <c:pt idx="30779">
                  <c:v>45349.283333333333</c:v>
                </c:pt>
                <c:pt idx="30780">
                  <c:v>45464.770138888889</c:v>
                </c:pt>
                <c:pt idx="30781">
                  <c:v>45425.582638888889</c:v>
                </c:pt>
                <c:pt idx="30782">
                  <c:v>45923.44027777778</c:v>
                </c:pt>
                <c:pt idx="30783">
                  <c:v>45411.386805555558</c:v>
                </c:pt>
                <c:pt idx="30784">
                  <c:v>45853.340277777781</c:v>
                </c:pt>
                <c:pt idx="30785">
                  <c:v>45455.329861111109</c:v>
                </c:pt>
                <c:pt idx="30786">
                  <c:v>45756.479861111111</c:v>
                </c:pt>
                <c:pt idx="30787">
                  <c:v>45293.356249999997</c:v>
                </c:pt>
                <c:pt idx="30788">
                  <c:v>45314.272916666669</c:v>
                </c:pt>
                <c:pt idx="30789">
                  <c:v>45687.379166666673</c:v>
                </c:pt>
                <c:pt idx="30790">
                  <c:v>45363.413194444453</c:v>
                </c:pt>
                <c:pt idx="30791">
                  <c:v>45804.290277777778</c:v>
                </c:pt>
                <c:pt idx="30792">
                  <c:v>45330.384027777778</c:v>
                </c:pt>
                <c:pt idx="30793">
                  <c:v>45539.286111111112</c:v>
                </c:pt>
                <c:pt idx="30794">
                  <c:v>45373.365972222222</c:v>
                </c:pt>
                <c:pt idx="30795">
                  <c:v>45495.634722222218</c:v>
                </c:pt>
                <c:pt idx="30796">
                  <c:v>45435.509027777778</c:v>
                </c:pt>
                <c:pt idx="30797">
                  <c:v>45397.300694444442</c:v>
                </c:pt>
                <c:pt idx="30798">
                  <c:v>45514.440972222219</c:v>
                </c:pt>
                <c:pt idx="30799">
                  <c:v>45628.572916666657</c:v>
                </c:pt>
                <c:pt idx="30800">
                  <c:v>45762.834722222222</c:v>
                </c:pt>
                <c:pt idx="30801">
                  <c:v>45934.875694444447</c:v>
                </c:pt>
                <c:pt idx="30802">
                  <c:v>45918.302777777782</c:v>
                </c:pt>
                <c:pt idx="30803">
                  <c:v>45716.413888888892</c:v>
                </c:pt>
                <c:pt idx="30804">
                  <c:v>45783.699305555558</c:v>
                </c:pt>
                <c:pt idx="30805">
                  <c:v>45766.506249999999</c:v>
                </c:pt>
                <c:pt idx="30806">
                  <c:v>45707.400694444441</c:v>
                </c:pt>
                <c:pt idx="30807">
                  <c:v>45762.270138888889</c:v>
                </c:pt>
                <c:pt idx="30808">
                  <c:v>45842.458333333343</c:v>
                </c:pt>
                <c:pt idx="30809">
                  <c:v>46017.609027777777</c:v>
                </c:pt>
                <c:pt idx="30810">
                  <c:v>45740.965277777781</c:v>
                </c:pt>
                <c:pt idx="30811">
                  <c:v>45296.540277777778</c:v>
                </c:pt>
                <c:pt idx="30812">
                  <c:v>45754.59375</c:v>
                </c:pt>
                <c:pt idx="30813">
                  <c:v>45329.39166666667</c:v>
                </c:pt>
                <c:pt idx="30814">
                  <c:v>45412.410416666673</c:v>
                </c:pt>
                <c:pt idx="30815">
                  <c:v>45989.400694444441</c:v>
                </c:pt>
                <c:pt idx="30816">
                  <c:v>45631.490972222222</c:v>
                </c:pt>
                <c:pt idx="30817">
                  <c:v>45504.515972222223</c:v>
                </c:pt>
                <c:pt idx="30818">
                  <c:v>45850.550694444442</c:v>
                </c:pt>
                <c:pt idx="30819">
                  <c:v>45539.416666666657</c:v>
                </c:pt>
                <c:pt idx="30820">
                  <c:v>45961.43472222222</c:v>
                </c:pt>
                <c:pt idx="30821">
                  <c:v>45657.802083333343</c:v>
                </c:pt>
                <c:pt idx="30822">
                  <c:v>45581.867361111108</c:v>
                </c:pt>
                <c:pt idx="30823">
                  <c:v>45810.604861111111</c:v>
                </c:pt>
                <c:pt idx="30824">
                  <c:v>45902.564583333333</c:v>
                </c:pt>
                <c:pt idx="30825">
                  <c:v>45719.461111111108</c:v>
                </c:pt>
                <c:pt idx="30826">
                  <c:v>45992.43472222222</c:v>
                </c:pt>
                <c:pt idx="30827">
                  <c:v>45356.838194444441</c:v>
                </c:pt>
                <c:pt idx="30828">
                  <c:v>45963.613194444442</c:v>
                </c:pt>
                <c:pt idx="30829">
                  <c:v>45415.792361111111</c:v>
                </c:pt>
                <c:pt idx="30830">
                  <c:v>45471.65347222222</c:v>
                </c:pt>
                <c:pt idx="30831">
                  <c:v>45609.45208333333</c:v>
                </c:pt>
                <c:pt idx="30832">
                  <c:v>45928.710416666669</c:v>
                </c:pt>
                <c:pt idx="30833">
                  <c:v>45899.615972222222</c:v>
                </c:pt>
                <c:pt idx="30834">
                  <c:v>45970.476388888892</c:v>
                </c:pt>
                <c:pt idx="30835">
                  <c:v>45577.704861111109</c:v>
                </c:pt>
                <c:pt idx="30836">
                  <c:v>45577.704861111109</c:v>
                </c:pt>
                <c:pt idx="30837">
                  <c:v>45974.538888888892</c:v>
                </c:pt>
                <c:pt idx="30838">
                  <c:v>45832.397916666669</c:v>
                </c:pt>
                <c:pt idx="30839">
                  <c:v>45930.690972222219</c:v>
                </c:pt>
                <c:pt idx="30840">
                  <c:v>45419.404166666667</c:v>
                </c:pt>
                <c:pt idx="30841">
                  <c:v>45689.342361111107</c:v>
                </c:pt>
                <c:pt idx="30842">
                  <c:v>45750.39166666667</c:v>
                </c:pt>
                <c:pt idx="30843">
                  <c:v>45419.404166666667</c:v>
                </c:pt>
                <c:pt idx="30844">
                  <c:v>45689.342361111107</c:v>
                </c:pt>
                <c:pt idx="30845">
                  <c:v>45750.39166666667</c:v>
                </c:pt>
                <c:pt idx="30846">
                  <c:v>45556.583333333343</c:v>
                </c:pt>
                <c:pt idx="30847">
                  <c:v>45735.450694444437</c:v>
                </c:pt>
                <c:pt idx="30848">
                  <c:v>45678.595138888893</c:v>
                </c:pt>
                <c:pt idx="30849">
                  <c:v>45653.647222222222</c:v>
                </c:pt>
                <c:pt idx="30850">
                  <c:v>45862.351388888892</c:v>
                </c:pt>
                <c:pt idx="30851">
                  <c:v>45915.751388888893</c:v>
                </c:pt>
                <c:pt idx="30852">
                  <c:v>45321.728472222218</c:v>
                </c:pt>
                <c:pt idx="30853">
                  <c:v>45626.44027777778</c:v>
                </c:pt>
                <c:pt idx="30854">
                  <c:v>45727.171527777777</c:v>
                </c:pt>
                <c:pt idx="30855">
                  <c:v>45953.78125</c:v>
                </c:pt>
                <c:pt idx="30856">
                  <c:v>45296.623611111107</c:v>
                </c:pt>
                <c:pt idx="30857">
                  <c:v>45352.711805555547</c:v>
                </c:pt>
                <c:pt idx="30858">
                  <c:v>45466.451388888891</c:v>
                </c:pt>
                <c:pt idx="30859">
                  <c:v>45972.313888888893</c:v>
                </c:pt>
                <c:pt idx="30860">
                  <c:v>45989.191666666673</c:v>
                </c:pt>
                <c:pt idx="30861">
                  <c:v>45366.810416666667</c:v>
                </c:pt>
                <c:pt idx="30862">
                  <c:v>45852.76458333333</c:v>
                </c:pt>
                <c:pt idx="30863">
                  <c:v>45612.751388888893</c:v>
                </c:pt>
                <c:pt idx="30864">
                  <c:v>46013.353472222218</c:v>
                </c:pt>
                <c:pt idx="30865">
                  <c:v>45874.29583333333</c:v>
                </c:pt>
                <c:pt idx="30866">
                  <c:v>45898.320833333331</c:v>
                </c:pt>
                <c:pt idx="30867">
                  <c:v>45295.695833333331</c:v>
                </c:pt>
                <c:pt idx="30868">
                  <c:v>45526.675694444442</c:v>
                </c:pt>
                <c:pt idx="30869">
                  <c:v>45647.462500000001</c:v>
                </c:pt>
                <c:pt idx="30870">
                  <c:v>45591.533333333333</c:v>
                </c:pt>
                <c:pt idx="30871">
                  <c:v>45674.181944444441</c:v>
                </c:pt>
                <c:pt idx="30872">
                  <c:v>45693.811805555553</c:v>
                </c:pt>
                <c:pt idx="30873">
                  <c:v>45937.767361111109</c:v>
                </c:pt>
                <c:pt idx="30874">
                  <c:v>45877.415972222218</c:v>
                </c:pt>
                <c:pt idx="30875">
                  <c:v>45761.172222222223</c:v>
                </c:pt>
                <c:pt idx="30876">
                  <c:v>45411.752083333333</c:v>
                </c:pt>
                <c:pt idx="30877">
                  <c:v>45753.32916666667</c:v>
                </c:pt>
                <c:pt idx="30878">
                  <c:v>46022.386805555558</c:v>
                </c:pt>
                <c:pt idx="30879">
                  <c:v>45916.848611111112</c:v>
                </c:pt>
                <c:pt idx="30880">
                  <c:v>45597.701388888891</c:v>
                </c:pt>
                <c:pt idx="30881">
                  <c:v>45890.718055555553</c:v>
                </c:pt>
                <c:pt idx="30882">
                  <c:v>45860.623611111107</c:v>
                </c:pt>
                <c:pt idx="30883">
                  <c:v>45923.472222222219</c:v>
                </c:pt>
                <c:pt idx="30884">
                  <c:v>45694.594444444447</c:v>
                </c:pt>
                <c:pt idx="30885">
                  <c:v>45932.613194444442</c:v>
                </c:pt>
                <c:pt idx="30886">
                  <c:v>45932.616666666669</c:v>
                </c:pt>
                <c:pt idx="30887">
                  <c:v>45544.588888888888</c:v>
                </c:pt>
                <c:pt idx="30888">
                  <c:v>45812.977083333331</c:v>
                </c:pt>
                <c:pt idx="30889">
                  <c:v>45955.736805555563</c:v>
                </c:pt>
                <c:pt idx="30890">
                  <c:v>45350.134027777778</c:v>
                </c:pt>
                <c:pt idx="30891">
                  <c:v>45350.134027777778</c:v>
                </c:pt>
                <c:pt idx="30892">
                  <c:v>45580.429166666669</c:v>
                </c:pt>
                <c:pt idx="30893">
                  <c:v>45580.429166666669</c:v>
                </c:pt>
                <c:pt idx="30894">
                  <c:v>45497.493055555547</c:v>
                </c:pt>
                <c:pt idx="30895">
                  <c:v>45444.564583333333</c:v>
                </c:pt>
                <c:pt idx="30896">
                  <c:v>45497.493055555547</c:v>
                </c:pt>
                <c:pt idx="30897">
                  <c:v>45525.704861111109</c:v>
                </c:pt>
                <c:pt idx="30898">
                  <c:v>45600.660416666673</c:v>
                </c:pt>
                <c:pt idx="30899">
                  <c:v>45600.660416666673</c:v>
                </c:pt>
                <c:pt idx="30900">
                  <c:v>45480.522222222222</c:v>
                </c:pt>
                <c:pt idx="30901">
                  <c:v>45525.704861111109</c:v>
                </c:pt>
                <c:pt idx="30902">
                  <c:v>45858.879166666673</c:v>
                </c:pt>
                <c:pt idx="30903">
                  <c:v>45858.879166666673</c:v>
                </c:pt>
                <c:pt idx="30904">
                  <c:v>45316.611805555563</c:v>
                </c:pt>
                <c:pt idx="30905">
                  <c:v>45389.619444444441</c:v>
                </c:pt>
                <c:pt idx="30906">
                  <c:v>45444.564583333333</c:v>
                </c:pt>
                <c:pt idx="30907">
                  <c:v>45480.522222222222</c:v>
                </c:pt>
                <c:pt idx="30908">
                  <c:v>45389.619444444441</c:v>
                </c:pt>
                <c:pt idx="30909">
                  <c:v>45316.611805555563</c:v>
                </c:pt>
                <c:pt idx="30910">
                  <c:v>45967.380555555559</c:v>
                </c:pt>
                <c:pt idx="30911">
                  <c:v>45521.418055555558</c:v>
                </c:pt>
                <c:pt idx="30912">
                  <c:v>45829.77847222222</c:v>
                </c:pt>
                <c:pt idx="30913">
                  <c:v>45885.981944444437</c:v>
                </c:pt>
                <c:pt idx="30914">
                  <c:v>45364.974305555559</c:v>
                </c:pt>
                <c:pt idx="30915">
                  <c:v>45366.443055555559</c:v>
                </c:pt>
                <c:pt idx="30916">
                  <c:v>45995.668749999997</c:v>
                </c:pt>
                <c:pt idx="30917">
                  <c:v>45721.40902777778</c:v>
                </c:pt>
                <c:pt idx="30918">
                  <c:v>45726.561111111107</c:v>
                </c:pt>
                <c:pt idx="30919">
                  <c:v>45721.298611111109</c:v>
                </c:pt>
                <c:pt idx="30920">
                  <c:v>45728.604861111111</c:v>
                </c:pt>
                <c:pt idx="30921">
                  <c:v>46006.549305555563</c:v>
                </c:pt>
                <c:pt idx="30922">
                  <c:v>45344.577777777777</c:v>
                </c:pt>
                <c:pt idx="30923">
                  <c:v>45567.131249999999</c:v>
                </c:pt>
                <c:pt idx="30924">
                  <c:v>45839.668055555558</c:v>
                </c:pt>
                <c:pt idx="30925">
                  <c:v>45585.504166666673</c:v>
                </c:pt>
                <c:pt idx="30926">
                  <c:v>45721.538194444453</c:v>
                </c:pt>
                <c:pt idx="30927">
                  <c:v>45625.577777777777</c:v>
                </c:pt>
                <c:pt idx="30928">
                  <c:v>45655.852083333331</c:v>
                </c:pt>
                <c:pt idx="30929">
                  <c:v>45945.622916666667</c:v>
                </c:pt>
                <c:pt idx="30930">
                  <c:v>45368.87777777778</c:v>
                </c:pt>
                <c:pt idx="30931">
                  <c:v>45652.493055555547</c:v>
                </c:pt>
                <c:pt idx="30932">
                  <c:v>45973.080555555563</c:v>
                </c:pt>
                <c:pt idx="30933">
                  <c:v>45412.114583333343</c:v>
                </c:pt>
                <c:pt idx="30934">
                  <c:v>45537.865972222222</c:v>
                </c:pt>
                <c:pt idx="30935">
                  <c:v>45858.581250000003</c:v>
                </c:pt>
                <c:pt idx="30936">
                  <c:v>45292.887499999997</c:v>
                </c:pt>
                <c:pt idx="30937">
                  <c:v>46018.98333333333</c:v>
                </c:pt>
                <c:pt idx="30938">
                  <c:v>45393.131944444453</c:v>
                </c:pt>
                <c:pt idx="30939">
                  <c:v>45426.063888888893</c:v>
                </c:pt>
                <c:pt idx="30940">
                  <c:v>45809.78402777778</c:v>
                </c:pt>
                <c:pt idx="30941">
                  <c:v>45486.923611111109</c:v>
                </c:pt>
                <c:pt idx="30942">
                  <c:v>45923.542361111111</c:v>
                </c:pt>
                <c:pt idx="30943">
                  <c:v>45453.525000000001</c:v>
                </c:pt>
                <c:pt idx="30944">
                  <c:v>45804.32708333333</c:v>
                </c:pt>
                <c:pt idx="30945">
                  <c:v>45884.818749999999</c:v>
                </c:pt>
                <c:pt idx="30946">
                  <c:v>45830.510416666657</c:v>
                </c:pt>
                <c:pt idx="30947">
                  <c:v>45752.533333333333</c:v>
                </c:pt>
                <c:pt idx="30948">
                  <c:v>45658.96597222222</c:v>
                </c:pt>
                <c:pt idx="30949">
                  <c:v>45326.986805555563</c:v>
                </c:pt>
                <c:pt idx="30950">
                  <c:v>46000.288888888892</c:v>
                </c:pt>
                <c:pt idx="30951">
                  <c:v>45369.05972222222</c:v>
                </c:pt>
                <c:pt idx="30952">
                  <c:v>45754.01458333333</c:v>
                </c:pt>
                <c:pt idx="30953">
                  <c:v>45945.239583333343</c:v>
                </c:pt>
                <c:pt idx="30954">
                  <c:v>45468.008333333331</c:v>
                </c:pt>
                <c:pt idx="30955">
                  <c:v>45519.106944444437</c:v>
                </c:pt>
                <c:pt idx="30956">
                  <c:v>45628.198611111111</c:v>
                </c:pt>
                <c:pt idx="30957">
                  <c:v>45581.001388888893</c:v>
                </c:pt>
                <c:pt idx="30958">
                  <c:v>45413.999305555553</c:v>
                </c:pt>
                <c:pt idx="30959">
                  <c:v>45826.113194444442</c:v>
                </c:pt>
                <c:pt idx="30960">
                  <c:v>45889.419444444437</c:v>
                </c:pt>
                <c:pt idx="30961">
                  <c:v>45865.862500000003</c:v>
                </c:pt>
                <c:pt idx="30962">
                  <c:v>45828.555555555547</c:v>
                </c:pt>
                <c:pt idx="30963">
                  <c:v>45742.400000000001</c:v>
                </c:pt>
                <c:pt idx="30964">
                  <c:v>45722.203472222223</c:v>
                </c:pt>
                <c:pt idx="30965">
                  <c:v>46006.570833333331</c:v>
                </c:pt>
                <c:pt idx="30966">
                  <c:v>45799.918749999997</c:v>
                </c:pt>
                <c:pt idx="30967">
                  <c:v>45689.432638888888</c:v>
                </c:pt>
                <c:pt idx="30968">
                  <c:v>45664.624305555553</c:v>
                </c:pt>
                <c:pt idx="30969">
                  <c:v>45755.78125</c:v>
                </c:pt>
                <c:pt idx="30970">
                  <c:v>45971.835416666669</c:v>
                </c:pt>
                <c:pt idx="30971">
                  <c:v>45502.707638888889</c:v>
                </c:pt>
                <c:pt idx="30972">
                  <c:v>45447.394444444442</c:v>
                </c:pt>
                <c:pt idx="30973">
                  <c:v>45348.618055555547</c:v>
                </c:pt>
                <c:pt idx="30974">
                  <c:v>45415.395138888889</c:v>
                </c:pt>
                <c:pt idx="30975">
                  <c:v>45650.861111111109</c:v>
                </c:pt>
                <c:pt idx="30976">
                  <c:v>45529.88958333333</c:v>
                </c:pt>
                <c:pt idx="30977">
                  <c:v>45473.845138888893</c:v>
                </c:pt>
                <c:pt idx="30978">
                  <c:v>45560.749305555553</c:v>
                </c:pt>
                <c:pt idx="30979">
                  <c:v>45405.899305555547</c:v>
                </c:pt>
                <c:pt idx="30980">
                  <c:v>45320.952777777777</c:v>
                </c:pt>
                <c:pt idx="30981">
                  <c:v>45655.767361111109</c:v>
                </c:pt>
                <c:pt idx="30982">
                  <c:v>45620.786805555559</c:v>
                </c:pt>
                <c:pt idx="30983">
                  <c:v>45294.484027777777</c:v>
                </c:pt>
                <c:pt idx="30984">
                  <c:v>45375.626388888893</c:v>
                </c:pt>
                <c:pt idx="30985">
                  <c:v>45757.806250000001</c:v>
                </c:pt>
                <c:pt idx="30986">
                  <c:v>45635.069444444453</c:v>
                </c:pt>
                <c:pt idx="30987">
                  <c:v>45546.845833333333</c:v>
                </c:pt>
                <c:pt idx="30988">
                  <c:v>45672.917361111111</c:v>
                </c:pt>
                <c:pt idx="30989">
                  <c:v>45711.04791666667</c:v>
                </c:pt>
                <c:pt idx="30990">
                  <c:v>45988.36041666667</c:v>
                </c:pt>
                <c:pt idx="30991">
                  <c:v>45867.61041666667</c:v>
                </c:pt>
                <c:pt idx="30992">
                  <c:v>45718.663888888892</c:v>
                </c:pt>
                <c:pt idx="30993">
                  <c:v>45684.450694444437</c:v>
                </c:pt>
                <c:pt idx="30994">
                  <c:v>45769.307638888888</c:v>
                </c:pt>
                <c:pt idx="30995">
                  <c:v>45373.706250000003</c:v>
                </c:pt>
                <c:pt idx="30996">
                  <c:v>45644.376388888893</c:v>
                </c:pt>
                <c:pt idx="30997">
                  <c:v>45935.356249999997</c:v>
                </c:pt>
                <c:pt idx="30998">
                  <c:v>45467.35833333333</c:v>
                </c:pt>
                <c:pt idx="30999">
                  <c:v>45743.447222222218</c:v>
                </c:pt>
                <c:pt idx="31000">
                  <c:v>45910.290277777778</c:v>
                </c:pt>
                <c:pt idx="31001">
                  <c:v>45542.612500000003</c:v>
                </c:pt>
                <c:pt idx="31002">
                  <c:v>45804.820138888892</c:v>
                </c:pt>
                <c:pt idx="31003">
                  <c:v>45656.338888888888</c:v>
                </c:pt>
                <c:pt idx="31004">
                  <c:v>45982.342361111107</c:v>
                </c:pt>
                <c:pt idx="31005">
                  <c:v>45581.831250000003</c:v>
                </c:pt>
                <c:pt idx="31006">
                  <c:v>45837.575694444437</c:v>
                </c:pt>
                <c:pt idx="31007">
                  <c:v>45702.347222222219</c:v>
                </c:pt>
                <c:pt idx="31008">
                  <c:v>45872.495833333327</c:v>
                </c:pt>
                <c:pt idx="31009">
                  <c:v>45619.456250000003</c:v>
                </c:pt>
                <c:pt idx="31010">
                  <c:v>45765.712500000001</c:v>
                </c:pt>
                <c:pt idx="31011">
                  <c:v>45610.776388888888</c:v>
                </c:pt>
                <c:pt idx="31012">
                  <c:v>45906.443055555559</c:v>
                </c:pt>
                <c:pt idx="31013">
                  <c:v>45733.65625</c:v>
                </c:pt>
                <c:pt idx="31014">
                  <c:v>45520.415972222218</c:v>
                </c:pt>
                <c:pt idx="31015">
                  <c:v>46008.809027777781</c:v>
                </c:pt>
                <c:pt idx="31016">
                  <c:v>45965.511111111111</c:v>
                </c:pt>
                <c:pt idx="31017">
                  <c:v>45646.399305555547</c:v>
                </c:pt>
                <c:pt idx="31018">
                  <c:v>45794.771527777782</c:v>
                </c:pt>
                <c:pt idx="31019">
                  <c:v>45769.484722222223</c:v>
                </c:pt>
                <c:pt idx="31020">
                  <c:v>46021.462500000001</c:v>
                </c:pt>
                <c:pt idx="31021">
                  <c:v>46023.876388888893</c:v>
                </c:pt>
                <c:pt idx="31022">
                  <c:v>45536.452777777777</c:v>
                </c:pt>
                <c:pt idx="31023">
                  <c:v>45904.238194444442</c:v>
                </c:pt>
                <c:pt idx="31024">
                  <c:v>45763.582638888889</c:v>
                </c:pt>
                <c:pt idx="31025">
                  <c:v>45892.59652777778</c:v>
                </c:pt>
                <c:pt idx="31026">
                  <c:v>45833.549305555563</c:v>
                </c:pt>
                <c:pt idx="31027">
                  <c:v>45772.429861111108</c:v>
                </c:pt>
                <c:pt idx="31028">
                  <c:v>45770.74722222222</c:v>
                </c:pt>
                <c:pt idx="31029">
                  <c:v>45823.008333333331</c:v>
                </c:pt>
                <c:pt idx="31030">
                  <c:v>45803.62777777778</c:v>
                </c:pt>
                <c:pt idx="31031">
                  <c:v>45752.427777777782</c:v>
                </c:pt>
                <c:pt idx="31032">
                  <c:v>45627.472222222219</c:v>
                </c:pt>
                <c:pt idx="31033">
                  <c:v>45381.645138888889</c:v>
                </c:pt>
                <c:pt idx="31034">
                  <c:v>45315.814583333333</c:v>
                </c:pt>
                <c:pt idx="31035">
                  <c:v>45472.341666666667</c:v>
                </c:pt>
                <c:pt idx="31036">
                  <c:v>45830.588194444441</c:v>
                </c:pt>
                <c:pt idx="31037">
                  <c:v>45549.790972222218</c:v>
                </c:pt>
                <c:pt idx="31038">
                  <c:v>45899.754166666673</c:v>
                </c:pt>
                <c:pt idx="31039">
                  <c:v>45551.479861111111</c:v>
                </c:pt>
                <c:pt idx="31040">
                  <c:v>45969.591666666667</c:v>
                </c:pt>
                <c:pt idx="31041">
                  <c:v>45551.477777777778</c:v>
                </c:pt>
                <c:pt idx="31042">
                  <c:v>45771.895833333343</c:v>
                </c:pt>
                <c:pt idx="31043">
                  <c:v>45771.895833333343</c:v>
                </c:pt>
                <c:pt idx="31044">
                  <c:v>45739.109722222223</c:v>
                </c:pt>
                <c:pt idx="31045">
                  <c:v>45914.45</c:v>
                </c:pt>
                <c:pt idx="31046">
                  <c:v>45309.036111111112</c:v>
                </c:pt>
                <c:pt idx="31047">
                  <c:v>45296.881944444453</c:v>
                </c:pt>
                <c:pt idx="31048">
                  <c:v>45648.75</c:v>
                </c:pt>
                <c:pt idx="31049">
                  <c:v>45816.769444444442</c:v>
                </c:pt>
                <c:pt idx="31050">
                  <c:v>45565.478472222218</c:v>
                </c:pt>
                <c:pt idx="31051">
                  <c:v>45948.22152777778</c:v>
                </c:pt>
                <c:pt idx="31052">
                  <c:v>45338.349305555559</c:v>
                </c:pt>
                <c:pt idx="31053">
                  <c:v>45831.305555555547</c:v>
                </c:pt>
                <c:pt idx="31054">
                  <c:v>45594.290277777778</c:v>
                </c:pt>
                <c:pt idx="31055">
                  <c:v>45845.290277777778</c:v>
                </c:pt>
                <c:pt idx="31056">
                  <c:v>45884.354861111111</c:v>
                </c:pt>
                <c:pt idx="31057">
                  <c:v>45509.419444444437</c:v>
                </c:pt>
                <c:pt idx="31058">
                  <c:v>45749.648611111108</c:v>
                </c:pt>
                <c:pt idx="31059">
                  <c:v>45803.552083333343</c:v>
                </c:pt>
                <c:pt idx="31060">
                  <c:v>45930.281944444447</c:v>
                </c:pt>
                <c:pt idx="31061">
                  <c:v>45609.34375</c:v>
                </c:pt>
                <c:pt idx="31062">
                  <c:v>45782.273611111108</c:v>
                </c:pt>
                <c:pt idx="31063">
                  <c:v>45762.606944444437</c:v>
                </c:pt>
                <c:pt idx="31064">
                  <c:v>45733.538888888892</c:v>
                </c:pt>
                <c:pt idx="31065">
                  <c:v>45306.371527777781</c:v>
                </c:pt>
                <c:pt idx="31066">
                  <c:v>45958.21597222222</c:v>
                </c:pt>
                <c:pt idx="31067">
                  <c:v>45691.394444444442</c:v>
                </c:pt>
                <c:pt idx="31068">
                  <c:v>45486.834722222222</c:v>
                </c:pt>
                <c:pt idx="31069">
                  <c:v>45704.261111111111</c:v>
                </c:pt>
                <c:pt idx="31070">
                  <c:v>45579.380555555559</c:v>
                </c:pt>
                <c:pt idx="31071">
                  <c:v>45999.269444444442</c:v>
                </c:pt>
                <c:pt idx="31072">
                  <c:v>45719.447222222218</c:v>
                </c:pt>
                <c:pt idx="31073">
                  <c:v>45375.506249999999</c:v>
                </c:pt>
                <c:pt idx="31074">
                  <c:v>45406.374305555553</c:v>
                </c:pt>
                <c:pt idx="31075">
                  <c:v>45817.482638888891</c:v>
                </c:pt>
                <c:pt idx="31076">
                  <c:v>45659.338194444441</c:v>
                </c:pt>
                <c:pt idx="31077">
                  <c:v>45435.561111111107</c:v>
                </c:pt>
                <c:pt idx="31078">
                  <c:v>45992.243055555547</c:v>
                </c:pt>
                <c:pt idx="31079">
                  <c:v>45898.384722222218</c:v>
                </c:pt>
                <c:pt idx="31080">
                  <c:v>45547.313194444447</c:v>
                </c:pt>
                <c:pt idx="31081">
                  <c:v>45792.354861111111</c:v>
                </c:pt>
                <c:pt idx="31082">
                  <c:v>45572.602083333331</c:v>
                </c:pt>
                <c:pt idx="31083">
                  <c:v>45674.405555555553</c:v>
                </c:pt>
                <c:pt idx="31084">
                  <c:v>45523.311111111107</c:v>
                </c:pt>
                <c:pt idx="31085">
                  <c:v>45460.361805555563</c:v>
                </c:pt>
                <c:pt idx="31086">
                  <c:v>45870.35</c:v>
                </c:pt>
                <c:pt idx="31087">
                  <c:v>45858.790972222218</c:v>
                </c:pt>
                <c:pt idx="31088">
                  <c:v>45882.840277777781</c:v>
                </c:pt>
                <c:pt idx="31089">
                  <c:v>45982.692361111112</c:v>
                </c:pt>
                <c:pt idx="31090">
                  <c:v>45867.871527777781</c:v>
                </c:pt>
                <c:pt idx="31091">
                  <c:v>45824.75277777778</c:v>
                </c:pt>
                <c:pt idx="31092">
                  <c:v>45766.270138888889</c:v>
                </c:pt>
                <c:pt idx="31093">
                  <c:v>45395.746527777781</c:v>
                </c:pt>
                <c:pt idx="31094">
                  <c:v>46004.76458333333</c:v>
                </c:pt>
                <c:pt idx="31095">
                  <c:v>45595.837500000001</c:v>
                </c:pt>
                <c:pt idx="31096">
                  <c:v>45919.309027777781</c:v>
                </c:pt>
                <c:pt idx="31097">
                  <c:v>46018.564583333333</c:v>
                </c:pt>
                <c:pt idx="31098">
                  <c:v>45675.292361111111</c:v>
                </c:pt>
                <c:pt idx="31099">
                  <c:v>45834.354861111111</c:v>
                </c:pt>
                <c:pt idx="31100">
                  <c:v>45472.523611111108</c:v>
                </c:pt>
                <c:pt idx="31101">
                  <c:v>45294.510416666657</c:v>
                </c:pt>
                <c:pt idx="31102">
                  <c:v>45739.715277777781</c:v>
                </c:pt>
                <c:pt idx="31103">
                  <c:v>45969.409722222219</c:v>
                </c:pt>
                <c:pt idx="31104">
                  <c:v>45524.270833333343</c:v>
                </c:pt>
                <c:pt idx="31105">
                  <c:v>45722.963888888888</c:v>
                </c:pt>
                <c:pt idx="31106">
                  <c:v>45755.911111111112</c:v>
                </c:pt>
                <c:pt idx="31107">
                  <c:v>45634.447916666657</c:v>
                </c:pt>
                <c:pt idx="31108">
                  <c:v>45896.7</c:v>
                </c:pt>
                <c:pt idx="31109">
                  <c:v>45653.598611111112</c:v>
                </c:pt>
                <c:pt idx="31110">
                  <c:v>45683.509722222218</c:v>
                </c:pt>
                <c:pt idx="31111">
                  <c:v>45809.761111111111</c:v>
                </c:pt>
                <c:pt idx="31112">
                  <c:v>45976.901388888888</c:v>
                </c:pt>
                <c:pt idx="31113">
                  <c:v>45625.55972222222</c:v>
                </c:pt>
                <c:pt idx="31114">
                  <c:v>45593.561111111107</c:v>
                </c:pt>
                <c:pt idx="31115">
                  <c:v>45300.692361111112</c:v>
                </c:pt>
                <c:pt idx="31116">
                  <c:v>45672.689583333333</c:v>
                </c:pt>
                <c:pt idx="31117">
                  <c:v>45925.313888888893</c:v>
                </c:pt>
                <c:pt idx="31118">
                  <c:v>45408.629166666673</c:v>
                </c:pt>
                <c:pt idx="31119">
                  <c:v>45568.738888888889</c:v>
                </c:pt>
                <c:pt idx="31120">
                  <c:v>45625.38958333333</c:v>
                </c:pt>
                <c:pt idx="31121">
                  <c:v>45678.95208333333</c:v>
                </c:pt>
                <c:pt idx="31122">
                  <c:v>45658.318749999999</c:v>
                </c:pt>
                <c:pt idx="31123">
                  <c:v>45700.804861111108</c:v>
                </c:pt>
                <c:pt idx="31124">
                  <c:v>45427.635416666657</c:v>
                </c:pt>
                <c:pt idx="31125">
                  <c:v>45530.317361111112</c:v>
                </c:pt>
                <c:pt idx="31126">
                  <c:v>45880.240972222222</c:v>
                </c:pt>
                <c:pt idx="31127">
                  <c:v>45447.309027777781</c:v>
                </c:pt>
                <c:pt idx="31128">
                  <c:v>45747.97152777778</c:v>
                </c:pt>
                <c:pt idx="31129">
                  <c:v>45611.300694444442</c:v>
                </c:pt>
                <c:pt idx="31130">
                  <c:v>45498.322222222218</c:v>
                </c:pt>
                <c:pt idx="31131">
                  <c:v>45510.738888888889</c:v>
                </c:pt>
                <c:pt idx="31132">
                  <c:v>45638.448611111111</c:v>
                </c:pt>
                <c:pt idx="31133">
                  <c:v>45398.834722222222</c:v>
                </c:pt>
                <c:pt idx="31134">
                  <c:v>45719.878472222219</c:v>
                </c:pt>
                <c:pt idx="31135">
                  <c:v>45665.585416666669</c:v>
                </c:pt>
                <c:pt idx="31136">
                  <c:v>45548.560416666667</c:v>
                </c:pt>
                <c:pt idx="31137">
                  <c:v>45591.649305555547</c:v>
                </c:pt>
                <c:pt idx="31138">
                  <c:v>45677.363888888889</c:v>
                </c:pt>
                <c:pt idx="31139">
                  <c:v>45691.00277777778</c:v>
                </c:pt>
                <c:pt idx="31140">
                  <c:v>45781.756249999999</c:v>
                </c:pt>
                <c:pt idx="31141">
                  <c:v>45620.663888888892</c:v>
                </c:pt>
                <c:pt idx="31142">
                  <c:v>45488.361111111109</c:v>
                </c:pt>
                <c:pt idx="31143">
                  <c:v>45532.760416666657</c:v>
                </c:pt>
                <c:pt idx="31144">
                  <c:v>45358.819444444453</c:v>
                </c:pt>
                <c:pt idx="31145">
                  <c:v>45572.345833333333</c:v>
                </c:pt>
                <c:pt idx="31146">
                  <c:v>45978.538888888892</c:v>
                </c:pt>
                <c:pt idx="31147">
                  <c:v>45312.615277777782</c:v>
                </c:pt>
                <c:pt idx="31148">
                  <c:v>45912.616666666669</c:v>
                </c:pt>
                <c:pt idx="31149">
                  <c:v>45847.845833333333</c:v>
                </c:pt>
                <c:pt idx="31150">
                  <c:v>45326.739583333343</c:v>
                </c:pt>
                <c:pt idx="31151">
                  <c:v>45652.622916666667</c:v>
                </c:pt>
                <c:pt idx="31152">
                  <c:v>45780.770138888889</c:v>
                </c:pt>
                <c:pt idx="31153">
                  <c:v>45407.371527777781</c:v>
                </c:pt>
                <c:pt idx="31154">
                  <c:v>45722.582638888889</c:v>
                </c:pt>
                <c:pt idx="31155">
                  <c:v>45460.447916666657</c:v>
                </c:pt>
                <c:pt idx="31156">
                  <c:v>45478.397916666669</c:v>
                </c:pt>
                <c:pt idx="31157">
                  <c:v>45733.60833333333</c:v>
                </c:pt>
                <c:pt idx="31158">
                  <c:v>45326.000694444447</c:v>
                </c:pt>
                <c:pt idx="31159">
                  <c:v>45977.509722222218</c:v>
                </c:pt>
                <c:pt idx="31160">
                  <c:v>45909.440972222219</c:v>
                </c:pt>
                <c:pt idx="31161">
                  <c:v>45785.134722222218</c:v>
                </c:pt>
                <c:pt idx="31162">
                  <c:v>45505.879861111112</c:v>
                </c:pt>
                <c:pt idx="31163">
                  <c:v>45982.48333333333</c:v>
                </c:pt>
                <c:pt idx="31164">
                  <c:v>45524.3125</c:v>
                </c:pt>
                <c:pt idx="31165">
                  <c:v>46017.490277777782</c:v>
                </c:pt>
                <c:pt idx="31166">
                  <c:v>45786.368750000001</c:v>
                </c:pt>
                <c:pt idx="31167">
                  <c:v>45974.920138888891</c:v>
                </c:pt>
                <c:pt idx="31168">
                  <c:v>45937.402083333327</c:v>
                </c:pt>
                <c:pt idx="31169">
                  <c:v>45660.323611111111</c:v>
                </c:pt>
                <c:pt idx="31170">
                  <c:v>45660.323611111111</c:v>
                </c:pt>
                <c:pt idx="31171">
                  <c:v>45702.456250000003</c:v>
                </c:pt>
                <c:pt idx="31172">
                  <c:v>45702.456250000003</c:v>
                </c:pt>
                <c:pt idx="31173">
                  <c:v>45786.368750000001</c:v>
                </c:pt>
                <c:pt idx="31174">
                  <c:v>45840.265972222223</c:v>
                </c:pt>
                <c:pt idx="31175">
                  <c:v>45852.393750000003</c:v>
                </c:pt>
                <c:pt idx="31176">
                  <c:v>45852.393750000003</c:v>
                </c:pt>
                <c:pt idx="31177">
                  <c:v>45840.265972222223</c:v>
                </c:pt>
                <c:pt idx="31178">
                  <c:v>45330.337500000001</c:v>
                </c:pt>
                <c:pt idx="31179">
                  <c:v>45683.480555555558</c:v>
                </c:pt>
                <c:pt idx="31180">
                  <c:v>45683.480555555558</c:v>
                </c:pt>
                <c:pt idx="31181">
                  <c:v>45330.337500000001</c:v>
                </c:pt>
                <c:pt idx="31182">
                  <c:v>45974.920138888891</c:v>
                </c:pt>
                <c:pt idx="31183">
                  <c:v>45937.402083333327</c:v>
                </c:pt>
                <c:pt idx="31184">
                  <c:v>45742.336111111108</c:v>
                </c:pt>
                <c:pt idx="31185">
                  <c:v>45894.771527777782</c:v>
                </c:pt>
                <c:pt idx="31186">
                  <c:v>45812.863888888889</c:v>
                </c:pt>
                <c:pt idx="31187">
                  <c:v>45812.863888888889</c:v>
                </c:pt>
                <c:pt idx="31188">
                  <c:v>45620.356944444437</c:v>
                </c:pt>
                <c:pt idx="31189">
                  <c:v>45620.356944444437</c:v>
                </c:pt>
                <c:pt idx="31190">
                  <c:v>45581.493055555547</c:v>
                </c:pt>
                <c:pt idx="31191">
                  <c:v>45581.493055555547</c:v>
                </c:pt>
                <c:pt idx="31192">
                  <c:v>45501.461805555547</c:v>
                </c:pt>
                <c:pt idx="31193">
                  <c:v>45894.771527777782</c:v>
                </c:pt>
                <c:pt idx="31194">
                  <c:v>45501.461805555547</c:v>
                </c:pt>
                <c:pt idx="31195">
                  <c:v>45538.481944444437</c:v>
                </c:pt>
                <c:pt idx="31196">
                  <c:v>45538.481944444437</c:v>
                </c:pt>
                <c:pt idx="31197">
                  <c:v>45989.509722222218</c:v>
                </c:pt>
                <c:pt idx="31198">
                  <c:v>45989.509722222218</c:v>
                </c:pt>
                <c:pt idx="31199">
                  <c:v>45742.336111111108</c:v>
                </c:pt>
                <c:pt idx="31200">
                  <c:v>45411.344444444447</c:v>
                </c:pt>
                <c:pt idx="31201">
                  <c:v>45410.896527777782</c:v>
                </c:pt>
                <c:pt idx="31202">
                  <c:v>45410.896527777782</c:v>
                </c:pt>
                <c:pt idx="31203">
                  <c:v>45411.344444444447</c:v>
                </c:pt>
                <c:pt idx="31204">
                  <c:v>45837.606249999997</c:v>
                </c:pt>
                <c:pt idx="31205">
                  <c:v>45670.611111111109</c:v>
                </c:pt>
                <c:pt idx="31206">
                  <c:v>45869.600694444453</c:v>
                </c:pt>
                <c:pt idx="31207">
                  <c:v>45778.466666666667</c:v>
                </c:pt>
                <c:pt idx="31208">
                  <c:v>45627.436805555553</c:v>
                </c:pt>
                <c:pt idx="31209">
                  <c:v>45412.765972222223</c:v>
                </c:pt>
                <c:pt idx="31210">
                  <c:v>45953.265277777777</c:v>
                </c:pt>
                <c:pt idx="31211">
                  <c:v>45671.615277777782</c:v>
                </c:pt>
                <c:pt idx="31212">
                  <c:v>45598.756249999999</c:v>
                </c:pt>
                <c:pt idx="31213">
                  <c:v>45458.777083333327</c:v>
                </c:pt>
                <c:pt idx="31214">
                  <c:v>45398.363194444442</c:v>
                </c:pt>
                <c:pt idx="31215">
                  <c:v>45885.331944444442</c:v>
                </c:pt>
                <c:pt idx="31216">
                  <c:v>45325.775000000001</c:v>
                </c:pt>
                <c:pt idx="31217">
                  <c:v>45530.70208333333</c:v>
                </c:pt>
                <c:pt idx="31218">
                  <c:v>45933.710416666669</c:v>
                </c:pt>
                <c:pt idx="31219">
                  <c:v>45836.678472222222</c:v>
                </c:pt>
                <c:pt idx="31220">
                  <c:v>46000.805555555547</c:v>
                </c:pt>
                <c:pt idx="31221">
                  <c:v>45713.670138888891</c:v>
                </c:pt>
                <c:pt idx="31222">
                  <c:v>45871.852777777778</c:v>
                </c:pt>
                <c:pt idx="31223">
                  <c:v>45776.787499999999</c:v>
                </c:pt>
                <c:pt idx="31224">
                  <c:v>45647.396527777782</c:v>
                </c:pt>
                <c:pt idx="31225">
                  <c:v>45651.723611111112</c:v>
                </c:pt>
                <c:pt idx="31226">
                  <c:v>45825.820833333331</c:v>
                </c:pt>
                <c:pt idx="31227">
                  <c:v>45348.804166666669</c:v>
                </c:pt>
                <c:pt idx="31228">
                  <c:v>45367.461805555547</c:v>
                </c:pt>
                <c:pt idx="31229">
                  <c:v>45489.651388888888</c:v>
                </c:pt>
                <c:pt idx="31230">
                  <c:v>45433.525694444441</c:v>
                </c:pt>
                <c:pt idx="31231">
                  <c:v>45656.629861111112</c:v>
                </c:pt>
                <c:pt idx="31232">
                  <c:v>45754.545138888891</c:v>
                </c:pt>
                <c:pt idx="31233">
                  <c:v>45975.273611111108</c:v>
                </c:pt>
                <c:pt idx="31234">
                  <c:v>45582.765277777777</c:v>
                </c:pt>
                <c:pt idx="31235">
                  <c:v>45332.239583333343</c:v>
                </c:pt>
                <c:pt idx="31236">
                  <c:v>45548.386111111111</c:v>
                </c:pt>
                <c:pt idx="31237">
                  <c:v>45605.817361111112</c:v>
                </c:pt>
                <c:pt idx="31238">
                  <c:v>45351.277777777781</c:v>
                </c:pt>
                <c:pt idx="31239">
                  <c:v>46019.486111111109</c:v>
                </c:pt>
                <c:pt idx="31240">
                  <c:v>45750.525000000001</c:v>
                </c:pt>
                <c:pt idx="31241">
                  <c:v>45760.390277777777</c:v>
                </c:pt>
                <c:pt idx="31242">
                  <c:v>45391.597916666673</c:v>
                </c:pt>
                <c:pt idx="31243">
                  <c:v>45714.304166666669</c:v>
                </c:pt>
                <c:pt idx="31244">
                  <c:v>45834.257638888892</c:v>
                </c:pt>
                <c:pt idx="31245">
                  <c:v>45959.314583333333</c:v>
                </c:pt>
                <c:pt idx="31246">
                  <c:v>45683.631944444453</c:v>
                </c:pt>
                <c:pt idx="31247">
                  <c:v>45458.268750000003</c:v>
                </c:pt>
                <c:pt idx="31248">
                  <c:v>46017.722916666673</c:v>
                </c:pt>
                <c:pt idx="31249">
                  <c:v>45977.698611111111</c:v>
                </c:pt>
                <c:pt idx="31250">
                  <c:v>45809.386111111111</c:v>
                </c:pt>
                <c:pt idx="31251">
                  <c:v>45805.936111111107</c:v>
                </c:pt>
                <c:pt idx="31252">
                  <c:v>45784.729861111111</c:v>
                </c:pt>
                <c:pt idx="31253">
                  <c:v>45685.443749999999</c:v>
                </c:pt>
                <c:pt idx="31254">
                  <c:v>45352.645833333343</c:v>
                </c:pt>
                <c:pt idx="31255">
                  <c:v>45985.603472222218</c:v>
                </c:pt>
                <c:pt idx="31256">
                  <c:v>45516.568055555559</c:v>
                </c:pt>
                <c:pt idx="31257">
                  <c:v>45416.382638888892</c:v>
                </c:pt>
                <c:pt idx="31258">
                  <c:v>45832.298611111109</c:v>
                </c:pt>
                <c:pt idx="31259">
                  <c:v>45907.009722222218</c:v>
                </c:pt>
                <c:pt idx="31260">
                  <c:v>45558.938194444447</c:v>
                </c:pt>
                <c:pt idx="31261">
                  <c:v>45660.029166666667</c:v>
                </c:pt>
                <c:pt idx="31262">
                  <c:v>45371.888888888891</c:v>
                </c:pt>
                <c:pt idx="31263">
                  <c:v>45626.619444444441</c:v>
                </c:pt>
                <c:pt idx="31264">
                  <c:v>45726.693055555559</c:v>
                </c:pt>
                <c:pt idx="31265">
                  <c:v>45695.366666666669</c:v>
                </c:pt>
                <c:pt idx="31266">
                  <c:v>45445.51458333333</c:v>
                </c:pt>
                <c:pt idx="31267">
                  <c:v>45594.666666666657</c:v>
                </c:pt>
                <c:pt idx="31268">
                  <c:v>45800.958333333343</c:v>
                </c:pt>
                <c:pt idx="31269">
                  <c:v>45992.880555555559</c:v>
                </c:pt>
                <c:pt idx="31270">
                  <c:v>45479.95208333333</c:v>
                </c:pt>
                <c:pt idx="31271">
                  <c:v>45329.384027777778</c:v>
                </c:pt>
                <c:pt idx="31272">
                  <c:v>45953.964583333327</c:v>
                </c:pt>
                <c:pt idx="31273">
                  <c:v>45773.991666666669</c:v>
                </c:pt>
                <c:pt idx="31274">
                  <c:v>45869.890972222223</c:v>
                </c:pt>
                <c:pt idx="31275">
                  <c:v>45592.882638888892</c:v>
                </c:pt>
                <c:pt idx="31276">
                  <c:v>45697.404166666667</c:v>
                </c:pt>
                <c:pt idx="31277">
                  <c:v>45914.465277777781</c:v>
                </c:pt>
                <c:pt idx="31278">
                  <c:v>46003.788888888892</c:v>
                </c:pt>
                <c:pt idx="31279">
                  <c:v>45956.381944444453</c:v>
                </c:pt>
                <c:pt idx="31280">
                  <c:v>45888.155555555553</c:v>
                </c:pt>
                <c:pt idx="31281">
                  <c:v>45882.065972222219</c:v>
                </c:pt>
                <c:pt idx="31282">
                  <c:v>45345.628472222219</c:v>
                </c:pt>
                <c:pt idx="31283">
                  <c:v>45543.899305555547</c:v>
                </c:pt>
                <c:pt idx="31284">
                  <c:v>45871.573611111111</c:v>
                </c:pt>
                <c:pt idx="31285">
                  <c:v>45405.563888888893</c:v>
                </c:pt>
                <c:pt idx="31286">
                  <c:v>45909.71597222222</c:v>
                </c:pt>
                <c:pt idx="31287">
                  <c:v>45378.76458333333</c:v>
                </c:pt>
                <c:pt idx="31288">
                  <c:v>45759.576388888891</c:v>
                </c:pt>
                <c:pt idx="31289">
                  <c:v>45824.789583333331</c:v>
                </c:pt>
                <c:pt idx="31290">
                  <c:v>45300.67083333333</c:v>
                </c:pt>
                <c:pt idx="31291">
                  <c:v>45458.32708333333</c:v>
                </c:pt>
                <c:pt idx="31292">
                  <c:v>45606.89166666667</c:v>
                </c:pt>
                <c:pt idx="31293">
                  <c:v>46016.569444444453</c:v>
                </c:pt>
                <c:pt idx="31294">
                  <c:v>45974.375694444447</c:v>
                </c:pt>
                <c:pt idx="31295">
                  <c:v>45826.365277777782</c:v>
                </c:pt>
                <c:pt idx="31296">
                  <c:v>45817.673611111109</c:v>
                </c:pt>
                <c:pt idx="31297">
                  <c:v>45653.872916666667</c:v>
                </c:pt>
                <c:pt idx="31298">
                  <c:v>45683.037499999999</c:v>
                </c:pt>
                <c:pt idx="31299">
                  <c:v>45635.484027777777</c:v>
                </c:pt>
                <c:pt idx="31300">
                  <c:v>45765.432638888888</c:v>
                </c:pt>
                <c:pt idx="31301">
                  <c:v>45680.723611111112</c:v>
                </c:pt>
                <c:pt idx="31302">
                  <c:v>45529.35</c:v>
                </c:pt>
                <c:pt idx="31303">
                  <c:v>45447.549305555563</c:v>
                </c:pt>
                <c:pt idx="31304">
                  <c:v>45349.273611111108</c:v>
                </c:pt>
                <c:pt idx="31305">
                  <c:v>45305.586805555547</c:v>
                </c:pt>
                <c:pt idx="31306">
                  <c:v>45741.489583333343</c:v>
                </c:pt>
                <c:pt idx="31307">
                  <c:v>45370.415972222218</c:v>
                </c:pt>
                <c:pt idx="31308">
                  <c:v>45609.511111111111</c:v>
                </c:pt>
                <c:pt idx="31309">
                  <c:v>45402.936805555553</c:v>
                </c:pt>
                <c:pt idx="31310">
                  <c:v>45668.537499999999</c:v>
                </c:pt>
                <c:pt idx="31311">
                  <c:v>45449.399305555547</c:v>
                </c:pt>
                <c:pt idx="31312">
                  <c:v>45760.456944444442</c:v>
                </c:pt>
                <c:pt idx="31313">
                  <c:v>45549.602777777778</c:v>
                </c:pt>
                <c:pt idx="31314">
                  <c:v>45585.95416666667</c:v>
                </c:pt>
                <c:pt idx="31315">
                  <c:v>45510.615972222222</c:v>
                </c:pt>
                <c:pt idx="31316">
                  <c:v>45510.628472222219</c:v>
                </c:pt>
                <c:pt idx="31317">
                  <c:v>45568.324999999997</c:v>
                </c:pt>
                <c:pt idx="31318">
                  <c:v>45459.709027777782</c:v>
                </c:pt>
                <c:pt idx="31319">
                  <c:v>45979.28125</c:v>
                </c:pt>
                <c:pt idx="31320">
                  <c:v>45864.668749999997</c:v>
                </c:pt>
                <c:pt idx="31321">
                  <c:v>45876.393750000003</c:v>
                </c:pt>
                <c:pt idx="31322">
                  <c:v>45807.65347222222</c:v>
                </c:pt>
                <c:pt idx="31323">
                  <c:v>45609.786111111112</c:v>
                </c:pt>
                <c:pt idx="31324">
                  <c:v>45802.613194444442</c:v>
                </c:pt>
                <c:pt idx="31325">
                  <c:v>45965.67083333333</c:v>
                </c:pt>
                <c:pt idx="31326">
                  <c:v>45748.560416666667</c:v>
                </c:pt>
                <c:pt idx="31327">
                  <c:v>46018.007638888892</c:v>
                </c:pt>
                <c:pt idx="31328">
                  <c:v>45547.540277777778</c:v>
                </c:pt>
                <c:pt idx="31329">
                  <c:v>45959.964583333327</c:v>
                </c:pt>
                <c:pt idx="31330">
                  <c:v>45469.802083333343</c:v>
                </c:pt>
                <c:pt idx="31331">
                  <c:v>45675.56527777778</c:v>
                </c:pt>
                <c:pt idx="31332">
                  <c:v>45847.836805555547</c:v>
                </c:pt>
                <c:pt idx="31333">
                  <c:v>45780.463888888888</c:v>
                </c:pt>
                <c:pt idx="31334">
                  <c:v>45718.782638888893</c:v>
                </c:pt>
                <c:pt idx="31335">
                  <c:v>45759.652083333327</c:v>
                </c:pt>
                <c:pt idx="31336">
                  <c:v>45424.449305555558</c:v>
                </c:pt>
                <c:pt idx="31337">
                  <c:v>45872.828472222223</c:v>
                </c:pt>
                <c:pt idx="31338">
                  <c:v>45608.379861111112</c:v>
                </c:pt>
                <c:pt idx="31339">
                  <c:v>45376.611805555563</c:v>
                </c:pt>
                <c:pt idx="31340">
                  <c:v>45906.515972222223</c:v>
                </c:pt>
                <c:pt idx="31341">
                  <c:v>45641.583333333343</c:v>
                </c:pt>
                <c:pt idx="31342">
                  <c:v>45515.76666666667</c:v>
                </c:pt>
                <c:pt idx="31343">
                  <c:v>45324.60833333333</c:v>
                </c:pt>
                <c:pt idx="31344">
                  <c:v>45812.329861111109</c:v>
                </c:pt>
                <c:pt idx="31345">
                  <c:v>45857.423611111109</c:v>
                </c:pt>
                <c:pt idx="31346">
                  <c:v>45566.425000000003</c:v>
                </c:pt>
                <c:pt idx="31347">
                  <c:v>45980.407638888893</c:v>
                </c:pt>
                <c:pt idx="31348">
                  <c:v>45542.939583333333</c:v>
                </c:pt>
                <c:pt idx="31349">
                  <c:v>45900.936805555553</c:v>
                </c:pt>
                <c:pt idx="31350">
                  <c:v>45377.700694444437</c:v>
                </c:pt>
                <c:pt idx="31351">
                  <c:v>45843.615972222222</c:v>
                </c:pt>
                <c:pt idx="31352">
                  <c:v>45784.757638888892</c:v>
                </c:pt>
                <c:pt idx="31353">
                  <c:v>45668.524305555547</c:v>
                </c:pt>
                <c:pt idx="31354">
                  <c:v>45699.365972222222</c:v>
                </c:pt>
                <c:pt idx="31355">
                  <c:v>45670.413194444453</c:v>
                </c:pt>
                <c:pt idx="31356">
                  <c:v>45699.365972222222</c:v>
                </c:pt>
                <c:pt idx="31357">
                  <c:v>45699.43472222222</c:v>
                </c:pt>
                <c:pt idx="31358">
                  <c:v>45670.413194444453</c:v>
                </c:pt>
                <c:pt idx="31359">
                  <c:v>45699.365972222222</c:v>
                </c:pt>
                <c:pt idx="31360">
                  <c:v>45699.43472222222</c:v>
                </c:pt>
                <c:pt idx="31361">
                  <c:v>45670.413194444453</c:v>
                </c:pt>
                <c:pt idx="31362">
                  <c:v>45699.43472222222</c:v>
                </c:pt>
                <c:pt idx="31363">
                  <c:v>45670.081944444442</c:v>
                </c:pt>
                <c:pt idx="31364">
                  <c:v>45642.870138888888</c:v>
                </c:pt>
                <c:pt idx="31365">
                  <c:v>45699.415972222218</c:v>
                </c:pt>
                <c:pt idx="31366">
                  <c:v>45699.415972222218</c:v>
                </c:pt>
                <c:pt idx="31367">
                  <c:v>45670.081944444442</c:v>
                </c:pt>
                <c:pt idx="31368">
                  <c:v>45699.415972222218</c:v>
                </c:pt>
                <c:pt idx="31369">
                  <c:v>45670.081944444442</c:v>
                </c:pt>
                <c:pt idx="31370">
                  <c:v>45670.002083333333</c:v>
                </c:pt>
                <c:pt idx="31371">
                  <c:v>45670.002083333333</c:v>
                </c:pt>
                <c:pt idx="31372">
                  <c:v>45655.785416666673</c:v>
                </c:pt>
                <c:pt idx="31373">
                  <c:v>45670.002083333333</c:v>
                </c:pt>
                <c:pt idx="31374">
                  <c:v>45642.870138888888</c:v>
                </c:pt>
                <c:pt idx="31375">
                  <c:v>45655.785416666673</c:v>
                </c:pt>
                <c:pt idx="31376">
                  <c:v>45642.870138888888</c:v>
                </c:pt>
                <c:pt idx="31377">
                  <c:v>45655.785416666673</c:v>
                </c:pt>
                <c:pt idx="31378">
                  <c:v>45814.678472222222</c:v>
                </c:pt>
                <c:pt idx="31379">
                  <c:v>45984.492361111108</c:v>
                </c:pt>
                <c:pt idx="31380">
                  <c:v>45805.772916666669</c:v>
                </c:pt>
                <c:pt idx="31381">
                  <c:v>45859.627083333333</c:v>
                </c:pt>
                <c:pt idx="31382">
                  <c:v>45814.786805555559</c:v>
                </c:pt>
                <c:pt idx="31383">
                  <c:v>45778.714583333327</c:v>
                </c:pt>
                <c:pt idx="31384">
                  <c:v>45765.311111111107</c:v>
                </c:pt>
                <c:pt idx="31385">
                  <c:v>45738.82708333333</c:v>
                </c:pt>
                <c:pt idx="31386">
                  <c:v>45845.477083333331</c:v>
                </c:pt>
                <c:pt idx="31387">
                  <c:v>45817.226388888892</c:v>
                </c:pt>
                <c:pt idx="31388">
                  <c:v>45906.699305555558</c:v>
                </c:pt>
                <c:pt idx="31389">
                  <c:v>45799.481944444437</c:v>
                </c:pt>
                <c:pt idx="31390">
                  <c:v>45770.676388888889</c:v>
                </c:pt>
                <c:pt idx="31391">
                  <c:v>45868.440972222219</c:v>
                </c:pt>
                <c:pt idx="31392">
                  <c:v>45783.656944444447</c:v>
                </c:pt>
                <c:pt idx="31393">
                  <c:v>45992.429861111108</c:v>
                </c:pt>
                <c:pt idx="31394">
                  <c:v>45953.927777777782</c:v>
                </c:pt>
                <c:pt idx="31395">
                  <c:v>45757.561805555553</c:v>
                </c:pt>
                <c:pt idx="31396">
                  <c:v>46020.373611111107</c:v>
                </c:pt>
                <c:pt idx="31397">
                  <c:v>46020.397916666669</c:v>
                </c:pt>
                <c:pt idx="31398">
                  <c:v>46020.431250000001</c:v>
                </c:pt>
                <c:pt idx="31399">
                  <c:v>45770.958333333343</c:v>
                </c:pt>
                <c:pt idx="31400">
                  <c:v>45677.853472222218</c:v>
                </c:pt>
                <c:pt idx="31401">
                  <c:v>45802.428472222222</c:v>
                </c:pt>
                <c:pt idx="31402">
                  <c:v>45688.701388888891</c:v>
                </c:pt>
                <c:pt idx="31403">
                  <c:v>45716.482638888891</c:v>
                </c:pt>
                <c:pt idx="31404">
                  <c:v>45852.926388888889</c:v>
                </c:pt>
                <c:pt idx="31405">
                  <c:v>45922.647222222222</c:v>
                </c:pt>
                <c:pt idx="31406">
                  <c:v>45648.959027777782</c:v>
                </c:pt>
                <c:pt idx="31407">
                  <c:v>45790.488888888889</c:v>
                </c:pt>
                <c:pt idx="31408">
                  <c:v>45453.567361111112</c:v>
                </c:pt>
                <c:pt idx="31409">
                  <c:v>45317.729166666657</c:v>
                </c:pt>
                <c:pt idx="31410">
                  <c:v>46010.425694444442</c:v>
                </c:pt>
                <c:pt idx="31411">
                  <c:v>45342.731249999997</c:v>
                </c:pt>
                <c:pt idx="31412">
                  <c:v>45836.149305555547</c:v>
                </c:pt>
                <c:pt idx="31413">
                  <c:v>45795.883333333331</c:v>
                </c:pt>
                <c:pt idx="31414">
                  <c:v>45788.552083333343</c:v>
                </c:pt>
                <c:pt idx="31415">
                  <c:v>45770.831250000003</c:v>
                </c:pt>
                <c:pt idx="31416">
                  <c:v>45677.445138888892</c:v>
                </c:pt>
                <c:pt idx="31417">
                  <c:v>45373.275000000001</c:v>
                </c:pt>
                <c:pt idx="31418">
                  <c:v>45559.409722222219</c:v>
                </c:pt>
                <c:pt idx="31419">
                  <c:v>45828.80972222222</c:v>
                </c:pt>
                <c:pt idx="31420">
                  <c:v>45785.262499999997</c:v>
                </c:pt>
                <c:pt idx="31421">
                  <c:v>45491.372916666667</c:v>
                </c:pt>
                <c:pt idx="31422">
                  <c:v>45928.292361111111</c:v>
                </c:pt>
                <c:pt idx="31423">
                  <c:v>45992.53402777778</c:v>
                </c:pt>
                <c:pt idx="31424">
                  <c:v>45606.334027777782</c:v>
                </c:pt>
                <c:pt idx="31425">
                  <c:v>45559.406944444447</c:v>
                </c:pt>
                <c:pt idx="31426">
                  <c:v>45341.352777777778</c:v>
                </c:pt>
                <c:pt idx="31427">
                  <c:v>45760.559027777781</c:v>
                </c:pt>
                <c:pt idx="31428">
                  <c:v>45949.351388888892</c:v>
                </c:pt>
                <c:pt idx="31429">
                  <c:v>45292.448611111111</c:v>
                </c:pt>
                <c:pt idx="31430">
                  <c:v>45516.740972222222</c:v>
                </c:pt>
                <c:pt idx="31431">
                  <c:v>45569.878472222219</c:v>
                </c:pt>
                <c:pt idx="31432">
                  <c:v>45458.589583333327</c:v>
                </c:pt>
                <c:pt idx="31433">
                  <c:v>45850.875694444447</c:v>
                </c:pt>
                <c:pt idx="31434">
                  <c:v>45773.493750000001</c:v>
                </c:pt>
                <c:pt idx="31435">
                  <c:v>45403.282638888893</c:v>
                </c:pt>
                <c:pt idx="31436">
                  <c:v>45712.670138888891</c:v>
                </c:pt>
                <c:pt idx="31437">
                  <c:v>45899.59097222222</c:v>
                </c:pt>
                <c:pt idx="31438">
                  <c:v>45811.794444444437</c:v>
                </c:pt>
                <c:pt idx="31439">
                  <c:v>45900.49722222222</c:v>
                </c:pt>
                <c:pt idx="31440">
                  <c:v>45869.4375</c:v>
                </c:pt>
                <c:pt idx="31441">
                  <c:v>46000.730555555558</c:v>
                </c:pt>
                <c:pt idx="31442">
                  <c:v>46000.730555555558</c:v>
                </c:pt>
                <c:pt idx="31443">
                  <c:v>45654.777777777781</c:v>
                </c:pt>
                <c:pt idx="31444">
                  <c:v>45654.777777777781</c:v>
                </c:pt>
                <c:pt idx="31445">
                  <c:v>45771.695833333331</c:v>
                </c:pt>
                <c:pt idx="31446">
                  <c:v>45989.888194444437</c:v>
                </c:pt>
                <c:pt idx="31447">
                  <c:v>45641.818055555559</c:v>
                </c:pt>
                <c:pt idx="31448">
                  <c:v>45661.709722222222</c:v>
                </c:pt>
                <c:pt idx="31449">
                  <c:v>45825.386111111111</c:v>
                </c:pt>
                <c:pt idx="31450">
                  <c:v>45716.402777777781</c:v>
                </c:pt>
                <c:pt idx="31451">
                  <c:v>45616.399305555547</c:v>
                </c:pt>
                <c:pt idx="31452">
                  <c:v>45795.447222222218</c:v>
                </c:pt>
                <c:pt idx="31453">
                  <c:v>45643.43472222222</c:v>
                </c:pt>
                <c:pt idx="31454">
                  <c:v>45697.40347222222</c:v>
                </c:pt>
                <c:pt idx="31455">
                  <c:v>45764.357638888891</c:v>
                </c:pt>
                <c:pt idx="31456">
                  <c:v>45855.413194444453</c:v>
                </c:pt>
                <c:pt idx="31457">
                  <c:v>45886.42291666667</c:v>
                </c:pt>
                <c:pt idx="31458">
                  <c:v>45979.645833333343</c:v>
                </c:pt>
                <c:pt idx="31459">
                  <c:v>45949.418749999997</c:v>
                </c:pt>
                <c:pt idx="31460">
                  <c:v>45916.725694444453</c:v>
                </c:pt>
                <c:pt idx="31461">
                  <c:v>45676.436805555553</c:v>
                </c:pt>
                <c:pt idx="31462">
                  <c:v>46008.673611111109</c:v>
                </c:pt>
                <c:pt idx="31463">
                  <c:v>45739.420138888891</c:v>
                </c:pt>
                <c:pt idx="31464">
                  <c:v>45613.759027777778</c:v>
                </c:pt>
                <c:pt idx="31465">
                  <c:v>45500.638194444437</c:v>
                </c:pt>
                <c:pt idx="31466">
                  <c:v>45850.178472222222</c:v>
                </c:pt>
                <c:pt idx="31467">
                  <c:v>45702.911805555559</c:v>
                </c:pt>
                <c:pt idx="31468">
                  <c:v>45883.718055555553</c:v>
                </c:pt>
                <c:pt idx="31469">
                  <c:v>46005.34097222222</c:v>
                </c:pt>
                <c:pt idx="31470">
                  <c:v>46005.34097222222</c:v>
                </c:pt>
                <c:pt idx="31471">
                  <c:v>46022.705555555563</c:v>
                </c:pt>
                <c:pt idx="31472">
                  <c:v>45941.435416666667</c:v>
                </c:pt>
                <c:pt idx="31473">
                  <c:v>46022.705555555563</c:v>
                </c:pt>
                <c:pt idx="31474">
                  <c:v>45941.435416666667</c:v>
                </c:pt>
                <c:pt idx="31475">
                  <c:v>45883.718055555553</c:v>
                </c:pt>
                <c:pt idx="31476">
                  <c:v>45948.297222222223</c:v>
                </c:pt>
                <c:pt idx="31477">
                  <c:v>45846.724305555559</c:v>
                </c:pt>
                <c:pt idx="31478">
                  <c:v>45812.820833333331</c:v>
                </c:pt>
                <c:pt idx="31479">
                  <c:v>45826.801388888889</c:v>
                </c:pt>
                <c:pt idx="31480">
                  <c:v>46002.741666666669</c:v>
                </c:pt>
                <c:pt idx="31481">
                  <c:v>45836.402777777781</c:v>
                </c:pt>
                <c:pt idx="31482">
                  <c:v>45762.6875</c:v>
                </c:pt>
                <c:pt idx="31483">
                  <c:v>45606.502083333333</c:v>
                </c:pt>
                <c:pt idx="31484">
                  <c:v>45705.652083333327</c:v>
                </c:pt>
                <c:pt idx="31485">
                  <c:v>45611.429861111108</c:v>
                </c:pt>
                <c:pt idx="31486">
                  <c:v>45908.331944444442</c:v>
                </c:pt>
                <c:pt idx="31487">
                  <c:v>45812.301388888889</c:v>
                </c:pt>
                <c:pt idx="31488">
                  <c:v>45792.784722222219</c:v>
                </c:pt>
                <c:pt idx="31489">
                  <c:v>45757.574999999997</c:v>
                </c:pt>
                <c:pt idx="31490">
                  <c:v>45403.491666666669</c:v>
                </c:pt>
                <c:pt idx="31491">
                  <c:v>45956.926388888889</c:v>
                </c:pt>
                <c:pt idx="31492">
                  <c:v>45992.844444444447</c:v>
                </c:pt>
                <c:pt idx="31493">
                  <c:v>45340.478472222218</c:v>
                </c:pt>
                <c:pt idx="31494">
                  <c:v>45749.620833333327</c:v>
                </c:pt>
                <c:pt idx="31495">
                  <c:v>45802.616666666669</c:v>
                </c:pt>
                <c:pt idx="31496">
                  <c:v>45816.588194444441</c:v>
                </c:pt>
                <c:pt idx="31497">
                  <c:v>45725.833333333343</c:v>
                </c:pt>
                <c:pt idx="31498">
                  <c:v>45788.568055555559</c:v>
                </c:pt>
                <c:pt idx="31499">
                  <c:v>45725.833333333343</c:v>
                </c:pt>
                <c:pt idx="31500">
                  <c:v>45788.568055555559</c:v>
                </c:pt>
                <c:pt idx="31501">
                  <c:v>45813.847222222219</c:v>
                </c:pt>
                <c:pt idx="31502">
                  <c:v>45651.667361111111</c:v>
                </c:pt>
                <c:pt idx="31503">
                  <c:v>45357.458333333343</c:v>
                </c:pt>
                <c:pt idx="31504">
                  <c:v>45697.524305555547</c:v>
                </c:pt>
                <c:pt idx="31505">
                  <c:v>45819.426388888889</c:v>
                </c:pt>
                <c:pt idx="31506">
                  <c:v>45614.918749999997</c:v>
                </c:pt>
                <c:pt idx="31507">
                  <c:v>45414.834722222222</c:v>
                </c:pt>
                <c:pt idx="31508">
                  <c:v>46009.969444444447</c:v>
                </c:pt>
                <c:pt idx="31509">
                  <c:v>45921.8</c:v>
                </c:pt>
                <c:pt idx="31510">
                  <c:v>45707.704861111109</c:v>
                </c:pt>
                <c:pt idx="31511">
                  <c:v>45623.261805555558</c:v>
                </c:pt>
                <c:pt idx="31512">
                  <c:v>45651.783333333333</c:v>
                </c:pt>
                <c:pt idx="31513">
                  <c:v>45630.351388888892</c:v>
                </c:pt>
                <c:pt idx="31514">
                  <c:v>45640.947916666657</c:v>
                </c:pt>
                <c:pt idx="31515">
                  <c:v>45869.696527777778</c:v>
                </c:pt>
                <c:pt idx="31516">
                  <c:v>45741.762499999997</c:v>
                </c:pt>
                <c:pt idx="31517">
                  <c:v>45673.755555555559</c:v>
                </c:pt>
                <c:pt idx="31518">
                  <c:v>45840.876388888893</c:v>
                </c:pt>
                <c:pt idx="31519">
                  <c:v>45978.638194444437</c:v>
                </c:pt>
                <c:pt idx="31520">
                  <c:v>45678.742361111108</c:v>
                </c:pt>
                <c:pt idx="31521">
                  <c:v>45817.847916666673</c:v>
                </c:pt>
                <c:pt idx="31522">
                  <c:v>46005.330555555563</c:v>
                </c:pt>
                <c:pt idx="31523">
                  <c:v>45726.818055555559</c:v>
                </c:pt>
                <c:pt idx="31524">
                  <c:v>45893.921527777777</c:v>
                </c:pt>
                <c:pt idx="31525">
                  <c:v>45791.361111111109</c:v>
                </c:pt>
                <c:pt idx="31526">
                  <c:v>45951.739583333343</c:v>
                </c:pt>
                <c:pt idx="31527">
                  <c:v>45754.759027777778</c:v>
                </c:pt>
                <c:pt idx="31528">
                  <c:v>45766.673611111109</c:v>
                </c:pt>
                <c:pt idx="31529">
                  <c:v>45693.865277777782</c:v>
                </c:pt>
                <c:pt idx="31530">
                  <c:v>45905.4375</c:v>
                </c:pt>
                <c:pt idx="31531">
                  <c:v>45736.043055555558</c:v>
                </c:pt>
                <c:pt idx="31532">
                  <c:v>45840.4</c:v>
                </c:pt>
                <c:pt idx="31533">
                  <c:v>45804.086111111108</c:v>
                </c:pt>
                <c:pt idx="31534">
                  <c:v>45804.118750000001</c:v>
                </c:pt>
                <c:pt idx="31535">
                  <c:v>45906.646527777782</c:v>
                </c:pt>
                <c:pt idx="31536">
                  <c:v>45938.413888888892</c:v>
                </c:pt>
                <c:pt idx="31537">
                  <c:v>45730.765972222223</c:v>
                </c:pt>
                <c:pt idx="31538">
                  <c:v>45874.348611111112</c:v>
                </c:pt>
                <c:pt idx="31539">
                  <c:v>45769.697916666657</c:v>
                </c:pt>
                <c:pt idx="31540">
                  <c:v>45769.697916666657</c:v>
                </c:pt>
                <c:pt idx="31541">
                  <c:v>45964.847222222219</c:v>
                </c:pt>
                <c:pt idx="31542">
                  <c:v>45964.847222222219</c:v>
                </c:pt>
                <c:pt idx="31543">
                  <c:v>45812.755555555559</c:v>
                </c:pt>
                <c:pt idx="31544">
                  <c:v>45906.94027777778</c:v>
                </c:pt>
                <c:pt idx="31545">
                  <c:v>45656.486805555563</c:v>
                </c:pt>
                <c:pt idx="31546">
                  <c:v>45719.819444444453</c:v>
                </c:pt>
                <c:pt idx="31547">
                  <c:v>45576.25277777778</c:v>
                </c:pt>
                <c:pt idx="31548">
                  <c:v>45512.211805555547</c:v>
                </c:pt>
                <c:pt idx="31549">
                  <c:v>45967.265972222223</c:v>
                </c:pt>
                <c:pt idx="31550">
                  <c:v>45982.231944444437</c:v>
                </c:pt>
                <c:pt idx="31551">
                  <c:v>46012.302777777782</c:v>
                </c:pt>
                <c:pt idx="31552">
                  <c:v>45768.601388888892</c:v>
                </c:pt>
                <c:pt idx="31553">
                  <c:v>45369.250694444447</c:v>
                </c:pt>
                <c:pt idx="31554">
                  <c:v>45553.680555555547</c:v>
                </c:pt>
                <c:pt idx="31555">
                  <c:v>45873.232638888891</c:v>
                </c:pt>
                <c:pt idx="31556">
                  <c:v>45637.254861111112</c:v>
                </c:pt>
                <c:pt idx="31557">
                  <c:v>45415.251388888893</c:v>
                </c:pt>
                <c:pt idx="31558">
                  <c:v>45447.506944444453</c:v>
                </c:pt>
                <c:pt idx="31559">
                  <c:v>45731.383333333331</c:v>
                </c:pt>
                <c:pt idx="31560">
                  <c:v>45716.559027777781</c:v>
                </c:pt>
                <c:pt idx="31561">
                  <c:v>45802.314583333333</c:v>
                </c:pt>
                <c:pt idx="31562">
                  <c:v>45970.161805555559</c:v>
                </c:pt>
                <c:pt idx="31563">
                  <c:v>45327.545138888891</c:v>
                </c:pt>
                <c:pt idx="31564">
                  <c:v>45672.417361111111</c:v>
                </c:pt>
                <c:pt idx="31565">
                  <c:v>45397.34652777778</c:v>
                </c:pt>
                <c:pt idx="31566">
                  <c:v>45721.779861111107</c:v>
                </c:pt>
                <c:pt idx="31567">
                  <c:v>45569.744444444441</c:v>
                </c:pt>
                <c:pt idx="31568">
                  <c:v>45455.376388888893</c:v>
                </c:pt>
                <c:pt idx="31569">
                  <c:v>45760.481944444437</c:v>
                </c:pt>
                <c:pt idx="31570">
                  <c:v>45502.417361111111</c:v>
                </c:pt>
                <c:pt idx="31571">
                  <c:v>45789.320138888892</c:v>
                </c:pt>
                <c:pt idx="31572">
                  <c:v>45841.80972222222</c:v>
                </c:pt>
                <c:pt idx="31573">
                  <c:v>45519.961111111108</c:v>
                </c:pt>
                <c:pt idx="31574">
                  <c:v>45546.517361111109</c:v>
                </c:pt>
                <c:pt idx="31575">
                  <c:v>45858.068055555559</c:v>
                </c:pt>
                <c:pt idx="31576">
                  <c:v>45433.62777777778</c:v>
                </c:pt>
                <c:pt idx="31577">
                  <c:v>46010.086805555547</c:v>
                </c:pt>
                <c:pt idx="31578">
                  <c:v>45936.510416666657</c:v>
                </c:pt>
                <c:pt idx="31579">
                  <c:v>45682.131944444453</c:v>
                </c:pt>
                <c:pt idx="31580">
                  <c:v>45574.629861111112</c:v>
                </c:pt>
                <c:pt idx="31581">
                  <c:v>45617.1875</c:v>
                </c:pt>
                <c:pt idx="31582">
                  <c:v>45561.826388888891</c:v>
                </c:pt>
                <c:pt idx="31583">
                  <c:v>45740.793055555558</c:v>
                </c:pt>
                <c:pt idx="31584">
                  <c:v>45754.459027777782</c:v>
                </c:pt>
                <c:pt idx="31585">
                  <c:v>45538.499305555553</c:v>
                </c:pt>
                <c:pt idx="31586">
                  <c:v>45863.747916666667</c:v>
                </c:pt>
                <c:pt idx="31587">
                  <c:v>45731.820833333331</c:v>
                </c:pt>
                <c:pt idx="31588">
                  <c:v>45638.691666666673</c:v>
                </c:pt>
                <c:pt idx="31589">
                  <c:v>45901.873611111107</c:v>
                </c:pt>
                <c:pt idx="31590">
                  <c:v>45780.90347222222</c:v>
                </c:pt>
                <c:pt idx="31591">
                  <c:v>45305.714583333327</c:v>
                </c:pt>
                <c:pt idx="31592">
                  <c:v>45328.513194444437</c:v>
                </c:pt>
                <c:pt idx="31593">
                  <c:v>45714.918749999997</c:v>
                </c:pt>
                <c:pt idx="31594">
                  <c:v>45684.9</c:v>
                </c:pt>
                <c:pt idx="31595">
                  <c:v>45614.90902777778</c:v>
                </c:pt>
                <c:pt idx="31596">
                  <c:v>45929.697222222218</c:v>
                </c:pt>
                <c:pt idx="31597">
                  <c:v>45968.316666666673</c:v>
                </c:pt>
                <c:pt idx="31598">
                  <c:v>45994.42291666667</c:v>
                </c:pt>
                <c:pt idx="31599">
                  <c:v>45990.706944444442</c:v>
                </c:pt>
                <c:pt idx="31600">
                  <c:v>45965.82708333333</c:v>
                </c:pt>
                <c:pt idx="31601">
                  <c:v>45826.913194444453</c:v>
                </c:pt>
                <c:pt idx="31602">
                  <c:v>45864.700694444437</c:v>
                </c:pt>
                <c:pt idx="31603">
                  <c:v>45929.950694444437</c:v>
                </c:pt>
                <c:pt idx="31604">
                  <c:v>45300.453472222223</c:v>
                </c:pt>
                <c:pt idx="31605">
                  <c:v>45358.566666666673</c:v>
                </c:pt>
                <c:pt idx="31606">
                  <c:v>45326.75277777778</c:v>
                </c:pt>
                <c:pt idx="31607">
                  <c:v>45704.658333333333</c:v>
                </c:pt>
                <c:pt idx="31608">
                  <c:v>45887.344444444447</c:v>
                </c:pt>
                <c:pt idx="31609">
                  <c:v>45509.356249999997</c:v>
                </c:pt>
                <c:pt idx="31610">
                  <c:v>45825.542361111111</c:v>
                </c:pt>
                <c:pt idx="31611">
                  <c:v>45856.542361111111</c:v>
                </c:pt>
                <c:pt idx="31612">
                  <c:v>45367.756944444453</c:v>
                </c:pt>
                <c:pt idx="31613">
                  <c:v>45339.36041666667</c:v>
                </c:pt>
                <c:pt idx="31614">
                  <c:v>45467.68472222222</c:v>
                </c:pt>
                <c:pt idx="31615">
                  <c:v>45686.693749999999</c:v>
                </c:pt>
                <c:pt idx="31616">
                  <c:v>45790.868055555547</c:v>
                </c:pt>
                <c:pt idx="31617">
                  <c:v>45806.35833333333</c:v>
                </c:pt>
                <c:pt idx="31618">
                  <c:v>45542.356944444437</c:v>
                </c:pt>
                <c:pt idx="31619">
                  <c:v>45858.332638888889</c:v>
                </c:pt>
                <c:pt idx="31620">
                  <c:v>45985.431250000001</c:v>
                </c:pt>
                <c:pt idx="31621">
                  <c:v>45769.400694444441</c:v>
                </c:pt>
                <c:pt idx="31622">
                  <c:v>45616.611111111109</c:v>
                </c:pt>
                <c:pt idx="31623">
                  <c:v>45524.438888888893</c:v>
                </c:pt>
                <c:pt idx="31624">
                  <c:v>45880.401388888888</c:v>
                </c:pt>
                <c:pt idx="31625">
                  <c:v>46008.563888888893</c:v>
                </c:pt>
                <c:pt idx="31626">
                  <c:v>45922.561805555553</c:v>
                </c:pt>
                <c:pt idx="31627">
                  <c:v>45742.372916666667</c:v>
                </c:pt>
                <c:pt idx="31628">
                  <c:v>45681.474999999999</c:v>
                </c:pt>
                <c:pt idx="31629">
                  <c:v>45722.545138888891</c:v>
                </c:pt>
                <c:pt idx="31630">
                  <c:v>45313.63958333333</c:v>
                </c:pt>
                <c:pt idx="31631">
                  <c:v>45833.460416666669</c:v>
                </c:pt>
                <c:pt idx="31632">
                  <c:v>45939.450694444437</c:v>
                </c:pt>
                <c:pt idx="31633">
                  <c:v>46017.740277777782</c:v>
                </c:pt>
                <c:pt idx="31634">
                  <c:v>45341.413888888892</c:v>
                </c:pt>
                <c:pt idx="31635">
                  <c:v>45489.380555555559</c:v>
                </c:pt>
                <c:pt idx="31636">
                  <c:v>45459.470833333333</c:v>
                </c:pt>
                <c:pt idx="31637">
                  <c:v>45551.447222222218</c:v>
                </c:pt>
                <c:pt idx="31638">
                  <c:v>45421.40347222222</c:v>
                </c:pt>
                <c:pt idx="31639">
                  <c:v>45295.7</c:v>
                </c:pt>
                <c:pt idx="31640">
                  <c:v>46017.527083333327</c:v>
                </c:pt>
                <c:pt idx="31641">
                  <c:v>45657.821527777778</c:v>
                </c:pt>
                <c:pt idx="31642">
                  <c:v>45847.786805555559</c:v>
                </c:pt>
                <c:pt idx="31643">
                  <c:v>45721.729861111111</c:v>
                </c:pt>
                <c:pt idx="31644">
                  <c:v>45750.792361111111</c:v>
                </c:pt>
                <c:pt idx="31645">
                  <c:v>45765.709722222222</c:v>
                </c:pt>
                <c:pt idx="31646">
                  <c:v>45796.65347222222</c:v>
                </c:pt>
                <c:pt idx="31647">
                  <c:v>45557.349305555559</c:v>
                </c:pt>
                <c:pt idx="31648">
                  <c:v>46018.300694444442</c:v>
                </c:pt>
                <c:pt idx="31649">
                  <c:v>45898.449305555558</c:v>
                </c:pt>
                <c:pt idx="31650">
                  <c:v>45831.325694444437</c:v>
                </c:pt>
                <c:pt idx="31651">
                  <c:v>45468.677083333343</c:v>
                </c:pt>
                <c:pt idx="31652">
                  <c:v>45990.363888888889</c:v>
                </c:pt>
                <c:pt idx="31653">
                  <c:v>45366.521527777782</c:v>
                </c:pt>
                <c:pt idx="31654">
                  <c:v>45853.765277777777</c:v>
                </c:pt>
                <c:pt idx="31655">
                  <c:v>45442.581944444442</c:v>
                </c:pt>
                <c:pt idx="31656">
                  <c:v>45947.740972222222</c:v>
                </c:pt>
                <c:pt idx="31657">
                  <c:v>45744.302083333343</c:v>
                </c:pt>
                <c:pt idx="31658">
                  <c:v>45657.491666666669</c:v>
                </c:pt>
                <c:pt idx="31659">
                  <c:v>45702.55972222222</c:v>
                </c:pt>
                <c:pt idx="31660">
                  <c:v>45320.413194444453</c:v>
                </c:pt>
                <c:pt idx="31661">
                  <c:v>45867.86041666667</c:v>
                </c:pt>
                <c:pt idx="31662">
                  <c:v>45881.436805555553</c:v>
                </c:pt>
                <c:pt idx="31663">
                  <c:v>45972.529166666667</c:v>
                </c:pt>
                <c:pt idx="31664">
                  <c:v>45730.511805555558</c:v>
                </c:pt>
                <c:pt idx="31665">
                  <c:v>45675.668749999997</c:v>
                </c:pt>
                <c:pt idx="31666">
                  <c:v>45324.5625</c:v>
                </c:pt>
                <c:pt idx="31667">
                  <c:v>45661.613888888889</c:v>
                </c:pt>
                <c:pt idx="31668">
                  <c:v>45895.749305555553</c:v>
                </c:pt>
                <c:pt idx="31669">
                  <c:v>45636.822916666657</c:v>
                </c:pt>
                <c:pt idx="31670">
                  <c:v>45721.70416666667</c:v>
                </c:pt>
                <c:pt idx="31671">
                  <c:v>45419.795138888891</c:v>
                </c:pt>
                <c:pt idx="31672">
                  <c:v>45954.445833333331</c:v>
                </c:pt>
                <c:pt idx="31673">
                  <c:v>45565.40625</c:v>
                </c:pt>
                <c:pt idx="31674">
                  <c:v>45486.54791666667</c:v>
                </c:pt>
                <c:pt idx="31675">
                  <c:v>45817.369444444441</c:v>
                </c:pt>
                <c:pt idx="31676">
                  <c:v>45333.517361111109</c:v>
                </c:pt>
                <c:pt idx="31677">
                  <c:v>45745.135416666657</c:v>
                </c:pt>
                <c:pt idx="31678">
                  <c:v>45870.70208333333</c:v>
                </c:pt>
                <c:pt idx="31679">
                  <c:v>45731.399305555547</c:v>
                </c:pt>
                <c:pt idx="31680">
                  <c:v>45680.646527777782</c:v>
                </c:pt>
                <c:pt idx="31681">
                  <c:v>45859.101388888892</c:v>
                </c:pt>
                <c:pt idx="31682">
                  <c:v>45898.470138888893</c:v>
                </c:pt>
                <c:pt idx="31683">
                  <c:v>45632.365972222222</c:v>
                </c:pt>
                <c:pt idx="31684">
                  <c:v>45574.438194444447</c:v>
                </c:pt>
                <c:pt idx="31685">
                  <c:v>45408.754861111112</c:v>
                </c:pt>
                <c:pt idx="31686">
                  <c:v>45884.63958333333</c:v>
                </c:pt>
                <c:pt idx="31687">
                  <c:v>46020.840277777781</c:v>
                </c:pt>
                <c:pt idx="31688">
                  <c:v>45714.352777777778</c:v>
                </c:pt>
                <c:pt idx="31689">
                  <c:v>45755.631944444453</c:v>
                </c:pt>
                <c:pt idx="31690">
                  <c:v>45360.763888888891</c:v>
                </c:pt>
                <c:pt idx="31691">
                  <c:v>45963.624305555553</c:v>
                </c:pt>
                <c:pt idx="31692">
                  <c:v>45620.515277777777</c:v>
                </c:pt>
                <c:pt idx="31693">
                  <c:v>45482.694444444453</c:v>
                </c:pt>
                <c:pt idx="31694">
                  <c:v>45698.479166666657</c:v>
                </c:pt>
                <c:pt idx="31695">
                  <c:v>45321.672222222223</c:v>
                </c:pt>
                <c:pt idx="31696">
                  <c:v>45821.500694444447</c:v>
                </c:pt>
                <c:pt idx="31697">
                  <c:v>45526.503472222219</c:v>
                </c:pt>
                <c:pt idx="31698">
                  <c:v>45660.826388888891</c:v>
                </c:pt>
                <c:pt idx="31699">
                  <c:v>45445.76458333333</c:v>
                </c:pt>
                <c:pt idx="31700">
                  <c:v>45838.831944444442</c:v>
                </c:pt>
                <c:pt idx="31701">
                  <c:v>45661.286805555559</c:v>
                </c:pt>
                <c:pt idx="31702">
                  <c:v>45627.740277777782</c:v>
                </c:pt>
                <c:pt idx="31703">
                  <c:v>45818.359027777777</c:v>
                </c:pt>
                <c:pt idx="31704">
                  <c:v>45923.113194444442</c:v>
                </c:pt>
                <c:pt idx="31705">
                  <c:v>45918.229166666657</c:v>
                </c:pt>
                <c:pt idx="31706">
                  <c:v>45941.822916666657</c:v>
                </c:pt>
                <c:pt idx="31707">
                  <c:v>45941.822916666657</c:v>
                </c:pt>
                <c:pt idx="31708">
                  <c:v>45918.229166666657</c:v>
                </c:pt>
                <c:pt idx="31709">
                  <c:v>45801.424305555563</c:v>
                </c:pt>
                <c:pt idx="31710">
                  <c:v>46021.637499999997</c:v>
                </c:pt>
                <c:pt idx="31711">
                  <c:v>45610.532638888893</c:v>
                </c:pt>
                <c:pt idx="31712">
                  <c:v>45610.55972222222</c:v>
                </c:pt>
                <c:pt idx="31713">
                  <c:v>45590.422222222223</c:v>
                </c:pt>
                <c:pt idx="31714">
                  <c:v>45575.506944444453</c:v>
                </c:pt>
                <c:pt idx="31715">
                  <c:v>45341.660416666673</c:v>
                </c:pt>
                <c:pt idx="31716">
                  <c:v>45737.876388888893</c:v>
                </c:pt>
                <c:pt idx="31717">
                  <c:v>45975.443749999999</c:v>
                </c:pt>
                <c:pt idx="31718">
                  <c:v>45539.123611111107</c:v>
                </c:pt>
                <c:pt idx="31719">
                  <c:v>45878.604166666657</c:v>
                </c:pt>
                <c:pt idx="31720">
                  <c:v>45642.29791666667</c:v>
                </c:pt>
                <c:pt idx="31721">
                  <c:v>45505.910416666673</c:v>
                </c:pt>
                <c:pt idx="31722">
                  <c:v>45411.96597222222</c:v>
                </c:pt>
                <c:pt idx="31723">
                  <c:v>45464.617361111108</c:v>
                </c:pt>
                <c:pt idx="31724">
                  <c:v>45679.439583333333</c:v>
                </c:pt>
                <c:pt idx="31725">
                  <c:v>45625.665972222218</c:v>
                </c:pt>
                <c:pt idx="31726">
                  <c:v>45568.239583333343</c:v>
                </c:pt>
                <c:pt idx="31727">
                  <c:v>45933.838194444441</c:v>
                </c:pt>
                <c:pt idx="31728">
                  <c:v>45891.849305555559</c:v>
                </c:pt>
                <c:pt idx="31729">
                  <c:v>45858.584722222222</c:v>
                </c:pt>
                <c:pt idx="31730">
                  <c:v>45877.645138888889</c:v>
                </c:pt>
                <c:pt idx="31731">
                  <c:v>45456.831944444442</c:v>
                </c:pt>
                <c:pt idx="31732">
                  <c:v>45755.998611111107</c:v>
                </c:pt>
                <c:pt idx="31733">
                  <c:v>45802.489583333343</c:v>
                </c:pt>
                <c:pt idx="31734">
                  <c:v>45664.875</c:v>
                </c:pt>
                <c:pt idx="31735">
                  <c:v>45664.875</c:v>
                </c:pt>
                <c:pt idx="31736">
                  <c:v>45743.928472222222</c:v>
                </c:pt>
                <c:pt idx="31737">
                  <c:v>45981.263888888891</c:v>
                </c:pt>
                <c:pt idx="31738">
                  <c:v>45939.28125</c:v>
                </c:pt>
                <c:pt idx="31739">
                  <c:v>45742.329861111109</c:v>
                </c:pt>
                <c:pt idx="31740">
                  <c:v>45770.786111111112</c:v>
                </c:pt>
                <c:pt idx="31741">
                  <c:v>45801.367361111108</c:v>
                </c:pt>
                <c:pt idx="31742">
                  <c:v>46015.873611111107</c:v>
                </c:pt>
                <c:pt idx="31743">
                  <c:v>45975.742361111108</c:v>
                </c:pt>
                <c:pt idx="31744">
                  <c:v>45896.168749999997</c:v>
                </c:pt>
                <c:pt idx="31745">
                  <c:v>45895.508333333331</c:v>
                </c:pt>
                <c:pt idx="31746">
                  <c:v>45451.588194444441</c:v>
                </c:pt>
                <c:pt idx="31747">
                  <c:v>45532.401388888888</c:v>
                </c:pt>
                <c:pt idx="31748">
                  <c:v>45693.771527777782</c:v>
                </c:pt>
                <c:pt idx="31749">
                  <c:v>45945.679166666669</c:v>
                </c:pt>
                <c:pt idx="31750">
                  <c:v>45486.691666666673</c:v>
                </c:pt>
                <c:pt idx="31751">
                  <c:v>45731.448611111111</c:v>
                </c:pt>
                <c:pt idx="31752">
                  <c:v>45460.011805555558</c:v>
                </c:pt>
                <c:pt idx="31753">
                  <c:v>45800.385416666657</c:v>
                </c:pt>
                <c:pt idx="31754">
                  <c:v>45827.709722222222</c:v>
                </c:pt>
                <c:pt idx="31755">
                  <c:v>45974.409722222219</c:v>
                </c:pt>
                <c:pt idx="31756">
                  <c:v>45572.537499999999</c:v>
                </c:pt>
                <c:pt idx="31757">
                  <c:v>45668.387499999997</c:v>
                </c:pt>
                <c:pt idx="31758">
                  <c:v>45925.547222222223</c:v>
                </c:pt>
                <c:pt idx="31759">
                  <c:v>45762.102777777778</c:v>
                </c:pt>
                <c:pt idx="31760">
                  <c:v>45698.527083333327</c:v>
                </c:pt>
                <c:pt idx="31761">
                  <c:v>45684.504166666673</c:v>
                </c:pt>
                <c:pt idx="31762">
                  <c:v>46010.710416666669</c:v>
                </c:pt>
                <c:pt idx="31763">
                  <c:v>45652.970833333333</c:v>
                </c:pt>
                <c:pt idx="31764">
                  <c:v>45672.45208333333</c:v>
                </c:pt>
                <c:pt idx="31765">
                  <c:v>45916.568749999999</c:v>
                </c:pt>
                <c:pt idx="31766">
                  <c:v>45828.650694444441</c:v>
                </c:pt>
                <c:pt idx="31767">
                  <c:v>45831.399305555547</c:v>
                </c:pt>
                <c:pt idx="31768">
                  <c:v>45769.527777777781</c:v>
                </c:pt>
                <c:pt idx="31769">
                  <c:v>45650.792361111111</c:v>
                </c:pt>
                <c:pt idx="31770">
                  <c:v>45760.665277777778</c:v>
                </c:pt>
                <c:pt idx="31771">
                  <c:v>45989.681944444441</c:v>
                </c:pt>
                <c:pt idx="31772">
                  <c:v>45419.6875</c:v>
                </c:pt>
                <c:pt idx="31773">
                  <c:v>45944.327777777777</c:v>
                </c:pt>
                <c:pt idx="31774">
                  <c:v>45692.688888888893</c:v>
                </c:pt>
                <c:pt idx="31775">
                  <c:v>45466.684027777781</c:v>
                </c:pt>
                <c:pt idx="31776">
                  <c:v>45565.740277777782</c:v>
                </c:pt>
                <c:pt idx="31777">
                  <c:v>45721.511805555558</c:v>
                </c:pt>
                <c:pt idx="31778">
                  <c:v>45304.668055555558</c:v>
                </c:pt>
                <c:pt idx="31779">
                  <c:v>45938.34652777778</c:v>
                </c:pt>
                <c:pt idx="31780">
                  <c:v>45402.806944444441</c:v>
                </c:pt>
                <c:pt idx="31781">
                  <c:v>46009.484027777777</c:v>
                </c:pt>
                <c:pt idx="31782">
                  <c:v>45900.699305555558</c:v>
                </c:pt>
                <c:pt idx="31783">
                  <c:v>45408.772916666669</c:v>
                </c:pt>
                <c:pt idx="31784">
                  <c:v>45531.78402777778</c:v>
                </c:pt>
                <c:pt idx="31785">
                  <c:v>45822.811805555553</c:v>
                </c:pt>
                <c:pt idx="31786">
                  <c:v>45865.693055555559</c:v>
                </c:pt>
                <c:pt idx="31787">
                  <c:v>45621.793749999997</c:v>
                </c:pt>
                <c:pt idx="31788">
                  <c:v>45775.397916666669</c:v>
                </c:pt>
                <c:pt idx="31789">
                  <c:v>45802.250694444447</c:v>
                </c:pt>
                <c:pt idx="31790">
                  <c:v>45699.48333333333</c:v>
                </c:pt>
                <c:pt idx="31791">
                  <c:v>45932.538194444453</c:v>
                </c:pt>
                <c:pt idx="31792">
                  <c:v>45770.870138888888</c:v>
                </c:pt>
                <c:pt idx="31793">
                  <c:v>45656.822916666657</c:v>
                </c:pt>
                <c:pt idx="31794">
                  <c:v>45521.732638888891</c:v>
                </c:pt>
                <c:pt idx="31795">
                  <c:v>45965.697916666657</c:v>
                </c:pt>
                <c:pt idx="31796">
                  <c:v>45344.394444444442</c:v>
                </c:pt>
                <c:pt idx="31797">
                  <c:v>45737.673611111109</c:v>
                </c:pt>
                <c:pt idx="31798">
                  <c:v>45957.78125</c:v>
                </c:pt>
                <c:pt idx="31799">
                  <c:v>45775.495833333327</c:v>
                </c:pt>
                <c:pt idx="31800">
                  <c:v>45426.34652777778</c:v>
                </c:pt>
                <c:pt idx="31801">
                  <c:v>45676.594444444447</c:v>
                </c:pt>
                <c:pt idx="31802">
                  <c:v>45838.582638888889</c:v>
                </c:pt>
                <c:pt idx="31803">
                  <c:v>45622.623611111107</c:v>
                </c:pt>
                <c:pt idx="31804">
                  <c:v>45386.270138888889</c:v>
                </c:pt>
                <c:pt idx="31805">
                  <c:v>45988.631249999999</c:v>
                </c:pt>
                <c:pt idx="31806">
                  <c:v>45482.609027777777</c:v>
                </c:pt>
                <c:pt idx="31807">
                  <c:v>45874.533333333333</c:v>
                </c:pt>
                <c:pt idx="31808">
                  <c:v>45581.543055555558</c:v>
                </c:pt>
                <c:pt idx="31809">
                  <c:v>45635.92291666667</c:v>
                </c:pt>
                <c:pt idx="31810">
                  <c:v>45523.561805555553</c:v>
                </c:pt>
                <c:pt idx="31811">
                  <c:v>45750.859722222223</c:v>
                </c:pt>
                <c:pt idx="31812">
                  <c:v>46021.845833333333</c:v>
                </c:pt>
                <c:pt idx="31813">
                  <c:v>45873.947916666657</c:v>
                </c:pt>
                <c:pt idx="31814">
                  <c:v>45313.45416666667</c:v>
                </c:pt>
                <c:pt idx="31815">
                  <c:v>45753.206250000003</c:v>
                </c:pt>
                <c:pt idx="31816">
                  <c:v>45660.554166666669</c:v>
                </c:pt>
                <c:pt idx="31817">
                  <c:v>45535.946527777778</c:v>
                </c:pt>
                <c:pt idx="31818">
                  <c:v>45986.493750000001</c:v>
                </c:pt>
                <c:pt idx="31819">
                  <c:v>45706.237500000003</c:v>
                </c:pt>
                <c:pt idx="31820">
                  <c:v>45582.638888888891</c:v>
                </c:pt>
                <c:pt idx="31821">
                  <c:v>45475.856944444437</c:v>
                </c:pt>
                <c:pt idx="31822">
                  <c:v>45737.561805555553</c:v>
                </c:pt>
                <c:pt idx="31823">
                  <c:v>45947.705555555563</c:v>
                </c:pt>
                <c:pt idx="31824">
                  <c:v>45818.683333333327</c:v>
                </c:pt>
                <c:pt idx="31825">
                  <c:v>45560.834027777782</c:v>
                </c:pt>
                <c:pt idx="31826">
                  <c:v>45816.921527777777</c:v>
                </c:pt>
                <c:pt idx="31827">
                  <c:v>45816.921527777777</c:v>
                </c:pt>
                <c:pt idx="31828">
                  <c:v>46015.668749999997</c:v>
                </c:pt>
                <c:pt idx="31829">
                  <c:v>45848.94027777778</c:v>
                </c:pt>
                <c:pt idx="31830">
                  <c:v>45814.722916666673</c:v>
                </c:pt>
                <c:pt idx="31831">
                  <c:v>45926.95208333333</c:v>
                </c:pt>
                <c:pt idx="31832">
                  <c:v>45490.442361111112</c:v>
                </c:pt>
                <c:pt idx="31833">
                  <c:v>45905.57708333333</c:v>
                </c:pt>
                <c:pt idx="31834">
                  <c:v>45925.430555555547</c:v>
                </c:pt>
                <c:pt idx="31835">
                  <c:v>45543.771527777782</c:v>
                </c:pt>
                <c:pt idx="31836">
                  <c:v>45477.706944444442</c:v>
                </c:pt>
                <c:pt idx="31837">
                  <c:v>45827.775000000001</c:v>
                </c:pt>
                <c:pt idx="31838">
                  <c:v>45649.750694444447</c:v>
                </c:pt>
                <c:pt idx="31839">
                  <c:v>45736.661805555559</c:v>
                </c:pt>
                <c:pt idx="31840">
                  <c:v>45576.748611111107</c:v>
                </c:pt>
                <c:pt idx="31841">
                  <c:v>45817.806250000001</c:v>
                </c:pt>
                <c:pt idx="31842">
                  <c:v>45647.402777777781</c:v>
                </c:pt>
                <c:pt idx="31843">
                  <c:v>45916.918055555558</c:v>
                </c:pt>
                <c:pt idx="31844">
                  <c:v>45490.84097222222</c:v>
                </c:pt>
                <c:pt idx="31845">
                  <c:v>45797.628472222219</c:v>
                </c:pt>
                <c:pt idx="31846">
                  <c:v>45831.654861111107</c:v>
                </c:pt>
                <c:pt idx="31847">
                  <c:v>45630.788194444453</c:v>
                </c:pt>
                <c:pt idx="31848">
                  <c:v>45626.732638888891</c:v>
                </c:pt>
                <c:pt idx="31849">
                  <c:v>45629.411805555559</c:v>
                </c:pt>
                <c:pt idx="31850">
                  <c:v>45485.374305555553</c:v>
                </c:pt>
                <c:pt idx="31851">
                  <c:v>45313.867361111108</c:v>
                </c:pt>
                <c:pt idx="31852">
                  <c:v>45551.529861111107</c:v>
                </c:pt>
                <c:pt idx="31853">
                  <c:v>45768.445138888892</c:v>
                </c:pt>
                <c:pt idx="31854">
                  <c:v>45581.718055555553</c:v>
                </c:pt>
                <c:pt idx="31855">
                  <c:v>45637.470833333333</c:v>
                </c:pt>
                <c:pt idx="31856">
                  <c:v>45455.931944444441</c:v>
                </c:pt>
                <c:pt idx="31857">
                  <c:v>45343.472916666673</c:v>
                </c:pt>
                <c:pt idx="31858">
                  <c:v>45802.368750000001</c:v>
                </c:pt>
                <c:pt idx="31859">
                  <c:v>45401.204861111109</c:v>
                </c:pt>
                <c:pt idx="31860">
                  <c:v>45657.439583333333</c:v>
                </c:pt>
                <c:pt idx="31861">
                  <c:v>45685.818055555559</c:v>
                </c:pt>
                <c:pt idx="31862">
                  <c:v>45898.413888888892</c:v>
                </c:pt>
                <c:pt idx="31863">
                  <c:v>45718.722916666673</c:v>
                </c:pt>
                <c:pt idx="31864">
                  <c:v>45958.379166666673</c:v>
                </c:pt>
                <c:pt idx="31865">
                  <c:v>45831.545138888891</c:v>
                </c:pt>
                <c:pt idx="31866">
                  <c:v>46006.835416666669</c:v>
                </c:pt>
                <c:pt idx="31867">
                  <c:v>45925.723611111112</c:v>
                </c:pt>
                <c:pt idx="31868">
                  <c:v>45982.240277777782</c:v>
                </c:pt>
                <c:pt idx="31869">
                  <c:v>45372.758333333331</c:v>
                </c:pt>
                <c:pt idx="31870">
                  <c:v>45611.474305555559</c:v>
                </c:pt>
                <c:pt idx="31871">
                  <c:v>45743.350694444453</c:v>
                </c:pt>
                <c:pt idx="31872">
                  <c:v>45876.558333333327</c:v>
                </c:pt>
                <c:pt idx="31873">
                  <c:v>45852.818749999999</c:v>
                </c:pt>
                <c:pt idx="31874">
                  <c:v>45486.402083333327</c:v>
                </c:pt>
                <c:pt idx="31875">
                  <c:v>45531.311805555553</c:v>
                </c:pt>
                <c:pt idx="31876">
                  <c:v>45431.543749999997</c:v>
                </c:pt>
                <c:pt idx="31877">
                  <c:v>45755.711111111108</c:v>
                </c:pt>
                <c:pt idx="31878">
                  <c:v>45728.012499999997</c:v>
                </c:pt>
                <c:pt idx="31879">
                  <c:v>45594.613888888889</c:v>
                </c:pt>
                <c:pt idx="31880">
                  <c:v>45708.902083333327</c:v>
                </c:pt>
                <c:pt idx="31881">
                  <c:v>45883.615972222222</c:v>
                </c:pt>
                <c:pt idx="31882">
                  <c:v>45883.586111111108</c:v>
                </c:pt>
                <c:pt idx="31883">
                  <c:v>45869.96875</c:v>
                </c:pt>
                <c:pt idx="31884">
                  <c:v>45846.820833333331</c:v>
                </c:pt>
                <c:pt idx="31885">
                  <c:v>45870.715277777781</c:v>
                </c:pt>
                <c:pt idx="31886">
                  <c:v>45653.446527777778</c:v>
                </c:pt>
                <c:pt idx="31887">
                  <c:v>45751.5625</c:v>
                </c:pt>
                <c:pt idx="31888">
                  <c:v>45676.73541666667</c:v>
                </c:pt>
                <c:pt idx="31889">
                  <c:v>45796.807638888888</c:v>
                </c:pt>
                <c:pt idx="31890">
                  <c:v>45628.724999999999</c:v>
                </c:pt>
                <c:pt idx="31891">
                  <c:v>45831.5</c:v>
                </c:pt>
                <c:pt idx="31892">
                  <c:v>45300.683333333327</c:v>
                </c:pt>
                <c:pt idx="31893">
                  <c:v>45772.938194444447</c:v>
                </c:pt>
                <c:pt idx="31894">
                  <c:v>45349.79791666667</c:v>
                </c:pt>
                <c:pt idx="31895">
                  <c:v>45947.831250000003</c:v>
                </c:pt>
                <c:pt idx="31896">
                  <c:v>45870.578472222223</c:v>
                </c:pt>
                <c:pt idx="31897">
                  <c:v>45414.71875</c:v>
                </c:pt>
                <c:pt idx="31898">
                  <c:v>45742.808333333327</c:v>
                </c:pt>
                <c:pt idx="31899">
                  <c:v>46005.871527777781</c:v>
                </c:pt>
                <c:pt idx="31900">
                  <c:v>45489.40625</c:v>
                </c:pt>
                <c:pt idx="31901">
                  <c:v>45513.488194444442</c:v>
                </c:pt>
                <c:pt idx="31902">
                  <c:v>45492.460416666669</c:v>
                </c:pt>
                <c:pt idx="31903">
                  <c:v>45561.840277777781</c:v>
                </c:pt>
                <c:pt idx="31904">
                  <c:v>45591.711111111108</c:v>
                </c:pt>
                <c:pt idx="31905">
                  <c:v>45691.782638888893</c:v>
                </c:pt>
                <c:pt idx="31906">
                  <c:v>45662.865972222222</c:v>
                </c:pt>
                <c:pt idx="31907">
                  <c:v>45899.691666666673</c:v>
                </c:pt>
                <c:pt idx="31908">
                  <c:v>46004.82708333333</c:v>
                </c:pt>
                <c:pt idx="31909">
                  <c:v>45834.420138888891</c:v>
                </c:pt>
                <c:pt idx="31910">
                  <c:v>45817.350694444453</c:v>
                </c:pt>
                <c:pt idx="31911">
                  <c:v>45895.753472222219</c:v>
                </c:pt>
                <c:pt idx="31912">
                  <c:v>45940.38958333333</c:v>
                </c:pt>
                <c:pt idx="31913">
                  <c:v>45922.393750000003</c:v>
                </c:pt>
                <c:pt idx="31914">
                  <c:v>45423.365972222222</c:v>
                </c:pt>
                <c:pt idx="31915">
                  <c:v>45808.584027777782</c:v>
                </c:pt>
                <c:pt idx="31916">
                  <c:v>45789.850694444453</c:v>
                </c:pt>
                <c:pt idx="31917">
                  <c:v>45779.070138888892</c:v>
                </c:pt>
                <c:pt idx="31918">
                  <c:v>45964.645138888889</c:v>
                </c:pt>
                <c:pt idx="31919">
                  <c:v>45790.668055555558</c:v>
                </c:pt>
                <c:pt idx="31920">
                  <c:v>45885.468055555553</c:v>
                </c:pt>
                <c:pt idx="31921">
                  <c:v>45915.469444444447</c:v>
                </c:pt>
                <c:pt idx="31922">
                  <c:v>45761.556250000001</c:v>
                </c:pt>
                <c:pt idx="31923">
                  <c:v>45937.467361111107</c:v>
                </c:pt>
                <c:pt idx="31924">
                  <c:v>45813.470833333333</c:v>
                </c:pt>
                <c:pt idx="31925">
                  <c:v>46020.537499999999</c:v>
                </c:pt>
                <c:pt idx="31926">
                  <c:v>45983.643750000003</c:v>
                </c:pt>
                <c:pt idx="31927">
                  <c:v>45834.783333333333</c:v>
                </c:pt>
                <c:pt idx="31928">
                  <c:v>45736.618055555547</c:v>
                </c:pt>
                <c:pt idx="31929">
                  <c:v>45669.618055555547</c:v>
                </c:pt>
                <c:pt idx="31930">
                  <c:v>46002.414583333331</c:v>
                </c:pt>
                <c:pt idx="31931">
                  <c:v>45859.645138888889</c:v>
                </c:pt>
                <c:pt idx="31932">
                  <c:v>45335.834722222222</c:v>
                </c:pt>
                <c:pt idx="31933">
                  <c:v>45859.39166666667</c:v>
                </c:pt>
                <c:pt idx="31934">
                  <c:v>45511.524305555547</c:v>
                </c:pt>
                <c:pt idx="31935">
                  <c:v>45779.931250000001</c:v>
                </c:pt>
                <c:pt idx="31936">
                  <c:v>45695.009027777778</c:v>
                </c:pt>
                <c:pt idx="31937">
                  <c:v>45741.445138888892</c:v>
                </c:pt>
                <c:pt idx="31938">
                  <c:v>45853.95</c:v>
                </c:pt>
                <c:pt idx="31939">
                  <c:v>45966.589583333327</c:v>
                </c:pt>
                <c:pt idx="31940">
                  <c:v>45666.878472222219</c:v>
                </c:pt>
                <c:pt idx="31941">
                  <c:v>45807.502083333333</c:v>
                </c:pt>
                <c:pt idx="31942">
                  <c:v>45763.787499999999</c:v>
                </c:pt>
                <c:pt idx="31943">
                  <c:v>45766.602083333331</c:v>
                </c:pt>
                <c:pt idx="31944">
                  <c:v>45439.51458333333</c:v>
                </c:pt>
                <c:pt idx="31945">
                  <c:v>45325.472222222219</c:v>
                </c:pt>
                <c:pt idx="31946">
                  <c:v>45860.615277777782</c:v>
                </c:pt>
                <c:pt idx="31947">
                  <c:v>45971.614583333343</c:v>
                </c:pt>
                <c:pt idx="31948">
                  <c:v>45642.495833333327</c:v>
                </c:pt>
                <c:pt idx="31949">
                  <c:v>45397.779861111107</c:v>
                </c:pt>
                <c:pt idx="31950">
                  <c:v>45834.491666666669</c:v>
                </c:pt>
                <c:pt idx="31951">
                  <c:v>45790.143055555563</c:v>
                </c:pt>
                <c:pt idx="31952">
                  <c:v>45746.070138888892</c:v>
                </c:pt>
                <c:pt idx="31953">
                  <c:v>45744.657638888893</c:v>
                </c:pt>
                <c:pt idx="31954">
                  <c:v>45628.967361111107</c:v>
                </c:pt>
                <c:pt idx="31955">
                  <c:v>45559.04583333333</c:v>
                </c:pt>
                <c:pt idx="31956">
                  <c:v>45984.602083333331</c:v>
                </c:pt>
                <c:pt idx="31957">
                  <c:v>45462.599305555559</c:v>
                </c:pt>
                <c:pt idx="31958">
                  <c:v>45720.592361111107</c:v>
                </c:pt>
                <c:pt idx="31959">
                  <c:v>45421.859027777777</c:v>
                </c:pt>
                <c:pt idx="31960">
                  <c:v>45793.700694444437</c:v>
                </c:pt>
                <c:pt idx="31961">
                  <c:v>45358.632638888892</c:v>
                </c:pt>
                <c:pt idx="31962">
                  <c:v>45975.925000000003</c:v>
                </c:pt>
                <c:pt idx="31963">
                  <c:v>46023.973611111112</c:v>
                </c:pt>
                <c:pt idx="31964">
                  <c:v>45904.10833333333</c:v>
                </c:pt>
                <c:pt idx="31965">
                  <c:v>45938.040277777778</c:v>
                </c:pt>
                <c:pt idx="31966">
                  <c:v>45753.920138888891</c:v>
                </c:pt>
                <c:pt idx="31967">
                  <c:v>45862.263888888891</c:v>
                </c:pt>
                <c:pt idx="31968">
                  <c:v>45476.731249999997</c:v>
                </c:pt>
                <c:pt idx="31969">
                  <c:v>45935.607638888891</c:v>
                </c:pt>
                <c:pt idx="31970">
                  <c:v>46001.067361111112</c:v>
                </c:pt>
                <c:pt idx="31971">
                  <c:v>45788.196527777778</c:v>
                </c:pt>
                <c:pt idx="31972">
                  <c:v>45893.649305555547</c:v>
                </c:pt>
                <c:pt idx="31973">
                  <c:v>45893.649305555547</c:v>
                </c:pt>
                <c:pt idx="31974">
                  <c:v>45636.803472222222</c:v>
                </c:pt>
                <c:pt idx="31975">
                  <c:v>45636.803472222222</c:v>
                </c:pt>
                <c:pt idx="31976">
                  <c:v>45824.375</c:v>
                </c:pt>
                <c:pt idx="31977">
                  <c:v>45824.375</c:v>
                </c:pt>
                <c:pt idx="31978">
                  <c:v>45701.327777777777</c:v>
                </c:pt>
                <c:pt idx="31979">
                  <c:v>45752.988194444442</c:v>
                </c:pt>
                <c:pt idx="31980">
                  <c:v>45641.529861111107</c:v>
                </c:pt>
                <c:pt idx="31981">
                  <c:v>45752.988194444442</c:v>
                </c:pt>
                <c:pt idx="31982">
                  <c:v>45701.327777777777</c:v>
                </c:pt>
                <c:pt idx="31983">
                  <c:v>45641.529861111107</c:v>
                </c:pt>
                <c:pt idx="31984">
                  <c:v>45771.615277777782</c:v>
                </c:pt>
                <c:pt idx="31985">
                  <c:v>45978.645138888889</c:v>
                </c:pt>
                <c:pt idx="31986">
                  <c:v>45606.038888888892</c:v>
                </c:pt>
                <c:pt idx="31987">
                  <c:v>45755.776388888888</c:v>
                </c:pt>
                <c:pt idx="31988">
                  <c:v>45753.757638888892</c:v>
                </c:pt>
                <c:pt idx="31989">
                  <c:v>45573.763194444437</c:v>
                </c:pt>
                <c:pt idx="31990">
                  <c:v>45632.716666666667</c:v>
                </c:pt>
                <c:pt idx="31991">
                  <c:v>45791.73333333333</c:v>
                </c:pt>
                <c:pt idx="31992">
                  <c:v>45529.595833333333</c:v>
                </c:pt>
                <c:pt idx="31993">
                  <c:v>45489.96597222222</c:v>
                </c:pt>
                <c:pt idx="31994">
                  <c:v>45786.22152777778</c:v>
                </c:pt>
                <c:pt idx="31995">
                  <c:v>45486.462500000001</c:v>
                </c:pt>
                <c:pt idx="31996">
                  <c:v>45992.464583333327</c:v>
                </c:pt>
                <c:pt idx="31997">
                  <c:v>45919.665277777778</c:v>
                </c:pt>
                <c:pt idx="31998">
                  <c:v>46008.834027777782</c:v>
                </c:pt>
                <c:pt idx="31999">
                  <c:v>45736.413888888892</c:v>
                </c:pt>
                <c:pt idx="32000">
                  <c:v>45740.418749999997</c:v>
                </c:pt>
                <c:pt idx="32001">
                  <c:v>45652.761805555558</c:v>
                </c:pt>
                <c:pt idx="32002">
                  <c:v>45778.821527777778</c:v>
                </c:pt>
                <c:pt idx="32003">
                  <c:v>45771.952777777777</c:v>
                </c:pt>
                <c:pt idx="32004">
                  <c:v>45878.65347222222</c:v>
                </c:pt>
                <c:pt idx="32005">
                  <c:v>45758.486805555563</c:v>
                </c:pt>
                <c:pt idx="32006">
                  <c:v>45608.563888888893</c:v>
                </c:pt>
                <c:pt idx="32007">
                  <c:v>45930.39166666667</c:v>
                </c:pt>
                <c:pt idx="32008">
                  <c:v>45749.416666666657</c:v>
                </c:pt>
                <c:pt idx="32009">
                  <c:v>45961.349305555559</c:v>
                </c:pt>
                <c:pt idx="32010">
                  <c:v>45895.702777777777</c:v>
                </c:pt>
                <c:pt idx="32011">
                  <c:v>46017.711111111108</c:v>
                </c:pt>
                <c:pt idx="32012">
                  <c:v>45324.761805555558</c:v>
                </c:pt>
                <c:pt idx="32013">
                  <c:v>45399.363888888889</c:v>
                </c:pt>
                <c:pt idx="32014">
                  <c:v>45449.547222222223</c:v>
                </c:pt>
                <c:pt idx="32015">
                  <c:v>45655.515277777777</c:v>
                </c:pt>
                <c:pt idx="32016">
                  <c:v>45550.737500000003</c:v>
                </c:pt>
                <c:pt idx="32017">
                  <c:v>45692.307638888888</c:v>
                </c:pt>
                <c:pt idx="32018">
                  <c:v>45873.645138888889</c:v>
                </c:pt>
                <c:pt idx="32019">
                  <c:v>45471.412499999999</c:v>
                </c:pt>
                <c:pt idx="32020">
                  <c:v>45378.314583333333</c:v>
                </c:pt>
                <c:pt idx="32021">
                  <c:v>45863.35</c:v>
                </c:pt>
                <c:pt idx="32022">
                  <c:v>45349.324999999997</c:v>
                </c:pt>
                <c:pt idx="32023">
                  <c:v>45491.313888888893</c:v>
                </c:pt>
                <c:pt idx="32024">
                  <c:v>45586.24722222222</c:v>
                </c:pt>
                <c:pt idx="32025">
                  <c:v>45784.418749999997</c:v>
                </c:pt>
                <c:pt idx="32026">
                  <c:v>45623.24722222222</c:v>
                </c:pt>
                <c:pt idx="32027">
                  <c:v>45504.276388888888</c:v>
                </c:pt>
                <c:pt idx="32028">
                  <c:v>45779.38958333333</c:v>
                </c:pt>
                <c:pt idx="32029">
                  <c:v>45663.604861111111</c:v>
                </c:pt>
                <c:pt idx="32030">
                  <c:v>45835.576388888891</c:v>
                </c:pt>
                <c:pt idx="32031">
                  <c:v>45907.908333333333</c:v>
                </c:pt>
                <c:pt idx="32032">
                  <c:v>45807.649305555547</c:v>
                </c:pt>
                <c:pt idx="32033">
                  <c:v>45802.59375</c:v>
                </c:pt>
                <c:pt idx="32034">
                  <c:v>45826.798611111109</c:v>
                </c:pt>
                <c:pt idx="32035">
                  <c:v>45859.442361111112</c:v>
                </c:pt>
                <c:pt idx="32036">
                  <c:v>45825.939583333333</c:v>
                </c:pt>
                <c:pt idx="32037">
                  <c:v>45922.421527777777</c:v>
                </c:pt>
                <c:pt idx="32038">
                  <c:v>45429.702777777777</c:v>
                </c:pt>
                <c:pt idx="32039">
                  <c:v>45495.974999999999</c:v>
                </c:pt>
                <c:pt idx="32040">
                  <c:v>46013.685416666667</c:v>
                </c:pt>
                <c:pt idx="32041">
                  <c:v>45301.955555555563</c:v>
                </c:pt>
                <c:pt idx="32042">
                  <c:v>45330.486805555563</c:v>
                </c:pt>
                <c:pt idx="32043">
                  <c:v>45789.915972222218</c:v>
                </c:pt>
                <c:pt idx="32044">
                  <c:v>45551.501388888893</c:v>
                </c:pt>
                <c:pt idx="32045">
                  <c:v>45860.585416666669</c:v>
                </c:pt>
                <c:pt idx="32046">
                  <c:v>45427.432638888888</c:v>
                </c:pt>
                <c:pt idx="32047">
                  <c:v>45610.747916666667</c:v>
                </c:pt>
                <c:pt idx="32048">
                  <c:v>45591.697222222218</c:v>
                </c:pt>
                <c:pt idx="32049">
                  <c:v>45717.758333333331</c:v>
                </c:pt>
                <c:pt idx="32050">
                  <c:v>45398.726388888892</c:v>
                </c:pt>
                <c:pt idx="32051">
                  <c:v>45686.84097222222</c:v>
                </c:pt>
                <c:pt idx="32052">
                  <c:v>45365.757638888892</c:v>
                </c:pt>
                <c:pt idx="32053">
                  <c:v>45652.993055555547</c:v>
                </c:pt>
                <c:pt idx="32054">
                  <c:v>45757.779166666667</c:v>
                </c:pt>
                <c:pt idx="32055">
                  <c:v>45625.335416666669</c:v>
                </c:pt>
                <c:pt idx="32056">
                  <c:v>45926.648611111108</c:v>
                </c:pt>
                <c:pt idx="32057">
                  <c:v>45901.722916666673</c:v>
                </c:pt>
                <c:pt idx="32058">
                  <c:v>45566.958333333343</c:v>
                </c:pt>
                <c:pt idx="32059">
                  <c:v>46006.449305555558</c:v>
                </c:pt>
                <c:pt idx="32060">
                  <c:v>45966.904861111107</c:v>
                </c:pt>
                <c:pt idx="32061">
                  <c:v>45758.493750000001</c:v>
                </c:pt>
                <c:pt idx="32062">
                  <c:v>45777.720833333333</c:v>
                </c:pt>
                <c:pt idx="32063">
                  <c:v>45790.787499999999</c:v>
                </c:pt>
                <c:pt idx="32064">
                  <c:v>45602.729861111111</c:v>
                </c:pt>
                <c:pt idx="32065">
                  <c:v>45668.662499999999</c:v>
                </c:pt>
                <c:pt idx="32066">
                  <c:v>45672.604861111111</c:v>
                </c:pt>
                <c:pt idx="32067">
                  <c:v>45463.89166666667</c:v>
                </c:pt>
                <c:pt idx="32068">
                  <c:v>45963.885416666657</c:v>
                </c:pt>
                <c:pt idx="32069">
                  <c:v>45520.813194444447</c:v>
                </c:pt>
                <c:pt idx="32070">
                  <c:v>45978.919444444437</c:v>
                </c:pt>
                <c:pt idx="32071">
                  <c:v>45932.837500000001</c:v>
                </c:pt>
                <c:pt idx="32072">
                  <c:v>45755.001388888893</c:v>
                </c:pt>
                <c:pt idx="32073">
                  <c:v>45575.018055555563</c:v>
                </c:pt>
                <c:pt idx="32074">
                  <c:v>45446.002083333333</c:v>
                </c:pt>
                <c:pt idx="32075">
                  <c:v>45405.933333333327</c:v>
                </c:pt>
                <c:pt idx="32076">
                  <c:v>45376.51458333333</c:v>
                </c:pt>
                <c:pt idx="32077">
                  <c:v>45656.726388888892</c:v>
                </c:pt>
                <c:pt idx="32078">
                  <c:v>45626.916666666657</c:v>
                </c:pt>
                <c:pt idx="32079">
                  <c:v>45881.731944444437</c:v>
                </c:pt>
                <c:pt idx="32080">
                  <c:v>45912.686805555553</c:v>
                </c:pt>
                <c:pt idx="32081">
                  <c:v>45818.585416666669</c:v>
                </c:pt>
                <c:pt idx="32082">
                  <c:v>45770.569444444453</c:v>
                </c:pt>
                <c:pt idx="32083">
                  <c:v>45864.042361111111</c:v>
                </c:pt>
                <c:pt idx="32084">
                  <c:v>46003.647222222222</c:v>
                </c:pt>
                <c:pt idx="32085">
                  <c:v>45646.921527777777</c:v>
                </c:pt>
                <c:pt idx="32086">
                  <c:v>45696.806944444441</c:v>
                </c:pt>
                <c:pt idx="32087">
                  <c:v>45952.837500000001</c:v>
                </c:pt>
                <c:pt idx="32088">
                  <c:v>45872.728472222218</c:v>
                </c:pt>
                <c:pt idx="32089">
                  <c:v>45834.865972222222</c:v>
                </c:pt>
                <c:pt idx="32090">
                  <c:v>45709.759722222218</c:v>
                </c:pt>
                <c:pt idx="32091">
                  <c:v>45835.549305555563</c:v>
                </c:pt>
                <c:pt idx="32092">
                  <c:v>45812.840277777781</c:v>
                </c:pt>
                <c:pt idx="32093">
                  <c:v>45399.500694444447</c:v>
                </c:pt>
                <c:pt idx="32094">
                  <c:v>45564.822916666657</c:v>
                </c:pt>
                <c:pt idx="32095">
                  <c:v>45441.131944444453</c:v>
                </c:pt>
                <c:pt idx="32096">
                  <c:v>45658.234027777777</c:v>
                </c:pt>
                <c:pt idx="32097">
                  <c:v>45933.242361111108</c:v>
                </c:pt>
                <c:pt idx="32098">
                  <c:v>45628.351388888892</c:v>
                </c:pt>
                <c:pt idx="32099">
                  <c:v>45627.820138888892</c:v>
                </c:pt>
                <c:pt idx="32100">
                  <c:v>45830.931944444441</c:v>
                </c:pt>
                <c:pt idx="32101">
                  <c:v>45704.453472222223</c:v>
                </c:pt>
                <c:pt idx="32102">
                  <c:v>45732.541666666657</c:v>
                </c:pt>
                <c:pt idx="32103">
                  <c:v>45477.55972222222</c:v>
                </c:pt>
                <c:pt idx="32104">
                  <c:v>45838.420138888891</c:v>
                </c:pt>
                <c:pt idx="32105">
                  <c:v>45502.538194444453</c:v>
                </c:pt>
                <c:pt idx="32106">
                  <c:v>45831.318749999999</c:v>
                </c:pt>
                <c:pt idx="32107">
                  <c:v>45526.46597222222</c:v>
                </c:pt>
                <c:pt idx="32108">
                  <c:v>45502.035416666673</c:v>
                </c:pt>
                <c:pt idx="32109">
                  <c:v>45446.445138888892</c:v>
                </c:pt>
                <c:pt idx="32110">
                  <c:v>45313.850694444453</c:v>
                </c:pt>
                <c:pt idx="32111">
                  <c:v>45349.736805555563</c:v>
                </c:pt>
                <c:pt idx="32112">
                  <c:v>45407.869444444441</c:v>
                </c:pt>
                <c:pt idx="32113">
                  <c:v>45748.82916666667</c:v>
                </c:pt>
                <c:pt idx="32114">
                  <c:v>45669.740277777782</c:v>
                </c:pt>
                <c:pt idx="32115">
                  <c:v>45402.714583333327</c:v>
                </c:pt>
                <c:pt idx="32116">
                  <c:v>45683.872916666667</c:v>
                </c:pt>
                <c:pt idx="32117">
                  <c:v>45684.788194444453</c:v>
                </c:pt>
                <c:pt idx="32118">
                  <c:v>45946.73333333333</c:v>
                </c:pt>
                <c:pt idx="32119">
                  <c:v>45708.910416666673</c:v>
                </c:pt>
                <c:pt idx="32120">
                  <c:v>45764.765972222223</c:v>
                </c:pt>
                <c:pt idx="32121">
                  <c:v>45449.806944444441</c:v>
                </c:pt>
                <c:pt idx="32122">
                  <c:v>45654.85833333333</c:v>
                </c:pt>
                <c:pt idx="32123">
                  <c:v>45404.675000000003</c:v>
                </c:pt>
                <c:pt idx="32124">
                  <c:v>45882.859722222223</c:v>
                </c:pt>
                <c:pt idx="32125">
                  <c:v>45574.813888888893</c:v>
                </c:pt>
                <c:pt idx="32126">
                  <c:v>45923.873611111107</c:v>
                </c:pt>
                <c:pt idx="32127">
                  <c:v>45377.888888888891</c:v>
                </c:pt>
                <c:pt idx="32128">
                  <c:v>45842.844444444447</c:v>
                </c:pt>
                <c:pt idx="32129">
                  <c:v>45527.854861111111</c:v>
                </c:pt>
                <c:pt idx="32130">
                  <c:v>45595.844444444447</c:v>
                </c:pt>
                <c:pt idx="32131">
                  <c:v>45715.421527777777</c:v>
                </c:pt>
                <c:pt idx="32132">
                  <c:v>45415.638194444437</c:v>
                </c:pt>
                <c:pt idx="32133">
                  <c:v>45744.652083333327</c:v>
                </c:pt>
                <c:pt idx="32134">
                  <c:v>46019.470138888893</c:v>
                </c:pt>
                <c:pt idx="32135">
                  <c:v>45858.84097222222</c:v>
                </c:pt>
                <c:pt idx="32136">
                  <c:v>45978.607638888891</c:v>
                </c:pt>
                <c:pt idx="32137">
                  <c:v>46000.409722222219</c:v>
                </c:pt>
                <c:pt idx="32138">
                  <c:v>45890.573611111111</c:v>
                </c:pt>
                <c:pt idx="32139">
                  <c:v>45879.567361111112</c:v>
                </c:pt>
                <c:pt idx="32140">
                  <c:v>45607.493055555547</c:v>
                </c:pt>
                <c:pt idx="32141">
                  <c:v>45350.8125</c:v>
                </c:pt>
                <c:pt idx="32142">
                  <c:v>45655.68472222222</c:v>
                </c:pt>
                <c:pt idx="32143">
                  <c:v>45504.688194444447</c:v>
                </c:pt>
                <c:pt idx="32144">
                  <c:v>45800.496527777781</c:v>
                </c:pt>
                <c:pt idx="32145">
                  <c:v>45620.541666666657</c:v>
                </c:pt>
                <c:pt idx="32146">
                  <c:v>45416.425694444442</c:v>
                </c:pt>
                <c:pt idx="32147">
                  <c:v>46019.29583333333</c:v>
                </c:pt>
                <c:pt idx="32148">
                  <c:v>45590.474999999999</c:v>
                </c:pt>
                <c:pt idx="32149">
                  <c:v>45880.525694444441</c:v>
                </c:pt>
                <c:pt idx="32150">
                  <c:v>45727.945833333331</c:v>
                </c:pt>
                <c:pt idx="32151">
                  <c:v>45551.322916666657</c:v>
                </c:pt>
                <c:pt idx="32152">
                  <c:v>45315.347916666673</c:v>
                </c:pt>
                <c:pt idx="32153">
                  <c:v>45786.699305555558</c:v>
                </c:pt>
                <c:pt idx="32154">
                  <c:v>45792.872916666667</c:v>
                </c:pt>
                <c:pt idx="32155">
                  <c:v>45777.404166666667</c:v>
                </c:pt>
                <c:pt idx="32156">
                  <c:v>46008.828472222223</c:v>
                </c:pt>
                <c:pt idx="32157">
                  <c:v>45859.8</c:v>
                </c:pt>
                <c:pt idx="32158">
                  <c:v>45695.71875</c:v>
                </c:pt>
                <c:pt idx="32159">
                  <c:v>45829.390277777777</c:v>
                </c:pt>
                <c:pt idx="32160">
                  <c:v>45737.742361111108</c:v>
                </c:pt>
                <c:pt idx="32161">
                  <c:v>45920.48333333333</c:v>
                </c:pt>
                <c:pt idx="32162">
                  <c:v>45660.665972222218</c:v>
                </c:pt>
                <c:pt idx="32163">
                  <c:v>45601.68472222222</c:v>
                </c:pt>
                <c:pt idx="32164">
                  <c:v>45577.395833333343</c:v>
                </c:pt>
                <c:pt idx="32165">
                  <c:v>45987.662499999999</c:v>
                </c:pt>
                <c:pt idx="32166">
                  <c:v>45781.355555555558</c:v>
                </c:pt>
                <c:pt idx="32167">
                  <c:v>45996.944444444453</c:v>
                </c:pt>
                <c:pt idx="32168">
                  <c:v>45805.8125</c:v>
                </c:pt>
                <c:pt idx="32169">
                  <c:v>45907.629166666673</c:v>
                </c:pt>
                <c:pt idx="32170">
                  <c:v>45989.15347222222</c:v>
                </c:pt>
                <c:pt idx="32171">
                  <c:v>45964.850694444453</c:v>
                </c:pt>
                <c:pt idx="32172">
                  <c:v>45964.850694444453</c:v>
                </c:pt>
                <c:pt idx="32173">
                  <c:v>45989.15347222222</c:v>
                </c:pt>
                <c:pt idx="32174">
                  <c:v>45989.15347222222</c:v>
                </c:pt>
                <c:pt idx="32175">
                  <c:v>46011.710416666669</c:v>
                </c:pt>
                <c:pt idx="32176">
                  <c:v>46011.710416666669</c:v>
                </c:pt>
                <c:pt idx="32177">
                  <c:v>45964.850694444453</c:v>
                </c:pt>
                <c:pt idx="32178">
                  <c:v>45964.850694444453</c:v>
                </c:pt>
                <c:pt idx="32179">
                  <c:v>45989.15347222222</c:v>
                </c:pt>
                <c:pt idx="32180">
                  <c:v>46001.533333333333</c:v>
                </c:pt>
                <c:pt idx="32181">
                  <c:v>46011.710416666669</c:v>
                </c:pt>
                <c:pt idx="32182">
                  <c:v>46001.533333333333</c:v>
                </c:pt>
                <c:pt idx="32183">
                  <c:v>46001.533333333333</c:v>
                </c:pt>
                <c:pt idx="32184">
                  <c:v>46011.710416666669</c:v>
                </c:pt>
                <c:pt idx="32185">
                  <c:v>46001.533333333333</c:v>
                </c:pt>
                <c:pt idx="32186">
                  <c:v>45951.276388888888</c:v>
                </c:pt>
                <c:pt idx="32187">
                  <c:v>45517.616666666669</c:v>
                </c:pt>
                <c:pt idx="32188">
                  <c:v>45517.613194444442</c:v>
                </c:pt>
                <c:pt idx="32189">
                  <c:v>45684.939583333333</c:v>
                </c:pt>
                <c:pt idx="32190">
                  <c:v>45442.944444444453</c:v>
                </c:pt>
                <c:pt idx="32191">
                  <c:v>45957.399305555547</c:v>
                </c:pt>
                <c:pt idx="32192">
                  <c:v>45753.762499999997</c:v>
                </c:pt>
                <c:pt idx="32193">
                  <c:v>45681.717361111107</c:v>
                </c:pt>
                <c:pt idx="32194">
                  <c:v>45728.869444444441</c:v>
                </c:pt>
                <c:pt idx="32195">
                  <c:v>46021.611111111109</c:v>
                </c:pt>
                <c:pt idx="32196">
                  <c:v>46021.605555555558</c:v>
                </c:pt>
                <c:pt idx="32197">
                  <c:v>45396.88958333333</c:v>
                </c:pt>
                <c:pt idx="32198">
                  <c:v>45657.789583333331</c:v>
                </c:pt>
                <c:pt idx="32199">
                  <c:v>45441.808333333327</c:v>
                </c:pt>
                <c:pt idx="32200">
                  <c:v>46021.609027777777</c:v>
                </c:pt>
                <c:pt idx="32201">
                  <c:v>45898.756944444453</c:v>
                </c:pt>
                <c:pt idx="32202">
                  <c:v>45690.502083333333</c:v>
                </c:pt>
                <c:pt idx="32203">
                  <c:v>45474.974305555559</c:v>
                </c:pt>
                <c:pt idx="32204">
                  <c:v>45609.681944444441</c:v>
                </c:pt>
                <c:pt idx="32205">
                  <c:v>45665.719444444447</c:v>
                </c:pt>
                <c:pt idx="32206">
                  <c:v>45644.254861111112</c:v>
                </c:pt>
                <c:pt idx="32207">
                  <c:v>45592.464583333327</c:v>
                </c:pt>
                <c:pt idx="32208">
                  <c:v>45632.521527777782</c:v>
                </c:pt>
                <c:pt idx="32209">
                  <c:v>45621.575694444437</c:v>
                </c:pt>
                <c:pt idx="32210">
                  <c:v>45594.568749999999</c:v>
                </c:pt>
                <c:pt idx="32211">
                  <c:v>45920.316666666673</c:v>
                </c:pt>
                <c:pt idx="32212">
                  <c:v>45776.338194444441</c:v>
                </c:pt>
                <c:pt idx="32213">
                  <c:v>45435.436111111107</c:v>
                </c:pt>
                <c:pt idx="32214">
                  <c:v>45657.572916666657</c:v>
                </c:pt>
                <c:pt idx="32215">
                  <c:v>45369.511805555558</c:v>
                </c:pt>
                <c:pt idx="32216">
                  <c:v>45321.406944444447</c:v>
                </c:pt>
                <c:pt idx="32217">
                  <c:v>45916.45</c:v>
                </c:pt>
                <c:pt idx="32218">
                  <c:v>45547.521527777782</c:v>
                </c:pt>
                <c:pt idx="32219">
                  <c:v>45684.4375</c:v>
                </c:pt>
                <c:pt idx="32220">
                  <c:v>45821.924305555563</c:v>
                </c:pt>
                <c:pt idx="32221">
                  <c:v>45663.837500000001</c:v>
                </c:pt>
                <c:pt idx="32222">
                  <c:v>45724.918749999997</c:v>
                </c:pt>
                <c:pt idx="32223">
                  <c:v>45570.529861111107</c:v>
                </c:pt>
                <c:pt idx="32224">
                  <c:v>45627.086111111108</c:v>
                </c:pt>
                <c:pt idx="32225">
                  <c:v>45769.769444444442</c:v>
                </c:pt>
                <c:pt idx="32226">
                  <c:v>45769.769444444442</c:v>
                </c:pt>
                <c:pt idx="32227">
                  <c:v>45881.356249999997</c:v>
                </c:pt>
                <c:pt idx="32228">
                  <c:v>45881.356249999997</c:v>
                </c:pt>
                <c:pt idx="32229">
                  <c:v>45832.933333333327</c:v>
                </c:pt>
                <c:pt idx="32230">
                  <c:v>46007.499305555553</c:v>
                </c:pt>
                <c:pt idx="32231">
                  <c:v>45684.681944444441</c:v>
                </c:pt>
                <c:pt idx="32232">
                  <c:v>45596.53402777778</c:v>
                </c:pt>
                <c:pt idx="32233">
                  <c:v>45615.049305555563</c:v>
                </c:pt>
                <c:pt idx="32234">
                  <c:v>45568.802777777782</c:v>
                </c:pt>
                <c:pt idx="32235">
                  <c:v>45685.674305555563</c:v>
                </c:pt>
                <c:pt idx="32236">
                  <c:v>45453.625694444447</c:v>
                </c:pt>
                <c:pt idx="32237">
                  <c:v>45307.4</c:v>
                </c:pt>
                <c:pt idx="32238">
                  <c:v>45321.48333333333</c:v>
                </c:pt>
                <c:pt idx="32239">
                  <c:v>45365.468055555553</c:v>
                </c:pt>
                <c:pt idx="32240">
                  <c:v>45614.636805555558</c:v>
                </c:pt>
                <c:pt idx="32241">
                  <c:v>45775.424305555563</c:v>
                </c:pt>
                <c:pt idx="32242">
                  <c:v>45545.929861111108</c:v>
                </c:pt>
                <c:pt idx="32243">
                  <c:v>45330.566666666673</c:v>
                </c:pt>
                <c:pt idx="32244">
                  <c:v>45895.63958333333</c:v>
                </c:pt>
                <c:pt idx="32245">
                  <c:v>45701.382638888892</c:v>
                </c:pt>
                <c:pt idx="32246">
                  <c:v>45341.376388888893</c:v>
                </c:pt>
                <c:pt idx="32247">
                  <c:v>45453.636111111111</c:v>
                </c:pt>
                <c:pt idx="32248">
                  <c:v>45293.362500000003</c:v>
                </c:pt>
                <c:pt idx="32249">
                  <c:v>45353.563194444447</c:v>
                </c:pt>
                <c:pt idx="32250">
                  <c:v>45909.56527777778</c:v>
                </c:pt>
                <c:pt idx="32251">
                  <c:v>45870.474999999999</c:v>
                </c:pt>
                <c:pt idx="32252">
                  <c:v>45995.420138888891</c:v>
                </c:pt>
                <c:pt idx="32253">
                  <c:v>45798.419444444437</c:v>
                </c:pt>
                <c:pt idx="32254">
                  <c:v>45809.745138888888</c:v>
                </c:pt>
                <c:pt idx="32255">
                  <c:v>45436.87222222222</c:v>
                </c:pt>
                <c:pt idx="32256">
                  <c:v>45530.320833333331</c:v>
                </c:pt>
                <c:pt idx="32257">
                  <c:v>45376.663888888892</c:v>
                </c:pt>
                <c:pt idx="32258">
                  <c:v>45656.230555555558</c:v>
                </c:pt>
                <c:pt idx="32259">
                  <c:v>45312.706944444442</c:v>
                </c:pt>
                <c:pt idx="32260">
                  <c:v>45628.777777777781</c:v>
                </c:pt>
                <c:pt idx="32261">
                  <c:v>45849.648611111108</c:v>
                </c:pt>
                <c:pt idx="32262">
                  <c:v>45794.59375</c:v>
                </c:pt>
                <c:pt idx="32263">
                  <c:v>45308.375694444447</c:v>
                </c:pt>
                <c:pt idx="32264">
                  <c:v>45963.936111111107</c:v>
                </c:pt>
                <c:pt idx="32265">
                  <c:v>45520.65902777778</c:v>
                </c:pt>
                <c:pt idx="32266">
                  <c:v>45967.44027777778</c:v>
                </c:pt>
                <c:pt idx="32267">
                  <c:v>45950.393750000003</c:v>
                </c:pt>
                <c:pt idx="32268">
                  <c:v>45950.393750000003</c:v>
                </c:pt>
                <c:pt idx="32269">
                  <c:v>45967.44027777778</c:v>
                </c:pt>
                <c:pt idx="32270">
                  <c:v>45418.674305555563</c:v>
                </c:pt>
                <c:pt idx="32271">
                  <c:v>45418.674305555563</c:v>
                </c:pt>
                <c:pt idx="32272">
                  <c:v>45813.972916666673</c:v>
                </c:pt>
                <c:pt idx="32273">
                  <c:v>45661.251388888893</c:v>
                </c:pt>
                <c:pt idx="32274">
                  <c:v>45625.46875</c:v>
                </c:pt>
                <c:pt idx="32275">
                  <c:v>45912.611805555563</c:v>
                </c:pt>
                <c:pt idx="32276">
                  <c:v>45797.556250000001</c:v>
                </c:pt>
                <c:pt idx="32277">
                  <c:v>45395.629166666673</c:v>
                </c:pt>
                <c:pt idx="32278">
                  <c:v>45935.754861111112</c:v>
                </c:pt>
                <c:pt idx="32279">
                  <c:v>45672.882638888892</c:v>
                </c:pt>
                <c:pt idx="32280">
                  <c:v>45780.429166666669</c:v>
                </c:pt>
                <c:pt idx="32281">
                  <c:v>45591.431250000001</c:v>
                </c:pt>
                <c:pt idx="32282">
                  <c:v>45879.502083333333</c:v>
                </c:pt>
                <c:pt idx="32283">
                  <c:v>45617.798611111109</c:v>
                </c:pt>
                <c:pt idx="32284">
                  <c:v>45371.781944444447</c:v>
                </c:pt>
                <c:pt idx="32285">
                  <c:v>45752.674305555563</c:v>
                </c:pt>
                <c:pt idx="32286">
                  <c:v>45417.407638888893</c:v>
                </c:pt>
                <c:pt idx="32287">
                  <c:v>45514.595833333333</c:v>
                </c:pt>
                <c:pt idx="32288">
                  <c:v>45718.573611111111</c:v>
                </c:pt>
                <c:pt idx="32289">
                  <c:v>45474.513194444437</c:v>
                </c:pt>
                <c:pt idx="32290">
                  <c:v>45556.531944444447</c:v>
                </c:pt>
                <c:pt idx="32291">
                  <c:v>45640.659722222219</c:v>
                </c:pt>
                <c:pt idx="32292">
                  <c:v>45902.53402777778</c:v>
                </c:pt>
                <c:pt idx="32293">
                  <c:v>46015.502083333333</c:v>
                </c:pt>
                <c:pt idx="32294">
                  <c:v>45447.732638888891</c:v>
                </c:pt>
                <c:pt idx="32295">
                  <c:v>45923.750694444447</c:v>
                </c:pt>
                <c:pt idx="32296">
                  <c:v>45990.609722222223</c:v>
                </c:pt>
                <c:pt idx="32297">
                  <c:v>45808.413194444453</c:v>
                </c:pt>
                <c:pt idx="32298">
                  <c:v>45970.679166666669</c:v>
                </c:pt>
                <c:pt idx="32299">
                  <c:v>45346.881944444453</c:v>
                </c:pt>
                <c:pt idx="32300">
                  <c:v>45841.763888888891</c:v>
                </c:pt>
                <c:pt idx="32301">
                  <c:v>45729.944444444453</c:v>
                </c:pt>
                <c:pt idx="32302">
                  <c:v>45762.92083333333</c:v>
                </c:pt>
                <c:pt idx="32303">
                  <c:v>45991.637499999997</c:v>
                </c:pt>
                <c:pt idx="32304">
                  <c:v>45875.692361111112</c:v>
                </c:pt>
                <c:pt idx="32305">
                  <c:v>46005.864583333343</c:v>
                </c:pt>
                <c:pt idx="32306">
                  <c:v>45846.727777777778</c:v>
                </c:pt>
                <c:pt idx="32307">
                  <c:v>45659.466666666667</c:v>
                </c:pt>
                <c:pt idx="32308">
                  <c:v>45560.784722222219</c:v>
                </c:pt>
                <c:pt idx="32309">
                  <c:v>45963.95208333333</c:v>
                </c:pt>
                <c:pt idx="32310">
                  <c:v>45384.569444444453</c:v>
                </c:pt>
                <c:pt idx="32311">
                  <c:v>45922.798611111109</c:v>
                </c:pt>
                <c:pt idx="32312">
                  <c:v>45866.345138888893</c:v>
                </c:pt>
                <c:pt idx="32313">
                  <c:v>45475.518750000003</c:v>
                </c:pt>
                <c:pt idx="32314">
                  <c:v>45505.615972222222</c:v>
                </c:pt>
                <c:pt idx="32315">
                  <c:v>45761.67083333333</c:v>
                </c:pt>
                <c:pt idx="32316">
                  <c:v>46000.445138888892</c:v>
                </c:pt>
                <c:pt idx="32317">
                  <c:v>45558.636805555558</c:v>
                </c:pt>
                <c:pt idx="32318">
                  <c:v>45810.5625</c:v>
                </c:pt>
                <c:pt idx="32319">
                  <c:v>45601.638194444437</c:v>
                </c:pt>
                <c:pt idx="32320">
                  <c:v>45712.841666666667</c:v>
                </c:pt>
                <c:pt idx="32321">
                  <c:v>45313.47152777778</c:v>
                </c:pt>
                <c:pt idx="32322">
                  <c:v>45921.987500000003</c:v>
                </c:pt>
                <c:pt idx="32323">
                  <c:v>45850.26458333333</c:v>
                </c:pt>
                <c:pt idx="32324">
                  <c:v>45864.511805555558</c:v>
                </c:pt>
                <c:pt idx="32325">
                  <c:v>45540.340277777781</c:v>
                </c:pt>
                <c:pt idx="32326">
                  <c:v>45768.904166666667</c:v>
                </c:pt>
                <c:pt idx="32327">
                  <c:v>45723.353472222218</c:v>
                </c:pt>
                <c:pt idx="32328">
                  <c:v>45335.662499999999</c:v>
                </c:pt>
                <c:pt idx="32329">
                  <c:v>45348.628472222219</c:v>
                </c:pt>
                <c:pt idx="32330">
                  <c:v>45680.522222222222</c:v>
                </c:pt>
                <c:pt idx="32331">
                  <c:v>45650.668749999997</c:v>
                </c:pt>
                <c:pt idx="32332">
                  <c:v>45580.341666666667</c:v>
                </c:pt>
                <c:pt idx="32333">
                  <c:v>45439.686111111107</c:v>
                </c:pt>
                <c:pt idx="32334">
                  <c:v>45349.461111111108</c:v>
                </c:pt>
                <c:pt idx="32335">
                  <c:v>45372.518055555563</c:v>
                </c:pt>
                <c:pt idx="32336">
                  <c:v>45832.711111111108</c:v>
                </c:pt>
                <c:pt idx="32337">
                  <c:v>45696.45</c:v>
                </c:pt>
                <c:pt idx="32338">
                  <c:v>45310.365972222222</c:v>
                </c:pt>
                <c:pt idx="32339">
                  <c:v>45408.831250000003</c:v>
                </c:pt>
                <c:pt idx="32340">
                  <c:v>45506.255555555559</c:v>
                </c:pt>
                <c:pt idx="32341">
                  <c:v>45624.642361111109</c:v>
                </c:pt>
                <c:pt idx="32342">
                  <c:v>45530.293055555558</c:v>
                </c:pt>
                <c:pt idx="32343">
                  <c:v>45821.998611111107</c:v>
                </c:pt>
                <c:pt idx="32344">
                  <c:v>45661.963888888888</c:v>
                </c:pt>
                <c:pt idx="32345">
                  <c:v>45758.792361111111</c:v>
                </c:pt>
                <c:pt idx="32346">
                  <c:v>45795.046527777777</c:v>
                </c:pt>
                <c:pt idx="32347">
                  <c:v>45962.767361111109</c:v>
                </c:pt>
                <c:pt idx="32348">
                  <c:v>45973.73541666667</c:v>
                </c:pt>
                <c:pt idx="32349">
                  <c:v>45693.36041666667</c:v>
                </c:pt>
                <c:pt idx="32350">
                  <c:v>45926.35</c:v>
                </c:pt>
                <c:pt idx="32351">
                  <c:v>45391.454861111109</c:v>
                </c:pt>
                <c:pt idx="32352">
                  <c:v>45460.658333333333</c:v>
                </c:pt>
                <c:pt idx="32353">
                  <c:v>45771.381249999999</c:v>
                </c:pt>
                <c:pt idx="32354">
                  <c:v>45623.71875</c:v>
                </c:pt>
                <c:pt idx="32355">
                  <c:v>45835.800694444442</c:v>
                </c:pt>
                <c:pt idx="32356">
                  <c:v>45541.630555555559</c:v>
                </c:pt>
                <c:pt idx="32357">
                  <c:v>45337.961111111108</c:v>
                </c:pt>
                <c:pt idx="32358">
                  <c:v>45969.386111111111</c:v>
                </c:pt>
                <c:pt idx="32359">
                  <c:v>45981.336111111108</c:v>
                </c:pt>
                <c:pt idx="32360">
                  <c:v>45604.313888888893</c:v>
                </c:pt>
                <c:pt idx="32361">
                  <c:v>45843.511805555558</c:v>
                </c:pt>
                <c:pt idx="32362">
                  <c:v>45463.691666666673</c:v>
                </c:pt>
                <c:pt idx="32363">
                  <c:v>45676.518750000003</c:v>
                </c:pt>
                <c:pt idx="32364">
                  <c:v>45992.463194444441</c:v>
                </c:pt>
                <c:pt idx="32365">
                  <c:v>45991.605555555558</c:v>
                </c:pt>
                <c:pt idx="32366">
                  <c:v>45880.660416666673</c:v>
                </c:pt>
                <c:pt idx="32367">
                  <c:v>45765.734027777777</c:v>
                </c:pt>
                <c:pt idx="32368">
                  <c:v>45873.931250000001</c:v>
                </c:pt>
                <c:pt idx="32369">
                  <c:v>45909.847222222219</c:v>
                </c:pt>
                <c:pt idx="32370">
                  <c:v>45308.811111111107</c:v>
                </c:pt>
                <c:pt idx="32371">
                  <c:v>45808.648611111108</c:v>
                </c:pt>
                <c:pt idx="32372">
                  <c:v>45300.543749999997</c:v>
                </c:pt>
                <c:pt idx="32373">
                  <c:v>45317.722222222219</c:v>
                </c:pt>
                <c:pt idx="32374">
                  <c:v>45784.547222222223</c:v>
                </c:pt>
                <c:pt idx="32375">
                  <c:v>45784.54583333333</c:v>
                </c:pt>
                <c:pt idx="32376">
                  <c:v>45784.480555555558</c:v>
                </c:pt>
                <c:pt idx="32377">
                  <c:v>45724.65</c:v>
                </c:pt>
                <c:pt idx="32378">
                  <c:v>45724.652777777781</c:v>
                </c:pt>
                <c:pt idx="32379">
                  <c:v>45735.74722222222</c:v>
                </c:pt>
                <c:pt idx="32380">
                  <c:v>45995.876388888893</c:v>
                </c:pt>
                <c:pt idx="32381">
                  <c:v>45653.068749999999</c:v>
                </c:pt>
                <c:pt idx="32382">
                  <c:v>45857.87777777778</c:v>
                </c:pt>
                <c:pt idx="32383">
                  <c:v>45794.822916666657</c:v>
                </c:pt>
                <c:pt idx="32384">
                  <c:v>45985.466666666667</c:v>
                </c:pt>
                <c:pt idx="32385">
                  <c:v>45778.439583333333</c:v>
                </c:pt>
                <c:pt idx="32386">
                  <c:v>45595.259722222218</c:v>
                </c:pt>
                <c:pt idx="32387">
                  <c:v>45511.280555555553</c:v>
                </c:pt>
                <c:pt idx="32388">
                  <c:v>45869.317361111112</c:v>
                </c:pt>
                <c:pt idx="32389">
                  <c:v>45336.77847222222</c:v>
                </c:pt>
                <c:pt idx="32390">
                  <c:v>45978.252083333333</c:v>
                </c:pt>
                <c:pt idx="32391">
                  <c:v>45383.234722222223</c:v>
                </c:pt>
                <c:pt idx="32392">
                  <c:v>45422.415277777778</c:v>
                </c:pt>
                <c:pt idx="32393">
                  <c:v>45688.255555555559</c:v>
                </c:pt>
                <c:pt idx="32394">
                  <c:v>45469.617361111108</c:v>
                </c:pt>
                <c:pt idx="32395">
                  <c:v>46003.945138888892</c:v>
                </c:pt>
                <c:pt idx="32396">
                  <c:v>45842.509722222218</c:v>
                </c:pt>
                <c:pt idx="32397">
                  <c:v>45601.840277777781</c:v>
                </c:pt>
                <c:pt idx="32398">
                  <c:v>45716.775000000001</c:v>
                </c:pt>
                <c:pt idx="32399">
                  <c:v>45719.67291666667</c:v>
                </c:pt>
                <c:pt idx="32400">
                  <c:v>45673.745138888888</c:v>
                </c:pt>
                <c:pt idx="32401">
                  <c:v>45957.445833333331</c:v>
                </c:pt>
                <c:pt idx="32402">
                  <c:v>45470.76666666667</c:v>
                </c:pt>
                <c:pt idx="32403">
                  <c:v>45638.693055555559</c:v>
                </c:pt>
                <c:pt idx="32404">
                  <c:v>45740.756944444453</c:v>
                </c:pt>
                <c:pt idx="32405">
                  <c:v>45785.716666666667</c:v>
                </c:pt>
                <c:pt idx="32406">
                  <c:v>45985.661111111112</c:v>
                </c:pt>
                <c:pt idx="32407">
                  <c:v>45418.728472222218</c:v>
                </c:pt>
                <c:pt idx="32408">
                  <c:v>45295.418055555558</c:v>
                </c:pt>
                <c:pt idx="32409">
                  <c:v>45393.777083333327</c:v>
                </c:pt>
                <c:pt idx="32410">
                  <c:v>45868.411111111112</c:v>
                </c:pt>
                <c:pt idx="32411">
                  <c:v>45575.684027777781</c:v>
                </c:pt>
                <c:pt idx="32412">
                  <c:v>45362.777777777781</c:v>
                </c:pt>
                <c:pt idx="32413">
                  <c:v>46009.442361111112</c:v>
                </c:pt>
                <c:pt idx="32414">
                  <c:v>45831.430555555547</c:v>
                </c:pt>
                <c:pt idx="32415">
                  <c:v>45897.719444444447</c:v>
                </c:pt>
                <c:pt idx="32416">
                  <c:v>45607.769444444442</c:v>
                </c:pt>
                <c:pt idx="32417">
                  <c:v>45380.819444444453</c:v>
                </c:pt>
                <c:pt idx="32418">
                  <c:v>45810.739583333343</c:v>
                </c:pt>
                <c:pt idx="32419">
                  <c:v>45925.685416666667</c:v>
                </c:pt>
                <c:pt idx="32420">
                  <c:v>45852.675694444442</c:v>
                </c:pt>
                <c:pt idx="32421">
                  <c:v>45764.704861111109</c:v>
                </c:pt>
                <c:pt idx="32422">
                  <c:v>45841.392361111109</c:v>
                </c:pt>
                <c:pt idx="32423">
                  <c:v>45327.347916666673</c:v>
                </c:pt>
                <c:pt idx="32424">
                  <c:v>45648.367361111108</c:v>
                </c:pt>
                <c:pt idx="32425">
                  <c:v>45698.743750000001</c:v>
                </c:pt>
                <c:pt idx="32426">
                  <c:v>45808.850694444453</c:v>
                </c:pt>
                <c:pt idx="32427">
                  <c:v>45661.475694444453</c:v>
                </c:pt>
                <c:pt idx="32428">
                  <c:v>45617.84375</c:v>
                </c:pt>
                <c:pt idx="32429">
                  <c:v>45971.791666666657</c:v>
                </c:pt>
                <c:pt idx="32430">
                  <c:v>45782.787499999999</c:v>
                </c:pt>
                <c:pt idx="32431">
                  <c:v>45771.616666666669</c:v>
                </c:pt>
                <c:pt idx="32432">
                  <c:v>45730.879861111112</c:v>
                </c:pt>
                <c:pt idx="32433">
                  <c:v>46010.502083333333</c:v>
                </c:pt>
                <c:pt idx="32434">
                  <c:v>45992.459722222222</c:v>
                </c:pt>
                <c:pt idx="32435">
                  <c:v>45387.408333333333</c:v>
                </c:pt>
                <c:pt idx="32436">
                  <c:v>45465.867361111108</c:v>
                </c:pt>
                <c:pt idx="32437">
                  <c:v>45426.645138888889</c:v>
                </c:pt>
                <c:pt idx="32438">
                  <c:v>45939.861111111109</c:v>
                </c:pt>
                <c:pt idx="32439">
                  <c:v>45898.177083333343</c:v>
                </c:pt>
                <c:pt idx="32440">
                  <c:v>45856.438888888893</c:v>
                </c:pt>
                <c:pt idx="32441">
                  <c:v>45896.792361111111</c:v>
                </c:pt>
                <c:pt idx="32442">
                  <c:v>45702.477083333331</c:v>
                </c:pt>
                <c:pt idx="32443">
                  <c:v>45750.302083333343</c:v>
                </c:pt>
                <c:pt idx="32444">
                  <c:v>45597.564583333333</c:v>
                </c:pt>
                <c:pt idx="32445">
                  <c:v>46020.393055555563</c:v>
                </c:pt>
                <c:pt idx="32446">
                  <c:v>45657.311805555553</c:v>
                </c:pt>
                <c:pt idx="32447">
                  <c:v>45807.228472222218</c:v>
                </c:pt>
                <c:pt idx="32448">
                  <c:v>45360.401388888888</c:v>
                </c:pt>
                <c:pt idx="32449">
                  <c:v>45628.418749999997</c:v>
                </c:pt>
                <c:pt idx="32450">
                  <c:v>45546.302777777782</c:v>
                </c:pt>
                <c:pt idx="32451">
                  <c:v>45728.34375</c:v>
                </c:pt>
                <c:pt idx="32452">
                  <c:v>46020.40347222222</c:v>
                </c:pt>
                <c:pt idx="32453">
                  <c:v>45476.634722222218</c:v>
                </c:pt>
                <c:pt idx="32454">
                  <c:v>45842.256944444453</c:v>
                </c:pt>
                <c:pt idx="32455">
                  <c:v>45657.500694444447</c:v>
                </c:pt>
                <c:pt idx="32456">
                  <c:v>45504.261805555558</c:v>
                </c:pt>
                <c:pt idx="32457">
                  <c:v>45992.361111111109</c:v>
                </c:pt>
                <c:pt idx="32458">
                  <c:v>45562.17083333333</c:v>
                </c:pt>
                <c:pt idx="32459">
                  <c:v>46017.231249999997</c:v>
                </c:pt>
                <c:pt idx="32460">
                  <c:v>45475.279861111107</c:v>
                </c:pt>
                <c:pt idx="32461">
                  <c:v>45322.268750000003</c:v>
                </c:pt>
                <c:pt idx="32462">
                  <c:v>45935.95416666667</c:v>
                </c:pt>
                <c:pt idx="32463">
                  <c:v>45908.504861111112</c:v>
                </c:pt>
                <c:pt idx="32464">
                  <c:v>45846.311805555553</c:v>
                </c:pt>
                <c:pt idx="32465">
                  <c:v>45608.719444444447</c:v>
                </c:pt>
                <c:pt idx="32466">
                  <c:v>45559.031944444447</c:v>
                </c:pt>
                <c:pt idx="32467">
                  <c:v>45707.143055555563</c:v>
                </c:pt>
                <c:pt idx="32468">
                  <c:v>45703.580555555563</c:v>
                </c:pt>
                <c:pt idx="32469">
                  <c:v>45722.480555555558</c:v>
                </c:pt>
                <c:pt idx="32470">
                  <c:v>45995.654861111107</c:v>
                </c:pt>
                <c:pt idx="32471">
                  <c:v>45840.666666666657</c:v>
                </c:pt>
                <c:pt idx="32472">
                  <c:v>45795.55972222222</c:v>
                </c:pt>
                <c:pt idx="32473">
                  <c:v>45828.580555555563</c:v>
                </c:pt>
                <c:pt idx="32474">
                  <c:v>45552.448611111111</c:v>
                </c:pt>
                <c:pt idx="32475">
                  <c:v>45720.428472222222</c:v>
                </c:pt>
                <c:pt idx="32476">
                  <c:v>45450.359027777777</c:v>
                </c:pt>
                <c:pt idx="32477">
                  <c:v>45632.606249999997</c:v>
                </c:pt>
                <c:pt idx="32478">
                  <c:v>45928.370833333327</c:v>
                </c:pt>
                <c:pt idx="32479">
                  <c:v>45330.706944444442</c:v>
                </c:pt>
                <c:pt idx="32480">
                  <c:v>45837.873611111107</c:v>
                </c:pt>
                <c:pt idx="32481">
                  <c:v>45902.347916666673</c:v>
                </c:pt>
                <c:pt idx="32482">
                  <c:v>45868.332638888889</c:v>
                </c:pt>
                <c:pt idx="32483">
                  <c:v>45948.530555555553</c:v>
                </c:pt>
                <c:pt idx="32484">
                  <c:v>45685.388194444437</c:v>
                </c:pt>
                <c:pt idx="32485">
                  <c:v>45850.720833333333</c:v>
                </c:pt>
                <c:pt idx="32486">
                  <c:v>45468.64166666667</c:v>
                </c:pt>
                <c:pt idx="32487">
                  <c:v>45740.395833333343</c:v>
                </c:pt>
                <c:pt idx="32488">
                  <c:v>45497.762499999997</c:v>
                </c:pt>
                <c:pt idx="32489">
                  <c:v>46003.429166666669</c:v>
                </c:pt>
                <c:pt idx="32490">
                  <c:v>45668.370833333327</c:v>
                </c:pt>
                <c:pt idx="32491">
                  <c:v>45380.678472222222</c:v>
                </c:pt>
                <c:pt idx="32492">
                  <c:v>45897.798611111109</c:v>
                </c:pt>
                <c:pt idx="32493">
                  <c:v>45422.809027777781</c:v>
                </c:pt>
                <c:pt idx="32494">
                  <c:v>45515.420138888891</c:v>
                </c:pt>
                <c:pt idx="32495">
                  <c:v>45930.49722222222</c:v>
                </c:pt>
                <c:pt idx="32496">
                  <c:v>45404.546527777777</c:v>
                </c:pt>
                <c:pt idx="32497">
                  <c:v>45691.604166666657</c:v>
                </c:pt>
                <c:pt idx="32498">
                  <c:v>45794.397916666669</c:v>
                </c:pt>
                <c:pt idx="32499">
                  <c:v>45981.384722222218</c:v>
                </c:pt>
                <c:pt idx="32500">
                  <c:v>45769.46597222222</c:v>
                </c:pt>
                <c:pt idx="32501">
                  <c:v>45611.746527777781</c:v>
                </c:pt>
                <c:pt idx="32502">
                  <c:v>45468.67291666667</c:v>
                </c:pt>
                <c:pt idx="32503">
                  <c:v>45305.39166666667</c:v>
                </c:pt>
                <c:pt idx="32504">
                  <c:v>45533.773611111108</c:v>
                </c:pt>
                <c:pt idx="32505">
                  <c:v>45351.427777777782</c:v>
                </c:pt>
                <c:pt idx="32506">
                  <c:v>45297.455555555563</c:v>
                </c:pt>
                <c:pt idx="32507">
                  <c:v>45560.769444444442</c:v>
                </c:pt>
                <c:pt idx="32508">
                  <c:v>46021.77847222222</c:v>
                </c:pt>
                <c:pt idx="32509">
                  <c:v>45637.470138888893</c:v>
                </c:pt>
                <c:pt idx="32510">
                  <c:v>45321.439583333333</c:v>
                </c:pt>
                <c:pt idx="32511">
                  <c:v>45847.462500000001</c:v>
                </c:pt>
                <c:pt idx="32512">
                  <c:v>45818.793749999997</c:v>
                </c:pt>
                <c:pt idx="32513">
                  <c:v>45953.365277777782</c:v>
                </c:pt>
                <c:pt idx="32514">
                  <c:v>45715.545138888891</c:v>
                </c:pt>
                <c:pt idx="32515">
                  <c:v>45872.561111111107</c:v>
                </c:pt>
                <c:pt idx="32516">
                  <c:v>45586.34652777778</c:v>
                </c:pt>
                <c:pt idx="32517">
                  <c:v>45444.73333333333</c:v>
                </c:pt>
                <c:pt idx="32518">
                  <c:v>45617.477777777778</c:v>
                </c:pt>
                <c:pt idx="32519">
                  <c:v>45302.734027777777</c:v>
                </c:pt>
                <c:pt idx="32520">
                  <c:v>45839.8125</c:v>
                </c:pt>
                <c:pt idx="32521">
                  <c:v>45921.630555555559</c:v>
                </c:pt>
                <c:pt idx="32522">
                  <c:v>45837.872916666667</c:v>
                </c:pt>
                <c:pt idx="32523">
                  <c:v>45866.356944444437</c:v>
                </c:pt>
                <c:pt idx="32524">
                  <c:v>46003.677777777782</c:v>
                </c:pt>
                <c:pt idx="32525">
                  <c:v>45927.494444444441</c:v>
                </c:pt>
                <c:pt idx="32526">
                  <c:v>45826.490277777782</c:v>
                </c:pt>
                <c:pt idx="32527">
                  <c:v>45770.236805555563</c:v>
                </c:pt>
                <c:pt idx="32528">
                  <c:v>45916.884722222218</c:v>
                </c:pt>
                <c:pt idx="32529">
                  <c:v>45695.447222222218</c:v>
                </c:pt>
                <c:pt idx="32530">
                  <c:v>45418.636111111111</c:v>
                </c:pt>
                <c:pt idx="32531">
                  <c:v>45621.487500000003</c:v>
                </c:pt>
                <c:pt idx="32532">
                  <c:v>45483.407638888893</c:v>
                </c:pt>
                <c:pt idx="32533">
                  <c:v>45549.74722222222</c:v>
                </c:pt>
                <c:pt idx="32534">
                  <c:v>45331.484027777777</c:v>
                </c:pt>
                <c:pt idx="32535">
                  <c:v>45838.588888888888</c:v>
                </c:pt>
                <c:pt idx="32536">
                  <c:v>45985.965277777781</c:v>
                </c:pt>
                <c:pt idx="32537">
                  <c:v>45742.561805555553</c:v>
                </c:pt>
                <c:pt idx="32538">
                  <c:v>45621.467361111107</c:v>
                </c:pt>
                <c:pt idx="32539">
                  <c:v>45726.350694444453</c:v>
                </c:pt>
                <c:pt idx="32540">
                  <c:v>45744.701388888891</c:v>
                </c:pt>
                <c:pt idx="32541">
                  <c:v>45660.665277777778</c:v>
                </c:pt>
                <c:pt idx="32542">
                  <c:v>45643.236111111109</c:v>
                </c:pt>
                <c:pt idx="32543">
                  <c:v>45635.196527777778</c:v>
                </c:pt>
                <c:pt idx="32544">
                  <c:v>45621.413194444453</c:v>
                </c:pt>
                <c:pt idx="32545">
                  <c:v>45752.009722222218</c:v>
                </c:pt>
                <c:pt idx="32546">
                  <c:v>45914.415972222218</c:v>
                </c:pt>
                <c:pt idx="32547">
                  <c:v>45939.763888888891</c:v>
                </c:pt>
                <c:pt idx="32548">
                  <c:v>45782.622916666667</c:v>
                </c:pt>
                <c:pt idx="32549">
                  <c:v>45671.619444444441</c:v>
                </c:pt>
                <c:pt idx="32550">
                  <c:v>45567.646527777782</c:v>
                </c:pt>
                <c:pt idx="32551">
                  <c:v>45737.015277777777</c:v>
                </c:pt>
                <c:pt idx="32552">
                  <c:v>45349.605555555558</c:v>
                </c:pt>
                <c:pt idx="32553">
                  <c:v>45833.987500000003</c:v>
                </c:pt>
                <c:pt idx="32554">
                  <c:v>45476.551388888889</c:v>
                </c:pt>
                <c:pt idx="32555">
                  <c:v>45617.604861111111</c:v>
                </c:pt>
                <c:pt idx="32556">
                  <c:v>45937.977777777778</c:v>
                </c:pt>
                <c:pt idx="32557">
                  <c:v>45763.939583333333</c:v>
                </c:pt>
                <c:pt idx="32558">
                  <c:v>45575.513194444437</c:v>
                </c:pt>
                <c:pt idx="32559">
                  <c:v>45797.022222222222</c:v>
                </c:pt>
                <c:pt idx="32560">
                  <c:v>45504.775694444441</c:v>
                </c:pt>
                <c:pt idx="32561">
                  <c:v>45660.779166666667</c:v>
                </c:pt>
                <c:pt idx="32562">
                  <c:v>45307.53402777778</c:v>
                </c:pt>
                <c:pt idx="32563">
                  <c:v>45540.823611111111</c:v>
                </c:pt>
                <c:pt idx="32564">
                  <c:v>45427.492361111108</c:v>
                </c:pt>
                <c:pt idx="32565">
                  <c:v>45638.275000000001</c:v>
                </c:pt>
                <c:pt idx="32566">
                  <c:v>45965.904861111107</c:v>
                </c:pt>
                <c:pt idx="32567">
                  <c:v>45858.472222222219</c:v>
                </c:pt>
                <c:pt idx="32568">
                  <c:v>45831.019444444442</c:v>
                </c:pt>
                <c:pt idx="32569">
                  <c:v>45731.230555555558</c:v>
                </c:pt>
                <c:pt idx="32570">
                  <c:v>45678.445138888892</c:v>
                </c:pt>
                <c:pt idx="32571">
                  <c:v>45782.89166666667</c:v>
                </c:pt>
                <c:pt idx="32572">
                  <c:v>46018.468055555553</c:v>
                </c:pt>
                <c:pt idx="32573">
                  <c:v>45877.50277777778</c:v>
                </c:pt>
                <c:pt idx="32574">
                  <c:v>46018.590277777781</c:v>
                </c:pt>
                <c:pt idx="32575">
                  <c:v>45713.638194444437</c:v>
                </c:pt>
                <c:pt idx="32576">
                  <c:v>45689.70416666667</c:v>
                </c:pt>
                <c:pt idx="32577">
                  <c:v>45647.202777777777</c:v>
                </c:pt>
                <c:pt idx="32578">
                  <c:v>45649.40625</c:v>
                </c:pt>
                <c:pt idx="32579">
                  <c:v>46000.631249999999</c:v>
                </c:pt>
                <c:pt idx="32580">
                  <c:v>46019.886111111111</c:v>
                </c:pt>
                <c:pt idx="32581">
                  <c:v>45877.943749999999</c:v>
                </c:pt>
                <c:pt idx="32582">
                  <c:v>46002.82916666667</c:v>
                </c:pt>
                <c:pt idx="32583">
                  <c:v>45993.394444444442</c:v>
                </c:pt>
                <c:pt idx="32584">
                  <c:v>45589.783333333333</c:v>
                </c:pt>
                <c:pt idx="32585">
                  <c:v>45814.24722222222</c:v>
                </c:pt>
                <c:pt idx="32586">
                  <c:v>45965.706944444442</c:v>
                </c:pt>
                <c:pt idx="32587">
                  <c:v>45696.63958333333</c:v>
                </c:pt>
                <c:pt idx="32588">
                  <c:v>45336.329861111109</c:v>
                </c:pt>
                <c:pt idx="32589">
                  <c:v>45392.277083333327</c:v>
                </c:pt>
                <c:pt idx="32590">
                  <c:v>45934.475694444453</c:v>
                </c:pt>
                <c:pt idx="32591">
                  <c:v>45512.42083333333</c:v>
                </c:pt>
                <c:pt idx="32592">
                  <c:v>45575.386805555558</c:v>
                </c:pt>
                <c:pt idx="32593">
                  <c:v>45473.779166666667</c:v>
                </c:pt>
                <c:pt idx="32594">
                  <c:v>45833.429861111108</c:v>
                </c:pt>
                <c:pt idx="32595">
                  <c:v>45351.666666666657</c:v>
                </c:pt>
                <c:pt idx="32596">
                  <c:v>45736.692361111112</c:v>
                </c:pt>
                <c:pt idx="32597">
                  <c:v>45725.881944444453</c:v>
                </c:pt>
                <c:pt idx="32598">
                  <c:v>45728.763888888891</c:v>
                </c:pt>
                <c:pt idx="32599">
                  <c:v>45719.911805555559</c:v>
                </c:pt>
                <c:pt idx="32600">
                  <c:v>45845.870138888888</c:v>
                </c:pt>
                <c:pt idx="32601">
                  <c:v>45834.621527777781</c:v>
                </c:pt>
                <c:pt idx="32602">
                  <c:v>45584.402083333327</c:v>
                </c:pt>
                <c:pt idx="32603">
                  <c:v>45689.088888888888</c:v>
                </c:pt>
                <c:pt idx="32604">
                  <c:v>45681.456250000003</c:v>
                </c:pt>
                <c:pt idx="32605">
                  <c:v>45928.704861111109</c:v>
                </c:pt>
                <c:pt idx="32606">
                  <c:v>45858.830555555563</c:v>
                </c:pt>
                <c:pt idx="32607">
                  <c:v>45663.789583333331</c:v>
                </c:pt>
                <c:pt idx="32608">
                  <c:v>45692.799305555563</c:v>
                </c:pt>
                <c:pt idx="32609">
                  <c:v>45692.799305555563</c:v>
                </c:pt>
                <c:pt idx="32610">
                  <c:v>45859.593055555553</c:v>
                </c:pt>
                <c:pt idx="32611">
                  <c:v>45807.804861111108</c:v>
                </c:pt>
                <c:pt idx="32612">
                  <c:v>45576.59097222222</c:v>
                </c:pt>
                <c:pt idx="32613">
                  <c:v>45859.593055555553</c:v>
                </c:pt>
                <c:pt idx="32614">
                  <c:v>45576.59097222222</c:v>
                </c:pt>
                <c:pt idx="32615">
                  <c:v>45853.45</c:v>
                </c:pt>
                <c:pt idx="32616">
                  <c:v>45728.459722222222</c:v>
                </c:pt>
                <c:pt idx="32617">
                  <c:v>45807.804861111108</c:v>
                </c:pt>
                <c:pt idx="32618">
                  <c:v>45770.56527777778</c:v>
                </c:pt>
                <c:pt idx="32619">
                  <c:v>45968.427777777782</c:v>
                </c:pt>
                <c:pt idx="32620">
                  <c:v>45968.427777777782</c:v>
                </c:pt>
                <c:pt idx="32621">
                  <c:v>45563.727777777778</c:v>
                </c:pt>
                <c:pt idx="32622">
                  <c:v>45928.530555555553</c:v>
                </c:pt>
                <c:pt idx="32623">
                  <c:v>45563.727777777778</c:v>
                </c:pt>
                <c:pt idx="32624">
                  <c:v>45928.530555555553</c:v>
                </c:pt>
                <c:pt idx="32625">
                  <c:v>45995.546527777777</c:v>
                </c:pt>
                <c:pt idx="32626">
                  <c:v>45597.490277777782</c:v>
                </c:pt>
                <c:pt idx="32627">
                  <c:v>45450.652083333327</c:v>
                </c:pt>
                <c:pt idx="32628">
                  <c:v>45770.56527777778</c:v>
                </c:pt>
                <c:pt idx="32629">
                  <c:v>45642.696527777778</c:v>
                </c:pt>
                <c:pt idx="32630">
                  <c:v>45995.546527777777</c:v>
                </c:pt>
                <c:pt idx="32631">
                  <c:v>45853.45</c:v>
                </c:pt>
                <c:pt idx="32632">
                  <c:v>45888.442361111112</c:v>
                </c:pt>
                <c:pt idx="32633">
                  <c:v>45597.490277777782</c:v>
                </c:pt>
                <c:pt idx="32634">
                  <c:v>45888.442361111112</c:v>
                </c:pt>
                <c:pt idx="32635">
                  <c:v>45642.696527777778</c:v>
                </c:pt>
                <c:pt idx="32636">
                  <c:v>45728.459722222222</c:v>
                </c:pt>
                <c:pt idx="32637">
                  <c:v>45450.652083333327</c:v>
                </c:pt>
                <c:pt idx="32638">
                  <c:v>45867.703472222223</c:v>
                </c:pt>
                <c:pt idx="32639">
                  <c:v>45991.409722222219</c:v>
                </c:pt>
                <c:pt idx="32640">
                  <c:v>45659.427777777782</c:v>
                </c:pt>
                <c:pt idx="32641">
                  <c:v>45860.381249999999</c:v>
                </c:pt>
                <c:pt idx="32642">
                  <c:v>45600.626388888893</c:v>
                </c:pt>
                <c:pt idx="32643">
                  <c:v>45938.572916666657</c:v>
                </c:pt>
                <c:pt idx="32644">
                  <c:v>45304.836805555547</c:v>
                </c:pt>
                <c:pt idx="32645">
                  <c:v>45491.957638888889</c:v>
                </c:pt>
                <c:pt idx="32646">
                  <c:v>45641.615972222222</c:v>
                </c:pt>
                <c:pt idx="32647">
                  <c:v>45733.380555555559</c:v>
                </c:pt>
                <c:pt idx="32648">
                  <c:v>45733.380555555559</c:v>
                </c:pt>
                <c:pt idx="32649">
                  <c:v>45477.708333333343</c:v>
                </c:pt>
                <c:pt idx="32650">
                  <c:v>45769.388194444437</c:v>
                </c:pt>
                <c:pt idx="32651">
                  <c:v>45769.388194444437</c:v>
                </c:pt>
                <c:pt idx="32652">
                  <c:v>45544.668055555558</c:v>
                </c:pt>
                <c:pt idx="32653">
                  <c:v>45544.668055555558</c:v>
                </c:pt>
                <c:pt idx="32654">
                  <c:v>45477.708333333343</c:v>
                </c:pt>
                <c:pt idx="32655">
                  <c:v>45469.521527777782</c:v>
                </c:pt>
                <c:pt idx="32656">
                  <c:v>45863.556250000001</c:v>
                </c:pt>
                <c:pt idx="32657">
                  <c:v>45762.301388888889</c:v>
                </c:pt>
                <c:pt idx="32658">
                  <c:v>45597.019444444442</c:v>
                </c:pt>
                <c:pt idx="32659">
                  <c:v>45471.013888888891</c:v>
                </c:pt>
                <c:pt idx="32660">
                  <c:v>45379.017361111109</c:v>
                </c:pt>
                <c:pt idx="32661">
                  <c:v>45558.406944444447</c:v>
                </c:pt>
                <c:pt idx="32662">
                  <c:v>45739.359027777777</c:v>
                </c:pt>
                <c:pt idx="32663">
                  <c:v>45688.020833333343</c:v>
                </c:pt>
                <c:pt idx="32664">
                  <c:v>45781.537499999999</c:v>
                </c:pt>
                <c:pt idx="32665">
                  <c:v>45716.01458333333</c:v>
                </c:pt>
                <c:pt idx="32666">
                  <c:v>45566.054861111108</c:v>
                </c:pt>
                <c:pt idx="32667">
                  <c:v>45749.24722222222</c:v>
                </c:pt>
                <c:pt idx="32668">
                  <c:v>45413.068055555559</c:v>
                </c:pt>
                <c:pt idx="32669">
                  <c:v>45323.020138888889</c:v>
                </c:pt>
                <c:pt idx="32670">
                  <c:v>45505.024305555547</c:v>
                </c:pt>
                <c:pt idx="32671">
                  <c:v>45656.018055555563</c:v>
                </c:pt>
                <c:pt idx="32672">
                  <c:v>45625.013888888891</c:v>
                </c:pt>
                <c:pt idx="32673">
                  <c:v>45782.770138888889</c:v>
                </c:pt>
                <c:pt idx="32674">
                  <c:v>45509.490972222222</c:v>
                </c:pt>
                <c:pt idx="32675">
                  <c:v>45919.9</c:v>
                </c:pt>
                <c:pt idx="32676">
                  <c:v>45844.875</c:v>
                </c:pt>
                <c:pt idx="32677">
                  <c:v>45464.756249999999</c:v>
                </c:pt>
                <c:pt idx="32678">
                  <c:v>46019.7</c:v>
                </c:pt>
                <c:pt idx="32679">
                  <c:v>46019.7</c:v>
                </c:pt>
                <c:pt idx="32680">
                  <c:v>45635.686805555553</c:v>
                </c:pt>
                <c:pt idx="32681">
                  <c:v>45935.588194444441</c:v>
                </c:pt>
                <c:pt idx="32682">
                  <c:v>45562.582638888889</c:v>
                </c:pt>
                <c:pt idx="32683">
                  <c:v>45875.611111111109</c:v>
                </c:pt>
                <c:pt idx="32684">
                  <c:v>45678.538194444453</c:v>
                </c:pt>
                <c:pt idx="32685">
                  <c:v>45715.265972222223</c:v>
                </c:pt>
                <c:pt idx="32686">
                  <c:v>46009.557638888888</c:v>
                </c:pt>
                <c:pt idx="32687">
                  <c:v>45456.373611111107</c:v>
                </c:pt>
                <c:pt idx="32688">
                  <c:v>45362.334027777782</c:v>
                </c:pt>
                <c:pt idx="32689">
                  <c:v>45399.675694444442</c:v>
                </c:pt>
                <c:pt idx="32690">
                  <c:v>45820.527083333327</c:v>
                </c:pt>
                <c:pt idx="32691">
                  <c:v>45519.479166666657</c:v>
                </c:pt>
                <c:pt idx="32692">
                  <c:v>45418.329861111109</c:v>
                </c:pt>
                <c:pt idx="32693">
                  <c:v>45635.572916666657</c:v>
                </c:pt>
                <c:pt idx="32694">
                  <c:v>45339.530555555553</c:v>
                </c:pt>
                <c:pt idx="32695">
                  <c:v>45618.288888888892</c:v>
                </c:pt>
                <c:pt idx="32696">
                  <c:v>45848.456250000003</c:v>
                </c:pt>
                <c:pt idx="32697">
                  <c:v>45373.613888888889</c:v>
                </c:pt>
                <c:pt idx="32698">
                  <c:v>45747.490972222222</c:v>
                </c:pt>
                <c:pt idx="32699">
                  <c:v>45576.570833333331</c:v>
                </c:pt>
                <c:pt idx="32700">
                  <c:v>45502.40625</c:v>
                </c:pt>
                <c:pt idx="32701">
                  <c:v>45306.62222222222</c:v>
                </c:pt>
                <c:pt idx="32702">
                  <c:v>45656.580555555563</c:v>
                </c:pt>
                <c:pt idx="32703">
                  <c:v>45545.560416666667</c:v>
                </c:pt>
                <c:pt idx="32704">
                  <c:v>45964.402083333327</c:v>
                </c:pt>
                <c:pt idx="32705">
                  <c:v>45985.259722222218</c:v>
                </c:pt>
                <c:pt idx="32706">
                  <c:v>45623.649305555547</c:v>
                </c:pt>
                <c:pt idx="32707">
                  <c:v>45607.543749999997</c:v>
                </c:pt>
                <c:pt idx="32708">
                  <c:v>45898.672222222223</c:v>
                </c:pt>
                <c:pt idx="32709">
                  <c:v>45789.445138888892</c:v>
                </c:pt>
                <c:pt idx="32710">
                  <c:v>46016.906944444447</c:v>
                </c:pt>
                <c:pt idx="32711">
                  <c:v>45808.899305555547</c:v>
                </c:pt>
                <c:pt idx="32712">
                  <c:v>45773.709722222222</c:v>
                </c:pt>
                <c:pt idx="32713">
                  <c:v>45664.782638888893</c:v>
                </c:pt>
                <c:pt idx="32714">
                  <c:v>45739.790277777778</c:v>
                </c:pt>
                <c:pt idx="32715">
                  <c:v>45739.790277777778</c:v>
                </c:pt>
                <c:pt idx="32716">
                  <c:v>45664.782638888893</c:v>
                </c:pt>
                <c:pt idx="32717">
                  <c:v>45407.897916666669</c:v>
                </c:pt>
                <c:pt idx="32718">
                  <c:v>45407.897916666669</c:v>
                </c:pt>
                <c:pt idx="32719">
                  <c:v>45660.979861111111</c:v>
                </c:pt>
                <c:pt idx="32720">
                  <c:v>45901.673611111109</c:v>
                </c:pt>
                <c:pt idx="32721">
                  <c:v>45885.409722222219</c:v>
                </c:pt>
                <c:pt idx="32722">
                  <c:v>45813.481249999997</c:v>
                </c:pt>
                <c:pt idx="32723">
                  <c:v>45973.868055555547</c:v>
                </c:pt>
                <c:pt idx="32724">
                  <c:v>45741.616666666669</c:v>
                </c:pt>
                <c:pt idx="32725">
                  <c:v>45857.277083333327</c:v>
                </c:pt>
                <c:pt idx="32726">
                  <c:v>46016.443749999999</c:v>
                </c:pt>
                <c:pt idx="32727">
                  <c:v>45936.869444444441</c:v>
                </c:pt>
                <c:pt idx="32728">
                  <c:v>45642.601388888892</c:v>
                </c:pt>
                <c:pt idx="32729">
                  <c:v>45793.425694444442</c:v>
                </c:pt>
                <c:pt idx="32730">
                  <c:v>45834.799305555563</c:v>
                </c:pt>
                <c:pt idx="32731">
                  <c:v>45777.496527777781</c:v>
                </c:pt>
                <c:pt idx="32732">
                  <c:v>45721.476388888892</c:v>
                </c:pt>
                <c:pt idx="32733">
                  <c:v>45679.870833333327</c:v>
                </c:pt>
                <c:pt idx="32734">
                  <c:v>45657.501388888893</c:v>
                </c:pt>
                <c:pt idx="32735">
                  <c:v>45992.690972222219</c:v>
                </c:pt>
                <c:pt idx="32736">
                  <c:v>45701.636111111111</c:v>
                </c:pt>
                <c:pt idx="32737">
                  <c:v>45755.484722222223</c:v>
                </c:pt>
                <c:pt idx="32738">
                  <c:v>45946.80972222222</c:v>
                </c:pt>
                <c:pt idx="32739">
                  <c:v>45781.638194444437</c:v>
                </c:pt>
                <c:pt idx="32740">
                  <c:v>45739.979166666657</c:v>
                </c:pt>
                <c:pt idx="32741">
                  <c:v>45686.884027777778</c:v>
                </c:pt>
                <c:pt idx="32742">
                  <c:v>45686.854166666657</c:v>
                </c:pt>
                <c:pt idx="32743">
                  <c:v>45657.70208333333</c:v>
                </c:pt>
                <c:pt idx="32744">
                  <c:v>45722.719444444447</c:v>
                </c:pt>
                <c:pt idx="32745">
                  <c:v>45715.320138888892</c:v>
                </c:pt>
                <c:pt idx="32746">
                  <c:v>45985.040972222218</c:v>
                </c:pt>
                <c:pt idx="32747">
                  <c:v>46010.261805555558</c:v>
                </c:pt>
                <c:pt idx="32748">
                  <c:v>45771.447222222218</c:v>
                </c:pt>
                <c:pt idx="32749">
                  <c:v>45699.118055555547</c:v>
                </c:pt>
                <c:pt idx="32750">
                  <c:v>45953.811111111107</c:v>
                </c:pt>
                <c:pt idx="32751">
                  <c:v>45742.579861111109</c:v>
                </c:pt>
                <c:pt idx="32752">
                  <c:v>45771.45208333333</c:v>
                </c:pt>
                <c:pt idx="32753">
                  <c:v>45866.998611111107</c:v>
                </c:pt>
                <c:pt idx="32754">
                  <c:v>45725.48333333333</c:v>
                </c:pt>
                <c:pt idx="32755">
                  <c:v>45999.459027777782</c:v>
                </c:pt>
                <c:pt idx="32756">
                  <c:v>45925.995833333327</c:v>
                </c:pt>
                <c:pt idx="32757">
                  <c:v>45974.543749999997</c:v>
                </c:pt>
                <c:pt idx="32758">
                  <c:v>45653.073611111111</c:v>
                </c:pt>
                <c:pt idx="32759">
                  <c:v>45831.890277777777</c:v>
                </c:pt>
                <c:pt idx="32760">
                  <c:v>45891.855555555558</c:v>
                </c:pt>
                <c:pt idx="32761">
                  <c:v>45681.797222222223</c:v>
                </c:pt>
                <c:pt idx="32762">
                  <c:v>45802.929861111108</c:v>
                </c:pt>
                <c:pt idx="32763">
                  <c:v>45666.890277777777</c:v>
                </c:pt>
                <c:pt idx="32764">
                  <c:v>45776.552083333343</c:v>
                </c:pt>
                <c:pt idx="32765">
                  <c:v>45842.79791666667</c:v>
                </c:pt>
                <c:pt idx="32766">
                  <c:v>46022.522222222222</c:v>
                </c:pt>
                <c:pt idx="32767">
                  <c:v>45725.671527777777</c:v>
                </c:pt>
                <c:pt idx="32768">
                  <c:v>45591.880555555559</c:v>
                </c:pt>
                <c:pt idx="32769">
                  <c:v>45633.759722222218</c:v>
                </c:pt>
                <c:pt idx="32770">
                  <c:v>45330.805555555547</c:v>
                </c:pt>
                <c:pt idx="32771">
                  <c:v>45431.677083333343</c:v>
                </c:pt>
                <c:pt idx="32772">
                  <c:v>45743.818055555559</c:v>
                </c:pt>
                <c:pt idx="32773">
                  <c:v>45971.883333333331</c:v>
                </c:pt>
                <c:pt idx="32774">
                  <c:v>45660.677777777782</c:v>
                </c:pt>
                <c:pt idx="32775">
                  <c:v>45935.802777777782</c:v>
                </c:pt>
                <c:pt idx="32776">
                  <c:v>45989.442361111112</c:v>
                </c:pt>
                <c:pt idx="32777">
                  <c:v>45961.568055555559</c:v>
                </c:pt>
                <c:pt idx="32778">
                  <c:v>45782.475694444453</c:v>
                </c:pt>
                <c:pt idx="32779">
                  <c:v>45437.364583333343</c:v>
                </c:pt>
                <c:pt idx="32780">
                  <c:v>45625.410416666673</c:v>
                </c:pt>
                <c:pt idx="32781">
                  <c:v>45902.491666666669</c:v>
                </c:pt>
                <c:pt idx="32782">
                  <c:v>45407.604166666657</c:v>
                </c:pt>
                <c:pt idx="32783">
                  <c:v>45366.564583333333</c:v>
                </c:pt>
                <c:pt idx="32784">
                  <c:v>45635.438888888893</c:v>
                </c:pt>
                <c:pt idx="32785">
                  <c:v>45717.731944444437</c:v>
                </c:pt>
                <c:pt idx="32786">
                  <c:v>45327.388194444437</c:v>
                </c:pt>
                <c:pt idx="32787">
                  <c:v>45820.549305555563</c:v>
                </c:pt>
                <c:pt idx="32788">
                  <c:v>45609.397916666669</c:v>
                </c:pt>
                <c:pt idx="32789">
                  <c:v>45476.606944444437</c:v>
                </c:pt>
                <c:pt idx="32790">
                  <c:v>45543.590277777781</c:v>
                </c:pt>
                <c:pt idx="32791">
                  <c:v>45475.636111111111</c:v>
                </c:pt>
                <c:pt idx="32792">
                  <c:v>45960.955555555563</c:v>
                </c:pt>
                <c:pt idx="32793">
                  <c:v>45750.050694444442</c:v>
                </c:pt>
                <c:pt idx="32794">
                  <c:v>45370.433333333327</c:v>
                </c:pt>
                <c:pt idx="32795">
                  <c:v>45871.455555555563</c:v>
                </c:pt>
                <c:pt idx="32796">
                  <c:v>45726.263194444437</c:v>
                </c:pt>
                <c:pt idx="32797">
                  <c:v>45617.958333333343</c:v>
                </c:pt>
                <c:pt idx="32798">
                  <c:v>45966.680555555547</c:v>
                </c:pt>
                <c:pt idx="32799">
                  <c:v>45928.379861111112</c:v>
                </c:pt>
                <c:pt idx="32800">
                  <c:v>45827.46875</c:v>
                </c:pt>
                <c:pt idx="32801">
                  <c:v>45844.572916666657</c:v>
                </c:pt>
                <c:pt idx="32802">
                  <c:v>46016.517361111109</c:v>
                </c:pt>
                <c:pt idx="32803">
                  <c:v>46016.506249999999</c:v>
                </c:pt>
                <c:pt idx="32804">
                  <c:v>45800.293749999997</c:v>
                </c:pt>
                <c:pt idx="32805">
                  <c:v>45412.359027777777</c:v>
                </c:pt>
                <c:pt idx="32806">
                  <c:v>45309.668749999997</c:v>
                </c:pt>
                <c:pt idx="32807">
                  <c:v>45851.345138888893</c:v>
                </c:pt>
                <c:pt idx="32808">
                  <c:v>45390.756249999999</c:v>
                </c:pt>
                <c:pt idx="32809">
                  <c:v>45777.34375</c:v>
                </c:pt>
                <c:pt idx="32810">
                  <c:v>45495.629166666673</c:v>
                </c:pt>
                <c:pt idx="32811">
                  <c:v>45460.62222222222</c:v>
                </c:pt>
                <c:pt idx="32812">
                  <c:v>45581.55</c:v>
                </c:pt>
                <c:pt idx="32813">
                  <c:v>45726.306250000001</c:v>
                </c:pt>
                <c:pt idx="32814">
                  <c:v>45361.225694444453</c:v>
                </c:pt>
                <c:pt idx="32815">
                  <c:v>45607.643055555563</c:v>
                </c:pt>
                <c:pt idx="32816">
                  <c:v>45555.674305555563</c:v>
                </c:pt>
                <c:pt idx="32817">
                  <c:v>45486.319444444453</c:v>
                </c:pt>
                <c:pt idx="32818">
                  <c:v>45903.552777777782</c:v>
                </c:pt>
                <c:pt idx="32819">
                  <c:v>45337.64166666667</c:v>
                </c:pt>
                <c:pt idx="32820">
                  <c:v>45826.383333333331</c:v>
                </c:pt>
                <c:pt idx="32821">
                  <c:v>45990.15902777778</c:v>
                </c:pt>
                <c:pt idx="32822">
                  <c:v>45960.22152777778</c:v>
                </c:pt>
                <c:pt idx="32823">
                  <c:v>45675.315972222219</c:v>
                </c:pt>
                <c:pt idx="32824">
                  <c:v>45931.656944444447</c:v>
                </c:pt>
                <c:pt idx="32825">
                  <c:v>45701.326388888891</c:v>
                </c:pt>
                <c:pt idx="32826">
                  <c:v>45526.548611111109</c:v>
                </c:pt>
                <c:pt idx="32827">
                  <c:v>45877.306250000001</c:v>
                </c:pt>
                <c:pt idx="32828">
                  <c:v>45750.368750000001</c:v>
                </c:pt>
                <c:pt idx="32829">
                  <c:v>45414.451388888891</c:v>
                </c:pt>
                <c:pt idx="32830">
                  <c:v>45439.616666666669</c:v>
                </c:pt>
                <c:pt idx="32831">
                  <c:v>46011.673611111109</c:v>
                </c:pt>
                <c:pt idx="32832">
                  <c:v>45952.652083333327</c:v>
                </c:pt>
                <c:pt idx="32833">
                  <c:v>45777.552083333343</c:v>
                </c:pt>
                <c:pt idx="32834">
                  <c:v>45762.427777777782</c:v>
                </c:pt>
                <c:pt idx="32835">
                  <c:v>45777.56527777778</c:v>
                </c:pt>
                <c:pt idx="32836">
                  <c:v>45777.558333333327</c:v>
                </c:pt>
                <c:pt idx="32837">
                  <c:v>45896.577777777777</c:v>
                </c:pt>
                <c:pt idx="32838">
                  <c:v>45965.65902777778</c:v>
                </c:pt>
                <c:pt idx="32839">
                  <c:v>45622.287499999999</c:v>
                </c:pt>
                <c:pt idx="32840">
                  <c:v>45965.65902777778</c:v>
                </c:pt>
                <c:pt idx="32841">
                  <c:v>45622.287499999999</c:v>
                </c:pt>
                <c:pt idx="32842">
                  <c:v>45709.674305555563</c:v>
                </c:pt>
                <c:pt idx="32843">
                  <c:v>45708.409722222219</c:v>
                </c:pt>
                <c:pt idx="32844">
                  <c:v>45971.544444444437</c:v>
                </c:pt>
                <c:pt idx="32845">
                  <c:v>45720.392361111109</c:v>
                </c:pt>
                <c:pt idx="32846">
                  <c:v>45817.40347222222</c:v>
                </c:pt>
                <c:pt idx="32847">
                  <c:v>45960.347916666673</c:v>
                </c:pt>
                <c:pt idx="32848">
                  <c:v>45718.707638888889</c:v>
                </c:pt>
                <c:pt idx="32849">
                  <c:v>45809.663888888892</c:v>
                </c:pt>
                <c:pt idx="32850">
                  <c:v>45468.258333333331</c:v>
                </c:pt>
                <c:pt idx="32851">
                  <c:v>45940.255555555559</c:v>
                </c:pt>
                <c:pt idx="32852">
                  <c:v>45971.257638888892</c:v>
                </c:pt>
                <c:pt idx="32853">
                  <c:v>46009.215277777781</c:v>
                </c:pt>
                <c:pt idx="32854">
                  <c:v>45845.263194444437</c:v>
                </c:pt>
                <c:pt idx="32855">
                  <c:v>45593.257638888892</c:v>
                </c:pt>
                <c:pt idx="32856">
                  <c:v>45416.703472222223</c:v>
                </c:pt>
                <c:pt idx="32857">
                  <c:v>45634.627083333333</c:v>
                </c:pt>
                <c:pt idx="32858">
                  <c:v>45326.481944444437</c:v>
                </c:pt>
                <c:pt idx="32859">
                  <c:v>45528.589583333327</c:v>
                </c:pt>
                <c:pt idx="32860">
                  <c:v>45748.690972222219</c:v>
                </c:pt>
                <c:pt idx="32861">
                  <c:v>45683.646527777782</c:v>
                </c:pt>
                <c:pt idx="32862">
                  <c:v>45898.254166666673</c:v>
                </c:pt>
                <c:pt idx="32863">
                  <c:v>45864.419444444437</c:v>
                </c:pt>
                <c:pt idx="32864">
                  <c:v>45779.261111111111</c:v>
                </c:pt>
                <c:pt idx="32865">
                  <c:v>45859.219444444447</c:v>
                </c:pt>
                <c:pt idx="32866">
                  <c:v>45797.824305555558</c:v>
                </c:pt>
                <c:pt idx="32867">
                  <c:v>45832.90347222222</c:v>
                </c:pt>
                <c:pt idx="32868">
                  <c:v>45797.824305555558</c:v>
                </c:pt>
                <c:pt idx="32869">
                  <c:v>45948.590277777781</c:v>
                </c:pt>
                <c:pt idx="32870">
                  <c:v>45948.590277777781</c:v>
                </c:pt>
                <c:pt idx="32871">
                  <c:v>45832.90347222222</c:v>
                </c:pt>
                <c:pt idx="32872">
                  <c:v>45763.370833333327</c:v>
                </c:pt>
                <c:pt idx="32873">
                  <c:v>46006.533333333333</c:v>
                </c:pt>
                <c:pt idx="32874">
                  <c:v>45390.972222222219</c:v>
                </c:pt>
                <c:pt idx="32875">
                  <c:v>46005.325694444437</c:v>
                </c:pt>
                <c:pt idx="32876">
                  <c:v>45960.600694444453</c:v>
                </c:pt>
                <c:pt idx="32877">
                  <c:v>45923.6</c:v>
                </c:pt>
                <c:pt idx="32878">
                  <c:v>46019.777777777781</c:v>
                </c:pt>
                <c:pt idx="32879">
                  <c:v>45821.470138888893</c:v>
                </c:pt>
                <c:pt idx="32880">
                  <c:v>45409.901388888888</c:v>
                </c:pt>
                <c:pt idx="32881">
                  <c:v>45496.506249999999</c:v>
                </c:pt>
                <c:pt idx="32882">
                  <c:v>45496.546527777777</c:v>
                </c:pt>
                <c:pt idx="32883">
                  <c:v>45644.734027777777</c:v>
                </c:pt>
                <c:pt idx="32884">
                  <c:v>45643.59097222222</c:v>
                </c:pt>
                <c:pt idx="32885">
                  <c:v>45493.106944444437</c:v>
                </c:pt>
                <c:pt idx="32886">
                  <c:v>45729.527083333327</c:v>
                </c:pt>
                <c:pt idx="32887">
                  <c:v>45962.710416666669</c:v>
                </c:pt>
                <c:pt idx="32888">
                  <c:v>46000.61041666667</c:v>
                </c:pt>
                <c:pt idx="32889">
                  <c:v>45596.75277777778</c:v>
                </c:pt>
                <c:pt idx="32890">
                  <c:v>45298.609027777777</c:v>
                </c:pt>
                <c:pt idx="32891">
                  <c:v>45715.55972222222</c:v>
                </c:pt>
                <c:pt idx="32892">
                  <c:v>45715.5625</c:v>
                </c:pt>
                <c:pt idx="32893">
                  <c:v>45582.662499999999</c:v>
                </c:pt>
                <c:pt idx="32894">
                  <c:v>45918.373611111107</c:v>
                </c:pt>
                <c:pt idx="32895">
                  <c:v>45736.743055555547</c:v>
                </c:pt>
                <c:pt idx="32896">
                  <c:v>45679.813888888893</c:v>
                </c:pt>
                <c:pt idx="32897">
                  <c:v>45872.550694444442</c:v>
                </c:pt>
                <c:pt idx="32898">
                  <c:v>45723.668055555558</c:v>
                </c:pt>
                <c:pt idx="32899">
                  <c:v>45694.602777777778</c:v>
                </c:pt>
                <c:pt idx="32900">
                  <c:v>45709.453472222223</c:v>
                </c:pt>
                <c:pt idx="32901">
                  <c:v>45985.443749999999</c:v>
                </c:pt>
                <c:pt idx="32902">
                  <c:v>45933.585416666669</c:v>
                </c:pt>
                <c:pt idx="32903">
                  <c:v>45294.504861111112</c:v>
                </c:pt>
                <c:pt idx="32904">
                  <c:v>45932.279166666667</c:v>
                </c:pt>
                <c:pt idx="32905">
                  <c:v>45752.574305555558</c:v>
                </c:pt>
                <c:pt idx="32906">
                  <c:v>45747.801388888889</c:v>
                </c:pt>
                <c:pt idx="32907">
                  <c:v>45747.801388888889</c:v>
                </c:pt>
                <c:pt idx="32908">
                  <c:v>45361.584027777782</c:v>
                </c:pt>
                <c:pt idx="32909">
                  <c:v>45746.495833333327</c:v>
                </c:pt>
                <c:pt idx="32910">
                  <c:v>45824.925000000003</c:v>
                </c:pt>
                <c:pt idx="32911">
                  <c:v>45848.45208333333</c:v>
                </c:pt>
                <c:pt idx="32912">
                  <c:v>45774.525694444441</c:v>
                </c:pt>
                <c:pt idx="32913">
                  <c:v>45585.477083333331</c:v>
                </c:pt>
                <c:pt idx="32914">
                  <c:v>45398.428472222222</c:v>
                </c:pt>
                <c:pt idx="32915">
                  <c:v>45801.448611111111</c:v>
                </c:pt>
                <c:pt idx="32916">
                  <c:v>45964.568055555559</c:v>
                </c:pt>
                <c:pt idx="32917">
                  <c:v>45447.630555555559</c:v>
                </c:pt>
                <c:pt idx="32918">
                  <c:v>45910.474999999999</c:v>
                </c:pt>
                <c:pt idx="32919">
                  <c:v>45522.511111111111</c:v>
                </c:pt>
                <c:pt idx="32920">
                  <c:v>45821.025694444441</c:v>
                </c:pt>
                <c:pt idx="32921">
                  <c:v>46019.393750000003</c:v>
                </c:pt>
                <c:pt idx="32922">
                  <c:v>45797.595138888893</c:v>
                </c:pt>
                <c:pt idx="32923">
                  <c:v>45554.012499999997</c:v>
                </c:pt>
                <c:pt idx="32924">
                  <c:v>45513.033333333333</c:v>
                </c:pt>
                <c:pt idx="32925">
                  <c:v>45317.821527777778</c:v>
                </c:pt>
                <c:pt idx="32926">
                  <c:v>45431.984027777777</c:v>
                </c:pt>
                <c:pt idx="32927">
                  <c:v>45499.337500000001</c:v>
                </c:pt>
                <c:pt idx="32928">
                  <c:v>45390.530555555553</c:v>
                </c:pt>
                <c:pt idx="32929">
                  <c:v>45576.918749999997</c:v>
                </c:pt>
                <c:pt idx="32930">
                  <c:v>45576.904861111107</c:v>
                </c:pt>
                <c:pt idx="32931">
                  <c:v>45667.296527777777</c:v>
                </c:pt>
                <c:pt idx="32932">
                  <c:v>45457.99722222222</c:v>
                </c:pt>
                <c:pt idx="32933">
                  <c:v>45346.162499999999</c:v>
                </c:pt>
                <c:pt idx="32934">
                  <c:v>45376.328472222223</c:v>
                </c:pt>
                <c:pt idx="32935">
                  <c:v>45473.547222222223</c:v>
                </c:pt>
                <c:pt idx="32936">
                  <c:v>45488.283333333333</c:v>
                </c:pt>
                <c:pt idx="32937">
                  <c:v>45513.939583333333</c:v>
                </c:pt>
                <c:pt idx="32938">
                  <c:v>45415.497916666667</c:v>
                </c:pt>
                <c:pt idx="32939">
                  <c:v>45777.845138888893</c:v>
                </c:pt>
                <c:pt idx="32940">
                  <c:v>45611.713888888888</c:v>
                </c:pt>
                <c:pt idx="32941">
                  <c:v>45656.671527777777</c:v>
                </c:pt>
                <c:pt idx="32942">
                  <c:v>45982.644444444442</c:v>
                </c:pt>
                <c:pt idx="32943">
                  <c:v>45975.546527777777</c:v>
                </c:pt>
                <c:pt idx="32944">
                  <c:v>45376.674305555563</c:v>
                </c:pt>
                <c:pt idx="32945">
                  <c:v>45916.92291666667</c:v>
                </c:pt>
                <c:pt idx="32946">
                  <c:v>45859.837500000001</c:v>
                </c:pt>
                <c:pt idx="32947">
                  <c:v>45637.542361111111</c:v>
                </c:pt>
                <c:pt idx="32948">
                  <c:v>45567.48333333333</c:v>
                </c:pt>
                <c:pt idx="32949">
                  <c:v>45758.626388888893</c:v>
                </c:pt>
                <c:pt idx="32950">
                  <c:v>45592.01666666667</c:v>
                </c:pt>
                <c:pt idx="32951">
                  <c:v>45699.59652777778</c:v>
                </c:pt>
                <c:pt idx="32952">
                  <c:v>45952.852777777778</c:v>
                </c:pt>
                <c:pt idx="32953">
                  <c:v>45947.058333333327</c:v>
                </c:pt>
                <c:pt idx="32954">
                  <c:v>45355.534722222219</c:v>
                </c:pt>
                <c:pt idx="32955">
                  <c:v>45544.501388888893</c:v>
                </c:pt>
                <c:pt idx="32956">
                  <c:v>45453.510416666657</c:v>
                </c:pt>
                <c:pt idx="32957">
                  <c:v>45975.634722222218</c:v>
                </c:pt>
                <c:pt idx="32958">
                  <c:v>45913.513194444437</c:v>
                </c:pt>
                <c:pt idx="32959">
                  <c:v>45843.775694444441</c:v>
                </c:pt>
                <c:pt idx="32960">
                  <c:v>45765.693749999999</c:v>
                </c:pt>
                <c:pt idx="32961">
                  <c:v>45646.449305555558</c:v>
                </c:pt>
                <c:pt idx="32962">
                  <c:v>45644.488888888889</c:v>
                </c:pt>
                <c:pt idx="32963">
                  <c:v>45899.529166666667</c:v>
                </c:pt>
                <c:pt idx="32964">
                  <c:v>45888.622916666667</c:v>
                </c:pt>
                <c:pt idx="32965">
                  <c:v>45901.145833333343</c:v>
                </c:pt>
                <c:pt idx="32966">
                  <c:v>45664.525694444441</c:v>
                </c:pt>
                <c:pt idx="32967">
                  <c:v>45939.479166666657</c:v>
                </c:pt>
                <c:pt idx="32968">
                  <c:v>45831.734722222223</c:v>
                </c:pt>
                <c:pt idx="32969">
                  <c:v>45957.668749999997</c:v>
                </c:pt>
                <c:pt idx="32970">
                  <c:v>45779.554166666669</c:v>
                </c:pt>
                <c:pt idx="32971">
                  <c:v>45775.511111111111</c:v>
                </c:pt>
                <c:pt idx="32972">
                  <c:v>45583.464583333327</c:v>
                </c:pt>
                <c:pt idx="32973">
                  <c:v>45638.268750000003</c:v>
                </c:pt>
                <c:pt idx="32974">
                  <c:v>45621.427083333343</c:v>
                </c:pt>
                <c:pt idx="32975">
                  <c:v>45916.515972222223</c:v>
                </c:pt>
                <c:pt idx="32976">
                  <c:v>45701.597222222219</c:v>
                </c:pt>
                <c:pt idx="32977">
                  <c:v>46007.490277777782</c:v>
                </c:pt>
                <c:pt idx="32978">
                  <c:v>45529.513888888891</c:v>
                </c:pt>
                <c:pt idx="32979">
                  <c:v>45852.361111111109</c:v>
                </c:pt>
                <c:pt idx="32980">
                  <c:v>45887.625</c:v>
                </c:pt>
                <c:pt idx="32981">
                  <c:v>45986.54583333333</c:v>
                </c:pt>
                <c:pt idx="32982">
                  <c:v>45781.647222222222</c:v>
                </c:pt>
                <c:pt idx="32983">
                  <c:v>45319.692361111112</c:v>
                </c:pt>
                <c:pt idx="32984">
                  <c:v>45839.852777777778</c:v>
                </c:pt>
                <c:pt idx="32985">
                  <c:v>45812.415277777778</c:v>
                </c:pt>
                <c:pt idx="32986">
                  <c:v>45838.426388888889</c:v>
                </c:pt>
                <c:pt idx="32987">
                  <c:v>45754.395833333343</c:v>
                </c:pt>
                <c:pt idx="32988">
                  <c:v>45682.930555555547</c:v>
                </c:pt>
                <c:pt idx="32989">
                  <c:v>45706.515972222223</c:v>
                </c:pt>
                <c:pt idx="32990">
                  <c:v>45722.643055555563</c:v>
                </c:pt>
                <c:pt idx="32991">
                  <c:v>45989.77847222222</c:v>
                </c:pt>
                <c:pt idx="32992">
                  <c:v>45989.77847222222</c:v>
                </c:pt>
                <c:pt idx="32993">
                  <c:v>45634.196527777778</c:v>
                </c:pt>
                <c:pt idx="32994">
                  <c:v>45942.876388888893</c:v>
                </c:pt>
                <c:pt idx="32995">
                  <c:v>45660.706250000003</c:v>
                </c:pt>
                <c:pt idx="32996">
                  <c:v>45738.377083333333</c:v>
                </c:pt>
                <c:pt idx="32997">
                  <c:v>45872.436111111107</c:v>
                </c:pt>
                <c:pt idx="32998">
                  <c:v>45967.788888888892</c:v>
                </c:pt>
                <c:pt idx="32999">
                  <c:v>45832.175000000003</c:v>
                </c:pt>
                <c:pt idx="33000">
                  <c:v>45787.417361111111</c:v>
                </c:pt>
                <c:pt idx="33001">
                  <c:v>45561.489583333343</c:v>
                </c:pt>
                <c:pt idx="33002">
                  <c:v>45874.82708333333</c:v>
                </c:pt>
                <c:pt idx="33003">
                  <c:v>45874.82708333333</c:v>
                </c:pt>
                <c:pt idx="33004">
                  <c:v>45787.713194444441</c:v>
                </c:pt>
                <c:pt idx="33005">
                  <c:v>45688.384722222218</c:v>
                </c:pt>
                <c:pt idx="33006">
                  <c:v>45688.384722222218</c:v>
                </c:pt>
                <c:pt idx="33007">
                  <c:v>45787.713194444441</c:v>
                </c:pt>
                <c:pt idx="33008">
                  <c:v>45561.489583333343</c:v>
                </c:pt>
                <c:pt idx="33009">
                  <c:v>45845.963194444441</c:v>
                </c:pt>
                <c:pt idx="33010">
                  <c:v>45840.392361111109</c:v>
                </c:pt>
                <c:pt idx="33011">
                  <c:v>45774.46875</c:v>
                </c:pt>
                <c:pt idx="33012">
                  <c:v>45501.012499999997</c:v>
                </c:pt>
                <c:pt idx="33013">
                  <c:v>45682.272916666669</c:v>
                </c:pt>
                <c:pt idx="33014">
                  <c:v>45684.652083333327</c:v>
                </c:pt>
                <c:pt idx="33015">
                  <c:v>45804.780555555553</c:v>
                </c:pt>
                <c:pt idx="33016">
                  <c:v>45854.679861111108</c:v>
                </c:pt>
                <c:pt idx="33017">
                  <c:v>45921.706250000003</c:v>
                </c:pt>
                <c:pt idx="33018">
                  <c:v>45623.73333333333</c:v>
                </c:pt>
                <c:pt idx="33019">
                  <c:v>45819.265972222223</c:v>
                </c:pt>
                <c:pt idx="33020">
                  <c:v>45964.723611111112</c:v>
                </c:pt>
                <c:pt idx="33021">
                  <c:v>45842.726388888892</c:v>
                </c:pt>
                <c:pt idx="33022">
                  <c:v>45485.373611111107</c:v>
                </c:pt>
                <c:pt idx="33023">
                  <c:v>45749.582638888889</c:v>
                </c:pt>
                <c:pt idx="33024">
                  <c:v>45488.684027777781</c:v>
                </c:pt>
                <c:pt idx="33025">
                  <c:v>45551.711111111108</c:v>
                </c:pt>
                <c:pt idx="33026">
                  <c:v>45676.367361111108</c:v>
                </c:pt>
                <c:pt idx="33027">
                  <c:v>45959.89166666667</c:v>
                </c:pt>
                <c:pt idx="33028">
                  <c:v>45652.251388888893</c:v>
                </c:pt>
                <c:pt idx="33029">
                  <c:v>45696.692361111112</c:v>
                </c:pt>
                <c:pt idx="33030">
                  <c:v>45677.720833333333</c:v>
                </c:pt>
                <c:pt idx="33031">
                  <c:v>45855.689583333333</c:v>
                </c:pt>
                <c:pt idx="33032">
                  <c:v>45834.693749999999</c:v>
                </c:pt>
                <c:pt idx="33033">
                  <c:v>45899.490972222222</c:v>
                </c:pt>
                <c:pt idx="33034">
                  <c:v>45625.408333333333</c:v>
                </c:pt>
                <c:pt idx="33035">
                  <c:v>45986.442361111112</c:v>
                </c:pt>
                <c:pt idx="33036">
                  <c:v>45931.664583333331</c:v>
                </c:pt>
                <c:pt idx="33037">
                  <c:v>45515.526388888888</c:v>
                </c:pt>
                <c:pt idx="33038">
                  <c:v>45664.425694444442</c:v>
                </c:pt>
                <c:pt idx="33039">
                  <c:v>45725.499305555553</c:v>
                </c:pt>
                <c:pt idx="33040">
                  <c:v>45748.829861111109</c:v>
                </c:pt>
                <c:pt idx="33041">
                  <c:v>45807.546527777777</c:v>
                </c:pt>
                <c:pt idx="33042">
                  <c:v>45425.263194444437</c:v>
                </c:pt>
                <c:pt idx="33043">
                  <c:v>45749.697916666657</c:v>
                </c:pt>
                <c:pt idx="33044">
                  <c:v>45520.934027777781</c:v>
                </c:pt>
                <c:pt idx="33045">
                  <c:v>45546.877083333333</c:v>
                </c:pt>
                <c:pt idx="33046">
                  <c:v>45611.607638888891</c:v>
                </c:pt>
                <c:pt idx="33047">
                  <c:v>45661.542361111111</c:v>
                </c:pt>
                <c:pt idx="33048">
                  <c:v>45978.80972222222</c:v>
                </c:pt>
                <c:pt idx="33049">
                  <c:v>45390.490277777782</c:v>
                </c:pt>
                <c:pt idx="33050">
                  <c:v>45783.234722222223</c:v>
                </c:pt>
                <c:pt idx="33051">
                  <c:v>45874.245138888888</c:v>
                </c:pt>
                <c:pt idx="33052">
                  <c:v>45948.293749999997</c:v>
                </c:pt>
                <c:pt idx="33053">
                  <c:v>45905.215277777781</c:v>
                </c:pt>
                <c:pt idx="33054">
                  <c:v>45668.229166666657</c:v>
                </c:pt>
                <c:pt idx="33055">
                  <c:v>45830.761111111111</c:v>
                </c:pt>
                <c:pt idx="33056">
                  <c:v>45740.254166666673</c:v>
                </c:pt>
                <c:pt idx="33057">
                  <c:v>46010.375694444447</c:v>
                </c:pt>
                <c:pt idx="33058">
                  <c:v>45673.151388888888</c:v>
                </c:pt>
                <c:pt idx="33059">
                  <c:v>45713.229166666657</c:v>
                </c:pt>
                <c:pt idx="33060">
                  <c:v>45770.42083333333</c:v>
                </c:pt>
                <c:pt idx="33061">
                  <c:v>45759.568055555559</c:v>
                </c:pt>
                <c:pt idx="33062">
                  <c:v>45770.450694444437</c:v>
                </c:pt>
                <c:pt idx="33063">
                  <c:v>45365.152777777781</c:v>
                </c:pt>
                <c:pt idx="33064">
                  <c:v>45670.768055555563</c:v>
                </c:pt>
                <c:pt idx="33065">
                  <c:v>46022.727083333331</c:v>
                </c:pt>
                <c:pt idx="33066">
                  <c:v>46020.418749999997</c:v>
                </c:pt>
                <c:pt idx="33067">
                  <c:v>45791.63958333333</c:v>
                </c:pt>
                <c:pt idx="33068">
                  <c:v>45822.70208333333</c:v>
                </c:pt>
                <c:pt idx="33069">
                  <c:v>45627.456250000003</c:v>
                </c:pt>
                <c:pt idx="33070">
                  <c:v>45627.456250000003</c:v>
                </c:pt>
                <c:pt idx="33071">
                  <c:v>45978.452777777777</c:v>
                </c:pt>
                <c:pt idx="33072">
                  <c:v>45942.002083333333</c:v>
                </c:pt>
                <c:pt idx="33073">
                  <c:v>45664.273611111108</c:v>
                </c:pt>
                <c:pt idx="33074">
                  <c:v>45333.621527777781</c:v>
                </c:pt>
                <c:pt idx="33075">
                  <c:v>45533.010416666657</c:v>
                </c:pt>
                <c:pt idx="33076">
                  <c:v>45687.283333333333</c:v>
                </c:pt>
                <c:pt idx="33077">
                  <c:v>45356.682638888888</c:v>
                </c:pt>
                <c:pt idx="33078">
                  <c:v>45869.613194444442</c:v>
                </c:pt>
                <c:pt idx="33079">
                  <c:v>45441.96597222222</c:v>
                </c:pt>
                <c:pt idx="33080">
                  <c:v>45566.379861111112</c:v>
                </c:pt>
                <c:pt idx="33081">
                  <c:v>45414.526388888888</c:v>
                </c:pt>
                <c:pt idx="33082">
                  <c:v>45654.816666666673</c:v>
                </c:pt>
                <c:pt idx="33083">
                  <c:v>45457.536111111112</c:v>
                </c:pt>
                <c:pt idx="33084">
                  <c:v>45868.113194444442</c:v>
                </c:pt>
                <c:pt idx="33085">
                  <c:v>45505.283333333333</c:v>
                </c:pt>
                <c:pt idx="33086">
                  <c:v>45386.833333333343</c:v>
                </c:pt>
                <c:pt idx="33087">
                  <c:v>45617.605555555558</c:v>
                </c:pt>
                <c:pt idx="33088">
                  <c:v>45404.604861111111</c:v>
                </c:pt>
                <c:pt idx="33089">
                  <c:v>45578.761805555558</c:v>
                </c:pt>
                <c:pt idx="33090">
                  <c:v>45553.365972222222</c:v>
                </c:pt>
                <c:pt idx="33091">
                  <c:v>45642.688888888893</c:v>
                </c:pt>
                <c:pt idx="33092">
                  <c:v>46018.961111111108</c:v>
                </c:pt>
                <c:pt idx="33093">
                  <c:v>45627.552083333343</c:v>
                </c:pt>
                <c:pt idx="33094">
                  <c:v>46006.557638888888</c:v>
                </c:pt>
                <c:pt idx="33095">
                  <c:v>45902.848611111112</c:v>
                </c:pt>
                <c:pt idx="33096">
                  <c:v>45676.724305555559</c:v>
                </c:pt>
                <c:pt idx="33097">
                  <c:v>45903.45416666667</c:v>
                </c:pt>
                <c:pt idx="33098">
                  <c:v>45342.73333333333</c:v>
                </c:pt>
                <c:pt idx="33099">
                  <c:v>45687.60833333333</c:v>
                </c:pt>
                <c:pt idx="33100">
                  <c:v>45525.714583333327</c:v>
                </c:pt>
                <c:pt idx="33101">
                  <c:v>45338.421527777777</c:v>
                </c:pt>
                <c:pt idx="33102">
                  <c:v>45886.512499999997</c:v>
                </c:pt>
                <c:pt idx="33103">
                  <c:v>45622.435416666667</c:v>
                </c:pt>
                <c:pt idx="33104">
                  <c:v>45419.657638888893</c:v>
                </c:pt>
                <c:pt idx="33105">
                  <c:v>45876.618055555547</c:v>
                </c:pt>
                <c:pt idx="33106">
                  <c:v>45825.617361111108</c:v>
                </c:pt>
                <c:pt idx="33107">
                  <c:v>45973.3</c:v>
                </c:pt>
                <c:pt idx="33108">
                  <c:v>45605.443055555559</c:v>
                </c:pt>
                <c:pt idx="33109">
                  <c:v>45474.46875</c:v>
                </c:pt>
                <c:pt idx="33110">
                  <c:v>45881.515972222223</c:v>
                </c:pt>
                <c:pt idx="33111">
                  <c:v>45757.505555555559</c:v>
                </c:pt>
                <c:pt idx="33112">
                  <c:v>45771.518750000003</c:v>
                </c:pt>
                <c:pt idx="33113">
                  <c:v>45445.727777777778</c:v>
                </c:pt>
                <c:pt idx="33114">
                  <c:v>45592.586111111108</c:v>
                </c:pt>
                <c:pt idx="33115">
                  <c:v>45539.905555555553</c:v>
                </c:pt>
                <c:pt idx="33116">
                  <c:v>45656.500694444447</c:v>
                </c:pt>
                <c:pt idx="33117">
                  <c:v>45307.645138888889</c:v>
                </c:pt>
                <c:pt idx="33118">
                  <c:v>45355.989583333343</c:v>
                </c:pt>
                <c:pt idx="33119">
                  <c:v>45432.597916666673</c:v>
                </c:pt>
                <c:pt idx="33120">
                  <c:v>45404.559027777781</c:v>
                </c:pt>
                <c:pt idx="33121">
                  <c:v>45451.603472222218</c:v>
                </c:pt>
                <c:pt idx="33122">
                  <c:v>45473.581250000003</c:v>
                </c:pt>
                <c:pt idx="33123">
                  <c:v>45675.678472222222</c:v>
                </c:pt>
                <c:pt idx="33124">
                  <c:v>45849.875</c:v>
                </c:pt>
                <c:pt idx="33125">
                  <c:v>45915.35</c:v>
                </c:pt>
                <c:pt idx="33126">
                  <c:v>45626.961805555547</c:v>
                </c:pt>
                <c:pt idx="33127">
                  <c:v>45977.55972222222</c:v>
                </c:pt>
                <c:pt idx="33128">
                  <c:v>45483.081250000003</c:v>
                </c:pt>
                <c:pt idx="33129">
                  <c:v>45924.811805555553</c:v>
                </c:pt>
                <c:pt idx="33130">
                  <c:v>45914.950694444437</c:v>
                </c:pt>
                <c:pt idx="33131">
                  <c:v>45867.753472222219</c:v>
                </c:pt>
                <c:pt idx="33132">
                  <c:v>45793.758333333331</c:v>
                </c:pt>
                <c:pt idx="33133">
                  <c:v>45792.870833333327</c:v>
                </c:pt>
                <c:pt idx="33134">
                  <c:v>45687.44027777778</c:v>
                </c:pt>
                <c:pt idx="33135">
                  <c:v>45577.536805555559</c:v>
                </c:pt>
                <c:pt idx="33136">
                  <c:v>45845.832638888889</c:v>
                </c:pt>
                <c:pt idx="33137">
                  <c:v>45415.399305555547</c:v>
                </c:pt>
                <c:pt idx="33138">
                  <c:v>45841.238888888889</c:v>
                </c:pt>
                <c:pt idx="33139">
                  <c:v>45349.799305555563</c:v>
                </c:pt>
                <c:pt idx="33140">
                  <c:v>45683.61041666667</c:v>
                </c:pt>
                <c:pt idx="33141">
                  <c:v>45937.68472222222</c:v>
                </c:pt>
                <c:pt idx="33142">
                  <c:v>45867.840277777781</c:v>
                </c:pt>
                <c:pt idx="33143">
                  <c:v>45562.811805555553</c:v>
                </c:pt>
                <c:pt idx="33144">
                  <c:v>45726.357638888891</c:v>
                </c:pt>
                <c:pt idx="33145">
                  <c:v>45981.605555555558</c:v>
                </c:pt>
                <c:pt idx="33146">
                  <c:v>45462.723611111112</c:v>
                </c:pt>
                <c:pt idx="33147">
                  <c:v>46008.469444444447</c:v>
                </c:pt>
                <c:pt idx="33148">
                  <c:v>45836.331944444442</c:v>
                </c:pt>
                <c:pt idx="33149">
                  <c:v>45791.817361111112</c:v>
                </c:pt>
                <c:pt idx="33150">
                  <c:v>45917.005555555559</c:v>
                </c:pt>
                <c:pt idx="33151">
                  <c:v>45940.739583333343</c:v>
                </c:pt>
                <c:pt idx="33152">
                  <c:v>45731.751388888893</c:v>
                </c:pt>
                <c:pt idx="33153">
                  <c:v>45706.00277777778</c:v>
                </c:pt>
                <c:pt idx="33154">
                  <c:v>45359.449305555558</c:v>
                </c:pt>
                <c:pt idx="33155">
                  <c:v>45999.974305555559</c:v>
                </c:pt>
                <c:pt idx="33156">
                  <c:v>45753.53402777778</c:v>
                </c:pt>
                <c:pt idx="33157">
                  <c:v>45699.449305555558</c:v>
                </c:pt>
                <c:pt idx="33158">
                  <c:v>45856.545138888891</c:v>
                </c:pt>
                <c:pt idx="33159">
                  <c:v>45837.972222222219</c:v>
                </c:pt>
                <c:pt idx="33160">
                  <c:v>45654.375</c:v>
                </c:pt>
                <c:pt idx="33161">
                  <c:v>45437.769444444442</c:v>
                </c:pt>
                <c:pt idx="33162">
                  <c:v>45496.513888888891</c:v>
                </c:pt>
                <c:pt idx="33163">
                  <c:v>45686.756944444453</c:v>
                </c:pt>
                <c:pt idx="33164">
                  <c:v>45975.556944444441</c:v>
                </c:pt>
                <c:pt idx="33165">
                  <c:v>45926.45208333333</c:v>
                </c:pt>
                <c:pt idx="33166">
                  <c:v>45709.262499999997</c:v>
                </c:pt>
                <c:pt idx="33167">
                  <c:v>45989.568055555559</c:v>
                </c:pt>
                <c:pt idx="33168">
                  <c:v>45632.5625</c:v>
                </c:pt>
                <c:pt idx="33169">
                  <c:v>45812.473611111112</c:v>
                </c:pt>
                <c:pt idx="33170">
                  <c:v>45706.470833333333</c:v>
                </c:pt>
                <c:pt idx="33171">
                  <c:v>45669.789583333331</c:v>
                </c:pt>
                <c:pt idx="33172">
                  <c:v>45638.786805555559</c:v>
                </c:pt>
                <c:pt idx="33173">
                  <c:v>45936.796527777777</c:v>
                </c:pt>
                <c:pt idx="33174">
                  <c:v>45471.552777777782</c:v>
                </c:pt>
                <c:pt idx="33175">
                  <c:v>45949.806250000001</c:v>
                </c:pt>
                <c:pt idx="33176">
                  <c:v>45638.655555555553</c:v>
                </c:pt>
                <c:pt idx="33177">
                  <c:v>46006.636805555558</c:v>
                </c:pt>
                <c:pt idx="33178">
                  <c:v>45556.949305555558</c:v>
                </c:pt>
                <c:pt idx="33179">
                  <c:v>45868.652777777781</c:v>
                </c:pt>
                <c:pt idx="33180">
                  <c:v>45703.563194444447</c:v>
                </c:pt>
                <c:pt idx="33181">
                  <c:v>45771.526388888888</c:v>
                </c:pt>
                <c:pt idx="33182">
                  <c:v>45372.92083333333</c:v>
                </c:pt>
                <c:pt idx="33183">
                  <c:v>46008.699305555558</c:v>
                </c:pt>
                <c:pt idx="33184">
                  <c:v>45873.811805555553</c:v>
                </c:pt>
                <c:pt idx="33185">
                  <c:v>45746.877083333333</c:v>
                </c:pt>
                <c:pt idx="33186">
                  <c:v>45656.745138888888</c:v>
                </c:pt>
                <c:pt idx="33187">
                  <c:v>45643.318749999999</c:v>
                </c:pt>
                <c:pt idx="33188">
                  <c:v>45733.426388888889</c:v>
                </c:pt>
                <c:pt idx="33189">
                  <c:v>45681.815972222219</c:v>
                </c:pt>
                <c:pt idx="33190">
                  <c:v>45895.618055555547</c:v>
                </c:pt>
                <c:pt idx="33191">
                  <c:v>45425.914583333331</c:v>
                </c:pt>
                <c:pt idx="33192">
                  <c:v>45421.643055555563</c:v>
                </c:pt>
                <c:pt idx="33193">
                  <c:v>45824.381944444453</c:v>
                </c:pt>
                <c:pt idx="33194">
                  <c:v>45860.439583333333</c:v>
                </c:pt>
                <c:pt idx="33195">
                  <c:v>45961.418749999997</c:v>
                </c:pt>
                <c:pt idx="33196">
                  <c:v>45539.45208333333</c:v>
                </c:pt>
                <c:pt idx="33197">
                  <c:v>45773.6875</c:v>
                </c:pt>
                <c:pt idx="33198">
                  <c:v>45684.561805555553</c:v>
                </c:pt>
                <c:pt idx="33199">
                  <c:v>45908.413194444453</c:v>
                </c:pt>
                <c:pt idx="33200">
                  <c:v>45995.377083333333</c:v>
                </c:pt>
                <c:pt idx="33201">
                  <c:v>45966.309027777781</c:v>
                </c:pt>
                <c:pt idx="33202">
                  <c:v>45835.529861111107</c:v>
                </c:pt>
                <c:pt idx="33203">
                  <c:v>45842.523611111108</c:v>
                </c:pt>
                <c:pt idx="33204">
                  <c:v>45568.580555555563</c:v>
                </c:pt>
                <c:pt idx="33205">
                  <c:v>45449.397916666669</c:v>
                </c:pt>
                <c:pt idx="33206">
                  <c:v>45477.543749999997</c:v>
                </c:pt>
                <c:pt idx="33207">
                  <c:v>45767.865972222222</c:v>
                </c:pt>
                <c:pt idx="33208">
                  <c:v>45659.488888888889</c:v>
                </c:pt>
                <c:pt idx="33209">
                  <c:v>45813.750694444447</c:v>
                </c:pt>
                <c:pt idx="33210">
                  <c:v>45897.547222222223</c:v>
                </c:pt>
                <c:pt idx="33211">
                  <c:v>45838.309027777781</c:v>
                </c:pt>
                <c:pt idx="33212">
                  <c:v>46018.777083333327</c:v>
                </c:pt>
                <c:pt idx="33213">
                  <c:v>45342.092361111107</c:v>
                </c:pt>
                <c:pt idx="33214">
                  <c:v>45389.251388888893</c:v>
                </c:pt>
                <c:pt idx="33215">
                  <c:v>45404.09097222222</c:v>
                </c:pt>
                <c:pt idx="33216">
                  <c:v>45723.655555555553</c:v>
                </c:pt>
                <c:pt idx="33217">
                  <c:v>45386.40347222222</c:v>
                </c:pt>
                <c:pt idx="33218">
                  <c:v>45817.765277777777</c:v>
                </c:pt>
                <c:pt idx="33219">
                  <c:v>45350.378472222219</c:v>
                </c:pt>
                <c:pt idx="33220">
                  <c:v>45304.484027777777</c:v>
                </c:pt>
                <c:pt idx="33221">
                  <c:v>45946.619444444441</c:v>
                </c:pt>
                <c:pt idx="33222">
                  <c:v>45804.71875</c:v>
                </c:pt>
                <c:pt idx="33223">
                  <c:v>45539.784722222219</c:v>
                </c:pt>
                <c:pt idx="33224">
                  <c:v>45881.700694444437</c:v>
                </c:pt>
                <c:pt idx="33225">
                  <c:v>45971.387499999997</c:v>
                </c:pt>
                <c:pt idx="33226">
                  <c:v>45990.294444444437</c:v>
                </c:pt>
                <c:pt idx="33227">
                  <c:v>45752.731944444437</c:v>
                </c:pt>
                <c:pt idx="33228">
                  <c:v>45458.628472222219</c:v>
                </c:pt>
                <c:pt idx="33229">
                  <c:v>45989.334027777782</c:v>
                </c:pt>
                <c:pt idx="33230">
                  <c:v>45829.563888888893</c:v>
                </c:pt>
                <c:pt idx="33231">
                  <c:v>45957.461805555547</c:v>
                </c:pt>
                <c:pt idx="33232">
                  <c:v>45989.686805555553</c:v>
                </c:pt>
                <c:pt idx="33233">
                  <c:v>45939.715277777781</c:v>
                </c:pt>
                <c:pt idx="33234">
                  <c:v>45799.022916666669</c:v>
                </c:pt>
                <c:pt idx="33235">
                  <c:v>45808.489583333343</c:v>
                </c:pt>
                <c:pt idx="33236">
                  <c:v>45456.392361111109</c:v>
                </c:pt>
                <c:pt idx="33237">
                  <c:v>45484.330555555563</c:v>
                </c:pt>
                <c:pt idx="33238">
                  <c:v>45383.824305555558</c:v>
                </c:pt>
                <c:pt idx="33239">
                  <c:v>45480.954861111109</c:v>
                </c:pt>
                <c:pt idx="33240">
                  <c:v>45670.42083333333</c:v>
                </c:pt>
                <c:pt idx="33241">
                  <c:v>45826.55</c:v>
                </c:pt>
                <c:pt idx="33242">
                  <c:v>45615.835416666669</c:v>
                </c:pt>
                <c:pt idx="33243">
                  <c:v>45349.752083333333</c:v>
                </c:pt>
                <c:pt idx="33244">
                  <c:v>45415.920138888891</c:v>
                </c:pt>
                <c:pt idx="33245">
                  <c:v>45445.95208333333</c:v>
                </c:pt>
                <c:pt idx="33246">
                  <c:v>45519.554861111108</c:v>
                </c:pt>
                <c:pt idx="33247">
                  <c:v>45307.496527777781</c:v>
                </c:pt>
                <c:pt idx="33248">
                  <c:v>45870.956250000003</c:v>
                </c:pt>
                <c:pt idx="33249">
                  <c:v>45792.68472222222</c:v>
                </c:pt>
                <c:pt idx="33250">
                  <c:v>45546.414583333331</c:v>
                </c:pt>
                <c:pt idx="33251">
                  <c:v>45938.538888888892</c:v>
                </c:pt>
                <c:pt idx="33252">
                  <c:v>45940.797222222223</c:v>
                </c:pt>
                <c:pt idx="33253">
                  <c:v>45581.504861111112</c:v>
                </c:pt>
                <c:pt idx="33254">
                  <c:v>45779.397916666669</c:v>
                </c:pt>
                <c:pt idx="33255">
                  <c:v>45987.543055555558</c:v>
                </c:pt>
                <c:pt idx="33256">
                  <c:v>45773.03125</c:v>
                </c:pt>
                <c:pt idx="33257">
                  <c:v>45878.581944444442</c:v>
                </c:pt>
                <c:pt idx="33258">
                  <c:v>45816.502083333333</c:v>
                </c:pt>
                <c:pt idx="33259">
                  <c:v>45398.461111111108</c:v>
                </c:pt>
                <c:pt idx="33260">
                  <c:v>45538.338194444441</c:v>
                </c:pt>
                <c:pt idx="33261">
                  <c:v>45959.427083333343</c:v>
                </c:pt>
                <c:pt idx="33262">
                  <c:v>45538.658333333333</c:v>
                </c:pt>
                <c:pt idx="33263">
                  <c:v>45852.645138888889</c:v>
                </c:pt>
                <c:pt idx="33264">
                  <c:v>45538.645138888889</c:v>
                </c:pt>
                <c:pt idx="33265">
                  <c:v>45741.588888888888</c:v>
                </c:pt>
                <c:pt idx="33266">
                  <c:v>45538.334027777782</c:v>
                </c:pt>
                <c:pt idx="33267">
                  <c:v>45640.647222222222</c:v>
                </c:pt>
                <c:pt idx="33268">
                  <c:v>45764.854166666657</c:v>
                </c:pt>
                <c:pt idx="33269">
                  <c:v>45759.59652777778</c:v>
                </c:pt>
                <c:pt idx="33270">
                  <c:v>45741.4</c:v>
                </c:pt>
                <c:pt idx="33271">
                  <c:v>45663.615972222222</c:v>
                </c:pt>
                <c:pt idx="33272">
                  <c:v>46020.418055555558</c:v>
                </c:pt>
                <c:pt idx="33273">
                  <c:v>45851.870833333327</c:v>
                </c:pt>
                <c:pt idx="33274">
                  <c:v>45851.870833333327</c:v>
                </c:pt>
                <c:pt idx="33275">
                  <c:v>45923.705555555563</c:v>
                </c:pt>
                <c:pt idx="33276">
                  <c:v>45923.705555555563</c:v>
                </c:pt>
                <c:pt idx="33277">
                  <c:v>45851.870833333327</c:v>
                </c:pt>
                <c:pt idx="33278">
                  <c:v>45923.705555555563</c:v>
                </c:pt>
                <c:pt idx="33279">
                  <c:v>45832.82708333333</c:v>
                </c:pt>
                <c:pt idx="33280">
                  <c:v>45832.82708333333</c:v>
                </c:pt>
                <c:pt idx="33281">
                  <c:v>45832.82708333333</c:v>
                </c:pt>
                <c:pt idx="33282">
                  <c:v>45738.578472222223</c:v>
                </c:pt>
                <c:pt idx="33283">
                  <c:v>45671.53402777778</c:v>
                </c:pt>
                <c:pt idx="33284">
                  <c:v>46023.652777777781</c:v>
                </c:pt>
                <c:pt idx="33285">
                  <c:v>45490.999305555553</c:v>
                </c:pt>
                <c:pt idx="33286">
                  <c:v>45699.692361111112</c:v>
                </c:pt>
                <c:pt idx="33287">
                  <c:v>45498.580555555563</c:v>
                </c:pt>
                <c:pt idx="33288">
                  <c:v>45897.388194444437</c:v>
                </c:pt>
                <c:pt idx="33289">
                  <c:v>45886.477083333331</c:v>
                </c:pt>
                <c:pt idx="33290">
                  <c:v>45910.586111111108</c:v>
                </c:pt>
                <c:pt idx="33291">
                  <c:v>45865.410416666673</c:v>
                </c:pt>
                <c:pt idx="33292">
                  <c:v>45764.32708333333</c:v>
                </c:pt>
                <c:pt idx="33293">
                  <c:v>45747.77847222222</c:v>
                </c:pt>
                <c:pt idx="33294">
                  <c:v>45555.597916666673</c:v>
                </c:pt>
                <c:pt idx="33295">
                  <c:v>45684.686111111107</c:v>
                </c:pt>
                <c:pt idx="33296">
                  <c:v>45684.686111111107</c:v>
                </c:pt>
                <c:pt idx="33297">
                  <c:v>45782.844444444447</c:v>
                </c:pt>
                <c:pt idx="33298">
                  <c:v>45782.844444444447</c:v>
                </c:pt>
                <c:pt idx="33299">
                  <c:v>45853.311111111107</c:v>
                </c:pt>
                <c:pt idx="33300">
                  <c:v>45739.513194444437</c:v>
                </c:pt>
                <c:pt idx="33301">
                  <c:v>45663.574999999997</c:v>
                </c:pt>
                <c:pt idx="33302">
                  <c:v>45487.940972222219</c:v>
                </c:pt>
                <c:pt idx="33303">
                  <c:v>45696.9</c:v>
                </c:pt>
                <c:pt idx="33304">
                  <c:v>45784.602777777778</c:v>
                </c:pt>
                <c:pt idx="33305">
                  <c:v>45893.574999999997</c:v>
                </c:pt>
                <c:pt idx="33306">
                  <c:v>45777.011111111111</c:v>
                </c:pt>
                <c:pt idx="33307">
                  <c:v>45324.755555555559</c:v>
                </c:pt>
                <c:pt idx="33308">
                  <c:v>45651.832638888889</c:v>
                </c:pt>
                <c:pt idx="33309">
                  <c:v>45366.697222222218</c:v>
                </c:pt>
                <c:pt idx="33310">
                  <c:v>45660.035416666673</c:v>
                </c:pt>
                <c:pt idx="33311">
                  <c:v>45926.48333333333</c:v>
                </c:pt>
                <c:pt idx="33312">
                  <c:v>45621.522916666669</c:v>
                </c:pt>
                <c:pt idx="33313">
                  <c:v>45680.90902777778</c:v>
                </c:pt>
                <c:pt idx="33314">
                  <c:v>45673.899305555547</c:v>
                </c:pt>
                <c:pt idx="33315">
                  <c:v>45766.773611111108</c:v>
                </c:pt>
                <c:pt idx="33316">
                  <c:v>45992.042361111111</c:v>
                </c:pt>
                <c:pt idx="33317">
                  <c:v>45469.315972222219</c:v>
                </c:pt>
                <c:pt idx="33318">
                  <c:v>45871.790277777778</c:v>
                </c:pt>
                <c:pt idx="33319">
                  <c:v>45979.642361111109</c:v>
                </c:pt>
                <c:pt idx="33320">
                  <c:v>45678.729861111111</c:v>
                </c:pt>
                <c:pt idx="33321">
                  <c:v>46022.790277777778</c:v>
                </c:pt>
                <c:pt idx="33322">
                  <c:v>45947.826388888891</c:v>
                </c:pt>
                <c:pt idx="33323">
                  <c:v>46022.790277777778</c:v>
                </c:pt>
                <c:pt idx="33324">
                  <c:v>45993.655555555553</c:v>
                </c:pt>
                <c:pt idx="33325">
                  <c:v>45947.826388888891</c:v>
                </c:pt>
                <c:pt idx="33326">
                  <c:v>45993.655555555553</c:v>
                </c:pt>
                <c:pt idx="33327">
                  <c:v>45417.616666666669</c:v>
                </c:pt>
                <c:pt idx="33328">
                  <c:v>45964.73541666667</c:v>
                </c:pt>
                <c:pt idx="33329">
                  <c:v>45855.731249999997</c:v>
                </c:pt>
                <c:pt idx="33330">
                  <c:v>45739.597222222219</c:v>
                </c:pt>
                <c:pt idx="33331">
                  <c:v>46019.724999999999</c:v>
                </c:pt>
                <c:pt idx="33332">
                  <c:v>45940.598611111112</c:v>
                </c:pt>
                <c:pt idx="33333">
                  <c:v>45672.519444444442</c:v>
                </c:pt>
                <c:pt idx="33334">
                  <c:v>45811.689583333333</c:v>
                </c:pt>
                <c:pt idx="33335">
                  <c:v>45593.515277777777</c:v>
                </c:pt>
                <c:pt idx="33336">
                  <c:v>45789.719444444447</c:v>
                </c:pt>
                <c:pt idx="33337">
                  <c:v>45921.717361111107</c:v>
                </c:pt>
                <c:pt idx="33338">
                  <c:v>45865.620833333327</c:v>
                </c:pt>
                <c:pt idx="33339">
                  <c:v>45847.419444444437</c:v>
                </c:pt>
                <c:pt idx="33340">
                  <c:v>45879.478472222218</c:v>
                </c:pt>
                <c:pt idx="33341">
                  <c:v>45869.451388888891</c:v>
                </c:pt>
                <c:pt idx="33342">
                  <c:v>45959.679166666669</c:v>
                </c:pt>
                <c:pt idx="33343">
                  <c:v>45540.468055555553</c:v>
                </c:pt>
                <c:pt idx="33344">
                  <c:v>45624.563888888893</c:v>
                </c:pt>
                <c:pt idx="33345">
                  <c:v>45980.808333333327</c:v>
                </c:pt>
                <c:pt idx="33346">
                  <c:v>45462.147222222222</c:v>
                </c:pt>
                <c:pt idx="33347">
                  <c:v>45656.129166666673</c:v>
                </c:pt>
                <c:pt idx="33348">
                  <c:v>45879.281944444447</c:v>
                </c:pt>
                <c:pt idx="33349">
                  <c:v>45693.638194444437</c:v>
                </c:pt>
                <c:pt idx="33350">
                  <c:v>45794.418749999997</c:v>
                </c:pt>
                <c:pt idx="33351">
                  <c:v>45500.064583333333</c:v>
                </c:pt>
                <c:pt idx="33352">
                  <c:v>46018.808333333327</c:v>
                </c:pt>
                <c:pt idx="33353">
                  <c:v>45654.926388888889</c:v>
                </c:pt>
                <c:pt idx="33354">
                  <c:v>45872.898611111108</c:v>
                </c:pt>
                <c:pt idx="33355">
                  <c:v>45557.986805555563</c:v>
                </c:pt>
                <c:pt idx="33356">
                  <c:v>45973.054861111108</c:v>
                </c:pt>
                <c:pt idx="33357">
                  <c:v>45946.070138888892</c:v>
                </c:pt>
                <c:pt idx="33358">
                  <c:v>45348.532638888893</c:v>
                </c:pt>
                <c:pt idx="33359">
                  <c:v>45649.13958333333</c:v>
                </c:pt>
                <c:pt idx="33360">
                  <c:v>45614.843055555553</c:v>
                </c:pt>
                <c:pt idx="33361">
                  <c:v>45720.809027777781</c:v>
                </c:pt>
                <c:pt idx="33362">
                  <c:v>45406.675000000003</c:v>
                </c:pt>
                <c:pt idx="33363">
                  <c:v>45461.518055555563</c:v>
                </c:pt>
                <c:pt idx="33364">
                  <c:v>45991.927083333343</c:v>
                </c:pt>
                <c:pt idx="33365">
                  <c:v>45628.758333333331</c:v>
                </c:pt>
                <c:pt idx="33366">
                  <c:v>45703.525694444441</c:v>
                </c:pt>
                <c:pt idx="33367">
                  <c:v>45833.681944444441</c:v>
                </c:pt>
                <c:pt idx="33368">
                  <c:v>45771.55972222222</c:v>
                </c:pt>
                <c:pt idx="33369">
                  <c:v>45758.732638888891</c:v>
                </c:pt>
                <c:pt idx="33370">
                  <c:v>45715.291666666657</c:v>
                </c:pt>
                <c:pt idx="33371">
                  <c:v>45725.96875</c:v>
                </c:pt>
                <c:pt idx="33372">
                  <c:v>45530.5</c:v>
                </c:pt>
                <c:pt idx="33373">
                  <c:v>45371.416666666657</c:v>
                </c:pt>
                <c:pt idx="33374">
                  <c:v>45424.736111111109</c:v>
                </c:pt>
                <c:pt idx="33375">
                  <c:v>45776.496527777781</c:v>
                </c:pt>
                <c:pt idx="33376">
                  <c:v>45563.536805555559</c:v>
                </c:pt>
                <c:pt idx="33377">
                  <c:v>45537.654166666667</c:v>
                </c:pt>
                <c:pt idx="33378">
                  <c:v>45724.467361111107</c:v>
                </c:pt>
                <c:pt idx="33379">
                  <c:v>45376.493750000001</c:v>
                </c:pt>
                <c:pt idx="33380">
                  <c:v>45477.506944444453</c:v>
                </c:pt>
                <c:pt idx="33381">
                  <c:v>45910.479166666657</c:v>
                </c:pt>
                <c:pt idx="33382">
                  <c:v>45595.607638888891</c:v>
                </c:pt>
                <c:pt idx="33383">
                  <c:v>45641.495833333327</c:v>
                </c:pt>
                <c:pt idx="33384">
                  <c:v>45408.447222222218</c:v>
                </c:pt>
                <c:pt idx="33385">
                  <c:v>45457.568055555559</c:v>
                </c:pt>
                <c:pt idx="33386">
                  <c:v>45465.436111111107</c:v>
                </c:pt>
                <c:pt idx="33387">
                  <c:v>45654.54791666667</c:v>
                </c:pt>
                <c:pt idx="33388">
                  <c:v>45444.496527777781</c:v>
                </c:pt>
                <c:pt idx="33389">
                  <c:v>45692.547222222223</c:v>
                </c:pt>
                <c:pt idx="33390">
                  <c:v>45512.513194444437</c:v>
                </c:pt>
                <c:pt idx="33391">
                  <c:v>45483.421527777777</c:v>
                </c:pt>
                <c:pt idx="33392">
                  <c:v>45397.461805555547</c:v>
                </c:pt>
                <c:pt idx="33393">
                  <c:v>45580.48541666667</c:v>
                </c:pt>
                <c:pt idx="33394">
                  <c:v>45678.530555555553</c:v>
                </c:pt>
                <c:pt idx="33395">
                  <c:v>45491.424305555563</c:v>
                </c:pt>
                <c:pt idx="33396">
                  <c:v>45384.572222222218</c:v>
                </c:pt>
                <c:pt idx="33397">
                  <c:v>45359.527777777781</c:v>
                </c:pt>
                <c:pt idx="33398">
                  <c:v>45755.570833333331</c:v>
                </c:pt>
                <c:pt idx="33399">
                  <c:v>46017.291666666657</c:v>
                </c:pt>
                <c:pt idx="33400">
                  <c:v>45887.593055555553</c:v>
                </c:pt>
                <c:pt idx="33401">
                  <c:v>45716.684027777781</c:v>
                </c:pt>
                <c:pt idx="33402">
                  <c:v>45645.802777777782</c:v>
                </c:pt>
                <c:pt idx="33403">
                  <c:v>45650.680555555547</c:v>
                </c:pt>
                <c:pt idx="33404">
                  <c:v>45703.620138888888</c:v>
                </c:pt>
                <c:pt idx="33405">
                  <c:v>45885.870833333327</c:v>
                </c:pt>
                <c:pt idx="33406">
                  <c:v>45615.240277777782</c:v>
                </c:pt>
                <c:pt idx="33407">
                  <c:v>45640.563194444447</c:v>
                </c:pt>
                <c:pt idx="33408">
                  <c:v>45914.886805555558</c:v>
                </c:pt>
                <c:pt idx="33409">
                  <c:v>46008.737500000003</c:v>
                </c:pt>
                <c:pt idx="33410">
                  <c:v>45508.880555555559</c:v>
                </c:pt>
                <c:pt idx="33411">
                  <c:v>45328.926388888889</c:v>
                </c:pt>
                <c:pt idx="33412">
                  <c:v>45991.811805555553</c:v>
                </c:pt>
                <c:pt idx="33413">
                  <c:v>46003.887499999997</c:v>
                </c:pt>
                <c:pt idx="33414">
                  <c:v>45713.843055555553</c:v>
                </c:pt>
                <c:pt idx="33415">
                  <c:v>45339.934027777781</c:v>
                </c:pt>
                <c:pt idx="33416">
                  <c:v>45485.949305555558</c:v>
                </c:pt>
                <c:pt idx="33417">
                  <c:v>45900.84375</c:v>
                </c:pt>
                <c:pt idx="33418">
                  <c:v>45563.924305555563</c:v>
                </c:pt>
                <c:pt idx="33419">
                  <c:v>45784.917361111111</c:v>
                </c:pt>
                <c:pt idx="33420">
                  <c:v>45439.32916666667</c:v>
                </c:pt>
                <c:pt idx="33421">
                  <c:v>45537.925000000003</c:v>
                </c:pt>
                <c:pt idx="33422">
                  <c:v>45409.886805555558</c:v>
                </c:pt>
                <c:pt idx="33423">
                  <c:v>45382.924305555563</c:v>
                </c:pt>
                <c:pt idx="33424">
                  <c:v>45925.775694444441</c:v>
                </c:pt>
                <c:pt idx="33425">
                  <c:v>45811.430555555547</c:v>
                </c:pt>
                <c:pt idx="33426">
                  <c:v>45771.279861111107</c:v>
                </c:pt>
                <c:pt idx="33427">
                  <c:v>45920.945833333331</c:v>
                </c:pt>
                <c:pt idx="33428">
                  <c:v>45775.505555555559</c:v>
                </c:pt>
                <c:pt idx="33429">
                  <c:v>45754.254861111112</c:v>
                </c:pt>
                <c:pt idx="33430">
                  <c:v>45684.404166666667</c:v>
                </c:pt>
                <c:pt idx="33431">
                  <c:v>45684.40902777778</c:v>
                </c:pt>
                <c:pt idx="33432">
                  <c:v>45980.4375</c:v>
                </c:pt>
                <c:pt idx="33433">
                  <c:v>45979.787499999999</c:v>
                </c:pt>
                <c:pt idx="33434">
                  <c:v>45980.433333333327</c:v>
                </c:pt>
                <c:pt idx="33435">
                  <c:v>45339.930555555547</c:v>
                </c:pt>
                <c:pt idx="33436">
                  <c:v>45385.720833333333</c:v>
                </c:pt>
                <c:pt idx="33437">
                  <c:v>45300.425000000003</c:v>
                </c:pt>
                <c:pt idx="33438">
                  <c:v>45485.775694444441</c:v>
                </c:pt>
                <c:pt idx="33439">
                  <c:v>45546.885416666657</c:v>
                </c:pt>
                <c:pt idx="33440">
                  <c:v>45451.863194444442</c:v>
                </c:pt>
                <c:pt idx="33441">
                  <c:v>45422.975694444453</c:v>
                </c:pt>
                <c:pt idx="33442">
                  <c:v>45607.652083333327</c:v>
                </c:pt>
                <c:pt idx="33443">
                  <c:v>45333.798611111109</c:v>
                </c:pt>
                <c:pt idx="33444">
                  <c:v>45972.725694444453</c:v>
                </c:pt>
                <c:pt idx="33445">
                  <c:v>45638.722916666673</c:v>
                </c:pt>
                <c:pt idx="33446">
                  <c:v>45638.722916666673</c:v>
                </c:pt>
                <c:pt idx="33447">
                  <c:v>45783.647222222222</c:v>
                </c:pt>
                <c:pt idx="33448">
                  <c:v>45397.560416666667</c:v>
                </c:pt>
                <c:pt idx="33449">
                  <c:v>45713.686111111107</c:v>
                </c:pt>
                <c:pt idx="33450">
                  <c:v>45662.03125</c:v>
                </c:pt>
                <c:pt idx="33451">
                  <c:v>45646.788888888892</c:v>
                </c:pt>
                <c:pt idx="33452">
                  <c:v>45776.941666666673</c:v>
                </c:pt>
                <c:pt idx="33453">
                  <c:v>45666.025000000001</c:v>
                </c:pt>
                <c:pt idx="33454">
                  <c:v>45964.453472222223</c:v>
                </c:pt>
                <c:pt idx="33455">
                  <c:v>45334.410416666673</c:v>
                </c:pt>
                <c:pt idx="33456">
                  <c:v>45739.573611111111</c:v>
                </c:pt>
                <c:pt idx="33457">
                  <c:v>45544.572222222218</c:v>
                </c:pt>
                <c:pt idx="33458">
                  <c:v>45592.550694444442</c:v>
                </c:pt>
                <c:pt idx="33459">
                  <c:v>45335.407638888893</c:v>
                </c:pt>
                <c:pt idx="33460">
                  <c:v>45418.566666666673</c:v>
                </c:pt>
                <c:pt idx="33461">
                  <c:v>45451.51666666667</c:v>
                </c:pt>
                <c:pt idx="33462">
                  <c:v>45477.722222222219</c:v>
                </c:pt>
                <c:pt idx="33463">
                  <c:v>45464.777777777781</c:v>
                </c:pt>
                <c:pt idx="33464">
                  <c:v>45500.930555555547</c:v>
                </c:pt>
                <c:pt idx="33465">
                  <c:v>45856.970138888893</c:v>
                </c:pt>
                <c:pt idx="33466">
                  <c:v>45817.631944444453</c:v>
                </c:pt>
                <c:pt idx="33467">
                  <c:v>45835.704861111109</c:v>
                </c:pt>
                <c:pt idx="33468">
                  <c:v>45808.400694444441</c:v>
                </c:pt>
                <c:pt idx="33469">
                  <c:v>45664.750694444447</c:v>
                </c:pt>
                <c:pt idx="33470">
                  <c:v>45625.369444444441</c:v>
                </c:pt>
                <c:pt idx="33471">
                  <c:v>45709.509722222218</c:v>
                </c:pt>
                <c:pt idx="33472">
                  <c:v>45753.476388888892</c:v>
                </c:pt>
                <c:pt idx="33473">
                  <c:v>45683.399305555547</c:v>
                </c:pt>
                <c:pt idx="33474">
                  <c:v>45597.8</c:v>
                </c:pt>
                <c:pt idx="33475">
                  <c:v>45882.818749999999</c:v>
                </c:pt>
                <c:pt idx="33476">
                  <c:v>45837.825694444437</c:v>
                </c:pt>
                <c:pt idx="33477">
                  <c:v>45779.010416666657</c:v>
                </c:pt>
                <c:pt idx="33478">
                  <c:v>45837.825694444437</c:v>
                </c:pt>
                <c:pt idx="33479">
                  <c:v>45779.010416666657</c:v>
                </c:pt>
                <c:pt idx="33480">
                  <c:v>45882.818749999999</c:v>
                </c:pt>
                <c:pt idx="33481">
                  <c:v>45766.616666666669</c:v>
                </c:pt>
                <c:pt idx="33482">
                  <c:v>45702.762499999997</c:v>
                </c:pt>
                <c:pt idx="33483">
                  <c:v>45983.663194444453</c:v>
                </c:pt>
                <c:pt idx="33484">
                  <c:v>45769.45</c:v>
                </c:pt>
                <c:pt idx="33485">
                  <c:v>45754.447222222218</c:v>
                </c:pt>
                <c:pt idx="33486">
                  <c:v>45685.442361111112</c:v>
                </c:pt>
                <c:pt idx="33487">
                  <c:v>45733.553472222222</c:v>
                </c:pt>
                <c:pt idx="33488">
                  <c:v>45571.419444444437</c:v>
                </c:pt>
                <c:pt idx="33489">
                  <c:v>45720.645138888889</c:v>
                </c:pt>
                <c:pt idx="33490">
                  <c:v>46010.015277777777</c:v>
                </c:pt>
                <c:pt idx="33491">
                  <c:v>45525.393750000003</c:v>
                </c:pt>
                <c:pt idx="33492">
                  <c:v>45483.534722222219</c:v>
                </c:pt>
                <c:pt idx="33493">
                  <c:v>45959.741666666669</c:v>
                </c:pt>
                <c:pt idx="33494">
                  <c:v>45679.537499999999</c:v>
                </c:pt>
                <c:pt idx="33495">
                  <c:v>45559.574999999997</c:v>
                </c:pt>
                <c:pt idx="33496">
                  <c:v>45929.49722222222</c:v>
                </c:pt>
                <c:pt idx="33497">
                  <c:v>45589.912499999999</c:v>
                </c:pt>
                <c:pt idx="33498">
                  <c:v>46019.579861111109</c:v>
                </c:pt>
                <c:pt idx="33499">
                  <c:v>45335.791666666657</c:v>
                </c:pt>
                <c:pt idx="33500">
                  <c:v>45960.606249999997</c:v>
                </c:pt>
                <c:pt idx="33501">
                  <c:v>45990.619444444441</c:v>
                </c:pt>
                <c:pt idx="33502">
                  <c:v>45964.000694444447</c:v>
                </c:pt>
                <c:pt idx="33503">
                  <c:v>45378.604861111111</c:v>
                </c:pt>
                <c:pt idx="33504">
                  <c:v>45764.597222222219</c:v>
                </c:pt>
                <c:pt idx="33505">
                  <c:v>45417.918749999997</c:v>
                </c:pt>
                <c:pt idx="33506">
                  <c:v>45343.738194444442</c:v>
                </c:pt>
                <c:pt idx="33507">
                  <c:v>45358.604166666657</c:v>
                </c:pt>
                <c:pt idx="33508">
                  <c:v>45747.822916666657</c:v>
                </c:pt>
                <c:pt idx="33509">
                  <c:v>45807.59375</c:v>
                </c:pt>
                <c:pt idx="33510">
                  <c:v>45720.474999999999</c:v>
                </c:pt>
                <c:pt idx="33511">
                  <c:v>45836.379166666673</c:v>
                </c:pt>
                <c:pt idx="33512">
                  <c:v>45778.831944444442</c:v>
                </c:pt>
                <c:pt idx="33513">
                  <c:v>45815.801388888889</c:v>
                </c:pt>
                <c:pt idx="33514">
                  <c:v>45872.292361111111</c:v>
                </c:pt>
                <c:pt idx="33515">
                  <c:v>45820.080555555563</c:v>
                </c:pt>
                <c:pt idx="33516">
                  <c:v>45673.839583333327</c:v>
                </c:pt>
                <c:pt idx="33517">
                  <c:v>45586.65902777778</c:v>
                </c:pt>
                <c:pt idx="33518">
                  <c:v>45961.06527777778</c:v>
                </c:pt>
                <c:pt idx="33519">
                  <c:v>45961.602083333331</c:v>
                </c:pt>
                <c:pt idx="33520">
                  <c:v>45566.815972222219</c:v>
                </c:pt>
                <c:pt idx="33521">
                  <c:v>45656.428472222222</c:v>
                </c:pt>
                <c:pt idx="33522">
                  <c:v>45905.354861111111</c:v>
                </c:pt>
                <c:pt idx="33523">
                  <c:v>45765.414583333331</c:v>
                </c:pt>
                <c:pt idx="33524">
                  <c:v>45446.338888888888</c:v>
                </c:pt>
                <c:pt idx="33525">
                  <c:v>45849.785416666673</c:v>
                </c:pt>
                <c:pt idx="33526">
                  <c:v>45936.920138888891</c:v>
                </c:pt>
                <c:pt idx="33527">
                  <c:v>45499.638194444437</c:v>
                </c:pt>
                <c:pt idx="33528">
                  <c:v>45784.915277777778</c:v>
                </c:pt>
                <c:pt idx="33529">
                  <c:v>46009.298611111109</c:v>
                </c:pt>
                <c:pt idx="33530">
                  <c:v>45914.445138888892</c:v>
                </c:pt>
                <c:pt idx="33531">
                  <c:v>45862.756944444453</c:v>
                </c:pt>
                <c:pt idx="33532">
                  <c:v>45890.873611111107</c:v>
                </c:pt>
                <c:pt idx="33533">
                  <c:v>45775.552777777782</c:v>
                </c:pt>
                <c:pt idx="33534">
                  <c:v>45699.761111111111</c:v>
                </c:pt>
                <c:pt idx="33535">
                  <c:v>45723.477083333331</c:v>
                </c:pt>
                <c:pt idx="33536">
                  <c:v>45957.773611111108</c:v>
                </c:pt>
                <c:pt idx="33537">
                  <c:v>45756.438194444447</c:v>
                </c:pt>
                <c:pt idx="33538">
                  <c:v>45744.637499999997</c:v>
                </c:pt>
                <c:pt idx="33539">
                  <c:v>45677.518750000003</c:v>
                </c:pt>
                <c:pt idx="33540">
                  <c:v>45740.945833333331</c:v>
                </c:pt>
                <c:pt idx="33541">
                  <c:v>45838.40347222222</c:v>
                </c:pt>
                <c:pt idx="33542">
                  <c:v>45935.523611111108</c:v>
                </c:pt>
                <c:pt idx="33543">
                  <c:v>45978.375</c:v>
                </c:pt>
                <c:pt idx="33544">
                  <c:v>45814.520138888889</c:v>
                </c:pt>
                <c:pt idx="33545">
                  <c:v>45857.210416666669</c:v>
                </c:pt>
                <c:pt idx="33546">
                  <c:v>45690.654166666667</c:v>
                </c:pt>
                <c:pt idx="33547">
                  <c:v>45737.320833333331</c:v>
                </c:pt>
                <c:pt idx="33548">
                  <c:v>45918.09097222222</c:v>
                </c:pt>
                <c:pt idx="33549">
                  <c:v>45550.796527777777</c:v>
                </c:pt>
                <c:pt idx="33550">
                  <c:v>45598.068749999999</c:v>
                </c:pt>
                <c:pt idx="33551">
                  <c:v>45717.662499999999</c:v>
                </c:pt>
                <c:pt idx="33552">
                  <c:v>45677.399305555547</c:v>
                </c:pt>
                <c:pt idx="33553">
                  <c:v>45628.415277777778</c:v>
                </c:pt>
                <c:pt idx="33554">
                  <c:v>45747.956250000003</c:v>
                </c:pt>
                <c:pt idx="33555">
                  <c:v>45445.363888888889</c:v>
                </c:pt>
                <c:pt idx="33556">
                  <c:v>45313.619444444441</c:v>
                </c:pt>
                <c:pt idx="33557">
                  <c:v>45963.74722222222</c:v>
                </c:pt>
                <c:pt idx="33558">
                  <c:v>45735.69027777778</c:v>
                </c:pt>
                <c:pt idx="33559">
                  <c:v>45601.765972222223</c:v>
                </c:pt>
                <c:pt idx="33560">
                  <c:v>45305.438888888893</c:v>
                </c:pt>
                <c:pt idx="33561">
                  <c:v>45524.660416666673</c:v>
                </c:pt>
                <c:pt idx="33562">
                  <c:v>45878.870833333327</c:v>
                </c:pt>
                <c:pt idx="33563">
                  <c:v>45798.776388888888</c:v>
                </c:pt>
                <c:pt idx="33564">
                  <c:v>45379.509722222218</c:v>
                </c:pt>
                <c:pt idx="33565">
                  <c:v>45701.691666666673</c:v>
                </c:pt>
                <c:pt idx="33566">
                  <c:v>45573.775000000001</c:v>
                </c:pt>
                <c:pt idx="33567">
                  <c:v>45313.484722222223</c:v>
                </c:pt>
                <c:pt idx="33568">
                  <c:v>45961.939583333333</c:v>
                </c:pt>
                <c:pt idx="33569">
                  <c:v>45809.611111111109</c:v>
                </c:pt>
                <c:pt idx="33570">
                  <c:v>45849.638888888891</c:v>
                </c:pt>
                <c:pt idx="33571">
                  <c:v>45785.78402777778</c:v>
                </c:pt>
                <c:pt idx="33572">
                  <c:v>45836.689583333333</c:v>
                </c:pt>
                <c:pt idx="33573">
                  <c:v>45745.595138888893</c:v>
                </c:pt>
                <c:pt idx="33574">
                  <c:v>45712.755555555559</c:v>
                </c:pt>
                <c:pt idx="33575">
                  <c:v>45472.004166666673</c:v>
                </c:pt>
                <c:pt idx="33576">
                  <c:v>45560.97152777778</c:v>
                </c:pt>
                <c:pt idx="33577">
                  <c:v>45630.625694444447</c:v>
                </c:pt>
                <c:pt idx="33578">
                  <c:v>45690.118055555547</c:v>
                </c:pt>
                <c:pt idx="33579">
                  <c:v>45987.966666666667</c:v>
                </c:pt>
                <c:pt idx="33580">
                  <c:v>45322.004861111112</c:v>
                </c:pt>
                <c:pt idx="33581">
                  <c:v>45866.993750000001</c:v>
                </c:pt>
                <c:pt idx="33582">
                  <c:v>45955.022222222222</c:v>
                </c:pt>
                <c:pt idx="33583">
                  <c:v>45753.009722222218</c:v>
                </c:pt>
                <c:pt idx="33584">
                  <c:v>45757.767361111109</c:v>
                </c:pt>
                <c:pt idx="33585">
                  <c:v>45958.770833333343</c:v>
                </c:pt>
                <c:pt idx="33586">
                  <c:v>45856.532638888893</c:v>
                </c:pt>
                <c:pt idx="33587">
                  <c:v>45828.320138888892</c:v>
                </c:pt>
                <c:pt idx="33588">
                  <c:v>45309.71597222222</c:v>
                </c:pt>
                <c:pt idx="33589">
                  <c:v>46014.027083333327</c:v>
                </c:pt>
                <c:pt idx="33590">
                  <c:v>45850.420138888891</c:v>
                </c:pt>
                <c:pt idx="33591">
                  <c:v>45688.874305555553</c:v>
                </c:pt>
                <c:pt idx="33592">
                  <c:v>45716.28402777778</c:v>
                </c:pt>
                <c:pt idx="33593">
                  <c:v>45352.513194444437</c:v>
                </c:pt>
                <c:pt idx="33594">
                  <c:v>45863.347222222219</c:v>
                </c:pt>
                <c:pt idx="33595">
                  <c:v>45296.832638888889</c:v>
                </c:pt>
                <c:pt idx="33596">
                  <c:v>45786.494444444441</c:v>
                </c:pt>
                <c:pt idx="33597">
                  <c:v>45326.857638888891</c:v>
                </c:pt>
                <c:pt idx="33598">
                  <c:v>45865.714583333327</c:v>
                </c:pt>
                <c:pt idx="33599">
                  <c:v>45865.714583333327</c:v>
                </c:pt>
                <c:pt idx="33600">
                  <c:v>45819.862500000003</c:v>
                </c:pt>
                <c:pt idx="33601">
                  <c:v>45908.655555555553</c:v>
                </c:pt>
                <c:pt idx="33602">
                  <c:v>45908.655555555553</c:v>
                </c:pt>
                <c:pt idx="33603">
                  <c:v>45865.714583333327</c:v>
                </c:pt>
                <c:pt idx="33604">
                  <c:v>45908.655555555553</c:v>
                </c:pt>
                <c:pt idx="33605">
                  <c:v>45819.862500000003</c:v>
                </c:pt>
                <c:pt idx="33606">
                  <c:v>45819.862500000003</c:v>
                </c:pt>
                <c:pt idx="33607">
                  <c:v>45803.447916666657</c:v>
                </c:pt>
                <c:pt idx="33608">
                  <c:v>45529.861805555563</c:v>
                </c:pt>
                <c:pt idx="33609">
                  <c:v>45766.5</c:v>
                </c:pt>
                <c:pt idx="33610">
                  <c:v>45652.693055555559</c:v>
                </c:pt>
                <c:pt idx="33611">
                  <c:v>45804.431944444441</c:v>
                </c:pt>
                <c:pt idx="33612">
                  <c:v>45777.806944444441</c:v>
                </c:pt>
                <c:pt idx="33613">
                  <c:v>45323.724999999999</c:v>
                </c:pt>
                <c:pt idx="33614">
                  <c:v>45427.758333333331</c:v>
                </c:pt>
                <c:pt idx="33615">
                  <c:v>45972.450694444437</c:v>
                </c:pt>
                <c:pt idx="33616">
                  <c:v>45749.994444444441</c:v>
                </c:pt>
                <c:pt idx="33617">
                  <c:v>45784.931944444441</c:v>
                </c:pt>
                <c:pt idx="33618">
                  <c:v>45664.57916666667</c:v>
                </c:pt>
                <c:pt idx="33619">
                  <c:v>45503.890972222223</c:v>
                </c:pt>
                <c:pt idx="33620">
                  <c:v>45543.679166666669</c:v>
                </c:pt>
                <c:pt idx="33621">
                  <c:v>45957.78402777778</c:v>
                </c:pt>
                <c:pt idx="33622">
                  <c:v>45595.652777777781</c:v>
                </c:pt>
                <c:pt idx="33623">
                  <c:v>45747.459027777782</c:v>
                </c:pt>
                <c:pt idx="33624">
                  <c:v>45826.37222222222</c:v>
                </c:pt>
                <c:pt idx="33625">
                  <c:v>45293.411111111112</c:v>
                </c:pt>
                <c:pt idx="33626">
                  <c:v>45529.54791666667</c:v>
                </c:pt>
                <c:pt idx="33627">
                  <c:v>45476.605555555558</c:v>
                </c:pt>
                <c:pt idx="33628">
                  <c:v>45658.692361111112</c:v>
                </c:pt>
                <c:pt idx="33629">
                  <c:v>45780.056944444441</c:v>
                </c:pt>
                <c:pt idx="33630">
                  <c:v>45764.751388888893</c:v>
                </c:pt>
                <c:pt idx="33631">
                  <c:v>45727.589583333327</c:v>
                </c:pt>
                <c:pt idx="33632">
                  <c:v>45410.461111111108</c:v>
                </c:pt>
                <c:pt idx="33633">
                  <c:v>45754.245833333327</c:v>
                </c:pt>
                <c:pt idx="33634">
                  <c:v>45314.700694444437</c:v>
                </c:pt>
                <c:pt idx="33635">
                  <c:v>46003.385416666657</c:v>
                </c:pt>
                <c:pt idx="33636">
                  <c:v>45672.275000000001</c:v>
                </c:pt>
                <c:pt idx="33637">
                  <c:v>45854.307638888888</c:v>
                </c:pt>
                <c:pt idx="33638">
                  <c:v>45399.240277777782</c:v>
                </c:pt>
                <c:pt idx="33639">
                  <c:v>45459.664583333331</c:v>
                </c:pt>
                <c:pt idx="33640">
                  <c:v>45687.486805555563</c:v>
                </c:pt>
                <c:pt idx="33641">
                  <c:v>45694.439583333333</c:v>
                </c:pt>
                <c:pt idx="33642">
                  <c:v>45946.274305555547</c:v>
                </c:pt>
                <c:pt idx="33643">
                  <c:v>45688.456250000003</c:v>
                </c:pt>
                <c:pt idx="33644">
                  <c:v>45788.585416666669</c:v>
                </c:pt>
                <c:pt idx="33645">
                  <c:v>45944.906944444447</c:v>
                </c:pt>
                <c:pt idx="33646">
                  <c:v>45915.908333333333</c:v>
                </c:pt>
                <c:pt idx="33647">
                  <c:v>45887.855555555558</c:v>
                </c:pt>
                <c:pt idx="33648">
                  <c:v>45931.395138888889</c:v>
                </c:pt>
                <c:pt idx="33649">
                  <c:v>45332.997916666667</c:v>
                </c:pt>
                <c:pt idx="33650">
                  <c:v>45951.174305555563</c:v>
                </c:pt>
                <c:pt idx="33651">
                  <c:v>45628.609722222223</c:v>
                </c:pt>
                <c:pt idx="33652">
                  <c:v>45825.772222222222</c:v>
                </c:pt>
                <c:pt idx="33653">
                  <c:v>45945.763888888891</c:v>
                </c:pt>
                <c:pt idx="33654">
                  <c:v>45715.836111111108</c:v>
                </c:pt>
                <c:pt idx="33655">
                  <c:v>45672.718055555553</c:v>
                </c:pt>
                <c:pt idx="33656">
                  <c:v>45916.753472222219</c:v>
                </c:pt>
                <c:pt idx="33657">
                  <c:v>45741.718055555553</c:v>
                </c:pt>
                <c:pt idx="33658">
                  <c:v>45652.695138888892</c:v>
                </c:pt>
                <c:pt idx="33659">
                  <c:v>46012.982638888891</c:v>
                </c:pt>
                <c:pt idx="33660">
                  <c:v>45845.729166666657</c:v>
                </c:pt>
                <c:pt idx="33661">
                  <c:v>45757.702777777777</c:v>
                </c:pt>
                <c:pt idx="33662">
                  <c:v>45797.697222222218</c:v>
                </c:pt>
                <c:pt idx="33663">
                  <c:v>45880.665277777778</c:v>
                </c:pt>
                <c:pt idx="33664">
                  <c:v>45977.508333333331</c:v>
                </c:pt>
                <c:pt idx="33665">
                  <c:v>45992.459722222222</c:v>
                </c:pt>
                <c:pt idx="33666">
                  <c:v>45908.947916666657</c:v>
                </c:pt>
                <c:pt idx="33667">
                  <c:v>45676.290277777778</c:v>
                </c:pt>
                <c:pt idx="33668">
                  <c:v>45497.43472222222</c:v>
                </c:pt>
                <c:pt idx="33669">
                  <c:v>45713.581250000003</c:v>
                </c:pt>
                <c:pt idx="33670">
                  <c:v>45482.571527777778</c:v>
                </c:pt>
                <c:pt idx="33671">
                  <c:v>45882.48333333333</c:v>
                </c:pt>
                <c:pt idx="33672">
                  <c:v>45671.45208333333</c:v>
                </c:pt>
                <c:pt idx="33673">
                  <c:v>45524.576388888891</c:v>
                </c:pt>
                <c:pt idx="33674">
                  <c:v>45735.839583333327</c:v>
                </c:pt>
                <c:pt idx="33675">
                  <c:v>45756.419444444437</c:v>
                </c:pt>
                <c:pt idx="33676">
                  <c:v>45377.515972222223</c:v>
                </c:pt>
                <c:pt idx="33677">
                  <c:v>45328.436111111107</c:v>
                </c:pt>
                <c:pt idx="33678">
                  <c:v>45825.504166666673</c:v>
                </c:pt>
                <c:pt idx="33679">
                  <c:v>45776.47152777778</c:v>
                </c:pt>
                <c:pt idx="33680">
                  <c:v>45293.547222222223</c:v>
                </c:pt>
                <c:pt idx="33681">
                  <c:v>45797.46875</c:v>
                </c:pt>
                <c:pt idx="33682">
                  <c:v>45859.479861111111</c:v>
                </c:pt>
                <c:pt idx="33683">
                  <c:v>45363.458333333343</c:v>
                </c:pt>
                <c:pt idx="33684">
                  <c:v>45693.538888888892</c:v>
                </c:pt>
                <c:pt idx="33685">
                  <c:v>45858.486111111109</c:v>
                </c:pt>
                <c:pt idx="33686">
                  <c:v>45801.976388888892</c:v>
                </c:pt>
                <c:pt idx="33687">
                  <c:v>45932.508333333331</c:v>
                </c:pt>
                <c:pt idx="33688">
                  <c:v>45899.818055555559</c:v>
                </c:pt>
                <c:pt idx="33689">
                  <c:v>45863.726388888892</c:v>
                </c:pt>
                <c:pt idx="33690">
                  <c:v>45843.204861111109</c:v>
                </c:pt>
                <c:pt idx="33691">
                  <c:v>45295.868055555547</c:v>
                </c:pt>
                <c:pt idx="33692">
                  <c:v>45490.697916666657</c:v>
                </c:pt>
                <c:pt idx="33693">
                  <c:v>45692.335416666669</c:v>
                </c:pt>
                <c:pt idx="33694">
                  <c:v>45697.359722222223</c:v>
                </c:pt>
                <c:pt idx="33695">
                  <c:v>45490.706944444442</c:v>
                </c:pt>
                <c:pt idx="33696">
                  <c:v>45402.36041666667</c:v>
                </c:pt>
                <c:pt idx="33697">
                  <c:v>45993.982638888891</c:v>
                </c:pt>
                <c:pt idx="33698">
                  <c:v>45824.875694444447</c:v>
                </c:pt>
                <c:pt idx="33699">
                  <c:v>45609.919444444437</c:v>
                </c:pt>
                <c:pt idx="33700">
                  <c:v>45304.530555555553</c:v>
                </c:pt>
                <c:pt idx="33701">
                  <c:v>45901.445833333331</c:v>
                </c:pt>
                <c:pt idx="33702">
                  <c:v>45466.60833333333</c:v>
                </c:pt>
                <c:pt idx="33703">
                  <c:v>45725.86041666667</c:v>
                </c:pt>
                <c:pt idx="33704">
                  <c:v>45700.700694444437</c:v>
                </c:pt>
                <c:pt idx="33705">
                  <c:v>45895.51666666667</c:v>
                </c:pt>
                <c:pt idx="33706">
                  <c:v>45811.426388888889</c:v>
                </c:pt>
                <c:pt idx="33707">
                  <c:v>45830.461111111108</c:v>
                </c:pt>
                <c:pt idx="33708">
                  <c:v>45785.411111111112</c:v>
                </c:pt>
                <c:pt idx="33709">
                  <c:v>45731.925000000003</c:v>
                </c:pt>
                <c:pt idx="33710">
                  <c:v>46021.902777777781</c:v>
                </c:pt>
                <c:pt idx="33711">
                  <c:v>46021.872916666667</c:v>
                </c:pt>
                <c:pt idx="33712">
                  <c:v>45617.270138888889</c:v>
                </c:pt>
                <c:pt idx="33713">
                  <c:v>45683.459722222222</c:v>
                </c:pt>
                <c:pt idx="33714">
                  <c:v>45729.251388888893</c:v>
                </c:pt>
                <c:pt idx="33715">
                  <c:v>45996.979166666657</c:v>
                </c:pt>
                <c:pt idx="33716">
                  <c:v>45522.743055555547</c:v>
                </c:pt>
                <c:pt idx="33717">
                  <c:v>45706.814583333333</c:v>
                </c:pt>
                <c:pt idx="33718">
                  <c:v>45760.469444444447</c:v>
                </c:pt>
                <c:pt idx="33719">
                  <c:v>45785.404166666667</c:v>
                </c:pt>
                <c:pt idx="33720">
                  <c:v>45327.618750000001</c:v>
                </c:pt>
                <c:pt idx="33721">
                  <c:v>45439.251388888893</c:v>
                </c:pt>
                <c:pt idx="33722">
                  <c:v>45362.35833333333</c:v>
                </c:pt>
                <c:pt idx="33723">
                  <c:v>45621.249305555553</c:v>
                </c:pt>
                <c:pt idx="33724">
                  <c:v>46019.579861111109</c:v>
                </c:pt>
                <c:pt idx="33725">
                  <c:v>45386.615972222222</c:v>
                </c:pt>
                <c:pt idx="33726">
                  <c:v>45936.28125</c:v>
                </c:pt>
                <c:pt idx="33727">
                  <c:v>45384.535416666673</c:v>
                </c:pt>
                <c:pt idx="33728">
                  <c:v>45567.586805555547</c:v>
                </c:pt>
                <c:pt idx="33729">
                  <c:v>45786.770138888889</c:v>
                </c:pt>
                <c:pt idx="33730">
                  <c:v>45726.965277777781</c:v>
                </c:pt>
                <c:pt idx="33731">
                  <c:v>45718.46875</c:v>
                </c:pt>
                <c:pt idx="33732">
                  <c:v>45465.55</c:v>
                </c:pt>
                <c:pt idx="33733">
                  <c:v>45445.51666666667</c:v>
                </c:pt>
                <c:pt idx="33734">
                  <c:v>45851.887499999997</c:v>
                </c:pt>
                <c:pt idx="33735">
                  <c:v>45851.887499999997</c:v>
                </c:pt>
                <c:pt idx="33736">
                  <c:v>45972.922222222223</c:v>
                </c:pt>
                <c:pt idx="33737">
                  <c:v>45595.013194444437</c:v>
                </c:pt>
                <c:pt idx="33738">
                  <c:v>45329.850694444453</c:v>
                </c:pt>
                <c:pt idx="33739">
                  <c:v>45539.814583333333</c:v>
                </c:pt>
                <c:pt idx="33740">
                  <c:v>45830.5625</c:v>
                </c:pt>
                <c:pt idx="33741">
                  <c:v>45618.893055555563</c:v>
                </c:pt>
                <c:pt idx="33742">
                  <c:v>45656.522916666669</c:v>
                </c:pt>
                <c:pt idx="33743">
                  <c:v>45471.550694444442</c:v>
                </c:pt>
                <c:pt idx="33744">
                  <c:v>45530.836111111108</c:v>
                </c:pt>
                <c:pt idx="33745">
                  <c:v>45800.517361111109</c:v>
                </c:pt>
                <c:pt idx="33746">
                  <c:v>45967.601388888892</c:v>
                </c:pt>
                <c:pt idx="33747">
                  <c:v>45337.521527777782</c:v>
                </c:pt>
                <c:pt idx="33748">
                  <c:v>45668.668749999997</c:v>
                </c:pt>
                <c:pt idx="33749">
                  <c:v>45888.882638888892</c:v>
                </c:pt>
                <c:pt idx="33750">
                  <c:v>45588.935416666667</c:v>
                </c:pt>
                <c:pt idx="33751">
                  <c:v>45644.590277777781</c:v>
                </c:pt>
                <c:pt idx="33752">
                  <c:v>45561.509027777778</c:v>
                </c:pt>
                <c:pt idx="33753">
                  <c:v>45523.387499999997</c:v>
                </c:pt>
                <c:pt idx="33754">
                  <c:v>45881.895138888889</c:v>
                </c:pt>
                <c:pt idx="33755">
                  <c:v>45424.682638888888</c:v>
                </c:pt>
                <c:pt idx="33756">
                  <c:v>45744.012499999997</c:v>
                </c:pt>
                <c:pt idx="33757">
                  <c:v>45660.854861111111</c:v>
                </c:pt>
                <c:pt idx="33758">
                  <c:v>45826.661805555559</c:v>
                </c:pt>
                <c:pt idx="33759">
                  <c:v>45561.931250000001</c:v>
                </c:pt>
                <c:pt idx="33760">
                  <c:v>45305.013194444437</c:v>
                </c:pt>
                <c:pt idx="33761">
                  <c:v>45854.990972222222</c:v>
                </c:pt>
                <c:pt idx="33762">
                  <c:v>45890.394444444442</c:v>
                </c:pt>
                <c:pt idx="33763">
                  <c:v>45870.990972222222</c:v>
                </c:pt>
                <c:pt idx="33764">
                  <c:v>45888.655555555553</c:v>
                </c:pt>
                <c:pt idx="33765">
                  <c:v>45881.934027777781</c:v>
                </c:pt>
                <c:pt idx="33766">
                  <c:v>45874.450694444437</c:v>
                </c:pt>
                <c:pt idx="33767">
                  <c:v>45886.875</c:v>
                </c:pt>
                <c:pt idx="33768">
                  <c:v>45810.094444444447</c:v>
                </c:pt>
                <c:pt idx="33769">
                  <c:v>45804.475694444453</c:v>
                </c:pt>
                <c:pt idx="33770">
                  <c:v>45862.931250000001</c:v>
                </c:pt>
                <c:pt idx="33771">
                  <c:v>45733.383333333331</c:v>
                </c:pt>
                <c:pt idx="33772">
                  <c:v>45772.566666666673</c:v>
                </c:pt>
                <c:pt idx="33773">
                  <c:v>45755.581250000003</c:v>
                </c:pt>
                <c:pt idx="33774">
                  <c:v>45844.931944444441</c:v>
                </c:pt>
                <c:pt idx="33775">
                  <c:v>45791.574305555558</c:v>
                </c:pt>
                <c:pt idx="33776">
                  <c:v>45886.367361111108</c:v>
                </c:pt>
                <c:pt idx="33777">
                  <c:v>46009.616666666669</c:v>
                </c:pt>
                <c:pt idx="33778">
                  <c:v>45817.352777777778</c:v>
                </c:pt>
                <c:pt idx="33779">
                  <c:v>45609.693055555559</c:v>
                </c:pt>
                <c:pt idx="33780">
                  <c:v>45904.959027777782</c:v>
                </c:pt>
                <c:pt idx="33781">
                  <c:v>45998.479166666657</c:v>
                </c:pt>
                <c:pt idx="33782">
                  <c:v>45582.671527777777</c:v>
                </c:pt>
                <c:pt idx="33783">
                  <c:v>45697.950694444437</c:v>
                </c:pt>
                <c:pt idx="33784">
                  <c:v>45600.894444444442</c:v>
                </c:pt>
                <c:pt idx="33785">
                  <c:v>45675.79583333333</c:v>
                </c:pt>
                <c:pt idx="33786">
                  <c:v>45540.854861111111</c:v>
                </c:pt>
                <c:pt idx="33787">
                  <c:v>45935.888194444437</c:v>
                </c:pt>
                <c:pt idx="33788">
                  <c:v>45712.583333333343</c:v>
                </c:pt>
                <c:pt idx="33789">
                  <c:v>45964.306944444441</c:v>
                </c:pt>
                <c:pt idx="33790">
                  <c:v>45944.324999999997</c:v>
                </c:pt>
                <c:pt idx="33791">
                  <c:v>45833.886805555558</c:v>
                </c:pt>
                <c:pt idx="33792">
                  <c:v>45757.227777777778</c:v>
                </c:pt>
                <c:pt idx="33793">
                  <c:v>45785.438194444447</c:v>
                </c:pt>
                <c:pt idx="33794">
                  <c:v>45738.406944444447</c:v>
                </c:pt>
                <c:pt idx="33795">
                  <c:v>45755.511805555558</c:v>
                </c:pt>
                <c:pt idx="33796">
                  <c:v>46006.604861111111</c:v>
                </c:pt>
                <c:pt idx="33797">
                  <c:v>45940.656944444447</c:v>
                </c:pt>
                <c:pt idx="33798">
                  <c:v>45602.361805555563</c:v>
                </c:pt>
                <c:pt idx="33799">
                  <c:v>45518.522222222222</c:v>
                </c:pt>
                <c:pt idx="33800">
                  <c:v>45984.770833333343</c:v>
                </c:pt>
                <c:pt idx="33801">
                  <c:v>45299.354861111111</c:v>
                </c:pt>
                <c:pt idx="33802">
                  <c:v>45848.759722222218</c:v>
                </c:pt>
                <c:pt idx="33803">
                  <c:v>45656.62777777778</c:v>
                </c:pt>
                <c:pt idx="33804">
                  <c:v>45445.742361111108</c:v>
                </c:pt>
                <c:pt idx="33805">
                  <c:v>45391.761805555558</c:v>
                </c:pt>
                <c:pt idx="33806">
                  <c:v>45733.265277777777</c:v>
                </c:pt>
                <c:pt idx="33807">
                  <c:v>45348.47152777778</c:v>
                </c:pt>
                <c:pt idx="33808">
                  <c:v>45937.888888888891</c:v>
                </c:pt>
                <c:pt idx="33809">
                  <c:v>45798.298611111109</c:v>
                </c:pt>
                <c:pt idx="33810">
                  <c:v>45757.680555555547</c:v>
                </c:pt>
                <c:pt idx="33811">
                  <c:v>45702.617361111108</c:v>
                </c:pt>
                <c:pt idx="33812">
                  <c:v>45835.518750000003</c:v>
                </c:pt>
                <c:pt idx="33813">
                  <c:v>45990.473611111112</c:v>
                </c:pt>
                <c:pt idx="33814">
                  <c:v>45743.383333333331</c:v>
                </c:pt>
                <c:pt idx="33815">
                  <c:v>45961.586805555547</c:v>
                </c:pt>
                <c:pt idx="33816">
                  <c:v>45686.527777777781</c:v>
                </c:pt>
                <c:pt idx="33817">
                  <c:v>45405.577777777777</c:v>
                </c:pt>
                <c:pt idx="33818">
                  <c:v>45303.470833333333</c:v>
                </c:pt>
                <c:pt idx="33819">
                  <c:v>45748.413888888892</c:v>
                </c:pt>
                <c:pt idx="33820">
                  <c:v>45591.690972222219</c:v>
                </c:pt>
                <c:pt idx="33821">
                  <c:v>45317.574999999997</c:v>
                </c:pt>
                <c:pt idx="33822">
                  <c:v>46021.776388888888</c:v>
                </c:pt>
                <c:pt idx="33823">
                  <c:v>45408.55</c:v>
                </c:pt>
                <c:pt idx="33824">
                  <c:v>45395.522916666669</c:v>
                </c:pt>
                <c:pt idx="33825">
                  <c:v>45618.762499999997</c:v>
                </c:pt>
                <c:pt idx="33826">
                  <c:v>45623.411111111112</c:v>
                </c:pt>
                <c:pt idx="33827">
                  <c:v>45807.913194444453</c:v>
                </c:pt>
                <c:pt idx="33828">
                  <c:v>45959.702777777777</c:v>
                </c:pt>
                <c:pt idx="33829">
                  <c:v>46019.697222222218</c:v>
                </c:pt>
                <c:pt idx="33830">
                  <c:v>45811.330555555563</c:v>
                </c:pt>
                <c:pt idx="33831">
                  <c:v>45491.724999999999</c:v>
                </c:pt>
                <c:pt idx="33832">
                  <c:v>45565.445138888892</c:v>
                </c:pt>
                <c:pt idx="33833">
                  <c:v>45345.776388888888</c:v>
                </c:pt>
                <c:pt idx="33834">
                  <c:v>45658.729166666657</c:v>
                </c:pt>
                <c:pt idx="33835">
                  <c:v>45415.522222222222</c:v>
                </c:pt>
                <c:pt idx="33836">
                  <c:v>45811.871527777781</c:v>
                </c:pt>
                <c:pt idx="33837">
                  <c:v>45719.563194444447</c:v>
                </c:pt>
                <c:pt idx="33838">
                  <c:v>45945.373611111107</c:v>
                </c:pt>
                <c:pt idx="33839">
                  <c:v>45662.59375</c:v>
                </c:pt>
                <c:pt idx="33840">
                  <c:v>45989.680555555547</c:v>
                </c:pt>
                <c:pt idx="33841">
                  <c:v>45809.910416666673</c:v>
                </c:pt>
                <c:pt idx="33842">
                  <c:v>45713.803472222222</c:v>
                </c:pt>
                <c:pt idx="33843">
                  <c:v>45774.211111111108</c:v>
                </c:pt>
                <c:pt idx="33844">
                  <c:v>45774.211111111108</c:v>
                </c:pt>
                <c:pt idx="33845">
                  <c:v>45713.803472222222</c:v>
                </c:pt>
                <c:pt idx="33846">
                  <c:v>45520.74722222222</c:v>
                </c:pt>
                <c:pt idx="33847">
                  <c:v>45979.865972222222</c:v>
                </c:pt>
                <c:pt idx="33848">
                  <c:v>45979.865972222222</c:v>
                </c:pt>
                <c:pt idx="33849">
                  <c:v>45654.734027777777</c:v>
                </c:pt>
                <c:pt idx="33850">
                  <c:v>45985.45</c:v>
                </c:pt>
                <c:pt idx="33851">
                  <c:v>45985.45</c:v>
                </c:pt>
                <c:pt idx="33852">
                  <c:v>45654.734027777777</c:v>
                </c:pt>
                <c:pt idx="33853">
                  <c:v>45880.454861111109</c:v>
                </c:pt>
                <c:pt idx="33854">
                  <c:v>45873.35833333333</c:v>
                </c:pt>
                <c:pt idx="33855">
                  <c:v>45682.938888888893</c:v>
                </c:pt>
                <c:pt idx="33856">
                  <c:v>45466.48541666667</c:v>
                </c:pt>
                <c:pt idx="33857">
                  <c:v>45556.572222222218</c:v>
                </c:pt>
                <c:pt idx="33858">
                  <c:v>45400.648611111108</c:v>
                </c:pt>
                <c:pt idx="33859">
                  <c:v>46019.470833333333</c:v>
                </c:pt>
                <c:pt idx="33860">
                  <c:v>45736.534722222219</c:v>
                </c:pt>
                <c:pt idx="33861">
                  <c:v>45463.045138888891</c:v>
                </c:pt>
                <c:pt idx="33862">
                  <c:v>45529.813888888893</c:v>
                </c:pt>
                <c:pt idx="33863">
                  <c:v>45582.822916666657</c:v>
                </c:pt>
                <c:pt idx="33864">
                  <c:v>45675.665277777778</c:v>
                </c:pt>
                <c:pt idx="33865">
                  <c:v>45491.882638888892</c:v>
                </c:pt>
                <c:pt idx="33866">
                  <c:v>45644.793749999997</c:v>
                </c:pt>
                <c:pt idx="33867">
                  <c:v>45928.320138888892</c:v>
                </c:pt>
                <c:pt idx="33868">
                  <c:v>45993.084722222222</c:v>
                </c:pt>
                <c:pt idx="33869">
                  <c:v>45560.545138888891</c:v>
                </c:pt>
                <c:pt idx="33870">
                  <c:v>45705.075694444437</c:v>
                </c:pt>
                <c:pt idx="33871">
                  <c:v>45871.140972222223</c:v>
                </c:pt>
                <c:pt idx="33872">
                  <c:v>45764.725694444453</c:v>
                </c:pt>
                <c:pt idx="33873">
                  <c:v>45414.974305555559</c:v>
                </c:pt>
                <c:pt idx="33874">
                  <c:v>45493.454861111109</c:v>
                </c:pt>
                <c:pt idx="33875">
                  <c:v>45320.114583333343</c:v>
                </c:pt>
                <c:pt idx="33876">
                  <c:v>45469.208333333343</c:v>
                </c:pt>
                <c:pt idx="33877">
                  <c:v>45443.793055555558</c:v>
                </c:pt>
                <c:pt idx="33878">
                  <c:v>45748.629166666673</c:v>
                </c:pt>
                <c:pt idx="33879">
                  <c:v>45461.809027777781</c:v>
                </c:pt>
                <c:pt idx="33880">
                  <c:v>45682.052777777782</c:v>
                </c:pt>
                <c:pt idx="33881">
                  <c:v>45462.463194444441</c:v>
                </c:pt>
                <c:pt idx="33882">
                  <c:v>45816.554861111108</c:v>
                </c:pt>
                <c:pt idx="33883">
                  <c:v>45351.049305555563</c:v>
                </c:pt>
                <c:pt idx="33884">
                  <c:v>45584.675694444442</c:v>
                </c:pt>
                <c:pt idx="33885">
                  <c:v>45532.283333333333</c:v>
                </c:pt>
                <c:pt idx="33886">
                  <c:v>45907.747916666667</c:v>
                </c:pt>
                <c:pt idx="33887">
                  <c:v>45719.570833333331</c:v>
                </c:pt>
                <c:pt idx="33888">
                  <c:v>45940.417361111111</c:v>
                </c:pt>
                <c:pt idx="33889">
                  <c:v>45607.62222222222</c:v>
                </c:pt>
                <c:pt idx="33890">
                  <c:v>45963.582638888889</c:v>
                </c:pt>
                <c:pt idx="33891">
                  <c:v>45384.331250000003</c:v>
                </c:pt>
                <c:pt idx="33892">
                  <c:v>45614.419444444437</c:v>
                </c:pt>
                <c:pt idx="33893">
                  <c:v>45863.788888888892</c:v>
                </c:pt>
                <c:pt idx="33894">
                  <c:v>45838.831250000003</c:v>
                </c:pt>
                <c:pt idx="33895">
                  <c:v>45872.923611111109</c:v>
                </c:pt>
                <c:pt idx="33896">
                  <c:v>45768.747916666667</c:v>
                </c:pt>
                <c:pt idx="33897">
                  <c:v>45684.481249999997</c:v>
                </c:pt>
                <c:pt idx="33898">
                  <c:v>45669.722916666673</c:v>
                </c:pt>
                <c:pt idx="33899">
                  <c:v>45621.609027777777</c:v>
                </c:pt>
                <c:pt idx="33900">
                  <c:v>45729.536111111112</c:v>
                </c:pt>
                <c:pt idx="33901">
                  <c:v>45685.831250000003</c:v>
                </c:pt>
                <c:pt idx="33902">
                  <c:v>45726.943749999999</c:v>
                </c:pt>
                <c:pt idx="33903">
                  <c:v>45970.552083333343</c:v>
                </c:pt>
                <c:pt idx="33904">
                  <c:v>45529.933333333327</c:v>
                </c:pt>
                <c:pt idx="33905">
                  <c:v>45817.892361111109</c:v>
                </c:pt>
                <c:pt idx="33906">
                  <c:v>45618.502083333333</c:v>
                </c:pt>
                <c:pt idx="33907">
                  <c:v>45551.599305555559</c:v>
                </c:pt>
                <c:pt idx="33908">
                  <c:v>45662.777083333327</c:v>
                </c:pt>
                <c:pt idx="33909">
                  <c:v>45308.651388888888</c:v>
                </c:pt>
                <c:pt idx="33910">
                  <c:v>45886.731249999997</c:v>
                </c:pt>
                <c:pt idx="33911">
                  <c:v>45810.751388888893</c:v>
                </c:pt>
                <c:pt idx="33912">
                  <c:v>45853.379166666673</c:v>
                </c:pt>
                <c:pt idx="33913">
                  <c:v>45675.963888888888</c:v>
                </c:pt>
                <c:pt idx="33914">
                  <c:v>45653.960416666669</c:v>
                </c:pt>
                <c:pt idx="33915">
                  <c:v>45733.65902777778</c:v>
                </c:pt>
                <c:pt idx="33916">
                  <c:v>45964.433333333327</c:v>
                </c:pt>
                <c:pt idx="33917">
                  <c:v>45960.447222222218</c:v>
                </c:pt>
                <c:pt idx="33918">
                  <c:v>45558.470138888893</c:v>
                </c:pt>
                <c:pt idx="33919">
                  <c:v>45935.734027777777</c:v>
                </c:pt>
                <c:pt idx="33920">
                  <c:v>45836.529166666667</c:v>
                </c:pt>
                <c:pt idx="33921">
                  <c:v>45477.73333333333</c:v>
                </c:pt>
                <c:pt idx="33922">
                  <c:v>45421.342361111107</c:v>
                </c:pt>
                <c:pt idx="33923">
                  <c:v>45639.304861111108</c:v>
                </c:pt>
                <c:pt idx="33924">
                  <c:v>45682.560416666667</c:v>
                </c:pt>
                <c:pt idx="33925">
                  <c:v>45581.363888888889</c:v>
                </c:pt>
                <c:pt idx="33926">
                  <c:v>45981.375</c:v>
                </c:pt>
                <c:pt idx="33927">
                  <c:v>45497.51666666667</c:v>
                </c:pt>
                <c:pt idx="33928">
                  <c:v>45533.402083333327</c:v>
                </c:pt>
                <c:pt idx="33929">
                  <c:v>45729.744444444441</c:v>
                </c:pt>
                <c:pt idx="33930">
                  <c:v>45347.579861111109</c:v>
                </c:pt>
                <c:pt idx="33931">
                  <c:v>45442.691666666673</c:v>
                </c:pt>
                <c:pt idx="33932">
                  <c:v>45378.568749999999</c:v>
                </c:pt>
                <c:pt idx="33933">
                  <c:v>45776.283333333333</c:v>
                </c:pt>
                <c:pt idx="33934">
                  <c:v>45884.743055555547</c:v>
                </c:pt>
                <c:pt idx="33935">
                  <c:v>45600.765277777777</c:v>
                </c:pt>
                <c:pt idx="33936">
                  <c:v>45294.479861111111</c:v>
                </c:pt>
                <c:pt idx="33937">
                  <c:v>45845.844444444447</c:v>
                </c:pt>
                <c:pt idx="33938">
                  <c:v>45710.497916666667</c:v>
                </c:pt>
                <c:pt idx="33939">
                  <c:v>45597.895833333343</c:v>
                </c:pt>
                <c:pt idx="33940">
                  <c:v>45783.90625</c:v>
                </c:pt>
                <c:pt idx="33941">
                  <c:v>45713.328472222223</c:v>
                </c:pt>
                <c:pt idx="33942">
                  <c:v>45840.905555555553</c:v>
                </c:pt>
                <c:pt idx="33943">
                  <c:v>45770.990277777782</c:v>
                </c:pt>
                <c:pt idx="33944">
                  <c:v>45987.868750000001</c:v>
                </c:pt>
                <c:pt idx="33945">
                  <c:v>45553.530555555553</c:v>
                </c:pt>
                <c:pt idx="33946">
                  <c:v>45666.566666666673</c:v>
                </c:pt>
                <c:pt idx="33947">
                  <c:v>45665.714583333327</c:v>
                </c:pt>
                <c:pt idx="33948">
                  <c:v>45675.64166666667</c:v>
                </c:pt>
                <c:pt idx="33949">
                  <c:v>45427.36041666667</c:v>
                </c:pt>
                <c:pt idx="33950">
                  <c:v>45728.512499999997</c:v>
                </c:pt>
                <c:pt idx="33951">
                  <c:v>45805.359722222223</c:v>
                </c:pt>
                <c:pt idx="33952">
                  <c:v>45705.295138888891</c:v>
                </c:pt>
                <c:pt idx="33953">
                  <c:v>45791.736111111109</c:v>
                </c:pt>
                <c:pt idx="33954">
                  <c:v>45960.281944444447</c:v>
                </c:pt>
                <c:pt idx="33955">
                  <c:v>45301.655555555553</c:v>
                </c:pt>
                <c:pt idx="33956">
                  <c:v>45817.230555555558</c:v>
                </c:pt>
                <c:pt idx="33957">
                  <c:v>45881.478472222218</c:v>
                </c:pt>
                <c:pt idx="33958">
                  <c:v>45764.319444444453</c:v>
                </c:pt>
                <c:pt idx="33959">
                  <c:v>45656.743055555547</c:v>
                </c:pt>
                <c:pt idx="33960">
                  <c:v>45993.504861111112</c:v>
                </c:pt>
                <c:pt idx="33961">
                  <c:v>45928.293055555558</c:v>
                </c:pt>
                <c:pt idx="33962">
                  <c:v>45849.220138888893</c:v>
                </c:pt>
                <c:pt idx="33963">
                  <c:v>45897.415277777778</c:v>
                </c:pt>
                <c:pt idx="33964">
                  <c:v>45681.50277777778</c:v>
                </c:pt>
                <c:pt idx="33965">
                  <c:v>46011.503472222219</c:v>
                </c:pt>
                <c:pt idx="33966">
                  <c:v>45809.637499999997</c:v>
                </c:pt>
                <c:pt idx="33967">
                  <c:v>45995.43472222222</c:v>
                </c:pt>
                <c:pt idx="33968">
                  <c:v>45851.049305555563</c:v>
                </c:pt>
                <c:pt idx="33969">
                  <c:v>45971.525000000001</c:v>
                </c:pt>
                <c:pt idx="33970">
                  <c:v>45623.90902777778</c:v>
                </c:pt>
                <c:pt idx="33971">
                  <c:v>45776.963194444441</c:v>
                </c:pt>
                <c:pt idx="33972">
                  <c:v>45391.488888888889</c:v>
                </c:pt>
                <c:pt idx="33973">
                  <c:v>45439.96597222222</c:v>
                </c:pt>
                <c:pt idx="33974">
                  <c:v>45511.479861111111</c:v>
                </c:pt>
                <c:pt idx="33975">
                  <c:v>45334.554166666669</c:v>
                </c:pt>
                <c:pt idx="33976">
                  <c:v>45862.106249999997</c:v>
                </c:pt>
                <c:pt idx="33977">
                  <c:v>45440.617361111108</c:v>
                </c:pt>
                <c:pt idx="33978">
                  <c:v>45635.63958333333</c:v>
                </c:pt>
                <c:pt idx="33979">
                  <c:v>45805.842361111107</c:v>
                </c:pt>
                <c:pt idx="33980">
                  <c:v>45623.37777777778</c:v>
                </c:pt>
                <c:pt idx="33981">
                  <c:v>45766.470138888893</c:v>
                </c:pt>
                <c:pt idx="33982">
                  <c:v>45750.777083333327</c:v>
                </c:pt>
                <c:pt idx="33983">
                  <c:v>45610.65</c:v>
                </c:pt>
                <c:pt idx="33984">
                  <c:v>45842.486111111109</c:v>
                </c:pt>
                <c:pt idx="33985">
                  <c:v>45897.495138888888</c:v>
                </c:pt>
                <c:pt idx="33986">
                  <c:v>45872.568749999999</c:v>
                </c:pt>
                <c:pt idx="33987">
                  <c:v>45621.573611111111</c:v>
                </c:pt>
                <c:pt idx="33988">
                  <c:v>45967.393750000003</c:v>
                </c:pt>
                <c:pt idx="33989">
                  <c:v>45722.902083333327</c:v>
                </c:pt>
                <c:pt idx="33990">
                  <c:v>45668.648611111108</c:v>
                </c:pt>
                <c:pt idx="33991">
                  <c:v>45798.736805555563</c:v>
                </c:pt>
                <c:pt idx="33992">
                  <c:v>45736.76458333333</c:v>
                </c:pt>
                <c:pt idx="33993">
                  <c:v>46013.246527777781</c:v>
                </c:pt>
                <c:pt idx="33994">
                  <c:v>45543.801388888889</c:v>
                </c:pt>
                <c:pt idx="33995">
                  <c:v>45860.781944444447</c:v>
                </c:pt>
                <c:pt idx="33996">
                  <c:v>46004.25</c:v>
                </c:pt>
                <c:pt idx="33997">
                  <c:v>45819.893750000003</c:v>
                </c:pt>
                <c:pt idx="33998">
                  <c:v>45936.850694444453</c:v>
                </c:pt>
                <c:pt idx="33999">
                  <c:v>45565.350694444453</c:v>
                </c:pt>
                <c:pt idx="34000">
                  <c:v>45470.657638888893</c:v>
                </c:pt>
                <c:pt idx="34001">
                  <c:v>45590.377083333333</c:v>
                </c:pt>
                <c:pt idx="34002">
                  <c:v>45987.369444444441</c:v>
                </c:pt>
                <c:pt idx="34003">
                  <c:v>45883.683333333327</c:v>
                </c:pt>
                <c:pt idx="34004">
                  <c:v>45927.384722222218</c:v>
                </c:pt>
                <c:pt idx="34005">
                  <c:v>45956.379166666673</c:v>
                </c:pt>
                <c:pt idx="34006">
                  <c:v>45924.379166666673</c:v>
                </c:pt>
                <c:pt idx="34007">
                  <c:v>45911.510416666657</c:v>
                </c:pt>
                <c:pt idx="34008">
                  <c:v>45683.671527777777</c:v>
                </c:pt>
                <c:pt idx="34009">
                  <c:v>45739.849305555559</c:v>
                </c:pt>
                <c:pt idx="34010">
                  <c:v>45687.029166666667</c:v>
                </c:pt>
                <c:pt idx="34011">
                  <c:v>45600.743750000001</c:v>
                </c:pt>
                <c:pt idx="34012">
                  <c:v>45655.631944444453</c:v>
                </c:pt>
                <c:pt idx="34013">
                  <c:v>45556.348611111112</c:v>
                </c:pt>
                <c:pt idx="34014">
                  <c:v>45855.929861111108</c:v>
                </c:pt>
                <c:pt idx="34015">
                  <c:v>45687.517361111109</c:v>
                </c:pt>
                <c:pt idx="34016">
                  <c:v>45664.856944444437</c:v>
                </c:pt>
                <c:pt idx="34017">
                  <c:v>45726.513194444437</c:v>
                </c:pt>
                <c:pt idx="34018">
                  <c:v>45670.779166666667</c:v>
                </c:pt>
                <c:pt idx="34019">
                  <c:v>45726.510416666657</c:v>
                </c:pt>
                <c:pt idx="34020">
                  <c:v>46015.603472222218</c:v>
                </c:pt>
                <c:pt idx="34021">
                  <c:v>45789.521527777782</c:v>
                </c:pt>
                <c:pt idx="34022">
                  <c:v>45448.904861111107</c:v>
                </c:pt>
                <c:pt idx="34023">
                  <c:v>45692.609027777777</c:v>
                </c:pt>
                <c:pt idx="34024">
                  <c:v>45438.654166666667</c:v>
                </c:pt>
                <c:pt idx="34025">
                  <c:v>45424.457638888889</c:v>
                </c:pt>
                <c:pt idx="34026">
                  <c:v>45472.592361111107</c:v>
                </c:pt>
                <c:pt idx="34027">
                  <c:v>45415.26666666667</c:v>
                </c:pt>
                <c:pt idx="34028">
                  <c:v>45724.540972222218</c:v>
                </c:pt>
                <c:pt idx="34029">
                  <c:v>45686.780555555553</c:v>
                </c:pt>
                <c:pt idx="34030">
                  <c:v>45455.000694444447</c:v>
                </c:pt>
                <c:pt idx="34031">
                  <c:v>45448.469444444447</c:v>
                </c:pt>
                <c:pt idx="34032">
                  <c:v>45418.84652777778</c:v>
                </c:pt>
                <c:pt idx="34033">
                  <c:v>45467.068055555559</c:v>
                </c:pt>
                <c:pt idx="34034">
                  <c:v>45708.700694444437</c:v>
                </c:pt>
                <c:pt idx="34035">
                  <c:v>45429.636111111111</c:v>
                </c:pt>
                <c:pt idx="34036">
                  <c:v>45428.519444444442</c:v>
                </c:pt>
                <c:pt idx="34037">
                  <c:v>45418.694444444453</c:v>
                </c:pt>
                <c:pt idx="34038">
                  <c:v>45860.750694444447</c:v>
                </c:pt>
                <c:pt idx="34039">
                  <c:v>46014.74722222222</c:v>
                </c:pt>
                <c:pt idx="34040">
                  <c:v>45840.743750000001</c:v>
                </c:pt>
                <c:pt idx="34041">
                  <c:v>45433.823611111111</c:v>
                </c:pt>
                <c:pt idx="34042">
                  <c:v>45952.004861111112</c:v>
                </c:pt>
                <c:pt idx="34043">
                  <c:v>45432.424305555563</c:v>
                </c:pt>
                <c:pt idx="34044">
                  <c:v>45664.479166666657</c:v>
                </c:pt>
                <c:pt idx="34045">
                  <c:v>45626.730555555558</c:v>
                </c:pt>
                <c:pt idx="34046">
                  <c:v>45848.911805555559</c:v>
                </c:pt>
                <c:pt idx="34047">
                  <c:v>45799.888888888891</c:v>
                </c:pt>
                <c:pt idx="34048">
                  <c:v>46019.019444444442</c:v>
                </c:pt>
                <c:pt idx="34049">
                  <c:v>46022.566666666673</c:v>
                </c:pt>
                <c:pt idx="34050">
                  <c:v>45997.74722222222</c:v>
                </c:pt>
                <c:pt idx="34051">
                  <c:v>45522.347916666673</c:v>
                </c:pt>
                <c:pt idx="34052">
                  <c:v>45648.365972222222</c:v>
                </c:pt>
                <c:pt idx="34053">
                  <c:v>45312.617361111108</c:v>
                </c:pt>
                <c:pt idx="34054">
                  <c:v>45430.393055555563</c:v>
                </c:pt>
                <c:pt idx="34055">
                  <c:v>45910.537499999999</c:v>
                </c:pt>
                <c:pt idx="34056">
                  <c:v>45711.484722222223</c:v>
                </c:pt>
                <c:pt idx="34057">
                  <c:v>45861.731249999997</c:v>
                </c:pt>
                <c:pt idx="34058">
                  <c:v>45794.821527777778</c:v>
                </c:pt>
                <c:pt idx="34059">
                  <c:v>45552.557638888888</c:v>
                </c:pt>
                <c:pt idx="34060">
                  <c:v>45962.490972222222</c:v>
                </c:pt>
                <c:pt idx="34061">
                  <c:v>45654.580555555563</c:v>
                </c:pt>
                <c:pt idx="34062">
                  <c:v>45887.80972222222</c:v>
                </c:pt>
                <c:pt idx="34063">
                  <c:v>45314.859722222223</c:v>
                </c:pt>
                <c:pt idx="34064">
                  <c:v>45728.731249999997</c:v>
                </c:pt>
                <c:pt idx="34065">
                  <c:v>45766.974999999999</c:v>
                </c:pt>
                <c:pt idx="34066">
                  <c:v>45842.396527777782</c:v>
                </c:pt>
                <c:pt idx="34067">
                  <c:v>45405.8</c:v>
                </c:pt>
                <c:pt idx="34068">
                  <c:v>45905.973611111112</c:v>
                </c:pt>
                <c:pt idx="34069">
                  <c:v>45876.910416666673</c:v>
                </c:pt>
                <c:pt idx="34070">
                  <c:v>45844.509027777778</c:v>
                </c:pt>
                <c:pt idx="34071">
                  <c:v>45755.738888888889</c:v>
                </c:pt>
                <c:pt idx="34072">
                  <c:v>45765.583333333343</c:v>
                </c:pt>
                <c:pt idx="34073">
                  <c:v>45917.470138888893</c:v>
                </c:pt>
                <c:pt idx="34074">
                  <c:v>45838.172222222223</c:v>
                </c:pt>
                <c:pt idx="34075">
                  <c:v>45616.955555555563</c:v>
                </c:pt>
                <c:pt idx="34076">
                  <c:v>45883.757638888892</c:v>
                </c:pt>
                <c:pt idx="34077">
                  <c:v>45586.436805555553</c:v>
                </c:pt>
                <c:pt idx="34078">
                  <c:v>46001.352083333331</c:v>
                </c:pt>
                <c:pt idx="34079">
                  <c:v>45645.595138888893</c:v>
                </c:pt>
                <c:pt idx="34080">
                  <c:v>45987.45208333333</c:v>
                </c:pt>
                <c:pt idx="34081">
                  <c:v>45708.568749999999</c:v>
                </c:pt>
                <c:pt idx="34082">
                  <c:v>45764.5625</c:v>
                </c:pt>
                <c:pt idx="34083">
                  <c:v>45679.690972222219</c:v>
                </c:pt>
                <c:pt idx="34084">
                  <c:v>45930.782638888893</c:v>
                </c:pt>
                <c:pt idx="34085">
                  <c:v>45826.775000000001</c:v>
                </c:pt>
                <c:pt idx="34086">
                  <c:v>45745.847222222219</c:v>
                </c:pt>
                <c:pt idx="34087">
                  <c:v>45854.712500000001</c:v>
                </c:pt>
                <c:pt idx="34088">
                  <c:v>45622.556250000001</c:v>
                </c:pt>
                <c:pt idx="34089">
                  <c:v>45966.456250000003</c:v>
                </c:pt>
                <c:pt idx="34090">
                  <c:v>45774.28125</c:v>
                </c:pt>
                <c:pt idx="34091">
                  <c:v>46017.552083333343</c:v>
                </c:pt>
                <c:pt idx="34092">
                  <c:v>45673.420138888891</c:v>
                </c:pt>
                <c:pt idx="34093">
                  <c:v>45868.75</c:v>
                </c:pt>
                <c:pt idx="34094">
                  <c:v>45845.927777777782</c:v>
                </c:pt>
                <c:pt idx="34095">
                  <c:v>45837.578472222223</c:v>
                </c:pt>
                <c:pt idx="34096">
                  <c:v>45800.881944444453</c:v>
                </c:pt>
                <c:pt idx="34097">
                  <c:v>45799.775694444441</c:v>
                </c:pt>
                <c:pt idx="34098">
                  <c:v>45789.75277777778</c:v>
                </c:pt>
                <c:pt idx="34099">
                  <c:v>45901.617361111108</c:v>
                </c:pt>
                <c:pt idx="34100">
                  <c:v>45910.324305555558</c:v>
                </c:pt>
                <c:pt idx="34101">
                  <c:v>45397.694444444453</c:v>
                </c:pt>
                <c:pt idx="34102">
                  <c:v>45826.911111111112</c:v>
                </c:pt>
                <c:pt idx="34103">
                  <c:v>45947.373611111107</c:v>
                </c:pt>
                <c:pt idx="34104">
                  <c:v>45793.745138888888</c:v>
                </c:pt>
                <c:pt idx="34105">
                  <c:v>45298.924305555563</c:v>
                </c:pt>
                <c:pt idx="34106">
                  <c:v>45978.321527777778</c:v>
                </c:pt>
                <c:pt idx="34107">
                  <c:v>45677.734027777777</c:v>
                </c:pt>
                <c:pt idx="34108">
                  <c:v>45857.379166666673</c:v>
                </c:pt>
                <c:pt idx="34109">
                  <c:v>45724.865972222222</c:v>
                </c:pt>
                <c:pt idx="34110">
                  <c:v>45485.380555555559</c:v>
                </c:pt>
                <c:pt idx="34111">
                  <c:v>45742.595138888893</c:v>
                </c:pt>
                <c:pt idx="34112">
                  <c:v>45730.418055555558</c:v>
                </c:pt>
                <c:pt idx="34113">
                  <c:v>45730.436805555553</c:v>
                </c:pt>
                <c:pt idx="34114">
                  <c:v>45719.036805555559</c:v>
                </c:pt>
                <c:pt idx="34115">
                  <c:v>45663.832638888889</c:v>
                </c:pt>
                <c:pt idx="34116">
                  <c:v>45708.861805555563</c:v>
                </c:pt>
                <c:pt idx="34117">
                  <c:v>45683.673611111109</c:v>
                </c:pt>
                <c:pt idx="34118">
                  <c:v>45861.170138888891</c:v>
                </c:pt>
                <c:pt idx="34119">
                  <c:v>45716.685416666667</c:v>
                </c:pt>
                <c:pt idx="34120">
                  <c:v>45712.834722222222</c:v>
                </c:pt>
                <c:pt idx="34121">
                  <c:v>45324.441666666673</c:v>
                </c:pt>
                <c:pt idx="34122">
                  <c:v>45950.286111111112</c:v>
                </c:pt>
                <c:pt idx="34123">
                  <c:v>45950.286111111112</c:v>
                </c:pt>
                <c:pt idx="34124">
                  <c:v>45324.441666666673</c:v>
                </c:pt>
                <c:pt idx="34125">
                  <c:v>45668.1</c:v>
                </c:pt>
                <c:pt idx="34126">
                  <c:v>45474.020833333343</c:v>
                </c:pt>
                <c:pt idx="34127">
                  <c:v>46015.513194444437</c:v>
                </c:pt>
                <c:pt idx="34128">
                  <c:v>45612.888888888891</c:v>
                </c:pt>
                <c:pt idx="34129">
                  <c:v>45383.698611111111</c:v>
                </c:pt>
                <c:pt idx="34130">
                  <c:v>45431.742361111108</c:v>
                </c:pt>
                <c:pt idx="34131">
                  <c:v>45312.831250000003</c:v>
                </c:pt>
                <c:pt idx="34132">
                  <c:v>45409.393750000003</c:v>
                </c:pt>
                <c:pt idx="34133">
                  <c:v>45457.855555555558</c:v>
                </c:pt>
                <c:pt idx="34134">
                  <c:v>45490.730555555558</c:v>
                </c:pt>
                <c:pt idx="34135">
                  <c:v>45343.582638888889</c:v>
                </c:pt>
                <c:pt idx="34136">
                  <c:v>45666.732638888891</c:v>
                </c:pt>
                <c:pt idx="34137">
                  <c:v>45677.790972222218</c:v>
                </c:pt>
                <c:pt idx="34138">
                  <c:v>45654.481944444437</c:v>
                </c:pt>
                <c:pt idx="34139">
                  <c:v>45967.720138888893</c:v>
                </c:pt>
                <c:pt idx="34140">
                  <c:v>45584.576388888891</c:v>
                </c:pt>
                <c:pt idx="34141">
                  <c:v>45863.436111111107</c:v>
                </c:pt>
                <c:pt idx="34142">
                  <c:v>45859.472916666673</c:v>
                </c:pt>
                <c:pt idx="34143">
                  <c:v>45778.671527777777</c:v>
                </c:pt>
                <c:pt idx="34144">
                  <c:v>45772.231944444437</c:v>
                </c:pt>
                <c:pt idx="34145">
                  <c:v>45468.379166666673</c:v>
                </c:pt>
                <c:pt idx="34146">
                  <c:v>45495.024305555547</c:v>
                </c:pt>
                <c:pt idx="34147">
                  <c:v>45942.529861111107</c:v>
                </c:pt>
                <c:pt idx="34148">
                  <c:v>45782.581944444442</c:v>
                </c:pt>
                <c:pt idx="34149">
                  <c:v>45305.881249999999</c:v>
                </c:pt>
                <c:pt idx="34150">
                  <c:v>45751.802083333343</c:v>
                </c:pt>
                <c:pt idx="34151">
                  <c:v>45769.613888888889</c:v>
                </c:pt>
                <c:pt idx="34152">
                  <c:v>45757.288194444453</c:v>
                </c:pt>
                <c:pt idx="34153">
                  <c:v>45756.536111111112</c:v>
                </c:pt>
                <c:pt idx="34154">
                  <c:v>45754.649305555547</c:v>
                </c:pt>
                <c:pt idx="34155">
                  <c:v>45738.607638888891</c:v>
                </c:pt>
                <c:pt idx="34156">
                  <c:v>45736.791666666657</c:v>
                </c:pt>
                <c:pt idx="34157">
                  <c:v>45695.612500000003</c:v>
                </c:pt>
                <c:pt idx="34158">
                  <c:v>45656.659722222219</c:v>
                </c:pt>
                <c:pt idx="34159">
                  <c:v>45655.477083333331</c:v>
                </c:pt>
                <c:pt idx="34160">
                  <c:v>45653.665277777778</c:v>
                </c:pt>
                <c:pt idx="34161">
                  <c:v>45930.628472222219</c:v>
                </c:pt>
                <c:pt idx="34162">
                  <c:v>45443.015277777777</c:v>
                </c:pt>
                <c:pt idx="34163">
                  <c:v>45926.39166666667</c:v>
                </c:pt>
                <c:pt idx="34164">
                  <c:v>45777.607638888891</c:v>
                </c:pt>
                <c:pt idx="34165">
                  <c:v>45562.354166666657</c:v>
                </c:pt>
                <c:pt idx="34166">
                  <c:v>45507.033333333333</c:v>
                </c:pt>
                <c:pt idx="34167">
                  <c:v>45379.074305555558</c:v>
                </c:pt>
                <c:pt idx="34168">
                  <c:v>45838.334027777782</c:v>
                </c:pt>
                <c:pt idx="34169">
                  <c:v>46022.077777777777</c:v>
                </c:pt>
                <c:pt idx="34170">
                  <c:v>45657.061805555553</c:v>
                </c:pt>
                <c:pt idx="34171">
                  <c:v>46014.684027777781</c:v>
                </c:pt>
                <c:pt idx="34172">
                  <c:v>45840.689583333333</c:v>
                </c:pt>
                <c:pt idx="34173">
                  <c:v>46018.663888888892</c:v>
                </c:pt>
                <c:pt idx="34174">
                  <c:v>46008.916666666657</c:v>
                </c:pt>
                <c:pt idx="34175">
                  <c:v>45950.902083333327</c:v>
                </c:pt>
                <c:pt idx="34176">
                  <c:v>45654.84097222222</c:v>
                </c:pt>
                <c:pt idx="34177">
                  <c:v>45588.306250000001</c:v>
                </c:pt>
                <c:pt idx="34178">
                  <c:v>45933.612500000003</c:v>
                </c:pt>
                <c:pt idx="34179">
                  <c:v>45761.76666666667</c:v>
                </c:pt>
                <c:pt idx="34180">
                  <c:v>45392.746527777781</c:v>
                </c:pt>
                <c:pt idx="34181">
                  <c:v>45980.354166666657</c:v>
                </c:pt>
                <c:pt idx="34182">
                  <c:v>45798.209027777782</c:v>
                </c:pt>
                <c:pt idx="34183">
                  <c:v>45344.306250000001</c:v>
                </c:pt>
                <c:pt idx="34184">
                  <c:v>45834.571527777778</c:v>
                </c:pt>
                <c:pt idx="34185">
                  <c:v>45309.345833333333</c:v>
                </c:pt>
                <c:pt idx="34186">
                  <c:v>45796.709027777782</c:v>
                </c:pt>
                <c:pt idx="34187">
                  <c:v>45891.279166666667</c:v>
                </c:pt>
                <c:pt idx="34188">
                  <c:v>45716.27847222222</c:v>
                </c:pt>
                <c:pt idx="34189">
                  <c:v>45600.222222222219</c:v>
                </c:pt>
                <c:pt idx="34190">
                  <c:v>45510.60833333333</c:v>
                </c:pt>
                <c:pt idx="34191">
                  <c:v>45866.287499999999</c:v>
                </c:pt>
                <c:pt idx="34192">
                  <c:v>45453.283333333333</c:v>
                </c:pt>
                <c:pt idx="34193">
                  <c:v>45897.654861111107</c:v>
                </c:pt>
                <c:pt idx="34194">
                  <c:v>45438.268055555563</c:v>
                </c:pt>
                <c:pt idx="34195">
                  <c:v>45294.324999999997</c:v>
                </c:pt>
                <c:pt idx="34196">
                  <c:v>45797.425000000003</c:v>
                </c:pt>
                <c:pt idx="34197">
                  <c:v>45842.229861111111</c:v>
                </c:pt>
                <c:pt idx="34198">
                  <c:v>45965.727083333331</c:v>
                </c:pt>
                <c:pt idx="34199">
                  <c:v>45905.904861111107</c:v>
                </c:pt>
                <c:pt idx="34200">
                  <c:v>45865.953472222223</c:v>
                </c:pt>
                <c:pt idx="34201">
                  <c:v>45843.738194444442</c:v>
                </c:pt>
                <c:pt idx="34202">
                  <c:v>45771.406944444447</c:v>
                </c:pt>
                <c:pt idx="34203">
                  <c:v>45782.681944444441</c:v>
                </c:pt>
                <c:pt idx="34204">
                  <c:v>45764.23333333333</c:v>
                </c:pt>
                <c:pt idx="34205">
                  <c:v>45805.484722222223</c:v>
                </c:pt>
                <c:pt idx="34206">
                  <c:v>45797.459027777782</c:v>
                </c:pt>
                <c:pt idx="34207">
                  <c:v>45770.540972222218</c:v>
                </c:pt>
                <c:pt idx="34208">
                  <c:v>45754.851388888892</c:v>
                </c:pt>
                <c:pt idx="34209">
                  <c:v>45886.947222222218</c:v>
                </c:pt>
                <c:pt idx="34210">
                  <c:v>45804.091666666667</c:v>
                </c:pt>
                <c:pt idx="34211">
                  <c:v>45679.856249999997</c:v>
                </c:pt>
                <c:pt idx="34212">
                  <c:v>45571.158333333333</c:v>
                </c:pt>
                <c:pt idx="34213">
                  <c:v>45911.943749999999</c:v>
                </c:pt>
                <c:pt idx="34214">
                  <c:v>46008.115972222222</c:v>
                </c:pt>
                <c:pt idx="34215">
                  <c:v>45863.9375</c:v>
                </c:pt>
                <c:pt idx="34216">
                  <c:v>45778.195138888892</c:v>
                </c:pt>
                <c:pt idx="34217">
                  <c:v>45836.953472222223</c:v>
                </c:pt>
                <c:pt idx="34218">
                  <c:v>45979.525694444441</c:v>
                </c:pt>
                <c:pt idx="34219">
                  <c:v>45768.688194444447</c:v>
                </c:pt>
                <c:pt idx="34220">
                  <c:v>45946.592361111107</c:v>
                </c:pt>
                <c:pt idx="34221">
                  <c:v>45697.101388888892</c:v>
                </c:pt>
                <c:pt idx="34222">
                  <c:v>45739.790972222218</c:v>
                </c:pt>
                <c:pt idx="34223">
                  <c:v>45713.06527777778</c:v>
                </c:pt>
                <c:pt idx="34224">
                  <c:v>45748.726388888892</c:v>
                </c:pt>
                <c:pt idx="34225">
                  <c:v>45731.564583333333</c:v>
                </c:pt>
                <c:pt idx="34226">
                  <c:v>45709.730555555558</c:v>
                </c:pt>
                <c:pt idx="34227">
                  <c:v>45728.397916666669</c:v>
                </c:pt>
                <c:pt idx="34228">
                  <c:v>45695.830555555563</c:v>
                </c:pt>
                <c:pt idx="34229">
                  <c:v>45712.415277777778</c:v>
                </c:pt>
                <c:pt idx="34230">
                  <c:v>45711.522222222222</c:v>
                </c:pt>
                <c:pt idx="34231">
                  <c:v>45652.632638888892</c:v>
                </c:pt>
                <c:pt idx="34232">
                  <c:v>45651.191666666673</c:v>
                </c:pt>
                <c:pt idx="34233">
                  <c:v>45636.402083333327</c:v>
                </c:pt>
                <c:pt idx="34234">
                  <c:v>45616.425694444442</c:v>
                </c:pt>
                <c:pt idx="34235">
                  <c:v>45615.575694444437</c:v>
                </c:pt>
                <c:pt idx="34236">
                  <c:v>45607.629166666673</c:v>
                </c:pt>
                <c:pt idx="34237">
                  <c:v>45887.542361111111</c:v>
                </c:pt>
                <c:pt idx="34238">
                  <c:v>45685.430555555547</c:v>
                </c:pt>
                <c:pt idx="34239">
                  <c:v>45318.490277777782</c:v>
                </c:pt>
                <c:pt idx="34240">
                  <c:v>45807.866666666669</c:v>
                </c:pt>
                <c:pt idx="34241">
                  <c:v>45572.45</c:v>
                </c:pt>
                <c:pt idx="34242">
                  <c:v>45960.586111111108</c:v>
                </c:pt>
                <c:pt idx="34243">
                  <c:v>45498.379166666673</c:v>
                </c:pt>
                <c:pt idx="34244">
                  <c:v>45420.642361111109</c:v>
                </c:pt>
                <c:pt idx="34245">
                  <c:v>45751.510416666657</c:v>
                </c:pt>
                <c:pt idx="34246">
                  <c:v>45526.611111111109</c:v>
                </c:pt>
                <c:pt idx="34247">
                  <c:v>45726.467361111107</c:v>
                </c:pt>
                <c:pt idx="34248">
                  <c:v>45619.506249999999</c:v>
                </c:pt>
                <c:pt idx="34249">
                  <c:v>45900.503472222219</c:v>
                </c:pt>
                <c:pt idx="34250">
                  <c:v>45882.645833333343</c:v>
                </c:pt>
                <c:pt idx="34251">
                  <c:v>45794.741666666669</c:v>
                </c:pt>
                <c:pt idx="34252">
                  <c:v>45788.310416666667</c:v>
                </c:pt>
                <c:pt idx="34253">
                  <c:v>45761.464583333327</c:v>
                </c:pt>
                <c:pt idx="34254">
                  <c:v>45658.101388888892</c:v>
                </c:pt>
                <c:pt idx="34255">
                  <c:v>45865.530555555553</c:v>
                </c:pt>
                <c:pt idx="34256">
                  <c:v>45753.599305555559</c:v>
                </c:pt>
                <c:pt idx="34257">
                  <c:v>45613.65347222222</c:v>
                </c:pt>
                <c:pt idx="34258">
                  <c:v>45614.487500000003</c:v>
                </c:pt>
                <c:pt idx="34259">
                  <c:v>45799.531944444447</c:v>
                </c:pt>
                <c:pt idx="34260">
                  <c:v>45988.874305555553</c:v>
                </c:pt>
                <c:pt idx="34261">
                  <c:v>45689.496527777781</c:v>
                </c:pt>
                <c:pt idx="34262">
                  <c:v>45942.578472222223</c:v>
                </c:pt>
                <c:pt idx="34263">
                  <c:v>45646.704861111109</c:v>
                </c:pt>
                <c:pt idx="34264">
                  <c:v>45730.635416666657</c:v>
                </c:pt>
                <c:pt idx="34265">
                  <c:v>45592.933333333327</c:v>
                </c:pt>
                <c:pt idx="34266">
                  <c:v>45513.886805555558</c:v>
                </c:pt>
                <c:pt idx="34267">
                  <c:v>45685.749305555553</c:v>
                </c:pt>
                <c:pt idx="34268">
                  <c:v>45672.688888888893</c:v>
                </c:pt>
                <c:pt idx="34269">
                  <c:v>46023.785416666673</c:v>
                </c:pt>
                <c:pt idx="34270">
                  <c:v>45740.451388888891</c:v>
                </c:pt>
                <c:pt idx="34271">
                  <c:v>45706.431944444441</c:v>
                </c:pt>
                <c:pt idx="34272">
                  <c:v>45914.811111111107</c:v>
                </c:pt>
                <c:pt idx="34273">
                  <c:v>45708.82916666667</c:v>
                </c:pt>
                <c:pt idx="34274">
                  <c:v>45748.459722222222</c:v>
                </c:pt>
                <c:pt idx="34275">
                  <c:v>45714.541666666657</c:v>
                </c:pt>
                <c:pt idx="34276">
                  <c:v>45845.561805555553</c:v>
                </c:pt>
                <c:pt idx="34277">
                  <c:v>45966.631249999999</c:v>
                </c:pt>
                <c:pt idx="34278">
                  <c:v>45478.505555555559</c:v>
                </c:pt>
                <c:pt idx="34279">
                  <c:v>45791.301388888889</c:v>
                </c:pt>
                <c:pt idx="34280">
                  <c:v>45766.426388888889</c:v>
                </c:pt>
                <c:pt idx="34281">
                  <c:v>45306.54791666667</c:v>
                </c:pt>
                <c:pt idx="34282">
                  <c:v>45623.592361111107</c:v>
                </c:pt>
                <c:pt idx="34283">
                  <c:v>45876.688888888893</c:v>
                </c:pt>
                <c:pt idx="34284">
                  <c:v>45365.478472222218</c:v>
                </c:pt>
                <c:pt idx="34285">
                  <c:v>45992.568055555559</c:v>
                </c:pt>
                <c:pt idx="34286">
                  <c:v>45575.478472222218</c:v>
                </c:pt>
                <c:pt idx="34287">
                  <c:v>45422.586111111108</c:v>
                </c:pt>
                <c:pt idx="34288">
                  <c:v>45820.306250000001</c:v>
                </c:pt>
                <c:pt idx="34289">
                  <c:v>45513.604166666657</c:v>
                </c:pt>
                <c:pt idx="34290">
                  <c:v>45704.893055555563</c:v>
                </c:pt>
                <c:pt idx="34291">
                  <c:v>45886.37222222222</c:v>
                </c:pt>
                <c:pt idx="34292">
                  <c:v>45972.290972222218</c:v>
                </c:pt>
                <c:pt idx="34293">
                  <c:v>45601.009722222218</c:v>
                </c:pt>
                <c:pt idx="34294">
                  <c:v>45701.5</c:v>
                </c:pt>
                <c:pt idx="34295">
                  <c:v>45714.814583333333</c:v>
                </c:pt>
                <c:pt idx="34296">
                  <c:v>45746.17291666667</c:v>
                </c:pt>
                <c:pt idx="34297">
                  <c:v>45911.897916666669</c:v>
                </c:pt>
                <c:pt idx="34298">
                  <c:v>45773.590277777781</c:v>
                </c:pt>
                <c:pt idx="34299">
                  <c:v>45698.297222222223</c:v>
                </c:pt>
                <c:pt idx="34300">
                  <c:v>45654.986111111109</c:v>
                </c:pt>
                <c:pt idx="34301">
                  <c:v>45968.677083333343</c:v>
                </c:pt>
                <c:pt idx="34302">
                  <c:v>45496.482638888891</c:v>
                </c:pt>
                <c:pt idx="34303">
                  <c:v>45726.308333333327</c:v>
                </c:pt>
                <c:pt idx="34304">
                  <c:v>45657.125694444447</c:v>
                </c:pt>
                <c:pt idx="34305">
                  <c:v>45357.488194444442</c:v>
                </c:pt>
                <c:pt idx="34306">
                  <c:v>45451.886111111111</c:v>
                </c:pt>
                <c:pt idx="34307">
                  <c:v>45981.076388888891</c:v>
                </c:pt>
                <c:pt idx="34308">
                  <c:v>45923.929166666669</c:v>
                </c:pt>
                <c:pt idx="34309">
                  <c:v>45736.327777777777</c:v>
                </c:pt>
                <c:pt idx="34310">
                  <c:v>45321.977083333331</c:v>
                </c:pt>
                <c:pt idx="34311">
                  <c:v>45701.043749999997</c:v>
                </c:pt>
                <c:pt idx="34312">
                  <c:v>45666.409722222219</c:v>
                </c:pt>
                <c:pt idx="34313">
                  <c:v>45658.455555555563</c:v>
                </c:pt>
                <c:pt idx="34314">
                  <c:v>45670.393750000003</c:v>
                </c:pt>
                <c:pt idx="34315">
                  <c:v>45639.584722222222</c:v>
                </c:pt>
                <c:pt idx="34316">
                  <c:v>45387.615972222222</c:v>
                </c:pt>
                <c:pt idx="34317">
                  <c:v>45637.675694444442</c:v>
                </c:pt>
                <c:pt idx="34318">
                  <c:v>45663.695138888892</c:v>
                </c:pt>
                <c:pt idx="34319">
                  <c:v>45971.628472222219</c:v>
                </c:pt>
                <c:pt idx="34320">
                  <c:v>45749.409722222219</c:v>
                </c:pt>
                <c:pt idx="34321">
                  <c:v>45393.489583333343</c:v>
                </c:pt>
                <c:pt idx="34322">
                  <c:v>45385.61041666667</c:v>
                </c:pt>
                <c:pt idx="34323">
                  <c:v>45931.709722222222</c:v>
                </c:pt>
                <c:pt idx="34324">
                  <c:v>45980.761805555558</c:v>
                </c:pt>
                <c:pt idx="34325">
                  <c:v>45897.984027777777</c:v>
                </c:pt>
                <c:pt idx="34326">
                  <c:v>45662.859027777777</c:v>
                </c:pt>
                <c:pt idx="34327">
                  <c:v>45338.0625</c:v>
                </c:pt>
                <c:pt idx="34328">
                  <c:v>45376.915277777778</c:v>
                </c:pt>
                <c:pt idx="34329">
                  <c:v>45989.640277777777</c:v>
                </c:pt>
                <c:pt idx="34330">
                  <c:v>45407.397222222222</c:v>
                </c:pt>
                <c:pt idx="34331">
                  <c:v>45445.879861111112</c:v>
                </c:pt>
                <c:pt idx="34332">
                  <c:v>45753.348611111112</c:v>
                </c:pt>
                <c:pt idx="34333">
                  <c:v>45864.241666666669</c:v>
                </c:pt>
                <c:pt idx="34334">
                  <c:v>45412.946527777778</c:v>
                </c:pt>
                <c:pt idx="34335">
                  <c:v>45355.89166666667</c:v>
                </c:pt>
                <c:pt idx="34336">
                  <c:v>45566.446527777778</c:v>
                </c:pt>
                <c:pt idx="34337">
                  <c:v>45528.670138888891</c:v>
                </c:pt>
                <c:pt idx="34338">
                  <c:v>45926.299305555563</c:v>
                </c:pt>
                <c:pt idx="34339">
                  <c:v>45689.428472222222</c:v>
                </c:pt>
                <c:pt idx="34340">
                  <c:v>45482.406944444447</c:v>
                </c:pt>
                <c:pt idx="34341">
                  <c:v>45810.524305555547</c:v>
                </c:pt>
                <c:pt idx="34342">
                  <c:v>45628.460416666669</c:v>
                </c:pt>
                <c:pt idx="34343">
                  <c:v>45690.752083333333</c:v>
                </c:pt>
                <c:pt idx="34344">
                  <c:v>45926.756944444453</c:v>
                </c:pt>
                <c:pt idx="34345">
                  <c:v>45921.288888888892</c:v>
                </c:pt>
                <c:pt idx="34346">
                  <c:v>45945.486111111109</c:v>
                </c:pt>
                <c:pt idx="34347">
                  <c:v>45699.473611111112</c:v>
                </c:pt>
                <c:pt idx="34348">
                  <c:v>45897.394444444442</c:v>
                </c:pt>
                <c:pt idx="34349">
                  <c:v>45505.57708333333</c:v>
                </c:pt>
                <c:pt idx="34350">
                  <c:v>45551.524305555547</c:v>
                </c:pt>
                <c:pt idx="34351">
                  <c:v>45403.475694444453</c:v>
                </c:pt>
                <c:pt idx="34352">
                  <c:v>45743.754166666673</c:v>
                </c:pt>
                <c:pt idx="34353">
                  <c:v>45599.521527777782</c:v>
                </c:pt>
                <c:pt idx="34354">
                  <c:v>45652.506944444453</c:v>
                </c:pt>
                <c:pt idx="34355">
                  <c:v>45914.830555555563</c:v>
                </c:pt>
                <c:pt idx="34356">
                  <c:v>45812.168749999997</c:v>
                </c:pt>
                <c:pt idx="34357">
                  <c:v>45313.378472222219</c:v>
                </c:pt>
                <c:pt idx="34358">
                  <c:v>45763.865972222222</c:v>
                </c:pt>
                <c:pt idx="34359">
                  <c:v>45891.495833333327</c:v>
                </c:pt>
                <c:pt idx="34360">
                  <c:v>45680.800694444442</c:v>
                </c:pt>
                <c:pt idx="34361">
                  <c:v>45562.487500000003</c:v>
                </c:pt>
                <c:pt idx="34362">
                  <c:v>45996.893055555563</c:v>
                </c:pt>
                <c:pt idx="34363">
                  <c:v>45970.816666666673</c:v>
                </c:pt>
                <c:pt idx="34364">
                  <c:v>45452.89166666667</c:v>
                </c:pt>
                <c:pt idx="34365">
                  <c:v>45726.669444444437</c:v>
                </c:pt>
                <c:pt idx="34366">
                  <c:v>45388.515277777777</c:v>
                </c:pt>
                <c:pt idx="34367">
                  <c:v>45348.645138888889</c:v>
                </c:pt>
                <c:pt idx="34368">
                  <c:v>45859.361111111109</c:v>
                </c:pt>
                <c:pt idx="34369">
                  <c:v>45959.707638888889</c:v>
                </c:pt>
                <c:pt idx="34370">
                  <c:v>45816.09097222222</c:v>
                </c:pt>
                <c:pt idx="34371">
                  <c:v>45790.309027777781</c:v>
                </c:pt>
                <c:pt idx="34372">
                  <c:v>46017.739583333343</c:v>
                </c:pt>
                <c:pt idx="34373">
                  <c:v>45758.768055555563</c:v>
                </c:pt>
                <c:pt idx="34374">
                  <c:v>45952.779166666667</c:v>
                </c:pt>
                <c:pt idx="34375">
                  <c:v>45763.989583333343</c:v>
                </c:pt>
                <c:pt idx="34376">
                  <c:v>45310.423611111109</c:v>
                </c:pt>
                <c:pt idx="34377">
                  <c:v>45623.54583333333</c:v>
                </c:pt>
                <c:pt idx="34378">
                  <c:v>45623.552083333343</c:v>
                </c:pt>
                <c:pt idx="34379">
                  <c:v>45829.996527777781</c:v>
                </c:pt>
                <c:pt idx="34380">
                  <c:v>45316.510416666657</c:v>
                </c:pt>
                <c:pt idx="34381">
                  <c:v>45699.761805555558</c:v>
                </c:pt>
                <c:pt idx="34382">
                  <c:v>45822.462500000001</c:v>
                </c:pt>
                <c:pt idx="34383">
                  <c:v>45822.462500000001</c:v>
                </c:pt>
                <c:pt idx="34384">
                  <c:v>45699.761805555558</c:v>
                </c:pt>
                <c:pt idx="34385">
                  <c:v>45760.561805555553</c:v>
                </c:pt>
                <c:pt idx="34386">
                  <c:v>45842.071527777778</c:v>
                </c:pt>
                <c:pt idx="34387">
                  <c:v>45840.634722222218</c:v>
                </c:pt>
                <c:pt idx="34388">
                  <c:v>45679.488888888889</c:v>
                </c:pt>
                <c:pt idx="34389">
                  <c:v>45532.851388888892</c:v>
                </c:pt>
                <c:pt idx="34390">
                  <c:v>45753.57916666667</c:v>
                </c:pt>
                <c:pt idx="34391">
                  <c:v>45805.513888888891</c:v>
                </c:pt>
                <c:pt idx="34392">
                  <c:v>45306.65902777778</c:v>
                </c:pt>
                <c:pt idx="34393">
                  <c:v>45381.502083333333</c:v>
                </c:pt>
                <c:pt idx="34394">
                  <c:v>45698.558333333327</c:v>
                </c:pt>
                <c:pt idx="34395">
                  <c:v>45937.840277777781</c:v>
                </c:pt>
                <c:pt idx="34396">
                  <c:v>45437.820138888892</c:v>
                </c:pt>
                <c:pt idx="34397">
                  <c:v>45661.600694444453</c:v>
                </c:pt>
                <c:pt idx="34398">
                  <c:v>46006.750694444447</c:v>
                </c:pt>
                <c:pt idx="34399">
                  <c:v>45859.318749999999</c:v>
                </c:pt>
                <c:pt idx="34400">
                  <c:v>45597.466666666667</c:v>
                </c:pt>
                <c:pt idx="34401">
                  <c:v>45798.57916666667</c:v>
                </c:pt>
                <c:pt idx="34402">
                  <c:v>45579.832638888889</c:v>
                </c:pt>
                <c:pt idx="34403">
                  <c:v>45768.545138888891</c:v>
                </c:pt>
                <c:pt idx="34404">
                  <c:v>45692.659722222219</c:v>
                </c:pt>
                <c:pt idx="34405">
                  <c:v>45801.655555555553</c:v>
                </c:pt>
                <c:pt idx="34406">
                  <c:v>45911.708333333343</c:v>
                </c:pt>
                <c:pt idx="34407">
                  <c:v>45460.491666666669</c:v>
                </c:pt>
                <c:pt idx="34408">
                  <c:v>45451.836805555547</c:v>
                </c:pt>
                <c:pt idx="34409">
                  <c:v>45916.470138888893</c:v>
                </c:pt>
                <c:pt idx="34410">
                  <c:v>45374.544444444437</c:v>
                </c:pt>
                <c:pt idx="34411">
                  <c:v>45758.831250000003</c:v>
                </c:pt>
                <c:pt idx="34412">
                  <c:v>45999.68472222222</c:v>
                </c:pt>
                <c:pt idx="34413">
                  <c:v>45345.523611111108</c:v>
                </c:pt>
                <c:pt idx="34414">
                  <c:v>45370.564583333333</c:v>
                </c:pt>
                <c:pt idx="34415">
                  <c:v>45568.765277777777</c:v>
                </c:pt>
                <c:pt idx="34416">
                  <c:v>45446.647916666669</c:v>
                </c:pt>
                <c:pt idx="34417">
                  <c:v>45885.824999999997</c:v>
                </c:pt>
                <c:pt idx="34418">
                  <c:v>45321.411805555559</c:v>
                </c:pt>
                <c:pt idx="34419">
                  <c:v>45422.386111111111</c:v>
                </c:pt>
                <c:pt idx="34420">
                  <c:v>45399.322222222218</c:v>
                </c:pt>
                <c:pt idx="34421">
                  <c:v>45488.392361111109</c:v>
                </c:pt>
                <c:pt idx="34422">
                  <c:v>45467.326388888891</c:v>
                </c:pt>
                <c:pt idx="34423">
                  <c:v>45735.828472222223</c:v>
                </c:pt>
                <c:pt idx="34424">
                  <c:v>45439.892361111109</c:v>
                </c:pt>
                <c:pt idx="34425">
                  <c:v>45470.751388888893</c:v>
                </c:pt>
                <c:pt idx="34426">
                  <c:v>45517.955555555563</c:v>
                </c:pt>
                <c:pt idx="34427">
                  <c:v>45403.897222222222</c:v>
                </c:pt>
                <c:pt idx="34428">
                  <c:v>45336.669444444437</c:v>
                </c:pt>
                <c:pt idx="34429">
                  <c:v>45660.696527777778</c:v>
                </c:pt>
                <c:pt idx="34430">
                  <c:v>45916.760416666657</c:v>
                </c:pt>
                <c:pt idx="34431">
                  <c:v>45503.386111111111</c:v>
                </c:pt>
                <c:pt idx="34432">
                  <c:v>45746.186111111107</c:v>
                </c:pt>
                <c:pt idx="34433">
                  <c:v>45729.761111111111</c:v>
                </c:pt>
                <c:pt idx="34434">
                  <c:v>45669.136805555558</c:v>
                </c:pt>
                <c:pt idx="34435">
                  <c:v>45296.800694444442</c:v>
                </c:pt>
                <c:pt idx="34436">
                  <c:v>45930.560416666667</c:v>
                </c:pt>
                <c:pt idx="34437">
                  <c:v>45882.911805555559</c:v>
                </c:pt>
                <c:pt idx="34438">
                  <c:v>45714.505555555559</c:v>
                </c:pt>
                <c:pt idx="34439">
                  <c:v>45686.052777777782</c:v>
                </c:pt>
                <c:pt idx="34440">
                  <c:v>45674.8</c:v>
                </c:pt>
                <c:pt idx="34441">
                  <c:v>45646.917361111111</c:v>
                </c:pt>
                <c:pt idx="34442">
                  <c:v>45574.711111111108</c:v>
                </c:pt>
                <c:pt idx="34443">
                  <c:v>45690.619444444441</c:v>
                </c:pt>
                <c:pt idx="34444">
                  <c:v>45742.542361111111</c:v>
                </c:pt>
                <c:pt idx="34445">
                  <c:v>45550.760416666657</c:v>
                </c:pt>
                <c:pt idx="34446">
                  <c:v>45742.55</c:v>
                </c:pt>
                <c:pt idx="34447">
                  <c:v>45598.376388888893</c:v>
                </c:pt>
                <c:pt idx="34448">
                  <c:v>45537.627083333333</c:v>
                </c:pt>
                <c:pt idx="34449">
                  <c:v>45709.500694444447</c:v>
                </c:pt>
                <c:pt idx="34450">
                  <c:v>45678.703472222223</c:v>
                </c:pt>
                <c:pt idx="34451">
                  <c:v>45678.703472222223</c:v>
                </c:pt>
                <c:pt idx="34452">
                  <c:v>45657.007638888892</c:v>
                </c:pt>
                <c:pt idx="34453">
                  <c:v>45628.55972222222</c:v>
                </c:pt>
                <c:pt idx="34454">
                  <c:v>45771.743055555547</c:v>
                </c:pt>
                <c:pt idx="34455">
                  <c:v>45857.788194444453</c:v>
                </c:pt>
                <c:pt idx="34456">
                  <c:v>45935.705555555563</c:v>
                </c:pt>
                <c:pt idx="34457">
                  <c:v>45807.548611111109</c:v>
                </c:pt>
                <c:pt idx="34458">
                  <c:v>45688.579861111109</c:v>
                </c:pt>
                <c:pt idx="34459">
                  <c:v>46013.724999999999</c:v>
                </c:pt>
                <c:pt idx="34460">
                  <c:v>45745.552083333343</c:v>
                </c:pt>
                <c:pt idx="34461">
                  <c:v>45777.172222222223</c:v>
                </c:pt>
                <c:pt idx="34462">
                  <c:v>45688.588194444441</c:v>
                </c:pt>
                <c:pt idx="34463">
                  <c:v>45900.601388888892</c:v>
                </c:pt>
                <c:pt idx="34464">
                  <c:v>45927.663194444453</c:v>
                </c:pt>
                <c:pt idx="34465">
                  <c:v>45716.502083333333</c:v>
                </c:pt>
                <c:pt idx="34466">
                  <c:v>45657.495833333327</c:v>
                </c:pt>
                <c:pt idx="34467">
                  <c:v>45869.552777777782</c:v>
                </c:pt>
                <c:pt idx="34468">
                  <c:v>45842.654166666667</c:v>
                </c:pt>
                <c:pt idx="34469">
                  <c:v>45957.895138888889</c:v>
                </c:pt>
                <c:pt idx="34470">
                  <c:v>45874.904166666667</c:v>
                </c:pt>
                <c:pt idx="34471">
                  <c:v>45839.875694444447</c:v>
                </c:pt>
                <c:pt idx="34472">
                  <c:v>45769.701388888891</c:v>
                </c:pt>
                <c:pt idx="34473">
                  <c:v>45755.709027777782</c:v>
                </c:pt>
                <c:pt idx="34474">
                  <c:v>45715.515277777777</c:v>
                </c:pt>
                <c:pt idx="34475">
                  <c:v>45706.876388888893</c:v>
                </c:pt>
                <c:pt idx="34476">
                  <c:v>45688.861111111109</c:v>
                </c:pt>
                <c:pt idx="34477">
                  <c:v>45784.504166666673</c:v>
                </c:pt>
                <c:pt idx="34478">
                  <c:v>45597.907638888893</c:v>
                </c:pt>
                <c:pt idx="34479">
                  <c:v>45324.525000000001</c:v>
                </c:pt>
                <c:pt idx="34480">
                  <c:v>45675.911111111112</c:v>
                </c:pt>
                <c:pt idx="34481">
                  <c:v>45895.893750000003</c:v>
                </c:pt>
                <c:pt idx="34482">
                  <c:v>45375.503472222219</c:v>
                </c:pt>
                <c:pt idx="34483">
                  <c:v>45987.434027777781</c:v>
                </c:pt>
                <c:pt idx="34484">
                  <c:v>45765.447916666657</c:v>
                </c:pt>
                <c:pt idx="34485">
                  <c:v>45583.80972222222</c:v>
                </c:pt>
                <c:pt idx="34486">
                  <c:v>45781.67291666667</c:v>
                </c:pt>
                <c:pt idx="34487">
                  <c:v>45446.84097222222</c:v>
                </c:pt>
                <c:pt idx="34488">
                  <c:v>45949.61041666667</c:v>
                </c:pt>
                <c:pt idx="34489">
                  <c:v>45846.697916666657</c:v>
                </c:pt>
                <c:pt idx="34490">
                  <c:v>45485.877083333333</c:v>
                </c:pt>
                <c:pt idx="34491">
                  <c:v>45421.831944444442</c:v>
                </c:pt>
                <c:pt idx="34492">
                  <c:v>45395.473611111112</c:v>
                </c:pt>
                <c:pt idx="34493">
                  <c:v>45318.877083333333</c:v>
                </c:pt>
                <c:pt idx="34494">
                  <c:v>45716.887499999997</c:v>
                </c:pt>
                <c:pt idx="34495">
                  <c:v>45945.645138888889</c:v>
                </c:pt>
                <c:pt idx="34496">
                  <c:v>45615.67083333333</c:v>
                </c:pt>
                <c:pt idx="34497">
                  <c:v>45703.372916666667</c:v>
                </c:pt>
                <c:pt idx="34498">
                  <c:v>45677.925000000003</c:v>
                </c:pt>
                <c:pt idx="34499">
                  <c:v>45787.372916666667</c:v>
                </c:pt>
                <c:pt idx="34500">
                  <c:v>45753.704861111109</c:v>
                </c:pt>
                <c:pt idx="34501">
                  <c:v>45832.680555555547</c:v>
                </c:pt>
                <c:pt idx="34502">
                  <c:v>45358.570833333331</c:v>
                </c:pt>
                <c:pt idx="34503">
                  <c:v>46021.436805555553</c:v>
                </c:pt>
                <c:pt idx="34504">
                  <c:v>46005.703472222223</c:v>
                </c:pt>
                <c:pt idx="34505">
                  <c:v>45925.305555555547</c:v>
                </c:pt>
                <c:pt idx="34506">
                  <c:v>45842.520833333343</c:v>
                </c:pt>
                <c:pt idx="34507">
                  <c:v>45832.804166666669</c:v>
                </c:pt>
                <c:pt idx="34508">
                  <c:v>45819.341666666667</c:v>
                </c:pt>
                <c:pt idx="34509">
                  <c:v>45812.884027777778</c:v>
                </c:pt>
                <c:pt idx="34510">
                  <c:v>45794.720138888893</c:v>
                </c:pt>
                <c:pt idx="34511">
                  <c:v>45724.958333333343</c:v>
                </c:pt>
                <c:pt idx="34512">
                  <c:v>45989.743055555547</c:v>
                </c:pt>
                <c:pt idx="34513">
                  <c:v>45540.561805555553</c:v>
                </c:pt>
                <c:pt idx="34514">
                  <c:v>45362.818749999999</c:v>
                </c:pt>
                <c:pt idx="34515">
                  <c:v>45518.835416666669</c:v>
                </c:pt>
                <c:pt idx="34516">
                  <c:v>45926.557638888888</c:v>
                </c:pt>
                <c:pt idx="34517">
                  <c:v>45749.60833333333</c:v>
                </c:pt>
                <c:pt idx="34518">
                  <c:v>45825.843055555553</c:v>
                </c:pt>
                <c:pt idx="34519">
                  <c:v>45686.788888888892</c:v>
                </c:pt>
                <c:pt idx="34520">
                  <c:v>45601.575694444437</c:v>
                </c:pt>
                <c:pt idx="34521">
                  <c:v>45869.486805555563</c:v>
                </c:pt>
                <c:pt idx="34522">
                  <c:v>45681.9375</c:v>
                </c:pt>
                <c:pt idx="34523">
                  <c:v>46012.398611111108</c:v>
                </c:pt>
                <c:pt idx="34524">
                  <c:v>46020.907638888893</c:v>
                </c:pt>
                <c:pt idx="34525">
                  <c:v>45969.381249999999</c:v>
                </c:pt>
                <c:pt idx="34526">
                  <c:v>45963.03125</c:v>
                </c:pt>
                <c:pt idx="34527">
                  <c:v>45957.972916666673</c:v>
                </c:pt>
                <c:pt idx="34528">
                  <c:v>45952.89166666667</c:v>
                </c:pt>
                <c:pt idx="34529">
                  <c:v>45942.491666666669</c:v>
                </c:pt>
                <c:pt idx="34530">
                  <c:v>45670.741666666669</c:v>
                </c:pt>
                <c:pt idx="34531">
                  <c:v>45407.646527777782</c:v>
                </c:pt>
                <c:pt idx="34532">
                  <c:v>45396.669444444437</c:v>
                </c:pt>
                <c:pt idx="34533">
                  <c:v>45724.504861111112</c:v>
                </c:pt>
                <c:pt idx="34534">
                  <c:v>45308.977083333331</c:v>
                </c:pt>
                <c:pt idx="34535">
                  <c:v>45977.652777777781</c:v>
                </c:pt>
                <c:pt idx="34536">
                  <c:v>45619.461111111108</c:v>
                </c:pt>
                <c:pt idx="34537">
                  <c:v>45496.731249999997</c:v>
                </c:pt>
                <c:pt idx="34538">
                  <c:v>45825.363194444442</c:v>
                </c:pt>
                <c:pt idx="34539">
                  <c:v>45882.261111111111</c:v>
                </c:pt>
                <c:pt idx="34540">
                  <c:v>45859.701388888891</c:v>
                </c:pt>
                <c:pt idx="34541">
                  <c:v>45834.84652777778</c:v>
                </c:pt>
                <c:pt idx="34542">
                  <c:v>45818.568749999999</c:v>
                </c:pt>
                <c:pt idx="34543">
                  <c:v>45817.450694444437</c:v>
                </c:pt>
                <c:pt idx="34544">
                  <c:v>45769.905555555553</c:v>
                </c:pt>
                <c:pt idx="34545">
                  <c:v>45596.824999999997</c:v>
                </c:pt>
                <c:pt idx="34546">
                  <c:v>45935.256944444453</c:v>
                </c:pt>
                <c:pt idx="34547">
                  <c:v>45672.270138888889</c:v>
                </c:pt>
                <c:pt idx="34548">
                  <c:v>45442.34097222222</c:v>
                </c:pt>
                <c:pt idx="34549">
                  <c:v>45851.409722222219</c:v>
                </c:pt>
                <c:pt idx="34550">
                  <c:v>46020.627083333333</c:v>
                </c:pt>
                <c:pt idx="34551">
                  <c:v>45885.314583333333</c:v>
                </c:pt>
                <c:pt idx="34552">
                  <c:v>45567.4</c:v>
                </c:pt>
                <c:pt idx="34553">
                  <c:v>45819.3</c:v>
                </c:pt>
                <c:pt idx="34554">
                  <c:v>45609.635416666657</c:v>
                </c:pt>
                <c:pt idx="34555">
                  <c:v>45741.441666666673</c:v>
                </c:pt>
                <c:pt idx="34556">
                  <c:v>45925.34375</c:v>
                </c:pt>
                <c:pt idx="34557">
                  <c:v>45776.933333333327</c:v>
                </c:pt>
                <c:pt idx="34558">
                  <c:v>45990.224999999999</c:v>
                </c:pt>
                <c:pt idx="34559">
                  <c:v>45706.418749999997</c:v>
                </c:pt>
                <c:pt idx="34560">
                  <c:v>45408.76458333333</c:v>
                </c:pt>
                <c:pt idx="34561">
                  <c:v>45770.90347222222</c:v>
                </c:pt>
                <c:pt idx="34562">
                  <c:v>45743.576388888891</c:v>
                </c:pt>
                <c:pt idx="34563">
                  <c:v>45739.784722222219</c:v>
                </c:pt>
                <c:pt idx="34564">
                  <c:v>45698.453472222223</c:v>
                </c:pt>
                <c:pt idx="34565">
                  <c:v>45671.742361111108</c:v>
                </c:pt>
                <c:pt idx="34566">
                  <c:v>45645.488194444442</c:v>
                </c:pt>
                <c:pt idx="34567">
                  <c:v>45643.821527777778</c:v>
                </c:pt>
                <c:pt idx="34568">
                  <c:v>45642.933333333327</c:v>
                </c:pt>
                <c:pt idx="34569">
                  <c:v>45628.374305555553</c:v>
                </c:pt>
                <c:pt idx="34570">
                  <c:v>45627.509027777778</c:v>
                </c:pt>
                <c:pt idx="34571">
                  <c:v>45933.504861111112</c:v>
                </c:pt>
                <c:pt idx="34572">
                  <c:v>45578.875</c:v>
                </c:pt>
                <c:pt idx="34573">
                  <c:v>45763.435416666667</c:v>
                </c:pt>
                <c:pt idx="34574">
                  <c:v>45491.646527777782</c:v>
                </c:pt>
                <c:pt idx="34575">
                  <c:v>45809.901388888888</c:v>
                </c:pt>
                <c:pt idx="34576">
                  <c:v>45553.377083333333</c:v>
                </c:pt>
                <c:pt idx="34577">
                  <c:v>45776.547222222223</c:v>
                </c:pt>
                <c:pt idx="34578">
                  <c:v>45461.876388888893</c:v>
                </c:pt>
                <c:pt idx="34579">
                  <c:v>45544.686111111107</c:v>
                </c:pt>
                <c:pt idx="34580">
                  <c:v>45622.725694444453</c:v>
                </c:pt>
                <c:pt idx="34581">
                  <c:v>45622.582638888889</c:v>
                </c:pt>
                <c:pt idx="34582">
                  <c:v>45720.449305555558</c:v>
                </c:pt>
                <c:pt idx="34583">
                  <c:v>46002.442361111112</c:v>
                </c:pt>
                <c:pt idx="34584">
                  <c:v>46013.623611111107</c:v>
                </c:pt>
                <c:pt idx="34585">
                  <c:v>45747.6875</c:v>
                </c:pt>
                <c:pt idx="34586">
                  <c:v>45722.109722222223</c:v>
                </c:pt>
                <c:pt idx="34587">
                  <c:v>45695.077777777777</c:v>
                </c:pt>
                <c:pt idx="34588">
                  <c:v>45730.136111111111</c:v>
                </c:pt>
                <c:pt idx="34589">
                  <c:v>45730.136111111111</c:v>
                </c:pt>
                <c:pt idx="34590">
                  <c:v>45695.077777777777</c:v>
                </c:pt>
                <c:pt idx="34591">
                  <c:v>45453.361111111109</c:v>
                </c:pt>
                <c:pt idx="34592">
                  <c:v>45403.518055555563</c:v>
                </c:pt>
                <c:pt idx="34593">
                  <c:v>45628.446527777778</c:v>
                </c:pt>
                <c:pt idx="34594">
                  <c:v>45426.458333333343</c:v>
                </c:pt>
                <c:pt idx="34595">
                  <c:v>45610.46875</c:v>
                </c:pt>
                <c:pt idx="34596">
                  <c:v>45307.540972222218</c:v>
                </c:pt>
                <c:pt idx="34597">
                  <c:v>45374.921527777777</c:v>
                </c:pt>
                <c:pt idx="34598">
                  <c:v>45573.27847222222</c:v>
                </c:pt>
                <c:pt idx="34599">
                  <c:v>45588.936111111107</c:v>
                </c:pt>
                <c:pt idx="34600">
                  <c:v>45334.788888888892</c:v>
                </c:pt>
                <c:pt idx="34601">
                  <c:v>45484.474305555559</c:v>
                </c:pt>
                <c:pt idx="34602">
                  <c:v>45709.453472222223</c:v>
                </c:pt>
                <c:pt idx="34603">
                  <c:v>45723.120833333327</c:v>
                </c:pt>
                <c:pt idx="34604">
                  <c:v>45538.631944444453</c:v>
                </c:pt>
                <c:pt idx="34605">
                  <c:v>45749.614583333343</c:v>
                </c:pt>
                <c:pt idx="34606">
                  <c:v>45690.593055555553</c:v>
                </c:pt>
                <c:pt idx="34607">
                  <c:v>45691.419444444437</c:v>
                </c:pt>
                <c:pt idx="34608">
                  <c:v>45357.585416666669</c:v>
                </c:pt>
                <c:pt idx="34609">
                  <c:v>45868.404166666667</c:v>
                </c:pt>
                <c:pt idx="34610">
                  <c:v>45772.661111111112</c:v>
                </c:pt>
                <c:pt idx="34611">
                  <c:v>45813.293055555558</c:v>
                </c:pt>
                <c:pt idx="34612">
                  <c:v>45896.510416666657</c:v>
                </c:pt>
                <c:pt idx="34613">
                  <c:v>45932.629166666673</c:v>
                </c:pt>
                <c:pt idx="34614">
                  <c:v>45827.288888888892</c:v>
                </c:pt>
                <c:pt idx="34615">
                  <c:v>45978.456944444442</c:v>
                </c:pt>
                <c:pt idx="34616">
                  <c:v>45987.633333333331</c:v>
                </c:pt>
                <c:pt idx="34617">
                  <c:v>45926.288888888892</c:v>
                </c:pt>
                <c:pt idx="34618">
                  <c:v>45996.29791666667</c:v>
                </c:pt>
                <c:pt idx="34619">
                  <c:v>45796.372916666667</c:v>
                </c:pt>
                <c:pt idx="34620">
                  <c:v>45663.531944444447</c:v>
                </c:pt>
                <c:pt idx="34621">
                  <c:v>46013.290277777778</c:v>
                </c:pt>
                <c:pt idx="34622">
                  <c:v>45737.454861111109</c:v>
                </c:pt>
                <c:pt idx="34623">
                  <c:v>45856.53402777778</c:v>
                </c:pt>
                <c:pt idx="34624">
                  <c:v>45691.599305555559</c:v>
                </c:pt>
                <c:pt idx="34625">
                  <c:v>45720.573611111111</c:v>
                </c:pt>
                <c:pt idx="34626">
                  <c:v>45757.540972222218</c:v>
                </c:pt>
                <c:pt idx="34627">
                  <c:v>45707.386805555558</c:v>
                </c:pt>
                <c:pt idx="34628">
                  <c:v>45956.420138888891</c:v>
                </c:pt>
                <c:pt idx="34629">
                  <c:v>45630.570138888892</c:v>
                </c:pt>
                <c:pt idx="34630">
                  <c:v>45679.296527777777</c:v>
                </c:pt>
                <c:pt idx="34631">
                  <c:v>45784.65</c:v>
                </c:pt>
                <c:pt idx="34632">
                  <c:v>45840.408333333333</c:v>
                </c:pt>
                <c:pt idx="34633">
                  <c:v>45957.408333333333</c:v>
                </c:pt>
                <c:pt idx="34634">
                  <c:v>45908.369444444441</c:v>
                </c:pt>
                <c:pt idx="34635">
                  <c:v>45640.362500000003</c:v>
                </c:pt>
                <c:pt idx="34636">
                  <c:v>45881.431250000001</c:v>
                </c:pt>
                <c:pt idx="34637">
                  <c:v>45860.530555555553</c:v>
                </c:pt>
                <c:pt idx="34638">
                  <c:v>45566.286111111112</c:v>
                </c:pt>
                <c:pt idx="34639">
                  <c:v>45700.406944444447</c:v>
                </c:pt>
                <c:pt idx="34640">
                  <c:v>45876.351388888892</c:v>
                </c:pt>
                <c:pt idx="34641">
                  <c:v>45700.60833333333</c:v>
                </c:pt>
                <c:pt idx="34642">
                  <c:v>45467.581944444442</c:v>
                </c:pt>
                <c:pt idx="34643">
                  <c:v>45467.581944444442</c:v>
                </c:pt>
                <c:pt idx="34644">
                  <c:v>45643.289583333331</c:v>
                </c:pt>
                <c:pt idx="34645">
                  <c:v>45700.60833333333</c:v>
                </c:pt>
                <c:pt idx="34646">
                  <c:v>45643.289583333331</c:v>
                </c:pt>
                <c:pt idx="34647">
                  <c:v>45700.60833333333</c:v>
                </c:pt>
                <c:pt idx="34648">
                  <c:v>45423.730555555558</c:v>
                </c:pt>
                <c:pt idx="34649">
                  <c:v>45423.730555555558</c:v>
                </c:pt>
                <c:pt idx="34650">
                  <c:v>45423.730555555558</c:v>
                </c:pt>
                <c:pt idx="34651">
                  <c:v>45467.581944444442</c:v>
                </c:pt>
                <c:pt idx="34652">
                  <c:v>45643.289583333331</c:v>
                </c:pt>
                <c:pt idx="34653">
                  <c:v>45720.571527777778</c:v>
                </c:pt>
                <c:pt idx="34654">
                  <c:v>45722.224999999999</c:v>
                </c:pt>
                <c:pt idx="34655">
                  <c:v>45730.572916666657</c:v>
                </c:pt>
                <c:pt idx="34656">
                  <c:v>45698.720138888893</c:v>
                </c:pt>
                <c:pt idx="34657">
                  <c:v>45691.825694444437</c:v>
                </c:pt>
                <c:pt idx="34658">
                  <c:v>45827.29583333333</c:v>
                </c:pt>
                <c:pt idx="34659">
                  <c:v>45754.611805555563</c:v>
                </c:pt>
                <c:pt idx="34660">
                  <c:v>45621.647916666669</c:v>
                </c:pt>
                <c:pt idx="34661">
                  <c:v>45697.586805555547</c:v>
                </c:pt>
                <c:pt idx="34662">
                  <c:v>45916.502083333333</c:v>
                </c:pt>
                <c:pt idx="34663">
                  <c:v>45915.515972222223</c:v>
                </c:pt>
                <c:pt idx="34664">
                  <c:v>45913.613888888889</c:v>
                </c:pt>
                <c:pt idx="34665">
                  <c:v>45913.584722222222</c:v>
                </c:pt>
                <c:pt idx="34666">
                  <c:v>45305.649305555547</c:v>
                </c:pt>
                <c:pt idx="34667">
                  <c:v>45502.44027777778</c:v>
                </c:pt>
                <c:pt idx="34668">
                  <c:v>45349.92083333333</c:v>
                </c:pt>
                <c:pt idx="34669">
                  <c:v>45458.345138888893</c:v>
                </c:pt>
                <c:pt idx="34670">
                  <c:v>45960.819444444453</c:v>
                </c:pt>
                <c:pt idx="34671">
                  <c:v>45908.347222222219</c:v>
                </c:pt>
                <c:pt idx="34672">
                  <c:v>45518.534722222219</c:v>
                </c:pt>
                <c:pt idx="34673">
                  <c:v>45389.176388888889</c:v>
                </c:pt>
                <c:pt idx="34674">
                  <c:v>45810.501388888893</c:v>
                </c:pt>
                <c:pt idx="34675">
                  <c:v>45676.711805555547</c:v>
                </c:pt>
                <c:pt idx="34676">
                  <c:v>45538.753472222219</c:v>
                </c:pt>
                <c:pt idx="34677">
                  <c:v>45427.369444444441</c:v>
                </c:pt>
                <c:pt idx="34678">
                  <c:v>45787.995138888888</c:v>
                </c:pt>
                <c:pt idx="34679">
                  <c:v>45660.031944444447</c:v>
                </c:pt>
                <c:pt idx="34680">
                  <c:v>45639.042361111111</c:v>
                </c:pt>
                <c:pt idx="34681">
                  <c:v>45695.425000000003</c:v>
                </c:pt>
                <c:pt idx="34682">
                  <c:v>45409.543055555558</c:v>
                </c:pt>
                <c:pt idx="34683">
                  <c:v>45866.449305555558</c:v>
                </c:pt>
                <c:pt idx="34684">
                  <c:v>45736.464583333327</c:v>
                </c:pt>
                <c:pt idx="34685">
                  <c:v>45657.606249999997</c:v>
                </c:pt>
                <c:pt idx="34686">
                  <c:v>45593.564583333333</c:v>
                </c:pt>
                <c:pt idx="34687">
                  <c:v>45491.749305555553</c:v>
                </c:pt>
                <c:pt idx="34688">
                  <c:v>45483.763888888891</c:v>
                </c:pt>
                <c:pt idx="34689">
                  <c:v>45433.727083333331</c:v>
                </c:pt>
                <c:pt idx="34690">
                  <c:v>45523.777777777781</c:v>
                </c:pt>
                <c:pt idx="34691">
                  <c:v>45411.449305555558</c:v>
                </c:pt>
                <c:pt idx="34692">
                  <c:v>45627.719444444447</c:v>
                </c:pt>
                <c:pt idx="34693">
                  <c:v>45508.57708333333</c:v>
                </c:pt>
                <c:pt idx="34694">
                  <c:v>45572.732638888891</c:v>
                </c:pt>
                <c:pt idx="34695">
                  <c:v>45451.712500000001</c:v>
                </c:pt>
                <c:pt idx="34696">
                  <c:v>45601.744444444441</c:v>
                </c:pt>
                <c:pt idx="34697">
                  <c:v>45356.536111111112</c:v>
                </c:pt>
                <c:pt idx="34698">
                  <c:v>45583.654166666667</c:v>
                </c:pt>
                <c:pt idx="34699">
                  <c:v>45312.54583333333</c:v>
                </c:pt>
                <c:pt idx="34700">
                  <c:v>45649.536111111112</c:v>
                </c:pt>
                <c:pt idx="34701">
                  <c:v>45465.752083333333</c:v>
                </c:pt>
                <c:pt idx="34702">
                  <c:v>45638.519444444442</c:v>
                </c:pt>
                <c:pt idx="34703">
                  <c:v>45653.571527777778</c:v>
                </c:pt>
                <c:pt idx="34704">
                  <c:v>45700.768055555563</c:v>
                </c:pt>
                <c:pt idx="34705">
                  <c:v>45381.785416666673</c:v>
                </c:pt>
                <c:pt idx="34706">
                  <c:v>45681.375</c:v>
                </c:pt>
                <c:pt idx="34707">
                  <c:v>45559.75</c:v>
                </c:pt>
                <c:pt idx="34708">
                  <c:v>45614.55972222222</c:v>
                </c:pt>
                <c:pt idx="34709">
                  <c:v>45545.504861111112</c:v>
                </c:pt>
                <c:pt idx="34710">
                  <c:v>45663.753472222219</c:v>
                </c:pt>
                <c:pt idx="34711">
                  <c:v>45538.47152777778</c:v>
                </c:pt>
                <c:pt idx="34712">
                  <c:v>45762.893055555563</c:v>
                </c:pt>
                <c:pt idx="34713">
                  <c:v>45744.681944444441</c:v>
                </c:pt>
                <c:pt idx="34714">
                  <c:v>45609.388888888891</c:v>
                </c:pt>
                <c:pt idx="34715">
                  <c:v>45684.409722222219</c:v>
                </c:pt>
                <c:pt idx="34716">
                  <c:v>45937.359722222223</c:v>
                </c:pt>
                <c:pt idx="34717">
                  <c:v>45751.955555555563</c:v>
                </c:pt>
                <c:pt idx="34718">
                  <c:v>45845.595833333333</c:v>
                </c:pt>
                <c:pt idx="34719">
                  <c:v>45411.86041666667</c:v>
                </c:pt>
                <c:pt idx="34720">
                  <c:v>45603.533333333333</c:v>
                </c:pt>
                <c:pt idx="34721">
                  <c:v>45603.503472222219</c:v>
                </c:pt>
                <c:pt idx="34722">
                  <c:v>45498.407638888893</c:v>
                </c:pt>
                <c:pt idx="34723">
                  <c:v>45460.807638888888</c:v>
                </c:pt>
                <c:pt idx="34724">
                  <c:v>45732.784722222219</c:v>
                </c:pt>
                <c:pt idx="34725">
                  <c:v>45797.714583333327</c:v>
                </c:pt>
                <c:pt idx="34726">
                  <c:v>45665.565972222219</c:v>
                </c:pt>
                <c:pt idx="34727">
                  <c:v>45634.815972222219</c:v>
                </c:pt>
                <c:pt idx="34728">
                  <c:v>45978.620138888888</c:v>
                </c:pt>
                <c:pt idx="34729">
                  <c:v>45734.348611111112</c:v>
                </c:pt>
                <c:pt idx="34730">
                  <c:v>45922.367361111108</c:v>
                </c:pt>
                <c:pt idx="34731">
                  <c:v>45959.594444444447</c:v>
                </c:pt>
                <c:pt idx="34732">
                  <c:v>45789.409722222219</c:v>
                </c:pt>
                <c:pt idx="34733">
                  <c:v>45902.44027777778</c:v>
                </c:pt>
                <c:pt idx="34734">
                  <c:v>45859.793055555558</c:v>
                </c:pt>
                <c:pt idx="34735">
                  <c:v>46005.38958333333</c:v>
                </c:pt>
                <c:pt idx="34736">
                  <c:v>45993.347916666673</c:v>
                </c:pt>
                <c:pt idx="34737">
                  <c:v>45753.442361111112</c:v>
                </c:pt>
                <c:pt idx="34738">
                  <c:v>45764.332638888889</c:v>
                </c:pt>
                <c:pt idx="34739">
                  <c:v>45941.269444444442</c:v>
                </c:pt>
                <c:pt idx="34740">
                  <c:v>45880.374305555553</c:v>
                </c:pt>
                <c:pt idx="34741">
                  <c:v>45832.310416666667</c:v>
                </c:pt>
                <c:pt idx="34742">
                  <c:v>45585.49722222222</c:v>
                </c:pt>
                <c:pt idx="34743">
                  <c:v>45597.338888888888</c:v>
                </c:pt>
                <c:pt idx="34744">
                  <c:v>45806.375694444447</c:v>
                </c:pt>
                <c:pt idx="34745">
                  <c:v>45708.3125</c:v>
                </c:pt>
                <c:pt idx="34746">
                  <c:v>45959.8125</c:v>
                </c:pt>
                <c:pt idx="34747">
                  <c:v>45893.46875</c:v>
                </c:pt>
                <c:pt idx="34748">
                  <c:v>45799.234722222223</c:v>
                </c:pt>
                <c:pt idx="34749">
                  <c:v>45749.689583333333</c:v>
                </c:pt>
                <c:pt idx="34750">
                  <c:v>45747.862500000003</c:v>
                </c:pt>
                <c:pt idx="34751">
                  <c:v>45653.76458333333</c:v>
                </c:pt>
                <c:pt idx="34752">
                  <c:v>45498.000694444447</c:v>
                </c:pt>
                <c:pt idx="34753">
                  <c:v>45927.786111111112</c:v>
                </c:pt>
                <c:pt idx="34754">
                  <c:v>45720.756944444453</c:v>
                </c:pt>
                <c:pt idx="34755">
                  <c:v>45677.740277777782</c:v>
                </c:pt>
                <c:pt idx="34756">
                  <c:v>45854.815972222219</c:v>
                </c:pt>
                <c:pt idx="34757">
                  <c:v>45958.640972222223</c:v>
                </c:pt>
                <c:pt idx="34758">
                  <c:v>45925.322222222218</c:v>
                </c:pt>
                <c:pt idx="34759">
                  <c:v>45532.473611111112</c:v>
                </c:pt>
                <c:pt idx="34760">
                  <c:v>45600.253472222219</c:v>
                </c:pt>
                <c:pt idx="34761">
                  <c:v>45782.217361111107</c:v>
                </c:pt>
                <c:pt idx="34762">
                  <c:v>45754.223611111112</c:v>
                </c:pt>
                <c:pt idx="34763">
                  <c:v>45404.552083333343</c:v>
                </c:pt>
                <c:pt idx="34764">
                  <c:v>45511.474999999999</c:v>
                </c:pt>
                <c:pt idx="34765">
                  <c:v>45322.636111111111</c:v>
                </c:pt>
                <c:pt idx="34766">
                  <c:v>45556.509027777778</c:v>
                </c:pt>
                <c:pt idx="34767">
                  <c:v>45386.552083333343</c:v>
                </c:pt>
                <c:pt idx="34768">
                  <c:v>45342.706944444442</c:v>
                </c:pt>
                <c:pt idx="34769">
                  <c:v>45628.282638888893</c:v>
                </c:pt>
                <c:pt idx="34770">
                  <c:v>45691.282638888893</c:v>
                </c:pt>
                <c:pt idx="34771">
                  <c:v>45469.563194444447</c:v>
                </c:pt>
                <c:pt idx="34772">
                  <c:v>45362.55</c:v>
                </c:pt>
                <c:pt idx="34773">
                  <c:v>45297.659722222219</c:v>
                </c:pt>
                <c:pt idx="34774">
                  <c:v>45810.201388888891</c:v>
                </c:pt>
                <c:pt idx="34775">
                  <c:v>45454.986805555563</c:v>
                </c:pt>
                <c:pt idx="34776">
                  <c:v>45576.52847222222</c:v>
                </c:pt>
                <c:pt idx="34777">
                  <c:v>45490.506944444453</c:v>
                </c:pt>
                <c:pt idx="34778">
                  <c:v>45669.801388888889</c:v>
                </c:pt>
                <c:pt idx="34779">
                  <c:v>45733.273611111108</c:v>
                </c:pt>
                <c:pt idx="34780">
                  <c:v>45712.253472222219</c:v>
                </c:pt>
                <c:pt idx="34781">
                  <c:v>45432.511111111111</c:v>
                </c:pt>
                <c:pt idx="34782">
                  <c:v>46019.468055555553</c:v>
                </c:pt>
                <c:pt idx="34783">
                  <c:v>45811.429861111108</c:v>
                </c:pt>
                <c:pt idx="34784">
                  <c:v>45935.782638888893</c:v>
                </c:pt>
                <c:pt idx="34785">
                  <c:v>45325.798611111109</c:v>
                </c:pt>
                <c:pt idx="34786">
                  <c:v>45849.85833333333</c:v>
                </c:pt>
                <c:pt idx="34787">
                  <c:v>45498.413194444453</c:v>
                </c:pt>
                <c:pt idx="34788">
                  <c:v>45579.701388888891</c:v>
                </c:pt>
                <c:pt idx="34789">
                  <c:v>45401.429166666669</c:v>
                </c:pt>
                <c:pt idx="34790">
                  <c:v>45785.527777777781</c:v>
                </c:pt>
                <c:pt idx="34791">
                  <c:v>45668.197916666657</c:v>
                </c:pt>
                <c:pt idx="34792">
                  <c:v>45890.307638888888</c:v>
                </c:pt>
                <c:pt idx="34793">
                  <c:v>45828.538194444453</c:v>
                </c:pt>
                <c:pt idx="34794">
                  <c:v>46023.472222222219</c:v>
                </c:pt>
                <c:pt idx="34795">
                  <c:v>46010.586111111108</c:v>
                </c:pt>
                <c:pt idx="34796">
                  <c:v>45762.443055555559</c:v>
                </c:pt>
                <c:pt idx="34797">
                  <c:v>45853.851388888892</c:v>
                </c:pt>
                <c:pt idx="34798">
                  <c:v>45967.680555555547</c:v>
                </c:pt>
                <c:pt idx="34799">
                  <c:v>45772.933333333327</c:v>
                </c:pt>
                <c:pt idx="34800">
                  <c:v>45787.630555555559</c:v>
                </c:pt>
                <c:pt idx="34801">
                  <c:v>45340.759722222218</c:v>
                </c:pt>
                <c:pt idx="34802">
                  <c:v>45530.394444444442</c:v>
                </c:pt>
                <c:pt idx="34803">
                  <c:v>45484.73333333333</c:v>
                </c:pt>
                <c:pt idx="34804">
                  <c:v>45406.331944444442</c:v>
                </c:pt>
                <c:pt idx="34805">
                  <c:v>45454.554166666669</c:v>
                </c:pt>
                <c:pt idx="34806">
                  <c:v>45679.697916666657</c:v>
                </c:pt>
                <c:pt idx="34807">
                  <c:v>45867.95</c:v>
                </c:pt>
                <c:pt idx="34808">
                  <c:v>45719.424305555563</c:v>
                </c:pt>
                <c:pt idx="34809">
                  <c:v>45569.592361111107</c:v>
                </c:pt>
                <c:pt idx="34810">
                  <c:v>45649.662499999999</c:v>
                </c:pt>
                <c:pt idx="34811">
                  <c:v>45931.863194444442</c:v>
                </c:pt>
                <c:pt idx="34812">
                  <c:v>45771.675694444442</c:v>
                </c:pt>
                <c:pt idx="34813">
                  <c:v>45740.9</c:v>
                </c:pt>
                <c:pt idx="34814">
                  <c:v>45625.38958333333</c:v>
                </c:pt>
                <c:pt idx="34815">
                  <c:v>45293.746527777781</c:v>
                </c:pt>
                <c:pt idx="34816">
                  <c:v>45827.848611111112</c:v>
                </c:pt>
                <c:pt idx="34817">
                  <c:v>45827.848611111112</c:v>
                </c:pt>
                <c:pt idx="34818">
                  <c:v>45934.102777777778</c:v>
                </c:pt>
                <c:pt idx="34819">
                  <c:v>45934.102777777778</c:v>
                </c:pt>
                <c:pt idx="34820">
                  <c:v>45851.063194444447</c:v>
                </c:pt>
                <c:pt idx="34821">
                  <c:v>45851.063194444447</c:v>
                </c:pt>
                <c:pt idx="34822">
                  <c:v>45851.063194444447</c:v>
                </c:pt>
                <c:pt idx="34823">
                  <c:v>45827.848611111112</c:v>
                </c:pt>
                <c:pt idx="34824">
                  <c:v>45934.102777777778</c:v>
                </c:pt>
                <c:pt idx="34825">
                  <c:v>45825.613194444442</c:v>
                </c:pt>
                <c:pt idx="34826">
                  <c:v>45825.613194444442</c:v>
                </c:pt>
                <c:pt idx="34827">
                  <c:v>45825.613194444442</c:v>
                </c:pt>
                <c:pt idx="34828">
                  <c:v>45796.697916666657</c:v>
                </c:pt>
                <c:pt idx="34829">
                  <c:v>45754.498611111107</c:v>
                </c:pt>
                <c:pt idx="34830">
                  <c:v>45947.70416666667</c:v>
                </c:pt>
                <c:pt idx="34831">
                  <c:v>45654.53402777778</c:v>
                </c:pt>
                <c:pt idx="34832">
                  <c:v>45870.65625</c:v>
                </c:pt>
                <c:pt idx="34833">
                  <c:v>45815.314583333333</c:v>
                </c:pt>
                <c:pt idx="34834">
                  <c:v>45699.810416666667</c:v>
                </c:pt>
                <c:pt idx="34835">
                  <c:v>45639.60833333333</c:v>
                </c:pt>
                <c:pt idx="34836">
                  <c:v>45394.348611111112</c:v>
                </c:pt>
                <c:pt idx="34837">
                  <c:v>45939.731944444437</c:v>
                </c:pt>
                <c:pt idx="34838">
                  <c:v>45766.37222222222</c:v>
                </c:pt>
                <c:pt idx="34839">
                  <c:v>45536.918055555558</c:v>
                </c:pt>
                <c:pt idx="34840">
                  <c:v>45458.690972222219</c:v>
                </c:pt>
                <c:pt idx="34841">
                  <c:v>45303.731944444437</c:v>
                </c:pt>
                <c:pt idx="34842">
                  <c:v>45868.544444444437</c:v>
                </c:pt>
                <c:pt idx="34843">
                  <c:v>45764.85833333333</c:v>
                </c:pt>
                <c:pt idx="34844">
                  <c:v>45628.916666666657</c:v>
                </c:pt>
                <c:pt idx="34845">
                  <c:v>45787.768055555563</c:v>
                </c:pt>
                <c:pt idx="34846">
                  <c:v>45592.018055555563</c:v>
                </c:pt>
                <c:pt idx="34847">
                  <c:v>45692.765972222223</c:v>
                </c:pt>
                <c:pt idx="34848">
                  <c:v>45436.068749999999</c:v>
                </c:pt>
                <c:pt idx="34849">
                  <c:v>46023.618750000001</c:v>
                </c:pt>
                <c:pt idx="34850">
                  <c:v>45774.671527777777</c:v>
                </c:pt>
                <c:pt idx="34851">
                  <c:v>45638.59652777778</c:v>
                </c:pt>
                <c:pt idx="34852">
                  <c:v>45757.86041666667</c:v>
                </c:pt>
                <c:pt idx="34853">
                  <c:v>45895.429861111108</c:v>
                </c:pt>
                <c:pt idx="34854">
                  <c:v>45423.331944444442</c:v>
                </c:pt>
                <c:pt idx="34855">
                  <c:v>45467.830555555563</c:v>
                </c:pt>
                <c:pt idx="34856">
                  <c:v>45335.645833333343</c:v>
                </c:pt>
                <c:pt idx="34857">
                  <c:v>45847.362500000003</c:v>
                </c:pt>
                <c:pt idx="34858">
                  <c:v>45608.429861111108</c:v>
                </c:pt>
                <c:pt idx="34859">
                  <c:v>45692.330555555563</c:v>
                </c:pt>
                <c:pt idx="34860">
                  <c:v>46002.558333333327</c:v>
                </c:pt>
                <c:pt idx="34861">
                  <c:v>45559.40902777778</c:v>
                </c:pt>
                <c:pt idx="34862">
                  <c:v>45798.463888888888</c:v>
                </c:pt>
                <c:pt idx="34863">
                  <c:v>45512.419444444437</c:v>
                </c:pt>
                <c:pt idx="34864">
                  <c:v>45399.154861111107</c:v>
                </c:pt>
                <c:pt idx="34865">
                  <c:v>45950.668749999997</c:v>
                </c:pt>
                <c:pt idx="34866">
                  <c:v>45649.866666666669</c:v>
                </c:pt>
                <c:pt idx="34867">
                  <c:v>45801.09375</c:v>
                </c:pt>
                <c:pt idx="34868">
                  <c:v>45925.890277777777</c:v>
                </c:pt>
                <c:pt idx="34869">
                  <c:v>45854.914583333331</c:v>
                </c:pt>
                <c:pt idx="34870">
                  <c:v>46016.920138888891</c:v>
                </c:pt>
                <c:pt idx="34871">
                  <c:v>45785.691666666673</c:v>
                </c:pt>
                <c:pt idx="34872">
                  <c:v>45724.840277777781</c:v>
                </c:pt>
                <c:pt idx="34873">
                  <c:v>45344.95416666667</c:v>
                </c:pt>
                <c:pt idx="34874">
                  <c:v>45622.648611111108</c:v>
                </c:pt>
                <c:pt idx="34875">
                  <c:v>45667.833333333343</c:v>
                </c:pt>
                <c:pt idx="34876">
                  <c:v>45527.899305555547</c:v>
                </c:pt>
                <c:pt idx="34877">
                  <c:v>45811.824999999997</c:v>
                </c:pt>
                <c:pt idx="34878">
                  <c:v>45712.834027777782</c:v>
                </c:pt>
                <c:pt idx="34879">
                  <c:v>45691.431944444441</c:v>
                </c:pt>
                <c:pt idx="34880">
                  <c:v>45474.738194444442</c:v>
                </c:pt>
                <c:pt idx="34881">
                  <c:v>45451.575694444437</c:v>
                </c:pt>
                <c:pt idx="34882">
                  <c:v>45429.331250000003</c:v>
                </c:pt>
                <c:pt idx="34883">
                  <c:v>45649.586805555547</c:v>
                </c:pt>
                <c:pt idx="34884">
                  <c:v>45837.270833333343</c:v>
                </c:pt>
                <c:pt idx="34885">
                  <c:v>45794.574999999997</c:v>
                </c:pt>
                <c:pt idx="34886">
                  <c:v>45609.692361111112</c:v>
                </c:pt>
                <c:pt idx="34887">
                  <c:v>45767.616666666669</c:v>
                </c:pt>
                <c:pt idx="34888">
                  <c:v>45618.251388888893</c:v>
                </c:pt>
                <c:pt idx="34889">
                  <c:v>45713.892361111109</c:v>
                </c:pt>
                <c:pt idx="34890">
                  <c:v>45923.59652777778</c:v>
                </c:pt>
                <c:pt idx="34891">
                  <c:v>45905.884722222218</c:v>
                </c:pt>
                <c:pt idx="34892">
                  <c:v>45747.380555555559</c:v>
                </c:pt>
                <c:pt idx="34893">
                  <c:v>45768.337500000001</c:v>
                </c:pt>
                <c:pt idx="34894">
                  <c:v>45778.056944444441</c:v>
                </c:pt>
                <c:pt idx="34895">
                  <c:v>45662.597916666673</c:v>
                </c:pt>
                <c:pt idx="34896">
                  <c:v>45662.581250000003</c:v>
                </c:pt>
                <c:pt idx="34897">
                  <c:v>45674.62222222222</c:v>
                </c:pt>
                <c:pt idx="34898">
                  <c:v>45744.554861111108</c:v>
                </c:pt>
                <c:pt idx="34899">
                  <c:v>45966.410416666673</c:v>
                </c:pt>
                <c:pt idx="34900">
                  <c:v>45792.59375</c:v>
                </c:pt>
                <c:pt idx="34901">
                  <c:v>45716.373611111107</c:v>
                </c:pt>
                <c:pt idx="34902">
                  <c:v>45694.300694444442</c:v>
                </c:pt>
                <c:pt idx="34903">
                  <c:v>45751.70208333333</c:v>
                </c:pt>
                <c:pt idx="34904">
                  <c:v>45689.588888888888</c:v>
                </c:pt>
                <c:pt idx="34905">
                  <c:v>45582.652777777781</c:v>
                </c:pt>
                <c:pt idx="34906">
                  <c:v>45557.838888888888</c:v>
                </c:pt>
                <c:pt idx="34907">
                  <c:v>45851.813194444447</c:v>
                </c:pt>
                <c:pt idx="34908">
                  <c:v>45340.831944444442</c:v>
                </c:pt>
                <c:pt idx="34909">
                  <c:v>45644.072916666657</c:v>
                </c:pt>
                <c:pt idx="34910">
                  <c:v>45457.502083333333</c:v>
                </c:pt>
                <c:pt idx="34911">
                  <c:v>45936.05</c:v>
                </c:pt>
                <c:pt idx="34912">
                  <c:v>46019.794444444437</c:v>
                </c:pt>
                <c:pt idx="34913">
                  <c:v>45294.113888888889</c:v>
                </c:pt>
                <c:pt idx="34914">
                  <c:v>45462.590277777781</c:v>
                </c:pt>
                <c:pt idx="34915">
                  <c:v>45441.663888888892</c:v>
                </c:pt>
                <c:pt idx="34916">
                  <c:v>45950.915277777778</c:v>
                </c:pt>
                <c:pt idx="34917">
                  <c:v>45412.836111111108</c:v>
                </c:pt>
                <c:pt idx="34918">
                  <c:v>45390.027777777781</c:v>
                </c:pt>
                <c:pt idx="34919">
                  <c:v>45719.604166666657</c:v>
                </c:pt>
                <c:pt idx="34920">
                  <c:v>45972.099305555559</c:v>
                </c:pt>
                <c:pt idx="34921">
                  <c:v>45402.078472222223</c:v>
                </c:pt>
                <c:pt idx="34922">
                  <c:v>45489.050694444442</c:v>
                </c:pt>
                <c:pt idx="34923">
                  <c:v>45512.599305555559</c:v>
                </c:pt>
                <c:pt idx="34924">
                  <c:v>45316.125</c:v>
                </c:pt>
                <c:pt idx="34925">
                  <c:v>45364.595833333333</c:v>
                </c:pt>
                <c:pt idx="34926">
                  <c:v>45624.592361111107</c:v>
                </c:pt>
                <c:pt idx="34927">
                  <c:v>45916.136111111111</c:v>
                </c:pt>
                <c:pt idx="34928">
                  <c:v>45532.624305555553</c:v>
                </c:pt>
                <c:pt idx="34929">
                  <c:v>45894.146527777782</c:v>
                </c:pt>
                <c:pt idx="34930">
                  <c:v>45944.401388888888</c:v>
                </c:pt>
                <c:pt idx="34931">
                  <c:v>45453.413888888892</c:v>
                </c:pt>
                <c:pt idx="34932">
                  <c:v>45310.523611111108</c:v>
                </c:pt>
                <c:pt idx="34933">
                  <c:v>45840.606944444437</c:v>
                </c:pt>
                <c:pt idx="34934">
                  <c:v>45391.4375</c:v>
                </c:pt>
                <c:pt idx="34935">
                  <c:v>45460.506249999999</c:v>
                </c:pt>
                <c:pt idx="34936">
                  <c:v>45714.586111111108</c:v>
                </c:pt>
                <c:pt idx="34937">
                  <c:v>45643.5</c:v>
                </c:pt>
                <c:pt idx="34938">
                  <c:v>45824.702777777777</c:v>
                </c:pt>
                <c:pt idx="34939">
                  <c:v>45447.498611111107</c:v>
                </c:pt>
                <c:pt idx="34940">
                  <c:v>45617.440972222219</c:v>
                </c:pt>
                <c:pt idx="34941">
                  <c:v>45613.630555555559</c:v>
                </c:pt>
                <c:pt idx="34942">
                  <c:v>45965.425694444442</c:v>
                </c:pt>
                <c:pt idx="34943">
                  <c:v>45980.324305555558</c:v>
                </c:pt>
                <c:pt idx="34944">
                  <c:v>45822.088888888888</c:v>
                </c:pt>
                <c:pt idx="34945">
                  <c:v>45997.605555555558</c:v>
                </c:pt>
                <c:pt idx="34946">
                  <c:v>45798.60833333333</c:v>
                </c:pt>
                <c:pt idx="34947">
                  <c:v>45379.559027777781</c:v>
                </c:pt>
                <c:pt idx="34948">
                  <c:v>45379.559027777781</c:v>
                </c:pt>
                <c:pt idx="34949">
                  <c:v>45798.60833333333</c:v>
                </c:pt>
                <c:pt idx="34950">
                  <c:v>45997.605555555558</c:v>
                </c:pt>
                <c:pt idx="34951">
                  <c:v>45953.974999999999</c:v>
                </c:pt>
                <c:pt idx="34952">
                  <c:v>45461.443055555559</c:v>
                </c:pt>
                <c:pt idx="34953">
                  <c:v>45557.522222222222</c:v>
                </c:pt>
                <c:pt idx="34954">
                  <c:v>46019.415972222218</c:v>
                </c:pt>
                <c:pt idx="34955">
                  <c:v>45305.62222222222</c:v>
                </c:pt>
                <c:pt idx="34956">
                  <c:v>45873.945138888892</c:v>
                </c:pt>
                <c:pt idx="34957">
                  <c:v>45363.318749999999</c:v>
                </c:pt>
                <c:pt idx="34958">
                  <c:v>45409.539583333331</c:v>
                </c:pt>
                <c:pt idx="34959">
                  <c:v>45683.522916666669</c:v>
                </c:pt>
                <c:pt idx="34960">
                  <c:v>45840.494444444441</c:v>
                </c:pt>
                <c:pt idx="34961">
                  <c:v>45628.874305555553</c:v>
                </c:pt>
                <c:pt idx="34962">
                  <c:v>45992.861805555563</c:v>
                </c:pt>
                <c:pt idx="34963">
                  <c:v>45721.859027777777</c:v>
                </c:pt>
                <c:pt idx="34964">
                  <c:v>45657.561805555553</c:v>
                </c:pt>
                <c:pt idx="34965">
                  <c:v>45943.664583333331</c:v>
                </c:pt>
                <c:pt idx="34966">
                  <c:v>45968.395138888889</c:v>
                </c:pt>
                <c:pt idx="34967">
                  <c:v>45751.769444444442</c:v>
                </c:pt>
                <c:pt idx="34968">
                  <c:v>45652.813194444447</c:v>
                </c:pt>
                <c:pt idx="34969">
                  <c:v>45663.379166666673</c:v>
                </c:pt>
                <c:pt idx="34970">
                  <c:v>45534.654166666667</c:v>
                </c:pt>
                <c:pt idx="34971">
                  <c:v>45831.870833333327</c:v>
                </c:pt>
                <c:pt idx="34972">
                  <c:v>45468.414583333331</c:v>
                </c:pt>
                <c:pt idx="34973">
                  <c:v>45351.538888888892</c:v>
                </c:pt>
                <c:pt idx="34974">
                  <c:v>45317.45416666667</c:v>
                </c:pt>
                <c:pt idx="34975">
                  <c:v>45389.022222222222</c:v>
                </c:pt>
                <c:pt idx="34976">
                  <c:v>45727.936111111107</c:v>
                </c:pt>
                <c:pt idx="34977">
                  <c:v>45358.658333333333</c:v>
                </c:pt>
                <c:pt idx="34978">
                  <c:v>45904.54791666667</c:v>
                </c:pt>
                <c:pt idx="34979">
                  <c:v>45429.416666666657</c:v>
                </c:pt>
                <c:pt idx="34980">
                  <c:v>45811.939583333333</c:v>
                </c:pt>
                <c:pt idx="34981">
                  <c:v>45692.897222222222</c:v>
                </c:pt>
                <c:pt idx="34982">
                  <c:v>45957.049305555563</c:v>
                </c:pt>
                <c:pt idx="34983">
                  <c:v>45403.658333333333</c:v>
                </c:pt>
                <c:pt idx="34984">
                  <c:v>46023.558333333327</c:v>
                </c:pt>
                <c:pt idx="34985">
                  <c:v>45992.53125</c:v>
                </c:pt>
                <c:pt idx="34986">
                  <c:v>45622.394444444442</c:v>
                </c:pt>
                <c:pt idx="34987">
                  <c:v>45990.630555555559</c:v>
                </c:pt>
                <c:pt idx="34988">
                  <c:v>45577.422222222223</c:v>
                </c:pt>
                <c:pt idx="34989">
                  <c:v>45544.910416666673</c:v>
                </c:pt>
                <c:pt idx="34990">
                  <c:v>45659.449305555558</c:v>
                </c:pt>
                <c:pt idx="34991">
                  <c:v>45770.650694444441</c:v>
                </c:pt>
                <c:pt idx="34992">
                  <c:v>45844.954861111109</c:v>
                </c:pt>
                <c:pt idx="34993">
                  <c:v>45502.63958333333</c:v>
                </c:pt>
                <c:pt idx="34994">
                  <c:v>45918.63958333333</c:v>
                </c:pt>
                <c:pt idx="34995">
                  <c:v>45884.393750000003</c:v>
                </c:pt>
                <c:pt idx="34996">
                  <c:v>45881.946527777778</c:v>
                </c:pt>
                <c:pt idx="34997">
                  <c:v>45856.431944444441</c:v>
                </c:pt>
                <c:pt idx="34998">
                  <c:v>45852.463888888888</c:v>
                </c:pt>
                <c:pt idx="34999">
                  <c:v>45855.288888888892</c:v>
                </c:pt>
                <c:pt idx="35000">
                  <c:v>45888.742361111108</c:v>
                </c:pt>
                <c:pt idx="35001">
                  <c:v>45938.393055555563</c:v>
                </c:pt>
                <c:pt idx="35002">
                  <c:v>45694.257638888892</c:v>
                </c:pt>
                <c:pt idx="35003">
                  <c:v>45418.817361111112</c:v>
                </c:pt>
                <c:pt idx="35004">
                  <c:v>45463.786805555559</c:v>
                </c:pt>
                <c:pt idx="35005">
                  <c:v>45817.839583333327</c:v>
                </c:pt>
                <c:pt idx="35006">
                  <c:v>45697.829861111109</c:v>
                </c:pt>
                <c:pt idx="35007">
                  <c:v>45655.091666666667</c:v>
                </c:pt>
                <c:pt idx="35008">
                  <c:v>45908.51458333333</c:v>
                </c:pt>
                <c:pt idx="35009">
                  <c:v>45530.70208333333</c:v>
                </c:pt>
                <c:pt idx="35010">
                  <c:v>45700.779166666667</c:v>
                </c:pt>
                <c:pt idx="35011">
                  <c:v>45685.642361111109</c:v>
                </c:pt>
                <c:pt idx="35012">
                  <c:v>45629.609027777777</c:v>
                </c:pt>
                <c:pt idx="35013">
                  <c:v>45948.838888888888</c:v>
                </c:pt>
                <c:pt idx="35014">
                  <c:v>45772.755555555559</c:v>
                </c:pt>
                <c:pt idx="35015">
                  <c:v>45747.698611111111</c:v>
                </c:pt>
                <c:pt idx="35016">
                  <c:v>45594.648611111108</c:v>
                </c:pt>
                <c:pt idx="35017">
                  <c:v>45749.566666666673</c:v>
                </c:pt>
                <c:pt idx="35018">
                  <c:v>45664.493750000001</c:v>
                </c:pt>
                <c:pt idx="35019">
                  <c:v>45733.362500000003</c:v>
                </c:pt>
                <c:pt idx="35020">
                  <c:v>45642.655555555553</c:v>
                </c:pt>
                <c:pt idx="35021">
                  <c:v>45618.459027777782</c:v>
                </c:pt>
                <c:pt idx="35022">
                  <c:v>45781.943055555559</c:v>
                </c:pt>
                <c:pt idx="35023">
                  <c:v>45698.759722222218</c:v>
                </c:pt>
                <c:pt idx="35024">
                  <c:v>45872.647222222222</c:v>
                </c:pt>
                <c:pt idx="35025">
                  <c:v>45699.558333333327</c:v>
                </c:pt>
                <c:pt idx="35026">
                  <c:v>45627.876388888893</c:v>
                </c:pt>
                <c:pt idx="35027">
                  <c:v>46018.051388888889</c:v>
                </c:pt>
                <c:pt idx="35028">
                  <c:v>45539.696527777778</c:v>
                </c:pt>
                <c:pt idx="35029">
                  <c:v>46018.072916666657</c:v>
                </c:pt>
                <c:pt idx="35030">
                  <c:v>45846.193749999999</c:v>
                </c:pt>
                <c:pt idx="35031">
                  <c:v>45912.518750000003</c:v>
                </c:pt>
                <c:pt idx="35032">
                  <c:v>45942.941666666673</c:v>
                </c:pt>
                <c:pt idx="35033">
                  <c:v>45811.63958333333</c:v>
                </c:pt>
                <c:pt idx="35034">
                  <c:v>45572.678472222222</c:v>
                </c:pt>
                <c:pt idx="35035">
                  <c:v>45549.927777777782</c:v>
                </c:pt>
                <c:pt idx="35036">
                  <c:v>45964.01458333333</c:v>
                </c:pt>
                <c:pt idx="35037">
                  <c:v>45755.663888888892</c:v>
                </c:pt>
                <c:pt idx="35038">
                  <c:v>45477.540277777778</c:v>
                </c:pt>
                <c:pt idx="35039">
                  <c:v>45530.633333333331</c:v>
                </c:pt>
                <c:pt idx="35040">
                  <c:v>45564.686805555553</c:v>
                </c:pt>
                <c:pt idx="35041">
                  <c:v>45653.693055555559</c:v>
                </c:pt>
                <c:pt idx="35042">
                  <c:v>45755.669444444437</c:v>
                </c:pt>
                <c:pt idx="35043">
                  <c:v>45534.625</c:v>
                </c:pt>
                <c:pt idx="35044">
                  <c:v>45686.845833333333</c:v>
                </c:pt>
                <c:pt idx="35045">
                  <c:v>45930.414583333331</c:v>
                </c:pt>
                <c:pt idx="35046">
                  <c:v>45725.99722222222</c:v>
                </c:pt>
                <c:pt idx="35047">
                  <c:v>45331.594444444447</c:v>
                </c:pt>
                <c:pt idx="35048">
                  <c:v>45723.711111111108</c:v>
                </c:pt>
                <c:pt idx="35049">
                  <c:v>45682.337500000001</c:v>
                </c:pt>
                <c:pt idx="35050">
                  <c:v>45948.825694444437</c:v>
                </c:pt>
                <c:pt idx="35051">
                  <c:v>45789.703472222223</c:v>
                </c:pt>
                <c:pt idx="35052">
                  <c:v>45747.765972222223</c:v>
                </c:pt>
                <c:pt idx="35053">
                  <c:v>45958.216666666667</c:v>
                </c:pt>
                <c:pt idx="35054">
                  <c:v>45987.909722222219</c:v>
                </c:pt>
                <c:pt idx="35055">
                  <c:v>45552.843055555553</c:v>
                </c:pt>
                <c:pt idx="35056">
                  <c:v>45784.816666666673</c:v>
                </c:pt>
                <c:pt idx="35057">
                  <c:v>45644.265972222223</c:v>
                </c:pt>
                <c:pt idx="35058">
                  <c:v>45367.7</c:v>
                </c:pt>
                <c:pt idx="35059">
                  <c:v>45979.757638888892</c:v>
                </c:pt>
                <c:pt idx="35060">
                  <c:v>45970.808333333327</c:v>
                </c:pt>
                <c:pt idx="35061">
                  <c:v>45945.893055555563</c:v>
                </c:pt>
                <c:pt idx="35062">
                  <c:v>45922.397916666669</c:v>
                </c:pt>
                <c:pt idx="35063">
                  <c:v>45912.015972222223</c:v>
                </c:pt>
                <c:pt idx="35064">
                  <c:v>45886.770138888889</c:v>
                </c:pt>
                <c:pt idx="35065">
                  <c:v>45856.666666666657</c:v>
                </c:pt>
                <c:pt idx="35066">
                  <c:v>45650.38958333333</c:v>
                </c:pt>
                <c:pt idx="35067">
                  <c:v>45739.797222222223</c:v>
                </c:pt>
                <c:pt idx="35068">
                  <c:v>45732.988888888889</c:v>
                </c:pt>
                <c:pt idx="35069">
                  <c:v>45408.54791666667</c:v>
                </c:pt>
                <c:pt idx="35070">
                  <c:v>45975.409722222219</c:v>
                </c:pt>
                <c:pt idx="35071">
                  <c:v>45889.652083333327</c:v>
                </c:pt>
                <c:pt idx="35072">
                  <c:v>46005.572222222218</c:v>
                </c:pt>
                <c:pt idx="35073">
                  <c:v>45935.969444444447</c:v>
                </c:pt>
                <c:pt idx="35074">
                  <c:v>45589.859722222223</c:v>
                </c:pt>
                <c:pt idx="35075">
                  <c:v>45496.463194444441</c:v>
                </c:pt>
                <c:pt idx="35076">
                  <c:v>45494.809027777781</c:v>
                </c:pt>
                <c:pt idx="35077">
                  <c:v>45386.472916666673</c:v>
                </c:pt>
                <c:pt idx="35078">
                  <c:v>45779.506944444453</c:v>
                </c:pt>
                <c:pt idx="35079">
                  <c:v>45498.421527777777</c:v>
                </c:pt>
                <c:pt idx="35080">
                  <c:v>45703.753472222219</c:v>
                </c:pt>
                <c:pt idx="35081">
                  <c:v>45852.492361111108</c:v>
                </c:pt>
                <c:pt idx="35082">
                  <c:v>45642.459722222222</c:v>
                </c:pt>
                <c:pt idx="35083">
                  <c:v>45456.823611111111</c:v>
                </c:pt>
                <c:pt idx="35084">
                  <c:v>45731.615277777782</c:v>
                </c:pt>
                <c:pt idx="35085">
                  <c:v>45711.529166666667</c:v>
                </c:pt>
                <c:pt idx="35086">
                  <c:v>45835.897916666669</c:v>
                </c:pt>
                <c:pt idx="35087">
                  <c:v>45660.582638888889</c:v>
                </c:pt>
                <c:pt idx="35088">
                  <c:v>45925.576388888891</c:v>
                </c:pt>
                <c:pt idx="35089">
                  <c:v>45850.986111111109</c:v>
                </c:pt>
                <c:pt idx="35090">
                  <c:v>45694.32708333333</c:v>
                </c:pt>
                <c:pt idx="35091">
                  <c:v>45375.713888888888</c:v>
                </c:pt>
                <c:pt idx="35092">
                  <c:v>45667.451388888891</c:v>
                </c:pt>
                <c:pt idx="35093">
                  <c:v>45573.990277777782</c:v>
                </c:pt>
                <c:pt idx="35094">
                  <c:v>45904.642361111109</c:v>
                </c:pt>
                <c:pt idx="35095">
                  <c:v>45748.908333333333</c:v>
                </c:pt>
                <c:pt idx="35096">
                  <c:v>45413.67083333333</c:v>
                </c:pt>
                <c:pt idx="35097">
                  <c:v>45568.905555555553</c:v>
                </c:pt>
                <c:pt idx="35098">
                  <c:v>45930.430555555547</c:v>
                </c:pt>
                <c:pt idx="35099">
                  <c:v>45709.555555555547</c:v>
                </c:pt>
                <c:pt idx="35100">
                  <c:v>45505.37222222222</c:v>
                </c:pt>
                <c:pt idx="35101">
                  <c:v>45596.85833333333</c:v>
                </c:pt>
                <c:pt idx="35102">
                  <c:v>45870.458333333343</c:v>
                </c:pt>
                <c:pt idx="35103">
                  <c:v>45836.587500000001</c:v>
                </c:pt>
                <c:pt idx="35104">
                  <c:v>45693.697222222218</c:v>
                </c:pt>
                <c:pt idx="35105">
                  <c:v>45352.823611111111</c:v>
                </c:pt>
                <c:pt idx="35106">
                  <c:v>45961.460416666669</c:v>
                </c:pt>
                <c:pt idx="35107">
                  <c:v>45812.540277777778</c:v>
                </c:pt>
                <c:pt idx="35108">
                  <c:v>45887.002083333333</c:v>
                </c:pt>
                <c:pt idx="35109">
                  <c:v>45948.374305555553</c:v>
                </c:pt>
                <c:pt idx="35110">
                  <c:v>45712.446527777778</c:v>
                </c:pt>
                <c:pt idx="35111">
                  <c:v>45830.65</c:v>
                </c:pt>
                <c:pt idx="35112">
                  <c:v>45958.572222222218</c:v>
                </c:pt>
                <c:pt idx="35113">
                  <c:v>45940.424305555563</c:v>
                </c:pt>
                <c:pt idx="35114">
                  <c:v>45634.813194444447</c:v>
                </c:pt>
                <c:pt idx="35115">
                  <c:v>45820.879166666673</c:v>
                </c:pt>
                <c:pt idx="35116">
                  <c:v>45820.879166666673</c:v>
                </c:pt>
                <c:pt idx="35117">
                  <c:v>45634.813194444447</c:v>
                </c:pt>
                <c:pt idx="35118">
                  <c:v>45930.445833333331</c:v>
                </c:pt>
                <c:pt idx="35119">
                  <c:v>45380.508333333331</c:v>
                </c:pt>
                <c:pt idx="35120">
                  <c:v>45920.397222222222</c:v>
                </c:pt>
                <c:pt idx="35121">
                  <c:v>45481.241666666669</c:v>
                </c:pt>
                <c:pt idx="35122">
                  <c:v>45453.430555555547</c:v>
                </c:pt>
                <c:pt idx="35123">
                  <c:v>45356.28125</c:v>
                </c:pt>
                <c:pt idx="35124">
                  <c:v>45431.018055555563</c:v>
                </c:pt>
                <c:pt idx="35125">
                  <c:v>45307.254861111112</c:v>
                </c:pt>
                <c:pt idx="35126">
                  <c:v>45736.328472222223</c:v>
                </c:pt>
                <c:pt idx="35127">
                  <c:v>45407.981249999997</c:v>
                </c:pt>
                <c:pt idx="35128">
                  <c:v>45670.334027777782</c:v>
                </c:pt>
                <c:pt idx="35129">
                  <c:v>45368.525694444441</c:v>
                </c:pt>
                <c:pt idx="35130">
                  <c:v>45331.645833333343</c:v>
                </c:pt>
                <c:pt idx="35131">
                  <c:v>45295.823611111111</c:v>
                </c:pt>
                <c:pt idx="35132">
                  <c:v>46017.140972222223</c:v>
                </c:pt>
                <c:pt idx="35133">
                  <c:v>46017.140972222223</c:v>
                </c:pt>
                <c:pt idx="35134">
                  <c:v>45729.70416666667</c:v>
                </c:pt>
                <c:pt idx="35135">
                  <c:v>45364.679166666669</c:v>
                </c:pt>
                <c:pt idx="35136">
                  <c:v>45963.756249999999</c:v>
                </c:pt>
                <c:pt idx="35137">
                  <c:v>45595.393750000003</c:v>
                </c:pt>
                <c:pt idx="35138">
                  <c:v>45992.657638888893</c:v>
                </c:pt>
                <c:pt idx="35139">
                  <c:v>45945.156944444447</c:v>
                </c:pt>
                <c:pt idx="35140">
                  <c:v>46020.928472222222</c:v>
                </c:pt>
                <c:pt idx="35141">
                  <c:v>45307.805555555547</c:v>
                </c:pt>
                <c:pt idx="35142">
                  <c:v>45359.632638888892</c:v>
                </c:pt>
                <c:pt idx="35143">
                  <c:v>45398.576388888891</c:v>
                </c:pt>
                <c:pt idx="35144">
                  <c:v>45877.540972222218</c:v>
                </c:pt>
                <c:pt idx="35145">
                  <c:v>46016.852777777778</c:v>
                </c:pt>
                <c:pt idx="35146">
                  <c:v>45675.591666666667</c:v>
                </c:pt>
                <c:pt idx="35147">
                  <c:v>46015.556250000001</c:v>
                </c:pt>
                <c:pt idx="35148">
                  <c:v>45864.884027777778</c:v>
                </c:pt>
                <c:pt idx="35149">
                  <c:v>45896.283333333333</c:v>
                </c:pt>
                <c:pt idx="35150">
                  <c:v>45769.774305555547</c:v>
                </c:pt>
                <c:pt idx="35151">
                  <c:v>45725.896527777782</c:v>
                </c:pt>
                <c:pt idx="35152">
                  <c:v>45432.518750000003</c:v>
                </c:pt>
                <c:pt idx="35153">
                  <c:v>45581.753472222219</c:v>
                </c:pt>
                <c:pt idx="35154">
                  <c:v>45504.29791666667</c:v>
                </c:pt>
                <c:pt idx="35155">
                  <c:v>45762.349305555559</c:v>
                </c:pt>
                <c:pt idx="35156">
                  <c:v>45543.905555555553</c:v>
                </c:pt>
                <c:pt idx="35157">
                  <c:v>45695.724305555559</c:v>
                </c:pt>
                <c:pt idx="35158">
                  <c:v>45791.914583333331</c:v>
                </c:pt>
                <c:pt idx="35159">
                  <c:v>45693.5625</c:v>
                </c:pt>
                <c:pt idx="35160">
                  <c:v>45331.306250000001</c:v>
                </c:pt>
                <c:pt idx="35161">
                  <c:v>45400.675694444442</c:v>
                </c:pt>
                <c:pt idx="35162">
                  <c:v>45653.740972222222</c:v>
                </c:pt>
                <c:pt idx="35163">
                  <c:v>45741.993750000001</c:v>
                </c:pt>
                <c:pt idx="35164">
                  <c:v>45469.822916666657</c:v>
                </c:pt>
                <c:pt idx="35165">
                  <c:v>45623.751388888893</c:v>
                </c:pt>
                <c:pt idx="35166">
                  <c:v>45357.299305555563</c:v>
                </c:pt>
                <c:pt idx="35167">
                  <c:v>45792.440972222219</c:v>
                </c:pt>
                <c:pt idx="35168">
                  <c:v>45792.408333333333</c:v>
                </c:pt>
                <c:pt idx="35169">
                  <c:v>45792.409722222219</c:v>
                </c:pt>
                <c:pt idx="35170">
                  <c:v>45873.670138888891</c:v>
                </c:pt>
                <c:pt idx="35171">
                  <c:v>45898.56527777778</c:v>
                </c:pt>
                <c:pt idx="35172">
                  <c:v>45966.575694444437</c:v>
                </c:pt>
                <c:pt idx="35173">
                  <c:v>45925.509027777778</c:v>
                </c:pt>
                <c:pt idx="35174">
                  <c:v>45825.658333333333</c:v>
                </c:pt>
                <c:pt idx="35175">
                  <c:v>45506.901388888888</c:v>
                </c:pt>
                <c:pt idx="35176">
                  <c:v>45631.930555555547</c:v>
                </c:pt>
                <c:pt idx="35177">
                  <c:v>45694.609027777777</c:v>
                </c:pt>
                <c:pt idx="35178">
                  <c:v>45654.558333333327</c:v>
                </c:pt>
                <c:pt idx="35179">
                  <c:v>45960.940972222219</c:v>
                </c:pt>
                <c:pt idx="35180">
                  <c:v>45483.896527777782</c:v>
                </c:pt>
                <c:pt idx="35181">
                  <c:v>45780.867361111108</c:v>
                </c:pt>
                <c:pt idx="35182">
                  <c:v>45697.966666666667</c:v>
                </c:pt>
                <c:pt idx="35183">
                  <c:v>45527.629166666673</c:v>
                </c:pt>
                <c:pt idx="35184">
                  <c:v>45627.671527777777</c:v>
                </c:pt>
                <c:pt idx="35185">
                  <c:v>46005.648611111108</c:v>
                </c:pt>
                <c:pt idx="35186">
                  <c:v>45864.760416666657</c:v>
                </c:pt>
                <c:pt idx="35187">
                  <c:v>46021.601388888892</c:v>
                </c:pt>
                <c:pt idx="35188">
                  <c:v>45750.188888888893</c:v>
                </c:pt>
                <c:pt idx="35189">
                  <c:v>45670.397222222222</c:v>
                </c:pt>
                <c:pt idx="35190">
                  <c:v>45742.777777777781</c:v>
                </c:pt>
                <c:pt idx="35191">
                  <c:v>45714.737500000003</c:v>
                </c:pt>
                <c:pt idx="35192">
                  <c:v>45368.894444444442</c:v>
                </c:pt>
                <c:pt idx="35193">
                  <c:v>45468.95</c:v>
                </c:pt>
                <c:pt idx="35194">
                  <c:v>45800.927083333343</c:v>
                </c:pt>
                <c:pt idx="35195">
                  <c:v>45649.866666666669</c:v>
                </c:pt>
                <c:pt idx="35196">
                  <c:v>45296.87777777778</c:v>
                </c:pt>
                <c:pt idx="35197">
                  <c:v>45713.929166666669</c:v>
                </c:pt>
                <c:pt idx="35198">
                  <c:v>45567.875</c:v>
                </c:pt>
                <c:pt idx="35199">
                  <c:v>45954.859027777777</c:v>
                </c:pt>
                <c:pt idx="35200">
                  <c:v>45884.847916666673</c:v>
                </c:pt>
                <c:pt idx="35201">
                  <c:v>45984.811111111107</c:v>
                </c:pt>
                <c:pt idx="35202">
                  <c:v>45743.4</c:v>
                </c:pt>
                <c:pt idx="35203">
                  <c:v>45818.611111111109</c:v>
                </c:pt>
                <c:pt idx="35204">
                  <c:v>45620.714583333327</c:v>
                </c:pt>
                <c:pt idx="35205">
                  <c:v>45432.684027777781</c:v>
                </c:pt>
                <c:pt idx="35206">
                  <c:v>45950.296527777777</c:v>
                </c:pt>
                <c:pt idx="35207">
                  <c:v>45427.884722222218</c:v>
                </c:pt>
                <c:pt idx="35208">
                  <c:v>45881.815972222219</c:v>
                </c:pt>
                <c:pt idx="35209">
                  <c:v>45700.771527777782</c:v>
                </c:pt>
                <c:pt idx="35210">
                  <c:v>45375.726388888892</c:v>
                </c:pt>
                <c:pt idx="35211">
                  <c:v>45563.408333333333</c:v>
                </c:pt>
                <c:pt idx="35212">
                  <c:v>45293.633333333331</c:v>
                </c:pt>
                <c:pt idx="35213">
                  <c:v>46016.342361111107</c:v>
                </c:pt>
                <c:pt idx="35214">
                  <c:v>45761.573611111111</c:v>
                </c:pt>
                <c:pt idx="35215">
                  <c:v>45622.868055555547</c:v>
                </c:pt>
                <c:pt idx="35216">
                  <c:v>45825.808333333327</c:v>
                </c:pt>
                <c:pt idx="35217">
                  <c:v>45493.77847222222</c:v>
                </c:pt>
                <c:pt idx="35218">
                  <c:v>45766.46875</c:v>
                </c:pt>
                <c:pt idx="35219">
                  <c:v>45761.984027777777</c:v>
                </c:pt>
                <c:pt idx="35220">
                  <c:v>45770.679166666669</c:v>
                </c:pt>
                <c:pt idx="35221">
                  <c:v>45883.77847222222</c:v>
                </c:pt>
                <c:pt idx="35222">
                  <c:v>45945.851388888892</c:v>
                </c:pt>
                <c:pt idx="35223">
                  <c:v>45928.53125</c:v>
                </c:pt>
                <c:pt idx="35224">
                  <c:v>45928.53125</c:v>
                </c:pt>
                <c:pt idx="35225">
                  <c:v>45834.143055555563</c:v>
                </c:pt>
                <c:pt idx="35226">
                  <c:v>45834.143055555563</c:v>
                </c:pt>
                <c:pt idx="35227">
                  <c:v>45476.835416666669</c:v>
                </c:pt>
                <c:pt idx="35228">
                  <c:v>45945.288888888892</c:v>
                </c:pt>
                <c:pt idx="35229">
                  <c:v>46019.375</c:v>
                </c:pt>
                <c:pt idx="35230">
                  <c:v>45681.911805555559</c:v>
                </c:pt>
                <c:pt idx="35231">
                  <c:v>45975.305555555547</c:v>
                </c:pt>
                <c:pt idx="35232">
                  <c:v>45596.460416666669</c:v>
                </c:pt>
                <c:pt idx="35233">
                  <c:v>45764.697222222218</c:v>
                </c:pt>
                <c:pt idx="35234">
                  <c:v>45809.893055555563</c:v>
                </c:pt>
                <c:pt idx="35235">
                  <c:v>45514.866666666669</c:v>
                </c:pt>
                <c:pt idx="35236">
                  <c:v>45905.305555555547</c:v>
                </c:pt>
                <c:pt idx="35237">
                  <c:v>45643.817361111112</c:v>
                </c:pt>
                <c:pt idx="35238">
                  <c:v>45386.580555555563</c:v>
                </c:pt>
                <c:pt idx="35239">
                  <c:v>45307.270138888889</c:v>
                </c:pt>
                <c:pt idx="35240">
                  <c:v>45852.449305555558</c:v>
                </c:pt>
                <c:pt idx="35241">
                  <c:v>45682.362500000003</c:v>
                </c:pt>
                <c:pt idx="35242">
                  <c:v>45722.319444444453</c:v>
                </c:pt>
                <c:pt idx="35243">
                  <c:v>45980.643055555563</c:v>
                </c:pt>
                <c:pt idx="35244">
                  <c:v>45765.352777777778</c:v>
                </c:pt>
                <c:pt idx="35245">
                  <c:v>45780.8125</c:v>
                </c:pt>
                <c:pt idx="35246">
                  <c:v>45734.745833333327</c:v>
                </c:pt>
                <c:pt idx="35247">
                  <c:v>45653.668055555558</c:v>
                </c:pt>
                <c:pt idx="35248">
                  <c:v>45624.656944444447</c:v>
                </c:pt>
                <c:pt idx="35249">
                  <c:v>45937.743750000001</c:v>
                </c:pt>
                <c:pt idx="35250">
                  <c:v>45795.78402777778</c:v>
                </c:pt>
                <c:pt idx="35251">
                  <c:v>45793.727083333331</c:v>
                </c:pt>
                <c:pt idx="35252">
                  <c:v>45852.811805555553</c:v>
                </c:pt>
                <c:pt idx="35253">
                  <c:v>45891.624305555553</c:v>
                </c:pt>
                <c:pt idx="35254">
                  <c:v>45738.563194444447</c:v>
                </c:pt>
                <c:pt idx="35255">
                  <c:v>45789.448611111111</c:v>
                </c:pt>
                <c:pt idx="35256">
                  <c:v>45763.541666666657</c:v>
                </c:pt>
                <c:pt idx="35257">
                  <c:v>45331.642361111109</c:v>
                </c:pt>
                <c:pt idx="35258">
                  <c:v>45839.55972222222</c:v>
                </c:pt>
                <c:pt idx="35259">
                  <c:v>45308.46597222222</c:v>
                </c:pt>
                <c:pt idx="35260">
                  <c:v>45399.480555555558</c:v>
                </c:pt>
                <c:pt idx="35261">
                  <c:v>45526.617361111108</c:v>
                </c:pt>
                <c:pt idx="35262">
                  <c:v>45949.655555555553</c:v>
                </c:pt>
                <c:pt idx="35263">
                  <c:v>45562.569444444453</c:v>
                </c:pt>
                <c:pt idx="35264">
                  <c:v>45977.54583333333</c:v>
                </c:pt>
                <c:pt idx="35265">
                  <c:v>45364.604861111111</c:v>
                </c:pt>
                <c:pt idx="35266">
                  <c:v>45593.558333333327</c:v>
                </c:pt>
                <c:pt idx="35267">
                  <c:v>45480.802777777782</c:v>
                </c:pt>
                <c:pt idx="35268">
                  <c:v>45433.145138888889</c:v>
                </c:pt>
                <c:pt idx="35269">
                  <c:v>45540.40625</c:v>
                </c:pt>
                <c:pt idx="35270">
                  <c:v>45931.42291666667</c:v>
                </c:pt>
                <c:pt idx="35271">
                  <c:v>45768.538888888892</c:v>
                </c:pt>
                <c:pt idx="35272">
                  <c:v>45684.7</c:v>
                </c:pt>
                <c:pt idx="35273">
                  <c:v>45616.411111111112</c:v>
                </c:pt>
                <c:pt idx="35274">
                  <c:v>45609.602777777778</c:v>
                </c:pt>
                <c:pt idx="35275">
                  <c:v>45595.793749999997</c:v>
                </c:pt>
                <c:pt idx="35276">
                  <c:v>45656.800000000003</c:v>
                </c:pt>
                <c:pt idx="35277">
                  <c:v>45919.066666666673</c:v>
                </c:pt>
                <c:pt idx="35278">
                  <c:v>45656.800000000003</c:v>
                </c:pt>
                <c:pt idx="35279">
                  <c:v>45919.066666666673</c:v>
                </c:pt>
                <c:pt idx="35280">
                  <c:v>45595.793749999997</c:v>
                </c:pt>
                <c:pt idx="35281">
                  <c:v>45801.492361111108</c:v>
                </c:pt>
                <c:pt idx="35282">
                  <c:v>45770.588194444441</c:v>
                </c:pt>
                <c:pt idx="35283">
                  <c:v>45441.495833333327</c:v>
                </c:pt>
                <c:pt idx="35284">
                  <c:v>45657.067361111112</c:v>
                </c:pt>
                <c:pt idx="35285">
                  <c:v>45471.737500000003</c:v>
                </c:pt>
                <c:pt idx="35286">
                  <c:v>45538.071527777778</c:v>
                </c:pt>
                <c:pt idx="35287">
                  <c:v>45421.598611111112</c:v>
                </c:pt>
                <c:pt idx="35288">
                  <c:v>45565.976388888892</c:v>
                </c:pt>
                <c:pt idx="35289">
                  <c:v>45292.786111111112</c:v>
                </c:pt>
                <c:pt idx="35290">
                  <c:v>45628.767361111109</c:v>
                </c:pt>
                <c:pt idx="35291">
                  <c:v>45594.711111111108</c:v>
                </c:pt>
                <c:pt idx="35292">
                  <c:v>45380.745833333327</c:v>
                </c:pt>
                <c:pt idx="35293">
                  <c:v>46005.684027777781</c:v>
                </c:pt>
                <c:pt idx="35294">
                  <c:v>45813.34652777778</c:v>
                </c:pt>
                <c:pt idx="35295">
                  <c:v>45837.548611111109</c:v>
                </c:pt>
                <c:pt idx="35296">
                  <c:v>45687.71875</c:v>
                </c:pt>
                <c:pt idx="35297">
                  <c:v>45678.756944444453</c:v>
                </c:pt>
                <c:pt idx="35298">
                  <c:v>45658.341666666667</c:v>
                </c:pt>
                <c:pt idx="35299">
                  <c:v>45616.843055555553</c:v>
                </c:pt>
                <c:pt idx="35300">
                  <c:v>45977.938194444447</c:v>
                </c:pt>
                <c:pt idx="35301">
                  <c:v>45326.007638888892</c:v>
                </c:pt>
                <c:pt idx="35302">
                  <c:v>45494.708333333343</c:v>
                </c:pt>
                <c:pt idx="35303">
                  <c:v>45595.877083333333</c:v>
                </c:pt>
                <c:pt idx="35304">
                  <c:v>45956.476388888892</c:v>
                </c:pt>
                <c:pt idx="35305">
                  <c:v>45960.473611111112</c:v>
                </c:pt>
                <c:pt idx="35306">
                  <c:v>45869.796527777777</c:v>
                </c:pt>
                <c:pt idx="35307">
                  <c:v>45707.459027777782</c:v>
                </c:pt>
                <c:pt idx="35308">
                  <c:v>45619.540277777778</c:v>
                </c:pt>
                <c:pt idx="35309">
                  <c:v>45538.796527777777</c:v>
                </c:pt>
                <c:pt idx="35310">
                  <c:v>45540.424305555563</c:v>
                </c:pt>
                <c:pt idx="35311">
                  <c:v>45733.033333333333</c:v>
                </c:pt>
                <c:pt idx="35312">
                  <c:v>45831.001388888893</c:v>
                </c:pt>
                <c:pt idx="35313">
                  <c:v>45827.759722222218</c:v>
                </c:pt>
                <c:pt idx="35314">
                  <c:v>45951.313194444447</c:v>
                </c:pt>
                <c:pt idx="35315">
                  <c:v>45735.534722222219</c:v>
                </c:pt>
                <c:pt idx="35316">
                  <c:v>45679.927083333343</c:v>
                </c:pt>
                <c:pt idx="35317">
                  <c:v>46000.59375</c:v>
                </c:pt>
                <c:pt idx="35318">
                  <c:v>45772.493055555547</c:v>
                </c:pt>
                <c:pt idx="35319">
                  <c:v>45339.695833333331</c:v>
                </c:pt>
                <c:pt idx="35320">
                  <c:v>45806.801388888889</c:v>
                </c:pt>
                <c:pt idx="35321">
                  <c:v>45694.003472222219</c:v>
                </c:pt>
                <c:pt idx="35322">
                  <c:v>45895.849305555559</c:v>
                </c:pt>
                <c:pt idx="35323">
                  <c:v>45943.904166666667</c:v>
                </c:pt>
                <c:pt idx="35324">
                  <c:v>45855.592361111107</c:v>
                </c:pt>
                <c:pt idx="35325">
                  <c:v>45761.40625</c:v>
                </c:pt>
                <c:pt idx="35326">
                  <c:v>45619.765972222223</c:v>
                </c:pt>
                <c:pt idx="35327">
                  <c:v>45965.443055555559</c:v>
                </c:pt>
                <c:pt idx="35328">
                  <c:v>45701.524305555547</c:v>
                </c:pt>
                <c:pt idx="35329">
                  <c:v>45964.54583333333</c:v>
                </c:pt>
                <c:pt idx="35330">
                  <c:v>45907.730555555558</c:v>
                </c:pt>
                <c:pt idx="35331">
                  <c:v>45838.580555555563</c:v>
                </c:pt>
                <c:pt idx="35332">
                  <c:v>45778.542361111111</c:v>
                </c:pt>
                <c:pt idx="35333">
                  <c:v>45847.286111111112</c:v>
                </c:pt>
                <c:pt idx="35334">
                  <c:v>45327.526388888888</c:v>
                </c:pt>
                <c:pt idx="35335">
                  <c:v>45466.431250000001</c:v>
                </c:pt>
                <c:pt idx="35336">
                  <c:v>45432.717361111107</c:v>
                </c:pt>
                <c:pt idx="35337">
                  <c:v>45786.474999999999</c:v>
                </c:pt>
                <c:pt idx="35338">
                  <c:v>45745.013194444437</c:v>
                </c:pt>
                <c:pt idx="35339">
                  <c:v>45682.841666666667</c:v>
                </c:pt>
                <c:pt idx="35340">
                  <c:v>45742.923611111109</c:v>
                </c:pt>
                <c:pt idx="35341">
                  <c:v>45409.54791666667</c:v>
                </c:pt>
                <c:pt idx="35342">
                  <c:v>45783.986111111109</c:v>
                </c:pt>
                <c:pt idx="35343">
                  <c:v>45650.677777777782</c:v>
                </c:pt>
                <c:pt idx="35344">
                  <c:v>45701.101388888892</c:v>
                </c:pt>
                <c:pt idx="35345">
                  <c:v>45881.775000000001</c:v>
                </c:pt>
                <c:pt idx="35346">
                  <c:v>45713.439583333333</c:v>
                </c:pt>
                <c:pt idx="35347">
                  <c:v>45911.396527777782</c:v>
                </c:pt>
                <c:pt idx="35348">
                  <c:v>45812.558333333327</c:v>
                </c:pt>
                <c:pt idx="35349">
                  <c:v>45518.408333333333</c:v>
                </c:pt>
                <c:pt idx="35350">
                  <c:v>45412.576388888891</c:v>
                </c:pt>
                <c:pt idx="35351">
                  <c:v>45518.409722222219</c:v>
                </c:pt>
                <c:pt idx="35352">
                  <c:v>45992.45</c:v>
                </c:pt>
                <c:pt idx="35353">
                  <c:v>45628.339583333327</c:v>
                </c:pt>
                <c:pt idx="35354">
                  <c:v>45618.804861111108</c:v>
                </c:pt>
                <c:pt idx="35355">
                  <c:v>45896.054861111108</c:v>
                </c:pt>
                <c:pt idx="35356">
                  <c:v>45568.929166666669</c:v>
                </c:pt>
                <c:pt idx="35357">
                  <c:v>45974.849305555559</c:v>
                </c:pt>
                <c:pt idx="35358">
                  <c:v>45730.847916666673</c:v>
                </c:pt>
                <c:pt idx="35359">
                  <c:v>45933.015277777777</c:v>
                </c:pt>
                <c:pt idx="35360">
                  <c:v>45830.573611111111</c:v>
                </c:pt>
                <c:pt idx="35361">
                  <c:v>45325.511805555558</c:v>
                </c:pt>
                <c:pt idx="35362">
                  <c:v>45633.503472222219</c:v>
                </c:pt>
                <c:pt idx="35363">
                  <c:v>45508.552777777782</c:v>
                </c:pt>
                <c:pt idx="35364">
                  <c:v>45779.859722222223</c:v>
                </c:pt>
                <c:pt idx="35365">
                  <c:v>45413.643750000003</c:v>
                </c:pt>
                <c:pt idx="35366">
                  <c:v>45303.399305555547</c:v>
                </c:pt>
                <c:pt idx="35367">
                  <c:v>45562.745138888888</c:v>
                </c:pt>
                <c:pt idx="35368">
                  <c:v>45397.508333333331</c:v>
                </c:pt>
                <c:pt idx="35369">
                  <c:v>45700.386111111111</c:v>
                </c:pt>
                <c:pt idx="35370">
                  <c:v>45639.180555555547</c:v>
                </c:pt>
                <c:pt idx="35371">
                  <c:v>45776.04791666667</c:v>
                </c:pt>
                <c:pt idx="35372">
                  <c:v>45969.9</c:v>
                </c:pt>
                <c:pt idx="35373">
                  <c:v>45754.604166666657</c:v>
                </c:pt>
                <c:pt idx="35374">
                  <c:v>45661.396527777782</c:v>
                </c:pt>
                <c:pt idx="35375">
                  <c:v>45327.65347222222</c:v>
                </c:pt>
                <c:pt idx="35376">
                  <c:v>45730.801388888889</c:v>
                </c:pt>
                <c:pt idx="35377">
                  <c:v>45759.880555555559</c:v>
                </c:pt>
                <c:pt idx="35378">
                  <c:v>45818.560416666667</c:v>
                </c:pt>
                <c:pt idx="35379">
                  <c:v>45924.72152777778</c:v>
                </c:pt>
                <c:pt idx="35380">
                  <c:v>45637.868055555547</c:v>
                </c:pt>
                <c:pt idx="35381">
                  <c:v>45818.531944444447</c:v>
                </c:pt>
                <c:pt idx="35382">
                  <c:v>45752.793055555558</c:v>
                </c:pt>
                <c:pt idx="35383">
                  <c:v>45899.585416666669</c:v>
                </c:pt>
                <c:pt idx="35384">
                  <c:v>45863.57916666667</c:v>
                </c:pt>
                <c:pt idx="35385">
                  <c:v>45862.613194444442</c:v>
                </c:pt>
                <c:pt idx="35386">
                  <c:v>45676.894444444442</c:v>
                </c:pt>
                <c:pt idx="35387">
                  <c:v>46007.783333333333</c:v>
                </c:pt>
                <c:pt idx="35388">
                  <c:v>45421.465277777781</c:v>
                </c:pt>
                <c:pt idx="35389">
                  <c:v>45965.328472222223</c:v>
                </c:pt>
                <c:pt idx="35390">
                  <c:v>45699.59375</c:v>
                </c:pt>
                <c:pt idx="35391">
                  <c:v>45612.588888888888</c:v>
                </c:pt>
                <c:pt idx="35392">
                  <c:v>45463.570138888892</c:v>
                </c:pt>
                <c:pt idx="35393">
                  <c:v>45825.644444444442</c:v>
                </c:pt>
                <c:pt idx="35394">
                  <c:v>45913.868055555547</c:v>
                </c:pt>
                <c:pt idx="35395">
                  <c:v>45777.832638888889</c:v>
                </c:pt>
                <c:pt idx="35396">
                  <c:v>45618.598611111112</c:v>
                </c:pt>
                <c:pt idx="35397">
                  <c:v>45986.023611111108</c:v>
                </c:pt>
                <c:pt idx="35398">
                  <c:v>45931.787499999999</c:v>
                </c:pt>
                <c:pt idx="35399">
                  <c:v>45931.787499999999</c:v>
                </c:pt>
                <c:pt idx="35400">
                  <c:v>45856.181944444441</c:v>
                </c:pt>
                <c:pt idx="35401">
                  <c:v>45856.181944444441</c:v>
                </c:pt>
                <c:pt idx="35402">
                  <c:v>45826.757638888892</c:v>
                </c:pt>
                <c:pt idx="35403">
                  <c:v>45595.856944444437</c:v>
                </c:pt>
                <c:pt idx="35404">
                  <c:v>45406.011111111111</c:v>
                </c:pt>
                <c:pt idx="35405">
                  <c:v>45325.177083333343</c:v>
                </c:pt>
                <c:pt idx="35406">
                  <c:v>45503.941666666673</c:v>
                </c:pt>
                <c:pt idx="35407">
                  <c:v>45517.198611111111</c:v>
                </c:pt>
                <c:pt idx="35408">
                  <c:v>45429.974999999999</c:v>
                </c:pt>
                <c:pt idx="35409">
                  <c:v>45450.440972222219</c:v>
                </c:pt>
                <c:pt idx="35410">
                  <c:v>45436.929861111108</c:v>
                </c:pt>
                <c:pt idx="35411">
                  <c:v>45297.053472222222</c:v>
                </c:pt>
                <c:pt idx="35412">
                  <c:v>45397.390277777777</c:v>
                </c:pt>
                <c:pt idx="35413">
                  <c:v>45494.002083333333</c:v>
                </c:pt>
                <c:pt idx="35414">
                  <c:v>45371.382638888892</c:v>
                </c:pt>
                <c:pt idx="35415">
                  <c:v>45423.996527777781</c:v>
                </c:pt>
                <c:pt idx="35416">
                  <c:v>45316.102083333331</c:v>
                </c:pt>
                <c:pt idx="35417">
                  <c:v>45595.341666666667</c:v>
                </c:pt>
                <c:pt idx="35418">
                  <c:v>45628.304166666669</c:v>
                </c:pt>
                <c:pt idx="35419">
                  <c:v>45978.569444444453</c:v>
                </c:pt>
                <c:pt idx="35420">
                  <c:v>45944.381944444453</c:v>
                </c:pt>
                <c:pt idx="35421">
                  <c:v>45965.913194444453</c:v>
                </c:pt>
                <c:pt idx="35422">
                  <c:v>45915.679861111108</c:v>
                </c:pt>
                <c:pt idx="35423">
                  <c:v>45831.673611111109</c:v>
                </c:pt>
                <c:pt idx="35424">
                  <c:v>45621.552083333343</c:v>
                </c:pt>
                <c:pt idx="35425">
                  <c:v>45725.701388888891</c:v>
                </c:pt>
                <c:pt idx="35426">
                  <c:v>45513.515972222223</c:v>
                </c:pt>
                <c:pt idx="35427">
                  <c:v>45568.004861111112</c:v>
                </c:pt>
                <c:pt idx="35428">
                  <c:v>45777.490277777782</c:v>
                </c:pt>
                <c:pt idx="35429">
                  <c:v>45672.55972222222</c:v>
                </c:pt>
                <c:pt idx="35430">
                  <c:v>45299.703472222223</c:v>
                </c:pt>
                <c:pt idx="35431">
                  <c:v>45460.604861111111</c:v>
                </c:pt>
                <c:pt idx="35432">
                  <c:v>45358.265277777777</c:v>
                </c:pt>
                <c:pt idx="35433">
                  <c:v>45410.958333333343</c:v>
                </c:pt>
                <c:pt idx="35434">
                  <c:v>45883.413194444453</c:v>
                </c:pt>
                <c:pt idx="35435">
                  <c:v>45933.48333333333</c:v>
                </c:pt>
                <c:pt idx="35436">
                  <c:v>45679.438194444447</c:v>
                </c:pt>
                <c:pt idx="35437">
                  <c:v>46008.62777777778</c:v>
                </c:pt>
                <c:pt idx="35438">
                  <c:v>45606.722222222219</c:v>
                </c:pt>
                <c:pt idx="35439">
                  <c:v>45933.523611111108</c:v>
                </c:pt>
                <c:pt idx="35440">
                  <c:v>45911.968055555553</c:v>
                </c:pt>
                <c:pt idx="35441">
                  <c:v>45594.686111111107</c:v>
                </c:pt>
                <c:pt idx="35442">
                  <c:v>45744.458333333343</c:v>
                </c:pt>
                <c:pt idx="35443">
                  <c:v>45314.76458333333</c:v>
                </c:pt>
                <c:pt idx="35444">
                  <c:v>45481.552777777782</c:v>
                </c:pt>
                <c:pt idx="35445">
                  <c:v>45838.601388888892</c:v>
                </c:pt>
                <c:pt idx="35446">
                  <c:v>45376.533333333333</c:v>
                </c:pt>
                <c:pt idx="35447">
                  <c:v>45918.953472222223</c:v>
                </c:pt>
                <c:pt idx="35448">
                  <c:v>45870.670138888891</c:v>
                </c:pt>
                <c:pt idx="35449">
                  <c:v>45675.158333333333</c:v>
                </c:pt>
                <c:pt idx="35450">
                  <c:v>45652.645138888889</c:v>
                </c:pt>
                <c:pt idx="35451">
                  <c:v>45614.47152777778</c:v>
                </c:pt>
                <c:pt idx="35452">
                  <c:v>45698.838194444441</c:v>
                </c:pt>
                <c:pt idx="35453">
                  <c:v>45695.068055555559</c:v>
                </c:pt>
                <c:pt idx="35454">
                  <c:v>45525.416666666657</c:v>
                </c:pt>
                <c:pt idx="35455">
                  <c:v>45712.633333333331</c:v>
                </c:pt>
                <c:pt idx="35456">
                  <c:v>45973.304166666669</c:v>
                </c:pt>
                <c:pt idx="35457">
                  <c:v>45439.550694444442</c:v>
                </c:pt>
                <c:pt idx="35458">
                  <c:v>45645.342361111107</c:v>
                </c:pt>
                <c:pt idx="35459">
                  <c:v>45929.661111111112</c:v>
                </c:pt>
                <c:pt idx="35460">
                  <c:v>46002.556250000001</c:v>
                </c:pt>
                <c:pt idx="35461">
                  <c:v>45782.445833333331</c:v>
                </c:pt>
                <c:pt idx="35462">
                  <c:v>45890.754166666673</c:v>
                </c:pt>
                <c:pt idx="35463">
                  <c:v>45587.379861111112</c:v>
                </c:pt>
                <c:pt idx="35464">
                  <c:v>45794.638194444437</c:v>
                </c:pt>
                <c:pt idx="35465">
                  <c:v>45772.520833333343</c:v>
                </c:pt>
                <c:pt idx="35466">
                  <c:v>45772.138194444437</c:v>
                </c:pt>
                <c:pt idx="35467">
                  <c:v>45772.413888888892</c:v>
                </c:pt>
                <c:pt idx="35468">
                  <c:v>45772.130555555559</c:v>
                </c:pt>
                <c:pt idx="35469">
                  <c:v>45761.921527777777</c:v>
                </c:pt>
                <c:pt idx="35470">
                  <c:v>45822.79791666667</c:v>
                </c:pt>
                <c:pt idx="35471">
                  <c:v>45915.345833333333</c:v>
                </c:pt>
                <c:pt idx="35472">
                  <c:v>45715.453472222223</c:v>
                </c:pt>
                <c:pt idx="35473">
                  <c:v>45447.810416666667</c:v>
                </c:pt>
                <c:pt idx="35474">
                  <c:v>45763.620138888888</c:v>
                </c:pt>
                <c:pt idx="35475">
                  <c:v>45943.645833333343</c:v>
                </c:pt>
                <c:pt idx="35476">
                  <c:v>46005.376388888893</c:v>
                </c:pt>
                <c:pt idx="35477">
                  <c:v>46005.376388888893</c:v>
                </c:pt>
                <c:pt idx="35478">
                  <c:v>45715.453472222223</c:v>
                </c:pt>
                <c:pt idx="35479">
                  <c:v>45867.722222222219</c:v>
                </c:pt>
                <c:pt idx="35480">
                  <c:v>45915.345833333333</c:v>
                </c:pt>
                <c:pt idx="35481">
                  <c:v>45936.419444444437</c:v>
                </c:pt>
                <c:pt idx="35482">
                  <c:v>45447.810416666667</c:v>
                </c:pt>
                <c:pt idx="35483">
                  <c:v>45846.048611111109</c:v>
                </c:pt>
                <c:pt idx="35484">
                  <c:v>45826.57916666667</c:v>
                </c:pt>
                <c:pt idx="35485">
                  <c:v>45810.372916666667</c:v>
                </c:pt>
                <c:pt idx="35486">
                  <c:v>45810.372916666667</c:v>
                </c:pt>
                <c:pt idx="35487">
                  <c:v>45867.722222222219</c:v>
                </c:pt>
                <c:pt idx="35488">
                  <c:v>45985.363194444442</c:v>
                </c:pt>
                <c:pt idx="35489">
                  <c:v>45846.048611111109</c:v>
                </c:pt>
                <c:pt idx="35490">
                  <c:v>45826.57916666667</c:v>
                </c:pt>
                <c:pt idx="35491">
                  <c:v>45496.762499999997</c:v>
                </c:pt>
                <c:pt idx="35492">
                  <c:v>45985.363194444442</c:v>
                </c:pt>
                <c:pt idx="35493">
                  <c:v>45943.645833333343</c:v>
                </c:pt>
                <c:pt idx="35494">
                  <c:v>45958.395833333343</c:v>
                </c:pt>
                <c:pt idx="35495">
                  <c:v>45496.762499999997</c:v>
                </c:pt>
                <c:pt idx="35496">
                  <c:v>45345.498611111107</c:v>
                </c:pt>
                <c:pt idx="35497">
                  <c:v>45406.37222222222</c:v>
                </c:pt>
                <c:pt idx="35498">
                  <c:v>45406.37222222222</c:v>
                </c:pt>
                <c:pt idx="35499">
                  <c:v>45958.395833333343</c:v>
                </c:pt>
                <c:pt idx="35500">
                  <c:v>45964.621527777781</c:v>
                </c:pt>
                <c:pt idx="35501">
                  <c:v>45345.498611111107</c:v>
                </c:pt>
                <c:pt idx="35502">
                  <c:v>45763.620138888888</c:v>
                </c:pt>
                <c:pt idx="35503">
                  <c:v>45964.621527777781</c:v>
                </c:pt>
                <c:pt idx="35504">
                  <c:v>45986.020833333343</c:v>
                </c:pt>
                <c:pt idx="35505">
                  <c:v>45986.020833333343</c:v>
                </c:pt>
                <c:pt idx="35506">
                  <c:v>45895.406944444447</c:v>
                </c:pt>
                <c:pt idx="35507">
                  <c:v>45895.406944444447</c:v>
                </c:pt>
                <c:pt idx="35508">
                  <c:v>45936.419444444437</c:v>
                </c:pt>
                <c:pt idx="35509">
                  <c:v>45835.659722222219</c:v>
                </c:pt>
                <c:pt idx="35510">
                  <c:v>45830.259027777778</c:v>
                </c:pt>
                <c:pt idx="35511">
                  <c:v>45795.126388888893</c:v>
                </c:pt>
                <c:pt idx="35512">
                  <c:v>45782.883333333331</c:v>
                </c:pt>
                <c:pt idx="35513">
                  <c:v>45755.857638888891</c:v>
                </c:pt>
                <c:pt idx="35514">
                  <c:v>45754.54791666667</c:v>
                </c:pt>
                <c:pt idx="35515">
                  <c:v>45683.025694444441</c:v>
                </c:pt>
                <c:pt idx="35516">
                  <c:v>45622.910416666673</c:v>
                </c:pt>
                <c:pt idx="35517">
                  <c:v>45626.427083333343</c:v>
                </c:pt>
                <c:pt idx="35518">
                  <c:v>45638.484722222223</c:v>
                </c:pt>
                <c:pt idx="35519">
                  <c:v>45344.288888888892</c:v>
                </c:pt>
                <c:pt idx="35520">
                  <c:v>46000.5</c:v>
                </c:pt>
                <c:pt idx="35521">
                  <c:v>45473.571527777778</c:v>
                </c:pt>
                <c:pt idx="35522">
                  <c:v>45492.620138888888</c:v>
                </c:pt>
                <c:pt idx="35523">
                  <c:v>45852.748611111107</c:v>
                </c:pt>
                <c:pt idx="35524">
                  <c:v>45937.921527777777</c:v>
                </c:pt>
                <c:pt idx="35525">
                  <c:v>45771.935416666667</c:v>
                </c:pt>
                <c:pt idx="35526">
                  <c:v>45723.824305555558</c:v>
                </c:pt>
                <c:pt idx="35527">
                  <c:v>45643.677777777782</c:v>
                </c:pt>
                <c:pt idx="35528">
                  <c:v>45601.349305555559</c:v>
                </c:pt>
                <c:pt idx="35529">
                  <c:v>45893.612500000003</c:v>
                </c:pt>
                <c:pt idx="35530">
                  <c:v>45809.835416666669</c:v>
                </c:pt>
                <c:pt idx="35531">
                  <c:v>45433.472916666673</c:v>
                </c:pt>
                <c:pt idx="35532">
                  <c:v>45292.990277777782</c:v>
                </c:pt>
                <c:pt idx="35533">
                  <c:v>45689.280555555553</c:v>
                </c:pt>
                <c:pt idx="35534">
                  <c:v>45388.848611111112</c:v>
                </c:pt>
                <c:pt idx="35535">
                  <c:v>45732.595833333333</c:v>
                </c:pt>
                <c:pt idx="35536">
                  <c:v>45955.705555555563</c:v>
                </c:pt>
                <c:pt idx="35537">
                  <c:v>46006.617361111108</c:v>
                </c:pt>
                <c:pt idx="35538">
                  <c:v>45638.693055555559</c:v>
                </c:pt>
                <c:pt idx="35539">
                  <c:v>45884.680555555547</c:v>
                </c:pt>
                <c:pt idx="35540">
                  <c:v>45716.081944444442</c:v>
                </c:pt>
                <c:pt idx="35541">
                  <c:v>45684.574305555558</c:v>
                </c:pt>
                <c:pt idx="35542">
                  <c:v>45315.537499999999</c:v>
                </c:pt>
                <c:pt idx="35543">
                  <c:v>45387.636805555558</c:v>
                </c:pt>
                <c:pt idx="35544">
                  <c:v>45661.402777777781</c:v>
                </c:pt>
                <c:pt idx="35545">
                  <c:v>45970.686805555553</c:v>
                </c:pt>
                <c:pt idx="35546">
                  <c:v>45501.425000000003</c:v>
                </c:pt>
                <c:pt idx="35547">
                  <c:v>45767.398611111108</c:v>
                </c:pt>
                <c:pt idx="35548">
                  <c:v>45880.594444444447</c:v>
                </c:pt>
                <c:pt idx="35549">
                  <c:v>45727.542361111111</c:v>
                </c:pt>
                <c:pt idx="35550">
                  <c:v>45935.43472222222</c:v>
                </c:pt>
                <c:pt idx="35551">
                  <c:v>45670.578472222223</c:v>
                </c:pt>
                <c:pt idx="35552">
                  <c:v>45741.256249999999</c:v>
                </c:pt>
                <c:pt idx="35553">
                  <c:v>45686.515972222223</c:v>
                </c:pt>
                <c:pt idx="35554">
                  <c:v>45704.37777777778</c:v>
                </c:pt>
                <c:pt idx="35555">
                  <c:v>45704.37777777778</c:v>
                </c:pt>
                <c:pt idx="35556">
                  <c:v>45686.515972222223</c:v>
                </c:pt>
                <c:pt idx="35557">
                  <c:v>45741.256249999999</c:v>
                </c:pt>
                <c:pt idx="35558">
                  <c:v>45797.569444444453</c:v>
                </c:pt>
                <c:pt idx="35559">
                  <c:v>45869.45</c:v>
                </c:pt>
                <c:pt idx="35560">
                  <c:v>45904.387499999997</c:v>
                </c:pt>
                <c:pt idx="35561">
                  <c:v>45959.32708333333</c:v>
                </c:pt>
                <c:pt idx="35562">
                  <c:v>45373.740972222222</c:v>
                </c:pt>
                <c:pt idx="35563">
                  <c:v>45448.331944444442</c:v>
                </c:pt>
                <c:pt idx="35564">
                  <c:v>45597.665277777778</c:v>
                </c:pt>
                <c:pt idx="35565">
                  <c:v>45993.39166666667</c:v>
                </c:pt>
                <c:pt idx="35566">
                  <c:v>45350.424305555563</c:v>
                </c:pt>
                <c:pt idx="35567">
                  <c:v>45661.415277777778</c:v>
                </c:pt>
                <c:pt idx="35568">
                  <c:v>45533.799305555563</c:v>
                </c:pt>
                <c:pt idx="35569">
                  <c:v>45746.675694444442</c:v>
                </c:pt>
                <c:pt idx="35570">
                  <c:v>45676.579861111109</c:v>
                </c:pt>
                <c:pt idx="35571">
                  <c:v>45751.642361111109</c:v>
                </c:pt>
                <c:pt idx="35572">
                  <c:v>45827.732638888891</c:v>
                </c:pt>
                <c:pt idx="35573">
                  <c:v>45812.427083333343</c:v>
                </c:pt>
                <c:pt idx="35574">
                  <c:v>45621.93472222222</c:v>
                </c:pt>
                <c:pt idx="35575">
                  <c:v>45753.631249999999</c:v>
                </c:pt>
                <c:pt idx="35576">
                  <c:v>45544.655555555553</c:v>
                </c:pt>
                <c:pt idx="35577">
                  <c:v>45678.523611111108</c:v>
                </c:pt>
                <c:pt idx="35578">
                  <c:v>45497.712500000001</c:v>
                </c:pt>
                <c:pt idx="35579">
                  <c:v>45993.738194444442</c:v>
                </c:pt>
                <c:pt idx="35580">
                  <c:v>45851.65625</c:v>
                </c:pt>
                <c:pt idx="35581">
                  <c:v>45782.868055555547</c:v>
                </c:pt>
                <c:pt idx="35582">
                  <c:v>45617.436805555553</c:v>
                </c:pt>
                <c:pt idx="35583">
                  <c:v>45922.811805555553</c:v>
                </c:pt>
                <c:pt idx="35584">
                  <c:v>45446.984027777777</c:v>
                </c:pt>
                <c:pt idx="35585">
                  <c:v>45735.209027777782</c:v>
                </c:pt>
                <c:pt idx="35586">
                  <c:v>45718.686111111107</c:v>
                </c:pt>
                <c:pt idx="35587">
                  <c:v>45674.499305555553</c:v>
                </c:pt>
                <c:pt idx="35588">
                  <c:v>45681.871527777781</c:v>
                </c:pt>
                <c:pt idx="35589">
                  <c:v>45873.71597222222</c:v>
                </c:pt>
                <c:pt idx="35590">
                  <c:v>45874.387499999997</c:v>
                </c:pt>
                <c:pt idx="35591">
                  <c:v>45873.691666666673</c:v>
                </c:pt>
                <c:pt idx="35592">
                  <c:v>45744.655555555553</c:v>
                </c:pt>
                <c:pt idx="35593">
                  <c:v>45750.686111111107</c:v>
                </c:pt>
                <c:pt idx="35594">
                  <c:v>45810.409722222219</c:v>
                </c:pt>
                <c:pt idx="35595">
                  <c:v>45736.886805555558</c:v>
                </c:pt>
                <c:pt idx="35596">
                  <c:v>45862.040277777778</c:v>
                </c:pt>
                <c:pt idx="35597">
                  <c:v>45862.040277777778</c:v>
                </c:pt>
                <c:pt idx="35598">
                  <c:v>45736.886805555558</c:v>
                </c:pt>
                <c:pt idx="35599">
                  <c:v>45864.542361111111</c:v>
                </c:pt>
                <c:pt idx="35600">
                  <c:v>45922.599305555559</c:v>
                </c:pt>
                <c:pt idx="35601">
                  <c:v>45778.607638888891</c:v>
                </c:pt>
                <c:pt idx="35602">
                  <c:v>45785.07916666667</c:v>
                </c:pt>
                <c:pt idx="35603">
                  <c:v>45405.94027777778</c:v>
                </c:pt>
                <c:pt idx="35604">
                  <c:v>45897.552777777782</c:v>
                </c:pt>
                <c:pt idx="35605">
                  <c:v>45322.527083333327</c:v>
                </c:pt>
                <c:pt idx="35606">
                  <c:v>45897.553472222222</c:v>
                </c:pt>
                <c:pt idx="35607">
                  <c:v>45314.875694444447</c:v>
                </c:pt>
                <c:pt idx="35608">
                  <c:v>45478.852777777778</c:v>
                </c:pt>
                <c:pt idx="35609">
                  <c:v>45326.472916666673</c:v>
                </c:pt>
                <c:pt idx="35610">
                  <c:v>45558.461805555547</c:v>
                </c:pt>
                <c:pt idx="35611">
                  <c:v>45538.267361111109</c:v>
                </c:pt>
                <c:pt idx="35612">
                  <c:v>45382.563194444447</c:v>
                </c:pt>
                <c:pt idx="35613">
                  <c:v>45341.851388888892</c:v>
                </c:pt>
                <c:pt idx="35614">
                  <c:v>45609.293055555558</c:v>
                </c:pt>
                <c:pt idx="35615">
                  <c:v>45428.67083333333</c:v>
                </c:pt>
                <c:pt idx="35616">
                  <c:v>45456.772222222222</c:v>
                </c:pt>
                <c:pt idx="35617">
                  <c:v>45399.415277777778</c:v>
                </c:pt>
                <c:pt idx="35618">
                  <c:v>45508.395138888889</c:v>
                </c:pt>
                <c:pt idx="35619">
                  <c:v>45645.636111111111</c:v>
                </c:pt>
                <c:pt idx="35620">
                  <c:v>45595.333333333343</c:v>
                </c:pt>
                <c:pt idx="35621">
                  <c:v>45417.676388888889</c:v>
                </c:pt>
                <c:pt idx="35622">
                  <c:v>45579.486111111109</c:v>
                </c:pt>
                <c:pt idx="35623">
                  <c:v>45473.547222222223</c:v>
                </c:pt>
                <c:pt idx="35624">
                  <c:v>45367.854861111111</c:v>
                </c:pt>
                <c:pt idx="35625">
                  <c:v>45520.430555555547</c:v>
                </c:pt>
                <c:pt idx="35626">
                  <c:v>45774.222222222219</c:v>
                </c:pt>
                <c:pt idx="35627">
                  <c:v>45946.837500000001</c:v>
                </c:pt>
                <c:pt idx="35628">
                  <c:v>46009.933333333327</c:v>
                </c:pt>
                <c:pt idx="35629">
                  <c:v>45489.384027777778</c:v>
                </c:pt>
                <c:pt idx="35630">
                  <c:v>45873.434027777781</c:v>
                </c:pt>
                <c:pt idx="35631">
                  <c:v>45507.311805555553</c:v>
                </c:pt>
                <c:pt idx="35632">
                  <c:v>45873.434027777781</c:v>
                </c:pt>
                <c:pt idx="35633">
                  <c:v>45722.556250000001</c:v>
                </c:pt>
                <c:pt idx="35634">
                  <c:v>45761.364583333343</c:v>
                </c:pt>
                <c:pt idx="35635">
                  <c:v>45761.364583333343</c:v>
                </c:pt>
                <c:pt idx="35636">
                  <c:v>45507.311805555553</c:v>
                </c:pt>
                <c:pt idx="35637">
                  <c:v>45566.184027777781</c:v>
                </c:pt>
                <c:pt idx="35638">
                  <c:v>45807.459722222222</c:v>
                </c:pt>
                <c:pt idx="35639">
                  <c:v>45566.184027777781</c:v>
                </c:pt>
                <c:pt idx="35640">
                  <c:v>45722.556250000001</c:v>
                </c:pt>
                <c:pt idx="35641">
                  <c:v>45758.268055555563</c:v>
                </c:pt>
                <c:pt idx="35642">
                  <c:v>45489.384027777778</c:v>
                </c:pt>
                <c:pt idx="35643">
                  <c:v>45586.381944444453</c:v>
                </c:pt>
                <c:pt idx="35644">
                  <c:v>45685.438194444447</c:v>
                </c:pt>
                <c:pt idx="35645">
                  <c:v>45609.413194444453</c:v>
                </c:pt>
                <c:pt idx="35646">
                  <c:v>45685.438194444447</c:v>
                </c:pt>
                <c:pt idx="35647">
                  <c:v>45550.442361111112</c:v>
                </c:pt>
                <c:pt idx="35648">
                  <c:v>45903.654166666667</c:v>
                </c:pt>
                <c:pt idx="35649">
                  <c:v>45787.265972222223</c:v>
                </c:pt>
                <c:pt idx="35650">
                  <c:v>45550.442361111112</c:v>
                </c:pt>
                <c:pt idx="35651">
                  <c:v>45550.438888888893</c:v>
                </c:pt>
                <c:pt idx="35652">
                  <c:v>45903.654166666667</c:v>
                </c:pt>
                <c:pt idx="35653">
                  <c:v>45787.265972222223</c:v>
                </c:pt>
                <c:pt idx="35654">
                  <c:v>45734.722916666673</c:v>
                </c:pt>
                <c:pt idx="35655">
                  <c:v>45912.303472222222</c:v>
                </c:pt>
                <c:pt idx="35656">
                  <c:v>45912.303472222222</c:v>
                </c:pt>
                <c:pt idx="35657">
                  <c:v>45469.429861111108</c:v>
                </c:pt>
                <c:pt idx="35658">
                  <c:v>45469.429861111108</c:v>
                </c:pt>
                <c:pt idx="35659">
                  <c:v>45839.713194444441</c:v>
                </c:pt>
                <c:pt idx="35660">
                  <c:v>45839.713194444441</c:v>
                </c:pt>
                <c:pt idx="35661">
                  <c:v>45522.407638888893</c:v>
                </c:pt>
                <c:pt idx="35662">
                  <c:v>45522.407638888893</c:v>
                </c:pt>
                <c:pt idx="35663">
                  <c:v>45807.459722222222</c:v>
                </c:pt>
                <c:pt idx="35664">
                  <c:v>45734.722916666673</c:v>
                </c:pt>
                <c:pt idx="35665">
                  <c:v>45758.268055555563</c:v>
                </c:pt>
                <c:pt idx="35666">
                  <c:v>45550.438888888893</c:v>
                </c:pt>
                <c:pt idx="35667">
                  <c:v>45609.413194444453</c:v>
                </c:pt>
                <c:pt idx="35668">
                  <c:v>45586.381944444453</c:v>
                </c:pt>
                <c:pt idx="35669">
                  <c:v>45908.906944444447</c:v>
                </c:pt>
                <c:pt idx="35670">
                  <c:v>45676.535416666673</c:v>
                </c:pt>
                <c:pt idx="35671">
                  <c:v>45673.99722222222</c:v>
                </c:pt>
                <c:pt idx="35672">
                  <c:v>45930.875</c:v>
                </c:pt>
                <c:pt idx="35673">
                  <c:v>45985.072916666657</c:v>
                </c:pt>
                <c:pt idx="35674">
                  <c:v>45922.24722222222</c:v>
                </c:pt>
                <c:pt idx="35675">
                  <c:v>45776.86041666667</c:v>
                </c:pt>
                <c:pt idx="35676">
                  <c:v>45663.407638888893</c:v>
                </c:pt>
                <c:pt idx="35677">
                  <c:v>45813.53402777778</c:v>
                </c:pt>
                <c:pt idx="35678">
                  <c:v>45660.700694444437</c:v>
                </c:pt>
                <c:pt idx="35679">
                  <c:v>45662.666666666657</c:v>
                </c:pt>
                <c:pt idx="35680">
                  <c:v>45730.717361111107</c:v>
                </c:pt>
                <c:pt idx="35681">
                  <c:v>45323.819444444453</c:v>
                </c:pt>
                <c:pt idx="35682">
                  <c:v>45987.320138888892</c:v>
                </c:pt>
                <c:pt idx="35683">
                  <c:v>45897.741666666669</c:v>
                </c:pt>
                <c:pt idx="35684">
                  <c:v>45609.484027777777</c:v>
                </c:pt>
                <c:pt idx="35685">
                  <c:v>45346.742361111108</c:v>
                </c:pt>
                <c:pt idx="35686">
                  <c:v>45797.371527777781</c:v>
                </c:pt>
                <c:pt idx="35687">
                  <c:v>45685.793749999997</c:v>
                </c:pt>
                <c:pt idx="35688">
                  <c:v>45425.565972222219</c:v>
                </c:pt>
                <c:pt idx="35689">
                  <c:v>45965.998611111107</c:v>
                </c:pt>
                <c:pt idx="35690">
                  <c:v>45966.012499999997</c:v>
                </c:pt>
                <c:pt idx="35691">
                  <c:v>45749.570138888892</c:v>
                </c:pt>
                <c:pt idx="35692">
                  <c:v>45749.570138888892</c:v>
                </c:pt>
                <c:pt idx="35693">
                  <c:v>45878.777777777781</c:v>
                </c:pt>
                <c:pt idx="35694">
                  <c:v>45878.777777777781</c:v>
                </c:pt>
                <c:pt idx="35695">
                  <c:v>45750.571527777778</c:v>
                </c:pt>
                <c:pt idx="35696">
                  <c:v>45436.627083333333</c:v>
                </c:pt>
                <c:pt idx="35697">
                  <c:v>45591.388194444437</c:v>
                </c:pt>
                <c:pt idx="35698">
                  <c:v>45538.515277777777</c:v>
                </c:pt>
                <c:pt idx="35699">
                  <c:v>45834.682638888888</c:v>
                </c:pt>
                <c:pt idx="35700">
                  <c:v>45526.395833333343</c:v>
                </c:pt>
                <c:pt idx="35701">
                  <c:v>45482.395833333343</c:v>
                </c:pt>
                <c:pt idx="35702">
                  <c:v>45835.507638888892</c:v>
                </c:pt>
                <c:pt idx="35703">
                  <c:v>45835.503472222219</c:v>
                </c:pt>
                <c:pt idx="35704">
                  <c:v>45912.479861111111</c:v>
                </c:pt>
                <c:pt idx="35705">
                  <c:v>45391.722916666673</c:v>
                </c:pt>
                <c:pt idx="35706">
                  <c:v>46023.480555555558</c:v>
                </c:pt>
                <c:pt idx="35707">
                  <c:v>46020.785416666673</c:v>
                </c:pt>
                <c:pt idx="35708">
                  <c:v>46015.925000000003</c:v>
                </c:pt>
                <c:pt idx="35709">
                  <c:v>45954.474305555559</c:v>
                </c:pt>
                <c:pt idx="35710">
                  <c:v>45768.705555555563</c:v>
                </c:pt>
                <c:pt idx="35711">
                  <c:v>45902.372916666667</c:v>
                </c:pt>
                <c:pt idx="35712">
                  <c:v>45403.845138888893</c:v>
                </c:pt>
                <c:pt idx="35713">
                  <c:v>45678.306250000001</c:v>
                </c:pt>
                <c:pt idx="35714">
                  <c:v>45808.864583333343</c:v>
                </c:pt>
                <c:pt idx="35715">
                  <c:v>45737.4375</c:v>
                </c:pt>
                <c:pt idx="35716">
                  <c:v>45874.334722222222</c:v>
                </c:pt>
                <c:pt idx="35717">
                  <c:v>45733.379166666673</c:v>
                </c:pt>
                <c:pt idx="35718">
                  <c:v>45542.557638888888</c:v>
                </c:pt>
                <c:pt idx="35719">
                  <c:v>45482.370138888888</c:v>
                </c:pt>
                <c:pt idx="35720">
                  <c:v>45971.677083333343</c:v>
                </c:pt>
                <c:pt idx="35721">
                  <c:v>45606.913888888892</c:v>
                </c:pt>
                <c:pt idx="35722">
                  <c:v>45716.177777777782</c:v>
                </c:pt>
                <c:pt idx="35723">
                  <c:v>45650.792361111111</c:v>
                </c:pt>
                <c:pt idx="35724">
                  <c:v>45623.976388888892</c:v>
                </c:pt>
                <c:pt idx="35725">
                  <c:v>45618.461111111108</c:v>
                </c:pt>
                <c:pt idx="35726">
                  <c:v>46020.511111111111</c:v>
                </c:pt>
                <c:pt idx="35727">
                  <c:v>45990.632638888892</c:v>
                </c:pt>
                <c:pt idx="35728">
                  <c:v>45928.996527777781</c:v>
                </c:pt>
                <c:pt idx="35729">
                  <c:v>45900.479861111111</c:v>
                </c:pt>
                <c:pt idx="35730">
                  <c:v>45752.829861111109</c:v>
                </c:pt>
                <c:pt idx="35731">
                  <c:v>45874.548611111109</c:v>
                </c:pt>
                <c:pt idx="35732">
                  <c:v>45816.59375</c:v>
                </c:pt>
                <c:pt idx="35733">
                  <c:v>45969.772916666669</c:v>
                </c:pt>
                <c:pt idx="35734">
                  <c:v>45771.563194444447</c:v>
                </c:pt>
                <c:pt idx="35735">
                  <c:v>45852.56527777778</c:v>
                </c:pt>
                <c:pt idx="35736">
                  <c:v>45781.554861111108</c:v>
                </c:pt>
                <c:pt idx="35737">
                  <c:v>45741.590277777781</c:v>
                </c:pt>
                <c:pt idx="35738">
                  <c:v>46008.90902777778</c:v>
                </c:pt>
                <c:pt idx="35739">
                  <c:v>45996.005555555559</c:v>
                </c:pt>
                <c:pt idx="35740">
                  <c:v>45952.7</c:v>
                </c:pt>
                <c:pt idx="35741">
                  <c:v>45900.97152777778</c:v>
                </c:pt>
                <c:pt idx="35742">
                  <c:v>45882.481944444437</c:v>
                </c:pt>
                <c:pt idx="35743">
                  <c:v>45867.540277777778</c:v>
                </c:pt>
                <c:pt idx="35744">
                  <c:v>45763.138888888891</c:v>
                </c:pt>
                <c:pt idx="35745">
                  <c:v>45810.343055555553</c:v>
                </c:pt>
                <c:pt idx="35746">
                  <c:v>45804.286111111112</c:v>
                </c:pt>
                <c:pt idx="35747">
                  <c:v>45361.481249999997</c:v>
                </c:pt>
                <c:pt idx="35748">
                  <c:v>45825.877083333333</c:v>
                </c:pt>
                <c:pt idx="35749">
                  <c:v>45415.6</c:v>
                </c:pt>
                <c:pt idx="35750">
                  <c:v>45689.979861111111</c:v>
                </c:pt>
                <c:pt idx="35751">
                  <c:v>45761.962500000001</c:v>
                </c:pt>
                <c:pt idx="35752">
                  <c:v>45750.880555555559</c:v>
                </c:pt>
                <c:pt idx="35753">
                  <c:v>45941.503472222219</c:v>
                </c:pt>
                <c:pt idx="35754">
                  <c:v>45924.638888888891</c:v>
                </c:pt>
                <c:pt idx="35755">
                  <c:v>45477.981944444437</c:v>
                </c:pt>
                <c:pt idx="35756">
                  <c:v>45304.844444444447</c:v>
                </c:pt>
                <c:pt idx="35757">
                  <c:v>45630.609027777777</c:v>
                </c:pt>
                <c:pt idx="35758">
                  <c:v>45539.870833333327</c:v>
                </c:pt>
                <c:pt idx="35759">
                  <c:v>45593.425694444442</c:v>
                </c:pt>
                <c:pt idx="35760">
                  <c:v>45874.923611111109</c:v>
                </c:pt>
                <c:pt idx="35761">
                  <c:v>45757.411805555559</c:v>
                </c:pt>
                <c:pt idx="35762">
                  <c:v>45785.021527777782</c:v>
                </c:pt>
                <c:pt idx="35763">
                  <c:v>45783.433333333327</c:v>
                </c:pt>
                <c:pt idx="35764">
                  <c:v>45758.57916666667</c:v>
                </c:pt>
                <c:pt idx="35765">
                  <c:v>45722.245138888888</c:v>
                </c:pt>
                <c:pt idx="35766">
                  <c:v>45974.513194444437</c:v>
                </c:pt>
                <c:pt idx="35767">
                  <c:v>45912.48333333333</c:v>
                </c:pt>
                <c:pt idx="35768">
                  <c:v>45895.84375</c:v>
                </c:pt>
                <c:pt idx="35769">
                  <c:v>45296.425000000003</c:v>
                </c:pt>
                <c:pt idx="35770">
                  <c:v>45450.852083333331</c:v>
                </c:pt>
                <c:pt idx="35771">
                  <c:v>45967.859027777777</c:v>
                </c:pt>
                <c:pt idx="35772">
                  <c:v>45864.614583333343</c:v>
                </c:pt>
                <c:pt idx="35773">
                  <c:v>45696.844444444447</c:v>
                </c:pt>
                <c:pt idx="35774">
                  <c:v>45563.586805555547</c:v>
                </c:pt>
                <c:pt idx="35775">
                  <c:v>45944.37222222222</c:v>
                </c:pt>
                <c:pt idx="35776">
                  <c:v>45385.807638888888</c:v>
                </c:pt>
                <c:pt idx="35777">
                  <c:v>45658.486805555563</c:v>
                </c:pt>
                <c:pt idx="35778">
                  <c:v>45904.915972222218</c:v>
                </c:pt>
                <c:pt idx="35779">
                  <c:v>45729.932638888888</c:v>
                </c:pt>
                <c:pt idx="35780">
                  <c:v>45552.609722222223</c:v>
                </c:pt>
                <c:pt idx="35781">
                  <c:v>45462.540277777778</c:v>
                </c:pt>
                <c:pt idx="35782">
                  <c:v>45769.413888888892</c:v>
                </c:pt>
                <c:pt idx="35783">
                  <c:v>45769.413888888892</c:v>
                </c:pt>
                <c:pt idx="35784">
                  <c:v>45637.304861111108</c:v>
                </c:pt>
                <c:pt idx="35785">
                  <c:v>45629.015972222223</c:v>
                </c:pt>
                <c:pt idx="35786">
                  <c:v>45567.554861111108</c:v>
                </c:pt>
                <c:pt idx="35787">
                  <c:v>46014.265277777777</c:v>
                </c:pt>
                <c:pt idx="35788">
                  <c:v>45893.773611111108</c:v>
                </c:pt>
                <c:pt idx="35789">
                  <c:v>45912.292361111111</c:v>
                </c:pt>
                <c:pt idx="35790">
                  <c:v>45910.781944444447</c:v>
                </c:pt>
                <c:pt idx="35791">
                  <c:v>45608.906944444447</c:v>
                </c:pt>
                <c:pt idx="35792">
                  <c:v>45734.544444444437</c:v>
                </c:pt>
                <c:pt idx="35793">
                  <c:v>45972.667361111111</c:v>
                </c:pt>
                <c:pt idx="35794">
                  <c:v>45964.493750000001</c:v>
                </c:pt>
                <c:pt idx="35795">
                  <c:v>45963.719444444447</c:v>
                </c:pt>
                <c:pt idx="35796">
                  <c:v>45938.626388888893</c:v>
                </c:pt>
                <c:pt idx="35797">
                  <c:v>45932.861805555563</c:v>
                </c:pt>
                <c:pt idx="35798">
                  <c:v>45599.913194444453</c:v>
                </c:pt>
                <c:pt idx="35799">
                  <c:v>45577.415277777778</c:v>
                </c:pt>
                <c:pt idx="35800">
                  <c:v>45840.287499999999</c:v>
                </c:pt>
                <c:pt idx="35801">
                  <c:v>45957.433333333327</c:v>
                </c:pt>
                <c:pt idx="35802">
                  <c:v>45825.355555555558</c:v>
                </c:pt>
                <c:pt idx="35803">
                  <c:v>45903.316666666673</c:v>
                </c:pt>
                <c:pt idx="35804">
                  <c:v>45937.631944444453</c:v>
                </c:pt>
                <c:pt idx="35805">
                  <c:v>45776.481944444437</c:v>
                </c:pt>
                <c:pt idx="35806">
                  <c:v>45637.624305555553</c:v>
                </c:pt>
                <c:pt idx="35807">
                  <c:v>45973.427083333343</c:v>
                </c:pt>
                <c:pt idx="35808">
                  <c:v>45874.414583333331</c:v>
                </c:pt>
                <c:pt idx="35809">
                  <c:v>45811.290277777778</c:v>
                </c:pt>
                <c:pt idx="35810">
                  <c:v>46007.422222222223</c:v>
                </c:pt>
                <c:pt idx="35811">
                  <c:v>45705.76458333333</c:v>
                </c:pt>
                <c:pt idx="35812">
                  <c:v>45621.844444444447</c:v>
                </c:pt>
                <c:pt idx="35813">
                  <c:v>45888.506944444453</c:v>
                </c:pt>
                <c:pt idx="35814">
                  <c:v>45652.723611111112</c:v>
                </c:pt>
                <c:pt idx="35815">
                  <c:v>45922.32916666667</c:v>
                </c:pt>
                <c:pt idx="35816">
                  <c:v>45992.369444444441</c:v>
                </c:pt>
                <c:pt idx="35817">
                  <c:v>45671.462500000001</c:v>
                </c:pt>
                <c:pt idx="35818">
                  <c:v>45687.367361111108</c:v>
                </c:pt>
                <c:pt idx="35819">
                  <c:v>45859.609027777777</c:v>
                </c:pt>
                <c:pt idx="35820">
                  <c:v>45792.51666666667</c:v>
                </c:pt>
                <c:pt idx="35821">
                  <c:v>45742.308333333327</c:v>
                </c:pt>
                <c:pt idx="35822">
                  <c:v>45722.763888888891</c:v>
                </c:pt>
                <c:pt idx="35823">
                  <c:v>45758.340277777781</c:v>
                </c:pt>
                <c:pt idx="35824">
                  <c:v>45866.78125</c:v>
                </c:pt>
                <c:pt idx="35825">
                  <c:v>45824.468055555553</c:v>
                </c:pt>
                <c:pt idx="35826">
                  <c:v>45796.854166666657</c:v>
                </c:pt>
                <c:pt idx="35827">
                  <c:v>45772.259722222218</c:v>
                </c:pt>
                <c:pt idx="35828">
                  <c:v>45762.759722222218</c:v>
                </c:pt>
                <c:pt idx="35829">
                  <c:v>45745.715277777781</c:v>
                </c:pt>
                <c:pt idx="35830">
                  <c:v>45753.520833333343</c:v>
                </c:pt>
                <c:pt idx="35831">
                  <c:v>45748.704861111109</c:v>
                </c:pt>
                <c:pt idx="35832">
                  <c:v>45708.427083333343</c:v>
                </c:pt>
                <c:pt idx="35833">
                  <c:v>45722.851388888892</c:v>
                </c:pt>
                <c:pt idx="35834">
                  <c:v>46017.332638888889</c:v>
                </c:pt>
                <c:pt idx="35835">
                  <c:v>45653.895833333343</c:v>
                </c:pt>
                <c:pt idx="35836">
                  <c:v>45323.281944444447</c:v>
                </c:pt>
                <c:pt idx="35837">
                  <c:v>45370.605555555558</c:v>
                </c:pt>
                <c:pt idx="35838">
                  <c:v>45486.34652777778</c:v>
                </c:pt>
                <c:pt idx="35839">
                  <c:v>45709.831944444442</c:v>
                </c:pt>
                <c:pt idx="35840">
                  <c:v>45949.896527777782</c:v>
                </c:pt>
                <c:pt idx="35841">
                  <c:v>45927.42291666667</c:v>
                </c:pt>
                <c:pt idx="35842">
                  <c:v>45937.289583333331</c:v>
                </c:pt>
                <c:pt idx="35843">
                  <c:v>45568.449305555558</c:v>
                </c:pt>
                <c:pt idx="35844">
                  <c:v>45698.574999999997</c:v>
                </c:pt>
                <c:pt idx="35845">
                  <c:v>45712.276388888888</c:v>
                </c:pt>
                <c:pt idx="35846">
                  <c:v>45763.876388888893</c:v>
                </c:pt>
                <c:pt idx="35847">
                  <c:v>45845.845833333333</c:v>
                </c:pt>
                <c:pt idx="35848">
                  <c:v>45738.638194444437</c:v>
                </c:pt>
                <c:pt idx="35849">
                  <c:v>45826.999305555553</c:v>
                </c:pt>
                <c:pt idx="35850">
                  <c:v>45315.052777777782</c:v>
                </c:pt>
                <c:pt idx="35851">
                  <c:v>45616.883333333331</c:v>
                </c:pt>
                <c:pt idx="35852">
                  <c:v>45730.361111111109</c:v>
                </c:pt>
                <c:pt idx="35853">
                  <c:v>45668.845138888893</c:v>
                </c:pt>
                <c:pt idx="35854">
                  <c:v>45417.439583333333</c:v>
                </c:pt>
                <c:pt idx="35855">
                  <c:v>45506.947222222218</c:v>
                </c:pt>
                <c:pt idx="35856">
                  <c:v>45572.018750000003</c:v>
                </c:pt>
                <c:pt idx="35857">
                  <c:v>45887.054166666669</c:v>
                </c:pt>
                <c:pt idx="35858">
                  <c:v>45780.072916666657</c:v>
                </c:pt>
                <c:pt idx="35859">
                  <c:v>45461.50277777778</c:v>
                </c:pt>
                <c:pt idx="35860">
                  <c:v>45712.847916666673</c:v>
                </c:pt>
                <c:pt idx="35861">
                  <c:v>45692.910416666673</c:v>
                </c:pt>
                <c:pt idx="35862">
                  <c:v>45794.865972222222</c:v>
                </c:pt>
                <c:pt idx="35863">
                  <c:v>45625.953472222223</c:v>
                </c:pt>
                <c:pt idx="35864">
                  <c:v>45551.487500000003</c:v>
                </c:pt>
                <c:pt idx="35865">
                  <c:v>45629.55</c:v>
                </c:pt>
                <c:pt idx="35866">
                  <c:v>45981.731249999997</c:v>
                </c:pt>
                <c:pt idx="35867">
                  <c:v>45664.845833333333</c:v>
                </c:pt>
                <c:pt idx="35868">
                  <c:v>45512.64166666667</c:v>
                </c:pt>
                <c:pt idx="35869">
                  <c:v>45589.765972222223</c:v>
                </c:pt>
                <c:pt idx="35870">
                  <c:v>45589.765972222223</c:v>
                </c:pt>
                <c:pt idx="35871">
                  <c:v>45512.64166666667</c:v>
                </c:pt>
                <c:pt idx="35872">
                  <c:v>45434.490972222222</c:v>
                </c:pt>
                <c:pt idx="35873">
                  <c:v>45389.34375</c:v>
                </c:pt>
                <c:pt idx="35874">
                  <c:v>45464.320833333331</c:v>
                </c:pt>
                <c:pt idx="35875">
                  <c:v>45538.340277777781</c:v>
                </c:pt>
                <c:pt idx="35876">
                  <c:v>45434.490972222222</c:v>
                </c:pt>
                <c:pt idx="35877">
                  <c:v>45354.383333333331</c:v>
                </c:pt>
                <c:pt idx="35878">
                  <c:v>45389.34375</c:v>
                </c:pt>
                <c:pt idx="35879">
                  <c:v>45464.320833333331</c:v>
                </c:pt>
                <c:pt idx="35880">
                  <c:v>45538.340277777781</c:v>
                </c:pt>
                <c:pt idx="35881">
                  <c:v>45354.383333333331</c:v>
                </c:pt>
                <c:pt idx="35882">
                  <c:v>45900.622916666667</c:v>
                </c:pt>
                <c:pt idx="35883">
                  <c:v>45951.895138888889</c:v>
                </c:pt>
                <c:pt idx="35884">
                  <c:v>45745.79791666667</c:v>
                </c:pt>
                <c:pt idx="35885">
                  <c:v>45775.502083333333</c:v>
                </c:pt>
                <c:pt idx="35886">
                  <c:v>45699.434027777781</c:v>
                </c:pt>
                <c:pt idx="35887">
                  <c:v>45896.388194444437</c:v>
                </c:pt>
                <c:pt idx="35888">
                  <c:v>45793.599999999999</c:v>
                </c:pt>
                <c:pt idx="35889">
                  <c:v>45389.397222222222</c:v>
                </c:pt>
                <c:pt idx="35890">
                  <c:v>45743.713194444441</c:v>
                </c:pt>
                <c:pt idx="35891">
                  <c:v>45708.623611111107</c:v>
                </c:pt>
                <c:pt idx="35892">
                  <c:v>45987</c:v>
                </c:pt>
                <c:pt idx="35893">
                  <c:v>45992.347222222219</c:v>
                </c:pt>
                <c:pt idx="35894">
                  <c:v>45972.643750000003</c:v>
                </c:pt>
                <c:pt idx="35895">
                  <c:v>45972.813194444447</c:v>
                </c:pt>
                <c:pt idx="35896">
                  <c:v>45911.414583333331</c:v>
                </c:pt>
                <c:pt idx="35897">
                  <c:v>45877.762499999997</c:v>
                </c:pt>
                <c:pt idx="35898">
                  <c:v>45870.450694444437</c:v>
                </c:pt>
                <c:pt idx="35899">
                  <c:v>45763.288888888892</c:v>
                </c:pt>
                <c:pt idx="35900">
                  <c:v>45580.325694444437</c:v>
                </c:pt>
                <c:pt idx="35901">
                  <c:v>45539.901388888888</c:v>
                </c:pt>
                <c:pt idx="35902">
                  <c:v>45707.908333333333</c:v>
                </c:pt>
                <c:pt idx="35903">
                  <c:v>45847.915277777778</c:v>
                </c:pt>
                <c:pt idx="35904">
                  <c:v>45756.68472222222</c:v>
                </c:pt>
                <c:pt idx="35905">
                  <c:v>45548.637499999997</c:v>
                </c:pt>
                <c:pt idx="35906">
                  <c:v>45468.974999999999</c:v>
                </c:pt>
                <c:pt idx="35907">
                  <c:v>45731.890277777777</c:v>
                </c:pt>
                <c:pt idx="35908">
                  <c:v>45430.142361111109</c:v>
                </c:pt>
                <c:pt idx="35909">
                  <c:v>45566.8125</c:v>
                </c:pt>
                <c:pt idx="35910">
                  <c:v>45595.843055555553</c:v>
                </c:pt>
                <c:pt idx="35911">
                  <c:v>45807.580555555563</c:v>
                </c:pt>
                <c:pt idx="35912">
                  <c:v>45669.968055555553</c:v>
                </c:pt>
                <c:pt idx="35913">
                  <c:v>45490.666666666657</c:v>
                </c:pt>
                <c:pt idx="35914">
                  <c:v>45839.09375</c:v>
                </c:pt>
                <c:pt idx="35915">
                  <c:v>45999.543055555558</c:v>
                </c:pt>
                <c:pt idx="35916">
                  <c:v>45912.857638888891</c:v>
                </c:pt>
                <c:pt idx="35917">
                  <c:v>45788.668055555558</c:v>
                </c:pt>
                <c:pt idx="35918">
                  <c:v>45772.831250000003</c:v>
                </c:pt>
                <c:pt idx="35919">
                  <c:v>45817.305555555547</c:v>
                </c:pt>
                <c:pt idx="35920">
                  <c:v>45812.633333333331</c:v>
                </c:pt>
                <c:pt idx="35921">
                  <c:v>45853.871527777781</c:v>
                </c:pt>
                <c:pt idx="35922">
                  <c:v>45566.678472222222</c:v>
                </c:pt>
                <c:pt idx="35923">
                  <c:v>45453.745138888888</c:v>
                </c:pt>
                <c:pt idx="35924">
                  <c:v>45395.813194444447</c:v>
                </c:pt>
                <c:pt idx="35925">
                  <c:v>45511.53402777778</c:v>
                </c:pt>
                <c:pt idx="35926">
                  <c:v>45702.45208333333</c:v>
                </c:pt>
                <c:pt idx="35927">
                  <c:v>45806.851388888892</c:v>
                </c:pt>
                <c:pt idx="35928">
                  <c:v>45864.736111111109</c:v>
                </c:pt>
                <c:pt idx="35929">
                  <c:v>45801.588888888888</c:v>
                </c:pt>
                <c:pt idx="35930">
                  <c:v>45685.410416666673</c:v>
                </c:pt>
                <c:pt idx="35931">
                  <c:v>45617.511805555558</c:v>
                </c:pt>
                <c:pt idx="35932">
                  <c:v>45915.4375</c:v>
                </c:pt>
                <c:pt idx="35933">
                  <c:v>45782.606944444437</c:v>
                </c:pt>
                <c:pt idx="35934">
                  <c:v>45733.382638888892</c:v>
                </c:pt>
                <c:pt idx="35935">
                  <c:v>45434.680555555547</c:v>
                </c:pt>
                <c:pt idx="35936">
                  <c:v>45642.799305555563</c:v>
                </c:pt>
                <c:pt idx="35937">
                  <c:v>45469.722222222219</c:v>
                </c:pt>
                <c:pt idx="35938">
                  <c:v>45493.379861111112</c:v>
                </c:pt>
                <c:pt idx="35939">
                  <c:v>45538.719444444447</c:v>
                </c:pt>
                <c:pt idx="35940">
                  <c:v>45593.785416666673</c:v>
                </c:pt>
                <c:pt idx="35941">
                  <c:v>45566.672222222223</c:v>
                </c:pt>
                <c:pt idx="35942">
                  <c:v>45674.380555555559</c:v>
                </c:pt>
                <c:pt idx="35943">
                  <c:v>45455.768750000003</c:v>
                </c:pt>
                <c:pt idx="35944">
                  <c:v>45737.374305555553</c:v>
                </c:pt>
                <c:pt idx="35945">
                  <c:v>45437.356249999997</c:v>
                </c:pt>
                <c:pt idx="35946">
                  <c:v>45593.820138888892</c:v>
                </c:pt>
                <c:pt idx="35947">
                  <c:v>45874.864583333343</c:v>
                </c:pt>
                <c:pt idx="35948">
                  <c:v>45846.692361111112</c:v>
                </c:pt>
                <c:pt idx="35949">
                  <c:v>45963.64166666667</c:v>
                </c:pt>
                <c:pt idx="35950">
                  <c:v>45989.529861111107</c:v>
                </c:pt>
                <c:pt idx="35951">
                  <c:v>45677.750694444447</c:v>
                </c:pt>
                <c:pt idx="35952">
                  <c:v>46019.125694444447</c:v>
                </c:pt>
                <c:pt idx="35953">
                  <c:v>45974.836111111108</c:v>
                </c:pt>
                <c:pt idx="35954">
                  <c:v>45304.611805555563</c:v>
                </c:pt>
                <c:pt idx="35955">
                  <c:v>45733.486111111109</c:v>
                </c:pt>
                <c:pt idx="35956">
                  <c:v>45481.507638888892</c:v>
                </c:pt>
                <c:pt idx="35957">
                  <c:v>45670.61041666667</c:v>
                </c:pt>
                <c:pt idx="35958">
                  <c:v>45603.931250000001</c:v>
                </c:pt>
                <c:pt idx="35959">
                  <c:v>45796.754166666673</c:v>
                </c:pt>
                <c:pt idx="35960">
                  <c:v>45532.481944444437</c:v>
                </c:pt>
                <c:pt idx="35961">
                  <c:v>45709.505555555559</c:v>
                </c:pt>
                <c:pt idx="35962">
                  <c:v>45508.954861111109</c:v>
                </c:pt>
                <c:pt idx="35963">
                  <c:v>45362.650694444441</c:v>
                </c:pt>
                <c:pt idx="35964">
                  <c:v>45428.353472222218</c:v>
                </c:pt>
                <c:pt idx="35965">
                  <c:v>45407.679861111108</c:v>
                </c:pt>
                <c:pt idx="35966">
                  <c:v>45388.435416666667</c:v>
                </c:pt>
                <c:pt idx="35967">
                  <c:v>45335.952777777777</c:v>
                </c:pt>
                <c:pt idx="35968">
                  <c:v>45449.713888888888</c:v>
                </c:pt>
                <c:pt idx="35969">
                  <c:v>45771.958333333343</c:v>
                </c:pt>
                <c:pt idx="35970">
                  <c:v>45629.746527777781</c:v>
                </c:pt>
                <c:pt idx="35971">
                  <c:v>45893.021527777782</c:v>
                </c:pt>
                <c:pt idx="35972">
                  <c:v>45854.927083333343</c:v>
                </c:pt>
                <c:pt idx="35973">
                  <c:v>45873.540972222218</c:v>
                </c:pt>
                <c:pt idx="35974">
                  <c:v>45583.431944444441</c:v>
                </c:pt>
                <c:pt idx="35975">
                  <c:v>45649.539583333331</c:v>
                </c:pt>
                <c:pt idx="35976">
                  <c:v>45558.777083333327</c:v>
                </c:pt>
                <c:pt idx="35977">
                  <c:v>45895.043749999997</c:v>
                </c:pt>
                <c:pt idx="35978">
                  <c:v>45895.043749999997</c:v>
                </c:pt>
                <c:pt idx="35979">
                  <c:v>45934.652777777781</c:v>
                </c:pt>
                <c:pt idx="35980">
                  <c:v>45934.652777777781</c:v>
                </c:pt>
                <c:pt idx="35981">
                  <c:v>45889.082638888889</c:v>
                </c:pt>
                <c:pt idx="35982">
                  <c:v>45830.48541666667</c:v>
                </c:pt>
                <c:pt idx="35983">
                  <c:v>45690.798611111109</c:v>
                </c:pt>
                <c:pt idx="35984">
                  <c:v>45993.027777777781</c:v>
                </c:pt>
                <c:pt idx="35985">
                  <c:v>45952.559027777781</c:v>
                </c:pt>
                <c:pt idx="35986">
                  <c:v>45670.42291666667</c:v>
                </c:pt>
                <c:pt idx="35987">
                  <c:v>45668.758333333331</c:v>
                </c:pt>
                <c:pt idx="35988">
                  <c:v>45316.978472222218</c:v>
                </c:pt>
                <c:pt idx="35989">
                  <c:v>45660.538888888892</c:v>
                </c:pt>
                <c:pt idx="35990">
                  <c:v>45421.426388888889</c:v>
                </c:pt>
                <c:pt idx="35991">
                  <c:v>45498.604861111111</c:v>
                </c:pt>
                <c:pt idx="35992">
                  <c:v>45427.768055555563</c:v>
                </c:pt>
                <c:pt idx="35993">
                  <c:v>45726.65347222222</c:v>
                </c:pt>
                <c:pt idx="35994">
                  <c:v>45369.690972222219</c:v>
                </c:pt>
                <c:pt idx="35995">
                  <c:v>45799.427777777782</c:v>
                </c:pt>
                <c:pt idx="35996">
                  <c:v>45711.809027777781</c:v>
                </c:pt>
                <c:pt idx="35997">
                  <c:v>46019.867361111108</c:v>
                </c:pt>
                <c:pt idx="35998">
                  <c:v>45781.665972222218</c:v>
                </c:pt>
                <c:pt idx="35999">
                  <c:v>45630.616666666669</c:v>
                </c:pt>
                <c:pt idx="36000">
                  <c:v>45858.779166666667</c:v>
                </c:pt>
                <c:pt idx="36001">
                  <c:v>45363.449305555558</c:v>
                </c:pt>
                <c:pt idx="36002">
                  <c:v>45293.520833333343</c:v>
                </c:pt>
                <c:pt idx="36003">
                  <c:v>45586.486805555563</c:v>
                </c:pt>
                <c:pt idx="36004">
                  <c:v>45730.490972222222</c:v>
                </c:pt>
                <c:pt idx="36005">
                  <c:v>45983.331944444442</c:v>
                </c:pt>
                <c:pt idx="36006">
                  <c:v>45474.368055555547</c:v>
                </c:pt>
                <c:pt idx="36007">
                  <c:v>45408.796527777777</c:v>
                </c:pt>
                <c:pt idx="36008">
                  <c:v>45945.638194444437</c:v>
                </c:pt>
                <c:pt idx="36009">
                  <c:v>46009.792361111111</c:v>
                </c:pt>
                <c:pt idx="36010">
                  <c:v>45348.505555555559</c:v>
                </c:pt>
                <c:pt idx="36011">
                  <c:v>45665.607638888891</c:v>
                </c:pt>
                <c:pt idx="36012">
                  <c:v>45855.563194444447</c:v>
                </c:pt>
                <c:pt idx="36013">
                  <c:v>45552.647916666669</c:v>
                </c:pt>
                <c:pt idx="36014">
                  <c:v>45763.623611111107</c:v>
                </c:pt>
                <c:pt idx="36015">
                  <c:v>46007.913194444453</c:v>
                </c:pt>
                <c:pt idx="36016">
                  <c:v>45988.920138888891</c:v>
                </c:pt>
                <c:pt idx="36017">
                  <c:v>45963.584722222222</c:v>
                </c:pt>
                <c:pt idx="36018">
                  <c:v>45580.378472222219</c:v>
                </c:pt>
                <c:pt idx="36019">
                  <c:v>45865.013888888891</c:v>
                </c:pt>
                <c:pt idx="36020">
                  <c:v>45851.47152777778</c:v>
                </c:pt>
                <c:pt idx="36021">
                  <c:v>45313.374305555553</c:v>
                </c:pt>
                <c:pt idx="36022">
                  <c:v>45558.447916666657</c:v>
                </c:pt>
                <c:pt idx="36023">
                  <c:v>45691.333333333343</c:v>
                </c:pt>
                <c:pt idx="36024">
                  <c:v>45657.463194444441</c:v>
                </c:pt>
                <c:pt idx="36025">
                  <c:v>45355.614583333343</c:v>
                </c:pt>
                <c:pt idx="36026">
                  <c:v>45445.495138888888</c:v>
                </c:pt>
                <c:pt idx="36027">
                  <c:v>45728.336805555547</c:v>
                </c:pt>
                <c:pt idx="36028">
                  <c:v>45771.550694444442</c:v>
                </c:pt>
                <c:pt idx="36029">
                  <c:v>45405.305555555547</c:v>
                </c:pt>
                <c:pt idx="36030">
                  <c:v>45617.363194444442</c:v>
                </c:pt>
                <c:pt idx="36031">
                  <c:v>45835.429166666669</c:v>
                </c:pt>
                <c:pt idx="36032">
                  <c:v>45831.078472222223</c:v>
                </c:pt>
                <c:pt idx="36033">
                  <c:v>45828.003472222219</c:v>
                </c:pt>
                <c:pt idx="36034">
                  <c:v>45813.857638888891</c:v>
                </c:pt>
                <c:pt idx="36035">
                  <c:v>45773.811805555553</c:v>
                </c:pt>
                <c:pt idx="36036">
                  <c:v>45727.731249999997</c:v>
                </c:pt>
                <c:pt idx="36037">
                  <c:v>45664.676388888889</c:v>
                </c:pt>
                <c:pt idx="36038">
                  <c:v>45656.638194444437</c:v>
                </c:pt>
                <c:pt idx="36039">
                  <c:v>45694.038194444453</c:v>
                </c:pt>
                <c:pt idx="36040">
                  <c:v>45530.638194444437</c:v>
                </c:pt>
                <c:pt idx="36041">
                  <c:v>45456.915277777778</c:v>
                </c:pt>
                <c:pt idx="36042">
                  <c:v>45471.552777777782</c:v>
                </c:pt>
                <c:pt idx="36043">
                  <c:v>45609.072222222218</c:v>
                </c:pt>
                <c:pt idx="36044">
                  <c:v>45386.731249999997</c:v>
                </c:pt>
                <c:pt idx="36045">
                  <c:v>45704.78402777778</c:v>
                </c:pt>
                <c:pt idx="36046">
                  <c:v>45883.876388888893</c:v>
                </c:pt>
                <c:pt idx="36047">
                  <c:v>45779.598611111112</c:v>
                </c:pt>
                <c:pt idx="36048">
                  <c:v>45646.720833333333</c:v>
                </c:pt>
                <c:pt idx="36049">
                  <c:v>45996.60833333333</c:v>
                </c:pt>
                <c:pt idx="36050">
                  <c:v>45966.727777777778</c:v>
                </c:pt>
                <c:pt idx="36051">
                  <c:v>45978.80972222222</c:v>
                </c:pt>
                <c:pt idx="36052">
                  <c:v>45953.974999999999</c:v>
                </c:pt>
                <c:pt idx="36053">
                  <c:v>45691.385416666657</c:v>
                </c:pt>
                <c:pt idx="36054">
                  <c:v>46000.854861111111</c:v>
                </c:pt>
                <c:pt idx="36055">
                  <c:v>45551.430555555547</c:v>
                </c:pt>
                <c:pt idx="36056">
                  <c:v>45691.385416666657</c:v>
                </c:pt>
                <c:pt idx="36057">
                  <c:v>45551.430555555547</c:v>
                </c:pt>
                <c:pt idx="36058">
                  <c:v>46000.854861111111</c:v>
                </c:pt>
                <c:pt idx="36059">
                  <c:v>45776.493055555547</c:v>
                </c:pt>
                <c:pt idx="36060">
                  <c:v>45554.561805555553</c:v>
                </c:pt>
                <c:pt idx="36061">
                  <c:v>45776.493055555547</c:v>
                </c:pt>
                <c:pt idx="36062">
                  <c:v>45892.756249999999</c:v>
                </c:pt>
                <c:pt idx="36063">
                  <c:v>45945.279861111107</c:v>
                </c:pt>
                <c:pt idx="36064">
                  <c:v>45945.279861111107</c:v>
                </c:pt>
                <c:pt idx="36065">
                  <c:v>45814.922222222223</c:v>
                </c:pt>
                <c:pt idx="36066">
                  <c:v>45814.922222222223</c:v>
                </c:pt>
                <c:pt idx="36067">
                  <c:v>45554.561805555553</c:v>
                </c:pt>
                <c:pt idx="36068">
                  <c:v>45892.756249999999</c:v>
                </c:pt>
                <c:pt idx="36069">
                  <c:v>45815.450694444437</c:v>
                </c:pt>
                <c:pt idx="36070">
                  <c:v>45791.418055555558</c:v>
                </c:pt>
                <c:pt idx="36071">
                  <c:v>45779.915972222218</c:v>
                </c:pt>
                <c:pt idx="36072">
                  <c:v>45756.773611111108</c:v>
                </c:pt>
                <c:pt idx="36073">
                  <c:v>45754.047222222223</c:v>
                </c:pt>
                <c:pt idx="36074">
                  <c:v>45633.39166666667</c:v>
                </c:pt>
                <c:pt idx="36075">
                  <c:v>45777.868055555547</c:v>
                </c:pt>
                <c:pt idx="36076">
                  <c:v>45778.806944444441</c:v>
                </c:pt>
                <c:pt idx="36077">
                  <c:v>45730.998611111107</c:v>
                </c:pt>
                <c:pt idx="36078">
                  <c:v>45338.511805555558</c:v>
                </c:pt>
                <c:pt idx="36079">
                  <c:v>45436.931250000001</c:v>
                </c:pt>
                <c:pt idx="36080">
                  <c:v>46018.07916666667</c:v>
                </c:pt>
                <c:pt idx="36081">
                  <c:v>45932.719444444447</c:v>
                </c:pt>
                <c:pt idx="36082">
                  <c:v>45986.179166666669</c:v>
                </c:pt>
                <c:pt idx="36083">
                  <c:v>45393.938194444447</c:v>
                </c:pt>
                <c:pt idx="36084">
                  <c:v>45706.297222222223</c:v>
                </c:pt>
                <c:pt idx="36085">
                  <c:v>45807.809027777781</c:v>
                </c:pt>
                <c:pt idx="36086">
                  <c:v>45496.914583333331</c:v>
                </c:pt>
                <c:pt idx="36087">
                  <c:v>45546.219444444447</c:v>
                </c:pt>
                <c:pt idx="36088">
                  <c:v>45962.792361111111</c:v>
                </c:pt>
                <c:pt idx="36089">
                  <c:v>45711.881249999999</c:v>
                </c:pt>
                <c:pt idx="36090">
                  <c:v>45982.339583333327</c:v>
                </c:pt>
                <c:pt idx="36091">
                  <c:v>45888.945833333331</c:v>
                </c:pt>
                <c:pt idx="36092">
                  <c:v>45817.857638888891</c:v>
                </c:pt>
                <c:pt idx="36093">
                  <c:v>45855.714583333327</c:v>
                </c:pt>
                <c:pt idx="36094">
                  <c:v>45694.381249999999</c:v>
                </c:pt>
                <c:pt idx="36095">
                  <c:v>45560.463888888888</c:v>
                </c:pt>
                <c:pt idx="36096">
                  <c:v>45450.650694444441</c:v>
                </c:pt>
                <c:pt idx="36097">
                  <c:v>45517.45416666667</c:v>
                </c:pt>
                <c:pt idx="36098">
                  <c:v>45597.481944444437</c:v>
                </c:pt>
                <c:pt idx="36099">
                  <c:v>45435.474999999999</c:v>
                </c:pt>
                <c:pt idx="36100">
                  <c:v>45500.375694444447</c:v>
                </c:pt>
                <c:pt idx="36101">
                  <c:v>45411.513888888891</c:v>
                </c:pt>
                <c:pt idx="36102">
                  <c:v>45769.702777777777</c:v>
                </c:pt>
                <c:pt idx="36103">
                  <c:v>45642.416666666657</c:v>
                </c:pt>
                <c:pt idx="36104">
                  <c:v>45820.398611111108</c:v>
                </c:pt>
                <c:pt idx="36105">
                  <c:v>45951.754166666673</c:v>
                </c:pt>
                <c:pt idx="36106">
                  <c:v>45424.720833333333</c:v>
                </c:pt>
                <c:pt idx="36107">
                  <c:v>45729.477083333331</c:v>
                </c:pt>
                <c:pt idx="36108">
                  <c:v>45302.509722222218</c:v>
                </c:pt>
                <c:pt idx="36109">
                  <c:v>45657.637499999997</c:v>
                </c:pt>
                <c:pt idx="36110">
                  <c:v>45867.46875</c:v>
                </c:pt>
                <c:pt idx="36111">
                  <c:v>45319.492361111108</c:v>
                </c:pt>
                <c:pt idx="36112">
                  <c:v>45669.490972222222</c:v>
                </c:pt>
                <c:pt idx="36113">
                  <c:v>45821.336111111108</c:v>
                </c:pt>
                <c:pt idx="36114">
                  <c:v>45711.140277777777</c:v>
                </c:pt>
                <c:pt idx="36115">
                  <c:v>45726.469444444447</c:v>
                </c:pt>
                <c:pt idx="36116">
                  <c:v>45979.694444444453</c:v>
                </c:pt>
                <c:pt idx="36117">
                  <c:v>45792.59375</c:v>
                </c:pt>
                <c:pt idx="36118">
                  <c:v>45863.568055555559</c:v>
                </c:pt>
                <c:pt idx="36119">
                  <c:v>45752.460416666669</c:v>
                </c:pt>
                <c:pt idx="36120">
                  <c:v>45909.486805555563</c:v>
                </c:pt>
                <c:pt idx="36121">
                  <c:v>45889.743750000001</c:v>
                </c:pt>
                <c:pt idx="36122">
                  <c:v>45953.513888888891</c:v>
                </c:pt>
                <c:pt idx="36123">
                  <c:v>45930.662499999999</c:v>
                </c:pt>
                <c:pt idx="36124">
                  <c:v>45734.058333333327</c:v>
                </c:pt>
                <c:pt idx="36125">
                  <c:v>45835.4375</c:v>
                </c:pt>
                <c:pt idx="36126">
                  <c:v>45997.40625</c:v>
                </c:pt>
                <c:pt idx="36127">
                  <c:v>45779.584722222222</c:v>
                </c:pt>
                <c:pt idx="36128">
                  <c:v>45633.083333333343</c:v>
                </c:pt>
                <c:pt idx="36129">
                  <c:v>45816.646527777782</c:v>
                </c:pt>
                <c:pt idx="36130">
                  <c:v>45666.430555555547</c:v>
                </c:pt>
                <c:pt idx="36131">
                  <c:v>45659.469444444447</c:v>
                </c:pt>
                <c:pt idx="36132">
                  <c:v>45616.726388888892</c:v>
                </c:pt>
                <c:pt idx="36133">
                  <c:v>45552.671527777777</c:v>
                </c:pt>
                <c:pt idx="36134">
                  <c:v>45691.644444444442</c:v>
                </c:pt>
                <c:pt idx="36135">
                  <c:v>45649.708333333343</c:v>
                </c:pt>
                <c:pt idx="36136">
                  <c:v>45625.750694444447</c:v>
                </c:pt>
                <c:pt idx="36137">
                  <c:v>45733.527777777781</c:v>
                </c:pt>
                <c:pt idx="36138">
                  <c:v>45427.530555555553</c:v>
                </c:pt>
                <c:pt idx="36139">
                  <c:v>45574.555555555547</c:v>
                </c:pt>
                <c:pt idx="36140">
                  <c:v>45650.527777777781</c:v>
                </c:pt>
                <c:pt idx="36141">
                  <c:v>45349.53125</c:v>
                </c:pt>
                <c:pt idx="36142">
                  <c:v>45853.599305555559</c:v>
                </c:pt>
                <c:pt idx="36143">
                  <c:v>45506.543055555558</c:v>
                </c:pt>
                <c:pt idx="36144">
                  <c:v>45967.523611111108</c:v>
                </c:pt>
                <c:pt idx="36145">
                  <c:v>45968.438194444447</c:v>
                </c:pt>
                <c:pt idx="36146">
                  <c:v>45833.868750000001</c:v>
                </c:pt>
                <c:pt idx="36147">
                  <c:v>45658.890972222223</c:v>
                </c:pt>
                <c:pt idx="36148">
                  <c:v>45503.46875</c:v>
                </c:pt>
                <c:pt idx="36149">
                  <c:v>45412.978472222218</c:v>
                </c:pt>
                <c:pt idx="36150">
                  <c:v>45503.61041666667</c:v>
                </c:pt>
                <c:pt idx="36151">
                  <c:v>45610.621527777781</c:v>
                </c:pt>
                <c:pt idx="36152">
                  <c:v>45717.536111111112</c:v>
                </c:pt>
                <c:pt idx="36153">
                  <c:v>45612.44027777778</c:v>
                </c:pt>
                <c:pt idx="36154">
                  <c:v>45683.756249999999</c:v>
                </c:pt>
                <c:pt idx="36155">
                  <c:v>45804.818749999999</c:v>
                </c:pt>
                <c:pt idx="36156">
                  <c:v>45902.010416666657</c:v>
                </c:pt>
                <c:pt idx="36157">
                  <c:v>45703.87222222222</c:v>
                </c:pt>
                <c:pt idx="36158">
                  <c:v>45471.399305555547</c:v>
                </c:pt>
                <c:pt idx="36159">
                  <c:v>45443.55</c:v>
                </c:pt>
                <c:pt idx="36160">
                  <c:v>45751.406944444447</c:v>
                </c:pt>
                <c:pt idx="36161">
                  <c:v>45381.595138888893</c:v>
                </c:pt>
                <c:pt idx="36162">
                  <c:v>45504.290972222218</c:v>
                </c:pt>
                <c:pt idx="36163">
                  <c:v>45745.272916666669</c:v>
                </c:pt>
                <c:pt idx="36164">
                  <c:v>45412.38958333333</c:v>
                </c:pt>
                <c:pt idx="36165">
                  <c:v>45562.342361111107</c:v>
                </c:pt>
                <c:pt idx="36166">
                  <c:v>45534.402083333327</c:v>
                </c:pt>
                <c:pt idx="36167">
                  <c:v>45654.838194444441</c:v>
                </c:pt>
                <c:pt idx="36168">
                  <c:v>45322.238888888889</c:v>
                </c:pt>
                <c:pt idx="36169">
                  <c:v>45716.318055555559</c:v>
                </c:pt>
                <c:pt idx="36170">
                  <c:v>45596.293749999997</c:v>
                </c:pt>
                <c:pt idx="36171">
                  <c:v>45351.251388888893</c:v>
                </c:pt>
                <c:pt idx="36172">
                  <c:v>45623.754166666673</c:v>
                </c:pt>
                <c:pt idx="36173">
                  <c:v>45915.959722222222</c:v>
                </c:pt>
                <c:pt idx="36174">
                  <c:v>45764.462500000001</c:v>
                </c:pt>
                <c:pt idx="36175">
                  <c:v>46019.474999999999</c:v>
                </c:pt>
                <c:pt idx="36176">
                  <c:v>45965.558333333327</c:v>
                </c:pt>
                <c:pt idx="36177">
                  <c:v>45883.484722222223</c:v>
                </c:pt>
                <c:pt idx="36178">
                  <c:v>45950.379861111112</c:v>
                </c:pt>
                <c:pt idx="36179">
                  <c:v>45711.392361111109</c:v>
                </c:pt>
                <c:pt idx="36180">
                  <c:v>45810.503472222219</c:v>
                </c:pt>
                <c:pt idx="36181">
                  <c:v>45840.15</c:v>
                </c:pt>
                <c:pt idx="36182">
                  <c:v>45762.549305555563</c:v>
                </c:pt>
                <c:pt idx="36183">
                  <c:v>46010.63958333333</c:v>
                </c:pt>
                <c:pt idx="36184">
                  <c:v>45996.448611111111</c:v>
                </c:pt>
                <c:pt idx="36185">
                  <c:v>46010.63958333333</c:v>
                </c:pt>
                <c:pt idx="36186">
                  <c:v>45996.448611111111</c:v>
                </c:pt>
                <c:pt idx="36187">
                  <c:v>45989.40625</c:v>
                </c:pt>
                <c:pt idx="36188">
                  <c:v>45984.767361111109</c:v>
                </c:pt>
                <c:pt idx="36189">
                  <c:v>45834.960416666669</c:v>
                </c:pt>
                <c:pt idx="36190">
                  <c:v>45819.238888888889</c:v>
                </c:pt>
                <c:pt idx="36191">
                  <c:v>45787.95208333333</c:v>
                </c:pt>
                <c:pt idx="36192">
                  <c:v>45783.588194444441</c:v>
                </c:pt>
                <c:pt idx="36193">
                  <c:v>45782.493055555547</c:v>
                </c:pt>
                <c:pt idx="36194">
                  <c:v>45758.558333333327</c:v>
                </c:pt>
                <c:pt idx="36195">
                  <c:v>45756.020833333343</c:v>
                </c:pt>
                <c:pt idx="36196">
                  <c:v>45931.602083333331</c:v>
                </c:pt>
                <c:pt idx="36197">
                  <c:v>45825.064583333333</c:v>
                </c:pt>
                <c:pt idx="36198">
                  <c:v>45661.975694444453</c:v>
                </c:pt>
                <c:pt idx="36199">
                  <c:v>45986.818055555559</c:v>
                </c:pt>
                <c:pt idx="36200">
                  <c:v>45596.936805555553</c:v>
                </c:pt>
                <c:pt idx="36201">
                  <c:v>45453.881249999999</c:v>
                </c:pt>
                <c:pt idx="36202">
                  <c:v>45300.486111111109</c:v>
                </c:pt>
                <c:pt idx="36203">
                  <c:v>45755.851388888892</c:v>
                </c:pt>
                <c:pt idx="36204">
                  <c:v>45747.336805555547</c:v>
                </c:pt>
                <c:pt idx="36205">
                  <c:v>45727.832638888889</c:v>
                </c:pt>
                <c:pt idx="36206">
                  <c:v>45696.90625</c:v>
                </c:pt>
                <c:pt idx="36207">
                  <c:v>45682.82916666667</c:v>
                </c:pt>
                <c:pt idx="36208">
                  <c:v>45664.852777777778</c:v>
                </c:pt>
                <c:pt idx="36209">
                  <c:v>45762.670138888891</c:v>
                </c:pt>
                <c:pt idx="36210">
                  <c:v>45680.580555555563</c:v>
                </c:pt>
                <c:pt idx="36211">
                  <c:v>45742.78125</c:v>
                </c:pt>
                <c:pt idx="36212">
                  <c:v>45792.777083333327</c:v>
                </c:pt>
                <c:pt idx="36213">
                  <c:v>45918.582638888889</c:v>
                </c:pt>
                <c:pt idx="36214">
                  <c:v>45712.65902777778</c:v>
                </c:pt>
                <c:pt idx="36215">
                  <c:v>45357.629166666673</c:v>
                </c:pt>
                <c:pt idx="36216">
                  <c:v>45989.599305555559</c:v>
                </c:pt>
                <c:pt idx="36217">
                  <c:v>45866.616666666669</c:v>
                </c:pt>
                <c:pt idx="36218">
                  <c:v>45567.881249999999</c:v>
                </c:pt>
                <c:pt idx="36219">
                  <c:v>45306.468055555553</c:v>
                </c:pt>
                <c:pt idx="36220">
                  <c:v>45862.582638888889</c:v>
                </c:pt>
                <c:pt idx="36221">
                  <c:v>45744.479861111111</c:v>
                </c:pt>
                <c:pt idx="36222">
                  <c:v>45695.592361111107</c:v>
                </c:pt>
                <c:pt idx="36223">
                  <c:v>45901.636805555558</c:v>
                </c:pt>
                <c:pt idx="36224">
                  <c:v>45774.910416666673</c:v>
                </c:pt>
                <c:pt idx="36225">
                  <c:v>45894.111805555563</c:v>
                </c:pt>
                <c:pt idx="36226">
                  <c:v>45810.856944444437</c:v>
                </c:pt>
                <c:pt idx="36227">
                  <c:v>45926.607638888891</c:v>
                </c:pt>
                <c:pt idx="36228">
                  <c:v>45924.537499999999</c:v>
                </c:pt>
                <c:pt idx="36229">
                  <c:v>45803.908333333333</c:v>
                </c:pt>
                <c:pt idx="36230">
                  <c:v>45931.168749999997</c:v>
                </c:pt>
                <c:pt idx="36231">
                  <c:v>45418.425694444442</c:v>
                </c:pt>
                <c:pt idx="36232">
                  <c:v>45416.821527777778</c:v>
                </c:pt>
                <c:pt idx="36233">
                  <c:v>45697.831250000003</c:v>
                </c:pt>
                <c:pt idx="36234">
                  <c:v>45445.520833333343</c:v>
                </c:pt>
                <c:pt idx="36235">
                  <c:v>45732.683333333327</c:v>
                </c:pt>
                <c:pt idx="36236">
                  <c:v>45477.009027777778</c:v>
                </c:pt>
                <c:pt idx="36237">
                  <c:v>45893.988888888889</c:v>
                </c:pt>
                <c:pt idx="36238">
                  <c:v>45803.458333333343</c:v>
                </c:pt>
                <c:pt idx="36239">
                  <c:v>45798.779166666667</c:v>
                </c:pt>
                <c:pt idx="36240">
                  <c:v>45414.852083333331</c:v>
                </c:pt>
                <c:pt idx="36241">
                  <c:v>45919.954861111109</c:v>
                </c:pt>
                <c:pt idx="36242">
                  <c:v>45872.254861111112</c:v>
                </c:pt>
                <c:pt idx="36243">
                  <c:v>45808.897222222222</c:v>
                </c:pt>
                <c:pt idx="36244">
                  <c:v>45699.550694444442</c:v>
                </c:pt>
                <c:pt idx="36245">
                  <c:v>45706.950694444437</c:v>
                </c:pt>
                <c:pt idx="36246">
                  <c:v>45960.700694444437</c:v>
                </c:pt>
                <c:pt idx="36247">
                  <c:v>45320.257638888892</c:v>
                </c:pt>
                <c:pt idx="36248">
                  <c:v>45386.423611111109</c:v>
                </c:pt>
                <c:pt idx="36249">
                  <c:v>45325.522916666669</c:v>
                </c:pt>
                <c:pt idx="36250">
                  <c:v>45852.688194444447</c:v>
                </c:pt>
                <c:pt idx="36251">
                  <c:v>45610.853472222218</c:v>
                </c:pt>
                <c:pt idx="36252">
                  <c:v>45602.868750000001</c:v>
                </c:pt>
                <c:pt idx="36253">
                  <c:v>45758.179166666669</c:v>
                </c:pt>
                <c:pt idx="36254">
                  <c:v>45564.627083333333</c:v>
                </c:pt>
                <c:pt idx="36255">
                  <c:v>45650.697916666657</c:v>
                </c:pt>
                <c:pt idx="36256">
                  <c:v>45848.677777777782</c:v>
                </c:pt>
                <c:pt idx="36257">
                  <c:v>45491.682638888888</c:v>
                </c:pt>
                <c:pt idx="36258">
                  <c:v>45431.418055555558</c:v>
                </c:pt>
                <c:pt idx="36259">
                  <c:v>45964.761805555558</c:v>
                </c:pt>
                <c:pt idx="36260">
                  <c:v>46017.664583333331</c:v>
                </c:pt>
                <c:pt idx="36261">
                  <c:v>45634.918749999997</c:v>
                </c:pt>
                <c:pt idx="36262">
                  <c:v>45686.712500000001</c:v>
                </c:pt>
                <c:pt idx="36263">
                  <c:v>45906.802777777782</c:v>
                </c:pt>
                <c:pt idx="36264">
                  <c:v>45938.820138888892</c:v>
                </c:pt>
                <c:pt idx="36265">
                  <c:v>45545.390277777777</c:v>
                </c:pt>
                <c:pt idx="36266">
                  <c:v>45465.370138888888</c:v>
                </c:pt>
                <c:pt idx="36267">
                  <c:v>45503.438888888893</c:v>
                </c:pt>
                <c:pt idx="36268">
                  <c:v>45396.476388888892</c:v>
                </c:pt>
                <c:pt idx="36269">
                  <c:v>45321.692361111112</c:v>
                </c:pt>
                <c:pt idx="36270">
                  <c:v>45612.436805555553</c:v>
                </c:pt>
                <c:pt idx="36271">
                  <c:v>45584.590277777781</c:v>
                </c:pt>
                <c:pt idx="36272">
                  <c:v>45346.428472222222</c:v>
                </c:pt>
                <c:pt idx="36273">
                  <c:v>45817.296527777777</c:v>
                </c:pt>
                <c:pt idx="36274">
                  <c:v>45809.093055555553</c:v>
                </c:pt>
                <c:pt idx="36275">
                  <c:v>45790.393750000003</c:v>
                </c:pt>
                <c:pt idx="36276">
                  <c:v>45756.856249999997</c:v>
                </c:pt>
                <c:pt idx="36277">
                  <c:v>45708.498611111107</c:v>
                </c:pt>
                <c:pt idx="36278">
                  <c:v>45698.779861111107</c:v>
                </c:pt>
                <c:pt idx="36279">
                  <c:v>45477.46597222222</c:v>
                </c:pt>
                <c:pt idx="36280">
                  <c:v>45935.763888888891</c:v>
                </c:pt>
                <c:pt idx="36281">
                  <c:v>45590.396527777782</c:v>
                </c:pt>
                <c:pt idx="36282">
                  <c:v>45371.425000000003</c:v>
                </c:pt>
                <c:pt idx="36283">
                  <c:v>45851.86041666667</c:v>
                </c:pt>
                <c:pt idx="36284">
                  <c:v>46009.399305555547</c:v>
                </c:pt>
                <c:pt idx="36285">
                  <c:v>45550.854861111111</c:v>
                </c:pt>
                <c:pt idx="36286">
                  <c:v>45746.805555555547</c:v>
                </c:pt>
                <c:pt idx="36287">
                  <c:v>45906.856944444437</c:v>
                </c:pt>
                <c:pt idx="36288">
                  <c:v>45950.892361111109</c:v>
                </c:pt>
                <c:pt idx="36289">
                  <c:v>45797.911805555559</c:v>
                </c:pt>
                <c:pt idx="36290">
                  <c:v>45702.731249999997</c:v>
                </c:pt>
                <c:pt idx="36291">
                  <c:v>45778.601388888892</c:v>
                </c:pt>
                <c:pt idx="36292">
                  <c:v>45866.612500000003</c:v>
                </c:pt>
                <c:pt idx="36293">
                  <c:v>45761.447916666657</c:v>
                </c:pt>
                <c:pt idx="36294">
                  <c:v>46019.47152777778</c:v>
                </c:pt>
                <c:pt idx="36295">
                  <c:v>45745.543749999997</c:v>
                </c:pt>
                <c:pt idx="36296">
                  <c:v>45727.800694444442</c:v>
                </c:pt>
                <c:pt idx="36297">
                  <c:v>45523.711805555547</c:v>
                </c:pt>
                <c:pt idx="36298">
                  <c:v>45889.448611111111</c:v>
                </c:pt>
                <c:pt idx="36299">
                  <c:v>46022.631249999999</c:v>
                </c:pt>
                <c:pt idx="36300">
                  <c:v>46002.600694444453</c:v>
                </c:pt>
                <c:pt idx="36301">
                  <c:v>45654.95416666667</c:v>
                </c:pt>
                <c:pt idx="36302">
                  <c:v>45622.457638888889</c:v>
                </c:pt>
                <c:pt idx="36303">
                  <c:v>45698.525000000001</c:v>
                </c:pt>
                <c:pt idx="36304">
                  <c:v>45829.604166666657</c:v>
                </c:pt>
                <c:pt idx="36305">
                  <c:v>45405.865972222222</c:v>
                </c:pt>
                <c:pt idx="36306">
                  <c:v>45630.724999999999</c:v>
                </c:pt>
                <c:pt idx="36307">
                  <c:v>45496.487500000003</c:v>
                </c:pt>
                <c:pt idx="36308">
                  <c:v>45618.540277777778</c:v>
                </c:pt>
                <c:pt idx="36309">
                  <c:v>45880.773611111108</c:v>
                </c:pt>
                <c:pt idx="36310">
                  <c:v>45811.615277777782</c:v>
                </c:pt>
                <c:pt idx="36311">
                  <c:v>45928.436805555553</c:v>
                </c:pt>
                <c:pt idx="36312">
                  <c:v>45321.289583333331</c:v>
                </c:pt>
                <c:pt idx="36313">
                  <c:v>45588.404861111107</c:v>
                </c:pt>
                <c:pt idx="36314">
                  <c:v>45432.207638888889</c:v>
                </c:pt>
                <c:pt idx="36315">
                  <c:v>45744.426388888889</c:v>
                </c:pt>
                <c:pt idx="36316">
                  <c:v>45667.887499999997</c:v>
                </c:pt>
                <c:pt idx="36317">
                  <c:v>46023.281944444447</c:v>
                </c:pt>
                <c:pt idx="36318">
                  <c:v>45360.308333333327</c:v>
                </c:pt>
                <c:pt idx="36319">
                  <c:v>45536.338888888888</c:v>
                </c:pt>
                <c:pt idx="36320">
                  <c:v>45643.557638888888</c:v>
                </c:pt>
                <c:pt idx="36321">
                  <c:v>45773.43472222222</c:v>
                </c:pt>
                <c:pt idx="36322">
                  <c:v>45779.425694444442</c:v>
                </c:pt>
                <c:pt idx="36323">
                  <c:v>45854.92291666667</c:v>
                </c:pt>
                <c:pt idx="36324">
                  <c:v>45627.495138888888</c:v>
                </c:pt>
                <c:pt idx="36325">
                  <c:v>46019.518750000003</c:v>
                </c:pt>
                <c:pt idx="36326">
                  <c:v>45489.47152777778</c:v>
                </c:pt>
                <c:pt idx="36327">
                  <c:v>45546.605555555558</c:v>
                </c:pt>
                <c:pt idx="36328">
                  <c:v>45621.380555555559</c:v>
                </c:pt>
                <c:pt idx="36329">
                  <c:v>45377.439583333333</c:v>
                </c:pt>
                <c:pt idx="36330">
                  <c:v>45512.406944444447</c:v>
                </c:pt>
                <c:pt idx="36331">
                  <c:v>45756.739583333343</c:v>
                </c:pt>
                <c:pt idx="36332">
                  <c:v>45667.296527777777</c:v>
                </c:pt>
                <c:pt idx="36333">
                  <c:v>45966.447916666657</c:v>
                </c:pt>
                <c:pt idx="36334">
                  <c:v>45689.305555555547</c:v>
                </c:pt>
                <c:pt idx="36335">
                  <c:v>45797.380555555559</c:v>
                </c:pt>
                <c:pt idx="36336">
                  <c:v>45933.929166666669</c:v>
                </c:pt>
                <c:pt idx="36337">
                  <c:v>45307.585416666669</c:v>
                </c:pt>
                <c:pt idx="36338">
                  <c:v>45734.443055555559</c:v>
                </c:pt>
                <c:pt idx="36339">
                  <c:v>45901.311111111107</c:v>
                </c:pt>
                <c:pt idx="36340">
                  <c:v>45342.393750000003</c:v>
                </c:pt>
                <c:pt idx="36341">
                  <c:v>45407.321527777778</c:v>
                </c:pt>
                <c:pt idx="36342">
                  <c:v>45754.490972222222</c:v>
                </c:pt>
                <c:pt idx="36343">
                  <c:v>45584.531944444447</c:v>
                </c:pt>
                <c:pt idx="36344">
                  <c:v>45827.497916666667</c:v>
                </c:pt>
                <c:pt idx="36345">
                  <c:v>45650.651388888888</c:v>
                </c:pt>
                <c:pt idx="36346">
                  <c:v>45972.589583333327</c:v>
                </c:pt>
                <c:pt idx="36347">
                  <c:v>45683.533333333333</c:v>
                </c:pt>
                <c:pt idx="36348">
                  <c:v>45823.879861111112</c:v>
                </c:pt>
                <c:pt idx="36349">
                  <c:v>45948.291666666657</c:v>
                </c:pt>
                <c:pt idx="36350">
                  <c:v>45877.757638888892</c:v>
                </c:pt>
                <c:pt idx="36351">
                  <c:v>45678.520833333343</c:v>
                </c:pt>
                <c:pt idx="36352">
                  <c:v>45706.25</c:v>
                </c:pt>
                <c:pt idx="36353">
                  <c:v>45621.462500000001</c:v>
                </c:pt>
                <c:pt idx="36354">
                  <c:v>45826.454861111109</c:v>
                </c:pt>
                <c:pt idx="36355">
                  <c:v>45396.614583333343</c:v>
                </c:pt>
                <c:pt idx="36356">
                  <c:v>45636.936805555553</c:v>
                </c:pt>
                <c:pt idx="36357">
                  <c:v>45961.953472222223</c:v>
                </c:pt>
                <c:pt idx="36358">
                  <c:v>45522.636805555558</c:v>
                </c:pt>
                <c:pt idx="36359">
                  <c:v>45324.923611111109</c:v>
                </c:pt>
                <c:pt idx="36360">
                  <c:v>45624.964583333327</c:v>
                </c:pt>
                <c:pt idx="36361">
                  <c:v>45749.925000000003</c:v>
                </c:pt>
                <c:pt idx="36362">
                  <c:v>45446.5625</c:v>
                </c:pt>
                <c:pt idx="36363">
                  <c:v>45790.560416666667</c:v>
                </c:pt>
                <c:pt idx="36364">
                  <c:v>45514.740277777782</c:v>
                </c:pt>
                <c:pt idx="36365">
                  <c:v>45651.890972222223</c:v>
                </c:pt>
                <c:pt idx="36366">
                  <c:v>45719.581250000003</c:v>
                </c:pt>
                <c:pt idx="36367">
                  <c:v>45727.410416666673</c:v>
                </c:pt>
                <c:pt idx="36368">
                  <c:v>45424.547222222223</c:v>
                </c:pt>
                <c:pt idx="36369">
                  <c:v>45774.875</c:v>
                </c:pt>
                <c:pt idx="36370">
                  <c:v>45987.617361111108</c:v>
                </c:pt>
                <c:pt idx="36371">
                  <c:v>45652.506944444453</c:v>
                </c:pt>
                <c:pt idx="36372">
                  <c:v>45679.619444444441</c:v>
                </c:pt>
                <c:pt idx="36373">
                  <c:v>45962.872916666667</c:v>
                </c:pt>
                <c:pt idx="36374">
                  <c:v>45457.313888888893</c:v>
                </c:pt>
                <c:pt idx="36375">
                  <c:v>45840.243055555547</c:v>
                </c:pt>
                <c:pt idx="36376">
                  <c:v>45930.557638888888</c:v>
                </c:pt>
                <c:pt idx="36377">
                  <c:v>45566.339583333327</c:v>
                </c:pt>
                <c:pt idx="36378">
                  <c:v>45811.729861111111</c:v>
                </c:pt>
                <c:pt idx="36379">
                  <c:v>45364.793055555558</c:v>
                </c:pt>
                <c:pt idx="36380">
                  <c:v>45608.259722222218</c:v>
                </c:pt>
                <c:pt idx="36381">
                  <c:v>45431.384722222218</c:v>
                </c:pt>
                <c:pt idx="36382">
                  <c:v>45872.320138888892</c:v>
                </c:pt>
                <c:pt idx="36383">
                  <c:v>45709.247916666667</c:v>
                </c:pt>
                <c:pt idx="36384">
                  <c:v>45329.684027777781</c:v>
                </c:pt>
                <c:pt idx="36385">
                  <c:v>45901.444444444453</c:v>
                </c:pt>
                <c:pt idx="36386">
                  <c:v>45739.770138888889</c:v>
                </c:pt>
                <c:pt idx="36387">
                  <c:v>45496.769444444442</c:v>
                </c:pt>
                <c:pt idx="36388">
                  <c:v>45626.682638888888</c:v>
                </c:pt>
                <c:pt idx="36389">
                  <c:v>45402.659722222219</c:v>
                </c:pt>
                <c:pt idx="36390">
                  <c:v>45545.649305555547</c:v>
                </c:pt>
                <c:pt idx="36391">
                  <c:v>45523.781944444447</c:v>
                </c:pt>
                <c:pt idx="36392">
                  <c:v>45588.224999999999</c:v>
                </c:pt>
                <c:pt idx="36393">
                  <c:v>45660.705555555563</c:v>
                </c:pt>
                <c:pt idx="36394">
                  <c:v>45838.84652777778</c:v>
                </c:pt>
                <c:pt idx="36395">
                  <c:v>45834.043749999997</c:v>
                </c:pt>
                <c:pt idx="36396">
                  <c:v>45687.556944444441</c:v>
                </c:pt>
                <c:pt idx="36397">
                  <c:v>45636.754166666673</c:v>
                </c:pt>
                <c:pt idx="36398">
                  <c:v>45692.199305555558</c:v>
                </c:pt>
                <c:pt idx="36399">
                  <c:v>45674.724999999999</c:v>
                </c:pt>
                <c:pt idx="36400">
                  <c:v>45322.492361111108</c:v>
                </c:pt>
                <c:pt idx="36401">
                  <c:v>45853.646527777782</c:v>
                </c:pt>
                <c:pt idx="36402">
                  <c:v>45843.813888888893</c:v>
                </c:pt>
                <c:pt idx="36403">
                  <c:v>45579.681944444441</c:v>
                </c:pt>
                <c:pt idx="36404">
                  <c:v>45467.561805555553</c:v>
                </c:pt>
                <c:pt idx="36405">
                  <c:v>45864.498611111107</c:v>
                </c:pt>
                <c:pt idx="36406">
                  <c:v>45627.599305555559</c:v>
                </c:pt>
                <c:pt idx="36407">
                  <c:v>45798.657638888893</c:v>
                </c:pt>
                <c:pt idx="36408">
                  <c:v>45985.996527777781</c:v>
                </c:pt>
                <c:pt idx="36409">
                  <c:v>45532.570833333331</c:v>
                </c:pt>
                <c:pt idx="36410">
                  <c:v>45935.323611111111</c:v>
                </c:pt>
                <c:pt idx="36411">
                  <c:v>45684.520833333343</c:v>
                </c:pt>
                <c:pt idx="36412">
                  <c:v>45498.472916666673</c:v>
                </c:pt>
                <c:pt idx="36413">
                  <c:v>45441.62222222222</c:v>
                </c:pt>
                <c:pt idx="36414">
                  <c:v>45739.668055555558</c:v>
                </c:pt>
                <c:pt idx="36415">
                  <c:v>45693.51458333333</c:v>
                </c:pt>
                <c:pt idx="36416">
                  <c:v>45646.87222222222</c:v>
                </c:pt>
                <c:pt idx="36417">
                  <c:v>45642.811111111107</c:v>
                </c:pt>
                <c:pt idx="36418">
                  <c:v>45854.433333333327</c:v>
                </c:pt>
                <c:pt idx="36419">
                  <c:v>46016.683333333327</c:v>
                </c:pt>
                <c:pt idx="36420">
                  <c:v>45982.488194444442</c:v>
                </c:pt>
                <c:pt idx="36421">
                  <c:v>45994.373611111107</c:v>
                </c:pt>
                <c:pt idx="36422">
                  <c:v>45749.588194444441</c:v>
                </c:pt>
                <c:pt idx="36423">
                  <c:v>45749.588194444441</c:v>
                </c:pt>
                <c:pt idx="36424">
                  <c:v>45652.859722222223</c:v>
                </c:pt>
                <c:pt idx="36425">
                  <c:v>45652.859722222223</c:v>
                </c:pt>
                <c:pt idx="36426">
                  <c:v>45843.854861111111</c:v>
                </c:pt>
                <c:pt idx="36427">
                  <c:v>45802.76458333333</c:v>
                </c:pt>
                <c:pt idx="36428">
                  <c:v>45992.307638888888</c:v>
                </c:pt>
                <c:pt idx="36429">
                  <c:v>45657.434027777781</c:v>
                </c:pt>
                <c:pt idx="36430">
                  <c:v>45822.754861111112</c:v>
                </c:pt>
                <c:pt idx="36431">
                  <c:v>45695.354861111111</c:v>
                </c:pt>
                <c:pt idx="36432">
                  <c:v>45926.384722222218</c:v>
                </c:pt>
                <c:pt idx="36433">
                  <c:v>45559.588888888888</c:v>
                </c:pt>
                <c:pt idx="36434">
                  <c:v>45488.438194444447</c:v>
                </c:pt>
                <c:pt idx="36435">
                  <c:v>45392.488888888889</c:v>
                </c:pt>
                <c:pt idx="36436">
                  <c:v>45554.527777777781</c:v>
                </c:pt>
                <c:pt idx="36437">
                  <c:v>45839.748611111107</c:v>
                </c:pt>
                <c:pt idx="36438">
                  <c:v>45559.578472222223</c:v>
                </c:pt>
                <c:pt idx="36439">
                  <c:v>45370.79583333333</c:v>
                </c:pt>
                <c:pt idx="36440">
                  <c:v>45640.995833333327</c:v>
                </c:pt>
                <c:pt idx="36441">
                  <c:v>45777.993750000001</c:v>
                </c:pt>
                <c:pt idx="36442">
                  <c:v>45774.752083333333</c:v>
                </c:pt>
                <c:pt idx="36443">
                  <c:v>45986.892361111109</c:v>
                </c:pt>
                <c:pt idx="36444">
                  <c:v>45774.752083333333</c:v>
                </c:pt>
                <c:pt idx="36445">
                  <c:v>45986.892361111109</c:v>
                </c:pt>
                <c:pt idx="36446">
                  <c:v>45993.835416666669</c:v>
                </c:pt>
                <c:pt idx="36447">
                  <c:v>45809.822222222218</c:v>
                </c:pt>
                <c:pt idx="36448">
                  <c:v>45349.642361111109</c:v>
                </c:pt>
                <c:pt idx="36449">
                  <c:v>45378.851388888892</c:v>
                </c:pt>
                <c:pt idx="36450">
                  <c:v>45441.628472222219</c:v>
                </c:pt>
                <c:pt idx="36451">
                  <c:v>45722.597916666673</c:v>
                </c:pt>
                <c:pt idx="36452">
                  <c:v>45470.615277777782</c:v>
                </c:pt>
                <c:pt idx="36453">
                  <c:v>45390.65625</c:v>
                </c:pt>
                <c:pt idx="36454">
                  <c:v>45927.770833333343</c:v>
                </c:pt>
                <c:pt idx="36455">
                  <c:v>45313.504166666673</c:v>
                </c:pt>
                <c:pt idx="36456">
                  <c:v>45298.833333333343</c:v>
                </c:pt>
                <c:pt idx="36457">
                  <c:v>45814.676388888889</c:v>
                </c:pt>
                <c:pt idx="36458">
                  <c:v>45842.367361111108</c:v>
                </c:pt>
                <c:pt idx="36459">
                  <c:v>45807.03125</c:v>
                </c:pt>
                <c:pt idx="36460">
                  <c:v>45792.406944444447</c:v>
                </c:pt>
                <c:pt idx="36461">
                  <c:v>45776.48333333333</c:v>
                </c:pt>
                <c:pt idx="36462">
                  <c:v>45776.48333333333</c:v>
                </c:pt>
                <c:pt idx="36463">
                  <c:v>45792.406944444447</c:v>
                </c:pt>
                <c:pt idx="36464">
                  <c:v>45399.438194444447</c:v>
                </c:pt>
                <c:pt idx="36465">
                  <c:v>45854.613194444442</c:v>
                </c:pt>
                <c:pt idx="36466">
                  <c:v>45814.468055555553</c:v>
                </c:pt>
                <c:pt idx="36467">
                  <c:v>45615.415972222218</c:v>
                </c:pt>
                <c:pt idx="36468">
                  <c:v>45712.655555555553</c:v>
                </c:pt>
                <c:pt idx="36469">
                  <c:v>45793.588888888888</c:v>
                </c:pt>
                <c:pt idx="36470">
                  <c:v>45979.45416666667</c:v>
                </c:pt>
                <c:pt idx="36471">
                  <c:v>45838.631249999999</c:v>
                </c:pt>
                <c:pt idx="36472">
                  <c:v>45810.558333333327</c:v>
                </c:pt>
                <c:pt idx="36473">
                  <c:v>45330.537499999999</c:v>
                </c:pt>
                <c:pt idx="36474">
                  <c:v>45805.743750000001</c:v>
                </c:pt>
                <c:pt idx="36475">
                  <c:v>45623.712500000001</c:v>
                </c:pt>
                <c:pt idx="36476">
                  <c:v>45605.861111111109</c:v>
                </c:pt>
                <c:pt idx="36477">
                  <c:v>46008.760416666657</c:v>
                </c:pt>
                <c:pt idx="36478">
                  <c:v>45678.538194444453</c:v>
                </c:pt>
                <c:pt idx="36479">
                  <c:v>45828.550694444442</c:v>
                </c:pt>
                <c:pt idx="36480">
                  <c:v>45836.936111111107</c:v>
                </c:pt>
                <c:pt idx="36481">
                  <c:v>45733.518055555563</c:v>
                </c:pt>
                <c:pt idx="36482">
                  <c:v>45705.212500000001</c:v>
                </c:pt>
                <c:pt idx="36483">
                  <c:v>45705.212500000001</c:v>
                </c:pt>
                <c:pt idx="36484">
                  <c:v>45781.315972222219</c:v>
                </c:pt>
                <c:pt idx="36485">
                  <c:v>45781.315972222219</c:v>
                </c:pt>
                <c:pt idx="36486">
                  <c:v>45485.427777777782</c:v>
                </c:pt>
                <c:pt idx="36487">
                  <c:v>45918.420138888891</c:v>
                </c:pt>
                <c:pt idx="36488">
                  <c:v>45700.604166666657</c:v>
                </c:pt>
                <c:pt idx="36489">
                  <c:v>45588.40902777778</c:v>
                </c:pt>
                <c:pt idx="36490">
                  <c:v>45541.476388888892</c:v>
                </c:pt>
                <c:pt idx="36491">
                  <c:v>45821.923611111109</c:v>
                </c:pt>
                <c:pt idx="36492">
                  <c:v>45309.238194444442</c:v>
                </c:pt>
                <c:pt idx="36493">
                  <c:v>45874.782638888893</c:v>
                </c:pt>
                <c:pt idx="36494">
                  <c:v>45803.552777777782</c:v>
                </c:pt>
                <c:pt idx="36495">
                  <c:v>45420.499305555553</c:v>
                </c:pt>
                <c:pt idx="36496">
                  <c:v>45728.373611111107</c:v>
                </c:pt>
                <c:pt idx="36497">
                  <c:v>45347.878472222219</c:v>
                </c:pt>
                <c:pt idx="36498">
                  <c:v>45651.481249999997</c:v>
                </c:pt>
                <c:pt idx="36499">
                  <c:v>45396.479166666657</c:v>
                </c:pt>
                <c:pt idx="36500">
                  <c:v>45513.31527777778</c:v>
                </c:pt>
                <c:pt idx="36501">
                  <c:v>45375.711111111108</c:v>
                </c:pt>
                <c:pt idx="36502">
                  <c:v>45774.734722222223</c:v>
                </c:pt>
                <c:pt idx="36503">
                  <c:v>45957.40902777778</c:v>
                </c:pt>
                <c:pt idx="36504">
                  <c:v>45831.395833333343</c:v>
                </c:pt>
                <c:pt idx="36505">
                  <c:v>45914.057638888888</c:v>
                </c:pt>
                <c:pt idx="36506">
                  <c:v>45926.629861111112</c:v>
                </c:pt>
                <c:pt idx="36507">
                  <c:v>45841.802083333343</c:v>
                </c:pt>
                <c:pt idx="36508">
                  <c:v>46015.644444444442</c:v>
                </c:pt>
                <c:pt idx="36509">
                  <c:v>45972.539583333331</c:v>
                </c:pt>
                <c:pt idx="36510">
                  <c:v>45841.303472222222</c:v>
                </c:pt>
                <c:pt idx="36511">
                  <c:v>45953.407638888893</c:v>
                </c:pt>
                <c:pt idx="36512">
                  <c:v>45553.746527777781</c:v>
                </c:pt>
                <c:pt idx="36513">
                  <c:v>45599.506944444453</c:v>
                </c:pt>
                <c:pt idx="36514">
                  <c:v>45998.936111111107</c:v>
                </c:pt>
                <c:pt idx="36515">
                  <c:v>45333.4375</c:v>
                </c:pt>
                <c:pt idx="36516">
                  <c:v>45478.037499999999</c:v>
                </c:pt>
                <c:pt idx="36517">
                  <c:v>45863.082638888889</c:v>
                </c:pt>
                <c:pt idx="36518">
                  <c:v>45375.759722222218</c:v>
                </c:pt>
                <c:pt idx="36519">
                  <c:v>45720.440972222219</c:v>
                </c:pt>
                <c:pt idx="36520">
                  <c:v>45302.980555555558</c:v>
                </c:pt>
                <c:pt idx="36521">
                  <c:v>45436.03125</c:v>
                </c:pt>
                <c:pt idx="36522">
                  <c:v>45899.780555555553</c:v>
                </c:pt>
                <c:pt idx="36523">
                  <c:v>45789.06527777778</c:v>
                </c:pt>
                <c:pt idx="36524">
                  <c:v>45909.520138888889</c:v>
                </c:pt>
                <c:pt idx="36525">
                  <c:v>45850.440972222219</c:v>
                </c:pt>
                <c:pt idx="36526">
                  <c:v>45853.920138888891</c:v>
                </c:pt>
                <c:pt idx="36527">
                  <c:v>45725.811805555553</c:v>
                </c:pt>
                <c:pt idx="36528">
                  <c:v>45636.476388888892</c:v>
                </c:pt>
                <c:pt idx="36529">
                  <c:v>46019.368055555547</c:v>
                </c:pt>
                <c:pt idx="36530">
                  <c:v>45931.633333333331</c:v>
                </c:pt>
                <c:pt idx="36531">
                  <c:v>45903.488194444442</c:v>
                </c:pt>
                <c:pt idx="36532">
                  <c:v>45828.447916666657</c:v>
                </c:pt>
                <c:pt idx="36533">
                  <c:v>45771.572222222218</c:v>
                </c:pt>
                <c:pt idx="36534">
                  <c:v>45750.731944444437</c:v>
                </c:pt>
                <c:pt idx="36535">
                  <c:v>45732.522916666669</c:v>
                </c:pt>
                <c:pt idx="36536">
                  <c:v>45817.375694444447</c:v>
                </c:pt>
                <c:pt idx="36537">
                  <c:v>45951.76458333333</c:v>
                </c:pt>
                <c:pt idx="36538">
                  <c:v>45908.845138888893</c:v>
                </c:pt>
                <c:pt idx="36539">
                  <c:v>45858.824305555558</c:v>
                </c:pt>
                <c:pt idx="36540">
                  <c:v>45799.578472222223</c:v>
                </c:pt>
                <c:pt idx="36541">
                  <c:v>45831.613888888889</c:v>
                </c:pt>
                <c:pt idx="36542">
                  <c:v>45966.844444444447</c:v>
                </c:pt>
                <c:pt idx="36543">
                  <c:v>46020.429861111108</c:v>
                </c:pt>
                <c:pt idx="36544">
                  <c:v>45999.351388888892</c:v>
                </c:pt>
                <c:pt idx="36545">
                  <c:v>45810.399305555547</c:v>
                </c:pt>
                <c:pt idx="36546">
                  <c:v>45925.754861111112</c:v>
                </c:pt>
                <c:pt idx="36547">
                  <c:v>45782.520833333343</c:v>
                </c:pt>
                <c:pt idx="36548">
                  <c:v>45842.414583333331</c:v>
                </c:pt>
                <c:pt idx="36549">
                  <c:v>45874.607638888891</c:v>
                </c:pt>
                <c:pt idx="36550">
                  <c:v>45892.547222222223</c:v>
                </c:pt>
                <c:pt idx="36551">
                  <c:v>45983.482638888891</c:v>
                </c:pt>
                <c:pt idx="36552">
                  <c:v>45685.595138888893</c:v>
                </c:pt>
                <c:pt idx="36553">
                  <c:v>45680.45416666667</c:v>
                </c:pt>
                <c:pt idx="36554">
                  <c:v>45658.259722222218</c:v>
                </c:pt>
                <c:pt idx="36555">
                  <c:v>45532.404166666667</c:v>
                </c:pt>
                <c:pt idx="36556">
                  <c:v>45602.269444444442</c:v>
                </c:pt>
                <c:pt idx="36557">
                  <c:v>45489.652083333327</c:v>
                </c:pt>
                <c:pt idx="36558">
                  <c:v>45305.290277777778</c:v>
                </c:pt>
                <c:pt idx="36559">
                  <c:v>45636.364583333343</c:v>
                </c:pt>
                <c:pt idx="36560">
                  <c:v>46023.68472222222</c:v>
                </c:pt>
                <c:pt idx="36561">
                  <c:v>45684.362500000003</c:v>
                </c:pt>
                <c:pt idx="36562">
                  <c:v>45566.340277777781</c:v>
                </c:pt>
                <c:pt idx="36563">
                  <c:v>46014.707638888889</c:v>
                </c:pt>
                <c:pt idx="36564">
                  <c:v>45746.702777777777</c:v>
                </c:pt>
                <c:pt idx="36565">
                  <c:v>45883.473611111112</c:v>
                </c:pt>
                <c:pt idx="36566">
                  <c:v>45637.400694444441</c:v>
                </c:pt>
                <c:pt idx="36567">
                  <c:v>45491.495833333327</c:v>
                </c:pt>
                <c:pt idx="36568">
                  <c:v>45404.36041666667</c:v>
                </c:pt>
                <c:pt idx="36569">
                  <c:v>45974.419444444437</c:v>
                </c:pt>
                <c:pt idx="36570">
                  <c:v>45929.456944444442</c:v>
                </c:pt>
                <c:pt idx="36571">
                  <c:v>45791.668055555558</c:v>
                </c:pt>
                <c:pt idx="36572">
                  <c:v>45661.541666666657</c:v>
                </c:pt>
                <c:pt idx="36573">
                  <c:v>45523.431944444441</c:v>
                </c:pt>
                <c:pt idx="36574">
                  <c:v>45706.363888888889</c:v>
                </c:pt>
                <c:pt idx="36575">
                  <c:v>45546.347222222219</c:v>
                </c:pt>
                <c:pt idx="36576">
                  <c:v>45905.32916666667</c:v>
                </c:pt>
                <c:pt idx="36577">
                  <c:v>45327.34652777778</c:v>
                </c:pt>
                <c:pt idx="36578">
                  <c:v>45817.429861111108</c:v>
                </c:pt>
                <c:pt idx="36579">
                  <c:v>45615.386111111111</c:v>
                </c:pt>
                <c:pt idx="36580">
                  <c:v>45862.879861111112</c:v>
                </c:pt>
                <c:pt idx="36581">
                  <c:v>45382.434027777781</c:v>
                </c:pt>
                <c:pt idx="36582">
                  <c:v>45769.525000000001</c:v>
                </c:pt>
                <c:pt idx="36583">
                  <c:v>45924.400694444441</c:v>
                </c:pt>
                <c:pt idx="36584">
                  <c:v>45996.571527777778</c:v>
                </c:pt>
                <c:pt idx="36585">
                  <c:v>45587.352777777778</c:v>
                </c:pt>
                <c:pt idx="36586">
                  <c:v>45293.65625</c:v>
                </c:pt>
                <c:pt idx="36587">
                  <c:v>45439.353472222218</c:v>
                </c:pt>
                <c:pt idx="36588">
                  <c:v>45469.418055555558</c:v>
                </c:pt>
                <c:pt idx="36589">
                  <c:v>45723.588194444441</c:v>
                </c:pt>
                <c:pt idx="36590">
                  <c:v>45355.559027777781</c:v>
                </c:pt>
                <c:pt idx="36591">
                  <c:v>46023.467361111107</c:v>
                </c:pt>
                <c:pt idx="36592">
                  <c:v>46022.828472222223</c:v>
                </c:pt>
                <c:pt idx="36593">
                  <c:v>46019.65347222222</c:v>
                </c:pt>
                <c:pt idx="36594">
                  <c:v>46018.775694444441</c:v>
                </c:pt>
                <c:pt idx="36595">
                  <c:v>46017.920138888891</c:v>
                </c:pt>
                <c:pt idx="36596">
                  <c:v>45978.348611111112</c:v>
                </c:pt>
                <c:pt idx="36597">
                  <c:v>45975.67083333333</c:v>
                </c:pt>
                <c:pt idx="36598">
                  <c:v>45948.833333333343</c:v>
                </c:pt>
                <c:pt idx="36599">
                  <c:v>45948.833333333343</c:v>
                </c:pt>
                <c:pt idx="36600">
                  <c:v>45962.056250000001</c:v>
                </c:pt>
                <c:pt idx="36601">
                  <c:v>45943.943749999999</c:v>
                </c:pt>
                <c:pt idx="36602">
                  <c:v>45943.943749999999</c:v>
                </c:pt>
                <c:pt idx="36603">
                  <c:v>45962.056250000001</c:v>
                </c:pt>
                <c:pt idx="36604">
                  <c:v>45639.465277777781</c:v>
                </c:pt>
                <c:pt idx="36605">
                  <c:v>45903.352083333331</c:v>
                </c:pt>
                <c:pt idx="36606">
                  <c:v>45358.646527777782</c:v>
                </c:pt>
                <c:pt idx="36607">
                  <c:v>45914.379166666673</c:v>
                </c:pt>
                <c:pt idx="36608">
                  <c:v>45498.597222222219</c:v>
                </c:pt>
                <c:pt idx="36609">
                  <c:v>45987.469444444447</c:v>
                </c:pt>
                <c:pt idx="36610">
                  <c:v>45687.333333333343</c:v>
                </c:pt>
                <c:pt idx="36611">
                  <c:v>45767.438888888893</c:v>
                </c:pt>
                <c:pt idx="36612">
                  <c:v>45988.931944444441</c:v>
                </c:pt>
                <c:pt idx="36613">
                  <c:v>45837.490972222222</c:v>
                </c:pt>
                <c:pt idx="36614">
                  <c:v>45435.851388888892</c:v>
                </c:pt>
                <c:pt idx="36615">
                  <c:v>45454.427083333343</c:v>
                </c:pt>
                <c:pt idx="36616">
                  <c:v>45571.473611111112</c:v>
                </c:pt>
                <c:pt idx="36617">
                  <c:v>45540.375694444447</c:v>
                </c:pt>
                <c:pt idx="36618">
                  <c:v>45409.742361111108</c:v>
                </c:pt>
                <c:pt idx="36619">
                  <c:v>45870.814583333333</c:v>
                </c:pt>
                <c:pt idx="36620">
                  <c:v>45869.394444444442</c:v>
                </c:pt>
                <c:pt idx="36621">
                  <c:v>45856.56527777778</c:v>
                </c:pt>
                <c:pt idx="36622">
                  <c:v>45842.504861111112</c:v>
                </c:pt>
                <c:pt idx="36623">
                  <c:v>45841.027083333327</c:v>
                </c:pt>
                <c:pt idx="36624">
                  <c:v>45833.793055555558</c:v>
                </c:pt>
                <c:pt idx="36625">
                  <c:v>45826.788194444453</c:v>
                </c:pt>
                <c:pt idx="36626">
                  <c:v>45820.617361111108</c:v>
                </c:pt>
                <c:pt idx="36627">
                  <c:v>45818.82916666667</c:v>
                </c:pt>
                <c:pt idx="36628">
                  <c:v>45408.884722222218</c:v>
                </c:pt>
                <c:pt idx="36629">
                  <c:v>45580.697916666657</c:v>
                </c:pt>
                <c:pt idx="36630">
                  <c:v>45472.01666666667</c:v>
                </c:pt>
                <c:pt idx="36631">
                  <c:v>45610.593055555553</c:v>
                </c:pt>
                <c:pt idx="36632">
                  <c:v>45808.511805555558</c:v>
                </c:pt>
                <c:pt idx="36633">
                  <c:v>45809.717361111107</c:v>
                </c:pt>
                <c:pt idx="36634">
                  <c:v>45797.928472222222</c:v>
                </c:pt>
                <c:pt idx="36635">
                  <c:v>45783.552083333343</c:v>
                </c:pt>
                <c:pt idx="36636">
                  <c:v>45779.646527777782</c:v>
                </c:pt>
                <c:pt idx="36637">
                  <c:v>45775.675000000003</c:v>
                </c:pt>
                <c:pt idx="36638">
                  <c:v>45770.795138888891</c:v>
                </c:pt>
                <c:pt idx="36639">
                  <c:v>45761.429166666669</c:v>
                </c:pt>
                <c:pt idx="36640">
                  <c:v>45755.407638888893</c:v>
                </c:pt>
                <c:pt idx="36641">
                  <c:v>45737.661111111112</c:v>
                </c:pt>
                <c:pt idx="36642">
                  <c:v>45477.551388888889</c:v>
                </c:pt>
                <c:pt idx="36643">
                  <c:v>45323.370138888888</c:v>
                </c:pt>
                <c:pt idx="36644">
                  <c:v>46016.424305555563</c:v>
                </c:pt>
                <c:pt idx="36645">
                  <c:v>45378.79791666667</c:v>
                </c:pt>
                <c:pt idx="36646">
                  <c:v>45407.276388888888</c:v>
                </c:pt>
                <c:pt idx="36647">
                  <c:v>45891.545138888891</c:v>
                </c:pt>
                <c:pt idx="36648">
                  <c:v>45917.529861111107</c:v>
                </c:pt>
                <c:pt idx="36649">
                  <c:v>45603.560416666667</c:v>
                </c:pt>
                <c:pt idx="36650">
                  <c:v>45463.13958333333</c:v>
                </c:pt>
                <c:pt idx="36651">
                  <c:v>45875.134027777778</c:v>
                </c:pt>
                <c:pt idx="36652">
                  <c:v>45735.010416666657</c:v>
                </c:pt>
                <c:pt idx="36653">
                  <c:v>45533.306250000001</c:v>
                </c:pt>
                <c:pt idx="36654">
                  <c:v>45350.643750000003</c:v>
                </c:pt>
                <c:pt idx="36655">
                  <c:v>45745.688194444447</c:v>
                </c:pt>
                <c:pt idx="36656">
                  <c:v>45295.542361111111</c:v>
                </c:pt>
                <c:pt idx="36657">
                  <c:v>45987.004166666673</c:v>
                </c:pt>
                <c:pt idx="36658">
                  <c:v>45561.476388888892</c:v>
                </c:pt>
                <c:pt idx="36659">
                  <c:v>45721.335416666669</c:v>
                </c:pt>
                <c:pt idx="36660">
                  <c:v>45561.599305555559</c:v>
                </c:pt>
                <c:pt idx="36661">
                  <c:v>45576.36041666667</c:v>
                </c:pt>
                <c:pt idx="36662">
                  <c:v>45423.62777777778</c:v>
                </c:pt>
                <c:pt idx="36663">
                  <c:v>45945.37777777778</c:v>
                </c:pt>
                <c:pt idx="36664">
                  <c:v>45847.259722222218</c:v>
                </c:pt>
                <c:pt idx="36665">
                  <c:v>45725.606944444437</c:v>
                </c:pt>
                <c:pt idx="36666">
                  <c:v>45731.802777777782</c:v>
                </c:pt>
                <c:pt idx="36667">
                  <c:v>45729.915277777778</c:v>
                </c:pt>
                <c:pt idx="36668">
                  <c:v>45716.57708333333</c:v>
                </c:pt>
                <c:pt idx="36669">
                  <c:v>45696.828472222223</c:v>
                </c:pt>
                <c:pt idx="36670">
                  <c:v>45685.765277777777</c:v>
                </c:pt>
                <c:pt idx="36671">
                  <c:v>45660.650694444441</c:v>
                </c:pt>
                <c:pt idx="36672">
                  <c:v>45643.668055555558</c:v>
                </c:pt>
                <c:pt idx="36673">
                  <c:v>45637.793749999997</c:v>
                </c:pt>
                <c:pt idx="36674">
                  <c:v>45609.87222222222</c:v>
                </c:pt>
                <c:pt idx="36675">
                  <c:v>45402.742361111108</c:v>
                </c:pt>
                <c:pt idx="36676">
                  <c:v>46012.431250000001</c:v>
                </c:pt>
                <c:pt idx="36677">
                  <c:v>45612.411805555559</c:v>
                </c:pt>
                <c:pt idx="36678">
                  <c:v>45432.402083333327</c:v>
                </c:pt>
                <c:pt idx="36679">
                  <c:v>45507.344444444447</c:v>
                </c:pt>
                <c:pt idx="36680">
                  <c:v>46010.821527777778</c:v>
                </c:pt>
                <c:pt idx="36681">
                  <c:v>45697.59097222222</c:v>
                </c:pt>
                <c:pt idx="36682">
                  <c:v>45458.387499999997</c:v>
                </c:pt>
                <c:pt idx="36683">
                  <c:v>45806.92291666667</c:v>
                </c:pt>
                <c:pt idx="36684">
                  <c:v>45814.893055555563</c:v>
                </c:pt>
                <c:pt idx="36685">
                  <c:v>45774.926388888889</c:v>
                </c:pt>
                <c:pt idx="36686">
                  <c:v>45745.567361111112</c:v>
                </c:pt>
                <c:pt idx="36687">
                  <c:v>45984.513888888891</c:v>
                </c:pt>
                <c:pt idx="36688">
                  <c:v>45528.45</c:v>
                </c:pt>
                <c:pt idx="36689">
                  <c:v>45865.429861111108</c:v>
                </c:pt>
                <c:pt idx="36690">
                  <c:v>45353.438888888893</c:v>
                </c:pt>
                <c:pt idx="36691">
                  <c:v>45928.715277777781</c:v>
                </c:pt>
                <c:pt idx="36692">
                  <c:v>45591.712500000001</c:v>
                </c:pt>
                <c:pt idx="36693">
                  <c:v>45550.345833333333</c:v>
                </c:pt>
                <c:pt idx="36694">
                  <c:v>45848.688194444447</c:v>
                </c:pt>
                <c:pt idx="36695">
                  <c:v>45631.857638888891</c:v>
                </c:pt>
                <c:pt idx="36696">
                  <c:v>45656.39166666667</c:v>
                </c:pt>
                <c:pt idx="36697">
                  <c:v>45550.35</c:v>
                </c:pt>
                <c:pt idx="36698">
                  <c:v>45902.439583333333</c:v>
                </c:pt>
                <c:pt idx="36699">
                  <c:v>45483.450694444437</c:v>
                </c:pt>
                <c:pt idx="36700">
                  <c:v>45380.431250000001</c:v>
                </c:pt>
                <c:pt idx="36701">
                  <c:v>45996.161111111112</c:v>
                </c:pt>
                <c:pt idx="36702">
                  <c:v>45961.752083333333</c:v>
                </c:pt>
                <c:pt idx="36703">
                  <c:v>45956.811111111107</c:v>
                </c:pt>
                <c:pt idx="36704">
                  <c:v>45866.508333333331</c:v>
                </c:pt>
                <c:pt idx="36705">
                  <c:v>45865.739583333343</c:v>
                </c:pt>
                <c:pt idx="36706">
                  <c:v>45862.570833333331</c:v>
                </c:pt>
                <c:pt idx="36707">
                  <c:v>45830.394444444442</c:v>
                </c:pt>
                <c:pt idx="36708">
                  <c:v>45802.584722222222</c:v>
                </c:pt>
                <c:pt idx="36709">
                  <c:v>45337.785416666673</c:v>
                </c:pt>
                <c:pt idx="36710">
                  <c:v>45474.495833333327</c:v>
                </c:pt>
                <c:pt idx="36711">
                  <c:v>45564.69027777778</c:v>
                </c:pt>
                <c:pt idx="36712">
                  <c:v>45780.470138888893</c:v>
                </c:pt>
                <c:pt idx="36713">
                  <c:v>45626.781944444447</c:v>
                </c:pt>
                <c:pt idx="36714">
                  <c:v>45304.502083333333</c:v>
                </c:pt>
                <c:pt idx="36715">
                  <c:v>45865.70416666667</c:v>
                </c:pt>
                <c:pt idx="36716">
                  <c:v>45957.68472222222</c:v>
                </c:pt>
                <c:pt idx="36717">
                  <c:v>45418.683333333327</c:v>
                </c:pt>
                <c:pt idx="36718">
                  <c:v>45725.652777777781</c:v>
                </c:pt>
                <c:pt idx="36719">
                  <c:v>45916.686805555553</c:v>
                </c:pt>
                <c:pt idx="36720">
                  <c:v>45504.675694444442</c:v>
                </c:pt>
                <c:pt idx="36721">
                  <c:v>45989.731944444437</c:v>
                </c:pt>
                <c:pt idx="36722">
                  <c:v>45821.82708333333</c:v>
                </c:pt>
                <c:pt idx="36723">
                  <c:v>45682.034722222219</c:v>
                </c:pt>
                <c:pt idx="36724">
                  <c:v>45882.878472222219</c:v>
                </c:pt>
                <c:pt idx="36725">
                  <c:v>45866.923611111109</c:v>
                </c:pt>
                <c:pt idx="36726">
                  <c:v>45848.15902777778</c:v>
                </c:pt>
                <c:pt idx="36727">
                  <c:v>45788.943055555559</c:v>
                </c:pt>
                <c:pt idx="36728">
                  <c:v>45700.920138888891</c:v>
                </c:pt>
                <c:pt idx="36729">
                  <c:v>45992.904166666667</c:v>
                </c:pt>
                <c:pt idx="36730">
                  <c:v>45756.681944444441</c:v>
                </c:pt>
                <c:pt idx="36731">
                  <c:v>45756.681944444441</c:v>
                </c:pt>
                <c:pt idx="36732">
                  <c:v>45992.904166666667</c:v>
                </c:pt>
                <c:pt idx="36733">
                  <c:v>45597.845833333333</c:v>
                </c:pt>
                <c:pt idx="36734">
                  <c:v>45895.628472222219</c:v>
                </c:pt>
                <c:pt idx="36735">
                  <c:v>45773.71597222222</c:v>
                </c:pt>
                <c:pt idx="36736">
                  <c:v>45598.503472222219</c:v>
                </c:pt>
                <c:pt idx="36737">
                  <c:v>45989.378472222219</c:v>
                </c:pt>
                <c:pt idx="36738">
                  <c:v>45745.452777777777</c:v>
                </c:pt>
                <c:pt idx="36739">
                  <c:v>45652.429861111108</c:v>
                </c:pt>
                <c:pt idx="36740">
                  <c:v>45862.890972222223</c:v>
                </c:pt>
                <c:pt idx="36741">
                  <c:v>45898.652083333327</c:v>
                </c:pt>
                <c:pt idx="36742">
                  <c:v>45714.746527777781</c:v>
                </c:pt>
                <c:pt idx="36743">
                  <c:v>45801.470138888893</c:v>
                </c:pt>
                <c:pt idx="36744">
                  <c:v>45958.78402777778</c:v>
                </c:pt>
                <c:pt idx="36745">
                  <c:v>45632.832638888889</c:v>
                </c:pt>
                <c:pt idx="36746">
                  <c:v>45927.627083333333</c:v>
                </c:pt>
                <c:pt idx="36747">
                  <c:v>46013.472222222219</c:v>
                </c:pt>
                <c:pt idx="36748">
                  <c:v>45829.395833333343</c:v>
                </c:pt>
                <c:pt idx="36749">
                  <c:v>45682.547222222223</c:v>
                </c:pt>
                <c:pt idx="36750">
                  <c:v>45614.001388888893</c:v>
                </c:pt>
                <c:pt idx="36751">
                  <c:v>45926.892361111109</c:v>
                </c:pt>
                <c:pt idx="36752">
                  <c:v>45926.892361111109</c:v>
                </c:pt>
                <c:pt idx="36753">
                  <c:v>45614.001388888893</c:v>
                </c:pt>
                <c:pt idx="36754">
                  <c:v>45614.571527777778</c:v>
                </c:pt>
                <c:pt idx="36755">
                  <c:v>45614.571527777778</c:v>
                </c:pt>
                <c:pt idx="36756">
                  <c:v>45947.04583333333</c:v>
                </c:pt>
                <c:pt idx="36757">
                  <c:v>45947.04583333333</c:v>
                </c:pt>
                <c:pt idx="36758">
                  <c:v>45808.397916666669</c:v>
                </c:pt>
                <c:pt idx="36759">
                  <c:v>45784.65902777778</c:v>
                </c:pt>
                <c:pt idx="36760">
                  <c:v>45715.879166666673</c:v>
                </c:pt>
                <c:pt idx="36761">
                  <c:v>45695.760416666657</c:v>
                </c:pt>
                <c:pt idx="36762">
                  <c:v>45974.663888888892</c:v>
                </c:pt>
                <c:pt idx="36763">
                  <c:v>45728.631944444453</c:v>
                </c:pt>
                <c:pt idx="36764">
                  <c:v>45706.939583333333</c:v>
                </c:pt>
                <c:pt idx="36765">
                  <c:v>45967.73333333333</c:v>
                </c:pt>
                <c:pt idx="36766">
                  <c:v>45941.894444444442</c:v>
                </c:pt>
                <c:pt idx="36767">
                  <c:v>45851.822222222218</c:v>
                </c:pt>
                <c:pt idx="36768">
                  <c:v>45894.991666666669</c:v>
                </c:pt>
                <c:pt idx="36769">
                  <c:v>45830.996527777781</c:v>
                </c:pt>
                <c:pt idx="36770">
                  <c:v>45309.97152777778</c:v>
                </c:pt>
                <c:pt idx="36771">
                  <c:v>45937.606249999997</c:v>
                </c:pt>
                <c:pt idx="36772">
                  <c:v>45979.951388888891</c:v>
                </c:pt>
                <c:pt idx="36773">
                  <c:v>45627.78125</c:v>
                </c:pt>
                <c:pt idx="36774">
                  <c:v>45532.020138888889</c:v>
                </c:pt>
                <c:pt idx="36775">
                  <c:v>45847.99722222222</c:v>
                </c:pt>
                <c:pt idx="36776">
                  <c:v>45726.618750000001</c:v>
                </c:pt>
                <c:pt idx="36777">
                  <c:v>45760.631249999999</c:v>
                </c:pt>
                <c:pt idx="36778">
                  <c:v>45433.634027777778</c:v>
                </c:pt>
                <c:pt idx="36779">
                  <c:v>45739.796527777777</c:v>
                </c:pt>
                <c:pt idx="36780">
                  <c:v>45678.679166666669</c:v>
                </c:pt>
                <c:pt idx="36781">
                  <c:v>45622.976388888892</c:v>
                </c:pt>
                <c:pt idx="36782">
                  <c:v>45929.919444444437</c:v>
                </c:pt>
                <c:pt idx="36783">
                  <c:v>45754.845138888893</c:v>
                </c:pt>
                <c:pt idx="36784">
                  <c:v>46021.916666666657</c:v>
                </c:pt>
                <c:pt idx="36785">
                  <c:v>45989.463194444441</c:v>
                </c:pt>
                <c:pt idx="36786">
                  <c:v>45928.665972222218</c:v>
                </c:pt>
                <c:pt idx="36787">
                  <c:v>45885.947222222218</c:v>
                </c:pt>
                <c:pt idx="36788">
                  <c:v>45806.385416666657</c:v>
                </c:pt>
                <c:pt idx="36789">
                  <c:v>45363.787499999999</c:v>
                </c:pt>
                <c:pt idx="36790">
                  <c:v>45334.279166666667</c:v>
                </c:pt>
                <c:pt idx="36791">
                  <c:v>45334.279166666667</c:v>
                </c:pt>
                <c:pt idx="36792">
                  <c:v>45395.359722222223</c:v>
                </c:pt>
                <c:pt idx="36793">
                  <c:v>45395.359722222223</c:v>
                </c:pt>
                <c:pt idx="36794">
                  <c:v>45432.907638888893</c:v>
                </c:pt>
                <c:pt idx="36795">
                  <c:v>45474.282638888893</c:v>
                </c:pt>
                <c:pt idx="36796">
                  <c:v>45834.22152777778</c:v>
                </c:pt>
                <c:pt idx="36797">
                  <c:v>45474.282638888893</c:v>
                </c:pt>
                <c:pt idx="36798">
                  <c:v>45717.386111111111</c:v>
                </c:pt>
                <c:pt idx="36799">
                  <c:v>45432.907638888893</c:v>
                </c:pt>
                <c:pt idx="36800">
                  <c:v>45646.628472222219</c:v>
                </c:pt>
                <c:pt idx="36801">
                  <c:v>45305.40347222222</c:v>
                </c:pt>
                <c:pt idx="36802">
                  <c:v>45305.40347222222</c:v>
                </c:pt>
                <c:pt idx="36803">
                  <c:v>45363.787499999999</c:v>
                </c:pt>
                <c:pt idx="36804">
                  <c:v>45857.537499999999</c:v>
                </c:pt>
                <c:pt idx="36805">
                  <c:v>45717.386111111111</c:v>
                </c:pt>
                <c:pt idx="36806">
                  <c:v>45986.224305555559</c:v>
                </c:pt>
                <c:pt idx="36807">
                  <c:v>45498.556944444441</c:v>
                </c:pt>
                <c:pt idx="36808">
                  <c:v>45682.746527777781</c:v>
                </c:pt>
                <c:pt idx="36809">
                  <c:v>45834.22152777778</c:v>
                </c:pt>
                <c:pt idx="36810">
                  <c:v>45749.728472222218</c:v>
                </c:pt>
                <c:pt idx="36811">
                  <c:v>45682.746527777781</c:v>
                </c:pt>
                <c:pt idx="36812">
                  <c:v>45749.728472222218</c:v>
                </c:pt>
                <c:pt idx="36813">
                  <c:v>45986.224305555559</c:v>
                </c:pt>
                <c:pt idx="36814">
                  <c:v>45498.556944444441</c:v>
                </c:pt>
                <c:pt idx="36815">
                  <c:v>45646.628472222219</c:v>
                </c:pt>
                <c:pt idx="36816">
                  <c:v>45857.537499999999</c:v>
                </c:pt>
                <c:pt idx="36817">
                  <c:v>45517.834722222222</c:v>
                </c:pt>
                <c:pt idx="36818">
                  <c:v>45517.834722222222</c:v>
                </c:pt>
                <c:pt idx="36819">
                  <c:v>45740.729166666657</c:v>
                </c:pt>
                <c:pt idx="36820">
                  <c:v>45814.479166666657</c:v>
                </c:pt>
                <c:pt idx="36821">
                  <c:v>45757.810416666667</c:v>
                </c:pt>
                <c:pt idx="36822">
                  <c:v>45780.720833333333</c:v>
                </c:pt>
                <c:pt idx="36823">
                  <c:v>45845.852777777778</c:v>
                </c:pt>
                <c:pt idx="36824">
                  <c:v>45935.73333333333</c:v>
                </c:pt>
                <c:pt idx="36825">
                  <c:v>45757.768055555563</c:v>
                </c:pt>
                <c:pt idx="36826">
                  <c:v>45991.910416666673</c:v>
                </c:pt>
                <c:pt idx="36827">
                  <c:v>45856.338194444441</c:v>
                </c:pt>
                <c:pt idx="36828">
                  <c:v>45692.252083333333</c:v>
                </c:pt>
                <c:pt idx="36829">
                  <c:v>45598.23541666667</c:v>
                </c:pt>
                <c:pt idx="36830">
                  <c:v>46019.488194444442</c:v>
                </c:pt>
                <c:pt idx="36831">
                  <c:v>45301.296527777777</c:v>
                </c:pt>
                <c:pt idx="36832">
                  <c:v>45412.378472222219</c:v>
                </c:pt>
                <c:pt idx="36833">
                  <c:v>45950.461111111108</c:v>
                </c:pt>
                <c:pt idx="36834">
                  <c:v>45534.302083333343</c:v>
                </c:pt>
                <c:pt idx="36835">
                  <c:v>45376.631944444453</c:v>
                </c:pt>
                <c:pt idx="36836">
                  <c:v>45610.745138888888</c:v>
                </c:pt>
                <c:pt idx="36837">
                  <c:v>45343.327777777777</c:v>
                </c:pt>
                <c:pt idx="36838">
                  <c:v>45823.340277777781</c:v>
                </c:pt>
                <c:pt idx="36839">
                  <c:v>45446.431250000001</c:v>
                </c:pt>
                <c:pt idx="36840">
                  <c:v>45901.897222222222</c:v>
                </c:pt>
                <c:pt idx="36841">
                  <c:v>45730.435416666667</c:v>
                </c:pt>
                <c:pt idx="36842">
                  <c:v>45442.316666666673</c:v>
                </c:pt>
                <c:pt idx="36843">
                  <c:v>45574.323611111111</c:v>
                </c:pt>
                <c:pt idx="36844">
                  <c:v>45791.379166666673</c:v>
                </c:pt>
                <c:pt idx="36845">
                  <c:v>45771.862500000003</c:v>
                </c:pt>
                <c:pt idx="36846">
                  <c:v>45653.57916666667</c:v>
                </c:pt>
                <c:pt idx="36847">
                  <c:v>45492.381249999999</c:v>
                </c:pt>
                <c:pt idx="36848">
                  <c:v>45724.436805555553</c:v>
                </c:pt>
                <c:pt idx="36849">
                  <c:v>45646.068749999999</c:v>
                </c:pt>
                <c:pt idx="36850">
                  <c:v>45938.321527777778</c:v>
                </c:pt>
                <c:pt idx="36851">
                  <c:v>45960.587500000001</c:v>
                </c:pt>
                <c:pt idx="36852">
                  <c:v>45810.216666666667</c:v>
                </c:pt>
                <c:pt idx="36853">
                  <c:v>45783.025694444441</c:v>
                </c:pt>
                <c:pt idx="36854">
                  <c:v>45709.701388888891</c:v>
                </c:pt>
                <c:pt idx="36855">
                  <c:v>45658.633333333331</c:v>
                </c:pt>
                <c:pt idx="36856">
                  <c:v>45640.032638888893</c:v>
                </c:pt>
                <c:pt idx="36857">
                  <c:v>45697.902083333327</c:v>
                </c:pt>
                <c:pt idx="36858">
                  <c:v>45709.412499999999</c:v>
                </c:pt>
                <c:pt idx="36859">
                  <c:v>45472.390277777777</c:v>
                </c:pt>
                <c:pt idx="36860">
                  <c:v>45976.981249999997</c:v>
                </c:pt>
                <c:pt idx="36861">
                  <c:v>45967.327777777777</c:v>
                </c:pt>
                <c:pt idx="36862">
                  <c:v>45585.172222222223</c:v>
                </c:pt>
                <c:pt idx="36863">
                  <c:v>45709.537499999999</c:v>
                </c:pt>
                <c:pt idx="36864">
                  <c:v>45351.439583333333</c:v>
                </c:pt>
                <c:pt idx="36865">
                  <c:v>45324.707638888889</c:v>
                </c:pt>
                <c:pt idx="36866">
                  <c:v>45618.573611111111</c:v>
                </c:pt>
                <c:pt idx="36867">
                  <c:v>45548.517361111109</c:v>
                </c:pt>
                <c:pt idx="36868">
                  <c:v>45917.953472222223</c:v>
                </c:pt>
                <c:pt idx="36869">
                  <c:v>45662.131249999999</c:v>
                </c:pt>
                <c:pt idx="36870">
                  <c:v>45633.038194444453</c:v>
                </c:pt>
                <c:pt idx="36871">
                  <c:v>45966.318749999999</c:v>
                </c:pt>
                <c:pt idx="36872">
                  <c:v>45630.819444444453</c:v>
                </c:pt>
                <c:pt idx="36873">
                  <c:v>45591.724305555559</c:v>
                </c:pt>
                <c:pt idx="36874">
                  <c:v>45859.448611111111</c:v>
                </c:pt>
                <c:pt idx="36875">
                  <c:v>45796.811111111107</c:v>
                </c:pt>
                <c:pt idx="36876">
                  <c:v>45895.716666666667</c:v>
                </c:pt>
                <c:pt idx="36877">
                  <c:v>45793.885416666657</c:v>
                </c:pt>
                <c:pt idx="36878">
                  <c:v>45980.763888888891</c:v>
                </c:pt>
                <c:pt idx="36879">
                  <c:v>45708.793749999997</c:v>
                </c:pt>
                <c:pt idx="36880">
                  <c:v>45768.625</c:v>
                </c:pt>
                <c:pt idx="36881">
                  <c:v>45834.530555555553</c:v>
                </c:pt>
                <c:pt idx="36882">
                  <c:v>45934.731249999997</c:v>
                </c:pt>
                <c:pt idx="36883">
                  <c:v>45841.588194444441</c:v>
                </c:pt>
                <c:pt idx="36884">
                  <c:v>45732.745833333327</c:v>
                </c:pt>
                <c:pt idx="36885">
                  <c:v>45648.211805555547</c:v>
                </c:pt>
                <c:pt idx="36886">
                  <c:v>45815.621527777781</c:v>
                </c:pt>
                <c:pt idx="36887">
                  <c:v>45685.488194444442</c:v>
                </c:pt>
                <c:pt idx="36888">
                  <c:v>45599.409722222219</c:v>
                </c:pt>
                <c:pt idx="36889">
                  <c:v>45599.409722222219</c:v>
                </c:pt>
                <c:pt idx="36890">
                  <c:v>45685.488194444442</c:v>
                </c:pt>
                <c:pt idx="36891">
                  <c:v>45815.621527777781</c:v>
                </c:pt>
                <c:pt idx="36892">
                  <c:v>45527.421527777777</c:v>
                </c:pt>
                <c:pt idx="36893">
                  <c:v>45661.525000000001</c:v>
                </c:pt>
                <c:pt idx="36894">
                  <c:v>45563.655555555553</c:v>
                </c:pt>
                <c:pt idx="36895">
                  <c:v>45516.771527777782</c:v>
                </c:pt>
                <c:pt idx="36896">
                  <c:v>45904.143055555563</c:v>
                </c:pt>
                <c:pt idx="36897">
                  <c:v>45953.443749999999</c:v>
                </c:pt>
                <c:pt idx="36898">
                  <c:v>45828.94027777778</c:v>
                </c:pt>
                <c:pt idx="36899">
                  <c:v>45940.699305555558</c:v>
                </c:pt>
                <c:pt idx="36900">
                  <c:v>45512.811111111107</c:v>
                </c:pt>
                <c:pt idx="36901">
                  <c:v>45571.495833333327</c:v>
                </c:pt>
                <c:pt idx="36902">
                  <c:v>45471.324999999997</c:v>
                </c:pt>
                <c:pt idx="36903">
                  <c:v>45509.460416666669</c:v>
                </c:pt>
                <c:pt idx="36904">
                  <c:v>45313.472916666673</c:v>
                </c:pt>
                <c:pt idx="36905">
                  <c:v>45920.716666666667</c:v>
                </c:pt>
                <c:pt idx="36906">
                  <c:v>45545.521527777782</c:v>
                </c:pt>
                <c:pt idx="36907">
                  <c:v>45545.513194444437</c:v>
                </c:pt>
                <c:pt idx="36908">
                  <c:v>45505.381249999999</c:v>
                </c:pt>
                <c:pt idx="36909">
                  <c:v>45625.529861111107</c:v>
                </c:pt>
                <c:pt idx="36910">
                  <c:v>45348.635416666657</c:v>
                </c:pt>
                <c:pt idx="36911">
                  <c:v>45377.770833333343</c:v>
                </c:pt>
                <c:pt idx="36912">
                  <c:v>45841.821527777778</c:v>
                </c:pt>
                <c:pt idx="36913">
                  <c:v>45921.652083333327</c:v>
                </c:pt>
                <c:pt idx="36914">
                  <c:v>45866.882638888892</c:v>
                </c:pt>
                <c:pt idx="36915">
                  <c:v>45788.908333333333</c:v>
                </c:pt>
                <c:pt idx="36916">
                  <c:v>45664.92291666667</c:v>
                </c:pt>
                <c:pt idx="36917">
                  <c:v>45849.618055555547</c:v>
                </c:pt>
                <c:pt idx="36918">
                  <c:v>45849.618055555547</c:v>
                </c:pt>
                <c:pt idx="36919">
                  <c:v>45630.731249999997</c:v>
                </c:pt>
                <c:pt idx="36920">
                  <c:v>45470.536805555559</c:v>
                </c:pt>
                <c:pt idx="36921">
                  <c:v>45503.104166666657</c:v>
                </c:pt>
                <c:pt idx="36922">
                  <c:v>46013.99722222222</c:v>
                </c:pt>
                <c:pt idx="36923">
                  <c:v>45986.507638888892</c:v>
                </c:pt>
                <c:pt idx="36924">
                  <c:v>45715.243055555547</c:v>
                </c:pt>
                <c:pt idx="36925">
                  <c:v>45538.680555555547</c:v>
                </c:pt>
                <c:pt idx="36926">
                  <c:v>45623.868055555547</c:v>
                </c:pt>
                <c:pt idx="36927">
                  <c:v>45961.490277777782</c:v>
                </c:pt>
                <c:pt idx="36928">
                  <c:v>45744.550694444442</c:v>
                </c:pt>
                <c:pt idx="36929">
                  <c:v>45896.147916666669</c:v>
                </c:pt>
                <c:pt idx="36930">
                  <c:v>46010.5625</c:v>
                </c:pt>
                <c:pt idx="36931">
                  <c:v>45489.645833333343</c:v>
                </c:pt>
                <c:pt idx="36932">
                  <c:v>45989.617361111108</c:v>
                </c:pt>
                <c:pt idx="36933">
                  <c:v>45469.20208333333</c:v>
                </c:pt>
                <c:pt idx="36934">
                  <c:v>45776.802777777782</c:v>
                </c:pt>
                <c:pt idx="36935">
                  <c:v>45955.517361111109</c:v>
                </c:pt>
                <c:pt idx="36936">
                  <c:v>45923.597916666673</c:v>
                </c:pt>
                <c:pt idx="36937">
                  <c:v>46023.938194444447</c:v>
                </c:pt>
                <c:pt idx="36938">
                  <c:v>46021.665277777778</c:v>
                </c:pt>
                <c:pt idx="36939">
                  <c:v>46020.623611111107</c:v>
                </c:pt>
                <c:pt idx="36940">
                  <c:v>45923.04791666667</c:v>
                </c:pt>
                <c:pt idx="36941">
                  <c:v>45943.838888888888</c:v>
                </c:pt>
                <c:pt idx="36942">
                  <c:v>45889.751388888893</c:v>
                </c:pt>
                <c:pt idx="36943">
                  <c:v>45909.890972222223</c:v>
                </c:pt>
                <c:pt idx="36944">
                  <c:v>45335.04791666667</c:v>
                </c:pt>
                <c:pt idx="36945">
                  <c:v>45687.919444444437</c:v>
                </c:pt>
                <c:pt idx="36946">
                  <c:v>45810.683333333327</c:v>
                </c:pt>
                <c:pt idx="36947">
                  <c:v>45974.067361111112</c:v>
                </c:pt>
                <c:pt idx="36948">
                  <c:v>45716.72152777778</c:v>
                </c:pt>
                <c:pt idx="36949">
                  <c:v>46018.625</c:v>
                </c:pt>
                <c:pt idx="36950">
                  <c:v>46009.854166666657</c:v>
                </c:pt>
                <c:pt idx="36951">
                  <c:v>45996.186805555553</c:v>
                </c:pt>
                <c:pt idx="36952">
                  <c:v>45982.474999999999</c:v>
                </c:pt>
                <c:pt idx="36953">
                  <c:v>45961.442361111112</c:v>
                </c:pt>
                <c:pt idx="36954">
                  <c:v>45951.63958333333</c:v>
                </c:pt>
                <c:pt idx="36955">
                  <c:v>45910.327777777777</c:v>
                </c:pt>
                <c:pt idx="36956">
                  <c:v>45888.919444444437</c:v>
                </c:pt>
                <c:pt idx="36957">
                  <c:v>45830.836111111108</c:v>
                </c:pt>
                <c:pt idx="36958">
                  <c:v>45598.605555555558</c:v>
                </c:pt>
                <c:pt idx="36959">
                  <c:v>45544.418055555558</c:v>
                </c:pt>
                <c:pt idx="36960">
                  <c:v>45726.370833333327</c:v>
                </c:pt>
                <c:pt idx="36961">
                  <c:v>45685.298611111109</c:v>
                </c:pt>
                <c:pt idx="36962">
                  <c:v>45825.888888888891</c:v>
                </c:pt>
                <c:pt idx="36963">
                  <c:v>45853.506249999999</c:v>
                </c:pt>
                <c:pt idx="36964">
                  <c:v>45571.450694444437</c:v>
                </c:pt>
                <c:pt idx="36965">
                  <c:v>45746.809027777781</c:v>
                </c:pt>
                <c:pt idx="36966">
                  <c:v>45952.697222222218</c:v>
                </c:pt>
                <c:pt idx="36967">
                  <c:v>45660.426388888889</c:v>
                </c:pt>
                <c:pt idx="36968">
                  <c:v>45335.753472222219</c:v>
                </c:pt>
                <c:pt idx="36969">
                  <c:v>45875.716666666667</c:v>
                </c:pt>
                <c:pt idx="36970">
                  <c:v>45643.554861111108</c:v>
                </c:pt>
                <c:pt idx="36971">
                  <c:v>45898.390972222223</c:v>
                </c:pt>
                <c:pt idx="36972">
                  <c:v>45791.393055555563</c:v>
                </c:pt>
                <c:pt idx="36973">
                  <c:v>45621.583333333343</c:v>
                </c:pt>
                <c:pt idx="36974">
                  <c:v>45810.222222222219</c:v>
                </c:pt>
                <c:pt idx="36975">
                  <c:v>46005.421527777777</c:v>
                </c:pt>
                <c:pt idx="36976">
                  <c:v>45711.634722222218</c:v>
                </c:pt>
                <c:pt idx="36977">
                  <c:v>45863.681944444441</c:v>
                </c:pt>
                <c:pt idx="36978">
                  <c:v>45846.039583333331</c:v>
                </c:pt>
                <c:pt idx="36979">
                  <c:v>45844.397916666669</c:v>
                </c:pt>
                <c:pt idx="36980">
                  <c:v>45836.717361111107</c:v>
                </c:pt>
                <c:pt idx="36981">
                  <c:v>45832.965277777781</c:v>
                </c:pt>
                <c:pt idx="36982">
                  <c:v>45811.939583333333</c:v>
                </c:pt>
                <c:pt idx="36983">
                  <c:v>45808.35</c:v>
                </c:pt>
                <c:pt idx="36984">
                  <c:v>45792.606249999997</c:v>
                </c:pt>
                <c:pt idx="36985">
                  <c:v>45738.505555555559</c:v>
                </c:pt>
                <c:pt idx="36986">
                  <c:v>45610.478472222218</c:v>
                </c:pt>
                <c:pt idx="36987">
                  <c:v>46014.393750000003</c:v>
                </c:pt>
                <c:pt idx="36988">
                  <c:v>45360.575694444437</c:v>
                </c:pt>
                <c:pt idx="36989">
                  <c:v>45539.272916666669</c:v>
                </c:pt>
                <c:pt idx="36990">
                  <c:v>45407.492361111108</c:v>
                </c:pt>
                <c:pt idx="36991">
                  <c:v>45709.597222222219</c:v>
                </c:pt>
                <c:pt idx="36992">
                  <c:v>45327.535416666673</c:v>
                </c:pt>
                <c:pt idx="36993">
                  <c:v>45927.600694444453</c:v>
                </c:pt>
                <c:pt idx="36994">
                  <c:v>45828.336111111108</c:v>
                </c:pt>
                <c:pt idx="36995">
                  <c:v>45703.466666666667</c:v>
                </c:pt>
                <c:pt idx="36996">
                  <c:v>45458.511111111111</c:v>
                </c:pt>
                <c:pt idx="36997">
                  <c:v>45792.34097222222</c:v>
                </c:pt>
                <c:pt idx="36998">
                  <c:v>45768.716666666667</c:v>
                </c:pt>
                <c:pt idx="36999">
                  <c:v>45747.625694444447</c:v>
                </c:pt>
                <c:pt idx="37000">
                  <c:v>45737.566666666673</c:v>
                </c:pt>
                <c:pt idx="37001">
                  <c:v>45740.813194444447</c:v>
                </c:pt>
                <c:pt idx="37002">
                  <c:v>45733.43472222222</c:v>
                </c:pt>
                <c:pt idx="37003">
                  <c:v>45718.39166666667</c:v>
                </c:pt>
                <c:pt idx="37004">
                  <c:v>45714.345138888893</c:v>
                </c:pt>
                <c:pt idx="37005">
                  <c:v>45695.59375</c:v>
                </c:pt>
                <c:pt idx="37006">
                  <c:v>45683.670138888891</c:v>
                </c:pt>
                <c:pt idx="37007">
                  <c:v>45787.005555555559</c:v>
                </c:pt>
                <c:pt idx="37008">
                  <c:v>45367.17291666667</c:v>
                </c:pt>
                <c:pt idx="37009">
                  <c:v>45461.490277777782</c:v>
                </c:pt>
                <c:pt idx="37010">
                  <c:v>45697.488888888889</c:v>
                </c:pt>
                <c:pt idx="37011">
                  <c:v>45367.17291666667</c:v>
                </c:pt>
                <c:pt idx="37012">
                  <c:v>45935.543749999997</c:v>
                </c:pt>
                <c:pt idx="37013">
                  <c:v>45367.17291666667</c:v>
                </c:pt>
                <c:pt idx="37014">
                  <c:v>45461.490277777782</c:v>
                </c:pt>
                <c:pt idx="37015">
                  <c:v>45367.17291666667</c:v>
                </c:pt>
                <c:pt idx="37016">
                  <c:v>45697.488888888889</c:v>
                </c:pt>
                <c:pt idx="37017">
                  <c:v>45857.311111111107</c:v>
                </c:pt>
                <c:pt idx="37018">
                  <c:v>45857.311111111107</c:v>
                </c:pt>
                <c:pt idx="37019">
                  <c:v>45461.490277777782</c:v>
                </c:pt>
                <c:pt idx="37020">
                  <c:v>45857.311111111107</c:v>
                </c:pt>
                <c:pt idx="37021">
                  <c:v>45548.885416666657</c:v>
                </c:pt>
                <c:pt idx="37022">
                  <c:v>45548.885416666657</c:v>
                </c:pt>
                <c:pt idx="37023">
                  <c:v>45548.885416666657</c:v>
                </c:pt>
                <c:pt idx="37024">
                  <c:v>45548.885416666657</c:v>
                </c:pt>
                <c:pt idx="37025">
                  <c:v>45935.543749999997</c:v>
                </c:pt>
                <c:pt idx="37026">
                  <c:v>45697.488888888889</c:v>
                </c:pt>
                <c:pt idx="37027">
                  <c:v>45787.005555555559</c:v>
                </c:pt>
                <c:pt idx="37028">
                  <c:v>45697.488888888889</c:v>
                </c:pt>
                <c:pt idx="37029">
                  <c:v>45461.490277777782</c:v>
                </c:pt>
                <c:pt idx="37030">
                  <c:v>45857.311111111107</c:v>
                </c:pt>
                <c:pt idx="37031">
                  <c:v>45787.005555555559</c:v>
                </c:pt>
                <c:pt idx="37032">
                  <c:v>45921.26666666667</c:v>
                </c:pt>
                <c:pt idx="37033">
                  <c:v>45613.370138888888</c:v>
                </c:pt>
                <c:pt idx="37034">
                  <c:v>45613.370138888888</c:v>
                </c:pt>
                <c:pt idx="37035">
                  <c:v>45935.543749999997</c:v>
                </c:pt>
                <c:pt idx="37036">
                  <c:v>45921.26666666667</c:v>
                </c:pt>
                <c:pt idx="37037">
                  <c:v>45921.26666666667</c:v>
                </c:pt>
                <c:pt idx="37038">
                  <c:v>45921.26666666667</c:v>
                </c:pt>
                <c:pt idx="37039">
                  <c:v>45935.543749999997</c:v>
                </c:pt>
                <c:pt idx="37040">
                  <c:v>45613.370138888888</c:v>
                </c:pt>
                <c:pt idx="37041">
                  <c:v>45613.370138888888</c:v>
                </c:pt>
                <c:pt idx="37042">
                  <c:v>45787.005555555559</c:v>
                </c:pt>
                <c:pt idx="37043">
                  <c:v>45685.337500000001</c:v>
                </c:pt>
                <c:pt idx="37044">
                  <c:v>45635.567361111112</c:v>
                </c:pt>
                <c:pt idx="37045">
                  <c:v>45629.586111111108</c:v>
                </c:pt>
                <c:pt idx="37046">
                  <c:v>45617.700694444437</c:v>
                </c:pt>
                <c:pt idx="37047">
                  <c:v>45617.527083333327</c:v>
                </c:pt>
                <c:pt idx="37048">
                  <c:v>45614.960416666669</c:v>
                </c:pt>
                <c:pt idx="37049">
                  <c:v>46014.943749999999</c:v>
                </c:pt>
                <c:pt idx="37050">
                  <c:v>45807.370138888888</c:v>
                </c:pt>
                <c:pt idx="37051">
                  <c:v>45718.85</c:v>
                </c:pt>
                <c:pt idx="37052">
                  <c:v>45699.975694444453</c:v>
                </c:pt>
                <c:pt idx="37053">
                  <c:v>45678.62222222222</c:v>
                </c:pt>
                <c:pt idx="37054">
                  <c:v>45587.840277777781</c:v>
                </c:pt>
                <c:pt idx="37055">
                  <c:v>45948.87222222222</c:v>
                </c:pt>
                <c:pt idx="37056">
                  <c:v>45759.521527777782</c:v>
                </c:pt>
                <c:pt idx="37057">
                  <c:v>45670.744444444441</c:v>
                </c:pt>
                <c:pt idx="37058">
                  <c:v>45887.667361111111</c:v>
                </c:pt>
                <c:pt idx="37059">
                  <c:v>45821.365277777782</c:v>
                </c:pt>
                <c:pt idx="37060">
                  <c:v>45786.44027777778</c:v>
                </c:pt>
                <c:pt idx="37061">
                  <c:v>45637.579861111109</c:v>
                </c:pt>
                <c:pt idx="37062">
                  <c:v>46010.840277777781</c:v>
                </c:pt>
                <c:pt idx="37063">
                  <c:v>45971.458333333343</c:v>
                </c:pt>
                <c:pt idx="37064">
                  <c:v>45519.340277777781</c:v>
                </c:pt>
                <c:pt idx="37065">
                  <c:v>45658.673611111109</c:v>
                </c:pt>
                <c:pt idx="37066">
                  <c:v>45664.724305555559</c:v>
                </c:pt>
                <c:pt idx="37067">
                  <c:v>45729.881249999999</c:v>
                </c:pt>
                <c:pt idx="37068">
                  <c:v>45292.720833333333</c:v>
                </c:pt>
                <c:pt idx="37069">
                  <c:v>45615.722222222219</c:v>
                </c:pt>
                <c:pt idx="37070">
                  <c:v>45638.675000000003</c:v>
                </c:pt>
                <c:pt idx="37071">
                  <c:v>45667.726388888892</c:v>
                </c:pt>
                <c:pt idx="37072">
                  <c:v>45659.69027777778</c:v>
                </c:pt>
                <c:pt idx="37073">
                  <c:v>45654.627083333333</c:v>
                </c:pt>
                <c:pt idx="37074">
                  <c:v>45412.868055555547</c:v>
                </c:pt>
                <c:pt idx="37075">
                  <c:v>45936.429166666669</c:v>
                </c:pt>
                <c:pt idx="37076">
                  <c:v>45777.405555555553</c:v>
                </c:pt>
                <c:pt idx="37077">
                  <c:v>45725.857638888891</c:v>
                </c:pt>
                <c:pt idx="37078">
                  <c:v>45652.663194444453</c:v>
                </c:pt>
                <c:pt idx="37079">
                  <c:v>45782.397222222222</c:v>
                </c:pt>
                <c:pt idx="37080">
                  <c:v>45992.848611111112</c:v>
                </c:pt>
                <c:pt idx="37081">
                  <c:v>45950.911111111112</c:v>
                </c:pt>
                <c:pt idx="37082">
                  <c:v>45560.517361111109</c:v>
                </c:pt>
                <c:pt idx="37083">
                  <c:v>45749.84652777778</c:v>
                </c:pt>
                <c:pt idx="37084">
                  <c:v>45686.587500000001</c:v>
                </c:pt>
                <c:pt idx="37085">
                  <c:v>45600.753472222219</c:v>
                </c:pt>
                <c:pt idx="37086">
                  <c:v>45861.45416666667</c:v>
                </c:pt>
                <c:pt idx="37087">
                  <c:v>45875.411111111112</c:v>
                </c:pt>
                <c:pt idx="37088">
                  <c:v>45977.840277777781</c:v>
                </c:pt>
                <c:pt idx="37089">
                  <c:v>45573.681250000001</c:v>
                </c:pt>
                <c:pt idx="37090">
                  <c:v>45705.865277777782</c:v>
                </c:pt>
                <c:pt idx="37091">
                  <c:v>45908.698611111111</c:v>
                </c:pt>
                <c:pt idx="37092">
                  <c:v>45837.810416666667</c:v>
                </c:pt>
                <c:pt idx="37093">
                  <c:v>45583.46875</c:v>
                </c:pt>
                <c:pt idx="37094">
                  <c:v>45544.493055555547</c:v>
                </c:pt>
                <c:pt idx="37095">
                  <c:v>45933.386805555558</c:v>
                </c:pt>
                <c:pt idx="37096">
                  <c:v>45879.624305555553</c:v>
                </c:pt>
                <c:pt idx="37097">
                  <c:v>45517.691666666673</c:v>
                </c:pt>
                <c:pt idx="37098">
                  <c:v>45798.369444444441</c:v>
                </c:pt>
                <c:pt idx="37099">
                  <c:v>45629.502083333333</c:v>
                </c:pt>
                <c:pt idx="37100">
                  <c:v>45664.914583333331</c:v>
                </c:pt>
                <c:pt idx="37101">
                  <c:v>45663.714583333327</c:v>
                </c:pt>
                <c:pt idx="37102">
                  <c:v>45835.768055555563</c:v>
                </c:pt>
                <c:pt idx="37103">
                  <c:v>45598.464583333327</c:v>
                </c:pt>
                <c:pt idx="37104">
                  <c:v>45902.955555555563</c:v>
                </c:pt>
                <c:pt idx="37105">
                  <c:v>45988.736111111109</c:v>
                </c:pt>
                <c:pt idx="37106">
                  <c:v>45333.736111111109</c:v>
                </c:pt>
                <c:pt idx="37107">
                  <c:v>45680.696527777778</c:v>
                </c:pt>
                <c:pt idx="37108">
                  <c:v>45768.80972222222</c:v>
                </c:pt>
                <c:pt idx="37109">
                  <c:v>45527.872916666667</c:v>
                </c:pt>
                <c:pt idx="37110">
                  <c:v>45975.861111111109</c:v>
                </c:pt>
                <c:pt idx="37111">
                  <c:v>45614.724999999999</c:v>
                </c:pt>
                <c:pt idx="37112">
                  <c:v>45838.711805555547</c:v>
                </c:pt>
                <c:pt idx="37113">
                  <c:v>45816.463888888888</c:v>
                </c:pt>
                <c:pt idx="37114">
                  <c:v>45668.834722222222</c:v>
                </c:pt>
                <c:pt idx="37115">
                  <c:v>45894.220833333333</c:v>
                </c:pt>
                <c:pt idx="37116">
                  <c:v>45784.314583333333</c:v>
                </c:pt>
                <c:pt idx="37117">
                  <c:v>45623.990972222222</c:v>
                </c:pt>
                <c:pt idx="37118">
                  <c:v>45551.43472222222</c:v>
                </c:pt>
                <c:pt idx="37119">
                  <c:v>45403.567361111112</c:v>
                </c:pt>
                <c:pt idx="37120">
                  <c:v>45852.04791666667</c:v>
                </c:pt>
                <c:pt idx="37121">
                  <c:v>45488.589583333327</c:v>
                </c:pt>
                <c:pt idx="37122">
                  <c:v>45568.640972222223</c:v>
                </c:pt>
                <c:pt idx="37123">
                  <c:v>45502.593055555553</c:v>
                </c:pt>
                <c:pt idx="37124">
                  <c:v>45434.8</c:v>
                </c:pt>
                <c:pt idx="37125">
                  <c:v>45740.273611111108</c:v>
                </c:pt>
                <c:pt idx="37126">
                  <c:v>45991.765972222223</c:v>
                </c:pt>
                <c:pt idx="37127">
                  <c:v>45948.758333333331</c:v>
                </c:pt>
                <c:pt idx="37128">
                  <c:v>45817.647916666669</c:v>
                </c:pt>
                <c:pt idx="37129">
                  <c:v>45869.310416666667</c:v>
                </c:pt>
                <c:pt idx="37130">
                  <c:v>45725.003472222219</c:v>
                </c:pt>
                <c:pt idx="37131">
                  <c:v>45582.325694444437</c:v>
                </c:pt>
                <c:pt idx="37132">
                  <c:v>45467.629166666673</c:v>
                </c:pt>
                <c:pt idx="37133">
                  <c:v>45292.802083333343</c:v>
                </c:pt>
                <c:pt idx="37134">
                  <c:v>45453.864583333343</c:v>
                </c:pt>
                <c:pt idx="37135">
                  <c:v>45832.54791666667</c:v>
                </c:pt>
                <c:pt idx="37136">
                  <c:v>45517.661111111112</c:v>
                </c:pt>
                <c:pt idx="37137">
                  <c:v>45754.673611111109</c:v>
                </c:pt>
                <c:pt idx="37138">
                  <c:v>45783.566666666673</c:v>
                </c:pt>
                <c:pt idx="37139">
                  <c:v>45532.234722222223</c:v>
                </c:pt>
                <c:pt idx="37140">
                  <c:v>45608.740972222222</c:v>
                </c:pt>
                <c:pt idx="37141">
                  <c:v>45975.43472222222</c:v>
                </c:pt>
                <c:pt idx="37142">
                  <c:v>45769.307638888888</c:v>
                </c:pt>
                <c:pt idx="37143">
                  <c:v>45678.907638888893</c:v>
                </c:pt>
                <c:pt idx="37144">
                  <c:v>45704.340277777781</c:v>
                </c:pt>
                <c:pt idx="37145">
                  <c:v>46011.041666666657</c:v>
                </c:pt>
                <c:pt idx="37146">
                  <c:v>45740.780555555553</c:v>
                </c:pt>
                <c:pt idx="37147">
                  <c:v>45909.923611111109</c:v>
                </c:pt>
                <c:pt idx="37148">
                  <c:v>45953.624305555553</c:v>
                </c:pt>
                <c:pt idx="37149">
                  <c:v>45601.881249999999</c:v>
                </c:pt>
                <c:pt idx="37150">
                  <c:v>45654.008333333331</c:v>
                </c:pt>
                <c:pt idx="37151">
                  <c:v>45829.762499999997</c:v>
                </c:pt>
                <c:pt idx="37152">
                  <c:v>45719.878472222219</c:v>
                </c:pt>
                <c:pt idx="37153">
                  <c:v>46010.867361111108</c:v>
                </c:pt>
                <c:pt idx="37154">
                  <c:v>45402.497916666667</c:v>
                </c:pt>
                <c:pt idx="37155">
                  <c:v>45537.011805555558</c:v>
                </c:pt>
                <c:pt idx="37156">
                  <c:v>45963.4</c:v>
                </c:pt>
                <c:pt idx="37157">
                  <c:v>45873.998611111107</c:v>
                </c:pt>
                <c:pt idx="37158">
                  <c:v>45469.433333333327</c:v>
                </c:pt>
                <c:pt idx="37159">
                  <c:v>45312.482638888891</c:v>
                </c:pt>
                <c:pt idx="37160">
                  <c:v>45916.834722222222</c:v>
                </c:pt>
                <c:pt idx="37161">
                  <c:v>45772.052083333343</c:v>
                </c:pt>
                <c:pt idx="37162">
                  <c:v>45406.336111111108</c:v>
                </c:pt>
                <c:pt idx="37163">
                  <c:v>45413.561805555553</c:v>
                </c:pt>
                <c:pt idx="37164">
                  <c:v>45932.579861111109</c:v>
                </c:pt>
                <c:pt idx="37165">
                  <c:v>45705.412499999999</c:v>
                </c:pt>
                <c:pt idx="37166">
                  <c:v>45640.712500000001</c:v>
                </c:pt>
                <c:pt idx="37167">
                  <c:v>45616.905555555553</c:v>
                </c:pt>
                <c:pt idx="37168">
                  <c:v>45622.783333333333</c:v>
                </c:pt>
                <c:pt idx="37169">
                  <c:v>45636.571527777778</c:v>
                </c:pt>
                <c:pt idx="37170">
                  <c:v>45820.452777777777</c:v>
                </c:pt>
                <c:pt idx="37171">
                  <c:v>45642.821527777778</c:v>
                </c:pt>
                <c:pt idx="37172">
                  <c:v>45790.666666666657</c:v>
                </c:pt>
                <c:pt idx="37173">
                  <c:v>45746.943749999999</c:v>
                </c:pt>
                <c:pt idx="37174">
                  <c:v>45383.711805555547</c:v>
                </c:pt>
                <c:pt idx="37175">
                  <c:v>45939.609722222223</c:v>
                </c:pt>
                <c:pt idx="37176">
                  <c:v>45418.630555555559</c:v>
                </c:pt>
                <c:pt idx="37177">
                  <c:v>45584.693055555559</c:v>
                </c:pt>
                <c:pt idx="37178">
                  <c:v>45669.688194444447</c:v>
                </c:pt>
                <c:pt idx="37179">
                  <c:v>45476.620138888888</c:v>
                </c:pt>
                <c:pt idx="37180">
                  <c:v>45569.626388888893</c:v>
                </c:pt>
                <c:pt idx="37181">
                  <c:v>45320.570833333331</c:v>
                </c:pt>
                <c:pt idx="37182">
                  <c:v>45872.807638888888</c:v>
                </c:pt>
                <c:pt idx="37183">
                  <c:v>45993.702777777777</c:v>
                </c:pt>
                <c:pt idx="37184">
                  <c:v>45799.513888888891</c:v>
                </c:pt>
                <c:pt idx="37185">
                  <c:v>45625.510416666657</c:v>
                </c:pt>
                <c:pt idx="37186">
                  <c:v>45855.135416666657</c:v>
                </c:pt>
                <c:pt idx="37187">
                  <c:v>45811.680555555547</c:v>
                </c:pt>
                <c:pt idx="37188">
                  <c:v>45756.513194444437</c:v>
                </c:pt>
                <c:pt idx="37189">
                  <c:v>45466.656944444447</c:v>
                </c:pt>
                <c:pt idx="37190">
                  <c:v>45791.647916666669</c:v>
                </c:pt>
                <c:pt idx="37191">
                  <c:v>45806.94027777778</c:v>
                </c:pt>
                <c:pt idx="37192">
                  <c:v>45862.318749999999</c:v>
                </c:pt>
                <c:pt idx="37193">
                  <c:v>45957.385416666657</c:v>
                </c:pt>
                <c:pt idx="37194">
                  <c:v>45381.629861111112</c:v>
                </c:pt>
                <c:pt idx="37195">
                  <c:v>45906.386805555558</c:v>
                </c:pt>
                <c:pt idx="37196">
                  <c:v>45617.481249999997</c:v>
                </c:pt>
                <c:pt idx="37197">
                  <c:v>45736.648611111108</c:v>
                </c:pt>
                <c:pt idx="37198">
                  <c:v>45702.71875</c:v>
                </c:pt>
                <c:pt idx="37199">
                  <c:v>45970.654861111107</c:v>
                </c:pt>
                <c:pt idx="37200">
                  <c:v>45964.779166666667</c:v>
                </c:pt>
                <c:pt idx="37201">
                  <c:v>45665.609722222223</c:v>
                </c:pt>
                <c:pt idx="37202">
                  <c:v>45823.543749999997</c:v>
                </c:pt>
                <c:pt idx="37203">
                  <c:v>45805.270833333343</c:v>
                </c:pt>
                <c:pt idx="37204">
                  <c:v>45629.515277777777</c:v>
                </c:pt>
                <c:pt idx="37205">
                  <c:v>45629.507638888892</c:v>
                </c:pt>
                <c:pt idx="37206">
                  <c:v>45622.022222222222</c:v>
                </c:pt>
                <c:pt idx="37207">
                  <c:v>45955.681250000001</c:v>
                </c:pt>
                <c:pt idx="37208">
                  <c:v>45957.418749999997</c:v>
                </c:pt>
                <c:pt idx="37209">
                  <c:v>45816.418055555558</c:v>
                </c:pt>
                <c:pt idx="37210">
                  <c:v>45720.394444444442</c:v>
                </c:pt>
                <c:pt idx="37211">
                  <c:v>45944.536805555559</c:v>
                </c:pt>
                <c:pt idx="37212">
                  <c:v>45872.754861111112</c:v>
                </c:pt>
                <c:pt idx="37213">
                  <c:v>45520.279861111107</c:v>
                </c:pt>
                <c:pt idx="37214">
                  <c:v>45560.388194444437</c:v>
                </c:pt>
                <c:pt idx="37215">
                  <c:v>45399.239583333343</c:v>
                </c:pt>
                <c:pt idx="37216">
                  <c:v>45694.296527777777</c:v>
                </c:pt>
                <c:pt idx="37217">
                  <c:v>45753.825694444437</c:v>
                </c:pt>
                <c:pt idx="37218">
                  <c:v>45774.445138888892</c:v>
                </c:pt>
                <c:pt idx="37219">
                  <c:v>45751.399305555547</c:v>
                </c:pt>
                <c:pt idx="37220">
                  <c:v>45667.939583333333</c:v>
                </c:pt>
                <c:pt idx="37221">
                  <c:v>45995.724305555559</c:v>
                </c:pt>
                <c:pt idx="37222">
                  <c:v>45976.382638888892</c:v>
                </c:pt>
                <c:pt idx="37223">
                  <c:v>45953.3</c:v>
                </c:pt>
                <c:pt idx="37224">
                  <c:v>45736.361805555563</c:v>
                </c:pt>
                <c:pt idx="37225">
                  <c:v>45827.314583333333</c:v>
                </c:pt>
                <c:pt idx="37226">
                  <c:v>45936.207638888889</c:v>
                </c:pt>
                <c:pt idx="37227">
                  <c:v>45881.553472222222</c:v>
                </c:pt>
                <c:pt idx="37228">
                  <c:v>46010.941666666673</c:v>
                </c:pt>
                <c:pt idx="37229">
                  <c:v>45881.613888888889</c:v>
                </c:pt>
                <c:pt idx="37230">
                  <c:v>45992.652777777781</c:v>
                </c:pt>
                <c:pt idx="37231">
                  <c:v>45925.540972222218</c:v>
                </c:pt>
                <c:pt idx="37232">
                  <c:v>45714.393055555563</c:v>
                </c:pt>
                <c:pt idx="37233">
                  <c:v>45887.743750000001</c:v>
                </c:pt>
                <c:pt idx="37234">
                  <c:v>45867.099305555559</c:v>
                </c:pt>
                <c:pt idx="37235">
                  <c:v>45743.43472222222</c:v>
                </c:pt>
                <c:pt idx="37236">
                  <c:v>45925.540972222218</c:v>
                </c:pt>
                <c:pt idx="37237">
                  <c:v>45887.743750000001</c:v>
                </c:pt>
                <c:pt idx="37238">
                  <c:v>45763.589583333327</c:v>
                </c:pt>
                <c:pt idx="37239">
                  <c:v>45992.652777777781</c:v>
                </c:pt>
                <c:pt idx="37240">
                  <c:v>45691.410416666673</c:v>
                </c:pt>
                <c:pt idx="37241">
                  <c:v>45867.099305555559</c:v>
                </c:pt>
                <c:pt idx="37242">
                  <c:v>45928.640277777777</c:v>
                </c:pt>
                <c:pt idx="37243">
                  <c:v>45763.589583333327</c:v>
                </c:pt>
                <c:pt idx="37244">
                  <c:v>45743.43472222222</c:v>
                </c:pt>
                <c:pt idx="37245">
                  <c:v>45691.410416666673</c:v>
                </c:pt>
                <c:pt idx="37246">
                  <c:v>45714.393055555563</c:v>
                </c:pt>
                <c:pt idx="37247">
                  <c:v>45928.640277777777</c:v>
                </c:pt>
                <c:pt idx="37248">
                  <c:v>45686.234722222223</c:v>
                </c:pt>
                <c:pt idx="37249">
                  <c:v>45686.234722222223</c:v>
                </c:pt>
                <c:pt idx="37250">
                  <c:v>45874.88958333333</c:v>
                </c:pt>
                <c:pt idx="37251">
                  <c:v>45874.88958333333</c:v>
                </c:pt>
                <c:pt idx="37252">
                  <c:v>45982.504861111112</c:v>
                </c:pt>
                <c:pt idx="37253">
                  <c:v>45965.28125</c:v>
                </c:pt>
                <c:pt idx="37254">
                  <c:v>45982.504861111112</c:v>
                </c:pt>
                <c:pt idx="37255">
                  <c:v>45965.28125</c:v>
                </c:pt>
                <c:pt idx="37256">
                  <c:v>45816.718055555553</c:v>
                </c:pt>
                <c:pt idx="37257">
                  <c:v>45806.649305555547</c:v>
                </c:pt>
                <c:pt idx="37258">
                  <c:v>45760.547222222223</c:v>
                </c:pt>
                <c:pt idx="37259">
                  <c:v>45749.025000000001</c:v>
                </c:pt>
                <c:pt idx="37260">
                  <c:v>45737.697222222218</c:v>
                </c:pt>
                <c:pt idx="37261">
                  <c:v>45731.168055555558</c:v>
                </c:pt>
                <c:pt idx="37262">
                  <c:v>45638.940972222219</c:v>
                </c:pt>
                <c:pt idx="37263">
                  <c:v>46002.460416666669</c:v>
                </c:pt>
                <c:pt idx="37264">
                  <c:v>46002.890277777777</c:v>
                </c:pt>
                <c:pt idx="37265">
                  <c:v>45476.399305555547</c:v>
                </c:pt>
                <c:pt idx="37266">
                  <c:v>46023.896527777782</c:v>
                </c:pt>
                <c:pt idx="37267">
                  <c:v>45836.688194444447</c:v>
                </c:pt>
                <c:pt idx="37268">
                  <c:v>45642.513194444437</c:v>
                </c:pt>
                <c:pt idx="37269">
                  <c:v>45808.5</c:v>
                </c:pt>
                <c:pt idx="37270">
                  <c:v>45691.960416666669</c:v>
                </c:pt>
                <c:pt idx="37271">
                  <c:v>45588.486805555563</c:v>
                </c:pt>
                <c:pt idx="37272">
                  <c:v>45914.780555555553</c:v>
                </c:pt>
                <c:pt idx="37273">
                  <c:v>45721.422222222223</c:v>
                </c:pt>
                <c:pt idx="37274">
                  <c:v>45344.388194444437</c:v>
                </c:pt>
                <c:pt idx="37275">
                  <c:v>45706.368750000001</c:v>
                </c:pt>
                <c:pt idx="37276">
                  <c:v>45684.940972222219</c:v>
                </c:pt>
                <c:pt idx="37277">
                  <c:v>45607.859722222223</c:v>
                </c:pt>
                <c:pt idx="37278">
                  <c:v>45672.424305555563</c:v>
                </c:pt>
                <c:pt idx="37279">
                  <c:v>45856.557638888888</c:v>
                </c:pt>
                <c:pt idx="37280">
                  <c:v>45518.6875</c:v>
                </c:pt>
                <c:pt idx="37281">
                  <c:v>45461.885416666657</c:v>
                </c:pt>
                <c:pt idx="37282">
                  <c:v>45784.459722222222</c:v>
                </c:pt>
                <c:pt idx="37283">
                  <c:v>45678.35</c:v>
                </c:pt>
                <c:pt idx="37284">
                  <c:v>45527.458333333343</c:v>
                </c:pt>
                <c:pt idx="37285">
                  <c:v>45926.361111111109</c:v>
                </c:pt>
                <c:pt idx="37286">
                  <c:v>45556.688888888893</c:v>
                </c:pt>
                <c:pt idx="37287">
                  <c:v>46013.4</c:v>
                </c:pt>
                <c:pt idx="37288">
                  <c:v>45952.625694444447</c:v>
                </c:pt>
                <c:pt idx="37289">
                  <c:v>45818.616666666669</c:v>
                </c:pt>
                <c:pt idx="37290">
                  <c:v>45898.424305555563</c:v>
                </c:pt>
                <c:pt idx="37291">
                  <c:v>45968.477083333331</c:v>
                </c:pt>
                <c:pt idx="37292">
                  <c:v>45619.823611111111</c:v>
                </c:pt>
                <c:pt idx="37293">
                  <c:v>45951.037499999999</c:v>
                </c:pt>
                <c:pt idx="37294">
                  <c:v>45876.34097222222</c:v>
                </c:pt>
                <c:pt idx="37295">
                  <c:v>45839.990277777782</c:v>
                </c:pt>
                <c:pt idx="37296">
                  <c:v>45761.38958333333</c:v>
                </c:pt>
                <c:pt idx="37297">
                  <c:v>45712.737500000003</c:v>
                </c:pt>
                <c:pt idx="37298">
                  <c:v>45685.73541666667</c:v>
                </c:pt>
                <c:pt idx="37299">
                  <c:v>45617.87222222222</c:v>
                </c:pt>
                <c:pt idx="37300">
                  <c:v>45446.678472222222</c:v>
                </c:pt>
                <c:pt idx="37301">
                  <c:v>45748.357638888891</c:v>
                </c:pt>
                <c:pt idx="37302">
                  <c:v>45933.972222222219</c:v>
                </c:pt>
                <c:pt idx="37303">
                  <c:v>45843.978472222218</c:v>
                </c:pt>
                <c:pt idx="37304">
                  <c:v>45803.597916666673</c:v>
                </c:pt>
                <c:pt idx="37305">
                  <c:v>45678.927083333343</c:v>
                </c:pt>
                <c:pt idx="37306">
                  <c:v>45744.473611111112</c:v>
                </c:pt>
                <c:pt idx="37307">
                  <c:v>45731.651388888888</c:v>
                </c:pt>
                <c:pt idx="37308">
                  <c:v>45706.877083333333</c:v>
                </c:pt>
                <c:pt idx="37309">
                  <c:v>45690.10833333333</c:v>
                </c:pt>
                <c:pt idx="37310">
                  <c:v>45496.807638888888</c:v>
                </c:pt>
                <c:pt idx="37311">
                  <c:v>45668.734722222223</c:v>
                </c:pt>
                <c:pt idx="37312">
                  <c:v>45552.869444444441</c:v>
                </c:pt>
                <c:pt idx="37313">
                  <c:v>45945.593055555553</c:v>
                </c:pt>
                <c:pt idx="37314">
                  <c:v>45706.572222222218</c:v>
                </c:pt>
                <c:pt idx="37315">
                  <c:v>45377.525000000001</c:v>
                </c:pt>
                <c:pt idx="37316">
                  <c:v>45523.535416666673</c:v>
                </c:pt>
                <c:pt idx="37317">
                  <c:v>45367.784722222219</c:v>
                </c:pt>
                <c:pt idx="37318">
                  <c:v>45656.452777777777</c:v>
                </c:pt>
                <c:pt idx="37319">
                  <c:v>45747.522222222222</c:v>
                </c:pt>
                <c:pt idx="37320">
                  <c:v>45422.481249999997</c:v>
                </c:pt>
                <c:pt idx="37321">
                  <c:v>45845.572916666657</c:v>
                </c:pt>
                <c:pt idx="37322">
                  <c:v>46000.901388888888</c:v>
                </c:pt>
                <c:pt idx="37323">
                  <c:v>45303.629166666673</c:v>
                </c:pt>
                <c:pt idx="37324">
                  <c:v>45813.604861111111</c:v>
                </c:pt>
                <c:pt idx="37325">
                  <c:v>45599.607638888891</c:v>
                </c:pt>
                <c:pt idx="37326">
                  <c:v>45909.75277777778</c:v>
                </c:pt>
                <c:pt idx="37327">
                  <c:v>45465.640972222223</c:v>
                </c:pt>
                <c:pt idx="37328">
                  <c:v>45847.060416666667</c:v>
                </c:pt>
                <c:pt idx="37329">
                  <c:v>45894.694444444453</c:v>
                </c:pt>
                <c:pt idx="37330">
                  <c:v>45625.456944444442</c:v>
                </c:pt>
                <c:pt idx="37331">
                  <c:v>45790.828472222223</c:v>
                </c:pt>
                <c:pt idx="37332">
                  <c:v>45757.759027777778</c:v>
                </c:pt>
                <c:pt idx="37333">
                  <c:v>46023.558333333327</c:v>
                </c:pt>
                <c:pt idx="37334">
                  <c:v>45678.56527777778</c:v>
                </c:pt>
                <c:pt idx="37335">
                  <c:v>45442.404861111107</c:v>
                </c:pt>
                <c:pt idx="37336">
                  <c:v>45859.563888888893</c:v>
                </c:pt>
                <c:pt idx="37337">
                  <c:v>45385.436111111107</c:v>
                </c:pt>
                <c:pt idx="37338">
                  <c:v>45979.794444444437</c:v>
                </c:pt>
                <c:pt idx="37339">
                  <c:v>45990.270138888889</c:v>
                </c:pt>
                <c:pt idx="37340">
                  <c:v>45979.527083333327</c:v>
                </c:pt>
                <c:pt idx="37341">
                  <c:v>45793.762499999997</c:v>
                </c:pt>
                <c:pt idx="37342">
                  <c:v>45762.52847222222</c:v>
                </c:pt>
                <c:pt idx="37343">
                  <c:v>45825.799305555563</c:v>
                </c:pt>
                <c:pt idx="37344">
                  <c:v>45692.613194444442</c:v>
                </c:pt>
                <c:pt idx="37345">
                  <c:v>45351.602083333331</c:v>
                </c:pt>
                <c:pt idx="37346">
                  <c:v>45963.664583333331</c:v>
                </c:pt>
                <c:pt idx="37347">
                  <c:v>45352.464583333327</c:v>
                </c:pt>
                <c:pt idx="37348">
                  <c:v>45745.551388888889</c:v>
                </c:pt>
                <c:pt idx="37349">
                  <c:v>45547.627083333333</c:v>
                </c:pt>
                <c:pt idx="37350">
                  <c:v>45352.486805555563</c:v>
                </c:pt>
                <c:pt idx="37351">
                  <c:v>45608.559027777781</c:v>
                </c:pt>
                <c:pt idx="37352">
                  <c:v>45869.70208333333</c:v>
                </c:pt>
                <c:pt idx="37353">
                  <c:v>45637.45</c:v>
                </c:pt>
                <c:pt idx="37354">
                  <c:v>45720.40902777778</c:v>
                </c:pt>
                <c:pt idx="37355">
                  <c:v>45454.806250000001</c:v>
                </c:pt>
                <c:pt idx="37356">
                  <c:v>45894.477777777778</c:v>
                </c:pt>
                <c:pt idx="37357">
                  <c:v>45778.798611111109</c:v>
                </c:pt>
                <c:pt idx="37358">
                  <c:v>45977.654166666667</c:v>
                </c:pt>
                <c:pt idx="37359">
                  <c:v>45308.622916666667</c:v>
                </c:pt>
                <c:pt idx="37360">
                  <c:v>45454.8</c:v>
                </c:pt>
                <c:pt idx="37361">
                  <c:v>45464.565972222219</c:v>
                </c:pt>
                <c:pt idx="37362">
                  <c:v>45768.638194444437</c:v>
                </c:pt>
                <c:pt idx="37363">
                  <c:v>45932.715277777781</c:v>
                </c:pt>
                <c:pt idx="37364">
                  <c:v>46010.64166666667</c:v>
                </c:pt>
                <c:pt idx="37365">
                  <c:v>45768.643055555563</c:v>
                </c:pt>
                <c:pt idx="37366">
                  <c:v>45580.663194444453</c:v>
                </c:pt>
                <c:pt idx="37367">
                  <c:v>45868.775694444441</c:v>
                </c:pt>
                <c:pt idx="37368">
                  <c:v>45763.390972222223</c:v>
                </c:pt>
                <c:pt idx="37369">
                  <c:v>45749.895833333343</c:v>
                </c:pt>
                <c:pt idx="37370">
                  <c:v>45741.739583333343</c:v>
                </c:pt>
                <c:pt idx="37371">
                  <c:v>45478.584027777782</c:v>
                </c:pt>
                <c:pt idx="37372">
                  <c:v>46016.915972222218</c:v>
                </c:pt>
                <c:pt idx="37373">
                  <c:v>45786.631249999999</c:v>
                </c:pt>
                <c:pt idx="37374">
                  <c:v>45834.709027777782</c:v>
                </c:pt>
                <c:pt idx="37375">
                  <c:v>45506.503472222219</c:v>
                </c:pt>
                <c:pt idx="37376">
                  <c:v>45705.438194444447</c:v>
                </c:pt>
                <c:pt idx="37377">
                  <c:v>45670.318055555559</c:v>
                </c:pt>
                <c:pt idx="37378">
                  <c:v>45638.362500000003</c:v>
                </c:pt>
                <c:pt idx="37379">
                  <c:v>45692.379861111112</c:v>
                </c:pt>
                <c:pt idx="37380">
                  <c:v>45398.709722222222</c:v>
                </c:pt>
                <c:pt idx="37381">
                  <c:v>45602.920138888891</c:v>
                </c:pt>
                <c:pt idx="37382">
                  <c:v>45303.931944444441</c:v>
                </c:pt>
                <c:pt idx="37383">
                  <c:v>45680.539583333331</c:v>
                </c:pt>
                <c:pt idx="37384">
                  <c:v>45349.425694444442</c:v>
                </c:pt>
                <c:pt idx="37385">
                  <c:v>45564.175000000003</c:v>
                </c:pt>
                <c:pt idx="37386">
                  <c:v>45451.679166666669</c:v>
                </c:pt>
                <c:pt idx="37387">
                  <c:v>45823.032638888893</c:v>
                </c:pt>
                <c:pt idx="37388">
                  <c:v>45692.029861111107</c:v>
                </c:pt>
                <c:pt idx="37389">
                  <c:v>45733.634722222218</c:v>
                </c:pt>
                <c:pt idx="37390">
                  <c:v>45699.40625</c:v>
                </c:pt>
                <c:pt idx="37391">
                  <c:v>45972.161805555559</c:v>
                </c:pt>
                <c:pt idx="37392">
                  <c:v>46022.880555555559</c:v>
                </c:pt>
                <c:pt idx="37393">
                  <c:v>45661.570138888892</c:v>
                </c:pt>
                <c:pt idx="37394">
                  <c:v>45819.068055555559</c:v>
                </c:pt>
                <c:pt idx="37395">
                  <c:v>45749.650694444441</c:v>
                </c:pt>
                <c:pt idx="37396">
                  <c:v>45621.98333333333</c:v>
                </c:pt>
                <c:pt idx="37397">
                  <c:v>46019.28402777778</c:v>
                </c:pt>
                <c:pt idx="37398">
                  <c:v>45816.206250000003</c:v>
                </c:pt>
                <c:pt idx="37399">
                  <c:v>45417.010416666657</c:v>
                </c:pt>
                <c:pt idx="37400">
                  <c:v>45890.654861111107</c:v>
                </c:pt>
                <c:pt idx="37401">
                  <c:v>46019.286805555559</c:v>
                </c:pt>
                <c:pt idx="37402">
                  <c:v>45890.646527777782</c:v>
                </c:pt>
                <c:pt idx="37403">
                  <c:v>45657.443055555559</c:v>
                </c:pt>
                <c:pt idx="37404">
                  <c:v>45988.450694444437</c:v>
                </c:pt>
                <c:pt idx="37405">
                  <c:v>45666.424305555563</c:v>
                </c:pt>
                <c:pt idx="37406">
                  <c:v>45886.824305555558</c:v>
                </c:pt>
                <c:pt idx="37407">
                  <c:v>45776.474999999999</c:v>
                </c:pt>
                <c:pt idx="37408">
                  <c:v>45821.479861111111</c:v>
                </c:pt>
                <c:pt idx="37409">
                  <c:v>46014.013194444437</c:v>
                </c:pt>
                <c:pt idx="37410">
                  <c:v>46014.013194444437</c:v>
                </c:pt>
                <c:pt idx="37411">
                  <c:v>45322.774305555547</c:v>
                </c:pt>
                <c:pt idx="37412">
                  <c:v>45322.774305555547</c:v>
                </c:pt>
                <c:pt idx="37413">
                  <c:v>45641.015972222223</c:v>
                </c:pt>
                <c:pt idx="37414">
                  <c:v>45721.888888888891</c:v>
                </c:pt>
                <c:pt idx="37415">
                  <c:v>45988.987500000003</c:v>
                </c:pt>
                <c:pt idx="37416">
                  <c:v>46022.546527777777</c:v>
                </c:pt>
                <c:pt idx="37417">
                  <c:v>45748.648611111108</c:v>
                </c:pt>
                <c:pt idx="37418">
                  <c:v>45841.501388888893</c:v>
                </c:pt>
                <c:pt idx="37419">
                  <c:v>45770.900694444441</c:v>
                </c:pt>
                <c:pt idx="37420">
                  <c:v>45589.744444444441</c:v>
                </c:pt>
                <c:pt idx="37421">
                  <c:v>45574.603472222218</c:v>
                </c:pt>
                <c:pt idx="37422">
                  <c:v>45901.7</c:v>
                </c:pt>
                <c:pt idx="37423">
                  <c:v>45917.455555555563</c:v>
                </c:pt>
                <c:pt idx="37424">
                  <c:v>45541.65625</c:v>
                </c:pt>
                <c:pt idx="37425">
                  <c:v>45824.349305555559</c:v>
                </c:pt>
                <c:pt idx="37426">
                  <c:v>45882.425694444442</c:v>
                </c:pt>
                <c:pt idx="37427">
                  <c:v>45672.74722222222</c:v>
                </c:pt>
                <c:pt idx="37428">
                  <c:v>45802.92083333333</c:v>
                </c:pt>
                <c:pt idx="37429">
                  <c:v>45932.474305555559</c:v>
                </c:pt>
                <c:pt idx="37430">
                  <c:v>45861.647222222222</c:v>
                </c:pt>
                <c:pt idx="37431">
                  <c:v>45558.34652777778</c:v>
                </c:pt>
                <c:pt idx="37432">
                  <c:v>45787.020833333343</c:v>
                </c:pt>
                <c:pt idx="37433">
                  <c:v>45742.93472222222</c:v>
                </c:pt>
                <c:pt idx="37434">
                  <c:v>45655.515972222223</c:v>
                </c:pt>
                <c:pt idx="37435">
                  <c:v>45846.692361111112</c:v>
                </c:pt>
                <c:pt idx="37436">
                  <c:v>45769.739583333343</c:v>
                </c:pt>
                <c:pt idx="37437">
                  <c:v>45715.755555555559</c:v>
                </c:pt>
                <c:pt idx="37438">
                  <c:v>45458.805555555547</c:v>
                </c:pt>
                <c:pt idx="37439">
                  <c:v>45889.740972222222</c:v>
                </c:pt>
                <c:pt idx="37440">
                  <c:v>45784.911805555559</c:v>
                </c:pt>
                <c:pt idx="37441">
                  <c:v>45751.825694444437</c:v>
                </c:pt>
                <c:pt idx="37442">
                  <c:v>45925.152083333327</c:v>
                </c:pt>
                <c:pt idx="37443">
                  <c:v>45732.073611111111</c:v>
                </c:pt>
                <c:pt idx="37444">
                  <c:v>45705.887499999997</c:v>
                </c:pt>
                <c:pt idx="37445">
                  <c:v>45709.765972222223</c:v>
                </c:pt>
                <c:pt idx="37446">
                  <c:v>45595.234722222223</c:v>
                </c:pt>
                <c:pt idx="37447">
                  <c:v>45449.34097222222</c:v>
                </c:pt>
                <c:pt idx="37448">
                  <c:v>45393.591666666667</c:v>
                </c:pt>
                <c:pt idx="37449">
                  <c:v>45629.652777777781</c:v>
                </c:pt>
                <c:pt idx="37450">
                  <c:v>45950.345833333333</c:v>
                </c:pt>
                <c:pt idx="37451">
                  <c:v>45729.460416666669</c:v>
                </c:pt>
                <c:pt idx="37452">
                  <c:v>45507.57708333333</c:v>
                </c:pt>
                <c:pt idx="37453">
                  <c:v>45821.539583333331</c:v>
                </c:pt>
                <c:pt idx="37454">
                  <c:v>45941.368750000001</c:v>
                </c:pt>
                <c:pt idx="37455">
                  <c:v>45913.171527777777</c:v>
                </c:pt>
                <c:pt idx="37456">
                  <c:v>45745.759722222218</c:v>
                </c:pt>
                <c:pt idx="37457">
                  <c:v>45721.102083333331</c:v>
                </c:pt>
                <c:pt idx="37458">
                  <c:v>45702.53125</c:v>
                </c:pt>
                <c:pt idx="37459">
                  <c:v>45930.527777777781</c:v>
                </c:pt>
                <c:pt idx="37460">
                  <c:v>45744.350694444453</c:v>
                </c:pt>
                <c:pt idx="37461">
                  <c:v>45454.404861111107</c:v>
                </c:pt>
                <c:pt idx="37462">
                  <c:v>45387.510416666657</c:v>
                </c:pt>
                <c:pt idx="37463">
                  <c:v>45578.70416666667</c:v>
                </c:pt>
                <c:pt idx="37464">
                  <c:v>45319.917361111111</c:v>
                </c:pt>
                <c:pt idx="37465">
                  <c:v>45517.612500000003</c:v>
                </c:pt>
                <c:pt idx="37466">
                  <c:v>45922.512499999997</c:v>
                </c:pt>
                <c:pt idx="37467">
                  <c:v>45488.444444444453</c:v>
                </c:pt>
                <c:pt idx="37468">
                  <c:v>45725.463888888888</c:v>
                </c:pt>
                <c:pt idx="37469">
                  <c:v>45544.543055555558</c:v>
                </c:pt>
                <c:pt idx="37470">
                  <c:v>45676.894444444442</c:v>
                </c:pt>
                <c:pt idx="37471">
                  <c:v>45409.609027777777</c:v>
                </c:pt>
                <c:pt idx="37472">
                  <c:v>45335.496527777781</c:v>
                </c:pt>
                <c:pt idx="37473">
                  <c:v>45300.4375</c:v>
                </c:pt>
                <c:pt idx="37474">
                  <c:v>45431.992361111108</c:v>
                </c:pt>
                <c:pt idx="37475">
                  <c:v>45770.603472222218</c:v>
                </c:pt>
                <c:pt idx="37476">
                  <c:v>45972.786111111112</c:v>
                </c:pt>
                <c:pt idx="37477">
                  <c:v>45972.761805555558</c:v>
                </c:pt>
                <c:pt idx="37478">
                  <c:v>45674.597916666673</c:v>
                </c:pt>
                <c:pt idx="37479">
                  <c:v>45949.464583333327</c:v>
                </c:pt>
                <c:pt idx="37480">
                  <c:v>45901.285416666673</c:v>
                </c:pt>
                <c:pt idx="37481">
                  <c:v>45870.280555555553</c:v>
                </c:pt>
                <c:pt idx="37482">
                  <c:v>45877.508333333331</c:v>
                </c:pt>
                <c:pt idx="37483">
                  <c:v>45701.793055555558</c:v>
                </c:pt>
                <c:pt idx="37484">
                  <c:v>45661.427083333343</c:v>
                </c:pt>
                <c:pt idx="37485">
                  <c:v>45645.237500000003</c:v>
                </c:pt>
                <c:pt idx="37486">
                  <c:v>45645.237500000003</c:v>
                </c:pt>
                <c:pt idx="37487">
                  <c:v>45661.427083333343</c:v>
                </c:pt>
                <c:pt idx="37488">
                  <c:v>45729.580555555563</c:v>
                </c:pt>
                <c:pt idx="37489">
                  <c:v>45701.793055555558</c:v>
                </c:pt>
                <c:pt idx="37490">
                  <c:v>45729.580555555563</c:v>
                </c:pt>
                <c:pt idx="37491">
                  <c:v>45650.643750000003</c:v>
                </c:pt>
                <c:pt idx="37492">
                  <c:v>45650.643750000003</c:v>
                </c:pt>
                <c:pt idx="37493">
                  <c:v>45980.252083333333</c:v>
                </c:pt>
                <c:pt idx="37494">
                  <c:v>45819.53402777778</c:v>
                </c:pt>
                <c:pt idx="37495">
                  <c:v>45753.475694444453</c:v>
                </c:pt>
                <c:pt idx="37496">
                  <c:v>45537.506249999999</c:v>
                </c:pt>
                <c:pt idx="37497">
                  <c:v>45501.725694444453</c:v>
                </c:pt>
                <c:pt idx="37498">
                  <c:v>45810.82708333333</c:v>
                </c:pt>
                <c:pt idx="37499">
                  <c:v>45456.688888888893</c:v>
                </c:pt>
                <c:pt idx="37500">
                  <c:v>45556.329861111109</c:v>
                </c:pt>
                <c:pt idx="37501">
                  <c:v>45885.325694444437</c:v>
                </c:pt>
                <c:pt idx="37502">
                  <c:v>45720.431250000001</c:v>
                </c:pt>
                <c:pt idx="37503">
                  <c:v>45656.818055555559</c:v>
                </c:pt>
                <c:pt idx="37504">
                  <c:v>45911.691666666673</c:v>
                </c:pt>
                <c:pt idx="37505">
                  <c:v>45953.757638888892</c:v>
                </c:pt>
                <c:pt idx="37506">
                  <c:v>45714.785416666673</c:v>
                </c:pt>
                <c:pt idx="37507">
                  <c:v>45929.698611111111</c:v>
                </c:pt>
                <c:pt idx="37508">
                  <c:v>45929.927083333343</c:v>
                </c:pt>
                <c:pt idx="37509">
                  <c:v>45886.461111111108</c:v>
                </c:pt>
                <c:pt idx="37510">
                  <c:v>45520.515972222223</c:v>
                </c:pt>
                <c:pt idx="37511">
                  <c:v>45922.452777777777</c:v>
                </c:pt>
                <c:pt idx="37512">
                  <c:v>45452.519444444442</c:v>
                </c:pt>
                <c:pt idx="37513">
                  <c:v>45755.694444444453</c:v>
                </c:pt>
                <c:pt idx="37514">
                  <c:v>45387.474999999999</c:v>
                </c:pt>
                <c:pt idx="37515">
                  <c:v>45302.665972222218</c:v>
                </c:pt>
                <c:pt idx="37516">
                  <c:v>45492.772222222222</c:v>
                </c:pt>
                <c:pt idx="37517">
                  <c:v>45846.51666666667</c:v>
                </c:pt>
                <c:pt idx="37518">
                  <c:v>45405.909722222219</c:v>
                </c:pt>
                <c:pt idx="37519">
                  <c:v>45797.708333333343</c:v>
                </c:pt>
                <c:pt idx="37520">
                  <c:v>45572.761805555558</c:v>
                </c:pt>
                <c:pt idx="37521">
                  <c:v>45980.724999999999</c:v>
                </c:pt>
                <c:pt idx="37522">
                  <c:v>45364.88958333333</c:v>
                </c:pt>
                <c:pt idx="37523">
                  <c:v>45872.568749999999</c:v>
                </c:pt>
                <c:pt idx="37524">
                  <c:v>45664.381249999999</c:v>
                </c:pt>
                <c:pt idx="37525">
                  <c:v>45487.581250000003</c:v>
                </c:pt>
                <c:pt idx="37526">
                  <c:v>45727.85833333333</c:v>
                </c:pt>
                <c:pt idx="37527">
                  <c:v>45858.847222222219</c:v>
                </c:pt>
                <c:pt idx="37528">
                  <c:v>45828.688888888893</c:v>
                </c:pt>
                <c:pt idx="37529">
                  <c:v>45980.524305555547</c:v>
                </c:pt>
                <c:pt idx="37530">
                  <c:v>45884.53402777778</c:v>
                </c:pt>
                <c:pt idx="37531">
                  <c:v>45964.427083333343</c:v>
                </c:pt>
                <c:pt idx="37532">
                  <c:v>45979.662499999999</c:v>
                </c:pt>
                <c:pt idx="37533">
                  <c:v>45853.878472222219</c:v>
                </c:pt>
                <c:pt idx="37534">
                  <c:v>46004.713194444441</c:v>
                </c:pt>
                <c:pt idx="37535">
                  <c:v>45933.762499999997</c:v>
                </c:pt>
                <c:pt idx="37536">
                  <c:v>45772.569444444453</c:v>
                </c:pt>
                <c:pt idx="37537">
                  <c:v>45732.871527777781</c:v>
                </c:pt>
                <c:pt idx="37538">
                  <c:v>46006.388888888891</c:v>
                </c:pt>
                <c:pt idx="37539">
                  <c:v>45362.882638888892</c:v>
                </c:pt>
                <c:pt idx="37540">
                  <c:v>45908.446527777778</c:v>
                </c:pt>
                <c:pt idx="37541">
                  <c:v>45686.30972222222</c:v>
                </c:pt>
                <c:pt idx="37542">
                  <c:v>45603.26666666667</c:v>
                </c:pt>
                <c:pt idx="37543">
                  <c:v>45744.467361111107</c:v>
                </c:pt>
                <c:pt idx="37544">
                  <c:v>45387.454861111109</c:v>
                </c:pt>
                <c:pt idx="37545">
                  <c:v>45448.364583333343</c:v>
                </c:pt>
                <c:pt idx="37546">
                  <c:v>45551.67291666667</c:v>
                </c:pt>
                <c:pt idx="37547">
                  <c:v>45573.322222222218</c:v>
                </c:pt>
                <c:pt idx="37548">
                  <c:v>45643.668749999997</c:v>
                </c:pt>
                <c:pt idx="37549">
                  <c:v>45943.549305555563</c:v>
                </c:pt>
                <c:pt idx="37550">
                  <c:v>45503.673611111109</c:v>
                </c:pt>
                <c:pt idx="37551">
                  <c:v>45807.621527777781</c:v>
                </c:pt>
                <c:pt idx="37552">
                  <c:v>45329.557638888888</c:v>
                </c:pt>
                <c:pt idx="37553">
                  <c:v>45416.584027777782</c:v>
                </c:pt>
                <c:pt idx="37554">
                  <c:v>45714.418749999997</c:v>
                </c:pt>
                <c:pt idx="37555">
                  <c:v>45307.55</c:v>
                </c:pt>
                <c:pt idx="37556">
                  <c:v>45867.440972222219</c:v>
                </c:pt>
                <c:pt idx="37557">
                  <c:v>45923.537499999999</c:v>
                </c:pt>
                <c:pt idx="37558">
                  <c:v>45787.614583333343</c:v>
                </c:pt>
                <c:pt idx="37559">
                  <c:v>45714.988194444442</c:v>
                </c:pt>
                <c:pt idx="37560">
                  <c:v>45773.779861111107</c:v>
                </c:pt>
                <c:pt idx="37561">
                  <c:v>45691.863888888889</c:v>
                </c:pt>
                <c:pt idx="37562">
                  <c:v>45691.863888888889</c:v>
                </c:pt>
                <c:pt idx="37563">
                  <c:v>45773.779861111107</c:v>
                </c:pt>
                <c:pt idx="37564">
                  <c:v>45864.761111111111</c:v>
                </c:pt>
                <c:pt idx="37565">
                  <c:v>45355.851388888892</c:v>
                </c:pt>
                <c:pt idx="37566">
                  <c:v>45297.956250000003</c:v>
                </c:pt>
                <c:pt idx="37567">
                  <c:v>45595.326388888891</c:v>
                </c:pt>
                <c:pt idx="37568">
                  <c:v>45495.90625</c:v>
                </c:pt>
                <c:pt idx="37569">
                  <c:v>45738.060416666667</c:v>
                </c:pt>
                <c:pt idx="37570">
                  <c:v>45694.923611111109</c:v>
                </c:pt>
                <c:pt idx="37571">
                  <c:v>45630.246527777781</c:v>
                </c:pt>
                <c:pt idx="37572">
                  <c:v>45384.84652777778</c:v>
                </c:pt>
                <c:pt idx="37573">
                  <c:v>45544.922222222223</c:v>
                </c:pt>
                <c:pt idx="37574">
                  <c:v>45418.961111111108</c:v>
                </c:pt>
                <c:pt idx="37575">
                  <c:v>45800.331944444442</c:v>
                </c:pt>
                <c:pt idx="37576">
                  <c:v>45329.647222222222</c:v>
                </c:pt>
                <c:pt idx="37577">
                  <c:v>45460.93472222222</c:v>
                </c:pt>
                <c:pt idx="37578">
                  <c:v>45929.474999999999</c:v>
                </c:pt>
                <c:pt idx="37579">
                  <c:v>45697.435416666667</c:v>
                </c:pt>
                <c:pt idx="37580">
                  <c:v>45801.694444444453</c:v>
                </c:pt>
                <c:pt idx="37581">
                  <c:v>45755.684027777781</c:v>
                </c:pt>
                <c:pt idx="37582">
                  <c:v>45751.46597222222</c:v>
                </c:pt>
                <c:pt idx="37583">
                  <c:v>45764.775000000001</c:v>
                </c:pt>
                <c:pt idx="37584">
                  <c:v>45763.479166666657</c:v>
                </c:pt>
                <c:pt idx="37585">
                  <c:v>45748.448611111111</c:v>
                </c:pt>
                <c:pt idx="37586">
                  <c:v>45817.674305555563</c:v>
                </c:pt>
                <c:pt idx="37587">
                  <c:v>45714.349305555559</c:v>
                </c:pt>
                <c:pt idx="37588">
                  <c:v>45772.367361111108</c:v>
                </c:pt>
                <c:pt idx="37589">
                  <c:v>45864.55</c:v>
                </c:pt>
                <c:pt idx="37590">
                  <c:v>45713.444444444453</c:v>
                </c:pt>
                <c:pt idx="37591">
                  <c:v>45708.726388888892</c:v>
                </c:pt>
                <c:pt idx="37592">
                  <c:v>45694.665972222218</c:v>
                </c:pt>
                <c:pt idx="37593">
                  <c:v>45658.530555555553</c:v>
                </c:pt>
                <c:pt idx="37594">
                  <c:v>45640.385416666657</c:v>
                </c:pt>
                <c:pt idx="37595">
                  <c:v>45348.365277777782</c:v>
                </c:pt>
                <c:pt idx="37596">
                  <c:v>45865.35833333333</c:v>
                </c:pt>
                <c:pt idx="37597">
                  <c:v>45887.42291666667</c:v>
                </c:pt>
                <c:pt idx="37598">
                  <c:v>45516.050694444442</c:v>
                </c:pt>
                <c:pt idx="37599">
                  <c:v>45869.15625</c:v>
                </c:pt>
                <c:pt idx="37600">
                  <c:v>45817.611111111109</c:v>
                </c:pt>
                <c:pt idx="37601">
                  <c:v>45791.595138888893</c:v>
                </c:pt>
                <c:pt idx="37602">
                  <c:v>45765.592361111107</c:v>
                </c:pt>
                <c:pt idx="37603">
                  <c:v>45745.277777777781</c:v>
                </c:pt>
                <c:pt idx="37604">
                  <c:v>45683.607638888891</c:v>
                </c:pt>
                <c:pt idx="37605">
                  <c:v>45671.496527777781</c:v>
                </c:pt>
                <c:pt idx="37606">
                  <c:v>45752.761111111111</c:v>
                </c:pt>
                <c:pt idx="37607">
                  <c:v>45770.990277777782</c:v>
                </c:pt>
                <c:pt idx="37608">
                  <c:v>45959.544444444437</c:v>
                </c:pt>
                <c:pt idx="37609">
                  <c:v>45834.520833333343</c:v>
                </c:pt>
                <c:pt idx="37610">
                  <c:v>45878.557638888888</c:v>
                </c:pt>
                <c:pt idx="37611">
                  <c:v>45777.873611111107</c:v>
                </c:pt>
                <c:pt idx="37612">
                  <c:v>45859.538194444453</c:v>
                </c:pt>
                <c:pt idx="37613">
                  <c:v>45896.561805555553</c:v>
                </c:pt>
                <c:pt idx="37614">
                  <c:v>45695.618750000001</c:v>
                </c:pt>
                <c:pt idx="37615">
                  <c:v>46020.447916666657</c:v>
                </c:pt>
                <c:pt idx="37616">
                  <c:v>45994.660416666673</c:v>
                </c:pt>
                <c:pt idx="37617">
                  <c:v>45977.409722222219</c:v>
                </c:pt>
                <c:pt idx="37618">
                  <c:v>45976.45208333333</c:v>
                </c:pt>
                <c:pt idx="37619">
                  <c:v>45974.576388888891</c:v>
                </c:pt>
                <c:pt idx="37620">
                  <c:v>45891.80972222222</c:v>
                </c:pt>
                <c:pt idx="37621">
                  <c:v>45928.48541666667</c:v>
                </c:pt>
                <c:pt idx="37622">
                  <c:v>45920.787499999999</c:v>
                </c:pt>
                <c:pt idx="37623">
                  <c:v>45762.896527777782</c:v>
                </c:pt>
                <c:pt idx="37624">
                  <c:v>45411.955555555563</c:v>
                </c:pt>
                <c:pt idx="37625">
                  <c:v>45843.994444444441</c:v>
                </c:pt>
                <c:pt idx="37626">
                  <c:v>45920.298611111109</c:v>
                </c:pt>
                <c:pt idx="37627">
                  <c:v>45876.120833333327</c:v>
                </c:pt>
                <c:pt idx="37628">
                  <c:v>45866.738194444442</c:v>
                </c:pt>
                <c:pt idx="37629">
                  <c:v>45831.754166666673</c:v>
                </c:pt>
                <c:pt idx="37630">
                  <c:v>45825.710416666669</c:v>
                </c:pt>
                <c:pt idx="37631">
                  <c:v>45799.436111111107</c:v>
                </c:pt>
                <c:pt idx="37632">
                  <c:v>45789.188888888893</c:v>
                </c:pt>
                <c:pt idx="37633">
                  <c:v>45756.751388888893</c:v>
                </c:pt>
                <c:pt idx="37634">
                  <c:v>45756.722916666673</c:v>
                </c:pt>
                <c:pt idx="37635">
                  <c:v>45713.595833333333</c:v>
                </c:pt>
                <c:pt idx="37636">
                  <c:v>45701.845138888893</c:v>
                </c:pt>
                <c:pt idx="37637">
                  <c:v>45879.533333333333</c:v>
                </c:pt>
                <c:pt idx="37638">
                  <c:v>45784.809027777781</c:v>
                </c:pt>
                <c:pt idx="37639">
                  <c:v>45339.456250000003</c:v>
                </c:pt>
                <c:pt idx="37640">
                  <c:v>45734.911111111112</c:v>
                </c:pt>
                <c:pt idx="37641">
                  <c:v>45718.734722222223</c:v>
                </c:pt>
                <c:pt idx="37642">
                  <c:v>45726.384722222218</c:v>
                </c:pt>
                <c:pt idx="37643">
                  <c:v>45548.324999999997</c:v>
                </c:pt>
                <c:pt idx="37644">
                  <c:v>45724.818055555559</c:v>
                </c:pt>
                <c:pt idx="37645">
                  <c:v>45706.536805555559</c:v>
                </c:pt>
                <c:pt idx="37646">
                  <c:v>45696.468055555553</c:v>
                </c:pt>
                <c:pt idx="37647">
                  <c:v>45684.630555555559</c:v>
                </c:pt>
                <c:pt idx="37648">
                  <c:v>45512.916666666657</c:v>
                </c:pt>
                <c:pt idx="37649">
                  <c:v>45582.989583333343</c:v>
                </c:pt>
                <c:pt idx="37650">
                  <c:v>45294.015277777777</c:v>
                </c:pt>
                <c:pt idx="37651">
                  <c:v>46004.95416666667</c:v>
                </c:pt>
                <c:pt idx="37652">
                  <c:v>45541.857638888891</c:v>
                </c:pt>
                <c:pt idx="37653">
                  <c:v>45889.951388888891</c:v>
                </c:pt>
                <c:pt idx="37654">
                  <c:v>45827.84375</c:v>
                </c:pt>
                <c:pt idx="37655">
                  <c:v>45814.601388888892</c:v>
                </c:pt>
                <c:pt idx="37656">
                  <c:v>45709.427083333343</c:v>
                </c:pt>
                <c:pt idx="37657">
                  <c:v>45292.77847222222</c:v>
                </c:pt>
                <c:pt idx="37658">
                  <c:v>45783.768055555563</c:v>
                </c:pt>
                <c:pt idx="37659">
                  <c:v>45340.399305555547</c:v>
                </c:pt>
                <c:pt idx="37660">
                  <c:v>45493.713194444441</c:v>
                </c:pt>
                <c:pt idx="37661">
                  <c:v>45846.804166666669</c:v>
                </c:pt>
                <c:pt idx="37662">
                  <c:v>45979.728472222218</c:v>
                </c:pt>
                <c:pt idx="37663">
                  <c:v>45592.434027777781</c:v>
                </c:pt>
                <c:pt idx="37664">
                  <c:v>45452.377083333333</c:v>
                </c:pt>
                <c:pt idx="37665">
                  <c:v>45886.366666666669</c:v>
                </c:pt>
                <c:pt idx="37666">
                  <c:v>45561.706250000003</c:v>
                </c:pt>
                <c:pt idx="37667">
                  <c:v>45346.855555555558</c:v>
                </c:pt>
                <c:pt idx="37668">
                  <c:v>45633.859027777777</c:v>
                </c:pt>
                <c:pt idx="37669">
                  <c:v>45412.857638888891</c:v>
                </c:pt>
                <c:pt idx="37670">
                  <c:v>46009.712500000001</c:v>
                </c:pt>
                <c:pt idx="37671">
                  <c:v>45713.844444444447</c:v>
                </c:pt>
                <c:pt idx="37672">
                  <c:v>45940.838888888888</c:v>
                </c:pt>
                <c:pt idx="37673">
                  <c:v>45931.071527777778</c:v>
                </c:pt>
                <c:pt idx="37674">
                  <c:v>45974.719444444447</c:v>
                </c:pt>
                <c:pt idx="37675">
                  <c:v>45966.530555555553</c:v>
                </c:pt>
                <c:pt idx="37676">
                  <c:v>45921.813194444447</c:v>
                </c:pt>
                <c:pt idx="37677">
                  <c:v>45860.595833333333</c:v>
                </c:pt>
                <c:pt idx="37678">
                  <c:v>45803.507638888892</c:v>
                </c:pt>
                <c:pt idx="37679">
                  <c:v>45464.743055555547</c:v>
                </c:pt>
                <c:pt idx="37680">
                  <c:v>45707.941666666673</c:v>
                </c:pt>
                <c:pt idx="37681">
                  <c:v>45365.541666666657</c:v>
                </c:pt>
                <c:pt idx="37682">
                  <c:v>45860.95208333333</c:v>
                </c:pt>
                <c:pt idx="37683">
                  <c:v>45763.058333333327</c:v>
                </c:pt>
                <c:pt idx="37684">
                  <c:v>46003.775694444441</c:v>
                </c:pt>
                <c:pt idx="37685">
                  <c:v>45809.702777777777</c:v>
                </c:pt>
                <c:pt idx="37686">
                  <c:v>45424.96597222222</c:v>
                </c:pt>
                <c:pt idx="37687">
                  <c:v>45910.697222222218</c:v>
                </c:pt>
                <c:pt idx="37688">
                  <c:v>45957.855555555558</c:v>
                </c:pt>
                <c:pt idx="37689">
                  <c:v>45747.961805555547</c:v>
                </c:pt>
                <c:pt idx="37690">
                  <c:v>45779.984027777777</c:v>
                </c:pt>
                <c:pt idx="37691">
                  <c:v>45704.982638888891</c:v>
                </c:pt>
                <c:pt idx="37692">
                  <c:v>45733.963888888888</c:v>
                </c:pt>
                <c:pt idx="37693">
                  <c:v>45292.427777777782</c:v>
                </c:pt>
                <c:pt idx="37694">
                  <c:v>45769.589583333327</c:v>
                </c:pt>
                <c:pt idx="37695">
                  <c:v>45695.714583333327</c:v>
                </c:pt>
                <c:pt idx="37696">
                  <c:v>45681.906944444447</c:v>
                </c:pt>
                <c:pt idx="37697">
                  <c:v>45666.413194444453</c:v>
                </c:pt>
                <c:pt idx="37698">
                  <c:v>45699.708333333343</c:v>
                </c:pt>
                <c:pt idx="37699">
                  <c:v>45992.473611111112</c:v>
                </c:pt>
                <c:pt idx="37700">
                  <c:v>45992.473611111112</c:v>
                </c:pt>
                <c:pt idx="37701">
                  <c:v>45425.592361111107</c:v>
                </c:pt>
                <c:pt idx="37702">
                  <c:v>45337.699305555558</c:v>
                </c:pt>
                <c:pt idx="37703">
                  <c:v>45504.583333333343</c:v>
                </c:pt>
                <c:pt idx="37704">
                  <c:v>45845.729861111111</c:v>
                </c:pt>
                <c:pt idx="37705">
                  <c:v>45671.677083333343</c:v>
                </c:pt>
                <c:pt idx="37706">
                  <c:v>45300.618750000001</c:v>
                </c:pt>
                <c:pt idx="37707">
                  <c:v>45453.62222222222</c:v>
                </c:pt>
                <c:pt idx="37708">
                  <c:v>45596.807638888888</c:v>
                </c:pt>
                <c:pt idx="37709">
                  <c:v>45811.559027777781</c:v>
                </c:pt>
                <c:pt idx="37710">
                  <c:v>45911.696527777778</c:v>
                </c:pt>
                <c:pt idx="37711">
                  <c:v>45644.413888888892</c:v>
                </c:pt>
                <c:pt idx="37712">
                  <c:v>45750.434027777781</c:v>
                </c:pt>
                <c:pt idx="37713">
                  <c:v>45966.381944444453</c:v>
                </c:pt>
                <c:pt idx="37714">
                  <c:v>45875.89166666667</c:v>
                </c:pt>
                <c:pt idx="37715">
                  <c:v>45539.811805555553</c:v>
                </c:pt>
                <c:pt idx="37716">
                  <c:v>45994.381249999999</c:v>
                </c:pt>
                <c:pt idx="37717">
                  <c:v>45940.409722222219</c:v>
                </c:pt>
                <c:pt idx="37718">
                  <c:v>45716.356944444437</c:v>
                </c:pt>
                <c:pt idx="37719">
                  <c:v>45696.823611111111</c:v>
                </c:pt>
                <c:pt idx="37720">
                  <c:v>45386.911111111112</c:v>
                </c:pt>
                <c:pt idx="37721">
                  <c:v>45894.967361111107</c:v>
                </c:pt>
                <c:pt idx="37722">
                  <c:v>45866.102083333331</c:v>
                </c:pt>
                <c:pt idx="37723">
                  <c:v>45846.493750000001</c:v>
                </c:pt>
                <c:pt idx="37724">
                  <c:v>45785.831250000003</c:v>
                </c:pt>
                <c:pt idx="37725">
                  <c:v>45843.431250000001</c:v>
                </c:pt>
                <c:pt idx="37726">
                  <c:v>46018.938194444447</c:v>
                </c:pt>
                <c:pt idx="37727">
                  <c:v>45557.407638888893</c:v>
                </c:pt>
                <c:pt idx="37728">
                  <c:v>46003.637499999997</c:v>
                </c:pt>
                <c:pt idx="37729">
                  <c:v>45975.640972222223</c:v>
                </c:pt>
                <c:pt idx="37730">
                  <c:v>45952.574305555558</c:v>
                </c:pt>
                <c:pt idx="37731">
                  <c:v>45650.292361111111</c:v>
                </c:pt>
                <c:pt idx="37732">
                  <c:v>45710.836805555547</c:v>
                </c:pt>
                <c:pt idx="37733">
                  <c:v>45710.840277777781</c:v>
                </c:pt>
                <c:pt idx="37734">
                  <c:v>45574.53402777778</c:v>
                </c:pt>
                <c:pt idx="37735">
                  <c:v>45811.81527777778</c:v>
                </c:pt>
                <c:pt idx="37736">
                  <c:v>45814.852083333331</c:v>
                </c:pt>
                <c:pt idx="37737">
                  <c:v>45878.665277777778</c:v>
                </c:pt>
                <c:pt idx="37738">
                  <c:v>45888.51666666667</c:v>
                </c:pt>
                <c:pt idx="37739">
                  <c:v>45544.606944444437</c:v>
                </c:pt>
                <c:pt idx="37740">
                  <c:v>45908.356944444437</c:v>
                </c:pt>
                <c:pt idx="37741">
                  <c:v>45758.845833333333</c:v>
                </c:pt>
                <c:pt idx="37742">
                  <c:v>45688.87777777778</c:v>
                </c:pt>
                <c:pt idx="37743">
                  <c:v>45671.489583333343</c:v>
                </c:pt>
                <c:pt idx="37744">
                  <c:v>45624.561111111107</c:v>
                </c:pt>
                <c:pt idx="37745">
                  <c:v>45538.734722222223</c:v>
                </c:pt>
                <c:pt idx="37746">
                  <c:v>45378.32708333333</c:v>
                </c:pt>
                <c:pt idx="37747">
                  <c:v>45913.402083333327</c:v>
                </c:pt>
                <c:pt idx="37748">
                  <c:v>45549.747916666667</c:v>
                </c:pt>
                <c:pt idx="37749">
                  <c:v>45894.972222222219</c:v>
                </c:pt>
                <c:pt idx="37750">
                  <c:v>45831.96875</c:v>
                </c:pt>
                <c:pt idx="37751">
                  <c:v>45759.598611111112</c:v>
                </c:pt>
                <c:pt idx="37752">
                  <c:v>45994.87222222222</c:v>
                </c:pt>
                <c:pt idx="37753">
                  <c:v>45622.864583333343</c:v>
                </c:pt>
                <c:pt idx="37754">
                  <c:v>45785.251388888893</c:v>
                </c:pt>
                <c:pt idx="37755">
                  <c:v>45605.451388888891</c:v>
                </c:pt>
                <c:pt idx="37756">
                  <c:v>45631.422222222223</c:v>
                </c:pt>
                <c:pt idx="37757">
                  <c:v>45737.041666666657</c:v>
                </c:pt>
                <c:pt idx="37758">
                  <c:v>45813.23333333333</c:v>
                </c:pt>
                <c:pt idx="37759">
                  <c:v>45721.921527777777</c:v>
                </c:pt>
                <c:pt idx="37760">
                  <c:v>45664.395833333343</c:v>
                </c:pt>
                <c:pt idx="37761">
                  <c:v>45693.955555555563</c:v>
                </c:pt>
                <c:pt idx="37762">
                  <c:v>45840.957638888889</c:v>
                </c:pt>
                <c:pt idx="37763">
                  <c:v>45754.779861111107</c:v>
                </c:pt>
                <c:pt idx="37764">
                  <c:v>45679.856944444437</c:v>
                </c:pt>
                <c:pt idx="37765">
                  <c:v>45911.051388888889</c:v>
                </c:pt>
                <c:pt idx="37766">
                  <c:v>45473.720138888893</c:v>
                </c:pt>
                <c:pt idx="37767">
                  <c:v>45664.007638888892</c:v>
                </c:pt>
                <c:pt idx="37768">
                  <c:v>45961.720833333333</c:v>
                </c:pt>
                <c:pt idx="37769">
                  <c:v>45848.642361111109</c:v>
                </c:pt>
                <c:pt idx="37770">
                  <c:v>45989.997916666667</c:v>
                </c:pt>
                <c:pt idx="37771">
                  <c:v>45989.997916666667</c:v>
                </c:pt>
                <c:pt idx="37772">
                  <c:v>46013.601388888892</c:v>
                </c:pt>
                <c:pt idx="37773">
                  <c:v>45848.642361111109</c:v>
                </c:pt>
                <c:pt idx="37774">
                  <c:v>45974.493750000001</c:v>
                </c:pt>
                <c:pt idx="37775">
                  <c:v>45974.493750000001</c:v>
                </c:pt>
                <c:pt idx="37776">
                  <c:v>45347.826388888891</c:v>
                </c:pt>
                <c:pt idx="37777">
                  <c:v>45347.826388888891</c:v>
                </c:pt>
                <c:pt idx="37778">
                  <c:v>45854.612500000003</c:v>
                </c:pt>
                <c:pt idx="37779">
                  <c:v>45669.845833333333</c:v>
                </c:pt>
                <c:pt idx="37780">
                  <c:v>45854.612500000003</c:v>
                </c:pt>
                <c:pt idx="37781">
                  <c:v>45835.907638888893</c:v>
                </c:pt>
                <c:pt idx="37782">
                  <c:v>45835.907638888893</c:v>
                </c:pt>
                <c:pt idx="37783">
                  <c:v>45669.845833333333</c:v>
                </c:pt>
                <c:pt idx="37784">
                  <c:v>45556.996527777781</c:v>
                </c:pt>
                <c:pt idx="37785">
                  <c:v>45572.618750000001</c:v>
                </c:pt>
                <c:pt idx="37786">
                  <c:v>45572.618750000001</c:v>
                </c:pt>
                <c:pt idx="37787">
                  <c:v>46013.601388888892</c:v>
                </c:pt>
                <c:pt idx="37788">
                  <c:v>45544.040277777778</c:v>
                </c:pt>
                <c:pt idx="37789">
                  <c:v>45544.040277777778</c:v>
                </c:pt>
                <c:pt idx="37790">
                  <c:v>45556.996527777781</c:v>
                </c:pt>
                <c:pt idx="37791">
                  <c:v>45958.974999999999</c:v>
                </c:pt>
                <c:pt idx="37792">
                  <c:v>45958.974999999999</c:v>
                </c:pt>
                <c:pt idx="37793">
                  <c:v>45992.397222222222</c:v>
                </c:pt>
                <c:pt idx="37794">
                  <c:v>45777.888888888891</c:v>
                </c:pt>
                <c:pt idx="37795">
                  <c:v>45470.333333333343</c:v>
                </c:pt>
                <c:pt idx="37796">
                  <c:v>45594.384722222218</c:v>
                </c:pt>
                <c:pt idx="37797">
                  <c:v>45434.481249999997</c:v>
                </c:pt>
                <c:pt idx="37798">
                  <c:v>45532.288888888892</c:v>
                </c:pt>
                <c:pt idx="37799">
                  <c:v>45456.615972222222</c:v>
                </c:pt>
                <c:pt idx="37800">
                  <c:v>45548.814583333333</c:v>
                </c:pt>
                <c:pt idx="37801">
                  <c:v>45408.359027777777</c:v>
                </c:pt>
                <c:pt idx="37802">
                  <c:v>45352.419444444437</c:v>
                </c:pt>
                <c:pt idx="37803">
                  <c:v>45299.411805555559</c:v>
                </c:pt>
                <c:pt idx="37804">
                  <c:v>45502.512499999997</c:v>
                </c:pt>
                <c:pt idx="37805">
                  <c:v>45385.347222222219</c:v>
                </c:pt>
                <c:pt idx="37806">
                  <c:v>45327.453472222223</c:v>
                </c:pt>
                <c:pt idx="37807">
                  <c:v>45891.61041666667</c:v>
                </c:pt>
                <c:pt idx="37808">
                  <c:v>45877.652777777781</c:v>
                </c:pt>
                <c:pt idx="37809">
                  <c:v>45835.696527777778</c:v>
                </c:pt>
                <c:pt idx="37810">
                  <c:v>45764.368750000001</c:v>
                </c:pt>
                <c:pt idx="37811">
                  <c:v>45756.779861111107</c:v>
                </c:pt>
                <c:pt idx="37812">
                  <c:v>45756.361111111109</c:v>
                </c:pt>
                <c:pt idx="37813">
                  <c:v>45753.78125</c:v>
                </c:pt>
                <c:pt idx="37814">
                  <c:v>45775.821527777778</c:v>
                </c:pt>
                <c:pt idx="37815">
                  <c:v>45756.909722222219</c:v>
                </c:pt>
                <c:pt idx="37816">
                  <c:v>45332.686805555553</c:v>
                </c:pt>
                <c:pt idx="37817">
                  <c:v>45433.419444444437</c:v>
                </c:pt>
                <c:pt idx="37818">
                  <c:v>45749.418055555558</c:v>
                </c:pt>
                <c:pt idx="37819">
                  <c:v>45686.738888888889</c:v>
                </c:pt>
                <c:pt idx="37820">
                  <c:v>45748.894444444442</c:v>
                </c:pt>
                <c:pt idx="37821">
                  <c:v>45748.894444444442</c:v>
                </c:pt>
                <c:pt idx="37822">
                  <c:v>45756.909722222219</c:v>
                </c:pt>
                <c:pt idx="37823">
                  <c:v>45686.738888888889</c:v>
                </c:pt>
                <c:pt idx="37824">
                  <c:v>45332.686805555553</c:v>
                </c:pt>
                <c:pt idx="37825">
                  <c:v>45749.418055555558</c:v>
                </c:pt>
                <c:pt idx="37826">
                  <c:v>45946.877083333333</c:v>
                </c:pt>
                <c:pt idx="37827">
                  <c:v>45591.418055555558</c:v>
                </c:pt>
                <c:pt idx="37828">
                  <c:v>45946.877083333333</c:v>
                </c:pt>
                <c:pt idx="37829">
                  <c:v>45591.418055555558</c:v>
                </c:pt>
                <c:pt idx="37830">
                  <c:v>45433.419444444437</c:v>
                </c:pt>
                <c:pt idx="37831">
                  <c:v>45541.775000000001</c:v>
                </c:pt>
                <c:pt idx="37832">
                  <c:v>45639.924305555563</c:v>
                </c:pt>
                <c:pt idx="37833">
                  <c:v>45961.815972222219</c:v>
                </c:pt>
                <c:pt idx="37834">
                  <c:v>45305.819444444453</c:v>
                </c:pt>
                <c:pt idx="37835">
                  <c:v>45990.852083333331</c:v>
                </c:pt>
                <c:pt idx="37836">
                  <c:v>45661.745833333327</c:v>
                </c:pt>
                <c:pt idx="37837">
                  <c:v>45742.680555555547</c:v>
                </c:pt>
                <c:pt idx="37838">
                  <c:v>45439.864583333343</c:v>
                </c:pt>
                <c:pt idx="37839">
                  <c:v>45647.460416666669</c:v>
                </c:pt>
                <c:pt idx="37840">
                  <c:v>45944.777083333327</c:v>
                </c:pt>
                <c:pt idx="37841">
                  <c:v>45298.756249999999</c:v>
                </c:pt>
                <c:pt idx="37842">
                  <c:v>45477.771527777782</c:v>
                </c:pt>
                <c:pt idx="37843">
                  <c:v>45607.74722222222</c:v>
                </c:pt>
                <c:pt idx="37844">
                  <c:v>45697.837500000001</c:v>
                </c:pt>
                <c:pt idx="37845">
                  <c:v>45749.298611111109</c:v>
                </c:pt>
                <c:pt idx="37846">
                  <c:v>45808.509722222218</c:v>
                </c:pt>
                <c:pt idx="37847">
                  <c:v>45538.791666666657</c:v>
                </c:pt>
                <c:pt idx="37848">
                  <c:v>45342.724305555559</c:v>
                </c:pt>
                <c:pt idx="37849">
                  <c:v>45397.824999999997</c:v>
                </c:pt>
                <c:pt idx="37850">
                  <c:v>45652.80972222222</c:v>
                </c:pt>
                <c:pt idx="37851">
                  <c:v>45746.755555555559</c:v>
                </c:pt>
                <c:pt idx="37852">
                  <c:v>45707.677083333343</c:v>
                </c:pt>
                <c:pt idx="37853">
                  <c:v>45963.162499999999</c:v>
                </c:pt>
                <c:pt idx="37854">
                  <c:v>45712.970833333333</c:v>
                </c:pt>
                <c:pt idx="37855">
                  <c:v>45930.887499999997</c:v>
                </c:pt>
                <c:pt idx="37856">
                  <c:v>45765.90902777778</c:v>
                </c:pt>
                <c:pt idx="37857">
                  <c:v>45970.990972222222</c:v>
                </c:pt>
                <c:pt idx="37858">
                  <c:v>45307.807638888888</c:v>
                </c:pt>
                <c:pt idx="37859">
                  <c:v>45508.451388888891</c:v>
                </c:pt>
                <c:pt idx="37860">
                  <c:v>45451.310416666667</c:v>
                </c:pt>
                <c:pt idx="37861">
                  <c:v>45536.456250000003</c:v>
                </c:pt>
                <c:pt idx="37862">
                  <c:v>45325.260416666657</c:v>
                </c:pt>
                <c:pt idx="37863">
                  <c:v>45367.469444444447</c:v>
                </c:pt>
                <c:pt idx="37864">
                  <c:v>45380.750694444447</c:v>
                </c:pt>
                <c:pt idx="37865">
                  <c:v>45408.772916666669</c:v>
                </c:pt>
                <c:pt idx="37866">
                  <c:v>45564.669444444437</c:v>
                </c:pt>
                <c:pt idx="37867">
                  <c:v>45963.32708333333</c:v>
                </c:pt>
                <c:pt idx="37868">
                  <c:v>45874.949305555558</c:v>
                </c:pt>
                <c:pt idx="37869">
                  <c:v>45728.709722222222</c:v>
                </c:pt>
                <c:pt idx="37870">
                  <c:v>45723.521527777782</c:v>
                </c:pt>
                <c:pt idx="37871">
                  <c:v>45812.583333333343</c:v>
                </c:pt>
                <c:pt idx="37872">
                  <c:v>45726.765277777777</c:v>
                </c:pt>
                <c:pt idx="37873">
                  <c:v>45706.500694444447</c:v>
                </c:pt>
                <c:pt idx="37874">
                  <c:v>45549.036805555559</c:v>
                </c:pt>
                <c:pt idx="37875">
                  <c:v>45941.040972222218</c:v>
                </c:pt>
                <c:pt idx="37876">
                  <c:v>45660.008333333331</c:v>
                </c:pt>
                <c:pt idx="37877">
                  <c:v>45428.991666666669</c:v>
                </c:pt>
                <c:pt idx="37878">
                  <c:v>45620.696527777778</c:v>
                </c:pt>
                <c:pt idx="37879">
                  <c:v>45583.956250000003</c:v>
                </c:pt>
                <c:pt idx="37880">
                  <c:v>45552.352083333331</c:v>
                </c:pt>
                <c:pt idx="37881">
                  <c:v>45523.992361111108</c:v>
                </c:pt>
                <c:pt idx="37882">
                  <c:v>45898.307638888888</c:v>
                </c:pt>
                <c:pt idx="37883">
                  <c:v>45692.662499999999</c:v>
                </c:pt>
                <c:pt idx="37884">
                  <c:v>45833.033333333333</c:v>
                </c:pt>
                <c:pt idx="37885">
                  <c:v>45741.935416666667</c:v>
                </c:pt>
                <c:pt idx="37886">
                  <c:v>45316.568749999999</c:v>
                </c:pt>
                <c:pt idx="37887">
                  <c:v>45372.96597222222</c:v>
                </c:pt>
                <c:pt idx="37888">
                  <c:v>45791.874305555553</c:v>
                </c:pt>
                <c:pt idx="37889">
                  <c:v>45980.950694444437</c:v>
                </c:pt>
                <c:pt idx="37890">
                  <c:v>45753.604166666657</c:v>
                </c:pt>
                <c:pt idx="37891">
                  <c:v>45695.472222222219</c:v>
                </c:pt>
                <c:pt idx="37892">
                  <c:v>45741.87222222222</c:v>
                </c:pt>
                <c:pt idx="37893">
                  <c:v>45648.345833333333</c:v>
                </c:pt>
                <c:pt idx="37894">
                  <c:v>46010.73333333333</c:v>
                </c:pt>
                <c:pt idx="37895">
                  <c:v>45993.96597222222</c:v>
                </c:pt>
                <c:pt idx="37896">
                  <c:v>45945.65902777778</c:v>
                </c:pt>
                <c:pt idx="37897">
                  <c:v>45919.743750000001</c:v>
                </c:pt>
                <c:pt idx="37898">
                  <c:v>45907.003472222219</c:v>
                </c:pt>
                <c:pt idx="37899">
                  <c:v>45809.376388888893</c:v>
                </c:pt>
                <c:pt idx="37900">
                  <c:v>45802.957638888889</c:v>
                </c:pt>
                <c:pt idx="37901">
                  <c:v>45803.408333333333</c:v>
                </c:pt>
                <c:pt idx="37902">
                  <c:v>45799.82708333333</c:v>
                </c:pt>
                <c:pt idx="37903">
                  <c:v>45801.868750000001</c:v>
                </c:pt>
                <c:pt idx="37904">
                  <c:v>46010.55972222222</c:v>
                </c:pt>
                <c:pt idx="37905">
                  <c:v>45957.825694444437</c:v>
                </c:pt>
                <c:pt idx="37906">
                  <c:v>45856.868055555547</c:v>
                </c:pt>
                <c:pt idx="37907">
                  <c:v>45539.852083333331</c:v>
                </c:pt>
                <c:pt idx="37908">
                  <c:v>46020.406944444447</c:v>
                </c:pt>
                <c:pt idx="37909">
                  <c:v>45766.611111111109</c:v>
                </c:pt>
                <c:pt idx="37910">
                  <c:v>45700.02847222222</c:v>
                </c:pt>
                <c:pt idx="37911">
                  <c:v>45363.239583333343</c:v>
                </c:pt>
                <c:pt idx="37912">
                  <c:v>45465.791666666657</c:v>
                </c:pt>
                <c:pt idx="37913">
                  <c:v>45959.513194444437</c:v>
                </c:pt>
                <c:pt idx="37914">
                  <c:v>45652.160416666673</c:v>
                </c:pt>
                <c:pt idx="37915">
                  <c:v>45951.368055555547</c:v>
                </c:pt>
                <c:pt idx="37916">
                  <c:v>45933.261805555558</c:v>
                </c:pt>
                <c:pt idx="37917">
                  <c:v>45909.967361111107</c:v>
                </c:pt>
                <c:pt idx="37918">
                  <c:v>45907.419444444437</c:v>
                </c:pt>
                <c:pt idx="37919">
                  <c:v>45895.531944444447</c:v>
                </c:pt>
                <c:pt idx="37920">
                  <c:v>45866.34375</c:v>
                </c:pt>
                <c:pt idx="37921">
                  <c:v>45910.835416666669</c:v>
                </c:pt>
                <c:pt idx="37922">
                  <c:v>45671.355555555558</c:v>
                </c:pt>
                <c:pt idx="37923">
                  <c:v>45838.695833333331</c:v>
                </c:pt>
                <c:pt idx="37924">
                  <c:v>45797.55</c:v>
                </c:pt>
                <c:pt idx="37925">
                  <c:v>45754.43472222222</c:v>
                </c:pt>
                <c:pt idx="37926">
                  <c:v>45434.548611111109</c:v>
                </c:pt>
                <c:pt idx="37927">
                  <c:v>45627.474999999999</c:v>
                </c:pt>
                <c:pt idx="37928">
                  <c:v>45994.342361111107</c:v>
                </c:pt>
                <c:pt idx="37929">
                  <c:v>45873.568055555559</c:v>
                </c:pt>
                <c:pt idx="37930">
                  <c:v>45402.506249999999</c:v>
                </c:pt>
                <c:pt idx="37931">
                  <c:v>45504.761805555558</c:v>
                </c:pt>
                <c:pt idx="37932">
                  <c:v>45469.871527777781</c:v>
                </c:pt>
                <c:pt idx="37933">
                  <c:v>45327.763194444437</c:v>
                </c:pt>
                <c:pt idx="37934">
                  <c:v>45949.402083333327</c:v>
                </c:pt>
                <c:pt idx="37935">
                  <c:v>45366.261805555558</c:v>
                </c:pt>
                <c:pt idx="37936">
                  <c:v>45532.34097222222</c:v>
                </c:pt>
                <c:pt idx="37937">
                  <c:v>45587.357638888891</c:v>
                </c:pt>
                <c:pt idx="37938">
                  <c:v>45713.612500000003</c:v>
                </c:pt>
                <c:pt idx="37939">
                  <c:v>45553.270833333343</c:v>
                </c:pt>
                <c:pt idx="37940">
                  <c:v>45801.351388888892</c:v>
                </c:pt>
                <c:pt idx="37941">
                  <c:v>45754.054861111108</c:v>
                </c:pt>
                <c:pt idx="37942">
                  <c:v>45734.920138888891</c:v>
                </c:pt>
                <c:pt idx="37943">
                  <c:v>45509.742361111108</c:v>
                </c:pt>
                <c:pt idx="37944">
                  <c:v>45714.574305555558</c:v>
                </c:pt>
                <c:pt idx="37945">
                  <c:v>45680.26666666667</c:v>
                </c:pt>
                <c:pt idx="37946">
                  <c:v>45667.061805555553</c:v>
                </c:pt>
                <c:pt idx="37947">
                  <c:v>45306.540972222218</c:v>
                </c:pt>
                <c:pt idx="37948">
                  <c:v>45833.478472222218</c:v>
                </c:pt>
                <c:pt idx="37949">
                  <c:v>45938.480555555558</c:v>
                </c:pt>
                <c:pt idx="37950">
                  <c:v>45654.322916666657</c:v>
                </c:pt>
                <c:pt idx="37951">
                  <c:v>45625.546527777777</c:v>
                </c:pt>
                <c:pt idx="37952">
                  <c:v>45462.279166666667</c:v>
                </c:pt>
                <c:pt idx="37953">
                  <c:v>45999.256944444453</c:v>
                </c:pt>
                <c:pt idx="37954">
                  <c:v>45727.866666666669</c:v>
                </c:pt>
                <c:pt idx="37955">
                  <c:v>45834.59097222222</c:v>
                </c:pt>
                <c:pt idx="37956">
                  <c:v>45580.659722222219</c:v>
                </c:pt>
                <c:pt idx="37957">
                  <c:v>45606.520138888889</c:v>
                </c:pt>
                <c:pt idx="37958">
                  <c:v>45957.65</c:v>
                </c:pt>
                <c:pt idx="37959">
                  <c:v>46018.377083333333</c:v>
                </c:pt>
                <c:pt idx="37960">
                  <c:v>45852.482638888891</c:v>
                </c:pt>
                <c:pt idx="37961">
                  <c:v>46018.381249999999</c:v>
                </c:pt>
                <c:pt idx="37962">
                  <c:v>45915.531944444447</c:v>
                </c:pt>
                <c:pt idx="37963">
                  <c:v>45909.781944444447</c:v>
                </c:pt>
                <c:pt idx="37964">
                  <c:v>45353.352777777778</c:v>
                </c:pt>
                <c:pt idx="37965">
                  <c:v>45695.657638888893</c:v>
                </c:pt>
                <c:pt idx="37966">
                  <c:v>45979.796527777777</c:v>
                </c:pt>
                <c:pt idx="37967">
                  <c:v>45624.49722222222</c:v>
                </c:pt>
                <c:pt idx="37968">
                  <c:v>45656.886111111111</c:v>
                </c:pt>
                <c:pt idx="37969">
                  <c:v>45624.49722222222</c:v>
                </c:pt>
                <c:pt idx="37970">
                  <c:v>45656.886111111111</c:v>
                </c:pt>
                <c:pt idx="37971">
                  <c:v>45895.362500000003</c:v>
                </c:pt>
                <c:pt idx="37972">
                  <c:v>45895.362500000003</c:v>
                </c:pt>
                <c:pt idx="37973">
                  <c:v>45588.430555555547</c:v>
                </c:pt>
                <c:pt idx="37974">
                  <c:v>45553.547222222223</c:v>
                </c:pt>
                <c:pt idx="37975">
                  <c:v>45707.380555555559</c:v>
                </c:pt>
                <c:pt idx="37976">
                  <c:v>45525.421527777777</c:v>
                </c:pt>
                <c:pt idx="37977">
                  <c:v>45490.656944444447</c:v>
                </c:pt>
                <c:pt idx="37978">
                  <c:v>45763.423611111109</c:v>
                </c:pt>
                <c:pt idx="37979">
                  <c:v>45735.48333333333</c:v>
                </c:pt>
                <c:pt idx="37980">
                  <c:v>45616.478472222218</c:v>
                </c:pt>
                <c:pt idx="37981">
                  <c:v>45630.604861111111</c:v>
                </c:pt>
                <c:pt idx="37982">
                  <c:v>45761.730555555558</c:v>
                </c:pt>
                <c:pt idx="37983">
                  <c:v>45761.730555555558</c:v>
                </c:pt>
                <c:pt idx="37984">
                  <c:v>45888.578472222223</c:v>
                </c:pt>
                <c:pt idx="37985">
                  <c:v>45888.578472222223</c:v>
                </c:pt>
                <c:pt idx="37986">
                  <c:v>45918.727083333331</c:v>
                </c:pt>
                <c:pt idx="37987">
                  <c:v>45888.578472222223</c:v>
                </c:pt>
                <c:pt idx="37988">
                  <c:v>45918.727083333331</c:v>
                </c:pt>
                <c:pt idx="37989">
                  <c:v>45761.730555555558</c:v>
                </c:pt>
                <c:pt idx="37990">
                  <c:v>45918.727083333331</c:v>
                </c:pt>
                <c:pt idx="37991">
                  <c:v>45981.583333333343</c:v>
                </c:pt>
                <c:pt idx="37992">
                  <c:v>45973.584722222222</c:v>
                </c:pt>
                <c:pt idx="37993">
                  <c:v>45937.627083333333</c:v>
                </c:pt>
                <c:pt idx="37994">
                  <c:v>45788.975694444453</c:v>
                </c:pt>
                <c:pt idx="37995">
                  <c:v>45394.526388888888</c:v>
                </c:pt>
                <c:pt idx="37996">
                  <c:v>45529.918055555558</c:v>
                </c:pt>
                <c:pt idx="37997">
                  <c:v>45978.402083333327</c:v>
                </c:pt>
                <c:pt idx="37998">
                  <c:v>45941.447222222218</c:v>
                </c:pt>
                <c:pt idx="37999">
                  <c:v>45299.495138888888</c:v>
                </c:pt>
                <c:pt idx="38000">
                  <c:v>45887.425694444442</c:v>
                </c:pt>
                <c:pt idx="38001">
                  <c:v>46002.660416666673</c:v>
                </c:pt>
                <c:pt idx="38002">
                  <c:v>45418.383333333331</c:v>
                </c:pt>
                <c:pt idx="38003">
                  <c:v>45825.725694444453</c:v>
                </c:pt>
                <c:pt idx="38004">
                  <c:v>45650.422222222223</c:v>
                </c:pt>
                <c:pt idx="38005">
                  <c:v>45334.447916666657</c:v>
                </c:pt>
                <c:pt idx="38006">
                  <c:v>45461.504166666673</c:v>
                </c:pt>
                <c:pt idx="38007">
                  <c:v>45754.53125</c:v>
                </c:pt>
                <c:pt idx="38008">
                  <c:v>45764.520138888889</c:v>
                </c:pt>
                <c:pt idx="38009">
                  <c:v>45927.031944444447</c:v>
                </c:pt>
                <c:pt idx="38010">
                  <c:v>45833.425000000003</c:v>
                </c:pt>
                <c:pt idx="38011">
                  <c:v>45811.509722222218</c:v>
                </c:pt>
                <c:pt idx="38012">
                  <c:v>45790.847916666673</c:v>
                </c:pt>
                <c:pt idx="38013">
                  <c:v>45803.443749999999</c:v>
                </c:pt>
                <c:pt idx="38014">
                  <c:v>45803.444444444453</c:v>
                </c:pt>
                <c:pt idx="38015">
                  <c:v>45784.394444444442</c:v>
                </c:pt>
                <c:pt idx="38016">
                  <c:v>45889.921527777777</c:v>
                </c:pt>
                <c:pt idx="38017">
                  <c:v>45865.664583333331</c:v>
                </c:pt>
                <c:pt idx="38018">
                  <c:v>45748.950694444437</c:v>
                </c:pt>
                <c:pt idx="38019">
                  <c:v>45760.086805555547</c:v>
                </c:pt>
                <c:pt idx="38020">
                  <c:v>45771.682638888888</c:v>
                </c:pt>
                <c:pt idx="38021">
                  <c:v>45609.522222222222</c:v>
                </c:pt>
                <c:pt idx="38022">
                  <c:v>45985.578472222223</c:v>
                </c:pt>
                <c:pt idx="38023">
                  <c:v>45349.560416666667</c:v>
                </c:pt>
                <c:pt idx="38024">
                  <c:v>45544.541666666657</c:v>
                </c:pt>
                <c:pt idx="38025">
                  <c:v>45888.694444444453</c:v>
                </c:pt>
                <c:pt idx="38026">
                  <c:v>45448.570138888892</c:v>
                </c:pt>
                <c:pt idx="38027">
                  <c:v>45858.09652777778</c:v>
                </c:pt>
                <c:pt idx="38028">
                  <c:v>45858.09652777778</c:v>
                </c:pt>
                <c:pt idx="38029">
                  <c:v>45609.55</c:v>
                </c:pt>
                <c:pt idx="38030">
                  <c:v>46013.92083333333</c:v>
                </c:pt>
                <c:pt idx="38031">
                  <c:v>45856.308333333327</c:v>
                </c:pt>
                <c:pt idx="38032">
                  <c:v>45312.644444444442</c:v>
                </c:pt>
                <c:pt idx="38033">
                  <c:v>45618.601388888892</c:v>
                </c:pt>
                <c:pt idx="38034">
                  <c:v>46007.468055555553</c:v>
                </c:pt>
                <c:pt idx="38035">
                  <c:v>45608.625694444447</c:v>
                </c:pt>
                <c:pt idx="38036">
                  <c:v>45700.551388888889</c:v>
                </c:pt>
                <c:pt idx="38037">
                  <c:v>45856.819444444453</c:v>
                </c:pt>
                <c:pt idx="38038">
                  <c:v>45426.820138888892</c:v>
                </c:pt>
                <c:pt idx="38039">
                  <c:v>45676.732638888891</c:v>
                </c:pt>
                <c:pt idx="38040">
                  <c:v>45806.660416666673</c:v>
                </c:pt>
                <c:pt idx="38041">
                  <c:v>45302.067361111112</c:v>
                </c:pt>
                <c:pt idx="38042">
                  <c:v>45903.686805555553</c:v>
                </c:pt>
                <c:pt idx="38043">
                  <c:v>45355.61041666667</c:v>
                </c:pt>
                <c:pt idx="38044">
                  <c:v>45700.549305555563</c:v>
                </c:pt>
                <c:pt idx="38045">
                  <c:v>45966.397222222222</c:v>
                </c:pt>
                <c:pt idx="38046">
                  <c:v>45653.62222222222</c:v>
                </c:pt>
                <c:pt idx="38047">
                  <c:v>45527.649305555547</c:v>
                </c:pt>
                <c:pt idx="38048">
                  <c:v>45751.549305555563</c:v>
                </c:pt>
                <c:pt idx="38049">
                  <c:v>45850.595138888893</c:v>
                </c:pt>
                <c:pt idx="38050">
                  <c:v>45691.676388888889</c:v>
                </c:pt>
                <c:pt idx="38051">
                  <c:v>45868.519444444442</c:v>
                </c:pt>
                <c:pt idx="38052">
                  <c:v>45881.751388888893</c:v>
                </c:pt>
                <c:pt idx="38053">
                  <c:v>45849.539583333331</c:v>
                </c:pt>
                <c:pt idx="38054">
                  <c:v>45717.292361111111</c:v>
                </c:pt>
                <c:pt idx="38055">
                  <c:v>45308.688888888893</c:v>
                </c:pt>
                <c:pt idx="38056">
                  <c:v>45964.511111111111</c:v>
                </c:pt>
                <c:pt idx="38057">
                  <c:v>45907.736805555563</c:v>
                </c:pt>
                <c:pt idx="38058">
                  <c:v>45929.588888888888</c:v>
                </c:pt>
                <c:pt idx="38059">
                  <c:v>45933.987500000003</c:v>
                </c:pt>
                <c:pt idx="38060">
                  <c:v>46008.709722222222</c:v>
                </c:pt>
                <c:pt idx="38061">
                  <c:v>45914.02847222222</c:v>
                </c:pt>
                <c:pt idx="38062">
                  <c:v>45985.00277777778</c:v>
                </c:pt>
                <c:pt idx="38063">
                  <c:v>45945.458333333343</c:v>
                </c:pt>
                <c:pt idx="38064">
                  <c:v>45660.993055555547</c:v>
                </c:pt>
                <c:pt idx="38065">
                  <c:v>45834.342361111107</c:v>
                </c:pt>
                <c:pt idx="38066">
                  <c:v>45803.056944444441</c:v>
                </c:pt>
                <c:pt idx="38067">
                  <c:v>45912.521527777782</c:v>
                </c:pt>
                <c:pt idx="38068">
                  <c:v>45721.729166666657</c:v>
                </c:pt>
                <c:pt idx="38069">
                  <c:v>45677.481249999997</c:v>
                </c:pt>
                <c:pt idx="38070">
                  <c:v>45416.427777777782</c:v>
                </c:pt>
                <c:pt idx="38071">
                  <c:v>45371.484722222223</c:v>
                </c:pt>
                <c:pt idx="38072">
                  <c:v>45793.574305555558</c:v>
                </c:pt>
                <c:pt idx="38073">
                  <c:v>45895.350694444453</c:v>
                </c:pt>
                <c:pt idx="38074">
                  <c:v>45942.39166666667</c:v>
                </c:pt>
                <c:pt idx="38075">
                  <c:v>45874.984722222223</c:v>
                </c:pt>
                <c:pt idx="38076">
                  <c:v>45845.817361111112</c:v>
                </c:pt>
                <c:pt idx="38077">
                  <c:v>45644.897916666669</c:v>
                </c:pt>
                <c:pt idx="38078">
                  <c:v>45758.533333333333</c:v>
                </c:pt>
                <c:pt idx="38079">
                  <c:v>45799.447916666657</c:v>
                </c:pt>
                <c:pt idx="38080">
                  <c:v>45364.672222222223</c:v>
                </c:pt>
                <c:pt idx="38081">
                  <c:v>45747.643750000003</c:v>
                </c:pt>
                <c:pt idx="38082">
                  <c:v>45309.497916666667</c:v>
                </c:pt>
                <c:pt idx="38083">
                  <c:v>45539.640972222223</c:v>
                </c:pt>
                <c:pt idx="38084">
                  <c:v>45724.963194444441</c:v>
                </c:pt>
                <c:pt idx="38085">
                  <c:v>45470.772916666669</c:v>
                </c:pt>
                <c:pt idx="38086">
                  <c:v>45366.506944444453</c:v>
                </c:pt>
                <c:pt idx="38087">
                  <c:v>45517.046527777777</c:v>
                </c:pt>
                <c:pt idx="38088">
                  <c:v>45871.864583333343</c:v>
                </c:pt>
                <c:pt idx="38089">
                  <c:v>45591.056250000001</c:v>
                </c:pt>
                <c:pt idx="38090">
                  <c:v>45411.95</c:v>
                </c:pt>
                <c:pt idx="38091">
                  <c:v>45761.88958333333</c:v>
                </c:pt>
                <c:pt idx="38092">
                  <c:v>45939.532638888893</c:v>
                </c:pt>
                <c:pt idx="38093">
                  <c:v>45877.943749999999</c:v>
                </c:pt>
                <c:pt idx="38094">
                  <c:v>45882.425000000003</c:v>
                </c:pt>
                <c:pt idx="38095">
                  <c:v>45374.275694444441</c:v>
                </c:pt>
                <c:pt idx="38096">
                  <c:v>45695.538888888892</c:v>
                </c:pt>
                <c:pt idx="38097">
                  <c:v>45529.370138888888</c:v>
                </c:pt>
                <c:pt idx="38098">
                  <c:v>45898.529166666667</c:v>
                </c:pt>
                <c:pt idx="38099">
                  <c:v>45314.665277777778</c:v>
                </c:pt>
                <c:pt idx="38100">
                  <c:v>45847.819444444453</c:v>
                </c:pt>
                <c:pt idx="38101">
                  <c:v>45829.424305555563</c:v>
                </c:pt>
                <c:pt idx="38102">
                  <c:v>45835.504166666673</c:v>
                </c:pt>
                <c:pt idx="38103">
                  <c:v>45783.593055555553</c:v>
                </c:pt>
                <c:pt idx="38104">
                  <c:v>45794.002083333333</c:v>
                </c:pt>
                <c:pt idx="38105">
                  <c:v>45780.939583333333</c:v>
                </c:pt>
                <c:pt idx="38106">
                  <c:v>45761.88958333333</c:v>
                </c:pt>
                <c:pt idx="38107">
                  <c:v>45762.607638888891</c:v>
                </c:pt>
                <c:pt idx="38108">
                  <c:v>45752.763888888891</c:v>
                </c:pt>
                <c:pt idx="38109">
                  <c:v>45720.770138888889</c:v>
                </c:pt>
                <c:pt idx="38110">
                  <c:v>45802.657638888893</c:v>
                </c:pt>
                <c:pt idx="38111">
                  <c:v>45707.568055555559</c:v>
                </c:pt>
                <c:pt idx="38112">
                  <c:v>45610.85</c:v>
                </c:pt>
                <c:pt idx="38113">
                  <c:v>45764.818055555559</c:v>
                </c:pt>
                <c:pt idx="38114">
                  <c:v>45934.806250000001</c:v>
                </c:pt>
                <c:pt idx="38115">
                  <c:v>45934.701388888891</c:v>
                </c:pt>
                <c:pt idx="38116">
                  <c:v>45768.397222222222</c:v>
                </c:pt>
                <c:pt idx="38117">
                  <c:v>45873.400694444441</c:v>
                </c:pt>
                <c:pt idx="38118">
                  <c:v>45482.704861111109</c:v>
                </c:pt>
                <c:pt idx="38119">
                  <c:v>45819.417361111111</c:v>
                </c:pt>
                <c:pt idx="38120">
                  <c:v>45294.590277777781</c:v>
                </c:pt>
                <c:pt idx="38121">
                  <c:v>45845.429166666669</c:v>
                </c:pt>
                <c:pt idx="38122">
                  <c:v>45896.398611111108</c:v>
                </c:pt>
                <c:pt idx="38123">
                  <c:v>46001.432638888888</c:v>
                </c:pt>
                <c:pt idx="38124">
                  <c:v>45653.626388888893</c:v>
                </c:pt>
                <c:pt idx="38125">
                  <c:v>46020.57708333333</c:v>
                </c:pt>
                <c:pt idx="38126">
                  <c:v>45936.402777777781</c:v>
                </c:pt>
                <c:pt idx="38127">
                  <c:v>45971.510416666657</c:v>
                </c:pt>
                <c:pt idx="38128">
                  <c:v>45749.599999999999</c:v>
                </c:pt>
                <c:pt idx="38129">
                  <c:v>45775.515972222223</c:v>
                </c:pt>
                <c:pt idx="38130">
                  <c:v>45859.409722222219</c:v>
                </c:pt>
                <c:pt idx="38131">
                  <c:v>45912.615277777782</c:v>
                </c:pt>
                <c:pt idx="38132">
                  <c:v>45413.504861111112</c:v>
                </c:pt>
                <c:pt idx="38133">
                  <c:v>45951.475694444453</c:v>
                </c:pt>
                <c:pt idx="38134">
                  <c:v>45838.451388888891</c:v>
                </c:pt>
                <c:pt idx="38135">
                  <c:v>45782.400694444441</c:v>
                </c:pt>
                <c:pt idx="38136">
                  <c:v>45369.888194444437</c:v>
                </c:pt>
                <c:pt idx="38137">
                  <c:v>45541.885416666657</c:v>
                </c:pt>
                <c:pt idx="38138">
                  <c:v>45688.366666666669</c:v>
                </c:pt>
                <c:pt idx="38139">
                  <c:v>45985.386805555558</c:v>
                </c:pt>
                <c:pt idx="38140">
                  <c:v>45616.335416666669</c:v>
                </c:pt>
                <c:pt idx="38141">
                  <c:v>45677.531944444447</c:v>
                </c:pt>
                <c:pt idx="38142">
                  <c:v>45921.841666666667</c:v>
                </c:pt>
                <c:pt idx="38143">
                  <c:v>45816.62777777778</c:v>
                </c:pt>
                <c:pt idx="38144">
                  <c:v>45625.072916666657</c:v>
                </c:pt>
                <c:pt idx="38145">
                  <c:v>45627.6875</c:v>
                </c:pt>
                <c:pt idx="38146">
                  <c:v>45734.399305555547</c:v>
                </c:pt>
                <c:pt idx="38147">
                  <c:v>45861.543749999997</c:v>
                </c:pt>
                <c:pt idx="38148">
                  <c:v>45849.375694444447</c:v>
                </c:pt>
                <c:pt idx="38149">
                  <c:v>45981.609722222223</c:v>
                </c:pt>
                <c:pt idx="38150">
                  <c:v>45692.033333333333</c:v>
                </c:pt>
                <c:pt idx="38151">
                  <c:v>45979.630555555559</c:v>
                </c:pt>
                <c:pt idx="38152">
                  <c:v>45887.048611111109</c:v>
                </c:pt>
                <c:pt idx="38153">
                  <c:v>45626.144444444442</c:v>
                </c:pt>
                <c:pt idx="38154">
                  <c:v>45560.548611111109</c:v>
                </c:pt>
                <c:pt idx="38155">
                  <c:v>45763.779861111107</c:v>
                </c:pt>
                <c:pt idx="38156">
                  <c:v>45378.140277777777</c:v>
                </c:pt>
                <c:pt idx="38157">
                  <c:v>45447.474305555559</c:v>
                </c:pt>
                <c:pt idx="38158">
                  <c:v>45584.472916666673</c:v>
                </c:pt>
                <c:pt idx="38159">
                  <c:v>45716.71875</c:v>
                </c:pt>
                <c:pt idx="38160">
                  <c:v>45627.855555555558</c:v>
                </c:pt>
                <c:pt idx="38161">
                  <c:v>45887.647916666669</c:v>
                </c:pt>
                <c:pt idx="38162">
                  <c:v>45759.622916666667</c:v>
                </c:pt>
                <c:pt idx="38163">
                  <c:v>45794.267361111109</c:v>
                </c:pt>
                <c:pt idx="38164">
                  <c:v>45798.605555555558</c:v>
                </c:pt>
                <c:pt idx="38165">
                  <c:v>45764.80972222222</c:v>
                </c:pt>
                <c:pt idx="38166">
                  <c:v>45563.689583333333</c:v>
                </c:pt>
                <c:pt idx="38167">
                  <c:v>46018.626388888893</c:v>
                </c:pt>
                <c:pt idx="38168">
                  <c:v>45911.40625</c:v>
                </c:pt>
                <c:pt idx="38169">
                  <c:v>45781.696527777778</c:v>
                </c:pt>
                <c:pt idx="38170">
                  <c:v>45381.463888888888</c:v>
                </c:pt>
                <c:pt idx="38171">
                  <c:v>45496.558333333327</c:v>
                </c:pt>
                <c:pt idx="38172">
                  <c:v>45878.62222222222</c:v>
                </c:pt>
                <c:pt idx="38173">
                  <c:v>45325.502083333333</c:v>
                </c:pt>
                <c:pt idx="38174">
                  <c:v>45752.423611111109</c:v>
                </c:pt>
                <c:pt idx="38175">
                  <c:v>45630.381944444453</c:v>
                </c:pt>
                <c:pt idx="38176">
                  <c:v>45820.396527777782</c:v>
                </c:pt>
                <c:pt idx="38177">
                  <c:v>45972.404166666667</c:v>
                </c:pt>
                <c:pt idx="38178">
                  <c:v>45696.424305555563</c:v>
                </c:pt>
                <c:pt idx="38179">
                  <c:v>45434.409722222219</c:v>
                </c:pt>
                <c:pt idx="38180">
                  <c:v>45927.794444444437</c:v>
                </c:pt>
                <c:pt idx="38181">
                  <c:v>45945.726388888892</c:v>
                </c:pt>
                <c:pt idx="38182">
                  <c:v>45724.411805555559</c:v>
                </c:pt>
                <c:pt idx="38183">
                  <c:v>45643.443749999999</c:v>
                </c:pt>
                <c:pt idx="38184">
                  <c:v>46010.633333333331</c:v>
                </c:pt>
                <c:pt idx="38185">
                  <c:v>45919.609722222223</c:v>
                </c:pt>
                <c:pt idx="38186">
                  <c:v>45316.532638888893</c:v>
                </c:pt>
                <c:pt idx="38187">
                  <c:v>45448.272916666669</c:v>
                </c:pt>
                <c:pt idx="38188">
                  <c:v>45407.76666666667</c:v>
                </c:pt>
                <c:pt idx="38189">
                  <c:v>45365.259027777778</c:v>
                </c:pt>
                <c:pt idx="38190">
                  <c:v>45898.768055555563</c:v>
                </c:pt>
                <c:pt idx="38191">
                  <c:v>45822.990277777782</c:v>
                </c:pt>
                <c:pt idx="38192">
                  <c:v>45770.776388888888</c:v>
                </c:pt>
                <c:pt idx="38193">
                  <c:v>45769.542361111111</c:v>
                </c:pt>
                <c:pt idx="38194">
                  <c:v>45766.788194444453</c:v>
                </c:pt>
                <c:pt idx="38195">
                  <c:v>45749.491666666669</c:v>
                </c:pt>
                <c:pt idx="38196">
                  <c:v>45969.830555555563</c:v>
                </c:pt>
                <c:pt idx="38197">
                  <c:v>45869.5</c:v>
                </c:pt>
                <c:pt idx="38198">
                  <c:v>45932.472916666673</c:v>
                </c:pt>
                <c:pt idx="38199">
                  <c:v>45836.681250000001</c:v>
                </c:pt>
                <c:pt idx="38200">
                  <c:v>45972.006249999999</c:v>
                </c:pt>
                <c:pt idx="38201">
                  <c:v>45911.887499999997</c:v>
                </c:pt>
                <c:pt idx="38202">
                  <c:v>45855.450694444437</c:v>
                </c:pt>
                <c:pt idx="38203">
                  <c:v>45995.388194444437</c:v>
                </c:pt>
                <c:pt idx="38204">
                  <c:v>45897.033333333333</c:v>
                </c:pt>
                <c:pt idx="38205">
                  <c:v>45825.57916666667</c:v>
                </c:pt>
                <c:pt idx="38206">
                  <c:v>46012.018750000003</c:v>
                </c:pt>
                <c:pt idx="38207">
                  <c:v>45937.895833333343</c:v>
                </c:pt>
                <c:pt idx="38208">
                  <c:v>45953.361111111109</c:v>
                </c:pt>
                <c:pt idx="38209">
                  <c:v>45883.487500000003</c:v>
                </c:pt>
                <c:pt idx="38210">
                  <c:v>45791.386805555558</c:v>
                </c:pt>
                <c:pt idx="38211">
                  <c:v>45987.447916666657</c:v>
                </c:pt>
                <c:pt idx="38212">
                  <c:v>45806.895833333343</c:v>
                </c:pt>
                <c:pt idx="38213">
                  <c:v>45766.326388888891</c:v>
                </c:pt>
                <c:pt idx="38214">
                  <c:v>45454.501388888893</c:v>
                </c:pt>
                <c:pt idx="38215">
                  <c:v>45848.633333333331</c:v>
                </c:pt>
                <c:pt idx="38216">
                  <c:v>45388.393055555563</c:v>
                </c:pt>
                <c:pt idx="38217">
                  <c:v>45915.363194444442</c:v>
                </c:pt>
                <c:pt idx="38218">
                  <c:v>45976.502083333333</c:v>
                </c:pt>
                <c:pt idx="38219">
                  <c:v>45528.368055555547</c:v>
                </c:pt>
                <c:pt idx="38220">
                  <c:v>45703.029166666667</c:v>
                </c:pt>
                <c:pt idx="38221">
                  <c:v>45696.652083333327</c:v>
                </c:pt>
                <c:pt idx="38222">
                  <c:v>45500.383333333331</c:v>
                </c:pt>
                <c:pt idx="38223">
                  <c:v>45656.295138888891</c:v>
                </c:pt>
                <c:pt idx="38224">
                  <c:v>45780.706944444442</c:v>
                </c:pt>
                <c:pt idx="38225">
                  <c:v>45337.354166666657</c:v>
                </c:pt>
                <c:pt idx="38226">
                  <c:v>45591.696527777778</c:v>
                </c:pt>
                <c:pt idx="38227">
                  <c:v>45734.404861111107</c:v>
                </c:pt>
                <c:pt idx="38228">
                  <c:v>45689.92083333333</c:v>
                </c:pt>
                <c:pt idx="38229">
                  <c:v>45613.561805555553</c:v>
                </c:pt>
                <c:pt idx="38230">
                  <c:v>45765.695833333331</c:v>
                </c:pt>
                <c:pt idx="38231">
                  <c:v>45969.793749999997</c:v>
                </c:pt>
                <c:pt idx="38232">
                  <c:v>45602.517361111109</c:v>
                </c:pt>
                <c:pt idx="38233">
                  <c:v>45732.589583333327</c:v>
                </c:pt>
                <c:pt idx="38234">
                  <c:v>45586.912499999999</c:v>
                </c:pt>
                <c:pt idx="38235">
                  <c:v>45621.813888888893</c:v>
                </c:pt>
                <c:pt idx="38236">
                  <c:v>45685.870138888888</c:v>
                </c:pt>
                <c:pt idx="38237">
                  <c:v>45855.286111111112</c:v>
                </c:pt>
                <c:pt idx="38238">
                  <c:v>45383.711805555547</c:v>
                </c:pt>
                <c:pt idx="38239">
                  <c:v>45744.884722222218</c:v>
                </c:pt>
                <c:pt idx="38240">
                  <c:v>45520.28125</c:v>
                </c:pt>
                <c:pt idx="38241">
                  <c:v>45936.761111111111</c:v>
                </c:pt>
                <c:pt idx="38242">
                  <c:v>45437.950694444437</c:v>
                </c:pt>
                <c:pt idx="38243">
                  <c:v>45649.370833333327</c:v>
                </c:pt>
                <c:pt idx="38244">
                  <c:v>45999.290972222218</c:v>
                </c:pt>
                <c:pt idx="38245">
                  <c:v>45719.511805555558</c:v>
                </c:pt>
                <c:pt idx="38246">
                  <c:v>45895.464583333327</c:v>
                </c:pt>
                <c:pt idx="38247">
                  <c:v>45964.477777777778</c:v>
                </c:pt>
                <c:pt idx="38248">
                  <c:v>45985.117361111108</c:v>
                </c:pt>
                <c:pt idx="38249">
                  <c:v>45481.598611111112</c:v>
                </c:pt>
                <c:pt idx="38250">
                  <c:v>45551.67083333333</c:v>
                </c:pt>
                <c:pt idx="38251">
                  <c:v>45827.830555555563</c:v>
                </c:pt>
                <c:pt idx="38252">
                  <c:v>45803.263888888891</c:v>
                </c:pt>
                <c:pt idx="38253">
                  <c:v>45775.415277777778</c:v>
                </c:pt>
                <c:pt idx="38254">
                  <c:v>45399.286805555559</c:v>
                </c:pt>
                <c:pt idx="38255">
                  <c:v>45660.834722222222</c:v>
                </c:pt>
                <c:pt idx="38256">
                  <c:v>45622.535416666673</c:v>
                </c:pt>
                <c:pt idx="38257">
                  <c:v>45957.499305555553</c:v>
                </c:pt>
                <c:pt idx="38258">
                  <c:v>45943.672222222223</c:v>
                </c:pt>
                <c:pt idx="38259">
                  <c:v>45959.60833333333</c:v>
                </c:pt>
                <c:pt idx="38260">
                  <c:v>45671.816666666673</c:v>
                </c:pt>
                <c:pt idx="38261">
                  <c:v>46014.347222222219</c:v>
                </c:pt>
                <c:pt idx="38262">
                  <c:v>46010.961805555547</c:v>
                </c:pt>
                <c:pt idx="38263">
                  <c:v>45912.543055555558</c:v>
                </c:pt>
                <c:pt idx="38264">
                  <c:v>46006.375694444447</c:v>
                </c:pt>
                <c:pt idx="38265">
                  <c:v>45979.472222222219</c:v>
                </c:pt>
                <c:pt idx="38266">
                  <c:v>45815.589583333327</c:v>
                </c:pt>
                <c:pt idx="38267">
                  <c:v>45949.775000000001</c:v>
                </c:pt>
                <c:pt idx="38268">
                  <c:v>45949.759027777778</c:v>
                </c:pt>
                <c:pt idx="38269">
                  <c:v>45996.338194444441</c:v>
                </c:pt>
                <c:pt idx="38270">
                  <c:v>45487.443055555559</c:v>
                </c:pt>
                <c:pt idx="38271">
                  <c:v>45523.704861111109</c:v>
                </c:pt>
                <c:pt idx="38272">
                  <c:v>45684.909722222219</c:v>
                </c:pt>
                <c:pt idx="38273">
                  <c:v>45859.615277777782</c:v>
                </c:pt>
                <c:pt idx="38274">
                  <c:v>45746.763194444437</c:v>
                </c:pt>
                <c:pt idx="38275">
                  <c:v>45963.359027777777</c:v>
                </c:pt>
                <c:pt idx="38276">
                  <c:v>46016.375694444447</c:v>
                </c:pt>
                <c:pt idx="38277">
                  <c:v>45651.828472222223</c:v>
                </c:pt>
                <c:pt idx="38278">
                  <c:v>45550.588888888888</c:v>
                </c:pt>
                <c:pt idx="38279">
                  <c:v>45667.591666666667</c:v>
                </c:pt>
                <c:pt idx="38280">
                  <c:v>45619.681250000001</c:v>
                </c:pt>
                <c:pt idx="38281">
                  <c:v>45979.459722222222</c:v>
                </c:pt>
                <c:pt idx="38282">
                  <c:v>45987.465277777781</c:v>
                </c:pt>
                <c:pt idx="38283">
                  <c:v>45567.654166666667</c:v>
                </c:pt>
                <c:pt idx="38284">
                  <c:v>45929.745138888888</c:v>
                </c:pt>
                <c:pt idx="38285">
                  <c:v>45772.40625</c:v>
                </c:pt>
                <c:pt idx="38286">
                  <c:v>45965.57916666667</c:v>
                </c:pt>
                <c:pt idx="38287">
                  <c:v>45833.423611111109</c:v>
                </c:pt>
                <c:pt idx="38288">
                  <c:v>45795.512499999997</c:v>
                </c:pt>
                <c:pt idx="38289">
                  <c:v>45890.428472222222</c:v>
                </c:pt>
                <c:pt idx="38290">
                  <c:v>45900.415277777778</c:v>
                </c:pt>
                <c:pt idx="38291">
                  <c:v>45939.649305555547</c:v>
                </c:pt>
                <c:pt idx="38292">
                  <c:v>45979.29583333333</c:v>
                </c:pt>
                <c:pt idx="38293">
                  <c:v>45583.603472222218</c:v>
                </c:pt>
                <c:pt idx="38294">
                  <c:v>45727.56527777778</c:v>
                </c:pt>
                <c:pt idx="38295">
                  <c:v>45910.48541666667</c:v>
                </c:pt>
                <c:pt idx="38296">
                  <c:v>45931.158333333333</c:v>
                </c:pt>
                <c:pt idx="38297">
                  <c:v>45708.786805555559</c:v>
                </c:pt>
                <c:pt idx="38298">
                  <c:v>45600.429861111108</c:v>
                </c:pt>
                <c:pt idx="38299">
                  <c:v>45965.632638888892</c:v>
                </c:pt>
                <c:pt idx="38300">
                  <c:v>45939.477777777778</c:v>
                </c:pt>
                <c:pt idx="38301">
                  <c:v>45984.626388888893</c:v>
                </c:pt>
                <c:pt idx="38302">
                  <c:v>45848.589583333327</c:v>
                </c:pt>
                <c:pt idx="38303">
                  <c:v>45573.425694444442</c:v>
                </c:pt>
                <c:pt idx="38304">
                  <c:v>45774.654861111107</c:v>
                </c:pt>
                <c:pt idx="38305">
                  <c:v>45463.723611111112</c:v>
                </c:pt>
                <c:pt idx="38306">
                  <c:v>45303.102083333331</c:v>
                </c:pt>
                <c:pt idx="38307">
                  <c:v>45376.056250000001</c:v>
                </c:pt>
                <c:pt idx="38308">
                  <c:v>45714.892361111109</c:v>
                </c:pt>
                <c:pt idx="38309">
                  <c:v>45711.894444444442</c:v>
                </c:pt>
                <c:pt idx="38310">
                  <c:v>46008.911805555559</c:v>
                </c:pt>
                <c:pt idx="38311">
                  <c:v>45958.509722222218</c:v>
                </c:pt>
                <c:pt idx="38312">
                  <c:v>45805.90625</c:v>
                </c:pt>
                <c:pt idx="38313">
                  <c:v>45930.631249999999</c:v>
                </c:pt>
                <c:pt idx="38314">
                  <c:v>45923.417361111111</c:v>
                </c:pt>
                <c:pt idx="38315">
                  <c:v>45754.694444444453</c:v>
                </c:pt>
                <c:pt idx="38316">
                  <c:v>45683.81527777778</c:v>
                </c:pt>
                <c:pt idx="38317">
                  <c:v>45632.779861111107</c:v>
                </c:pt>
                <c:pt idx="38318">
                  <c:v>45527.574305555558</c:v>
                </c:pt>
                <c:pt idx="38319">
                  <c:v>45608.460416666669</c:v>
                </c:pt>
                <c:pt idx="38320">
                  <c:v>45300.463194444441</c:v>
                </c:pt>
                <c:pt idx="38321">
                  <c:v>45561.549305555563</c:v>
                </c:pt>
                <c:pt idx="38322">
                  <c:v>45719.454861111109</c:v>
                </c:pt>
                <c:pt idx="38323">
                  <c:v>45834.563194444447</c:v>
                </c:pt>
                <c:pt idx="38324">
                  <c:v>45827.595138888893</c:v>
                </c:pt>
                <c:pt idx="38325">
                  <c:v>45343.624305555553</c:v>
                </c:pt>
                <c:pt idx="38326">
                  <c:v>45384.5</c:v>
                </c:pt>
                <c:pt idx="38327">
                  <c:v>45922.336111111108</c:v>
                </c:pt>
                <c:pt idx="38328">
                  <c:v>45519.447222222218</c:v>
                </c:pt>
                <c:pt idx="38329">
                  <c:v>45450.477777777778</c:v>
                </c:pt>
                <c:pt idx="38330">
                  <c:v>46002.568055555559</c:v>
                </c:pt>
                <c:pt idx="38331">
                  <c:v>45856.678472222222</c:v>
                </c:pt>
                <c:pt idx="38332">
                  <c:v>45747.606944444437</c:v>
                </c:pt>
                <c:pt idx="38333">
                  <c:v>45638.843055555553</c:v>
                </c:pt>
                <c:pt idx="38334">
                  <c:v>45635.788888888892</c:v>
                </c:pt>
                <c:pt idx="38335">
                  <c:v>45960.602777777778</c:v>
                </c:pt>
                <c:pt idx="38336">
                  <c:v>45772.956944444442</c:v>
                </c:pt>
                <c:pt idx="38337">
                  <c:v>45931.669444444437</c:v>
                </c:pt>
                <c:pt idx="38338">
                  <c:v>45802.931944444441</c:v>
                </c:pt>
                <c:pt idx="38339">
                  <c:v>45742.25</c:v>
                </c:pt>
                <c:pt idx="38340">
                  <c:v>45787.411111111112</c:v>
                </c:pt>
                <c:pt idx="38341">
                  <c:v>45959.355555555558</c:v>
                </c:pt>
                <c:pt idx="38342">
                  <c:v>45903.32916666667</c:v>
                </c:pt>
                <c:pt idx="38343">
                  <c:v>45744.490972222222</c:v>
                </c:pt>
                <c:pt idx="38344">
                  <c:v>45722.933333333327</c:v>
                </c:pt>
                <c:pt idx="38345">
                  <c:v>45643.822916666657</c:v>
                </c:pt>
                <c:pt idx="38346">
                  <c:v>45704.828472222223</c:v>
                </c:pt>
                <c:pt idx="38347">
                  <c:v>45710.680555555547</c:v>
                </c:pt>
                <c:pt idx="38348">
                  <c:v>45621.644444444442</c:v>
                </c:pt>
                <c:pt idx="38349">
                  <c:v>45617.279861111107</c:v>
                </c:pt>
                <c:pt idx="38350">
                  <c:v>45972.246527777781</c:v>
                </c:pt>
                <c:pt idx="38351">
                  <c:v>45835.434027777781</c:v>
                </c:pt>
                <c:pt idx="38352">
                  <c:v>45833.959027777782</c:v>
                </c:pt>
                <c:pt idx="38353">
                  <c:v>45774.586805555547</c:v>
                </c:pt>
                <c:pt idx="38354">
                  <c:v>45760.545138888891</c:v>
                </c:pt>
                <c:pt idx="38355">
                  <c:v>45604.272222222222</c:v>
                </c:pt>
                <c:pt idx="38356">
                  <c:v>45837.244444444441</c:v>
                </c:pt>
                <c:pt idx="38357">
                  <c:v>45324.240972222222</c:v>
                </c:pt>
                <c:pt idx="38358">
                  <c:v>45903.938888888893</c:v>
                </c:pt>
                <c:pt idx="38359">
                  <c:v>45882.303472222222</c:v>
                </c:pt>
                <c:pt idx="38360">
                  <c:v>46003.895833333343</c:v>
                </c:pt>
                <c:pt idx="38361">
                  <c:v>45481.061111111107</c:v>
                </c:pt>
                <c:pt idx="38362">
                  <c:v>45702.890972222223</c:v>
                </c:pt>
                <c:pt idx="38363">
                  <c:v>45528.303472222222</c:v>
                </c:pt>
                <c:pt idx="38364">
                  <c:v>45656.362500000003</c:v>
                </c:pt>
                <c:pt idx="38365">
                  <c:v>45733.54583333333</c:v>
                </c:pt>
                <c:pt idx="38366">
                  <c:v>45554.408333333333</c:v>
                </c:pt>
                <c:pt idx="38367">
                  <c:v>45706.379166666673</c:v>
                </c:pt>
                <c:pt idx="38368">
                  <c:v>45441.311805555553</c:v>
                </c:pt>
                <c:pt idx="38369">
                  <c:v>45942.839583333327</c:v>
                </c:pt>
                <c:pt idx="38370">
                  <c:v>45808.071527777778</c:v>
                </c:pt>
                <c:pt idx="38371">
                  <c:v>45680.427777777782</c:v>
                </c:pt>
                <c:pt idx="38372">
                  <c:v>45677.379861111112</c:v>
                </c:pt>
                <c:pt idx="38373">
                  <c:v>45714.886111111111</c:v>
                </c:pt>
                <c:pt idx="38374">
                  <c:v>45581.897222222222</c:v>
                </c:pt>
                <c:pt idx="38375">
                  <c:v>45995.876388888893</c:v>
                </c:pt>
                <c:pt idx="38376">
                  <c:v>46018.673611111109</c:v>
                </c:pt>
                <c:pt idx="38377">
                  <c:v>45936.848611111112</c:v>
                </c:pt>
                <c:pt idx="38378">
                  <c:v>45957.90347222222</c:v>
                </c:pt>
                <c:pt idx="38379">
                  <c:v>45916.859027777777</c:v>
                </c:pt>
                <c:pt idx="38380">
                  <c:v>45695.479166666657</c:v>
                </c:pt>
                <c:pt idx="38381">
                  <c:v>45877.484027777777</c:v>
                </c:pt>
                <c:pt idx="38382">
                  <c:v>45674.879166666673</c:v>
                </c:pt>
                <c:pt idx="38383">
                  <c:v>45974.864583333343</c:v>
                </c:pt>
                <c:pt idx="38384">
                  <c:v>45817.463888888888</c:v>
                </c:pt>
                <c:pt idx="38385">
                  <c:v>45800.642361111109</c:v>
                </c:pt>
                <c:pt idx="38386">
                  <c:v>45833.961111111108</c:v>
                </c:pt>
                <c:pt idx="38387">
                  <c:v>45766.827777777777</c:v>
                </c:pt>
                <c:pt idx="38388">
                  <c:v>45597.767361111109</c:v>
                </c:pt>
                <c:pt idx="38389">
                  <c:v>45607.832638888889</c:v>
                </c:pt>
                <c:pt idx="38390">
                  <c:v>45884.65902777778</c:v>
                </c:pt>
                <c:pt idx="38391">
                  <c:v>45636.850694444453</c:v>
                </c:pt>
                <c:pt idx="38392">
                  <c:v>45730.463888888888</c:v>
                </c:pt>
                <c:pt idx="38393">
                  <c:v>45967.991666666669</c:v>
                </c:pt>
                <c:pt idx="38394">
                  <c:v>45930.598611111112</c:v>
                </c:pt>
                <c:pt idx="38395">
                  <c:v>45469.029861111107</c:v>
                </c:pt>
                <c:pt idx="38396">
                  <c:v>45716.649305555547</c:v>
                </c:pt>
                <c:pt idx="38397">
                  <c:v>45397.713888888888</c:v>
                </c:pt>
                <c:pt idx="38398">
                  <c:v>45629.041666666657</c:v>
                </c:pt>
                <c:pt idx="38399">
                  <c:v>45789.96875</c:v>
                </c:pt>
                <c:pt idx="38400">
                  <c:v>45662.832638888889</c:v>
                </c:pt>
                <c:pt idx="38401">
                  <c:v>45891.773611111108</c:v>
                </c:pt>
                <c:pt idx="38402">
                  <c:v>45659.35833333333</c:v>
                </c:pt>
                <c:pt idx="38403">
                  <c:v>45618.723611111112</c:v>
                </c:pt>
                <c:pt idx="38404">
                  <c:v>45646.878472222219</c:v>
                </c:pt>
                <c:pt idx="38405">
                  <c:v>45618.723611111112</c:v>
                </c:pt>
                <c:pt idx="38406">
                  <c:v>45646.878472222219</c:v>
                </c:pt>
                <c:pt idx="38407">
                  <c:v>46023.913194444453</c:v>
                </c:pt>
                <c:pt idx="38408">
                  <c:v>45894.67083333333</c:v>
                </c:pt>
                <c:pt idx="38409">
                  <c:v>45806.526388888888</c:v>
                </c:pt>
                <c:pt idx="38410">
                  <c:v>45529.926388888889</c:v>
                </c:pt>
                <c:pt idx="38411">
                  <c:v>45318.689583333333</c:v>
                </c:pt>
                <c:pt idx="38412">
                  <c:v>45551.472222222219</c:v>
                </c:pt>
                <c:pt idx="38413">
                  <c:v>45348.672222222223</c:v>
                </c:pt>
                <c:pt idx="38414">
                  <c:v>45875.472222222219</c:v>
                </c:pt>
                <c:pt idx="38415">
                  <c:v>45440.443055555559</c:v>
                </c:pt>
                <c:pt idx="38416">
                  <c:v>45586.900694444441</c:v>
                </c:pt>
                <c:pt idx="38417">
                  <c:v>45820.512499999997</c:v>
                </c:pt>
                <c:pt idx="38418">
                  <c:v>45986.356249999997</c:v>
                </c:pt>
                <c:pt idx="38419">
                  <c:v>45658.794444444437</c:v>
                </c:pt>
                <c:pt idx="38420">
                  <c:v>45622.366666666669</c:v>
                </c:pt>
                <c:pt idx="38421">
                  <c:v>45780.447222222218</c:v>
                </c:pt>
                <c:pt idx="38422">
                  <c:v>45410.856944444437</c:v>
                </c:pt>
                <c:pt idx="38423">
                  <c:v>45698.92291666667</c:v>
                </c:pt>
                <c:pt idx="38424">
                  <c:v>45941.874305555553</c:v>
                </c:pt>
                <c:pt idx="38425">
                  <c:v>45379.447222222218</c:v>
                </c:pt>
                <c:pt idx="38426">
                  <c:v>45743.692361111112</c:v>
                </c:pt>
                <c:pt idx="38427">
                  <c:v>45471.474305555559</c:v>
                </c:pt>
                <c:pt idx="38428">
                  <c:v>45801.665972222218</c:v>
                </c:pt>
                <c:pt idx="38429">
                  <c:v>45692.686805555553</c:v>
                </c:pt>
                <c:pt idx="38430">
                  <c:v>45674.8125</c:v>
                </c:pt>
                <c:pt idx="38431">
                  <c:v>45778.640972222223</c:v>
                </c:pt>
                <c:pt idx="38432">
                  <c:v>46014.056944444441</c:v>
                </c:pt>
                <c:pt idx="38433">
                  <c:v>45346.958333333343</c:v>
                </c:pt>
                <c:pt idx="38434">
                  <c:v>45888.305555555547</c:v>
                </c:pt>
                <c:pt idx="38435">
                  <c:v>45859.926388888889</c:v>
                </c:pt>
                <c:pt idx="38436">
                  <c:v>45296.696527777778</c:v>
                </c:pt>
                <c:pt idx="38437">
                  <c:v>45741.664583333331</c:v>
                </c:pt>
                <c:pt idx="38438">
                  <c:v>45778.875694444447</c:v>
                </c:pt>
                <c:pt idx="38439">
                  <c:v>45617.987500000003</c:v>
                </c:pt>
                <c:pt idx="38440">
                  <c:v>45953.964583333327</c:v>
                </c:pt>
                <c:pt idx="38441">
                  <c:v>45928.640972222223</c:v>
                </c:pt>
                <c:pt idx="38442">
                  <c:v>45840.277083333327</c:v>
                </c:pt>
                <c:pt idx="38443">
                  <c:v>45293.809027777781</c:v>
                </c:pt>
                <c:pt idx="38444">
                  <c:v>45521.504166666673</c:v>
                </c:pt>
                <c:pt idx="38445">
                  <c:v>45937.830555555563</c:v>
                </c:pt>
                <c:pt idx="38446">
                  <c:v>45937.522916666669</c:v>
                </c:pt>
                <c:pt idx="38447">
                  <c:v>45644.768055555563</c:v>
                </c:pt>
                <c:pt idx="38448">
                  <c:v>45565.964583333327</c:v>
                </c:pt>
                <c:pt idx="38449">
                  <c:v>45867.554166666669</c:v>
                </c:pt>
                <c:pt idx="38450">
                  <c:v>45812.895138888889</c:v>
                </c:pt>
                <c:pt idx="38451">
                  <c:v>45779.543055555558</c:v>
                </c:pt>
                <c:pt idx="38452">
                  <c:v>45627.911111111112</c:v>
                </c:pt>
                <c:pt idx="38453">
                  <c:v>45848.387499999997</c:v>
                </c:pt>
                <c:pt idx="38454">
                  <c:v>45540.598611111112</c:v>
                </c:pt>
                <c:pt idx="38455">
                  <c:v>45941.709027777782</c:v>
                </c:pt>
                <c:pt idx="38456">
                  <c:v>45770.28402777778</c:v>
                </c:pt>
                <c:pt idx="38457">
                  <c:v>45654.609722222223</c:v>
                </c:pt>
                <c:pt idx="38458">
                  <c:v>45930.696527777778</c:v>
                </c:pt>
                <c:pt idx="38459">
                  <c:v>45636.791666666657</c:v>
                </c:pt>
                <c:pt idx="38460">
                  <c:v>45571.680555555547</c:v>
                </c:pt>
                <c:pt idx="38461">
                  <c:v>45969.870833333327</c:v>
                </c:pt>
                <c:pt idx="38462">
                  <c:v>45401.811111111107</c:v>
                </c:pt>
                <c:pt idx="38463">
                  <c:v>45997.629166666673</c:v>
                </c:pt>
                <c:pt idx="38464">
                  <c:v>45298.756944444453</c:v>
                </c:pt>
                <c:pt idx="38465">
                  <c:v>45809.631249999999</c:v>
                </c:pt>
                <c:pt idx="38466">
                  <c:v>45330.722916666673</c:v>
                </c:pt>
                <c:pt idx="38467">
                  <c:v>45873.632638888892</c:v>
                </c:pt>
                <c:pt idx="38468">
                  <c:v>45893.625</c:v>
                </c:pt>
                <c:pt idx="38469">
                  <c:v>45536.59097222222</c:v>
                </c:pt>
                <c:pt idx="38470">
                  <c:v>45441.675000000003</c:v>
                </c:pt>
                <c:pt idx="38471">
                  <c:v>45670.442361111112</c:v>
                </c:pt>
                <c:pt idx="38472">
                  <c:v>45602.768750000003</c:v>
                </c:pt>
                <c:pt idx="38473">
                  <c:v>45914.701388888891</c:v>
                </c:pt>
                <c:pt idx="38474">
                  <c:v>45927.332638888889</c:v>
                </c:pt>
                <c:pt idx="38475">
                  <c:v>45730.902083333327</c:v>
                </c:pt>
                <c:pt idx="38476">
                  <c:v>45889.515972222223</c:v>
                </c:pt>
                <c:pt idx="38477">
                  <c:v>45690.509027777778</c:v>
                </c:pt>
                <c:pt idx="38478">
                  <c:v>45750.476388888892</c:v>
                </c:pt>
                <c:pt idx="38479">
                  <c:v>45501.798611111109</c:v>
                </c:pt>
                <c:pt idx="38480">
                  <c:v>46003.638888888891</c:v>
                </c:pt>
                <c:pt idx="38481">
                  <c:v>45435.397222222222</c:v>
                </c:pt>
                <c:pt idx="38482">
                  <c:v>45376.576388888891</c:v>
                </c:pt>
                <c:pt idx="38483">
                  <c:v>45845.506944444453</c:v>
                </c:pt>
                <c:pt idx="38484">
                  <c:v>45985.413888888892</c:v>
                </c:pt>
                <c:pt idx="38485">
                  <c:v>45929.534722222219</c:v>
                </c:pt>
                <c:pt idx="38486">
                  <c:v>45925.523611111108</c:v>
                </c:pt>
                <c:pt idx="38487">
                  <c:v>45625.373611111107</c:v>
                </c:pt>
                <c:pt idx="38488">
                  <c:v>45950.491666666669</c:v>
                </c:pt>
                <c:pt idx="38489">
                  <c:v>45561.48333333333</c:v>
                </c:pt>
                <c:pt idx="38490">
                  <c:v>45852.647916666669</c:v>
                </c:pt>
                <c:pt idx="38491">
                  <c:v>45749.456250000003</c:v>
                </c:pt>
                <c:pt idx="38492">
                  <c:v>45627.385416666657</c:v>
                </c:pt>
                <c:pt idx="38493">
                  <c:v>46003.675000000003</c:v>
                </c:pt>
                <c:pt idx="38494">
                  <c:v>45878.372916666667</c:v>
                </c:pt>
                <c:pt idx="38495">
                  <c:v>45868.651388888888</c:v>
                </c:pt>
                <c:pt idx="38496">
                  <c:v>45737.648611111108</c:v>
                </c:pt>
                <c:pt idx="38497">
                  <c:v>45730.684027777781</c:v>
                </c:pt>
                <c:pt idx="38498">
                  <c:v>45787.818055555559</c:v>
                </c:pt>
                <c:pt idx="38499">
                  <c:v>45637.417361111111</c:v>
                </c:pt>
                <c:pt idx="38500">
                  <c:v>45987.557638888888</c:v>
                </c:pt>
                <c:pt idx="38501">
                  <c:v>45912.590277777781</c:v>
                </c:pt>
                <c:pt idx="38502">
                  <c:v>45719.322222222218</c:v>
                </c:pt>
                <c:pt idx="38503">
                  <c:v>45571.684027777781</c:v>
                </c:pt>
                <c:pt idx="38504">
                  <c:v>45846.3125</c:v>
                </c:pt>
                <c:pt idx="38505">
                  <c:v>45533.236111111109</c:v>
                </c:pt>
                <c:pt idx="38506">
                  <c:v>45716.822222222218</c:v>
                </c:pt>
                <c:pt idx="38507">
                  <c:v>45706.749305555553</c:v>
                </c:pt>
                <c:pt idx="38508">
                  <c:v>45708.474999999999</c:v>
                </c:pt>
                <c:pt idx="38509">
                  <c:v>45698.5625</c:v>
                </c:pt>
                <c:pt idx="38510">
                  <c:v>45638.57916666667</c:v>
                </c:pt>
                <c:pt idx="38511">
                  <c:v>45876.586805555547</c:v>
                </c:pt>
                <c:pt idx="38512">
                  <c:v>45725.677777777782</c:v>
                </c:pt>
                <c:pt idx="38513">
                  <c:v>45659.736805555563</c:v>
                </c:pt>
                <c:pt idx="38514">
                  <c:v>46000.76666666667</c:v>
                </c:pt>
                <c:pt idx="38515">
                  <c:v>45931.7</c:v>
                </c:pt>
                <c:pt idx="38516">
                  <c:v>45742.486805555563</c:v>
                </c:pt>
                <c:pt idx="38517">
                  <c:v>45447.738888888889</c:v>
                </c:pt>
                <c:pt idx="38518">
                  <c:v>45344.615972222222</c:v>
                </c:pt>
                <c:pt idx="38519">
                  <c:v>45830.740277777782</c:v>
                </c:pt>
                <c:pt idx="38520">
                  <c:v>46020.588888888888</c:v>
                </c:pt>
                <c:pt idx="38521">
                  <c:v>45933.743750000001</c:v>
                </c:pt>
                <c:pt idx="38522">
                  <c:v>45747.95208333333</c:v>
                </c:pt>
                <c:pt idx="38523">
                  <c:v>45729.675000000003</c:v>
                </c:pt>
                <c:pt idx="38524">
                  <c:v>45715.459722222222</c:v>
                </c:pt>
                <c:pt idx="38525">
                  <c:v>45703.679861111108</c:v>
                </c:pt>
                <c:pt idx="38526">
                  <c:v>45532.818055555559</c:v>
                </c:pt>
                <c:pt idx="38527">
                  <c:v>45487.045138888891</c:v>
                </c:pt>
                <c:pt idx="38528">
                  <c:v>45638.824305555558</c:v>
                </c:pt>
                <c:pt idx="38529">
                  <c:v>45792.686111111107</c:v>
                </c:pt>
                <c:pt idx="38530">
                  <c:v>45873.008333333331</c:v>
                </c:pt>
                <c:pt idx="38531">
                  <c:v>45337.178472222222</c:v>
                </c:pt>
                <c:pt idx="38532">
                  <c:v>45655.734027777777</c:v>
                </c:pt>
                <c:pt idx="38533">
                  <c:v>45915.43472222222</c:v>
                </c:pt>
                <c:pt idx="38534">
                  <c:v>45793.509722222218</c:v>
                </c:pt>
                <c:pt idx="38535">
                  <c:v>45979.691666666673</c:v>
                </c:pt>
                <c:pt idx="38536">
                  <c:v>45698.759027777778</c:v>
                </c:pt>
                <c:pt idx="38537">
                  <c:v>45610.415277777778</c:v>
                </c:pt>
                <c:pt idx="38538">
                  <c:v>45666.57916666667</c:v>
                </c:pt>
                <c:pt idx="38539">
                  <c:v>45818.522916666669</c:v>
                </c:pt>
                <c:pt idx="38540">
                  <c:v>45808.697222222218</c:v>
                </c:pt>
                <c:pt idx="38541">
                  <c:v>45737.533333333333</c:v>
                </c:pt>
                <c:pt idx="38542">
                  <c:v>45732.59375</c:v>
                </c:pt>
                <c:pt idx="38543">
                  <c:v>45732.542361111111</c:v>
                </c:pt>
                <c:pt idx="38544">
                  <c:v>45725.774305555547</c:v>
                </c:pt>
                <c:pt idx="38545">
                  <c:v>45715.833333333343</c:v>
                </c:pt>
                <c:pt idx="38546">
                  <c:v>45543.634722222218</c:v>
                </c:pt>
                <c:pt idx="38547">
                  <c:v>45630.684027777781</c:v>
                </c:pt>
                <c:pt idx="38548">
                  <c:v>45361.895138888889</c:v>
                </c:pt>
                <c:pt idx="38549">
                  <c:v>45320.693749999999</c:v>
                </c:pt>
                <c:pt idx="38550">
                  <c:v>45708.581250000003</c:v>
                </c:pt>
                <c:pt idx="38551">
                  <c:v>45429.372916666667</c:v>
                </c:pt>
                <c:pt idx="38552">
                  <c:v>45715.699305555558</c:v>
                </c:pt>
                <c:pt idx="38553">
                  <c:v>45671.413194444453</c:v>
                </c:pt>
                <c:pt idx="38554">
                  <c:v>45671.413194444453</c:v>
                </c:pt>
                <c:pt idx="38555">
                  <c:v>45842.354861111111</c:v>
                </c:pt>
                <c:pt idx="38556">
                  <c:v>45842.354861111111</c:v>
                </c:pt>
                <c:pt idx="38557">
                  <c:v>45844.317361111112</c:v>
                </c:pt>
                <c:pt idx="38558">
                  <c:v>45923.837500000001</c:v>
                </c:pt>
                <c:pt idx="38559">
                  <c:v>45913.575694444437</c:v>
                </c:pt>
                <c:pt idx="38560">
                  <c:v>45790.865277777782</c:v>
                </c:pt>
                <c:pt idx="38561">
                  <c:v>45894.271527777782</c:v>
                </c:pt>
                <c:pt idx="38562">
                  <c:v>45852.942361111112</c:v>
                </c:pt>
                <c:pt idx="38563">
                  <c:v>45379.602083333331</c:v>
                </c:pt>
                <c:pt idx="38564">
                  <c:v>45856.505555555559</c:v>
                </c:pt>
                <c:pt idx="38565">
                  <c:v>45926.465277777781</c:v>
                </c:pt>
                <c:pt idx="38566">
                  <c:v>45692.481249999997</c:v>
                </c:pt>
                <c:pt idx="38567">
                  <c:v>45475.450694444437</c:v>
                </c:pt>
                <c:pt idx="38568">
                  <c:v>45886.709027777782</c:v>
                </c:pt>
                <c:pt idx="38569">
                  <c:v>45567.263194444437</c:v>
                </c:pt>
                <c:pt idx="38570">
                  <c:v>45308.304861111108</c:v>
                </c:pt>
                <c:pt idx="38571">
                  <c:v>45989.404861111107</c:v>
                </c:pt>
                <c:pt idx="38572">
                  <c:v>45775.616666666669</c:v>
                </c:pt>
                <c:pt idx="38573">
                  <c:v>45628.313194444447</c:v>
                </c:pt>
                <c:pt idx="38574">
                  <c:v>45923.697222222218</c:v>
                </c:pt>
                <c:pt idx="38575">
                  <c:v>45843.607638888891</c:v>
                </c:pt>
                <c:pt idx="38576">
                  <c:v>45715.10833333333</c:v>
                </c:pt>
                <c:pt idx="38577">
                  <c:v>45908.078472222223</c:v>
                </c:pt>
                <c:pt idx="38578">
                  <c:v>45589.959722222222</c:v>
                </c:pt>
                <c:pt idx="38579">
                  <c:v>45657.387499999997</c:v>
                </c:pt>
                <c:pt idx="38580">
                  <c:v>45820.842361111107</c:v>
                </c:pt>
                <c:pt idx="38581">
                  <c:v>45873.75</c:v>
                </c:pt>
                <c:pt idx="38582">
                  <c:v>45627.680555555547</c:v>
                </c:pt>
                <c:pt idx="38583">
                  <c:v>45987.493750000001</c:v>
                </c:pt>
                <c:pt idx="38584">
                  <c:v>45505.492361111108</c:v>
                </c:pt>
                <c:pt idx="38585">
                  <c:v>45408.408333333333</c:v>
                </c:pt>
                <c:pt idx="38586">
                  <c:v>45823.556944444441</c:v>
                </c:pt>
                <c:pt idx="38587">
                  <c:v>45375.572222222218</c:v>
                </c:pt>
                <c:pt idx="38588">
                  <c:v>45603.618055555547</c:v>
                </c:pt>
                <c:pt idx="38589">
                  <c:v>45436.480555555558</c:v>
                </c:pt>
                <c:pt idx="38590">
                  <c:v>45928.60833333333</c:v>
                </c:pt>
                <c:pt idx="38591">
                  <c:v>45749.787499999999</c:v>
                </c:pt>
                <c:pt idx="38592">
                  <c:v>45858.613888888889</c:v>
                </c:pt>
                <c:pt idx="38593">
                  <c:v>45891.708333333343</c:v>
                </c:pt>
                <c:pt idx="38594">
                  <c:v>45956.654861111107</c:v>
                </c:pt>
                <c:pt idx="38595">
                  <c:v>45546.500694444447</c:v>
                </c:pt>
                <c:pt idx="38596">
                  <c:v>46014.575694444437</c:v>
                </c:pt>
                <c:pt idx="38597">
                  <c:v>45337.568749999999</c:v>
                </c:pt>
                <c:pt idx="38598">
                  <c:v>45800.416666666657</c:v>
                </c:pt>
                <c:pt idx="38599">
                  <c:v>45713.406944444447</c:v>
                </c:pt>
                <c:pt idx="38600">
                  <c:v>45787.493055555547</c:v>
                </c:pt>
                <c:pt idx="38601">
                  <c:v>45671.789583333331</c:v>
                </c:pt>
                <c:pt idx="38602">
                  <c:v>45777.115972222222</c:v>
                </c:pt>
                <c:pt idx="38603">
                  <c:v>45657.425694444442</c:v>
                </c:pt>
                <c:pt idx="38604">
                  <c:v>45655.82916666667</c:v>
                </c:pt>
                <c:pt idx="38605">
                  <c:v>45834.566666666673</c:v>
                </c:pt>
                <c:pt idx="38606">
                  <c:v>45707.602777777778</c:v>
                </c:pt>
                <c:pt idx="38607">
                  <c:v>45939.316666666673</c:v>
                </c:pt>
                <c:pt idx="38608">
                  <c:v>45791.063194444447</c:v>
                </c:pt>
                <c:pt idx="38609">
                  <c:v>45864.705555555563</c:v>
                </c:pt>
                <c:pt idx="38610">
                  <c:v>45648.617361111108</c:v>
                </c:pt>
                <c:pt idx="38611">
                  <c:v>45464.704861111109</c:v>
                </c:pt>
                <c:pt idx="38612">
                  <c:v>45416.484027777777</c:v>
                </c:pt>
                <c:pt idx="38613">
                  <c:v>45675.740972222222</c:v>
                </c:pt>
                <c:pt idx="38614">
                  <c:v>45741.454861111109</c:v>
                </c:pt>
                <c:pt idx="38615">
                  <c:v>45967.415972222218</c:v>
                </c:pt>
                <c:pt idx="38616">
                  <c:v>46018.424305555563</c:v>
                </c:pt>
                <c:pt idx="38617">
                  <c:v>46006.868750000001</c:v>
                </c:pt>
                <c:pt idx="38618">
                  <c:v>45999.375</c:v>
                </c:pt>
                <c:pt idx="38619">
                  <c:v>45965.552777777782</c:v>
                </c:pt>
                <c:pt idx="38620">
                  <c:v>45961.263888888891</c:v>
                </c:pt>
                <c:pt idx="38621">
                  <c:v>45957.392361111109</c:v>
                </c:pt>
                <c:pt idx="38622">
                  <c:v>45738.488194444442</c:v>
                </c:pt>
                <c:pt idx="38623">
                  <c:v>45660.214583333327</c:v>
                </c:pt>
                <c:pt idx="38624">
                  <c:v>45961.579861111109</c:v>
                </c:pt>
                <c:pt idx="38625">
                  <c:v>45961.558333333327</c:v>
                </c:pt>
                <c:pt idx="38626">
                  <c:v>46019.286111111112</c:v>
                </c:pt>
                <c:pt idx="38627">
                  <c:v>45920.59375</c:v>
                </c:pt>
                <c:pt idx="38628">
                  <c:v>45451.981249999997</c:v>
                </c:pt>
                <c:pt idx="38629">
                  <c:v>45310.962500000001</c:v>
                </c:pt>
                <c:pt idx="38630">
                  <c:v>45900.927777777782</c:v>
                </c:pt>
                <c:pt idx="38631">
                  <c:v>45496.859027777777</c:v>
                </c:pt>
                <c:pt idx="38632">
                  <c:v>46019.01666666667</c:v>
                </c:pt>
                <c:pt idx="38633">
                  <c:v>45340.573611111111</c:v>
                </c:pt>
                <c:pt idx="38634">
                  <c:v>46020.676388888889</c:v>
                </c:pt>
                <c:pt idx="38635">
                  <c:v>45703.813888888893</c:v>
                </c:pt>
                <c:pt idx="38636">
                  <c:v>46020.927777777782</c:v>
                </c:pt>
                <c:pt idx="38637">
                  <c:v>46019.550694444442</c:v>
                </c:pt>
                <c:pt idx="38638">
                  <c:v>45331.423611111109</c:v>
                </c:pt>
                <c:pt idx="38639">
                  <c:v>45830.357638888891</c:v>
                </c:pt>
                <c:pt idx="38640">
                  <c:v>45548.752083333333</c:v>
                </c:pt>
                <c:pt idx="38641">
                  <c:v>45623.503472222219</c:v>
                </c:pt>
                <c:pt idx="38642">
                  <c:v>45409.987500000003</c:v>
                </c:pt>
                <c:pt idx="38643">
                  <c:v>45660.420138888891</c:v>
                </c:pt>
                <c:pt idx="38644">
                  <c:v>45719.138888888891</c:v>
                </c:pt>
                <c:pt idx="38645">
                  <c:v>45811.306944444441</c:v>
                </c:pt>
                <c:pt idx="38646">
                  <c:v>45848.323611111111</c:v>
                </c:pt>
                <c:pt idx="38647">
                  <c:v>45708.625</c:v>
                </c:pt>
                <c:pt idx="38648">
                  <c:v>45711.707638888889</c:v>
                </c:pt>
                <c:pt idx="38649">
                  <c:v>45615.050694444442</c:v>
                </c:pt>
                <c:pt idx="38650">
                  <c:v>45908.904861111107</c:v>
                </c:pt>
                <c:pt idx="38651">
                  <c:v>45407.677777777782</c:v>
                </c:pt>
                <c:pt idx="38652">
                  <c:v>45294.691666666673</c:v>
                </c:pt>
                <c:pt idx="38653">
                  <c:v>45740.6</c:v>
                </c:pt>
                <c:pt idx="38654">
                  <c:v>45646.881944444453</c:v>
                </c:pt>
                <c:pt idx="38655">
                  <c:v>45557.72152777778</c:v>
                </c:pt>
                <c:pt idx="38656">
                  <c:v>45872.92291666667</c:v>
                </c:pt>
                <c:pt idx="38657">
                  <c:v>45494.741666666669</c:v>
                </c:pt>
                <c:pt idx="38658">
                  <c:v>45617.521527777782</c:v>
                </c:pt>
                <c:pt idx="38659">
                  <c:v>45981.428472222222</c:v>
                </c:pt>
                <c:pt idx="38660">
                  <c:v>45462.711805555547</c:v>
                </c:pt>
                <c:pt idx="38661">
                  <c:v>45337.569444444453</c:v>
                </c:pt>
                <c:pt idx="38662">
                  <c:v>45674.302777777782</c:v>
                </c:pt>
                <c:pt idx="38663">
                  <c:v>45604.994444444441</c:v>
                </c:pt>
                <c:pt idx="38664">
                  <c:v>45921.376388888893</c:v>
                </c:pt>
                <c:pt idx="38665">
                  <c:v>46018.556250000001</c:v>
                </c:pt>
                <c:pt idx="38666">
                  <c:v>45767.834722222222</c:v>
                </c:pt>
                <c:pt idx="38667">
                  <c:v>45945.609027777777</c:v>
                </c:pt>
                <c:pt idx="38668">
                  <c:v>45950.55</c:v>
                </c:pt>
                <c:pt idx="38669">
                  <c:v>45956.701388888891</c:v>
                </c:pt>
                <c:pt idx="38670">
                  <c:v>45783.944444444453</c:v>
                </c:pt>
                <c:pt idx="38671">
                  <c:v>45883.870138888888</c:v>
                </c:pt>
                <c:pt idx="38672">
                  <c:v>45604.65625</c:v>
                </c:pt>
                <c:pt idx="38673">
                  <c:v>45838.677777777782</c:v>
                </c:pt>
                <c:pt idx="38674">
                  <c:v>45919.626388888893</c:v>
                </c:pt>
                <c:pt idx="38675">
                  <c:v>45988.604166666657</c:v>
                </c:pt>
                <c:pt idx="38676">
                  <c:v>46023.457638888889</c:v>
                </c:pt>
                <c:pt idx="38677">
                  <c:v>45806.37777777778</c:v>
                </c:pt>
                <c:pt idx="38678">
                  <c:v>45871.73333333333</c:v>
                </c:pt>
                <c:pt idx="38679">
                  <c:v>45732.529861111107</c:v>
                </c:pt>
                <c:pt idx="38680">
                  <c:v>45769.838888888888</c:v>
                </c:pt>
                <c:pt idx="38681">
                  <c:v>45911.768055555563</c:v>
                </c:pt>
                <c:pt idx="38682">
                  <c:v>45941.599999999999</c:v>
                </c:pt>
                <c:pt idx="38683">
                  <c:v>45822.734027777777</c:v>
                </c:pt>
                <c:pt idx="38684">
                  <c:v>45649.353472222218</c:v>
                </c:pt>
                <c:pt idx="38685">
                  <c:v>45707.615972222222</c:v>
                </c:pt>
                <c:pt idx="38686">
                  <c:v>45967.350694444453</c:v>
                </c:pt>
                <c:pt idx="38687">
                  <c:v>45849.643750000003</c:v>
                </c:pt>
                <c:pt idx="38688">
                  <c:v>45806.475694444453</c:v>
                </c:pt>
                <c:pt idx="38689">
                  <c:v>45825.921527777777</c:v>
                </c:pt>
                <c:pt idx="38690">
                  <c:v>46005.430555555547</c:v>
                </c:pt>
                <c:pt idx="38691">
                  <c:v>45715.429861111108</c:v>
                </c:pt>
                <c:pt idx="38692">
                  <c:v>45546.560416666667</c:v>
                </c:pt>
                <c:pt idx="38693">
                  <c:v>45692.443055555559</c:v>
                </c:pt>
                <c:pt idx="38694">
                  <c:v>45516.397916666669</c:v>
                </c:pt>
                <c:pt idx="38695">
                  <c:v>45940.647222222222</c:v>
                </c:pt>
                <c:pt idx="38696">
                  <c:v>45785.697222222218</c:v>
                </c:pt>
                <c:pt idx="38697">
                  <c:v>45661.557638888888</c:v>
                </c:pt>
                <c:pt idx="38698">
                  <c:v>45830.461111111108</c:v>
                </c:pt>
                <c:pt idx="38699">
                  <c:v>45368.84097222222</c:v>
                </c:pt>
                <c:pt idx="38700">
                  <c:v>45432.436805555553</c:v>
                </c:pt>
                <c:pt idx="38701">
                  <c:v>45755.716666666667</c:v>
                </c:pt>
                <c:pt idx="38702">
                  <c:v>45386.45208333333</c:v>
                </c:pt>
                <c:pt idx="38703">
                  <c:v>45869.723611111112</c:v>
                </c:pt>
                <c:pt idx="38704">
                  <c:v>45628.736805555563</c:v>
                </c:pt>
                <c:pt idx="38705">
                  <c:v>45707.498611111107</c:v>
                </c:pt>
                <c:pt idx="38706">
                  <c:v>45736.945833333331</c:v>
                </c:pt>
                <c:pt idx="38707">
                  <c:v>45717.72152777778</c:v>
                </c:pt>
                <c:pt idx="38708">
                  <c:v>45710.35</c:v>
                </c:pt>
                <c:pt idx="38709">
                  <c:v>45685.873611111107</c:v>
                </c:pt>
                <c:pt idx="38710">
                  <c:v>45685.365972222222</c:v>
                </c:pt>
                <c:pt idx="38711">
                  <c:v>45654.442361111112</c:v>
                </c:pt>
                <c:pt idx="38712">
                  <c:v>45636.964583333327</c:v>
                </c:pt>
                <c:pt idx="38713">
                  <c:v>45310.081250000003</c:v>
                </c:pt>
                <c:pt idx="38714">
                  <c:v>45944.818055555559</c:v>
                </c:pt>
                <c:pt idx="38715">
                  <c:v>46006.468055555553</c:v>
                </c:pt>
                <c:pt idx="38716">
                  <c:v>45853.852083333331</c:v>
                </c:pt>
                <c:pt idx="38717">
                  <c:v>45726.657638888893</c:v>
                </c:pt>
                <c:pt idx="38718">
                  <c:v>45771.438194444447</c:v>
                </c:pt>
                <c:pt idx="38719">
                  <c:v>45528.270138888889</c:v>
                </c:pt>
                <c:pt idx="38720">
                  <c:v>45802.561111111107</c:v>
                </c:pt>
                <c:pt idx="38721">
                  <c:v>45979.506249999999</c:v>
                </c:pt>
                <c:pt idx="38722">
                  <c:v>45908.510416666657</c:v>
                </c:pt>
                <c:pt idx="38723">
                  <c:v>45749.563888888893</c:v>
                </c:pt>
                <c:pt idx="38724">
                  <c:v>45825.984722222223</c:v>
                </c:pt>
                <c:pt idx="38725">
                  <c:v>45875.719444444447</c:v>
                </c:pt>
                <c:pt idx="38726">
                  <c:v>45744.45416666667</c:v>
                </c:pt>
                <c:pt idx="38727">
                  <c:v>45688.482638888891</c:v>
                </c:pt>
                <c:pt idx="38728">
                  <c:v>45977.700694444437</c:v>
                </c:pt>
                <c:pt idx="38729">
                  <c:v>45995.934027777781</c:v>
                </c:pt>
                <c:pt idx="38730">
                  <c:v>45440.852777777778</c:v>
                </c:pt>
                <c:pt idx="38731">
                  <c:v>45752.82916666667</c:v>
                </c:pt>
                <c:pt idx="38732">
                  <c:v>45615.631249999999</c:v>
                </c:pt>
                <c:pt idx="38733">
                  <c:v>45513.356944444437</c:v>
                </c:pt>
                <c:pt idx="38734">
                  <c:v>45473.245138888888</c:v>
                </c:pt>
                <c:pt idx="38735">
                  <c:v>45352.45</c:v>
                </c:pt>
                <c:pt idx="38736">
                  <c:v>45504.892361111109</c:v>
                </c:pt>
                <c:pt idx="38737">
                  <c:v>45984.370833333327</c:v>
                </c:pt>
                <c:pt idx="38738">
                  <c:v>45587.359027777777</c:v>
                </c:pt>
                <c:pt idx="38739">
                  <c:v>45905.307638888888</c:v>
                </c:pt>
                <c:pt idx="38740">
                  <c:v>45431.397916666669</c:v>
                </c:pt>
                <c:pt idx="38741">
                  <c:v>45668.821527777778</c:v>
                </c:pt>
                <c:pt idx="38742">
                  <c:v>45447.411111111112</c:v>
                </c:pt>
                <c:pt idx="38743">
                  <c:v>45646.34097222222</c:v>
                </c:pt>
                <c:pt idx="38744">
                  <c:v>45404.458333333343</c:v>
                </c:pt>
                <c:pt idx="38745">
                  <c:v>46018.71875</c:v>
                </c:pt>
                <c:pt idx="38746">
                  <c:v>45704.05</c:v>
                </c:pt>
                <c:pt idx="38747">
                  <c:v>45981.591666666667</c:v>
                </c:pt>
                <c:pt idx="38748">
                  <c:v>45920.539583333331</c:v>
                </c:pt>
                <c:pt idx="38749">
                  <c:v>46007.863194444442</c:v>
                </c:pt>
                <c:pt idx="38750">
                  <c:v>45845.53402777778</c:v>
                </c:pt>
                <c:pt idx="38751">
                  <c:v>45511.629166666673</c:v>
                </c:pt>
                <c:pt idx="38752">
                  <c:v>45945.488888888889</c:v>
                </c:pt>
                <c:pt idx="38753">
                  <c:v>45404.313888888893</c:v>
                </c:pt>
                <c:pt idx="38754">
                  <c:v>45510.477777777778</c:v>
                </c:pt>
                <c:pt idx="38755">
                  <c:v>45657.510416666657</c:v>
                </c:pt>
                <c:pt idx="38756">
                  <c:v>45882.409722222219</c:v>
                </c:pt>
                <c:pt idx="38757">
                  <c:v>45537.511805555558</c:v>
                </c:pt>
                <c:pt idx="38758">
                  <c:v>45820.357638888891</c:v>
                </c:pt>
                <c:pt idx="38759">
                  <c:v>45755.460416666669</c:v>
                </c:pt>
                <c:pt idx="38760">
                  <c:v>45449.431944444441</c:v>
                </c:pt>
                <c:pt idx="38761">
                  <c:v>45385.356944444437</c:v>
                </c:pt>
                <c:pt idx="38762">
                  <c:v>45603.460416666669</c:v>
                </c:pt>
                <c:pt idx="38763">
                  <c:v>45876.511111111111</c:v>
                </c:pt>
                <c:pt idx="38764">
                  <c:v>45703.605555555558</c:v>
                </c:pt>
                <c:pt idx="38765">
                  <c:v>45517.92291666667</c:v>
                </c:pt>
                <c:pt idx="38766">
                  <c:v>45846.82916666667</c:v>
                </c:pt>
                <c:pt idx="38767">
                  <c:v>46022.920138888891</c:v>
                </c:pt>
                <c:pt idx="38768">
                  <c:v>46011.527777777781</c:v>
                </c:pt>
                <c:pt idx="38769">
                  <c:v>45869.683333333327</c:v>
                </c:pt>
                <c:pt idx="38770">
                  <c:v>45683.546527777777</c:v>
                </c:pt>
                <c:pt idx="38771">
                  <c:v>45738.537499999999</c:v>
                </c:pt>
                <c:pt idx="38772">
                  <c:v>45955.256944444453</c:v>
                </c:pt>
                <c:pt idx="38773">
                  <c:v>45445.487500000003</c:v>
                </c:pt>
                <c:pt idx="38774">
                  <c:v>45558.230555555558</c:v>
                </c:pt>
                <c:pt idx="38775">
                  <c:v>46017.343055555553</c:v>
                </c:pt>
                <c:pt idx="38776">
                  <c:v>45898.254166666673</c:v>
                </c:pt>
                <c:pt idx="38777">
                  <c:v>45819.282638888893</c:v>
                </c:pt>
                <c:pt idx="38778">
                  <c:v>45786.262499999997</c:v>
                </c:pt>
                <c:pt idx="38779">
                  <c:v>45331.237500000003</c:v>
                </c:pt>
                <c:pt idx="38780">
                  <c:v>45761.256249999999</c:v>
                </c:pt>
                <c:pt idx="38781">
                  <c:v>45928.772222222222</c:v>
                </c:pt>
                <c:pt idx="38782">
                  <c:v>45584.460416666669</c:v>
                </c:pt>
                <c:pt idx="38783">
                  <c:v>45408.712500000001</c:v>
                </c:pt>
                <c:pt idx="38784">
                  <c:v>45368.684027777781</c:v>
                </c:pt>
                <c:pt idx="38785">
                  <c:v>45528.751388888893</c:v>
                </c:pt>
                <c:pt idx="38786">
                  <c:v>45471.280555555553</c:v>
                </c:pt>
                <c:pt idx="38787">
                  <c:v>45500.338194444441</c:v>
                </c:pt>
                <c:pt idx="38788">
                  <c:v>45868.906944444447</c:v>
                </c:pt>
                <c:pt idx="38789">
                  <c:v>45806.259027777778</c:v>
                </c:pt>
                <c:pt idx="38790">
                  <c:v>45984.695833333331</c:v>
                </c:pt>
                <c:pt idx="38791">
                  <c:v>45710.640277777777</c:v>
                </c:pt>
                <c:pt idx="38792">
                  <c:v>45661.484722222223</c:v>
                </c:pt>
                <c:pt idx="38793">
                  <c:v>45635.519444444442</c:v>
                </c:pt>
                <c:pt idx="38794">
                  <c:v>45858.921527777777</c:v>
                </c:pt>
                <c:pt idx="38795">
                  <c:v>45801.993055555547</c:v>
                </c:pt>
                <c:pt idx="38796">
                  <c:v>45782.295138888891</c:v>
                </c:pt>
                <c:pt idx="38797">
                  <c:v>45728.905555555553</c:v>
                </c:pt>
                <c:pt idx="38798">
                  <c:v>45925.515277777777</c:v>
                </c:pt>
                <c:pt idx="38799">
                  <c:v>45904.12222222222</c:v>
                </c:pt>
                <c:pt idx="38800">
                  <c:v>45898.318749999999</c:v>
                </c:pt>
                <c:pt idx="38801">
                  <c:v>45351.488888888889</c:v>
                </c:pt>
                <c:pt idx="38802">
                  <c:v>45817.861805555563</c:v>
                </c:pt>
                <c:pt idx="38803">
                  <c:v>45720.954861111109</c:v>
                </c:pt>
                <c:pt idx="38804">
                  <c:v>45684.813888888893</c:v>
                </c:pt>
                <c:pt idx="38805">
                  <c:v>45663.534722222219</c:v>
                </c:pt>
                <c:pt idx="38806">
                  <c:v>45918.513194444437</c:v>
                </c:pt>
                <c:pt idx="38807">
                  <c:v>45452.68472222222</c:v>
                </c:pt>
                <c:pt idx="38808">
                  <c:v>45687.593055555553</c:v>
                </c:pt>
                <c:pt idx="38809">
                  <c:v>45591.509722222218</c:v>
                </c:pt>
                <c:pt idx="38810">
                  <c:v>45958.40625</c:v>
                </c:pt>
                <c:pt idx="38811">
                  <c:v>45863.452777777777</c:v>
                </c:pt>
                <c:pt idx="38812">
                  <c:v>45748.570833333331</c:v>
                </c:pt>
                <c:pt idx="38813">
                  <c:v>45405.827777777777</c:v>
                </c:pt>
                <c:pt idx="38814">
                  <c:v>45741.99722222222</c:v>
                </c:pt>
                <c:pt idx="38815">
                  <c:v>45844.743750000001</c:v>
                </c:pt>
                <c:pt idx="38816">
                  <c:v>45844.743750000001</c:v>
                </c:pt>
                <c:pt idx="38817">
                  <c:v>45733.775694444441</c:v>
                </c:pt>
                <c:pt idx="38818">
                  <c:v>45733.775694444441</c:v>
                </c:pt>
                <c:pt idx="38819">
                  <c:v>45731.447222222218</c:v>
                </c:pt>
                <c:pt idx="38820">
                  <c:v>45721.350694444453</c:v>
                </c:pt>
                <c:pt idx="38821">
                  <c:v>45715.39166666667</c:v>
                </c:pt>
                <c:pt idx="38822">
                  <c:v>45636.474999999999</c:v>
                </c:pt>
                <c:pt idx="38823">
                  <c:v>45691.379166666673</c:v>
                </c:pt>
                <c:pt idx="38824">
                  <c:v>45789.558333333327</c:v>
                </c:pt>
                <c:pt idx="38825">
                  <c:v>45749.40902777778</c:v>
                </c:pt>
                <c:pt idx="38826">
                  <c:v>45883.364583333343</c:v>
                </c:pt>
                <c:pt idx="38827">
                  <c:v>45909.957638888889</c:v>
                </c:pt>
                <c:pt idx="38828">
                  <c:v>45761.593055555553</c:v>
                </c:pt>
                <c:pt idx="38829">
                  <c:v>45813.411805555559</c:v>
                </c:pt>
                <c:pt idx="38830">
                  <c:v>45935.791666666657</c:v>
                </c:pt>
                <c:pt idx="38831">
                  <c:v>45661.320833333331</c:v>
                </c:pt>
                <c:pt idx="38832">
                  <c:v>45860.980555555558</c:v>
                </c:pt>
                <c:pt idx="38833">
                  <c:v>45999.345833333333</c:v>
                </c:pt>
                <c:pt idx="38834">
                  <c:v>45952.394444444442</c:v>
                </c:pt>
                <c:pt idx="38835">
                  <c:v>45838.604861111111</c:v>
                </c:pt>
                <c:pt idx="38836">
                  <c:v>45726.620138888888</c:v>
                </c:pt>
                <c:pt idx="38837">
                  <c:v>45645.397916666669</c:v>
                </c:pt>
                <c:pt idx="38838">
                  <c:v>45978.365277777782</c:v>
                </c:pt>
                <c:pt idx="38839">
                  <c:v>45738.406944444447</c:v>
                </c:pt>
                <c:pt idx="38840">
                  <c:v>45586.767361111109</c:v>
                </c:pt>
                <c:pt idx="38841">
                  <c:v>45867.893055555563</c:v>
                </c:pt>
                <c:pt idx="38842">
                  <c:v>45867.893055555563</c:v>
                </c:pt>
                <c:pt idx="38843">
                  <c:v>45586.767361111109</c:v>
                </c:pt>
                <c:pt idx="38844">
                  <c:v>45884.574999999997</c:v>
                </c:pt>
                <c:pt idx="38845">
                  <c:v>45880.988194444442</c:v>
                </c:pt>
                <c:pt idx="38846">
                  <c:v>45819.365972222222</c:v>
                </c:pt>
                <c:pt idx="38847">
                  <c:v>45786.722916666673</c:v>
                </c:pt>
                <c:pt idx="38848">
                  <c:v>45857.734722222223</c:v>
                </c:pt>
                <c:pt idx="38849">
                  <c:v>45905.401388888888</c:v>
                </c:pt>
                <c:pt idx="38850">
                  <c:v>45962.341666666667</c:v>
                </c:pt>
                <c:pt idx="38851">
                  <c:v>45905.401388888888</c:v>
                </c:pt>
                <c:pt idx="38852">
                  <c:v>45687.352083333331</c:v>
                </c:pt>
                <c:pt idx="38853">
                  <c:v>45747.676388888889</c:v>
                </c:pt>
                <c:pt idx="38854">
                  <c:v>45687.352083333331</c:v>
                </c:pt>
                <c:pt idx="38855">
                  <c:v>45962.341666666667</c:v>
                </c:pt>
                <c:pt idx="38856">
                  <c:v>45794.398611111108</c:v>
                </c:pt>
                <c:pt idx="38857">
                  <c:v>45794.398611111108</c:v>
                </c:pt>
                <c:pt idx="38858">
                  <c:v>45783.477777777778</c:v>
                </c:pt>
                <c:pt idx="38859">
                  <c:v>45747.676388888889</c:v>
                </c:pt>
                <c:pt idx="38860">
                  <c:v>45783.477777777778</c:v>
                </c:pt>
                <c:pt idx="38861">
                  <c:v>45849.563888888893</c:v>
                </c:pt>
                <c:pt idx="38862">
                  <c:v>45819.552083333343</c:v>
                </c:pt>
                <c:pt idx="38863">
                  <c:v>45819.552083333343</c:v>
                </c:pt>
                <c:pt idx="38864">
                  <c:v>45657.695833333331</c:v>
                </c:pt>
                <c:pt idx="38865">
                  <c:v>45657.695833333331</c:v>
                </c:pt>
                <c:pt idx="38866">
                  <c:v>45989.257638888892</c:v>
                </c:pt>
                <c:pt idx="38867">
                  <c:v>45775.376388888893</c:v>
                </c:pt>
                <c:pt idx="38868">
                  <c:v>45989.257638888892</c:v>
                </c:pt>
                <c:pt idx="38869">
                  <c:v>45775.376388888893</c:v>
                </c:pt>
                <c:pt idx="38870">
                  <c:v>45941.305555555547</c:v>
                </c:pt>
                <c:pt idx="38871">
                  <c:v>45716.338888888888</c:v>
                </c:pt>
                <c:pt idx="38872">
                  <c:v>45716.338888888888</c:v>
                </c:pt>
                <c:pt idx="38873">
                  <c:v>45835.42083333333</c:v>
                </c:pt>
                <c:pt idx="38874">
                  <c:v>46010.354861111111</c:v>
                </c:pt>
                <c:pt idx="38875">
                  <c:v>46010.354861111111</c:v>
                </c:pt>
                <c:pt idx="38876">
                  <c:v>45835.42083333333</c:v>
                </c:pt>
                <c:pt idx="38877">
                  <c:v>45849.563888888893</c:v>
                </c:pt>
                <c:pt idx="38878">
                  <c:v>45874.701388888891</c:v>
                </c:pt>
                <c:pt idx="38879">
                  <c:v>45941.305555555547</c:v>
                </c:pt>
                <c:pt idx="38880">
                  <c:v>45874.701388888891</c:v>
                </c:pt>
                <c:pt idx="38881">
                  <c:v>46018.947916666657</c:v>
                </c:pt>
                <c:pt idx="38882">
                  <c:v>45748.044444444437</c:v>
                </c:pt>
                <c:pt idx="38883">
                  <c:v>45658.902083333327</c:v>
                </c:pt>
                <c:pt idx="38884">
                  <c:v>45993.163194444453</c:v>
                </c:pt>
                <c:pt idx="38885">
                  <c:v>45984.940972222219</c:v>
                </c:pt>
                <c:pt idx="38886">
                  <c:v>45939.68472222222</c:v>
                </c:pt>
                <c:pt idx="38887">
                  <c:v>45848.676388888889</c:v>
                </c:pt>
                <c:pt idx="38888">
                  <c:v>45825.510416666657</c:v>
                </c:pt>
                <c:pt idx="38889">
                  <c:v>45796.247916666667</c:v>
                </c:pt>
                <c:pt idx="38890">
                  <c:v>45921.836805555547</c:v>
                </c:pt>
                <c:pt idx="38891">
                  <c:v>46013.777777777781</c:v>
                </c:pt>
                <c:pt idx="38892">
                  <c:v>45942.97152777778</c:v>
                </c:pt>
                <c:pt idx="38893">
                  <c:v>45440.574999999997</c:v>
                </c:pt>
                <c:pt idx="38894">
                  <c:v>45846.820833333331</c:v>
                </c:pt>
                <c:pt idx="38895">
                  <c:v>45546.402083333327</c:v>
                </c:pt>
                <c:pt idx="38896">
                  <c:v>45637.82916666667</c:v>
                </c:pt>
                <c:pt idx="38897">
                  <c:v>45899.973611111112</c:v>
                </c:pt>
                <c:pt idx="38898">
                  <c:v>45796.489583333343</c:v>
                </c:pt>
                <c:pt idx="38899">
                  <c:v>45332.444444444453</c:v>
                </c:pt>
                <c:pt idx="38900">
                  <c:v>45926.821527777778</c:v>
                </c:pt>
                <c:pt idx="38901">
                  <c:v>45932.550694444442</c:v>
                </c:pt>
                <c:pt idx="38902">
                  <c:v>45618.409722222219</c:v>
                </c:pt>
                <c:pt idx="38903">
                  <c:v>45790.386111111111</c:v>
                </c:pt>
                <c:pt idx="38904">
                  <c:v>46005.795138888891</c:v>
                </c:pt>
                <c:pt idx="38905">
                  <c:v>45968.058333333327</c:v>
                </c:pt>
                <c:pt idx="38906">
                  <c:v>45980.518750000003</c:v>
                </c:pt>
                <c:pt idx="38907">
                  <c:v>45745.616666666669</c:v>
                </c:pt>
                <c:pt idx="38908">
                  <c:v>45873.73333333333</c:v>
                </c:pt>
                <c:pt idx="38909">
                  <c:v>45819.270138888889</c:v>
                </c:pt>
                <c:pt idx="38910">
                  <c:v>45898.505555555559</c:v>
                </c:pt>
                <c:pt idx="38911">
                  <c:v>45957.65347222222</c:v>
                </c:pt>
                <c:pt idx="38912">
                  <c:v>46006.61041666667</c:v>
                </c:pt>
                <c:pt idx="38913">
                  <c:v>45306.621527777781</c:v>
                </c:pt>
                <c:pt idx="38914">
                  <c:v>45625.376388888893</c:v>
                </c:pt>
                <c:pt idx="38915">
                  <c:v>45934.24722222222</c:v>
                </c:pt>
                <c:pt idx="38916">
                  <c:v>45892.328472222223</c:v>
                </c:pt>
                <c:pt idx="38917">
                  <c:v>45667.635416666657</c:v>
                </c:pt>
                <c:pt idx="38918">
                  <c:v>45413.390972222223</c:v>
                </c:pt>
                <c:pt idx="38919">
                  <c:v>45799.277083333327</c:v>
                </c:pt>
                <c:pt idx="38920">
                  <c:v>45604.535416666673</c:v>
                </c:pt>
                <c:pt idx="38921">
                  <c:v>45476.655555555553</c:v>
                </c:pt>
                <c:pt idx="38922">
                  <c:v>45850.231249999997</c:v>
                </c:pt>
                <c:pt idx="38923">
                  <c:v>45948.535416666673</c:v>
                </c:pt>
                <c:pt idx="38924">
                  <c:v>45721.363888888889</c:v>
                </c:pt>
                <c:pt idx="38925">
                  <c:v>45502.379166666673</c:v>
                </c:pt>
                <c:pt idx="38926">
                  <c:v>45523.246527777781</c:v>
                </c:pt>
                <c:pt idx="38927">
                  <c:v>45657.300694444442</c:v>
                </c:pt>
                <c:pt idx="38928">
                  <c:v>45438.371527777781</c:v>
                </c:pt>
                <c:pt idx="38929">
                  <c:v>45913.560416666667</c:v>
                </c:pt>
                <c:pt idx="38930">
                  <c:v>45878.788194444453</c:v>
                </c:pt>
                <c:pt idx="38931">
                  <c:v>45985.009027777778</c:v>
                </c:pt>
                <c:pt idx="38932">
                  <c:v>45975.871527777781</c:v>
                </c:pt>
                <c:pt idx="38933">
                  <c:v>45595.468055555553</c:v>
                </c:pt>
                <c:pt idx="38934">
                  <c:v>45702.469444444447</c:v>
                </c:pt>
                <c:pt idx="38935">
                  <c:v>46009.949305555558</c:v>
                </c:pt>
                <c:pt idx="38936">
                  <c:v>45975.946527777778</c:v>
                </c:pt>
                <c:pt idx="38937">
                  <c:v>45853.417361111111</c:v>
                </c:pt>
                <c:pt idx="38938">
                  <c:v>45777.458333333343</c:v>
                </c:pt>
                <c:pt idx="38939">
                  <c:v>45630.472916666673</c:v>
                </c:pt>
                <c:pt idx="38940">
                  <c:v>45741.751388888893</c:v>
                </c:pt>
                <c:pt idx="38941">
                  <c:v>45925.724999999999</c:v>
                </c:pt>
                <c:pt idx="38942">
                  <c:v>45814.529166666667</c:v>
                </c:pt>
                <c:pt idx="38943">
                  <c:v>45891.709722222222</c:v>
                </c:pt>
                <c:pt idx="38944">
                  <c:v>45846.48333333333</c:v>
                </c:pt>
                <c:pt idx="38945">
                  <c:v>45791.762499999997</c:v>
                </c:pt>
                <c:pt idx="38946">
                  <c:v>45790.506944444453</c:v>
                </c:pt>
                <c:pt idx="38947">
                  <c:v>45647.132638888892</c:v>
                </c:pt>
                <c:pt idx="38948">
                  <c:v>45628.618750000001</c:v>
                </c:pt>
                <c:pt idx="38949">
                  <c:v>45783.511111111111</c:v>
                </c:pt>
                <c:pt idx="38950">
                  <c:v>45823.845138888893</c:v>
                </c:pt>
                <c:pt idx="38951">
                  <c:v>45635.779861111107</c:v>
                </c:pt>
                <c:pt idx="38952">
                  <c:v>45936.684027777781</c:v>
                </c:pt>
                <c:pt idx="38953">
                  <c:v>45794.302777777782</c:v>
                </c:pt>
                <c:pt idx="38954">
                  <c:v>45865.350694444453</c:v>
                </c:pt>
                <c:pt idx="38955">
                  <c:v>45921.918055555558</c:v>
                </c:pt>
                <c:pt idx="38956">
                  <c:v>45657.953472222223</c:v>
                </c:pt>
                <c:pt idx="38957">
                  <c:v>45997.779861111107</c:v>
                </c:pt>
                <c:pt idx="38958">
                  <c:v>45743.12777777778</c:v>
                </c:pt>
                <c:pt idx="38959">
                  <c:v>45696.54583333333</c:v>
                </c:pt>
                <c:pt idx="38960">
                  <c:v>45747.71597222222</c:v>
                </c:pt>
                <c:pt idx="38961">
                  <c:v>45917.537499999999</c:v>
                </c:pt>
                <c:pt idx="38962">
                  <c:v>45688.875</c:v>
                </c:pt>
                <c:pt idx="38963">
                  <c:v>45569.958333333343</c:v>
                </c:pt>
                <c:pt idx="38964">
                  <c:v>45816.908333333333</c:v>
                </c:pt>
                <c:pt idx="38965">
                  <c:v>45835.401388888888</c:v>
                </c:pt>
                <c:pt idx="38966">
                  <c:v>45653.822916666657</c:v>
                </c:pt>
                <c:pt idx="38967">
                  <c:v>45948.620138888888</c:v>
                </c:pt>
                <c:pt idx="38968">
                  <c:v>45816.668055555558</c:v>
                </c:pt>
                <c:pt idx="38969">
                  <c:v>45988.701388888891</c:v>
                </c:pt>
                <c:pt idx="38970">
                  <c:v>45868.550694444442</c:v>
                </c:pt>
                <c:pt idx="38971">
                  <c:v>45895.929861111108</c:v>
                </c:pt>
                <c:pt idx="38972">
                  <c:v>45781.559027777781</c:v>
                </c:pt>
                <c:pt idx="38973">
                  <c:v>45842.626388888893</c:v>
                </c:pt>
                <c:pt idx="38974">
                  <c:v>45574.630555555559</c:v>
                </c:pt>
                <c:pt idx="38975">
                  <c:v>45800.408333333333</c:v>
                </c:pt>
                <c:pt idx="38976">
                  <c:v>46006.698611111111</c:v>
                </c:pt>
                <c:pt idx="38977">
                  <c:v>45309.722222222219</c:v>
                </c:pt>
                <c:pt idx="38978">
                  <c:v>45706.842361111107</c:v>
                </c:pt>
                <c:pt idx="38979">
                  <c:v>45433.731249999997</c:v>
                </c:pt>
                <c:pt idx="38980">
                  <c:v>45921.680555555547</c:v>
                </c:pt>
                <c:pt idx="38981">
                  <c:v>45871.777777777781</c:v>
                </c:pt>
                <c:pt idx="38982">
                  <c:v>45436.523611111108</c:v>
                </c:pt>
                <c:pt idx="38983">
                  <c:v>45576.424305555563</c:v>
                </c:pt>
                <c:pt idx="38984">
                  <c:v>45789.447222222218</c:v>
                </c:pt>
                <c:pt idx="38985">
                  <c:v>45787.05</c:v>
                </c:pt>
                <c:pt idx="38986">
                  <c:v>45738.613888888889</c:v>
                </c:pt>
                <c:pt idx="38987">
                  <c:v>45738.613888888889</c:v>
                </c:pt>
                <c:pt idx="38988">
                  <c:v>45696.0625</c:v>
                </c:pt>
                <c:pt idx="38989">
                  <c:v>45812.275000000001</c:v>
                </c:pt>
                <c:pt idx="38990">
                  <c:v>45696.0625</c:v>
                </c:pt>
                <c:pt idx="38991">
                  <c:v>45812.275000000001</c:v>
                </c:pt>
                <c:pt idx="38992">
                  <c:v>45707.777777777781</c:v>
                </c:pt>
                <c:pt idx="38993">
                  <c:v>45769.811111111107</c:v>
                </c:pt>
                <c:pt idx="38994">
                  <c:v>45909.226388888892</c:v>
                </c:pt>
                <c:pt idx="38995">
                  <c:v>45974.6</c:v>
                </c:pt>
                <c:pt idx="38996">
                  <c:v>45574.854166666657</c:v>
                </c:pt>
                <c:pt idx="38997">
                  <c:v>45379.527083333327</c:v>
                </c:pt>
                <c:pt idx="38998">
                  <c:v>45629.339583333327</c:v>
                </c:pt>
                <c:pt idx="38999">
                  <c:v>45449.536805555559</c:v>
                </c:pt>
                <c:pt idx="39000">
                  <c:v>45302.481944444437</c:v>
                </c:pt>
                <c:pt idx="39001">
                  <c:v>45345.486805555563</c:v>
                </c:pt>
                <c:pt idx="39002">
                  <c:v>45508.574305555558</c:v>
                </c:pt>
                <c:pt idx="39003">
                  <c:v>45834.818749999999</c:v>
                </c:pt>
                <c:pt idx="39004">
                  <c:v>45380.609027777777</c:v>
                </c:pt>
                <c:pt idx="39005">
                  <c:v>45874.758333333331</c:v>
                </c:pt>
                <c:pt idx="39006">
                  <c:v>45822.517361111109</c:v>
                </c:pt>
                <c:pt idx="39007">
                  <c:v>45874.671527777777</c:v>
                </c:pt>
                <c:pt idx="39008">
                  <c:v>45532.82916666667</c:v>
                </c:pt>
                <c:pt idx="39009">
                  <c:v>45662.709027777782</c:v>
                </c:pt>
                <c:pt idx="39010">
                  <c:v>45623.006249999999</c:v>
                </c:pt>
                <c:pt idx="39011">
                  <c:v>45623.006249999999</c:v>
                </c:pt>
                <c:pt idx="39012">
                  <c:v>45625.649305555547</c:v>
                </c:pt>
                <c:pt idx="39013">
                  <c:v>45936.868055555547</c:v>
                </c:pt>
                <c:pt idx="39014">
                  <c:v>45775.270138888889</c:v>
                </c:pt>
                <c:pt idx="39015">
                  <c:v>45453.605555555558</c:v>
                </c:pt>
                <c:pt idx="39016">
                  <c:v>45930.417361111111</c:v>
                </c:pt>
                <c:pt idx="39017">
                  <c:v>45714.413888888892</c:v>
                </c:pt>
                <c:pt idx="39018">
                  <c:v>45453.61041666667</c:v>
                </c:pt>
                <c:pt idx="39019">
                  <c:v>45839.718055555553</c:v>
                </c:pt>
                <c:pt idx="39020">
                  <c:v>45979.834027777782</c:v>
                </c:pt>
                <c:pt idx="39021">
                  <c:v>45979.834027777782</c:v>
                </c:pt>
                <c:pt idx="39022">
                  <c:v>45839.718055555553</c:v>
                </c:pt>
                <c:pt idx="39023">
                  <c:v>45681.263194444437</c:v>
                </c:pt>
                <c:pt idx="39024">
                  <c:v>45929.811111111107</c:v>
                </c:pt>
                <c:pt idx="39025">
                  <c:v>45670.361111111109</c:v>
                </c:pt>
                <c:pt idx="39026">
                  <c:v>45623.830555555563</c:v>
                </c:pt>
                <c:pt idx="39027">
                  <c:v>45910.668055555558</c:v>
                </c:pt>
                <c:pt idx="39028">
                  <c:v>45992.680555555547</c:v>
                </c:pt>
                <c:pt idx="39029">
                  <c:v>45936.578472222223</c:v>
                </c:pt>
                <c:pt idx="39030">
                  <c:v>45963.569444444453</c:v>
                </c:pt>
                <c:pt idx="39031">
                  <c:v>45772.313194444447</c:v>
                </c:pt>
                <c:pt idx="39032">
                  <c:v>45715.54583333333</c:v>
                </c:pt>
                <c:pt idx="39033">
                  <c:v>45686.568055555559</c:v>
                </c:pt>
                <c:pt idx="39034">
                  <c:v>45637.662499999999</c:v>
                </c:pt>
                <c:pt idx="39035">
                  <c:v>45970.51666666667</c:v>
                </c:pt>
                <c:pt idx="39036">
                  <c:v>45856.922222222223</c:v>
                </c:pt>
                <c:pt idx="39037">
                  <c:v>45708.682638888888</c:v>
                </c:pt>
                <c:pt idx="39038">
                  <c:v>45937.724999999999</c:v>
                </c:pt>
                <c:pt idx="39039">
                  <c:v>45615.940972222219</c:v>
                </c:pt>
                <c:pt idx="39040">
                  <c:v>45884.869444444441</c:v>
                </c:pt>
                <c:pt idx="39041">
                  <c:v>45713.601388888892</c:v>
                </c:pt>
                <c:pt idx="39042">
                  <c:v>45561.415277777778</c:v>
                </c:pt>
                <c:pt idx="39043">
                  <c:v>45780.408333333333</c:v>
                </c:pt>
                <c:pt idx="39044">
                  <c:v>46009.693749999999</c:v>
                </c:pt>
                <c:pt idx="39045">
                  <c:v>45530.767361111109</c:v>
                </c:pt>
                <c:pt idx="39046">
                  <c:v>45981.946527777778</c:v>
                </c:pt>
                <c:pt idx="39047">
                  <c:v>45842.300694444442</c:v>
                </c:pt>
                <c:pt idx="39048">
                  <c:v>45557.67083333333</c:v>
                </c:pt>
                <c:pt idx="39049">
                  <c:v>45806.926388888889</c:v>
                </c:pt>
                <c:pt idx="39050">
                  <c:v>45509.843055555553</c:v>
                </c:pt>
                <c:pt idx="39051">
                  <c:v>45899.574305555558</c:v>
                </c:pt>
                <c:pt idx="39052">
                  <c:v>45751.965277777781</c:v>
                </c:pt>
                <c:pt idx="39053">
                  <c:v>45815.533333333333</c:v>
                </c:pt>
                <c:pt idx="39054">
                  <c:v>45759.824305555558</c:v>
                </c:pt>
                <c:pt idx="39055">
                  <c:v>45985.667361111111</c:v>
                </c:pt>
                <c:pt idx="39056">
                  <c:v>45715.554166666669</c:v>
                </c:pt>
                <c:pt idx="39057">
                  <c:v>45625.700694444437</c:v>
                </c:pt>
                <c:pt idx="39058">
                  <c:v>46013.509722222218</c:v>
                </c:pt>
                <c:pt idx="39059">
                  <c:v>45940.862500000003</c:v>
                </c:pt>
                <c:pt idx="39060">
                  <c:v>45510.774305555547</c:v>
                </c:pt>
                <c:pt idx="39061">
                  <c:v>45873.761805555558</c:v>
                </c:pt>
                <c:pt idx="39062">
                  <c:v>45422.854861111111</c:v>
                </c:pt>
                <c:pt idx="39063">
                  <c:v>45356.515972222223</c:v>
                </c:pt>
                <c:pt idx="39064">
                  <c:v>45979.602083333331</c:v>
                </c:pt>
                <c:pt idx="39065">
                  <c:v>45296.551388888889</c:v>
                </c:pt>
                <c:pt idx="39066">
                  <c:v>45311.714583333327</c:v>
                </c:pt>
                <c:pt idx="39067">
                  <c:v>45831.881249999999</c:v>
                </c:pt>
                <c:pt idx="39068">
                  <c:v>45829.727083333331</c:v>
                </c:pt>
                <c:pt idx="39069">
                  <c:v>45933.590277777781</c:v>
                </c:pt>
                <c:pt idx="39070">
                  <c:v>45943.819444444453</c:v>
                </c:pt>
                <c:pt idx="39071">
                  <c:v>45905.95208333333</c:v>
                </c:pt>
                <c:pt idx="39072">
                  <c:v>45885.798611111109</c:v>
                </c:pt>
                <c:pt idx="39073">
                  <c:v>45845.96875</c:v>
                </c:pt>
                <c:pt idx="39074">
                  <c:v>45827.999305555553</c:v>
                </c:pt>
                <c:pt idx="39075">
                  <c:v>45787.758333333331</c:v>
                </c:pt>
                <c:pt idx="39076">
                  <c:v>45497.786805555559</c:v>
                </c:pt>
                <c:pt idx="39077">
                  <c:v>45449.748611111107</c:v>
                </c:pt>
                <c:pt idx="39078">
                  <c:v>45502.395833333343</c:v>
                </c:pt>
                <c:pt idx="39079">
                  <c:v>45718.61041666667</c:v>
                </c:pt>
                <c:pt idx="39080">
                  <c:v>45301.436111111107</c:v>
                </c:pt>
                <c:pt idx="39081">
                  <c:v>45843.694444444453</c:v>
                </c:pt>
                <c:pt idx="39082">
                  <c:v>45890.845138888893</c:v>
                </c:pt>
                <c:pt idx="39083">
                  <c:v>45970.673611111109</c:v>
                </c:pt>
                <c:pt idx="39084">
                  <c:v>45632.855555555558</c:v>
                </c:pt>
                <c:pt idx="39085">
                  <c:v>45377.755555555559</c:v>
                </c:pt>
                <c:pt idx="39086">
                  <c:v>45573.814583333333</c:v>
                </c:pt>
                <c:pt idx="39087">
                  <c:v>45333.658333333333</c:v>
                </c:pt>
                <c:pt idx="39088">
                  <c:v>45676.597222222219</c:v>
                </c:pt>
                <c:pt idx="39089">
                  <c:v>45817.819444444453</c:v>
                </c:pt>
                <c:pt idx="39090">
                  <c:v>45750.635416666657</c:v>
                </c:pt>
                <c:pt idx="39091">
                  <c:v>45769.935416666667</c:v>
                </c:pt>
                <c:pt idx="39092">
                  <c:v>45758.74722222222</c:v>
                </c:pt>
                <c:pt idx="39093">
                  <c:v>45757.963888888888</c:v>
                </c:pt>
                <c:pt idx="39094">
                  <c:v>45756.500694444447</c:v>
                </c:pt>
                <c:pt idx="39095">
                  <c:v>45737.71875</c:v>
                </c:pt>
                <c:pt idx="39096">
                  <c:v>45747.474999999999</c:v>
                </c:pt>
                <c:pt idx="39097">
                  <c:v>45724.622916666667</c:v>
                </c:pt>
                <c:pt idx="39098">
                  <c:v>45732.716666666667</c:v>
                </c:pt>
                <c:pt idx="39099">
                  <c:v>46022.385416666657</c:v>
                </c:pt>
                <c:pt idx="39100">
                  <c:v>45578.429166666669</c:v>
                </c:pt>
                <c:pt idx="39101">
                  <c:v>45703.434027777781</c:v>
                </c:pt>
                <c:pt idx="39102">
                  <c:v>45530.404861111107</c:v>
                </c:pt>
                <c:pt idx="39103">
                  <c:v>45528.527083333327</c:v>
                </c:pt>
                <c:pt idx="39104">
                  <c:v>45634.794444444437</c:v>
                </c:pt>
                <c:pt idx="39105">
                  <c:v>46018.556944444441</c:v>
                </c:pt>
                <c:pt idx="39106">
                  <c:v>45339.40902777778</c:v>
                </c:pt>
                <c:pt idx="39107">
                  <c:v>45792.331944444442</c:v>
                </c:pt>
                <c:pt idx="39108">
                  <c:v>45389.510416666657</c:v>
                </c:pt>
                <c:pt idx="39109">
                  <c:v>45858.936111111107</c:v>
                </c:pt>
                <c:pt idx="39110">
                  <c:v>45438.649305555547</c:v>
                </c:pt>
                <c:pt idx="39111">
                  <c:v>45940.513888888891</c:v>
                </c:pt>
                <c:pt idx="39112">
                  <c:v>45730.902083333327</c:v>
                </c:pt>
                <c:pt idx="39113">
                  <c:v>45711.263194444437</c:v>
                </c:pt>
                <c:pt idx="39114">
                  <c:v>45713.023611111108</c:v>
                </c:pt>
                <c:pt idx="39115">
                  <c:v>45702.615972222222</c:v>
                </c:pt>
                <c:pt idx="39116">
                  <c:v>45693.954861111109</c:v>
                </c:pt>
                <c:pt idx="39117">
                  <c:v>45688.538888888892</c:v>
                </c:pt>
                <c:pt idx="39118">
                  <c:v>45627.564583333333</c:v>
                </c:pt>
                <c:pt idx="39119">
                  <c:v>45607.571527777778</c:v>
                </c:pt>
                <c:pt idx="39120">
                  <c:v>46004.847222222219</c:v>
                </c:pt>
                <c:pt idx="39121">
                  <c:v>45495.638194444437</c:v>
                </c:pt>
                <c:pt idx="39122">
                  <c:v>45614.881944444453</c:v>
                </c:pt>
                <c:pt idx="39123">
                  <c:v>45859.927083333343</c:v>
                </c:pt>
                <c:pt idx="39124">
                  <c:v>46012.800694444442</c:v>
                </c:pt>
                <c:pt idx="39125">
                  <c:v>45902.920138888891</c:v>
                </c:pt>
                <c:pt idx="39126">
                  <c:v>45390.988194444442</c:v>
                </c:pt>
                <c:pt idx="39127">
                  <c:v>45529.8</c:v>
                </c:pt>
                <c:pt idx="39128">
                  <c:v>45818.413194444453</c:v>
                </c:pt>
                <c:pt idx="39129">
                  <c:v>45434.456250000003</c:v>
                </c:pt>
                <c:pt idx="39130">
                  <c:v>45351.598611111112</c:v>
                </c:pt>
                <c:pt idx="39131">
                  <c:v>45748.675694444442</c:v>
                </c:pt>
                <c:pt idx="39132">
                  <c:v>45699.029166666667</c:v>
                </c:pt>
                <c:pt idx="39133">
                  <c:v>45656.602777777778</c:v>
                </c:pt>
                <c:pt idx="39134">
                  <c:v>45572.782638888893</c:v>
                </c:pt>
                <c:pt idx="39135">
                  <c:v>45908.467361111107</c:v>
                </c:pt>
                <c:pt idx="39136">
                  <c:v>45859.456944444442</c:v>
                </c:pt>
                <c:pt idx="39137">
                  <c:v>45649.603472222218</c:v>
                </c:pt>
                <c:pt idx="39138">
                  <c:v>45823.939583333333</c:v>
                </c:pt>
                <c:pt idx="39139">
                  <c:v>45811.448611111111</c:v>
                </c:pt>
                <c:pt idx="39140">
                  <c:v>45784.811111111107</c:v>
                </c:pt>
                <c:pt idx="39141">
                  <c:v>45674.699305555558</c:v>
                </c:pt>
                <c:pt idx="39142">
                  <c:v>45662.820833333331</c:v>
                </c:pt>
                <c:pt idx="39143">
                  <c:v>45921.836111111108</c:v>
                </c:pt>
                <c:pt idx="39144">
                  <c:v>45978.605555555558</c:v>
                </c:pt>
                <c:pt idx="39145">
                  <c:v>45840.6</c:v>
                </c:pt>
                <c:pt idx="39146">
                  <c:v>45840.6</c:v>
                </c:pt>
                <c:pt idx="39147">
                  <c:v>45978.605555555558</c:v>
                </c:pt>
                <c:pt idx="39148">
                  <c:v>45920.63958333333</c:v>
                </c:pt>
                <c:pt idx="39149">
                  <c:v>45305.713888888888</c:v>
                </c:pt>
                <c:pt idx="39150">
                  <c:v>45738.888888888891</c:v>
                </c:pt>
                <c:pt idx="39151">
                  <c:v>46014.913888888892</c:v>
                </c:pt>
                <c:pt idx="39152">
                  <c:v>45764.677083333343</c:v>
                </c:pt>
                <c:pt idx="39153">
                  <c:v>45962.470833333333</c:v>
                </c:pt>
                <c:pt idx="39154">
                  <c:v>45427.765972222223</c:v>
                </c:pt>
                <c:pt idx="39155">
                  <c:v>45709.638888888891</c:v>
                </c:pt>
                <c:pt idx="39156">
                  <c:v>45652.484722222223</c:v>
                </c:pt>
                <c:pt idx="39157">
                  <c:v>45770.540972222218</c:v>
                </c:pt>
                <c:pt idx="39158">
                  <c:v>45348.738194444442</c:v>
                </c:pt>
                <c:pt idx="39159">
                  <c:v>45998.754166666673</c:v>
                </c:pt>
                <c:pt idx="39160">
                  <c:v>45823.47152777778</c:v>
                </c:pt>
                <c:pt idx="39161">
                  <c:v>45389.614583333343</c:v>
                </c:pt>
                <c:pt idx="39162">
                  <c:v>45296.359722222223</c:v>
                </c:pt>
                <c:pt idx="39163">
                  <c:v>45572.745138888888</c:v>
                </c:pt>
                <c:pt idx="39164">
                  <c:v>45597.777777777781</c:v>
                </c:pt>
                <c:pt idx="39165">
                  <c:v>45486.67083333333</c:v>
                </c:pt>
                <c:pt idx="39166">
                  <c:v>45897.797222222223</c:v>
                </c:pt>
                <c:pt idx="39167">
                  <c:v>45835.434027777781</c:v>
                </c:pt>
                <c:pt idx="39168">
                  <c:v>45842.808333333327</c:v>
                </c:pt>
                <c:pt idx="39169">
                  <c:v>45785.45416666667</c:v>
                </c:pt>
                <c:pt idx="39170">
                  <c:v>45783.870833333327</c:v>
                </c:pt>
                <c:pt idx="39171">
                  <c:v>45783.78125</c:v>
                </c:pt>
                <c:pt idx="39172">
                  <c:v>45783.515972222223</c:v>
                </c:pt>
                <c:pt idx="39173">
                  <c:v>45790.422222222223</c:v>
                </c:pt>
                <c:pt idx="39174">
                  <c:v>45787.650694444441</c:v>
                </c:pt>
                <c:pt idx="39175">
                  <c:v>45715.361111111109</c:v>
                </c:pt>
                <c:pt idx="39176">
                  <c:v>45701.582638888889</c:v>
                </c:pt>
                <c:pt idx="39177">
                  <c:v>45762.664583333331</c:v>
                </c:pt>
                <c:pt idx="39178">
                  <c:v>45908.370833333327</c:v>
                </c:pt>
                <c:pt idx="39179">
                  <c:v>45743.311805555553</c:v>
                </c:pt>
                <c:pt idx="39180">
                  <c:v>45635.352083333331</c:v>
                </c:pt>
                <c:pt idx="39181">
                  <c:v>45635.352083333331</c:v>
                </c:pt>
                <c:pt idx="39182">
                  <c:v>45945.703472222223</c:v>
                </c:pt>
                <c:pt idx="39183">
                  <c:v>45837.84375</c:v>
                </c:pt>
                <c:pt idx="39184">
                  <c:v>45837.84375</c:v>
                </c:pt>
                <c:pt idx="39185">
                  <c:v>45606.946527777778</c:v>
                </c:pt>
                <c:pt idx="39186">
                  <c:v>46014.695833333331</c:v>
                </c:pt>
                <c:pt idx="39187">
                  <c:v>45532.828472222223</c:v>
                </c:pt>
                <c:pt idx="39188">
                  <c:v>45473.328472222223</c:v>
                </c:pt>
                <c:pt idx="39189">
                  <c:v>46014.695833333331</c:v>
                </c:pt>
                <c:pt idx="39190">
                  <c:v>45606.946527777778</c:v>
                </c:pt>
                <c:pt idx="39191">
                  <c:v>45473.328472222223</c:v>
                </c:pt>
                <c:pt idx="39192">
                  <c:v>45649.581944444442</c:v>
                </c:pt>
                <c:pt idx="39193">
                  <c:v>45649.581944444442</c:v>
                </c:pt>
                <c:pt idx="39194">
                  <c:v>45797.447916666657</c:v>
                </c:pt>
                <c:pt idx="39195">
                  <c:v>45797.447916666657</c:v>
                </c:pt>
                <c:pt idx="39196">
                  <c:v>45584.336111111108</c:v>
                </c:pt>
                <c:pt idx="39197">
                  <c:v>45584.336111111108</c:v>
                </c:pt>
                <c:pt idx="39198">
                  <c:v>45945.703472222223</c:v>
                </c:pt>
                <c:pt idx="39199">
                  <c:v>45985.281944444447</c:v>
                </c:pt>
                <c:pt idx="39200">
                  <c:v>45743.311805555553</c:v>
                </c:pt>
                <c:pt idx="39201">
                  <c:v>45778.907638888893</c:v>
                </c:pt>
                <c:pt idx="39202">
                  <c:v>45938.535416666673</c:v>
                </c:pt>
                <c:pt idx="39203">
                  <c:v>45938.535416666673</c:v>
                </c:pt>
                <c:pt idx="39204">
                  <c:v>45778.907638888893</c:v>
                </c:pt>
                <c:pt idx="39205">
                  <c:v>45891.3</c:v>
                </c:pt>
                <c:pt idx="39206">
                  <c:v>45891.3</c:v>
                </c:pt>
                <c:pt idx="39207">
                  <c:v>45693.843055555553</c:v>
                </c:pt>
                <c:pt idx="39208">
                  <c:v>45693.843055555553</c:v>
                </c:pt>
                <c:pt idx="39209">
                  <c:v>45432.702777777777</c:v>
                </c:pt>
                <c:pt idx="39210">
                  <c:v>45432.702777777777</c:v>
                </c:pt>
                <c:pt idx="39211">
                  <c:v>45561.782638888893</c:v>
                </c:pt>
                <c:pt idx="39212">
                  <c:v>45532.828472222223</c:v>
                </c:pt>
                <c:pt idx="39213">
                  <c:v>45985.281944444447</c:v>
                </c:pt>
                <c:pt idx="39214">
                  <c:v>45561.782638888893</c:v>
                </c:pt>
                <c:pt idx="39215">
                  <c:v>45806.71597222222</c:v>
                </c:pt>
                <c:pt idx="39216">
                  <c:v>45699.332638888889</c:v>
                </c:pt>
                <c:pt idx="39217">
                  <c:v>45951.315972222219</c:v>
                </c:pt>
                <c:pt idx="39218">
                  <c:v>45731.820138888892</c:v>
                </c:pt>
                <c:pt idx="39219">
                  <c:v>45620.342361111107</c:v>
                </c:pt>
                <c:pt idx="39220">
                  <c:v>45546.50277777778</c:v>
                </c:pt>
                <c:pt idx="39221">
                  <c:v>45457.544444444437</c:v>
                </c:pt>
                <c:pt idx="39222">
                  <c:v>45344.234027777777</c:v>
                </c:pt>
                <c:pt idx="39223">
                  <c:v>45564.353472222218</c:v>
                </c:pt>
                <c:pt idx="39224">
                  <c:v>45463.72152777778</c:v>
                </c:pt>
                <c:pt idx="39225">
                  <c:v>45489.359722222223</c:v>
                </c:pt>
                <c:pt idx="39226">
                  <c:v>45420.386111111111</c:v>
                </c:pt>
                <c:pt idx="39227">
                  <c:v>45395.560416666667</c:v>
                </c:pt>
                <c:pt idx="39228">
                  <c:v>45586.441666666673</c:v>
                </c:pt>
                <c:pt idx="39229">
                  <c:v>45404.738888888889</c:v>
                </c:pt>
                <c:pt idx="39230">
                  <c:v>45528.339583333327</c:v>
                </c:pt>
                <c:pt idx="39231">
                  <c:v>45302.540277777778</c:v>
                </c:pt>
                <c:pt idx="39232">
                  <c:v>45320.777777777781</c:v>
                </c:pt>
                <c:pt idx="39233">
                  <c:v>45569.388194444437</c:v>
                </c:pt>
                <c:pt idx="39234">
                  <c:v>45578.600694444453</c:v>
                </c:pt>
                <c:pt idx="39235">
                  <c:v>45385.4</c:v>
                </c:pt>
                <c:pt idx="39236">
                  <c:v>45433.332638888889</c:v>
                </c:pt>
                <c:pt idx="39237">
                  <c:v>45509.665277777778</c:v>
                </c:pt>
                <c:pt idx="39238">
                  <c:v>45371.288888888892</c:v>
                </c:pt>
                <c:pt idx="39239">
                  <c:v>45597.564583333333</c:v>
                </c:pt>
                <c:pt idx="39240">
                  <c:v>45442.319444444453</c:v>
                </c:pt>
                <c:pt idx="39241">
                  <c:v>46015.383333333331</c:v>
                </c:pt>
                <c:pt idx="39242">
                  <c:v>45680.522916666669</c:v>
                </c:pt>
                <c:pt idx="39243">
                  <c:v>45851.882638888892</c:v>
                </c:pt>
                <c:pt idx="39244">
                  <c:v>45947.656944444447</c:v>
                </c:pt>
                <c:pt idx="39245">
                  <c:v>45720.472222222219</c:v>
                </c:pt>
                <c:pt idx="39246">
                  <c:v>45406.690972222219</c:v>
                </c:pt>
                <c:pt idx="39247">
                  <c:v>45944.445833333331</c:v>
                </c:pt>
                <c:pt idx="39248">
                  <c:v>45818.39166666667</c:v>
                </c:pt>
                <c:pt idx="39249">
                  <c:v>45529.645833333343</c:v>
                </c:pt>
                <c:pt idx="39250">
                  <c:v>45866.587500000001</c:v>
                </c:pt>
                <c:pt idx="39251">
                  <c:v>45663.615972222222</c:v>
                </c:pt>
                <c:pt idx="39252">
                  <c:v>45310.729166666657</c:v>
                </c:pt>
                <c:pt idx="39253">
                  <c:v>45800.772222222222</c:v>
                </c:pt>
                <c:pt idx="39254">
                  <c:v>45665.571527777778</c:v>
                </c:pt>
                <c:pt idx="39255">
                  <c:v>46010.961805555547</c:v>
                </c:pt>
                <c:pt idx="39256">
                  <c:v>45988.29791666667</c:v>
                </c:pt>
                <c:pt idx="39257">
                  <c:v>45404.49722222222</c:v>
                </c:pt>
                <c:pt idx="39258">
                  <c:v>45921.761111111111</c:v>
                </c:pt>
                <c:pt idx="39259">
                  <c:v>45614.710416666669</c:v>
                </c:pt>
                <c:pt idx="39260">
                  <c:v>45363.464583333327</c:v>
                </c:pt>
                <c:pt idx="39261">
                  <c:v>45456.570138888892</c:v>
                </c:pt>
                <c:pt idx="39262">
                  <c:v>45849.20208333333</c:v>
                </c:pt>
                <c:pt idx="39263">
                  <c:v>45667.255555555559</c:v>
                </c:pt>
                <c:pt idx="39264">
                  <c:v>45727.71597222222</c:v>
                </c:pt>
                <c:pt idx="39265">
                  <c:v>45838.409722222219</c:v>
                </c:pt>
                <c:pt idx="39266">
                  <c:v>45836.439583333333</c:v>
                </c:pt>
                <c:pt idx="39267">
                  <c:v>45616.700694444437</c:v>
                </c:pt>
                <c:pt idx="39268">
                  <c:v>45810.571527777778</c:v>
                </c:pt>
                <c:pt idx="39269">
                  <c:v>45730.451388888891</c:v>
                </c:pt>
                <c:pt idx="39270">
                  <c:v>45754.428472222222</c:v>
                </c:pt>
                <c:pt idx="39271">
                  <c:v>45818.89166666667</c:v>
                </c:pt>
                <c:pt idx="39272">
                  <c:v>45815.757638888892</c:v>
                </c:pt>
                <c:pt idx="39273">
                  <c:v>45756.741666666669</c:v>
                </c:pt>
                <c:pt idx="39274">
                  <c:v>45517.789583333331</c:v>
                </c:pt>
                <c:pt idx="39275">
                  <c:v>45968.440972222219</c:v>
                </c:pt>
                <c:pt idx="39276">
                  <c:v>45712.627083333333</c:v>
                </c:pt>
                <c:pt idx="39277">
                  <c:v>45902.824305555558</c:v>
                </c:pt>
                <c:pt idx="39278">
                  <c:v>45382.390277777777</c:v>
                </c:pt>
                <c:pt idx="39279">
                  <c:v>45882.910416666673</c:v>
                </c:pt>
                <c:pt idx="39280">
                  <c:v>45932.368750000001</c:v>
                </c:pt>
                <c:pt idx="39281">
                  <c:v>45771.834027777782</c:v>
                </c:pt>
                <c:pt idx="39282">
                  <c:v>45455.482638888891</c:v>
                </c:pt>
                <c:pt idx="39283">
                  <c:v>45709.845138888893</c:v>
                </c:pt>
                <c:pt idx="39284">
                  <c:v>45811.768750000003</c:v>
                </c:pt>
                <c:pt idx="39285">
                  <c:v>45779.390972222223</c:v>
                </c:pt>
                <c:pt idx="39286">
                  <c:v>45947.986111111109</c:v>
                </c:pt>
                <c:pt idx="39287">
                  <c:v>45914.909722222219</c:v>
                </c:pt>
                <c:pt idx="39288">
                  <c:v>45830.491666666669</c:v>
                </c:pt>
                <c:pt idx="39289">
                  <c:v>45942.454861111109</c:v>
                </c:pt>
                <c:pt idx="39290">
                  <c:v>45718.48541666667</c:v>
                </c:pt>
                <c:pt idx="39291">
                  <c:v>45992.036111111112</c:v>
                </c:pt>
                <c:pt idx="39292">
                  <c:v>45765.04583333333</c:v>
                </c:pt>
                <c:pt idx="39293">
                  <c:v>45324.800694444442</c:v>
                </c:pt>
                <c:pt idx="39294">
                  <c:v>45963.781944444447</c:v>
                </c:pt>
                <c:pt idx="39295">
                  <c:v>45696.704861111109</c:v>
                </c:pt>
                <c:pt idx="39296">
                  <c:v>45511.009722222218</c:v>
                </c:pt>
                <c:pt idx="39297">
                  <c:v>45847.077777777777</c:v>
                </c:pt>
                <c:pt idx="39298">
                  <c:v>45562.837500000001</c:v>
                </c:pt>
                <c:pt idx="39299">
                  <c:v>45460.01458333333</c:v>
                </c:pt>
                <c:pt idx="39300">
                  <c:v>45390.926388888889</c:v>
                </c:pt>
                <c:pt idx="39301">
                  <c:v>45710.729861111111</c:v>
                </c:pt>
                <c:pt idx="39302">
                  <c:v>45673.022916666669</c:v>
                </c:pt>
                <c:pt idx="39303">
                  <c:v>45634.759722222218</c:v>
                </c:pt>
                <c:pt idx="39304">
                  <c:v>45402.461111111108</c:v>
                </c:pt>
                <c:pt idx="39305">
                  <c:v>45716.958333333343</c:v>
                </c:pt>
                <c:pt idx="39306">
                  <c:v>45891.447916666657</c:v>
                </c:pt>
                <c:pt idx="39307">
                  <c:v>45962.625</c:v>
                </c:pt>
                <c:pt idx="39308">
                  <c:v>45989.936111111107</c:v>
                </c:pt>
                <c:pt idx="39309">
                  <c:v>45306.760416666657</c:v>
                </c:pt>
                <c:pt idx="39310">
                  <c:v>45994.895833333343</c:v>
                </c:pt>
                <c:pt idx="39311">
                  <c:v>45858.463888888888</c:v>
                </c:pt>
                <c:pt idx="39312">
                  <c:v>45465.587500000001</c:v>
                </c:pt>
                <c:pt idx="39313">
                  <c:v>45679.293055555558</c:v>
                </c:pt>
                <c:pt idx="39314">
                  <c:v>45921.806250000001</c:v>
                </c:pt>
                <c:pt idx="39315">
                  <c:v>45420.370138888888</c:v>
                </c:pt>
                <c:pt idx="39316">
                  <c:v>45742.698611111111</c:v>
                </c:pt>
                <c:pt idx="39317">
                  <c:v>45642.768055555563</c:v>
                </c:pt>
                <c:pt idx="39318">
                  <c:v>45354.585416666669</c:v>
                </c:pt>
                <c:pt idx="39319">
                  <c:v>45975.837500000001</c:v>
                </c:pt>
                <c:pt idx="39320">
                  <c:v>45887.350694444453</c:v>
                </c:pt>
                <c:pt idx="39321">
                  <c:v>45812.8125</c:v>
                </c:pt>
                <c:pt idx="39322">
                  <c:v>45553.73333333333</c:v>
                </c:pt>
                <c:pt idx="39323">
                  <c:v>46007.809027777781</c:v>
                </c:pt>
                <c:pt idx="39324">
                  <c:v>45643.593055555553</c:v>
                </c:pt>
                <c:pt idx="39325">
                  <c:v>45598.740277777782</c:v>
                </c:pt>
                <c:pt idx="39326">
                  <c:v>45642.863194444442</c:v>
                </c:pt>
                <c:pt idx="39327">
                  <c:v>45960.706250000003</c:v>
                </c:pt>
                <c:pt idx="39328">
                  <c:v>45839.799305555563</c:v>
                </c:pt>
                <c:pt idx="39329">
                  <c:v>45924.634722222218</c:v>
                </c:pt>
                <c:pt idx="39330">
                  <c:v>45839.799305555563</c:v>
                </c:pt>
                <c:pt idx="39331">
                  <c:v>45924.634722222218</c:v>
                </c:pt>
                <c:pt idx="39332">
                  <c:v>45630.731249999997</c:v>
                </c:pt>
                <c:pt idx="39333">
                  <c:v>45705.762499999997</c:v>
                </c:pt>
                <c:pt idx="39334">
                  <c:v>45884.963194444441</c:v>
                </c:pt>
                <c:pt idx="39335">
                  <c:v>45760.618055555547</c:v>
                </c:pt>
                <c:pt idx="39336">
                  <c:v>45776.886805555558</c:v>
                </c:pt>
                <c:pt idx="39337">
                  <c:v>45639.46597222222</c:v>
                </c:pt>
                <c:pt idx="39338">
                  <c:v>45617.95416666667</c:v>
                </c:pt>
                <c:pt idx="39339">
                  <c:v>45873.570138888892</c:v>
                </c:pt>
                <c:pt idx="39340">
                  <c:v>46002.45</c:v>
                </c:pt>
                <c:pt idx="39341">
                  <c:v>45742.629166666673</c:v>
                </c:pt>
                <c:pt idx="39342">
                  <c:v>45673.95208333333</c:v>
                </c:pt>
                <c:pt idx="39343">
                  <c:v>45801.586805555547</c:v>
                </c:pt>
                <c:pt idx="39344">
                  <c:v>45914.822222222218</c:v>
                </c:pt>
                <c:pt idx="39345">
                  <c:v>45950.664583333331</c:v>
                </c:pt>
                <c:pt idx="39346">
                  <c:v>45727.613888888889</c:v>
                </c:pt>
                <c:pt idx="39347">
                  <c:v>45598.938194444447</c:v>
                </c:pt>
                <c:pt idx="39348">
                  <c:v>46023.604166666657</c:v>
                </c:pt>
                <c:pt idx="39349">
                  <c:v>45482.740277777782</c:v>
                </c:pt>
                <c:pt idx="39350">
                  <c:v>45987.489583333343</c:v>
                </c:pt>
                <c:pt idx="39351">
                  <c:v>45824.585416666669</c:v>
                </c:pt>
                <c:pt idx="39352">
                  <c:v>45689.719444444447</c:v>
                </c:pt>
                <c:pt idx="39353">
                  <c:v>45929.430555555547</c:v>
                </c:pt>
                <c:pt idx="39354">
                  <c:v>45655.588194444441</c:v>
                </c:pt>
                <c:pt idx="39355">
                  <c:v>45850.581250000003</c:v>
                </c:pt>
                <c:pt idx="39356">
                  <c:v>45967.634722222218</c:v>
                </c:pt>
                <c:pt idx="39357">
                  <c:v>45901.911805555559</c:v>
                </c:pt>
                <c:pt idx="39358">
                  <c:v>46020.404861111107</c:v>
                </c:pt>
                <c:pt idx="39359">
                  <c:v>45692.89166666667</c:v>
                </c:pt>
                <c:pt idx="39360">
                  <c:v>45709.469444444447</c:v>
                </c:pt>
                <c:pt idx="39361">
                  <c:v>46021.10833333333</c:v>
                </c:pt>
                <c:pt idx="39362">
                  <c:v>46003.420138888891</c:v>
                </c:pt>
                <c:pt idx="39363">
                  <c:v>45963.513888888891</c:v>
                </c:pt>
                <c:pt idx="39364">
                  <c:v>45950.106249999997</c:v>
                </c:pt>
                <c:pt idx="39365">
                  <c:v>45927.128472222219</c:v>
                </c:pt>
                <c:pt idx="39366">
                  <c:v>45748.019444444442</c:v>
                </c:pt>
                <c:pt idx="39367">
                  <c:v>45549.956944444442</c:v>
                </c:pt>
                <c:pt idx="39368">
                  <c:v>45421.813888888893</c:v>
                </c:pt>
                <c:pt idx="39369">
                  <c:v>45392.763888888891</c:v>
                </c:pt>
                <c:pt idx="39370">
                  <c:v>45516.786111111112</c:v>
                </c:pt>
                <c:pt idx="39371">
                  <c:v>45315.82916666667</c:v>
                </c:pt>
                <c:pt idx="39372">
                  <c:v>45447.924305555563</c:v>
                </c:pt>
                <c:pt idx="39373">
                  <c:v>45362.885416666657</c:v>
                </c:pt>
                <c:pt idx="39374">
                  <c:v>45678.003472222219</c:v>
                </c:pt>
                <c:pt idx="39375">
                  <c:v>45912.105555555558</c:v>
                </c:pt>
                <c:pt idx="39376">
                  <c:v>45909.951388888891</c:v>
                </c:pt>
                <c:pt idx="39377">
                  <c:v>45833.831944444442</c:v>
                </c:pt>
                <c:pt idx="39378">
                  <c:v>45819.040972222218</c:v>
                </c:pt>
                <c:pt idx="39379">
                  <c:v>45799.914583333331</c:v>
                </c:pt>
                <c:pt idx="39380">
                  <c:v>45754.898611111108</c:v>
                </c:pt>
                <c:pt idx="39381">
                  <c:v>45718.65625</c:v>
                </c:pt>
                <c:pt idx="39382">
                  <c:v>45654.087500000001</c:v>
                </c:pt>
                <c:pt idx="39383">
                  <c:v>45400.615277777782</c:v>
                </c:pt>
                <c:pt idx="39384">
                  <c:v>45642.54791666667</c:v>
                </c:pt>
                <c:pt idx="39385">
                  <c:v>45959.864583333343</c:v>
                </c:pt>
                <c:pt idx="39386">
                  <c:v>45797.446527777778</c:v>
                </c:pt>
                <c:pt idx="39387">
                  <c:v>45728.717361111107</c:v>
                </c:pt>
                <c:pt idx="39388">
                  <c:v>45696.472916666673</c:v>
                </c:pt>
                <c:pt idx="39389">
                  <c:v>45478.684027777781</c:v>
                </c:pt>
                <c:pt idx="39390">
                  <c:v>45297.552777777782</c:v>
                </c:pt>
                <c:pt idx="39391">
                  <c:v>45998.449305555558</c:v>
                </c:pt>
                <c:pt idx="39392">
                  <c:v>45604.607638888891</c:v>
                </c:pt>
                <c:pt idx="39393">
                  <c:v>45864.586111111108</c:v>
                </c:pt>
                <c:pt idx="39394">
                  <c:v>45826.895833333343</c:v>
                </c:pt>
                <c:pt idx="39395">
                  <c:v>45825.651388888888</c:v>
                </c:pt>
                <c:pt idx="39396">
                  <c:v>45697.886805555558</c:v>
                </c:pt>
                <c:pt idx="39397">
                  <c:v>45698.661111111112</c:v>
                </c:pt>
                <c:pt idx="39398">
                  <c:v>45741.222222222219</c:v>
                </c:pt>
                <c:pt idx="39399">
                  <c:v>45989.276388888888</c:v>
                </c:pt>
                <c:pt idx="39400">
                  <c:v>45993.574999999997</c:v>
                </c:pt>
                <c:pt idx="39401">
                  <c:v>45313.604861111111</c:v>
                </c:pt>
                <c:pt idx="39402">
                  <c:v>45758.759722222218</c:v>
                </c:pt>
                <c:pt idx="39403">
                  <c:v>45409.583333333343</c:v>
                </c:pt>
                <c:pt idx="39404">
                  <c:v>45748.604861111111</c:v>
                </c:pt>
                <c:pt idx="39405">
                  <c:v>45823.622916666667</c:v>
                </c:pt>
                <c:pt idx="39406">
                  <c:v>45323.556250000001</c:v>
                </c:pt>
                <c:pt idx="39407">
                  <c:v>45597.642361111109</c:v>
                </c:pt>
                <c:pt idx="39408">
                  <c:v>45508.747916666667</c:v>
                </c:pt>
                <c:pt idx="39409">
                  <c:v>45912.604166666657</c:v>
                </c:pt>
                <c:pt idx="39410">
                  <c:v>45663.770138888889</c:v>
                </c:pt>
                <c:pt idx="39411">
                  <c:v>45670.640972222223</c:v>
                </c:pt>
                <c:pt idx="39412">
                  <c:v>45442.956250000003</c:v>
                </c:pt>
                <c:pt idx="39413">
                  <c:v>45933.98541666667</c:v>
                </c:pt>
                <c:pt idx="39414">
                  <c:v>45879.972222222219</c:v>
                </c:pt>
                <c:pt idx="39415">
                  <c:v>45839.05</c:v>
                </c:pt>
                <c:pt idx="39416">
                  <c:v>45801.54583333333</c:v>
                </c:pt>
                <c:pt idx="39417">
                  <c:v>45797.842361111107</c:v>
                </c:pt>
                <c:pt idx="39418">
                  <c:v>45758.686111111107</c:v>
                </c:pt>
                <c:pt idx="39419">
                  <c:v>45646.92291666667</c:v>
                </c:pt>
                <c:pt idx="39420">
                  <c:v>45994.799305555563</c:v>
                </c:pt>
                <c:pt idx="39421">
                  <c:v>45840.553472222222</c:v>
                </c:pt>
                <c:pt idx="39422">
                  <c:v>45809.368750000001</c:v>
                </c:pt>
                <c:pt idx="39423">
                  <c:v>45466.47152777778</c:v>
                </c:pt>
                <c:pt idx="39424">
                  <c:v>45565.034722222219</c:v>
                </c:pt>
                <c:pt idx="39425">
                  <c:v>46004.67083333333</c:v>
                </c:pt>
                <c:pt idx="39426">
                  <c:v>45665.913888888892</c:v>
                </c:pt>
                <c:pt idx="39427">
                  <c:v>45646.9</c:v>
                </c:pt>
                <c:pt idx="39428">
                  <c:v>45639.534722222219</c:v>
                </c:pt>
                <c:pt idx="39429">
                  <c:v>45594.838888888888</c:v>
                </c:pt>
                <c:pt idx="39430">
                  <c:v>45674.715277777781</c:v>
                </c:pt>
                <c:pt idx="39431">
                  <c:v>45692.963888888888</c:v>
                </c:pt>
                <c:pt idx="39432">
                  <c:v>45938.809027777781</c:v>
                </c:pt>
                <c:pt idx="39433">
                  <c:v>45783.569444444453</c:v>
                </c:pt>
                <c:pt idx="39434">
                  <c:v>46003.35</c:v>
                </c:pt>
                <c:pt idx="39435">
                  <c:v>45837.548611111109</c:v>
                </c:pt>
                <c:pt idx="39436">
                  <c:v>45914.886805555558</c:v>
                </c:pt>
                <c:pt idx="39437">
                  <c:v>45874.90347222222</c:v>
                </c:pt>
                <c:pt idx="39438">
                  <c:v>45803.577777777777</c:v>
                </c:pt>
                <c:pt idx="39439">
                  <c:v>45984.496527777781</c:v>
                </c:pt>
                <c:pt idx="39440">
                  <c:v>45855.260416666657</c:v>
                </c:pt>
                <c:pt idx="39441">
                  <c:v>45943.645833333343</c:v>
                </c:pt>
                <c:pt idx="39442">
                  <c:v>45896.552777777782</c:v>
                </c:pt>
                <c:pt idx="39443">
                  <c:v>45992.465277777781</c:v>
                </c:pt>
                <c:pt idx="39444">
                  <c:v>45813.879861111112</c:v>
                </c:pt>
                <c:pt idx="39445">
                  <c:v>45889.361805555563</c:v>
                </c:pt>
                <c:pt idx="39446">
                  <c:v>45692.405555555553</c:v>
                </c:pt>
                <c:pt idx="39447">
                  <c:v>45699.927777777782</c:v>
                </c:pt>
                <c:pt idx="39448">
                  <c:v>45950.638888888891</c:v>
                </c:pt>
                <c:pt idx="39449">
                  <c:v>45922.74722222222</c:v>
                </c:pt>
                <c:pt idx="39450">
                  <c:v>45743.752083333333</c:v>
                </c:pt>
                <c:pt idx="39451">
                  <c:v>45898.380555555559</c:v>
                </c:pt>
                <c:pt idx="39452">
                  <c:v>46023.865972222222</c:v>
                </c:pt>
                <c:pt idx="39453">
                  <c:v>45942.72152777778</c:v>
                </c:pt>
                <c:pt idx="39454">
                  <c:v>45815.42083333333</c:v>
                </c:pt>
                <c:pt idx="39455">
                  <c:v>45590.630555555559</c:v>
                </c:pt>
                <c:pt idx="39456">
                  <c:v>45868.906944444447</c:v>
                </c:pt>
                <c:pt idx="39457">
                  <c:v>45413.175000000003</c:v>
                </c:pt>
                <c:pt idx="39458">
                  <c:v>45625.699305555558</c:v>
                </c:pt>
                <c:pt idx="39459">
                  <c:v>45664.493750000001</c:v>
                </c:pt>
                <c:pt idx="39460">
                  <c:v>45454.678472222222</c:v>
                </c:pt>
                <c:pt idx="39461">
                  <c:v>45564.109722222223</c:v>
                </c:pt>
                <c:pt idx="39462">
                  <c:v>45540.870138888888</c:v>
                </c:pt>
                <c:pt idx="39463">
                  <c:v>45985.488194444442</c:v>
                </c:pt>
                <c:pt idx="39464">
                  <c:v>45964.739583333343</c:v>
                </c:pt>
                <c:pt idx="39465">
                  <c:v>45925.743055555547</c:v>
                </c:pt>
                <c:pt idx="39466">
                  <c:v>45728.868750000001</c:v>
                </c:pt>
                <c:pt idx="39467">
                  <c:v>45664.892361111109</c:v>
                </c:pt>
                <c:pt idx="39468">
                  <c:v>45941.819444444453</c:v>
                </c:pt>
                <c:pt idx="39469">
                  <c:v>45597.429861111108</c:v>
                </c:pt>
                <c:pt idx="39470">
                  <c:v>45588.404861111107</c:v>
                </c:pt>
                <c:pt idx="39471">
                  <c:v>45745.354166666657</c:v>
                </c:pt>
                <c:pt idx="39472">
                  <c:v>45969.7</c:v>
                </c:pt>
                <c:pt idx="39473">
                  <c:v>45933.770833333343</c:v>
                </c:pt>
                <c:pt idx="39474">
                  <c:v>45804.969444444447</c:v>
                </c:pt>
                <c:pt idx="39475">
                  <c:v>45499.84652777778</c:v>
                </c:pt>
                <c:pt idx="39476">
                  <c:v>45577.533333333333</c:v>
                </c:pt>
                <c:pt idx="39477">
                  <c:v>45698.699305555558</c:v>
                </c:pt>
                <c:pt idx="39478">
                  <c:v>45813.652083333327</c:v>
                </c:pt>
                <c:pt idx="39479">
                  <c:v>45719.896527777782</c:v>
                </c:pt>
                <c:pt idx="39480">
                  <c:v>46003.845138888893</c:v>
                </c:pt>
                <c:pt idx="39481">
                  <c:v>45977.775694444441</c:v>
                </c:pt>
                <c:pt idx="39482">
                  <c:v>45902.304861111108</c:v>
                </c:pt>
                <c:pt idx="39483">
                  <c:v>45849.430555555547</c:v>
                </c:pt>
                <c:pt idx="39484">
                  <c:v>45902.304861111108</c:v>
                </c:pt>
                <c:pt idx="39485">
                  <c:v>45849.430555555547</c:v>
                </c:pt>
                <c:pt idx="39486">
                  <c:v>45844.879861111112</c:v>
                </c:pt>
                <c:pt idx="39487">
                  <c:v>45833.682638888888</c:v>
                </c:pt>
                <c:pt idx="39488">
                  <c:v>45913.244444444441</c:v>
                </c:pt>
                <c:pt idx="39489">
                  <c:v>45981.566666666673</c:v>
                </c:pt>
                <c:pt idx="39490">
                  <c:v>45666.074305555558</c:v>
                </c:pt>
                <c:pt idx="39491">
                  <c:v>45722.941666666673</c:v>
                </c:pt>
                <c:pt idx="39492">
                  <c:v>45652.930555555547</c:v>
                </c:pt>
                <c:pt idx="39493">
                  <c:v>45476.734027777777</c:v>
                </c:pt>
                <c:pt idx="39494">
                  <c:v>46005.542361111111</c:v>
                </c:pt>
                <c:pt idx="39495">
                  <c:v>45827.354166666657</c:v>
                </c:pt>
                <c:pt idx="39496">
                  <c:v>45841.599999999999</c:v>
                </c:pt>
                <c:pt idx="39497">
                  <c:v>45841.62222222222</c:v>
                </c:pt>
                <c:pt idx="39498">
                  <c:v>45615.150694444441</c:v>
                </c:pt>
                <c:pt idx="39499">
                  <c:v>45890.547222222223</c:v>
                </c:pt>
                <c:pt idx="39500">
                  <c:v>45888.436805555553</c:v>
                </c:pt>
                <c:pt idx="39501">
                  <c:v>45505.229166666657</c:v>
                </c:pt>
                <c:pt idx="39502">
                  <c:v>45312.279166666667</c:v>
                </c:pt>
                <c:pt idx="39503">
                  <c:v>45413.263194444437</c:v>
                </c:pt>
                <c:pt idx="39504">
                  <c:v>45497.614583333343</c:v>
                </c:pt>
                <c:pt idx="39505">
                  <c:v>45559.24722222222</c:v>
                </c:pt>
                <c:pt idx="39506">
                  <c:v>45995.568749999999</c:v>
                </c:pt>
                <c:pt idx="39507">
                  <c:v>45753.761111111111</c:v>
                </c:pt>
                <c:pt idx="39508">
                  <c:v>45744.964583333327</c:v>
                </c:pt>
                <c:pt idx="39509">
                  <c:v>45689.77847222222</c:v>
                </c:pt>
                <c:pt idx="39510">
                  <c:v>45861.030555555553</c:v>
                </c:pt>
                <c:pt idx="39511">
                  <c:v>45466.520833333343</c:v>
                </c:pt>
                <c:pt idx="39512">
                  <c:v>45941.602083333331</c:v>
                </c:pt>
                <c:pt idx="39513">
                  <c:v>45467.456944444442</c:v>
                </c:pt>
                <c:pt idx="39514">
                  <c:v>45685.422222222223</c:v>
                </c:pt>
                <c:pt idx="39515">
                  <c:v>45578.661111111112</c:v>
                </c:pt>
                <c:pt idx="39516">
                  <c:v>45624.625</c:v>
                </c:pt>
                <c:pt idx="39517">
                  <c:v>45466.582638888889</c:v>
                </c:pt>
                <c:pt idx="39518">
                  <c:v>45756.486111111109</c:v>
                </c:pt>
                <c:pt idx="39519">
                  <c:v>45820.719444444447</c:v>
                </c:pt>
                <c:pt idx="39520">
                  <c:v>45884.453472222223</c:v>
                </c:pt>
                <c:pt idx="39521">
                  <c:v>45512.725694444453</c:v>
                </c:pt>
                <c:pt idx="39522">
                  <c:v>45993.661805555559</c:v>
                </c:pt>
                <c:pt idx="39523">
                  <c:v>46022.832638888889</c:v>
                </c:pt>
                <c:pt idx="39524">
                  <c:v>45856.549305555563</c:v>
                </c:pt>
                <c:pt idx="39525">
                  <c:v>45768.913194444453</c:v>
                </c:pt>
                <c:pt idx="39526">
                  <c:v>45667.863194444442</c:v>
                </c:pt>
                <c:pt idx="39527">
                  <c:v>45626.943055555559</c:v>
                </c:pt>
                <c:pt idx="39528">
                  <c:v>45965.599999999999</c:v>
                </c:pt>
                <c:pt idx="39529">
                  <c:v>46020.870138888888</c:v>
                </c:pt>
                <c:pt idx="39530">
                  <c:v>45899.629861111112</c:v>
                </c:pt>
                <c:pt idx="39531">
                  <c:v>45905.600694444453</c:v>
                </c:pt>
                <c:pt idx="39532">
                  <c:v>45732.461111111108</c:v>
                </c:pt>
                <c:pt idx="39533">
                  <c:v>45733.412499999999</c:v>
                </c:pt>
                <c:pt idx="39534">
                  <c:v>45748.606944444437</c:v>
                </c:pt>
                <c:pt idx="39535">
                  <c:v>45755.436805555553</c:v>
                </c:pt>
                <c:pt idx="39536">
                  <c:v>45441.263194444437</c:v>
                </c:pt>
                <c:pt idx="39537">
                  <c:v>45308.718055555553</c:v>
                </c:pt>
                <c:pt idx="39538">
                  <c:v>45338.751388888893</c:v>
                </c:pt>
                <c:pt idx="39539">
                  <c:v>45400.900694444441</c:v>
                </c:pt>
                <c:pt idx="39540">
                  <c:v>45351.5</c:v>
                </c:pt>
                <c:pt idx="39541">
                  <c:v>45886.804166666669</c:v>
                </c:pt>
                <c:pt idx="39542">
                  <c:v>45828.899305555547</c:v>
                </c:pt>
                <c:pt idx="39543">
                  <c:v>45829.276388888888</c:v>
                </c:pt>
                <c:pt idx="39544">
                  <c:v>45674.57708333333</c:v>
                </c:pt>
                <c:pt idx="39545">
                  <c:v>45956.614583333343</c:v>
                </c:pt>
                <c:pt idx="39546">
                  <c:v>45924.854166666657</c:v>
                </c:pt>
                <c:pt idx="39547">
                  <c:v>45922.965277777781</c:v>
                </c:pt>
                <c:pt idx="39548">
                  <c:v>45810.647916666669</c:v>
                </c:pt>
                <c:pt idx="39549">
                  <c:v>45440.683333333327</c:v>
                </c:pt>
                <c:pt idx="39550">
                  <c:v>45386.939583333333</c:v>
                </c:pt>
                <c:pt idx="39551">
                  <c:v>45813.783333333333</c:v>
                </c:pt>
                <c:pt idx="39552">
                  <c:v>45303.592361111107</c:v>
                </c:pt>
                <c:pt idx="39553">
                  <c:v>45851.727083333331</c:v>
                </c:pt>
                <c:pt idx="39554">
                  <c:v>45508.785416666673</c:v>
                </c:pt>
                <c:pt idx="39555">
                  <c:v>45319.829861111109</c:v>
                </c:pt>
                <c:pt idx="39556">
                  <c:v>45477.432638888888</c:v>
                </c:pt>
                <c:pt idx="39557">
                  <c:v>45395.354166666657</c:v>
                </c:pt>
                <c:pt idx="39558">
                  <c:v>45512.538888888892</c:v>
                </c:pt>
                <c:pt idx="39559">
                  <c:v>45882.793749999997</c:v>
                </c:pt>
                <c:pt idx="39560">
                  <c:v>45540.777083333327</c:v>
                </c:pt>
                <c:pt idx="39561">
                  <c:v>45835.568055555559</c:v>
                </c:pt>
                <c:pt idx="39562">
                  <c:v>45426.713194444441</c:v>
                </c:pt>
                <c:pt idx="39563">
                  <c:v>45560.683333333327</c:v>
                </c:pt>
                <c:pt idx="39564">
                  <c:v>45897.772916666669</c:v>
                </c:pt>
                <c:pt idx="39565">
                  <c:v>45333.406944444447</c:v>
                </c:pt>
                <c:pt idx="39566">
                  <c:v>45355.387499999997</c:v>
                </c:pt>
                <c:pt idx="39567">
                  <c:v>45769.456250000003</c:v>
                </c:pt>
                <c:pt idx="39568">
                  <c:v>45793.447222222218</c:v>
                </c:pt>
                <c:pt idx="39569">
                  <c:v>45490.645138888889</c:v>
                </c:pt>
                <c:pt idx="39570">
                  <c:v>45463.624305555553</c:v>
                </c:pt>
                <c:pt idx="39571">
                  <c:v>45369.680555555547</c:v>
                </c:pt>
                <c:pt idx="39572">
                  <c:v>45924.741666666669</c:v>
                </c:pt>
                <c:pt idx="39573">
                  <c:v>45344.677777777782</c:v>
                </c:pt>
                <c:pt idx="39574">
                  <c:v>45410.779166666667</c:v>
                </c:pt>
                <c:pt idx="39575">
                  <c:v>45977.541666666657</c:v>
                </c:pt>
                <c:pt idx="39576">
                  <c:v>45867.434027777781</c:v>
                </c:pt>
                <c:pt idx="39577">
                  <c:v>45451.390277777777</c:v>
                </c:pt>
                <c:pt idx="39578">
                  <c:v>46010.271527777782</c:v>
                </c:pt>
                <c:pt idx="39579">
                  <c:v>45732.688888888893</c:v>
                </c:pt>
                <c:pt idx="39580">
                  <c:v>45728.65902777778</c:v>
                </c:pt>
                <c:pt idx="39581">
                  <c:v>45721.400694444441</c:v>
                </c:pt>
                <c:pt idx="39582">
                  <c:v>45701.304166666669</c:v>
                </c:pt>
                <c:pt idx="39583">
                  <c:v>45696.748611111107</c:v>
                </c:pt>
                <c:pt idx="39584">
                  <c:v>45682.709027777782</c:v>
                </c:pt>
                <c:pt idx="39585">
                  <c:v>45680.463888888888</c:v>
                </c:pt>
                <c:pt idx="39586">
                  <c:v>45676.369444444441</c:v>
                </c:pt>
                <c:pt idx="39587">
                  <c:v>45676.054166666669</c:v>
                </c:pt>
                <c:pt idx="39588">
                  <c:v>45617.136111111111</c:v>
                </c:pt>
                <c:pt idx="39589">
                  <c:v>45936.316666666673</c:v>
                </c:pt>
                <c:pt idx="39590">
                  <c:v>45550.461805555547</c:v>
                </c:pt>
                <c:pt idx="39591">
                  <c:v>46000.523611111108</c:v>
                </c:pt>
                <c:pt idx="39592">
                  <c:v>45910.600694444453</c:v>
                </c:pt>
                <c:pt idx="39593">
                  <c:v>45806.765277777777</c:v>
                </c:pt>
                <c:pt idx="39594">
                  <c:v>45819.334027777782</c:v>
                </c:pt>
                <c:pt idx="39595">
                  <c:v>45854.723611111112</c:v>
                </c:pt>
                <c:pt idx="39596">
                  <c:v>45655.802083333343</c:v>
                </c:pt>
                <c:pt idx="39597">
                  <c:v>45966.427083333343</c:v>
                </c:pt>
                <c:pt idx="39598">
                  <c:v>45908.68472222222</c:v>
                </c:pt>
                <c:pt idx="39599">
                  <c:v>45707.950694444437</c:v>
                </c:pt>
                <c:pt idx="39600">
                  <c:v>45569.820833333331</c:v>
                </c:pt>
                <c:pt idx="39601">
                  <c:v>46016.952777777777</c:v>
                </c:pt>
                <c:pt idx="39602">
                  <c:v>45823.509722222218</c:v>
                </c:pt>
                <c:pt idx="39603">
                  <c:v>45950.575694444437</c:v>
                </c:pt>
                <c:pt idx="39604">
                  <c:v>45751.374305555553</c:v>
                </c:pt>
                <c:pt idx="39605">
                  <c:v>45937.371527777781</c:v>
                </c:pt>
                <c:pt idx="39606">
                  <c:v>45974.304166666669</c:v>
                </c:pt>
                <c:pt idx="39607">
                  <c:v>45869.448611111111</c:v>
                </c:pt>
                <c:pt idx="39608">
                  <c:v>45845.306944444441</c:v>
                </c:pt>
                <c:pt idx="39609">
                  <c:v>45820.40625</c:v>
                </c:pt>
                <c:pt idx="39610">
                  <c:v>45859.274305555547</c:v>
                </c:pt>
                <c:pt idx="39611">
                  <c:v>45804.290972222218</c:v>
                </c:pt>
                <c:pt idx="39612">
                  <c:v>45986.434027777781</c:v>
                </c:pt>
                <c:pt idx="39613">
                  <c:v>45953.877083333333</c:v>
                </c:pt>
                <c:pt idx="39614">
                  <c:v>45887.292361111111</c:v>
                </c:pt>
                <c:pt idx="39615">
                  <c:v>45902.517361111109</c:v>
                </c:pt>
                <c:pt idx="39616">
                  <c:v>45422.509027777778</c:v>
                </c:pt>
                <c:pt idx="39617">
                  <c:v>45831.404166666667</c:v>
                </c:pt>
                <c:pt idx="39618">
                  <c:v>45489.9375</c:v>
                </c:pt>
                <c:pt idx="39619">
                  <c:v>45372.605555555558</c:v>
                </c:pt>
                <c:pt idx="39620">
                  <c:v>45344.544444444437</c:v>
                </c:pt>
                <c:pt idx="39621">
                  <c:v>45399.465277777781</c:v>
                </c:pt>
                <c:pt idx="39622">
                  <c:v>45792.550694444442</c:v>
                </c:pt>
                <c:pt idx="39623">
                  <c:v>45917.504861111112</c:v>
                </c:pt>
                <c:pt idx="39624">
                  <c:v>45772.694444444453</c:v>
                </c:pt>
                <c:pt idx="39625">
                  <c:v>46000.640972222223</c:v>
                </c:pt>
                <c:pt idx="39626">
                  <c:v>46013.62222222222</c:v>
                </c:pt>
                <c:pt idx="39627">
                  <c:v>45898.843055555553</c:v>
                </c:pt>
                <c:pt idx="39628">
                  <c:v>45942.410416666673</c:v>
                </c:pt>
                <c:pt idx="39629">
                  <c:v>45903.161805555559</c:v>
                </c:pt>
                <c:pt idx="39630">
                  <c:v>45884.606249999997</c:v>
                </c:pt>
                <c:pt idx="39631">
                  <c:v>45558.767361111109</c:v>
                </c:pt>
                <c:pt idx="39632">
                  <c:v>45846.947916666657</c:v>
                </c:pt>
                <c:pt idx="39633">
                  <c:v>45824.801388888889</c:v>
                </c:pt>
                <c:pt idx="39634">
                  <c:v>45823.61041666667</c:v>
                </c:pt>
                <c:pt idx="39635">
                  <c:v>45816.592361111107</c:v>
                </c:pt>
                <c:pt idx="39636">
                  <c:v>45539.200694444437</c:v>
                </c:pt>
                <c:pt idx="39637">
                  <c:v>45600.276388888888</c:v>
                </c:pt>
                <c:pt idx="39638">
                  <c:v>45554.693055555559</c:v>
                </c:pt>
                <c:pt idx="39639">
                  <c:v>45874.561111111107</c:v>
                </c:pt>
                <c:pt idx="39640">
                  <c:v>45952.678472222222</c:v>
                </c:pt>
                <c:pt idx="39641">
                  <c:v>45523.22152777778</c:v>
                </c:pt>
                <c:pt idx="39642">
                  <c:v>45894.822916666657</c:v>
                </c:pt>
                <c:pt idx="39643">
                  <c:v>45578.67083333333</c:v>
                </c:pt>
                <c:pt idx="39644">
                  <c:v>45930.172222222223</c:v>
                </c:pt>
                <c:pt idx="39645">
                  <c:v>45918.09652777778</c:v>
                </c:pt>
                <c:pt idx="39646">
                  <c:v>45801.536805555559</c:v>
                </c:pt>
                <c:pt idx="39647">
                  <c:v>45795.629861111112</c:v>
                </c:pt>
                <c:pt idx="39648">
                  <c:v>45788.852083333331</c:v>
                </c:pt>
                <c:pt idx="39649">
                  <c:v>45767.724305555559</c:v>
                </c:pt>
                <c:pt idx="39650">
                  <c:v>45741.794444444437</c:v>
                </c:pt>
                <c:pt idx="39651">
                  <c:v>45718.394444444442</c:v>
                </c:pt>
                <c:pt idx="39652">
                  <c:v>45692.433333333327</c:v>
                </c:pt>
                <c:pt idx="39653">
                  <c:v>45701.870833333327</c:v>
                </c:pt>
                <c:pt idx="39654">
                  <c:v>45681.40902777778</c:v>
                </c:pt>
                <c:pt idx="39655">
                  <c:v>45673.554861111108</c:v>
                </c:pt>
                <c:pt idx="39656">
                  <c:v>45545.975694444453</c:v>
                </c:pt>
                <c:pt idx="39657">
                  <c:v>45719.804166666669</c:v>
                </c:pt>
                <c:pt idx="39658">
                  <c:v>45956.390277777777</c:v>
                </c:pt>
                <c:pt idx="39659">
                  <c:v>46018.835416666669</c:v>
                </c:pt>
                <c:pt idx="39660">
                  <c:v>45749.928472222222</c:v>
                </c:pt>
                <c:pt idx="39661">
                  <c:v>45672.523611111108</c:v>
                </c:pt>
                <c:pt idx="39662">
                  <c:v>45659.269444444442</c:v>
                </c:pt>
                <c:pt idx="39663">
                  <c:v>45936.9</c:v>
                </c:pt>
                <c:pt idx="39664">
                  <c:v>45830.32708333333</c:v>
                </c:pt>
                <c:pt idx="39665">
                  <c:v>45918.908333333333</c:v>
                </c:pt>
                <c:pt idx="39666">
                  <c:v>45840.571527777778</c:v>
                </c:pt>
                <c:pt idx="39667">
                  <c:v>45802.70416666667</c:v>
                </c:pt>
                <c:pt idx="39668">
                  <c:v>45779.543055555558</c:v>
                </c:pt>
                <c:pt idx="39669">
                  <c:v>45874.901388888888</c:v>
                </c:pt>
                <c:pt idx="39670">
                  <c:v>45539.822916666657</c:v>
                </c:pt>
                <c:pt idx="39671">
                  <c:v>45323.809027777781</c:v>
                </c:pt>
                <c:pt idx="39672">
                  <c:v>45423.490277777782</c:v>
                </c:pt>
                <c:pt idx="39673">
                  <c:v>45693.72152777778</c:v>
                </c:pt>
                <c:pt idx="39674">
                  <c:v>45773.414583333331</c:v>
                </c:pt>
                <c:pt idx="39675">
                  <c:v>45392.87777777778</c:v>
                </c:pt>
                <c:pt idx="39676">
                  <c:v>45480.489583333343</c:v>
                </c:pt>
                <c:pt idx="39677">
                  <c:v>45605.48541666667</c:v>
                </c:pt>
                <c:pt idx="39678">
                  <c:v>45717.484722222223</c:v>
                </c:pt>
                <c:pt idx="39679">
                  <c:v>45734.888888888891</c:v>
                </c:pt>
                <c:pt idx="39680">
                  <c:v>45708.584722222222</c:v>
                </c:pt>
                <c:pt idx="39681">
                  <c:v>45705.939583333333</c:v>
                </c:pt>
                <c:pt idx="39682">
                  <c:v>45662.765277777777</c:v>
                </c:pt>
                <c:pt idx="39683">
                  <c:v>45618.256944444453</c:v>
                </c:pt>
                <c:pt idx="39684">
                  <c:v>45904.884027777778</c:v>
                </c:pt>
                <c:pt idx="39685">
                  <c:v>45412.418749999997</c:v>
                </c:pt>
                <c:pt idx="39686">
                  <c:v>46007.872916666667</c:v>
                </c:pt>
                <c:pt idx="39687">
                  <c:v>45494.120138888888</c:v>
                </c:pt>
                <c:pt idx="39688">
                  <c:v>45838.765277777777</c:v>
                </c:pt>
                <c:pt idx="39689">
                  <c:v>45494.120138888888</c:v>
                </c:pt>
                <c:pt idx="39690">
                  <c:v>45593.848611111112</c:v>
                </c:pt>
                <c:pt idx="39691">
                  <c:v>45838.765277777777</c:v>
                </c:pt>
                <c:pt idx="39692">
                  <c:v>45593.848611111112</c:v>
                </c:pt>
                <c:pt idx="39693">
                  <c:v>46007.872916666667</c:v>
                </c:pt>
                <c:pt idx="39694">
                  <c:v>45412.418749999997</c:v>
                </c:pt>
                <c:pt idx="39695">
                  <c:v>45885.073611111111</c:v>
                </c:pt>
                <c:pt idx="39696">
                  <c:v>45736.477083333331</c:v>
                </c:pt>
                <c:pt idx="39697">
                  <c:v>45736.477083333331</c:v>
                </c:pt>
                <c:pt idx="39698">
                  <c:v>45874.824999999997</c:v>
                </c:pt>
                <c:pt idx="39699">
                  <c:v>45874.824999999997</c:v>
                </c:pt>
                <c:pt idx="39700">
                  <c:v>45792.571527777778</c:v>
                </c:pt>
                <c:pt idx="39701">
                  <c:v>45816.922222222223</c:v>
                </c:pt>
                <c:pt idx="39702">
                  <c:v>45731.660416666673</c:v>
                </c:pt>
                <c:pt idx="39703">
                  <c:v>45656.945833333331</c:v>
                </c:pt>
                <c:pt idx="39704">
                  <c:v>46009.595833333333</c:v>
                </c:pt>
                <c:pt idx="39705">
                  <c:v>45842.542361111111</c:v>
                </c:pt>
                <c:pt idx="39706">
                  <c:v>45785.702777777777</c:v>
                </c:pt>
                <c:pt idx="39707">
                  <c:v>45695.84375</c:v>
                </c:pt>
                <c:pt idx="39708">
                  <c:v>45887.899305555547</c:v>
                </c:pt>
                <c:pt idx="39709">
                  <c:v>45635.64166666667</c:v>
                </c:pt>
                <c:pt idx="39710">
                  <c:v>45862.583333333343</c:v>
                </c:pt>
                <c:pt idx="39711">
                  <c:v>45790.965277777781</c:v>
                </c:pt>
                <c:pt idx="39712">
                  <c:v>45550.777083333327</c:v>
                </c:pt>
                <c:pt idx="39713">
                  <c:v>45705.763888888891</c:v>
                </c:pt>
                <c:pt idx="39714">
                  <c:v>45998.894444444442</c:v>
                </c:pt>
                <c:pt idx="39715">
                  <c:v>45941.946527777778</c:v>
                </c:pt>
                <c:pt idx="39716">
                  <c:v>45911.477083333331</c:v>
                </c:pt>
                <c:pt idx="39717">
                  <c:v>45978.411111111112</c:v>
                </c:pt>
                <c:pt idx="39718">
                  <c:v>45747.530555555553</c:v>
                </c:pt>
                <c:pt idx="39719">
                  <c:v>45604.429861111108</c:v>
                </c:pt>
                <c:pt idx="39720">
                  <c:v>45744.436111111107</c:v>
                </c:pt>
                <c:pt idx="39721">
                  <c:v>45737.615972222222</c:v>
                </c:pt>
                <c:pt idx="39722">
                  <c:v>45740.769444444442</c:v>
                </c:pt>
                <c:pt idx="39723">
                  <c:v>45729.011111111111</c:v>
                </c:pt>
                <c:pt idx="39724">
                  <c:v>45724.356249999997</c:v>
                </c:pt>
                <c:pt idx="39725">
                  <c:v>45761.9</c:v>
                </c:pt>
                <c:pt idx="39726">
                  <c:v>45762.650694444441</c:v>
                </c:pt>
                <c:pt idx="39727">
                  <c:v>45698.520833333343</c:v>
                </c:pt>
                <c:pt idx="39728">
                  <c:v>45665.905555555553</c:v>
                </c:pt>
                <c:pt idx="39729">
                  <c:v>45626.115972222222</c:v>
                </c:pt>
                <c:pt idx="39730">
                  <c:v>45436.413194444453</c:v>
                </c:pt>
                <c:pt idx="39731">
                  <c:v>45924.518055555563</c:v>
                </c:pt>
                <c:pt idx="39732">
                  <c:v>45789.406944444447</c:v>
                </c:pt>
                <c:pt idx="39733">
                  <c:v>45789.438194444447</c:v>
                </c:pt>
                <c:pt idx="39734">
                  <c:v>45811.564583333333</c:v>
                </c:pt>
                <c:pt idx="39735">
                  <c:v>45786.836805555547</c:v>
                </c:pt>
                <c:pt idx="39736">
                  <c:v>45786.852083333331</c:v>
                </c:pt>
                <c:pt idx="39737">
                  <c:v>45793.600694444453</c:v>
                </c:pt>
                <c:pt idx="39738">
                  <c:v>45599.734027777777</c:v>
                </c:pt>
                <c:pt idx="39739">
                  <c:v>45744.661111111112</c:v>
                </c:pt>
                <c:pt idx="39740">
                  <c:v>45795.59375</c:v>
                </c:pt>
                <c:pt idx="39741">
                  <c:v>45774.850694444453</c:v>
                </c:pt>
                <c:pt idx="39742">
                  <c:v>45723.415277777778</c:v>
                </c:pt>
                <c:pt idx="39743">
                  <c:v>45700.497916666667</c:v>
                </c:pt>
                <c:pt idx="39744">
                  <c:v>46010.104861111111</c:v>
                </c:pt>
                <c:pt idx="39745">
                  <c:v>45926.558333333327</c:v>
                </c:pt>
                <c:pt idx="39746">
                  <c:v>45900.650694444441</c:v>
                </c:pt>
                <c:pt idx="39747">
                  <c:v>45849.791666666657</c:v>
                </c:pt>
                <c:pt idx="39748">
                  <c:v>45840.35833333333</c:v>
                </c:pt>
                <c:pt idx="39749">
                  <c:v>45755.323611111111</c:v>
                </c:pt>
                <c:pt idx="39750">
                  <c:v>45688.59097222222</c:v>
                </c:pt>
                <c:pt idx="39751">
                  <c:v>45898.515277777777</c:v>
                </c:pt>
                <c:pt idx="39752">
                  <c:v>45545.745138888888</c:v>
                </c:pt>
                <c:pt idx="39753">
                  <c:v>45898.527083333327</c:v>
                </c:pt>
                <c:pt idx="39754">
                  <c:v>45721.615972222222</c:v>
                </c:pt>
                <c:pt idx="39755">
                  <c:v>45898.522222222222</c:v>
                </c:pt>
                <c:pt idx="39756">
                  <c:v>45758.459027777782</c:v>
                </c:pt>
                <c:pt idx="39757">
                  <c:v>45487.46875</c:v>
                </c:pt>
                <c:pt idx="39758">
                  <c:v>45465.595138888893</c:v>
                </c:pt>
                <c:pt idx="39759">
                  <c:v>45950.588888888888</c:v>
                </c:pt>
                <c:pt idx="39760">
                  <c:v>45685.522222222222</c:v>
                </c:pt>
                <c:pt idx="39761">
                  <c:v>45580.697222222218</c:v>
                </c:pt>
                <c:pt idx="39762">
                  <c:v>45325.977083333331</c:v>
                </c:pt>
                <c:pt idx="39763">
                  <c:v>45917.104166666657</c:v>
                </c:pt>
                <c:pt idx="39764">
                  <c:v>45642.727083333331</c:v>
                </c:pt>
                <c:pt idx="39765">
                  <c:v>45704.362500000003</c:v>
                </c:pt>
                <c:pt idx="39766">
                  <c:v>45859.968055555553</c:v>
                </c:pt>
                <c:pt idx="39767">
                  <c:v>45702.593055555553</c:v>
                </c:pt>
                <c:pt idx="39768">
                  <c:v>45443.311111111107</c:v>
                </c:pt>
                <c:pt idx="39769">
                  <c:v>45643.675694444442</c:v>
                </c:pt>
                <c:pt idx="39770">
                  <c:v>45352.822222222218</c:v>
                </c:pt>
                <c:pt idx="39771">
                  <c:v>45697.931944444441</c:v>
                </c:pt>
                <c:pt idx="39772">
                  <c:v>45812.758333333331</c:v>
                </c:pt>
                <c:pt idx="39773">
                  <c:v>45305.885416666657</c:v>
                </c:pt>
                <c:pt idx="39774">
                  <c:v>45980.439583333333</c:v>
                </c:pt>
                <c:pt idx="39775">
                  <c:v>45753.922222222223</c:v>
                </c:pt>
                <c:pt idx="39776">
                  <c:v>45491.924305555563</c:v>
                </c:pt>
                <c:pt idx="39777">
                  <c:v>45601.322916666657</c:v>
                </c:pt>
                <c:pt idx="39778">
                  <c:v>45879.84652777778</c:v>
                </c:pt>
                <c:pt idx="39779">
                  <c:v>45922.836111111108</c:v>
                </c:pt>
                <c:pt idx="39780">
                  <c:v>45399.901388888888</c:v>
                </c:pt>
                <c:pt idx="39781">
                  <c:v>45543.876388888893</c:v>
                </c:pt>
                <c:pt idx="39782">
                  <c:v>45958.802083333343</c:v>
                </c:pt>
                <c:pt idx="39783">
                  <c:v>45869.541666666657</c:v>
                </c:pt>
                <c:pt idx="39784">
                  <c:v>45835.451388888891</c:v>
                </c:pt>
                <c:pt idx="39785">
                  <c:v>45815.719444444447</c:v>
                </c:pt>
                <c:pt idx="39786">
                  <c:v>46014.398611111108</c:v>
                </c:pt>
                <c:pt idx="39787">
                  <c:v>45985.46875</c:v>
                </c:pt>
                <c:pt idx="39788">
                  <c:v>45515.62777777778</c:v>
                </c:pt>
                <c:pt idx="39789">
                  <c:v>45551.040972222218</c:v>
                </c:pt>
                <c:pt idx="39790">
                  <c:v>45560.701388888891</c:v>
                </c:pt>
                <c:pt idx="39791">
                  <c:v>45449.394444444442</c:v>
                </c:pt>
                <c:pt idx="39792">
                  <c:v>45389.675000000003</c:v>
                </c:pt>
                <c:pt idx="39793">
                  <c:v>45477.901388888888</c:v>
                </c:pt>
                <c:pt idx="39794">
                  <c:v>45355.7</c:v>
                </c:pt>
                <c:pt idx="39795">
                  <c:v>45309.772916666669</c:v>
                </c:pt>
                <c:pt idx="39796">
                  <c:v>45427.692361111112</c:v>
                </c:pt>
                <c:pt idx="39797">
                  <c:v>45664.448611111111</c:v>
                </c:pt>
                <c:pt idx="39798">
                  <c:v>45593.76666666667</c:v>
                </c:pt>
                <c:pt idx="39799">
                  <c:v>45375.6875</c:v>
                </c:pt>
                <c:pt idx="39800">
                  <c:v>45981.570833333331</c:v>
                </c:pt>
                <c:pt idx="39801">
                  <c:v>45967.131944444453</c:v>
                </c:pt>
                <c:pt idx="39802">
                  <c:v>45931.802777777782</c:v>
                </c:pt>
                <c:pt idx="39803">
                  <c:v>45806.717361111107</c:v>
                </c:pt>
                <c:pt idx="39804">
                  <c:v>45904.446527777778</c:v>
                </c:pt>
                <c:pt idx="39805">
                  <c:v>45852.558333333327</c:v>
                </c:pt>
                <c:pt idx="39806">
                  <c:v>45845.652777777781</c:v>
                </c:pt>
                <c:pt idx="39807">
                  <c:v>45842.722916666673</c:v>
                </c:pt>
                <c:pt idx="39808">
                  <c:v>45797.925000000003</c:v>
                </c:pt>
                <c:pt idx="39809">
                  <c:v>45779.267361111109</c:v>
                </c:pt>
                <c:pt idx="39810">
                  <c:v>45967.318055555559</c:v>
                </c:pt>
                <c:pt idx="39811">
                  <c:v>45713.879861111112</c:v>
                </c:pt>
                <c:pt idx="39812">
                  <c:v>45660.272916666669</c:v>
                </c:pt>
                <c:pt idx="39813">
                  <c:v>45946.310416666667</c:v>
                </c:pt>
                <c:pt idx="39814">
                  <c:v>45841.929166666669</c:v>
                </c:pt>
                <c:pt idx="39815">
                  <c:v>45821.447222222218</c:v>
                </c:pt>
                <c:pt idx="39816">
                  <c:v>45576.442361111112</c:v>
                </c:pt>
                <c:pt idx="39817">
                  <c:v>45636.565972222219</c:v>
                </c:pt>
                <c:pt idx="39818">
                  <c:v>45569.479861111111</c:v>
                </c:pt>
                <c:pt idx="39819">
                  <c:v>45793.72152777778</c:v>
                </c:pt>
                <c:pt idx="39820">
                  <c:v>45867.329861111109</c:v>
                </c:pt>
                <c:pt idx="39821">
                  <c:v>45765.411805555559</c:v>
                </c:pt>
                <c:pt idx="39822">
                  <c:v>45618.597916666673</c:v>
                </c:pt>
                <c:pt idx="39823">
                  <c:v>45887.523611111108</c:v>
                </c:pt>
                <c:pt idx="39824">
                  <c:v>45551.250694444447</c:v>
                </c:pt>
                <c:pt idx="39825">
                  <c:v>45927.419444444437</c:v>
                </c:pt>
                <c:pt idx="39826">
                  <c:v>45906.84097222222</c:v>
                </c:pt>
                <c:pt idx="39827">
                  <c:v>45741.871527777781</c:v>
                </c:pt>
                <c:pt idx="39828">
                  <c:v>45989.48333333333</c:v>
                </c:pt>
                <c:pt idx="39829">
                  <c:v>45688.70416666667</c:v>
                </c:pt>
                <c:pt idx="39830">
                  <c:v>45596.290277777778</c:v>
                </c:pt>
                <c:pt idx="39831">
                  <c:v>45769.699305555558</c:v>
                </c:pt>
                <c:pt idx="39832">
                  <c:v>45712.734722222223</c:v>
                </c:pt>
                <c:pt idx="39833">
                  <c:v>45677.390972222223</c:v>
                </c:pt>
                <c:pt idx="39834">
                  <c:v>45614.831250000003</c:v>
                </c:pt>
                <c:pt idx="39835">
                  <c:v>45936.675000000003</c:v>
                </c:pt>
                <c:pt idx="39836">
                  <c:v>45934.474305555559</c:v>
                </c:pt>
                <c:pt idx="39837">
                  <c:v>46014.7</c:v>
                </c:pt>
                <c:pt idx="39838">
                  <c:v>45779.81527777778</c:v>
                </c:pt>
                <c:pt idx="39839">
                  <c:v>45758.838888888888</c:v>
                </c:pt>
                <c:pt idx="39840">
                  <c:v>45748.597222222219</c:v>
                </c:pt>
                <c:pt idx="39841">
                  <c:v>45639.956250000003</c:v>
                </c:pt>
                <c:pt idx="39842">
                  <c:v>45392.760416666657</c:v>
                </c:pt>
                <c:pt idx="39843">
                  <c:v>45490.287499999999</c:v>
                </c:pt>
                <c:pt idx="39844">
                  <c:v>45590.428472222222</c:v>
                </c:pt>
                <c:pt idx="39845">
                  <c:v>45699.397916666669</c:v>
                </c:pt>
                <c:pt idx="39846">
                  <c:v>45904.224999999999</c:v>
                </c:pt>
                <c:pt idx="39847">
                  <c:v>45790.229166666657</c:v>
                </c:pt>
                <c:pt idx="39848">
                  <c:v>45728.526388888888</c:v>
                </c:pt>
                <c:pt idx="39849">
                  <c:v>45962.65625</c:v>
                </c:pt>
                <c:pt idx="39850">
                  <c:v>45838.337500000001</c:v>
                </c:pt>
                <c:pt idx="39851">
                  <c:v>45329.505555555559</c:v>
                </c:pt>
                <c:pt idx="39852">
                  <c:v>45644.911805555559</c:v>
                </c:pt>
                <c:pt idx="39853">
                  <c:v>45935.425000000003</c:v>
                </c:pt>
                <c:pt idx="39854">
                  <c:v>45874.301388888889</c:v>
                </c:pt>
                <c:pt idx="39855">
                  <c:v>45671.473611111112</c:v>
                </c:pt>
                <c:pt idx="39856">
                  <c:v>45358.865277777782</c:v>
                </c:pt>
                <c:pt idx="39857">
                  <c:v>45433.79791666667</c:v>
                </c:pt>
                <c:pt idx="39858">
                  <c:v>45749.95416666667</c:v>
                </c:pt>
                <c:pt idx="39859">
                  <c:v>45304.566666666673</c:v>
                </c:pt>
                <c:pt idx="39860">
                  <c:v>45971.415972222218</c:v>
                </c:pt>
                <c:pt idx="39861">
                  <c:v>45756.620833333327</c:v>
                </c:pt>
                <c:pt idx="39862">
                  <c:v>45971.388888888891</c:v>
                </c:pt>
                <c:pt idx="39863">
                  <c:v>45810.196527777778</c:v>
                </c:pt>
                <c:pt idx="39864">
                  <c:v>45534.448611111111</c:v>
                </c:pt>
                <c:pt idx="39865">
                  <c:v>45470.619444444441</c:v>
                </c:pt>
                <c:pt idx="39866">
                  <c:v>45851.884722222218</c:v>
                </c:pt>
                <c:pt idx="39867">
                  <c:v>45701.881249999999</c:v>
                </c:pt>
                <c:pt idx="39868">
                  <c:v>45636.73541666667</c:v>
                </c:pt>
                <c:pt idx="39869">
                  <c:v>45926.504166666673</c:v>
                </c:pt>
                <c:pt idx="39870">
                  <c:v>45812.97152777778</c:v>
                </c:pt>
                <c:pt idx="39871">
                  <c:v>45792.969444444447</c:v>
                </c:pt>
                <c:pt idx="39872">
                  <c:v>45908.025694444441</c:v>
                </c:pt>
                <c:pt idx="39873">
                  <c:v>45872.508333333331</c:v>
                </c:pt>
                <c:pt idx="39874">
                  <c:v>45440.563194444447</c:v>
                </c:pt>
                <c:pt idx="39875">
                  <c:v>45778.622916666667</c:v>
                </c:pt>
                <c:pt idx="39876">
                  <c:v>45742.681250000001</c:v>
                </c:pt>
                <c:pt idx="39877">
                  <c:v>45965.529861111107</c:v>
                </c:pt>
                <c:pt idx="39878">
                  <c:v>45383.604166666657</c:v>
                </c:pt>
                <c:pt idx="39879">
                  <c:v>45608.753472222219</c:v>
                </c:pt>
                <c:pt idx="39880">
                  <c:v>45335.590277777781</c:v>
                </c:pt>
                <c:pt idx="39881">
                  <c:v>45676.585416666669</c:v>
                </c:pt>
                <c:pt idx="39882">
                  <c:v>45495.493055555547</c:v>
                </c:pt>
                <c:pt idx="39883">
                  <c:v>45552.669444444437</c:v>
                </c:pt>
                <c:pt idx="39884">
                  <c:v>45827.90347222222</c:v>
                </c:pt>
                <c:pt idx="39885">
                  <c:v>46006.697916666657</c:v>
                </c:pt>
                <c:pt idx="39886">
                  <c:v>45928.664583333331</c:v>
                </c:pt>
                <c:pt idx="39887">
                  <c:v>45867.649305555547</c:v>
                </c:pt>
                <c:pt idx="39888">
                  <c:v>46023.003472222219</c:v>
                </c:pt>
                <c:pt idx="39889">
                  <c:v>45895.719444444447</c:v>
                </c:pt>
                <c:pt idx="39890">
                  <c:v>45719.771527777782</c:v>
                </c:pt>
                <c:pt idx="39891">
                  <c:v>45565.988888888889</c:v>
                </c:pt>
                <c:pt idx="39892">
                  <c:v>45937.586111111108</c:v>
                </c:pt>
                <c:pt idx="39893">
                  <c:v>45845.518055555563</c:v>
                </c:pt>
                <c:pt idx="39894">
                  <c:v>45953.776388888888</c:v>
                </c:pt>
                <c:pt idx="39895">
                  <c:v>45907.438194444447</c:v>
                </c:pt>
                <c:pt idx="39896">
                  <c:v>45885.491666666669</c:v>
                </c:pt>
                <c:pt idx="39897">
                  <c:v>45921.791666666657</c:v>
                </c:pt>
                <c:pt idx="39898">
                  <c:v>46017.631944444453</c:v>
                </c:pt>
                <c:pt idx="39899">
                  <c:v>45978.849305555559</c:v>
                </c:pt>
                <c:pt idx="39900">
                  <c:v>45873.852777777778</c:v>
                </c:pt>
                <c:pt idx="39901">
                  <c:v>45999.522916666669</c:v>
                </c:pt>
                <c:pt idx="39902">
                  <c:v>45820.777083333327</c:v>
                </c:pt>
                <c:pt idx="39903">
                  <c:v>45861.375694444447</c:v>
                </c:pt>
                <c:pt idx="39904">
                  <c:v>45773.823611111111</c:v>
                </c:pt>
                <c:pt idx="39905">
                  <c:v>45890.37777777778</c:v>
                </c:pt>
                <c:pt idx="39906">
                  <c:v>45688.838194444441</c:v>
                </c:pt>
                <c:pt idx="39907">
                  <c:v>46016.854861111111</c:v>
                </c:pt>
                <c:pt idx="39908">
                  <c:v>45971.538888888892</c:v>
                </c:pt>
                <c:pt idx="39909">
                  <c:v>45675.770833333343</c:v>
                </c:pt>
                <c:pt idx="39910">
                  <c:v>45692.546527777777</c:v>
                </c:pt>
                <c:pt idx="39911">
                  <c:v>45518.442361111112</c:v>
                </c:pt>
                <c:pt idx="39912">
                  <c:v>45943.708333333343</c:v>
                </c:pt>
                <c:pt idx="39913">
                  <c:v>45551.475694444453</c:v>
                </c:pt>
                <c:pt idx="39914">
                  <c:v>45614.578472222223</c:v>
                </c:pt>
                <c:pt idx="39915">
                  <c:v>45484.366666666669</c:v>
                </c:pt>
                <c:pt idx="39916">
                  <c:v>45328.631944444453</c:v>
                </c:pt>
                <c:pt idx="39917">
                  <c:v>45883.417361111111</c:v>
                </c:pt>
                <c:pt idx="39918">
                  <c:v>45308.578472222223</c:v>
                </c:pt>
                <c:pt idx="39919">
                  <c:v>45756.445138888892</c:v>
                </c:pt>
                <c:pt idx="39920">
                  <c:v>45397.482638888891</c:v>
                </c:pt>
                <c:pt idx="39921">
                  <c:v>45783.298611111109</c:v>
                </c:pt>
                <c:pt idx="39922">
                  <c:v>45811.497916666667</c:v>
                </c:pt>
                <c:pt idx="39923">
                  <c:v>45805.740972222222</c:v>
                </c:pt>
                <c:pt idx="39924">
                  <c:v>45658.884722222218</c:v>
                </c:pt>
                <c:pt idx="39925">
                  <c:v>45718.688194444447</c:v>
                </c:pt>
                <c:pt idx="39926">
                  <c:v>45573.275000000001</c:v>
                </c:pt>
                <c:pt idx="39927">
                  <c:v>45677.353472222218</c:v>
                </c:pt>
                <c:pt idx="39928">
                  <c:v>45658.438194444447</c:v>
                </c:pt>
                <c:pt idx="39929">
                  <c:v>46017.875</c:v>
                </c:pt>
                <c:pt idx="39930">
                  <c:v>45816.396527777782</c:v>
                </c:pt>
                <c:pt idx="39931">
                  <c:v>45921.386111111111</c:v>
                </c:pt>
                <c:pt idx="39932">
                  <c:v>45773.522916666669</c:v>
                </c:pt>
                <c:pt idx="39933">
                  <c:v>46011.507638888892</c:v>
                </c:pt>
                <c:pt idx="39934">
                  <c:v>45904.270833333343</c:v>
                </c:pt>
                <c:pt idx="39935">
                  <c:v>45836.760416666657</c:v>
                </c:pt>
                <c:pt idx="39936">
                  <c:v>45952.307638888888</c:v>
                </c:pt>
                <c:pt idx="39937">
                  <c:v>45901.368055555547</c:v>
                </c:pt>
                <c:pt idx="39938">
                  <c:v>45760.911111111112</c:v>
                </c:pt>
                <c:pt idx="39939">
                  <c:v>46018.428472222222</c:v>
                </c:pt>
                <c:pt idx="39940">
                  <c:v>45908.757638888892</c:v>
                </c:pt>
                <c:pt idx="39941">
                  <c:v>45981.407638888893</c:v>
                </c:pt>
                <c:pt idx="39942">
                  <c:v>45766.783333333333</c:v>
                </c:pt>
                <c:pt idx="39943">
                  <c:v>45787.375</c:v>
                </c:pt>
                <c:pt idx="39944">
                  <c:v>45862.536805555559</c:v>
                </c:pt>
                <c:pt idx="39945">
                  <c:v>45875.4375</c:v>
                </c:pt>
                <c:pt idx="39946">
                  <c:v>45925.703472222223</c:v>
                </c:pt>
                <c:pt idx="39947">
                  <c:v>45989.393055555563</c:v>
                </c:pt>
                <c:pt idx="39948">
                  <c:v>45846.771527777782</c:v>
                </c:pt>
                <c:pt idx="39949">
                  <c:v>45894.780555555553</c:v>
                </c:pt>
                <c:pt idx="39950">
                  <c:v>45888.364583333343</c:v>
                </c:pt>
                <c:pt idx="39951">
                  <c:v>45913.559027777781</c:v>
                </c:pt>
                <c:pt idx="39952">
                  <c:v>45808.620138888888</c:v>
                </c:pt>
                <c:pt idx="39953">
                  <c:v>45709.505555555559</c:v>
                </c:pt>
                <c:pt idx="39954">
                  <c:v>45639.780555555553</c:v>
                </c:pt>
                <c:pt idx="39955">
                  <c:v>45842.478472222218</c:v>
                </c:pt>
                <c:pt idx="39956">
                  <c:v>45768.65347222222</c:v>
                </c:pt>
                <c:pt idx="39957">
                  <c:v>45624.315972222219</c:v>
                </c:pt>
                <c:pt idx="39958">
                  <c:v>45798.930555555547</c:v>
                </c:pt>
                <c:pt idx="39959">
                  <c:v>45797.842361111107</c:v>
                </c:pt>
                <c:pt idx="39960">
                  <c:v>45798.406944444447</c:v>
                </c:pt>
                <c:pt idx="39961">
                  <c:v>45576.061111111107</c:v>
                </c:pt>
                <c:pt idx="39962">
                  <c:v>45446.919444444437</c:v>
                </c:pt>
                <c:pt idx="39963">
                  <c:v>45370.0625</c:v>
                </c:pt>
                <c:pt idx="39964">
                  <c:v>45927.645138888889</c:v>
                </c:pt>
                <c:pt idx="39965">
                  <c:v>46020.96597222222</c:v>
                </c:pt>
                <c:pt idx="39966">
                  <c:v>45742.863194444442</c:v>
                </c:pt>
                <c:pt idx="39967">
                  <c:v>46022.563888888893</c:v>
                </c:pt>
                <c:pt idx="39968">
                  <c:v>45991.564583333333</c:v>
                </c:pt>
                <c:pt idx="39969">
                  <c:v>45990.700694444437</c:v>
                </c:pt>
                <c:pt idx="39970">
                  <c:v>45645.051388888889</c:v>
                </c:pt>
                <c:pt idx="39971">
                  <c:v>45559.484722222223</c:v>
                </c:pt>
                <c:pt idx="39972">
                  <c:v>45350.927083333343</c:v>
                </c:pt>
                <c:pt idx="39973">
                  <c:v>45672.49722222222</c:v>
                </c:pt>
                <c:pt idx="39974">
                  <c:v>46000.981249999997</c:v>
                </c:pt>
                <c:pt idx="39975">
                  <c:v>45437.072916666657</c:v>
                </c:pt>
                <c:pt idx="39976">
                  <c:v>45944.515277777777</c:v>
                </c:pt>
                <c:pt idx="39977">
                  <c:v>45489.740972222222</c:v>
                </c:pt>
                <c:pt idx="39978">
                  <c:v>45615.50277777778</c:v>
                </c:pt>
                <c:pt idx="39979">
                  <c:v>45762.409722222219</c:v>
                </c:pt>
                <c:pt idx="39980">
                  <c:v>45320.5625</c:v>
                </c:pt>
                <c:pt idx="39981">
                  <c:v>45454.792361111111</c:v>
                </c:pt>
                <c:pt idx="39982">
                  <c:v>45734.863888888889</c:v>
                </c:pt>
                <c:pt idx="39983">
                  <c:v>45419.959027777782</c:v>
                </c:pt>
                <c:pt idx="39984">
                  <c:v>45524.693055555559</c:v>
                </c:pt>
                <c:pt idx="39985">
                  <c:v>45803.895833333343</c:v>
                </c:pt>
                <c:pt idx="39986">
                  <c:v>45875.425000000003</c:v>
                </c:pt>
                <c:pt idx="39987">
                  <c:v>45389.915972222218</c:v>
                </c:pt>
                <c:pt idx="39988">
                  <c:v>45840.800000000003</c:v>
                </c:pt>
                <c:pt idx="39989">
                  <c:v>45586.59652777778</c:v>
                </c:pt>
                <c:pt idx="39990">
                  <c:v>45706.736805555563</c:v>
                </c:pt>
                <c:pt idx="39991">
                  <c:v>45972.392361111109</c:v>
                </c:pt>
                <c:pt idx="39992">
                  <c:v>45910.552777777782</c:v>
                </c:pt>
                <c:pt idx="39993">
                  <c:v>45923.474999999999</c:v>
                </c:pt>
                <c:pt idx="39994">
                  <c:v>45904.441666666673</c:v>
                </c:pt>
                <c:pt idx="39995">
                  <c:v>45891.364583333343</c:v>
                </c:pt>
                <c:pt idx="39996">
                  <c:v>45885.489583333343</c:v>
                </c:pt>
                <c:pt idx="39997">
                  <c:v>45867.995833333327</c:v>
                </c:pt>
                <c:pt idx="39998">
                  <c:v>45849.690972222219</c:v>
                </c:pt>
                <c:pt idx="39999">
                  <c:v>45413.949305555558</c:v>
                </c:pt>
                <c:pt idx="40000">
                  <c:v>45398.79791666667</c:v>
                </c:pt>
                <c:pt idx="40001">
                  <c:v>45490.377083333333</c:v>
                </c:pt>
                <c:pt idx="40002">
                  <c:v>45653.307638888888</c:v>
                </c:pt>
                <c:pt idx="40003">
                  <c:v>45822.563194444447</c:v>
                </c:pt>
                <c:pt idx="40004">
                  <c:v>45829.434027777781</c:v>
                </c:pt>
                <c:pt idx="40005">
                  <c:v>45810.861805555563</c:v>
                </c:pt>
                <c:pt idx="40006">
                  <c:v>45764.425694444442</c:v>
                </c:pt>
                <c:pt idx="40007">
                  <c:v>45788.576388888891</c:v>
                </c:pt>
                <c:pt idx="40008">
                  <c:v>45781.756944444453</c:v>
                </c:pt>
                <c:pt idx="40009">
                  <c:v>45761.533333333333</c:v>
                </c:pt>
                <c:pt idx="40010">
                  <c:v>45760.472916666673</c:v>
                </c:pt>
                <c:pt idx="40011">
                  <c:v>45740.575694444437</c:v>
                </c:pt>
                <c:pt idx="40012">
                  <c:v>45697.504861111112</c:v>
                </c:pt>
                <c:pt idx="40013">
                  <c:v>45399.365277777782</c:v>
                </c:pt>
                <c:pt idx="40014">
                  <c:v>45652.433333333327</c:v>
                </c:pt>
                <c:pt idx="40015">
                  <c:v>45789.615972222222</c:v>
                </c:pt>
                <c:pt idx="40016">
                  <c:v>45432.506944444453</c:v>
                </c:pt>
                <c:pt idx="40017">
                  <c:v>45565.395833333343</c:v>
                </c:pt>
                <c:pt idx="40018">
                  <c:v>45519.499305555553</c:v>
                </c:pt>
                <c:pt idx="40019">
                  <c:v>45617.50277777778</c:v>
                </c:pt>
                <c:pt idx="40020">
                  <c:v>45442.409722222219</c:v>
                </c:pt>
                <c:pt idx="40021">
                  <c:v>45318.556944444441</c:v>
                </c:pt>
                <c:pt idx="40022">
                  <c:v>45682.203472222223</c:v>
                </c:pt>
                <c:pt idx="40023">
                  <c:v>46003.393750000003</c:v>
                </c:pt>
                <c:pt idx="40024">
                  <c:v>45863.402083333327</c:v>
                </c:pt>
                <c:pt idx="40025">
                  <c:v>45720.524305555547</c:v>
                </c:pt>
                <c:pt idx="40026">
                  <c:v>45698.82708333333</c:v>
                </c:pt>
                <c:pt idx="40027">
                  <c:v>45689.354861111111</c:v>
                </c:pt>
                <c:pt idx="40028">
                  <c:v>45643.976388888892</c:v>
                </c:pt>
                <c:pt idx="40029">
                  <c:v>45644.418749999997</c:v>
                </c:pt>
                <c:pt idx="40030">
                  <c:v>45855.824999999997</c:v>
                </c:pt>
                <c:pt idx="40031">
                  <c:v>45667.85</c:v>
                </c:pt>
                <c:pt idx="40032">
                  <c:v>45901.345833333333</c:v>
                </c:pt>
                <c:pt idx="40033">
                  <c:v>45768.884722222218</c:v>
                </c:pt>
                <c:pt idx="40034">
                  <c:v>45834.877083333333</c:v>
                </c:pt>
                <c:pt idx="40035">
                  <c:v>45391.87222222222</c:v>
                </c:pt>
                <c:pt idx="40036">
                  <c:v>46020.838194444441</c:v>
                </c:pt>
                <c:pt idx="40037">
                  <c:v>45977.893055555563</c:v>
                </c:pt>
                <c:pt idx="40038">
                  <c:v>45410.029166666667</c:v>
                </c:pt>
                <c:pt idx="40039">
                  <c:v>45563.324305555558</c:v>
                </c:pt>
                <c:pt idx="40040">
                  <c:v>45942.493750000001</c:v>
                </c:pt>
                <c:pt idx="40041">
                  <c:v>45511.364583333343</c:v>
                </c:pt>
                <c:pt idx="40042">
                  <c:v>45766.44027777778</c:v>
                </c:pt>
                <c:pt idx="40043">
                  <c:v>45763.763194444437</c:v>
                </c:pt>
                <c:pt idx="40044">
                  <c:v>45641.835416666669</c:v>
                </c:pt>
                <c:pt idx="40045">
                  <c:v>45758.882638888892</c:v>
                </c:pt>
                <c:pt idx="40046">
                  <c:v>45434.394444444442</c:v>
                </c:pt>
                <c:pt idx="40047">
                  <c:v>45494.65347222222</c:v>
                </c:pt>
                <c:pt idx="40048">
                  <c:v>45762.5625</c:v>
                </c:pt>
                <c:pt idx="40049">
                  <c:v>45467.414583333331</c:v>
                </c:pt>
                <c:pt idx="40050">
                  <c:v>45927.429166666669</c:v>
                </c:pt>
                <c:pt idx="40051">
                  <c:v>45658.419444444437</c:v>
                </c:pt>
                <c:pt idx="40052">
                  <c:v>45545.807638888888</c:v>
                </c:pt>
                <c:pt idx="40053">
                  <c:v>45601.622916666667</c:v>
                </c:pt>
                <c:pt idx="40054">
                  <c:v>45319.387499999997</c:v>
                </c:pt>
                <c:pt idx="40055">
                  <c:v>45327.761111111111</c:v>
                </c:pt>
                <c:pt idx="40056">
                  <c:v>45875.782638888893</c:v>
                </c:pt>
                <c:pt idx="40057">
                  <c:v>45703.365972222222</c:v>
                </c:pt>
                <c:pt idx="40058">
                  <c:v>45574.765972222223</c:v>
                </c:pt>
                <c:pt idx="40059">
                  <c:v>45823.46597222222</c:v>
                </c:pt>
                <c:pt idx="40060">
                  <c:v>45378.828472222223</c:v>
                </c:pt>
                <c:pt idx="40061">
                  <c:v>45987.732638888891</c:v>
                </c:pt>
                <c:pt idx="40062">
                  <c:v>45517.810416666667</c:v>
                </c:pt>
                <c:pt idx="40063">
                  <c:v>45936.892361111109</c:v>
                </c:pt>
                <c:pt idx="40064">
                  <c:v>45893.134027777778</c:v>
                </c:pt>
                <c:pt idx="40065">
                  <c:v>45878.720138888893</c:v>
                </c:pt>
                <c:pt idx="40066">
                  <c:v>45820.878472222219</c:v>
                </c:pt>
                <c:pt idx="40067">
                  <c:v>45777.148611111108</c:v>
                </c:pt>
                <c:pt idx="40068">
                  <c:v>45771.54583333333</c:v>
                </c:pt>
                <c:pt idx="40069">
                  <c:v>45642.388888888891</c:v>
                </c:pt>
                <c:pt idx="40070">
                  <c:v>45477.415972222218</c:v>
                </c:pt>
                <c:pt idx="40071">
                  <c:v>45390.048611111109</c:v>
                </c:pt>
                <c:pt idx="40072">
                  <c:v>45338.32916666667</c:v>
                </c:pt>
                <c:pt idx="40073">
                  <c:v>45414.422222222223</c:v>
                </c:pt>
                <c:pt idx="40074">
                  <c:v>46009.575694444437</c:v>
                </c:pt>
                <c:pt idx="40075">
                  <c:v>45647.470833333333</c:v>
                </c:pt>
                <c:pt idx="40076">
                  <c:v>45930.709027777782</c:v>
                </c:pt>
                <c:pt idx="40077">
                  <c:v>45720.581250000003</c:v>
                </c:pt>
                <c:pt idx="40078">
                  <c:v>45853.517361111109</c:v>
                </c:pt>
                <c:pt idx="40079">
                  <c:v>45782.402083333327</c:v>
                </c:pt>
                <c:pt idx="40080">
                  <c:v>45971.425694444442</c:v>
                </c:pt>
                <c:pt idx="40081">
                  <c:v>45435.353472222218</c:v>
                </c:pt>
                <c:pt idx="40082">
                  <c:v>45404.468055555553</c:v>
                </c:pt>
                <c:pt idx="40083">
                  <c:v>45673.136111111111</c:v>
                </c:pt>
                <c:pt idx="40084">
                  <c:v>45764.48541666667</c:v>
                </c:pt>
                <c:pt idx="40085">
                  <c:v>45894.449305555558</c:v>
                </c:pt>
                <c:pt idx="40086">
                  <c:v>45835.268055555563</c:v>
                </c:pt>
                <c:pt idx="40087">
                  <c:v>45909.702777777777</c:v>
                </c:pt>
                <c:pt idx="40088">
                  <c:v>45702.604166666657</c:v>
                </c:pt>
                <c:pt idx="40089">
                  <c:v>45708.661111111112</c:v>
                </c:pt>
                <c:pt idx="40090">
                  <c:v>45854.447222222218</c:v>
                </c:pt>
                <c:pt idx="40091">
                  <c:v>45922.482638888891</c:v>
                </c:pt>
                <c:pt idx="40092">
                  <c:v>45766.475694444453</c:v>
                </c:pt>
                <c:pt idx="40093">
                  <c:v>45725.265972222223</c:v>
                </c:pt>
                <c:pt idx="40094">
                  <c:v>45678.21597222222</c:v>
                </c:pt>
                <c:pt idx="40095">
                  <c:v>45866.243750000001</c:v>
                </c:pt>
                <c:pt idx="40096">
                  <c:v>45454.574999999997</c:v>
                </c:pt>
                <c:pt idx="40097">
                  <c:v>45497.479166666657</c:v>
                </c:pt>
                <c:pt idx="40098">
                  <c:v>45481.982638888891</c:v>
                </c:pt>
                <c:pt idx="40099">
                  <c:v>45565.749305555553</c:v>
                </c:pt>
                <c:pt idx="40100">
                  <c:v>45349.535416666673</c:v>
                </c:pt>
                <c:pt idx="40101">
                  <c:v>45304.441666666673</c:v>
                </c:pt>
                <c:pt idx="40102">
                  <c:v>45656.938888888893</c:v>
                </c:pt>
                <c:pt idx="40103">
                  <c:v>45394.395833333343</c:v>
                </c:pt>
                <c:pt idx="40104">
                  <c:v>45968.813194444447</c:v>
                </c:pt>
                <c:pt idx="40105">
                  <c:v>46021.345138888893</c:v>
                </c:pt>
                <c:pt idx="40106">
                  <c:v>45968.603472222218</c:v>
                </c:pt>
                <c:pt idx="40107">
                  <c:v>45797.90625</c:v>
                </c:pt>
                <c:pt idx="40108">
                  <c:v>45753.55972222222</c:v>
                </c:pt>
                <c:pt idx="40109">
                  <c:v>45720.020833333343</c:v>
                </c:pt>
                <c:pt idx="40110">
                  <c:v>45677.738888888889</c:v>
                </c:pt>
                <c:pt idx="40111">
                  <c:v>45643.946527777778</c:v>
                </c:pt>
                <c:pt idx="40112">
                  <c:v>45780.406944444447</c:v>
                </c:pt>
                <c:pt idx="40113">
                  <c:v>45404.515277777777</c:v>
                </c:pt>
                <c:pt idx="40114">
                  <c:v>45769.555555555547</c:v>
                </c:pt>
                <c:pt idx="40115">
                  <c:v>45923.565972222219</c:v>
                </c:pt>
                <c:pt idx="40116">
                  <c:v>45554.779861111107</c:v>
                </c:pt>
                <c:pt idx="40117">
                  <c:v>45851.605555555558</c:v>
                </c:pt>
                <c:pt idx="40118">
                  <c:v>45460.728472222218</c:v>
                </c:pt>
                <c:pt idx="40119">
                  <c:v>45669.484722222223</c:v>
                </c:pt>
                <c:pt idx="40120">
                  <c:v>45871.670138888891</c:v>
                </c:pt>
                <c:pt idx="40121">
                  <c:v>45945.775694444441</c:v>
                </c:pt>
                <c:pt idx="40122">
                  <c:v>45924.045138888891</c:v>
                </c:pt>
                <c:pt idx="40123">
                  <c:v>45713.748611111107</c:v>
                </c:pt>
                <c:pt idx="40124">
                  <c:v>45701.791666666657</c:v>
                </c:pt>
                <c:pt idx="40125">
                  <c:v>45722.461111111108</c:v>
                </c:pt>
                <c:pt idx="40126">
                  <c:v>45979.370138888888</c:v>
                </c:pt>
                <c:pt idx="40127">
                  <c:v>45830.588194444441</c:v>
                </c:pt>
                <c:pt idx="40128">
                  <c:v>45952.71597222222</c:v>
                </c:pt>
                <c:pt idx="40129">
                  <c:v>45987.720138888893</c:v>
                </c:pt>
                <c:pt idx="40130">
                  <c:v>45696.611805555563</c:v>
                </c:pt>
                <c:pt idx="40131">
                  <c:v>45545.741666666669</c:v>
                </c:pt>
                <c:pt idx="40132">
                  <c:v>45733.626388888893</c:v>
                </c:pt>
                <c:pt idx="40133">
                  <c:v>45545.749305555553</c:v>
                </c:pt>
                <c:pt idx="40134">
                  <c:v>45773.724305555559</c:v>
                </c:pt>
                <c:pt idx="40135">
                  <c:v>45626.717361111107</c:v>
                </c:pt>
                <c:pt idx="40136">
                  <c:v>45921.470833333333</c:v>
                </c:pt>
                <c:pt idx="40137">
                  <c:v>45881.908333333333</c:v>
                </c:pt>
                <c:pt idx="40138">
                  <c:v>45968.722222222219</c:v>
                </c:pt>
                <c:pt idx="40139">
                  <c:v>45743.780555555553</c:v>
                </c:pt>
                <c:pt idx="40140">
                  <c:v>45743.780555555553</c:v>
                </c:pt>
                <c:pt idx="40141">
                  <c:v>45871.451388888891</c:v>
                </c:pt>
                <c:pt idx="40142">
                  <c:v>45871.451388888891</c:v>
                </c:pt>
                <c:pt idx="40143">
                  <c:v>45761.579861111109</c:v>
                </c:pt>
                <c:pt idx="40144">
                  <c:v>46006.682638888888</c:v>
                </c:pt>
                <c:pt idx="40145">
                  <c:v>45995.7</c:v>
                </c:pt>
                <c:pt idx="40146">
                  <c:v>45917.097222222219</c:v>
                </c:pt>
                <c:pt idx="40147">
                  <c:v>45670.64166666667</c:v>
                </c:pt>
                <c:pt idx="40148">
                  <c:v>45888.116666666669</c:v>
                </c:pt>
                <c:pt idx="40149">
                  <c:v>45602.598611111112</c:v>
                </c:pt>
                <c:pt idx="40150">
                  <c:v>45819.134027777778</c:v>
                </c:pt>
                <c:pt idx="40151">
                  <c:v>45710.070138888892</c:v>
                </c:pt>
                <c:pt idx="40152">
                  <c:v>45691.011111111111</c:v>
                </c:pt>
                <c:pt idx="40153">
                  <c:v>45504.637499999997</c:v>
                </c:pt>
                <c:pt idx="40154">
                  <c:v>45936.050694444442</c:v>
                </c:pt>
                <c:pt idx="40155">
                  <c:v>45743.149305555547</c:v>
                </c:pt>
                <c:pt idx="40156">
                  <c:v>45989.068749999999</c:v>
                </c:pt>
                <c:pt idx="40157">
                  <c:v>45866.524305555547</c:v>
                </c:pt>
                <c:pt idx="40158">
                  <c:v>45842.232638888891</c:v>
                </c:pt>
                <c:pt idx="40159">
                  <c:v>46008.09097222222</c:v>
                </c:pt>
                <c:pt idx="40160">
                  <c:v>45787.463888888888</c:v>
                </c:pt>
                <c:pt idx="40161">
                  <c:v>45904.557638888888</c:v>
                </c:pt>
                <c:pt idx="40162">
                  <c:v>45895.570833333331</c:v>
                </c:pt>
                <c:pt idx="40163">
                  <c:v>45871.603472222218</c:v>
                </c:pt>
                <c:pt idx="40164">
                  <c:v>45775.227777777778</c:v>
                </c:pt>
                <c:pt idx="40165">
                  <c:v>45795.138194444437</c:v>
                </c:pt>
                <c:pt idx="40166">
                  <c:v>45874.671527777777</c:v>
                </c:pt>
                <c:pt idx="40167">
                  <c:v>45795.54583333333</c:v>
                </c:pt>
                <c:pt idx="40168">
                  <c:v>45898.563194444447</c:v>
                </c:pt>
                <c:pt idx="40169">
                  <c:v>45665.936805555553</c:v>
                </c:pt>
                <c:pt idx="40170">
                  <c:v>45754.029861111107</c:v>
                </c:pt>
                <c:pt idx="40171">
                  <c:v>45977.731249999997</c:v>
                </c:pt>
                <c:pt idx="40172">
                  <c:v>45690.632638888892</c:v>
                </c:pt>
                <c:pt idx="40173">
                  <c:v>45823.656944444447</c:v>
                </c:pt>
                <c:pt idx="40174">
                  <c:v>45967.15347222222</c:v>
                </c:pt>
                <c:pt idx="40175">
                  <c:v>45805.446527777778</c:v>
                </c:pt>
                <c:pt idx="40176">
                  <c:v>45844.695138888892</c:v>
                </c:pt>
                <c:pt idx="40177">
                  <c:v>45870.638194444437</c:v>
                </c:pt>
                <c:pt idx="40178">
                  <c:v>45859.330555555563</c:v>
                </c:pt>
                <c:pt idx="40179">
                  <c:v>45652.870833333327</c:v>
                </c:pt>
                <c:pt idx="40180">
                  <c:v>45589.588194444441</c:v>
                </c:pt>
                <c:pt idx="40181">
                  <c:v>45963.557638888888</c:v>
                </c:pt>
                <c:pt idx="40182">
                  <c:v>45561.647916666669</c:v>
                </c:pt>
                <c:pt idx="40183">
                  <c:v>45890.79791666667</c:v>
                </c:pt>
                <c:pt idx="40184">
                  <c:v>45910.881249999999</c:v>
                </c:pt>
                <c:pt idx="40185">
                  <c:v>45426.677083333343</c:v>
                </c:pt>
                <c:pt idx="40186">
                  <c:v>45675.512499999997</c:v>
                </c:pt>
                <c:pt idx="40187">
                  <c:v>45536.527083333327</c:v>
                </c:pt>
                <c:pt idx="40188">
                  <c:v>45804.353472222218</c:v>
                </c:pt>
                <c:pt idx="40189">
                  <c:v>45735.626388888893</c:v>
                </c:pt>
                <c:pt idx="40190">
                  <c:v>45373.472916666673</c:v>
                </c:pt>
                <c:pt idx="40191">
                  <c:v>45791.640972222223</c:v>
                </c:pt>
                <c:pt idx="40192">
                  <c:v>45926.711805555547</c:v>
                </c:pt>
                <c:pt idx="40193">
                  <c:v>45505.512499999997</c:v>
                </c:pt>
                <c:pt idx="40194">
                  <c:v>45999.587500000001</c:v>
                </c:pt>
                <c:pt idx="40195">
                  <c:v>45706.780555555553</c:v>
                </c:pt>
                <c:pt idx="40196">
                  <c:v>45827.414583333331</c:v>
                </c:pt>
                <c:pt idx="40197">
                  <c:v>45982.390277777777</c:v>
                </c:pt>
                <c:pt idx="40198">
                  <c:v>45755.53402777778</c:v>
                </c:pt>
                <c:pt idx="40199">
                  <c:v>45661.886805555558</c:v>
                </c:pt>
                <c:pt idx="40200">
                  <c:v>45926.711805555547</c:v>
                </c:pt>
                <c:pt idx="40201">
                  <c:v>45723.595138888893</c:v>
                </c:pt>
                <c:pt idx="40202">
                  <c:v>46023.065972222219</c:v>
                </c:pt>
                <c:pt idx="40203">
                  <c:v>46017.474305555559</c:v>
                </c:pt>
                <c:pt idx="40204">
                  <c:v>45813.792361111111</c:v>
                </c:pt>
                <c:pt idx="40205">
                  <c:v>45693.804861111108</c:v>
                </c:pt>
                <c:pt idx="40206">
                  <c:v>45592.667361111111</c:v>
                </c:pt>
                <c:pt idx="40207">
                  <c:v>45903.556250000001</c:v>
                </c:pt>
                <c:pt idx="40208">
                  <c:v>45718.712500000001</c:v>
                </c:pt>
                <c:pt idx="40209">
                  <c:v>45521.511805555558</c:v>
                </c:pt>
                <c:pt idx="40210">
                  <c:v>46007.8125</c:v>
                </c:pt>
                <c:pt idx="40211">
                  <c:v>45747.57916666667</c:v>
                </c:pt>
                <c:pt idx="40212">
                  <c:v>45610.975694444453</c:v>
                </c:pt>
                <c:pt idx="40213">
                  <c:v>45831.928472222222</c:v>
                </c:pt>
                <c:pt idx="40214">
                  <c:v>45431.788194444453</c:v>
                </c:pt>
                <c:pt idx="40215">
                  <c:v>45655.629861111112</c:v>
                </c:pt>
                <c:pt idx="40216">
                  <c:v>45941.527777777781</c:v>
                </c:pt>
                <c:pt idx="40217">
                  <c:v>45549.679861111108</c:v>
                </c:pt>
                <c:pt idx="40218">
                  <c:v>46015.581944444442</c:v>
                </c:pt>
                <c:pt idx="40219">
                  <c:v>45593.116666666669</c:v>
                </c:pt>
                <c:pt idx="40220">
                  <c:v>45593.116666666669</c:v>
                </c:pt>
                <c:pt idx="40221">
                  <c:v>45992.419444444437</c:v>
                </c:pt>
                <c:pt idx="40222">
                  <c:v>45932.806944444441</c:v>
                </c:pt>
                <c:pt idx="40223">
                  <c:v>45932.806944444441</c:v>
                </c:pt>
                <c:pt idx="40224">
                  <c:v>45975.251388888893</c:v>
                </c:pt>
                <c:pt idx="40225">
                  <c:v>45992.419444444437</c:v>
                </c:pt>
                <c:pt idx="40226">
                  <c:v>45975.251388888893</c:v>
                </c:pt>
                <c:pt idx="40227">
                  <c:v>45685.886805555558</c:v>
                </c:pt>
                <c:pt idx="40228">
                  <c:v>45955.49722222222</c:v>
                </c:pt>
                <c:pt idx="40229">
                  <c:v>45673.495138888888</c:v>
                </c:pt>
                <c:pt idx="40230">
                  <c:v>45969.01666666667</c:v>
                </c:pt>
                <c:pt idx="40231">
                  <c:v>45798.585416666669</c:v>
                </c:pt>
                <c:pt idx="40232">
                  <c:v>45697.63958333333</c:v>
                </c:pt>
                <c:pt idx="40233">
                  <c:v>45744.416666666657</c:v>
                </c:pt>
                <c:pt idx="40234">
                  <c:v>45656.406944444447</c:v>
                </c:pt>
                <c:pt idx="40235">
                  <c:v>45845.303472222222</c:v>
                </c:pt>
                <c:pt idx="40236">
                  <c:v>45404.48333333333</c:v>
                </c:pt>
                <c:pt idx="40237">
                  <c:v>45933.679861111108</c:v>
                </c:pt>
                <c:pt idx="40238">
                  <c:v>45898.43472222222</c:v>
                </c:pt>
                <c:pt idx="40239">
                  <c:v>45615.575694444437</c:v>
                </c:pt>
                <c:pt idx="40240">
                  <c:v>45335.803472222222</c:v>
                </c:pt>
                <c:pt idx="40241">
                  <c:v>45795.71875</c:v>
                </c:pt>
                <c:pt idx="40242">
                  <c:v>45368.442361111112</c:v>
                </c:pt>
                <c:pt idx="40243">
                  <c:v>45976.436805555553</c:v>
                </c:pt>
                <c:pt idx="40244">
                  <c:v>45581.527083333327</c:v>
                </c:pt>
                <c:pt idx="40245">
                  <c:v>45309.513888888891</c:v>
                </c:pt>
                <c:pt idx="40246">
                  <c:v>45654.148611111108</c:v>
                </c:pt>
                <c:pt idx="40247">
                  <c:v>45791.815972222219</c:v>
                </c:pt>
                <c:pt idx="40248">
                  <c:v>45795.536111111112</c:v>
                </c:pt>
                <c:pt idx="40249">
                  <c:v>45820.706250000003</c:v>
                </c:pt>
                <c:pt idx="40250">
                  <c:v>45332.666666666657</c:v>
                </c:pt>
                <c:pt idx="40251">
                  <c:v>45971.965277777781</c:v>
                </c:pt>
                <c:pt idx="40252">
                  <c:v>45834.463888888888</c:v>
                </c:pt>
                <c:pt idx="40253">
                  <c:v>45809.624305555553</c:v>
                </c:pt>
                <c:pt idx="40254">
                  <c:v>45698.045138888891</c:v>
                </c:pt>
                <c:pt idx="40255">
                  <c:v>45655.481249999997</c:v>
                </c:pt>
                <c:pt idx="40256">
                  <c:v>45655.029861111107</c:v>
                </c:pt>
                <c:pt idx="40257">
                  <c:v>45850.363888888889</c:v>
                </c:pt>
                <c:pt idx="40258">
                  <c:v>45760.669444444437</c:v>
                </c:pt>
                <c:pt idx="40259">
                  <c:v>45941.870138888888</c:v>
                </c:pt>
                <c:pt idx="40260">
                  <c:v>45628.618055555547</c:v>
                </c:pt>
                <c:pt idx="40261">
                  <c:v>45545.506249999999</c:v>
                </c:pt>
                <c:pt idx="40262">
                  <c:v>45589.620833333327</c:v>
                </c:pt>
                <c:pt idx="40263">
                  <c:v>45964.543055555558</c:v>
                </c:pt>
                <c:pt idx="40264">
                  <c:v>45992.896527777782</c:v>
                </c:pt>
                <c:pt idx="40265">
                  <c:v>45875.286805555559</c:v>
                </c:pt>
                <c:pt idx="40266">
                  <c:v>45721.537499999999</c:v>
                </c:pt>
                <c:pt idx="40267">
                  <c:v>45914.688194444447</c:v>
                </c:pt>
                <c:pt idx="40268">
                  <c:v>45679.339583333327</c:v>
                </c:pt>
                <c:pt idx="40269">
                  <c:v>45806.262499999997</c:v>
                </c:pt>
                <c:pt idx="40270">
                  <c:v>46023.623611111107</c:v>
                </c:pt>
                <c:pt idx="40271">
                  <c:v>46020.8125</c:v>
                </c:pt>
                <c:pt idx="40272">
                  <c:v>45997.595833333333</c:v>
                </c:pt>
                <c:pt idx="40273">
                  <c:v>45807.939583333333</c:v>
                </c:pt>
                <c:pt idx="40274">
                  <c:v>45806.076388888891</c:v>
                </c:pt>
                <c:pt idx="40275">
                  <c:v>45786.831250000003</c:v>
                </c:pt>
                <c:pt idx="40276">
                  <c:v>45750.404861111107</c:v>
                </c:pt>
                <c:pt idx="40277">
                  <c:v>45709.949305555558</c:v>
                </c:pt>
                <c:pt idx="40278">
                  <c:v>45563.707638888889</c:v>
                </c:pt>
                <c:pt idx="40279">
                  <c:v>45631.775694444441</c:v>
                </c:pt>
                <c:pt idx="40280">
                  <c:v>45358.379166666673</c:v>
                </c:pt>
                <c:pt idx="40281">
                  <c:v>45642.322916666657</c:v>
                </c:pt>
                <c:pt idx="40282">
                  <c:v>45481.35833333333</c:v>
                </c:pt>
                <c:pt idx="40283">
                  <c:v>45890.496527777781</c:v>
                </c:pt>
                <c:pt idx="40284">
                  <c:v>45442.425694444442</c:v>
                </c:pt>
                <c:pt idx="40285">
                  <c:v>45672.70208333333</c:v>
                </c:pt>
                <c:pt idx="40286">
                  <c:v>45767.501388888893</c:v>
                </c:pt>
                <c:pt idx="40287">
                  <c:v>45898.868055555547</c:v>
                </c:pt>
                <c:pt idx="40288">
                  <c:v>45689.439583333333</c:v>
                </c:pt>
                <c:pt idx="40289">
                  <c:v>45292.745138888888</c:v>
                </c:pt>
                <c:pt idx="40290">
                  <c:v>45915.422222222223</c:v>
                </c:pt>
                <c:pt idx="40291">
                  <c:v>45646.912499999999</c:v>
                </c:pt>
                <c:pt idx="40292">
                  <c:v>45627.80972222222</c:v>
                </c:pt>
                <c:pt idx="40293">
                  <c:v>46012.040277777778</c:v>
                </c:pt>
                <c:pt idx="40294">
                  <c:v>45833.568055555559</c:v>
                </c:pt>
                <c:pt idx="40295">
                  <c:v>45661.706250000003</c:v>
                </c:pt>
                <c:pt idx="40296">
                  <c:v>45913.301388888889</c:v>
                </c:pt>
                <c:pt idx="40297">
                  <c:v>45861.418055555558</c:v>
                </c:pt>
                <c:pt idx="40298">
                  <c:v>45739.069444444453</c:v>
                </c:pt>
                <c:pt idx="40299">
                  <c:v>45580.707638888889</c:v>
                </c:pt>
                <c:pt idx="40300">
                  <c:v>45894.582638888889</c:v>
                </c:pt>
                <c:pt idx="40301">
                  <c:v>45938.461805555547</c:v>
                </c:pt>
                <c:pt idx="40302">
                  <c:v>45595.78125</c:v>
                </c:pt>
                <c:pt idx="40303">
                  <c:v>45606.867361111108</c:v>
                </c:pt>
                <c:pt idx="40304">
                  <c:v>45482.675000000003</c:v>
                </c:pt>
                <c:pt idx="40305">
                  <c:v>45959.943749999999</c:v>
                </c:pt>
                <c:pt idx="40306">
                  <c:v>45873.560416666667</c:v>
                </c:pt>
                <c:pt idx="40307">
                  <c:v>45546.436111111107</c:v>
                </c:pt>
                <c:pt idx="40308">
                  <c:v>45509.706944444442</c:v>
                </c:pt>
                <c:pt idx="40309">
                  <c:v>45777.79583333333</c:v>
                </c:pt>
                <c:pt idx="40310">
                  <c:v>45814.953472222223</c:v>
                </c:pt>
                <c:pt idx="40311">
                  <c:v>45529.422222222223</c:v>
                </c:pt>
                <c:pt idx="40312">
                  <c:v>45538.666666666657</c:v>
                </c:pt>
                <c:pt idx="40313">
                  <c:v>45563.336805555547</c:v>
                </c:pt>
                <c:pt idx="40314">
                  <c:v>45736.640972222223</c:v>
                </c:pt>
                <c:pt idx="40315">
                  <c:v>45711.622916666667</c:v>
                </c:pt>
                <c:pt idx="40316">
                  <c:v>45665.65625</c:v>
                </c:pt>
                <c:pt idx="40317">
                  <c:v>45936.370138888888</c:v>
                </c:pt>
                <c:pt idx="40318">
                  <c:v>45781.411805555559</c:v>
                </c:pt>
                <c:pt idx="40319">
                  <c:v>45624.044444444437</c:v>
                </c:pt>
                <c:pt idx="40320">
                  <c:v>45624.008333333331</c:v>
                </c:pt>
                <c:pt idx="40321">
                  <c:v>45859.845833333333</c:v>
                </c:pt>
                <c:pt idx="40322">
                  <c:v>45862.541666666657</c:v>
                </c:pt>
                <c:pt idx="40323">
                  <c:v>45733.515972222223</c:v>
                </c:pt>
                <c:pt idx="40324">
                  <c:v>46007.55972222222</c:v>
                </c:pt>
                <c:pt idx="40325">
                  <c:v>45804.465277777781</c:v>
                </c:pt>
                <c:pt idx="40326">
                  <c:v>45972.461111111108</c:v>
                </c:pt>
                <c:pt idx="40327">
                  <c:v>45769.557638888888</c:v>
                </c:pt>
                <c:pt idx="40328">
                  <c:v>45900.472916666673</c:v>
                </c:pt>
                <c:pt idx="40329">
                  <c:v>45831.332638888889</c:v>
                </c:pt>
                <c:pt idx="40330">
                  <c:v>45937.792361111111</c:v>
                </c:pt>
                <c:pt idx="40331">
                  <c:v>45926.513194444437</c:v>
                </c:pt>
                <c:pt idx="40332">
                  <c:v>45901.55972222222</c:v>
                </c:pt>
                <c:pt idx="40333">
                  <c:v>45823.480555555558</c:v>
                </c:pt>
                <c:pt idx="40334">
                  <c:v>45846.92083333333</c:v>
                </c:pt>
                <c:pt idx="40335">
                  <c:v>45942.061111111107</c:v>
                </c:pt>
                <c:pt idx="40336">
                  <c:v>45942.068749999999</c:v>
                </c:pt>
                <c:pt idx="40337">
                  <c:v>45729.442361111112</c:v>
                </c:pt>
                <c:pt idx="40338">
                  <c:v>45882.760416666657</c:v>
                </c:pt>
                <c:pt idx="40339">
                  <c:v>45746.65</c:v>
                </c:pt>
                <c:pt idx="40340">
                  <c:v>45863.353472222218</c:v>
                </c:pt>
                <c:pt idx="40341">
                  <c:v>45698.372916666667</c:v>
                </c:pt>
                <c:pt idx="40342">
                  <c:v>45845.827777777777</c:v>
                </c:pt>
                <c:pt idx="40343">
                  <c:v>45719.734027777777</c:v>
                </c:pt>
                <c:pt idx="40344">
                  <c:v>45548.386805555558</c:v>
                </c:pt>
                <c:pt idx="40345">
                  <c:v>45809.820138888892</c:v>
                </c:pt>
                <c:pt idx="40346">
                  <c:v>45576.470833333333</c:v>
                </c:pt>
                <c:pt idx="40347">
                  <c:v>45655.378472222219</c:v>
                </c:pt>
                <c:pt idx="40348">
                  <c:v>45747.399305555547</c:v>
                </c:pt>
                <c:pt idx="40349">
                  <c:v>45470.625</c:v>
                </c:pt>
                <c:pt idx="40350">
                  <c:v>45828.183333333327</c:v>
                </c:pt>
                <c:pt idx="40351">
                  <c:v>45770.254166666673</c:v>
                </c:pt>
                <c:pt idx="40352">
                  <c:v>46022.436111111107</c:v>
                </c:pt>
                <c:pt idx="40353">
                  <c:v>45526.50277777778</c:v>
                </c:pt>
                <c:pt idx="40354">
                  <c:v>45616.734722222223</c:v>
                </c:pt>
                <c:pt idx="40355">
                  <c:v>45789.463888888888</c:v>
                </c:pt>
                <c:pt idx="40356">
                  <c:v>45968.513888888891</c:v>
                </c:pt>
                <c:pt idx="40357">
                  <c:v>45439.595138888893</c:v>
                </c:pt>
                <c:pt idx="40358">
                  <c:v>45640.368750000001</c:v>
                </c:pt>
                <c:pt idx="40359">
                  <c:v>45595.799305555563</c:v>
                </c:pt>
                <c:pt idx="40360">
                  <c:v>45435.802777777782</c:v>
                </c:pt>
                <c:pt idx="40361">
                  <c:v>45996.499305555553</c:v>
                </c:pt>
                <c:pt idx="40362">
                  <c:v>45881.652777777781</c:v>
                </c:pt>
                <c:pt idx="40363">
                  <c:v>45899.383333333331</c:v>
                </c:pt>
                <c:pt idx="40364">
                  <c:v>45944.372916666667</c:v>
                </c:pt>
                <c:pt idx="40365">
                  <c:v>45678.345833333333</c:v>
                </c:pt>
                <c:pt idx="40366">
                  <c:v>45366.256944444453</c:v>
                </c:pt>
                <c:pt idx="40367">
                  <c:v>45662.760416666657</c:v>
                </c:pt>
                <c:pt idx="40368">
                  <c:v>45938.725694444453</c:v>
                </c:pt>
                <c:pt idx="40369">
                  <c:v>45776.939583333333</c:v>
                </c:pt>
                <c:pt idx="40370">
                  <c:v>45777.700694444437</c:v>
                </c:pt>
                <c:pt idx="40371">
                  <c:v>45774.917361111111</c:v>
                </c:pt>
                <c:pt idx="40372">
                  <c:v>45996.46875</c:v>
                </c:pt>
                <c:pt idx="40373">
                  <c:v>45705.402083333327</c:v>
                </c:pt>
                <c:pt idx="40374">
                  <c:v>45594.51458333333</c:v>
                </c:pt>
                <c:pt idx="40375">
                  <c:v>45625.359722222223</c:v>
                </c:pt>
                <c:pt idx="40376">
                  <c:v>45768.453472222223</c:v>
                </c:pt>
                <c:pt idx="40377">
                  <c:v>45645.292361111111</c:v>
                </c:pt>
                <c:pt idx="40378">
                  <c:v>45613.78402777778</c:v>
                </c:pt>
                <c:pt idx="40379">
                  <c:v>45681.523611111108</c:v>
                </c:pt>
                <c:pt idx="40380">
                  <c:v>45907.89166666667</c:v>
                </c:pt>
                <c:pt idx="40381">
                  <c:v>45694.630555555559</c:v>
                </c:pt>
                <c:pt idx="40382">
                  <c:v>45636.361111111109</c:v>
                </c:pt>
                <c:pt idx="40383">
                  <c:v>45799.705555555563</c:v>
                </c:pt>
                <c:pt idx="40384">
                  <c:v>45600.50277777778</c:v>
                </c:pt>
                <c:pt idx="40385">
                  <c:v>45656.519444444442</c:v>
                </c:pt>
                <c:pt idx="40386">
                  <c:v>45802.775694444441</c:v>
                </c:pt>
                <c:pt idx="40387">
                  <c:v>45323.813194444447</c:v>
                </c:pt>
                <c:pt idx="40388">
                  <c:v>45964.816666666673</c:v>
                </c:pt>
                <c:pt idx="40389">
                  <c:v>45904.90902777778</c:v>
                </c:pt>
                <c:pt idx="40390">
                  <c:v>45791.04583333333</c:v>
                </c:pt>
                <c:pt idx="40391">
                  <c:v>46014.775000000001</c:v>
                </c:pt>
                <c:pt idx="40392">
                  <c:v>45914.7</c:v>
                </c:pt>
                <c:pt idx="40393">
                  <c:v>45691.379166666673</c:v>
                </c:pt>
                <c:pt idx="40394">
                  <c:v>45635.558333333327</c:v>
                </c:pt>
                <c:pt idx="40395">
                  <c:v>45351.663194444453</c:v>
                </c:pt>
                <c:pt idx="40396">
                  <c:v>45657.35833333333</c:v>
                </c:pt>
                <c:pt idx="40397">
                  <c:v>45813.390972222223</c:v>
                </c:pt>
                <c:pt idx="40398">
                  <c:v>45798.353472222218</c:v>
                </c:pt>
                <c:pt idx="40399">
                  <c:v>45998.586805555547</c:v>
                </c:pt>
                <c:pt idx="40400">
                  <c:v>45845.540277777778</c:v>
                </c:pt>
                <c:pt idx="40401">
                  <c:v>45747.575694444437</c:v>
                </c:pt>
                <c:pt idx="40402">
                  <c:v>45735.642361111109</c:v>
                </c:pt>
                <c:pt idx="40403">
                  <c:v>45768.619444444441</c:v>
                </c:pt>
                <c:pt idx="40404">
                  <c:v>45719.411805555559</c:v>
                </c:pt>
                <c:pt idx="40405">
                  <c:v>45623.336111111108</c:v>
                </c:pt>
                <c:pt idx="40406">
                  <c:v>45677.397222222222</c:v>
                </c:pt>
                <c:pt idx="40407">
                  <c:v>45967.6</c:v>
                </c:pt>
                <c:pt idx="40408">
                  <c:v>45790.319444444453</c:v>
                </c:pt>
                <c:pt idx="40409">
                  <c:v>45645.411111111112</c:v>
                </c:pt>
                <c:pt idx="40410">
                  <c:v>45818.461805555547</c:v>
                </c:pt>
                <c:pt idx="40411">
                  <c:v>45896.421527777777</c:v>
                </c:pt>
                <c:pt idx="40412">
                  <c:v>45866.452777777777</c:v>
                </c:pt>
                <c:pt idx="40413">
                  <c:v>46017.550694444442</c:v>
                </c:pt>
                <c:pt idx="40414">
                  <c:v>45784.313888888893</c:v>
                </c:pt>
                <c:pt idx="40415">
                  <c:v>45661.484027777777</c:v>
                </c:pt>
                <c:pt idx="40416">
                  <c:v>45648.54583333333</c:v>
                </c:pt>
                <c:pt idx="40417">
                  <c:v>45767.970833333333</c:v>
                </c:pt>
                <c:pt idx="40418">
                  <c:v>45829.709027777782</c:v>
                </c:pt>
                <c:pt idx="40419">
                  <c:v>45741.942361111112</c:v>
                </c:pt>
                <c:pt idx="40420">
                  <c:v>45968.618055555547</c:v>
                </c:pt>
                <c:pt idx="40421">
                  <c:v>45912.472916666673</c:v>
                </c:pt>
                <c:pt idx="40422">
                  <c:v>45538.746527777781</c:v>
                </c:pt>
                <c:pt idx="40423">
                  <c:v>46002.65</c:v>
                </c:pt>
                <c:pt idx="40424">
                  <c:v>45368.393055555563</c:v>
                </c:pt>
                <c:pt idx="40425">
                  <c:v>45446.591666666667</c:v>
                </c:pt>
                <c:pt idx="40426">
                  <c:v>45954.722222222219</c:v>
                </c:pt>
                <c:pt idx="40427">
                  <c:v>45310.686805555553</c:v>
                </c:pt>
                <c:pt idx="40428">
                  <c:v>45838.581250000003</c:v>
                </c:pt>
                <c:pt idx="40429">
                  <c:v>45577.906944444447</c:v>
                </c:pt>
                <c:pt idx="40430">
                  <c:v>45738.827777777777</c:v>
                </c:pt>
                <c:pt idx="40431">
                  <c:v>45498.620138888888</c:v>
                </c:pt>
                <c:pt idx="40432">
                  <c:v>45338.505555555559</c:v>
                </c:pt>
                <c:pt idx="40433">
                  <c:v>45643.70416666667</c:v>
                </c:pt>
                <c:pt idx="40434">
                  <c:v>45873.762499999997</c:v>
                </c:pt>
                <c:pt idx="40435">
                  <c:v>45798.568749999999</c:v>
                </c:pt>
                <c:pt idx="40436">
                  <c:v>45673.65625</c:v>
                </c:pt>
                <c:pt idx="40437">
                  <c:v>45395.868750000001</c:v>
                </c:pt>
                <c:pt idx="40438">
                  <c:v>45699.637499999997</c:v>
                </c:pt>
                <c:pt idx="40439">
                  <c:v>45679.574305555558</c:v>
                </c:pt>
                <c:pt idx="40440">
                  <c:v>45674.654861111107</c:v>
                </c:pt>
                <c:pt idx="40441">
                  <c:v>45674.654861111107</c:v>
                </c:pt>
                <c:pt idx="40442">
                  <c:v>45679.574305555558</c:v>
                </c:pt>
                <c:pt idx="40443">
                  <c:v>45633.027083333327</c:v>
                </c:pt>
                <c:pt idx="40444">
                  <c:v>45860.734722222223</c:v>
                </c:pt>
                <c:pt idx="40445">
                  <c:v>45811.947916666657</c:v>
                </c:pt>
                <c:pt idx="40446">
                  <c:v>45906.73541666667</c:v>
                </c:pt>
                <c:pt idx="40447">
                  <c:v>45826.827777777777</c:v>
                </c:pt>
                <c:pt idx="40448">
                  <c:v>45978.652083333327</c:v>
                </c:pt>
                <c:pt idx="40449">
                  <c:v>45303.990972222222</c:v>
                </c:pt>
                <c:pt idx="40450">
                  <c:v>45876.609027777777</c:v>
                </c:pt>
                <c:pt idx="40451">
                  <c:v>45392.78125</c:v>
                </c:pt>
                <c:pt idx="40452">
                  <c:v>45456.545138888891</c:v>
                </c:pt>
                <c:pt idx="40453">
                  <c:v>45923.886805555558</c:v>
                </c:pt>
                <c:pt idx="40454">
                  <c:v>45454.020833333343</c:v>
                </c:pt>
                <c:pt idx="40455">
                  <c:v>45885.050694444442</c:v>
                </c:pt>
                <c:pt idx="40456">
                  <c:v>45642.524305555547</c:v>
                </c:pt>
                <c:pt idx="40457">
                  <c:v>45990.820138888892</c:v>
                </c:pt>
                <c:pt idx="40458">
                  <c:v>45843.435416666667</c:v>
                </c:pt>
                <c:pt idx="40459">
                  <c:v>45817.759027777778</c:v>
                </c:pt>
                <c:pt idx="40460">
                  <c:v>45554.393750000003</c:v>
                </c:pt>
                <c:pt idx="40461">
                  <c:v>45957.277083333327</c:v>
                </c:pt>
                <c:pt idx="40462">
                  <c:v>45665.801388888889</c:v>
                </c:pt>
                <c:pt idx="40463">
                  <c:v>45296.359027777777</c:v>
                </c:pt>
                <c:pt idx="40464">
                  <c:v>45358.334027777782</c:v>
                </c:pt>
                <c:pt idx="40465">
                  <c:v>45725.698611111111</c:v>
                </c:pt>
                <c:pt idx="40466">
                  <c:v>45330.492361111108</c:v>
                </c:pt>
                <c:pt idx="40467">
                  <c:v>45581.340277777781</c:v>
                </c:pt>
                <c:pt idx="40468">
                  <c:v>45412.365277777782</c:v>
                </c:pt>
                <c:pt idx="40469">
                  <c:v>45935.957638888889</c:v>
                </c:pt>
                <c:pt idx="40470">
                  <c:v>45400.307638888888</c:v>
                </c:pt>
                <c:pt idx="40471">
                  <c:v>45625.407638888893</c:v>
                </c:pt>
                <c:pt idx="40472">
                  <c:v>45625.405555555553</c:v>
                </c:pt>
                <c:pt idx="40473">
                  <c:v>45866.506249999999</c:v>
                </c:pt>
                <c:pt idx="40474">
                  <c:v>45625.273611111108</c:v>
                </c:pt>
                <c:pt idx="40475">
                  <c:v>46003.900694444441</c:v>
                </c:pt>
                <c:pt idx="40476">
                  <c:v>46022.626388888893</c:v>
                </c:pt>
                <c:pt idx="40477">
                  <c:v>45372.561805555553</c:v>
                </c:pt>
                <c:pt idx="40478">
                  <c:v>45525.490277777782</c:v>
                </c:pt>
                <c:pt idx="40479">
                  <c:v>45845.913888888892</c:v>
                </c:pt>
                <c:pt idx="40480">
                  <c:v>45673.464583333327</c:v>
                </c:pt>
                <c:pt idx="40481">
                  <c:v>45527.412499999999</c:v>
                </c:pt>
                <c:pt idx="40482">
                  <c:v>45979.76666666667</c:v>
                </c:pt>
                <c:pt idx="40483">
                  <c:v>45840.611111111109</c:v>
                </c:pt>
                <c:pt idx="40484">
                  <c:v>45737.179861111108</c:v>
                </c:pt>
                <c:pt idx="40485">
                  <c:v>45583.947916666657</c:v>
                </c:pt>
                <c:pt idx="40486">
                  <c:v>45637.771527777782</c:v>
                </c:pt>
                <c:pt idx="40487">
                  <c:v>45944.695138888892</c:v>
                </c:pt>
                <c:pt idx="40488">
                  <c:v>45674.651388888888</c:v>
                </c:pt>
                <c:pt idx="40489">
                  <c:v>45730.644444444442</c:v>
                </c:pt>
                <c:pt idx="40490">
                  <c:v>45975.597222222219</c:v>
                </c:pt>
                <c:pt idx="40491">
                  <c:v>45698.720138888893</c:v>
                </c:pt>
                <c:pt idx="40492">
                  <c:v>45849.521527777782</c:v>
                </c:pt>
                <c:pt idx="40493">
                  <c:v>45507.776388888888</c:v>
                </c:pt>
                <c:pt idx="40494">
                  <c:v>45509.456250000003</c:v>
                </c:pt>
                <c:pt idx="40495">
                  <c:v>45556.114583333343</c:v>
                </c:pt>
                <c:pt idx="40496">
                  <c:v>45885.836111111108</c:v>
                </c:pt>
                <c:pt idx="40497">
                  <c:v>45785.850694444453</c:v>
                </c:pt>
                <c:pt idx="40498">
                  <c:v>45929.768055555563</c:v>
                </c:pt>
                <c:pt idx="40499">
                  <c:v>45728.067361111112</c:v>
                </c:pt>
                <c:pt idx="40500">
                  <c:v>45645.953472222223</c:v>
                </c:pt>
                <c:pt idx="40501">
                  <c:v>46004.302083333343</c:v>
                </c:pt>
                <c:pt idx="40502">
                  <c:v>45861.313888888893</c:v>
                </c:pt>
                <c:pt idx="40503">
                  <c:v>45931.738194444442</c:v>
                </c:pt>
                <c:pt idx="40504">
                  <c:v>45571.354861111111</c:v>
                </c:pt>
                <c:pt idx="40505">
                  <c:v>45984.370833333327</c:v>
                </c:pt>
                <c:pt idx="40506">
                  <c:v>45961.313194444447</c:v>
                </c:pt>
                <c:pt idx="40507">
                  <c:v>45668.747916666667</c:v>
                </c:pt>
                <c:pt idx="40508">
                  <c:v>45786.541666666657</c:v>
                </c:pt>
                <c:pt idx="40509">
                  <c:v>45810.375694444447</c:v>
                </c:pt>
                <c:pt idx="40510">
                  <c:v>45608.333333333343</c:v>
                </c:pt>
                <c:pt idx="40511">
                  <c:v>45898.632638888892</c:v>
                </c:pt>
                <c:pt idx="40512">
                  <c:v>45699.363888888889</c:v>
                </c:pt>
                <c:pt idx="40513">
                  <c:v>45731.313888888893</c:v>
                </c:pt>
                <c:pt idx="40514">
                  <c:v>45759.357638888891</c:v>
                </c:pt>
                <c:pt idx="40515">
                  <c:v>45488.604861111111</c:v>
                </c:pt>
                <c:pt idx="40516">
                  <c:v>45785.246527777781</c:v>
                </c:pt>
                <c:pt idx="40517">
                  <c:v>45773.06527777778</c:v>
                </c:pt>
                <c:pt idx="40518">
                  <c:v>45778.51458333333</c:v>
                </c:pt>
                <c:pt idx="40519">
                  <c:v>45889.116666666669</c:v>
                </c:pt>
                <c:pt idx="40520">
                  <c:v>45896.54791666667</c:v>
                </c:pt>
                <c:pt idx="40521">
                  <c:v>46007.356249999997</c:v>
                </c:pt>
                <c:pt idx="40522">
                  <c:v>45991.386805555558</c:v>
                </c:pt>
                <c:pt idx="40523">
                  <c:v>45571.895138888889</c:v>
                </c:pt>
                <c:pt idx="40524">
                  <c:v>45454.831250000003</c:v>
                </c:pt>
                <c:pt idx="40525">
                  <c:v>45759.789583333331</c:v>
                </c:pt>
                <c:pt idx="40526">
                  <c:v>45295.984027777777</c:v>
                </c:pt>
                <c:pt idx="40527">
                  <c:v>45409.695138888892</c:v>
                </c:pt>
                <c:pt idx="40528">
                  <c:v>46009.872916666667</c:v>
                </c:pt>
                <c:pt idx="40529">
                  <c:v>45507.074305555558</c:v>
                </c:pt>
                <c:pt idx="40530">
                  <c:v>45368.526388888888</c:v>
                </c:pt>
                <c:pt idx="40531">
                  <c:v>45880.59652777778</c:v>
                </c:pt>
                <c:pt idx="40532">
                  <c:v>45679.831250000003</c:v>
                </c:pt>
                <c:pt idx="40533">
                  <c:v>45582.750694444447</c:v>
                </c:pt>
                <c:pt idx="40534">
                  <c:v>45550.90902777778</c:v>
                </c:pt>
                <c:pt idx="40535">
                  <c:v>45967.715277777781</c:v>
                </c:pt>
                <c:pt idx="40536">
                  <c:v>45406.975694444453</c:v>
                </c:pt>
                <c:pt idx="40537">
                  <c:v>45645.834722222222</c:v>
                </c:pt>
                <c:pt idx="40538">
                  <c:v>45802.947916666657</c:v>
                </c:pt>
                <c:pt idx="40539">
                  <c:v>45325.730555555558</c:v>
                </c:pt>
                <c:pt idx="40540">
                  <c:v>45838.868750000001</c:v>
                </c:pt>
                <c:pt idx="40541">
                  <c:v>45404.599305555559</c:v>
                </c:pt>
                <c:pt idx="40542">
                  <c:v>45743.395138888889</c:v>
                </c:pt>
                <c:pt idx="40543">
                  <c:v>45746.311805555553</c:v>
                </c:pt>
                <c:pt idx="40544">
                  <c:v>45740.282638888893</c:v>
                </c:pt>
                <c:pt idx="40545">
                  <c:v>45481.306944444441</c:v>
                </c:pt>
                <c:pt idx="40546">
                  <c:v>45713.323611111111</c:v>
                </c:pt>
                <c:pt idx="40547">
                  <c:v>45696.479861111111</c:v>
                </c:pt>
                <c:pt idx="40548">
                  <c:v>45646.843055555553</c:v>
                </c:pt>
                <c:pt idx="40549">
                  <c:v>45678.443749999999</c:v>
                </c:pt>
                <c:pt idx="40550">
                  <c:v>45686.456944444442</c:v>
                </c:pt>
                <c:pt idx="40551">
                  <c:v>45624.45</c:v>
                </c:pt>
                <c:pt idx="40552">
                  <c:v>45563.836805555547</c:v>
                </c:pt>
                <c:pt idx="40553">
                  <c:v>45758.259027777778</c:v>
                </c:pt>
                <c:pt idx="40554">
                  <c:v>45908.664583333331</c:v>
                </c:pt>
                <c:pt idx="40555">
                  <c:v>45736.915277777778</c:v>
                </c:pt>
                <c:pt idx="40556">
                  <c:v>45675.577777777777</c:v>
                </c:pt>
                <c:pt idx="40557">
                  <c:v>45742.95208333333</c:v>
                </c:pt>
                <c:pt idx="40558">
                  <c:v>45684.834027777782</c:v>
                </c:pt>
                <c:pt idx="40559">
                  <c:v>45589.240277777782</c:v>
                </c:pt>
                <c:pt idx="40560">
                  <c:v>45453.206250000003</c:v>
                </c:pt>
                <c:pt idx="40561">
                  <c:v>45895.290972222218</c:v>
                </c:pt>
                <c:pt idx="40562">
                  <c:v>45550.577777777777</c:v>
                </c:pt>
                <c:pt idx="40563">
                  <c:v>45483.220833333333</c:v>
                </c:pt>
                <c:pt idx="40564">
                  <c:v>45776.35</c:v>
                </c:pt>
                <c:pt idx="40565">
                  <c:v>45862.222222222219</c:v>
                </c:pt>
                <c:pt idx="40566">
                  <c:v>45707.383333333331</c:v>
                </c:pt>
                <c:pt idx="40567">
                  <c:v>45927.926388888889</c:v>
                </c:pt>
                <c:pt idx="40568">
                  <c:v>45791.931250000001</c:v>
                </c:pt>
                <c:pt idx="40569">
                  <c:v>45655.397222222222</c:v>
                </c:pt>
                <c:pt idx="40570">
                  <c:v>45696.434027777781</c:v>
                </c:pt>
                <c:pt idx="40571">
                  <c:v>45578.679861111108</c:v>
                </c:pt>
                <c:pt idx="40572">
                  <c:v>45512.828472222223</c:v>
                </c:pt>
                <c:pt idx="40573">
                  <c:v>45739.430555555547</c:v>
                </c:pt>
                <c:pt idx="40574">
                  <c:v>45695.972222222219</c:v>
                </c:pt>
                <c:pt idx="40575">
                  <c:v>45659.775694444441</c:v>
                </c:pt>
                <c:pt idx="40576">
                  <c:v>45617.90902777778</c:v>
                </c:pt>
                <c:pt idx="40577">
                  <c:v>45608.280555555553</c:v>
                </c:pt>
                <c:pt idx="40578">
                  <c:v>45447.841666666667</c:v>
                </c:pt>
                <c:pt idx="40579">
                  <c:v>45350.943055555559</c:v>
                </c:pt>
                <c:pt idx="40580">
                  <c:v>45860.418749999997</c:v>
                </c:pt>
                <c:pt idx="40581">
                  <c:v>45860.413194444453</c:v>
                </c:pt>
                <c:pt idx="40582">
                  <c:v>45880.90902777778</c:v>
                </c:pt>
                <c:pt idx="40583">
                  <c:v>45991.975694444453</c:v>
                </c:pt>
                <c:pt idx="40584">
                  <c:v>45687.950694444437</c:v>
                </c:pt>
                <c:pt idx="40585">
                  <c:v>45477.902083333327</c:v>
                </c:pt>
                <c:pt idx="40586">
                  <c:v>45407.636111111111</c:v>
                </c:pt>
                <c:pt idx="40587">
                  <c:v>45511.008333333331</c:v>
                </c:pt>
                <c:pt idx="40588">
                  <c:v>46018.904166666667</c:v>
                </c:pt>
                <c:pt idx="40589">
                  <c:v>45738.072222222218</c:v>
                </c:pt>
                <c:pt idx="40590">
                  <c:v>45492.986805555563</c:v>
                </c:pt>
                <c:pt idx="40591">
                  <c:v>46011.35</c:v>
                </c:pt>
                <c:pt idx="40592">
                  <c:v>45803.799305555563</c:v>
                </c:pt>
                <c:pt idx="40593">
                  <c:v>45795.643750000003</c:v>
                </c:pt>
                <c:pt idx="40594">
                  <c:v>45578.283333333333</c:v>
                </c:pt>
                <c:pt idx="40595">
                  <c:v>45745.720833333333</c:v>
                </c:pt>
                <c:pt idx="40596">
                  <c:v>45708.895138888889</c:v>
                </c:pt>
                <c:pt idx="40597">
                  <c:v>45567.691666666673</c:v>
                </c:pt>
                <c:pt idx="40598">
                  <c:v>45691.816666666673</c:v>
                </c:pt>
                <c:pt idx="40599">
                  <c:v>45623.584027777782</c:v>
                </c:pt>
                <c:pt idx="40600">
                  <c:v>45684.856944444437</c:v>
                </c:pt>
                <c:pt idx="40601">
                  <c:v>45671.436805555553</c:v>
                </c:pt>
                <c:pt idx="40602">
                  <c:v>45724.477083333331</c:v>
                </c:pt>
                <c:pt idx="40603">
                  <c:v>45836.319444444453</c:v>
                </c:pt>
                <c:pt idx="40604">
                  <c:v>45550.780555555553</c:v>
                </c:pt>
                <c:pt idx="40605">
                  <c:v>45390.740277777782</c:v>
                </c:pt>
                <c:pt idx="40606">
                  <c:v>45584.558333333327</c:v>
                </c:pt>
                <c:pt idx="40607">
                  <c:v>45919.320833333331</c:v>
                </c:pt>
                <c:pt idx="40608">
                  <c:v>45474.726388888892</c:v>
                </c:pt>
                <c:pt idx="40609">
                  <c:v>45618.412499999999</c:v>
                </c:pt>
                <c:pt idx="40610">
                  <c:v>45559.9375</c:v>
                </c:pt>
                <c:pt idx="40611">
                  <c:v>45723.024305555547</c:v>
                </c:pt>
                <c:pt idx="40612">
                  <c:v>45697.336111111108</c:v>
                </c:pt>
                <c:pt idx="40613">
                  <c:v>45387.238888888889</c:v>
                </c:pt>
                <c:pt idx="40614">
                  <c:v>45677.431250000001</c:v>
                </c:pt>
                <c:pt idx="40615">
                  <c:v>45677.445138888892</c:v>
                </c:pt>
                <c:pt idx="40616">
                  <c:v>45664.088888888888</c:v>
                </c:pt>
                <c:pt idx="40617">
                  <c:v>45576.09375</c:v>
                </c:pt>
                <c:pt idx="40618">
                  <c:v>45368.974999999999</c:v>
                </c:pt>
                <c:pt idx="40619">
                  <c:v>45326.973611111112</c:v>
                </c:pt>
                <c:pt idx="40620">
                  <c:v>45297.854166666657</c:v>
                </c:pt>
                <c:pt idx="40621">
                  <c:v>45614.577777777777</c:v>
                </c:pt>
                <c:pt idx="40622">
                  <c:v>45412.021527777782</c:v>
                </c:pt>
                <c:pt idx="40623">
                  <c:v>45789.557638888888</c:v>
                </c:pt>
                <c:pt idx="40624">
                  <c:v>45920.874305555553</c:v>
                </c:pt>
                <c:pt idx="40625">
                  <c:v>45482.869444444441</c:v>
                </c:pt>
                <c:pt idx="40626">
                  <c:v>45950.452777777777</c:v>
                </c:pt>
                <c:pt idx="40627">
                  <c:v>45938.867361111108</c:v>
                </c:pt>
                <c:pt idx="40628">
                  <c:v>45692.750694444447</c:v>
                </c:pt>
                <c:pt idx="40629">
                  <c:v>45692.750694444447</c:v>
                </c:pt>
                <c:pt idx="40630">
                  <c:v>45797.65902777778</c:v>
                </c:pt>
                <c:pt idx="40631">
                  <c:v>45614.881249999999</c:v>
                </c:pt>
                <c:pt idx="40632">
                  <c:v>45722.664583333331</c:v>
                </c:pt>
                <c:pt idx="40633">
                  <c:v>45878.34097222222</c:v>
                </c:pt>
                <c:pt idx="40634">
                  <c:v>45776.567361111112</c:v>
                </c:pt>
                <c:pt idx="40635">
                  <c:v>45649.504166666673</c:v>
                </c:pt>
                <c:pt idx="40636">
                  <c:v>45629.640972222223</c:v>
                </c:pt>
                <c:pt idx="40637">
                  <c:v>45471.568055555559</c:v>
                </c:pt>
                <c:pt idx="40638">
                  <c:v>45901.493055555547</c:v>
                </c:pt>
                <c:pt idx="40639">
                  <c:v>46018.486111111109</c:v>
                </c:pt>
                <c:pt idx="40640">
                  <c:v>45539.500694444447</c:v>
                </c:pt>
                <c:pt idx="40641">
                  <c:v>46010.134027777778</c:v>
                </c:pt>
                <c:pt idx="40642">
                  <c:v>45797.626388888893</c:v>
                </c:pt>
                <c:pt idx="40643">
                  <c:v>45426.668749999997</c:v>
                </c:pt>
                <c:pt idx="40644">
                  <c:v>45734.693055555559</c:v>
                </c:pt>
                <c:pt idx="40645">
                  <c:v>45924.40625</c:v>
                </c:pt>
                <c:pt idx="40646">
                  <c:v>45763.574305555558</c:v>
                </c:pt>
                <c:pt idx="40647">
                  <c:v>46021.691666666673</c:v>
                </c:pt>
                <c:pt idx="40648">
                  <c:v>45656.068749999999</c:v>
                </c:pt>
                <c:pt idx="40649">
                  <c:v>45764.695138888892</c:v>
                </c:pt>
                <c:pt idx="40650">
                  <c:v>45763.563194444447</c:v>
                </c:pt>
                <c:pt idx="40651">
                  <c:v>45837.418055555558</c:v>
                </c:pt>
                <c:pt idx="40652">
                  <c:v>45656.98333333333</c:v>
                </c:pt>
                <c:pt idx="40653">
                  <c:v>45628.012499999997</c:v>
                </c:pt>
                <c:pt idx="40654">
                  <c:v>45558.783333333333</c:v>
                </c:pt>
                <c:pt idx="40655">
                  <c:v>46010.054166666669</c:v>
                </c:pt>
                <c:pt idx="40656">
                  <c:v>45922.48333333333</c:v>
                </c:pt>
                <c:pt idx="40657">
                  <c:v>45701.75</c:v>
                </c:pt>
                <c:pt idx="40658">
                  <c:v>45644.967361111107</c:v>
                </c:pt>
                <c:pt idx="40659">
                  <c:v>45644.707638888889</c:v>
                </c:pt>
                <c:pt idx="40660">
                  <c:v>45979.925694444442</c:v>
                </c:pt>
                <c:pt idx="40661">
                  <c:v>45606.349305555559</c:v>
                </c:pt>
                <c:pt idx="40662">
                  <c:v>45613.543055555558</c:v>
                </c:pt>
                <c:pt idx="40663">
                  <c:v>45738.412499999999</c:v>
                </c:pt>
                <c:pt idx="40664">
                  <c:v>45420.320833333331</c:v>
                </c:pt>
                <c:pt idx="40665">
                  <c:v>45841.853472222218</c:v>
                </c:pt>
                <c:pt idx="40666">
                  <c:v>45704.581944444442</c:v>
                </c:pt>
                <c:pt idx="40667">
                  <c:v>45798.567361111112</c:v>
                </c:pt>
                <c:pt idx="40668">
                  <c:v>45673.329861111109</c:v>
                </c:pt>
                <c:pt idx="40669">
                  <c:v>45553.777083333327</c:v>
                </c:pt>
                <c:pt idx="40670">
                  <c:v>45402.441666666673</c:v>
                </c:pt>
                <c:pt idx="40671">
                  <c:v>45330.68472222222</c:v>
                </c:pt>
                <c:pt idx="40672">
                  <c:v>45508.788194444453</c:v>
                </c:pt>
                <c:pt idx="40673">
                  <c:v>45968.827777777777</c:v>
                </c:pt>
                <c:pt idx="40674">
                  <c:v>45914.345138888893</c:v>
                </c:pt>
                <c:pt idx="40675">
                  <c:v>45876.740972222222</c:v>
                </c:pt>
                <c:pt idx="40676">
                  <c:v>45853.232638888891</c:v>
                </c:pt>
                <c:pt idx="40677">
                  <c:v>45844.99722222222</c:v>
                </c:pt>
                <c:pt idx="40678">
                  <c:v>45816.888888888891</c:v>
                </c:pt>
                <c:pt idx="40679">
                  <c:v>45641.040972222218</c:v>
                </c:pt>
                <c:pt idx="40680">
                  <c:v>45815.847916666673</c:v>
                </c:pt>
                <c:pt idx="40681">
                  <c:v>45815.847916666673</c:v>
                </c:pt>
                <c:pt idx="40682">
                  <c:v>45641.040972222218</c:v>
                </c:pt>
                <c:pt idx="40683">
                  <c:v>45621.938194444447</c:v>
                </c:pt>
                <c:pt idx="40684">
                  <c:v>45461.55972222222</c:v>
                </c:pt>
                <c:pt idx="40685">
                  <c:v>45315.885416666657</c:v>
                </c:pt>
                <c:pt idx="40686">
                  <c:v>46005.852083333331</c:v>
                </c:pt>
                <c:pt idx="40687">
                  <c:v>45859.694444444453</c:v>
                </c:pt>
                <c:pt idx="40688">
                  <c:v>45934.579861111109</c:v>
                </c:pt>
                <c:pt idx="40689">
                  <c:v>45374.602083333331</c:v>
                </c:pt>
                <c:pt idx="40690">
                  <c:v>45996.456250000003</c:v>
                </c:pt>
                <c:pt idx="40691">
                  <c:v>45748.820138888892</c:v>
                </c:pt>
                <c:pt idx="40692">
                  <c:v>45543.09097222222</c:v>
                </c:pt>
                <c:pt idx="40693">
                  <c:v>45416.657638888893</c:v>
                </c:pt>
                <c:pt idx="40694">
                  <c:v>45803.605555555558</c:v>
                </c:pt>
                <c:pt idx="40695">
                  <c:v>45796.468055555553</c:v>
                </c:pt>
                <c:pt idx="40696">
                  <c:v>45781.84097222222</c:v>
                </c:pt>
                <c:pt idx="40697">
                  <c:v>45729.518750000003</c:v>
                </c:pt>
                <c:pt idx="40698">
                  <c:v>45761.770833333343</c:v>
                </c:pt>
                <c:pt idx="40699">
                  <c:v>45758.054861111108</c:v>
                </c:pt>
                <c:pt idx="40700">
                  <c:v>45740.273611111108</c:v>
                </c:pt>
                <c:pt idx="40701">
                  <c:v>45750.600694444453</c:v>
                </c:pt>
                <c:pt idx="40702">
                  <c:v>45743.881944444453</c:v>
                </c:pt>
                <c:pt idx="40703">
                  <c:v>45739.648611111108</c:v>
                </c:pt>
                <c:pt idx="40704">
                  <c:v>45890.786805555559</c:v>
                </c:pt>
                <c:pt idx="40705">
                  <c:v>45681.567361111112</c:v>
                </c:pt>
                <c:pt idx="40706">
                  <c:v>45999.643750000003</c:v>
                </c:pt>
                <c:pt idx="40707">
                  <c:v>45425.381249999999</c:v>
                </c:pt>
                <c:pt idx="40708">
                  <c:v>45425.422222222223</c:v>
                </c:pt>
                <c:pt idx="40709">
                  <c:v>45758.541666666657</c:v>
                </c:pt>
                <c:pt idx="40710">
                  <c:v>45581.836805555547</c:v>
                </c:pt>
                <c:pt idx="40711">
                  <c:v>45632.088194444441</c:v>
                </c:pt>
                <c:pt idx="40712">
                  <c:v>45380.442361111112</c:v>
                </c:pt>
                <c:pt idx="40713">
                  <c:v>45533.348611111112</c:v>
                </c:pt>
                <c:pt idx="40714">
                  <c:v>45836.992361111108</c:v>
                </c:pt>
                <c:pt idx="40715">
                  <c:v>45958.450694444437</c:v>
                </c:pt>
                <c:pt idx="40716">
                  <c:v>45348.359027777777</c:v>
                </c:pt>
                <c:pt idx="40717">
                  <c:v>45713.697222222218</c:v>
                </c:pt>
                <c:pt idx="40718">
                  <c:v>45703.611111111109</c:v>
                </c:pt>
                <c:pt idx="40719">
                  <c:v>45689.546527777777</c:v>
                </c:pt>
                <c:pt idx="40720">
                  <c:v>45690.861805555563</c:v>
                </c:pt>
                <c:pt idx="40721">
                  <c:v>45681.820833333331</c:v>
                </c:pt>
                <c:pt idx="40722">
                  <c:v>45681.761805555558</c:v>
                </c:pt>
                <c:pt idx="40723">
                  <c:v>45671.681250000001</c:v>
                </c:pt>
                <c:pt idx="40724">
                  <c:v>45324.342361111107</c:v>
                </c:pt>
                <c:pt idx="40725">
                  <c:v>45371.365277777782</c:v>
                </c:pt>
                <c:pt idx="40726">
                  <c:v>45564.51458333333</c:v>
                </c:pt>
                <c:pt idx="40727">
                  <c:v>45590.429166666669</c:v>
                </c:pt>
                <c:pt idx="40728">
                  <c:v>45437.643055555563</c:v>
                </c:pt>
                <c:pt idx="40729">
                  <c:v>45299.387499999997</c:v>
                </c:pt>
                <c:pt idx="40730">
                  <c:v>45347.504166666673</c:v>
                </c:pt>
                <c:pt idx="40731">
                  <c:v>46003.834027777782</c:v>
                </c:pt>
                <c:pt idx="40732">
                  <c:v>46002.542361111111</c:v>
                </c:pt>
                <c:pt idx="40733">
                  <c:v>45696.02847222222</c:v>
                </c:pt>
                <c:pt idx="40734">
                  <c:v>45831.635416666657</c:v>
                </c:pt>
                <c:pt idx="40735">
                  <c:v>45945.806944444441</c:v>
                </c:pt>
                <c:pt idx="40736">
                  <c:v>45948.92291666667</c:v>
                </c:pt>
                <c:pt idx="40737">
                  <c:v>45846.943055555559</c:v>
                </c:pt>
                <c:pt idx="40738">
                  <c:v>45762.47152777778</c:v>
                </c:pt>
                <c:pt idx="40739">
                  <c:v>45731.831944444442</c:v>
                </c:pt>
                <c:pt idx="40740">
                  <c:v>45734.644444444442</c:v>
                </c:pt>
                <c:pt idx="40741">
                  <c:v>45730.529166666667</c:v>
                </c:pt>
                <c:pt idx="40742">
                  <c:v>45710.739583333343</c:v>
                </c:pt>
                <c:pt idx="40743">
                  <c:v>45664.109027777777</c:v>
                </c:pt>
                <c:pt idx="40744">
                  <c:v>45634.479861111111</c:v>
                </c:pt>
                <c:pt idx="40745">
                  <c:v>45616.51458333333</c:v>
                </c:pt>
                <c:pt idx="40746">
                  <c:v>45407.943055555559</c:v>
                </c:pt>
                <c:pt idx="40747">
                  <c:v>45936.083333333343</c:v>
                </c:pt>
                <c:pt idx="40748">
                  <c:v>45926.834722222222</c:v>
                </c:pt>
                <c:pt idx="40749">
                  <c:v>45863.775694444441</c:v>
                </c:pt>
                <c:pt idx="40750">
                  <c:v>45803.71875</c:v>
                </c:pt>
                <c:pt idx="40751">
                  <c:v>45761.713888888888</c:v>
                </c:pt>
                <c:pt idx="40752">
                  <c:v>45720.511805555558</c:v>
                </c:pt>
                <c:pt idx="40753">
                  <c:v>45682.970833333333</c:v>
                </c:pt>
                <c:pt idx="40754">
                  <c:v>45621.943749999999</c:v>
                </c:pt>
                <c:pt idx="40755">
                  <c:v>45991.695833333331</c:v>
                </c:pt>
                <c:pt idx="40756">
                  <c:v>45413.76666666667</c:v>
                </c:pt>
                <c:pt idx="40757">
                  <c:v>45618.27847222222</c:v>
                </c:pt>
                <c:pt idx="40758">
                  <c:v>45670.671527777777</c:v>
                </c:pt>
                <c:pt idx="40759">
                  <c:v>45545.527777777781</c:v>
                </c:pt>
                <c:pt idx="40760">
                  <c:v>45709.847222222219</c:v>
                </c:pt>
                <c:pt idx="40761">
                  <c:v>45567.844444444447</c:v>
                </c:pt>
                <c:pt idx="40762">
                  <c:v>45350.545138888891</c:v>
                </c:pt>
                <c:pt idx="40763">
                  <c:v>45463.439583333333</c:v>
                </c:pt>
                <c:pt idx="40764">
                  <c:v>45945.474999999999</c:v>
                </c:pt>
                <c:pt idx="40765">
                  <c:v>45756.779166666667</c:v>
                </c:pt>
                <c:pt idx="40766">
                  <c:v>45317.459722222222</c:v>
                </c:pt>
                <c:pt idx="40767">
                  <c:v>45497.47152777778</c:v>
                </c:pt>
                <c:pt idx="40768">
                  <c:v>45810.798611111109</c:v>
                </c:pt>
                <c:pt idx="40769">
                  <c:v>45307.70416666667</c:v>
                </c:pt>
                <c:pt idx="40770">
                  <c:v>45905.446527777778</c:v>
                </c:pt>
                <c:pt idx="40771">
                  <c:v>45861.790972222218</c:v>
                </c:pt>
                <c:pt idx="40772">
                  <c:v>45851.769444444442</c:v>
                </c:pt>
                <c:pt idx="40773">
                  <c:v>45809.574305555558</c:v>
                </c:pt>
                <c:pt idx="40774">
                  <c:v>45734.534722222219</c:v>
                </c:pt>
                <c:pt idx="40775">
                  <c:v>45699.877083333333</c:v>
                </c:pt>
                <c:pt idx="40776">
                  <c:v>45352.690972222219</c:v>
                </c:pt>
                <c:pt idx="40777">
                  <c:v>45582.491666666669</c:v>
                </c:pt>
                <c:pt idx="40778">
                  <c:v>45370.890972222223</c:v>
                </c:pt>
                <c:pt idx="40779">
                  <c:v>45525.582638888889</c:v>
                </c:pt>
                <c:pt idx="40780">
                  <c:v>45947.772916666669</c:v>
                </c:pt>
                <c:pt idx="40781">
                  <c:v>45845.453472222223</c:v>
                </c:pt>
                <c:pt idx="40782">
                  <c:v>45862.472222222219</c:v>
                </c:pt>
                <c:pt idx="40783">
                  <c:v>45954.734722222223</c:v>
                </c:pt>
                <c:pt idx="40784">
                  <c:v>45917.594444444447</c:v>
                </c:pt>
                <c:pt idx="40785">
                  <c:v>46007.297222222223</c:v>
                </c:pt>
                <c:pt idx="40786">
                  <c:v>45988.342361111107</c:v>
                </c:pt>
                <c:pt idx="40787">
                  <c:v>45884.695833333331</c:v>
                </c:pt>
                <c:pt idx="40788">
                  <c:v>46008.298611111109</c:v>
                </c:pt>
                <c:pt idx="40789">
                  <c:v>45428.251388888893</c:v>
                </c:pt>
                <c:pt idx="40790">
                  <c:v>45929.775000000001</c:v>
                </c:pt>
                <c:pt idx="40791">
                  <c:v>45690.51458333333</c:v>
                </c:pt>
                <c:pt idx="40792">
                  <c:v>45971.586111111108</c:v>
                </c:pt>
                <c:pt idx="40793">
                  <c:v>45479.474999999999</c:v>
                </c:pt>
                <c:pt idx="40794">
                  <c:v>45404.65</c:v>
                </c:pt>
                <c:pt idx="40795">
                  <c:v>45337.844444444447</c:v>
                </c:pt>
                <c:pt idx="40796">
                  <c:v>45371.436805555553</c:v>
                </c:pt>
                <c:pt idx="40797">
                  <c:v>45888.761111111111</c:v>
                </c:pt>
                <c:pt idx="40798">
                  <c:v>45827.549305555563</c:v>
                </c:pt>
                <c:pt idx="40799">
                  <c:v>45801.722916666673</c:v>
                </c:pt>
                <c:pt idx="40800">
                  <c:v>45804.467361111107</c:v>
                </c:pt>
                <c:pt idx="40801">
                  <c:v>45801.338888888888</c:v>
                </c:pt>
                <c:pt idx="40802">
                  <c:v>45771.525000000001</c:v>
                </c:pt>
                <c:pt idx="40803">
                  <c:v>45756.035416666673</c:v>
                </c:pt>
                <c:pt idx="40804">
                  <c:v>45764.361805555563</c:v>
                </c:pt>
                <c:pt idx="40805">
                  <c:v>45858.436805555553</c:v>
                </c:pt>
                <c:pt idx="40806">
                  <c:v>45471.216666666667</c:v>
                </c:pt>
                <c:pt idx="40807">
                  <c:v>45902.695833333331</c:v>
                </c:pt>
                <c:pt idx="40808">
                  <c:v>45329.571527777778</c:v>
                </c:pt>
                <c:pt idx="40809">
                  <c:v>45876.363888888889</c:v>
                </c:pt>
                <c:pt idx="40810">
                  <c:v>45399.706944444442</c:v>
                </c:pt>
                <c:pt idx="40811">
                  <c:v>45427.152777777781</c:v>
                </c:pt>
                <c:pt idx="40812">
                  <c:v>45322.486805555563</c:v>
                </c:pt>
                <c:pt idx="40813">
                  <c:v>45454.17083333333</c:v>
                </c:pt>
                <c:pt idx="40814">
                  <c:v>45534.152083333327</c:v>
                </c:pt>
                <c:pt idx="40815">
                  <c:v>45562.126388888893</c:v>
                </c:pt>
                <c:pt idx="40816">
                  <c:v>45646.161111111112</c:v>
                </c:pt>
                <c:pt idx="40817">
                  <c:v>45505.418055555558</c:v>
                </c:pt>
                <c:pt idx="40818">
                  <c:v>45854.136805555558</c:v>
                </c:pt>
                <c:pt idx="40819">
                  <c:v>45481.322916666657</c:v>
                </c:pt>
                <c:pt idx="40820">
                  <c:v>46000.475694444453</c:v>
                </c:pt>
                <c:pt idx="40821">
                  <c:v>45520.279861111107</c:v>
                </c:pt>
                <c:pt idx="40822">
                  <c:v>45731.381249999999</c:v>
                </c:pt>
                <c:pt idx="40823">
                  <c:v>45443.263888888891</c:v>
                </c:pt>
                <c:pt idx="40824">
                  <c:v>45900.388194444437</c:v>
                </c:pt>
                <c:pt idx="40825">
                  <c:v>45688.482638888891</c:v>
                </c:pt>
                <c:pt idx="40826">
                  <c:v>46008.618750000001</c:v>
                </c:pt>
                <c:pt idx="40827">
                  <c:v>45771.460416666669</c:v>
                </c:pt>
                <c:pt idx="40828">
                  <c:v>45747.195138888892</c:v>
                </c:pt>
                <c:pt idx="40829">
                  <c:v>45845.479861111111</c:v>
                </c:pt>
                <c:pt idx="40830">
                  <c:v>45834.522916666669</c:v>
                </c:pt>
                <c:pt idx="40831">
                  <c:v>45753.692361111112</c:v>
                </c:pt>
                <c:pt idx="40832">
                  <c:v>45911.972222222219</c:v>
                </c:pt>
                <c:pt idx="40833">
                  <c:v>45601.425694444442</c:v>
                </c:pt>
                <c:pt idx="40834">
                  <c:v>45990.556944444441</c:v>
                </c:pt>
                <c:pt idx="40835">
                  <c:v>45638.426388888889</c:v>
                </c:pt>
                <c:pt idx="40836">
                  <c:v>45467.840277777781</c:v>
                </c:pt>
                <c:pt idx="40837">
                  <c:v>45807.85</c:v>
                </c:pt>
                <c:pt idx="40838">
                  <c:v>45872.695833333331</c:v>
                </c:pt>
                <c:pt idx="40839">
                  <c:v>45746.448611111111</c:v>
                </c:pt>
                <c:pt idx="40840">
                  <c:v>45907.525000000001</c:v>
                </c:pt>
                <c:pt idx="40841">
                  <c:v>45676.34652777778</c:v>
                </c:pt>
                <c:pt idx="40842">
                  <c:v>45557.863888888889</c:v>
                </c:pt>
                <c:pt idx="40843">
                  <c:v>45529.404166666667</c:v>
                </c:pt>
                <c:pt idx="40844">
                  <c:v>45960.36041666667</c:v>
                </c:pt>
                <c:pt idx="40845">
                  <c:v>45680.438194444447</c:v>
                </c:pt>
                <c:pt idx="40846">
                  <c:v>46014.252083333333</c:v>
                </c:pt>
                <c:pt idx="40847">
                  <c:v>45769.737500000003</c:v>
                </c:pt>
                <c:pt idx="40848">
                  <c:v>46020.675694444442</c:v>
                </c:pt>
                <c:pt idx="40849">
                  <c:v>46003.618750000001</c:v>
                </c:pt>
                <c:pt idx="40850">
                  <c:v>45986.957638888889</c:v>
                </c:pt>
                <c:pt idx="40851">
                  <c:v>45966.95416666667</c:v>
                </c:pt>
                <c:pt idx="40852">
                  <c:v>45950.660416666673</c:v>
                </c:pt>
                <c:pt idx="40853">
                  <c:v>45933.754166666673</c:v>
                </c:pt>
                <c:pt idx="40854">
                  <c:v>45711.57916666667</c:v>
                </c:pt>
                <c:pt idx="40855">
                  <c:v>45651.070138888892</c:v>
                </c:pt>
                <c:pt idx="40856">
                  <c:v>45930.281944444447</c:v>
                </c:pt>
                <c:pt idx="40857">
                  <c:v>45804.801388888889</c:v>
                </c:pt>
                <c:pt idx="40858">
                  <c:v>45801.790277777778</c:v>
                </c:pt>
                <c:pt idx="40859">
                  <c:v>45777.427777777782</c:v>
                </c:pt>
                <c:pt idx="40860">
                  <c:v>45704.470138888893</c:v>
                </c:pt>
                <c:pt idx="40861">
                  <c:v>45499.503472222219</c:v>
                </c:pt>
                <c:pt idx="40862">
                  <c:v>45551.308333333327</c:v>
                </c:pt>
                <c:pt idx="40863">
                  <c:v>45647.433333333327</c:v>
                </c:pt>
                <c:pt idx="40864">
                  <c:v>45846.886111111111</c:v>
                </c:pt>
                <c:pt idx="40865">
                  <c:v>45953.634722222218</c:v>
                </c:pt>
                <c:pt idx="40866">
                  <c:v>45392.832638888889</c:v>
                </c:pt>
                <c:pt idx="40867">
                  <c:v>45357.54583333333</c:v>
                </c:pt>
                <c:pt idx="40868">
                  <c:v>45997.427777777782</c:v>
                </c:pt>
                <c:pt idx="40869">
                  <c:v>45438.415972222218</c:v>
                </c:pt>
                <c:pt idx="40870">
                  <c:v>45722.815972222219</c:v>
                </c:pt>
                <c:pt idx="40871">
                  <c:v>45830.234027777777</c:v>
                </c:pt>
                <c:pt idx="40872">
                  <c:v>45849.777083333327</c:v>
                </c:pt>
                <c:pt idx="40873">
                  <c:v>45829.756944444453</c:v>
                </c:pt>
                <c:pt idx="40874">
                  <c:v>45785.260416666657</c:v>
                </c:pt>
                <c:pt idx="40875">
                  <c:v>45762.970833333333</c:v>
                </c:pt>
                <c:pt idx="40876">
                  <c:v>45755.53402777778</c:v>
                </c:pt>
                <c:pt idx="40877">
                  <c:v>45964.560416666667</c:v>
                </c:pt>
                <c:pt idx="40878">
                  <c:v>45850.87222222222</c:v>
                </c:pt>
                <c:pt idx="40879">
                  <c:v>45537.640277777777</c:v>
                </c:pt>
                <c:pt idx="40880">
                  <c:v>45434.631249999999</c:v>
                </c:pt>
                <c:pt idx="40881">
                  <c:v>45750.888888888891</c:v>
                </c:pt>
                <c:pt idx="40882">
                  <c:v>45565.884722222218</c:v>
                </c:pt>
                <c:pt idx="40883">
                  <c:v>45485.922222222223</c:v>
                </c:pt>
                <c:pt idx="40884">
                  <c:v>45726.816666666673</c:v>
                </c:pt>
                <c:pt idx="40885">
                  <c:v>45592.856249999997</c:v>
                </c:pt>
                <c:pt idx="40886">
                  <c:v>45391.629166666673</c:v>
                </c:pt>
                <c:pt idx="40887">
                  <c:v>45335.15902777778</c:v>
                </c:pt>
                <c:pt idx="40888">
                  <c:v>45293.96597222222</c:v>
                </c:pt>
                <c:pt idx="40889">
                  <c:v>45366.884027777778</c:v>
                </c:pt>
                <c:pt idx="40890">
                  <c:v>45673.916666666657</c:v>
                </c:pt>
                <c:pt idx="40891">
                  <c:v>45807.887499999997</c:v>
                </c:pt>
                <c:pt idx="40892">
                  <c:v>45405.940972222219</c:v>
                </c:pt>
                <c:pt idx="40893">
                  <c:v>45458.859027777777</c:v>
                </c:pt>
                <c:pt idx="40894">
                  <c:v>45895.652083333327</c:v>
                </c:pt>
                <c:pt idx="40895">
                  <c:v>46014.809027777781</c:v>
                </c:pt>
                <c:pt idx="40896">
                  <c:v>45926.76666666667</c:v>
                </c:pt>
                <c:pt idx="40897">
                  <c:v>45636.65347222222</c:v>
                </c:pt>
                <c:pt idx="40898">
                  <c:v>45729.569444444453</c:v>
                </c:pt>
                <c:pt idx="40899">
                  <c:v>45715.411805555559</c:v>
                </c:pt>
                <c:pt idx="40900">
                  <c:v>45669.888888888891</c:v>
                </c:pt>
                <c:pt idx="40901">
                  <c:v>45965.238888888889</c:v>
                </c:pt>
                <c:pt idx="40902">
                  <c:v>45914.640277777777</c:v>
                </c:pt>
                <c:pt idx="40903">
                  <c:v>45910.689583333333</c:v>
                </c:pt>
                <c:pt idx="40904">
                  <c:v>45907.688888888893</c:v>
                </c:pt>
                <c:pt idx="40905">
                  <c:v>45475.533333333333</c:v>
                </c:pt>
                <c:pt idx="40906">
                  <c:v>45681.330555555563</c:v>
                </c:pt>
                <c:pt idx="40907">
                  <c:v>45306.65</c:v>
                </c:pt>
                <c:pt idx="40908">
                  <c:v>45510.281944444447</c:v>
                </c:pt>
                <c:pt idx="40909">
                  <c:v>45433.865277777782</c:v>
                </c:pt>
                <c:pt idx="40910">
                  <c:v>45653.861111111109</c:v>
                </c:pt>
                <c:pt idx="40911">
                  <c:v>45948.25277777778</c:v>
                </c:pt>
                <c:pt idx="40912">
                  <c:v>45385.301388888889</c:v>
                </c:pt>
                <c:pt idx="40913">
                  <c:v>45353.493055555547</c:v>
                </c:pt>
                <c:pt idx="40914">
                  <c:v>45587.313888888893</c:v>
                </c:pt>
                <c:pt idx="40915">
                  <c:v>45724.859027777777</c:v>
                </c:pt>
                <c:pt idx="40916">
                  <c:v>45989.379166666673</c:v>
                </c:pt>
                <c:pt idx="40917">
                  <c:v>45538.328472222223</c:v>
                </c:pt>
                <c:pt idx="40918">
                  <c:v>45883.496527777781</c:v>
                </c:pt>
                <c:pt idx="40919">
                  <c:v>46018.525694444441</c:v>
                </c:pt>
                <c:pt idx="40920">
                  <c:v>45333.421527777777</c:v>
                </c:pt>
                <c:pt idx="40921">
                  <c:v>45831.40902777778</c:v>
                </c:pt>
                <c:pt idx="40922">
                  <c:v>45618.375</c:v>
                </c:pt>
                <c:pt idx="40923">
                  <c:v>45313.393750000003</c:v>
                </c:pt>
                <c:pt idx="40924">
                  <c:v>45899.661111111112</c:v>
                </c:pt>
                <c:pt idx="40925">
                  <c:v>45880.568749999999</c:v>
                </c:pt>
                <c:pt idx="40926">
                  <c:v>45863.504166666673</c:v>
                </c:pt>
                <c:pt idx="40927">
                  <c:v>45821.988194444442</c:v>
                </c:pt>
                <c:pt idx="40928">
                  <c:v>45806.832638888889</c:v>
                </c:pt>
                <c:pt idx="40929">
                  <c:v>45807.296527777777</c:v>
                </c:pt>
                <c:pt idx="40930">
                  <c:v>45796.591666666667</c:v>
                </c:pt>
                <c:pt idx="40931">
                  <c:v>45793.564583333333</c:v>
                </c:pt>
                <c:pt idx="40932">
                  <c:v>45457.054166666669</c:v>
                </c:pt>
                <c:pt idx="40933">
                  <c:v>45832.730555555558</c:v>
                </c:pt>
                <c:pt idx="40934">
                  <c:v>45805.755555555559</c:v>
                </c:pt>
                <c:pt idx="40935">
                  <c:v>45970.615972222222</c:v>
                </c:pt>
                <c:pt idx="40936">
                  <c:v>45520.606944444437</c:v>
                </c:pt>
                <c:pt idx="40937">
                  <c:v>45644.914583333331</c:v>
                </c:pt>
                <c:pt idx="40938">
                  <c:v>45891.59097222222</c:v>
                </c:pt>
                <c:pt idx="40939">
                  <c:v>45771.679861111108</c:v>
                </c:pt>
                <c:pt idx="40940">
                  <c:v>45540.836111111108</c:v>
                </c:pt>
                <c:pt idx="40941">
                  <c:v>45741.29583333333</c:v>
                </c:pt>
                <c:pt idx="40942">
                  <c:v>45923.584027777782</c:v>
                </c:pt>
                <c:pt idx="40943">
                  <c:v>45986.552777777782</c:v>
                </c:pt>
                <c:pt idx="40944">
                  <c:v>45846.946527777778</c:v>
                </c:pt>
                <c:pt idx="40945">
                  <c:v>45709.611111111109</c:v>
                </c:pt>
                <c:pt idx="40946">
                  <c:v>45590.51458333333</c:v>
                </c:pt>
                <c:pt idx="40947">
                  <c:v>45436.677083333343</c:v>
                </c:pt>
                <c:pt idx="40948">
                  <c:v>45563.923611111109</c:v>
                </c:pt>
                <c:pt idx="40949">
                  <c:v>45792.917361111111</c:v>
                </c:pt>
                <c:pt idx="40950">
                  <c:v>46012.07916666667</c:v>
                </c:pt>
                <c:pt idx="40951">
                  <c:v>45502.25</c:v>
                </c:pt>
                <c:pt idx="40952">
                  <c:v>45879.597222222219</c:v>
                </c:pt>
                <c:pt idx="40953">
                  <c:v>45552.839583333327</c:v>
                </c:pt>
                <c:pt idx="40954">
                  <c:v>45933.333333333343</c:v>
                </c:pt>
                <c:pt idx="40955">
                  <c:v>45800.654861111107</c:v>
                </c:pt>
                <c:pt idx="40956">
                  <c:v>45765.756249999999</c:v>
                </c:pt>
                <c:pt idx="40957">
                  <c:v>45747.597916666673</c:v>
                </c:pt>
                <c:pt idx="40958">
                  <c:v>45724.22152777778</c:v>
                </c:pt>
                <c:pt idx="40959">
                  <c:v>45934.498611111107</c:v>
                </c:pt>
                <c:pt idx="40960">
                  <c:v>45908.793749999997</c:v>
                </c:pt>
                <c:pt idx="40961">
                  <c:v>45893.790277777778</c:v>
                </c:pt>
                <c:pt idx="40962">
                  <c:v>45744.427083333343</c:v>
                </c:pt>
                <c:pt idx="40963">
                  <c:v>45888.636111111111</c:v>
                </c:pt>
                <c:pt idx="40964">
                  <c:v>45888.636111111111</c:v>
                </c:pt>
                <c:pt idx="40965">
                  <c:v>45744.427083333343</c:v>
                </c:pt>
                <c:pt idx="40966">
                  <c:v>45810.495833333327</c:v>
                </c:pt>
                <c:pt idx="40967">
                  <c:v>45476.685416666667</c:v>
                </c:pt>
                <c:pt idx="40968">
                  <c:v>45786.601388888892</c:v>
                </c:pt>
                <c:pt idx="40969">
                  <c:v>45522.550694444442</c:v>
                </c:pt>
                <c:pt idx="40970">
                  <c:v>45608.574999999997</c:v>
                </c:pt>
                <c:pt idx="40971">
                  <c:v>45807.126388888893</c:v>
                </c:pt>
                <c:pt idx="40972">
                  <c:v>45767.414583333331</c:v>
                </c:pt>
                <c:pt idx="40973">
                  <c:v>45746.523611111108</c:v>
                </c:pt>
                <c:pt idx="40974">
                  <c:v>45382.168749999997</c:v>
                </c:pt>
                <c:pt idx="40975">
                  <c:v>45679.772916666669</c:v>
                </c:pt>
                <c:pt idx="40976">
                  <c:v>45672.34652777778</c:v>
                </c:pt>
                <c:pt idx="40977">
                  <c:v>45991.633333333331</c:v>
                </c:pt>
                <c:pt idx="40978">
                  <c:v>45675.672222222223</c:v>
                </c:pt>
                <c:pt idx="40979">
                  <c:v>45428.772916666669</c:v>
                </c:pt>
                <c:pt idx="40980">
                  <c:v>45904.052777777782</c:v>
                </c:pt>
                <c:pt idx="40981">
                  <c:v>45980.772222222222</c:v>
                </c:pt>
                <c:pt idx="40982">
                  <c:v>45740.78125</c:v>
                </c:pt>
                <c:pt idx="40983">
                  <c:v>45642.740277777782</c:v>
                </c:pt>
                <c:pt idx="40984">
                  <c:v>45766.85833333333</c:v>
                </c:pt>
                <c:pt idx="40985">
                  <c:v>45929.847222222219</c:v>
                </c:pt>
                <c:pt idx="40986">
                  <c:v>45516.442361111112</c:v>
                </c:pt>
                <c:pt idx="40987">
                  <c:v>45956.586111111108</c:v>
                </c:pt>
                <c:pt idx="40988">
                  <c:v>45580.816666666673</c:v>
                </c:pt>
                <c:pt idx="40989">
                  <c:v>45789.758333333331</c:v>
                </c:pt>
                <c:pt idx="40990">
                  <c:v>45708.727083333331</c:v>
                </c:pt>
                <c:pt idx="40991">
                  <c:v>45840.884027777778</c:v>
                </c:pt>
                <c:pt idx="40992">
                  <c:v>46009.717361111107</c:v>
                </c:pt>
                <c:pt idx="40993">
                  <c:v>45616.314583333333</c:v>
                </c:pt>
                <c:pt idx="40994">
                  <c:v>45872.993055555547</c:v>
                </c:pt>
                <c:pt idx="40995">
                  <c:v>45460.765972222223</c:v>
                </c:pt>
                <c:pt idx="40996">
                  <c:v>45546.725694444453</c:v>
                </c:pt>
                <c:pt idx="40997">
                  <c:v>45315.42291666667</c:v>
                </c:pt>
                <c:pt idx="40998">
                  <c:v>45816.870138888888</c:v>
                </c:pt>
                <c:pt idx="40999">
                  <c:v>45491.730555555558</c:v>
                </c:pt>
                <c:pt idx="41000">
                  <c:v>45398.720138888893</c:v>
                </c:pt>
                <c:pt idx="41001">
                  <c:v>45357.758333333331</c:v>
                </c:pt>
                <c:pt idx="41002">
                  <c:v>45620.43472222222</c:v>
                </c:pt>
                <c:pt idx="41003">
                  <c:v>45618.64166666667</c:v>
                </c:pt>
                <c:pt idx="41004">
                  <c:v>45614.62222222222</c:v>
                </c:pt>
                <c:pt idx="41005">
                  <c:v>45544.593055555553</c:v>
                </c:pt>
                <c:pt idx="41006">
                  <c:v>45616.776388888888</c:v>
                </c:pt>
                <c:pt idx="41007">
                  <c:v>45626.854166666657</c:v>
                </c:pt>
                <c:pt idx="41008">
                  <c:v>45456.446527777778</c:v>
                </c:pt>
                <c:pt idx="41009">
                  <c:v>45319.580555555563</c:v>
                </c:pt>
                <c:pt idx="41010">
                  <c:v>45604.720833333333</c:v>
                </c:pt>
                <c:pt idx="41011">
                  <c:v>45745.702777777777</c:v>
                </c:pt>
                <c:pt idx="41012">
                  <c:v>45808.715277777781</c:v>
                </c:pt>
                <c:pt idx="41013">
                  <c:v>45512.459027777782</c:v>
                </c:pt>
                <c:pt idx="41014">
                  <c:v>45420.724999999999</c:v>
                </c:pt>
                <c:pt idx="41015">
                  <c:v>45488.707638888889</c:v>
                </c:pt>
                <c:pt idx="41016">
                  <c:v>45905.557638888888</c:v>
                </c:pt>
                <c:pt idx="41017">
                  <c:v>45449.658333333333</c:v>
                </c:pt>
                <c:pt idx="41018">
                  <c:v>45968.559027777781</c:v>
                </c:pt>
                <c:pt idx="41019">
                  <c:v>45909.408333333333</c:v>
                </c:pt>
                <c:pt idx="41020">
                  <c:v>45888.915277777778</c:v>
                </c:pt>
                <c:pt idx="41021">
                  <c:v>45789.897222222222</c:v>
                </c:pt>
                <c:pt idx="41022">
                  <c:v>45840.61041666667</c:v>
                </c:pt>
                <c:pt idx="41023">
                  <c:v>45870.583333333343</c:v>
                </c:pt>
                <c:pt idx="41024">
                  <c:v>45564.375694444447</c:v>
                </c:pt>
                <c:pt idx="41025">
                  <c:v>45703.412499999999</c:v>
                </c:pt>
                <c:pt idx="41026">
                  <c:v>45540.395833333343</c:v>
                </c:pt>
                <c:pt idx="41027">
                  <c:v>45512.372916666667</c:v>
                </c:pt>
                <c:pt idx="41028">
                  <c:v>45810.818749999999</c:v>
                </c:pt>
                <c:pt idx="41029">
                  <c:v>45899.857638888891</c:v>
                </c:pt>
                <c:pt idx="41030">
                  <c:v>45642.695833333331</c:v>
                </c:pt>
                <c:pt idx="41031">
                  <c:v>45930.634722222218</c:v>
                </c:pt>
                <c:pt idx="41032">
                  <c:v>45733.51458333333</c:v>
                </c:pt>
                <c:pt idx="41033">
                  <c:v>45750.410416666673</c:v>
                </c:pt>
                <c:pt idx="41034">
                  <c:v>45981.532638888893</c:v>
                </c:pt>
                <c:pt idx="41035">
                  <c:v>45780.845138888893</c:v>
                </c:pt>
                <c:pt idx="41036">
                  <c:v>45959.803472222222</c:v>
                </c:pt>
                <c:pt idx="41037">
                  <c:v>45672.46597222222</c:v>
                </c:pt>
                <c:pt idx="41038">
                  <c:v>45471.906944444447</c:v>
                </c:pt>
                <c:pt idx="41039">
                  <c:v>45597.383333333331</c:v>
                </c:pt>
                <c:pt idx="41040">
                  <c:v>46005.769444444442</c:v>
                </c:pt>
                <c:pt idx="41041">
                  <c:v>45620.665277777778</c:v>
                </c:pt>
                <c:pt idx="41042">
                  <c:v>45692.436111111107</c:v>
                </c:pt>
                <c:pt idx="41043">
                  <c:v>45686.774305555547</c:v>
                </c:pt>
                <c:pt idx="41044">
                  <c:v>45645.472222222219</c:v>
                </c:pt>
                <c:pt idx="41045">
                  <c:v>45638.572222222218</c:v>
                </c:pt>
                <c:pt idx="41046">
                  <c:v>45614.518055555563</c:v>
                </c:pt>
                <c:pt idx="41047">
                  <c:v>45791.784722222219</c:v>
                </c:pt>
                <c:pt idx="41048">
                  <c:v>45980.770833333343</c:v>
                </c:pt>
                <c:pt idx="41049">
                  <c:v>45950.479166666657</c:v>
                </c:pt>
                <c:pt idx="41050">
                  <c:v>45678.953472222223</c:v>
                </c:pt>
                <c:pt idx="41051">
                  <c:v>45970.911111111112</c:v>
                </c:pt>
                <c:pt idx="41052">
                  <c:v>45605.443055555559</c:v>
                </c:pt>
                <c:pt idx="41053">
                  <c:v>45860.690972222219</c:v>
                </c:pt>
                <c:pt idx="41054">
                  <c:v>45826.357638888891</c:v>
                </c:pt>
                <c:pt idx="41055">
                  <c:v>45719.279166666667</c:v>
                </c:pt>
                <c:pt idx="41056">
                  <c:v>45397.633333333331</c:v>
                </c:pt>
                <c:pt idx="41057">
                  <c:v>45570.845138888893</c:v>
                </c:pt>
                <c:pt idx="41058">
                  <c:v>46011.65347222222</c:v>
                </c:pt>
                <c:pt idx="41059">
                  <c:v>45741.96597222222</c:v>
                </c:pt>
                <c:pt idx="41060">
                  <c:v>45909.555555555547</c:v>
                </c:pt>
                <c:pt idx="41061">
                  <c:v>45782.15625</c:v>
                </c:pt>
                <c:pt idx="41062">
                  <c:v>45807.025000000001</c:v>
                </c:pt>
                <c:pt idx="41063">
                  <c:v>45993.29583333333</c:v>
                </c:pt>
                <c:pt idx="41064">
                  <c:v>45928.23333333333</c:v>
                </c:pt>
                <c:pt idx="41065">
                  <c:v>45883.060416666667</c:v>
                </c:pt>
                <c:pt idx="41066">
                  <c:v>45874.918055555558</c:v>
                </c:pt>
                <c:pt idx="41067">
                  <c:v>45840.7</c:v>
                </c:pt>
                <c:pt idx="41068">
                  <c:v>45687.765277777777</c:v>
                </c:pt>
                <c:pt idx="41069">
                  <c:v>45603.814583333333</c:v>
                </c:pt>
                <c:pt idx="41070">
                  <c:v>46014.609722222223</c:v>
                </c:pt>
                <c:pt idx="41071">
                  <c:v>45399.492361111108</c:v>
                </c:pt>
                <c:pt idx="41072">
                  <c:v>45769.551388888889</c:v>
                </c:pt>
                <c:pt idx="41073">
                  <c:v>45561.472222222219</c:v>
                </c:pt>
                <c:pt idx="41074">
                  <c:v>45919.425694444442</c:v>
                </c:pt>
                <c:pt idx="41075">
                  <c:v>46022.585416666669</c:v>
                </c:pt>
                <c:pt idx="41076">
                  <c:v>45672.503472222219</c:v>
                </c:pt>
                <c:pt idx="41077">
                  <c:v>45856.436111111107</c:v>
                </c:pt>
                <c:pt idx="41078">
                  <c:v>45351.476388888892</c:v>
                </c:pt>
                <c:pt idx="41079">
                  <c:v>45834.143750000003</c:v>
                </c:pt>
                <c:pt idx="41080">
                  <c:v>45766.695138888892</c:v>
                </c:pt>
                <c:pt idx="41081">
                  <c:v>45960.455555555563</c:v>
                </c:pt>
                <c:pt idx="41082">
                  <c:v>45956.715277777781</c:v>
                </c:pt>
                <c:pt idx="41083">
                  <c:v>45495.009722222218</c:v>
                </c:pt>
                <c:pt idx="41084">
                  <c:v>45659.686805555553</c:v>
                </c:pt>
                <c:pt idx="41085">
                  <c:v>45659.686805555553</c:v>
                </c:pt>
                <c:pt idx="41086">
                  <c:v>45495.009722222218</c:v>
                </c:pt>
                <c:pt idx="41087">
                  <c:v>45765.597222222219</c:v>
                </c:pt>
                <c:pt idx="41088">
                  <c:v>45765.597222222219</c:v>
                </c:pt>
                <c:pt idx="41089">
                  <c:v>45851.560416666667</c:v>
                </c:pt>
                <c:pt idx="41090">
                  <c:v>45323.114583333343</c:v>
                </c:pt>
                <c:pt idx="41091">
                  <c:v>45331.629861111112</c:v>
                </c:pt>
                <c:pt idx="41092">
                  <c:v>45445.890972222223</c:v>
                </c:pt>
                <c:pt idx="41093">
                  <c:v>45698.436805555553</c:v>
                </c:pt>
                <c:pt idx="41094">
                  <c:v>45513.011805555558</c:v>
                </c:pt>
                <c:pt idx="41095">
                  <c:v>45412.19027777778</c:v>
                </c:pt>
                <c:pt idx="41096">
                  <c:v>45463.083333333343</c:v>
                </c:pt>
                <c:pt idx="41097">
                  <c:v>45696.126388888893</c:v>
                </c:pt>
                <c:pt idx="41098">
                  <c:v>45670.796527777777</c:v>
                </c:pt>
                <c:pt idx="41099">
                  <c:v>45499.794444444437</c:v>
                </c:pt>
                <c:pt idx="41100">
                  <c:v>45395.629166666673</c:v>
                </c:pt>
                <c:pt idx="41101">
                  <c:v>45370.629861111112</c:v>
                </c:pt>
                <c:pt idx="41102">
                  <c:v>45313.984027777777</c:v>
                </c:pt>
                <c:pt idx="41103">
                  <c:v>45357.085416666669</c:v>
                </c:pt>
                <c:pt idx="41104">
                  <c:v>45534.731249999997</c:v>
                </c:pt>
                <c:pt idx="41105">
                  <c:v>45577.90625</c:v>
                </c:pt>
                <c:pt idx="41106">
                  <c:v>45436.81527777778</c:v>
                </c:pt>
                <c:pt idx="41107">
                  <c:v>45625.558333333327</c:v>
                </c:pt>
                <c:pt idx="41108">
                  <c:v>45741.502083333333</c:v>
                </c:pt>
                <c:pt idx="41109">
                  <c:v>45569.274305555547</c:v>
                </c:pt>
                <c:pt idx="41110">
                  <c:v>45800.097222222219</c:v>
                </c:pt>
                <c:pt idx="41111">
                  <c:v>45762.056944444441</c:v>
                </c:pt>
                <c:pt idx="41112">
                  <c:v>45725.950694444437</c:v>
                </c:pt>
                <c:pt idx="41113">
                  <c:v>45447.382638888892</c:v>
                </c:pt>
                <c:pt idx="41114">
                  <c:v>45511.739583333343</c:v>
                </c:pt>
                <c:pt idx="41115">
                  <c:v>45800.430555555547</c:v>
                </c:pt>
                <c:pt idx="41116">
                  <c:v>45978.914583333331</c:v>
                </c:pt>
                <c:pt idx="41117">
                  <c:v>45582.927777777782</c:v>
                </c:pt>
                <c:pt idx="41118">
                  <c:v>45337.995138888888</c:v>
                </c:pt>
                <c:pt idx="41119">
                  <c:v>45652.771527777782</c:v>
                </c:pt>
                <c:pt idx="41120">
                  <c:v>45414.861111111109</c:v>
                </c:pt>
                <c:pt idx="41121">
                  <c:v>45873.688888888893</c:v>
                </c:pt>
                <c:pt idx="41122">
                  <c:v>45709.719444444447</c:v>
                </c:pt>
                <c:pt idx="41123">
                  <c:v>45785.76666666667</c:v>
                </c:pt>
                <c:pt idx="41124">
                  <c:v>45616.246527777781</c:v>
                </c:pt>
                <c:pt idx="41125">
                  <c:v>45970.490277777782</c:v>
                </c:pt>
                <c:pt idx="41126">
                  <c:v>45897.642361111109</c:v>
                </c:pt>
                <c:pt idx="41127">
                  <c:v>45861.977777777778</c:v>
                </c:pt>
                <c:pt idx="41128">
                  <c:v>45778.935416666667</c:v>
                </c:pt>
                <c:pt idx="41129">
                  <c:v>45625.39166666667</c:v>
                </c:pt>
                <c:pt idx="41130">
                  <c:v>45727.824305555558</c:v>
                </c:pt>
                <c:pt idx="41131">
                  <c:v>45653.494444444441</c:v>
                </c:pt>
                <c:pt idx="41132">
                  <c:v>45690.025694444441</c:v>
                </c:pt>
                <c:pt idx="41133">
                  <c:v>45663.740277777782</c:v>
                </c:pt>
                <c:pt idx="41134">
                  <c:v>45837.870138888888</c:v>
                </c:pt>
                <c:pt idx="41135">
                  <c:v>45801.736805555563</c:v>
                </c:pt>
                <c:pt idx="41136">
                  <c:v>45790.371527777781</c:v>
                </c:pt>
                <c:pt idx="41137">
                  <c:v>45861.71875</c:v>
                </c:pt>
                <c:pt idx="41138">
                  <c:v>45658.822916666657</c:v>
                </c:pt>
                <c:pt idx="41139">
                  <c:v>45738.425694444442</c:v>
                </c:pt>
                <c:pt idx="41140">
                  <c:v>45665.949305555558</c:v>
                </c:pt>
                <c:pt idx="41141">
                  <c:v>45666.425694444442</c:v>
                </c:pt>
                <c:pt idx="41142">
                  <c:v>45636.09652777778</c:v>
                </c:pt>
                <c:pt idx="41143">
                  <c:v>45850.59652777778</c:v>
                </c:pt>
                <c:pt idx="41144">
                  <c:v>45799.620138888888</c:v>
                </c:pt>
                <c:pt idx="41145">
                  <c:v>45972.022916666669</c:v>
                </c:pt>
                <c:pt idx="41146">
                  <c:v>45802.839583333327</c:v>
                </c:pt>
                <c:pt idx="41147">
                  <c:v>45489.856944444437</c:v>
                </c:pt>
                <c:pt idx="41148">
                  <c:v>45669.445138888892</c:v>
                </c:pt>
                <c:pt idx="41149">
                  <c:v>45880.885416666657</c:v>
                </c:pt>
                <c:pt idx="41150">
                  <c:v>45327.844444444447</c:v>
                </c:pt>
                <c:pt idx="41151">
                  <c:v>46014.660416666673</c:v>
                </c:pt>
                <c:pt idx="41152">
                  <c:v>46023.785416666673</c:v>
                </c:pt>
                <c:pt idx="41153">
                  <c:v>45933.797222222223</c:v>
                </c:pt>
                <c:pt idx="41154">
                  <c:v>45842.840277777781</c:v>
                </c:pt>
                <c:pt idx="41155">
                  <c:v>45923.435416666667</c:v>
                </c:pt>
                <c:pt idx="41156">
                  <c:v>45756.080555555563</c:v>
                </c:pt>
                <c:pt idx="41157">
                  <c:v>45757.50277777778</c:v>
                </c:pt>
                <c:pt idx="41158">
                  <c:v>45719.537499999999</c:v>
                </c:pt>
                <c:pt idx="41159">
                  <c:v>45697.331250000003</c:v>
                </c:pt>
                <c:pt idx="41160">
                  <c:v>45638.695833333331</c:v>
                </c:pt>
                <c:pt idx="41161">
                  <c:v>45764.670138888891</c:v>
                </c:pt>
                <c:pt idx="41162">
                  <c:v>45567.427777777782</c:v>
                </c:pt>
                <c:pt idx="41163">
                  <c:v>45825.479166666657</c:v>
                </c:pt>
                <c:pt idx="41164">
                  <c:v>45889.39166666667</c:v>
                </c:pt>
                <c:pt idx="41165">
                  <c:v>45488.375</c:v>
                </c:pt>
                <c:pt idx="41166">
                  <c:v>45649.447916666657</c:v>
                </c:pt>
                <c:pt idx="41167">
                  <c:v>45402.773611111108</c:v>
                </c:pt>
                <c:pt idx="41168">
                  <c:v>45968.425000000003</c:v>
                </c:pt>
                <c:pt idx="41169">
                  <c:v>45695.366666666669</c:v>
                </c:pt>
                <c:pt idx="41170">
                  <c:v>45609.599305555559</c:v>
                </c:pt>
                <c:pt idx="41171">
                  <c:v>45597.932638888888</c:v>
                </c:pt>
                <c:pt idx="41172">
                  <c:v>45956.923611111109</c:v>
                </c:pt>
                <c:pt idx="41173">
                  <c:v>45433.430555555547</c:v>
                </c:pt>
                <c:pt idx="41174">
                  <c:v>45728.627083333333</c:v>
                </c:pt>
                <c:pt idx="41175">
                  <c:v>45744.859027777777</c:v>
                </c:pt>
                <c:pt idx="41176">
                  <c:v>45979.456944444442</c:v>
                </c:pt>
                <c:pt idx="41177">
                  <c:v>45880.881944444453</c:v>
                </c:pt>
                <c:pt idx="41178">
                  <c:v>45899.750694444447</c:v>
                </c:pt>
                <c:pt idx="41179">
                  <c:v>45681.074305555558</c:v>
                </c:pt>
                <c:pt idx="41180">
                  <c:v>45844.77847222222</c:v>
                </c:pt>
                <c:pt idx="41181">
                  <c:v>45993.843055555553</c:v>
                </c:pt>
                <c:pt idx="41182">
                  <c:v>45950.388194444437</c:v>
                </c:pt>
                <c:pt idx="41183">
                  <c:v>45970.918749999997</c:v>
                </c:pt>
                <c:pt idx="41184">
                  <c:v>45923.539583333331</c:v>
                </c:pt>
                <c:pt idx="41185">
                  <c:v>45392.942361111112</c:v>
                </c:pt>
                <c:pt idx="41186">
                  <c:v>45506.664583333331</c:v>
                </c:pt>
                <c:pt idx="41187">
                  <c:v>45947.640972222223</c:v>
                </c:pt>
                <c:pt idx="41188">
                  <c:v>45801.801388888889</c:v>
                </c:pt>
                <c:pt idx="41189">
                  <c:v>45316.71597222222</c:v>
                </c:pt>
                <c:pt idx="41190">
                  <c:v>45333.13958333333</c:v>
                </c:pt>
                <c:pt idx="41191">
                  <c:v>45296.377083333333</c:v>
                </c:pt>
                <c:pt idx="41192">
                  <c:v>46017.688194444447</c:v>
                </c:pt>
                <c:pt idx="41193">
                  <c:v>45814.651388888888</c:v>
                </c:pt>
                <c:pt idx="41194">
                  <c:v>45833.650694444441</c:v>
                </c:pt>
                <c:pt idx="41195">
                  <c:v>45723.037499999999</c:v>
                </c:pt>
                <c:pt idx="41196">
                  <c:v>45865.790277777778</c:v>
                </c:pt>
                <c:pt idx="41197">
                  <c:v>45547.479166666657</c:v>
                </c:pt>
                <c:pt idx="41198">
                  <c:v>45837.279861111107</c:v>
                </c:pt>
                <c:pt idx="41199">
                  <c:v>45830.886111111111</c:v>
                </c:pt>
                <c:pt idx="41200">
                  <c:v>45787.481944444437</c:v>
                </c:pt>
                <c:pt idx="41201">
                  <c:v>45722.777777777781</c:v>
                </c:pt>
                <c:pt idx="41202">
                  <c:v>45428.819444444453</c:v>
                </c:pt>
                <c:pt idx="41203">
                  <c:v>45954.25277777778</c:v>
                </c:pt>
                <c:pt idx="41204">
                  <c:v>45917.756944444453</c:v>
                </c:pt>
                <c:pt idx="41205">
                  <c:v>45882.501388888893</c:v>
                </c:pt>
                <c:pt idx="41206">
                  <c:v>45431.504166666673</c:v>
                </c:pt>
                <c:pt idx="41207">
                  <c:v>45503.647916666669</c:v>
                </c:pt>
                <c:pt idx="41208">
                  <c:v>45362.779861111107</c:v>
                </c:pt>
                <c:pt idx="41209">
                  <c:v>45537.665277777778</c:v>
                </c:pt>
                <c:pt idx="41210">
                  <c:v>45296.644444444442</c:v>
                </c:pt>
                <c:pt idx="41211">
                  <c:v>45395.526388888888</c:v>
                </c:pt>
                <c:pt idx="41212">
                  <c:v>45722.388888888891</c:v>
                </c:pt>
                <c:pt idx="41213">
                  <c:v>45987.309027777781</c:v>
                </c:pt>
                <c:pt idx="41214">
                  <c:v>45986.582638888889</c:v>
                </c:pt>
                <c:pt idx="41215">
                  <c:v>45877.290972222218</c:v>
                </c:pt>
                <c:pt idx="41216">
                  <c:v>45884.815972222219</c:v>
                </c:pt>
                <c:pt idx="41217">
                  <c:v>45976.417361111111</c:v>
                </c:pt>
                <c:pt idx="41218">
                  <c:v>45830.847916666673</c:v>
                </c:pt>
                <c:pt idx="41219">
                  <c:v>45801.54791666667</c:v>
                </c:pt>
                <c:pt idx="41220">
                  <c:v>45624.938888888893</c:v>
                </c:pt>
                <c:pt idx="41221">
                  <c:v>45936.717361111107</c:v>
                </c:pt>
                <c:pt idx="41222">
                  <c:v>45893.010416666657</c:v>
                </c:pt>
                <c:pt idx="41223">
                  <c:v>45293.866666666669</c:v>
                </c:pt>
                <c:pt idx="41224">
                  <c:v>45573.788888888892</c:v>
                </c:pt>
                <c:pt idx="41225">
                  <c:v>45845.440972222219</c:v>
                </c:pt>
                <c:pt idx="41226">
                  <c:v>45814.495833333327</c:v>
                </c:pt>
                <c:pt idx="41227">
                  <c:v>45771.754861111112</c:v>
                </c:pt>
                <c:pt idx="41228">
                  <c:v>45659.648611111108</c:v>
                </c:pt>
                <c:pt idx="41229">
                  <c:v>45863.92083333333</c:v>
                </c:pt>
                <c:pt idx="41230">
                  <c:v>46009.741666666669</c:v>
                </c:pt>
                <c:pt idx="41231">
                  <c:v>45598.744444444441</c:v>
                </c:pt>
                <c:pt idx="41232">
                  <c:v>45538.511805555558</c:v>
                </c:pt>
                <c:pt idx="41233">
                  <c:v>45723.935416666667</c:v>
                </c:pt>
                <c:pt idx="41234">
                  <c:v>45957.87222222222</c:v>
                </c:pt>
                <c:pt idx="41235">
                  <c:v>45805.789583333331</c:v>
                </c:pt>
                <c:pt idx="41236">
                  <c:v>45704.594444444447</c:v>
                </c:pt>
                <c:pt idx="41237">
                  <c:v>45555.215277777781</c:v>
                </c:pt>
                <c:pt idx="41238">
                  <c:v>45830.587500000001</c:v>
                </c:pt>
                <c:pt idx="41239">
                  <c:v>45925.209027777782</c:v>
                </c:pt>
                <c:pt idx="41240">
                  <c:v>45673.347222222219</c:v>
                </c:pt>
                <c:pt idx="41241">
                  <c:v>45933.338888888888</c:v>
                </c:pt>
                <c:pt idx="41242">
                  <c:v>45687.724305555559</c:v>
                </c:pt>
                <c:pt idx="41243">
                  <c:v>46018.320138888892</c:v>
                </c:pt>
                <c:pt idx="41244">
                  <c:v>45876.700694444437</c:v>
                </c:pt>
                <c:pt idx="41245">
                  <c:v>45712.686111111107</c:v>
                </c:pt>
                <c:pt idx="41246">
                  <c:v>45655.347222222219</c:v>
                </c:pt>
                <c:pt idx="41247">
                  <c:v>45782.724999999999</c:v>
                </c:pt>
                <c:pt idx="41248">
                  <c:v>45571.670138888891</c:v>
                </c:pt>
                <c:pt idx="41249">
                  <c:v>45950.609722222223</c:v>
                </c:pt>
                <c:pt idx="41250">
                  <c:v>45898.536805555559</c:v>
                </c:pt>
                <c:pt idx="41251">
                  <c:v>45819.009722222218</c:v>
                </c:pt>
                <c:pt idx="41252">
                  <c:v>45824.798611111109</c:v>
                </c:pt>
                <c:pt idx="41253">
                  <c:v>45332.74722222222</c:v>
                </c:pt>
                <c:pt idx="41254">
                  <c:v>46011.246527777781</c:v>
                </c:pt>
                <c:pt idx="41255">
                  <c:v>45548.681250000001</c:v>
                </c:pt>
                <c:pt idx="41256">
                  <c:v>45749.980555555558</c:v>
                </c:pt>
                <c:pt idx="41257">
                  <c:v>45307.589583333327</c:v>
                </c:pt>
                <c:pt idx="41258">
                  <c:v>45761.43472222222</c:v>
                </c:pt>
                <c:pt idx="41259">
                  <c:v>45883.529861111107</c:v>
                </c:pt>
                <c:pt idx="41260">
                  <c:v>45870.083333333343</c:v>
                </c:pt>
                <c:pt idx="41261">
                  <c:v>45780.336111111108</c:v>
                </c:pt>
                <c:pt idx="41262">
                  <c:v>45776.011111111111</c:v>
                </c:pt>
                <c:pt idx="41263">
                  <c:v>45762.591666666667</c:v>
                </c:pt>
                <c:pt idx="41264">
                  <c:v>45758.056250000001</c:v>
                </c:pt>
                <c:pt idx="41265">
                  <c:v>45749.897916666669</c:v>
                </c:pt>
                <c:pt idx="41266">
                  <c:v>45730.659722222219</c:v>
                </c:pt>
                <c:pt idx="41267">
                  <c:v>45403.53125</c:v>
                </c:pt>
                <c:pt idx="41268">
                  <c:v>45484.598611111112</c:v>
                </c:pt>
                <c:pt idx="41269">
                  <c:v>45596.363888888889</c:v>
                </c:pt>
                <c:pt idx="41270">
                  <c:v>45644.387499999997</c:v>
                </c:pt>
                <c:pt idx="41271">
                  <c:v>45566.604861111111</c:v>
                </c:pt>
                <c:pt idx="41272">
                  <c:v>45927.57916666667</c:v>
                </c:pt>
                <c:pt idx="41273">
                  <c:v>45944.331944444442</c:v>
                </c:pt>
                <c:pt idx="41274">
                  <c:v>45902.881944444453</c:v>
                </c:pt>
                <c:pt idx="41275">
                  <c:v>45797.708333333343</c:v>
                </c:pt>
                <c:pt idx="41276">
                  <c:v>45741.706250000003</c:v>
                </c:pt>
                <c:pt idx="41277">
                  <c:v>45921.438194444447</c:v>
                </c:pt>
                <c:pt idx="41278">
                  <c:v>45580.42291666667</c:v>
                </c:pt>
                <c:pt idx="41279">
                  <c:v>45868.322916666657</c:v>
                </c:pt>
                <c:pt idx="41280">
                  <c:v>45642.313888888893</c:v>
                </c:pt>
                <c:pt idx="41281">
                  <c:v>45769.7</c:v>
                </c:pt>
                <c:pt idx="41282">
                  <c:v>45566.490277777782</c:v>
                </c:pt>
                <c:pt idx="41283">
                  <c:v>45758.716666666667</c:v>
                </c:pt>
                <c:pt idx="41284">
                  <c:v>45707.350694444453</c:v>
                </c:pt>
                <c:pt idx="41285">
                  <c:v>45659.322916666657</c:v>
                </c:pt>
                <c:pt idx="41286">
                  <c:v>45804.353472222218</c:v>
                </c:pt>
                <c:pt idx="41287">
                  <c:v>45784.663194444453</c:v>
                </c:pt>
                <c:pt idx="41288">
                  <c:v>45593.332638888889</c:v>
                </c:pt>
                <c:pt idx="41289">
                  <c:v>45848.628472222219</c:v>
                </c:pt>
                <c:pt idx="41290">
                  <c:v>45735.67291666667</c:v>
                </c:pt>
                <c:pt idx="41291">
                  <c:v>45824.492361111108</c:v>
                </c:pt>
                <c:pt idx="41292">
                  <c:v>45616.34097222222</c:v>
                </c:pt>
                <c:pt idx="41293">
                  <c:v>45572.362500000003</c:v>
                </c:pt>
                <c:pt idx="41294">
                  <c:v>45686.729166666657</c:v>
                </c:pt>
                <c:pt idx="41295">
                  <c:v>46019.427083333343</c:v>
                </c:pt>
                <c:pt idx="41296">
                  <c:v>45955.138194444437</c:v>
                </c:pt>
                <c:pt idx="41297">
                  <c:v>45942.635416666657</c:v>
                </c:pt>
                <c:pt idx="41298">
                  <c:v>45696.504861111112</c:v>
                </c:pt>
                <c:pt idx="41299">
                  <c:v>45788.85833333333</c:v>
                </c:pt>
                <c:pt idx="41300">
                  <c:v>45887.490972222222</c:v>
                </c:pt>
                <c:pt idx="41301">
                  <c:v>45844.785416666673</c:v>
                </c:pt>
                <c:pt idx="41302">
                  <c:v>45873.540277777778</c:v>
                </c:pt>
                <c:pt idx="41303">
                  <c:v>45455.599305555559</c:v>
                </c:pt>
                <c:pt idx="41304">
                  <c:v>45918.377083333333</c:v>
                </c:pt>
                <c:pt idx="41305">
                  <c:v>45503.524305555547</c:v>
                </c:pt>
                <c:pt idx="41306">
                  <c:v>45427.385416666657</c:v>
                </c:pt>
                <c:pt idx="41307">
                  <c:v>45475.88958333333</c:v>
                </c:pt>
                <c:pt idx="41308">
                  <c:v>45571.413194444453</c:v>
                </c:pt>
                <c:pt idx="41309">
                  <c:v>45673.40902777778</c:v>
                </c:pt>
                <c:pt idx="41310">
                  <c:v>45786.820138888892</c:v>
                </c:pt>
                <c:pt idx="41311">
                  <c:v>45995.834722222222</c:v>
                </c:pt>
                <c:pt idx="41312">
                  <c:v>45324.543749999997</c:v>
                </c:pt>
                <c:pt idx="41313">
                  <c:v>45527.408333333333</c:v>
                </c:pt>
                <c:pt idx="41314">
                  <c:v>45616.551388888889</c:v>
                </c:pt>
                <c:pt idx="41315">
                  <c:v>45306.935416666667</c:v>
                </c:pt>
                <c:pt idx="41316">
                  <c:v>45829.379166666673</c:v>
                </c:pt>
                <c:pt idx="41317">
                  <c:v>45384.665972222218</c:v>
                </c:pt>
                <c:pt idx="41318">
                  <c:v>45760.379861111112</c:v>
                </c:pt>
                <c:pt idx="41319">
                  <c:v>45851.45</c:v>
                </c:pt>
                <c:pt idx="41320">
                  <c:v>45940.445138888892</c:v>
                </c:pt>
                <c:pt idx="41321">
                  <c:v>45353.593055555553</c:v>
                </c:pt>
                <c:pt idx="41322">
                  <c:v>45895.379166666673</c:v>
                </c:pt>
                <c:pt idx="41323">
                  <c:v>45713.621527777781</c:v>
                </c:pt>
                <c:pt idx="41324">
                  <c:v>45807.026388888888</c:v>
                </c:pt>
                <c:pt idx="41325">
                  <c:v>45793.1</c:v>
                </c:pt>
                <c:pt idx="41326">
                  <c:v>45758.383333333331</c:v>
                </c:pt>
                <c:pt idx="41327">
                  <c:v>45738.998611111107</c:v>
                </c:pt>
                <c:pt idx="41328">
                  <c:v>45702.45</c:v>
                </c:pt>
                <c:pt idx="41329">
                  <c:v>45589.67291666667</c:v>
                </c:pt>
                <c:pt idx="41330">
                  <c:v>45368.554166666669</c:v>
                </c:pt>
                <c:pt idx="41331">
                  <c:v>45299.829861111109</c:v>
                </c:pt>
                <c:pt idx="41332">
                  <c:v>45923.748611111107</c:v>
                </c:pt>
                <c:pt idx="41333">
                  <c:v>45797.411111111112</c:v>
                </c:pt>
                <c:pt idx="41334">
                  <c:v>45481.915972222218</c:v>
                </c:pt>
                <c:pt idx="41335">
                  <c:v>45728.469444444447</c:v>
                </c:pt>
                <c:pt idx="41336">
                  <c:v>45671.51666666667</c:v>
                </c:pt>
                <c:pt idx="41337">
                  <c:v>45987.529861111107</c:v>
                </c:pt>
                <c:pt idx="41338">
                  <c:v>45948.635416666657</c:v>
                </c:pt>
                <c:pt idx="41339">
                  <c:v>45919.731944444437</c:v>
                </c:pt>
                <c:pt idx="41340">
                  <c:v>45870.913888888892</c:v>
                </c:pt>
                <c:pt idx="41341">
                  <c:v>45316.70208333333</c:v>
                </c:pt>
                <c:pt idx="41342">
                  <c:v>45353.371527777781</c:v>
                </c:pt>
                <c:pt idx="41343">
                  <c:v>45598.698611111111</c:v>
                </c:pt>
                <c:pt idx="41344">
                  <c:v>45723.250694444447</c:v>
                </c:pt>
                <c:pt idx="41345">
                  <c:v>45790.678472222222</c:v>
                </c:pt>
                <c:pt idx="41346">
                  <c:v>45377.744444444441</c:v>
                </c:pt>
                <c:pt idx="41347">
                  <c:v>45643.211805555547</c:v>
                </c:pt>
                <c:pt idx="41348">
                  <c:v>45299.239583333343</c:v>
                </c:pt>
                <c:pt idx="41349">
                  <c:v>45895.537499999999</c:v>
                </c:pt>
                <c:pt idx="41350">
                  <c:v>45859.241666666669</c:v>
                </c:pt>
                <c:pt idx="41351">
                  <c:v>45750.261805555558</c:v>
                </c:pt>
                <c:pt idx="41352">
                  <c:v>45932.518055555563</c:v>
                </c:pt>
                <c:pt idx="41353">
                  <c:v>45979.456944444442</c:v>
                </c:pt>
                <c:pt idx="41354">
                  <c:v>45682.486111111109</c:v>
                </c:pt>
                <c:pt idx="41355">
                  <c:v>45407.849305555559</c:v>
                </c:pt>
                <c:pt idx="41356">
                  <c:v>45824.838194444441</c:v>
                </c:pt>
                <c:pt idx="41357">
                  <c:v>45833.440972222219</c:v>
                </c:pt>
                <c:pt idx="41358">
                  <c:v>45498.918749999997</c:v>
                </c:pt>
                <c:pt idx="41359">
                  <c:v>45446.68472222222</c:v>
                </c:pt>
                <c:pt idx="41360">
                  <c:v>45561.804861111108</c:v>
                </c:pt>
                <c:pt idx="41361">
                  <c:v>45334.855555555558</c:v>
                </c:pt>
                <c:pt idx="41362">
                  <c:v>45703.574305555558</c:v>
                </c:pt>
                <c:pt idx="41363">
                  <c:v>45792.902083333327</c:v>
                </c:pt>
                <c:pt idx="41364">
                  <c:v>45766.910416666673</c:v>
                </c:pt>
                <c:pt idx="41365">
                  <c:v>45685.874305555553</c:v>
                </c:pt>
                <c:pt idx="41366">
                  <c:v>45447.387499999997</c:v>
                </c:pt>
                <c:pt idx="41367">
                  <c:v>45935.831944444442</c:v>
                </c:pt>
                <c:pt idx="41368">
                  <c:v>45875.780555555553</c:v>
                </c:pt>
                <c:pt idx="41369">
                  <c:v>45881.359722222223</c:v>
                </c:pt>
                <c:pt idx="41370">
                  <c:v>45834.584027777782</c:v>
                </c:pt>
                <c:pt idx="41371">
                  <c:v>45500.313888888893</c:v>
                </c:pt>
                <c:pt idx="41372">
                  <c:v>45852.75277777778</c:v>
                </c:pt>
                <c:pt idx="41373">
                  <c:v>45540.76458333333</c:v>
                </c:pt>
                <c:pt idx="41374">
                  <c:v>45477.888194444437</c:v>
                </c:pt>
                <c:pt idx="41375">
                  <c:v>45807.635416666657</c:v>
                </c:pt>
                <c:pt idx="41376">
                  <c:v>45511.688194444447</c:v>
                </c:pt>
                <c:pt idx="41377">
                  <c:v>45965.847222222219</c:v>
                </c:pt>
                <c:pt idx="41378">
                  <c:v>45881.367361111108</c:v>
                </c:pt>
                <c:pt idx="41379">
                  <c:v>45569.632638888892</c:v>
                </c:pt>
                <c:pt idx="41380">
                  <c:v>45812.804861111108</c:v>
                </c:pt>
                <c:pt idx="41381">
                  <c:v>45992.9</c:v>
                </c:pt>
                <c:pt idx="41382">
                  <c:v>46019.349305555559</c:v>
                </c:pt>
                <c:pt idx="41383">
                  <c:v>45938.361805555563</c:v>
                </c:pt>
                <c:pt idx="41384">
                  <c:v>45908.845833333333</c:v>
                </c:pt>
                <c:pt idx="41385">
                  <c:v>45839.40902777778</c:v>
                </c:pt>
                <c:pt idx="41386">
                  <c:v>45811.010416666657</c:v>
                </c:pt>
                <c:pt idx="41387">
                  <c:v>45581.913194444453</c:v>
                </c:pt>
                <c:pt idx="41388">
                  <c:v>45671.820138888892</c:v>
                </c:pt>
                <c:pt idx="41389">
                  <c:v>45644.436111111107</c:v>
                </c:pt>
                <c:pt idx="41390">
                  <c:v>45613.852777777778</c:v>
                </c:pt>
                <c:pt idx="41391">
                  <c:v>45494.762499999997</c:v>
                </c:pt>
                <c:pt idx="41392">
                  <c:v>45810.756944444453</c:v>
                </c:pt>
                <c:pt idx="41393">
                  <c:v>45465.454861111109</c:v>
                </c:pt>
                <c:pt idx="41394">
                  <c:v>45356.82916666667</c:v>
                </c:pt>
                <c:pt idx="41395">
                  <c:v>45908.821527777778</c:v>
                </c:pt>
                <c:pt idx="41396">
                  <c:v>45693.740972222222</c:v>
                </c:pt>
                <c:pt idx="41397">
                  <c:v>45863.974305555559</c:v>
                </c:pt>
                <c:pt idx="41398">
                  <c:v>45704.626388888893</c:v>
                </c:pt>
                <c:pt idx="41399">
                  <c:v>45980.435416666667</c:v>
                </c:pt>
                <c:pt idx="41400">
                  <c:v>45953.782638888893</c:v>
                </c:pt>
                <c:pt idx="41401">
                  <c:v>45871.944444444453</c:v>
                </c:pt>
                <c:pt idx="41402">
                  <c:v>45844.561805555553</c:v>
                </c:pt>
                <c:pt idx="41403">
                  <c:v>45551.302777777782</c:v>
                </c:pt>
                <c:pt idx="41404">
                  <c:v>45986.70208333333</c:v>
                </c:pt>
                <c:pt idx="41405">
                  <c:v>45408.276388888888</c:v>
                </c:pt>
                <c:pt idx="41406">
                  <c:v>45911.34375</c:v>
                </c:pt>
                <c:pt idx="41407">
                  <c:v>45883.718055555553</c:v>
                </c:pt>
                <c:pt idx="41408">
                  <c:v>45340.65902777778</c:v>
                </c:pt>
                <c:pt idx="41409">
                  <c:v>45460.811111111107</c:v>
                </c:pt>
                <c:pt idx="41410">
                  <c:v>45514.019444444442</c:v>
                </c:pt>
                <c:pt idx="41411">
                  <c:v>45740.442361111112</c:v>
                </c:pt>
                <c:pt idx="41412">
                  <c:v>45955.592361111107</c:v>
                </c:pt>
                <c:pt idx="41413">
                  <c:v>45983.934027777781</c:v>
                </c:pt>
                <c:pt idx="41414">
                  <c:v>45680.498611111107</c:v>
                </c:pt>
                <c:pt idx="41415">
                  <c:v>45752.035416666673</c:v>
                </c:pt>
                <c:pt idx="41416">
                  <c:v>45945.522222222222</c:v>
                </c:pt>
                <c:pt idx="41417">
                  <c:v>45871.825694444437</c:v>
                </c:pt>
                <c:pt idx="41418">
                  <c:v>45718.751388888893</c:v>
                </c:pt>
                <c:pt idx="41419">
                  <c:v>45823.64166666667</c:v>
                </c:pt>
                <c:pt idx="41420">
                  <c:v>45797.900694444441</c:v>
                </c:pt>
                <c:pt idx="41421">
                  <c:v>45754.627083333333</c:v>
                </c:pt>
                <c:pt idx="41422">
                  <c:v>45727.773611111108</c:v>
                </c:pt>
                <c:pt idx="41423">
                  <c:v>45834</c:v>
                </c:pt>
                <c:pt idx="41424">
                  <c:v>45714.865972222222</c:v>
                </c:pt>
                <c:pt idx="41425">
                  <c:v>45778.631249999999</c:v>
                </c:pt>
                <c:pt idx="41426">
                  <c:v>45321.463888888888</c:v>
                </c:pt>
                <c:pt idx="41427">
                  <c:v>45864.625</c:v>
                </c:pt>
                <c:pt idx="41428">
                  <c:v>45558.599305555559</c:v>
                </c:pt>
                <c:pt idx="41429">
                  <c:v>45534.719444444447</c:v>
                </c:pt>
                <c:pt idx="41430">
                  <c:v>46021.59097222222</c:v>
                </c:pt>
                <c:pt idx="41431">
                  <c:v>45916.353472222218</c:v>
                </c:pt>
                <c:pt idx="41432">
                  <c:v>45959.438888888893</c:v>
                </c:pt>
                <c:pt idx="41433">
                  <c:v>45356.713194444441</c:v>
                </c:pt>
                <c:pt idx="41434">
                  <c:v>45484.70208333333</c:v>
                </c:pt>
                <c:pt idx="41435">
                  <c:v>45785.240972222222</c:v>
                </c:pt>
                <c:pt idx="41436">
                  <c:v>45727.845833333333</c:v>
                </c:pt>
                <c:pt idx="41437">
                  <c:v>45653.726388888892</c:v>
                </c:pt>
                <c:pt idx="41438">
                  <c:v>45745.632638888892</c:v>
                </c:pt>
                <c:pt idx="41439">
                  <c:v>45671.697222222218</c:v>
                </c:pt>
                <c:pt idx="41440">
                  <c:v>45715.807638888888</c:v>
                </c:pt>
                <c:pt idx="41441">
                  <c:v>45952.729861111111</c:v>
                </c:pt>
                <c:pt idx="41442">
                  <c:v>45378.511805555558</c:v>
                </c:pt>
                <c:pt idx="41443">
                  <c:v>45505.713888888888</c:v>
                </c:pt>
                <c:pt idx="41444">
                  <c:v>45311.263194444437</c:v>
                </c:pt>
                <c:pt idx="41445">
                  <c:v>45427.6</c:v>
                </c:pt>
                <c:pt idx="41446">
                  <c:v>45617.340277777781</c:v>
                </c:pt>
                <c:pt idx="41447">
                  <c:v>45664.489583333343</c:v>
                </c:pt>
                <c:pt idx="41448">
                  <c:v>45422.318749999999</c:v>
                </c:pt>
                <c:pt idx="41449">
                  <c:v>45474.347916666673</c:v>
                </c:pt>
                <c:pt idx="41450">
                  <c:v>45894.824999999997</c:v>
                </c:pt>
                <c:pt idx="41451">
                  <c:v>45779.977083333331</c:v>
                </c:pt>
                <c:pt idx="41452">
                  <c:v>45450.78402777778</c:v>
                </c:pt>
                <c:pt idx="41453">
                  <c:v>45724.861111111109</c:v>
                </c:pt>
                <c:pt idx="41454">
                  <c:v>45624.751388888893</c:v>
                </c:pt>
                <c:pt idx="41455">
                  <c:v>45826.808333333327</c:v>
                </c:pt>
                <c:pt idx="41456">
                  <c:v>45959.411111111112</c:v>
                </c:pt>
                <c:pt idx="41457">
                  <c:v>45315.49722222222</c:v>
                </c:pt>
                <c:pt idx="41458">
                  <c:v>45351.533333333333</c:v>
                </c:pt>
                <c:pt idx="41459">
                  <c:v>45420.845138888893</c:v>
                </c:pt>
                <c:pt idx="41460">
                  <c:v>45470.497916666667</c:v>
                </c:pt>
                <c:pt idx="41461">
                  <c:v>46011.943055555559</c:v>
                </c:pt>
                <c:pt idx="41462">
                  <c:v>45377.425000000003</c:v>
                </c:pt>
                <c:pt idx="41463">
                  <c:v>45805.318749999999</c:v>
                </c:pt>
                <c:pt idx="41464">
                  <c:v>45597.943749999999</c:v>
                </c:pt>
                <c:pt idx="41465">
                  <c:v>45379.578472222223</c:v>
                </c:pt>
                <c:pt idx="41466">
                  <c:v>45325.505555555559</c:v>
                </c:pt>
                <c:pt idx="41467">
                  <c:v>45773.404861111107</c:v>
                </c:pt>
                <c:pt idx="41468">
                  <c:v>45548.307638888888</c:v>
                </c:pt>
                <c:pt idx="41469">
                  <c:v>45442.47152777778</c:v>
                </c:pt>
                <c:pt idx="41470">
                  <c:v>45587.426388888889</c:v>
                </c:pt>
                <c:pt idx="41471">
                  <c:v>45455.932638888888</c:v>
                </c:pt>
                <c:pt idx="41472">
                  <c:v>45868.770138888889</c:v>
                </c:pt>
                <c:pt idx="41473">
                  <c:v>45897.464583333327</c:v>
                </c:pt>
                <c:pt idx="41474">
                  <c:v>45304.908333333333</c:v>
                </c:pt>
                <c:pt idx="41475">
                  <c:v>45777.431250000001</c:v>
                </c:pt>
                <c:pt idx="41476">
                  <c:v>45890.432638888888</c:v>
                </c:pt>
                <c:pt idx="41477">
                  <c:v>45727.732638888891</c:v>
                </c:pt>
                <c:pt idx="41478">
                  <c:v>45982.57916666667</c:v>
                </c:pt>
                <c:pt idx="41479">
                  <c:v>45757.465277777781</c:v>
                </c:pt>
                <c:pt idx="41480">
                  <c:v>45851.824305555558</c:v>
                </c:pt>
                <c:pt idx="41481">
                  <c:v>45907.905555555553</c:v>
                </c:pt>
                <c:pt idx="41482">
                  <c:v>45701.640277777777</c:v>
                </c:pt>
                <c:pt idx="41483">
                  <c:v>45661.56527777778</c:v>
                </c:pt>
                <c:pt idx="41484">
                  <c:v>45799.484722222223</c:v>
                </c:pt>
                <c:pt idx="41485">
                  <c:v>45702.65902777778</c:v>
                </c:pt>
                <c:pt idx="41486">
                  <c:v>45686.614583333343</c:v>
                </c:pt>
                <c:pt idx="41487">
                  <c:v>45781.034722222219</c:v>
                </c:pt>
                <c:pt idx="41488">
                  <c:v>45897.495833333327</c:v>
                </c:pt>
                <c:pt idx="41489">
                  <c:v>45809.652777777781</c:v>
                </c:pt>
                <c:pt idx="41490">
                  <c:v>45720.775000000001</c:v>
                </c:pt>
                <c:pt idx="41491">
                  <c:v>46023.40625</c:v>
                </c:pt>
                <c:pt idx="41492">
                  <c:v>45965.525000000001</c:v>
                </c:pt>
                <c:pt idx="41493">
                  <c:v>45866.520833333343</c:v>
                </c:pt>
                <c:pt idx="41494">
                  <c:v>45768.5625</c:v>
                </c:pt>
                <c:pt idx="41495">
                  <c:v>45732.409722222219</c:v>
                </c:pt>
                <c:pt idx="41496">
                  <c:v>45927.936805555553</c:v>
                </c:pt>
                <c:pt idx="41497">
                  <c:v>45637.336805555547</c:v>
                </c:pt>
                <c:pt idx="41498">
                  <c:v>45705.662499999999</c:v>
                </c:pt>
                <c:pt idx="41499">
                  <c:v>45974.369444444441</c:v>
                </c:pt>
                <c:pt idx="41500">
                  <c:v>45951.353472222218</c:v>
                </c:pt>
                <c:pt idx="41501">
                  <c:v>45813.490277777782</c:v>
                </c:pt>
                <c:pt idx="41502">
                  <c:v>45619.868055555547</c:v>
                </c:pt>
                <c:pt idx="41503">
                  <c:v>45748.64166666667</c:v>
                </c:pt>
                <c:pt idx="41504">
                  <c:v>46012.65902777778</c:v>
                </c:pt>
                <c:pt idx="41505">
                  <c:v>45830.454861111109</c:v>
                </c:pt>
                <c:pt idx="41506">
                  <c:v>45836.671527777777</c:v>
                </c:pt>
                <c:pt idx="41507">
                  <c:v>45679.379861111112</c:v>
                </c:pt>
                <c:pt idx="41508">
                  <c:v>45901.986805555563</c:v>
                </c:pt>
                <c:pt idx="41509">
                  <c:v>45799.34097222222</c:v>
                </c:pt>
                <c:pt idx="41510">
                  <c:v>45662.435416666667</c:v>
                </c:pt>
                <c:pt idx="41511">
                  <c:v>45861.881249999999</c:v>
                </c:pt>
                <c:pt idx="41512">
                  <c:v>45821.614583333343</c:v>
                </c:pt>
                <c:pt idx="41513">
                  <c:v>45712.672222222223</c:v>
                </c:pt>
                <c:pt idx="41514">
                  <c:v>45919.443749999999</c:v>
                </c:pt>
                <c:pt idx="41515">
                  <c:v>45983.486805555563</c:v>
                </c:pt>
                <c:pt idx="41516">
                  <c:v>45971.527083333327</c:v>
                </c:pt>
                <c:pt idx="41517">
                  <c:v>45707.955555555563</c:v>
                </c:pt>
                <c:pt idx="41518">
                  <c:v>45921.791666666657</c:v>
                </c:pt>
                <c:pt idx="41519">
                  <c:v>45607.979861111111</c:v>
                </c:pt>
                <c:pt idx="41520">
                  <c:v>45473.53125</c:v>
                </c:pt>
                <c:pt idx="41521">
                  <c:v>45841.871527777781</c:v>
                </c:pt>
                <c:pt idx="41522">
                  <c:v>45375.911805555559</c:v>
                </c:pt>
                <c:pt idx="41523">
                  <c:v>45812.974999999999</c:v>
                </c:pt>
                <c:pt idx="41524">
                  <c:v>45798.779166666667</c:v>
                </c:pt>
                <c:pt idx="41525">
                  <c:v>45543.957638888889</c:v>
                </c:pt>
                <c:pt idx="41526">
                  <c:v>45785.972916666673</c:v>
                </c:pt>
                <c:pt idx="41527">
                  <c:v>45780.879861111112</c:v>
                </c:pt>
                <c:pt idx="41528">
                  <c:v>45668.634722222218</c:v>
                </c:pt>
                <c:pt idx="41529">
                  <c:v>45674.789583333331</c:v>
                </c:pt>
                <c:pt idx="41530">
                  <c:v>46011.843055555553</c:v>
                </c:pt>
                <c:pt idx="41531">
                  <c:v>45955.411111111112</c:v>
                </c:pt>
                <c:pt idx="41532">
                  <c:v>45924.530555555553</c:v>
                </c:pt>
                <c:pt idx="41533">
                  <c:v>45974.015972222223</c:v>
                </c:pt>
                <c:pt idx="41534">
                  <c:v>45868.751388888893</c:v>
                </c:pt>
                <c:pt idx="41535">
                  <c:v>45614.65902777778</c:v>
                </c:pt>
                <c:pt idx="41536">
                  <c:v>45726.887499999997</c:v>
                </c:pt>
                <c:pt idx="41537">
                  <c:v>45834.431250000001</c:v>
                </c:pt>
                <c:pt idx="41538">
                  <c:v>45754.67083333333</c:v>
                </c:pt>
                <c:pt idx="41539">
                  <c:v>45729.837500000001</c:v>
                </c:pt>
                <c:pt idx="41540">
                  <c:v>45908.638194444437</c:v>
                </c:pt>
                <c:pt idx="41541">
                  <c:v>45795.662499999999</c:v>
                </c:pt>
                <c:pt idx="41542">
                  <c:v>45697.925000000003</c:v>
                </c:pt>
                <c:pt idx="41543">
                  <c:v>45649.950694444437</c:v>
                </c:pt>
                <c:pt idx="41544">
                  <c:v>45976.775000000001</c:v>
                </c:pt>
                <c:pt idx="41545">
                  <c:v>45637.524305555547</c:v>
                </c:pt>
                <c:pt idx="41546">
                  <c:v>45969.447222222218</c:v>
                </c:pt>
                <c:pt idx="41547">
                  <c:v>45962.452777777777</c:v>
                </c:pt>
                <c:pt idx="41548">
                  <c:v>45772.392361111109</c:v>
                </c:pt>
                <c:pt idx="41549">
                  <c:v>45570.246527777781</c:v>
                </c:pt>
                <c:pt idx="41550">
                  <c:v>45888.683333333327</c:v>
                </c:pt>
                <c:pt idx="41551">
                  <c:v>45591.407638888893</c:v>
                </c:pt>
                <c:pt idx="41552">
                  <c:v>45636.37222222222</c:v>
                </c:pt>
                <c:pt idx="41553">
                  <c:v>45703.393055555563</c:v>
                </c:pt>
                <c:pt idx="41554">
                  <c:v>45849.438194444447</c:v>
                </c:pt>
                <c:pt idx="41555">
                  <c:v>45733.455555555563</c:v>
                </c:pt>
                <c:pt idx="41556">
                  <c:v>45842.258333333331</c:v>
                </c:pt>
                <c:pt idx="41557">
                  <c:v>45796.415972222218</c:v>
                </c:pt>
                <c:pt idx="41558">
                  <c:v>45832.77847222222</c:v>
                </c:pt>
                <c:pt idx="41559">
                  <c:v>45968.590277777781</c:v>
                </c:pt>
                <c:pt idx="41560">
                  <c:v>45880.588194444441</c:v>
                </c:pt>
                <c:pt idx="41561">
                  <c:v>45862.787499999999</c:v>
                </c:pt>
                <c:pt idx="41562">
                  <c:v>45856.455555555563</c:v>
                </c:pt>
                <c:pt idx="41563">
                  <c:v>45607.679861111108</c:v>
                </c:pt>
                <c:pt idx="41564">
                  <c:v>45771.489583333343</c:v>
                </c:pt>
                <c:pt idx="41565">
                  <c:v>45973.560416666667</c:v>
                </c:pt>
                <c:pt idx="41566">
                  <c:v>45654.632638888892</c:v>
                </c:pt>
                <c:pt idx="41567">
                  <c:v>45860.424305555563</c:v>
                </c:pt>
                <c:pt idx="41568">
                  <c:v>45928.694444444453</c:v>
                </c:pt>
                <c:pt idx="41569">
                  <c:v>45400.53125</c:v>
                </c:pt>
                <c:pt idx="41570">
                  <c:v>45547.481249999997</c:v>
                </c:pt>
                <c:pt idx="41571">
                  <c:v>45932.579861111109</c:v>
                </c:pt>
                <c:pt idx="41572">
                  <c:v>45827.243055555547</c:v>
                </c:pt>
                <c:pt idx="41573">
                  <c:v>45793.395138888889</c:v>
                </c:pt>
                <c:pt idx="41574">
                  <c:v>45743.249305555553</c:v>
                </c:pt>
                <c:pt idx="41575">
                  <c:v>45706.537499999999</c:v>
                </c:pt>
                <c:pt idx="41576">
                  <c:v>45691.786805555559</c:v>
                </c:pt>
                <c:pt idx="41577">
                  <c:v>45684.407638888893</c:v>
                </c:pt>
                <c:pt idx="41578">
                  <c:v>45609.461111111108</c:v>
                </c:pt>
                <c:pt idx="41579">
                  <c:v>45610.384027777778</c:v>
                </c:pt>
                <c:pt idx="41580">
                  <c:v>45381.729861111111</c:v>
                </c:pt>
                <c:pt idx="41581">
                  <c:v>45294.810416666667</c:v>
                </c:pt>
                <c:pt idx="41582">
                  <c:v>45667.861805555563</c:v>
                </c:pt>
                <c:pt idx="41583">
                  <c:v>45477.384027777778</c:v>
                </c:pt>
                <c:pt idx="41584">
                  <c:v>45764.416666666657</c:v>
                </c:pt>
                <c:pt idx="41585">
                  <c:v>45901.879166666673</c:v>
                </c:pt>
                <c:pt idx="41586">
                  <c:v>46022.495138888888</c:v>
                </c:pt>
                <c:pt idx="41587">
                  <c:v>45814.517361111109</c:v>
                </c:pt>
                <c:pt idx="41588">
                  <c:v>45762.532638888893</c:v>
                </c:pt>
                <c:pt idx="41589">
                  <c:v>45537.417361111111</c:v>
                </c:pt>
                <c:pt idx="41590">
                  <c:v>45794.833333333343</c:v>
                </c:pt>
                <c:pt idx="41591">
                  <c:v>45836.502083333333</c:v>
                </c:pt>
                <c:pt idx="41592">
                  <c:v>45924.799305555563</c:v>
                </c:pt>
                <c:pt idx="41593">
                  <c:v>45968.586805555547</c:v>
                </c:pt>
                <c:pt idx="41594">
                  <c:v>45618.96597222222</c:v>
                </c:pt>
                <c:pt idx="41595">
                  <c:v>45962.84375</c:v>
                </c:pt>
                <c:pt idx="41596">
                  <c:v>46010.029166666667</c:v>
                </c:pt>
                <c:pt idx="41597">
                  <c:v>46017.109722222223</c:v>
                </c:pt>
                <c:pt idx="41598">
                  <c:v>45408.802083333343</c:v>
                </c:pt>
                <c:pt idx="41599">
                  <c:v>45936.362500000003</c:v>
                </c:pt>
                <c:pt idx="41600">
                  <c:v>45450.30972222222</c:v>
                </c:pt>
                <c:pt idx="41601">
                  <c:v>45869.453472222223</c:v>
                </c:pt>
                <c:pt idx="41602">
                  <c:v>45986.32708333333</c:v>
                </c:pt>
                <c:pt idx="41603">
                  <c:v>45894.501388888893</c:v>
                </c:pt>
                <c:pt idx="41604">
                  <c:v>45912.345138888893</c:v>
                </c:pt>
                <c:pt idx="41605">
                  <c:v>45845.369444444441</c:v>
                </c:pt>
                <c:pt idx="41606">
                  <c:v>45819.441666666673</c:v>
                </c:pt>
                <c:pt idx="41607">
                  <c:v>45375.97152777778</c:v>
                </c:pt>
                <c:pt idx="41608">
                  <c:v>45674.317361111112</c:v>
                </c:pt>
                <c:pt idx="41609">
                  <c:v>45480.825694444437</c:v>
                </c:pt>
                <c:pt idx="41610">
                  <c:v>45594.48333333333</c:v>
                </c:pt>
                <c:pt idx="41611">
                  <c:v>45803.291666666657</c:v>
                </c:pt>
                <c:pt idx="41612">
                  <c:v>45333.845138888893</c:v>
                </c:pt>
                <c:pt idx="41613">
                  <c:v>45970.336805555547</c:v>
                </c:pt>
                <c:pt idx="41614">
                  <c:v>46002.474305555559</c:v>
                </c:pt>
                <c:pt idx="41615">
                  <c:v>45552.351388888892</c:v>
                </c:pt>
                <c:pt idx="41616">
                  <c:v>45758.382638888892</c:v>
                </c:pt>
                <c:pt idx="41617">
                  <c:v>45632.283333333333</c:v>
                </c:pt>
                <c:pt idx="41618">
                  <c:v>45520.204861111109</c:v>
                </c:pt>
                <c:pt idx="41619">
                  <c:v>45716.384027777778</c:v>
                </c:pt>
                <c:pt idx="41620">
                  <c:v>45954.431250000001</c:v>
                </c:pt>
                <c:pt idx="41621">
                  <c:v>45936.730555555558</c:v>
                </c:pt>
                <c:pt idx="41622">
                  <c:v>45862.620833333327</c:v>
                </c:pt>
                <c:pt idx="41623">
                  <c:v>45803.558333333327</c:v>
                </c:pt>
                <c:pt idx="41624">
                  <c:v>45767.578472222223</c:v>
                </c:pt>
                <c:pt idx="41625">
                  <c:v>45742.822916666657</c:v>
                </c:pt>
                <c:pt idx="41626">
                  <c:v>45734.5</c:v>
                </c:pt>
                <c:pt idx="41627">
                  <c:v>45737.816666666673</c:v>
                </c:pt>
                <c:pt idx="41628">
                  <c:v>45681.802083333343</c:v>
                </c:pt>
                <c:pt idx="41629">
                  <c:v>45653.620138888888</c:v>
                </c:pt>
                <c:pt idx="41630">
                  <c:v>45502.431250000001</c:v>
                </c:pt>
                <c:pt idx="41631">
                  <c:v>45726.506249999999</c:v>
                </c:pt>
                <c:pt idx="41632">
                  <c:v>45880.393055555563</c:v>
                </c:pt>
                <c:pt idx="41633">
                  <c:v>45983.53125</c:v>
                </c:pt>
                <c:pt idx="41634">
                  <c:v>45533.40625</c:v>
                </c:pt>
                <c:pt idx="41635">
                  <c:v>45817.469444444447</c:v>
                </c:pt>
                <c:pt idx="41636">
                  <c:v>45563.724305555559</c:v>
                </c:pt>
                <c:pt idx="41637">
                  <c:v>45990.445833333331</c:v>
                </c:pt>
                <c:pt idx="41638">
                  <c:v>45948.429166666669</c:v>
                </c:pt>
                <c:pt idx="41639">
                  <c:v>45299.825694444437</c:v>
                </c:pt>
                <c:pt idx="41640">
                  <c:v>45593.447916666657</c:v>
                </c:pt>
                <c:pt idx="41641">
                  <c:v>45685.498611111107</c:v>
                </c:pt>
                <c:pt idx="41642">
                  <c:v>45787.61041666667</c:v>
                </c:pt>
                <c:pt idx="41643">
                  <c:v>45845.396527777782</c:v>
                </c:pt>
                <c:pt idx="41644">
                  <c:v>45361.572916666657</c:v>
                </c:pt>
                <c:pt idx="41645">
                  <c:v>45755.413888888892</c:v>
                </c:pt>
                <c:pt idx="41646">
                  <c:v>45710.711805555547</c:v>
                </c:pt>
                <c:pt idx="41647">
                  <c:v>45465.652777777781</c:v>
                </c:pt>
                <c:pt idx="41648">
                  <c:v>45480.618055555547</c:v>
                </c:pt>
                <c:pt idx="41649">
                  <c:v>45636.5</c:v>
                </c:pt>
                <c:pt idx="41650">
                  <c:v>45915.467361111107</c:v>
                </c:pt>
                <c:pt idx="41651">
                  <c:v>45866.541666666657</c:v>
                </c:pt>
                <c:pt idx="41652">
                  <c:v>45935.939583333333</c:v>
                </c:pt>
                <c:pt idx="41653">
                  <c:v>45968.613194444442</c:v>
                </c:pt>
                <c:pt idx="41654">
                  <c:v>45741.301388888889</c:v>
                </c:pt>
                <c:pt idx="41655">
                  <c:v>45781.730555555558</c:v>
                </c:pt>
                <c:pt idx="41656">
                  <c:v>45745.456944444442</c:v>
                </c:pt>
                <c:pt idx="41657">
                  <c:v>45984.796527777777</c:v>
                </c:pt>
                <c:pt idx="41658">
                  <c:v>45791.67291666667</c:v>
                </c:pt>
                <c:pt idx="41659">
                  <c:v>46012.819444444453</c:v>
                </c:pt>
                <c:pt idx="41660">
                  <c:v>45833.249305555553</c:v>
                </c:pt>
                <c:pt idx="41661">
                  <c:v>45818.618750000001</c:v>
                </c:pt>
                <c:pt idx="41662">
                  <c:v>45880.438194444447</c:v>
                </c:pt>
                <c:pt idx="41663">
                  <c:v>45897.424305555563</c:v>
                </c:pt>
                <c:pt idx="41664">
                  <c:v>45722.519444444442</c:v>
                </c:pt>
                <c:pt idx="41665">
                  <c:v>45917.26666666667</c:v>
                </c:pt>
                <c:pt idx="41666">
                  <c:v>45952.322222222218</c:v>
                </c:pt>
                <c:pt idx="41667">
                  <c:v>45997.811805555553</c:v>
                </c:pt>
                <c:pt idx="41668">
                  <c:v>45707.672222222223</c:v>
                </c:pt>
                <c:pt idx="41669">
                  <c:v>45803.585416666669</c:v>
                </c:pt>
                <c:pt idx="41670">
                  <c:v>45849.627083333333</c:v>
                </c:pt>
                <c:pt idx="41671">
                  <c:v>45765.724305555559</c:v>
                </c:pt>
                <c:pt idx="41672">
                  <c:v>45816.438888888893</c:v>
                </c:pt>
                <c:pt idx="41673">
                  <c:v>45838.701388888891</c:v>
                </c:pt>
                <c:pt idx="41674">
                  <c:v>45899.413194444453</c:v>
                </c:pt>
                <c:pt idx="41675">
                  <c:v>45982.716666666667</c:v>
                </c:pt>
                <c:pt idx="41676">
                  <c:v>45852.867361111108</c:v>
                </c:pt>
                <c:pt idx="41677">
                  <c:v>45848.666666666657</c:v>
                </c:pt>
                <c:pt idx="41678">
                  <c:v>45569.530555555553</c:v>
                </c:pt>
                <c:pt idx="41679">
                  <c:v>45761.824305555558</c:v>
                </c:pt>
                <c:pt idx="41680">
                  <c:v>45768.811111111107</c:v>
                </c:pt>
                <c:pt idx="41681">
                  <c:v>45754.313194444447</c:v>
                </c:pt>
                <c:pt idx="41682">
                  <c:v>45753.746527777781</c:v>
                </c:pt>
                <c:pt idx="41683">
                  <c:v>45961.156944444447</c:v>
                </c:pt>
                <c:pt idx="41684">
                  <c:v>45534.147916666669</c:v>
                </c:pt>
                <c:pt idx="41685">
                  <c:v>45352.502083333333</c:v>
                </c:pt>
                <c:pt idx="41686">
                  <c:v>46021.148611111108</c:v>
                </c:pt>
                <c:pt idx="41687">
                  <c:v>45838.132638888892</c:v>
                </c:pt>
                <c:pt idx="41688">
                  <c:v>45505.050694444442</c:v>
                </c:pt>
                <c:pt idx="41689">
                  <c:v>45898.167361111111</c:v>
                </c:pt>
                <c:pt idx="41690">
                  <c:v>45992.111111111109</c:v>
                </c:pt>
                <c:pt idx="41691">
                  <c:v>45566.097916666673</c:v>
                </c:pt>
                <c:pt idx="41692">
                  <c:v>45778.155555555553</c:v>
                </c:pt>
                <c:pt idx="41693">
                  <c:v>45870.151388888888</c:v>
                </c:pt>
                <c:pt idx="41694">
                  <c:v>45656.113888888889</c:v>
                </c:pt>
                <c:pt idx="41695">
                  <c:v>45471.145138888889</c:v>
                </c:pt>
                <c:pt idx="41696">
                  <c:v>45443.15625</c:v>
                </c:pt>
                <c:pt idx="41697">
                  <c:v>45716.131944444453</c:v>
                </c:pt>
                <c:pt idx="41698">
                  <c:v>45352.206944444442</c:v>
                </c:pt>
                <c:pt idx="41699">
                  <c:v>45807.15902777778</c:v>
                </c:pt>
                <c:pt idx="41700">
                  <c:v>45597.036805555559</c:v>
                </c:pt>
                <c:pt idx="41701">
                  <c:v>45688.036111111112</c:v>
                </c:pt>
                <c:pt idx="41702">
                  <c:v>46021.676388888889</c:v>
                </c:pt>
                <c:pt idx="41703">
                  <c:v>46018.53402777778</c:v>
                </c:pt>
                <c:pt idx="41704">
                  <c:v>46002.86041666667</c:v>
                </c:pt>
                <c:pt idx="41705">
                  <c:v>45959.574999999997</c:v>
                </c:pt>
                <c:pt idx="41706">
                  <c:v>45949.520833333343</c:v>
                </c:pt>
                <c:pt idx="41707">
                  <c:v>45902.959027777782</c:v>
                </c:pt>
                <c:pt idx="41708">
                  <c:v>45915.45208333333</c:v>
                </c:pt>
                <c:pt idx="41709">
                  <c:v>45866.505555555559</c:v>
                </c:pt>
                <c:pt idx="41710">
                  <c:v>45850.696527777778</c:v>
                </c:pt>
                <c:pt idx="41711">
                  <c:v>45835.573611111111</c:v>
                </c:pt>
                <c:pt idx="41712">
                  <c:v>45791.474305555559</c:v>
                </c:pt>
                <c:pt idx="41713">
                  <c:v>45439.379861111112</c:v>
                </c:pt>
                <c:pt idx="41714">
                  <c:v>45813.443749999999</c:v>
                </c:pt>
                <c:pt idx="41715">
                  <c:v>45603.729861111111</c:v>
                </c:pt>
                <c:pt idx="41716">
                  <c:v>45785.291666666657</c:v>
                </c:pt>
                <c:pt idx="41717">
                  <c:v>45908.50277777778</c:v>
                </c:pt>
                <c:pt idx="41718">
                  <c:v>45614.481944444437</c:v>
                </c:pt>
                <c:pt idx="41719">
                  <c:v>45791.474305555559</c:v>
                </c:pt>
                <c:pt idx="41720">
                  <c:v>45330.539583333331</c:v>
                </c:pt>
                <c:pt idx="41721">
                  <c:v>45939.395138888889</c:v>
                </c:pt>
                <c:pt idx="41722">
                  <c:v>45603.729861111111</c:v>
                </c:pt>
                <c:pt idx="41723">
                  <c:v>45330.539583333331</c:v>
                </c:pt>
                <c:pt idx="41724">
                  <c:v>45908.50277777778</c:v>
                </c:pt>
                <c:pt idx="41725">
                  <c:v>45833.720138888893</c:v>
                </c:pt>
                <c:pt idx="41726">
                  <c:v>45939.395138888889</c:v>
                </c:pt>
                <c:pt idx="41727">
                  <c:v>45813.443749999999</c:v>
                </c:pt>
                <c:pt idx="41728">
                  <c:v>45682.349305555559</c:v>
                </c:pt>
                <c:pt idx="41729">
                  <c:v>45785.291666666657</c:v>
                </c:pt>
                <c:pt idx="41730">
                  <c:v>45439.379861111112</c:v>
                </c:pt>
                <c:pt idx="41731">
                  <c:v>45421.467361111107</c:v>
                </c:pt>
                <c:pt idx="41732">
                  <c:v>45361.717361111107</c:v>
                </c:pt>
                <c:pt idx="41733">
                  <c:v>45361.717361111107</c:v>
                </c:pt>
                <c:pt idx="41734">
                  <c:v>45684.643750000003</c:v>
                </c:pt>
                <c:pt idx="41735">
                  <c:v>45516.414583333331</c:v>
                </c:pt>
                <c:pt idx="41736">
                  <c:v>45786.440972222219</c:v>
                </c:pt>
                <c:pt idx="41737">
                  <c:v>45791.479166666657</c:v>
                </c:pt>
                <c:pt idx="41738">
                  <c:v>45786.440972222219</c:v>
                </c:pt>
                <c:pt idx="41739">
                  <c:v>45684.643750000003</c:v>
                </c:pt>
                <c:pt idx="41740">
                  <c:v>45682.349305555559</c:v>
                </c:pt>
                <c:pt idx="41741">
                  <c:v>45516.414583333331</c:v>
                </c:pt>
                <c:pt idx="41742">
                  <c:v>45421.467361111107</c:v>
                </c:pt>
                <c:pt idx="41743">
                  <c:v>45300.605555555558</c:v>
                </c:pt>
                <c:pt idx="41744">
                  <c:v>45566.443749999999</c:v>
                </c:pt>
                <c:pt idx="41745">
                  <c:v>45300.605555555558</c:v>
                </c:pt>
                <c:pt idx="41746">
                  <c:v>45614.481944444437</c:v>
                </c:pt>
                <c:pt idx="41747">
                  <c:v>45791.479166666657</c:v>
                </c:pt>
                <c:pt idx="41748">
                  <c:v>45566.443749999999</c:v>
                </c:pt>
                <c:pt idx="41749">
                  <c:v>45833.720138888893</c:v>
                </c:pt>
                <c:pt idx="41750">
                  <c:v>45830.680555555547</c:v>
                </c:pt>
                <c:pt idx="41751">
                  <c:v>45761.063888888893</c:v>
                </c:pt>
                <c:pt idx="41752">
                  <c:v>45769.762499999997</c:v>
                </c:pt>
                <c:pt idx="41753">
                  <c:v>45729.695138888892</c:v>
                </c:pt>
                <c:pt idx="41754">
                  <c:v>45727.109027777777</c:v>
                </c:pt>
                <c:pt idx="41755">
                  <c:v>45802.481249999997</c:v>
                </c:pt>
                <c:pt idx="41756">
                  <c:v>45661.394444444442</c:v>
                </c:pt>
                <c:pt idx="41757">
                  <c:v>45695.47152777778</c:v>
                </c:pt>
                <c:pt idx="41758">
                  <c:v>45957.84375</c:v>
                </c:pt>
                <c:pt idx="41759">
                  <c:v>45884.520138888889</c:v>
                </c:pt>
                <c:pt idx="41760">
                  <c:v>45679.770833333343</c:v>
                </c:pt>
                <c:pt idx="41761">
                  <c:v>45988.034722222219</c:v>
                </c:pt>
                <c:pt idx="41762">
                  <c:v>45917.708333333343</c:v>
                </c:pt>
                <c:pt idx="41763">
                  <c:v>45729.736111111109</c:v>
                </c:pt>
                <c:pt idx="41764">
                  <c:v>45780.318749999999</c:v>
                </c:pt>
                <c:pt idx="41765">
                  <c:v>45656.841666666667</c:v>
                </c:pt>
                <c:pt idx="41766">
                  <c:v>45945.622916666667</c:v>
                </c:pt>
                <c:pt idx="41767">
                  <c:v>46004.970833333333</c:v>
                </c:pt>
                <c:pt idx="41768">
                  <c:v>45864.05972222222</c:v>
                </c:pt>
                <c:pt idx="41769">
                  <c:v>45724.633333333331</c:v>
                </c:pt>
                <c:pt idx="41770">
                  <c:v>45667.45208333333</c:v>
                </c:pt>
                <c:pt idx="41771">
                  <c:v>45709.3125</c:v>
                </c:pt>
                <c:pt idx="41772">
                  <c:v>45842.779166666667</c:v>
                </c:pt>
                <c:pt idx="41773">
                  <c:v>45751.428472222222</c:v>
                </c:pt>
                <c:pt idx="41774">
                  <c:v>45824.686805555553</c:v>
                </c:pt>
                <c:pt idx="41775">
                  <c:v>46018.67083333333</c:v>
                </c:pt>
                <c:pt idx="41776">
                  <c:v>45793.37777777778</c:v>
                </c:pt>
                <c:pt idx="41777">
                  <c:v>45935.699305555558</c:v>
                </c:pt>
                <c:pt idx="41778">
                  <c:v>45639.628472222219</c:v>
                </c:pt>
                <c:pt idx="41779">
                  <c:v>45692.037499999999</c:v>
                </c:pt>
                <c:pt idx="41780">
                  <c:v>45656.036805555559</c:v>
                </c:pt>
                <c:pt idx="41781">
                  <c:v>46019.952777777777</c:v>
                </c:pt>
                <c:pt idx="41782">
                  <c:v>45480.572222222218</c:v>
                </c:pt>
                <c:pt idx="41783">
                  <c:v>45943.767361111109</c:v>
                </c:pt>
                <c:pt idx="41784">
                  <c:v>45657.87777777778</c:v>
                </c:pt>
                <c:pt idx="41785">
                  <c:v>45864.804861111108</c:v>
                </c:pt>
                <c:pt idx="41786">
                  <c:v>45581.470833333333</c:v>
                </c:pt>
                <c:pt idx="41787">
                  <c:v>45603.949305555558</c:v>
                </c:pt>
                <c:pt idx="41788">
                  <c:v>45510.745138888888</c:v>
                </c:pt>
                <c:pt idx="41789">
                  <c:v>45936.46875</c:v>
                </c:pt>
                <c:pt idx="41790">
                  <c:v>45640.727083333331</c:v>
                </c:pt>
                <c:pt idx="41791">
                  <c:v>45477.075694444437</c:v>
                </c:pt>
                <c:pt idx="41792">
                  <c:v>45804.829861111109</c:v>
                </c:pt>
                <c:pt idx="41793">
                  <c:v>45906.525000000001</c:v>
                </c:pt>
                <c:pt idx="41794">
                  <c:v>45613.436111111107</c:v>
                </c:pt>
                <c:pt idx="41795">
                  <c:v>45397.664583333331</c:v>
                </c:pt>
                <c:pt idx="41796">
                  <c:v>45835.461111111108</c:v>
                </c:pt>
                <c:pt idx="41797">
                  <c:v>45452.74722222222</c:v>
                </c:pt>
                <c:pt idx="41798">
                  <c:v>45502.570833333331</c:v>
                </c:pt>
                <c:pt idx="41799">
                  <c:v>45434.558333333327</c:v>
                </c:pt>
                <c:pt idx="41800">
                  <c:v>45727.441666666673</c:v>
                </c:pt>
                <c:pt idx="41801">
                  <c:v>45677.481944444437</c:v>
                </c:pt>
                <c:pt idx="41802">
                  <c:v>45358.456250000003</c:v>
                </c:pt>
                <c:pt idx="41803">
                  <c:v>45697.859722222223</c:v>
                </c:pt>
                <c:pt idx="41804">
                  <c:v>45704.679166666669</c:v>
                </c:pt>
                <c:pt idx="41805">
                  <c:v>45751.449305555558</c:v>
                </c:pt>
                <c:pt idx="41806">
                  <c:v>45625.671527777777</c:v>
                </c:pt>
                <c:pt idx="41807">
                  <c:v>45692.854166666657</c:v>
                </c:pt>
                <c:pt idx="41808">
                  <c:v>45803.911805555559</c:v>
                </c:pt>
                <c:pt idx="41809">
                  <c:v>45899.894444444442</c:v>
                </c:pt>
                <c:pt idx="41810">
                  <c:v>45941.504166666673</c:v>
                </c:pt>
                <c:pt idx="41811">
                  <c:v>45847.712500000001</c:v>
                </c:pt>
                <c:pt idx="41812">
                  <c:v>45924.690972222219</c:v>
                </c:pt>
                <c:pt idx="41813">
                  <c:v>45724.832638888889</c:v>
                </c:pt>
                <c:pt idx="41814">
                  <c:v>45884.945833333331</c:v>
                </c:pt>
                <c:pt idx="41815">
                  <c:v>45865.796527777777</c:v>
                </c:pt>
                <c:pt idx="41816">
                  <c:v>45574.938888888893</c:v>
                </c:pt>
                <c:pt idx="41817">
                  <c:v>45591.884722222218</c:v>
                </c:pt>
                <c:pt idx="41818">
                  <c:v>46007.482638888891</c:v>
                </c:pt>
                <c:pt idx="41819">
                  <c:v>45688.964583333327</c:v>
                </c:pt>
                <c:pt idx="41820">
                  <c:v>45607.992361111108</c:v>
                </c:pt>
                <c:pt idx="41821">
                  <c:v>45637.497916666667</c:v>
                </c:pt>
                <c:pt idx="41822">
                  <c:v>45630.754861111112</c:v>
                </c:pt>
                <c:pt idx="41823">
                  <c:v>45908.479166666657</c:v>
                </c:pt>
                <c:pt idx="41824">
                  <c:v>45729.693749999999</c:v>
                </c:pt>
                <c:pt idx="41825">
                  <c:v>45959.636111111111</c:v>
                </c:pt>
                <c:pt idx="41826">
                  <c:v>45537.95208333333</c:v>
                </c:pt>
                <c:pt idx="41827">
                  <c:v>45756.453472222223</c:v>
                </c:pt>
                <c:pt idx="41828">
                  <c:v>45659.67291666667</c:v>
                </c:pt>
                <c:pt idx="41829">
                  <c:v>45481.898611111108</c:v>
                </c:pt>
                <c:pt idx="41830">
                  <c:v>45868.918749999997</c:v>
                </c:pt>
                <c:pt idx="41831">
                  <c:v>45557.773611111108</c:v>
                </c:pt>
                <c:pt idx="41832">
                  <c:v>45600.539583333331</c:v>
                </c:pt>
                <c:pt idx="41833">
                  <c:v>45739.966666666667</c:v>
                </c:pt>
                <c:pt idx="41834">
                  <c:v>45835.518750000003</c:v>
                </c:pt>
                <c:pt idx="41835">
                  <c:v>45994.64166666667</c:v>
                </c:pt>
                <c:pt idx="41836">
                  <c:v>45318.675694444442</c:v>
                </c:pt>
                <c:pt idx="41837">
                  <c:v>45881.164583333331</c:v>
                </c:pt>
                <c:pt idx="41838">
                  <c:v>45572.59097222222</c:v>
                </c:pt>
                <c:pt idx="41839">
                  <c:v>45493.727083333331</c:v>
                </c:pt>
                <c:pt idx="41840">
                  <c:v>45473.589583333327</c:v>
                </c:pt>
                <c:pt idx="41841">
                  <c:v>45943.773611111108</c:v>
                </c:pt>
                <c:pt idx="41842">
                  <c:v>45799.411111111112</c:v>
                </c:pt>
                <c:pt idx="41843">
                  <c:v>45799.411111111112</c:v>
                </c:pt>
                <c:pt idx="41844">
                  <c:v>45660.693055555559</c:v>
                </c:pt>
                <c:pt idx="41845">
                  <c:v>45652.436111111107</c:v>
                </c:pt>
                <c:pt idx="41846">
                  <c:v>45638.627083333333</c:v>
                </c:pt>
                <c:pt idx="41847">
                  <c:v>45978.856944444437</c:v>
                </c:pt>
                <c:pt idx="41848">
                  <c:v>45937.667361111111</c:v>
                </c:pt>
                <c:pt idx="41849">
                  <c:v>45776.50277777778</c:v>
                </c:pt>
                <c:pt idx="41850">
                  <c:v>45699.714583333327</c:v>
                </c:pt>
                <c:pt idx="41851">
                  <c:v>45976.477777777778</c:v>
                </c:pt>
                <c:pt idx="41852">
                  <c:v>45844.607638888891</c:v>
                </c:pt>
                <c:pt idx="41853">
                  <c:v>45839.652083333327</c:v>
                </c:pt>
                <c:pt idx="41854">
                  <c:v>45826.448611111111</c:v>
                </c:pt>
                <c:pt idx="41855">
                  <c:v>45825.486805555563</c:v>
                </c:pt>
                <c:pt idx="41856">
                  <c:v>45747.457638888889</c:v>
                </c:pt>
                <c:pt idx="41857">
                  <c:v>45631.767361111109</c:v>
                </c:pt>
                <c:pt idx="41858">
                  <c:v>45363.582638888889</c:v>
                </c:pt>
                <c:pt idx="41859">
                  <c:v>45908.519444444442</c:v>
                </c:pt>
                <c:pt idx="41860">
                  <c:v>45799.532638888893</c:v>
                </c:pt>
                <c:pt idx="41861">
                  <c:v>45739.48541666667</c:v>
                </c:pt>
                <c:pt idx="41862">
                  <c:v>45730.352083333331</c:v>
                </c:pt>
                <c:pt idx="41863">
                  <c:v>45851.751388888893</c:v>
                </c:pt>
                <c:pt idx="41864">
                  <c:v>45849.868055555547</c:v>
                </c:pt>
                <c:pt idx="41865">
                  <c:v>45656.734027777777</c:v>
                </c:pt>
                <c:pt idx="41866">
                  <c:v>45460.625</c:v>
                </c:pt>
                <c:pt idx="41867">
                  <c:v>45639.53402777778</c:v>
                </c:pt>
                <c:pt idx="41868">
                  <c:v>45915.477083333331</c:v>
                </c:pt>
                <c:pt idx="41869">
                  <c:v>45770.502083333333</c:v>
                </c:pt>
                <c:pt idx="41870">
                  <c:v>45834.682638888888</c:v>
                </c:pt>
                <c:pt idx="41871">
                  <c:v>45625.411805555559</c:v>
                </c:pt>
                <c:pt idx="41872">
                  <c:v>45972.667361111111</c:v>
                </c:pt>
                <c:pt idx="41873">
                  <c:v>45747.415277777778</c:v>
                </c:pt>
                <c:pt idx="41874">
                  <c:v>45709.334722222222</c:v>
                </c:pt>
                <c:pt idx="41875">
                  <c:v>45994.650694444441</c:v>
                </c:pt>
                <c:pt idx="41876">
                  <c:v>45834.684027777781</c:v>
                </c:pt>
                <c:pt idx="41877">
                  <c:v>45897.50277777778</c:v>
                </c:pt>
                <c:pt idx="41878">
                  <c:v>45790.509722222218</c:v>
                </c:pt>
                <c:pt idx="41879">
                  <c:v>45834.681944444441</c:v>
                </c:pt>
                <c:pt idx="41880">
                  <c:v>45611.46875</c:v>
                </c:pt>
                <c:pt idx="41881">
                  <c:v>45576.60833333333</c:v>
                </c:pt>
                <c:pt idx="41882">
                  <c:v>45646.5</c:v>
                </c:pt>
                <c:pt idx="41883">
                  <c:v>45948.494444444441</c:v>
                </c:pt>
                <c:pt idx="41884">
                  <c:v>45820.461805555547</c:v>
                </c:pt>
                <c:pt idx="41885">
                  <c:v>45749.822916666657</c:v>
                </c:pt>
                <c:pt idx="41886">
                  <c:v>45350.922222222223</c:v>
                </c:pt>
                <c:pt idx="41887">
                  <c:v>45966.841666666667</c:v>
                </c:pt>
                <c:pt idx="41888">
                  <c:v>45609.195138888892</c:v>
                </c:pt>
                <c:pt idx="41889">
                  <c:v>45879.195833333331</c:v>
                </c:pt>
                <c:pt idx="41890">
                  <c:v>45962.304861111108</c:v>
                </c:pt>
                <c:pt idx="41891">
                  <c:v>46009.361111111109</c:v>
                </c:pt>
                <c:pt idx="41892">
                  <c:v>45989.604166666657</c:v>
                </c:pt>
                <c:pt idx="41893">
                  <c:v>45900.443055555559</c:v>
                </c:pt>
                <c:pt idx="41894">
                  <c:v>45754.518750000003</c:v>
                </c:pt>
                <c:pt idx="41895">
                  <c:v>45610.806944444441</c:v>
                </c:pt>
                <c:pt idx="41896">
                  <c:v>45952.820833333331</c:v>
                </c:pt>
                <c:pt idx="41897">
                  <c:v>45869.179166666669</c:v>
                </c:pt>
                <c:pt idx="41898">
                  <c:v>45835.418749999997</c:v>
                </c:pt>
                <c:pt idx="41899">
                  <c:v>45807.592361111107</c:v>
                </c:pt>
                <c:pt idx="41900">
                  <c:v>45681.422222222223</c:v>
                </c:pt>
                <c:pt idx="41901">
                  <c:v>45927.306944444441</c:v>
                </c:pt>
                <c:pt idx="41902">
                  <c:v>45679.409722222219</c:v>
                </c:pt>
                <c:pt idx="41903">
                  <c:v>45607.04583333333</c:v>
                </c:pt>
                <c:pt idx="41904">
                  <c:v>45855.507638888892</c:v>
                </c:pt>
                <c:pt idx="41905">
                  <c:v>45687.54583333333</c:v>
                </c:pt>
                <c:pt idx="41906">
                  <c:v>45897.679166666669</c:v>
                </c:pt>
                <c:pt idx="41907">
                  <c:v>46008.723611111112</c:v>
                </c:pt>
                <c:pt idx="41908">
                  <c:v>46008.723611111112</c:v>
                </c:pt>
                <c:pt idx="41909">
                  <c:v>45897.679166666669</c:v>
                </c:pt>
                <c:pt idx="41910">
                  <c:v>45392.38958333333</c:v>
                </c:pt>
                <c:pt idx="41911">
                  <c:v>45948.806944444441</c:v>
                </c:pt>
                <c:pt idx="41912">
                  <c:v>45948.806944444441</c:v>
                </c:pt>
                <c:pt idx="41913">
                  <c:v>45565.347916666673</c:v>
                </c:pt>
                <c:pt idx="41914">
                  <c:v>45679.837500000001</c:v>
                </c:pt>
                <c:pt idx="41915">
                  <c:v>45846.420138888891</c:v>
                </c:pt>
                <c:pt idx="41916">
                  <c:v>45565.347916666673</c:v>
                </c:pt>
                <c:pt idx="41917">
                  <c:v>45846.420138888891</c:v>
                </c:pt>
                <c:pt idx="41918">
                  <c:v>45679.837500000001</c:v>
                </c:pt>
                <c:pt idx="41919">
                  <c:v>45805.593055555553</c:v>
                </c:pt>
                <c:pt idx="41920">
                  <c:v>45805.593055555553</c:v>
                </c:pt>
                <c:pt idx="41921">
                  <c:v>45392.38958333333</c:v>
                </c:pt>
                <c:pt idx="41922">
                  <c:v>45778.575694444437</c:v>
                </c:pt>
                <c:pt idx="41923">
                  <c:v>45548.003472222219</c:v>
                </c:pt>
                <c:pt idx="41924">
                  <c:v>45955.502083333333</c:v>
                </c:pt>
                <c:pt idx="41925">
                  <c:v>45649.863888888889</c:v>
                </c:pt>
                <c:pt idx="41926">
                  <c:v>45923.74722222222</c:v>
                </c:pt>
                <c:pt idx="41927">
                  <c:v>45892.706250000003</c:v>
                </c:pt>
                <c:pt idx="41928">
                  <c:v>45661.184027777781</c:v>
                </c:pt>
                <c:pt idx="41929">
                  <c:v>45554.928472222222</c:v>
                </c:pt>
                <c:pt idx="41930">
                  <c:v>45459.960416666669</c:v>
                </c:pt>
                <c:pt idx="41931">
                  <c:v>45352.85833333333</c:v>
                </c:pt>
                <c:pt idx="41932">
                  <c:v>45817.393055555563</c:v>
                </c:pt>
                <c:pt idx="41933">
                  <c:v>45801.974999999999</c:v>
                </c:pt>
                <c:pt idx="41934">
                  <c:v>45798.604861111111</c:v>
                </c:pt>
                <c:pt idx="41935">
                  <c:v>46018.097916666673</c:v>
                </c:pt>
                <c:pt idx="41936">
                  <c:v>45482.386805555558</c:v>
                </c:pt>
                <c:pt idx="41937">
                  <c:v>45814.329861111109</c:v>
                </c:pt>
                <c:pt idx="41938">
                  <c:v>45706.443749999999</c:v>
                </c:pt>
                <c:pt idx="41939">
                  <c:v>45785.531944444447</c:v>
                </c:pt>
                <c:pt idx="41940">
                  <c:v>45944.405555555553</c:v>
                </c:pt>
                <c:pt idx="41941">
                  <c:v>45981.352083333331</c:v>
                </c:pt>
                <c:pt idx="41942">
                  <c:v>45466.415277777778</c:v>
                </c:pt>
                <c:pt idx="41943">
                  <c:v>45552.348611111112</c:v>
                </c:pt>
                <c:pt idx="41944">
                  <c:v>45622.36041666667</c:v>
                </c:pt>
                <c:pt idx="41945">
                  <c:v>45447.520138888889</c:v>
                </c:pt>
                <c:pt idx="41946">
                  <c:v>45849.508333333331</c:v>
                </c:pt>
                <c:pt idx="41947">
                  <c:v>45706.472916666673</c:v>
                </c:pt>
                <c:pt idx="41948">
                  <c:v>46013.423611111109</c:v>
                </c:pt>
                <c:pt idx="41949">
                  <c:v>45882.502083333333</c:v>
                </c:pt>
                <c:pt idx="41950">
                  <c:v>45566.701388888891</c:v>
                </c:pt>
                <c:pt idx="41951">
                  <c:v>45607.429861111108</c:v>
                </c:pt>
                <c:pt idx="41952">
                  <c:v>45421.390277777777</c:v>
                </c:pt>
                <c:pt idx="41953">
                  <c:v>45964.701388888891</c:v>
                </c:pt>
                <c:pt idx="41954">
                  <c:v>45908.652083333327</c:v>
                </c:pt>
                <c:pt idx="41955">
                  <c:v>45894.385416666657</c:v>
                </c:pt>
                <c:pt idx="41956">
                  <c:v>45985.319444444453</c:v>
                </c:pt>
                <c:pt idx="41957">
                  <c:v>45835.409722222219</c:v>
                </c:pt>
                <c:pt idx="41958">
                  <c:v>45929.468055555553</c:v>
                </c:pt>
                <c:pt idx="41959">
                  <c:v>45691.602777777778</c:v>
                </c:pt>
                <c:pt idx="41960">
                  <c:v>45493.384027777778</c:v>
                </c:pt>
                <c:pt idx="41961">
                  <c:v>45818.32916666667</c:v>
                </c:pt>
                <c:pt idx="41962">
                  <c:v>45943.143750000003</c:v>
                </c:pt>
                <c:pt idx="41963">
                  <c:v>45931.886111111111</c:v>
                </c:pt>
                <c:pt idx="41964">
                  <c:v>45912.527777777781</c:v>
                </c:pt>
                <c:pt idx="41965">
                  <c:v>45545.959027777782</c:v>
                </c:pt>
                <c:pt idx="41966">
                  <c:v>45444.754861111112</c:v>
                </c:pt>
                <c:pt idx="41967">
                  <c:v>45847.8125</c:v>
                </c:pt>
                <c:pt idx="41968">
                  <c:v>45826.20416666667</c:v>
                </c:pt>
                <c:pt idx="41969">
                  <c:v>45773.510416666657</c:v>
                </c:pt>
                <c:pt idx="41970">
                  <c:v>45724.78402777778</c:v>
                </c:pt>
                <c:pt idx="41971">
                  <c:v>45706.561805555553</c:v>
                </c:pt>
                <c:pt idx="41972">
                  <c:v>45706.561805555553</c:v>
                </c:pt>
                <c:pt idx="41973">
                  <c:v>45724.78402777778</c:v>
                </c:pt>
                <c:pt idx="41974">
                  <c:v>45981.481249999997</c:v>
                </c:pt>
                <c:pt idx="41975">
                  <c:v>45692.98333333333</c:v>
                </c:pt>
                <c:pt idx="41976">
                  <c:v>45679.926388888889</c:v>
                </c:pt>
                <c:pt idx="41977">
                  <c:v>45652.911805555559</c:v>
                </c:pt>
                <c:pt idx="41978">
                  <c:v>45642.665972222218</c:v>
                </c:pt>
                <c:pt idx="41979">
                  <c:v>45623.481249999997</c:v>
                </c:pt>
                <c:pt idx="41980">
                  <c:v>45606.098611111112</c:v>
                </c:pt>
                <c:pt idx="41981">
                  <c:v>45882.626388888893</c:v>
                </c:pt>
                <c:pt idx="41982">
                  <c:v>45744.072916666657</c:v>
                </c:pt>
                <c:pt idx="41983">
                  <c:v>45740.057638888888</c:v>
                </c:pt>
                <c:pt idx="41984">
                  <c:v>45562.470833333333</c:v>
                </c:pt>
                <c:pt idx="41985">
                  <c:v>45842.743750000001</c:v>
                </c:pt>
                <c:pt idx="41986">
                  <c:v>45583.605555555558</c:v>
                </c:pt>
                <c:pt idx="41987">
                  <c:v>46006.421527777777</c:v>
                </c:pt>
                <c:pt idx="41988">
                  <c:v>45656.879166666673</c:v>
                </c:pt>
                <c:pt idx="41989">
                  <c:v>45527.489583333343</c:v>
                </c:pt>
                <c:pt idx="41990">
                  <c:v>45527.488888888889</c:v>
                </c:pt>
                <c:pt idx="41991">
                  <c:v>45699.729166666657</c:v>
                </c:pt>
                <c:pt idx="41992">
                  <c:v>45615.70416666667</c:v>
                </c:pt>
                <c:pt idx="41993">
                  <c:v>45943.061111111107</c:v>
                </c:pt>
                <c:pt idx="41994">
                  <c:v>45904.773611111108</c:v>
                </c:pt>
                <c:pt idx="41995">
                  <c:v>45883.688194444447</c:v>
                </c:pt>
                <c:pt idx="41996">
                  <c:v>45814.884722222218</c:v>
                </c:pt>
                <c:pt idx="41997">
                  <c:v>45818.775694444441</c:v>
                </c:pt>
                <c:pt idx="41998">
                  <c:v>45677.701388888891</c:v>
                </c:pt>
                <c:pt idx="41999">
                  <c:v>46003.773611111108</c:v>
                </c:pt>
                <c:pt idx="42000">
                  <c:v>45992.779861111107</c:v>
                </c:pt>
                <c:pt idx="42001">
                  <c:v>45887.65902777778</c:v>
                </c:pt>
                <c:pt idx="42002">
                  <c:v>46020.642361111109</c:v>
                </c:pt>
                <c:pt idx="42003">
                  <c:v>45307.397222222222</c:v>
                </c:pt>
                <c:pt idx="42004">
                  <c:v>45733.181944444441</c:v>
                </c:pt>
                <c:pt idx="42005">
                  <c:v>45889.627083333333</c:v>
                </c:pt>
                <c:pt idx="42006">
                  <c:v>45981.947916666657</c:v>
                </c:pt>
                <c:pt idx="42007">
                  <c:v>45752.03402777778</c:v>
                </c:pt>
                <c:pt idx="42008">
                  <c:v>45744.318055555559</c:v>
                </c:pt>
                <c:pt idx="42009">
                  <c:v>45964.451388888891</c:v>
                </c:pt>
                <c:pt idx="42010">
                  <c:v>45929.601388888892</c:v>
                </c:pt>
                <c:pt idx="42011">
                  <c:v>45983.537499999999</c:v>
                </c:pt>
                <c:pt idx="42012">
                  <c:v>45599.711111111108</c:v>
                </c:pt>
                <c:pt idx="42013">
                  <c:v>45483.527083333327</c:v>
                </c:pt>
                <c:pt idx="42014">
                  <c:v>45686.705555555563</c:v>
                </c:pt>
                <c:pt idx="42015">
                  <c:v>45351.656944444447</c:v>
                </c:pt>
                <c:pt idx="42016">
                  <c:v>45990.981944444437</c:v>
                </c:pt>
                <c:pt idx="42017">
                  <c:v>45623.059027777781</c:v>
                </c:pt>
                <c:pt idx="42018">
                  <c:v>45918.734722222223</c:v>
                </c:pt>
                <c:pt idx="42019">
                  <c:v>45536.556250000001</c:v>
                </c:pt>
                <c:pt idx="42020">
                  <c:v>45687.607638888891</c:v>
                </c:pt>
                <c:pt idx="42021">
                  <c:v>45695.663194444453</c:v>
                </c:pt>
                <c:pt idx="42022">
                  <c:v>45942.680555555547</c:v>
                </c:pt>
                <c:pt idx="42023">
                  <c:v>46012.369444444441</c:v>
                </c:pt>
                <c:pt idx="42024">
                  <c:v>45842.888888888891</c:v>
                </c:pt>
                <c:pt idx="42025">
                  <c:v>45803.758333333331</c:v>
                </c:pt>
                <c:pt idx="42026">
                  <c:v>45584.49722222222</c:v>
                </c:pt>
                <c:pt idx="42027">
                  <c:v>45575.484722222223</c:v>
                </c:pt>
                <c:pt idx="42028">
                  <c:v>45679.84097222222</c:v>
                </c:pt>
                <c:pt idx="42029">
                  <c:v>45678.868750000001</c:v>
                </c:pt>
                <c:pt idx="42030">
                  <c:v>45669.82916666667</c:v>
                </c:pt>
                <c:pt idx="42031">
                  <c:v>45665.692361111112</c:v>
                </c:pt>
                <c:pt idx="42032">
                  <c:v>45720.632638888892</c:v>
                </c:pt>
                <c:pt idx="42033">
                  <c:v>45642.745138888888</c:v>
                </c:pt>
                <c:pt idx="42034">
                  <c:v>45768.415277777778</c:v>
                </c:pt>
                <c:pt idx="42035">
                  <c:v>45836.359722222223</c:v>
                </c:pt>
                <c:pt idx="42036">
                  <c:v>45934.356249999997</c:v>
                </c:pt>
                <c:pt idx="42037">
                  <c:v>45803.297222222223</c:v>
                </c:pt>
                <c:pt idx="42038">
                  <c:v>45338.502083333333</c:v>
                </c:pt>
                <c:pt idx="42039">
                  <c:v>45670.445833333331</c:v>
                </c:pt>
                <c:pt idx="42040">
                  <c:v>45537.322222222218</c:v>
                </c:pt>
                <c:pt idx="42041">
                  <c:v>45976.65</c:v>
                </c:pt>
                <c:pt idx="42042">
                  <c:v>45641.671527777777</c:v>
                </c:pt>
                <c:pt idx="42043">
                  <c:v>45714.398611111108</c:v>
                </c:pt>
                <c:pt idx="42044">
                  <c:v>45890.421527777777</c:v>
                </c:pt>
                <c:pt idx="42045">
                  <c:v>45930.402083333327</c:v>
                </c:pt>
                <c:pt idx="42046">
                  <c:v>45743.574999999997</c:v>
                </c:pt>
                <c:pt idx="42047">
                  <c:v>45718.697916666657</c:v>
                </c:pt>
                <c:pt idx="42048">
                  <c:v>46019.606944444437</c:v>
                </c:pt>
                <c:pt idx="42049">
                  <c:v>45944.290277777778</c:v>
                </c:pt>
                <c:pt idx="42050">
                  <c:v>45923.086805555547</c:v>
                </c:pt>
                <c:pt idx="42051">
                  <c:v>45584.671527777777</c:v>
                </c:pt>
                <c:pt idx="42052">
                  <c:v>45618.592361111107</c:v>
                </c:pt>
                <c:pt idx="42053">
                  <c:v>45420.654861111107</c:v>
                </c:pt>
                <c:pt idx="42054">
                  <c:v>45949.515277777777</c:v>
                </c:pt>
                <c:pt idx="42055">
                  <c:v>45653.504166666673</c:v>
                </c:pt>
                <c:pt idx="42056">
                  <c:v>45686.364583333343</c:v>
                </c:pt>
                <c:pt idx="42057">
                  <c:v>45881.570138888892</c:v>
                </c:pt>
                <c:pt idx="42058">
                  <c:v>45986.581944444442</c:v>
                </c:pt>
                <c:pt idx="42059">
                  <c:v>45522.652777777781</c:v>
                </c:pt>
                <c:pt idx="42060">
                  <c:v>45924.581250000003</c:v>
                </c:pt>
                <c:pt idx="42061">
                  <c:v>45322.477083333331</c:v>
                </c:pt>
                <c:pt idx="42062">
                  <c:v>45486.638888888891</c:v>
                </c:pt>
                <c:pt idx="42063">
                  <c:v>45789.684027777781</c:v>
                </c:pt>
                <c:pt idx="42064">
                  <c:v>45360.42291666667</c:v>
                </c:pt>
                <c:pt idx="42065">
                  <c:v>45826.912499999999</c:v>
                </c:pt>
                <c:pt idx="42066">
                  <c:v>45808.668749999997</c:v>
                </c:pt>
                <c:pt idx="42067">
                  <c:v>45791.26666666667</c:v>
                </c:pt>
                <c:pt idx="42068">
                  <c:v>45778.472916666673</c:v>
                </c:pt>
                <c:pt idx="42069">
                  <c:v>45746.529861111107</c:v>
                </c:pt>
                <c:pt idx="42070">
                  <c:v>45735.129861111112</c:v>
                </c:pt>
                <c:pt idx="42071">
                  <c:v>45566.432638888888</c:v>
                </c:pt>
                <c:pt idx="42072">
                  <c:v>45989.65347222222</c:v>
                </c:pt>
                <c:pt idx="42073">
                  <c:v>45973.197916666657</c:v>
                </c:pt>
                <c:pt idx="42074">
                  <c:v>45951.227777777778</c:v>
                </c:pt>
                <c:pt idx="42075">
                  <c:v>45857.738888888889</c:v>
                </c:pt>
                <c:pt idx="42076">
                  <c:v>45901.86041666667</c:v>
                </c:pt>
                <c:pt idx="42077">
                  <c:v>45817.283333333333</c:v>
                </c:pt>
                <c:pt idx="42078">
                  <c:v>45793.28402777778</c:v>
                </c:pt>
                <c:pt idx="42079">
                  <c:v>45837.436111111107</c:v>
                </c:pt>
                <c:pt idx="42080">
                  <c:v>45396.842361111107</c:v>
                </c:pt>
                <c:pt idx="42081">
                  <c:v>45991.478472222218</c:v>
                </c:pt>
                <c:pt idx="42082">
                  <c:v>45454.273611111108</c:v>
                </c:pt>
                <c:pt idx="42083">
                  <c:v>45772.435416666667</c:v>
                </c:pt>
                <c:pt idx="42084">
                  <c:v>45460.588194444441</c:v>
                </c:pt>
                <c:pt idx="42085">
                  <c:v>45888.784722222219</c:v>
                </c:pt>
                <c:pt idx="42086">
                  <c:v>45804.916666666657</c:v>
                </c:pt>
                <c:pt idx="42087">
                  <c:v>45621.7</c:v>
                </c:pt>
                <c:pt idx="42088">
                  <c:v>45829.599305555559</c:v>
                </c:pt>
                <c:pt idx="42089">
                  <c:v>45645.750694444447</c:v>
                </c:pt>
                <c:pt idx="42090">
                  <c:v>45465.892361111109</c:v>
                </c:pt>
                <c:pt idx="42091">
                  <c:v>45617.24722222222</c:v>
                </c:pt>
                <c:pt idx="42092">
                  <c:v>45853.525694444441</c:v>
                </c:pt>
                <c:pt idx="42093">
                  <c:v>45491.364583333343</c:v>
                </c:pt>
                <c:pt idx="42094">
                  <c:v>45944.402083333327</c:v>
                </c:pt>
                <c:pt idx="42095">
                  <c:v>45761.243750000001</c:v>
                </c:pt>
                <c:pt idx="42096">
                  <c:v>45403.856249999997</c:v>
                </c:pt>
                <c:pt idx="42097">
                  <c:v>45824.295138888891</c:v>
                </c:pt>
                <c:pt idx="42098">
                  <c:v>45654.788194444453</c:v>
                </c:pt>
                <c:pt idx="42099">
                  <c:v>45888.811111111107</c:v>
                </c:pt>
                <c:pt idx="42100">
                  <c:v>45575.474999999999</c:v>
                </c:pt>
                <c:pt idx="42101">
                  <c:v>45792.784722222219</c:v>
                </c:pt>
                <c:pt idx="42102">
                  <c:v>45528.890972222223</c:v>
                </c:pt>
                <c:pt idx="42103">
                  <c:v>45720.802083333343</c:v>
                </c:pt>
                <c:pt idx="42104">
                  <c:v>45307.45416666667</c:v>
                </c:pt>
                <c:pt idx="42105">
                  <c:v>46000.274305555547</c:v>
                </c:pt>
                <c:pt idx="42106">
                  <c:v>45962.577777777777</c:v>
                </c:pt>
                <c:pt idx="42107">
                  <c:v>45953.67291666667</c:v>
                </c:pt>
                <c:pt idx="42108">
                  <c:v>45945.741666666669</c:v>
                </c:pt>
                <c:pt idx="42109">
                  <c:v>45841.543749999997</c:v>
                </c:pt>
                <c:pt idx="42110">
                  <c:v>45831.566666666673</c:v>
                </c:pt>
                <c:pt idx="42111">
                  <c:v>45748.679166666669</c:v>
                </c:pt>
                <c:pt idx="42112">
                  <c:v>45727.646527777782</c:v>
                </c:pt>
                <c:pt idx="42113">
                  <c:v>45776.531944444447</c:v>
                </c:pt>
                <c:pt idx="42114">
                  <c:v>45908.545138888891</c:v>
                </c:pt>
                <c:pt idx="42115">
                  <c:v>45894.697916666657</c:v>
                </c:pt>
                <c:pt idx="42116">
                  <c:v>45788.564583333333</c:v>
                </c:pt>
                <c:pt idx="42117">
                  <c:v>45812.609722222223</c:v>
                </c:pt>
                <c:pt idx="42118">
                  <c:v>46008.488194444442</c:v>
                </c:pt>
                <c:pt idx="42119">
                  <c:v>45760.746527777781</c:v>
                </c:pt>
                <c:pt idx="42120">
                  <c:v>45866.526388888888</c:v>
                </c:pt>
                <c:pt idx="42121">
                  <c:v>45919.494444444441</c:v>
                </c:pt>
                <c:pt idx="42122">
                  <c:v>45932.568055555559</c:v>
                </c:pt>
                <c:pt idx="42123">
                  <c:v>45954.700694444437</c:v>
                </c:pt>
                <c:pt idx="42124">
                  <c:v>45799.656944444447</c:v>
                </c:pt>
                <c:pt idx="42125">
                  <c:v>45772.613888888889</c:v>
                </c:pt>
                <c:pt idx="42126">
                  <c:v>45965.337500000001</c:v>
                </c:pt>
                <c:pt idx="42127">
                  <c:v>45998.785416666673</c:v>
                </c:pt>
                <c:pt idx="42128">
                  <c:v>45904.73333333333</c:v>
                </c:pt>
                <c:pt idx="42129">
                  <c:v>45523.743750000001</c:v>
                </c:pt>
                <c:pt idx="42130">
                  <c:v>45642.631249999999</c:v>
                </c:pt>
                <c:pt idx="42131">
                  <c:v>45523.743750000001</c:v>
                </c:pt>
                <c:pt idx="42132">
                  <c:v>45569.943749999999</c:v>
                </c:pt>
                <c:pt idx="42133">
                  <c:v>45642.631249999999</c:v>
                </c:pt>
                <c:pt idx="42134">
                  <c:v>45892.078472222223</c:v>
                </c:pt>
                <c:pt idx="42135">
                  <c:v>45469.052777777782</c:v>
                </c:pt>
                <c:pt idx="42136">
                  <c:v>45844.680555555547</c:v>
                </c:pt>
                <c:pt idx="42137">
                  <c:v>45892.078472222223</c:v>
                </c:pt>
                <c:pt idx="42138">
                  <c:v>45469.052777777782</c:v>
                </c:pt>
                <c:pt idx="42139">
                  <c:v>45844.680555555547</c:v>
                </c:pt>
                <c:pt idx="42140">
                  <c:v>45299.451388888891</c:v>
                </c:pt>
                <c:pt idx="42141">
                  <c:v>45299.451388888891</c:v>
                </c:pt>
                <c:pt idx="42142">
                  <c:v>45569.943749999999</c:v>
                </c:pt>
                <c:pt idx="42143">
                  <c:v>45824.916666666657</c:v>
                </c:pt>
                <c:pt idx="42144">
                  <c:v>45759.765972222223</c:v>
                </c:pt>
                <c:pt idx="42145">
                  <c:v>45908.436805555553</c:v>
                </c:pt>
                <c:pt idx="42146">
                  <c:v>45835.857638888891</c:v>
                </c:pt>
                <c:pt idx="42147">
                  <c:v>45743.992361111108</c:v>
                </c:pt>
                <c:pt idx="42148">
                  <c:v>45732.762499999997</c:v>
                </c:pt>
                <c:pt idx="42149">
                  <c:v>45826.981944444437</c:v>
                </c:pt>
                <c:pt idx="42150">
                  <c:v>46005.876388888893</c:v>
                </c:pt>
                <c:pt idx="42151">
                  <c:v>45811.885416666657</c:v>
                </c:pt>
                <c:pt idx="42152">
                  <c:v>45718.526388888888</c:v>
                </c:pt>
                <c:pt idx="42153">
                  <c:v>45935.703472222223</c:v>
                </c:pt>
                <c:pt idx="42154">
                  <c:v>45973.598611111112</c:v>
                </c:pt>
                <c:pt idx="42155">
                  <c:v>45910.740277777782</c:v>
                </c:pt>
                <c:pt idx="42156">
                  <c:v>45893.793749999997</c:v>
                </c:pt>
                <c:pt idx="42157">
                  <c:v>45851.777083333327</c:v>
                </c:pt>
                <c:pt idx="42158">
                  <c:v>45714.568749999999</c:v>
                </c:pt>
                <c:pt idx="42159">
                  <c:v>45652.828472222223</c:v>
                </c:pt>
                <c:pt idx="42160">
                  <c:v>45633.870833333327</c:v>
                </c:pt>
                <c:pt idx="42161">
                  <c:v>46008.657638888893</c:v>
                </c:pt>
                <c:pt idx="42162">
                  <c:v>45361.719444444447</c:v>
                </c:pt>
                <c:pt idx="42163">
                  <c:v>45869.934027777781</c:v>
                </c:pt>
                <c:pt idx="42164">
                  <c:v>45777.884722222218</c:v>
                </c:pt>
                <c:pt idx="42165">
                  <c:v>45698.773611111108</c:v>
                </c:pt>
                <c:pt idx="42166">
                  <c:v>45488.036805555559</c:v>
                </c:pt>
                <c:pt idx="42167">
                  <c:v>45601.888888888891</c:v>
                </c:pt>
                <c:pt idx="42168">
                  <c:v>45982.049305555563</c:v>
                </c:pt>
                <c:pt idx="42169">
                  <c:v>45927.796527777777</c:v>
                </c:pt>
                <c:pt idx="42170">
                  <c:v>45921.136805555558</c:v>
                </c:pt>
                <c:pt idx="42171">
                  <c:v>45908.886805555558</c:v>
                </c:pt>
                <c:pt idx="42172">
                  <c:v>45874.759027777778</c:v>
                </c:pt>
                <c:pt idx="42173">
                  <c:v>45421.646527777782</c:v>
                </c:pt>
                <c:pt idx="42174">
                  <c:v>45446.759722222218</c:v>
                </c:pt>
                <c:pt idx="42175">
                  <c:v>45411.242361111108</c:v>
                </c:pt>
                <c:pt idx="42176">
                  <c:v>45530.8</c:v>
                </c:pt>
                <c:pt idx="42177">
                  <c:v>45709.513194444437</c:v>
                </c:pt>
                <c:pt idx="42178">
                  <c:v>45989.655555555553</c:v>
                </c:pt>
                <c:pt idx="42179">
                  <c:v>46022.431250000001</c:v>
                </c:pt>
                <c:pt idx="42180">
                  <c:v>45964.590277777781</c:v>
                </c:pt>
                <c:pt idx="42181">
                  <c:v>45810.522222222222</c:v>
                </c:pt>
                <c:pt idx="42182">
                  <c:v>45376.704861111109</c:v>
                </c:pt>
                <c:pt idx="42183">
                  <c:v>46003.742361111108</c:v>
                </c:pt>
                <c:pt idx="42184">
                  <c:v>45687.691666666673</c:v>
                </c:pt>
                <c:pt idx="42185">
                  <c:v>45575.906944444447</c:v>
                </c:pt>
                <c:pt idx="42186">
                  <c:v>45737.193749999999</c:v>
                </c:pt>
                <c:pt idx="42187">
                  <c:v>45845.741666666669</c:v>
                </c:pt>
                <c:pt idx="42188">
                  <c:v>45867.730555555558</c:v>
                </c:pt>
                <c:pt idx="42189">
                  <c:v>45669.354166666657</c:v>
                </c:pt>
                <c:pt idx="42190">
                  <c:v>45920.609722222223</c:v>
                </c:pt>
                <c:pt idx="42191">
                  <c:v>45762.467361111107</c:v>
                </c:pt>
                <c:pt idx="42192">
                  <c:v>45488.592361111107</c:v>
                </c:pt>
                <c:pt idx="42193">
                  <c:v>45784.806250000001</c:v>
                </c:pt>
                <c:pt idx="42194">
                  <c:v>45718.85833333333</c:v>
                </c:pt>
                <c:pt idx="42195">
                  <c:v>45827.042361111111</c:v>
                </c:pt>
                <c:pt idx="42196">
                  <c:v>45821.781944444447</c:v>
                </c:pt>
                <c:pt idx="42197">
                  <c:v>45812.841666666667</c:v>
                </c:pt>
                <c:pt idx="42198">
                  <c:v>45655.665277777778</c:v>
                </c:pt>
                <c:pt idx="42199">
                  <c:v>45651.693749999999</c:v>
                </c:pt>
                <c:pt idx="42200">
                  <c:v>45647.0625</c:v>
                </c:pt>
                <c:pt idx="42201">
                  <c:v>45643.627083333333</c:v>
                </c:pt>
                <c:pt idx="42202">
                  <c:v>45620.962500000001</c:v>
                </c:pt>
                <c:pt idx="42203">
                  <c:v>45708.822916666657</c:v>
                </c:pt>
                <c:pt idx="42204">
                  <c:v>45735.75</c:v>
                </c:pt>
                <c:pt idx="42205">
                  <c:v>45800.940972222219</c:v>
                </c:pt>
                <c:pt idx="42206">
                  <c:v>45918.805555555547</c:v>
                </c:pt>
                <c:pt idx="42207">
                  <c:v>45695.4375</c:v>
                </c:pt>
                <c:pt idx="42208">
                  <c:v>45751.592361111107</c:v>
                </c:pt>
                <c:pt idx="42209">
                  <c:v>45793.576388888891</c:v>
                </c:pt>
                <c:pt idx="42210">
                  <c:v>45723.460416666669</c:v>
                </c:pt>
                <c:pt idx="42211">
                  <c:v>46002.820138888892</c:v>
                </c:pt>
                <c:pt idx="42212">
                  <c:v>45894.736111111109</c:v>
                </c:pt>
                <c:pt idx="42213">
                  <c:v>45689.631944444453</c:v>
                </c:pt>
                <c:pt idx="42214">
                  <c:v>45756.419444444437</c:v>
                </c:pt>
                <c:pt idx="42215">
                  <c:v>45676.4</c:v>
                </c:pt>
                <c:pt idx="42216">
                  <c:v>45682.857638888891</c:v>
                </c:pt>
                <c:pt idx="42217">
                  <c:v>45798.794444444437</c:v>
                </c:pt>
                <c:pt idx="42218">
                  <c:v>45712.536805555559</c:v>
                </c:pt>
                <c:pt idx="42219">
                  <c:v>45693.859027777777</c:v>
                </c:pt>
                <c:pt idx="42220">
                  <c:v>45545.816666666673</c:v>
                </c:pt>
                <c:pt idx="42221">
                  <c:v>45627.086805555547</c:v>
                </c:pt>
                <c:pt idx="42222">
                  <c:v>45704.452777777777</c:v>
                </c:pt>
                <c:pt idx="42223">
                  <c:v>45918.716666666667</c:v>
                </c:pt>
                <c:pt idx="42224">
                  <c:v>45883.536111111112</c:v>
                </c:pt>
                <c:pt idx="42225">
                  <c:v>45686.671527777777</c:v>
                </c:pt>
                <c:pt idx="42226">
                  <c:v>45768.315972222219</c:v>
                </c:pt>
                <c:pt idx="42227">
                  <c:v>45959.672222222223</c:v>
                </c:pt>
                <c:pt idx="42228">
                  <c:v>46020.520833333343</c:v>
                </c:pt>
                <c:pt idx="42229">
                  <c:v>45854.450694444437</c:v>
                </c:pt>
                <c:pt idx="42230">
                  <c:v>45654.629166666673</c:v>
                </c:pt>
                <c:pt idx="42231">
                  <c:v>45807.629861111112</c:v>
                </c:pt>
                <c:pt idx="42232">
                  <c:v>45665.576388888891</c:v>
                </c:pt>
                <c:pt idx="42233">
                  <c:v>45614.678472222222</c:v>
                </c:pt>
                <c:pt idx="42234">
                  <c:v>46005.72152777778</c:v>
                </c:pt>
                <c:pt idx="42235">
                  <c:v>45990.661805555559</c:v>
                </c:pt>
                <c:pt idx="42236">
                  <c:v>45668.705555555563</c:v>
                </c:pt>
                <c:pt idx="42237">
                  <c:v>45621.623611111107</c:v>
                </c:pt>
                <c:pt idx="42238">
                  <c:v>45562.763194444437</c:v>
                </c:pt>
                <c:pt idx="42239">
                  <c:v>45651.754861111112</c:v>
                </c:pt>
                <c:pt idx="42240">
                  <c:v>45635.820138888892</c:v>
                </c:pt>
                <c:pt idx="42241">
                  <c:v>45706.309027777781</c:v>
                </c:pt>
                <c:pt idx="42242">
                  <c:v>45534.162499999999</c:v>
                </c:pt>
                <c:pt idx="42243">
                  <c:v>45784.915972222218</c:v>
                </c:pt>
                <c:pt idx="42244">
                  <c:v>45605.926388888889</c:v>
                </c:pt>
                <c:pt idx="42245">
                  <c:v>45576.990277777782</c:v>
                </c:pt>
                <c:pt idx="42246">
                  <c:v>45669.763194444437</c:v>
                </c:pt>
                <c:pt idx="42247">
                  <c:v>45622.872916666667</c:v>
                </c:pt>
                <c:pt idx="42248">
                  <c:v>45838.338194444441</c:v>
                </c:pt>
                <c:pt idx="42249">
                  <c:v>45745.703472222223</c:v>
                </c:pt>
                <c:pt idx="42250">
                  <c:v>45855.959722222222</c:v>
                </c:pt>
                <c:pt idx="42251">
                  <c:v>45546.959722222222</c:v>
                </c:pt>
                <c:pt idx="42252">
                  <c:v>45686.261111111111</c:v>
                </c:pt>
                <c:pt idx="42253">
                  <c:v>45716.833333333343</c:v>
                </c:pt>
                <c:pt idx="42254">
                  <c:v>45558.352083333331</c:v>
                </c:pt>
                <c:pt idx="42255">
                  <c:v>45826.298611111109</c:v>
                </c:pt>
                <c:pt idx="42256">
                  <c:v>45802.380555555559</c:v>
                </c:pt>
                <c:pt idx="42257">
                  <c:v>45626.931250000001</c:v>
                </c:pt>
                <c:pt idx="42258">
                  <c:v>45768.256249999999</c:v>
                </c:pt>
                <c:pt idx="42259">
                  <c:v>45555.17291666667</c:v>
                </c:pt>
                <c:pt idx="42260">
                  <c:v>45865.336805555547</c:v>
                </c:pt>
                <c:pt idx="42261">
                  <c:v>45690.061111111107</c:v>
                </c:pt>
                <c:pt idx="42262">
                  <c:v>45643.282638888893</c:v>
                </c:pt>
                <c:pt idx="42263">
                  <c:v>45538.338194444441</c:v>
                </c:pt>
                <c:pt idx="42264">
                  <c:v>45447.522916666669</c:v>
                </c:pt>
                <c:pt idx="42265">
                  <c:v>45350.455555555563</c:v>
                </c:pt>
                <c:pt idx="42266">
                  <c:v>45921.568055555559</c:v>
                </c:pt>
                <c:pt idx="42267">
                  <c:v>45558.467361111107</c:v>
                </c:pt>
                <c:pt idx="42268">
                  <c:v>45724.455555555563</c:v>
                </c:pt>
                <c:pt idx="42269">
                  <c:v>45315.386111111111</c:v>
                </c:pt>
                <c:pt idx="42270">
                  <c:v>45507.868750000001</c:v>
                </c:pt>
                <c:pt idx="42271">
                  <c:v>45620.71875</c:v>
                </c:pt>
                <c:pt idx="42272">
                  <c:v>45658.411805555559</c:v>
                </c:pt>
                <c:pt idx="42273">
                  <c:v>45386.595138888893</c:v>
                </c:pt>
                <c:pt idx="42274">
                  <c:v>45588.431944444441</c:v>
                </c:pt>
                <c:pt idx="42275">
                  <c:v>45836.553472222222</c:v>
                </c:pt>
                <c:pt idx="42276">
                  <c:v>45415.392361111109</c:v>
                </c:pt>
                <c:pt idx="42277">
                  <c:v>45477.336111111108</c:v>
                </c:pt>
                <c:pt idx="42278">
                  <c:v>45844.423611111109</c:v>
                </c:pt>
                <c:pt idx="42279">
                  <c:v>46023.995138888888</c:v>
                </c:pt>
                <c:pt idx="42280">
                  <c:v>46003.402083333327</c:v>
                </c:pt>
                <c:pt idx="42281">
                  <c:v>45416.701388888891</c:v>
                </c:pt>
                <c:pt idx="42282">
                  <c:v>45930.786805555559</c:v>
                </c:pt>
                <c:pt idx="42283">
                  <c:v>45783.294444444437</c:v>
                </c:pt>
                <c:pt idx="42284">
                  <c:v>45906.709027777782</c:v>
                </c:pt>
                <c:pt idx="42285">
                  <c:v>45781.659722222219</c:v>
                </c:pt>
                <c:pt idx="42286">
                  <c:v>45780.411111111112</c:v>
                </c:pt>
                <c:pt idx="42287">
                  <c:v>45724.492361111108</c:v>
                </c:pt>
                <c:pt idx="42288">
                  <c:v>45670.363194444442</c:v>
                </c:pt>
                <c:pt idx="42289">
                  <c:v>45724.503472222219</c:v>
                </c:pt>
                <c:pt idx="42290">
                  <c:v>45790.74722222222</c:v>
                </c:pt>
                <c:pt idx="42291">
                  <c:v>45665.602777777778</c:v>
                </c:pt>
                <c:pt idx="42292">
                  <c:v>46005.497916666667</c:v>
                </c:pt>
                <c:pt idx="42293">
                  <c:v>45774.632638888892</c:v>
                </c:pt>
                <c:pt idx="42294">
                  <c:v>45808.217361111107</c:v>
                </c:pt>
                <c:pt idx="42295">
                  <c:v>45940.530555555553</c:v>
                </c:pt>
                <c:pt idx="42296">
                  <c:v>45805.370833333327</c:v>
                </c:pt>
                <c:pt idx="42297">
                  <c:v>45668.648611111108</c:v>
                </c:pt>
                <c:pt idx="42298">
                  <c:v>45654.709722222222</c:v>
                </c:pt>
                <c:pt idx="42299">
                  <c:v>45696.206250000003</c:v>
                </c:pt>
                <c:pt idx="42300">
                  <c:v>45726.322222222218</c:v>
                </c:pt>
                <c:pt idx="42301">
                  <c:v>45905.288888888892</c:v>
                </c:pt>
                <c:pt idx="42302">
                  <c:v>45479.270833333343</c:v>
                </c:pt>
                <c:pt idx="42303">
                  <c:v>45876.365277777782</c:v>
                </c:pt>
                <c:pt idx="42304">
                  <c:v>45862.243750000001</c:v>
                </c:pt>
                <c:pt idx="42305">
                  <c:v>45862.243750000001</c:v>
                </c:pt>
                <c:pt idx="42306">
                  <c:v>45859.986111111109</c:v>
                </c:pt>
                <c:pt idx="42307">
                  <c:v>45849.39166666667</c:v>
                </c:pt>
                <c:pt idx="42308">
                  <c:v>45835.379861111112</c:v>
                </c:pt>
                <c:pt idx="42309">
                  <c:v>45742.878472222219</c:v>
                </c:pt>
                <c:pt idx="42310">
                  <c:v>46023.831944444442</c:v>
                </c:pt>
                <c:pt idx="42311">
                  <c:v>45390.42291666667</c:v>
                </c:pt>
                <c:pt idx="42312">
                  <c:v>45603.769444444442</c:v>
                </c:pt>
                <c:pt idx="42313">
                  <c:v>45946.288888888892</c:v>
                </c:pt>
                <c:pt idx="42314">
                  <c:v>45823.816666666673</c:v>
                </c:pt>
                <c:pt idx="42315">
                  <c:v>45878.322916666657</c:v>
                </c:pt>
                <c:pt idx="42316">
                  <c:v>45471.615277777782</c:v>
                </c:pt>
                <c:pt idx="42317">
                  <c:v>45672.561805555553</c:v>
                </c:pt>
                <c:pt idx="42318">
                  <c:v>45832.607638888891</c:v>
                </c:pt>
                <c:pt idx="42319">
                  <c:v>45768.970138888893</c:v>
                </c:pt>
                <c:pt idx="42320">
                  <c:v>45821.532638888893</c:v>
                </c:pt>
                <c:pt idx="42321">
                  <c:v>45764.956250000003</c:v>
                </c:pt>
                <c:pt idx="42322">
                  <c:v>45802.294444444437</c:v>
                </c:pt>
                <c:pt idx="42323">
                  <c:v>45807.283333333333</c:v>
                </c:pt>
                <c:pt idx="42324">
                  <c:v>45800.526388888888</c:v>
                </c:pt>
                <c:pt idx="42325">
                  <c:v>45799.359722222223</c:v>
                </c:pt>
                <c:pt idx="42326">
                  <c:v>45820.709027777782</c:v>
                </c:pt>
                <c:pt idx="42327">
                  <c:v>45895.661111111112</c:v>
                </c:pt>
                <c:pt idx="42328">
                  <c:v>45763.547222222223</c:v>
                </c:pt>
                <c:pt idx="42329">
                  <c:v>45984.386111111111</c:v>
                </c:pt>
                <c:pt idx="42330">
                  <c:v>45883.55972222222</c:v>
                </c:pt>
                <c:pt idx="42331">
                  <c:v>45936.73541666667</c:v>
                </c:pt>
                <c:pt idx="42332">
                  <c:v>46013.475694444453</c:v>
                </c:pt>
                <c:pt idx="42333">
                  <c:v>45920.56527777778</c:v>
                </c:pt>
                <c:pt idx="42334">
                  <c:v>45747.694444444453</c:v>
                </c:pt>
                <c:pt idx="42335">
                  <c:v>45960.647222222222</c:v>
                </c:pt>
                <c:pt idx="42336">
                  <c:v>45852.715277777781</c:v>
                </c:pt>
                <c:pt idx="42337">
                  <c:v>45829.511111111111</c:v>
                </c:pt>
                <c:pt idx="42338">
                  <c:v>45730.375694444447</c:v>
                </c:pt>
                <c:pt idx="42339">
                  <c:v>45782.804861111108</c:v>
                </c:pt>
                <c:pt idx="42340">
                  <c:v>45873.8125</c:v>
                </c:pt>
                <c:pt idx="42341">
                  <c:v>45989.469444444447</c:v>
                </c:pt>
                <c:pt idx="42342">
                  <c:v>45908.665277777778</c:v>
                </c:pt>
                <c:pt idx="42343">
                  <c:v>45867.75277777778</c:v>
                </c:pt>
                <c:pt idx="42344">
                  <c:v>45863.640972222223</c:v>
                </c:pt>
                <c:pt idx="42345">
                  <c:v>45807.804166666669</c:v>
                </c:pt>
                <c:pt idx="42346">
                  <c:v>45795.479166666657</c:v>
                </c:pt>
                <c:pt idx="42347">
                  <c:v>45972.501388888893</c:v>
                </c:pt>
                <c:pt idx="42348">
                  <c:v>46002.509027777778</c:v>
                </c:pt>
                <c:pt idx="42349">
                  <c:v>45926.748611111107</c:v>
                </c:pt>
                <c:pt idx="42350">
                  <c:v>45713.839583333327</c:v>
                </c:pt>
                <c:pt idx="42351">
                  <c:v>45839.59652777778</c:v>
                </c:pt>
                <c:pt idx="42352">
                  <c:v>45798.5</c:v>
                </c:pt>
                <c:pt idx="42353">
                  <c:v>45783.649305555547</c:v>
                </c:pt>
                <c:pt idx="42354">
                  <c:v>45788.487500000003</c:v>
                </c:pt>
                <c:pt idx="42355">
                  <c:v>45775.714583333327</c:v>
                </c:pt>
                <c:pt idx="42356">
                  <c:v>45785.269444444442</c:v>
                </c:pt>
                <c:pt idx="42357">
                  <c:v>45758.3125</c:v>
                </c:pt>
                <c:pt idx="42358">
                  <c:v>45782.502083333333</c:v>
                </c:pt>
                <c:pt idx="42359">
                  <c:v>45779.553472222222</c:v>
                </c:pt>
                <c:pt idx="42360">
                  <c:v>45769.652083333327</c:v>
                </c:pt>
                <c:pt idx="42361">
                  <c:v>45757.612500000003</c:v>
                </c:pt>
                <c:pt idx="42362">
                  <c:v>45489.675000000003</c:v>
                </c:pt>
                <c:pt idx="42363">
                  <c:v>45557.882638888892</c:v>
                </c:pt>
                <c:pt idx="42364">
                  <c:v>45427.706250000003</c:v>
                </c:pt>
                <c:pt idx="42365">
                  <c:v>45376.433333333327</c:v>
                </c:pt>
                <c:pt idx="42366">
                  <c:v>45328.260416666657</c:v>
                </c:pt>
                <c:pt idx="42367">
                  <c:v>45598.355555555558</c:v>
                </c:pt>
                <c:pt idx="42368">
                  <c:v>45655.882638888892</c:v>
                </c:pt>
                <c:pt idx="42369">
                  <c:v>45758.759027777778</c:v>
                </c:pt>
                <c:pt idx="42370">
                  <c:v>45762.616666666669</c:v>
                </c:pt>
                <c:pt idx="42371">
                  <c:v>45404.713194444441</c:v>
                </c:pt>
                <c:pt idx="42372">
                  <c:v>45762.464583333327</c:v>
                </c:pt>
                <c:pt idx="42373">
                  <c:v>45775.456944444442</c:v>
                </c:pt>
                <c:pt idx="42374">
                  <c:v>45758.243055555547</c:v>
                </c:pt>
                <c:pt idx="42375">
                  <c:v>45761.338888888888</c:v>
                </c:pt>
                <c:pt idx="42376">
                  <c:v>45758.567361111112</c:v>
                </c:pt>
                <c:pt idx="42377">
                  <c:v>45758.481944444437</c:v>
                </c:pt>
                <c:pt idx="42378">
                  <c:v>45755.550694444442</c:v>
                </c:pt>
                <c:pt idx="42379">
                  <c:v>45742.018750000003</c:v>
                </c:pt>
                <c:pt idx="42380">
                  <c:v>45726.725694444453</c:v>
                </c:pt>
                <c:pt idx="42381">
                  <c:v>45625.728472222218</c:v>
                </c:pt>
                <c:pt idx="42382">
                  <c:v>45345.433333333327</c:v>
                </c:pt>
                <c:pt idx="42383">
                  <c:v>45803.956250000003</c:v>
                </c:pt>
                <c:pt idx="42384">
                  <c:v>45530.623611111107</c:v>
                </c:pt>
                <c:pt idx="42385">
                  <c:v>45456.669444444437</c:v>
                </c:pt>
                <c:pt idx="42386">
                  <c:v>45903.950694444437</c:v>
                </c:pt>
                <c:pt idx="42387">
                  <c:v>45629.74722222222</c:v>
                </c:pt>
                <c:pt idx="42388">
                  <c:v>45718.977777777778</c:v>
                </c:pt>
                <c:pt idx="42389">
                  <c:v>45711.619444444441</c:v>
                </c:pt>
                <c:pt idx="42390">
                  <c:v>45680.861805555563</c:v>
                </c:pt>
                <c:pt idx="42391">
                  <c:v>45650.468055555553</c:v>
                </c:pt>
                <c:pt idx="42392">
                  <c:v>45295.373611111107</c:v>
                </c:pt>
                <c:pt idx="42393">
                  <c:v>45755.381249999999</c:v>
                </c:pt>
                <c:pt idx="42394">
                  <c:v>45755.381249999999</c:v>
                </c:pt>
                <c:pt idx="42395">
                  <c:v>45295.373611111107</c:v>
                </c:pt>
                <c:pt idx="42396">
                  <c:v>45510.57916666667</c:v>
                </c:pt>
                <c:pt idx="42397">
                  <c:v>45510.57916666667</c:v>
                </c:pt>
                <c:pt idx="42398">
                  <c:v>45903.632638888892</c:v>
                </c:pt>
                <c:pt idx="42399">
                  <c:v>45468.559027777781</c:v>
                </c:pt>
                <c:pt idx="42400">
                  <c:v>45468.559027777781</c:v>
                </c:pt>
                <c:pt idx="42401">
                  <c:v>45603.165277777778</c:v>
                </c:pt>
                <c:pt idx="42402">
                  <c:v>45903.632638888892</c:v>
                </c:pt>
                <c:pt idx="42403">
                  <c:v>45449.270138888889</c:v>
                </c:pt>
                <c:pt idx="42404">
                  <c:v>45712.307638888888</c:v>
                </c:pt>
                <c:pt idx="42405">
                  <c:v>45341.819444444453</c:v>
                </c:pt>
                <c:pt idx="42406">
                  <c:v>45449.270138888889</c:v>
                </c:pt>
                <c:pt idx="42407">
                  <c:v>45965.597222222219</c:v>
                </c:pt>
                <c:pt idx="42408">
                  <c:v>45603.165277777778</c:v>
                </c:pt>
                <c:pt idx="42409">
                  <c:v>45712.307638888888</c:v>
                </c:pt>
                <c:pt idx="42410">
                  <c:v>45341.819444444453</c:v>
                </c:pt>
                <c:pt idx="42411">
                  <c:v>45965.597222222219</c:v>
                </c:pt>
                <c:pt idx="42412">
                  <c:v>45650.468055555553</c:v>
                </c:pt>
                <c:pt idx="42413">
                  <c:v>45946.811111111107</c:v>
                </c:pt>
                <c:pt idx="42414">
                  <c:v>45946.811111111107</c:v>
                </c:pt>
                <c:pt idx="42415">
                  <c:v>46022.525000000001</c:v>
                </c:pt>
                <c:pt idx="42416">
                  <c:v>46003.814583333333</c:v>
                </c:pt>
                <c:pt idx="42417">
                  <c:v>45979.633333333331</c:v>
                </c:pt>
                <c:pt idx="42418">
                  <c:v>45965.381249999999</c:v>
                </c:pt>
                <c:pt idx="42419">
                  <c:v>45959.946527777778</c:v>
                </c:pt>
                <c:pt idx="42420">
                  <c:v>45914.068749999999</c:v>
                </c:pt>
                <c:pt idx="42421">
                  <c:v>45913.739583333343</c:v>
                </c:pt>
                <c:pt idx="42422">
                  <c:v>45841.896527777782</c:v>
                </c:pt>
                <c:pt idx="42423">
                  <c:v>45841.896527777782</c:v>
                </c:pt>
                <c:pt idx="42424">
                  <c:v>45895.84652777778</c:v>
                </c:pt>
                <c:pt idx="42425">
                  <c:v>45895.84652777778</c:v>
                </c:pt>
                <c:pt idx="42426">
                  <c:v>45868.89166666667</c:v>
                </c:pt>
                <c:pt idx="42427">
                  <c:v>45317.805555555547</c:v>
                </c:pt>
                <c:pt idx="42428">
                  <c:v>45647.555555555547</c:v>
                </c:pt>
                <c:pt idx="42429">
                  <c:v>45295.938888888893</c:v>
                </c:pt>
                <c:pt idx="42430">
                  <c:v>45366.397222222222</c:v>
                </c:pt>
                <c:pt idx="42431">
                  <c:v>45332.640972222223</c:v>
                </c:pt>
                <c:pt idx="42432">
                  <c:v>45448.982638888891</c:v>
                </c:pt>
                <c:pt idx="42433">
                  <c:v>45867.716666666667</c:v>
                </c:pt>
                <c:pt idx="42434">
                  <c:v>45866.543749999997</c:v>
                </c:pt>
                <c:pt idx="42435">
                  <c:v>45850.800694444442</c:v>
                </c:pt>
                <c:pt idx="42436">
                  <c:v>45768.726388888892</c:v>
                </c:pt>
                <c:pt idx="42437">
                  <c:v>45755.573611111111</c:v>
                </c:pt>
                <c:pt idx="42438">
                  <c:v>45812.845138888893</c:v>
                </c:pt>
                <c:pt idx="42439">
                  <c:v>45794.45</c:v>
                </c:pt>
                <c:pt idx="42440">
                  <c:v>45360.606249999997</c:v>
                </c:pt>
                <c:pt idx="42441">
                  <c:v>45420.495833333327</c:v>
                </c:pt>
                <c:pt idx="42442">
                  <c:v>45593.709027777782</c:v>
                </c:pt>
                <c:pt idx="42443">
                  <c:v>45306.816666666673</c:v>
                </c:pt>
                <c:pt idx="42444">
                  <c:v>45504.047222222223</c:v>
                </c:pt>
                <c:pt idx="42445">
                  <c:v>45787.944444444453</c:v>
                </c:pt>
                <c:pt idx="42446">
                  <c:v>45780.367361111108</c:v>
                </c:pt>
                <c:pt idx="42447">
                  <c:v>45778.606944444437</c:v>
                </c:pt>
                <c:pt idx="42448">
                  <c:v>45777.638888888891</c:v>
                </c:pt>
                <c:pt idx="42449">
                  <c:v>45777.569444444453</c:v>
                </c:pt>
                <c:pt idx="42450">
                  <c:v>45710.681944444441</c:v>
                </c:pt>
                <c:pt idx="42451">
                  <c:v>45767.415277777778</c:v>
                </c:pt>
                <c:pt idx="42452">
                  <c:v>45751.593055555553</c:v>
                </c:pt>
                <c:pt idx="42453">
                  <c:v>45757.398611111108</c:v>
                </c:pt>
                <c:pt idx="42454">
                  <c:v>45747.706250000003</c:v>
                </c:pt>
                <c:pt idx="42455">
                  <c:v>45987.270833333343</c:v>
                </c:pt>
                <c:pt idx="42456">
                  <c:v>45751.731249999997</c:v>
                </c:pt>
                <c:pt idx="42457">
                  <c:v>45845.811805555553</c:v>
                </c:pt>
                <c:pt idx="42458">
                  <c:v>45993.2</c:v>
                </c:pt>
                <c:pt idx="42459">
                  <c:v>45974.771527777782</c:v>
                </c:pt>
                <c:pt idx="42460">
                  <c:v>46007.585416666669</c:v>
                </c:pt>
                <c:pt idx="42461">
                  <c:v>45959.59097222222</c:v>
                </c:pt>
                <c:pt idx="42462">
                  <c:v>45964.430555555547</c:v>
                </c:pt>
                <c:pt idx="42463">
                  <c:v>45845.804166666669</c:v>
                </c:pt>
                <c:pt idx="42464">
                  <c:v>45745.925000000003</c:v>
                </c:pt>
                <c:pt idx="42465">
                  <c:v>45745.635416666657</c:v>
                </c:pt>
                <c:pt idx="42466">
                  <c:v>45731.97152777778</c:v>
                </c:pt>
                <c:pt idx="42467">
                  <c:v>45715.3125</c:v>
                </c:pt>
                <c:pt idx="42468">
                  <c:v>45711.689583333333</c:v>
                </c:pt>
                <c:pt idx="42469">
                  <c:v>45704.454861111109</c:v>
                </c:pt>
                <c:pt idx="42470">
                  <c:v>45697.532638888893</c:v>
                </c:pt>
                <c:pt idx="42471">
                  <c:v>45681.782638888893</c:v>
                </c:pt>
                <c:pt idx="42472">
                  <c:v>45673.93472222222</c:v>
                </c:pt>
                <c:pt idx="42473">
                  <c:v>45295.85833333333</c:v>
                </c:pt>
                <c:pt idx="42474">
                  <c:v>45891.804861111108</c:v>
                </c:pt>
                <c:pt idx="42475">
                  <c:v>45781.436111111107</c:v>
                </c:pt>
                <c:pt idx="42476">
                  <c:v>45656.702777777777</c:v>
                </c:pt>
                <c:pt idx="42477">
                  <c:v>45603.410416666673</c:v>
                </c:pt>
                <c:pt idx="42478">
                  <c:v>45505.587500000001</c:v>
                </c:pt>
                <c:pt idx="42479">
                  <c:v>45672.752083333333</c:v>
                </c:pt>
                <c:pt idx="42480">
                  <c:v>45652.665972222218</c:v>
                </c:pt>
                <c:pt idx="42481">
                  <c:v>45649.551388888889</c:v>
                </c:pt>
                <c:pt idx="42482">
                  <c:v>45648.663194444453</c:v>
                </c:pt>
                <c:pt idx="42483">
                  <c:v>45629.580555555563</c:v>
                </c:pt>
                <c:pt idx="42484">
                  <c:v>45625.613888888889</c:v>
                </c:pt>
                <c:pt idx="42485">
                  <c:v>45527.796527777777</c:v>
                </c:pt>
                <c:pt idx="42486">
                  <c:v>45499.586805555547</c:v>
                </c:pt>
                <c:pt idx="42487">
                  <c:v>45378.586111111108</c:v>
                </c:pt>
                <c:pt idx="42488">
                  <c:v>45413.495833333327</c:v>
                </c:pt>
                <c:pt idx="42489">
                  <c:v>45395.499305555553</c:v>
                </c:pt>
                <c:pt idx="42490">
                  <c:v>45339.832638888889</c:v>
                </c:pt>
                <c:pt idx="42491">
                  <c:v>45461.934027777781</c:v>
                </c:pt>
                <c:pt idx="42492">
                  <c:v>45435.356944444437</c:v>
                </c:pt>
                <c:pt idx="42493">
                  <c:v>45991.45</c:v>
                </c:pt>
                <c:pt idx="42494">
                  <c:v>46021.515277777777</c:v>
                </c:pt>
                <c:pt idx="42495">
                  <c:v>45999.675000000003</c:v>
                </c:pt>
                <c:pt idx="42496">
                  <c:v>46023.538194444453</c:v>
                </c:pt>
                <c:pt idx="42497">
                  <c:v>45995.838194444441</c:v>
                </c:pt>
                <c:pt idx="42498">
                  <c:v>45861.507638888892</c:v>
                </c:pt>
                <c:pt idx="42499">
                  <c:v>45973.42083333333</c:v>
                </c:pt>
                <c:pt idx="42500">
                  <c:v>45962.356944444437</c:v>
                </c:pt>
                <c:pt idx="42501">
                  <c:v>45973.967361111107</c:v>
                </c:pt>
                <c:pt idx="42502">
                  <c:v>45873.511111111111</c:v>
                </c:pt>
                <c:pt idx="42503">
                  <c:v>45738.699305555558</c:v>
                </c:pt>
                <c:pt idx="42504">
                  <c:v>45882.469444444447</c:v>
                </c:pt>
                <c:pt idx="42505">
                  <c:v>45818.836111111108</c:v>
                </c:pt>
                <c:pt idx="42506">
                  <c:v>45643.63958333333</c:v>
                </c:pt>
                <c:pt idx="42507">
                  <c:v>45663.540972222218</c:v>
                </c:pt>
                <c:pt idx="42508">
                  <c:v>45914.85833333333</c:v>
                </c:pt>
                <c:pt idx="42509">
                  <c:v>46016.584722222222</c:v>
                </c:pt>
                <c:pt idx="42510">
                  <c:v>45618.465277777781</c:v>
                </c:pt>
                <c:pt idx="42511">
                  <c:v>45854.432638888888</c:v>
                </c:pt>
                <c:pt idx="42512">
                  <c:v>45599.754166666673</c:v>
                </c:pt>
                <c:pt idx="42513">
                  <c:v>45685.492361111108</c:v>
                </c:pt>
                <c:pt idx="42514">
                  <c:v>45703.574305555558</c:v>
                </c:pt>
                <c:pt idx="42515">
                  <c:v>45777.394444444442</c:v>
                </c:pt>
                <c:pt idx="42516">
                  <c:v>45950.400694444441</c:v>
                </c:pt>
                <c:pt idx="42517">
                  <c:v>45946.451388888891</c:v>
                </c:pt>
                <c:pt idx="42518">
                  <c:v>45768.468055555553</c:v>
                </c:pt>
                <c:pt idx="42519">
                  <c:v>45900.892361111109</c:v>
                </c:pt>
                <c:pt idx="42520">
                  <c:v>45830.842361111107</c:v>
                </c:pt>
                <c:pt idx="42521">
                  <c:v>45882.84652777778</c:v>
                </c:pt>
                <c:pt idx="42522">
                  <c:v>45877.39166666667</c:v>
                </c:pt>
                <c:pt idx="42523">
                  <c:v>45873.768055555563</c:v>
                </c:pt>
                <c:pt idx="42524">
                  <c:v>45874.966666666667</c:v>
                </c:pt>
                <c:pt idx="42525">
                  <c:v>45870.000694444447</c:v>
                </c:pt>
                <c:pt idx="42526">
                  <c:v>45590.908333333333</c:v>
                </c:pt>
                <c:pt idx="42527">
                  <c:v>45637.706944444442</c:v>
                </c:pt>
                <c:pt idx="42528">
                  <c:v>45465.76666666667</c:v>
                </c:pt>
                <c:pt idx="42529">
                  <c:v>45974.722916666673</c:v>
                </c:pt>
                <c:pt idx="42530">
                  <c:v>45992.332638888889</c:v>
                </c:pt>
                <c:pt idx="42531">
                  <c:v>45763.423611111109</c:v>
                </c:pt>
                <c:pt idx="42532">
                  <c:v>45713.60833333333</c:v>
                </c:pt>
                <c:pt idx="42533">
                  <c:v>45508.533333333333</c:v>
                </c:pt>
                <c:pt idx="42534">
                  <c:v>45787.388888888891</c:v>
                </c:pt>
                <c:pt idx="42535">
                  <c:v>45691.560416666667</c:v>
                </c:pt>
                <c:pt idx="42536">
                  <c:v>45545.724305555559</c:v>
                </c:pt>
                <c:pt idx="42537">
                  <c:v>45399.820833333331</c:v>
                </c:pt>
                <c:pt idx="42538">
                  <c:v>45858.736805555563</c:v>
                </c:pt>
                <c:pt idx="42539">
                  <c:v>45909.395138888889</c:v>
                </c:pt>
                <c:pt idx="42540">
                  <c:v>45837.769444444442</c:v>
                </c:pt>
                <c:pt idx="42541">
                  <c:v>45869.855555555558</c:v>
                </c:pt>
                <c:pt idx="42542">
                  <c:v>45866.447916666657</c:v>
                </c:pt>
                <c:pt idx="42543">
                  <c:v>45796.92291666667</c:v>
                </c:pt>
                <c:pt idx="42544">
                  <c:v>45858.875694444447</c:v>
                </c:pt>
                <c:pt idx="42545">
                  <c:v>45857.475694444453</c:v>
                </c:pt>
                <c:pt idx="42546">
                  <c:v>45853.731944444437</c:v>
                </c:pt>
                <c:pt idx="42547">
                  <c:v>45849.397222222222</c:v>
                </c:pt>
                <c:pt idx="42548">
                  <c:v>45847.493750000001</c:v>
                </c:pt>
                <c:pt idx="42549">
                  <c:v>45836.456250000003</c:v>
                </c:pt>
                <c:pt idx="42550">
                  <c:v>45845.334027777782</c:v>
                </c:pt>
                <c:pt idx="42551">
                  <c:v>45840.648611111108</c:v>
                </c:pt>
                <c:pt idx="42552">
                  <c:v>45839.577777777777</c:v>
                </c:pt>
                <c:pt idx="42553">
                  <c:v>45829.350694444453</c:v>
                </c:pt>
                <c:pt idx="42554">
                  <c:v>45835.78402777778</c:v>
                </c:pt>
                <c:pt idx="42555">
                  <c:v>45827.711805555547</c:v>
                </c:pt>
                <c:pt idx="42556">
                  <c:v>45824.813194444447</c:v>
                </c:pt>
                <c:pt idx="42557">
                  <c:v>45821.275694444441</c:v>
                </c:pt>
                <c:pt idx="42558">
                  <c:v>45820.577777777777</c:v>
                </c:pt>
                <c:pt idx="42559">
                  <c:v>46008.457638888889</c:v>
                </c:pt>
                <c:pt idx="42560">
                  <c:v>45826.370138888888</c:v>
                </c:pt>
                <c:pt idx="42561">
                  <c:v>45789.779861111107</c:v>
                </c:pt>
                <c:pt idx="42562">
                  <c:v>45958.601388888892</c:v>
                </c:pt>
                <c:pt idx="42563">
                  <c:v>45559.526388888888</c:v>
                </c:pt>
                <c:pt idx="42564">
                  <c:v>45476.856249999997</c:v>
                </c:pt>
                <c:pt idx="42565">
                  <c:v>45934.629861111112</c:v>
                </c:pt>
                <c:pt idx="42566">
                  <c:v>45885.316666666673</c:v>
                </c:pt>
                <c:pt idx="42567">
                  <c:v>45443.518055555563</c:v>
                </c:pt>
                <c:pt idx="42568">
                  <c:v>45817.449305555558</c:v>
                </c:pt>
                <c:pt idx="42569">
                  <c:v>45804.906944444447</c:v>
                </c:pt>
                <c:pt idx="42570">
                  <c:v>45789.4375</c:v>
                </c:pt>
                <c:pt idx="42571">
                  <c:v>45810.760416666657</c:v>
                </c:pt>
                <c:pt idx="42572">
                  <c:v>45807.10833333333</c:v>
                </c:pt>
                <c:pt idx="42573">
                  <c:v>45806.927083333343</c:v>
                </c:pt>
                <c:pt idx="42574">
                  <c:v>45795.132638888892</c:v>
                </c:pt>
                <c:pt idx="42575">
                  <c:v>45803.747916666667</c:v>
                </c:pt>
                <c:pt idx="42576">
                  <c:v>45801.818055555559</c:v>
                </c:pt>
                <c:pt idx="42577">
                  <c:v>45796.97152777778</c:v>
                </c:pt>
                <c:pt idx="42578">
                  <c:v>45572.804166666669</c:v>
                </c:pt>
                <c:pt idx="42579">
                  <c:v>45782.509722222218</c:v>
                </c:pt>
                <c:pt idx="42580">
                  <c:v>45881.468055555553</c:v>
                </c:pt>
                <c:pt idx="42581">
                  <c:v>45904.771527777782</c:v>
                </c:pt>
                <c:pt idx="42582">
                  <c:v>46000.470138888893</c:v>
                </c:pt>
                <c:pt idx="42583">
                  <c:v>45761.607638888891</c:v>
                </c:pt>
                <c:pt idx="42584">
                  <c:v>45923.523611111108</c:v>
                </c:pt>
                <c:pt idx="42585">
                  <c:v>45637.617361111108</c:v>
                </c:pt>
                <c:pt idx="42586">
                  <c:v>45591.836805555547</c:v>
                </c:pt>
                <c:pt idx="42587">
                  <c:v>45677.465277777781</c:v>
                </c:pt>
                <c:pt idx="42588">
                  <c:v>45721.876388888893</c:v>
                </c:pt>
                <c:pt idx="42589">
                  <c:v>45945.325694444437</c:v>
                </c:pt>
                <c:pt idx="42590">
                  <c:v>45798.54791666667</c:v>
                </c:pt>
                <c:pt idx="42591">
                  <c:v>45693.785416666673</c:v>
                </c:pt>
                <c:pt idx="42592">
                  <c:v>45985.461111111108</c:v>
                </c:pt>
                <c:pt idx="42593">
                  <c:v>45930.443749999999</c:v>
                </c:pt>
                <c:pt idx="42594">
                  <c:v>45840.97152777778</c:v>
                </c:pt>
                <c:pt idx="42595">
                  <c:v>45740.417361111111</c:v>
                </c:pt>
                <c:pt idx="42596">
                  <c:v>45861.816666666673</c:v>
                </c:pt>
                <c:pt idx="42597">
                  <c:v>45818.712500000001</c:v>
                </c:pt>
                <c:pt idx="42598">
                  <c:v>45608.855555555558</c:v>
                </c:pt>
                <c:pt idx="42599">
                  <c:v>45796.745833333327</c:v>
                </c:pt>
                <c:pt idx="42600">
                  <c:v>45796.581944444442</c:v>
                </c:pt>
                <c:pt idx="42601">
                  <c:v>45796.520833333343</c:v>
                </c:pt>
                <c:pt idx="42602">
                  <c:v>45782.761111111111</c:v>
                </c:pt>
                <c:pt idx="42603">
                  <c:v>45781.798611111109</c:v>
                </c:pt>
                <c:pt idx="42604">
                  <c:v>45772.786111111112</c:v>
                </c:pt>
                <c:pt idx="42605">
                  <c:v>45791.469444444447</c:v>
                </c:pt>
                <c:pt idx="42606">
                  <c:v>45786.695833333331</c:v>
                </c:pt>
                <c:pt idx="42607">
                  <c:v>45783.79583333333</c:v>
                </c:pt>
                <c:pt idx="42608">
                  <c:v>45768.756944444453</c:v>
                </c:pt>
                <c:pt idx="42609">
                  <c:v>45851.491666666669</c:v>
                </c:pt>
                <c:pt idx="42610">
                  <c:v>45994.425694444442</c:v>
                </c:pt>
                <c:pt idx="42611">
                  <c:v>45582.461111111108</c:v>
                </c:pt>
                <c:pt idx="42612">
                  <c:v>45541.806944444441</c:v>
                </c:pt>
                <c:pt idx="42613">
                  <c:v>45682.626388888893</c:v>
                </c:pt>
                <c:pt idx="42614">
                  <c:v>45366.463888888888</c:v>
                </c:pt>
                <c:pt idx="42615">
                  <c:v>45457.401388888888</c:v>
                </c:pt>
                <c:pt idx="42616">
                  <c:v>45552.548611111109</c:v>
                </c:pt>
                <c:pt idx="42617">
                  <c:v>45728.517361111109</c:v>
                </c:pt>
                <c:pt idx="42618">
                  <c:v>45911.421527777777</c:v>
                </c:pt>
                <c:pt idx="42619">
                  <c:v>45758.807638888888</c:v>
                </c:pt>
                <c:pt idx="42620">
                  <c:v>45762.950694444437</c:v>
                </c:pt>
                <c:pt idx="42621">
                  <c:v>45761.269444444442</c:v>
                </c:pt>
                <c:pt idx="42622">
                  <c:v>45756.570833333331</c:v>
                </c:pt>
                <c:pt idx="42623">
                  <c:v>45745.506944444453</c:v>
                </c:pt>
                <c:pt idx="42624">
                  <c:v>45671.460416666669</c:v>
                </c:pt>
                <c:pt idx="42625">
                  <c:v>45713.899305555547</c:v>
                </c:pt>
                <c:pt idx="42626">
                  <c:v>45709.422222222223</c:v>
                </c:pt>
                <c:pt idx="42627">
                  <c:v>45608.660416666673</c:v>
                </c:pt>
                <c:pt idx="42628">
                  <c:v>45498.575694444437</c:v>
                </c:pt>
                <c:pt idx="42629">
                  <c:v>45662.768055555563</c:v>
                </c:pt>
                <c:pt idx="42630">
                  <c:v>45978.487500000003</c:v>
                </c:pt>
                <c:pt idx="42631">
                  <c:v>45437.888194444437</c:v>
                </c:pt>
                <c:pt idx="42632">
                  <c:v>45665.469444444447</c:v>
                </c:pt>
                <c:pt idx="42633">
                  <c:v>45518.429166666669</c:v>
                </c:pt>
                <c:pt idx="42634">
                  <c:v>45456.984027777777</c:v>
                </c:pt>
                <c:pt idx="42635">
                  <c:v>45817.436111111107</c:v>
                </c:pt>
                <c:pt idx="42636">
                  <c:v>45888.408333333333</c:v>
                </c:pt>
                <c:pt idx="42637">
                  <c:v>45582.637499999997</c:v>
                </c:pt>
                <c:pt idx="42638">
                  <c:v>45546.366666666669</c:v>
                </c:pt>
                <c:pt idx="42639">
                  <c:v>45456.948611111111</c:v>
                </c:pt>
                <c:pt idx="42640">
                  <c:v>45565.435416666667</c:v>
                </c:pt>
                <c:pt idx="42641">
                  <c:v>45602.392361111109</c:v>
                </c:pt>
                <c:pt idx="42642">
                  <c:v>45624.395833333343</c:v>
                </c:pt>
                <c:pt idx="42643">
                  <c:v>45760.916666666657</c:v>
                </c:pt>
                <c:pt idx="42644">
                  <c:v>45457.543055555558</c:v>
                </c:pt>
                <c:pt idx="42645">
                  <c:v>45644.775694444441</c:v>
                </c:pt>
                <c:pt idx="42646">
                  <c:v>45706.384722222218</c:v>
                </c:pt>
                <c:pt idx="42647">
                  <c:v>45935.745138888888</c:v>
                </c:pt>
                <c:pt idx="42648">
                  <c:v>45450.654861111107</c:v>
                </c:pt>
                <c:pt idx="42649">
                  <c:v>45481.506944444453</c:v>
                </c:pt>
                <c:pt idx="42650">
                  <c:v>45792.513194444437</c:v>
                </c:pt>
                <c:pt idx="42651">
                  <c:v>45527.416666666657</c:v>
                </c:pt>
                <c:pt idx="42652">
                  <c:v>45498.42083333333</c:v>
                </c:pt>
                <c:pt idx="42653">
                  <c:v>46018.402777777781</c:v>
                </c:pt>
                <c:pt idx="42654">
                  <c:v>45935.731249999997</c:v>
                </c:pt>
                <c:pt idx="42655">
                  <c:v>45935.731249999997</c:v>
                </c:pt>
                <c:pt idx="42656">
                  <c:v>45701.668055555558</c:v>
                </c:pt>
                <c:pt idx="42657">
                  <c:v>46008.475694444453</c:v>
                </c:pt>
                <c:pt idx="42658">
                  <c:v>45978.416666666657</c:v>
                </c:pt>
                <c:pt idx="42659">
                  <c:v>45971.331944444442</c:v>
                </c:pt>
                <c:pt idx="42660">
                  <c:v>45700.569444444453</c:v>
                </c:pt>
                <c:pt idx="42661">
                  <c:v>45540.820833333331</c:v>
                </c:pt>
                <c:pt idx="42662">
                  <c:v>45340.5</c:v>
                </c:pt>
                <c:pt idx="42663">
                  <c:v>45801.695138888892</c:v>
                </c:pt>
                <c:pt idx="42664">
                  <c:v>45447.301388888889</c:v>
                </c:pt>
                <c:pt idx="42665">
                  <c:v>45877.823611111111</c:v>
                </c:pt>
                <c:pt idx="42666">
                  <c:v>46005.693055555559</c:v>
                </c:pt>
                <c:pt idx="42667">
                  <c:v>45967.820138888892</c:v>
                </c:pt>
                <c:pt idx="42668">
                  <c:v>45926.87777777778</c:v>
                </c:pt>
                <c:pt idx="42669">
                  <c:v>45602.8125</c:v>
                </c:pt>
                <c:pt idx="42670">
                  <c:v>45495.788194444453</c:v>
                </c:pt>
                <c:pt idx="42671">
                  <c:v>45968.546527777777</c:v>
                </c:pt>
                <c:pt idx="42672">
                  <c:v>45944.542361111111</c:v>
                </c:pt>
                <c:pt idx="42673">
                  <c:v>45943.431250000001</c:v>
                </c:pt>
                <c:pt idx="42674">
                  <c:v>45933.025694444441</c:v>
                </c:pt>
                <c:pt idx="42675">
                  <c:v>45910.922222222223</c:v>
                </c:pt>
                <c:pt idx="42676">
                  <c:v>45878.598611111112</c:v>
                </c:pt>
                <c:pt idx="42677">
                  <c:v>45860.94027777778</c:v>
                </c:pt>
                <c:pt idx="42678">
                  <c:v>45824.927083333343</c:v>
                </c:pt>
                <c:pt idx="42679">
                  <c:v>45781.34375</c:v>
                </c:pt>
                <c:pt idx="42680">
                  <c:v>45772.62777777778</c:v>
                </c:pt>
                <c:pt idx="42681">
                  <c:v>45710.890277777777</c:v>
                </c:pt>
                <c:pt idx="42682">
                  <c:v>45743.580555555563</c:v>
                </c:pt>
                <c:pt idx="42683">
                  <c:v>45740.414583333331</c:v>
                </c:pt>
                <c:pt idx="42684">
                  <c:v>45734.988194444442</c:v>
                </c:pt>
                <c:pt idx="42685">
                  <c:v>45703.763888888891</c:v>
                </c:pt>
                <c:pt idx="42686">
                  <c:v>45725.76458333333</c:v>
                </c:pt>
                <c:pt idx="42687">
                  <c:v>45722.447222222218</c:v>
                </c:pt>
                <c:pt idx="42688">
                  <c:v>45713.339583333327</c:v>
                </c:pt>
                <c:pt idx="42689">
                  <c:v>45712.46597222222</c:v>
                </c:pt>
                <c:pt idx="42690">
                  <c:v>45977.595138888893</c:v>
                </c:pt>
                <c:pt idx="42691">
                  <c:v>45896.593055555553</c:v>
                </c:pt>
                <c:pt idx="42692">
                  <c:v>45936.518055555563</c:v>
                </c:pt>
                <c:pt idx="42693">
                  <c:v>45845.647222222222</c:v>
                </c:pt>
                <c:pt idx="42694">
                  <c:v>45869.76458333333</c:v>
                </c:pt>
                <c:pt idx="42695">
                  <c:v>45708.456944444442</c:v>
                </c:pt>
                <c:pt idx="42696">
                  <c:v>45916.478472222218</c:v>
                </c:pt>
                <c:pt idx="42697">
                  <c:v>45782.734722222223</c:v>
                </c:pt>
                <c:pt idx="42698">
                  <c:v>45798.686111111107</c:v>
                </c:pt>
                <c:pt idx="42699">
                  <c:v>45749.86041666667</c:v>
                </c:pt>
                <c:pt idx="42700">
                  <c:v>45734.502083333333</c:v>
                </c:pt>
                <c:pt idx="42701">
                  <c:v>45817.331944444442</c:v>
                </c:pt>
                <c:pt idx="42702">
                  <c:v>45665.554861111108</c:v>
                </c:pt>
                <c:pt idx="42703">
                  <c:v>45699.783333333333</c:v>
                </c:pt>
                <c:pt idx="42704">
                  <c:v>45700.868750000001</c:v>
                </c:pt>
                <c:pt idx="42705">
                  <c:v>45704.728472222218</c:v>
                </c:pt>
                <c:pt idx="42706">
                  <c:v>45701.671527777777</c:v>
                </c:pt>
                <c:pt idx="42707">
                  <c:v>45691.256944444453</c:v>
                </c:pt>
                <c:pt idx="42708">
                  <c:v>45686.630555555559</c:v>
                </c:pt>
                <c:pt idx="42709">
                  <c:v>45681.712500000001</c:v>
                </c:pt>
                <c:pt idx="42710">
                  <c:v>45661.76666666667</c:v>
                </c:pt>
                <c:pt idx="42711">
                  <c:v>45516.925000000003</c:v>
                </c:pt>
                <c:pt idx="42712">
                  <c:v>45550.550694444442</c:v>
                </c:pt>
                <c:pt idx="42713">
                  <c:v>45457.90347222222</c:v>
                </c:pt>
                <c:pt idx="42714">
                  <c:v>45774.666666666657</c:v>
                </c:pt>
                <c:pt idx="42715">
                  <c:v>45614.793055555558</c:v>
                </c:pt>
                <c:pt idx="42716">
                  <c:v>45681.544444444437</c:v>
                </c:pt>
                <c:pt idx="42717">
                  <c:v>45313.84652777778</c:v>
                </c:pt>
                <c:pt idx="42718">
                  <c:v>45742.712500000001</c:v>
                </c:pt>
                <c:pt idx="42719">
                  <c:v>45419.756944444453</c:v>
                </c:pt>
                <c:pt idx="42720">
                  <c:v>45840.748611111107</c:v>
                </c:pt>
                <c:pt idx="42721">
                  <c:v>45704.495833333327</c:v>
                </c:pt>
                <c:pt idx="42722">
                  <c:v>45642.890277777777</c:v>
                </c:pt>
                <c:pt idx="42723">
                  <c:v>45519.817361111112</c:v>
                </c:pt>
                <c:pt idx="42724">
                  <c:v>45580.769444444442</c:v>
                </c:pt>
                <c:pt idx="42725">
                  <c:v>45724.581250000003</c:v>
                </c:pt>
                <c:pt idx="42726">
                  <c:v>45960.482638888891</c:v>
                </c:pt>
                <c:pt idx="42727">
                  <c:v>45791.697222222218</c:v>
                </c:pt>
                <c:pt idx="42728">
                  <c:v>45869.601388888892</c:v>
                </c:pt>
                <c:pt idx="42729">
                  <c:v>45831.088194444441</c:v>
                </c:pt>
                <c:pt idx="42730">
                  <c:v>45925.843055555553</c:v>
                </c:pt>
                <c:pt idx="42731">
                  <c:v>45688.882638888892</c:v>
                </c:pt>
                <c:pt idx="42732">
                  <c:v>45887.356944444437</c:v>
                </c:pt>
                <c:pt idx="42733">
                  <c:v>45453.941666666673</c:v>
                </c:pt>
                <c:pt idx="42734">
                  <c:v>45439.830555555563</c:v>
                </c:pt>
                <c:pt idx="42735">
                  <c:v>45562.876388888893</c:v>
                </c:pt>
                <c:pt idx="42736">
                  <c:v>45331.792361111111</c:v>
                </c:pt>
                <c:pt idx="42737">
                  <c:v>45524.656944444447</c:v>
                </c:pt>
                <c:pt idx="42738">
                  <c:v>45907.803472222222</c:v>
                </c:pt>
                <c:pt idx="42739">
                  <c:v>45888.369444444441</c:v>
                </c:pt>
                <c:pt idx="42740">
                  <c:v>45862.854166666657</c:v>
                </c:pt>
                <c:pt idx="42741">
                  <c:v>45841.238194444442</c:v>
                </c:pt>
                <c:pt idx="42742">
                  <c:v>45841.183333333327</c:v>
                </c:pt>
                <c:pt idx="42743">
                  <c:v>45477.538888888892</c:v>
                </c:pt>
                <c:pt idx="42744">
                  <c:v>45826.463888888888</c:v>
                </c:pt>
                <c:pt idx="42745">
                  <c:v>45966.757638888892</c:v>
                </c:pt>
                <c:pt idx="42746">
                  <c:v>45380.697916666657</c:v>
                </c:pt>
                <c:pt idx="42747">
                  <c:v>45303.714583333327</c:v>
                </c:pt>
                <c:pt idx="42748">
                  <c:v>45825.790277777778</c:v>
                </c:pt>
                <c:pt idx="42749">
                  <c:v>45802.854166666657</c:v>
                </c:pt>
                <c:pt idx="42750">
                  <c:v>45797.487500000003</c:v>
                </c:pt>
                <c:pt idx="42751">
                  <c:v>45721.84375</c:v>
                </c:pt>
                <c:pt idx="42752">
                  <c:v>45744.615277777782</c:v>
                </c:pt>
                <c:pt idx="42753">
                  <c:v>45669.658333333333</c:v>
                </c:pt>
                <c:pt idx="42754">
                  <c:v>45661.84097222222</c:v>
                </c:pt>
                <c:pt idx="42755">
                  <c:v>45655.64166666667</c:v>
                </c:pt>
                <c:pt idx="42756">
                  <c:v>45940.413888888892</c:v>
                </c:pt>
                <c:pt idx="42757">
                  <c:v>45811.706250000003</c:v>
                </c:pt>
                <c:pt idx="42758">
                  <c:v>45875.406944444447</c:v>
                </c:pt>
                <c:pt idx="42759">
                  <c:v>45904.961805555547</c:v>
                </c:pt>
                <c:pt idx="42760">
                  <c:v>45911.749305555553</c:v>
                </c:pt>
                <c:pt idx="42761">
                  <c:v>45992.436111111107</c:v>
                </c:pt>
                <c:pt idx="42762">
                  <c:v>45989.488194444442</c:v>
                </c:pt>
                <c:pt idx="42763">
                  <c:v>45652.521527777782</c:v>
                </c:pt>
                <c:pt idx="42764">
                  <c:v>45617.902777777781</c:v>
                </c:pt>
                <c:pt idx="42765">
                  <c:v>45495.919444444437</c:v>
                </c:pt>
                <c:pt idx="42766">
                  <c:v>45950.71875</c:v>
                </c:pt>
                <c:pt idx="42767">
                  <c:v>45950.71875</c:v>
                </c:pt>
                <c:pt idx="42768">
                  <c:v>46015.640277777777</c:v>
                </c:pt>
                <c:pt idx="42769">
                  <c:v>46000.546527777777</c:v>
                </c:pt>
                <c:pt idx="42770">
                  <c:v>45762.478472222218</c:v>
                </c:pt>
                <c:pt idx="42771">
                  <c:v>45874.497916666667</c:v>
                </c:pt>
                <c:pt idx="42772">
                  <c:v>45625.462500000001</c:v>
                </c:pt>
                <c:pt idx="42773">
                  <c:v>45519.448611111111</c:v>
                </c:pt>
                <c:pt idx="42774">
                  <c:v>45433.456250000003</c:v>
                </c:pt>
                <c:pt idx="42775">
                  <c:v>45407.473611111112</c:v>
                </c:pt>
                <c:pt idx="42776">
                  <c:v>45966.738888888889</c:v>
                </c:pt>
                <c:pt idx="42777">
                  <c:v>45956.611111111109</c:v>
                </c:pt>
                <c:pt idx="42778">
                  <c:v>45782.810416666667</c:v>
                </c:pt>
                <c:pt idx="42779">
                  <c:v>45746.624305555553</c:v>
                </c:pt>
                <c:pt idx="42780">
                  <c:v>45695.775694444441</c:v>
                </c:pt>
                <c:pt idx="42781">
                  <c:v>45623.593055555553</c:v>
                </c:pt>
                <c:pt idx="42782">
                  <c:v>45620.917361111111</c:v>
                </c:pt>
                <c:pt idx="42783">
                  <c:v>45890.544444444437</c:v>
                </c:pt>
                <c:pt idx="42784">
                  <c:v>45831.763888888891</c:v>
                </c:pt>
                <c:pt idx="42785">
                  <c:v>45988.40902777778</c:v>
                </c:pt>
                <c:pt idx="42786">
                  <c:v>45771.592361111107</c:v>
                </c:pt>
                <c:pt idx="42787">
                  <c:v>45918.567361111112</c:v>
                </c:pt>
                <c:pt idx="42788">
                  <c:v>45919.487500000003</c:v>
                </c:pt>
                <c:pt idx="42789">
                  <c:v>45385.567361111112</c:v>
                </c:pt>
                <c:pt idx="42790">
                  <c:v>45820.366666666669</c:v>
                </c:pt>
                <c:pt idx="42791">
                  <c:v>46011.876388888893</c:v>
                </c:pt>
                <c:pt idx="42792">
                  <c:v>45975.873611111107</c:v>
                </c:pt>
                <c:pt idx="42793">
                  <c:v>45768.279861111107</c:v>
                </c:pt>
                <c:pt idx="42794">
                  <c:v>45695.535416666673</c:v>
                </c:pt>
                <c:pt idx="42795">
                  <c:v>45649.563194444447</c:v>
                </c:pt>
                <c:pt idx="42796">
                  <c:v>45576.688194444447</c:v>
                </c:pt>
                <c:pt idx="42797">
                  <c:v>45782.759722222218</c:v>
                </c:pt>
                <c:pt idx="42798">
                  <c:v>45399.522222222222</c:v>
                </c:pt>
                <c:pt idx="42799">
                  <c:v>45929.125694444447</c:v>
                </c:pt>
                <c:pt idx="42800">
                  <c:v>45448.572916666657</c:v>
                </c:pt>
                <c:pt idx="42801">
                  <c:v>45355.515972222223</c:v>
                </c:pt>
                <c:pt idx="42802">
                  <c:v>45615.9375</c:v>
                </c:pt>
                <c:pt idx="42803">
                  <c:v>45313.54791666667</c:v>
                </c:pt>
                <c:pt idx="42804">
                  <c:v>45495.856249999997</c:v>
                </c:pt>
                <c:pt idx="42805">
                  <c:v>45543.674305555563</c:v>
                </c:pt>
                <c:pt idx="42806">
                  <c:v>45713.987500000003</c:v>
                </c:pt>
                <c:pt idx="42807">
                  <c:v>45996.036111111112</c:v>
                </c:pt>
                <c:pt idx="42808">
                  <c:v>45841.87777777778</c:v>
                </c:pt>
                <c:pt idx="42809">
                  <c:v>45659.018055555563</c:v>
                </c:pt>
                <c:pt idx="42810">
                  <c:v>45894.398611111108</c:v>
                </c:pt>
                <c:pt idx="42811">
                  <c:v>45952.265277777777</c:v>
                </c:pt>
                <c:pt idx="42812">
                  <c:v>45914.76666666667</c:v>
                </c:pt>
                <c:pt idx="42813">
                  <c:v>45829.729166666657</c:v>
                </c:pt>
                <c:pt idx="42814">
                  <c:v>45784.867361111108</c:v>
                </c:pt>
                <c:pt idx="42815">
                  <c:v>45664.515277777777</c:v>
                </c:pt>
                <c:pt idx="42816">
                  <c:v>45934.502083333333</c:v>
                </c:pt>
                <c:pt idx="42817">
                  <c:v>45790.361805555563</c:v>
                </c:pt>
                <c:pt idx="42818">
                  <c:v>45877.504166666673</c:v>
                </c:pt>
                <c:pt idx="42819">
                  <c:v>45494.893750000003</c:v>
                </c:pt>
                <c:pt idx="42820">
                  <c:v>45298.90347222222</c:v>
                </c:pt>
                <c:pt idx="42821">
                  <c:v>45583.906944444447</c:v>
                </c:pt>
                <c:pt idx="42822">
                  <c:v>45589.89166666667</c:v>
                </c:pt>
                <c:pt idx="42823">
                  <c:v>45853.817361111112</c:v>
                </c:pt>
                <c:pt idx="42824">
                  <c:v>45463.821527777778</c:v>
                </c:pt>
                <c:pt idx="42825">
                  <c:v>45564.55972222222</c:v>
                </c:pt>
                <c:pt idx="42826">
                  <c:v>45468.765277777777</c:v>
                </c:pt>
                <c:pt idx="42827">
                  <c:v>45594.572222222218</c:v>
                </c:pt>
                <c:pt idx="42828">
                  <c:v>45604.161805555559</c:v>
                </c:pt>
                <c:pt idx="42829">
                  <c:v>45505.175694444442</c:v>
                </c:pt>
                <c:pt idx="42830">
                  <c:v>45510.811111111107</c:v>
                </c:pt>
                <c:pt idx="42831">
                  <c:v>45859.425694444442</c:v>
                </c:pt>
                <c:pt idx="42832">
                  <c:v>45900.697222222218</c:v>
                </c:pt>
                <c:pt idx="42833">
                  <c:v>45804.717361111107</c:v>
                </c:pt>
                <c:pt idx="42834">
                  <c:v>45977.531944444447</c:v>
                </c:pt>
                <c:pt idx="42835">
                  <c:v>45739.204861111109</c:v>
                </c:pt>
                <c:pt idx="42836">
                  <c:v>45673.616666666669</c:v>
                </c:pt>
                <c:pt idx="42837">
                  <c:v>46003.523611111108</c:v>
                </c:pt>
                <c:pt idx="42838">
                  <c:v>45838.748611111107</c:v>
                </c:pt>
                <c:pt idx="42839">
                  <c:v>45820.626388888893</c:v>
                </c:pt>
                <c:pt idx="42840">
                  <c:v>45926.934027777781</c:v>
                </c:pt>
                <c:pt idx="42841">
                  <c:v>45616.770138888889</c:v>
                </c:pt>
                <c:pt idx="42842">
                  <c:v>46007.869444444441</c:v>
                </c:pt>
                <c:pt idx="42843">
                  <c:v>45359.465277777781</c:v>
                </c:pt>
                <c:pt idx="42844">
                  <c:v>45945.850694444453</c:v>
                </c:pt>
                <c:pt idx="42845">
                  <c:v>45309.577777777777</c:v>
                </c:pt>
                <c:pt idx="42846">
                  <c:v>45572.831944444442</c:v>
                </c:pt>
                <c:pt idx="42847">
                  <c:v>45460.439583333333</c:v>
                </c:pt>
                <c:pt idx="42848">
                  <c:v>45413.518055555563</c:v>
                </c:pt>
                <c:pt idx="42849">
                  <c:v>45914.919444444437</c:v>
                </c:pt>
                <c:pt idx="42850">
                  <c:v>45978.54791666667</c:v>
                </c:pt>
                <c:pt idx="42851">
                  <c:v>45667.545138888891</c:v>
                </c:pt>
                <c:pt idx="42852">
                  <c:v>45722.813194444447</c:v>
                </c:pt>
                <c:pt idx="42853">
                  <c:v>45523.40347222222</c:v>
                </c:pt>
                <c:pt idx="42854">
                  <c:v>45865.443055555559</c:v>
                </c:pt>
                <c:pt idx="42855">
                  <c:v>45811.738888888889</c:v>
                </c:pt>
                <c:pt idx="42856">
                  <c:v>45773.336111111108</c:v>
                </c:pt>
                <c:pt idx="42857">
                  <c:v>45768.538888888892</c:v>
                </c:pt>
                <c:pt idx="42858">
                  <c:v>45762.875</c:v>
                </c:pt>
                <c:pt idx="42859">
                  <c:v>45837.826388888891</c:v>
                </c:pt>
                <c:pt idx="42860">
                  <c:v>45979.60833333333</c:v>
                </c:pt>
                <c:pt idx="42861">
                  <c:v>46009.307638888888</c:v>
                </c:pt>
                <c:pt idx="42862">
                  <c:v>45874.406944444447</c:v>
                </c:pt>
                <c:pt idx="42863">
                  <c:v>45900.240277777782</c:v>
                </c:pt>
                <c:pt idx="42864">
                  <c:v>45924.606249999997</c:v>
                </c:pt>
                <c:pt idx="42865">
                  <c:v>45823.544444444437</c:v>
                </c:pt>
                <c:pt idx="42866">
                  <c:v>45853.71597222222</c:v>
                </c:pt>
                <c:pt idx="42867">
                  <c:v>45806.371527777781</c:v>
                </c:pt>
                <c:pt idx="42868">
                  <c:v>46006.460416666669</c:v>
                </c:pt>
                <c:pt idx="42869">
                  <c:v>45926.436111111107</c:v>
                </c:pt>
                <c:pt idx="42870">
                  <c:v>45956.588194444441</c:v>
                </c:pt>
                <c:pt idx="42871">
                  <c:v>45992.304861111108</c:v>
                </c:pt>
                <c:pt idx="42872">
                  <c:v>45888.643750000003</c:v>
                </c:pt>
                <c:pt idx="42873">
                  <c:v>45914.617361111108</c:v>
                </c:pt>
                <c:pt idx="42874">
                  <c:v>45860.35</c:v>
                </c:pt>
                <c:pt idx="42875">
                  <c:v>45830.45</c:v>
                </c:pt>
                <c:pt idx="42876">
                  <c:v>45964.334722222222</c:v>
                </c:pt>
                <c:pt idx="42877">
                  <c:v>45938.512499999997</c:v>
                </c:pt>
                <c:pt idx="42878">
                  <c:v>45850.793749999997</c:v>
                </c:pt>
                <c:pt idx="42879">
                  <c:v>45945.601388888892</c:v>
                </c:pt>
                <c:pt idx="42880">
                  <c:v>45810.39166666667</c:v>
                </c:pt>
                <c:pt idx="42881">
                  <c:v>45958.306250000001</c:v>
                </c:pt>
                <c:pt idx="42882">
                  <c:v>45936.311805555553</c:v>
                </c:pt>
                <c:pt idx="42883">
                  <c:v>45828.05972222222</c:v>
                </c:pt>
                <c:pt idx="42884">
                  <c:v>45702.925000000003</c:v>
                </c:pt>
                <c:pt idx="42885">
                  <c:v>45977.732638888891</c:v>
                </c:pt>
                <c:pt idx="42886">
                  <c:v>45679.905555555553</c:v>
                </c:pt>
                <c:pt idx="42887">
                  <c:v>45319.552777777782</c:v>
                </c:pt>
                <c:pt idx="42888">
                  <c:v>45724.765277777777</c:v>
                </c:pt>
                <c:pt idx="42889">
                  <c:v>46016.643750000003</c:v>
                </c:pt>
                <c:pt idx="42890">
                  <c:v>45913.988194444442</c:v>
                </c:pt>
                <c:pt idx="42891">
                  <c:v>45854.840277777781</c:v>
                </c:pt>
                <c:pt idx="42892">
                  <c:v>45310.350694444453</c:v>
                </c:pt>
                <c:pt idx="42893">
                  <c:v>45871.938888888893</c:v>
                </c:pt>
                <c:pt idx="42894">
                  <c:v>45768.770138888889</c:v>
                </c:pt>
                <c:pt idx="42895">
                  <c:v>45708.859027777777</c:v>
                </c:pt>
                <c:pt idx="42896">
                  <c:v>45691.838888888888</c:v>
                </c:pt>
                <c:pt idx="42897">
                  <c:v>45890.9375</c:v>
                </c:pt>
                <c:pt idx="42898">
                  <c:v>46019.511805555558</c:v>
                </c:pt>
                <c:pt idx="42899">
                  <c:v>45976.402777777781</c:v>
                </c:pt>
                <c:pt idx="42900">
                  <c:v>45952.94027777778</c:v>
                </c:pt>
                <c:pt idx="42901">
                  <c:v>45870.427083333343</c:v>
                </c:pt>
                <c:pt idx="42902">
                  <c:v>45894.804861111108</c:v>
                </c:pt>
                <c:pt idx="42903">
                  <c:v>45759.111111111109</c:v>
                </c:pt>
                <c:pt idx="42904">
                  <c:v>45759.111111111109</c:v>
                </c:pt>
                <c:pt idx="42905">
                  <c:v>45872.620833333327</c:v>
                </c:pt>
                <c:pt idx="42906">
                  <c:v>45862.744444444441</c:v>
                </c:pt>
                <c:pt idx="42907">
                  <c:v>45872.620833333327</c:v>
                </c:pt>
                <c:pt idx="42908">
                  <c:v>45862.744444444441</c:v>
                </c:pt>
                <c:pt idx="42909">
                  <c:v>45729.798611111109</c:v>
                </c:pt>
                <c:pt idx="42910">
                  <c:v>45329.797222222223</c:v>
                </c:pt>
                <c:pt idx="42911">
                  <c:v>45789.899305555547</c:v>
                </c:pt>
                <c:pt idx="42912">
                  <c:v>45818.941666666673</c:v>
                </c:pt>
                <c:pt idx="42913">
                  <c:v>45923.936111111107</c:v>
                </c:pt>
                <c:pt idx="42914">
                  <c:v>45736.791666666657</c:v>
                </c:pt>
                <c:pt idx="42915">
                  <c:v>45596.916666666657</c:v>
                </c:pt>
                <c:pt idx="42916">
                  <c:v>45745.789583333331</c:v>
                </c:pt>
                <c:pt idx="42917">
                  <c:v>45930.825694444437</c:v>
                </c:pt>
                <c:pt idx="42918">
                  <c:v>45757.818055555559</c:v>
                </c:pt>
                <c:pt idx="42919">
                  <c:v>45983.573611111111</c:v>
                </c:pt>
                <c:pt idx="42920">
                  <c:v>46020.587500000001</c:v>
                </c:pt>
                <c:pt idx="42921">
                  <c:v>45773.734027777777</c:v>
                </c:pt>
                <c:pt idx="42922">
                  <c:v>45499.564583333333</c:v>
                </c:pt>
                <c:pt idx="42923">
                  <c:v>45893.773611111108</c:v>
                </c:pt>
                <c:pt idx="42924">
                  <c:v>45829.443749999999</c:v>
                </c:pt>
                <c:pt idx="42925">
                  <c:v>45813.332638888889</c:v>
                </c:pt>
                <c:pt idx="42926">
                  <c:v>45787.68472222222</c:v>
                </c:pt>
                <c:pt idx="42927">
                  <c:v>45779.784722222219</c:v>
                </c:pt>
                <c:pt idx="42928">
                  <c:v>45767.636805555558</c:v>
                </c:pt>
                <c:pt idx="42929">
                  <c:v>45854.706250000003</c:v>
                </c:pt>
                <c:pt idx="42930">
                  <c:v>45853.467361111107</c:v>
                </c:pt>
                <c:pt idx="42931">
                  <c:v>45825.933333333327</c:v>
                </c:pt>
                <c:pt idx="42932">
                  <c:v>45498.466666666667</c:v>
                </c:pt>
                <c:pt idx="42933">
                  <c:v>45680.47152777778</c:v>
                </c:pt>
                <c:pt idx="42934">
                  <c:v>45824.977777777778</c:v>
                </c:pt>
                <c:pt idx="42935">
                  <c:v>45668.865972222222</c:v>
                </c:pt>
                <c:pt idx="42936">
                  <c:v>45403.208333333343</c:v>
                </c:pt>
                <c:pt idx="42937">
                  <c:v>45967.482638888891</c:v>
                </c:pt>
                <c:pt idx="42938">
                  <c:v>45824.692361111112</c:v>
                </c:pt>
                <c:pt idx="42939">
                  <c:v>45795.792361111111</c:v>
                </c:pt>
                <c:pt idx="42940">
                  <c:v>45790.754861111112</c:v>
                </c:pt>
                <c:pt idx="42941">
                  <c:v>45822.805555555547</c:v>
                </c:pt>
                <c:pt idx="42942">
                  <c:v>45821.856249999997</c:v>
                </c:pt>
                <c:pt idx="42943">
                  <c:v>45732.714583333327</c:v>
                </c:pt>
                <c:pt idx="42944">
                  <c:v>45742.462500000001</c:v>
                </c:pt>
                <c:pt idx="42945">
                  <c:v>45669.678472222222</c:v>
                </c:pt>
                <c:pt idx="42946">
                  <c:v>45878.57916666667</c:v>
                </c:pt>
                <c:pt idx="42947">
                  <c:v>45896.343055555553</c:v>
                </c:pt>
                <c:pt idx="42948">
                  <c:v>46015.865972222222</c:v>
                </c:pt>
                <c:pt idx="42949">
                  <c:v>45714.393750000003</c:v>
                </c:pt>
                <c:pt idx="42950">
                  <c:v>45950.8</c:v>
                </c:pt>
                <c:pt idx="42951">
                  <c:v>45959.51458333333</c:v>
                </c:pt>
                <c:pt idx="42952">
                  <c:v>45783.9</c:v>
                </c:pt>
                <c:pt idx="42953">
                  <c:v>45628.962500000001</c:v>
                </c:pt>
                <c:pt idx="42954">
                  <c:v>45918.531944444447</c:v>
                </c:pt>
                <c:pt idx="42955">
                  <c:v>45931.415277777778</c:v>
                </c:pt>
                <c:pt idx="42956">
                  <c:v>45910.654861111107</c:v>
                </c:pt>
                <c:pt idx="42957">
                  <c:v>45293.555555555547</c:v>
                </c:pt>
                <c:pt idx="42958">
                  <c:v>45414.560416666667</c:v>
                </c:pt>
                <c:pt idx="42959">
                  <c:v>45636.57708333333</c:v>
                </c:pt>
                <c:pt idx="42960">
                  <c:v>45426.804861111108</c:v>
                </c:pt>
                <c:pt idx="42961">
                  <c:v>45292.663888888892</c:v>
                </c:pt>
                <c:pt idx="42962">
                  <c:v>45978.378472222219</c:v>
                </c:pt>
                <c:pt idx="42963">
                  <c:v>45801.337500000001</c:v>
                </c:pt>
                <c:pt idx="42964">
                  <c:v>45890.771527777782</c:v>
                </c:pt>
                <c:pt idx="42965">
                  <c:v>45502.604861111111</c:v>
                </c:pt>
                <c:pt idx="42966">
                  <c:v>45569.831250000003</c:v>
                </c:pt>
                <c:pt idx="42967">
                  <c:v>45362.12222222222</c:v>
                </c:pt>
                <c:pt idx="42968">
                  <c:v>46014.001388888893</c:v>
                </c:pt>
                <c:pt idx="42969">
                  <c:v>45958.637499999997</c:v>
                </c:pt>
                <c:pt idx="42970">
                  <c:v>45948.65347222222</c:v>
                </c:pt>
                <c:pt idx="42971">
                  <c:v>45833.870833333327</c:v>
                </c:pt>
                <c:pt idx="42972">
                  <c:v>45813.574305555558</c:v>
                </c:pt>
                <c:pt idx="42973">
                  <c:v>45800.267361111109</c:v>
                </c:pt>
                <c:pt idx="42974">
                  <c:v>45754.890972222223</c:v>
                </c:pt>
                <c:pt idx="42975">
                  <c:v>45742.893055555563</c:v>
                </c:pt>
                <c:pt idx="42976">
                  <c:v>45641.504166666673</c:v>
                </c:pt>
                <c:pt idx="42977">
                  <c:v>45351.35833333333</c:v>
                </c:pt>
                <c:pt idx="42978">
                  <c:v>45523.818749999999</c:v>
                </c:pt>
                <c:pt idx="42979">
                  <c:v>45384.703472222223</c:v>
                </c:pt>
                <c:pt idx="42980">
                  <c:v>45326.631944444453</c:v>
                </c:pt>
                <c:pt idx="42981">
                  <c:v>45660.570833333331</c:v>
                </c:pt>
                <c:pt idx="42982">
                  <c:v>45552.510416666657</c:v>
                </c:pt>
                <c:pt idx="42983">
                  <c:v>45557.769444444442</c:v>
                </c:pt>
                <c:pt idx="42984">
                  <c:v>45621.46597222222</c:v>
                </c:pt>
                <c:pt idx="42985">
                  <c:v>45696.134722222218</c:v>
                </c:pt>
                <c:pt idx="42986">
                  <c:v>45334.507638888892</c:v>
                </c:pt>
                <c:pt idx="42987">
                  <c:v>45749.869444444441</c:v>
                </c:pt>
                <c:pt idx="42988">
                  <c:v>45992.772916666669</c:v>
                </c:pt>
                <c:pt idx="42989">
                  <c:v>45539.541666666657</c:v>
                </c:pt>
                <c:pt idx="42990">
                  <c:v>45493.084027777782</c:v>
                </c:pt>
                <c:pt idx="42991">
                  <c:v>45586.06527777778</c:v>
                </c:pt>
                <c:pt idx="42992">
                  <c:v>45897.46597222222</c:v>
                </c:pt>
                <c:pt idx="42993">
                  <c:v>45908.574999999997</c:v>
                </c:pt>
                <c:pt idx="42994">
                  <c:v>45877.310416666667</c:v>
                </c:pt>
                <c:pt idx="42995">
                  <c:v>45822.865972222222</c:v>
                </c:pt>
                <c:pt idx="42996">
                  <c:v>45818.709722222222</c:v>
                </c:pt>
                <c:pt idx="42997">
                  <c:v>45800.43472222222</c:v>
                </c:pt>
                <c:pt idx="42998">
                  <c:v>45774.987500000003</c:v>
                </c:pt>
                <c:pt idx="42999">
                  <c:v>45675.722916666673</c:v>
                </c:pt>
                <c:pt idx="43000">
                  <c:v>45664.997916666667</c:v>
                </c:pt>
                <c:pt idx="43001">
                  <c:v>45669.375</c:v>
                </c:pt>
                <c:pt idx="43002">
                  <c:v>45618.7</c:v>
                </c:pt>
                <c:pt idx="43003">
                  <c:v>45614.76666666667</c:v>
                </c:pt>
                <c:pt idx="43004">
                  <c:v>45974.581250000003</c:v>
                </c:pt>
                <c:pt idx="43005">
                  <c:v>45893.54583333333</c:v>
                </c:pt>
                <c:pt idx="43006">
                  <c:v>45856.583333333343</c:v>
                </c:pt>
                <c:pt idx="43007">
                  <c:v>45743.775694444441</c:v>
                </c:pt>
                <c:pt idx="43008">
                  <c:v>45696.886111111111</c:v>
                </c:pt>
                <c:pt idx="43009">
                  <c:v>45433.804861111108</c:v>
                </c:pt>
                <c:pt idx="43010">
                  <c:v>45975.456944444442</c:v>
                </c:pt>
                <c:pt idx="43011">
                  <c:v>45888.470138888893</c:v>
                </c:pt>
                <c:pt idx="43012">
                  <c:v>45681.48333333333</c:v>
                </c:pt>
                <c:pt idx="43013">
                  <c:v>45552.569444444453</c:v>
                </c:pt>
                <c:pt idx="43014">
                  <c:v>45336.409722222219</c:v>
                </c:pt>
                <c:pt idx="43015">
                  <c:v>45301.772916666669</c:v>
                </c:pt>
                <c:pt idx="43016">
                  <c:v>45779.802777777782</c:v>
                </c:pt>
                <c:pt idx="43017">
                  <c:v>45914.629166666673</c:v>
                </c:pt>
                <c:pt idx="43018">
                  <c:v>45728.870833333327</c:v>
                </c:pt>
                <c:pt idx="43019">
                  <c:v>45845.85833333333</c:v>
                </c:pt>
                <c:pt idx="43020">
                  <c:v>45789.643055555563</c:v>
                </c:pt>
                <c:pt idx="43021">
                  <c:v>46018.816666666673</c:v>
                </c:pt>
                <c:pt idx="43022">
                  <c:v>46008.813194444447</c:v>
                </c:pt>
                <c:pt idx="43023">
                  <c:v>45916.754166666673</c:v>
                </c:pt>
                <c:pt idx="43024">
                  <c:v>45497.623611111107</c:v>
                </c:pt>
                <c:pt idx="43025">
                  <c:v>45803.770833333343</c:v>
                </c:pt>
                <c:pt idx="43026">
                  <c:v>45697.734027777777</c:v>
                </c:pt>
                <c:pt idx="43027">
                  <c:v>45978.76666666667</c:v>
                </c:pt>
                <c:pt idx="43028">
                  <c:v>46008.794444444437</c:v>
                </c:pt>
                <c:pt idx="43029">
                  <c:v>45840.75277777778</c:v>
                </c:pt>
                <c:pt idx="43030">
                  <c:v>45467.813194444447</c:v>
                </c:pt>
                <c:pt idx="43031">
                  <c:v>45558.576388888891</c:v>
                </c:pt>
                <c:pt idx="43032">
                  <c:v>45955.584722222222</c:v>
                </c:pt>
                <c:pt idx="43033">
                  <c:v>45894.617361111108</c:v>
                </c:pt>
                <c:pt idx="43034">
                  <c:v>45639.848611111112</c:v>
                </c:pt>
                <c:pt idx="43035">
                  <c:v>45819.770833333343</c:v>
                </c:pt>
                <c:pt idx="43036">
                  <c:v>45744.747916666667</c:v>
                </c:pt>
                <c:pt idx="43037">
                  <c:v>45398.377083333333</c:v>
                </c:pt>
                <c:pt idx="43038">
                  <c:v>45768.484027777777</c:v>
                </c:pt>
                <c:pt idx="43039">
                  <c:v>45777.98541666667</c:v>
                </c:pt>
                <c:pt idx="43040">
                  <c:v>45769.125694444447</c:v>
                </c:pt>
                <c:pt idx="43041">
                  <c:v>45761.068749999999</c:v>
                </c:pt>
                <c:pt idx="43042">
                  <c:v>45759.49722222222</c:v>
                </c:pt>
                <c:pt idx="43043">
                  <c:v>45707.714583333327</c:v>
                </c:pt>
                <c:pt idx="43044">
                  <c:v>45706.678472222222</c:v>
                </c:pt>
                <c:pt idx="43045">
                  <c:v>45691.541666666657</c:v>
                </c:pt>
                <c:pt idx="43046">
                  <c:v>45618.605555555558</c:v>
                </c:pt>
                <c:pt idx="43047">
                  <c:v>45668.01458333333</c:v>
                </c:pt>
                <c:pt idx="43048">
                  <c:v>45619.12222222222</c:v>
                </c:pt>
                <c:pt idx="43049">
                  <c:v>45730.762499999997</c:v>
                </c:pt>
                <c:pt idx="43050">
                  <c:v>45611.508333333331</c:v>
                </c:pt>
                <c:pt idx="43051">
                  <c:v>45611.025694444441</c:v>
                </c:pt>
                <c:pt idx="43052">
                  <c:v>45652.713194444441</c:v>
                </c:pt>
                <c:pt idx="43053">
                  <c:v>45643.8125</c:v>
                </c:pt>
                <c:pt idx="43054">
                  <c:v>45915.830555555563</c:v>
                </c:pt>
                <c:pt idx="43055">
                  <c:v>45730.361111111109</c:v>
                </c:pt>
                <c:pt idx="43056">
                  <c:v>45725.938888888893</c:v>
                </c:pt>
                <c:pt idx="43057">
                  <c:v>45681.048611111109</c:v>
                </c:pt>
                <c:pt idx="43058">
                  <c:v>45751.629166666673</c:v>
                </c:pt>
                <c:pt idx="43059">
                  <c:v>45672.640277777777</c:v>
                </c:pt>
                <c:pt idx="43060">
                  <c:v>45910.661805555559</c:v>
                </c:pt>
                <c:pt idx="43061">
                  <c:v>45887.640277777777</c:v>
                </c:pt>
                <c:pt idx="43062">
                  <c:v>45472.668749999997</c:v>
                </c:pt>
                <c:pt idx="43063">
                  <c:v>45829.554861111108</c:v>
                </c:pt>
                <c:pt idx="43064">
                  <c:v>45591.593055555553</c:v>
                </c:pt>
                <c:pt idx="43065">
                  <c:v>45363.072916666657</c:v>
                </c:pt>
                <c:pt idx="43066">
                  <c:v>45560.716666666667</c:v>
                </c:pt>
                <c:pt idx="43067">
                  <c:v>45476.640277777777</c:v>
                </c:pt>
                <c:pt idx="43068">
                  <c:v>45947.791666666657</c:v>
                </c:pt>
                <c:pt idx="43069">
                  <c:v>45733.340277777781</c:v>
                </c:pt>
                <c:pt idx="43070">
                  <c:v>45666.054861111108</c:v>
                </c:pt>
                <c:pt idx="43071">
                  <c:v>45907.912499999999</c:v>
                </c:pt>
                <c:pt idx="43072">
                  <c:v>45855.84652777778</c:v>
                </c:pt>
                <c:pt idx="43073">
                  <c:v>45791.933333333327</c:v>
                </c:pt>
                <c:pt idx="43074">
                  <c:v>45421.694444444453</c:v>
                </c:pt>
                <c:pt idx="43075">
                  <c:v>45509.351388888892</c:v>
                </c:pt>
                <c:pt idx="43076">
                  <c:v>45804.765972222223</c:v>
                </c:pt>
                <c:pt idx="43077">
                  <c:v>45624.338194444441</c:v>
                </c:pt>
                <c:pt idx="43078">
                  <c:v>45375.736805555563</c:v>
                </c:pt>
                <c:pt idx="43079">
                  <c:v>45567.430555555547</c:v>
                </c:pt>
                <c:pt idx="43080">
                  <c:v>45653.44027777778</c:v>
                </c:pt>
                <c:pt idx="43081">
                  <c:v>45328.302777777782</c:v>
                </c:pt>
                <c:pt idx="43082">
                  <c:v>45873.481249999997</c:v>
                </c:pt>
                <c:pt idx="43083">
                  <c:v>45929.701388888891</c:v>
                </c:pt>
                <c:pt idx="43084">
                  <c:v>45740.773611111108</c:v>
                </c:pt>
                <c:pt idx="43085">
                  <c:v>45625.65902777778</c:v>
                </c:pt>
                <c:pt idx="43086">
                  <c:v>45621.537499999999</c:v>
                </c:pt>
                <c:pt idx="43087">
                  <c:v>45977.464583333327</c:v>
                </c:pt>
                <c:pt idx="43088">
                  <c:v>45738.67291666667</c:v>
                </c:pt>
                <c:pt idx="43089">
                  <c:v>45665.315972222219</c:v>
                </c:pt>
                <c:pt idx="43090">
                  <c:v>45387.394444444442</c:v>
                </c:pt>
                <c:pt idx="43091">
                  <c:v>45931.340277777781</c:v>
                </c:pt>
                <c:pt idx="43092">
                  <c:v>45619.477083333331</c:v>
                </c:pt>
                <c:pt idx="43093">
                  <c:v>45885.840277777781</c:v>
                </c:pt>
                <c:pt idx="43094">
                  <c:v>45869.484722222223</c:v>
                </c:pt>
                <c:pt idx="43095">
                  <c:v>45843.695138888892</c:v>
                </c:pt>
                <c:pt idx="43096">
                  <c:v>45376.374305555553</c:v>
                </c:pt>
                <c:pt idx="43097">
                  <c:v>45355.494444444441</c:v>
                </c:pt>
                <c:pt idx="43098">
                  <c:v>45904.876388888893</c:v>
                </c:pt>
                <c:pt idx="43099">
                  <c:v>45747.354166666657</c:v>
                </c:pt>
                <c:pt idx="43100">
                  <c:v>45407.413888888892</c:v>
                </c:pt>
                <c:pt idx="43101">
                  <c:v>45841.680555555547</c:v>
                </c:pt>
                <c:pt idx="43102">
                  <c:v>45932.666666666657</c:v>
                </c:pt>
                <c:pt idx="43103">
                  <c:v>45461.337500000001</c:v>
                </c:pt>
                <c:pt idx="43104">
                  <c:v>45330.497916666667</c:v>
                </c:pt>
                <c:pt idx="43105">
                  <c:v>45488.431250000001</c:v>
                </c:pt>
                <c:pt idx="43106">
                  <c:v>45434.427777777782</c:v>
                </c:pt>
                <c:pt idx="43107">
                  <c:v>45303.363888888889</c:v>
                </c:pt>
                <c:pt idx="43108">
                  <c:v>45992.213888888888</c:v>
                </c:pt>
                <c:pt idx="43109">
                  <c:v>45555.738888888889</c:v>
                </c:pt>
                <c:pt idx="43110">
                  <c:v>45877.361111111109</c:v>
                </c:pt>
                <c:pt idx="43111">
                  <c:v>45958.412499999999</c:v>
                </c:pt>
                <c:pt idx="43112">
                  <c:v>45791.324999999997</c:v>
                </c:pt>
                <c:pt idx="43113">
                  <c:v>45579.548611111109</c:v>
                </c:pt>
                <c:pt idx="43114">
                  <c:v>45724.757638888892</c:v>
                </c:pt>
                <c:pt idx="43115">
                  <c:v>45832.445833333331</c:v>
                </c:pt>
                <c:pt idx="43116">
                  <c:v>45826.495138888888</c:v>
                </c:pt>
                <c:pt idx="43117">
                  <c:v>45817.470138888893</c:v>
                </c:pt>
                <c:pt idx="43118">
                  <c:v>45734.806250000001</c:v>
                </c:pt>
                <c:pt idx="43119">
                  <c:v>45721.509722222218</c:v>
                </c:pt>
                <c:pt idx="43120">
                  <c:v>45716.824999999997</c:v>
                </c:pt>
                <c:pt idx="43121">
                  <c:v>45690.566666666673</c:v>
                </c:pt>
                <c:pt idx="43122">
                  <c:v>45745.675694444442</c:v>
                </c:pt>
                <c:pt idx="43123">
                  <c:v>45984.649305555547</c:v>
                </c:pt>
                <c:pt idx="43124">
                  <c:v>46022.77847222222</c:v>
                </c:pt>
                <c:pt idx="43125">
                  <c:v>45889.676388888889</c:v>
                </c:pt>
                <c:pt idx="43126">
                  <c:v>45621.808333333327</c:v>
                </c:pt>
                <c:pt idx="43127">
                  <c:v>45862.822222222218</c:v>
                </c:pt>
                <c:pt idx="43128">
                  <c:v>45472.595833333333</c:v>
                </c:pt>
                <c:pt idx="43129">
                  <c:v>45656.875</c:v>
                </c:pt>
                <c:pt idx="43130">
                  <c:v>45820.763888888891</c:v>
                </c:pt>
                <c:pt idx="43131">
                  <c:v>45538.642361111109</c:v>
                </c:pt>
                <c:pt idx="43132">
                  <c:v>45551.663888888892</c:v>
                </c:pt>
                <c:pt idx="43133">
                  <c:v>45538.63958333333</c:v>
                </c:pt>
                <c:pt idx="43134">
                  <c:v>45475.427083333343</c:v>
                </c:pt>
                <c:pt idx="43135">
                  <c:v>45949.788888888892</c:v>
                </c:pt>
                <c:pt idx="43136">
                  <c:v>45981.521527777782</c:v>
                </c:pt>
                <c:pt idx="43137">
                  <c:v>45511.338194444441</c:v>
                </c:pt>
                <c:pt idx="43138">
                  <c:v>45682.407638888893</c:v>
                </c:pt>
                <c:pt idx="43139">
                  <c:v>45384.703472222223</c:v>
                </c:pt>
                <c:pt idx="43140">
                  <c:v>45732.472916666673</c:v>
                </c:pt>
                <c:pt idx="43141">
                  <c:v>45575.332638888889</c:v>
                </c:pt>
                <c:pt idx="43142">
                  <c:v>45641.59097222222</c:v>
                </c:pt>
                <c:pt idx="43143">
                  <c:v>45762.442361111112</c:v>
                </c:pt>
                <c:pt idx="43144">
                  <c:v>45345.393750000003</c:v>
                </c:pt>
                <c:pt idx="43145">
                  <c:v>45547.477083333331</c:v>
                </c:pt>
                <c:pt idx="43146">
                  <c:v>45424.816666666673</c:v>
                </c:pt>
                <c:pt idx="43147">
                  <c:v>45919.432638888888</c:v>
                </c:pt>
                <c:pt idx="43148">
                  <c:v>45957.845138888893</c:v>
                </c:pt>
                <c:pt idx="43149">
                  <c:v>45608.347916666673</c:v>
                </c:pt>
                <c:pt idx="43150">
                  <c:v>45481.475694444453</c:v>
                </c:pt>
                <c:pt idx="43151">
                  <c:v>45842.420138888891</c:v>
                </c:pt>
                <c:pt idx="43152">
                  <c:v>45301.604166666657</c:v>
                </c:pt>
                <c:pt idx="43153">
                  <c:v>45993.444444444453</c:v>
                </c:pt>
                <c:pt idx="43154">
                  <c:v>45876.474305555559</c:v>
                </c:pt>
                <c:pt idx="43155">
                  <c:v>45802.453472222223</c:v>
                </c:pt>
                <c:pt idx="43156">
                  <c:v>46022.42083333333</c:v>
                </c:pt>
                <c:pt idx="43157">
                  <c:v>46019.211805555547</c:v>
                </c:pt>
                <c:pt idx="43158">
                  <c:v>46017.624305555553</c:v>
                </c:pt>
                <c:pt idx="43159">
                  <c:v>46008.609027777777</c:v>
                </c:pt>
                <c:pt idx="43160">
                  <c:v>46004.578472222223</c:v>
                </c:pt>
                <c:pt idx="43161">
                  <c:v>45982.509027777778</c:v>
                </c:pt>
                <c:pt idx="43162">
                  <c:v>45976.131944444453</c:v>
                </c:pt>
                <c:pt idx="43163">
                  <c:v>45972.000694444447</c:v>
                </c:pt>
                <c:pt idx="43164">
                  <c:v>45967.650694444441</c:v>
                </c:pt>
                <c:pt idx="43165">
                  <c:v>45671.401388888888</c:v>
                </c:pt>
                <c:pt idx="43166">
                  <c:v>45470.638888888891</c:v>
                </c:pt>
                <c:pt idx="43167">
                  <c:v>45945.489583333343</c:v>
                </c:pt>
                <c:pt idx="43168">
                  <c:v>45770.553472222222</c:v>
                </c:pt>
                <c:pt idx="43169">
                  <c:v>45873.674305555563</c:v>
                </c:pt>
                <c:pt idx="43170">
                  <c:v>45551.820138888892</c:v>
                </c:pt>
                <c:pt idx="43171">
                  <c:v>45470.643055555563</c:v>
                </c:pt>
                <c:pt idx="43172">
                  <c:v>45574.911111111112</c:v>
                </c:pt>
                <c:pt idx="43173">
                  <c:v>45624.88958333333</c:v>
                </c:pt>
                <c:pt idx="43174">
                  <c:v>45820.445138888892</c:v>
                </c:pt>
                <c:pt idx="43175">
                  <c:v>45522.015972222223</c:v>
                </c:pt>
                <c:pt idx="43176">
                  <c:v>45896.349305555559</c:v>
                </c:pt>
                <c:pt idx="43177">
                  <c:v>45488.648611111108</c:v>
                </c:pt>
                <c:pt idx="43178">
                  <c:v>45714.429861111108</c:v>
                </c:pt>
                <c:pt idx="43179">
                  <c:v>45994.45208333333</c:v>
                </c:pt>
                <c:pt idx="43180">
                  <c:v>45477.631249999999</c:v>
                </c:pt>
                <c:pt idx="43181">
                  <c:v>45598.897222222222</c:v>
                </c:pt>
                <c:pt idx="43182">
                  <c:v>45959.097916666673</c:v>
                </c:pt>
                <c:pt idx="43183">
                  <c:v>45947.679861111108</c:v>
                </c:pt>
                <c:pt idx="43184">
                  <c:v>45903.799305555563</c:v>
                </c:pt>
                <c:pt idx="43185">
                  <c:v>45892.151388888888</c:v>
                </c:pt>
                <c:pt idx="43186">
                  <c:v>45898.724305555559</c:v>
                </c:pt>
                <c:pt idx="43187">
                  <c:v>45896.086805555547</c:v>
                </c:pt>
                <c:pt idx="43188">
                  <c:v>45885.833333333343</c:v>
                </c:pt>
                <c:pt idx="43189">
                  <c:v>45868.563888888893</c:v>
                </c:pt>
                <c:pt idx="43190">
                  <c:v>45862.553472222222</c:v>
                </c:pt>
                <c:pt idx="43191">
                  <c:v>45883.538194444453</c:v>
                </c:pt>
                <c:pt idx="43192">
                  <c:v>45810.691666666673</c:v>
                </c:pt>
                <c:pt idx="43193">
                  <c:v>45569.381249999999</c:v>
                </c:pt>
                <c:pt idx="43194">
                  <c:v>45674.602777777778</c:v>
                </c:pt>
                <c:pt idx="43195">
                  <c:v>45716.621527777781</c:v>
                </c:pt>
                <c:pt idx="43196">
                  <c:v>45691.740972222222</c:v>
                </c:pt>
                <c:pt idx="43197">
                  <c:v>45935.617361111108</c:v>
                </c:pt>
                <c:pt idx="43198">
                  <c:v>45770.84097222222</c:v>
                </c:pt>
                <c:pt idx="43199">
                  <c:v>45521.59652777778</c:v>
                </c:pt>
                <c:pt idx="43200">
                  <c:v>45923.799305555563</c:v>
                </c:pt>
                <c:pt idx="43201">
                  <c:v>45657.465277777781</c:v>
                </c:pt>
                <c:pt idx="43202">
                  <c:v>46009.599999999999</c:v>
                </c:pt>
                <c:pt idx="43203">
                  <c:v>45491.701388888891</c:v>
                </c:pt>
                <c:pt idx="43204">
                  <c:v>45605.59097222222</c:v>
                </c:pt>
                <c:pt idx="43205">
                  <c:v>45561.494444444441</c:v>
                </c:pt>
                <c:pt idx="43206">
                  <c:v>45743.597222222219</c:v>
                </c:pt>
                <c:pt idx="43207">
                  <c:v>45838.56527777778</c:v>
                </c:pt>
                <c:pt idx="43208">
                  <c:v>45980.574999999997</c:v>
                </c:pt>
                <c:pt idx="43209">
                  <c:v>45842.951388888891</c:v>
                </c:pt>
                <c:pt idx="43210">
                  <c:v>45697.302777777782</c:v>
                </c:pt>
                <c:pt idx="43211">
                  <c:v>45889.383333333331</c:v>
                </c:pt>
                <c:pt idx="43212">
                  <c:v>45719.576388888891</c:v>
                </c:pt>
                <c:pt idx="43213">
                  <c:v>45845.290972222218</c:v>
                </c:pt>
                <c:pt idx="43214">
                  <c:v>45958.79791666667</c:v>
                </c:pt>
                <c:pt idx="43215">
                  <c:v>45793.731249999997</c:v>
                </c:pt>
                <c:pt idx="43216">
                  <c:v>45747.899305555547</c:v>
                </c:pt>
                <c:pt idx="43217">
                  <c:v>45819.623611111107</c:v>
                </c:pt>
                <c:pt idx="43218">
                  <c:v>45818.982638888891</c:v>
                </c:pt>
                <c:pt idx="43219">
                  <c:v>45332.677083333343</c:v>
                </c:pt>
                <c:pt idx="43220">
                  <c:v>45527.347916666673</c:v>
                </c:pt>
                <c:pt idx="43221">
                  <c:v>45594.35</c:v>
                </c:pt>
                <c:pt idx="43222">
                  <c:v>45831.78402777778</c:v>
                </c:pt>
                <c:pt idx="43223">
                  <c:v>45641.404861111107</c:v>
                </c:pt>
                <c:pt idx="43224">
                  <c:v>45736.875</c:v>
                </c:pt>
                <c:pt idx="43225">
                  <c:v>45454.272222222222</c:v>
                </c:pt>
                <c:pt idx="43226">
                  <c:v>45566.90902777778</c:v>
                </c:pt>
                <c:pt idx="43227">
                  <c:v>45408.759027777778</c:v>
                </c:pt>
                <c:pt idx="43228">
                  <c:v>45705.563888888893</c:v>
                </c:pt>
                <c:pt idx="43229">
                  <c:v>45374.472222222219</c:v>
                </c:pt>
                <c:pt idx="43230">
                  <c:v>45677.577777777777</c:v>
                </c:pt>
                <c:pt idx="43231">
                  <c:v>45777.54791666667</c:v>
                </c:pt>
                <c:pt idx="43232">
                  <c:v>45814.376388888893</c:v>
                </c:pt>
                <c:pt idx="43233">
                  <c:v>45807.427777777782</c:v>
                </c:pt>
                <c:pt idx="43234">
                  <c:v>45790.748611111107</c:v>
                </c:pt>
                <c:pt idx="43235">
                  <c:v>45784.953472222223</c:v>
                </c:pt>
                <c:pt idx="43236">
                  <c:v>45783.819444444453</c:v>
                </c:pt>
                <c:pt idx="43237">
                  <c:v>45780.774305555547</c:v>
                </c:pt>
                <c:pt idx="43238">
                  <c:v>45779.804166666669</c:v>
                </c:pt>
                <c:pt idx="43239">
                  <c:v>45779.651388888888</c:v>
                </c:pt>
                <c:pt idx="43240">
                  <c:v>45778.595138888893</c:v>
                </c:pt>
                <c:pt idx="43241">
                  <c:v>45769.15</c:v>
                </c:pt>
                <c:pt idx="43242">
                  <c:v>45995.835416666669</c:v>
                </c:pt>
                <c:pt idx="43243">
                  <c:v>45967.683333333327</c:v>
                </c:pt>
                <c:pt idx="43244">
                  <c:v>45807.700694444437</c:v>
                </c:pt>
                <c:pt idx="43245">
                  <c:v>45526.322222222218</c:v>
                </c:pt>
                <c:pt idx="43246">
                  <c:v>45293.227083333331</c:v>
                </c:pt>
                <c:pt idx="43247">
                  <c:v>45374.893055555563</c:v>
                </c:pt>
                <c:pt idx="43248">
                  <c:v>45351.804861111108</c:v>
                </c:pt>
                <c:pt idx="43249">
                  <c:v>45444.65625</c:v>
                </c:pt>
                <c:pt idx="43250">
                  <c:v>45405.105555555558</c:v>
                </c:pt>
                <c:pt idx="43251">
                  <c:v>45843.8</c:v>
                </c:pt>
                <c:pt idx="43252">
                  <c:v>45755.230555555558</c:v>
                </c:pt>
                <c:pt idx="43253">
                  <c:v>45539.118055555547</c:v>
                </c:pt>
                <c:pt idx="43254">
                  <c:v>45586.164583333331</c:v>
                </c:pt>
                <c:pt idx="43255">
                  <c:v>45877.705555555563</c:v>
                </c:pt>
                <c:pt idx="43256">
                  <c:v>45942.217361111107</c:v>
                </c:pt>
                <c:pt idx="43257">
                  <c:v>45478.497916666667</c:v>
                </c:pt>
                <c:pt idx="43258">
                  <c:v>45549.98541666667</c:v>
                </c:pt>
                <c:pt idx="43259">
                  <c:v>45323.945138888892</c:v>
                </c:pt>
                <c:pt idx="43260">
                  <c:v>45778.70208333333</c:v>
                </c:pt>
                <c:pt idx="43261">
                  <c:v>45774.598611111112</c:v>
                </c:pt>
                <c:pt idx="43262">
                  <c:v>45760.780555555553</c:v>
                </c:pt>
                <c:pt idx="43263">
                  <c:v>45762.581250000003</c:v>
                </c:pt>
                <c:pt idx="43264">
                  <c:v>45746.050694444442</c:v>
                </c:pt>
                <c:pt idx="43265">
                  <c:v>45740.910416666673</c:v>
                </c:pt>
                <c:pt idx="43266">
                  <c:v>45730.652083333327</c:v>
                </c:pt>
                <c:pt idx="43267">
                  <c:v>45723.829861111109</c:v>
                </c:pt>
                <c:pt idx="43268">
                  <c:v>45722.678472222222</c:v>
                </c:pt>
                <c:pt idx="43269">
                  <c:v>45720.400694444441</c:v>
                </c:pt>
                <c:pt idx="43270">
                  <c:v>45710.969444444447</c:v>
                </c:pt>
                <c:pt idx="43271">
                  <c:v>45653.830555555563</c:v>
                </c:pt>
                <c:pt idx="43272">
                  <c:v>45454.913194444453</c:v>
                </c:pt>
                <c:pt idx="43273">
                  <c:v>45823.629166666673</c:v>
                </c:pt>
                <c:pt idx="43274">
                  <c:v>46013.426388888889</c:v>
                </c:pt>
                <c:pt idx="43275">
                  <c:v>45742.876388888893</c:v>
                </c:pt>
                <c:pt idx="43276">
                  <c:v>45880.695138888892</c:v>
                </c:pt>
                <c:pt idx="43277">
                  <c:v>45603.473611111112</c:v>
                </c:pt>
                <c:pt idx="43278">
                  <c:v>45974.558333333327</c:v>
                </c:pt>
                <c:pt idx="43279">
                  <c:v>45401.553472222222</c:v>
                </c:pt>
                <c:pt idx="43280">
                  <c:v>45501.904861111107</c:v>
                </c:pt>
                <c:pt idx="43281">
                  <c:v>45929.448611111111</c:v>
                </c:pt>
                <c:pt idx="43282">
                  <c:v>45522.863888888889</c:v>
                </c:pt>
                <c:pt idx="43283">
                  <c:v>45767.832638888889</c:v>
                </c:pt>
                <c:pt idx="43284">
                  <c:v>45363.844444444447</c:v>
                </c:pt>
                <c:pt idx="43285">
                  <c:v>45307.867361111108</c:v>
                </c:pt>
                <c:pt idx="43286">
                  <c:v>45705.927083333343</c:v>
                </c:pt>
                <c:pt idx="43287">
                  <c:v>46006.61041666667</c:v>
                </c:pt>
                <c:pt idx="43288">
                  <c:v>45565.8</c:v>
                </c:pt>
                <c:pt idx="43289">
                  <c:v>45707.884027777778</c:v>
                </c:pt>
                <c:pt idx="43290">
                  <c:v>45681.692361111112</c:v>
                </c:pt>
                <c:pt idx="43291">
                  <c:v>45683.911111111112</c:v>
                </c:pt>
                <c:pt idx="43292">
                  <c:v>45687.830555555563</c:v>
                </c:pt>
                <c:pt idx="43293">
                  <c:v>45664.833333333343</c:v>
                </c:pt>
                <c:pt idx="43294">
                  <c:v>45659.532638888893</c:v>
                </c:pt>
                <c:pt idx="43295">
                  <c:v>45652.897916666669</c:v>
                </c:pt>
                <c:pt idx="43296">
                  <c:v>45639.229166666657</c:v>
                </c:pt>
                <c:pt idx="43297">
                  <c:v>45629.537499999999</c:v>
                </c:pt>
                <c:pt idx="43298">
                  <c:v>45615.850694444453</c:v>
                </c:pt>
                <c:pt idx="43299">
                  <c:v>45615.850694444453</c:v>
                </c:pt>
                <c:pt idx="43300">
                  <c:v>45617.669444444437</c:v>
                </c:pt>
                <c:pt idx="43301">
                  <c:v>45617.669444444437</c:v>
                </c:pt>
                <c:pt idx="43302">
                  <c:v>45367.73541666667</c:v>
                </c:pt>
                <c:pt idx="43303">
                  <c:v>45408.540277777778</c:v>
                </c:pt>
                <c:pt idx="43304">
                  <c:v>45333.770138888889</c:v>
                </c:pt>
                <c:pt idx="43305">
                  <c:v>45615.931250000001</c:v>
                </c:pt>
                <c:pt idx="43306">
                  <c:v>45872.484722222223</c:v>
                </c:pt>
                <c:pt idx="43307">
                  <c:v>45855.547222222223</c:v>
                </c:pt>
                <c:pt idx="43308">
                  <c:v>45616.603472222218</c:v>
                </c:pt>
                <c:pt idx="43309">
                  <c:v>46005.681944444441</c:v>
                </c:pt>
                <c:pt idx="43310">
                  <c:v>45678.824999999997</c:v>
                </c:pt>
                <c:pt idx="43311">
                  <c:v>45375.31527777778</c:v>
                </c:pt>
                <c:pt idx="43312">
                  <c:v>45839.486111111109</c:v>
                </c:pt>
                <c:pt idx="43313">
                  <c:v>45834.92291666667</c:v>
                </c:pt>
                <c:pt idx="43314">
                  <c:v>45830.463888888888</c:v>
                </c:pt>
                <c:pt idx="43315">
                  <c:v>45789.705555555563</c:v>
                </c:pt>
                <c:pt idx="43316">
                  <c:v>45783.711805555547</c:v>
                </c:pt>
                <c:pt idx="43317">
                  <c:v>45783.580555555563</c:v>
                </c:pt>
                <c:pt idx="43318">
                  <c:v>45753.982638888891</c:v>
                </c:pt>
                <c:pt idx="43319">
                  <c:v>45725.645138888889</c:v>
                </c:pt>
                <c:pt idx="43320">
                  <c:v>45813.67083333333</c:v>
                </c:pt>
                <c:pt idx="43321">
                  <c:v>45734.936805555553</c:v>
                </c:pt>
                <c:pt idx="43322">
                  <c:v>45990.730555555558</c:v>
                </c:pt>
                <c:pt idx="43323">
                  <c:v>46023.624305555553</c:v>
                </c:pt>
                <c:pt idx="43324">
                  <c:v>45788.897916666669</c:v>
                </c:pt>
                <c:pt idx="43325">
                  <c:v>45958.859722222223</c:v>
                </c:pt>
                <c:pt idx="43326">
                  <c:v>45656.574305555558</c:v>
                </c:pt>
                <c:pt idx="43327">
                  <c:v>45835.921527777777</c:v>
                </c:pt>
                <c:pt idx="43328">
                  <c:v>45901.331250000003</c:v>
                </c:pt>
                <c:pt idx="43329">
                  <c:v>45873.698611111111</c:v>
                </c:pt>
                <c:pt idx="43330">
                  <c:v>45499.928472222222</c:v>
                </c:pt>
                <c:pt idx="43331">
                  <c:v>45574.961805555547</c:v>
                </c:pt>
                <c:pt idx="43332">
                  <c:v>45766.868750000001</c:v>
                </c:pt>
                <c:pt idx="43333">
                  <c:v>45932.95416666667</c:v>
                </c:pt>
                <c:pt idx="43334">
                  <c:v>45858.761805555558</c:v>
                </c:pt>
                <c:pt idx="43335">
                  <c:v>45924.686805555553</c:v>
                </c:pt>
                <c:pt idx="43336">
                  <c:v>45533.938194444447</c:v>
                </c:pt>
                <c:pt idx="43337">
                  <c:v>45625.665972222218</c:v>
                </c:pt>
                <c:pt idx="43338">
                  <c:v>45711.365972222222</c:v>
                </c:pt>
                <c:pt idx="43339">
                  <c:v>45722.826388888891</c:v>
                </c:pt>
                <c:pt idx="43340">
                  <c:v>45713.018750000003</c:v>
                </c:pt>
                <c:pt idx="43341">
                  <c:v>45711.802083333343</c:v>
                </c:pt>
                <c:pt idx="43342">
                  <c:v>45687.628472222219</c:v>
                </c:pt>
                <c:pt idx="43343">
                  <c:v>45675.815972222219</c:v>
                </c:pt>
                <c:pt idx="43344">
                  <c:v>45662.904166666667</c:v>
                </c:pt>
                <c:pt idx="43345">
                  <c:v>45662.904166666667</c:v>
                </c:pt>
                <c:pt idx="43346">
                  <c:v>45662.510416666657</c:v>
                </c:pt>
                <c:pt idx="43347">
                  <c:v>46023.588194444441</c:v>
                </c:pt>
                <c:pt idx="43348">
                  <c:v>45705.50277777778</c:v>
                </c:pt>
                <c:pt idx="43349">
                  <c:v>45514.565972222219</c:v>
                </c:pt>
                <c:pt idx="43350">
                  <c:v>45824.696527777778</c:v>
                </c:pt>
                <c:pt idx="43351">
                  <c:v>45305.395833333343</c:v>
                </c:pt>
                <c:pt idx="43352">
                  <c:v>45383.477083333331</c:v>
                </c:pt>
                <c:pt idx="43353">
                  <c:v>45956.905555555553</c:v>
                </c:pt>
                <c:pt idx="43354">
                  <c:v>45575.829861111109</c:v>
                </c:pt>
                <c:pt idx="43355">
                  <c:v>45917.436111111107</c:v>
                </c:pt>
                <c:pt idx="43356">
                  <c:v>45858.989583333343</c:v>
                </c:pt>
                <c:pt idx="43357">
                  <c:v>45994.561111111107</c:v>
                </c:pt>
                <c:pt idx="43358">
                  <c:v>45628.803472222222</c:v>
                </c:pt>
                <c:pt idx="43359">
                  <c:v>45887.47152777778</c:v>
                </c:pt>
                <c:pt idx="43360">
                  <c:v>45767.802777777782</c:v>
                </c:pt>
                <c:pt idx="43361">
                  <c:v>45471.447916666657</c:v>
                </c:pt>
                <c:pt idx="43362">
                  <c:v>45336.956944444442</c:v>
                </c:pt>
                <c:pt idx="43363">
                  <c:v>45675.555555555547</c:v>
                </c:pt>
                <c:pt idx="43364">
                  <c:v>45534.415277777778</c:v>
                </c:pt>
                <c:pt idx="43365">
                  <c:v>45737.386111111111</c:v>
                </c:pt>
                <c:pt idx="43366">
                  <c:v>45637.415277777778</c:v>
                </c:pt>
                <c:pt idx="43367">
                  <c:v>45423.729861111111</c:v>
                </c:pt>
                <c:pt idx="43368">
                  <c:v>45796.606249999997</c:v>
                </c:pt>
                <c:pt idx="43369">
                  <c:v>45981.740277777782</c:v>
                </c:pt>
                <c:pt idx="43370">
                  <c:v>45444.739583333343</c:v>
                </c:pt>
                <c:pt idx="43371">
                  <c:v>45866.546527777777</c:v>
                </c:pt>
                <c:pt idx="43372">
                  <c:v>45824.65</c:v>
                </c:pt>
                <c:pt idx="43373">
                  <c:v>45409.870833333327</c:v>
                </c:pt>
                <c:pt idx="43374">
                  <c:v>45790.707638888889</c:v>
                </c:pt>
                <c:pt idx="43375">
                  <c:v>45722.772916666669</c:v>
                </c:pt>
                <c:pt idx="43376">
                  <c:v>45637.759722222218</c:v>
                </c:pt>
                <c:pt idx="43377">
                  <c:v>45649.799305555563</c:v>
                </c:pt>
                <c:pt idx="43378">
                  <c:v>45379.800694444442</c:v>
                </c:pt>
                <c:pt idx="43379">
                  <c:v>45639.496527777781</c:v>
                </c:pt>
                <c:pt idx="43380">
                  <c:v>45404.96597222222</c:v>
                </c:pt>
                <c:pt idx="43381">
                  <c:v>45976.619444444441</c:v>
                </c:pt>
                <c:pt idx="43382">
                  <c:v>45446.824305555558</c:v>
                </c:pt>
                <c:pt idx="43383">
                  <c:v>45331.061111111107</c:v>
                </c:pt>
                <c:pt idx="43384">
                  <c:v>45665.385416666657</c:v>
                </c:pt>
                <c:pt idx="43385">
                  <c:v>45777.754861111112</c:v>
                </c:pt>
                <c:pt idx="43386">
                  <c:v>45568.750694444447</c:v>
                </c:pt>
                <c:pt idx="43387">
                  <c:v>45512.625694444447</c:v>
                </c:pt>
                <c:pt idx="43388">
                  <c:v>45813.657638888893</c:v>
                </c:pt>
                <c:pt idx="43389">
                  <c:v>45806.561805555553</c:v>
                </c:pt>
                <c:pt idx="43390">
                  <c:v>45945.536111111112</c:v>
                </c:pt>
                <c:pt idx="43391">
                  <c:v>46002.468055555553</c:v>
                </c:pt>
                <c:pt idx="43392">
                  <c:v>45899.861805555563</c:v>
                </c:pt>
                <c:pt idx="43393">
                  <c:v>45961.648611111108</c:v>
                </c:pt>
                <c:pt idx="43394">
                  <c:v>45724.910416666673</c:v>
                </c:pt>
                <c:pt idx="43395">
                  <c:v>45697.436805555553</c:v>
                </c:pt>
                <c:pt idx="43396">
                  <c:v>46020.661805555559</c:v>
                </c:pt>
                <c:pt idx="43397">
                  <c:v>45963.789583333331</c:v>
                </c:pt>
                <c:pt idx="43398">
                  <c:v>45933.782638888893</c:v>
                </c:pt>
                <c:pt idx="43399">
                  <c:v>45918.564583333333</c:v>
                </c:pt>
                <c:pt idx="43400">
                  <c:v>45906.54791666667</c:v>
                </c:pt>
                <c:pt idx="43401">
                  <c:v>45877.435416666667</c:v>
                </c:pt>
                <c:pt idx="43402">
                  <c:v>45866.561805555553</c:v>
                </c:pt>
                <c:pt idx="43403">
                  <c:v>45863.555555555547</c:v>
                </c:pt>
                <c:pt idx="43404">
                  <c:v>45812.644444444442</c:v>
                </c:pt>
                <c:pt idx="43405">
                  <c:v>45789.671527777777</c:v>
                </c:pt>
                <c:pt idx="43406">
                  <c:v>45645.711805555547</c:v>
                </c:pt>
                <c:pt idx="43407">
                  <c:v>45879.655555555553</c:v>
                </c:pt>
                <c:pt idx="43408">
                  <c:v>45466.376388888893</c:v>
                </c:pt>
                <c:pt idx="43409">
                  <c:v>45301.668749999997</c:v>
                </c:pt>
                <c:pt idx="43410">
                  <c:v>45660.376388888893</c:v>
                </c:pt>
                <c:pt idx="43411">
                  <c:v>45604.495138888888</c:v>
                </c:pt>
                <c:pt idx="43412">
                  <c:v>45479.400694444441</c:v>
                </c:pt>
                <c:pt idx="43413">
                  <c:v>45660.376388888893</c:v>
                </c:pt>
                <c:pt idx="43414">
                  <c:v>45761.409722222219</c:v>
                </c:pt>
                <c:pt idx="43415">
                  <c:v>45407.385416666657</c:v>
                </c:pt>
                <c:pt idx="43416">
                  <c:v>45761.409722222219</c:v>
                </c:pt>
                <c:pt idx="43417">
                  <c:v>45479.400694444441</c:v>
                </c:pt>
                <c:pt idx="43418">
                  <c:v>45879.655555555553</c:v>
                </c:pt>
                <c:pt idx="43419">
                  <c:v>45301.668749999997</c:v>
                </c:pt>
                <c:pt idx="43420">
                  <c:v>45604.495138888888</c:v>
                </c:pt>
                <c:pt idx="43421">
                  <c:v>45361.654861111107</c:v>
                </c:pt>
                <c:pt idx="43422">
                  <c:v>45789.671527777777</c:v>
                </c:pt>
                <c:pt idx="43423">
                  <c:v>45361.654861111107</c:v>
                </c:pt>
                <c:pt idx="43424">
                  <c:v>45571.490972222222</c:v>
                </c:pt>
                <c:pt idx="43425">
                  <c:v>45924.928472222222</c:v>
                </c:pt>
                <c:pt idx="43426">
                  <c:v>45924.928472222222</c:v>
                </c:pt>
                <c:pt idx="43427">
                  <c:v>45730.460416666669</c:v>
                </c:pt>
                <c:pt idx="43428">
                  <c:v>45408.52847222222</c:v>
                </c:pt>
                <c:pt idx="43429">
                  <c:v>45571.490972222222</c:v>
                </c:pt>
                <c:pt idx="43430">
                  <c:v>45730.460416666669</c:v>
                </c:pt>
                <c:pt idx="43431">
                  <c:v>45436.813888888893</c:v>
                </c:pt>
                <c:pt idx="43432">
                  <c:v>45817.536111111112</c:v>
                </c:pt>
                <c:pt idx="43433">
                  <c:v>45817.536111111112</c:v>
                </c:pt>
                <c:pt idx="43434">
                  <c:v>45698.433333333327</c:v>
                </c:pt>
                <c:pt idx="43435">
                  <c:v>45698.433333333327</c:v>
                </c:pt>
                <c:pt idx="43436">
                  <c:v>45523.430555555547</c:v>
                </c:pt>
                <c:pt idx="43437">
                  <c:v>45645.711805555547</c:v>
                </c:pt>
                <c:pt idx="43438">
                  <c:v>45436.813888888893</c:v>
                </c:pt>
                <c:pt idx="43439">
                  <c:v>45516.839583333327</c:v>
                </c:pt>
                <c:pt idx="43440">
                  <c:v>45466.376388888893</c:v>
                </c:pt>
                <c:pt idx="43441">
                  <c:v>45407.385416666657</c:v>
                </c:pt>
                <c:pt idx="43442">
                  <c:v>45516.839583333327</c:v>
                </c:pt>
                <c:pt idx="43443">
                  <c:v>45408.52847222222</c:v>
                </c:pt>
                <c:pt idx="43444">
                  <c:v>45523.430555555547</c:v>
                </c:pt>
                <c:pt idx="43445">
                  <c:v>45796.744444444441</c:v>
                </c:pt>
                <c:pt idx="43446">
                  <c:v>45777.925000000003</c:v>
                </c:pt>
                <c:pt idx="43447">
                  <c:v>45777.660416666673</c:v>
                </c:pt>
                <c:pt idx="43448">
                  <c:v>45769.836111111108</c:v>
                </c:pt>
                <c:pt idx="43449">
                  <c:v>45742.95416666667</c:v>
                </c:pt>
                <c:pt idx="43450">
                  <c:v>45692.52847222222</c:v>
                </c:pt>
                <c:pt idx="43451">
                  <c:v>45652.617361111108</c:v>
                </c:pt>
                <c:pt idx="43452">
                  <c:v>45617.82916666667</c:v>
                </c:pt>
                <c:pt idx="43453">
                  <c:v>45614.904166666667</c:v>
                </c:pt>
                <c:pt idx="43454">
                  <c:v>45582.447222222218</c:v>
                </c:pt>
                <c:pt idx="43455">
                  <c:v>45965.427083333343</c:v>
                </c:pt>
                <c:pt idx="43456">
                  <c:v>45845.547222222223</c:v>
                </c:pt>
                <c:pt idx="43457">
                  <c:v>45387.043749999997</c:v>
                </c:pt>
                <c:pt idx="43458">
                  <c:v>45664.021527777782</c:v>
                </c:pt>
                <c:pt idx="43459">
                  <c:v>45312.541666666657</c:v>
                </c:pt>
                <c:pt idx="43460">
                  <c:v>45703.46597222222</c:v>
                </c:pt>
                <c:pt idx="43461">
                  <c:v>45549.517361111109</c:v>
                </c:pt>
                <c:pt idx="43462">
                  <c:v>45803.411111111112</c:v>
                </c:pt>
                <c:pt idx="43463">
                  <c:v>45728.204861111109</c:v>
                </c:pt>
                <c:pt idx="43464">
                  <c:v>45930.713194444441</c:v>
                </c:pt>
                <c:pt idx="43465">
                  <c:v>45854.959027777782</c:v>
                </c:pt>
                <c:pt idx="43466">
                  <c:v>45816.46875</c:v>
                </c:pt>
                <c:pt idx="43467">
                  <c:v>45558.645833333343</c:v>
                </c:pt>
                <c:pt idx="43468">
                  <c:v>45992.504861111112</c:v>
                </c:pt>
                <c:pt idx="43469">
                  <c:v>45713.591666666667</c:v>
                </c:pt>
                <c:pt idx="43470">
                  <c:v>45492.6</c:v>
                </c:pt>
                <c:pt idx="43471">
                  <c:v>45719.379861111112</c:v>
                </c:pt>
                <c:pt idx="43472">
                  <c:v>45332.393750000003</c:v>
                </c:pt>
                <c:pt idx="43473">
                  <c:v>45992.408333333333</c:v>
                </c:pt>
                <c:pt idx="43474">
                  <c:v>45711.470833333333</c:v>
                </c:pt>
                <c:pt idx="43475">
                  <c:v>45963.55972222222</c:v>
                </c:pt>
                <c:pt idx="43476">
                  <c:v>45446.470833333333</c:v>
                </c:pt>
                <c:pt idx="43477">
                  <c:v>45431.544444444437</c:v>
                </c:pt>
                <c:pt idx="43478">
                  <c:v>45792.899305555547</c:v>
                </c:pt>
                <c:pt idx="43479">
                  <c:v>45803.711805555547</c:v>
                </c:pt>
                <c:pt idx="43480">
                  <c:v>45549.038194444453</c:v>
                </c:pt>
                <c:pt idx="43481">
                  <c:v>45798.531944444447</c:v>
                </c:pt>
                <c:pt idx="43482">
                  <c:v>45798.728472222218</c:v>
                </c:pt>
                <c:pt idx="43483">
                  <c:v>45666.571527777778</c:v>
                </c:pt>
                <c:pt idx="43484">
                  <c:v>45786.424305555563</c:v>
                </c:pt>
                <c:pt idx="43485">
                  <c:v>45575.923611111109</c:v>
                </c:pt>
                <c:pt idx="43486">
                  <c:v>45439.397222222222</c:v>
                </c:pt>
                <c:pt idx="43487">
                  <c:v>45905.540277777778</c:v>
                </c:pt>
                <c:pt idx="43488">
                  <c:v>46006.480555555558</c:v>
                </c:pt>
                <c:pt idx="43489">
                  <c:v>45352.48541666667</c:v>
                </c:pt>
                <c:pt idx="43490">
                  <c:v>45880.613194444442</c:v>
                </c:pt>
                <c:pt idx="43491">
                  <c:v>45736.777777777781</c:v>
                </c:pt>
                <c:pt idx="43492">
                  <c:v>45616.914583333331</c:v>
                </c:pt>
                <c:pt idx="43493">
                  <c:v>45959.586111111108</c:v>
                </c:pt>
                <c:pt idx="43494">
                  <c:v>45807.23541666667</c:v>
                </c:pt>
                <c:pt idx="43495">
                  <c:v>45936.395833333343</c:v>
                </c:pt>
                <c:pt idx="43496">
                  <c:v>46006.397916666669</c:v>
                </c:pt>
                <c:pt idx="43497">
                  <c:v>45915.272222222222</c:v>
                </c:pt>
                <c:pt idx="43498">
                  <c:v>45803.515972222223</c:v>
                </c:pt>
                <c:pt idx="43499">
                  <c:v>45977.579861111109</c:v>
                </c:pt>
                <c:pt idx="43500">
                  <c:v>45957.425694444442</c:v>
                </c:pt>
                <c:pt idx="43501">
                  <c:v>45874.53402777778</c:v>
                </c:pt>
                <c:pt idx="43502">
                  <c:v>45895.392361111109</c:v>
                </c:pt>
                <c:pt idx="43503">
                  <c:v>45702.568055555559</c:v>
                </c:pt>
                <c:pt idx="43504">
                  <c:v>45659.599305555559</c:v>
                </c:pt>
                <c:pt idx="43505">
                  <c:v>45588.513888888891</c:v>
                </c:pt>
                <c:pt idx="43506">
                  <c:v>45730.44027777778</c:v>
                </c:pt>
                <c:pt idx="43507">
                  <c:v>45617.636111111111</c:v>
                </c:pt>
                <c:pt idx="43508">
                  <c:v>45838.51458333333</c:v>
                </c:pt>
                <c:pt idx="43509">
                  <c:v>45769.572222222218</c:v>
                </c:pt>
                <c:pt idx="43510">
                  <c:v>45698.586805555547</c:v>
                </c:pt>
                <c:pt idx="43511">
                  <c:v>45811.397916666669</c:v>
                </c:pt>
                <c:pt idx="43512">
                  <c:v>45943.409722222219</c:v>
                </c:pt>
                <c:pt idx="43513">
                  <c:v>45913.366666666669</c:v>
                </c:pt>
                <c:pt idx="43514">
                  <c:v>45687.756944444453</c:v>
                </c:pt>
                <c:pt idx="43515">
                  <c:v>46019.793749999997</c:v>
                </c:pt>
                <c:pt idx="43516">
                  <c:v>45988.613194444442</c:v>
                </c:pt>
                <c:pt idx="43517">
                  <c:v>45905.581250000003</c:v>
                </c:pt>
                <c:pt idx="43518">
                  <c:v>45877.581944444442</c:v>
                </c:pt>
                <c:pt idx="43519">
                  <c:v>45929.856249999997</c:v>
                </c:pt>
                <c:pt idx="43520">
                  <c:v>45817.895833333343</c:v>
                </c:pt>
                <c:pt idx="43521">
                  <c:v>45648.940972222219</c:v>
                </c:pt>
                <c:pt idx="43522">
                  <c:v>45524.993750000001</c:v>
                </c:pt>
                <c:pt idx="43523">
                  <c:v>45310.601388888892</c:v>
                </c:pt>
                <c:pt idx="43524">
                  <c:v>45386.622916666667</c:v>
                </c:pt>
                <c:pt idx="43525">
                  <c:v>45452.9375</c:v>
                </c:pt>
                <c:pt idx="43526">
                  <c:v>45853.92083333333</c:v>
                </c:pt>
                <c:pt idx="43527">
                  <c:v>45924.160416666673</c:v>
                </c:pt>
                <c:pt idx="43528">
                  <c:v>46000.913194444453</c:v>
                </c:pt>
                <c:pt idx="43529">
                  <c:v>45781.96597222222</c:v>
                </c:pt>
                <c:pt idx="43530">
                  <c:v>45569.730555555558</c:v>
                </c:pt>
                <c:pt idx="43531">
                  <c:v>45726.580555555563</c:v>
                </c:pt>
                <c:pt idx="43532">
                  <c:v>45853.713888888888</c:v>
                </c:pt>
                <c:pt idx="43533">
                  <c:v>45785.754861111112</c:v>
                </c:pt>
                <c:pt idx="43534">
                  <c:v>45846.382638888892</c:v>
                </c:pt>
                <c:pt idx="43535">
                  <c:v>45727.011111111111</c:v>
                </c:pt>
                <c:pt idx="43536">
                  <c:v>45698.504861111112</c:v>
                </c:pt>
                <c:pt idx="43537">
                  <c:v>45316.35833333333</c:v>
                </c:pt>
                <c:pt idx="43538">
                  <c:v>45686.469444444447</c:v>
                </c:pt>
                <c:pt idx="43539">
                  <c:v>45540.566666666673</c:v>
                </c:pt>
                <c:pt idx="43540">
                  <c:v>45847.713888888888</c:v>
                </c:pt>
                <c:pt idx="43541">
                  <c:v>45947.012499999997</c:v>
                </c:pt>
                <c:pt idx="43542">
                  <c:v>46013.836805555547</c:v>
                </c:pt>
                <c:pt idx="43543">
                  <c:v>45942.554861111108</c:v>
                </c:pt>
                <c:pt idx="43544">
                  <c:v>45910.465277777781</c:v>
                </c:pt>
                <c:pt idx="43545">
                  <c:v>45884.374305555553</c:v>
                </c:pt>
                <c:pt idx="43546">
                  <c:v>45882.664583333331</c:v>
                </c:pt>
                <c:pt idx="43547">
                  <c:v>45852.919444444437</c:v>
                </c:pt>
                <c:pt idx="43548">
                  <c:v>45849.874305555553</c:v>
                </c:pt>
                <c:pt idx="43549">
                  <c:v>45355.429166666669</c:v>
                </c:pt>
                <c:pt idx="43550">
                  <c:v>45989.340277777781</c:v>
                </c:pt>
                <c:pt idx="43551">
                  <c:v>45872.504861111112</c:v>
                </c:pt>
                <c:pt idx="43552">
                  <c:v>45353.995833333327</c:v>
                </c:pt>
                <c:pt idx="43553">
                  <c:v>45677.578472222223</c:v>
                </c:pt>
                <c:pt idx="43554">
                  <c:v>45842.500694444447</c:v>
                </c:pt>
                <c:pt idx="43555">
                  <c:v>45781.518055555563</c:v>
                </c:pt>
                <c:pt idx="43556">
                  <c:v>45779.685416666667</c:v>
                </c:pt>
                <c:pt idx="43557">
                  <c:v>45705.933333333327</c:v>
                </c:pt>
                <c:pt idx="43558">
                  <c:v>45643.018055555563</c:v>
                </c:pt>
                <c:pt idx="43559">
                  <c:v>45455.62222222222</c:v>
                </c:pt>
                <c:pt idx="43560">
                  <c:v>45775.460416666669</c:v>
                </c:pt>
                <c:pt idx="43561">
                  <c:v>45989.385416666657</c:v>
                </c:pt>
                <c:pt idx="43562">
                  <c:v>45909.445833333331</c:v>
                </c:pt>
                <c:pt idx="43563">
                  <c:v>45653.511805555558</c:v>
                </c:pt>
                <c:pt idx="43564">
                  <c:v>45730.54791666667</c:v>
                </c:pt>
                <c:pt idx="43565">
                  <c:v>45352.741666666669</c:v>
                </c:pt>
                <c:pt idx="43566">
                  <c:v>45560.51666666667</c:v>
                </c:pt>
                <c:pt idx="43567">
                  <c:v>45850.445833333331</c:v>
                </c:pt>
                <c:pt idx="43568">
                  <c:v>46018.65625</c:v>
                </c:pt>
                <c:pt idx="43569">
                  <c:v>45622.856249999997</c:v>
                </c:pt>
                <c:pt idx="43570">
                  <c:v>45991.536111111112</c:v>
                </c:pt>
                <c:pt idx="43571">
                  <c:v>45955.527083333327</c:v>
                </c:pt>
                <c:pt idx="43572">
                  <c:v>45848.868055555547</c:v>
                </c:pt>
                <c:pt idx="43573">
                  <c:v>45824.615277777782</c:v>
                </c:pt>
                <c:pt idx="43574">
                  <c:v>45772.637499999997</c:v>
                </c:pt>
                <c:pt idx="43575">
                  <c:v>45657.804166666669</c:v>
                </c:pt>
                <c:pt idx="43576">
                  <c:v>45481.904166666667</c:v>
                </c:pt>
                <c:pt idx="43577">
                  <c:v>45771.822222222218</c:v>
                </c:pt>
                <c:pt idx="43578">
                  <c:v>45690.888888888891</c:v>
                </c:pt>
                <c:pt idx="43579">
                  <c:v>45664.782638888893</c:v>
                </c:pt>
                <c:pt idx="43580">
                  <c:v>45615.99722222222</c:v>
                </c:pt>
                <c:pt idx="43581">
                  <c:v>45799.970833333333</c:v>
                </c:pt>
                <c:pt idx="43582">
                  <c:v>45885.926388888889</c:v>
                </c:pt>
                <c:pt idx="43583">
                  <c:v>45474.875694444447</c:v>
                </c:pt>
                <c:pt idx="43584">
                  <c:v>45629.37222222222</c:v>
                </c:pt>
                <c:pt idx="43585">
                  <c:v>45731.75277777778</c:v>
                </c:pt>
                <c:pt idx="43586">
                  <c:v>45320.519444444442</c:v>
                </c:pt>
                <c:pt idx="43587">
                  <c:v>45605.382638888892</c:v>
                </c:pt>
                <c:pt idx="43588">
                  <c:v>45987.543749999997</c:v>
                </c:pt>
                <c:pt idx="43589">
                  <c:v>45522.6</c:v>
                </c:pt>
                <c:pt idx="43590">
                  <c:v>45765.993055555547</c:v>
                </c:pt>
                <c:pt idx="43591">
                  <c:v>45740.834722222222</c:v>
                </c:pt>
                <c:pt idx="43592">
                  <c:v>45738.884027777778</c:v>
                </c:pt>
                <c:pt idx="43593">
                  <c:v>45719.708333333343</c:v>
                </c:pt>
                <c:pt idx="43594">
                  <c:v>45719.708333333343</c:v>
                </c:pt>
                <c:pt idx="43595">
                  <c:v>45691.384027777778</c:v>
                </c:pt>
                <c:pt idx="43596">
                  <c:v>45691.384027777778</c:v>
                </c:pt>
                <c:pt idx="43597">
                  <c:v>46005.869444444441</c:v>
                </c:pt>
                <c:pt idx="43598">
                  <c:v>45695.418055555558</c:v>
                </c:pt>
                <c:pt idx="43599">
                  <c:v>45861.546527777777</c:v>
                </c:pt>
                <c:pt idx="43600">
                  <c:v>45733.357638888891</c:v>
                </c:pt>
                <c:pt idx="43601">
                  <c:v>45664.518750000003</c:v>
                </c:pt>
                <c:pt idx="43602">
                  <c:v>45901.902777777781</c:v>
                </c:pt>
                <c:pt idx="43603">
                  <c:v>45674.682638888888</c:v>
                </c:pt>
                <c:pt idx="43604">
                  <c:v>45807.65902777778</c:v>
                </c:pt>
                <c:pt idx="43605">
                  <c:v>45740.675000000003</c:v>
                </c:pt>
                <c:pt idx="43606">
                  <c:v>45623.991666666669</c:v>
                </c:pt>
                <c:pt idx="43607">
                  <c:v>45609.042361111111</c:v>
                </c:pt>
                <c:pt idx="43608">
                  <c:v>45723.987500000003</c:v>
                </c:pt>
                <c:pt idx="43609">
                  <c:v>46010.099305555559</c:v>
                </c:pt>
                <c:pt idx="43610">
                  <c:v>45951.431250000001</c:v>
                </c:pt>
                <c:pt idx="43611">
                  <c:v>45966.970833333333</c:v>
                </c:pt>
                <c:pt idx="43612">
                  <c:v>45657.605555555558</c:v>
                </c:pt>
                <c:pt idx="43613">
                  <c:v>45983.722916666673</c:v>
                </c:pt>
                <c:pt idx="43614">
                  <c:v>45727.586111111108</c:v>
                </c:pt>
                <c:pt idx="43615">
                  <c:v>45708.934027777781</c:v>
                </c:pt>
                <c:pt idx="43616">
                  <c:v>45841.791666666657</c:v>
                </c:pt>
                <c:pt idx="43617">
                  <c:v>45747.783333333333</c:v>
                </c:pt>
                <c:pt idx="43618">
                  <c:v>45305.836111111108</c:v>
                </c:pt>
                <c:pt idx="43619">
                  <c:v>45986.515277777777</c:v>
                </c:pt>
                <c:pt idx="43620">
                  <c:v>45986.515277777777</c:v>
                </c:pt>
                <c:pt idx="43621">
                  <c:v>45644.849305555559</c:v>
                </c:pt>
                <c:pt idx="43622">
                  <c:v>45617.856944444437</c:v>
                </c:pt>
                <c:pt idx="43623">
                  <c:v>45825.921527777777</c:v>
                </c:pt>
                <c:pt idx="43624">
                  <c:v>45903.905555555553</c:v>
                </c:pt>
                <c:pt idx="43625">
                  <c:v>45752.661111111112</c:v>
                </c:pt>
                <c:pt idx="43626">
                  <c:v>45669.59375</c:v>
                </c:pt>
                <c:pt idx="43627">
                  <c:v>45793.442361111112</c:v>
                </c:pt>
                <c:pt idx="43628">
                  <c:v>45643.870138888888</c:v>
                </c:pt>
                <c:pt idx="43629">
                  <c:v>45978.791666666657</c:v>
                </c:pt>
                <c:pt idx="43630">
                  <c:v>45869.743055555547</c:v>
                </c:pt>
                <c:pt idx="43631">
                  <c:v>45969.505555555559</c:v>
                </c:pt>
                <c:pt idx="43632">
                  <c:v>45855.647916666669</c:v>
                </c:pt>
                <c:pt idx="43633">
                  <c:v>45739.554166666669</c:v>
                </c:pt>
                <c:pt idx="43634">
                  <c:v>45732.554861111108</c:v>
                </c:pt>
                <c:pt idx="43635">
                  <c:v>45704.541666666657</c:v>
                </c:pt>
                <c:pt idx="43636">
                  <c:v>45704.482638888891</c:v>
                </c:pt>
                <c:pt idx="43637">
                  <c:v>45704.344444444447</c:v>
                </c:pt>
                <c:pt idx="43638">
                  <c:v>45625.964583333327</c:v>
                </c:pt>
                <c:pt idx="43639">
                  <c:v>46012.661111111112</c:v>
                </c:pt>
                <c:pt idx="43640">
                  <c:v>45977.504166666673</c:v>
                </c:pt>
                <c:pt idx="43641">
                  <c:v>45930.543749999997</c:v>
                </c:pt>
                <c:pt idx="43642">
                  <c:v>45915.526388888888</c:v>
                </c:pt>
                <c:pt idx="43643">
                  <c:v>45904.568749999999</c:v>
                </c:pt>
                <c:pt idx="43644">
                  <c:v>45866.917361111111</c:v>
                </c:pt>
                <c:pt idx="43645">
                  <c:v>45833.9</c:v>
                </c:pt>
                <c:pt idx="43646">
                  <c:v>45692.818749999999</c:v>
                </c:pt>
                <c:pt idx="43647">
                  <c:v>45663.92083333333</c:v>
                </c:pt>
                <c:pt idx="43648">
                  <c:v>45621.711805555547</c:v>
                </c:pt>
                <c:pt idx="43649">
                  <c:v>45784.357638888891</c:v>
                </c:pt>
                <c:pt idx="43650">
                  <c:v>45884.324999999997</c:v>
                </c:pt>
                <c:pt idx="43651">
                  <c:v>45883.539583333331</c:v>
                </c:pt>
                <c:pt idx="43652">
                  <c:v>45433.523611111108</c:v>
                </c:pt>
                <c:pt idx="43653">
                  <c:v>45477.627083333333</c:v>
                </c:pt>
                <c:pt idx="43654">
                  <c:v>45655.491666666669</c:v>
                </c:pt>
                <c:pt idx="43655">
                  <c:v>45536.554166666669</c:v>
                </c:pt>
                <c:pt idx="43656">
                  <c:v>45341.765277777777</c:v>
                </c:pt>
                <c:pt idx="43657">
                  <c:v>45784.829861111109</c:v>
                </c:pt>
                <c:pt idx="43658">
                  <c:v>45704.87222222222</c:v>
                </c:pt>
                <c:pt idx="43659">
                  <c:v>45701.399305555547</c:v>
                </c:pt>
                <c:pt idx="43660">
                  <c:v>45690.55972222222</c:v>
                </c:pt>
                <c:pt idx="43661">
                  <c:v>45434.991666666669</c:v>
                </c:pt>
                <c:pt idx="43662">
                  <c:v>45789.923611111109</c:v>
                </c:pt>
                <c:pt idx="43663">
                  <c:v>45775.047222222223</c:v>
                </c:pt>
                <c:pt idx="43664">
                  <c:v>45856.553472222222</c:v>
                </c:pt>
                <c:pt idx="43665">
                  <c:v>45425.848611111112</c:v>
                </c:pt>
                <c:pt idx="43666">
                  <c:v>45682.895138888889</c:v>
                </c:pt>
                <c:pt idx="43667">
                  <c:v>45486.164583333331</c:v>
                </c:pt>
                <c:pt idx="43668">
                  <c:v>45619.176388888889</c:v>
                </c:pt>
                <c:pt idx="43669">
                  <c:v>45812.199305555558</c:v>
                </c:pt>
                <c:pt idx="43670">
                  <c:v>45361.511805555558</c:v>
                </c:pt>
                <c:pt idx="43671">
                  <c:v>45552.453472222223</c:v>
                </c:pt>
                <c:pt idx="43672">
                  <c:v>45305.79791666667</c:v>
                </c:pt>
                <c:pt idx="43673">
                  <c:v>45749.504861111112</c:v>
                </c:pt>
                <c:pt idx="43674">
                  <c:v>45884.466666666667</c:v>
                </c:pt>
                <c:pt idx="43675">
                  <c:v>45756.523611111108</c:v>
                </c:pt>
                <c:pt idx="43676">
                  <c:v>45293.53402777778</c:v>
                </c:pt>
                <c:pt idx="43677">
                  <c:v>45353.26666666667</c:v>
                </c:pt>
                <c:pt idx="43678">
                  <c:v>45620.593055555553</c:v>
                </c:pt>
                <c:pt idx="43679">
                  <c:v>45939.438194444447</c:v>
                </c:pt>
                <c:pt idx="43680">
                  <c:v>45944.631944444453</c:v>
                </c:pt>
                <c:pt idx="43681">
                  <c:v>45892.949305555558</c:v>
                </c:pt>
                <c:pt idx="43682">
                  <c:v>45840.686111111107</c:v>
                </c:pt>
                <c:pt idx="43683">
                  <c:v>45998.673611111109</c:v>
                </c:pt>
                <c:pt idx="43684">
                  <c:v>45866.363194444442</c:v>
                </c:pt>
                <c:pt idx="43685">
                  <c:v>45889.495833333327</c:v>
                </c:pt>
                <c:pt idx="43686">
                  <c:v>45944.34652777778</c:v>
                </c:pt>
                <c:pt idx="43687">
                  <c:v>45840.811111111107</c:v>
                </c:pt>
                <c:pt idx="43688">
                  <c:v>45800.490277777782</c:v>
                </c:pt>
                <c:pt idx="43689">
                  <c:v>45799.773611111108</c:v>
                </c:pt>
                <c:pt idx="43690">
                  <c:v>45911.565972222219</c:v>
                </c:pt>
                <c:pt idx="43691">
                  <c:v>45819.872916666667</c:v>
                </c:pt>
                <c:pt idx="43692">
                  <c:v>45977.796527777777</c:v>
                </c:pt>
                <c:pt idx="43693">
                  <c:v>45972.322916666657</c:v>
                </c:pt>
                <c:pt idx="43694">
                  <c:v>45355.70416666667</c:v>
                </c:pt>
                <c:pt idx="43695">
                  <c:v>45958.459027777782</c:v>
                </c:pt>
                <c:pt idx="43696">
                  <c:v>45718.70208333333</c:v>
                </c:pt>
                <c:pt idx="43697">
                  <c:v>45299.849305555559</c:v>
                </c:pt>
                <c:pt idx="43698">
                  <c:v>45648.381944444453</c:v>
                </c:pt>
                <c:pt idx="43699">
                  <c:v>45905.568749999999</c:v>
                </c:pt>
                <c:pt idx="43700">
                  <c:v>45463.018055555563</c:v>
                </c:pt>
                <c:pt idx="43701">
                  <c:v>45345.17291666667</c:v>
                </c:pt>
                <c:pt idx="43702">
                  <c:v>45545.38958333333</c:v>
                </c:pt>
                <c:pt idx="43703">
                  <c:v>45785.513888888891</c:v>
                </c:pt>
                <c:pt idx="43704">
                  <c:v>45722.454861111109</c:v>
                </c:pt>
                <c:pt idx="43705">
                  <c:v>45390.893750000003</c:v>
                </c:pt>
                <c:pt idx="43706">
                  <c:v>45960.724305555559</c:v>
                </c:pt>
                <c:pt idx="43707">
                  <c:v>46005.015972222223</c:v>
                </c:pt>
                <c:pt idx="43708">
                  <c:v>46015.957638888889</c:v>
                </c:pt>
                <c:pt idx="43709">
                  <c:v>45899.595833333333</c:v>
                </c:pt>
                <c:pt idx="43710">
                  <c:v>45351.436111111107</c:v>
                </c:pt>
                <c:pt idx="43711">
                  <c:v>45832.979166666657</c:v>
                </c:pt>
                <c:pt idx="43712">
                  <c:v>45815.964583333327</c:v>
                </c:pt>
                <c:pt idx="43713">
                  <c:v>45709.944444444453</c:v>
                </c:pt>
                <c:pt idx="43714">
                  <c:v>46012.544444444437</c:v>
                </c:pt>
                <c:pt idx="43715">
                  <c:v>45963.473611111112</c:v>
                </c:pt>
                <c:pt idx="43716">
                  <c:v>45868.693055555559</c:v>
                </c:pt>
                <c:pt idx="43717">
                  <c:v>46005.955555555563</c:v>
                </c:pt>
                <c:pt idx="43718">
                  <c:v>45797.963888888888</c:v>
                </c:pt>
                <c:pt idx="43719">
                  <c:v>45795.411805555559</c:v>
                </c:pt>
                <c:pt idx="43720">
                  <c:v>45924.768055555563</c:v>
                </c:pt>
                <c:pt idx="43721">
                  <c:v>45594.537499999999</c:v>
                </c:pt>
                <c:pt idx="43722">
                  <c:v>45501.738888888889</c:v>
                </c:pt>
                <c:pt idx="43723">
                  <c:v>45646.67083333333</c:v>
                </c:pt>
                <c:pt idx="43724">
                  <c:v>45870.577777777777</c:v>
                </c:pt>
                <c:pt idx="43725">
                  <c:v>45815.809027777781</c:v>
                </c:pt>
                <c:pt idx="43726">
                  <c:v>45730.512499999997</c:v>
                </c:pt>
                <c:pt idx="43727">
                  <c:v>45785.65</c:v>
                </c:pt>
                <c:pt idx="43728">
                  <c:v>46011.462500000001</c:v>
                </c:pt>
                <c:pt idx="43729">
                  <c:v>45434.509722222218</c:v>
                </c:pt>
                <c:pt idx="43730">
                  <c:v>45941.425694444442</c:v>
                </c:pt>
                <c:pt idx="43731">
                  <c:v>45859.750694444447</c:v>
                </c:pt>
                <c:pt idx="43732">
                  <c:v>46004.496527777781</c:v>
                </c:pt>
                <c:pt idx="43733">
                  <c:v>45918.929861111108</c:v>
                </c:pt>
                <c:pt idx="43734">
                  <c:v>45915.640277777777</c:v>
                </c:pt>
                <c:pt idx="43735">
                  <c:v>45905.671527777777</c:v>
                </c:pt>
                <c:pt idx="43736">
                  <c:v>45711.804166666669</c:v>
                </c:pt>
                <c:pt idx="43737">
                  <c:v>46020.684027777781</c:v>
                </c:pt>
                <c:pt idx="43738">
                  <c:v>45369.374305555553</c:v>
                </c:pt>
                <c:pt idx="43739">
                  <c:v>45639.316666666673</c:v>
                </c:pt>
                <c:pt idx="43740">
                  <c:v>45855.678472222222</c:v>
                </c:pt>
                <c:pt idx="43741">
                  <c:v>46005.318055555559</c:v>
                </c:pt>
                <c:pt idx="43742">
                  <c:v>45469.597916666673</c:v>
                </c:pt>
                <c:pt idx="43743">
                  <c:v>45379.67291666667</c:v>
                </c:pt>
                <c:pt idx="43744">
                  <c:v>45575.274305555547</c:v>
                </c:pt>
                <c:pt idx="43745">
                  <c:v>45609.72152777778</c:v>
                </c:pt>
                <c:pt idx="43746">
                  <c:v>45779.440972222219</c:v>
                </c:pt>
                <c:pt idx="43747">
                  <c:v>45919.365277777782</c:v>
                </c:pt>
                <c:pt idx="43748">
                  <c:v>45968.306250000001</c:v>
                </c:pt>
                <c:pt idx="43749">
                  <c:v>45318.487500000003</c:v>
                </c:pt>
                <c:pt idx="43750">
                  <c:v>45436.470138888893</c:v>
                </c:pt>
                <c:pt idx="43751">
                  <c:v>45383.618055555547</c:v>
                </c:pt>
                <c:pt idx="43752">
                  <c:v>45509.341666666667</c:v>
                </c:pt>
                <c:pt idx="43753">
                  <c:v>45615.477777777778</c:v>
                </c:pt>
                <c:pt idx="43754">
                  <c:v>45817.244444444441</c:v>
                </c:pt>
                <c:pt idx="43755">
                  <c:v>45885.296527777777</c:v>
                </c:pt>
                <c:pt idx="43756">
                  <c:v>45649.898611111108</c:v>
                </c:pt>
                <c:pt idx="43757">
                  <c:v>45603.964583333327</c:v>
                </c:pt>
                <c:pt idx="43758">
                  <c:v>45386.742361111108</c:v>
                </c:pt>
                <c:pt idx="43759">
                  <c:v>45321.977083333331</c:v>
                </c:pt>
                <c:pt idx="43760">
                  <c:v>45355.613194444442</c:v>
                </c:pt>
                <c:pt idx="43761">
                  <c:v>45656.001388888893</c:v>
                </c:pt>
                <c:pt idx="43762">
                  <c:v>45559.071527777778</c:v>
                </c:pt>
                <c:pt idx="43763">
                  <c:v>45784.031944444447</c:v>
                </c:pt>
                <c:pt idx="43764">
                  <c:v>45475.576388888891</c:v>
                </c:pt>
                <c:pt idx="43765">
                  <c:v>45308.694444444453</c:v>
                </c:pt>
                <c:pt idx="43766">
                  <c:v>45636.871527777781</c:v>
                </c:pt>
                <c:pt idx="43767">
                  <c:v>45990.052777777782</c:v>
                </c:pt>
                <c:pt idx="43768">
                  <c:v>45896.00277777778</c:v>
                </c:pt>
                <c:pt idx="43769">
                  <c:v>45406.586805555547</c:v>
                </c:pt>
                <c:pt idx="43770">
                  <c:v>45435.966666666667</c:v>
                </c:pt>
                <c:pt idx="43771">
                  <c:v>45724.840277777781</c:v>
                </c:pt>
                <c:pt idx="43772">
                  <c:v>45943.934027777781</c:v>
                </c:pt>
                <c:pt idx="43773">
                  <c:v>45520.102777777778</c:v>
                </c:pt>
                <c:pt idx="43774">
                  <c:v>45821.189583333333</c:v>
                </c:pt>
                <c:pt idx="43775">
                  <c:v>45987.537499999999</c:v>
                </c:pt>
                <c:pt idx="43776">
                  <c:v>45716.89166666667</c:v>
                </c:pt>
                <c:pt idx="43777">
                  <c:v>46017.036805555559</c:v>
                </c:pt>
                <c:pt idx="43778">
                  <c:v>45972.48541666667</c:v>
                </c:pt>
                <c:pt idx="43779">
                  <c:v>45748.811111111107</c:v>
                </c:pt>
                <c:pt idx="43780">
                  <c:v>46020.563194444447</c:v>
                </c:pt>
                <c:pt idx="43781">
                  <c:v>46019.556250000001</c:v>
                </c:pt>
                <c:pt idx="43782">
                  <c:v>46020.396527777782</c:v>
                </c:pt>
                <c:pt idx="43783">
                  <c:v>45804.390277777777</c:v>
                </c:pt>
                <c:pt idx="43784">
                  <c:v>45626.660416666673</c:v>
                </c:pt>
                <c:pt idx="43785">
                  <c:v>45359.11041666667</c:v>
                </c:pt>
                <c:pt idx="43786">
                  <c:v>45425.853472222218</c:v>
                </c:pt>
                <c:pt idx="43787">
                  <c:v>46022.385416666657</c:v>
                </c:pt>
                <c:pt idx="43788">
                  <c:v>45689.754166666673</c:v>
                </c:pt>
                <c:pt idx="43789">
                  <c:v>45983.586111111108</c:v>
                </c:pt>
                <c:pt idx="43790">
                  <c:v>45673.888888888891</c:v>
                </c:pt>
                <c:pt idx="43791">
                  <c:v>45866.692361111112</c:v>
                </c:pt>
                <c:pt idx="43792">
                  <c:v>45690.65347222222</c:v>
                </c:pt>
                <c:pt idx="43793">
                  <c:v>45716.697916666657</c:v>
                </c:pt>
                <c:pt idx="43794">
                  <c:v>45719.043749999997</c:v>
                </c:pt>
                <c:pt idx="43795">
                  <c:v>45903.518055555563</c:v>
                </c:pt>
                <c:pt idx="43796">
                  <c:v>45863.714583333327</c:v>
                </c:pt>
                <c:pt idx="43797">
                  <c:v>45763.882638888892</c:v>
                </c:pt>
                <c:pt idx="43798">
                  <c:v>45704.57916666667</c:v>
                </c:pt>
                <c:pt idx="43799">
                  <c:v>45820.02847222222</c:v>
                </c:pt>
                <c:pt idx="43800">
                  <c:v>45780.135416666657</c:v>
                </c:pt>
                <c:pt idx="43801">
                  <c:v>45941.986111111109</c:v>
                </c:pt>
                <c:pt idx="43802">
                  <c:v>45987.75277777778</c:v>
                </c:pt>
                <c:pt idx="43803">
                  <c:v>45985.304861111108</c:v>
                </c:pt>
                <c:pt idx="43804">
                  <c:v>45928.01458333333</c:v>
                </c:pt>
                <c:pt idx="43805">
                  <c:v>45919.604861111111</c:v>
                </c:pt>
                <c:pt idx="43806">
                  <c:v>45898.606249999997</c:v>
                </c:pt>
                <c:pt idx="43807">
                  <c:v>45835.434027777781</c:v>
                </c:pt>
                <c:pt idx="43808">
                  <c:v>45317.77847222222</c:v>
                </c:pt>
                <c:pt idx="43809">
                  <c:v>45845.750694444447</c:v>
                </c:pt>
                <c:pt idx="43810">
                  <c:v>45827.453472222223</c:v>
                </c:pt>
                <c:pt idx="43811">
                  <c:v>45806.779861111107</c:v>
                </c:pt>
                <c:pt idx="43812">
                  <c:v>45804.765972222223</c:v>
                </c:pt>
                <c:pt idx="43813">
                  <c:v>45783.286111111112</c:v>
                </c:pt>
                <c:pt idx="43814">
                  <c:v>45764.730555555558</c:v>
                </c:pt>
                <c:pt idx="43815">
                  <c:v>45775.636111111111</c:v>
                </c:pt>
                <c:pt idx="43816">
                  <c:v>45719.628472222219</c:v>
                </c:pt>
                <c:pt idx="43817">
                  <c:v>45740.868750000001</c:v>
                </c:pt>
                <c:pt idx="43818">
                  <c:v>45743.118055555547</c:v>
                </c:pt>
                <c:pt idx="43819">
                  <c:v>45739.658333333333</c:v>
                </c:pt>
                <c:pt idx="43820">
                  <c:v>45730.463194444441</c:v>
                </c:pt>
                <c:pt idx="43821">
                  <c:v>45708.704861111109</c:v>
                </c:pt>
                <c:pt idx="43822">
                  <c:v>45694.224305555559</c:v>
                </c:pt>
                <c:pt idx="43823">
                  <c:v>45682.765277777777</c:v>
                </c:pt>
                <c:pt idx="43824">
                  <c:v>45669.354861111111</c:v>
                </c:pt>
                <c:pt idx="43825">
                  <c:v>45666.672222222223</c:v>
                </c:pt>
                <c:pt idx="43826">
                  <c:v>45883.786805555559</c:v>
                </c:pt>
                <c:pt idx="43827">
                  <c:v>45992.52847222222</c:v>
                </c:pt>
                <c:pt idx="43828">
                  <c:v>45645.197222222218</c:v>
                </c:pt>
                <c:pt idx="43829">
                  <c:v>45396.350694444453</c:v>
                </c:pt>
                <c:pt idx="43830">
                  <c:v>45861.304166666669</c:v>
                </c:pt>
                <c:pt idx="43831">
                  <c:v>45854.645138888889</c:v>
                </c:pt>
                <c:pt idx="43832">
                  <c:v>45703.90625</c:v>
                </c:pt>
                <c:pt idx="43833">
                  <c:v>45793.306250000001</c:v>
                </c:pt>
                <c:pt idx="43834">
                  <c:v>46016.545138888891</c:v>
                </c:pt>
                <c:pt idx="43835">
                  <c:v>45883.706944444442</c:v>
                </c:pt>
                <c:pt idx="43836">
                  <c:v>45698.972222222219</c:v>
                </c:pt>
                <c:pt idx="43837">
                  <c:v>45997.35833333333</c:v>
                </c:pt>
                <c:pt idx="43838">
                  <c:v>45686.731249999997</c:v>
                </c:pt>
                <c:pt idx="43839">
                  <c:v>45961.809027777781</c:v>
                </c:pt>
                <c:pt idx="43840">
                  <c:v>45846.515277777777</c:v>
                </c:pt>
                <c:pt idx="43841">
                  <c:v>45937.825694444437</c:v>
                </c:pt>
                <c:pt idx="43842">
                  <c:v>45678.711805555547</c:v>
                </c:pt>
                <c:pt idx="43843">
                  <c:v>45909.73541666667</c:v>
                </c:pt>
                <c:pt idx="43844">
                  <c:v>45419.581250000003</c:v>
                </c:pt>
                <c:pt idx="43845">
                  <c:v>45658.092361111107</c:v>
                </c:pt>
                <c:pt idx="43846">
                  <c:v>46017.03125</c:v>
                </c:pt>
                <c:pt idx="43847">
                  <c:v>46014.245138888888</c:v>
                </c:pt>
                <c:pt idx="43848">
                  <c:v>45814.93472222222</c:v>
                </c:pt>
                <c:pt idx="43849">
                  <c:v>45386.515277777777</c:v>
                </c:pt>
                <c:pt idx="43850">
                  <c:v>45777.438194444447</c:v>
                </c:pt>
                <c:pt idx="43851">
                  <c:v>45294.555555555547</c:v>
                </c:pt>
                <c:pt idx="43852">
                  <c:v>45616.740972222222</c:v>
                </c:pt>
                <c:pt idx="43853">
                  <c:v>46021.879861111112</c:v>
                </c:pt>
                <c:pt idx="43854">
                  <c:v>45945.853472222218</c:v>
                </c:pt>
                <c:pt idx="43855">
                  <c:v>45526.621527777781</c:v>
                </c:pt>
                <c:pt idx="43856">
                  <c:v>45479.80972222222</c:v>
                </c:pt>
                <c:pt idx="43857">
                  <c:v>45904.732638888891</c:v>
                </c:pt>
                <c:pt idx="43858">
                  <c:v>46013.482638888891</c:v>
                </c:pt>
                <c:pt idx="43859">
                  <c:v>46010.881249999999</c:v>
                </c:pt>
                <c:pt idx="43860">
                  <c:v>45843.427083333343</c:v>
                </c:pt>
                <c:pt idx="43861">
                  <c:v>45956.925000000003</c:v>
                </c:pt>
                <c:pt idx="43862">
                  <c:v>45955.915972222218</c:v>
                </c:pt>
                <c:pt idx="43863">
                  <c:v>45945.874305555553</c:v>
                </c:pt>
                <c:pt idx="43864">
                  <c:v>45942.936111111107</c:v>
                </c:pt>
                <c:pt idx="43865">
                  <c:v>45927.558333333327</c:v>
                </c:pt>
                <c:pt idx="43866">
                  <c:v>45911.046527777777</c:v>
                </c:pt>
                <c:pt idx="43867">
                  <c:v>45919.748611111107</c:v>
                </c:pt>
                <c:pt idx="43868">
                  <c:v>45915.799305555563</c:v>
                </c:pt>
                <c:pt idx="43869">
                  <c:v>45595.473611111112</c:v>
                </c:pt>
                <c:pt idx="43870">
                  <c:v>45654.554861111108</c:v>
                </c:pt>
                <c:pt idx="43871">
                  <c:v>45999.520833333343</c:v>
                </c:pt>
                <c:pt idx="43872">
                  <c:v>45958.597916666673</c:v>
                </c:pt>
                <c:pt idx="43873">
                  <c:v>45343.265277777777</c:v>
                </c:pt>
                <c:pt idx="43874">
                  <c:v>45812.55972222222</c:v>
                </c:pt>
                <c:pt idx="43875">
                  <c:v>45773.384027777778</c:v>
                </c:pt>
                <c:pt idx="43876">
                  <c:v>45897.632638888892</c:v>
                </c:pt>
                <c:pt idx="43877">
                  <c:v>45575.438888888893</c:v>
                </c:pt>
                <c:pt idx="43878">
                  <c:v>45700.432638888888</c:v>
                </c:pt>
                <c:pt idx="43879">
                  <c:v>45885.777083333327</c:v>
                </c:pt>
                <c:pt idx="43880">
                  <c:v>45885.777083333327</c:v>
                </c:pt>
                <c:pt idx="43881">
                  <c:v>45990.448611111111</c:v>
                </c:pt>
                <c:pt idx="43882">
                  <c:v>45990.448611111111</c:v>
                </c:pt>
                <c:pt idx="43883">
                  <c:v>45889.954861111109</c:v>
                </c:pt>
                <c:pt idx="43884">
                  <c:v>45889.847916666673</c:v>
                </c:pt>
                <c:pt idx="43885">
                  <c:v>45860.956250000003</c:v>
                </c:pt>
                <c:pt idx="43886">
                  <c:v>45853.563888888893</c:v>
                </c:pt>
                <c:pt idx="43887">
                  <c:v>45847.290972222218</c:v>
                </c:pt>
                <c:pt idx="43888">
                  <c:v>45839.513194444437</c:v>
                </c:pt>
                <c:pt idx="43889">
                  <c:v>45833.787499999999</c:v>
                </c:pt>
                <c:pt idx="43890">
                  <c:v>45829.803472222222</c:v>
                </c:pt>
                <c:pt idx="43891">
                  <c:v>45762.555555555547</c:v>
                </c:pt>
                <c:pt idx="43892">
                  <c:v>45437.660416666673</c:v>
                </c:pt>
                <c:pt idx="43893">
                  <c:v>45805.02847222222</c:v>
                </c:pt>
                <c:pt idx="43894">
                  <c:v>45798.897916666669</c:v>
                </c:pt>
                <c:pt idx="43895">
                  <c:v>45797.041666666657</c:v>
                </c:pt>
                <c:pt idx="43896">
                  <c:v>45785.503472222219</c:v>
                </c:pt>
                <c:pt idx="43897">
                  <c:v>45774.477777777778</c:v>
                </c:pt>
                <c:pt idx="43898">
                  <c:v>45773.03125</c:v>
                </c:pt>
                <c:pt idx="43899">
                  <c:v>45750.247916666667</c:v>
                </c:pt>
                <c:pt idx="43900">
                  <c:v>45723.503472222219</c:v>
                </c:pt>
                <c:pt idx="43901">
                  <c:v>45701.698611111111</c:v>
                </c:pt>
                <c:pt idx="43902">
                  <c:v>45700.880555555559</c:v>
                </c:pt>
                <c:pt idx="43903">
                  <c:v>45607.463888888888</c:v>
                </c:pt>
                <c:pt idx="43904">
                  <c:v>45902.706944444442</c:v>
                </c:pt>
                <c:pt idx="43905">
                  <c:v>45474.353472222218</c:v>
                </c:pt>
                <c:pt idx="43906">
                  <c:v>46011.541666666657</c:v>
                </c:pt>
                <c:pt idx="43907">
                  <c:v>45358.913888888892</c:v>
                </c:pt>
                <c:pt idx="43908">
                  <c:v>45811.438194444447</c:v>
                </c:pt>
                <c:pt idx="43909">
                  <c:v>45733.507638888892</c:v>
                </c:pt>
                <c:pt idx="43910">
                  <c:v>45693.347916666673</c:v>
                </c:pt>
                <c:pt idx="43911">
                  <c:v>45681.775000000001</c:v>
                </c:pt>
                <c:pt idx="43912">
                  <c:v>45687.95</c:v>
                </c:pt>
                <c:pt idx="43913">
                  <c:v>45678.474999999999</c:v>
                </c:pt>
                <c:pt idx="43914">
                  <c:v>45687.456944444442</c:v>
                </c:pt>
                <c:pt idx="43915">
                  <c:v>45667.058333333327</c:v>
                </c:pt>
                <c:pt idx="43916">
                  <c:v>45669.531944444447</c:v>
                </c:pt>
                <c:pt idx="43917">
                  <c:v>45660.631944444453</c:v>
                </c:pt>
                <c:pt idx="43918">
                  <c:v>45658.4375</c:v>
                </c:pt>
                <c:pt idx="43919">
                  <c:v>45652.080555555563</c:v>
                </c:pt>
                <c:pt idx="43920">
                  <c:v>45639.519444444442</c:v>
                </c:pt>
                <c:pt idx="43921">
                  <c:v>45636.036805555559</c:v>
                </c:pt>
                <c:pt idx="43922">
                  <c:v>45345.816666666673</c:v>
                </c:pt>
                <c:pt idx="43923">
                  <c:v>45364.756944444453</c:v>
                </c:pt>
                <c:pt idx="43924">
                  <c:v>45425.842361111107</c:v>
                </c:pt>
                <c:pt idx="43925">
                  <c:v>45382.006944444453</c:v>
                </c:pt>
                <c:pt idx="43926">
                  <c:v>45404.92083333333</c:v>
                </c:pt>
                <c:pt idx="43927">
                  <c:v>45326.821527777778</c:v>
                </c:pt>
                <c:pt idx="43928">
                  <c:v>45619.775694444441</c:v>
                </c:pt>
                <c:pt idx="43929">
                  <c:v>45615.870833333327</c:v>
                </c:pt>
                <c:pt idx="43930">
                  <c:v>45609.922222222223</c:v>
                </c:pt>
                <c:pt idx="43931">
                  <c:v>45969.833333333343</c:v>
                </c:pt>
                <c:pt idx="43932">
                  <c:v>45877.25</c:v>
                </c:pt>
                <c:pt idx="43933">
                  <c:v>45816.772222222222</c:v>
                </c:pt>
                <c:pt idx="43934">
                  <c:v>45877.384722222218</c:v>
                </c:pt>
                <c:pt idx="43935">
                  <c:v>45938.527083333327</c:v>
                </c:pt>
                <c:pt idx="43936">
                  <c:v>45808.61041666667</c:v>
                </c:pt>
                <c:pt idx="43937">
                  <c:v>45774.433333333327</c:v>
                </c:pt>
                <c:pt idx="43938">
                  <c:v>45839.439583333333</c:v>
                </c:pt>
                <c:pt idx="43939">
                  <c:v>45824.396527777782</c:v>
                </c:pt>
                <c:pt idx="43940">
                  <c:v>45709.57916666667</c:v>
                </c:pt>
                <c:pt idx="43941">
                  <c:v>45789.875</c:v>
                </c:pt>
                <c:pt idx="43942">
                  <c:v>45906.388194444437</c:v>
                </c:pt>
                <c:pt idx="43943">
                  <c:v>45758.5625</c:v>
                </c:pt>
                <c:pt idx="43944">
                  <c:v>45734.561111111107</c:v>
                </c:pt>
                <c:pt idx="43945">
                  <c:v>45747.377083333333</c:v>
                </c:pt>
                <c:pt idx="43946">
                  <c:v>46016.704861111109</c:v>
                </c:pt>
                <c:pt idx="43947">
                  <c:v>45914.737500000003</c:v>
                </c:pt>
                <c:pt idx="43948">
                  <c:v>45683.763888888891</c:v>
                </c:pt>
                <c:pt idx="43949">
                  <c:v>45626.901388888888</c:v>
                </c:pt>
                <c:pt idx="43950">
                  <c:v>45721.40902777778</c:v>
                </c:pt>
                <c:pt idx="43951">
                  <c:v>45890.603472222218</c:v>
                </c:pt>
                <c:pt idx="43952">
                  <c:v>45334.895833333343</c:v>
                </c:pt>
                <c:pt idx="43953">
                  <c:v>45313.561111111107</c:v>
                </c:pt>
                <c:pt idx="43954">
                  <c:v>45972.850694444453</c:v>
                </c:pt>
                <c:pt idx="43955">
                  <c:v>45883.588194444441</c:v>
                </c:pt>
                <c:pt idx="43956">
                  <c:v>45595.593055555553</c:v>
                </c:pt>
                <c:pt idx="43957">
                  <c:v>45554.523611111108</c:v>
                </c:pt>
                <c:pt idx="43958">
                  <c:v>45772.709722222222</c:v>
                </c:pt>
                <c:pt idx="43959">
                  <c:v>45687.853472222218</c:v>
                </c:pt>
                <c:pt idx="43960">
                  <c:v>45397.62777777778</c:v>
                </c:pt>
                <c:pt idx="43961">
                  <c:v>45476.553472222222</c:v>
                </c:pt>
                <c:pt idx="43962">
                  <c:v>45686.888888888891</c:v>
                </c:pt>
                <c:pt idx="43963">
                  <c:v>45852.70208333333</c:v>
                </c:pt>
                <c:pt idx="43964">
                  <c:v>45693.883333333331</c:v>
                </c:pt>
                <c:pt idx="43965">
                  <c:v>45944.651388888888</c:v>
                </c:pt>
                <c:pt idx="43966">
                  <c:v>45893.559027777781</c:v>
                </c:pt>
                <c:pt idx="43967">
                  <c:v>45764.713888888888</c:v>
                </c:pt>
                <c:pt idx="43968">
                  <c:v>45510.904861111107</c:v>
                </c:pt>
                <c:pt idx="43969">
                  <c:v>45535.704861111109</c:v>
                </c:pt>
                <c:pt idx="43970">
                  <c:v>45930.134027777778</c:v>
                </c:pt>
                <c:pt idx="43971">
                  <c:v>45314.648611111108</c:v>
                </c:pt>
                <c:pt idx="43972">
                  <c:v>45406.688888888893</c:v>
                </c:pt>
                <c:pt idx="43973">
                  <c:v>45644.659722222219</c:v>
                </c:pt>
                <c:pt idx="43974">
                  <c:v>45699.847916666673</c:v>
                </c:pt>
                <c:pt idx="43975">
                  <c:v>45782.140972222223</c:v>
                </c:pt>
                <c:pt idx="43976">
                  <c:v>45782.140972222223</c:v>
                </c:pt>
                <c:pt idx="43977">
                  <c:v>45771.70208333333</c:v>
                </c:pt>
                <c:pt idx="43978">
                  <c:v>45771.70208333333</c:v>
                </c:pt>
                <c:pt idx="43979">
                  <c:v>45864.411111111112</c:v>
                </c:pt>
                <c:pt idx="43980">
                  <c:v>45473.740972222222</c:v>
                </c:pt>
                <c:pt idx="43981">
                  <c:v>45952.629166666673</c:v>
                </c:pt>
                <c:pt idx="43982">
                  <c:v>45952.614583333343</c:v>
                </c:pt>
                <c:pt idx="43983">
                  <c:v>45588.45208333333</c:v>
                </c:pt>
                <c:pt idx="43984">
                  <c:v>45730.7</c:v>
                </c:pt>
                <c:pt idx="43985">
                  <c:v>45317.749305555553</c:v>
                </c:pt>
                <c:pt idx="43986">
                  <c:v>45590.572222222218</c:v>
                </c:pt>
                <c:pt idx="43987">
                  <c:v>45394.772916666669</c:v>
                </c:pt>
                <c:pt idx="43988">
                  <c:v>45964.582638888889</c:v>
                </c:pt>
                <c:pt idx="43989">
                  <c:v>45855.606249999997</c:v>
                </c:pt>
                <c:pt idx="43990">
                  <c:v>45502.786805555559</c:v>
                </c:pt>
                <c:pt idx="43991">
                  <c:v>45895.407638888893</c:v>
                </c:pt>
                <c:pt idx="43992">
                  <c:v>45776.788194444453</c:v>
                </c:pt>
                <c:pt idx="43993">
                  <c:v>45915.893055555563</c:v>
                </c:pt>
                <c:pt idx="43994">
                  <c:v>45684.943055555559</c:v>
                </c:pt>
                <c:pt idx="43995">
                  <c:v>45786.501388888893</c:v>
                </c:pt>
                <c:pt idx="43996">
                  <c:v>45766.509722222218</c:v>
                </c:pt>
                <c:pt idx="43997">
                  <c:v>45766.525694444441</c:v>
                </c:pt>
                <c:pt idx="43998">
                  <c:v>45927.435416666667</c:v>
                </c:pt>
                <c:pt idx="43999">
                  <c:v>45768.785416666673</c:v>
                </c:pt>
                <c:pt idx="44000">
                  <c:v>45646.69027777778</c:v>
                </c:pt>
                <c:pt idx="44001">
                  <c:v>45583.018055555563</c:v>
                </c:pt>
                <c:pt idx="44002">
                  <c:v>45297.5</c:v>
                </c:pt>
                <c:pt idx="44003">
                  <c:v>45853.415972222218</c:v>
                </c:pt>
                <c:pt idx="44004">
                  <c:v>45715.321527777778</c:v>
                </c:pt>
                <c:pt idx="44005">
                  <c:v>45754.319444444453</c:v>
                </c:pt>
                <c:pt idx="44006">
                  <c:v>45827.237500000003</c:v>
                </c:pt>
                <c:pt idx="44007">
                  <c:v>45554.849305555559</c:v>
                </c:pt>
                <c:pt idx="44008">
                  <c:v>45675.426388888889</c:v>
                </c:pt>
                <c:pt idx="44009">
                  <c:v>45789.467361111107</c:v>
                </c:pt>
                <c:pt idx="44010">
                  <c:v>45360.186805555553</c:v>
                </c:pt>
                <c:pt idx="44011">
                  <c:v>45460.222916666673</c:v>
                </c:pt>
                <c:pt idx="44012">
                  <c:v>45512.863888888889</c:v>
                </c:pt>
                <c:pt idx="44013">
                  <c:v>45883.622916666667</c:v>
                </c:pt>
                <c:pt idx="44014">
                  <c:v>45319.679861111108</c:v>
                </c:pt>
                <c:pt idx="44015">
                  <c:v>45407.236111111109</c:v>
                </c:pt>
                <c:pt idx="44016">
                  <c:v>45600.386805555558</c:v>
                </c:pt>
                <c:pt idx="44017">
                  <c:v>45649.407638888893</c:v>
                </c:pt>
                <c:pt idx="44018">
                  <c:v>45702.604166666657</c:v>
                </c:pt>
                <c:pt idx="44019">
                  <c:v>45680.854861111111</c:v>
                </c:pt>
                <c:pt idx="44020">
                  <c:v>45314.870138888888</c:v>
                </c:pt>
                <c:pt idx="44021">
                  <c:v>45342.546527777777</c:v>
                </c:pt>
                <c:pt idx="44022">
                  <c:v>45742.054861111108</c:v>
                </c:pt>
                <c:pt idx="44023">
                  <c:v>45899.564583333333</c:v>
                </c:pt>
                <c:pt idx="44024">
                  <c:v>45913.734027777777</c:v>
                </c:pt>
                <c:pt idx="44025">
                  <c:v>45791.00277777778</c:v>
                </c:pt>
                <c:pt idx="44026">
                  <c:v>45999.833333333343</c:v>
                </c:pt>
                <c:pt idx="44027">
                  <c:v>45958.527777777781</c:v>
                </c:pt>
                <c:pt idx="44028">
                  <c:v>45893.440972222219</c:v>
                </c:pt>
                <c:pt idx="44029">
                  <c:v>45890.745833333327</c:v>
                </c:pt>
                <c:pt idx="44030">
                  <c:v>45845.570138888892</c:v>
                </c:pt>
                <c:pt idx="44031">
                  <c:v>45764.306944444441</c:v>
                </c:pt>
                <c:pt idx="44032">
                  <c:v>45761.736805555563</c:v>
                </c:pt>
                <c:pt idx="44033">
                  <c:v>45679.831250000003</c:v>
                </c:pt>
                <c:pt idx="44034">
                  <c:v>45869.974305555559</c:v>
                </c:pt>
                <c:pt idx="44035">
                  <c:v>45756.370833333327</c:v>
                </c:pt>
                <c:pt idx="44036">
                  <c:v>45358.722916666673</c:v>
                </c:pt>
                <c:pt idx="44037">
                  <c:v>45916.384722222218</c:v>
                </c:pt>
                <c:pt idx="44038">
                  <c:v>45382.73333333333</c:v>
                </c:pt>
                <c:pt idx="44039">
                  <c:v>45655.658333333333</c:v>
                </c:pt>
                <c:pt idx="44040">
                  <c:v>45835.054861111108</c:v>
                </c:pt>
                <c:pt idx="44041">
                  <c:v>45887.468055555553</c:v>
                </c:pt>
                <c:pt idx="44042">
                  <c:v>45581.995138888888</c:v>
                </c:pt>
                <c:pt idx="44043">
                  <c:v>45380.6875</c:v>
                </c:pt>
                <c:pt idx="44044">
                  <c:v>45798.152083333327</c:v>
                </c:pt>
                <c:pt idx="44045">
                  <c:v>45639.470833333333</c:v>
                </c:pt>
                <c:pt idx="44046">
                  <c:v>45433.488194444442</c:v>
                </c:pt>
                <c:pt idx="44047">
                  <c:v>45372.446527777778</c:v>
                </c:pt>
                <c:pt idx="44048">
                  <c:v>45500.672222222223</c:v>
                </c:pt>
                <c:pt idx="44049">
                  <c:v>45293.68472222222</c:v>
                </c:pt>
                <c:pt idx="44050">
                  <c:v>45592.573611111111</c:v>
                </c:pt>
                <c:pt idx="44051">
                  <c:v>45404.895138888889</c:v>
                </c:pt>
                <c:pt idx="44052">
                  <c:v>45538.970833333333</c:v>
                </c:pt>
                <c:pt idx="44053">
                  <c:v>45609.416666666657</c:v>
                </c:pt>
                <c:pt idx="44054">
                  <c:v>45336.938888888893</c:v>
                </c:pt>
                <c:pt idx="44055">
                  <c:v>45570.856249999997</c:v>
                </c:pt>
                <c:pt idx="44056">
                  <c:v>45888.561111111107</c:v>
                </c:pt>
                <c:pt idx="44057">
                  <c:v>45806.990972222222</c:v>
                </c:pt>
                <c:pt idx="44058">
                  <c:v>45812.446527777778</c:v>
                </c:pt>
                <c:pt idx="44059">
                  <c:v>45712.663194444453</c:v>
                </c:pt>
                <c:pt idx="44060">
                  <c:v>45707.820138888892</c:v>
                </c:pt>
                <c:pt idx="44061">
                  <c:v>45946.390277777777</c:v>
                </c:pt>
                <c:pt idx="44062">
                  <c:v>45555.668055555558</c:v>
                </c:pt>
                <c:pt idx="44063">
                  <c:v>45762.442361111112</c:v>
                </c:pt>
                <c:pt idx="44064">
                  <c:v>45715.447916666657</c:v>
                </c:pt>
                <c:pt idx="44065">
                  <c:v>45634.852083333331</c:v>
                </c:pt>
                <c:pt idx="44066">
                  <c:v>45757.072222222218</c:v>
                </c:pt>
                <c:pt idx="44067">
                  <c:v>45717.867361111108</c:v>
                </c:pt>
                <c:pt idx="44068">
                  <c:v>45893.645833333343</c:v>
                </c:pt>
                <c:pt idx="44069">
                  <c:v>45490.384722222218</c:v>
                </c:pt>
                <c:pt idx="44070">
                  <c:v>45656.250694444447</c:v>
                </c:pt>
                <c:pt idx="44071">
                  <c:v>45780.899305555547</c:v>
                </c:pt>
                <c:pt idx="44072">
                  <c:v>45996.561805555553</c:v>
                </c:pt>
                <c:pt idx="44073">
                  <c:v>46020.607638888891</c:v>
                </c:pt>
                <c:pt idx="44074">
                  <c:v>46013.59097222222</c:v>
                </c:pt>
                <c:pt idx="44075">
                  <c:v>46005.053472222222</c:v>
                </c:pt>
                <c:pt idx="44076">
                  <c:v>46004.645138888889</c:v>
                </c:pt>
                <c:pt idx="44077">
                  <c:v>45766.607638888891</c:v>
                </c:pt>
                <c:pt idx="44078">
                  <c:v>45961.448611111111</c:v>
                </c:pt>
                <c:pt idx="44079">
                  <c:v>45825.45416666667</c:v>
                </c:pt>
                <c:pt idx="44080">
                  <c:v>45978.916666666657</c:v>
                </c:pt>
                <c:pt idx="44081">
                  <c:v>45900.535416666673</c:v>
                </c:pt>
                <c:pt idx="44082">
                  <c:v>45736.499305555553</c:v>
                </c:pt>
                <c:pt idx="44083">
                  <c:v>45822.616666666669</c:v>
                </c:pt>
                <c:pt idx="44084">
                  <c:v>45941.484027777777</c:v>
                </c:pt>
                <c:pt idx="44085">
                  <c:v>45713.486805555563</c:v>
                </c:pt>
                <c:pt idx="44086">
                  <c:v>45688.55972222222</c:v>
                </c:pt>
                <c:pt idx="44087">
                  <c:v>45716.84375</c:v>
                </c:pt>
                <c:pt idx="44088">
                  <c:v>45845.84097222222</c:v>
                </c:pt>
                <c:pt idx="44089">
                  <c:v>45790.361111111109</c:v>
                </c:pt>
                <c:pt idx="44090">
                  <c:v>45992.9</c:v>
                </c:pt>
                <c:pt idx="44091">
                  <c:v>45750.447916666657</c:v>
                </c:pt>
                <c:pt idx="44092">
                  <c:v>45880.956250000003</c:v>
                </c:pt>
                <c:pt idx="44093">
                  <c:v>45696.400694444441</c:v>
                </c:pt>
                <c:pt idx="44094">
                  <c:v>45809.375</c:v>
                </c:pt>
                <c:pt idx="44095">
                  <c:v>45857.671527777777</c:v>
                </c:pt>
                <c:pt idx="44096">
                  <c:v>45922.906944444447</c:v>
                </c:pt>
                <c:pt idx="44097">
                  <c:v>45978.836111111108</c:v>
                </c:pt>
                <c:pt idx="44098">
                  <c:v>45978.363888888889</c:v>
                </c:pt>
                <c:pt idx="44099">
                  <c:v>45969.938888888893</c:v>
                </c:pt>
                <c:pt idx="44100">
                  <c:v>45949.664583333331</c:v>
                </c:pt>
                <c:pt idx="44101">
                  <c:v>45946.736111111109</c:v>
                </c:pt>
                <c:pt idx="44102">
                  <c:v>45943.848611111112</c:v>
                </c:pt>
                <c:pt idx="44103">
                  <c:v>45895.461805555547</c:v>
                </c:pt>
                <c:pt idx="44104">
                  <c:v>45881.819444444453</c:v>
                </c:pt>
                <c:pt idx="44105">
                  <c:v>45818.604861111111</c:v>
                </c:pt>
                <c:pt idx="44106">
                  <c:v>45807.853472222218</c:v>
                </c:pt>
                <c:pt idx="44107">
                  <c:v>45866.93472222222</c:v>
                </c:pt>
                <c:pt idx="44108">
                  <c:v>45627.631249999999</c:v>
                </c:pt>
                <c:pt idx="44109">
                  <c:v>46021.54791666667</c:v>
                </c:pt>
                <c:pt idx="44110">
                  <c:v>45469.85833333333</c:v>
                </c:pt>
                <c:pt idx="44111">
                  <c:v>45546.378472222219</c:v>
                </c:pt>
                <c:pt idx="44112">
                  <c:v>45507.493750000001</c:v>
                </c:pt>
                <c:pt idx="44113">
                  <c:v>45469.852777777778</c:v>
                </c:pt>
                <c:pt idx="44114">
                  <c:v>45580.538194444453</c:v>
                </c:pt>
                <c:pt idx="44115">
                  <c:v>45963.727083333331</c:v>
                </c:pt>
                <c:pt idx="44116">
                  <c:v>45762.341666666667</c:v>
                </c:pt>
                <c:pt idx="44117">
                  <c:v>45902.851388888892</c:v>
                </c:pt>
                <c:pt idx="44118">
                  <c:v>45703.726388888892</c:v>
                </c:pt>
                <c:pt idx="44119">
                  <c:v>45818.915972222218</c:v>
                </c:pt>
                <c:pt idx="44120">
                  <c:v>46021.884722222218</c:v>
                </c:pt>
                <c:pt idx="44121">
                  <c:v>45779.260416666657</c:v>
                </c:pt>
                <c:pt idx="44122">
                  <c:v>45717.543749999997</c:v>
                </c:pt>
                <c:pt idx="44123">
                  <c:v>45754.007638888892</c:v>
                </c:pt>
                <c:pt idx="44124">
                  <c:v>45728.705555555563</c:v>
                </c:pt>
                <c:pt idx="44125">
                  <c:v>45746.434027777781</c:v>
                </c:pt>
                <c:pt idx="44126">
                  <c:v>45745.679166666669</c:v>
                </c:pt>
                <c:pt idx="44127">
                  <c:v>45735.602083333331</c:v>
                </c:pt>
                <c:pt idx="44128">
                  <c:v>45735.386805555558</c:v>
                </c:pt>
                <c:pt idx="44129">
                  <c:v>45724.842361111107</c:v>
                </c:pt>
                <c:pt idx="44130">
                  <c:v>45722.859027777777</c:v>
                </c:pt>
                <c:pt idx="44131">
                  <c:v>45883.51666666667</c:v>
                </c:pt>
                <c:pt idx="44132">
                  <c:v>46016.053472222222</c:v>
                </c:pt>
                <c:pt idx="44133">
                  <c:v>45969.740277777782</c:v>
                </c:pt>
                <c:pt idx="44134">
                  <c:v>45917.425000000003</c:v>
                </c:pt>
                <c:pt idx="44135">
                  <c:v>45847.545138888891</c:v>
                </c:pt>
                <c:pt idx="44136">
                  <c:v>45931.573611111111</c:v>
                </c:pt>
                <c:pt idx="44137">
                  <c:v>45834.637499999997</c:v>
                </c:pt>
                <c:pt idx="44138">
                  <c:v>45903.669444444437</c:v>
                </c:pt>
                <c:pt idx="44139">
                  <c:v>45716.90347222222</c:v>
                </c:pt>
                <c:pt idx="44140">
                  <c:v>45712.434027777781</c:v>
                </c:pt>
                <c:pt idx="44141">
                  <c:v>45714.46597222222</c:v>
                </c:pt>
                <c:pt idx="44142">
                  <c:v>45710.522916666669</c:v>
                </c:pt>
                <c:pt idx="44143">
                  <c:v>45704.05</c:v>
                </c:pt>
                <c:pt idx="44144">
                  <c:v>45706.814583333333</c:v>
                </c:pt>
                <c:pt idx="44145">
                  <c:v>45706.263194444437</c:v>
                </c:pt>
                <c:pt idx="44146">
                  <c:v>45678.461111111108</c:v>
                </c:pt>
                <c:pt idx="44147">
                  <c:v>45675.754861111112</c:v>
                </c:pt>
                <c:pt idx="44148">
                  <c:v>45666.556250000001</c:v>
                </c:pt>
                <c:pt idx="44149">
                  <c:v>45550.690972222219</c:v>
                </c:pt>
                <c:pt idx="44150">
                  <c:v>45822.393055555563</c:v>
                </c:pt>
                <c:pt idx="44151">
                  <c:v>45910.646527777782</c:v>
                </c:pt>
                <c:pt idx="44152">
                  <c:v>45836.394444444442</c:v>
                </c:pt>
                <c:pt idx="44153">
                  <c:v>45564.65347222222</c:v>
                </c:pt>
                <c:pt idx="44154">
                  <c:v>45872.819444444453</c:v>
                </c:pt>
                <c:pt idx="44155">
                  <c:v>45788.693749999999</c:v>
                </c:pt>
                <c:pt idx="44156">
                  <c:v>45690.640972222223</c:v>
                </c:pt>
                <c:pt idx="44157">
                  <c:v>45668.683333333327</c:v>
                </c:pt>
                <c:pt idx="44158">
                  <c:v>45664.359722222223</c:v>
                </c:pt>
                <c:pt idx="44159">
                  <c:v>45659.713194444441</c:v>
                </c:pt>
                <c:pt idx="44160">
                  <c:v>45657.513194444437</c:v>
                </c:pt>
                <c:pt idx="44161">
                  <c:v>45655.761805555558</c:v>
                </c:pt>
                <c:pt idx="44162">
                  <c:v>45611.479861111111</c:v>
                </c:pt>
                <c:pt idx="44163">
                  <c:v>45609.350694444453</c:v>
                </c:pt>
                <c:pt idx="44164">
                  <c:v>45989.441666666673</c:v>
                </c:pt>
                <c:pt idx="44165">
                  <c:v>45954.338194444441</c:v>
                </c:pt>
                <c:pt idx="44166">
                  <c:v>46018.660416666673</c:v>
                </c:pt>
                <c:pt idx="44167">
                  <c:v>45887.406944444447</c:v>
                </c:pt>
                <c:pt idx="44168">
                  <c:v>45888.50277777778</c:v>
                </c:pt>
                <c:pt idx="44169">
                  <c:v>45888.499305555553</c:v>
                </c:pt>
                <c:pt idx="44170">
                  <c:v>45583.519444444442</c:v>
                </c:pt>
                <c:pt idx="44171">
                  <c:v>45805.651388888888</c:v>
                </c:pt>
                <c:pt idx="44172">
                  <c:v>45720.399305555547</c:v>
                </c:pt>
                <c:pt idx="44173">
                  <c:v>45959.490972222222</c:v>
                </c:pt>
                <c:pt idx="44174">
                  <c:v>45734.833333333343</c:v>
                </c:pt>
                <c:pt idx="44175">
                  <c:v>45993.414583333331</c:v>
                </c:pt>
                <c:pt idx="44176">
                  <c:v>45740.384027777778</c:v>
                </c:pt>
                <c:pt idx="44177">
                  <c:v>45662.518055555563</c:v>
                </c:pt>
                <c:pt idx="44178">
                  <c:v>45685.505555555559</c:v>
                </c:pt>
                <c:pt idx="44179">
                  <c:v>45888.404166666667</c:v>
                </c:pt>
                <c:pt idx="44180">
                  <c:v>45605.650694444441</c:v>
                </c:pt>
                <c:pt idx="44181">
                  <c:v>45994.59375</c:v>
                </c:pt>
                <c:pt idx="44182">
                  <c:v>45538.852777777778</c:v>
                </c:pt>
                <c:pt idx="44183">
                  <c:v>45847.349305555559</c:v>
                </c:pt>
                <c:pt idx="44184">
                  <c:v>45882.640277777777</c:v>
                </c:pt>
                <c:pt idx="44185">
                  <c:v>45702.655555555553</c:v>
                </c:pt>
                <c:pt idx="44186">
                  <c:v>45768.743055555547</c:v>
                </c:pt>
                <c:pt idx="44187">
                  <c:v>45993.411805555559</c:v>
                </c:pt>
                <c:pt idx="44188">
                  <c:v>45520.607638888891</c:v>
                </c:pt>
                <c:pt idx="44189">
                  <c:v>45925.722916666673</c:v>
                </c:pt>
                <c:pt idx="44190">
                  <c:v>45884.663194444453</c:v>
                </c:pt>
                <c:pt idx="44191">
                  <c:v>45750.601388888892</c:v>
                </c:pt>
                <c:pt idx="44192">
                  <c:v>45721.774305555547</c:v>
                </c:pt>
                <c:pt idx="44193">
                  <c:v>45677.663194444453</c:v>
                </c:pt>
                <c:pt idx="44194">
                  <c:v>45669.811805555553</c:v>
                </c:pt>
                <c:pt idx="44195">
                  <c:v>45660.804861111108</c:v>
                </c:pt>
                <c:pt idx="44196">
                  <c:v>45635.027777777781</c:v>
                </c:pt>
                <c:pt idx="44197">
                  <c:v>45605.989583333343</c:v>
                </c:pt>
                <c:pt idx="44198">
                  <c:v>45902.50277777778</c:v>
                </c:pt>
                <c:pt idx="44199">
                  <c:v>45754.806944444441</c:v>
                </c:pt>
                <c:pt idx="44200">
                  <c:v>45975.576388888891</c:v>
                </c:pt>
                <c:pt idx="44201">
                  <c:v>45520.664583333331</c:v>
                </c:pt>
                <c:pt idx="44202">
                  <c:v>45825.692361111112</c:v>
                </c:pt>
                <c:pt idx="44203">
                  <c:v>45393.665972222218</c:v>
                </c:pt>
                <c:pt idx="44204">
                  <c:v>45598.660416666673</c:v>
                </c:pt>
                <c:pt idx="44205">
                  <c:v>45674.629861111112</c:v>
                </c:pt>
                <c:pt idx="44206">
                  <c:v>45456.696527777778</c:v>
                </c:pt>
                <c:pt idx="44207">
                  <c:v>45561.488194444442</c:v>
                </c:pt>
                <c:pt idx="44208">
                  <c:v>45830.9</c:v>
                </c:pt>
                <c:pt idx="44209">
                  <c:v>45813.611111111109</c:v>
                </c:pt>
                <c:pt idx="44210">
                  <c:v>45717.632638888892</c:v>
                </c:pt>
                <c:pt idx="44211">
                  <c:v>45592.380555555559</c:v>
                </c:pt>
                <c:pt idx="44212">
                  <c:v>45689.652083333327</c:v>
                </c:pt>
                <c:pt idx="44213">
                  <c:v>45660.845833333333</c:v>
                </c:pt>
                <c:pt idx="44214">
                  <c:v>45629.877083333333</c:v>
                </c:pt>
                <c:pt idx="44215">
                  <c:v>45607.273611111108</c:v>
                </c:pt>
                <c:pt idx="44216">
                  <c:v>45661.825694444437</c:v>
                </c:pt>
                <c:pt idx="44217">
                  <c:v>45433.847222222219</c:v>
                </c:pt>
                <c:pt idx="44218">
                  <c:v>45835.986111111109</c:v>
                </c:pt>
                <c:pt idx="44219">
                  <c:v>45592.762499999997</c:v>
                </c:pt>
                <c:pt idx="44220">
                  <c:v>45740.751388888893</c:v>
                </c:pt>
                <c:pt idx="44221">
                  <c:v>45489.527083333327</c:v>
                </c:pt>
                <c:pt idx="44222">
                  <c:v>45813.899305555547</c:v>
                </c:pt>
                <c:pt idx="44223">
                  <c:v>45709.919444444437</c:v>
                </c:pt>
                <c:pt idx="44224">
                  <c:v>45918.870138888888</c:v>
                </c:pt>
                <c:pt idx="44225">
                  <c:v>46013.95208333333</c:v>
                </c:pt>
                <c:pt idx="44226">
                  <c:v>46011.831250000003</c:v>
                </c:pt>
                <c:pt idx="44227">
                  <c:v>45831.472222222219</c:v>
                </c:pt>
                <c:pt idx="44228">
                  <c:v>45794.370833333327</c:v>
                </c:pt>
                <c:pt idx="44229">
                  <c:v>45737.886111111111</c:v>
                </c:pt>
                <c:pt idx="44230">
                  <c:v>45719.415277777778</c:v>
                </c:pt>
                <c:pt idx="44231">
                  <c:v>45643.113194444442</c:v>
                </c:pt>
                <c:pt idx="44232">
                  <c:v>45561.509722222218</c:v>
                </c:pt>
                <c:pt idx="44233">
                  <c:v>45930.696527777778</c:v>
                </c:pt>
                <c:pt idx="44234">
                  <c:v>45930.488888888889</c:v>
                </c:pt>
                <c:pt idx="44235">
                  <c:v>45729.701388888891</c:v>
                </c:pt>
                <c:pt idx="44236">
                  <c:v>45733.779166666667</c:v>
                </c:pt>
                <c:pt idx="44237">
                  <c:v>45653.693749999999</c:v>
                </c:pt>
                <c:pt idx="44238">
                  <c:v>45733.580555555563</c:v>
                </c:pt>
                <c:pt idx="44239">
                  <c:v>45731.841666666667</c:v>
                </c:pt>
                <c:pt idx="44240">
                  <c:v>45958.775000000001</c:v>
                </c:pt>
                <c:pt idx="44241">
                  <c:v>45425.756249999999</c:v>
                </c:pt>
                <c:pt idx="44242">
                  <c:v>45701.874305555553</c:v>
                </c:pt>
                <c:pt idx="44243">
                  <c:v>45842.611805555563</c:v>
                </c:pt>
                <c:pt idx="44244">
                  <c:v>45573.780555555553</c:v>
                </c:pt>
                <c:pt idx="44245">
                  <c:v>45722.068749999999</c:v>
                </c:pt>
                <c:pt idx="44246">
                  <c:v>45645.818749999999</c:v>
                </c:pt>
                <c:pt idx="44247">
                  <c:v>45839.79583333333</c:v>
                </c:pt>
                <c:pt idx="44248">
                  <c:v>45730.611805555563</c:v>
                </c:pt>
                <c:pt idx="44249">
                  <c:v>45838.408333333333</c:v>
                </c:pt>
                <c:pt idx="44250">
                  <c:v>45799.87777777778</c:v>
                </c:pt>
                <c:pt idx="44251">
                  <c:v>45696.672222222223</c:v>
                </c:pt>
                <c:pt idx="44252">
                  <c:v>45992.652777777781</c:v>
                </c:pt>
                <c:pt idx="44253">
                  <c:v>45877.768055555563</c:v>
                </c:pt>
                <c:pt idx="44254">
                  <c:v>45908.658333333333</c:v>
                </c:pt>
                <c:pt idx="44255">
                  <c:v>45720.72152777778</c:v>
                </c:pt>
                <c:pt idx="44256">
                  <c:v>45671.659722222219</c:v>
                </c:pt>
                <c:pt idx="44257">
                  <c:v>45942.413194444453</c:v>
                </c:pt>
                <c:pt idx="44258">
                  <c:v>45751.986111111109</c:v>
                </c:pt>
                <c:pt idx="44259">
                  <c:v>45657.871527777781</c:v>
                </c:pt>
                <c:pt idx="44260">
                  <c:v>45859.168055555558</c:v>
                </c:pt>
                <c:pt idx="44261">
                  <c:v>45849.611805555563</c:v>
                </c:pt>
                <c:pt idx="44262">
                  <c:v>45834.950694444437</c:v>
                </c:pt>
                <c:pt idx="44263">
                  <c:v>45715.522222222222</c:v>
                </c:pt>
                <c:pt idx="44264">
                  <c:v>45689.111805555563</c:v>
                </c:pt>
                <c:pt idx="44265">
                  <c:v>45623.84375</c:v>
                </c:pt>
                <c:pt idx="44266">
                  <c:v>45690.831250000003</c:v>
                </c:pt>
                <c:pt idx="44267">
                  <c:v>45690.831250000003</c:v>
                </c:pt>
                <c:pt idx="44268">
                  <c:v>45623.84375</c:v>
                </c:pt>
                <c:pt idx="44269">
                  <c:v>45685.904861111107</c:v>
                </c:pt>
                <c:pt idx="44270">
                  <c:v>45632.01666666667</c:v>
                </c:pt>
                <c:pt idx="44271">
                  <c:v>45625.538888888892</c:v>
                </c:pt>
                <c:pt idx="44272">
                  <c:v>45656.684027777781</c:v>
                </c:pt>
                <c:pt idx="44273">
                  <c:v>45766.459027777782</c:v>
                </c:pt>
                <c:pt idx="44274">
                  <c:v>45621.777777777781</c:v>
                </c:pt>
                <c:pt idx="44275">
                  <c:v>45974.945138888892</c:v>
                </c:pt>
                <c:pt idx="44276">
                  <c:v>45740.37777777778</c:v>
                </c:pt>
                <c:pt idx="44277">
                  <c:v>45605.875694444447</c:v>
                </c:pt>
                <c:pt idx="44278">
                  <c:v>45989.711805555547</c:v>
                </c:pt>
                <c:pt idx="44279">
                  <c:v>45616.45416666667</c:v>
                </c:pt>
                <c:pt idx="44280">
                  <c:v>45603.873611111107</c:v>
                </c:pt>
                <c:pt idx="44281">
                  <c:v>45594.406944444447</c:v>
                </c:pt>
                <c:pt idx="44282">
                  <c:v>45636.77847222222</c:v>
                </c:pt>
                <c:pt idx="44283">
                  <c:v>45918.672222222223</c:v>
                </c:pt>
                <c:pt idx="44284">
                  <c:v>45374.341666666667</c:v>
                </c:pt>
                <c:pt idx="44285">
                  <c:v>45495.6875</c:v>
                </c:pt>
                <c:pt idx="44286">
                  <c:v>45936.624305555553</c:v>
                </c:pt>
                <c:pt idx="44287">
                  <c:v>45902.802083333343</c:v>
                </c:pt>
                <c:pt idx="44288">
                  <c:v>45974.811805555553</c:v>
                </c:pt>
                <c:pt idx="44289">
                  <c:v>45880.309027777781</c:v>
                </c:pt>
                <c:pt idx="44290">
                  <c:v>45553.654166666667</c:v>
                </c:pt>
                <c:pt idx="44291">
                  <c:v>45487.82916666667</c:v>
                </c:pt>
                <c:pt idx="44292">
                  <c:v>46008.201388888891</c:v>
                </c:pt>
                <c:pt idx="44293">
                  <c:v>45791.720138888893</c:v>
                </c:pt>
                <c:pt idx="44294">
                  <c:v>45726.774305555547</c:v>
                </c:pt>
                <c:pt idx="44295">
                  <c:v>45857.515972222223</c:v>
                </c:pt>
                <c:pt idx="44296">
                  <c:v>45621.365972222222</c:v>
                </c:pt>
                <c:pt idx="44297">
                  <c:v>45462.828472222223</c:v>
                </c:pt>
                <c:pt idx="44298">
                  <c:v>45689.789583333331</c:v>
                </c:pt>
                <c:pt idx="44299">
                  <c:v>45447.836805555547</c:v>
                </c:pt>
                <c:pt idx="44300">
                  <c:v>45430.55972222222</c:v>
                </c:pt>
                <c:pt idx="44301">
                  <c:v>45762.567361111112</c:v>
                </c:pt>
                <c:pt idx="44302">
                  <c:v>45600.288194444453</c:v>
                </c:pt>
                <c:pt idx="44303">
                  <c:v>45815.513888888891</c:v>
                </c:pt>
                <c:pt idx="44304">
                  <c:v>45401.32708333333</c:v>
                </c:pt>
                <c:pt idx="44305">
                  <c:v>45658.229166666657</c:v>
                </c:pt>
                <c:pt idx="44306">
                  <c:v>45768.527777777781</c:v>
                </c:pt>
                <c:pt idx="44307">
                  <c:v>46017.546527777777</c:v>
                </c:pt>
                <c:pt idx="44308">
                  <c:v>46014.408333333333</c:v>
                </c:pt>
                <c:pt idx="44309">
                  <c:v>46014.052777777782</c:v>
                </c:pt>
                <c:pt idx="44310">
                  <c:v>46021.056944444441</c:v>
                </c:pt>
                <c:pt idx="44311">
                  <c:v>45768.455555555563</c:v>
                </c:pt>
                <c:pt idx="44312">
                  <c:v>45609.379166666673</c:v>
                </c:pt>
                <c:pt idx="44313">
                  <c:v>45920.494444444441</c:v>
                </c:pt>
                <c:pt idx="44314">
                  <c:v>45938.594444444447</c:v>
                </c:pt>
                <c:pt idx="44315">
                  <c:v>45698.496527777781</c:v>
                </c:pt>
                <c:pt idx="44316">
                  <c:v>45963.861111111109</c:v>
                </c:pt>
                <c:pt idx="44317">
                  <c:v>45816.427777777782</c:v>
                </c:pt>
                <c:pt idx="44318">
                  <c:v>45438.645138888889</c:v>
                </c:pt>
                <c:pt idx="44319">
                  <c:v>45989.309027777781</c:v>
                </c:pt>
                <c:pt idx="44320">
                  <c:v>45825.326388888891</c:v>
                </c:pt>
                <c:pt idx="44321">
                  <c:v>45559.642361111109</c:v>
                </c:pt>
                <c:pt idx="44322">
                  <c:v>45626.412499999999</c:v>
                </c:pt>
                <c:pt idx="44323">
                  <c:v>45732.322916666657</c:v>
                </c:pt>
                <c:pt idx="44324">
                  <c:v>45520.325694444437</c:v>
                </c:pt>
                <c:pt idx="44325">
                  <c:v>46011.367361111108</c:v>
                </c:pt>
                <c:pt idx="44326">
                  <c:v>45997.550694444442</c:v>
                </c:pt>
                <c:pt idx="44327">
                  <c:v>45980.509722222218</c:v>
                </c:pt>
                <c:pt idx="44328">
                  <c:v>45852.431250000001</c:v>
                </c:pt>
                <c:pt idx="44329">
                  <c:v>45882.726388888892</c:v>
                </c:pt>
                <c:pt idx="44330">
                  <c:v>45909.473611111112</c:v>
                </c:pt>
                <c:pt idx="44331">
                  <c:v>45882.726388888892</c:v>
                </c:pt>
                <c:pt idx="44332">
                  <c:v>45909.473611111112</c:v>
                </c:pt>
                <c:pt idx="44333">
                  <c:v>45871.706944444442</c:v>
                </c:pt>
                <c:pt idx="44334">
                  <c:v>45868.654166666667</c:v>
                </c:pt>
                <c:pt idx="44335">
                  <c:v>45860.657638888893</c:v>
                </c:pt>
                <c:pt idx="44336">
                  <c:v>45856.717361111107</c:v>
                </c:pt>
                <c:pt idx="44337">
                  <c:v>45442.668055555558</c:v>
                </c:pt>
                <c:pt idx="44338">
                  <c:v>45442.664583333331</c:v>
                </c:pt>
                <c:pt idx="44339">
                  <c:v>46008.629166666673</c:v>
                </c:pt>
                <c:pt idx="44340">
                  <c:v>45927.527777777781</c:v>
                </c:pt>
                <c:pt idx="44341">
                  <c:v>45346.43472222222</c:v>
                </c:pt>
                <c:pt idx="44342">
                  <c:v>45805.805555555547</c:v>
                </c:pt>
                <c:pt idx="44343">
                  <c:v>45413.556250000001</c:v>
                </c:pt>
                <c:pt idx="44344">
                  <c:v>45623.472222222219</c:v>
                </c:pt>
                <c:pt idx="44345">
                  <c:v>45770.855555555558</c:v>
                </c:pt>
                <c:pt idx="44346">
                  <c:v>45799.773611111108</c:v>
                </c:pt>
                <c:pt idx="44347">
                  <c:v>46017.588194444441</c:v>
                </c:pt>
                <c:pt idx="44348">
                  <c:v>45778.910416666673</c:v>
                </c:pt>
                <c:pt idx="44349">
                  <c:v>45754.643750000003</c:v>
                </c:pt>
                <c:pt idx="44350">
                  <c:v>45932.669444444437</c:v>
                </c:pt>
                <c:pt idx="44351">
                  <c:v>45769.936805555553</c:v>
                </c:pt>
                <c:pt idx="44352">
                  <c:v>45551.570138888892</c:v>
                </c:pt>
                <c:pt idx="44353">
                  <c:v>45898.472916666673</c:v>
                </c:pt>
                <c:pt idx="44354">
                  <c:v>45713.79791666667</c:v>
                </c:pt>
                <c:pt idx="44355">
                  <c:v>45594.276388888888</c:v>
                </c:pt>
                <c:pt idx="44356">
                  <c:v>45833.92291666667</c:v>
                </c:pt>
                <c:pt idx="44357">
                  <c:v>45987.425694444442</c:v>
                </c:pt>
                <c:pt idx="44358">
                  <c:v>45686.190972222219</c:v>
                </c:pt>
                <c:pt idx="44359">
                  <c:v>45441.234027777777</c:v>
                </c:pt>
                <c:pt idx="44360">
                  <c:v>45622.939583333333</c:v>
                </c:pt>
                <c:pt idx="44361">
                  <c:v>45867.400694444441</c:v>
                </c:pt>
                <c:pt idx="44362">
                  <c:v>45532.334722222222</c:v>
                </c:pt>
                <c:pt idx="44363">
                  <c:v>45925.277777777781</c:v>
                </c:pt>
                <c:pt idx="44364">
                  <c:v>45773.327777777777</c:v>
                </c:pt>
                <c:pt idx="44365">
                  <c:v>45560.549305555563</c:v>
                </c:pt>
                <c:pt idx="44366">
                  <c:v>45896.460416666669</c:v>
                </c:pt>
                <c:pt idx="44367">
                  <c:v>45500.319444444453</c:v>
                </c:pt>
                <c:pt idx="44368">
                  <c:v>45377.239583333343</c:v>
                </c:pt>
                <c:pt idx="44369">
                  <c:v>45469.224305555559</c:v>
                </c:pt>
                <c:pt idx="44370">
                  <c:v>45742.897916666669</c:v>
                </c:pt>
                <c:pt idx="44371">
                  <c:v>45408.231944444437</c:v>
                </c:pt>
                <c:pt idx="44372">
                  <c:v>45804.832638888889</c:v>
                </c:pt>
                <c:pt idx="44373">
                  <c:v>45328.573611111111</c:v>
                </c:pt>
                <c:pt idx="44374">
                  <c:v>45652.775000000001</c:v>
                </c:pt>
                <c:pt idx="44375">
                  <c:v>45789.052083333343</c:v>
                </c:pt>
                <c:pt idx="44376">
                  <c:v>46007.51666666667</c:v>
                </c:pt>
                <c:pt idx="44377">
                  <c:v>45503.056944444441</c:v>
                </c:pt>
                <c:pt idx="44378">
                  <c:v>45781.012499999997</c:v>
                </c:pt>
                <c:pt idx="44379">
                  <c:v>45944.134027777778</c:v>
                </c:pt>
                <c:pt idx="44380">
                  <c:v>45758.003472222219</c:v>
                </c:pt>
                <c:pt idx="44381">
                  <c:v>45752.87222222222</c:v>
                </c:pt>
                <c:pt idx="44382">
                  <c:v>46014.624305555553</c:v>
                </c:pt>
                <c:pt idx="44383">
                  <c:v>45981.84375</c:v>
                </c:pt>
                <c:pt idx="44384">
                  <c:v>45838.872916666667</c:v>
                </c:pt>
                <c:pt idx="44385">
                  <c:v>45790.756944444453</c:v>
                </c:pt>
                <c:pt idx="44386">
                  <c:v>45506.861805555563</c:v>
                </c:pt>
                <c:pt idx="44387">
                  <c:v>45943.672222222223</c:v>
                </c:pt>
                <c:pt idx="44388">
                  <c:v>45707.898611111108</c:v>
                </c:pt>
                <c:pt idx="44389">
                  <c:v>45563.002083333333</c:v>
                </c:pt>
                <c:pt idx="44390">
                  <c:v>45675.834722222222</c:v>
                </c:pt>
                <c:pt idx="44391">
                  <c:v>45585.561111111107</c:v>
                </c:pt>
                <c:pt idx="44392">
                  <c:v>45910.704861111109</c:v>
                </c:pt>
                <c:pt idx="44393">
                  <c:v>45607.654861111107</c:v>
                </c:pt>
                <c:pt idx="44394">
                  <c:v>45536.706250000003</c:v>
                </c:pt>
                <c:pt idx="44395">
                  <c:v>45882.748611111107</c:v>
                </c:pt>
                <c:pt idx="44396">
                  <c:v>45962.1875</c:v>
                </c:pt>
                <c:pt idx="44397">
                  <c:v>45652.463888888888</c:v>
                </c:pt>
                <c:pt idx="44398">
                  <c:v>45918.479166666657</c:v>
                </c:pt>
                <c:pt idx="44399">
                  <c:v>45929.584722222222</c:v>
                </c:pt>
                <c:pt idx="44400">
                  <c:v>45916.477777777778</c:v>
                </c:pt>
                <c:pt idx="44401">
                  <c:v>45387.652083333327</c:v>
                </c:pt>
                <c:pt idx="44402">
                  <c:v>45560.109027777777</c:v>
                </c:pt>
                <c:pt idx="44403">
                  <c:v>45821.557638888888</c:v>
                </c:pt>
                <c:pt idx="44404">
                  <c:v>45894.530555555553</c:v>
                </c:pt>
                <c:pt idx="44405">
                  <c:v>45637.914583333331</c:v>
                </c:pt>
                <c:pt idx="44406">
                  <c:v>45716.09097222222</c:v>
                </c:pt>
                <c:pt idx="44407">
                  <c:v>45773.31527777778</c:v>
                </c:pt>
                <c:pt idx="44408">
                  <c:v>45721.563888888893</c:v>
                </c:pt>
                <c:pt idx="44409">
                  <c:v>45910.604166666657</c:v>
                </c:pt>
                <c:pt idx="44410">
                  <c:v>45515.727083333331</c:v>
                </c:pt>
                <c:pt idx="44411">
                  <c:v>45441.749305555553</c:v>
                </c:pt>
                <c:pt idx="44412">
                  <c:v>45322.395138888889</c:v>
                </c:pt>
                <c:pt idx="44413">
                  <c:v>45888.839583333327</c:v>
                </c:pt>
                <c:pt idx="44414">
                  <c:v>45825.824999999997</c:v>
                </c:pt>
                <c:pt idx="44415">
                  <c:v>45815.793055555558</c:v>
                </c:pt>
                <c:pt idx="44416">
                  <c:v>45703.760416666657</c:v>
                </c:pt>
                <c:pt idx="44417">
                  <c:v>45725.705555555563</c:v>
                </c:pt>
                <c:pt idx="44418">
                  <c:v>45681.082638888889</c:v>
                </c:pt>
                <c:pt idx="44419">
                  <c:v>45708.554861111108</c:v>
                </c:pt>
                <c:pt idx="44420">
                  <c:v>45682.224305555559</c:v>
                </c:pt>
                <c:pt idx="44421">
                  <c:v>45543.500694444447</c:v>
                </c:pt>
                <c:pt idx="44422">
                  <c:v>45849.366666666669</c:v>
                </c:pt>
                <c:pt idx="44423">
                  <c:v>45527.709722222222</c:v>
                </c:pt>
                <c:pt idx="44424">
                  <c:v>45691.680555555547</c:v>
                </c:pt>
                <c:pt idx="44425">
                  <c:v>45719.460416666669</c:v>
                </c:pt>
                <c:pt idx="44426">
                  <c:v>45767.572222222218</c:v>
                </c:pt>
                <c:pt idx="44427">
                  <c:v>45580.945138888892</c:v>
                </c:pt>
                <c:pt idx="44428">
                  <c:v>45439.726388888892</c:v>
                </c:pt>
                <c:pt idx="44429">
                  <c:v>45964.308333333327</c:v>
                </c:pt>
                <c:pt idx="44430">
                  <c:v>45609.981944444437</c:v>
                </c:pt>
                <c:pt idx="44431">
                  <c:v>45903.75277777778</c:v>
                </c:pt>
                <c:pt idx="44432">
                  <c:v>45796.338194444441</c:v>
                </c:pt>
                <c:pt idx="44433">
                  <c:v>45468.553472222222</c:v>
                </c:pt>
                <c:pt idx="44434">
                  <c:v>45933.763194444437</c:v>
                </c:pt>
                <c:pt idx="44435">
                  <c:v>45498.28125</c:v>
                </c:pt>
                <c:pt idx="44436">
                  <c:v>45742.288194444453</c:v>
                </c:pt>
                <c:pt idx="44437">
                  <c:v>45415.9375</c:v>
                </c:pt>
                <c:pt idx="44438">
                  <c:v>46019.302083333343</c:v>
                </c:pt>
                <c:pt idx="44439">
                  <c:v>45876.534722222219</c:v>
                </c:pt>
                <c:pt idx="44440">
                  <c:v>45402.42291666667</c:v>
                </c:pt>
                <c:pt idx="44441">
                  <c:v>45667.333333333343</c:v>
                </c:pt>
                <c:pt idx="44442">
                  <c:v>45991.686805555553</c:v>
                </c:pt>
                <c:pt idx="44443">
                  <c:v>45551.82708333333</c:v>
                </c:pt>
                <c:pt idx="44444">
                  <c:v>45634.845138888893</c:v>
                </c:pt>
                <c:pt idx="44445">
                  <c:v>45619.478472222218</c:v>
                </c:pt>
                <c:pt idx="44446">
                  <c:v>45920.450694444437</c:v>
                </c:pt>
                <c:pt idx="44447">
                  <c:v>45782.59375</c:v>
                </c:pt>
                <c:pt idx="44448">
                  <c:v>45706.341666666667</c:v>
                </c:pt>
                <c:pt idx="44449">
                  <c:v>45634.615277777782</c:v>
                </c:pt>
                <c:pt idx="44450">
                  <c:v>45625.671527777777</c:v>
                </c:pt>
                <c:pt idx="44451">
                  <c:v>45899.722222222219</c:v>
                </c:pt>
                <c:pt idx="44452">
                  <c:v>45838.393055555563</c:v>
                </c:pt>
                <c:pt idx="44453">
                  <c:v>45922.373611111107</c:v>
                </c:pt>
                <c:pt idx="44454">
                  <c:v>45531.22152777778</c:v>
                </c:pt>
                <c:pt idx="44455">
                  <c:v>45295.376388888893</c:v>
                </c:pt>
                <c:pt idx="44456">
                  <c:v>45776.439583333333</c:v>
                </c:pt>
                <c:pt idx="44457">
                  <c:v>45701.395833333343</c:v>
                </c:pt>
                <c:pt idx="44458">
                  <c:v>45426.603472222218</c:v>
                </c:pt>
                <c:pt idx="44459">
                  <c:v>45612.606249999997</c:v>
                </c:pt>
                <c:pt idx="44460">
                  <c:v>45772.311805555553</c:v>
                </c:pt>
                <c:pt idx="44461">
                  <c:v>45889.633333333331</c:v>
                </c:pt>
                <c:pt idx="44462">
                  <c:v>45475.426388888889</c:v>
                </c:pt>
                <c:pt idx="44463">
                  <c:v>45822.837500000001</c:v>
                </c:pt>
                <c:pt idx="44464">
                  <c:v>45823.93472222222</c:v>
                </c:pt>
                <c:pt idx="44465">
                  <c:v>45714.895138888889</c:v>
                </c:pt>
                <c:pt idx="44466">
                  <c:v>45812.643055555563</c:v>
                </c:pt>
                <c:pt idx="44467">
                  <c:v>45804.505555555559</c:v>
                </c:pt>
                <c:pt idx="44468">
                  <c:v>45770.756944444453</c:v>
                </c:pt>
                <c:pt idx="44469">
                  <c:v>46005.943055555559</c:v>
                </c:pt>
                <c:pt idx="44470">
                  <c:v>45955.798611111109</c:v>
                </c:pt>
                <c:pt idx="44471">
                  <c:v>45936.429861111108</c:v>
                </c:pt>
                <c:pt idx="44472">
                  <c:v>45902.617361111108</c:v>
                </c:pt>
                <c:pt idx="44473">
                  <c:v>45884.263888888891</c:v>
                </c:pt>
                <c:pt idx="44474">
                  <c:v>45991.224999999999</c:v>
                </c:pt>
                <c:pt idx="44475">
                  <c:v>45971.606249999997</c:v>
                </c:pt>
                <c:pt idx="44476">
                  <c:v>45752.612500000003</c:v>
                </c:pt>
                <c:pt idx="44477">
                  <c:v>45718.663888888892</c:v>
                </c:pt>
                <c:pt idx="44478">
                  <c:v>45713.829861111109</c:v>
                </c:pt>
                <c:pt idx="44479">
                  <c:v>45695.5</c:v>
                </c:pt>
                <c:pt idx="44480">
                  <c:v>46014.525694444441</c:v>
                </c:pt>
                <c:pt idx="44481">
                  <c:v>45366.519444444442</c:v>
                </c:pt>
                <c:pt idx="44482">
                  <c:v>45998.540277777778</c:v>
                </c:pt>
                <c:pt idx="44483">
                  <c:v>45940.856249999997</c:v>
                </c:pt>
                <c:pt idx="44484">
                  <c:v>45533.963888888888</c:v>
                </c:pt>
                <c:pt idx="44485">
                  <c:v>45772.582638888889</c:v>
                </c:pt>
                <c:pt idx="44486">
                  <c:v>45822.831944444442</c:v>
                </c:pt>
                <c:pt idx="44487">
                  <c:v>45397.073611111111</c:v>
                </c:pt>
                <c:pt idx="44488">
                  <c:v>45668.550694444442</c:v>
                </c:pt>
                <c:pt idx="44489">
                  <c:v>45359.438888888893</c:v>
                </c:pt>
                <c:pt idx="44490">
                  <c:v>45712.431944444441</c:v>
                </c:pt>
                <c:pt idx="44491">
                  <c:v>45607.535416666673</c:v>
                </c:pt>
                <c:pt idx="44492">
                  <c:v>45937.509027777778</c:v>
                </c:pt>
                <c:pt idx="44493">
                  <c:v>45542.827777777777</c:v>
                </c:pt>
                <c:pt idx="44494">
                  <c:v>45328.917361111111</c:v>
                </c:pt>
                <c:pt idx="44495">
                  <c:v>45427.491666666669</c:v>
                </c:pt>
                <c:pt idx="44496">
                  <c:v>45744.770833333343</c:v>
                </c:pt>
                <c:pt idx="44497">
                  <c:v>45490.583333333343</c:v>
                </c:pt>
                <c:pt idx="44498">
                  <c:v>45848.491666666669</c:v>
                </c:pt>
                <c:pt idx="44499">
                  <c:v>45880.410416666673</c:v>
                </c:pt>
                <c:pt idx="44500">
                  <c:v>45950.688888888893</c:v>
                </c:pt>
                <c:pt idx="44501">
                  <c:v>45937.74722222222</c:v>
                </c:pt>
                <c:pt idx="44502">
                  <c:v>45929.752083333333</c:v>
                </c:pt>
                <c:pt idx="44503">
                  <c:v>45863.578472222223</c:v>
                </c:pt>
                <c:pt idx="44504">
                  <c:v>45844.671527777777</c:v>
                </c:pt>
                <c:pt idx="44505">
                  <c:v>45791.397222222222</c:v>
                </c:pt>
                <c:pt idx="44506">
                  <c:v>45781.905555555553</c:v>
                </c:pt>
                <c:pt idx="44507">
                  <c:v>45658.904861111107</c:v>
                </c:pt>
                <c:pt idx="44508">
                  <c:v>45990.638194444437</c:v>
                </c:pt>
                <c:pt idx="44509">
                  <c:v>45329.605555555558</c:v>
                </c:pt>
                <c:pt idx="44510">
                  <c:v>45456.094444444447</c:v>
                </c:pt>
                <c:pt idx="44511">
                  <c:v>45596.68472222222</c:v>
                </c:pt>
                <c:pt idx="44512">
                  <c:v>45763.78402777778</c:v>
                </c:pt>
                <c:pt idx="44513">
                  <c:v>45874.620138888888</c:v>
                </c:pt>
                <c:pt idx="44514">
                  <c:v>45745.946527777778</c:v>
                </c:pt>
                <c:pt idx="44515">
                  <c:v>45736.722222222219</c:v>
                </c:pt>
                <c:pt idx="44516">
                  <c:v>45732.739583333343</c:v>
                </c:pt>
                <c:pt idx="44517">
                  <c:v>45723.736805555563</c:v>
                </c:pt>
                <c:pt idx="44518">
                  <c:v>45670.727083333331</c:v>
                </c:pt>
                <c:pt idx="44519">
                  <c:v>45657.543055555558</c:v>
                </c:pt>
                <c:pt idx="44520">
                  <c:v>45625.986111111109</c:v>
                </c:pt>
                <c:pt idx="44521">
                  <c:v>45605.449305555558</c:v>
                </c:pt>
                <c:pt idx="44522">
                  <c:v>45519.515972222223</c:v>
                </c:pt>
                <c:pt idx="44523">
                  <c:v>45780.28402777778</c:v>
                </c:pt>
                <c:pt idx="44524">
                  <c:v>45588.379861111112</c:v>
                </c:pt>
                <c:pt idx="44525">
                  <c:v>45844.888194444437</c:v>
                </c:pt>
                <c:pt idx="44526">
                  <c:v>45646.630555555559</c:v>
                </c:pt>
                <c:pt idx="44527">
                  <c:v>45893.720833333333</c:v>
                </c:pt>
                <c:pt idx="44528">
                  <c:v>45619.331250000003</c:v>
                </c:pt>
                <c:pt idx="44529">
                  <c:v>45545.563888888893</c:v>
                </c:pt>
                <c:pt idx="44530">
                  <c:v>45860.738888888889</c:v>
                </c:pt>
                <c:pt idx="44531">
                  <c:v>45724.600694444453</c:v>
                </c:pt>
                <c:pt idx="44532">
                  <c:v>46001.427083333343</c:v>
                </c:pt>
                <c:pt idx="44533">
                  <c:v>45941.388194444437</c:v>
                </c:pt>
                <c:pt idx="44534">
                  <c:v>46019.935416666667</c:v>
                </c:pt>
                <c:pt idx="44535">
                  <c:v>45691.414583333331</c:v>
                </c:pt>
                <c:pt idx="44536">
                  <c:v>45720.616666666669</c:v>
                </c:pt>
                <c:pt idx="44537">
                  <c:v>45931.390277777777</c:v>
                </c:pt>
                <c:pt idx="44538">
                  <c:v>45911.352083333331</c:v>
                </c:pt>
                <c:pt idx="44539">
                  <c:v>45952.43472222222</c:v>
                </c:pt>
                <c:pt idx="44540">
                  <c:v>45754.386111111111</c:v>
                </c:pt>
                <c:pt idx="44541">
                  <c:v>45791.352777777778</c:v>
                </c:pt>
                <c:pt idx="44542">
                  <c:v>45642.359722222223</c:v>
                </c:pt>
                <c:pt idx="44543">
                  <c:v>45993.465277777781</c:v>
                </c:pt>
                <c:pt idx="44544">
                  <c:v>45867.480555555558</c:v>
                </c:pt>
                <c:pt idx="44545">
                  <c:v>45735.481249999997</c:v>
                </c:pt>
                <c:pt idx="44546">
                  <c:v>45776.386805555558</c:v>
                </c:pt>
                <c:pt idx="44547">
                  <c:v>45838.396527777782</c:v>
                </c:pt>
                <c:pt idx="44548">
                  <c:v>45980.625694444447</c:v>
                </c:pt>
                <c:pt idx="44549">
                  <c:v>45762.647222222222</c:v>
                </c:pt>
                <c:pt idx="44550">
                  <c:v>45856.356944444437</c:v>
                </c:pt>
                <c:pt idx="44551">
                  <c:v>45707.384027777778</c:v>
                </c:pt>
                <c:pt idx="44552">
                  <c:v>45686.45416666667</c:v>
                </c:pt>
                <c:pt idx="44553">
                  <c:v>45642.428472222222</c:v>
                </c:pt>
                <c:pt idx="44554">
                  <c:v>45803.650694444441</c:v>
                </c:pt>
                <c:pt idx="44555">
                  <c:v>45631.499305555553</c:v>
                </c:pt>
                <c:pt idx="44556">
                  <c:v>45897.329861111109</c:v>
                </c:pt>
                <c:pt idx="44557">
                  <c:v>45824.447916666657</c:v>
                </c:pt>
                <c:pt idx="44558">
                  <c:v>45944.322222222218</c:v>
                </c:pt>
                <c:pt idx="44559">
                  <c:v>45967.486111111109</c:v>
                </c:pt>
                <c:pt idx="44560">
                  <c:v>45667.440972222219</c:v>
                </c:pt>
                <c:pt idx="44561">
                  <c:v>46019.869444444441</c:v>
                </c:pt>
                <c:pt idx="44562">
                  <c:v>46015.509027777778</c:v>
                </c:pt>
                <c:pt idx="44563">
                  <c:v>46013.894444444442</c:v>
                </c:pt>
                <c:pt idx="44564">
                  <c:v>46005.706944444442</c:v>
                </c:pt>
                <c:pt idx="44565">
                  <c:v>45966.54791666667</c:v>
                </c:pt>
                <c:pt idx="44566">
                  <c:v>45962.933333333327</c:v>
                </c:pt>
                <c:pt idx="44567">
                  <c:v>45964.45208333333</c:v>
                </c:pt>
                <c:pt idx="44568">
                  <c:v>45955.736111111109</c:v>
                </c:pt>
                <c:pt idx="44569">
                  <c:v>45938.933333333327</c:v>
                </c:pt>
                <c:pt idx="44570">
                  <c:v>45935.931944444441</c:v>
                </c:pt>
                <c:pt idx="44571">
                  <c:v>45935.734722222223</c:v>
                </c:pt>
                <c:pt idx="44572">
                  <c:v>45922.387499999997</c:v>
                </c:pt>
                <c:pt idx="44573">
                  <c:v>45497.617361111108</c:v>
                </c:pt>
                <c:pt idx="44574">
                  <c:v>45550.743750000001</c:v>
                </c:pt>
                <c:pt idx="44575">
                  <c:v>45788.43472222222</c:v>
                </c:pt>
                <c:pt idx="44576">
                  <c:v>45687.770138888889</c:v>
                </c:pt>
                <c:pt idx="44577">
                  <c:v>45958.769444444442</c:v>
                </c:pt>
                <c:pt idx="44578">
                  <c:v>45411.548611111109</c:v>
                </c:pt>
                <c:pt idx="44579">
                  <c:v>45385.732638888891</c:v>
                </c:pt>
                <c:pt idx="44580">
                  <c:v>46006.536805555559</c:v>
                </c:pt>
                <c:pt idx="44581">
                  <c:v>45851.745138888888</c:v>
                </c:pt>
                <c:pt idx="44582">
                  <c:v>45907.791666666657</c:v>
                </c:pt>
                <c:pt idx="44583">
                  <c:v>45652.35</c:v>
                </c:pt>
                <c:pt idx="44584">
                  <c:v>45715.731944444437</c:v>
                </c:pt>
                <c:pt idx="44585">
                  <c:v>45918.198611111111</c:v>
                </c:pt>
                <c:pt idx="44586">
                  <c:v>45872.324305555558</c:v>
                </c:pt>
                <c:pt idx="44587">
                  <c:v>45847.745138888888</c:v>
                </c:pt>
                <c:pt idx="44588">
                  <c:v>45796.616666666669</c:v>
                </c:pt>
                <c:pt idx="44589">
                  <c:v>45795.625694444447</c:v>
                </c:pt>
                <c:pt idx="44590">
                  <c:v>45779.638194444437</c:v>
                </c:pt>
                <c:pt idx="44591">
                  <c:v>45778.671527777777</c:v>
                </c:pt>
                <c:pt idx="44592">
                  <c:v>45771.129861111112</c:v>
                </c:pt>
                <c:pt idx="44593">
                  <c:v>45745.647916666669</c:v>
                </c:pt>
                <c:pt idx="44594">
                  <c:v>45849.901388888888</c:v>
                </c:pt>
                <c:pt idx="44595">
                  <c:v>46008.813194444447</c:v>
                </c:pt>
                <c:pt idx="44596">
                  <c:v>45380.487500000003</c:v>
                </c:pt>
                <c:pt idx="44597">
                  <c:v>45626.613888888889</c:v>
                </c:pt>
                <c:pt idx="44598">
                  <c:v>45781.895833333343</c:v>
                </c:pt>
                <c:pt idx="44599">
                  <c:v>45561.887499999997</c:v>
                </c:pt>
                <c:pt idx="44600">
                  <c:v>45721.8125</c:v>
                </c:pt>
                <c:pt idx="44601">
                  <c:v>45919.395138888889</c:v>
                </c:pt>
                <c:pt idx="44602">
                  <c:v>45971.501388888893</c:v>
                </c:pt>
                <c:pt idx="44603">
                  <c:v>45496.438194444447</c:v>
                </c:pt>
                <c:pt idx="44604">
                  <c:v>45659.911805555559</c:v>
                </c:pt>
                <c:pt idx="44605">
                  <c:v>45666.711111111108</c:v>
                </c:pt>
                <c:pt idx="44606">
                  <c:v>45657.853472222218</c:v>
                </c:pt>
                <c:pt idx="44607">
                  <c:v>45636.877083333333</c:v>
                </c:pt>
                <c:pt idx="44608">
                  <c:v>45618.63958333333</c:v>
                </c:pt>
                <c:pt idx="44609">
                  <c:v>45615.55972222222</c:v>
                </c:pt>
                <c:pt idx="44610">
                  <c:v>45493.520138888889</c:v>
                </c:pt>
                <c:pt idx="44611">
                  <c:v>45837.992361111108</c:v>
                </c:pt>
                <c:pt idx="44612">
                  <c:v>45509.793055555558</c:v>
                </c:pt>
                <c:pt idx="44613">
                  <c:v>45552.590277777781</c:v>
                </c:pt>
                <c:pt idx="44614">
                  <c:v>45459.635416666657</c:v>
                </c:pt>
                <c:pt idx="44615">
                  <c:v>45995.088194444441</c:v>
                </c:pt>
                <c:pt idx="44616">
                  <c:v>45633.895833333343</c:v>
                </c:pt>
                <c:pt idx="44617">
                  <c:v>45681.90347222222</c:v>
                </c:pt>
                <c:pt idx="44618">
                  <c:v>45602.533333333333</c:v>
                </c:pt>
                <c:pt idx="44619">
                  <c:v>45751.040972222218</c:v>
                </c:pt>
                <c:pt idx="44620">
                  <c:v>46021.386805555558</c:v>
                </c:pt>
                <c:pt idx="44621">
                  <c:v>45441.334027777782</c:v>
                </c:pt>
                <c:pt idx="44622">
                  <c:v>45497.595138888893</c:v>
                </c:pt>
                <c:pt idx="44623">
                  <c:v>45871.15625</c:v>
                </c:pt>
                <c:pt idx="44624">
                  <c:v>45409.693749999999</c:v>
                </c:pt>
                <c:pt idx="44625">
                  <c:v>45776.590277777781</c:v>
                </c:pt>
                <c:pt idx="44626">
                  <c:v>46017.882638888892</c:v>
                </c:pt>
                <c:pt idx="44627">
                  <c:v>45908.70416666667</c:v>
                </c:pt>
                <c:pt idx="44628">
                  <c:v>45425.802777777782</c:v>
                </c:pt>
                <c:pt idx="44629">
                  <c:v>45722.214583333327</c:v>
                </c:pt>
                <c:pt idx="44630">
                  <c:v>45960.040972222218</c:v>
                </c:pt>
                <c:pt idx="44631">
                  <c:v>45808.938194444447</c:v>
                </c:pt>
                <c:pt idx="44632">
                  <c:v>45372.618055555547</c:v>
                </c:pt>
                <c:pt idx="44633">
                  <c:v>45476.584027777782</c:v>
                </c:pt>
                <c:pt idx="44634">
                  <c:v>45990.461805555547</c:v>
                </c:pt>
                <c:pt idx="44635">
                  <c:v>46010.497916666667</c:v>
                </c:pt>
                <c:pt idx="44636">
                  <c:v>45956.504861111112</c:v>
                </c:pt>
                <c:pt idx="44637">
                  <c:v>45950.915277777778</c:v>
                </c:pt>
                <c:pt idx="44638">
                  <c:v>45527.584722222222</c:v>
                </c:pt>
                <c:pt idx="44639">
                  <c:v>45382.637499999997</c:v>
                </c:pt>
                <c:pt idx="44640">
                  <c:v>45382.620833333327</c:v>
                </c:pt>
                <c:pt idx="44641">
                  <c:v>45693.404166666667</c:v>
                </c:pt>
                <c:pt idx="44642">
                  <c:v>45815.322222222218</c:v>
                </c:pt>
                <c:pt idx="44643">
                  <c:v>45969.915277777778</c:v>
                </c:pt>
                <c:pt idx="44644">
                  <c:v>45951.547222222223</c:v>
                </c:pt>
                <c:pt idx="44645">
                  <c:v>45932.731944444437</c:v>
                </c:pt>
                <c:pt idx="44646">
                  <c:v>45933.654166666667</c:v>
                </c:pt>
                <c:pt idx="44647">
                  <c:v>45726.404166666667</c:v>
                </c:pt>
                <c:pt idx="44648">
                  <c:v>45881.107638888891</c:v>
                </c:pt>
                <c:pt idx="44649">
                  <c:v>45740.82916666667</c:v>
                </c:pt>
                <c:pt idx="44650">
                  <c:v>45784.318055555559</c:v>
                </c:pt>
                <c:pt idx="44651">
                  <c:v>45782.84652777778</c:v>
                </c:pt>
                <c:pt idx="44652">
                  <c:v>45767.557638888888</c:v>
                </c:pt>
                <c:pt idx="44653">
                  <c:v>45738.854166666657</c:v>
                </c:pt>
                <c:pt idx="44654">
                  <c:v>45719.564583333333</c:v>
                </c:pt>
                <c:pt idx="44655">
                  <c:v>45703.543055555558</c:v>
                </c:pt>
                <c:pt idx="44656">
                  <c:v>45630.484722222223</c:v>
                </c:pt>
                <c:pt idx="44657">
                  <c:v>45627.912499999999</c:v>
                </c:pt>
                <c:pt idx="44658">
                  <c:v>45615.816666666673</c:v>
                </c:pt>
                <c:pt idx="44659">
                  <c:v>45415.647222222222</c:v>
                </c:pt>
                <c:pt idx="44660">
                  <c:v>45936.51666666667</c:v>
                </c:pt>
                <c:pt idx="44661">
                  <c:v>45569.551388888889</c:v>
                </c:pt>
                <c:pt idx="44662">
                  <c:v>45790.479166666657</c:v>
                </c:pt>
                <c:pt idx="44663">
                  <c:v>45471.420138888891</c:v>
                </c:pt>
                <c:pt idx="44664">
                  <c:v>45856.486805555563</c:v>
                </c:pt>
                <c:pt idx="44665">
                  <c:v>45735.520138888889</c:v>
                </c:pt>
                <c:pt idx="44666">
                  <c:v>45361.517361111109</c:v>
                </c:pt>
                <c:pt idx="44667">
                  <c:v>45610.46597222222</c:v>
                </c:pt>
                <c:pt idx="44668">
                  <c:v>45299.693055555559</c:v>
                </c:pt>
                <c:pt idx="44669">
                  <c:v>45887.425000000003</c:v>
                </c:pt>
                <c:pt idx="44670">
                  <c:v>45691.48333333333</c:v>
                </c:pt>
                <c:pt idx="44671">
                  <c:v>45852.411805555559</c:v>
                </c:pt>
                <c:pt idx="44672">
                  <c:v>45784.431250000001</c:v>
                </c:pt>
                <c:pt idx="44673">
                  <c:v>45840.657638888893</c:v>
                </c:pt>
                <c:pt idx="44674">
                  <c:v>45516.48541666667</c:v>
                </c:pt>
                <c:pt idx="44675">
                  <c:v>45995.401388888888</c:v>
                </c:pt>
                <c:pt idx="44676">
                  <c:v>45844.503472222219</c:v>
                </c:pt>
                <c:pt idx="44677">
                  <c:v>45985.384027777778</c:v>
                </c:pt>
                <c:pt idx="44678">
                  <c:v>45959.798611111109</c:v>
                </c:pt>
                <c:pt idx="44679">
                  <c:v>45824.381944444453</c:v>
                </c:pt>
                <c:pt idx="44680">
                  <c:v>45890.594444444447</c:v>
                </c:pt>
                <c:pt idx="44681">
                  <c:v>45877.882638888892</c:v>
                </c:pt>
                <c:pt idx="44682">
                  <c:v>45832.934027777781</c:v>
                </c:pt>
                <c:pt idx="44683">
                  <c:v>45684.629861111112</c:v>
                </c:pt>
                <c:pt idx="44684">
                  <c:v>45672.905555555553</c:v>
                </c:pt>
                <c:pt idx="44685">
                  <c:v>45619.986111111109</c:v>
                </c:pt>
                <c:pt idx="44686">
                  <c:v>45982.834722222222</c:v>
                </c:pt>
                <c:pt idx="44687">
                  <c:v>45942.741666666669</c:v>
                </c:pt>
                <c:pt idx="44688">
                  <c:v>45294.367361111108</c:v>
                </c:pt>
                <c:pt idx="44689">
                  <c:v>45354.347222222219</c:v>
                </c:pt>
                <c:pt idx="44690">
                  <c:v>45956.706944444442</c:v>
                </c:pt>
                <c:pt idx="44691">
                  <c:v>45723.736805555563</c:v>
                </c:pt>
                <c:pt idx="44692">
                  <c:v>45537.311111111107</c:v>
                </c:pt>
                <c:pt idx="44693">
                  <c:v>45961.26458333333</c:v>
                </c:pt>
                <c:pt idx="44694">
                  <c:v>45655.329861111109</c:v>
                </c:pt>
                <c:pt idx="44695">
                  <c:v>45881.931944444441</c:v>
                </c:pt>
                <c:pt idx="44696">
                  <c:v>45405.88958333333</c:v>
                </c:pt>
                <c:pt idx="44697">
                  <c:v>45896.44027777778</c:v>
                </c:pt>
                <c:pt idx="44698">
                  <c:v>45764.736805555563</c:v>
                </c:pt>
                <c:pt idx="44699">
                  <c:v>45588.621527777781</c:v>
                </c:pt>
                <c:pt idx="44700">
                  <c:v>45425.408333333333</c:v>
                </c:pt>
                <c:pt idx="44701">
                  <c:v>45904.919444444437</c:v>
                </c:pt>
                <c:pt idx="44702">
                  <c:v>45321.677777777782</c:v>
                </c:pt>
                <c:pt idx="44703">
                  <c:v>45888.398611111108</c:v>
                </c:pt>
                <c:pt idx="44704">
                  <c:v>45372.770138888889</c:v>
                </c:pt>
                <c:pt idx="44705">
                  <c:v>45698.527083333327</c:v>
                </c:pt>
                <c:pt idx="44706">
                  <c:v>45856.898611111108</c:v>
                </c:pt>
                <c:pt idx="44707">
                  <c:v>45728.711111111108</c:v>
                </c:pt>
                <c:pt idx="44708">
                  <c:v>45700.661111111112</c:v>
                </c:pt>
                <c:pt idx="44709">
                  <c:v>45793.616666666669</c:v>
                </c:pt>
                <c:pt idx="44710">
                  <c:v>45993.690972222219</c:v>
                </c:pt>
                <c:pt idx="44711">
                  <c:v>46019.624305555553</c:v>
                </c:pt>
                <c:pt idx="44712">
                  <c:v>45665.704861111109</c:v>
                </c:pt>
                <c:pt idx="44713">
                  <c:v>45941.75277777778</c:v>
                </c:pt>
                <c:pt idx="44714">
                  <c:v>45812.236111111109</c:v>
                </c:pt>
                <c:pt idx="44715">
                  <c:v>45816.411111111112</c:v>
                </c:pt>
                <c:pt idx="44716">
                  <c:v>45470.371527777781</c:v>
                </c:pt>
                <c:pt idx="44717">
                  <c:v>45403.736111111109</c:v>
                </c:pt>
                <c:pt idx="44718">
                  <c:v>45816.401388888888</c:v>
                </c:pt>
                <c:pt idx="44719">
                  <c:v>45699.324999999997</c:v>
                </c:pt>
                <c:pt idx="44720">
                  <c:v>45375.275694444441</c:v>
                </c:pt>
                <c:pt idx="44721">
                  <c:v>45511.429166666669</c:v>
                </c:pt>
                <c:pt idx="44722">
                  <c:v>45649.548611111109</c:v>
                </c:pt>
                <c:pt idx="44723">
                  <c:v>45309.1</c:v>
                </c:pt>
                <c:pt idx="44724">
                  <c:v>45610.276388888888</c:v>
                </c:pt>
                <c:pt idx="44725">
                  <c:v>45876.809027777781</c:v>
                </c:pt>
                <c:pt idx="44726">
                  <c:v>45592.491666666669</c:v>
                </c:pt>
                <c:pt idx="44727">
                  <c:v>45817.498611111107</c:v>
                </c:pt>
                <c:pt idx="44728">
                  <c:v>45592.48333333333</c:v>
                </c:pt>
                <c:pt idx="44729">
                  <c:v>46019.755555555559</c:v>
                </c:pt>
                <c:pt idx="44730">
                  <c:v>45962.970138888893</c:v>
                </c:pt>
                <c:pt idx="44731">
                  <c:v>45958.727777777778</c:v>
                </c:pt>
                <c:pt idx="44732">
                  <c:v>45876.964583333327</c:v>
                </c:pt>
                <c:pt idx="44733">
                  <c:v>45976.43472222222</c:v>
                </c:pt>
                <c:pt idx="44734">
                  <c:v>45630.870833333327</c:v>
                </c:pt>
                <c:pt idx="44735">
                  <c:v>45469.80972222222</c:v>
                </c:pt>
                <c:pt idx="44736">
                  <c:v>45944.459027777782</c:v>
                </c:pt>
                <c:pt idx="44737">
                  <c:v>45907.443749999999</c:v>
                </c:pt>
                <c:pt idx="44738">
                  <c:v>45905.92083333333</c:v>
                </c:pt>
                <c:pt idx="44739">
                  <c:v>45788.377083333333</c:v>
                </c:pt>
                <c:pt idx="44740">
                  <c:v>45882.796527777777</c:v>
                </c:pt>
                <c:pt idx="44741">
                  <c:v>46000.621527777781</c:v>
                </c:pt>
                <c:pt idx="44742">
                  <c:v>45370.298611111109</c:v>
                </c:pt>
                <c:pt idx="44743">
                  <c:v>45513.843055555553</c:v>
                </c:pt>
                <c:pt idx="44744">
                  <c:v>45967.59652777778</c:v>
                </c:pt>
                <c:pt idx="44745">
                  <c:v>45693.647916666669</c:v>
                </c:pt>
                <c:pt idx="44746">
                  <c:v>45839.71875</c:v>
                </c:pt>
                <c:pt idx="44747">
                  <c:v>45832.9375</c:v>
                </c:pt>
                <c:pt idx="44748">
                  <c:v>45833.652083333327</c:v>
                </c:pt>
                <c:pt idx="44749">
                  <c:v>45833.572222222218</c:v>
                </c:pt>
                <c:pt idx="44750">
                  <c:v>45819.039583333331</c:v>
                </c:pt>
                <c:pt idx="44751">
                  <c:v>45795.878472222219</c:v>
                </c:pt>
                <c:pt idx="44752">
                  <c:v>45790.552777777782</c:v>
                </c:pt>
                <c:pt idx="44753">
                  <c:v>45765.453472222223</c:v>
                </c:pt>
                <c:pt idx="44754">
                  <c:v>45754.519444444442</c:v>
                </c:pt>
                <c:pt idx="44755">
                  <c:v>45993.447916666657</c:v>
                </c:pt>
                <c:pt idx="44756">
                  <c:v>45625.32708333333</c:v>
                </c:pt>
                <c:pt idx="44757">
                  <c:v>45384.467361111107</c:v>
                </c:pt>
                <c:pt idx="44758">
                  <c:v>45763.999305555553</c:v>
                </c:pt>
                <c:pt idx="44759">
                  <c:v>45752.620833333327</c:v>
                </c:pt>
                <c:pt idx="44760">
                  <c:v>45747.863888888889</c:v>
                </c:pt>
                <c:pt idx="44761">
                  <c:v>45737.30972222222</c:v>
                </c:pt>
                <c:pt idx="44762">
                  <c:v>45736.603472222218</c:v>
                </c:pt>
                <c:pt idx="44763">
                  <c:v>45702.832638888889</c:v>
                </c:pt>
                <c:pt idx="44764">
                  <c:v>45684.816666666673</c:v>
                </c:pt>
                <c:pt idx="44765">
                  <c:v>45655.134027777778</c:v>
                </c:pt>
                <c:pt idx="44766">
                  <c:v>45644.409722222219</c:v>
                </c:pt>
                <c:pt idx="44767">
                  <c:v>45640.796527777777</c:v>
                </c:pt>
                <c:pt idx="44768">
                  <c:v>45534.464583333327</c:v>
                </c:pt>
                <c:pt idx="44769">
                  <c:v>45730.652083333327</c:v>
                </c:pt>
                <c:pt idx="44770">
                  <c:v>45995.486805555563</c:v>
                </c:pt>
                <c:pt idx="44771">
                  <c:v>45589.241666666669</c:v>
                </c:pt>
                <c:pt idx="44772">
                  <c:v>45679.486111111109</c:v>
                </c:pt>
                <c:pt idx="44773">
                  <c:v>45595.486111111109</c:v>
                </c:pt>
                <c:pt idx="44774">
                  <c:v>45512.65347222222</c:v>
                </c:pt>
                <c:pt idx="44775">
                  <c:v>45456.786805555559</c:v>
                </c:pt>
                <c:pt idx="44776">
                  <c:v>45379.647916666669</c:v>
                </c:pt>
                <c:pt idx="44777">
                  <c:v>45307.54791666667</c:v>
                </c:pt>
                <c:pt idx="44778">
                  <c:v>45777.55972222222</c:v>
                </c:pt>
                <c:pt idx="44779">
                  <c:v>45844.654861111107</c:v>
                </c:pt>
                <c:pt idx="44780">
                  <c:v>45686.163888888892</c:v>
                </c:pt>
                <c:pt idx="44781">
                  <c:v>45866.638888888891</c:v>
                </c:pt>
                <c:pt idx="44782">
                  <c:v>45392.486805555563</c:v>
                </c:pt>
                <c:pt idx="44783">
                  <c:v>45626.682638888888</c:v>
                </c:pt>
                <c:pt idx="44784">
                  <c:v>45697.1</c:v>
                </c:pt>
                <c:pt idx="44785">
                  <c:v>46020.387499999997</c:v>
                </c:pt>
                <c:pt idx="44786">
                  <c:v>45872.475694444453</c:v>
                </c:pt>
                <c:pt idx="44787">
                  <c:v>45745.180555555547</c:v>
                </c:pt>
                <c:pt idx="44788">
                  <c:v>45699.823611111111</c:v>
                </c:pt>
                <c:pt idx="44789">
                  <c:v>45819.646527777782</c:v>
                </c:pt>
                <c:pt idx="44790">
                  <c:v>45863.522916666669</c:v>
                </c:pt>
                <c:pt idx="44791">
                  <c:v>45686.997916666667</c:v>
                </c:pt>
                <c:pt idx="44792">
                  <c:v>45459.996527777781</c:v>
                </c:pt>
                <c:pt idx="44793">
                  <c:v>45639.813194444447</c:v>
                </c:pt>
                <c:pt idx="44794">
                  <c:v>45421.905555555553</c:v>
                </c:pt>
                <c:pt idx="44795">
                  <c:v>45910.436111111107</c:v>
                </c:pt>
                <c:pt idx="44796">
                  <c:v>45725.713194444441</c:v>
                </c:pt>
                <c:pt idx="44797">
                  <c:v>45550.841666666667</c:v>
                </c:pt>
                <c:pt idx="44798">
                  <c:v>45510.861805555563</c:v>
                </c:pt>
                <c:pt idx="44799">
                  <c:v>45771.958333333343</c:v>
                </c:pt>
                <c:pt idx="44800">
                  <c:v>45957.697916666657</c:v>
                </c:pt>
                <c:pt idx="44801">
                  <c:v>45594.556944444441</c:v>
                </c:pt>
                <c:pt idx="44802">
                  <c:v>45702.595138888893</c:v>
                </c:pt>
                <c:pt idx="44803">
                  <c:v>45677.758333333331</c:v>
                </c:pt>
                <c:pt idx="44804">
                  <c:v>45973.453472222223</c:v>
                </c:pt>
                <c:pt idx="44805">
                  <c:v>45953.46875</c:v>
                </c:pt>
                <c:pt idx="44806">
                  <c:v>46005.741666666669</c:v>
                </c:pt>
                <c:pt idx="44807">
                  <c:v>45991.405555555553</c:v>
                </c:pt>
                <c:pt idx="44808">
                  <c:v>45982.083333333343</c:v>
                </c:pt>
                <c:pt idx="44809">
                  <c:v>45730.400000000001</c:v>
                </c:pt>
                <c:pt idx="44810">
                  <c:v>45671.384027777778</c:v>
                </c:pt>
                <c:pt idx="44811">
                  <c:v>45773.578472222223</c:v>
                </c:pt>
                <c:pt idx="44812">
                  <c:v>45743.354166666657</c:v>
                </c:pt>
                <c:pt idx="44813">
                  <c:v>45715.779166666667</c:v>
                </c:pt>
                <c:pt idx="44814">
                  <c:v>45687.393750000003</c:v>
                </c:pt>
                <c:pt idx="44815">
                  <c:v>45701.822916666657</c:v>
                </c:pt>
                <c:pt idx="44816">
                  <c:v>45609.913888888892</c:v>
                </c:pt>
                <c:pt idx="44817">
                  <c:v>45758.806944444441</c:v>
                </c:pt>
                <c:pt idx="44818">
                  <c:v>45866.868750000001</c:v>
                </c:pt>
                <c:pt idx="44819">
                  <c:v>45888.712500000001</c:v>
                </c:pt>
                <c:pt idx="44820">
                  <c:v>45772.869444444441</c:v>
                </c:pt>
                <c:pt idx="44821">
                  <c:v>45715.048611111109</c:v>
                </c:pt>
                <c:pt idx="44822">
                  <c:v>45768.693749999999</c:v>
                </c:pt>
                <c:pt idx="44823">
                  <c:v>45766.769444444442</c:v>
                </c:pt>
                <c:pt idx="44824">
                  <c:v>45670.578472222223</c:v>
                </c:pt>
                <c:pt idx="44825">
                  <c:v>45735.863888888889</c:v>
                </c:pt>
                <c:pt idx="44826">
                  <c:v>45297.547222222223</c:v>
                </c:pt>
                <c:pt idx="44827">
                  <c:v>45544.965277777781</c:v>
                </c:pt>
                <c:pt idx="44828">
                  <c:v>45447.570833333331</c:v>
                </c:pt>
                <c:pt idx="44829">
                  <c:v>45597.898611111108</c:v>
                </c:pt>
                <c:pt idx="44830">
                  <c:v>45403.572916666657</c:v>
                </c:pt>
                <c:pt idx="44831">
                  <c:v>45346.526388888888</c:v>
                </c:pt>
                <c:pt idx="44832">
                  <c:v>45483.554861111108</c:v>
                </c:pt>
                <c:pt idx="44833">
                  <c:v>45778.597222222219</c:v>
                </c:pt>
                <c:pt idx="44834">
                  <c:v>45954.761111111111</c:v>
                </c:pt>
                <c:pt idx="44835">
                  <c:v>45929.790972222218</c:v>
                </c:pt>
                <c:pt idx="44836">
                  <c:v>45936.552083333343</c:v>
                </c:pt>
                <c:pt idx="44837">
                  <c:v>45859.370833333327</c:v>
                </c:pt>
                <c:pt idx="44838">
                  <c:v>45790.476388888892</c:v>
                </c:pt>
                <c:pt idx="44839">
                  <c:v>45774.611111111109</c:v>
                </c:pt>
                <c:pt idx="44840">
                  <c:v>45770.977083333331</c:v>
                </c:pt>
                <c:pt idx="44841">
                  <c:v>46008.749305555553</c:v>
                </c:pt>
                <c:pt idx="44842">
                  <c:v>45895.04583333333</c:v>
                </c:pt>
                <c:pt idx="44843">
                  <c:v>45744.401388888888</c:v>
                </c:pt>
                <c:pt idx="44844">
                  <c:v>45950.646527777782</c:v>
                </c:pt>
                <c:pt idx="44845">
                  <c:v>45739.475694444453</c:v>
                </c:pt>
                <c:pt idx="44846">
                  <c:v>45567.996527777781</c:v>
                </c:pt>
                <c:pt idx="44847">
                  <c:v>45668.759722222218</c:v>
                </c:pt>
                <c:pt idx="44848">
                  <c:v>45501.964583333327</c:v>
                </c:pt>
                <c:pt idx="44849">
                  <c:v>45461.029166666667</c:v>
                </c:pt>
                <c:pt idx="44850">
                  <c:v>45699.98541666667</c:v>
                </c:pt>
                <c:pt idx="44851">
                  <c:v>45455.586111111108</c:v>
                </c:pt>
                <c:pt idx="44852">
                  <c:v>45598.92083333333</c:v>
                </c:pt>
                <c:pt idx="44853">
                  <c:v>46006.647916666669</c:v>
                </c:pt>
                <c:pt idx="44854">
                  <c:v>45764.803472222222</c:v>
                </c:pt>
                <c:pt idx="44855">
                  <c:v>45859.479166666657</c:v>
                </c:pt>
                <c:pt idx="44856">
                  <c:v>45856.4</c:v>
                </c:pt>
                <c:pt idx="44857">
                  <c:v>45842.677777777782</c:v>
                </c:pt>
                <c:pt idx="44858">
                  <c:v>45807.387499999997</c:v>
                </c:pt>
                <c:pt idx="44859">
                  <c:v>45774.948611111111</c:v>
                </c:pt>
                <c:pt idx="44860">
                  <c:v>45553.418055555558</c:v>
                </c:pt>
                <c:pt idx="44861">
                  <c:v>45799.392361111109</c:v>
                </c:pt>
                <c:pt idx="44862">
                  <c:v>45427.743055555547</c:v>
                </c:pt>
                <c:pt idx="44863">
                  <c:v>45803.438194444447</c:v>
                </c:pt>
                <c:pt idx="44864">
                  <c:v>45509.843055555553</c:v>
                </c:pt>
                <c:pt idx="44865">
                  <c:v>45384.791666666657</c:v>
                </c:pt>
                <c:pt idx="44866">
                  <c:v>45406.334027777782</c:v>
                </c:pt>
                <c:pt idx="44867">
                  <c:v>45324.37777777778</c:v>
                </c:pt>
                <c:pt idx="44868">
                  <c:v>45341.570833333331</c:v>
                </c:pt>
                <c:pt idx="44869">
                  <c:v>45360.745833333327</c:v>
                </c:pt>
                <c:pt idx="44870">
                  <c:v>45308.593055555553</c:v>
                </c:pt>
                <c:pt idx="44871">
                  <c:v>45454.661805555559</c:v>
                </c:pt>
                <c:pt idx="44872">
                  <c:v>45931.729861111111</c:v>
                </c:pt>
                <c:pt idx="44873">
                  <c:v>45417.631944444453</c:v>
                </c:pt>
                <c:pt idx="44874">
                  <c:v>45548.308333333327</c:v>
                </c:pt>
                <c:pt idx="44875">
                  <c:v>45604.519444444442</c:v>
                </c:pt>
                <c:pt idx="44876">
                  <c:v>45820.345833333333</c:v>
                </c:pt>
                <c:pt idx="44877">
                  <c:v>45708.85833333333</c:v>
                </c:pt>
                <c:pt idx="44878">
                  <c:v>45370.656944444447</c:v>
                </c:pt>
                <c:pt idx="44879">
                  <c:v>45506.620138888888</c:v>
                </c:pt>
                <c:pt idx="44880">
                  <c:v>45460.6</c:v>
                </c:pt>
                <c:pt idx="44881">
                  <c:v>45662.369444444441</c:v>
                </c:pt>
                <c:pt idx="44882">
                  <c:v>45295.580555555563</c:v>
                </c:pt>
                <c:pt idx="44883">
                  <c:v>45890.361805555563</c:v>
                </c:pt>
                <c:pt idx="44884">
                  <c:v>45328.305555555547</c:v>
                </c:pt>
                <c:pt idx="44885">
                  <c:v>45418.555555555547</c:v>
                </c:pt>
                <c:pt idx="44886">
                  <c:v>45781.630555555559</c:v>
                </c:pt>
                <c:pt idx="44887">
                  <c:v>45861.415277777778</c:v>
                </c:pt>
                <c:pt idx="44888">
                  <c:v>45817.722916666673</c:v>
                </c:pt>
                <c:pt idx="44889">
                  <c:v>45600.683333333327</c:v>
                </c:pt>
                <c:pt idx="44890">
                  <c:v>45600.677777777782</c:v>
                </c:pt>
                <c:pt idx="44891">
                  <c:v>45708.575694444437</c:v>
                </c:pt>
                <c:pt idx="44892">
                  <c:v>45654.060416666667</c:v>
                </c:pt>
                <c:pt idx="44893">
                  <c:v>45894.769444444442</c:v>
                </c:pt>
                <c:pt idx="44894">
                  <c:v>45947.705555555563</c:v>
                </c:pt>
                <c:pt idx="44895">
                  <c:v>45711.584027777782</c:v>
                </c:pt>
                <c:pt idx="44896">
                  <c:v>45498.794444444437</c:v>
                </c:pt>
                <c:pt idx="44897">
                  <c:v>45662.830555555563</c:v>
                </c:pt>
                <c:pt idx="44898">
                  <c:v>45396.734027777777</c:v>
                </c:pt>
                <c:pt idx="44899">
                  <c:v>45421.678472222222</c:v>
                </c:pt>
                <c:pt idx="44900">
                  <c:v>45507.790277777778</c:v>
                </c:pt>
                <c:pt idx="44901">
                  <c:v>46023.530555555553</c:v>
                </c:pt>
                <c:pt idx="44902">
                  <c:v>45309.763888888891</c:v>
                </c:pt>
                <c:pt idx="44903">
                  <c:v>45896.759027777778</c:v>
                </c:pt>
                <c:pt idx="44904">
                  <c:v>45447.570138888892</c:v>
                </c:pt>
                <c:pt idx="44905">
                  <c:v>45337.645138888889</c:v>
                </c:pt>
                <c:pt idx="44906">
                  <c:v>45998.406944444447</c:v>
                </c:pt>
                <c:pt idx="44907">
                  <c:v>45360.552777777782</c:v>
                </c:pt>
                <c:pt idx="44908">
                  <c:v>45846.850694444453</c:v>
                </c:pt>
                <c:pt idx="44909">
                  <c:v>45797.609027777777</c:v>
                </c:pt>
                <c:pt idx="44910">
                  <c:v>45872.604166666657</c:v>
                </c:pt>
                <c:pt idx="44911">
                  <c:v>45472.895833333343</c:v>
                </c:pt>
                <c:pt idx="44912">
                  <c:v>45560.693749999999</c:v>
                </c:pt>
                <c:pt idx="44913">
                  <c:v>45923.611805555563</c:v>
                </c:pt>
                <c:pt idx="44914">
                  <c:v>45608.732638888891</c:v>
                </c:pt>
                <c:pt idx="44915">
                  <c:v>45824.749305555553</c:v>
                </c:pt>
                <c:pt idx="44916">
                  <c:v>45774.507638888892</c:v>
                </c:pt>
                <c:pt idx="44917">
                  <c:v>45736.72152777778</c:v>
                </c:pt>
                <c:pt idx="44918">
                  <c:v>45977.605555555558</c:v>
                </c:pt>
                <c:pt idx="44919">
                  <c:v>45541.618750000001</c:v>
                </c:pt>
                <c:pt idx="44920">
                  <c:v>45712.253472222219</c:v>
                </c:pt>
                <c:pt idx="44921">
                  <c:v>45618.442361111112</c:v>
                </c:pt>
                <c:pt idx="44922">
                  <c:v>45996.196527777778</c:v>
                </c:pt>
                <c:pt idx="44923">
                  <c:v>45764.855555555558</c:v>
                </c:pt>
                <c:pt idx="44924">
                  <c:v>45827.331944444442</c:v>
                </c:pt>
                <c:pt idx="44925">
                  <c:v>45908.474999999999</c:v>
                </c:pt>
                <c:pt idx="44926">
                  <c:v>45941.328472222223</c:v>
                </c:pt>
                <c:pt idx="44927">
                  <c:v>45843.513194444437</c:v>
                </c:pt>
                <c:pt idx="44928">
                  <c:v>45339.392361111109</c:v>
                </c:pt>
                <c:pt idx="44929">
                  <c:v>45801.414583333331</c:v>
                </c:pt>
                <c:pt idx="44930">
                  <c:v>45607.495833333327</c:v>
                </c:pt>
                <c:pt idx="44931">
                  <c:v>45870.24722222222</c:v>
                </c:pt>
                <c:pt idx="44932">
                  <c:v>45963.340277777781</c:v>
                </c:pt>
                <c:pt idx="44933">
                  <c:v>45637.322916666657</c:v>
                </c:pt>
                <c:pt idx="44934">
                  <c:v>45886.097916666673</c:v>
                </c:pt>
                <c:pt idx="44935">
                  <c:v>45564.731944444437</c:v>
                </c:pt>
                <c:pt idx="44936">
                  <c:v>45631.429861111108</c:v>
                </c:pt>
                <c:pt idx="44937">
                  <c:v>45974.412499999999</c:v>
                </c:pt>
                <c:pt idx="44938">
                  <c:v>45777.175000000003</c:v>
                </c:pt>
                <c:pt idx="44939">
                  <c:v>45688.318055555559</c:v>
                </c:pt>
                <c:pt idx="44940">
                  <c:v>45748.32708333333</c:v>
                </c:pt>
                <c:pt idx="44941">
                  <c:v>45652.409722222219</c:v>
                </c:pt>
                <c:pt idx="44942">
                  <c:v>45807.67083333333</c:v>
                </c:pt>
                <c:pt idx="44943">
                  <c:v>45836.426388888889</c:v>
                </c:pt>
                <c:pt idx="44944">
                  <c:v>45929.321527777778</c:v>
                </c:pt>
                <c:pt idx="44945">
                  <c:v>45745.374305555553</c:v>
                </c:pt>
                <c:pt idx="44946">
                  <c:v>46013.506249999999</c:v>
                </c:pt>
                <c:pt idx="44947">
                  <c:v>45716.309027777781</c:v>
                </c:pt>
                <c:pt idx="44948">
                  <c:v>45625.675694444442</c:v>
                </c:pt>
                <c:pt idx="44949">
                  <c:v>45814.456944444442</c:v>
                </c:pt>
                <c:pt idx="44950">
                  <c:v>46022.374305555553</c:v>
                </c:pt>
                <c:pt idx="44951">
                  <c:v>45929.489583333343</c:v>
                </c:pt>
                <c:pt idx="44952">
                  <c:v>45925.416666666657</c:v>
                </c:pt>
                <c:pt idx="44953">
                  <c:v>46003.809027777781</c:v>
                </c:pt>
                <c:pt idx="44954">
                  <c:v>45950.638888888891</c:v>
                </c:pt>
                <c:pt idx="44955">
                  <c:v>45601.30972222222</c:v>
                </c:pt>
                <c:pt idx="44956">
                  <c:v>45936.859027777777</c:v>
                </c:pt>
                <c:pt idx="44957">
                  <c:v>45910.35</c:v>
                </c:pt>
                <c:pt idx="44958">
                  <c:v>45987.329861111109</c:v>
                </c:pt>
                <c:pt idx="44959">
                  <c:v>45616.660416666673</c:v>
                </c:pt>
                <c:pt idx="44960">
                  <c:v>45961.850694444453</c:v>
                </c:pt>
                <c:pt idx="44961">
                  <c:v>45981.561805555553</c:v>
                </c:pt>
                <c:pt idx="44962">
                  <c:v>45900.788888888892</c:v>
                </c:pt>
                <c:pt idx="44963">
                  <c:v>45886.162499999999</c:v>
                </c:pt>
                <c:pt idx="44964">
                  <c:v>45872.843055555553</c:v>
                </c:pt>
                <c:pt idx="44965">
                  <c:v>45858.85</c:v>
                </c:pt>
                <c:pt idx="44966">
                  <c:v>45852.73541666667</c:v>
                </c:pt>
                <c:pt idx="44967">
                  <c:v>45843.34652777778</c:v>
                </c:pt>
                <c:pt idx="44968">
                  <c:v>45638.506944444453</c:v>
                </c:pt>
                <c:pt idx="44969">
                  <c:v>45609.848611111112</c:v>
                </c:pt>
                <c:pt idx="44970">
                  <c:v>45841.666666666657</c:v>
                </c:pt>
                <c:pt idx="44971">
                  <c:v>45825.275000000001</c:v>
                </c:pt>
                <c:pt idx="44972">
                  <c:v>45816.048611111109</c:v>
                </c:pt>
                <c:pt idx="44973">
                  <c:v>45800.73333333333</c:v>
                </c:pt>
                <c:pt idx="44974">
                  <c:v>45786.738888888889</c:v>
                </c:pt>
                <c:pt idx="44975">
                  <c:v>45780.817361111112</c:v>
                </c:pt>
                <c:pt idx="44976">
                  <c:v>45775.85</c:v>
                </c:pt>
                <c:pt idx="44977">
                  <c:v>45873.715277777781</c:v>
                </c:pt>
                <c:pt idx="44978">
                  <c:v>45568.40347222222</c:v>
                </c:pt>
                <c:pt idx="44979">
                  <c:v>45767.445833333331</c:v>
                </c:pt>
                <c:pt idx="44980">
                  <c:v>45631.605555555558</c:v>
                </c:pt>
                <c:pt idx="44981">
                  <c:v>45461.686805555553</c:v>
                </c:pt>
                <c:pt idx="44982">
                  <c:v>45939.363888888889</c:v>
                </c:pt>
                <c:pt idx="44983">
                  <c:v>45413.509027777778</c:v>
                </c:pt>
                <c:pt idx="44984">
                  <c:v>45354.661111111112</c:v>
                </c:pt>
                <c:pt idx="44985">
                  <c:v>45775.880555555559</c:v>
                </c:pt>
                <c:pt idx="44986">
                  <c:v>45699.476388888892</c:v>
                </c:pt>
                <c:pt idx="44987">
                  <c:v>45697.783333333333</c:v>
                </c:pt>
                <c:pt idx="44988">
                  <c:v>45677.711805555547</c:v>
                </c:pt>
                <c:pt idx="44989">
                  <c:v>45669.694444444453</c:v>
                </c:pt>
                <c:pt idx="44990">
                  <c:v>45661.593055555553</c:v>
                </c:pt>
                <c:pt idx="44991">
                  <c:v>45620.675694444442</c:v>
                </c:pt>
                <c:pt idx="44992">
                  <c:v>45656.697222222218</c:v>
                </c:pt>
                <c:pt idx="44993">
                  <c:v>45685.748611111107</c:v>
                </c:pt>
                <c:pt idx="44994">
                  <c:v>45703.499305555553</c:v>
                </c:pt>
                <c:pt idx="44995">
                  <c:v>45826.340277777781</c:v>
                </c:pt>
                <c:pt idx="44996">
                  <c:v>45797.718055555553</c:v>
                </c:pt>
                <c:pt idx="44997">
                  <c:v>45750.743055555547</c:v>
                </c:pt>
                <c:pt idx="44998">
                  <c:v>45542.518750000003</c:v>
                </c:pt>
                <c:pt idx="44999">
                  <c:v>45774.679861111108</c:v>
                </c:pt>
                <c:pt idx="45000">
                  <c:v>45621.790277777778</c:v>
                </c:pt>
                <c:pt idx="45001">
                  <c:v>45522.061111111107</c:v>
                </c:pt>
                <c:pt idx="45002">
                  <c:v>45298.577777777777</c:v>
                </c:pt>
                <c:pt idx="45003">
                  <c:v>45881.624305555553</c:v>
                </c:pt>
                <c:pt idx="45004">
                  <c:v>45920.47152777778</c:v>
                </c:pt>
                <c:pt idx="45005">
                  <c:v>45588.803472222222</c:v>
                </c:pt>
                <c:pt idx="45006">
                  <c:v>45861.36041666667</c:v>
                </c:pt>
                <c:pt idx="45007">
                  <c:v>45727.351388888892</c:v>
                </c:pt>
                <c:pt idx="45008">
                  <c:v>45491.739583333343</c:v>
                </c:pt>
                <c:pt idx="45009">
                  <c:v>45967.652777777781</c:v>
                </c:pt>
                <c:pt idx="45010">
                  <c:v>45969.90625</c:v>
                </c:pt>
                <c:pt idx="45011">
                  <c:v>45969.568055555559</c:v>
                </c:pt>
                <c:pt idx="45012">
                  <c:v>45945.069444444453</c:v>
                </c:pt>
                <c:pt idx="45013">
                  <c:v>45469.913194444453</c:v>
                </c:pt>
                <c:pt idx="45014">
                  <c:v>45374.675000000003</c:v>
                </c:pt>
                <c:pt idx="45015">
                  <c:v>45933.725694444453</c:v>
                </c:pt>
                <c:pt idx="45016">
                  <c:v>45917.861805555563</c:v>
                </c:pt>
                <c:pt idx="45017">
                  <c:v>45894.853472222218</c:v>
                </c:pt>
                <c:pt idx="45018">
                  <c:v>45890.830555555563</c:v>
                </c:pt>
                <c:pt idx="45019">
                  <c:v>45694.518055555563</c:v>
                </c:pt>
                <c:pt idx="45020">
                  <c:v>45776.621527777781</c:v>
                </c:pt>
                <c:pt idx="45021">
                  <c:v>45776.621527777781</c:v>
                </c:pt>
                <c:pt idx="45022">
                  <c:v>45852.42291666667</c:v>
                </c:pt>
                <c:pt idx="45023">
                  <c:v>45483.838888888888</c:v>
                </c:pt>
                <c:pt idx="45024">
                  <c:v>45652.491666666669</c:v>
                </c:pt>
                <c:pt idx="45025">
                  <c:v>45337.331944444442</c:v>
                </c:pt>
                <c:pt idx="45026">
                  <c:v>45454.493750000001</c:v>
                </c:pt>
                <c:pt idx="45027">
                  <c:v>45821.908333333333</c:v>
                </c:pt>
                <c:pt idx="45028">
                  <c:v>45823.59652777778</c:v>
                </c:pt>
                <c:pt idx="45029">
                  <c:v>45761.905555555553</c:v>
                </c:pt>
                <c:pt idx="45030">
                  <c:v>45770.748611111107</c:v>
                </c:pt>
                <c:pt idx="45031">
                  <c:v>45941.290277777778</c:v>
                </c:pt>
                <c:pt idx="45032">
                  <c:v>45996.273611111108</c:v>
                </c:pt>
                <c:pt idx="45033">
                  <c:v>45912.706944444442</c:v>
                </c:pt>
                <c:pt idx="45034">
                  <c:v>45956.636111111111</c:v>
                </c:pt>
                <c:pt idx="45035">
                  <c:v>45978.274305555547</c:v>
                </c:pt>
                <c:pt idx="45036">
                  <c:v>45921.5</c:v>
                </c:pt>
                <c:pt idx="45037">
                  <c:v>45941.293055555558</c:v>
                </c:pt>
                <c:pt idx="45038">
                  <c:v>46019.726388888892</c:v>
                </c:pt>
                <c:pt idx="45039">
                  <c:v>45761.9375</c:v>
                </c:pt>
                <c:pt idx="45040">
                  <c:v>45761.919444444437</c:v>
                </c:pt>
                <c:pt idx="45041">
                  <c:v>45737.102083333331</c:v>
                </c:pt>
                <c:pt idx="45042">
                  <c:v>45736.804166666669</c:v>
                </c:pt>
                <c:pt idx="45043">
                  <c:v>45738.65625</c:v>
                </c:pt>
                <c:pt idx="45044">
                  <c:v>45729.518750000003</c:v>
                </c:pt>
                <c:pt idx="45045">
                  <c:v>45728.606944444437</c:v>
                </c:pt>
                <c:pt idx="45046">
                  <c:v>45727.51666666667</c:v>
                </c:pt>
                <c:pt idx="45047">
                  <c:v>45720.836111111108</c:v>
                </c:pt>
                <c:pt idx="45048">
                  <c:v>45707.840277777781</c:v>
                </c:pt>
                <c:pt idx="45049">
                  <c:v>45691.836805555547</c:v>
                </c:pt>
                <c:pt idx="45050">
                  <c:v>45467.398611111108</c:v>
                </c:pt>
                <c:pt idx="45051">
                  <c:v>45315.438888888893</c:v>
                </c:pt>
                <c:pt idx="45052">
                  <c:v>45882.977083333331</c:v>
                </c:pt>
                <c:pt idx="45053">
                  <c:v>45413.568749999999</c:v>
                </c:pt>
                <c:pt idx="45054">
                  <c:v>45364.488888888889</c:v>
                </c:pt>
                <c:pt idx="45055">
                  <c:v>45526.87777777778</c:v>
                </c:pt>
                <c:pt idx="45056">
                  <c:v>45693.974999999999</c:v>
                </c:pt>
                <c:pt idx="45057">
                  <c:v>45682.1875</c:v>
                </c:pt>
                <c:pt idx="45058">
                  <c:v>45668.657638888893</c:v>
                </c:pt>
                <c:pt idx="45059">
                  <c:v>45672.820833333331</c:v>
                </c:pt>
                <c:pt idx="45060">
                  <c:v>45649.90902777778</c:v>
                </c:pt>
                <c:pt idx="45061">
                  <c:v>45646.580555555563</c:v>
                </c:pt>
                <c:pt idx="45062">
                  <c:v>45616.821527777778</c:v>
                </c:pt>
                <c:pt idx="45063">
                  <c:v>45670.884722222218</c:v>
                </c:pt>
                <c:pt idx="45064">
                  <c:v>45667.453472222223</c:v>
                </c:pt>
                <c:pt idx="45065">
                  <c:v>45484.406944444447</c:v>
                </c:pt>
                <c:pt idx="45066">
                  <c:v>45670.955555555563</c:v>
                </c:pt>
                <c:pt idx="45067">
                  <c:v>46015.879861111112</c:v>
                </c:pt>
                <c:pt idx="45068">
                  <c:v>45940.443749999999</c:v>
                </c:pt>
                <c:pt idx="45069">
                  <c:v>45824.862500000003</c:v>
                </c:pt>
                <c:pt idx="45070">
                  <c:v>45918.707638888889</c:v>
                </c:pt>
                <c:pt idx="45071">
                  <c:v>45864.724999999999</c:v>
                </c:pt>
                <c:pt idx="45072">
                  <c:v>45879.484722222223</c:v>
                </c:pt>
                <c:pt idx="45073">
                  <c:v>45777.432638888888</c:v>
                </c:pt>
                <c:pt idx="45074">
                  <c:v>45770.227083333331</c:v>
                </c:pt>
                <c:pt idx="45075">
                  <c:v>45745.243750000001</c:v>
                </c:pt>
                <c:pt idx="45076">
                  <c:v>45625.351388888892</c:v>
                </c:pt>
                <c:pt idx="45077">
                  <c:v>45779.506944444453</c:v>
                </c:pt>
                <c:pt idx="45078">
                  <c:v>45818.467361111107</c:v>
                </c:pt>
                <c:pt idx="45079">
                  <c:v>45648.434027777781</c:v>
                </c:pt>
                <c:pt idx="45080">
                  <c:v>45757.554166666669</c:v>
                </c:pt>
                <c:pt idx="45081">
                  <c:v>45662.429166666669</c:v>
                </c:pt>
                <c:pt idx="45082">
                  <c:v>45747.348611111112</c:v>
                </c:pt>
                <c:pt idx="45083">
                  <c:v>45691.37222222222</c:v>
                </c:pt>
                <c:pt idx="45084">
                  <c:v>45714.465277777781</c:v>
                </c:pt>
                <c:pt idx="45085">
                  <c:v>45712.64166666667</c:v>
                </c:pt>
                <c:pt idx="45086">
                  <c:v>45691.457638888889</c:v>
                </c:pt>
                <c:pt idx="45087">
                  <c:v>46006.679861111108</c:v>
                </c:pt>
                <c:pt idx="45088">
                  <c:v>45957.765972222223</c:v>
                </c:pt>
                <c:pt idx="45089">
                  <c:v>45894.773611111108</c:v>
                </c:pt>
                <c:pt idx="45090">
                  <c:v>45746.552777777782</c:v>
                </c:pt>
                <c:pt idx="45091">
                  <c:v>45507.464583333327</c:v>
                </c:pt>
                <c:pt idx="45092">
                  <c:v>45607.487500000003</c:v>
                </c:pt>
                <c:pt idx="45093">
                  <c:v>45422.86041666667</c:v>
                </c:pt>
                <c:pt idx="45094">
                  <c:v>45816.570833333331</c:v>
                </c:pt>
                <c:pt idx="45095">
                  <c:v>45303.776388888888</c:v>
                </c:pt>
                <c:pt idx="45096">
                  <c:v>45356.518750000003</c:v>
                </c:pt>
                <c:pt idx="45097">
                  <c:v>45669.785416666673</c:v>
                </c:pt>
                <c:pt idx="45098">
                  <c:v>45833.313194444447</c:v>
                </c:pt>
                <c:pt idx="45099">
                  <c:v>45451.02847222222</c:v>
                </c:pt>
                <c:pt idx="45100">
                  <c:v>45818.940972222219</c:v>
                </c:pt>
                <c:pt idx="45101">
                  <c:v>45796.902083333327</c:v>
                </c:pt>
                <c:pt idx="45102">
                  <c:v>45759.927777777782</c:v>
                </c:pt>
                <c:pt idx="45103">
                  <c:v>45711.591666666667</c:v>
                </c:pt>
                <c:pt idx="45104">
                  <c:v>45708.796527777777</c:v>
                </c:pt>
                <c:pt idx="45105">
                  <c:v>45608.852083333331</c:v>
                </c:pt>
                <c:pt idx="45106">
                  <c:v>45987.396527777782</c:v>
                </c:pt>
                <c:pt idx="45107">
                  <c:v>45447.364583333343</c:v>
                </c:pt>
                <c:pt idx="45108">
                  <c:v>45747.65347222222</c:v>
                </c:pt>
                <c:pt idx="45109">
                  <c:v>45621.454861111109</c:v>
                </c:pt>
                <c:pt idx="45110">
                  <c:v>45797.488194444442</c:v>
                </c:pt>
                <c:pt idx="45111">
                  <c:v>45700.617361111108</c:v>
                </c:pt>
                <c:pt idx="45112">
                  <c:v>45532.386805555558</c:v>
                </c:pt>
                <c:pt idx="45113">
                  <c:v>45503.49722222222</c:v>
                </c:pt>
                <c:pt idx="45114">
                  <c:v>45838.461805555547</c:v>
                </c:pt>
                <c:pt idx="45115">
                  <c:v>45867.470833333333</c:v>
                </c:pt>
                <c:pt idx="45116">
                  <c:v>45766.393750000003</c:v>
                </c:pt>
                <c:pt idx="45117">
                  <c:v>45766.393750000003</c:v>
                </c:pt>
                <c:pt idx="45118">
                  <c:v>45945.854166666657</c:v>
                </c:pt>
                <c:pt idx="45119">
                  <c:v>45857.567361111112</c:v>
                </c:pt>
                <c:pt idx="45120">
                  <c:v>46005.613194444442</c:v>
                </c:pt>
                <c:pt idx="45121">
                  <c:v>45954.387499999997</c:v>
                </c:pt>
                <c:pt idx="45122">
                  <c:v>45904.488888888889</c:v>
                </c:pt>
                <c:pt idx="45123">
                  <c:v>45979.582638888889</c:v>
                </c:pt>
                <c:pt idx="45124">
                  <c:v>45966.418055555558</c:v>
                </c:pt>
                <c:pt idx="45125">
                  <c:v>45714.657638888893</c:v>
                </c:pt>
                <c:pt idx="45126">
                  <c:v>45728.567361111112</c:v>
                </c:pt>
                <c:pt idx="45127">
                  <c:v>45824.378472222219</c:v>
                </c:pt>
                <c:pt idx="45128">
                  <c:v>45805.455555555563</c:v>
                </c:pt>
                <c:pt idx="45129">
                  <c:v>45989.5</c:v>
                </c:pt>
                <c:pt idx="45130">
                  <c:v>45923.421527777777</c:v>
                </c:pt>
                <c:pt idx="45131">
                  <c:v>45743.607638888891</c:v>
                </c:pt>
                <c:pt idx="45132">
                  <c:v>45693.693749999999</c:v>
                </c:pt>
                <c:pt idx="45133">
                  <c:v>45886.566666666673</c:v>
                </c:pt>
                <c:pt idx="45134">
                  <c:v>45845.418055555558</c:v>
                </c:pt>
                <c:pt idx="45135">
                  <c:v>45772.73541666667</c:v>
                </c:pt>
                <c:pt idx="45136">
                  <c:v>45809.738888888889</c:v>
                </c:pt>
                <c:pt idx="45137">
                  <c:v>45806.477777777778</c:v>
                </c:pt>
                <c:pt idx="45138">
                  <c:v>45806.440972222219</c:v>
                </c:pt>
                <c:pt idx="45139">
                  <c:v>45805.845138888893</c:v>
                </c:pt>
                <c:pt idx="45140">
                  <c:v>45808.857638888891</c:v>
                </c:pt>
                <c:pt idx="45141">
                  <c:v>45808.857638888891</c:v>
                </c:pt>
                <c:pt idx="45142">
                  <c:v>45716.293749999997</c:v>
                </c:pt>
                <c:pt idx="45143">
                  <c:v>45716.293749999997</c:v>
                </c:pt>
                <c:pt idx="45144">
                  <c:v>45751.468055555553</c:v>
                </c:pt>
                <c:pt idx="45145">
                  <c:v>45713.302777777782</c:v>
                </c:pt>
                <c:pt idx="45146">
                  <c:v>45699.729861111111</c:v>
                </c:pt>
                <c:pt idx="45147">
                  <c:v>45630.453472222223</c:v>
                </c:pt>
                <c:pt idx="45148">
                  <c:v>45450.448611111111</c:v>
                </c:pt>
                <c:pt idx="45149">
                  <c:v>45682.636805555558</c:v>
                </c:pt>
                <c:pt idx="45150">
                  <c:v>45657.325694444437</c:v>
                </c:pt>
                <c:pt idx="45151">
                  <c:v>45769.489583333343</c:v>
                </c:pt>
                <c:pt idx="45152">
                  <c:v>45369.557638888888</c:v>
                </c:pt>
                <c:pt idx="45153">
                  <c:v>45792.34375</c:v>
                </c:pt>
                <c:pt idx="45154">
                  <c:v>45917.762499999997</c:v>
                </c:pt>
                <c:pt idx="45155">
                  <c:v>45721.258333333331</c:v>
                </c:pt>
                <c:pt idx="45156">
                  <c:v>45975.314583333333</c:v>
                </c:pt>
                <c:pt idx="45157">
                  <c:v>45764.828472222223</c:v>
                </c:pt>
                <c:pt idx="45158">
                  <c:v>45749.638194444437</c:v>
                </c:pt>
                <c:pt idx="45159">
                  <c:v>45830.8</c:v>
                </c:pt>
                <c:pt idx="45160">
                  <c:v>45703.864583333343</c:v>
                </c:pt>
                <c:pt idx="45161">
                  <c:v>45398.59097222222</c:v>
                </c:pt>
                <c:pt idx="45162">
                  <c:v>45419.463888888888</c:v>
                </c:pt>
                <c:pt idx="45163">
                  <c:v>45733.359722222223</c:v>
                </c:pt>
                <c:pt idx="45164">
                  <c:v>45369.540972222218</c:v>
                </c:pt>
                <c:pt idx="45165">
                  <c:v>45806.848611111112</c:v>
                </c:pt>
                <c:pt idx="45166">
                  <c:v>45627.737500000003</c:v>
                </c:pt>
                <c:pt idx="45167">
                  <c:v>45508.580555555563</c:v>
                </c:pt>
                <c:pt idx="45168">
                  <c:v>46017.867361111108</c:v>
                </c:pt>
                <c:pt idx="45169">
                  <c:v>46012.802083333343</c:v>
                </c:pt>
                <c:pt idx="45170">
                  <c:v>45990.754861111112</c:v>
                </c:pt>
                <c:pt idx="45171">
                  <c:v>45990.754861111112</c:v>
                </c:pt>
                <c:pt idx="45172">
                  <c:v>45925.678472222222</c:v>
                </c:pt>
                <c:pt idx="45173">
                  <c:v>45990.754861111112</c:v>
                </c:pt>
                <c:pt idx="45174">
                  <c:v>45948.690972222219</c:v>
                </c:pt>
                <c:pt idx="45175">
                  <c:v>45948.690972222219</c:v>
                </c:pt>
                <c:pt idx="45176">
                  <c:v>46012.802083333343</c:v>
                </c:pt>
                <c:pt idx="45177">
                  <c:v>45925.678472222222</c:v>
                </c:pt>
                <c:pt idx="45178">
                  <c:v>45965.354166666657</c:v>
                </c:pt>
                <c:pt idx="45179">
                  <c:v>45925.678472222222</c:v>
                </c:pt>
                <c:pt idx="45180">
                  <c:v>45965.354166666657</c:v>
                </c:pt>
                <c:pt idx="45181">
                  <c:v>45965.354166666657</c:v>
                </c:pt>
                <c:pt idx="45182">
                  <c:v>46012.802083333343</c:v>
                </c:pt>
                <c:pt idx="45183">
                  <c:v>45948.690972222219</c:v>
                </c:pt>
                <c:pt idx="45184">
                  <c:v>46006.87777777778</c:v>
                </c:pt>
                <c:pt idx="45185">
                  <c:v>45999.455555555563</c:v>
                </c:pt>
                <c:pt idx="45186">
                  <c:v>45933.081944444442</c:v>
                </c:pt>
                <c:pt idx="45187">
                  <c:v>45868.681250000001</c:v>
                </c:pt>
                <c:pt idx="45188">
                  <c:v>46008.609722222223</c:v>
                </c:pt>
                <c:pt idx="45189">
                  <c:v>45928.849305555559</c:v>
                </c:pt>
                <c:pt idx="45190">
                  <c:v>45855.063194444447</c:v>
                </c:pt>
                <c:pt idx="45191">
                  <c:v>45732.842361111107</c:v>
                </c:pt>
                <c:pt idx="45192">
                  <c:v>45793.082638888889</c:v>
                </c:pt>
                <c:pt idx="45193">
                  <c:v>45816.666666666657</c:v>
                </c:pt>
                <c:pt idx="45194">
                  <c:v>45798.544444444437</c:v>
                </c:pt>
                <c:pt idx="45195">
                  <c:v>45793.850694444453</c:v>
                </c:pt>
                <c:pt idx="45196">
                  <c:v>45771.426388888889</c:v>
                </c:pt>
                <c:pt idx="45197">
                  <c:v>45766.511111111111</c:v>
                </c:pt>
                <c:pt idx="45198">
                  <c:v>45665.870833333327</c:v>
                </c:pt>
                <c:pt idx="45199">
                  <c:v>45526.488194444442</c:v>
                </c:pt>
                <c:pt idx="45200">
                  <c:v>45443.463888888888</c:v>
                </c:pt>
                <c:pt idx="45201">
                  <c:v>45443.463888888888</c:v>
                </c:pt>
                <c:pt idx="45202">
                  <c:v>45460.652777777781</c:v>
                </c:pt>
                <c:pt idx="45203">
                  <c:v>45460.652777777781</c:v>
                </c:pt>
                <c:pt idx="45204">
                  <c:v>45455.565972222219</c:v>
                </c:pt>
                <c:pt idx="45205">
                  <c:v>45970.852083333331</c:v>
                </c:pt>
                <c:pt idx="45206">
                  <c:v>45834.327777777777</c:v>
                </c:pt>
                <c:pt idx="45207">
                  <c:v>45851.871527777781</c:v>
                </c:pt>
                <c:pt idx="45208">
                  <c:v>45753.911805555559</c:v>
                </c:pt>
                <c:pt idx="45209">
                  <c:v>45939.884722222218</c:v>
                </c:pt>
                <c:pt idx="45210">
                  <c:v>45807.90902777778</c:v>
                </c:pt>
                <c:pt idx="45211">
                  <c:v>45865.90625</c:v>
                </c:pt>
                <c:pt idx="45212">
                  <c:v>45816.316666666673</c:v>
                </c:pt>
                <c:pt idx="45213">
                  <c:v>45802.897222222222</c:v>
                </c:pt>
                <c:pt idx="45214">
                  <c:v>45991.875</c:v>
                </c:pt>
                <c:pt idx="45215">
                  <c:v>45877.865972222222</c:v>
                </c:pt>
                <c:pt idx="45216">
                  <c:v>45845.623611111107</c:v>
                </c:pt>
                <c:pt idx="45217">
                  <c:v>45889.475694444453</c:v>
                </c:pt>
                <c:pt idx="45218">
                  <c:v>45768.356249999997</c:v>
                </c:pt>
                <c:pt idx="45219">
                  <c:v>45792.845138888893</c:v>
                </c:pt>
                <c:pt idx="45220">
                  <c:v>45981.707638888889</c:v>
                </c:pt>
                <c:pt idx="45221">
                  <c:v>45960.695833333331</c:v>
                </c:pt>
                <c:pt idx="45222">
                  <c:v>45949.82916666667</c:v>
                </c:pt>
                <c:pt idx="45223">
                  <c:v>45944.345833333333</c:v>
                </c:pt>
                <c:pt idx="45224">
                  <c:v>45935.482638888891</c:v>
                </c:pt>
                <c:pt idx="45225">
                  <c:v>45931.356944444437</c:v>
                </c:pt>
                <c:pt idx="45226">
                  <c:v>45886.07708333333</c:v>
                </c:pt>
                <c:pt idx="45227">
                  <c:v>45591.647916666669</c:v>
                </c:pt>
                <c:pt idx="45228">
                  <c:v>45917.972916666673</c:v>
                </c:pt>
                <c:pt idx="45229">
                  <c:v>45845.690972222219</c:v>
                </c:pt>
                <c:pt idx="45230">
                  <c:v>45620.870833333327</c:v>
                </c:pt>
                <c:pt idx="45231">
                  <c:v>45957.796527777777</c:v>
                </c:pt>
                <c:pt idx="45232">
                  <c:v>45729.435416666667</c:v>
                </c:pt>
                <c:pt idx="45233">
                  <c:v>45757.925694444442</c:v>
                </c:pt>
                <c:pt idx="45234">
                  <c:v>45666.894444444442</c:v>
                </c:pt>
                <c:pt idx="45235">
                  <c:v>45690.92083333333</c:v>
                </c:pt>
                <c:pt idx="45236">
                  <c:v>45880.848611111112</c:v>
                </c:pt>
                <c:pt idx="45237">
                  <c:v>45990.538194444453</c:v>
                </c:pt>
                <c:pt idx="45238">
                  <c:v>45802.755555555559</c:v>
                </c:pt>
                <c:pt idx="45239">
                  <c:v>45702.788888888892</c:v>
                </c:pt>
                <c:pt idx="45240">
                  <c:v>45866.707638888889</c:v>
                </c:pt>
                <c:pt idx="45241">
                  <c:v>45866.481249999997</c:v>
                </c:pt>
                <c:pt idx="45242">
                  <c:v>45845.561805555553</c:v>
                </c:pt>
                <c:pt idx="45243">
                  <c:v>45773.974999999999</c:v>
                </c:pt>
                <c:pt idx="45244">
                  <c:v>45464.411805555559</c:v>
                </c:pt>
                <c:pt idx="45245">
                  <c:v>45463.751388888893</c:v>
                </c:pt>
                <c:pt idx="45246">
                  <c:v>45753.660416666673</c:v>
                </c:pt>
                <c:pt idx="45247">
                  <c:v>45724.638194444437</c:v>
                </c:pt>
                <c:pt idx="45248">
                  <c:v>45705.698611111111</c:v>
                </c:pt>
                <c:pt idx="45249">
                  <c:v>45691.786111111112</c:v>
                </c:pt>
                <c:pt idx="45250">
                  <c:v>45674.571527777778</c:v>
                </c:pt>
                <c:pt idx="45251">
                  <c:v>45561.881944444453</c:v>
                </c:pt>
                <c:pt idx="45252">
                  <c:v>45936.645138888889</c:v>
                </c:pt>
                <c:pt idx="45253">
                  <c:v>45936.646527777782</c:v>
                </c:pt>
                <c:pt idx="45254">
                  <c:v>45813.822222222218</c:v>
                </c:pt>
                <c:pt idx="45255">
                  <c:v>45292.666666666657</c:v>
                </c:pt>
                <c:pt idx="45256">
                  <c:v>45455.066666666673</c:v>
                </c:pt>
                <c:pt idx="45257">
                  <c:v>45925.597916666673</c:v>
                </c:pt>
                <c:pt idx="45258">
                  <c:v>45645.589583333327</c:v>
                </c:pt>
                <c:pt idx="45259">
                  <c:v>45831.697916666657</c:v>
                </c:pt>
                <c:pt idx="45260">
                  <c:v>45963.642361111109</c:v>
                </c:pt>
                <c:pt idx="45261">
                  <c:v>45848.121527777781</c:v>
                </c:pt>
                <c:pt idx="45262">
                  <c:v>45696.750694444447</c:v>
                </c:pt>
                <c:pt idx="45263">
                  <c:v>45780.760416666657</c:v>
                </c:pt>
                <c:pt idx="45264">
                  <c:v>45672.447916666657</c:v>
                </c:pt>
                <c:pt idx="45265">
                  <c:v>45788.831250000003</c:v>
                </c:pt>
                <c:pt idx="45266">
                  <c:v>45362.45416666667</c:v>
                </c:pt>
                <c:pt idx="45267">
                  <c:v>45890.409722222219</c:v>
                </c:pt>
                <c:pt idx="45268">
                  <c:v>45964.925694444442</c:v>
                </c:pt>
                <c:pt idx="45269">
                  <c:v>46020.01666666667</c:v>
                </c:pt>
                <c:pt idx="45270">
                  <c:v>45838.918749999997</c:v>
                </c:pt>
                <c:pt idx="45271">
                  <c:v>45854.775694444441</c:v>
                </c:pt>
                <c:pt idx="45272">
                  <c:v>45938.022916666669</c:v>
                </c:pt>
                <c:pt idx="45273">
                  <c:v>45747.949305555558</c:v>
                </c:pt>
                <c:pt idx="45274">
                  <c:v>45470.859722222223</c:v>
                </c:pt>
                <c:pt idx="45275">
                  <c:v>45926.175000000003</c:v>
                </c:pt>
                <c:pt idx="45276">
                  <c:v>45929.445138888892</c:v>
                </c:pt>
                <c:pt idx="45277">
                  <c:v>45927.487500000003</c:v>
                </c:pt>
                <c:pt idx="45278">
                  <c:v>45720.839583333327</c:v>
                </c:pt>
                <c:pt idx="45279">
                  <c:v>45764.557638888888</c:v>
                </c:pt>
                <c:pt idx="45280">
                  <c:v>45717.573611111111</c:v>
                </c:pt>
                <c:pt idx="45281">
                  <c:v>45994.93472222222</c:v>
                </c:pt>
                <c:pt idx="45282">
                  <c:v>45975.870138888888</c:v>
                </c:pt>
                <c:pt idx="45283">
                  <c:v>45744.480555555558</c:v>
                </c:pt>
                <c:pt idx="45284">
                  <c:v>45784.807638888888</c:v>
                </c:pt>
                <c:pt idx="45285">
                  <c:v>45862.775694444441</c:v>
                </c:pt>
                <c:pt idx="45286">
                  <c:v>45935.547222222223</c:v>
                </c:pt>
                <c:pt idx="45287">
                  <c:v>45958.3</c:v>
                </c:pt>
                <c:pt idx="45288">
                  <c:v>45913.445138888892</c:v>
                </c:pt>
                <c:pt idx="45289">
                  <c:v>45892.429166666669</c:v>
                </c:pt>
                <c:pt idx="45290">
                  <c:v>45807.410416666673</c:v>
                </c:pt>
                <c:pt idx="45291">
                  <c:v>45837.619444444441</c:v>
                </c:pt>
                <c:pt idx="45292">
                  <c:v>46016.666666666657</c:v>
                </c:pt>
                <c:pt idx="45293">
                  <c:v>45971.730555555558</c:v>
                </c:pt>
                <c:pt idx="45294">
                  <c:v>45721.49722222222</c:v>
                </c:pt>
                <c:pt idx="45295">
                  <c:v>45980.54583333333</c:v>
                </c:pt>
                <c:pt idx="45296">
                  <c:v>45679.036805555559</c:v>
                </c:pt>
                <c:pt idx="45297">
                  <c:v>45303.509027777778</c:v>
                </c:pt>
                <c:pt idx="45298">
                  <c:v>45541.044444444437</c:v>
                </c:pt>
                <c:pt idx="45299">
                  <c:v>45505.587500000001</c:v>
                </c:pt>
                <c:pt idx="45300">
                  <c:v>45341.495833333327</c:v>
                </c:pt>
                <c:pt idx="45301">
                  <c:v>45930.899305555547</c:v>
                </c:pt>
                <c:pt idx="45302">
                  <c:v>46006.64166666667</c:v>
                </c:pt>
                <c:pt idx="45303">
                  <c:v>45432.604861111111</c:v>
                </c:pt>
                <c:pt idx="45304">
                  <c:v>45818.469444444447</c:v>
                </c:pt>
                <c:pt idx="45305">
                  <c:v>45873.758333333331</c:v>
                </c:pt>
                <c:pt idx="45306">
                  <c:v>45755.67083333333</c:v>
                </c:pt>
                <c:pt idx="45307">
                  <c:v>45385.46597222222</c:v>
                </c:pt>
                <c:pt idx="45308">
                  <c:v>45976.628472222219</c:v>
                </c:pt>
                <c:pt idx="45309">
                  <c:v>45792.645138888889</c:v>
                </c:pt>
                <c:pt idx="45310">
                  <c:v>45781.620138888888</c:v>
                </c:pt>
                <c:pt idx="45311">
                  <c:v>45770.455555555563</c:v>
                </c:pt>
                <c:pt idx="45312">
                  <c:v>45740.895138888889</c:v>
                </c:pt>
                <c:pt idx="45313">
                  <c:v>45691.395138888889</c:v>
                </c:pt>
                <c:pt idx="45314">
                  <c:v>45692.805555555547</c:v>
                </c:pt>
                <c:pt idx="45315">
                  <c:v>45562.741666666669</c:v>
                </c:pt>
                <c:pt idx="45316">
                  <c:v>45757.995833333327</c:v>
                </c:pt>
                <c:pt idx="45317">
                  <c:v>45718.713888888888</c:v>
                </c:pt>
                <c:pt idx="45318">
                  <c:v>45656.629166666673</c:v>
                </c:pt>
                <c:pt idx="45319">
                  <c:v>45622.601388888892</c:v>
                </c:pt>
                <c:pt idx="45320">
                  <c:v>45972.654861111107</c:v>
                </c:pt>
                <c:pt idx="45321">
                  <c:v>45855.536111111112</c:v>
                </c:pt>
                <c:pt idx="45322">
                  <c:v>45848.390277777777</c:v>
                </c:pt>
                <c:pt idx="45323">
                  <c:v>45866.734027777777</c:v>
                </c:pt>
                <c:pt idx="45324">
                  <c:v>46007.833333333343</c:v>
                </c:pt>
                <c:pt idx="45325">
                  <c:v>45950.78125</c:v>
                </c:pt>
                <c:pt idx="45326">
                  <c:v>45820.511111111111</c:v>
                </c:pt>
                <c:pt idx="45327">
                  <c:v>45921.480555555558</c:v>
                </c:pt>
                <c:pt idx="45328">
                  <c:v>45827.399305555547</c:v>
                </c:pt>
                <c:pt idx="45329">
                  <c:v>45897.864583333343</c:v>
                </c:pt>
                <c:pt idx="45330">
                  <c:v>45965.620833333327</c:v>
                </c:pt>
                <c:pt idx="45331">
                  <c:v>45932.745833333327</c:v>
                </c:pt>
                <c:pt idx="45332">
                  <c:v>45787.665972222218</c:v>
                </c:pt>
                <c:pt idx="45333">
                  <c:v>45989.336111111108</c:v>
                </c:pt>
                <c:pt idx="45334">
                  <c:v>45834.642361111109</c:v>
                </c:pt>
                <c:pt idx="45335">
                  <c:v>46020.659722222219</c:v>
                </c:pt>
                <c:pt idx="45336">
                  <c:v>45974.786111111112</c:v>
                </c:pt>
                <c:pt idx="45337">
                  <c:v>45880.984722222223</c:v>
                </c:pt>
                <c:pt idx="45338">
                  <c:v>45755.855555555558</c:v>
                </c:pt>
                <c:pt idx="45339">
                  <c:v>45771.965277777781</c:v>
                </c:pt>
                <c:pt idx="45340">
                  <c:v>45769.777083333327</c:v>
                </c:pt>
                <c:pt idx="45341">
                  <c:v>45711.579861111109</c:v>
                </c:pt>
                <c:pt idx="45342">
                  <c:v>45863.756249999999</c:v>
                </c:pt>
                <c:pt idx="45343">
                  <c:v>45800.488888888889</c:v>
                </c:pt>
                <c:pt idx="45344">
                  <c:v>45796.543749999997</c:v>
                </c:pt>
                <c:pt idx="45345">
                  <c:v>45784.788888888892</c:v>
                </c:pt>
                <c:pt idx="45346">
                  <c:v>45868.756249999999</c:v>
                </c:pt>
                <c:pt idx="45347">
                  <c:v>45772.37777777778</c:v>
                </c:pt>
                <c:pt idx="45348">
                  <c:v>45915.760416666657</c:v>
                </c:pt>
                <c:pt idx="45349">
                  <c:v>45751.726388888892</c:v>
                </c:pt>
                <c:pt idx="45350">
                  <c:v>46006.737500000003</c:v>
                </c:pt>
                <c:pt idx="45351">
                  <c:v>45824.863194444442</c:v>
                </c:pt>
                <c:pt idx="45352">
                  <c:v>45796.563888888893</c:v>
                </c:pt>
                <c:pt idx="45353">
                  <c:v>45845.556944444441</c:v>
                </c:pt>
                <c:pt idx="45354">
                  <c:v>45938.635416666657</c:v>
                </c:pt>
                <c:pt idx="45355">
                  <c:v>45894.361805555563</c:v>
                </c:pt>
                <c:pt idx="45356">
                  <c:v>45986.365972222222</c:v>
                </c:pt>
                <c:pt idx="45357">
                  <c:v>45776.602777777778</c:v>
                </c:pt>
                <c:pt idx="45358">
                  <c:v>45736.638888888891</c:v>
                </c:pt>
                <c:pt idx="45359">
                  <c:v>45708.484722222223</c:v>
                </c:pt>
                <c:pt idx="45360">
                  <c:v>45960.736111111109</c:v>
                </c:pt>
                <c:pt idx="45361">
                  <c:v>45846.593055555553</c:v>
                </c:pt>
                <c:pt idx="45362">
                  <c:v>45712.53125</c:v>
                </c:pt>
                <c:pt idx="45363">
                  <c:v>45755.706944444442</c:v>
                </c:pt>
                <c:pt idx="45364">
                  <c:v>45437.686111111107</c:v>
                </c:pt>
                <c:pt idx="45365">
                  <c:v>45918.563194444447</c:v>
                </c:pt>
                <c:pt idx="45366">
                  <c:v>45879.698611111111</c:v>
                </c:pt>
                <c:pt idx="45367">
                  <c:v>45659.083333333343</c:v>
                </c:pt>
                <c:pt idx="45368">
                  <c:v>45878.629166666673</c:v>
                </c:pt>
                <c:pt idx="45369">
                  <c:v>45939.995833333327</c:v>
                </c:pt>
                <c:pt idx="45370">
                  <c:v>45742.552777777782</c:v>
                </c:pt>
                <c:pt idx="45371">
                  <c:v>45831.796527777777</c:v>
                </c:pt>
                <c:pt idx="45372">
                  <c:v>45916.073611111111</c:v>
                </c:pt>
                <c:pt idx="45373">
                  <c:v>46010.497916666667</c:v>
                </c:pt>
                <c:pt idx="45374">
                  <c:v>45604.466666666667</c:v>
                </c:pt>
                <c:pt idx="45375">
                  <c:v>45811.788194444453</c:v>
                </c:pt>
                <c:pt idx="45376">
                  <c:v>45978.657638888893</c:v>
                </c:pt>
                <c:pt idx="45377">
                  <c:v>46005.102083333331</c:v>
                </c:pt>
                <c:pt idx="45378">
                  <c:v>45772.75</c:v>
                </c:pt>
                <c:pt idx="45379">
                  <c:v>45785.761805555558</c:v>
                </c:pt>
                <c:pt idx="45380">
                  <c:v>45851.53125</c:v>
                </c:pt>
                <c:pt idx="45381">
                  <c:v>45584.157638888893</c:v>
                </c:pt>
                <c:pt idx="45382">
                  <c:v>45615.880555555559</c:v>
                </c:pt>
                <c:pt idx="45383">
                  <c:v>45968.629861111112</c:v>
                </c:pt>
                <c:pt idx="45384">
                  <c:v>45939.224999999999</c:v>
                </c:pt>
                <c:pt idx="45385">
                  <c:v>45421.252083333333</c:v>
                </c:pt>
                <c:pt idx="45386">
                  <c:v>45925.229861111111</c:v>
                </c:pt>
                <c:pt idx="45387">
                  <c:v>45323.323611111111</c:v>
                </c:pt>
                <c:pt idx="45388">
                  <c:v>45673.193055555559</c:v>
                </c:pt>
                <c:pt idx="45389">
                  <c:v>45525.425000000003</c:v>
                </c:pt>
                <c:pt idx="45390">
                  <c:v>45813.20416666667</c:v>
                </c:pt>
                <c:pt idx="45391">
                  <c:v>45838.544444444437</c:v>
                </c:pt>
                <c:pt idx="45392">
                  <c:v>45641.594444444447</c:v>
                </c:pt>
                <c:pt idx="45393">
                  <c:v>45589.611111111109</c:v>
                </c:pt>
                <c:pt idx="45394">
                  <c:v>45504.872916666667</c:v>
                </c:pt>
                <c:pt idx="45395">
                  <c:v>45347.745138888888</c:v>
                </c:pt>
                <c:pt idx="45396">
                  <c:v>45769.704861111109</c:v>
                </c:pt>
                <c:pt idx="45397">
                  <c:v>45989.633333333331</c:v>
                </c:pt>
                <c:pt idx="45398">
                  <c:v>45563.757638888892</c:v>
                </c:pt>
                <c:pt idx="45399">
                  <c:v>45927.620833333327</c:v>
                </c:pt>
                <c:pt idx="45400">
                  <c:v>45814.988194444442</c:v>
                </c:pt>
                <c:pt idx="45401">
                  <c:v>45871.636805555558</c:v>
                </c:pt>
                <c:pt idx="45402">
                  <c:v>46009.855555555558</c:v>
                </c:pt>
                <c:pt idx="45403">
                  <c:v>45959.863888888889</c:v>
                </c:pt>
                <c:pt idx="45404">
                  <c:v>45813.837500000001</c:v>
                </c:pt>
                <c:pt idx="45405">
                  <c:v>45763.505555555559</c:v>
                </c:pt>
                <c:pt idx="45406">
                  <c:v>46023.9375</c:v>
                </c:pt>
                <c:pt idx="45407">
                  <c:v>45666.740277777782</c:v>
                </c:pt>
                <c:pt idx="45408">
                  <c:v>45903.738194444442</c:v>
                </c:pt>
                <c:pt idx="45409">
                  <c:v>45545.450694444437</c:v>
                </c:pt>
                <c:pt idx="45410">
                  <c:v>45746.321527777778</c:v>
                </c:pt>
                <c:pt idx="45411">
                  <c:v>45404.414583333331</c:v>
                </c:pt>
                <c:pt idx="45412">
                  <c:v>45812.552083333343</c:v>
                </c:pt>
                <c:pt idx="45413">
                  <c:v>45653.388888888891</c:v>
                </c:pt>
                <c:pt idx="45414">
                  <c:v>45582.574999999997</c:v>
                </c:pt>
                <c:pt idx="45415">
                  <c:v>45522.532638888893</c:v>
                </c:pt>
                <c:pt idx="45416">
                  <c:v>45950.46875</c:v>
                </c:pt>
                <c:pt idx="45417">
                  <c:v>45493.556250000001</c:v>
                </c:pt>
                <c:pt idx="45418">
                  <c:v>45624.348611111112</c:v>
                </c:pt>
                <c:pt idx="45419">
                  <c:v>45358.45</c:v>
                </c:pt>
                <c:pt idx="45420">
                  <c:v>45429.454861111109</c:v>
                </c:pt>
                <c:pt idx="45421">
                  <c:v>45657.931250000001</c:v>
                </c:pt>
                <c:pt idx="45422">
                  <c:v>45456.422222222223</c:v>
                </c:pt>
                <c:pt idx="45423">
                  <c:v>45904.359027777777</c:v>
                </c:pt>
                <c:pt idx="45424">
                  <c:v>46002.441666666673</c:v>
                </c:pt>
                <c:pt idx="45425">
                  <c:v>45866.359722222223</c:v>
                </c:pt>
                <c:pt idx="45426">
                  <c:v>45323.682638888888</c:v>
                </c:pt>
                <c:pt idx="45427">
                  <c:v>45722.589583333327</c:v>
                </c:pt>
                <c:pt idx="45428">
                  <c:v>45991.643055555563</c:v>
                </c:pt>
                <c:pt idx="45429">
                  <c:v>45427.07708333333</c:v>
                </c:pt>
                <c:pt idx="45430">
                  <c:v>45918.48541666667</c:v>
                </c:pt>
                <c:pt idx="45431">
                  <c:v>45990.648611111108</c:v>
                </c:pt>
                <c:pt idx="45432">
                  <c:v>45513.646527777782</c:v>
                </c:pt>
                <c:pt idx="45433">
                  <c:v>45858.587500000001</c:v>
                </c:pt>
                <c:pt idx="45434">
                  <c:v>45532.488194444442</c:v>
                </c:pt>
                <c:pt idx="45435">
                  <c:v>45888.507638888892</c:v>
                </c:pt>
                <c:pt idx="45436">
                  <c:v>46022.497916666667</c:v>
                </c:pt>
                <c:pt idx="45437">
                  <c:v>45740.696527777778</c:v>
                </c:pt>
                <c:pt idx="45438">
                  <c:v>45461.750694444447</c:v>
                </c:pt>
                <c:pt idx="45439">
                  <c:v>45686.487500000003</c:v>
                </c:pt>
                <c:pt idx="45440">
                  <c:v>45401.44027777778</c:v>
                </c:pt>
                <c:pt idx="45441">
                  <c:v>45600.55972222222</c:v>
                </c:pt>
                <c:pt idx="45442">
                  <c:v>45816.538888888892</c:v>
                </c:pt>
                <c:pt idx="45443">
                  <c:v>45859.84375</c:v>
                </c:pt>
                <c:pt idx="45444">
                  <c:v>45804.624305555553</c:v>
                </c:pt>
                <c:pt idx="45445">
                  <c:v>45750.100694444453</c:v>
                </c:pt>
                <c:pt idx="45446">
                  <c:v>45640.823611111111</c:v>
                </c:pt>
                <c:pt idx="45447">
                  <c:v>45637.67291666667</c:v>
                </c:pt>
                <c:pt idx="45448">
                  <c:v>45495.868055555547</c:v>
                </c:pt>
                <c:pt idx="45449">
                  <c:v>45849.402777777781</c:v>
                </c:pt>
                <c:pt idx="45450">
                  <c:v>45387.878472222219</c:v>
                </c:pt>
                <c:pt idx="45451">
                  <c:v>45563.370833333327</c:v>
                </c:pt>
                <c:pt idx="45452">
                  <c:v>45652.96597222222</c:v>
                </c:pt>
                <c:pt idx="45453">
                  <c:v>46017.901388888888</c:v>
                </c:pt>
                <c:pt idx="45454">
                  <c:v>45928.842361111107</c:v>
                </c:pt>
                <c:pt idx="45455">
                  <c:v>46000.048611111109</c:v>
                </c:pt>
                <c:pt idx="45456">
                  <c:v>45928.709722222222</c:v>
                </c:pt>
                <c:pt idx="45457">
                  <c:v>45890.803472222222</c:v>
                </c:pt>
                <c:pt idx="45458">
                  <c:v>45890.7</c:v>
                </c:pt>
                <c:pt idx="45459">
                  <c:v>45860.847916666673</c:v>
                </c:pt>
                <c:pt idx="45460">
                  <c:v>45821.355555555558</c:v>
                </c:pt>
                <c:pt idx="45461">
                  <c:v>45640.862500000003</c:v>
                </c:pt>
                <c:pt idx="45462">
                  <c:v>45357.53125</c:v>
                </c:pt>
                <c:pt idx="45463">
                  <c:v>45423.84652777778</c:v>
                </c:pt>
                <c:pt idx="45464">
                  <c:v>45538.905555555553</c:v>
                </c:pt>
                <c:pt idx="45465">
                  <c:v>45816.477083333331</c:v>
                </c:pt>
                <c:pt idx="45466">
                  <c:v>45790.322222222218</c:v>
                </c:pt>
                <c:pt idx="45467">
                  <c:v>45738.121527777781</c:v>
                </c:pt>
                <c:pt idx="45468">
                  <c:v>45704.697916666657</c:v>
                </c:pt>
                <c:pt idx="45469">
                  <c:v>45668.536111111112</c:v>
                </c:pt>
                <c:pt idx="45470">
                  <c:v>45621.64166666667</c:v>
                </c:pt>
                <c:pt idx="45471">
                  <c:v>45488.67083333333</c:v>
                </c:pt>
                <c:pt idx="45472">
                  <c:v>45498.194444444453</c:v>
                </c:pt>
                <c:pt idx="45473">
                  <c:v>45670.2</c:v>
                </c:pt>
                <c:pt idx="45474">
                  <c:v>45583.551388888889</c:v>
                </c:pt>
                <c:pt idx="45475">
                  <c:v>45561.602777777778</c:v>
                </c:pt>
                <c:pt idx="45476">
                  <c:v>45653.512499999997</c:v>
                </c:pt>
                <c:pt idx="45477">
                  <c:v>45775.209027777782</c:v>
                </c:pt>
                <c:pt idx="45478">
                  <c:v>45527.620833333327</c:v>
                </c:pt>
                <c:pt idx="45479">
                  <c:v>45731.067361111112</c:v>
                </c:pt>
                <c:pt idx="45480">
                  <c:v>45595.344444444447</c:v>
                </c:pt>
                <c:pt idx="45481">
                  <c:v>45611.755555555559</c:v>
                </c:pt>
                <c:pt idx="45482">
                  <c:v>45708.600694444453</c:v>
                </c:pt>
                <c:pt idx="45483">
                  <c:v>45544.167361111111</c:v>
                </c:pt>
                <c:pt idx="45484">
                  <c:v>45512.665277777778</c:v>
                </c:pt>
                <c:pt idx="45485">
                  <c:v>45934.98541666667</c:v>
                </c:pt>
                <c:pt idx="45486">
                  <c:v>45841.692361111112</c:v>
                </c:pt>
                <c:pt idx="45487">
                  <c:v>45680.625</c:v>
                </c:pt>
                <c:pt idx="45488">
                  <c:v>45952.530555555553</c:v>
                </c:pt>
                <c:pt idx="45489">
                  <c:v>45902.824999999997</c:v>
                </c:pt>
                <c:pt idx="45490">
                  <c:v>45718.939583333333</c:v>
                </c:pt>
                <c:pt idx="45491">
                  <c:v>45737.46875</c:v>
                </c:pt>
                <c:pt idx="45492">
                  <c:v>45877.7</c:v>
                </c:pt>
                <c:pt idx="45493">
                  <c:v>45877.7</c:v>
                </c:pt>
                <c:pt idx="45494">
                  <c:v>45633.63958333333</c:v>
                </c:pt>
                <c:pt idx="45495">
                  <c:v>45575.732638888891</c:v>
                </c:pt>
                <c:pt idx="45496">
                  <c:v>45444.770833333343</c:v>
                </c:pt>
                <c:pt idx="45497">
                  <c:v>45818.444444444453</c:v>
                </c:pt>
                <c:pt idx="45498">
                  <c:v>45745.553472222222</c:v>
                </c:pt>
                <c:pt idx="45499">
                  <c:v>45470.900694444441</c:v>
                </c:pt>
                <c:pt idx="45500">
                  <c:v>45847.743055555547</c:v>
                </c:pt>
                <c:pt idx="45501">
                  <c:v>45787.676388888889</c:v>
                </c:pt>
                <c:pt idx="45502">
                  <c:v>45696.556250000001</c:v>
                </c:pt>
                <c:pt idx="45503">
                  <c:v>45397.719444444447</c:v>
                </c:pt>
                <c:pt idx="45504">
                  <c:v>45366.711111111108</c:v>
                </c:pt>
                <c:pt idx="45505">
                  <c:v>45933.86041666667</c:v>
                </c:pt>
                <c:pt idx="45506">
                  <c:v>45649.404166666667</c:v>
                </c:pt>
                <c:pt idx="45507">
                  <c:v>45881.740277777782</c:v>
                </c:pt>
                <c:pt idx="45508">
                  <c:v>46014.603472222218</c:v>
                </c:pt>
                <c:pt idx="45509">
                  <c:v>45419.879166666673</c:v>
                </c:pt>
                <c:pt idx="45510">
                  <c:v>45539.842361111107</c:v>
                </c:pt>
                <c:pt idx="45511">
                  <c:v>45606.790277777778</c:v>
                </c:pt>
                <c:pt idx="45512">
                  <c:v>45350.727083333331</c:v>
                </c:pt>
                <c:pt idx="45513">
                  <c:v>45964.775000000001</c:v>
                </c:pt>
                <c:pt idx="45514">
                  <c:v>45908.719444444447</c:v>
                </c:pt>
                <c:pt idx="45515">
                  <c:v>45503.960416666669</c:v>
                </c:pt>
                <c:pt idx="45516">
                  <c:v>45739.841666666667</c:v>
                </c:pt>
                <c:pt idx="45517">
                  <c:v>45736.633333333331</c:v>
                </c:pt>
                <c:pt idx="45518">
                  <c:v>45656.563888888893</c:v>
                </c:pt>
                <c:pt idx="45519">
                  <c:v>45659.788888888892</c:v>
                </c:pt>
                <c:pt idx="45520">
                  <c:v>45661.759027777778</c:v>
                </c:pt>
                <c:pt idx="45521">
                  <c:v>45417.709027777782</c:v>
                </c:pt>
                <c:pt idx="45522">
                  <c:v>46000.288888888892</c:v>
                </c:pt>
                <c:pt idx="45523">
                  <c:v>45605.570138888892</c:v>
                </c:pt>
                <c:pt idx="45524">
                  <c:v>45875.775000000001</c:v>
                </c:pt>
                <c:pt idx="45525">
                  <c:v>45498.876388888893</c:v>
                </c:pt>
                <c:pt idx="45526">
                  <c:v>45453.013194444437</c:v>
                </c:pt>
                <c:pt idx="45527">
                  <c:v>45346.521527777782</c:v>
                </c:pt>
                <c:pt idx="45528">
                  <c:v>45656.760416666657</c:v>
                </c:pt>
                <c:pt idx="45529">
                  <c:v>45571.343055555553</c:v>
                </c:pt>
                <c:pt idx="45530">
                  <c:v>45844.856249999997</c:v>
                </c:pt>
                <c:pt idx="45531">
                  <c:v>45781.571527777778</c:v>
                </c:pt>
                <c:pt idx="45532">
                  <c:v>45519.063888888893</c:v>
                </c:pt>
                <c:pt idx="45533">
                  <c:v>45893.791666666657</c:v>
                </c:pt>
                <c:pt idx="45534">
                  <c:v>45881.654166666667</c:v>
                </c:pt>
                <c:pt idx="45535">
                  <c:v>45858.615277777782</c:v>
                </c:pt>
                <c:pt idx="45536">
                  <c:v>45855.915277777778</c:v>
                </c:pt>
                <c:pt idx="45537">
                  <c:v>45782.372916666667</c:v>
                </c:pt>
                <c:pt idx="45538">
                  <c:v>45766.834027777782</c:v>
                </c:pt>
                <c:pt idx="45539">
                  <c:v>45736.274305555547</c:v>
                </c:pt>
                <c:pt idx="45540">
                  <c:v>45728.965277777781</c:v>
                </c:pt>
                <c:pt idx="45541">
                  <c:v>45733.459722222222</c:v>
                </c:pt>
                <c:pt idx="45542">
                  <c:v>45580.541666666657</c:v>
                </c:pt>
                <c:pt idx="45543">
                  <c:v>45459.73333333333</c:v>
                </c:pt>
                <c:pt idx="45544">
                  <c:v>45740.918749999997</c:v>
                </c:pt>
                <c:pt idx="45545">
                  <c:v>45547.363194444442</c:v>
                </c:pt>
                <c:pt idx="45546">
                  <c:v>45424.784722222219</c:v>
                </c:pt>
                <c:pt idx="45547">
                  <c:v>45558.469444444447</c:v>
                </c:pt>
                <c:pt idx="45548">
                  <c:v>45717.660416666673</c:v>
                </c:pt>
                <c:pt idx="45549">
                  <c:v>45399.739583333343</c:v>
                </c:pt>
                <c:pt idx="45550">
                  <c:v>45562.513194444437</c:v>
                </c:pt>
                <c:pt idx="45551">
                  <c:v>45597.011111111111</c:v>
                </c:pt>
                <c:pt idx="45552">
                  <c:v>45590.375694444447</c:v>
                </c:pt>
                <c:pt idx="45553">
                  <c:v>45502.695138888892</c:v>
                </c:pt>
                <c:pt idx="45554">
                  <c:v>45510.977083333331</c:v>
                </c:pt>
                <c:pt idx="45555">
                  <c:v>45966.059027777781</c:v>
                </c:pt>
                <c:pt idx="45556">
                  <c:v>45570.654861111107</c:v>
                </c:pt>
                <c:pt idx="45557">
                  <c:v>45380.995833333327</c:v>
                </c:pt>
                <c:pt idx="45558">
                  <c:v>45744.436805555553</c:v>
                </c:pt>
                <c:pt idx="45559">
                  <c:v>45713.272222222222</c:v>
                </c:pt>
                <c:pt idx="45560">
                  <c:v>45936.834027777782</c:v>
                </c:pt>
                <c:pt idx="45561">
                  <c:v>45853.557638888888</c:v>
                </c:pt>
                <c:pt idx="45562">
                  <c:v>45839.738888888889</c:v>
                </c:pt>
                <c:pt idx="45563">
                  <c:v>45816.723611111112</c:v>
                </c:pt>
                <c:pt idx="45564">
                  <c:v>45725.661805555559</c:v>
                </c:pt>
                <c:pt idx="45565">
                  <c:v>45519.574305555558</c:v>
                </c:pt>
                <c:pt idx="45566">
                  <c:v>45666.076388888891</c:v>
                </c:pt>
                <c:pt idx="45567">
                  <c:v>45638.563194444447</c:v>
                </c:pt>
                <c:pt idx="45568">
                  <c:v>45330.279861111107</c:v>
                </c:pt>
                <c:pt idx="45569">
                  <c:v>45358.286805555559</c:v>
                </c:pt>
                <c:pt idx="45570">
                  <c:v>45428.756944444453</c:v>
                </c:pt>
                <c:pt idx="45571">
                  <c:v>45388.595138888893</c:v>
                </c:pt>
                <c:pt idx="45572">
                  <c:v>45295.922222222223</c:v>
                </c:pt>
                <c:pt idx="45573">
                  <c:v>45486.396527777782</c:v>
                </c:pt>
                <c:pt idx="45574">
                  <c:v>45420.713194444441</c:v>
                </c:pt>
                <c:pt idx="45575">
                  <c:v>45319.381249999999</c:v>
                </c:pt>
                <c:pt idx="45576">
                  <c:v>45449.27847222222</c:v>
                </c:pt>
                <c:pt idx="45577">
                  <c:v>45630.542361111111</c:v>
                </c:pt>
                <c:pt idx="45578">
                  <c:v>45815.363194444442</c:v>
                </c:pt>
                <c:pt idx="45579">
                  <c:v>45888.554166666669</c:v>
                </c:pt>
                <c:pt idx="45580">
                  <c:v>45720.525694444441</c:v>
                </c:pt>
                <c:pt idx="45581">
                  <c:v>45967.018750000003</c:v>
                </c:pt>
                <c:pt idx="45582">
                  <c:v>45939.677777777782</c:v>
                </c:pt>
                <c:pt idx="45583">
                  <c:v>45319.745138888888</c:v>
                </c:pt>
                <c:pt idx="45584">
                  <c:v>45875.76666666667</c:v>
                </c:pt>
                <c:pt idx="45585">
                  <c:v>45506.379166666673</c:v>
                </c:pt>
                <c:pt idx="45586">
                  <c:v>45338.597222222219</c:v>
                </c:pt>
                <c:pt idx="45587">
                  <c:v>45418.944444444453</c:v>
                </c:pt>
                <c:pt idx="45588">
                  <c:v>45776.332638888889</c:v>
                </c:pt>
                <c:pt idx="45589">
                  <c:v>45992.34375</c:v>
                </c:pt>
                <c:pt idx="45590">
                  <c:v>45656.527083333327</c:v>
                </c:pt>
                <c:pt idx="45591">
                  <c:v>45550.48541666667</c:v>
                </c:pt>
                <c:pt idx="45592">
                  <c:v>45871.456250000003</c:v>
                </c:pt>
                <c:pt idx="45593">
                  <c:v>45860.056250000001</c:v>
                </c:pt>
                <c:pt idx="45594">
                  <c:v>45841.595833333333</c:v>
                </c:pt>
                <c:pt idx="45595">
                  <c:v>45839.793055555558</c:v>
                </c:pt>
                <c:pt idx="45596">
                  <c:v>45822.043749999997</c:v>
                </c:pt>
                <c:pt idx="45597">
                  <c:v>45793.866666666669</c:v>
                </c:pt>
                <c:pt idx="45598">
                  <c:v>45656.443055555559</c:v>
                </c:pt>
                <c:pt idx="45599">
                  <c:v>45665.967361111107</c:v>
                </c:pt>
                <c:pt idx="45600">
                  <c:v>45740.45</c:v>
                </c:pt>
                <c:pt idx="45601">
                  <c:v>45531.741666666669</c:v>
                </c:pt>
                <c:pt idx="45602">
                  <c:v>45680.416666666657</c:v>
                </c:pt>
                <c:pt idx="45603">
                  <c:v>45801.998611111107</c:v>
                </c:pt>
                <c:pt idx="45604">
                  <c:v>45677.529166666667</c:v>
                </c:pt>
                <c:pt idx="45605">
                  <c:v>45663.023611111108</c:v>
                </c:pt>
                <c:pt idx="45606">
                  <c:v>45804.405555555553</c:v>
                </c:pt>
                <c:pt idx="45607">
                  <c:v>45727.729166666657</c:v>
                </c:pt>
                <c:pt idx="45608">
                  <c:v>46008.509722222218</c:v>
                </c:pt>
                <c:pt idx="45609">
                  <c:v>45972.404166666667</c:v>
                </c:pt>
                <c:pt idx="45610">
                  <c:v>45517.62222222222</c:v>
                </c:pt>
                <c:pt idx="45611">
                  <c:v>45847.833333333343</c:v>
                </c:pt>
                <c:pt idx="45612">
                  <c:v>45356.386111111111</c:v>
                </c:pt>
                <c:pt idx="45613">
                  <c:v>45931.566666666673</c:v>
                </c:pt>
                <c:pt idx="45614">
                  <c:v>45912.498611111107</c:v>
                </c:pt>
                <c:pt idx="45615">
                  <c:v>45628.618750000001</c:v>
                </c:pt>
                <c:pt idx="45616">
                  <c:v>45950.455555555563</c:v>
                </c:pt>
                <c:pt idx="45617">
                  <c:v>45983.349305555559</c:v>
                </c:pt>
                <c:pt idx="45618">
                  <c:v>45691.590277777781</c:v>
                </c:pt>
                <c:pt idx="45619">
                  <c:v>45895.652777777781</c:v>
                </c:pt>
                <c:pt idx="45620">
                  <c:v>45972.457638888889</c:v>
                </c:pt>
                <c:pt idx="45621">
                  <c:v>45985.551388888889</c:v>
                </c:pt>
                <c:pt idx="45622">
                  <c:v>45962.879166666673</c:v>
                </c:pt>
                <c:pt idx="45623">
                  <c:v>45531.525000000001</c:v>
                </c:pt>
                <c:pt idx="45624">
                  <c:v>45793.769444444442</c:v>
                </c:pt>
                <c:pt idx="45625">
                  <c:v>45429.63958333333</c:v>
                </c:pt>
                <c:pt idx="45626">
                  <c:v>45397.845833333333</c:v>
                </c:pt>
                <c:pt idx="45627">
                  <c:v>45451.722916666673</c:v>
                </c:pt>
                <c:pt idx="45628">
                  <c:v>45576.875</c:v>
                </c:pt>
                <c:pt idx="45629">
                  <c:v>45724.5625</c:v>
                </c:pt>
                <c:pt idx="45630">
                  <c:v>45685.532638888893</c:v>
                </c:pt>
                <c:pt idx="45631">
                  <c:v>45475.59375</c:v>
                </c:pt>
                <c:pt idx="45632">
                  <c:v>45645.836111111108</c:v>
                </c:pt>
                <c:pt idx="45633">
                  <c:v>45490.724999999999</c:v>
                </c:pt>
                <c:pt idx="45634">
                  <c:v>45844.802777777782</c:v>
                </c:pt>
                <c:pt idx="45635">
                  <c:v>45437.620833333327</c:v>
                </c:pt>
                <c:pt idx="45636">
                  <c:v>45880.849305555559</c:v>
                </c:pt>
                <c:pt idx="45637">
                  <c:v>46010.797222222223</c:v>
                </c:pt>
                <c:pt idx="45638">
                  <c:v>45698.529166666667</c:v>
                </c:pt>
                <c:pt idx="45639">
                  <c:v>46012.281944444447</c:v>
                </c:pt>
                <c:pt idx="45640">
                  <c:v>45799.484722222223</c:v>
                </c:pt>
                <c:pt idx="45641">
                  <c:v>45862.940972222219</c:v>
                </c:pt>
                <c:pt idx="45642">
                  <c:v>45611.894444444442</c:v>
                </c:pt>
                <c:pt idx="45643">
                  <c:v>45738.87777777778</c:v>
                </c:pt>
                <c:pt idx="45644">
                  <c:v>45670.855555555558</c:v>
                </c:pt>
                <c:pt idx="45645">
                  <c:v>45923.885416666657</c:v>
                </c:pt>
                <c:pt idx="45646">
                  <c:v>45665.765277777777</c:v>
                </c:pt>
                <c:pt idx="45647">
                  <c:v>45789.976388888892</c:v>
                </c:pt>
                <c:pt idx="45648">
                  <c:v>45899.841666666667</c:v>
                </c:pt>
                <c:pt idx="45649">
                  <c:v>45844.775694444441</c:v>
                </c:pt>
                <c:pt idx="45650">
                  <c:v>45613.643055555563</c:v>
                </c:pt>
                <c:pt idx="45651">
                  <c:v>45970.631249999999</c:v>
                </c:pt>
                <c:pt idx="45652">
                  <c:v>45802.568749999999</c:v>
                </c:pt>
                <c:pt idx="45653">
                  <c:v>45567.386111111111</c:v>
                </c:pt>
                <c:pt idx="45654">
                  <c:v>45662.825694444437</c:v>
                </c:pt>
                <c:pt idx="45655">
                  <c:v>46023.45</c:v>
                </c:pt>
                <c:pt idx="45656">
                  <c:v>45739.430555555547</c:v>
                </c:pt>
                <c:pt idx="45657">
                  <c:v>45884.855555555558</c:v>
                </c:pt>
                <c:pt idx="45658">
                  <c:v>45385.806944444441</c:v>
                </c:pt>
                <c:pt idx="45659">
                  <c:v>45943.677083333343</c:v>
                </c:pt>
                <c:pt idx="45660">
                  <c:v>45292.443055555559</c:v>
                </c:pt>
                <c:pt idx="45661">
                  <c:v>45532.71597222222</c:v>
                </c:pt>
                <c:pt idx="45662">
                  <c:v>45459.680555555547</c:v>
                </c:pt>
                <c:pt idx="45663">
                  <c:v>45768.682638888888</c:v>
                </c:pt>
                <c:pt idx="45664">
                  <c:v>45855.845138888893</c:v>
                </c:pt>
                <c:pt idx="45665">
                  <c:v>45954.844444444447</c:v>
                </c:pt>
                <c:pt idx="45666">
                  <c:v>45425.495138888888</c:v>
                </c:pt>
                <c:pt idx="45667">
                  <c:v>45357.059027777781</c:v>
                </c:pt>
                <c:pt idx="45668">
                  <c:v>45521.763888888891</c:v>
                </c:pt>
                <c:pt idx="45669">
                  <c:v>45971.815972222219</c:v>
                </c:pt>
                <c:pt idx="45670">
                  <c:v>45766.001388888893</c:v>
                </c:pt>
                <c:pt idx="45671">
                  <c:v>45981.988194444442</c:v>
                </c:pt>
                <c:pt idx="45672">
                  <c:v>45665.574999999997</c:v>
                </c:pt>
                <c:pt idx="45673">
                  <c:v>45665.574999999997</c:v>
                </c:pt>
                <c:pt idx="45674">
                  <c:v>45357.294444444437</c:v>
                </c:pt>
                <c:pt idx="45675">
                  <c:v>45357.294444444437</c:v>
                </c:pt>
                <c:pt idx="45676">
                  <c:v>45516.556250000001</c:v>
                </c:pt>
                <c:pt idx="45677">
                  <c:v>45710.706944444442</c:v>
                </c:pt>
                <c:pt idx="45678">
                  <c:v>45729.742361111108</c:v>
                </c:pt>
                <c:pt idx="45679">
                  <c:v>45454.885416666657</c:v>
                </c:pt>
                <c:pt idx="45680">
                  <c:v>45454.885416666657</c:v>
                </c:pt>
                <c:pt idx="45681">
                  <c:v>45729.742361111108</c:v>
                </c:pt>
                <c:pt idx="45682">
                  <c:v>45487.718055555553</c:v>
                </c:pt>
                <c:pt idx="45683">
                  <c:v>45538.290277777778</c:v>
                </c:pt>
                <c:pt idx="45684">
                  <c:v>45487.718055555553</c:v>
                </c:pt>
                <c:pt idx="45685">
                  <c:v>45710.706944444442</c:v>
                </c:pt>
                <c:pt idx="45686">
                  <c:v>45538.290277777778</c:v>
                </c:pt>
                <c:pt idx="45687">
                  <c:v>45516.556250000001</c:v>
                </c:pt>
                <c:pt idx="45688">
                  <c:v>45321.493750000001</c:v>
                </c:pt>
                <c:pt idx="45689">
                  <c:v>45732.870833333327</c:v>
                </c:pt>
                <c:pt idx="45690">
                  <c:v>45732.870833333327</c:v>
                </c:pt>
                <c:pt idx="45691">
                  <c:v>45385.62777777778</c:v>
                </c:pt>
                <c:pt idx="45692">
                  <c:v>45385.62777777778</c:v>
                </c:pt>
                <c:pt idx="45693">
                  <c:v>45422.569444444453</c:v>
                </c:pt>
                <c:pt idx="45694">
                  <c:v>45321.493750000001</c:v>
                </c:pt>
                <c:pt idx="45695">
                  <c:v>45422.569444444453</c:v>
                </c:pt>
                <c:pt idx="45696">
                  <c:v>45296.606944444437</c:v>
                </c:pt>
                <c:pt idx="45697">
                  <c:v>45803.472916666673</c:v>
                </c:pt>
                <c:pt idx="45698">
                  <c:v>45949.378472222219</c:v>
                </c:pt>
                <c:pt idx="45699">
                  <c:v>45885.572222222218</c:v>
                </c:pt>
                <c:pt idx="45700">
                  <c:v>45866.502083333333</c:v>
                </c:pt>
                <c:pt idx="45701">
                  <c:v>45786.061111111107</c:v>
                </c:pt>
                <c:pt idx="45702">
                  <c:v>45966.944444444453</c:v>
                </c:pt>
                <c:pt idx="45703">
                  <c:v>46010.694444444453</c:v>
                </c:pt>
                <c:pt idx="45704">
                  <c:v>45905.627083333333</c:v>
                </c:pt>
                <c:pt idx="45705">
                  <c:v>45991.128472222219</c:v>
                </c:pt>
                <c:pt idx="45706">
                  <c:v>45927.945833333331</c:v>
                </c:pt>
                <c:pt idx="45707">
                  <c:v>45913.15625</c:v>
                </c:pt>
                <c:pt idx="45708">
                  <c:v>45947.620138888888</c:v>
                </c:pt>
                <c:pt idx="45709">
                  <c:v>45767.5625</c:v>
                </c:pt>
                <c:pt idx="45710">
                  <c:v>45693.099305555559</c:v>
                </c:pt>
                <c:pt idx="45711">
                  <c:v>45648.554861111108</c:v>
                </c:pt>
                <c:pt idx="45712">
                  <c:v>45646.045138888891</c:v>
                </c:pt>
                <c:pt idx="45713">
                  <c:v>45643.481944444437</c:v>
                </c:pt>
                <c:pt idx="45714">
                  <c:v>45635.848611111112</c:v>
                </c:pt>
                <c:pt idx="45715">
                  <c:v>45980.863888888889</c:v>
                </c:pt>
                <c:pt idx="45716">
                  <c:v>45943.131249999999</c:v>
                </c:pt>
                <c:pt idx="45717">
                  <c:v>45938.82916666667</c:v>
                </c:pt>
                <c:pt idx="45718">
                  <c:v>45569.642361111109</c:v>
                </c:pt>
                <c:pt idx="45719">
                  <c:v>45935.367361111108</c:v>
                </c:pt>
                <c:pt idx="45720">
                  <c:v>45351.496527777781</c:v>
                </c:pt>
                <c:pt idx="45721">
                  <c:v>45779.975694444453</c:v>
                </c:pt>
                <c:pt idx="45722">
                  <c:v>45970.671527777777</c:v>
                </c:pt>
                <c:pt idx="45723">
                  <c:v>45841.675000000003</c:v>
                </c:pt>
                <c:pt idx="45724">
                  <c:v>45834.794444444437</c:v>
                </c:pt>
                <c:pt idx="45725">
                  <c:v>45833.929861111108</c:v>
                </c:pt>
                <c:pt idx="45726">
                  <c:v>45829.684027777781</c:v>
                </c:pt>
                <c:pt idx="45727">
                  <c:v>45825.882638888892</c:v>
                </c:pt>
                <c:pt idx="45728">
                  <c:v>45751.768055555563</c:v>
                </c:pt>
                <c:pt idx="45729">
                  <c:v>45691.580555555563</c:v>
                </c:pt>
                <c:pt idx="45730">
                  <c:v>45625.720138888893</c:v>
                </c:pt>
                <c:pt idx="45731">
                  <c:v>45898.696527777778</c:v>
                </c:pt>
                <c:pt idx="45732">
                  <c:v>45937.923611111109</c:v>
                </c:pt>
                <c:pt idx="45733">
                  <c:v>45869.911111111112</c:v>
                </c:pt>
                <c:pt idx="45734">
                  <c:v>45758.490277777782</c:v>
                </c:pt>
                <c:pt idx="45735">
                  <c:v>46007.793055555558</c:v>
                </c:pt>
                <c:pt idx="45736">
                  <c:v>46006.658333333333</c:v>
                </c:pt>
                <c:pt idx="45737">
                  <c:v>45993.786111111112</c:v>
                </c:pt>
                <c:pt idx="45738">
                  <c:v>45495.495833333327</c:v>
                </c:pt>
                <c:pt idx="45739">
                  <c:v>45411.549305555563</c:v>
                </c:pt>
                <c:pt idx="45740">
                  <c:v>45754.615277777782</c:v>
                </c:pt>
                <c:pt idx="45741">
                  <c:v>45664.601388888892</c:v>
                </c:pt>
                <c:pt idx="45742">
                  <c:v>45957.527777777781</c:v>
                </c:pt>
                <c:pt idx="45743">
                  <c:v>45345.07708333333</c:v>
                </c:pt>
                <c:pt idx="45744">
                  <c:v>45449.467361111107</c:v>
                </c:pt>
                <c:pt idx="45745">
                  <c:v>45593.724999999999</c:v>
                </c:pt>
                <c:pt idx="45746">
                  <c:v>45866.849305555559</c:v>
                </c:pt>
                <c:pt idx="45747">
                  <c:v>45912.068055555559</c:v>
                </c:pt>
                <c:pt idx="45748">
                  <c:v>45899.417361111111</c:v>
                </c:pt>
                <c:pt idx="45749">
                  <c:v>45307.759722222218</c:v>
                </c:pt>
                <c:pt idx="45750">
                  <c:v>45852.116666666669</c:v>
                </c:pt>
                <c:pt idx="45751">
                  <c:v>45821.536805555559</c:v>
                </c:pt>
                <c:pt idx="45752">
                  <c:v>45799.663888888892</c:v>
                </c:pt>
                <c:pt idx="45753">
                  <c:v>45771.431250000001</c:v>
                </c:pt>
                <c:pt idx="45754">
                  <c:v>45736.984722222223</c:v>
                </c:pt>
                <c:pt idx="45755">
                  <c:v>45658.542361111111</c:v>
                </c:pt>
                <c:pt idx="45756">
                  <c:v>45624.836805555547</c:v>
                </c:pt>
                <c:pt idx="45757">
                  <c:v>45649.470138888893</c:v>
                </c:pt>
                <c:pt idx="45758">
                  <c:v>45649.470138888893</c:v>
                </c:pt>
                <c:pt idx="45759">
                  <c:v>45474.849305555559</c:v>
                </c:pt>
                <c:pt idx="45760">
                  <c:v>45783.472916666673</c:v>
                </c:pt>
                <c:pt idx="45761">
                  <c:v>45425.42083333333</c:v>
                </c:pt>
                <c:pt idx="45762">
                  <c:v>45314.818749999999</c:v>
                </c:pt>
                <c:pt idx="45763">
                  <c:v>45474.849305555559</c:v>
                </c:pt>
                <c:pt idx="45764">
                  <c:v>45819.446527777778</c:v>
                </c:pt>
                <c:pt idx="45765">
                  <c:v>45458.007638888892</c:v>
                </c:pt>
                <c:pt idx="45766">
                  <c:v>45783.472916666673</c:v>
                </c:pt>
                <c:pt idx="45767">
                  <c:v>45666.443749999999</c:v>
                </c:pt>
                <c:pt idx="45768">
                  <c:v>45425.42083333333</c:v>
                </c:pt>
                <c:pt idx="45769">
                  <c:v>45359.711111111108</c:v>
                </c:pt>
                <c:pt idx="45770">
                  <c:v>45458.007638888892</c:v>
                </c:pt>
                <c:pt idx="45771">
                  <c:v>45666.443749999999</c:v>
                </c:pt>
                <c:pt idx="45772">
                  <c:v>45819.446527777778</c:v>
                </c:pt>
                <c:pt idx="45773">
                  <c:v>45749.736805555563</c:v>
                </c:pt>
                <c:pt idx="45774">
                  <c:v>45749.736805555563</c:v>
                </c:pt>
                <c:pt idx="45775">
                  <c:v>45314.818749999999</c:v>
                </c:pt>
                <c:pt idx="45776">
                  <c:v>45359.711111111108</c:v>
                </c:pt>
                <c:pt idx="45777">
                  <c:v>46019.578472222223</c:v>
                </c:pt>
                <c:pt idx="45778">
                  <c:v>45930.814583333333</c:v>
                </c:pt>
                <c:pt idx="45779">
                  <c:v>45746.914583333331</c:v>
                </c:pt>
                <c:pt idx="45780">
                  <c:v>45735.584722222222</c:v>
                </c:pt>
                <c:pt idx="45781">
                  <c:v>45729.74722222222</c:v>
                </c:pt>
                <c:pt idx="45782">
                  <c:v>45711.69027777778</c:v>
                </c:pt>
                <c:pt idx="45783">
                  <c:v>45854.630555555559</c:v>
                </c:pt>
                <c:pt idx="45784">
                  <c:v>45848.474999999999</c:v>
                </c:pt>
                <c:pt idx="45785">
                  <c:v>45607.472916666673</c:v>
                </c:pt>
                <c:pt idx="45786">
                  <c:v>45792.295138888891</c:v>
                </c:pt>
                <c:pt idx="45787">
                  <c:v>45469.329861111109</c:v>
                </c:pt>
                <c:pt idx="45788">
                  <c:v>45762.564583333333</c:v>
                </c:pt>
                <c:pt idx="45789">
                  <c:v>45575.318055555559</c:v>
                </c:pt>
                <c:pt idx="45790">
                  <c:v>45510.327777777777</c:v>
                </c:pt>
                <c:pt idx="45791">
                  <c:v>45365.066666666673</c:v>
                </c:pt>
                <c:pt idx="45792">
                  <c:v>45603.020138888889</c:v>
                </c:pt>
                <c:pt idx="45793">
                  <c:v>45398.407638888893</c:v>
                </c:pt>
                <c:pt idx="45794">
                  <c:v>45329.750694444447</c:v>
                </c:pt>
                <c:pt idx="45795">
                  <c:v>45631.036111111112</c:v>
                </c:pt>
                <c:pt idx="45796">
                  <c:v>45338.174305555563</c:v>
                </c:pt>
                <c:pt idx="45797">
                  <c:v>45720.61041666667</c:v>
                </c:pt>
                <c:pt idx="45798">
                  <c:v>45753.894444444442</c:v>
                </c:pt>
                <c:pt idx="45799">
                  <c:v>45314.025694444441</c:v>
                </c:pt>
                <c:pt idx="45800">
                  <c:v>45664.536111111112</c:v>
                </c:pt>
                <c:pt idx="45801">
                  <c:v>45524.010416666657</c:v>
                </c:pt>
                <c:pt idx="45802">
                  <c:v>45421.929166666669</c:v>
                </c:pt>
                <c:pt idx="45803">
                  <c:v>45547.318055555559</c:v>
                </c:pt>
                <c:pt idx="45804">
                  <c:v>45705.323611111111</c:v>
                </c:pt>
                <c:pt idx="45805">
                  <c:v>45813.32916666667</c:v>
                </c:pt>
                <c:pt idx="45806">
                  <c:v>45888.467361111107</c:v>
                </c:pt>
                <c:pt idx="45807">
                  <c:v>45520.486111111109</c:v>
                </c:pt>
                <c:pt idx="45808">
                  <c:v>45583.493750000001</c:v>
                </c:pt>
                <c:pt idx="45809">
                  <c:v>45838.477083333331</c:v>
                </c:pt>
                <c:pt idx="45810">
                  <c:v>45748.597916666673</c:v>
                </c:pt>
                <c:pt idx="45811">
                  <c:v>45676.828472222223</c:v>
                </c:pt>
                <c:pt idx="45812">
                  <c:v>45647.515972222223</c:v>
                </c:pt>
                <c:pt idx="45813">
                  <c:v>45918.442361111112</c:v>
                </c:pt>
                <c:pt idx="45814">
                  <c:v>45351.638194444437</c:v>
                </c:pt>
                <c:pt idx="45815">
                  <c:v>45623.814583333333</c:v>
                </c:pt>
                <c:pt idx="45816">
                  <c:v>45856.566666666673</c:v>
                </c:pt>
                <c:pt idx="45817">
                  <c:v>45601.526388888888</c:v>
                </c:pt>
                <c:pt idx="45818">
                  <c:v>45667.427777777782</c:v>
                </c:pt>
                <c:pt idx="45819">
                  <c:v>45799.676388888889</c:v>
                </c:pt>
                <c:pt idx="45820">
                  <c:v>45419.481944444437</c:v>
                </c:pt>
                <c:pt idx="45821">
                  <c:v>45467.396527777782</c:v>
                </c:pt>
                <c:pt idx="45822">
                  <c:v>45945.482638888891</c:v>
                </c:pt>
                <c:pt idx="45823">
                  <c:v>45958.591666666667</c:v>
                </c:pt>
                <c:pt idx="45824">
                  <c:v>45410.881944444453</c:v>
                </c:pt>
                <c:pt idx="45825">
                  <c:v>45782.843055555553</c:v>
                </c:pt>
                <c:pt idx="45826">
                  <c:v>45765.777777777781</c:v>
                </c:pt>
                <c:pt idx="45827">
                  <c:v>45746.381944444453</c:v>
                </c:pt>
                <c:pt idx="45828">
                  <c:v>45731.785416666673</c:v>
                </c:pt>
                <c:pt idx="45829">
                  <c:v>45715.84652777778</c:v>
                </c:pt>
                <c:pt idx="45830">
                  <c:v>45701.984722222223</c:v>
                </c:pt>
                <c:pt idx="45831">
                  <c:v>45666.538194444453</c:v>
                </c:pt>
                <c:pt idx="45832">
                  <c:v>45837.547222222223</c:v>
                </c:pt>
                <c:pt idx="45833">
                  <c:v>45961.0625</c:v>
                </c:pt>
                <c:pt idx="45834">
                  <c:v>45917.787499999999</c:v>
                </c:pt>
                <c:pt idx="45835">
                  <c:v>46001.448611111111</c:v>
                </c:pt>
                <c:pt idx="45836">
                  <c:v>45901.506249999999</c:v>
                </c:pt>
                <c:pt idx="45837">
                  <c:v>45806.498611111107</c:v>
                </c:pt>
                <c:pt idx="45838">
                  <c:v>45628.62777777778</c:v>
                </c:pt>
                <c:pt idx="45839">
                  <c:v>45683.581250000003</c:v>
                </c:pt>
                <c:pt idx="45840">
                  <c:v>45749.965277777781</c:v>
                </c:pt>
                <c:pt idx="45841">
                  <c:v>45695.366666666669</c:v>
                </c:pt>
                <c:pt idx="45842">
                  <c:v>45782.411805555559</c:v>
                </c:pt>
                <c:pt idx="45843">
                  <c:v>45649.455555555563</c:v>
                </c:pt>
                <c:pt idx="45844">
                  <c:v>45848.304166666669</c:v>
                </c:pt>
                <c:pt idx="45845">
                  <c:v>45614.464583333327</c:v>
                </c:pt>
                <c:pt idx="45846">
                  <c:v>45797.310416666667</c:v>
                </c:pt>
                <c:pt idx="45847">
                  <c:v>45777.40902777778</c:v>
                </c:pt>
                <c:pt idx="45848">
                  <c:v>45766.655555555553</c:v>
                </c:pt>
                <c:pt idx="45849">
                  <c:v>45790.085416666669</c:v>
                </c:pt>
                <c:pt idx="45850">
                  <c:v>45815.715277777781</c:v>
                </c:pt>
                <c:pt idx="45851">
                  <c:v>45775.502083333333</c:v>
                </c:pt>
                <c:pt idx="45852">
                  <c:v>45461.4375</c:v>
                </c:pt>
                <c:pt idx="45853">
                  <c:v>45302.06527777778</c:v>
                </c:pt>
                <c:pt idx="45854">
                  <c:v>45400.00277777778</c:v>
                </c:pt>
                <c:pt idx="45855">
                  <c:v>45526.010416666657</c:v>
                </c:pt>
                <c:pt idx="45856">
                  <c:v>45609.751388888893</c:v>
                </c:pt>
                <c:pt idx="45857">
                  <c:v>45372.008333333331</c:v>
                </c:pt>
                <c:pt idx="45858">
                  <c:v>45838.680555555547</c:v>
                </c:pt>
                <c:pt idx="45859">
                  <c:v>45428.004166666673</c:v>
                </c:pt>
                <c:pt idx="45860">
                  <c:v>45597.428472222222</c:v>
                </c:pt>
                <c:pt idx="45861">
                  <c:v>45512.008333333331</c:v>
                </c:pt>
                <c:pt idx="45862">
                  <c:v>45833.759722222218</c:v>
                </c:pt>
                <c:pt idx="45863">
                  <c:v>45386.337500000001</c:v>
                </c:pt>
                <c:pt idx="45864">
                  <c:v>45442.286805555559</c:v>
                </c:pt>
                <c:pt idx="45865">
                  <c:v>45540.021527777782</c:v>
                </c:pt>
                <c:pt idx="45866">
                  <c:v>45344.106944444437</c:v>
                </c:pt>
                <c:pt idx="45867">
                  <c:v>45498.201388888891</c:v>
                </c:pt>
                <c:pt idx="45868">
                  <c:v>45330.003472222219</c:v>
                </c:pt>
                <c:pt idx="45869">
                  <c:v>45414.005555555559</c:v>
                </c:pt>
                <c:pt idx="45870">
                  <c:v>45554.076388888891</c:v>
                </c:pt>
                <c:pt idx="45871">
                  <c:v>45358.006944444453</c:v>
                </c:pt>
                <c:pt idx="45872">
                  <c:v>45910.970833333333</c:v>
                </c:pt>
                <c:pt idx="45873">
                  <c:v>45762.932638888888</c:v>
                </c:pt>
                <c:pt idx="45874">
                  <c:v>45975.465277777781</c:v>
                </c:pt>
                <c:pt idx="45875">
                  <c:v>45586.709027777782</c:v>
                </c:pt>
                <c:pt idx="45876">
                  <c:v>45694.833333333343</c:v>
                </c:pt>
                <c:pt idx="45877">
                  <c:v>45771.988194444442</c:v>
                </c:pt>
                <c:pt idx="45878">
                  <c:v>45629.725694444453</c:v>
                </c:pt>
                <c:pt idx="45879">
                  <c:v>45721.730555555558</c:v>
                </c:pt>
                <c:pt idx="45880">
                  <c:v>46013.023611111108</c:v>
                </c:pt>
                <c:pt idx="45881">
                  <c:v>45652.815972222219</c:v>
                </c:pt>
                <c:pt idx="45882">
                  <c:v>45889.436805555553</c:v>
                </c:pt>
                <c:pt idx="45883">
                  <c:v>45631.806944444441</c:v>
                </c:pt>
                <c:pt idx="45884">
                  <c:v>45933.886805555558</c:v>
                </c:pt>
                <c:pt idx="45885">
                  <c:v>45568.543749999997</c:v>
                </c:pt>
                <c:pt idx="45886">
                  <c:v>45848.479861111111</c:v>
                </c:pt>
                <c:pt idx="45887">
                  <c:v>45670.967361111107</c:v>
                </c:pt>
                <c:pt idx="45888">
                  <c:v>45883.48541666667</c:v>
                </c:pt>
                <c:pt idx="45889">
                  <c:v>45819.915277777778</c:v>
                </c:pt>
                <c:pt idx="45890">
                  <c:v>45943.873611111107</c:v>
                </c:pt>
                <c:pt idx="45891">
                  <c:v>45899.395138888889</c:v>
                </c:pt>
                <c:pt idx="45892">
                  <c:v>45899.779166666667</c:v>
                </c:pt>
                <c:pt idx="45893">
                  <c:v>45807.398611111108</c:v>
                </c:pt>
                <c:pt idx="45894">
                  <c:v>45796.418055555558</c:v>
                </c:pt>
                <c:pt idx="45895">
                  <c:v>45795.711805555547</c:v>
                </c:pt>
                <c:pt idx="45896">
                  <c:v>45626.904166666667</c:v>
                </c:pt>
                <c:pt idx="45897">
                  <c:v>45858.595833333333</c:v>
                </c:pt>
                <c:pt idx="45898">
                  <c:v>45442.543055555558</c:v>
                </c:pt>
                <c:pt idx="45899">
                  <c:v>45494.501388888893</c:v>
                </c:pt>
                <c:pt idx="45900">
                  <c:v>45998.584722222222</c:v>
                </c:pt>
                <c:pt idx="45901">
                  <c:v>45751.393750000003</c:v>
                </c:pt>
                <c:pt idx="45902">
                  <c:v>45577.57708333333</c:v>
                </c:pt>
                <c:pt idx="45903">
                  <c:v>45358.552083333343</c:v>
                </c:pt>
                <c:pt idx="45904">
                  <c:v>45628.574305555558</c:v>
                </c:pt>
                <c:pt idx="45905">
                  <c:v>45316.491666666669</c:v>
                </c:pt>
                <c:pt idx="45906">
                  <c:v>45531.828472222223</c:v>
                </c:pt>
                <c:pt idx="45907">
                  <c:v>45675.438888888893</c:v>
                </c:pt>
                <c:pt idx="45908">
                  <c:v>45939.57708333333</c:v>
                </c:pt>
                <c:pt idx="45909">
                  <c:v>45401.847222222219</c:v>
                </c:pt>
                <c:pt idx="45910">
                  <c:v>45488.55972222222</c:v>
                </c:pt>
                <c:pt idx="45911">
                  <c:v>45900.197916666657</c:v>
                </c:pt>
                <c:pt idx="45912">
                  <c:v>45713.976388888892</c:v>
                </c:pt>
                <c:pt idx="45913">
                  <c:v>45604.861805555563</c:v>
                </c:pt>
                <c:pt idx="45914">
                  <c:v>45658.572222222218</c:v>
                </c:pt>
                <c:pt idx="45915">
                  <c:v>45651.803472222222</c:v>
                </c:pt>
                <c:pt idx="45916">
                  <c:v>45922.668749999997</c:v>
                </c:pt>
                <c:pt idx="45917">
                  <c:v>46002.614583333343</c:v>
                </c:pt>
                <c:pt idx="45918">
                  <c:v>45861.880555555559</c:v>
                </c:pt>
                <c:pt idx="45919">
                  <c:v>45895.6</c:v>
                </c:pt>
                <c:pt idx="45920">
                  <c:v>45847.599305555559</c:v>
                </c:pt>
                <c:pt idx="45921">
                  <c:v>45442.509027777778</c:v>
                </c:pt>
                <c:pt idx="45922">
                  <c:v>45383.768750000003</c:v>
                </c:pt>
                <c:pt idx="45923">
                  <c:v>45336.470138888893</c:v>
                </c:pt>
                <c:pt idx="45924">
                  <c:v>45903.38958333333</c:v>
                </c:pt>
                <c:pt idx="45925">
                  <c:v>45631.893750000003</c:v>
                </c:pt>
                <c:pt idx="45926">
                  <c:v>45789.297222222223</c:v>
                </c:pt>
                <c:pt idx="45927">
                  <c:v>45999.46875</c:v>
                </c:pt>
                <c:pt idx="45928">
                  <c:v>45497.323611111111</c:v>
                </c:pt>
                <c:pt idx="45929">
                  <c:v>45740.378472222219</c:v>
                </c:pt>
                <c:pt idx="45930">
                  <c:v>45841.710416666669</c:v>
                </c:pt>
                <c:pt idx="45931">
                  <c:v>45685.786111111112</c:v>
                </c:pt>
                <c:pt idx="45932">
                  <c:v>45566.352083333331</c:v>
                </c:pt>
                <c:pt idx="45933">
                  <c:v>45659.524305555547</c:v>
                </c:pt>
                <c:pt idx="45934">
                  <c:v>45957.65</c:v>
                </c:pt>
                <c:pt idx="45935">
                  <c:v>46018.027777777781</c:v>
                </c:pt>
                <c:pt idx="45936">
                  <c:v>45917.935416666667</c:v>
                </c:pt>
                <c:pt idx="45937">
                  <c:v>45662.541666666657</c:v>
                </c:pt>
                <c:pt idx="45938">
                  <c:v>45826.617361111108</c:v>
                </c:pt>
                <c:pt idx="45939">
                  <c:v>45594.630555555559</c:v>
                </c:pt>
                <c:pt idx="45940">
                  <c:v>45777.589583333327</c:v>
                </c:pt>
                <c:pt idx="45941">
                  <c:v>45961.498611111107</c:v>
                </c:pt>
                <c:pt idx="45942">
                  <c:v>45660.811111111107</c:v>
                </c:pt>
                <c:pt idx="45943">
                  <c:v>46021.552083333343</c:v>
                </c:pt>
                <c:pt idx="45944">
                  <c:v>45951.551388888889</c:v>
                </c:pt>
                <c:pt idx="45945">
                  <c:v>45915.748611111107</c:v>
                </c:pt>
                <c:pt idx="45946">
                  <c:v>45836.748611111107</c:v>
                </c:pt>
                <c:pt idx="45947">
                  <c:v>45670.436111111107</c:v>
                </c:pt>
                <c:pt idx="45948">
                  <c:v>45635.915972222218</c:v>
                </c:pt>
                <c:pt idx="45949">
                  <c:v>45743.40347222222</c:v>
                </c:pt>
                <c:pt idx="45950">
                  <c:v>45893.776388888888</c:v>
                </c:pt>
                <c:pt idx="45951">
                  <c:v>45915.449305555558</c:v>
                </c:pt>
                <c:pt idx="45952">
                  <c:v>45609.914583333331</c:v>
                </c:pt>
                <c:pt idx="45953">
                  <c:v>45705.738194444442</c:v>
                </c:pt>
                <c:pt idx="45954">
                  <c:v>45564.458333333343</c:v>
                </c:pt>
                <c:pt idx="45955">
                  <c:v>45544.90347222222</c:v>
                </c:pt>
                <c:pt idx="45956">
                  <c:v>45540.507638888892</c:v>
                </c:pt>
                <c:pt idx="45957">
                  <c:v>45989.400694444441</c:v>
                </c:pt>
                <c:pt idx="45958">
                  <c:v>45960.316666666673</c:v>
                </c:pt>
                <c:pt idx="45959">
                  <c:v>45813.530555555553</c:v>
                </c:pt>
                <c:pt idx="45960">
                  <c:v>45593.65</c:v>
                </c:pt>
                <c:pt idx="45961">
                  <c:v>45771.607638888891</c:v>
                </c:pt>
                <c:pt idx="45962">
                  <c:v>45683.583333333343</c:v>
                </c:pt>
                <c:pt idx="45963">
                  <c:v>45827.307638888888</c:v>
                </c:pt>
                <c:pt idx="45964">
                  <c:v>45696.009722222218</c:v>
                </c:pt>
                <c:pt idx="45965">
                  <c:v>46000.529861111107</c:v>
                </c:pt>
                <c:pt idx="45966">
                  <c:v>45950.479166666657</c:v>
                </c:pt>
                <c:pt idx="45967">
                  <c:v>45950.181944444441</c:v>
                </c:pt>
                <c:pt idx="45968">
                  <c:v>45950.181944444441</c:v>
                </c:pt>
                <c:pt idx="45969">
                  <c:v>45927.779166666667</c:v>
                </c:pt>
                <c:pt idx="45970">
                  <c:v>45817.712500000001</c:v>
                </c:pt>
                <c:pt idx="45971">
                  <c:v>45751.814583333333</c:v>
                </c:pt>
                <c:pt idx="45972">
                  <c:v>45426.499305555553</c:v>
                </c:pt>
                <c:pt idx="45973">
                  <c:v>45934.680555555547</c:v>
                </c:pt>
                <c:pt idx="45974">
                  <c:v>45884.777083333327</c:v>
                </c:pt>
                <c:pt idx="45975">
                  <c:v>45851.921527777777</c:v>
                </c:pt>
                <c:pt idx="45976">
                  <c:v>45978.220138888893</c:v>
                </c:pt>
                <c:pt idx="45977">
                  <c:v>46019.311111111107</c:v>
                </c:pt>
                <c:pt idx="45978">
                  <c:v>45574.652083333327</c:v>
                </c:pt>
                <c:pt idx="45979">
                  <c:v>45764.253472222219</c:v>
                </c:pt>
                <c:pt idx="45980">
                  <c:v>45931.229861111111</c:v>
                </c:pt>
                <c:pt idx="45981">
                  <c:v>45848.57708333333</c:v>
                </c:pt>
                <c:pt idx="45982">
                  <c:v>45891.397916666669</c:v>
                </c:pt>
                <c:pt idx="45983">
                  <c:v>45798.604861111111</c:v>
                </c:pt>
                <c:pt idx="45984">
                  <c:v>45653.355555555558</c:v>
                </c:pt>
                <c:pt idx="45985">
                  <c:v>45691.394444444442</c:v>
                </c:pt>
                <c:pt idx="45986">
                  <c:v>45600.275694444441</c:v>
                </c:pt>
                <c:pt idx="45987">
                  <c:v>45620.313194444447</c:v>
                </c:pt>
                <c:pt idx="45988">
                  <c:v>45836.351388888892</c:v>
                </c:pt>
                <c:pt idx="45989">
                  <c:v>45806.100694444453</c:v>
                </c:pt>
                <c:pt idx="45990">
                  <c:v>45803.604166666657</c:v>
                </c:pt>
                <c:pt idx="45991">
                  <c:v>45746.743750000001</c:v>
                </c:pt>
                <c:pt idx="45992">
                  <c:v>45733.042361111111</c:v>
                </c:pt>
                <c:pt idx="45993">
                  <c:v>45752.897916666669</c:v>
                </c:pt>
                <c:pt idx="45994">
                  <c:v>45733.042361111111</c:v>
                </c:pt>
                <c:pt idx="45995">
                  <c:v>45752.897916666669</c:v>
                </c:pt>
                <c:pt idx="45996">
                  <c:v>45719.445833333331</c:v>
                </c:pt>
                <c:pt idx="45997">
                  <c:v>45697.89166666667</c:v>
                </c:pt>
                <c:pt idx="45998">
                  <c:v>45987.563194444447</c:v>
                </c:pt>
                <c:pt idx="45999">
                  <c:v>45651.425000000003</c:v>
                </c:pt>
                <c:pt idx="46000">
                  <c:v>45697.925000000003</c:v>
                </c:pt>
                <c:pt idx="46001">
                  <c:v>45903.78125</c:v>
                </c:pt>
                <c:pt idx="46002">
                  <c:v>45774.602777777778</c:v>
                </c:pt>
                <c:pt idx="46003">
                  <c:v>45614.875</c:v>
                </c:pt>
                <c:pt idx="46004">
                  <c:v>45846.861111111109</c:v>
                </c:pt>
                <c:pt idx="46005">
                  <c:v>45952.611111111109</c:v>
                </c:pt>
                <c:pt idx="46006">
                  <c:v>45583.496527777781</c:v>
                </c:pt>
                <c:pt idx="46007">
                  <c:v>45809.975694444453</c:v>
                </c:pt>
                <c:pt idx="46008">
                  <c:v>45983.554166666669</c:v>
                </c:pt>
                <c:pt idx="46009">
                  <c:v>45949.522916666669</c:v>
                </c:pt>
                <c:pt idx="46010">
                  <c:v>45847.754861111112</c:v>
                </c:pt>
                <c:pt idx="46011">
                  <c:v>45780.567361111112</c:v>
                </c:pt>
                <c:pt idx="46012">
                  <c:v>45837.463194444441</c:v>
                </c:pt>
                <c:pt idx="46013">
                  <c:v>45653.602777777778</c:v>
                </c:pt>
                <c:pt idx="46014">
                  <c:v>45729.35</c:v>
                </c:pt>
                <c:pt idx="46015">
                  <c:v>45412.534722222219</c:v>
                </c:pt>
                <c:pt idx="46016">
                  <c:v>45468.598611111112</c:v>
                </c:pt>
                <c:pt idx="46017">
                  <c:v>45803.888194444437</c:v>
                </c:pt>
                <c:pt idx="46018">
                  <c:v>45796.474999999999</c:v>
                </c:pt>
                <c:pt idx="46019">
                  <c:v>45860.60833333333</c:v>
                </c:pt>
                <c:pt idx="46020">
                  <c:v>45860.60833333333</c:v>
                </c:pt>
                <c:pt idx="46021">
                  <c:v>45972.398611111108</c:v>
                </c:pt>
                <c:pt idx="46022">
                  <c:v>45746.636111111111</c:v>
                </c:pt>
                <c:pt idx="46023">
                  <c:v>45794.25277777778</c:v>
                </c:pt>
                <c:pt idx="46024">
                  <c:v>45733.73333333333</c:v>
                </c:pt>
                <c:pt idx="46025">
                  <c:v>45908.720833333333</c:v>
                </c:pt>
                <c:pt idx="46026">
                  <c:v>45810.826388888891</c:v>
                </c:pt>
                <c:pt idx="46027">
                  <c:v>45636.431944444441</c:v>
                </c:pt>
                <c:pt idx="46028">
                  <c:v>45975.731249999997</c:v>
                </c:pt>
                <c:pt idx="46029">
                  <c:v>45602.319444444453</c:v>
                </c:pt>
                <c:pt idx="46030">
                  <c:v>45893.831250000003</c:v>
                </c:pt>
                <c:pt idx="46031">
                  <c:v>45774.697916666657</c:v>
                </c:pt>
                <c:pt idx="46032">
                  <c:v>45935.847916666673</c:v>
                </c:pt>
                <c:pt idx="46033">
                  <c:v>45631.418749999997</c:v>
                </c:pt>
                <c:pt idx="46034">
                  <c:v>45856.445833333331</c:v>
                </c:pt>
                <c:pt idx="46035">
                  <c:v>46010.698611111111</c:v>
                </c:pt>
                <c:pt idx="46036">
                  <c:v>45719.718055555553</c:v>
                </c:pt>
                <c:pt idx="46037">
                  <c:v>45902.552777777782</c:v>
                </c:pt>
                <c:pt idx="46038">
                  <c:v>45795.652777777781</c:v>
                </c:pt>
                <c:pt idx="46039">
                  <c:v>45678.441666666673</c:v>
                </c:pt>
                <c:pt idx="46040">
                  <c:v>45625.90625</c:v>
                </c:pt>
                <c:pt idx="46041">
                  <c:v>45692.896527777782</c:v>
                </c:pt>
                <c:pt idx="46042">
                  <c:v>45325.980555555558</c:v>
                </c:pt>
                <c:pt idx="46043">
                  <c:v>45819.880555555559</c:v>
                </c:pt>
                <c:pt idx="46044">
                  <c:v>45831.417361111111</c:v>
                </c:pt>
                <c:pt idx="46045">
                  <c:v>45445.29791666667</c:v>
                </c:pt>
                <c:pt idx="46046">
                  <c:v>46017.714583333327</c:v>
                </c:pt>
                <c:pt idx="46047">
                  <c:v>46005.904166666667</c:v>
                </c:pt>
                <c:pt idx="46048">
                  <c:v>45992.597916666673</c:v>
                </c:pt>
                <c:pt idx="46049">
                  <c:v>45903.439583333333</c:v>
                </c:pt>
                <c:pt idx="46050">
                  <c:v>45913.558333333327</c:v>
                </c:pt>
                <c:pt idx="46051">
                  <c:v>45720.606249999997</c:v>
                </c:pt>
                <c:pt idx="46052">
                  <c:v>45652.029861111107</c:v>
                </c:pt>
                <c:pt idx="46053">
                  <c:v>45492.631944444453</c:v>
                </c:pt>
                <c:pt idx="46054">
                  <c:v>45818.584722222222</c:v>
                </c:pt>
                <c:pt idx="46055">
                  <c:v>45935.637499999997</c:v>
                </c:pt>
                <c:pt idx="46056">
                  <c:v>45292.972222222219</c:v>
                </c:pt>
                <c:pt idx="46057">
                  <c:v>45501.849305555559</c:v>
                </c:pt>
                <c:pt idx="46058">
                  <c:v>45433.290972222218</c:v>
                </c:pt>
                <c:pt idx="46059">
                  <c:v>45739.787499999999</c:v>
                </c:pt>
                <c:pt idx="46060">
                  <c:v>45712.584027777782</c:v>
                </c:pt>
                <c:pt idx="46061">
                  <c:v>45468.4375</c:v>
                </c:pt>
                <c:pt idx="46062">
                  <c:v>45995.300694444442</c:v>
                </c:pt>
                <c:pt idx="46063">
                  <c:v>45567.413194444453</c:v>
                </c:pt>
                <c:pt idx="46064">
                  <c:v>45349.50277777778</c:v>
                </c:pt>
                <c:pt idx="46065">
                  <c:v>45311.844444444447</c:v>
                </c:pt>
                <c:pt idx="46066">
                  <c:v>45887.49722222222</c:v>
                </c:pt>
                <c:pt idx="46067">
                  <c:v>45344.356944444437</c:v>
                </c:pt>
                <c:pt idx="46068">
                  <c:v>45409.865277777782</c:v>
                </c:pt>
                <c:pt idx="46069">
                  <c:v>45383.428472222222</c:v>
                </c:pt>
                <c:pt idx="46070">
                  <c:v>45992.497916666667</c:v>
                </c:pt>
                <c:pt idx="46071">
                  <c:v>45940.890277777777</c:v>
                </c:pt>
                <c:pt idx="46072">
                  <c:v>45935.770833333343</c:v>
                </c:pt>
                <c:pt idx="46073">
                  <c:v>45932.810416666667</c:v>
                </c:pt>
                <c:pt idx="46074">
                  <c:v>45910.843055555553</c:v>
                </c:pt>
                <c:pt idx="46075">
                  <c:v>45439.400694444441</c:v>
                </c:pt>
                <c:pt idx="46076">
                  <c:v>45823.584027777782</c:v>
                </c:pt>
                <c:pt idx="46077">
                  <c:v>45810.82708333333</c:v>
                </c:pt>
                <c:pt idx="46078">
                  <c:v>45345.79583333333</c:v>
                </c:pt>
                <c:pt idx="46079">
                  <c:v>45916.775694444441</c:v>
                </c:pt>
                <c:pt idx="46080">
                  <c:v>45434.322916666657</c:v>
                </c:pt>
                <c:pt idx="46081">
                  <c:v>45393.290277777778</c:v>
                </c:pt>
                <c:pt idx="46082">
                  <c:v>45316.813888888893</c:v>
                </c:pt>
                <c:pt idx="46083">
                  <c:v>45885.359722222223</c:v>
                </c:pt>
                <c:pt idx="46084">
                  <c:v>45588.842361111107</c:v>
                </c:pt>
                <c:pt idx="46085">
                  <c:v>45989.395833333343</c:v>
                </c:pt>
                <c:pt idx="46086">
                  <c:v>45956.25</c:v>
                </c:pt>
                <c:pt idx="46087">
                  <c:v>45799.536805555559</c:v>
                </c:pt>
                <c:pt idx="46088">
                  <c:v>45776.970138888893</c:v>
                </c:pt>
                <c:pt idx="46089">
                  <c:v>45762.993055555547</c:v>
                </c:pt>
                <c:pt idx="46090">
                  <c:v>45731.819444444453</c:v>
                </c:pt>
                <c:pt idx="46091">
                  <c:v>45740.293749999997</c:v>
                </c:pt>
                <c:pt idx="46092">
                  <c:v>45731.586111111108</c:v>
                </c:pt>
                <c:pt idx="46093">
                  <c:v>45728.785416666673</c:v>
                </c:pt>
                <c:pt idx="46094">
                  <c:v>45728.473611111112</c:v>
                </c:pt>
                <c:pt idx="46095">
                  <c:v>45711.286111111112</c:v>
                </c:pt>
                <c:pt idx="46096">
                  <c:v>45651.054861111108</c:v>
                </c:pt>
                <c:pt idx="46097">
                  <c:v>45569.811805555553</c:v>
                </c:pt>
                <c:pt idx="46098">
                  <c:v>45688.186111111107</c:v>
                </c:pt>
                <c:pt idx="46099">
                  <c:v>45379.290277777778</c:v>
                </c:pt>
                <c:pt idx="46100">
                  <c:v>45413.345833333333</c:v>
                </c:pt>
                <c:pt idx="46101">
                  <c:v>45336.655555555553</c:v>
                </c:pt>
                <c:pt idx="46102">
                  <c:v>45654.797222222223</c:v>
                </c:pt>
                <c:pt idx="46103">
                  <c:v>45536.615277777782</c:v>
                </c:pt>
                <c:pt idx="46104">
                  <c:v>45716.267361111109</c:v>
                </c:pt>
                <c:pt idx="46105">
                  <c:v>45471.318055555559</c:v>
                </c:pt>
                <c:pt idx="46106">
                  <c:v>45505.242361111108</c:v>
                </c:pt>
                <c:pt idx="46107">
                  <c:v>45807.552777777782</c:v>
                </c:pt>
                <c:pt idx="46108">
                  <c:v>45352.841666666667</c:v>
                </c:pt>
                <c:pt idx="46109">
                  <c:v>45359.9375</c:v>
                </c:pt>
                <c:pt idx="46110">
                  <c:v>45294.166666666657</c:v>
                </c:pt>
                <c:pt idx="46111">
                  <c:v>45872.431944444441</c:v>
                </c:pt>
                <c:pt idx="46112">
                  <c:v>45599.472916666673</c:v>
                </c:pt>
                <c:pt idx="46113">
                  <c:v>45699.362500000003</c:v>
                </c:pt>
                <c:pt idx="46114">
                  <c:v>45665.754166666673</c:v>
                </c:pt>
                <c:pt idx="46115">
                  <c:v>45657.29583333333</c:v>
                </c:pt>
                <c:pt idx="46116">
                  <c:v>45853.47152777778</c:v>
                </c:pt>
                <c:pt idx="46117">
                  <c:v>45821.729166666657</c:v>
                </c:pt>
                <c:pt idx="46118">
                  <c:v>45843.486805555563</c:v>
                </c:pt>
                <c:pt idx="46119">
                  <c:v>45809.412499999999</c:v>
                </c:pt>
                <c:pt idx="46120">
                  <c:v>45785.692361111112</c:v>
                </c:pt>
                <c:pt idx="46121">
                  <c:v>45492.584027777782</c:v>
                </c:pt>
                <c:pt idx="46122">
                  <c:v>45651.520833333343</c:v>
                </c:pt>
                <c:pt idx="46123">
                  <c:v>45862.453472222223</c:v>
                </c:pt>
                <c:pt idx="46124">
                  <c:v>45816.696527777778</c:v>
                </c:pt>
                <c:pt idx="46125">
                  <c:v>45775.908333333333</c:v>
                </c:pt>
                <c:pt idx="46126">
                  <c:v>45831.593055555553</c:v>
                </c:pt>
                <c:pt idx="46127">
                  <c:v>45904.847916666673</c:v>
                </c:pt>
                <c:pt idx="46128">
                  <c:v>45806.348611111112</c:v>
                </c:pt>
                <c:pt idx="46129">
                  <c:v>45844.554861111108</c:v>
                </c:pt>
                <c:pt idx="46130">
                  <c:v>45755.759722222218</c:v>
                </c:pt>
                <c:pt idx="46131">
                  <c:v>45798.43472222222</c:v>
                </c:pt>
                <c:pt idx="46132">
                  <c:v>45881.758333333331</c:v>
                </c:pt>
                <c:pt idx="46133">
                  <c:v>45407.401388888888</c:v>
                </c:pt>
                <c:pt idx="46134">
                  <c:v>45847.787499999999</c:v>
                </c:pt>
                <c:pt idx="46135">
                  <c:v>45823.745138888888</c:v>
                </c:pt>
                <c:pt idx="46136">
                  <c:v>45808.509722222218</c:v>
                </c:pt>
                <c:pt idx="46137">
                  <c:v>45708.990972222222</c:v>
                </c:pt>
                <c:pt idx="46138">
                  <c:v>45694.425000000003</c:v>
                </c:pt>
                <c:pt idx="46139">
                  <c:v>45685.921527777777</c:v>
                </c:pt>
                <c:pt idx="46140">
                  <c:v>45952.443749999999</c:v>
                </c:pt>
                <c:pt idx="46141">
                  <c:v>45992.438888888893</c:v>
                </c:pt>
                <c:pt idx="46142">
                  <c:v>45933.895833333343</c:v>
                </c:pt>
                <c:pt idx="46143">
                  <c:v>45403.499305555553</c:v>
                </c:pt>
                <c:pt idx="46144">
                  <c:v>45771.515277777777</c:v>
                </c:pt>
                <c:pt idx="46145">
                  <c:v>45814.412499999999</c:v>
                </c:pt>
                <c:pt idx="46146">
                  <c:v>45735.564583333333</c:v>
                </c:pt>
                <c:pt idx="46147">
                  <c:v>45825.818055555559</c:v>
                </c:pt>
                <c:pt idx="46148">
                  <c:v>45657.665972222218</c:v>
                </c:pt>
                <c:pt idx="46149">
                  <c:v>45696.988888888889</c:v>
                </c:pt>
                <c:pt idx="46150">
                  <c:v>45918.472916666673</c:v>
                </c:pt>
                <c:pt idx="46151">
                  <c:v>45916.581250000003</c:v>
                </c:pt>
                <c:pt idx="46152">
                  <c:v>45738.257638888892</c:v>
                </c:pt>
                <c:pt idx="46153">
                  <c:v>45827.864583333343</c:v>
                </c:pt>
                <c:pt idx="46154">
                  <c:v>45730.722222222219</c:v>
                </c:pt>
                <c:pt idx="46155">
                  <c:v>45811.917361111111</c:v>
                </c:pt>
                <c:pt idx="46156">
                  <c:v>45791.770138888889</c:v>
                </c:pt>
                <c:pt idx="46157">
                  <c:v>46019.448611111111</c:v>
                </c:pt>
                <c:pt idx="46158">
                  <c:v>45881.564583333333</c:v>
                </c:pt>
                <c:pt idx="46159">
                  <c:v>45978.357638888891</c:v>
                </c:pt>
                <c:pt idx="46160">
                  <c:v>45321.314583333333</c:v>
                </c:pt>
                <c:pt idx="46161">
                  <c:v>45834.77847222222</c:v>
                </c:pt>
                <c:pt idx="46162">
                  <c:v>45505.410416666673</c:v>
                </c:pt>
                <c:pt idx="46163">
                  <c:v>45663.456944444442</c:v>
                </c:pt>
                <c:pt idx="46164">
                  <c:v>45895.739583333343</c:v>
                </c:pt>
                <c:pt idx="46165">
                  <c:v>45751.322222222218</c:v>
                </c:pt>
                <c:pt idx="46166">
                  <c:v>45441.449305555558</c:v>
                </c:pt>
                <c:pt idx="46167">
                  <c:v>45588.37777777778</c:v>
                </c:pt>
                <c:pt idx="46168">
                  <c:v>45393.490277777782</c:v>
                </c:pt>
                <c:pt idx="46169">
                  <c:v>45531.436805555553</c:v>
                </c:pt>
                <c:pt idx="46170">
                  <c:v>45821.574305555558</c:v>
                </c:pt>
                <c:pt idx="46171">
                  <c:v>45664.350694444453</c:v>
                </c:pt>
                <c:pt idx="46172">
                  <c:v>46005.468055555553</c:v>
                </c:pt>
                <c:pt idx="46173">
                  <c:v>45935.098611111112</c:v>
                </c:pt>
                <c:pt idx="46174">
                  <c:v>45765.95208333333</c:v>
                </c:pt>
                <c:pt idx="46175">
                  <c:v>45889.95416666667</c:v>
                </c:pt>
                <c:pt idx="46176">
                  <c:v>45749.381249999999</c:v>
                </c:pt>
                <c:pt idx="46177">
                  <c:v>45790.272916666669</c:v>
                </c:pt>
                <c:pt idx="46178">
                  <c:v>45866.727083333331</c:v>
                </c:pt>
                <c:pt idx="46179">
                  <c:v>45987.549305555563</c:v>
                </c:pt>
                <c:pt idx="46180">
                  <c:v>45668.633333333331</c:v>
                </c:pt>
                <c:pt idx="46181">
                  <c:v>45694.354166666657</c:v>
                </c:pt>
                <c:pt idx="46182">
                  <c:v>45824.44027777778</c:v>
                </c:pt>
                <c:pt idx="46183">
                  <c:v>45912.245833333327</c:v>
                </c:pt>
                <c:pt idx="46184">
                  <c:v>45947.701388888891</c:v>
                </c:pt>
                <c:pt idx="46185">
                  <c:v>45713.624305555553</c:v>
                </c:pt>
                <c:pt idx="46186">
                  <c:v>45308.79791666667</c:v>
                </c:pt>
                <c:pt idx="46187">
                  <c:v>45830.018750000003</c:v>
                </c:pt>
                <c:pt idx="46188">
                  <c:v>45398.072222222218</c:v>
                </c:pt>
                <c:pt idx="46189">
                  <c:v>45755.438888888893</c:v>
                </c:pt>
                <c:pt idx="46190">
                  <c:v>45755.438888888893</c:v>
                </c:pt>
                <c:pt idx="46191">
                  <c:v>45398.072222222218</c:v>
                </c:pt>
                <c:pt idx="46192">
                  <c:v>45709.915972222218</c:v>
                </c:pt>
                <c:pt idx="46193">
                  <c:v>45311.32916666667</c:v>
                </c:pt>
                <c:pt idx="46194">
                  <c:v>45396.378472222219</c:v>
                </c:pt>
                <c:pt idx="46195">
                  <c:v>45585.606944444437</c:v>
                </c:pt>
                <c:pt idx="46196">
                  <c:v>45699.65</c:v>
                </c:pt>
                <c:pt idx="46197">
                  <c:v>45315.715277777781</c:v>
                </c:pt>
                <c:pt idx="46198">
                  <c:v>45871.443749999999</c:v>
                </c:pt>
                <c:pt idx="46199">
                  <c:v>45989.504166666673</c:v>
                </c:pt>
                <c:pt idx="46200">
                  <c:v>45660.061111111107</c:v>
                </c:pt>
                <c:pt idx="46201">
                  <c:v>45585.599305555559</c:v>
                </c:pt>
                <c:pt idx="46202">
                  <c:v>45568.768750000003</c:v>
                </c:pt>
                <c:pt idx="46203">
                  <c:v>45960.018055555563</c:v>
                </c:pt>
                <c:pt idx="46204">
                  <c:v>45774.189583333333</c:v>
                </c:pt>
                <c:pt idx="46205">
                  <c:v>46007.444444444453</c:v>
                </c:pt>
                <c:pt idx="46206">
                  <c:v>45621.819444444453</c:v>
                </c:pt>
                <c:pt idx="46207">
                  <c:v>45791.476388888892</c:v>
                </c:pt>
                <c:pt idx="46208">
                  <c:v>45796.453472222223</c:v>
                </c:pt>
                <c:pt idx="46209">
                  <c:v>45777.583333333343</c:v>
                </c:pt>
                <c:pt idx="46210">
                  <c:v>45798.797222222223</c:v>
                </c:pt>
                <c:pt idx="46211">
                  <c:v>45993.224999999999</c:v>
                </c:pt>
                <c:pt idx="46212">
                  <c:v>45896.382638888892</c:v>
                </c:pt>
                <c:pt idx="46213">
                  <c:v>45964.602777777778</c:v>
                </c:pt>
                <c:pt idx="46214">
                  <c:v>45722.449305555558</c:v>
                </c:pt>
                <c:pt idx="46215">
                  <c:v>45944.940972222219</c:v>
                </c:pt>
                <c:pt idx="46216">
                  <c:v>45762.699305555558</c:v>
                </c:pt>
                <c:pt idx="46217">
                  <c:v>45848.254861111112</c:v>
                </c:pt>
                <c:pt idx="46218">
                  <c:v>45827.947222222218</c:v>
                </c:pt>
                <c:pt idx="46219">
                  <c:v>45788.909722222219</c:v>
                </c:pt>
                <c:pt idx="46220">
                  <c:v>45595.450694444437</c:v>
                </c:pt>
                <c:pt idx="46221">
                  <c:v>45742.572222222218</c:v>
                </c:pt>
                <c:pt idx="46222">
                  <c:v>45681.504861111112</c:v>
                </c:pt>
                <c:pt idx="46223">
                  <c:v>45876.479166666657</c:v>
                </c:pt>
                <c:pt idx="46224">
                  <c:v>45614.361805555563</c:v>
                </c:pt>
                <c:pt idx="46225">
                  <c:v>46001.554861111108</c:v>
                </c:pt>
                <c:pt idx="46226">
                  <c:v>45984.956250000003</c:v>
                </c:pt>
                <c:pt idx="46227">
                  <c:v>45700.579861111109</c:v>
                </c:pt>
                <c:pt idx="46228">
                  <c:v>45810.247916666667</c:v>
                </c:pt>
                <c:pt idx="46229">
                  <c:v>45655.384722222218</c:v>
                </c:pt>
                <c:pt idx="46230">
                  <c:v>45633.556250000001</c:v>
                </c:pt>
                <c:pt idx="46231">
                  <c:v>45922.526388888888</c:v>
                </c:pt>
                <c:pt idx="46232">
                  <c:v>45733.692361111112</c:v>
                </c:pt>
                <c:pt idx="46233">
                  <c:v>45652.490972222222</c:v>
                </c:pt>
                <c:pt idx="46234">
                  <c:v>45839.979166666657</c:v>
                </c:pt>
                <c:pt idx="46235">
                  <c:v>45726.188888888893</c:v>
                </c:pt>
                <c:pt idx="46236">
                  <c:v>45675.023611111108</c:v>
                </c:pt>
                <c:pt idx="46237">
                  <c:v>45883.652777777781</c:v>
                </c:pt>
                <c:pt idx="46238">
                  <c:v>45803.783333333333</c:v>
                </c:pt>
                <c:pt idx="46239">
                  <c:v>45970.459722222222</c:v>
                </c:pt>
                <c:pt idx="46240">
                  <c:v>46016.954861111109</c:v>
                </c:pt>
                <c:pt idx="46241">
                  <c:v>45722.393750000003</c:v>
                </c:pt>
                <c:pt idx="46242">
                  <c:v>45902.760416666657</c:v>
                </c:pt>
                <c:pt idx="46243">
                  <c:v>45987.453472222223</c:v>
                </c:pt>
                <c:pt idx="46244">
                  <c:v>46003.438888888893</c:v>
                </c:pt>
                <c:pt idx="46245">
                  <c:v>45774.688194444447</c:v>
                </c:pt>
                <c:pt idx="46246">
                  <c:v>45740.56527777778</c:v>
                </c:pt>
                <c:pt idx="46247">
                  <c:v>45827.470138888893</c:v>
                </c:pt>
                <c:pt idx="46248">
                  <c:v>45876.931250000001</c:v>
                </c:pt>
                <c:pt idx="46249">
                  <c:v>45935.804166666669</c:v>
                </c:pt>
                <c:pt idx="46250">
                  <c:v>45918.451388888891</c:v>
                </c:pt>
                <c:pt idx="46251">
                  <c:v>45842.623611111107</c:v>
                </c:pt>
                <c:pt idx="46252">
                  <c:v>45953.94027777778</c:v>
                </c:pt>
                <c:pt idx="46253">
                  <c:v>45564.587500000001</c:v>
                </c:pt>
                <c:pt idx="46254">
                  <c:v>45740.592361111107</c:v>
                </c:pt>
                <c:pt idx="46255">
                  <c:v>45703.729861111111</c:v>
                </c:pt>
                <c:pt idx="46256">
                  <c:v>45640.80972222222</c:v>
                </c:pt>
                <c:pt idx="46257">
                  <c:v>45531.395833333343</c:v>
                </c:pt>
                <c:pt idx="46258">
                  <c:v>45909.85833333333</c:v>
                </c:pt>
                <c:pt idx="46259">
                  <c:v>45869.84375</c:v>
                </c:pt>
                <c:pt idx="46260">
                  <c:v>45920.669444444437</c:v>
                </c:pt>
                <c:pt idx="46261">
                  <c:v>45821.313194444447</c:v>
                </c:pt>
                <c:pt idx="46262">
                  <c:v>45999.887499999997</c:v>
                </c:pt>
                <c:pt idx="46263">
                  <c:v>45759.838194444441</c:v>
                </c:pt>
                <c:pt idx="46264">
                  <c:v>45862.470833333333</c:v>
                </c:pt>
                <c:pt idx="46265">
                  <c:v>45681.012499999997</c:v>
                </c:pt>
                <c:pt idx="46266">
                  <c:v>45934.662499999999</c:v>
                </c:pt>
                <c:pt idx="46267">
                  <c:v>45961.368750000001</c:v>
                </c:pt>
                <c:pt idx="46268">
                  <c:v>45811.475694444453</c:v>
                </c:pt>
                <c:pt idx="46269">
                  <c:v>45925.284722222219</c:v>
                </c:pt>
                <c:pt idx="46270">
                  <c:v>45753.368055555547</c:v>
                </c:pt>
                <c:pt idx="46271">
                  <c:v>45551.310416666667</c:v>
                </c:pt>
                <c:pt idx="46272">
                  <c:v>45901.45208333333</c:v>
                </c:pt>
                <c:pt idx="46273">
                  <c:v>45867.331944444442</c:v>
                </c:pt>
                <c:pt idx="46274">
                  <c:v>45676.229166666657</c:v>
                </c:pt>
                <c:pt idx="46275">
                  <c:v>45986.438888888893</c:v>
                </c:pt>
                <c:pt idx="46276">
                  <c:v>45744.777777777781</c:v>
                </c:pt>
                <c:pt idx="46277">
                  <c:v>45678.809027777781</c:v>
                </c:pt>
                <c:pt idx="46278">
                  <c:v>45905.591666666667</c:v>
                </c:pt>
                <c:pt idx="46279">
                  <c:v>45930.617361111108</c:v>
                </c:pt>
                <c:pt idx="46280">
                  <c:v>45628.845138888893</c:v>
                </c:pt>
                <c:pt idx="46281">
                  <c:v>45497.834722222222</c:v>
                </c:pt>
                <c:pt idx="46282">
                  <c:v>45467.851388888892</c:v>
                </c:pt>
                <c:pt idx="46283">
                  <c:v>45417.729861111111</c:v>
                </c:pt>
                <c:pt idx="46284">
                  <c:v>45399.329861111109</c:v>
                </c:pt>
                <c:pt idx="46285">
                  <c:v>45346.345833333333</c:v>
                </c:pt>
                <c:pt idx="46286">
                  <c:v>45363.8125</c:v>
                </c:pt>
                <c:pt idx="46287">
                  <c:v>45326.751388888893</c:v>
                </c:pt>
                <c:pt idx="46288">
                  <c:v>45432.843055555553</c:v>
                </c:pt>
                <c:pt idx="46289">
                  <c:v>45450.796527777777</c:v>
                </c:pt>
                <c:pt idx="46290">
                  <c:v>45308.82916666667</c:v>
                </c:pt>
                <c:pt idx="46291">
                  <c:v>45529.720833333333</c:v>
                </c:pt>
                <c:pt idx="46292">
                  <c:v>45380.493750000001</c:v>
                </c:pt>
                <c:pt idx="46293">
                  <c:v>45588.375</c:v>
                </c:pt>
                <c:pt idx="46294">
                  <c:v>45550.374305555553</c:v>
                </c:pt>
                <c:pt idx="46295">
                  <c:v>45926.660416666673</c:v>
                </c:pt>
                <c:pt idx="46296">
                  <c:v>45907.863194444442</c:v>
                </c:pt>
                <c:pt idx="46297">
                  <c:v>45814.732638888891</c:v>
                </c:pt>
                <c:pt idx="46298">
                  <c:v>45810.220138888893</c:v>
                </c:pt>
                <c:pt idx="46299">
                  <c:v>45787.853472222218</c:v>
                </c:pt>
                <c:pt idx="46300">
                  <c:v>45736.488888888889</c:v>
                </c:pt>
                <c:pt idx="46301">
                  <c:v>45719.385416666657</c:v>
                </c:pt>
                <c:pt idx="46302">
                  <c:v>45674.117361111108</c:v>
                </c:pt>
                <c:pt idx="46303">
                  <c:v>45851.543749999997</c:v>
                </c:pt>
                <c:pt idx="46304">
                  <c:v>45920.862500000003</c:v>
                </c:pt>
                <c:pt idx="46305">
                  <c:v>45880.493055555547</c:v>
                </c:pt>
                <c:pt idx="46306">
                  <c:v>45649.253472222219</c:v>
                </c:pt>
                <c:pt idx="46307">
                  <c:v>45629.286111111112</c:v>
                </c:pt>
                <c:pt idx="46308">
                  <c:v>45824.314583333333</c:v>
                </c:pt>
                <c:pt idx="46309">
                  <c:v>45678.418055555558</c:v>
                </c:pt>
                <c:pt idx="46310">
                  <c:v>45958.288888888892</c:v>
                </c:pt>
                <c:pt idx="46311">
                  <c:v>45916.252083333333</c:v>
                </c:pt>
                <c:pt idx="46312">
                  <c:v>45744.316666666673</c:v>
                </c:pt>
                <c:pt idx="46313">
                  <c:v>45923.308333333327</c:v>
                </c:pt>
                <c:pt idx="46314">
                  <c:v>45769.740277777782</c:v>
                </c:pt>
                <c:pt idx="46315">
                  <c:v>45796.838888888888</c:v>
                </c:pt>
                <c:pt idx="46316">
                  <c:v>45849.443749999999</c:v>
                </c:pt>
                <c:pt idx="46317">
                  <c:v>46006.290972222218</c:v>
                </c:pt>
                <c:pt idx="46318">
                  <c:v>45940.464583333327</c:v>
                </c:pt>
                <c:pt idx="46319">
                  <c:v>45719.359027777777</c:v>
                </c:pt>
                <c:pt idx="46320">
                  <c:v>45604.300694444442</c:v>
                </c:pt>
                <c:pt idx="46321">
                  <c:v>45798.772222222222</c:v>
                </c:pt>
                <c:pt idx="46322">
                  <c:v>45876.236111111109</c:v>
                </c:pt>
                <c:pt idx="46323">
                  <c:v>45576.243055555547</c:v>
                </c:pt>
                <c:pt idx="46324">
                  <c:v>45982.388888888891</c:v>
                </c:pt>
                <c:pt idx="46325">
                  <c:v>45698.275694444441</c:v>
                </c:pt>
                <c:pt idx="46326">
                  <c:v>45929.461111111108</c:v>
                </c:pt>
                <c:pt idx="46327">
                  <c:v>45787.927083333343</c:v>
                </c:pt>
                <c:pt idx="46328">
                  <c:v>45773.507638888892</c:v>
                </c:pt>
                <c:pt idx="46329">
                  <c:v>45690.802083333343</c:v>
                </c:pt>
                <c:pt idx="46330">
                  <c:v>45660.738194444442</c:v>
                </c:pt>
                <c:pt idx="46331">
                  <c:v>45654.010416666657</c:v>
                </c:pt>
                <c:pt idx="46332">
                  <c:v>45620.65</c:v>
                </c:pt>
                <c:pt idx="46333">
                  <c:v>45622.679166666669</c:v>
                </c:pt>
                <c:pt idx="46334">
                  <c:v>45419.648611111108</c:v>
                </c:pt>
                <c:pt idx="46335">
                  <c:v>45734.009027777778</c:v>
                </c:pt>
                <c:pt idx="46336">
                  <c:v>45726.820138888892</c:v>
                </c:pt>
                <c:pt idx="46337">
                  <c:v>45531.091666666667</c:v>
                </c:pt>
                <c:pt idx="46338">
                  <c:v>45909.431250000001</c:v>
                </c:pt>
                <c:pt idx="46339">
                  <c:v>45818.758333333331</c:v>
                </c:pt>
                <c:pt idx="46340">
                  <c:v>45656.510416666657</c:v>
                </c:pt>
                <c:pt idx="46341">
                  <c:v>45525.357638888891</c:v>
                </c:pt>
                <c:pt idx="46342">
                  <c:v>45592.513888888891</c:v>
                </c:pt>
                <c:pt idx="46343">
                  <c:v>45460.451388888891</c:v>
                </c:pt>
                <c:pt idx="46344">
                  <c:v>45327.406944444447</c:v>
                </c:pt>
                <c:pt idx="46345">
                  <c:v>45391.576388888891</c:v>
                </c:pt>
                <c:pt idx="46346">
                  <c:v>46009.675694444442</c:v>
                </c:pt>
                <c:pt idx="46347">
                  <c:v>45794.038194444453</c:v>
                </c:pt>
                <c:pt idx="46348">
                  <c:v>45677.744444444441</c:v>
                </c:pt>
                <c:pt idx="46349">
                  <c:v>45991.681944444441</c:v>
                </c:pt>
                <c:pt idx="46350">
                  <c:v>45907.423611111109</c:v>
                </c:pt>
                <c:pt idx="46351">
                  <c:v>45882.775694444441</c:v>
                </c:pt>
                <c:pt idx="46352">
                  <c:v>45329.396527777782</c:v>
                </c:pt>
                <c:pt idx="46353">
                  <c:v>45878.6</c:v>
                </c:pt>
                <c:pt idx="46354">
                  <c:v>45377.675694444442</c:v>
                </c:pt>
                <c:pt idx="46355">
                  <c:v>45463.458333333343</c:v>
                </c:pt>
                <c:pt idx="46356">
                  <c:v>45540.45416666667</c:v>
                </c:pt>
                <c:pt idx="46357">
                  <c:v>45797.803472222222</c:v>
                </c:pt>
                <c:pt idx="46358">
                  <c:v>45748.496527777781</c:v>
                </c:pt>
                <c:pt idx="46359">
                  <c:v>45551.627083333333</c:v>
                </c:pt>
                <c:pt idx="46360">
                  <c:v>45497.458333333343</c:v>
                </c:pt>
                <c:pt idx="46361">
                  <c:v>46013.670138888891</c:v>
                </c:pt>
                <c:pt idx="46362">
                  <c:v>45462.320138888892</c:v>
                </c:pt>
                <c:pt idx="46363">
                  <c:v>45925.505555555559</c:v>
                </c:pt>
                <c:pt idx="46364">
                  <c:v>45601.458333333343</c:v>
                </c:pt>
                <c:pt idx="46365">
                  <c:v>45699.498611111107</c:v>
                </c:pt>
                <c:pt idx="46366">
                  <c:v>45648.811805555553</c:v>
                </c:pt>
                <c:pt idx="46367">
                  <c:v>45835.696527777778</c:v>
                </c:pt>
                <c:pt idx="46368">
                  <c:v>45617.45208333333</c:v>
                </c:pt>
                <c:pt idx="46369">
                  <c:v>45786.435416666667</c:v>
                </c:pt>
                <c:pt idx="46370">
                  <c:v>45758.82916666667</c:v>
                </c:pt>
                <c:pt idx="46371">
                  <c:v>45726.752083333333</c:v>
                </c:pt>
                <c:pt idx="46372">
                  <c:v>45707.967361111107</c:v>
                </c:pt>
                <c:pt idx="46373">
                  <c:v>45694.811805555553</c:v>
                </c:pt>
                <c:pt idx="46374">
                  <c:v>45691.526388888888</c:v>
                </c:pt>
                <c:pt idx="46375">
                  <c:v>45685.501388888893</c:v>
                </c:pt>
                <c:pt idx="46376">
                  <c:v>45771.311111111107</c:v>
                </c:pt>
                <c:pt idx="46377">
                  <c:v>45841.836805555547</c:v>
                </c:pt>
                <c:pt idx="46378">
                  <c:v>45922.770138888889</c:v>
                </c:pt>
                <c:pt idx="46379">
                  <c:v>45655.322222222218</c:v>
                </c:pt>
                <c:pt idx="46380">
                  <c:v>46023.577777777777</c:v>
                </c:pt>
                <c:pt idx="46381">
                  <c:v>45940.191666666673</c:v>
                </c:pt>
                <c:pt idx="46382">
                  <c:v>45928.882638888892</c:v>
                </c:pt>
                <c:pt idx="46383">
                  <c:v>45977.779861111107</c:v>
                </c:pt>
                <c:pt idx="46384">
                  <c:v>45866.868055555547</c:v>
                </c:pt>
                <c:pt idx="46385">
                  <c:v>45599.435416666667</c:v>
                </c:pt>
                <c:pt idx="46386">
                  <c:v>45294.484722222223</c:v>
                </c:pt>
                <c:pt idx="46387">
                  <c:v>45705.817361111112</c:v>
                </c:pt>
                <c:pt idx="46388">
                  <c:v>45716.831250000003</c:v>
                </c:pt>
                <c:pt idx="46389">
                  <c:v>45298.75277777778</c:v>
                </c:pt>
                <c:pt idx="46390">
                  <c:v>45299.724999999999</c:v>
                </c:pt>
                <c:pt idx="46391">
                  <c:v>45999.808333333327</c:v>
                </c:pt>
                <c:pt idx="46392">
                  <c:v>45812.904166666667</c:v>
                </c:pt>
                <c:pt idx="46393">
                  <c:v>45809.910416666673</c:v>
                </c:pt>
                <c:pt idx="46394">
                  <c:v>45774.557638888888</c:v>
                </c:pt>
                <c:pt idx="46395">
                  <c:v>45887.518055555563</c:v>
                </c:pt>
                <c:pt idx="46396">
                  <c:v>45408.472222222219</c:v>
                </c:pt>
                <c:pt idx="46397">
                  <c:v>45898.568749999999</c:v>
                </c:pt>
                <c:pt idx="46398">
                  <c:v>45516.574305555558</c:v>
                </c:pt>
                <c:pt idx="46399">
                  <c:v>45894.429166666669</c:v>
                </c:pt>
                <c:pt idx="46400">
                  <c:v>45742.661805555559</c:v>
                </c:pt>
                <c:pt idx="46401">
                  <c:v>45440.801388888889</c:v>
                </c:pt>
                <c:pt idx="46402">
                  <c:v>45403.557638888888</c:v>
                </c:pt>
                <c:pt idx="46403">
                  <c:v>45561.59652777778</c:v>
                </c:pt>
                <c:pt idx="46404">
                  <c:v>45599.738194444442</c:v>
                </c:pt>
                <c:pt idx="46405">
                  <c:v>45352.632638888892</c:v>
                </c:pt>
                <c:pt idx="46406">
                  <c:v>45658.705555555563</c:v>
                </c:pt>
                <c:pt idx="46407">
                  <c:v>45296.134027777778</c:v>
                </c:pt>
                <c:pt idx="46408">
                  <c:v>45392.527777777781</c:v>
                </c:pt>
                <c:pt idx="46409">
                  <c:v>45838.659722222219</c:v>
                </c:pt>
                <c:pt idx="46410">
                  <c:v>45353.794444444437</c:v>
                </c:pt>
                <c:pt idx="46411">
                  <c:v>45333.568055555559</c:v>
                </c:pt>
                <c:pt idx="46412">
                  <c:v>45990.819444444453</c:v>
                </c:pt>
                <c:pt idx="46413">
                  <c:v>45750.955555555563</c:v>
                </c:pt>
                <c:pt idx="46414">
                  <c:v>45723.518750000003</c:v>
                </c:pt>
                <c:pt idx="46415">
                  <c:v>45339.703472222223</c:v>
                </c:pt>
                <c:pt idx="46416">
                  <c:v>45933.51666666667</c:v>
                </c:pt>
                <c:pt idx="46417">
                  <c:v>45883.786111111112</c:v>
                </c:pt>
                <c:pt idx="46418">
                  <c:v>45928.503472222219</c:v>
                </c:pt>
                <c:pt idx="46419">
                  <c:v>45838.974999999999</c:v>
                </c:pt>
                <c:pt idx="46420">
                  <c:v>45905.943055555559</c:v>
                </c:pt>
                <c:pt idx="46421">
                  <c:v>45319.62777777778</c:v>
                </c:pt>
                <c:pt idx="46422">
                  <c:v>45795.771527777782</c:v>
                </c:pt>
                <c:pt idx="46423">
                  <c:v>45777.034722222219</c:v>
                </c:pt>
                <c:pt idx="46424">
                  <c:v>45751.67291666667</c:v>
                </c:pt>
                <c:pt idx="46425">
                  <c:v>45404.737500000003</c:v>
                </c:pt>
                <c:pt idx="46426">
                  <c:v>45614.734027777777</c:v>
                </c:pt>
                <c:pt idx="46427">
                  <c:v>45675.775694444441</c:v>
                </c:pt>
                <c:pt idx="46428">
                  <c:v>45811.397222222222</c:v>
                </c:pt>
                <c:pt idx="46429">
                  <c:v>45926.52847222222</c:v>
                </c:pt>
                <c:pt idx="46430">
                  <c:v>45533.276388888888</c:v>
                </c:pt>
                <c:pt idx="46431">
                  <c:v>45605.520833333343</c:v>
                </c:pt>
                <c:pt idx="46432">
                  <c:v>45485.540972222218</c:v>
                </c:pt>
                <c:pt idx="46433">
                  <c:v>46011.54791666667</c:v>
                </c:pt>
                <c:pt idx="46434">
                  <c:v>45572.324999999997</c:v>
                </c:pt>
                <c:pt idx="46435">
                  <c:v>45512.72152777778</c:v>
                </c:pt>
                <c:pt idx="46436">
                  <c:v>45747.554861111108</c:v>
                </c:pt>
                <c:pt idx="46437">
                  <c:v>45484.240277777782</c:v>
                </c:pt>
                <c:pt idx="46438">
                  <c:v>45778.220833333333</c:v>
                </c:pt>
                <c:pt idx="46439">
                  <c:v>45316.520833333343</c:v>
                </c:pt>
                <c:pt idx="46440">
                  <c:v>45924.213194444441</c:v>
                </c:pt>
                <c:pt idx="46441">
                  <c:v>45714.575694444437</c:v>
                </c:pt>
                <c:pt idx="46442">
                  <c:v>45403.305555555547</c:v>
                </c:pt>
                <c:pt idx="46443">
                  <c:v>45882.588194444441</c:v>
                </c:pt>
                <c:pt idx="46444">
                  <c:v>45352.538194444453</c:v>
                </c:pt>
                <c:pt idx="46445">
                  <c:v>45841.323611111111</c:v>
                </c:pt>
                <c:pt idx="46446">
                  <c:v>45571.686111111107</c:v>
                </c:pt>
                <c:pt idx="46447">
                  <c:v>45833.654861111107</c:v>
                </c:pt>
                <c:pt idx="46448">
                  <c:v>45789.857638888891</c:v>
                </c:pt>
                <c:pt idx="46449">
                  <c:v>45783.25277777778</c:v>
                </c:pt>
                <c:pt idx="46450">
                  <c:v>45719.849305555559</c:v>
                </c:pt>
                <c:pt idx="46451">
                  <c:v>45714.82916666667</c:v>
                </c:pt>
                <c:pt idx="46452">
                  <c:v>45382.370138888888</c:v>
                </c:pt>
                <c:pt idx="46453">
                  <c:v>45461.31527777778</c:v>
                </c:pt>
                <c:pt idx="46454">
                  <c:v>45308.255555555559</c:v>
                </c:pt>
                <c:pt idx="46455">
                  <c:v>45422.316666666673</c:v>
                </c:pt>
                <c:pt idx="46456">
                  <c:v>45343.26666666667</c:v>
                </c:pt>
                <c:pt idx="46457">
                  <c:v>46003.838194444441</c:v>
                </c:pt>
                <c:pt idx="46458">
                  <c:v>46001.602777777778</c:v>
                </c:pt>
                <c:pt idx="46459">
                  <c:v>45886.293055555558</c:v>
                </c:pt>
                <c:pt idx="46460">
                  <c:v>45885.664583333331</c:v>
                </c:pt>
                <c:pt idx="46461">
                  <c:v>45878.779861111107</c:v>
                </c:pt>
                <c:pt idx="46462">
                  <c:v>45852.581250000003</c:v>
                </c:pt>
                <c:pt idx="46463">
                  <c:v>45822.43472222222</c:v>
                </c:pt>
                <c:pt idx="46464">
                  <c:v>45483.854166666657</c:v>
                </c:pt>
                <c:pt idx="46465">
                  <c:v>45530.602777777778</c:v>
                </c:pt>
                <c:pt idx="46466">
                  <c:v>45923.963194444441</c:v>
                </c:pt>
                <c:pt idx="46467">
                  <c:v>45462.670138888891</c:v>
                </c:pt>
                <c:pt idx="46468">
                  <c:v>45453.629166666673</c:v>
                </c:pt>
                <c:pt idx="46469">
                  <c:v>45510.431250000001</c:v>
                </c:pt>
                <c:pt idx="46470">
                  <c:v>45586.416666666657</c:v>
                </c:pt>
                <c:pt idx="46471">
                  <c:v>45559.419444444437</c:v>
                </c:pt>
                <c:pt idx="46472">
                  <c:v>45600.762499999997</c:v>
                </c:pt>
                <c:pt idx="46473">
                  <c:v>45460.5625</c:v>
                </c:pt>
                <c:pt idx="46474">
                  <c:v>45499.658333333333</c:v>
                </c:pt>
                <c:pt idx="46475">
                  <c:v>45827.568749999999</c:v>
                </c:pt>
                <c:pt idx="46476">
                  <c:v>45785.851388888892</c:v>
                </c:pt>
                <c:pt idx="46477">
                  <c:v>45760.672222222223</c:v>
                </c:pt>
                <c:pt idx="46478">
                  <c:v>45738.646527777782</c:v>
                </c:pt>
                <c:pt idx="46479">
                  <c:v>45725.902777777781</c:v>
                </c:pt>
                <c:pt idx="46480">
                  <c:v>45719.458333333343</c:v>
                </c:pt>
                <c:pt idx="46481">
                  <c:v>45722.629861111112</c:v>
                </c:pt>
                <c:pt idx="46482">
                  <c:v>45682.681944444441</c:v>
                </c:pt>
                <c:pt idx="46483">
                  <c:v>45657.912499999999</c:v>
                </c:pt>
                <c:pt idx="46484">
                  <c:v>45643.565972222219</c:v>
                </c:pt>
                <c:pt idx="46485">
                  <c:v>45984.617361111108</c:v>
                </c:pt>
                <c:pt idx="46486">
                  <c:v>45909.842361111107</c:v>
                </c:pt>
                <c:pt idx="46487">
                  <c:v>45680.594444444447</c:v>
                </c:pt>
                <c:pt idx="46488">
                  <c:v>45613.545138888891</c:v>
                </c:pt>
                <c:pt idx="46489">
                  <c:v>45739.45416666667</c:v>
                </c:pt>
                <c:pt idx="46490">
                  <c:v>45538.881944444453</c:v>
                </c:pt>
                <c:pt idx="46491">
                  <c:v>45802.87777777778</c:v>
                </c:pt>
                <c:pt idx="46492">
                  <c:v>45547.625</c:v>
                </c:pt>
                <c:pt idx="46493">
                  <c:v>45393.745833333327</c:v>
                </c:pt>
                <c:pt idx="46494">
                  <c:v>45849.661111111112</c:v>
                </c:pt>
                <c:pt idx="46495">
                  <c:v>45615.918055555558</c:v>
                </c:pt>
                <c:pt idx="46496">
                  <c:v>45466.640277777777</c:v>
                </c:pt>
                <c:pt idx="46497">
                  <c:v>45977.911805555559</c:v>
                </c:pt>
                <c:pt idx="46498">
                  <c:v>45776.907638888893</c:v>
                </c:pt>
                <c:pt idx="46499">
                  <c:v>45748.647916666669</c:v>
                </c:pt>
                <c:pt idx="46500">
                  <c:v>45723.717361111107</c:v>
                </c:pt>
                <c:pt idx="46501">
                  <c:v>45705.1</c:v>
                </c:pt>
                <c:pt idx="46502">
                  <c:v>45688.398611111108</c:v>
                </c:pt>
                <c:pt idx="46503">
                  <c:v>45791.658333333333</c:v>
                </c:pt>
                <c:pt idx="46504">
                  <c:v>46006.470833333333</c:v>
                </c:pt>
                <c:pt idx="46505">
                  <c:v>45344.843055555553</c:v>
                </c:pt>
                <c:pt idx="46506">
                  <c:v>45793.859722222223</c:v>
                </c:pt>
                <c:pt idx="46507">
                  <c:v>45441.74722222222</c:v>
                </c:pt>
                <c:pt idx="46508">
                  <c:v>45949.836111111108</c:v>
                </c:pt>
                <c:pt idx="46509">
                  <c:v>45534.701388888891</c:v>
                </c:pt>
                <c:pt idx="46510">
                  <c:v>45662.737500000003</c:v>
                </c:pt>
                <c:pt idx="46511">
                  <c:v>46006.02847222222</c:v>
                </c:pt>
                <c:pt idx="46512">
                  <c:v>45825.548611111109</c:v>
                </c:pt>
                <c:pt idx="46513">
                  <c:v>45783.681944444441</c:v>
                </c:pt>
                <c:pt idx="46514">
                  <c:v>45894.71597222222</c:v>
                </c:pt>
                <c:pt idx="46515">
                  <c:v>45965.473611111112</c:v>
                </c:pt>
                <c:pt idx="46516">
                  <c:v>46014.534722222219</c:v>
                </c:pt>
                <c:pt idx="46517">
                  <c:v>45893.460416666669</c:v>
                </c:pt>
                <c:pt idx="46518">
                  <c:v>45828.648611111108</c:v>
                </c:pt>
                <c:pt idx="46519">
                  <c:v>45925.739583333343</c:v>
                </c:pt>
                <c:pt idx="46520">
                  <c:v>45886.65902777778</c:v>
                </c:pt>
                <c:pt idx="46521">
                  <c:v>45797.78402777778</c:v>
                </c:pt>
                <c:pt idx="46522">
                  <c:v>45960.780555555553</c:v>
                </c:pt>
                <c:pt idx="46523">
                  <c:v>45993.811111111107</c:v>
                </c:pt>
                <c:pt idx="46524">
                  <c:v>45978.284722222219</c:v>
                </c:pt>
                <c:pt idx="46525">
                  <c:v>45739.841666666667</c:v>
                </c:pt>
                <c:pt idx="46526">
                  <c:v>45672.65347222222</c:v>
                </c:pt>
                <c:pt idx="46527">
                  <c:v>45626.584722222222</c:v>
                </c:pt>
                <c:pt idx="46528">
                  <c:v>45829.918749999997</c:v>
                </c:pt>
                <c:pt idx="46529">
                  <c:v>45727.821527777778</c:v>
                </c:pt>
                <c:pt idx="46530">
                  <c:v>45974.269444444442</c:v>
                </c:pt>
                <c:pt idx="46531">
                  <c:v>45404.958333333343</c:v>
                </c:pt>
                <c:pt idx="46532">
                  <c:v>45791.520833333343</c:v>
                </c:pt>
                <c:pt idx="46533">
                  <c:v>45882.67083333333</c:v>
                </c:pt>
                <c:pt idx="46534">
                  <c:v>45722.493750000001</c:v>
                </c:pt>
                <c:pt idx="46535">
                  <c:v>45657.55</c:v>
                </c:pt>
                <c:pt idx="46536">
                  <c:v>45435.574305555558</c:v>
                </c:pt>
                <c:pt idx="46537">
                  <c:v>45362.665972222218</c:v>
                </c:pt>
                <c:pt idx="46538">
                  <c:v>45957.492361111108</c:v>
                </c:pt>
                <c:pt idx="46539">
                  <c:v>45296.372916666667</c:v>
                </c:pt>
                <c:pt idx="46540">
                  <c:v>45465.597916666673</c:v>
                </c:pt>
                <c:pt idx="46541">
                  <c:v>45796.51666666667</c:v>
                </c:pt>
                <c:pt idx="46542">
                  <c:v>45971.978472222218</c:v>
                </c:pt>
                <c:pt idx="46543">
                  <c:v>45971.978472222218</c:v>
                </c:pt>
                <c:pt idx="46544">
                  <c:v>45662.120833333327</c:v>
                </c:pt>
                <c:pt idx="46545">
                  <c:v>45662.120833333327</c:v>
                </c:pt>
                <c:pt idx="46546">
                  <c:v>45911.450694444437</c:v>
                </c:pt>
                <c:pt idx="46547">
                  <c:v>45789.965277777781</c:v>
                </c:pt>
                <c:pt idx="46548">
                  <c:v>45653.874305555553</c:v>
                </c:pt>
                <c:pt idx="46549">
                  <c:v>45906.311805555553</c:v>
                </c:pt>
                <c:pt idx="46550">
                  <c:v>45894.883333333331</c:v>
                </c:pt>
                <c:pt idx="46551">
                  <c:v>45975.994444444441</c:v>
                </c:pt>
                <c:pt idx="46552">
                  <c:v>45803.890277777777</c:v>
                </c:pt>
                <c:pt idx="46553">
                  <c:v>46003.388888888891</c:v>
                </c:pt>
                <c:pt idx="46554">
                  <c:v>45936.111805555563</c:v>
                </c:pt>
                <c:pt idx="46555">
                  <c:v>45919.901388888888</c:v>
                </c:pt>
                <c:pt idx="46556">
                  <c:v>45844.811805555553</c:v>
                </c:pt>
                <c:pt idx="46557">
                  <c:v>45928.989583333343</c:v>
                </c:pt>
                <c:pt idx="46558">
                  <c:v>45976.432638888888</c:v>
                </c:pt>
                <c:pt idx="46559">
                  <c:v>45321.587500000001</c:v>
                </c:pt>
                <c:pt idx="46560">
                  <c:v>45445.79791666667</c:v>
                </c:pt>
                <c:pt idx="46561">
                  <c:v>45723.68472222222</c:v>
                </c:pt>
                <c:pt idx="46562">
                  <c:v>45961.417361111111</c:v>
                </c:pt>
                <c:pt idx="46563">
                  <c:v>45782.642361111109</c:v>
                </c:pt>
                <c:pt idx="46564">
                  <c:v>45687.105555555558</c:v>
                </c:pt>
                <c:pt idx="46565">
                  <c:v>45676.926388888889</c:v>
                </c:pt>
                <c:pt idx="46566">
                  <c:v>45757.884722222218</c:v>
                </c:pt>
                <c:pt idx="46567">
                  <c:v>45711.828472222223</c:v>
                </c:pt>
                <c:pt idx="46568">
                  <c:v>45634.863194444442</c:v>
                </c:pt>
                <c:pt idx="46569">
                  <c:v>45741.509027777778</c:v>
                </c:pt>
                <c:pt idx="46570">
                  <c:v>45406.576388888891</c:v>
                </c:pt>
                <c:pt idx="46571">
                  <c:v>45947.46597222222</c:v>
                </c:pt>
                <c:pt idx="46572">
                  <c:v>45920.772222222222</c:v>
                </c:pt>
                <c:pt idx="46573">
                  <c:v>45937.551388888889</c:v>
                </c:pt>
                <c:pt idx="46574">
                  <c:v>45956.87777777778</c:v>
                </c:pt>
                <c:pt idx="46575">
                  <c:v>45353.53125</c:v>
                </c:pt>
                <c:pt idx="46576">
                  <c:v>45939.943749999999</c:v>
                </c:pt>
                <c:pt idx="46577">
                  <c:v>45898.875694444447</c:v>
                </c:pt>
                <c:pt idx="46578">
                  <c:v>45833.599999999999</c:v>
                </c:pt>
                <c:pt idx="46579">
                  <c:v>45763.018055555563</c:v>
                </c:pt>
                <c:pt idx="46580">
                  <c:v>45434.556250000001</c:v>
                </c:pt>
                <c:pt idx="46581">
                  <c:v>45750.661111111112</c:v>
                </c:pt>
                <c:pt idx="46582">
                  <c:v>45571.37222222222</c:v>
                </c:pt>
                <c:pt idx="46583">
                  <c:v>45817.865972222222</c:v>
                </c:pt>
                <c:pt idx="46584">
                  <c:v>45680.640277777777</c:v>
                </c:pt>
                <c:pt idx="46585">
                  <c:v>45919.740972222222</c:v>
                </c:pt>
                <c:pt idx="46586">
                  <c:v>45881.744444444441</c:v>
                </c:pt>
                <c:pt idx="46587">
                  <c:v>45841.807638888888</c:v>
                </c:pt>
                <c:pt idx="46588">
                  <c:v>45992.866666666669</c:v>
                </c:pt>
                <c:pt idx="46589">
                  <c:v>45482.497916666667</c:v>
                </c:pt>
                <c:pt idx="46590">
                  <c:v>45949.393055555563</c:v>
                </c:pt>
                <c:pt idx="46591">
                  <c:v>45610.371527777781</c:v>
                </c:pt>
                <c:pt idx="46592">
                  <c:v>45971.753472222219</c:v>
                </c:pt>
                <c:pt idx="46593">
                  <c:v>45744.864583333343</c:v>
                </c:pt>
                <c:pt idx="46594">
                  <c:v>45842.15347222222</c:v>
                </c:pt>
                <c:pt idx="46595">
                  <c:v>45706.919444444437</c:v>
                </c:pt>
                <c:pt idx="46596">
                  <c:v>45396.504166666673</c:v>
                </c:pt>
                <c:pt idx="46597">
                  <c:v>45312.426388888889</c:v>
                </c:pt>
                <c:pt idx="46598">
                  <c:v>45699.044444444437</c:v>
                </c:pt>
                <c:pt idx="46599">
                  <c:v>45612.019444444442</c:v>
                </c:pt>
                <c:pt idx="46600">
                  <c:v>45579.263194444437</c:v>
                </c:pt>
                <c:pt idx="46601">
                  <c:v>45550.377083333333</c:v>
                </c:pt>
                <c:pt idx="46602">
                  <c:v>45893.42291666667</c:v>
                </c:pt>
                <c:pt idx="46603">
                  <c:v>45628.522222222222</c:v>
                </c:pt>
                <c:pt idx="46604">
                  <c:v>45628.583333333343</c:v>
                </c:pt>
                <c:pt idx="46605">
                  <c:v>45624.451388888891</c:v>
                </c:pt>
                <c:pt idx="46606">
                  <c:v>45938.145833333343</c:v>
                </c:pt>
                <c:pt idx="46607">
                  <c:v>45670.251388888893</c:v>
                </c:pt>
                <c:pt idx="46608">
                  <c:v>46001.520833333343</c:v>
                </c:pt>
                <c:pt idx="46609">
                  <c:v>45819.53125</c:v>
                </c:pt>
                <c:pt idx="46610">
                  <c:v>45529.341666666667</c:v>
                </c:pt>
                <c:pt idx="46611">
                  <c:v>45573.734722222223</c:v>
                </c:pt>
                <c:pt idx="46612">
                  <c:v>45362.486805555563</c:v>
                </c:pt>
                <c:pt idx="46613">
                  <c:v>45711.854166666657</c:v>
                </c:pt>
                <c:pt idx="46614">
                  <c:v>45730.51458333333</c:v>
                </c:pt>
                <c:pt idx="46615">
                  <c:v>46022.685416666667</c:v>
                </c:pt>
                <c:pt idx="46616">
                  <c:v>45905.696527777778</c:v>
                </c:pt>
                <c:pt idx="46617">
                  <c:v>45898.82916666667</c:v>
                </c:pt>
                <c:pt idx="46618">
                  <c:v>45886.474999999999</c:v>
                </c:pt>
                <c:pt idx="46619">
                  <c:v>45580.295138888891</c:v>
                </c:pt>
                <c:pt idx="46620">
                  <c:v>45305.897222222222</c:v>
                </c:pt>
                <c:pt idx="46621">
                  <c:v>45865.90902777778</c:v>
                </c:pt>
                <c:pt idx="46622">
                  <c:v>45419.90902777778</c:v>
                </c:pt>
                <c:pt idx="46623">
                  <c:v>45386.48541666667</c:v>
                </c:pt>
                <c:pt idx="46624">
                  <c:v>45658.430555555547</c:v>
                </c:pt>
                <c:pt idx="46625">
                  <c:v>45986.294444444437</c:v>
                </c:pt>
                <c:pt idx="46626">
                  <c:v>45501.543055555558</c:v>
                </c:pt>
                <c:pt idx="46627">
                  <c:v>45944.410416666673</c:v>
                </c:pt>
                <c:pt idx="46628">
                  <c:v>45378.90625</c:v>
                </c:pt>
                <c:pt idx="46629">
                  <c:v>45792.377083333333</c:v>
                </c:pt>
                <c:pt idx="46630">
                  <c:v>45728.930555555547</c:v>
                </c:pt>
                <c:pt idx="46631">
                  <c:v>45889.868055555547</c:v>
                </c:pt>
                <c:pt idx="46632">
                  <c:v>45757.680555555547</c:v>
                </c:pt>
                <c:pt idx="46633">
                  <c:v>45756.00277777778</c:v>
                </c:pt>
                <c:pt idx="46634">
                  <c:v>45750.438888888893</c:v>
                </c:pt>
                <c:pt idx="46635">
                  <c:v>45740.51458333333</c:v>
                </c:pt>
                <c:pt idx="46636">
                  <c:v>45427.863194444442</c:v>
                </c:pt>
                <c:pt idx="46637">
                  <c:v>45727.831944444442</c:v>
                </c:pt>
                <c:pt idx="46638">
                  <c:v>45696.651388888888</c:v>
                </c:pt>
                <c:pt idx="46639">
                  <c:v>45661.57916666667</c:v>
                </c:pt>
                <c:pt idx="46640">
                  <c:v>45661.344444444447</c:v>
                </c:pt>
                <c:pt idx="46641">
                  <c:v>45641.463194444441</c:v>
                </c:pt>
                <c:pt idx="46642">
                  <c:v>46005.531944444447</c:v>
                </c:pt>
                <c:pt idx="46643">
                  <c:v>45523.553472222222</c:v>
                </c:pt>
                <c:pt idx="46644">
                  <c:v>45904.527777777781</c:v>
                </c:pt>
                <c:pt idx="46645">
                  <c:v>45706.3</c:v>
                </c:pt>
                <c:pt idx="46646">
                  <c:v>45560.740277777782</c:v>
                </c:pt>
                <c:pt idx="46647">
                  <c:v>45855.387499999997</c:v>
                </c:pt>
                <c:pt idx="46648">
                  <c:v>45390.796527777777</c:v>
                </c:pt>
                <c:pt idx="46649">
                  <c:v>45519.407638888893</c:v>
                </c:pt>
                <c:pt idx="46650">
                  <c:v>45939.542361111111</c:v>
                </c:pt>
                <c:pt idx="46651">
                  <c:v>45766.113888888889</c:v>
                </c:pt>
                <c:pt idx="46652">
                  <c:v>45592.640972222223</c:v>
                </c:pt>
                <c:pt idx="46653">
                  <c:v>45443.373611111107</c:v>
                </c:pt>
                <c:pt idx="46654">
                  <c:v>45672.46875</c:v>
                </c:pt>
                <c:pt idx="46655">
                  <c:v>45994.277083333327</c:v>
                </c:pt>
                <c:pt idx="46656">
                  <c:v>45907.303472222222</c:v>
                </c:pt>
                <c:pt idx="46657">
                  <c:v>45781.818749999999</c:v>
                </c:pt>
                <c:pt idx="46658">
                  <c:v>45768.466666666667</c:v>
                </c:pt>
                <c:pt idx="46659">
                  <c:v>45682.413194444453</c:v>
                </c:pt>
                <c:pt idx="46660">
                  <c:v>45662.6</c:v>
                </c:pt>
                <c:pt idx="46661">
                  <c:v>45839.857638888891</c:v>
                </c:pt>
                <c:pt idx="46662">
                  <c:v>45652.901388888888</c:v>
                </c:pt>
                <c:pt idx="46663">
                  <c:v>45416.647916666669</c:v>
                </c:pt>
                <c:pt idx="46664">
                  <c:v>45742.625694444447</c:v>
                </c:pt>
                <c:pt idx="46665">
                  <c:v>45668.348611111112</c:v>
                </c:pt>
                <c:pt idx="46666">
                  <c:v>45569.84375</c:v>
                </c:pt>
                <c:pt idx="46667">
                  <c:v>45490.487500000003</c:v>
                </c:pt>
                <c:pt idx="46668">
                  <c:v>45322.811111111107</c:v>
                </c:pt>
                <c:pt idx="46669">
                  <c:v>45478.737500000003</c:v>
                </c:pt>
                <c:pt idx="46670">
                  <c:v>45389.30972222222</c:v>
                </c:pt>
                <c:pt idx="46671">
                  <c:v>45721.722916666673</c:v>
                </c:pt>
                <c:pt idx="46672">
                  <c:v>45777.388888888891</c:v>
                </c:pt>
                <c:pt idx="46673">
                  <c:v>45820.935416666667</c:v>
                </c:pt>
                <c:pt idx="46674">
                  <c:v>45618.556250000001</c:v>
                </c:pt>
                <c:pt idx="46675">
                  <c:v>45879.768750000003</c:v>
                </c:pt>
                <c:pt idx="46676">
                  <c:v>45859.64166666667</c:v>
                </c:pt>
                <c:pt idx="46677">
                  <c:v>45730.668055555558</c:v>
                </c:pt>
                <c:pt idx="46678">
                  <c:v>45715.068055555559</c:v>
                </c:pt>
                <c:pt idx="46679">
                  <c:v>45649.45416666667</c:v>
                </c:pt>
                <c:pt idx="46680">
                  <c:v>45637.981249999997</c:v>
                </c:pt>
                <c:pt idx="46681">
                  <c:v>45822.887499999997</c:v>
                </c:pt>
                <c:pt idx="46682">
                  <c:v>45725.736111111109</c:v>
                </c:pt>
                <c:pt idx="46683">
                  <c:v>45616.695833333331</c:v>
                </c:pt>
                <c:pt idx="46684">
                  <c:v>45677.77847222222</c:v>
                </c:pt>
                <c:pt idx="46685">
                  <c:v>45837.574999999997</c:v>
                </c:pt>
                <c:pt idx="46686">
                  <c:v>45777.824999999997</c:v>
                </c:pt>
                <c:pt idx="46687">
                  <c:v>45635.472916666673</c:v>
                </c:pt>
                <c:pt idx="46688">
                  <c:v>45738.738888888889</c:v>
                </c:pt>
                <c:pt idx="46689">
                  <c:v>45993.820833333331</c:v>
                </c:pt>
                <c:pt idx="46690">
                  <c:v>45974.229166666657</c:v>
                </c:pt>
                <c:pt idx="46691">
                  <c:v>45998.820138888892</c:v>
                </c:pt>
                <c:pt idx="46692">
                  <c:v>45835.93472222222</c:v>
                </c:pt>
                <c:pt idx="46693">
                  <c:v>45712.63958333333</c:v>
                </c:pt>
                <c:pt idx="46694">
                  <c:v>45944.915972222218</c:v>
                </c:pt>
                <c:pt idx="46695">
                  <c:v>45485.452777777777</c:v>
                </c:pt>
                <c:pt idx="46696">
                  <c:v>45779.550694444442</c:v>
                </c:pt>
                <c:pt idx="46697">
                  <c:v>45574.78402777778</c:v>
                </c:pt>
                <c:pt idx="46698">
                  <c:v>45716.883333333331</c:v>
                </c:pt>
                <c:pt idx="46699">
                  <c:v>45763.406944444447</c:v>
                </c:pt>
                <c:pt idx="46700">
                  <c:v>45989.740277777782</c:v>
                </c:pt>
                <c:pt idx="46701">
                  <c:v>45483.169444444437</c:v>
                </c:pt>
                <c:pt idx="46702">
                  <c:v>45723.780555555553</c:v>
                </c:pt>
                <c:pt idx="46703">
                  <c:v>45333.261111111111</c:v>
                </c:pt>
                <c:pt idx="46704">
                  <c:v>45961.76666666667</c:v>
                </c:pt>
                <c:pt idx="46705">
                  <c:v>46020.875694444447</c:v>
                </c:pt>
                <c:pt idx="46706">
                  <c:v>45922.917361111111</c:v>
                </c:pt>
                <c:pt idx="46707">
                  <c:v>45918.490972222222</c:v>
                </c:pt>
                <c:pt idx="46708">
                  <c:v>45824.925694444442</c:v>
                </c:pt>
                <c:pt idx="46709">
                  <c:v>45807.50277777778</c:v>
                </c:pt>
                <c:pt idx="46710">
                  <c:v>45842.300694444442</c:v>
                </c:pt>
                <c:pt idx="46711">
                  <c:v>45381.350694444453</c:v>
                </c:pt>
                <c:pt idx="46712">
                  <c:v>45344.802083333343</c:v>
                </c:pt>
                <c:pt idx="46713">
                  <c:v>45727.737500000003</c:v>
                </c:pt>
                <c:pt idx="46714">
                  <c:v>45674.325694444437</c:v>
                </c:pt>
                <c:pt idx="46715">
                  <c:v>45590.245833333327</c:v>
                </c:pt>
                <c:pt idx="46716">
                  <c:v>46010.23541666667</c:v>
                </c:pt>
                <c:pt idx="46717">
                  <c:v>45506.275694444441</c:v>
                </c:pt>
                <c:pt idx="46718">
                  <c:v>45883.96597222222</c:v>
                </c:pt>
                <c:pt idx="46719">
                  <c:v>45912.74722222222</c:v>
                </c:pt>
                <c:pt idx="46720">
                  <c:v>45786.29583333333</c:v>
                </c:pt>
                <c:pt idx="46721">
                  <c:v>45631.886111111111</c:v>
                </c:pt>
                <c:pt idx="46722">
                  <c:v>45421.543055555558</c:v>
                </c:pt>
                <c:pt idx="46723">
                  <c:v>45478.28402777778</c:v>
                </c:pt>
                <c:pt idx="46724">
                  <c:v>45310.253472222219</c:v>
                </c:pt>
                <c:pt idx="46725">
                  <c:v>45954.327777777777</c:v>
                </c:pt>
                <c:pt idx="46726">
                  <c:v>45961.59375</c:v>
                </c:pt>
                <c:pt idx="46727">
                  <c:v>46016.095833333333</c:v>
                </c:pt>
                <c:pt idx="46728">
                  <c:v>45922.793749999997</c:v>
                </c:pt>
                <c:pt idx="46729">
                  <c:v>45917.98541666667</c:v>
                </c:pt>
                <c:pt idx="46730">
                  <c:v>45970.326388888891</c:v>
                </c:pt>
                <c:pt idx="46731">
                  <c:v>45898.275694444441</c:v>
                </c:pt>
                <c:pt idx="46732">
                  <c:v>45847.868750000001</c:v>
                </c:pt>
                <c:pt idx="46733">
                  <c:v>45779.462500000001</c:v>
                </c:pt>
                <c:pt idx="46734">
                  <c:v>45783.586805555547</c:v>
                </c:pt>
                <c:pt idx="46735">
                  <c:v>45915.511111111111</c:v>
                </c:pt>
                <c:pt idx="46736">
                  <c:v>45971.434027777781</c:v>
                </c:pt>
                <c:pt idx="46737">
                  <c:v>45737.731944444437</c:v>
                </c:pt>
                <c:pt idx="46738">
                  <c:v>45698.456944444442</c:v>
                </c:pt>
                <c:pt idx="46739">
                  <c:v>45711.748611111107</c:v>
                </c:pt>
                <c:pt idx="46740">
                  <c:v>45709.89166666667</c:v>
                </c:pt>
                <c:pt idx="46741">
                  <c:v>45834.754861111112</c:v>
                </c:pt>
                <c:pt idx="46742">
                  <c:v>45618.311805555553</c:v>
                </c:pt>
                <c:pt idx="46743">
                  <c:v>45950.390277777777</c:v>
                </c:pt>
                <c:pt idx="46744">
                  <c:v>45760.361111111109</c:v>
                </c:pt>
                <c:pt idx="46745">
                  <c:v>45374.692361111112</c:v>
                </c:pt>
                <c:pt idx="46746">
                  <c:v>45648.509722222218</c:v>
                </c:pt>
                <c:pt idx="46747">
                  <c:v>45591.726388888892</c:v>
                </c:pt>
                <c:pt idx="46748">
                  <c:v>45816.695833333331</c:v>
                </c:pt>
                <c:pt idx="46749">
                  <c:v>45888.489583333343</c:v>
                </c:pt>
                <c:pt idx="46750">
                  <c:v>45916.518750000003</c:v>
                </c:pt>
                <c:pt idx="46751">
                  <c:v>45683.382638888892</c:v>
                </c:pt>
                <c:pt idx="46752">
                  <c:v>45296.417361111111</c:v>
                </c:pt>
                <c:pt idx="46753">
                  <c:v>45546.323611111111</c:v>
                </c:pt>
                <c:pt idx="46754">
                  <c:v>45790.275694444441</c:v>
                </c:pt>
                <c:pt idx="46755">
                  <c:v>45331.493750000001</c:v>
                </c:pt>
                <c:pt idx="46756">
                  <c:v>45718.473611111112</c:v>
                </c:pt>
                <c:pt idx="46757">
                  <c:v>45488.865277777782</c:v>
                </c:pt>
                <c:pt idx="46758">
                  <c:v>45460.256944444453</c:v>
                </c:pt>
                <c:pt idx="46759">
                  <c:v>45518.481944444437</c:v>
                </c:pt>
                <c:pt idx="46760">
                  <c:v>45404.330555555563</c:v>
                </c:pt>
                <c:pt idx="46761">
                  <c:v>45422.817361111112</c:v>
                </c:pt>
                <c:pt idx="46762">
                  <c:v>45852.409722222219</c:v>
                </c:pt>
                <c:pt idx="46763">
                  <c:v>45795.796527777777</c:v>
                </c:pt>
                <c:pt idx="46764">
                  <c:v>45675.556944444441</c:v>
                </c:pt>
                <c:pt idx="46765">
                  <c:v>45580.428472222222</c:v>
                </c:pt>
                <c:pt idx="46766">
                  <c:v>45754.636111111111</c:v>
                </c:pt>
                <c:pt idx="46767">
                  <c:v>45968.447916666657</c:v>
                </c:pt>
                <c:pt idx="46768">
                  <c:v>45807.326388888891</c:v>
                </c:pt>
                <c:pt idx="46769">
                  <c:v>45796.645833333343</c:v>
                </c:pt>
                <c:pt idx="46770">
                  <c:v>45728.522916666669</c:v>
                </c:pt>
                <c:pt idx="46771">
                  <c:v>45869.674305555563</c:v>
                </c:pt>
                <c:pt idx="46772">
                  <c:v>45671.712500000001</c:v>
                </c:pt>
                <c:pt idx="46773">
                  <c:v>45692.347916666673</c:v>
                </c:pt>
                <c:pt idx="46774">
                  <c:v>45671.698611111111</c:v>
                </c:pt>
                <c:pt idx="46775">
                  <c:v>45906.447222222218</c:v>
                </c:pt>
                <c:pt idx="46776">
                  <c:v>45796.268750000003</c:v>
                </c:pt>
                <c:pt idx="46777">
                  <c:v>45976.402777777781</c:v>
                </c:pt>
                <c:pt idx="46778">
                  <c:v>45832.805555555547</c:v>
                </c:pt>
                <c:pt idx="46779">
                  <c:v>46023.429166666669</c:v>
                </c:pt>
                <c:pt idx="46780">
                  <c:v>45726.311805555553</c:v>
                </c:pt>
                <c:pt idx="46781">
                  <c:v>45684.22152777778</c:v>
                </c:pt>
                <c:pt idx="46782">
                  <c:v>46001.061111111107</c:v>
                </c:pt>
                <c:pt idx="46783">
                  <c:v>45740.826388888891</c:v>
                </c:pt>
                <c:pt idx="46784">
                  <c:v>45663.715277777781</c:v>
                </c:pt>
                <c:pt idx="46785">
                  <c:v>45659.770833333343</c:v>
                </c:pt>
                <c:pt idx="46786">
                  <c:v>45903.890277777777</c:v>
                </c:pt>
                <c:pt idx="46787">
                  <c:v>45748.724999999999</c:v>
                </c:pt>
                <c:pt idx="46788">
                  <c:v>45435.539583333331</c:v>
                </c:pt>
                <c:pt idx="46789">
                  <c:v>45506.814583333333</c:v>
                </c:pt>
                <c:pt idx="46790">
                  <c:v>45785.472222222219</c:v>
                </c:pt>
                <c:pt idx="46791">
                  <c:v>45995.441666666673</c:v>
                </c:pt>
                <c:pt idx="46792">
                  <c:v>45867.620833333327</c:v>
                </c:pt>
                <c:pt idx="46793">
                  <c:v>45783.749305555553</c:v>
                </c:pt>
                <c:pt idx="46794">
                  <c:v>45687.15347222222</c:v>
                </c:pt>
                <c:pt idx="46795">
                  <c:v>45716.595138888893</c:v>
                </c:pt>
                <c:pt idx="46796">
                  <c:v>45716.591666666667</c:v>
                </c:pt>
                <c:pt idx="46797">
                  <c:v>45550.365972222222</c:v>
                </c:pt>
                <c:pt idx="46798">
                  <c:v>45773.399305555547</c:v>
                </c:pt>
                <c:pt idx="46799">
                  <c:v>45920.788194444453</c:v>
                </c:pt>
                <c:pt idx="46800">
                  <c:v>45949.638888888891</c:v>
                </c:pt>
                <c:pt idx="46801">
                  <c:v>45763.342361111107</c:v>
                </c:pt>
                <c:pt idx="46802">
                  <c:v>45935.856944444437</c:v>
                </c:pt>
                <c:pt idx="46803">
                  <c:v>45381.502083333333</c:v>
                </c:pt>
                <c:pt idx="46804">
                  <c:v>45513.353472222218</c:v>
                </c:pt>
                <c:pt idx="46805">
                  <c:v>46022.836805555547</c:v>
                </c:pt>
                <c:pt idx="46806">
                  <c:v>45886.363888888889</c:v>
                </c:pt>
                <c:pt idx="46807">
                  <c:v>45956.82708333333</c:v>
                </c:pt>
                <c:pt idx="46808">
                  <c:v>45980.731944444437</c:v>
                </c:pt>
                <c:pt idx="46809">
                  <c:v>45426.736111111109</c:v>
                </c:pt>
                <c:pt idx="46810">
                  <c:v>45418.815972222219</c:v>
                </c:pt>
                <c:pt idx="46811">
                  <c:v>45699.962500000001</c:v>
                </c:pt>
                <c:pt idx="46812">
                  <c:v>45674.613194444442</c:v>
                </c:pt>
                <c:pt idx="46813">
                  <c:v>45615.666666666657</c:v>
                </c:pt>
                <c:pt idx="46814">
                  <c:v>45962.631944444453</c:v>
                </c:pt>
                <c:pt idx="46815">
                  <c:v>45695.550694444442</c:v>
                </c:pt>
                <c:pt idx="46816">
                  <c:v>45775.393055555563</c:v>
                </c:pt>
                <c:pt idx="46817">
                  <c:v>46013.538194444453</c:v>
                </c:pt>
                <c:pt idx="46818">
                  <c:v>45306.404861111107</c:v>
                </c:pt>
                <c:pt idx="46819">
                  <c:v>45560.424305555563</c:v>
                </c:pt>
                <c:pt idx="46820">
                  <c:v>45342.37222222222</c:v>
                </c:pt>
                <c:pt idx="46821">
                  <c:v>45788.953472222223</c:v>
                </c:pt>
                <c:pt idx="46822">
                  <c:v>45686.43472222222</c:v>
                </c:pt>
                <c:pt idx="46823">
                  <c:v>45502.462500000001</c:v>
                </c:pt>
                <c:pt idx="46824">
                  <c:v>45643.031944444447</c:v>
                </c:pt>
                <c:pt idx="46825">
                  <c:v>45441.03125</c:v>
                </c:pt>
                <c:pt idx="46826">
                  <c:v>45595.935416666667</c:v>
                </c:pt>
                <c:pt idx="46827">
                  <c:v>45401.646527777782</c:v>
                </c:pt>
                <c:pt idx="46828">
                  <c:v>45850.588194444441</c:v>
                </c:pt>
                <c:pt idx="46829">
                  <c:v>45855.813194444447</c:v>
                </c:pt>
                <c:pt idx="46830">
                  <c:v>45958.73541666667</c:v>
                </c:pt>
                <c:pt idx="46831">
                  <c:v>45792.695138888892</c:v>
                </c:pt>
                <c:pt idx="46832">
                  <c:v>45724.706250000003</c:v>
                </c:pt>
                <c:pt idx="46833">
                  <c:v>45920.118055555547</c:v>
                </c:pt>
                <c:pt idx="46834">
                  <c:v>45301.561805555553</c:v>
                </c:pt>
                <c:pt idx="46835">
                  <c:v>45515.73541666667</c:v>
                </c:pt>
                <c:pt idx="46836">
                  <c:v>45471.744444444441</c:v>
                </c:pt>
                <c:pt idx="46837">
                  <c:v>45455.755555555559</c:v>
                </c:pt>
                <c:pt idx="46838">
                  <c:v>45489.059027777781</c:v>
                </c:pt>
                <c:pt idx="46839">
                  <c:v>45320.696527777778</c:v>
                </c:pt>
                <c:pt idx="46840">
                  <c:v>45514.393750000003</c:v>
                </c:pt>
                <c:pt idx="46841">
                  <c:v>45548.696527777778</c:v>
                </c:pt>
                <c:pt idx="46842">
                  <c:v>45407.702777777777</c:v>
                </c:pt>
                <c:pt idx="46843">
                  <c:v>45356.463194444441</c:v>
                </c:pt>
                <c:pt idx="46844">
                  <c:v>45431.181944444441</c:v>
                </c:pt>
                <c:pt idx="46845">
                  <c:v>45338.415277777778</c:v>
                </c:pt>
                <c:pt idx="46846">
                  <c:v>45379.46597222222</c:v>
                </c:pt>
                <c:pt idx="46847">
                  <c:v>45746.091666666667</c:v>
                </c:pt>
                <c:pt idx="46848">
                  <c:v>46010.330555555563</c:v>
                </c:pt>
                <c:pt idx="46849">
                  <c:v>45658.692361111112</c:v>
                </c:pt>
                <c:pt idx="46850">
                  <c:v>45849.591666666667</c:v>
                </c:pt>
                <c:pt idx="46851">
                  <c:v>45873.513194444437</c:v>
                </c:pt>
                <c:pt idx="46852">
                  <c:v>45624.413888888892</c:v>
                </c:pt>
                <c:pt idx="46853">
                  <c:v>46010.426388888889</c:v>
                </c:pt>
                <c:pt idx="46854">
                  <c:v>45839.470138888893</c:v>
                </c:pt>
                <c:pt idx="46855">
                  <c:v>45435.409722222219</c:v>
                </c:pt>
                <c:pt idx="46856">
                  <c:v>45719.419444444437</c:v>
                </c:pt>
                <c:pt idx="46857">
                  <c:v>45887.439583333333</c:v>
                </c:pt>
                <c:pt idx="46858">
                  <c:v>45912.558333333327</c:v>
                </c:pt>
                <c:pt idx="46859">
                  <c:v>45538.615972222222</c:v>
                </c:pt>
                <c:pt idx="46860">
                  <c:v>45413.408333333333</c:v>
                </c:pt>
                <c:pt idx="46861">
                  <c:v>45750.384722222218</c:v>
                </c:pt>
                <c:pt idx="46862">
                  <c:v>45855.916666666657</c:v>
                </c:pt>
                <c:pt idx="46863">
                  <c:v>45815.068749999999</c:v>
                </c:pt>
                <c:pt idx="46864">
                  <c:v>45756.884027777778</c:v>
                </c:pt>
                <c:pt idx="46865">
                  <c:v>45736.75</c:v>
                </c:pt>
                <c:pt idx="46866">
                  <c:v>45705.585416666669</c:v>
                </c:pt>
                <c:pt idx="46867">
                  <c:v>45670.508333333331</c:v>
                </c:pt>
                <c:pt idx="46868">
                  <c:v>45629.879861111112</c:v>
                </c:pt>
                <c:pt idx="46869">
                  <c:v>45619.03402777778</c:v>
                </c:pt>
                <c:pt idx="46870">
                  <c:v>45307.709722222222</c:v>
                </c:pt>
                <c:pt idx="46871">
                  <c:v>45471.242361111108</c:v>
                </c:pt>
                <c:pt idx="46872">
                  <c:v>45420.325694444437</c:v>
                </c:pt>
                <c:pt idx="46873">
                  <c:v>45749.013888888891</c:v>
                </c:pt>
                <c:pt idx="46874">
                  <c:v>45768.511805555558</c:v>
                </c:pt>
                <c:pt idx="46875">
                  <c:v>45490.765972222223</c:v>
                </c:pt>
                <c:pt idx="46876">
                  <c:v>45804.974305555559</c:v>
                </c:pt>
                <c:pt idx="46877">
                  <c:v>45400.938194444447</c:v>
                </c:pt>
                <c:pt idx="46878">
                  <c:v>45480.930555555547</c:v>
                </c:pt>
                <c:pt idx="46879">
                  <c:v>45480.742361111108</c:v>
                </c:pt>
                <c:pt idx="46880">
                  <c:v>45413.020833333343</c:v>
                </c:pt>
                <c:pt idx="46881">
                  <c:v>45907.956250000003</c:v>
                </c:pt>
                <c:pt idx="46882">
                  <c:v>45891.692361111112</c:v>
                </c:pt>
                <c:pt idx="46883">
                  <c:v>45808.84375</c:v>
                </c:pt>
                <c:pt idx="46884">
                  <c:v>45980.302083333343</c:v>
                </c:pt>
                <c:pt idx="46885">
                  <c:v>45770.509027777778</c:v>
                </c:pt>
                <c:pt idx="46886">
                  <c:v>45893.615972222222</c:v>
                </c:pt>
                <c:pt idx="46887">
                  <c:v>45856.495138888888</c:v>
                </c:pt>
                <c:pt idx="46888">
                  <c:v>45809.036111111112</c:v>
                </c:pt>
                <c:pt idx="46889">
                  <c:v>45827.513888888891</c:v>
                </c:pt>
                <c:pt idx="46890">
                  <c:v>45936.879166666673</c:v>
                </c:pt>
                <c:pt idx="46891">
                  <c:v>45788.243750000001</c:v>
                </c:pt>
                <c:pt idx="46892">
                  <c:v>45948.745833333327</c:v>
                </c:pt>
                <c:pt idx="46893">
                  <c:v>45888.458333333343</c:v>
                </c:pt>
                <c:pt idx="46894">
                  <c:v>45394.572916666657</c:v>
                </c:pt>
                <c:pt idx="46895">
                  <c:v>45429.48541666667</c:v>
                </c:pt>
                <c:pt idx="46896">
                  <c:v>45512.37222222222</c:v>
                </c:pt>
                <c:pt idx="46897">
                  <c:v>45733.643750000003</c:v>
                </c:pt>
                <c:pt idx="46898">
                  <c:v>45567.439583333333</c:v>
                </c:pt>
                <c:pt idx="46899">
                  <c:v>45628.423611111109</c:v>
                </c:pt>
                <c:pt idx="46900">
                  <c:v>45957.615277777782</c:v>
                </c:pt>
                <c:pt idx="46901">
                  <c:v>45803.589583333327</c:v>
                </c:pt>
                <c:pt idx="46902">
                  <c:v>45974.472222222219</c:v>
                </c:pt>
                <c:pt idx="46903">
                  <c:v>45967.817361111112</c:v>
                </c:pt>
                <c:pt idx="46904">
                  <c:v>45958.669444444437</c:v>
                </c:pt>
                <c:pt idx="46905">
                  <c:v>45922.946527777778</c:v>
                </c:pt>
                <c:pt idx="46906">
                  <c:v>45766.390277777777</c:v>
                </c:pt>
                <c:pt idx="46907">
                  <c:v>46013.668749999997</c:v>
                </c:pt>
                <c:pt idx="46908">
                  <c:v>45823.67291666667</c:v>
                </c:pt>
                <c:pt idx="46909">
                  <c:v>45486.411111111112</c:v>
                </c:pt>
                <c:pt idx="46910">
                  <c:v>45570.128472222219</c:v>
                </c:pt>
                <c:pt idx="46911">
                  <c:v>45885.502083333333</c:v>
                </c:pt>
                <c:pt idx="46912">
                  <c:v>45347.007638888892</c:v>
                </c:pt>
                <c:pt idx="46913">
                  <c:v>45779.303472222222</c:v>
                </c:pt>
                <c:pt idx="46914">
                  <c:v>45529.962500000001</c:v>
                </c:pt>
                <c:pt idx="46915">
                  <c:v>45972.618750000001</c:v>
                </c:pt>
                <c:pt idx="46916">
                  <c:v>45696.456944444442</c:v>
                </c:pt>
                <c:pt idx="46917">
                  <c:v>45936.501388888893</c:v>
                </c:pt>
                <c:pt idx="46918">
                  <c:v>45654.415972222218</c:v>
                </c:pt>
                <c:pt idx="46919">
                  <c:v>45453.529861111107</c:v>
                </c:pt>
                <c:pt idx="46920">
                  <c:v>45385.407638888893</c:v>
                </c:pt>
                <c:pt idx="46921">
                  <c:v>45736.347916666673</c:v>
                </c:pt>
                <c:pt idx="46922">
                  <c:v>45612.102083333331</c:v>
                </c:pt>
                <c:pt idx="46923">
                  <c:v>45409.500694444447</c:v>
                </c:pt>
                <c:pt idx="46924">
                  <c:v>45786.585416666669</c:v>
                </c:pt>
                <c:pt idx="46925">
                  <c:v>45755.814583333333</c:v>
                </c:pt>
                <c:pt idx="46926">
                  <c:v>45661.329861111109</c:v>
                </c:pt>
                <c:pt idx="46927">
                  <c:v>45886.835416666669</c:v>
                </c:pt>
                <c:pt idx="46928">
                  <c:v>45653.518055555563</c:v>
                </c:pt>
                <c:pt idx="46929">
                  <c:v>45574.316666666673</c:v>
                </c:pt>
                <c:pt idx="46930">
                  <c:v>45600.611111111109</c:v>
                </c:pt>
                <c:pt idx="46931">
                  <c:v>45296.421527777777</c:v>
                </c:pt>
                <c:pt idx="46932">
                  <c:v>45393.40902777778</c:v>
                </c:pt>
                <c:pt idx="46933">
                  <c:v>45539.554861111108</c:v>
                </c:pt>
                <c:pt idx="46934">
                  <c:v>45426.879166666673</c:v>
                </c:pt>
                <c:pt idx="46935">
                  <c:v>45810.765277777777</c:v>
                </c:pt>
                <c:pt idx="46936">
                  <c:v>45631.650694444441</c:v>
                </c:pt>
                <c:pt idx="46937">
                  <c:v>45402.821527777778</c:v>
                </c:pt>
                <c:pt idx="46938">
                  <c:v>45358.621527777781</c:v>
                </c:pt>
                <c:pt idx="46939">
                  <c:v>45471.601388888892</c:v>
                </c:pt>
                <c:pt idx="46940">
                  <c:v>45454.615972222222</c:v>
                </c:pt>
                <c:pt idx="46941">
                  <c:v>45505.379861111112</c:v>
                </c:pt>
                <c:pt idx="46942">
                  <c:v>45709.713194444441</c:v>
                </c:pt>
                <c:pt idx="46943">
                  <c:v>45905.191666666673</c:v>
                </c:pt>
                <c:pt idx="46944">
                  <c:v>45889.335416666669</c:v>
                </c:pt>
                <c:pt idx="46945">
                  <c:v>45638.695833333331</c:v>
                </c:pt>
                <c:pt idx="46946">
                  <c:v>45877.848611111112</c:v>
                </c:pt>
                <c:pt idx="46947">
                  <c:v>45777.933333333327</c:v>
                </c:pt>
                <c:pt idx="46948">
                  <c:v>45649.71875</c:v>
                </c:pt>
                <c:pt idx="46949">
                  <c:v>45472.506944444453</c:v>
                </c:pt>
                <c:pt idx="46950">
                  <c:v>45601.738194444442</c:v>
                </c:pt>
                <c:pt idx="46951">
                  <c:v>45622.463888888888</c:v>
                </c:pt>
                <c:pt idx="46952">
                  <c:v>45564.689583333333</c:v>
                </c:pt>
                <c:pt idx="46953">
                  <c:v>45552.576388888891</c:v>
                </c:pt>
                <c:pt idx="46954">
                  <c:v>45325.374305555553</c:v>
                </c:pt>
                <c:pt idx="46955">
                  <c:v>45662.527777777781</c:v>
                </c:pt>
                <c:pt idx="46956">
                  <c:v>45637.732638888891</c:v>
                </c:pt>
                <c:pt idx="46957">
                  <c:v>45629.813194444447</c:v>
                </c:pt>
                <c:pt idx="46958">
                  <c:v>45318.442361111112</c:v>
                </c:pt>
                <c:pt idx="46959">
                  <c:v>45310.669444444437</c:v>
                </c:pt>
                <c:pt idx="46960">
                  <c:v>45348.90902777778</c:v>
                </c:pt>
                <c:pt idx="46961">
                  <c:v>45684.747916666667</c:v>
                </c:pt>
                <c:pt idx="46962">
                  <c:v>45585.427777777782</c:v>
                </c:pt>
                <c:pt idx="46963">
                  <c:v>45670.717361111107</c:v>
                </c:pt>
                <c:pt idx="46964">
                  <c:v>45612.363888888889</c:v>
                </c:pt>
                <c:pt idx="46965">
                  <c:v>45757.481249999997</c:v>
                </c:pt>
                <c:pt idx="46966">
                  <c:v>45930.882638888892</c:v>
                </c:pt>
                <c:pt idx="46967">
                  <c:v>45959.373611111107</c:v>
                </c:pt>
                <c:pt idx="46968">
                  <c:v>45301.90625</c:v>
                </c:pt>
                <c:pt idx="46969">
                  <c:v>45515.833333333343</c:v>
                </c:pt>
                <c:pt idx="46970">
                  <c:v>45881.899305555547</c:v>
                </c:pt>
                <c:pt idx="46971">
                  <c:v>45622.897222222222</c:v>
                </c:pt>
                <c:pt idx="46972">
                  <c:v>45719.902083333327</c:v>
                </c:pt>
                <c:pt idx="46973">
                  <c:v>45835.835416666669</c:v>
                </c:pt>
                <c:pt idx="46974">
                  <c:v>45994.87777777778</c:v>
                </c:pt>
                <c:pt idx="46975">
                  <c:v>45434.913194444453</c:v>
                </c:pt>
                <c:pt idx="46976">
                  <c:v>45775.738194444442</c:v>
                </c:pt>
                <c:pt idx="46977">
                  <c:v>45760.509722222218</c:v>
                </c:pt>
                <c:pt idx="46978">
                  <c:v>45775.738194444442</c:v>
                </c:pt>
                <c:pt idx="46979">
                  <c:v>45760.509722222218</c:v>
                </c:pt>
                <c:pt idx="46980">
                  <c:v>45928.924305555563</c:v>
                </c:pt>
                <c:pt idx="46981">
                  <c:v>45882.60833333333</c:v>
                </c:pt>
                <c:pt idx="46982">
                  <c:v>45763.531944444447</c:v>
                </c:pt>
                <c:pt idx="46983">
                  <c:v>45772.628472222219</c:v>
                </c:pt>
                <c:pt idx="46984">
                  <c:v>45401.709027777782</c:v>
                </c:pt>
                <c:pt idx="46985">
                  <c:v>45401.709027777782</c:v>
                </c:pt>
                <c:pt idx="46986">
                  <c:v>45737.479166666657</c:v>
                </c:pt>
                <c:pt idx="46987">
                  <c:v>45737.479166666657</c:v>
                </c:pt>
                <c:pt idx="46988">
                  <c:v>45702.319444444453</c:v>
                </c:pt>
                <c:pt idx="46989">
                  <c:v>45665.922222222223</c:v>
                </c:pt>
                <c:pt idx="46990">
                  <c:v>45695.503472222219</c:v>
                </c:pt>
                <c:pt idx="46991">
                  <c:v>45604.51666666667</c:v>
                </c:pt>
                <c:pt idx="46992">
                  <c:v>45453.047222222223</c:v>
                </c:pt>
                <c:pt idx="46993">
                  <c:v>45468.570138888892</c:v>
                </c:pt>
                <c:pt idx="46994">
                  <c:v>45738.475694444453</c:v>
                </c:pt>
                <c:pt idx="46995">
                  <c:v>45743.654861111107</c:v>
                </c:pt>
                <c:pt idx="46996">
                  <c:v>45706.743750000001</c:v>
                </c:pt>
                <c:pt idx="46997">
                  <c:v>45372.80972222222</c:v>
                </c:pt>
                <c:pt idx="46998">
                  <c:v>45774.729166666657</c:v>
                </c:pt>
                <c:pt idx="46999">
                  <c:v>45770.744444444441</c:v>
                </c:pt>
                <c:pt idx="47000">
                  <c:v>45936.774305555547</c:v>
                </c:pt>
                <c:pt idx="47001">
                  <c:v>45817.822916666657</c:v>
                </c:pt>
                <c:pt idx="47002">
                  <c:v>45686.770833333343</c:v>
                </c:pt>
                <c:pt idx="47003">
                  <c:v>45990.756944444453</c:v>
                </c:pt>
                <c:pt idx="47004">
                  <c:v>45519.818055555559</c:v>
                </c:pt>
                <c:pt idx="47005">
                  <c:v>45854.825694444437</c:v>
                </c:pt>
                <c:pt idx="47006">
                  <c:v>45960.802083333343</c:v>
                </c:pt>
                <c:pt idx="47007">
                  <c:v>45701.855555555558</c:v>
                </c:pt>
                <c:pt idx="47008">
                  <c:v>45710.331944444442</c:v>
                </c:pt>
                <c:pt idx="47009">
                  <c:v>45625.313194444447</c:v>
                </c:pt>
                <c:pt idx="47010">
                  <c:v>45888.583333333343</c:v>
                </c:pt>
                <c:pt idx="47011">
                  <c:v>45881.777083333327</c:v>
                </c:pt>
                <c:pt idx="47012">
                  <c:v>45987.840277777781</c:v>
                </c:pt>
                <c:pt idx="47013">
                  <c:v>45810.783333333333</c:v>
                </c:pt>
                <c:pt idx="47014">
                  <c:v>45839.790277777778</c:v>
                </c:pt>
                <c:pt idx="47015">
                  <c:v>45794.893750000003</c:v>
                </c:pt>
                <c:pt idx="47016">
                  <c:v>45921.015972222223</c:v>
                </c:pt>
                <c:pt idx="47017">
                  <c:v>45940.47152777778</c:v>
                </c:pt>
                <c:pt idx="47018">
                  <c:v>45873.448611111111</c:v>
                </c:pt>
                <c:pt idx="47019">
                  <c:v>45955.693055555559</c:v>
                </c:pt>
                <c:pt idx="47020">
                  <c:v>45867.679861111108</c:v>
                </c:pt>
                <c:pt idx="47021">
                  <c:v>45915.40902777778</c:v>
                </c:pt>
                <c:pt idx="47022">
                  <c:v>46011.161111111112</c:v>
                </c:pt>
                <c:pt idx="47023">
                  <c:v>45978.810416666667</c:v>
                </c:pt>
                <c:pt idx="47024">
                  <c:v>45839.815972222219</c:v>
                </c:pt>
                <c:pt idx="47025">
                  <c:v>45618.007638888892</c:v>
                </c:pt>
                <c:pt idx="47026">
                  <c:v>45744.581250000003</c:v>
                </c:pt>
                <c:pt idx="47027">
                  <c:v>45943.617361111108</c:v>
                </c:pt>
                <c:pt idx="47028">
                  <c:v>45910.510416666657</c:v>
                </c:pt>
                <c:pt idx="47029">
                  <c:v>45314.302083333343</c:v>
                </c:pt>
                <c:pt idx="47030">
                  <c:v>45987.931944444441</c:v>
                </c:pt>
                <c:pt idx="47031">
                  <c:v>45679.609027777777</c:v>
                </c:pt>
                <c:pt idx="47032">
                  <c:v>45771.745138888888</c:v>
                </c:pt>
                <c:pt idx="47033">
                  <c:v>45661.493750000001</c:v>
                </c:pt>
                <c:pt idx="47034">
                  <c:v>45917.46875</c:v>
                </c:pt>
                <c:pt idx="47035">
                  <c:v>45701.725694444453</c:v>
                </c:pt>
                <c:pt idx="47036">
                  <c:v>45463.380555555559</c:v>
                </c:pt>
                <c:pt idx="47037">
                  <c:v>45816.941666666673</c:v>
                </c:pt>
                <c:pt idx="47038">
                  <c:v>45938.884027777778</c:v>
                </c:pt>
                <c:pt idx="47039">
                  <c:v>45796.581250000003</c:v>
                </c:pt>
                <c:pt idx="47040">
                  <c:v>45836.563888888893</c:v>
                </c:pt>
                <c:pt idx="47041">
                  <c:v>45727.323611111111</c:v>
                </c:pt>
                <c:pt idx="47042">
                  <c:v>46008.943749999999</c:v>
                </c:pt>
                <c:pt idx="47043">
                  <c:v>45750.456250000003</c:v>
                </c:pt>
                <c:pt idx="47044">
                  <c:v>45856.927777777782</c:v>
                </c:pt>
                <c:pt idx="47045">
                  <c:v>45365.609722222223</c:v>
                </c:pt>
                <c:pt idx="47046">
                  <c:v>45875.938888888893</c:v>
                </c:pt>
                <c:pt idx="47047">
                  <c:v>45959.427777777782</c:v>
                </c:pt>
                <c:pt idx="47048">
                  <c:v>46021.943055555559</c:v>
                </c:pt>
                <c:pt idx="47049">
                  <c:v>45714.708333333343</c:v>
                </c:pt>
                <c:pt idx="47050">
                  <c:v>46001.445833333331</c:v>
                </c:pt>
                <c:pt idx="47051">
                  <c:v>45948.902777777781</c:v>
                </c:pt>
                <c:pt idx="47052">
                  <c:v>45646.012499999997</c:v>
                </c:pt>
                <c:pt idx="47053">
                  <c:v>45748.331250000003</c:v>
                </c:pt>
                <c:pt idx="47054">
                  <c:v>45966.445138888892</c:v>
                </c:pt>
                <c:pt idx="47055">
                  <c:v>46002.666666666657</c:v>
                </c:pt>
                <c:pt idx="47056">
                  <c:v>45895.470833333333</c:v>
                </c:pt>
                <c:pt idx="47057">
                  <c:v>45883.432638888888</c:v>
                </c:pt>
                <c:pt idx="47058">
                  <c:v>45811.474305555559</c:v>
                </c:pt>
                <c:pt idx="47059">
                  <c:v>45769.465277777781</c:v>
                </c:pt>
                <c:pt idx="47060">
                  <c:v>45785.745138888888</c:v>
                </c:pt>
                <c:pt idx="47061">
                  <c:v>45945.412499999999</c:v>
                </c:pt>
                <c:pt idx="47062">
                  <c:v>45745.104166666657</c:v>
                </c:pt>
                <c:pt idx="47063">
                  <c:v>45748.194444444453</c:v>
                </c:pt>
                <c:pt idx="47064">
                  <c:v>45855.377083333333</c:v>
                </c:pt>
                <c:pt idx="47065">
                  <c:v>45776.435416666667</c:v>
                </c:pt>
                <c:pt idx="47066">
                  <c:v>45793.751388888893</c:v>
                </c:pt>
                <c:pt idx="47067">
                  <c:v>45837.451388888891</c:v>
                </c:pt>
                <c:pt idx="47068">
                  <c:v>45917.406944444447</c:v>
                </c:pt>
                <c:pt idx="47069">
                  <c:v>45772.752083333333</c:v>
                </c:pt>
                <c:pt idx="47070">
                  <c:v>45993.69027777778</c:v>
                </c:pt>
                <c:pt idx="47071">
                  <c:v>45646.745833333327</c:v>
                </c:pt>
                <c:pt idx="47072">
                  <c:v>45805.445833333331</c:v>
                </c:pt>
                <c:pt idx="47073">
                  <c:v>45695.385416666657</c:v>
                </c:pt>
                <c:pt idx="47074">
                  <c:v>45987.644444444442</c:v>
                </c:pt>
                <c:pt idx="47075">
                  <c:v>45908.551388888889</c:v>
                </c:pt>
                <c:pt idx="47076">
                  <c:v>45729.40902777778</c:v>
                </c:pt>
                <c:pt idx="47077">
                  <c:v>45994.845138888893</c:v>
                </c:pt>
                <c:pt idx="47078">
                  <c:v>45966.884722222218</c:v>
                </c:pt>
                <c:pt idx="47079">
                  <c:v>45510.005555555559</c:v>
                </c:pt>
                <c:pt idx="47080">
                  <c:v>45773.763194444437</c:v>
                </c:pt>
                <c:pt idx="47081">
                  <c:v>45685.726388888892</c:v>
                </c:pt>
                <c:pt idx="47082">
                  <c:v>45894.502083333333</c:v>
                </c:pt>
                <c:pt idx="47083">
                  <c:v>45922.452777777777</c:v>
                </c:pt>
                <c:pt idx="47084">
                  <c:v>45811.556944444441</c:v>
                </c:pt>
                <c:pt idx="47085">
                  <c:v>45655.834722222222</c:v>
                </c:pt>
                <c:pt idx="47086">
                  <c:v>45863.682638888888</c:v>
                </c:pt>
                <c:pt idx="47087">
                  <c:v>45953.509722222218</c:v>
                </c:pt>
                <c:pt idx="47088">
                  <c:v>45633.664583333331</c:v>
                </c:pt>
                <c:pt idx="47089">
                  <c:v>45945.620833333327</c:v>
                </c:pt>
                <c:pt idx="47090">
                  <c:v>45982.48333333333</c:v>
                </c:pt>
                <c:pt idx="47091">
                  <c:v>45749.856249999997</c:v>
                </c:pt>
                <c:pt idx="47092">
                  <c:v>45837.460416666669</c:v>
                </c:pt>
                <c:pt idx="47093">
                  <c:v>45791.65902777778</c:v>
                </c:pt>
                <c:pt idx="47094">
                  <c:v>45642.472222222219</c:v>
                </c:pt>
                <c:pt idx="47095">
                  <c:v>45653.909722222219</c:v>
                </c:pt>
                <c:pt idx="47096">
                  <c:v>45626.874305555553</c:v>
                </c:pt>
                <c:pt idx="47097">
                  <c:v>45992.896527777782</c:v>
                </c:pt>
                <c:pt idx="47098">
                  <c:v>45878.650694444441</c:v>
                </c:pt>
                <c:pt idx="47099">
                  <c:v>45894.511111111111</c:v>
                </c:pt>
                <c:pt idx="47100">
                  <c:v>45690.824305555558</c:v>
                </c:pt>
                <c:pt idx="47101">
                  <c:v>45719.822916666657</c:v>
                </c:pt>
                <c:pt idx="47102">
                  <c:v>45980.544444444437</c:v>
                </c:pt>
                <c:pt idx="47103">
                  <c:v>45987.338888888888</c:v>
                </c:pt>
                <c:pt idx="47104">
                  <c:v>45625.820138888892</c:v>
                </c:pt>
                <c:pt idx="47105">
                  <c:v>45869.714583333327</c:v>
                </c:pt>
                <c:pt idx="47106">
                  <c:v>46005.100694444453</c:v>
                </c:pt>
                <c:pt idx="47107">
                  <c:v>45614.881944444453</c:v>
                </c:pt>
                <c:pt idx="47108">
                  <c:v>45307.377083333333</c:v>
                </c:pt>
                <c:pt idx="47109">
                  <c:v>45376.380555555559</c:v>
                </c:pt>
                <c:pt idx="47110">
                  <c:v>45453.439583333333</c:v>
                </c:pt>
                <c:pt idx="47111">
                  <c:v>45533.995833333327</c:v>
                </c:pt>
                <c:pt idx="47112">
                  <c:v>45485.526388888888</c:v>
                </c:pt>
                <c:pt idx="47113">
                  <c:v>45951.452777777777</c:v>
                </c:pt>
                <c:pt idx="47114">
                  <c:v>45675.172222222223</c:v>
                </c:pt>
                <c:pt idx="47115">
                  <c:v>45780.895138888889</c:v>
                </c:pt>
                <c:pt idx="47116">
                  <c:v>45485.642361111109</c:v>
                </c:pt>
                <c:pt idx="47117">
                  <c:v>45518.935416666667</c:v>
                </c:pt>
                <c:pt idx="47118">
                  <c:v>45433.397916666669</c:v>
                </c:pt>
                <c:pt idx="47119">
                  <c:v>45533.250694444447</c:v>
                </c:pt>
                <c:pt idx="47120">
                  <c:v>45732.544444444437</c:v>
                </c:pt>
                <c:pt idx="47121">
                  <c:v>45878.744444444441</c:v>
                </c:pt>
                <c:pt idx="47122">
                  <c:v>45402.396527777782</c:v>
                </c:pt>
                <c:pt idx="47123">
                  <c:v>45963.229166666657</c:v>
                </c:pt>
                <c:pt idx="47124">
                  <c:v>45549.254166666673</c:v>
                </c:pt>
                <c:pt idx="47125">
                  <c:v>45587.48333333333</c:v>
                </c:pt>
                <c:pt idx="47126">
                  <c:v>46006.959722222222</c:v>
                </c:pt>
                <c:pt idx="47127">
                  <c:v>45852.45</c:v>
                </c:pt>
                <c:pt idx="47128">
                  <c:v>45784.655555555553</c:v>
                </c:pt>
                <c:pt idx="47129">
                  <c:v>45824.382638888892</c:v>
                </c:pt>
                <c:pt idx="47130">
                  <c:v>45554.27847222222</c:v>
                </c:pt>
                <c:pt idx="47131">
                  <c:v>45622.731944444437</c:v>
                </c:pt>
                <c:pt idx="47132">
                  <c:v>45748.412499999999</c:v>
                </c:pt>
                <c:pt idx="47133">
                  <c:v>45673.577777777777</c:v>
                </c:pt>
                <c:pt idx="47134">
                  <c:v>45777.929166666669</c:v>
                </c:pt>
                <c:pt idx="47135">
                  <c:v>45712.934027777781</c:v>
                </c:pt>
                <c:pt idx="47136">
                  <c:v>45780.480555555558</c:v>
                </c:pt>
                <c:pt idx="47137">
                  <c:v>45699.372916666667</c:v>
                </c:pt>
                <c:pt idx="47138">
                  <c:v>45700.304861111108</c:v>
                </c:pt>
                <c:pt idx="47139">
                  <c:v>45697.716666666667</c:v>
                </c:pt>
                <c:pt idx="47140">
                  <c:v>45624.525694444441</c:v>
                </c:pt>
                <c:pt idx="47141">
                  <c:v>45690.679861111108</c:v>
                </c:pt>
                <c:pt idx="47142">
                  <c:v>45890.61041666667</c:v>
                </c:pt>
                <c:pt idx="47143">
                  <c:v>45835.777083333327</c:v>
                </c:pt>
                <c:pt idx="47144">
                  <c:v>45818.448611111111</c:v>
                </c:pt>
                <c:pt idx="47145">
                  <c:v>45906.311111111107</c:v>
                </c:pt>
                <c:pt idx="47146">
                  <c:v>45972.35</c:v>
                </c:pt>
                <c:pt idx="47147">
                  <c:v>45826.543749999997</c:v>
                </c:pt>
                <c:pt idx="47148">
                  <c:v>45865.606944444437</c:v>
                </c:pt>
                <c:pt idx="47149">
                  <c:v>45847.42083333333</c:v>
                </c:pt>
                <c:pt idx="47150">
                  <c:v>45948.832638888889</c:v>
                </c:pt>
                <c:pt idx="47151">
                  <c:v>45810.783333333333</c:v>
                </c:pt>
                <c:pt idx="47152">
                  <c:v>45964.290972222218</c:v>
                </c:pt>
                <c:pt idx="47153">
                  <c:v>45995.39166666667</c:v>
                </c:pt>
                <c:pt idx="47154">
                  <c:v>45861.663194444453</c:v>
                </c:pt>
                <c:pt idx="47155">
                  <c:v>45969.98333333333</c:v>
                </c:pt>
                <c:pt idx="47156">
                  <c:v>45930.426388888889</c:v>
                </c:pt>
                <c:pt idx="47157">
                  <c:v>45909.553472222222</c:v>
                </c:pt>
                <c:pt idx="47158">
                  <c:v>45905.018750000003</c:v>
                </c:pt>
                <c:pt idx="47159">
                  <c:v>45544.706944444442</c:v>
                </c:pt>
                <c:pt idx="47160">
                  <c:v>45502.021527777782</c:v>
                </c:pt>
                <c:pt idx="47161">
                  <c:v>45706.834027777782</c:v>
                </c:pt>
                <c:pt idx="47162">
                  <c:v>45735.771527777782</c:v>
                </c:pt>
                <c:pt idx="47163">
                  <c:v>45676.89166666667</c:v>
                </c:pt>
                <c:pt idx="47164">
                  <c:v>45596.654861111107</c:v>
                </c:pt>
                <c:pt idx="47165">
                  <c:v>45916.820833333331</c:v>
                </c:pt>
                <c:pt idx="47166">
                  <c:v>45645.536111111112</c:v>
                </c:pt>
                <c:pt idx="47167">
                  <c:v>45937.59652777778</c:v>
                </c:pt>
                <c:pt idx="47168">
                  <c:v>45421.699305555558</c:v>
                </c:pt>
                <c:pt idx="47169">
                  <c:v>45817.902777777781</c:v>
                </c:pt>
                <c:pt idx="47170">
                  <c:v>45469.613888888889</c:v>
                </c:pt>
                <c:pt idx="47171">
                  <c:v>45797.644444444442</c:v>
                </c:pt>
                <c:pt idx="47172">
                  <c:v>45971.500694444447</c:v>
                </c:pt>
                <c:pt idx="47173">
                  <c:v>46000.631249999999</c:v>
                </c:pt>
                <c:pt idx="47174">
                  <c:v>45852.79791666667</c:v>
                </c:pt>
                <c:pt idx="47175">
                  <c:v>45762.540277777778</c:v>
                </c:pt>
                <c:pt idx="47176">
                  <c:v>45421.686111111107</c:v>
                </c:pt>
                <c:pt idx="47177">
                  <c:v>45880.577777777777</c:v>
                </c:pt>
                <c:pt idx="47178">
                  <c:v>45847.738194444442</c:v>
                </c:pt>
                <c:pt idx="47179">
                  <c:v>45813.793749999997</c:v>
                </c:pt>
                <c:pt idx="47180">
                  <c:v>45811.448611111111</c:v>
                </c:pt>
                <c:pt idx="47181">
                  <c:v>45795.097916666673</c:v>
                </c:pt>
                <c:pt idx="47182">
                  <c:v>45732.85</c:v>
                </c:pt>
                <c:pt idx="47183">
                  <c:v>45705.853472222218</c:v>
                </c:pt>
                <c:pt idx="47184">
                  <c:v>45719.414583333331</c:v>
                </c:pt>
                <c:pt idx="47185">
                  <c:v>45787.729861111111</c:v>
                </c:pt>
                <c:pt idx="47186">
                  <c:v>45865.443749999999</c:v>
                </c:pt>
                <c:pt idx="47187">
                  <c:v>45739.450694444437</c:v>
                </c:pt>
                <c:pt idx="47188">
                  <c:v>45355.591666666667</c:v>
                </c:pt>
                <c:pt idx="47189">
                  <c:v>45915.864583333343</c:v>
                </c:pt>
                <c:pt idx="47190">
                  <c:v>45573.005555555559</c:v>
                </c:pt>
                <c:pt idx="47191">
                  <c:v>45634.882638888892</c:v>
                </c:pt>
                <c:pt idx="47192">
                  <c:v>45985.877083333333</c:v>
                </c:pt>
                <c:pt idx="47193">
                  <c:v>46019.25277777778</c:v>
                </c:pt>
                <c:pt idx="47194">
                  <c:v>46021.75277777778</c:v>
                </c:pt>
                <c:pt idx="47195">
                  <c:v>46008.691666666673</c:v>
                </c:pt>
                <c:pt idx="47196">
                  <c:v>45953.84375</c:v>
                </c:pt>
                <c:pt idx="47197">
                  <c:v>45949.606249999997</c:v>
                </c:pt>
                <c:pt idx="47198">
                  <c:v>45924.544444444437</c:v>
                </c:pt>
                <c:pt idx="47199">
                  <c:v>45915.722222222219</c:v>
                </c:pt>
                <c:pt idx="47200">
                  <c:v>45817.963888888888</c:v>
                </c:pt>
                <c:pt idx="47201">
                  <c:v>45293.356944444437</c:v>
                </c:pt>
                <c:pt idx="47202">
                  <c:v>45777.688194444447</c:v>
                </c:pt>
                <c:pt idx="47203">
                  <c:v>45953.251388888893</c:v>
                </c:pt>
                <c:pt idx="47204">
                  <c:v>46020.636805555558</c:v>
                </c:pt>
                <c:pt idx="47205">
                  <c:v>45863.393750000003</c:v>
                </c:pt>
                <c:pt idx="47206">
                  <c:v>45898.243750000001</c:v>
                </c:pt>
                <c:pt idx="47207">
                  <c:v>45804.665972222218</c:v>
                </c:pt>
                <c:pt idx="47208">
                  <c:v>45792.234722222223</c:v>
                </c:pt>
                <c:pt idx="47209">
                  <c:v>45819.981944444437</c:v>
                </c:pt>
                <c:pt idx="47210">
                  <c:v>45840.82916666667</c:v>
                </c:pt>
                <c:pt idx="47211">
                  <c:v>45833.673611111109</c:v>
                </c:pt>
                <c:pt idx="47212">
                  <c:v>45826.538194444453</c:v>
                </c:pt>
                <c:pt idx="47213">
                  <c:v>45794.752083333333</c:v>
                </c:pt>
                <c:pt idx="47214">
                  <c:v>45798.72152777778</c:v>
                </c:pt>
                <c:pt idx="47215">
                  <c:v>45797.268055555563</c:v>
                </c:pt>
                <c:pt idx="47216">
                  <c:v>45796.673611111109</c:v>
                </c:pt>
                <c:pt idx="47217">
                  <c:v>45774.879861111112</c:v>
                </c:pt>
                <c:pt idx="47218">
                  <c:v>45757.895138888889</c:v>
                </c:pt>
                <c:pt idx="47219">
                  <c:v>45757.895138888889</c:v>
                </c:pt>
                <c:pt idx="47220">
                  <c:v>45693.501388888893</c:v>
                </c:pt>
                <c:pt idx="47221">
                  <c:v>45762.8125</c:v>
                </c:pt>
                <c:pt idx="47222">
                  <c:v>45682.982638888891</c:v>
                </c:pt>
                <c:pt idx="47223">
                  <c:v>45505.109722222223</c:v>
                </c:pt>
                <c:pt idx="47224">
                  <c:v>45944.818749999999</c:v>
                </c:pt>
                <c:pt idx="47225">
                  <c:v>45931.644444444442</c:v>
                </c:pt>
                <c:pt idx="47226">
                  <c:v>45842.642361111109</c:v>
                </c:pt>
                <c:pt idx="47227">
                  <c:v>45833.64166666667</c:v>
                </c:pt>
                <c:pt idx="47228">
                  <c:v>45811.122916666667</c:v>
                </c:pt>
                <c:pt idx="47229">
                  <c:v>45706.195833333331</c:v>
                </c:pt>
                <c:pt idx="47230">
                  <c:v>45651.84375</c:v>
                </c:pt>
                <c:pt idx="47231">
                  <c:v>45629.695138888892</c:v>
                </c:pt>
                <c:pt idx="47232">
                  <c:v>45506.576388888891</c:v>
                </c:pt>
                <c:pt idx="47233">
                  <c:v>45417.370138888888</c:v>
                </c:pt>
                <c:pt idx="47234">
                  <c:v>45740.306944444441</c:v>
                </c:pt>
                <c:pt idx="47235">
                  <c:v>45967.850694444453</c:v>
                </c:pt>
                <c:pt idx="47236">
                  <c:v>45292.375694444447</c:v>
                </c:pt>
                <c:pt idx="47237">
                  <c:v>45847.334722222222</c:v>
                </c:pt>
                <c:pt idx="47238">
                  <c:v>45448.493055555547</c:v>
                </c:pt>
                <c:pt idx="47239">
                  <c:v>45435.681944444441</c:v>
                </c:pt>
                <c:pt idx="47240">
                  <c:v>45393.401388888888</c:v>
                </c:pt>
                <c:pt idx="47241">
                  <c:v>45348.669444444437</c:v>
                </c:pt>
                <c:pt idx="47242">
                  <c:v>45783.290972222218</c:v>
                </c:pt>
                <c:pt idx="47243">
                  <c:v>45997.601388888892</c:v>
                </c:pt>
                <c:pt idx="47244">
                  <c:v>45994.334027777782</c:v>
                </c:pt>
                <c:pt idx="47245">
                  <c:v>45937.595833333333</c:v>
                </c:pt>
                <c:pt idx="47246">
                  <c:v>45947.299305555563</c:v>
                </c:pt>
                <c:pt idx="47247">
                  <c:v>45710.800694444442</c:v>
                </c:pt>
                <c:pt idx="47248">
                  <c:v>45622.629166666673</c:v>
                </c:pt>
                <c:pt idx="47249">
                  <c:v>45966.398611111108</c:v>
                </c:pt>
                <c:pt idx="47250">
                  <c:v>45772.45</c:v>
                </c:pt>
                <c:pt idx="47251">
                  <c:v>45669.637499999997</c:v>
                </c:pt>
                <c:pt idx="47252">
                  <c:v>45653.913194444453</c:v>
                </c:pt>
                <c:pt idx="47253">
                  <c:v>45818.099305555559</c:v>
                </c:pt>
                <c:pt idx="47254">
                  <c:v>45903.776388888888</c:v>
                </c:pt>
                <c:pt idx="47255">
                  <c:v>45854.285416666673</c:v>
                </c:pt>
                <c:pt idx="47256">
                  <c:v>45921.868750000001</c:v>
                </c:pt>
                <c:pt idx="47257">
                  <c:v>45988.115972222222</c:v>
                </c:pt>
                <c:pt idx="47258">
                  <c:v>45989.345138888893</c:v>
                </c:pt>
                <c:pt idx="47259">
                  <c:v>45828.509027777778</c:v>
                </c:pt>
                <c:pt idx="47260">
                  <c:v>45815.524305555547</c:v>
                </c:pt>
                <c:pt idx="47261">
                  <c:v>45854.499305555553</c:v>
                </c:pt>
                <c:pt idx="47262">
                  <c:v>45601.896527777782</c:v>
                </c:pt>
                <c:pt idx="47263">
                  <c:v>45896.433333333327</c:v>
                </c:pt>
                <c:pt idx="47264">
                  <c:v>45789.675000000003</c:v>
                </c:pt>
                <c:pt idx="47265">
                  <c:v>45488.555555555547</c:v>
                </c:pt>
                <c:pt idx="47266">
                  <c:v>45523.661805555559</c:v>
                </c:pt>
                <c:pt idx="47267">
                  <c:v>45519.7</c:v>
                </c:pt>
                <c:pt idx="47268">
                  <c:v>45471.873611111107</c:v>
                </c:pt>
                <c:pt idx="47269">
                  <c:v>45336.157638888893</c:v>
                </c:pt>
                <c:pt idx="47270">
                  <c:v>46001.649305555547</c:v>
                </c:pt>
                <c:pt idx="47271">
                  <c:v>45886.575694444437</c:v>
                </c:pt>
                <c:pt idx="47272">
                  <c:v>45886.575694444437</c:v>
                </c:pt>
                <c:pt idx="47273">
                  <c:v>45902.428472222222</c:v>
                </c:pt>
                <c:pt idx="47274">
                  <c:v>45902.428472222222</c:v>
                </c:pt>
                <c:pt idx="47275">
                  <c:v>45853.263194444437</c:v>
                </c:pt>
                <c:pt idx="47276">
                  <c:v>45830.585416666669</c:v>
                </c:pt>
                <c:pt idx="47277">
                  <c:v>45992.040277777778</c:v>
                </c:pt>
                <c:pt idx="47278">
                  <c:v>45903.500694444447</c:v>
                </c:pt>
                <c:pt idx="47279">
                  <c:v>45588.461805555547</c:v>
                </c:pt>
                <c:pt idx="47280">
                  <c:v>45617.51666666667</c:v>
                </c:pt>
                <c:pt idx="47281">
                  <c:v>45710.051388888889</c:v>
                </c:pt>
                <c:pt idx="47282">
                  <c:v>45740.472916666673</c:v>
                </c:pt>
                <c:pt idx="47283">
                  <c:v>45740.472916666673</c:v>
                </c:pt>
                <c:pt idx="47284">
                  <c:v>45710.051388888889</c:v>
                </c:pt>
                <c:pt idx="47285">
                  <c:v>45340.027083333327</c:v>
                </c:pt>
                <c:pt idx="47286">
                  <c:v>45340.027083333327</c:v>
                </c:pt>
                <c:pt idx="47287">
                  <c:v>45340.037499999999</c:v>
                </c:pt>
                <c:pt idx="47288">
                  <c:v>45617.51666666667</c:v>
                </c:pt>
                <c:pt idx="47289">
                  <c:v>45340.037499999999</c:v>
                </c:pt>
                <c:pt idx="47290">
                  <c:v>45775.04791666667</c:v>
                </c:pt>
                <c:pt idx="47291">
                  <c:v>45679.410416666673</c:v>
                </c:pt>
                <c:pt idx="47292">
                  <c:v>45679.410416666673</c:v>
                </c:pt>
                <c:pt idx="47293">
                  <c:v>45368.917361111111</c:v>
                </c:pt>
                <c:pt idx="47294">
                  <c:v>45368.917361111111</c:v>
                </c:pt>
                <c:pt idx="47295">
                  <c:v>45342.469444444447</c:v>
                </c:pt>
                <c:pt idx="47296">
                  <c:v>45342.469444444447</c:v>
                </c:pt>
                <c:pt idx="47297">
                  <c:v>45864.656944444447</c:v>
                </c:pt>
                <c:pt idx="47298">
                  <c:v>45775.04791666667</c:v>
                </c:pt>
                <c:pt idx="47299">
                  <c:v>45503.682638888888</c:v>
                </c:pt>
                <c:pt idx="47300">
                  <c:v>45530.525000000001</c:v>
                </c:pt>
                <c:pt idx="47301">
                  <c:v>45559.923611111109</c:v>
                </c:pt>
                <c:pt idx="47302">
                  <c:v>45559.923611111109</c:v>
                </c:pt>
                <c:pt idx="47303">
                  <c:v>45306.459027777782</c:v>
                </c:pt>
                <c:pt idx="47304">
                  <c:v>45646.02847222222</c:v>
                </c:pt>
                <c:pt idx="47305">
                  <c:v>45646.02847222222</c:v>
                </c:pt>
                <c:pt idx="47306">
                  <c:v>45821.936805555553</c:v>
                </c:pt>
                <c:pt idx="47307">
                  <c:v>45438.003472222219</c:v>
                </c:pt>
                <c:pt idx="47308">
                  <c:v>45943.916666666657</c:v>
                </c:pt>
                <c:pt idx="47309">
                  <c:v>45397.59652777778</c:v>
                </c:pt>
                <c:pt idx="47310">
                  <c:v>45397.59652777778</c:v>
                </c:pt>
                <c:pt idx="47311">
                  <c:v>45470.915277777778</c:v>
                </c:pt>
                <c:pt idx="47312">
                  <c:v>45470.915277777778</c:v>
                </c:pt>
                <c:pt idx="47313">
                  <c:v>45821.936805555553</c:v>
                </c:pt>
                <c:pt idx="47314">
                  <c:v>45943.916666666657</c:v>
                </c:pt>
                <c:pt idx="47315">
                  <c:v>45530.525000000001</c:v>
                </c:pt>
                <c:pt idx="47316">
                  <c:v>45903.500694444447</c:v>
                </c:pt>
                <c:pt idx="47317">
                  <c:v>45306.459027777782</c:v>
                </c:pt>
                <c:pt idx="47318">
                  <c:v>46015.054166666669</c:v>
                </c:pt>
                <c:pt idx="47319">
                  <c:v>45503.682638888888</c:v>
                </c:pt>
                <c:pt idx="47320">
                  <c:v>45588.461805555547</c:v>
                </c:pt>
                <c:pt idx="47321">
                  <c:v>45982.70416666667</c:v>
                </c:pt>
                <c:pt idx="47322">
                  <c:v>45982.70416666667</c:v>
                </c:pt>
                <c:pt idx="47323">
                  <c:v>45864.656944444447</c:v>
                </c:pt>
                <c:pt idx="47324">
                  <c:v>45438.003472222219</c:v>
                </c:pt>
                <c:pt idx="47325">
                  <c:v>46015.054166666669</c:v>
                </c:pt>
                <c:pt idx="47326">
                  <c:v>46000.425694444442</c:v>
                </c:pt>
                <c:pt idx="47327">
                  <c:v>46011.77847222222</c:v>
                </c:pt>
                <c:pt idx="47328">
                  <c:v>46003.796527777777</c:v>
                </c:pt>
                <c:pt idx="47329">
                  <c:v>45914.79583333333</c:v>
                </c:pt>
                <c:pt idx="47330">
                  <c:v>45882.24722222222</c:v>
                </c:pt>
                <c:pt idx="47331">
                  <c:v>45863.695833333331</c:v>
                </c:pt>
                <c:pt idx="47332">
                  <c:v>45771.678472222222</c:v>
                </c:pt>
                <c:pt idx="47333">
                  <c:v>45652.683333333327</c:v>
                </c:pt>
                <c:pt idx="47334">
                  <c:v>45609.702777777777</c:v>
                </c:pt>
                <c:pt idx="47335">
                  <c:v>45824.75</c:v>
                </c:pt>
                <c:pt idx="47336">
                  <c:v>45800.679166666669</c:v>
                </c:pt>
                <c:pt idx="47337">
                  <c:v>45633.443055555559</c:v>
                </c:pt>
                <c:pt idx="47338">
                  <c:v>45796.097916666673</c:v>
                </c:pt>
                <c:pt idx="47339">
                  <c:v>45790.107638888891</c:v>
                </c:pt>
                <c:pt idx="47340">
                  <c:v>45796.097916666673</c:v>
                </c:pt>
                <c:pt idx="47341">
                  <c:v>45790.107638888891</c:v>
                </c:pt>
                <c:pt idx="47342">
                  <c:v>45737.357638888891</c:v>
                </c:pt>
                <c:pt idx="47343">
                  <c:v>45704.609722222223</c:v>
                </c:pt>
                <c:pt idx="47344">
                  <c:v>45900.739583333343</c:v>
                </c:pt>
                <c:pt idx="47345">
                  <c:v>45545.318749999999</c:v>
                </c:pt>
                <c:pt idx="47346">
                  <c:v>45988.611111111109</c:v>
                </c:pt>
                <c:pt idx="47347">
                  <c:v>45601.393055555563</c:v>
                </c:pt>
                <c:pt idx="47348">
                  <c:v>45682.574305555558</c:v>
                </c:pt>
                <c:pt idx="47349">
                  <c:v>45482.670138888891</c:v>
                </c:pt>
                <c:pt idx="47350">
                  <c:v>45408.418749999997</c:v>
                </c:pt>
                <c:pt idx="47351">
                  <c:v>45839.472916666673</c:v>
                </c:pt>
                <c:pt idx="47352">
                  <c:v>45758.212500000001</c:v>
                </c:pt>
                <c:pt idx="47353">
                  <c:v>45812.924305555563</c:v>
                </c:pt>
                <c:pt idx="47354">
                  <c:v>45383.386111111111</c:v>
                </c:pt>
                <c:pt idx="47355">
                  <c:v>45947.433333333327</c:v>
                </c:pt>
                <c:pt idx="47356">
                  <c:v>45723.625694444447</c:v>
                </c:pt>
                <c:pt idx="47357">
                  <c:v>45652.686111111107</c:v>
                </c:pt>
                <c:pt idx="47358">
                  <c:v>45911.972222222219</c:v>
                </c:pt>
                <c:pt idx="47359">
                  <c:v>45924.728472222218</c:v>
                </c:pt>
                <c:pt idx="47360">
                  <c:v>45644.848611111112</c:v>
                </c:pt>
                <c:pt idx="47361">
                  <c:v>45904.773611111108</c:v>
                </c:pt>
                <c:pt idx="47362">
                  <c:v>45977.774305555547</c:v>
                </c:pt>
                <c:pt idx="47363">
                  <c:v>45857.488194444442</c:v>
                </c:pt>
                <c:pt idx="47364">
                  <c:v>45812.65625</c:v>
                </c:pt>
                <c:pt idx="47365">
                  <c:v>45867.425000000003</c:v>
                </c:pt>
                <c:pt idx="47366">
                  <c:v>45929.863888888889</c:v>
                </c:pt>
                <c:pt idx="47367">
                  <c:v>45888.863888888889</c:v>
                </c:pt>
                <c:pt idx="47368">
                  <c:v>45844.606944444437</c:v>
                </c:pt>
                <c:pt idx="47369">
                  <c:v>45955.384722222218</c:v>
                </c:pt>
                <c:pt idx="47370">
                  <c:v>45760.508333333331</c:v>
                </c:pt>
                <c:pt idx="47371">
                  <c:v>45992.542361111111</c:v>
                </c:pt>
                <c:pt idx="47372">
                  <c:v>45937.913888888892</c:v>
                </c:pt>
                <c:pt idx="47373">
                  <c:v>45821.498611111107</c:v>
                </c:pt>
                <c:pt idx="47374">
                  <c:v>45834.56527777778</c:v>
                </c:pt>
                <c:pt idx="47375">
                  <c:v>45895.594444444447</c:v>
                </c:pt>
                <c:pt idx="47376">
                  <c:v>45966.371527777781</c:v>
                </c:pt>
                <c:pt idx="47377">
                  <c:v>45778.757638888892</c:v>
                </c:pt>
                <c:pt idx="47378">
                  <c:v>45917.538194444453</c:v>
                </c:pt>
                <c:pt idx="47379">
                  <c:v>46003.347222222219</c:v>
                </c:pt>
                <c:pt idx="47380">
                  <c:v>45879.620833333327</c:v>
                </c:pt>
                <c:pt idx="47381">
                  <c:v>45695.805555555547</c:v>
                </c:pt>
                <c:pt idx="47382">
                  <c:v>45633.782638888893</c:v>
                </c:pt>
                <c:pt idx="47383">
                  <c:v>45689.522222222222</c:v>
                </c:pt>
                <c:pt idx="47384">
                  <c:v>45672.895833333343</c:v>
                </c:pt>
                <c:pt idx="47385">
                  <c:v>45808.413194444453</c:v>
                </c:pt>
                <c:pt idx="47386">
                  <c:v>45325.686111111107</c:v>
                </c:pt>
                <c:pt idx="47387">
                  <c:v>45629.777083333327</c:v>
                </c:pt>
                <c:pt idx="47388">
                  <c:v>45449.506249999999</c:v>
                </c:pt>
                <c:pt idx="47389">
                  <c:v>45659.81527777778</c:v>
                </c:pt>
                <c:pt idx="47390">
                  <c:v>45740.424305555563</c:v>
                </c:pt>
                <c:pt idx="47391">
                  <c:v>45903.503472222219</c:v>
                </c:pt>
                <c:pt idx="47392">
                  <c:v>45964.29791666667</c:v>
                </c:pt>
                <c:pt idx="47393">
                  <c:v>45989.345138888893</c:v>
                </c:pt>
                <c:pt idx="47394">
                  <c:v>45565.365972222222</c:v>
                </c:pt>
                <c:pt idx="47395">
                  <c:v>45529.779861111107</c:v>
                </c:pt>
                <c:pt idx="47396">
                  <c:v>45356.706250000003</c:v>
                </c:pt>
                <c:pt idx="47397">
                  <c:v>45420.411805555559</c:v>
                </c:pt>
                <c:pt idx="47398">
                  <c:v>45846.79791666667</c:v>
                </c:pt>
                <c:pt idx="47399">
                  <c:v>45599.32916666667</c:v>
                </c:pt>
                <c:pt idx="47400">
                  <c:v>45391.725694444453</c:v>
                </c:pt>
                <c:pt idx="47401">
                  <c:v>45936.779166666667</c:v>
                </c:pt>
                <c:pt idx="47402">
                  <c:v>45495.488194444442</c:v>
                </c:pt>
                <c:pt idx="47403">
                  <c:v>45875.861111111109</c:v>
                </c:pt>
                <c:pt idx="47404">
                  <c:v>45810.807638888888</c:v>
                </c:pt>
                <c:pt idx="47405">
                  <c:v>45771.48333333333</c:v>
                </c:pt>
                <c:pt idx="47406">
                  <c:v>46010.574999999997</c:v>
                </c:pt>
                <c:pt idx="47407">
                  <c:v>46010.667361111111</c:v>
                </c:pt>
                <c:pt idx="47408">
                  <c:v>45807.793749999997</c:v>
                </c:pt>
                <c:pt idx="47409">
                  <c:v>45665.892361111109</c:v>
                </c:pt>
                <c:pt idx="47410">
                  <c:v>45840.797222222223</c:v>
                </c:pt>
                <c:pt idx="47411">
                  <c:v>45975.855555555558</c:v>
                </c:pt>
                <c:pt idx="47412">
                  <c:v>45335.5</c:v>
                </c:pt>
                <c:pt idx="47413">
                  <c:v>45616.44027777778</c:v>
                </c:pt>
                <c:pt idx="47414">
                  <c:v>45683.504861111112</c:v>
                </c:pt>
                <c:pt idx="47415">
                  <c:v>45709.136805555558</c:v>
                </c:pt>
                <c:pt idx="47416">
                  <c:v>45705.334722222222</c:v>
                </c:pt>
                <c:pt idx="47417">
                  <c:v>45636.898611111108</c:v>
                </c:pt>
                <c:pt idx="47418">
                  <c:v>45948.422222222223</c:v>
                </c:pt>
                <c:pt idx="47419">
                  <c:v>45948.422222222223</c:v>
                </c:pt>
                <c:pt idx="47420">
                  <c:v>45948.422222222223</c:v>
                </c:pt>
                <c:pt idx="47421">
                  <c:v>45785.518750000003</c:v>
                </c:pt>
                <c:pt idx="47422">
                  <c:v>45785.518750000003</c:v>
                </c:pt>
                <c:pt idx="47423">
                  <c:v>45807.425000000003</c:v>
                </c:pt>
                <c:pt idx="47424">
                  <c:v>45807.425000000003</c:v>
                </c:pt>
                <c:pt idx="47425">
                  <c:v>45785.518750000003</c:v>
                </c:pt>
                <c:pt idx="47426">
                  <c:v>45867.420138888891</c:v>
                </c:pt>
                <c:pt idx="47427">
                  <c:v>45867.420138888891</c:v>
                </c:pt>
                <c:pt idx="47428">
                  <c:v>45807.425000000003</c:v>
                </c:pt>
                <c:pt idx="47429">
                  <c:v>45867.420138888891</c:v>
                </c:pt>
                <c:pt idx="47430">
                  <c:v>45632.633333333331</c:v>
                </c:pt>
                <c:pt idx="47431">
                  <c:v>45631.82916666667</c:v>
                </c:pt>
                <c:pt idx="47432">
                  <c:v>45625.7</c:v>
                </c:pt>
                <c:pt idx="47433">
                  <c:v>45621.883333333331</c:v>
                </c:pt>
                <c:pt idx="47434">
                  <c:v>45946.73333333333</c:v>
                </c:pt>
                <c:pt idx="47435">
                  <c:v>45857.8</c:v>
                </c:pt>
                <c:pt idx="47436">
                  <c:v>45852.554861111108</c:v>
                </c:pt>
                <c:pt idx="47437">
                  <c:v>45830.745138888888</c:v>
                </c:pt>
                <c:pt idx="47438">
                  <c:v>45365.008333333331</c:v>
                </c:pt>
                <c:pt idx="47439">
                  <c:v>45734.961111111108</c:v>
                </c:pt>
                <c:pt idx="47440">
                  <c:v>45893.438888888893</c:v>
                </c:pt>
                <c:pt idx="47441">
                  <c:v>45781.650694444441</c:v>
                </c:pt>
                <c:pt idx="47442">
                  <c:v>45658.581944444442</c:v>
                </c:pt>
                <c:pt idx="47443">
                  <c:v>45992.182638888888</c:v>
                </c:pt>
                <c:pt idx="47444">
                  <c:v>45958.8</c:v>
                </c:pt>
                <c:pt idx="47445">
                  <c:v>45614.787499999999</c:v>
                </c:pt>
                <c:pt idx="47446">
                  <c:v>45835.955555555563</c:v>
                </c:pt>
                <c:pt idx="47447">
                  <c:v>45425.786805555559</c:v>
                </c:pt>
                <c:pt idx="47448">
                  <c:v>45939.959027777782</c:v>
                </c:pt>
                <c:pt idx="47449">
                  <c:v>45806.345833333333</c:v>
                </c:pt>
                <c:pt idx="47450">
                  <c:v>45688.677083333343</c:v>
                </c:pt>
                <c:pt idx="47451">
                  <c:v>45926.530555555553</c:v>
                </c:pt>
                <c:pt idx="47452">
                  <c:v>45643.926388888889</c:v>
                </c:pt>
                <c:pt idx="47453">
                  <c:v>46006.70416666667</c:v>
                </c:pt>
                <c:pt idx="47454">
                  <c:v>45869.053472222222</c:v>
                </c:pt>
                <c:pt idx="47455">
                  <c:v>45768.497916666667</c:v>
                </c:pt>
                <c:pt idx="47456">
                  <c:v>45796.897222222222</c:v>
                </c:pt>
                <c:pt idx="47457">
                  <c:v>46003.263888888891</c:v>
                </c:pt>
                <c:pt idx="47458">
                  <c:v>45767.461111111108</c:v>
                </c:pt>
                <c:pt idx="47459">
                  <c:v>45680.492361111108</c:v>
                </c:pt>
                <c:pt idx="47460">
                  <c:v>45914.420138888891</c:v>
                </c:pt>
                <c:pt idx="47461">
                  <c:v>45323.636805555558</c:v>
                </c:pt>
                <c:pt idx="47462">
                  <c:v>45494.306944444441</c:v>
                </c:pt>
                <c:pt idx="47463">
                  <c:v>45427.711805555547</c:v>
                </c:pt>
                <c:pt idx="47464">
                  <c:v>45375.380555555559</c:v>
                </c:pt>
                <c:pt idx="47465">
                  <c:v>45587.345138888893</c:v>
                </c:pt>
                <c:pt idx="47466">
                  <c:v>45958.563888888893</c:v>
                </c:pt>
                <c:pt idx="47467">
                  <c:v>46020.060416666667</c:v>
                </c:pt>
                <c:pt idx="47468">
                  <c:v>45769.827777777777</c:v>
                </c:pt>
                <c:pt idx="47469">
                  <c:v>45772.038888888892</c:v>
                </c:pt>
                <c:pt idx="47470">
                  <c:v>45755.047222222223</c:v>
                </c:pt>
                <c:pt idx="47471">
                  <c:v>45692.873611111107</c:v>
                </c:pt>
                <c:pt idx="47472">
                  <c:v>45617.888194444437</c:v>
                </c:pt>
                <c:pt idx="47473">
                  <c:v>45398.597222222219</c:v>
                </c:pt>
                <c:pt idx="47474">
                  <c:v>45720.486805555563</c:v>
                </c:pt>
                <c:pt idx="47475">
                  <c:v>45474.474999999999</c:v>
                </c:pt>
                <c:pt idx="47476">
                  <c:v>45406.746527777781</c:v>
                </c:pt>
                <c:pt idx="47477">
                  <c:v>45587.450694444437</c:v>
                </c:pt>
                <c:pt idx="47478">
                  <c:v>45828.625694444447</c:v>
                </c:pt>
                <c:pt idx="47479">
                  <c:v>45326.586805555547</c:v>
                </c:pt>
                <c:pt idx="47480">
                  <c:v>45514.70416666667</c:v>
                </c:pt>
                <c:pt idx="47481">
                  <c:v>45752.18472222222</c:v>
                </c:pt>
                <c:pt idx="47482">
                  <c:v>45756.50277777778</c:v>
                </c:pt>
                <c:pt idx="47483">
                  <c:v>45682.543055555558</c:v>
                </c:pt>
                <c:pt idx="47484">
                  <c:v>45627.347222222219</c:v>
                </c:pt>
                <c:pt idx="47485">
                  <c:v>45985.018055555563</c:v>
                </c:pt>
                <c:pt idx="47486">
                  <c:v>45450.117361111108</c:v>
                </c:pt>
                <c:pt idx="47487">
                  <c:v>45973.744444444441</c:v>
                </c:pt>
                <c:pt idx="47488">
                  <c:v>45992.775000000001</c:v>
                </c:pt>
                <c:pt idx="47489">
                  <c:v>45906.814583333333</c:v>
                </c:pt>
                <c:pt idx="47490">
                  <c:v>45568.411111111112</c:v>
                </c:pt>
                <c:pt idx="47491">
                  <c:v>46016.86041666667</c:v>
                </c:pt>
                <c:pt idx="47492">
                  <c:v>45565.418749999997</c:v>
                </c:pt>
                <c:pt idx="47493">
                  <c:v>45711.840277777781</c:v>
                </c:pt>
                <c:pt idx="47494">
                  <c:v>45559.500694444447</c:v>
                </c:pt>
                <c:pt idx="47495">
                  <c:v>45600.811111111107</c:v>
                </c:pt>
                <c:pt idx="47496">
                  <c:v>45577.909722222219</c:v>
                </c:pt>
                <c:pt idx="47497">
                  <c:v>45916.818749999999</c:v>
                </c:pt>
                <c:pt idx="47498">
                  <c:v>45787.765972222223</c:v>
                </c:pt>
                <c:pt idx="47499">
                  <c:v>45661.509722222218</c:v>
                </c:pt>
                <c:pt idx="47500">
                  <c:v>45617.661805555559</c:v>
                </c:pt>
                <c:pt idx="47501">
                  <c:v>45854.813194444447</c:v>
                </c:pt>
                <c:pt idx="47502">
                  <c:v>45839.599305555559</c:v>
                </c:pt>
                <c:pt idx="47503">
                  <c:v>45633.69027777778</c:v>
                </c:pt>
                <c:pt idx="47504">
                  <c:v>45485.357638888891</c:v>
                </c:pt>
                <c:pt idx="47505">
                  <c:v>46018.504861111112</c:v>
                </c:pt>
                <c:pt idx="47506">
                  <c:v>45798.29583333333</c:v>
                </c:pt>
                <c:pt idx="47507">
                  <c:v>45428.02847222222</c:v>
                </c:pt>
                <c:pt idx="47508">
                  <c:v>45543.301388888889</c:v>
                </c:pt>
                <c:pt idx="47509">
                  <c:v>45961.912499999999</c:v>
                </c:pt>
                <c:pt idx="47510">
                  <c:v>45625.290972222218</c:v>
                </c:pt>
                <c:pt idx="47511">
                  <c:v>46009.923611111109</c:v>
                </c:pt>
                <c:pt idx="47512">
                  <c:v>45773.675000000003</c:v>
                </c:pt>
                <c:pt idx="47513">
                  <c:v>45749.288194444453</c:v>
                </c:pt>
                <c:pt idx="47514">
                  <c:v>45739.873611111107</c:v>
                </c:pt>
                <c:pt idx="47515">
                  <c:v>45716.058333333327</c:v>
                </c:pt>
                <c:pt idx="47516">
                  <c:v>45710.745138888888</c:v>
                </c:pt>
                <c:pt idx="47517">
                  <c:v>45572.783333333333</c:v>
                </c:pt>
                <c:pt idx="47518">
                  <c:v>45556.540972222218</c:v>
                </c:pt>
                <c:pt idx="47519">
                  <c:v>45946.589583333327</c:v>
                </c:pt>
                <c:pt idx="47520">
                  <c:v>46006.299305555563</c:v>
                </c:pt>
                <c:pt idx="47521">
                  <c:v>45615.887499999997</c:v>
                </c:pt>
                <c:pt idx="47522">
                  <c:v>45918.413194444453</c:v>
                </c:pt>
                <c:pt idx="47523">
                  <c:v>45605.768750000003</c:v>
                </c:pt>
                <c:pt idx="47524">
                  <c:v>45745.341666666667</c:v>
                </c:pt>
                <c:pt idx="47525">
                  <c:v>45631.484027777777</c:v>
                </c:pt>
                <c:pt idx="47526">
                  <c:v>45585.375694444447</c:v>
                </c:pt>
                <c:pt idx="47527">
                  <c:v>45805.884027777778</c:v>
                </c:pt>
                <c:pt idx="47528">
                  <c:v>45979.324999999997</c:v>
                </c:pt>
                <c:pt idx="47529">
                  <c:v>45841.511805555558</c:v>
                </c:pt>
                <c:pt idx="47530">
                  <c:v>45720.67083333333</c:v>
                </c:pt>
                <c:pt idx="47531">
                  <c:v>45715.805555555547</c:v>
                </c:pt>
                <c:pt idx="47532">
                  <c:v>45761.29791666667</c:v>
                </c:pt>
                <c:pt idx="47533">
                  <c:v>45810.565972222219</c:v>
                </c:pt>
                <c:pt idx="47534">
                  <c:v>45463.62777777778</c:v>
                </c:pt>
                <c:pt idx="47535">
                  <c:v>45372.506944444453</c:v>
                </c:pt>
                <c:pt idx="47536">
                  <c:v>45978.604166666657</c:v>
                </c:pt>
                <c:pt idx="47537">
                  <c:v>45998.786805555559</c:v>
                </c:pt>
                <c:pt idx="47538">
                  <c:v>45366.598611111112</c:v>
                </c:pt>
                <c:pt idx="47539">
                  <c:v>45639.859722222223</c:v>
                </c:pt>
                <c:pt idx="47540">
                  <c:v>45930.94027777778</c:v>
                </c:pt>
                <c:pt idx="47541">
                  <c:v>45989.874305555553</c:v>
                </c:pt>
                <c:pt idx="47542">
                  <c:v>45528.611805555563</c:v>
                </c:pt>
                <c:pt idx="47543">
                  <c:v>45562.671527777777</c:v>
                </c:pt>
                <c:pt idx="47544">
                  <c:v>45355.066666666673</c:v>
                </c:pt>
                <c:pt idx="47545">
                  <c:v>45875.003472222219</c:v>
                </c:pt>
                <c:pt idx="47546">
                  <c:v>45607.701388888891</c:v>
                </c:pt>
                <c:pt idx="47547">
                  <c:v>45635.55</c:v>
                </c:pt>
                <c:pt idx="47548">
                  <c:v>45980.967361111107</c:v>
                </c:pt>
                <c:pt idx="47549">
                  <c:v>46008.302083333343</c:v>
                </c:pt>
                <c:pt idx="47550">
                  <c:v>45758.875694444447</c:v>
                </c:pt>
                <c:pt idx="47551">
                  <c:v>45742.275000000001</c:v>
                </c:pt>
                <c:pt idx="47552">
                  <c:v>45742.276388888888</c:v>
                </c:pt>
                <c:pt idx="47553">
                  <c:v>45389.599305555559</c:v>
                </c:pt>
                <c:pt idx="47554">
                  <c:v>45629.445138888892</c:v>
                </c:pt>
                <c:pt idx="47555">
                  <c:v>45627.925000000003</c:v>
                </c:pt>
                <c:pt idx="47556">
                  <c:v>45902.65625</c:v>
                </c:pt>
                <c:pt idx="47557">
                  <c:v>45771.594444444447</c:v>
                </c:pt>
                <c:pt idx="47558">
                  <c:v>45894.30972222222</c:v>
                </c:pt>
                <c:pt idx="47559">
                  <c:v>45803.482638888891</c:v>
                </c:pt>
                <c:pt idx="47560">
                  <c:v>45995.365972222222</c:v>
                </c:pt>
                <c:pt idx="47561">
                  <c:v>45700.368750000001</c:v>
                </c:pt>
                <c:pt idx="47562">
                  <c:v>45831.55972222222</c:v>
                </c:pt>
                <c:pt idx="47563">
                  <c:v>45719.292361111111</c:v>
                </c:pt>
                <c:pt idx="47564">
                  <c:v>45732.375</c:v>
                </c:pt>
                <c:pt idx="47565">
                  <c:v>46006.534722222219</c:v>
                </c:pt>
                <c:pt idx="47566">
                  <c:v>45957.590277777781</c:v>
                </c:pt>
                <c:pt idx="47567">
                  <c:v>45936.511805555558</c:v>
                </c:pt>
                <c:pt idx="47568">
                  <c:v>45757.334722222222</c:v>
                </c:pt>
                <c:pt idx="47569">
                  <c:v>45917.477777777778</c:v>
                </c:pt>
                <c:pt idx="47570">
                  <c:v>45855.37222222222</c:v>
                </c:pt>
                <c:pt idx="47571">
                  <c:v>45874.536805555559</c:v>
                </c:pt>
                <c:pt idx="47572">
                  <c:v>45914.708333333343</c:v>
                </c:pt>
                <c:pt idx="47573">
                  <c:v>45772.418055555558</c:v>
                </c:pt>
                <c:pt idx="47574">
                  <c:v>45973.40625</c:v>
                </c:pt>
                <c:pt idx="47575">
                  <c:v>45956.615277777782</c:v>
                </c:pt>
                <c:pt idx="47576">
                  <c:v>45848.691666666673</c:v>
                </c:pt>
                <c:pt idx="47577">
                  <c:v>45754.790972222218</c:v>
                </c:pt>
                <c:pt idx="47578">
                  <c:v>45673.592361111107</c:v>
                </c:pt>
                <c:pt idx="47579">
                  <c:v>45306.472222222219</c:v>
                </c:pt>
                <c:pt idx="47580">
                  <c:v>45491.498611111107</c:v>
                </c:pt>
                <c:pt idx="47581">
                  <c:v>45697.136111111111</c:v>
                </c:pt>
                <c:pt idx="47582">
                  <c:v>45356.756249999999</c:v>
                </c:pt>
                <c:pt idx="47583">
                  <c:v>45880.660416666673</c:v>
                </c:pt>
                <c:pt idx="47584">
                  <c:v>45830.525000000001</c:v>
                </c:pt>
                <c:pt idx="47585">
                  <c:v>45830.525000000001</c:v>
                </c:pt>
                <c:pt idx="47586">
                  <c:v>45880.660416666673</c:v>
                </c:pt>
                <c:pt idx="47587">
                  <c:v>45830.525000000001</c:v>
                </c:pt>
                <c:pt idx="47588">
                  <c:v>45356.756249999999</c:v>
                </c:pt>
                <c:pt idx="47589">
                  <c:v>45594.021527777782</c:v>
                </c:pt>
                <c:pt idx="47590">
                  <c:v>45880.660416666673</c:v>
                </c:pt>
                <c:pt idx="47591">
                  <c:v>45425.574999999997</c:v>
                </c:pt>
                <c:pt idx="47592">
                  <c:v>45697.136111111111</c:v>
                </c:pt>
                <c:pt idx="47593">
                  <c:v>45697.136111111111</c:v>
                </c:pt>
                <c:pt idx="47594">
                  <c:v>45306.472222222219</c:v>
                </c:pt>
                <c:pt idx="47595">
                  <c:v>45306.472222222219</c:v>
                </c:pt>
                <c:pt idx="47596">
                  <c:v>45657.722222222219</c:v>
                </c:pt>
                <c:pt idx="47597">
                  <c:v>45657.722222222219</c:v>
                </c:pt>
                <c:pt idx="47598">
                  <c:v>45635.451388888891</c:v>
                </c:pt>
                <c:pt idx="47599">
                  <c:v>45594.021527777782</c:v>
                </c:pt>
                <c:pt idx="47600">
                  <c:v>45793.365972222222</c:v>
                </c:pt>
                <c:pt idx="47601">
                  <c:v>45635.451388888891</c:v>
                </c:pt>
                <c:pt idx="47602">
                  <c:v>45635.451388888891</c:v>
                </c:pt>
                <c:pt idx="47603">
                  <c:v>45425.574999999997</c:v>
                </c:pt>
                <c:pt idx="47604">
                  <c:v>45491.498611111107</c:v>
                </c:pt>
                <c:pt idx="47605">
                  <c:v>45594.021527777782</c:v>
                </c:pt>
                <c:pt idx="47606">
                  <c:v>45793.365972222222</c:v>
                </c:pt>
                <c:pt idx="47607">
                  <c:v>45793.365972222222</c:v>
                </c:pt>
                <c:pt idx="47608">
                  <c:v>45356.756249999999</c:v>
                </c:pt>
                <c:pt idx="47609">
                  <c:v>45491.498611111107</c:v>
                </c:pt>
                <c:pt idx="47610">
                  <c:v>45749.686805555553</c:v>
                </c:pt>
                <c:pt idx="47611">
                  <c:v>45749.686805555553</c:v>
                </c:pt>
                <c:pt idx="47612">
                  <c:v>45657.722222222219</c:v>
                </c:pt>
                <c:pt idx="47613">
                  <c:v>45749.686805555553</c:v>
                </c:pt>
                <c:pt idx="47614">
                  <c:v>45425.574999999997</c:v>
                </c:pt>
                <c:pt idx="47615">
                  <c:v>45712.475694444453</c:v>
                </c:pt>
                <c:pt idx="47616">
                  <c:v>46019.002083333333</c:v>
                </c:pt>
                <c:pt idx="47617">
                  <c:v>45476.883333333331</c:v>
                </c:pt>
                <c:pt idx="47618">
                  <c:v>45692.247916666667</c:v>
                </c:pt>
                <c:pt idx="47619">
                  <c:v>45941.373611111107</c:v>
                </c:pt>
                <c:pt idx="47620">
                  <c:v>45539.800694444442</c:v>
                </c:pt>
                <c:pt idx="47621">
                  <c:v>45703.561805555553</c:v>
                </c:pt>
                <c:pt idx="47622">
                  <c:v>45861.393055555563</c:v>
                </c:pt>
                <c:pt idx="47623">
                  <c:v>45345.743750000001</c:v>
                </c:pt>
                <c:pt idx="47624">
                  <c:v>45835.904861111107</c:v>
                </c:pt>
                <c:pt idx="47625">
                  <c:v>45729.909722222219</c:v>
                </c:pt>
                <c:pt idx="47626">
                  <c:v>45744.324999999997</c:v>
                </c:pt>
                <c:pt idx="47627">
                  <c:v>45552.782638888893</c:v>
                </c:pt>
                <c:pt idx="47628">
                  <c:v>45788.925694444442</c:v>
                </c:pt>
                <c:pt idx="47629">
                  <c:v>45806.869444444441</c:v>
                </c:pt>
                <c:pt idx="47630">
                  <c:v>45895.463194444441</c:v>
                </c:pt>
                <c:pt idx="47631">
                  <c:v>45769.881249999999</c:v>
                </c:pt>
                <c:pt idx="47632">
                  <c:v>45372.979166666657</c:v>
                </c:pt>
                <c:pt idx="47633">
                  <c:v>45521.35833333333</c:v>
                </c:pt>
                <c:pt idx="47634">
                  <c:v>45440.818055555559</c:v>
                </c:pt>
                <c:pt idx="47635">
                  <c:v>45316.838194444441</c:v>
                </c:pt>
                <c:pt idx="47636">
                  <c:v>45582.847222222219</c:v>
                </c:pt>
                <c:pt idx="47637">
                  <c:v>45495.970138888893</c:v>
                </c:pt>
                <c:pt idx="47638">
                  <c:v>45456.957638888889</c:v>
                </c:pt>
                <c:pt idx="47639">
                  <c:v>45609.763888888891</c:v>
                </c:pt>
                <c:pt idx="47640">
                  <c:v>46006.382638888892</c:v>
                </c:pt>
                <c:pt idx="47641">
                  <c:v>46006.763194444437</c:v>
                </c:pt>
                <c:pt idx="47642">
                  <c:v>45816.90625</c:v>
                </c:pt>
                <c:pt idx="47643">
                  <c:v>45767.013888888891</c:v>
                </c:pt>
                <c:pt idx="47644">
                  <c:v>45903.73541666667</c:v>
                </c:pt>
                <c:pt idx="47645">
                  <c:v>45754.63958333333</c:v>
                </c:pt>
                <c:pt idx="47646">
                  <c:v>45776.740972222222</c:v>
                </c:pt>
                <c:pt idx="47647">
                  <c:v>45422.23333333333</c:v>
                </c:pt>
                <c:pt idx="47648">
                  <c:v>45981.265277777777</c:v>
                </c:pt>
                <c:pt idx="47649">
                  <c:v>45870.330555555563</c:v>
                </c:pt>
                <c:pt idx="47650">
                  <c:v>45937.345833333333</c:v>
                </c:pt>
                <c:pt idx="47651">
                  <c:v>45683.245138888888</c:v>
                </c:pt>
                <c:pt idx="47652">
                  <c:v>45468.357638888891</c:v>
                </c:pt>
                <c:pt idx="47653">
                  <c:v>45380.325694444437</c:v>
                </c:pt>
                <c:pt idx="47654">
                  <c:v>45784.254861111112</c:v>
                </c:pt>
                <c:pt idx="47655">
                  <c:v>45407.575694444437</c:v>
                </c:pt>
                <c:pt idx="47656">
                  <c:v>45653.373611111107</c:v>
                </c:pt>
                <c:pt idx="47657">
                  <c:v>45380.520138888889</c:v>
                </c:pt>
                <c:pt idx="47658">
                  <c:v>45765.629166666673</c:v>
                </c:pt>
                <c:pt idx="47659">
                  <c:v>45650.424305555563</c:v>
                </c:pt>
                <c:pt idx="47660">
                  <c:v>45619.572222222218</c:v>
                </c:pt>
                <c:pt idx="47661">
                  <c:v>45628.574999999997</c:v>
                </c:pt>
                <c:pt idx="47662">
                  <c:v>45644.107638888891</c:v>
                </c:pt>
                <c:pt idx="47663">
                  <c:v>45820.629861111112</c:v>
                </c:pt>
                <c:pt idx="47664">
                  <c:v>45701.588194444441</c:v>
                </c:pt>
                <c:pt idx="47665">
                  <c:v>45686.425694444442</c:v>
                </c:pt>
                <c:pt idx="47666">
                  <c:v>45973.581944444442</c:v>
                </c:pt>
                <c:pt idx="47667">
                  <c:v>45758.511805555558</c:v>
                </c:pt>
                <c:pt idx="47668">
                  <c:v>45924.286111111112</c:v>
                </c:pt>
                <c:pt idx="47669">
                  <c:v>45904.680555555547</c:v>
                </c:pt>
                <c:pt idx="47670">
                  <c:v>45729.434027777781</c:v>
                </c:pt>
                <c:pt idx="47671">
                  <c:v>45733.609027777777</c:v>
                </c:pt>
                <c:pt idx="47672">
                  <c:v>45866.411111111112</c:v>
                </c:pt>
                <c:pt idx="47673">
                  <c:v>45969.342361111107</c:v>
                </c:pt>
                <c:pt idx="47674">
                  <c:v>45956.745138888888</c:v>
                </c:pt>
                <c:pt idx="47675">
                  <c:v>45914.261805555558</c:v>
                </c:pt>
                <c:pt idx="47676">
                  <c:v>45878.720833333333</c:v>
                </c:pt>
                <c:pt idx="47677">
                  <c:v>45782.604166666657</c:v>
                </c:pt>
                <c:pt idx="47678">
                  <c:v>45766.644444444442</c:v>
                </c:pt>
                <c:pt idx="47679">
                  <c:v>45764.000694444447</c:v>
                </c:pt>
                <c:pt idx="47680">
                  <c:v>45675.940972222219</c:v>
                </c:pt>
                <c:pt idx="47681">
                  <c:v>45299.999305555553</c:v>
                </c:pt>
                <c:pt idx="47682">
                  <c:v>45948.813888888893</c:v>
                </c:pt>
                <c:pt idx="47683">
                  <c:v>45955.761111111111</c:v>
                </c:pt>
                <c:pt idx="47684">
                  <c:v>45773.549305555563</c:v>
                </c:pt>
                <c:pt idx="47685">
                  <c:v>45913.743055555547</c:v>
                </c:pt>
                <c:pt idx="47686">
                  <c:v>45894.419444444437</c:v>
                </c:pt>
                <c:pt idx="47687">
                  <c:v>45889.36041666667</c:v>
                </c:pt>
                <c:pt idx="47688">
                  <c:v>45915.575694444437</c:v>
                </c:pt>
                <c:pt idx="47689">
                  <c:v>45959.529861111107</c:v>
                </c:pt>
                <c:pt idx="47690">
                  <c:v>45846.46875</c:v>
                </c:pt>
                <c:pt idx="47691">
                  <c:v>45737.435416666667</c:v>
                </c:pt>
                <c:pt idx="47692">
                  <c:v>45932.455555555563</c:v>
                </c:pt>
                <c:pt idx="47693">
                  <c:v>45790.400000000001</c:v>
                </c:pt>
                <c:pt idx="47694">
                  <c:v>45653.481944444437</c:v>
                </c:pt>
                <c:pt idx="47695">
                  <c:v>45760.836805555547</c:v>
                </c:pt>
                <c:pt idx="47696">
                  <c:v>45715.402777777781</c:v>
                </c:pt>
                <c:pt idx="47697">
                  <c:v>45805.506944444453</c:v>
                </c:pt>
                <c:pt idx="47698">
                  <c:v>45697.434027777781</c:v>
                </c:pt>
                <c:pt idx="47699">
                  <c:v>45881.359722222223</c:v>
                </c:pt>
                <c:pt idx="47700">
                  <c:v>45861.737500000003</c:v>
                </c:pt>
                <c:pt idx="47701">
                  <c:v>45971.461111111108</c:v>
                </c:pt>
                <c:pt idx="47702">
                  <c:v>45905.45208333333</c:v>
                </c:pt>
                <c:pt idx="47703">
                  <c:v>45675.882638888892</c:v>
                </c:pt>
                <c:pt idx="47704">
                  <c:v>45817.565972222219</c:v>
                </c:pt>
                <c:pt idx="47705">
                  <c:v>45832.667361111111</c:v>
                </c:pt>
                <c:pt idx="47706">
                  <c:v>45990.585416666669</c:v>
                </c:pt>
                <c:pt idx="47707">
                  <c:v>45943.511805555558</c:v>
                </c:pt>
                <c:pt idx="47708">
                  <c:v>45893.54583333333</c:v>
                </c:pt>
                <c:pt idx="47709">
                  <c:v>45840.540972222218</c:v>
                </c:pt>
                <c:pt idx="47710">
                  <c:v>45720.868750000001</c:v>
                </c:pt>
                <c:pt idx="47711">
                  <c:v>45788.631944444453</c:v>
                </c:pt>
                <c:pt idx="47712">
                  <c:v>45759.611111111109</c:v>
                </c:pt>
                <c:pt idx="47713">
                  <c:v>45758.606944444437</c:v>
                </c:pt>
                <c:pt idx="47714">
                  <c:v>45709.327777777777</c:v>
                </c:pt>
                <c:pt idx="47715">
                  <c:v>45679.725694444453</c:v>
                </c:pt>
                <c:pt idx="47716">
                  <c:v>45706.708333333343</c:v>
                </c:pt>
                <c:pt idx="47717">
                  <c:v>45840.824999999997</c:v>
                </c:pt>
                <c:pt idx="47718">
                  <c:v>45660.285416666673</c:v>
                </c:pt>
                <c:pt idx="47719">
                  <c:v>45477.535416666673</c:v>
                </c:pt>
                <c:pt idx="47720">
                  <c:v>46008.788194444453</c:v>
                </c:pt>
                <c:pt idx="47721">
                  <c:v>45539.786805555559</c:v>
                </c:pt>
                <c:pt idx="47722">
                  <c:v>45909.831250000003</c:v>
                </c:pt>
                <c:pt idx="47723">
                  <c:v>45341.674305555563</c:v>
                </c:pt>
                <c:pt idx="47724">
                  <c:v>45792.262499999997</c:v>
                </c:pt>
                <c:pt idx="47725">
                  <c:v>45749.660416666673</c:v>
                </c:pt>
                <c:pt idx="47726">
                  <c:v>45625.236111111109</c:v>
                </c:pt>
                <c:pt idx="47727">
                  <c:v>45306.723611111112</c:v>
                </c:pt>
                <c:pt idx="47728">
                  <c:v>45960.785416666673</c:v>
                </c:pt>
                <c:pt idx="47729">
                  <c:v>46007.878472222219</c:v>
                </c:pt>
                <c:pt idx="47730">
                  <c:v>45967.631249999999</c:v>
                </c:pt>
                <c:pt idx="47731">
                  <c:v>45916.405555555553</c:v>
                </c:pt>
                <c:pt idx="47732">
                  <c:v>45711.708333333343</c:v>
                </c:pt>
                <c:pt idx="47733">
                  <c:v>45644.75</c:v>
                </c:pt>
                <c:pt idx="47734">
                  <c:v>45628.750694444447</c:v>
                </c:pt>
                <c:pt idx="47735">
                  <c:v>45960.730555555558</c:v>
                </c:pt>
                <c:pt idx="47736">
                  <c:v>45677.411111111112</c:v>
                </c:pt>
                <c:pt idx="47737">
                  <c:v>45300.706250000003</c:v>
                </c:pt>
                <c:pt idx="47738">
                  <c:v>45709.297222222223</c:v>
                </c:pt>
                <c:pt idx="47739">
                  <c:v>45406.296527777777</c:v>
                </c:pt>
                <c:pt idx="47740">
                  <c:v>45317.533333333333</c:v>
                </c:pt>
                <c:pt idx="47741">
                  <c:v>45293.025000000001</c:v>
                </c:pt>
                <c:pt idx="47742">
                  <c:v>45558.527083333327</c:v>
                </c:pt>
                <c:pt idx="47743">
                  <c:v>45698.431250000001</c:v>
                </c:pt>
                <c:pt idx="47744">
                  <c:v>45541.559027777781</c:v>
                </c:pt>
                <c:pt idx="47745">
                  <c:v>45455.517361111109</c:v>
                </c:pt>
                <c:pt idx="47746">
                  <c:v>45432.609722222223</c:v>
                </c:pt>
                <c:pt idx="47747">
                  <c:v>45378.55</c:v>
                </c:pt>
                <c:pt idx="47748">
                  <c:v>45519.541666666657</c:v>
                </c:pt>
                <c:pt idx="47749">
                  <c:v>45601.29791666667</c:v>
                </c:pt>
                <c:pt idx="47750">
                  <c:v>45684.29583333333</c:v>
                </c:pt>
                <c:pt idx="47751">
                  <c:v>45496.54791666667</c:v>
                </c:pt>
                <c:pt idx="47752">
                  <c:v>45642.527083333327</c:v>
                </c:pt>
                <c:pt idx="47753">
                  <c:v>45719.423611111109</c:v>
                </c:pt>
                <c:pt idx="47754">
                  <c:v>45474.27847222222</c:v>
                </c:pt>
                <c:pt idx="47755">
                  <c:v>45580.3</c:v>
                </c:pt>
                <c:pt idx="47756">
                  <c:v>45621.679166666669</c:v>
                </c:pt>
                <c:pt idx="47757">
                  <c:v>45663.529166666667</c:v>
                </c:pt>
                <c:pt idx="47758">
                  <c:v>45347.602083333331</c:v>
                </c:pt>
                <c:pt idx="47759">
                  <c:v>45989.824999999997</c:v>
                </c:pt>
                <c:pt idx="47760">
                  <c:v>45972.274305555547</c:v>
                </c:pt>
                <c:pt idx="47761">
                  <c:v>45787.583333333343</c:v>
                </c:pt>
                <c:pt idx="47762">
                  <c:v>45768.742361111108</c:v>
                </c:pt>
                <c:pt idx="47763">
                  <c:v>45978.373611111107</c:v>
                </c:pt>
                <c:pt idx="47764">
                  <c:v>45896.444444444453</c:v>
                </c:pt>
                <c:pt idx="47765">
                  <c:v>45565.375</c:v>
                </c:pt>
                <c:pt idx="47766">
                  <c:v>45682.414583333331</c:v>
                </c:pt>
                <c:pt idx="47767">
                  <c:v>45708.400694444441</c:v>
                </c:pt>
                <c:pt idx="47768">
                  <c:v>46005.681250000001</c:v>
                </c:pt>
                <c:pt idx="47769">
                  <c:v>45776.936805555553</c:v>
                </c:pt>
                <c:pt idx="47770">
                  <c:v>45396.806250000001</c:v>
                </c:pt>
                <c:pt idx="47771">
                  <c:v>45474.553472222222</c:v>
                </c:pt>
                <c:pt idx="47772">
                  <c:v>45895.713888888888</c:v>
                </c:pt>
                <c:pt idx="47773">
                  <c:v>45596.408333333333</c:v>
                </c:pt>
                <c:pt idx="47774">
                  <c:v>45450.598611111112</c:v>
                </c:pt>
                <c:pt idx="47775">
                  <c:v>45436.515277777777</c:v>
                </c:pt>
                <c:pt idx="47776">
                  <c:v>45366.763888888891</c:v>
                </c:pt>
                <c:pt idx="47777">
                  <c:v>45693.539583333331</c:v>
                </c:pt>
                <c:pt idx="47778">
                  <c:v>45701.65902777778</c:v>
                </c:pt>
                <c:pt idx="47779">
                  <c:v>45839.935416666667</c:v>
                </c:pt>
                <c:pt idx="47780">
                  <c:v>45762.438194444447</c:v>
                </c:pt>
                <c:pt idx="47781">
                  <c:v>45376.051388888889</c:v>
                </c:pt>
                <c:pt idx="47782">
                  <c:v>45683.603472222218</c:v>
                </c:pt>
                <c:pt idx="47783">
                  <c:v>45592.9375</c:v>
                </c:pt>
                <c:pt idx="47784">
                  <c:v>45720.448611111111</c:v>
                </c:pt>
                <c:pt idx="47785">
                  <c:v>45355.956944444442</c:v>
                </c:pt>
                <c:pt idx="47786">
                  <c:v>45413.43472222222</c:v>
                </c:pt>
                <c:pt idx="47787">
                  <c:v>45488.947222222218</c:v>
                </c:pt>
                <c:pt idx="47788">
                  <c:v>45451.210416666669</c:v>
                </c:pt>
                <c:pt idx="47789">
                  <c:v>45720.448611111111</c:v>
                </c:pt>
                <c:pt idx="47790">
                  <c:v>45451.210416666669</c:v>
                </c:pt>
                <c:pt idx="47791">
                  <c:v>45488.947222222218</c:v>
                </c:pt>
                <c:pt idx="47792">
                  <c:v>45823.060416666667</c:v>
                </c:pt>
                <c:pt idx="47793">
                  <c:v>45355.956944444442</c:v>
                </c:pt>
                <c:pt idx="47794">
                  <c:v>45823.060416666667</c:v>
                </c:pt>
                <c:pt idx="47795">
                  <c:v>45413.43472222222</c:v>
                </c:pt>
                <c:pt idx="47796">
                  <c:v>45420.4</c:v>
                </c:pt>
                <c:pt idx="47797">
                  <c:v>45632.895833333343</c:v>
                </c:pt>
                <c:pt idx="47798">
                  <c:v>45632.895833333343</c:v>
                </c:pt>
                <c:pt idx="47799">
                  <c:v>45911.363888888889</c:v>
                </c:pt>
                <c:pt idx="47800">
                  <c:v>45523.335416666669</c:v>
                </c:pt>
                <c:pt idx="47801">
                  <c:v>45294.566666666673</c:v>
                </c:pt>
                <c:pt idx="47802">
                  <c:v>45294.566666666673</c:v>
                </c:pt>
                <c:pt idx="47803">
                  <c:v>45420.4</c:v>
                </c:pt>
                <c:pt idx="47804">
                  <c:v>45807.481944444437</c:v>
                </c:pt>
                <c:pt idx="47805">
                  <c:v>45796.371527777781</c:v>
                </c:pt>
                <c:pt idx="47806">
                  <c:v>46000.09375</c:v>
                </c:pt>
                <c:pt idx="47807">
                  <c:v>45523.335416666669</c:v>
                </c:pt>
                <c:pt idx="47808">
                  <c:v>46000.09375</c:v>
                </c:pt>
                <c:pt idx="47809">
                  <c:v>45859.341666666667</c:v>
                </c:pt>
                <c:pt idx="47810">
                  <c:v>45669.906944444447</c:v>
                </c:pt>
                <c:pt idx="47811">
                  <c:v>45669.906944444447</c:v>
                </c:pt>
                <c:pt idx="47812">
                  <c:v>45859.341666666667</c:v>
                </c:pt>
                <c:pt idx="47813">
                  <c:v>45796.371527777781</c:v>
                </c:pt>
                <c:pt idx="47814">
                  <c:v>45807.481944444437</c:v>
                </c:pt>
                <c:pt idx="47815">
                  <c:v>45405.339583333327</c:v>
                </c:pt>
                <c:pt idx="47816">
                  <c:v>45405.339583333327</c:v>
                </c:pt>
                <c:pt idx="47817">
                  <c:v>45911.363888888889</c:v>
                </c:pt>
                <c:pt idx="47818">
                  <c:v>45592.9375</c:v>
                </c:pt>
                <c:pt idx="47819">
                  <c:v>45995.86041666667</c:v>
                </c:pt>
                <c:pt idx="47820">
                  <c:v>45995.86041666667</c:v>
                </c:pt>
                <c:pt idx="47821">
                  <c:v>45985.645138888889</c:v>
                </c:pt>
                <c:pt idx="47822">
                  <c:v>45945.765277777777</c:v>
                </c:pt>
                <c:pt idx="47823">
                  <c:v>45753.97152777778</c:v>
                </c:pt>
                <c:pt idx="47824">
                  <c:v>45868.607638888891</c:v>
                </c:pt>
                <c:pt idx="47825">
                  <c:v>45507.088888888888</c:v>
                </c:pt>
                <c:pt idx="47826">
                  <c:v>45692.836111111108</c:v>
                </c:pt>
                <c:pt idx="47827">
                  <c:v>45635.75277777778</c:v>
                </c:pt>
                <c:pt idx="47828">
                  <c:v>45747.063888888893</c:v>
                </c:pt>
                <c:pt idx="47829">
                  <c:v>45800.844444444447</c:v>
                </c:pt>
                <c:pt idx="47830">
                  <c:v>45546.9</c:v>
                </c:pt>
                <c:pt idx="47831">
                  <c:v>45717.965277777781</c:v>
                </c:pt>
                <c:pt idx="47832">
                  <c:v>45533.991666666669</c:v>
                </c:pt>
                <c:pt idx="47833">
                  <c:v>45680.833333333343</c:v>
                </c:pt>
                <c:pt idx="47834">
                  <c:v>45585.057638888888</c:v>
                </c:pt>
                <c:pt idx="47835">
                  <c:v>45598.813888888893</c:v>
                </c:pt>
                <c:pt idx="47836">
                  <c:v>45775.726388888892</c:v>
                </c:pt>
                <c:pt idx="47837">
                  <c:v>45759.45208333333</c:v>
                </c:pt>
                <c:pt idx="47838">
                  <c:v>45756.026388888888</c:v>
                </c:pt>
                <c:pt idx="47839">
                  <c:v>45686.625</c:v>
                </c:pt>
                <c:pt idx="47840">
                  <c:v>45981.775000000001</c:v>
                </c:pt>
                <c:pt idx="47841">
                  <c:v>45915.829861111109</c:v>
                </c:pt>
                <c:pt idx="47842">
                  <c:v>45910.976388888892</c:v>
                </c:pt>
                <c:pt idx="47843">
                  <c:v>45885.597916666673</c:v>
                </c:pt>
                <c:pt idx="47844">
                  <c:v>45866.923611111109</c:v>
                </c:pt>
                <c:pt idx="47845">
                  <c:v>45941.722222222219</c:v>
                </c:pt>
                <c:pt idx="47846">
                  <c:v>46006.556250000001</c:v>
                </c:pt>
                <c:pt idx="47847">
                  <c:v>45989.465277777781</c:v>
                </c:pt>
                <c:pt idx="47848">
                  <c:v>45830.011805555558</c:v>
                </c:pt>
                <c:pt idx="47849">
                  <c:v>45969.660416666673</c:v>
                </c:pt>
                <c:pt idx="47850">
                  <c:v>45854.732638888891</c:v>
                </c:pt>
                <c:pt idx="47851">
                  <c:v>45924.540277777778</c:v>
                </c:pt>
                <c:pt idx="47852">
                  <c:v>45807.490277777782</c:v>
                </c:pt>
                <c:pt idx="47853">
                  <c:v>45957.82916666667</c:v>
                </c:pt>
                <c:pt idx="47854">
                  <c:v>45837.7</c:v>
                </c:pt>
                <c:pt idx="47855">
                  <c:v>45932.490277777782</c:v>
                </c:pt>
                <c:pt idx="47856">
                  <c:v>45877.036805555559</c:v>
                </c:pt>
                <c:pt idx="47857">
                  <c:v>45923.525694444441</c:v>
                </c:pt>
                <c:pt idx="47858">
                  <c:v>45912.65625</c:v>
                </c:pt>
                <c:pt idx="47859">
                  <c:v>45733.275000000001</c:v>
                </c:pt>
                <c:pt idx="47860">
                  <c:v>45775.585416666669</c:v>
                </c:pt>
                <c:pt idx="47861">
                  <c:v>45743.429861111108</c:v>
                </c:pt>
                <c:pt idx="47862">
                  <c:v>45720.651388888888</c:v>
                </c:pt>
                <c:pt idx="47863">
                  <c:v>45739.431944444441</c:v>
                </c:pt>
                <c:pt idx="47864">
                  <c:v>45693.560416666667</c:v>
                </c:pt>
                <c:pt idx="47865">
                  <c:v>45641.01666666667</c:v>
                </c:pt>
                <c:pt idx="47866">
                  <c:v>45947.443749999999</c:v>
                </c:pt>
                <c:pt idx="47867">
                  <c:v>45317.543055555558</c:v>
                </c:pt>
                <c:pt idx="47868">
                  <c:v>45554.365277777782</c:v>
                </c:pt>
                <c:pt idx="47869">
                  <c:v>45581.384027777778</c:v>
                </c:pt>
                <c:pt idx="47870">
                  <c:v>45752.615277777782</c:v>
                </c:pt>
                <c:pt idx="47871">
                  <c:v>45979.497916666667</c:v>
                </c:pt>
                <c:pt idx="47872">
                  <c:v>45878.771527777782</c:v>
                </c:pt>
                <c:pt idx="47873">
                  <c:v>45402.455555555563</c:v>
                </c:pt>
                <c:pt idx="47874">
                  <c:v>45914.588888888888</c:v>
                </c:pt>
                <c:pt idx="47875">
                  <c:v>45784.600694444453</c:v>
                </c:pt>
                <c:pt idx="47876">
                  <c:v>45373.522222222222</c:v>
                </c:pt>
                <c:pt idx="47877">
                  <c:v>45814.524305555547</c:v>
                </c:pt>
                <c:pt idx="47878">
                  <c:v>45427.607638888891</c:v>
                </c:pt>
                <c:pt idx="47879">
                  <c:v>45732.494444444441</c:v>
                </c:pt>
                <c:pt idx="47880">
                  <c:v>45322.570833333331</c:v>
                </c:pt>
                <c:pt idx="47881">
                  <c:v>45458.573611111111</c:v>
                </c:pt>
                <c:pt idx="47882">
                  <c:v>45485.604166666657</c:v>
                </c:pt>
                <c:pt idx="47883">
                  <c:v>46010.8</c:v>
                </c:pt>
                <c:pt idx="47884">
                  <c:v>45347.520833333343</c:v>
                </c:pt>
                <c:pt idx="47885">
                  <c:v>45607.342361111107</c:v>
                </c:pt>
                <c:pt idx="47886">
                  <c:v>45522.710416666669</c:v>
                </c:pt>
                <c:pt idx="47887">
                  <c:v>45704.475694444453</c:v>
                </c:pt>
                <c:pt idx="47888">
                  <c:v>45673.65625</c:v>
                </c:pt>
                <c:pt idx="47889">
                  <c:v>45629.668055555558</c:v>
                </c:pt>
                <c:pt idx="47890">
                  <c:v>45614.788194444453</c:v>
                </c:pt>
                <c:pt idx="47891">
                  <c:v>45609.793749999997</c:v>
                </c:pt>
                <c:pt idx="47892">
                  <c:v>45562.425694444442</c:v>
                </c:pt>
                <c:pt idx="47893">
                  <c:v>45869.963194444441</c:v>
                </c:pt>
                <c:pt idx="47894">
                  <c:v>45752.84652777778</c:v>
                </c:pt>
                <c:pt idx="47895">
                  <c:v>45623.95416666667</c:v>
                </c:pt>
                <c:pt idx="47896">
                  <c:v>45298.463888888888</c:v>
                </c:pt>
                <c:pt idx="47897">
                  <c:v>45315.788194444453</c:v>
                </c:pt>
                <c:pt idx="47898">
                  <c:v>45340.611805555563</c:v>
                </c:pt>
                <c:pt idx="47899">
                  <c:v>45769.663888888892</c:v>
                </c:pt>
                <c:pt idx="47900">
                  <c:v>45762.879166666673</c:v>
                </c:pt>
                <c:pt idx="47901">
                  <c:v>45776.870833333327</c:v>
                </c:pt>
                <c:pt idx="47902">
                  <c:v>45828.612500000003</c:v>
                </c:pt>
                <c:pt idx="47903">
                  <c:v>45740.531944444447</c:v>
                </c:pt>
                <c:pt idx="47904">
                  <c:v>45719.293749999997</c:v>
                </c:pt>
                <c:pt idx="47905">
                  <c:v>46011.844444444447</c:v>
                </c:pt>
                <c:pt idx="47906">
                  <c:v>45571.826388888891</c:v>
                </c:pt>
                <c:pt idx="47907">
                  <c:v>45628.86041666667</c:v>
                </c:pt>
                <c:pt idx="47908">
                  <c:v>45895.629861111112</c:v>
                </c:pt>
                <c:pt idx="47909">
                  <c:v>45880.461111111108</c:v>
                </c:pt>
                <c:pt idx="47910">
                  <c:v>45691.533333333333</c:v>
                </c:pt>
                <c:pt idx="47911">
                  <c:v>45818.51666666667</c:v>
                </c:pt>
                <c:pt idx="47912">
                  <c:v>45546.571527777778</c:v>
                </c:pt>
                <c:pt idx="47913">
                  <c:v>45602.855555555558</c:v>
                </c:pt>
                <c:pt idx="47914">
                  <c:v>45729.42083333333</c:v>
                </c:pt>
                <c:pt idx="47915">
                  <c:v>45553.773611111108</c:v>
                </c:pt>
                <c:pt idx="47916">
                  <c:v>45799.025694444441</c:v>
                </c:pt>
                <c:pt idx="47917">
                  <c:v>45862.063888888893</c:v>
                </c:pt>
                <c:pt idx="47918">
                  <c:v>45593.561111111107</c:v>
                </c:pt>
                <c:pt idx="47919">
                  <c:v>45952.602777777778</c:v>
                </c:pt>
                <c:pt idx="47920">
                  <c:v>45624.729166666657</c:v>
                </c:pt>
                <c:pt idx="47921">
                  <c:v>45988.478472222218</c:v>
                </c:pt>
                <c:pt idx="47922">
                  <c:v>45579.888194444437</c:v>
                </c:pt>
                <c:pt idx="47923">
                  <c:v>45922.79791666667</c:v>
                </c:pt>
                <c:pt idx="47924">
                  <c:v>45839.507638888892</c:v>
                </c:pt>
                <c:pt idx="47925">
                  <c:v>45764.861111111109</c:v>
                </c:pt>
                <c:pt idx="47926">
                  <c:v>45661.624305555553</c:v>
                </c:pt>
                <c:pt idx="47927">
                  <c:v>45528.075694444437</c:v>
                </c:pt>
                <c:pt idx="47928">
                  <c:v>45874.571527777778</c:v>
                </c:pt>
                <c:pt idx="47929">
                  <c:v>45682.654861111107</c:v>
                </c:pt>
                <c:pt idx="47930">
                  <c:v>46009.689583333333</c:v>
                </c:pt>
                <c:pt idx="47931">
                  <c:v>45618.973611111112</c:v>
                </c:pt>
                <c:pt idx="47932">
                  <c:v>45682.143750000003</c:v>
                </c:pt>
                <c:pt idx="47933">
                  <c:v>45964.53402777778</c:v>
                </c:pt>
                <c:pt idx="47934">
                  <c:v>45700.902777777781</c:v>
                </c:pt>
                <c:pt idx="47935">
                  <c:v>45784.64166666667</c:v>
                </c:pt>
                <c:pt idx="47936">
                  <c:v>45784.64166666667</c:v>
                </c:pt>
                <c:pt idx="47937">
                  <c:v>45773.990277777782</c:v>
                </c:pt>
                <c:pt idx="47938">
                  <c:v>45773.990277777782</c:v>
                </c:pt>
                <c:pt idx="47939">
                  <c:v>45827.438888888893</c:v>
                </c:pt>
                <c:pt idx="47940">
                  <c:v>45975.490972222222</c:v>
                </c:pt>
                <c:pt idx="47941">
                  <c:v>45351.818055555559</c:v>
                </c:pt>
                <c:pt idx="47942">
                  <c:v>45797.85833333333</c:v>
                </c:pt>
                <c:pt idx="47943">
                  <c:v>45733.836111111108</c:v>
                </c:pt>
                <c:pt idx="47944">
                  <c:v>45712.802777777782</c:v>
                </c:pt>
                <c:pt idx="47945">
                  <c:v>45953.306250000001</c:v>
                </c:pt>
                <c:pt idx="47946">
                  <c:v>45976.340277777781</c:v>
                </c:pt>
                <c:pt idx="47947">
                  <c:v>46003.875694444447</c:v>
                </c:pt>
                <c:pt idx="47948">
                  <c:v>45903.761111111111</c:v>
                </c:pt>
                <c:pt idx="47949">
                  <c:v>45959.36041666667</c:v>
                </c:pt>
                <c:pt idx="47950">
                  <c:v>45918.844444444447</c:v>
                </c:pt>
                <c:pt idx="47951">
                  <c:v>45305.780555555553</c:v>
                </c:pt>
                <c:pt idx="47952">
                  <c:v>45932.804166666669</c:v>
                </c:pt>
                <c:pt idx="47953">
                  <c:v>45312.881944444453</c:v>
                </c:pt>
                <c:pt idx="47954">
                  <c:v>45334.807638888888</c:v>
                </c:pt>
                <c:pt idx="47955">
                  <c:v>45993.822222222218</c:v>
                </c:pt>
                <c:pt idx="47956">
                  <c:v>46013.673611111109</c:v>
                </c:pt>
                <c:pt idx="47957">
                  <c:v>45862.851388888892</c:v>
                </c:pt>
                <c:pt idx="47958">
                  <c:v>45847.842361111107</c:v>
                </c:pt>
                <c:pt idx="47959">
                  <c:v>45765.509722222218</c:v>
                </c:pt>
                <c:pt idx="47960">
                  <c:v>45833.85</c:v>
                </c:pt>
                <c:pt idx="47961">
                  <c:v>45769.504166666673</c:v>
                </c:pt>
                <c:pt idx="47962">
                  <c:v>45689.974999999999</c:v>
                </c:pt>
                <c:pt idx="47963">
                  <c:v>45970.056250000001</c:v>
                </c:pt>
                <c:pt idx="47964">
                  <c:v>45828.695138888892</c:v>
                </c:pt>
                <c:pt idx="47965">
                  <c:v>45905.723611111112</c:v>
                </c:pt>
                <c:pt idx="47966">
                  <c:v>45659.775000000001</c:v>
                </c:pt>
                <c:pt idx="47967">
                  <c:v>45739.87222222222</c:v>
                </c:pt>
                <c:pt idx="47968">
                  <c:v>45489.070138888892</c:v>
                </c:pt>
                <c:pt idx="47969">
                  <c:v>45923.102777777778</c:v>
                </c:pt>
                <c:pt idx="47970">
                  <c:v>45791.9</c:v>
                </c:pt>
                <c:pt idx="47971">
                  <c:v>45688.486111111109</c:v>
                </c:pt>
                <c:pt idx="47972">
                  <c:v>45690.774305555547</c:v>
                </c:pt>
                <c:pt idx="47973">
                  <c:v>45763.727083333331</c:v>
                </c:pt>
                <c:pt idx="47974">
                  <c:v>45738.157638888893</c:v>
                </c:pt>
                <c:pt idx="47975">
                  <c:v>45313.752083333333</c:v>
                </c:pt>
                <c:pt idx="47976">
                  <c:v>45541.552777777782</c:v>
                </c:pt>
                <c:pt idx="47977">
                  <c:v>45597.033333333333</c:v>
                </c:pt>
                <c:pt idx="47978">
                  <c:v>45615.606944444437</c:v>
                </c:pt>
                <c:pt idx="47979">
                  <c:v>45352.378472222219</c:v>
                </c:pt>
                <c:pt idx="47980">
                  <c:v>45443.390277777777</c:v>
                </c:pt>
                <c:pt idx="47981">
                  <c:v>45505.068749999999</c:v>
                </c:pt>
                <c:pt idx="47982">
                  <c:v>45471.385416666657</c:v>
                </c:pt>
                <c:pt idx="47983">
                  <c:v>45657.120138888888</c:v>
                </c:pt>
                <c:pt idx="47984">
                  <c:v>45671.851388888892</c:v>
                </c:pt>
                <c:pt idx="47985">
                  <c:v>45576.443055555559</c:v>
                </c:pt>
                <c:pt idx="47986">
                  <c:v>45534.149305555547</c:v>
                </c:pt>
                <c:pt idx="47987">
                  <c:v>45736.395138888889</c:v>
                </c:pt>
                <c:pt idx="47988">
                  <c:v>45671.835416666669</c:v>
                </c:pt>
                <c:pt idx="47989">
                  <c:v>45716.14166666667</c:v>
                </c:pt>
                <c:pt idx="47990">
                  <c:v>45412.919444444437</c:v>
                </c:pt>
                <c:pt idx="47991">
                  <c:v>45698.805555555547</c:v>
                </c:pt>
                <c:pt idx="47992">
                  <c:v>45676.005555555559</c:v>
                </c:pt>
                <c:pt idx="47993">
                  <c:v>45497.551388888889</c:v>
                </c:pt>
                <c:pt idx="47994">
                  <c:v>45907.418749999997</c:v>
                </c:pt>
                <c:pt idx="47995">
                  <c:v>45897.538888888892</c:v>
                </c:pt>
                <c:pt idx="47996">
                  <c:v>45742.472916666673</c:v>
                </c:pt>
                <c:pt idx="47997">
                  <c:v>45786.511805555558</c:v>
                </c:pt>
                <c:pt idx="47998">
                  <c:v>45486.246527777781</c:v>
                </c:pt>
                <c:pt idx="47999">
                  <c:v>45867.963888888888</c:v>
                </c:pt>
                <c:pt idx="48000">
                  <c:v>45798.861805555563</c:v>
                </c:pt>
                <c:pt idx="48001">
                  <c:v>45791.151388888888</c:v>
                </c:pt>
                <c:pt idx="48002">
                  <c:v>45598.935416666667</c:v>
                </c:pt>
                <c:pt idx="48003">
                  <c:v>45664.720833333333</c:v>
                </c:pt>
                <c:pt idx="48004">
                  <c:v>45835.640277777777</c:v>
                </c:pt>
                <c:pt idx="48005">
                  <c:v>45641.834722222222</c:v>
                </c:pt>
                <c:pt idx="48006">
                  <c:v>45742.589583333327</c:v>
                </c:pt>
                <c:pt idx="48007">
                  <c:v>45892.768055555563</c:v>
                </c:pt>
                <c:pt idx="48008">
                  <c:v>45806.817361111112</c:v>
                </c:pt>
                <c:pt idx="48009">
                  <c:v>46012.415277777778</c:v>
                </c:pt>
                <c:pt idx="48010">
                  <c:v>45541.821527777778</c:v>
                </c:pt>
                <c:pt idx="48011">
                  <c:v>45932.834722222222</c:v>
                </c:pt>
                <c:pt idx="48012">
                  <c:v>45966.85833333333</c:v>
                </c:pt>
                <c:pt idx="48013">
                  <c:v>45733.72152777778</c:v>
                </c:pt>
                <c:pt idx="48014">
                  <c:v>45515.355555555558</c:v>
                </c:pt>
                <c:pt idx="48015">
                  <c:v>45772.345833333333</c:v>
                </c:pt>
                <c:pt idx="48016">
                  <c:v>45852.459722222222</c:v>
                </c:pt>
                <c:pt idx="48017">
                  <c:v>45870.505555555559</c:v>
                </c:pt>
                <c:pt idx="48018">
                  <c:v>45622.95</c:v>
                </c:pt>
                <c:pt idx="48019">
                  <c:v>45690.339583333327</c:v>
                </c:pt>
                <c:pt idx="48020">
                  <c:v>45568.679166666669</c:v>
                </c:pt>
                <c:pt idx="48021">
                  <c:v>45704.793749999997</c:v>
                </c:pt>
                <c:pt idx="48022">
                  <c:v>45649.781944444447</c:v>
                </c:pt>
                <c:pt idx="48023">
                  <c:v>45714.745138888888</c:v>
                </c:pt>
                <c:pt idx="48024">
                  <c:v>45744.853472222218</c:v>
                </c:pt>
                <c:pt idx="48025">
                  <c:v>45703.838888888888</c:v>
                </c:pt>
                <c:pt idx="48026">
                  <c:v>45698.645138888889</c:v>
                </c:pt>
                <c:pt idx="48027">
                  <c:v>45608.499305555553</c:v>
                </c:pt>
                <c:pt idx="48028">
                  <c:v>45373.558333333327</c:v>
                </c:pt>
                <c:pt idx="48029">
                  <c:v>45313.802777777782</c:v>
                </c:pt>
                <c:pt idx="48030">
                  <c:v>45959.315972222219</c:v>
                </c:pt>
                <c:pt idx="48031">
                  <c:v>45636.404861111107</c:v>
                </c:pt>
                <c:pt idx="48032">
                  <c:v>45506.414583333331</c:v>
                </c:pt>
                <c:pt idx="48033">
                  <c:v>45422.448611111111</c:v>
                </c:pt>
                <c:pt idx="48034">
                  <c:v>45691.744444444441</c:v>
                </c:pt>
                <c:pt idx="48035">
                  <c:v>45690.840277777781</c:v>
                </c:pt>
                <c:pt idx="48036">
                  <c:v>45964.511805555558</c:v>
                </c:pt>
                <c:pt idx="48037">
                  <c:v>45924.445138888892</c:v>
                </c:pt>
                <c:pt idx="48038">
                  <c:v>45710.587500000001</c:v>
                </c:pt>
                <c:pt idx="48039">
                  <c:v>45770.895138888889</c:v>
                </c:pt>
                <c:pt idx="48040">
                  <c:v>45702.436111111107</c:v>
                </c:pt>
                <c:pt idx="48041">
                  <c:v>45558.489583333343</c:v>
                </c:pt>
                <c:pt idx="48042">
                  <c:v>45999.453472222223</c:v>
                </c:pt>
                <c:pt idx="48043">
                  <c:v>45335.546527777777</c:v>
                </c:pt>
                <c:pt idx="48044">
                  <c:v>45440.604861111111</c:v>
                </c:pt>
                <c:pt idx="48045">
                  <c:v>45702.449305555558</c:v>
                </c:pt>
                <c:pt idx="48046">
                  <c:v>45966.463194444441</c:v>
                </c:pt>
                <c:pt idx="48047">
                  <c:v>45697.666666666657</c:v>
                </c:pt>
                <c:pt idx="48048">
                  <c:v>45738.763194444437</c:v>
                </c:pt>
                <c:pt idx="48049">
                  <c:v>45711.786805555559</c:v>
                </c:pt>
                <c:pt idx="48050">
                  <c:v>45712.86041666667</c:v>
                </c:pt>
                <c:pt idx="48051">
                  <c:v>45425.265277777777</c:v>
                </c:pt>
                <c:pt idx="48052">
                  <c:v>45609.941666666673</c:v>
                </c:pt>
                <c:pt idx="48053">
                  <c:v>45662.71875</c:v>
                </c:pt>
                <c:pt idx="48054">
                  <c:v>45783.620833333327</c:v>
                </c:pt>
                <c:pt idx="48055">
                  <c:v>45685.918055555558</c:v>
                </c:pt>
                <c:pt idx="48056">
                  <c:v>45807.660416666673</c:v>
                </c:pt>
                <c:pt idx="48057">
                  <c:v>45992.609722222223</c:v>
                </c:pt>
                <c:pt idx="48058">
                  <c:v>45327.643055555563</c:v>
                </c:pt>
                <c:pt idx="48059">
                  <c:v>45814.45208333333</c:v>
                </c:pt>
                <c:pt idx="48060">
                  <c:v>45588.944444444453</c:v>
                </c:pt>
                <c:pt idx="48061">
                  <c:v>45696.830555555563</c:v>
                </c:pt>
                <c:pt idx="48062">
                  <c:v>45938.543055555558</c:v>
                </c:pt>
                <c:pt idx="48063">
                  <c:v>45537.667361111111</c:v>
                </c:pt>
                <c:pt idx="48064">
                  <c:v>45497.690972222219</c:v>
                </c:pt>
                <c:pt idx="48065">
                  <c:v>45974.568055555559</c:v>
                </c:pt>
                <c:pt idx="48066">
                  <c:v>45973.726388888892</c:v>
                </c:pt>
                <c:pt idx="48067">
                  <c:v>45716.486805555563</c:v>
                </c:pt>
                <c:pt idx="48068">
                  <c:v>45988.800000000003</c:v>
                </c:pt>
                <c:pt idx="48069">
                  <c:v>45922.747916666667</c:v>
                </c:pt>
                <c:pt idx="48070">
                  <c:v>45707.745138888888</c:v>
                </c:pt>
                <c:pt idx="48071">
                  <c:v>45696.802083333343</c:v>
                </c:pt>
                <c:pt idx="48072">
                  <c:v>45790.888888888891</c:v>
                </c:pt>
                <c:pt idx="48073">
                  <c:v>45640.470833333333</c:v>
                </c:pt>
                <c:pt idx="48074">
                  <c:v>45981.270833333343</c:v>
                </c:pt>
                <c:pt idx="48075">
                  <c:v>45712.730555555558</c:v>
                </c:pt>
                <c:pt idx="48076">
                  <c:v>45516.74722222222</c:v>
                </c:pt>
                <c:pt idx="48077">
                  <c:v>45883.849305555559</c:v>
                </c:pt>
                <c:pt idx="48078">
                  <c:v>45786.468055555553</c:v>
                </c:pt>
                <c:pt idx="48079">
                  <c:v>45447.524305555547</c:v>
                </c:pt>
                <c:pt idx="48080">
                  <c:v>45461.745833333327</c:v>
                </c:pt>
                <c:pt idx="48081">
                  <c:v>45655.135416666657</c:v>
                </c:pt>
                <c:pt idx="48082">
                  <c:v>45949.697916666657</c:v>
                </c:pt>
                <c:pt idx="48083">
                  <c:v>45809.895833333343</c:v>
                </c:pt>
                <c:pt idx="48084">
                  <c:v>45566.76458333333</c:v>
                </c:pt>
                <c:pt idx="48085">
                  <c:v>46008.912499999999</c:v>
                </c:pt>
                <c:pt idx="48086">
                  <c:v>45968.568055555559</c:v>
                </c:pt>
                <c:pt idx="48087">
                  <c:v>45936.547222222223</c:v>
                </c:pt>
                <c:pt idx="48088">
                  <c:v>45818.797222222223</c:v>
                </c:pt>
                <c:pt idx="48089">
                  <c:v>45828.630555555559</c:v>
                </c:pt>
                <c:pt idx="48090">
                  <c:v>45782.472916666673</c:v>
                </c:pt>
                <c:pt idx="48091">
                  <c:v>45460.38958333333</c:v>
                </c:pt>
                <c:pt idx="48092">
                  <c:v>45927.51458333333</c:v>
                </c:pt>
                <c:pt idx="48093">
                  <c:v>45954.62222222222</c:v>
                </c:pt>
                <c:pt idx="48094">
                  <c:v>45339.368055555547</c:v>
                </c:pt>
                <c:pt idx="48095">
                  <c:v>45418.765277777777</c:v>
                </c:pt>
                <c:pt idx="48096">
                  <c:v>45880.632638888892</c:v>
                </c:pt>
                <c:pt idx="48097">
                  <c:v>45531.615972222222</c:v>
                </c:pt>
                <c:pt idx="48098">
                  <c:v>45590.654166666667</c:v>
                </c:pt>
                <c:pt idx="48099">
                  <c:v>46009.614583333343</c:v>
                </c:pt>
                <c:pt idx="48100">
                  <c:v>45720.463888888888</c:v>
                </c:pt>
                <c:pt idx="48101">
                  <c:v>45971.308333333327</c:v>
                </c:pt>
                <c:pt idx="48102">
                  <c:v>45675.407638888893</c:v>
                </c:pt>
                <c:pt idx="48103">
                  <c:v>45380.361805555563</c:v>
                </c:pt>
                <c:pt idx="48104">
                  <c:v>45492.566666666673</c:v>
                </c:pt>
                <c:pt idx="48105">
                  <c:v>45812.549305555563</c:v>
                </c:pt>
                <c:pt idx="48106">
                  <c:v>45793.948611111111</c:v>
                </c:pt>
                <c:pt idx="48107">
                  <c:v>45792.061805555553</c:v>
                </c:pt>
                <c:pt idx="48108">
                  <c:v>45779.64166666667</c:v>
                </c:pt>
                <c:pt idx="48109">
                  <c:v>45749.138194444437</c:v>
                </c:pt>
                <c:pt idx="48110">
                  <c:v>45749.710416666669</c:v>
                </c:pt>
                <c:pt idx="48111">
                  <c:v>45706.861111111109</c:v>
                </c:pt>
                <c:pt idx="48112">
                  <c:v>45640.859722222223</c:v>
                </c:pt>
                <c:pt idx="48113">
                  <c:v>45851.574305555558</c:v>
                </c:pt>
                <c:pt idx="48114">
                  <c:v>45594.558333333327</c:v>
                </c:pt>
                <c:pt idx="48115">
                  <c:v>45775.643055555563</c:v>
                </c:pt>
                <c:pt idx="48116">
                  <c:v>45758.640277777777</c:v>
                </c:pt>
                <c:pt idx="48117">
                  <c:v>45957.515972222223</c:v>
                </c:pt>
                <c:pt idx="48118">
                  <c:v>45867.380555555559</c:v>
                </c:pt>
                <c:pt idx="48119">
                  <c:v>45811.715277777781</c:v>
                </c:pt>
                <c:pt idx="48120">
                  <c:v>45740.898611111108</c:v>
                </c:pt>
                <c:pt idx="48121">
                  <c:v>45840.492361111108</c:v>
                </c:pt>
                <c:pt idx="48122">
                  <c:v>45992.808333333327</c:v>
                </c:pt>
                <c:pt idx="48123">
                  <c:v>45773.021527777782</c:v>
                </c:pt>
                <c:pt idx="48124">
                  <c:v>45712.435416666667</c:v>
                </c:pt>
                <c:pt idx="48125">
                  <c:v>45762.413888888892</c:v>
                </c:pt>
                <c:pt idx="48126">
                  <c:v>45927.490277777782</c:v>
                </c:pt>
                <c:pt idx="48127">
                  <c:v>45627.6</c:v>
                </c:pt>
                <c:pt idx="48128">
                  <c:v>45621.041666666657</c:v>
                </c:pt>
                <c:pt idx="48129">
                  <c:v>45755.864583333343</c:v>
                </c:pt>
                <c:pt idx="48130">
                  <c:v>45688.61041666667</c:v>
                </c:pt>
                <c:pt idx="48131">
                  <c:v>45717.335416666669</c:v>
                </c:pt>
                <c:pt idx="48132">
                  <c:v>45854.253472222219</c:v>
                </c:pt>
                <c:pt idx="48133">
                  <c:v>45708.366666666669</c:v>
                </c:pt>
                <c:pt idx="48134">
                  <c:v>45674.640277777777</c:v>
                </c:pt>
                <c:pt idx="48135">
                  <c:v>45705.819444444453</c:v>
                </c:pt>
                <c:pt idx="48136">
                  <c:v>45774.418055555558</c:v>
                </c:pt>
                <c:pt idx="48137">
                  <c:v>45855.621527777781</c:v>
                </c:pt>
                <c:pt idx="48138">
                  <c:v>45662.628472222219</c:v>
                </c:pt>
                <c:pt idx="48139">
                  <c:v>45811.866666666669</c:v>
                </c:pt>
                <c:pt idx="48140">
                  <c:v>45685.356944444437</c:v>
                </c:pt>
                <c:pt idx="48141">
                  <c:v>45602.041666666657</c:v>
                </c:pt>
                <c:pt idx="48142">
                  <c:v>46013.644444444442</c:v>
                </c:pt>
                <c:pt idx="48143">
                  <c:v>45620.934027777781</c:v>
                </c:pt>
                <c:pt idx="48144">
                  <c:v>45998.908333333333</c:v>
                </c:pt>
                <c:pt idx="48145">
                  <c:v>45745.77847222222</c:v>
                </c:pt>
                <c:pt idx="48146">
                  <c:v>45616.71597222222</c:v>
                </c:pt>
                <c:pt idx="48147">
                  <c:v>46019.984027777777</c:v>
                </c:pt>
                <c:pt idx="48148">
                  <c:v>45757.394444444442</c:v>
                </c:pt>
                <c:pt idx="48149">
                  <c:v>45904.554861111108</c:v>
                </c:pt>
                <c:pt idx="48150">
                  <c:v>45754.411805555559</c:v>
                </c:pt>
                <c:pt idx="48151">
                  <c:v>45912.351388888892</c:v>
                </c:pt>
                <c:pt idx="48152">
                  <c:v>45421.327777777777</c:v>
                </c:pt>
                <c:pt idx="48153">
                  <c:v>45553.515277777777</c:v>
                </c:pt>
                <c:pt idx="48154">
                  <c:v>45547.800694444442</c:v>
                </c:pt>
                <c:pt idx="48155">
                  <c:v>45918.578472222223</c:v>
                </c:pt>
                <c:pt idx="48156">
                  <c:v>45733.732638888891</c:v>
                </c:pt>
                <c:pt idx="48157">
                  <c:v>45718.788194444453</c:v>
                </c:pt>
                <c:pt idx="48158">
                  <c:v>45668.523611111108</c:v>
                </c:pt>
                <c:pt idx="48159">
                  <c:v>45647.920138888891</c:v>
                </c:pt>
                <c:pt idx="48160">
                  <c:v>45594.103472222218</c:v>
                </c:pt>
                <c:pt idx="48161">
                  <c:v>45796.660416666673</c:v>
                </c:pt>
                <c:pt idx="48162">
                  <c:v>45336.539583333331</c:v>
                </c:pt>
                <c:pt idx="48163">
                  <c:v>45705.563888888893</c:v>
                </c:pt>
                <c:pt idx="48164">
                  <c:v>45373.459027777782</c:v>
                </c:pt>
                <c:pt idx="48165">
                  <c:v>45435.390277777777</c:v>
                </c:pt>
                <c:pt idx="48166">
                  <c:v>45466.578472222223</c:v>
                </c:pt>
                <c:pt idx="48167">
                  <c:v>45406.551388888889</c:v>
                </c:pt>
                <c:pt idx="48168">
                  <c:v>45499.736805555563</c:v>
                </c:pt>
                <c:pt idx="48169">
                  <c:v>45930.498611111107</c:v>
                </c:pt>
                <c:pt idx="48170">
                  <c:v>45884.313194444447</c:v>
                </c:pt>
                <c:pt idx="48171">
                  <c:v>45971.631944444453</c:v>
                </c:pt>
                <c:pt idx="48172">
                  <c:v>45621.825694444437</c:v>
                </c:pt>
                <c:pt idx="48173">
                  <c:v>45753.620138888888</c:v>
                </c:pt>
                <c:pt idx="48174">
                  <c:v>45583.35</c:v>
                </c:pt>
                <c:pt idx="48175">
                  <c:v>45761.443749999999</c:v>
                </c:pt>
                <c:pt idx="48176">
                  <c:v>45299.199999999997</c:v>
                </c:pt>
                <c:pt idx="48177">
                  <c:v>45663.428472222222</c:v>
                </c:pt>
                <c:pt idx="48178">
                  <c:v>45837.292361111111</c:v>
                </c:pt>
                <c:pt idx="48179">
                  <c:v>45553.582638888889</c:v>
                </c:pt>
                <c:pt idx="48180">
                  <c:v>46012.525000000001</c:v>
                </c:pt>
                <c:pt idx="48181">
                  <c:v>46019.974999999999</c:v>
                </c:pt>
                <c:pt idx="48182">
                  <c:v>46022.438194444447</c:v>
                </c:pt>
                <c:pt idx="48183">
                  <c:v>45969.826388888891</c:v>
                </c:pt>
                <c:pt idx="48184">
                  <c:v>45641.170138888891</c:v>
                </c:pt>
                <c:pt idx="48185">
                  <c:v>46007.038888888892</c:v>
                </c:pt>
                <c:pt idx="48186">
                  <c:v>45931.451388888891</c:v>
                </c:pt>
                <c:pt idx="48187">
                  <c:v>45926.92291666667</c:v>
                </c:pt>
                <c:pt idx="48188">
                  <c:v>45745.679861111108</c:v>
                </c:pt>
                <c:pt idx="48189">
                  <c:v>45621.207638888889</c:v>
                </c:pt>
                <c:pt idx="48190">
                  <c:v>45389.713888888888</c:v>
                </c:pt>
                <c:pt idx="48191">
                  <c:v>45539.789583333331</c:v>
                </c:pt>
                <c:pt idx="48192">
                  <c:v>45741.850694444453</c:v>
                </c:pt>
                <c:pt idx="48193">
                  <c:v>45764.563194444447</c:v>
                </c:pt>
                <c:pt idx="48194">
                  <c:v>45720.472916666673</c:v>
                </c:pt>
                <c:pt idx="48195">
                  <c:v>45674.007638888892</c:v>
                </c:pt>
                <c:pt idx="48196">
                  <c:v>45493.199305555558</c:v>
                </c:pt>
                <c:pt idx="48197">
                  <c:v>45332.136805555558</c:v>
                </c:pt>
                <c:pt idx="48198">
                  <c:v>45793.681944444441</c:v>
                </c:pt>
                <c:pt idx="48199">
                  <c:v>45856.783333333333</c:v>
                </c:pt>
                <c:pt idx="48200">
                  <c:v>45321.960416666669</c:v>
                </c:pt>
                <c:pt idx="48201">
                  <c:v>45649.604861111111</c:v>
                </c:pt>
                <c:pt idx="48202">
                  <c:v>45690.436111111107</c:v>
                </c:pt>
                <c:pt idx="48203">
                  <c:v>45441.862500000003</c:v>
                </c:pt>
                <c:pt idx="48204">
                  <c:v>45406.870138888888</c:v>
                </c:pt>
                <c:pt idx="48205">
                  <c:v>45455.895138888889</c:v>
                </c:pt>
                <c:pt idx="48206">
                  <c:v>45823.152777777781</c:v>
                </c:pt>
                <c:pt idx="48207">
                  <c:v>45560.581250000003</c:v>
                </c:pt>
                <c:pt idx="48208">
                  <c:v>45595.763888888891</c:v>
                </c:pt>
                <c:pt idx="48209">
                  <c:v>45896.707638888889</c:v>
                </c:pt>
                <c:pt idx="48210">
                  <c:v>45497.457638888889</c:v>
                </c:pt>
                <c:pt idx="48211">
                  <c:v>45349.077777777777</c:v>
                </c:pt>
                <c:pt idx="48212">
                  <c:v>45721.968055555553</c:v>
                </c:pt>
                <c:pt idx="48213">
                  <c:v>45721.968055555553</c:v>
                </c:pt>
                <c:pt idx="48214">
                  <c:v>45732.372916666667</c:v>
                </c:pt>
                <c:pt idx="48215">
                  <c:v>45732.372916666667</c:v>
                </c:pt>
                <c:pt idx="48216">
                  <c:v>45955.552777777782</c:v>
                </c:pt>
                <c:pt idx="48217">
                  <c:v>45491.755555555559</c:v>
                </c:pt>
                <c:pt idx="48218">
                  <c:v>45866.629861111112</c:v>
                </c:pt>
                <c:pt idx="48219">
                  <c:v>45497.699305555558</c:v>
                </c:pt>
                <c:pt idx="48220">
                  <c:v>45497.699305555558</c:v>
                </c:pt>
                <c:pt idx="48221">
                  <c:v>45749.593055555553</c:v>
                </c:pt>
                <c:pt idx="48222">
                  <c:v>45749.593055555553</c:v>
                </c:pt>
                <c:pt idx="48223">
                  <c:v>46008.887499999997</c:v>
                </c:pt>
                <c:pt idx="48224">
                  <c:v>45620.262499999997</c:v>
                </c:pt>
                <c:pt idx="48225">
                  <c:v>45723.559027777781</c:v>
                </c:pt>
                <c:pt idx="48226">
                  <c:v>45723.490972222222</c:v>
                </c:pt>
                <c:pt idx="48227">
                  <c:v>45621.774305555547</c:v>
                </c:pt>
                <c:pt idx="48228">
                  <c:v>45945.988194444442</c:v>
                </c:pt>
                <c:pt idx="48229">
                  <c:v>45909.525694444441</c:v>
                </c:pt>
                <c:pt idx="48230">
                  <c:v>45927.853472222218</c:v>
                </c:pt>
                <c:pt idx="48231">
                  <c:v>45703.604861111111</c:v>
                </c:pt>
                <c:pt idx="48232">
                  <c:v>45741.594444444447</c:v>
                </c:pt>
                <c:pt idx="48233">
                  <c:v>45532.467361111107</c:v>
                </c:pt>
                <c:pt idx="48234">
                  <c:v>45686.411805555559</c:v>
                </c:pt>
                <c:pt idx="48235">
                  <c:v>45352.43472222222</c:v>
                </c:pt>
                <c:pt idx="48236">
                  <c:v>46013.712500000001</c:v>
                </c:pt>
                <c:pt idx="48237">
                  <c:v>45825.5</c:v>
                </c:pt>
                <c:pt idx="48238">
                  <c:v>45925.748611111107</c:v>
                </c:pt>
                <c:pt idx="48239">
                  <c:v>45722.54791666667</c:v>
                </c:pt>
                <c:pt idx="48240">
                  <c:v>45708.917361111111</c:v>
                </c:pt>
                <c:pt idx="48241">
                  <c:v>45714.536111111112</c:v>
                </c:pt>
                <c:pt idx="48242">
                  <c:v>45706.133333333331</c:v>
                </c:pt>
                <c:pt idx="48243">
                  <c:v>45696.433333333327</c:v>
                </c:pt>
                <c:pt idx="48244">
                  <c:v>45695.612500000003</c:v>
                </c:pt>
                <c:pt idx="48245">
                  <c:v>45581.511805555558</c:v>
                </c:pt>
                <c:pt idx="48246">
                  <c:v>45787.012499999997</c:v>
                </c:pt>
                <c:pt idx="48247">
                  <c:v>45581.511805555558</c:v>
                </c:pt>
                <c:pt idx="48248">
                  <c:v>45581.511805555558</c:v>
                </c:pt>
                <c:pt idx="48249">
                  <c:v>45667.765277777777</c:v>
                </c:pt>
                <c:pt idx="48250">
                  <c:v>45667.765277777777</c:v>
                </c:pt>
                <c:pt idx="48251">
                  <c:v>45667.765277777777</c:v>
                </c:pt>
                <c:pt idx="48252">
                  <c:v>45787.012499999997</c:v>
                </c:pt>
                <c:pt idx="48253">
                  <c:v>45787.012499999997</c:v>
                </c:pt>
                <c:pt idx="48254">
                  <c:v>45658.513194444437</c:v>
                </c:pt>
                <c:pt idx="48255">
                  <c:v>45592.50277777778</c:v>
                </c:pt>
                <c:pt idx="48256">
                  <c:v>46005.351388888892</c:v>
                </c:pt>
                <c:pt idx="48257">
                  <c:v>45682.855555555558</c:v>
                </c:pt>
                <c:pt idx="48258">
                  <c:v>45976.865277777782</c:v>
                </c:pt>
                <c:pt idx="48259">
                  <c:v>45528.337500000001</c:v>
                </c:pt>
                <c:pt idx="48260">
                  <c:v>45565.856249999997</c:v>
                </c:pt>
                <c:pt idx="48261">
                  <c:v>45650.746527777781</c:v>
                </c:pt>
                <c:pt idx="48262">
                  <c:v>45753.799305555563</c:v>
                </c:pt>
                <c:pt idx="48263">
                  <c:v>45915.929861111108</c:v>
                </c:pt>
                <c:pt idx="48264">
                  <c:v>45493.319444444453</c:v>
                </c:pt>
                <c:pt idx="48265">
                  <c:v>45439.853472222218</c:v>
                </c:pt>
                <c:pt idx="48266">
                  <c:v>45944.512499999997</c:v>
                </c:pt>
                <c:pt idx="48267">
                  <c:v>45799.795138888891</c:v>
                </c:pt>
                <c:pt idx="48268">
                  <c:v>45851.845833333333</c:v>
                </c:pt>
                <c:pt idx="48269">
                  <c:v>45956.368055555547</c:v>
                </c:pt>
                <c:pt idx="48270">
                  <c:v>45818.489583333343</c:v>
                </c:pt>
                <c:pt idx="48271">
                  <c:v>45810.752083333333</c:v>
                </c:pt>
                <c:pt idx="48272">
                  <c:v>45762.822222222218</c:v>
                </c:pt>
                <c:pt idx="48273">
                  <c:v>45747.779166666667</c:v>
                </c:pt>
                <c:pt idx="48274">
                  <c:v>45748.473611111112</c:v>
                </c:pt>
                <c:pt idx="48275">
                  <c:v>45998.718055555553</c:v>
                </c:pt>
                <c:pt idx="48276">
                  <c:v>45832.715277777781</c:v>
                </c:pt>
                <c:pt idx="48277">
                  <c:v>45867.695833333331</c:v>
                </c:pt>
                <c:pt idx="48278">
                  <c:v>45783.214583333327</c:v>
                </c:pt>
                <c:pt idx="48279">
                  <c:v>45803.757638888892</c:v>
                </c:pt>
                <c:pt idx="48280">
                  <c:v>45697.15</c:v>
                </c:pt>
                <c:pt idx="48281">
                  <c:v>45676.279166666667</c:v>
                </c:pt>
                <c:pt idx="48282">
                  <c:v>45736.863888888889</c:v>
                </c:pt>
                <c:pt idx="48283">
                  <c:v>45741.788888888892</c:v>
                </c:pt>
                <c:pt idx="48284">
                  <c:v>45741.620833333327</c:v>
                </c:pt>
                <c:pt idx="48285">
                  <c:v>45735.125</c:v>
                </c:pt>
                <c:pt idx="48286">
                  <c:v>45736.775694444441</c:v>
                </c:pt>
                <c:pt idx="48287">
                  <c:v>45733.434027777781</c:v>
                </c:pt>
                <c:pt idx="48288">
                  <c:v>45729.435416666667</c:v>
                </c:pt>
                <c:pt idx="48289">
                  <c:v>45729.435416666667</c:v>
                </c:pt>
                <c:pt idx="48290">
                  <c:v>45699.751388888893</c:v>
                </c:pt>
                <c:pt idx="48291">
                  <c:v>45699.751388888893</c:v>
                </c:pt>
                <c:pt idx="48292">
                  <c:v>45713.42083333333</c:v>
                </c:pt>
                <c:pt idx="48293">
                  <c:v>45713.191666666673</c:v>
                </c:pt>
                <c:pt idx="48294">
                  <c:v>45703.631944444453</c:v>
                </c:pt>
                <c:pt idx="48295">
                  <c:v>45379.818749999999</c:v>
                </c:pt>
                <c:pt idx="48296">
                  <c:v>45745.048611111109</c:v>
                </c:pt>
                <c:pt idx="48297">
                  <c:v>46023.674305555563</c:v>
                </c:pt>
                <c:pt idx="48298">
                  <c:v>45831.599305555559</c:v>
                </c:pt>
                <c:pt idx="48299">
                  <c:v>45760.629861111112</c:v>
                </c:pt>
                <c:pt idx="48300">
                  <c:v>45759.717361111107</c:v>
                </c:pt>
                <c:pt idx="48301">
                  <c:v>45749.018750000003</c:v>
                </c:pt>
                <c:pt idx="48302">
                  <c:v>45774.88958333333</c:v>
                </c:pt>
                <c:pt idx="48303">
                  <c:v>45920.669444444437</c:v>
                </c:pt>
                <c:pt idx="48304">
                  <c:v>45914.088194444441</c:v>
                </c:pt>
                <c:pt idx="48305">
                  <c:v>45981.668749999997</c:v>
                </c:pt>
                <c:pt idx="48306">
                  <c:v>45949.309027777781</c:v>
                </c:pt>
                <c:pt idx="48307">
                  <c:v>45886.427083333343</c:v>
                </c:pt>
                <c:pt idx="48308">
                  <c:v>45321.872916666667</c:v>
                </c:pt>
                <c:pt idx="48309">
                  <c:v>45361.44027777778</c:v>
                </c:pt>
                <c:pt idx="48310">
                  <c:v>45814.334027777782</c:v>
                </c:pt>
                <c:pt idx="48311">
                  <c:v>45491.498611111107</c:v>
                </c:pt>
                <c:pt idx="48312">
                  <c:v>45656.478472222218</c:v>
                </c:pt>
                <c:pt idx="48313">
                  <c:v>45746.57708333333</c:v>
                </c:pt>
                <c:pt idx="48314">
                  <c:v>45571.94027777778</c:v>
                </c:pt>
                <c:pt idx="48315">
                  <c:v>45428.520138888889</c:v>
                </c:pt>
                <c:pt idx="48316">
                  <c:v>45964.445138888892</c:v>
                </c:pt>
                <c:pt idx="48317">
                  <c:v>45964.436111111107</c:v>
                </c:pt>
                <c:pt idx="48318">
                  <c:v>45942.703472222223</c:v>
                </c:pt>
                <c:pt idx="48319">
                  <c:v>45939.506944444453</c:v>
                </c:pt>
                <c:pt idx="48320">
                  <c:v>45550.665972222218</c:v>
                </c:pt>
                <c:pt idx="48321">
                  <c:v>45776.830555555563</c:v>
                </c:pt>
                <c:pt idx="48322">
                  <c:v>45327.697222222218</c:v>
                </c:pt>
                <c:pt idx="48323">
                  <c:v>45851.488194444442</c:v>
                </c:pt>
                <c:pt idx="48324">
                  <c:v>45700.45416666667</c:v>
                </c:pt>
                <c:pt idx="48325">
                  <c:v>45413.811111111107</c:v>
                </c:pt>
                <c:pt idx="48326">
                  <c:v>45930.530555555553</c:v>
                </c:pt>
                <c:pt idx="48327">
                  <c:v>45916.861805555563</c:v>
                </c:pt>
                <c:pt idx="48328">
                  <c:v>45772.533333333333</c:v>
                </c:pt>
                <c:pt idx="48329">
                  <c:v>45754.003472222219</c:v>
                </c:pt>
                <c:pt idx="48330">
                  <c:v>45745.392361111109</c:v>
                </c:pt>
                <c:pt idx="48331">
                  <c:v>45743.03402777778</c:v>
                </c:pt>
                <c:pt idx="48332">
                  <c:v>45739.59652777778</c:v>
                </c:pt>
                <c:pt idx="48333">
                  <c:v>45498.90902777778</c:v>
                </c:pt>
                <c:pt idx="48334">
                  <c:v>45820.915972222218</c:v>
                </c:pt>
                <c:pt idx="48335">
                  <c:v>45951.888194444437</c:v>
                </c:pt>
                <c:pt idx="48336">
                  <c:v>45441.884027777778</c:v>
                </c:pt>
                <c:pt idx="48337">
                  <c:v>45872.500694444447</c:v>
                </c:pt>
                <c:pt idx="48338">
                  <c:v>45739.559027777781</c:v>
                </c:pt>
                <c:pt idx="48339">
                  <c:v>45564.878472222219</c:v>
                </c:pt>
                <c:pt idx="48340">
                  <c:v>45360.698611111111</c:v>
                </c:pt>
                <c:pt idx="48341">
                  <c:v>45666.829861111109</c:v>
                </c:pt>
                <c:pt idx="48342">
                  <c:v>45722.965277777781</c:v>
                </c:pt>
                <c:pt idx="48343">
                  <c:v>45712.55972222222</c:v>
                </c:pt>
                <c:pt idx="48344">
                  <c:v>45700.97152777778</c:v>
                </c:pt>
                <c:pt idx="48345">
                  <c:v>45678.660416666673</c:v>
                </c:pt>
                <c:pt idx="48346">
                  <c:v>45628.620833333327</c:v>
                </c:pt>
                <c:pt idx="48347">
                  <c:v>45925.740277777782</c:v>
                </c:pt>
                <c:pt idx="48348">
                  <c:v>45656.909722222219</c:v>
                </c:pt>
                <c:pt idx="48349">
                  <c:v>45721.118055555547</c:v>
                </c:pt>
                <c:pt idx="48350">
                  <c:v>45945.859027777777</c:v>
                </c:pt>
                <c:pt idx="48351">
                  <c:v>45966.478472222218</c:v>
                </c:pt>
                <c:pt idx="48352">
                  <c:v>45936.765972222223</c:v>
                </c:pt>
                <c:pt idx="48353">
                  <c:v>46000.750694444447</c:v>
                </c:pt>
                <c:pt idx="48354">
                  <c:v>45956.361111111109</c:v>
                </c:pt>
                <c:pt idx="48355">
                  <c:v>45982.368055555547</c:v>
                </c:pt>
                <c:pt idx="48356">
                  <c:v>45714.720833333333</c:v>
                </c:pt>
                <c:pt idx="48357">
                  <c:v>45643.802777777782</c:v>
                </c:pt>
                <c:pt idx="48358">
                  <c:v>45852.789583333331</c:v>
                </c:pt>
                <c:pt idx="48359">
                  <c:v>45985.385416666657</c:v>
                </c:pt>
                <c:pt idx="48360">
                  <c:v>45991.081944444442</c:v>
                </c:pt>
                <c:pt idx="48361">
                  <c:v>45950.916666666657</c:v>
                </c:pt>
                <c:pt idx="48362">
                  <c:v>45517.724305555559</c:v>
                </c:pt>
                <c:pt idx="48363">
                  <c:v>45768.915277777778</c:v>
                </c:pt>
                <c:pt idx="48364">
                  <c:v>45854.647222222222</c:v>
                </c:pt>
                <c:pt idx="48365">
                  <c:v>45545.581250000003</c:v>
                </c:pt>
                <c:pt idx="48366">
                  <c:v>45952.819444444453</c:v>
                </c:pt>
                <c:pt idx="48367">
                  <c:v>45819.857638888891</c:v>
                </c:pt>
                <c:pt idx="48368">
                  <c:v>45913.855555555558</c:v>
                </c:pt>
                <c:pt idx="48369">
                  <c:v>45575.845138888893</c:v>
                </c:pt>
                <c:pt idx="48370">
                  <c:v>46001.682638888888</c:v>
                </c:pt>
                <c:pt idx="48371">
                  <c:v>45726.517361111109</c:v>
                </c:pt>
                <c:pt idx="48372">
                  <c:v>45630.938888888893</c:v>
                </c:pt>
                <c:pt idx="48373">
                  <c:v>45476.808333333327</c:v>
                </c:pt>
                <c:pt idx="48374">
                  <c:v>45682.505555555559</c:v>
                </c:pt>
                <c:pt idx="48375">
                  <c:v>45837.637499999997</c:v>
                </c:pt>
                <c:pt idx="48376">
                  <c:v>45769.708333333343</c:v>
                </c:pt>
                <c:pt idx="48377">
                  <c:v>45446.865972222222</c:v>
                </c:pt>
                <c:pt idx="48378">
                  <c:v>46013.732638888891</c:v>
                </c:pt>
                <c:pt idx="48379">
                  <c:v>45957.34652777778</c:v>
                </c:pt>
                <c:pt idx="48380">
                  <c:v>45897.310416666667</c:v>
                </c:pt>
                <c:pt idx="48381">
                  <c:v>45319.478472222218</c:v>
                </c:pt>
                <c:pt idx="48382">
                  <c:v>45410.688194444447</c:v>
                </c:pt>
                <c:pt idx="48383">
                  <c:v>46020.751388888893</c:v>
                </c:pt>
                <c:pt idx="48384">
                  <c:v>45968.855555555558</c:v>
                </c:pt>
                <c:pt idx="48385">
                  <c:v>46017.632638888892</c:v>
                </c:pt>
                <c:pt idx="48386">
                  <c:v>45867.738888888889</c:v>
                </c:pt>
                <c:pt idx="48387">
                  <c:v>45928.81527777778</c:v>
                </c:pt>
                <c:pt idx="48388">
                  <c:v>45810.678472222222</c:v>
                </c:pt>
                <c:pt idx="48389">
                  <c:v>45778.095833333333</c:v>
                </c:pt>
                <c:pt idx="48390">
                  <c:v>45973.385416666657</c:v>
                </c:pt>
                <c:pt idx="48391">
                  <c:v>45955.093055555553</c:v>
                </c:pt>
                <c:pt idx="48392">
                  <c:v>45838.61041666667</c:v>
                </c:pt>
                <c:pt idx="48393">
                  <c:v>45988.732638888891</c:v>
                </c:pt>
                <c:pt idx="48394">
                  <c:v>45876.597222222219</c:v>
                </c:pt>
                <c:pt idx="48395">
                  <c:v>45766.38958333333</c:v>
                </c:pt>
                <c:pt idx="48396">
                  <c:v>45901.413194444453</c:v>
                </c:pt>
                <c:pt idx="48397">
                  <c:v>46005.724999999999</c:v>
                </c:pt>
                <c:pt idx="48398">
                  <c:v>45786.642361111109</c:v>
                </c:pt>
                <c:pt idx="48399">
                  <c:v>46021.494444444441</c:v>
                </c:pt>
                <c:pt idx="48400">
                  <c:v>45618.637499999997</c:v>
                </c:pt>
                <c:pt idx="48401">
                  <c:v>45992.618750000001</c:v>
                </c:pt>
                <c:pt idx="48402">
                  <c:v>45992.618750000001</c:v>
                </c:pt>
                <c:pt idx="48403">
                  <c:v>45505.570138888892</c:v>
                </c:pt>
                <c:pt idx="48404">
                  <c:v>45995.5</c:v>
                </c:pt>
                <c:pt idx="48405">
                  <c:v>45352.445138888892</c:v>
                </c:pt>
                <c:pt idx="48406">
                  <c:v>45807.4</c:v>
                </c:pt>
                <c:pt idx="48407">
                  <c:v>45625.431250000001</c:v>
                </c:pt>
                <c:pt idx="48408">
                  <c:v>45603.611805555563</c:v>
                </c:pt>
                <c:pt idx="48409">
                  <c:v>45443.420138888891</c:v>
                </c:pt>
                <c:pt idx="48410">
                  <c:v>45413.509027777778</c:v>
                </c:pt>
                <c:pt idx="48411">
                  <c:v>45471.484722222223</c:v>
                </c:pt>
                <c:pt idx="48412">
                  <c:v>45566.463194444441</c:v>
                </c:pt>
                <c:pt idx="48413">
                  <c:v>45898.368055555547</c:v>
                </c:pt>
                <c:pt idx="48414">
                  <c:v>45656.393750000003</c:v>
                </c:pt>
                <c:pt idx="48415">
                  <c:v>45688.45416666667</c:v>
                </c:pt>
                <c:pt idx="48416">
                  <c:v>45534.443055555559</c:v>
                </c:pt>
                <c:pt idx="48417">
                  <c:v>45870.415972222218</c:v>
                </c:pt>
                <c:pt idx="48418">
                  <c:v>45379.634027777778</c:v>
                </c:pt>
                <c:pt idx="48419">
                  <c:v>45748.375</c:v>
                </c:pt>
                <c:pt idx="48420">
                  <c:v>45716.429861111108</c:v>
                </c:pt>
                <c:pt idx="48421">
                  <c:v>45838.352777777778</c:v>
                </c:pt>
                <c:pt idx="48422">
                  <c:v>45961.708333333343</c:v>
                </c:pt>
                <c:pt idx="48423">
                  <c:v>45912.463194444441</c:v>
                </c:pt>
                <c:pt idx="48424">
                  <c:v>45860.6875</c:v>
                </c:pt>
                <c:pt idx="48425">
                  <c:v>45853.472916666673</c:v>
                </c:pt>
                <c:pt idx="48426">
                  <c:v>45849.59097222222</c:v>
                </c:pt>
                <c:pt idx="48427">
                  <c:v>45833.657638888893</c:v>
                </c:pt>
                <c:pt idx="48428">
                  <c:v>45796.852083333331</c:v>
                </c:pt>
                <c:pt idx="48429">
                  <c:v>45788.74722222222</c:v>
                </c:pt>
                <c:pt idx="48430">
                  <c:v>45768.520833333343</c:v>
                </c:pt>
                <c:pt idx="48431">
                  <c:v>45768.542361111111</c:v>
                </c:pt>
                <c:pt idx="48432">
                  <c:v>45800.556944444441</c:v>
                </c:pt>
                <c:pt idx="48433">
                  <c:v>45777.956250000003</c:v>
                </c:pt>
                <c:pt idx="48434">
                  <c:v>45742.59375</c:v>
                </c:pt>
                <c:pt idx="48435">
                  <c:v>45993.356944444437</c:v>
                </c:pt>
                <c:pt idx="48436">
                  <c:v>45750.53125</c:v>
                </c:pt>
                <c:pt idx="48437">
                  <c:v>45632.852777777778</c:v>
                </c:pt>
                <c:pt idx="48438">
                  <c:v>45304.801388888889</c:v>
                </c:pt>
                <c:pt idx="48439">
                  <c:v>45929.453472222223</c:v>
                </c:pt>
                <c:pt idx="48440">
                  <c:v>45472.924305555563</c:v>
                </c:pt>
                <c:pt idx="48441">
                  <c:v>45852.526388888888</c:v>
                </c:pt>
                <c:pt idx="48442">
                  <c:v>46018.413194444453</c:v>
                </c:pt>
                <c:pt idx="48443">
                  <c:v>45787.384027777778</c:v>
                </c:pt>
                <c:pt idx="48444">
                  <c:v>45862.230555555558</c:v>
                </c:pt>
                <c:pt idx="48445">
                  <c:v>45682.901388888888</c:v>
                </c:pt>
                <c:pt idx="48446">
                  <c:v>46023.934027777781</c:v>
                </c:pt>
                <c:pt idx="48447">
                  <c:v>45943.671527777777</c:v>
                </c:pt>
                <c:pt idx="48448">
                  <c:v>45769.672222222223</c:v>
                </c:pt>
                <c:pt idx="48449">
                  <c:v>45419.443055555559</c:v>
                </c:pt>
                <c:pt idx="48450">
                  <c:v>45530.455555555563</c:v>
                </c:pt>
                <c:pt idx="48451">
                  <c:v>45670.517361111109</c:v>
                </c:pt>
                <c:pt idx="48452">
                  <c:v>45631.73541666667</c:v>
                </c:pt>
                <c:pt idx="48453">
                  <c:v>45622.911805555559</c:v>
                </c:pt>
                <c:pt idx="48454">
                  <c:v>45802.487500000003</c:v>
                </c:pt>
                <c:pt idx="48455">
                  <c:v>45624.69027777778</c:v>
                </c:pt>
                <c:pt idx="48456">
                  <c:v>45798.677777777782</c:v>
                </c:pt>
                <c:pt idx="48457">
                  <c:v>45704.507638888892</c:v>
                </c:pt>
                <c:pt idx="48458">
                  <c:v>45761.697916666657</c:v>
                </c:pt>
                <c:pt idx="48459">
                  <c:v>45974.847916666673</c:v>
                </c:pt>
                <c:pt idx="48460">
                  <c:v>45397.519444444442</c:v>
                </c:pt>
                <c:pt idx="48461">
                  <c:v>45355.488194444442</c:v>
                </c:pt>
                <c:pt idx="48462">
                  <c:v>45677.53125</c:v>
                </c:pt>
                <c:pt idx="48463">
                  <c:v>45964.55</c:v>
                </c:pt>
                <c:pt idx="48464">
                  <c:v>45747.925000000003</c:v>
                </c:pt>
                <c:pt idx="48465">
                  <c:v>45706.736111111109</c:v>
                </c:pt>
                <c:pt idx="48466">
                  <c:v>45890.845833333333</c:v>
                </c:pt>
                <c:pt idx="48467">
                  <c:v>45605.061111111107</c:v>
                </c:pt>
                <c:pt idx="48468">
                  <c:v>45763.65625</c:v>
                </c:pt>
                <c:pt idx="48469">
                  <c:v>45985.575694444437</c:v>
                </c:pt>
                <c:pt idx="48470">
                  <c:v>45913.643750000003</c:v>
                </c:pt>
                <c:pt idx="48471">
                  <c:v>45407.60833333333</c:v>
                </c:pt>
                <c:pt idx="48472">
                  <c:v>45309.765277777777</c:v>
                </c:pt>
                <c:pt idx="48473">
                  <c:v>45456.281944444447</c:v>
                </c:pt>
                <c:pt idx="48474">
                  <c:v>45362.427777777782</c:v>
                </c:pt>
                <c:pt idx="48475">
                  <c:v>45762.826388888891</c:v>
                </c:pt>
                <c:pt idx="48476">
                  <c:v>45717.197222222218</c:v>
                </c:pt>
                <c:pt idx="48477">
                  <c:v>45640.063194444447</c:v>
                </c:pt>
                <c:pt idx="48478">
                  <c:v>45626.570138888892</c:v>
                </c:pt>
                <c:pt idx="48479">
                  <c:v>45617.35833333333</c:v>
                </c:pt>
                <c:pt idx="48480">
                  <c:v>45559.660416666673</c:v>
                </c:pt>
                <c:pt idx="48481">
                  <c:v>45843.78125</c:v>
                </c:pt>
                <c:pt idx="48482">
                  <c:v>45969.405555555553</c:v>
                </c:pt>
                <c:pt idx="48483">
                  <c:v>45817.804166666669</c:v>
                </c:pt>
                <c:pt idx="48484">
                  <c:v>45746.429166666669</c:v>
                </c:pt>
                <c:pt idx="48485">
                  <c:v>45936.957638888889</c:v>
                </c:pt>
                <c:pt idx="48486">
                  <c:v>45735.404166666667</c:v>
                </c:pt>
                <c:pt idx="48487">
                  <c:v>45453.473611111112</c:v>
                </c:pt>
                <c:pt idx="48488">
                  <c:v>45735.404166666667</c:v>
                </c:pt>
                <c:pt idx="48489">
                  <c:v>45533.470138888893</c:v>
                </c:pt>
                <c:pt idx="48490">
                  <c:v>45604.530555555553</c:v>
                </c:pt>
                <c:pt idx="48491">
                  <c:v>45300.636805555558</c:v>
                </c:pt>
                <c:pt idx="48492">
                  <c:v>45300.636805555558</c:v>
                </c:pt>
                <c:pt idx="48493">
                  <c:v>45533.470138888893</c:v>
                </c:pt>
                <c:pt idx="48494">
                  <c:v>45533.470138888893</c:v>
                </c:pt>
                <c:pt idx="48495">
                  <c:v>45442.509027777778</c:v>
                </c:pt>
                <c:pt idx="48496">
                  <c:v>45533.470138888893</c:v>
                </c:pt>
                <c:pt idx="48497">
                  <c:v>45604.530555555553</c:v>
                </c:pt>
                <c:pt idx="48498">
                  <c:v>45442.509027777778</c:v>
                </c:pt>
                <c:pt idx="48499">
                  <c:v>45453.473611111112</c:v>
                </c:pt>
                <c:pt idx="48500">
                  <c:v>45913.722916666673</c:v>
                </c:pt>
                <c:pt idx="48501">
                  <c:v>45871.840277777781</c:v>
                </c:pt>
                <c:pt idx="48502">
                  <c:v>45941.190972222219</c:v>
                </c:pt>
                <c:pt idx="48503">
                  <c:v>45667.645833333343</c:v>
                </c:pt>
                <c:pt idx="48504">
                  <c:v>45571.829861111109</c:v>
                </c:pt>
                <c:pt idx="48505">
                  <c:v>45634.784722222219</c:v>
                </c:pt>
                <c:pt idx="48506">
                  <c:v>45375.275694444441</c:v>
                </c:pt>
                <c:pt idx="48507">
                  <c:v>45685.49722222222</c:v>
                </c:pt>
                <c:pt idx="48508">
                  <c:v>45852.63958333333</c:v>
                </c:pt>
                <c:pt idx="48509">
                  <c:v>45456.86041666667</c:v>
                </c:pt>
                <c:pt idx="48510">
                  <c:v>45413.621527777781</c:v>
                </c:pt>
                <c:pt idx="48511">
                  <c:v>45482.665972222218</c:v>
                </c:pt>
                <c:pt idx="48512">
                  <c:v>45942.438194444447</c:v>
                </c:pt>
                <c:pt idx="48513">
                  <c:v>45665.613194444442</c:v>
                </c:pt>
                <c:pt idx="48514">
                  <c:v>45720.509027777778</c:v>
                </c:pt>
                <c:pt idx="48515">
                  <c:v>45503.657638888893</c:v>
                </c:pt>
                <c:pt idx="48516">
                  <c:v>45966.708333333343</c:v>
                </c:pt>
                <c:pt idx="48517">
                  <c:v>45598.42083333333</c:v>
                </c:pt>
                <c:pt idx="48518">
                  <c:v>45996.529166666667</c:v>
                </c:pt>
                <c:pt idx="48519">
                  <c:v>45704.730555555558</c:v>
                </c:pt>
                <c:pt idx="48520">
                  <c:v>45554.26458333333</c:v>
                </c:pt>
                <c:pt idx="48521">
                  <c:v>45927.381249999999</c:v>
                </c:pt>
                <c:pt idx="48522">
                  <c:v>45332.304861111108</c:v>
                </c:pt>
                <c:pt idx="48523">
                  <c:v>45530.246527777781</c:v>
                </c:pt>
                <c:pt idx="48524">
                  <c:v>45613.503472222219</c:v>
                </c:pt>
                <c:pt idx="48525">
                  <c:v>45646.930555555547</c:v>
                </c:pt>
                <c:pt idx="48526">
                  <c:v>45694.523611111108</c:v>
                </c:pt>
                <c:pt idx="48527">
                  <c:v>45596.049305555563</c:v>
                </c:pt>
                <c:pt idx="48528">
                  <c:v>45716.011805555558</c:v>
                </c:pt>
                <c:pt idx="48529">
                  <c:v>45625.26458333333</c:v>
                </c:pt>
                <c:pt idx="48530">
                  <c:v>45779.337500000001</c:v>
                </c:pt>
                <c:pt idx="48531">
                  <c:v>45901.651388888888</c:v>
                </c:pt>
                <c:pt idx="48532">
                  <c:v>45518.390277777777</c:v>
                </c:pt>
                <c:pt idx="48533">
                  <c:v>45845.371527777781</c:v>
                </c:pt>
                <c:pt idx="48534">
                  <c:v>45931.489583333343</c:v>
                </c:pt>
                <c:pt idx="48535">
                  <c:v>45879.833333333343</c:v>
                </c:pt>
                <c:pt idx="48536">
                  <c:v>45568.836805555547</c:v>
                </c:pt>
                <c:pt idx="48537">
                  <c:v>45448.700694444437</c:v>
                </c:pt>
                <c:pt idx="48538">
                  <c:v>45688.0625</c:v>
                </c:pt>
                <c:pt idx="48539">
                  <c:v>45475.497916666667</c:v>
                </c:pt>
                <c:pt idx="48540">
                  <c:v>45995.660416666673</c:v>
                </c:pt>
                <c:pt idx="48541">
                  <c:v>45656.034722222219</c:v>
                </c:pt>
                <c:pt idx="48542">
                  <c:v>45810.231249999997</c:v>
                </c:pt>
                <c:pt idx="48543">
                  <c:v>45750.875694444447</c:v>
                </c:pt>
                <c:pt idx="48544">
                  <c:v>46007.05972222222</c:v>
                </c:pt>
                <c:pt idx="48545">
                  <c:v>45959.931250000001</c:v>
                </c:pt>
                <c:pt idx="48546">
                  <c:v>45886.933333333327</c:v>
                </c:pt>
                <c:pt idx="48547">
                  <c:v>45886.933333333327</c:v>
                </c:pt>
                <c:pt idx="48548">
                  <c:v>45959.931250000001</c:v>
                </c:pt>
                <c:pt idx="48549">
                  <c:v>45946.810416666667</c:v>
                </c:pt>
                <c:pt idx="48550">
                  <c:v>45895.927083333343</c:v>
                </c:pt>
                <c:pt idx="48551">
                  <c:v>45873.65902777778</c:v>
                </c:pt>
                <c:pt idx="48552">
                  <c:v>45868.131944444453</c:v>
                </c:pt>
                <c:pt idx="48553">
                  <c:v>45779.62777777778</c:v>
                </c:pt>
                <c:pt idx="48554">
                  <c:v>45743.804861111108</c:v>
                </c:pt>
                <c:pt idx="48555">
                  <c:v>45723.801388888889</c:v>
                </c:pt>
                <c:pt idx="48556">
                  <c:v>45715.911111111112</c:v>
                </c:pt>
                <c:pt idx="48557">
                  <c:v>45692.734722222223</c:v>
                </c:pt>
                <c:pt idx="48558">
                  <c:v>45666.040972222218</c:v>
                </c:pt>
                <c:pt idx="48559">
                  <c:v>45579.773611111108</c:v>
                </c:pt>
                <c:pt idx="48560">
                  <c:v>45865.647916666669</c:v>
                </c:pt>
                <c:pt idx="48561">
                  <c:v>45764.604166666657</c:v>
                </c:pt>
                <c:pt idx="48562">
                  <c:v>45749.829861111109</c:v>
                </c:pt>
                <c:pt idx="48563">
                  <c:v>45621.64166666667</c:v>
                </c:pt>
                <c:pt idx="48564">
                  <c:v>46009.875</c:v>
                </c:pt>
                <c:pt idx="48565">
                  <c:v>45433.928472222222</c:v>
                </c:pt>
                <c:pt idx="48566">
                  <c:v>45655.535416666673</c:v>
                </c:pt>
                <c:pt idx="48567">
                  <c:v>45595.863888888889</c:v>
                </c:pt>
                <c:pt idx="48568">
                  <c:v>45459.34375</c:v>
                </c:pt>
                <c:pt idx="48569">
                  <c:v>45606.881944444453</c:v>
                </c:pt>
                <c:pt idx="48570">
                  <c:v>45715.46875</c:v>
                </c:pt>
                <c:pt idx="48571">
                  <c:v>45727.518055555563</c:v>
                </c:pt>
                <c:pt idx="48572">
                  <c:v>45667.520138888889</c:v>
                </c:pt>
                <c:pt idx="48573">
                  <c:v>45551.875694444447</c:v>
                </c:pt>
                <c:pt idx="48574">
                  <c:v>45494.775000000001</c:v>
                </c:pt>
                <c:pt idx="48575">
                  <c:v>45667.284722222219</c:v>
                </c:pt>
                <c:pt idx="48576">
                  <c:v>45515.629166666673</c:v>
                </c:pt>
                <c:pt idx="48577">
                  <c:v>45568.392361111109</c:v>
                </c:pt>
                <c:pt idx="48578">
                  <c:v>45628.772222222222</c:v>
                </c:pt>
                <c:pt idx="48579">
                  <c:v>45640.548611111109</c:v>
                </c:pt>
                <c:pt idx="48580">
                  <c:v>45531.787499999999</c:v>
                </c:pt>
                <c:pt idx="48581">
                  <c:v>45686.866666666669</c:v>
                </c:pt>
                <c:pt idx="48582">
                  <c:v>45582.810416666667</c:v>
                </c:pt>
                <c:pt idx="48583">
                  <c:v>45869.972916666673</c:v>
                </c:pt>
                <c:pt idx="48584">
                  <c:v>45706.620833333327</c:v>
                </c:pt>
                <c:pt idx="48585">
                  <c:v>45667.326388888891</c:v>
                </c:pt>
                <c:pt idx="48586">
                  <c:v>45740.520833333343</c:v>
                </c:pt>
                <c:pt idx="48587">
                  <c:v>45470.490972222222</c:v>
                </c:pt>
                <c:pt idx="48588">
                  <c:v>45768.693055555559</c:v>
                </c:pt>
                <c:pt idx="48589">
                  <c:v>45745.377083333333</c:v>
                </c:pt>
                <c:pt idx="48590">
                  <c:v>45482.39166666667</c:v>
                </c:pt>
                <c:pt idx="48591">
                  <c:v>45595.486805555563</c:v>
                </c:pt>
                <c:pt idx="48592">
                  <c:v>45654.414583333331</c:v>
                </c:pt>
                <c:pt idx="48593">
                  <c:v>45308.51458333333</c:v>
                </c:pt>
                <c:pt idx="48594">
                  <c:v>45697.554861111108</c:v>
                </c:pt>
                <c:pt idx="48595">
                  <c:v>45624.47152777778</c:v>
                </c:pt>
                <c:pt idx="48596">
                  <c:v>45731.506249999999</c:v>
                </c:pt>
                <c:pt idx="48597">
                  <c:v>45344.55972222222</c:v>
                </c:pt>
                <c:pt idx="48598">
                  <c:v>45680.37777777778</c:v>
                </c:pt>
                <c:pt idx="48599">
                  <c:v>45633.302777777782</c:v>
                </c:pt>
                <c:pt idx="48600">
                  <c:v>45874.397222222222</c:v>
                </c:pt>
                <c:pt idx="48601">
                  <c:v>45318.704861111109</c:v>
                </c:pt>
                <c:pt idx="48602">
                  <c:v>45804.725694444453</c:v>
                </c:pt>
                <c:pt idx="48603">
                  <c:v>45951.0625</c:v>
                </c:pt>
                <c:pt idx="48604">
                  <c:v>45929.120138888888</c:v>
                </c:pt>
                <c:pt idx="48605">
                  <c:v>45940.856249999997</c:v>
                </c:pt>
                <c:pt idx="48606">
                  <c:v>45870.647222222222</c:v>
                </c:pt>
                <c:pt idx="48607">
                  <c:v>45849.368750000001</c:v>
                </c:pt>
                <c:pt idx="48608">
                  <c:v>45841.459027777782</c:v>
                </c:pt>
                <c:pt idx="48609">
                  <c:v>45345.85</c:v>
                </c:pt>
                <c:pt idx="48610">
                  <c:v>45529.7</c:v>
                </c:pt>
                <c:pt idx="48611">
                  <c:v>45421.931250000001</c:v>
                </c:pt>
                <c:pt idx="48612">
                  <c:v>45638.772222222222</c:v>
                </c:pt>
                <c:pt idx="48613">
                  <c:v>45741.472916666673</c:v>
                </c:pt>
                <c:pt idx="48614">
                  <c:v>45698.583333333343</c:v>
                </c:pt>
                <c:pt idx="48615">
                  <c:v>45878.59097222222</c:v>
                </c:pt>
                <c:pt idx="48616">
                  <c:v>45841.704861111109</c:v>
                </c:pt>
                <c:pt idx="48617">
                  <c:v>45754.738194444442</c:v>
                </c:pt>
                <c:pt idx="48618">
                  <c:v>46008.92083333333</c:v>
                </c:pt>
                <c:pt idx="48619">
                  <c:v>45810.368750000001</c:v>
                </c:pt>
                <c:pt idx="48620">
                  <c:v>45396.939583333333</c:v>
                </c:pt>
                <c:pt idx="48621">
                  <c:v>45417.017361111109</c:v>
                </c:pt>
                <c:pt idx="48622">
                  <c:v>45902.23541666667</c:v>
                </c:pt>
                <c:pt idx="48623">
                  <c:v>45539.395833333343</c:v>
                </c:pt>
                <c:pt idx="48624">
                  <c:v>45333.89166666667</c:v>
                </c:pt>
                <c:pt idx="48625">
                  <c:v>45756.078472222223</c:v>
                </c:pt>
                <c:pt idx="48626">
                  <c:v>45652.756944444453</c:v>
                </c:pt>
                <c:pt idx="48627">
                  <c:v>45947.563888888893</c:v>
                </c:pt>
                <c:pt idx="48628">
                  <c:v>45502.538888888892</c:v>
                </c:pt>
                <c:pt idx="48629">
                  <c:v>45715.673611111109</c:v>
                </c:pt>
                <c:pt idx="48630">
                  <c:v>45731.51666666667</c:v>
                </c:pt>
                <c:pt idx="48631">
                  <c:v>45598.886805555558</c:v>
                </c:pt>
                <c:pt idx="48632">
                  <c:v>45919.632638888892</c:v>
                </c:pt>
                <c:pt idx="48633">
                  <c:v>45773.586805555547</c:v>
                </c:pt>
                <c:pt idx="48634">
                  <c:v>45747.951388888891</c:v>
                </c:pt>
                <c:pt idx="48635">
                  <c:v>45655.134027777778</c:v>
                </c:pt>
                <c:pt idx="48636">
                  <c:v>45624.848611111112</c:v>
                </c:pt>
                <c:pt idx="48637">
                  <c:v>45947.614583333343</c:v>
                </c:pt>
                <c:pt idx="48638">
                  <c:v>45933.487500000003</c:v>
                </c:pt>
                <c:pt idx="48639">
                  <c:v>45808.23541666667</c:v>
                </c:pt>
                <c:pt idx="48640">
                  <c:v>45807.85833333333</c:v>
                </c:pt>
                <c:pt idx="48641">
                  <c:v>45632.741666666669</c:v>
                </c:pt>
                <c:pt idx="48642">
                  <c:v>45978.501388888893</c:v>
                </c:pt>
                <c:pt idx="48643">
                  <c:v>45835.574999999997</c:v>
                </c:pt>
                <c:pt idx="48644">
                  <c:v>45625.755555555559</c:v>
                </c:pt>
                <c:pt idx="48645">
                  <c:v>45314.477083333331</c:v>
                </c:pt>
                <c:pt idx="48646">
                  <c:v>45302.454861111109</c:v>
                </c:pt>
                <c:pt idx="48647">
                  <c:v>45407.650694444441</c:v>
                </c:pt>
                <c:pt idx="48648">
                  <c:v>45342.371527777781</c:v>
                </c:pt>
                <c:pt idx="48649">
                  <c:v>45357.327777777777</c:v>
                </c:pt>
                <c:pt idx="48650">
                  <c:v>45434.616666666669</c:v>
                </c:pt>
                <c:pt idx="48651">
                  <c:v>45371.306250000001</c:v>
                </c:pt>
                <c:pt idx="48652">
                  <c:v>45418.609027777777</c:v>
                </c:pt>
                <c:pt idx="48653">
                  <c:v>45384.447222222218</c:v>
                </c:pt>
                <c:pt idx="48654">
                  <c:v>45404.451388888891</c:v>
                </c:pt>
                <c:pt idx="48655">
                  <c:v>45460.313194444447</c:v>
                </c:pt>
                <c:pt idx="48656">
                  <c:v>45970.775694444441</c:v>
                </c:pt>
                <c:pt idx="48657">
                  <c:v>45958.798611111109</c:v>
                </c:pt>
                <c:pt idx="48658">
                  <c:v>45686.670138888891</c:v>
                </c:pt>
                <c:pt idx="48659">
                  <c:v>45869.297222222223</c:v>
                </c:pt>
                <c:pt idx="48660">
                  <c:v>45845.61041666667</c:v>
                </c:pt>
                <c:pt idx="48661">
                  <c:v>45778.26666666667</c:v>
                </c:pt>
                <c:pt idx="48662">
                  <c:v>45766.545138888891</c:v>
                </c:pt>
                <c:pt idx="48663">
                  <c:v>45758.424305555563</c:v>
                </c:pt>
                <c:pt idx="48664">
                  <c:v>45803.420138888891</c:v>
                </c:pt>
                <c:pt idx="48665">
                  <c:v>45989.523611111108</c:v>
                </c:pt>
                <c:pt idx="48666">
                  <c:v>45894.474305555559</c:v>
                </c:pt>
                <c:pt idx="48667">
                  <c:v>45783.343055555553</c:v>
                </c:pt>
                <c:pt idx="48668">
                  <c:v>45854.643055555563</c:v>
                </c:pt>
                <c:pt idx="48669">
                  <c:v>45953.513194444437</c:v>
                </c:pt>
                <c:pt idx="48670">
                  <c:v>45873.429861111108</c:v>
                </c:pt>
                <c:pt idx="48671">
                  <c:v>45781.640277777777</c:v>
                </c:pt>
                <c:pt idx="48672">
                  <c:v>45818.587500000001</c:v>
                </c:pt>
                <c:pt idx="48673">
                  <c:v>45985.569444444453</c:v>
                </c:pt>
                <c:pt idx="48674">
                  <c:v>45968.206250000003</c:v>
                </c:pt>
                <c:pt idx="48675">
                  <c:v>46000.851388888892</c:v>
                </c:pt>
                <c:pt idx="48676">
                  <c:v>45769.586805555547</c:v>
                </c:pt>
                <c:pt idx="48677">
                  <c:v>45828.367361111108</c:v>
                </c:pt>
                <c:pt idx="48678">
                  <c:v>45940.393055555563</c:v>
                </c:pt>
                <c:pt idx="48679">
                  <c:v>45844.603472222218</c:v>
                </c:pt>
                <c:pt idx="48680">
                  <c:v>45881.845833333333</c:v>
                </c:pt>
                <c:pt idx="48681">
                  <c:v>45757.660416666673</c:v>
                </c:pt>
                <c:pt idx="48682">
                  <c:v>45909.361111111109</c:v>
                </c:pt>
                <c:pt idx="48683">
                  <c:v>45928.482638888891</c:v>
                </c:pt>
                <c:pt idx="48684">
                  <c:v>45742.447916666657</c:v>
                </c:pt>
                <c:pt idx="48685">
                  <c:v>45729.32708333333</c:v>
                </c:pt>
                <c:pt idx="48686">
                  <c:v>46018.709027777782</c:v>
                </c:pt>
                <c:pt idx="48687">
                  <c:v>46018.6875</c:v>
                </c:pt>
                <c:pt idx="48688">
                  <c:v>45894.226388888892</c:v>
                </c:pt>
                <c:pt idx="48689">
                  <c:v>45794.556250000001</c:v>
                </c:pt>
                <c:pt idx="48690">
                  <c:v>45781.379861111112</c:v>
                </c:pt>
                <c:pt idx="48691">
                  <c:v>45914.558333333327</c:v>
                </c:pt>
                <c:pt idx="48692">
                  <c:v>45894.226388888892</c:v>
                </c:pt>
                <c:pt idx="48693">
                  <c:v>45803.448611111111</c:v>
                </c:pt>
                <c:pt idx="48694">
                  <c:v>46019.57708333333</c:v>
                </c:pt>
                <c:pt idx="48695">
                  <c:v>45803.448611111111</c:v>
                </c:pt>
                <c:pt idx="48696">
                  <c:v>45864.277083333327</c:v>
                </c:pt>
                <c:pt idx="48697">
                  <c:v>45794.556250000001</c:v>
                </c:pt>
                <c:pt idx="48698">
                  <c:v>45914.558333333327</c:v>
                </c:pt>
                <c:pt idx="48699">
                  <c:v>45989.586805555547</c:v>
                </c:pt>
                <c:pt idx="48700">
                  <c:v>45989.586805555547</c:v>
                </c:pt>
                <c:pt idx="48701">
                  <c:v>45781.379861111112</c:v>
                </c:pt>
                <c:pt idx="48702">
                  <c:v>45841.472222222219</c:v>
                </c:pt>
                <c:pt idx="48703">
                  <c:v>45783.361111111109</c:v>
                </c:pt>
                <c:pt idx="48704">
                  <c:v>46019.57708333333</c:v>
                </c:pt>
                <c:pt idx="48705">
                  <c:v>45943.396527777782</c:v>
                </c:pt>
                <c:pt idx="48706">
                  <c:v>45788.383333333331</c:v>
                </c:pt>
                <c:pt idx="48707">
                  <c:v>45788.383333333331</c:v>
                </c:pt>
                <c:pt idx="48708">
                  <c:v>45762.722916666673</c:v>
                </c:pt>
                <c:pt idx="48709">
                  <c:v>45943.396527777782</c:v>
                </c:pt>
                <c:pt idx="48710">
                  <c:v>45841.472222222219</c:v>
                </c:pt>
                <c:pt idx="48711">
                  <c:v>45864.277083333327</c:v>
                </c:pt>
                <c:pt idx="48712">
                  <c:v>45777.681944444441</c:v>
                </c:pt>
                <c:pt idx="48713">
                  <c:v>45783.361111111109</c:v>
                </c:pt>
                <c:pt idx="48714">
                  <c:v>45777.681944444441</c:v>
                </c:pt>
                <c:pt idx="48715">
                  <c:v>45762.722916666673</c:v>
                </c:pt>
                <c:pt idx="48716">
                  <c:v>45827.02847222222</c:v>
                </c:pt>
                <c:pt idx="48717">
                  <c:v>45789.54583333333</c:v>
                </c:pt>
                <c:pt idx="48718">
                  <c:v>45726.25</c:v>
                </c:pt>
                <c:pt idx="48719">
                  <c:v>45687.843055555553</c:v>
                </c:pt>
                <c:pt idx="48720">
                  <c:v>45674.649305555547</c:v>
                </c:pt>
                <c:pt idx="48721">
                  <c:v>45673.78402777778</c:v>
                </c:pt>
                <c:pt idx="48722">
                  <c:v>46004.700694444437</c:v>
                </c:pt>
                <c:pt idx="48723">
                  <c:v>45925.597222222219</c:v>
                </c:pt>
                <c:pt idx="48724">
                  <c:v>45765.833333333343</c:v>
                </c:pt>
                <c:pt idx="48725">
                  <c:v>45805.320138888892</c:v>
                </c:pt>
                <c:pt idx="48726">
                  <c:v>45430.888194444437</c:v>
                </c:pt>
                <c:pt idx="48727">
                  <c:v>45891.344444444447</c:v>
                </c:pt>
                <c:pt idx="48728">
                  <c:v>45782.375</c:v>
                </c:pt>
                <c:pt idx="48729">
                  <c:v>45945.659722222219</c:v>
                </c:pt>
                <c:pt idx="48730">
                  <c:v>45315.558333333327</c:v>
                </c:pt>
                <c:pt idx="48731">
                  <c:v>45846.515277777777</c:v>
                </c:pt>
                <c:pt idx="48732">
                  <c:v>45343.456250000003</c:v>
                </c:pt>
                <c:pt idx="48733">
                  <c:v>45845.316666666673</c:v>
                </c:pt>
                <c:pt idx="48734">
                  <c:v>45833.736111111109</c:v>
                </c:pt>
                <c:pt idx="48735">
                  <c:v>45794.911111111112</c:v>
                </c:pt>
                <c:pt idx="48736">
                  <c:v>45467.390972222223</c:v>
                </c:pt>
                <c:pt idx="48737">
                  <c:v>45950.852777777778</c:v>
                </c:pt>
                <c:pt idx="48738">
                  <c:v>45505.384722222218</c:v>
                </c:pt>
                <c:pt idx="48739">
                  <c:v>45926.502083333333</c:v>
                </c:pt>
                <c:pt idx="48740">
                  <c:v>45691.428472222222</c:v>
                </c:pt>
                <c:pt idx="48741">
                  <c:v>45978.711111111108</c:v>
                </c:pt>
                <c:pt idx="48742">
                  <c:v>45358.640972222223</c:v>
                </c:pt>
                <c:pt idx="48743">
                  <c:v>45628.490972222222</c:v>
                </c:pt>
                <c:pt idx="48744">
                  <c:v>45321.329861111109</c:v>
                </c:pt>
                <c:pt idx="48745">
                  <c:v>46009.347916666673</c:v>
                </c:pt>
                <c:pt idx="48746">
                  <c:v>45572.445138888892</c:v>
                </c:pt>
                <c:pt idx="48747">
                  <c:v>45421.637499999997</c:v>
                </c:pt>
                <c:pt idx="48748">
                  <c:v>45824.848611111112</c:v>
                </c:pt>
                <c:pt idx="48749">
                  <c:v>45861.34375</c:v>
                </c:pt>
                <c:pt idx="48750">
                  <c:v>45887.52847222222</c:v>
                </c:pt>
                <c:pt idx="48751">
                  <c:v>45748.397222222222</c:v>
                </c:pt>
                <c:pt idx="48752">
                  <c:v>45777.359722222223</c:v>
                </c:pt>
                <c:pt idx="48753">
                  <c:v>46006.440972222219</c:v>
                </c:pt>
                <c:pt idx="48754">
                  <c:v>45962.926388888889</c:v>
                </c:pt>
                <c:pt idx="48755">
                  <c:v>45951.563194444447</c:v>
                </c:pt>
                <c:pt idx="48756">
                  <c:v>45880.741666666669</c:v>
                </c:pt>
                <c:pt idx="48757">
                  <c:v>46021.727083333331</c:v>
                </c:pt>
                <c:pt idx="48758">
                  <c:v>45786.661111111112</c:v>
                </c:pt>
                <c:pt idx="48759">
                  <c:v>45390.801388888889</c:v>
                </c:pt>
                <c:pt idx="48760">
                  <c:v>45777.572222222218</c:v>
                </c:pt>
                <c:pt idx="48761">
                  <c:v>45866.8125</c:v>
                </c:pt>
                <c:pt idx="48762">
                  <c:v>45615.794444444437</c:v>
                </c:pt>
                <c:pt idx="48763">
                  <c:v>45690.765277777777</c:v>
                </c:pt>
                <c:pt idx="48764">
                  <c:v>45455.577777777777</c:v>
                </c:pt>
                <c:pt idx="48765">
                  <c:v>45543.863888888889</c:v>
                </c:pt>
                <c:pt idx="48766">
                  <c:v>45945.820138888892</c:v>
                </c:pt>
                <c:pt idx="48767">
                  <c:v>45972.775694444441</c:v>
                </c:pt>
                <c:pt idx="48768">
                  <c:v>45315.806250000001</c:v>
                </c:pt>
                <c:pt idx="48769">
                  <c:v>45458.844444444447</c:v>
                </c:pt>
                <c:pt idx="48770">
                  <c:v>45959.751388888893</c:v>
                </c:pt>
                <c:pt idx="48771">
                  <c:v>45908.720833333333</c:v>
                </c:pt>
                <c:pt idx="48772">
                  <c:v>45790.447916666657</c:v>
                </c:pt>
                <c:pt idx="48773">
                  <c:v>45842.438888888893</c:v>
                </c:pt>
                <c:pt idx="48774">
                  <c:v>45839.819444444453</c:v>
                </c:pt>
                <c:pt idx="48775">
                  <c:v>45825.417361111111</c:v>
                </c:pt>
                <c:pt idx="48776">
                  <c:v>45777.864583333343</c:v>
                </c:pt>
                <c:pt idx="48777">
                  <c:v>45773.515277777777</c:v>
                </c:pt>
                <c:pt idx="48778">
                  <c:v>45641.606249999997</c:v>
                </c:pt>
                <c:pt idx="48779">
                  <c:v>45723.861805555563</c:v>
                </c:pt>
                <c:pt idx="48780">
                  <c:v>45838.829861111109</c:v>
                </c:pt>
                <c:pt idx="48781">
                  <c:v>45800.602083333331</c:v>
                </c:pt>
                <c:pt idx="48782">
                  <c:v>45980.332638888889</c:v>
                </c:pt>
                <c:pt idx="48783">
                  <c:v>46004.320138888892</c:v>
                </c:pt>
                <c:pt idx="48784">
                  <c:v>45550.713888888888</c:v>
                </c:pt>
                <c:pt idx="48785">
                  <c:v>45488.796527777777</c:v>
                </c:pt>
                <c:pt idx="48786">
                  <c:v>45700.724305555559</c:v>
                </c:pt>
                <c:pt idx="48787">
                  <c:v>45501.612500000003</c:v>
                </c:pt>
                <c:pt idx="48788">
                  <c:v>45875.370833333327</c:v>
                </c:pt>
                <c:pt idx="48789">
                  <c:v>45948.738888888889</c:v>
                </c:pt>
                <c:pt idx="48790">
                  <c:v>45757.523611111108</c:v>
                </c:pt>
                <c:pt idx="48791">
                  <c:v>45670.468055555553</c:v>
                </c:pt>
                <c:pt idx="48792">
                  <c:v>46018.354166666657</c:v>
                </c:pt>
                <c:pt idx="48793">
                  <c:v>45523.756249999999</c:v>
                </c:pt>
                <c:pt idx="48794">
                  <c:v>45896.856249999997</c:v>
                </c:pt>
                <c:pt idx="48795">
                  <c:v>45766.504166666673</c:v>
                </c:pt>
                <c:pt idx="48796">
                  <c:v>45310.696527777778</c:v>
                </c:pt>
                <c:pt idx="48797">
                  <c:v>45358.573611111111</c:v>
                </c:pt>
                <c:pt idx="48798">
                  <c:v>45748.801388888889</c:v>
                </c:pt>
                <c:pt idx="48799">
                  <c:v>45740.451388888891</c:v>
                </c:pt>
                <c:pt idx="48800">
                  <c:v>45722.782638888893</c:v>
                </c:pt>
                <c:pt idx="48801">
                  <c:v>45651.620833333327</c:v>
                </c:pt>
                <c:pt idx="48802">
                  <c:v>45649.729166666657</c:v>
                </c:pt>
                <c:pt idx="48803">
                  <c:v>45627.714583333327</c:v>
                </c:pt>
                <c:pt idx="48804">
                  <c:v>45619.300694444442</c:v>
                </c:pt>
                <c:pt idx="48805">
                  <c:v>45812.792361111111</c:v>
                </c:pt>
                <c:pt idx="48806">
                  <c:v>45530.263194444437</c:v>
                </c:pt>
                <c:pt idx="48807">
                  <c:v>45573.65625</c:v>
                </c:pt>
                <c:pt idx="48808">
                  <c:v>45710.743750000001</c:v>
                </c:pt>
                <c:pt idx="48809">
                  <c:v>45594.268055555563</c:v>
                </c:pt>
                <c:pt idx="48810">
                  <c:v>45726.52847222222</c:v>
                </c:pt>
                <c:pt idx="48811">
                  <c:v>45885.813888888893</c:v>
                </c:pt>
                <c:pt idx="48812">
                  <c:v>45547.220833333333</c:v>
                </c:pt>
                <c:pt idx="48813">
                  <c:v>45754.378472222219</c:v>
                </c:pt>
                <c:pt idx="48814">
                  <c:v>45684.668055555558</c:v>
                </c:pt>
                <c:pt idx="48815">
                  <c:v>45560.251388888893</c:v>
                </c:pt>
                <c:pt idx="48816">
                  <c:v>45657.347916666673</c:v>
                </c:pt>
                <c:pt idx="48817">
                  <c:v>45598.768750000003</c:v>
                </c:pt>
                <c:pt idx="48818">
                  <c:v>45857.550694444442</c:v>
                </c:pt>
                <c:pt idx="48819">
                  <c:v>45783.1875</c:v>
                </c:pt>
                <c:pt idx="48820">
                  <c:v>45687.729166666657</c:v>
                </c:pt>
                <c:pt idx="48821">
                  <c:v>45662.843055555553</c:v>
                </c:pt>
                <c:pt idx="48822">
                  <c:v>45629.468055555553</c:v>
                </c:pt>
                <c:pt idx="48823">
                  <c:v>45615.787499999999</c:v>
                </c:pt>
                <c:pt idx="48824">
                  <c:v>45559.681250000001</c:v>
                </c:pt>
                <c:pt idx="48825">
                  <c:v>45761.851388888892</c:v>
                </c:pt>
                <c:pt idx="48826">
                  <c:v>45693.021527777782</c:v>
                </c:pt>
                <c:pt idx="48827">
                  <c:v>45654.843055555553</c:v>
                </c:pt>
                <c:pt idx="48828">
                  <c:v>45293.337500000001</c:v>
                </c:pt>
                <c:pt idx="48829">
                  <c:v>45610.260416666657</c:v>
                </c:pt>
                <c:pt idx="48830">
                  <c:v>45398.424305555563</c:v>
                </c:pt>
                <c:pt idx="48831">
                  <c:v>45328.460416666669</c:v>
                </c:pt>
                <c:pt idx="48832">
                  <c:v>45542.874305555553</c:v>
                </c:pt>
                <c:pt idx="48833">
                  <c:v>45720.701388888891</c:v>
                </c:pt>
                <c:pt idx="48834">
                  <c:v>45791.487500000003</c:v>
                </c:pt>
                <c:pt idx="48835">
                  <c:v>45697.718055555553</c:v>
                </c:pt>
                <c:pt idx="48836">
                  <c:v>45650.505555555559</c:v>
                </c:pt>
                <c:pt idx="48837">
                  <c:v>45613.251388888893</c:v>
                </c:pt>
                <c:pt idx="48838">
                  <c:v>45894.874305555553</c:v>
                </c:pt>
                <c:pt idx="48839">
                  <c:v>45682.423611111109</c:v>
                </c:pt>
                <c:pt idx="48840">
                  <c:v>45566.730555555558</c:v>
                </c:pt>
                <c:pt idx="48841">
                  <c:v>45573.763194444437</c:v>
                </c:pt>
                <c:pt idx="48842">
                  <c:v>45954.824999999997</c:v>
                </c:pt>
                <c:pt idx="48843">
                  <c:v>45951.670138888891</c:v>
                </c:pt>
                <c:pt idx="48844">
                  <c:v>45819.918749999997</c:v>
                </c:pt>
                <c:pt idx="48845">
                  <c:v>45791.686111111107</c:v>
                </c:pt>
                <c:pt idx="48846">
                  <c:v>45341.7</c:v>
                </c:pt>
                <c:pt idx="48847">
                  <c:v>46017.751388888893</c:v>
                </c:pt>
                <c:pt idx="48848">
                  <c:v>45676.129861111112</c:v>
                </c:pt>
                <c:pt idx="48849">
                  <c:v>45675.85833333333</c:v>
                </c:pt>
                <c:pt idx="48850">
                  <c:v>45886.924305555563</c:v>
                </c:pt>
                <c:pt idx="48851">
                  <c:v>45515.999305555553</c:v>
                </c:pt>
                <c:pt idx="48852">
                  <c:v>45396.876388888893</c:v>
                </c:pt>
                <c:pt idx="48853">
                  <c:v>45695.852083333331</c:v>
                </c:pt>
                <c:pt idx="48854">
                  <c:v>45671.493055555547</c:v>
                </c:pt>
                <c:pt idx="48855">
                  <c:v>45660.711805555547</c:v>
                </c:pt>
                <c:pt idx="48856">
                  <c:v>45650.707638888889</c:v>
                </c:pt>
                <c:pt idx="48857">
                  <c:v>45980.936111111107</c:v>
                </c:pt>
                <c:pt idx="48858">
                  <c:v>45980.936111111107</c:v>
                </c:pt>
                <c:pt idx="48859">
                  <c:v>45988.586111111108</c:v>
                </c:pt>
                <c:pt idx="48860">
                  <c:v>45512.094444444447</c:v>
                </c:pt>
                <c:pt idx="48861">
                  <c:v>45807.430555555547</c:v>
                </c:pt>
                <c:pt idx="48862">
                  <c:v>45602.050694444442</c:v>
                </c:pt>
                <c:pt idx="48863">
                  <c:v>45727.454861111109</c:v>
                </c:pt>
                <c:pt idx="48864">
                  <c:v>45377.525000000001</c:v>
                </c:pt>
                <c:pt idx="48865">
                  <c:v>45964.927777777782</c:v>
                </c:pt>
                <c:pt idx="48866">
                  <c:v>45970.449305555558</c:v>
                </c:pt>
                <c:pt idx="48867">
                  <c:v>45862.168055555558</c:v>
                </c:pt>
                <c:pt idx="48868">
                  <c:v>45390.704861111109</c:v>
                </c:pt>
                <c:pt idx="48869">
                  <c:v>45679.444444444453</c:v>
                </c:pt>
                <c:pt idx="48870">
                  <c:v>45672.206250000003</c:v>
                </c:pt>
                <c:pt idx="48871">
                  <c:v>45886.361111111109</c:v>
                </c:pt>
                <c:pt idx="48872">
                  <c:v>45931.941666666673</c:v>
                </c:pt>
                <c:pt idx="48873">
                  <c:v>45900.302083333343</c:v>
                </c:pt>
                <c:pt idx="48874">
                  <c:v>45679.420138888891</c:v>
                </c:pt>
                <c:pt idx="48875">
                  <c:v>45773.527083333327</c:v>
                </c:pt>
                <c:pt idx="48876">
                  <c:v>45827.709027777782</c:v>
                </c:pt>
                <c:pt idx="48877">
                  <c:v>45914.288888888892</c:v>
                </c:pt>
                <c:pt idx="48878">
                  <c:v>45562.652083333327</c:v>
                </c:pt>
                <c:pt idx="48879">
                  <c:v>45816.281944444447</c:v>
                </c:pt>
                <c:pt idx="48880">
                  <c:v>45958.585416666669</c:v>
                </c:pt>
                <c:pt idx="48881">
                  <c:v>45616.70208333333</c:v>
                </c:pt>
                <c:pt idx="48882">
                  <c:v>45799.492361111108</c:v>
                </c:pt>
                <c:pt idx="48883">
                  <c:v>45869.523611111108</c:v>
                </c:pt>
                <c:pt idx="48884">
                  <c:v>45602.325694444437</c:v>
                </c:pt>
                <c:pt idx="48885">
                  <c:v>45705.374305555553</c:v>
                </c:pt>
                <c:pt idx="48886">
                  <c:v>45728.54583333333</c:v>
                </c:pt>
                <c:pt idx="48887">
                  <c:v>45853.411111111112</c:v>
                </c:pt>
                <c:pt idx="48888">
                  <c:v>45635.486111111109</c:v>
                </c:pt>
                <c:pt idx="48889">
                  <c:v>45653.754166666673</c:v>
                </c:pt>
                <c:pt idx="48890">
                  <c:v>46007.387499999997</c:v>
                </c:pt>
                <c:pt idx="48891">
                  <c:v>45982.552083333343</c:v>
                </c:pt>
                <c:pt idx="48892">
                  <c:v>45932.267361111109</c:v>
                </c:pt>
                <c:pt idx="48893">
                  <c:v>46006.55972222222</c:v>
                </c:pt>
                <c:pt idx="48894">
                  <c:v>45961.898611111108</c:v>
                </c:pt>
                <c:pt idx="48895">
                  <c:v>45898.32708333333</c:v>
                </c:pt>
                <c:pt idx="48896">
                  <c:v>45782.300694444442</c:v>
                </c:pt>
                <c:pt idx="48897">
                  <c:v>45759.384722222218</c:v>
                </c:pt>
                <c:pt idx="48898">
                  <c:v>45725.386805555558</c:v>
                </c:pt>
                <c:pt idx="48899">
                  <c:v>45360.254166666673</c:v>
                </c:pt>
                <c:pt idx="48900">
                  <c:v>45494.279166666667</c:v>
                </c:pt>
                <c:pt idx="48901">
                  <c:v>45989.451388888891</c:v>
                </c:pt>
                <c:pt idx="48902">
                  <c:v>45975.956944444442</c:v>
                </c:pt>
                <c:pt idx="48903">
                  <c:v>45951.796527777777</c:v>
                </c:pt>
                <c:pt idx="48904">
                  <c:v>45833.611805555563</c:v>
                </c:pt>
                <c:pt idx="48905">
                  <c:v>45817.926388888889</c:v>
                </c:pt>
                <c:pt idx="48906">
                  <c:v>45804.472222222219</c:v>
                </c:pt>
                <c:pt idx="48907">
                  <c:v>45765.682638888888</c:v>
                </c:pt>
                <c:pt idx="48908">
                  <c:v>45747.390972222223</c:v>
                </c:pt>
                <c:pt idx="48909">
                  <c:v>45846.788888888892</c:v>
                </c:pt>
                <c:pt idx="48910">
                  <c:v>45408.569444444453</c:v>
                </c:pt>
                <c:pt idx="48911">
                  <c:v>45512.454861111109</c:v>
                </c:pt>
                <c:pt idx="48912">
                  <c:v>45579.502083333333</c:v>
                </c:pt>
                <c:pt idx="48913">
                  <c:v>45408.550694444442</c:v>
                </c:pt>
                <c:pt idx="48914">
                  <c:v>45422.209027777782</c:v>
                </c:pt>
                <c:pt idx="48915">
                  <c:v>45643.667361111111</c:v>
                </c:pt>
                <c:pt idx="48916">
                  <c:v>45408.555555555547</c:v>
                </c:pt>
                <c:pt idx="48917">
                  <c:v>45949.739583333343</c:v>
                </c:pt>
                <c:pt idx="48918">
                  <c:v>45823.616666666669</c:v>
                </c:pt>
                <c:pt idx="48919">
                  <c:v>45535.421527777777</c:v>
                </c:pt>
                <c:pt idx="48920">
                  <c:v>45408.561111111107</c:v>
                </c:pt>
                <c:pt idx="48921">
                  <c:v>45753.682638888888</c:v>
                </c:pt>
                <c:pt idx="48922">
                  <c:v>45653.888888888891</c:v>
                </c:pt>
                <c:pt idx="48923">
                  <c:v>45631.237500000003</c:v>
                </c:pt>
                <c:pt idx="48924">
                  <c:v>45625.559027777781</c:v>
                </c:pt>
                <c:pt idx="48925">
                  <c:v>45620.997916666667</c:v>
                </c:pt>
                <c:pt idx="48926">
                  <c:v>45994.036805555559</c:v>
                </c:pt>
                <c:pt idx="48927">
                  <c:v>45706.181250000001</c:v>
                </c:pt>
                <c:pt idx="48928">
                  <c:v>45903.352083333331</c:v>
                </c:pt>
                <c:pt idx="48929">
                  <c:v>45602.511805555558</c:v>
                </c:pt>
                <c:pt idx="48930">
                  <c:v>45498.229861111111</c:v>
                </c:pt>
                <c:pt idx="48931">
                  <c:v>45989.09097222222</c:v>
                </c:pt>
                <c:pt idx="48932">
                  <c:v>45609.302083333343</c:v>
                </c:pt>
                <c:pt idx="48933">
                  <c:v>45735.377083333333</c:v>
                </c:pt>
                <c:pt idx="48934">
                  <c:v>45644.636111111111</c:v>
                </c:pt>
                <c:pt idx="48935">
                  <c:v>45671.288888888892</c:v>
                </c:pt>
                <c:pt idx="48936">
                  <c:v>45426.425694444442</c:v>
                </c:pt>
                <c:pt idx="48937">
                  <c:v>45875.273611111108</c:v>
                </c:pt>
                <c:pt idx="48938">
                  <c:v>45923.28125</c:v>
                </c:pt>
                <c:pt idx="48939">
                  <c:v>45710.362500000003</c:v>
                </c:pt>
                <c:pt idx="48940">
                  <c:v>45829.420138888891</c:v>
                </c:pt>
                <c:pt idx="48941">
                  <c:v>45706.959027777782</c:v>
                </c:pt>
                <c:pt idx="48942">
                  <c:v>45711.675000000003</c:v>
                </c:pt>
                <c:pt idx="48943">
                  <c:v>45918.714583333327</c:v>
                </c:pt>
                <c:pt idx="48944">
                  <c:v>45874.825694444437</c:v>
                </c:pt>
                <c:pt idx="48945">
                  <c:v>45490.929166666669</c:v>
                </c:pt>
                <c:pt idx="48946">
                  <c:v>45770.952777777777</c:v>
                </c:pt>
                <c:pt idx="48947">
                  <c:v>45450.020138888889</c:v>
                </c:pt>
                <c:pt idx="48948">
                  <c:v>45990.695833333331</c:v>
                </c:pt>
                <c:pt idx="48949">
                  <c:v>45678.970138888893</c:v>
                </c:pt>
                <c:pt idx="48950">
                  <c:v>45921.820833333331</c:v>
                </c:pt>
                <c:pt idx="48951">
                  <c:v>46005.824305555558</c:v>
                </c:pt>
                <c:pt idx="48952">
                  <c:v>45718.503472222219</c:v>
                </c:pt>
                <c:pt idx="48953">
                  <c:v>45905.566666666673</c:v>
                </c:pt>
                <c:pt idx="48954">
                  <c:v>45784.642361111109</c:v>
                </c:pt>
                <c:pt idx="48955">
                  <c:v>45739.722222222219</c:v>
                </c:pt>
                <c:pt idx="48956">
                  <c:v>45696.793749999997</c:v>
                </c:pt>
                <c:pt idx="48957">
                  <c:v>45666.61041666667</c:v>
                </c:pt>
                <c:pt idx="48958">
                  <c:v>45390.361111111109</c:v>
                </c:pt>
                <c:pt idx="48959">
                  <c:v>45557.964583333327</c:v>
                </c:pt>
                <c:pt idx="48960">
                  <c:v>45622.390972222223</c:v>
                </c:pt>
                <c:pt idx="48961">
                  <c:v>45687.583333333343</c:v>
                </c:pt>
                <c:pt idx="48962">
                  <c:v>45355.363888888889</c:v>
                </c:pt>
                <c:pt idx="48963">
                  <c:v>45589.625694444447</c:v>
                </c:pt>
                <c:pt idx="48964">
                  <c:v>45303.515972222223</c:v>
                </c:pt>
                <c:pt idx="48965">
                  <c:v>45910.004861111112</c:v>
                </c:pt>
                <c:pt idx="48966">
                  <c:v>45425.384027777778</c:v>
                </c:pt>
                <c:pt idx="48967">
                  <c:v>45527.401388888888</c:v>
                </c:pt>
                <c:pt idx="48968">
                  <c:v>45491.849305555559</c:v>
                </c:pt>
                <c:pt idx="48969">
                  <c:v>45825.510416666657</c:v>
                </c:pt>
                <c:pt idx="48970">
                  <c:v>45325.754861111112</c:v>
                </c:pt>
                <c:pt idx="48971">
                  <c:v>45720.443055555559</c:v>
                </c:pt>
                <c:pt idx="48972">
                  <c:v>45460.339583333327</c:v>
                </c:pt>
                <c:pt idx="48973">
                  <c:v>45972.484027777777</c:v>
                </c:pt>
                <c:pt idx="48974">
                  <c:v>45992.788888888892</c:v>
                </c:pt>
                <c:pt idx="48975">
                  <c:v>45763.890277777777</c:v>
                </c:pt>
                <c:pt idx="48976">
                  <c:v>45704.981944444437</c:v>
                </c:pt>
                <c:pt idx="48977">
                  <c:v>45868.459027777782</c:v>
                </c:pt>
                <c:pt idx="48978">
                  <c:v>45834.810416666667</c:v>
                </c:pt>
                <c:pt idx="48979">
                  <c:v>45703.522916666669</c:v>
                </c:pt>
                <c:pt idx="48980">
                  <c:v>45752.775000000001</c:v>
                </c:pt>
                <c:pt idx="48981">
                  <c:v>45631.640972222223</c:v>
                </c:pt>
                <c:pt idx="48982">
                  <c:v>45626.277083333327</c:v>
                </c:pt>
                <c:pt idx="48983">
                  <c:v>45593.520138888889</c:v>
                </c:pt>
                <c:pt idx="48984">
                  <c:v>45599.899305555547</c:v>
                </c:pt>
                <c:pt idx="48985">
                  <c:v>45968.977777777778</c:v>
                </c:pt>
                <c:pt idx="48986">
                  <c:v>45618.38958333333</c:v>
                </c:pt>
                <c:pt idx="48987">
                  <c:v>45806.363888888889</c:v>
                </c:pt>
                <c:pt idx="48988">
                  <c:v>45950.538888888892</c:v>
                </c:pt>
                <c:pt idx="48989">
                  <c:v>45765.711111111108</c:v>
                </c:pt>
                <c:pt idx="48990">
                  <c:v>45588.859027777777</c:v>
                </c:pt>
                <c:pt idx="48991">
                  <c:v>45898.690972222219</c:v>
                </c:pt>
                <c:pt idx="48992">
                  <c:v>45920.727083333331</c:v>
                </c:pt>
                <c:pt idx="48993">
                  <c:v>45555.431250000001</c:v>
                </c:pt>
                <c:pt idx="48994">
                  <c:v>45580.591666666667</c:v>
                </c:pt>
                <c:pt idx="48995">
                  <c:v>45992.646527777782</c:v>
                </c:pt>
                <c:pt idx="48996">
                  <c:v>46019.956944444442</c:v>
                </c:pt>
                <c:pt idx="48997">
                  <c:v>45690.738888888889</c:v>
                </c:pt>
                <c:pt idx="48998">
                  <c:v>45716.786111111112</c:v>
                </c:pt>
                <c:pt idx="48999">
                  <c:v>45674.87222222222</c:v>
                </c:pt>
                <c:pt idx="49000">
                  <c:v>45839.60833333333</c:v>
                </c:pt>
                <c:pt idx="49001">
                  <c:v>45632.574305555558</c:v>
                </c:pt>
                <c:pt idx="49002">
                  <c:v>45881.634722222218</c:v>
                </c:pt>
                <c:pt idx="49003">
                  <c:v>46018.693749999999</c:v>
                </c:pt>
                <c:pt idx="49004">
                  <c:v>45742.848611111112</c:v>
                </c:pt>
                <c:pt idx="49005">
                  <c:v>45761.46597222222</c:v>
                </c:pt>
                <c:pt idx="49006">
                  <c:v>45757.567361111112</c:v>
                </c:pt>
                <c:pt idx="49007">
                  <c:v>45740.897222222222</c:v>
                </c:pt>
                <c:pt idx="49008">
                  <c:v>45754.557638888888</c:v>
                </c:pt>
                <c:pt idx="49009">
                  <c:v>45696.495138888888</c:v>
                </c:pt>
                <c:pt idx="49010">
                  <c:v>45787.5625</c:v>
                </c:pt>
                <c:pt idx="49011">
                  <c:v>45646.925000000003</c:v>
                </c:pt>
                <c:pt idx="49012">
                  <c:v>45742.412499999999</c:v>
                </c:pt>
                <c:pt idx="49013">
                  <c:v>45628.820833333331</c:v>
                </c:pt>
                <c:pt idx="49014">
                  <c:v>45854.730555555558</c:v>
                </c:pt>
                <c:pt idx="49015">
                  <c:v>45936.540277777778</c:v>
                </c:pt>
                <c:pt idx="49016">
                  <c:v>45589.836805555547</c:v>
                </c:pt>
                <c:pt idx="49017">
                  <c:v>45693.517361111109</c:v>
                </c:pt>
                <c:pt idx="49018">
                  <c:v>45961.574305555558</c:v>
                </c:pt>
                <c:pt idx="49019">
                  <c:v>45657.352777777778</c:v>
                </c:pt>
                <c:pt idx="49020">
                  <c:v>45716.796527777777</c:v>
                </c:pt>
                <c:pt idx="49021">
                  <c:v>45808.57708333333</c:v>
                </c:pt>
                <c:pt idx="49022">
                  <c:v>45963.705555555563</c:v>
                </c:pt>
                <c:pt idx="49023">
                  <c:v>45963.705555555563</c:v>
                </c:pt>
                <c:pt idx="49024">
                  <c:v>46006.883333333331</c:v>
                </c:pt>
                <c:pt idx="49025">
                  <c:v>46006.883333333331</c:v>
                </c:pt>
                <c:pt idx="49026">
                  <c:v>45963.705555555563</c:v>
                </c:pt>
                <c:pt idx="49027">
                  <c:v>45919.538194444453</c:v>
                </c:pt>
                <c:pt idx="49028">
                  <c:v>46006.883333333331</c:v>
                </c:pt>
                <c:pt idx="49029">
                  <c:v>45919.538194444453</c:v>
                </c:pt>
                <c:pt idx="49030">
                  <c:v>45919.538194444453</c:v>
                </c:pt>
                <c:pt idx="49031">
                  <c:v>45897.917361111111</c:v>
                </c:pt>
                <c:pt idx="49032">
                  <c:v>45875.018750000003</c:v>
                </c:pt>
                <c:pt idx="49033">
                  <c:v>45800.914583333331</c:v>
                </c:pt>
                <c:pt idx="49034">
                  <c:v>45777.792361111111</c:v>
                </c:pt>
                <c:pt idx="49035">
                  <c:v>45643.538888888892</c:v>
                </c:pt>
                <c:pt idx="49036">
                  <c:v>45870.731944444437</c:v>
                </c:pt>
                <c:pt idx="49037">
                  <c:v>45663.761805555558</c:v>
                </c:pt>
                <c:pt idx="49038">
                  <c:v>45749.853472222218</c:v>
                </c:pt>
                <c:pt idx="49039">
                  <c:v>45531.376388888893</c:v>
                </c:pt>
                <c:pt idx="49040">
                  <c:v>45514.905555555553</c:v>
                </c:pt>
                <c:pt idx="49041">
                  <c:v>45556.867361111108</c:v>
                </c:pt>
                <c:pt idx="49042">
                  <c:v>45440.313888888893</c:v>
                </c:pt>
                <c:pt idx="49043">
                  <c:v>45720.284722222219</c:v>
                </c:pt>
                <c:pt idx="49044">
                  <c:v>45584.304861111108</c:v>
                </c:pt>
                <c:pt idx="49045">
                  <c:v>45701.21597222222</c:v>
                </c:pt>
                <c:pt idx="49046">
                  <c:v>45990.493750000001</c:v>
                </c:pt>
                <c:pt idx="49047">
                  <c:v>45600.44027777778</c:v>
                </c:pt>
                <c:pt idx="49048">
                  <c:v>45778.669444444437</c:v>
                </c:pt>
                <c:pt idx="49049">
                  <c:v>45621.767361111109</c:v>
                </c:pt>
                <c:pt idx="49050">
                  <c:v>45684.311805555553</c:v>
                </c:pt>
                <c:pt idx="49051">
                  <c:v>45807.476388888892</c:v>
                </c:pt>
                <c:pt idx="49052">
                  <c:v>45743.015972222223</c:v>
                </c:pt>
                <c:pt idx="49053">
                  <c:v>45681.886111111111</c:v>
                </c:pt>
                <c:pt idx="49054">
                  <c:v>45677.940972222219</c:v>
                </c:pt>
                <c:pt idx="49055">
                  <c:v>46005.950694444437</c:v>
                </c:pt>
                <c:pt idx="49056">
                  <c:v>45966.624305555553</c:v>
                </c:pt>
                <c:pt idx="49057">
                  <c:v>45959.614583333343</c:v>
                </c:pt>
                <c:pt idx="49058">
                  <c:v>45882.726388888892</c:v>
                </c:pt>
                <c:pt idx="49059">
                  <c:v>45878.84652777778</c:v>
                </c:pt>
                <c:pt idx="49060">
                  <c:v>45699.97152777778</c:v>
                </c:pt>
                <c:pt idx="49061">
                  <c:v>45679.855555555558</c:v>
                </c:pt>
                <c:pt idx="49062">
                  <c:v>45688.421527777777</c:v>
                </c:pt>
                <c:pt idx="49063">
                  <c:v>45663.236805555563</c:v>
                </c:pt>
                <c:pt idx="49064">
                  <c:v>45940.254861111112</c:v>
                </c:pt>
                <c:pt idx="49065">
                  <c:v>45415.586805555547</c:v>
                </c:pt>
                <c:pt idx="49066">
                  <c:v>45386.238194444442</c:v>
                </c:pt>
                <c:pt idx="49067">
                  <c:v>45726.394444444442</c:v>
                </c:pt>
                <c:pt idx="49068">
                  <c:v>45718.036111111112</c:v>
                </c:pt>
                <c:pt idx="49069">
                  <c:v>45728.604861111111</c:v>
                </c:pt>
                <c:pt idx="49070">
                  <c:v>45759.970833333333</c:v>
                </c:pt>
                <c:pt idx="49071">
                  <c:v>45734.718055555553</c:v>
                </c:pt>
                <c:pt idx="49072">
                  <c:v>46004.665277777778</c:v>
                </c:pt>
                <c:pt idx="49073">
                  <c:v>45461.722916666673</c:v>
                </c:pt>
                <c:pt idx="49074">
                  <c:v>45555.561805555553</c:v>
                </c:pt>
                <c:pt idx="49075">
                  <c:v>45351.628472222219</c:v>
                </c:pt>
                <c:pt idx="49076">
                  <c:v>45822.5</c:v>
                </c:pt>
                <c:pt idx="49077">
                  <c:v>45625.350694444453</c:v>
                </c:pt>
                <c:pt idx="49078">
                  <c:v>45874.693055555559</c:v>
                </c:pt>
                <c:pt idx="49079">
                  <c:v>45811.776388888888</c:v>
                </c:pt>
                <c:pt idx="49080">
                  <c:v>45753.738888888889</c:v>
                </c:pt>
                <c:pt idx="49081">
                  <c:v>45629.908333333333</c:v>
                </c:pt>
                <c:pt idx="49082">
                  <c:v>46012.127083333333</c:v>
                </c:pt>
                <c:pt idx="49083">
                  <c:v>45775.675694444442</c:v>
                </c:pt>
                <c:pt idx="49084">
                  <c:v>45704.895833333343</c:v>
                </c:pt>
                <c:pt idx="49085">
                  <c:v>45691.931250000001</c:v>
                </c:pt>
                <c:pt idx="49086">
                  <c:v>45891.147222222222</c:v>
                </c:pt>
                <c:pt idx="49087">
                  <c:v>45488.71875</c:v>
                </c:pt>
                <c:pt idx="49088">
                  <c:v>45356.595138888893</c:v>
                </c:pt>
                <c:pt idx="49089">
                  <c:v>45292.93472222222</c:v>
                </c:pt>
                <c:pt idx="49090">
                  <c:v>45456.022222222222</c:v>
                </c:pt>
                <c:pt idx="49091">
                  <c:v>45674.881249999999</c:v>
                </c:pt>
                <c:pt idx="49092">
                  <c:v>45637.961805555547</c:v>
                </c:pt>
                <c:pt idx="49093">
                  <c:v>45953.671527777777</c:v>
                </c:pt>
                <c:pt idx="49094">
                  <c:v>46010.793749999997</c:v>
                </c:pt>
                <c:pt idx="49095">
                  <c:v>45982.174305555563</c:v>
                </c:pt>
                <c:pt idx="49096">
                  <c:v>45403.756249999999</c:v>
                </c:pt>
                <c:pt idx="49097">
                  <c:v>45583.811111111107</c:v>
                </c:pt>
                <c:pt idx="49098">
                  <c:v>45761.035416666673</c:v>
                </c:pt>
                <c:pt idx="49099">
                  <c:v>45537.825694444437</c:v>
                </c:pt>
                <c:pt idx="49100">
                  <c:v>45687.895138888889</c:v>
                </c:pt>
                <c:pt idx="49101">
                  <c:v>45819.598611111112</c:v>
                </c:pt>
                <c:pt idx="49102">
                  <c:v>45970.923611111109</c:v>
                </c:pt>
                <c:pt idx="49103">
                  <c:v>45452.881249999999</c:v>
                </c:pt>
                <c:pt idx="49104">
                  <c:v>45895.948611111111</c:v>
                </c:pt>
                <c:pt idx="49105">
                  <c:v>45825.810416666667</c:v>
                </c:pt>
                <c:pt idx="49106">
                  <c:v>45779.789583333331</c:v>
                </c:pt>
                <c:pt idx="49107">
                  <c:v>45774.554861111108</c:v>
                </c:pt>
                <c:pt idx="49108">
                  <c:v>45774.554861111108</c:v>
                </c:pt>
                <c:pt idx="49109">
                  <c:v>45735.661111111112</c:v>
                </c:pt>
                <c:pt idx="49110">
                  <c:v>45719.490277777782</c:v>
                </c:pt>
                <c:pt idx="49111">
                  <c:v>45708.447222222218</c:v>
                </c:pt>
                <c:pt idx="49112">
                  <c:v>45651.936111111107</c:v>
                </c:pt>
                <c:pt idx="49113">
                  <c:v>45649.974305555559</c:v>
                </c:pt>
                <c:pt idx="49114">
                  <c:v>45899.052083333343</c:v>
                </c:pt>
                <c:pt idx="49115">
                  <c:v>45752.886111111111</c:v>
                </c:pt>
                <c:pt idx="49116">
                  <c:v>45982.758333333331</c:v>
                </c:pt>
                <c:pt idx="49117">
                  <c:v>45427.604166666657</c:v>
                </c:pt>
                <c:pt idx="49118">
                  <c:v>45982.758333333331</c:v>
                </c:pt>
                <c:pt idx="49119">
                  <c:v>45475.484027777777</c:v>
                </c:pt>
                <c:pt idx="49120">
                  <c:v>45475.484027777777</c:v>
                </c:pt>
                <c:pt idx="49121">
                  <c:v>45898.49722222222</c:v>
                </c:pt>
                <c:pt idx="49122">
                  <c:v>45872.68472222222</c:v>
                </c:pt>
                <c:pt idx="49123">
                  <c:v>45300.453472222223</c:v>
                </c:pt>
                <c:pt idx="49124">
                  <c:v>45872.68472222222</c:v>
                </c:pt>
                <c:pt idx="49125">
                  <c:v>45967.350694444453</c:v>
                </c:pt>
                <c:pt idx="49126">
                  <c:v>45676.944444444453</c:v>
                </c:pt>
                <c:pt idx="49127">
                  <c:v>45898.49722222222</c:v>
                </c:pt>
                <c:pt idx="49128">
                  <c:v>45967.350694444453</c:v>
                </c:pt>
                <c:pt idx="49129">
                  <c:v>45472.490972222222</c:v>
                </c:pt>
                <c:pt idx="49130">
                  <c:v>45448.575694444437</c:v>
                </c:pt>
                <c:pt idx="49131">
                  <c:v>45300.453472222223</c:v>
                </c:pt>
                <c:pt idx="49132">
                  <c:v>45676.944444444453</c:v>
                </c:pt>
                <c:pt idx="49133">
                  <c:v>45771.359027777777</c:v>
                </c:pt>
                <c:pt idx="49134">
                  <c:v>45771.359027777777</c:v>
                </c:pt>
                <c:pt idx="49135">
                  <c:v>45315.549305555563</c:v>
                </c:pt>
                <c:pt idx="49136">
                  <c:v>45448.575694444437</c:v>
                </c:pt>
                <c:pt idx="49137">
                  <c:v>45427.604166666657</c:v>
                </c:pt>
                <c:pt idx="49138">
                  <c:v>46004.293055555558</c:v>
                </c:pt>
                <c:pt idx="49139">
                  <c:v>45315.549305555563</c:v>
                </c:pt>
                <c:pt idx="49140">
                  <c:v>46004.293055555558</c:v>
                </c:pt>
                <c:pt idx="49141">
                  <c:v>45325.805555555547</c:v>
                </c:pt>
                <c:pt idx="49142">
                  <c:v>45472.490972222222</c:v>
                </c:pt>
                <c:pt idx="49143">
                  <c:v>45365.405555555553</c:v>
                </c:pt>
                <c:pt idx="49144">
                  <c:v>45365.405555555553</c:v>
                </c:pt>
                <c:pt idx="49145">
                  <c:v>45325.805555555547</c:v>
                </c:pt>
                <c:pt idx="49146">
                  <c:v>45481.69027777778</c:v>
                </c:pt>
                <c:pt idx="49147">
                  <c:v>45481.69027777778</c:v>
                </c:pt>
                <c:pt idx="49148">
                  <c:v>45753.652777777781</c:v>
                </c:pt>
                <c:pt idx="49149">
                  <c:v>45741.754166666673</c:v>
                </c:pt>
                <c:pt idx="49150">
                  <c:v>45730.404861111107</c:v>
                </c:pt>
                <c:pt idx="49151">
                  <c:v>45714.821527777778</c:v>
                </c:pt>
                <c:pt idx="49152">
                  <c:v>45694.977083333331</c:v>
                </c:pt>
                <c:pt idx="49153">
                  <c:v>45685.589583333327</c:v>
                </c:pt>
                <c:pt idx="49154">
                  <c:v>45629.808333333327</c:v>
                </c:pt>
                <c:pt idx="49155">
                  <c:v>45614.98333333333</c:v>
                </c:pt>
                <c:pt idx="49156">
                  <c:v>45586.70208333333</c:v>
                </c:pt>
                <c:pt idx="49157">
                  <c:v>45377.288888888892</c:v>
                </c:pt>
                <c:pt idx="49158">
                  <c:v>46012.568055555559</c:v>
                </c:pt>
                <c:pt idx="49159">
                  <c:v>45513.361111111109</c:v>
                </c:pt>
                <c:pt idx="49160">
                  <c:v>45687.567361111112</c:v>
                </c:pt>
                <c:pt idx="49161">
                  <c:v>45764.560416666667</c:v>
                </c:pt>
                <c:pt idx="49162">
                  <c:v>45454.306944444441</c:v>
                </c:pt>
                <c:pt idx="49163">
                  <c:v>45935.395138888889</c:v>
                </c:pt>
                <c:pt idx="49164">
                  <c:v>45880.706250000003</c:v>
                </c:pt>
                <c:pt idx="49165">
                  <c:v>45408.523611111108</c:v>
                </c:pt>
                <c:pt idx="49166">
                  <c:v>45594.822916666657</c:v>
                </c:pt>
                <c:pt idx="49167">
                  <c:v>45898.477777777778</c:v>
                </c:pt>
                <c:pt idx="49168">
                  <c:v>45853.669444444437</c:v>
                </c:pt>
                <c:pt idx="49169">
                  <c:v>45786.964583333327</c:v>
                </c:pt>
                <c:pt idx="49170">
                  <c:v>45640.299305555563</c:v>
                </c:pt>
                <c:pt idx="49171">
                  <c:v>45553.688888888893</c:v>
                </c:pt>
                <c:pt idx="49172">
                  <c:v>45683.376388888893</c:v>
                </c:pt>
                <c:pt idx="49173">
                  <c:v>46012.482638888891</c:v>
                </c:pt>
                <c:pt idx="49174">
                  <c:v>45980.570833333331</c:v>
                </c:pt>
                <c:pt idx="49175">
                  <c:v>46000.84097222222</c:v>
                </c:pt>
                <c:pt idx="49176">
                  <c:v>45765.404861111107</c:v>
                </c:pt>
                <c:pt idx="49177">
                  <c:v>45864.428472222222</c:v>
                </c:pt>
                <c:pt idx="49178">
                  <c:v>45385.59652777778</c:v>
                </c:pt>
                <c:pt idx="49179">
                  <c:v>45442.452777777777</c:v>
                </c:pt>
                <c:pt idx="49180">
                  <c:v>45539.621527777781</c:v>
                </c:pt>
                <c:pt idx="49181">
                  <c:v>45745.77847222222</c:v>
                </c:pt>
                <c:pt idx="49182">
                  <c:v>45433.438888888893</c:v>
                </c:pt>
                <c:pt idx="49183">
                  <c:v>45946.815972222219</c:v>
                </c:pt>
                <c:pt idx="49184">
                  <c:v>45569.674305555563</c:v>
                </c:pt>
                <c:pt idx="49185">
                  <c:v>45295.591666666667</c:v>
                </c:pt>
                <c:pt idx="49186">
                  <c:v>45600.713194444441</c:v>
                </c:pt>
                <c:pt idx="49187">
                  <c:v>45738.484722222223</c:v>
                </c:pt>
                <c:pt idx="49188">
                  <c:v>45552.77847222222</c:v>
                </c:pt>
                <c:pt idx="49189">
                  <c:v>45504.410416666673</c:v>
                </c:pt>
                <c:pt idx="49190">
                  <c:v>45348.334722222222</c:v>
                </c:pt>
                <c:pt idx="49191">
                  <c:v>45846.759027777778</c:v>
                </c:pt>
                <c:pt idx="49192">
                  <c:v>45947.474305555559</c:v>
                </c:pt>
                <c:pt idx="49193">
                  <c:v>45772.602083333331</c:v>
                </c:pt>
                <c:pt idx="49194">
                  <c:v>45896.462500000001</c:v>
                </c:pt>
                <c:pt idx="49195">
                  <c:v>45452.859722222223</c:v>
                </c:pt>
                <c:pt idx="49196">
                  <c:v>45699.56527777778</c:v>
                </c:pt>
                <c:pt idx="49197">
                  <c:v>45373.550694444442</c:v>
                </c:pt>
                <c:pt idx="49198">
                  <c:v>45995.696527777778</c:v>
                </c:pt>
                <c:pt idx="49199">
                  <c:v>45659.42083333333</c:v>
                </c:pt>
                <c:pt idx="49200">
                  <c:v>45776.929861111108</c:v>
                </c:pt>
                <c:pt idx="49201">
                  <c:v>45668.970138888893</c:v>
                </c:pt>
                <c:pt idx="49202">
                  <c:v>45710.438888888893</c:v>
                </c:pt>
                <c:pt idx="49203">
                  <c:v>45964.702777777777</c:v>
                </c:pt>
                <c:pt idx="49204">
                  <c:v>45846.738194444442</c:v>
                </c:pt>
                <c:pt idx="49205">
                  <c:v>45840.782638888893</c:v>
                </c:pt>
                <c:pt idx="49206">
                  <c:v>45409.013194444437</c:v>
                </c:pt>
                <c:pt idx="49207">
                  <c:v>45644.845138888893</c:v>
                </c:pt>
                <c:pt idx="49208">
                  <c:v>45676.898611111108</c:v>
                </c:pt>
                <c:pt idx="49209">
                  <c:v>45431.856944444437</c:v>
                </c:pt>
                <c:pt idx="49210">
                  <c:v>45922.577777777777</c:v>
                </c:pt>
                <c:pt idx="49211">
                  <c:v>45775.456944444442</c:v>
                </c:pt>
                <c:pt idx="49212">
                  <c:v>46022.513194444437</c:v>
                </c:pt>
                <c:pt idx="49213">
                  <c:v>45855.290277777778</c:v>
                </c:pt>
                <c:pt idx="49214">
                  <c:v>45928.807638888888</c:v>
                </c:pt>
                <c:pt idx="49215">
                  <c:v>45986.92083333333</c:v>
                </c:pt>
                <c:pt idx="49216">
                  <c:v>45602.680555555547</c:v>
                </c:pt>
                <c:pt idx="49217">
                  <c:v>45436.867361111108</c:v>
                </c:pt>
                <c:pt idx="49218">
                  <c:v>45460.738888888889</c:v>
                </c:pt>
                <c:pt idx="49219">
                  <c:v>45510.632638888892</c:v>
                </c:pt>
                <c:pt idx="49220">
                  <c:v>45765.997916666667</c:v>
                </c:pt>
                <c:pt idx="49221">
                  <c:v>45445.254861111112</c:v>
                </c:pt>
                <c:pt idx="49222">
                  <c:v>45386.086805555547</c:v>
                </c:pt>
                <c:pt idx="49223">
                  <c:v>45807.144444444442</c:v>
                </c:pt>
                <c:pt idx="49224">
                  <c:v>45718.052777777782</c:v>
                </c:pt>
                <c:pt idx="49225">
                  <c:v>45505.895833333343</c:v>
                </c:pt>
                <c:pt idx="49226">
                  <c:v>45421.584722222222</c:v>
                </c:pt>
                <c:pt idx="49227">
                  <c:v>45560.791666666657</c:v>
                </c:pt>
                <c:pt idx="49228">
                  <c:v>45898.155555555553</c:v>
                </c:pt>
                <c:pt idx="49229">
                  <c:v>46020.577777777777</c:v>
                </c:pt>
                <c:pt idx="49230">
                  <c:v>45888.65625</c:v>
                </c:pt>
                <c:pt idx="49231">
                  <c:v>45776.857638888891</c:v>
                </c:pt>
                <c:pt idx="49232">
                  <c:v>45761.540277777778</c:v>
                </c:pt>
                <c:pt idx="49233">
                  <c:v>45757.6875</c:v>
                </c:pt>
                <c:pt idx="49234">
                  <c:v>45700.648611111108</c:v>
                </c:pt>
                <c:pt idx="49235">
                  <c:v>45723.260416666657</c:v>
                </c:pt>
                <c:pt idx="49236">
                  <c:v>45699.827777777777</c:v>
                </c:pt>
                <c:pt idx="49237">
                  <c:v>45641.70416666667</c:v>
                </c:pt>
                <c:pt idx="49238">
                  <c:v>45689.123611111107</c:v>
                </c:pt>
                <c:pt idx="49239">
                  <c:v>45925.578472222223</c:v>
                </c:pt>
                <c:pt idx="49240">
                  <c:v>45744.024305555547</c:v>
                </c:pt>
                <c:pt idx="49241">
                  <c:v>45792.511805555558</c:v>
                </c:pt>
                <c:pt idx="49242">
                  <c:v>45931.515277777777</c:v>
                </c:pt>
                <c:pt idx="49243">
                  <c:v>45901.623611111107</c:v>
                </c:pt>
                <c:pt idx="49244">
                  <c:v>45848.506944444453</c:v>
                </c:pt>
                <c:pt idx="49245">
                  <c:v>45972.679166666669</c:v>
                </c:pt>
                <c:pt idx="49246">
                  <c:v>45909.758333333331</c:v>
                </c:pt>
                <c:pt idx="49247">
                  <c:v>45771.804861111108</c:v>
                </c:pt>
                <c:pt idx="49248">
                  <c:v>45714.629861111112</c:v>
                </c:pt>
                <c:pt idx="49249">
                  <c:v>45808.15</c:v>
                </c:pt>
                <c:pt idx="49250">
                  <c:v>45943.70416666667</c:v>
                </c:pt>
                <c:pt idx="49251">
                  <c:v>45882.96597222222</c:v>
                </c:pt>
                <c:pt idx="49252">
                  <c:v>45868.81527777778</c:v>
                </c:pt>
                <c:pt idx="49253">
                  <c:v>45814.773611111108</c:v>
                </c:pt>
                <c:pt idx="49254">
                  <c:v>45687.568749999999</c:v>
                </c:pt>
                <c:pt idx="49255">
                  <c:v>45725.193749999999</c:v>
                </c:pt>
                <c:pt idx="49256">
                  <c:v>45666.821527777778</c:v>
                </c:pt>
                <c:pt idx="49257">
                  <c:v>45746.792361111111</c:v>
                </c:pt>
                <c:pt idx="49258">
                  <c:v>45500.256249999999</c:v>
                </c:pt>
                <c:pt idx="49259">
                  <c:v>45367.467361111107</c:v>
                </c:pt>
                <c:pt idx="49260">
                  <c:v>45440.454861111109</c:v>
                </c:pt>
                <c:pt idx="49261">
                  <c:v>45871.672222222223</c:v>
                </c:pt>
                <c:pt idx="49262">
                  <c:v>46005.206250000003</c:v>
                </c:pt>
                <c:pt idx="49263">
                  <c:v>45786.248611111107</c:v>
                </c:pt>
                <c:pt idx="49264">
                  <c:v>45411.356249999997</c:v>
                </c:pt>
                <c:pt idx="49265">
                  <c:v>45619.331250000003</c:v>
                </c:pt>
                <c:pt idx="49266">
                  <c:v>45666.268750000003</c:v>
                </c:pt>
                <c:pt idx="49267">
                  <c:v>45585.337500000001</c:v>
                </c:pt>
                <c:pt idx="49268">
                  <c:v>46012.9</c:v>
                </c:pt>
                <c:pt idx="49269">
                  <c:v>45776.540277777778</c:v>
                </c:pt>
                <c:pt idx="49270">
                  <c:v>45739.637499999997</c:v>
                </c:pt>
                <c:pt idx="49271">
                  <c:v>45687.446527777778</c:v>
                </c:pt>
                <c:pt idx="49272">
                  <c:v>45601.636805555558</c:v>
                </c:pt>
                <c:pt idx="49273">
                  <c:v>45687.585416666669</c:v>
                </c:pt>
                <c:pt idx="49274">
                  <c:v>45450.927083333343</c:v>
                </c:pt>
                <c:pt idx="49275">
                  <c:v>45600.887499999997</c:v>
                </c:pt>
                <c:pt idx="49276">
                  <c:v>45545.701388888891</c:v>
                </c:pt>
                <c:pt idx="49277">
                  <c:v>45735.333333333343</c:v>
                </c:pt>
                <c:pt idx="49278">
                  <c:v>45518.381944444453</c:v>
                </c:pt>
                <c:pt idx="49279">
                  <c:v>45895.227083333331</c:v>
                </c:pt>
                <c:pt idx="49280">
                  <c:v>45489.538888888892</c:v>
                </c:pt>
                <c:pt idx="49281">
                  <c:v>45362.720138888893</c:v>
                </c:pt>
                <c:pt idx="49282">
                  <c:v>45978.384027777778</c:v>
                </c:pt>
                <c:pt idx="49283">
                  <c:v>45746.686805555553</c:v>
                </c:pt>
                <c:pt idx="49284">
                  <c:v>45957.727777777778</c:v>
                </c:pt>
                <c:pt idx="49285">
                  <c:v>45559.820833333331</c:v>
                </c:pt>
                <c:pt idx="49286">
                  <c:v>45818.786805555559</c:v>
                </c:pt>
                <c:pt idx="49287">
                  <c:v>45841.496527777781</c:v>
                </c:pt>
                <c:pt idx="49288">
                  <c:v>45999.712500000001</c:v>
                </c:pt>
                <c:pt idx="49289">
                  <c:v>45405.517361111109</c:v>
                </c:pt>
                <c:pt idx="49290">
                  <c:v>45686.515972222223</c:v>
                </c:pt>
                <c:pt idx="49291">
                  <c:v>45931.863194444442</c:v>
                </c:pt>
                <c:pt idx="49292">
                  <c:v>45659.581250000003</c:v>
                </c:pt>
                <c:pt idx="49293">
                  <c:v>45893.63958333333</c:v>
                </c:pt>
                <c:pt idx="49294">
                  <c:v>45778.423611111109</c:v>
                </c:pt>
                <c:pt idx="49295">
                  <c:v>45715.552777777782</c:v>
                </c:pt>
                <c:pt idx="49296">
                  <c:v>45700.706250000003</c:v>
                </c:pt>
                <c:pt idx="49297">
                  <c:v>45700.704861111109</c:v>
                </c:pt>
                <c:pt idx="49298">
                  <c:v>45669.393055555563</c:v>
                </c:pt>
                <c:pt idx="49299">
                  <c:v>45796.913194444453</c:v>
                </c:pt>
                <c:pt idx="49300">
                  <c:v>45812.970138888893</c:v>
                </c:pt>
                <c:pt idx="49301">
                  <c:v>45707.581944444442</c:v>
                </c:pt>
                <c:pt idx="49302">
                  <c:v>45727.006944444453</c:v>
                </c:pt>
                <c:pt idx="49303">
                  <c:v>45832.598611111112</c:v>
                </c:pt>
                <c:pt idx="49304">
                  <c:v>45778.454861111109</c:v>
                </c:pt>
                <c:pt idx="49305">
                  <c:v>45832.602083333331</c:v>
                </c:pt>
                <c:pt idx="49306">
                  <c:v>45656.53402777778</c:v>
                </c:pt>
                <c:pt idx="49307">
                  <c:v>45894.564583333333</c:v>
                </c:pt>
                <c:pt idx="49308">
                  <c:v>45831.951388888891</c:v>
                </c:pt>
                <c:pt idx="49309">
                  <c:v>45981.475694444453</c:v>
                </c:pt>
                <c:pt idx="49310">
                  <c:v>45933.427777777782</c:v>
                </c:pt>
                <c:pt idx="49311">
                  <c:v>45749.536805555559</c:v>
                </c:pt>
                <c:pt idx="49312">
                  <c:v>45889.920138888891</c:v>
                </c:pt>
                <c:pt idx="49313">
                  <c:v>45666.338888888888</c:v>
                </c:pt>
                <c:pt idx="49314">
                  <c:v>45921.949305555558</c:v>
                </c:pt>
                <c:pt idx="49315">
                  <c:v>45695.934027777781</c:v>
                </c:pt>
                <c:pt idx="49316">
                  <c:v>45993.884027777778</c:v>
                </c:pt>
                <c:pt idx="49317">
                  <c:v>45846.864583333343</c:v>
                </c:pt>
                <c:pt idx="49318">
                  <c:v>45319.869444444441</c:v>
                </c:pt>
                <c:pt idx="49319">
                  <c:v>45579.708333333343</c:v>
                </c:pt>
                <c:pt idx="49320">
                  <c:v>45485.887499999997</c:v>
                </c:pt>
                <c:pt idx="49321">
                  <c:v>45519.527777777781</c:v>
                </c:pt>
                <c:pt idx="49322">
                  <c:v>45628.895138888889</c:v>
                </c:pt>
                <c:pt idx="49323">
                  <c:v>45457.847222222219</c:v>
                </c:pt>
                <c:pt idx="49324">
                  <c:v>45401.509027777778</c:v>
                </c:pt>
                <c:pt idx="49325">
                  <c:v>45755.880555555559</c:v>
                </c:pt>
                <c:pt idx="49326">
                  <c:v>45916.746527777781</c:v>
                </c:pt>
                <c:pt idx="49327">
                  <c:v>45897.320138888892</c:v>
                </c:pt>
                <c:pt idx="49328">
                  <c:v>45893.049305555563</c:v>
                </c:pt>
                <c:pt idx="49329">
                  <c:v>45871.727083333331</c:v>
                </c:pt>
                <c:pt idx="49330">
                  <c:v>45789.624305555553</c:v>
                </c:pt>
                <c:pt idx="49331">
                  <c:v>45788.440972222219</c:v>
                </c:pt>
                <c:pt idx="49332">
                  <c:v>45768.371527777781</c:v>
                </c:pt>
                <c:pt idx="49333">
                  <c:v>45744.711111111108</c:v>
                </c:pt>
                <c:pt idx="49334">
                  <c:v>45724.61041666667</c:v>
                </c:pt>
                <c:pt idx="49335">
                  <c:v>45736.365972222222</c:v>
                </c:pt>
                <c:pt idx="49336">
                  <c:v>45729.984027777777</c:v>
                </c:pt>
                <c:pt idx="49337">
                  <c:v>45684.510416666657</c:v>
                </c:pt>
                <c:pt idx="49338">
                  <c:v>45684.574305555558</c:v>
                </c:pt>
                <c:pt idx="49339">
                  <c:v>45670.845138888893</c:v>
                </c:pt>
                <c:pt idx="49340">
                  <c:v>45618.649305555547</c:v>
                </c:pt>
                <c:pt idx="49341">
                  <c:v>45605.336111111108</c:v>
                </c:pt>
                <c:pt idx="49342">
                  <c:v>45602.697916666657</c:v>
                </c:pt>
                <c:pt idx="49343">
                  <c:v>45368.435416666667</c:v>
                </c:pt>
                <c:pt idx="49344">
                  <c:v>45388.704861111109</c:v>
                </c:pt>
                <c:pt idx="49345">
                  <c:v>45602.697916666657</c:v>
                </c:pt>
                <c:pt idx="49346">
                  <c:v>45368.435416666667</c:v>
                </c:pt>
                <c:pt idx="49347">
                  <c:v>45388.704861111109</c:v>
                </c:pt>
                <c:pt idx="49348">
                  <c:v>45762.336805555547</c:v>
                </c:pt>
                <c:pt idx="49349">
                  <c:v>45631.49722222222</c:v>
                </c:pt>
                <c:pt idx="49350">
                  <c:v>45441.688194444447</c:v>
                </c:pt>
                <c:pt idx="49351">
                  <c:v>45441.688194444447</c:v>
                </c:pt>
                <c:pt idx="49352">
                  <c:v>45631.49722222222</c:v>
                </c:pt>
                <c:pt idx="49353">
                  <c:v>45637.540972222218</c:v>
                </c:pt>
                <c:pt idx="49354">
                  <c:v>45762.336805555547</c:v>
                </c:pt>
                <c:pt idx="49355">
                  <c:v>45749.697916666657</c:v>
                </c:pt>
                <c:pt idx="49356">
                  <c:v>45372.234027777777</c:v>
                </c:pt>
                <c:pt idx="49357">
                  <c:v>45637.540972222218</c:v>
                </c:pt>
                <c:pt idx="49358">
                  <c:v>45749.697916666657</c:v>
                </c:pt>
                <c:pt idx="49359">
                  <c:v>45372.234027777777</c:v>
                </c:pt>
                <c:pt idx="49360">
                  <c:v>45818.611111111109</c:v>
                </c:pt>
                <c:pt idx="49361">
                  <c:v>45984.211111111108</c:v>
                </c:pt>
                <c:pt idx="49362">
                  <c:v>45983.71875</c:v>
                </c:pt>
                <c:pt idx="49363">
                  <c:v>45967.655555555553</c:v>
                </c:pt>
                <c:pt idx="49364">
                  <c:v>45960.936805555553</c:v>
                </c:pt>
                <c:pt idx="49365">
                  <c:v>45442.380555555559</c:v>
                </c:pt>
                <c:pt idx="49366">
                  <c:v>45989.465277777781</c:v>
                </c:pt>
                <c:pt idx="49367">
                  <c:v>45408.472916666673</c:v>
                </c:pt>
                <c:pt idx="49368">
                  <c:v>45790.671527777777</c:v>
                </c:pt>
                <c:pt idx="49369">
                  <c:v>45373.506944444453</c:v>
                </c:pt>
                <c:pt idx="49370">
                  <c:v>46014.842361111107</c:v>
                </c:pt>
                <c:pt idx="49371">
                  <c:v>46011.488194444442</c:v>
                </c:pt>
                <c:pt idx="49372">
                  <c:v>45921.084027777782</c:v>
                </c:pt>
                <c:pt idx="49373">
                  <c:v>45880.368750000001</c:v>
                </c:pt>
                <c:pt idx="49374">
                  <c:v>45293.717361111107</c:v>
                </c:pt>
                <c:pt idx="49375">
                  <c:v>45628.549305555563</c:v>
                </c:pt>
                <c:pt idx="49376">
                  <c:v>45628.530555555553</c:v>
                </c:pt>
                <c:pt idx="49377">
                  <c:v>45707.862500000003</c:v>
                </c:pt>
                <c:pt idx="49378">
                  <c:v>45850.987500000003</c:v>
                </c:pt>
                <c:pt idx="49379">
                  <c:v>45422.515972222223</c:v>
                </c:pt>
                <c:pt idx="49380">
                  <c:v>45306.561805555553</c:v>
                </c:pt>
                <c:pt idx="49381">
                  <c:v>45788.893055555563</c:v>
                </c:pt>
                <c:pt idx="49382">
                  <c:v>45790.463888888888</c:v>
                </c:pt>
                <c:pt idx="49383">
                  <c:v>45735.82916666667</c:v>
                </c:pt>
                <c:pt idx="49384">
                  <c:v>45630.984722222223</c:v>
                </c:pt>
                <c:pt idx="49385">
                  <c:v>45629.085416666669</c:v>
                </c:pt>
                <c:pt idx="49386">
                  <c:v>45628.411111111112</c:v>
                </c:pt>
                <c:pt idx="49387">
                  <c:v>45627.561111111107</c:v>
                </c:pt>
                <c:pt idx="49388">
                  <c:v>45846.650694444441</c:v>
                </c:pt>
                <c:pt idx="49389">
                  <c:v>45962.86041666667</c:v>
                </c:pt>
                <c:pt idx="49390">
                  <c:v>45766.176388888889</c:v>
                </c:pt>
                <c:pt idx="49391">
                  <c:v>45781.792361111111</c:v>
                </c:pt>
                <c:pt idx="49392">
                  <c:v>45981.880555555559</c:v>
                </c:pt>
                <c:pt idx="49393">
                  <c:v>45737.490277777782</c:v>
                </c:pt>
                <c:pt idx="49394">
                  <c:v>45894.579861111109</c:v>
                </c:pt>
                <c:pt idx="49395">
                  <c:v>45894.588888888888</c:v>
                </c:pt>
                <c:pt idx="49396">
                  <c:v>45825.509722222218</c:v>
                </c:pt>
                <c:pt idx="49397">
                  <c:v>45922.84652777778</c:v>
                </c:pt>
                <c:pt idx="49398">
                  <c:v>45960.413888888892</c:v>
                </c:pt>
                <c:pt idx="49399">
                  <c:v>45905.602083333331</c:v>
                </c:pt>
                <c:pt idx="49400">
                  <c:v>45671.6875</c:v>
                </c:pt>
                <c:pt idx="49401">
                  <c:v>45774.065972222219</c:v>
                </c:pt>
                <c:pt idx="49402">
                  <c:v>45733.738888888889</c:v>
                </c:pt>
                <c:pt idx="49403">
                  <c:v>45862.444444444453</c:v>
                </c:pt>
                <c:pt idx="49404">
                  <c:v>45791.738194444442</c:v>
                </c:pt>
                <c:pt idx="49405">
                  <c:v>45746.815972222219</c:v>
                </c:pt>
                <c:pt idx="49406">
                  <c:v>45918.838194444441</c:v>
                </c:pt>
                <c:pt idx="49407">
                  <c:v>45494.832638888889</c:v>
                </c:pt>
                <c:pt idx="49408">
                  <c:v>45956.638194444437</c:v>
                </c:pt>
                <c:pt idx="49409">
                  <c:v>45768.625694444447</c:v>
                </c:pt>
                <c:pt idx="49410">
                  <c:v>45697.731249999997</c:v>
                </c:pt>
                <c:pt idx="49411">
                  <c:v>45994.802777777782</c:v>
                </c:pt>
                <c:pt idx="49412">
                  <c:v>45631.662499999999</c:v>
                </c:pt>
                <c:pt idx="49413">
                  <c:v>45563.406944444447</c:v>
                </c:pt>
                <c:pt idx="49414">
                  <c:v>45977.625</c:v>
                </c:pt>
                <c:pt idx="49415">
                  <c:v>45517.84652777778</c:v>
                </c:pt>
                <c:pt idx="49416">
                  <c:v>45736.037499999999</c:v>
                </c:pt>
                <c:pt idx="49417">
                  <c:v>45726.481944444437</c:v>
                </c:pt>
                <c:pt idx="49418">
                  <c:v>45710.693749999999</c:v>
                </c:pt>
                <c:pt idx="49419">
                  <c:v>45698.727083333331</c:v>
                </c:pt>
                <c:pt idx="49420">
                  <c:v>45679.838194444441</c:v>
                </c:pt>
                <c:pt idx="49421">
                  <c:v>45616.490277777782</c:v>
                </c:pt>
                <c:pt idx="49422">
                  <c:v>45715.462500000001</c:v>
                </c:pt>
                <c:pt idx="49423">
                  <c:v>45769.663888888892</c:v>
                </c:pt>
                <c:pt idx="49424">
                  <c:v>45747.54791666667</c:v>
                </c:pt>
                <c:pt idx="49425">
                  <c:v>46000.745833333327</c:v>
                </c:pt>
                <c:pt idx="49426">
                  <c:v>45968.586805555547</c:v>
                </c:pt>
                <c:pt idx="49427">
                  <c:v>45807.472222222219</c:v>
                </c:pt>
                <c:pt idx="49428">
                  <c:v>45849.404861111107</c:v>
                </c:pt>
                <c:pt idx="49429">
                  <c:v>45928.623611111107</c:v>
                </c:pt>
                <c:pt idx="49430">
                  <c:v>45939.607638888891</c:v>
                </c:pt>
                <c:pt idx="49431">
                  <c:v>45883.638888888891</c:v>
                </c:pt>
                <c:pt idx="49432">
                  <c:v>45719.927083333343</c:v>
                </c:pt>
                <c:pt idx="49433">
                  <c:v>45783.845138888893</c:v>
                </c:pt>
                <c:pt idx="49434">
                  <c:v>45760.586805555547</c:v>
                </c:pt>
                <c:pt idx="49435">
                  <c:v>45690.054861111108</c:v>
                </c:pt>
                <c:pt idx="49436">
                  <c:v>45877.581250000003</c:v>
                </c:pt>
                <c:pt idx="49437">
                  <c:v>45873.472222222219</c:v>
                </c:pt>
                <c:pt idx="49438">
                  <c:v>45695.509722222218</c:v>
                </c:pt>
                <c:pt idx="49439">
                  <c:v>45874.59097222222</c:v>
                </c:pt>
                <c:pt idx="49440">
                  <c:v>45579.601388888892</c:v>
                </c:pt>
                <c:pt idx="49441">
                  <c:v>45512.953472222223</c:v>
                </c:pt>
                <c:pt idx="49442">
                  <c:v>46021.600694444453</c:v>
                </c:pt>
                <c:pt idx="49443">
                  <c:v>45646.095138888893</c:v>
                </c:pt>
                <c:pt idx="49444">
                  <c:v>45720.706944444442</c:v>
                </c:pt>
                <c:pt idx="49445">
                  <c:v>45976.602083333331</c:v>
                </c:pt>
                <c:pt idx="49446">
                  <c:v>45478.939583333333</c:v>
                </c:pt>
                <c:pt idx="49447">
                  <c:v>45786.859027777777</c:v>
                </c:pt>
                <c:pt idx="49448">
                  <c:v>45877.549305555563</c:v>
                </c:pt>
                <c:pt idx="49449">
                  <c:v>45945.811111111107</c:v>
                </c:pt>
                <c:pt idx="49450">
                  <c:v>46009.967361111107</c:v>
                </c:pt>
                <c:pt idx="49451">
                  <c:v>45765.686805555553</c:v>
                </c:pt>
                <c:pt idx="49452">
                  <c:v>45757.978472222218</c:v>
                </c:pt>
                <c:pt idx="49453">
                  <c:v>45711.092361111107</c:v>
                </c:pt>
                <c:pt idx="49454">
                  <c:v>46003.691666666673</c:v>
                </c:pt>
                <c:pt idx="49455">
                  <c:v>45744.411805555559</c:v>
                </c:pt>
                <c:pt idx="49456">
                  <c:v>45841.709027777782</c:v>
                </c:pt>
                <c:pt idx="49457">
                  <c:v>45829.473611111112</c:v>
                </c:pt>
                <c:pt idx="49458">
                  <c:v>45962.980555555558</c:v>
                </c:pt>
                <c:pt idx="49459">
                  <c:v>45314.054166666669</c:v>
                </c:pt>
                <c:pt idx="49460">
                  <c:v>45621.527083333327</c:v>
                </c:pt>
                <c:pt idx="49461">
                  <c:v>45749.911805555559</c:v>
                </c:pt>
                <c:pt idx="49462">
                  <c:v>45552.503472222219</c:v>
                </c:pt>
                <c:pt idx="49463">
                  <c:v>45934.489583333343</c:v>
                </c:pt>
                <c:pt idx="49464">
                  <c:v>45837.495833333327</c:v>
                </c:pt>
                <c:pt idx="49465">
                  <c:v>45650.506944444453</c:v>
                </c:pt>
                <c:pt idx="49466">
                  <c:v>45508.854166666657</c:v>
                </c:pt>
                <c:pt idx="49467">
                  <c:v>45584.439583333333</c:v>
                </c:pt>
                <c:pt idx="49468">
                  <c:v>45468.145138888889</c:v>
                </c:pt>
                <c:pt idx="49469">
                  <c:v>45423.46597222222</c:v>
                </c:pt>
                <c:pt idx="49470">
                  <c:v>45790.612500000003</c:v>
                </c:pt>
                <c:pt idx="49471">
                  <c:v>46010.447222222218</c:v>
                </c:pt>
                <c:pt idx="49472">
                  <c:v>45486.972222222219</c:v>
                </c:pt>
                <c:pt idx="49473">
                  <c:v>45845.904861111107</c:v>
                </c:pt>
                <c:pt idx="49474">
                  <c:v>45593.809027777781</c:v>
                </c:pt>
                <c:pt idx="49475">
                  <c:v>45976.770138888889</c:v>
                </c:pt>
                <c:pt idx="49476">
                  <c:v>45618.979166666657</c:v>
                </c:pt>
                <c:pt idx="49477">
                  <c:v>45592.962500000001</c:v>
                </c:pt>
                <c:pt idx="49478">
                  <c:v>45936.709722222222</c:v>
                </c:pt>
                <c:pt idx="49479">
                  <c:v>45915.827777777777</c:v>
                </c:pt>
                <c:pt idx="49480">
                  <c:v>45781.574999999997</c:v>
                </c:pt>
                <c:pt idx="49481">
                  <c:v>45754.627083333333</c:v>
                </c:pt>
                <c:pt idx="49482">
                  <c:v>45662.502083333333</c:v>
                </c:pt>
                <c:pt idx="49483">
                  <c:v>45682.630555555559</c:v>
                </c:pt>
                <c:pt idx="49484">
                  <c:v>45974.509027777778</c:v>
                </c:pt>
                <c:pt idx="49485">
                  <c:v>45660.568055555559</c:v>
                </c:pt>
                <c:pt idx="49486">
                  <c:v>45790.102083333331</c:v>
                </c:pt>
                <c:pt idx="49487">
                  <c:v>45977.09375</c:v>
                </c:pt>
                <c:pt idx="49488">
                  <c:v>45958.494444444441</c:v>
                </c:pt>
                <c:pt idx="49489">
                  <c:v>45871.768055555563</c:v>
                </c:pt>
                <c:pt idx="49490">
                  <c:v>45858.661111111112</c:v>
                </c:pt>
                <c:pt idx="49491">
                  <c:v>46005.457638888889</c:v>
                </c:pt>
                <c:pt idx="49492">
                  <c:v>45919.469444444447</c:v>
                </c:pt>
                <c:pt idx="49493">
                  <c:v>45884.679861111108</c:v>
                </c:pt>
                <c:pt idx="49494">
                  <c:v>46021.4</c:v>
                </c:pt>
                <c:pt idx="49495">
                  <c:v>45901.444444444453</c:v>
                </c:pt>
                <c:pt idx="49496">
                  <c:v>45977.649305555547</c:v>
                </c:pt>
                <c:pt idx="49497">
                  <c:v>45948.665277777778</c:v>
                </c:pt>
                <c:pt idx="49498">
                  <c:v>45699.850694444453</c:v>
                </c:pt>
                <c:pt idx="49499">
                  <c:v>45667.822916666657</c:v>
                </c:pt>
                <c:pt idx="49500">
                  <c:v>45660.592361111107</c:v>
                </c:pt>
                <c:pt idx="49501">
                  <c:v>45769.056250000001</c:v>
                </c:pt>
                <c:pt idx="49502">
                  <c:v>45861.95208333333</c:v>
                </c:pt>
                <c:pt idx="49503">
                  <c:v>45979.388888888891</c:v>
                </c:pt>
                <c:pt idx="49504">
                  <c:v>45945.283333333333</c:v>
                </c:pt>
                <c:pt idx="49505">
                  <c:v>45963.470833333333</c:v>
                </c:pt>
                <c:pt idx="49506">
                  <c:v>45929.663888888892</c:v>
                </c:pt>
                <c:pt idx="49507">
                  <c:v>45786.272222222222</c:v>
                </c:pt>
                <c:pt idx="49508">
                  <c:v>45907.319444444453</c:v>
                </c:pt>
                <c:pt idx="49509">
                  <c:v>45855.324999999997</c:v>
                </c:pt>
                <c:pt idx="49510">
                  <c:v>45759.295138888891</c:v>
                </c:pt>
                <c:pt idx="49511">
                  <c:v>45888.256249999999</c:v>
                </c:pt>
                <c:pt idx="49512">
                  <c:v>45837.356249999997</c:v>
                </c:pt>
                <c:pt idx="49513">
                  <c:v>45730.354166666657</c:v>
                </c:pt>
                <c:pt idx="49514">
                  <c:v>45999.783333333333</c:v>
                </c:pt>
                <c:pt idx="49515">
                  <c:v>45989.558333333327</c:v>
                </c:pt>
                <c:pt idx="49516">
                  <c:v>45728.409722222219</c:v>
                </c:pt>
                <c:pt idx="49517">
                  <c:v>45912.603472222218</c:v>
                </c:pt>
                <c:pt idx="49518">
                  <c:v>45615.692361111112</c:v>
                </c:pt>
                <c:pt idx="49519">
                  <c:v>45944.724305555559</c:v>
                </c:pt>
                <c:pt idx="49520">
                  <c:v>46016.76458333333</c:v>
                </c:pt>
                <c:pt idx="49521">
                  <c:v>45711.65625</c:v>
                </c:pt>
                <c:pt idx="49522">
                  <c:v>45676.257638888892</c:v>
                </c:pt>
                <c:pt idx="49523">
                  <c:v>45872.354861111111</c:v>
                </c:pt>
                <c:pt idx="49524">
                  <c:v>45676.257638888892</c:v>
                </c:pt>
                <c:pt idx="49525">
                  <c:v>45691.856249999997</c:v>
                </c:pt>
                <c:pt idx="49526">
                  <c:v>45755.731249999997</c:v>
                </c:pt>
                <c:pt idx="49527">
                  <c:v>45730.53402777778</c:v>
                </c:pt>
                <c:pt idx="49528">
                  <c:v>45904.338194444441</c:v>
                </c:pt>
                <c:pt idx="49529">
                  <c:v>45819.695138888892</c:v>
                </c:pt>
                <c:pt idx="49530">
                  <c:v>45819.695138888892</c:v>
                </c:pt>
                <c:pt idx="49531">
                  <c:v>45711.65625</c:v>
                </c:pt>
                <c:pt idx="49532">
                  <c:v>46022.698611111111</c:v>
                </c:pt>
                <c:pt idx="49533">
                  <c:v>45755.731249999997</c:v>
                </c:pt>
                <c:pt idx="49534">
                  <c:v>45983.611111111109</c:v>
                </c:pt>
                <c:pt idx="49535">
                  <c:v>45787.656944444447</c:v>
                </c:pt>
                <c:pt idx="49536">
                  <c:v>45904.338194444441</c:v>
                </c:pt>
                <c:pt idx="49537">
                  <c:v>45730.53402777778</c:v>
                </c:pt>
                <c:pt idx="49538">
                  <c:v>46004.861805555563</c:v>
                </c:pt>
                <c:pt idx="49539">
                  <c:v>46022.698611111111</c:v>
                </c:pt>
                <c:pt idx="49540">
                  <c:v>45983.611111111109</c:v>
                </c:pt>
                <c:pt idx="49541">
                  <c:v>45872.354861111111</c:v>
                </c:pt>
                <c:pt idx="49542">
                  <c:v>46004.861805555563</c:v>
                </c:pt>
                <c:pt idx="49543">
                  <c:v>45691.856249999997</c:v>
                </c:pt>
                <c:pt idx="49544">
                  <c:v>45787.656944444447</c:v>
                </c:pt>
                <c:pt idx="49545">
                  <c:v>45855.936111111107</c:v>
                </c:pt>
                <c:pt idx="49546">
                  <c:v>45569.342361111107</c:v>
                </c:pt>
                <c:pt idx="49547">
                  <c:v>45663.654861111107</c:v>
                </c:pt>
                <c:pt idx="49548">
                  <c:v>45632.556944444441</c:v>
                </c:pt>
                <c:pt idx="49549">
                  <c:v>46008.667361111111</c:v>
                </c:pt>
                <c:pt idx="49550">
                  <c:v>45790.329861111109</c:v>
                </c:pt>
                <c:pt idx="49551">
                  <c:v>45623.534722222219</c:v>
                </c:pt>
                <c:pt idx="49552">
                  <c:v>45774.798611111109</c:v>
                </c:pt>
                <c:pt idx="49553">
                  <c:v>45722.706944444442</c:v>
                </c:pt>
                <c:pt idx="49554">
                  <c:v>45504.313888888893</c:v>
                </c:pt>
                <c:pt idx="49555">
                  <c:v>45483.48333333333</c:v>
                </c:pt>
                <c:pt idx="49556">
                  <c:v>45910.245833333327</c:v>
                </c:pt>
                <c:pt idx="49557">
                  <c:v>46023.657638888893</c:v>
                </c:pt>
                <c:pt idx="49558">
                  <c:v>45624.505555555559</c:v>
                </c:pt>
                <c:pt idx="49559">
                  <c:v>45828.784722222219</c:v>
                </c:pt>
                <c:pt idx="49560">
                  <c:v>45656.253472222219</c:v>
                </c:pt>
                <c:pt idx="49561">
                  <c:v>45576.637499999997</c:v>
                </c:pt>
                <c:pt idx="49562">
                  <c:v>45686.763888888891</c:v>
                </c:pt>
                <c:pt idx="49563">
                  <c:v>45644.308333333327</c:v>
                </c:pt>
                <c:pt idx="49564">
                  <c:v>45968.493750000001</c:v>
                </c:pt>
                <c:pt idx="49565">
                  <c:v>45826.453472222223</c:v>
                </c:pt>
                <c:pt idx="49566">
                  <c:v>45576.501388888893</c:v>
                </c:pt>
                <c:pt idx="49567">
                  <c:v>45909.949305555558</c:v>
                </c:pt>
                <c:pt idx="49568">
                  <c:v>45898.413194444453</c:v>
                </c:pt>
                <c:pt idx="49569">
                  <c:v>45773.746527777781</c:v>
                </c:pt>
                <c:pt idx="49570">
                  <c:v>45770.934027777781</c:v>
                </c:pt>
                <c:pt idx="49571">
                  <c:v>45740.9</c:v>
                </c:pt>
                <c:pt idx="49572">
                  <c:v>45977.866666666669</c:v>
                </c:pt>
                <c:pt idx="49573">
                  <c:v>45517.625</c:v>
                </c:pt>
                <c:pt idx="49574">
                  <c:v>45755.800694444442</c:v>
                </c:pt>
                <c:pt idx="49575">
                  <c:v>45692.666666666657</c:v>
                </c:pt>
                <c:pt idx="49576">
                  <c:v>45913.4375</c:v>
                </c:pt>
                <c:pt idx="49577">
                  <c:v>45998.518055555563</c:v>
                </c:pt>
                <c:pt idx="49578">
                  <c:v>45758.288194444453</c:v>
                </c:pt>
                <c:pt idx="49579">
                  <c:v>45924.30972222222</c:v>
                </c:pt>
                <c:pt idx="49580">
                  <c:v>45884.474999999999</c:v>
                </c:pt>
                <c:pt idx="49581">
                  <c:v>45451.325694444437</c:v>
                </c:pt>
                <c:pt idx="49582">
                  <c:v>45422.56527777778</c:v>
                </c:pt>
                <c:pt idx="49583">
                  <c:v>45508.42291666667</c:v>
                </c:pt>
                <c:pt idx="49584">
                  <c:v>45386.816666666673</c:v>
                </c:pt>
                <c:pt idx="49585">
                  <c:v>45586.409722222219</c:v>
                </c:pt>
                <c:pt idx="49586">
                  <c:v>45846.476388888892</c:v>
                </c:pt>
                <c:pt idx="49587">
                  <c:v>45451.325694444437</c:v>
                </c:pt>
                <c:pt idx="49588">
                  <c:v>45998.518055555563</c:v>
                </c:pt>
                <c:pt idx="49589">
                  <c:v>45924.30972222222</c:v>
                </c:pt>
                <c:pt idx="49590">
                  <c:v>45422.56527777778</c:v>
                </c:pt>
                <c:pt idx="49591">
                  <c:v>46023.415277777778</c:v>
                </c:pt>
                <c:pt idx="49592">
                  <c:v>45386.816666666673</c:v>
                </c:pt>
                <c:pt idx="49593">
                  <c:v>45483.429861111108</c:v>
                </c:pt>
                <c:pt idx="49594">
                  <c:v>46023.415277777778</c:v>
                </c:pt>
                <c:pt idx="49595">
                  <c:v>45301.495138888888</c:v>
                </c:pt>
                <c:pt idx="49596">
                  <c:v>45338.76458333333</c:v>
                </c:pt>
                <c:pt idx="49597">
                  <c:v>45957.477083333331</c:v>
                </c:pt>
                <c:pt idx="49598">
                  <c:v>45957.477083333331</c:v>
                </c:pt>
                <c:pt idx="49599">
                  <c:v>45338.76458333333</c:v>
                </c:pt>
                <c:pt idx="49600">
                  <c:v>45846.476388888892</c:v>
                </c:pt>
                <c:pt idx="49601">
                  <c:v>45301.495138888888</c:v>
                </c:pt>
                <c:pt idx="49602">
                  <c:v>45758.288194444453</c:v>
                </c:pt>
                <c:pt idx="49603">
                  <c:v>45801.311805555553</c:v>
                </c:pt>
                <c:pt idx="49604">
                  <c:v>45586.409722222219</c:v>
                </c:pt>
                <c:pt idx="49605">
                  <c:v>45524.650694444441</c:v>
                </c:pt>
                <c:pt idx="49606">
                  <c:v>45884.474999999999</c:v>
                </c:pt>
                <c:pt idx="49607">
                  <c:v>45646.354166666657</c:v>
                </c:pt>
                <c:pt idx="49608">
                  <c:v>45646.354166666657</c:v>
                </c:pt>
                <c:pt idx="49609">
                  <c:v>45508.42291666667</c:v>
                </c:pt>
                <c:pt idx="49610">
                  <c:v>45483.429861111108</c:v>
                </c:pt>
                <c:pt idx="49611">
                  <c:v>45524.650694444441</c:v>
                </c:pt>
                <c:pt idx="49612">
                  <c:v>45801.311805555553</c:v>
                </c:pt>
                <c:pt idx="49613">
                  <c:v>45623.736805555563</c:v>
                </c:pt>
                <c:pt idx="49614">
                  <c:v>45989.645138888889</c:v>
                </c:pt>
                <c:pt idx="49615">
                  <c:v>45601.717361111107</c:v>
                </c:pt>
                <c:pt idx="49616">
                  <c:v>45295.686805555553</c:v>
                </c:pt>
                <c:pt idx="49617">
                  <c:v>45448.759722222218</c:v>
                </c:pt>
                <c:pt idx="49618">
                  <c:v>45926.42291666667</c:v>
                </c:pt>
                <c:pt idx="49619">
                  <c:v>45816.659722222219</c:v>
                </c:pt>
                <c:pt idx="49620">
                  <c:v>45671.569444444453</c:v>
                </c:pt>
                <c:pt idx="49621">
                  <c:v>45652.574999999997</c:v>
                </c:pt>
                <c:pt idx="49622">
                  <c:v>46020.965277777781</c:v>
                </c:pt>
                <c:pt idx="49623">
                  <c:v>46020.963888888888</c:v>
                </c:pt>
                <c:pt idx="49624">
                  <c:v>45640.038194444453</c:v>
                </c:pt>
                <c:pt idx="49625">
                  <c:v>45952.081250000003</c:v>
                </c:pt>
                <c:pt idx="49626">
                  <c:v>45744.928472222222</c:v>
                </c:pt>
                <c:pt idx="49627">
                  <c:v>45785.883333333331</c:v>
                </c:pt>
                <c:pt idx="49628">
                  <c:v>45971.133333333331</c:v>
                </c:pt>
                <c:pt idx="49629">
                  <c:v>45705.893055555563</c:v>
                </c:pt>
                <c:pt idx="49630">
                  <c:v>45615.487500000003</c:v>
                </c:pt>
                <c:pt idx="49631">
                  <c:v>45480.040972222218</c:v>
                </c:pt>
                <c:pt idx="49632">
                  <c:v>45659.888888888891</c:v>
                </c:pt>
                <c:pt idx="49633">
                  <c:v>45556.468055555553</c:v>
                </c:pt>
                <c:pt idx="49634">
                  <c:v>45698.531944444447</c:v>
                </c:pt>
                <c:pt idx="49635">
                  <c:v>45992.800694444442</c:v>
                </c:pt>
                <c:pt idx="49636">
                  <c:v>45383.791666666657</c:v>
                </c:pt>
                <c:pt idx="49637">
                  <c:v>45750.922222222223</c:v>
                </c:pt>
                <c:pt idx="49638">
                  <c:v>45959.893750000003</c:v>
                </c:pt>
                <c:pt idx="49639">
                  <c:v>45565.931944444441</c:v>
                </c:pt>
                <c:pt idx="49640">
                  <c:v>45659.015972222223</c:v>
                </c:pt>
                <c:pt idx="49641">
                  <c:v>45530.95416666667</c:v>
                </c:pt>
                <c:pt idx="49642">
                  <c:v>45474.866666666669</c:v>
                </c:pt>
                <c:pt idx="49643">
                  <c:v>45797.922222222223</c:v>
                </c:pt>
                <c:pt idx="49644">
                  <c:v>45665.4</c:v>
                </c:pt>
                <c:pt idx="49645">
                  <c:v>45732.525694444441</c:v>
                </c:pt>
                <c:pt idx="49646">
                  <c:v>45724.524305555547</c:v>
                </c:pt>
                <c:pt idx="49647">
                  <c:v>45617.405555555553</c:v>
                </c:pt>
                <c:pt idx="49648">
                  <c:v>45745.763194444437</c:v>
                </c:pt>
                <c:pt idx="49649">
                  <c:v>45578.914583333331</c:v>
                </c:pt>
                <c:pt idx="49650">
                  <c:v>45329.73333333333</c:v>
                </c:pt>
                <c:pt idx="49651">
                  <c:v>45900.359027777777</c:v>
                </c:pt>
                <c:pt idx="49652">
                  <c:v>45548.814583333333</c:v>
                </c:pt>
                <c:pt idx="49653">
                  <c:v>45421.663194444453</c:v>
                </c:pt>
                <c:pt idx="49654">
                  <c:v>45353.383333333331</c:v>
                </c:pt>
                <c:pt idx="49655">
                  <c:v>45652.76666666667</c:v>
                </c:pt>
                <c:pt idx="49656">
                  <c:v>45390.496527777781</c:v>
                </c:pt>
                <c:pt idx="49657">
                  <c:v>45306.302083333343</c:v>
                </c:pt>
                <c:pt idx="49658">
                  <c:v>45519.89166666667</c:v>
                </c:pt>
                <c:pt idx="49659">
                  <c:v>45462.74722222222</c:v>
                </c:pt>
                <c:pt idx="49660">
                  <c:v>45382.561111111107</c:v>
                </c:pt>
                <c:pt idx="49661">
                  <c:v>45965.6875</c:v>
                </c:pt>
                <c:pt idx="49662">
                  <c:v>45945.515972222223</c:v>
                </c:pt>
                <c:pt idx="49663">
                  <c:v>45922.631249999999</c:v>
                </c:pt>
                <c:pt idx="49664">
                  <c:v>45869.214583333327</c:v>
                </c:pt>
                <c:pt idx="49665">
                  <c:v>45717.586111111108</c:v>
                </c:pt>
                <c:pt idx="49666">
                  <c:v>45405.893750000003</c:v>
                </c:pt>
                <c:pt idx="49667">
                  <c:v>45920.597222222219</c:v>
                </c:pt>
                <c:pt idx="49668">
                  <c:v>45313.736805555563</c:v>
                </c:pt>
                <c:pt idx="49669">
                  <c:v>45598.806250000001</c:v>
                </c:pt>
                <c:pt idx="49670">
                  <c:v>45830.821527777778</c:v>
                </c:pt>
                <c:pt idx="49671">
                  <c:v>45511.643750000003</c:v>
                </c:pt>
                <c:pt idx="49672">
                  <c:v>45748.63958333333</c:v>
                </c:pt>
                <c:pt idx="49673">
                  <c:v>45672.636111111111</c:v>
                </c:pt>
                <c:pt idx="49674">
                  <c:v>45745.79791666667</c:v>
                </c:pt>
                <c:pt idx="49675">
                  <c:v>45735.525694444441</c:v>
                </c:pt>
                <c:pt idx="49676">
                  <c:v>45627.538888888892</c:v>
                </c:pt>
                <c:pt idx="49677">
                  <c:v>45701.684027777781</c:v>
                </c:pt>
                <c:pt idx="49678">
                  <c:v>45679.261111111111</c:v>
                </c:pt>
                <c:pt idx="49679">
                  <c:v>45666.138888888891</c:v>
                </c:pt>
                <c:pt idx="49680">
                  <c:v>45891.90347222222</c:v>
                </c:pt>
                <c:pt idx="49681">
                  <c:v>45923.37222222222</c:v>
                </c:pt>
                <c:pt idx="49682">
                  <c:v>45803.811111111107</c:v>
                </c:pt>
                <c:pt idx="49683">
                  <c:v>45875.515277777777</c:v>
                </c:pt>
                <c:pt idx="49684">
                  <c:v>45709.782638888893</c:v>
                </c:pt>
                <c:pt idx="49685">
                  <c:v>45989.127083333333</c:v>
                </c:pt>
                <c:pt idx="49686">
                  <c:v>45905.722222222219</c:v>
                </c:pt>
                <c:pt idx="49687">
                  <c:v>45828.65347222222</c:v>
                </c:pt>
                <c:pt idx="49688">
                  <c:v>45941.3</c:v>
                </c:pt>
                <c:pt idx="49689">
                  <c:v>45684.101388888892</c:v>
                </c:pt>
                <c:pt idx="49690">
                  <c:v>45839.522916666669</c:v>
                </c:pt>
                <c:pt idx="49691">
                  <c:v>45778.88958333333</c:v>
                </c:pt>
                <c:pt idx="49692">
                  <c:v>45750.456944444442</c:v>
                </c:pt>
                <c:pt idx="49693">
                  <c:v>45639.549305555563</c:v>
                </c:pt>
                <c:pt idx="49694">
                  <c:v>45697.90347222222</c:v>
                </c:pt>
                <c:pt idx="49695">
                  <c:v>46017.6875</c:v>
                </c:pt>
                <c:pt idx="49696">
                  <c:v>45768.929166666669</c:v>
                </c:pt>
                <c:pt idx="49697">
                  <c:v>45656.79791666667</c:v>
                </c:pt>
                <c:pt idx="49698">
                  <c:v>45641.739583333343</c:v>
                </c:pt>
                <c:pt idx="49699">
                  <c:v>45756.783333333333</c:v>
                </c:pt>
                <c:pt idx="49700">
                  <c:v>45723.761111111111</c:v>
                </c:pt>
                <c:pt idx="49701">
                  <c:v>46009.709722222222</c:v>
                </c:pt>
                <c:pt idx="49702">
                  <c:v>45516.383333333331</c:v>
                </c:pt>
                <c:pt idx="49703">
                  <c:v>45781.436111111107</c:v>
                </c:pt>
                <c:pt idx="49704">
                  <c:v>45900.6</c:v>
                </c:pt>
                <c:pt idx="49705">
                  <c:v>45841.408333333333</c:v>
                </c:pt>
                <c:pt idx="49706">
                  <c:v>45594.429166666669</c:v>
                </c:pt>
                <c:pt idx="49707">
                  <c:v>45989.413194444453</c:v>
                </c:pt>
                <c:pt idx="49708">
                  <c:v>45866.848611111112</c:v>
                </c:pt>
                <c:pt idx="49709">
                  <c:v>45833.279861111107</c:v>
                </c:pt>
                <c:pt idx="49710">
                  <c:v>45804.334722222222</c:v>
                </c:pt>
                <c:pt idx="49711">
                  <c:v>45942.456250000003</c:v>
                </c:pt>
                <c:pt idx="49712">
                  <c:v>45560.697916666657</c:v>
                </c:pt>
                <c:pt idx="49713">
                  <c:v>45627.834027777782</c:v>
                </c:pt>
                <c:pt idx="49714">
                  <c:v>45980.463888888888</c:v>
                </c:pt>
                <c:pt idx="49715">
                  <c:v>45758.586111111108</c:v>
                </c:pt>
                <c:pt idx="49716">
                  <c:v>45684.811111111107</c:v>
                </c:pt>
                <c:pt idx="49717">
                  <c:v>45753.799305555563</c:v>
                </c:pt>
                <c:pt idx="49718">
                  <c:v>45674.015277777777</c:v>
                </c:pt>
                <c:pt idx="49719">
                  <c:v>45617.813194444447</c:v>
                </c:pt>
                <c:pt idx="49720">
                  <c:v>45787.837500000001</c:v>
                </c:pt>
                <c:pt idx="49721">
                  <c:v>45628.361111111109</c:v>
                </c:pt>
                <c:pt idx="49722">
                  <c:v>45777.611111111109</c:v>
                </c:pt>
                <c:pt idx="49723">
                  <c:v>45342.981944444437</c:v>
                </c:pt>
                <c:pt idx="49724">
                  <c:v>46022.652777777781</c:v>
                </c:pt>
                <c:pt idx="49725">
                  <c:v>45475.442361111112</c:v>
                </c:pt>
                <c:pt idx="49726">
                  <c:v>45413.8</c:v>
                </c:pt>
                <c:pt idx="49727">
                  <c:v>45596.650694444441</c:v>
                </c:pt>
                <c:pt idx="49728">
                  <c:v>45539.519444444442</c:v>
                </c:pt>
                <c:pt idx="49729">
                  <c:v>45948.680555555547</c:v>
                </c:pt>
                <c:pt idx="49730">
                  <c:v>45832.795138888891</c:v>
                </c:pt>
                <c:pt idx="49731">
                  <c:v>45640.894444444442</c:v>
                </c:pt>
                <c:pt idx="49732">
                  <c:v>45707.584722222222</c:v>
                </c:pt>
                <c:pt idx="49733">
                  <c:v>45889.926388888889</c:v>
                </c:pt>
                <c:pt idx="49734">
                  <c:v>45988.727777777778</c:v>
                </c:pt>
                <c:pt idx="49735">
                  <c:v>46004.34375</c:v>
                </c:pt>
                <c:pt idx="49736">
                  <c:v>45921.770833333343</c:v>
                </c:pt>
                <c:pt idx="49737">
                  <c:v>45433.763194444437</c:v>
                </c:pt>
                <c:pt idx="49738">
                  <c:v>45400.722222222219</c:v>
                </c:pt>
                <c:pt idx="49739">
                  <c:v>45349.854861111111</c:v>
                </c:pt>
                <c:pt idx="49740">
                  <c:v>45517.611805555563</c:v>
                </c:pt>
                <c:pt idx="49741">
                  <c:v>45489.765277777777</c:v>
                </c:pt>
                <c:pt idx="49742">
                  <c:v>45545.762499999997</c:v>
                </c:pt>
                <c:pt idx="49743">
                  <c:v>45447.772222222222</c:v>
                </c:pt>
                <c:pt idx="49744">
                  <c:v>45638.488888888889</c:v>
                </c:pt>
                <c:pt idx="49745">
                  <c:v>45405.853472222218</c:v>
                </c:pt>
                <c:pt idx="49746">
                  <c:v>45471.986111111109</c:v>
                </c:pt>
                <c:pt idx="49747">
                  <c:v>45523.675000000003</c:v>
                </c:pt>
                <c:pt idx="49748">
                  <c:v>45573.756249999999</c:v>
                </c:pt>
                <c:pt idx="49749">
                  <c:v>45363.792361111111</c:v>
                </c:pt>
                <c:pt idx="49750">
                  <c:v>45559.757638888892</c:v>
                </c:pt>
                <c:pt idx="49751">
                  <c:v>45461.984722222223</c:v>
                </c:pt>
                <c:pt idx="49752">
                  <c:v>45503.818055555559</c:v>
                </c:pt>
                <c:pt idx="49753">
                  <c:v>45419.793749999997</c:v>
                </c:pt>
                <c:pt idx="49754">
                  <c:v>45377.790972222218</c:v>
                </c:pt>
                <c:pt idx="49755">
                  <c:v>45753.009027777778</c:v>
                </c:pt>
                <c:pt idx="49756">
                  <c:v>45716.586805555547</c:v>
                </c:pt>
                <c:pt idx="49757">
                  <c:v>45694.664583333331</c:v>
                </c:pt>
                <c:pt idx="49758">
                  <c:v>45677.129166666673</c:v>
                </c:pt>
                <c:pt idx="49759">
                  <c:v>45908.772916666669</c:v>
                </c:pt>
                <c:pt idx="49760">
                  <c:v>45925.828472222223</c:v>
                </c:pt>
                <c:pt idx="49761">
                  <c:v>45879.73333333333</c:v>
                </c:pt>
                <c:pt idx="49762">
                  <c:v>45973.848611111112</c:v>
                </c:pt>
                <c:pt idx="49763">
                  <c:v>45851.886805555558</c:v>
                </c:pt>
                <c:pt idx="49764">
                  <c:v>45946.853472222218</c:v>
                </c:pt>
                <c:pt idx="49765">
                  <c:v>46001.076388888891</c:v>
                </c:pt>
                <c:pt idx="49766">
                  <c:v>45773.538888888892</c:v>
                </c:pt>
                <c:pt idx="49767">
                  <c:v>45735.925000000003</c:v>
                </c:pt>
                <c:pt idx="49768">
                  <c:v>45698.87777777778</c:v>
                </c:pt>
                <c:pt idx="49769">
                  <c:v>45781.909722222219</c:v>
                </c:pt>
                <c:pt idx="49770">
                  <c:v>45901.958333333343</c:v>
                </c:pt>
                <c:pt idx="49771">
                  <c:v>45895.710416666669</c:v>
                </c:pt>
                <c:pt idx="49772">
                  <c:v>45733.731944444437</c:v>
                </c:pt>
                <c:pt idx="49773">
                  <c:v>45661.410416666673</c:v>
                </c:pt>
                <c:pt idx="49774">
                  <c:v>45659.888888888891</c:v>
                </c:pt>
                <c:pt idx="49775">
                  <c:v>45392.399305555547</c:v>
                </c:pt>
                <c:pt idx="49776">
                  <c:v>45529.450694444437</c:v>
                </c:pt>
                <c:pt idx="49777">
                  <c:v>45766.7</c:v>
                </c:pt>
                <c:pt idx="49778">
                  <c:v>45929.473611111112</c:v>
                </c:pt>
                <c:pt idx="49779">
                  <c:v>45305.5625</c:v>
                </c:pt>
                <c:pt idx="49780">
                  <c:v>45873.786805555559</c:v>
                </c:pt>
                <c:pt idx="49781">
                  <c:v>45708.522222222222</c:v>
                </c:pt>
                <c:pt idx="49782">
                  <c:v>45829.40625</c:v>
                </c:pt>
                <c:pt idx="49783">
                  <c:v>45925.502083333333</c:v>
                </c:pt>
                <c:pt idx="49784">
                  <c:v>45567.619444444441</c:v>
                </c:pt>
                <c:pt idx="49785">
                  <c:v>46012.661805555559</c:v>
                </c:pt>
                <c:pt idx="49786">
                  <c:v>45964.304861111108</c:v>
                </c:pt>
                <c:pt idx="49787">
                  <c:v>45867.885416666657</c:v>
                </c:pt>
                <c:pt idx="49788">
                  <c:v>45752.482638888891</c:v>
                </c:pt>
                <c:pt idx="49789">
                  <c:v>45669.64166666667</c:v>
                </c:pt>
                <c:pt idx="49790">
                  <c:v>45744.523611111108</c:v>
                </c:pt>
                <c:pt idx="49791">
                  <c:v>45525.489583333343</c:v>
                </c:pt>
                <c:pt idx="49792">
                  <c:v>45329.676388888889</c:v>
                </c:pt>
                <c:pt idx="49793">
                  <c:v>45658.78402777778</c:v>
                </c:pt>
                <c:pt idx="49794">
                  <c:v>45620.808333333327</c:v>
                </c:pt>
                <c:pt idx="49795">
                  <c:v>45479.878472222219</c:v>
                </c:pt>
                <c:pt idx="49796">
                  <c:v>45880.429166666669</c:v>
                </c:pt>
                <c:pt idx="49797">
                  <c:v>45564.540277777778</c:v>
                </c:pt>
                <c:pt idx="49798">
                  <c:v>45795.948611111111</c:v>
                </c:pt>
                <c:pt idx="49799">
                  <c:v>45832.829861111109</c:v>
                </c:pt>
                <c:pt idx="49800">
                  <c:v>45964.84097222222</c:v>
                </c:pt>
                <c:pt idx="49801">
                  <c:v>45962.498611111107</c:v>
                </c:pt>
                <c:pt idx="49802">
                  <c:v>45949.633333333331</c:v>
                </c:pt>
                <c:pt idx="49803">
                  <c:v>45883.515277777777</c:v>
                </c:pt>
                <c:pt idx="49804">
                  <c:v>45963.348611111112</c:v>
                </c:pt>
                <c:pt idx="49805">
                  <c:v>45889.736111111109</c:v>
                </c:pt>
                <c:pt idx="49806">
                  <c:v>45879.96875</c:v>
                </c:pt>
                <c:pt idx="49807">
                  <c:v>45468.677083333343</c:v>
                </c:pt>
                <c:pt idx="49808">
                  <c:v>45442.590277777781</c:v>
                </c:pt>
                <c:pt idx="49809">
                  <c:v>45354.569444444453</c:v>
                </c:pt>
                <c:pt idx="49810">
                  <c:v>45776.980555555558</c:v>
                </c:pt>
                <c:pt idx="49811">
                  <c:v>45740.80972222222</c:v>
                </c:pt>
                <c:pt idx="49812">
                  <c:v>45733.850694444453</c:v>
                </c:pt>
                <c:pt idx="49813">
                  <c:v>45674.043055555558</c:v>
                </c:pt>
                <c:pt idx="49814">
                  <c:v>45775.801388888889</c:v>
                </c:pt>
                <c:pt idx="49815">
                  <c:v>45788.507638888892</c:v>
                </c:pt>
                <c:pt idx="49816">
                  <c:v>45739.611805555563</c:v>
                </c:pt>
                <c:pt idx="49817">
                  <c:v>45315.545138888891</c:v>
                </c:pt>
                <c:pt idx="49818">
                  <c:v>45315.549305555563</c:v>
                </c:pt>
                <c:pt idx="49819">
                  <c:v>45860.65625</c:v>
                </c:pt>
                <c:pt idx="49820">
                  <c:v>45819.718055555553</c:v>
                </c:pt>
                <c:pt idx="49821">
                  <c:v>45378.734027777777</c:v>
                </c:pt>
                <c:pt idx="49822">
                  <c:v>45339.424305555563</c:v>
                </c:pt>
                <c:pt idx="49823">
                  <c:v>45849.709722222222</c:v>
                </c:pt>
                <c:pt idx="49824">
                  <c:v>45758.443749999999</c:v>
                </c:pt>
                <c:pt idx="49825">
                  <c:v>45804.763194444437</c:v>
                </c:pt>
                <c:pt idx="49826">
                  <c:v>45835.634722222218</c:v>
                </c:pt>
                <c:pt idx="49827">
                  <c:v>45770.727083333331</c:v>
                </c:pt>
                <c:pt idx="49828">
                  <c:v>45867.513194444437</c:v>
                </c:pt>
                <c:pt idx="49829">
                  <c:v>46005.780555555553</c:v>
                </c:pt>
                <c:pt idx="49830">
                  <c:v>45916.88958333333</c:v>
                </c:pt>
                <c:pt idx="49831">
                  <c:v>45884.129166666673</c:v>
                </c:pt>
                <c:pt idx="49832">
                  <c:v>45686.978472222218</c:v>
                </c:pt>
                <c:pt idx="49833">
                  <c:v>45985.397916666669</c:v>
                </c:pt>
                <c:pt idx="49834">
                  <c:v>45918.567361111112</c:v>
                </c:pt>
                <c:pt idx="49835">
                  <c:v>45341.722222222219</c:v>
                </c:pt>
                <c:pt idx="49836">
                  <c:v>45394.90902777778</c:v>
                </c:pt>
                <c:pt idx="49837">
                  <c:v>46005.619444444441</c:v>
                </c:pt>
                <c:pt idx="49838">
                  <c:v>45948.481249999997</c:v>
                </c:pt>
                <c:pt idx="49839">
                  <c:v>45911.246527777781</c:v>
                </c:pt>
                <c:pt idx="49840">
                  <c:v>45904.770833333343</c:v>
                </c:pt>
                <c:pt idx="49841">
                  <c:v>45909.555555555547</c:v>
                </c:pt>
                <c:pt idx="49842">
                  <c:v>45883.667361111111</c:v>
                </c:pt>
                <c:pt idx="49843">
                  <c:v>45681.750694444447</c:v>
                </c:pt>
                <c:pt idx="49844">
                  <c:v>45641.97152777778</c:v>
                </c:pt>
                <c:pt idx="49845">
                  <c:v>45710.75277777778</c:v>
                </c:pt>
                <c:pt idx="49846">
                  <c:v>45911.573611111111</c:v>
                </c:pt>
                <c:pt idx="49847">
                  <c:v>45909.800694444442</c:v>
                </c:pt>
                <c:pt idx="49848">
                  <c:v>45763.8125</c:v>
                </c:pt>
                <c:pt idx="49849">
                  <c:v>45434.397916666669</c:v>
                </c:pt>
                <c:pt idx="49850">
                  <c:v>45297.894444444442</c:v>
                </c:pt>
                <c:pt idx="49851">
                  <c:v>45902.598611111112</c:v>
                </c:pt>
                <c:pt idx="49852">
                  <c:v>45837.548611111109</c:v>
                </c:pt>
                <c:pt idx="49853">
                  <c:v>45944.899305555547</c:v>
                </c:pt>
                <c:pt idx="49854">
                  <c:v>45672.981944444437</c:v>
                </c:pt>
                <c:pt idx="49855">
                  <c:v>45468.407638888893</c:v>
                </c:pt>
                <c:pt idx="49856">
                  <c:v>45918.79583333333</c:v>
                </c:pt>
                <c:pt idx="49857">
                  <c:v>45628.87222222222</c:v>
                </c:pt>
                <c:pt idx="49858">
                  <c:v>45722.743750000001</c:v>
                </c:pt>
                <c:pt idx="49859">
                  <c:v>45716.580555555563</c:v>
                </c:pt>
                <c:pt idx="49860">
                  <c:v>45787.430555555547</c:v>
                </c:pt>
                <c:pt idx="49861">
                  <c:v>45754.893055555563</c:v>
                </c:pt>
                <c:pt idx="49862">
                  <c:v>45793.959722222222</c:v>
                </c:pt>
                <c:pt idx="49863">
                  <c:v>45807.451388888891</c:v>
                </c:pt>
                <c:pt idx="49864">
                  <c:v>45760.727083333331</c:v>
                </c:pt>
                <c:pt idx="49865">
                  <c:v>45604.667361111111</c:v>
                </c:pt>
                <c:pt idx="49866">
                  <c:v>45413.50277777778</c:v>
                </c:pt>
                <c:pt idx="49867">
                  <c:v>45637.635416666657</c:v>
                </c:pt>
                <c:pt idx="49868">
                  <c:v>45559.470833333333</c:v>
                </c:pt>
                <c:pt idx="49869">
                  <c:v>45508.90625</c:v>
                </c:pt>
                <c:pt idx="49870">
                  <c:v>45742.656944444447</c:v>
                </c:pt>
                <c:pt idx="49871">
                  <c:v>45460.781944444447</c:v>
                </c:pt>
                <c:pt idx="49872">
                  <c:v>45716.668749999997</c:v>
                </c:pt>
                <c:pt idx="49873">
                  <c:v>45305.661805555559</c:v>
                </c:pt>
                <c:pt idx="49874">
                  <c:v>45383.043055555558</c:v>
                </c:pt>
                <c:pt idx="49875">
                  <c:v>45677.550694444442</c:v>
                </c:pt>
                <c:pt idx="49876">
                  <c:v>45653.115277777782</c:v>
                </c:pt>
                <c:pt idx="49877">
                  <c:v>45701.589583333327</c:v>
                </c:pt>
                <c:pt idx="49878">
                  <c:v>46022.424305555563</c:v>
                </c:pt>
                <c:pt idx="49879">
                  <c:v>45967.21597222222</c:v>
                </c:pt>
                <c:pt idx="49880">
                  <c:v>45972.446527777778</c:v>
                </c:pt>
                <c:pt idx="49881">
                  <c:v>45300.929861111108</c:v>
                </c:pt>
                <c:pt idx="49882">
                  <c:v>45464.899305555547</c:v>
                </c:pt>
                <c:pt idx="49883">
                  <c:v>45394.784722222219</c:v>
                </c:pt>
                <c:pt idx="49884">
                  <c:v>45513.594444444447</c:v>
                </c:pt>
                <c:pt idx="49885">
                  <c:v>45768.020138888889</c:v>
                </c:pt>
                <c:pt idx="49886">
                  <c:v>45620.986805555563</c:v>
                </c:pt>
                <c:pt idx="49887">
                  <c:v>45327.885416666657</c:v>
                </c:pt>
                <c:pt idx="49888">
                  <c:v>45432.977777777778</c:v>
                </c:pt>
                <c:pt idx="49889">
                  <c:v>45948.626388888893</c:v>
                </c:pt>
                <c:pt idx="49890">
                  <c:v>45985.629166666673</c:v>
                </c:pt>
                <c:pt idx="49891">
                  <c:v>45315.536805555559</c:v>
                </c:pt>
                <c:pt idx="49892">
                  <c:v>45644.003472222219</c:v>
                </c:pt>
                <c:pt idx="49893">
                  <c:v>45644.003472222219</c:v>
                </c:pt>
                <c:pt idx="49894">
                  <c:v>45315.536805555559</c:v>
                </c:pt>
                <c:pt idx="49895">
                  <c:v>45932.438194444447</c:v>
                </c:pt>
                <c:pt idx="49896">
                  <c:v>45756.484027777777</c:v>
                </c:pt>
                <c:pt idx="49897">
                  <c:v>45756.484027777777</c:v>
                </c:pt>
                <c:pt idx="49898">
                  <c:v>45932.438194444447</c:v>
                </c:pt>
                <c:pt idx="49899">
                  <c:v>45854.589583333327</c:v>
                </c:pt>
                <c:pt idx="49900">
                  <c:v>45950.602777777778</c:v>
                </c:pt>
                <c:pt idx="49901">
                  <c:v>45713.943055555559</c:v>
                </c:pt>
                <c:pt idx="49902">
                  <c:v>45950.602777777778</c:v>
                </c:pt>
                <c:pt idx="49903">
                  <c:v>45713.943055555559</c:v>
                </c:pt>
                <c:pt idx="49904">
                  <c:v>45726.45208333333</c:v>
                </c:pt>
                <c:pt idx="49905">
                  <c:v>45770.539583333331</c:v>
                </c:pt>
                <c:pt idx="49906">
                  <c:v>45770.539583333331</c:v>
                </c:pt>
                <c:pt idx="49907">
                  <c:v>45964.477083333331</c:v>
                </c:pt>
                <c:pt idx="49908">
                  <c:v>45964.477083333331</c:v>
                </c:pt>
                <c:pt idx="49909">
                  <c:v>45550.656944444447</c:v>
                </c:pt>
                <c:pt idx="49910">
                  <c:v>45757.493750000001</c:v>
                </c:pt>
                <c:pt idx="49911">
                  <c:v>45757.493750000001</c:v>
                </c:pt>
                <c:pt idx="49912">
                  <c:v>45870.509722222218</c:v>
                </c:pt>
                <c:pt idx="49913">
                  <c:v>45752.504861111112</c:v>
                </c:pt>
                <c:pt idx="49914">
                  <c:v>45752.504861111112</c:v>
                </c:pt>
                <c:pt idx="49915">
                  <c:v>45918.36041666667</c:v>
                </c:pt>
                <c:pt idx="49916">
                  <c:v>45918.36041666667</c:v>
                </c:pt>
                <c:pt idx="49917">
                  <c:v>45870.509722222218</c:v>
                </c:pt>
                <c:pt idx="49918">
                  <c:v>45550.656944444447</c:v>
                </c:pt>
                <c:pt idx="49919">
                  <c:v>45741.602777777778</c:v>
                </c:pt>
                <c:pt idx="49920">
                  <c:v>45854.589583333327</c:v>
                </c:pt>
                <c:pt idx="49921">
                  <c:v>45726.45208333333</c:v>
                </c:pt>
                <c:pt idx="49922">
                  <c:v>45985.629166666673</c:v>
                </c:pt>
                <c:pt idx="49923">
                  <c:v>45741.602777777778</c:v>
                </c:pt>
                <c:pt idx="49924">
                  <c:v>45915.54583333333</c:v>
                </c:pt>
                <c:pt idx="49925">
                  <c:v>45841.214583333327</c:v>
                </c:pt>
                <c:pt idx="49926">
                  <c:v>45634.503472222219</c:v>
                </c:pt>
                <c:pt idx="49927">
                  <c:v>45552.55</c:v>
                </c:pt>
                <c:pt idx="49928">
                  <c:v>45674.543055555558</c:v>
                </c:pt>
                <c:pt idx="49929">
                  <c:v>45788.949305555558</c:v>
                </c:pt>
                <c:pt idx="49930">
                  <c:v>45507.447916666657</c:v>
                </c:pt>
                <c:pt idx="49931">
                  <c:v>45604.441666666673</c:v>
                </c:pt>
                <c:pt idx="49932">
                  <c:v>45766.367361111108</c:v>
                </c:pt>
                <c:pt idx="49933">
                  <c:v>45618.665277777778</c:v>
                </c:pt>
                <c:pt idx="49934">
                  <c:v>45666.727083333331</c:v>
                </c:pt>
                <c:pt idx="49935">
                  <c:v>45693.456944444442</c:v>
                </c:pt>
                <c:pt idx="49936">
                  <c:v>45750.697916666657</c:v>
                </c:pt>
                <c:pt idx="49937">
                  <c:v>45708.197916666657</c:v>
                </c:pt>
                <c:pt idx="49938">
                  <c:v>45801.556250000001</c:v>
                </c:pt>
                <c:pt idx="49939">
                  <c:v>45530.737500000003</c:v>
                </c:pt>
                <c:pt idx="49940">
                  <c:v>45451.71875</c:v>
                </c:pt>
                <c:pt idx="49941">
                  <c:v>45577.767361111109</c:v>
                </c:pt>
                <c:pt idx="49942">
                  <c:v>45733.177083333343</c:v>
                </c:pt>
                <c:pt idx="49943">
                  <c:v>45749.717361111107</c:v>
                </c:pt>
                <c:pt idx="49944">
                  <c:v>45757.461805555547</c:v>
                </c:pt>
                <c:pt idx="49945">
                  <c:v>45769.418749999997</c:v>
                </c:pt>
                <c:pt idx="49946">
                  <c:v>46022.131249999999</c:v>
                </c:pt>
                <c:pt idx="49947">
                  <c:v>46013.420138888891</c:v>
                </c:pt>
                <c:pt idx="49948">
                  <c:v>46004.75277777778</c:v>
                </c:pt>
                <c:pt idx="49949">
                  <c:v>46012.573611111111</c:v>
                </c:pt>
                <c:pt idx="49950">
                  <c:v>46013.418749999997</c:v>
                </c:pt>
                <c:pt idx="49951">
                  <c:v>46006.413888888892</c:v>
                </c:pt>
                <c:pt idx="49952">
                  <c:v>46004.574999999997</c:v>
                </c:pt>
                <c:pt idx="49953">
                  <c:v>45553.756249999999</c:v>
                </c:pt>
                <c:pt idx="49954">
                  <c:v>45552.443055555559</c:v>
                </c:pt>
                <c:pt idx="49955">
                  <c:v>45449.902083333327</c:v>
                </c:pt>
                <c:pt idx="49956">
                  <c:v>45475.361111111109</c:v>
                </c:pt>
                <c:pt idx="49957">
                  <c:v>45452.852083333331</c:v>
                </c:pt>
                <c:pt idx="49958">
                  <c:v>45449.947916666657</c:v>
                </c:pt>
                <c:pt idx="49959">
                  <c:v>45472.961111111108</c:v>
                </c:pt>
                <c:pt idx="49960">
                  <c:v>45475.535416666673</c:v>
                </c:pt>
                <c:pt idx="49961">
                  <c:v>45475.55</c:v>
                </c:pt>
                <c:pt idx="49962">
                  <c:v>45475.24722222222</c:v>
                </c:pt>
                <c:pt idx="49963">
                  <c:v>45449.90347222222</c:v>
                </c:pt>
                <c:pt idx="49964">
                  <c:v>45475.273611111108</c:v>
                </c:pt>
                <c:pt idx="49965">
                  <c:v>45475.535416666673</c:v>
                </c:pt>
                <c:pt idx="49966">
                  <c:v>45475.531944444447</c:v>
                </c:pt>
                <c:pt idx="49967">
                  <c:v>45475.195138888892</c:v>
                </c:pt>
                <c:pt idx="49968">
                  <c:v>45449.657638888893</c:v>
                </c:pt>
                <c:pt idx="49969">
                  <c:v>45475.546527777777</c:v>
                </c:pt>
                <c:pt idx="49970">
                  <c:v>45475.040972222218</c:v>
                </c:pt>
                <c:pt idx="49971">
                  <c:v>45449.621527777781</c:v>
                </c:pt>
                <c:pt idx="49972">
                  <c:v>45472.997916666667</c:v>
                </c:pt>
                <c:pt idx="49973">
                  <c:v>45449.606249999997</c:v>
                </c:pt>
                <c:pt idx="49974">
                  <c:v>45472.986111111109</c:v>
                </c:pt>
                <c:pt idx="49975">
                  <c:v>45475.306944444441</c:v>
                </c:pt>
                <c:pt idx="49976">
                  <c:v>45472.97152777778</c:v>
                </c:pt>
                <c:pt idx="49977">
                  <c:v>45475.325694444437</c:v>
                </c:pt>
                <c:pt idx="49978">
                  <c:v>45449.905555555553</c:v>
                </c:pt>
                <c:pt idx="49979">
                  <c:v>45449.722916666673</c:v>
                </c:pt>
                <c:pt idx="49980">
                  <c:v>45553.69027777778</c:v>
                </c:pt>
                <c:pt idx="49981">
                  <c:v>45473.009027777778</c:v>
                </c:pt>
                <c:pt idx="49982">
                  <c:v>45475.397222222222</c:v>
                </c:pt>
                <c:pt idx="49983">
                  <c:v>45449.787499999999</c:v>
                </c:pt>
                <c:pt idx="49984">
                  <c:v>45449.79583333333</c:v>
                </c:pt>
                <c:pt idx="49985">
                  <c:v>45449.570138888892</c:v>
                </c:pt>
                <c:pt idx="49986">
                  <c:v>45475.461805555547</c:v>
                </c:pt>
                <c:pt idx="49987">
                  <c:v>45449.805555555547</c:v>
                </c:pt>
                <c:pt idx="49988">
                  <c:v>45475.451388888891</c:v>
                </c:pt>
                <c:pt idx="49989">
                  <c:v>45475.435416666667</c:v>
                </c:pt>
                <c:pt idx="49990">
                  <c:v>45449.819444444453</c:v>
                </c:pt>
                <c:pt idx="49991">
                  <c:v>45475.463888888888</c:v>
                </c:pt>
                <c:pt idx="49992">
                  <c:v>45449.819444444453</c:v>
                </c:pt>
                <c:pt idx="49993">
                  <c:v>45449.837500000001</c:v>
                </c:pt>
                <c:pt idx="49994">
                  <c:v>45553.727777777778</c:v>
                </c:pt>
                <c:pt idx="49995">
                  <c:v>45452.811805555553</c:v>
                </c:pt>
                <c:pt idx="49996">
                  <c:v>45449.844444444447</c:v>
                </c:pt>
                <c:pt idx="49997">
                  <c:v>45449.863888888889</c:v>
                </c:pt>
                <c:pt idx="49998">
                  <c:v>45475.425000000003</c:v>
                </c:pt>
                <c:pt idx="49999">
                  <c:v>45475.415972222218</c:v>
                </c:pt>
                <c:pt idx="50000">
                  <c:v>45452.848611111112</c:v>
                </c:pt>
                <c:pt idx="50001">
                  <c:v>45475.407638888893</c:v>
                </c:pt>
                <c:pt idx="50002">
                  <c:v>45475.4</c:v>
                </c:pt>
                <c:pt idx="50003">
                  <c:v>45452.85</c:v>
                </c:pt>
                <c:pt idx="50004">
                  <c:v>45475.517361111109</c:v>
                </c:pt>
                <c:pt idx="50005">
                  <c:v>45475.478472222218</c:v>
                </c:pt>
                <c:pt idx="50006">
                  <c:v>45449.868750000001</c:v>
                </c:pt>
                <c:pt idx="50007">
                  <c:v>45452.800000000003</c:v>
                </c:pt>
                <c:pt idx="50008">
                  <c:v>45553.75</c:v>
                </c:pt>
                <c:pt idx="50009">
                  <c:v>45475.515972222223</c:v>
                </c:pt>
                <c:pt idx="50010">
                  <c:v>45452.802777777782</c:v>
                </c:pt>
                <c:pt idx="50011">
                  <c:v>45449.68472222222</c:v>
                </c:pt>
                <c:pt idx="50012">
                  <c:v>45449.888888888891</c:v>
                </c:pt>
                <c:pt idx="50013">
                  <c:v>45449.884027777778</c:v>
                </c:pt>
                <c:pt idx="50014">
                  <c:v>45449.874305555553</c:v>
                </c:pt>
                <c:pt idx="50015">
                  <c:v>45452.804861111108</c:v>
                </c:pt>
                <c:pt idx="50016">
                  <c:v>45475.504166666673</c:v>
                </c:pt>
                <c:pt idx="50017">
                  <c:v>45449.867361111108</c:v>
                </c:pt>
                <c:pt idx="50018">
                  <c:v>45452.839583333327</c:v>
                </c:pt>
                <c:pt idx="50019">
                  <c:v>45475.37777777778</c:v>
                </c:pt>
                <c:pt idx="50020">
                  <c:v>45449.731944444437</c:v>
                </c:pt>
                <c:pt idx="50021">
                  <c:v>45475.495833333327</c:v>
                </c:pt>
                <c:pt idx="50022">
                  <c:v>45475.489583333343</c:v>
                </c:pt>
                <c:pt idx="50023">
                  <c:v>45449.74722222222</c:v>
                </c:pt>
                <c:pt idx="50024">
                  <c:v>45475.484027777777</c:v>
                </c:pt>
                <c:pt idx="50025">
                  <c:v>45449.753472222219</c:v>
                </c:pt>
                <c:pt idx="50026">
                  <c:v>45475.379861111112</c:v>
                </c:pt>
                <c:pt idx="50027">
                  <c:v>45553.692361111112</c:v>
                </c:pt>
                <c:pt idx="50028">
                  <c:v>45553.740277777782</c:v>
                </c:pt>
                <c:pt idx="50029">
                  <c:v>45449.725694444453</c:v>
                </c:pt>
                <c:pt idx="50030">
                  <c:v>45452.441666666673</c:v>
                </c:pt>
                <c:pt idx="50031">
                  <c:v>45475.689583333333</c:v>
                </c:pt>
                <c:pt idx="50032">
                  <c:v>45449.54583333333</c:v>
                </c:pt>
                <c:pt idx="50033">
                  <c:v>45475.984722222223</c:v>
                </c:pt>
                <c:pt idx="50034">
                  <c:v>45475.98333333333</c:v>
                </c:pt>
                <c:pt idx="50035">
                  <c:v>45475.928472222222</c:v>
                </c:pt>
                <c:pt idx="50036">
                  <c:v>45475.926388888889</c:v>
                </c:pt>
                <c:pt idx="50037">
                  <c:v>45449.005555555559</c:v>
                </c:pt>
                <c:pt idx="50038">
                  <c:v>45475.921527777777</c:v>
                </c:pt>
                <c:pt idx="50039">
                  <c:v>45472.84652777778</c:v>
                </c:pt>
                <c:pt idx="50040">
                  <c:v>45475.913194444453</c:v>
                </c:pt>
                <c:pt idx="50041">
                  <c:v>45475.902777777781</c:v>
                </c:pt>
                <c:pt idx="50042">
                  <c:v>45472.851388888892</c:v>
                </c:pt>
                <c:pt idx="50043">
                  <c:v>45553.802083333343</c:v>
                </c:pt>
                <c:pt idx="50044">
                  <c:v>45452.905555555553</c:v>
                </c:pt>
                <c:pt idx="50045">
                  <c:v>45475.900694444441</c:v>
                </c:pt>
                <c:pt idx="50046">
                  <c:v>45449.040972222218</c:v>
                </c:pt>
                <c:pt idx="50047">
                  <c:v>45449.084027777782</c:v>
                </c:pt>
                <c:pt idx="50048">
                  <c:v>45449.088888888888</c:v>
                </c:pt>
                <c:pt idx="50049">
                  <c:v>45449.147222222222</c:v>
                </c:pt>
                <c:pt idx="50050">
                  <c:v>45449.250694444447</c:v>
                </c:pt>
                <c:pt idx="50051">
                  <c:v>45475.899305555547</c:v>
                </c:pt>
                <c:pt idx="50052">
                  <c:v>45475.897222222222</c:v>
                </c:pt>
                <c:pt idx="50053">
                  <c:v>45472.873611111107</c:v>
                </c:pt>
                <c:pt idx="50054">
                  <c:v>45475.893055555563</c:v>
                </c:pt>
                <c:pt idx="50055">
                  <c:v>45551.906944444447</c:v>
                </c:pt>
                <c:pt idx="50056">
                  <c:v>45472.894444444442</c:v>
                </c:pt>
                <c:pt idx="50057">
                  <c:v>45553.791666666657</c:v>
                </c:pt>
                <c:pt idx="50058">
                  <c:v>45553.776388888888</c:v>
                </c:pt>
                <c:pt idx="50059">
                  <c:v>45475.870833333327</c:v>
                </c:pt>
                <c:pt idx="50060">
                  <c:v>45452.905555555553</c:v>
                </c:pt>
                <c:pt idx="50061">
                  <c:v>45449.273611111108</c:v>
                </c:pt>
                <c:pt idx="50062">
                  <c:v>45475.98541666667</c:v>
                </c:pt>
                <c:pt idx="50063">
                  <c:v>45476.04791666667</c:v>
                </c:pt>
                <c:pt idx="50064">
                  <c:v>45476.085416666669</c:v>
                </c:pt>
                <c:pt idx="50065">
                  <c:v>45476.114583333343</c:v>
                </c:pt>
                <c:pt idx="50066">
                  <c:v>45448.845138888893</c:v>
                </c:pt>
                <c:pt idx="50067">
                  <c:v>45448.849305555559</c:v>
                </c:pt>
                <c:pt idx="50068">
                  <c:v>45476.488888888889</c:v>
                </c:pt>
                <c:pt idx="50069">
                  <c:v>45476.486805555563</c:v>
                </c:pt>
                <c:pt idx="50070">
                  <c:v>45476.462500000001</c:v>
                </c:pt>
                <c:pt idx="50071">
                  <c:v>45448.868055555547</c:v>
                </c:pt>
                <c:pt idx="50072">
                  <c:v>45448.874305555553</c:v>
                </c:pt>
                <c:pt idx="50073">
                  <c:v>45448.878472222219</c:v>
                </c:pt>
                <c:pt idx="50074">
                  <c:v>45476.429166666669</c:v>
                </c:pt>
                <c:pt idx="50075">
                  <c:v>45448.908333333333</c:v>
                </c:pt>
                <c:pt idx="50076">
                  <c:v>45476.427083333343</c:v>
                </c:pt>
                <c:pt idx="50077">
                  <c:v>45476.423611111109</c:v>
                </c:pt>
                <c:pt idx="50078">
                  <c:v>45452.919444444437</c:v>
                </c:pt>
                <c:pt idx="50079">
                  <c:v>45452.918749999997</c:v>
                </c:pt>
                <c:pt idx="50080">
                  <c:v>45475.868750000001</c:v>
                </c:pt>
                <c:pt idx="50081">
                  <c:v>45476.412499999999</c:v>
                </c:pt>
                <c:pt idx="50082">
                  <c:v>45448.931944444441</c:v>
                </c:pt>
                <c:pt idx="50083">
                  <c:v>45476.38958333333</c:v>
                </c:pt>
                <c:pt idx="50084">
                  <c:v>45476.370833333327</c:v>
                </c:pt>
                <c:pt idx="50085">
                  <c:v>45476.369444444441</c:v>
                </c:pt>
                <c:pt idx="50086">
                  <c:v>45476.364583333343</c:v>
                </c:pt>
                <c:pt idx="50087">
                  <c:v>45448.938194444447</c:v>
                </c:pt>
                <c:pt idx="50088">
                  <c:v>45472.824305555558</c:v>
                </c:pt>
                <c:pt idx="50089">
                  <c:v>45449.000694444447</c:v>
                </c:pt>
                <c:pt idx="50090">
                  <c:v>45476.340277777781</c:v>
                </c:pt>
                <c:pt idx="50091">
                  <c:v>45476.331944444442</c:v>
                </c:pt>
                <c:pt idx="50092">
                  <c:v>45476.319444444453</c:v>
                </c:pt>
                <c:pt idx="50093">
                  <c:v>45476.285416666673</c:v>
                </c:pt>
                <c:pt idx="50094">
                  <c:v>45476.27847222222</c:v>
                </c:pt>
                <c:pt idx="50095">
                  <c:v>45476.27847222222</c:v>
                </c:pt>
                <c:pt idx="50096">
                  <c:v>45448.929861111108</c:v>
                </c:pt>
                <c:pt idx="50097">
                  <c:v>45553.756249999999</c:v>
                </c:pt>
                <c:pt idx="50098">
                  <c:v>45449.274305555547</c:v>
                </c:pt>
                <c:pt idx="50099">
                  <c:v>45452.902777777781</c:v>
                </c:pt>
                <c:pt idx="50100">
                  <c:v>45449.445833333331</c:v>
                </c:pt>
                <c:pt idx="50101">
                  <c:v>45475.714583333327</c:v>
                </c:pt>
                <c:pt idx="50102">
                  <c:v>45475.699305555558</c:v>
                </c:pt>
                <c:pt idx="50103">
                  <c:v>45472.957638888889</c:v>
                </c:pt>
                <c:pt idx="50104">
                  <c:v>45449.447916666657</c:v>
                </c:pt>
                <c:pt idx="50105">
                  <c:v>45475.695833333331</c:v>
                </c:pt>
                <c:pt idx="50106">
                  <c:v>45475.695138888892</c:v>
                </c:pt>
                <c:pt idx="50107">
                  <c:v>45449.447916666657</c:v>
                </c:pt>
                <c:pt idx="50108">
                  <c:v>45452.870833333327</c:v>
                </c:pt>
                <c:pt idx="50109">
                  <c:v>45475.6875</c:v>
                </c:pt>
                <c:pt idx="50110">
                  <c:v>45475.661111111112</c:v>
                </c:pt>
                <c:pt idx="50111">
                  <c:v>45449.509722222218</c:v>
                </c:pt>
                <c:pt idx="50112">
                  <c:v>45452.863194444442</c:v>
                </c:pt>
                <c:pt idx="50113">
                  <c:v>45449.510416666657</c:v>
                </c:pt>
                <c:pt idx="50114">
                  <c:v>45475.654861111107</c:v>
                </c:pt>
                <c:pt idx="50115">
                  <c:v>45475.652777777781</c:v>
                </c:pt>
                <c:pt idx="50116">
                  <c:v>45475.652083333327</c:v>
                </c:pt>
                <c:pt idx="50117">
                  <c:v>45449.512499999997</c:v>
                </c:pt>
                <c:pt idx="50118">
                  <c:v>45475.634722222218</c:v>
                </c:pt>
                <c:pt idx="50119">
                  <c:v>45449.512499999997</c:v>
                </c:pt>
                <c:pt idx="50120">
                  <c:v>45449.513888888891</c:v>
                </c:pt>
                <c:pt idx="50121">
                  <c:v>45475.59097222222</c:v>
                </c:pt>
                <c:pt idx="50122">
                  <c:v>45449.51666666667</c:v>
                </c:pt>
                <c:pt idx="50123">
                  <c:v>45475.575694444437</c:v>
                </c:pt>
                <c:pt idx="50124">
                  <c:v>45475.571527777778</c:v>
                </c:pt>
                <c:pt idx="50125">
                  <c:v>45475.570833333331</c:v>
                </c:pt>
                <c:pt idx="50126">
                  <c:v>45472.957638888889</c:v>
                </c:pt>
                <c:pt idx="50127">
                  <c:v>45449.534722222219</c:v>
                </c:pt>
                <c:pt idx="50128">
                  <c:v>45449.545138888891</c:v>
                </c:pt>
                <c:pt idx="50129">
                  <c:v>45449.445138888892</c:v>
                </c:pt>
                <c:pt idx="50130">
                  <c:v>45475.738194444442</c:v>
                </c:pt>
                <c:pt idx="50131">
                  <c:v>45475.748611111107</c:v>
                </c:pt>
                <c:pt idx="50132">
                  <c:v>45475.783333333333</c:v>
                </c:pt>
                <c:pt idx="50133">
                  <c:v>45475.845833333333</c:v>
                </c:pt>
                <c:pt idx="50134">
                  <c:v>45551.911111111112</c:v>
                </c:pt>
                <c:pt idx="50135">
                  <c:v>45449.309027777781</c:v>
                </c:pt>
                <c:pt idx="50136">
                  <c:v>45449.34375</c:v>
                </c:pt>
                <c:pt idx="50137">
                  <c:v>45452.901388888888</c:v>
                </c:pt>
                <c:pt idx="50138">
                  <c:v>45449.377083333333</c:v>
                </c:pt>
                <c:pt idx="50139">
                  <c:v>45449.378472222219</c:v>
                </c:pt>
                <c:pt idx="50140">
                  <c:v>45472.904166666667</c:v>
                </c:pt>
                <c:pt idx="50141">
                  <c:v>45475.844444444447</c:v>
                </c:pt>
                <c:pt idx="50142">
                  <c:v>45475.84097222222</c:v>
                </c:pt>
                <c:pt idx="50143">
                  <c:v>45452.884722222218</c:v>
                </c:pt>
                <c:pt idx="50144">
                  <c:v>45475.838888888888</c:v>
                </c:pt>
                <c:pt idx="50145">
                  <c:v>45449.378472222219</c:v>
                </c:pt>
                <c:pt idx="50146">
                  <c:v>45472.915972222218</c:v>
                </c:pt>
                <c:pt idx="50147">
                  <c:v>45475.84652777778</c:v>
                </c:pt>
                <c:pt idx="50148">
                  <c:v>45449.393750000003</c:v>
                </c:pt>
                <c:pt idx="50149">
                  <c:v>45472.918749999997</c:v>
                </c:pt>
                <c:pt idx="50150">
                  <c:v>45475.830555555563</c:v>
                </c:pt>
                <c:pt idx="50151">
                  <c:v>45475.82708333333</c:v>
                </c:pt>
                <c:pt idx="50152">
                  <c:v>45449.4</c:v>
                </c:pt>
                <c:pt idx="50153">
                  <c:v>45475.804166666669</c:v>
                </c:pt>
                <c:pt idx="50154">
                  <c:v>45475.802083333343</c:v>
                </c:pt>
                <c:pt idx="50155">
                  <c:v>45449.400694444441</c:v>
                </c:pt>
                <c:pt idx="50156">
                  <c:v>45449.404166666667</c:v>
                </c:pt>
                <c:pt idx="50157">
                  <c:v>45449.408333333333</c:v>
                </c:pt>
                <c:pt idx="50158">
                  <c:v>45475.790277777778</c:v>
                </c:pt>
                <c:pt idx="50159">
                  <c:v>45449.425694444442</c:v>
                </c:pt>
                <c:pt idx="50160">
                  <c:v>45475.786805555559</c:v>
                </c:pt>
                <c:pt idx="50161">
                  <c:v>45449.435416666667</c:v>
                </c:pt>
                <c:pt idx="50162">
                  <c:v>45449.444444444453</c:v>
                </c:pt>
                <c:pt idx="50163">
                  <c:v>45475.831250000003</c:v>
                </c:pt>
                <c:pt idx="50164">
                  <c:v>45449.970138888893</c:v>
                </c:pt>
                <c:pt idx="50165">
                  <c:v>45450.450694444437</c:v>
                </c:pt>
                <c:pt idx="50166">
                  <c:v>45475.011805555558</c:v>
                </c:pt>
                <c:pt idx="50167">
                  <c:v>45451.551388888889</c:v>
                </c:pt>
                <c:pt idx="50168">
                  <c:v>45474.011111111111</c:v>
                </c:pt>
                <c:pt idx="50169">
                  <c:v>45451.557638888888</c:v>
                </c:pt>
                <c:pt idx="50170">
                  <c:v>45451.595138888893</c:v>
                </c:pt>
                <c:pt idx="50171">
                  <c:v>45451.637499999997</c:v>
                </c:pt>
                <c:pt idx="50172">
                  <c:v>45552.336805555547</c:v>
                </c:pt>
                <c:pt idx="50173">
                  <c:v>45474.001388888893</c:v>
                </c:pt>
                <c:pt idx="50174">
                  <c:v>45473.995833333327</c:v>
                </c:pt>
                <c:pt idx="50175">
                  <c:v>45473.992361111108</c:v>
                </c:pt>
                <c:pt idx="50176">
                  <c:v>45473.98541666667</c:v>
                </c:pt>
                <c:pt idx="50177">
                  <c:v>45473.984027777777</c:v>
                </c:pt>
                <c:pt idx="50178">
                  <c:v>45451.672222222223</c:v>
                </c:pt>
                <c:pt idx="50179">
                  <c:v>45451.693749999999</c:v>
                </c:pt>
                <c:pt idx="50180">
                  <c:v>45451.699305555558</c:v>
                </c:pt>
                <c:pt idx="50181">
                  <c:v>45451.71597222222</c:v>
                </c:pt>
                <c:pt idx="50182">
                  <c:v>45452.549305555563</c:v>
                </c:pt>
                <c:pt idx="50183">
                  <c:v>45473.968055555553</c:v>
                </c:pt>
                <c:pt idx="50184">
                  <c:v>45473.956250000003</c:v>
                </c:pt>
                <c:pt idx="50185">
                  <c:v>45473.936111111107</c:v>
                </c:pt>
                <c:pt idx="50186">
                  <c:v>45451.727777777778</c:v>
                </c:pt>
                <c:pt idx="50187">
                  <c:v>45473.904166666667</c:v>
                </c:pt>
                <c:pt idx="50188">
                  <c:v>45452.525694444441</c:v>
                </c:pt>
                <c:pt idx="50189">
                  <c:v>45473.904166666667</c:v>
                </c:pt>
                <c:pt idx="50190">
                  <c:v>45451.782638888893</c:v>
                </c:pt>
                <c:pt idx="50191">
                  <c:v>45451.804166666669</c:v>
                </c:pt>
                <c:pt idx="50192">
                  <c:v>45473.444444444453</c:v>
                </c:pt>
                <c:pt idx="50193">
                  <c:v>45451.823611111111</c:v>
                </c:pt>
                <c:pt idx="50194">
                  <c:v>45451.825694444437</c:v>
                </c:pt>
                <c:pt idx="50195">
                  <c:v>45553.657638888893</c:v>
                </c:pt>
                <c:pt idx="50196">
                  <c:v>45474.01458333333</c:v>
                </c:pt>
                <c:pt idx="50197">
                  <c:v>45451.870138888888</c:v>
                </c:pt>
                <c:pt idx="50198">
                  <c:v>45451.451388888891</c:v>
                </c:pt>
                <c:pt idx="50199">
                  <c:v>45451.398611111108</c:v>
                </c:pt>
                <c:pt idx="50200">
                  <c:v>45553.666666666657</c:v>
                </c:pt>
                <c:pt idx="50201">
                  <c:v>45451.042361111111</c:v>
                </c:pt>
                <c:pt idx="50202">
                  <c:v>45452.559027777781</c:v>
                </c:pt>
                <c:pt idx="50203">
                  <c:v>45452.558333333327</c:v>
                </c:pt>
                <c:pt idx="50204">
                  <c:v>45451.045138888891</c:v>
                </c:pt>
                <c:pt idx="50205">
                  <c:v>45474.465277777781</c:v>
                </c:pt>
                <c:pt idx="50206">
                  <c:v>45474.45416666667</c:v>
                </c:pt>
                <c:pt idx="50207">
                  <c:v>45473.415277777778</c:v>
                </c:pt>
                <c:pt idx="50208">
                  <c:v>45452.556944444441</c:v>
                </c:pt>
                <c:pt idx="50209">
                  <c:v>45474.433333333327</c:v>
                </c:pt>
                <c:pt idx="50210">
                  <c:v>45474.425000000003</c:v>
                </c:pt>
                <c:pt idx="50211">
                  <c:v>45451.04791666667</c:v>
                </c:pt>
                <c:pt idx="50212">
                  <c:v>45474.420138888891</c:v>
                </c:pt>
                <c:pt idx="50213">
                  <c:v>45451.077777777777</c:v>
                </c:pt>
                <c:pt idx="50214">
                  <c:v>45451.165972222218</c:v>
                </c:pt>
                <c:pt idx="50215">
                  <c:v>45474.397222222222</c:v>
                </c:pt>
                <c:pt idx="50216">
                  <c:v>45474.393055555563</c:v>
                </c:pt>
                <c:pt idx="50217">
                  <c:v>45474.368750000001</c:v>
                </c:pt>
                <c:pt idx="50218">
                  <c:v>45474.35833333333</c:v>
                </c:pt>
                <c:pt idx="50219">
                  <c:v>45473.443749999999</c:v>
                </c:pt>
                <c:pt idx="50220">
                  <c:v>45451.217361111107</c:v>
                </c:pt>
                <c:pt idx="50221">
                  <c:v>45474.27847222222</c:v>
                </c:pt>
                <c:pt idx="50222">
                  <c:v>45451.253472222219</c:v>
                </c:pt>
                <c:pt idx="50223">
                  <c:v>45474.270833333343</c:v>
                </c:pt>
                <c:pt idx="50224">
                  <c:v>45474.088194444441</c:v>
                </c:pt>
                <c:pt idx="50225">
                  <c:v>45552.311111111107</c:v>
                </c:pt>
                <c:pt idx="50226">
                  <c:v>45474.029166666667</c:v>
                </c:pt>
                <c:pt idx="50227">
                  <c:v>45474.027777777781</c:v>
                </c:pt>
                <c:pt idx="50228">
                  <c:v>45451.339583333327</c:v>
                </c:pt>
                <c:pt idx="50229">
                  <c:v>45451.399305555547</c:v>
                </c:pt>
                <c:pt idx="50230">
                  <c:v>45474.499305555553</c:v>
                </c:pt>
                <c:pt idx="50231">
                  <c:v>45451.871527777781</c:v>
                </c:pt>
                <c:pt idx="50232">
                  <c:v>45451.885416666657</c:v>
                </c:pt>
                <c:pt idx="50233">
                  <c:v>45452.209027777782</c:v>
                </c:pt>
                <c:pt idx="50234">
                  <c:v>45473.75</c:v>
                </c:pt>
                <c:pt idx="50235">
                  <c:v>45452.317361111112</c:v>
                </c:pt>
                <c:pt idx="50236">
                  <c:v>45452.329861111109</c:v>
                </c:pt>
                <c:pt idx="50237">
                  <c:v>45452.504861111112</c:v>
                </c:pt>
                <c:pt idx="50238">
                  <c:v>45452.502083333333</c:v>
                </c:pt>
                <c:pt idx="50239">
                  <c:v>45452.336805555547</c:v>
                </c:pt>
                <c:pt idx="50240">
                  <c:v>45473.736111111109</c:v>
                </c:pt>
                <c:pt idx="50241">
                  <c:v>45473.693055555559</c:v>
                </c:pt>
                <c:pt idx="50242">
                  <c:v>45552.415277777778</c:v>
                </c:pt>
                <c:pt idx="50243">
                  <c:v>45452.502083333333</c:v>
                </c:pt>
                <c:pt idx="50244">
                  <c:v>45473.677777777782</c:v>
                </c:pt>
                <c:pt idx="50245">
                  <c:v>45473.661805555559</c:v>
                </c:pt>
                <c:pt idx="50246">
                  <c:v>45452.401388888888</c:v>
                </c:pt>
                <c:pt idx="50247">
                  <c:v>45473.648611111108</c:v>
                </c:pt>
                <c:pt idx="50248">
                  <c:v>45473.644444444442</c:v>
                </c:pt>
                <c:pt idx="50249">
                  <c:v>45473.638194444437</c:v>
                </c:pt>
                <c:pt idx="50250">
                  <c:v>45473.636805555558</c:v>
                </c:pt>
                <c:pt idx="50251">
                  <c:v>45473.634722222218</c:v>
                </c:pt>
                <c:pt idx="50252">
                  <c:v>45473.633333333331</c:v>
                </c:pt>
                <c:pt idx="50253">
                  <c:v>45473.631944444453</c:v>
                </c:pt>
                <c:pt idx="50254">
                  <c:v>45473.629861111112</c:v>
                </c:pt>
                <c:pt idx="50255">
                  <c:v>45452.490277777782</c:v>
                </c:pt>
                <c:pt idx="50256">
                  <c:v>45452.404166666667</c:v>
                </c:pt>
                <c:pt idx="50257">
                  <c:v>45473.606249999997</c:v>
                </c:pt>
                <c:pt idx="50258">
                  <c:v>45452.488194444442</c:v>
                </c:pt>
                <c:pt idx="50259">
                  <c:v>45452.47152777778</c:v>
                </c:pt>
                <c:pt idx="50260">
                  <c:v>45473.618750000001</c:v>
                </c:pt>
                <c:pt idx="50261">
                  <c:v>45452.415277777778</c:v>
                </c:pt>
                <c:pt idx="50262">
                  <c:v>45473.788888888892</c:v>
                </c:pt>
                <c:pt idx="50263">
                  <c:v>45451.878472222219</c:v>
                </c:pt>
                <c:pt idx="50264">
                  <c:v>45473.790277777778</c:v>
                </c:pt>
                <c:pt idx="50265">
                  <c:v>45452.140277777777</c:v>
                </c:pt>
                <c:pt idx="50266">
                  <c:v>45451.88958333333</c:v>
                </c:pt>
                <c:pt idx="50267">
                  <c:v>45473.886111111111</c:v>
                </c:pt>
                <c:pt idx="50268">
                  <c:v>45451.89166666667</c:v>
                </c:pt>
                <c:pt idx="50269">
                  <c:v>45473.883333333331</c:v>
                </c:pt>
                <c:pt idx="50270">
                  <c:v>45473.881944444453</c:v>
                </c:pt>
                <c:pt idx="50271">
                  <c:v>45473.525694444441</c:v>
                </c:pt>
                <c:pt idx="50272">
                  <c:v>45473.881249999999</c:v>
                </c:pt>
                <c:pt idx="50273">
                  <c:v>45451.896527777782</c:v>
                </c:pt>
                <c:pt idx="50274">
                  <c:v>45451.946527777778</c:v>
                </c:pt>
                <c:pt idx="50275">
                  <c:v>45473.875</c:v>
                </c:pt>
                <c:pt idx="50276">
                  <c:v>45451.963194444441</c:v>
                </c:pt>
                <c:pt idx="50277">
                  <c:v>45473.863194444442</c:v>
                </c:pt>
                <c:pt idx="50278">
                  <c:v>45473.856249999997</c:v>
                </c:pt>
                <c:pt idx="50279">
                  <c:v>45473.543749999997</c:v>
                </c:pt>
                <c:pt idx="50280">
                  <c:v>45473.851388888892</c:v>
                </c:pt>
                <c:pt idx="50281">
                  <c:v>45451.964583333327</c:v>
                </c:pt>
                <c:pt idx="50282">
                  <c:v>45473.849305555559</c:v>
                </c:pt>
                <c:pt idx="50283">
                  <c:v>45473.84375</c:v>
                </c:pt>
                <c:pt idx="50284">
                  <c:v>45451.977083333331</c:v>
                </c:pt>
                <c:pt idx="50285">
                  <c:v>45473.838194444441</c:v>
                </c:pt>
                <c:pt idx="50286">
                  <c:v>45451.98333333333</c:v>
                </c:pt>
                <c:pt idx="50287">
                  <c:v>45473.811111111107</c:v>
                </c:pt>
                <c:pt idx="50288">
                  <c:v>45452.513194444437</c:v>
                </c:pt>
                <c:pt idx="50289">
                  <c:v>45473.804166666669</c:v>
                </c:pt>
                <c:pt idx="50290">
                  <c:v>45552.356249999997</c:v>
                </c:pt>
                <c:pt idx="50291">
                  <c:v>45473.548611111109</c:v>
                </c:pt>
                <c:pt idx="50292">
                  <c:v>45451.98541666667</c:v>
                </c:pt>
                <c:pt idx="50293">
                  <c:v>45473.793749999997</c:v>
                </c:pt>
                <c:pt idx="50294">
                  <c:v>45452.03402777778</c:v>
                </c:pt>
                <c:pt idx="50295">
                  <c:v>45452.511111111111</c:v>
                </c:pt>
                <c:pt idx="50296">
                  <c:v>45449.974305555559</c:v>
                </c:pt>
                <c:pt idx="50297">
                  <c:v>45474.53125</c:v>
                </c:pt>
                <c:pt idx="50298">
                  <c:v>45452.583333333343</c:v>
                </c:pt>
                <c:pt idx="50299">
                  <c:v>45450.453472222223</c:v>
                </c:pt>
                <c:pt idx="50300">
                  <c:v>45450.456944444442</c:v>
                </c:pt>
                <c:pt idx="50301">
                  <c:v>45450.460416666669</c:v>
                </c:pt>
                <c:pt idx="50302">
                  <c:v>45450.481944444437</c:v>
                </c:pt>
                <c:pt idx="50303">
                  <c:v>45450.484027777777</c:v>
                </c:pt>
                <c:pt idx="50304">
                  <c:v>45452.677083333343</c:v>
                </c:pt>
                <c:pt idx="50305">
                  <c:v>45473.219444444447</c:v>
                </c:pt>
                <c:pt idx="50306">
                  <c:v>45450.484722222223</c:v>
                </c:pt>
                <c:pt idx="50307">
                  <c:v>45474.869444444441</c:v>
                </c:pt>
                <c:pt idx="50308">
                  <c:v>45450.487500000003</c:v>
                </c:pt>
                <c:pt idx="50309">
                  <c:v>45473.362500000003</c:v>
                </c:pt>
                <c:pt idx="50310">
                  <c:v>45553.679861111108</c:v>
                </c:pt>
                <c:pt idx="50311">
                  <c:v>45474.863888888889</c:v>
                </c:pt>
                <c:pt idx="50312">
                  <c:v>45474.861805555563</c:v>
                </c:pt>
                <c:pt idx="50313">
                  <c:v>45450.504166666673</c:v>
                </c:pt>
                <c:pt idx="50314">
                  <c:v>45450.508333333331</c:v>
                </c:pt>
                <c:pt idx="50315">
                  <c:v>45474.859722222223</c:v>
                </c:pt>
                <c:pt idx="50316">
                  <c:v>45450.524305555547</c:v>
                </c:pt>
                <c:pt idx="50317">
                  <c:v>45452.675000000003</c:v>
                </c:pt>
                <c:pt idx="50318">
                  <c:v>45450.532638888893</c:v>
                </c:pt>
                <c:pt idx="50319">
                  <c:v>45452.647222222222</c:v>
                </c:pt>
                <c:pt idx="50320">
                  <c:v>45452.644444444442</c:v>
                </c:pt>
                <c:pt idx="50321">
                  <c:v>45450.533333333333</c:v>
                </c:pt>
                <c:pt idx="50322">
                  <c:v>45450.536111111112</c:v>
                </c:pt>
                <c:pt idx="50323">
                  <c:v>45450.552083333343</c:v>
                </c:pt>
                <c:pt idx="50324">
                  <c:v>45450.552777777782</c:v>
                </c:pt>
                <c:pt idx="50325">
                  <c:v>45450.552777777782</c:v>
                </c:pt>
                <c:pt idx="50326">
                  <c:v>45552</c:v>
                </c:pt>
                <c:pt idx="50327">
                  <c:v>45474.830555555563</c:v>
                </c:pt>
                <c:pt idx="50328">
                  <c:v>45452.449305555558</c:v>
                </c:pt>
                <c:pt idx="50329">
                  <c:v>45474.829861111109</c:v>
                </c:pt>
                <c:pt idx="50330">
                  <c:v>45450.435416666667</c:v>
                </c:pt>
                <c:pt idx="50331">
                  <c:v>45474.890972222223</c:v>
                </c:pt>
                <c:pt idx="50332">
                  <c:v>45473.013194444437</c:v>
                </c:pt>
                <c:pt idx="50333">
                  <c:v>45452.74722222222</c:v>
                </c:pt>
                <c:pt idx="50334">
                  <c:v>45450.024305555547</c:v>
                </c:pt>
                <c:pt idx="50335">
                  <c:v>45474.963888888888</c:v>
                </c:pt>
                <c:pt idx="50336">
                  <c:v>45474.963194444441</c:v>
                </c:pt>
                <c:pt idx="50337">
                  <c:v>45551.93472222222</c:v>
                </c:pt>
                <c:pt idx="50338">
                  <c:v>45474.963194444441</c:v>
                </c:pt>
                <c:pt idx="50339">
                  <c:v>45452.711805555547</c:v>
                </c:pt>
                <c:pt idx="50340">
                  <c:v>45473.020138888889</c:v>
                </c:pt>
                <c:pt idx="50341">
                  <c:v>45452.709722222222</c:v>
                </c:pt>
                <c:pt idx="50342">
                  <c:v>45450.063888888893</c:v>
                </c:pt>
                <c:pt idx="50343">
                  <c:v>45474.934027777781</c:v>
                </c:pt>
                <c:pt idx="50344">
                  <c:v>45450.100694444453</c:v>
                </c:pt>
                <c:pt idx="50345">
                  <c:v>45452.709722222222</c:v>
                </c:pt>
                <c:pt idx="50346">
                  <c:v>45452.702777777777</c:v>
                </c:pt>
                <c:pt idx="50347">
                  <c:v>45450.335416666669</c:v>
                </c:pt>
                <c:pt idx="50348">
                  <c:v>45474.927777777782</c:v>
                </c:pt>
                <c:pt idx="50349">
                  <c:v>45474.918055555558</c:v>
                </c:pt>
                <c:pt idx="50350">
                  <c:v>45474.90902777778</c:v>
                </c:pt>
                <c:pt idx="50351">
                  <c:v>45450.359722222223</c:v>
                </c:pt>
                <c:pt idx="50352">
                  <c:v>45452.692361111112</c:v>
                </c:pt>
                <c:pt idx="50353">
                  <c:v>45450.375</c:v>
                </c:pt>
                <c:pt idx="50354">
                  <c:v>45450.380555555559</c:v>
                </c:pt>
                <c:pt idx="50355">
                  <c:v>45552.431944444441</c:v>
                </c:pt>
                <c:pt idx="50356">
                  <c:v>45450.381249999999</c:v>
                </c:pt>
                <c:pt idx="50357">
                  <c:v>45452.690972222219</c:v>
                </c:pt>
                <c:pt idx="50358">
                  <c:v>45473.033333333333</c:v>
                </c:pt>
                <c:pt idx="50359">
                  <c:v>45452.679166666669</c:v>
                </c:pt>
                <c:pt idx="50360">
                  <c:v>45551.943749999999</c:v>
                </c:pt>
                <c:pt idx="50361">
                  <c:v>45450.382638888892</c:v>
                </c:pt>
                <c:pt idx="50362">
                  <c:v>45474.536111111112</c:v>
                </c:pt>
                <c:pt idx="50363">
                  <c:v>45452.644444444442</c:v>
                </c:pt>
                <c:pt idx="50364">
                  <c:v>45450.572916666657</c:v>
                </c:pt>
                <c:pt idx="50365">
                  <c:v>45450.8125</c:v>
                </c:pt>
                <c:pt idx="50366">
                  <c:v>45552.298611111109</c:v>
                </c:pt>
                <c:pt idx="50367">
                  <c:v>45450.820138888892</c:v>
                </c:pt>
                <c:pt idx="50368">
                  <c:v>45450.835416666669</c:v>
                </c:pt>
                <c:pt idx="50369">
                  <c:v>45450.84652777778</c:v>
                </c:pt>
                <c:pt idx="50370">
                  <c:v>45474.708333333343</c:v>
                </c:pt>
                <c:pt idx="50371">
                  <c:v>45450.849305555559</c:v>
                </c:pt>
                <c:pt idx="50372">
                  <c:v>45473.375</c:v>
                </c:pt>
                <c:pt idx="50373">
                  <c:v>45450.857638888891</c:v>
                </c:pt>
                <c:pt idx="50374">
                  <c:v>45450.89166666667</c:v>
                </c:pt>
                <c:pt idx="50375">
                  <c:v>45474.65902777778</c:v>
                </c:pt>
                <c:pt idx="50376">
                  <c:v>45474.654861111107</c:v>
                </c:pt>
                <c:pt idx="50377">
                  <c:v>45474.637499999997</c:v>
                </c:pt>
                <c:pt idx="50378">
                  <c:v>45450.904861111107</c:v>
                </c:pt>
                <c:pt idx="50379">
                  <c:v>45450.918055555558</c:v>
                </c:pt>
                <c:pt idx="50380">
                  <c:v>45452.595833333333</c:v>
                </c:pt>
                <c:pt idx="50381">
                  <c:v>45474.59652777778</c:v>
                </c:pt>
                <c:pt idx="50382">
                  <c:v>45474.595833333333</c:v>
                </c:pt>
                <c:pt idx="50383">
                  <c:v>45474.586805555547</c:v>
                </c:pt>
                <c:pt idx="50384">
                  <c:v>45474.576388888891</c:v>
                </c:pt>
                <c:pt idx="50385">
                  <c:v>45474.558333333327</c:v>
                </c:pt>
                <c:pt idx="50386">
                  <c:v>45473.400694444441</c:v>
                </c:pt>
                <c:pt idx="50387">
                  <c:v>45450.948611111111</c:v>
                </c:pt>
                <c:pt idx="50388">
                  <c:v>45450.950694444437</c:v>
                </c:pt>
                <c:pt idx="50389">
                  <c:v>45450.960416666669</c:v>
                </c:pt>
                <c:pt idx="50390">
                  <c:v>45450.973611111112</c:v>
                </c:pt>
                <c:pt idx="50391">
                  <c:v>45450.990972222222</c:v>
                </c:pt>
                <c:pt idx="50392">
                  <c:v>45553.667361111111</c:v>
                </c:pt>
                <c:pt idx="50393">
                  <c:v>45451.000694444447</c:v>
                </c:pt>
                <c:pt idx="50394">
                  <c:v>45450.806250000001</c:v>
                </c:pt>
                <c:pt idx="50395">
                  <c:v>45450.555555555547</c:v>
                </c:pt>
                <c:pt idx="50396">
                  <c:v>45452.602083333331</c:v>
                </c:pt>
                <c:pt idx="50397">
                  <c:v>45450.805555555547</c:v>
                </c:pt>
                <c:pt idx="50398">
                  <c:v>45474.815972222219</c:v>
                </c:pt>
                <c:pt idx="50399">
                  <c:v>45474.802777777782</c:v>
                </c:pt>
                <c:pt idx="50400">
                  <c:v>45450.619444444441</c:v>
                </c:pt>
                <c:pt idx="50401">
                  <c:v>45452.628472222219</c:v>
                </c:pt>
                <c:pt idx="50402">
                  <c:v>45474.802083333343</c:v>
                </c:pt>
                <c:pt idx="50403">
                  <c:v>45450.631944444453</c:v>
                </c:pt>
                <c:pt idx="50404">
                  <c:v>45474.787499999999</c:v>
                </c:pt>
                <c:pt idx="50405">
                  <c:v>45474.777083333327</c:v>
                </c:pt>
                <c:pt idx="50406">
                  <c:v>45553.677083333343</c:v>
                </c:pt>
                <c:pt idx="50407">
                  <c:v>45474.763194444437</c:v>
                </c:pt>
                <c:pt idx="50408">
                  <c:v>45450.659722222219</c:v>
                </c:pt>
                <c:pt idx="50409">
                  <c:v>45450.681944444441</c:v>
                </c:pt>
                <c:pt idx="50410">
                  <c:v>45552.100694444453</c:v>
                </c:pt>
                <c:pt idx="50411">
                  <c:v>45450.7</c:v>
                </c:pt>
                <c:pt idx="50412">
                  <c:v>45450.72152777778</c:v>
                </c:pt>
                <c:pt idx="50413">
                  <c:v>45474.761805555558</c:v>
                </c:pt>
                <c:pt idx="50414">
                  <c:v>45474.753472222219</c:v>
                </c:pt>
                <c:pt idx="50415">
                  <c:v>45452.625694444447</c:v>
                </c:pt>
                <c:pt idx="50416">
                  <c:v>45474.75277777778</c:v>
                </c:pt>
                <c:pt idx="50417">
                  <c:v>45474.74722222222</c:v>
                </c:pt>
                <c:pt idx="50418">
                  <c:v>45452.623611111107</c:v>
                </c:pt>
                <c:pt idx="50419">
                  <c:v>45450.757638888892</c:v>
                </c:pt>
                <c:pt idx="50420">
                  <c:v>45474.729861111111</c:v>
                </c:pt>
                <c:pt idx="50421">
                  <c:v>45450.758333333331</c:v>
                </c:pt>
                <c:pt idx="50422">
                  <c:v>45450.762499999997</c:v>
                </c:pt>
                <c:pt idx="50423">
                  <c:v>45450.790277777778</c:v>
                </c:pt>
                <c:pt idx="50424">
                  <c:v>45474.727777777778</c:v>
                </c:pt>
                <c:pt idx="50425">
                  <c:v>45450.79791666667</c:v>
                </c:pt>
                <c:pt idx="50426">
                  <c:v>45452.609027777777</c:v>
                </c:pt>
                <c:pt idx="50427">
                  <c:v>45552.206250000003</c:v>
                </c:pt>
                <c:pt idx="50428">
                  <c:v>45552.190972222219</c:v>
                </c:pt>
                <c:pt idx="50429">
                  <c:v>45463.015277777777</c:v>
                </c:pt>
                <c:pt idx="50430">
                  <c:v>45472.760416666657</c:v>
                </c:pt>
                <c:pt idx="50431">
                  <c:v>45552.809027777781</c:v>
                </c:pt>
                <c:pt idx="50432">
                  <c:v>45466.075694444437</c:v>
                </c:pt>
                <c:pt idx="50433">
                  <c:v>45466.088194444441</c:v>
                </c:pt>
                <c:pt idx="50434">
                  <c:v>45466.326388888891</c:v>
                </c:pt>
                <c:pt idx="50435">
                  <c:v>45460.331944444442</c:v>
                </c:pt>
                <c:pt idx="50436">
                  <c:v>45466.341666666667</c:v>
                </c:pt>
                <c:pt idx="50437">
                  <c:v>45466.064583333333</c:v>
                </c:pt>
                <c:pt idx="50438">
                  <c:v>45460.293749999997</c:v>
                </c:pt>
                <c:pt idx="50439">
                  <c:v>45466.395833333343</c:v>
                </c:pt>
                <c:pt idx="50440">
                  <c:v>45460.272916666669</c:v>
                </c:pt>
                <c:pt idx="50441">
                  <c:v>45466.396527777782</c:v>
                </c:pt>
                <c:pt idx="50442">
                  <c:v>45466.401388888888</c:v>
                </c:pt>
                <c:pt idx="50443">
                  <c:v>45460.22152777778</c:v>
                </c:pt>
                <c:pt idx="50444">
                  <c:v>45466.418055555558</c:v>
                </c:pt>
                <c:pt idx="50445">
                  <c:v>45466.39166666667</c:v>
                </c:pt>
                <c:pt idx="50446">
                  <c:v>45460.364583333343</c:v>
                </c:pt>
                <c:pt idx="50447">
                  <c:v>45466.046527777777</c:v>
                </c:pt>
                <c:pt idx="50448">
                  <c:v>45466.003472222219</c:v>
                </c:pt>
                <c:pt idx="50449">
                  <c:v>45460.410416666673</c:v>
                </c:pt>
                <c:pt idx="50450">
                  <c:v>45465.86041666667</c:v>
                </c:pt>
                <c:pt idx="50451">
                  <c:v>45460.408333333333</c:v>
                </c:pt>
                <c:pt idx="50452">
                  <c:v>45460.40625</c:v>
                </c:pt>
                <c:pt idx="50453">
                  <c:v>45465.884027777778</c:v>
                </c:pt>
                <c:pt idx="50454">
                  <c:v>45465.885416666657</c:v>
                </c:pt>
                <c:pt idx="50455">
                  <c:v>45460.397222222222</c:v>
                </c:pt>
                <c:pt idx="50456">
                  <c:v>45465.890972222223</c:v>
                </c:pt>
                <c:pt idx="50457">
                  <c:v>45465.9375</c:v>
                </c:pt>
                <c:pt idx="50458">
                  <c:v>45460.395138888889</c:v>
                </c:pt>
                <c:pt idx="50459">
                  <c:v>45465.975694444453</c:v>
                </c:pt>
                <c:pt idx="50460">
                  <c:v>45465.977777777778</c:v>
                </c:pt>
                <c:pt idx="50461">
                  <c:v>45465.989583333343</c:v>
                </c:pt>
                <c:pt idx="50462">
                  <c:v>45460.376388888893</c:v>
                </c:pt>
                <c:pt idx="50463">
                  <c:v>45460.369444444441</c:v>
                </c:pt>
                <c:pt idx="50464">
                  <c:v>45460.195833333331</c:v>
                </c:pt>
                <c:pt idx="50465">
                  <c:v>45465.856944444437</c:v>
                </c:pt>
                <c:pt idx="50466">
                  <c:v>45460.00277777778</c:v>
                </c:pt>
                <c:pt idx="50467">
                  <c:v>45553.443055555559</c:v>
                </c:pt>
                <c:pt idx="50468">
                  <c:v>45466.590277777781</c:v>
                </c:pt>
                <c:pt idx="50469">
                  <c:v>45466.59097222222</c:v>
                </c:pt>
                <c:pt idx="50470">
                  <c:v>45459.784722222219</c:v>
                </c:pt>
                <c:pt idx="50471">
                  <c:v>45459.781944444447</c:v>
                </c:pt>
                <c:pt idx="50472">
                  <c:v>45466.603472222218</c:v>
                </c:pt>
                <c:pt idx="50473">
                  <c:v>45466.620833333327</c:v>
                </c:pt>
                <c:pt idx="50474">
                  <c:v>45459.788194444453</c:v>
                </c:pt>
                <c:pt idx="50475">
                  <c:v>45466.645833333343</c:v>
                </c:pt>
                <c:pt idx="50476">
                  <c:v>45459.755555555559</c:v>
                </c:pt>
                <c:pt idx="50477">
                  <c:v>45466.657638888893</c:v>
                </c:pt>
                <c:pt idx="50478">
                  <c:v>45466.661805555559</c:v>
                </c:pt>
                <c:pt idx="50479">
                  <c:v>45459.734722222223</c:v>
                </c:pt>
                <c:pt idx="50480">
                  <c:v>45459.704861111109</c:v>
                </c:pt>
                <c:pt idx="50481">
                  <c:v>45459.698611111111</c:v>
                </c:pt>
                <c:pt idx="50482">
                  <c:v>45459.772916666669</c:v>
                </c:pt>
                <c:pt idx="50483">
                  <c:v>45466.573611111111</c:v>
                </c:pt>
                <c:pt idx="50484">
                  <c:v>45459.798611111109</c:v>
                </c:pt>
                <c:pt idx="50485">
                  <c:v>45459.806944444441</c:v>
                </c:pt>
                <c:pt idx="50486">
                  <c:v>45466.43472222222</c:v>
                </c:pt>
                <c:pt idx="50487">
                  <c:v>45459.975694444453</c:v>
                </c:pt>
                <c:pt idx="50488">
                  <c:v>45466.43472222222</c:v>
                </c:pt>
                <c:pt idx="50489">
                  <c:v>45466.449305555558</c:v>
                </c:pt>
                <c:pt idx="50490">
                  <c:v>45552.809027777781</c:v>
                </c:pt>
                <c:pt idx="50491">
                  <c:v>45459.965277777781</c:v>
                </c:pt>
                <c:pt idx="50492">
                  <c:v>45553.46875</c:v>
                </c:pt>
                <c:pt idx="50493">
                  <c:v>45459.956944444442</c:v>
                </c:pt>
                <c:pt idx="50494">
                  <c:v>45459.897222222222</c:v>
                </c:pt>
                <c:pt idx="50495">
                  <c:v>45459.89166666667</c:v>
                </c:pt>
                <c:pt idx="50496">
                  <c:v>45459.888888888891</c:v>
                </c:pt>
                <c:pt idx="50497">
                  <c:v>45466.492361111108</c:v>
                </c:pt>
                <c:pt idx="50498">
                  <c:v>45459.870138888888</c:v>
                </c:pt>
                <c:pt idx="50499">
                  <c:v>45459.836805555547</c:v>
                </c:pt>
                <c:pt idx="50500">
                  <c:v>45466.522916666669</c:v>
                </c:pt>
                <c:pt idx="50501">
                  <c:v>45459.991666666669</c:v>
                </c:pt>
                <c:pt idx="50502">
                  <c:v>45460.419444444437</c:v>
                </c:pt>
                <c:pt idx="50503">
                  <c:v>45465.853472222218</c:v>
                </c:pt>
                <c:pt idx="50504">
                  <c:v>45460.422222222223</c:v>
                </c:pt>
                <c:pt idx="50505">
                  <c:v>45465.505555555559</c:v>
                </c:pt>
                <c:pt idx="50506">
                  <c:v>45460.731944444437</c:v>
                </c:pt>
                <c:pt idx="50507">
                  <c:v>45460.730555555558</c:v>
                </c:pt>
                <c:pt idx="50508">
                  <c:v>45465.512499999997</c:v>
                </c:pt>
                <c:pt idx="50509">
                  <c:v>45460.714583333327</c:v>
                </c:pt>
                <c:pt idx="50510">
                  <c:v>45460.701388888891</c:v>
                </c:pt>
                <c:pt idx="50511">
                  <c:v>45460.732638888891</c:v>
                </c:pt>
                <c:pt idx="50512">
                  <c:v>45460.695833333331</c:v>
                </c:pt>
                <c:pt idx="50513">
                  <c:v>45465.53125</c:v>
                </c:pt>
                <c:pt idx="50514">
                  <c:v>45460.693749999999</c:v>
                </c:pt>
                <c:pt idx="50515">
                  <c:v>45460.656944444447</c:v>
                </c:pt>
                <c:pt idx="50516">
                  <c:v>45460.654166666667</c:v>
                </c:pt>
                <c:pt idx="50517">
                  <c:v>45460.647222222222</c:v>
                </c:pt>
                <c:pt idx="50518">
                  <c:v>45460.631249999999</c:v>
                </c:pt>
                <c:pt idx="50519">
                  <c:v>45465.522222222222</c:v>
                </c:pt>
                <c:pt idx="50520">
                  <c:v>45460.734027777777</c:v>
                </c:pt>
                <c:pt idx="50521">
                  <c:v>45465.494444444441</c:v>
                </c:pt>
                <c:pt idx="50522">
                  <c:v>45460.736111111109</c:v>
                </c:pt>
                <c:pt idx="50523">
                  <c:v>45465.18472222222</c:v>
                </c:pt>
                <c:pt idx="50524">
                  <c:v>45460.777777777781</c:v>
                </c:pt>
                <c:pt idx="50525">
                  <c:v>45465.304166666669</c:v>
                </c:pt>
                <c:pt idx="50526">
                  <c:v>45460.75</c:v>
                </c:pt>
                <c:pt idx="50527">
                  <c:v>45465.336111111108</c:v>
                </c:pt>
                <c:pt idx="50528">
                  <c:v>45465.34097222222</c:v>
                </c:pt>
                <c:pt idx="50529">
                  <c:v>45465.370833333327</c:v>
                </c:pt>
                <c:pt idx="50530">
                  <c:v>45465.393750000003</c:v>
                </c:pt>
                <c:pt idx="50531">
                  <c:v>45460.749305555553</c:v>
                </c:pt>
                <c:pt idx="50532">
                  <c:v>45460.748611111107</c:v>
                </c:pt>
                <c:pt idx="50533">
                  <c:v>45465.407638888893</c:v>
                </c:pt>
                <c:pt idx="50534">
                  <c:v>45460.743055555547</c:v>
                </c:pt>
                <c:pt idx="50535">
                  <c:v>45465.45416666667</c:v>
                </c:pt>
                <c:pt idx="50536">
                  <c:v>45553.418055555558</c:v>
                </c:pt>
                <c:pt idx="50537">
                  <c:v>45465.459027777782</c:v>
                </c:pt>
                <c:pt idx="50538">
                  <c:v>45465.553472222222</c:v>
                </c:pt>
                <c:pt idx="50539">
                  <c:v>45465.578472222223</c:v>
                </c:pt>
                <c:pt idx="50540">
                  <c:v>45552.827777777777</c:v>
                </c:pt>
                <c:pt idx="50541">
                  <c:v>45552.819444444453</c:v>
                </c:pt>
                <c:pt idx="50542">
                  <c:v>45465.734722222223</c:v>
                </c:pt>
                <c:pt idx="50543">
                  <c:v>45552.811111111107</c:v>
                </c:pt>
                <c:pt idx="50544">
                  <c:v>45465.797222222223</c:v>
                </c:pt>
                <c:pt idx="50545">
                  <c:v>45460.494444444441</c:v>
                </c:pt>
                <c:pt idx="50546">
                  <c:v>45460.492361111108</c:v>
                </c:pt>
                <c:pt idx="50547">
                  <c:v>45465.823611111111</c:v>
                </c:pt>
                <c:pt idx="50548">
                  <c:v>45465.830555555563</c:v>
                </c:pt>
                <c:pt idx="50549">
                  <c:v>45465.835416666669</c:v>
                </c:pt>
                <c:pt idx="50550">
                  <c:v>45460.491666666669</c:v>
                </c:pt>
                <c:pt idx="50551">
                  <c:v>45460.488888888889</c:v>
                </c:pt>
                <c:pt idx="50552">
                  <c:v>45460.45416666667</c:v>
                </c:pt>
                <c:pt idx="50553">
                  <c:v>45460.45208333333</c:v>
                </c:pt>
                <c:pt idx="50554">
                  <c:v>45922.841666666667</c:v>
                </c:pt>
                <c:pt idx="50555">
                  <c:v>45465.843055555553</c:v>
                </c:pt>
                <c:pt idx="50556">
                  <c:v>45460.425694444442</c:v>
                </c:pt>
                <c:pt idx="50557">
                  <c:v>45460.510416666657</c:v>
                </c:pt>
                <c:pt idx="50558">
                  <c:v>45466.663888888892</c:v>
                </c:pt>
                <c:pt idx="50559">
                  <c:v>45465.731249999997</c:v>
                </c:pt>
                <c:pt idx="50560">
                  <c:v>45465.722222222219</c:v>
                </c:pt>
                <c:pt idx="50561">
                  <c:v>45465.595138888893</c:v>
                </c:pt>
                <c:pt idx="50562">
                  <c:v>45460.569444444453</c:v>
                </c:pt>
                <c:pt idx="50563">
                  <c:v>45460.563194444447</c:v>
                </c:pt>
                <c:pt idx="50564">
                  <c:v>45465.620138888888</c:v>
                </c:pt>
                <c:pt idx="50565">
                  <c:v>45465.62222222222</c:v>
                </c:pt>
                <c:pt idx="50566">
                  <c:v>45465.624305555553</c:v>
                </c:pt>
                <c:pt idx="50567">
                  <c:v>45460.561111111107</c:v>
                </c:pt>
                <c:pt idx="50568">
                  <c:v>45465.625</c:v>
                </c:pt>
                <c:pt idx="50569">
                  <c:v>45465.643055555563</c:v>
                </c:pt>
                <c:pt idx="50570">
                  <c:v>45465.654166666667</c:v>
                </c:pt>
                <c:pt idx="50571">
                  <c:v>45460.541666666657</c:v>
                </c:pt>
                <c:pt idx="50572">
                  <c:v>45460.541666666657</c:v>
                </c:pt>
                <c:pt idx="50573">
                  <c:v>45553.421527777777</c:v>
                </c:pt>
                <c:pt idx="50574">
                  <c:v>45465.683333333327</c:v>
                </c:pt>
                <c:pt idx="50575">
                  <c:v>45460.541666666657</c:v>
                </c:pt>
                <c:pt idx="50576">
                  <c:v>45460.535416666673</c:v>
                </c:pt>
                <c:pt idx="50577">
                  <c:v>45459.689583333333</c:v>
                </c:pt>
                <c:pt idx="50578">
                  <c:v>45466.681250000001</c:v>
                </c:pt>
                <c:pt idx="50579">
                  <c:v>45466.686111111107</c:v>
                </c:pt>
                <c:pt idx="50580">
                  <c:v>45458.615277777782</c:v>
                </c:pt>
                <c:pt idx="50581">
                  <c:v>45458.586805555547</c:v>
                </c:pt>
                <c:pt idx="50582">
                  <c:v>45458.572222222218</c:v>
                </c:pt>
                <c:pt idx="50583">
                  <c:v>45467.473611111112</c:v>
                </c:pt>
                <c:pt idx="50584">
                  <c:v>45458.555555555547</c:v>
                </c:pt>
                <c:pt idx="50585">
                  <c:v>45458.549305555563</c:v>
                </c:pt>
                <c:pt idx="50586">
                  <c:v>45458.625</c:v>
                </c:pt>
                <c:pt idx="50587">
                  <c:v>45467.488888888889</c:v>
                </c:pt>
                <c:pt idx="50588">
                  <c:v>45467.509722222218</c:v>
                </c:pt>
                <c:pt idx="50589">
                  <c:v>45458.526388888888</c:v>
                </c:pt>
                <c:pt idx="50590">
                  <c:v>45458.523611111108</c:v>
                </c:pt>
                <c:pt idx="50591">
                  <c:v>45467.552777777782</c:v>
                </c:pt>
                <c:pt idx="50592">
                  <c:v>45467.559027777781</c:v>
                </c:pt>
                <c:pt idx="50593">
                  <c:v>45458.508333333331</c:v>
                </c:pt>
                <c:pt idx="50594">
                  <c:v>45458.532638888893</c:v>
                </c:pt>
                <c:pt idx="50595">
                  <c:v>45467.468055555553</c:v>
                </c:pt>
                <c:pt idx="50596">
                  <c:v>45458.62777777778</c:v>
                </c:pt>
                <c:pt idx="50597">
                  <c:v>45467.459722222222</c:v>
                </c:pt>
                <c:pt idx="50598">
                  <c:v>45467.379861111112</c:v>
                </c:pt>
                <c:pt idx="50599">
                  <c:v>45467.384722222218</c:v>
                </c:pt>
                <c:pt idx="50600">
                  <c:v>45467.38958333333</c:v>
                </c:pt>
                <c:pt idx="50601">
                  <c:v>45458.703472222223</c:v>
                </c:pt>
                <c:pt idx="50602">
                  <c:v>45458.701388888891</c:v>
                </c:pt>
                <c:pt idx="50603">
                  <c:v>45458.640277777777</c:v>
                </c:pt>
                <c:pt idx="50604">
                  <c:v>45458.631944444453</c:v>
                </c:pt>
                <c:pt idx="50605">
                  <c:v>45467.415277777778</c:v>
                </c:pt>
                <c:pt idx="50606">
                  <c:v>45467.426388888889</c:v>
                </c:pt>
                <c:pt idx="50607">
                  <c:v>45552.723611111112</c:v>
                </c:pt>
                <c:pt idx="50608">
                  <c:v>45467.433333333327</c:v>
                </c:pt>
                <c:pt idx="50609">
                  <c:v>45467.444444444453</c:v>
                </c:pt>
                <c:pt idx="50610">
                  <c:v>45458.630555555559</c:v>
                </c:pt>
                <c:pt idx="50611">
                  <c:v>45553.51666666667</c:v>
                </c:pt>
                <c:pt idx="50612">
                  <c:v>45458.630555555559</c:v>
                </c:pt>
                <c:pt idx="50613">
                  <c:v>45458.504166666673</c:v>
                </c:pt>
                <c:pt idx="50614">
                  <c:v>45458.49722222222</c:v>
                </c:pt>
                <c:pt idx="50615">
                  <c:v>45458.484722222223</c:v>
                </c:pt>
                <c:pt idx="50616">
                  <c:v>45467.572222222218</c:v>
                </c:pt>
                <c:pt idx="50617">
                  <c:v>45458.315972222219</c:v>
                </c:pt>
                <c:pt idx="50618">
                  <c:v>45467.625</c:v>
                </c:pt>
                <c:pt idx="50619">
                  <c:v>45467.632638888892</c:v>
                </c:pt>
                <c:pt idx="50620">
                  <c:v>45467.648611111108</c:v>
                </c:pt>
                <c:pt idx="50621">
                  <c:v>45467.652083333327</c:v>
                </c:pt>
                <c:pt idx="50622">
                  <c:v>45458.29791666667</c:v>
                </c:pt>
                <c:pt idx="50623">
                  <c:v>45458.102777777778</c:v>
                </c:pt>
                <c:pt idx="50624">
                  <c:v>45467.661805555559</c:v>
                </c:pt>
                <c:pt idx="50625">
                  <c:v>45458.054166666669</c:v>
                </c:pt>
                <c:pt idx="50626">
                  <c:v>45457.973611111112</c:v>
                </c:pt>
                <c:pt idx="50627">
                  <c:v>45457.945138888892</c:v>
                </c:pt>
                <c:pt idx="50628">
                  <c:v>45467.668055555558</c:v>
                </c:pt>
                <c:pt idx="50629">
                  <c:v>45467.6875</c:v>
                </c:pt>
                <c:pt idx="50630">
                  <c:v>45467.69027777778</c:v>
                </c:pt>
                <c:pt idx="50631">
                  <c:v>45467.70416666667</c:v>
                </c:pt>
                <c:pt idx="50632">
                  <c:v>45458.354166666657</c:v>
                </c:pt>
                <c:pt idx="50633">
                  <c:v>45467.370138888888</c:v>
                </c:pt>
                <c:pt idx="50634">
                  <c:v>45467.618750000001</c:v>
                </c:pt>
                <c:pt idx="50635">
                  <c:v>45458.357638888891</c:v>
                </c:pt>
                <c:pt idx="50636">
                  <c:v>45458.479861111111</c:v>
                </c:pt>
                <c:pt idx="50637">
                  <c:v>45467.581250000003</c:v>
                </c:pt>
                <c:pt idx="50638">
                  <c:v>45458.472222222219</c:v>
                </c:pt>
                <c:pt idx="50639">
                  <c:v>45458.453472222223</c:v>
                </c:pt>
                <c:pt idx="50640">
                  <c:v>45458.439583333333</c:v>
                </c:pt>
                <c:pt idx="50641">
                  <c:v>45458.429861111108</c:v>
                </c:pt>
                <c:pt idx="50642">
                  <c:v>45458.416666666657</c:v>
                </c:pt>
                <c:pt idx="50643">
                  <c:v>45458.404861111107</c:v>
                </c:pt>
                <c:pt idx="50644">
                  <c:v>45553.53402777778</c:v>
                </c:pt>
                <c:pt idx="50645">
                  <c:v>45458.380555555559</c:v>
                </c:pt>
                <c:pt idx="50646">
                  <c:v>45458.37222222222</c:v>
                </c:pt>
                <c:pt idx="50647">
                  <c:v>45467.604166666657</c:v>
                </c:pt>
                <c:pt idx="50648">
                  <c:v>45467.604861111111</c:v>
                </c:pt>
                <c:pt idx="50649">
                  <c:v>45458.366666666669</c:v>
                </c:pt>
                <c:pt idx="50650">
                  <c:v>45458.363194444442</c:v>
                </c:pt>
                <c:pt idx="50651">
                  <c:v>45467.609027777777</c:v>
                </c:pt>
                <c:pt idx="50652">
                  <c:v>45465.025694444441</c:v>
                </c:pt>
                <c:pt idx="50653">
                  <c:v>45458.715277777781</c:v>
                </c:pt>
                <c:pt idx="50654">
                  <c:v>45467.082638888889</c:v>
                </c:pt>
                <c:pt idx="50655">
                  <c:v>45459.568055555559</c:v>
                </c:pt>
                <c:pt idx="50656">
                  <c:v>45466.813194444447</c:v>
                </c:pt>
                <c:pt idx="50657">
                  <c:v>45459.52847222222</c:v>
                </c:pt>
                <c:pt idx="50658">
                  <c:v>45459.496527777781</c:v>
                </c:pt>
                <c:pt idx="50659">
                  <c:v>45459.495833333327</c:v>
                </c:pt>
                <c:pt idx="50660">
                  <c:v>45466.84097222222</c:v>
                </c:pt>
                <c:pt idx="50661">
                  <c:v>45459.570833333331</c:v>
                </c:pt>
                <c:pt idx="50662">
                  <c:v>45466.866666666669</c:v>
                </c:pt>
                <c:pt idx="50663">
                  <c:v>45459.482638888891</c:v>
                </c:pt>
                <c:pt idx="50664">
                  <c:v>45459.478472222218</c:v>
                </c:pt>
                <c:pt idx="50665">
                  <c:v>45459.475694444453</c:v>
                </c:pt>
                <c:pt idx="50666">
                  <c:v>45552.754861111112</c:v>
                </c:pt>
                <c:pt idx="50667">
                  <c:v>45466.879861111112</c:v>
                </c:pt>
                <c:pt idx="50668">
                  <c:v>45466.906944444447</c:v>
                </c:pt>
                <c:pt idx="50669">
                  <c:v>45466.87777777778</c:v>
                </c:pt>
                <c:pt idx="50670">
                  <c:v>45459.614583333343</c:v>
                </c:pt>
                <c:pt idx="50671">
                  <c:v>45466.811111111107</c:v>
                </c:pt>
                <c:pt idx="50672">
                  <c:v>45459.642361111109</c:v>
                </c:pt>
                <c:pt idx="50673">
                  <c:v>45466.714583333327</c:v>
                </c:pt>
                <c:pt idx="50674">
                  <c:v>45459.689583333333</c:v>
                </c:pt>
                <c:pt idx="50675">
                  <c:v>45466.716666666667</c:v>
                </c:pt>
                <c:pt idx="50676">
                  <c:v>45466.724999999999</c:v>
                </c:pt>
                <c:pt idx="50677">
                  <c:v>45552.765972222223</c:v>
                </c:pt>
                <c:pt idx="50678">
                  <c:v>45466.732638888891</c:v>
                </c:pt>
                <c:pt idx="50679">
                  <c:v>45459.678472222222</c:v>
                </c:pt>
                <c:pt idx="50680">
                  <c:v>45466.740277777782</c:v>
                </c:pt>
                <c:pt idx="50681">
                  <c:v>45466.755555555559</c:v>
                </c:pt>
                <c:pt idx="50682">
                  <c:v>45466.781944444447</c:v>
                </c:pt>
                <c:pt idx="50683">
                  <c:v>45459.677777777782</c:v>
                </c:pt>
                <c:pt idx="50684">
                  <c:v>45459.67291666667</c:v>
                </c:pt>
                <c:pt idx="50685">
                  <c:v>45459.654166666667</c:v>
                </c:pt>
                <c:pt idx="50686">
                  <c:v>45459.650694444441</c:v>
                </c:pt>
                <c:pt idx="50687">
                  <c:v>45466.803472222222</c:v>
                </c:pt>
                <c:pt idx="50688">
                  <c:v>45459.446527777778</c:v>
                </c:pt>
                <c:pt idx="50689">
                  <c:v>45459.446527777778</c:v>
                </c:pt>
                <c:pt idx="50690">
                  <c:v>45459.441666666673</c:v>
                </c:pt>
                <c:pt idx="50691">
                  <c:v>45459.429861111108</c:v>
                </c:pt>
                <c:pt idx="50692">
                  <c:v>45466.963888888888</c:v>
                </c:pt>
                <c:pt idx="50693">
                  <c:v>45466.965277777781</c:v>
                </c:pt>
                <c:pt idx="50694">
                  <c:v>45458.884027777778</c:v>
                </c:pt>
                <c:pt idx="50695">
                  <c:v>45458.876388888893</c:v>
                </c:pt>
                <c:pt idx="50696">
                  <c:v>45458.867361111108</c:v>
                </c:pt>
                <c:pt idx="50697">
                  <c:v>45553.504861111112</c:v>
                </c:pt>
                <c:pt idx="50698">
                  <c:v>45458.866666666669</c:v>
                </c:pt>
                <c:pt idx="50699">
                  <c:v>45458.835416666669</c:v>
                </c:pt>
                <c:pt idx="50700">
                  <c:v>45466.967361111107</c:v>
                </c:pt>
                <c:pt idx="50701">
                  <c:v>45458.831944444442</c:v>
                </c:pt>
                <c:pt idx="50702">
                  <c:v>45458.819444444453</c:v>
                </c:pt>
                <c:pt idx="50703">
                  <c:v>45458.772916666669</c:v>
                </c:pt>
                <c:pt idx="50704">
                  <c:v>45466.98541666667</c:v>
                </c:pt>
                <c:pt idx="50705">
                  <c:v>45466.990277777782</c:v>
                </c:pt>
                <c:pt idx="50706">
                  <c:v>45458.737500000003</c:v>
                </c:pt>
                <c:pt idx="50707">
                  <c:v>45458.939583333333</c:v>
                </c:pt>
                <c:pt idx="50708">
                  <c:v>45458.736111111109</c:v>
                </c:pt>
                <c:pt idx="50709">
                  <c:v>45458.939583333333</c:v>
                </c:pt>
                <c:pt idx="50710">
                  <c:v>45466.960416666669</c:v>
                </c:pt>
                <c:pt idx="50711">
                  <c:v>45466.920138888891</c:v>
                </c:pt>
                <c:pt idx="50712">
                  <c:v>45459.422222222223</c:v>
                </c:pt>
                <c:pt idx="50713">
                  <c:v>45459.413194444453</c:v>
                </c:pt>
                <c:pt idx="50714">
                  <c:v>45459.404166666667</c:v>
                </c:pt>
                <c:pt idx="50715">
                  <c:v>45466.938194444447</c:v>
                </c:pt>
                <c:pt idx="50716">
                  <c:v>45459.320138888892</c:v>
                </c:pt>
                <c:pt idx="50717">
                  <c:v>45459.279166666667</c:v>
                </c:pt>
                <c:pt idx="50718">
                  <c:v>45459.259027777778</c:v>
                </c:pt>
                <c:pt idx="50719">
                  <c:v>45459.205555555563</c:v>
                </c:pt>
                <c:pt idx="50720">
                  <c:v>45459.078472222223</c:v>
                </c:pt>
                <c:pt idx="50721">
                  <c:v>45459.071527777778</c:v>
                </c:pt>
                <c:pt idx="50722">
                  <c:v>45459.040277777778</c:v>
                </c:pt>
                <c:pt idx="50723">
                  <c:v>45458.966666666667</c:v>
                </c:pt>
                <c:pt idx="50724">
                  <c:v>45458.96597222222</c:v>
                </c:pt>
                <c:pt idx="50725">
                  <c:v>45466.95208333333</c:v>
                </c:pt>
                <c:pt idx="50726">
                  <c:v>45458.954861111109</c:v>
                </c:pt>
                <c:pt idx="50727">
                  <c:v>45467.724305555559</c:v>
                </c:pt>
                <c:pt idx="50728">
                  <c:v>45460.793055555558</c:v>
                </c:pt>
                <c:pt idx="50729">
                  <c:v>45460.804861111108</c:v>
                </c:pt>
                <c:pt idx="50730">
                  <c:v>45462.366666666669</c:v>
                </c:pt>
                <c:pt idx="50731">
                  <c:v>45463.580555555563</c:v>
                </c:pt>
                <c:pt idx="50732">
                  <c:v>45463.593055555553</c:v>
                </c:pt>
                <c:pt idx="50733">
                  <c:v>45463.604166666657</c:v>
                </c:pt>
                <c:pt idx="50734">
                  <c:v>45463.615277777782</c:v>
                </c:pt>
                <c:pt idx="50735">
                  <c:v>45462.351388888892</c:v>
                </c:pt>
                <c:pt idx="50736">
                  <c:v>45462.372916666667</c:v>
                </c:pt>
                <c:pt idx="50737">
                  <c:v>45463.617361111108</c:v>
                </c:pt>
                <c:pt idx="50738">
                  <c:v>45463.617361111108</c:v>
                </c:pt>
                <c:pt idx="50739">
                  <c:v>45463.65625</c:v>
                </c:pt>
                <c:pt idx="50740">
                  <c:v>45463.663194444453</c:v>
                </c:pt>
                <c:pt idx="50741">
                  <c:v>45463.683333333327</c:v>
                </c:pt>
                <c:pt idx="50742">
                  <c:v>45462.336805555547</c:v>
                </c:pt>
                <c:pt idx="50743">
                  <c:v>45463.700694444437</c:v>
                </c:pt>
                <c:pt idx="50744">
                  <c:v>45462.343055555553</c:v>
                </c:pt>
                <c:pt idx="50745">
                  <c:v>45552.929166666669</c:v>
                </c:pt>
                <c:pt idx="50746">
                  <c:v>45463.529166666667</c:v>
                </c:pt>
                <c:pt idx="50747">
                  <c:v>45463.522222222222</c:v>
                </c:pt>
                <c:pt idx="50748">
                  <c:v>45463.486111111109</c:v>
                </c:pt>
                <c:pt idx="50749">
                  <c:v>45463.490277777782</c:v>
                </c:pt>
                <c:pt idx="50750">
                  <c:v>45462.520138888889</c:v>
                </c:pt>
                <c:pt idx="50751">
                  <c:v>45462.517361111109</c:v>
                </c:pt>
                <c:pt idx="50752">
                  <c:v>45463.495833333327</c:v>
                </c:pt>
                <c:pt idx="50753">
                  <c:v>45462.511111111111</c:v>
                </c:pt>
                <c:pt idx="50754">
                  <c:v>45462.478472222218</c:v>
                </c:pt>
                <c:pt idx="50755">
                  <c:v>45462.451388888891</c:v>
                </c:pt>
                <c:pt idx="50756">
                  <c:v>45463.503472222219</c:v>
                </c:pt>
                <c:pt idx="50757">
                  <c:v>45462.445833333331</c:v>
                </c:pt>
                <c:pt idx="50758">
                  <c:v>45462.425694444442</c:v>
                </c:pt>
                <c:pt idx="50759">
                  <c:v>45462.40902777778</c:v>
                </c:pt>
                <c:pt idx="50760">
                  <c:v>45462.392361111109</c:v>
                </c:pt>
                <c:pt idx="50761">
                  <c:v>45463.515277777777</c:v>
                </c:pt>
                <c:pt idx="50762">
                  <c:v>45462.372916666667</c:v>
                </c:pt>
                <c:pt idx="50763">
                  <c:v>45463.711805555547</c:v>
                </c:pt>
                <c:pt idx="50764">
                  <c:v>45463.478472222218</c:v>
                </c:pt>
                <c:pt idx="50765">
                  <c:v>45463.719444444447</c:v>
                </c:pt>
                <c:pt idx="50766">
                  <c:v>45462.313888888893</c:v>
                </c:pt>
                <c:pt idx="50767">
                  <c:v>45463.859722222223</c:v>
                </c:pt>
                <c:pt idx="50768">
                  <c:v>45463.861111111109</c:v>
                </c:pt>
                <c:pt idx="50769">
                  <c:v>45463.864583333343</c:v>
                </c:pt>
                <c:pt idx="50770">
                  <c:v>45463.867361111108</c:v>
                </c:pt>
                <c:pt idx="50771">
                  <c:v>45463.869444444441</c:v>
                </c:pt>
                <c:pt idx="50772">
                  <c:v>45552.865972222222</c:v>
                </c:pt>
                <c:pt idx="50773">
                  <c:v>45461.981944444437</c:v>
                </c:pt>
                <c:pt idx="50774">
                  <c:v>45463.870833333327</c:v>
                </c:pt>
                <c:pt idx="50775">
                  <c:v>45463.880555555559</c:v>
                </c:pt>
                <c:pt idx="50776">
                  <c:v>45463.884027777778</c:v>
                </c:pt>
                <c:pt idx="50777">
                  <c:v>45463.898611111108</c:v>
                </c:pt>
                <c:pt idx="50778">
                  <c:v>45463.909722222219</c:v>
                </c:pt>
                <c:pt idx="50779">
                  <c:v>45461.967361111107</c:v>
                </c:pt>
                <c:pt idx="50780">
                  <c:v>45463.913888888892</c:v>
                </c:pt>
                <c:pt idx="50781">
                  <c:v>45463.875694444447</c:v>
                </c:pt>
                <c:pt idx="50782">
                  <c:v>45463.82708333333</c:v>
                </c:pt>
                <c:pt idx="50783">
                  <c:v>45461.994444444441</c:v>
                </c:pt>
                <c:pt idx="50784">
                  <c:v>45462.013194444437</c:v>
                </c:pt>
                <c:pt idx="50785">
                  <c:v>45462.277777777781</c:v>
                </c:pt>
                <c:pt idx="50786">
                  <c:v>45463.761111111111</c:v>
                </c:pt>
                <c:pt idx="50787">
                  <c:v>45462.276388888888</c:v>
                </c:pt>
                <c:pt idx="50788">
                  <c:v>45462.272916666669</c:v>
                </c:pt>
                <c:pt idx="50789">
                  <c:v>45462.259027777778</c:v>
                </c:pt>
                <c:pt idx="50790">
                  <c:v>45463.793055555558</c:v>
                </c:pt>
                <c:pt idx="50791">
                  <c:v>45463.794444444437</c:v>
                </c:pt>
                <c:pt idx="50792">
                  <c:v>45462.24722222222</c:v>
                </c:pt>
                <c:pt idx="50793">
                  <c:v>45463.801388888889</c:v>
                </c:pt>
                <c:pt idx="50794">
                  <c:v>45463.806944444441</c:v>
                </c:pt>
                <c:pt idx="50795">
                  <c:v>45462.245833333327</c:v>
                </c:pt>
                <c:pt idx="50796">
                  <c:v>45552.902777777781</c:v>
                </c:pt>
                <c:pt idx="50797">
                  <c:v>45462.165972222218</c:v>
                </c:pt>
                <c:pt idx="50798">
                  <c:v>45462.132638888892</c:v>
                </c:pt>
                <c:pt idx="50799">
                  <c:v>45552.968055555553</c:v>
                </c:pt>
                <c:pt idx="50800">
                  <c:v>45463.729861111111</c:v>
                </c:pt>
                <c:pt idx="50801">
                  <c:v>45462.520138888889</c:v>
                </c:pt>
                <c:pt idx="50802">
                  <c:v>45462.533333333333</c:v>
                </c:pt>
                <c:pt idx="50803">
                  <c:v>45463.464583333327</c:v>
                </c:pt>
                <c:pt idx="50804">
                  <c:v>45463.105555555558</c:v>
                </c:pt>
                <c:pt idx="50805">
                  <c:v>45463.12222222222</c:v>
                </c:pt>
                <c:pt idx="50806">
                  <c:v>45552.959722222222</c:v>
                </c:pt>
                <c:pt idx="50807">
                  <c:v>45552.940972222219</c:v>
                </c:pt>
                <c:pt idx="50808">
                  <c:v>45463.166666666657</c:v>
                </c:pt>
                <c:pt idx="50809">
                  <c:v>45463.177083333343</c:v>
                </c:pt>
                <c:pt idx="50810">
                  <c:v>45463.104861111111</c:v>
                </c:pt>
                <c:pt idx="50811">
                  <c:v>45463.254861111112</c:v>
                </c:pt>
                <c:pt idx="50812">
                  <c:v>45463.281944444447</c:v>
                </c:pt>
                <c:pt idx="50813">
                  <c:v>45463.306944444441</c:v>
                </c:pt>
                <c:pt idx="50814">
                  <c:v>45462.817361111112</c:v>
                </c:pt>
                <c:pt idx="50815">
                  <c:v>45462.781944444447</c:v>
                </c:pt>
                <c:pt idx="50816">
                  <c:v>45463.315972222219</c:v>
                </c:pt>
                <c:pt idx="50817">
                  <c:v>45462.73333333333</c:v>
                </c:pt>
                <c:pt idx="50818">
                  <c:v>45462.824305555558</c:v>
                </c:pt>
                <c:pt idx="50819">
                  <c:v>45463.101388888892</c:v>
                </c:pt>
                <c:pt idx="50820">
                  <c:v>45462.853472222218</c:v>
                </c:pt>
                <c:pt idx="50821">
                  <c:v>45462.893055555563</c:v>
                </c:pt>
                <c:pt idx="50822">
                  <c:v>45462.993055555547</c:v>
                </c:pt>
                <c:pt idx="50823">
                  <c:v>45463.022222222222</c:v>
                </c:pt>
                <c:pt idx="50824">
                  <c:v>45462.984722222223</c:v>
                </c:pt>
                <c:pt idx="50825">
                  <c:v>45462.961805555547</c:v>
                </c:pt>
                <c:pt idx="50826">
                  <c:v>45463.024305555547</c:v>
                </c:pt>
                <c:pt idx="50827">
                  <c:v>45462.943749999999</c:v>
                </c:pt>
                <c:pt idx="50828">
                  <c:v>45462.913194444453</c:v>
                </c:pt>
                <c:pt idx="50829">
                  <c:v>45463.027083333327</c:v>
                </c:pt>
                <c:pt idx="50830">
                  <c:v>45463.041666666657</c:v>
                </c:pt>
                <c:pt idx="50831">
                  <c:v>45463.049305555563</c:v>
                </c:pt>
                <c:pt idx="50832">
                  <c:v>45462.908333333333</c:v>
                </c:pt>
                <c:pt idx="50833">
                  <c:v>45463.054861111108</c:v>
                </c:pt>
                <c:pt idx="50834">
                  <c:v>45463.066666666673</c:v>
                </c:pt>
                <c:pt idx="50835">
                  <c:v>45552.956944444442</c:v>
                </c:pt>
                <c:pt idx="50836">
                  <c:v>45552.945138888892</c:v>
                </c:pt>
                <c:pt idx="50837">
                  <c:v>45463.343055555553</c:v>
                </c:pt>
                <c:pt idx="50838">
                  <c:v>45462.731249999997</c:v>
                </c:pt>
                <c:pt idx="50839">
                  <c:v>45462.728472222218</c:v>
                </c:pt>
                <c:pt idx="50840">
                  <c:v>45463.352083333331</c:v>
                </c:pt>
                <c:pt idx="50841">
                  <c:v>45462.594444444447</c:v>
                </c:pt>
                <c:pt idx="50842">
                  <c:v>45462.593055555553</c:v>
                </c:pt>
                <c:pt idx="50843">
                  <c:v>45462.584027777782</c:v>
                </c:pt>
                <c:pt idx="50844">
                  <c:v>45463.429166666669</c:v>
                </c:pt>
                <c:pt idx="50845">
                  <c:v>45552.930555555547</c:v>
                </c:pt>
                <c:pt idx="50846">
                  <c:v>45463.44027777778</c:v>
                </c:pt>
                <c:pt idx="50847">
                  <c:v>45462.579861111109</c:v>
                </c:pt>
                <c:pt idx="50848">
                  <c:v>45462.5625</c:v>
                </c:pt>
                <c:pt idx="50849">
                  <c:v>45463.444444444453</c:v>
                </c:pt>
                <c:pt idx="50850">
                  <c:v>45463.446527777778</c:v>
                </c:pt>
                <c:pt idx="50851">
                  <c:v>45462.555555555547</c:v>
                </c:pt>
                <c:pt idx="50852">
                  <c:v>45462.552083333343</c:v>
                </c:pt>
                <c:pt idx="50853">
                  <c:v>45462.53402777778</c:v>
                </c:pt>
                <c:pt idx="50854">
                  <c:v>45463.461805555547</c:v>
                </c:pt>
                <c:pt idx="50855">
                  <c:v>45463.463888888888</c:v>
                </c:pt>
                <c:pt idx="50856">
                  <c:v>45462.632638888892</c:v>
                </c:pt>
                <c:pt idx="50857">
                  <c:v>45463.918055555558</c:v>
                </c:pt>
                <c:pt idx="50858">
                  <c:v>45462.638194444437</c:v>
                </c:pt>
                <c:pt idx="50859">
                  <c:v>45463.424305555563</c:v>
                </c:pt>
                <c:pt idx="50860">
                  <c:v>45463.385416666657</c:v>
                </c:pt>
                <c:pt idx="50861">
                  <c:v>45463.413194444453</c:v>
                </c:pt>
                <c:pt idx="50862">
                  <c:v>45462.716666666667</c:v>
                </c:pt>
                <c:pt idx="50863">
                  <c:v>45462.696527777778</c:v>
                </c:pt>
                <c:pt idx="50864">
                  <c:v>45462.694444444453</c:v>
                </c:pt>
                <c:pt idx="50865">
                  <c:v>45462.693749999999</c:v>
                </c:pt>
                <c:pt idx="50866">
                  <c:v>45463.415277777778</c:v>
                </c:pt>
                <c:pt idx="50867">
                  <c:v>45462.693749999999</c:v>
                </c:pt>
                <c:pt idx="50868">
                  <c:v>45463.418055555558</c:v>
                </c:pt>
                <c:pt idx="50869">
                  <c:v>45463.419444444437</c:v>
                </c:pt>
                <c:pt idx="50870">
                  <c:v>45462.690972222219</c:v>
                </c:pt>
                <c:pt idx="50871">
                  <c:v>45462.679861111108</c:v>
                </c:pt>
                <c:pt idx="50872">
                  <c:v>45462.668055555558</c:v>
                </c:pt>
                <c:pt idx="50873">
                  <c:v>45463.419444444437</c:v>
                </c:pt>
                <c:pt idx="50874">
                  <c:v>45462.644444444442</c:v>
                </c:pt>
                <c:pt idx="50875">
                  <c:v>45463.427083333343</c:v>
                </c:pt>
                <c:pt idx="50876">
                  <c:v>45461.959027777782</c:v>
                </c:pt>
                <c:pt idx="50877">
                  <c:v>45461.926388888889</c:v>
                </c:pt>
                <c:pt idx="50878">
                  <c:v>45463.934027777781</c:v>
                </c:pt>
                <c:pt idx="50879">
                  <c:v>45461.327777777777</c:v>
                </c:pt>
                <c:pt idx="50880">
                  <c:v>45464.643750000003</c:v>
                </c:pt>
                <c:pt idx="50881">
                  <c:v>45464.651388888888</c:v>
                </c:pt>
                <c:pt idx="50882">
                  <c:v>45461.275694444441</c:v>
                </c:pt>
                <c:pt idx="50883">
                  <c:v>45461.134027777778</c:v>
                </c:pt>
                <c:pt idx="50884">
                  <c:v>45461.112500000003</c:v>
                </c:pt>
                <c:pt idx="50885">
                  <c:v>45461.347222222219</c:v>
                </c:pt>
                <c:pt idx="50886">
                  <c:v>45464.652083333327</c:v>
                </c:pt>
                <c:pt idx="50887">
                  <c:v>45461.09652777778</c:v>
                </c:pt>
                <c:pt idx="50888">
                  <c:v>45461.072916666657</c:v>
                </c:pt>
                <c:pt idx="50889">
                  <c:v>45464.728472222218</c:v>
                </c:pt>
                <c:pt idx="50890">
                  <c:v>45461.038888888892</c:v>
                </c:pt>
                <c:pt idx="50891">
                  <c:v>45464.731249999997</c:v>
                </c:pt>
                <c:pt idx="50892">
                  <c:v>45461.009027777778</c:v>
                </c:pt>
                <c:pt idx="50893">
                  <c:v>45464.678472222222</c:v>
                </c:pt>
                <c:pt idx="50894">
                  <c:v>45461.382638888892</c:v>
                </c:pt>
                <c:pt idx="50895">
                  <c:v>45461.385416666657</c:v>
                </c:pt>
                <c:pt idx="50896">
                  <c:v>45553.398611111108</c:v>
                </c:pt>
                <c:pt idx="50897">
                  <c:v>45461.490277777782</c:v>
                </c:pt>
                <c:pt idx="50898">
                  <c:v>45461.489583333343</c:v>
                </c:pt>
                <c:pt idx="50899">
                  <c:v>45461.474999999999</c:v>
                </c:pt>
                <c:pt idx="50900">
                  <c:v>45461.463194444441</c:v>
                </c:pt>
                <c:pt idx="50901">
                  <c:v>45461.462500000001</c:v>
                </c:pt>
                <c:pt idx="50902">
                  <c:v>45461.461111111108</c:v>
                </c:pt>
                <c:pt idx="50903">
                  <c:v>45461.447916666657</c:v>
                </c:pt>
                <c:pt idx="50904">
                  <c:v>45461.443749999999</c:v>
                </c:pt>
                <c:pt idx="50905">
                  <c:v>45464.587500000001</c:v>
                </c:pt>
                <c:pt idx="50906">
                  <c:v>45464.591666666667</c:v>
                </c:pt>
                <c:pt idx="50907">
                  <c:v>45461.405555555553</c:v>
                </c:pt>
                <c:pt idx="50908">
                  <c:v>45461.40347222222</c:v>
                </c:pt>
                <c:pt idx="50909">
                  <c:v>45461.402083333327</c:v>
                </c:pt>
                <c:pt idx="50910">
                  <c:v>45461.395138888889</c:v>
                </c:pt>
                <c:pt idx="50911">
                  <c:v>45464.629166666673</c:v>
                </c:pt>
                <c:pt idx="50912">
                  <c:v>45461.004166666673</c:v>
                </c:pt>
                <c:pt idx="50913">
                  <c:v>45464.740277777782</c:v>
                </c:pt>
                <c:pt idx="50914">
                  <c:v>45460.98333333333</c:v>
                </c:pt>
                <c:pt idx="50915">
                  <c:v>45460.952777777777</c:v>
                </c:pt>
                <c:pt idx="50916">
                  <c:v>45552.843055555553</c:v>
                </c:pt>
                <c:pt idx="50917">
                  <c:v>45464.856249999997</c:v>
                </c:pt>
                <c:pt idx="50918">
                  <c:v>45464.881249999999</c:v>
                </c:pt>
                <c:pt idx="50919">
                  <c:v>45464.883333333331</c:v>
                </c:pt>
                <c:pt idx="50920">
                  <c:v>45464.908333333333</c:v>
                </c:pt>
                <c:pt idx="50921">
                  <c:v>45464.92083333333</c:v>
                </c:pt>
                <c:pt idx="50922">
                  <c:v>45460.843055555553</c:v>
                </c:pt>
                <c:pt idx="50923">
                  <c:v>45464.934027777781</c:v>
                </c:pt>
                <c:pt idx="50924">
                  <c:v>45460.84097222222</c:v>
                </c:pt>
                <c:pt idx="50925">
                  <c:v>45464.947916666657</c:v>
                </c:pt>
                <c:pt idx="50926">
                  <c:v>45460.826388888891</c:v>
                </c:pt>
                <c:pt idx="50927">
                  <c:v>45460.809027777781</c:v>
                </c:pt>
                <c:pt idx="50928">
                  <c:v>45464.97152777778</c:v>
                </c:pt>
                <c:pt idx="50929">
                  <c:v>45464.982638888891</c:v>
                </c:pt>
                <c:pt idx="50930">
                  <c:v>45464.984027777777</c:v>
                </c:pt>
                <c:pt idx="50931">
                  <c:v>45460.87777777778</c:v>
                </c:pt>
                <c:pt idx="50932">
                  <c:v>45464.556944444441</c:v>
                </c:pt>
                <c:pt idx="50933">
                  <c:v>45464.85</c:v>
                </c:pt>
                <c:pt idx="50934">
                  <c:v>45464.822916666657</c:v>
                </c:pt>
                <c:pt idx="50935">
                  <c:v>45464.761805555558</c:v>
                </c:pt>
                <c:pt idx="50936">
                  <c:v>45464.765277777777</c:v>
                </c:pt>
                <c:pt idx="50937">
                  <c:v>45460.951388888891</c:v>
                </c:pt>
                <c:pt idx="50938">
                  <c:v>45464.767361111109</c:v>
                </c:pt>
                <c:pt idx="50939">
                  <c:v>45460.947916666657</c:v>
                </c:pt>
                <c:pt idx="50940">
                  <c:v>45460.947222222218</c:v>
                </c:pt>
                <c:pt idx="50941">
                  <c:v>45460.940972222219</c:v>
                </c:pt>
                <c:pt idx="50942">
                  <c:v>45464.779861111107</c:v>
                </c:pt>
                <c:pt idx="50943">
                  <c:v>45460.932638888888</c:v>
                </c:pt>
                <c:pt idx="50944">
                  <c:v>45460.931250000001</c:v>
                </c:pt>
                <c:pt idx="50945">
                  <c:v>45460.906944444447</c:v>
                </c:pt>
                <c:pt idx="50946">
                  <c:v>45460.906944444447</c:v>
                </c:pt>
                <c:pt idx="50947">
                  <c:v>45460.888888888891</c:v>
                </c:pt>
                <c:pt idx="50948">
                  <c:v>45460.887499999997</c:v>
                </c:pt>
                <c:pt idx="50949">
                  <c:v>45464.813888888893</c:v>
                </c:pt>
                <c:pt idx="50950">
                  <c:v>45460.886805555558</c:v>
                </c:pt>
                <c:pt idx="50951">
                  <c:v>45460.795138888891</c:v>
                </c:pt>
                <c:pt idx="50952">
                  <c:v>45461.495833333327</c:v>
                </c:pt>
                <c:pt idx="50953">
                  <c:v>45461.499305555553</c:v>
                </c:pt>
                <c:pt idx="50954">
                  <c:v>45461.784722222219</c:v>
                </c:pt>
                <c:pt idx="50955">
                  <c:v>45461.783333333333</c:v>
                </c:pt>
                <c:pt idx="50956">
                  <c:v>45461.78125</c:v>
                </c:pt>
                <c:pt idx="50957">
                  <c:v>45464.299305555563</c:v>
                </c:pt>
                <c:pt idx="50958">
                  <c:v>45464.320138888892</c:v>
                </c:pt>
                <c:pt idx="50959">
                  <c:v>45461.761111111111</c:v>
                </c:pt>
                <c:pt idx="50960">
                  <c:v>45553.072916666657</c:v>
                </c:pt>
                <c:pt idx="50961">
                  <c:v>45461.760416666657</c:v>
                </c:pt>
                <c:pt idx="50962">
                  <c:v>45464.327777777777</c:v>
                </c:pt>
                <c:pt idx="50963">
                  <c:v>45464.35</c:v>
                </c:pt>
                <c:pt idx="50964">
                  <c:v>45464.366666666669</c:v>
                </c:pt>
                <c:pt idx="50965">
                  <c:v>45461.751388888893</c:v>
                </c:pt>
                <c:pt idx="50966">
                  <c:v>45464.377083333333</c:v>
                </c:pt>
                <c:pt idx="50967">
                  <c:v>45464.378472222219</c:v>
                </c:pt>
                <c:pt idx="50968">
                  <c:v>45461.755555555559</c:v>
                </c:pt>
                <c:pt idx="50969">
                  <c:v>45464.129166666673</c:v>
                </c:pt>
                <c:pt idx="50970">
                  <c:v>45461.792361111111</c:v>
                </c:pt>
                <c:pt idx="50971">
                  <c:v>45464.115277777782</c:v>
                </c:pt>
                <c:pt idx="50972">
                  <c:v>45463.942361111112</c:v>
                </c:pt>
                <c:pt idx="50973">
                  <c:v>45461.919444444437</c:v>
                </c:pt>
                <c:pt idx="50974">
                  <c:v>45463.954861111109</c:v>
                </c:pt>
                <c:pt idx="50975">
                  <c:v>45461.918749999997</c:v>
                </c:pt>
                <c:pt idx="50976">
                  <c:v>45461.915972222218</c:v>
                </c:pt>
                <c:pt idx="50977">
                  <c:v>45461.879861111112</c:v>
                </c:pt>
                <c:pt idx="50978">
                  <c:v>45463.96597222222</c:v>
                </c:pt>
                <c:pt idx="50979">
                  <c:v>45553.000694444447</c:v>
                </c:pt>
                <c:pt idx="50980">
                  <c:v>45461.854861111111</c:v>
                </c:pt>
                <c:pt idx="50981">
                  <c:v>45463.96875</c:v>
                </c:pt>
                <c:pt idx="50982">
                  <c:v>45553.060416666667</c:v>
                </c:pt>
                <c:pt idx="50983">
                  <c:v>45463.988194444442</c:v>
                </c:pt>
                <c:pt idx="50984">
                  <c:v>45461.845833333333</c:v>
                </c:pt>
                <c:pt idx="50985">
                  <c:v>45461.801388888889</c:v>
                </c:pt>
                <c:pt idx="50986">
                  <c:v>45464.025694444441</c:v>
                </c:pt>
                <c:pt idx="50987">
                  <c:v>45553.087500000001</c:v>
                </c:pt>
                <c:pt idx="50988">
                  <c:v>45553.271527777782</c:v>
                </c:pt>
                <c:pt idx="50989">
                  <c:v>45464.390972222223</c:v>
                </c:pt>
                <c:pt idx="50990">
                  <c:v>45461.745138888888</c:v>
                </c:pt>
                <c:pt idx="50991">
                  <c:v>45464.506944444453</c:v>
                </c:pt>
                <c:pt idx="50992">
                  <c:v>45461.625</c:v>
                </c:pt>
                <c:pt idx="50993">
                  <c:v>45461.615972222222</c:v>
                </c:pt>
                <c:pt idx="50994">
                  <c:v>45461.613194444442</c:v>
                </c:pt>
                <c:pt idx="50995">
                  <c:v>45464.515972222223</c:v>
                </c:pt>
                <c:pt idx="50996">
                  <c:v>45461.611805555563</c:v>
                </c:pt>
                <c:pt idx="50997">
                  <c:v>45461.595138888893</c:v>
                </c:pt>
                <c:pt idx="50998">
                  <c:v>45461.587500000001</c:v>
                </c:pt>
                <c:pt idx="50999">
                  <c:v>45461.585416666669</c:v>
                </c:pt>
                <c:pt idx="51000">
                  <c:v>45464.51666666667</c:v>
                </c:pt>
                <c:pt idx="51001">
                  <c:v>45461.539583333331</c:v>
                </c:pt>
                <c:pt idx="51002">
                  <c:v>45461.522916666669</c:v>
                </c:pt>
                <c:pt idx="51003">
                  <c:v>45461.520833333343</c:v>
                </c:pt>
                <c:pt idx="51004">
                  <c:v>45461.513194444437</c:v>
                </c:pt>
                <c:pt idx="51005">
                  <c:v>45464.525694444441</c:v>
                </c:pt>
                <c:pt idx="51006">
                  <c:v>45461.635416666657</c:v>
                </c:pt>
                <c:pt idx="51007">
                  <c:v>45464.536805555559</c:v>
                </c:pt>
                <c:pt idx="51008">
                  <c:v>45461.640972222223</c:v>
                </c:pt>
                <c:pt idx="51009">
                  <c:v>45464.501388888893</c:v>
                </c:pt>
                <c:pt idx="51010">
                  <c:v>45464.401388888888</c:v>
                </c:pt>
                <c:pt idx="51011">
                  <c:v>45461.732638888891</c:v>
                </c:pt>
                <c:pt idx="51012">
                  <c:v>45464.40347222222</c:v>
                </c:pt>
                <c:pt idx="51013">
                  <c:v>45461.724305555559</c:v>
                </c:pt>
                <c:pt idx="51014">
                  <c:v>45461.720833333333</c:v>
                </c:pt>
                <c:pt idx="51015">
                  <c:v>45461.717361111107</c:v>
                </c:pt>
                <c:pt idx="51016">
                  <c:v>45464.425694444442</c:v>
                </c:pt>
                <c:pt idx="51017">
                  <c:v>45464.442361111112</c:v>
                </c:pt>
                <c:pt idx="51018">
                  <c:v>45461.685416666667</c:v>
                </c:pt>
                <c:pt idx="51019">
                  <c:v>45464.447916666657</c:v>
                </c:pt>
                <c:pt idx="51020">
                  <c:v>45464.477083333331</c:v>
                </c:pt>
                <c:pt idx="51021">
                  <c:v>45461.654166666667</c:v>
                </c:pt>
                <c:pt idx="51022">
                  <c:v>45461.650694444441</c:v>
                </c:pt>
                <c:pt idx="51023">
                  <c:v>45461.645138888889</c:v>
                </c:pt>
                <c:pt idx="51024">
                  <c:v>45464.481249999997</c:v>
                </c:pt>
                <c:pt idx="51025">
                  <c:v>45461.643055555563</c:v>
                </c:pt>
                <c:pt idx="51026">
                  <c:v>45467.732638888891</c:v>
                </c:pt>
                <c:pt idx="51027">
                  <c:v>45457.890972222223</c:v>
                </c:pt>
                <c:pt idx="51028">
                  <c:v>45457.862500000003</c:v>
                </c:pt>
                <c:pt idx="51029">
                  <c:v>45454.447916666657</c:v>
                </c:pt>
                <c:pt idx="51030">
                  <c:v>45454.440972222219</c:v>
                </c:pt>
                <c:pt idx="51031">
                  <c:v>45470.911111111112</c:v>
                </c:pt>
                <c:pt idx="51032">
                  <c:v>45470.911111111112</c:v>
                </c:pt>
                <c:pt idx="51033">
                  <c:v>45454.416666666657</c:v>
                </c:pt>
                <c:pt idx="51034">
                  <c:v>45454.416666666657</c:v>
                </c:pt>
                <c:pt idx="51035">
                  <c:v>45470.90347222222</c:v>
                </c:pt>
                <c:pt idx="51036">
                  <c:v>45470.921527777777</c:v>
                </c:pt>
                <c:pt idx="51037">
                  <c:v>45470.932638888888</c:v>
                </c:pt>
                <c:pt idx="51038">
                  <c:v>45470.932638888888</c:v>
                </c:pt>
                <c:pt idx="51039">
                  <c:v>45454.411111111112</c:v>
                </c:pt>
                <c:pt idx="51040">
                  <c:v>45470.997916666667</c:v>
                </c:pt>
                <c:pt idx="51041">
                  <c:v>45454.39166666667</c:v>
                </c:pt>
                <c:pt idx="51042">
                  <c:v>45454.381249999999</c:v>
                </c:pt>
                <c:pt idx="51043">
                  <c:v>45470.925000000003</c:v>
                </c:pt>
                <c:pt idx="51044">
                  <c:v>45454.453472222223</c:v>
                </c:pt>
                <c:pt idx="51045">
                  <c:v>45454.49722222222</c:v>
                </c:pt>
                <c:pt idx="51046">
                  <c:v>45454.497916666667</c:v>
                </c:pt>
                <c:pt idx="51047">
                  <c:v>45470.823611111111</c:v>
                </c:pt>
                <c:pt idx="51048">
                  <c:v>45454.595833333333</c:v>
                </c:pt>
                <c:pt idx="51049">
                  <c:v>45470.84097222222</c:v>
                </c:pt>
                <c:pt idx="51050">
                  <c:v>45454.59097222222</c:v>
                </c:pt>
                <c:pt idx="51051">
                  <c:v>45552.531944444447</c:v>
                </c:pt>
                <c:pt idx="51052">
                  <c:v>45454.573611111111</c:v>
                </c:pt>
                <c:pt idx="51053">
                  <c:v>45454.567361111112</c:v>
                </c:pt>
                <c:pt idx="51054">
                  <c:v>45470.877083333333</c:v>
                </c:pt>
                <c:pt idx="51055">
                  <c:v>45470.879166666673</c:v>
                </c:pt>
                <c:pt idx="51056">
                  <c:v>45553.586111111108</c:v>
                </c:pt>
                <c:pt idx="51057">
                  <c:v>45470.884722222218</c:v>
                </c:pt>
                <c:pt idx="51058">
                  <c:v>45553.601388888892</c:v>
                </c:pt>
                <c:pt idx="51059">
                  <c:v>45470.897916666669</c:v>
                </c:pt>
                <c:pt idx="51060">
                  <c:v>45454.55</c:v>
                </c:pt>
                <c:pt idx="51061">
                  <c:v>45470.9</c:v>
                </c:pt>
                <c:pt idx="51062">
                  <c:v>45471.015277777777</c:v>
                </c:pt>
                <c:pt idx="51063">
                  <c:v>45553.584027777782</c:v>
                </c:pt>
                <c:pt idx="51064">
                  <c:v>45471.038194444453</c:v>
                </c:pt>
                <c:pt idx="51065">
                  <c:v>45471.201388888891</c:v>
                </c:pt>
                <c:pt idx="51066">
                  <c:v>45471.461111111108</c:v>
                </c:pt>
                <c:pt idx="51067">
                  <c:v>45454.255555555559</c:v>
                </c:pt>
                <c:pt idx="51068">
                  <c:v>45454.240972222222</c:v>
                </c:pt>
                <c:pt idx="51069">
                  <c:v>45454.222916666673</c:v>
                </c:pt>
                <c:pt idx="51070">
                  <c:v>45454.182638888888</c:v>
                </c:pt>
                <c:pt idx="51071">
                  <c:v>45454.111111111109</c:v>
                </c:pt>
                <c:pt idx="51072">
                  <c:v>45471.45416666667</c:v>
                </c:pt>
                <c:pt idx="51073">
                  <c:v>45454.099305555559</c:v>
                </c:pt>
                <c:pt idx="51074">
                  <c:v>45454.018055555563</c:v>
                </c:pt>
                <c:pt idx="51075">
                  <c:v>45454.012499999997</c:v>
                </c:pt>
                <c:pt idx="51076">
                  <c:v>45453.989583333343</c:v>
                </c:pt>
                <c:pt idx="51077">
                  <c:v>45453.97152777778</c:v>
                </c:pt>
                <c:pt idx="51078">
                  <c:v>45453.956250000003</c:v>
                </c:pt>
                <c:pt idx="51079">
                  <c:v>45471.504861111112</c:v>
                </c:pt>
                <c:pt idx="51080">
                  <c:v>45471.487500000003</c:v>
                </c:pt>
                <c:pt idx="51081">
                  <c:v>45471.447916666657</c:v>
                </c:pt>
                <c:pt idx="51082">
                  <c:v>45454.275694444441</c:v>
                </c:pt>
                <c:pt idx="51083">
                  <c:v>45454.27847222222</c:v>
                </c:pt>
                <c:pt idx="51084">
                  <c:v>45454.350694444453</c:v>
                </c:pt>
                <c:pt idx="51085">
                  <c:v>45471.310416666667</c:v>
                </c:pt>
                <c:pt idx="51086">
                  <c:v>45553.602777777778</c:v>
                </c:pt>
                <c:pt idx="51087">
                  <c:v>45454.331250000003</c:v>
                </c:pt>
                <c:pt idx="51088">
                  <c:v>45454.324999999997</c:v>
                </c:pt>
                <c:pt idx="51089">
                  <c:v>45471.395138888889</c:v>
                </c:pt>
                <c:pt idx="51090">
                  <c:v>45454.320833333331</c:v>
                </c:pt>
                <c:pt idx="51091">
                  <c:v>45471.396527777782</c:v>
                </c:pt>
                <c:pt idx="51092">
                  <c:v>45454.308333333327</c:v>
                </c:pt>
                <c:pt idx="51093">
                  <c:v>45471.401388888888</c:v>
                </c:pt>
                <c:pt idx="51094">
                  <c:v>45454.304166666669</c:v>
                </c:pt>
                <c:pt idx="51095">
                  <c:v>45471.422222222223</c:v>
                </c:pt>
                <c:pt idx="51096">
                  <c:v>45471.447222222218</c:v>
                </c:pt>
                <c:pt idx="51097">
                  <c:v>45454.293055555558</c:v>
                </c:pt>
                <c:pt idx="51098">
                  <c:v>45454.288194444453</c:v>
                </c:pt>
                <c:pt idx="51099">
                  <c:v>45471.172222222223</c:v>
                </c:pt>
                <c:pt idx="51100">
                  <c:v>45470.814583333333</c:v>
                </c:pt>
                <c:pt idx="51101">
                  <c:v>45470.743055555547</c:v>
                </c:pt>
                <c:pt idx="51102">
                  <c:v>45470.737500000003</c:v>
                </c:pt>
                <c:pt idx="51103">
                  <c:v>45454.969444444447</c:v>
                </c:pt>
                <c:pt idx="51104">
                  <c:v>45552.551388888889</c:v>
                </c:pt>
                <c:pt idx="51105">
                  <c:v>45454.94027777778</c:v>
                </c:pt>
                <c:pt idx="51106">
                  <c:v>45454.9375</c:v>
                </c:pt>
                <c:pt idx="51107">
                  <c:v>45470.459722222222</c:v>
                </c:pt>
                <c:pt idx="51108">
                  <c:v>45470.464583333327</c:v>
                </c:pt>
                <c:pt idx="51109">
                  <c:v>45470.422222222223</c:v>
                </c:pt>
                <c:pt idx="51110">
                  <c:v>45470.477777777778</c:v>
                </c:pt>
                <c:pt idx="51111">
                  <c:v>45454.926388888889</c:v>
                </c:pt>
                <c:pt idx="51112">
                  <c:v>45454.90625</c:v>
                </c:pt>
                <c:pt idx="51113">
                  <c:v>45470.500694444447</c:v>
                </c:pt>
                <c:pt idx="51114">
                  <c:v>45454.875694444447</c:v>
                </c:pt>
                <c:pt idx="51115">
                  <c:v>45454.871527777781</c:v>
                </c:pt>
                <c:pt idx="51116">
                  <c:v>45470.527083333327</c:v>
                </c:pt>
                <c:pt idx="51117">
                  <c:v>45454.927083333343</c:v>
                </c:pt>
                <c:pt idx="51118">
                  <c:v>45552.554166666669</c:v>
                </c:pt>
                <c:pt idx="51119">
                  <c:v>45470.419444444437</c:v>
                </c:pt>
                <c:pt idx="51120">
                  <c:v>45470.411805555559</c:v>
                </c:pt>
                <c:pt idx="51121">
                  <c:v>45455.238888888889</c:v>
                </c:pt>
                <c:pt idx="51122">
                  <c:v>45470.211805555547</c:v>
                </c:pt>
                <c:pt idx="51123">
                  <c:v>45470.246527777781</c:v>
                </c:pt>
                <c:pt idx="51124">
                  <c:v>45470.26666666667</c:v>
                </c:pt>
                <c:pt idx="51125">
                  <c:v>45455.118055555547</c:v>
                </c:pt>
                <c:pt idx="51126">
                  <c:v>45455.045138888891</c:v>
                </c:pt>
                <c:pt idx="51127">
                  <c:v>45455.031944444447</c:v>
                </c:pt>
                <c:pt idx="51128">
                  <c:v>45470.283333333333</c:v>
                </c:pt>
                <c:pt idx="51129">
                  <c:v>45455.008333333331</c:v>
                </c:pt>
                <c:pt idx="51130">
                  <c:v>45470.286805555559</c:v>
                </c:pt>
                <c:pt idx="51131">
                  <c:v>45455.004861111112</c:v>
                </c:pt>
                <c:pt idx="51132">
                  <c:v>45470.308333333327</c:v>
                </c:pt>
                <c:pt idx="51133">
                  <c:v>45455.004166666673</c:v>
                </c:pt>
                <c:pt idx="51134">
                  <c:v>45455.003472222219</c:v>
                </c:pt>
                <c:pt idx="51135">
                  <c:v>45454.984027777777</c:v>
                </c:pt>
                <c:pt idx="51136">
                  <c:v>45470.53125</c:v>
                </c:pt>
                <c:pt idx="51137">
                  <c:v>45454.845138888893</c:v>
                </c:pt>
                <c:pt idx="51138">
                  <c:v>45454.837500000001</c:v>
                </c:pt>
                <c:pt idx="51139">
                  <c:v>45470.533333333333</c:v>
                </c:pt>
                <c:pt idx="51140">
                  <c:v>45454.722916666673</c:v>
                </c:pt>
                <c:pt idx="51141">
                  <c:v>45470.658333333333</c:v>
                </c:pt>
                <c:pt idx="51142">
                  <c:v>45454.677083333343</c:v>
                </c:pt>
                <c:pt idx="51143">
                  <c:v>45454.668749999997</c:v>
                </c:pt>
                <c:pt idx="51144">
                  <c:v>45470.677083333343</c:v>
                </c:pt>
                <c:pt idx="51145">
                  <c:v>45470.6875</c:v>
                </c:pt>
                <c:pt idx="51146">
                  <c:v>45470.70208333333</c:v>
                </c:pt>
                <c:pt idx="51147">
                  <c:v>45470.707638888889</c:v>
                </c:pt>
                <c:pt idx="51148">
                  <c:v>45454.642361111109</c:v>
                </c:pt>
                <c:pt idx="51149">
                  <c:v>45470.716666666667</c:v>
                </c:pt>
                <c:pt idx="51150">
                  <c:v>45470.719444444447</c:v>
                </c:pt>
                <c:pt idx="51151">
                  <c:v>45470.72152777778</c:v>
                </c:pt>
                <c:pt idx="51152">
                  <c:v>45454.600694444453</c:v>
                </c:pt>
                <c:pt idx="51153">
                  <c:v>45454.600694444453</c:v>
                </c:pt>
                <c:pt idx="51154">
                  <c:v>45454.6</c:v>
                </c:pt>
                <c:pt idx="51155">
                  <c:v>45470.65347222222</c:v>
                </c:pt>
                <c:pt idx="51156">
                  <c:v>45553.604861111111</c:v>
                </c:pt>
                <c:pt idx="51157">
                  <c:v>45454.748611111107</c:v>
                </c:pt>
                <c:pt idx="51158">
                  <c:v>45454.772916666669</c:v>
                </c:pt>
                <c:pt idx="51159">
                  <c:v>45454.836805555547</c:v>
                </c:pt>
                <c:pt idx="51160">
                  <c:v>45470.560416666667</c:v>
                </c:pt>
                <c:pt idx="51161">
                  <c:v>45454.834027777782</c:v>
                </c:pt>
                <c:pt idx="51162">
                  <c:v>45470.594444444447</c:v>
                </c:pt>
                <c:pt idx="51163">
                  <c:v>45454.834027777782</c:v>
                </c:pt>
                <c:pt idx="51164">
                  <c:v>45454.833333333343</c:v>
                </c:pt>
                <c:pt idx="51165">
                  <c:v>45470.597916666673</c:v>
                </c:pt>
                <c:pt idx="51166">
                  <c:v>45470.611805555563</c:v>
                </c:pt>
                <c:pt idx="51167">
                  <c:v>45454.823611111111</c:v>
                </c:pt>
                <c:pt idx="51168">
                  <c:v>45470.611805555563</c:v>
                </c:pt>
                <c:pt idx="51169">
                  <c:v>45470.614583333343</c:v>
                </c:pt>
                <c:pt idx="51170">
                  <c:v>45454.806250000001</c:v>
                </c:pt>
                <c:pt idx="51171">
                  <c:v>45470.619444444441</c:v>
                </c:pt>
                <c:pt idx="51172">
                  <c:v>45454.776388888888</c:v>
                </c:pt>
                <c:pt idx="51173">
                  <c:v>45470.620138888888</c:v>
                </c:pt>
                <c:pt idx="51174">
                  <c:v>45454.760416666657</c:v>
                </c:pt>
                <c:pt idx="51175">
                  <c:v>45453.934027777781</c:v>
                </c:pt>
                <c:pt idx="51176">
                  <c:v>45453.895833333343</c:v>
                </c:pt>
                <c:pt idx="51177">
                  <c:v>45453.883333333331</c:v>
                </c:pt>
                <c:pt idx="51178">
                  <c:v>45453.555555555547</c:v>
                </c:pt>
                <c:pt idx="51179">
                  <c:v>45453.548611111109</c:v>
                </c:pt>
                <c:pt idx="51180">
                  <c:v>45453.544444444437</c:v>
                </c:pt>
                <c:pt idx="51181">
                  <c:v>45453.543749999997</c:v>
                </c:pt>
                <c:pt idx="51182">
                  <c:v>45453.543055555558</c:v>
                </c:pt>
                <c:pt idx="51183">
                  <c:v>45453.52847222222</c:v>
                </c:pt>
                <c:pt idx="51184">
                  <c:v>45472.457638888889</c:v>
                </c:pt>
                <c:pt idx="51185">
                  <c:v>45453.520138888889</c:v>
                </c:pt>
                <c:pt idx="51186">
                  <c:v>45472.502083333333</c:v>
                </c:pt>
                <c:pt idx="51187">
                  <c:v>45472.55972222222</c:v>
                </c:pt>
                <c:pt idx="51188">
                  <c:v>45472.563888888893</c:v>
                </c:pt>
                <c:pt idx="51189">
                  <c:v>45453.506249999999</c:v>
                </c:pt>
                <c:pt idx="51190">
                  <c:v>45472.569444444453</c:v>
                </c:pt>
                <c:pt idx="51191">
                  <c:v>45453.48333333333</c:v>
                </c:pt>
                <c:pt idx="51192">
                  <c:v>45472.476388888892</c:v>
                </c:pt>
                <c:pt idx="51193">
                  <c:v>45472.43472222222</c:v>
                </c:pt>
                <c:pt idx="51194">
                  <c:v>45472.379861111112</c:v>
                </c:pt>
                <c:pt idx="51195">
                  <c:v>45453.575694444437</c:v>
                </c:pt>
                <c:pt idx="51196">
                  <c:v>45471.904166666667</c:v>
                </c:pt>
                <c:pt idx="51197">
                  <c:v>45471.925694444442</c:v>
                </c:pt>
                <c:pt idx="51198">
                  <c:v>45471.9375</c:v>
                </c:pt>
                <c:pt idx="51199">
                  <c:v>45471.9375</c:v>
                </c:pt>
                <c:pt idx="51200">
                  <c:v>45453.604166666657</c:v>
                </c:pt>
                <c:pt idx="51201">
                  <c:v>45471.946527777778</c:v>
                </c:pt>
                <c:pt idx="51202">
                  <c:v>45471.946527777778</c:v>
                </c:pt>
                <c:pt idx="51203">
                  <c:v>45453.594444444447</c:v>
                </c:pt>
                <c:pt idx="51204">
                  <c:v>45471.96875</c:v>
                </c:pt>
                <c:pt idx="51205">
                  <c:v>45471.993055555547</c:v>
                </c:pt>
                <c:pt idx="51206">
                  <c:v>45472.203472222223</c:v>
                </c:pt>
                <c:pt idx="51207">
                  <c:v>45472.3</c:v>
                </c:pt>
                <c:pt idx="51208">
                  <c:v>45453.584722222222</c:v>
                </c:pt>
                <c:pt idx="51209">
                  <c:v>45453.583333333343</c:v>
                </c:pt>
                <c:pt idx="51210">
                  <c:v>45453.576388888891</c:v>
                </c:pt>
                <c:pt idx="51211">
                  <c:v>45472.576388888891</c:v>
                </c:pt>
                <c:pt idx="51212">
                  <c:v>45472.57708333333</c:v>
                </c:pt>
                <c:pt idx="51213">
                  <c:v>45453.480555555558</c:v>
                </c:pt>
                <c:pt idx="51214">
                  <c:v>45453.469444444447</c:v>
                </c:pt>
                <c:pt idx="51215">
                  <c:v>45453.319444444453</c:v>
                </c:pt>
                <c:pt idx="51216">
                  <c:v>45472.70208333333</c:v>
                </c:pt>
                <c:pt idx="51217">
                  <c:v>45472.711805555547</c:v>
                </c:pt>
                <c:pt idx="51218">
                  <c:v>45453.280555555553</c:v>
                </c:pt>
                <c:pt idx="51219">
                  <c:v>45453.213888888888</c:v>
                </c:pt>
                <c:pt idx="51220">
                  <c:v>45453.146527777782</c:v>
                </c:pt>
                <c:pt idx="51221">
                  <c:v>45453.045138888891</c:v>
                </c:pt>
                <c:pt idx="51222">
                  <c:v>45472.731249999997</c:v>
                </c:pt>
                <c:pt idx="51223">
                  <c:v>45453.03402777778</c:v>
                </c:pt>
                <c:pt idx="51224">
                  <c:v>45472.736111111109</c:v>
                </c:pt>
                <c:pt idx="51225">
                  <c:v>45472.744444444441</c:v>
                </c:pt>
                <c:pt idx="51226">
                  <c:v>45472.745138888888</c:v>
                </c:pt>
                <c:pt idx="51227">
                  <c:v>45472.75277777778</c:v>
                </c:pt>
                <c:pt idx="51228">
                  <c:v>45452.938194444447</c:v>
                </c:pt>
                <c:pt idx="51229">
                  <c:v>45452.92291666667</c:v>
                </c:pt>
                <c:pt idx="51230">
                  <c:v>45453.345138888893</c:v>
                </c:pt>
                <c:pt idx="51231">
                  <c:v>45471.893055555563</c:v>
                </c:pt>
                <c:pt idx="51232">
                  <c:v>45472.675000000003</c:v>
                </c:pt>
                <c:pt idx="51233">
                  <c:v>45553.628472222219</c:v>
                </c:pt>
                <c:pt idx="51234">
                  <c:v>45472.611111111109</c:v>
                </c:pt>
                <c:pt idx="51235">
                  <c:v>45553.624305555553</c:v>
                </c:pt>
                <c:pt idx="51236">
                  <c:v>45472.627083333333</c:v>
                </c:pt>
                <c:pt idx="51237">
                  <c:v>45472.636805555558</c:v>
                </c:pt>
                <c:pt idx="51238">
                  <c:v>45472.63958333333</c:v>
                </c:pt>
                <c:pt idx="51239">
                  <c:v>45453.454861111109</c:v>
                </c:pt>
                <c:pt idx="51240">
                  <c:v>45552.489583333343</c:v>
                </c:pt>
                <c:pt idx="51241">
                  <c:v>45472.643750000003</c:v>
                </c:pt>
                <c:pt idx="51242">
                  <c:v>45453.408333333333</c:v>
                </c:pt>
                <c:pt idx="51243">
                  <c:v>45472.643750000003</c:v>
                </c:pt>
                <c:pt idx="51244">
                  <c:v>45472.659722222219</c:v>
                </c:pt>
                <c:pt idx="51245">
                  <c:v>45453.395138888889</c:v>
                </c:pt>
                <c:pt idx="51246">
                  <c:v>45453.393055555563</c:v>
                </c:pt>
                <c:pt idx="51247">
                  <c:v>45453.375694444447</c:v>
                </c:pt>
                <c:pt idx="51248">
                  <c:v>45472.661111111112</c:v>
                </c:pt>
                <c:pt idx="51249">
                  <c:v>45453.352083333331</c:v>
                </c:pt>
                <c:pt idx="51250">
                  <c:v>45455.260416666657</c:v>
                </c:pt>
                <c:pt idx="51251">
                  <c:v>45453.604166666657</c:v>
                </c:pt>
                <c:pt idx="51252">
                  <c:v>45453.624305555553</c:v>
                </c:pt>
                <c:pt idx="51253">
                  <c:v>45471.602777777778</c:v>
                </c:pt>
                <c:pt idx="51254">
                  <c:v>45471.612500000003</c:v>
                </c:pt>
                <c:pt idx="51255">
                  <c:v>45453.805555555547</c:v>
                </c:pt>
                <c:pt idx="51256">
                  <c:v>45552.523611111108</c:v>
                </c:pt>
                <c:pt idx="51257">
                  <c:v>45453.800694444442</c:v>
                </c:pt>
                <c:pt idx="51258">
                  <c:v>45471.622916666667</c:v>
                </c:pt>
                <c:pt idx="51259">
                  <c:v>45471.602083333331</c:v>
                </c:pt>
                <c:pt idx="51260">
                  <c:v>45471.637499999997</c:v>
                </c:pt>
                <c:pt idx="51261">
                  <c:v>45453.79791666667</c:v>
                </c:pt>
                <c:pt idx="51262">
                  <c:v>45453.786111111112</c:v>
                </c:pt>
                <c:pt idx="51263">
                  <c:v>45471.640972222223</c:v>
                </c:pt>
                <c:pt idx="51264">
                  <c:v>45453.77847222222</c:v>
                </c:pt>
                <c:pt idx="51265">
                  <c:v>45471.659722222219</c:v>
                </c:pt>
                <c:pt idx="51266">
                  <c:v>45471.662499999999</c:v>
                </c:pt>
                <c:pt idx="51267">
                  <c:v>45453.8</c:v>
                </c:pt>
                <c:pt idx="51268">
                  <c:v>45453.8125</c:v>
                </c:pt>
                <c:pt idx="51269">
                  <c:v>45453.819444444453</c:v>
                </c:pt>
                <c:pt idx="51270">
                  <c:v>45453.834027777782</c:v>
                </c:pt>
                <c:pt idx="51271">
                  <c:v>45471.533333333333</c:v>
                </c:pt>
                <c:pt idx="51272">
                  <c:v>45453.881944444453</c:v>
                </c:pt>
                <c:pt idx="51273">
                  <c:v>45471.552777777782</c:v>
                </c:pt>
                <c:pt idx="51274">
                  <c:v>45471.561111111107</c:v>
                </c:pt>
                <c:pt idx="51275">
                  <c:v>45453.881944444453</c:v>
                </c:pt>
                <c:pt idx="51276">
                  <c:v>45453.880555555559</c:v>
                </c:pt>
                <c:pt idx="51277">
                  <c:v>45453.877083333333</c:v>
                </c:pt>
                <c:pt idx="51278">
                  <c:v>45453.868750000001</c:v>
                </c:pt>
                <c:pt idx="51279">
                  <c:v>45471.575694444437</c:v>
                </c:pt>
                <c:pt idx="51280">
                  <c:v>45471.582638888889</c:v>
                </c:pt>
                <c:pt idx="51281">
                  <c:v>45453.857638888891</c:v>
                </c:pt>
                <c:pt idx="51282">
                  <c:v>45471.59097222222</c:v>
                </c:pt>
                <c:pt idx="51283">
                  <c:v>45453.852083333331</c:v>
                </c:pt>
                <c:pt idx="51284">
                  <c:v>45453.845833333333</c:v>
                </c:pt>
                <c:pt idx="51285">
                  <c:v>45453.842361111107</c:v>
                </c:pt>
                <c:pt idx="51286">
                  <c:v>45471.689583333333</c:v>
                </c:pt>
                <c:pt idx="51287">
                  <c:v>45453.755555555559</c:v>
                </c:pt>
                <c:pt idx="51288">
                  <c:v>45471.694444444453</c:v>
                </c:pt>
                <c:pt idx="51289">
                  <c:v>45471.696527777778</c:v>
                </c:pt>
                <c:pt idx="51290">
                  <c:v>45552.519444444442</c:v>
                </c:pt>
                <c:pt idx="51291">
                  <c:v>45471.794444444437</c:v>
                </c:pt>
                <c:pt idx="51292">
                  <c:v>45471.820138888892</c:v>
                </c:pt>
                <c:pt idx="51293">
                  <c:v>45471.833333333343</c:v>
                </c:pt>
                <c:pt idx="51294">
                  <c:v>45453.686805555553</c:v>
                </c:pt>
                <c:pt idx="51295">
                  <c:v>45471.836805555547</c:v>
                </c:pt>
                <c:pt idx="51296">
                  <c:v>45453.681944444441</c:v>
                </c:pt>
                <c:pt idx="51297">
                  <c:v>45471.845138888893</c:v>
                </c:pt>
                <c:pt idx="51298">
                  <c:v>45453.675694444442</c:v>
                </c:pt>
                <c:pt idx="51299">
                  <c:v>45453.675000000003</c:v>
                </c:pt>
                <c:pt idx="51300">
                  <c:v>45453.67083333333</c:v>
                </c:pt>
                <c:pt idx="51301">
                  <c:v>45471.853472222218</c:v>
                </c:pt>
                <c:pt idx="51302">
                  <c:v>45453.654861111107</c:v>
                </c:pt>
                <c:pt idx="51303">
                  <c:v>45453.633333333331</c:v>
                </c:pt>
                <c:pt idx="51304">
                  <c:v>45453.62777777778</c:v>
                </c:pt>
                <c:pt idx="51305">
                  <c:v>45471.788194444453</c:v>
                </c:pt>
                <c:pt idx="51306">
                  <c:v>45453.620833333327</c:v>
                </c:pt>
                <c:pt idx="51307">
                  <c:v>45471.781944444447</c:v>
                </c:pt>
                <c:pt idx="51308">
                  <c:v>45471.772222222222</c:v>
                </c:pt>
                <c:pt idx="51309">
                  <c:v>45471.708333333343</c:v>
                </c:pt>
                <c:pt idx="51310">
                  <c:v>45471.71597222222</c:v>
                </c:pt>
                <c:pt idx="51311">
                  <c:v>45471.734027777777</c:v>
                </c:pt>
                <c:pt idx="51312">
                  <c:v>45471.740277777782</c:v>
                </c:pt>
                <c:pt idx="51313">
                  <c:v>45453.745833333327</c:v>
                </c:pt>
                <c:pt idx="51314">
                  <c:v>45453.739583333343</c:v>
                </c:pt>
                <c:pt idx="51315">
                  <c:v>45553.60833333333</c:v>
                </c:pt>
                <c:pt idx="51316">
                  <c:v>45453.727777777778</c:v>
                </c:pt>
                <c:pt idx="51317">
                  <c:v>45453.717361111107</c:v>
                </c:pt>
                <c:pt idx="51318">
                  <c:v>45453.71597222222</c:v>
                </c:pt>
                <c:pt idx="51319">
                  <c:v>45453.713194444441</c:v>
                </c:pt>
                <c:pt idx="51320">
                  <c:v>45471.768055555563</c:v>
                </c:pt>
                <c:pt idx="51321">
                  <c:v>45453.708333333343</c:v>
                </c:pt>
                <c:pt idx="51322">
                  <c:v>45553.623611111107</c:v>
                </c:pt>
                <c:pt idx="51323">
                  <c:v>45471.768055555563</c:v>
                </c:pt>
                <c:pt idx="51324">
                  <c:v>45471.777083333327</c:v>
                </c:pt>
                <c:pt idx="51325">
                  <c:v>45470.208333333343</c:v>
                </c:pt>
                <c:pt idx="51326">
                  <c:v>45553.576388888891</c:v>
                </c:pt>
                <c:pt idx="51327">
                  <c:v>45470.181944444441</c:v>
                </c:pt>
                <c:pt idx="51328">
                  <c:v>45553.568055555559</c:v>
                </c:pt>
                <c:pt idx="51329">
                  <c:v>45552.605555555558</c:v>
                </c:pt>
                <c:pt idx="51330">
                  <c:v>45552.600694444453</c:v>
                </c:pt>
                <c:pt idx="51331">
                  <c:v>45468.595138888893</c:v>
                </c:pt>
                <c:pt idx="51332">
                  <c:v>45468.597916666673</c:v>
                </c:pt>
                <c:pt idx="51333">
                  <c:v>45456.856944444437</c:v>
                </c:pt>
                <c:pt idx="51334">
                  <c:v>45468.582638888889</c:v>
                </c:pt>
                <c:pt idx="51335">
                  <c:v>45468.609722222223</c:v>
                </c:pt>
                <c:pt idx="51336">
                  <c:v>45468.619444444441</c:v>
                </c:pt>
                <c:pt idx="51337">
                  <c:v>45468.626388888893</c:v>
                </c:pt>
                <c:pt idx="51338">
                  <c:v>45468.666666666657</c:v>
                </c:pt>
                <c:pt idx="51339">
                  <c:v>45468.67083333333</c:v>
                </c:pt>
                <c:pt idx="51340">
                  <c:v>45468.689583333333</c:v>
                </c:pt>
                <c:pt idx="51341">
                  <c:v>45456.85</c:v>
                </c:pt>
                <c:pt idx="51342">
                  <c:v>45468.614583333343</c:v>
                </c:pt>
                <c:pt idx="51343">
                  <c:v>45468.574999999997</c:v>
                </c:pt>
                <c:pt idx="51344">
                  <c:v>45468.55972222222</c:v>
                </c:pt>
                <c:pt idx="51345">
                  <c:v>45456.888194444437</c:v>
                </c:pt>
                <c:pt idx="51346">
                  <c:v>45457.128472222219</c:v>
                </c:pt>
                <c:pt idx="51347">
                  <c:v>45468.42083333333</c:v>
                </c:pt>
                <c:pt idx="51348">
                  <c:v>45457.063888888893</c:v>
                </c:pt>
                <c:pt idx="51349">
                  <c:v>45457.005555555559</c:v>
                </c:pt>
                <c:pt idx="51350">
                  <c:v>45457.004166666673</c:v>
                </c:pt>
                <c:pt idx="51351">
                  <c:v>45553.549305555563</c:v>
                </c:pt>
                <c:pt idx="51352">
                  <c:v>45468.477777777778</c:v>
                </c:pt>
                <c:pt idx="51353">
                  <c:v>45456.917361111111</c:v>
                </c:pt>
                <c:pt idx="51354">
                  <c:v>45468.479166666657</c:v>
                </c:pt>
                <c:pt idx="51355">
                  <c:v>45468.490972222222</c:v>
                </c:pt>
                <c:pt idx="51356">
                  <c:v>45468.504166666673</c:v>
                </c:pt>
                <c:pt idx="51357">
                  <c:v>45468.536111111112</c:v>
                </c:pt>
                <c:pt idx="51358">
                  <c:v>45552.609027777777</c:v>
                </c:pt>
                <c:pt idx="51359">
                  <c:v>45552.60833333333</c:v>
                </c:pt>
                <c:pt idx="51360">
                  <c:v>45456.897222222222</c:v>
                </c:pt>
                <c:pt idx="51361">
                  <c:v>45456.819444444453</c:v>
                </c:pt>
                <c:pt idx="51362">
                  <c:v>45456.814583333333</c:v>
                </c:pt>
                <c:pt idx="51363">
                  <c:v>45456.810416666667</c:v>
                </c:pt>
                <c:pt idx="51364">
                  <c:v>45468.693749999999</c:v>
                </c:pt>
                <c:pt idx="51365">
                  <c:v>45468.80972222222</c:v>
                </c:pt>
                <c:pt idx="51366">
                  <c:v>45553.568055555559</c:v>
                </c:pt>
                <c:pt idx="51367">
                  <c:v>45468.821527777778</c:v>
                </c:pt>
                <c:pt idx="51368">
                  <c:v>45468.843055555553</c:v>
                </c:pt>
                <c:pt idx="51369">
                  <c:v>45456.605555555558</c:v>
                </c:pt>
                <c:pt idx="51370">
                  <c:v>45456.586805555547</c:v>
                </c:pt>
                <c:pt idx="51371">
                  <c:v>45468.856249999997</c:v>
                </c:pt>
                <c:pt idx="51372">
                  <c:v>45468.888888888891</c:v>
                </c:pt>
                <c:pt idx="51373">
                  <c:v>45456.583333333343</c:v>
                </c:pt>
                <c:pt idx="51374">
                  <c:v>45456.574999999997</c:v>
                </c:pt>
                <c:pt idx="51375">
                  <c:v>45468.904166666667</c:v>
                </c:pt>
                <c:pt idx="51376">
                  <c:v>45456.568749999999</c:v>
                </c:pt>
                <c:pt idx="51377">
                  <c:v>45468.907638888893</c:v>
                </c:pt>
                <c:pt idx="51378">
                  <c:v>45468.90902777778</c:v>
                </c:pt>
                <c:pt idx="51379">
                  <c:v>45468.931944444441</c:v>
                </c:pt>
                <c:pt idx="51380">
                  <c:v>45456.677083333343</c:v>
                </c:pt>
                <c:pt idx="51381">
                  <c:v>45457.327777777777</c:v>
                </c:pt>
                <c:pt idx="51382">
                  <c:v>45456.690972222219</c:v>
                </c:pt>
                <c:pt idx="51383">
                  <c:v>45468.799305555563</c:v>
                </c:pt>
                <c:pt idx="51384">
                  <c:v>45456.804166666669</c:v>
                </c:pt>
                <c:pt idx="51385">
                  <c:v>45456.791666666657</c:v>
                </c:pt>
                <c:pt idx="51386">
                  <c:v>45456.763888888891</c:v>
                </c:pt>
                <c:pt idx="51387">
                  <c:v>45468.700694444437</c:v>
                </c:pt>
                <c:pt idx="51388">
                  <c:v>45468.713194444441</c:v>
                </c:pt>
                <c:pt idx="51389">
                  <c:v>45468.71875</c:v>
                </c:pt>
                <c:pt idx="51390">
                  <c:v>45456.749305555553</c:v>
                </c:pt>
                <c:pt idx="51391">
                  <c:v>45456.742361111108</c:v>
                </c:pt>
                <c:pt idx="51392">
                  <c:v>45468.743750000001</c:v>
                </c:pt>
                <c:pt idx="51393">
                  <c:v>45456.727083333331</c:v>
                </c:pt>
                <c:pt idx="51394">
                  <c:v>45456.707638888889</c:v>
                </c:pt>
                <c:pt idx="51395">
                  <c:v>45468.756249999999</c:v>
                </c:pt>
                <c:pt idx="51396">
                  <c:v>45468.762499999997</c:v>
                </c:pt>
                <c:pt idx="51397">
                  <c:v>45552.594444444447</c:v>
                </c:pt>
                <c:pt idx="51398">
                  <c:v>45468.782638888893</c:v>
                </c:pt>
                <c:pt idx="51399">
                  <c:v>45456.694444444453</c:v>
                </c:pt>
                <c:pt idx="51400">
                  <c:v>45456.554166666669</c:v>
                </c:pt>
                <c:pt idx="51401">
                  <c:v>45457.337500000001</c:v>
                </c:pt>
                <c:pt idx="51402">
                  <c:v>45468.393055555563</c:v>
                </c:pt>
                <c:pt idx="51403">
                  <c:v>45467.802777777782</c:v>
                </c:pt>
                <c:pt idx="51404">
                  <c:v>45552.633333333331</c:v>
                </c:pt>
                <c:pt idx="51405">
                  <c:v>45467.805555555547</c:v>
                </c:pt>
                <c:pt idx="51406">
                  <c:v>45552.629861111112</c:v>
                </c:pt>
                <c:pt idx="51407">
                  <c:v>45552.629166666673</c:v>
                </c:pt>
                <c:pt idx="51408">
                  <c:v>45457.703472222223</c:v>
                </c:pt>
                <c:pt idx="51409">
                  <c:v>45467.798611111109</c:v>
                </c:pt>
                <c:pt idx="51410">
                  <c:v>45467.822916666657</c:v>
                </c:pt>
                <c:pt idx="51411">
                  <c:v>45457.70208333333</c:v>
                </c:pt>
                <c:pt idx="51412">
                  <c:v>45457.655555555553</c:v>
                </c:pt>
                <c:pt idx="51413">
                  <c:v>45467.834027777782</c:v>
                </c:pt>
                <c:pt idx="51414">
                  <c:v>45467.834027777782</c:v>
                </c:pt>
                <c:pt idx="51415">
                  <c:v>45467.845138888893</c:v>
                </c:pt>
                <c:pt idx="51416">
                  <c:v>45457.627083333333</c:v>
                </c:pt>
                <c:pt idx="51417">
                  <c:v>45552.629166666673</c:v>
                </c:pt>
                <c:pt idx="51418">
                  <c:v>45467.779861111107</c:v>
                </c:pt>
                <c:pt idx="51419">
                  <c:v>45467.775694444441</c:v>
                </c:pt>
                <c:pt idx="51420">
                  <c:v>45457.719444444447</c:v>
                </c:pt>
                <c:pt idx="51421">
                  <c:v>45467.743750000001</c:v>
                </c:pt>
                <c:pt idx="51422">
                  <c:v>45467.749305555553</c:v>
                </c:pt>
                <c:pt idx="51423">
                  <c:v>45552.675694444442</c:v>
                </c:pt>
                <c:pt idx="51424">
                  <c:v>45457.831250000003</c:v>
                </c:pt>
                <c:pt idx="51425">
                  <c:v>45467.757638888892</c:v>
                </c:pt>
                <c:pt idx="51426">
                  <c:v>45467.76458333333</c:v>
                </c:pt>
                <c:pt idx="51427">
                  <c:v>45457.787499999999</c:v>
                </c:pt>
                <c:pt idx="51428">
                  <c:v>45467.768750000003</c:v>
                </c:pt>
                <c:pt idx="51429">
                  <c:v>45457.786805555559</c:v>
                </c:pt>
                <c:pt idx="51430">
                  <c:v>45457.755555555559</c:v>
                </c:pt>
                <c:pt idx="51431">
                  <c:v>45457.736805555563</c:v>
                </c:pt>
                <c:pt idx="51432">
                  <c:v>45457.731249999997</c:v>
                </c:pt>
                <c:pt idx="51433">
                  <c:v>45467.770833333343</c:v>
                </c:pt>
                <c:pt idx="51434">
                  <c:v>45457.727777777778</c:v>
                </c:pt>
                <c:pt idx="51435">
                  <c:v>45457.722222222219</c:v>
                </c:pt>
                <c:pt idx="51436">
                  <c:v>45457.613194444442</c:v>
                </c:pt>
                <c:pt idx="51437">
                  <c:v>45467.854166666657</c:v>
                </c:pt>
                <c:pt idx="51438">
                  <c:v>45457.601388888892</c:v>
                </c:pt>
                <c:pt idx="51439">
                  <c:v>45457.597222222219</c:v>
                </c:pt>
                <c:pt idx="51440">
                  <c:v>45457.519444444442</c:v>
                </c:pt>
                <c:pt idx="51441">
                  <c:v>45457.509027777778</c:v>
                </c:pt>
                <c:pt idx="51442">
                  <c:v>45468.229166666657</c:v>
                </c:pt>
                <c:pt idx="51443">
                  <c:v>45457.484027777777</c:v>
                </c:pt>
                <c:pt idx="51444">
                  <c:v>45457.451388888891</c:v>
                </c:pt>
                <c:pt idx="51445">
                  <c:v>45468.243750000001</c:v>
                </c:pt>
                <c:pt idx="51446">
                  <c:v>45457.439583333333</c:v>
                </c:pt>
                <c:pt idx="51447">
                  <c:v>45457.439583333333</c:v>
                </c:pt>
                <c:pt idx="51448">
                  <c:v>45468.28402777778</c:v>
                </c:pt>
                <c:pt idx="51449">
                  <c:v>45468.293055555558</c:v>
                </c:pt>
                <c:pt idx="51450">
                  <c:v>45468.318055555559</c:v>
                </c:pt>
                <c:pt idx="51451">
                  <c:v>45468.370138888888</c:v>
                </c:pt>
                <c:pt idx="51452">
                  <c:v>45468.377083333333</c:v>
                </c:pt>
                <c:pt idx="51453">
                  <c:v>45468.384027777778</c:v>
                </c:pt>
                <c:pt idx="51454">
                  <c:v>45457.397222222222</c:v>
                </c:pt>
                <c:pt idx="51455">
                  <c:v>45457.533333333333</c:v>
                </c:pt>
                <c:pt idx="51456">
                  <c:v>45468.404861111107</c:v>
                </c:pt>
                <c:pt idx="51457">
                  <c:v>45468.21597222222</c:v>
                </c:pt>
                <c:pt idx="51458">
                  <c:v>45468.129861111112</c:v>
                </c:pt>
                <c:pt idx="51459">
                  <c:v>45467.862500000003</c:v>
                </c:pt>
                <c:pt idx="51460">
                  <c:v>45457.588888888888</c:v>
                </c:pt>
                <c:pt idx="51461">
                  <c:v>45467.875694444447</c:v>
                </c:pt>
                <c:pt idx="51462">
                  <c:v>45467.879166666673</c:v>
                </c:pt>
                <c:pt idx="51463">
                  <c:v>45457.563888888893</c:v>
                </c:pt>
                <c:pt idx="51464">
                  <c:v>45457.552083333343</c:v>
                </c:pt>
                <c:pt idx="51465">
                  <c:v>45467.892361111109</c:v>
                </c:pt>
                <c:pt idx="51466">
                  <c:v>45467.924305555563</c:v>
                </c:pt>
                <c:pt idx="51467">
                  <c:v>45467.970138888893</c:v>
                </c:pt>
                <c:pt idx="51468">
                  <c:v>45468.000694444447</c:v>
                </c:pt>
                <c:pt idx="51469">
                  <c:v>45553.540972222218</c:v>
                </c:pt>
                <c:pt idx="51470">
                  <c:v>45457.540972222218</c:v>
                </c:pt>
                <c:pt idx="51471">
                  <c:v>45468.030555555553</c:v>
                </c:pt>
                <c:pt idx="51472">
                  <c:v>45468.034722222219</c:v>
                </c:pt>
                <c:pt idx="51473">
                  <c:v>45468.106944444437</c:v>
                </c:pt>
                <c:pt idx="51474">
                  <c:v>45468.156944444447</c:v>
                </c:pt>
                <c:pt idx="51475">
                  <c:v>45472.76458333333</c:v>
                </c:pt>
                <c:pt idx="51476">
                  <c:v>45456.55</c:v>
                </c:pt>
                <c:pt idx="51477">
                  <c:v>45456.541666666657</c:v>
                </c:pt>
                <c:pt idx="51478">
                  <c:v>45455.67083333333</c:v>
                </c:pt>
                <c:pt idx="51479">
                  <c:v>45469.650694444441</c:v>
                </c:pt>
                <c:pt idx="51480">
                  <c:v>45455.654166666667</c:v>
                </c:pt>
                <c:pt idx="51481">
                  <c:v>45469.668055555558</c:v>
                </c:pt>
                <c:pt idx="51482">
                  <c:v>45469.673611111109</c:v>
                </c:pt>
                <c:pt idx="51483">
                  <c:v>45469.676388888889</c:v>
                </c:pt>
                <c:pt idx="51484">
                  <c:v>45469.647222222222</c:v>
                </c:pt>
                <c:pt idx="51485">
                  <c:v>45455.652777777781</c:v>
                </c:pt>
                <c:pt idx="51486">
                  <c:v>45469.682638888888</c:v>
                </c:pt>
                <c:pt idx="51487">
                  <c:v>45469.693055555559</c:v>
                </c:pt>
                <c:pt idx="51488">
                  <c:v>45455.627083333333</c:v>
                </c:pt>
                <c:pt idx="51489">
                  <c:v>45469.709722222222</c:v>
                </c:pt>
                <c:pt idx="51490">
                  <c:v>45469.715277777781</c:v>
                </c:pt>
                <c:pt idx="51491">
                  <c:v>45455.621527777781</c:v>
                </c:pt>
                <c:pt idx="51492">
                  <c:v>45455.637499999997</c:v>
                </c:pt>
                <c:pt idx="51493">
                  <c:v>45455.672222222223</c:v>
                </c:pt>
                <c:pt idx="51494">
                  <c:v>45552.570833333331</c:v>
                </c:pt>
                <c:pt idx="51495">
                  <c:v>45455.672222222223</c:v>
                </c:pt>
                <c:pt idx="51496">
                  <c:v>45469.53125</c:v>
                </c:pt>
                <c:pt idx="51497">
                  <c:v>45469.546527777777</c:v>
                </c:pt>
                <c:pt idx="51498">
                  <c:v>45469.551388888889</c:v>
                </c:pt>
                <c:pt idx="51499">
                  <c:v>45469.55972222222</c:v>
                </c:pt>
                <c:pt idx="51500">
                  <c:v>45469.56527777778</c:v>
                </c:pt>
                <c:pt idx="51501">
                  <c:v>45455.75277777778</c:v>
                </c:pt>
                <c:pt idx="51502">
                  <c:v>45469.585416666669</c:v>
                </c:pt>
                <c:pt idx="51503">
                  <c:v>45455.751388888893</c:v>
                </c:pt>
                <c:pt idx="51504">
                  <c:v>45455.748611111107</c:v>
                </c:pt>
                <c:pt idx="51505">
                  <c:v>45469.613194444442</c:v>
                </c:pt>
                <c:pt idx="51506">
                  <c:v>45455.743750000001</c:v>
                </c:pt>
                <c:pt idx="51507">
                  <c:v>45455.738888888889</c:v>
                </c:pt>
                <c:pt idx="51508">
                  <c:v>45455.714583333327</c:v>
                </c:pt>
                <c:pt idx="51509">
                  <c:v>45455.705555555563</c:v>
                </c:pt>
                <c:pt idx="51510">
                  <c:v>45455.70208333333</c:v>
                </c:pt>
                <c:pt idx="51511">
                  <c:v>45455.598611111112</c:v>
                </c:pt>
                <c:pt idx="51512">
                  <c:v>45455.593055555553</c:v>
                </c:pt>
                <c:pt idx="51513">
                  <c:v>45455.592361111107</c:v>
                </c:pt>
                <c:pt idx="51514">
                  <c:v>45463.011111111111</c:v>
                </c:pt>
                <c:pt idx="51515">
                  <c:v>45455.478472222218</c:v>
                </c:pt>
                <c:pt idx="51516">
                  <c:v>45455.456944444442</c:v>
                </c:pt>
                <c:pt idx="51517">
                  <c:v>45469.882638888892</c:v>
                </c:pt>
                <c:pt idx="51518">
                  <c:v>45455.455555555563</c:v>
                </c:pt>
                <c:pt idx="51519">
                  <c:v>45469.890277777777</c:v>
                </c:pt>
                <c:pt idx="51520">
                  <c:v>45455.447916666657</c:v>
                </c:pt>
                <c:pt idx="51521">
                  <c:v>45469.911111111112</c:v>
                </c:pt>
                <c:pt idx="51522">
                  <c:v>45455.417361111111</c:v>
                </c:pt>
                <c:pt idx="51523">
                  <c:v>45455.416666666657</c:v>
                </c:pt>
                <c:pt idx="51524">
                  <c:v>45455.413194444453</c:v>
                </c:pt>
                <c:pt idx="51525">
                  <c:v>45469.914583333331</c:v>
                </c:pt>
                <c:pt idx="51526">
                  <c:v>45469.939583333333</c:v>
                </c:pt>
                <c:pt idx="51527">
                  <c:v>45470.015277777777</c:v>
                </c:pt>
                <c:pt idx="51528">
                  <c:v>45470.125694444447</c:v>
                </c:pt>
                <c:pt idx="51529">
                  <c:v>45470.175000000003</c:v>
                </c:pt>
                <c:pt idx="51530">
                  <c:v>45455.484722222223</c:v>
                </c:pt>
                <c:pt idx="51531">
                  <c:v>45469.529861111107</c:v>
                </c:pt>
                <c:pt idx="51532">
                  <c:v>45455.486805555563</c:v>
                </c:pt>
                <c:pt idx="51533">
                  <c:v>45455.491666666669</c:v>
                </c:pt>
                <c:pt idx="51534">
                  <c:v>45469.723611111112</c:v>
                </c:pt>
                <c:pt idx="51535">
                  <c:v>45455.543749999997</c:v>
                </c:pt>
                <c:pt idx="51536">
                  <c:v>45455.534722222219</c:v>
                </c:pt>
                <c:pt idx="51537">
                  <c:v>45469.740277777782</c:v>
                </c:pt>
                <c:pt idx="51538">
                  <c:v>45455.533333333333</c:v>
                </c:pt>
                <c:pt idx="51539">
                  <c:v>45469.751388888893</c:v>
                </c:pt>
                <c:pt idx="51540">
                  <c:v>45455.520833333343</c:v>
                </c:pt>
                <c:pt idx="51541">
                  <c:v>45455.511805555558</c:v>
                </c:pt>
                <c:pt idx="51542">
                  <c:v>45469.78402777778</c:v>
                </c:pt>
                <c:pt idx="51543">
                  <c:v>45455.510416666657</c:v>
                </c:pt>
                <c:pt idx="51544">
                  <c:v>45455.49722222222</c:v>
                </c:pt>
                <c:pt idx="51545">
                  <c:v>45455.496527777781</c:v>
                </c:pt>
                <c:pt idx="51546">
                  <c:v>45469.785416666673</c:v>
                </c:pt>
                <c:pt idx="51547">
                  <c:v>45469.79583333333</c:v>
                </c:pt>
                <c:pt idx="51548">
                  <c:v>45469.829861111109</c:v>
                </c:pt>
                <c:pt idx="51549">
                  <c:v>45455.491666666669</c:v>
                </c:pt>
                <c:pt idx="51550">
                  <c:v>45468.933333333327</c:v>
                </c:pt>
                <c:pt idx="51551">
                  <c:v>45455.779861111107</c:v>
                </c:pt>
                <c:pt idx="51552">
                  <c:v>45455.820833333331</c:v>
                </c:pt>
                <c:pt idx="51553">
                  <c:v>45469.290972222218</c:v>
                </c:pt>
                <c:pt idx="51554">
                  <c:v>45469.294444444437</c:v>
                </c:pt>
                <c:pt idx="51555">
                  <c:v>45552.581250000003</c:v>
                </c:pt>
                <c:pt idx="51556">
                  <c:v>45469.307638888888</c:v>
                </c:pt>
                <c:pt idx="51557">
                  <c:v>45469.311805555553</c:v>
                </c:pt>
                <c:pt idx="51558">
                  <c:v>45469.325694444437</c:v>
                </c:pt>
                <c:pt idx="51559">
                  <c:v>45456.39166666667</c:v>
                </c:pt>
                <c:pt idx="51560">
                  <c:v>45456.381249999999</c:v>
                </c:pt>
                <c:pt idx="51561">
                  <c:v>45456.354166666657</c:v>
                </c:pt>
                <c:pt idx="51562">
                  <c:v>45469.380555555559</c:v>
                </c:pt>
                <c:pt idx="51563">
                  <c:v>45456.345138888893</c:v>
                </c:pt>
                <c:pt idx="51564">
                  <c:v>45469.381944444453</c:v>
                </c:pt>
                <c:pt idx="51565">
                  <c:v>45553.568055555559</c:v>
                </c:pt>
                <c:pt idx="51566">
                  <c:v>45553.570138888892</c:v>
                </c:pt>
                <c:pt idx="51567">
                  <c:v>45456.36041666667</c:v>
                </c:pt>
                <c:pt idx="51568">
                  <c:v>45469.286805555559</c:v>
                </c:pt>
                <c:pt idx="51569">
                  <c:v>45456.415277777778</c:v>
                </c:pt>
                <c:pt idx="51570">
                  <c:v>45469.238888888889</c:v>
                </c:pt>
                <c:pt idx="51571">
                  <c:v>45468.946527777778</c:v>
                </c:pt>
                <c:pt idx="51572">
                  <c:v>45456.541666666657</c:v>
                </c:pt>
                <c:pt idx="51573">
                  <c:v>45456.504861111112</c:v>
                </c:pt>
                <c:pt idx="51574">
                  <c:v>45468.986111111109</c:v>
                </c:pt>
                <c:pt idx="51575">
                  <c:v>45456.5</c:v>
                </c:pt>
                <c:pt idx="51576">
                  <c:v>45456.495138888888</c:v>
                </c:pt>
                <c:pt idx="51577">
                  <c:v>45468.988194444442</c:v>
                </c:pt>
                <c:pt idx="51578">
                  <c:v>45456.491666666669</c:v>
                </c:pt>
                <c:pt idx="51579">
                  <c:v>45456.479861111111</c:v>
                </c:pt>
                <c:pt idx="51580">
                  <c:v>45456.472916666673</c:v>
                </c:pt>
                <c:pt idx="51581">
                  <c:v>45469.052083333343</c:v>
                </c:pt>
                <c:pt idx="51582">
                  <c:v>45552.586111111108</c:v>
                </c:pt>
                <c:pt idx="51583">
                  <c:v>45456.460416666669</c:v>
                </c:pt>
                <c:pt idx="51584">
                  <c:v>45456.427083333343</c:v>
                </c:pt>
                <c:pt idx="51585">
                  <c:v>45456.422222222223</c:v>
                </c:pt>
                <c:pt idx="51586">
                  <c:v>45456.343055555553</c:v>
                </c:pt>
                <c:pt idx="51587">
                  <c:v>45456.321527777778</c:v>
                </c:pt>
                <c:pt idx="51588">
                  <c:v>45469.388888888891</c:v>
                </c:pt>
                <c:pt idx="51589">
                  <c:v>45469.406944444447</c:v>
                </c:pt>
                <c:pt idx="51590">
                  <c:v>45455.967361111107</c:v>
                </c:pt>
                <c:pt idx="51591">
                  <c:v>45455.963888888888</c:v>
                </c:pt>
                <c:pt idx="51592">
                  <c:v>45455.955555555563</c:v>
                </c:pt>
                <c:pt idx="51593">
                  <c:v>45455.951388888891</c:v>
                </c:pt>
                <c:pt idx="51594">
                  <c:v>45455.92083333333</c:v>
                </c:pt>
                <c:pt idx="51595">
                  <c:v>45469.477777777778</c:v>
                </c:pt>
                <c:pt idx="51596">
                  <c:v>45455.883333333331</c:v>
                </c:pt>
                <c:pt idx="51597">
                  <c:v>45469.519444444442</c:v>
                </c:pt>
                <c:pt idx="51598">
                  <c:v>45455.857638888891</c:v>
                </c:pt>
                <c:pt idx="51599">
                  <c:v>45469.525694444441</c:v>
                </c:pt>
                <c:pt idx="51600">
                  <c:v>45455.847916666673</c:v>
                </c:pt>
                <c:pt idx="51601">
                  <c:v>45455.838194444441</c:v>
                </c:pt>
                <c:pt idx="51602">
                  <c:v>45455.824999999997</c:v>
                </c:pt>
                <c:pt idx="51603">
                  <c:v>45455.821527777778</c:v>
                </c:pt>
                <c:pt idx="51604">
                  <c:v>45469.526388888888</c:v>
                </c:pt>
                <c:pt idx="51605">
                  <c:v>45455.995138888888</c:v>
                </c:pt>
                <c:pt idx="51606">
                  <c:v>45455.784722222219</c:v>
                </c:pt>
                <c:pt idx="51607">
                  <c:v>45469.465277777781</c:v>
                </c:pt>
                <c:pt idx="51608">
                  <c:v>45456.027777777781</c:v>
                </c:pt>
                <c:pt idx="51609">
                  <c:v>45469.414583333331</c:v>
                </c:pt>
                <c:pt idx="51610">
                  <c:v>45469.421527777777</c:v>
                </c:pt>
                <c:pt idx="51611">
                  <c:v>45456.298611111109</c:v>
                </c:pt>
                <c:pt idx="51612">
                  <c:v>45469.425000000003</c:v>
                </c:pt>
                <c:pt idx="51613">
                  <c:v>45456.234722222223</c:v>
                </c:pt>
                <c:pt idx="51614">
                  <c:v>45469.436111111107</c:v>
                </c:pt>
                <c:pt idx="51615">
                  <c:v>45456.122916666667</c:v>
                </c:pt>
                <c:pt idx="51616">
                  <c:v>45469.44027777778</c:v>
                </c:pt>
                <c:pt idx="51617">
                  <c:v>45469.450694444437</c:v>
                </c:pt>
                <c:pt idx="51618">
                  <c:v>45456.086805555547</c:v>
                </c:pt>
                <c:pt idx="51619">
                  <c:v>45469.451388888891</c:v>
                </c:pt>
                <c:pt idx="51620">
                  <c:v>45469.45208333333</c:v>
                </c:pt>
                <c:pt idx="51621">
                  <c:v>45456.067361111112</c:v>
                </c:pt>
                <c:pt idx="51622">
                  <c:v>45469.463194444441</c:v>
                </c:pt>
                <c:pt idx="51623">
                  <c:v>45456.041666666657</c:v>
                </c:pt>
                <c:pt idx="51624">
                  <c:v>45469.464583333327</c:v>
                </c:pt>
                <c:pt idx="51625">
                  <c:v>45455.581250000003</c:v>
                </c:pt>
                <c:pt idx="51626">
                  <c:v>45546.59652777778</c:v>
                </c:pt>
                <c:pt idx="51627">
                  <c:v>45476.522222222222</c:v>
                </c:pt>
                <c:pt idx="51628">
                  <c:v>45521.55</c:v>
                </c:pt>
                <c:pt idx="51629">
                  <c:v>45521.572916666657</c:v>
                </c:pt>
                <c:pt idx="51630">
                  <c:v>45521.597916666673</c:v>
                </c:pt>
                <c:pt idx="51631">
                  <c:v>45521.620833333327</c:v>
                </c:pt>
                <c:pt idx="51632">
                  <c:v>45521.629166666673</c:v>
                </c:pt>
                <c:pt idx="51633">
                  <c:v>45521.634027777778</c:v>
                </c:pt>
                <c:pt idx="51634">
                  <c:v>45521.640277777777</c:v>
                </c:pt>
                <c:pt idx="51635">
                  <c:v>45521.720833333333</c:v>
                </c:pt>
                <c:pt idx="51636">
                  <c:v>45521.777083333327</c:v>
                </c:pt>
                <c:pt idx="51637">
                  <c:v>45521.818055555559</c:v>
                </c:pt>
                <c:pt idx="51638">
                  <c:v>45547.877083333333</c:v>
                </c:pt>
                <c:pt idx="51639">
                  <c:v>45521.866666666669</c:v>
                </c:pt>
                <c:pt idx="51640">
                  <c:v>45521.548611111109</c:v>
                </c:pt>
                <c:pt idx="51641">
                  <c:v>45521.879861111112</c:v>
                </c:pt>
                <c:pt idx="51642">
                  <c:v>45521.904166666667</c:v>
                </c:pt>
                <c:pt idx="51643">
                  <c:v>45521.907638888893</c:v>
                </c:pt>
                <c:pt idx="51644">
                  <c:v>45521.920138888891</c:v>
                </c:pt>
                <c:pt idx="51645">
                  <c:v>45521.926388888889</c:v>
                </c:pt>
                <c:pt idx="51646">
                  <c:v>45521.936111111107</c:v>
                </c:pt>
                <c:pt idx="51647">
                  <c:v>45521.941666666673</c:v>
                </c:pt>
                <c:pt idx="51648">
                  <c:v>45521.95</c:v>
                </c:pt>
                <c:pt idx="51649">
                  <c:v>45521.967361111107</c:v>
                </c:pt>
                <c:pt idx="51650">
                  <c:v>45521.978472222218</c:v>
                </c:pt>
                <c:pt idx="51651">
                  <c:v>45521.98333333333</c:v>
                </c:pt>
                <c:pt idx="51652">
                  <c:v>45522.242361111108</c:v>
                </c:pt>
                <c:pt idx="51653">
                  <c:v>45522.344444444447</c:v>
                </c:pt>
                <c:pt idx="51654">
                  <c:v>45521.893055555563</c:v>
                </c:pt>
                <c:pt idx="51655">
                  <c:v>45547.89166666667</c:v>
                </c:pt>
                <c:pt idx="51656">
                  <c:v>45521.519444444442</c:v>
                </c:pt>
                <c:pt idx="51657">
                  <c:v>45521.496527777781</c:v>
                </c:pt>
                <c:pt idx="51658">
                  <c:v>45547.908333333333</c:v>
                </c:pt>
                <c:pt idx="51659">
                  <c:v>45520.682638888888</c:v>
                </c:pt>
                <c:pt idx="51660">
                  <c:v>45520.706250000003</c:v>
                </c:pt>
                <c:pt idx="51661">
                  <c:v>45520.710416666669</c:v>
                </c:pt>
                <c:pt idx="51662">
                  <c:v>45520.788888888892</c:v>
                </c:pt>
                <c:pt idx="51663">
                  <c:v>45520.841666666667</c:v>
                </c:pt>
                <c:pt idx="51664">
                  <c:v>45520.855555555558</c:v>
                </c:pt>
                <c:pt idx="51665">
                  <c:v>45520.9</c:v>
                </c:pt>
                <c:pt idx="51666">
                  <c:v>45520.939583333333</c:v>
                </c:pt>
                <c:pt idx="51667">
                  <c:v>45520.961111111108</c:v>
                </c:pt>
                <c:pt idx="51668">
                  <c:v>45520.969444444447</c:v>
                </c:pt>
                <c:pt idx="51669">
                  <c:v>45547.904166666667</c:v>
                </c:pt>
                <c:pt idx="51670">
                  <c:v>45520.984027777777</c:v>
                </c:pt>
                <c:pt idx="51671">
                  <c:v>45520.990277777782</c:v>
                </c:pt>
                <c:pt idx="51672">
                  <c:v>45520.992361111108</c:v>
                </c:pt>
                <c:pt idx="51673">
                  <c:v>45520.994444444441</c:v>
                </c:pt>
                <c:pt idx="51674">
                  <c:v>45521.056250000001</c:v>
                </c:pt>
                <c:pt idx="51675">
                  <c:v>45521.205555555563</c:v>
                </c:pt>
                <c:pt idx="51676">
                  <c:v>45521.215277777781</c:v>
                </c:pt>
                <c:pt idx="51677">
                  <c:v>45521.293749999997</c:v>
                </c:pt>
                <c:pt idx="51678">
                  <c:v>45521.345833333333</c:v>
                </c:pt>
                <c:pt idx="51679">
                  <c:v>45521.371527777781</c:v>
                </c:pt>
                <c:pt idx="51680">
                  <c:v>45521.383333333331</c:v>
                </c:pt>
                <c:pt idx="51681">
                  <c:v>45521.409722222219</c:v>
                </c:pt>
                <c:pt idx="51682">
                  <c:v>45521.427083333343</c:v>
                </c:pt>
                <c:pt idx="51683">
                  <c:v>45521.46875</c:v>
                </c:pt>
                <c:pt idx="51684">
                  <c:v>45521.477083333331</c:v>
                </c:pt>
                <c:pt idx="51685">
                  <c:v>45547.873611111107</c:v>
                </c:pt>
                <c:pt idx="51686">
                  <c:v>45520.661111111112</c:v>
                </c:pt>
                <c:pt idx="51687">
                  <c:v>45547.863194444442</c:v>
                </c:pt>
                <c:pt idx="51688">
                  <c:v>45522.384027777778</c:v>
                </c:pt>
                <c:pt idx="51689">
                  <c:v>45547.849305555559</c:v>
                </c:pt>
                <c:pt idx="51690">
                  <c:v>45522.864583333343</c:v>
                </c:pt>
                <c:pt idx="51691">
                  <c:v>45522.883333333331</c:v>
                </c:pt>
                <c:pt idx="51692">
                  <c:v>45522.895833333343</c:v>
                </c:pt>
                <c:pt idx="51693">
                  <c:v>45522.925000000003</c:v>
                </c:pt>
                <c:pt idx="51694">
                  <c:v>45522.952777777777</c:v>
                </c:pt>
                <c:pt idx="51695">
                  <c:v>45547.84652777778</c:v>
                </c:pt>
                <c:pt idx="51696">
                  <c:v>45523</c:v>
                </c:pt>
                <c:pt idx="51697">
                  <c:v>45523.056944444441</c:v>
                </c:pt>
                <c:pt idx="51698">
                  <c:v>45523.056944444441</c:v>
                </c:pt>
                <c:pt idx="51699">
                  <c:v>45523.107638888891</c:v>
                </c:pt>
                <c:pt idx="51700">
                  <c:v>45523.115277777782</c:v>
                </c:pt>
                <c:pt idx="51701">
                  <c:v>45522.862500000003</c:v>
                </c:pt>
                <c:pt idx="51702">
                  <c:v>45523.202777777777</c:v>
                </c:pt>
                <c:pt idx="51703">
                  <c:v>45547.824305555558</c:v>
                </c:pt>
                <c:pt idx="51704">
                  <c:v>45523.329861111109</c:v>
                </c:pt>
                <c:pt idx="51705">
                  <c:v>45523.382638888892</c:v>
                </c:pt>
                <c:pt idx="51706">
                  <c:v>45547.802083333343</c:v>
                </c:pt>
                <c:pt idx="51707">
                  <c:v>45523.45</c:v>
                </c:pt>
                <c:pt idx="51708">
                  <c:v>45523.472222222219</c:v>
                </c:pt>
                <c:pt idx="51709">
                  <c:v>45523.495138888888</c:v>
                </c:pt>
                <c:pt idx="51710">
                  <c:v>45523.510416666657</c:v>
                </c:pt>
                <c:pt idx="51711">
                  <c:v>45523.511805555558</c:v>
                </c:pt>
                <c:pt idx="51712">
                  <c:v>45523.51458333333</c:v>
                </c:pt>
                <c:pt idx="51713">
                  <c:v>45523.51666666667</c:v>
                </c:pt>
                <c:pt idx="51714">
                  <c:v>45523.51666666667</c:v>
                </c:pt>
                <c:pt idx="51715">
                  <c:v>45523.263888888891</c:v>
                </c:pt>
                <c:pt idx="51716">
                  <c:v>45547.855555555558</c:v>
                </c:pt>
                <c:pt idx="51717">
                  <c:v>45522.788194444453</c:v>
                </c:pt>
                <c:pt idx="51718">
                  <c:v>45522.786805555559</c:v>
                </c:pt>
                <c:pt idx="51719">
                  <c:v>45522.423611111109</c:v>
                </c:pt>
                <c:pt idx="51720">
                  <c:v>45522.451388888891</c:v>
                </c:pt>
                <c:pt idx="51721">
                  <c:v>45522.45416666667</c:v>
                </c:pt>
                <c:pt idx="51722">
                  <c:v>45522.456250000003</c:v>
                </c:pt>
                <c:pt idx="51723">
                  <c:v>45522.486805555563</c:v>
                </c:pt>
                <c:pt idx="51724">
                  <c:v>45522.524305555547</c:v>
                </c:pt>
                <c:pt idx="51725">
                  <c:v>45522.536111111112</c:v>
                </c:pt>
                <c:pt idx="51726">
                  <c:v>45547.861111111109</c:v>
                </c:pt>
                <c:pt idx="51727">
                  <c:v>45522.546527777777</c:v>
                </c:pt>
                <c:pt idx="51728">
                  <c:v>45522.554861111108</c:v>
                </c:pt>
                <c:pt idx="51729">
                  <c:v>45522.561805555553</c:v>
                </c:pt>
                <c:pt idx="51730">
                  <c:v>45522.573611111111</c:v>
                </c:pt>
                <c:pt idx="51731">
                  <c:v>45522.574999999997</c:v>
                </c:pt>
                <c:pt idx="51732">
                  <c:v>45522.578472222223</c:v>
                </c:pt>
                <c:pt idx="51733">
                  <c:v>45522.625</c:v>
                </c:pt>
                <c:pt idx="51734">
                  <c:v>45522.652083333327</c:v>
                </c:pt>
                <c:pt idx="51735">
                  <c:v>45522.65347222222</c:v>
                </c:pt>
                <c:pt idx="51736">
                  <c:v>45522.65902777778</c:v>
                </c:pt>
                <c:pt idx="51737">
                  <c:v>45522.660416666673</c:v>
                </c:pt>
                <c:pt idx="51738">
                  <c:v>45522.675000000003</c:v>
                </c:pt>
                <c:pt idx="51739">
                  <c:v>45522.679861111108</c:v>
                </c:pt>
                <c:pt idx="51740">
                  <c:v>45522.736805555563</c:v>
                </c:pt>
                <c:pt idx="51741">
                  <c:v>45522.750694444447</c:v>
                </c:pt>
                <c:pt idx="51742">
                  <c:v>45522.751388888893</c:v>
                </c:pt>
                <c:pt idx="51743">
                  <c:v>45522.775694444441</c:v>
                </c:pt>
                <c:pt idx="51744">
                  <c:v>45522.779861111107</c:v>
                </c:pt>
                <c:pt idx="51745">
                  <c:v>45522.779861111107</c:v>
                </c:pt>
                <c:pt idx="51746">
                  <c:v>45522.380555555559</c:v>
                </c:pt>
                <c:pt idx="51747">
                  <c:v>45523.518055555563</c:v>
                </c:pt>
                <c:pt idx="51748">
                  <c:v>45520.656944444447</c:v>
                </c:pt>
                <c:pt idx="51749">
                  <c:v>45520.621527777781</c:v>
                </c:pt>
                <c:pt idx="51750">
                  <c:v>45519.003472222219</c:v>
                </c:pt>
                <c:pt idx="51751">
                  <c:v>45519.018750000003</c:v>
                </c:pt>
                <c:pt idx="51752">
                  <c:v>45519.046527777777</c:v>
                </c:pt>
                <c:pt idx="51753">
                  <c:v>45548.011805555558</c:v>
                </c:pt>
                <c:pt idx="51754">
                  <c:v>45519.138888888891</c:v>
                </c:pt>
                <c:pt idx="51755">
                  <c:v>45519.147916666669</c:v>
                </c:pt>
                <c:pt idx="51756">
                  <c:v>45519.261805555558</c:v>
                </c:pt>
                <c:pt idx="51757">
                  <c:v>45519.318055555559</c:v>
                </c:pt>
                <c:pt idx="51758">
                  <c:v>45519.348611111112</c:v>
                </c:pt>
                <c:pt idx="51759">
                  <c:v>45519.384027777778</c:v>
                </c:pt>
                <c:pt idx="51760">
                  <c:v>45519.390277777777</c:v>
                </c:pt>
                <c:pt idx="51761">
                  <c:v>45519.4</c:v>
                </c:pt>
                <c:pt idx="51762">
                  <c:v>45518.992361111108</c:v>
                </c:pt>
                <c:pt idx="51763">
                  <c:v>45519.439583333333</c:v>
                </c:pt>
                <c:pt idx="51764">
                  <c:v>45548.004166666673</c:v>
                </c:pt>
                <c:pt idx="51765">
                  <c:v>45519.447222222218</c:v>
                </c:pt>
                <c:pt idx="51766">
                  <c:v>45548.003472222219</c:v>
                </c:pt>
                <c:pt idx="51767">
                  <c:v>45519.477083333331</c:v>
                </c:pt>
                <c:pt idx="51768">
                  <c:v>45519.529861111107</c:v>
                </c:pt>
                <c:pt idx="51769">
                  <c:v>45519.537499999999</c:v>
                </c:pt>
                <c:pt idx="51770">
                  <c:v>45519.55</c:v>
                </c:pt>
                <c:pt idx="51771">
                  <c:v>45519.550694444442</c:v>
                </c:pt>
                <c:pt idx="51772">
                  <c:v>45519.559027777781</c:v>
                </c:pt>
                <c:pt idx="51773">
                  <c:v>45519.568749999999</c:v>
                </c:pt>
                <c:pt idx="51774">
                  <c:v>45519.572222222218</c:v>
                </c:pt>
                <c:pt idx="51775">
                  <c:v>45519.590277777781</c:v>
                </c:pt>
                <c:pt idx="51776">
                  <c:v>45519.442361111112</c:v>
                </c:pt>
                <c:pt idx="51777">
                  <c:v>45518.962500000001</c:v>
                </c:pt>
                <c:pt idx="51778">
                  <c:v>45518.948611111111</c:v>
                </c:pt>
                <c:pt idx="51779">
                  <c:v>45518.921527777777</c:v>
                </c:pt>
                <c:pt idx="51780">
                  <c:v>45518.515972222223</c:v>
                </c:pt>
                <c:pt idx="51781">
                  <c:v>45518.543749999997</c:v>
                </c:pt>
                <c:pt idx="51782">
                  <c:v>45518.54791666667</c:v>
                </c:pt>
                <c:pt idx="51783">
                  <c:v>45518.552777777782</c:v>
                </c:pt>
                <c:pt idx="51784">
                  <c:v>45518.577777777777</c:v>
                </c:pt>
                <c:pt idx="51785">
                  <c:v>45518.586805555547</c:v>
                </c:pt>
                <c:pt idx="51786">
                  <c:v>45518.631249999999</c:v>
                </c:pt>
                <c:pt idx="51787">
                  <c:v>45518.634722222218</c:v>
                </c:pt>
                <c:pt idx="51788">
                  <c:v>45518.640972222223</c:v>
                </c:pt>
                <c:pt idx="51789">
                  <c:v>45518.662499999999</c:v>
                </c:pt>
                <c:pt idx="51790">
                  <c:v>45518.676388888889</c:v>
                </c:pt>
                <c:pt idx="51791">
                  <c:v>45518.714583333327</c:v>
                </c:pt>
                <c:pt idx="51792">
                  <c:v>45518.716666666667</c:v>
                </c:pt>
                <c:pt idx="51793">
                  <c:v>45518.76666666667</c:v>
                </c:pt>
                <c:pt idx="51794">
                  <c:v>45518.770833333343</c:v>
                </c:pt>
                <c:pt idx="51795">
                  <c:v>45518.780555555553</c:v>
                </c:pt>
                <c:pt idx="51796">
                  <c:v>45518.783333333333</c:v>
                </c:pt>
                <c:pt idx="51797">
                  <c:v>45518.795138888891</c:v>
                </c:pt>
                <c:pt idx="51798">
                  <c:v>45518.798611111109</c:v>
                </c:pt>
                <c:pt idx="51799">
                  <c:v>45518.817361111112</c:v>
                </c:pt>
                <c:pt idx="51800">
                  <c:v>45518.826388888891</c:v>
                </c:pt>
                <c:pt idx="51801">
                  <c:v>45518.837500000001</c:v>
                </c:pt>
                <c:pt idx="51802">
                  <c:v>45518.850694444453</c:v>
                </c:pt>
                <c:pt idx="51803">
                  <c:v>45518.854166666657</c:v>
                </c:pt>
                <c:pt idx="51804">
                  <c:v>45518.881249999999</c:v>
                </c:pt>
                <c:pt idx="51805">
                  <c:v>45518.888888888891</c:v>
                </c:pt>
                <c:pt idx="51806">
                  <c:v>45518.892361111109</c:v>
                </c:pt>
                <c:pt idx="51807">
                  <c:v>45519.59097222222</c:v>
                </c:pt>
                <c:pt idx="51808">
                  <c:v>45520.624305555553</c:v>
                </c:pt>
                <c:pt idx="51809">
                  <c:v>45519.61041666667</c:v>
                </c:pt>
                <c:pt idx="51810">
                  <c:v>45519.625694444447</c:v>
                </c:pt>
                <c:pt idx="51811">
                  <c:v>45519.950694444437</c:v>
                </c:pt>
                <c:pt idx="51812">
                  <c:v>45519.977083333331</c:v>
                </c:pt>
                <c:pt idx="51813">
                  <c:v>45519.980555555558</c:v>
                </c:pt>
                <c:pt idx="51814">
                  <c:v>45519.999305555553</c:v>
                </c:pt>
                <c:pt idx="51815">
                  <c:v>45520.115972222222</c:v>
                </c:pt>
                <c:pt idx="51816">
                  <c:v>45520.275694444441</c:v>
                </c:pt>
                <c:pt idx="51817">
                  <c:v>45520.291666666657</c:v>
                </c:pt>
                <c:pt idx="51818">
                  <c:v>45520.318749999999</c:v>
                </c:pt>
                <c:pt idx="51819">
                  <c:v>45520.338888888888</c:v>
                </c:pt>
                <c:pt idx="51820">
                  <c:v>45520.40347222222</c:v>
                </c:pt>
                <c:pt idx="51821">
                  <c:v>45547.93472222222</c:v>
                </c:pt>
                <c:pt idx="51822">
                  <c:v>45547.925694444442</c:v>
                </c:pt>
                <c:pt idx="51823">
                  <c:v>45519.921527777777</c:v>
                </c:pt>
                <c:pt idx="51824">
                  <c:v>45520.431250000001</c:v>
                </c:pt>
                <c:pt idx="51825">
                  <c:v>45520.442361111112</c:v>
                </c:pt>
                <c:pt idx="51826">
                  <c:v>45520.447222222218</c:v>
                </c:pt>
                <c:pt idx="51827">
                  <c:v>45547.914583333331</c:v>
                </c:pt>
                <c:pt idx="51828">
                  <c:v>45520.50277777778</c:v>
                </c:pt>
                <c:pt idx="51829">
                  <c:v>45520.51666666667</c:v>
                </c:pt>
                <c:pt idx="51830">
                  <c:v>45520.529166666667</c:v>
                </c:pt>
                <c:pt idx="51831">
                  <c:v>45520.541666666657</c:v>
                </c:pt>
                <c:pt idx="51832">
                  <c:v>45520.564583333333</c:v>
                </c:pt>
                <c:pt idx="51833">
                  <c:v>45520.576388888891</c:v>
                </c:pt>
                <c:pt idx="51834">
                  <c:v>45520.581250000003</c:v>
                </c:pt>
                <c:pt idx="51835">
                  <c:v>45520.59097222222</c:v>
                </c:pt>
                <c:pt idx="51836">
                  <c:v>45520.593055555553</c:v>
                </c:pt>
                <c:pt idx="51837">
                  <c:v>45520.438888888893</c:v>
                </c:pt>
                <c:pt idx="51838">
                  <c:v>45519.911805555559</c:v>
                </c:pt>
                <c:pt idx="51839">
                  <c:v>45519.898611111108</c:v>
                </c:pt>
                <c:pt idx="51840">
                  <c:v>45519.886111111111</c:v>
                </c:pt>
                <c:pt idx="51841">
                  <c:v>45519.631249999999</c:v>
                </c:pt>
                <c:pt idx="51842">
                  <c:v>45547.980555555558</c:v>
                </c:pt>
                <c:pt idx="51843">
                  <c:v>45519.65902777778</c:v>
                </c:pt>
                <c:pt idx="51844">
                  <c:v>45519.665972222218</c:v>
                </c:pt>
                <c:pt idx="51845">
                  <c:v>45519.67291666667</c:v>
                </c:pt>
                <c:pt idx="51846">
                  <c:v>45519.675000000003</c:v>
                </c:pt>
                <c:pt idx="51847">
                  <c:v>45519.700694444437</c:v>
                </c:pt>
                <c:pt idx="51848">
                  <c:v>45519.700694444437</c:v>
                </c:pt>
                <c:pt idx="51849">
                  <c:v>45519.731944444437</c:v>
                </c:pt>
                <c:pt idx="51850">
                  <c:v>45519.736805555563</c:v>
                </c:pt>
                <c:pt idx="51851">
                  <c:v>45519.74722222222</c:v>
                </c:pt>
                <c:pt idx="51852">
                  <c:v>45519.756944444453</c:v>
                </c:pt>
                <c:pt idx="51853">
                  <c:v>45519.77847222222</c:v>
                </c:pt>
                <c:pt idx="51854">
                  <c:v>45519.779166666667</c:v>
                </c:pt>
                <c:pt idx="51855">
                  <c:v>45519.782638888893</c:v>
                </c:pt>
                <c:pt idx="51856">
                  <c:v>45519.806944444441</c:v>
                </c:pt>
                <c:pt idx="51857">
                  <c:v>45519.808333333327</c:v>
                </c:pt>
                <c:pt idx="51858">
                  <c:v>45519.80972222222</c:v>
                </c:pt>
                <c:pt idx="51859">
                  <c:v>45519.821527777778</c:v>
                </c:pt>
                <c:pt idx="51860">
                  <c:v>45547.970833333333</c:v>
                </c:pt>
                <c:pt idx="51861">
                  <c:v>45547.964583333327</c:v>
                </c:pt>
                <c:pt idx="51862">
                  <c:v>45519.834722222222</c:v>
                </c:pt>
                <c:pt idx="51863">
                  <c:v>45519.842361111107</c:v>
                </c:pt>
                <c:pt idx="51864">
                  <c:v>45519.851388888892</c:v>
                </c:pt>
                <c:pt idx="51865">
                  <c:v>45519.85833333333</c:v>
                </c:pt>
                <c:pt idx="51866">
                  <c:v>45519.866666666669</c:v>
                </c:pt>
                <c:pt idx="51867">
                  <c:v>45519.872916666667</c:v>
                </c:pt>
                <c:pt idx="51868">
                  <c:v>45519.618055555547</c:v>
                </c:pt>
                <c:pt idx="51869">
                  <c:v>45523.519444444442</c:v>
                </c:pt>
                <c:pt idx="51870">
                  <c:v>45523.527777777781</c:v>
                </c:pt>
                <c:pt idx="51871">
                  <c:v>45523.529861111107</c:v>
                </c:pt>
                <c:pt idx="51872">
                  <c:v>45526.240972222222</c:v>
                </c:pt>
                <c:pt idx="51873">
                  <c:v>45526.256249999999</c:v>
                </c:pt>
                <c:pt idx="51874">
                  <c:v>45526.340277777781</c:v>
                </c:pt>
                <c:pt idx="51875">
                  <c:v>45526.359722222223</c:v>
                </c:pt>
                <c:pt idx="51876">
                  <c:v>45526.369444444441</c:v>
                </c:pt>
                <c:pt idx="51877">
                  <c:v>45526.396527777782</c:v>
                </c:pt>
                <c:pt idx="51878">
                  <c:v>45526.420138888891</c:v>
                </c:pt>
                <c:pt idx="51879">
                  <c:v>45526.424305555563</c:v>
                </c:pt>
                <c:pt idx="51880">
                  <c:v>45526.428472222222</c:v>
                </c:pt>
                <c:pt idx="51881">
                  <c:v>45526.429166666669</c:v>
                </c:pt>
                <c:pt idx="51882">
                  <c:v>45526.431250000001</c:v>
                </c:pt>
                <c:pt idx="51883">
                  <c:v>45526.439583333333</c:v>
                </c:pt>
                <c:pt idx="51884">
                  <c:v>45526.228472222218</c:v>
                </c:pt>
                <c:pt idx="51885">
                  <c:v>45526.442361111112</c:v>
                </c:pt>
                <c:pt idx="51886">
                  <c:v>45526.486111111109</c:v>
                </c:pt>
                <c:pt idx="51887">
                  <c:v>45526.486805555563</c:v>
                </c:pt>
                <c:pt idx="51888">
                  <c:v>45547.747916666667</c:v>
                </c:pt>
                <c:pt idx="51889">
                  <c:v>45526.489583333343</c:v>
                </c:pt>
                <c:pt idx="51890">
                  <c:v>45526.499305555553</c:v>
                </c:pt>
                <c:pt idx="51891">
                  <c:v>45526.51458333333</c:v>
                </c:pt>
                <c:pt idx="51892">
                  <c:v>45526.540277777778</c:v>
                </c:pt>
                <c:pt idx="51893">
                  <c:v>45526.540277777778</c:v>
                </c:pt>
                <c:pt idx="51894">
                  <c:v>45526.551388888889</c:v>
                </c:pt>
                <c:pt idx="51895">
                  <c:v>45526.554861111108</c:v>
                </c:pt>
                <c:pt idx="51896">
                  <c:v>45526.556944444441</c:v>
                </c:pt>
                <c:pt idx="51897">
                  <c:v>45526.568749999999</c:v>
                </c:pt>
                <c:pt idx="51898">
                  <c:v>45526.447222222218</c:v>
                </c:pt>
                <c:pt idx="51899">
                  <c:v>45526.197222222218</c:v>
                </c:pt>
                <c:pt idx="51900">
                  <c:v>45526.165972222218</c:v>
                </c:pt>
                <c:pt idx="51901">
                  <c:v>45526.15902777778</c:v>
                </c:pt>
                <c:pt idx="51902">
                  <c:v>45525.540972222218</c:v>
                </c:pt>
                <c:pt idx="51903">
                  <c:v>45525.566666666673</c:v>
                </c:pt>
                <c:pt idx="51904">
                  <c:v>45525.60833333333</c:v>
                </c:pt>
                <c:pt idx="51905">
                  <c:v>45525.613888888889</c:v>
                </c:pt>
                <c:pt idx="51906">
                  <c:v>45525.631944444453</c:v>
                </c:pt>
                <c:pt idx="51907">
                  <c:v>45547.753472222219</c:v>
                </c:pt>
                <c:pt idx="51908">
                  <c:v>45525.644444444442</c:v>
                </c:pt>
                <c:pt idx="51909">
                  <c:v>45525.647222222222</c:v>
                </c:pt>
                <c:pt idx="51910">
                  <c:v>45525.656944444447</c:v>
                </c:pt>
                <c:pt idx="51911">
                  <c:v>45525.666666666657</c:v>
                </c:pt>
                <c:pt idx="51912">
                  <c:v>45525.667361111111</c:v>
                </c:pt>
                <c:pt idx="51913">
                  <c:v>45525.668055555558</c:v>
                </c:pt>
                <c:pt idx="51914">
                  <c:v>45525.682638888888</c:v>
                </c:pt>
                <c:pt idx="51915">
                  <c:v>45525.686111111107</c:v>
                </c:pt>
                <c:pt idx="51916">
                  <c:v>45525.699305555558</c:v>
                </c:pt>
                <c:pt idx="51917">
                  <c:v>45525.70416666667</c:v>
                </c:pt>
                <c:pt idx="51918">
                  <c:v>45525.705555555563</c:v>
                </c:pt>
                <c:pt idx="51919">
                  <c:v>45525.707638888889</c:v>
                </c:pt>
                <c:pt idx="51920">
                  <c:v>45525.714583333327</c:v>
                </c:pt>
                <c:pt idx="51921">
                  <c:v>45525.715277777781</c:v>
                </c:pt>
                <c:pt idx="51922">
                  <c:v>45525.722222222219</c:v>
                </c:pt>
                <c:pt idx="51923">
                  <c:v>45525.831250000003</c:v>
                </c:pt>
                <c:pt idx="51924">
                  <c:v>45525.88958333333</c:v>
                </c:pt>
                <c:pt idx="51925">
                  <c:v>45525.902083333327</c:v>
                </c:pt>
                <c:pt idx="51926">
                  <c:v>45525.911805555559</c:v>
                </c:pt>
                <c:pt idx="51927">
                  <c:v>45525.959027777782</c:v>
                </c:pt>
                <c:pt idx="51928">
                  <c:v>45526.154166666667</c:v>
                </c:pt>
                <c:pt idx="51929">
                  <c:v>45526.575694444437</c:v>
                </c:pt>
                <c:pt idx="51930">
                  <c:v>45525.537499999999</c:v>
                </c:pt>
                <c:pt idx="51931">
                  <c:v>45526.582638888889</c:v>
                </c:pt>
                <c:pt idx="51932">
                  <c:v>45526.62777777778</c:v>
                </c:pt>
                <c:pt idx="51933">
                  <c:v>45527.37777777778</c:v>
                </c:pt>
                <c:pt idx="51934">
                  <c:v>45547.722916666673</c:v>
                </c:pt>
                <c:pt idx="51935">
                  <c:v>45547.699305555558</c:v>
                </c:pt>
                <c:pt idx="51936">
                  <c:v>45527.431944444441</c:v>
                </c:pt>
                <c:pt idx="51937">
                  <c:v>45547.680555555547</c:v>
                </c:pt>
                <c:pt idx="51938">
                  <c:v>45527.453472222223</c:v>
                </c:pt>
                <c:pt idx="51939">
                  <c:v>45527.462500000001</c:v>
                </c:pt>
                <c:pt idx="51940">
                  <c:v>45527.478472222218</c:v>
                </c:pt>
                <c:pt idx="51941">
                  <c:v>45527.479166666657</c:v>
                </c:pt>
                <c:pt idx="51942">
                  <c:v>45527.48541666667</c:v>
                </c:pt>
                <c:pt idx="51943">
                  <c:v>45527.499305555553</c:v>
                </c:pt>
                <c:pt idx="51944">
                  <c:v>45527.50277777778</c:v>
                </c:pt>
                <c:pt idx="51945">
                  <c:v>45527.325694444437</c:v>
                </c:pt>
                <c:pt idx="51946">
                  <c:v>45527.506249999999</c:v>
                </c:pt>
                <c:pt idx="51947">
                  <c:v>45527.561111111107</c:v>
                </c:pt>
                <c:pt idx="51948">
                  <c:v>45527.563194444447</c:v>
                </c:pt>
                <c:pt idx="51949">
                  <c:v>45527.59097222222</c:v>
                </c:pt>
                <c:pt idx="51950">
                  <c:v>45527.59652777778</c:v>
                </c:pt>
                <c:pt idx="51951">
                  <c:v>45527.606944444437</c:v>
                </c:pt>
                <c:pt idx="51952">
                  <c:v>45527.607638888891</c:v>
                </c:pt>
                <c:pt idx="51953">
                  <c:v>45527.638194444437</c:v>
                </c:pt>
                <c:pt idx="51954">
                  <c:v>45527.65</c:v>
                </c:pt>
                <c:pt idx="51955">
                  <c:v>45527.650694444441</c:v>
                </c:pt>
                <c:pt idx="51956">
                  <c:v>45527.688888888893</c:v>
                </c:pt>
                <c:pt idx="51957">
                  <c:v>45527.695138888892</c:v>
                </c:pt>
                <c:pt idx="51958">
                  <c:v>45527.72152777778</c:v>
                </c:pt>
                <c:pt idx="51959">
                  <c:v>45527.543749999997</c:v>
                </c:pt>
                <c:pt idx="51960">
                  <c:v>45527.284722222219</c:v>
                </c:pt>
                <c:pt idx="51961">
                  <c:v>45527.193055555559</c:v>
                </c:pt>
                <c:pt idx="51962">
                  <c:v>45527.189583333333</c:v>
                </c:pt>
                <c:pt idx="51963">
                  <c:v>45526.636805555558</c:v>
                </c:pt>
                <c:pt idx="51964">
                  <c:v>45526.649305555547</c:v>
                </c:pt>
                <c:pt idx="51965">
                  <c:v>45526.674305555563</c:v>
                </c:pt>
                <c:pt idx="51966">
                  <c:v>45526.699305555558</c:v>
                </c:pt>
                <c:pt idx="51967">
                  <c:v>45526.72152777778</c:v>
                </c:pt>
                <c:pt idx="51968">
                  <c:v>45526.765972222223</c:v>
                </c:pt>
                <c:pt idx="51969">
                  <c:v>45547.741666666669</c:v>
                </c:pt>
                <c:pt idx="51970">
                  <c:v>45526.774305555547</c:v>
                </c:pt>
                <c:pt idx="51971">
                  <c:v>45526.794444444437</c:v>
                </c:pt>
                <c:pt idx="51972">
                  <c:v>45526.811805555553</c:v>
                </c:pt>
                <c:pt idx="51973">
                  <c:v>45547.738888888889</c:v>
                </c:pt>
                <c:pt idx="51974">
                  <c:v>45547.729861111111</c:v>
                </c:pt>
                <c:pt idx="51975">
                  <c:v>45526.866666666669</c:v>
                </c:pt>
                <c:pt idx="51976">
                  <c:v>45526.87222222222</c:v>
                </c:pt>
                <c:pt idx="51977">
                  <c:v>45526.888888888891</c:v>
                </c:pt>
                <c:pt idx="51978">
                  <c:v>45526.907638888893</c:v>
                </c:pt>
                <c:pt idx="51979">
                  <c:v>45526.912499999999</c:v>
                </c:pt>
                <c:pt idx="51980">
                  <c:v>45526.924305555563</c:v>
                </c:pt>
                <c:pt idx="51981">
                  <c:v>45526.928472222222</c:v>
                </c:pt>
                <c:pt idx="51982">
                  <c:v>45526.939583333333</c:v>
                </c:pt>
                <c:pt idx="51983">
                  <c:v>45526.942361111112</c:v>
                </c:pt>
                <c:pt idx="51984">
                  <c:v>45526.970138888893</c:v>
                </c:pt>
                <c:pt idx="51985">
                  <c:v>45526.99722222222</c:v>
                </c:pt>
                <c:pt idx="51986">
                  <c:v>45526.997916666667</c:v>
                </c:pt>
                <c:pt idx="51987">
                  <c:v>45527.006249999999</c:v>
                </c:pt>
                <c:pt idx="51988">
                  <c:v>45527.019444444442</c:v>
                </c:pt>
                <c:pt idx="51989">
                  <c:v>45527.121527777781</c:v>
                </c:pt>
                <c:pt idx="51990">
                  <c:v>45526.602777777778</c:v>
                </c:pt>
                <c:pt idx="51991">
                  <c:v>45525.508333333331</c:v>
                </c:pt>
                <c:pt idx="51992">
                  <c:v>45525.495833333327</c:v>
                </c:pt>
                <c:pt idx="51993">
                  <c:v>45547.758333333331</c:v>
                </c:pt>
                <c:pt idx="51994">
                  <c:v>45523.913888888892</c:v>
                </c:pt>
                <c:pt idx="51995">
                  <c:v>45523.918055555558</c:v>
                </c:pt>
                <c:pt idx="51996">
                  <c:v>45523.918749999997</c:v>
                </c:pt>
                <c:pt idx="51997">
                  <c:v>45523.926388888889</c:v>
                </c:pt>
                <c:pt idx="51998">
                  <c:v>45523.934027777781</c:v>
                </c:pt>
                <c:pt idx="51999">
                  <c:v>45523.953472222223</c:v>
                </c:pt>
                <c:pt idx="52000">
                  <c:v>45523.979166666657</c:v>
                </c:pt>
                <c:pt idx="52001">
                  <c:v>45523.982638888891</c:v>
                </c:pt>
                <c:pt idx="52002">
                  <c:v>45524.026388888888</c:v>
                </c:pt>
                <c:pt idx="52003">
                  <c:v>45524.088194444441</c:v>
                </c:pt>
                <c:pt idx="52004">
                  <c:v>45524.200694444437</c:v>
                </c:pt>
                <c:pt idx="52005">
                  <c:v>45524.228472222218</c:v>
                </c:pt>
                <c:pt idx="52006">
                  <c:v>45523.882638888892</c:v>
                </c:pt>
                <c:pt idx="52007">
                  <c:v>45524.314583333333</c:v>
                </c:pt>
                <c:pt idx="52008">
                  <c:v>45524.34652777778</c:v>
                </c:pt>
                <c:pt idx="52009">
                  <c:v>45524.363888888889</c:v>
                </c:pt>
                <c:pt idx="52010">
                  <c:v>45524.370833333327</c:v>
                </c:pt>
                <c:pt idx="52011">
                  <c:v>45524.405555555553</c:v>
                </c:pt>
                <c:pt idx="52012">
                  <c:v>45524.408333333333</c:v>
                </c:pt>
                <c:pt idx="52013">
                  <c:v>45524.417361111111</c:v>
                </c:pt>
                <c:pt idx="52014">
                  <c:v>45547.788194444453</c:v>
                </c:pt>
                <c:pt idx="52015">
                  <c:v>45524.421527777777</c:v>
                </c:pt>
                <c:pt idx="52016">
                  <c:v>45524.470138888893</c:v>
                </c:pt>
                <c:pt idx="52017">
                  <c:v>45524.476388888892</c:v>
                </c:pt>
                <c:pt idx="52018">
                  <c:v>45524.529861111107</c:v>
                </c:pt>
                <c:pt idx="52019">
                  <c:v>45524.533333333333</c:v>
                </c:pt>
                <c:pt idx="52020">
                  <c:v>45524.345833333333</c:v>
                </c:pt>
                <c:pt idx="52021">
                  <c:v>45523.87777777778</c:v>
                </c:pt>
                <c:pt idx="52022">
                  <c:v>45523.870833333327</c:v>
                </c:pt>
                <c:pt idx="52023">
                  <c:v>45523.845138888893</c:v>
                </c:pt>
                <c:pt idx="52024">
                  <c:v>45523.543055555558</c:v>
                </c:pt>
                <c:pt idx="52025">
                  <c:v>45523.55</c:v>
                </c:pt>
                <c:pt idx="52026">
                  <c:v>45523.556944444441</c:v>
                </c:pt>
                <c:pt idx="52027">
                  <c:v>45523.5625</c:v>
                </c:pt>
                <c:pt idx="52028">
                  <c:v>45523.569444444453</c:v>
                </c:pt>
                <c:pt idx="52029">
                  <c:v>45523.574999999997</c:v>
                </c:pt>
                <c:pt idx="52030">
                  <c:v>45523.57916666667</c:v>
                </c:pt>
                <c:pt idx="52031">
                  <c:v>45523.604861111111</c:v>
                </c:pt>
                <c:pt idx="52032">
                  <c:v>45523.612500000003</c:v>
                </c:pt>
                <c:pt idx="52033">
                  <c:v>45523.635416666657</c:v>
                </c:pt>
                <c:pt idx="52034">
                  <c:v>45523.636805555558</c:v>
                </c:pt>
                <c:pt idx="52035">
                  <c:v>45523.638194444437</c:v>
                </c:pt>
                <c:pt idx="52036">
                  <c:v>45523.651388888888</c:v>
                </c:pt>
                <c:pt idx="52037">
                  <c:v>45523.657638888893</c:v>
                </c:pt>
                <c:pt idx="52038">
                  <c:v>45523.658333333333</c:v>
                </c:pt>
                <c:pt idx="52039">
                  <c:v>45523.661111111112</c:v>
                </c:pt>
                <c:pt idx="52040">
                  <c:v>45523.68472222222</c:v>
                </c:pt>
                <c:pt idx="52041">
                  <c:v>45523.686805555553</c:v>
                </c:pt>
                <c:pt idx="52042">
                  <c:v>45523.719444444447</c:v>
                </c:pt>
                <c:pt idx="52043">
                  <c:v>45523.739583333343</c:v>
                </c:pt>
                <c:pt idx="52044">
                  <c:v>45523.756944444453</c:v>
                </c:pt>
                <c:pt idx="52045">
                  <c:v>45523.759027777778</c:v>
                </c:pt>
                <c:pt idx="52046">
                  <c:v>45547.8</c:v>
                </c:pt>
                <c:pt idx="52047">
                  <c:v>45523.819444444453</c:v>
                </c:pt>
                <c:pt idx="52048">
                  <c:v>45547.799305555563</c:v>
                </c:pt>
                <c:pt idx="52049">
                  <c:v>45523.830555555563</c:v>
                </c:pt>
                <c:pt idx="52050">
                  <c:v>45523.836111111108</c:v>
                </c:pt>
                <c:pt idx="52051">
                  <c:v>45524.540972222218</c:v>
                </c:pt>
                <c:pt idx="52052">
                  <c:v>45524.559027777781</c:v>
                </c:pt>
                <c:pt idx="52053">
                  <c:v>45524.575694444437</c:v>
                </c:pt>
                <c:pt idx="52054">
                  <c:v>45524.584027777782</c:v>
                </c:pt>
                <c:pt idx="52055">
                  <c:v>45524.961111111108</c:v>
                </c:pt>
                <c:pt idx="52056">
                  <c:v>45525.008333333331</c:v>
                </c:pt>
                <c:pt idx="52057">
                  <c:v>45525.15347222222</c:v>
                </c:pt>
                <c:pt idx="52058">
                  <c:v>45525.173611111109</c:v>
                </c:pt>
                <c:pt idx="52059">
                  <c:v>45525.18472222222</c:v>
                </c:pt>
                <c:pt idx="52060">
                  <c:v>45525.238194444442</c:v>
                </c:pt>
                <c:pt idx="52061">
                  <c:v>45525.304166666669</c:v>
                </c:pt>
                <c:pt idx="52062">
                  <c:v>45525.306944444441</c:v>
                </c:pt>
                <c:pt idx="52063">
                  <c:v>45525.322222222218</c:v>
                </c:pt>
                <c:pt idx="52064">
                  <c:v>45525.341666666667</c:v>
                </c:pt>
                <c:pt idx="52065">
                  <c:v>45547.76666666667</c:v>
                </c:pt>
                <c:pt idx="52066">
                  <c:v>45547.76458333333</c:v>
                </c:pt>
                <c:pt idx="52067">
                  <c:v>45525.348611111112</c:v>
                </c:pt>
                <c:pt idx="52068">
                  <c:v>45525.353472222218</c:v>
                </c:pt>
                <c:pt idx="52069">
                  <c:v>45525.373611111107</c:v>
                </c:pt>
                <c:pt idx="52070">
                  <c:v>45525.374305555553</c:v>
                </c:pt>
                <c:pt idx="52071">
                  <c:v>45525.380555555559</c:v>
                </c:pt>
                <c:pt idx="52072">
                  <c:v>45525.390972222223</c:v>
                </c:pt>
                <c:pt idx="52073">
                  <c:v>45525.392361111109</c:v>
                </c:pt>
                <c:pt idx="52074">
                  <c:v>45525.404861111107</c:v>
                </c:pt>
                <c:pt idx="52075">
                  <c:v>45525.42291666667</c:v>
                </c:pt>
                <c:pt idx="52076">
                  <c:v>45525.431250000001</c:v>
                </c:pt>
                <c:pt idx="52077">
                  <c:v>45525.443055555559</c:v>
                </c:pt>
                <c:pt idx="52078">
                  <c:v>45525.451388888891</c:v>
                </c:pt>
                <c:pt idx="52079">
                  <c:v>45525.45208333333</c:v>
                </c:pt>
                <c:pt idx="52080">
                  <c:v>45525.484722222223</c:v>
                </c:pt>
                <c:pt idx="52081">
                  <c:v>45525.492361111108</c:v>
                </c:pt>
                <c:pt idx="52082">
                  <c:v>45524.95416666667</c:v>
                </c:pt>
                <c:pt idx="52083">
                  <c:v>45518.488194444442</c:v>
                </c:pt>
                <c:pt idx="52084">
                  <c:v>45524.950694444437</c:v>
                </c:pt>
                <c:pt idx="52085">
                  <c:v>45524.925000000003</c:v>
                </c:pt>
                <c:pt idx="52086">
                  <c:v>45524.613888888889</c:v>
                </c:pt>
                <c:pt idx="52087">
                  <c:v>45524.62222222222</c:v>
                </c:pt>
                <c:pt idx="52088">
                  <c:v>45524.655555555553</c:v>
                </c:pt>
                <c:pt idx="52089">
                  <c:v>45547.78125</c:v>
                </c:pt>
                <c:pt idx="52090">
                  <c:v>45524.712500000001</c:v>
                </c:pt>
                <c:pt idx="52091">
                  <c:v>45524.722916666673</c:v>
                </c:pt>
                <c:pt idx="52092">
                  <c:v>45524.722916666673</c:v>
                </c:pt>
                <c:pt idx="52093">
                  <c:v>45524.727083333331</c:v>
                </c:pt>
                <c:pt idx="52094">
                  <c:v>45524.763888888891</c:v>
                </c:pt>
                <c:pt idx="52095">
                  <c:v>45524.777083333327</c:v>
                </c:pt>
                <c:pt idx="52096">
                  <c:v>45524.788888888892</c:v>
                </c:pt>
                <c:pt idx="52097">
                  <c:v>45524.790277777778</c:v>
                </c:pt>
                <c:pt idx="52098">
                  <c:v>45524.800694444442</c:v>
                </c:pt>
                <c:pt idx="52099">
                  <c:v>45524.802083333343</c:v>
                </c:pt>
                <c:pt idx="52100">
                  <c:v>45524.808333333327</c:v>
                </c:pt>
                <c:pt idx="52101">
                  <c:v>45524.814583333333</c:v>
                </c:pt>
                <c:pt idx="52102">
                  <c:v>45524.836805555547</c:v>
                </c:pt>
                <c:pt idx="52103">
                  <c:v>45524.849305555559</c:v>
                </c:pt>
                <c:pt idx="52104">
                  <c:v>45524.854166666657</c:v>
                </c:pt>
                <c:pt idx="52105">
                  <c:v>45524.859722222223</c:v>
                </c:pt>
                <c:pt idx="52106">
                  <c:v>45524.859722222223</c:v>
                </c:pt>
                <c:pt idx="52107">
                  <c:v>45524.865277777782</c:v>
                </c:pt>
                <c:pt idx="52108">
                  <c:v>45524.897916666669</c:v>
                </c:pt>
                <c:pt idx="52109">
                  <c:v>45547.777777777781</c:v>
                </c:pt>
                <c:pt idx="52110">
                  <c:v>45524.901388888888</c:v>
                </c:pt>
                <c:pt idx="52111">
                  <c:v>45524.914583333331</c:v>
                </c:pt>
                <c:pt idx="52112">
                  <c:v>45524.924305555563</c:v>
                </c:pt>
                <c:pt idx="52113">
                  <c:v>45524.934027777781</c:v>
                </c:pt>
                <c:pt idx="52114">
                  <c:v>45527.722222222219</c:v>
                </c:pt>
                <c:pt idx="52115">
                  <c:v>45518.487500000003</c:v>
                </c:pt>
                <c:pt idx="52116">
                  <c:v>45518.474999999999</c:v>
                </c:pt>
                <c:pt idx="52117">
                  <c:v>45512.633333333331</c:v>
                </c:pt>
                <c:pt idx="52118">
                  <c:v>45512.640277777777</c:v>
                </c:pt>
                <c:pt idx="52119">
                  <c:v>45512.649305555547</c:v>
                </c:pt>
                <c:pt idx="52120">
                  <c:v>45512.65</c:v>
                </c:pt>
                <c:pt idx="52121">
                  <c:v>45512.666666666657</c:v>
                </c:pt>
                <c:pt idx="52122">
                  <c:v>45512.666666666657</c:v>
                </c:pt>
                <c:pt idx="52123">
                  <c:v>45512.677777777782</c:v>
                </c:pt>
                <c:pt idx="52124">
                  <c:v>45512.679166666669</c:v>
                </c:pt>
                <c:pt idx="52125">
                  <c:v>45512.681944444441</c:v>
                </c:pt>
                <c:pt idx="52126">
                  <c:v>45512.697222222218</c:v>
                </c:pt>
                <c:pt idx="52127">
                  <c:v>45512.70416666667</c:v>
                </c:pt>
                <c:pt idx="52128">
                  <c:v>45512.712500000001</c:v>
                </c:pt>
                <c:pt idx="52129">
                  <c:v>45512.633333333331</c:v>
                </c:pt>
                <c:pt idx="52130">
                  <c:v>45512.713888888888</c:v>
                </c:pt>
                <c:pt idx="52131">
                  <c:v>45512.734722222223</c:v>
                </c:pt>
                <c:pt idx="52132">
                  <c:v>45512.753472222219</c:v>
                </c:pt>
                <c:pt idx="52133">
                  <c:v>45512.757638888892</c:v>
                </c:pt>
                <c:pt idx="52134">
                  <c:v>45512.759722222218</c:v>
                </c:pt>
                <c:pt idx="52135">
                  <c:v>45512.765277777777</c:v>
                </c:pt>
                <c:pt idx="52136">
                  <c:v>45512.776388888888</c:v>
                </c:pt>
                <c:pt idx="52137">
                  <c:v>45548.599305555559</c:v>
                </c:pt>
                <c:pt idx="52138">
                  <c:v>45512.779166666667</c:v>
                </c:pt>
                <c:pt idx="52139">
                  <c:v>45512.791666666657</c:v>
                </c:pt>
                <c:pt idx="52140">
                  <c:v>45548.597222222219</c:v>
                </c:pt>
                <c:pt idx="52141">
                  <c:v>45512.840277777781</c:v>
                </c:pt>
                <c:pt idx="52142">
                  <c:v>45512.842361111107</c:v>
                </c:pt>
                <c:pt idx="52143">
                  <c:v>45512.716666666667</c:v>
                </c:pt>
                <c:pt idx="52144">
                  <c:v>45512.628472222219</c:v>
                </c:pt>
                <c:pt idx="52145">
                  <c:v>45512.605555555558</c:v>
                </c:pt>
                <c:pt idx="52146">
                  <c:v>45512.599305555559</c:v>
                </c:pt>
                <c:pt idx="52147">
                  <c:v>45512.081944444442</c:v>
                </c:pt>
                <c:pt idx="52148">
                  <c:v>45512.093055555553</c:v>
                </c:pt>
                <c:pt idx="52149">
                  <c:v>45512.151388888888</c:v>
                </c:pt>
                <c:pt idx="52150">
                  <c:v>45512.184027777781</c:v>
                </c:pt>
                <c:pt idx="52151">
                  <c:v>45512.338194444441</c:v>
                </c:pt>
                <c:pt idx="52152">
                  <c:v>45512.340277777781</c:v>
                </c:pt>
                <c:pt idx="52153">
                  <c:v>45512.39166666667</c:v>
                </c:pt>
                <c:pt idx="52154">
                  <c:v>45512.398611111108</c:v>
                </c:pt>
                <c:pt idx="52155">
                  <c:v>45512.431944444441</c:v>
                </c:pt>
                <c:pt idx="52156">
                  <c:v>45548.650694444441</c:v>
                </c:pt>
                <c:pt idx="52157">
                  <c:v>45512.448611111111</c:v>
                </c:pt>
                <c:pt idx="52158">
                  <c:v>45512.453472222223</c:v>
                </c:pt>
                <c:pt idx="52159">
                  <c:v>45512.457638888889</c:v>
                </c:pt>
                <c:pt idx="52160">
                  <c:v>45512.478472222218</c:v>
                </c:pt>
                <c:pt idx="52161">
                  <c:v>45512.479166666657</c:v>
                </c:pt>
                <c:pt idx="52162">
                  <c:v>45512.48333333333</c:v>
                </c:pt>
                <c:pt idx="52163">
                  <c:v>45512.484722222223</c:v>
                </c:pt>
                <c:pt idx="52164">
                  <c:v>45512.520138888889</c:v>
                </c:pt>
                <c:pt idx="52165">
                  <c:v>45512.53125</c:v>
                </c:pt>
                <c:pt idx="52166">
                  <c:v>45512.547222222223</c:v>
                </c:pt>
                <c:pt idx="52167">
                  <c:v>45512.554166666669</c:v>
                </c:pt>
                <c:pt idx="52168">
                  <c:v>45512.575694444437</c:v>
                </c:pt>
                <c:pt idx="52169">
                  <c:v>45512.578472222223</c:v>
                </c:pt>
                <c:pt idx="52170">
                  <c:v>45512.595138888893</c:v>
                </c:pt>
                <c:pt idx="52171">
                  <c:v>45512.597916666673</c:v>
                </c:pt>
                <c:pt idx="52172">
                  <c:v>45548.625</c:v>
                </c:pt>
                <c:pt idx="52173">
                  <c:v>45512.599305555559</c:v>
                </c:pt>
                <c:pt idx="52174">
                  <c:v>45512.845833333333</c:v>
                </c:pt>
                <c:pt idx="52175">
                  <c:v>45512.061805555553</c:v>
                </c:pt>
                <c:pt idx="52176">
                  <c:v>45512.869444444441</c:v>
                </c:pt>
                <c:pt idx="52177">
                  <c:v>45548.529861111107</c:v>
                </c:pt>
                <c:pt idx="52178">
                  <c:v>45513.638888888891</c:v>
                </c:pt>
                <c:pt idx="52179">
                  <c:v>45513.663888888892</c:v>
                </c:pt>
                <c:pt idx="52180">
                  <c:v>45513.665972222218</c:v>
                </c:pt>
                <c:pt idx="52181">
                  <c:v>45513.682638888888</c:v>
                </c:pt>
                <c:pt idx="52182">
                  <c:v>45513.686805555553</c:v>
                </c:pt>
                <c:pt idx="52183">
                  <c:v>45513.69027777778</c:v>
                </c:pt>
                <c:pt idx="52184">
                  <c:v>45513.693749999999</c:v>
                </c:pt>
                <c:pt idx="52185">
                  <c:v>45513.698611111111</c:v>
                </c:pt>
                <c:pt idx="52186">
                  <c:v>45513.730555555558</c:v>
                </c:pt>
                <c:pt idx="52187">
                  <c:v>45548.484027777777</c:v>
                </c:pt>
                <c:pt idx="52188">
                  <c:v>45513.780555555553</c:v>
                </c:pt>
                <c:pt idx="52189">
                  <c:v>45513.782638888893</c:v>
                </c:pt>
                <c:pt idx="52190">
                  <c:v>45513.630555555559</c:v>
                </c:pt>
                <c:pt idx="52191">
                  <c:v>45513.789583333331</c:v>
                </c:pt>
                <c:pt idx="52192">
                  <c:v>45513.824999999997</c:v>
                </c:pt>
                <c:pt idx="52193">
                  <c:v>45513.826388888891</c:v>
                </c:pt>
                <c:pt idx="52194">
                  <c:v>45513.861111111109</c:v>
                </c:pt>
                <c:pt idx="52195">
                  <c:v>45513.87222222222</c:v>
                </c:pt>
                <c:pt idx="52196">
                  <c:v>45513.880555555559</c:v>
                </c:pt>
                <c:pt idx="52197">
                  <c:v>45513.902083333327</c:v>
                </c:pt>
                <c:pt idx="52198">
                  <c:v>45513.911805555559</c:v>
                </c:pt>
                <c:pt idx="52199">
                  <c:v>45513.947916666657</c:v>
                </c:pt>
                <c:pt idx="52200">
                  <c:v>45513.958333333343</c:v>
                </c:pt>
                <c:pt idx="52201">
                  <c:v>45513.959722222222</c:v>
                </c:pt>
                <c:pt idx="52202">
                  <c:v>45513.995138888888</c:v>
                </c:pt>
                <c:pt idx="52203">
                  <c:v>45514.056944444441</c:v>
                </c:pt>
                <c:pt idx="52204">
                  <c:v>45513.802083333343</c:v>
                </c:pt>
                <c:pt idx="52205">
                  <c:v>45513.625</c:v>
                </c:pt>
                <c:pt idx="52206">
                  <c:v>45548.509027777778</c:v>
                </c:pt>
                <c:pt idx="52207">
                  <c:v>45513.611805555563</c:v>
                </c:pt>
                <c:pt idx="52208">
                  <c:v>45512.893055555563</c:v>
                </c:pt>
                <c:pt idx="52209">
                  <c:v>45512.95208333333</c:v>
                </c:pt>
                <c:pt idx="52210">
                  <c:v>45512.956250000003</c:v>
                </c:pt>
                <c:pt idx="52211">
                  <c:v>45512.963888888888</c:v>
                </c:pt>
                <c:pt idx="52212">
                  <c:v>45512.967361111107</c:v>
                </c:pt>
                <c:pt idx="52213">
                  <c:v>45512.988194444442</c:v>
                </c:pt>
                <c:pt idx="52214">
                  <c:v>45513.031944444447</c:v>
                </c:pt>
                <c:pt idx="52215">
                  <c:v>45513.047222222223</c:v>
                </c:pt>
                <c:pt idx="52216">
                  <c:v>45548.522222222222</c:v>
                </c:pt>
                <c:pt idx="52217">
                  <c:v>45513.291666666657</c:v>
                </c:pt>
                <c:pt idx="52218">
                  <c:v>45548.509722222218</c:v>
                </c:pt>
                <c:pt idx="52219">
                  <c:v>45513.417361111111</c:v>
                </c:pt>
                <c:pt idx="52220">
                  <c:v>45513.418055555558</c:v>
                </c:pt>
                <c:pt idx="52221">
                  <c:v>45513.434027777781</c:v>
                </c:pt>
                <c:pt idx="52222">
                  <c:v>45513.435416666667</c:v>
                </c:pt>
                <c:pt idx="52223">
                  <c:v>45513.443055555559</c:v>
                </c:pt>
                <c:pt idx="52224">
                  <c:v>45513.446527777778</c:v>
                </c:pt>
                <c:pt idx="52225">
                  <c:v>45513.452777777777</c:v>
                </c:pt>
                <c:pt idx="52226">
                  <c:v>45513.459722222222</c:v>
                </c:pt>
                <c:pt idx="52227">
                  <c:v>45513.484027777777</c:v>
                </c:pt>
                <c:pt idx="52228">
                  <c:v>45513.527777777781</c:v>
                </c:pt>
                <c:pt idx="52229">
                  <c:v>45513.532638888893</c:v>
                </c:pt>
                <c:pt idx="52230">
                  <c:v>45513.55</c:v>
                </c:pt>
                <c:pt idx="52231">
                  <c:v>45513.563194444447</c:v>
                </c:pt>
                <c:pt idx="52232">
                  <c:v>45513.569444444453</c:v>
                </c:pt>
                <c:pt idx="52233">
                  <c:v>45513.57708333333</c:v>
                </c:pt>
                <c:pt idx="52234">
                  <c:v>45513.606944444437</c:v>
                </c:pt>
                <c:pt idx="52235">
                  <c:v>45512.877083333333</c:v>
                </c:pt>
                <c:pt idx="52236">
                  <c:v>45514.070138888892</c:v>
                </c:pt>
                <c:pt idx="52237">
                  <c:v>45512.05972222222</c:v>
                </c:pt>
                <c:pt idx="52238">
                  <c:v>45512.015972222223</c:v>
                </c:pt>
                <c:pt idx="52239">
                  <c:v>45510.444444444453</c:v>
                </c:pt>
                <c:pt idx="52240">
                  <c:v>45510.461805555547</c:v>
                </c:pt>
                <c:pt idx="52241">
                  <c:v>45510.513194444437</c:v>
                </c:pt>
                <c:pt idx="52242">
                  <c:v>45510.533333333333</c:v>
                </c:pt>
                <c:pt idx="52243">
                  <c:v>45510.560416666667</c:v>
                </c:pt>
                <c:pt idx="52244">
                  <c:v>45510.572222222218</c:v>
                </c:pt>
                <c:pt idx="52245">
                  <c:v>45548.731249999997</c:v>
                </c:pt>
                <c:pt idx="52246">
                  <c:v>45510.670138888891</c:v>
                </c:pt>
                <c:pt idx="52247">
                  <c:v>45510.681250000001</c:v>
                </c:pt>
                <c:pt idx="52248">
                  <c:v>45510.689583333333</c:v>
                </c:pt>
                <c:pt idx="52249">
                  <c:v>45510.695833333331</c:v>
                </c:pt>
                <c:pt idx="52250">
                  <c:v>45510.71875</c:v>
                </c:pt>
                <c:pt idx="52251">
                  <c:v>45510.441666666673</c:v>
                </c:pt>
                <c:pt idx="52252">
                  <c:v>45510.719444444447</c:v>
                </c:pt>
                <c:pt idx="52253">
                  <c:v>45510.740277777782</c:v>
                </c:pt>
                <c:pt idx="52254">
                  <c:v>45510.74722222222</c:v>
                </c:pt>
                <c:pt idx="52255">
                  <c:v>45510.752083333333</c:v>
                </c:pt>
                <c:pt idx="52256">
                  <c:v>45510.790277777778</c:v>
                </c:pt>
                <c:pt idx="52257">
                  <c:v>45510.807638888888</c:v>
                </c:pt>
                <c:pt idx="52258">
                  <c:v>45510.810416666667</c:v>
                </c:pt>
                <c:pt idx="52259">
                  <c:v>45510.813888888893</c:v>
                </c:pt>
                <c:pt idx="52260">
                  <c:v>45510.82916666667</c:v>
                </c:pt>
                <c:pt idx="52261">
                  <c:v>45510.831250000003</c:v>
                </c:pt>
                <c:pt idx="52262">
                  <c:v>45510.842361111107</c:v>
                </c:pt>
                <c:pt idx="52263">
                  <c:v>45510.856249999997</c:v>
                </c:pt>
                <c:pt idx="52264">
                  <c:v>45510.931250000001</c:v>
                </c:pt>
                <c:pt idx="52265">
                  <c:v>45510.725694444453</c:v>
                </c:pt>
                <c:pt idx="52266">
                  <c:v>45510.415277777778</c:v>
                </c:pt>
                <c:pt idx="52267">
                  <c:v>45510.40347222222</c:v>
                </c:pt>
                <c:pt idx="52268">
                  <c:v>45510.374305555553</c:v>
                </c:pt>
                <c:pt idx="52269">
                  <c:v>45509.732638888891</c:v>
                </c:pt>
                <c:pt idx="52270">
                  <c:v>45509.741666666669</c:v>
                </c:pt>
                <c:pt idx="52271">
                  <c:v>45509.743055555547</c:v>
                </c:pt>
                <c:pt idx="52272">
                  <c:v>45509.75277777778</c:v>
                </c:pt>
                <c:pt idx="52273">
                  <c:v>45509.756944444453</c:v>
                </c:pt>
                <c:pt idx="52274">
                  <c:v>45509.760416666657</c:v>
                </c:pt>
                <c:pt idx="52275">
                  <c:v>45509.763888888891</c:v>
                </c:pt>
                <c:pt idx="52276">
                  <c:v>45509.769444444442</c:v>
                </c:pt>
                <c:pt idx="52277">
                  <c:v>45509.789583333331</c:v>
                </c:pt>
                <c:pt idx="52278">
                  <c:v>45509.80972222222</c:v>
                </c:pt>
                <c:pt idx="52279">
                  <c:v>45509.853472222218</c:v>
                </c:pt>
                <c:pt idx="52280">
                  <c:v>45509.863194444442</c:v>
                </c:pt>
                <c:pt idx="52281">
                  <c:v>45509.873611111107</c:v>
                </c:pt>
                <c:pt idx="52282">
                  <c:v>45509.881249999999</c:v>
                </c:pt>
                <c:pt idx="52283">
                  <c:v>45509.888888888891</c:v>
                </c:pt>
                <c:pt idx="52284">
                  <c:v>45509.9</c:v>
                </c:pt>
                <c:pt idx="52285">
                  <c:v>45509.929166666669</c:v>
                </c:pt>
                <c:pt idx="52286">
                  <c:v>45509.951388888891</c:v>
                </c:pt>
                <c:pt idx="52287">
                  <c:v>45548.742361111108</c:v>
                </c:pt>
                <c:pt idx="52288">
                  <c:v>45509.963888888888</c:v>
                </c:pt>
                <c:pt idx="52289">
                  <c:v>45509.995833333327</c:v>
                </c:pt>
                <c:pt idx="52290">
                  <c:v>45510.038194444453</c:v>
                </c:pt>
                <c:pt idx="52291">
                  <c:v>45510.147916666669</c:v>
                </c:pt>
                <c:pt idx="52292">
                  <c:v>45510.29583333333</c:v>
                </c:pt>
                <c:pt idx="52293">
                  <c:v>45510.296527777777</c:v>
                </c:pt>
                <c:pt idx="52294">
                  <c:v>45510.34375</c:v>
                </c:pt>
                <c:pt idx="52295">
                  <c:v>45510.352083333331</c:v>
                </c:pt>
                <c:pt idx="52296">
                  <c:v>45510.974305555559</c:v>
                </c:pt>
                <c:pt idx="52297">
                  <c:v>45512.019444444442</c:v>
                </c:pt>
                <c:pt idx="52298">
                  <c:v>45510.974999999999</c:v>
                </c:pt>
                <c:pt idx="52299">
                  <c:v>45511.012499999997</c:v>
                </c:pt>
                <c:pt idx="52300">
                  <c:v>45511.640972222223</c:v>
                </c:pt>
                <c:pt idx="52301">
                  <c:v>45511.643750000003</c:v>
                </c:pt>
                <c:pt idx="52302">
                  <c:v>45511.668749999997</c:v>
                </c:pt>
                <c:pt idx="52303">
                  <c:v>45511.682638888888</c:v>
                </c:pt>
                <c:pt idx="52304">
                  <c:v>45511.70208333333</c:v>
                </c:pt>
                <c:pt idx="52305">
                  <c:v>45511.70208333333</c:v>
                </c:pt>
                <c:pt idx="52306">
                  <c:v>45511.726388888892</c:v>
                </c:pt>
                <c:pt idx="52307">
                  <c:v>45511.750694444447</c:v>
                </c:pt>
                <c:pt idx="52308">
                  <c:v>45511.767361111109</c:v>
                </c:pt>
                <c:pt idx="52309">
                  <c:v>45511.769444444442</c:v>
                </c:pt>
                <c:pt idx="52310">
                  <c:v>45511.777777777781</c:v>
                </c:pt>
                <c:pt idx="52311">
                  <c:v>45511.785416666673</c:v>
                </c:pt>
                <c:pt idx="52312">
                  <c:v>45511.638194444437</c:v>
                </c:pt>
                <c:pt idx="52313">
                  <c:v>45511.802777777782</c:v>
                </c:pt>
                <c:pt idx="52314">
                  <c:v>45511.82916666667</c:v>
                </c:pt>
                <c:pt idx="52315">
                  <c:v>45511.836111111108</c:v>
                </c:pt>
                <c:pt idx="52316">
                  <c:v>45511.85</c:v>
                </c:pt>
                <c:pt idx="52317">
                  <c:v>45511.850694444453</c:v>
                </c:pt>
                <c:pt idx="52318">
                  <c:v>45511.87777777778</c:v>
                </c:pt>
                <c:pt idx="52319">
                  <c:v>45511.886805555558</c:v>
                </c:pt>
                <c:pt idx="52320">
                  <c:v>45511.893055555563</c:v>
                </c:pt>
                <c:pt idx="52321">
                  <c:v>45511.914583333331</c:v>
                </c:pt>
                <c:pt idx="52322">
                  <c:v>45511.916666666657</c:v>
                </c:pt>
                <c:pt idx="52323">
                  <c:v>45511.934027777781</c:v>
                </c:pt>
                <c:pt idx="52324">
                  <c:v>45511.952777777777</c:v>
                </c:pt>
                <c:pt idx="52325">
                  <c:v>45511.98541666667</c:v>
                </c:pt>
                <c:pt idx="52326">
                  <c:v>45511.804166666669</c:v>
                </c:pt>
                <c:pt idx="52327">
                  <c:v>45511.636805555558</c:v>
                </c:pt>
                <c:pt idx="52328">
                  <c:v>45511.602777777778</c:v>
                </c:pt>
                <c:pt idx="52329">
                  <c:v>45511.597222222219</c:v>
                </c:pt>
                <c:pt idx="52330">
                  <c:v>45511.042361111111</c:v>
                </c:pt>
                <c:pt idx="52331">
                  <c:v>45511.048611111109</c:v>
                </c:pt>
                <c:pt idx="52332">
                  <c:v>45511.068055555559</c:v>
                </c:pt>
                <c:pt idx="52333">
                  <c:v>45511.072222222218</c:v>
                </c:pt>
                <c:pt idx="52334">
                  <c:v>45511.241666666669</c:v>
                </c:pt>
                <c:pt idx="52335">
                  <c:v>45511.402777777781</c:v>
                </c:pt>
                <c:pt idx="52336">
                  <c:v>45511.436111111107</c:v>
                </c:pt>
                <c:pt idx="52337">
                  <c:v>45511.440972222219</c:v>
                </c:pt>
                <c:pt idx="52338">
                  <c:v>45511.469444444447</c:v>
                </c:pt>
                <c:pt idx="52339">
                  <c:v>45548.672222222223</c:v>
                </c:pt>
                <c:pt idx="52340">
                  <c:v>45511.488888888889</c:v>
                </c:pt>
                <c:pt idx="52341">
                  <c:v>45511.495138888888</c:v>
                </c:pt>
                <c:pt idx="52342">
                  <c:v>45511.495833333327</c:v>
                </c:pt>
                <c:pt idx="52343">
                  <c:v>45511.496527777781</c:v>
                </c:pt>
                <c:pt idx="52344">
                  <c:v>45511.49722222222</c:v>
                </c:pt>
                <c:pt idx="52345">
                  <c:v>45511.532638888893</c:v>
                </c:pt>
                <c:pt idx="52346">
                  <c:v>45511.533333333333</c:v>
                </c:pt>
                <c:pt idx="52347">
                  <c:v>45511.535416666673</c:v>
                </c:pt>
                <c:pt idx="52348">
                  <c:v>45511.536805555559</c:v>
                </c:pt>
                <c:pt idx="52349">
                  <c:v>45511.539583333331</c:v>
                </c:pt>
                <c:pt idx="52350">
                  <c:v>45511.544444444437</c:v>
                </c:pt>
                <c:pt idx="52351">
                  <c:v>45548.668055555558</c:v>
                </c:pt>
                <c:pt idx="52352">
                  <c:v>45511.552777777782</c:v>
                </c:pt>
                <c:pt idx="52353">
                  <c:v>45511.556250000001</c:v>
                </c:pt>
                <c:pt idx="52354">
                  <c:v>45511.565972222219</c:v>
                </c:pt>
                <c:pt idx="52355">
                  <c:v>45511.568055555559</c:v>
                </c:pt>
                <c:pt idx="52356">
                  <c:v>45511.569444444453</c:v>
                </c:pt>
                <c:pt idx="52357">
                  <c:v>45510.988194444442</c:v>
                </c:pt>
                <c:pt idx="52358">
                  <c:v>45514.109027777777</c:v>
                </c:pt>
                <c:pt idx="52359">
                  <c:v>45514.150694444441</c:v>
                </c:pt>
                <c:pt idx="52360">
                  <c:v>45514.315972222219</c:v>
                </c:pt>
                <c:pt idx="52361">
                  <c:v>45516.888888888891</c:v>
                </c:pt>
                <c:pt idx="52362">
                  <c:v>45516.89166666667</c:v>
                </c:pt>
                <c:pt idx="52363">
                  <c:v>45516.906944444447</c:v>
                </c:pt>
                <c:pt idx="52364">
                  <c:v>45516.912499999999</c:v>
                </c:pt>
                <c:pt idx="52365">
                  <c:v>45516.920138888891</c:v>
                </c:pt>
                <c:pt idx="52366">
                  <c:v>45516.938888888893</c:v>
                </c:pt>
                <c:pt idx="52367">
                  <c:v>45516.995833333327</c:v>
                </c:pt>
                <c:pt idx="52368">
                  <c:v>45517.022222222222</c:v>
                </c:pt>
                <c:pt idx="52369">
                  <c:v>45517.113888888889</c:v>
                </c:pt>
                <c:pt idx="52370">
                  <c:v>45517.125</c:v>
                </c:pt>
                <c:pt idx="52371">
                  <c:v>45517.140277777777</c:v>
                </c:pt>
                <c:pt idx="52372">
                  <c:v>45517.2</c:v>
                </c:pt>
                <c:pt idx="52373">
                  <c:v>45516.855555555558</c:v>
                </c:pt>
                <c:pt idx="52374">
                  <c:v>45517.238888888889</c:v>
                </c:pt>
                <c:pt idx="52375">
                  <c:v>45517.302083333343</c:v>
                </c:pt>
                <c:pt idx="52376">
                  <c:v>45517.342361111107</c:v>
                </c:pt>
                <c:pt idx="52377">
                  <c:v>45517.357638888891</c:v>
                </c:pt>
                <c:pt idx="52378">
                  <c:v>45517.376388888893</c:v>
                </c:pt>
                <c:pt idx="52379">
                  <c:v>45517.383333333331</c:v>
                </c:pt>
                <c:pt idx="52380">
                  <c:v>45517.411111111112</c:v>
                </c:pt>
                <c:pt idx="52381">
                  <c:v>45517.411111111112</c:v>
                </c:pt>
                <c:pt idx="52382">
                  <c:v>45517.425000000003</c:v>
                </c:pt>
                <c:pt idx="52383">
                  <c:v>45517.429166666669</c:v>
                </c:pt>
                <c:pt idx="52384">
                  <c:v>45517.434027777781</c:v>
                </c:pt>
                <c:pt idx="52385">
                  <c:v>45517.43472222222</c:v>
                </c:pt>
                <c:pt idx="52386">
                  <c:v>45517.456944444442</c:v>
                </c:pt>
                <c:pt idx="52387">
                  <c:v>45517.285416666673</c:v>
                </c:pt>
                <c:pt idx="52388">
                  <c:v>45516.854166666657</c:v>
                </c:pt>
                <c:pt idx="52389">
                  <c:v>45516.854166666657</c:v>
                </c:pt>
                <c:pt idx="52390">
                  <c:v>45516.853472222218</c:v>
                </c:pt>
                <c:pt idx="52391">
                  <c:v>45516.559027777781</c:v>
                </c:pt>
                <c:pt idx="52392">
                  <c:v>45516.563194444447</c:v>
                </c:pt>
                <c:pt idx="52393">
                  <c:v>45516.569444444453</c:v>
                </c:pt>
                <c:pt idx="52394">
                  <c:v>45516.574999999997</c:v>
                </c:pt>
                <c:pt idx="52395">
                  <c:v>45516.57916666667</c:v>
                </c:pt>
                <c:pt idx="52396">
                  <c:v>45516.602083333331</c:v>
                </c:pt>
                <c:pt idx="52397">
                  <c:v>45516.615277777782</c:v>
                </c:pt>
                <c:pt idx="52398">
                  <c:v>45516.622916666667</c:v>
                </c:pt>
                <c:pt idx="52399">
                  <c:v>45516.624305555553</c:v>
                </c:pt>
                <c:pt idx="52400">
                  <c:v>45516.629166666673</c:v>
                </c:pt>
                <c:pt idx="52401">
                  <c:v>45516.634722222218</c:v>
                </c:pt>
                <c:pt idx="52402">
                  <c:v>45548.367361111108</c:v>
                </c:pt>
                <c:pt idx="52403">
                  <c:v>45516.669444444437</c:v>
                </c:pt>
                <c:pt idx="52404">
                  <c:v>45516.686111111107</c:v>
                </c:pt>
                <c:pt idx="52405">
                  <c:v>45516.709027777782</c:v>
                </c:pt>
                <c:pt idx="52406">
                  <c:v>45516.727777777778</c:v>
                </c:pt>
                <c:pt idx="52407">
                  <c:v>45516.755555555559</c:v>
                </c:pt>
                <c:pt idx="52408">
                  <c:v>45516.759027777778</c:v>
                </c:pt>
                <c:pt idx="52409">
                  <c:v>45548.366666666669</c:v>
                </c:pt>
                <c:pt idx="52410">
                  <c:v>45516.779861111107</c:v>
                </c:pt>
                <c:pt idx="52411">
                  <c:v>45516.79791666667</c:v>
                </c:pt>
                <c:pt idx="52412">
                  <c:v>45548.361805555563</c:v>
                </c:pt>
                <c:pt idx="52413">
                  <c:v>45516.809027777781</c:v>
                </c:pt>
                <c:pt idx="52414">
                  <c:v>45516.824305555558</c:v>
                </c:pt>
                <c:pt idx="52415">
                  <c:v>45548.323611111111</c:v>
                </c:pt>
                <c:pt idx="52416">
                  <c:v>45516.827777777777</c:v>
                </c:pt>
                <c:pt idx="52417">
                  <c:v>45516.835416666669</c:v>
                </c:pt>
                <c:pt idx="52418">
                  <c:v>45517.463194444441</c:v>
                </c:pt>
                <c:pt idx="52419">
                  <c:v>45516.542361111111</c:v>
                </c:pt>
                <c:pt idx="52420">
                  <c:v>45517.465277777781</c:v>
                </c:pt>
                <c:pt idx="52421">
                  <c:v>45517.499305555553</c:v>
                </c:pt>
                <c:pt idx="52422">
                  <c:v>45517.868750000001</c:v>
                </c:pt>
                <c:pt idx="52423">
                  <c:v>45517.882638888892</c:v>
                </c:pt>
                <c:pt idx="52424">
                  <c:v>45517.89166666667</c:v>
                </c:pt>
                <c:pt idx="52425">
                  <c:v>45517.902083333327</c:v>
                </c:pt>
                <c:pt idx="52426">
                  <c:v>45517.918749999997</c:v>
                </c:pt>
                <c:pt idx="52427">
                  <c:v>45517.92083333333</c:v>
                </c:pt>
                <c:pt idx="52428">
                  <c:v>45548.013194444437</c:v>
                </c:pt>
                <c:pt idx="52429">
                  <c:v>45517.979166666657</c:v>
                </c:pt>
                <c:pt idx="52430">
                  <c:v>45517.981249999997</c:v>
                </c:pt>
                <c:pt idx="52431">
                  <c:v>45518.036805555559</c:v>
                </c:pt>
                <c:pt idx="52432">
                  <c:v>45518.070833333331</c:v>
                </c:pt>
                <c:pt idx="52433">
                  <c:v>45518.132638888892</c:v>
                </c:pt>
                <c:pt idx="52434">
                  <c:v>45517.867361111108</c:v>
                </c:pt>
                <c:pt idx="52435">
                  <c:v>45518.151388888888</c:v>
                </c:pt>
                <c:pt idx="52436">
                  <c:v>45518.222222222219</c:v>
                </c:pt>
                <c:pt idx="52437">
                  <c:v>45518.243750000001</c:v>
                </c:pt>
                <c:pt idx="52438">
                  <c:v>45518.256944444453</c:v>
                </c:pt>
                <c:pt idx="52439">
                  <c:v>45518.263194444437</c:v>
                </c:pt>
                <c:pt idx="52440">
                  <c:v>45518.270833333343</c:v>
                </c:pt>
                <c:pt idx="52441">
                  <c:v>45518.270833333343</c:v>
                </c:pt>
                <c:pt idx="52442">
                  <c:v>45518.327777777777</c:v>
                </c:pt>
                <c:pt idx="52443">
                  <c:v>45518.333333333343</c:v>
                </c:pt>
                <c:pt idx="52444">
                  <c:v>45518.430555555547</c:v>
                </c:pt>
                <c:pt idx="52445">
                  <c:v>45518.45208333333</c:v>
                </c:pt>
                <c:pt idx="52446">
                  <c:v>45518.465277777781</c:v>
                </c:pt>
                <c:pt idx="52447">
                  <c:v>45518.467361111107</c:v>
                </c:pt>
                <c:pt idx="52448">
                  <c:v>45518.195138888892</c:v>
                </c:pt>
                <c:pt idx="52449">
                  <c:v>45517.865972222222</c:v>
                </c:pt>
                <c:pt idx="52450">
                  <c:v>45517.861111111109</c:v>
                </c:pt>
                <c:pt idx="52451">
                  <c:v>45517.856944444437</c:v>
                </c:pt>
                <c:pt idx="52452">
                  <c:v>45517.504166666673</c:v>
                </c:pt>
                <c:pt idx="52453">
                  <c:v>45517.531944444447</c:v>
                </c:pt>
                <c:pt idx="52454">
                  <c:v>45517.545138888891</c:v>
                </c:pt>
                <c:pt idx="52455">
                  <c:v>45517.601388888892</c:v>
                </c:pt>
                <c:pt idx="52456">
                  <c:v>45517.603472222218</c:v>
                </c:pt>
                <c:pt idx="52457">
                  <c:v>45517.604861111111</c:v>
                </c:pt>
                <c:pt idx="52458">
                  <c:v>45517.618750000001</c:v>
                </c:pt>
                <c:pt idx="52459">
                  <c:v>45517.648611111108</c:v>
                </c:pt>
                <c:pt idx="52460">
                  <c:v>45517.681250000001</c:v>
                </c:pt>
                <c:pt idx="52461">
                  <c:v>45517.686805555553</c:v>
                </c:pt>
                <c:pt idx="52462">
                  <c:v>45517.715277777781</c:v>
                </c:pt>
                <c:pt idx="52463">
                  <c:v>45517.723611111112</c:v>
                </c:pt>
                <c:pt idx="52464">
                  <c:v>45517.731944444437</c:v>
                </c:pt>
                <c:pt idx="52465">
                  <c:v>45517.732638888891</c:v>
                </c:pt>
                <c:pt idx="52466">
                  <c:v>45517.746527777781</c:v>
                </c:pt>
                <c:pt idx="52467">
                  <c:v>45517.74722222222</c:v>
                </c:pt>
                <c:pt idx="52468">
                  <c:v>45548.206944444442</c:v>
                </c:pt>
                <c:pt idx="52469">
                  <c:v>45517.76666666667</c:v>
                </c:pt>
                <c:pt idx="52470">
                  <c:v>45517.779166666667</c:v>
                </c:pt>
                <c:pt idx="52471">
                  <c:v>45548.047222222223</c:v>
                </c:pt>
                <c:pt idx="52472">
                  <c:v>45517.779861111107</c:v>
                </c:pt>
                <c:pt idx="52473">
                  <c:v>45517.78125</c:v>
                </c:pt>
                <c:pt idx="52474">
                  <c:v>45517.797222222223</c:v>
                </c:pt>
                <c:pt idx="52475">
                  <c:v>45517.802777777782</c:v>
                </c:pt>
                <c:pt idx="52476">
                  <c:v>45517.844444444447</c:v>
                </c:pt>
                <c:pt idx="52477">
                  <c:v>45517.848611111112</c:v>
                </c:pt>
                <c:pt idx="52478">
                  <c:v>45517.854861111111</c:v>
                </c:pt>
                <c:pt idx="52479">
                  <c:v>45517.472222222219</c:v>
                </c:pt>
                <c:pt idx="52480">
                  <c:v>45516.542361111111</c:v>
                </c:pt>
                <c:pt idx="52481">
                  <c:v>45516.542361111111</c:v>
                </c:pt>
                <c:pt idx="52482">
                  <c:v>45516.540277777778</c:v>
                </c:pt>
                <c:pt idx="52483">
                  <c:v>45514.80972222222</c:v>
                </c:pt>
                <c:pt idx="52484">
                  <c:v>45514.822222222218</c:v>
                </c:pt>
                <c:pt idx="52485">
                  <c:v>45514.824305555558</c:v>
                </c:pt>
                <c:pt idx="52486">
                  <c:v>45514.824999999997</c:v>
                </c:pt>
                <c:pt idx="52487">
                  <c:v>45514.856249999997</c:v>
                </c:pt>
                <c:pt idx="52488">
                  <c:v>45514.87222222222</c:v>
                </c:pt>
                <c:pt idx="52489">
                  <c:v>45514.883333333331</c:v>
                </c:pt>
                <c:pt idx="52490">
                  <c:v>45514.892361111109</c:v>
                </c:pt>
                <c:pt idx="52491">
                  <c:v>45514.902777777781</c:v>
                </c:pt>
                <c:pt idx="52492">
                  <c:v>45514.92291666667</c:v>
                </c:pt>
                <c:pt idx="52493">
                  <c:v>45514.978472222218</c:v>
                </c:pt>
                <c:pt idx="52494">
                  <c:v>45514.979166666657</c:v>
                </c:pt>
                <c:pt idx="52495">
                  <c:v>45514.808333333327</c:v>
                </c:pt>
                <c:pt idx="52496">
                  <c:v>45514.98541666667</c:v>
                </c:pt>
                <c:pt idx="52497">
                  <c:v>45515.018750000003</c:v>
                </c:pt>
                <c:pt idx="52498">
                  <c:v>45515.055555555547</c:v>
                </c:pt>
                <c:pt idx="52499">
                  <c:v>45515.095833333333</c:v>
                </c:pt>
                <c:pt idx="52500">
                  <c:v>45515.134722222218</c:v>
                </c:pt>
                <c:pt idx="52501">
                  <c:v>45515.138194444437</c:v>
                </c:pt>
                <c:pt idx="52502">
                  <c:v>45515.305555555547</c:v>
                </c:pt>
                <c:pt idx="52503">
                  <c:v>45515.338888888888</c:v>
                </c:pt>
                <c:pt idx="52504">
                  <c:v>45515.368055555547</c:v>
                </c:pt>
                <c:pt idx="52505">
                  <c:v>45515.431250000001</c:v>
                </c:pt>
                <c:pt idx="52506">
                  <c:v>45515.432638888888</c:v>
                </c:pt>
                <c:pt idx="52507">
                  <c:v>45515.444444444453</c:v>
                </c:pt>
                <c:pt idx="52508">
                  <c:v>45515.48541666667</c:v>
                </c:pt>
                <c:pt idx="52509">
                  <c:v>45515.000694444447</c:v>
                </c:pt>
                <c:pt idx="52510">
                  <c:v>45514.804166666669</c:v>
                </c:pt>
                <c:pt idx="52511">
                  <c:v>45514.77847222222</c:v>
                </c:pt>
                <c:pt idx="52512">
                  <c:v>45514.745833333327</c:v>
                </c:pt>
                <c:pt idx="52513">
                  <c:v>45548.468055555553</c:v>
                </c:pt>
                <c:pt idx="52514">
                  <c:v>45514.356944444437</c:v>
                </c:pt>
                <c:pt idx="52515">
                  <c:v>45514.407638888893</c:v>
                </c:pt>
                <c:pt idx="52516">
                  <c:v>45548.459722222222</c:v>
                </c:pt>
                <c:pt idx="52517">
                  <c:v>45514.413888888892</c:v>
                </c:pt>
                <c:pt idx="52518">
                  <c:v>45514.45208333333</c:v>
                </c:pt>
                <c:pt idx="52519">
                  <c:v>45514.460416666669</c:v>
                </c:pt>
                <c:pt idx="52520">
                  <c:v>45514.477777777778</c:v>
                </c:pt>
                <c:pt idx="52521">
                  <c:v>45514.521527777782</c:v>
                </c:pt>
                <c:pt idx="52522">
                  <c:v>45514.536805555559</c:v>
                </c:pt>
                <c:pt idx="52523">
                  <c:v>45514.547222222223</c:v>
                </c:pt>
                <c:pt idx="52524">
                  <c:v>45514.5625</c:v>
                </c:pt>
                <c:pt idx="52525">
                  <c:v>45514.574305555558</c:v>
                </c:pt>
                <c:pt idx="52526">
                  <c:v>45514.582638888889</c:v>
                </c:pt>
                <c:pt idx="52527">
                  <c:v>45514.597916666673</c:v>
                </c:pt>
                <c:pt idx="52528">
                  <c:v>45514.611805555563</c:v>
                </c:pt>
                <c:pt idx="52529">
                  <c:v>45514.614583333343</c:v>
                </c:pt>
                <c:pt idx="52530">
                  <c:v>45514.635416666657</c:v>
                </c:pt>
                <c:pt idx="52531">
                  <c:v>45514.640972222223</c:v>
                </c:pt>
                <c:pt idx="52532">
                  <c:v>45514.654166666667</c:v>
                </c:pt>
                <c:pt idx="52533">
                  <c:v>45514.665277777778</c:v>
                </c:pt>
                <c:pt idx="52534">
                  <c:v>45514.699305555558</c:v>
                </c:pt>
                <c:pt idx="52535">
                  <c:v>45514.712500000001</c:v>
                </c:pt>
                <c:pt idx="52536">
                  <c:v>45514.724305555559</c:v>
                </c:pt>
                <c:pt idx="52537">
                  <c:v>45514.738194444442</c:v>
                </c:pt>
                <c:pt idx="52538">
                  <c:v>45548.414583333331</c:v>
                </c:pt>
                <c:pt idx="52539">
                  <c:v>45514.745138888888</c:v>
                </c:pt>
                <c:pt idx="52540">
                  <c:v>45515.515277777777</c:v>
                </c:pt>
                <c:pt idx="52541">
                  <c:v>45515.553472222222</c:v>
                </c:pt>
                <c:pt idx="52542">
                  <c:v>45515.55972222222</c:v>
                </c:pt>
                <c:pt idx="52543">
                  <c:v>45515.584027777782</c:v>
                </c:pt>
                <c:pt idx="52544">
                  <c:v>45515.879861111112</c:v>
                </c:pt>
                <c:pt idx="52545">
                  <c:v>45515.92291666667</c:v>
                </c:pt>
                <c:pt idx="52546">
                  <c:v>45515.945138888892</c:v>
                </c:pt>
                <c:pt idx="52547">
                  <c:v>45515.947916666657</c:v>
                </c:pt>
                <c:pt idx="52548">
                  <c:v>45515.980555555558</c:v>
                </c:pt>
                <c:pt idx="52549">
                  <c:v>45516.010416666657</c:v>
                </c:pt>
                <c:pt idx="52550">
                  <c:v>45516.024305555547</c:v>
                </c:pt>
                <c:pt idx="52551">
                  <c:v>45516.029861111107</c:v>
                </c:pt>
                <c:pt idx="52552">
                  <c:v>45516.1</c:v>
                </c:pt>
                <c:pt idx="52553">
                  <c:v>45516.306250000001</c:v>
                </c:pt>
                <c:pt idx="52554">
                  <c:v>45516.334027777782</c:v>
                </c:pt>
                <c:pt idx="52555">
                  <c:v>45516.338888888888</c:v>
                </c:pt>
                <c:pt idx="52556">
                  <c:v>45516.397916666669</c:v>
                </c:pt>
                <c:pt idx="52557">
                  <c:v>45516.408333333333</c:v>
                </c:pt>
                <c:pt idx="52558">
                  <c:v>45516.411805555559</c:v>
                </c:pt>
                <c:pt idx="52559">
                  <c:v>45516.418055555558</c:v>
                </c:pt>
                <c:pt idx="52560">
                  <c:v>45516.433333333327</c:v>
                </c:pt>
                <c:pt idx="52561">
                  <c:v>45516.4375</c:v>
                </c:pt>
                <c:pt idx="52562">
                  <c:v>45516.440972222219</c:v>
                </c:pt>
                <c:pt idx="52563">
                  <c:v>45516.445833333331</c:v>
                </c:pt>
                <c:pt idx="52564">
                  <c:v>45516.452777777777</c:v>
                </c:pt>
                <c:pt idx="52565">
                  <c:v>45548.392361111109</c:v>
                </c:pt>
                <c:pt idx="52566">
                  <c:v>45516.453472222223</c:v>
                </c:pt>
                <c:pt idx="52567">
                  <c:v>45516.474999999999</c:v>
                </c:pt>
                <c:pt idx="52568">
                  <c:v>45516.486805555563</c:v>
                </c:pt>
                <c:pt idx="52569">
                  <c:v>45516.515277777777</c:v>
                </c:pt>
                <c:pt idx="52570">
                  <c:v>45516.539583333331</c:v>
                </c:pt>
                <c:pt idx="52571">
                  <c:v>45515.870138888888</c:v>
                </c:pt>
                <c:pt idx="52572">
                  <c:v>45518.486805555563</c:v>
                </c:pt>
                <c:pt idx="52573">
                  <c:v>45515.870138888888</c:v>
                </c:pt>
                <c:pt idx="52574">
                  <c:v>45515.852083333331</c:v>
                </c:pt>
                <c:pt idx="52575">
                  <c:v>45515.586805555547</c:v>
                </c:pt>
                <c:pt idx="52576">
                  <c:v>45515.609027777777</c:v>
                </c:pt>
                <c:pt idx="52577">
                  <c:v>45515.62777777778</c:v>
                </c:pt>
                <c:pt idx="52578">
                  <c:v>45515.644444444442</c:v>
                </c:pt>
                <c:pt idx="52579">
                  <c:v>45515.655555555553</c:v>
                </c:pt>
                <c:pt idx="52580">
                  <c:v>45515.660416666673</c:v>
                </c:pt>
                <c:pt idx="52581">
                  <c:v>45515.668055555558</c:v>
                </c:pt>
                <c:pt idx="52582">
                  <c:v>45515.677083333343</c:v>
                </c:pt>
                <c:pt idx="52583">
                  <c:v>45515.680555555547</c:v>
                </c:pt>
                <c:pt idx="52584">
                  <c:v>45515.706250000003</c:v>
                </c:pt>
                <c:pt idx="52585">
                  <c:v>45515.71875</c:v>
                </c:pt>
                <c:pt idx="52586">
                  <c:v>45515.722916666673</c:v>
                </c:pt>
                <c:pt idx="52587">
                  <c:v>45515.728472222218</c:v>
                </c:pt>
                <c:pt idx="52588">
                  <c:v>45515.736805555563</c:v>
                </c:pt>
                <c:pt idx="52589">
                  <c:v>45515.741666666669</c:v>
                </c:pt>
                <c:pt idx="52590">
                  <c:v>45515.759722222218</c:v>
                </c:pt>
                <c:pt idx="52591">
                  <c:v>45515.760416666657</c:v>
                </c:pt>
                <c:pt idx="52592">
                  <c:v>45515.768055555563</c:v>
                </c:pt>
                <c:pt idx="52593">
                  <c:v>45515.779166666667</c:v>
                </c:pt>
                <c:pt idx="52594">
                  <c:v>45515.782638888893</c:v>
                </c:pt>
                <c:pt idx="52595">
                  <c:v>45515.78402777778</c:v>
                </c:pt>
                <c:pt idx="52596">
                  <c:v>45515.796527777777</c:v>
                </c:pt>
                <c:pt idx="52597">
                  <c:v>45515.804861111108</c:v>
                </c:pt>
                <c:pt idx="52598">
                  <c:v>45515.821527777778</c:v>
                </c:pt>
                <c:pt idx="52599">
                  <c:v>45515.841666666667</c:v>
                </c:pt>
                <c:pt idx="52600">
                  <c:v>45515.844444444447</c:v>
                </c:pt>
                <c:pt idx="52601">
                  <c:v>45515.848611111112</c:v>
                </c:pt>
                <c:pt idx="52602">
                  <c:v>45515.868750000001</c:v>
                </c:pt>
                <c:pt idx="52603">
                  <c:v>45509.726388888892</c:v>
                </c:pt>
                <c:pt idx="52604">
                  <c:v>45527.723611111112</c:v>
                </c:pt>
                <c:pt idx="52605">
                  <c:v>45527.73333333333</c:v>
                </c:pt>
                <c:pt idx="52606">
                  <c:v>45540.540972222218</c:v>
                </c:pt>
                <c:pt idx="52607">
                  <c:v>45540.563194444447</c:v>
                </c:pt>
                <c:pt idx="52608">
                  <c:v>45540.568749999999</c:v>
                </c:pt>
                <c:pt idx="52609">
                  <c:v>45540.568749999999</c:v>
                </c:pt>
                <c:pt idx="52610">
                  <c:v>45540.573611111111</c:v>
                </c:pt>
                <c:pt idx="52611">
                  <c:v>45540.582638888889</c:v>
                </c:pt>
                <c:pt idx="52612">
                  <c:v>45540.584722222222</c:v>
                </c:pt>
                <c:pt idx="52613">
                  <c:v>45540.588888888888</c:v>
                </c:pt>
                <c:pt idx="52614">
                  <c:v>45540.595833333333</c:v>
                </c:pt>
                <c:pt idx="52615">
                  <c:v>45540.597222222219</c:v>
                </c:pt>
                <c:pt idx="52616">
                  <c:v>45540.621527777781</c:v>
                </c:pt>
                <c:pt idx="52617">
                  <c:v>45540.65347222222</c:v>
                </c:pt>
                <c:pt idx="52618">
                  <c:v>45540.534722222219</c:v>
                </c:pt>
                <c:pt idx="52619">
                  <c:v>45540.655555555553</c:v>
                </c:pt>
                <c:pt idx="52620">
                  <c:v>45540.677777777782</c:v>
                </c:pt>
                <c:pt idx="52621">
                  <c:v>45540.686111111107</c:v>
                </c:pt>
                <c:pt idx="52622">
                  <c:v>45540.7</c:v>
                </c:pt>
                <c:pt idx="52623">
                  <c:v>45540.758333333331</c:v>
                </c:pt>
                <c:pt idx="52624">
                  <c:v>45540.763194444437</c:v>
                </c:pt>
                <c:pt idx="52625">
                  <c:v>45540.777083333327</c:v>
                </c:pt>
                <c:pt idx="52626">
                  <c:v>45540.780555555553</c:v>
                </c:pt>
                <c:pt idx="52627">
                  <c:v>45540.781944444447</c:v>
                </c:pt>
                <c:pt idx="52628">
                  <c:v>45540.804861111108</c:v>
                </c:pt>
                <c:pt idx="52629">
                  <c:v>45540.806944444441</c:v>
                </c:pt>
                <c:pt idx="52630">
                  <c:v>45540.825694444437</c:v>
                </c:pt>
                <c:pt idx="52631">
                  <c:v>45540.827777777777</c:v>
                </c:pt>
                <c:pt idx="52632">
                  <c:v>45540.65902777778</c:v>
                </c:pt>
                <c:pt idx="52633">
                  <c:v>45540.532638888893</c:v>
                </c:pt>
                <c:pt idx="52634">
                  <c:v>45540.511111111111</c:v>
                </c:pt>
                <c:pt idx="52635">
                  <c:v>45540.445833333331</c:v>
                </c:pt>
                <c:pt idx="52636">
                  <c:v>45539.737500000003</c:v>
                </c:pt>
                <c:pt idx="52637">
                  <c:v>45539.781944444447</c:v>
                </c:pt>
                <c:pt idx="52638">
                  <c:v>45539.792361111111</c:v>
                </c:pt>
                <c:pt idx="52639">
                  <c:v>45539.800694444442</c:v>
                </c:pt>
                <c:pt idx="52640">
                  <c:v>45539.81527777778</c:v>
                </c:pt>
                <c:pt idx="52641">
                  <c:v>45539.815972222219</c:v>
                </c:pt>
                <c:pt idx="52642">
                  <c:v>45539.824999999997</c:v>
                </c:pt>
                <c:pt idx="52643">
                  <c:v>45539.852777777778</c:v>
                </c:pt>
                <c:pt idx="52644">
                  <c:v>45539.861111111109</c:v>
                </c:pt>
                <c:pt idx="52645">
                  <c:v>45539.893055555563</c:v>
                </c:pt>
                <c:pt idx="52646">
                  <c:v>45539.900694444441</c:v>
                </c:pt>
                <c:pt idx="52647">
                  <c:v>45539.970138888893</c:v>
                </c:pt>
                <c:pt idx="52648">
                  <c:v>45540.012499999997</c:v>
                </c:pt>
                <c:pt idx="52649">
                  <c:v>45540.03402777778</c:v>
                </c:pt>
                <c:pt idx="52650">
                  <c:v>45540.061805555553</c:v>
                </c:pt>
                <c:pt idx="52651">
                  <c:v>45540.246527777781</c:v>
                </c:pt>
                <c:pt idx="52652">
                  <c:v>45540.29791666667</c:v>
                </c:pt>
                <c:pt idx="52653">
                  <c:v>45540.3125</c:v>
                </c:pt>
                <c:pt idx="52654">
                  <c:v>45540.325694444437</c:v>
                </c:pt>
                <c:pt idx="52655">
                  <c:v>45540.338888888888</c:v>
                </c:pt>
                <c:pt idx="52656">
                  <c:v>45540.357638888891</c:v>
                </c:pt>
                <c:pt idx="52657">
                  <c:v>45540.363194444442</c:v>
                </c:pt>
                <c:pt idx="52658">
                  <c:v>45540.385416666657</c:v>
                </c:pt>
                <c:pt idx="52659">
                  <c:v>45870.504166666673</c:v>
                </c:pt>
                <c:pt idx="52660">
                  <c:v>45540.399305555547</c:v>
                </c:pt>
                <c:pt idx="52661">
                  <c:v>45540.40625</c:v>
                </c:pt>
                <c:pt idx="52662">
                  <c:v>45540.425694444442</c:v>
                </c:pt>
                <c:pt idx="52663">
                  <c:v>45540.82916666667</c:v>
                </c:pt>
                <c:pt idx="52664">
                  <c:v>45539.732638888891</c:v>
                </c:pt>
                <c:pt idx="52665">
                  <c:v>45540.854861111111</c:v>
                </c:pt>
                <c:pt idx="52666">
                  <c:v>45540.89166666667</c:v>
                </c:pt>
                <c:pt idx="52667">
                  <c:v>45541.606944444437</c:v>
                </c:pt>
                <c:pt idx="52668">
                  <c:v>45541.617361111108</c:v>
                </c:pt>
                <c:pt idx="52669">
                  <c:v>45541.662499999999</c:v>
                </c:pt>
                <c:pt idx="52670">
                  <c:v>45541.671527777777</c:v>
                </c:pt>
                <c:pt idx="52671">
                  <c:v>45541.68472222222</c:v>
                </c:pt>
                <c:pt idx="52672">
                  <c:v>45541.695138888892</c:v>
                </c:pt>
                <c:pt idx="52673">
                  <c:v>45541.707638888889</c:v>
                </c:pt>
                <c:pt idx="52674">
                  <c:v>45541.711111111108</c:v>
                </c:pt>
                <c:pt idx="52675">
                  <c:v>45541.717361111107</c:v>
                </c:pt>
                <c:pt idx="52676">
                  <c:v>45541.718055555553</c:v>
                </c:pt>
                <c:pt idx="52677">
                  <c:v>45541.73333333333</c:v>
                </c:pt>
                <c:pt idx="52678">
                  <c:v>45541.740972222222</c:v>
                </c:pt>
                <c:pt idx="52679">
                  <c:v>45541.604861111111</c:v>
                </c:pt>
                <c:pt idx="52680">
                  <c:v>45541.774305555547</c:v>
                </c:pt>
                <c:pt idx="52681">
                  <c:v>45541.81527777778</c:v>
                </c:pt>
                <c:pt idx="52682">
                  <c:v>45541.82916666667</c:v>
                </c:pt>
                <c:pt idx="52683">
                  <c:v>45541.855555555558</c:v>
                </c:pt>
                <c:pt idx="52684">
                  <c:v>45541.865972222222</c:v>
                </c:pt>
                <c:pt idx="52685">
                  <c:v>45541.870138888888</c:v>
                </c:pt>
                <c:pt idx="52686">
                  <c:v>45546.879861111112</c:v>
                </c:pt>
                <c:pt idx="52687">
                  <c:v>45541.89166666667</c:v>
                </c:pt>
                <c:pt idx="52688">
                  <c:v>45541.895833333343</c:v>
                </c:pt>
                <c:pt idx="52689">
                  <c:v>45541.90347222222</c:v>
                </c:pt>
                <c:pt idx="52690">
                  <c:v>45541.915277777778</c:v>
                </c:pt>
                <c:pt idx="52691">
                  <c:v>45541.940972222219</c:v>
                </c:pt>
                <c:pt idx="52692">
                  <c:v>45541.943749999999</c:v>
                </c:pt>
                <c:pt idx="52693">
                  <c:v>45546.892361111109</c:v>
                </c:pt>
                <c:pt idx="52694">
                  <c:v>45546.906944444447</c:v>
                </c:pt>
                <c:pt idx="52695">
                  <c:v>45541.602083333331</c:v>
                </c:pt>
                <c:pt idx="52696">
                  <c:v>45541.594444444447</c:v>
                </c:pt>
                <c:pt idx="52697">
                  <c:v>45540.904166666667</c:v>
                </c:pt>
                <c:pt idx="52698">
                  <c:v>45546.931250000001</c:v>
                </c:pt>
                <c:pt idx="52699">
                  <c:v>45540.981249999997</c:v>
                </c:pt>
                <c:pt idx="52700">
                  <c:v>45540.995138888888</c:v>
                </c:pt>
                <c:pt idx="52701">
                  <c:v>45541.018750000003</c:v>
                </c:pt>
                <c:pt idx="52702">
                  <c:v>45541.037499999999</c:v>
                </c:pt>
                <c:pt idx="52703">
                  <c:v>45541.07708333333</c:v>
                </c:pt>
                <c:pt idx="52704">
                  <c:v>45541.171527777777</c:v>
                </c:pt>
                <c:pt idx="52705">
                  <c:v>45541.209027777782</c:v>
                </c:pt>
                <c:pt idx="52706">
                  <c:v>45541.217361111107</c:v>
                </c:pt>
                <c:pt idx="52707">
                  <c:v>45541.25</c:v>
                </c:pt>
                <c:pt idx="52708">
                  <c:v>45541.287499999999</c:v>
                </c:pt>
                <c:pt idx="52709">
                  <c:v>45541.288194444453</c:v>
                </c:pt>
                <c:pt idx="52710">
                  <c:v>45541.320833333331</c:v>
                </c:pt>
                <c:pt idx="52711">
                  <c:v>45541.368055555547</c:v>
                </c:pt>
                <c:pt idx="52712">
                  <c:v>45541.396527777782</c:v>
                </c:pt>
                <c:pt idx="52713">
                  <c:v>45541.414583333331</c:v>
                </c:pt>
                <c:pt idx="52714">
                  <c:v>45541.438888888893</c:v>
                </c:pt>
                <c:pt idx="52715">
                  <c:v>45541.439583333333</c:v>
                </c:pt>
                <c:pt idx="52716">
                  <c:v>45541.440972222219</c:v>
                </c:pt>
                <c:pt idx="52717">
                  <c:v>45541.476388888892</c:v>
                </c:pt>
                <c:pt idx="52718">
                  <c:v>45546.929861111108</c:v>
                </c:pt>
                <c:pt idx="52719">
                  <c:v>45541.481249999997</c:v>
                </c:pt>
                <c:pt idx="52720">
                  <c:v>45541.50277777778</c:v>
                </c:pt>
                <c:pt idx="52721">
                  <c:v>45541.536111111112</c:v>
                </c:pt>
                <c:pt idx="52722">
                  <c:v>45541.584722222222</c:v>
                </c:pt>
                <c:pt idx="52723">
                  <c:v>45541.585416666669</c:v>
                </c:pt>
                <c:pt idx="52724">
                  <c:v>45540.888194444437</c:v>
                </c:pt>
                <c:pt idx="52725">
                  <c:v>45541.953472222223</c:v>
                </c:pt>
                <c:pt idx="52726">
                  <c:v>45539.730555555558</c:v>
                </c:pt>
                <c:pt idx="52727">
                  <c:v>45539.723611111112</c:v>
                </c:pt>
                <c:pt idx="52728">
                  <c:v>45538.513888888891</c:v>
                </c:pt>
                <c:pt idx="52729">
                  <c:v>45538.51458333333</c:v>
                </c:pt>
                <c:pt idx="52730">
                  <c:v>45538.518055555563</c:v>
                </c:pt>
                <c:pt idx="52731">
                  <c:v>45538.518750000003</c:v>
                </c:pt>
                <c:pt idx="52732">
                  <c:v>45538.527083333327</c:v>
                </c:pt>
                <c:pt idx="52733">
                  <c:v>45538.539583333331</c:v>
                </c:pt>
                <c:pt idx="52734">
                  <c:v>45538.557638888888</c:v>
                </c:pt>
                <c:pt idx="52735">
                  <c:v>45538.560416666667</c:v>
                </c:pt>
                <c:pt idx="52736">
                  <c:v>45538.594444444447</c:v>
                </c:pt>
                <c:pt idx="52737">
                  <c:v>45538.604166666657</c:v>
                </c:pt>
                <c:pt idx="52738">
                  <c:v>45538.621527777781</c:v>
                </c:pt>
                <c:pt idx="52739">
                  <c:v>45538.628472222219</c:v>
                </c:pt>
                <c:pt idx="52740">
                  <c:v>45538.509027777778</c:v>
                </c:pt>
                <c:pt idx="52741">
                  <c:v>45538.634722222218</c:v>
                </c:pt>
                <c:pt idx="52742">
                  <c:v>45538.647222222222</c:v>
                </c:pt>
                <c:pt idx="52743">
                  <c:v>45538.681250000001</c:v>
                </c:pt>
                <c:pt idx="52744">
                  <c:v>45538.6875</c:v>
                </c:pt>
                <c:pt idx="52745">
                  <c:v>45538.726388888892</c:v>
                </c:pt>
                <c:pt idx="52746">
                  <c:v>45547.21875</c:v>
                </c:pt>
                <c:pt idx="52747">
                  <c:v>45547.134722222218</c:v>
                </c:pt>
                <c:pt idx="52748">
                  <c:v>45538.746527777781</c:v>
                </c:pt>
                <c:pt idx="52749">
                  <c:v>45538.753472222219</c:v>
                </c:pt>
                <c:pt idx="52750">
                  <c:v>45538.754861111112</c:v>
                </c:pt>
                <c:pt idx="52751">
                  <c:v>45538.757638888892</c:v>
                </c:pt>
                <c:pt idx="52752">
                  <c:v>45538.770138888889</c:v>
                </c:pt>
                <c:pt idx="52753">
                  <c:v>45538.777083333327</c:v>
                </c:pt>
                <c:pt idx="52754">
                  <c:v>45538.644444444442</c:v>
                </c:pt>
                <c:pt idx="52755">
                  <c:v>45538.504861111112</c:v>
                </c:pt>
                <c:pt idx="52756">
                  <c:v>45547.263888888891</c:v>
                </c:pt>
                <c:pt idx="52757">
                  <c:v>45547.279861111107</c:v>
                </c:pt>
                <c:pt idx="52758">
                  <c:v>45537.82916666667</c:v>
                </c:pt>
                <c:pt idx="52759">
                  <c:v>45537.829861111109</c:v>
                </c:pt>
                <c:pt idx="52760">
                  <c:v>45537.830555555563</c:v>
                </c:pt>
                <c:pt idx="52761">
                  <c:v>45547.345833333333</c:v>
                </c:pt>
                <c:pt idx="52762">
                  <c:v>45537.831944444442</c:v>
                </c:pt>
                <c:pt idx="52763">
                  <c:v>45537.834027777782</c:v>
                </c:pt>
                <c:pt idx="52764">
                  <c:v>45537.859722222223</c:v>
                </c:pt>
                <c:pt idx="52765">
                  <c:v>45537.863888888889</c:v>
                </c:pt>
                <c:pt idx="52766">
                  <c:v>45537.872916666667</c:v>
                </c:pt>
                <c:pt idx="52767">
                  <c:v>45537.877083333333</c:v>
                </c:pt>
                <c:pt idx="52768">
                  <c:v>45537.95</c:v>
                </c:pt>
                <c:pt idx="52769">
                  <c:v>45547.332638888889</c:v>
                </c:pt>
                <c:pt idx="52770">
                  <c:v>45547.332638888889</c:v>
                </c:pt>
                <c:pt idx="52771">
                  <c:v>45537.956250000003</c:v>
                </c:pt>
                <c:pt idx="52772">
                  <c:v>45537.961111111108</c:v>
                </c:pt>
                <c:pt idx="52773">
                  <c:v>45537.996527777781</c:v>
                </c:pt>
                <c:pt idx="52774">
                  <c:v>45538.005555555559</c:v>
                </c:pt>
                <c:pt idx="52775">
                  <c:v>45538.019444444442</c:v>
                </c:pt>
                <c:pt idx="52776">
                  <c:v>45538.069444444453</c:v>
                </c:pt>
                <c:pt idx="52777">
                  <c:v>45538.242361111108</c:v>
                </c:pt>
                <c:pt idx="52778">
                  <c:v>45538.269444444442</c:v>
                </c:pt>
                <c:pt idx="52779">
                  <c:v>45538.319444444453</c:v>
                </c:pt>
                <c:pt idx="52780">
                  <c:v>45538.384722222218</c:v>
                </c:pt>
                <c:pt idx="52781">
                  <c:v>45538.384722222218</c:v>
                </c:pt>
                <c:pt idx="52782">
                  <c:v>45538.407638888893</c:v>
                </c:pt>
                <c:pt idx="52783">
                  <c:v>45538.409722222219</c:v>
                </c:pt>
                <c:pt idx="52784">
                  <c:v>45538.48333333333</c:v>
                </c:pt>
                <c:pt idx="52785">
                  <c:v>45538.793055555558</c:v>
                </c:pt>
                <c:pt idx="52786">
                  <c:v>45539.730555555558</c:v>
                </c:pt>
                <c:pt idx="52787">
                  <c:v>45538.795138888891</c:v>
                </c:pt>
                <c:pt idx="52788">
                  <c:v>45538.811111111107</c:v>
                </c:pt>
                <c:pt idx="52789">
                  <c:v>45539.424305555563</c:v>
                </c:pt>
                <c:pt idx="52790">
                  <c:v>45539.441666666673</c:v>
                </c:pt>
                <c:pt idx="52791">
                  <c:v>45539.465277777781</c:v>
                </c:pt>
                <c:pt idx="52792">
                  <c:v>45539.482638888891</c:v>
                </c:pt>
                <c:pt idx="52793">
                  <c:v>45539.494444444441</c:v>
                </c:pt>
                <c:pt idx="52794">
                  <c:v>45539.503472222219</c:v>
                </c:pt>
                <c:pt idx="52795">
                  <c:v>45539.51666666667</c:v>
                </c:pt>
                <c:pt idx="52796">
                  <c:v>45539.521527777782</c:v>
                </c:pt>
                <c:pt idx="52797">
                  <c:v>45539.535416666673</c:v>
                </c:pt>
                <c:pt idx="52798">
                  <c:v>45546.961111111108</c:v>
                </c:pt>
                <c:pt idx="52799">
                  <c:v>45539.543055555558</c:v>
                </c:pt>
                <c:pt idx="52800">
                  <c:v>45539.546527777777</c:v>
                </c:pt>
                <c:pt idx="52801">
                  <c:v>45539.42291666667</c:v>
                </c:pt>
                <c:pt idx="52802">
                  <c:v>45539.550694444442</c:v>
                </c:pt>
                <c:pt idx="52803">
                  <c:v>45539.588194444441</c:v>
                </c:pt>
                <c:pt idx="52804">
                  <c:v>45539.603472222218</c:v>
                </c:pt>
                <c:pt idx="52805">
                  <c:v>45539.603472222218</c:v>
                </c:pt>
                <c:pt idx="52806">
                  <c:v>45539.631944444453</c:v>
                </c:pt>
                <c:pt idx="52807">
                  <c:v>45539.63958333333</c:v>
                </c:pt>
                <c:pt idx="52808">
                  <c:v>45539.646527777782</c:v>
                </c:pt>
                <c:pt idx="52809">
                  <c:v>45539.654861111107</c:v>
                </c:pt>
                <c:pt idx="52810">
                  <c:v>45539.65625</c:v>
                </c:pt>
                <c:pt idx="52811">
                  <c:v>45539.666666666657</c:v>
                </c:pt>
                <c:pt idx="52812">
                  <c:v>45539.697916666657</c:v>
                </c:pt>
                <c:pt idx="52813">
                  <c:v>45539.715277777781</c:v>
                </c:pt>
                <c:pt idx="52814">
                  <c:v>45539.71875</c:v>
                </c:pt>
                <c:pt idx="52815">
                  <c:v>45539.554166666669</c:v>
                </c:pt>
                <c:pt idx="52816">
                  <c:v>45539.412499999999</c:v>
                </c:pt>
                <c:pt idx="52817">
                  <c:v>45539.409722222219</c:v>
                </c:pt>
                <c:pt idx="52818">
                  <c:v>45539.37222222222</c:v>
                </c:pt>
                <c:pt idx="52819">
                  <c:v>45538.826388888891</c:v>
                </c:pt>
                <c:pt idx="52820">
                  <c:v>45538.832638888889</c:v>
                </c:pt>
                <c:pt idx="52821">
                  <c:v>45538.84652777778</c:v>
                </c:pt>
                <c:pt idx="52822">
                  <c:v>45538.85</c:v>
                </c:pt>
                <c:pt idx="52823">
                  <c:v>45538.857638888891</c:v>
                </c:pt>
                <c:pt idx="52824">
                  <c:v>45538.861111111109</c:v>
                </c:pt>
                <c:pt idx="52825">
                  <c:v>45538.875</c:v>
                </c:pt>
                <c:pt idx="52826">
                  <c:v>45538.886805555558</c:v>
                </c:pt>
                <c:pt idx="52827">
                  <c:v>45538.88958333333</c:v>
                </c:pt>
                <c:pt idx="52828">
                  <c:v>45538.902083333327</c:v>
                </c:pt>
                <c:pt idx="52829">
                  <c:v>45538.907638888893</c:v>
                </c:pt>
                <c:pt idx="52830">
                  <c:v>45538.924305555563</c:v>
                </c:pt>
                <c:pt idx="52831">
                  <c:v>45538.936805555553</c:v>
                </c:pt>
                <c:pt idx="52832">
                  <c:v>45547.076388888891</c:v>
                </c:pt>
                <c:pt idx="52833">
                  <c:v>45546.981249999997</c:v>
                </c:pt>
                <c:pt idx="52834">
                  <c:v>45538.963888888888</c:v>
                </c:pt>
                <c:pt idx="52835">
                  <c:v>45538.974305555559</c:v>
                </c:pt>
                <c:pt idx="52836">
                  <c:v>45538.993055555547</c:v>
                </c:pt>
                <c:pt idx="52837">
                  <c:v>45538.997916666667</c:v>
                </c:pt>
                <c:pt idx="52838">
                  <c:v>45539.130555555559</c:v>
                </c:pt>
                <c:pt idx="52839">
                  <c:v>45539.166666666657</c:v>
                </c:pt>
                <c:pt idx="52840">
                  <c:v>45539.211805555547</c:v>
                </c:pt>
                <c:pt idx="52841">
                  <c:v>45539.258333333331</c:v>
                </c:pt>
                <c:pt idx="52842">
                  <c:v>45539.28402777778</c:v>
                </c:pt>
                <c:pt idx="52843">
                  <c:v>45539.323611111111</c:v>
                </c:pt>
                <c:pt idx="52844">
                  <c:v>45539.34097222222</c:v>
                </c:pt>
                <c:pt idx="52845">
                  <c:v>45539.371527777781</c:v>
                </c:pt>
                <c:pt idx="52846">
                  <c:v>45538.8</c:v>
                </c:pt>
                <c:pt idx="52847">
                  <c:v>45541.995138888888</c:v>
                </c:pt>
                <c:pt idx="52848">
                  <c:v>45542.019444444442</c:v>
                </c:pt>
                <c:pt idx="52849">
                  <c:v>45542.043055555558</c:v>
                </c:pt>
                <c:pt idx="52850">
                  <c:v>45544.827777777777</c:v>
                </c:pt>
                <c:pt idx="52851">
                  <c:v>45546.686111111107</c:v>
                </c:pt>
                <c:pt idx="52852">
                  <c:v>45544.835416666669</c:v>
                </c:pt>
                <c:pt idx="52853">
                  <c:v>45544.845833333333</c:v>
                </c:pt>
                <c:pt idx="52854">
                  <c:v>45544.850694444453</c:v>
                </c:pt>
                <c:pt idx="52855">
                  <c:v>45544.878472222219</c:v>
                </c:pt>
                <c:pt idx="52856">
                  <c:v>45544.890277777777</c:v>
                </c:pt>
                <c:pt idx="52857">
                  <c:v>45544.897222222222</c:v>
                </c:pt>
                <c:pt idx="52858">
                  <c:v>45546.670138888891</c:v>
                </c:pt>
                <c:pt idx="52859">
                  <c:v>45544.975694444453</c:v>
                </c:pt>
                <c:pt idx="52860">
                  <c:v>45545.084027777782</c:v>
                </c:pt>
                <c:pt idx="52861">
                  <c:v>45545.113194444442</c:v>
                </c:pt>
                <c:pt idx="52862">
                  <c:v>45544.825694444437</c:v>
                </c:pt>
                <c:pt idx="52863">
                  <c:v>45545.145833333343</c:v>
                </c:pt>
                <c:pt idx="52864">
                  <c:v>45545.28402777778</c:v>
                </c:pt>
                <c:pt idx="52865">
                  <c:v>45545.290972222218</c:v>
                </c:pt>
                <c:pt idx="52866">
                  <c:v>45545.30972222222</c:v>
                </c:pt>
                <c:pt idx="52867">
                  <c:v>45546.658333333333</c:v>
                </c:pt>
                <c:pt idx="52868">
                  <c:v>45545.324999999997</c:v>
                </c:pt>
                <c:pt idx="52869">
                  <c:v>45545.342361111107</c:v>
                </c:pt>
                <c:pt idx="52870">
                  <c:v>45545.34375</c:v>
                </c:pt>
                <c:pt idx="52871">
                  <c:v>45545.354861111111</c:v>
                </c:pt>
                <c:pt idx="52872">
                  <c:v>45546.647916666669</c:v>
                </c:pt>
                <c:pt idx="52873">
                  <c:v>45545.368750000001</c:v>
                </c:pt>
                <c:pt idx="52874">
                  <c:v>45545.375694444447</c:v>
                </c:pt>
                <c:pt idx="52875">
                  <c:v>45545.381944444453</c:v>
                </c:pt>
                <c:pt idx="52876">
                  <c:v>45545.229861111111</c:v>
                </c:pt>
                <c:pt idx="52877">
                  <c:v>45544.815972222219</c:v>
                </c:pt>
                <c:pt idx="52878">
                  <c:v>45544.815972222219</c:v>
                </c:pt>
                <c:pt idx="52879">
                  <c:v>45544.802777777782</c:v>
                </c:pt>
                <c:pt idx="52880">
                  <c:v>45544.5</c:v>
                </c:pt>
                <c:pt idx="52881">
                  <c:v>45544.509722222218</c:v>
                </c:pt>
                <c:pt idx="52882">
                  <c:v>45544.511111111111</c:v>
                </c:pt>
                <c:pt idx="52883">
                  <c:v>45544.525000000001</c:v>
                </c:pt>
                <c:pt idx="52884">
                  <c:v>45544.54791666667</c:v>
                </c:pt>
                <c:pt idx="52885">
                  <c:v>45544.54791666667</c:v>
                </c:pt>
                <c:pt idx="52886">
                  <c:v>45544.561111111107</c:v>
                </c:pt>
                <c:pt idx="52887">
                  <c:v>45544.576388888891</c:v>
                </c:pt>
                <c:pt idx="52888">
                  <c:v>45544.581944444442</c:v>
                </c:pt>
                <c:pt idx="52889">
                  <c:v>45544.597916666673</c:v>
                </c:pt>
                <c:pt idx="52890">
                  <c:v>45544.609027777777</c:v>
                </c:pt>
                <c:pt idx="52891">
                  <c:v>45544.620138888888</c:v>
                </c:pt>
                <c:pt idx="52892">
                  <c:v>45544.625</c:v>
                </c:pt>
                <c:pt idx="52893">
                  <c:v>45544.680555555547</c:v>
                </c:pt>
                <c:pt idx="52894">
                  <c:v>45544.681250000001</c:v>
                </c:pt>
                <c:pt idx="52895">
                  <c:v>45544.6875</c:v>
                </c:pt>
                <c:pt idx="52896">
                  <c:v>45544.700694444437</c:v>
                </c:pt>
                <c:pt idx="52897">
                  <c:v>45544.728472222218</c:v>
                </c:pt>
                <c:pt idx="52898">
                  <c:v>45544.729166666657</c:v>
                </c:pt>
                <c:pt idx="52899">
                  <c:v>45544.732638888891</c:v>
                </c:pt>
                <c:pt idx="52900">
                  <c:v>45544.747916666667</c:v>
                </c:pt>
                <c:pt idx="52901">
                  <c:v>45544.754861111112</c:v>
                </c:pt>
                <c:pt idx="52902">
                  <c:v>45544.754861111112</c:v>
                </c:pt>
                <c:pt idx="52903">
                  <c:v>45544.768750000003</c:v>
                </c:pt>
                <c:pt idx="52904">
                  <c:v>45544.773611111108</c:v>
                </c:pt>
                <c:pt idx="52905">
                  <c:v>45544.787499999999</c:v>
                </c:pt>
                <c:pt idx="52906">
                  <c:v>45546.695833333331</c:v>
                </c:pt>
                <c:pt idx="52907">
                  <c:v>45545.418749999997</c:v>
                </c:pt>
                <c:pt idx="52908">
                  <c:v>45544.488194444442</c:v>
                </c:pt>
                <c:pt idx="52909">
                  <c:v>45545.431944444441</c:v>
                </c:pt>
                <c:pt idx="52910">
                  <c:v>45545.440972222219</c:v>
                </c:pt>
                <c:pt idx="52911">
                  <c:v>45545.857638888891</c:v>
                </c:pt>
                <c:pt idx="52912">
                  <c:v>45545.85833333333</c:v>
                </c:pt>
                <c:pt idx="52913">
                  <c:v>45545.859722222223</c:v>
                </c:pt>
                <c:pt idx="52914">
                  <c:v>45545.875</c:v>
                </c:pt>
                <c:pt idx="52915">
                  <c:v>45545.927083333343</c:v>
                </c:pt>
                <c:pt idx="52916">
                  <c:v>45545.954861111109</c:v>
                </c:pt>
                <c:pt idx="52917">
                  <c:v>45545.986111111109</c:v>
                </c:pt>
                <c:pt idx="52918">
                  <c:v>45546.111111111109</c:v>
                </c:pt>
                <c:pt idx="52919">
                  <c:v>45546.119444444441</c:v>
                </c:pt>
                <c:pt idx="52920">
                  <c:v>45546.196527777778</c:v>
                </c:pt>
                <c:pt idx="52921">
                  <c:v>45546.297222222223</c:v>
                </c:pt>
                <c:pt idx="52922">
                  <c:v>45546.298611111109</c:v>
                </c:pt>
                <c:pt idx="52923">
                  <c:v>45545.840277777781</c:v>
                </c:pt>
                <c:pt idx="52924">
                  <c:v>45546.318055555559</c:v>
                </c:pt>
                <c:pt idx="52925">
                  <c:v>45546.635416666657</c:v>
                </c:pt>
                <c:pt idx="52926">
                  <c:v>45546.388194444437</c:v>
                </c:pt>
                <c:pt idx="52927">
                  <c:v>45546.415277777778</c:v>
                </c:pt>
                <c:pt idx="52928">
                  <c:v>45546.432638888888</c:v>
                </c:pt>
                <c:pt idx="52929">
                  <c:v>45546.449305555558</c:v>
                </c:pt>
                <c:pt idx="52930">
                  <c:v>45546.455555555563</c:v>
                </c:pt>
                <c:pt idx="52931">
                  <c:v>45546.510416666657</c:v>
                </c:pt>
                <c:pt idx="52932">
                  <c:v>45546.519444444442</c:v>
                </c:pt>
                <c:pt idx="52933">
                  <c:v>45546.524305555547</c:v>
                </c:pt>
                <c:pt idx="52934">
                  <c:v>45546.54791666667</c:v>
                </c:pt>
                <c:pt idx="52935">
                  <c:v>45546.564583333333</c:v>
                </c:pt>
                <c:pt idx="52936">
                  <c:v>45546.569444444453</c:v>
                </c:pt>
                <c:pt idx="52937">
                  <c:v>45546.336111111108</c:v>
                </c:pt>
                <c:pt idx="52938">
                  <c:v>45545.829861111109</c:v>
                </c:pt>
                <c:pt idx="52939">
                  <c:v>45545.82708333333</c:v>
                </c:pt>
                <c:pt idx="52940">
                  <c:v>45545.824305555558</c:v>
                </c:pt>
                <c:pt idx="52941">
                  <c:v>45545.459027777782</c:v>
                </c:pt>
                <c:pt idx="52942">
                  <c:v>45545.475694444453</c:v>
                </c:pt>
                <c:pt idx="52943">
                  <c:v>45545.488194444442</c:v>
                </c:pt>
                <c:pt idx="52944">
                  <c:v>45545.503472222219</c:v>
                </c:pt>
                <c:pt idx="52945">
                  <c:v>45545.517361111109</c:v>
                </c:pt>
                <c:pt idx="52946">
                  <c:v>45545.517361111109</c:v>
                </c:pt>
                <c:pt idx="52947">
                  <c:v>45545.520833333343</c:v>
                </c:pt>
                <c:pt idx="52948">
                  <c:v>45545.522916666669</c:v>
                </c:pt>
                <c:pt idx="52949">
                  <c:v>45545.544444444437</c:v>
                </c:pt>
                <c:pt idx="52950">
                  <c:v>45545.570138888892</c:v>
                </c:pt>
                <c:pt idx="52951">
                  <c:v>45545.589583333327</c:v>
                </c:pt>
                <c:pt idx="52952">
                  <c:v>45545.602083333331</c:v>
                </c:pt>
                <c:pt idx="52953">
                  <c:v>45545.636111111111</c:v>
                </c:pt>
                <c:pt idx="52954">
                  <c:v>45545.65347222222</c:v>
                </c:pt>
                <c:pt idx="52955">
                  <c:v>45545.688888888893</c:v>
                </c:pt>
                <c:pt idx="52956">
                  <c:v>45545.689583333333</c:v>
                </c:pt>
                <c:pt idx="52957">
                  <c:v>45545.695833333331</c:v>
                </c:pt>
                <c:pt idx="52958">
                  <c:v>45545.707638888889</c:v>
                </c:pt>
                <c:pt idx="52959">
                  <c:v>45545.708333333343</c:v>
                </c:pt>
                <c:pt idx="52960">
                  <c:v>45545.740277777782</c:v>
                </c:pt>
                <c:pt idx="52961">
                  <c:v>45545.740972222222</c:v>
                </c:pt>
                <c:pt idx="52962">
                  <c:v>45545.753472222219</c:v>
                </c:pt>
                <c:pt idx="52963">
                  <c:v>45546.63958333333</c:v>
                </c:pt>
                <c:pt idx="52964">
                  <c:v>45545.797222222223</c:v>
                </c:pt>
                <c:pt idx="52965">
                  <c:v>45545.821527777778</c:v>
                </c:pt>
                <c:pt idx="52966">
                  <c:v>45546.63958333333</c:v>
                </c:pt>
                <c:pt idx="52967">
                  <c:v>45545.821527777778</c:v>
                </c:pt>
                <c:pt idx="52968">
                  <c:v>45545.433333333327</c:v>
                </c:pt>
                <c:pt idx="52969">
                  <c:v>45544.481944444437</c:v>
                </c:pt>
                <c:pt idx="52970">
                  <c:v>45544.475694444453</c:v>
                </c:pt>
                <c:pt idx="52971">
                  <c:v>45544.47152777778</c:v>
                </c:pt>
                <c:pt idx="52972">
                  <c:v>45542.863194444442</c:v>
                </c:pt>
                <c:pt idx="52973">
                  <c:v>45542.863888888889</c:v>
                </c:pt>
                <c:pt idx="52974">
                  <c:v>45542.868055555547</c:v>
                </c:pt>
                <c:pt idx="52975">
                  <c:v>45542.881249999999</c:v>
                </c:pt>
                <c:pt idx="52976">
                  <c:v>45543.032638888893</c:v>
                </c:pt>
                <c:pt idx="52977">
                  <c:v>45543.251388888893</c:v>
                </c:pt>
                <c:pt idx="52978">
                  <c:v>45543.287499999999</c:v>
                </c:pt>
                <c:pt idx="52979">
                  <c:v>45543.35833333333</c:v>
                </c:pt>
                <c:pt idx="52980">
                  <c:v>45543.363194444442</c:v>
                </c:pt>
                <c:pt idx="52981">
                  <c:v>45543.364583333343</c:v>
                </c:pt>
                <c:pt idx="52982">
                  <c:v>45543.365277777782</c:v>
                </c:pt>
                <c:pt idx="52983">
                  <c:v>45543.406944444447</c:v>
                </c:pt>
                <c:pt idx="52984">
                  <c:v>45542.809027777781</c:v>
                </c:pt>
                <c:pt idx="52985">
                  <c:v>45546.851388888892</c:v>
                </c:pt>
                <c:pt idx="52986">
                  <c:v>45543.415972222218</c:v>
                </c:pt>
                <c:pt idx="52987">
                  <c:v>45543.42083333333</c:v>
                </c:pt>
                <c:pt idx="52988">
                  <c:v>45543.426388888889</c:v>
                </c:pt>
                <c:pt idx="52989">
                  <c:v>45543.445138888892</c:v>
                </c:pt>
                <c:pt idx="52990">
                  <c:v>45543.461111111108</c:v>
                </c:pt>
                <c:pt idx="52991">
                  <c:v>45543.465277777781</c:v>
                </c:pt>
                <c:pt idx="52992">
                  <c:v>45543.476388888892</c:v>
                </c:pt>
                <c:pt idx="52993">
                  <c:v>45543.476388888892</c:v>
                </c:pt>
                <c:pt idx="52994">
                  <c:v>45543.486111111109</c:v>
                </c:pt>
                <c:pt idx="52995">
                  <c:v>45543.504166666673</c:v>
                </c:pt>
                <c:pt idx="52996">
                  <c:v>45543.53402777778</c:v>
                </c:pt>
                <c:pt idx="52997">
                  <c:v>45543.548611111109</c:v>
                </c:pt>
                <c:pt idx="52998">
                  <c:v>45546.832638888889</c:v>
                </c:pt>
                <c:pt idx="52999">
                  <c:v>45542.801388888889</c:v>
                </c:pt>
                <c:pt idx="53000">
                  <c:v>45542.777777777781</c:v>
                </c:pt>
                <c:pt idx="53001">
                  <c:v>45542.763194444437</c:v>
                </c:pt>
                <c:pt idx="53002">
                  <c:v>45542.227777777778</c:v>
                </c:pt>
                <c:pt idx="53003">
                  <c:v>45542.268055555563</c:v>
                </c:pt>
                <c:pt idx="53004">
                  <c:v>45542.269444444442</c:v>
                </c:pt>
                <c:pt idx="53005">
                  <c:v>45542.424305555563</c:v>
                </c:pt>
                <c:pt idx="53006">
                  <c:v>45542.430555555547</c:v>
                </c:pt>
                <c:pt idx="53007">
                  <c:v>45542.432638888888</c:v>
                </c:pt>
                <c:pt idx="53008">
                  <c:v>45542.460416666669</c:v>
                </c:pt>
                <c:pt idx="53009">
                  <c:v>45542.467361111107</c:v>
                </c:pt>
                <c:pt idx="53010">
                  <c:v>45542.487500000003</c:v>
                </c:pt>
                <c:pt idx="53011">
                  <c:v>45542.507638888892</c:v>
                </c:pt>
                <c:pt idx="53012">
                  <c:v>45542.509722222218</c:v>
                </c:pt>
                <c:pt idx="53013">
                  <c:v>45546.865972222222</c:v>
                </c:pt>
                <c:pt idx="53014">
                  <c:v>45542.549305555563</c:v>
                </c:pt>
                <c:pt idx="53015">
                  <c:v>45542.563194444447</c:v>
                </c:pt>
                <c:pt idx="53016">
                  <c:v>45542.585416666669</c:v>
                </c:pt>
                <c:pt idx="53017">
                  <c:v>45542.598611111112</c:v>
                </c:pt>
                <c:pt idx="53018">
                  <c:v>45542.627083333333</c:v>
                </c:pt>
                <c:pt idx="53019">
                  <c:v>45542.638888888891</c:v>
                </c:pt>
                <c:pt idx="53020">
                  <c:v>45542.64166666667</c:v>
                </c:pt>
                <c:pt idx="53021">
                  <c:v>45542.65</c:v>
                </c:pt>
                <c:pt idx="53022">
                  <c:v>45546.86041666667</c:v>
                </c:pt>
                <c:pt idx="53023">
                  <c:v>45542.696527777778</c:v>
                </c:pt>
                <c:pt idx="53024">
                  <c:v>45542.7</c:v>
                </c:pt>
                <c:pt idx="53025">
                  <c:v>45542.702777777777</c:v>
                </c:pt>
                <c:pt idx="53026">
                  <c:v>45542.718055555553</c:v>
                </c:pt>
                <c:pt idx="53027">
                  <c:v>45542.727777777778</c:v>
                </c:pt>
                <c:pt idx="53028">
                  <c:v>45542.759722222218</c:v>
                </c:pt>
                <c:pt idx="53029">
                  <c:v>45546.807638888888</c:v>
                </c:pt>
                <c:pt idx="53030">
                  <c:v>45543.575694444437</c:v>
                </c:pt>
                <c:pt idx="53031">
                  <c:v>45543.576388888891</c:v>
                </c:pt>
                <c:pt idx="53032">
                  <c:v>45543.57708333333</c:v>
                </c:pt>
                <c:pt idx="53033">
                  <c:v>45543.897916666669</c:v>
                </c:pt>
                <c:pt idx="53034">
                  <c:v>45546.756944444453</c:v>
                </c:pt>
                <c:pt idx="53035">
                  <c:v>45543.906944444447</c:v>
                </c:pt>
                <c:pt idx="53036">
                  <c:v>45543.915277777778</c:v>
                </c:pt>
                <c:pt idx="53037">
                  <c:v>45546.751388888893</c:v>
                </c:pt>
                <c:pt idx="53038">
                  <c:v>45543.918749999997</c:v>
                </c:pt>
                <c:pt idx="53039">
                  <c:v>45543.923611111109</c:v>
                </c:pt>
                <c:pt idx="53040">
                  <c:v>45543.929861111108</c:v>
                </c:pt>
                <c:pt idx="53041">
                  <c:v>45543.932638888888</c:v>
                </c:pt>
                <c:pt idx="53042">
                  <c:v>45543.947916666657</c:v>
                </c:pt>
                <c:pt idx="53043">
                  <c:v>45543.95416666667</c:v>
                </c:pt>
                <c:pt idx="53044">
                  <c:v>45543.970833333333</c:v>
                </c:pt>
                <c:pt idx="53045">
                  <c:v>45543.981249999997</c:v>
                </c:pt>
                <c:pt idx="53046">
                  <c:v>45544.004166666673</c:v>
                </c:pt>
                <c:pt idx="53047">
                  <c:v>45544.01458333333</c:v>
                </c:pt>
                <c:pt idx="53048">
                  <c:v>45544.01666666667</c:v>
                </c:pt>
                <c:pt idx="53049">
                  <c:v>45544.104861111111</c:v>
                </c:pt>
                <c:pt idx="53050">
                  <c:v>45544.13958333333</c:v>
                </c:pt>
                <c:pt idx="53051">
                  <c:v>45544.161805555559</c:v>
                </c:pt>
                <c:pt idx="53052">
                  <c:v>45546.70208333333</c:v>
                </c:pt>
                <c:pt idx="53053">
                  <c:v>45544.324305555558</c:v>
                </c:pt>
                <c:pt idx="53054">
                  <c:v>45544.34375</c:v>
                </c:pt>
                <c:pt idx="53055">
                  <c:v>45544.34652777778</c:v>
                </c:pt>
                <c:pt idx="53056">
                  <c:v>45544.404166666667</c:v>
                </c:pt>
                <c:pt idx="53057">
                  <c:v>45544.405555555553</c:v>
                </c:pt>
                <c:pt idx="53058">
                  <c:v>45544.438194444447</c:v>
                </c:pt>
                <c:pt idx="53059">
                  <c:v>45544.447916666657</c:v>
                </c:pt>
                <c:pt idx="53060">
                  <c:v>45543.89166666667</c:v>
                </c:pt>
                <c:pt idx="53061">
                  <c:v>45537.82708333333</c:v>
                </c:pt>
                <c:pt idx="53062">
                  <c:v>45543.890277777777</c:v>
                </c:pt>
                <c:pt idx="53063">
                  <c:v>45543.861805555563</c:v>
                </c:pt>
                <c:pt idx="53064">
                  <c:v>45543.59097222222</c:v>
                </c:pt>
                <c:pt idx="53065">
                  <c:v>45543.605555555558</c:v>
                </c:pt>
                <c:pt idx="53066">
                  <c:v>45543.617361111108</c:v>
                </c:pt>
                <c:pt idx="53067">
                  <c:v>45543.629166666673</c:v>
                </c:pt>
                <c:pt idx="53068">
                  <c:v>45543.632638888892</c:v>
                </c:pt>
                <c:pt idx="53069">
                  <c:v>45543.652083333327</c:v>
                </c:pt>
                <c:pt idx="53070">
                  <c:v>45546.79791666667</c:v>
                </c:pt>
                <c:pt idx="53071">
                  <c:v>45543.682638888888</c:v>
                </c:pt>
                <c:pt idx="53072">
                  <c:v>45546.772222222222</c:v>
                </c:pt>
                <c:pt idx="53073">
                  <c:v>45543.70208333333</c:v>
                </c:pt>
                <c:pt idx="53074">
                  <c:v>45543.707638888889</c:v>
                </c:pt>
                <c:pt idx="53075">
                  <c:v>45543.709027777782</c:v>
                </c:pt>
                <c:pt idx="53076">
                  <c:v>45543.717361111107</c:v>
                </c:pt>
                <c:pt idx="53077">
                  <c:v>45543.734027777777</c:v>
                </c:pt>
                <c:pt idx="53078">
                  <c:v>45543.737500000003</c:v>
                </c:pt>
                <c:pt idx="53079">
                  <c:v>45543.738888888889</c:v>
                </c:pt>
                <c:pt idx="53080">
                  <c:v>45546.759722222218</c:v>
                </c:pt>
                <c:pt idx="53081">
                  <c:v>45543.746527777781</c:v>
                </c:pt>
                <c:pt idx="53082">
                  <c:v>45543.75</c:v>
                </c:pt>
                <c:pt idx="53083">
                  <c:v>45543.763888888891</c:v>
                </c:pt>
                <c:pt idx="53084">
                  <c:v>45543.773611111108</c:v>
                </c:pt>
                <c:pt idx="53085">
                  <c:v>45543.8</c:v>
                </c:pt>
                <c:pt idx="53086">
                  <c:v>45543.800694444442</c:v>
                </c:pt>
                <c:pt idx="53087">
                  <c:v>45543.806944444441</c:v>
                </c:pt>
                <c:pt idx="53088">
                  <c:v>45543.820833333331</c:v>
                </c:pt>
                <c:pt idx="53089">
                  <c:v>45543.836111111108</c:v>
                </c:pt>
                <c:pt idx="53090">
                  <c:v>45543.854861111111</c:v>
                </c:pt>
                <c:pt idx="53091">
                  <c:v>45543.876388888893</c:v>
                </c:pt>
                <c:pt idx="53092">
                  <c:v>45527.729166666657</c:v>
                </c:pt>
                <c:pt idx="53093">
                  <c:v>45537.815972222219</c:v>
                </c:pt>
                <c:pt idx="53094">
                  <c:v>45537.8125</c:v>
                </c:pt>
                <c:pt idx="53095">
                  <c:v>45531.413888888892</c:v>
                </c:pt>
                <c:pt idx="53096">
                  <c:v>45531.426388888889</c:v>
                </c:pt>
                <c:pt idx="53097">
                  <c:v>45531.429166666669</c:v>
                </c:pt>
                <c:pt idx="53098">
                  <c:v>45531.446527777778</c:v>
                </c:pt>
                <c:pt idx="53099">
                  <c:v>45531.447222222218</c:v>
                </c:pt>
                <c:pt idx="53100">
                  <c:v>45531.451388888891</c:v>
                </c:pt>
                <c:pt idx="53101">
                  <c:v>45531.454861111109</c:v>
                </c:pt>
                <c:pt idx="53102">
                  <c:v>45531.461805555547</c:v>
                </c:pt>
                <c:pt idx="53103">
                  <c:v>45531.48541666667</c:v>
                </c:pt>
                <c:pt idx="53104">
                  <c:v>45531.518750000003</c:v>
                </c:pt>
                <c:pt idx="53105">
                  <c:v>45531.543749999997</c:v>
                </c:pt>
                <c:pt idx="53106">
                  <c:v>45531.561805555553</c:v>
                </c:pt>
                <c:pt idx="53107">
                  <c:v>45531.40625</c:v>
                </c:pt>
                <c:pt idx="53108">
                  <c:v>45531.563888888893</c:v>
                </c:pt>
                <c:pt idx="53109">
                  <c:v>45531.573611111111</c:v>
                </c:pt>
                <c:pt idx="53110">
                  <c:v>45547.556250000001</c:v>
                </c:pt>
                <c:pt idx="53111">
                  <c:v>45531.597222222219</c:v>
                </c:pt>
                <c:pt idx="53112">
                  <c:v>45531.597222222219</c:v>
                </c:pt>
                <c:pt idx="53113">
                  <c:v>45531.597916666673</c:v>
                </c:pt>
                <c:pt idx="53114">
                  <c:v>45531.617361111108</c:v>
                </c:pt>
                <c:pt idx="53115">
                  <c:v>45531.627083333333</c:v>
                </c:pt>
                <c:pt idx="53116">
                  <c:v>45531.62777777778</c:v>
                </c:pt>
                <c:pt idx="53117">
                  <c:v>45531.647916666669</c:v>
                </c:pt>
                <c:pt idx="53118">
                  <c:v>45531.655555555553</c:v>
                </c:pt>
                <c:pt idx="53119">
                  <c:v>45531.668749999997</c:v>
                </c:pt>
                <c:pt idx="53120">
                  <c:v>45531.686111111107</c:v>
                </c:pt>
                <c:pt idx="53121">
                  <c:v>45531.570138888892</c:v>
                </c:pt>
                <c:pt idx="53122">
                  <c:v>45531.405555555553</c:v>
                </c:pt>
                <c:pt idx="53123">
                  <c:v>45531.390972222223</c:v>
                </c:pt>
                <c:pt idx="53124">
                  <c:v>45531.370833333327</c:v>
                </c:pt>
                <c:pt idx="53125">
                  <c:v>45530.60833333333</c:v>
                </c:pt>
                <c:pt idx="53126">
                  <c:v>45547.557638888888</c:v>
                </c:pt>
                <c:pt idx="53127">
                  <c:v>45530.625694444447</c:v>
                </c:pt>
                <c:pt idx="53128">
                  <c:v>45530.629861111112</c:v>
                </c:pt>
                <c:pt idx="53129">
                  <c:v>45530.650694444441</c:v>
                </c:pt>
                <c:pt idx="53130">
                  <c:v>45530.661805555559</c:v>
                </c:pt>
                <c:pt idx="53131">
                  <c:v>45530.663194444453</c:v>
                </c:pt>
                <c:pt idx="53132">
                  <c:v>45530.679861111108</c:v>
                </c:pt>
                <c:pt idx="53133">
                  <c:v>45530.696527777778</c:v>
                </c:pt>
                <c:pt idx="53134">
                  <c:v>45530.697222222218</c:v>
                </c:pt>
                <c:pt idx="53135">
                  <c:v>45530.715277777781</c:v>
                </c:pt>
                <c:pt idx="53136">
                  <c:v>45530.72152777778</c:v>
                </c:pt>
                <c:pt idx="53137">
                  <c:v>45530.72152777778</c:v>
                </c:pt>
                <c:pt idx="53138">
                  <c:v>45530.741666666669</c:v>
                </c:pt>
                <c:pt idx="53139">
                  <c:v>45530.759027777778</c:v>
                </c:pt>
                <c:pt idx="53140">
                  <c:v>45530.771527777782</c:v>
                </c:pt>
                <c:pt idx="53141">
                  <c:v>45530.79791666667</c:v>
                </c:pt>
                <c:pt idx="53142">
                  <c:v>45530.807638888888</c:v>
                </c:pt>
                <c:pt idx="53143">
                  <c:v>45530.820833333331</c:v>
                </c:pt>
                <c:pt idx="53144">
                  <c:v>45530.885416666657</c:v>
                </c:pt>
                <c:pt idx="53145">
                  <c:v>45530.893055555563</c:v>
                </c:pt>
                <c:pt idx="53146">
                  <c:v>45530.935416666667</c:v>
                </c:pt>
                <c:pt idx="53147">
                  <c:v>45530.947916666657</c:v>
                </c:pt>
                <c:pt idx="53148">
                  <c:v>45530.969444444447</c:v>
                </c:pt>
                <c:pt idx="53149">
                  <c:v>45531.186111111107</c:v>
                </c:pt>
                <c:pt idx="53150">
                  <c:v>45531.25</c:v>
                </c:pt>
                <c:pt idx="53151">
                  <c:v>45531.256944444453</c:v>
                </c:pt>
                <c:pt idx="53152">
                  <c:v>45531.7</c:v>
                </c:pt>
                <c:pt idx="53153">
                  <c:v>45530.604861111111</c:v>
                </c:pt>
                <c:pt idx="53154">
                  <c:v>45531.716666666667</c:v>
                </c:pt>
                <c:pt idx="53155">
                  <c:v>45531.741666666669</c:v>
                </c:pt>
                <c:pt idx="53156">
                  <c:v>45532.462500000001</c:v>
                </c:pt>
                <c:pt idx="53157">
                  <c:v>45532.463194444441</c:v>
                </c:pt>
                <c:pt idx="53158">
                  <c:v>45532.474305555559</c:v>
                </c:pt>
                <c:pt idx="53159">
                  <c:v>45532.48333333333</c:v>
                </c:pt>
                <c:pt idx="53160">
                  <c:v>45532.496527777781</c:v>
                </c:pt>
                <c:pt idx="53161">
                  <c:v>45532.501388888893</c:v>
                </c:pt>
                <c:pt idx="53162">
                  <c:v>45532.522222222222</c:v>
                </c:pt>
                <c:pt idx="53163">
                  <c:v>45532.529861111107</c:v>
                </c:pt>
                <c:pt idx="53164">
                  <c:v>45532.548611111109</c:v>
                </c:pt>
                <c:pt idx="53165">
                  <c:v>45532.554166666669</c:v>
                </c:pt>
                <c:pt idx="53166">
                  <c:v>45532.570833333331</c:v>
                </c:pt>
                <c:pt idx="53167">
                  <c:v>45532.581250000003</c:v>
                </c:pt>
                <c:pt idx="53168">
                  <c:v>45532.430555555547</c:v>
                </c:pt>
                <c:pt idx="53169">
                  <c:v>45532.611805555563</c:v>
                </c:pt>
                <c:pt idx="53170">
                  <c:v>45532.616666666669</c:v>
                </c:pt>
                <c:pt idx="53171">
                  <c:v>45532.617361111108</c:v>
                </c:pt>
                <c:pt idx="53172">
                  <c:v>45532.620833333327</c:v>
                </c:pt>
                <c:pt idx="53173">
                  <c:v>45532.686111111107</c:v>
                </c:pt>
                <c:pt idx="53174">
                  <c:v>45532.697222222218</c:v>
                </c:pt>
                <c:pt idx="53175">
                  <c:v>45532.709722222222</c:v>
                </c:pt>
                <c:pt idx="53176">
                  <c:v>45532.711111111108</c:v>
                </c:pt>
                <c:pt idx="53177">
                  <c:v>45547.477083333331</c:v>
                </c:pt>
                <c:pt idx="53178">
                  <c:v>45532.737500000003</c:v>
                </c:pt>
                <c:pt idx="53179">
                  <c:v>45532.763194444437</c:v>
                </c:pt>
                <c:pt idx="53180">
                  <c:v>45532.791666666657</c:v>
                </c:pt>
                <c:pt idx="53181">
                  <c:v>45532.805555555547</c:v>
                </c:pt>
                <c:pt idx="53182">
                  <c:v>45532.613194444442</c:v>
                </c:pt>
                <c:pt idx="53183">
                  <c:v>45532.427777777782</c:v>
                </c:pt>
                <c:pt idx="53184">
                  <c:v>45532.413888888892</c:v>
                </c:pt>
                <c:pt idx="53185">
                  <c:v>45532.409722222219</c:v>
                </c:pt>
                <c:pt idx="53186">
                  <c:v>45531.759027777778</c:v>
                </c:pt>
                <c:pt idx="53187">
                  <c:v>45531.76458333333</c:v>
                </c:pt>
                <c:pt idx="53188">
                  <c:v>45531.768055555563</c:v>
                </c:pt>
                <c:pt idx="53189">
                  <c:v>45531.806250000001</c:v>
                </c:pt>
                <c:pt idx="53190">
                  <c:v>45531.837500000001</c:v>
                </c:pt>
                <c:pt idx="53191">
                  <c:v>45531.85</c:v>
                </c:pt>
                <c:pt idx="53192">
                  <c:v>45531.875</c:v>
                </c:pt>
                <c:pt idx="53193">
                  <c:v>45531.884027777778</c:v>
                </c:pt>
                <c:pt idx="53194">
                  <c:v>45547.549305555563</c:v>
                </c:pt>
                <c:pt idx="53195">
                  <c:v>45531.887499999997</c:v>
                </c:pt>
                <c:pt idx="53196">
                  <c:v>45531.890277777777</c:v>
                </c:pt>
                <c:pt idx="53197">
                  <c:v>45531.905555555553</c:v>
                </c:pt>
                <c:pt idx="53198">
                  <c:v>45531.909722222219</c:v>
                </c:pt>
                <c:pt idx="53199">
                  <c:v>45531.915972222218</c:v>
                </c:pt>
                <c:pt idx="53200">
                  <c:v>45531.918749999997</c:v>
                </c:pt>
                <c:pt idx="53201">
                  <c:v>45531.921527777777</c:v>
                </c:pt>
                <c:pt idx="53202">
                  <c:v>45547.542361111111</c:v>
                </c:pt>
                <c:pt idx="53203">
                  <c:v>45531.928472222222</c:v>
                </c:pt>
                <c:pt idx="53204">
                  <c:v>45531.940972222219</c:v>
                </c:pt>
                <c:pt idx="53205">
                  <c:v>45531.944444444453</c:v>
                </c:pt>
                <c:pt idx="53206">
                  <c:v>45547.534722222219</c:v>
                </c:pt>
                <c:pt idx="53207">
                  <c:v>45531.952777777777</c:v>
                </c:pt>
                <c:pt idx="53208">
                  <c:v>45531.99722222222</c:v>
                </c:pt>
                <c:pt idx="53209">
                  <c:v>45532.022916666669</c:v>
                </c:pt>
                <c:pt idx="53210">
                  <c:v>45532.338194444441</c:v>
                </c:pt>
                <c:pt idx="53211">
                  <c:v>45532.345138888893</c:v>
                </c:pt>
                <c:pt idx="53212">
                  <c:v>45532.398611111108</c:v>
                </c:pt>
                <c:pt idx="53213">
                  <c:v>45531.731944444437</c:v>
                </c:pt>
                <c:pt idx="53214">
                  <c:v>45532.81527777778</c:v>
                </c:pt>
                <c:pt idx="53215">
                  <c:v>45530.582638888889</c:v>
                </c:pt>
                <c:pt idx="53216">
                  <c:v>45530.570833333331</c:v>
                </c:pt>
                <c:pt idx="53217">
                  <c:v>45528.594444444447</c:v>
                </c:pt>
                <c:pt idx="53218">
                  <c:v>45528.609722222223</c:v>
                </c:pt>
                <c:pt idx="53219">
                  <c:v>45528.617361111108</c:v>
                </c:pt>
                <c:pt idx="53220">
                  <c:v>45528.638194444437</c:v>
                </c:pt>
                <c:pt idx="53221">
                  <c:v>45528.63958333333</c:v>
                </c:pt>
                <c:pt idx="53222">
                  <c:v>45528.699305555558</c:v>
                </c:pt>
                <c:pt idx="53223">
                  <c:v>45528.731944444437</c:v>
                </c:pt>
                <c:pt idx="53224">
                  <c:v>45528.757638888892</c:v>
                </c:pt>
                <c:pt idx="53225">
                  <c:v>45528.758333333331</c:v>
                </c:pt>
                <c:pt idx="53226">
                  <c:v>45528.793749999997</c:v>
                </c:pt>
                <c:pt idx="53227">
                  <c:v>45528.822916666657</c:v>
                </c:pt>
                <c:pt idx="53228">
                  <c:v>45528.82708333333</c:v>
                </c:pt>
                <c:pt idx="53229">
                  <c:v>45528.591666666667</c:v>
                </c:pt>
                <c:pt idx="53230">
                  <c:v>45528.855555555558</c:v>
                </c:pt>
                <c:pt idx="53231">
                  <c:v>45528.906944444447</c:v>
                </c:pt>
                <c:pt idx="53232">
                  <c:v>45528.92083333333</c:v>
                </c:pt>
                <c:pt idx="53233">
                  <c:v>45528.956944444442</c:v>
                </c:pt>
                <c:pt idx="53234">
                  <c:v>45528.981249999997</c:v>
                </c:pt>
                <c:pt idx="53235">
                  <c:v>45528.986805555563</c:v>
                </c:pt>
                <c:pt idx="53236">
                  <c:v>45529.004861111112</c:v>
                </c:pt>
                <c:pt idx="53237">
                  <c:v>45529.043055555558</c:v>
                </c:pt>
                <c:pt idx="53238">
                  <c:v>45529.112500000003</c:v>
                </c:pt>
                <c:pt idx="53239">
                  <c:v>45529.254166666673</c:v>
                </c:pt>
                <c:pt idx="53240">
                  <c:v>45529.341666666667</c:v>
                </c:pt>
                <c:pt idx="53241">
                  <c:v>45529.397222222222</c:v>
                </c:pt>
                <c:pt idx="53242">
                  <c:v>45529.412499999999</c:v>
                </c:pt>
                <c:pt idx="53243">
                  <c:v>45528.887499999997</c:v>
                </c:pt>
                <c:pt idx="53244">
                  <c:v>45528.588888888888</c:v>
                </c:pt>
                <c:pt idx="53245">
                  <c:v>45528.570138888892</c:v>
                </c:pt>
                <c:pt idx="53246">
                  <c:v>45528.554166666669</c:v>
                </c:pt>
                <c:pt idx="53247">
                  <c:v>45527.740972222222</c:v>
                </c:pt>
                <c:pt idx="53248">
                  <c:v>45527.750694444447</c:v>
                </c:pt>
                <c:pt idx="53249">
                  <c:v>45527.783333333333</c:v>
                </c:pt>
                <c:pt idx="53250">
                  <c:v>45527.795138888891</c:v>
                </c:pt>
                <c:pt idx="53251">
                  <c:v>45547.670138888891</c:v>
                </c:pt>
                <c:pt idx="53252">
                  <c:v>45527.809027777781</c:v>
                </c:pt>
                <c:pt idx="53253">
                  <c:v>45547.636805555558</c:v>
                </c:pt>
                <c:pt idx="53254">
                  <c:v>45527.862500000003</c:v>
                </c:pt>
                <c:pt idx="53255">
                  <c:v>45527.880555555559</c:v>
                </c:pt>
                <c:pt idx="53256">
                  <c:v>45527.90347222222</c:v>
                </c:pt>
                <c:pt idx="53257">
                  <c:v>45527.918749999997</c:v>
                </c:pt>
                <c:pt idx="53258">
                  <c:v>45527.922222222223</c:v>
                </c:pt>
                <c:pt idx="53259">
                  <c:v>45547.628472222219</c:v>
                </c:pt>
                <c:pt idx="53260">
                  <c:v>45527.926388888889</c:v>
                </c:pt>
                <c:pt idx="53261">
                  <c:v>45527.93472222222</c:v>
                </c:pt>
                <c:pt idx="53262">
                  <c:v>45527.972916666673</c:v>
                </c:pt>
                <c:pt idx="53263">
                  <c:v>45527.984722222223</c:v>
                </c:pt>
                <c:pt idx="53264">
                  <c:v>45528.039583333331</c:v>
                </c:pt>
                <c:pt idx="53265">
                  <c:v>45528.040972222218</c:v>
                </c:pt>
                <c:pt idx="53266">
                  <c:v>45528.053472222222</c:v>
                </c:pt>
                <c:pt idx="53267">
                  <c:v>45528.299305555563</c:v>
                </c:pt>
                <c:pt idx="53268">
                  <c:v>45528.30972222222</c:v>
                </c:pt>
                <c:pt idx="53269">
                  <c:v>45528.386111111111</c:v>
                </c:pt>
                <c:pt idx="53270">
                  <c:v>45528.404166666667</c:v>
                </c:pt>
                <c:pt idx="53271">
                  <c:v>45528.450694444437</c:v>
                </c:pt>
                <c:pt idx="53272">
                  <c:v>45528.467361111107</c:v>
                </c:pt>
                <c:pt idx="53273">
                  <c:v>45528.540972222218</c:v>
                </c:pt>
                <c:pt idx="53274">
                  <c:v>45529.417361111111</c:v>
                </c:pt>
                <c:pt idx="53275">
                  <c:v>45530.581944444442</c:v>
                </c:pt>
                <c:pt idx="53276">
                  <c:v>45529.463888888888</c:v>
                </c:pt>
                <c:pt idx="53277">
                  <c:v>45529.496527777781</c:v>
                </c:pt>
                <c:pt idx="53278">
                  <c:v>45529.915277777778</c:v>
                </c:pt>
                <c:pt idx="53279">
                  <c:v>45529.916666666657</c:v>
                </c:pt>
                <c:pt idx="53280">
                  <c:v>45529.942361111112</c:v>
                </c:pt>
                <c:pt idx="53281">
                  <c:v>45529.950694444437</c:v>
                </c:pt>
                <c:pt idx="53282">
                  <c:v>45529.980555555558</c:v>
                </c:pt>
                <c:pt idx="53283">
                  <c:v>45529.986111111109</c:v>
                </c:pt>
                <c:pt idx="53284">
                  <c:v>45529.994444444441</c:v>
                </c:pt>
                <c:pt idx="53285">
                  <c:v>45547.59097222222</c:v>
                </c:pt>
                <c:pt idx="53286">
                  <c:v>45547.586111111108</c:v>
                </c:pt>
                <c:pt idx="53287">
                  <c:v>45530.056250000001</c:v>
                </c:pt>
                <c:pt idx="53288">
                  <c:v>45530.1875</c:v>
                </c:pt>
                <c:pt idx="53289">
                  <c:v>45530.301388888889</c:v>
                </c:pt>
                <c:pt idx="53290">
                  <c:v>45529.906944444447</c:v>
                </c:pt>
                <c:pt idx="53291">
                  <c:v>45547.580555555563</c:v>
                </c:pt>
                <c:pt idx="53292">
                  <c:v>45530.376388888893</c:v>
                </c:pt>
                <c:pt idx="53293">
                  <c:v>45530.406944444447</c:v>
                </c:pt>
                <c:pt idx="53294">
                  <c:v>45530.419444444437</c:v>
                </c:pt>
                <c:pt idx="53295">
                  <c:v>45530.420138888891</c:v>
                </c:pt>
                <c:pt idx="53296">
                  <c:v>45530.425694444442</c:v>
                </c:pt>
                <c:pt idx="53297">
                  <c:v>45530.463888888888</c:v>
                </c:pt>
                <c:pt idx="53298">
                  <c:v>45530.488888888889</c:v>
                </c:pt>
                <c:pt idx="53299">
                  <c:v>45530.49722222222</c:v>
                </c:pt>
                <c:pt idx="53300">
                  <c:v>45530.498611111107</c:v>
                </c:pt>
                <c:pt idx="53301">
                  <c:v>45530.522916666669</c:v>
                </c:pt>
                <c:pt idx="53302">
                  <c:v>45530.535416666673</c:v>
                </c:pt>
                <c:pt idx="53303">
                  <c:v>45530.54791666667</c:v>
                </c:pt>
                <c:pt idx="53304">
                  <c:v>45530.372916666667</c:v>
                </c:pt>
                <c:pt idx="53305">
                  <c:v>45529.853472222218</c:v>
                </c:pt>
                <c:pt idx="53306">
                  <c:v>45529.834027777782</c:v>
                </c:pt>
                <c:pt idx="53307">
                  <c:v>45529.818055555559</c:v>
                </c:pt>
                <c:pt idx="53308">
                  <c:v>45529.522916666669</c:v>
                </c:pt>
                <c:pt idx="53309">
                  <c:v>45547.620138888888</c:v>
                </c:pt>
                <c:pt idx="53310">
                  <c:v>45529.524305555547</c:v>
                </c:pt>
                <c:pt idx="53311">
                  <c:v>45529.535416666673</c:v>
                </c:pt>
                <c:pt idx="53312">
                  <c:v>45529.536805555559</c:v>
                </c:pt>
                <c:pt idx="53313">
                  <c:v>45529.563194444447</c:v>
                </c:pt>
                <c:pt idx="53314">
                  <c:v>45529.589583333327</c:v>
                </c:pt>
                <c:pt idx="53315">
                  <c:v>45529.595138888893</c:v>
                </c:pt>
                <c:pt idx="53316">
                  <c:v>45529.597222222219</c:v>
                </c:pt>
                <c:pt idx="53317">
                  <c:v>45547.61041666667</c:v>
                </c:pt>
                <c:pt idx="53318">
                  <c:v>45529.601388888892</c:v>
                </c:pt>
                <c:pt idx="53319">
                  <c:v>45529.604166666657</c:v>
                </c:pt>
                <c:pt idx="53320">
                  <c:v>45529.627083333333</c:v>
                </c:pt>
                <c:pt idx="53321">
                  <c:v>45529.650694444441</c:v>
                </c:pt>
                <c:pt idx="53322">
                  <c:v>45529.659722222219</c:v>
                </c:pt>
                <c:pt idx="53323">
                  <c:v>45529.661805555559</c:v>
                </c:pt>
                <c:pt idx="53324">
                  <c:v>45529.674305555563</c:v>
                </c:pt>
                <c:pt idx="53325">
                  <c:v>45529.69027777778</c:v>
                </c:pt>
                <c:pt idx="53326">
                  <c:v>45529.697222222218</c:v>
                </c:pt>
                <c:pt idx="53327">
                  <c:v>45529.708333333343</c:v>
                </c:pt>
                <c:pt idx="53328">
                  <c:v>45529.711111111108</c:v>
                </c:pt>
                <c:pt idx="53329">
                  <c:v>45529.725694444453</c:v>
                </c:pt>
                <c:pt idx="53330">
                  <c:v>45529.728472222218</c:v>
                </c:pt>
                <c:pt idx="53331">
                  <c:v>45529.761805555558</c:v>
                </c:pt>
                <c:pt idx="53332">
                  <c:v>45529.770833333343</c:v>
                </c:pt>
                <c:pt idx="53333">
                  <c:v>45529.803472222222</c:v>
                </c:pt>
                <c:pt idx="53334">
                  <c:v>45547.595138888893</c:v>
                </c:pt>
                <c:pt idx="53335">
                  <c:v>45529.466666666667</c:v>
                </c:pt>
                <c:pt idx="53336">
                  <c:v>45532.833333333343</c:v>
                </c:pt>
                <c:pt idx="53337">
                  <c:v>45532.834027777782</c:v>
                </c:pt>
                <c:pt idx="53338">
                  <c:v>45532.837500000001</c:v>
                </c:pt>
                <c:pt idx="53339">
                  <c:v>45535.841666666667</c:v>
                </c:pt>
                <c:pt idx="53340">
                  <c:v>45535.881249999999</c:v>
                </c:pt>
                <c:pt idx="53341">
                  <c:v>45535.939583333333</c:v>
                </c:pt>
                <c:pt idx="53342">
                  <c:v>45535.94027777778</c:v>
                </c:pt>
                <c:pt idx="53343">
                  <c:v>45535.949305555558</c:v>
                </c:pt>
                <c:pt idx="53344">
                  <c:v>45535.955555555563</c:v>
                </c:pt>
                <c:pt idx="53345">
                  <c:v>45535.977083333331</c:v>
                </c:pt>
                <c:pt idx="53346">
                  <c:v>45536.010416666657</c:v>
                </c:pt>
                <c:pt idx="53347">
                  <c:v>45536.015972222223</c:v>
                </c:pt>
                <c:pt idx="53348">
                  <c:v>45536.036111111112</c:v>
                </c:pt>
                <c:pt idx="53349">
                  <c:v>45536.061805555553</c:v>
                </c:pt>
                <c:pt idx="53350">
                  <c:v>45536.275000000001</c:v>
                </c:pt>
                <c:pt idx="53351">
                  <c:v>45535.818749999999</c:v>
                </c:pt>
                <c:pt idx="53352">
                  <c:v>45536.306250000001</c:v>
                </c:pt>
                <c:pt idx="53353">
                  <c:v>45536.366666666669</c:v>
                </c:pt>
                <c:pt idx="53354">
                  <c:v>45536.419444444437</c:v>
                </c:pt>
                <c:pt idx="53355">
                  <c:v>45536.44027777778</c:v>
                </c:pt>
                <c:pt idx="53356">
                  <c:v>45536.44027777778</c:v>
                </c:pt>
                <c:pt idx="53357">
                  <c:v>45536.484027777777</c:v>
                </c:pt>
                <c:pt idx="53358">
                  <c:v>45536.491666666669</c:v>
                </c:pt>
                <c:pt idx="53359">
                  <c:v>45536.498611111107</c:v>
                </c:pt>
                <c:pt idx="53360">
                  <c:v>45536.504861111112</c:v>
                </c:pt>
                <c:pt idx="53361">
                  <c:v>45874.520138888889</c:v>
                </c:pt>
                <c:pt idx="53362">
                  <c:v>45536.588194444441</c:v>
                </c:pt>
                <c:pt idx="53363">
                  <c:v>45536.591666666667</c:v>
                </c:pt>
                <c:pt idx="53364">
                  <c:v>45536.614583333343</c:v>
                </c:pt>
                <c:pt idx="53365">
                  <c:v>45536.329861111109</c:v>
                </c:pt>
                <c:pt idx="53366">
                  <c:v>45535.816666666673</c:v>
                </c:pt>
                <c:pt idx="53367">
                  <c:v>45535.787499999999</c:v>
                </c:pt>
                <c:pt idx="53368">
                  <c:v>45535.785416666673</c:v>
                </c:pt>
                <c:pt idx="53369">
                  <c:v>45534.928472222222</c:v>
                </c:pt>
                <c:pt idx="53370">
                  <c:v>45534.967361111107</c:v>
                </c:pt>
                <c:pt idx="53371">
                  <c:v>45535.033333333333</c:v>
                </c:pt>
                <c:pt idx="53372">
                  <c:v>45535.038888888892</c:v>
                </c:pt>
                <c:pt idx="53373">
                  <c:v>45535.058333333327</c:v>
                </c:pt>
                <c:pt idx="53374">
                  <c:v>45535.167361111111</c:v>
                </c:pt>
                <c:pt idx="53375">
                  <c:v>45535.286111111112</c:v>
                </c:pt>
                <c:pt idx="53376">
                  <c:v>45535.292361111111</c:v>
                </c:pt>
                <c:pt idx="53377">
                  <c:v>45535.331944444442</c:v>
                </c:pt>
                <c:pt idx="53378">
                  <c:v>45535.331944444442</c:v>
                </c:pt>
                <c:pt idx="53379">
                  <c:v>45535.350694444453</c:v>
                </c:pt>
                <c:pt idx="53380">
                  <c:v>45535.427777777782</c:v>
                </c:pt>
                <c:pt idx="53381">
                  <c:v>45535.507638888892</c:v>
                </c:pt>
                <c:pt idx="53382">
                  <c:v>45535.513888888891</c:v>
                </c:pt>
                <c:pt idx="53383">
                  <c:v>45535.520138888889</c:v>
                </c:pt>
                <c:pt idx="53384">
                  <c:v>45535.54583333333</c:v>
                </c:pt>
                <c:pt idx="53385">
                  <c:v>45535.579861111109</c:v>
                </c:pt>
                <c:pt idx="53386">
                  <c:v>45535.584722222222</c:v>
                </c:pt>
                <c:pt idx="53387">
                  <c:v>45535.612500000003</c:v>
                </c:pt>
                <c:pt idx="53388">
                  <c:v>45535.621527777781</c:v>
                </c:pt>
                <c:pt idx="53389">
                  <c:v>45535.642361111109</c:v>
                </c:pt>
                <c:pt idx="53390">
                  <c:v>45535.657638888893</c:v>
                </c:pt>
                <c:pt idx="53391">
                  <c:v>45535.743055555547</c:v>
                </c:pt>
                <c:pt idx="53392">
                  <c:v>45535.75277777778</c:v>
                </c:pt>
                <c:pt idx="53393">
                  <c:v>45535.756249999999</c:v>
                </c:pt>
                <c:pt idx="53394">
                  <c:v>45535.768055555563</c:v>
                </c:pt>
                <c:pt idx="53395">
                  <c:v>45535.777777777781</c:v>
                </c:pt>
                <c:pt idx="53396">
                  <c:v>45536.627083333333</c:v>
                </c:pt>
                <c:pt idx="53397">
                  <c:v>45534.897916666669</c:v>
                </c:pt>
                <c:pt idx="53398">
                  <c:v>45536.630555555559</c:v>
                </c:pt>
                <c:pt idx="53399">
                  <c:v>45536.652083333327</c:v>
                </c:pt>
                <c:pt idx="53400">
                  <c:v>45537.384027777778</c:v>
                </c:pt>
                <c:pt idx="53401">
                  <c:v>45537.45416666667</c:v>
                </c:pt>
                <c:pt idx="53402">
                  <c:v>45537.470833333333</c:v>
                </c:pt>
                <c:pt idx="53403">
                  <c:v>45537.501388888893</c:v>
                </c:pt>
                <c:pt idx="53404">
                  <c:v>45537.519444444442</c:v>
                </c:pt>
                <c:pt idx="53405">
                  <c:v>45537.530555555553</c:v>
                </c:pt>
                <c:pt idx="53406">
                  <c:v>45537.554861111108</c:v>
                </c:pt>
                <c:pt idx="53407">
                  <c:v>45537.559027777781</c:v>
                </c:pt>
                <c:pt idx="53408">
                  <c:v>45537.600694444453</c:v>
                </c:pt>
                <c:pt idx="53409">
                  <c:v>45537.61041666667</c:v>
                </c:pt>
                <c:pt idx="53410">
                  <c:v>45537.634722222218</c:v>
                </c:pt>
                <c:pt idx="53411">
                  <c:v>45537.63958333333</c:v>
                </c:pt>
                <c:pt idx="53412">
                  <c:v>45537.370833333327</c:v>
                </c:pt>
                <c:pt idx="53413">
                  <c:v>45537.643055555563</c:v>
                </c:pt>
                <c:pt idx="53414">
                  <c:v>45537.673611111109</c:v>
                </c:pt>
                <c:pt idx="53415">
                  <c:v>45537.683333333327</c:v>
                </c:pt>
                <c:pt idx="53416">
                  <c:v>45537.703472222223</c:v>
                </c:pt>
                <c:pt idx="53417">
                  <c:v>45537.709722222222</c:v>
                </c:pt>
                <c:pt idx="53418">
                  <c:v>45537.713888888888</c:v>
                </c:pt>
                <c:pt idx="53419">
                  <c:v>45537.719444444447</c:v>
                </c:pt>
                <c:pt idx="53420">
                  <c:v>45537.738194444442</c:v>
                </c:pt>
                <c:pt idx="53421">
                  <c:v>45537.745138888888</c:v>
                </c:pt>
                <c:pt idx="53422">
                  <c:v>45537.762499999997</c:v>
                </c:pt>
                <c:pt idx="53423">
                  <c:v>45537.762499999997</c:v>
                </c:pt>
                <c:pt idx="53424">
                  <c:v>45537.76666666667</c:v>
                </c:pt>
                <c:pt idx="53425">
                  <c:v>45537.781944444447</c:v>
                </c:pt>
                <c:pt idx="53426">
                  <c:v>45537.67291666667</c:v>
                </c:pt>
                <c:pt idx="53427">
                  <c:v>45537.36041666667</c:v>
                </c:pt>
                <c:pt idx="53428">
                  <c:v>45537.306250000001</c:v>
                </c:pt>
                <c:pt idx="53429">
                  <c:v>45537.268750000003</c:v>
                </c:pt>
                <c:pt idx="53430">
                  <c:v>45536.677083333343</c:v>
                </c:pt>
                <c:pt idx="53431">
                  <c:v>45536.677777777782</c:v>
                </c:pt>
                <c:pt idx="53432">
                  <c:v>45536.680555555547</c:v>
                </c:pt>
                <c:pt idx="53433">
                  <c:v>45536.696527777778</c:v>
                </c:pt>
                <c:pt idx="53434">
                  <c:v>45536.719444444447</c:v>
                </c:pt>
                <c:pt idx="53435">
                  <c:v>45536.767361111109</c:v>
                </c:pt>
                <c:pt idx="53436">
                  <c:v>45536.786805555559</c:v>
                </c:pt>
                <c:pt idx="53437">
                  <c:v>45536.805555555547</c:v>
                </c:pt>
                <c:pt idx="53438">
                  <c:v>45536.805555555547</c:v>
                </c:pt>
                <c:pt idx="53439">
                  <c:v>45536.81527777778</c:v>
                </c:pt>
                <c:pt idx="53440">
                  <c:v>45536.817361111112</c:v>
                </c:pt>
                <c:pt idx="53441">
                  <c:v>45536.820833333331</c:v>
                </c:pt>
                <c:pt idx="53442">
                  <c:v>45536.84375</c:v>
                </c:pt>
                <c:pt idx="53443">
                  <c:v>45536.845138888893</c:v>
                </c:pt>
                <c:pt idx="53444">
                  <c:v>45536.869444444441</c:v>
                </c:pt>
                <c:pt idx="53445">
                  <c:v>45536.877083333333</c:v>
                </c:pt>
                <c:pt idx="53446">
                  <c:v>45536.881249999999</c:v>
                </c:pt>
                <c:pt idx="53447">
                  <c:v>45536.888888888891</c:v>
                </c:pt>
                <c:pt idx="53448">
                  <c:v>45536.912499999999</c:v>
                </c:pt>
                <c:pt idx="53449">
                  <c:v>45536.924305555563</c:v>
                </c:pt>
                <c:pt idx="53450">
                  <c:v>45536.944444444453</c:v>
                </c:pt>
                <c:pt idx="53451">
                  <c:v>45536.959722222222</c:v>
                </c:pt>
                <c:pt idx="53452">
                  <c:v>45536.974305555559</c:v>
                </c:pt>
                <c:pt idx="53453">
                  <c:v>45536.988888888889</c:v>
                </c:pt>
                <c:pt idx="53454">
                  <c:v>45537.003472222219</c:v>
                </c:pt>
                <c:pt idx="53455">
                  <c:v>45537.069444444453</c:v>
                </c:pt>
                <c:pt idx="53456">
                  <c:v>45537.181250000001</c:v>
                </c:pt>
                <c:pt idx="53457">
                  <c:v>45536.634027777778</c:v>
                </c:pt>
                <c:pt idx="53458">
                  <c:v>45534.880555555559</c:v>
                </c:pt>
                <c:pt idx="53459">
                  <c:v>45534.863194444442</c:v>
                </c:pt>
                <c:pt idx="53460">
                  <c:v>45534.862500000003</c:v>
                </c:pt>
                <c:pt idx="53461">
                  <c:v>45533.586111111108</c:v>
                </c:pt>
                <c:pt idx="53462">
                  <c:v>45533.593055555553</c:v>
                </c:pt>
                <c:pt idx="53463">
                  <c:v>45533.597916666673</c:v>
                </c:pt>
                <c:pt idx="53464">
                  <c:v>45533.599999999999</c:v>
                </c:pt>
                <c:pt idx="53465">
                  <c:v>45533.609722222223</c:v>
                </c:pt>
                <c:pt idx="53466">
                  <c:v>45533.611805555563</c:v>
                </c:pt>
                <c:pt idx="53467">
                  <c:v>45533.644444444442</c:v>
                </c:pt>
                <c:pt idx="53468">
                  <c:v>45533.645138888889</c:v>
                </c:pt>
                <c:pt idx="53469">
                  <c:v>45533.647916666669</c:v>
                </c:pt>
                <c:pt idx="53470">
                  <c:v>45533.657638888893</c:v>
                </c:pt>
                <c:pt idx="53471">
                  <c:v>45533.662499999999</c:v>
                </c:pt>
                <c:pt idx="53472">
                  <c:v>45533.669444444437</c:v>
                </c:pt>
                <c:pt idx="53473">
                  <c:v>45533.56527777778</c:v>
                </c:pt>
                <c:pt idx="53474">
                  <c:v>45533.69027777778</c:v>
                </c:pt>
                <c:pt idx="53475">
                  <c:v>45533.71875</c:v>
                </c:pt>
                <c:pt idx="53476">
                  <c:v>45533.73541666667</c:v>
                </c:pt>
                <c:pt idx="53477">
                  <c:v>45533.739583333343</c:v>
                </c:pt>
                <c:pt idx="53478">
                  <c:v>45533.741666666669</c:v>
                </c:pt>
                <c:pt idx="53479">
                  <c:v>45547.435416666667</c:v>
                </c:pt>
                <c:pt idx="53480">
                  <c:v>45533.745138888888</c:v>
                </c:pt>
                <c:pt idx="53481">
                  <c:v>45533.765972222223</c:v>
                </c:pt>
                <c:pt idx="53482">
                  <c:v>45533.84375</c:v>
                </c:pt>
                <c:pt idx="53483">
                  <c:v>45533.870833333327</c:v>
                </c:pt>
                <c:pt idx="53484">
                  <c:v>45533.874305555553</c:v>
                </c:pt>
                <c:pt idx="53485">
                  <c:v>45533.890972222223</c:v>
                </c:pt>
                <c:pt idx="53486">
                  <c:v>45533.893055555563</c:v>
                </c:pt>
                <c:pt idx="53487">
                  <c:v>45533.708333333343</c:v>
                </c:pt>
                <c:pt idx="53488">
                  <c:v>45533.55972222222</c:v>
                </c:pt>
                <c:pt idx="53489">
                  <c:v>45533.550694444442</c:v>
                </c:pt>
                <c:pt idx="53490">
                  <c:v>45533.518055555563</c:v>
                </c:pt>
                <c:pt idx="53491">
                  <c:v>45532.849305555559</c:v>
                </c:pt>
                <c:pt idx="53492">
                  <c:v>45532.851388888892</c:v>
                </c:pt>
                <c:pt idx="53493">
                  <c:v>45532.885416666657</c:v>
                </c:pt>
                <c:pt idx="53494">
                  <c:v>45532.898611111108</c:v>
                </c:pt>
                <c:pt idx="53495">
                  <c:v>45533.057638888888</c:v>
                </c:pt>
                <c:pt idx="53496">
                  <c:v>45533.066666666673</c:v>
                </c:pt>
                <c:pt idx="53497">
                  <c:v>45533.078472222223</c:v>
                </c:pt>
                <c:pt idx="53498">
                  <c:v>45533.222222222219</c:v>
                </c:pt>
                <c:pt idx="53499">
                  <c:v>45533.317361111112</c:v>
                </c:pt>
                <c:pt idx="53500">
                  <c:v>45533.332638888889</c:v>
                </c:pt>
                <c:pt idx="53501">
                  <c:v>45533.364583333343</c:v>
                </c:pt>
                <c:pt idx="53502">
                  <c:v>45533.388888888891</c:v>
                </c:pt>
                <c:pt idx="53503">
                  <c:v>45533.402777777781</c:v>
                </c:pt>
                <c:pt idx="53504">
                  <c:v>45547.474305555559</c:v>
                </c:pt>
                <c:pt idx="53505">
                  <c:v>45533.40902777778</c:v>
                </c:pt>
                <c:pt idx="53506">
                  <c:v>45533.421527777777</c:v>
                </c:pt>
                <c:pt idx="53507">
                  <c:v>45533.432638888888</c:v>
                </c:pt>
                <c:pt idx="53508">
                  <c:v>45533.447222222218</c:v>
                </c:pt>
                <c:pt idx="53509">
                  <c:v>45533.457638888889</c:v>
                </c:pt>
                <c:pt idx="53510">
                  <c:v>45533.468055555553</c:v>
                </c:pt>
                <c:pt idx="53511">
                  <c:v>45547.456250000003</c:v>
                </c:pt>
                <c:pt idx="53512">
                  <c:v>45533.474305555559</c:v>
                </c:pt>
                <c:pt idx="53513">
                  <c:v>45533.475694444453</c:v>
                </c:pt>
                <c:pt idx="53514">
                  <c:v>45533.476388888892</c:v>
                </c:pt>
                <c:pt idx="53515">
                  <c:v>45547.445833333331</c:v>
                </c:pt>
                <c:pt idx="53516">
                  <c:v>45533.493750000001</c:v>
                </c:pt>
                <c:pt idx="53517">
                  <c:v>45533.509027777778</c:v>
                </c:pt>
                <c:pt idx="53518">
                  <c:v>45533.893750000003</c:v>
                </c:pt>
                <c:pt idx="53519">
                  <c:v>45533.897916666669</c:v>
                </c:pt>
                <c:pt idx="53520">
                  <c:v>45533.909722222219</c:v>
                </c:pt>
                <c:pt idx="53521">
                  <c:v>45547.43472222222</c:v>
                </c:pt>
                <c:pt idx="53522">
                  <c:v>45534.510416666657</c:v>
                </c:pt>
                <c:pt idx="53523">
                  <c:v>45534.511111111111</c:v>
                </c:pt>
                <c:pt idx="53524">
                  <c:v>45534.512499999997</c:v>
                </c:pt>
                <c:pt idx="53525">
                  <c:v>45534.522916666669</c:v>
                </c:pt>
                <c:pt idx="53526">
                  <c:v>45534.533333333333</c:v>
                </c:pt>
                <c:pt idx="53527">
                  <c:v>45534.540277777778</c:v>
                </c:pt>
                <c:pt idx="53528">
                  <c:v>45534.549305555563</c:v>
                </c:pt>
                <c:pt idx="53529">
                  <c:v>45534.56527777778</c:v>
                </c:pt>
                <c:pt idx="53530">
                  <c:v>45534.603472222218</c:v>
                </c:pt>
                <c:pt idx="53531">
                  <c:v>45534.617361111108</c:v>
                </c:pt>
                <c:pt idx="53532">
                  <c:v>45534.632638888892</c:v>
                </c:pt>
                <c:pt idx="53533">
                  <c:v>45534.658333333333</c:v>
                </c:pt>
                <c:pt idx="53534">
                  <c:v>45534.663888888892</c:v>
                </c:pt>
                <c:pt idx="53535">
                  <c:v>45534.67083333333</c:v>
                </c:pt>
                <c:pt idx="53536">
                  <c:v>45534.682638888888</c:v>
                </c:pt>
                <c:pt idx="53537">
                  <c:v>45534.697916666657</c:v>
                </c:pt>
                <c:pt idx="53538">
                  <c:v>45534.711805555547</c:v>
                </c:pt>
                <c:pt idx="53539">
                  <c:v>45534.711805555547</c:v>
                </c:pt>
                <c:pt idx="53540">
                  <c:v>45534.745138888888</c:v>
                </c:pt>
                <c:pt idx="53541">
                  <c:v>45534.748611111107</c:v>
                </c:pt>
                <c:pt idx="53542">
                  <c:v>45534.752083333333</c:v>
                </c:pt>
                <c:pt idx="53543">
                  <c:v>45534.759722222218</c:v>
                </c:pt>
                <c:pt idx="53544">
                  <c:v>45534.771527777782</c:v>
                </c:pt>
                <c:pt idx="53545">
                  <c:v>45534.776388888888</c:v>
                </c:pt>
                <c:pt idx="53546">
                  <c:v>45534.78125</c:v>
                </c:pt>
                <c:pt idx="53547">
                  <c:v>45534.797222222223</c:v>
                </c:pt>
                <c:pt idx="53548">
                  <c:v>45534.811805555553</c:v>
                </c:pt>
                <c:pt idx="53549">
                  <c:v>45534.484722222223</c:v>
                </c:pt>
                <c:pt idx="53550">
                  <c:v>45537.813194444447</c:v>
                </c:pt>
                <c:pt idx="53551">
                  <c:v>45534.479166666657</c:v>
                </c:pt>
                <c:pt idx="53552">
                  <c:v>45534.472222222219</c:v>
                </c:pt>
                <c:pt idx="53553">
                  <c:v>45547.433333333327</c:v>
                </c:pt>
                <c:pt idx="53554">
                  <c:v>45533.917361111111</c:v>
                </c:pt>
                <c:pt idx="53555">
                  <c:v>45533.925000000003</c:v>
                </c:pt>
                <c:pt idx="53556">
                  <c:v>45533.949305555558</c:v>
                </c:pt>
                <c:pt idx="53557">
                  <c:v>45547.412499999999</c:v>
                </c:pt>
                <c:pt idx="53558">
                  <c:v>45533.98541666667</c:v>
                </c:pt>
                <c:pt idx="53559">
                  <c:v>45534.07916666667</c:v>
                </c:pt>
                <c:pt idx="53560">
                  <c:v>45534.143750000003</c:v>
                </c:pt>
                <c:pt idx="53561">
                  <c:v>45534.341666666667</c:v>
                </c:pt>
                <c:pt idx="53562">
                  <c:v>45534.350694444453</c:v>
                </c:pt>
                <c:pt idx="53563">
                  <c:v>45534.36041666667</c:v>
                </c:pt>
                <c:pt idx="53564">
                  <c:v>45534.364583333343</c:v>
                </c:pt>
                <c:pt idx="53565">
                  <c:v>45534.373611111107</c:v>
                </c:pt>
                <c:pt idx="53566">
                  <c:v>45534.386805555558</c:v>
                </c:pt>
                <c:pt idx="53567">
                  <c:v>45534.395833333343</c:v>
                </c:pt>
                <c:pt idx="53568">
                  <c:v>45534.400694444441</c:v>
                </c:pt>
                <c:pt idx="53569">
                  <c:v>45534.408333333333</c:v>
                </c:pt>
                <c:pt idx="53570">
                  <c:v>45534.429166666669</c:v>
                </c:pt>
                <c:pt idx="53571">
                  <c:v>45534.431944444441</c:v>
                </c:pt>
                <c:pt idx="53572">
                  <c:v>45534.43472222222</c:v>
                </c:pt>
                <c:pt idx="53573">
                  <c:v>45534.438888888893</c:v>
                </c:pt>
                <c:pt idx="53574">
                  <c:v>45534.439583333333</c:v>
                </c:pt>
                <c:pt idx="53575">
                  <c:v>45534.451388888891</c:v>
                </c:pt>
                <c:pt idx="53576">
                  <c:v>45547.386805555558</c:v>
                </c:pt>
                <c:pt idx="53577">
                  <c:v>45534.452777777777</c:v>
                </c:pt>
                <c:pt idx="53578">
                  <c:v>45534.45416666667</c:v>
                </c:pt>
                <c:pt idx="53579">
                  <c:v>45534.456250000003</c:v>
                </c:pt>
                <c:pt idx="53580">
                  <c:v>45534.473611111112</c:v>
                </c:pt>
                <c:pt idx="53581">
                  <c:v>45509.717361111107</c:v>
                </c:pt>
                <c:pt idx="53582">
                  <c:v>45509.709722222222</c:v>
                </c:pt>
                <c:pt idx="53583">
                  <c:v>45509.707638888889</c:v>
                </c:pt>
                <c:pt idx="53584">
                  <c:v>45486.736111111109</c:v>
                </c:pt>
                <c:pt idx="53585">
                  <c:v>45486.738888888889</c:v>
                </c:pt>
                <c:pt idx="53586">
                  <c:v>45486.758333333331</c:v>
                </c:pt>
                <c:pt idx="53587">
                  <c:v>45486.76666666667</c:v>
                </c:pt>
                <c:pt idx="53588">
                  <c:v>45486.772916666669</c:v>
                </c:pt>
                <c:pt idx="53589">
                  <c:v>45486.786111111112</c:v>
                </c:pt>
                <c:pt idx="53590">
                  <c:v>45486.790972222218</c:v>
                </c:pt>
                <c:pt idx="53591">
                  <c:v>45486.816666666673</c:v>
                </c:pt>
                <c:pt idx="53592">
                  <c:v>45486.84375</c:v>
                </c:pt>
                <c:pt idx="53593">
                  <c:v>45486.892361111109</c:v>
                </c:pt>
                <c:pt idx="53594">
                  <c:v>45486.910416666673</c:v>
                </c:pt>
                <c:pt idx="53595">
                  <c:v>45486.915277777778</c:v>
                </c:pt>
                <c:pt idx="53596">
                  <c:v>45486.73541666667</c:v>
                </c:pt>
                <c:pt idx="53597">
                  <c:v>45486.916666666657</c:v>
                </c:pt>
                <c:pt idx="53598">
                  <c:v>45551.101388888892</c:v>
                </c:pt>
                <c:pt idx="53599">
                  <c:v>45487.392361111109</c:v>
                </c:pt>
                <c:pt idx="53600">
                  <c:v>45487.415972222218</c:v>
                </c:pt>
                <c:pt idx="53601">
                  <c:v>45487.45208333333</c:v>
                </c:pt>
                <c:pt idx="53602">
                  <c:v>45487.478472222218</c:v>
                </c:pt>
                <c:pt idx="53603">
                  <c:v>45487.495833333327</c:v>
                </c:pt>
                <c:pt idx="53604">
                  <c:v>45487.519444444442</c:v>
                </c:pt>
                <c:pt idx="53605">
                  <c:v>45487.524305555547</c:v>
                </c:pt>
                <c:pt idx="53606">
                  <c:v>45487.527777777781</c:v>
                </c:pt>
                <c:pt idx="53607">
                  <c:v>45487.554166666669</c:v>
                </c:pt>
                <c:pt idx="53608">
                  <c:v>45487.584722222222</c:v>
                </c:pt>
                <c:pt idx="53609">
                  <c:v>45487.597916666673</c:v>
                </c:pt>
                <c:pt idx="53610">
                  <c:v>45486.977777777778</c:v>
                </c:pt>
                <c:pt idx="53611">
                  <c:v>45486.731944444437</c:v>
                </c:pt>
                <c:pt idx="53612">
                  <c:v>45486.730555555558</c:v>
                </c:pt>
                <c:pt idx="53613">
                  <c:v>45486.718055555553</c:v>
                </c:pt>
                <c:pt idx="53614">
                  <c:v>45551.291666666657</c:v>
                </c:pt>
                <c:pt idx="53615">
                  <c:v>45486.40625</c:v>
                </c:pt>
                <c:pt idx="53616">
                  <c:v>45486.443055555559</c:v>
                </c:pt>
                <c:pt idx="53617">
                  <c:v>45486.45208333333</c:v>
                </c:pt>
                <c:pt idx="53618">
                  <c:v>45486.455555555563</c:v>
                </c:pt>
                <c:pt idx="53619">
                  <c:v>45486.460416666669</c:v>
                </c:pt>
                <c:pt idx="53620">
                  <c:v>45486.46875</c:v>
                </c:pt>
                <c:pt idx="53621">
                  <c:v>45486.494444444441</c:v>
                </c:pt>
                <c:pt idx="53622">
                  <c:v>45486.501388888893</c:v>
                </c:pt>
                <c:pt idx="53623">
                  <c:v>45486.506944444453</c:v>
                </c:pt>
                <c:pt idx="53624">
                  <c:v>45486.509722222218</c:v>
                </c:pt>
                <c:pt idx="53625">
                  <c:v>45486.518750000003</c:v>
                </c:pt>
                <c:pt idx="53626">
                  <c:v>45486.531944444447</c:v>
                </c:pt>
                <c:pt idx="53627">
                  <c:v>45486.544444444437</c:v>
                </c:pt>
                <c:pt idx="53628">
                  <c:v>45486.581944444442</c:v>
                </c:pt>
                <c:pt idx="53629">
                  <c:v>45486.597916666673</c:v>
                </c:pt>
                <c:pt idx="53630">
                  <c:v>45486.600694444453</c:v>
                </c:pt>
                <c:pt idx="53631">
                  <c:v>45486.654861111107</c:v>
                </c:pt>
                <c:pt idx="53632">
                  <c:v>45486.672222222223</c:v>
                </c:pt>
                <c:pt idx="53633">
                  <c:v>45486.67291666667</c:v>
                </c:pt>
                <c:pt idx="53634">
                  <c:v>45486.686111111107</c:v>
                </c:pt>
                <c:pt idx="53635">
                  <c:v>45551.28402777778</c:v>
                </c:pt>
                <c:pt idx="53636">
                  <c:v>45486.691666666673</c:v>
                </c:pt>
                <c:pt idx="53637">
                  <c:v>45486.695833333331</c:v>
                </c:pt>
                <c:pt idx="53638">
                  <c:v>45486.695833333331</c:v>
                </c:pt>
                <c:pt idx="53639">
                  <c:v>45486.704861111109</c:v>
                </c:pt>
                <c:pt idx="53640">
                  <c:v>45486.716666666667</c:v>
                </c:pt>
                <c:pt idx="53641">
                  <c:v>45487.602083333331</c:v>
                </c:pt>
                <c:pt idx="53642">
                  <c:v>45486.396527777782</c:v>
                </c:pt>
                <c:pt idx="53643">
                  <c:v>45487.625694444447</c:v>
                </c:pt>
                <c:pt idx="53644">
                  <c:v>45487.644444444442</c:v>
                </c:pt>
                <c:pt idx="53645">
                  <c:v>45488.109722222223</c:v>
                </c:pt>
                <c:pt idx="53646">
                  <c:v>45488.117361111108</c:v>
                </c:pt>
                <c:pt idx="53647">
                  <c:v>45488.161805555559</c:v>
                </c:pt>
                <c:pt idx="53648">
                  <c:v>45488.17083333333</c:v>
                </c:pt>
                <c:pt idx="53649">
                  <c:v>45488.227083333331</c:v>
                </c:pt>
                <c:pt idx="53650">
                  <c:v>45488.238888888889</c:v>
                </c:pt>
                <c:pt idx="53651">
                  <c:v>45488.295138888891</c:v>
                </c:pt>
                <c:pt idx="53652">
                  <c:v>45488.379861111112</c:v>
                </c:pt>
                <c:pt idx="53653">
                  <c:v>45488.405555555553</c:v>
                </c:pt>
                <c:pt idx="53654">
                  <c:v>45488.415277777778</c:v>
                </c:pt>
                <c:pt idx="53655">
                  <c:v>45488.428472222222</c:v>
                </c:pt>
                <c:pt idx="53656">
                  <c:v>45550.993055555547</c:v>
                </c:pt>
                <c:pt idx="53657">
                  <c:v>45488.081944444442</c:v>
                </c:pt>
                <c:pt idx="53658">
                  <c:v>45488.433333333327</c:v>
                </c:pt>
                <c:pt idx="53659">
                  <c:v>45488.447222222218</c:v>
                </c:pt>
                <c:pt idx="53660">
                  <c:v>45488.456250000003</c:v>
                </c:pt>
                <c:pt idx="53661">
                  <c:v>45488.461111111108</c:v>
                </c:pt>
                <c:pt idx="53662">
                  <c:v>45550.981944444437</c:v>
                </c:pt>
                <c:pt idx="53663">
                  <c:v>45488.461805555547</c:v>
                </c:pt>
                <c:pt idx="53664">
                  <c:v>45488.463888888888</c:v>
                </c:pt>
                <c:pt idx="53665">
                  <c:v>45488.466666666667</c:v>
                </c:pt>
                <c:pt idx="53666">
                  <c:v>45488.484027777777</c:v>
                </c:pt>
                <c:pt idx="53667">
                  <c:v>45488.49722222222</c:v>
                </c:pt>
                <c:pt idx="53668">
                  <c:v>45488.500694444447</c:v>
                </c:pt>
                <c:pt idx="53669">
                  <c:v>45550.975694444453</c:v>
                </c:pt>
                <c:pt idx="53670">
                  <c:v>45488.503472222219</c:v>
                </c:pt>
                <c:pt idx="53671">
                  <c:v>45488.43472222222</c:v>
                </c:pt>
                <c:pt idx="53672">
                  <c:v>45488.056250000001</c:v>
                </c:pt>
                <c:pt idx="53673">
                  <c:v>45488.045138888891</c:v>
                </c:pt>
                <c:pt idx="53674">
                  <c:v>45488.037499999999</c:v>
                </c:pt>
                <c:pt idx="53675">
                  <c:v>45487.645833333343</c:v>
                </c:pt>
                <c:pt idx="53676">
                  <c:v>45487.665972222218</c:v>
                </c:pt>
                <c:pt idx="53677">
                  <c:v>45487.681250000001</c:v>
                </c:pt>
                <c:pt idx="53678">
                  <c:v>45487.688888888893</c:v>
                </c:pt>
                <c:pt idx="53679">
                  <c:v>45487.701388888891</c:v>
                </c:pt>
                <c:pt idx="53680">
                  <c:v>45487.713888888888</c:v>
                </c:pt>
                <c:pt idx="53681">
                  <c:v>45551.079861111109</c:v>
                </c:pt>
                <c:pt idx="53682">
                  <c:v>45487.725694444453</c:v>
                </c:pt>
                <c:pt idx="53683">
                  <c:v>45487.73333333333</c:v>
                </c:pt>
                <c:pt idx="53684">
                  <c:v>45487.74722222222</c:v>
                </c:pt>
                <c:pt idx="53685">
                  <c:v>45487.748611111107</c:v>
                </c:pt>
                <c:pt idx="53686">
                  <c:v>45487.763888888891</c:v>
                </c:pt>
                <c:pt idx="53687">
                  <c:v>45487.788194444453</c:v>
                </c:pt>
                <c:pt idx="53688">
                  <c:v>45487.795138888891</c:v>
                </c:pt>
                <c:pt idx="53689">
                  <c:v>45487.802083333343</c:v>
                </c:pt>
                <c:pt idx="53690">
                  <c:v>45487.875694444447</c:v>
                </c:pt>
                <c:pt idx="53691">
                  <c:v>45487.882638888892</c:v>
                </c:pt>
                <c:pt idx="53692">
                  <c:v>45487.884027777778</c:v>
                </c:pt>
                <c:pt idx="53693">
                  <c:v>45487.893055555563</c:v>
                </c:pt>
                <c:pt idx="53694">
                  <c:v>45487.907638888893</c:v>
                </c:pt>
                <c:pt idx="53695">
                  <c:v>45487.915277777778</c:v>
                </c:pt>
                <c:pt idx="53696">
                  <c:v>45487.95</c:v>
                </c:pt>
                <c:pt idx="53697">
                  <c:v>45487.952777777777</c:v>
                </c:pt>
                <c:pt idx="53698">
                  <c:v>45551.072222222218</c:v>
                </c:pt>
                <c:pt idx="53699">
                  <c:v>45551.040277777778</c:v>
                </c:pt>
                <c:pt idx="53700">
                  <c:v>45487.964583333327</c:v>
                </c:pt>
                <c:pt idx="53701">
                  <c:v>45488.007638888892</c:v>
                </c:pt>
                <c:pt idx="53702">
                  <c:v>45487.634027777778</c:v>
                </c:pt>
                <c:pt idx="53703">
                  <c:v>45488.507638888892</c:v>
                </c:pt>
                <c:pt idx="53704">
                  <c:v>45486.362500000003</c:v>
                </c:pt>
                <c:pt idx="53705">
                  <c:v>45486.349305555559</c:v>
                </c:pt>
                <c:pt idx="53706">
                  <c:v>45484.504861111112</c:v>
                </c:pt>
                <c:pt idx="53707">
                  <c:v>45484.511805555558</c:v>
                </c:pt>
                <c:pt idx="53708">
                  <c:v>45484.512499999997</c:v>
                </c:pt>
                <c:pt idx="53709">
                  <c:v>45484.519444444442</c:v>
                </c:pt>
                <c:pt idx="53710">
                  <c:v>45484.525000000001</c:v>
                </c:pt>
                <c:pt idx="53711">
                  <c:v>45551.4</c:v>
                </c:pt>
                <c:pt idx="53712">
                  <c:v>45484.563194444447</c:v>
                </c:pt>
                <c:pt idx="53713">
                  <c:v>45484.564583333333</c:v>
                </c:pt>
                <c:pt idx="53714">
                  <c:v>45484.567361111112</c:v>
                </c:pt>
                <c:pt idx="53715">
                  <c:v>45484.574305555558</c:v>
                </c:pt>
                <c:pt idx="53716">
                  <c:v>45484.57708333333</c:v>
                </c:pt>
                <c:pt idx="53717">
                  <c:v>45484.590277777781</c:v>
                </c:pt>
                <c:pt idx="53718">
                  <c:v>45484.494444444441</c:v>
                </c:pt>
                <c:pt idx="53719">
                  <c:v>45484.600694444453</c:v>
                </c:pt>
                <c:pt idx="53720">
                  <c:v>45484.613888888889</c:v>
                </c:pt>
                <c:pt idx="53721">
                  <c:v>45484.625694444447</c:v>
                </c:pt>
                <c:pt idx="53722">
                  <c:v>45484.633333333331</c:v>
                </c:pt>
                <c:pt idx="53723">
                  <c:v>45484.637499999997</c:v>
                </c:pt>
                <c:pt idx="53724">
                  <c:v>45484.65</c:v>
                </c:pt>
                <c:pt idx="53725">
                  <c:v>45484.651388888888</c:v>
                </c:pt>
                <c:pt idx="53726">
                  <c:v>45484.712500000001</c:v>
                </c:pt>
                <c:pt idx="53727">
                  <c:v>45551.378472222219</c:v>
                </c:pt>
                <c:pt idx="53728">
                  <c:v>45484.746527777781</c:v>
                </c:pt>
                <c:pt idx="53729">
                  <c:v>45484.788888888892</c:v>
                </c:pt>
                <c:pt idx="53730">
                  <c:v>45484.793749999997</c:v>
                </c:pt>
                <c:pt idx="53731">
                  <c:v>45907.046527777777</c:v>
                </c:pt>
                <c:pt idx="53732">
                  <c:v>45484.612500000003</c:v>
                </c:pt>
                <c:pt idx="53733">
                  <c:v>45484.470138888893</c:v>
                </c:pt>
                <c:pt idx="53734">
                  <c:v>45484.463888888888</c:v>
                </c:pt>
                <c:pt idx="53735">
                  <c:v>45484.463194444441</c:v>
                </c:pt>
                <c:pt idx="53736">
                  <c:v>45483.85</c:v>
                </c:pt>
                <c:pt idx="53737">
                  <c:v>45483.859027777777</c:v>
                </c:pt>
                <c:pt idx="53738">
                  <c:v>45483.866666666669</c:v>
                </c:pt>
                <c:pt idx="53739">
                  <c:v>45483.885416666657</c:v>
                </c:pt>
                <c:pt idx="53740">
                  <c:v>45483.893750000003</c:v>
                </c:pt>
                <c:pt idx="53741">
                  <c:v>45483.904166666667</c:v>
                </c:pt>
                <c:pt idx="53742">
                  <c:v>45483.911111111112</c:v>
                </c:pt>
                <c:pt idx="53743">
                  <c:v>45484.004861111112</c:v>
                </c:pt>
                <c:pt idx="53744">
                  <c:v>45484.012499999997</c:v>
                </c:pt>
                <c:pt idx="53745">
                  <c:v>45484.027083333327</c:v>
                </c:pt>
                <c:pt idx="53746">
                  <c:v>45551.411111111112</c:v>
                </c:pt>
                <c:pt idx="53747">
                  <c:v>45484.177083333343</c:v>
                </c:pt>
                <c:pt idx="53748">
                  <c:v>45484.219444444447</c:v>
                </c:pt>
                <c:pt idx="53749">
                  <c:v>45484.227777777778</c:v>
                </c:pt>
                <c:pt idx="53750">
                  <c:v>45484.238194444442</c:v>
                </c:pt>
                <c:pt idx="53751">
                  <c:v>45551.4</c:v>
                </c:pt>
                <c:pt idx="53752">
                  <c:v>45484.242361111108</c:v>
                </c:pt>
                <c:pt idx="53753">
                  <c:v>45484.288888888892</c:v>
                </c:pt>
                <c:pt idx="53754">
                  <c:v>45484.294444444437</c:v>
                </c:pt>
                <c:pt idx="53755">
                  <c:v>45484.306250000001</c:v>
                </c:pt>
                <c:pt idx="53756">
                  <c:v>45484.338194444441</c:v>
                </c:pt>
                <c:pt idx="53757">
                  <c:v>45484.34097222222</c:v>
                </c:pt>
                <c:pt idx="53758">
                  <c:v>45484.40625</c:v>
                </c:pt>
                <c:pt idx="53759">
                  <c:v>45484.418055555558</c:v>
                </c:pt>
                <c:pt idx="53760">
                  <c:v>45484.425000000003</c:v>
                </c:pt>
                <c:pt idx="53761">
                  <c:v>45484.431944444441</c:v>
                </c:pt>
                <c:pt idx="53762">
                  <c:v>45484.44027777778</c:v>
                </c:pt>
                <c:pt idx="53763">
                  <c:v>45484.834027777782</c:v>
                </c:pt>
                <c:pt idx="53764">
                  <c:v>45486.352777777778</c:v>
                </c:pt>
                <c:pt idx="53765">
                  <c:v>45484.86041666667</c:v>
                </c:pt>
                <c:pt idx="53766">
                  <c:v>45484.929166666669</c:v>
                </c:pt>
                <c:pt idx="53767">
                  <c:v>45485.622916666667</c:v>
                </c:pt>
                <c:pt idx="53768">
                  <c:v>45485.645833333343</c:v>
                </c:pt>
                <c:pt idx="53769">
                  <c:v>45485.654861111107</c:v>
                </c:pt>
                <c:pt idx="53770">
                  <c:v>45485.665277777778</c:v>
                </c:pt>
                <c:pt idx="53771">
                  <c:v>45485.667361111111</c:v>
                </c:pt>
                <c:pt idx="53772">
                  <c:v>45485.69027777778</c:v>
                </c:pt>
                <c:pt idx="53773">
                  <c:v>45485.781944444447</c:v>
                </c:pt>
                <c:pt idx="53774">
                  <c:v>45485.824305555558</c:v>
                </c:pt>
                <c:pt idx="53775">
                  <c:v>45485.831250000003</c:v>
                </c:pt>
                <c:pt idx="53776">
                  <c:v>45485.861111111109</c:v>
                </c:pt>
                <c:pt idx="53777">
                  <c:v>45485.882638888892</c:v>
                </c:pt>
                <c:pt idx="53778">
                  <c:v>45485.884722222218</c:v>
                </c:pt>
                <c:pt idx="53779">
                  <c:v>45485.602777777778</c:v>
                </c:pt>
                <c:pt idx="53780">
                  <c:v>45485.88958333333</c:v>
                </c:pt>
                <c:pt idx="53781">
                  <c:v>45485.9375</c:v>
                </c:pt>
                <c:pt idx="53782">
                  <c:v>45485.938888888893</c:v>
                </c:pt>
                <c:pt idx="53783">
                  <c:v>45485.947916666657</c:v>
                </c:pt>
                <c:pt idx="53784">
                  <c:v>45485.948611111111</c:v>
                </c:pt>
                <c:pt idx="53785">
                  <c:v>45485.954861111109</c:v>
                </c:pt>
                <c:pt idx="53786">
                  <c:v>45485.989583333343</c:v>
                </c:pt>
                <c:pt idx="53787">
                  <c:v>45485.99722222222</c:v>
                </c:pt>
                <c:pt idx="53788">
                  <c:v>45486.047222222223</c:v>
                </c:pt>
                <c:pt idx="53789">
                  <c:v>45486.099305555559</c:v>
                </c:pt>
                <c:pt idx="53790">
                  <c:v>45486.101388888892</c:v>
                </c:pt>
                <c:pt idx="53791">
                  <c:v>45486.315972222219</c:v>
                </c:pt>
                <c:pt idx="53792">
                  <c:v>45486.342361111107</c:v>
                </c:pt>
                <c:pt idx="53793">
                  <c:v>45485.896527777782</c:v>
                </c:pt>
                <c:pt idx="53794">
                  <c:v>45485.592361111107</c:v>
                </c:pt>
                <c:pt idx="53795">
                  <c:v>45485.576388888891</c:v>
                </c:pt>
                <c:pt idx="53796">
                  <c:v>45485.570833333331</c:v>
                </c:pt>
                <c:pt idx="53797">
                  <c:v>45485.04583333333</c:v>
                </c:pt>
                <c:pt idx="53798">
                  <c:v>45485.09375</c:v>
                </c:pt>
                <c:pt idx="53799">
                  <c:v>45485.095833333333</c:v>
                </c:pt>
                <c:pt idx="53800">
                  <c:v>45485.137499999997</c:v>
                </c:pt>
                <c:pt idx="53801">
                  <c:v>45485.206944444442</c:v>
                </c:pt>
                <c:pt idx="53802">
                  <c:v>45485.228472222218</c:v>
                </c:pt>
                <c:pt idx="53803">
                  <c:v>45485.284722222219</c:v>
                </c:pt>
                <c:pt idx="53804">
                  <c:v>45485.362500000003</c:v>
                </c:pt>
                <c:pt idx="53805">
                  <c:v>45485.369444444441</c:v>
                </c:pt>
                <c:pt idx="53806">
                  <c:v>45485.386111111111</c:v>
                </c:pt>
                <c:pt idx="53807">
                  <c:v>45485.413888888892</c:v>
                </c:pt>
                <c:pt idx="53808">
                  <c:v>45485.436111111107</c:v>
                </c:pt>
                <c:pt idx="53809">
                  <c:v>45485.451388888891</c:v>
                </c:pt>
                <c:pt idx="53810">
                  <c:v>45485.45208333333</c:v>
                </c:pt>
                <c:pt idx="53811">
                  <c:v>45485.463888888888</c:v>
                </c:pt>
                <c:pt idx="53812">
                  <c:v>45485.464583333327</c:v>
                </c:pt>
                <c:pt idx="53813">
                  <c:v>45485.479166666657</c:v>
                </c:pt>
                <c:pt idx="53814">
                  <c:v>45485.486111111109</c:v>
                </c:pt>
                <c:pt idx="53815">
                  <c:v>45485.495833333327</c:v>
                </c:pt>
                <c:pt idx="53816">
                  <c:v>45485.509027777778</c:v>
                </c:pt>
                <c:pt idx="53817">
                  <c:v>45485.510416666657</c:v>
                </c:pt>
                <c:pt idx="53818">
                  <c:v>45485.51666666667</c:v>
                </c:pt>
                <c:pt idx="53819">
                  <c:v>45485.525000000001</c:v>
                </c:pt>
                <c:pt idx="53820">
                  <c:v>45485.525694444441</c:v>
                </c:pt>
                <c:pt idx="53821">
                  <c:v>45485.542361111111</c:v>
                </c:pt>
                <c:pt idx="53822">
                  <c:v>45485.543749999997</c:v>
                </c:pt>
                <c:pt idx="53823">
                  <c:v>45485.556250000001</c:v>
                </c:pt>
                <c:pt idx="53824">
                  <c:v>45484.875</c:v>
                </c:pt>
                <c:pt idx="53825">
                  <c:v>45488.508333333331</c:v>
                </c:pt>
                <c:pt idx="53826">
                  <c:v>45488.518055555563</c:v>
                </c:pt>
                <c:pt idx="53827">
                  <c:v>45550.96597222222</c:v>
                </c:pt>
                <c:pt idx="53828">
                  <c:v>45550.777083333327</c:v>
                </c:pt>
                <c:pt idx="53829">
                  <c:v>45491.398611111108</c:v>
                </c:pt>
                <c:pt idx="53830">
                  <c:v>45491.4</c:v>
                </c:pt>
                <c:pt idx="53831">
                  <c:v>45491.418749999997</c:v>
                </c:pt>
                <c:pt idx="53832">
                  <c:v>45491.420138888891</c:v>
                </c:pt>
                <c:pt idx="53833">
                  <c:v>45491.433333333327</c:v>
                </c:pt>
                <c:pt idx="53834">
                  <c:v>45491.459722222222</c:v>
                </c:pt>
                <c:pt idx="53835">
                  <c:v>45491.462500000001</c:v>
                </c:pt>
                <c:pt idx="53836">
                  <c:v>45491.486805555563</c:v>
                </c:pt>
                <c:pt idx="53837">
                  <c:v>45491.515277777777</c:v>
                </c:pt>
                <c:pt idx="53838">
                  <c:v>45491.517361111109</c:v>
                </c:pt>
                <c:pt idx="53839">
                  <c:v>45491.533333333333</c:v>
                </c:pt>
                <c:pt idx="53840">
                  <c:v>45491.395833333343</c:v>
                </c:pt>
                <c:pt idx="53841">
                  <c:v>45491.55</c:v>
                </c:pt>
                <c:pt idx="53842">
                  <c:v>45491.560416666667</c:v>
                </c:pt>
                <c:pt idx="53843">
                  <c:v>45491.561111111107</c:v>
                </c:pt>
                <c:pt idx="53844">
                  <c:v>45491.561805555553</c:v>
                </c:pt>
                <c:pt idx="53845">
                  <c:v>45491.566666666673</c:v>
                </c:pt>
                <c:pt idx="53846">
                  <c:v>45491.571527777778</c:v>
                </c:pt>
                <c:pt idx="53847">
                  <c:v>45491.591666666667</c:v>
                </c:pt>
                <c:pt idx="53848">
                  <c:v>45491.598611111112</c:v>
                </c:pt>
                <c:pt idx="53849">
                  <c:v>45491.601388888892</c:v>
                </c:pt>
                <c:pt idx="53850">
                  <c:v>45491.614583333343</c:v>
                </c:pt>
                <c:pt idx="53851">
                  <c:v>45491.618750000001</c:v>
                </c:pt>
                <c:pt idx="53852">
                  <c:v>45491.647222222222</c:v>
                </c:pt>
                <c:pt idx="53853">
                  <c:v>45491.669444444437</c:v>
                </c:pt>
                <c:pt idx="53854">
                  <c:v>45491.555555555547</c:v>
                </c:pt>
                <c:pt idx="53855">
                  <c:v>45491.394444444442</c:v>
                </c:pt>
                <c:pt idx="53856">
                  <c:v>45491.390277777777</c:v>
                </c:pt>
                <c:pt idx="53857">
                  <c:v>45550.802777777782</c:v>
                </c:pt>
                <c:pt idx="53858">
                  <c:v>45490.752083333333</c:v>
                </c:pt>
                <c:pt idx="53859">
                  <c:v>45490.806944444441</c:v>
                </c:pt>
                <c:pt idx="53860">
                  <c:v>45490.808333333327</c:v>
                </c:pt>
                <c:pt idx="53861">
                  <c:v>45490.809027777781</c:v>
                </c:pt>
                <c:pt idx="53862">
                  <c:v>45490.834722222222</c:v>
                </c:pt>
                <c:pt idx="53863">
                  <c:v>45490.838888888888</c:v>
                </c:pt>
                <c:pt idx="53864">
                  <c:v>45490.862500000003</c:v>
                </c:pt>
                <c:pt idx="53865">
                  <c:v>45490.87777777778</c:v>
                </c:pt>
                <c:pt idx="53866">
                  <c:v>45490.886111111111</c:v>
                </c:pt>
                <c:pt idx="53867">
                  <c:v>45490.886805555558</c:v>
                </c:pt>
                <c:pt idx="53868">
                  <c:v>45490.897222222222</c:v>
                </c:pt>
                <c:pt idx="53869">
                  <c:v>45490.898611111108</c:v>
                </c:pt>
                <c:pt idx="53870">
                  <c:v>45490.926388888889</c:v>
                </c:pt>
                <c:pt idx="53871">
                  <c:v>45490.943055555559</c:v>
                </c:pt>
                <c:pt idx="53872">
                  <c:v>45490.945138888892</c:v>
                </c:pt>
                <c:pt idx="53873">
                  <c:v>45490.98541666667</c:v>
                </c:pt>
                <c:pt idx="53874">
                  <c:v>45490.990972222222</c:v>
                </c:pt>
                <c:pt idx="53875">
                  <c:v>45491.006944444453</c:v>
                </c:pt>
                <c:pt idx="53876">
                  <c:v>45491.03125</c:v>
                </c:pt>
                <c:pt idx="53877">
                  <c:v>45491.059027777781</c:v>
                </c:pt>
                <c:pt idx="53878">
                  <c:v>45491.060416666667</c:v>
                </c:pt>
                <c:pt idx="53879">
                  <c:v>45491.063888888893</c:v>
                </c:pt>
                <c:pt idx="53880">
                  <c:v>45550.803472222222</c:v>
                </c:pt>
                <c:pt idx="53881">
                  <c:v>45491.175000000003</c:v>
                </c:pt>
                <c:pt idx="53882">
                  <c:v>45491.288194444453</c:v>
                </c:pt>
                <c:pt idx="53883">
                  <c:v>45491.35833333333</c:v>
                </c:pt>
                <c:pt idx="53884">
                  <c:v>45491.369444444441</c:v>
                </c:pt>
                <c:pt idx="53885">
                  <c:v>45491.679861111108</c:v>
                </c:pt>
                <c:pt idx="53886">
                  <c:v>45490.695833333331</c:v>
                </c:pt>
                <c:pt idx="53887">
                  <c:v>45550.738888888889</c:v>
                </c:pt>
                <c:pt idx="53888">
                  <c:v>45491.686805555553</c:v>
                </c:pt>
                <c:pt idx="53889">
                  <c:v>45492.347222222219</c:v>
                </c:pt>
                <c:pt idx="53890">
                  <c:v>45492.347916666673</c:v>
                </c:pt>
                <c:pt idx="53891">
                  <c:v>45492.349305555559</c:v>
                </c:pt>
                <c:pt idx="53892">
                  <c:v>45492.379861111112</c:v>
                </c:pt>
                <c:pt idx="53893">
                  <c:v>45492.385416666657</c:v>
                </c:pt>
                <c:pt idx="53894">
                  <c:v>45492.397916666669</c:v>
                </c:pt>
                <c:pt idx="53895">
                  <c:v>45492.431944444441</c:v>
                </c:pt>
                <c:pt idx="53896">
                  <c:v>45492.448611111111</c:v>
                </c:pt>
                <c:pt idx="53897">
                  <c:v>45492.461805555547</c:v>
                </c:pt>
                <c:pt idx="53898">
                  <c:v>45492.481944444437</c:v>
                </c:pt>
                <c:pt idx="53899">
                  <c:v>45492.526388888888</c:v>
                </c:pt>
                <c:pt idx="53900">
                  <c:v>45492.553472222222</c:v>
                </c:pt>
                <c:pt idx="53901">
                  <c:v>45492.343055555553</c:v>
                </c:pt>
                <c:pt idx="53902">
                  <c:v>45492.561805555553</c:v>
                </c:pt>
                <c:pt idx="53903">
                  <c:v>45492.57916666667</c:v>
                </c:pt>
                <c:pt idx="53904">
                  <c:v>45492.584027777782</c:v>
                </c:pt>
                <c:pt idx="53905">
                  <c:v>45492.594444444447</c:v>
                </c:pt>
                <c:pt idx="53906">
                  <c:v>45492.606249999997</c:v>
                </c:pt>
                <c:pt idx="53907">
                  <c:v>45492.631249999999</c:v>
                </c:pt>
                <c:pt idx="53908">
                  <c:v>45492.643055555563</c:v>
                </c:pt>
                <c:pt idx="53909">
                  <c:v>45492.645833333343</c:v>
                </c:pt>
                <c:pt idx="53910">
                  <c:v>45492.669444444437</c:v>
                </c:pt>
                <c:pt idx="53911">
                  <c:v>45492.679861111108</c:v>
                </c:pt>
                <c:pt idx="53912">
                  <c:v>45492.688888888893</c:v>
                </c:pt>
                <c:pt idx="53913">
                  <c:v>45492.694444444453</c:v>
                </c:pt>
                <c:pt idx="53914">
                  <c:v>45550.697222222218</c:v>
                </c:pt>
                <c:pt idx="53915">
                  <c:v>45492.571527777778</c:v>
                </c:pt>
                <c:pt idx="53916">
                  <c:v>45492.322222222218</c:v>
                </c:pt>
                <c:pt idx="53917">
                  <c:v>45550.709027777782</c:v>
                </c:pt>
                <c:pt idx="53918">
                  <c:v>45492.256249999999</c:v>
                </c:pt>
                <c:pt idx="53919">
                  <c:v>45491.697916666657</c:v>
                </c:pt>
                <c:pt idx="53920">
                  <c:v>45491.731249999997</c:v>
                </c:pt>
                <c:pt idx="53921">
                  <c:v>45491.740277777782</c:v>
                </c:pt>
                <c:pt idx="53922">
                  <c:v>45491.747916666667</c:v>
                </c:pt>
                <c:pt idx="53923">
                  <c:v>45491.753472222219</c:v>
                </c:pt>
                <c:pt idx="53924">
                  <c:v>45491.761805555558</c:v>
                </c:pt>
                <c:pt idx="53925">
                  <c:v>45491.768055555563</c:v>
                </c:pt>
                <c:pt idx="53926">
                  <c:v>45491.772916666669</c:v>
                </c:pt>
                <c:pt idx="53927">
                  <c:v>45491.78402777778</c:v>
                </c:pt>
                <c:pt idx="53928">
                  <c:v>45491.792361111111</c:v>
                </c:pt>
                <c:pt idx="53929">
                  <c:v>45491.802777777782</c:v>
                </c:pt>
                <c:pt idx="53930">
                  <c:v>45491.803472222222</c:v>
                </c:pt>
                <c:pt idx="53931">
                  <c:v>45491.811111111107</c:v>
                </c:pt>
                <c:pt idx="53932">
                  <c:v>45491.818055555559</c:v>
                </c:pt>
                <c:pt idx="53933">
                  <c:v>45491.824999999997</c:v>
                </c:pt>
                <c:pt idx="53934">
                  <c:v>45491.825694444437</c:v>
                </c:pt>
                <c:pt idx="53935">
                  <c:v>45491.841666666667</c:v>
                </c:pt>
                <c:pt idx="53936">
                  <c:v>45491.852083333331</c:v>
                </c:pt>
                <c:pt idx="53937">
                  <c:v>45491.852777777778</c:v>
                </c:pt>
                <c:pt idx="53938">
                  <c:v>45491.853472222218</c:v>
                </c:pt>
                <c:pt idx="53939">
                  <c:v>45491.864583333343</c:v>
                </c:pt>
                <c:pt idx="53940">
                  <c:v>45491.868055555547</c:v>
                </c:pt>
                <c:pt idx="53941">
                  <c:v>45491.87222222222</c:v>
                </c:pt>
                <c:pt idx="53942">
                  <c:v>45550.713194444441</c:v>
                </c:pt>
                <c:pt idx="53943">
                  <c:v>45491.890972222223</c:v>
                </c:pt>
                <c:pt idx="53944">
                  <c:v>45491.89166666667</c:v>
                </c:pt>
                <c:pt idx="53945">
                  <c:v>45492.229166666657</c:v>
                </c:pt>
                <c:pt idx="53946">
                  <c:v>45491.686111111107</c:v>
                </c:pt>
                <c:pt idx="53947">
                  <c:v>45550.843055555553</c:v>
                </c:pt>
                <c:pt idx="53948">
                  <c:v>45490.693749999999</c:v>
                </c:pt>
                <c:pt idx="53949">
                  <c:v>45550.852777777778</c:v>
                </c:pt>
                <c:pt idx="53950">
                  <c:v>45489.008333333331</c:v>
                </c:pt>
                <c:pt idx="53951">
                  <c:v>45489.20208333333</c:v>
                </c:pt>
                <c:pt idx="53952">
                  <c:v>45489.220833333333</c:v>
                </c:pt>
                <c:pt idx="53953">
                  <c:v>45489.274305555547</c:v>
                </c:pt>
                <c:pt idx="53954">
                  <c:v>45489.370833333327</c:v>
                </c:pt>
                <c:pt idx="53955">
                  <c:v>45489.379166666673</c:v>
                </c:pt>
                <c:pt idx="53956">
                  <c:v>45489.381944444453</c:v>
                </c:pt>
                <c:pt idx="53957">
                  <c:v>45489.43472222222</c:v>
                </c:pt>
                <c:pt idx="53958">
                  <c:v>45489.448611111111</c:v>
                </c:pt>
                <c:pt idx="53959">
                  <c:v>45489.451388888891</c:v>
                </c:pt>
                <c:pt idx="53960">
                  <c:v>45550.920138888891</c:v>
                </c:pt>
                <c:pt idx="53961">
                  <c:v>45489.455555555563</c:v>
                </c:pt>
                <c:pt idx="53962">
                  <c:v>45488.972916666673</c:v>
                </c:pt>
                <c:pt idx="53963">
                  <c:v>45489.48333333333</c:v>
                </c:pt>
                <c:pt idx="53964">
                  <c:v>45489.49722222222</c:v>
                </c:pt>
                <c:pt idx="53965">
                  <c:v>45489.525694444441</c:v>
                </c:pt>
                <c:pt idx="53966">
                  <c:v>45489.53125</c:v>
                </c:pt>
                <c:pt idx="53967">
                  <c:v>45489.572916666657</c:v>
                </c:pt>
                <c:pt idx="53968">
                  <c:v>45489.576388888891</c:v>
                </c:pt>
                <c:pt idx="53969">
                  <c:v>45489.593055555553</c:v>
                </c:pt>
                <c:pt idx="53970">
                  <c:v>45489.631249999999</c:v>
                </c:pt>
                <c:pt idx="53971">
                  <c:v>45489.636111111111</c:v>
                </c:pt>
                <c:pt idx="53972">
                  <c:v>45489.648611111108</c:v>
                </c:pt>
                <c:pt idx="53973">
                  <c:v>45489.65</c:v>
                </c:pt>
                <c:pt idx="53974">
                  <c:v>45489.65</c:v>
                </c:pt>
                <c:pt idx="53975">
                  <c:v>45489.669444444437</c:v>
                </c:pt>
                <c:pt idx="53976">
                  <c:v>45489.491666666669</c:v>
                </c:pt>
                <c:pt idx="53977">
                  <c:v>45488.942361111112</c:v>
                </c:pt>
                <c:pt idx="53978">
                  <c:v>45488.934027777781</c:v>
                </c:pt>
                <c:pt idx="53979">
                  <c:v>45488.927777777782</c:v>
                </c:pt>
                <c:pt idx="53980">
                  <c:v>45488.599305555559</c:v>
                </c:pt>
                <c:pt idx="53981">
                  <c:v>45488.609722222223</c:v>
                </c:pt>
                <c:pt idx="53982">
                  <c:v>45488.618750000001</c:v>
                </c:pt>
                <c:pt idx="53983">
                  <c:v>45488.623611111107</c:v>
                </c:pt>
                <c:pt idx="53984">
                  <c:v>45488.624305555553</c:v>
                </c:pt>
                <c:pt idx="53985">
                  <c:v>45488.628472222219</c:v>
                </c:pt>
                <c:pt idx="53986">
                  <c:v>45488.65902777778</c:v>
                </c:pt>
                <c:pt idx="53987">
                  <c:v>45488.664583333331</c:v>
                </c:pt>
                <c:pt idx="53988">
                  <c:v>45488.686805555553</c:v>
                </c:pt>
                <c:pt idx="53989">
                  <c:v>45488.689583333333</c:v>
                </c:pt>
                <c:pt idx="53990">
                  <c:v>45488.718055555553</c:v>
                </c:pt>
                <c:pt idx="53991">
                  <c:v>45488.724305555559</c:v>
                </c:pt>
                <c:pt idx="53992">
                  <c:v>45550.938888888893</c:v>
                </c:pt>
                <c:pt idx="53993">
                  <c:v>45488.729166666657</c:v>
                </c:pt>
                <c:pt idx="53994">
                  <c:v>45488.729166666657</c:v>
                </c:pt>
                <c:pt idx="53995">
                  <c:v>45488.744444444441</c:v>
                </c:pt>
                <c:pt idx="53996">
                  <c:v>45488.753472222219</c:v>
                </c:pt>
                <c:pt idx="53997">
                  <c:v>45488.761111111111</c:v>
                </c:pt>
                <c:pt idx="53998">
                  <c:v>45488.800000000003</c:v>
                </c:pt>
                <c:pt idx="53999">
                  <c:v>45488.806250000001</c:v>
                </c:pt>
                <c:pt idx="54000">
                  <c:v>45488.806944444441</c:v>
                </c:pt>
                <c:pt idx="54001">
                  <c:v>45488.819444444453</c:v>
                </c:pt>
                <c:pt idx="54002">
                  <c:v>45488.819444444453</c:v>
                </c:pt>
                <c:pt idx="54003">
                  <c:v>45488.822222222218</c:v>
                </c:pt>
                <c:pt idx="54004">
                  <c:v>45488.838194444441</c:v>
                </c:pt>
                <c:pt idx="54005">
                  <c:v>45488.859722222223</c:v>
                </c:pt>
                <c:pt idx="54006">
                  <c:v>45488.904861111107</c:v>
                </c:pt>
                <c:pt idx="54007">
                  <c:v>45550.914583333331</c:v>
                </c:pt>
                <c:pt idx="54008">
                  <c:v>45489.698611111111</c:v>
                </c:pt>
                <c:pt idx="54009">
                  <c:v>45550.893750000003</c:v>
                </c:pt>
                <c:pt idx="54010">
                  <c:v>45489.709722222222</c:v>
                </c:pt>
                <c:pt idx="54011">
                  <c:v>45490.445138888892</c:v>
                </c:pt>
                <c:pt idx="54012">
                  <c:v>45490.455555555563</c:v>
                </c:pt>
                <c:pt idx="54013">
                  <c:v>45490.457638888889</c:v>
                </c:pt>
                <c:pt idx="54014">
                  <c:v>45490.465277777781</c:v>
                </c:pt>
                <c:pt idx="54015">
                  <c:v>45490.477777777778</c:v>
                </c:pt>
                <c:pt idx="54016">
                  <c:v>45490.477777777778</c:v>
                </c:pt>
                <c:pt idx="54017">
                  <c:v>45490.480555555558</c:v>
                </c:pt>
                <c:pt idx="54018">
                  <c:v>45490.504861111112</c:v>
                </c:pt>
                <c:pt idx="54019">
                  <c:v>45490.51458333333</c:v>
                </c:pt>
                <c:pt idx="54020">
                  <c:v>45490.515972222223</c:v>
                </c:pt>
                <c:pt idx="54021">
                  <c:v>45490.526388888888</c:v>
                </c:pt>
                <c:pt idx="54022">
                  <c:v>45490.536111111112</c:v>
                </c:pt>
                <c:pt idx="54023">
                  <c:v>45490.538888888892</c:v>
                </c:pt>
                <c:pt idx="54024">
                  <c:v>45490.544444444437</c:v>
                </c:pt>
                <c:pt idx="54025">
                  <c:v>45490.546527777777</c:v>
                </c:pt>
                <c:pt idx="54026">
                  <c:v>45490.563194444447</c:v>
                </c:pt>
                <c:pt idx="54027">
                  <c:v>45490.583333333343</c:v>
                </c:pt>
                <c:pt idx="54028">
                  <c:v>45550.859027777777</c:v>
                </c:pt>
                <c:pt idx="54029">
                  <c:v>45490.621527777781</c:v>
                </c:pt>
                <c:pt idx="54030">
                  <c:v>45490.634027777778</c:v>
                </c:pt>
                <c:pt idx="54031">
                  <c:v>45550.855555555558</c:v>
                </c:pt>
                <c:pt idx="54032">
                  <c:v>45490.642361111109</c:v>
                </c:pt>
                <c:pt idx="54033">
                  <c:v>45490.643750000003</c:v>
                </c:pt>
                <c:pt idx="54034">
                  <c:v>45490.659722222219</c:v>
                </c:pt>
                <c:pt idx="54035">
                  <c:v>45490.668055555558</c:v>
                </c:pt>
                <c:pt idx="54036">
                  <c:v>45490.688194444447</c:v>
                </c:pt>
                <c:pt idx="54037">
                  <c:v>45490.693749999999</c:v>
                </c:pt>
                <c:pt idx="54038">
                  <c:v>45490.40625</c:v>
                </c:pt>
                <c:pt idx="54039">
                  <c:v>45483.839583333327</c:v>
                </c:pt>
                <c:pt idx="54040">
                  <c:v>45490.343055555553</c:v>
                </c:pt>
                <c:pt idx="54041">
                  <c:v>45490.297222222223</c:v>
                </c:pt>
                <c:pt idx="54042">
                  <c:v>45489.709722222222</c:v>
                </c:pt>
                <c:pt idx="54043">
                  <c:v>45489.713194444441</c:v>
                </c:pt>
                <c:pt idx="54044">
                  <c:v>45489.725694444453</c:v>
                </c:pt>
                <c:pt idx="54045">
                  <c:v>45489.741666666669</c:v>
                </c:pt>
                <c:pt idx="54046">
                  <c:v>45489.752083333333</c:v>
                </c:pt>
                <c:pt idx="54047">
                  <c:v>45550.879861111112</c:v>
                </c:pt>
                <c:pt idx="54048">
                  <c:v>45489.757638888892</c:v>
                </c:pt>
                <c:pt idx="54049">
                  <c:v>45489.772222222222</c:v>
                </c:pt>
                <c:pt idx="54050">
                  <c:v>45489.788888888892</c:v>
                </c:pt>
                <c:pt idx="54051">
                  <c:v>45489.793749999997</c:v>
                </c:pt>
                <c:pt idx="54052">
                  <c:v>45489.80972222222</c:v>
                </c:pt>
                <c:pt idx="54053">
                  <c:v>45489.811111111107</c:v>
                </c:pt>
                <c:pt idx="54054">
                  <c:v>45489.831250000003</c:v>
                </c:pt>
                <c:pt idx="54055">
                  <c:v>45489.845138888893</c:v>
                </c:pt>
                <c:pt idx="54056">
                  <c:v>45489.857638888891</c:v>
                </c:pt>
                <c:pt idx="54057">
                  <c:v>45489.861111111109</c:v>
                </c:pt>
                <c:pt idx="54058">
                  <c:v>45489.863888888889</c:v>
                </c:pt>
                <c:pt idx="54059">
                  <c:v>45489.869444444441</c:v>
                </c:pt>
                <c:pt idx="54060">
                  <c:v>45489.87222222222</c:v>
                </c:pt>
                <c:pt idx="54061">
                  <c:v>45550.875</c:v>
                </c:pt>
                <c:pt idx="54062">
                  <c:v>45489.882638888892</c:v>
                </c:pt>
                <c:pt idx="54063">
                  <c:v>45550.869444444441</c:v>
                </c:pt>
                <c:pt idx="54064">
                  <c:v>45550.862500000003</c:v>
                </c:pt>
                <c:pt idx="54065">
                  <c:v>45489.942361111112</c:v>
                </c:pt>
                <c:pt idx="54066">
                  <c:v>45489.954861111109</c:v>
                </c:pt>
                <c:pt idx="54067">
                  <c:v>45489.980555555558</c:v>
                </c:pt>
                <c:pt idx="54068">
                  <c:v>45489.98333333333</c:v>
                </c:pt>
                <c:pt idx="54069">
                  <c:v>45490.339583333327</c:v>
                </c:pt>
                <c:pt idx="54070">
                  <c:v>45492.697222222218</c:v>
                </c:pt>
                <c:pt idx="54071">
                  <c:v>45483.829861111109</c:v>
                </c:pt>
                <c:pt idx="54072">
                  <c:v>45483.804166666669</c:v>
                </c:pt>
                <c:pt idx="54073">
                  <c:v>45478.695833333331</c:v>
                </c:pt>
                <c:pt idx="54074">
                  <c:v>45478.708333333343</c:v>
                </c:pt>
                <c:pt idx="54075">
                  <c:v>45478.71597222222</c:v>
                </c:pt>
                <c:pt idx="54076">
                  <c:v>45478.73333333333</c:v>
                </c:pt>
                <c:pt idx="54077">
                  <c:v>45478.739583333343</c:v>
                </c:pt>
                <c:pt idx="54078">
                  <c:v>45478.754861111112</c:v>
                </c:pt>
                <c:pt idx="54079">
                  <c:v>45478.765277777777</c:v>
                </c:pt>
                <c:pt idx="54080">
                  <c:v>45551.634027777778</c:v>
                </c:pt>
                <c:pt idx="54081">
                  <c:v>45478.768055555563</c:v>
                </c:pt>
                <c:pt idx="54082">
                  <c:v>45551.629861111112</c:v>
                </c:pt>
                <c:pt idx="54083">
                  <c:v>45478.78402777778</c:v>
                </c:pt>
                <c:pt idx="54084">
                  <c:v>45478.788194444453</c:v>
                </c:pt>
                <c:pt idx="54085">
                  <c:v>45478.691666666673</c:v>
                </c:pt>
                <c:pt idx="54086">
                  <c:v>45478.809027777781</c:v>
                </c:pt>
                <c:pt idx="54087">
                  <c:v>45478.856944444437</c:v>
                </c:pt>
                <c:pt idx="54088">
                  <c:v>45478.899305555547</c:v>
                </c:pt>
                <c:pt idx="54089">
                  <c:v>45478.922222222223</c:v>
                </c:pt>
                <c:pt idx="54090">
                  <c:v>45478.9375</c:v>
                </c:pt>
                <c:pt idx="54091">
                  <c:v>45478.946527777778</c:v>
                </c:pt>
                <c:pt idx="54092">
                  <c:v>45551.618750000001</c:v>
                </c:pt>
                <c:pt idx="54093">
                  <c:v>45478.977777777778</c:v>
                </c:pt>
                <c:pt idx="54094">
                  <c:v>45478.984027777777</c:v>
                </c:pt>
                <c:pt idx="54095">
                  <c:v>45551.617361111108</c:v>
                </c:pt>
                <c:pt idx="54096">
                  <c:v>45478.993750000001</c:v>
                </c:pt>
                <c:pt idx="54097">
                  <c:v>45479.019444444442</c:v>
                </c:pt>
                <c:pt idx="54098">
                  <c:v>45479.077777777777</c:v>
                </c:pt>
                <c:pt idx="54099">
                  <c:v>45478.849305555559</c:v>
                </c:pt>
                <c:pt idx="54100">
                  <c:v>45478.677083333343</c:v>
                </c:pt>
                <c:pt idx="54101">
                  <c:v>45478.671527777777</c:v>
                </c:pt>
                <c:pt idx="54102">
                  <c:v>45478.668749999997</c:v>
                </c:pt>
                <c:pt idx="54103">
                  <c:v>45478.354861111111</c:v>
                </c:pt>
                <c:pt idx="54104">
                  <c:v>45478.396527777782</c:v>
                </c:pt>
                <c:pt idx="54105">
                  <c:v>45478.398611111108</c:v>
                </c:pt>
                <c:pt idx="54106">
                  <c:v>45478.436805555553</c:v>
                </c:pt>
                <c:pt idx="54107">
                  <c:v>45478.439583333333</c:v>
                </c:pt>
                <c:pt idx="54108">
                  <c:v>45478.44027777778</c:v>
                </c:pt>
                <c:pt idx="54109">
                  <c:v>45478.443749999999</c:v>
                </c:pt>
                <c:pt idx="54110">
                  <c:v>45478.446527777778</c:v>
                </c:pt>
                <c:pt idx="54111">
                  <c:v>45478.461111111108</c:v>
                </c:pt>
                <c:pt idx="54112">
                  <c:v>45478.481249999997</c:v>
                </c:pt>
                <c:pt idx="54113">
                  <c:v>45478.481249999997</c:v>
                </c:pt>
                <c:pt idx="54114">
                  <c:v>45478.48541666667</c:v>
                </c:pt>
                <c:pt idx="54115">
                  <c:v>45478.488888888889</c:v>
                </c:pt>
                <c:pt idx="54116">
                  <c:v>45478.506944444453</c:v>
                </c:pt>
                <c:pt idx="54117">
                  <c:v>45478.53402777778</c:v>
                </c:pt>
                <c:pt idx="54118">
                  <c:v>45478.535416666673</c:v>
                </c:pt>
                <c:pt idx="54119">
                  <c:v>45478.55</c:v>
                </c:pt>
                <c:pt idx="54120">
                  <c:v>45478.584027777782</c:v>
                </c:pt>
                <c:pt idx="54121">
                  <c:v>45478.586111111108</c:v>
                </c:pt>
                <c:pt idx="54122">
                  <c:v>45478.603472222218</c:v>
                </c:pt>
                <c:pt idx="54123">
                  <c:v>45478.621527777781</c:v>
                </c:pt>
                <c:pt idx="54124">
                  <c:v>45478.623611111107</c:v>
                </c:pt>
                <c:pt idx="54125">
                  <c:v>45478.626388888893</c:v>
                </c:pt>
                <c:pt idx="54126">
                  <c:v>45478.628472222219</c:v>
                </c:pt>
                <c:pt idx="54127">
                  <c:v>45551.698611111111</c:v>
                </c:pt>
                <c:pt idx="54128">
                  <c:v>45478.662499999999</c:v>
                </c:pt>
                <c:pt idx="54129">
                  <c:v>45551.658333333333</c:v>
                </c:pt>
                <c:pt idx="54130">
                  <c:v>45479.095833333333</c:v>
                </c:pt>
                <c:pt idx="54131">
                  <c:v>45478.352777777778</c:v>
                </c:pt>
                <c:pt idx="54132">
                  <c:v>45479.231944444437</c:v>
                </c:pt>
                <c:pt idx="54133">
                  <c:v>45479.288888888892</c:v>
                </c:pt>
                <c:pt idx="54134">
                  <c:v>45479.909722222219</c:v>
                </c:pt>
                <c:pt idx="54135">
                  <c:v>45479.918055555558</c:v>
                </c:pt>
                <c:pt idx="54136">
                  <c:v>45479.95</c:v>
                </c:pt>
                <c:pt idx="54137">
                  <c:v>45479.963888888888</c:v>
                </c:pt>
                <c:pt idx="54138">
                  <c:v>45479.980555555558</c:v>
                </c:pt>
                <c:pt idx="54139">
                  <c:v>45479.997916666667</c:v>
                </c:pt>
                <c:pt idx="54140">
                  <c:v>45480.059027777781</c:v>
                </c:pt>
                <c:pt idx="54141">
                  <c:v>45480.084722222222</c:v>
                </c:pt>
                <c:pt idx="54142">
                  <c:v>45480.279861111107</c:v>
                </c:pt>
                <c:pt idx="54143">
                  <c:v>45480.322222222218</c:v>
                </c:pt>
                <c:pt idx="54144">
                  <c:v>45480.379166666673</c:v>
                </c:pt>
                <c:pt idx="54145">
                  <c:v>45480.42291666667</c:v>
                </c:pt>
                <c:pt idx="54146">
                  <c:v>45479.88958333333</c:v>
                </c:pt>
                <c:pt idx="54147">
                  <c:v>45480.474999999999</c:v>
                </c:pt>
                <c:pt idx="54148">
                  <c:v>45480.491666666669</c:v>
                </c:pt>
                <c:pt idx="54149">
                  <c:v>45551.552777777782</c:v>
                </c:pt>
                <c:pt idx="54150">
                  <c:v>45480.493750000001</c:v>
                </c:pt>
                <c:pt idx="54151">
                  <c:v>45480.515972222223</c:v>
                </c:pt>
                <c:pt idx="54152">
                  <c:v>45480.536111111112</c:v>
                </c:pt>
                <c:pt idx="54153">
                  <c:v>45480.54791666667</c:v>
                </c:pt>
                <c:pt idx="54154">
                  <c:v>45480.5625</c:v>
                </c:pt>
                <c:pt idx="54155">
                  <c:v>45480.570833333331</c:v>
                </c:pt>
                <c:pt idx="54156">
                  <c:v>45480.572916666657</c:v>
                </c:pt>
                <c:pt idx="54157">
                  <c:v>45480.583333333343</c:v>
                </c:pt>
                <c:pt idx="54158">
                  <c:v>45480.589583333327</c:v>
                </c:pt>
                <c:pt idx="54159">
                  <c:v>45480.616666666669</c:v>
                </c:pt>
                <c:pt idx="54160">
                  <c:v>45480.482638888891</c:v>
                </c:pt>
                <c:pt idx="54161">
                  <c:v>45551.576388888891</c:v>
                </c:pt>
                <c:pt idx="54162">
                  <c:v>45479.868055555547</c:v>
                </c:pt>
                <c:pt idx="54163">
                  <c:v>45479.84097222222</c:v>
                </c:pt>
                <c:pt idx="54164">
                  <c:v>45479.334027777782</c:v>
                </c:pt>
                <c:pt idx="54165">
                  <c:v>45479.340277777781</c:v>
                </c:pt>
                <c:pt idx="54166">
                  <c:v>45479.415277777778</c:v>
                </c:pt>
                <c:pt idx="54167">
                  <c:v>45551.602777777778</c:v>
                </c:pt>
                <c:pt idx="54168">
                  <c:v>45479.445138888892</c:v>
                </c:pt>
                <c:pt idx="54169">
                  <c:v>45479.470138888893</c:v>
                </c:pt>
                <c:pt idx="54170">
                  <c:v>45479.472916666673</c:v>
                </c:pt>
                <c:pt idx="54171">
                  <c:v>45479.492361111108</c:v>
                </c:pt>
                <c:pt idx="54172">
                  <c:v>45479.504166666673</c:v>
                </c:pt>
                <c:pt idx="54173">
                  <c:v>45479.527083333327</c:v>
                </c:pt>
                <c:pt idx="54174">
                  <c:v>45479.52847222222</c:v>
                </c:pt>
                <c:pt idx="54175">
                  <c:v>45479.529861111107</c:v>
                </c:pt>
                <c:pt idx="54176">
                  <c:v>45479.597916666673</c:v>
                </c:pt>
                <c:pt idx="54177">
                  <c:v>45479.62222222222</c:v>
                </c:pt>
                <c:pt idx="54178">
                  <c:v>45479.625</c:v>
                </c:pt>
                <c:pt idx="54179">
                  <c:v>45479.647916666669</c:v>
                </c:pt>
                <c:pt idx="54180">
                  <c:v>45479.654861111107</c:v>
                </c:pt>
                <c:pt idx="54181">
                  <c:v>45479.685416666667</c:v>
                </c:pt>
                <c:pt idx="54182">
                  <c:v>45479.695138888892</c:v>
                </c:pt>
                <c:pt idx="54183">
                  <c:v>45479.715277777781</c:v>
                </c:pt>
                <c:pt idx="54184">
                  <c:v>45479.71597222222</c:v>
                </c:pt>
                <c:pt idx="54185">
                  <c:v>45479.736111111109</c:v>
                </c:pt>
                <c:pt idx="54186">
                  <c:v>45479.747916666667</c:v>
                </c:pt>
                <c:pt idx="54187">
                  <c:v>45479.753472222219</c:v>
                </c:pt>
                <c:pt idx="54188">
                  <c:v>45479.770833333343</c:v>
                </c:pt>
                <c:pt idx="54189">
                  <c:v>45479.802083333343</c:v>
                </c:pt>
                <c:pt idx="54190">
                  <c:v>45479.818055555559</c:v>
                </c:pt>
                <c:pt idx="54191">
                  <c:v>45551.613194444442</c:v>
                </c:pt>
                <c:pt idx="54192">
                  <c:v>45480.67083333333</c:v>
                </c:pt>
                <c:pt idx="54193">
                  <c:v>45478.348611111112</c:v>
                </c:pt>
                <c:pt idx="54194">
                  <c:v>45478.282638888893</c:v>
                </c:pt>
                <c:pt idx="54195">
                  <c:v>45476.811805555553</c:v>
                </c:pt>
                <c:pt idx="54196">
                  <c:v>45476.817361111112</c:v>
                </c:pt>
                <c:pt idx="54197">
                  <c:v>45476.818055555559</c:v>
                </c:pt>
                <c:pt idx="54198">
                  <c:v>45476.818749999999</c:v>
                </c:pt>
                <c:pt idx="54199">
                  <c:v>45476.825694444437</c:v>
                </c:pt>
                <c:pt idx="54200">
                  <c:v>45476.826388888891</c:v>
                </c:pt>
                <c:pt idx="54201">
                  <c:v>45476.851388888892</c:v>
                </c:pt>
                <c:pt idx="54202">
                  <c:v>45476.852777777778</c:v>
                </c:pt>
                <c:pt idx="54203">
                  <c:v>45551.82708333333</c:v>
                </c:pt>
                <c:pt idx="54204">
                  <c:v>45476.85833333333</c:v>
                </c:pt>
                <c:pt idx="54205">
                  <c:v>45551.820138888892</c:v>
                </c:pt>
                <c:pt idx="54206">
                  <c:v>45476.864583333343</c:v>
                </c:pt>
                <c:pt idx="54207">
                  <c:v>45476.795138888891</c:v>
                </c:pt>
                <c:pt idx="54208">
                  <c:v>45476.865277777782</c:v>
                </c:pt>
                <c:pt idx="54209">
                  <c:v>45476.892361111109</c:v>
                </c:pt>
                <c:pt idx="54210">
                  <c:v>45476.90902777778</c:v>
                </c:pt>
                <c:pt idx="54211">
                  <c:v>45911.696527777778</c:v>
                </c:pt>
                <c:pt idx="54212">
                  <c:v>45476.944444444453</c:v>
                </c:pt>
                <c:pt idx="54213">
                  <c:v>45476.970833333333</c:v>
                </c:pt>
                <c:pt idx="54214">
                  <c:v>45476.975694444453</c:v>
                </c:pt>
                <c:pt idx="54215">
                  <c:v>45476.98541666667</c:v>
                </c:pt>
                <c:pt idx="54216">
                  <c:v>45476.986805555563</c:v>
                </c:pt>
                <c:pt idx="54217">
                  <c:v>45477.013888888891</c:v>
                </c:pt>
                <c:pt idx="54218">
                  <c:v>45477.018750000003</c:v>
                </c:pt>
                <c:pt idx="54219">
                  <c:v>45477.029166666667</c:v>
                </c:pt>
                <c:pt idx="54220">
                  <c:v>45477.177777777782</c:v>
                </c:pt>
                <c:pt idx="54221">
                  <c:v>45476.883333333331</c:v>
                </c:pt>
                <c:pt idx="54222">
                  <c:v>45476.788194444453</c:v>
                </c:pt>
                <c:pt idx="54223">
                  <c:v>45476.786805555559</c:v>
                </c:pt>
                <c:pt idx="54224">
                  <c:v>45476.777083333327</c:v>
                </c:pt>
                <c:pt idx="54225">
                  <c:v>45476.527083333327</c:v>
                </c:pt>
                <c:pt idx="54226">
                  <c:v>45476.538888888892</c:v>
                </c:pt>
                <c:pt idx="54227">
                  <c:v>45476.546527777777</c:v>
                </c:pt>
                <c:pt idx="54228">
                  <c:v>45476.553472222222</c:v>
                </c:pt>
                <c:pt idx="54229">
                  <c:v>45476.554166666669</c:v>
                </c:pt>
                <c:pt idx="54230">
                  <c:v>45551.895833333343</c:v>
                </c:pt>
                <c:pt idx="54231">
                  <c:v>45476.569444444453</c:v>
                </c:pt>
                <c:pt idx="54232">
                  <c:v>45476.585416666669</c:v>
                </c:pt>
                <c:pt idx="54233">
                  <c:v>45551.863888888889</c:v>
                </c:pt>
                <c:pt idx="54234">
                  <c:v>45476.592361111107</c:v>
                </c:pt>
                <c:pt idx="54235">
                  <c:v>45476.605555555558</c:v>
                </c:pt>
                <c:pt idx="54236">
                  <c:v>45476.614583333343</c:v>
                </c:pt>
                <c:pt idx="54237">
                  <c:v>45476.620138888888</c:v>
                </c:pt>
                <c:pt idx="54238">
                  <c:v>45476.625</c:v>
                </c:pt>
                <c:pt idx="54239">
                  <c:v>45476.634027777778</c:v>
                </c:pt>
                <c:pt idx="54240">
                  <c:v>45551.849305555559</c:v>
                </c:pt>
                <c:pt idx="54241">
                  <c:v>45476.644444444442</c:v>
                </c:pt>
                <c:pt idx="54242">
                  <c:v>45476.647222222222</c:v>
                </c:pt>
                <c:pt idx="54243">
                  <c:v>45476.689583333333</c:v>
                </c:pt>
                <c:pt idx="54244">
                  <c:v>45476.725694444453</c:v>
                </c:pt>
                <c:pt idx="54245">
                  <c:v>45476.726388888892</c:v>
                </c:pt>
                <c:pt idx="54246">
                  <c:v>45476.738194444442</c:v>
                </c:pt>
                <c:pt idx="54247">
                  <c:v>45476.743055555547</c:v>
                </c:pt>
                <c:pt idx="54248">
                  <c:v>45476.745833333327</c:v>
                </c:pt>
                <c:pt idx="54249">
                  <c:v>45476.75277777778</c:v>
                </c:pt>
                <c:pt idx="54250">
                  <c:v>45476.759722222218</c:v>
                </c:pt>
                <c:pt idx="54251">
                  <c:v>45476.775694444441</c:v>
                </c:pt>
                <c:pt idx="54252">
                  <c:v>45477.197916666657</c:v>
                </c:pt>
                <c:pt idx="54253">
                  <c:v>45478.306944444441</c:v>
                </c:pt>
                <c:pt idx="54254">
                  <c:v>45477.227777777778</c:v>
                </c:pt>
                <c:pt idx="54255">
                  <c:v>45477.286805555559</c:v>
                </c:pt>
                <c:pt idx="54256">
                  <c:v>45551.716666666667</c:v>
                </c:pt>
                <c:pt idx="54257">
                  <c:v>45477.730555555558</c:v>
                </c:pt>
                <c:pt idx="54258">
                  <c:v>45477.736111111109</c:v>
                </c:pt>
                <c:pt idx="54259">
                  <c:v>45477.780555555553</c:v>
                </c:pt>
                <c:pt idx="54260">
                  <c:v>45477.806944444441</c:v>
                </c:pt>
                <c:pt idx="54261">
                  <c:v>45477.820833333331</c:v>
                </c:pt>
                <c:pt idx="54262">
                  <c:v>45477.820833333331</c:v>
                </c:pt>
                <c:pt idx="54263">
                  <c:v>45477.823611111111</c:v>
                </c:pt>
                <c:pt idx="54264">
                  <c:v>45477.84097222222</c:v>
                </c:pt>
                <c:pt idx="54265">
                  <c:v>45477.850694444453</c:v>
                </c:pt>
                <c:pt idx="54266">
                  <c:v>45477.856249999997</c:v>
                </c:pt>
                <c:pt idx="54267">
                  <c:v>45477.86041666667</c:v>
                </c:pt>
                <c:pt idx="54268">
                  <c:v>45477.729166666657</c:v>
                </c:pt>
                <c:pt idx="54269">
                  <c:v>45477.901388888888</c:v>
                </c:pt>
                <c:pt idx="54270">
                  <c:v>45477.945833333331</c:v>
                </c:pt>
                <c:pt idx="54271">
                  <c:v>45477.945833333331</c:v>
                </c:pt>
                <c:pt idx="54272">
                  <c:v>45477.972916666673</c:v>
                </c:pt>
                <c:pt idx="54273">
                  <c:v>45477.974305555559</c:v>
                </c:pt>
                <c:pt idx="54274">
                  <c:v>45478.025694444441</c:v>
                </c:pt>
                <c:pt idx="54275">
                  <c:v>45478.043055555558</c:v>
                </c:pt>
                <c:pt idx="54276">
                  <c:v>45478.043055555558</c:v>
                </c:pt>
                <c:pt idx="54277">
                  <c:v>45478.045138888891</c:v>
                </c:pt>
                <c:pt idx="54278">
                  <c:v>45478.121527777781</c:v>
                </c:pt>
                <c:pt idx="54279">
                  <c:v>45478.147916666669</c:v>
                </c:pt>
                <c:pt idx="54280">
                  <c:v>45478.168055555558</c:v>
                </c:pt>
                <c:pt idx="54281">
                  <c:v>45478.209027777782</c:v>
                </c:pt>
                <c:pt idx="54282">
                  <c:v>45477.935416666667</c:v>
                </c:pt>
                <c:pt idx="54283">
                  <c:v>45551.71875</c:v>
                </c:pt>
                <c:pt idx="54284">
                  <c:v>45477.70208333333</c:v>
                </c:pt>
                <c:pt idx="54285">
                  <c:v>45477.68472222222</c:v>
                </c:pt>
                <c:pt idx="54286">
                  <c:v>45477.292361111111</c:v>
                </c:pt>
                <c:pt idx="54287">
                  <c:v>45477.318749999999</c:v>
                </c:pt>
                <c:pt idx="54288">
                  <c:v>45477.323611111111</c:v>
                </c:pt>
                <c:pt idx="54289">
                  <c:v>45477.32916666667</c:v>
                </c:pt>
                <c:pt idx="54290">
                  <c:v>45477.345138888893</c:v>
                </c:pt>
                <c:pt idx="54291">
                  <c:v>45477.375</c:v>
                </c:pt>
                <c:pt idx="54292">
                  <c:v>45477.376388888893</c:v>
                </c:pt>
                <c:pt idx="54293">
                  <c:v>45477.412499999999</c:v>
                </c:pt>
                <c:pt idx="54294">
                  <c:v>45477.415277777778</c:v>
                </c:pt>
                <c:pt idx="54295">
                  <c:v>45477.42291666667</c:v>
                </c:pt>
                <c:pt idx="54296">
                  <c:v>45551.80972222222</c:v>
                </c:pt>
                <c:pt idx="54297">
                  <c:v>45477.487500000003</c:v>
                </c:pt>
                <c:pt idx="54298">
                  <c:v>45477.522916666669</c:v>
                </c:pt>
                <c:pt idx="54299">
                  <c:v>45477.525000000001</c:v>
                </c:pt>
                <c:pt idx="54300">
                  <c:v>45551.798611111109</c:v>
                </c:pt>
                <c:pt idx="54301">
                  <c:v>45551.74722222222</c:v>
                </c:pt>
                <c:pt idx="54302">
                  <c:v>45551.731944444437</c:v>
                </c:pt>
                <c:pt idx="54303">
                  <c:v>45477.543749999997</c:v>
                </c:pt>
                <c:pt idx="54304">
                  <c:v>45477.563888888893</c:v>
                </c:pt>
                <c:pt idx="54305">
                  <c:v>45477.581250000003</c:v>
                </c:pt>
                <c:pt idx="54306">
                  <c:v>45477.622916666667</c:v>
                </c:pt>
                <c:pt idx="54307">
                  <c:v>45477.643055555563</c:v>
                </c:pt>
                <c:pt idx="54308">
                  <c:v>45477.65902777778</c:v>
                </c:pt>
                <c:pt idx="54309">
                  <c:v>45477.661805555559</c:v>
                </c:pt>
                <c:pt idx="54310">
                  <c:v>45477.667361111111</c:v>
                </c:pt>
                <c:pt idx="54311">
                  <c:v>45477.667361111111</c:v>
                </c:pt>
                <c:pt idx="54312">
                  <c:v>45477.678472222222</c:v>
                </c:pt>
                <c:pt idx="54313">
                  <c:v>45477.236805555563</c:v>
                </c:pt>
                <c:pt idx="54314">
                  <c:v>45480.67291666667</c:v>
                </c:pt>
                <c:pt idx="54315">
                  <c:v>45480.67291666667</c:v>
                </c:pt>
                <c:pt idx="54316">
                  <c:v>45480.673611111109</c:v>
                </c:pt>
                <c:pt idx="54317">
                  <c:v>45482.730555555558</c:v>
                </c:pt>
                <c:pt idx="54318">
                  <c:v>45482.73333333333</c:v>
                </c:pt>
                <c:pt idx="54319">
                  <c:v>45482.738888888889</c:v>
                </c:pt>
                <c:pt idx="54320">
                  <c:v>45551.461805555547</c:v>
                </c:pt>
                <c:pt idx="54321">
                  <c:v>45551.454861111109</c:v>
                </c:pt>
                <c:pt idx="54322">
                  <c:v>45482.739583333343</c:v>
                </c:pt>
                <c:pt idx="54323">
                  <c:v>45482.750694444447</c:v>
                </c:pt>
                <c:pt idx="54324">
                  <c:v>45482.75277777778</c:v>
                </c:pt>
                <c:pt idx="54325">
                  <c:v>45482.754861111112</c:v>
                </c:pt>
                <c:pt idx="54326">
                  <c:v>45482.787499999999</c:v>
                </c:pt>
                <c:pt idx="54327">
                  <c:v>45482.787499999999</c:v>
                </c:pt>
                <c:pt idx="54328">
                  <c:v>45482.79583333333</c:v>
                </c:pt>
                <c:pt idx="54329">
                  <c:v>45482.709027777782</c:v>
                </c:pt>
                <c:pt idx="54330">
                  <c:v>45482.801388888889</c:v>
                </c:pt>
                <c:pt idx="54331">
                  <c:v>45482.824305555558</c:v>
                </c:pt>
                <c:pt idx="54332">
                  <c:v>45482.827777777777</c:v>
                </c:pt>
                <c:pt idx="54333">
                  <c:v>45482.830555555563</c:v>
                </c:pt>
                <c:pt idx="54334">
                  <c:v>45482.840277777781</c:v>
                </c:pt>
                <c:pt idx="54335">
                  <c:v>45482.865277777782</c:v>
                </c:pt>
                <c:pt idx="54336">
                  <c:v>45482.875</c:v>
                </c:pt>
                <c:pt idx="54337">
                  <c:v>45482.884722222218</c:v>
                </c:pt>
                <c:pt idx="54338">
                  <c:v>45482.890972222223</c:v>
                </c:pt>
                <c:pt idx="54339">
                  <c:v>45482.893055555563</c:v>
                </c:pt>
                <c:pt idx="54340">
                  <c:v>45482.897916666669</c:v>
                </c:pt>
                <c:pt idx="54341">
                  <c:v>45482.901388888888</c:v>
                </c:pt>
                <c:pt idx="54342">
                  <c:v>45482.915277777778</c:v>
                </c:pt>
                <c:pt idx="54343">
                  <c:v>45482.814583333333</c:v>
                </c:pt>
                <c:pt idx="54344">
                  <c:v>45482.686805555553</c:v>
                </c:pt>
                <c:pt idx="54345">
                  <c:v>45482.686111111107</c:v>
                </c:pt>
                <c:pt idx="54346">
                  <c:v>45482.655555555553</c:v>
                </c:pt>
                <c:pt idx="54347">
                  <c:v>45482.476388888892</c:v>
                </c:pt>
                <c:pt idx="54348">
                  <c:v>45482.48333333333</c:v>
                </c:pt>
                <c:pt idx="54349">
                  <c:v>45482.484027777777</c:v>
                </c:pt>
                <c:pt idx="54350">
                  <c:v>45482.484722222223</c:v>
                </c:pt>
                <c:pt idx="54351">
                  <c:v>45482.488888888889</c:v>
                </c:pt>
                <c:pt idx="54352">
                  <c:v>45482.515972222223</c:v>
                </c:pt>
                <c:pt idx="54353">
                  <c:v>45482.524305555547</c:v>
                </c:pt>
                <c:pt idx="54354">
                  <c:v>45482.527777777781</c:v>
                </c:pt>
                <c:pt idx="54355">
                  <c:v>45482.542361111111</c:v>
                </c:pt>
                <c:pt idx="54356">
                  <c:v>45482.546527777777</c:v>
                </c:pt>
                <c:pt idx="54357">
                  <c:v>45482.558333333327</c:v>
                </c:pt>
                <c:pt idx="54358">
                  <c:v>45482.561111111107</c:v>
                </c:pt>
                <c:pt idx="54359">
                  <c:v>45482.566666666673</c:v>
                </c:pt>
                <c:pt idx="54360">
                  <c:v>45482.573611111111</c:v>
                </c:pt>
                <c:pt idx="54361">
                  <c:v>45482.579861111109</c:v>
                </c:pt>
                <c:pt idx="54362">
                  <c:v>45551.469444444447</c:v>
                </c:pt>
                <c:pt idx="54363">
                  <c:v>45551.466666666667</c:v>
                </c:pt>
                <c:pt idx="54364">
                  <c:v>45482.59097222222</c:v>
                </c:pt>
                <c:pt idx="54365">
                  <c:v>45482.594444444447</c:v>
                </c:pt>
                <c:pt idx="54366">
                  <c:v>45482.618750000001</c:v>
                </c:pt>
                <c:pt idx="54367">
                  <c:v>45482.618750000001</c:v>
                </c:pt>
                <c:pt idx="54368">
                  <c:v>45482.62222222222</c:v>
                </c:pt>
                <c:pt idx="54369">
                  <c:v>45482.629861111112</c:v>
                </c:pt>
                <c:pt idx="54370">
                  <c:v>45482.629861111112</c:v>
                </c:pt>
                <c:pt idx="54371">
                  <c:v>45482.64166666667</c:v>
                </c:pt>
                <c:pt idx="54372">
                  <c:v>45482.648611111108</c:v>
                </c:pt>
                <c:pt idx="54373">
                  <c:v>45482.654166666667</c:v>
                </c:pt>
                <c:pt idx="54374">
                  <c:v>45482.918749999997</c:v>
                </c:pt>
                <c:pt idx="54375">
                  <c:v>45482.472916666673</c:v>
                </c:pt>
                <c:pt idx="54376">
                  <c:v>45482.919444444437</c:v>
                </c:pt>
                <c:pt idx="54377">
                  <c:v>45482.978472222218</c:v>
                </c:pt>
                <c:pt idx="54378">
                  <c:v>45483.565972222219</c:v>
                </c:pt>
                <c:pt idx="54379">
                  <c:v>45551.45208333333</c:v>
                </c:pt>
                <c:pt idx="54380">
                  <c:v>45483.567361111112</c:v>
                </c:pt>
                <c:pt idx="54381">
                  <c:v>45483.597916666673</c:v>
                </c:pt>
                <c:pt idx="54382">
                  <c:v>45483.603472222218</c:v>
                </c:pt>
                <c:pt idx="54383">
                  <c:v>45483.605555555558</c:v>
                </c:pt>
                <c:pt idx="54384">
                  <c:v>45483.615972222222</c:v>
                </c:pt>
                <c:pt idx="54385">
                  <c:v>45551.439583333333</c:v>
                </c:pt>
                <c:pt idx="54386">
                  <c:v>45483.625694444447</c:v>
                </c:pt>
                <c:pt idx="54387">
                  <c:v>45483.647222222222</c:v>
                </c:pt>
                <c:pt idx="54388">
                  <c:v>45483.652777777781</c:v>
                </c:pt>
                <c:pt idx="54389">
                  <c:v>45483.671527777777</c:v>
                </c:pt>
                <c:pt idx="54390">
                  <c:v>45551.452777777777</c:v>
                </c:pt>
                <c:pt idx="54391">
                  <c:v>45483.680555555547</c:v>
                </c:pt>
                <c:pt idx="54392">
                  <c:v>45483.682638888888</c:v>
                </c:pt>
                <c:pt idx="54393">
                  <c:v>45483.684027777781</c:v>
                </c:pt>
                <c:pt idx="54394">
                  <c:v>45483.70208333333</c:v>
                </c:pt>
                <c:pt idx="54395">
                  <c:v>45483.720833333333</c:v>
                </c:pt>
                <c:pt idx="54396">
                  <c:v>45483.736111111109</c:v>
                </c:pt>
                <c:pt idx="54397">
                  <c:v>45483.747916666667</c:v>
                </c:pt>
                <c:pt idx="54398">
                  <c:v>45483.768750000003</c:v>
                </c:pt>
                <c:pt idx="54399">
                  <c:v>45483.779166666667</c:v>
                </c:pt>
                <c:pt idx="54400">
                  <c:v>45483.781944444447</c:v>
                </c:pt>
                <c:pt idx="54401">
                  <c:v>45551.427083333343</c:v>
                </c:pt>
                <c:pt idx="54402">
                  <c:v>45483.793055555558</c:v>
                </c:pt>
                <c:pt idx="54403">
                  <c:v>45483.794444444437</c:v>
                </c:pt>
                <c:pt idx="54404">
                  <c:v>45551.436805555553</c:v>
                </c:pt>
                <c:pt idx="54405">
                  <c:v>45483.538194444453</c:v>
                </c:pt>
                <c:pt idx="54406">
                  <c:v>45483.527777777781</c:v>
                </c:pt>
                <c:pt idx="54407">
                  <c:v>45483.506944444453</c:v>
                </c:pt>
                <c:pt idx="54408">
                  <c:v>45482.98333333333</c:v>
                </c:pt>
                <c:pt idx="54409">
                  <c:v>45483.002083333333</c:v>
                </c:pt>
                <c:pt idx="54410">
                  <c:v>45483.12222222222</c:v>
                </c:pt>
                <c:pt idx="54411">
                  <c:v>45483.292361111111</c:v>
                </c:pt>
                <c:pt idx="54412">
                  <c:v>45483.315972222219</c:v>
                </c:pt>
                <c:pt idx="54413">
                  <c:v>45483.319444444453</c:v>
                </c:pt>
                <c:pt idx="54414">
                  <c:v>45483.338888888888</c:v>
                </c:pt>
                <c:pt idx="54415">
                  <c:v>45483.339583333327</c:v>
                </c:pt>
                <c:pt idx="54416">
                  <c:v>45483.361111111109</c:v>
                </c:pt>
                <c:pt idx="54417">
                  <c:v>45483.377083333333</c:v>
                </c:pt>
                <c:pt idx="54418">
                  <c:v>45483.388888888891</c:v>
                </c:pt>
                <c:pt idx="54419">
                  <c:v>45483.388888888891</c:v>
                </c:pt>
                <c:pt idx="54420">
                  <c:v>45483.397916666669</c:v>
                </c:pt>
                <c:pt idx="54421">
                  <c:v>45483.404861111107</c:v>
                </c:pt>
                <c:pt idx="54422">
                  <c:v>45483.40902777778</c:v>
                </c:pt>
                <c:pt idx="54423">
                  <c:v>45483.415277777778</c:v>
                </c:pt>
                <c:pt idx="54424">
                  <c:v>45483.42083333333</c:v>
                </c:pt>
                <c:pt idx="54425">
                  <c:v>45483.430555555547</c:v>
                </c:pt>
                <c:pt idx="54426">
                  <c:v>45483.433333333327</c:v>
                </c:pt>
                <c:pt idx="54427">
                  <c:v>45483.445833333331</c:v>
                </c:pt>
                <c:pt idx="54428">
                  <c:v>45483.45</c:v>
                </c:pt>
                <c:pt idx="54429">
                  <c:v>45483.455555555563</c:v>
                </c:pt>
                <c:pt idx="54430">
                  <c:v>45483.456250000003</c:v>
                </c:pt>
                <c:pt idx="54431">
                  <c:v>45483.456944444442</c:v>
                </c:pt>
                <c:pt idx="54432">
                  <c:v>45483.472916666673</c:v>
                </c:pt>
                <c:pt idx="54433">
                  <c:v>45483.478472222218</c:v>
                </c:pt>
                <c:pt idx="54434">
                  <c:v>45483.48541666667</c:v>
                </c:pt>
                <c:pt idx="54435">
                  <c:v>45482.92083333333</c:v>
                </c:pt>
                <c:pt idx="54436">
                  <c:v>45482.470833333333</c:v>
                </c:pt>
                <c:pt idx="54437">
                  <c:v>45482.467361111107</c:v>
                </c:pt>
                <c:pt idx="54438">
                  <c:v>45482.466666666667</c:v>
                </c:pt>
                <c:pt idx="54439">
                  <c:v>45481.355555555558</c:v>
                </c:pt>
                <c:pt idx="54440">
                  <c:v>45481.356944444437</c:v>
                </c:pt>
                <c:pt idx="54441">
                  <c:v>45481.384722222218</c:v>
                </c:pt>
                <c:pt idx="54442">
                  <c:v>45481.402083333327</c:v>
                </c:pt>
                <c:pt idx="54443">
                  <c:v>45481.409722222219</c:v>
                </c:pt>
                <c:pt idx="54444">
                  <c:v>45481.461111111108</c:v>
                </c:pt>
                <c:pt idx="54445">
                  <c:v>45481.481249999997</c:v>
                </c:pt>
                <c:pt idx="54446">
                  <c:v>45481.492361111108</c:v>
                </c:pt>
                <c:pt idx="54447">
                  <c:v>45481.493055555547</c:v>
                </c:pt>
                <c:pt idx="54448">
                  <c:v>45481.500694444447</c:v>
                </c:pt>
                <c:pt idx="54449">
                  <c:v>45481.500694444447</c:v>
                </c:pt>
                <c:pt idx="54450">
                  <c:v>45551.533333333333</c:v>
                </c:pt>
                <c:pt idx="54451">
                  <c:v>45481.354861111111</c:v>
                </c:pt>
                <c:pt idx="54452">
                  <c:v>45481.508333333331</c:v>
                </c:pt>
                <c:pt idx="54453">
                  <c:v>45481.527083333327</c:v>
                </c:pt>
                <c:pt idx="54454">
                  <c:v>45481.552083333343</c:v>
                </c:pt>
                <c:pt idx="54455">
                  <c:v>45481.552777777782</c:v>
                </c:pt>
                <c:pt idx="54456">
                  <c:v>45481.555555555547</c:v>
                </c:pt>
                <c:pt idx="54457">
                  <c:v>45481.566666666673</c:v>
                </c:pt>
                <c:pt idx="54458">
                  <c:v>45481.569444444453</c:v>
                </c:pt>
                <c:pt idx="54459">
                  <c:v>45481.570138888892</c:v>
                </c:pt>
                <c:pt idx="54460">
                  <c:v>45481.570833333331</c:v>
                </c:pt>
                <c:pt idx="54461">
                  <c:v>45481.59375</c:v>
                </c:pt>
                <c:pt idx="54462">
                  <c:v>45481.59652777778</c:v>
                </c:pt>
                <c:pt idx="54463">
                  <c:v>45481.597916666673</c:v>
                </c:pt>
                <c:pt idx="54464">
                  <c:v>45481.636111111111</c:v>
                </c:pt>
                <c:pt idx="54465">
                  <c:v>45481.524305555547</c:v>
                </c:pt>
                <c:pt idx="54466">
                  <c:v>45481.352083333331</c:v>
                </c:pt>
                <c:pt idx="54467">
                  <c:v>45481.331250000003</c:v>
                </c:pt>
                <c:pt idx="54468">
                  <c:v>45481.298611111109</c:v>
                </c:pt>
                <c:pt idx="54469">
                  <c:v>45480.675694444442</c:v>
                </c:pt>
                <c:pt idx="54470">
                  <c:v>45480.676388888889</c:v>
                </c:pt>
                <c:pt idx="54471">
                  <c:v>45480.679166666669</c:v>
                </c:pt>
                <c:pt idx="54472">
                  <c:v>45480.693055555559</c:v>
                </c:pt>
                <c:pt idx="54473">
                  <c:v>45480.693749999999</c:v>
                </c:pt>
                <c:pt idx="54474">
                  <c:v>45480.738194444442</c:v>
                </c:pt>
                <c:pt idx="54475">
                  <c:v>45480.761805555558</c:v>
                </c:pt>
                <c:pt idx="54476">
                  <c:v>45551.546527777777</c:v>
                </c:pt>
                <c:pt idx="54477">
                  <c:v>45480.763888888891</c:v>
                </c:pt>
                <c:pt idx="54478">
                  <c:v>45480.768055555563</c:v>
                </c:pt>
                <c:pt idx="54479">
                  <c:v>45480.801388888889</c:v>
                </c:pt>
                <c:pt idx="54480">
                  <c:v>45480.822916666657</c:v>
                </c:pt>
                <c:pt idx="54481">
                  <c:v>45480.856249999997</c:v>
                </c:pt>
                <c:pt idx="54482">
                  <c:v>45480.857638888891</c:v>
                </c:pt>
                <c:pt idx="54483">
                  <c:v>45480.868750000001</c:v>
                </c:pt>
                <c:pt idx="54484">
                  <c:v>45480.869444444441</c:v>
                </c:pt>
                <c:pt idx="54485">
                  <c:v>45480.87777777778</c:v>
                </c:pt>
                <c:pt idx="54486">
                  <c:v>45480.883333333331</c:v>
                </c:pt>
                <c:pt idx="54487">
                  <c:v>45480.934027777781</c:v>
                </c:pt>
                <c:pt idx="54488">
                  <c:v>45480.961111111108</c:v>
                </c:pt>
                <c:pt idx="54489">
                  <c:v>45480.996527777781</c:v>
                </c:pt>
                <c:pt idx="54490">
                  <c:v>45481.011805555558</c:v>
                </c:pt>
                <c:pt idx="54491">
                  <c:v>45551.539583333331</c:v>
                </c:pt>
                <c:pt idx="54492">
                  <c:v>45481.032638888893</c:v>
                </c:pt>
                <c:pt idx="54493">
                  <c:v>45481.12777777778</c:v>
                </c:pt>
                <c:pt idx="54494">
                  <c:v>45481.243750000001</c:v>
                </c:pt>
                <c:pt idx="54495">
                  <c:v>45481.292361111111</c:v>
                </c:pt>
                <c:pt idx="54496">
                  <c:v>45481.637499999997</c:v>
                </c:pt>
                <c:pt idx="54497">
                  <c:v>45481.63958333333</c:v>
                </c:pt>
                <c:pt idx="54498">
                  <c:v>45481.643055555563</c:v>
                </c:pt>
                <c:pt idx="54499">
                  <c:v>45481.663888888892</c:v>
                </c:pt>
                <c:pt idx="54500">
                  <c:v>45481.927083333343</c:v>
                </c:pt>
                <c:pt idx="54501">
                  <c:v>45481.951388888891</c:v>
                </c:pt>
                <c:pt idx="54502">
                  <c:v>45481.959722222222</c:v>
                </c:pt>
                <c:pt idx="54503">
                  <c:v>45481.959722222222</c:v>
                </c:pt>
                <c:pt idx="54504">
                  <c:v>45481.981944444437</c:v>
                </c:pt>
                <c:pt idx="54505">
                  <c:v>45482.011111111111</c:v>
                </c:pt>
                <c:pt idx="54506">
                  <c:v>45482.120833333327</c:v>
                </c:pt>
                <c:pt idx="54507">
                  <c:v>45551.491666666669</c:v>
                </c:pt>
                <c:pt idx="54508">
                  <c:v>45482.195138888892</c:v>
                </c:pt>
                <c:pt idx="54509">
                  <c:v>45482.20208333333</c:v>
                </c:pt>
                <c:pt idx="54510">
                  <c:v>45482.263194444437</c:v>
                </c:pt>
                <c:pt idx="54511">
                  <c:v>45482.304166666669</c:v>
                </c:pt>
                <c:pt idx="54512">
                  <c:v>45482.305555555547</c:v>
                </c:pt>
                <c:pt idx="54513">
                  <c:v>45482.315972222219</c:v>
                </c:pt>
                <c:pt idx="54514">
                  <c:v>45551.486111111109</c:v>
                </c:pt>
                <c:pt idx="54515">
                  <c:v>45482.357638888891</c:v>
                </c:pt>
                <c:pt idx="54516">
                  <c:v>45482.376388888893</c:v>
                </c:pt>
                <c:pt idx="54517">
                  <c:v>45482.397222222222</c:v>
                </c:pt>
                <c:pt idx="54518">
                  <c:v>45482.410416666673</c:v>
                </c:pt>
                <c:pt idx="54519">
                  <c:v>45482.418055555558</c:v>
                </c:pt>
                <c:pt idx="54520">
                  <c:v>45482.420138888891</c:v>
                </c:pt>
                <c:pt idx="54521">
                  <c:v>45482.420138888891</c:v>
                </c:pt>
                <c:pt idx="54522">
                  <c:v>45482.434027777781</c:v>
                </c:pt>
                <c:pt idx="54523">
                  <c:v>45551.478472222218</c:v>
                </c:pt>
                <c:pt idx="54524">
                  <c:v>45482.453472222223</c:v>
                </c:pt>
                <c:pt idx="54525">
                  <c:v>45482.454861111109</c:v>
                </c:pt>
                <c:pt idx="54526">
                  <c:v>45482.457638888889</c:v>
                </c:pt>
                <c:pt idx="54527">
                  <c:v>45481.925694444442</c:v>
                </c:pt>
                <c:pt idx="54528">
                  <c:v>45483.808333333327</c:v>
                </c:pt>
                <c:pt idx="54529">
                  <c:v>45481.906944444447</c:v>
                </c:pt>
                <c:pt idx="54530">
                  <c:v>45481.885416666657</c:v>
                </c:pt>
                <c:pt idx="54531">
                  <c:v>45481.67083333333</c:v>
                </c:pt>
                <c:pt idx="54532">
                  <c:v>45481.671527777777</c:v>
                </c:pt>
                <c:pt idx="54533">
                  <c:v>45481.677777777782</c:v>
                </c:pt>
                <c:pt idx="54534">
                  <c:v>45481.712500000001</c:v>
                </c:pt>
                <c:pt idx="54535">
                  <c:v>45481.713194444441</c:v>
                </c:pt>
                <c:pt idx="54536">
                  <c:v>45481.724999999999</c:v>
                </c:pt>
                <c:pt idx="54537">
                  <c:v>45481.728472222218</c:v>
                </c:pt>
                <c:pt idx="54538">
                  <c:v>45481.730555555558</c:v>
                </c:pt>
                <c:pt idx="54539">
                  <c:v>45481.731249999997</c:v>
                </c:pt>
                <c:pt idx="54540">
                  <c:v>45481.732638888891</c:v>
                </c:pt>
                <c:pt idx="54541">
                  <c:v>45481.73333333333</c:v>
                </c:pt>
                <c:pt idx="54542">
                  <c:v>45551.530555555553</c:v>
                </c:pt>
                <c:pt idx="54543">
                  <c:v>45481.736111111109</c:v>
                </c:pt>
                <c:pt idx="54544">
                  <c:v>45481.736111111109</c:v>
                </c:pt>
                <c:pt idx="54545">
                  <c:v>45481.740277777782</c:v>
                </c:pt>
                <c:pt idx="54546">
                  <c:v>45481.747916666667</c:v>
                </c:pt>
                <c:pt idx="54547">
                  <c:v>45481.78125</c:v>
                </c:pt>
                <c:pt idx="54548">
                  <c:v>45481.805555555547</c:v>
                </c:pt>
                <c:pt idx="54549">
                  <c:v>45481.8125</c:v>
                </c:pt>
                <c:pt idx="54550">
                  <c:v>45481.813888888893</c:v>
                </c:pt>
                <c:pt idx="54551">
                  <c:v>45481.828472222223</c:v>
                </c:pt>
                <c:pt idx="54552">
                  <c:v>45481.851388888892</c:v>
                </c:pt>
                <c:pt idx="54553">
                  <c:v>45481.852083333331</c:v>
                </c:pt>
                <c:pt idx="54554">
                  <c:v>45481.865277777782</c:v>
                </c:pt>
                <c:pt idx="54555">
                  <c:v>45551.511805555558</c:v>
                </c:pt>
                <c:pt idx="54556">
                  <c:v>45481.873611111107</c:v>
                </c:pt>
                <c:pt idx="54557">
                  <c:v>45481.874305555553</c:v>
                </c:pt>
                <c:pt idx="54558">
                  <c:v>45481.901388888888</c:v>
                </c:pt>
                <c:pt idx="54559">
                  <c:v>45492.699305555558</c:v>
                </c:pt>
                <c:pt idx="54560">
                  <c:v>45492.703472222223</c:v>
                </c:pt>
                <c:pt idx="54561">
                  <c:v>45492.763888888891</c:v>
                </c:pt>
                <c:pt idx="54562">
                  <c:v>45549.665972222218</c:v>
                </c:pt>
                <c:pt idx="54563">
                  <c:v>45504.123611111107</c:v>
                </c:pt>
                <c:pt idx="54564">
                  <c:v>45504.14166666667</c:v>
                </c:pt>
                <c:pt idx="54565">
                  <c:v>45504.262499999997</c:v>
                </c:pt>
                <c:pt idx="54566">
                  <c:v>45504.279861111107</c:v>
                </c:pt>
                <c:pt idx="54567">
                  <c:v>45504.293055555558</c:v>
                </c:pt>
                <c:pt idx="54568">
                  <c:v>45504.324999999997</c:v>
                </c:pt>
                <c:pt idx="54569">
                  <c:v>45504.382638888892</c:v>
                </c:pt>
                <c:pt idx="54570">
                  <c:v>45504.390972222223</c:v>
                </c:pt>
                <c:pt idx="54571">
                  <c:v>45504.393055555563</c:v>
                </c:pt>
                <c:pt idx="54572">
                  <c:v>45504.40347222222</c:v>
                </c:pt>
                <c:pt idx="54573">
                  <c:v>45504.40902777778</c:v>
                </c:pt>
                <c:pt idx="54574">
                  <c:v>45504.010416666657</c:v>
                </c:pt>
                <c:pt idx="54575">
                  <c:v>45504.409722222219</c:v>
                </c:pt>
                <c:pt idx="54576">
                  <c:v>45504.415972222218</c:v>
                </c:pt>
                <c:pt idx="54577">
                  <c:v>45504.42291666667</c:v>
                </c:pt>
                <c:pt idx="54578">
                  <c:v>45504.434027777781</c:v>
                </c:pt>
                <c:pt idx="54579">
                  <c:v>45504.45</c:v>
                </c:pt>
                <c:pt idx="54580">
                  <c:v>45504.459722222222</c:v>
                </c:pt>
                <c:pt idx="54581">
                  <c:v>45549.603472222218</c:v>
                </c:pt>
                <c:pt idx="54582">
                  <c:v>45504.460416666669</c:v>
                </c:pt>
                <c:pt idx="54583">
                  <c:v>45504.48333333333</c:v>
                </c:pt>
                <c:pt idx="54584">
                  <c:v>45504.495833333327</c:v>
                </c:pt>
                <c:pt idx="54585">
                  <c:v>45504.510416666657</c:v>
                </c:pt>
                <c:pt idx="54586">
                  <c:v>45504.529166666667</c:v>
                </c:pt>
                <c:pt idx="54587">
                  <c:v>45504.538194444453</c:v>
                </c:pt>
                <c:pt idx="54588">
                  <c:v>45504.413888888892</c:v>
                </c:pt>
                <c:pt idx="54589">
                  <c:v>45504.004166666673</c:v>
                </c:pt>
                <c:pt idx="54590">
                  <c:v>45549.667361111111</c:v>
                </c:pt>
                <c:pt idx="54591">
                  <c:v>45503.990972222222</c:v>
                </c:pt>
                <c:pt idx="54592">
                  <c:v>45503.7</c:v>
                </c:pt>
                <c:pt idx="54593">
                  <c:v>45503.700694444437</c:v>
                </c:pt>
                <c:pt idx="54594">
                  <c:v>45503.709027777782</c:v>
                </c:pt>
                <c:pt idx="54595">
                  <c:v>45503.714583333327</c:v>
                </c:pt>
                <c:pt idx="54596">
                  <c:v>45503.725694444453</c:v>
                </c:pt>
                <c:pt idx="54597">
                  <c:v>45503.731944444437</c:v>
                </c:pt>
                <c:pt idx="54598">
                  <c:v>45503.742361111108</c:v>
                </c:pt>
                <c:pt idx="54599">
                  <c:v>45549.7</c:v>
                </c:pt>
                <c:pt idx="54600">
                  <c:v>45503.742361111108</c:v>
                </c:pt>
                <c:pt idx="54601">
                  <c:v>45503.775000000001</c:v>
                </c:pt>
                <c:pt idx="54602">
                  <c:v>45503.794444444437</c:v>
                </c:pt>
                <c:pt idx="54603">
                  <c:v>45503.801388888889</c:v>
                </c:pt>
                <c:pt idx="54604">
                  <c:v>45503.814583333333</c:v>
                </c:pt>
                <c:pt idx="54605">
                  <c:v>45503.824999999997</c:v>
                </c:pt>
                <c:pt idx="54606">
                  <c:v>45503.82708333333</c:v>
                </c:pt>
                <c:pt idx="54607">
                  <c:v>45503.840277777781</c:v>
                </c:pt>
                <c:pt idx="54608">
                  <c:v>45503.856944444437</c:v>
                </c:pt>
                <c:pt idx="54609">
                  <c:v>45503.859722222223</c:v>
                </c:pt>
                <c:pt idx="54610">
                  <c:v>45503.869444444441</c:v>
                </c:pt>
                <c:pt idx="54611">
                  <c:v>45503.894444444442</c:v>
                </c:pt>
                <c:pt idx="54612">
                  <c:v>45503.905555555553</c:v>
                </c:pt>
                <c:pt idx="54613">
                  <c:v>45503.916666666657</c:v>
                </c:pt>
                <c:pt idx="54614">
                  <c:v>45503.92083333333</c:v>
                </c:pt>
                <c:pt idx="54615">
                  <c:v>45503.929166666669</c:v>
                </c:pt>
                <c:pt idx="54616">
                  <c:v>45503.95</c:v>
                </c:pt>
                <c:pt idx="54617">
                  <c:v>45503.974999999999</c:v>
                </c:pt>
                <c:pt idx="54618">
                  <c:v>45503.979861111111</c:v>
                </c:pt>
                <c:pt idx="54619">
                  <c:v>45504.543055555558</c:v>
                </c:pt>
                <c:pt idx="54620">
                  <c:v>45503.688194444447</c:v>
                </c:pt>
                <c:pt idx="54621">
                  <c:v>45504.54791666667</c:v>
                </c:pt>
                <c:pt idx="54622">
                  <c:v>45504.561111111107</c:v>
                </c:pt>
                <c:pt idx="54623">
                  <c:v>45549.479166666657</c:v>
                </c:pt>
                <c:pt idx="54624">
                  <c:v>45505.347222222219</c:v>
                </c:pt>
                <c:pt idx="54625">
                  <c:v>45549.40347222222</c:v>
                </c:pt>
                <c:pt idx="54626">
                  <c:v>45505.386805555558</c:v>
                </c:pt>
                <c:pt idx="54627">
                  <c:v>45505.399305555547</c:v>
                </c:pt>
                <c:pt idx="54628">
                  <c:v>45505.4</c:v>
                </c:pt>
                <c:pt idx="54629">
                  <c:v>45505.404861111107</c:v>
                </c:pt>
                <c:pt idx="54630">
                  <c:v>45505.405555555553</c:v>
                </c:pt>
                <c:pt idx="54631">
                  <c:v>45505.417361111111</c:v>
                </c:pt>
                <c:pt idx="54632">
                  <c:v>45505.421527777777</c:v>
                </c:pt>
                <c:pt idx="54633">
                  <c:v>45505.424305555563</c:v>
                </c:pt>
                <c:pt idx="54634">
                  <c:v>45505.435416666667</c:v>
                </c:pt>
                <c:pt idx="54635">
                  <c:v>45505.182638888888</c:v>
                </c:pt>
                <c:pt idx="54636">
                  <c:v>45505.447916666657</c:v>
                </c:pt>
                <c:pt idx="54637">
                  <c:v>45505.46875</c:v>
                </c:pt>
                <c:pt idx="54638">
                  <c:v>45505.490972222222</c:v>
                </c:pt>
                <c:pt idx="54639">
                  <c:v>45549.365277777782</c:v>
                </c:pt>
                <c:pt idx="54640">
                  <c:v>45505.493055555547</c:v>
                </c:pt>
                <c:pt idx="54641">
                  <c:v>45505.502083333333</c:v>
                </c:pt>
                <c:pt idx="54642">
                  <c:v>45505.518750000003</c:v>
                </c:pt>
                <c:pt idx="54643">
                  <c:v>45505.518750000003</c:v>
                </c:pt>
                <c:pt idx="54644">
                  <c:v>45505.532638888893</c:v>
                </c:pt>
                <c:pt idx="54645">
                  <c:v>45505.537499999999</c:v>
                </c:pt>
                <c:pt idx="54646">
                  <c:v>45505.54583333333</c:v>
                </c:pt>
                <c:pt idx="54647">
                  <c:v>45505.547222222223</c:v>
                </c:pt>
                <c:pt idx="54648">
                  <c:v>45549.364583333343</c:v>
                </c:pt>
                <c:pt idx="54649">
                  <c:v>45505.45416666667</c:v>
                </c:pt>
                <c:pt idx="54650">
                  <c:v>45549.484722222223</c:v>
                </c:pt>
                <c:pt idx="54651">
                  <c:v>45505.064583333333</c:v>
                </c:pt>
                <c:pt idx="54652">
                  <c:v>45505.009722222218</c:v>
                </c:pt>
                <c:pt idx="54653">
                  <c:v>45504.568055555559</c:v>
                </c:pt>
                <c:pt idx="54654">
                  <c:v>45504.572916666657</c:v>
                </c:pt>
                <c:pt idx="54655">
                  <c:v>45504.605555555558</c:v>
                </c:pt>
                <c:pt idx="54656">
                  <c:v>45504.625694444447</c:v>
                </c:pt>
                <c:pt idx="54657">
                  <c:v>45504.626388888893</c:v>
                </c:pt>
                <c:pt idx="54658">
                  <c:v>45504.62777777778</c:v>
                </c:pt>
                <c:pt idx="54659">
                  <c:v>45504.633333333331</c:v>
                </c:pt>
                <c:pt idx="54660">
                  <c:v>45504.643750000003</c:v>
                </c:pt>
                <c:pt idx="54661">
                  <c:v>45504.644444444442</c:v>
                </c:pt>
                <c:pt idx="54662">
                  <c:v>45504.65347222222</c:v>
                </c:pt>
                <c:pt idx="54663">
                  <c:v>45504.654166666667</c:v>
                </c:pt>
                <c:pt idx="54664">
                  <c:v>45504.667361111111</c:v>
                </c:pt>
                <c:pt idx="54665">
                  <c:v>45504.714583333327</c:v>
                </c:pt>
                <c:pt idx="54666">
                  <c:v>45504.714583333327</c:v>
                </c:pt>
                <c:pt idx="54667">
                  <c:v>45549.52847222222</c:v>
                </c:pt>
                <c:pt idx="54668">
                  <c:v>45504.719444444447</c:v>
                </c:pt>
                <c:pt idx="54669">
                  <c:v>45504.754861111112</c:v>
                </c:pt>
                <c:pt idx="54670">
                  <c:v>45504.762499999997</c:v>
                </c:pt>
                <c:pt idx="54671">
                  <c:v>45549.526388888888</c:v>
                </c:pt>
                <c:pt idx="54672">
                  <c:v>45549.522222222222</c:v>
                </c:pt>
                <c:pt idx="54673">
                  <c:v>45504.779861111107</c:v>
                </c:pt>
                <c:pt idx="54674">
                  <c:v>45504.799305555563</c:v>
                </c:pt>
                <c:pt idx="54675">
                  <c:v>45504.814583333333</c:v>
                </c:pt>
                <c:pt idx="54676">
                  <c:v>45504.82708333333</c:v>
                </c:pt>
                <c:pt idx="54677">
                  <c:v>45504.854166666657</c:v>
                </c:pt>
                <c:pt idx="54678">
                  <c:v>45504.892361111109</c:v>
                </c:pt>
                <c:pt idx="54679">
                  <c:v>45504.994444444441</c:v>
                </c:pt>
                <c:pt idx="54680">
                  <c:v>45504.552777777782</c:v>
                </c:pt>
                <c:pt idx="54681">
                  <c:v>45549.347222222219</c:v>
                </c:pt>
                <c:pt idx="54682">
                  <c:v>45549.701388888891</c:v>
                </c:pt>
                <c:pt idx="54683">
                  <c:v>45503.662499999999</c:v>
                </c:pt>
                <c:pt idx="54684">
                  <c:v>45502.463888888888</c:v>
                </c:pt>
                <c:pt idx="54685">
                  <c:v>45502.479166666657</c:v>
                </c:pt>
                <c:pt idx="54686">
                  <c:v>45502.486111111109</c:v>
                </c:pt>
                <c:pt idx="54687">
                  <c:v>45502.495833333327</c:v>
                </c:pt>
                <c:pt idx="54688">
                  <c:v>45502.49722222222</c:v>
                </c:pt>
                <c:pt idx="54689">
                  <c:v>45502.502083333333</c:v>
                </c:pt>
                <c:pt idx="54690">
                  <c:v>45502.529861111107</c:v>
                </c:pt>
                <c:pt idx="54691">
                  <c:v>45502.536805555559</c:v>
                </c:pt>
                <c:pt idx="54692">
                  <c:v>45502.543055555558</c:v>
                </c:pt>
                <c:pt idx="54693">
                  <c:v>45502.54583333333</c:v>
                </c:pt>
                <c:pt idx="54694">
                  <c:v>45502.546527777777</c:v>
                </c:pt>
                <c:pt idx="54695">
                  <c:v>45502.54791666667</c:v>
                </c:pt>
                <c:pt idx="54696">
                  <c:v>45502.461805555547</c:v>
                </c:pt>
                <c:pt idx="54697">
                  <c:v>45502.56527777778</c:v>
                </c:pt>
                <c:pt idx="54698">
                  <c:v>45502.59097222222</c:v>
                </c:pt>
                <c:pt idx="54699">
                  <c:v>45502.59375</c:v>
                </c:pt>
                <c:pt idx="54700">
                  <c:v>45549.961805555547</c:v>
                </c:pt>
                <c:pt idx="54701">
                  <c:v>45502.609722222223</c:v>
                </c:pt>
                <c:pt idx="54702">
                  <c:v>45502.613194444442</c:v>
                </c:pt>
                <c:pt idx="54703">
                  <c:v>45549.94027777778</c:v>
                </c:pt>
                <c:pt idx="54704">
                  <c:v>45502.618750000001</c:v>
                </c:pt>
                <c:pt idx="54705">
                  <c:v>45502.629166666673</c:v>
                </c:pt>
                <c:pt idx="54706">
                  <c:v>45502.635416666657</c:v>
                </c:pt>
                <c:pt idx="54707">
                  <c:v>45502.654861111107</c:v>
                </c:pt>
                <c:pt idx="54708">
                  <c:v>45502.695138888892</c:v>
                </c:pt>
                <c:pt idx="54709">
                  <c:v>45502.71875</c:v>
                </c:pt>
                <c:pt idx="54710">
                  <c:v>45502.565972222219</c:v>
                </c:pt>
                <c:pt idx="54711">
                  <c:v>45502.45416666667</c:v>
                </c:pt>
                <c:pt idx="54712">
                  <c:v>45502.450694444437</c:v>
                </c:pt>
                <c:pt idx="54713">
                  <c:v>45502.445833333331</c:v>
                </c:pt>
                <c:pt idx="54714">
                  <c:v>45501.86041666667</c:v>
                </c:pt>
                <c:pt idx="54715">
                  <c:v>45501.861805555563</c:v>
                </c:pt>
                <c:pt idx="54716">
                  <c:v>45550.18472222222</c:v>
                </c:pt>
                <c:pt idx="54717">
                  <c:v>45501.870138888888</c:v>
                </c:pt>
                <c:pt idx="54718">
                  <c:v>45501.916666666657</c:v>
                </c:pt>
                <c:pt idx="54719">
                  <c:v>45501.944444444453</c:v>
                </c:pt>
                <c:pt idx="54720">
                  <c:v>45501.952777777777</c:v>
                </c:pt>
                <c:pt idx="54721">
                  <c:v>45550.079861111109</c:v>
                </c:pt>
                <c:pt idx="54722">
                  <c:v>45501.978472222218</c:v>
                </c:pt>
                <c:pt idx="54723">
                  <c:v>45501.979861111111</c:v>
                </c:pt>
                <c:pt idx="54724">
                  <c:v>45550.003472222219</c:v>
                </c:pt>
                <c:pt idx="54725">
                  <c:v>45502.011111111111</c:v>
                </c:pt>
                <c:pt idx="54726">
                  <c:v>45502.027083333327</c:v>
                </c:pt>
                <c:pt idx="54727">
                  <c:v>45502.027777777781</c:v>
                </c:pt>
                <c:pt idx="54728">
                  <c:v>45502.098611111112</c:v>
                </c:pt>
                <c:pt idx="54729">
                  <c:v>45502.163888888892</c:v>
                </c:pt>
                <c:pt idx="54730">
                  <c:v>45502.168749999997</c:v>
                </c:pt>
                <c:pt idx="54731">
                  <c:v>45550.001388888893</c:v>
                </c:pt>
                <c:pt idx="54732">
                  <c:v>45502.270138888889</c:v>
                </c:pt>
                <c:pt idx="54733">
                  <c:v>45502.356249999997</c:v>
                </c:pt>
                <c:pt idx="54734">
                  <c:v>45502.362500000003</c:v>
                </c:pt>
                <c:pt idx="54735">
                  <c:v>45502.375</c:v>
                </c:pt>
                <c:pt idx="54736">
                  <c:v>45502.393055555563</c:v>
                </c:pt>
                <c:pt idx="54737">
                  <c:v>45502.407638888893</c:v>
                </c:pt>
                <c:pt idx="54738">
                  <c:v>45549.990972222222</c:v>
                </c:pt>
                <c:pt idx="54739">
                  <c:v>45502.427083333343</c:v>
                </c:pt>
                <c:pt idx="54740">
                  <c:v>45502.4375</c:v>
                </c:pt>
                <c:pt idx="54741">
                  <c:v>45502.722222222219</c:v>
                </c:pt>
                <c:pt idx="54742">
                  <c:v>45503.672222222223</c:v>
                </c:pt>
                <c:pt idx="54743">
                  <c:v>45502.740972222222</c:v>
                </c:pt>
                <c:pt idx="54744">
                  <c:v>45502.769444444442</c:v>
                </c:pt>
                <c:pt idx="54745">
                  <c:v>45503.383333333331</c:v>
                </c:pt>
                <c:pt idx="54746">
                  <c:v>45503.404166666667</c:v>
                </c:pt>
                <c:pt idx="54747">
                  <c:v>45503.404861111107</c:v>
                </c:pt>
                <c:pt idx="54748">
                  <c:v>45503.434027777781</c:v>
                </c:pt>
                <c:pt idx="54749">
                  <c:v>45503.438194444447</c:v>
                </c:pt>
                <c:pt idx="54750">
                  <c:v>45503.443055555559</c:v>
                </c:pt>
                <c:pt idx="54751">
                  <c:v>45503.45</c:v>
                </c:pt>
                <c:pt idx="54752">
                  <c:v>45549.822222222218</c:v>
                </c:pt>
                <c:pt idx="54753">
                  <c:v>45503.470138888893</c:v>
                </c:pt>
                <c:pt idx="54754">
                  <c:v>45503.470833333333</c:v>
                </c:pt>
                <c:pt idx="54755">
                  <c:v>45549.802083333343</c:v>
                </c:pt>
                <c:pt idx="54756">
                  <c:v>45503.479861111111</c:v>
                </c:pt>
                <c:pt idx="54757">
                  <c:v>45549.847222222219</c:v>
                </c:pt>
                <c:pt idx="54758">
                  <c:v>45503.486805555563</c:v>
                </c:pt>
                <c:pt idx="54759">
                  <c:v>45503.527083333327</c:v>
                </c:pt>
                <c:pt idx="54760">
                  <c:v>45503.529861111107</c:v>
                </c:pt>
                <c:pt idx="54761">
                  <c:v>45503.533333333333</c:v>
                </c:pt>
                <c:pt idx="54762">
                  <c:v>45503.539583333331</c:v>
                </c:pt>
                <c:pt idx="54763">
                  <c:v>45503.547222222223</c:v>
                </c:pt>
                <c:pt idx="54764">
                  <c:v>45503.554166666669</c:v>
                </c:pt>
                <c:pt idx="54765">
                  <c:v>45503.557638888888</c:v>
                </c:pt>
                <c:pt idx="54766">
                  <c:v>45503.594444444447</c:v>
                </c:pt>
                <c:pt idx="54767">
                  <c:v>45503.595138888893</c:v>
                </c:pt>
                <c:pt idx="54768">
                  <c:v>45503.614583333343</c:v>
                </c:pt>
                <c:pt idx="54769">
                  <c:v>45549.710416666669</c:v>
                </c:pt>
                <c:pt idx="54770">
                  <c:v>45503.634027777778</c:v>
                </c:pt>
                <c:pt idx="54771">
                  <c:v>45503.519444444442</c:v>
                </c:pt>
                <c:pt idx="54772">
                  <c:v>45503.382638888892</c:v>
                </c:pt>
                <c:pt idx="54773">
                  <c:v>45503.370833333327</c:v>
                </c:pt>
                <c:pt idx="54774">
                  <c:v>45503.338888888888</c:v>
                </c:pt>
                <c:pt idx="54775">
                  <c:v>45502.777083333327</c:v>
                </c:pt>
                <c:pt idx="54776">
                  <c:v>45549.912499999999</c:v>
                </c:pt>
                <c:pt idx="54777">
                  <c:v>45502.779166666667</c:v>
                </c:pt>
                <c:pt idx="54778">
                  <c:v>45549.902777777781</c:v>
                </c:pt>
                <c:pt idx="54779">
                  <c:v>45502.797222222223</c:v>
                </c:pt>
                <c:pt idx="54780">
                  <c:v>45502.806944444441</c:v>
                </c:pt>
                <c:pt idx="54781">
                  <c:v>45502.809027777781</c:v>
                </c:pt>
                <c:pt idx="54782">
                  <c:v>45502.828472222223</c:v>
                </c:pt>
                <c:pt idx="54783">
                  <c:v>45502.833333333343</c:v>
                </c:pt>
                <c:pt idx="54784">
                  <c:v>45502.836111111108</c:v>
                </c:pt>
                <c:pt idx="54785">
                  <c:v>45502.852083333331</c:v>
                </c:pt>
                <c:pt idx="54786">
                  <c:v>45549.864583333343</c:v>
                </c:pt>
                <c:pt idx="54787">
                  <c:v>45502.86041666667</c:v>
                </c:pt>
                <c:pt idx="54788">
                  <c:v>45502.87222222222</c:v>
                </c:pt>
                <c:pt idx="54789">
                  <c:v>45502.877083333333</c:v>
                </c:pt>
                <c:pt idx="54790">
                  <c:v>45502.906944444447</c:v>
                </c:pt>
                <c:pt idx="54791">
                  <c:v>45502.913888888892</c:v>
                </c:pt>
                <c:pt idx="54792">
                  <c:v>45502.915972222218</c:v>
                </c:pt>
                <c:pt idx="54793">
                  <c:v>45549.864583333343</c:v>
                </c:pt>
                <c:pt idx="54794">
                  <c:v>45502.966666666667</c:v>
                </c:pt>
                <c:pt idx="54795">
                  <c:v>45549.861805555563</c:v>
                </c:pt>
                <c:pt idx="54796">
                  <c:v>45502.974999999999</c:v>
                </c:pt>
                <c:pt idx="54797">
                  <c:v>45503.111111111109</c:v>
                </c:pt>
                <c:pt idx="54798">
                  <c:v>45503.220833333333</c:v>
                </c:pt>
                <c:pt idx="54799">
                  <c:v>45549.850694444453</c:v>
                </c:pt>
                <c:pt idx="54800">
                  <c:v>45503.320833333331</c:v>
                </c:pt>
                <c:pt idx="54801">
                  <c:v>45503.32916666667</c:v>
                </c:pt>
                <c:pt idx="54802">
                  <c:v>45502.761111111111</c:v>
                </c:pt>
                <c:pt idx="54803">
                  <c:v>45505.54791666667</c:v>
                </c:pt>
                <c:pt idx="54804">
                  <c:v>45505.594444444447</c:v>
                </c:pt>
                <c:pt idx="54805">
                  <c:v>45505.600694444453</c:v>
                </c:pt>
                <c:pt idx="54806">
                  <c:v>45508.570833333331</c:v>
                </c:pt>
                <c:pt idx="54807">
                  <c:v>45508.584027777782</c:v>
                </c:pt>
                <c:pt idx="54808">
                  <c:v>45508.584722222222</c:v>
                </c:pt>
                <c:pt idx="54809">
                  <c:v>45508.600694444453</c:v>
                </c:pt>
                <c:pt idx="54810">
                  <c:v>45548.84652777778</c:v>
                </c:pt>
                <c:pt idx="54811">
                  <c:v>45508.616666666669</c:v>
                </c:pt>
                <c:pt idx="54812">
                  <c:v>45508.638194444437</c:v>
                </c:pt>
                <c:pt idx="54813">
                  <c:v>45508.640972222223</c:v>
                </c:pt>
                <c:pt idx="54814">
                  <c:v>45508.645833333343</c:v>
                </c:pt>
                <c:pt idx="54815">
                  <c:v>45508.647222222222</c:v>
                </c:pt>
                <c:pt idx="54816">
                  <c:v>45508.677083333343</c:v>
                </c:pt>
                <c:pt idx="54817">
                  <c:v>45508.688888888893</c:v>
                </c:pt>
                <c:pt idx="54818">
                  <c:v>45548.888888888891</c:v>
                </c:pt>
                <c:pt idx="54819">
                  <c:v>45508.702777777777</c:v>
                </c:pt>
                <c:pt idx="54820">
                  <c:v>45508.722916666673</c:v>
                </c:pt>
                <c:pt idx="54821">
                  <c:v>45508.726388888892</c:v>
                </c:pt>
                <c:pt idx="54822">
                  <c:v>45548.843055555553</c:v>
                </c:pt>
                <c:pt idx="54823">
                  <c:v>45508.747916666667</c:v>
                </c:pt>
                <c:pt idx="54824">
                  <c:v>45508.757638888892</c:v>
                </c:pt>
                <c:pt idx="54825">
                  <c:v>45548.815972222219</c:v>
                </c:pt>
                <c:pt idx="54826">
                  <c:v>45508.774305555547</c:v>
                </c:pt>
                <c:pt idx="54827">
                  <c:v>45508.780555555553</c:v>
                </c:pt>
                <c:pt idx="54828">
                  <c:v>45508.8125</c:v>
                </c:pt>
                <c:pt idx="54829">
                  <c:v>45508.81527777778</c:v>
                </c:pt>
                <c:pt idx="54830">
                  <c:v>45508.81527777778</c:v>
                </c:pt>
                <c:pt idx="54831">
                  <c:v>45508.827777777777</c:v>
                </c:pt>
                <c:pt idx="54832">
                  <c:v>45508.720833333333</c:v>
                </c:pt>
                <c:pt idx="54833">
                  <c:v>45508.570833333331</c:v>
                </c:pt>
                <c:pt idx="54834">
                  <c:v>45508.563888888893</c:v>
                </c:pt>
                <c:pt idx="54835">
                  <c:v>45508.5625</c:v>
                </c:pt>
                <c:pt idx="54836">
                  <c:v>45548.905555555553</c:v>
                </c:pt>
                <c:pt idx="54837">
                  <c:v>45507.90347222222</c:v>
                </c:pt>
                <c:pt idx="54838">
                  <c:v>45507.920138888891</c:v>
                </c:pt>
                <c:pt idx="54839">
                  <c:v>45548.900694444441</c:v>
                </c:pt>
                <c:pt idx="54840">
                  <c:v>45507.948611111111</c:v>
                </c:pt>
                <c:pt idx="54841">
                  <c:v>45507.977777777778</c:v>
                </c:pt>
                <c:pt idx="54842">
                  <c:v>45507.993055555547</c:v>
                </c:pt>
                <c:pt idx="54843">
                  <c:v>45508.075694444437</c:v>
                </c:pt>
                <c:pt idx="54844">
                  <c:v>45508.100694444453</c:v>
                </c:pt>
                <c:pt idx="54845">
                  <c:v>45508.112500000003</c:v>
                </c:pt>
                <c:pt idx="54846">
                  <c:v>45508.275694444441</c:v>
                </c:pt>
                <c:pt idx="54847">
                  <c:v>45508.336111111108</c:v>
                </c:pt>
                <c:pt idx="54848">
                  <c:v>45508.416666666657</c:v>
                </c:pt>
                <c:pt idx="54849">
                  <c:v>45508.418055555558</c:v>
                </c:pt>
                <c:pt idx="54850">
                  <c:v>45548.895138888889</c:v>
                </c:pt>
                <c:pt idx="54851">
                  <c:v>45508.427777777782</c:v>
                </c:pt>
                <c:pt idx="54852">
                  <c:v>45508.438888888893</c:v>
                </c:pt>
                <c:pt idx="54853">
                  <c:v>45508.445138888892</c:v>
                </c:pt>
                <c:pt idx="54854">
                  <c:v>45508.45</c:v>
                </c:pt>
                <c:pt idx="54855">
                  <c:v>45508.484027777777</c:v>
                </c:pt>
                <c:pt idx="54856">
                  <c:v>45508.488194444442</c:v>
                </c:pt>
                <c:pt idx="54857">
                  <c:v>45508.493055555547</c:v>
                </c:pt>
                <c:pt idx="54858">
                  <c:v>45508.493750000001</c:v>
                </c:pt>
                <c:pt idx="54859">
                  <c:v>45548.894444444442</c:v>
                </c:pt>
                <c:pt idx="54860">
                  <c:v>45508.538194444453</c:v>
                </c:pt>
                <c:pt idx="54861">
                  <c:v>45508.538888888892</c:v>
                </c:pt>
                <c:pt idx="54862">
                  <c:v>45508.5625</c:v>
                </c:pt>
                <c:pt idx="54863">
                  <c:v>45508.834027777782</c:v>
                </c:pt>
                <c:pt idx="54864">
                  <c:v>45507.895138888889</c:v>
                </c:pt>
                <c:pt idx="54865">
                  <c:v>45508.848611111112</c:v>
                </c:pt>
                <c:pt idx="54866">
                  <c:v>45508.856944444437</c:v>
                </c:pt>
                <c:pt idx="54867">
                  <c:v>45509.474999999999</c:v>
                </c:pt>
                <c:pt idx="54868">
                  <c:v>45509.478472222218</c:v>
                </c:pt>
                <c:pt idx="54869">
                  <c:v>45509.490972222222</c:v>
                </c:pt>
                <c:pt idx="54870">
                  <c:v>45548.800000000003</c:v>
                </c:pt>
                <c:pt idx="54871">
                  <c:v>45509.49722222222</c:v>
                </c:pt>
                <c:pt idx="54872">
                  <c:v>45509.5</c:v>
                </c:pt>
                <c:pt idx="54873">
                  <c:v>45509.504166666673</c:v>
                </c:pt>
                <c:pt idx="54874">
                  <c:v>45548.747916666667</c:v>
                </c:pt>
                <c:pt idx="54875">
                  <c:v>45509.524305555547</c:v>
                </c:pt>
                <c:pt idx="54876">
                  <c:v>45509.542361111111</c:v>
                </c:pt>
                <c:pt idx="54877">
                  <c:v>45509.546527777777</c:v>
                </c:pt>
                <c:pt idx="54878">
                  <c:v>45509.563888888893</c:v>
                </c:pt>
                <c:pt idx="54879">
                  <c:v>45509.474305555559</c:v>
                </c:pt>
                <c:pt idx="54880">
                  <c:v>45509.572916666657</c:v>
                </c:pt>
                <c:pt idx="54881">
                  <c:v>45509.59652777778</c:v>
                </c:pt>
                <c:pt idx="54882">
                  <c:v>45509.61041666667</c:v>
                </c:pt>
                <c:pt idx="54883">
                  <c:v>45509.618055555547</c:v>
                </c:pt>
                <c:pt idx="54884">
                  <c:v>45509.622916666667</c:v>
                </c:pt>
                <c:pt idx="54885">
                  <c:v>45509.633333333331</c:v>
                </c:pt>
                <c:pt idx="54886">
                  <c:v>45509.634722222218</c:v>
                </c:pt>
                <c:pt idx="54887">
                  <c:v>45509.638888888891</c:v>
                </c:pt>
                <c:pt idx="54888">
                  <c:v>45509.667361111111</c:v>
                </c:pt>
                <c:pt idx="54889">
                  <c:v>45509.676388888889</c:v>
                </c:pt>
                <c:pt idx="54890">
                  <c:v>45509.677777777782</c:v>
                </c:pt>
                <c:pt idx="54891">
                  <c:v>45509.68472222222</c:v>
                </c:pt>
                <c:pt idx="54892">
                  <c:v>45509.7</c:v>
                </c:pt>
                <c:pt idx="54893">
                  <c:v>45509.579861111109</c:v>
                </c:pt>
                <c:pt idx="54894">
                  <c:v>45509.473611111112</c:v>
                </c:pt>
                <c:pt idx="54895">
                  <c:v>45509.441666666673</c:v>
                </c:pt>
                <c:pt idx="54896">
                  <c:v>45509.431944444441</c:v>
                </c:pt>
                <c:pt idx="54897">
                  <c:v>45508.897222222222</c:v>
                </c:pt>
                <c:pt idx="54898">
                  <c:v>45508.9</c:v>
                </c:pt>
                <c:pt idx="54899">
                  <c:v>45508.902083333327</c:v>
                </c:pt>
                <c:pt idx="54900">
                  <c:v>45508.904861111107</c:v>
                </c:pt>
                <c:pt idx="54901">
                  <c:v>45508.911805555559</c:v>
                </c:pt>
                <c:pt idx="54902">
                  <c:v>45508.914583333331</c:v>
                </c:pt>
                <c:pt idx="54903">
                  <c:v>45508.92291666667</c:v>
                </c:pt>
                <c:pt idx="54904">
                  <c:v>45508.927083333343</c:v>
                </c:pt>
                <c:pt idx="54905">
                  <c:v>45508.968055555553</c:v>
                </c:pt>
                <c:pt idx="54906">
                  <c:v>45508.994444444441</c:v>
                </c:pt>
                <c:pt idx="54907">
                  <c:v>45509.033333333333</c:v>
                </c:pt>
                <c:pt idx="54908">
                  <c:v>45509.043749999997</c:v>
                </c:pt>
                <c:pt idx="54909">
                  <c:v>45509.045138888891</c:v>
                </c:pt>
                <c:pt idx="54910">
                  <c:v>45509.09097222222</c:v>
                </c:pt>
                <c:pt idx="54911">
                  <c:v>45509.25277777778</c:v>
                </c:pt>
                <c:pt idx="54912">
                  <c:v>45509.290972222218</c:v>
                </c:pt>
                <c:pt idx="54913">
                  <c:v>45509.354166666657</c:v>
                </c:pt>
                <c:pt idx="54914">
                  <c:v>45509.367361111108</c:v>
                </c:pt>
                <c:pt idx="54915">
                  <c:v>45509.374305555553</c:v>
                </c:pt>
                <c:pt idx="54916">
                  <c:v>45509.385416666657</c:v>
                </c:pt>
                <c:pt idx="54917">
                  <c:v>45509.402777777781</c:v>
                </c:pt>
                <c:pt idx="54918">
                  <c:v>45509.40625</c:v>
                </c:pt>
                <c:pt idx="54919">
                  <c:v>45509.415277777778</c:v>
                </c:pt>
                <c:pt idx="54920">
                  <c:v>45509.423611111109</c:v>
                </c:pt>
                <c:pt idx="54921">
                  <c:v>45509.424305555563</c:v>
                </c:pt>
                <c:pt idx="54922">
                  <c:v>45509.427083333343</c:v>
                </c:pt>
                <c:pt idx="54923">
                  <c:v>45509.427777777782</c:v>
                </c:pt>
                <c:pt idx="54924">
                  <c:v>45508.856944444437</c:v>
                </c:pt>
                <c:pt idx="54925">
                  <c:v>45507.888194444437</c:v>
                </c:pt>
                <c:pt idx="54926">
                  <c:v>45507.884027777778</c:v>
                </c:pt>
                <c:pt idx="54927">
                  <c:v>45548.988888888889</c:v>
                </c:pt>
                <c:pt idx="54928">
                  <c:v>45506.365277777782</c:v>
                </c:pt>
                <c:pt idx="54929">
                  <c:v>45506.387499999997</c:v>
                </c:pt>
                <c:pt idx="54930">
                  <c:v>45506.38958333333</c:v>
                </c:pt>
                <c:pt idx="54931">
                  <c:v>45506.410416666673</c:v>
                </c:pt>
                <c:pt idx="54932">
                  <c:v>45506.415972222218</c:v>
                </c:pt>
                <c:pt idx="54933">
                  <c:v>45506.423611111109</c:v>
                </c:pt>
                <c:pt idx="54934">
                  <c:v>45506.429861111108</c:v>
                </c:pt>
                <c:pt idx="54935">
                  <c:v>45506.432638888888</c:v>
                </c:pt>
                <c:pt idx="54936">
                  <c:v>45506.43472222222</c:v>
                </c:pt>
                <c:pt idx="54937">
                  <c:v>45506.441666666673</c:v>
                </c:pt>
                <c:pt idx="54938">
                  <c:v>45506.447222222218</c:v>
                </c:pt>
                <c:pt idx="54939">
                  <c:v>45506.461805555547</c:v>
                </c:pt>
                <c:pt idx="54940">
                  <c:v>45506.304166666669</c:v>
                </c:pt>
                <c:pt idx="54941">
                  <c:v>45506.464583333327</c:v>
                </c:pt>
                <c:pt idx="54942">
                  <c:v>45506.473611111112</c:v>
                </c:pt>
                <c:pt idx="54943">
                  <c:v>45506.507638888892</c:v>
                </c:pt>
                <c:pt idx="54944">
                  <c:v>45506.518055555563</c:v>
                </c:pt>
                <c:pt idx="54945">
                  <c:v>45506.555555555547</c:v>
                </c:pt>
                <c:pt idx="54946">
                  <c:v>45506.556944444441</c:v>
                </c:pt>
                <c:pt idx="54947">
                  <c:v>45506.56527777778</c:v>
                </c:pt>
                <c:pt idx="54948">
                  <c:v>45506.568749999999</c:v>
                </c:pt>
                <c:pt idx="54949">
                  <c:v>45506.588194444441</c:v>
                </c:pt>
                <c:pt idx="54950">
                  <c:v>45506.592361111107</c:v>
                </c:pt>
                <c:pt idx="54951">
                  <c:v>45506.595138888893</c:v>
                </c:pt>
                <c:pt idx="54952">
                  <c:v>45506.597916666673</c:v>
                </c:pt>
                <c:pt idx="54953">
                  <c:v>45506.614583333343</c:v>
                </c:pt>
                <c:pt idx="54954">
                  <c:v>45506.470138888893</c:v>
                </c:pt>
                <c:pt idx="54955">
                  <c:v>45506.288194444453</c:v>
                </c:pt>
                <c:pt idx="54956">
                  <c:v>45506.199305555558</c:v>
                </c:pt>
                <c:pt idx="54957">
                  <c:v>45506.020138888889</c:v>
                </c:pt>
                <c:pt idx="54958">
                  <c:v>45505.607638888891</c:v>
                </c:pt>
                <c:pt idx="54959">
                  <c:v>45505.643750000003</c:v>
                </c:pt>
                <c:pt idx="54960">
                  <c:v>45505.665277777778</c:v>
                </c:pt>
                <c:pt idx="54961">
                  <c:v>45505.669444444437</c:v>
                </c:pt>
                <c:pt idx="54962">
                  <c:v>45505.670138888891</c:v>
                </c:pt>
                <c:pt idx="54963">
                  <c:v>45505.722916666673</c:v>
                </c:pt>
                <c:pt idx="54964">
                  <c:v>45505.743055555547</c:v>
                </c:pt>
                <c:pt idx="54965">
                  <c:v>45505.754166666673</c:v>
                </c:pt>
                <c:pt idx="54966">
                  <c:v>45505.760416666657</c:v>
                </c:pt>
                <c:pt idx="54967">
                  <c:v>45505.763888888891</c:v>
                </c:pt>
                <c:pt idx="54968">
                  <c:v>45505.768055555563</c:v>
                </c:pt>
                <c:pt idx="54969">
                  <c:v>45505.776388888888</c:v>
                </c:pt>
                <c:pt idx="54970">
                  <c:v>45549.291666666657</c:v>
                </c:pt>
                <c:pt idx="54971">
                  <c:v>45505.786805555559</c:v>
                </c:pt>
                <c:pt idx="54972">
                  <c:v>45505.797222222223</c:v>
                </c:pt>
                <c:pt idx="54973">
                  <c:v>45505.798611111109</c:v>
                </c:pt>
                <c:pt idx="54974">
                  <c:v>45505.806250000001</c:v>
                </c:pt>
                <c:pt idx="54975">
                  <c:v>45505.810416666667</c:v>
                </c:pt>
                <c:pt idx="54976">
                  <c:v>45505.834722222222</c:v>
                </c:pt>
                <c:pt idx="54977">
                  <c:v>45505.838888888888</c:v>
                </c:pt>
                <c:pt idx="54978">
                  <c:v>45505.847916666673</c:v>
                </c:pt>
                <c:pt idx="54979">
                  <c:v>45505.856249999997</c:v>
                </c:pt>
                <c:pt idx="54980">
                  <c:v>45505.881249999999</c:v>
                </c:pt>
                <c:pt idx="54981">
                  <c:v>45505.910416666673</c:v>
                </c:pt>
                <c:pt idx="54982">
                  <c:v>45505.912499999999</c:v>
                </c:pt>
                <c:pt idx="54983">
                  <c:v>45505.926388888889</c:v>
                </c:pt>
                <c:pt idx="54984">
                  <c:v>45505.939583333333</c:v>
                </c:pt>
                <c:pt idx="54985">
                  <c:v>45506.62222222222</c:v>
                </c:pt>
                <c:pt idx="54986">
                  <c:v>45506.625694444447</c:v>
                </c:pt>
                <c:pt idx="54987">
                  <c:v>45506.634722222218</c:v>
                </c:pt>
                <c:pt idx="54988">
                  <c:v>45506.661111111112</c:v>
                </c:pt>
                <c:pt idx="54989">
                  <c:v>45507.505555555559</c:v>
                </c:pt>
                <c:pt idx="54990">
                  <c:v>45507.519444444442</c:v>
                </c:pt>
                <c:pt idx="54991">
                  <c:v>45507.520138888889</c:v>
                </c:pt>
                <c:pt idx="54992">
                  <c:v>45507.523611111108</c:v>
                </c:pt>
                <c:pt idx="54993">
                  <c:v>45507.537499999999</c:v>
                </c:pt>
                <c:pt idx="54994">
                  <c:v>45507.543749999997</c:v>
                </c:pt>
                <c:pt idx="54995">
                  <c:v>45507.572222222218</c:v>
                </c:pt>
                <c:pt idx="54996">
                  <c:v>45507.607638888891</c:v>
                </c:pt>
                <c:pt idx="54997">
                  <c:v>45507.636805555558</c:v>
                </c:pt>
                <c:pt idx="54998">
                  <c:v>45507.645138888889</c:v>
                </c:pt>
                <c:pt idx="54999">
                  <c:v>45507.658333333333</c:v>
                </c:pt>
                <c:pt idx="55000">
                  <c:v>45549.07708333333</c:v>
                </c:pt>
                <c:pt idx="55001">
                  <c:v>45507.689583333333</c:v>
                </c:pt>
                <c:pt idx="55002">
                  <c:v>45507.692361111112</c:v>
                </c:pt>
                <c:pt idx="55003">
                  <c:v>45507.698611111111</c:v>
                </c:pt>
                <c:pt idx="55004">
                  <c:v>45507.71597222222</c:v>
                </c:pt>
                <c:pt idx="55005">
                  <c:v>45507.720138888893</c:v>
                </c:pt>
                <c:pt idx="55006">
                  <c:v>45507.743750000001</c:v>
                </c:pt>
                <c:pt idx="55007">
                  <c:v>45507.759027777778</c:v>
                </c:pt>
                <c:pt idx="55008">
                  <c:v>45507.771527777782</c:v>
                </c:pt>
                <c:pt idx="55009">
                  <c:v>45507.791666666657</c:v>
                </c:pt>
                <c:pt idx="55010">
                  <c:v>45507.813194444447</c:v>
                </c:pt>
                <c:pt idx="55011">
                  <c:v>45507.827777777777</c:v>
                </c:pt>
                <c:pt idx="55012">
                  <c:v>45507.837500000001</c:v>
                </c:pt>
                <c:pt idx="55013">
                  <c:v>45507.859027777777</c:v>
                </c:pt>
                <c:pt idx="55014">
                  <c:v>45507.873611111107</c:v>
                </c:pt>
                <c:pt idx="55015">
                  <c:v>45507.879166666673</c:v>
                </c:pt>
                <c:pt idx="55016">
                  <c:v>45507.505555555559</c:v>
                </c:pt>
                <c:pt idx="55017">
                  <c:v>45501.831250000003</c:v>
                </c:pt>
                <c:pt idx="55018">
                  <c:v>45507.486805555563</c:v>
                </c:pt>
                <c:pt idx="55019">
                  <c:v>45507.443055555559</c:v>
                </c:pt>
                <c:pt idx="55020">
                  <c:v>45506.673611111109</c:v>
                </c:pt>
                <c:pt idx="55021">
                  <c:v>45506.688194444447</c:v>
                </c:pt>
                <c:pt idx="55022">
                  <c:v>45506.706944444442</c:v>
                </c:pt>
                <c:pt idx="55023">
                  <c:v>45506.738888888889</c:v>
                </c:pt>
                <c:pt idx="55024">
                  <c:v>45506.742361111108</c:v>
                </c:pt>
                <c:pt idx="55025">
                  <c:v>45506.746527777781</c:v>
                </c:pt>
                <c:pt idx="55026">
                  <c:v>45506.776388888888</c:v>
                </c:pt>
                <c:pt idx="55027">
                  <c:v>45506.787499999999</c:v>
                </c:pt>
                <c:pt idx="55028">
                  <c:v>45506.818055555559</c:v>
                </c:pt>
                <c:pt idx="55029">
                  <c:v>45506.828472222223</c:v>
                </c:pt>
                <c:pt idx="55030">
                  <c:v>45506.859027777777</c:v>
                </c:pt>
                <c:pt idx="55031">
                  <c:v>45506.870138888888</c:v>
                </c:pt>
                <c:pt idx="55032">
                  <c:v>45506.900694444441</c:v>
                </c:pt>
                <c:pt idx="55033">
                  <c:v>45506.90347222222</c:v>
                </c:pt>
                <c:pt idx="55034">
                  <c:v>45506.917361111111</c:v>
                </c:pt>
                <c:pt idx="55035">
                  <c:v>45506.928472222222</c:v>
                </c:pt>
                <c:pt idx="55036">
                  <c:v>45506.951388888891</c:v>
                </c:pt>
                <c:pt idx="55037">
                  <c:v>45507.003472222219</c:v>
                </c:pt>
                <c:pt idx="55038">
                  <c:v>45507.042361111111</c:v>
                </c:pt>
                <c:pt idx="55039">
                  <c:v>45507.106944444437</c:v>
                </c:pt>
                <c:pt idx="55040">
                  <c:v>45507.310416666667</c:v>
                </c:pt>
                <c:pt idx="55041">
                  <c:v>45507.343055555553</c:v>
                </c:pt>
                <c:pt idx="55042">
                  <c:v>45507.376388888893</c:v>
                </c:pt>
                <c:pt idx="55043">
                  <c:v>45507.40625</c:v>
                </c:pt>
                <c:pt idx="55044">
                  <c:v>45507.40902777778</c:v>
                </c:pt>
                <c:pt idx="55045">
                  <c:v>45507.435416666667</c:v>
                </c:pt>
                <c:pt idx="55046">
                  <c:v>45507.438194444447</c:v>
                </c:pt>
                <c:pt idx="55047">
                  <c:v>45507.459027777782</c:v>
                </c:pt>
                <c:pt idx="55048">
                  <c:v>45501.818749999999</c:v>
                </c:pt>
                <c:pt idx="55049">
                  <c:v>45501.80972222222</c:v>
                </c:pt>
                <c:pt idx="55050">
                  <c:v>45501.794444444437</c:v>
                </c:pt>
                <c:pt idx="55051">
                  <c:v>45495.475694444453</c:v>
                </c:pt>
                <c:pt idx="55052">
                  <c:v>45495.480555555558</c:v>
                </c:pt>
                <c:pt idx="55053">
                  <c:v>45495.48333333333</c:v>
                </c:pt>
                <c:pt idx="55054">
                  <c:v>45495.487500000003</c:v>
                </c:pt>
                <c:pt idx="55055">
                  <c:v>45495.494444444441</c:v>
                </c:pt>
                <c:pt idx="55056">
                  <c:v>45495.498611111107</c:v>
                </c:pt>
                <c:pt idx="55057">
                  <c:v>45495.500694444447</c:v>
                </c:pt>
                <c:pt idx="55058">
                  <c:v>45495.508333333331</c:v>
                </c:pt>
                <c:pt idx="55059">
                  <c:v>45495.523611111108</c:v>
                </c:pt>
                <c:pt idx="55060">
                  <c:v>45495.52847222222</c:v>
                </c:pt>
                <c:pt idx="55061">
                  <c:v>45495.563888888893</c:v>
                </c:pt>
                <c:pt idx="55062">
                  <c:v>45495.568055555559</c:v>
                </c:pt>
                <c:pt idx="55063">
                  <c:v>45495.470138888893</c:v>
                </c:pt>
                <c:pt idx="55064">
                  <c:v>45550.613888888889</c:v>
                </c:pt>
                <c:pt idx="55065">
                  <c:v>45495.614583333343</c:v>
                </c:pt>
                <c:pt idx="55066">
                  <c:v>45495.614583333343</c:v>
                </c:pt>
                <c:pt idx="55067">
                  <c:v>45495.619444444441</c:v>
                </c:pt>
                <c:pt idx="55068">
                  <c:v>45550.611805555563</c:v>
                </c:pt>
                <c:pt idx="55069">
                  <c:v>45495.620138888888</c:v>
                </c:pt>
                <c:pt idx="55070">
                  <c:v>45495.62222222222</c:v>
                </c:pt>
                <c:pt idx="55071">
                  <c:v>45550.60833333333</c:v>
                </c:pt>
                <c:pt idx="55072">
                  <c:v>45495.630555555559</c:v>
                </c:pt>
                <c:pt idx="55073">
                  <c:v>45495.631249999999</c:v>
                </c:pt>
                <c:pt idx="55074">
                  <c:v>45495.65347222222</c:v>
                </c:pt>
                <c:pt idx="55075">
                  <c:v>45495.665972222218</c:v>
                </c:pt>
                <c:pt idx="55076">
                  <c:v>45495.685416666667</c:v>
                </c:pt>
                <c:pt idx="55077">
                  <c:v>45495.595138888893</c:v>
                </c:pt>
                <c:pt idx="55078">
                  <c:v>45495.470138888893</c:v>
                </c:pt>
                <c:pt idx="55079">
                  <c:v>45550.637499999997</c:v>
                </c:pt>
                <c:pt idx="55080">
                  <c:v>45495.464583333327</c:v>
                </c:pt>
                <c:pt idx="55081">
                  <c:v>45495.003472222219</c:v>
                </c:pt>
                <c:pt idx="55082">
                  <c:v>45495.010416666657</c:v>
                </c:pt>
                <c:pt idx="55083">
                  <c:v>45495.106249999997</c:v>
                </c:pt>
                <c:pt idx="55084">
                  <c:v>45495.21597222222</c:v>
                </c:pt>
                <c:pt idx="55085">
                  <c:v>45495.258333333331</c:v>
                </c:pt>
                <c:pt idx="55086">
                  <c:v>45495.261111111111</c:v>
                </c:pt>
                <c:pt idx="55087">
                  <c:v>45495.263194444437</c:v>
                </c:pt>
                <c:pt idx="55088">
                  <c:v>45495.272916666669</c:v>
                </c:pt>
                <c:pt idx="55089">
                  <c:v>45495.288888888892</c:v>
                </c:pt>
                <c:pt idx="55090">
                  <c:v>45495.316666666673</c:v>
                </c:pt>
                <c:pt idx="55091">
                  <c:v>45495.322222222218</c:v>
                </c:pt>
                <c:pt idx="55092">
                  <c:v>45495.322222222218</c:v>
                </c:pt>
                <c:pt idx="55093">
                  <c:v>45495.324305555558</c:v>
                </c:pt>
                <c:pt idx="55094">
                  <c:v>45495.354861111111</c:v>
                </c:pt>
                <c:pt idx="55095">
                  <c:v>45495.395138888889</c:v>
                </c:pt>
                <c:pt idx="55096">
                  <c:v>45495.402083333327</c:v>
                </c:pt>
                <c:pt idx="55097">
                  <c:v>45495.402777777781</c:v>
                </c:pt>
                <c:pt idx="55098">
                  <c:v>45495.40347222222</c:v>
                </c:pt>
                <c:pt idx="55099">
                  <c:v>45495.409722222219</c:v>
                </c:pt>
                <c:pt idx="55100">
                  <c:v>45495.411111111112</c:v>
                </c:pt>
                <c:pt idx="55101">
                  <c:v>45495.412499999999</c:v>
                </c:pt>
                <c:pt idx="55102">
                  <c:v>45495.425000000003</c:v>
                </c:pt>
                <c:pt idx="55103">
                  <c:v>45495.428472222222</c:v>
                </c:pt>
                <c:pt idx="55104">
                  <c:v>45495.443055555559</c:v>
                </c:pt>
                <c:pt idx="55105">
                  <c:v>45495.451388888891</c:v>
                </c:pt>
                <c:pt idx="55106">
                  <c:v>45495.453472222223</c:v>
                </c:pt>
                <c:pt idx="55107">
                  <c:v>45495.463888888888</c:v>
                </c:pt>
                <c:pt idx="55108">
                  <c:v>45495.740277777782</c:v>
                </c:pt>
                <c:pt idx="55109">
                  <c:v>45494.947222222218</c:v>
                </c:pt>
                <c:pt idx="55110">
                  <c:v>45495.752083333333</c:v>
                </c:pt>
                <c:pt idx="55111">
                  <c:v>45495.762499999997</c:v>
                </c:pt>
                <c:pt idx="55112">
                  <c:v>45496.387499999997</c:v>
                </c:pt>
                <c:pt idx="55113">
                  <c:v>45496.415277777778</c:v>
                </c:pt>
                <c:pt idx="55114">
                  <c:v>45496.431944444441</c:v>
                </c:pt>
                <c:pt idx="55115">
                  <c:v>45496.446527777778</c:v>
                </c:pt>
                <c:pt idx="55116">
                  <c:v>45496.451388888891</c:v>
                </c:pt>
                <c:pt idx="55117">
                  <c:v>45496.454861111109</c:v>
                </c:pt>
                <c:pt idx="55118">
                  <c:v>45550.535416666673</c:v>
                </c:pt>
                <c:pt idx="55119">
                  <c:v>45496.458333333343</c:v>
                </c:pt>
                <c:pt idx="55120">
                  <c:v>45496.461111111108</c:v>
                </c:pt>
                <c:pt idx="55121">
                  <c:v>45496.469444444447</c:v>
                </c:pt>
                <c:pt idx="55122">
                  <c:v>45496.474305555559</c:v>
                </c:pt>
                <c:pt idx="55123">
                  <c:v>45496.477777777778</c:v>
                </c:pt>
                <c:pt idx="55124">
                  <c:v>45496.373611111107</c:v>
                </c:pt>
                <c:pt idx="55125">
                  <c:v>45496.481944444437</c:v>
                </c:pt>
                <c:pt idx="55126">
                  <c:v>45496.509722222218</c:v>
                </c:pt>
                <c:pt idx="55127">
                  <c:v>45496.518055555563</c:v>
                </c:pt>
                <c:pt idx="55128">
                  <c:v>45496.529861111107</c:v>
                </c:pt>
                <c:pt idx="55129">
                  <c:v>45496.531944444447</c:v>
                </c:pt>
                <c:pt idx="55130">
                  <c:v>45496.532638888893</c:v>
                </c:pt>
                <c:pt idx="55131">
                  <c:v>45496.537499999999</c:v>
                </c:pt>
                <c:pt idx="55132">
                  <c:v>45496.549305555563</c:v>
                </c:pt>
                <c:pt idx="55133">
                  <c:v>45496.55972222222</c:v>
                </c:pt>
                <c:pt idx="55134">
                  <c:v>45496.5625</c:v>
                </c:pt>
                <c:pt idx="55135">
                  <c:v>45496.594444444447</c:v>
                </c:pt>
                <c:pt idx="55136">
                  <c:v>45496.6</c:v>
                </c:pt>
                <c:pt idx="55137">
                  <c:v>45496.622916666667</c:v>
                </c:pt>
                <c:pt idx="55138">
                  <c:v>45496.509027777778</c:v>
                </c:pt>
                <c:pt idx="55139">
                  <c:v>45550.558333333327</c:v>
                </c:pt>
                <c:pt idx="55140">
                  <c:v>45496.361111111109</c:v>
                </c:pt>
                <c:pt idx="55141">
                  <c:v>45496.336805555547</c:v>
                </c:pt>
                <c:pt idx="55142">
                  <c:v>45495.779166666667</c:v>
                </c:pt>
                <c:pt idx="55143">
                  <c:v>45495.801388888889</c:v>
                </c:pt>
                <c:pt idx="55144">
                  <c:v>45495.811805555553</c:v>
                </c:pt>
                <c:pt idx="55145">
                  <c:v>45495.822222222218</c:v>
                </c:pt>
                <c:pt idx="55146">
                  <c:v>45495.824305555558</c:v>
                </c:pt>
                <c:pt idx="55147">
                  <c:v>45495.82916666667</c:v>
                </c:pt>
                <c:pt idx="55148">
                  <c:v>45495.833333333343</c:v>
                </c:pt>
                <c:pt idx="55149">
                  <c:v>45495.850694444453</c:v>
                </c:pt>
                <c:pt idx="55150">
                  <c:v>45550.589583333327</c:v>
                </c:pt>
                <c:pt idx="55151">
                  <c:v>45495.870833333327</c:v>
                </c:pt>
                <c:pt idx="55152">
                  <c:v>45495.884027777778</c:v>
                </c:pt>
                <c:pt idx="55153">
                  <c:v>45495.892361111109</c:v>
                </c:pt>
                <c:pt idx="55154">
                  <c:v>45495.895138888889</c:v>
                </c:pt>
                <c:pt idx="55155">
                  <c:v>45495.904861111107</c:v>
                </c:pt>
                <c:pt idx="55156">
                  <c:v>45495.918749999997</c:v>
                </c:pt>
                <c:pt idx="55157">
                  <c:v>45550.564583333333</c:v>
                </c:pt>
                <c:pt idx="55158">
                  <c:v>45495.936805555553</c:v>
                </c:pt>
                <c:pt idx="55159">
                  <c:v>45495.95</c:v>
                </c:pt>
                <c:pt idx="55160">
                  <c:v>45495.957638888889</c:v>
                </c:pt>
                <c:pt idx="55161">
                  <c:v>45495.973611111112</c:v>
                </c:pt>
                <c:pt idx="55162">
                  <c:v>45550.5625</c:v>
                </c:pt>
                <c:pt idx="55163">
                  <c:v>45496.013888888891</c:v>
                </c:pt>
                <c:pt idx="55164">
                  <c:v>45496.013888888891</c:v>
                </c:pt>
                <c:pt idx="55165">
                  <c:v>45496.186805555553</c:v>
                </c:pt>
                <c:pt idx="55166">
                  <c:v>45496.21597222222</c:v>
                </c:pt>
                <c:pt idx="55167">
                  <c:v>45496.288194444453</c:v>
                </c:pt>
                <c:pt idx="55168">
                  <c:v>45496.290972222218</c:v>
                </c:pt>
                <c:pt idx="55169">
                  <c:v>45495.761111111111</c:v>
                </c:pt>
                <c:pt idx="55170">
                  <c:v>45494.943749999999</c:v>
                </c:pt>
                <c:pt idx="55171">
                  <c:v>45494.920138888891</c:v>
                </c:pt>
                <c:pt idx="55172">
                  <c:v>45494.915277777778</c:v>
                </c:pt>
                <c:pt idx="55173">
                  <c:v>45493.474999999999</c:v>
                </c:pt>
                <c:pt idx="55174">
                  <c:v>45493.477083333331</c:v>
                </c:pt>
                <c:pt idx="55175">
                  <c:v>45493.486805555563</c:v>
                </c:pt>
                <c:pt idx="55176">
                  <c:v>45493.522222222222</c:v>
                </c:pt>
                <c:pt idx="55177">
                  <c:v>45493.554166666669</c:v>
                </c:pt>
                <c:pt idx="55178">
                  <c:v>45493.556944444441</c:v>
                </c:pt>
                <c:pt idx="55179">
                  <c:v>45493.572222222218</c:v>
                </c:pt>
                <c:pt idx="55180">
                  <c:v>45493.611111111109</c:v>
                </c:pt>
                <c:pt idx="55181">
                  <c:v>45493.611805555563</c:v>
                </c:pt>
                <c:pt idx="55182">
                  <c:v>45493.62777777778</c:v>
                </c:pt>
                <c:pt idx="55183">
                  <c:v>45493.628472222219</c:v>
                </c:pt>
                <c:pt idx="55184">
                  <c:v>45493.7</c:v>
                </c:pt>
                <c:pt idx="55185">
                  <c:v>45493.444444444453</c:v>
                </c:pt>
                <c:pt idx="55186">
                  <c:v>45493.700694444437</c:v>
                </c:pt>
                <c:pt idx="55187">
                  <c:v>45493.705555555563</c:v>
                </c:pt>
                <c:pt idx="55188">
                  <c:v>45493.710416666669</c:v>
                </c:pt>
                <c:pt idx="55189">
                  <c:v>45493.71597222222</c:v>
                </c:pt>
                <c:pt idx="55190">
                  <c:v>45493.736111111109</c:v>
                </c:pt>
                <c:pt idx="55191">
                  <c:v>45493.744444444441</c:v>
                </c:pt>
                <c:pt idx="55192">
                  <c:v>45493.756249999999</c:v>
                </c:pt>
                <c:pt idx="55193">
                  <c:v>45493.770138888889</c:v>
                </c:pt>
                <c:pt idx="55194">
                  <c:v>45493.798611111109</c:v>
                </c:pt>
                <c:pt idx="55195">
                  <c:v>45493.827777777777</c:v>
                </c:pt>
                <c:pt idx="55196">
                  <c:v>45493.82916666667</c:v>
                </c:pt>
                <c:pt idx="55197">
                  <c:v>45550.670138888891</c:v>
                </c:pt>
                <c:pt idx="55198">
                  <c:v>45493.838888888888</c:v>
                </c:pt>
                <c:pt idx="55199">
                  <c:v>45550.68472222222</c:v>
                </c:pt>
                <c:pt idx="55200">
                  <c:v>45493.42083333333</c:v>
                </c:pt>
                <c:pt idx="55201">
                  <c:v>45493.366666666669</c:v>
                </c:pt>
                <c:pt idx="55202">
                  <c:v>45493.331250000003</c:v>
                </c:pt>
                <c:pt idx="55203">
                  <c:v>45492.779861111107</c:v>
                </c:pt>
                <c:pt idx="55204">
                  <c:v>45492.783333333333</c:v>
                </c:pt>
                <c:pt idx="55205">
                  <c:v>45492.811111111107</c:v>
                </c:pt>
                <c:pt idx="55206">
                  <c:v>45492.818055555559</c:v>
                </c:pt>
                <c:pt idx="55207">
                  <c:v>45492.829861111109</c:v>
                </c:pt>
                <c:pt idx="55208">
                  <c:v>45492.834027777782</c:v>
                </c:pt>
                <c:pt idx="55209">
                  <c:v>45492.837500000001</c:v>
                </c:pt>
                <c:pt idx="55210">
                  <c:v>45492.86041666667</c:v>
                </c:pt>
                <c:pt idx="55211">
                  <c:v>45492.863888888889</c:v>
                </c:pt>
                <c:pt idx="55212">
                  <c:v>45492.878472222219</c:v>
                </c:pt>
                <c:pt idx="55213">
                  <c:v>45492.879166666673</c:v>
                </c:pt>
                <c:pt idx="55214">
                  <c:v>45492.888194444437</c:v>
                </c:pt>
                <c:pt idx="55215">
                  <c:v>45492.895138888889</c:v>
                </c:pt>
                <c:pt idx="55216">
                  <c:v>45492.899305555547</c:v>
                </c:pt>
                <c:pt idx="55217">
                  <c:v>45492.918055555558</c:v>
                </c:pt>
                <c:pt idx="55218">
                  <c:v>45492.961111111108</c:v>
                </c:pt>
                <c:pt idx="55219">
                  <c:v>45492.977777777778</c:v>
                </c:pt>
                <c:pt idx="55220">
                  <c:v>45492.988888888889</c:v>
                </c:pt>
                <c:pt idx="55221">
                  <c:v>45493.042361111111</c:v>
                </c:pt>
                <c:pt idx="55222">
                  <c:v>45493.043749999997</c:v>
                </c:pt>
                <c:pt idx="55223">
                  <c:v>45493.056944444441</c:v>
                </c:pt>
                <c:pt idx="55224">
                  <c:v>45493.06527777778</c:v>
                </c:pt>
                <c:pt idx="55225">
                  <c:v>45550.688194444447</c:v>
                </c:pt>
                <c:pt idx="55226">
                  <c:v>45493.1</c:v>
                </c:pt>
                <c:pt idx="55227">
                  <c:v>45493.147916666669</c:v>
                </c:pt>
                <c:pt idx="55228">
                  <c:v>45493.262499999997</c:v>
                </c:pt>
                <c:pt idx="55229">
                  <c:v>45493.320833333331</c:v>
                </c:pt>
                <c:pt idx="55230">
                  <c:v>45493.84375</c:v>
                </c:pt>
                <c:pt idx="55231">
                  <c:v>45493.87222222222</c:v>
                </c:pt>
                <c:pt idx="55232">
                  <c:v>45493.875</c:v>
                </c:pt>
                <c:pt idx="55233">
                  <c:v>45493.875694444447</c:v>
                </c:pt>
                <c:pt idx="55234">
                  <c:v>45494.645833333343</c:v>
                </c:pt>
                <c:pt idx="55235">
                  <c:v>45494.671527777777</c:v>
                </c:pt>
                <c:pt idx="55236">
                  <c:v>45494.673611111109</c:v>
                </c:pt>
                <c:pt idx="55237">
                  <c:v>45494.677777777782</c:v>
                </c:pt>
                <c:pt idx="55238">
                  <c:v>45494.70208333333</c:v>
                </c:pt>
                <c:pt idx="55239">
                  <c:v>45494.706250000003</c:v>
                </c:pt>
                <c:pt idx="55240">
                  <c:v>45494.727083333331</c:v>
                </c:pt>
                <c:pt idx="55241">
                  <c:v>45494.727777777778</c:v>
                </c:pt>
                <c:pt idx="55242">
                  <c:v>45494.739583333343</c:v>
                </c:pt>
                <c:pt idx="55243">
                  <c:v>45494.742361111108</c:v>
                </c:pt>
                <c:pt idx="55244">
                  <c:v>45494.745138888888</c:v>
                </c:pt>
                <c:pt idx="55245">
                  <c:v>45494.763888888891</c:v>
                </c:pt>
                <c:pt idx="55246">
                  <c:v>45494.768055555563</c:v>
                </c:pt>
                <c:pt idx="55247">
                  <c:v>45494.780555555553</c:v>
                </c:pt>
                <c:pt idx="55248">
                  <c:v>45494.78125</c:v>
                </c:pt>
                <c:pt idx="55249">
                  <c:v>45494.795138888891</c:v>
                </c:pt>
                <c:pt idx="55250">
                  <c:v>45494.79583333333</c:v>
                </c:pt>
                <c:pt idx="55251">
                  <c:v>45494.803472222222</c:v>
                </c:pt>
                <c:pt idx="55252">
                  <c:v>45494.807638888888</c:v>
                </c:pt>
                <c:pt idx="55253">
                  <c:v>45494.8125</c:v>
                </c:pt>
                <c:pt idx="55254">
                  <c:v>45494.818055555559</c:v>
                </c:pt>
                <c:pt idx="55255">
                  <c:v>45494.826388888891</c:v>
                </c:pt>
                <c:pt idx="55256">
                  <c:v>45494.845833333333</c:v>
                </c:pt>
                <c:pt idx="55257">
                  <c:v>45494.857638888891</c:v>
                </c:pt>
                <c:pt idx="55258">
                  <c:v>45494.869444444441</c:v>
                </c:pt>
                <c:pt idx="55259">
                  <c:v>45494.877083333333</c:v>
                </c:pt>
                <c:pt idx="55260">
                  <c:v>45550.660416666673</c:v>
                </c:pt>
                <c:pt idx="55261">
                  <c:v>45494.592361111107</c:v>
                </c:pt>
                <c:pt idx="55262">
                  <c:v>45496.627083333333</c:v>
                </c:pt>
                <c:pt idx="55263">
                  <c:v>45494.585416666669</c:v>
                </c:pt>
                <c:pt idx="55264">
                  <c:v>45494.557638888888</c:v>
                </c:pt>
                <c:pt idx="55265">
                  <c:v>45493.876388888893</c:v>
                </c:pt>
                <c:pt idx="55266">
                  <c:v>45493.87777777778</c:v>
                </c:pt>
                <c:pt idx="55267">
                  <c:v>45493.919444444437</c:v>
                </c:pt>
                <c:pt idx="55268">
                  <c:v>45493.970138888893</c:v>
                </c:pt>
                <c:pt idx="55269">
                  <c:v>45493.976388888892</c:v>
                </c:pt>
                <c:pt idx="55270">
                  <c:v>45493.981249999997</c:v>
                </c:pt>
                <c:pt idx="55271">
                  <c:v>45494.009027777778</c:v>
                </c:pt>
                <c:pt idx="55272">
                  <c:v>45494.02847222222</c:v>
                </c:pt>
                <c:pt idx="55273">
                  <c:v>45494.162499999999</c:v>
                </c:pt>
                <c:pt idx="55274">
                  <c:v>45494.225694444453</c:v>
                </c:pt>
                <c:pt idx="55275">
                  <c:v>45494.307638888888</c:v>
                </c:pt>
                <c:pt idx="55276">
                  <c:v>45494.308333333327</c:v>
                </c:pt>
                <c:pt idx="55277">
                  <c:v>45494.339583333327</c:v>
                </c:pt>
                <c:pt idx="55278">
                  <c:v>45494.350694444453</c:v>
                </c:pt>
                <c:pt idx="55279">
                  <c:v>45494.356249999997</c:v>
                </c:pt>
                <c:pt idx="55280">
                  <c:v>45494.365277777782</c:v>
                </c:pt>
                <c:pt idx="55281">
                  <c:v>45494.378472222219</c:v>
                </c:pt>
                <c:pt idx="55282">
                  <c:v>45494.406944444447</c:v>
                </c:pt>
                <c:pt idx="55283">
                  <c:v>45494.424305555563</c:v>
                </c:pt>
                <c:pt idx="55284">
                  <c:v>45494.443055555559</c:v>
                </c:pt>
                <c:pt idx="55285">
                  <c:v>45494.446527777778</c:v>
                </c:pt>
                <c:pt idx="55286">
                  <c:v>45494.48333333333</c:v>
                </c:pt>
                <c:pt idx="55287">
                  <c:v>45494.48333333333</c:v>
                </c:pt>
                <c:pt idx="55288">
                  <c:v>45494.509027777778</c:v>
                </c:pt>
                <c:pt idx="55289">
                  <c:v>45494.522222222222</c:v>
                </c:pt>
                <c:pt idx="55290">
                  <c:v>45494.542361111111</c:v>
                </c:pt>
                <c:pt idx="55291">
                  <c:v>45494.556250000001</c:v>
                </c:pt>
                <c:pt idx="55292">
                  <c:v>45494.573611111111</c:v>
                </c:pt>
                <c:pt idx="55293">
                  <c:v>45476.518750000003</c:v>
                </c:pt>
                <c:pt idx="55294">
                  <c:v>45496.634722222218</c:v>
                </c:pt>
                <c:pt idx="55295">
                  <c:v>45496.636111111111</c:v>
                </c:pt>
                <c:pt idx="55296">
                  <c:v>45499.807638888888</c:v>
                </c:pt>
                <c:pt idx="55297">
                  <c:v>45499.834722222222</c:v>
                </c:pt>
                <c:pt idx="55298">
                  <c:v>45499.871527777781</c:v>
                </c:pt>
                <c:pt idx="55299">
                  <c:v>45499.931944444441</c:v>
                </c:pt>
                <c:pt idx="55300">
                  <c:v>45499.9375</c:v>
                </c:pt>
                <c:pt idx="55301">
                  <c:v>45499.941666666673</c:v>
                </c:pt>
                <c:pt idx="55302">
                  <c:v>45550.324999999997</c:v>
                </c:pt>
                <c:pt idx="55303">
                  <c:v>45499.95</c:v>
                </c:pt>
                <c:pt idx="55304">
                  <c:v>45499.950694444437</c:v>
                </c:pt>
                <c:pt idx="55305">
                  <c:v>45499.979861111111</c:v>
                </c:pt>
                <c:pt idx="55306">
                  <c:v>45500.167361111111</c:v>
                </c:pt>
                <c:pt idx="55307">
                  <c:v>45500.250694444447</c:v>
                </c:pt>
                <c:pt idx="55308">
                  <c:v>45499.802777777782</c:v>
                </c:pt>
                <c:pt idx="55309">
                  <c:v>45500.254861111112</c:v>
                </c:pt>
                <c:pt idx="55310">
                  <c:v>45500.375</c:v>
                </c:pt>
                <c:pt idx="55311">
                  <c:v>45500.406944444447</c:v>
                </c:pt>
                <c:pt idx="55312">
                  <c:v>45500.444444444453</c:v>
                </c:pt>
                <c:pt idx="55313">
                  <c:v>45500.446527777778</c:v>
                </c:pt>
                <c:pt idx="55314">
                  <c:v>45500.456944444442</c:v>
                </c:pt>
                <c:pt idx="55315">
                  <c:v>45500.484722222223</c:v>
                </c:pt>
                <c:pt idx="55316">
                  <c:v>45500.494444444441</c:v>
                </c:pt>
                <c:pt idx="55317">
                  <c:v>45500.504166666673</c:v>
                </c:pt>
                <c:pt idx="55318">
                  <c:v>45500.507638888892</c:v>
                </c:pt>
                <c:pt idx="55319">
                  <c:v>45500.512499999997</c:v>
                </c:pt>
                <c:pt idx="55320">
                  <c:v>45500.574305555558</c:v>
                </c:pt>
                <c:pt idx="55321">
                  <c:v>45500.57916666667</c:v>
                </c:pt>
                <c:pt idx="55322">
                  <c:v>45500.27847222222</c:v>
                </c:pt>
                <c:pt idx="55323">
                  <c:v>45499.782638888893</c:v>
                </c:pt>
                <c:pt idx="55324">
                  <c:v>45499.776388888888</c:v>
                </c:pt>
                <c:pt idx="55325">
                  <c:v>45499.706250000003</c:v>
                </c:pt>
                <c:pt idx="55326">
                  <c:v>45499.351388888892</c:v>
                </c:pt>
                <c:pt idx="55327">
                  <c:v>45499.363194444442</c:v>
                </c:pt>
                <c:pt idx="55328">
                  <c:v>45499.392361111109</c:v>
                </c:pt>
                <c:pt idx="55329">
                  <c:v>45499.398611111108</c:v>
                </c:pt>
                <c:pt idx="55330">
                  <c:v>45499.421527777777</c:v>
                </c:pt>
                <c:pt idx="55331">
                  <c:v>45499.430555555547</c:v>
                </c:pt>
                <c:pt idx="55332">
                  <c:v>45499.491666666669</c:v>
                </c:pt>
                <c:pt idx="55333">
                  <c:v>45499.497916666667</c:v>
                </c:pt>
                <c:pt idx="55334">
                  <c:v>45499.5</c:v>
                </c:pt>
                <c:pt idx="55335">
                  <c:v>45499.503472222219</c:v>
                </c:pt>
                <c:pt idx="55336">
                  <c:v>45499.505555555559</c:v>
                </c:pt>
                <c:pt idx="55337">
                  <c:v>45499.524305555547</c:v>
                </c:pt>
                <c:pt idx="55338">
                  <c:v>45499.53402777778</c:v>
                </c:pt>
                <c:pt idx="55339">
                  <c:v>45499.542361111111</c:v>
                </c:pt>
                <c:pt idx="55340">
                  <c:v>45499.550694444442</c:v>
                </c:pt>
                <c:pt idx="55341">
                  <c:v>45499.554861111108</c:v>
                </c:pt>
                <c:pt idx="55342">
                  <c:v>45550.337500000001</c:v>
                </c:pt>
                <c:pt idx="55343">
                  <c:v>45499.57708333333</c:v>
                </c:pt>
                <c:pt idx="55344">
                  <c:v>45897.04791666667</c:v>
                </c:pt>
                <c:pt idx="55345">
                  <c:v>45499.597916666673</c:v>
                </c:pt>
                <c:pt idx="55346">
                  <c:v>45499.605555555558</c:v>
                </c:pt>
                <c:pt idx="55347">
                  <c:v>45499.629861111112</c:v>
                </c:pt>
                <c:pt idx="55348">
                  <c:v>45499.637499999997</c:v>
                </c:pt>
                <c:pt idx="55349">
                  <c:v>45499.638888888891</c:v>
                </c:pt>
                <c:pt idx="55350">
                  <c:v>45499.661111111112</c:v>
                </c:pt>
                <c:pt idx="55351">
                  <c:v>45499.665277777778</c:v>
                </c:pt>
                <c:pt idx="55352">
                  <c:v>45499.668055555558</c:v>
                </c:pt>
                <c:pt idx="55353">
                  <c:v>45500.586805555547</c:v>
                </c:pt>
                <c:pt idx="55354">
                  <c:v>45499.32708333333</c:v>
                </c:pt>
                <c:pt idx="55355">
                  <c:v>45500.590277777781</c:v>
                </c:pt>
                <c:pt idx="55356">
                  <c:v>45500.613194444442</c:v>
                </c:pt>
                <c:pt idx="55357">
                  <c:v>45501.459027777782</c:v>
                </c:pt>
                <c:pt idx="55358">
                  <c:v>45501.481944444437</c:v>
                </c:pt>
                <c:pt idx="55359">
                  <c:v>45501.482638888891</c:v>
                </c:pt>
                <c:pt idx="55360">
                  <c:v>45550.246527777781</c:v>
                </c:pt>
                <c:pt idx="55361">
                  <c:v>45501.531944444447</c:v>
                </c:pt>
                <c:pt idx="55362">
                  <c:v>45501.531944444447</c:v>
                </c:pt>
                <c:pt idx="55363">
                  <c:v>45501.534722222219</c:v>
                </c:pt>
                <c:pt idx="55364">
                  <c:v>45501.573611111111</c:v>
                </c:pt>
                <c:pt idx="55365">
                  <c:v>45501.59652777778</c:v>
                </c:pt>
                <c:pt idx="55366">
                  <c:v>45501.615972222222</c:v>
                </c:pt>
                <c:pt idx="55367">
                  <c:v>45501.626388888893</c:v>
                </c:pt>
                <c:pt idx="55368">
                  <c:v>45501.62777777778</c:v>
                </c:pt>
                <c:pt idx="55369">
                  <c:v>45501.450694444437</c:v>
                </c:pt>
                <c:pt idx="55370">
                  <c:v>45501.636111111111</c:v>
                </c:pt>
                <c:pt idx="55371">
                  <c:v>45501.658333333333</c:v>
                </c:pt>
                <c:pt idx="55372">
                  <c:v>45501.672222222223</c:v>
                </c:pt>
                <c:pt idx="55373">
                  <c:v>45501.672222222223</c:v>
                </c:pt>
                <c:pt idx="55374">
                  <c:v>45501.677777777782</c:v>
                </c:pt>
                <c:pt idx="55375">
                  <c:v>45501.708333333343</c:v>
                </c:pt>
                <c:pt idx="55376">
                  <c:v>45501.722916666673</c:v>
                </c:pt>
                <c:pt idx="55377">
                  <c:v>45501.730555555558</c:v>
                </c:pt>
                <c:pt idx="55378">
                  <c:v>45501.761111111111</c:v>
                </c:pt>
                <c:pt idx="55379">
                  <c:v>45501.76666666667</c:v>
                </c:pt>
                <c:pt idx="55380">
                  <c:v>45501.768055555563</c:v>
                </c:pt>
                <c:pt idx="55381">
                  <c:v>45501.775694444441</c:v>
                </c:pt>
                <c:pt idx="55382">
                  <c:v>45501.786805555559</c:v>
                </c:pt>
                <c:pt idx="55383">
                  <c:v>45501.654861111107</c:v>
                </c:pt>
                <c:pt idx="55384">
                  <c:v>45501.445138888892</c:v>
                </c:pt>
                <c:pt idx="55385">
                  <c:v>45501.442361111112</c:v>
                </c:pt>
                <c:pt idx="55386">
                  <c:v>45501.438888888893</c:v>
                </c:pt>
                <c:pt idx="55387">
                  <c:v>45500.618055555547</c:v>
                </c:pt>
                <c:pt idx="55388">
                  <c:v>45500.62777777778</c:v>
                </c:pt>
                <c:pt idx="55389">
                  <c:v>45500.632638888892</c:v>
                </c:pt>
                <c:pt idx="55390">
                  <c:v>45500.676388888889</c:v>
                </c:pt>
                <c:pt idx="55391">
                  <c:v>45500.695833333331</c:v>
                </c:pt>
                <c:pt idx="55392">
                  <c:v>45500.745138888888</c:v>
                </c:pt>
                <c:pt idx="55393">
                  <c:v>45500.747916666667</c:v>
                </c:pt>
                <c:pt idx="55394">
                  <c:v>45500.760416666657</c:v>
                </c:pt>
                <c:pt idx="55395">
                  <c:v>45500.801388888889</c:v>
                </c:pt>
                <c:pt idx="55396">
                  <c:v>45500.822916666657</c:v>
                </c:pt>
                <c:pt idx="55397">
                  <c:v>45500.835416666669</c:v>
                </c:pt>
                <c:pt idx="55398">
                  <c:v>45500.84375</c:v>
                </c:pt>
                <c:pt idx="55399">
                  <c:v>45500.875694444447</c:v>
                </c:pt>
                <c:pt idx="55400">
                  <c:v>45500.888888888891</c:v>
                </c:pt>
                <c:pt idx="55401">
                  <c:v>45500.888888888891</c:v>
                </c:pt>
                <c:pt idx="55402">
                  <c:v>45500.908333333333</c:v>
                </c:pt>
                <c:pt idx="55403">
                  <c:v>45500.909722222219</c:v>
                </c:pt>
                <c:pt idx="55404">
                  <c:v>45500.918749999997</c:v>
                </c:pt>
                <c:pt idx="55405">
                  <c:v>45500.939583333333</c:v>
                </c:pt>
                <c:pt idx="55406">
                  <c:v>45500.943749999999</c:v>
                </c:pt>
                <c:pt idx="55407">
                  <c:v>45500.96597222222</c:v>
                </c:pt>
                <c:pt idx="55408">
                  <c:v>45500.989583333343</c:v>
                </c:pt>
                <c:pt idx="55409">
                  <c:v>45501.007638888892</c:v>
                </c:pt>
                <c:pt idx="55410">
                  <c:v>45501.34097222222</c:v>
                </c:pt>
                <c:pt idx="55411">
                  <c:v>45501.355555555558</c:v>
                </c:pt>
                <c:pt idx="55412">
                  <c:v>45501.383333333331</c:v>
                </c:pt>
                <c:pt idx="55413">
                  <c:v>45501.42291666667</c:v>
                </c:pt>
                <c:pt idx="55414">
                  <c:v>45500.604166666657</c:v>
                </c:pt>
                <c:pt idx="55415">
                  <c:v>45499.305555555547</c:v>
                </c:pt>
                <c:pt idx="55416">
                  <c:v>45499.270833333343</c:v>
                </c:pt>
                <c:pt idx="55417">
                  <c:v>45499.254166666673</c:v>
                </c:pt>
                <c:pt idx="55418">
                  <c:v>45497.488888888889</c:v>
                </c:pt>
                <c:pt idx="55419">
                  <c:v>45497.49722222222</c:v>
                </c:pt>
                <c:pt idx="55420">
                  <c:v>45497.511111111111</c:v>
                </c:pt>
                <c:pt idx="55421">
                  <c:v>45497.511805555558</c:v>
                </c:pt>
                <c:pt idx="55422">
                  <c:v>45497.522222222222</c:v>
                </c:pt>
                <c:pt idx="55423">
                  <c:v>45497.527777777781</c:v>
                </c:pt>
                <c:pt idx="55424">
                  <c:v>45497.531944444447</c:v>
                </c:pt>
                <c:pt idx="55425">
                  <c:v>45497.571527777778</c:v>
                </c:pt>
                <c:pt idx="55426">
                  <c:v>45497.578472222223</c:v>
                </c:pt>
                <c:pt idx="55427">
                  <c:v>45497.586111111108</c:v>
                </c:pt>
                <c:pt idx="55428">
                  <c:v>45497.586805555547</c:v>
                </c:pt>
                <c:pt idx="55429">
                  <c:v>45497.623611111107</c:v>
                </c:pt>
                <c:pt idx="55430">
                  <c:v>45497.474999999999</c:v>
                </c:pt>
                <c:pt idx="55431">
                  <c:v>45497.625694444447</c:v>
                </c:pt>
                <c:pt idx="55432">
                  <c:v>45497.64166666667</c:v>
                </c:pt>
                <c:pt idx="55433">
                  <c:v>45497.651388888888</c:v>
                </c:pt>
                <c:pt idx="55434">
                  <c:v>45497.654166666667</c:v>
                </c:pt>
                <c:pt idx="55435">
                  <c:v>45497.654166666667</c:v>
                </c:pt>
                <c:pt idx="55436">
                  <c:v>45497.662499999999</c:v>
                </c:pt>
                <c:pt idx="55437">
                  <c:v>45497.688194444447</c:v>
                </c:pt>
                <c:pt idx="55438">
                  <c:v>45550.424305555563</c:v>
                </c:pt>
                <c:pt idx="55439">
                  <c:v>45497.7</c:v>
                </c:pt>
                <c:pt idx="55440">
                  <c:v>45497.73541666667</c:v>
                </c:pt>
                <c:pt idx="55441">
                  <c:v>45497.754166666673</c:v>
                </c:pt>
                <c:pt idx="55442">
                  <c:v>45497.772222222222</c:v>
                </c:pt>
                <c:pt idx="55443">
                  <c:v>45497.808333333327</c:v>
                </c:pt>
                <c:pt idx="55444">
                  <c:v>45497.638888888891</c:v>
                </c:pt>
                <c:pt idx="55445">
                  <c:v>45497.460416666669</c:v>
                </c:pt>
                <c:pt idx="55446">
                  <c:v>45497.459027777782</c:v>
                </c:pt>
                <c:pt idx="55447">
                  <c:v>45497.426388888889</c:v>
                </c:pt>
                <c:pt idx="55448">
                  <c:v>45496.661111111112</c:v>
                </c:pt>
                <c:pt idx="55449">
                  <c:v>45496.686111111107</c:v>
                </c:pt>
                <c:pt idx="55450">
                  <c:v>45496.686805555553</c:v>
                </c:pt>
                <c:pt idx="55451">
                  <c:v>45496.736111111109</c:v>
                </c:pt>
                <c:pt idx="55452">
                  <c:v>45496.740972222222</c:v>
                </c:pt>
                <c:pt idx="55453">
                  <c:v>45496.755555555559</c:v>
                </c:pt>
                <c:pt idx="55454">
                  <c:v>45496.763194444437</c:v>
                </c:pt>
                <c:pt idx="55455">
                  <c:v>45496.788888888892</c:v>
                </c:pt>
                <c:pt idx="55456">
                  <c:v>45496.804861111108</c:v>
                </c:pt>
                <c:pt idx="55457">
                  <c:v>45496.830555555563</c:v>
                </c:pt>
                <c:pt idx="55458">
                  <c:v>45496.837500000001</c:v>
                </c:pt>
                <c:pt idx="55459">
                  <c:v>45496.845833333333</c:v>
                </c:pt>
                <c:pt idx="55460">
                  <c:v>45550.454861111109</c:v>
                </c:pt>
                <c:pt idx="55461">
                  <c:v>45496.848611111112</c:v>
                </c:pt>
                <c:pt idx="55462">
                  <c:v>45496.874305555553</c:v>
                </c:pt>
                <c:pt idx="55463">
                  <c:v>45496.88958333333</c:v>
                </c:pt>
                <c:pt idx="55464">
                  <c:v>45496.938888888893</c:v>
                </c:pt>
                <c:pt idx="55465">
                  <c:v>45496.970833333333</c:v>
                </c:pt>
                <c:pt idx="55466">
                  <c:v>45496.972222222219</c:v>
                </c:pt>
                <c:pt idx="55467">
                  <c:v>45496.974305555559</c:v>
                </c:pt>
                <c:pt idx="55468">
                  <c:v>45497.006249999999</c:v>
                </c:pt>
                <c:pt idx="55469">
                  <c:v>45497.183333333327</c:v>
                </c:pt>
                <c:pt idx="55470">
                  <c:v>45497.32916666667</c:v>
                </c:pt>
                <c:pt idx="55471">
                  <c:v>45497.336805555547</c:v>
                </c:pt>
                <c:pt idx="55472">
                  <c:v>45497.338194444441</c:v>
                </c:pt>
                <c:pt idx="55473">
                  <c:v>45497.35</c:v>
                </c:pt>
                <c:pt idx="55474">
                  <c:v>45497.390277777777</c:v>
                </c:pt>
                <c:pt idx="55475">
                  <c:v>45497.829861111109</c:v>
                </c:pt>
                <c:pt idx="55476">
                  <c:v>45497.857638888891</c:v>
                </c:pt>
                <c:pt idx="55477">
                  <c:v>45497.870833333327</c:v>
                </c:pt>
                <c:pt idx="55478">
                  <c:v>45497.883333333331</c:v>
                </c:pt>
                <c:pt idx="55479">
                  <c:v>45498.636805555558</c:v>
                </c:pt>
                <c:pt idx="55480">
                  <c:v>45498.645138888889</c:v>
                </c:pt>
                <c:pt idx="55481">
                  <c:v>45498.669444444437</c:v>
                </c:pt>
                <c:pt idx="55482">
                  <c:v>45498.702777777777</c:v>
                </c:pt>
                <c:pt idx="55483">
                  <c:v>45498.723611111112</c:v>
                </c:pt>
                <c:pt idx="55484">
                  <c:v>45498.73541666667</c:v>
                </c:pt>
                <c:pt idx="55485">
                  <c:v>45498.750694444447</c:v>
                </c:pt>
                <c:pt idx="55486">
                  <c:v>45498.753472222219</c:v>
                </c:pt>
                <c:pt idx="55487">
                  <c:v>45498.759722222218</c:v>
                </c:pt>
                <c:pt idx="55488">
                  <c:v>45498.759722222218</c:v>
                </c:pt>
                <c:pt idx="55489">
                  <c:v>45498.786805555559</c:v>
                </c:pt>
                <c:pt idx="55490">
                  <c:v>45498.837500000001</c:v>
                </c:pt>
                <c:pt idx="55491">
                  <c:v>45498.84375</c:v>
                </c:pt>
                <c:pt idx="55492">
                  <c:v>45498.853472222218</c:v>
                </c:pt>
                <c:pt idx="55493">
                  <c:v>45498.876388888893</c:v>
                </c:pt>
                <c:pt idx="55494">
                  <c:v>45498.895138888889</c:v>
                </c:pt>
                <c:pt idx="55495">
                  <c:v>45498.913888888892</c:v>
                </c:pt>
                <c:pt idx="55496">
                  <c:v>45498.936805555553</c:v>
                </c:pt>
                <c:pt idx="55497">
                  <c:v>45498.946527777778</c:v>
                </c:pt>
                <c:pt idx="55498">
                  <c:v>45498.961111111108</c:v>
                </c:pt>
                <c:pt idx="55499">
                  <c:v>45498.974305555559</c:v>
                </c:pt>
                <c:pt idx="55500">
                  <c:v>45498.981249999997</c:v>
                </c:pt>
                <c:pt idx="55501">
                  <c:v>45498.982638888891</c:v>
                </c:pt>
                <c:pt idx="55502">
                  <c:v>45499.056250000001</c:v>
                </c:pt>
                <c:pt idx="55503">
                  <c:v>45499.125694444447</c:v>
                </c:pt>
                <c:pt idx="55504">
                  <c:v>45499.186805555553</c:v>
                </c:pt>
                <c:pt idx="55505">
                  <c:v>45499.197222222218</c:v>
                </c:pt>
                <c:pt idx="55506">
                  <c:v>45498.617361111108</c:v>
                </c:pt>
                <c:pt idx="55507">
                  <c:v>45550.525694444441</c:v>
                </c:pt>
                <c:pt idx="55508">
                  <c:v>45498.616666666669</c:v>
                </c:pt>
                <c:pt idx="55509">
                  <c:v>45498.601388888892</c:v>
                </c:pt>
                <c:pt idx="55510">
                  <c:v>45497.936805555553</c:v>
                </c:pt>
                <c:pt idx="55511">
                  <c:v>45498.009722222218</c:v>
                </c:pt>
                <c:pt idx="55512">
                  <c:v>45498.023611111108</c:v>
                </c:pt>
                <c:pt idx="55513">
                  <c:v>45498.20416666667</c:v>
                </c:pt>
                <c:pt idx="55514">
                  <c:v>45498.243055555547</c:v>
                </c:pt>
                <c:pt idx="55515">
                  <c:v>45498.270833333343</c:v>
                </c:pt>
                <c:pt idx="55516">
                  <c:v>45498.274305555547</c:v>
                </c:pt>
                <c:pt idx="55517">
                  <c:v>45498.283333333333</c:v>
                </c:pt>
                <c:pt idx="55518">
                  <c:v>45498.326388888891</c:v>
                </c:pt>
                <c:pt idx="55519">
                  <c:v>45498.361111111109</c:v>
                </c:pt>
                <c:pt idx="55520">
                  <c:v>45498.363194444442</c:v>
                </c:pt>
                <c:pt idx="55521">
                  <c:v>45498.388194444437</c:v>
                </c:pt>
                <c:pt idx="55522">
                  <c:v>45498.395138888889</c:v>
                </c:pt>
                <c:pt idx="55523">
                  <c:v>45498.398611111108</c:v>
                </c:pt>
                <c:pt idx="55524">
                  <c:v>45498.406944444447</c:v>
                </c:pt>
                <c:pt idx="55525">
                  <c:v>45498.406944444447</c:v>
                </c:pt>
                <c:pt idx="55526">
                  <c:v>45550.393750000003</c:v>
                </c:pt>
                <c:pt idx="55527">
                  <c:v>45498.426388888889</c:v>
                </c:pt>
                <c:pt idx="55528">
                  <c:v>45498.436111111107</c:v>
                </c:pt>
                <c:pt idx="55529">
                  <c:v>45498.477083333331</c:v>
                </c:pt>
                <c:pt idx="55530">
                  <c:v>45498.486111111109</c:v>
                </c:pt>
                <c:pt idx="55531">
                  <c:v>45498.491666666669</c:v>
                </c:pt>
                <c:pt idx="55532">
                  <c:v>45498.494444444441</c:v>
                </c:pt>
                <c:pt idx="55533">
                  <c:v>45498.529166666667</c:v>
                </c:pt>
                <c:pt idx="55534">
                  <c:v>45498.559027777781</c:v>
                </c:pt>
                <c:pt idx="55535">
                  <c:v>45498.585416666669</c:v>
                </c:pt>
                <c:pt idx="55536">
                  <c:v>45498.597222222219</c:v>
                </c:pt>
                <c:pt idx="55537">
                  <c:v>45498.604166666657</c:v>
                </c:pt>
                <c:pt idx="55538">
                  <c:v>45494.043055555558</c:v>
                </c:pt>
                <c:pt idx="55539">
                  <c:v>45505.343055555553</c:v>
                </c:pt>
                <c:pt idx="55540">
                  <c:v>45448.799305555563</c:v>
                </c:pt>
                <c:pt idx="55541">
                  <c:v>45341.668749999997</c:v>
                </c:pt>
                <c:pt idx="55542">
                  <c:v>45341.718055555553</c:v>
                </c:pt>
                <c:pt idx="55543">
                  <c:v>45341.736805555563</c:v>
                </c:pt>
                <c:pt idx="55544">
                  <c:v>45341.741666666669</c:v>
                </c:pt>
                <c:pt idx="55545">
                  <c:v>45341.745833333327</c:v>
                </c:pt>
                <c:pt idx="55546">
                  <c:v>45341.750694444447</c:v>
                </c:pt>
                <c:pt idx="55547">
                  <c:v>45341.808333333327</c:v>
                </c:pt>
                <c:pt idx="55548">
                  <c:v>45341.811111111107</c:v>
                </c:pt>
                <c:pt idx="55549">
                  <c:v>45341.836805555547</c:v>
                </c:pt>
                <c:pt idx="55550">
                  <c:v>45341.842361111107</c:v>
                </c:pt>
                <c:pt idx="55551">
                  <c:v>45341.856944444437</c:v>
                </c:pt>
                <c:pt idx="55552">
                  <c:v>45341.857638888891</c:v>
                </c:pt>
                <c:pt idx="55553">
                  <c:v>45341.85833333333</c:v>
                </c:pt>
                <c:pt idx="55554">
                  <c:v>45341.667361111111</c:v>
                </c:pt>
                <c:pt idx="55555">
                  <c:v>45341.872916666667</c:v>
                </c:pt>
                <c:pt idx="55556">
                  <c:v>45341.888194444437</c:v>
                </c:pt>
                <c:pt idx="55557">
                  <c:v>45341.917361111111</c:v>
                </c:pt>
                <c:pt idx="55558">
                  <c:v>45341.925694444442</c:v>
                </c:pt>
                <c:pt idx="55559">
                  <c:v>45341.926388888889</c:v>
                </c:pt>
                <c:pt idx="55560">
                  <c:v>45341.927777777782</c:v>
                </c:pt>
                <c:pt idx="55561">
                  <c:v>45341.930555555547</c:v>
                </c:pt>
                <c:pt idx="55562">
                  <c:v>45341.95416666667</c:v>
                </c:pt>
                <c:pt idx="55563">
                  <c:v>45341.957638888889</c:v>
                </c:pt>
                <c:pt idx="55564">
                  <c:v>45341.986111111109</c:v>
                </c:pt>
                <c:pt idx="55565">
                  <c:v>45342.01666666667</c:v>
                </c:pt>
                <c:pt idx="55566">
                  <c:v>45342.211805555547</c:v>
                </c:pt>
                <c:pt idx="55567">
                  <c:v>45342.325694444437</c:v>
                </c:pt>
                <c:pt idx="55568">
                  <c:v>45342.331944444442</c:v>
                </c:pt>
                <c:pt idx="55569">
                  <c:v>45341.875694444447</c:v>
                </c:pt>
                <c:pt idx="55570">
                  <c:v>45342.331944444442</c:v>
                </c:pt>
                <c:pt idx="55571">
                  <c:v>45341.642361111109</c:v>
                </c:pt>
                <c:pt idx="55572">
                  <c:v>45341.60833333333</c:v>
                </c:pt>
                <c:pt idx="55573">
                  <c:v>45340.913194444453</c:v>
                </c:pt>
                <c:pt idx="55574">
                  <c:v>45340.92291666667</c:v>
                </c:pt>
                <c:pt idx="55575">
                  <c:v>45340.930555555547</c:v>
                </c:pt>
                <c:pt idx="55576">
                  <c:v>45340.941666666673</c:v>
                </c:pt>
                <c:pt idx="55577">
                  <c:v>45340.956944444442</c:v>
                </c:pt>
                <c:pt idx="55578">
                  <c:v>45340.967361111107</c:v>
                </c:pt>
                <c:pt idx="55579">
                  <c:v>45340.979861111111</c:v>
                </c:pt>
                <c:pt idx="55580">
                  <c:v>45340.980555555558</c:v>
                </c:pt>
                <c:pt idx="55581">
                  <c:v>45341.095833333333</c:v>
                </c:pt>
                <c:pt idx="55582">
                  <c:v>45341.157638888893</c:v>
                </c:pt>
                <c:pt idx="55583">
                  <c:v>45341.23541666667</c:v>
                </c:pt>
                <c:pt idx="55584">
                  <c:v>45341.290277777778</c:v>
                </c:pt>
                <c:pt idx="55585">
                  <c:v>45341.308333333327</c:v>
                </c:pt>
                <c:pt idx="55586">
                  <c:v>45341.614583333343</c:v>
                </c:pt>
                <c:pt idx="55587">
                  <c:v>45341.327777777777</c:v>
                </c:pt>
                <c:pt idx="55588">
                  <c:v>45341.420138888891</c:v>
                </c:pt>
                <c:pt idx="55589">
                  <c:v>45341.450694444437</c:v>
                </c:pt>
                <c:pt idx="55590">
                  <c:v>45341.472222222219</c:v>
                </c:pt>
                <c:pt idx="55591">
                  <c:v>45341.473611111112</c:v>
                </c:pt>
                <c:pt idx="55592">
                  <c:v>45341.481944444437</c:v>
                </c:pt>
                <c:pt idx="55593">
                  <c:v>45341.493750000001</c:v>
                </c:pt>
                <c:pt idx="55594">
                  <c:v>45341.522916666669</c:v>
                </c:pt>
                <c:pt idx="55595">
                  <c:v>45341.526388888888</c:v>
                </c:pt>
                <c:pt idx="55596">
                  <c:v>45341.536805555559</c:v>
                </c:pt>
                <c:pt idx="55597">
                  <c:v>45341.5625</c:v>
                </c:pt>
                <c:pt idx="55598">
                  <c:v>45341.582638888889</c:v>
                </c:pt>
                <c:pt idx="55599">
                  <c:v>45341.599305555559</c:v>
                </c:pt>
                <c:pt idx="55600">
                  <c:v>45341.60833333333</c:v>
                </c:pt>
                <c:pt idx="55601">
                  <c:v>45341.348611111112</c:v>
                </c:pt>
                <c:pt idx="55602">
                  <c:v>45342.347916666673</c:v>
                </c:pt>
                <c:pt idx="55603">
                  <c:v>45342.361111111109</c:v>
                </c:pt>
                <c:pt idx="55604">
                  <c:v>45342.365277777782</c:v>
                </c:pt>
                <c:pt idx="55605">
                  <c:v>45342.747916666667</c:v>
                </c:pt>
                <c:pt idx="55606">
                  <c:v>45342.768750000003</c:v>
                </c:pt>
                <c:pt idx="55607">
                  <c:v>45342.776388888888</c:v>
                </c:pt>
                <c:pt idx="55608">
                  <c:v>45342.779166666667</c:v>
                </c:pt>
                <c:pt idx="55609">
                  <c:v>45342.782638888893</c:v>
                </c:pt>
                <c:pt idx="55610">
                  <c:v>45342.79791666667</c:v>
                </c:pt>
                <c:pt idx="55611">
                  <c:v>45342.804166666669</c:v>
                </c:pt>
                <c:pt idx="55612">
                  <c:v>45342.819444444453</c:v>
                </c:pt>
                <c:pt idx="55613">
                  <c:v>45342.829861111109</c:v>
                </c:pt>
                <c:pt idx="55614">
                  <c:v>45342.836805555547</c:v>
                </c:pt>
                <c:pt idx="55615">
                  <c:v>45342.838888888888</c:v>
                </c:pt>
                <c:pt idx="55616">
                  <c:v>45342.845833333333</c:v>
                </c:pt>
                <c:pt idx="55617">
                  <c:v>45342.847222222219</c:v>
                </c:pt>
                <c:pt idx="55618">
                  <c:v>45342.731944444437</c:v>
                </c:pt>
                <c:pt idx="55619">
                  <c:v>45342.864583333343</c:v>
                </c:pt>
                <c:pt idx="55620">
                  <c:v>45342.87222222222</c:v>
                </c:pt>
                <c:pt idx="55621">
                  <c:v>45342.886111111111</c:v>
                </c:pt>
                <c:pt idx="55622">
                  <c:v>45342.90625</c:v>
                </c:pt>
                <c:pt idx="55623">
                  <c:v>45342.922222222223</c:v>
                </c:pt>
                <c:pt idx="55624">
                  <c:v>45342.923611111109</c:v>
                </c:pt>
                <c:pt idx="55625">
                  <c:v>45342.925694444442</c:v>
                </c:pt>
                <c:pt idx="55626">
                  <c:v>45342.945833333331</c:v>
                </c:pt>
                <c:pt idx="55627">
                  <c:v>45342.990972222222</c:v>
                </c:pt>
                <c:pt idx="55628">
                  <c:v>45343.118750000001</c:v>
                </c:pt>
                <c:pt idx="55629">
                  <c:v>45343.229166666657</c:v>
                </c:pt>
                <c:pt idx="55630">
                  <c:v>45343.283333333333</c:v>
                </c:pt>
                <c:pt idx="55631">
                  <c:v>45343.352777777778</c:v>
                </c:pt>
                <c:pt idx="55632">
                  <c:v>45343.354861111111</c:v>
                </c:pt>
                <c:pt idx="55633">
                  <c:v>45342.871527777781</c:v>
                </c:pt>
                <c:pt idx="55634">
                  <c:v>45342.731249999997</c:v>
                </c:pt>
                <c:pt idx="55635">
                  <c:v>45342.727777777778</c:v>
                </c:pt>
                <c:pt idx="55636">
                  <c:v>45342.725694444453</c:v>
                </c:pt>
                <c:pt idx="55637">
                  <c:v>45342.375</c:v>
                </c:pt>
                <c:pt idx="55638">
                  <c:v>45342.393750000003</c:v>
                </c:pt>
                <c:pt idx="55639">
                  <c:v>45342.399305555547</c:v>
                </c:pt>
                <c:pt idx="55640">
                  <c:v>45342.404166666667</c:v>
                </c:pt>
                <c:pt idx="55641">
                  <c:v>45342.412499999999</c:v>
                </c:pt>
                <c:pt idx="55642">
                  <c:v>45342.414583333331</c:v>
                </c:pt>
                <c:pt idx="55643">
                  <c:v>45342.418749999997</c:v>
                </c:pt>
                <c:pt idx="55644">
                  <c:v>45342.429861111108</c:v>
                </c:pt>
                <c:pt idx="55645">
                  <c:v>45342.448611111111</c:v>
                </c:pt>
                <c:pt idx="55646">
                  <c:v>45342.45208333333</c:v>
                </c:pt>
                <c:pt idx="55647">
                  <c:v>45342.472222222219</c:v>
                </c:pt>
                <c:pt idx="55648">
                  <c:v>45342.472916666673</c:v>
                </c:pt>
                <c:pt idx="55649">
                  <c:v>45342.476388888892</c:v>
                </c:pt>
                <c:pt idx="55650">
                  <c:v>45342.478472222218</c:v>
                </c:pt>
                <c:pt idx="55651">
                  <c:v>45342.522916666669</c:v>
                </c:pt>
                <c:pt idx="55652">
                  <c:v>45342.530555555553</c:v>
                </c:pt>
                <c:pt idx="55653">
                  <c:v>45342.532638888893</c:v>
                </c:pt>
                <c:pt idx="55654">
                  <c:v>45342.533333333333</c:v>
                </c:pt>
                <c:pt idx="55655">
                  <c:v>45342.54583333333</c:v>
                </c:pt>
                <c:pt idx="55656">
                  <c:v>45342.567361111112</c:v>
                </c:pt>
                <c:pt idx="55657">
                  <c:v>45342.583333333343</c:v>
                </c:pt>
                <c:pt idx="55658">
                  <c:v>45342.617361111108</c:v>
                </c:pt>
                <c:pt idx="55659">
                  <c:v>45342.637499999997</c:v>
                </c:pt>
                <c:pt idx="55660">
                  <c:v>45342.652083333327</c:v>
                </c:pt>
                <c:pt idx="55661">
                  <c:v>45342.654861111107</c:v>
                </c:pt>
                <c:pt idx="55662">
                  <c:v>45342.679166666669</c:v>
                </c:pt>
                <c:pt idx="55663">
                  <c:v>45342.685416666667</c:v>
                </c:pt>
                <c:pt idx="55664">
                  <c:v>45342.706250000003</c:v>
                </c:pt>
                <c:pt idx="55665">
                  <c:v>45342.71875</c:v>
                </c:pt>
                <c:pt idx="55666">
                  <c:v>45340.895833333343</c:v>
                </c:pt>
                <c:pt idx="55667">
                  <c:v>45340.878472222219</c:v>
                </c:pt>
                <c:pt idx="55668">
                  <c:v>45340.865277777782</c:v>
                </c:pt>
                <c:pt idx="55669">
                  <c:v>45340.859027777777</c:v>
                </c:pt>
                <c:pt idx="55670">
                  <c:v>45338.979166666657</c:v>
                </c:pt>
                <c:pt idx="55671">
                  <c:v>45338.98333333333</c:v>
                </c:pt>
                <c:pt idx="55672">
                  <c:v>45339.072916666657</c:v>
                </c:pt>
                <c:pt idx="55673">
                  <c:v>45339.133333333331</c:v>
                </c:pt>
                <c:pt idx="55674">
                  <c:v>45339.179166666669</c:v>
                </c:pt>
                <c:pt idx="55675">
                  <c:v>45339.227083333331</c:v>
                </c:pt>
                <c:pt idx="55676">
                  <c:v>45339.294444444437</c:v>
                </c:pt>
                <c:pt idx="55677">
                  <c:v>45339.368055555547</c:v>
                </c:pt>
                <c:pt idx="55678">
                  <c:v>45339.381249999999</c:v>
                </c:pt>
                <c:pt idx="55679">
                  <c:v>45339.40625</c:v>
                </c:pt>
                <c:pt idx="55680">
                  <c:v>45339.418055555558</c:v>
                </c:pt>
                <c:pt idx="55681">
                  <c:v>45339.428472222222</c:v>
                </c:pt>
                <c:pt idx="55682">
                  <c:v>45339.438194444447</c:v>
                </c:pt>
                <c:pt idx="55683">
                  <c:v>45338.931944444441</c:v>
                </c:pt>
                <c:pt idx="55684">
                  <c:v>45339.477083333331</c:v>
                </c:pt>
                <c:pt idx="55685">
                  <c:v>45339.490972222222</c:v>
                </c:pt>
                <c:pt idx="55686">
                  <c:v>45339.506944444453</c:v>
                </c:pt>
                <c:pt idx="55687">
                  <c:v>45339.540972222218</c:v>
                </c:pt>
                <c:pt idx="55688">
                  <c:v>45339.55</c:v>
                </c:pt>
                <c:pt idx="55689">
                  <c:v>45339.550694444442</c:v>
                </c:pt>
                <c:pt idx="55690">
                  <c:v>45339.574999999997</c:v>
                </c:pt>
                <c:pt idx="55691">
                  <c:v>45339.57708333333</c:v>
                </c:pt>
                <c:pt idx="55692">
                  <c:v>45339.583333333343</c:v>
                </c:pt>
                <c:pt idx="55693">
                  <c:v>45339.584027777782</c:v>
                </c:pt>
                <c:pt idx="55694">
                  <c:v>45339.587500000001</c:v>
                </c:pt>
                <c:pt idx="55695">
                  <c:v>45339.588888888888</c:v>
                </c:pt>
                <c:pt idx="55696">
                  <c:v>45339.591666666667</c:v>
                </c:pt>
                <c:pt idx="55697">
                  <c:v>45339.623611111107</c:v>
                </c:pt>
                <c:pt idx="55698">
                  <c:v>45339.482638888891</c:v>
                </c:pt>
                <c:pt idx="55699">
                  <c:v>45338.882638888892</c:v>
                </c:pt>
                <c:pt idx="55700">
                  <c:v>45338.875</c:v>
                </c:pt>
                <c:pt idx="55701">
                  <c:v>45338.856249999997</c:v>
                </c:pt>
                <c:pt idx="55702">
                  <c:v>45338.472916666673</c:v>
                </c:pt>
                <c:pt idx="55703">
                  <c:v>45338.497916666667</c:v>
                </c:pt>
                <c:pt idx="55704">
                  <c:v>45338.50277777778</c:v>
                </c:pt>
                <c:pt idx="55705">
                  <c:v>45338.503472222219</c:v>
                </c:pt>
                <c:pt idx="55706">
                  <c:v>45338.513194444437</c:v>
                </c:pt>
                <c:pt idx="55707">
                  <c:v>45338.527777777781</c:v>
                </c:pt>
                <c:pt idx="55708">
                  <c:v>45338.536111111112</c:v>
                </c:pt>
                <c:pt idx="55709">
                  <c:v>45338.543055555558</c:v>
                </c:pt>
                <c:pt idx="55710">
                  <c:v>45338.554166666669</c:v>
                </c:pt>
                <c:pt idx="55711">
                  <c:v>45338.57916666667</c:v>
                </c:pt>
                <c:pt idx="55712">
                  <c:v>45338.600694444453</c:v>
                </c:pt>
                <c:pt idx="55713">
                  <c:v>45338.624305555553</c:v>
                </c:pt>
                <c:pt idx="55714">
                  <c:v>45338.632638888892</c:v>
                </c:pt>
                <c:pt idx="55715">
                  <c:v>45338.667361111111</c:v>
                </c:pt>
                <c:pt idx="55716">
                  <c:v>45338.686805555553</c:v>
                </c:pt>
                <c:pt idx="55717">
                  <c:v>45338.693749999999</c:v>
                </c:pt>
                <c:pt idx="55718">
                  <c:v>45338.697222222218</c:v>
                </c:pt>
                <c:pt idx="55719">
                  <c:v>45338.720138888893</c:v>
                </c:pt>
                <c:pt idx="55720">
                  <c:v>45338.727777777778</c:v>
                </c:pt>
                <c:pt idx="55721">
                  <c:v>45338.734027777777</c:v>
                </c:pt>
                <c:pt idx="55722">
                  <c:v>45338.769444444442</c:v>
                </c:pt>
                <c:pt idx="55723">
                  <c:v>45338.782638888893</c:v>
                </c:pt>
                <c:pt idx="55724">
                  <c:v>45338.786111111112</c:v>
                </c:pt>
                <c:pt idx="55725">
                  <c:v>45338.801388888889</c:v>
                </c:pt>
                <c:pt idx="55726">
                  <c:v>45338.807638888888</c:v>
                </c:pt>
                <c:pt idx="55727">
                  <c:v>45338.80972222222</c:v>
                </c:pt>
                <c:pt idx="55728">
                  <c:v>45338.811805555553</c:v>
                </c:pt>
                <c:pt idx="55729">
                  <c:v>45338.818749999999</c:v>
                </c:pt>
                <c:pt idx="55730">
                  <c:v>45338.824999999997</c:v>
                </c:pt>
                <c:pt idx="55731">
                  <c:v>45339.624305555553</c:v>
                </c:pt>
                <c:pt idx="55732">
                  <c:v>45343.366666666669</c:v>
                </c:pt>
                <c:pt idx="55733">
                  <c:v>45339.643750000003</c:v>
                </c:pt>
                <c:pt idx="55734">
                  <c:v>45339.684027777781</c:v>
                </c:pt>
                <c:pt idx="55735">
                  <c:v>45340.408333333333</c:v>
                </c:pt>
                <c:pt idx="55736">
                  <c:v>45340.421527777777</c:v>
                </c:pt>
                <c:pt idx="55737">
                  <c:v>45340.429166666669</c:v>
                </c:pt>
                <c:pt idx="55738">
                  <c:v>45340.46875</c:v>
                </c:pt>
                <c:pt idx="55739">
                  <c:v>45340.494444444441</c:v>
                </c:pt>
                <c:pt idx="55740">
                  <c:v>45340.504861111112</c:v>
                </c:pt>
                <c:pt idx="55741">
                  <c:v>45340.529861111107</c:v>
                </c:pt>
                <c:pt idx="55742">
                  <c:v>45340.544444444437</c:v>
                </c:pt>
                <c:pt idx="55743">
                  <c:v>45340.54583333333</c:v>
                </c:pt>
                <c:pt idx="55744">
                  <c:v>45340.5625</c:v>
                </c:pt>
                <c:pt idx="55745">
                  <c:v>45340.569444444453</c:v>
                </c:pt>
                <c:pt idx="55746">
                  <c:v>45340.576388888891</c:v>
                </c:pt>
                <c:pt idx="55747">
                  <c:v>45340.588888888888</c:v>
                </c:pt>
                <c:pt idx="55748">
                  <c:v>45340.402777777781</c:v>
                </c:pt>
                <c:pt idx="55749">
                  <c:v>45340.59652777778</c:v>
                </c:pt>
                <c:pt idx="55750">
                  <c:v>45340.625</c:v>
                </c:pt>
                <c:pt idx="55751">
                  <c:v>45340.637499999997</c:v>
                </c:pt>
                <c:pt idx="55752">
                  <c:v>45340.657638888893</c:v>
                </c:pt>
                <c:pt idx="55753">
                  <c:v>45340.663194444453</c:v>
                </c:pt>
                <c:pt idx="55754">
                  <c:v>45340.669444444437</c:v>
                </c:pt>
                <c:pt idx="55755">
                  <c:v>45340.695138888892</c:v>
                </c:pt>
                <c:pt idx="55756">
                  <c:v>45340.722916666673</c:v>
                </c:pt>
                <c:pt idx="55757">
                  <c:v>45340.753472222219</c:v>
                </c:pt>
                <c:pt idx="55758">
                  <c:v>45340.779166666667</c:v>
                </c:pt>
                <c:pt idx="55759">
                  <c:v>45340.838194444441</c:v>
                </c:pt>
                <c:pt idx="55760">
                  <c:v>45340.839583333327</c:v>
                </c:pt>
                <c:pt idx="55761">
                  <c:v>45340.840277777781</c:v>
                </c:pt>
                <c:pt idx="55762">
                  <c:v>45340.85833333333</c:v>
                </c:pt>
                <c:pt idx="55763">
                  <c:v>45340.611805555563</c:v>
                </c:pt>
                <c:pt idx="55764">
                  <c:v>45340.402083333327</c:v>
                </c:pt>
                <c:pt idx="55765">
                  <c:v>45340.375</c:v>
                </c:pt>
                <c:pt idx="55766">
                  <c:v>45340.362500000003</c:v>
                </c:pt>
                <c:pt idx="55767">
                  <c:v>45339.694444444453</c:v>
                </c:pt>
                <c:pt idx="55768">
                  <c:v>45339.702777777777</c:v>
                </c:pt>
                <c:pt idx="55769">
                  <c:v>45339.708333333343</c:v>
                </c:pt>
                <c:pt idx="55770">
                  <c:v>45339.725694444453</c:v>
                </c:pt>
                <c:pt idx="55771">
                  <c:v>45339.728472222218</c:v>
                </c:pt>
                <c:pt idx="55772">
                  <c:v>45339.729861111111</c:v>
                </c:pt>
                <c:pt idx="55773">
                  <c:v>45339.754861111112</c:v>
                </c:pt>
                <c:pt idx="55774">
                  <c:v>45339.772222222222</c:v>
                </c:pt>
                <c:pt idx="55775">
                  <c:v>45339.775000000001</c:v>
                </c:pt>
                <c:pt idx="55776">
                  <c:v>45339.790277777778</c:v>
                </c:pt>
                <c:pt idx="55777">
                  <c:v>45339.793749999997</c:v>
                </c:pt>
                <c:pt idx="55778">
                  <c:v>45339.804861111108</c:v>
                </c:pt>
                <c:pt idx="55779">
                  <c:v>45339.811805555553</c:v>
                </c:pt>
                <c:pt idx="55780">
                  <c:v>45339.836111111108</c:v>
                </c:pt>
                <c:pt idx="55781">
                  <c:v>45339.876388888893</c:v>
                </c:pt>
                <c:pt idx="55782">
                  <c:v>45339.87777777778</c:v>
                </c:pt>
                <c:pt idx="55783">
                  <c:v>45339.897222222222</c:v>
                </c:pt>
                <c:pt idx="55784">
                  <c:v>45339.898611111108</c:v>
                </c:pt>
                <c:pt idx="55785">
                  <c:v>45339.90902777778</c:v>
                </c:pt>
                <c:pt idx="55786">
                  <c:v>45339.96597222222</c:v>
                </c:pt>
                <c:pt idx="55787">
                  <c:v>45339.993750000001</c:v>
                </c:pt>
                <c:pt idx="55788">
                  <c:v>45339.994444444441</c:v>
                </c:pt>
                <c:pt idx="55789">
                  <c:v>45340.040972222218</c:v>
                </c:pt>
                <c:pt idx="55790">
                  <c:v>45340.137499999997</c:v>
                </c:pt>
                <c:pt idx="55791">
                  <c:v>45340.159722222219</c:v>
                </c:pt>
                <c:pt idx="55792">
                  <c:v>45340.296527777777</c:v>
                </c:pt>
                <c:pt idx="55793">
                  <c:v>45340.313888888893</c:v>
                </c:pt>
                <c:pt idx="55794">
                  <c:v>45340.352777777778</c:v>
                </c:pt>
                <c:pt idx="55795">
                  <c:v>45340.359027777777</c:v>
                </c:pt>
                <c:pt idx="55796">
                  <c:v>45339.652083333327</c:v>
                </c:pt>
                <c:pt idx="55797">
                  <c:v>45338.470138888893</c:v>
                </c:pt>
                <c:pt idx="55798">
                  <c:v>45343.381944444453</c:v>
                </c:pt>
                <c:pt idx="55799">
                  <c:v>45343.410416666673</c:v>
                </c:pt>
                <c:pt idx="55800">
                  <c:v>45346.55972222222</c:v>
                </c:pt>
                <c:pt idx="55801">
                  <c:v>45346.588194444441</c:v>
                </c:pt>
                <c:pt idx="55802">
                  <c:v>45346.606249999997</c:v>
                </c:pt>
                <c:pt idx="55803">
                  <c:v>45346.606944444437</c:v>
                </c:pt>
                <c:pt idx="55804">
                  <c:v>45346.628472222219</c:v>
                </c:pt>
                <c:pt idx="55805">
                  <c:v>45346.629861111112</c:v>
                </c:pt>
                <c:pt idx="55806">
                  <c:v>45346.634027777778</c:v>
                </c:pt>
                <c:pt idx="55807">
                  <c:v>45346.64166666667</c:v>
                </c:pt>
                <c:pt idx="55808">
                  <c:v>45346.647222222222</c:v>
                </c:pt>
                <c:pt idx="55809">
                  <c:v>45346.649305555547</c:v>
                </c:pt>
                <c:pt idx="55810">
                  <c:v>45346.652083333327</c:v>
                </c:pt>
                <c:pt idx="55811">
                  <c:v>45346.691666666673</c:v>
                </c:pt>
                <c:pt idx="55812">
                  <c:v>45346.697916666657</c:v>
                </c:pt>
                <c:pt idx="55813">
                  <c:v>45346.506944444453</c:v>
                </c:pt>
                <c:pt idx="55814">
                  <c:v>45346.736111111109</c:v>
                </c:pt>
                <c:pt idx="55815">
                  <c:v>45346.74722222222</c:v>
                </c:pt>
                <c:pt idx="55816">
                  <c:v>45346.79791666667</c:v>
                </c:pt>
                <c:pt idx="55817">
                  <c:v>45346.803472222222</c:v>
                </c:pt>
                <c:pt idx="55818">
                  <c:v>45346.830555555563</c:v>
                </c:pt>
                <c:pt idx="55819">
                  <c:v>45346.847222222219</c:v>
                </c:pt>
                <c:pt idx="55820">
                  <c:v>45346.874305555553</c:v>
                </c:pt>
                <c:pt idx="55821">
                  <c:v>45346.90902777778</c:v>
                </c:pt>
                <c:pt idx="55822">
                  <c:v>45346.914583333331</c:v>
                </c:pt>
                <c:pt idx="55823">
                  <c:v>45346.922222222223</c:v>
                </c:pt>
                <c:pt idx="55824">
                  <c:v>45347.03125</c:v>
                </c:pt>
                <c:pt idx="55825">
                  <c:v>45347.070138888892</c:v>
                </c:pt>
                <c:pt idx="55826">
                  <c:v>45347.115972222222</c:v>
                </c:pt>
                <c:pt idx="55827">
                  <c:v>45347.188888888893</c:v>
                </c:pt>
                <c:pt idx="55828">
                  <c:v>45346.74722222222</c:v>
                </c:pt>
                <c:pt idx="55829">
                  <c:v>45347.331944444442</c:v>
                </c:pt>
                <c:pt idx="55830">
                  <c:v>45346.449305555558</c:v>
                </c:pt>
                <c:pt idx="55831">
                  <c:v>45346.293055555558</c:v>
                </c:pt>
                <c:pt idx="55832">
                  <c:v>45345.614583333343</c:v>
                </c:pt>
                <c:pt idx="55833">
                  <c:v>45345.626388888893</c:v>
                </c:pt>
                <c:pt idx="55834">
                  <c:v>45345.637499999997</c:v>
                </c:pt>
                <c:pt idx="55835">
                  <c:v>45345.64166666667</c:v>
                </c:pt>
                <c:pt idx="55836">
                  <c:v>45345.644444444442</c:v>
                </c:pt>
                <c:pt idx="55837">
                  <c:v>45345.646527777782</c:v>
                </c:pt>
                <c:pt idx="55838">
                  <c:v>45345.656944444447</c:v>
                </c:pt>
                <c:pt idx="55839">
                  <c:v>45345.67291666667</c:v>
                </c:pt>
                <c:pt idx="55840">
                  <c:v>45345.697916666657</c:v>
                </c:pt>
                <c:pt idx="55841">
                  <c:v>45345.7</c:v>
                </c:pt>
                <c:pt idx="55842">
                  <c:v>45345.701388888891</c:v>
                </c:pt>
                <c:pt idx="55843">
                  <c:v>45345.715277777781</c:v>
                </c:pt>
                <c:pt idx="55844">
                  <c:v>45345.738194444442</c:v>
                </c:pt>
                <c:pt idx="55845">
                  <c:v>45346.438888888893</c:v>
                </c:pt>
                <c:pt idx="55846">
                  <c:v>45345.743750000001</c:v>
                </c:pt>
                <c:pt idx="55847">
                  <c:v>45345.768750000003</c:v>
                </c:pt>
                <c:pt idx="55848">
                  <c:v>45345.770138888889</c:v>
                </c:pt>
                <c:pt idx="55849">
                  <c:v>45345.818749999999</c:v>
                </c:pt>
                <c:pt idx="55850">
                  <c:v>45345.821527777778</c:v>
                </c:pt>
                <c:pt idx="55851">
                  <c:v>45345.905555555553</c:v>
                </c:pt>
                <c:pt idx="55852">
                  <c:v>45345.931250000001</c:v>
                </c:pt>
                <c:pt idx="55853">
                  <c:v>45345.931944444441</c:v>
                </c:pt>
                <c:pt idx="55854">
                  <c:v>45346.075694444437</c:v>
                </c:pt>
                <c:pt idx="55855">
                  <c:v>45346.12222222222</c:v>
                </c:pt>
                <c:pt idx="55856">
                  <c:v>45346.135416666657</c:v>
                </c:pt>
                <c:pt idx="55857">
                  <c:v>45346.238194444442</c:v>
                </c:pt>
                <c:pt idx="55858">
                  <c:v>45346.244444444441</c:v>
                </c:pt>
                <c:pt idx="55859">
                  <c:v>45346.285416666673</c:v>
                </c:pt>
                <c:pt idx="55860">
                  <c:v>45345.747916666667</c:v>
                </c:pt>
                <c:pt idx="55861">
                  <c:v>45347.337500000001</c:v>
                </c:pt>
                <c:pt idx="55862">
                  <c:v>45347.365972222222</c:v>
                </c:pt>
                <c:pt idx="55863">
                  <c:v>45347.379166666673</c:v>
                </c:pt>
                <c:pt idx="55864">
                  <c:v>45347.801388888889</c:v>
                </c:pt>
                <c:pt idx="55865">
                  <c:v>45347.818055555559</c:v>
                </c:pt>
                <c:pt idx="55866">
                  <c:v>45347.831944444442</c:v>
                </c:pt>
                <c:pt idx="55867">
                  <c:v>45347.838888888888</c:v>
                </c:pt>
                <c:pt idx="55868">
                  <c:v>45347.852083333331</c:v>
                </c:pt>
                <c:pt idx="55869">
                  <c:v>45347.861805555563</c:v>
                </c:pt>
                <c:pt idx="55870">
                  <c:v>45347.862500000003</c:v>
                </c:pt>
                <c:pt idx="55871">
                  <c:v>45347.878472222219</c:v>
                </c:pt>
                <c:pt idx="55872">
                  <c:v>45347.881944444453</c:v>
                </c:pt>
                <c:pt idx="55873">
                  <c:v>45347.892361111109</c:v>
                </c:pt>
                <c:pt idx="55874">
                  <c:v>45347.895833333343</c:v>
                </c:pt>
                <c:pt idx="55875">
                  <c:v>45347.895833333343</c:v>
                </c:pt>
                <c:pt idx="55876">
                  <c:v>45347.908333333333</c:v>
                </c:pt>
                <c:pt idx="55877">
                  <c:v>45347.795138888891</c:v>
                </c:pt>
                <c:pt idx="55878">
                  <c:v>45347.945833333331</c:v>
                </c:pt>
                <c:pt idx="55879">
                  <c:v>45347.959027777782</c:v>
                </c:pt>
                <c:pt idx="55880">
                  <c:v>45347.981944444437</c:v>
                </c:pt>
                <c:pt idx="55881">
                  <c:v>45347.995138888888</c:v>
                </c:pt>
                <c:pt idx="55882">
                  <c:v>45348.007638888892</c:v>
                </c:pt>
                <c:pt idx="55883">
                  <c:v>45348.01666666667</c:v>
                </c:pt>
                <c:pt idx="55884">
                  <c:v>45348.021527777782</c:v>
                </c:pt>
                <c:pt idx="55885">
                  <c:v>45348.095138888893</c:v>
                </c:pt>
                <c:pt idx="55886">
                  <c:v>45348.140277777777</c:v>
                </c:pt>
                <c:pt idx="55887">
                  <c:v>45348.232638888891</c:v>
                </c:pt>
                <c:pt idx="55888">
                  <c:v>45348.236111111109</c:v>
                </c:pt>
                <c:pt idx="55889">
                  <c:v>45348.261805555558</c:v>
                </c:pt>
                <c:pt idx="55890">
                  <c:v>45348.308333333327</c:v>
                </c:pt>
                <c:pt idx="55891">
                  <c:v>45348.340277777781</c:v>
                </c:pt>
                <c:pt idx="55892">
                  <c:v>45347.947222222218</c:v>
                </c:pt>
                <c:pt idx="55893">
                  <c:v>45347.770138888889</c:v>
                </c:pt>
                <c:pt idx="55894">
                  <c:v>45347.759722222218</c:v>
                </c:pt>
                <c:pt idx="55895">
                  <c:v>45347.756249999999</c:v>
                </c:pt>
                <c:pt idx="55896">
                  <c:v>45347.381944444453</c:v>
                </c:pt>
                <c:pt idx="55897">
                  <c:v>45347.40625</c:v>
                </c:pt>
                <c:pt idx="55898">
                  <c:v>45347.415277777778</c:v>
                </c:pt>
                <c:pt idx="55899">
                  <c:v>45347.424305555563</c:v>
                </c:pt>
                <c:pt idx="55900">
                  <c:v>45347.434027777781</c:v>
                </c:pt>
                <c:pt idx="55901">
                  <c:v>45347.438194444447</c:v>
                </c:pt>
                <c:pt idx="55902">
                  <c:v>45347.475694444453</c:v>
                </c:pt>
                <c:pt idx="55903">
                  <c:v>45347.491666666669</c:v>
                </c:pt>
                <c:pt idx="55904">
                  <c:v>45347.492361111108</c:v>
                </c:pt>
                <c:pt idx="55905">
                  <c:v>45347.50277777778</c:v>
                </c:pt>
                <c:pt idx="55906">
                  <c:v>45347.509027777778</c:v>
                </c:pt>
                <c:pt idx="55907">
                  <c:v>45347.510416666657</c:v>
                </c:pt>
                <c:pt idx="55908">
                  <c:v>45347.513194444437</c:v>
                </c:pt>
                <c:pt idx="55909">
                  <c:v>45347.527083333327</c:v>
                </c:pt>
                <c:pt idx="55910">
                  <c:v>45347.554861111108</c:v>
                </c:pt>
                <c:pt idx="55911">
                  <c:v>45347.559027777781</c:v>
                </c:pt>
                <c:pt idx="55912">
                  <c:v>45347.568055555559</c:v>
                </c:pt>
                <c:pt idx="55913">
                  <c:v>45347.574999999997</c:v>
                </c:pt>
                <c:pt idx="55914">
                  <c:v>45347.590277777781</c:v>
                </c:pt>
                <c:pt idx="55915">
                  <c:v>45347.631249999999</c:v>
                </c:pt>
                <c:pt idx="55916">
                  <c:v>45347.634027777778</c:v>
                </c:pt>
                <c:pt idx="55917">
                  <c:v>45347.644444444442</c:v>
                </c:pt>
                <c:pt idx="55918">
                  <c:v>45347.645833333343</c:v>
                </c:pt>
                <c:pt idx="55919">
                  <c:v>45347.686805555553</c:v>
                </c:pt>
                <c:pt idx="55920">
                  <c:v>45347.698611111111</c:v>
                </c:pt>
                <c:pt idx="55921">
                  <c:v>45347.700694444437</c:v>
                </c:pt>
                <c:pt idx="55922">
                  <c:v>45347.708333333343</c:v>
                </c:pt>
                <c:pt idx="55923">
                  <c:v>45347.723611111112</c:v>
                </c:pt>
                <c:pt idx="55924">
                  <c:v>45347.729861111111</c:v>
                </c:pt>
                <c:pt idx="55925">
                  <c:v>45345.604166666657</c:v>
                </c:pt>
                <c:pt idx="55926">
                  <c:v>45345.602083333331</c:v>
                </c:pt>
                <c:pt idx="55927">
                  <c:v>45345.599305555559</c:v>
                </c:pt>
                <c:pt idx="55928">
                  <c:v>45345.595833333333</c:v>
                </c:pt>
                <c:pt idx="55929">
                  <c:v>45343.808333333327</c:v>
                </c:pt>
                <c:pt idx="55930">
                  <c:v>45343.81527777778</c:v>
                </c:pt>
                <c:pt idx="55931">
                  <c:v>45343.822916666657</c:v>
                </c:pt>
                <c:pt idx="55932">
                  <c:v>45343.82916666667</c:v>
                </c:pt>
                <c:pt idx="55933">
                  <c:v>45343.84097222222</c:v>
                </c:pt>
                <c:pt idx="55934">
                  <c:v>45343.849305555559</c:v>
                </c:pt>
                <c:pt idx="55935">
                  <c:v>45343.898611111108</c:v>
                </c:pt>
                <c:pt idx="55936">
                  <c:v>45343.945833333331</c:v>
                </c:pt>
                <c:pt idx="55937">
                  <c:v>45343.95</c:v>
                </c:pt>
                <c:pt idx="55938">
                  <c:v>45343.950694444437</c:v>
                </c:pt>
                <c:pt idx="55939">
                  <c:v>45343.959722222222</c:v>
                </c:pt>
                <c:pt idx="55940">
                  <c:v>45343.965277777781</c:v>
                </c:pt>
                <c:pt idx="55941">
                  <c:v>45344.135416666657</c:v>
                </c:pt>
                <c:pt idx="55942">
                  <c:v>45343.807638888888</c:v>
                </c:pt>
                <c:pt idx="55943">
                  <c:v>45344.140277777777</c:v>
                </c:pt>
                <c:pt idx="55944">
                  <c:v>45344.185416666667</c:v>
                </c:pt>
                <c:pt idx="55945">
                  <c:v>45344.270138888889</c:v>
                </c:pt>
                <c:pt idx="55946">
                  <c:v>45344.293055555558</c:v>
                </c:pt>
                <c:pt idx="55947">
                  <c:v>45344.372916666667</c:v>
                </c:pt>
                <c:pt idx="55948">
                  <c:v>45344.379861111112</c:v>
                </c:pt>
                <c:pt idx="55949">
                  <c:v>45344.46597222222</c:v>
                </c:pt>
                <c:pt idx="55950">
                  <c:v>45344.486805555563</c:v>
                </c:pt>
                <c:pt idx="55951">
                  <c:v>45344.493055555547</c:v>
                </c:pt>
                <c:pt idx="55952">
                  <c:v>45344.522916666669</c:v>
                </c:pt>
                <c:pt idx="55953">
                  <c:v>45344.535416666673</c:v>
                </c:pt>
                <c:pt idx="55954">
                  <c:v>45344.544444444437</c:v>
                </c:pt>
                <c:pt idx="55955">
                  <c:v>45344.582638888889</c:v>
                </c:pt>
                <c:pt idx="55956">
                  <c:v>45344.628472222219</c:v>
                </c:pt>
                <c:pt idx="55957">
                  <c:v>45344.175694444442</c:v>
                </c:pt>
                <c:pt idx="55958">
                  <c:v>45343.805555555547</c:v>
                </c:pt>
                <c:pt idx="55959">
                  <c:v>45343.788194444453</c:v>
                </c:pt>
                <c:pt idx="55960">
                  <c:v>45343.754861111112</c:v>
                </c:pt>
                <c:pt idx="55961">
                  <c:v>45343.412499999999</c:v>
                </c:pt>
                <c:pt idx="55962">
                  <c:v>45343.426388888889</c:v>
                </c:pt>
                <c:pt idx="55963">
                  <c:v>45343.444444444453</c:v>
                </c:pt>
                <c:pt idx="55964">
                  <c:v>45343.451388888891</c:v>
                </c:pt>
                <c:pt idx="55965">
                  <c:v>45343.486111111109</c:v>
                </c:pt>
                <c:pt idx="55966">
                  <c:v>45343.502083333333</c:v>
                </c:pt>
                <c:pt idx="55967">
                  <c:v>45343.50277777778</c:v>
                </c:pt>
                <c:pt idx="55968">
                  <c:v>45343.509027777778</c:v>
                </c:pt>
                <c:pt idx="55969">
                  <c:v>45343.518750000003</c:v>
                </c:pt>
                <c:pt idx="55970">
                  <c:v>45343.519444444442</c:v>
                </c:pt>
                <c:pt idx="55971">
                  <c:v>45343.561111111107</c:v>
                </c:pt>
                <c:pt idx="55972">
                  <c:v>45343.587500000001</c:v>
                </c:pt>
                <c:pt idx="55973">
                  <c:v>45343.588194444441</c:v>
                </c:pt>
                <c:pt idx="55974">
                  <c:v>45343.593055555553</c:v>
                </c:pt>
                <c:pt idx="55975">
                  <c:v>45343.595833333333</c:v>
                </c:pt>
                <c:pt idx="55976">
                  <c:v>45343.605555555558</c:v>
                </c:pt>
                <c:pt idx="55977">
                  <c:v>45343.61041666667</c:v>
                </c:pt>
                <c:pt idx="55978">
                  <c:v>45343.62222222222</c:v>
                </c:pt>
                <c:pt idx="55979">
                  <c:v>45343.645138888889</c:v>
                </c:pt>
                <c:pt idx="55980">
                  <c:v>45343.646527777782</c:v>
                </c:pt>
                <c:pt idx="55981">
                  <c:v>45343.659722222219</c:v>
                </c:pt>
                <c:pt idx="55982">
                  <c:v>45343.668749999997</c:v>
                </c:pt>
                <c:pt idx="55983">
                  <c:v>45343.677083333343</c:v>
                </c:pt>
                <c:pt idx="55984">
                  <c:v>45343.679166666669</c:v>
                </c:pt>
                <c:pt idx="55985">
                  <c:v>45343.727777777778</c:v>
                </c:pt>
                <c:pt idx="55986">
                  <c:v>45343.729861111111</c:v>
                </c:pt>
                <c:pt idx="55987">
                  <c:v>45343.739583333343</c:v>
                </c:pt>
                <c:pt idx="55988">
                  <c:v>45343.746527777781</c:v>
                </c:pt>
                <c:pt idx="55989">
                  <c:v>45343.748611111107</c:v>
                </c:pt>
                <c:pt idx="55990">
                  <c:v>45344.647916666669</c:v>
                </c:pt>
                <c:pt idx="55991">
                  <c:v>45343.404166666667</c:v>
                </c:pt>
                <c:pt idx="55992">
                  <c:v>45344.65</c:v>
                </c:pt>
                <c:pt idx="55993">
                  <c:v>45344.681250000001</c:v>
                </c:pt>
                <c:pt idx="55994">
                  <c:v>45345.257638888892</c:v>
                </c:pt>
                <c:pt idx="55995">
                  <c:v>45345.309027777781</c:v>
                </c:pt>
                <c:pt idx="55996">
                  <c:v>45345.309027777781</c:v>
                </c:pt>
                <c:pt idx="55997">
                  <c:v>45345.35</c:v>
                </c:pt>
                <c:pt idx="55998">
                  <c:v>45345.37777777778</c:v>
                </c:pt>
                <c:pt idx="55999">
                  <c:v>45345.380555555559</c:v>
                </c:pt>
                <c:pt idx="56000">
                  <c:v>45345.38958333333</c:v>
                </c:pt>
                <c:pt idx="56001">
                  <c:v>45345.393055555563</c:v>
                </c:pt>
                <c:pt idx="56002">
                  <c:v>45345.408333333333</c:v>
                </c:pt>
                <c:pt idx="56003">
                  <c:v>45345.412499999999</c:v>
                </c:pt>
                <c:pt idx="56004">
                  <c:v>45345.415972222218</c:v>
                </c:pt>
                <c:pt idx="56005">
                  <c:v>45345.425694444442</c:v>
                </c:pt>
                <c:pt idx="56006">
                  <c:v>45345.441666666673</c:v>
                </c:pt>
                <c:pt idx="56007">
                  <c:v>45345.254166666673</c:v>
                </c:pt>
                <c:pt idx="56008">
                  <c:v>45345.446527777778</c:v>
                </c:pt>
                <c:pt idx="56009">
                  <c:v>45345.488194444442</c:v>
                </c:pt>
                <c:pt idx="56010">
                  <c:v>45345.495833333327</c:v>
                </c:pt>
                <c:pt idx="56011">
                  <c:v>45345.515277777777</c:v>
                </c:pt>
                <c:pt idx="56012">
                  <c:v>45345.540972222218</c:v>
                </c:pt>
                <c:pt idx="56013">
                  <c:v>45345.542361111111</c:v>
                </c:pt>
                <c:pt idx="56014">
                  <c:v>45345.554166666669</c:v>
                </c:pt>
                <c:pt idx="56015">
                  <c:v>45345.555555555547</c:v>
                </c:pt>
                <c:pt idx="56016">
                  <c:v>45345.566666666673</c:v>
                </c:pt>
                <c:pt idx="56017">
                  <c:v>45345.570138888892</c:v>
                </c:pt>
                <c:pt idx="56018">
                  <c:v>45345.580555555563</c:v>
                </c:pt>
                <c:pt idx="56019">
                  <c:v>45345.587500000001</c:v>
                </c:pt>
                <c:pt idx="56020">
                  <c:v>45345.588888888888</c:v>
                </c:pt>
                <c:pt idx="56021">
                  <c:v>45345.588888888888</c:v>
                </c:pt>
                <c:pt idx="56022">
                  <c:v>45345.459027777782</c:v>
                </c:pt>
                <c:pt idx="56023">
                  <c:v>45345.213888888888</c:v>
                </c:pt>
                <c:pt idx="56024">
                  <c:v>45345.093055555553</c:v>
                </c:pt>
                <c:pt idx="56025">
                  <c:v>45345.061111111107</c:v>
                </c:pt>
                <c:pt idx="56026">
                  <c:v>45344.691666666673</c:v>
                </c:pt>
                <c:pt idx="56027">
                  <c:v>45344.73333333333</c:v>
                </c:pt>
                <c:pt idx="56028">
                  <c:v>45344.737500000003</c:v>
                </c:pt>
                <c:pt idx="56029">
                  <c:v>45344.748611111107</c:v>
                </c:pt>
                <c:pt idx="56030">
                  <c:v>45344.76458333333</c:v>
                </c:pt>
                <c:pt idx="56031">
                  <c:v>45344.768750000003</c:v>
                </c:pt>
                <c:pt idx="56032">
                  <c:v>45344.770138888889</c:v>
                </c:pt>
                <c:pt idx="56033">
                  <c:v>45344.811111111107</c:v>
                </c:pt>
                <c:pt idx="56034">
                  <c:v>45344.818749999999</c:v>
                </c:pt>
                <c:pt idx="56035">
                  <c:v>45344.822222222218</c:v>
                </c:pt>
                <c:pt idx="56036">
                  <c:v>45344.827777777777</c:v>
                </c:pt>
                <c:pt idx="56037">
                  <c:v>45344.841666666667</c:v>
                </c:pt>
                <c:pt idx="56038">
                  <c:v>45344.847916666673</c:v>
                </c:pt>
                <c:pt idx="56039">
                  <c:v>45344.863194444442</c:v>
                </c:pt>
                <c:pt idx="56040">
                  <c:v>45344.864583333343</c:v>
                </c:pt>
                <c:pt idx="56041">
                  <c:v>45344.869444444441</c:v>
                </c:pt>
                <c:pt idx="56042">
                  <c:v>45344.884722222218</c:v>
                </c:pt>
                <c:pt idx="56043">
                  <c:v>45344.897916666669</c:v>
                </c:pt>
                <c:pt idx="56044">
                  <c:v>45344.906944444447</c:v>
                </c:pt>
                <c:pt idx="56045">
                  <c:v>45344.907638888893</c:v>
                </c:pt>
                <c:pt idx="56046">
                  <c:v>45344.909722222219</c:v>
                </c:pt>
                <c:pt idx="56047">
                  <c:v>45344.930555555547</c:v>
                </c:pt>
                <c:pt idx="56048">
                  <c:v>45344.938888888893</c:v>
                </c:pt>
                <c:pt idx="56049">
                  <c:v>45344.979166666657</c:v>
                </c:pt>
                <c:pt idx="56050">
                  <c:v>45344.98541666667</c:v>
                </c:pt>
                <c:pt idx="56051">
                  <c:v>45344.999305555553</c:v>
                </c:pt>
                <c:pt idx="56052">
                  <c:v>45345.005555555559</c:v>
                </c:pt>
                <c:pt idx="56053">
                  <c:v>45345.033333333333</c:v>
                </c:pt>
                <c:pt idx="56054">
                  <c:v>45345.052083333343</c:v>
                </c:pt>
                <c:pt idx="56055">
                  <c:v>45344.675694444442</c:v>
                </c:pt>
                <c:pt idx="56056">
                  <c:v>45348.341666666667</c:v>
                </c:pt>
                <c:pt idx="56057">
                  <c:v>45338.435416666667</c:v>
                </c:pt>
                <c:pt idx="56058">
                  <c:v>45338.327777777777</c:v>
                </c:pt>
                <c:pt idx="56059">
                  <c:v>45331.828472222223</c:v>
                </c:pt>
                <c:pt idx="56060">
                  <c:v>45331.834027777782</c:v>
                </c:pt>
                <c:pt idx="56061">
                  <c:v>45331.835416666669</c:v>
                </c:pt>
                <c:pt idx="56062">
                  <c:v>45331.885416666657</c:v>
                </c:pt>
                <c:pt idx="56063">
                  <c:v>45331.895138888889</c:v>
                </c:pt>
                <c:pt idx="56064">
                  <c:v>45331.906944444447</c:v>
                </c:pt>
                <c:pt idx="56065">
                  <c:v>45331.934027777781</c:v>
                </c:pt>
                <c:pt idx="56066">
                  <c:v>45331.949305555558</c:v>
                </c:pt>
                <c:pt idx="56067">
                  <c:v>45331.972916666673</c:v>
                </c:pt>
                <c:pt idx="56068">
                  <c:v>45331.981249999997</c:v>
                </c:pt>
                <c:pt idx="56069">
                  <c:v>45331.993750000001</c:v>
                </c:pt>
                <c:pt idx="56070">
                  <c:v>45332.021527777782</c:v>
                </c:pt>
                <c:pt idx="56071">
                  <c:v>45332.061111111107</c:v>
                </c:pt>
                <c:pt idx="56072">
                  <c:v>45331.824999999997</c:v>
                </c:pt>
                <c:pt idx="56073">
                  <c:v>45332.098611111112</c:v>
                </c:pt>
                <c:pt idx="56074">
                  <c:v>45332.161111111112</c:v>
                </c:pt>
                <c:pt idx="56075">
                  <c:v>45332.188888888893</c:v>
                </c:pt>
                <c:pt idx="56076">
                  <c:v>45332.325694444437</c:v>
                </c:pt>
                <c:pt idx="56077">
                  <c:v>45332.392361111109</c:v>
                </c:pt>
                <c:pt idx="56078">
                  <c:v>45332.411805555559</c:v>
                </c:pt>
                <c:pt idx="56079">
                  <c:v>45332.424305555563</c:v>
                </c:pt>
                <c:pt idx="56080">
                  <c:v>45332.449305555558</c:v>
                </c:pt>
                <c:pt idx="56081">
                  <c:v>45332.472916666673</c:v>
                </c:pt>
                <c:pt idx="56082">
                  <c:v>45332.474999999999</c:v>
                </c:pt>
                <c:pt idx="56083">
                  <c:v>45332.488888888889</c:v>
                </c:pt>
                <c:pt idx="56084">
                  <c:v>45332.504861111112</c:v>
                </c:pt>
                <c:pt idx="56085">
                  <c:v>45332.549305555563</c:v>
                </c:pt>
                <c:pt idx="56086">
                  <c:v>45332.549305555563</c:v>
                </c:pt>
                <c:pt idx="56087">
                  <c:v>45332.115277777782</c:v>
                </c:pt>
                <c:pt idx="56088">
                  <c:v>45332.56527777778</c:v>
                </c:pt>
                <c:pt idx="56089">
                  <c:v>45331.813194444447</c:v>
                </c:pt>
                <c:pt idx="56090">
                  <c:v>45331.804166666669</c:v>
                </c:pt>
                <c:pt idx="56091">
                  <c:v>45331.372916666667</c:v>
                </c:pt>
                <c:pt idx="56092">
                  <c:v>45331.386111111111</c:v>
                </c:pt>
                <c:pt idx="56093">
                  <c:v>45331.402777777781</c:v>
                </c:pt>
                <c:pt idx="56094">
                  <c:v>45331.443749999999</c:v>
                </c:pt>
                <c:pt idx="56095">
                  <c:v>45331.481249999997</c:v>
                </c:pt>
                <c:pt idx="56096">
                  <c:v>45331.482638888891</c:v>
                </c:pt>
                <c:pt idx="56097">
                  <c:v>45331.508333333331</c:v>
                </c:pt>
                <c:pt idx="56098">
                  <c:v>45331.512499999997</c:v>
                </c:pt>
                <c:pt idx="56099">
                  <c:v>45331.520138888889</c:v>
                </c:pt>
                <c:pt idx="56100">
                  <c:v>45331.53125</c:v>
                </c:pt>
                <c:pt idx="56101">
                  <c:v>45331.552083333343</c:v>
                </c:pt>
                <c:pt idx="56102">
                  <c:v>45331.563888888893</c:v>
                </c:pt>
                <c:pt idx="56103">
                  <c:v>45331.574999999997</c:v>
                </c:pt>
                <c:pt idx="56104">
                  <c:v>45331.810416666667</c:v>
                </c:pt>
                <c:pt idx="56105">
                  <c:v>45331.588888888888</c:v>
                </c:pt>
                <c:pt idx="56106">
                  <c:v>45331.627083333333</c:v>
                </c:pt>
                <c:pt idx="56107">
                  <c:v>45331.633333333331</c:v>
                </c:pt>
                <c:pt idx="56108">
                  <c:v>45331.645138888889</c:v>
                </c:pt>
                <c:pt idx="56109">
                  <c:v>45331.662499999999</c:v>
                </c:pt>
                <c:pt idx="56110">
                  <c:v>45331.6875</c:v>
                </c:pt>
                <c:pt idx="56111">
                  <c:v>45331.69027777778</c:v>
                </c:pt>
                <c:pt idx="56112">
                  <c:v>45331.691666666673</c:v>
                </c:pt>
                <c:pt idx="56113">
                  <c:v>45331.705555555563</c:v>
                </c:pt>
                <c:pt idx="56114">
                  <c:v>45331.744444444441</c:v>
                </c:pt>
                <c:pt idx="56115">
                  <c:v>45331.753472222219</c:v>
                </c:pt>
                <c:pt idx="56116">
                  <c:v>45331.758333333331</c:v>
                </c:pt>
                <c:pt idx="56117">
                  <c:v>45331.788194444453</c:v>
                </c:pt>
                <c:pt idx="56118">
                  <c:v>45331.793055555558</c:v>
                </c:pt>
                <c:pt idx="56119">
                  <c:v>45331.593055555553</c:v>
                </c:pt>
                <c:pt idx="56120">
                  <c:v>45332.572916666657</c:v>
                </c:pt>
                <c:pt idx="56121">
                  <c:v>45332.581944444442</c:v>
                </c:pt>
                <c:pt idx="56122">
                  <c:v>45332.604166666657</c:v>
                </c:pt>
                <c:pt idx="56123">
                  <c:v>45333.323611111111</c:v>
                </c:pt>
                <c:pt idx="56124">
                  <c:v>45333.35833333333</c:v>
                </c:pt>
                <c:pt idx="56125">
                  <c:v>45333.365972222222</c:v>
                </c:pt>
                <c:pt idx="56126">
                  <c:v>45333.366666666669</c:v>
                </c:pt>
                <c:pt idx="56127">
                  <c:v>45333.395833333343</c:v>
                </c:pt>
                <c:pt idx="56128">
                  <c:v>45333.402083333327</c:v>
                </c:pt>
                <c:pt idx="56129">
                  <c:v>45333.40347222222</c:v>
                </c:pt>
                <c:pt idx="56130">
                  <c:v>45333.40902777778</c:v>
                </c:pt>
                <c:pt idx="56131">
                  <c:v>45333.42291666667</c:v>
                </c:pt>
                <c:pt idx="56132">
                  <c:v>45333.44027777778</c:v>
                </c:pt>
                <c:pt idx="56133">
                  <c:v>45333.456944444442</c:v>
                </c:pt>
                <c:pt idx="56134">
                  <c:v>45333.478472222218</c:v>
                </c:pt>
                <c:pt idx="56135">
                  <c:v>45333.497916666667</c:v>
                </c:pt>
                <c:pt idx="56136">
                  <c:v>45333.240277777782</c:v>
                </c:pt>
                <c:pt idx="56137">
                  <c:v>45333.5</c:v>
                </c:pt>
                <c:pt idx="56138">
                  <c:v>45333.533333333333</c:v>
                </c:pt>
                <c:pt idx="56139">
                  <c:v>45333.53402777778</c:v>
                </c:pt>
                <c:pt idx="56140">
                  <c:v>45333.556944444441</c:v>
                </c:pt>
                <c:pt idx="56141">
                  <c:v>45333.56527777778</c:v>
                </c:pt>
                <c:pt idx="56142">
                  <c:v>45333.570138888892</c:v>
                </c:pt>
                <c:pt idx="56143">
                  <c:v>45333.581250000003</c:v>
                </c:pt>
                <c:pt idx="56144">
                  <c:v>45333.598611111112</c:v>
                </c:pt>
                <c:pt idx="56145">
                  <c:v>45333.601388888892</c:v>
                </c:pt>
                <c:pt idx="56146">
                  <c:v>45333.615277777782</c:v>
                </c:pt>
                <c:pt idx="56147">
                  <c:v>45333.623611111107</c:v>
                </c:pt>
                <c:pt idx="56148">
                  <c:v>45333.623611111107</c:v>
                </c:pt>
                <c:pt idx="56149">
                  <c:v>45333.664583333331</c:v>
                </c:pt>
                <c:pt idx="56150">
                  <c:v>45333.665277777778</c:v>
                </c:pt>
                <c:pt idx="56151">
                  <c:v>45333.525000000001</c:v>
                </c:pt>
                <c:pt idx="56152">
                  <c:v>45333.238888888889</c:v>
                </c:pt>
                <c:pt idx="56153">
                  <c:v>45333.165277777778</c:v>
                </c:pt>
                <c:pt idx="56154">
                  <c:v>45333.118055555547</c:v>
                </c:pt>
                <c:pt idx="56155">
                  <c:v>45332.618055555547</c:v>
                </c:pt>
                <c:pt idx="56156">
                  <c:v>45332.620833333327</c:v>
                </c:pt>
                <c:pt idx="56157">
                  <c:v>45332.633333333331</c:v>
                </c:pt>
                <c:pt idx="56158">
                  <c:v>45332.636805555558</c:v>
                </c:pt>
                <c:pt idx="56159">
                  <c:v>45332.640972222223</c:v>
                </c:pt>
                <c:pt idx="56160">
                  <c:v>45332.640972222223</c:v>
                </c:pt>
                <c:pt idx="56161">
                  <c:v>45332.649305555547</c:v>
                </c:pt>
                <c:pt idx="56162">
                  <c:v>45332.65625</c:v>
                </c:pt>
                <c:pt idx="56163">
                  <c:v>45332.664583333331</c:v>
                </c:pt>
                <c:pt idx="56164">
                  <c:v>45332.688194444447</c:v>
                </c:pt>
                <c:pt idx="56165">
                  <c:v>45332.724305555559</c:v>
                </c:pt>
                <c:pt idx="56166">
                  <c:v>45332.729861111111</c:v>
                </c:pt>
                <c:pt idx="56167">
                  <c:v>45332.769444444442</c:v>
                </c:pt>
                <c:pt idx="56168">
                  <c:v>45332.779861111107</c:v>
                </c:pt>
                <c:pt idx="56169">
                  <c:v>45332.78125</c:v>
                </c:pt>
                <c:pt idx="56170">
                  <c:v>45332.794444444437</c:v>
                </c:pt>
                <c:pt idx="56171">
                  <c:v>45332.799305555563</c:v>
                </c:pt>
                <c:pt idx="56172">
                  <c:v>45332.813888888893</c:v>
                </c:pt>
                <c:pt idx="56173">
                  <c:v>45332.818749999999</c:v>
                </c:pt>
                <c:pt idx="56174">
                  <c:v>45332.831944444442</c:v>
                </c:pt>
                <c:pt idx="56175">
                  <c:v>45332.870138888888</c:v>
                </c:pt>
                <c:pt idx="56176">
                  <c:v>45332.905555555553</c:v>
                </c:pt>
                <c:pt idx="56177">
                  <c:v>45332.922222222223</c:v>
                </c:pt>
                <c:pt idx="56178">
                  <c:v>45332.936111111107</c:v>
                </c:pt>
                <c:pt idx="56179">
                  <c:v>45332.949305555558</c:v>
                </c:pt>
                <c:pt idx="56180">
                  <c:v>45332.957638888889</c:v>
                </c:pt>
                <c:pt idx="56181">
                  <c:v>45332.996527777781</c:v>
                </c:pt>
                <c:pt idx="56182">
                  <c:v>45333.073611111111</c:v>
                </c:pt>
                <c:pt idx="56183">
                  <c:v>45333.095138888893</c:v>
                </c:pt>
                <c:pt idx="56184">
                  <c:v>45331.342361111107</c:v>
                </c:pt>
                <c:pt idx="56185">
                  <c:v>45331.301388888889</c:v>
                </c:pt>
                <c:pt idx="56186">
                  <c:v>45331.290972222218</c:v>
                </c:pt>
                <c:pt idx="56187">
                  <c:v>45331.248611111107</c:v>
                </c:pt>
                <c:pt idx="56188">
                  <c:v>45329.705555555563</c:v>
                </c:pt>
                <c:pt idx="56189">
                  <c:v>45329.717361111107</c:v>
                </c:pt>
                <c:pt idx="56190">
                  <c:v>45329.727083333331</c:v>
                </c:pt>
                <c:pt idx="56191">
                  <c:v>45329.756944444453</c:v>
                </c:pt>
                <c:pt idx="56192">
                  <c:v>45329.773611111108</c:v>
                </c:pt>
                <c:pt idx="56193">
                  <c:v>45329.77847222222</c:v>
                </c:pt>
                <c:pt idx="56194">
                  <c:v>45329.78402777778</c:v>
                </c:pt>
                <c:pt idx="56195">
                  <c:v>45329.8</c:v>
                </c:pt>
                <c:pt idx="56196">
                  <c:v>45329.807638888888</c:v>
                </c:pt>
                <c:pt idx="56197">
                  <c:v>45329.830555555563</c:v>
                </c:pt>
                <c:pt idx="56198">
                  <c:v>45329.834722222222</c:v>
                </c:pt>
                <c:pt idx="56199">
                  <c:v>45329.836805555547</c:v>
                </c:pt>
                <c:pt idx="56200">
                  <c:v>45329.852083333331</c:v>
                </c:pt>
                <c:pt idx="56201">
                  <c:v>45329.6875</c:v>
                </c:pt>
                <c:pt idx="56202">
                  <c:v>45329.855555555558</c:v>
                </c:pt>
                <c:pt idx="56203">
                  <c:v>45329.863888888889</c:v>
                </c:pt>
                <c:pt idx="56204">
                  <c:v>45329.872916666667</c:v>
                </c:pt>
                <c:pt idx="56205">
                  <c:v>45329.884722222218</c:v>
                </c:pt>
                <c:pt idx="56206">
                  <c:v>45329.888194444437</c:v>
                </c:pt>
                <c:pt idx="56207">
                  <c:v>45329.896527777782</c:v>
                </c:pt>
                <c:pt idx="56208">
                  <c:v>45329.90347222222</c:v>
                </c:pt>
                <c:pt idx="56209">
                  <c:v>45329.90902777778</c:v>
                </c:pt>
                <c:pt idx="56210">
                  <c:v>45329.928472222222</c:v>
                </c:pt>
                <c:pt idx="56211">
                  <c:v>45329.954861111109</c:v>
                </c:pt>
                <c:pt idx="56212">
                  <c:v>45329.976388888892</c:v>
                </c:pt>
                <c:pt idx="56213">
                  <c:v>45329.979861111111</c:v>
                </c:pt>
                <c:pt idx="56214">
                  <c:v>45329.994444444441</c:v>
                </c:pt>
                <c:pt idx="56215">
                  <c:v>45330.029166666667</c:v>
                </c:pt>
                <c:pt idx="56216">
                  <c:v>45329.859722222223</c:v>
                </c:pt>
                <c:pt idx="56217">
                  <c:v>45329.663194444453</c:v>
                </c:pt>
                <c:pt idx="56218">
                  <c:v>45329.65347222222</c:v>
                </c:pt>
                <c:pt idx="56219">
                  <c:v>45329.631249999999</c:v>
                </c:pt>
                <c:pt idx="56220">
                  <c:v>45329.093055555553</c:v>
                </c:pt>
                <c:pt idx="56221">
                  <c:v>45329.173611111109</c:v>
                </c:pt>
                <c:pt idx="56222">
                  <c:v>45329.29583333333</c:v>
                </c:pt>
                <c:pt idx="56223">
                  <c:v>45329.309027777781</c:v>
                </c:pt>
                <c:pt idx="56224">
                  <c:v>45329.327777777777</c:v>
                </c:pt>
                <c:pt idx="56225">
                  <c:v>45329.334722222222</c:v>
                </c:pt>
                <c:pt idx="56226">
                  <c:v>45329.335416666669</c:v>
                </c:pt>
                <c:pt idx="56227">
                  <c:v>45329.353472222218</c:v>
                </c:pt>
                <c:pt idx="56228">
                  <c:v>45329.385416666657</c:v>
                </c:pt>
                <c:pt idx="56229">
                  <c:v>45329.4</c:v>
                </c:pt>
                <c:pt idx="56230">
                  <c:v>45329.418055555558</c:v>
                </c:pt>
                <c:pt idx="56231">
                  <c:v>45329.429166666669</c:v>
                </c:pt>
                <c:pt idx="56232">
                  <c:v>45329.436111111107</c:v>
                </c:pt>
                <c:pt idx="56233">
                  <c:v>45329.445833333331</c:v>
                </c:pt>
                <c:pt idx="56234">
                  <c:v>45329.447222222218</c:v>
                </c:pt>
                <c:pt idx="56235">
                  <c:v>45329.449305555558</c:v>
                </c:pt>
                <c:pt idx="56236">
                  <c:v>45329.478472222218</c:v>
                </c:pt>
                <c:pt idx="56237">
                  <c:v>45329.480555555558</c:v>
                </c:pt>
                <c:pt idx="56238">
                  <c:v>45329.508333333331</c:v>
                </c:pt>
                <c:pt idx="56239">
                  <c:v>45329.51458333333</c:v>
                </c:pt>
                <c:pt idx="56240">
                  <c:v>45329.520833333343</c:v>
                </c:pt>
                <c:pt idx="56241">
                  <c:v>45329.539583333331</c:v>
                </c:pt>
                <c:pt idx="56242">
                  <c:v>45329.541666666657</c:v>
                </c:pt>
                <c:pt idx="56243">
                  <c:v>45329.565972222219</c:v>
                </c:pt>
                <c:pt idx="56244">
                  <c:v>45329.567361111112</c:v>
                </c:pt>
                <c:pt idx="56245">
                  <c:v>45329.581250000003</c:v>
                </c:pt>
                <c:pt idx="56246">
                  <c:v>45329.600694444453</c:v>
                </c:pt>
                <c:pt idx="56247">
                  <c:v>45329.605555555558</c:v>
                </c:pt>
                <c:pt idx="56248">
                  <c:v>45329.609722222223</c:v>
                </c:pt>
                <c:pt idx="56249">
                  <c:v>45330.326388888891</c:v>
                </c:pt>
                <c:pt idx="56250">
                  <c:v>45333.668749999997</c:v>
                </c:pt>
                <c:pt idx="56251">
                  <c:v>45330.332638888889</c:v>
                </c:pt>
                <c:pt idx="56252">
                  <c:v>45330.367361111108</c:v>
                </c:pt>
                <c:pt idx="56253">
                  <c:v>45330.726388888892</c:v>
                </c:pt>
                <c:pt idx="56254">
                  <c:v>45330.738194444442</c:v>
                </c:pt>
                <c:pt idx="56255">
                  <c:v>45330.741666666669</c:v>
                </c:pt>
                <c:pt idx="56256">
                  <c:v>45330.75277777778</c:v>
                </c:pt>
                <c:pt idx="56257">
                  <c:v>45330.761805555558</c:v>
                </c:pt>
                <c:pt idx="56258">
                  <c:v>45330.763888888891</c:v>
                </c:pt>
                <c:pt idx="56259">
                  <c:v>45330.767361111109</c:v>
                </c:pt>
                <c:pt idx="56260">
                  <c:v>45330.775000000001</c:v>
                </c:pt>
                <c:pt idx="56261">
                  <c:v>45330.795138888891</c:v>
                </c:pt>
                <c:pt idx="56262">
                  <c:v>45330.813888888893</c:v>
                </c:pt>
                <c:pt idx="56263">
                  <c:v>45330.814583333333</c:v>
                </c:pt>
                <c:pt idx="56264">
                  <c:v>45330.828472222223</c:v>
                </c:pt>
                <c:pt idx="56265">
                  <c:v>45330.831250000003</c:v>
                </c:pt>
                <c:pt idx="56266">
                  <c:v>45330.724305555559</c:v>
                </c:pt>
                <c:pt idx="56267">
                  <c:v>45330.84097222222</c:v>
                </c:pt>
                <c:pt idx="56268">
                  <c:v>45330.863888888889</c:v>
                </c:pt>
                <c:pt idx="56269">
                  <c:v>45330.87222222222</c:v>
                </c:pt>
                <c:pt idx="56270">
                  <c:v>45330.890972222223</c:v>
                </c:pt>
                <c:pt idx="56271">
                  <c:v>45330.893055555563</c:v>
                </c:pt>
                <c:pt idx="56272">
                  <c:v>45330.913888888892</c:v>
                </c:pt>
                <c:pt idx="56273">
                  <c:v>45330.918055555558</c:v>
                </c:pt>
                <c:pt idx="56274">
                  <c:v>45330.936805555553</c:v>
                </c:pt>
                <c:pt idx="56275">
                  <c:v>45330.941666666673</c:v>
                </c:pt>
                <c:pt idx="56276">
                  <c:v>45330.953472222223</c:v>
                </c:pt>
                <c:pt idx="56277">
                  <c:v>45330.967361111107</c:v>
                </c:pt>
                <c:pt idx="56278">
                  <c:v>45330.988888888889</c:v>
                </c:pt>
                <c:pt idx="56279">
                  <c:v>45331.202777777777</c:v>
                </c:pt>
                <c:pt idx="56280">
                  <c:v>45331.245138888888</c:v>
                </c:pt>
                <c:pt idx="56281">
                  <c:v>45330.861805555563</c:v>
                </c:pt>
                <c:pt idx="56282">
                  <c:v>45330.717361111107</c:v>
                </c:pt>
                <c:pt idx="56283">
                  <c:v>45330.707638888889</c:v>
                </c:pt>
                <c:pt idx="56284">
                  <c:v>45330.702777777777</c:v>
                </c:pt>
                <c:pt idx="56285">
                  <c:v>45330.370833333327</c:v>
                </c:pt>
                <c:pt idx="56286">
                  <c:v>45330.402083333327</c:v>
                </c:pt>
                <c:pt idx="56287">
                  <c:v>45330.424305555563</c:v>
                </c:pt>
                <c:pt idx="56288">
                  <c:v>45330.424305555563</c:v>
                </c:pt>
                <c:pt idx="56289">
                  <c:v>45330.427777777782</c:v>
                </c:pt>
                <c:pt idx="56290">
                  <c:v>45330.443055555559</c:v>
                </c:pt>
                <c:pt idx="56291">
                  <c:v>45330.454861111109</c:v>
                </c:pt>
                <c:pt idx="56292">
                  <c:v>45330.461805555547</c:v>
                </c:pt>
                <c:pt idx="56293">
                  <c:v>45330.467361111107</c:v>
                </c:pt>
                <c:pt idx="56294">
                  <c:v>45330.469444444447</c:v>
                </c:pt>
                <c:pt idx="56295">
                  <c:v>45330.470833333333</c:v>
                </c:pt>
                <c:pt idx="56296">
                  <c:v>45330.472222222219</c:v>
                </c:pt>
                <c:pt idx="56297">
                  <c:v>45330.484722222223</c:v>
                </c:pt>
                <c:pt idx="56298">
                  <c:v>45330.492361111108</c:v>
                </c:pt>
                <c:pt idx="56299">
                  <c:v>45330.50277777778</c:v>
                </c:pt>
                <c:pt idx="56300">
                  <c:v>45330.505555555559</c:v>
                </c:pt>
                <c:pt idx="56301">
                  <c:v>45330.512499999997</c:v>
                </c:pt>
                <c:pt idx="56302">
                  <c:v>45330.519444444442</c:v>
                </c:pt>
                <c:pt idx="56303">
                  <c:v>45330.543055555558</c:v>
                </c:pt>
                <c:pt idx="56304">
                  <c:v>45330.548611111109</c:v>
                </c:pt>
                <c:pt idx="56305">
                  <c:v>45330.555555555547</c:v>
                </c:pt>
                <c:pt idx="56306">
                  <c:v>45330.556250000001</c:v>
                </c:pt>
                <c:pt idx="56307">
                  <c:v>45330.558333333327</c:v>
                </c:pt>
                <c:pt idx="56308">
                  <c:v>45330.630555555559</c:v>
                </c:pt>
                <c:pt idx="56309">
                  <c:v>45330.647916666669</c:v>
                </c:pt>
                <c:pt idx="56310">
                  <c:v>45330.668055555558</c:v>
                </c:pt>
                <c:pt idx="56311">
                  <c:v>45330.679861111108</c:v>
                </c:pt>
                <c:pt idx="56312">
                  <c:v>45330.681250000001</c:v>
                </c:pt>
                <c:pt idx="56313">
                  <c:v>45330.695138888892</c:v>
                </c:pt>
                <c:pt idx="56314">
                  <c:v>45330.345833333333</c:v>
                </c:pt>
                <c:pt idx="56315">
                  <c:v>45338.354166666657</c:v>
                </c:pt>
                <c:pt idx="56316">
                  <c:v>45333.674305555563</c:v>
                </c:pt>
                <c:pt idx="56317">
                  <c:v>45333.690972222219</c:v>
                </c:pt>
                <c:pt idx="56318">
                  <c:v>45336.638888888891</c:v>
                </c:pt>
                <c:pt idx="56319">
                  <c:v>45336.663888888892</c:v>
                </c:pt>
                <c:pt idx="56320">
                  <c:v>45336.691666666673</c:v>
                </c:pt>
                <c:pt idx="56321">
                  <c:v>45336.694444444453</c:v>
                </c:pt>
                <c:pt idx="56322">
                  <c:v>45336.7</c:v>
                </c:pt>
                <c:pt idx="56323">
                  <c:v>45336.70416666667</c:v>
                </c:pt>
                <c:pt idx="56324">
                  <c:v>45336.720138888893</c:v>
                </c:pt>
                <c:pt idx="56325">
                  <c:v>45336.731249999997</c:v>
                </c:pt>
                <c:pt idx="56326">
                  <c:v>45336.75277777778</c:v>
                </c:pt>
                <c:pt idx="56327">
                  <c:v>45336.770833333343</c:v>
                </c:pt>
                <c:pt idx="56328">
                  <c:v>45336.79791666667</c:v>
                </c:pt>
                <c:pt idx="56329">
                  <c:v>45336.800694444442</c:v>
                </c:pt>
                <c:pt idx="56330">
                  <c:v>45336.811805555553</c:v>
                </c:pt>
                <c:pt idx="56331">
                  <c:v>45336.636111111111</c:v>
                </c:pt>
                <c:pt idx="56332">
                  <c:v>45336.821527777778</c:v>
                </c:pt>
                <c:pt idx="56333">
                  <c:v>45336.833333333343</c:v>
                </c:pt>
                <c:pt idx="56334">
                  <c:v>45336.84375</c:v>
                </c:pt>
                <c:pt idx="56335">
                  <c:v>45336.867361111108</c:v>
                </c:pt>
                <c:pt idx="56336">
                  <c:v>45336.897222222222</c:v>
                </c:pt>
                <c:pt idx="56337">
                  <c:v>45336.897916666669</c:v>
                </c:pt>
                <c:pt idx="56338">
                  <c:v>45336.904166666667</c:v>
                </c:pt>
                <c:pt idx="56339">
                  <c:v>45336.929861111108</c:v>
                </c:pt>
                <c:pt idx="56340">
                  <c:v>45336.963194444441</c:v>
                </c:pt>
                <c:pt idx="56341">
                  <c:v>45336.990277777782</c:v>
                </c:pt>
                <c:pt idx="56342">
                  <c:v>45337</c:v>
                </c:pt>
                <c:pt idx="56343">
                  <c:v>45337.054861111108</c:v>
                </c:pt>
                <c:pt idx="56344">
                  <c:v>45337.10833333333</c:v>
                </c:pt>
                <c:pt idx="56345">
                  <c:v>45337.161805555559</c:v>
                </c:pt>
                <c:pt idx="56346">
                  <c:v>45336.82708333333</c:v>
                </c:pt>
                <c:pt idx="56347">
                  <c:v>45337.171527777777</c:v>
                </c:pt>
                <c:pt idx="56348">
                  <c:v>45336.613194444442</c:v>
                </c:pt>
                <c:pt idx="56349">
                  <c:v>45336.597916666673</c:v>
                </c:pt>
                <c:pt idx="56350">
                  <c:v>45335.908333333333</c:v>
                </c:pt>
                <c:pt idx="56351">
                  <c:v>45335.914583333331</c:v>
                </c:pt>
                <c:pt idx="56352">
                  <c:v>45335.926388888889</c:v>
                </c:pt>
                <c:pt idx="56353">
                  <c:v>45335.927777777782</c:v>
                </c:pt>
                <c:pt idx="56354">
                  <c:v>45335.953472222223</c:v>
                </c:pt>
                <c:pt idx="56355">
                  <c:v>45335.968055555553</c:v>
                </c:pt>
                <c:pt idx="56356">
                  <c:v>45336.042361111111</c:v>
                </c:pt>
                <c:pt idx="56357">
                  <c:v>45336.098611111112</c:v>
                </c:pt>
                <c:pt idx="56358">
                  <c:v>45336.230555555558</c:v>
                </c:pt>
                <c:pt idx="56359">
                  <c:v>45336.311805555553</c:v>
                </c:pt>
                <c:pt idx="56360">
                  <c:v>45336.395833333343</c:v>
                </c:pt>
                <c:pt idx="56361">
                  <c:v>45336.397916666669</c:v>
                </c:pt>
                <c:pt idx="56362">
                  <c:v>45336.411111111112</c:v>
                </c:pt>
                <c:pt idx="56363">
                  <c:v>45336.601388888892</c:v>
                </c:pt>
                <c:pt idx="56364">
                  <c:v>45336.412499999999</c:v>
                </c:pt>
                <c:pt idx="56365">
                  <c:v>45336.443749999999</c:v>
                </c:pt>
                <c:pt idx="56366">
                  <c:v>45336.456944444442</c:v>
                </c:pt>
                <c:pt idx="56367">
                  <c:v>45336.488194444442</c:v>
                </c:pt>
                <c:pt idx="56368">
                  <c:v>45336.496527777781</c:v>
                </c:pt>
                <c:pt idx="56369">
                  <c:v>45336.499305555553</c:v>
                </c:pt>
                <c:pt idx="56370">
                  <c:v>45336.50277777778</c:v>
                </c:pt>
                <c:pt idx="56371">
                  <c:v>45336.509027777778</c:v>
                </c:pt>
                <c:pt idx="56372">
                  <c:v>45336.511111111111</c:v>
                </c:pt>
                <c:pt idx="56373">
                  <c:v>45336.535416666673</c:v>
                </c:pt>
                <c:pt idx="56374">
                  <c:v>45336.549305555563</c:v>
                </c:pt>
                <c:pt idx="56375">
                  <c:v>45336.554166666669</c:v>
                </c:pt>
                <c:pt idx="56376">
                  <c:v>45336.563888888893</c:v>
                </c:pt>
                <c:pt idx="56377">
                  <c:v>45336.581944444442</c:v>
                </c:pt>
                <c:pt idx="56378">
                  <c:v>45336.434027777781</c:v>
                </c:pt>
                <c:pt idx="56379">
                  <c:v>45337.254861111112</c:v>
                </c:pt>
                <c:pt idx="56380">
                  <c:v>45337.301388888889</c:v>
                </c:pt>
                <c:pt idx="56381">
                  <c:v>45337.318055555559</c:v>
                </c:pt>
                <c:pt idx="56382">
                  <c:v>45337.703472222223</c:v>
                </c:pt>
                <c:pt idx="56383">
                  <c:v>45337.709722222222</c:v>
                </c:pt>
                <c:pt idx="56384">
                  <c:v>45337.729166666657</c:v>
                </c:pt>
                <c:pt idx="56385">
                  <c:v>45337.729166666657</c:v>
                </c:pt>
                <c:pt idx="56386">
                  <c:v>45337.754861111112</c:v>
                </c:pt>
                <c:pt idx="56387">
                  <c:v>45337.755555555559</c:v>
                </c:pt>
                <c:pt idx="56388">
                  <c:v>45337.760416666657</c:v>
                </c:pt>
                <c:pt idx="56389">
                  <c:v>45337.760416666657</c:v>
                </c:pt>
                <c:pt idx="56390">
                  <c:v>45337.763888888891</c:v>
                </c:pt>
                <c:pt idx="56391">
                  <c:v>45337.769444444442</c:v>
                </c:pt>
                <c:pt idx="56392">
                  <c:v>45337.791666666657</c:v>
                </c:pt>
                <c:pt idx="56393">
                  <c:v>45337.798611111109</c:v>
                </c:pt>
                <c:pt idx="56394">
                  <c:v>45337.807638888888</c:v>
                </c:pt>
                <c:pt idx="56395">
                  <c:v>45337.702777777777</c:v>
                </c:pt>
                <c:pt idx="56396">
                  <c:v>45337.852083333331</c:v>
                </c:pt>
                <c:pt idx="56397">
                  <c:v>45337.882638888892</c:v>
                </c:pt>
                <c:pt idx="56398">
                  <c:v>45337.895138888889</c:v>
                </c:pt>
                <c:pt idx="56399">
                  <c:v>45337.928472222222</c:v>
                </c:pt>
                <c:pt idx="56400">
                  <c:v>45337.9375</c:v>
                </c:pt>
                <c:pt idx="56401">
                  <c:v>45337.940972222219</c:v>
                </c:pt>
                <c:pt idx="56402">
                  <c:v>45338.019444444442</c:v>
                </c:pt>
                <c:pt idx="56403">
                  <c:v>45338.046527777777</c:v>
                </c:pt>
                <c:pt idx="56404">
                  <c:v>45338.056250000001</c:v>
                </c:pt>
                <c:pt idx="56405">
                  <c:v>45338.065972222219</c:v>
                </c:pt>
                <c:pt idx="56406">
                  <c:v>45338.161111111112</c:v>
                </c:pt>
                <c:pt idx="56407">
                  <c:v>45338.293055555558</c:v>
                </c:pt>
                <c:pt idx="56408">
                  <c:v>45338.320833333331</c:v>
                </c:pt>
                <c:pt idx="56409">
                  <c:v>45338.324305555558</c:v>
                </c:pt>
                <c:pt idx="56410">
                  <c:v>45337.864583333343</c:v>
                </c:pt>
                <c:pt idx="56411">
                  <c:v>45337.683333333327</c:v>
                </c:pt>
                <c:pt idx="56412">
                  <c:v>45337.681250000001</c:v>
                </c:pt>
                <c:pt idx="56413">
                  <c:v>45337.673611111109</c:v>
                </c:pt>
                <c:pt idx="56414">
                  <c:v>45337.322916666657</c:v>
                </c:pt>
                <c:pt idx="56415">
                  <c:v>45337.367361111108</c:v>
                </c:pt>
                <c:pt idx="56416">
                  <c:v>45337.375</c:v>
                </c:pt>
                <c:pt idx="56417">
                  <c:v>45337.385416666657</c:v>
                </c:pt>
                <c:pt idx="56418">
                  <c:v>45337.40347222222</c:v>
                </c:pt>
                <c:pt idx="56419">
                  <c:v>45337.404861111107</c:v>
                </c:pt>
                <c:pt idx="56420">
                  <c:v>45337.416666666657</c:v>
                </c:pt>
                <c:pt idx="56421">
                  <c:v>45337.444444444453</c:v>
                </c:pt>
                <c:pt idx="56422">
                  <c:v>45337.45</c:v>
                </c:pt>
                <c:pt idx="56423">
                  <c:v>45337.454861111109</c:v>
                </c:pt>
                <c:pt idx="56424">
                  <c:v>45337.462500000001</c:v>
                </c:pt>
                <c:pt idx="56425">
                  <c:v>45337.481944444437</c:v>
                </c:pt>
                <c:pt idx="56426">
                  <c:v>45337.493055555547</c:v>
                </c:pt>
                <c:pt idx="56427">
                  <c:v>45337.508333333331</c:v>
                </c:pt>
                <c:pt idx="56428">
                  <c:v>45337.533333333333</c:v>
                </c:pt>
                <c:pt idx="56429">
                  <c:v>45337.556250000001</c:v>
                </c:pt>
                <c:pt idx="56430">
                  <c:v>45337.556944444441</c:v>
                </c:pt>
                <c:pt idx="56431">
                  <c:v>45337.569444444453</c:v>
                </c:pt>
                <c:pt idx="56432">
                  <c:v>45337.585416666669</c:v>
                </c:pt>
                <c:pt idx="56433">
                  <c:v>45337.594444444447</c:v>
                </c:pt>
                <c:pt idx="56434">
                  <c:v>45337.595138888893</c:v>
                </c:pt>
                <c:pt idx="56435">
                  <c:v>45337.59652777778</c:v>
                </c:pt>
                <c:pt idx="56436">
                  <c:v>45337.599305555559</c:v>
                </c:pt>
                <c:pt idx="56437">
                  <c:v>45337.611111111109</c:v>
                </c:pt>
                <c:pt idx="56438">
                  <c:v>45337.620833333327</c:v>
                </c:pt>
                <c:pt idx="56439">
                  <c:v>45337.622916666667</c:v>
                </c:pt>
                <c:pt idx="56440">
                  <c:v>45337.632638888892</c:v>
                </c:pt>
                <c:pt idx="56441">
                  <c:v>45337.647916666669</c:v>
                </c:pt>
                <c:pt idx="56442">
                  <c:v>45337.658333333333</c:v>
                </c:pt>
                <c:pt idx="56443">
                  <c:v>45335.907638888893</c:v>
                </c:pt>
                <c:pt idx="56444">
                  <c:v>45335.869444444441</c:v>
                </c:pt>
                <c:pt idx="56445">
                  <c:v>45335.839583333327</c:v>
                </c:pt>
                <c:pt idx="56446">
                  <c:v>45335.838194444441</c:v>
                </c:pt>
                <c:pt idx="56447">
                  <c:v>45334.429861111108</c:v>
                </c:pt>
                <c:pt idx="56448">
                  <c:v>45334.448611111111</c:v>
                </c:pt>
                <c:pt idx="56449">
                  <c:v>45334.499305555553</c:v>
                </c:pt>
                <c:pt idx="56450">
                  <c:v>45334.500694444447</c:v>
                </c:pt>
                <c:pt idx="56451">
                  <c:v>45334.501388888893</c:v>
                </c:pt>
                <c:pt idx="56452">
                  <c:v>45334.50277777778</c:v>
                </c:pt>
                <c:pt idx="56453">
                  <c:v>45334.515277777777</c:v>
                </c:pt>
                <c:pt idx="56454">
                  <c:v>45334.536111111112</c:v>
                </c:pt>
                <c:pt idx="56455">
                  <c:v>45334.592361111107</c:v>
                </c:pt>
                <c:pt idx="56456">
                  <c:v>45334.618055555547</c:v>
                </c:pt>
                <c:pt idx="56457">
                  <c:v>45334.618750000001</c:v>
                </c:pt>
                <c:pt idx="56458">
                  <c:v>45334.626388888893</c:v>
                </c:pt>
                <c:pt idx="56459">
                  <c:v>45334.638888888891</c:v>
                </c:pt>
                <c:pt idx="56460">
                  <c:v>45334.427777777782</c:v>
                </c:pt>
                <c:pt idx="56461">
                  <c:v>45334.640972222223</c:v>
                </c:pt>
                <c:pt idx="56462">
                  <c:v>45334.645833333343</c:v>
                </c:pt>
                <c:pt idx="56463">
                  <c:v>45334.661805555559</c:v>
                </c:pt>
                <c:pt idx="56464">
                  <c:v>45334.67083333333</c:v>
                </c:pt>
                <c:pt idx="56465">
                  <c:v>45334.672222222223</c:v>
                </c:pt>
                <c:pt idx="56466">
                  <c:v>45334.68472222222</c:v>
                </c:pt>
                <c:pt idx="56467">
                  <c:v>45334.693749999999</c:v>
                </c:pt>
                <c:pt idx="56468">
                  <c:v>45334.696527777778</c:v>
                </c:pt>
                <c:pt idx="56469">
                  <c:v>45334.716666666667</c:v>
                </c:pt>
                <c:pt idx="56470">
                  <c:v>45334.718055555553</c:v>
                </c:pt>
                <c:pt idx="56471">
                  <c:v>45334.71875</c:v>
                </c:pt>
                <c:pt idx="56472">
                  <c:v>45334.724305555559</c:v>
                </c:pt>
                <c:pt idx="56473">
                  <c:v>45334.737500000003</c:v>
                </c:pt>
                <c:pt idx="56474">
                  <c:v>45334.743750000001</c:v>
                </c:pt>
                <c:pt idx="56475">
                  <c:v>45334.645138888889</c:v>
                </c:pt>
                <c:pt idx="56476">
                  <c:v>45334.390277777777</c:v>
                </c:pt>
                <c:pt idx="56477">
                  <c:v>45334.349305555559</c:v>
                </c:pt>
                <c:pt idx="56478">
                  <c:v>45334.21875</c:v>
                </c:pt>
                <c:pt idx="56479">
                  <c:v>45333.693055555559</c:v>
                </c:pt>
                <c:pt idx="56480">
                  <c:v>45333.696527777778</c:v>
                </c:pt>
                <c:pt idx="56481">
                  <c:v>45333.737500000003</c:v>
                </c:pt>
                <c:pt idx="56482">
                  <c:v>45333.739583333343</c:v>
                </c:pt>
                <c:pt idx="56483">
                  <c:v>45333.749305555553</c:v>
                </c:pt>
                <c:pt idx="56484">
                  <c:v>45333.75277777778</c:v>
                </c:pt>
                <c:pt idx="56485">
                  <c:v>45333.754166666673</c:v>
                </c:pt>
                <c:pt idx="56486">
                  <c:v>45333.792361111111</c:v>
                </c:pt>
                <c:pt idx="56487">
                  <c:v>45333.796527777777</c:v>
                </c:pt>
                <c:pt idx="56488">
                  <c:v>45333.807638888888</c:v>
                </c:pt>
                <c:pt idx="56489">
                  <c:v>45333.819444444453</c:v>
                </c:pt>
                <c:pt idx="56490">
                  <c:v>45333.825694444437</c:v>
                </c:pt>
                <c:pt idx="56491">
                  <c:v>45333.830555555563</c:v>
                </c:pt>
                <c:pt idx="56492">
                  <c:v>45333.831250000003</c:v>
                </c:pt>
                <c:pt idx="56493">
                  <c:v>45333.84375</c:v>
                </c:pt>
                <c:pt idx="56494">
                  <c:v>45333.85833333333</c:v>
                </c:pt>
                <c:pt idx="56495">
                  <c:v>45333.865972222222</c:v>
                </c:pt>
                <c:pt idx="56496">
                  <c:v>45333.908333333333</c:v>
                </c:pt>
                <c:pt idx="56497">
                  <c:v>45333.90902777778</c:v>
                </c:pt>
                <c:pt idx="56498">
                  <c:v>45333.913194444453</c:v>
                </c:pt>
                <c:pt idx="56499">
                  <c:v>45333.914583333331</c:v>
                </c:pt>
                <c:pt idx="56500">
                  <c:v>45333.920138888891</c:v>
                </c:pt>
                <c:pt idx="56501">
                  <c:v>45333.938194444447</c:v>
                </c:pt>
                <c:pt idx="56502">
                  <c:v>45333.945833333331</c:v>
                </c:pt>
                <c:pt idx="56503">
                  <c:v>45333.956944444442</c:v>
                </c:pt>
                <c:pt idx="56504">
                  <c:v>45333.962500000001</c:v>
                </c:pt>
                <c:pt idx="56505">
                  <c:v>45334.00277777778</c:v>
                </c:pt>
                <c:pt idx="56506">
                  <c:v>45334.070833333331</c:v>
                </c:pt>
                <c:pt idx="56507">
                  <c:v>45334.194444444453</c:v>
                </c:pt>
                <c:pt idx="56508">
                  <c:v>45334.743750000001</c:v>
                </c:pt>
                <c:pt idx="56509">
                  <c:v>45333.686111111107</c:v>
                </c:pt>
                <c:pt idx="56510">
                  <c:v>45334.748611111107</c:v>
                </c:pt>
                <c:pt idx="56511">
                  <c:v>45334.770833333343</c:v>
                </c:pt>
                <c:pt idx="56512">
                  <c:v>45335.477083333331</c:v>
                </c:pt>
                <c:pt idx="56513">
                  <c:v>45335.497916666667</c:v>
                </c:pt>
                <c:pt idx="56514">
                  <c:v>45335.504861111112</c:v>
                </c:pt>
                <c:pt idx="56515">
                  <c:v>45335.51666666667</c:v>
                </c:pt>
                <c:pt idx="56516">
                  <c:v>45335.531944444447</c:v>
                </c:pt>
                <c:pt idx="56517">
                  <c:v>45335.533333333333</c:v>
                </c:pt>
                <c:pt idx="56518">
                  <c:v>45335.555555555547</c:v>
                </c:pt>
                <c:pt idx="56519">
                  <c:v>45335.555555555547</c:v>
                </c:pt>
                <c:pt idx="56520">
                  <c:v>45335.574305555558</c:v>
                </c:pt>
                <c:pt idx="56521">
                  <c:v>45335.574999999997</c:v>
                </c:pt>
                <c:pt idx="56522">
                  <c:v>45335.577777777777</c:v>
                </c:pt>
                <c:pt idx="56523">
                  <c:v>45335.592361111107</c:v>
                </c:pt>
                <c:pt idx="56524">
                  <c:v>45335.620138888888</c:v>
                </c:pt>
                <c:pt idx="56525">
                  <c:v>45335.476388888892</c:v>
                </c:pt>
                <c:pt idx="56526">
                  <c:v>45335.633333333331</c:v>
                </c:pt>
                <c:pt idx="56527">
                  <c:v>45335.652083333327</c:v>
                </c:pt>
                <c:pt idx="56528">
                  <c:v>45335.669444444437</c:v>
                </c:pt>
                <c:pt idx="56529">
                  <c:v>45335.686805555553</c:v>
                </c:pt>
                <c:pt idx="56530">
                  <c:v>45335.6875</c:v>
                </c:pt>
                <c:pt idx="56531">
                  <c:v>45335.707638888889</c:v>
                </c:pt>
                <c:pt idx="56532">
                  <c:v>45335.729166666657</c:v>
                </c:pt>
                <c:pt idx="56533">
                  <c:v>45335.74722222222</c:v>
                </c:pt>
                <c:pt idx="56534">
                  <c:v>45335.750694444447</c:v>
                </c:pt>
                <c:pt idx="56535">
                  <c:v>45335.760416666657</c:v>
                </c:pt>
                <c:pt idx="56536">
                  <c:v>45335.777083333327</c:v>
                </c:pt>
                <c:pt idx="56537">
                  <c:v>45335.79583333333</c:v>
                </c:pt>
                <c:pt idx="56538">
                  <c:v>45335.804861111108</c:v>
                </c:pt>
                <c:pt idx="56539">
                  <c:v>45335.807638888888</c:v>
                </c:pt>
                <c:pt idx="56540">
                  <c:v>45335.650694444441</c:v>
                </c:pt>
                <c:pt idx="56541">
                  <c:v>45335.472916666673</c:v>
                </c:pt>
                <c:pt idx="56542">
                  <c:v>45335.444444444453</c:v>
                </c:pt>
                <c:pt idx="56543">
                  <c:v>45335.431250000001</c:v>
                </c:pt>
                <c:pt idx="56544">
                  <c:v>45334.774305555547</c:v>
                </c:pt>
                <c:pt idx="56545">
                  <c:v>45334.779861111107</c:v>
                </c:pt>
                <c:pt idx="56546">
                  <c:v>45334.787499999999</c:v>
                </c:pt>
                <c:pt idx="56547">
                  <c:v>45334.79791666667</c:v>
                </c:pt>
                <c:pt idx="56548">
                  <c:v>45334.822916666657</c:v>
                </c:pt>
                <c:pt idx="56549">
                  <c:v>45334.826388888891</c:v>
                </c:pt>
                <c:pt idx="56550">
                  <c:v>45334.826388888891</c:v>
                </c:pt>
                <c:pt idx="56551">
                  <c:v>45334.839583333327</c:v>
                </c:pt>
                <c:pt idx="56552">
                  <c:v>45334.843055555553</c:v>
                </c:pt>
                <c:pt idx="56553">
                  <c:v>45334.845138888893</c:v>
                </c:pt>
                <c:pt idx="56554">
                  <c:v>45334.847222222219</c:v>
                </c:pt>
                <c:pt idx="56555">
                  <c:v>45334.897222222222</c:v>
                </c:pt>
                <c:pt idx="56556">
                  <c:v>45334.902083333327</c:v>
                </c:pt>
                <c:pt idx="56557">
                  <c:v>45334.946527777778</c:v>
                </c:pt>
                <c:pt idx="56558">
                  <c:v>45334.961805555547</c:v>
                </c:pt>
                <c:pt idx="56559">
                  <c:v>45334.969444444447</c:v>
                </c:pt>
                <c:pt idx="56560">
                  <c:v>45335.058333333327</c:v>
                </c:pt>
                <c:pt idx="56561">
                  <c:v>45335.0625</c:v>
                </c:pt>
                <c:pt idx="56562">
                  <c:v>45335.0625</c:v>
                </c:pt>
                <c:pt idx="56563">
                  <c:v>45335.111805555563</c:v>
                </c:pt>
                <c:pt idx="56564">
                  <c:v>45335.261805555558</c:v>
                </c:pt>
                <c:pt idx="56565">
                  <c:v>45335.299305555563</c:v>
                </c:pt>
                <c:pt idx="56566">
                  <c:v>45335.359722222223</c:v>
                </c:pt>
                <c:pt idx="56567">
                  <c:v>45335.380555555559</c:v>
                </c:pt>
                <c:pt idx="56568">
                  <c:v>45335.381944444453</c:v>
                </c:pt>
                <c:pt idx="56569">
                  <c:v>45335.402083333327</c:v>
                </c:pt>
                <c:pt idx="56570">
                  <c:v>45335.413888888892</c:v>
                </c:pt>
                <c:pt idx="56571">
                  <c:v>45335.418055555558</c:v>
                </c:pt>
                <c:pt idx="56572">
                  <c:v>45335.429861111108</c:v>
                </c:pt>
                <c:pt idx="56573">
                  <c:v>45334.76458333333</c:v>
                </c:pt>
                <c:pt idx="56574">
                  <c:v>45348.343055555553</c:v>
                </c:pt>
                <c:pt idx="56575">
                  <c:v>45348.345833333333</c:v>
                </c:pt>
                <c:pt idx="56576">
                  <c:v>45348.365972222222</c:v>
                </c:pt>
                <c:pt idx="56577">
                  <c:v>45360.104166666657</c:v>
                </c:pt>
                <c:pt idx="56578">
                  <c:v>45360.222222222219</c:v>
                </c:pt>
                <c:pt idx="56579">
                  <c:v>45360.298611111109</c:v>
                </c:pt>
                <c:pt idx="56580">
                  <c:v>45360.310416666667</c:v>
                </c:pt>
                <c:pt idx="56581">
                  <c:v>45360.357638888891</c:v>
                </c:pt>
                <c:pt idx="56582">
                  <c:v>45360.42083333333</c:v>
                </c:pt>
                <c:pt idx="56583">
                  <c:v>45360.425694444442</c:v>
                </c:pt>
                <c:pt idx="56584">
                  <c:v>45360.432638888888</c:v>
                </c:pt>
                <c:pt idx="56585">
                  <c:v>45360.436111111107</c:v>
                </c:pt>
                <c:pt idx="56586">
                  <c:v>45360.477777777778</c:v>
                </c:pt>
                <c:pt idx="56587">
                  <c:v>45360.501388888893</c:v>
                </c:pt>
                <c:pt idx="56588">
                  <c:v>45360.506249999999</c:v>
                </c:pt>
                <c:pt idx="56589">
                  <c:v>45360.508333333331</c:v>
                </c:pt>
                <c:pt idx="56590">
                  <c:v>45360.066666666673</c:v>
                </c:pt>
                <c:pt idx="56591">
                  <c:v>45360.513194444437</c:v>
                </c:pt>
                <c:pt idx="56592">
                  <c:v>45360.538194444453</c:v>
                </c:pt>
                <c:pt idx="56593">
                  <c:v>45360.560416666667</c:v>
                </c:pt>
                <c:pt idx="56594">
                  <c:v>45360.560416666667</c:v>
                </c:pt>
                <c:pt idx="56595">
                  <c:v>45360.563194444447</c:v>
                </c:pt>
                <c:pt idx="56596">
                  <c:v>45360.570833333331</c:v>
                </c:pt>
                <c:pt idx="56597">
                  <c:v>45360.600694444453</c:v>
                </c:pt>
                <c:pt idx="56598">
                  <c:v>45360.604166666657</c:v>
                </c:pt>
                <c:pt idx="56599">
                  <c:v>45360.617361111108</c:v>
                </c:pt>
                <c:pt idx="56600">
                  <c:v>45360.628472222219</c:v>
                </c:pt>
                <c:pt idx="56601">
                  <c:v>45360.661111111112</c:v>
                </c:pt>
                <c:pt idx="56602">
                  <c:v>45360.661111111112</c:v>
                </c:pt>
                <c:pt idx="56603">
                  <c:v>45360.671527777777</c:v>
                </c:pt>
                <c:pt idx="56604">
                  <c:v>45360.679861111108</c:v>
                </c:pt>
                <c:pt idx="56605">
                  <c:v>45360.518750000003</c:v>
                </c:pt>
                <c:pt idx="56606">
                  <c:v>45360.682638888888</c:v>
                </c:pt>
                <c:pt idx="56607">
                  <c:v>45360.009027777778</c:v>
                </c:pt>
                <c:pt idx="56608">
                  <c:v>45360.00277777778</c:v>
                </c:pt>
                <c:pt idx="56609">
                  <c:v>45359.518055555563</c:v>
                </c:pt>
                <c:pt idx="56610">
                  <c:v>45359.52847222222</c:v>
                </c:pt>
                <c:pt idx="56611">
                  <c:v>45359.531944444447</c:v>
                </c:pt>
                <c:pt idx="56612">
                  <c:v>45359.536111111112</c:v>
                </c:pt>
                <c:pt idx="56613">
                  <c:v>45359.54791666667</c:v>
                </c:pt>
                <c:pt idx="56614">
                  <c:v>45359.552777777782</c:v>
                </c:pt>
                <c:pt idx="56615">
                  <c:v>45359.567361111112</c:v>
                </c:pt>
                <c:pt idx="56616">
                  <c:v>45359.602083333331</c:v>
                </c:pt>
                <c:pt idx="56617">
                  <c:v>45359.607638888891</c:v>
                </c:pt>
                <c:pt idx="56618">
                  <c:v>45359.618055555547</c:v>
                </c:pt>
                <c:pt idx="56619">
                  <c:v>45359.619444444441</c:v>
                </c:pt>
                <c:pt idx="56620">
                  <c:v>45359.631944444453</c:v>
                </c:pt>
                <c:pt idx="56621">
                  <c:v>45359.634722222218</c:v>
                </c:pt>
                <c:pt idx="56622">
                  <c:v>45360.004861111112</c:v>
                </c:pt>
                <c:pt idx="56623">
                  <c:v>45359.643750000003</c:v>
                </c:pt>
                <c:pt idx="56624">
                  <c:v>45359.688194444447</c:v>
                </c:pt>
                <c:pt idx="56625">
                  <c:v>45359.690972222219</c:v>
                </c:pt>
                <c:pt idx="56626">
                  <c:v>45359.692361111112</c:v>
                </c:pt>
                <c:pt idx="56627">
                  <c:v>45359.695138888892</c:v>
                </c:pt>
                <c:pt idx="56628">
                  <c:v>45359.697222222218</c:v>
                </c:pt>
                <c:pt idx="56629">
                  <c:v>45359.711805555547</c:v>
                </c:pt>
                <c:pt idx="56630">
                  <c:v>45359.725694444453</c:v>
                </c:pt>
                <c:pt idx="56631">
                  <c:v>45359.745138888888</c:v>
                </c:pt>
                <c:pt idx="56632">
                  <c:v>45359.782638888893</c:v>
                </c:pt>
                <c:pt idx="56633">
                  <c:v>45359.802777777782</c:v>
                </c:pt>
                <c:pt idx="56634">
                  <c:v>45359.816666666673</c:v>
                </c:pt>
                <c:pt idx="56635">
                  <c:v>45359.85</c:v>
                </c:pt>
                <c:pt idx="56636">
                  <c:v>45359.865277777782</c:v>
                </c:pt>
                <c:pt idx="56637">
                  <c:v>45359.670138888891</c:v>
                </c:pt>
                <c:pt idx="56638">
                  <c:v>45360.684027777781</c:v>
                </c:pt>
                <c:pt idx="56639">
                  <c:v>45360.7</c:v>
                </c:pt>
                <c:pt idx="56640">
                  <c:v>45360.70208333333</c:v>
                </c:pt>
                <c:pt idx="56641">
                  <c:v>45361.57916666667</c:v>
                </c:pt>
                <c:pt idx="56642">
                  <c:v>45361.593055555553</c:v>
                </c:pt>
                <c:pt idx="56643">
                  <c:v>45361.59375</c:v>
                </c:pt>
                <c:pt idx="56644">
                  <c:v>45361.605555555558</c:v>
                </c:pt>
                <c:pt idx="56645">
                  <c:v>45361.606944444437</c:v>
                </c:pt>
                <c:pt idx="56646">
                  <c:v>45361.607638888891</c:v>
                </c:pt>
                <c:pt idx="56647">
                  <c:v>45361.631249999999</c:v>
                </c:pt>
                <c:pt idx="56648">
                  <c:v>45361.654166666667</c:v>
                </c:pt>
                <c:pt idx="56649">
                  <c:v>45361.65625</c:v>
                </c:pt>
                <c:pt idx="56650">
                  <c:v>45361.672222222223</c:v>
                </c:pt>
                <c:pt idx="56651">
                  <c:v>45361.677777777782</c:v>
                </c:pt>
                <c:pt idx="56652">
                  <c:v>45361.686111111107</c:v>
                </c:pt>
                <c:pt idx="56653">
                  <c:v>45361.700694444437</c:v>
                </c:pt>
                <c:pt idx="56654">
                  <c:v>45361.529166666667</c:v>
                </c:pt>
                <c:pt idx="56655">
                  <c:v>45361.713194444441</c:v>
                </c:pt>
                <c:pt idx="56656">
                  <c:v>45361.718055555553</c:v>
                </c:pt>
                <c:pt idx="56657">
                  <c:v>45361.719444444447</c:v>
                </c:pt>
                <c:pt idx="56658">
                  <c:v>45361.724305555559</c:v>
                </c:pt>
                <c:pt idx="56659">
                  <c:v>45361.743055555547</c:v>
                </c:pt>
                <c:pt idx="56660">
                  <c:v>45361.77847222222</c:v>
                </c:pt>
                <c:pt idx="56661">
                  <c:v>45361.790277777778</c:v>
                </c:pt>
                <c:pt idx="56662">
                  <c:v>45361.814583333333</c:v>
                </c:pt>
                <c:pt idx="56663">
                  <c:v>45361.814583333333</c:v>
                </c:pt>
                <c:pt idx="56664">
                  <c:v>45361.820138888892</c:v>
                </c:pt>
                <c:pt idx="56665">
                  <c:v>45361.84097222222</c:v>
                </c:pt>
                <c:pt idx="56666">
                  <c:v>45361.857638888891</c:v>
                </c:pt>
                <c:pt idx="56667">
                  <c:v>45361.882638888892</c:v>
                </c:pt>
                <c:pt idx="56668">
                  <c:v>45361.890972222223</c:v>
                </c:pt>
                <c:pt idx="56669">
                  <c:v>45361.713194444441</c:v>
                </c:pt>
                <c:pt idx="56670">
                  <c:v>45361.522916666669</c:v>
                </c:pt>
                <c:pt idx="56671">
                  <c:v>45361.509722222218</c:v>
                </c:pt>
                <c:pt idx="56672">
                  <c:v>45361.504166666673</c:v>
                </c:pt>
                <c:pt idx="56673">
                  <c:v>45360.713888888888</c:v>
                </c:pt>
                <c:pt idx="56674">
                  <c:v>45360.73333333333</c:v>
                </c:pt>
                <c:pt idx="56675">
                  <c:v>45360.75277777778</c:v>
                </c:pt>
                <c:pt idx="56676">
                  <c:v>45360.758333333331</c:v>
                </c:pt>
                <c:pt idx="56677">
                  <c:v>45360.767361111109</c:v>
                </c:pt>
                <c:pt idx="56678">
                  <c:v>45360.810416666667</c:v>
                </c:pt>
                <c:pt idx="56679">
                  <c:v>45360.814583333333</c:v>
                </c:pt>
                <c:pt idx="56680">
                  <c:v>45360.824305555558</c:v>
                </c:pt>
                <c:pt idx="56681">
                  <c:v>45360.838194444441</c:v>
                </c:pt>
                <c:pt idx="56682">
                  <c:v>45360.847916666673</c:v>
                </c:pt>
                <c:pt idx="56683">
                  <c:v>45360.85</c:v>
                </c:pt>
                <c:pt idx="56684">
                  <c:v>45360.854166666657</c:v>
                </c:pt>
                <c:pt idx="56685">
                  <c:v>45360.861111111109</c:v>
                </c:pt>
                <c:pt idx="56686">
                  <c:v>45360.915972222218</c:v>
                </c:pt>
                <c:pt idx="56687">
                  <c:v>45360.939583333333</c:v>
                </c:pt>
                <c:pt idx="56688">
                  <c:v>45360.957638888889</c:v>
                </c:pt>
                <c:pt idx="56689">
                  <c:v>45360.97152777778</c:v>
                </c:pt>
                <c:pt idx="56690">
                  <c:v>45361.020138888889</c:v>
                </c:pt>
                <c:pt idx="56691">
                  <c:v>45361.058333333327</c:v>
                </c:pt>
                <c:pt idx="56692">
                  <c:v>45361.064583333333</c:v>
                </c:pt>
                <c:pt idx="56693">
                  <c:v>45361.128472222219</c:v>
                </c:pt>
                <c:pt idx="56694">
                  <c:v>45361.13958333333</c:v>
                </c:pt>
                <c:pt idx="56695">
                  <c:v>45361.363888888889</c:v>
                </c:pt>
                <c:pt idx="56696">
                  <c:v>45361.390277777777</c:v>
                </c:pt>
                <c:pt idx="56697">
                  <c:v>45361.427083333343</c:v>
                </c:pt>
                <c:pt idx="56698">
                  <c:v>45361.436111111107</c:v>
                </c:pt>
                <c:pt idx="56699">
                  <c:v>45361.455555555563</c:v>
                </c:pt>
                <c:pt idx="56700">
                  <c:v>45361.472916666673</c:v>
                </c:pt>
                <c:pt idx="56701">
                  <c:v>45361.487500000003</c:v>
                </c:pt>
                <c:pt idx="56702">
                  <c:v>45359.51458333333</c:v>
                </c:pt>
                <c:pt idx="56703">
                  <c:v>45359.461805555547</c:v>
                </c:pt>
                <c:pt idx="56704">
                  <c:v>45359.459027777782</c:v>
                </c:pt>
                <c:pt idx="56705">
                  <c:v>45359.444444444453</c:v>
                </c:pt>
                <c:pt idx="56706">
                  <c:v>45357.607638888891</c:v>
                </c:pt>
                <c:pt idx="56707">
                  <c:v>45357.612500000003</c:v>
                </c:pt>
                <c:pt idx="56708">
                  <c:v>45357.625694444447</c:v>
                </c:pt>
                <c:pt idx="56709">
                  <c:v>45357.647916666669</c:v>
                </c:pt>
                <c:pt idx="56710">
                  <c:v>45357.65902777778</c:v>
                </c:pt>
                <c:pt idx="56711">
                  <c:v>45357.675000000003</c:v>
                </c:pt>
                <c:pt idx="56712">
                  <c:v>45357.680555555547</c:v>
                </c:pt>
                <c:pt idx="56713">
                  <c:v>45357.681250000001</c:v>
                </c:pt>
                <c:pt idx="56714">
                  <c:v>45357.7</c:v>
                </c:pt>
                <c:pt idx="56715">
                  <c:v>45357.70416666667</c:v>
                </c:pt>
                <c:pt idx="56716">
                  <c:v>45357.708333333343</c:v>
                </c:pt>
                <c:pt idx="56717">
                  <c:v>45357.742361111108</c:v>
                </c:pt>
                <c:pt idx="56718">
                  <c:v>45357.790277777778</c:v>
                </c:pt>
                <c:pt idx="56719">
                  <c:v>45357.590277777781</c:v>
                </c:pt>
                <c:pt idx="56720">
                  <c:v>45357.790972222218</c:v>
                </c:pt>
                <c:pt idx="56721">
                  <c:v>45357.795138888891</c:v>
                </c:pt>
                <c:pt idx="56722">
                  <c:v>45357.815972222219</c:v>
                </c:pt>
                <c:pt idx="56723">
                  <c:v>45357.826388888891</c:v>
                </c:pt>
                <c:pt idx="56724">
                  <c:v>45357.838194444441</c:v>
                </c:pt>
                <c:pt idx="56725">
                  <c:v>45357.847916666673</c:v>
                </c:pt>
                <c:pt idx="56726">
                  <c:v>45357.853472222218</c:v>
                </c:pt>
                <c:pt idx="56727">
                  <c:v>45357.869444444441</c:v>
                </c:pt>
                <c:pt idx="56728">
                  <c:v>45357.875</c:v>
                </c:pt>
                <c:pt idx="56729">
                  <c:v>45357.893750000003</c:v>
                </c:pt>
                <c:pt idx="56730">
                  <c:v>45357.905555555553</c:v>
                </c:pt>
                <c:pt idx="56731">
                  <c:v>45357.942361111112</c:v>
                </c:pt>
                <c:pt idx="56732">
                  <c:v>45357.976388888892</c:v>
                </c:pt>
                <c:pt idx="56733">
                  <c:v>45357.981944444437</c:v>
                </c:pt>
                <c:pt idx="56734">
                  <c:v>45357.791666666657</c:v>
                </c:pt>
                <c:pt idx="56735">
                  <c:v>45357.588888888888</c:v>
                </c:pt>
                <c:pt idx="56736">
                  <c:v>45357.573611111111</c:v>
                </c:pt>
                <c:pt idx="56737">
                  <c:v>45357.572222222218</c:v>
                </c:pt>
                <c:pt idx="56738">
                  <c:v>45356.88958333333</c:v>
                </c:pt>
                <c:pt idx="56739">
                  <c:v>45356.893055555563</c:v>
                </c:pt>
                <c:pt idx="56740">
                  <c:v>45356.9</c:v>
                </c:pt>
                <c:pt idx="56741">
                  <c:v>45356.970833333333</c:v>
                </c:pt>
                <c:pt idx="56742">
                  <c:v>45357.01666666667</c:v>
                </c:pt>
                <c:pt idx="56743">
                  <c:v>45357.050694444442</c:v>
                </c:pt>
                <c:pt idx="56744">
                  <c:v>45357.113888888889</c:v>
                </c:pt>
                <c:pt idx="56745">
                  <c:v>45357.130555555559</c:v>
                </c:pt>
                <c:pt idx="56746">
                  <c:v>45357.131944444453</c:v>
                </c:pt>
                <c:pt idx="56747">
                  <c:v>45357.179166666669</c:v>
                </c:pt>
                <c:pt idx="56748">
                  <c:v>45357.234722222223</c:v>
                </c:pt>
                <c:pt idx="56749">
                  <c:v>45357.259027777778</c:v>
                </c:pt>
                <c:pt idx="56750">
                  <c:v>45357.261111111111</c:v>
                </c:pt>
                <c:pt idx="56751">
                  <c:v>45357.285416666673</c:v>
                </c:pt>
                <c:pt idx="56752">
                  <c:v>45357.287499999999</c:v>
                </c:pt>
                <c:pt idx="56753">
                  <c:v>45357.291666666657</c:v>
                </c:pt>
                <c:pt idx="56754">
                  <c:v>45357.298611111109</c:v>
                </c:pt>
                <c:pt idx="56755">
                  <c:v>45357.422222222223</c:v>
                </c:pt>
                <c:pt idx="56756">
                  <c:v>45357.429861111108</c:v>
                </c:pt>
                <c:pt idx="56757">
                  <c:v>45357.431250000001</c:v>
                </c:pt>
                <c:pt idx="56758">
                  <c:v>45357.449305555558</c:v>
                </c:pt>
                <c:pt idx="56759">
                  <c:v>45357.462500000001</c:v>
                </c:pt>
                <c:pt idx="56760">
                  <c:v>45357.486805555563</c:v>
                </c:pt>
                <c:pt idx="56761">
                  <c:v>45357.522916666669</c:v>
                </c:pt>
                <c:pt idx="56762">
                  <c:v>45357.524305555547</c:v>
                </c:pt>
                <c:pt idx="56763">
                  <c:v>45357.525694444441</c:v>
                </c:pt>
                <c:pt idx="56764">
                  <c:v>45357.540277777778</c:v>
                </c:pt>
                <c:pt idx="56765">
                  <c:v>45357.559027777781</c:v>
                </c:pt>
                <c:pt idx="56766">
                  <c:v>45357.570833333331</c:v>
                </c:pt>
                <c:pt idx="56767">
                  <c:v>45358.023611111108</c:v>
                </c:pt>
                <c:pt idx="56768">
                  <c:v>45361.907638888893</c:v>
                </c:pt>
                <c:pt idx="56769">
                  <c:v>45358.026388888888</c:v>
                </c:pt>
                <c:pt idx="56770">
                  <c:v>45358.250694444447</c:v>
                </c:pt>
                <c:pt idx="56771">
                  <c:v>45358.821527777778</c:v>
                </c:pt>
                <c:pt idx="56772">
                  <c:v>45358.834027777782</c:v>
                </c:pt>
                <c:pt idx="56773">
                  <c:v>45358.859722222223</c:v>
                </c:pt>
                <c:pt idx="56774">
                  <c:v>45358.868750000001</c:v>
                </c:pt>
                <c:pt idx="56775">
                  <c:v>45358.870833333327</c:v>
                </c:pt>
                <c:pt idx="56776">
                  <c:v>45358.887499999997</c:v>
                </c:pt>
                <c:pt idx="56777">
                  <c:v>45358.914583333331</c:v>
                </c:pt>
                <c:pt idx="56778">
                  <c:v>45358.92291666667</c:v>
                </c:pt>
                <c:pt idx="56779">
                  <c:v>45358.933333333327</c:v>
                </c:pt>
                <c:pt idx="56780">
                  <c:v>45358.948611111111</c:v>
                </c:pt>
                <c:pt idx="56781">
                  <c:v>45358.95</c:v>
                </c:pt>
                <c:pt idx="56782">
                  <c:v>45358.961805555547</c:v>
                </c:pt>
                <c:pt idx="56783">
                  <c:v>45358.994444444441</c:v>
                </c:pt>
                <c:pt idx="56784">
                  <c:v>45358.814583333333</c:v>
                </c:pt>
                <c:pt idx="56785">
                  <c:v>45359.002083333333</c:v>
                </c:pt>
                <c:pt idx="56786">
                  <c:v>45359.156944444447</c:v>
                </c:pt>
                <c:pt idx="56787">
                  <c:v>45359.224305555559</c:v>
                </c:pt>
                <c:pt idx="56788">
                  <c:v>45359.234722222223</c:v>
                </c:pt>
                <c:pt idx="56789">
                  <c:v>45359.283333333333</c:v>
                </c:pt>
                <c:pt idx="56790">
                  <c:v>45359.286805555559</c:v>
                </c:pt>
                <c:pt idx="56791">
                  <c:v>45359.306250000001</c:v>
                </c:pt>
                <c:pt idx="56792">
                  <c:v>45359.311111111107</c:v>
                </c:pt>
                <c:pt idx="56793">
                  <c:v>45359.352083333331</c:v>
                </c:pt>
                <c:pt idx="56794">
                  <c:v>45359.368750000001</c:v>
                </c:pt>
                <c:pt idx="56795">
                  <c:v>45359.371527777781</c:v>
                </c:pt>
                <c:pt idx="56796">
                  <c:v>45359.413888888892</c:v>
                </c:pt>
                <c:pt idx="56797">
                  <c:v>45359.4375</c:v>
                </c:pt>
                <c:pt idx="56798">
                  <c:v>45359.441666666673</c:v>
                </c:pt>
                <c:pt idx="56799">
                  <c:v>45359.03125</c:v>
                </c:pt>
                <c:pt idx="56800">
                  <c:v>45358.807638888888</c:v>
                </c:pt>
                <c:pt idx="56801">
                  <c:v>45358.790277777778</c:v>
                </c:pt>
                <c:pt idx="56802">
                  <c:v>45358.783333333333</c:v>
                </c:pt>
                <c:pt idx="56803">
                  <c:v>45358.252083333333</c:v>
                </c:pt>
                <c:pt idx="56804">
                  <c:v>45358.256944444453</c:v>
                </c:pt>
                <c:pt idx="56805">
                  <c:v>45358.327777777777</c:v>
                </c:pt>
                <c:pt idx="56806">
                  <c:v>45358.339583333327</c:v>
                </c:pt>
                <c:pt idx="56807">
                  <c:v>45358.351388888892</c:v>
                </c:pt>
                <c:pt idx="56808">
                  <c:v>45358.390277777777</c:v>
                </c:pt>
                <c:pt idx="56809">
                  <c:v>45358.394444444442</c:v>
                </c:pt>
                <c:pt idx="56810">
                  <c:v>45358.397222222222</c:v>
                </c:pt>
                <c:pt idx="56811">
                  <c:v>45358.446527777778</c:v>
                </c:pt>
                <c:pt idx="56812">
                  <c:v>45358.45208333333</c:v>
                </c:pt>
                <c:pt idx="56813">
                  <c:v>45358.478472222218</c:v>
                </c:pt>
                <c:pt idx="56814">
                  <c:v>45358.510416666657</c:v>
                </c:pt>
                <c:pt idx="56815">
                  <c:v>45358.515972222223</c:v>
                </c:pt>
                <c:pt idx="56816">
                  <c:v>45358.519444444442</c:v>
                </c:pt>
                <c:pt idx="56817">
                  <c:v>45358.529861111107</c:v>
                </c:pt>
                <c:pt idx="56818">
                  <c:v>45358.547222222223</c:v>
                </c:pt>
                <c:pt idx="56819">
                  <c:v>45358.550694444442</c:v>
                </c:pt>
                <c:pt idx="56820">
                  <c:v>45358.599305555559</c:v>
                </c:pt>
                <c:pt idx="56821">
                  <c:v>45358.623611111107</c:v>
                </c:pt>
                <c:pt idx="56822">
                  <c:v>45358.651388888888</c:v>
                </c:pt>
                <c:pt idx="56823">
                  <c:v>45358.655555555553</c:v>
                </c:pt>
                <c:pt idx="56824">
                  <c:v>45358.665277777778</c:v>
                </c:pt>
                <c:pt idx="56825">
                  <c:v>45358.670138888891</c:v>
                </c:pt>
                <c:pt idx="56826">
                  <c:v>45358.676388888889</c:v>
                </c:pt>
                <c:pt idx="56827">
                  <c:v>45358.701388888891</c:v>
                </c:pt>
                <c:pt idx="56828">
                  <c:v>45358.70208333333</c:v>
                </c:pt>
                <c:pt idx="56829">
                  <c:v>45358.70416666667</c:v>
                </c:pt>
                <c:pt idx="56830">
                  <c:v>45358.718055555553</c:v>
                </c:pt>
                <c:pt idx="56831">
                  <c:v>45358.73541666667</c:v>
                </c:pt>
                <c:pt idx="56832">
                  <c:v>45358.084722222222</c:v>
                </c:pt>
                <c:pt idx="56833">
                  <c:v>45356.883333333331</c:v>
                </c:pt>
                <c:pt idx="56834">
                  <c:v>45361.920138888891</c:v>
                </c:pt>
                <c:pt idx="56835">
                  <c:v>45361.936805555553</c:v>
                </c:pt>
                <c:pt idx="56836">
                  <c:v>45365.293055555558</c:v>
                </c:pt>
                <c:pt idx="56837">
                  <c:v>45365.293749999997</c:v>
                </c:pt>
                <c:pt idx="56838">
                  <c:v>45365.336111111108</c:v>
                </c:pt>
                <c:pt idx="56839">
                  <c:v>45365.393055555563</c:v>
                </c:pt>
                <c:pt idx="56840">
                  <c:v>45365.412499999999</c:v>
                </c:pt>
                <c:pt idx="56841">
                  <c:v>45365.470138888893</c:v>
                </c:pt>
                <c:pt idx="56842">
                  <c:v>45365.487500000003</c:v>
                </c:pt>
                <c:pt idx="56843">
                  <c:v>45365.5</c:v>
                </c:pt>
                <c:pt idx="56844">
                  <c:v>45365.523611111108</c:v>
                </c:pt>
                <c:pt idx="56845">
                  <c:v>45365.526388888888</c:v>
                </c:pt>
                <c:pt idx="56846">
                  <c:v>45365.52847222222</c:v>
                </c:pt>
                <c:pt idx="56847">
                  <c:v>45365.539583333331</c:v>
                </c:pt>
                <c:pt idx="56848">
                  <c:v>45365.561111111107</c:v>
                </c:pt>
                <c:pt idx="56849">
                  <c:v>45365.290277777778</c:v>
                </c:pt>
                <c:pt idx="56850">
                  <c:v>45365.574999999997</c:v>
                </c:pt>
                <c:pt idx="56851">
                  <c:v>45365.6875</c:v>
                </c:pt>
                <c:pt idx="56852">
                  <c:v>45365.691666666673</c:v>
                </c:pt>
                <c:pt idx="56853">
                  <c:v>45365.710416666669</c:v>
                </c:pt>
                <c:pt idx="56854">
                  <c:v>45365.71875</c:v>
                </c:pt>
                <c:pt idx="56855">
                  <c:v>45365.720138888893</c:v>
                </c:pt>
                <c:pt idx="56856">
                  <c:v>45365.752083333333</c:v>
                </c:pt>
                <c:pt idx="56857">
                  <c:v>45365.831250000003</c:v>
                </c:pt>
                <c:pt idx="56858">
                  <c:v>45365.84652777778</c:v>
                </c:pt>
                <c:pt idx="56859">
                  <c:v>45365.84652777778</c:v>
                </c:pt>
                <c:pt idx="56860">
                  <c:v>45365.853472222218</c:v>
                </c:pt>
                <c:pt idx="56861">
                  <c:v>45365.856249999997</c:v>
                </c:pt>
                <c:pt idx="56862">
                  <c:v>45365.864583333343</c:v>
                </c:pt>
                <c:pt idx="56863">
                  <c:v>45365.879166666673</c:v>
                </c:pt>
                <c:pt idx="56864">
                  <c:v>45365.679166666669</c:v>
                </c:pt>
                <c:pt idx="56865">
                  <c:v>45365.881944444453</c:v>
                </c:pt>
                <c:pt idx="56866">
                  <c:v>45365.261805555558</c:v>
                </c:pt>
                <c:pt idx="56867">
                  <c:v>45365.213888888888</c:v>
                </c:pt>
                <c:pt idx="56868">
                  <c:v>45364.527777777781</c:v>
                </c:pt>
                <c:pt idx="56869">
                  <c:v>45364.540277777778</c:v>
                </c:pt>
                <c:pt idx="56870">
                  <c:v>45364.541666666657</c:v>
                </c:pt>
                <c:pt idx="56871">
                  <c:v>45364.544444444437</c:v>
                </c:pt>
                <c:pt idx="56872">
                  <c:v>45364.563194444447</c:v>
                </c:pt>
                <c:pt idx="56873">
                  <c:v>45364.607638888891</c:v>
                </c:pt>
                <c:pt idx="56874">
                  <c:v>45364.620833333327</c:v>
                </c:pt>
                <c:pt idx="56875">
                  <c:v>45364.635416666657</c:v>
                </c:pt>
                <c:pt idx="56876">
                  <c:v>45364.663888888892</c:v>
                </c:pt>
                <c:pt idx="56877">
                  <c:v>45364.672222222223</c:v>
                </c:pt>
                <c:pt idx="56878">
                  <c:v>45364.713888888888</c:v>
                </c:pt>
                <c:pt idx="56879">
                  <c:v>45364.743055555547</c:v>
                </c:pt>
                <c:pt idx="56880">
                  <c:v>45364.775694444441</c:v>
                </c:pt>
                <c:pt idx="56881">
                  <c:v>45365.217361111107</c:v>
                </c:pt>
                <c:pt idx="56882">
                  <c:v>45364.78125</c:v>
                </c:pt>
                <c:pt idx="56883">
                  <c:v>45364.796527777777</c:v>
                </c:pt>
                <c:pt idx="56884">
                  <c:v>45364.852777777778</c:v>
                </c:pt>
                <c:pt idx="56885">
                  <c:v>45364.905555555553</c:v>
                </c:pt>
                <c:pt idx="56886">
                  <c:v>45364.916666666657</c:v>
                </c:pt>
                <c:pt idx="56887">
                  <c:v>45364.929861111108</c:v>
                </c:pt>
                <c:pt idx="56888">
                  <c:v>45364.938194444447</c:v>
                </c:pt>
                <c:pt idx="56889">
                  <c:v>45364.990972222222</c:v>
                </c:pt>
                <c:pt idx="56890">
                  <c:v>45364.995138888888</c:v>
                </c:pt>
                <c:pt idx="56891">
                  <c:v>45364.996527777781</c:v>
                </c:pt>
                <c:pt idx="56892">
                  <c:v>45365.01666666667</c:v>
                </c:pt>
                <c:pt idx="56893">
                  <c:v>45365.048611111109</c:v>
                </c:pt>
                <c:pt idx="56894">
                  <c:v>45365.072222222218</c:v>
                </c:pt>
                <c:pt idx="56895">
                  <c:v>45365.086805555547</c:v>
                </c:pt>
                <c:pt idx="56896">
                  <c:v>45364.794444444437</c:v>
                </c:pt>
                <c:pt idx="56897">
                  <c:v>45365.882638888892</c:v>
                </c:pt>
                <c:pt idx="56898">
                  <c:v>45365.902777777781</c:v>
                </c:pt>
                <c:pt idx="56899">
                  <c:v>45365.902777777781</c:v>
                </c:pt>
                <c:pt idx="56900">
                  <c:v>45366.611111111109</c:v>
                </c:pt>
                <c:pt idx="56901">
                  <c:v>45366.618055555547</c:v>
                </c:pt>
                <c:pt idx="56902">
                  <c:v>45366.620138888888</c:v>
                </c:pt>
                <c:pt idx="56903">
                  <c:v>45366.657638888893</c:v>
                </c:pt>
                <c:pt idx="56904">
                  <c:v>45366.682638888888</c:v>
                </c:pt>
                <c:pt idx="56905">
                  <c:v>45366.695833333331</c:v>
                </c:pt>
                <c:pt idx="56906">
                  <c:v>45366.729166666657</c:v>
                </c:pt>
                <c:pt idx="56907">
                  <c:v>45366.731944444437</c:v>
                </c:pt>
                <c:pt idx="56908">
                  <c:v>45366.736111111109</c:v>
                </c:pt>
                <c:pt idx="56909">
                  <c:v>45366.743055555547</c:v>
                </c:pt>
                <c:pt idx="56910">
                  <c:v>45366.773611111108</c:v>
                </c:pt>
                <c:pt idx="56911">
                  <c:v>45366.807638888888</c:v>
                </c:pt>
                <c:pt idx="56912">
                  <c:v>45366.810416666667</c:v>
                </c:pt>
                <c:pt idx="56913">
                  <c:v>45366.593055555553</c:v>
                </c:pt>
                <c:pt idx="56914">
                  <c:v>45366.882638888892</c:v>
                </c:pt>
                <c:pt idx="56915">
                  <c:v>45366.890277777777</c:v>
                </c:pt>
                <c:pt idx="56916">
                  <c:v>45366.890277777777</c:v>
                </c:pt>
                <c:pt idx="56917">
                  <c:v>45366.892361111109</c:v>
                </c:pt>
                <c:pt idx="56918">
                  <c:v>45366.910416666673</c:v>
                </c:pt>
                <c:pt idx="56919">
                  <c:v>45366.954861111109</c:v>
                </c:pt>
                <c:pt idx="56920">
                  <c:v>45366.954861111109</c:v>
                </c:pt>
                <c:pt idx="56921">
                  <c:v>45366.96597222222</c:v>
                </c:pt>
                <c:pt idx="56922">
                  <c:v>45367</c:v>
                </c:pt>
                <c:pt idx="56923">
                  <c:v>45367.115972222222</c:v>
                </c:pt>
                <c:pt idx="56924">
                  <c:v>45367.322916666657</c:v>
                </c:pt>
                <c:pt idx="56925">
                  <c:v>45367.331250000003</c:v>
                </c:pt>
                <c:pt idx="56926">
                  <c:v>45367.334027777782</c:v>
                </c:pt>
                <c:pt idx="56927">
                  <c:v>45367.390277777777</c:v>
                </c:pt>
                <c:pt idx="56928">
                  <c:v>45366.885416666657</c:v>
                </c:pt>
                <c:pt idx="56929">
                  <c:v>45366.593055555553</c:v>
                </c:pt>
                <c:pt idx="56930">
                  <c:v>45366.585416666669</c:v>
                </c:pt>
                <c:pt idx="56931">
                  <c:v>45366.572916666657</c:v>
                </c:pt>
                <c:pt idx="56932">
                  <c:v>45365.926388888889</c:v>
                </c:pt>
                <c:pt idx="56933">
                  <c:v>45365.93472222222</c:v>
                </c:pt>
                <c:pt idx="56934">
                  <c:v>45365.972916666673</c:v>
                </c:pt>
                <c:pt idx="56935">
                  <c:v>45366.006249999999</c:v>
                </c:pt>
                <c:pt idx="56936">
                  <c:v>45366.027083333327</c:v>
                </c:pt>
                <c:pt idx="56937">
                  <c:v>45366.11041666667</c:v>
                </c:pt>
                <c:pt idx="56938">
                  <c:v>45366.134027777778</c:v>
                </c:pt>
                <c:pt idx="56939">
                  <c:v>45366.165277777778</c:v>
                </c:pt>
                <c:pt idx="56940">
                  <c:v>45366.246527777781</c:v>
                </c:pt>
                <c:pt idx="56941">
                  <c:v>45366.32916666667</c:v>
                </c:pt>
                <c:pt idx="56942">
                  <c:v>45366.335416666669</c:v>
                </c:pt>
                <c:pt idx="56943">
                  <c:v>45366.349305555559</c:v>
                </c:pt>
                <c:pt idx="56944">
                  <c:v>45366.370138888888</c:v>
                </c:pt>
                <c:pt idx="56945">
                  <c:v>45366.397916666669</c:v>
                </c:pt>
                <c:pt idx="56946">
                  <c:v>45366.421527777777</c:v>
                </c:pt>
                <c:pt idx="56947">
                  <c:v>45366.422222222223</c:v>
                </c:pt>
                <c:pt idx="56948">
                  <c:v>45366.427777777782</c:v>
                </c:pt>
                <c:pt idx="56949">
                  <c:v>45366.456250000003</c:v>
                </c:pt>
                <c:pt idx="56950">
                  <c:v>45366.464583333327</c:v>
                </c:pt>
                <c:pt idx="56951">
                  <c:v>45366.48333333333</c:v>
                </c:pt>
                <c:pt idx="56952">
                  <c:v>45366.484027777777</c:v>
                </c:pt>
                <c:pt idx="56953">
                  <c:v>45366.493750000001</c:v>
                </c:pt>
                <c:pt idx="56954">
                  <c:v>45366.507638888892</c:v>
                </c:pt>
                <c:pt idx="56955">
                  <c:v>45366.520138888889</c:v>
                </c:pt>
                <c:pt idx="56956">
                  <c:v>45366.536805555559</c:v>
                </c:pt>
                <c:pt idx="56957">
                  <c:v>45366.545138888891</c:v>
                </c:pt>
                <c:pt idx="56958">
                  <c:v>45366.547222222223</c:v>
                </c:pt>
                <c:pt idx="56959">
                  <c:v>45366.561805555553</c:v>
                </c:pt>
                <c:pt idx="56960">
                  <c:v>45366.561805555553</c:v>
                </c:pt>
                <c:pt idx="56961">
                  <c:v>45364.513194444437</c:v>
                </c:pt>
                <c:pt idx="56962">
                  <c:v>45364.493750000001</c:v>
                </c:pt>
                <c:pt idx="56963">
                  <c:v>45364.493055555547</c:v>
                </c:pt>
                <c:pt idx="56964">
                  <c:v>45364.482638888891</c:v>
                </c:pt>
                <c:pt idx="56965">
                  <c:v>45362.55</c:v>
                </c:pt>
                <c:pt idx="56966">
                  <c:v>45362.574999999997</c:v>
                </c:pt>
                <c:pt idx="56967">
                  <c:v>45362.57916666667</c:v>
                </c:pt>
                <c:pt idx="56968">
                  <c:v>45362.6</c:v>
                </c:pt>
                <c:pt idx="56969">
                  <c:v>45362.634722222218</c:v>
                </c:pt>
                <c:pt idx="56970">
                  <c:v>45362.640277777777</c:v>
                </c:pt>
                <c:pt idx="56971">
                  <c:v>45362.644444444442</c:v>
                </c:pt>
                <c:pt idx="56972">
                  <c:v>45362.647222222222</c:v>
                </c:pt>
                <c:pt idx="56973">
                  <c:v>45362.679166666669</c:v>
                </c:pt>
                <c:pt idx="56974">
                  <c:v>45362.679166666669</c:v>
                </c:pt>
                <c:pt idx="56975">
                  <c:v>45362.69027777778</c:v>
                </c:pt>
                <c:pt idx="56976">
                  <c:v>45362.730555555558</c:v>
                </c:pt>
                <c:pt idx="56977">
                  <c:v>45362.744444444441</c:v>
                </c:pt>
                <c:pt idx="56978">
                  <c:v>45362.540277777778</c:v>
                </c:pt>
                <c:pt idx="56979">
                  <c:v>45362.747916666667</c:v>
                </c:pt>
                <c:pt idx="56980">
                  <c:v>45362.751388888893</c:v>
                </c:pt>
                <c:pt idx="56981">
                  <c:v>45362.754166666673</c:v>
                </c:pt>
                <c:pt idx="56982">
                  <c:v>45362.76458333333</c:v>
                </c:pt>
                <c:pt idx="56983">
                  <c:v>45362.770833333343</c:v>
                </c:pt>
                <c:pt idx="56984">
                  <c:v>45362.775000000001</c:v>
                </c:pt>
                <c:pt idx="56985">
                  <c:v>45362.789583333331</c:v>
                </c:pt>
                <c:pt idx="56986">
                  <c:v>45362.804166666669</c:v>
                </c:pt>
                <c:pt idx="56987">
                  <c:v>45362.809027777781</c:v>
                </c:pt>
                <c:pt idx="56988">
                  <c:v>45362.811111111107</c:v>
                </c:pt>
                <c:pt idx="56989">
                  <c:v>45362.834722222222</c:v>
                </c:pt>
                <c:pt idx="56990">
                  <c:v>45362.837500000001</c:v>
                </c:pt>
                <c:pt idx="56991">
                  <c:v>45362.864583333343</c:v>
                </c:pt>
                <c:pt idx="56992">
                  <c:v>45362.870138888888</c:v>
                </c:pt>
                <c:pt idx="56993">
                  <c:v>45362.749305555553</c:v>
                </c:pt>
                <c:pt idx="56994">
                  <c:v>45362.525000000001</c:v>
                </c:pt>
                <c:pt idx="56995">
                  <c:v>45362.513194444437</c:v>
                </c:pt>
                <c:pt idx="56996">
                  <c:v>45362.512499999997</c:v>
                </c:pt>
                <c:pt idx="56997">
                  <c:v>45361.9375</c:v>
                </c:pt>
                <c:pt idx="56998">
                  <c:v>45361.95208333333</c:v>
                </c:pt>
                <c:pt idx="56999">
                  <c:v>45361.972222222219</c:v>
                </c:pt>
                <c:pt idx="57000">
                  <c:v>45361.973611111112</c:v>
                </c:pt>
                <c:pt idx="57001">
                  <c:v>45361.973611111112</c:v>
                </c:pt>
                <c:pt idx="57002">
                  <c:v>45361.990277777782</c:v>
                </c:pt>
                <c:pt idx="57003">
                  <c:v>45362.078472222223</c:v>
                </c:pt>
                <c:pt idx="57004">
                  <c:v>45362.093055555553</c:v>
                </c:pt>
                <c:pt idx="57005">
                  <c:v>45362.103472222218</c:v>
                </c:pt>
                <c:pt idx="57006">
                  <c:v>45362.122916666667</c:v>
                </c:pt>
                <c:pt idx="57007">
                  <c:v>45362.160416666673</c:v>
                </c:pt>
                <c:pt idx="57008">
                  <c:v>45362.165972222218</c:v>
                </c:pt>
                <c:pt idx="57009">
                  <c:v>45362.172222222223</c:v>
                </c:pt>
                <c:pt idx="57010">
                  <c:v>45362.238194444442</c:v>
                </c:pt>
                <c:pt idx="57011">
                  <c:v>45362.285416666673</c:v>
                </c:pt>
                <c:pt idx="57012">
                  <c:v>45362.323611111111</c:v>
                </c:pt>
                <c:pt idx="57013">
                  <c:v>45362.361111111109</c:v>
                </c:pt>
                <c:pt idx="57014">
                  <c:v>45362.400694444441</c:v>
                </c:pt>
                <c:pt idx="57015">
                  <c:v>45362.408333333333</c:v>
                </c:pt>
                <c:pt idx="57016">
                  <c:v>45362.410416666673</c:v>
                </c:pt>
                <c:pt idx="57017">
                  <c:v>45362.413888888892</c:v>
                </c:pt>
                <c:pt idx="57018">
                  <c:v>45362.420138888891</c:v>
                </c:pt>
                <c:pt idx="57019">
                  <c:v>45362.438888888893</c:v>
                </c:pt>
                <c:pt idx="57020">
                  <c:v>45362.439583333333</c:v>
                </c:pt>
                <c:pt idx="57021">
                  <c:v>45362.441666666673</c:v>
                </c:pt>
                <c:pt idx="57022">
                  <c:v>45362.45</c:v>
                </c:pt>
                <c:pt idx="57023">
                  <c:v>45362.459027777782</c:v>
                </c:pt>
                <c:pt idx="57024">
                  <c:v>45362.461805555547</c:v>
                </c:pt>
                <c:pt idx="57025">
                  <c:v>45362.476388888892</c:v>
                </c:pt>
                <c:pt idx="57026">
                  <c:v>45362.879166666673</c:v>
                </c:pt>
                <c:pt idx="57027">
                  <c:v>45361.920138888891</c:v>
                </c:pt>
                <c:pt idx="57028">
                  <c:v>45362.898611111108</c:v>
                </c:pt>
                <c:pt idx="57029">
                  <c:v>45362.929861111108</c:v>
                </c:pt>
                <c:pt idx="57030">
                  <c:v>45363.702777777777</c:v>
                </c:pt>
                <c:pt idx="57031">
                  <c:v>45363.707638888889</c:v>
                </c:pt>
                <c:pt idx="57032">
                  <c:v>45363.711805555547</c:v>
                </c:pt>
                <c:pt idx="57033">
                  <c:v>45363.720138888893</c:v>
                </c:pt>
                <c:pt idx="57034">
                  <c:v>45363.740972222222</c:v>
                </c:pt>
                <c:pt idx="57035">
                  <c:v>45363.781944444447</c:v>
                </c:pt>
                <c:pt idx="57036">
                  <c:v>45363.786111111112</c:v>
                </c:pt>
                <c:pt idx="57037">
                  <c:v>45363.790972222218</c:v>
                </c:pt>
                <c:pt idx="57038">
                  <c:v>45363.796527777777</c:v>
                </c:pt>
                <c:pt idx="57039">
                  <c:v>45363.806250000001</c:v>
                </c:pt>
                <c:pt idx="57040">
                  <c:v>45363.809027777781</c:v>
                </c:pt>
                <c:pt idx="57041">
                  <c:v>45363.929166666669</c:v>
                </c:pt>
                <c:pt idx="57042">
                  <c:v>45363.95</c:v>
                </c:pt>
                <c:pt idx="57043">
                  <c:v>45363.70208333333</c:v>
                </c:pt>
                <c:pt idx="57044">
                  <c:v>45363.952777777777</c:v>
                </c:pt>
                <c:pt idx="57045">
                  <c:v>45363.996527777781</c:v>
                </c:pt>
                <c:pt idx="57046">
                  <c:v>45364.003472222219</c:v>
                </c:pt>
                <c:pt idx="57047">
                  <c:v>45364.019444444442</c:v>
                </c:pt>
                <c:pt idx="57048">
                  <c:v>45364.061111111107</c:v>
                </c:pt>
                <c:pt idx="57049">
                  <c:v>45364.070138888892</c:v>
                </c:pt>
                <c:pt idx="57050">
                  <c:v>45364.150694444441</c:v>
                </c:pt>
                <c:pt idx="57051">
                  <c:v>45364.26666666667</c:v>
                </c:pt>
                <c:pt idx="57052">
                  <c:v>45364.292361111111</c:v>
                </c:pt>
                <c:pt idx="57053">
                  <c:v>45364.377083333333</c:v>
                </c:pt>
                <c:pt idx="57054">
                  <c:v>45364.383333333331</c:v>
                </c:pt>
                <c:pt idx="57055">
                  <c:v>45364.40347222222</c:v>
                </c:pt>
                <c:pt idx="57056">
                  <c:v>45364.445833333331</c:v>
                </c:pt>
                <c:pt idx="57057">
                  <c:v>45364.481249999997</c:v>
                </c:pt>
                <c:pt idx="57058">
                  <c:v>45363.969444444447</c:v>
                </c:pt>
                <c:pt idx="57059">
                  <c:v>45363.646527777782</c:v>
                </c:pt>
                <c:pt idx="57060">
                  <c:v>45363.640972222223</c:v>
                </c:pt>
                <c:pt idx="57061">
                  <c:v>45363.638194444437</c:v>
                </c:pt>
                <c:pt idx="57062">
                  <c:v>45362.95416666667</c:v>
                </c:pt>
                <c:pt idx="57063">
                  <c:v>45363.0625</c:v>
                </c:pt>
                <c:pt idx="57064">
                  <c:v>45363.168055555558</c:v>
                </c:pt>
                <c:pt idx="57065">
                  <c:v>45363.197222222218</c:v>
                </c:pt>
                <c:pt idx="57066">
                  <c:v>45363.238888888889</c:v>
                </c:pt>
                <c:pt idx="57067">
                  <c:v>45363.268750000003</c:v>
                </c:pt>
                <c:pt idx="57068">
                  <c:v>45363.319444444453</c:v>
                </c:pt>
                <c:pt idx="57069">
                  <c:v>45363.320833333331</c:v>
                </c:pt>
                <c:pt idx="57070">
                  <c:v>45363.345138888893</c:v>
                </c:pt>
                <c:pt idx="57071">
                  <c:v>45363.384722222218</c:v>
                </c:pt>
                <c:pt idx="57072">
                  <c:v>45363.384722222218</c:v>
                </c:pt>
                <c:pt idx="57073">
                  <c:v>45363.42083333333</c:v>
                </c:pt>
                <c:pt idx="57074">
                  <c:v>45363.436111111107</c:v>
                </c:pt>
                <c:pt idx="57075">
                  <c:v>45363.44027777778</c:v>
                </c:pt>
                <c:pt idx="57076">
                  <c:v>45363.442361111112</c:v>
                </c:pt>
                <c:pt idx="57077">
                  <c:v>45363.457638888889</c:v>
                </c:pt>
                <c:pt idx="57078">
                  <c:v>45363.465277777781</c:v>
                </c:pt>
                <c:pt idx="57079">
                  <c:v>45363.484027777777</c:v>
                </c:pt>
                <c:pt idx="57080">
                  <c:v>45363.498611111107</c:v>
                </c:pt>
                <c:pt idx="57081">
                  <c:v>45363.510416666657</c:v>
                </c:pt>
                <c:pt idx="57082">
                  <c:v>45363.533333333333</c:v>
                </c:pt>
                <c:pt idx="57083">
                  <c:v>45363.536111111112</c:v>
                </c:pt>
                <c:pt idx="57084">
                  <c:v>45363.557638888888</c:v>
                </c:pt>
                <c:pt idx="57085">
                  <c:v>45363.570833333331</c:v>
                </c:pt>
                <c:pt idx="57086">
                  <c:v>45363.582638888889</c:v>
                </c:pt>
                <c:pt idx="57087">
                  <c:v>45363.609722222223</c:v>
                </c:pt>
                <c:pt idx="57088">
                  <c:v>45363.617361111108</c:v>
                </c:pt>
                <c:pt idx="57089">
                  <c:v>45363.629861111112</c:v>
                </c:pt>
                <c:pt idx="57090">
                  <c:v>45363.637499999997</c:v>
                </c:pt>
                <c:pt idx="57091">
                  <c:v>45362.916666666657</c:v>
                </c:pt>
                <c:pt idx="57092">
                  <c:v>45356.875</c:v>
                </c:pt>
                <c:pt idx="57093">
                  <c:v>45356.865972222222</c:v>
                </c:pt>
                <c:pt idx="57094">
                  <c:v>45356.852083333331</c:v>
                </c:pt>
                <c:pt idx="57095">
                  <c:v>45350.84375</c:v>
                </c:pt>
                <c:pt idx="57096">
                  <c:v>45350.84375</c:v>
                </c:pt>
                <c:pt idx="57097">
                  <c:v>45350.853472222218</c:v>
                </c:pt>
                <c:pt idx="57098">
                  <c:v>45350.857638888891</c:v>
                </c:pt>
                <c:pt idx="57099">
                  <c:v>45350.863888888889</c:v>
                </c:pt>
                <c:pt idx="57100">
                  <c:v>45350.869444444441</c:v>
                </c:pt>
                <c:pt idx="57101">
                  <c:v>45350.873611111107</c:v>
                </c:pt>
                <c:pt idx="57102">
                  <c:v>45350.890277777777</c:v>
                </c:pt>
                <c:pt idx="57103">
                  <c:v>45350.904166666667</c:v>
                </c:pt>
                <c:pt idx="57104">
                  <c:v>45350.938888888893</c:v>
                </c:pt>
                <c:pt idx="57105">
                  <c:v>45350.97152777778</c:v>
                </c:pt>
                <c:pt idx="57106">
                  <c:v>45350.984722222223</c:v>
                </c:pt>
                <c:pt idx="57107">
                  <c:v>45350.996527777781</c:v>
                </c:pt>
                <c:pt idx="57108">
                  <c:v>45350.843055555553</c:v>
                </c:pt>
                <c:pt idx="57109">
                  <c:v>45351.011805555558</c:v>
                </c:pt>
                <c:pt idx="57110">
                  <c:v>45351.044444444437</c:v>
                </c:pt>
                <c:pt idx="57111">
                  <c:v>45351.09097222222</c:v>
                </c:pt>
                <c:pt idx="57112">
                  <c:v>45351.134027777778</c:v>
                </c:pt>
                <c:pt idx="57113">
                  <c:v>45351.172222222223</c:v>
                </c:pt>
                <c:pt idx="57114">
                  <c:v>45351.227083333331</c:v>
                </c:pt>
                <c:pt idx="57115">
                  <c:v>45351.236111111109</c:v>
                </c:pt>
                <c:pt idx="57116">
                  <c:v>45351.286805555559</c:v>
                </c:pt>
                <c:pt idx="57117">
                  <c:v>45351.292361111111</c:v>
                </c:pt>
                <c:pt idx="57118">
                  <c:v>45351.316666666673</c:v>
                </c:pt>
                <c:pt idx="57119">
                  <c:v>45351.324999999997</c:v>
                </c:pt>
                <c:pt idx="57120">
                  <c:v>45351.329861111109</c:v>
                </c:pt>
                <c:pt idx="57121">
                  <c:v>45351.370138888888</c:v>
                </c:pt>
                <c:pt idx="57122">
                  <c:v>45351.42083333333</c:v>
                </c:pt>
                <c:pt idx="57123">
                  <c:v>45351.015972222223</c:v>
                </c:pt>
                <c:pt idx="57124">
                  <c:v>45351.434027777781</c:v>
                </c:pt>
                <c:pt idx="57125">
                  <c:v>45350.837500000001</c:v>
                </c:pt>
                <c:pt idx="57126">
                  <c:v>45350.802777777782</c:v>
                </c:pt>
                <c:pt idx="57127">
                  <c:v>45350.424305555563</c:v>
                </c:pt>
                <c:pt idx="57128">
                  <c:v>45350.438194444447</c:v>
                </c:pt>
                <c:pt idx="57129">
                  <c:v>45350.439583333333</c:v>
                </c:pt>
                <c:pt idx="57130">
                  <c:v>45350.440972222219</c:v>
                </c:pt>
                <c:pt idx="57131">
                  <c:v>45350.441666666673</c:v>
                </c:pt>
                <c:pt idx="57132">
                  <c:v>45350.443749999999</c:v>
                </c:pt>
                <c:pt idx="57133">
                  <c:v>45350.500694444447</c:v>
                </c:pt>
                <c:pt idx="57134">
                  <c:v>45350.519444444442</c:v>
                </c:pt>
                <c:pt idx="57135">
                  <c:v>45350.532638888893</c:v>
                </c:pt>
                <c:pt idx="57136">
                  <c:v>45350.555555555547</c:v>
                </c:pt>
                <c:pt idx="57137">
                  <c:v>45350.577777777777</c:v>
                </c:pt>
                <c:pt idx="57138">
                  <c:v>45350.581250000003</c:v>
                </c:pt>
                <c:pt idx="57139">
                  <c:v>45350.604166666657</c:v>
                </c:pt>
                <c:pt idx="57140">
                  <c:v>45350.820833333331</c:v>
                </c:pt>
                <c:pt idx="57141">
                  <c:v>45350.611805555563</c:v>
                </c:pt>
                <c:pt idx="57142">
                  <c:v>45350.62222222222</c:v>
                </c:pt>
                <c:pt idx="57143">
                  <c:v>45350.624305555553</c:v>
                </c:pt>
                <c:pt idx="57144">
                  <c:v>45350.631249999999</c:v>
                </c:pt>
                <c:pt idx="57145">
                  <c:v>45350.63958333333</c:v>
                </c:pt>
                <c:pt idx="57146">
                  <c:v>45350.644444444442</c:v>
                </c:pt>
                <c:pt idx="57147">
                  <c:v>45350.658333333333</c:v>
                </c:pt>
                <c:pt idx="57148">
                  <c:v>45350.665972222218</c:v>
                </c:pt>
                <c:pt idx="57149">
                  <c:v>45350.73333333333</c:v>
                </c:pt>
                <c:pt idx="57150">
                  <c:v>45350.745138888888</c:v>
                </c:pt>
                <c:pt idx="57151">
                  <c:v>45350.745138888888</c:v>
                </c:pt>
                <c:pt idx="57152">
                  <c:v>45350.762499999997</c:v>
                </c:pt>
                <c:pt idx="57153">
                  <c:v>45350.765277777777</c:v>
                </c:pt>
                <c:pt idx="57154">
                  <c:v>45350.780555555553</c:v>
                </c:pt>
                <c:pt idx="57155">
                  <c:v>45350.621527777781</c:v>
                </c:pt>
                <c:pt idx="57156">
                  <c:v>45351.4375</c:v>
                </c:pt>
                <c:pt idx="57157">
                  <c:v>45351.455555555563</c:v>
                </c:pt>
                <c:pt idx="57158">
                  <c:v>45351.472916666673</c:v>
                </c:pt>
                <c:pt idx="57159">
                  <c:v>45351.853472222218</c:v>
                </c:pt>
                <c:pt idx="57160">
                  <c:v>45351.854861111111</c:v>
                </c:pt>
                <c:pt idx="57161">
                  <c:v>45351.865277777782</c:v>
                </c:pt>
                <c:pt idx="57162">
                  <c:v>45351.870833333327</c:v>
                </c:pt>
                <c:pt idx="57163">
                  <c:v>45351.876388888893</c:v>
                </c:pt>
                <c:pt idx="57164">
                  <c:v>45351.881249999999</c:v>
                </c:pt>
                <c:pt idx="57165">
                  <c:v>45351.887499999997</c:v>
                </c:pt>
                <c:pt idx="57166">
                  <c:v>45351.915277777778</c:v>
                </c:pt>
                <c:pt idx="57167">
                  <c:v>45351.924305555563</c:v>
                </c:pt>
                <c:pt idx="57168">
                  <c:v>45351.934027777781</c:v>
                </c:pt>
                <c:pt idx="57169">
                  <c:v>45351.947916666657</c:v>
                </c:pt>
                <c:pt idx="57170">
                  <c:v>45351.949305555558</c:v>
                </c:pt>
                <c:pt idx="57171">
                  <c:v>45351.988194444442</c:v>
                </c:pt>
                <c:pt idx="57172">
                  <c:v>45351.84652777778</c:v>
                </c:pt>
                <c:pt idx="57173">
                  <c:v>45351.992361111108</c:v>
                </c:pt>
                <c:pt idx="57174">
                  <c:v>45352.000694444447</c:v>
                </c:pt>
                <c:pt idx="57175">
                  <c:v>45352.025000000001</c:v>
                </c:pt>
                <c:pt idx="57176">
                  <c:v>45352.091666666667</c:v>
                </c:pt>
                <c:pt idx="57177">
                  <c:v>45352.102777777778</c:v>
                </c:pt>
                <c:pt idx="57178">
                  <c:v>45352.131249999999</c:v>
                </c:pt>
                <c:pt idx="57179">
                  <c:v>45352.238888888889</c:v>
                </c:pt>
                <c:pt idx="57180">
                  <c:v>45352.244444444441</c:v>
                </c:pt>
                <c:pt idx="57181">
                  <c:v>45352.338888888888</c:v>
                </c:pt>
                <c:pt idx="57182">
                  <c:v>45352.386805555558</c:v>
                </c:pt>
                <c:pt idx="57183">
                  <c:v>45352.402777777781</c:v>
                </c:pt>
                <c:pt idx="57184">
                  <c:v>45352.421527777777</c:v>
                </c:pt>
                <c:pt idx="57185">
                  <c:v>45352.426388888889</c:v>
                </c:pt>
                <c:pt idx="57186">
                  <c:v>45352.428472222222</c:v>
                </c:pt>
                <c:pt idx="57187">
                  <c:v>45352.000694444447</c:v>
                </c:pt>
                <c:pt idx="57188">
                  <c:v>45351.838888888888</c:v>
                </c:pt>
                <c:pt idx="57189">
                  <c:v>45351.802777777782</c:v>
                </c:pt>
                <c:pt idx="57190">
                  <c:v>45351.79583333333</c:v>
                </c:pt>
                <c:pt idx="57191">
                  <c:v>45351.48541666667</c:v>
                </c:pt>
                <c:pt idx="57192">
                  <c:v>45351.487500000003</c:v>
                </c:pt>
                <c:pt idx="57193">
                  <c:v>45351.490277777782</c:v>
                </c:pt>
                <c:pt idx="57194">
                  <c:v>45351.498611111107</c:v>
                </c:pt>
                <c:pt idx="57195">
                  <c:v>45351.508333333331</c:v>
                </c:pt>
                <c:pt idx="57196">
                  <c:v>45351.518750000003</c:v>
                </c:pt>
                <c:pt idx="57197">
                  <c:v>45351.519444444442</c:v>
                </c:pt>
                <c:pt idx="57198">
                  <c:v>45351.536111111112</c:v>
                </c:pt>
                <c:pt idx="57199">
                  <c:v>45351.543749999997</c:v>
                </c:pt>
                <c:pt idx="57200">
                  <c:v>45351.548611111109</c:v>
                </c:pt>
                <c:pt idx="57201">
                  <c:v>45351.554166666669</c:v>
                </c:pt>
                <c:pt idx="57202">
                  <c:v>45351.563194444447</c:v>
                </c:pt>
                <c:pt idx="57203">
                  <c:v>45351.572916666657</c:v>
                </c:pt>
                <c:pt idx="57204">
                  <c:v>45351.59097222222</c:v>
                </c:pt>
                <c:pt idx="57205">
                  <c:v>45351.617361111108</c:v>
                </c:pt>
                <c:pt idx="57206">
                  <c:v>45351.62777777778</c:v>
                </c:pt>
                <c:pt idx="57207">
                  <c:v>45351.642361111109</c:v>
                </c:pt>
                <c:pt idx="57208">
                  <c:v>45351.651388888888</c:v>
                </c:pt>
                <c:pt idx="57209">
                  <c:v>45351.651388888888</c:v>
                </c:pt>
                <c:pt idx="57210">
                  <c:v>45351.654861111107</c:v>
                </c:pt>
                <c:pt idx="57211">
                  <c:v>45351.655555555553</c:v>
                </c:pt>
                <c:pt idx="57212">
                  <c:v>45351.672222222223</c:v>
                </c:pt>
                <c:pt idx="57213">
                  <c:v>45351.68472222222</c:v>
                </c:pt>
                <c:pt idx="57214">
                  <c:v>45351.69027777778</c:v>
                </c:pt>
                <c:pt idx="57215">
                  <c:v>45351.690972222219</c:v>
                </c:pt>
                <c:pt idx="57216">
                  <c:v>45351.701388888891</c:v>
                </c:pt>
                <c:pt idx="57217">
                  <c:v>45351.738194444442</c:v>
                </c:pt>
                <c:pt idx="57218">
                  <c:v>45351.745833333327</c:v>
                </c:pt>
                <c:pt idx="57219">
                  <c:v>45351.771527777782</c:v>
                </c:pt>
                <c:pt idx="57220">
                  <c:v>45350.392361111109</c:v>
                </c:pt>
                <c:pt idx="57221">
                  <c:v>45350.382638888892</c:v>
                </c:pt>
                <c:pt idx="57222">
                  <c:v>45350.331250000003</c:v>
                </c:pt>
                <c:pt idx="57223">
                  <c:v>45350.293749999997</c:v>
                </c:pt>
                <c:pt idx="57224">
                  <c:v>45348.779166666667</c:v>
                </c:pt>
                <c:pt idx="57225">
                  <c:v>45348.792361111111</c:v>
                </c:pt>
                <c:pt idx="57226">
                  <c:v>45348.804861111108</c:v>
                </c:pt>
                <c:pt idx="57227">
                  <c:v>45348.829861111109</c:v>
                </c:pt>
                <c:pt idx="57228">
                  <c:v>45348.842361111107</c:v>
                </c:pt>
                <c:pt idx="57229">
                  <c:v>45348.848611111112</c:v>
                </c:pt>
                <c:pt idx="57230">
                  <c:v>45348.851388888892</c:v>
                </c:pt>
                <c:pt idx="57231">
                  <c:v>45348.852083333331</c:v>
                </c:pt>
                <c:pt idx="57232">
                  <c:v>45348.857638888891</c:v>
                </c:pt>
                <c:pt idx="57233">
                  <c:v>45348.865277777782</c:v>
                </c:pt>
                <c:pt idx="57234">
                  <c:v>45348.921527777777</c:v>
                </c:pt>
                <c:pt idx="57235">
                  <c:v>45348.92291666667</c:v>
                </c:pt>
                <c:pt idx="57236">
                  <c:v>45348.938888888893</c:v>
                </c:pt>
                <c:pt idx="57237">
                  <c:v>45348.773611111108</c:v>
                </c:pt>
                <c:pt idx="57238">
                  <c:v>45348.94027777778</c:v>
                </c:pt>
                <c:pt idx="57239">
                  <c:v>45348.996527777781</c:v>
                </c:pt>
                <c:pt idx="57240">
                  <c:v>45349.059027777781</c:v>
                </c:pt>
                <c:pt idx="57241">
                  <c:v>45349.068055555559</c:v>
                </c:pt>
                <c:pt idx="57242">
                  <c:v>45349.19027777778</c:v>
                </c:pt>
                <c:pt idx="57243">
                  <c:v>45349.224999999999</c:v>
                </c:pt>
                <c:pt idx="57244">
                  <c:v>45349.229861111111</c:v>
                </c:pt>
                <c:pt idx="57245">
                  <c:v>45349.273611111108</c:v>
                </c:pt>
                <c:pt idx="57246">
                  <c:v>45349.275000000001</c:v>
                </c:pt>
                <c:pt idx="57247">
                  <c:v>45349.277777777781</c:v>
                </c:pt>
                <c:pt idx="57248">
                  <c:v>45349.308333333327</c:v>
                </c:pt>
                <c:pt idx="57249">
                  <c:v>45349.320833333331</c:v>
                </c:pt>
                <c:pt idx="57250">
                  <c:v>45349.357638888891</c:v>
                </c:pt>
                <c:pt idx="57251">
                  <c:v>45349.371527777781</c:v>
                </c:pt>
                <c:pt idx="57252">
                  <c:v>45348.991666666669</c:v>
                </c:pt>
                <c:pt idx="57253">
                  <c:v>45348.754861111112</c:v>
                </c:pt>
                <c:pt idx="57254">
                  <c:v>45348.749305555553</c:v>
                </c:pt>
                <c:pt idx="57255">
                  <c:v>45348.745833333327</c:v>
                </c:pt>
                <c:pt idx="57256">
                  <c:v>45348.368750000001</c:v>
                </c:pt>
                <c:pt idx="57257">
                  <c:v>45348.407638888893</c:v>
                </c:pt>
                <c:pt idx="57258">
                  <c:v>45348.435416666667</c:v>
                </c:pt>
                <c:pt idx="57259">
                  <c:v>45348.444444444453</c:v>
                </c:pt>
                <c:pt idx="57260">
                  <c:v>45348.446527777778</c:v>
                </c:pt>
                <c:pt idx="57261">
                  <c:v>45348.447916666657</c:v>
                </c:pt>
                <c:pt idx="57262">
                  <c:v>45348.447916666657</c:v>
                </c:pt>
                <c:pt idx="57263">
                  <c:v>45348.472916666673</c:v>
                </c:pt>
                <c:pt idx="57264">
                  <c:v>45348.496527777781</c:v>
                </c:pt>
                <c:pt idx="57265">
                  <c:v>45348.51666666667</c:v>
                </c:pt>
                <c:pt idx="57266">
                  <c:v>45348.518750000003</c:v>
                </c:pt>
                <c:pt idx="57267">
                  <c:v>45348.518750000003</c:v>
                </c:pt>
                <c:pt idx="57268">
                  <c:v>45348.527777777781</c:v>
                </c:pt>
                <c:pt idx="57269">
                  <c:v>45348.537499999999</c:v>
                </c:pt>
                <c:pt idx="57270">
                  <c:v>45348.540972222218</c:v>
                </c:pt>
                <c:pt idx="57271">
                  <c:v>45348.547222222223</c:v>
                </c:pt>
                <c:pt idx="57272">
                  <c:v>45348.556944444441</c:v>
                </c:pt>
                <c:pt idx="57273">
                  <c:v>45348.566666666673</c:v>
                </c:pt>
                <c:pt idx="57274">
                  <c:v>45348.619444444441</c:v>
                </c:pt>
                <c:pt idx="57275">
                  <c:v>45348.62777777778</c:v>
                </c:pt>
                <c:pt idx="57276">
                  <c:v>45348.634722222218</c:v>
                </c:pt>
                <c:pt idx="57277">
                  <c:v>45348.652083333327</c:v>
                </c:pt>
                <c:pt idx="57278">
                  <c:v>45348.677083333343</c:v>
                </c:pt>
                <c:pt idx="57279">
                  <c:v>45348.681250000001</c:v>
                </c:pt>
                <c:pt idx="57280">
                  <c:v>45348.688888888893</c:v>
                </c:pt>
                <c:pt idx="57281">
                  <c:v>45348.708333333343</c:v>
                </c:pt>
                <c:pt idx="57282">
                  <c:v>45348.710416666669</c:v>
                </c:pt>
                <c:pt idx="57283">
                  <c:v>45348.723611111112</c:v>
                </c:pt>
                <c:pt idx="57284">
                  <c:v>45348.73333333333</c:v>
                </c:pt>
                <c:pt idx="57285">
                  <c:v>45349.390972222223</c:v>
                </c:pt>
                <c:pt idx="57286">
                  <c:v>45352.429861111108</c:v>
                </c:pt>
                <c:pt idx="57287">
                  <c:v>45349.395138888889</c:v>
                </c:pt>
                <c:pt idx="57288">
                  <c:v>45349.411805555559</c:v>
                </c:pt>
                <c:pt idx="57289">
                  <c:v>45349.820833333331</c:v>
                </c:pt>
                <c:pt idx="57290">
                  <c:v>45349.840277777781</c:v>
                </c:pt>
                <c:pt idx="57291">
                  <c:v>45349.845138888893</c:v>
                </c:pt>
                <c:pt idx="57292">
                  <c:v>45349.845833333333</c:v>
                </c:pt>
                <c:pt idx="57293">
                  <c:v>45349.849305555559</c:v>
                </c:pt>
                <c:pt idx="57294">
                  <c:v>45349.856944444437</c:v>
                </c:pt>
                <c:pt idx="57295">
                  <c:v>45349.863194444442</c:v>
                </c:pt>
                <c:pt idx="57296">
                  <c:v>45349.868055555547</c:v>
                </c:pt>
                <c:pt idx="57297">
                  <c:v>45349.882638888892</c:v>
                </c:pt>
                <c:pt idx="57298">
                  <c:v>45349.887499999997</c:v>
                </c:pt>
                <c:pt idx="57299">
                  <c:v>45349.896527777782</c:v>
                </c:pt>
                <c:pt idx="57300">
                  <c:v>45349.910416666673</c:v>
                </c:pt>
                <c:pt idx="57301">
                  <c:v>45349.911111111112</c:v>
                </c:pt>
                <c:pt idx="57302">
                  <c:v>45349.811805555553</c:v>
                </c:pt>
                <c:pt idx="57303">
                  <c:v>45349.929861111108</c:v>
                </c:pt>
                <c:pt idx="57304">
                  <c:v>45349.960416666669</c:v>
                </c:pt>
                <c:pt idx="57305">
                  <c:v>45349.989583333343</c:v>
                </c:pt>
                <c:pt idx="57306">
                  <c:v>45350.01458333333</c:v>
                </c:pt>
                <c:pt idx="57307">
                  <c:v>45350.025000000001</c:v>
                </c:pt>
                <c:pt idx="57308">
                  <c:v>45350.03125</c:v>
                </c:pt>
                <c:pt idx="57309">
                  <c:v>45350.038888888892</c:v>
                </c:pt>
                <c:pt idx="57310">
                  <c:v>45350.079861111109</c:v>
                </c:pt>
                <c:pt idx="57311">
                  <c:v>45350.084027777782</c:v>
                </c:pt>
                <c:pt idx="57312">
                  <c:v>45350.099305555559</c:v>
                </c:pt>
                <c:pt idx="57313">
                  <c:v>45350.127083333333</c:v>
                </c:pt>
                <c:pt idx="57314">
                  <c:v>45350.161111111112</c:v>
                </c:pt>
                <c:pt idx="57315">
                  <c:v>45350.179861111108</c:v>
                </c:pt>
                <c:pt idx="57316">
                  <c:v>45350.199305555558</c:v>
                </c:pt>
                <c:pt idx="57317">
                  <c:v>45349.94027777778</c:v>
                </c:pt>
                <c:pt idx="57318">
                  <c:v>45349.810416666667</c:v>
                </c:pt>
                <c:pt idx="57319">
                  <c:v>45349.806944444441</c:v>
                </c:pt>
                <c:pt idx="57320">
                  <c:v>45349.794444444437</c:v>
                </c:pt>
                <c:pt idx="57321">
                  <c:v>45349.420138888891</c:v>
                </c:pt>
                <c:pt idx="57322">
                  <c:v>45349.425000000003</c:v>
                </c:pt>
                <c:pt idx="57323">
                  <c:v>45349.47152777778</c:v>
                </c:pt>
                <c:pt idx="57324">
                  <c:v>45349.484722222223</c:v>
                </c:pt>
                <c:pt idx="57325">
                  <c:v>45349.493750000001</c:v>
                </c:pt>
                <c:pt idx="57326">
                  <c:v>45349.499305555553</c:v>
                </c:pt>
                <c:pt idx="57327">
                  <c:v>45349.502083333333</c:v>
                </c:pt>
                <c:pt idx="57328">
                  <c:v>45349.505555555559</c:v>
                </c:pt>
                <c:pt idx="57329">
                  <c:v>45349.515277777777</c:v>
                </c:pt>
                <c:pt idx="57330">
                  <c:v>45349.519444444442</c:v>
                </c:pt>
                <c:pt idx="57331">
                  <c:v>45349.53402777778</c:v>
                </c:pt>
                <c:pt idx="57332">
                  <c:v>45349.552777777782</c:v>
                </c:pt>
                <c:pt idx="57333">
                  <c:v>45349.55972222222</c:v>
                </c:pt>
                <c:pt idx="57334">
                  <c:v>45349.570138888892</c:v>
                </c:pt>
                <c:pt idx="57335">
                  <c:v>45349.574305555558</c:v>
                </c:pt>
                <c:pt idx="57336">
                  <c:v>45349.579861111109</c:v>
                </c:pt>
                <c:pt idx="57337">
                  <c:v>45349.595138888893</c:v>
                </c:pt>
                <c:pt idx="57338">
                  <c:v>45349.630555555559</c:v>
                </c:pt>
                <c:pt idx="57339">
                  <c:v>45349.63958333333</c:v>
                </c:pt>
                <c:pt idx="57340">
                  <c:v>45349.649305555547</c:v>
                </c:pt>
                <c:pt idx="57341">
                  <c:v>45349.675000000003</c:v>
                </c:pt>
                <c:pt idx="57342">
                  <c:v>45349.685416666667</c:v>
                </c:pt>
                <c:pt idx="57343">
                  <c:v>45349.737500000003</c:v>
                </c:pt>
                <c:pt idx="57344">
                  <c:v>45349.757638888892</c:v>
                </c:pt>
                <c:pt idx="57345">
                  <c:v>45349.759027777778</c:v>
                </c:pt>
                <c:pt idx="57346">
                  <c:v>45349.768055555563</c:v>
                </c:pt>
                <c:pt idx="57347">
                  <c:v>45349.769444444442</c:v>
                </c:pt>
                <c:pt idx="57348">
                  <c:v>45349.787499999999</c:v>
                </c:pt>
                <c:pt idx="57349">
                  <c:v>45349.793055555558</c:v>
                </c:pt>
                <c:pt idx="57350">
                  <c:v>45349.397916666669</c:v>
                </c:pt>
                <c:pt idx="57351">
                  <c:v>45352.43472222222</c:v>
                </c:pt>
                <c:pt idx="57352">
                  <c:v>45352.436111111107</c:v>
                </c:pt>
                <c:pt idx="57353">
                  <c:v>45352.445833333331</c:v>
                </c:pt>
                <c:pt idx="57354">
                  <c:v>45355.457638888889</c:v>
                </c:pt>
                <c:pt idx="57355">
                  <c:v>45355.458333333343</c:v>
                </c:pt>
                <c:pt idx="57356">
                  <c:v>45355.460416666669</c:v>
                </c:pt>
                <c:pt idx="57357">
                  <c:v>45355.494444444441</c:v>
                </c:pt>
                <c:pt idx="57358">
                  <c:v>45355.507638888892</c:v>
                </c:pt>
                <c:pt idx="57359">
                  <c:v>45355.518750000003</c:v>
                </c:pt>
                <c:pt idx="57360">
                  <c:v>45355.524305555547</c:v>
                </c:pt>
                <c:pt idx="57361">
                  <c:v>45355.541666666657</c:v>
                </c:pt>
                <c:pt idx="57362">
                  <c:v>45355.55</c:v>
                </c:pt>
                <c:pt idx="57363">
                  <c:v>45355.551388888889</c:v>
                </c:pt>
                <c:pt idx="57364">
                  <c:v>45355.551388888889</c:v>
                </c:pt>
                <c:pt idx="57365">
                  <c:v>45355.566666666673</c:v>
                </c:pt>
                <c:pt idx="57366">
                  <c:v>45355.577777777777</c:v>
                </c:pt>
                <c:pt idx="57367">
                  <c:v>45355.453472222223</c:v>
                </c:pt>
                <c:pt idx="57368">
                  <c:v>45355.57916666667</c:v>
                </c:pt>
                <c:pt idx="57369">
                  <c:v>45355.603472222218</c:v>
                </c:pt>
                <c:pt idx="57370">
                  <c:v>45355.612500000003</c:v>
                </c:pt>
                <c:pt idx="57371">
                  <c:v>45355.614583333343</c:v>
                </c:pt>
                <c:pt idx="57372">
                  <c:v>45355.617361111108</c:v>
                </c:pt>
                <c:pt idx="57373">
                  <c:v>45355.617361111108</c:v>
                </c:pt>
                <c:pt idx="57374">
                  <c:v>45355.621527777781</c:v>
                </c:pt>
                <c:pt idx="57375">
                  <c:v>45355.627083333333</c:v>
                </c:pt>
                <c:pt idx="57376">
                  <c:v>45355.629166666673</c:v>
                </c:pt>
                <c:pt idx="57377">
                  <c:v>45355.655555555553</c:v>
                </c:pt>
                <c:pt idx="57378">
                  <c:v>45355.67083333333</c:v>
                </c:pt>
                <c:pt idx="57379">
                  <c:v>45355.672222222223</c:v>
                </c:pt>
                <c:pt idx="57380">
                  <c:v>45355.70208333333</c:v>
                </c:pt>
                <c:pt idx="57381">
                  <c:v>45355.731944444437</c:v>
                </c:pt>
                <c:pt idx="57382">
                  <c:v>45355.6</c:v>
                </c:pt>
                <c:pt idx="57383">
                  <c:v>45355.45208333333</c:v>
                </c:pt>
                <c:pt idx="57384">
                  <c:v>45355.447222222218</c:v>
                </c:pt>
                <c:pt idx="57385">
                  <c:v>45355.444444444453</c:v>
                </c:pt>
                <c:pt idx="57386">
                  <c:v>45354.708333333343</c:v>
                </c:pt>
                <c:pt idx="57387">
                  <c:v>45354.724999999999</c:v>
                </c:pt>
                <c:pt idx="57388">
                  <c:v>45354.745138888888</c:v>
                </c:pt>
                <c:pt idx="57389">
                  <c:v>45354.767361111109</c:v>
                </c:pt>
                <c:pt idx="57390">
                  <c:v>45354.784722222219</c:v>
                </c:pt>
                <c:pt idx="57391">
                  <c:v>45354.821527777778</c:v>
                </c:pt>
                <c:pt idx="57392">
                  <c:v>45354.847222222219</c:v>
                </c:pt>
                <c:pt idx="57393">
                  <c:v>45354.851388888892</c:v>
                </c:pt>
                <c:pt idx="57394">
                  <c:v>45354.857638888891</c:v>
                </c:pt>
                <c:pt idx="57395">
                  <c:v>45354.862500000003</c:v>
                </c:pt>
                <c:pt idx="57396">
                  <c:v>45354.872916666667</c:v>
                </c:pt>
                <c:pt idx="57397">
                  <c:v>45354.874305555553</c:v>
                </c:pt>
                <c:pt idx="57398">
                  <c:v>45354.879861111112</c:v>
                </c:pt>
                <c:pt idx="57399">
                  <c:v>45354.887499999997</c:v>
                </c:pt>
                <c:pt idx="57400">
                  <c:v>45354.911805555559</c:v>
                </c:pt>
                <c:pt idx="57401">
                  <c:v>45354.953472222223</c:v>
                </c:pt>
                <c:pt idx="57402">
                  <c:v>45354.970138888893</c:v>
                </c:pt>
                <c:pt idx="57403">
                  <c:v>45354.979166666657</c:v>
                </c:pt>
                <c:pt idx="57404">
                  <c:v>45354.990277777782</c:v>
                </c:pt>
                <c:pt idx="57405">
                  <c:v>45355.012499999997</c:v>
                </c:pt>
                <c:pt idx="57406">
                  <c:v>45355.015277777777</c:v>
                </c:pt>
                <c:pt idx="57407">
                  <c:v>45355.158333333333</c:v>
                </c:pt>
                <c:pt idx="57408">
                  <c:v>45355.197222222218</c:v>
                </c:pt>
                <c:pt idx="57409">
                  <c:v>45355.352083333331</c:v>
                </c:pt>
                <c:pt idx="57410">
                  <c:v>45355.355555555558</c:v>
                </c:pt>
                <c:pt idx="57411">
                  <c:v>45355.356249999997</c:v>
                </c:pt>
                <c:pt idx="57412">
                  <c:v>45355.382638888892</c:v>
                </c:pt>
                <c:pt idx="57413">
                  <c:v>45355.393750000003</c:v>
                </c:pt>
                <c:pt idx="57414">
                  <c:v>45355.424305555563</c:v>
                </c:pt>
                <c:pt idx="57415">
                  <c:v>45355.738194444442</c:v>
                </c:pt>
                <c:pt idx="57416">
                  <c:v>45354.704861111109</c:v>
                </c:pt>
                <c:pt idx="57417">
                  <c:v>45355.739583333343</c:v>
                </c:pt>
                <c:pt idx="57418">
                  <c:v>45355.777083333327</c:v>
                </c:pt>
                <c:pt idx="57419">
                  <c:v>45356.506249999999</c:v>
                </c:pt>
                <c:pt idx="57420">
                  <c:v>45356.513194444437</c:v>
                </c:pt>
                <c:pt idx="57421">
                  <c:v>45356.523611111108</c:v>
                </c:pt>
                <c:pt idx="57422">
                  <c:v>45356.55</c:v>
                </c:pt>
                <c:pt idx="57423">
                  <c:v>45356.561111111107</c:v>
                </c:pt>
                <c:pt idx="57424">
                  <c:v>45356.563888888893</c:v>
                </c:pt>
                <c:pt idx="57425">
                  <c:v>45356.595138888893</c:v>
                </c:pt>
                <c:pt idx="57426">
                  <c:v>45356.595138888893</c:v>
                </c:pt>
                <c:pt idx="57427">
                  <c:v>45356.598611111112</c:v>
                </c:pt>
                <c:pt idx="57428">
                  <c:v>45356.6</c:v>
                </c:pt>
                <c:pt idx="57429">
                  <c:v>45356.600694444453</c:v>
                </c:pt>
                <c:pt idx="57430">
                  <c:v>45356.604166666657</c:v>
                </c:pt>
                <c:pt idx="57431">
                  <c:v>45356.629166666673</c:v>
                </c:pt>
                <c:pt idx="57432">
                  <c:v>45356.481249999997</c:v>
                </c:pt>
                <c:pt idx="57433">
                  <c:v>45356.642361111109</c:v>
                </c:pt>
                <c:pt idx="57434">
                  <c:v>45356.672222222223</c:v>
                </c:pt>
                <c:pt idx="57435">
                  <c:v>45356.679166666669</c:v>
                </c:pt>
                <c:pt idx="57436">
                  <c:v>45356.6875</c:v>
                </c:pt>
                <c:pt idx="57437">
                  <c:v>45356.69027777778</c:v>
                </c:pt>
                <c:pt idx="57438">
                  <c:v>45356.70208333333</c:v>
                </c:pt>
                <c:pt idx="57439">
                  <c:v>45356.706250000003</c:v>
                </c:pt>
                <c:pt idx="57440">
                  <c:v>45356.717361111107</c:v>
                </c:pt>
                <c:pt idx="57441">
                  <c:v>45356.774305555547</c:v>
                </c:pt>
                <c:pt idx="57442">
                  <c:v>45356.777083333327</c:v>
                </c:pt>
                <c:pt idx="57443">
                  <c:v>45356.788194444453</c:v>
                </c:pt>
                <c:pt idx="57444">
                  <c:v>45356.793055555558</c:v>
                </c:pt>
                <c:pt idx="57445">
                  <c:v>45356.811805555553</c:v>
                </c:pt>
                <c:pt idx="57446">
                  <c:v>45356.832638888889</c:v>
                </c:pt>
                <c:pt idx="57447">
                  <c:v>45356.661805555559</c:v>
                </c:pt>
                <c:pt idx="57448">
                  <c:v>45356.472916666673</c:v>
                </c:pt>
                <c:pt idx="57449">
                  <c:v>45356.461111111108</c:v>
                </c:pt>
                <c:pt idx="57450">
                  <c:v>45356.446527777778</c:v>
                </c:pt>
                <c:pt idx="57451">
                  <c:v>45355.779861111107</c:v>
                </c:pt>
                <c:pt idx="57452">
                  <c:v>45355.805555555547</c:v>
                </c:pt>
                <c:pt idx="57453">
                  <c:v>45355.808333333327</c:v>
                </c:pt>
                <c:pt idx="57454">
                  <c:v>45355.813194444447</c:v>
                </c:pt>
                <c:pt idx="57455">
                  <c:v>45355.824305555558</c:v>
                </c:pt>
                <c:pt idx="57456">
                  <c:v>45355.828472222223</c:v>
                </c:pt>
                <c:pt idx="57457">
                  <c:v>45355.836111111108</c:v>
                </c:pt>
                <c:pt idx="57458">
                  <c:v>45355.847222222219</c:v>
                </c:pt>
                <c:pt idx="57459">
                  <c:v>45355.856249999997</c:v>
                </c:pt>
                <c:pt idx="57460">
                  <c:v>45355.876388888893</c:v>
                </c:pt>
                <c:pt idx="57461">
                  <c:v>45355.887499999997</c:v>
                </c:pt>
                <c:pt idx="57462">
                  <c:v>45355.913194444453</c:v>
                </c:pt>
                <c:pt idx="57463">
                  <c:v>45355.915277777778</c:v>
                </c:pt>
                <c:pt idx="57464">
                  <c:v>45355.915277777778</c:v>
                </c:pt>
                <c:pt idx="57465">
                  <c:v>45355.944444444453</c:v>
                </c:pt>
                <c:pt idx="57466">
                  <c:v>45355.977083333331</c:v>
                </c:pt>
                <c:pt idx="57467">
                  <c:v>45356.035416666673</c:v>
                </c:pt>
                <c:pt idx="57468">
                  <c:v>45356.058333333327</c:v>
                </c:pt>
                <c:pt idx="57469">
                  <c:v>45356.061111111107</c:v>
                </c:pt>
                <c:pt idx="57470">
                  <c:v>45356.0625</c:v>
                </c:pt>
                <c:pt idx="57471">
                  <c:v>45356.301388888889</c:v>
                </c:pt>
                <c:pt idx="57472">
                  <c:v>45356.316666666673</c:v>
                </c:pt>
                <c:pt idx="57473">
                  <c:v>45356.317361111112</c:v>
                </c:pt>
                <c:pt idx="57474">
                  <c:v>45356.333333333343</c:v>
                </c:pt>
                <c:pt idx="57475">
                  <c:v>45356.370138888888</c:v>
                </c:pt>
                <c:pt idx="57476">
                  <c:v>45356.385416666657</c:v>
                </c:pt>
                <c:pt idx="57477">
                  <c:v>45356.390972222223</c:v>
                </c:pt>
                <c:pt idx="57478">
                  <c:v>45356.408333333333</c:v>
                </c:pt>
                <c:pt idx="57479">
                  <c:v>45356.428472222222</c:v>
                </c:pt>
                <c:pt idx="57480">
                  <c:v>45355.761111111111</c:v>
                </c:pt>
                <c:pt idx="57481">
                  <c:v>45329.02847222222</c:v>
                </c:pt>
                <c:pt idx="57482">
                  <c:v>45354.678472222222</c:v>
                </c:pt>
                <c:pt idx="57483">
                  <c:v>45354.665277777778</c:v>
                </c:pt>
                <c:pt idx="57484">
                  <c:v>45352.862500000003</c:v>
                </c:pt>
                <c:pt idx="57485">
                  <c:v>45352.872916666667</c:v>
                </c:pt>
                <c:pt idx="57486">
                  <c:v>45352.879861111112</c:v>
                </c:pt>
                <c:pt idx="57487">
                  <c:v>45352.885416666657</c:v>
                </c:pt>
                <c:pt idx="57488">
                  <c:v>45352.928472222222</c:v>
                </c:pt>
                <c:pt idx="57489">
                  <c:v>45353.006249999999</c:v>
                </c:pt>
                <c:pt idx="57490">
                  <c:v>45353.065972222219</c:v>
                </c:pt>
                <c:pt idx="57491">
                  <c:v>45353.20208333333</c:v>
                </c:pt>
                <c:pt idx="57492">
                  <c:v>45353.225694444453</c:v>
                </c:pt>
                <c:pt idx="57493">
                  <c:v>45353.302083333343</c:v>
                </c:pt>
                <c:pt idx="57494">
                  <c:v>45353.313194444447</c:v>
                </c:pt>
                <c:pt idx="57495">
                  <c:v>45353.316666666673</c:v>
                </c:pt>
                <c:pt idx="57496">
                  <c:v>45353.364583333343</c:v>
                </c:pt>
                <c:pt idx="57497">
                  <c:v>45352.859027777777</c:v>
                </c:pt>
                <c:pt idx="57498">
                  <c:v>45353.381249999999</c:v>
                </c:pt>
                <c:pt idx="57499">
                  <c:v>45353.443055555559</c:v>
                </c:pt>
                <c:pt idx="57500">
                  <c:v>45353.449305555558</c:v>
                </c:pt>
                <c:pt idx="57501">
                  <c:v>45353.453472222223</c:v>
                </c:pt>
                <c:pt idx="57502">
                  <c:v>45353.472222222219</c:v>
                </c:pt>
                <c:pt idx="57503">
                  <c:v>45353.493750000001</c:v>
                </c:pt>
                <c:pt idx="57504">
                  <c:v>45353.500694444447</c:v>
                </c:pt>
                <c:pt idx="57505">
                  <c:v>45353.506249999999</c:v>
                </c:pt>
                <c:pt idx="57506">
                  <c:v>45353.53402777778</c:v>
                </c:pt>
                <c:pt idx="57507">
                  <c:v>45353.534722222219</c:v>
                </c:pt>
                <c:pt idx="57508">
                  <c:v>45353.542361111111</c:v>
                </c:pt>
                <c:pt idx="57509">
                  <c:v>45353.600694444453</c:v>
                </c:pt>
                <c:pt idx="57510">
                  <c:v>45353.602777777778</c:v>
                </c:pt>
                <c:pt idx="57511">
                  <c:v>45353.602777777778</c:v>
                </c:pt>
                <c:pt idx="57512">
                  <c:v>45353.4</c:v>
                </c:pt>
                <c:pt idx="57513">
                  <c:v>45352.834027777782</c:v>
                </c:pt>
                <c:pt idx="57514">
                  <c:v>45352.827777777777</c:v>
                </c:pt>
                <c:pt idx="57515">
                  <c:v>45352.804166666669</c:v>
                </c:pt>
                <c:pt idx="57516">
                  <c:v>45352.477777777778</c:v>
                </c:pt>
                <c:pt idx="57517">
                  <c:v>45352.478472222218</c:v>
                </c:pt>
                <c:pt idx="57518">
                  <c:v>45352.509722222218</c:v>
                </c:pt>
                <c:pt idx="57519">
                  <c:v>45352.515277777777</c:v>
                </c:pt>
                <c:pt idx="57520">
                  <c:v>45352.525694444441</c:v>
                </c:pt>
                <c:pt idx="57521">
                  <c:v>45352.532638888893</c:v>
                </c:pt>
                <c:pt idx="57522">
                  <c:v>45352.558333333327</c:v>
                </c:pt>
                <c:pt idx="57523">
                  <c:v>45352.567361111112</c:v>
                </c:pt>
                <c:pt idx="57524">
                  <c:v>45352.570833333331</c:v>
                </c:pt>
                <c:pt idx="57525">
                  <c:v>45352.574305555558</c:v>
                </c:pt>
                <c:pt idx="57526">
                  <c:v>45352.583333333343</c:v>
                </c:pt>
                <c:pt idx="57527">
                  <c:v>45352.607638888891</c:v>
                </c:pt>
                <c:pt idx="57528">
                  <c:v>45352.618750000001</c:v>
                </c:pt>
                <c:pt idx="57529">
                  <c:v>45352.625694444447</c:v>
                </c:pt>
                <c:pt idx="57530">
                  <c:v>45352.677083333343</c:v>
                </c:pt>
                <c:pt idx="57531">
                  <c:v>45352.699305555558</c:v>
                </c:pt>
                <c:pt idx="57532">
                  <c:v>45352.70208333333</c:v>
                </c:pt>
                <c:pt idx="57533">
                  <c:v>45352.70416666667</c:v>
                </c:pt>
                <c:pt idx="57534">
                  <c:v>45352.704861111109</c:v>
                </c:pt>
                <c:pt idx="57535">
                  <c:v>45352.704861111109</c:v>
                </c:pt>
                <c:pt idx="57536">
                  <c:v>45352.728472222218</c:v>
                </c:pt>
                <c:pt idx="57537">
                  <c:v>45352.734722222223</c:v>
                </c:pt>
                <c:pt idx="57538">
                  <c:v>45352.739583333343</c:v>
                </c:pt>
                <c:pt idx="57539">
                  <c:v>45352.741666666669</c:v>
                </c:pt>
                <c:pt idx="57540">
                  <c:v>45352.746527777781</c:v>
                </c:pt>
                <c:pt idx="57541">
                  <c:v>45352.765277777777</c:v>
                </c:pt>
                <c:pt idx="57542">
                  <c:v>45352.777083333327</c:v>
                </c:pt>
                <c:pt idx="57543">
                  <c:v>45352.78402777778</c:v>
                </c:pt>
                <c:pt idx="57544">
                  <c:v>45352.803472222222</c:v>
                </c:pt>
                <c:pt idx="57545">
                  <c:v>45353.613194444442</c:v>
                </c:pt>
                <c:pt idx="57546">
                  <c:v>45354.667361111111</c:v>
                </c:pt>
                <c:pt idx="57547">
                  <c:v>45353.614583333343</c:v>
                </c:pt>
                <c:pt idx="57548">
                  <c:v>45353.642361111109</c:v>
                </c:pt>
                <c:pt idx="57549">
                  <c:v>45354.328472222223</c:v>
                </c:pt>
                <c:pt idx="57550">
                  <c:v>45354.335416666669</c:v>
                </c:pt>
                <c:pt idx="57551">
                  <c:v>45354.336111111108</c:v>
                </c:pt>
                <c:pt idx="57552">
                  <c:v>45354.384722222218</c:v>
                </c:pt>
                <c:pt idx="57553">
                  <c:v>45354.397222222222</c:v>
                </c:pt>
                <c:pt idx="57554">
                  <c:v>45354.413194444453</c:v>
                </c:pt>
                <c:pt idx="57555">
                  <c:v>45354.431250000001</c:v>
                </c:pt>
                <c:pt idx="57556">
                  <c:v>45354.45</c:v>
                </c:pt>
                <c:pt idx="57557">
                  <c:v>45354.450694444437</c:v>
                </c:pt>
                <c:pt idx="57558">
                  <c:v>45354.456944444442</c:v>
                </c:pt>
                <c:pt idx="57559">
                  <c:v>45354.458333333343</c:v>
                </c:pt>
                <c:pt idx="57560">
                  <c:v>45354.472222222219</c:v>
                </c:pt>
                <c:pt idx="57561">
                  <c:v>45354.477777777778</c:v>
                </c:pt>
                <c:pt idx="57562">
                  <c:v>45354.293055555558</c:v>
                </c:pt>
                <c:pt idx="57563">
                  <c:v>45354.509722222218</c:v>
                </c:pt>
                <c:pt idx="57564">
                  <c:v>45354.543055555558</c:v>
                </c:pt>
                <c:pt idx="57565">
                  <c:v>45354.545138888891</c:v>
                </c:pt>
                <c:pt idx="57566">
                  <c:v>45354.554861111108</c:v>
                </c:pt>
                <c:pt idx="57567">
                  <c:v>45354.574999999997</c:v>
                </c:pt>
                <c:pt idx="57568">
                  <c:v>45354.583333333343</c:v>
                </c:pt>
                <c:pt idx="57569">
                  <c:v>45354.605555555558</c:v>
                </c:pt>
                <c:pt idx="57570">
                  <c:v>45354.61041666667</c:v>
                </c:pt>
                <c:pt idx="57571">
                  <c:v>45354.612500000003</c:v>
                </c:pt>
                <c:pt idx="57572">
                  <c:v>45354.617361111108</c:v>
                </c:pt>
                <c:pt idx="57573">
                  <c:v>45354.62777777778</c:v>
                </c:pt>
                <c:pt idx="57574">
                  <c:v>45354.652083333327</c:v>
                </c:pt>
                <c:pt idx="57575">
                  <c:v>45354.658333333333</c:v>
                </c:pt>
                <c:pt idx="57576">
                  <c:v>45354.663888888892</c:v>
                </c:pt>
                <c:pt idx="57577">
                  <c:v>45354.51458333333</c:v>
                </c:pt>
                <c:pt idx="57578">
                  <c:v>45354.275000000001</c:v>
                </c:pt>
                <c:pt idx="57579">
                  <c:v>45354.027083333327</c:v>
                </c:pt>
                <c:pt idx="57580">
                  <c:v>45354.01666666667</c:v>
                </c:pt>
                <c:pt idx="57581">
                  <c:v>45353.643750000003</c:v>
                </c:pt>
                <c:pt idx="57582">
                  <c:v>45353.644444444442</c:v>
                </c:pt>
                <c:pt idx="57583">
                  <c:v>45353.686111111107</c:v>
                </c:pt>
                <c:pt idx="57584">
                  <c:v>45353.688194444447</c:v>
                </c:pt>
                <c:pt idx="57585">
                  <c:v>45353.702777777777</c:v>
                </c:pt>
                <c:pt idx="57586">
                  <c:v>45353.707638888889</c:v>
                </c:pt>
                <c:pt idx="57587">
                  <c:v>45353.710416666669</c:v>
                </c:pt>
                <c:pt idx="57588">
                  <c:v>45353.71875</c:v>
                </c:pt>
                <c:pt idx="57589">
                  <c:v>45353.731249999997</c:v>
                </c:pt>
                <c:pt idx="57590">
                  <c:v>45353.740972222222</c:v>
                </c:pt>
                <c:pt idx="57591">
                  <c:v>45353.757638888892</c:v>
                </c:pt>
                <c:pt idx="57592">
                  <c:v>45353.761805555558</c:v>
                </c:pt>
                <c:pt idx="57593">
                  <c:v>45353.761805555558</c:v>
                </c:pt>
                <c:pt idx="57594">
                  <c:v>45353.763194444437</c:v>
                </c:pt>
                <c:pt idx="57595">
                  <c:v>45353.765972222223</c:v>
                </c:pt>
                <c:pt idx="57596">
                  <c:v>45353.772916666669</c:v>
                </c:pt>
                <c:pt idx="57597">
                  <c:v>45353.784722222219</c:v>
                </c:pt>
                <c:pt idx="57598">
                  <c:v>45353.821527777778</c:v>
                </c:pt>
                <c:pt idx="57599">
                  <c:v>45353.824999999997</c:v>
                </c:pt>
                <c:pt idx="57600">
                  <c:v>45353.837500000001</c:v>
                </c:pt>
                <c:pt idx="57601">
                  <c:v>45353.839583333327</c:v>
                </c:pt>
                <c:pt idx="57602">
                  <c:v>45353.851388888892</c:v>
                </c:pt>
                <c:pt idx="57603">
                  <c:v>45353.870138888888</c:v>
                </c:pt>
                <c:pt idx="57604">
                  <c:v>45353.916666666657</c:v>
                </c:pt>
                <c:pt idx="57605">
                  <c:v>45353.929166666669</c:v>
                </c:pt>
                <c:pt idx="57606">
                  <c:v>45353.939583333333</c:v>
                </c:pt>
                <c:pt idx="57607">
                  <c:v>45353.943055555559</c:v>
                </c:pt>
                <c:pt idx="57608">
                  <c:v>45353.994444444441</c:v>
                </c:pt>
                <c:pt idx="57609">
                  <c:v>45354.001388888893</c:v>
                </c:pt>
                <c:pt idx="57610">
                  <c:v>45353.638194444437</c:v>
                </c:pt>
                <c:pt idx="57611">
                  <c:v>45367.456944444442</c:v>
                </c:pt>
                <c:pt idx="57612">
                  <c:v>45329.015277777777</c:v>
                </c:pt>
                <c:pt idx="57613">
                  <c:v>45328.970833333333</c:v>
                </c:pt>
                <c:pt idx="57614">
                  <c:v>45304.772222222222</c:v>
                </c:pt>
                <c:pt idx="57615">
                  <c:v>45304.793749999997</c:v>
                </c:pt>
                <c:pt idx="57616">
                  <c:v>45304.806250000001</c:v>
                </c:pt>
                <c:pt idx="57617">
                  <c:v>45304.811805555553</c:v>
                </c:pt>
                <c:pt idx="57618">
                  <c:v>45304.82916666667</c:v>
                </c:pt>
                <c:pt idx="57619">
                  <c:v>45304.862500000003</c:v>
                </c:pt>
                <c:pt idx="57620">
                  <c:v>45304.863888888889</c:v>
                </c:pt>
                <c:pt idx="57621">
                  <c:v>45304.908333333333</c:v>
                </c:pt>
                <c:pt idx="57622">
                  <c:v>45304.997916666667</c:v>
                </c:pt>
                <c:pt idx="57623">
                  <c:v>45305.033333333333</c:v>
                </c:pt>
                <c:pt idx="57624">
                  <c:v>45305.042361111111</c:v>
                </c:pt>
                <c:pt idx="57625">
                  <c:v>45305.201388888891</c:v>
                </c:pt>
                <c:pt idx="57626">
                  <c:v>45305.379861111112</c:v>
                </c:pt>
                <c:pt idx="57627">
                  <c:v>45304.753472222219</c:v>
                </c:pt>
                <c:pt idx="57628">
                  <c:v>45305.386805555558</c:v>
                </c:pt>
                <c:pt idx="57629">
                  <c:v>45305.395833333343</c:v>
                </c:pt>
                <c:pt idx="57630">
                  <c:v>45305.399305555547</c:v>
                </c:pt>
                <c:pt idx="57631">
                  <c:v>45305.438888888893</c:v>
                </c:pt>
                <c:pt idx="57632">
                  <c:v>45305.452777777777</c:v>
                </c:pt>
                <c:pt idx="57633">
                  <c:v>45305.503472222219</c:v>
                </c:pt>
                <c:pt idx="57634">
                  <c:v>45305.518055555563</c:v>
                </c:pt>
                <c:pt idx="57635">
                  <c:v>45305.577777777777</c:v>
                </c:pt>
                <c:pt idx="57636">
                  <c:v>45305.594444444447</c:v>
                </c:pt>
                <c:pt idx="57637">
                  <c:v>45305.636111111111</c:v>
                </c:pt>
                <c:pt idx="57638">
                  <c:v>45305.655555555553</c:v>
                </c:pt>
                <c:pt idx="57639">
                  <c:v>45305.662499999999</c:v>
                </c:pt>
                <c:pt idx="57640">
                  <c:v>45305.673611111109</c:v>
                </c:pt>
                <c:pt idx="57641">
                  <c:v>45305.679861111108</c:v>
                </c:pt>
                <c:pt idx="57642">
                  <c:v>45305.393750000003</c:v>
                </c:pt>
                <c:pt idx="57643">
                  <c:v>45305.707638888889</c:v>
                </c:pt>
                <c:pt idx="57644">
                  <c:v>45304.752083333333</c:v>
                </c:pt>
                <c:pt idx="57645">
                  <c:v>45304.731249999997</c:v>
                </c:pt>
                <c:pt idx="57646">
                  <c:v>45304.268055555563</c:v>
                </c:pt>
                <c:pt idx="57647">
                  <c:v>45304.275694444441</c:v>
                </c:pt>
                <c:pt idx="57648">
                  <c:v>45304.310416666667</c:v>
                </c:pt>
                <c:pt idx="57649">
                  <c:v>45304.34375</c:v>
                </c:pt>
                <c:pt idx="57650">
                  <c:v>45304.400694444441</c:v>
                </c:pt>
                <c:pt idx="57651">
                  <c:v>45304.40902777778</c:v>
                </c:pt>
                <c:pt idx="57652">
                  <c:v>45304.409722222219</c:v>
                </c:pt>
                <c:pt idx="57653">
                  <c:v>45304.409722222219</c:v>
                </c:pt>
                <c:pt idx="57654">
                  <c:v>45304.456944444442</c:v>
                </c:pt>
                <c:pt idx="57655">
                  <c:v>45304.456944444442</c:v>
                </c:pt>
                <c:pt idx="57656">
                  <c:v>45304.460416666669</c:v>
                </c:pt>
                <c:pt idx="57657">
                  <c:v>45304.464583333327</c:v>
                </c:pt>
                <c:pt idx="57658">
                  <c:v>45304.500694444447</c:v>
                </c:pt>
                <c:pt idx="57659">
                  <c:v>45304.75</c:v>
                </c:pt>
                <c:pt idx="57660">
                  <c:v>45304.519444444442</c:v>
                </c:pt>
                <c:pt idx="57661">
                  <c:v>45304.613888888889</c:v>
                </c:pt>
                <c:pt idx="57662">
                  <c:v>45304.615277777782</c:v>
                </c:pt>
                <c:pt idx="57663">
                  <c:v>45304.617361111108</c:v>
                </c:pt>
                <c:pt idx="57664">
                  <c:v>45304.650694444441</c:v>
                </c:pt>
                <c:pt idx="57665">
                  <c:v>45304.658333333333</c:v>
                </c:pt>
                <c:pt idx="57666">
                  <c:v>45304.675000000003</c:v>
                </c:pt>
                <c:pt idx="57667">
                  <c:v>45304.677083333343</c:v>
                </c:pt>
                <c:pt idx="57668">
                  <c:v>45304.68472222222</c:v>
                </c:pt>
                <c:pt idx="57669">
                  <c:v>45304.686805555553</c:v>
                </c:pt>
                <c:pt idx="57670">
                  <c:v>45304.709722222222</c:v>
                </c:pt>
                <c:pt idx="57671">
                  <c:v>45304.713194444441</c:v>
                </c:pt>
                <c:pt idx="57672">
                  <c:v>45304.71875</c:v>
                </c:pt>
                <c:pt idx="57673">
                  <c:v>45304.724305555559</c:v>
                </c:pt>
                <c:pt idx="57674">
                  <c:v>45304.536805555559</c:v>
                </c:pt>
                <c:pt idx="57675">
                  <c:v>45305.732638888891</c:v>
                </c:pt>
                <c:pt idx="57676">
                  <c:v>45305.737500000003</c:v>
                </c:pt>
                <c:pt idx="57677">
                  <c:v>45305.756944444453</c:v>
                </c:pt>
                <c:pt idx="57678">
                  <c:v>45306.574999999997</c:v>
                </c:pt>
                <c:pt idx="57679">
                  <c:v>45306.626388888893</c:v>
                </c:pt>
                <c:pt idx="57680">
                  <c:v>45306.631944444453</c:v>
                </c:pt>
                <c:pt idx="57681">
                  <c:v>45306.681944444441</c:v>
                </c:pt>
                <c:pt idx="57682">
                  <c:v>45306.688194444447</c:v>
                </c:pt>
                <c:pt idx="57683">
                  <c:v>45306.688194444447</c:v>
                </c:pt>
                <c:pt idx="57684">
                  <c:v>45306.695833333331</c:v>
                </c:pt>
                <c:pt idx="57685">
                  <c:v>45306.698611111111</c:v>
                </c:pt>
                <c:pt idx="57686">
                  <c:v>45306.709722222222</c:v>
                </c:pt>
                <c:pt idx="57687">
                  <c:v>45306.712500000001</c:v>
                </c:pt>
                <c:pt idx="57688">
                  <c:v>45306.727083333331</c:v>
                </c:pt>
                <c:pt idx="57689">
                  <c:v>45306.746527777781</c:v>
                </c:pt>
                <c:pt idx="57690">
                  <c:v>45306.748611111107</c:v>
                </c:pt>
                <c:pt idx="57691">
                  <c:v>45306.574305555558</c:v>
                </c:pt>
                <c:pt idx="57692">
                  <c:v>45306.761111111111</c:v>
                </c:pt>
                <c:pt idx="57693">
                  <c:v>45306.777777777781</c:v>
                </c:pt>
                <c:pt idx="57694">
                  <c:v>45306.789583333331</c:v>
                </c:pt>
                <c:pt idx="57695">
                  <c:v>45306.79791666667</c:v>
                </c:pt>
                <c:pt idx="57696">
                  <c:v>45306.799305555563</c:v>
                </c:pt>
                <c:pt idx="57697">
                  <c:v>45306.8</c:v>
                </c:pt>
                <c:pt idx="57698">
                  <c:v>45306.822222222218</c:v>
                </c:pt>
                <c:pt idx="57699">
                  <c:v>45306.843055555553</c:v>
                </c:pt>
                <c:pt idx="57700">
                  <c:v>45306.852777777778</c:v>
                </c:pt>
                <c:pt idx="57701">
                  <c:v>45306.886805555558</c:v>
                </c:pt>
                <c:pt idx="57702">
                  <c:v>45306.892361111109</c:v>
                </c:pt>
                <c:pt idx="57703">
                  <c:v>45306.898611111108</c:v>
                </c:pt>
                <c:pt idx="57704">
                  <c:v>45306.902777777781</c:v>
                </c:pt>
                <c:pt idx="57705">
                  <c:v>45306.922222222223</c:v>
                </c:pt>
                <c:pt idx="57706">
                  <c:v>45306.765972222223</c:v>
                </c:pt>
                <c:pt idx="57707">
                  <c:v>45306.548611111109</c:v>
                </c:pt>
                <c:pt idx="57708">
                  <c:v>45306.544444444437</c:v>
                </c:pt>
                <c:pt idx="57709">
                  <c:v>45306.529861111107</c:v>
                </c:pt>
                <c:pt idx="57710">
                  <c:v>45305.805555555547</c:v>
                </c:pt>
                <c:pt idx="57711">
                  <c:v>45305.845138888893</c:v>
                </c:pt>
                <c:pt idx="57712">
                  <c:v>45305.852777777778</c:v>
                </c:pt>
                <c:pt idx="57713">
                  <c:v>45305.881944444453</c:v>
                </c:pt>
                <c:pt idx="57714">
                  <c:v>45305.90902777778</c:v>
                </c:pt>
                <c:pt idx="57715">
                  <c:v>45305.915277777778</c:v>
                </c:pt>
                <c:pt idx="57716">
                  <c:v>45305.94027777778</c:v>
                </c:pt>
                <c:pt idx="57717">
                  <c:v>45305.965277777781</c:v>
                </c:pt>
                <c:pt idx="57718">
                  <c:v>45305.970833333333</c:v>
                </c:pt>
                <c:pt idx="57719">
                  <c:v>45306.031944444447</c:v>
                </c:pt>
                <c:pt idx="57720">
                  <c:v>45306.070833333331</c:v>
                </c:pt>
                <c:pt idx="57721">
                  <c:v>45306.231944444437</c:v>
                </c:pt>
                <c:pt idx="57722">
                  <c:v>45306.231944444437</c:v>
                </c:pt>
                <c:pt idx="57723">
                  <c:v>45306.275694444441</c:v>
                </c:pt>
                <c:pt idx="57724">
                  <c:v>45306.303472222222</c:v>
                </c:pt>
                <c:pt idx="57725">
                  <c:v>45306.349305555559</c:v>
                </c:pt>
                <c:pt idx="57726">
                  <c:v>45306.35</c:v>
                </c:pt>
                <c:pt idx="57727">
                  <c:v>45306.397916666669</c:v>
                </c:pt>
                <c:pt idx="57728">
                  <c:v>45306.401388888888</c:v>
                </c:pt>
                <c:pt idx="57729">
                  <c:v>45306.404166666667</c:v>
                </c:pt>
                <c:pt idx="57730">
                  <c:v>45306.413194444453</c:v>
                </c:pt>
                <c:pt idx="57731">
                  <c:v>45306.418055555558</c:v>
                </c:pt>
                <c:pt idx="57732">
                  <c:v>45306.45</c:v>
                </c:pt>
                <c:pt idx="57733">
                  <c:v>45306.450694444437</c:v>
                </c:pt>
                <c:pt idx="57734">
                  <c:v>45306.452777777777</c:v>
                </c:pt>
                <c:pt idx="57735">
                  <c:v>45306.498611111107</c:v>
                </c:pt>
                <c:pt idx="57736">
                  <c:v>45306.502083333333</c:v>
                </c:pt>
                <c:pt idx="57737">
                  <c:v>45306.513888888891</c:v>
                </c:pt>
                <c:pt idx="57738">
                  <c:v>45306.525694444441</c:v>
                </c:pt>
                <c:pt idx="57739">
                  <c:v>45304.214583333327</c:v>
                </c:pt>
                <c:pt idx="57740">
                  <c:v>45304.136805555558</c:v>
                </c:pt>
                <c:pt idx="57741">
                  <c:v>45304.076388888891</c:v>
                </c:pt>
                <c:pt idx="57742">
                  <c:v>45303.992361111108</c:v>
                </c:pt>
                <c:pt idx="57743">
                  <c:v>45302.325694444437</c:v>
                </c:pt>
                <c:pt idx="57744">
                  <c:v>45302.331944444442</c:v>
                </c:pt>
                <c:pt idx="57745">
                  <c:v>45302.337500000001</c:v>
                </c:pt>
                <c:pt idx="57746">
                  <c:v>45302.411805555559</c:v>
                </c:pt>
                <c:pt idx="57747">
                  <c:v>45302.414583333331</c:v>
                </c:pt>
                <c:pt idx="57748">
                  <c:v>45302.42083333333</c:v>
                </c:pt>
                <c:pt idx="57749">
                  <c:v>45302.425694444442</c:v>
                </c:pt>
                <c:pt idx="57750">
                  <c:v>45302.450694444437</c:v>
                </c:pt>
                <c:pt idx="57751">
                  <c:v>45302.505555555559</c:v>
                </c:pt>
                <c:pt idx="57752">
                  <c:v>45302.505555555559</c:v>
                </c:pt>
                <c:pt idx="57753">
                  <c:v>45302.515277777777</c:v>
                </c:pt>
                <c:pt idx="57754">
                  <c:v>45302.59375</c:v>
                </c:pt>
                <c:pt idx="57755">
                  <c:v>45302.605555555558</c:v>
                </c:pt>
                <c:pt idx="57756">
                  <c:v>45302.320138888892</c:v>
                </c:pt>
                <c:pt idx="57757">
                  <c:v>45302.611805555563</c:v>
                </c:pt>
                <c:pt idx="57758">
                  <c:v>45302.65625</c:v>
                </c:pt>
                <c:pt idx="57759">
                  <c:v>45302.65902777778</c:v>
                </c:pt>
                <c:pt idx="57760">
                  <c:v>45302.663888888892</c:v>
                </c:pt>
                <c:pt idx="57761">
                  <c:v>45302.664583333331</c:v>
                </c:pt>
                <c:pt idx="57762">
                  <c:v>45302.670138888891</c:v>
                </c:pt>
                <c:pt idx="57763">
                  <c:v>45302.677777777782</c:v>
                </c:pt>
                <c:pt idx="57764">
                  <c:v>45302.691666666673</c:v>
                </c:pt>
                <c:pt idx="57765">
                  <c:v>45302.714583333327</c:v>
                </c:pt>
                <c:pt idx="57766">
                  <c:v>45302.718055555553</c:v>
                </c:pt>
                <c:pt idx="57767">
                  <c:v>45302.720833333333</c:v>
                </c:pt>
                <c:pt idx="57768">
                  <c:v>45302.727777777778</c:v>
                </c:pt>
                <c:pt idx="57769">
                  <c:v>45302.747916666667</c:v>
                </c:pt>
                <c:pt idx="57770">
                  <c:v>45302.752083333333</c:v>
                </c:pt>
                <c:pt idx="57771">
                  <c:v>45302.636111111111</c:v>
                </c:pt>
                <c:pt idx="57772">
                  <c:v>45302.282638888893</c:v>
                </c:pt>
                <c:pt idx="57773">
                  <c:v>45302.227083333331</c:v>
                </c:pt>
                <c:pt idx="57774">
                  <c:v>45302.159722222219</c:v>
                </c:pt>
                <c:pt idx="57775">
                  <c:v>45301.602083333331</c:v>
                </c:pt>
                <c:pt idx="57776">
                  <c:v>45301.607638888891</c:v>
                </c:pt>
                <c:pt idx="57777">
                  <c:v>45301.615277777782</c:v>
                </c:pt>
                <c:pt idx="57778">
                  <c:v>45301.631249999999</c:v>
                </c:pt>
                <c:pt idx="57779">
                  <c:v>45301.634722222218</c:v>
                </c:pt>
                <c:pt idx="57780">
                  <c:v>45301.646527777782</c:v>
                </c:pt>
                <c:pt idx="57781">
                  <c:v>45301.649305555547</c:v>
                </c:pt>
                <c:pt idx="57782">
                  <c:v>45301.65902777778</c:v>
                </c:pt>
                <c:pt idx="57783">
                  <c:v>45301.664583333331</c:v>
                </c:pt>
                <c:pt idx="57784">
                  <c:v>45301.681944444441</c:v>
                </c:pt>
                <c:pt idx="57785">
                  <c:v>45301.686805555553</c:v>
                </c:pt>
                <c:pt idx="57786">
                  <c:v>45301.7</c:v>
                </c:pt>
                <c:pt idx="57787">
                  <c:v>45301.729166666657</c:v>
                </c:pt>
                <c:pt idx="57788">
                  <c:v>45301.744444444441</c:v>
                </c:pt>
                <c:pt idx="57789">
                  <c:v>45301.780555555553</c:v>
                </c:pt>
                <c:pt idx="57790">
                  <c:v>45301.793749999997</c:v>
                </c:pt>
                <c:pt idx="57791">
                  <c:v>45301.813194444447</c:v>
                </c:pt>
                <c:pt idx="57792">
                  <c:v>45301.820833333331</c:v>
                </c:pt>
                <c:pt idx="57793">
                  <c:v>45301.829861111109</c:v>
                </c:pt>
                <c:pt idx="57794">
                  <c:v>45301.874305555553</c:v>
                </c:pt>
                <c:pt idx="57795">
                  <c:v>45301.880555555559</c:v>
                </c:pt>
                <c:pt idx="57796">
                  <c:v>45301.943055555559</c:v>
                </c:pt>
                <c:pt idx="57797">
                  <c:v>45301.988888888889</c:v>
                </c:pt>
                <c:pt idx="57798">
                  <c:v>45302.001388888893</c:v>
                </c:pt>
                <c:pt idx="57799">
                  <c:v>45302.009722222218</c:v>
                </c:pt>
                <c:pt idx="57800">
                  <c:v>45302.056250000001</c:v>
                </c:pt>
                <c:pt idx="57801">
                  <c:v>45302.05972222222</c:v>
                </c:pt>
                <c:pt idx="57802">
                  <c:v>45302.05972222222</c:v>
                </c:pt>
                <c:pt idx="57803">
                  <c:v>45302.152083333327</c:v>
                </c:pt>
                <c:pt idx="57804">
                  <c:v>45302.759027777778</c:v>
                </c:pt>
                <c:pt idx="57805">
                  <c:v>45306.925000000003</c:v>
                </c:pt>
                <c:pt idx="57806">
                  <c:v>45302.768750000003</c:v>
                </c:pt>
                <c:pt idx="57807">
                  <c:v>45302.815972222219</c:v>
                </c:pt>
                <c:pt idx="57808">
                  <c:v>45303.629166666673</c:v>
                </c:pt>
                <c:pt idx="57809">
                  <c:v>45303.670138888891</c:v>
                </c:pt>
                <c:pt idx="57810">
                  <c:v>45303.695138888892</c:v>
                </c:pt>
                <c:pt idx="57811">
                  <c:v>45303.71597222222</c:v>
                </c:pt>
                <c:pt idx="57812">
                  <c:v>45303.727777777778</c:v>
                </c:pt>
                <c:pt idx="57813">
                  <c:v>45303.741666666669</c:v>
                </c:pt>
                <c:pt idx="57814">
                  <c:v>45303.751388888893</c:v>
                </c:pt>
                <c:pt idx="57815">
                  <c:v>45303.755555555559</c:v>
                </c:pt>
                <c:pt idx="57816">
                  <c:v>45303.761805555558</c:v>
                </c:pt>
                <c:pt idx="57817">
                  <c:v>45303.786111111112</c:v>
                </c:pt>
                <c:pt idx="57818">
                  <c:v>45303.797222222223</c:v>
                </c:pt>
                <c:pt idx="57819">
                  <c:v>45303.811111111107</c:v>
                </c:pt>
                <c:pt idx="57820">
                  <c:v>45303.840277777781</c:v>
                </c:pt>
                <c:pt idx="57821">
                  <c:v>45303.62777777778</c:v>
                </c:pt>
                <c:pt idx="57822">
                  <c:v>45303.847222222219</c:v>
                </c:pt>
                <c:pt idx="57823">
                  <c:v>45303.870138888888</c:v>
                </c:pt>
                <c:pt idx="57824">
                  <c:v>45303.885416666657</c:v>
                </c:pt>
                <c:pt idx="57825">
                  <c:v>45303.897916666669</c:v>
                </c:pt>
                <c:pt idx="57826">
                  <c:v>45303.902777777781</c:v>
                </c:pt>
                <c:pt idx="57827">
                  <c:v>45303.918749999997</c:v>
                </c:pt>
                <c:pt idx="57828">
                  <c:v>45303.924305555563</c:v>
                </c:pt>
                <c:pt idx="57829">
                  <c:v>45303.938888888893</c:v>
                </c:pt>
                <c:pt idx="57830">
                  <c:v>45303.940972222219</c:v>
                </c:pt>
                <c:pt idx="57831">
                  <c:v>45303.947222222218</c:v>
                </c:pt>
                <c:pt idx="57832">
                  <c:v>45303.95</c:v>
                </c:pt>
                <c:pt idx="57833">
                  <c:v>45303.96875</c:v>
                </c:pt>
                <c:pt idx="57834">
                  <c:v>45303.970833333333</c:v>
                </c:pt>
                <c:pt idx="57835">
                  <c:v>45303.988888888889</c:v>
                </c:pt>
                <c:pt idx="57836">
                  <c:v>45303.852083333331</c:v>
                </c:pt>
                <c:pt idx="57837">
                  <c:v>45303.603472222218</c:v>
                </c:pt>
                <c:pt idx="57838">
                  <c:v>45303.570833333331</c:v>
                </c:pt>
                <c:pt idx="57839">
                  <c:v>45303.567361111112</c:v>
                </c:pt>
                <c:pt idx="57840">
                  <c:v>45302.835416666669</c:v>
                </c:pt>
                <c:pt idx="57841">
                  <c:v>45302.850694444453</c:v>
                </c:pt>
                <c:pt idx="57842">
                  <c:v>45302.888888888891</c:v>
                </c:pt>
                <c:pt idx="57843">
                  <c:v>45302.911111111112</c:v>
                </c:pt>
                <c:pt idx="57844">
                  <c:v>45302.913194444453</c:v>
                </c:pt>
                <c:pt idx="57845">
                  <c:v>45302.920138888891</c:v>
                </c:pt>
                <c:pt idx="57846">
                  <c:v>45302.92291666667</c:v>
                </c:pt>
                <c:pt idx="57847">
                  <c:v>45302.991666666669</c:v>
                </c:pt>
                <c:pt idx="57848">
                  <c:v>45303.004166666673</c:v>
                </c:pt>
                <c:pt idx="57849">
                  <c:v>45303.019444444442</c:v>
                </c:pt>
                <c:pt idx="57850">
                  <c:v>45303.047222222223</c:v>
                </c:pt>
                <c:pt idx="57851">
                  <c:v>45303.070138888892</c:v>
                </c:pt>
                <c:pt idx="57852">
                  <c:v>45303.259027777778</c:v>
                </c:pt>
                <c:pt idx="57853">
                  <c:v>45303.345833333333</c:v>
                </c:pt>
                <c:pt idx="57854">
                  <c:v>45303.381944444453</c:v>
                </c:pt>
                <c:pt idx="57855">
                  <c:v>45303.387499999997</c:v>
                </c:pt>
                <c:pt idx="57856">
                  <c:v>45303.388888888891</c:v>
                </c:pt>
                <c:pt idx="57857">
                  <c:v>45303.411805555559</c:v>
                </c:pt>
                <c:pt idx="57858">
                  <c:v>45303.432638888888</c:v>
                </c:pt>
                <c:pt idx="57859">
                  <c:v>45303.444444444453</c:v>
                </c:pt>
                <c:pt idx="57860">
                  <c:v>45303.451388888891</c:v>
                </c:pt>
                <c:pt idx="57861">
                  <c:v>45303.45208333333</c:v>
                </c:pt>
                <c:pt idx="57862">
                  <c:v>45303.456250000003</c:v>
                </c:pt>
                <c:pt idx="57863">
                  <c:v>45303.513888888891</c:v>
                </c:pt>
                <c:pt idx="57864">
                  <c:v>45303.522222222222</c:v>
                </c:pt>
                <c:pt idx="57865">
                  <c:v>45303.537499999999</c:v>
                </c:pt>
                <c:pt idx="57866">
                  <c:v>45303.558333333327</c:v>
                </c:pt>
                <c:pt idx="57867">
                  <c:v>45303.563888888893</c:v>
                </c:pt>
                <c:pt idx="57868">
                  <c:v>45303.567361111112</c:v>
                </c:pt>
                <c:pt idx="57869">
                  <c:v>45302.795138888891</c:v>
                </c:pt>
                <c:pt idx="57870">
                  <c:v>45301.598611111112</c:v>
                </c:pt>
                <c:pt idx="57871">
                  <c:v>45306.958333333343</c:v>
                </c:pt>
                <c:pt idx="57872">
                  <c:v>45306.984027777777</c:v>
                </c:pt>
                <c:pt idx="57873">
                  <c:v>45309.960416666669</c:v>
                </c:pt>
                <c:pt idx="57874">
                  <c:v>45309.964583333327</c:v>
                </c:pt>
                <c:pt idx="57875">
                  <c:v>45309.969444444447</c:v>
                </c:pt>
                <c:pt idx="57876">
                  <c:v>45309.972916666673</c:v>
                </c:pt>
                <c:pt idx="57877">
                  <c:v>45309.990277777782</c:v>
                </c:pt>
                <c:pt idx="57878">
                  <c:v>45310.002083333333</c:v>
                </c:pt>
                <c:pt idx="57879">
                  <c:v>45310.111111111109</c:v>
                </c:pt>
                <c:pt idx="57880">
                  <c:v>45310.167361111111</c:v>
                </c:pt>
                <c:pt idx="57881">
                  <c:v>45310.183333333327</c:v>
                </c:pt>
                <c:pt idx="57882">
                  <c:v>45310.206250000003</c:v>
                </c:pt>
                <c:pt idx="57883">
                  <c:v>45310.272916666669</c:v>
                </c:pt>
                <c:pt idx="57884">
                  <c:v>45310.290277777778</c:v>
                </c:pt>
                <c:pt idx="57885">
                  <c:v>45310.34375</c:v>
                </c:pt>
                <c:pt idx="57886">
                  <c:v>45309.95</c:v>
                </c:pt>
                <c:pt idx="57887">
                  <c:v>45310.354861111111</c:v>
                </c:pt>
                <c:pt idx="57888">
                  <c:v>45310.392361111109</c:v>
                </c:pt>
                <c:pt idx="57889">
                  <c:v>45310.400694444441</c:v>
                </c:pt>
                <c:pt idx="57890">
                  <c:v>45310.409722222219</c:v>
                </c:pt>
                <c:pt idx="57891">
                  <c:v>45310.435416666667</c:v>
                </c:pt>
                <c:pt idx="57892">
                  <c:v>45310.441666666673</c:v>
                </c:pt>
                <c:pt idx="57893">
                  <c:v>45310.445138888892</c:v>
                </c:pt>
                <c:pt idx="57894">
                  <c:v>45310.462500000001</c:v>
                </c:pt>
                <c:pt idx="57895">
                  <c:v>45310.464583333327</c:v>
                </c:pt>
                <c:pt idx="57896">
                  <c:v>45310.474305555559</c:v>
                </c:pt>
                <c:pt idx="57897">
                  <c:v>45310.486805555563</c:v>
                </c:pt>
                <c:pt idx="57898">
                  <c:v>45310.499305555553</c:v>
                </c:pt>
                <c:pt idx="57899">
                  <c:v>45310.506944444453</c:v>
                </c:pt>
                <c:pt idx="57900">
                  <c:v>45310.523611111108</c:v>
                </c:pt>
                <c:pt idx="57901">
                  <c:v>45310.384027777778</c:v>
                </c:pt>
                <c:pt idx="57902">
                  <c:v>45310.572222222218</c:v>
                </c:pt>
                <c:pt idx="57903">
                  <c:v>45309.936805555553</c:v>
                </c:pt>
                <c:pt idx="57904">
                  <c:v>45309.866666666669</c:v>
                </c:pt>
                <c:pt idx="57905">
                  <c:v>45309.611111111109</c:v>
                </c:pt>
                <c:pt idx="57906">
                  <c:v>45309.611111111109</c:v>
                </c:pt>
                <c:pt idx="57907">
                  <c:v>45309.622916666667</c:v>
                </c:pt>
                <c:pt idx="57908">
                  <c:v>45309.625694444447</c:v>
                </c:pt>
                <c:pt idx="57909">
                  <c:v>45309.630555555559</c:v>
                </c:pt>
                <c:pt idx="57910">
                  <c:v>45309.635416666657</c:v>
                </c:pt>
                <c:pt idx="57911">
                  <c:v>45309.658333333333</c:v>
                </c:pt>
                <c:pt idx="57912">
                  <c:v>45309.65902777778</c:v>
                </c:pt>
                <c:pt idx="57913">
                  <c:v>45309.677777777782</c:v>
                </c:pt>
                <c:pt idx="57914">
                  <c:v>45309.683333333327</c:v>
                </c:pt>
                <c:pt idx="57915">
                  <c:v>45309.697222222218</c:v>
                </c:pt>
                <c:pt idx="57916">
                  <c:v>45309.715277777781</c:v>
                </c:pt>
                <c:pt idx="57917">
                  <c:v>45309.726388888892</c:v>
                </c:pt>
                <c:pt idx="57918">
                  <c:v>45309.924305555563</c:v>
                </c:pt>
                <c:pt idx="57919">
                  <c:v>45309.729166666657</c:v>
                </c:pt>
                <c:pt idx="57920">
                  <c:v>45309.75</c:v>
                </c:pt>
                <c:pt idx="57921">
                  <c:v>45309.752083333333</c:v>
                </c:pt>
                <c:pt idx="57922">
                  <c:v>45309.757638888892</c:v>
                </c:pt>
                <c:pt idx="57923">
                  <c:v>45309.763194444437</c:v>
                </c:pt>
                <c:pt idx="57924">
                  <c:v>45309.767361111109</c:v>
                </c:pt>
                <c:pt idx="57925">
                  <c:v>45309.771527777782</c:v>
                </c:pt>
                <c:pt idx="57926">
                  <c:v>45309.777777777781</c:v>
                </c:pt>
                <c:pt idx="57927">
                  <c:v>45309.781944444447</c:v>
                </c:pt>
                <c:pt idx="57928">
                  <c:v>45309.807638888888</c:v>
                </c:pt>
                <c:pt idx="57929">
                  <c:v>45309.831250000003</c:v>
                </c:pt>
                <c:pt idx="57930">
                  <c:v>45309.84375</c:v>
                </c:pt>
                <c:pt idx="57931">
                  <c:v>45309.852777777778</c:v>
                </c:pt>
                <c:pt idx="57932">
                  <c:v>45309.857638888891</c:v>
                </c:pt>
                <c:pt idx="57933">
                  <c:v>45309.74722222222</c:v>
                </c:pt>
                <c:pt idx="57934">
                  <c:v>45310.572916666657</c:v>
                </c:pt>
                <c:pt idx="57935">
                  <c:v>45310.573611111111</c:v>
                </c:pt>
                <c:pt idx="57936">
                  <c:v>45310.603472222218</c:v>
                </c:pt>
                <c:pt idx="57937">
                  <c:v>45310.90902777778</c:v>
                </c:pt>
                <c:pt idx="57938">
                  <c:v>45310.916666666657</c:v>
                </c:pt>
                <c:pt idx="57939">
                  <c:v>45310.917361111111</c:v>
                </c:pt>
                <c:pt idx="57940">
                  <c:v>45310.919444444437</c:v>
                </c:pt>
                <c:pt idx="57941">
                  <c:v>45310.931250000001</c:v>
                </c:pt>
                <c:pt idx="57942">
                  <c:v>45310.931250000001</c:v>
                </c:pt>
                <c:pt idx="57943">
                  <c:v>45310.945833333331</c:v>
                </c:pt>
                <c:pt idx="57944">
                  <c:v>45310.957638888889</c:v>
                </c:pt>
                <c:pt idx="57945">
                  <c:v>45310.976388888892</c:v>
                </c:pt>
                <c:pt idx="57946">
                  <c:v>45310.98333333333</c:v>
                </c:pt>
                <c:pt idx="57947">
                  <c:v>45310.986111111109</c:v>
                </c:pt>
                <c:pt idx="57948">
                  <c:v>45310.986111111109</c:v>
                </c:pt>
                <c:pt idx="57949">
                  <c:v>45310.987500000003</c:v>
                </c:pt>
                <c:pt idx="57950">
                  <c:v>45310.886111111111</c:v>
                </c:pt>
                <c:pt idx="57951">
                  <c:v>45311.012499999997</c:v>
                </c:pt>
                <c:pt idx="57952">
                  <c:v>45311.075694444437</c:v>
                </c:pt>
                <c:pt idx="57953">
                  <c:v>45311.164583333331</c:v>
                </c:pt>
                <c:pt idx="57954">
                  <c:v>45311.286805555559</c:v>
                </c:pt>
                <c:pt idx="57955">
                  <c:v>45311.320138888892</c:v>
                </c:pt>
                <c:pt idx="57956">
                  <c:v>45311.324305555558</c:v>
                </c:pt>
                <c:pt idx="57957">
                  <c:v>45311.386111111111</c:v>
                </c:pt>
                <c:pt idx="57958">
                  <c:v>45311.393750000003</c:v>
                </c:pt>
                <c:pt idx="57959">
                  <c:v>45311.40625</c:v>
                </c:pt>
                <c:pt idx="57960">
                  <c:v>45311.423611111109</c:v>
                </c:pt>
                <c:pt idx="57961">
                  <c:v>45311.436111111107</c:v>
                </c:pt>
                <c:pt idx="57962">
                  <c:v>45311.438194444447</c:v>
                </c:pt>
                <c:pt idx="57963">
                  <c:v>45311.45416666667</c:v>
                </c:pt>
                <c:pt idx="57964">
                  <c:v>45311.465277777781</c:v>
                </c:pt>
                <c:pt idx="57965">
                  <c:v>45311.044444444437</c:v>
                </c:pt>
                <c:pt idx="57966">
                  <c:v>45310.881944444453</c:v>
                </c:pt>
                <c:pt idx="57967">
                  <c:v>45310.842361111107</c:v>
                </c:pt>
                <c:pt idx="57968">
                  <c:v>45310.822916666657</c:v>
                </c:pt>
                <c:pt idx="57969">
                  <c:v>45310.605555555558</c:v>
                </c:pt>
                <c:pt idx="57970">
                  <c:v>45310.609027777777</c:v>
                </c:pt>
                <c:pt idx="57971">
                  <c:v>45310.625</c:v>
                </c:pt>
                <c:pt idx="57972">
                  <c:v>45310.631944444453</c:v>
                </c:pt>
                <c:pt idx="57973">
                  <c:v>45310.644444444442</c:v>
                </c:pt>
                <c:pt idx="57974">
                  <c:v>45310.645138888889</c:v>
                </c:pt>
                <c:pt idx="57975">
                  <c:v>45310.647916666669</c:v>
                </c:pt>
                <c:pt idx="57976">
                  <c:v>45310.650694444441</c:v>
                </c:pt>
                <c:pt idx="57977">
                  <c:v>45310.652777777781</c:v>
                </c:pt>
                <c:pt idx="57978">
                  <c:v>45310.674305555563</c:v>
                </c:pt>
                <c:pt idx="57979">
                  <c:v>45310.693749999999</c:v>
                </c:pt>
                <c:pt idx="57980">
                  <c:v>45310.695833333331</c:v>
                </c:pt>
                <c:pt idx="57981">
                  <c:v>45310.709027777782</c:v>
                </c:pt>
                <c:pt idx="57982">
                  <c:v>45310.711111111108</c:v>
                </c:pt>
                <c:pt idx="57983">
                  <c:v>45310.718055555553</c:v>
                </c:pt>
                <c:pt idx="57984">
                  <c:v>45310.71875</c:v>
                </c:pt>
                <c:pt idx="57985">
                  <c:v>45310.723611111112</c:v>
                </c:pt>
                <c:pt idx="57986">
                  <c:v>45310.73333333333</c:v>
                </c:pt>
                <c:pt idx="57987">
                  <c:v>45310.747916666667</c:v>
                </c:pt>
                <c:pt idx="57988">
                  <c:v>45310.763194444437</c:v>
                </c:pt>
                <c:pt idx="57989">
                  <c:v>45310.76458333333</c:v>
                </c:pt>
                <c:pt idx="57990">
                  <c:v>45310.76458333333</c:v>
                </c:pt>
                <c:pt idx="57991">
                  <c:v>45310.776388888888</c:v>
                </c:pt>
                <c:pt idx="57992">
                  <c:v>45310.780555555553</c:v>
                </c:pt>
                <c:pt idx="57993">
                  <c:v>45310.783333333333</c:v>
                </c:pt>
                <c:pt idx="57994">
                  <c:v>45310.79791666667</c:v>
                </c:pt>
                <c:pt idx="57995">
                  <c:v>45310.807638888888</c:v>
                </c:pt>
                <c:pt idx="57996">
                  <c:v>45310.818749999999</c:v>
                </c:pt>
                <c:pt idx="57997">
                  <c:v>45310.821527777778</c:v>
                </c:pt>
                <c:pt idx="57998">
                  <c:v>45309.599999999999</c:v>
                </c:pt>
                <c:pt idx="57999">
                  <c:v>45309.563194444447</c:v>
                </c:pt>
                <c:pt idx="58000">
                  <c:v>45309.531944444447</c:v>
                </c:pt>
                <c:pt idx="58001">
                  <c:v>45309.515277777777</c:v>
                </c:pt>
                <c:pt idx="58002">
                  <c:v>45307.676388888889</c:v>
                </c:pt>
                <c:pt idx="58003">
                  <c:v>45307.679166666669</c:v>
                </c:pt>
                <c:pt idx="58004">
                  <c:v>45307.69027777778</c:v>
                </c:pt>
                <c:pt idx="58005">
                  <c:v>45307.693055555559</c:v>
                </c:pt>
                <c:pt idx="58006">
                  <c:v>45307.693749999999</c:v>
                </c:pt>
                <c:pt idx="58007">
                  <c:v>45307.695138888892</c:v>
                </c:pt>
                <c:pt idx="58008">
                  <c:v>45307.710416666669</c:v>
                </c:pt>
                <c:pt idx="58009">
                  <c:v>45307.730555555558</c:v>
                </c:pt>
                <c:pt idx="58010">
                  <c:v>45307.731944444437</c:v>
                </c:pt>
                <c:pt idx="58011">
                  <c:v>45307.740972222222</c:v>
                </c:pt>
                <c:pt idx="58012">
                  <c:v>45307.750694444447</c:v>
                </c:pt>
                <c:pt idx="58013">
                  <c:v>45307.770138888889</c:v>
                </c:pt>
                <c:pt idx="58014">
                  <c:v>45307.770833333343</c:v>
                </c:pt>
                <c:pt idx="58015">
                  <c:v>45307.660416666673</c:v>
                </c:pt>
                <c:pt idx="58016">
                  <c:v>45307.779166666667</c:v>
                </c:pt>
                <c:pt idx="58017">
                  <c:v>45307.795138888891</c:v>
                </c:pt>
                <c:pt idx="58018">
                  <c:v>45307.804861111108</c:v>
                </c:pt>
                <c:pt idx="58019">
                  <c:v>45307.809027777781</c:v>
                </c:pt>
                <c:pt idx="58020">
                  <c:v>45307.853472222218</c:v>
                </c:pt>
                <c:pt idx="58021">
                  <c:v>45307.853472222218</c:v>
                </c:pt>
                <c:pt idx="58022">
                  <c:v>45307.859027777777</c:v>
                </c:pt>
                <c:pt idx="58023">
                  <c:v>45307.86041666667</c:v>
                </c:pt>
                <c:pt idx="58024">
                  <c:v>45307.880555555559</c:v>
                </c:pt>
                <c:pt idx="58025">
                  <c:v>45307.907638888893</c:v>
                </c:pt>
                <c:pt idx="58026">
                  <c:v>45307.90902777778</c:v>
                </c:pt>
                <c:pt idx="58027">
                  <c:v>45307.912499999999</c:v>
                </c:pt>
                <c:pt idx="58028">
                  <c:v>45307.928472222222</c:v>
                </c:pt>
                <c:pt idx="58029">
                  <c:v>45307.935416666667</c:v>
                </c:pt>
                <c:pt idx="58030">
                  <c:v>45307.795138888891</c:v>
                </c:pt>
                <c:pt idx="58031">
                  <c:v>45307.65625</c:v>
                </c:pt>
                <c:pt idx="58032">
                  <c:v>45307.652083333327</c:v>
                </c:pt>
                <c:pt idx="58033">
                  <c:v>45307.652083333327</c:v>
                </c:pt>
                <c:pt idx="58034">
                  <c:v>45307.01666666667</c:v>
                </c:pt>
                <c:pt idx="58035">
                  <c:v>45307.017361111109</c:v>
                </c:pt>
                <c:pt idx="58036">
                  <c:v>45307.102777777778</c:v>
                </c:pt>
                <c:pt idx="58037">
                  <c:v>45307.17083333333</c:v>
                </c:pt>
                <c:pt idx="58038">
                  <c:v>45307.28125</c:v>
                </c:pt>
                <c:pt idx="58039">
                  <c:v>45307.299305555563</c:v>
                </c:pt>
                <c:pt idx="58040">
                  <c:v>45307.322222222218</c:v>
                </c:pt>
                <c:pt idx="58041">
                  <c:v>45307.34652777778</c:v>
                </c:pt>
                <c:pt idx="58042">
                  <c:v>45307.356944444437</c:v>
                </c:pt>
                <c:pt idx="58043">
                  <c:v>45307.374305555553</c:v>
                </c:pt>
                <c:pt idx="58044">
                  <c:v>45307.390277777777</c:v>
                </c:pt>
                <c:pt idx="58045">
                  <c:v>45307.447916666657</c:v>
                </c:pt>
                <c:pt idx="58046">
                  <c:v>45307.448611111111</c:v>
                </c:pt>
                <c:pt idx="58047">
                  <c:v>45307.45208333333</c:v>
                </c:pt>
                <c:pt idx="58048">
                  <c:v>45307.456250000003</c:v>
                </c:pt>
                <c:pt idx="58049">
                  <c:v>45307.46597222222</c:v>
                </c:pt>
                <c:pt idx="58050">
                  <c:v>45307.472222222219</c:v>
                </c:pt>
                <c:pt idx="58051">
                  <c:v>45307.479861111111</c:v>
                </c:pt>
                <c:pt idx="58052">
                  <c:v>45307.486111111109</c:v>
                </c:pt>
                <c:pt idx="58053">
                  <c:v>45307.500694444447</c:v>
                </c:pt>
                <c:pt idx="58054">
                  <c:v>45307.512499999997</c:v>
                </c:pt>
                <c:pt idx="58055">
                  <c:v>45307.51458333333</c:v>
                </c:pt>
                <c:pt idx="58056">
                  <c:v>45307.532638888893</c:v>
                </c:pt>
                <c:pt idx="58057">
                  <c:v>45307.559027777781</c:v>
                </c:pt>
                <c:pt idx="58058">
                  <c:v>45307.575694444437</c:v>
                </c:pt>
                <c:pt idx="58059">
                  <c:v>45307.615972222222</c:v>
                </c:pt>
                <c:pt idx="58060">
                  <c:v>45307.628472222219</c:v>
                </c:pt>
                <c:pt idx="58061">
                  <c:v>45307.633333333331</c:v>
                </c:pt>
                <c:pt idx="58062">
                  <c:v>45307.644444444442</c:v>
                </c:pt>
                <c:pt idx="58063">
                  <c:v>45307.946527777778</c:v>
                </c:pt>
                <c:pt idx="58064">
                  <c:v>45306.966666666667</c:v>
                </c:pt>
                <c:pt idx="58065">
                  <c:v>45307.95208333333</c:v>
                </c:pt>
                <c:pt idx="58066">
                  <c:v>45308.00277777778</c:v>
                </c:pt>
                <c:pt idx="58067">
                  <c:v>45308.831944444442</c:v>
                </c:pt>
                <c:pt idx="58068">
                  <c:v>45308.843055555553</c:v>
                </c:pt>
                <c:pt idx="58069">
                  <c:v>45308.845138888893</c:v>
                </c:pt>
                <c:pt idx="58070">
                  <c:v>45308.853472222218</c:v>
                </c:pt>
                <c:pt idx="58071">
                  <c:v>45308.854166666657</c:v>
                </c:pt>
                <c:pt idx="58072">
                  <c:v>45308.862500000003</c:v>
                </c:pt>
                <c:pt idx="58073">
                  <c:v>45308.875</c:v>
                </c:pt>
                <c:pt idx="58074">
                  <c:v>45308.877083333333</c:v>
                </c:pt>
                <c:pt idx="58075">
                  <c:v>45308.878472222219</c:v>
                </c:pt>
                <c:pt idx="58076">
                  <c:v>45308.884027777778</c:v>
                </c:pt>
                <c:pt idx="58077">
                  <c:v>45308.892361111109</c:v>
                </c:pt>
                <c:pt idx="58078">
                  <c:v>45308.94027777778</c:v>
                </c:pt>
                <c:pt idx="58079">
                  <c:v>45308.961805555547</c:v>
                </c:pt>
                <c:pt idx="58080">
                  <c:v>45308.802083333343</c:v>
                </c:pt>
                <c:pt idx="58081">
                  <c:v>45308.962500000001</c:v>
                </c:pt>
                <c:pt idx="58082">
                  <c:v>45309.29791666667</c:v>
                </c:pt>
                <c:pt idx="58083">
                  <c:v>45309.302777777782</c:v>
                </c:pt>
                <c:pt idx="58084">
                  <c:v>45309.323611111111</c:v>
                </c:pt>
                <c:pt idx="58085">
                  <c:v>45309.352777777778</c:v>
                </c:pt>
                <c:pt idx="58086">
                  <c:v>45309.368055555547</c:v>
                </c:pt>
                <c:pt idx="58087">
                  <c:v>45309.379166666673</c:v>
                </c:pt>
                <c:pt idx="58088">
                  <c:v>45309.405555555553</c:v>
                </c:pt>
                <c:pt idx="58089">
                  <c:v>45309.429166666669</c:v>
                </c:pt>
                <c:pt idx="58090">
                  <c:v>45309.451388888891</c:v>
                </c:pt>
                <c:pt idx="58091">
                  <c:v>45309.452777777777</c:v>
                </c:pt>
                <c:pt idx="58092">
                  <c:v>45309.458333333343</c:v>
                </c:pt>
                <c:pt idx="58093">
                  <c:v>45309.477777777778</c:v>
                </c:pt>
                <c:pt idx="58094">
                  <c:v>45309.481944444437</c:v>
                </c:pt>
                <c:pt idx="58095">
                  <c:v>45309.00277777778</c:v>
                </c:pt>
                <c:pt idx="58096">
                  <c:v>45308.779166666667</c:v>
                </c:pt>
                <c:pt idx="58097">
                  <c:v>45308.769444444442</c:v>
                </c:pt>
                <c:pt idx="58098">
                  <c:v>45308.743750000001</c:v>
                </c:pt>
                <c:pt idx="58099">
                  <c:v>45308.102083333331</c:v>
                </c:pt>
                <c:pt idx="58100">
                  <c:v>45308.135416666657</c:v>
                </c:pt>
                <c:pt idx="58101">
                  <c:v>45308.179166666669</c:v>
                </c:pt>
                <c:pt idx="58102">
                  <c:v>45308.306944444441</c:v>
                </c:pt>
                <c:pt idx="58103">
                  <c:v>45308.368055555547</c:v>
                </c:pt>
                <c:pt idx="58104">
                  <c:v>45308.381944444453</c:v>
                </c:pt>
                <c:pt idx="58105">
                  <c:v>45308.405555555553</c:v>
                </c:pt>
                <c:pt idx="58106">
                  <c:v>45308.410416666673</c:v>
                </c:pt>
                <c:pt idx="58107">
                  <c:v>45308.446527777778</c:v>
                </c:pt>
                <c:pt idx="58108">
                  <c:v>45308.45416666667</c:v>
                </c:pt>
                <c:pt idx="58109">
                  <c:v>45308.456944444442</c:v>
                </c:pt>
                <c:pt idx="58110">
                  <c:v>45308.481249999997</c:v>
                </c:pt>
                <c:pt idx="58111">
                  <c:v>45308.502083333333</c:v>
                </c:pt>
                <c:pt idx="58112">
                  <c:v>45308.509722222218</c:v>
                </c:pt>
                <c:pt idx="58113">
                  <c:v>45308.525000000001</c:v>
                </c:pt>
                <c:pt idx="58114">
                  <c:v>45308.570138888892</c:v>
                </c:pt>
                <c:pt idx="58115">
                  <c:v>45308.616666666669</c:v>
                </c:pt>
                <c:pt idx="58116">
                  <c:v>45308.631249999999</c:v>
                </c:pt>
                <c:pt idx="58117">
                  <c:v>45308.644444444442</c:v>
                </c:pt>
                <c:pt idx="58118">
                  <c:v>45308.672222222223</c:v>
                </c:pt>
                <c:pt idx="58119">
                  <c:v>45308.677083333343</c:v>
                </c:pt>
                <c:pt idx="58120">
                  <c:v>45308.677083333343</c:v>
                </c:pt>
                <c:pt idx="58121">
                  <c:v>45308.681944444441</c:v>
                </c:pt>
                <c:pt idx="58122">
                  <c:v>45308.707638888889</c:v>
                </c:pt>
                <c:pt idx="58123">
                  <c:v>45308.720138888893</c:v>
                </c:pt>
                <c:pt idx="58124">
                  <c:v>45308.727777777778</c:v>
                </c:pt>
                <c:pt idx="58125">
                  <c:v>45308.732638888891</c:v>
                </c:pt>
                <c:pt idx="58126">
                  <c:v>45308.738888888889</c:v>
                </c:pt>
                <c:pt idx="58127">
                  <c:v>45308.742361111108</c:v>
                </c:pt>
                <c:pt idx="58128">
                  <c:v>45307.974305555559</c:v>
                </c:pt>
                <c:pt idx="58129">
                  <c:v>45311.469444444447</c:v>
                </c:pt>
                <c:pt idx="58130">
                  <c:v>45301.59375</c:v>
                </c:pt>
                <c:pt idx="58131">
                  <c:v>45301.581944444442</c:v>
                </c:pt>
                <c:pt idx="58132">
                  <c:v>45294.890277777777</c:v>
                </c:pt>
                <c:pt idx="58133">
                  <c:v>45294.926388888889</c:v>
                </c:pt>
                <c:pt idx="58134">
                  <c:v>45294.968055555553</c:v>
                </c:pt>
                <c:pt idx="58135">
                  <c:v>45294.977083333331</c:v>
                </c:pt>
                <c:pt idx="58136">
                  <c:v>45295.005555555559</c:v>
                </c:pt>
                <c:pt idx="58137">
                  <c:v>45295.009027777778</c:v>
                </c:pt>
                <c:pt idx="58138">
                  <c:v>45295.074999999997</c:v>
                </c:pt>
                <c:pt idx="58139">
                  <c:v>45295.313194444447</c:v>
                </c:pt>
                <c:pt idx="58140">
                  <c:v>45295.331944444442</c:v>
                </c:pt>
                <c:pt idx="58141">
                  <c:v>45295.381944444453</c:v>
                </c:pt>
                <c:pt idx="58142">
                  <c:v>45295.393055555563</c:v>
                </c:pt>
                <c:pt idx="58143">
                  <c:v>45295.396527777782</c:v>
                </c:pt>
                <c:pt idx="58144">
                  <c:v>45295.397222222222</c:v>
                </c:pt>
                <c:pt idx="58145">
                  <c:v>45294.864583333343</c:v>
                </c:pt>
                <c:pt idx="58146">
                  <c:v>45295.430555555547</c:v>
                </c:pt>
                <c:pt idx="58147">
                  <c:v>45295.443055555559</c:v>
                </c:pt>
                <c:pt idx="58148">
                  <c:v>45295.520833333343</c:v>
                </c:pt>
                <c:pt idx="58149">
                  <c:v>45295.523611111108</c:v>
                </c:pt>
                <c:pt idx="58150">
                  <c:v>45295.565972222219</c:v>
                </c:pt>
                <c:pt idx="58151">
                  <c:v>45295.566666666673</c:v>
                </c:pt>
                <c:pt idx="58152">
                  <c:v>45295.576388888891</c:v>
                </c:pt>
                <c:pt idx="58153">
                  <c:v>45295.579861111109</c:v>
                </c:pt>
                <c:pt idx="58154">
                  <c:v>45295.65902777778</c:v>
                </c:pt>
                <c:pt idx="58155">
                  <c:v>45295.671527777777</c:v>
                </c:pt>
                <c:pt idx="58156">
                  <c:v>45295.677777777782</c:v>
                </c:pt>
                <c:pt idx="58157">
                  <c:v>45295.690972222219</c:v>
                </c:pt>
                <c:pt idx="58158">
                  <c:v>45295.709027777782</c:v>
                </c:pt>
                <c:pt idx="58159">
                  <c:v>45295.728472222218</c:v>
                </c:pt>
                <c:pt idx="58160">
                  <c:v>45295.434027777781</c:v>
                </c:pt>
                <c:pt idx="58161">
                  <c:v>45295.744444444441</c:v>
                </c:pt>
                <c:pt idx="58162">
                  <c:v>45294.85833333333</c:v>
                </c:pt>
                <c:pt idx="58163">
                  <c:v>45294.844444444447</c:v>
                </c:pt>
                <c:pt idx="58164">
                  <c:v>45294.547222222223</c:v>
                </c:pt>
                <c:pt idx="58165">
                  <c:v>45294.556250000001</c:v>
                </c:pt>
                <c:pt idx="58166">
                  <c:v>45294.564583333333</c:v>
                </c:pt>
                <c:pt idx="58167">
                  <c:v>45294.571527777778</c:v>
                </c:pt>
                <c:pt idx="58168">
                  <c:v>45294.613194444442</c:v>
                </c:pt>
                <c:pt idx="58169">
                  <c:v>45294.631944444453</c:v>
                </c:pt>
                <c:pt idx="58170">
                  <c:v>45294.640277777777</c:v>
                </c:pt>
                <c:pt idx="58171">
                  <c:v>45294.677083333343</c:v>
                </c:pt>
                <c:pt idx="58172">
                  <c:v>45294.681250000001</c:v>
                </c:pt>
                <c:pt idx="58173">
                  <c:v>45294.703472222223</c:v>
                </c:pt>
                <c:pt idx="58174">
                  <c:v>45294.70416666667</c:v>
                </c:pt>
                <c:pt idx="58175">
                  <c:v>45294.709027777782</c:v>
                </c:pt>
                <c:pt idx="58176">
                  <c:v>45294.713888888888</c:v>
                </c:pt>
                <c:pt idx="58177">
                  <c:v>45294.852083333331</c:v>
                </c:pt>
                <c:pt idx="58178">
                  <c:v>45294.71597222222</c:v>
                </c:pt>
                <c:pt idx="58179">
                  <c:v>45294.731944444437</c:v>
                </c:pt>
                <c:pt idx="58180">
                  <c:v>45294.734722222223</c:v>
                </c:pt>
                <c:pt idx="58181">
                  <c:v>45294.75277777778</c:v>
                </c:pt>
                <c:pt idx="58182">
                  <c:v>45294.772916666669</c:v>
                </c:pt>
                <c:pt idx="58183">
                  <c:v>45294.774305555547</c:v>
                </c:pt>
                <c:pt idx="58184">
                  <c:v>45294.77847222222</c:v>
                </c:pt>
                <c:pt idx="58185">
                  <c:v>45294.779861111107</c:v>
                </c:pt>
                <c:pt idx="58186">
                  <c:v>45294.818055555559</c:v>
                </c:pt>
                <c:pt idx="58187">
                  <c:v>45294.830555555563</c:v>
                </c:pt>
                <c:pt idx="58188">
                  <c:v>45294.830555555563</c:v>
                </c:pt>
                <c:pt idx="58189">
                  <c:v>45294.831944444442</c:v>
                </c:pt>
                <c:pt idx="58190">
                  <c:v>45294.831944444442</c:v>
                </c:pt>
                <c:pt idx="58191">
                  <c:v>45294.831944444442</c:v>
                </c:pt>
                <c:pt idx="58192">
                  <c:v>45294.726388888892</c:v>
                </c:pt>
                <c:pt idx="58193">
                  <c:v>45295.751388888893</c:v>
                </c:pt>
                <c:pt idx="58194">
                  <c:v>45295.753472222219</c:v>
                </c:pt>
                <c:pt idx="58195">
                  <c:v>45295.767361111109</c:v>
                </c:pt>
                <c:pt idx="58196">
                  <c:v>45296.373611111107</c:v>
                </c:pt>
                <c:pt idx="58197">
                  <c:v>45296.40625</c:v>
                </c:pt>
                <c:pt idx="58198">
                  <c:v>45296.414583333331</c:v>
                </c:pt>
                <c:pt idx="58199">
                  <c:v>45296.429861111108</c:v>
                </c:pt>
                <c:pt idx="58200">
                  <c:v>45296.438194444447</c:v>
                </c:pt>
                <c:pt idx="58201">
                  <c:v>45296.442361111112</c:v>
                </c:pt>
                <c:pt idx="58202">
                  <c:v>45296.460416666669</c:v>
                </c:pt>
                <c:pt idx="58203">
                  <c:v>45296.47152777778</c:v>
                </c:pt>
                <c:pt idx="58204">
                  <c:v>45296.486111111109</c:v>
                </c:pt>
                <c:pt idx="58205">
                  <c:v>45296.487500000003</c:v>
                </c:pt>
                <c:pt idx="58206">
                  <c:v>45296.490972222222</c:v>
                </c:pt>
                <c:pt idx="58207">
                  <c:v>45296.500694444447</c:v>
                </c:pt>
                <c:pt idx="58208">
                  <c:v>45296.50277777778</c:v>
                </c:pt>
                <c:pt idx="58209">
                  <c:v>45296.371527777781</c:v>
                </c:pt>
                <c:pt idx="58210">
                  <c:v>45296.524305555547</c:v>
                </c:pt>
                <c:pt idx="58211">
                  <c:v>45296.553472222222</c:v>
                </c:pt>
                <c:pt idx="58212">
                  <c:v>45296.581944444442</c:v>
                </c:pt>
                <c:pt idx="58213">
                  <c:v>45296.59097222222</c:v>
                </c:pt>
                <c:pt idx="58214">
                  <c:v>45296.601388888892</c:v>
                </c:pt>
                <c:pt idx="58215">
                  <c:v>45296.618055555547</c:v>
                </c:pt>
                <c:pt idx="58216">
                  <c:v>45296.634722222218</c:v>
                </c:pt>
                <c:pt idx="58217">
                  <c:v>45296.636805555558</c:v>
                </c:pt>
                <c:pt idx="58218">
                  <c:v>45296.652083333327</c:v>
                </c:pt>
                <c:pt idx="58219">
                  <c:v>45296.655555555553</c:v>
                </c:pt>
                <c:pt idx="58220">
                  <c:v>45296.668055555558</c:v>
                </c:pt>
                <c:pt idx="58221">
                  <c:v>45296.685416666667</c:v>
                </c:pt>
                <c:pt idx="58222">
                  <c:v>45296.709027777782</c:v>
                </c:pt>
                <c:pt idx="58223">
                  <c:v>45296.716666666667</c:v>
                </c:pt>
                <c:pt idx="58224">
                  <c:v>45296.525000000001</c:v>
                </c:pt>
                <c:pt idx="58225">
                  <c:v>45296.339583333327</c:v>
                </c:pt>
                <c:pt idx="58226">
                  <c:v>45296.323611111111</c:v>
                </c:pt>
                <c:pt idx="58227">
                  <c:v>45296.321527777778</c:v>
                </c:pt>
                <c:pt idx="58228">
                  <c:v>45295.771527777782</c:v>
                </c:pt>
                <c:pt idx="58229">
                  <c:v>45295.792361111111</c:v>
                </c:pt>
                <c:pt idx="58230">
                  <c:v>45295.816666666673</c:v>
                </c:pt>
                <c:pt idx="58231">
                  <c:v>45295.818055555559</c:v>
                </c:pt>
                <c:pt idx="58232">
                  <c:v>45295.824999999997</c:v>
                </c:pt>
                <c:pt idx="58233">
                  <c:v>45295.854861111111</c:v>
                </c:pt>
                <c:pt idx="58234">
                  <c:v>45295.861111111109</c:v>
                </c:pt>
                <c:pt idx="58235">
                  <c:v>45295.861805555563</c:v>
                </c:pt>
                <c:pt idx="58236">
                  <c:v>45295.864583333343</c:v>
                </c:pt>
                <c:pt idx="58237">
                  <c:v>45295.865277777782</c:v>
                </c:pt>
                <c:pt idx="58238">
                  <c:v>45295.875</c:v>
                </c:pt>
                <c:pt idx="58239">
                  <c:v>45295.882638888892</c:v>
                </c:pt>
                <c:pt idx="58240">
                  <c:v>45295.886111111111</c:v>
                </c:pt>
                <c:pt idx="58241">
                  <c:v>45295.915972222218</c:v>
                </c:pt>
                <c:pt idx="58242">
                  <c:v>45295.92291666667</c:v>
                </c:pt>
                <c:pt idx="58243">
                  <c:v>45295.927083333343</c:v>
                </c:pt>
                <c:pt idx="58244">
                  <c:v>45295.956944444442</c:v>
                </c:pt>
                <c:pt idx="58245">
                  <c:v>45295.96597222222</c:v>
                </c:pt>
                <c:pt idx="58246">
                  <c:v>45296.012499999997</c:v>
                </c:pt>
                <c:pt idx="58247">
                  <c:v>45296.013194444437</c:v>
                </c:pt>
                <c:pt idx="58248">
                  <c:v>45296.025694444441</c:v>
                </c:pt>
                <c:pt idx="58249">
                  <c:v>45296.040277777778</c:v>
                </c:pt>
                <c:pt idx="58250">
                  <c:v>45296.067361111112</c:v>
                </c:pt>
                <c:pt idx="58251">
                  <c:v>45296.087500000001</c:v>
                </c:pt>
                <c:pt idx="58252">
                  <c:v>45296.15</c:v>
                </c:pt>
                <c:pt idx="58253">
                  <c:v>45296.15</c:v>
                </c:pt>
                <c:pt idx="58254">
                  <c:v>45296.164583333331</c:v>
                </c:pt>
                <c:pt idx="58255">
                  <c:v>45296.175000000003</c:v>
                </c:pt>
                <c:pt idx="58256">
                  <c:v>45296.193055555559</c:v>
                </c:pt>
                <c:pt idx="58257">
                  <c:v>45294.544444444437</c:v>
                </c:pt>
                <c:pt idx="58258">
                  <c:v>45294.539583333331</c:v>
                </c:pt>
                <c:pt idx="58259">
                  <c:v>45294.538194444453</c:v>
                </c:pt>
                <c:pt idx="58260">
                  <c:v>45294.532638888893</c:v>
                </c:pt>
                <c:pt idx="58261">
                  <c:v>45292.879861111112</c:v>
                </c:pt>
                <c:pt idx="58262">
                  <c:v>45292.901388888888</c:v>
                </c:pt>
                <c:pt idx="58263">
                  <c:v>45292.904166666667</c:v>
                </c:pt>
                <c:pt idx="58264">
                  <c:v>45292.905555555553</c:v>
                </c:pt>
                <c:pt idx="58265">
                  <c:v>45292.913888888892</c:v>
                </c:pt>
                <c:pt idx="58266">
                  <c:v>45292.916666666657</c:v>
                </c:pt>
                <c:pt idx="58267">
                  <c:v>45292.918055555558</c:v>
                </c:pt>
                <c:pt idx="58268">
                  <c:v>45292.973611111112</c:v>
                </c:pt>
                <c:pt idx="58269">
                  <c:v>45292.986805555563</c:v>
                </c:pt>
                <c:pt idx="58270">
                  <c:v>45292.987500000003</c:v>
                </c:pt>
                <c:pt idx="58271">
                  <c:v>45293.029166666667</c:v>
                </c:pt>
                <c:pt idx="58272">
                  <c:v>45293.083333333343</c:v>
                </c:pt>
                <c:pt idx="58273">
                  <c:v>45293.282638888893</c:v>
                </c:pt>
                <c:pt idx="58274">
                  <c:v>45292.875694444447</c:v>
                </c:pt>
                <c:pt idx="58275">
                  <c:v>45293.282638888893</c:v>
                </c:pt>
                <c:pt idx="58276">
                  <c:v>45293.314583333333</c:v>
                </c:pt>
                <c:pt idx="58277">
                  <c:v>45293.318055555559</c:v>
                </c:pt>
                <c:pt idx="58278">
                  <c:v>45293.322222222218</c:v>
                </c:pt>
                <c:pt idx="58279">
                  <c:v>45293.343055555553</c:v>
                </c:pt>
                <c:pt idx="58280">
                  <c:v>45293.348611111112</c:v>
                </c:pt>
                <c:pt idx="58281">
                  <c:v>45293.353472222218</c:v>
                </c:pt>
                <c:pt idx="58282">
                  <c:v>45293.399305555547</c:v>
                </c:pt>
                <c:pt idx="58283">
                  <c:v>45293.4</c:v>
                </c:pt>
                <c:pt idx="58284">
                  <c:v>45293.404861111107</c:v>
                </c:pt>
                <c:pt idx="58285">
                  <c:v>45293.410416666673</c:v>
                </c:pt>
                <c:pt idx="58286">
                  <c:v>45293.427083333343</c:v>
                </c:pt>
                <c:pt idx="58287">
                  <c:v>45293.432638888888</c:v>
                </c:pt>
                <c:pt idx="58288">
                  <c:v>45293.434027777781</c:v>
                </c:pt>
                <c:pt idx="58289">
                  <c:v>45293.307638888888</c:v>
                </c:pt>
                <c:pt idx="58290">
                  <c:v>45292.834722222222</c:v>
                </c:pt>
                <c:pt idx="58291">
                  <c:v>45292.826388888891</c:v>
                </c:pt>
                <c:pt idx="58292">
                  <c:v>45292.822222222218</c:v>
                </c:pt>
                <c:pt idx="58293">
                  <c:v>45292.04791666667</c:v>
                </c:pt>
                <c:pt idx="58294">
                  <c:v>45292.378472222219</c:v>
                </c:pt>
                <c:pt idx="58295">
                  <c:v>45292.39166666667</c:v>
                </c:pt>
                <c:pt idx="58296">
                  <c:v>45292.396527777782</c:v>
                </c:pt>
                <c:pt idx="58297">
                  <c:v>45292.436111111107</c:v>
                </c:pt>
                <c:pt idx="58298">
                  <c:v>45292.447222222218</c:v>
                </c:pt>
                <c:pt idx="58299">
                  <c:v>45292.5</c:v>
                </c:pt>
                <c:pt idx="58300">
                  <c:v>45292.50277777778</c:v>
                </c:pt>
                <c:pt idx="58301">
                  <c:v>45292.523611111108</c:v>
                </c:pt>
                <c:pt idx="58302">
                  <c:v>45292.536805555559</c:v>
                </c:pt>
                <c:pt idx="58303">
                  <c:v>45292.536805555559</c:v>
                </c:pt>
                <c:pt idx="58304">
                  <c:v>45292.543749999997</c:v>
                </c:pt>
                <c:pt idx="58305">
                  <c:v>45292.602083333331</c:v>
                </c:pt>
                <c:pt idx="58306">
                  <c:v>45292.620138888888</c:v>
                </c:pt>
                <c:pt idx="58307">
                  <c:v>45292.628472222219</c:v>
                </c:pt>
                <c:pt idx="58308">
                  <c:v>45292.631249999999</c:v>
                </c:pt>
                <c:pt idx="58309">
                  <c:v>45292.632638888892</c:v>
                </c:pt>
                <c:pt idx="58310">
                  <c:v>45292.652083333327</c:v>
                </c:pt>
                <c:pt idx="58311">
                  <c:v>45292.656944444447</c:v>
                </c:pt>
                <c:pt idx="58312">
                  <c:v>45292.661805555559</c:v>
                </c:pt>
                <c:pt idx="58313">
                  <c:v>45292.668055555558</c:v>
                </c:pt>
                <c:pt idx="58314">
                  <c:v>45292.670138888891</c:v>
                </c:pt>
                <c:pt idx="58315">
                  <c:v>45292.697222222218</c:v>
                </c:pt>
                <c:pt idx="58316">
                  <c:v>45292.70416666667</c:v>
                </c:pt>
                <c:pt idx="58317">
                  <c:v>45292.755555555559</c:v>
                </c:pt>
                <c:pt idx="58318">
                  <c:v>45292.761111111111</c:v>
                </c:pt>
                <c:pt idx="58319">
                  <c:v>45292.790972222218</c:v>
                </c:pt>
                <c:pt idx="58320">
                  <c:v>45292.804861111108</c:v>
                </c:pt>
                <c:pt idx="58321">
                  <c:v>45292.8125</c:v>
                </c:pt>
                <c:pt idx="58322">
                  <c:v>45293.443055555559</c:v>
                </c:pt>
                <c:pt idx="58323">
                  <c:v>45296.734027777777</c:v>
                </c:pt>
                <c:pt idx="58324">
                  <c:v>45293.468055555553</c:v>
                </c:pt>
                <c:pt idx="58325">
                  <c:v>45293.506944444453</c:v>
                </c:pt>
                <c:pt idx="58326">
                  <c:v>45293.881944444453</c:v>
                </c:pt>
                <c:pt idx="58327">
                  <c:v>45293.887499999997</c:v>
                </c:pt>
                <c:pt idx="58328">
                  <c:v>45293.893750000003</c:v>
                </c:pt>
                <c:pt idx="58329">
                  <c:v>45293.90625</c:v>
                </c:pt>
                <c:pt idx="58330">
                  <c:v>45293.941666666673</c:v>
                </c:pt>
                <c:pt idx="58331">
                  <c:v>45293.956250000003</c:v>
                </c:pt>
                <c:pt idx="58332">
                  <c:v>45293.960416666669</c:v>
                </c:pt>
                <c:pt idx="58333">
                  <c:v>45293.960416666669</c:v>
                </c:pt>
                <c:pt idx="58334">
                  <c:v>45293.961805555547</c:v>
                </c:pt>
                <c:pt idx="58335">
                  <c:v>45293.96597222222</c:v>
                </c:pt>
                <c:pt idx="58336">
                  <c:v>45293.974999999999</c:v>
                </c:pt>
                <c:pt idx="58337">
                  <c:v>45293.980555555558</c:v>
                </c:pt>
                <c:pt idx="58338">
                  <c:v>45294.019444444442</c:v>
                </c:pt>
                <c:pt idx="58339">
                  <c:v>45293.867361111108</c:v>
                </c:pt>
                <c:pt idx="58340">
                  <c:v>45294.10833333333</c:v>
                </c:pt>
                <c:pt idx="58341">
                  <c:v>45294.261111111111</c:v>
                </c:pt>
                <c:pt idx="58342">
                  <c:v>45294.32916666667</c:v>
                </c:pt>
                <c:pt idx="58343">
                  <c:v>45294.347916666673</c:v>
                </c:pt>
                <c:pt idx="58344">
                  <c:v>45294.373611111107</c:v>
                </c:pt>
                <c:pt idx="58345">
                  <c:v>45294.376388888893</c:v>
                </c:pt>
                <c:pt idx="58346">
                  <c:v>45294.37777777778</c:v>
                </c:pt>
                <c:pt idx="58347">
                  <c:v>45294.404166666667</c:v>
                </c:pt>
                <c:pt idx="58348">
                  <c:v>45294.466666666667</c:v>
                </c:pt>
                <c:pt idx="58349">
                  <c:v>45294.470833333333</c:v>
                </c:pt>
                <c:pt idx="58350">
                  <c:v>45294.491666666669</c:v>
                </c:pt>
                <c:pt idx="58351">
                  <c:v>45294.498611111107</c:v>
                </c:pt>
                <c:pt idx="58352">
                  <c:v>45294.499305555553</c:v>
                </c:pt>
                <c:pt idx="58353">
                  <c:v>45294.518055555563</c:v>
                </c:pt>
                <c:pt idx="58354">
                  <c:v>45294.177083333343</c:v>
                </c:pt>
                <c:pt idx="58355">
                  <c:v>45293.865972222222</c:v>
                </c:pt>
                <c:pt idx="58356">
                  <c:v>45293.857638888891</c:v>
                </c:pt>
                <c:pt idx="58357">
                  <c:v>45293.857638888891</c:v>
                </c:pt>
                <c:pt idx="58358">
                  <c:v>45293.523611111108</c:v>
                </c:pt>
                <c:pt idx="58359">
                  <c:v>45293.525000000001</c:v>
                </c:pt>
                <c:pt idx="58360">
                  <c:v>45293.544444444437</c:v>
                </c:pt>
                <c:pt idx="58361">
                  <c:v>45293.568749999999</c:v>
                </c:pt>
                <c:pt idx="58362">
                  <c:v>45293.572916666657</c:v>
                </c:pt>
                <c:pt idx="58363">
                  <c:v>45293.573611111111</c:v>
                </c:pt>
                <c:pt idx="58364">
                  <c:v>45293.586805555547</c:v>
                </c:pt>
                <c:pt idx="58365">
                  <c:v>45293.588194444441</c:v>
                </c:pt>
                <c:pt idx="58366">
                  <c:v>45293.599305555559</c:v>
                </c:pt>
                <c:pt idx="58367">
                  <c:v>45293.605555555558</c:v>
                </c:pt>
                <c:pt idx="58368">
                  <c:v>45293.615277777782</c:v>
                </c:pt>
                <c:pt idx="58369">
                  <c:v>45293.620138888888</c:v>
                </c:pt>
                <c:pt idx="58370">
                  <c:v>45293.622916666667</c:v>
                </c:pt>
                <c:pt idx="58371">
                  <c:v>45293.634722222218</c:v>
                </c:pt>
                <c:pt idx="58372">
                  <c:v>45293.65</c:v>
                </c:pt>
                <c:pt idx="58373">
                  <c:v>45293.661805555559</c:v>
                </c:pt>
                <c:pt idx="58374">
                  <c:v>45293.664583333331</c:v>
                </c:pt>
                <c:pt idx="58375">
                  <c:v>45293.675000000003</c:v>
                </c:pt>
                <c:pt idx="58376">
                  <c:v>45293.6875</c:v>
                </c:pt>
                <c:pt idx="58377">
                  <c:v>45293.714583333327</c:v>
                </c:pt>
                <c:pt idx="58378">
                  <c:v>45293.715277777781</c:v>
                </c:pt>
                <c:pt idx="58379">
                  <c:v>45293.750694444447</c:v>
                </c:pt>
                <c:pt idx="58380">
                  <c:v>45293.765972222223</c:v>
                </c:pt>
                <c:pt idx="58381">
                  <c:v>45293.770138888889</c:v>
                </c:pt>
                <c:pt idx="58382">
                  <c:v>45293.772222222222</c:v>
                </c:pt>
                <c:pt idx="58383">
                  <c:v>45293.793749999997</c:v>
                </c:pt>
                <c:pt idx="58384">
                  <c:v>45293.803472222222</c:v>
                </c:pt>
                <c:pt idx="58385">
                  <c:v>45293.845138888893</c:v>
                </c:pt>
                <c:pt idx="58386">
                  <c:v>45293.855555555558</c:v>
                </c:pt>
                <c:pt idx="58387">
                  <c:v>45293.48333333333</c:v>
                </c:pt>
                <c:pt idx="58388">
                  <c:v>45301.590277777781</c:v>
                </c:pt>
                <c:pt idx="58389">
                  <c:v>45296.744444444441</c:v>
                </c:pt>
                <c:pt idx="58390">
                  <c:v>45296.774305555547</c:v>
                </c:pt>
                <c:pt idx="58391">
                  <c:v>45299.790972222218</c:v>
                </c:pt>
                <c:pt idx="58392">
                  <c:v>45299.796527777777</c:v>
                </c:pt>
                <c:pt idx="58393">
                  <c:v>45299.827777777777</c:v>
                </c:pt>
                <c:pt idx="58394">
                  <c:v>45299.842361111107</c:v>
                </c:pt>
                <c:pt idx="58395">
                  <c:v>45299.859027777777</c:v>
                </c:pt>
                <c:pt idx="58396">
                  <c:v>45299.863888888889</c:v>
                </c:pt>
                <c:pt idx="58397">
                  <c:v>45299.863888888889</c:v>
                </c:pt>
                <c:pt idx="58398">
                  <c:v>45299.865277777782</c:v>
                </c:pt>
                <c:pt idx="58399">
                  <c:v>45299.866666666669</c:v>
                </c:pt>
                <c:pt idx="58400">
                  <c:v>45299.884027777778</c:v>
                </c:pt>
                <c:pt idx="58401">
                  <c:v>45299.897916666669</c:v>
                </c:pt>
                <c:pt idx="58402">
                  <c:v>45299.897916666669</c:v>
                </c:pt>
                <c:pt idx="58403">
                  <c:v>45299.909722222219</c:v>
                </c:pt>
                <c:pt idx="58404">
                  <c:v>45299.78125</c:v>
                </c:pt>
                <c:pt idx="58405">
                  <c:v>45299.928472222222</c:v>
                </c:pt>
                <c:pt idx="58406">
                  <c:v>45299.984722222223</c:v>
                </c:pt>
                <c:pt idx="58407">
                  <c:v>45300.006944444453</c:v>
                </c:pt>
                <c:pt idx="58408">
                  <c:v>45300.01458333333</c:v>
                </c:pt>
                <c:pt idx="58409">
                  <c:v>45300.111111111109</c:v>
                </c:pt>
                <c:pt idx="58410">
                  <c:v>45300.114583333343</c:v>
                </c:pt>
                <c:pt idx="58411">
                  <c:v>45300.15</c:v>
                </c:pt>
                <c:pt idx="58412">
                  <c:v>45300.291666666657</c:v>
                </c:pt>
                <c:pt idx="58413">
                  <c:v>45300.376388888893</c:v>
                </c:pt>
                <c:pt idx="58414">
                  <c:v>45300.37777777778</c:v>
                </c:pt>
                <c:pt idx="58415">
                  <c:v>45300.395138888889</c:v>
                </c:pt>
                <c:pt idx="58416">
                  <c:v>45300.395138888889</c:v>
                </c:pt>
                <c:pt idx="58417">
                  <c:v>45300.429861111108</c:v>
                </c:pt>
                <c:pt idx="58418">
                  <c:v>45300.431250000001</c:v>
                </c:pt>
                <c:pt idx="58419">
                  <c:v>45299.974305555559</c:v>
                </c:pt>
                <c:pt idx="58420">
                  <c:v>45300.43472222222</c:v>
                </c:pt>
                <c:pt idx="58421">
                  <c:v>45299.755555555559</c:v>
                </c:pt>
                <c:pt idx="58422">
                  <c:v>45299.744444444441</c:v>
                </c:pt>
                <c:pt idx="58423">
                  <c:v>45299.444444444453</c:v>
                </c:pt>
                <c:pt idx="58424">
                  <c:v>45299.468055555553</c:v>
                </c:pt>
                <c:pt idx="58425">
                  <c:v>45299.478472222218</c:v>
                </c:pt>
                <c:pt idx="58426">
                  <c:v>45299.499305555553</c:v>
                </c:pt>
                <c:pt idx="58427">
                  <c:v>45299.508333333331</c:v>
                </c:pt>
                <c:pt idx="58428">
                  <c:v>45299.527083333327</c:v>
                </c:pt>
                <c:pt idx="58429">
                  <c:v>45299.549305555563</c:v>
                </c:pt>
                <c:pt idx="58430">
                  <c:v>45299.559027777781</c:v>
                </c:pt>
                <c:pt idx="58431">
                  <c:v>45299.570833333331</c:v>
                </c:pt>
                <c:pt idx="58432">
                  <c:v>45299.587500000001</c:v>
                </c:pt>
                <c:pt idx="58433">
                  <c:v>45299.595138888893</c:v>
                </c:pt>
                <c:pt idx="58434">
                  <c:v>45299.597222222219</c:v>
                </c:pt>
                <c:pt idx="58435">
                  <c:v>45299.607638888891</c:v>
                </c:pt>
                <c:pt idx="58436">
                  <c:v>45299.754861111112</c:v>
                </c:pt>
                <c:pt idx="58437">
                  <c:v>45299.609722222223</c:v>
                </c:pt>
                <c:pt idx="58438">
                  <c:v>45299.620138888888</c:v>
                </c:pt>
                <c:pt idx="58439">
                  <c:v>45299.643055555563</c:v>
                </c:pt>
                <c:pt idx="58440">
                  <c:v>45299.647916666669</c:v>
                </c:pt>
                <c:pt idx="58441">
                  <c:v>45299.664583333331</c:v>
                </c:pt>
                <c:pt idx="58442">
                  <c:v>45299.668055555558</c:v>
                </c:pt>
                <c:pt idx="58443">
                  <c:v>45299.691666666673</c:v>
                </c:pt>
                <c:pt idx="58444">
                  <c:v>45299.702777777777</c:v>
                </c:pt>
                <c:pt idx="58445">
                  <c:v>45299.708333333343</c:v>
                </c:pt>
                <c:pt idx="58446">
                  <c:v>45299.716666666667</c:v>
                </c:pt>
                <c:pt idx="58447">
                  <c:v>45299.722916666673</c:v>
                </c:pt>
                <c:pt idx="58448">
                  <c:v>45299.724305555559</c:v>
                </c:pt>
                <c:pt idx="58449">
                  <c:v>45299.736111111109</c:v>
                </c:pt>
                <c:pt idx="58450">
                  <c:v>45299.740277777782</c:v>
                </c:pt>
                <c:pt idx="58451">
                  <c:v>45299.618750000001</c:v>
                </c:pt>
                <c:pt idx="58452">
                  <c:v>45300.455555555563</c:v>
                </c:pt>
                <c:pt idx="58453">
                  <c:v>45300.459027777782</c:v>
                </c:pt>
                <c:pt idx="58454">
                  <c:v>45300.470833333333</c:v>
                </c:pt>
                <c:pt idx="58455">
                  <c:v>45300.869444444441</c:v>
                </c:pt>
                <c:pt idx="58456">
                  <c:v>45300.872916666667</c:v>
                </c:pt>
                <c:pt idx="58457">
                  <c:v>45300.873611111107</c:v>
                </c:pt>
                <c:pt idx="58458">
                  <c:v>45300.911805555559</c:v>
                </c:pt>
                <c:pt idx="58459">
                  <c:v>45300.924305555563</c:v>
                </c:pt>
                <c:pt idx="58460">
                  <c:v>45300.930555555547</c:v>
                </c:pt>
                <c:pt idx="58461">
                  <c:v>45300.960416666669</c:v>
                </c:pt>
                <c:pt idx="58462">
                  <c:v>45300.995833333327</c:v>
                </c:pt>
                <c:pt idx="58463">
                  <c:v>45301.09375</c:v>
                </c:pt>
                <c:pt idx="58464">
                  <c:v>45301.101388888892</c:v>
                </c:pt>
                <c:pt idx="58465">
                  <c:v>45301.138194444437</c:v>
                </c:pt>
                <c:pt idx="58466">
                  <c:v>45301.181250000001</c:v>
                </c:pt>
                <c:pt idx="58467">
                  <c:v>45301.280555555553</c:v>
                </c:pt>
                <c:pt idx="58468">
                  <c:v>45300.865972222222</c:v>
                </c:pt>
                <c:pt idx="58469">
                  <c:v>45301.28125</c:v>
                </c:pt>
                <c:pt idx="58470">
                  <c:v>45301.417361111111</c:v>
                </c:pt>
                <c:pt idx="58471">
                  <c:v>45301.422222222223</c:v>
                </c:pt>
                <c:pt idx="58472">
                  <c:v>45301.429166666669</c:v>
                </c:pt>
                <c:pt idx="58473">
                  <c:v>45301.468055555553</c:v>
                </c:pt>
                <c:pt idx="58474">
                  <c:v>45301.479861111111</c:v>
                </c:pt>
                <c:pt idx="58475">
                  <c:v>45301.490972222222</c:v>
                </c:pt>
                <c:pt idx="58476">
                  <c:v>45301.50277777778</c:v>
                </c:pt>
                <c:pt idx="58477">
                  <c:v>45301.530555555553</c:v>
                </c:pt>
                <c:pt idx="58478">
                  <c:v>45301.531944444447</c:v>
                </c:pt>
                <c:pt idx="58479">
                  <c:v>45301.543055555558</c:v>
                </c:pt>
                <c:pt idx="58480">
                  <c:v>45301.550694444442</c:v>
                </c:pt>
                <c:pt idx="58481">
                  <c:v>45301.561111111107</c:v>
                </c:pt>
                <c:pt idx="58482">
                  <c:v>45301.581944444442</c:v>
                </c:pt>
                <c:pt idx="58483">
                  <c:v>45301.394444444442</c:v>
                </c:pt>
                <c:pt idx="58484">
                  <c:v>45300.865972222222</c:v>
                </c:pt>
                <c:pt idx="58485">
                  <c:v>45300.861111111109</c:v>
                </c:pt>
                <c:pt idx="58486">
                  <c:v>45300.861111111109</c:v>
                </c:pt>
                <c:pt idx="58487">
                  <c:v>45300.473611111112</c:v>
                </c:pt>
                <c:pt idx="58488">
                  <c:v>45300.494444444441</c:v>
                </c:pt>
                <c:pt idx="58489">
                  <c:v>45300.501388888893</c:v>
                </c:pt>
                <c:pt idx="58490">
                  <c:v>45300.511111111111</c:v>
                </c:pt>
                <c:pt idx="58491">
                  <c:v>45300.515277777777</c:v>
                </c:pt>
                <c:pt idx="58492">
                  <c:v>45300.529166666667</c:v>
                </c:pt>
                <c:pt idx="58493">
                  <c:v>45300.581250000003</c:v>
                </c:pt>
                <c:pt idx="58494">
                  <c:v>45300.607638888891</c:v>
                </c:pt>
                <c:pt idx="58495">
                  <c:v>45300.611805555563</c:v>
                </c:pt>
                <c:pt idx="58496">
                  <c:v>45300.62222222222</c:v>
                </c:pt>
                <c:pt idx="58497">
                  <c:v>45300.623611111107</c:v>
                </c:pt>
                <c:pt idx="58498">
                  <c:v>45300.634722222218</c:v>
                </c:pt>
                <c:pt idx="58499">
                  <c:v>45300.656944444447</c:v>
                </c:pt>
                <c:pt idx="58500">
                  <c:v>45300.664583333331</c:v>
                </c:pt>
                <c:pt idx="58501">
                  <c:v>45300.670138888891</c:v>
                </c:pt>
                <c:pt idx="58502">
                  <c:v>45300.670138888891</c:v>
                </c:pt>
                <c:pt idx="58503">
                  <c:v>45300.675000000003</c:v>
                </c:pt>
                <c:pt idx="58504">
                  <c:v>45300.690972222219</c:v>
                </c:pt>
                <c:pt idx="58505">
                  <c:v>45300.7</c:v>
                </c:pt>
                <c:pt idx="58506">
                  <c:v>45300.716666666667</c:v>
                </c:pt>
                <c:pt idx="58507">
                  <c:v>45300.726388888892</c:v>
                </c:pt>
                <c:pt idx="58508">
                  <c:v>45300.741666666669</c:v>
                </c:pt>
                <c:pt idx="58509">
                  <c:v>45300.759027777778</c:v>
                </c:pt>
                <c:pt idx="58510">
                  <c:v>45300.770138888889</c:v>
                </c:pt>
                <c:pt idx="58511">
                  <c:v>45300.773611111108</c:v>
                </c:pt>
                <c:pt idx="58512">
                  <c:v>45300.800694444442</c:v>
                </c:pt>
                <c:pt idx="58513">
                  <c:v>45300.80972222222</c:v>
                </c:pt>
                <c:pt idx="58514">
                  <c:v>45300.814583333333</c:v>
                </c:pt>
                <c:pt idx="58515">
                  <c:v>45300.85</c:v>
                </c:pt>
                <c:pt idx="58516">
                  <c:v>45299.439583333333</c:v>
                </c:pt>
                <c:pt idx="58517">
                  <c:v>45299.406944444447</c:v>
                </c:pt>
                <c:pt idx="58518">
                  <c:v>45299.393750000003</c:v>
                </c:pt>
                <c:pt idx="58519">
                  <c:v>45299.366666666669</c:v>
                </c:pt>
                <c:pt idx="58520">
                  <c:v>45297.675000000003</c:v>
                </c:pt>
                <c:pt idx="58521">
                  <c:v>45297.680555555547</c:v>
                </c:pt>
                <c:pt idx="58522">
                  <c:v>45297.698611111111</c:v>
                </c:pt>
                <c:pt idx="58523">
                  <c:v>45297.718055555553</c:v>
                </c:pt>
                <c:pt idx="58524">
                  <c:v>45297.731944444437</c:v>
                </c:pt>
                <c:pt idx="58525">
                  <c:v>45297.734027777777</c:v>
                </c:pt>
                <c:pt idx="58526">
                  <c:v>45297.750694444447</c:v>
                </c:pt>
                <c:pt idx="58527">
                  <c:v>45297.751388888893</c:v>
                </c:pt>
                <c:pt idx="58528">
                  <c:v>45297.771527777782</c:v>
                </c:pt>
                <c:pt idx="58529">
                  <c:v>45297.793749999997</c:v>
                </c:pt>
                <c:pt idx="58530">
                  <c:v>45297.840277777781</c:v>
                </c:pt>
                <c:pt idx="58531">
                  <c:v>45297.856944444437</c:v>
                </c:pt>
                <c:pt idx="58532">
                  <c:v>45297.863888888889</c:v>
                </c:pt>
                <c:pt idx="58533">
                  <c:v>45297.636111111111</c:v>
                </c:pt>
                <c:pt idx="58534">
                  <c:v>45297.869444444441</c:v>
                </c:pt>
                <c:pt idx="58535">
                  <c:v>45297.910416666673</c:v>
                </c:pt>
                <c:pt idx="58536">
                  <c:v>45297.940972222219</c:v>
                </c:pt>
                <c:pt idx="58537">
                  <c:v>45297.943055555559</c:v>
                </c:pt>
                <c:pt idx="58538">
                  <c:v>45297.972916666673</c:v>
                </c:pt>
                <c:pt idx="58539">
                  <c:v>45297.980555555558</c:v>
                </c:pt>
                <c:pt idx="58540">
                  <c:v>45298.013194444437</c:v>
                </c:pt>
                <c:pt idx="58541">
                  <c:v>45298.023611111108</c:v>
                </c:pt>
                <c:pt idx="58542">
                  <c:v>45298.084027777782</c:v>
                </c:pt>
                <c:pt idx="58543">
                  <c:v>45298.134722222218</c:v>
                </c:pt>
                <c:pt idx="58544">
                  <c:v>45298.211111111108</c:v>
                </c:pt>
                <c:pt idx="58545">
                  <c:v>45298.273611111108</c:v>
                </c:pt>
                <c:pt idx="58546">
                  <c:v>45298.311805555553</c:v>
                </c:pt>
                <c:pt idx="58547">
                  <c:v>45298.351388888892</c:v>
                </c:pt>
                <c:pt idx="58548">
                  <c:v>45297.881249999999</c:v>
                </c:pt>
                <c:pt idx="58549">
                  <c:v>45297.623611111107</c:v>
                </c:pt>
                <c:pt idx="58550">
                  <c:v>45297.618750000001</c:v>
                </c:pt>
                <c:pt idx="58551">
                  <c:v>45297.604861111111</c:v>
                </c:pt>
                <c:pt idx="58552">
                  <c:v>45296.802083333343</c:v>
                </c:pt>
                <c:pt idx="58553">
                  <c:v>45296.806250000001</c:v>
                </c:pt>
                <c:pt idx="58554">
                  <c:v>45296.819444444453</c:v>
                </c:pt>
                <c:pt idx="58555">
                  <c:v>45296.842361111107</c:v>
                </c:pt>
                <c:pt idx="58556">
                  <c:v>45296.874305555553</c:v>
                </c:pt>
                <c:pt idx="58557">
                  <c:v>45296.881249999999</c:v>
                </c:pt>
                <c:pt idx="58558">
                  <c:v>45296.885416666657</c:v>
                </c:pt>
                <c:pt idx="58559">
                  <c:v>45296.92083333333</c:v>
                </c:pt>
                <c:pt idx="58560">
                  <c:v>45296.966666666667</c:v>
                </c:pt>
                <c:pt idx="58561">
                  <c:v>45296.968055555553</c:v>
                </c:pt>
                <c:pt idx="58562">
                  <c:v>45296.98541666667</c:v>
                </c:pt>
                <c:pt idx="58563">
                  <c:v>45296.99722222222</c:v>
                </c:pt>
                <c:pt idx="58564">
                  <c:v>45297.040277777778</c:v>
                </c:pt>
                <c:pt idx="58565">
                  <c:v>45297.040972222218</c:v>
                </c:pt>
                <c:pt idx="58566">
                  <c:v>45297.05972222222</c:v>
                </c:pt>
                <c:pt idx="58567">
                  <c:v>45297.071527777778</c:v>
                </c:pt>
                <c:pt idx="58568">
                  <c:v>45297.084027777782</c:v>
                </c:pt>
                <c:pt idx="58569">
                  <c:v>45297.201388888891</c:v>
                </c:pt>
                <c:pt idx="58570">
                  <c:v>45297.201388888891</c:v>
                </c:pt>
                <c:pt idx="58571">
                  <c:v>45297.206944444442</c:v>
                </c:pt>
                <c:pt idx="58572">
                  <c:v>45297.302083333343</c:v>
                </c:pt>
                <c:pt idx="58573">
                  <c:v>45297.334027777782</c:v>
                </c:pt>
                <c:pt idx="58574">
                  <c:v>45297.34097222222</c:v>
                </c:pt>
                <c:pt idx="58575">
                  <c:v>45297.344444444447</c:v>
                </c:pt>
                <c:pt idx="58576">
                  <c:v>45297.438194444447</c:v>
                </c:pt>
                <c:pt idx="58577">
                  <c:v>45297.461805555547</c:v>
                </c:pt>
                <c:pt idx="58578">
                  <c:v>45297.5</c:v>
                </c:pt>
                <c:pt idx="58579">
                  <c:v>45297.505555555559</c:v>
                </c:pt>
                <c:pt idx="58580">
                  <c:v>45297.547222222223</c:v>
                </c:pt>
                <c:pt idx="58581">
                  <c:v>45298.357638888891</c:v>
                </c:pt>
                <c:pt idx="58582">
                  <c:v>45296.760416666657</c:v>
                </c:pt>
                <c:pt idx="58583">
                  <c:v>45298.375</c:v>
                </c:pt>
                <c:pt idx="58584">
                  <c:v>45298.379166666673</c:v>
                </c:pt>
                <c:pt idx="58585">
                  <c:v>45298.777777777781</c:v>
                </c:pt>
                <c:pt idx="58586">
                  <c:v>45298.788194444453</c:v>
                </c:pt>
                <c:pt idx="58587">
                  <c:v>45298.811111111107</c:v>
                </c:pt>
                <c:pt idx="58588">
                  <c:v>45298.816666666673</c:v>
                </c:pt>
                <c:pt idx="58589">
                  <c:v>45298.819444444453</c:v>
                </c:pt>
                <c:pt idx="58590">
                  <c:v>45298.851388888892</c:v>
                </c:pt>
                <c:pt idx="58591">
                  <c:v>45298.854861111111</c:v>
                </c:pt>
                <c:pt idx="58592">
                  <c:v>45298.883333333331</c:v>
                </c:pt>
                <c:pt idx="58593">
                  <c:v>45298.888194444437</c:v>
                </c:pt>
                <c:pt idx="58594">
                  <c:v>45298.934027777781</c:v>
                </c:pt>
                <c:pt idx="58595">
                  <c:v>45298.97152777778</c:v>
                </c:pt>
                <c:pt idx="58596">
                  <c:v>45299.035416666673</c:v>
                </c:pt>
                <c:pt idx="58597">
                  <c:v>45299.063888888893</c:v>
                </c:pt>
                <c:pt idx="58598">
                  <c:v>45298.776388888888</c:v>
                </c:pt>
                <c:pt idx="58599">
                  <c:v>45299.103472222218</c:v>
                </c:pt>
                <c:pt idx="58600">
                  <c:v>45299.126388888893</c:v>
                </c:pt>
                <c:pt idx="58601">
                  <c:v>45299.163888888892</c:v>
                </c:pt>
                <c:pt idx="58602">
                  <c:v>45299.174305555563</c:v>
                </c:pt>
                <c:pt idx="58603">
                  <c:v>45299.194444444453</c:v>
                </c:pt>
                <c:pt idx="58604">
                  <c:v>45299.274305555547</c:v>
                </c:pt>
                <c:pt idx="58605">
                  <c:v>45299.284722222219</c:v>
                </c:pt>
                <c:pt idx="58606">
                  <c:v>45299.290972222218</c:v>
                </c:pt>
                <c:pt idx="58607">
                  <c:v>45299.32916666667</c:v>
                </c:pt>
                <c:pt idx="58608">
                  <c:v>45299.329861111109</c:v>
                </c:pt>
                <c:pt idx="58609">
                  <c:v>45299.332638888889</c:v>
                </c:pt>
                <c:pt idx="58610">
                  <c:v>45299.345138888893</c:v>
                </c:pt>
                <c:pt idx="58611">
                  <c:v>45299.364583333343</c:v>
                </c:pt>
                <c:pt idx="58612">
                  <c:v>45299.365277777782</c:v>
                </c:pt>
                <c:pt idx="58613">
                  <c:v>45299.106944444437</c:v>
                </c:pt>
                <c:pt idx="58614">
                  <c:v>45298.76458333333</c:v>
                </c:pt>
                <c:pt idx="58615">
                  <c:v>45298.760416666657</c:v>
                </c:pt>
                <c:pt idx="58616">
                  <c:v>45298.75277777778</c:v>
                </c:pt>
                <c:pt idx="58617">
                  <c:v>45298.388194444437</c:v>
                </c:pt>
                <c:pt idx="58618">
                  <c:v>45298.390972222223</c:v>
                </c:pt>
                <c:pt idx="58619">
                  <c:v>45298.418055555558</c:v>
                </c:pt>
                <c:pt idx="58620">
                  <c:v>45298.430555555547</c:v>
                </c:pt>
                <c:pt idx="58621">
                  <c:v>45298.445138888892</c:v>
                </c:pt>
                <c:pt idx="58622">
                  <c:v>45298.461111111108</c:v>
                </c:pt>
                <c:pt idx="58623">
                  <c:v>45298.487500000003</c:v>
                </c:pt>
                <c:pt idx="58624">
                  <c:v>45298.493750000001</c:v>
                </c:pt>
                <c:pt idx="58625">
                  <c:v>45298.51666666667</c:v>
                </c:pt>
                <c:pt idx="58626">
                  <c:v>45298.532638888893</c:v>
                </c:pt>
                <c:pt idx="58627">
                  <c:v>45298.538194444453</c:v>
                </c:pt>
                <c:pt idx="58628">
                  <c:v>45298.54583333333</c:v>
                </c:pt>
                <c:pt idx="58629">
                  <c:v>45298.55</c:v>
                </c:pt>
                <c:pt idx="58630">
                  <c:v>45298.556944444441</c:v>
                </c:pt>
                <c:pt idx="58631">
                  <c:v>45298.556944444441</c:v>
                </c:pt>
                <c:pt idx="58632">
                  <c:v>45298.561111111107</c:v>
                </c:pt>
                <c:pt idx="58633">
                  <c:v>45298.577777777777</c:v>
                </c:pt>
                <c:pt idx="58634">
                  <c:v>45298.590277777781</c:v>
                </c:pt>
                <c:pt idx="58635">
                  <c:v>45298.597916666673</c:v>
                </c:pt>
                <c:pt idx="58636">
                  <c:v>45298.616666666669</c:v>
                </c:pt>
                <c:pt idx="58637">
                  <c:v>45298.623611111107</c:v>
                </c:pt>
                <c:pt idx="58638">
                  <c:v>45298.633333333331</c:v>
                </c:pt>
                <c:pt idx="58639">
                  <c:v>45298.670138888891</c:v>
                </c:pt>
                <c:pt idx="58640">
                  <c:v>45298.676388888889</c:v>
                </c:pt>
                <c:pt idx="58641">
                  <c:v>45298.676388888889</c:v>
                </c:pt>
                <c:pt idx="58642">
                  <c:v>45298.716666666667</c:v>
                </c:pt>
                <c:pt idx="58643">
                  <c:v>45298.73541666667</c:v>
                </c:pt>
                <c:pt idx="58644">
                  <c:v>45298.742361111108</c:v>
                </c:pt>
                <c:pt idx="58645">
                  <c:v>45298.751388888893</c:v>
                </c:pt>
                <c:pt idx="58646">
                  <c:v>45298.378472222219</c:v>
                </c:pt>
                <c:pt idx="58647">
                  <c:v>45311.486111111109</c:v>
                </c:pt>
                <c:pt idx="58648">
                  <c:v>45311.488888888889</c:v>
                </c:pt>
                <c:pt idx="58649">
                  <c:v>45311.511111111111</c:v>
                </c:pt>
                <c:pt idx="58650">
                  <c:v>45322.97152777778</c:v>
                </c:pt>
                <c:pt idx="58651">
                  <c:v>45322.997916666667</c:v>
                </c:pt>
                <c:pt idx="58652">
                  <c:v>45323.01666666667</c:v>
                </c:pt>
                <c:pt idx="58653">
                  <c:v>45323.022222222222</c:v>
                </c:pt>
                <c:pt idx="58654">
                  <c:v>45323.057638888888</c:v>
                </c:pt>
                <c:pt idx="58655">
                  <c:v>45323.118750000001</c:v>
                </c:pt>
                <c:pt idx="58656">
                  <c:v>45323.120138888888</c:v>
                </c:pt>
                <c:pt idx="58657">
                  <c:v>45323.147916666669</c:v>
                </c:pt>
                <c:pt idx="58658">
                  <c:v>45323.150694444441</c:v>
                </c:pt>
                <c:pt idx="58659">
                  <c:v>45323.195833333331</c:v>
                </c:pt>
                <c:pt idx="58660">
                  <c:v>45323.205555555563</c:v>
                </c:pt>
                <c:pt idx="58661">
                  <c:v>45323.230555555558</c:v>
                </c:pt>
                <c:pt idx="58662">
                  <c:v>45323.23541666667</c:v>
                </c:pt>
                <c:pt idx="58663">
                  <c:v>45322.96597222222</c:v>
                </c:pt>
                <c:pt idx="58664">
                  <c:v>45323.272222222222</c:v>
                </c:pt>
                <c:pt idx="58665">
                  <c:v>45323.286111111112</c:v>
                </c:pt>
                <c:pt idx="58666">
                  <c:v>45323.334722222222</c:v>
                </c:pt>
                <c:pt idx="58667">
                  <c:v>45323.363194444442</c:v>
                </c:pt>
                <c:pt idx="58668">
                  <c:v>45323.37222222222</c:v>
                </c:pt>
                <c:pt idx="58669">
                  <c:v>45323.380555555559</c:v>
                </c:pt>
                <c:pt idx="58670">
                  <c:v>45323.397916666669</c:v>
                </c:pt>
                <c:pt idx="58671">
                  <c:v>45323.413194444453</c:v>
                </c:pt>
                <c:pt idx="58672">
                  <c:v>45323.416666666657</c:v>
                </c:pt>
                <c:pt idx="58673">
                  <c:v>45323.425000000003</c:v>
                </c:pt>
                <c:pt idx="58674">
                  <c:v>45323.44027777778</c:v>
                </c:pt>
                <c:pt idx="58675">
                  <c:v>45323.457638888889</c:v>
                </c:pt>
                <c:pt idx="58676">
                  <c:v>45323.467361111107</c:v>
                </c:pt>
                <c:pt idx="58677">
                  <c:v>45323.478472222218</c:v>
                </c:pt>
                <c:pt idx="58678">
                  <c:v>45323.27847222222</c:v>
                </c:pt>
                <c:pt idx="58679">
                  <c:v>45323.48541666667</c:v>
                </c:pt>
                <c:pt idx="58680">
                  <c:v>45322.961805555547</c:v>
                </c:pt>
                <c:pt idx="58681">
                  <c:v>45322.926388888889</c:v>
                </c:pt>
                <c:pt idx="58682">
                  <c:v>45322.702777777777</c:v>
                </c:pt>
                <c:pt idx="58683">
                  <c:v>45322.712500000001</c:v>
                </c:pt>
                <c:pt idx="58684">
                  <c:v>45322.713194444441</c:v>
                </c:pt>
                <c:pt idx="58685">
                  <c:v>45322.717361111107</c:v>
                </c:pt>
                <c:pt idx="58686">
                  <c:v>45322.730555555558</c:v>
                </c:pt>
                <c:pt idx="58687">
                  <c:v>45322.743055555547</c:v>
                </c:pt>
                <c:pt idx="58688">
                  <c:v>45322.743750000001</c:v>
                </c:pt>
                <c:pt idx="58689">
                  <c:v>45322.76666666667</c:v>
                </c:pt>
                <c:pt idx="58690">
                  <c:v>45322.770833333343</c:v>
                </c:pt>
                <c:pt idx="58691">
                  <c:v>45322.770833333343</c:v>
                </c:pt>
                <c:pt idx="58692">
                  <c:v>45322.772222222222</c:v>
                </c:pt>
                <c:pt idx="58693">
                  <c:v>45322.777083333327</c:v>
                </c:pt>
                <c:pt idx="58694">
                  <c:v>45322.792361111111</c:v>
                </c:pt>
                <c:pt idx="58695">
                  <c:v>45322.934027777781</c:v>
                </c:pt>
                <c:pt idx="58696">
                  <c:v>45322.819444444453</c:v>
                </c:pt>
                <c:pt idx="58697">
                  <c:v>45322.832638888889</c:v>
                </c:pt>
                <c:pt idx="58698">
                  <c:v>45322.832638888889</c:v>
                </c:pt>
                <c:pt idx="58699">
                  <c:v>45322.84375</c:v>
                </c:pt>
                <c:pt idx="58700">
                  <c:v>45322.850694444453</c:v>
                </c:pt>
                <c:pt idx="58701">
                  <c:v>45322.851388888892</c:v>
                </c:pt>
                <c:pt idx="58702">
                  <c:v>45322.857638888891</c:v>
                </c:pt>
                <c:pt idx="58703">
                  <c:v>45322.863888888889</c:v>
                </c:pt>
                <c:pt idx="58704">
                  <c:v>45322.863888888889</c:v>
                </c:pt>
                <c:pt idx="58705">
                  <c:v>45322.870138888888</c:v>
                </c:pt>
                <c:pt idx="58706">
                  <c:v>45322.872916666667</c:v>
                </c:pt>
                <c:pt idx="58707">
                  <c:v>45322.878472222219</c:v>
                </c:pt>
                <c:pt idx="58708">
                  <c:v>45322.892361111109</c:v>
                </c:pt>
                <c:pt idx="58709">
                  <c:v>45322.897916666669</c:v>
                </c:pt>
                <c:pt idx="58710">
                  <c:v>45322.822916666657</c:v>
                </c:pt>
                <c:pt idx="58711">
                  <c:v>45323.490277777782</c:v>
                </c:pt>
                <c:pt idx="58712">
                  <c:v>45323.502083333333</c:v>
                </c:pt>
                <c:pt idx="58713">
                  <c:v>45323.503472222219</c:v>
                </c:pt>
                <c:pt idx="58714">
                  <c:v>45323.853472222218</c:v>
                </c:pt>
                <c:pt idx="58715">
                  <c:v>45323.854166666657</c:v>
                </c:pt>
                <c:pt idx="58716">
                  <c:v>45323.862500000003</c:v>
                </c:pt>
                <c:pt idx="58717">
                  <c:v>45323.917361111111</c:v>
                </c:pt>
                <c:pt idx="58718">
                  <c:v>45323.935416666667</c:v>
                </c:pt>
                <c:pt idx="58719">
                  <c:v>45323.947222222218</c:v>
                </c:pt>
                <c:pt idx="58720">
                  <c:v>45323.950694444437</c:v>
                </c:pt>
                <c:pt idx="58721">
                  <c:v>45323.957638888889</c:v>
                </c:pt>
                <c:pt idx="58722">
                  <c:v>45323.965277777781</c:v>
                </c:pt>
                <c:pt idx="58723">
                  <c:v>45324.055555555547</c:v>
                </c:pt>
                <c:pt idx="58724">
                  <c:v>45324.193749999999</c:v>
                </c:pt>
                <c:pt idx="58725">
                  <c:v>45324.206944444442</c:v>
                </c:pt>
                <c:pt idx="58726">
                  <c:v>45324.213888888888</c:v>
                </c:pt>
                <c:pt idx="58727">
                  <c:v>45323.836805555547</c:v>
                </c:pt>
                <c:pt idx="58728">
                  <c:v>45324.260416666657</c:v>
                </c:pt>
                <c:pt idx="58729">
                  <c:v>45324.373611111107</c:v>
                </c:pt>
                <c:pt idx="58730">
                  <c:v>45324.397916666669</c:v>
                </c:pt>
                <c:pt idx="58731">
                  <c:v>45324.398611111108</c:v>
                </c:pt>
                <c:pt idx="58732">
                  <c:v>45324.419444444437</c:v>
                </c:pt>
                <c:pt idx="58733">
                  <c:v>45324.432638888888</c:v>
                </c:pt>
                <c:pt idx="58734">
                  <c:v>45324.436805555553</c:v>
                </c:pt>
                <c:pt idx="58735">
                  <c:v>45324.448611111111</c:v>
                </c:pt>
                <c:pt idx="58736">
                  <c:v>45324.456944444442</c:v>
                </c:pt>
                <c:pt idx="58737">
                  <c:v>45324.466666666667</c:v>
                </c:pt>
                <c:pt idx="58738">
                  <c:v>45324.466666666667</c:v>
                </c:pt>
                <c:pt idx="58739">
                  <c:v>45324.469444444447</c:v>
                </c:pt>
                <c:pt idx="58740">
                  <c:v>45324.47152777778</c:v>
                </c:pt>
                <c:pt idx="58741">
                  <c:v>45324.513888888891</c:v>
                </c:pt>
                <c:pt idx="58742">
                  <c:v>45324.351388888892</c:v>
                </c:pt>
                <c:pt idx="58743">
                  <c:v>45323.824305555558</c:v>
                </c:pt>
                <c:pt idx="58744">
                  <c:v>45323.822222222218</c:v>
                </c:pt>
                <c:pt idx="58745">
                  <c:v>45323.807638888888</c:v>
                </c:pt>
                <c:pt idx="58746">
                  <c:v>45323.51458333333</c:v>
                </c:pt>
                <c:pt idx="58747">
                  <c:v>45323.536805555559</c:v>
                </c:pt>
                <c:pt idx="58748">
                  <c:v>45323.541666666657</c:v>
                </c:pt>
                <c:pt idx="58749">
                  <c:v>45323.557638888888</c:v>
                </c:pt>
                <c:pt idx="58750">
                  <c:v>45323.571527777778</c:v>
                </c:pt>
                <c:pt idx="58751">
                  <c:v>45323.582638888889</c:v>
                </c:pt>
                <c:pt idx="58752">
                  <c:v>45323.625</c:v>
                </c:pt>
                <c:pt idx="58753">
                  <c:v>45323.627083333333</c:v>
                </c:pt>
                <c:pt idx="58754">
                  <c:v>45323.628472222219</c:v>
                </c:pt>
                <c:pt idx="58755">
                  <c:v>45323.632638888892</c:v>
                </c:pt>
                <c:pt idx="58756">
                  <c:v>45323.643055555563</c:v>
                </c:pt>
                <c:pt idx="58757">
                  <c:v>45323.649305555547</c:v>
                </c:pt>
                <c:pt idx="58758">
                  <c:v>45323.652777777781</c:v>
                </c:pt>
                <c:pt idx="58759">
                  <c:v>45323.659722222219</c:v>
                </c:pt>
                <c:pt idx="58760">
                  <c:v>45323.660416666673</c:v>
                </c:pt>
                <c:pt idx="58761">
                  <c:v>45323.668749999997</c:v>
                </c:pt>
                <c:pt idx="58762">
                  <c:v>45323.678472222222</c:v>
                </c:pt>
                <c:pt idx="58763">
                  <c:v>45323.691666666673</c:v>
                </c:pt>
                <c:pt idx="58764">
                  <c:v>45323.697222222218</c:v>
                </c:pt>
                <c:pt idx="58765">
                  <c:v>45323.713888888888</c:v>
                </c:pt>
                <c:pt idx="58766">
                  <c:v>45323.730555555558</c:v>
                </c:pt>
                <c:pt idx="58767">
                  <c:v>45323.732638888891</c:v>
                </c:pt>
                <c:pt idx="58768">
                  <c:v>45323.752083333333</c:v>
                </c:pt>
                <c:pt idx="58769">
                  <c:v>45323.756944444453</c:v>
                </c:pt>
                <c:pt idx="58770">
                  <c:v>45323.757638888892</c:v>
                </c:pt>
                <c:pt idx="58771">
                  <c:v>46005.495833333327</c:v>
                </c:pt>
                <c:pt idx="58772">
                  <c:v>45323.781944444447</c:v>
                </c:pt>
                <c:pt idx="58773">
                  <c:v>45323.786805555559</c:v>
                </c:pt>
                <c:pt idx="58774">
                  <c:v>45323.802083333343</c:v>
                </c:pt>
                <c:pt idx="58775">
                  <c:v>45322.688194444447</c:v>
                </c:pt>
                <c:pt idx="58776">
                  <c:v>45322.661805555559</c:v>
                </c:pt>
                <c:pt idx="58777">
                  <c:v>45322.655555555553</c:v>
                </c:pt>
                <c:pt idx="58778">
                  <c:v>45322.62222222222</c:v>
                </c:pt>
                <c:pt idx="58779">
                  <c:v>45320.84652777778</c:v>
                </c:pt>
                <c:pt idx="58780">
                  <c:v>45320.857638888891</c:v>
                </c:pt>
                <c:pt idx="58781">
                  <c:v>45320.86041666667</c:v>
                </c:pt>
                <c:pt idx="58782">
                  <c:v>45320.864583333343</c:v>
                </c:pt>
                <c:pt idx="58783">
                  <c:v>45320.868750000001</c:v>
                </c:pt>
                <c:pt idx="58784">
                  <c:v>45320.873611111107</c:v>
                </c:pt>
                <c:pt idx="58785">
                  <c:v>45320.882638888892</c:v>
                </c:pt>
                <c:pt idx="58786">
                  <c:v>45320.899305555547</c:v>
                </c:pt>
                <c:pt idx="58787">
                  <c:v>45320.925694444442</c:v>
                </c:pt>
                <c:pt idx="58788">
                  <c:v>45320.930555555547</c:v>
                </c:pt>
                <c:pt idx="58789">
                  <c:v>45320.946527777778</c:v>
                </c:pt>
                <c:pt idx="58790">
                  <c:v>45320.963194444441</c:v>
                </c:pt>
                <c:pt idx="58791">
                  <c:v>45320.965277777781</c:v>
                </c:pt>
                <c:pt idx="58792">
                  <c:v>45320.839583333327</c:v>
                </c:pt>
                <c:pt idx="58793">
                  <c:v>45321.00277777778</c:v>
                </c:pt>
                <c:pt idx="58794">
                  <c:v>45321.145833333343</c:v>
                </c:pt>
                <c:pt idx="58795">
                  <c:v>45321.325694444437</c:v>
                </c:pt>
                <c:pt idx="58796">
                  <c:v>45321.326388888891</c:v>
                </c:pt>
                <c:pt idx="58797">
                  <c:v>45321.359027777777</c:v>
                </c:pt>
                <c:pt idx="58798">
                  <c:v>45321.371527777781</c:v>
                </c:pt>
                <c:pt idx="58799">
                  <c:v>45321.380555555559</c:v>
                </c:pt>
                <c:pt idx="58800">
                  <c:v>45321.393055555563</c:v>
                </c:pt>
                <c:pt idx="58801">
                  <c:v>45321.397916666669</c:v>
                </c:pt>
                <c:pt idx="58802">
                  <c:v>45321.411805555559</c:v>
                </c:pt>
                <c:pt idx="58803">
                  <c:v>45321.413888888892</c:v>
                </c:pt>
                <c:pt idx="58804">
                  <c:v>45321.453472222223</c:v>
                </c:pt>
                <c:pt idx="58805">
                  <c:v>45321.48333333333</c:v>
                </c:pt>
                <c:pt idx="58806">
                  <c:v>45321.517361111109</c:v>
                </c:pt>
                <c:pt idx="58807">
                  <c:v>45321.010416666657</c:v>
                </c:pt>
                <c:pt idx="58808">
                  <c:v>45320.838194444441</c:v>
                </c:pt>
                <c:pt idx="58809">
                  <c:v>45320.834027777782</c:v>
                </c:pt>
                <c:pt idx="58810">
                  <c:v>45320.829861111109</c:v>
                </c:pt>
                <c:pt idx="58811">
                  <c:v>45320.548611111109</c:v>
                </c:pt>
                <c:pt idx="58812">
                  <c:v>45320.575694444437</c:v>
                </c:pt>
                <c:pt idx="58813">
                  <c:v>45320.595138888893</c:v>
                </c:pt>
                <c:pt idx="58814">
                  <c:v>45320.59652777778</c:v>
                </c:pt>
                <c:pt idx="58815">
                  <c:v>45320.604166666657</c:v>
                </c:pt>
                <c:pt idx="58816">
                  <c:v>45320.606249999997</c:v>
                </c:pt>
                <c:pt idx="58817">
                  <c:v>45320.606944444437</c:v>
                </c:pt>
                <c:pt idx="58818">
                  <c:v>45320.609027777777</c:v>
                </c:pt>
                <c:pt idx="58819">
                  <c:v>45320.609027777777</c:v>
                </c:pt>
                <c:pt idx="58820">
                  <c:v>45320.611111111109</c:v>
                </c:pt>
                <c:pt idx="58821">
                  <c:v>45320.620833333327</c:v>
                </c:pt>
                <c:pt idx="58822">
                  <c:v>45320.636805555558</c:v>
                </c:pt>
                <c:pt idx="58823">
                  <c:v>45320.663888888892</c:v>
                </c:pt>
                <c:pt idx="58824">
                  <c:v>45320.714583333327</c:v>
                </c:pt>
                <c:pt idx="58825">
                  <c:v>45320.717361111107</c:v>
                </c:pt>
                <c:pt idx="58826">
                  <c:v>45320.722916666673</c:v>
                </c:pt>
                <c:pt idx="58827">
                  <c:v>45320.728472222218</c:v>
                </c:pt>
                <c:pt idx="58828">
                  <c:v>45320.73333333333</c:v>
                </c:pt>
                <c:pt idx="58829">
                  <c:v>45320.736805555563</c:v>
                </c:pt>
                <c:pt idx="58830">
                  <c:v>45320.740277777782</c:v>
                </c:pt>
                <c:pt idx="58831">
                  <c:v>45320.744444444441</c:v>
                </c:pt>
                <c:pt idx="58832">
                  <c:v>45320.744444444441</c:v>
                </c:pt>
                <c:pt idx="58833">
                  <c:v>45320.75277777778</c:v>
                </c:pt>
                <c:pt idx="58834">
                  <c:v>45320.771527777782</c:v>
                </c:pt>
                <c:pt idx="58835">
                  <c:v>45320.77847222222</c:v>
                </c:pt>
                <c:pt idx="58836">
                  <c:v>45320.813194444447</c:v>
                </c:pt>
                <c:pt idx="58837">
                  <c:v>45320.818055555559</c:v>
                </c:pt>
                <c:pt idx="58838">
                  <c:v>45320.820833333331</c:v>
                </c:pt>
                <c:pt idx="58839">
                  <c:v>45320.829861111109</c:v>
                </c:pt>
                <c:pt idx="58840">
                  <c:v>45321.520833333343</c:v>
                </c:pt>
                <c:pt idx="58841">
                  <c:v>45324.519444444442</c:v>
                </c:pt>
                <c:pt idx="58842">
                  <c:v>45321.530555555553</c:v>
                </c:pt>
                <c:pt idx="58843">
                  <c:v>45321.540972222218</c:v>
                </c:pt>
                <c:pt idx="58844">
                  <c:v>45322.404861111107</c:v>
                </c:pt>
                <c:pt idx="58845">
                  <c:v>45322.408333333333</c:v>
                </c:pt>
                <c:pt idx="58846">
                  <c:v>45322.423611111109</c:v>
                </c:pt>
                <c:pt idx="58847">
                  <c:v>45322.434027777781</c:v>
                </c:pt>
                <c:pt idx="58848">
                  <c:v>45322.453472222223</c:v>
                </c:pt>
                <c:pt idx="58849">
                  <c:v>45322.45416666667</c:v>
                </c:pt>
                <c:pt idx="58850">
                  <c:v>45322.463194444441</c:v>
                </c:pt>
                <c:pt idx="58851">
                  <c:v>45322.463888888888</c:v>
                </c:pt>
                <c:pt idx="58852">
                  <c:v>45322.469444444447</c:v>
                </c:pt>
                <c:pt idx="58853">
                  <c:v>45322.477777777778</c:v>
                </c:pt>
                <c:pt idx="58854">
                  <c:v>45322.481944444437</c:v>
                </c:pt>
                <c:pt idx="58855">
                  <c:v>45322.48333333333</c:v>
                </c:pt>
                <c:pt idx="58856">
                  <c:v>45322.484722222223</c:v>
                </c:pt>
                <c:pt idx="58857">
                  <c:v>45322.381249999999</c:v>
                </c:pt>
                <c:pt idx="58858">
                  <c:v>45322.486805555563</c:v>
                </c:pt>
                <c:pt idx="58859">
                  <c:v>45322.521527777782</c:v>
                </c:pt>
                <c:pt idx="58860">
                  <c:v>45322.523611111108</c:v>
                </c:pt>
                <c:pt idx="58861">
                  <c:v>45322.529861111107</c:v>
                </c:pt>
                <c:pt idx="58862">
                  <c:v>45322.53125</c:v>
                </c:pt>
                <c:pt idx="58863">
                  <c:v>45322.538194444453</c:v>
                </c:pt>
                <c:pt idx="58864">
                  <c:v>45322.55</c:v>
                </c:pt>
                <c:pt idx="58865">
                  <c:v>45322.55</c:v>
                </c:pt>
                <c:pt idx="58866">
                  <c:v>45322.576388888891</c:v>
                </c:pt>
                <c:pt idx="58867">
                  <c:v>45322.577777777777</c:v>
                </c:pt>
                <c:pt idx="58868">
                  <c:v>45322.59652777778</c:v>
                </c:pt>
                <c:pt idx="58869">
                  <c:v>45322.611805555563</c:v>
                </c:pt>
                <c:pt idx="58870">
                  <c:v>45322.612500000003</c:v>
                </c:pt>
                <c:pt idx="58871">
                  <c:v>45322.618055555547</c:v>
                </c:pt>
                <c:pt idx="58872">
                  <c:v>45322.496527777781</c:v>
                </c:pt>
                <c:pt idx="58873">
                  <c:v>45322.371527777781</c:v>
                </c:pt>
                <c:pt idx="58874">
                  <c:v>45322.359722222223</c:v>
                </c:pt>
                <c:pt idx="58875">
                  <c:v>45322.316666666673</c:v>
                </c:pt>
                <c:pt idx="58876">
                  <c:v>45321.549305555563</c:v>
                </c:pt>
                <c:pt idx="58877">
                  <c:v>45321.587500000001</c:v>
                </c:pt>
                <c:pt idx="58878">
                  <c:v>45321.59652777778</c:v>
                </c:pt>
                <c:pt idx="58879">
                  <c:v>45321.604166666657</c:v>
                </c:pt>
                <c:pt idx="58880">
                  <c:v>45321.609027777777</c:v>
                </c:pt>
                <c:pt idx="58881">
                  <c:v>45321.631249999999</c:v>
                </c:pt>
                <c:pt idx="58882">
                  <c:v>45321.635416666657</c:v>
                </c:pt>
                <c:pt idx="58883">
                  <c:v>45321.644444444442</c:v>
                </c:pt>
                <c:pt idx="58884">
                  <c:v>45321.652777777781</c:v>
                </c:pt>
                <c:pt idx="58885">
                  <c:v>45321.694444444453</c:v>
                </c:pt>
                <c:pt idx="58886">
                  <c:v>45321.697222222218</c:v>
                </c:pt>
                <c:pt idx="58887">
                  <c:v>45321.710416666669</c:v>
                </c:pt>
                <c:pt idx="58888">
                  <c:v>45321.713194444441</c:v>
                </c:pt>
                <c:pt idx="58889">
                  <c:v>45321.750694444447</c:v>
                </c:pt>
                <c:pt idx="58890">
                  <c:v>45321.773611111108</c:v>
                </c:pt>
                <c:pt idx="58891">
                  <c:v>45321.774305555547</c:v>
                </c:pt>
                <c:pt idx="58892">
                  <c:v>45321.825694444437</c:v>
                </c:pt>
                <c:pt idx="58893">
                  <c:v>45321.829861111109</c:v>
                </c:pt>
                <c:pt idx="58894">
                  <c:v>45321.836111111108</c:v>
                </c:pt>
                <c:pt idx="58895">
                  <c:v>45321.843055555553</c:v>
                </c:pt>
                <c:pt idx="58896">
                  <c:v>45321.856249999997</c:v>
                </c:pt>
                <c:pt idx="58897">
                  <c:v>45321.868055555547</c:v>
                </c:pt>
                <c:pt idx="58898">
                  <c:v>45321.888194444437</c:v>
                </c:pt>
                <c:pt idx="58899">
                  <c:v>45321.92291666667</c:v>
                </c:pt>
                <c:pt idx="58900">
                  <c:v>45321.956944444442</c:v>
                </c:pt>
                <c:pt idx="58901">
                  <c:v>45321.994444444441</c:v>
                </c:pt>
                <c:pt idx="58902">
                  <c:v>45321.99722222222</c:v>
                </c:pt>
                <c:pt idx="58903">
                  <c:v>45322.026388888888</c:v>
                </c:pt>
                <c:pt idx="58904">
                  <c:v>45322.273611111108</c:v>
                </c:pt>
                <c:pt idx="58905">
                  <c:v>45321.533333333333</c:v>
                </c:pt>
                <c:pt idx="58906">
                  <c:v>45320.538888888892</c:v>
                </c:pt>
                <c:pt idx="58907">
                  <c:v>45324.529861111107</c:v>
                </c:pt>
                <c:pt idx="58908">
                  <c:v>45324.534722222219</c:v>
                </c:pt>
                <c:pt idx="58909">
                  <c:v>45327.658333333333</c:v>
                </c:pt>
                <c:pt idx="58910">
                  <c:v>45327.688888888893</c:v>
                </c:pt>
                <c:pt idx="58911">
                  <c:v>45327.69027777778</c:v>
                </c:pt>
                <c:pt idx="58912">
                  <c:v>45327.697222222218</c:v>
                </c:pt>
                <c:pt idx="58913">
                  <c:v>45327.709027777782</c:v>
                </c:pt>
                <c:pt idx="58914">
                  <c:v>45327.710416666669</c:v>
                </c:pt>
                <c:pt idx="58915">
                  <c:v>45327.713194444441</c:v>
                </c:pt>
                <c:pt idx="58916">
                  <c:v>45327.71875</c:v>
                </c:pt>
                <c:pt idx="58917">
                  <c:v>45327.71875</c:v>
                </c:pt>
                <c:pt idx="58918">
                  <c:v>45327.72152777778</c:v>
                </c:pt>
                <c:pt idx="58919">
                  <c:v>45327.742361111108</c:v>
                </c:pt>
                <c:pt idx="58920">
                  <c:v>45327.756944444453</c:v>
                </c:pt>
                <c:pt idx="58921">
                  <c:v>45327.761805555558</c:v>
                </c:pt>
                <c:pt idx="58922">
                  <c:v>45327.645833333343</c:v>
                </c:pt>
                <c:pt idx="58923">
                  <c:v>45327.768055555563</c:v>
                </c:pt>
                <c:pt idx="58924">
                  <c:v>45327.772916666669</c:v>
                </c:pt>
                <c:pt idx="58925">
                  <c:v>45327.777777777781</c:v>
                </c:pt>
                <c:pt idx="58926">
                  <c:v>45327.788194444453</c:v>
                </c:pt>
                <c:pt idx="58927">
                  <c:v>45327.791666666657</c:v>
                </c:pt>
                <c:pt idx="58928">
                  <c:v>45327.79791666667</c:v>
                </c:pt>
                <c:pt idx="58929">
                  <c:v>45327.803472222222</c:v>
                </c:pt>
                <c:pt idx="58930">
                  <c:v>45327.804166666669</c:v>
                </c:pt>
                <c:pt idx="58931">
                  <c:v>45327.816666666673</c:v>
                </c:pt>
                <c:pt idx="58932">
                  <c:v>45327.819444444453</c:v>
                </c:pt>
                <c:pt idx="58933">
                  <c:v>45327.839583333327</c:v>
                </c:pt>
                <c:pt idx="58934">
                  <c:v>45327.84375</c:v>
                </c:pt>
                <c:pt idx="58935">
                  <c:v>45327.844444444447</c:v>
                </c:pt>
                <c:pt idx="58936">
                  <c:v>45327.845833333333</c:v>
                </c:pt>
                <c:pt idx="58937">
                  <c:v>45327.769444444442</c:v>
                </c:pt>
                <c:pt idx="58938">
                  <c:v>45327.85</c:v>
                </c:pt>
                <c:pt idx="58939">
                  <c:v>45327.630555555559</c:v>
                </c:pt>
                <c:pt idx="58940">
                  <c:v>45327.600694444453</c:v>
                </c:pt>
                <c:pt idx="58941">
                  <c:v>45326.904861111107</c:v>
                </c:pt>
                <c:pt idx="58942">
                  <c:v>45326.909722222219</c:v>
                </c:pt>
                <c:pt idx="58943">
                  <c:v>45326.917361111111</c:v>
                </c:pt>
                <c:pt idx="58944">
                  <c:v>45326.940972222219</c:v>
                </c:pt>
                <c:pt idx="58945">
                  <c:v>45326.949305555558</c:v>
                </c:pt>
                <c:pt idx="58946">
                  <c:v>45326.95208333333</c:v>
                </c:pt>
                <c:pt idx="58947">
                  <c:v>45326.959722222222</c:v>
                </c:pt>
                <c:pt idx="58948">
                  <c:v>45326.980555555558</c:v>
                </c:pt>
                <c:pt idx="58949">
                  <c:v>45327.075694444437</c:v>
                </c:pt>
                <c:pt idx="58950">
                  <c:v>45327.227777777778</c:v>
                </c:pt>
                <c:pt idx="58951">
                  <c:v>45327.268750000003</c:v>
                </c:pt>
                <c:pt idx="58952">
                  <c:v>45327.28125</c:v>
                </c:pt>
                <c:pt idx="58953">
                  <c:v>45327.28402777778</c:v>
                </c:pt>
                <c:pt idx="58954">
                  <c:v>45327.605555555558</c:v>
                </c:pt>
                <c:pt idx="58955">
                  <c:v>45327.356944444437</c:v>
                </c:pt>
                <c:pt idx="58956">
                  <c:v>45327.415972222218</c:v>
                </c:pt>
                <c:pt idx="58957">
                  <c:v>45327.417361111111</c:v>
                </c:pt>
                <c:pt idx="58958">
                  <c:v>45327.439583333333</c:v>
                </c:pt>
                <c:pt idx="58959">
                  <c:v>45327.44027777778</c:v>
                </c:pt>
                <c:pt idx="58960">
                  <c:v>45327.457638888889</c:v>
                </c:pt>
                <c:pt idx="58961">
                  <c:v>45327.467361111107</c:v>
                </c:pt>
                <c:pt idx="58962">
                  <c:v>45327.468055555553</c:v>
                </c:pt>
                <c:pt idx="58963">
                  <c:v>45327.476388888892</c:v>
                </c:pt>
                <c:pt idx="58964">
                  <c:v>45327.512499999997</c:v>
                </c:pt>
                <c:pt idx="58965">
                  <c:v>45327.517361111109</c:v>
                </c:pt>
                <c:pt idx="58966">
                  <c:v>45327.553472222222</c:v>
                </c:pt>
                <c:pt idx="58967">
                  <c:v>45327.564583333333</c:v>
                </c:pt>
                <c:pt idx="58968">
                  <c:v>45327.57916666667</c:v>
                </c:pt>
                <c:pt idx="58969">
                  <c:v>45327.40902777778</c:v>
                </c:pt>
                <c:pt idx="58970">
                  <c:v>45327.853472222218</c:v>
                </c:pt>
                <c:pt idx="58971">
                  <c:v>45327.86041666667</c:v>
                </c:pt>
                <c:pt idx="58972">
                  <c:v>45327.866666666669</c:v>
                </c:pt>
                <c:pt idx="58973">
                  <c:v>45328.543055555558</c:v>
                </c:pt>
                <c:pt idx="58974">
                  <c:v>45328.577777777777</c:v>
                </c:pt>
                <c:pt idx="58975">
                  <c:v>45328.602777777778</c:v>
                </c:pt>
                <c:pt idx="58976">
                  <c:v>45328.614583333343</c:v>
                </c:pt>
                <c:pt idx="58977">
                  <c:v>45328.619444444441</c:v>
                </c:pt>
                <c:pt idx="58978">
                  <c:v>45328.635416666657</c:v>
                </c:pt>
                <c:pt idx="58979">
                  <c:v>45328.690972222219</c:v>
                </c:pt>
                <c:pt idx="58980">
                  <c:v>45328.699305555558</c:v>
                </c:pt>
                <c:pt idx="58981">
                  <c:v>45328.743055555547</c:v>
                </c:pt>
                <c:pt idx="58982">
                  <c:v>45328.743750000001</c:v>
                </c:pt>
                <c:pt idx="58983">
                  <c:v>45328.751388888893</c:v>
                </c:pt>
                <c:pt idx="58984">
                  <c:v>45328.760416666657</c:v>
                </c:pt>
                <c:pt idx="58985">
                  <c:v>45328.763888888891</c:v>
                </c:pt>
                <c:pt idx="58986">
                  <c:v>45328.536111111112</c:v>
                </c:pt>
                <c:pt idx="58987">
                  <c:v>45328.76666666667</c:v>
                </c:pt>
                <c:pt idx="58988">
                  <c:v>45328.773611111108</c:v>
                </c:pt>
                <c:pt idx="58989">
                  <c:v>45328.779166666667</c:v>
                </c:pt>
                <c:pt idx="58990">
                  <c:v>45328.804166666669</c:v>
                </c:pt>
                <c:pt idx="58991">
                  <c:v>45328.806250000001</c:v>
                </c:pt>
                <c:pt idx="58992">
                  <c:v>45328.810416666667</c:v>
                </c:pt>
                <c:pt idx="58993">
                  <c:v>45328.836805555547</c:v>
                </c:pt>
                <c:pt idx="58994">
                  <c:v>45328.910416666673</c:v>
                </c:pt>
                <c:pt idx="58995">
                  <c:v>45328.913194444453</c:v>
                </c:pt>
                <c:pt idx="58996">
                  <c:v>45328.935416666667</c:v>
                </c:pt>
                <c:pt idx="58997">
                  <c:v>45328.9375</c:v>
                </c:pt>
                <c:pt idx="58998">
                  <c:v>45328.940972222219</c:v>
                </c:pt>
                <c:pt idx="58999">
                  <c:v>45328.947222222218</c:v>
                </c:pt>
                <c:pt idx="59000">
                  <c:v>45328.963194444441</c:v>
                </c:pt>
                <c:pt idx="59001">
                  <c:v>45328.770833333343</c:v>
                </c:pt>
                <c:pt idx="59002">
                  <c:v>45328.518750000003</c:v>
                </c:pt>
                <c:pt idx="59003">
                  <c:v>45328.51458333333</c:v>
                </c:pt>
                <c:pt idx="59004">
                  <c:v>45328.508333333331</c:v>
                </c:pt>
                <c:pt idx="59005">
                  <c:v>45327.881944444453</c:v>
                </c:pt>
                <c:pt idx="59006">
                  <c:v>45327.884027777778</c:v>
                </c:pt>
                <c:pt idx="59007">
                  <c:v>45327.925000000003</c:v>
                </c:pt>
                <c:pt idx="59008">
                  <c:v>45327.975694444453</c:v>
                </c:pt>
                <c:pt idx="59009">
                  <c:v>45328.02847222222</c:v>
                </c:pt>
                <c:pt idx="59010">
                  <c:v>45328.029861111107</c:v>
                </c:pt>
                <c:pt idx="59011">
                  <c:v>45328.271527777782</c:v>
                </c:pt>
                <c:pt idx="59012">
                  <c:v>45328.285416666673</c:v>
                </c:pt>
                <c:pt idx="59013">
                  <c:v>45328.309027777781</c:v>
                </c:pt>
                <c:pt idx="59014">
                  <c:v>45328.320833333331</c:v>
                </c:pt>
                <c:pt idx="59015">
                  <c:v>45328.326388888891</c:v>
                </c:pt>
                <c:pt idx="59016">
                  <c:v>45328.32916666667</c:v>
                </c:pt>
                <c:pt idx="59017">
                  <c:v>45328.359722222223</c:v>
                </c:pt>
                <c:pt idx="59018">
                  <c:v>45328.366666666669</c:v>
                </c:pt>
                <c:pt idx="59019">
                  <c:v>45328.373611111107</c:v>
                </c:pt>
                <c:pt idx="59020">
                  <c:v>45328.374305555553</c:v>
                </c:pt>
                <c:pt idx="59021">
                  <c:v>45328.4</c:v>
                </c:pt>
                <c:pt idx="59022">
                  <c:v>45328.409722222219</c:v>
                </c:pt>
                <c:pt idx="59023">
                  <c:v>45328.417361111111</c:v>
                </c:pt>
                <c:pt idx="59024">
                  <c:v>45328.42291666667</c:v>
                </c:pt>
                <c:pt idx="59025">
                  <c:v>45328.425694444442</c:v>
                </c:pt>
                <c:pt idx="59026">
                  <c:v>45328.429861111108</c:v>
                </c:pt>
                <c:pt idx="59027">
                  <c:v>45328.45</c:v>
                </c:pt>
                <c:pt idx="59028">
                  <c:v>45328.466666666667</c:v>
                </c:pt>
                <c:pt idx="59029">
                  <c:v>45328.470833333333</c:v>
                </c:pt>
                <c:pt idx="59030">
                  <c:v>45328.484722222223</c:v>
                </c:pt>
                <c:pt idx="59031">
                  <c:v>45328.488888888889</c:v>
                </c:pt>
                <c:pt idx="59032">
                  <c:v>45328.5</c:v>
                </c:pt>
                <c:pt idx="59033">
                  <c:v>45328.507638888892</c:v>
                </c:pt>
                <c:pt idx="59034">
                  <c:v>45326.897222222222</c:v>
                </c:pt>
                <c:pt idx="59035">
                  <c:v>45326.890277777777</c:v>
                </c:pt>
                <c:pt idx="59036">
                  <c:v>45326.875694444447</c:v>
                </c:pt>
                <c:pt idx="59037">
                  <c:v>45326.865277777782</c:v>
                </c:pt>
                <c:pt idx="59038">
                  <c:v>45324.951388888891</c:v>
                </c:pt>
                <c:pt idx="59039">
                  <c:v>45324.95208333333</c:v>
                </c:pt>
                <c:pt idx="59040">
                  <c:v>45324.960416666669</c:v>
                </c:pt>
                <c:pt idx="59041">
                  <c:v>45324.962500000001</c:v>
                </c:pt>
                <c:pt idx="59042">
                  <c:v>45324.979166666657</c:v>
                </c:pt>
                <c:pt idx="59043">
                  <c:v>45325.011805555558</c:v>
                </c:pt>
                <c:pt idx="59044">
                  <c:v>45325.05972222222</c:v>
                </c:pt>
                <c:pt idx="59045">
                  <c:v>45325.098611111112</c:v>
                </c:pt>
                <c:pt idx="59046">
                  <c:v>45325.3125</c:v>
                </c:pt>
                <c:pt idx="59047">
                  <c:v>45325.366666666669</c:v>
                </c:pt>
                <c:pt idx="59048">
                  <c:v>45325.386111111111</c:v>
                </c:pt>
                <c:pt idx="59049">
                  <c:v>45325.402083333327</c:v>
                </c:pt>
                <c:pt idx="59050">
                  <c:v>45325.405555555553</c:v>
                </c:pt>
                <c:pt idx="59051">
                  <c:v>45324.949305555558</c:v>
                </c:pt>
                <c:pt idx="59052">
                  <c:v>45325.438194444447</c:v>
                </c:pt>
                <c:pt idx="59053">
                  <c:v>45325.478472222218</c:v>
                </c:pt>
                <c:pt idx="59054">
                  <c:v>45325.532638888893</c:v>
                </c:pt>
                <c:pt idx="59055">
                  <c:v>45325.548611111109</c:v>
                </c:pt>
                <c:pt idx="59056">
                  <c:v>45325.55</c:v>
                </c:pt>
                <c:pt idx="59057">
                  <c:v>45325.569444444453</c:v>
                </c:pt>
                <c:pt idx="59058">
                  <c:v>45325.580555555563</c:v>
                </c:pt>
                <c:pt idx="59059">
                  <c:v>45325.588194444441</c:v>
                </c:pt>
                <c:pt idx="59060">
                  <c:v>45325.605555555558</c:v>
                </c:pt>
                <c:pt idx="59061">
                  <c:v>45325.612500000003</c:v>
                </c:pt>
                <c:pt idx="59062">
                  <c:v>45325.633333333331</c:v>
                </c:pt>
                <c:pt idx="59063">
                  <c:v>45325.635416666657</c:v>
                </c:pt>
                <c:pt idx="59064">
                  <c:v>45325.688888888893</c:v>
                </c:pt>
                <c:pt idx="59065">
                  <c:v>45325.70208333333</c:v>
                </c:pt>
                <c:pt idx="59066">
                  <c:v>45325.458333333343</c:v>
                </c:pt>
                <c:pt idx="59067">
                  <c:v>45324.920138888891</c:v>
                </c:pt>
                <c:pt idx="59068">
                  <c:v>45324.897916666669</c:v>
                </c:pt>
                <c:pt idx="59069">
                  <c:v>45324.89166666667</c:v>
                </c:pt>
                <c:pt idx="59070">
                  <c:v>45324.538888888892</c:v>
                </c:pt>
                <c:pt idx="59071">
                  <c:v>45324.543749999997</c:v>
                </c:pt>
                <c:pt idx="59072">
                  <c:v>45324.554861111108</c:v>
                </c:pt>
                <c:pt idx="59073">
                  <c:v>45324.554861111108</c:v>
                </c:pt>
                <c:pt idx="59074">
                  <c:v>45324.563194444447</c:v>
                </c:pt>
                <c:pt idx="59075">
                  <c:v>45324.572222222218</c:v>
                </c:pt>
                <c:pt idx="59076">
                  <c:v>45324.581944444442</c:v>
                </c:pt>
                <c:pt idx="59077">
                  <c:v>45324.6</c:v>
                </c:pt>
                <c:pt idx="59078">
                  <c:v>45324.631944444453</c:v>
                </c:pt>
                <c:pt idx="59079">
                  <c:v>45324.634722222218</c:v>
                </c:pt>
                <c:pt idx="59080">
                  <c:v>45324.638194444437</c:v>
                </c:pt>
                <c:pt idx="59081">
                  <c:v>45324.646527777782</c:v>
                </c:pt>
                <c:pt idx="59082">
                  <c:v>45324.65625</c:v>
                </c:pt>
                <c:pt idx="59083">
                  <c:v>45324.668055555558</c:v>
                </c:pt>
                <c:pt idx="59084">
                  <c:v>45324.67083333333</c:v>
                </c:pt>
                <c:pt idx="59085">
                  <c:v>45324.677083333343</c:v>
                </c:pt>
                <c:pt idx="59086">
                  <c:v>45324.679861111108</c:v>
                </c:pt>
                <c:pt idx="59087">
                  <c:v>45324.688888888893</c:v>
                </c:pt>
                <c:pt idx="59088">
                  <c:v>45324.691666666673</c:v>
                </c:pt>
                <c:pt idx="59089">
                  <c:v>45324.70208333333</c:v>
                </c:pt>
                <c:pt idx="59090">
                  <c:v>45324.714583333327</c:v>
                </c:pt>
                <c:pt idx="59091">
                  <c:v>45324.743750000001</c:v>
                </c:pt>
                <c:pt idx="59092">
                  <c:v>45324.757638888892</c:v>
                </c:pt>
                <c:pt idx="59093">
                  <c:v>45324.802777777782</c:v>
                </c:pt>
                <c:pt idx="59094">
                  <c:v>45324.820138888892</c:v>
                </c:pt>
                <c:pt idx="59095">
                  <c:v>45324.837500000001</c:v>
                </c:pt>
                <c:pt idx="59096">
                  <c:v>45324.848611111112</c:v>
                </c:pt>
                <c:pt idx="59097">
                  <c:v>45324.853472222218</c:v>
                </c:pt>
                <c:pt idx="59098">
                  <c:v>45324.887499999997</c:v>
                </c:pt>
                <c:pt idx="59099">
                  <c:v>45325.720833333333</c:v>
                </c:pt>
                <c:pt idx="59100">
                  <c:v>45324.530555555553</c:v>
                </c:pt>
                <c:pt idx="59101">
                  <c:v>45325.722916666673</c:v>
                </c:pt>
                <c:pt idx="59102">
                  <c:v>45325.738888888889</c:v>
                </c:pt>
                <c:pt idx="59103">
                  <c:v>45326.542361111111</c:v>
                </c:pt>
                <c:pt idx="59104">
                  <c:v>45326.5625</c:v>
                </c:pt>
                <c:pt idx="59105">
                  <c:v>45326.5625</c:v>
                </c:pt>
                <c:pt idx="59106">
                  <c:v>45326.575694444437</c:v>
                </c:pt>
                <c:pt idx="59107">
                  <c:v>45326.576388888891</c:v>
                </c:pt>
                <c:pt idx="59108">
                  <c:v>45326.609027777777</c:v>
                </c:pt>
                <c:pt idx="59109">
                  <c:v>45326.611805555563</c:v>
                </c:pt>
                <c:pt idx="59110">
                  <c:v>45326.62222222222</c:v>
                </c:pt>
                <c:pt idx="59111">
                  <c:v>45326.640972222223</c:v>
                </c:pt>
                <c:pt idx="59112">
                  <c:v>45326.645833333343</c:v>
                </c:pt>
                <c:pt idx="59113">
                  <c:v>45326.659722222219</c:v>
                </c:pt>
                <c:pt idx="59114">
                  <c:v>45326.674305555563</c:v>
                </c:pt>
                <c:pt idx="59115">
                  <c:v>45326.675000000003</c:v>
                </c:pt>
                <c:pt idx="59116">
                  <c:v>45326.529861111107</c:v>
                </c:pt>
                <c:pt idx="59117">
                  <c:v>45326.707638888889</c:v>
                </c:pt>
                <c:pt idx="59118">
                  <c:v>45326.719444444447</c:v>
                </c:pt>
                <c:pt idx="59119">
                  <c:v>45326.730555555558</c:v>
                </c:pt>
                <c:pt idx="59120">
                  <c:v>45326.740277777782</c:v>
                </c:pt>
                <c:pt idx="59121">
                  <c:v>45326.754166666673</c:v>
                </c:pt>
                <c:pt idx="59122">
                  <c:v>45326.756249999999</c:v>
                </c:pt>
                <c:pt idx="59123">
                  <c:v>45326.759027777778</c:v>
                </c:pt>
                <c:pt idx="59124">
                  <c:v>45326.811805555553</c:v>
                </c:pt>
                <c:pt idx="59125">
                  <c:v>45326.8125</c:v>
                </c:pt>
                <c:pt idx="59126">
                  <c:v>45326.818055555559</c:v>
                </c:pt>
                <c:pt idx="59127">
                  <c:v>45326.831944444442</c:v>
                </c:pt>
                <c:pt idx="59128">
                  <c:v>45326.845833333333</c:v>
                </c:pt>
                <c:pt idx="59129">
                  <c:v>45326.84652777778</c:v>
                </c:pt>
                <c:pt idx="59130">
                  <c:v>45326.86041666667</c:v>
                </c:pt>
                <c:pt idx="59131">
                  <c:v>45326.718055555553</c:v>
                </c:pt>
                <c:pt idx="59132">
                  <c:v>45326.520833333343</c:v>
                </c:pt>
                <c:pt idx="59133">
                  <c:v>45326.515277777777</c:v>
                </c:pt>
                <c:pt idx="59134">
                  <c:v>45326.498611111107</c:v>
                </c:pt>
                <c:pt idx="59135">
                  <c:v>45325.743055555547</c:v>
                </c:pt>
                <c:pt idx="59136">
                  <c:v>45325.763194444437</c:v>
                </c:pt>
                <c:pt idx="59137">
                  <c:v>45325.769444444442</c:v>
                </c:pt>
                <c:pt idx="59138">
                  <c:v>45325.806250000001</c:v>
                </c:pt>
                <c:pt idx="59139">
                  <c:v>45325.808333333327</c:v>
                </c:pt>
                <c:pt idx="59140">
                  <c:v>45325.856944444437</c:v>
                </c:pt>
                <c:pt idx="59141">
                  <c:v>45325.868055555547</c:v>
                </c:pt>
                <c:pt idx="59142">
                  <c:v>45325.943055555559</c:v>
                </c:pt>
                <c:pt idx="59143">
                  <c:v>45325.943749999999</c:v>
                </c:pt>
                <c:pt idx="59144">
                  <c:v>45325.949305555558</c:v>
                </c:pt>
                <c:pt idx="59145">
                  <c:v>45325.979861111111</c:v>
                </c:pt>
                <c:pt idx="59146">
                  <c:v>45325.993055555547</c:v>
                </c:pt>
                <c:pt idx="59147">
                  <c:v>45326.029861111107</c:v>
                </c:pt>
                <c:pt idx="59148">
                  <c:v>45326.053472222222</c:v>
                </c:pt>
                <c:pt idx="59149">
                  <c:v>45326.071527777778</c:v>
                </c:pt>
                <c:pt idx="59150">
                  <c:v>45326.073611111111</c:v>
                </c:pt>
                <c:pt idx="59151">
                  <c:v>45326.122916666667</c:v>
                </c:pt>
                <c:pt idx="59152">
                  <c:v>45326.259722222218</c:v>
                </c:pt>
                <c:pt idx="59153">
                  <c:v>45326.29583333333</c:v>
                </c:pt>
                <c:pt idx="59154">
                  <c:v>45326.328472222223</c:v>
                </c:pt>
                <c:pt idx="59155">
                  <c:v>45326.350694444453</c:v>
                </c:pt>
                <c:pt idx="59156">
                  <c:v>45326.388194444437</c:v>
                </c:pt>
                <c:pt idx="59157">
                  <c:v>45326.424305555563</c:v>
                </c:pt>
                <c:pt idx="59158">
                  <c:v>45326.442361111112</c:v>
                </c:pt>
                <c:pt idx="59159">
                  <c:v>45326.45208333333</c:v>
                </c:pt>
                <c:pt idx="59160">
                  <c:v>45326.46597222222</c:v>
                </c:pt>
                <c:pt idx="59161">
                  <c:v>45326.470138888893</c:v>
                </c:pt>
                <c:pt idx="59162">
                  <c:v>45326.480555555558</c:v>
                </c:pt>
                <c:pt idx="59163">
                  <c:v>45326.492361111108</c:v>
                </c:pt>
                <c:pt idx="59164">
                  <c:v>45325.734722222223</c:v>
                </c:pt>
                <c:pt idx="59165">
                  <c:v>45320.538194444453</c:v>
                </c:pt>
                <c:pt idx="59166">
                  <c:v>45320.531944444447</c:v>
                </c:pt>
                <c:pt idx="59167">
                  <c:v>45320.530555555553</c:v>
                </c:pt>
                <c:pt idx="59168">
                  <c:v>45314.443055555559</c:v>
                </c:pt>
                <c:pt idx="59169">
                  <c:v>45314.443749999999</c:v>
                </c:pt>
                <c:pt idx="59170">
                  <c:v>45314.445138888892</c:v>
                </c:pt>
                <c:pt idx="59171">
                  <c:v>45314.468055555553</c:v>
                </c:pt>
                <c:pt idx="59172">
                  <c:v>45314.500694444447</c:v>
                </c:pt>
                <c:pt idx="59173">
                  <c:v>45314.51666666667</c:v>
                </c:pt>
                <c:pt idx="59174">
                  <c:v>45314.520833333343</c:v>
                </c:pt>
                <c:pt idx="59175">
                  <c:v>45314.527083333327</c:v>
                </c:pt>
                <c:pt idx="59176">
                  <c:v>45314.52847222222</c:v>
                </c:pt>
                <c:pt idx="59177">
                  <c:v>45314.530555555553</c:v>
                </c:pt>
                <c:pt idx="59178">
                  <c:v>45314.552777777782</c:v>
                </c:pt>
                <c:pt idx="59179">
                  <c:v>45314.554861111108</c:v>
                </c:pt>
                <c:pt idx="59180">
                  <c:v>45314.565972222219</c:v>
                </c:pt>
                <c:pt idx="59181">
                  <c:v>45314.439583333333</c:v>
                </c:pt>
                <c:pt idx="59182">
                  <c:v>45314.568749999999</c:v>
                </c:pt>
                <c:pt idx="59183">
                  <c:v>45314.59652777778</c:v>
                </c:pt>
                <c:pt idx="59184">
                  <c:v>45314.601388888892</c:v>
                </c:pt>
                <c:pt idx="59185">
                  <c:v>45314.61041666667</c:v>
                </c:pt>
                <c:pt idx="59186">
                  <c:v>45314.615972222222</c:v>
                </c:pt>
                <c:pt idx="59187">
                  <c:v>45314.63958333333</c:v>
                </c:pt>
                <c:pt idx="59188">
                  <c:v>45314.644444444442</c:v>
                </c:pt>
                <c:pt idx="59189">
                  <c:v>45314.670138888891</c:v>
                </c:pt>
                <c:pt idx="59190">
                  <c:v>45314.676388888889</c:v>
                </c:pt>
                <c:pt idx="59191">
                  <c:v>45314.679166666669</c:v>
                </c:pt>
                <c:pt idx="59192">
                  <c:v>45314.686111111107</c:v>
                </c:pt>
                <c:pt idx="59193">
                  <c:v>45314.695138888892</c:v>
                </c:pt>
                <c:pt idx="59194">
                  <c:v>45314.727083333331</c:v>
                </c:pt>
                <c:pt idx="59195">
                  <c:v>45314.728472222218</c:v>
                </c:pt>
                <c:pt idx="59196">
                  <c:v>45314.575694444437</c:v>
                </c:pt>
                <c:pt idx="59197">
                  <c:v>45314.760416666657</c:v>
                </c:pt>
                <c:pt idx="59198">
                  <c:v>45314.421527777777</c:v>
                </c:pt>
                <c:pt idx="59199">
                  <c:v>45314.411111111112</c:v>
                </c:pt>
                <c:pt idx="59200">
                  <c:v>45313.823611111111</c:v>
                </c:pt>
                <c:pt idx="59201">
                  <c:v>45313.824305555558</c:v>
                </c:pt>
                <c:pt idx="59202">
                  <c:v>45313.826388888891</c:v>
                </c:pt>
                <c:pt idx="59203">
                  <c:v>45313.838888888888</c:v>
                </c:pt>
                <c:pt idx="59204">
                  <c:v>45313.838888888888</c:v>
                </c:pt>
                <c:pt idx="59205">
                  <c:v>45313.854166666657</c:v>
                </c:pt>
                <c:pt idx="59206">
                  <c:v>45313.855555555558</c:v>
                </c:pt>
                <c:pt idx="59207">
                  <c:v>45313.867361111108</c:v>
                </c:pt>
                <c:pt idx="59208">
                  <c:v>45313.87222222222</c:v>
                </c:pt>
                <c:pt idx="59209">
                  <c:v>45313.878472222219</c:v>
                </c:pt>
                <c:pt idx="59210">
                  <c:v>45313.884027777778</c:v>
                </c:pt>
                <c:pt idx="59211">
                  <c:v>45313.884722222218</c:v>
                </c:pt>
                <c:pt idx="59212">
                  <c:v>45313.940972222219</c:v>
                </c:pt>
                <c:pt idx="59213">
                  <c:v>45314.421527777777</c:v>
                </c:pt>
                <c:pt idx="59214">
                  <c:v>45313.959027777782</c:v>
                </c:pt>
                <c:pt idx="59215">
                  <c:v>45314.11041666667</c:v>
                </c:pt>
                <c:pt idx="59216">
                  <c:v>45314.179166666669</c:v>
                </c:pt>
                <c:pt idx="59217">
                  <c:v>45314.192361111112</c:v>
                </c:pt>
                <c:pt idx="59218">
                  <c:v>45314.211111111108</c:v>
                </c:pt>
                <c:pt idx="59219">
                  <c:v>45314.226388888892</c:v>
                </c:pt>
                <c:pt idx="59220">
                  <c:v>45314.247916666667</c:v>
                </c:pt>
                <c:pt idx="59221">
                  <c:v>45314.270833333343</c:v>
                </c:pt>
                <c:pt idx="59222">
                  <c:v>45314.324999999997</c:v>
                </c:pt>
                <c:pt idx="59223">
                  <c:v>45314.352083333331</c:v>
                </c:pt>
                <c:pt idx="59224">
                  <c:v>45314.352083333331</c:v>
                </c:pt>
                <c:pt idx="59225">
                  <c:v>45314.359027777777</c:v>
                </c:pt>
                <c:pt idx="59226">
                  <c:v>45314.400694444441</c:v>
                </c:pt>
                <c:pt idx="59227">
                  <c:v>45314.404861111107</c:v>
                </c:pt>
                <c:pt idx="59228">
                  <c:v>45314.109027777777</c:v>
                </c:pt>
                <c:pt idx="59229">
                  <c:v>45314.761111111111</c:v>
                </c:pt>
                <c:pt idx="59230">
                  <c:v>45314.765972222223</c:v>
                </c:pt>
                <c:pt idx="59231">
                  <c:v>45314.774305555547</c:v>
                </c:pt>
                <c:pt idx="59232">
                  <c:v>45315.1</c:v>
                </c:pt>
                <c:pt idx="59233">
                  <c:v>45315.124305555553</c:v>
                </c:pt>
                <c:pt idx="59234">
                  <c:v>45315.19027777778</c:v>
                </c:pt>
                <c:pt idx="59235">
                  <c:v>45315.225694444453</c:v>
                </c:pt>
                <c:pt idx="59236">
                  <c:v>45315.236111111109</c:v>
                </c:pt>
                <c:pt idx="59237">
                  <c:v>45315.3</c:v>
                </c:pt>
                <c:pt idx="59238">
                  <c:v>45315.304166666669</c:v>
                </c:pt>
                <c:pt idx="59239">
                  <c:v>45315.322916666657</c:v>
                </c:pt>
                <c:pt idx="59240">
                  <c:v>45315.353472222218</c:v>
                </c:pt>
                <c:pt idx="59241">
                  <c:v>45315.356249999997</c:v>
                </c:pt>
                <c:pt idx="59242">
                  <c:v>45315.35833333333</c:v>
                </c:pt>
                <c:pt idx="59243">
                  <c:v>45315.359722222223</c:v>
                </c:pt>
                <c:pt idx="59244">
                  <c:v>45315.364583333343</c:v>
                </c:pt>
                <c:pt idx="59245">
                  <c:v>45315.063888888893</c:v>
                </c:pt>
                <c:pt idx="59246">
                  <c:v>45315.406944444447</c:v>
                </c:pt>
                <c:pt idx="59247">
                  <c:v>45315.439583333333</c:v>
                </c:pt>
                <c:pt idx="59248">
                  <c:v>45315.456250000003</c:v>
                </c:pt>
                <c:pt idx="59249">
                  <c:v>45315.472916666673</c:v>
                </c:pt>
                <c:pt idx="59250">
                  <c:v>45315.488888888889</c:v>
                </c:pt>
                <c:pt idx="59251">
                  <c:v>45315.50277777778</c:v>
                </c:pt>
                <c:pt idx="59252">
                  <c:v>45315.506944444453</c:v>
                </c:pt>
                <c:pt idx="59253">
                  <c:v>45315.511805555558</c:v>
                </c:pt>
                <c:pt idx="59254">
                  <c:v>45315.513194444437</c:v>
                </c:pt>
                <c:pt idx="59255">
                  <c:v>45315.520833333343</c:v>
                </c:pt>
                <c:pt idx="59256">
                  <c:v>45315.529166666667</c:v>
                </c:pt>
                <c:pt idx="59257">
                  <c:v>45315.542361111111</c:v>
                </c:pt>
                <c:pt idx="59258">
                  <c:v>45315.543055555558</c:v>
                </c:pt>
                <c:pt idx="59259">
                  <c:v>45315.550694444442</c:v>
                </c:pt>
                <c:pt idx="59260">
                  <c:v>45315.420138888891</c:v>
                </c:pt>
                <c:pt idx="59261">
                  <c:v>45315.041666666657</c:v>
                </c:pt>
                <c:pt idx="59262">
                  <c:v>45315.029861111107</c:v>
                </c:pt>
                <c:pt idx="59263">
                  <c:v>45314.998611111107</c:v>
                </c:pt>
                <c:pt idx="59264">
                  <c:v>45314.776388888888</c:v>
                </c:pt>
                <c:pt idx="59265">
                  <c:v>45314.782638888893</c:v>
                </c:pt>
                <c:pt idx="59266">
                  <c:v>45314.784722222219</c:v>
                </c:pt>
                <c:pt idx="59267">
                  <c:v>45314.785416666673</c:v>
                </c:pt>
                <c:pt idx="59268">
                  <c:v>45314.795138888891</c:v>
                </c:pt>
                <c:pt idx="59269">
                  <c:v>45314.815972222219</c:v>
                </c:pt>
                <c:pt idx="59270">
                  <c:v>45314.819444444453</c:v>
                </c:pt>
                <c:pt idx="59271">
                  <c:v>45314.821527777778</c:v>
                </c:pt>
                <c:pt idx="59272">
                  <c:v>45314.824999999997</c:v>
                </c:pt>
                <c:pt idx="59273">
                  <c:v>45314.826388888891</c:v>
                </c:pt>
                <c:pt idx="59274">
                  <c:v>45314.849305555559</c:v>
                </c:pt>
                <c:pt idx="59275">
                  <c:v>45314.851388888892</c:v>
                </c:pt>
                <c:pt idx="59276">
                  <c:v>45314.852083333331</c:v>
                </c:pt>
                <c:pt idx="59277">
                  <c:v>45314.852083333331</c:v>
                </c:pt>
                <c:pt idx="59278">
                  <c:v>45314.853472222218</c:v>
                </c:pt>
                <c:pt idx="59279">
                  <c:v>45314.854166666657</c:v>
                </c:pt>
                <c:pt idx="59280">
                  <c:v>45314.861111111109</c:v>
                </c:pt>
                <c:pt idx="59281">
                  <c:v>45314.881944444453</c:v>
                </c:pt>
                <c:pt idx="59282">
                  <c:v>45314.893750000003</c:v>
                </c:pt>
                <c:pt idx="59283">
                  <c:v>45314.90625</c:v>
                </c:pt>
                <c:pt idx="59284">
                  <c:v>45314.906944444447</c:v>
                </c:pt>
                <c:pt idx="59285">
                  <c:v>45314.908333333333</c:v>
                </c:pt>
                <c:pt idx="59286">
                  <c:v>45314.914583333331</c:v>
                </c:pt>
                <c:pt idx="59287">
                  <c:v>45314.947222222218</c:v>
                </c:pt>
                <c:pt idx="59288">
                  <c:v>45314.969444444447</c:v>
                </c:pt>
                <c:pt idx="59289">
                  <c:v>45314.972916666673</c:v>
                </c:pt>
                <c:pt idx="59290">
                  <c:v>45314.973611111112</c:v>
                </c:pt>
                <c:pt idx="59291">
                  <c:v>45314.990277777782</c:v>
                </c:pt>
                <c:pt idx="59292">
                  <c:v>45314.99722222222</c:v>
                </c:pt>
                <c:pt idx="59293">
                  <c:v>45313.804166666669</c:v>
                </c:pt>
                <c:pt idx="59294">
                  <c:v>45313.767361111109</c:v>
                </c:pt>
                <c:pt idx="59295">
                  <c:v>45313.761805555558</c:v>
                </c:pt>
                <c:pt idx="59296">
                  <c:v>45313.742361111108</c:v>
                </c:pt>
                <c:pt idx="59297">
                  <c:v>45311.902083333327</c:v>
                </c:pt>
                <c:pt idx="59298">
                  <c:v>45311.918749999997</c:v>
                </c:pt>
                <c:pt idx="59299">
                  <c:v>45311.995138888888</c:v>
                </c:pt>
                <c:pt idx="59300">
                  <c:v>45311.996527777781</c:v>
                </c:pt>
                <c:pt idx="59301">
                  <c:v>45312.013888888891</c:v>
                </c:pt>
                <c:pt idx="59302">
                  <c:v>45312.09652777778</c:v>
                </c:pt>
                <c:pt idx="59303">
                  <c:v>45312.210416666669</c:v>
                </c:pt>
                <c:pt idx="59304">
                  <c:v>45312.268750000003</c:v>
                </c:pt>
                <c:pt idx="59305">
                  <c:v>45312.359027777777</c:v>
                </c:pt>
                <c:pt idx="59306">
                  <c:v>45312.361111111109</c:v>
                </c:pt>
                <c:pt idx="59307">
                  <c:v>45312.370138888888</c:v>
                </c:pt>
                <c:pt idx="59308">
                  <c:v>45312.405555555553</c:v>
                </c:pt>
                <c:pt idx="59309">
                  <c:v>45312.431944444441</c:v>
                </c:pt>
                <c:pt idx="59310">
                  <c:v>45311.868750000001</c:v>
                </c:pt>
                <c:pt idx="59311">
                  <c:v>45312.459722222222</c:v>
                </c:pt>
                <c:pt idx="59312">
                  <c:v>45312.479166666657</c:v>
                </c:pt>
                <c:pt idx="59313">
                  <c:v>45312.494444444441</c:v>
                </c:pt>
                <c:pt idx="59314">
                  <c:v>45312.532638888893</c:v>
                </c:pt>
                <c:pt idx="59315">
                  <c:v>45312.558333333327</c:v>
                </c:pt>
                <c:pt idx="59316">
                  <c:v>45312.572222222218</c:v>
                </c:pt>
                <c:pt idx="59317">
                  <c:v>45312.576388888891</c:v>
                </c:pt>
                <c:pt idx="59318">
                  <c:v>45312.582638888889</c:v>
                </c:pt>
                <c:pt idx="59319">
                  <c:v>45312.607638888891</c:v>
                </c:pt>
                <c:pt idx="59320">
                  <c:v>45312.613194444442</c:v>
                </c:pt>
                <c:pt idx="59321">
                  <c:v>45312.619444444441</c:v>
                </c:pt>
                <c:pt idx="59322">
                  <c:v>45312.619444444441</c:v>
                </c:pt>
                <c:pt idx="59323">
                  <c:v>45312.62777777778</c:v>
                </c:pt>
                <c:pt idx="59324">
                  <c:v>45312.65347222222</c:v>
                </c:pt>
                <c:pt idx="59325">
                  <c:v>45312.472222222219</c:v>
                </c:pt>
                <c:pt idx="59326">
                  <c:v>45311.853472222218</c:v>
                </c:pt>
                <c:pt idx="59327">
                  <c:v>45311.835416666669</c:v>
                </c:pt>
                <c:pt idx="59328">
                  <c:v>45311.82708333333</c:v>
                </c:pt>
                <c:pt idx="59329">
                  <c:v>45311.540972222218</c:v>
                </c:pt>
                <c:pt idx="59330">
                  <c:v>45311.570138888892</c:v>
                </c:pt>
                <c:pt idx="59331">
                  <c:v>45311.577777777777</c:v>
                </c:pt>
                <c:pt idx="59332">
                  <c:v>45311.589583333327</c:v>
                </c:pt>
                <c:pt idx="59333">
                  <c:v>45311.595138888893</c:v>
                </c:pt>
                <c:pt idx="59334">
                  <c:v>45311.606249999997</c:v>
                </c:pt>
                <c:pt idx="59335">
                  <c:v>45311.620138888888</c:v>
                </c:pt>
                <c:pt idx="59336">
                  <c:v>45311.622916666667</c:v>
                </c:pt>
                <c:pt idx="59337">
                  <c:v>45311.627083333333</c:v>
                </c:pt>
                <c:pt idx="59338">
                  <c:v>45311.636111111111</c:v>
                </c:pt>
                <c:pt idx="59339">
                  <c:v>45311.63958333333</c:v>
                </c:pt>
                <c:pt idx="59340">
                  <c:v>45311.646527777782</c:v>
                </c:pt>
                <c:pt idx="59341">
                  <c:v>45311.650694444441</c:v>
                </c:pt>
                <c:pt idx="59342">
                  <c:v>45311.654166666667</c:v>
                </c:pt>
                <c:pt idx="59343">
                  <c:v>45311.654166666667</c:v>
                </c:pt>
                <c:pt idx="59344">
                  <c:v>45311.654861111107</c:v>
                </c:pt>
                <c:pt idx="59345">
                  <c:v>45311.679861111108</c:v>
                </c:pt>
                <c:pt idx="59346">
                  <c:v>45311.692361111112</c:v>
                </c:pt>
                <c:pt idx="59347">
                  <c:v>45311.699305555558</c:v>
                </c:pt>
                <c:pt idx="59348">
                  <c:v>45311.704861111109</c:v>
                </c:pt>
                <c:pt idx="59349">
                  <c:v>45311.707638888889</c:v>
                </c:pt>
                <c:pt idx="59350">
                  <c:v>45311.727083333331</c:v>
                </c:pt>
                <c:pt idx="59351">
                  <c:v>45311.730555555558</c:v>
                </c:pt>
                <c:pt idx="59352">
                  <c:v>45311.765972222223</c:v>
                </c:pt>
                <c:pt idx="59353">
                  <c:v>45311.768055555563</c:v>
                </c:pt>
                <c:pt idx="59354">
                  <c:v>45311.768750000003</c:v>
                </c:pt>
                <c:pt idx="59355">
                  <c:v>45311.798611111109</c:v>
                </c:pt>
                <c:pt idx="59356">
                  <c:v>45311.804166666669</c:v>
                </c:pt>
                <c:pt idx="59357">
                  <c:v>45311.80972222222</c:v>
                </c:pt>
                <c:pt idx="59358">
                  <c:v>45312.674305555563</c:v>
                </c:pt>
                <c:pt idx="59359">
                  <c:v>45315.574999999997</c:v>
                </c:pt>
                <c:pt idx="59360">
                  <c:v>45312.695138888892</c:v>
                </c:pt>
                <c:pt idx="59361">
                  <c:v>45312.724305555559</c:v>
                </c:pt>
                <c:pt idx="59362">
                  <c:v>45313.224305555559</c:v>
                </c:pt>
                <c:pt idx="59363">
                  <c:v>45313.225694444453</c:v>
                </c:pt>
                <c:pt idx="59364">
                  <c:v>45313.256249999999</c:v>
                </c:pt>
                <c:pt idx="59365">
                  <c:v>45313.327777777777</c:v>
                </c:pt>
                <c:pt idx="59366">
                  <c:v>45313.331944444442</c:v>
                </c:pt>
                <c:pt idx="59367">
                  <c:v>45313.38958333333</c:v>
                </c:pt>
                <c:pt idx="59368">
                  <c:v>45313.398611111108</c:v>
                </c:pt>
                <c:pt idx="59369">
                  <c:v>45313.415972222218</c:v>
                </c:pt>
                <c:pt idx="59370">
                  <c:v>45313.418055555558</c:v>
                </c:pt>
                <c:pt idx="59371">
                  <c:v>45313.439583333333</c:v>
                </c:pt>
                <c:pt idx="59372">
                  <c:v>45313.448611111111</c:v>
                </c:pt>
                <c:pt idx="59373">
                  <c:v>45313.452777777777</c:v>
                </c:pt>
                <c:pt idx="59374">
                  <c:v>45313.458333333343</c:v>
                </c:pt>
                <c:pt idx="59375">
                  <c:v>45313.22152777778</c:v>
                </c:pt>
                <c:pt idx="59376">
                  <c:v>45313.543749999997</c:v>
                </c:pt>
                <c:pt idx="59377">
                  <c:v>45313.54791666667</c:v>
                </c:pt>
                <c:pt idx="59378">
                  <c:v>45313.559027777781</c:v>
                </c:pt>
                <c:pt idx="59379">
                  <c:v>45313.581250000003</c:v>
                </c:pt>
                <c:pt idx="59380">
                  <c:v>45313.59097222222</c:v>
                </c:pt>
                <c:pt idx="59381">
                  <c:v>45313.598611111112</c:v>
                </c:pt>
                <c:pt idx="59382">
                  <c:v>45313.602777777778</c:v>
                </c:pt>
                <c:pt idx="59383">
                  <c:v>45313.632638888892</c:v>
                </c:pt>
                <c:pt idx="59384">
                  <c:v>45313.672222222223</c:v>
                </c:pt>
                <c:pt idx="59385">
                  <c:v>45313.697222222218</c:v>
                </c:pt>
                <c:pt idx="59386">
                  <c:v>45313.720833333333</c:v>
                </c:pt>
                <c:pt idx="59387">
                  <c:v>45313.726388888892</c:v>
                </c:pt>
                <c:pt idx="59388">
                  <c:v>45313.734722222223</c:v>
                </c:pt>
                <c:pt idx="59389">
                  <c:v>45313.738194444442</c:v>
                </c:pt>
                <c:pt idx="59390">
                  <c:v>45313.54583333333</c:v>
                </c:pt>
                <c:pt idx="59391">
                  <c:v>45313.212500000001</c:v>
                </c:pt>
                <c:pt idx="59392">
                  <c:v>45313.052777777782</c:v>
                </c:pt>
                <c:pt idx="59393">
                  <c:v>45313.023611111108</c:v>
                </c:pt>
                <c:pt idx="59394">
                  <c:v>45312.740277777782</c:v>
                </c:pt>
                <c:pt idx="59395">
                  <c:v>45312.753472222219</c:v>
                </c:pt>
                <c:pt idx="59396">
                  <c:v>45312.770833333343</c:v>
                </c:pt>
                <c:pt idx="59397">
                  <c:v>45312.780555555553</c:v>
                </c:pt>
                <c:pt idx="59398">
                  <c:v>45312.783333333333</c:v>
                </c:pt>
                <c:pt idx="59399">
                  <c:v>45312.787499999999</c:v>
                </c:pt>
                <c:pt idx="59400">
                  <c:v>45312.795138888891</c:v>
                </c:pt>
                <c:pt idx="59401">
                  <c:v>45312.797222222223</c:v>
                </c:pt>
                <c:pt idx="59402">
                  <c:v>45312.79791666667</c:v>
                </c:pt>
                <c:pt idx="59403">
                  <c:v>45312.80972222222</c:v>
                </c:pt>
                <c:pt idx="59404">
                  <c:v>45312.837500000001</c:v>
                </c:pt>
                <c:pt idx="59405">
                  <c:v>45312.853472222218</c:v>
                </c:pt>
                <c:pt idx="59406">
                  <c:v>45312.85833333333</c:v>
                </c:pt>
                <c:pt idx="59407">
                  <c:v>45312.861805555563</c:v>
                </c:pt>
                <c:pt idx="59408">
                  <c:v>45312.865972222222</c:v>
                </c:pt>
                <c:pt idx="59409">
                  <c:v>45312.865972222222</c:v>
                </c:pt>
                <c:pt idx="59410">
                  <c:v>45312.866666666669</c:v>
                </c:pt>
                <c:pt idx="59411">
                  <c:v>45312.867361111108</c:v>
                </c:pt>
                <c:pt idx="59412">
                  <c:v>45312.890972222223</c:v>
                </c:pt>
                <c:pt idx="59413">
                  <c:v>45312.902777777781</c:v>
                </c:pt>
                <c:pt idx="59414">
                  <c:v>45312.906944444447</c:v>
                </c:pt>
                <c:pt idx="59415">
                  <c:v>45312.909722222219</c:v>
                </c:pt>
                <c:pt idx="59416">
                  <c:v>45312.925694444442</c:v>
                </c:pt>
                <c:pt idx="59417">
                  <c:v>45312.927083333343</c:v>
                </c:pt>
                <c:pt idx="59418">
                  <c:v>45312.931944444441</c:v>
                </c:pt>
                <c:pt idx="59419">
                  <c:v>45312.938194444447</c:v>
                </c:pt>
                <c:pt idx="59420">
                  <c:v>45312.963194444441</c:v>
                </c:pt>
                <c:pt idx="59421">
                  <c:v>45312.972222222219</c:v>
                </c:pt>
                <c:pt idx="59422">
                  <c:v>45312.995833333327</c:v>
                </c:pt>
                <c:pt idx="59423">
                  <c:v>45312.70208333333</c:v>
                </c:pt>
                <c:pt idx="59424">
                  <c:v>45315.593055555553</c:v>
                </c:pt>
                <c:pt idx="59425">
                  <c:v>45315.595138888893</c:v>
                </c:pt>
                <c:pt idx="59426">
                  <c:v>45315.602083333331</c:v>
                </c:pt>
                <c:pt idx="59427">
                  <c:v>45318.759722222218</c:v>
                </c:pt>
                <c:pt idx="59428">
                  <c:v>45318.787499999999</c:v>
                </c:pt>
                <c:pt idx="59429">
                  <c:v>45318.829861111109</c:v>
                </c:pt>
                <c:pt idx="59430">
                  <c:v>45318.863194444442</c:v>
                </c:pt>
                <c:pt idx="59431">
                  <c:v>45318.864583333343</c:v>
                </c:pt>
                <c:pt idx="59432">
                  <c:v>45318.871527777781</c:v>
                </c:pt>
                <c:pt idx="59433">
                  <c:v>45318.872916666667</c:v>
                </c:pt>
                <c:pt idx="59434">
                  <c:v>45318.874305555553</c:v>
                </c:pt>
                <c:pt idx="59435">
                  <c:v>45318.931250000001</c:v>
                </c:pt>
                <c:pt idx="59436">
                  <c:v>45318.969444444447</c:v>
                </c:pt>
                <c:pt idx="59437">
                  <c:v>45318.970833333333</c:v>
                </c:pt>
                <c:pt idx="59438">
                  <c:v>45318.979166666657</c:v>
                </c:pt>
                <c:pt idx="59439">
                  <c:v>45318.999305555553</c:v>
                </c:pt>
                <c:pt idx="59440">
                  <c:v>45318.741666666669</c:v>
                </c:pt>
                <c:pt idx="59441">
                  <c:v>45319.059027777781</c:v>
                </c:pt>
                <c:pt idx="59442">
                  <c:v>45319.134722222218</c:v>
                </c:pt>
                <c:pt idx="59443">
                  <c:v>45319.19027777778</c:v>
                </c:pt>
                <c:pt idx="59444">
                  <c:v>45319.265972222223</c:v>
                </c:pt>
                <c:pt idx="59445">
                  <c:v>45319.304861111108</c:v>
                </c:pt>
                <c:pt idx="59446">
                  <c:v>45319.326388888891</c:v>
                </c:pt>
                <c:pt idx="59447">
                  <c:v>45319.356944444437</c:v>
                </c:pt>
                <c:pt idx="59448">
                  <c:v>45319.395138888889</c:v>
                </c:pt>
                <c:pt idx="59449">
                  <c:v>45319.413888888892</c:v>
                </c:pt>
                <c:pt idx="59450">
                  <c:v>45319.501388888893</c:v>
                </c:pt>
                <c:pt idx="59451">
                  <c:v>45319.50277777778</c:v>
                </c:pt>
                <c:pt idx="59452">
                  <c:v>45319.525000000001</c:v>
                </c:pt>
                <c:pt idx="59453">
                  <c:v>45319.536111111112</c:v>
                </c:pt>
                <c:pt idx="59454">
                  <c:v>45319.542361111111</c:v>
                </c:pt>
                <c:pt idx="59455">
                  <c:v>45319.098611111112</c:v>
                </c:pt>
                <c:pt idx="59456">
                  <c:v>45318.740972222222</c:v>
                </c:pt>
                <c:pt idx="59457">
                  <c:v>45318.724999999999</c:v>
                </c:pt>
                <c:pt idx="59458">
                  <c:v>45318.72152777778</c:v>
                </c:pt>
                <c:pt idx="59459">
                  <c:v>45317.89166666667</c:v>
                </c:pt>
                <c:pt idx="59460">
                  <c:v>45317.927083333343</c:v>
                </c:pt>
                <c:pt idx="59461">
                  <c:v>45318.025000000001</c:v>
                </c:pt>
                <c:pt idx="59462">
                  <c:v>45318.049305555563</c:v>
                </c:pt>
                <c:pt idx="59463">
                  <c:v>45318.290972222218</c:v>
                </c:pt>
                <c:pt idx="59464">
                  <c:v>45318.29583333333</c:v>
                </c:pt>
                <c:pt idx="59465">
                  <c:v>45318.299305555563</c:v>
                </c:pt>
                <c:pt idx="59466">
                  <c:v>45318.3</c:v>
                </c:pt>
                <c:pt idx="59467">
                  <c:v>45318.34652777778</c:v>
                </c:pt>
                <c:pt idx="59468">
                  <c:v>45318.370833333327</c:v>
                </c:pt>
                <c:pt idx="59469">
                  <c:v>45318.374305555553</c:v>
                </c:pt>
                <c:pt idx="59470">
                  <c:v>45318.398611111108</c:v>
                </c:pt>
                <c:pt idx="59471">
                  <c:v>45318.451388888891</c:v>
                </c:pt>
                <c:pt idx="59472">
                  <c:v>45318.472222222219</c:v>
                </c:pt>
                <c:pt idx="59473">
                  <c:v>45318.481249999997</c:v>
                </c:pt>
                <c:pt idx="59474">
                  <c:v>45318.50277777778</c:v>
                </c:pt>
                <c:pt idx="59475">
                  <c:v>45318.504166666673</c:v>
                </c:pt>
                <c:pt idx="59476">
                  <c:v>45318.505555555559</c:v>
                </c:pt>
                <c:pt idx="59477">
                  <c:v>45318.529166666667</c:v>
                </c:pt>
                <c:pt idx="59478">
                  <c:v>45318.552777777782</c:v>
                </c:pt>
                <c:pt idx="59479">
                  <c:v>45318.561805555553</c:v>
                </c:pt>
                <c:pt idx="59480">
                  <c:v>45318.57708333333</c:v>
                </c:pt>
                <c:pt idx="59481">
                  <c:v>45318.60833333333</c:v>
                </c:pt>
                <c:pt idx="59482">
                  <c:v>45318.611805555563</c:v>
                </c:pt>
                <c:pt idx="59483">
                  <c:v>45318.62222222222</c:v>
                </c:pt>
                <c:pt idx="59484">
                  <c:v>45318.631249999999</c:v>
                </c:pt>
                <c:pt idx="59485">
                  <c:v>45318.68472222222</c:v>
                </c:pt>
                <c:pt idx="59486">
                  <c:v>45318.69027777778</c:v>
                </c:pt>
                <c:pt idx="59487">
                  <c:v>45318.703472222223</c:v>
                </c:pt>
                <c:pt idx="59488">
                  <c:v>45319.543749999997</c:v>
                </c:pt>
                <c:pt idx="59489">
                  <c:v>45317.890277777777</c:v>
                </c:pt>
                <c:pt idx="59490">
                  <c:v>45319.54791666667</c:v>
                </c:pt>
                <c:pt idx="59491">
                  <c:v>45319.563888888893</c:v>
                </c:pt>
                <c:pt idx="59492">
                  <c:v>45319.959722222222</c:v>
                </c:pt>
                <c:pt idx="59493">
                  <c:v>45319.96875</c:v>
                </c:pt>
                <c:pt idx="59494">
                  <c:v>45319.970138888893</c:v>
                </c:pt>
                <c:pt idx="59495">
                  <c:v>45319.97152777778</c:v>
                </c:pt>
                <c:pt idx="59496">
                  <c:v>45320.025000000001</c:v>
                </c:pt>
                <c:pt idx="59497">
                  <c:v>45320.031944444447</c:v>
                </c:pt>
                <c:pt idx="59498">
                  <c:v>45320.058333333327</c:v>
                </c:pt>
                <c:pt idx="59499">
                  <c:v>45320.181944444441</c:v>
                </c:pt>
                <c:pt idx="59500">
                  <c:v>45320.222916666673</c:v>
                </c:pt>
                <c:pt idx="59501">
                  <c:v>45320.234722222223</c:v>
                </c:pt>
                <c:pt idx="59502">
                  <c:v>45320.342361111107</c:v>
                </c:pt>
                <c:pt idx="59503">
                  <c:v>45320.353472222218</c:v>
                </c:pt>
                <c:pt idx="59504">
                  <c:v>45320.359722222223</c:v>
                </c:pt>
                <c:pt idx="59505">
                  <c:v>45319.957638888889</c:v>
                </c:pt>
                <c:pt idx="59506">
                  <c:v>45320.361805555563</c:v>
                </c:pt>
                <c:pt idx="59507">
                  <c:v>45320.411111111112</c:v>
                </c:pt>
                <c:pt idx="59508">
                  <c:v>45320.418749999997</c:v>
                </c:pt>
                <c:pt idx="59509">
                  <c:v>45320.436111111107</c:v>
                </c:pt>
                <c:pt idx="59510">
                  <c:v>45320.4375</c:v>
                </c:pt>
                <c:pt idx="59511">
                  <c:v>45320.445138888892</c:v>
                </c:pt>
                <c:pt idx="59512">
                  <c:v>45320.464583333327</c:v>
                </c:pt>
                <c:pt idx="59513">
                  <c:v>45320.468055555553</c:v>
                </c:pt>
                <c:pt idx="59514">
                  <c:v>45320.493055555547</c:v>
                </c:pt>
                <c:pt idx="59515">
                  <c:v>45320.496527777781</c:v>
                </c:pt>
                <c:pt idx="59516">
                  <c:v>45320.515277777777</c:v>
                </c:pt>
                <c:pt idx="59517">
                  <c:v>45320.515277777777</c:v>
                </c:pt>
                <c:pt idx="59518">
                  <c:v>45320.526388888888</c:v>
                </c:pt>
                <c:pt idx="59519">
                  <c:v>45320.527083333327</c:v>
                </c:pt>
                <c:pt idx="59520">
                  <c:v>45320.40625</c:v>
                </c:pt>
                <c:pt idx="59521">
                  <c:v>45319.95</c:v>
                </c:pt>
                <c:pt idx="59522">
                  <c:v>45319.942361111112</c:v>
                </c:pt>
                <c:pt idx="59523">
                  <c:v>45319.929166666669</c:v>
                </c:pt>
                <c:pt idx="59524">
                  <c:v>45319.566666666673</c:v>
                </c:pt>
                <c:pt idx="59525">
                  <c:v>45319.588888888888</c:v>
                </c:pt>
                <c:pt idx="59526">
                  <c:v>45319.59652777778</c:v>
                </c:pt>
                <c:pt idx="59527">
                  <c:v>45319.602777777778</c:v>
                </c:pt>
                <c:pt idx="59528">
                  <c:v>45319.615277777782</c:v>
                </c:pt>
                <c:pt idx="59529">
                  <c:v>45319.637499999997</c:v>
                </c:pt>
                <c:pt idx="59530">
                  <c:v>45319.669444444437</c:v>
                </c:pt>
                <c:pt idx="59531">
                  <c:v>45319.689583333333</c:v>
                </c:pt>
                <c:pt idx="59532">
                  <c:v>45319.710416666669</c:v>
                </c:pt>
                <c:pt idx="59533">
                  <c:v>45319.720138888893</c:v>
                </c:pt>
                <c:pt idx="59534">
                  <c:v>45319.734722222223</c:v>
                </c:pt>
                <c:pt idx="59535">
                  <c:v>45319.740277777782</c:v>
                </c:pt>
                <c:pt idx="59536">
                  <c:v>45319.742361111108</c:v>
                </c:pt>
                <c:pt idx="59537">
                  <c:v>45319.775000000001</c:v>
                </c:pt>
                <c:pt idx="59538">
                  <c:v>45319.793749999997</c:v>
                </c:pt>
                <c:pt idx="59539">
                  <c:v>45319.796527777777</c:v>
                </c:pt>
                <c:pt idx="59540">
                  <c:v>45319.805555555547</c:v>
                </c:pt>
                <c:pt idx="59541">
                  <c:v>45319.821527777778</c:v>
                </c:pt>
                <c:pt idx="59542">
                  <c:v>45319.830555555563</c:v>
                </c:pt>
                <c:pt idx="59543">
                  <c:v>45319.833333333343</c:v>
                </c:pt>
                <c:pt idx="59544">
                  <c:v>45319.834027777782</c:v>
                </c:pt>
                <c:pt idx="59545">
                  <c:v>45319.851388888892</c:v>
                </c:pt>
                <c:pt idx="59546">
                  <c:v>45319.879861111112</c:v>
                </c:pt>
                <c:pt idx="59547">
                  <c:v>45319.884722222218</c:v>
                </c:pt>
                <c:pt idx="59548">
                  <c:v>45319.890972222223</c:v>
                </c:pt>
                <c:pt idx="59549">
                  <c:v>45319.904861111107</c:v>
                </c:pt>
                <c:pt idx="59550">
                  <c:v>45319.905555555553</c:v>
                </c:pt>
                <c:pt idx="59551">
                  <c:v>45319.90625</c:v>
                </c:pt>
                <c:pt idx="59552">
                  <c:v>45319.913888888892</c:v>
                </c:pt>
                <c:pt idx="59553">
                  <c:v>45319.549305555563</c:v>
                </c:pt>
                <c:pt idx="59554">
                  <c:v>45329.007638888892</c:v>
                </c:pt>
                <c:pt idx="59555">
                  <c:v>45317.875</c:v>
                </c:pt>
                <c:pt idx="59556">
                  <c:v>45317.842361111107</c:v>
                </c:pt>
                <c:pt idx="59557">
                  <c:v>45316.252083333333</c:v>
                </c:pt>
                <c:pt idx="59558">
                  <c:v>45316.352777777778</c:v>
                </c:pt>
                <c:pt idx="59559">
                  <c:v>45316.375694444447</c:v>
                </c:pt>
                <c:pt idx="59560">
                  <c:v>45316.390972222223</c:v>
                </c:pt>
                <c:pt idx="59561">
                  <c:v>45316.398611111108</c:v>
                </c:pt>
                <c:pt idx="59562">
                  <c:v>45316.42291666667</c:v>
                </c:pt>
                <c:pt idx="59563">
                  <c:v>45316.436805555553</c:v>
                </c:pt>
                <c:pt idx="59564">
                  <c:v>45316.443055555559</c:v>
                </c:pt>
                <c:pt idx="59565">
                  <c:v>45316.450694444437</c:v>
                </c:pt>
                <c:pt idx="59566">
                  <c:v>45316.460416666669</c:v>
                </c:pt>
                <c:pt idx="59567">
                  <c:v>45316.467361111107</c:v>
                </c:pt>
                <c:pt idx="59568">
                  <c:v>45316.470833333333</c:v>
                </c:pt>
                <c:pt idx="59569">
                  <c:v>45316.491666666669</c:v>
                </c:pt>
                <c:pt idx="59570">
                  <c:v>45316.181250000001</c:v>
                </c:pt>
                <c:pt idx="59571">
                  <c:v>45316.508333333331</c:v>
                </c:pt>
                <c:pt idx="59572">
                  <c:v>45316.542361111111</c:v>
                </c:pt>
                <c:pt idx="59573">
                  <c:v>45316.554861111108</c:v>
                </c:pt>
                <c:pt idx="59574">
                  <c:v>45316.559027777781</c:v>
                </c:pt>
                <c:pt idx="59575">
                  <c:v>45316.568749999999</c:v>
                </c:pt>
                <c:pt idx="59576">
                  <c:v>45316.580555555563</c:v>
                </c:pt>
                <c:pt idx="59577">
                  <c:v>45316.586111111108</c:v>
                </c:pt>
                <c:pt idx="59578">
                  <c:v>45316.59375</c:v>
                </c:pt>
                <c:pt idx="59579">
                  <c:v>45316.594444444447</c:v>
                </c:pt>
                <c:pt idx="59580">
                  <c:v>45316.598611111112</c:v>
                </c:pt>
                <c:pt idx="59581">
                  <c:v>45316.609027777777</c:v>
                </c:pt>
                <c:pt idx="59582">
                  <c:v>45316.615972222222</c:v>
                </c:pt>
                <c:pt idx="59583">
                  <c:v>45316.616666666669</c:v>
                </c:pt>
                <c:pt idx="59584">
                  <c:v>45316.625694444447</c:v>
                </c:pt>
                <c:pt idx="59585">
                  <c:v>45316.523611111108</c:v>
                </c:pt>
                <c:pt idx="59586">
                  <c:v>45316.129861111112</c:v>
                </c:pt>
                <c:pt idx="59587">
                  <c:v>45316.118055555547</c:v>
                </c:pt>
                <c:pt idx="59588">
                  <c:v>45316.069444444453</c:v>
                </c:pt>
                <c:pt idx="59589">
                  <c:v>45315.604861111111</c:v>
                </c:pt>
                <c:pt idx="59590">
                  <c:v>45315.615277777782</c:v>
                </c:pt>
                <c:pt idx="59591">
                  <c:v>45315.647222222222</c:v>
                </c:pt>
                <c:pt idx="59592">
                  <c:v>45315.649305555547</c:v>
                </c:pt>
                <c:pt idx="59593">
                  <c:v>45315.65347222222</c:v>
                </c:pt>
                <c:pt idx="59594">
                  <c:v>45315.65902777778</c:v>
                </c:pt>
                <c:pt idx="59595">
                  <c:v>45315.663888888892</c:v>
                </c:pt>
                <c:pt idx="59596">
                  <c:v>45315.698611111111</c:v>
                </c:pt>
                <c:pt idx="59597">
                  <c:v>45315.702777777777</c:v>
                </c:pt>
                <c:pt idx="59598">
                  <c:v>45315.736111111109</c:v>
                </c:pt>
                <c:pt idx="59599">
                  <c:v>45315.743055555547</c:v>
                </c:pt>
                <c:pt idx="59600">
                  <c:v>45315.748611111107</c:v>
                </c:pt>
                <c:pt idx="59601">
                  <c:v>45315.822222222218</c:v>
                </c:pt>
                <c:pt idx="59602">
                  <c:v>45315.825694444437</c:v>
                </c:pt>
                <c:pt idx="59603">
                  <c:v>45315.847222222219</c:v>
                </c:pt>
                <c:pt idx="59604">
                  <c:v>45315.861805555563</c:v>
                </c:pt>
                <c:pt idx="59605">
                  <c:v>45315.861805555563</c:v>
                </c:pt>
                <c:pt idx="59606">
                  <c:v>45315.871527777781</c:v>
                </c:pt>
                <c:pt idx="59607">
                  <c:v>45315.871527777781</c:v>
                </c:pt>
                <c:pt idx="59608">
                  <c:v>45315.878472222219</c:v>
                </c:pt>
                <c:pt idx="59609">
                  <c:v>45315.886111111111</c:v>
                </c:pt>
                <c:pt idx="59610">
                  <c:v>45315.90625</c:v>
                </c:pt>
                <c:pt idx="59611">
                  <c:v>45315.941666666673</c:v>
                </c:pt>
                <c:pt idx="59612">
                  <c:v>45315.947222222218</c:v>
                </c:pt>
                <c:pt idx="59613">
                  <c:v>45315.961111111108</c:v>
                </c:pt>
                <c:pt idx="59614">
                  <c:v>45315.993750000001</c:v>
                </c:pt>
                <c:pt idx="59615">
                  <c:v>45316.009722222218</c:v>
                </c:pt>
                <c:pt idx="59616">
                  <c:v>45316.012499999997</c:v>
                </c:pt>
                <c:pt idx="59617">
                  <c:v>45316.051388888889</c:v>
                </c:pt>
                <c:pt idx="59618">
                  <c:v>45316.627083333333</c:v>
                </c:pt>
                <c:pt idx="59619">
                  <c:v>45317.865277777782</c:v>
                </c:pt>
                <c:pt idx="59620">
                  <c:v>45316.634027777778</c:v>
                </c:pt>
                <c:pt idx="59621">
                  <c:v>45316.649305555547</c:v>
                </c:pt>
                <c:pt idx="59622">
                  <c:v>45317.286805555559</c:v>
                </c:pt>
                <c:pt idx="59623">
                  <c:v>45317.334027777782</c:v>
                </c:pt>
                <c:pt idx="59624">
                  <c:v>45317.34097222222</c:v>
                </c:pt>
                <c:pt idx="59625">
                  <c:v>45317.342361111107</c:v>
                </c:pt>
                <c:pt idx="59626">
                  <c:v>45317.393055555563</c:v>
                </c:pt>
                <c:pt idx="59627">
                  <c:v>45317.417361111111</c:v>
                </c:pt>
                <c:pt idx="59628">
                  <c:v>45317.463888888888</c:v>
                </c:pt>
                <c:pt idx="59629">
                  <c:v>45317.469444444447</c:v>
                </c:pt>
                <c:pt idx="59630">
                  <c:v>45317.484722222223</c:v>
                </c:pt>
                <c:pt idx="59631">
                  <c:v>45317.484722222223</c:v>
                </c:pt>
                <c:pt idx="59632">
                  <c:v>45317.504861111112</c:v>
                </c:pt>
                <c:pt idx="59633">
                  <c:v>45317.538194444453</c:v>
                </c:pt>
                <c:pt idx="59634">
                  <c:v>45317.588194444441</c:v>
                </c:pt>
                <c:pt idx="59635">
                  <c:v>45317.261111111111</c:v>
                </c:pt>
                <c:pt idx="59636">
                  <c:v>45317.592361111107</c:v>
                </c:pt>
                <c:pt idx="59637">
                  <c:v>45317.64166666667</c:v>
                </c:pt>
                <c:pt idx="59638">
                  <c:v>45317.643750000003</c:v>
                </c:pt>
                <c:pt idx="59639">
                  <c:v>45317.660416666673</c:v>
                </c:pt>
                <c:pt idx="59640">
                  <c:v>45317.661111111112</c:v>
                </c:pt>
                <c:pt idx="59641">
                  <c:v>45317.669444444437</c:v>
                </c:pt>
                <c:pt idx="59642">
                  <c:v>45317.676388888889</c:v>
                </c:pt>
                <c:pt idx="59643">
                  <c:v>45317.693055555559</c:v>
                </c:pt>
                <c:pt idx="59644">
                  <c:v>45317.7</c:v>
                </c:pt>
                <c:pt idx="59645">
                  <c:v>45317.719444444447</c:v>
                </c:pt>
                <c:pt idx="59646">
                  <c:v>45317.761805555558</c:v>
                </c:pt>
                <c:pt idx="59647">
                  <c:v>45317.777083333327</c:v>
                </c:pt>
                <c:pt idx="59648">
                  <c:v>45317.794444444437</c:v>
                </c:pt>
                <c:pt idx="59649">
                  <c:v>45317.824305555558</c:v>
                </c:pt>
                <c:pt idx="59650">
                  <c:v>45317.617361111108</c:v>
                </c:pt>
                <c:pt idx="59651">
                  <c:v>45317.189583333333</c:v>
                </c:pt>
                <c:pt idx="59652">
                  <c:v>45317.105555555558</c:v>
                </c:pt>
                <c:pt idx="59653">
                  <c:v>45317.095138888893</c:v>
                </c:pt>
                <c:pt idx="59654">
                  <c:v>45316.658333333333</c:v>
                </c:pt>
                <c:pt idx="59655">
                  <c:v>45316.662499999999</c:v>
                </c:pt>
                <c:pt idx="59656">
                  <c:v>45316.665972222218</c:v>
                </c:pt>
                <c:pt idx="59657">
                  <c:v>45316.679166666669</c:v>
                </c:pt>
                <c:pt idx="59658">
                  <c:v>45316.699305555558</c:v>
                </c:pt>
                <c:pt idx="59659">
                  <c:v>45316.704861111109</c:v>
                </c:pt>
                <c:pt idx="59660">
                  <c:v>45316.713194444441</c:v>
                </c:pt>
                <c:pt idx="59661">
                  <c:v>45316.718055555553</c:v>
                </c:pt>
                <c:pt idx="59662">
                  <c:v>45316.770138888889</c:v>
                </c:pt>
                <c:pt idx="59663">
                  <c:v>45316.772916666669</c:v>
                </c:pt>
                <c:pt idx="59664">
                  <c:v>45316.786111111112</c:v>
                </c:pt>
                <c:pt idx="59665">
                  <c:v>45316.790972222218</c:v>
                </c:pt>
                <c:pt idx="59666">
                  <c:v>45316.79791666667</c:v>
                </c:pt>
                <c:pt idx="59667">
                  <c:v>45316.799305555563</c:v>
                </c:pt>
                <c:pt idx="59668">
                  <c:v>45316.815972222219</c:v>
                </c:pt>
                <c:pt idx="59669">
                  <c:v>45316.835416666669</c:v>
                </c:pt>
                <c:pt idx="59670">
                  <c:v>45316.84097222222</c:v>
                </c:pt>
                <c:pt idx="59671">
                  <c:v>45316.868055555547</c:v>
                </c:pt>
                <c:pt idx="59672">
                  <c:v>45316.871527777781</c:v>
                </c:pt>
                <c:pt idx="59673">
                  <c:v>45316.87777777778</c:v>
                </c:pt>
                <c:pt idx="59674">
                  <c:v>45316.886805555558</c:v>
                </c:pt>
                <c:pt idx="59675">
                  <c:v>45316.888888888891</c:v>
                </c:pt>
                <c:pt idx="59676">
                  <c:v>45316.894444444442</c:v>
                </c:pt>
                <c:pt idx="59677">
                  <c:v>45316.902083333327</c:v>
                </c:pt>
                <c:pt idx="59678">
                  <c:v>45316.949305555558</c:v>
                </c:pt>
                <c:pt idx="59679">
                  <c:v>45316.995833333327</c:v>
                </c:pt>
                <c:pt idx="59680">
                  <c:v>45317.009027777778</c:v>
                </c:pt>
                <c:pt idx="59681">
                  <c:v>45317.056944444441</c:v>
                </c:pt>
                <c:pt idx="59682">
                  <c:v>45317.065972222219</c:v>
                </c:pt>
                <c:pt idx="59683">
                  <c:v>45316.640277777777</c:v>
                </c:pt>
                <c:pt idx="59684">
                  <c:v>45448.811805555553</c:v>
                </c:pt>
                <c:pt idx="59685">
                  <c:v>45367.472222222219</c:v>
                </c:pt>
                <c:pt idx="59686">
                  <c:v>45367.494444444441</c:v>
                </c:pt>
                <c:pt idx="59687">
                  <c:v>45422.715277777781</c:v>
                </c:pt>
                <c:pt idx="59688">
                  <c:v>45422.742361111108</c:v>
                </c:pt>
                <c:pt idx="59689">
                  <c:v>45422.770138888889</c:v>
                </c:pt>
                <c:pt idx="59690">
                  <c:v>45422.786111111112</c:v>
                </c:pt>
                <c:pt idx="59691">
                  <c:v>45422.856249999997</c:v>
                </c:pt>
                <c:pt idx="59692">
                  <c:v>45422.918055555558</c:v>
                </c:pt>
                <c:pt idx="59693">
                  <c:v>45422.953472222223</c:v>
                </c:pt>
                <c:pt idx="59694">
                  <c:v>45423.045138888891</c:v>
                </c:pt>
                <c:pt idx="59695">
                  <c:v>45423.178472222222</c:v>
                </c:pt>
                <c:pt idx="59696">
                  <c:v>45423.1875</c:v>
                </c:pt>
                <c:pt idx="59697">
                  <c:v>45423.322916666657</c:v>
                </c:pt>
                <c:pt idx="59698">
                  <c:v>45423.328472222223</c:v>
                </c:pt>
                <c:pt idx="59699">
                  <c:v>45423.384027777778</c:v>
                </c:pt>
                <c:pt idx="59700">
                  <c:v>45422.709722222222</c:v>
                </c:pt>
                <c:pt idx="59701">
                  <c:v>45423.404861111107</c:v>
                </c:pt>
                <c:pt idx="59702">
                  <c:v>45423.412499999999</c:v>
                </c:pt>
                <c:pt idx="59703">
                  <c:v>45423.433333333327</c:v>
                </c:pt>
                <c:pt idx="59704">
                  <c:v>45423.436805555553</c:v>
                </c:pt>
                <c:pt idx="59705">
                  <c:v>45423.44027777778</c:v>
                </c:pt>
                <c:pt idx="59706">
                  <c:v>45423.456250000003</c:v>
                </c:pt>
                <c:pt idx="59707">
                  <c:v>45423.462500000001</c:v>
                </c:pt>
                <c:pt idx="59708">
                  <c:v>45423.470138888893</c:v>
                </c:pt>
                <c:pt idx="59709">
                  <c:v>45423.480555555558</c:v>
                </c:pt>
                <c:pt idx="59710">
                  <c:v>45423.498611111107</c:v>
                </c:pt>
                <c:pt idx="59711">
                  <c:v>45423.529166666667</c:v>
                </c:pt>
                <c:pt idx="59712">
                  <c:v>45423.568055555559</c:v>
                </c:pt>
                <c:pt idx="59713">
                  <c:v>45423.584722222222</c:v>
                </c:pt>
                <c:pt idx="59714">
                  <c:v>45423.629861111112</c:v>
                </c:pt>
                <c:pt idx="59715">
                  <c:v>45423.410416666673</c:v>
                </c:pt>
                <c:pt idx="59716">
                  <c:v>45423.636805555558</c:v>
                </c:pt>
                <c:pt idx="59717">
                  <c:v>45422.662499999999</c:v>
                </c:pt>
                <c:pt idx="59718">
                  <c:v>45422.624305555553</c:v>
                </c:pt>
                <c:pt idx="59719">
                  <c:v>45422.34097222222</c:v>
                </c:pt>
                <c:pt idx="59720">
                  <c:v>45422.345138888893</c:v>
                </c:pt>
                <c:pt idx="59721">
                  <c:v>45422.345833333333</c:v>
                </c:pt>
                <c:pt idx="59722">
                  <c:v>45422.352083333331</c:v>
                </c:pt>
                <c:pt idx="59723">
                  <c:v>45422.395833333343</c:v>
                </c:pt>
                <c:pt idx="59724">
                  <c:v>45422.410416666673</c:v>
                </c:pt>
                <c:pt idx="59725">
                  <c:v>45422.411111111112</c:v>
                </c:pt>
                <c:pt idx="59726">
                  <c:v>45422.411111111112</c:v>
                </c:pt>
                <c:pt idx="59727">
                  <c:v>45422.436111111107</c:v>
                </c:pt>
                <c:pt idx="59728">
                  <c:v>45422.447916666657</c:v>
                </c:pt>
                <c:pt idx="59729">
                  <c:v>45422.453472222223</c:v>
                </c:pt>
                <c:pt idx="59730">
                  <c:v>45422.477083333331</c:v>
                </c:pt>
                <c:pt idx="59731">
                  <c:v>45422.479166666657</c:v>
                </c:pt>
                <c:pt idx="59732">
                  <c:v>45422.64166666667</c:v>
                </c:pt>
                <c:pt idx="59733">
                  <c:v>45422.479861111111</c:v>
                </c:pt>
                <c:pt idx="59734">
                  <c:v>45422.556250000001</c:v>
                </c:pt>
                <c:pt idx="59735">
                  <c:v>45422.561805555553</c:v>
                </c:pt>
                <c:pt idx="59736">
                  <c:v>45422.574305555558</c:v>
                </c:pt>
                <c:pt idx="59737">
                  <c:v>45422.57708333333</c:v>
                </c:pt>
                <c:pt idx="59738">
                  <c:v>45422.583333333343</c:v>
                </c:pt>
                <c:pt idx="59739">
                  <c:v>45422.590277777781</c:v>
                </c:pt>
                <c:pt idx="59740">
                  <c:v>45422.59097222222</c:v>
                </c:pt>
                <c:pt idx="59741">
                  <c:v>45422.593055555553</c:v>
                </c:pt>
                <c:pt idx="59742">
                  <c:v>45422.594444444447</c:v>
                </c:pt>
                <c:pt idx="59743">
                  <c:v>45422.607638888891</c:v>
                </c:pt>
                <c:pt idx="59744">
                  <c:v>45422.613888888889</c:v>
                </c:pt>
                <c:pt idx="59745">
                  <c:v>45422.616666666669</c:v>
                </c:pt>
                <c:pt idx="59746">
                  <c:v>45422.623611111107</c:v>
                </c:pt>
                <c:pt idx="59747">
                  <c:v>45422.544444444437</c:v>
                </c:pt>
                <c:pt idx="59748">
                  <c:v>45423.671527777777</c:v>
                </c:pt>
                <c:pt idx="59749">
                  <c:v>45423.673611111109</c:v>
                </c:pt>
                <c:pt idx="59750">
                  <c:v>45423.675694444442</c:v>
                </c:pt>
                <c:pt idx="59751">
                  <c:v>45424.589583333327</c:v>
                </c:pt>
                <c:pt idx="59752">
                  <c:v>45424.620833333327</c:v>
                </c:pt>
                <c:pt idx="59753">
                  <c:v>45424.620833333327</c:v>
                </c:pt>
                <c:pt idx="59754">
                  <c:v>45424.638888888891</c:v>
                </c:pt>
                <c:pt idx="59755">
                  <c:v>45424.67083333333</c:v>
                </c:pt>
                <c:pt idx="59756">
                  <c:v>45424.671527777777</c:v>
                </c:pt>
                <c:pt idx="59757">
                  <c:v>45424.677777777782</c:v>
                </c:pt>
                <c:pt idx="59758">
                  <c:v>45424.697222222218</c:v>
                </c:pt>
                <c:pt idx="59759">
                  <c:v>45424.697916666657</c:v>
                </c:pt>
                <c:pt idx="59760">
                  <c:v>45424.709722222222</c:v>
                </c:pt>
                <c:pt idx="59761">
                  <c:v>45424.741666666669</c:v>
                </c:pt>
                <c:pt idx="59762">
                  <c:v>45424.797222222223</c:v>
                </c:pt>
                <c:pt idx="59763">
                  <c:v>45424.807638888888</c:v>
                </c:pt>
                <c:pt idx="59764">
                  <c:v>45424.579861111109</c:v>
                </c:pt>
                <c:pt idx="59765">
                  <c:v>45424.818055555559</c:v>
                </c:pt>
                <c:pt idx="59766">
                  <c:v>45424.845138888893</c:v>
                </c:pt>
                <c:pt idx="59767">
                  <c:v>45424.861111111109</c:v>
                </c:pt>
                <c:pt idx="59768">
                  <c:v>45424.862500000003</c:v>
                </c:pt>
                <c:pt idx="59769">
                  <c:v>45424.888888888891</c:v>
                </c:pt>
                <c:pt idx="59770">
                  <c:v>45424.890972222223</c:v>
                </c:pt>
                <c:pt idx="59771">
                  <c:v>45424.900694444441</c:v>
                </c:pt>
                <c:pt idx="59772">
                  <c:v>45424.901388888888</c:v>
                </c:pt>
                <c:pt idx="59773">
                  <c:v>45424.90902777778</c:v>
                </c:pt>
                <c:pt idx="59774">
                  <c:v>45424.915972222218</c:v>
                </c:pt>
                <c:pt idx="59775">
                  <c:v>45424.940972222219</c:v>
                </c:pt>
                <c:pt idx="59776">
                  <c:v>45424.993750000001</c:v>
                </c:pt>
                <c:pt idx="59777">
                  <c:v>45425.042361111111</c:v>
                </c:pt>
                <c:pt idx="59778">
                  <c:v>45425.219444444447</c:v>
                </c:pt>
                <c:pt idx="59779">
                  <c:v>45424.834027777782</c:v>
                </c:pt>
                <c:pt idx="59780">
                  <c:v>45424.573611111111</c:v>
                </c:pt>
                <c:pt idx="59781">
                  <c:v>45424.537499999999</c:v>
                </c:pt>
                <c:pt idx="59782">
                  <c:v>45424.53402777778</c:v>
                </c:pt>
                <c:pt idx="59783">
                  <c:v>45423.717361111107</c:v>
                </c:pt>
                <c:pt idx="59784">
                  <c:v>45423.765972222223</c:v>
                </c:pt>
                <c:pt idx="59785">
                  <c:v>45423.777083333327</c:v>
                </c:pt>
                <c:pt idx="59786">
                  <c:v>45423.814583333333</c:v>
                </c:pt>
                <c:pt idx="59787">
                  <c:v>45423.816666666673</c:v>
                </c:pt>
                <c:pt idx="59788">
                  <c:v>45423.826388888891</c:v>
                </c:pt>
                <c:pt idx="59789">
                  <c:v>45423.865972222222</c:v>
                </c:pt>
                <c:pt idx="59790">
                  <c:v>45423.901388888888</c:v>
                </c:pt>
                <c:pt idx="59791">
                  <c:v>45424.011805555558</c:v>
                </c:pt>
                <c:pt idx="59792">
                  <c:v>45424.111805555563</c:v>
                </c:pt>
                <c:pt idx="59793">
                  <c:v>45424.261805555558</c:v>
                </c:pt>
                <c:pt idx="59794">
                  <c:v>45424.290972222218</c:v>
                </c:pt>
                <c:pt idx="59795">
                  <c:v>45424.316666666673</c:v>
                </c:pt>
                <c:pt idx="59796">
                  <c:v>45424.359722222223</c:v>
                </c:pt>
                <c:pt idx="59797">
                  <c:v>45424.369444444441</c:v>
                </c:pt>
                <c:pt idx="59798">
                  <c:v>45424.374305555553</c:v>
                </c:pt>
                <c:pt idx="59799">
                  <c:v>45424.376388888893</c:v>
                </c:pt>
                <c:pt idx="59800">
                  <c:v>45424.379861111112</c:v>
                </c:pt>
                <c:pt idx="59801">
                  <c:v>45424.404166666667</c:v>
                </c:pt>
                <c:pt idx="59802">
                  <c:v>45424.405555555553</c:v>
                </c:pt>
                <c:pt idx="59803">
                  <c:v>45424.433333333327</c:v>
                </c:pt>
                <c:pt idx="59804">
                  <c:v>45424.43472222222</c:v>
                </c:pt>
                <c:pt idx="59805">
                  <c:v>45424.470833333333</c:v>
                </c:pt>
                <c:pt idx="59806">
                  <c:v>45424.500694444447</c:v>
                </c:pt>
                <c:pt idx="59807">
                  <c:v>45424.504861111112</c:v>
                </c:pt>
                <c:pt idx="59808">
                  <c:v>45424.507638888892</c:v>
                </c:pt>
                <c:pt idx="59809">
                  <c:v>45424.509722222218</c:v>
                </c:pt>
                <c:pt idx="59810">
                  <c:v>45424.517361111109</c:v>
                </c:pt>
                <c:pt idx="59811">
                  <c:v>45424.522222222222</c:v>
                </c:pt>
                <c:pt idx="59812">
                  <c:v>45422.340277777781</c:v>
                </c:pt>
                <c:pt idx="59813">
                  <c:v>45422.324999999997</c:v>
                </c:pt>
                <c:pt idx="59814">
                  <c:v>45422.318749999999</c:v>
                </c:pt>
                <c:pt idx="59815">
                  <c:v>45422.290277777778</c:v>
                </c:pt>
                <c:pt idx="59816">
                  <c:v>45420.511111111111</c:v>
                </c:pt>
                <c:pt idx="59817">
                  <c:v>45420.511111111111</c:v>
                </c:pt>
                <c:pt idx="59818">
                  <c:v>45420.518055555563</c:v>
                </c:pt>
                <c:pt idx="59819">
                  <c:v>45420.530555555553</c:v>
                </c:pt>
                <c:pt idx="59820">
                  <c:v>45420.559027777781</c:v>
                </c:pt>
                <c:pt idx="59821">
                  <c:v>45420.560416666667</c:v>
                </c:pt>
                <c:pt idx="59822">
                  <c:v>45420.631944444453</c:v>
                </c:pt>
                <c:pt idx="59823">
                  <c:v>45420.660416666673</c:v>
                </c:pt>
                <c:pt idx="59824">
                  <c:v>45420.694444444453</c:v>
                </c:pt>
                <c:pt idx="59825">
                  <c:v>45420.706944444442</c:v>
                </c:pt>
                <c:pt idx="59826">
                  <c:v>45420.709027777782</c:v>
                </c:pt>
                <c:pt idx="59827">
                  <c:v>45420.725694444453</c:v>
                </c:pt>
                <c:pt idx="59828">
                  <c:v>45420.74722222222</c:v>
                </c:pt>
                <c:pt idx="59829">
                  <c:v>45420.469444444447</c:v>
                </c:pt>
                <c:pt idx="59830">
                  <c:v>45420.765277777777</c:v>
                </c:pt>
                <c:pt idx="59831">
                  <c:v>45420.789583333331</c:v>
                </c:pt>
                <c:pt idx="59832">
                  <c:v>45420.801388888889</c:v>
                </c:pt>
                <c:pt idx="59833">
                  <c:v>45420.807638888888</c:v>
                </c:pt>
                <c:pt idx="59834">
                  <c:v>45420.814583333333</c:v>
                </c:pt>
                <c:pt idx="59835">
                  <c:v>45420.827777777777</c:v>
                </c:pt>
                <c:pt idx="59836">
                  <c:v>45420.859722222223</c:v>
                </c:pt>
                <c:pt idx="59837">
                  <c:v>45420.862500000003</c:v>
                </c:pt>
                <c:pt idx="59838">
                  <c:v>45420.862500000003</c:v>
                </c:pt>
                <c:pt idx="59839">
                  <c:v>45420.875694444447</c:v>
                </c:pt>
                <c:pt idx="59840">
                  <c:v>45420.886111111111</c:v>
                </c:pt>
                <c:pt idx="59841">
                  <c:v>45420.890972222223</c:v>
                </c:pt>
                <c:pt idx="59842">
                  <c:v>45420.905555555553</c:v>
                </c:pt>
                <c:pt idx="59843">
                  <c:v>45420.90625</c:v>
                </c:pt>
                <c:pt idx="59844">
                  <c:v>45420.767361111109</c:v>
                </c:pt>
                <c:pt idx="59845">
                  <c:v>45420.459027777782</c:v>
                </c:pt>
                <c:pt idx="59846">
                  <c:v>45420.435416666667</c:v>
                </c:pt>
                <c:pt idx="59847">
                  <c:v>45420.432638888888</c:v>
                </c:pt>
                <c:pt idx="59848">
                  <c:v>45419.754166666673</c:v>
                </c:pt>
                <c:pt idx="59849">
                  <c:v>45419.755555555559</c:v>
                </c:pt>
                <c:pt idx="59850">
                  <c:v>45419.770833333343</c:v>
                </c:pt>
                <c:pt idx="59851">
                  <c:v>45419.787499999999</c:v>
                </c:pt>
                <c:pt idx="59852">
                  <c:v>45419.802083333343</c:v>
                </c:pt>
                <c:pt idx="59853">
                  <c:v>45419.816666666673</c:v>
                </c:pt>
                <c:pt idx="59854">
                  <c:v>45419.835416666669</c:v>
                </c:pt>
                <c:pt idx="59855">
                  <c:v>45419.838888888888</c:v>
                </c:pt>
                <c:pt idx="59856">
                  <c:v>45419.852083333331</c:v>
                </c:pt>
                <c:pt idx="59857">
                  <c:v>45419.852083333331</c:v>
                </c:pt>
                <c:pt idx="59858">
                  <c:v>45419.887499999997</c:v>
                </c:pt>
                <c:pt idx="59859">
                  <c:v>45419.888194444437</c:v>
                </c:pt>
                <c:pt idx="59860">
                  <c:v>45419.897916666669</c:v>
                </c:pt>
                <c:pt idx="59861">
                  <c:v>45419.915972222218</c:v>
                </c:pt>
                <c:pt idx="59862">
                  <c:v>45419.9375</c:v>
                </c:pt>
                <c:pt idx="59863">
                  <c:v>45419.956250000003</c:v>
                </c:pt>
                <c:pt idx="59864">
                  <c:v>45419.981944444437</c:v>
                </c:pt>
                <c:pt idx="59865">
                  <c:v>45419.994444444441</c:v>
                </c:pt>
                <c:pt idx="59866">
                  <c:v>45420.112500000003</c:v>
                </c:pt>
                <c:pt idx="59867">
                  <c:v>45420.226388888892</c:v>
                </c:pt>
                <c:pt idx="59868">
                  <c:v>45420.265277777777</c:v>
                </c:pt>
                <c:pt idx="59869">
                  <c:v>45420.29791666667</c:v>
                </c:pt>
                <c:pt idx="59870">
                  <c:v>45420.35</c:v>
                </c:pt>
                <c:pt idx="59871">
                  <c:v>45420.380555555559</c:v>
                </c:pt>
                <c:pt idx="59872">
                  <c:v>45420.384027777778</c:v>
                </c:pt>
                <c:pt idx="59873">
                  <c:v>45420.398611111108</c:v>
                </c:pt>
                <c:pt idx="59874">
                  <c:v>45420.402777777781</c:v>
                </c:pt>
                <c:pt idx="59875">
                  <c:v>45420.412499999999</c:v>
                </c:pt>
                <c:pt idx="59876">
                  <c:v>45420.430555555547</c:v>
                </c:pt>
                <c:pt idx="59877">
                  <c:v>45420.908333333333</c:v>
                </c:pt>
                <c:pt idx="59878">
                  <c:v>45425.26666666667</c:v>
                </c:pt>
                <c:pt idx="59879">
                  <c:v>45420.911111111112</c:v>
                </c:pt>
                <c:pt idx="59880">
                  <c:v>45420.931250000001</c:v>
                </c:pt>
                <c:pt idx="59881">
                  <c:v>45421.617361111108</c:v>
                </c:pt>
                <c:pt idx="59882">
                  <c:v>45421.627083333333</c:v>
                </c:pt>
                <c:pt idx="59883">
                  <c:v>45421.659722222219</c:v>
                </c:pt>
                <c:pt idx="59884">
                  <c:v>45421.671527777777</c:v>
                </c:pt>
                <c:pt idx="59885">
                  <c:v>45421.678472222222</c:v>
                </c:pt>
                <c:pt idx="59886">
                  <c:v>45421.679166666669</c:v>
                </c:pt>
                <c:pt idx="59887">
                  <c:v>45421.686111111107</c:v>
                </c:pt>
                <c:pt idx="59888">
                  <c:v>45421.736805555563</c:v>
                </c:pt>
                <c:pt idx="59889">
                  <c:v>45421.78402777778</c:v>
                </c:pt>
                <c:pt idx="59890">
                  <c:v>45421.852777777778</c:v>
                </c:pt>
                <c:pt idx="59891">
                  <c:v>45421.859027777777</c:v>
                </c:pt>
                <c:pt idx="59892">
                  <c:v>45421.892361111109</c:v>
                </c:pt>
                <c:pt idx="59893">
                  <c:v>45421.893055555563</c:v>
                </c:pt>
                <c:pt idx="59894">
                  <c:v>45421.611111111109</c:v>
                </c:pt>
                <c:pt idx="59895">
                  <c:v>45421.914583333331</c:v>
                </c:pt>
                <c:pt idx="59896">
                  <c:v>45421.928472222222</c:v>
                </c:pt>
                <c:pt idx="59897">
                  <c:v>45421.941666666673</c:v>
                </c:pt>
                <c:pt idx="59898">
                  <c:v>45421.956250000003</c:v>
                </c:pt>
                <c:pt idx="59899">
                  <c:v>45421.957638888889</c:v>
                </c:pt>
                <c:pt idx="59900">
                  <c:v>45421.981249999997</c:v>
                </c:pt>
                <c:pt idx="59901">
                  <c:v>45421.993055555547</c:v>
                </c:pt>
                <c:pt idx="59902">
                  <c:v>45421.995833333327</c:v>
                </c:pt>
                <c:pt idx="59903">
                  <c:v>45422.004861111112</c:v>
                </c:pt>
                <c:pt idx="59904">
                  <c:v>45422.04583333333</c:v>
                </c:pt>
                <c:pt idx="59905">
                  <c:v>45422.05972222222</c:v>
                </c:pt>
                <c:pt idx="59906">
                  <c:v>45422.077777777777</c:v>
                </c:pt>
                <c:pt idx="59907">
                  <c:v>45422.109027777777</c:v>
                </c:pt>
                <c:pt idx="59908">
                  <c:v>45422.15625</c:v>
                </c:pt>
                <c:pt idx="59909">
                  <c:v>45421.922222222223</c:v>
                </c:pt>
                <c:pt idx="59910">
                  <c:v>45421.588888888888</c:v>
                </c:pt>
                <c:pt idx="59911">
                  <c:v>45421.584722222222</c:v>
                </c:pt>
                <c:pt idx="59912">
                  <c:v>45421.571527777778</c:v>
                </c:pt>
                <c:pt idx="59913">
                  <c:v>45420.940972222219</c:v>
                </c:pt>
                <c:pt idx="59914">
                  <c:v>45420.963888888888</c:v>
                </c:pt>
                <c:pt idx="59915">
                  <c:v>45420.987500000003</c:v>
                </c:pt>
                <c:pt idx="59916">
                  <c:v>45421.024305555547</c:v>
                </c:pt>
                <c:pt idx="59917">
                  <c:v>45421.049305555563</c:v>
                </c:pt>
                <c:pt idx="59918">
                  <c:v>45421.050694444442</c:v>
                </c:pt>
                <c:pt idx="59919">
                  <c:v>45421.069444444453</c:v>
                </c:pt>
                <c:pt idx="59920">
                  <c:v>45421.295138888891</c:v>
                </c:pt>
                <c:pt idx="59921">
                  <c:v>45421.298611111109</c:v>
                </c:pt>
                <c:pt idx="59922">
                  <c:v>45421.334027777782</c:v>
                </c:pt>
                <c:pt idx="59923">
                  <c:v>45421.343055555553</c:v>
                </c:pt>
                <c:pt idx="59924">
                  <c:v>45421.359027777777</c:v>
                </c:pt>
                <c:pt idx="59925">
                  <c:v>45421.36041666667</c:v>
                </c:pt>
                <c:pt idx="59926">
                  <c:v>45421.365277777782</c:v>
                </c:pt>
                <c:pt idx="59927">
                  <c:v>45421.368055555547</c:v>
                </c:pt>
                <c:pt idx="59928">
                  <c:v>45421.38958333333</c:v>
                </c:pt>
                <c:pt idx="59929">
                  <c:v>45421.393055555563</c:v>
                </c:pt>
                <c:pt idx="59930">
                  <c:v>45421.397222222222</c:v>
                </c:pt>
                <c:pt idx="59931">
                  <c:v>45421.413888888892</c:v>
                </c:pt>
                <c:pt idx="59932">
                  <c:v>45421.435416666667</c:v>
                </c:pt>
                <c:pt idx="59933">
                  <c:v>45421.44027777778</c:v>
                </c:pt>
                <c:pt idx="59934">
                  <c:v>45421.441666666673</c:v>
                </c:pt>
                <c:pt idx="59935">
                  <c:v>45421.448611111111</c:v>
                </c:pt>
                <c:pt idx="59936">
                  <c:v>45421.456944444442</c:v>
                </c:pt>
                <c:pt idx="59937">
                  <c:v>45421.459027777782</c:v>
                </c:pt>
                <c:pt idx="59938">
                  <c:v>45421.533333333333</c:v>
                </c:pt>
                <c:pt idx="59939">
                  <c:v>45421.55</c:v>
                </c:pt>
                <c:pt idx="59940">
                  <c:v>45421.568055555559</c:v>
                </c:pt>
                <c:pt idx="59941">
                  <c:v>45421.570833333331</c:v>
                </c:pt>
                <c:pt idx="59942">
                  <c:v>45420.919444444437</c:v>
                </c:pt>
                <c:pt idx="59943">
                  <c:v>45419.744444444441</c:v>
                </c:pt>
                <c:pt idx="59944">
                  <c:v>45425.271527777782</c:v>
                </c:pt>
                <c:pt idx="59945">
                  <c:v>45425.276388888888</c:v>
                </c:pt>
                <c:pt idx="59946">
                  <c:v>45428.681250000001</c:v>
                </c:pt>
                <c:pt idx="59947">
                  <c:v>45428.711805555547</c:v>
                </c:pt>
                <c:pt idx="59948">
                  <c:v>45428.727083333331</c:v>
                </c:pt>
                <c:pt idx="59949">
                  <c:v>45428.757638888892</c:v>
                </c:pt>
                <c:pt idx="59950">
                  <c:v>45428.768055555563</c:v>
                </c:pt>
                <c:pt idx="59951">
                  <c:v>45428.777777777781</c:v>
                </c:pt>
                <c:pt idx="59952">
                  <c:v>45428.781944444447</c:v>
                </c:pt>
                <c:pt idx="59953">
                  <c:v>45428.804166666669</c:v>
                </c:pt>
                <c:pt idx="59954">
                  <c:v>45428.81527777778</c:v>
                </c:pt>
                <c:pt idx="59955">
                  <c:v>45428.844444444447</c:v>
                </c:pt>
                <c:pt idx="59956">
                  <c:v>45428.84652777778</c:v>
                </c:pt>
                <c:pt idx="59957">
                  <c:v>45428.856249999997</c:v>
                </c:pt>
                <c:pt idx="59958">
                  <c:v>45428.865972222222</c:v>
                </c:pt>
                <c:pt idx="59959">
                  <c:v>45428.666666666657</c:v>
                </c:pt>
                <c:pt idx="59960">
                  <c:v>45428.880555555559</c:v>
                </c:pt>
                <c:pt idx="59961">
                  <c:v>45428.90902777778</c:v>
                </c:pt>
                <c:pt idx="59962">
                  <c:v>45428.920138888891</c:v>
                </c:pt>
                <c:pt idx="59963">
                  <c:v>45428.95416666667</c:v>
                </c:pt>
                <c:pt idx="59964">
                  <c:v>45428.95416666667</c:v>
                </c:pt>
                <c:pt idx="59965">
                  <c:v>45428.957638888889</c:v>
                </c:pt>
                <c:pt idx="59966">
                  <c:v>45428.98333333333</c:v>
                </c:pt>
                <c:pt idx="59967">
                  <c:v>45429.025694444441</c:v>
                </c:pt>
                <c:pt idx="59968">
                  <c:v>45429.086111111108</c:v>
                </c:pt>
                <c:pt idx="59969">
                  <c:v>45429.257638888892</c:v>
                </c:pt>
                <c:pt idx="59970">
                  <c:v>45429.289583333331</c:v>
                </c:pt>
                <c:pt idx="59971">
                  <c:v>45429.307638888888</c:v>
                </c:pt>
                <c:pt idx="59972">
                  <c:v>45429.330555555563</c:v>
                </c:pt>
                <c:pt idx="59973">
                  <c:v>45429.356249999997</c:v>
                </c:pt>
                <c:pt idx="59974">
                  <c:v>45428.885416666657</c:v>
                </c:pt>
                <c:pt idx="59975">
                  <c:v>45429.380555555559</c:v>
                </c:pt>
                <c:pt idx="59976">
                  <c:v>45428.635416666657</c:v>
                </c:pt>
                <c:pt idx="59977">
                  <c:v>45428.591666666667</c:v>
                </c:pt>
                <c:pt idx="59978">
                  <c:v>45428.03125</c:v>
                </c:pt>
                <c:pt idx="59979">
                  <c:v>45428.25</c:v>
                </c:pt>
                <c:pt idx="59980">
                  <c:v>45428.27847222222</c:v>
                </c:pt>
                <c:pt idx="59981">
                  <c:v>45428.300694444442</c:v>
                </c:pt>
                <c:pt idx="59982">
                  <c:v>45428.308333333327</c:v>
                </c:pt>
                <c:pt idx="59983">
                  <c:v>45428.318055555559</c:v>
                </c:pt>
                <c:pt idx="59984">
                  <c:v>45428.344444444447</c:v>
                </c:pt>
                <c:pt idx="59985">
                  <c:v>45428.394444444442</c:v>
                </c:pt>
                <c:pt idx="59986">
                  <c:v>45428.415277777778</c:v>
                </c:pt>
                <c:pt idx="59987">
                  <c:v>45428.425694444442</c:v>
                </c:pt>
                <c:pt idx="59988">
                  <c:v>45428.428472222222</c:v>
                </c:pt>
                <c:pt idx="59989">
                  <c:v>45428.436111111107</c:v>
                </c:pt>
                <c:pt idx="59990">
                  <c:v>45428.453472222223</c:v>
                </c:pt>
                <c:pt idx="59991">
                  <c:v>45428.61041666667</c:v>
                </c:pt>
                <c:pt idx="59992">
                  <c:v>45428.457638888889</c:v>
                </c:pt>
                <c:pt idx="59993">
                  <c:v>45428.465277777781</c:v>
                </c:pt>
                <c:pt idx="59994">
                  <c:v>45428.466666666667</c:v>
                </c:pt>
                <c:pt idx="59995">
                  <c:v>45428.504166666673</c:v>
                </c:pt>
                <c:pt idx="59996">
                  <c:v>45428.517361111109</c:v>
                </c:pt>
                <c:pt idx="59997">
                  <c:v>45428.522916666669</c:v>
                </c:pt>
                <c:pt idx="59998">
                  <c:v>45428.536805555559</c:v>
                </c:pt>
                <c:pt idx="59999">
                  <c:v>45428.552777777782</c:v>
                </c:pt>
                <c:pt idx="60000">
                  <c:v>45428.5625</c:v>
                </c:pt>
                <c:pt idx="60001">
                  <c:v>45428.565972222219</c:v>
                </c:pt>
                <c:pt idx="60002">
                  <c:v>45428.571527777778</c:v>
                </c:pt>
                <c:pt idx="60003">
                  <c:v>45428.580555555563</c:v>
                </c:pt>
                <c:pt idx="60004">
                  <c:v>45428.582638888889</c:v>
                </c:pt>
                <c:pt idx="60005">
                  <c:v>45428.586111111108</c:v>
                </c:pt>
                <c:pt idx="60006">
                  <c:v>45428.465277777781</c:v>
                </c:pt>
                <c:pt idx="60007">
                  <c:v>45429.395833333343</c:v>
                </c:pt>
                <c:pt idx="60008">
                  <c:v>45429.43472222222</c:v>
                </c:pt>
                <c:pt idx="60009">
                  <c:v>45429.463194444441</c:v>
                </c:pt>
                <c:pt idx="60010">
                  <c:v>45429.973611111112</c:v>
                </c:pt>
                <c:pt idx="60011">
                  <c:v>45430.000694444447</c:v>
                </c:pt>
                <c:pt idx="60012">
                  <c:v>45430.088194444441</c:v>
                </c:pt>
                <c:pt idx="60013">
                  <c:v>45430.357638888891</c:v>
                </c:pt>
                <c:pt idx="60014">
                  <c:v>45430.35833333333</c:v>
                </c:pt>
                <c:pt idx="60015">
                  <c:v>45430.375694444447</c:v>
                </c:pt>
                <c:pt idx="60016">
                  <c:v>45430.418749999997</c:v>
                </c:pt>
                <c:pt idx="60017">
                  <c:v>45430.424305555563</c:v>
                </c:pt>
                <c:pt idx="60018">
                  <c:v>45430.431250000001</c:v>
                </c:pt>
                <c:pt idx="60019">
                  <c:v>45430.431944444441</c:v>
                </c:pt>
                <c:pt idx="60020">
                  <c:v>45430.466666666667</c:v>
                </c:pt>
                <c:pt idx="60021">
                  <c:v>45430.498611111107</c:v>
                </c:pt>
                <c:pt idx="60022">
                  <c:v>45430.509027777778</c:v>
                </c:pt>
                <c:pt idx="60023">
                  <c:v>45429.945833333331</c:v>
                </c:pt>
                <c:pt idx="60024">
                  <c:v>45430.530555555553</c:v>
                </c:pt>
                <c:pt idx="60025">
                  <c:v>45430.556250000001</c:v>
                </c:pt>
                <c:pt idx="60026">
                  <c:v>45430.563888888893</c:v>
                </c:pt>
                <c:pt idx="60027">
                  <c:v>45430.586111111108</c:v>
                </c:pt>
                <c:pt idx="60028">
                  <c:v>45430.604166666657</c:v>
                </c:pt>
                <c:pt idx="60029">
                  <c:v>45430.611805555563</c:v>
                </c:pt>
                <c:pt idx="60030">
                  <c:v>45430.615972222222</c:v>
                </c:pt>
                <c:pt idx="60031">
                  <c:v>45430.638888888891</c:v>
                </c:pt>
                <c:pt idx="60032">
                  <c:v>45430.643750000003</c:v>
                </c:pt>
                <c:pt idx="60033">
                  <c:v>45430.645833333343</c:v>
                </c:pt>
                <c:pt idx="60034">
                  <c:v>45430.652777777781</c:v>
                </c:pt>
                <c:pt idx="60035">
                  <c:v>45430.693055555559</c:v>
                </c:pt>
                <c:pt idx="60036">
                  <c:v>45430.734027777777</c:v>
                </c:pt>
                <c:pt idx="60037">
                  <c:v>45430.757638888892</c:v>
                </c:pt>
                <c:pt idx="60038">
                  <c:v>45430.543055555558</c:v>
                </c:pt>
                <c:pt idx="60039">
                  <c:v>45429.941666666673</c:v>
                </c:pt>
                <c:pt idx="60040">
                  <c:v>45429.931250000001</c:v>
                </c:pt>
                <c:pt idx="60041">
                  <c:v>45429.927777777782</c:v>
                </c:pt>
                <c:pt idx="60042">
                  <c:v>45429.470833333333</c:v>
                </c:pt>
                <c:pt idx="60043">
                  <c:v>45429.476388888892</c:v>
                </c:pt>
                <c:pt idx="60044">
                  <c:v>45429.48541666667</c:v>
                </c:pt>
                <c:pt idx="60045">
                  <c:v>45429.54791666667</c:v>
                </c:pt>
                <c:pt idx="60046">
                  <c:v>45429.5625</c:v>
                </c:pt>
                <c:pt idx="60047">
                  <c:v>45429.582638888889</c:v>
                </c:pt>
                <c:pt idx="60048">
                  <c:v>45429.609722222223</c:v>
                </c:pt>
                <c:pt idx="60049">
                  <c:v>45429.623611111107</c:v>
                </c:pt>
                <c:pt idx="60050">
                  <c:v>45429.659722222219</c:v>
                </c:pt>
                <c:pt idx="60051">
                  <c:v>45429.673611111109</c:v>
                </c:pt>
                <c:pt idx="60052">
                  <c:v>45429.693055555559</c:v>
                </c:pt>
                <c:pt idx="60053">
                  <c:v>45429.71597222222</c:v>
                </c:pt>
                <c:pt idx="60054">
                  <c:v>45429.719444444447</c:v>
                </c:pt>
                <c:pt idx="60055">
                  <c:v>45429.720833333333</c:v>
                </c:pt>
                <c:pt idx="60056">
                  <c:v>45429.724999999999</c:v>
                </c:pt>
                <c:pt idx="60057">
                  <c:v>45429.743750000001</c:v>
                </c:pt>
                <c:pt idx="60058">
                  <c:v>45429.751388888893</c:v>
                </c:pt>
                <c:pt idx="60059">
                  <c:v>45429.754166666673</c:v>
                </c:pt>
                <c:pt idx="60060">
                  <c:v>45429.754861111112</c:v>
                </c:pt>
                <c:pt idx="60061">
                  <c:v>45429.76458333333</c:v>
                </c:pt>
                <c:pt idx="60062">
                  <c:v>45429.788888888892</c:v>
                </c:pt>
                <c:pt idx="60063">
                  <c:v>45429.81527777778</c:v>
                </c:pt>
                <c:pt idx="60064">
                  <c:v>45429.840277777781</c:v>
                </c:pt>
                <c:pt idx="60065">
                  <c:v>45429.84097222222</c:v>
                </c:pt>
                <c:pt idx="60066">
                  <c:v>45429.843055555553</c:v>
                </c:pt>
                <c:pt idx="60067">
                  <c:v>45429.847222222219</c:v>
                </c:pt>
                <c:pt idx="60068">
                  <c:v>45429.850694444453</c:v>
                </c:pt>
                <c:pt idx="60069">
                  <c:v>45429.863194444442</c:v>
                </c:pt>
                <c:pt idx="60070">
                  <c:v>45429.894444444442</c:v>
                </c:pt>
                <c:pt idx="60071">
                  <c:v>45428.005555555559</c:v>
                </c:pt>
                <c:pt idx="60072">
                  <c:v>45427.981944444437</c:v>
                </c:pt>
                <c:pt idx="60073">
                  <c:v>45427.906944444447</c:v>
                </c:pt>
                <c:pt idx="60074">
                  <c:v>45427.892361111109</c:v>
                </c:pt>
                <c:pt idx="60075">
                  <c:v>45425.701388888891</c:v>
                </c:pt>
                <c:pt idx="60076">
                  <c:v>45425.705555555563</c:v>
                </c:pt>
                <c:pt idx="60077">
                  <c:v>45425.718055555553</c:v>
                </c:pt>
                <c:pt idx="60078">
                  <c:v>45425.718055555553</c:v>
                </c:pt>
                <c:pt idx="60079">
                  <c:v>45425.72152777778</c:v>
                </c:pt>
                <c:pt idx="60080">
                  <c:v>45425.727083333331</c:v>
                </c:pt>
                <c:pt idx="60081">
                  <c:v>45425.770138888889</c:v>
                </c:pt>
                <c:pt idx="60082">
                  <c:v>45425.770833333343</c:v>
                </c:pt>
                <c:pt idx="60083">
                  <c:v>45425.770833333343</c:v>
                </c:pt>
                <c:pt idx="60084">
                  <c:v>45425.783333333333</c:v>
                </c:pt>
                <c:pt idx="60085">
                  <c:v>45425.793055555558</c:v>
                </c:pt>
                <c:pt idx="60086">
                  <c:v>45425.794444444437</c:v>
                </c:pt>
                <c:pt idx="60087">
                  <c:v>45425.803472222222</c:v>
                </c:pt>
                <c:pt idx="60088">
                  <c:v>45425.691666666673</c:v>
                </c:pt>
                <c:pt idx="60089">
                  <c:v>45425.821527777778</c:v>
                </c:pt>
                <c:pt idx="60090">
                  <c:v>45425.859027777777</c:v>
                </c:pt>
                <c:pt idx="60091">
                  <c:v>45425.90347222222</c:v>
                </c:pt>
                <c:pt idx="60092">
                  <c:v>45425.911111111112</c:v>
                </c:pt>
                <c:pt idx="60093">
                  <c:v>45425.913194444453</c:v>
                </c:pt>
                <c:pt idx="60094">
                  <c:v>45425.914583333331</c:v>
                </c:pt>
                <c:pt idx="60095">
                  <c:v>45425.970138888893</c:v>
                </c:pt>
                <c:pt idx="60096">
                  <c:v>45425.984027777777</c:v>
                </c:pt>
                <c:pt idx="60097">
                  <c:v>45425.984027777777</c:v>
                </c:pt>
                <c:pt idx="60098">
                  <c:v>45426.086805555547</c:v>
                </c:pt>
                <c:pt idx="60099">
                  <c:v>45426.109027777777</c:v>
                </c:pt>
                <c:pt idx="60100">
                  <c:v>45426.190972222219</c:v>
                </c:pt>
                <c:pt idx="60101">
                  <c:v>45426.279166666667</c:v>
                </c:pt>
                <c:pt idx="60102">
                  <c:v>45426.330555555563</c:v>
                </c:pt>
                <c:pt idx="60103">
                  <c:v>45425.847222222219</c:v>
                </c:pt>
                <c:pt idx="60104">
                  <c:v>45425.672222222223</c:v>
                </c:pt>
                <c:pt idx="60105">
                  <c:v>45425.668055555558</c:v>
                </c:pt>
                <c:pt idx="60106">
                  <c:v>45425.619444444441</c:v>
                </c:pt>
                <c:pt idx="60107">
                  <c:v>45425.31527777778</c:v>
                </c:pt>
                <c:pt idx="60108">
                  <c:v>45425.32916666667</c:v>
                </c:pt>
                <c:pt idx="60109">
                  <c:v>45425.330555555563</c:v>
                </c:pt>
                <c:pt idx="60110">
                  <c:v>45425.335416666669</c:v>
                </c:pt>
                <c:pt idx="60111">
                  <c:v>45425.338888888888</c:v>
                </c:pt>
                <c:pt idx="60112">
                  <c:v>45425.350694444453</c:v>
                </c:pt>
                <c:pt idx="60113">
                  <c:v>45425.35833333333</c:v>
                </c:pt>
                <c:pt idx="60114">
                  <c:v>45425.363888888889</c:v>
                </c:pt>
                <c:pt idx="60115">
                  <c:v>45425.374305555553</c:v>
                </c:pt>
                <c:pt idx="60116">
                  <c:v>45425.392361111109</c:v>
                </c:pt>
                <c:pt idx="60117">
                  <c:v>45425.399305555547</c:v>
                </c:pt>
                <c:pt idx="60118">
                  <c:v>45425.4</c:v>
                </c:pt>
                <c:pt idx="60119">
                  <c:v>45425.40625</c:v>
                </c:pt>
                <c:pt idx="60120">
                  <c:v>45425.411111111112</c:v>
                </c:pt>
                <c:pt idx="60121">
                  <c:v>45425.449305555558</c:v>
                </c:pt>
                <c:pt idx="60122">
                  <c:v>45425.456944444442</c:v>
                </c:pt>
                <c:pt idx="60123">
                  <c:v>45425.502083333333</c:v>
                </c:pt>
                <c:pt idx="60124">
                  <c:v>45425.504861111112</c:v>
                </c:pt>
                <c:pt idx="60125">
                  <c:v>45425.523611111108</c:v>
                </c:pt>
                <c:pt idx="60126">
                  <c:v>45425.536111111112</c:v>
                </c:pt>
                <c:pt idx="60127">
                  <c:v>45425.550694444442</c:v>
                </c:pt>
                <c:pt idx="60128">
                  <c:v>45425.55972222222</c:v>
                </c:pt>
                <c:pt idx="60129">
                  <c:v>45425.570138888892</c:v>
                </c:pt>
                <c:pt idx="60130">
                  <c:v>45425.576388888891</c:v>
                </c:pt>
                <c:pt idx="60131">
                  <c:v>45425.577777777777</c:v>
                </c:pt>
                <c:pt idx="60132">
                  <c:v>45425.57916666667</c:v>
                </c:pt>
                <c:pt idx="60133">
                  <c:v>45425.582638888889</c:v>
                </c:pt>
                <c:pt idx="60134">
                  <c:v>45425.590277777781</c:v>
                </c:pt>
                <c:pt idx="60135">
                  <c:v>45425.616666666669</c:v>
                </c:pt>
                <c:pt idx="60136">
                  <c:v>45426.37222222222</c:v>
                </c:pt>
                <c:pt idx="60137">
                  <c:v>45425.272916666669</c:v>
                </c:pt>
                <c:pt idx="60138">
                  <c:v>45426.39166666667</c:v>
                </c:pt>
                <c:pt idx="60139">
                  <c:v>45426.434027777781</c:v>
                </c:pt>
                <c:pt idx="60140">
                  <c:v>45427.327777777777</c:v>
                </c:pt>
                <c:pt idx="60141">
                  <c:v>45427.35833333333</c:v>
                </c:pt>
                <c:pt idx="60142">
                  <c:v>45427.37777777778</c:v>
                </c:pt>
                <c:pt idx="60143">
                  <c:v>45427.411805555559</c:v>
                </c:pt>
                <c:pt idx="60144">
                  <c:v>45427.418055555558</c:v>
                </c:pt>
                <c:pt idx="60145">
                  <c:v>45427.42083333333</c:v>
                </c:pt>
                <c:pt idx="60146">
                  <c:v>45427.426388888889</c:v>
                </c:pt>
                <c:pt idx="60147">
                  <c:v>45427.472916666673</c:v>
                </c:pt>
                <c:pt idx="60148">
                  <c:v>45427.512499999997</c:v>
                </c:pt>
                <c:pt idx="60149">
                  <c:v>45427.51666666667</c:v>
                </c:pt>
                <c:pt idx="60150">
                  <c:v>45427.540277777778</c:v>
                </c:pt>
                <c:pt idx="60151">
                  <c:v>45427.54583333333</c:v>
                </c:pt>
                <c:pt idx="60152">
                  <c:v>45427.558333333327</c:v>
                </c:pt>
                <c:pt idx="60153">
                  <c:v>45427.304861111108</c:v>
                </c:pt>
                <c:pt idx="60154">
                  <c:v>45427.567361111112</c:v>
                </c:pt>
                <c:pt idx="60155">
                  <c:v>45427.6</c:v>
                </c:pt>
                <c:pt idx="60156">
                  <c:v>45427.615972222222</c:v>
                </c:pt>
                <c:pt idx="60157">
                  <c:v>45427.636111111111</c:v>
                </c:pt>
                <c:pt idx="60158">
                  <c:v>45427.636111111111</c:v>
                </c:pt>
                <c:pt idx="60159">
                  <c:v>45427.716666666667</c:v>
                </c:pt>
                <c:pt idx="60160">
                  <c:v>45427.738888888889</c:v>
                </c:pt>
                <c:pt idx="60161">
                  <c:v>45427.813888888893</c:v>
                </c:pt>
                <c:pt idx="60162">
                  <c:v>45427.814583333333</c:v>
                </c:pt>
                <c:pt idx="60163">
                  <c:v>45427.845138888893</c:v>
                </c:pt>
                <c:pt idx="60164">
                  <c:v>45427.857638888891</c:v>
                </c:pt>
                <c:pt idx="60165">
                  <c:v>45427.857638888891</c:v>
                </c:pt>
                <c:pt idx="60166">
                  <c:v>45427.871527777781</c:v>
                </c:pt>
                <c:pt idx="60167">
                  <c:v>45427.887499999997</c:v>
                </c:pt>
                <c:pt idx="60168">
                  <c:v>45427.570138888892</c:v>
                </c:pt>
                <c:pt idx="60169">
                  <c:v>45427.203472222223</c:v>
                </c:pt>
                <c:pt idx="60170">
                  <c:v>45427.179861111108</c:v>
                </c:pt>
                <c:pt idx="60171">
                  <c:v>45427.155555555553</c:v>
                </c:pt>
                <c:pt idx="60172">
                  <c:v>45426.473611111112</c:v>
                </c:pt>
                <c:pt idx="60173">
                  <c:v>45426.477777777778</c:v>
                </c:pt>
                <c:pt idx="60174">
                  <c:v>45426.486111111109</c:v>
                </c:pt>
                <c:pt idx="60175">
                  <c:v>45426.546527777777</c:v>
                </c:pt>
                <c:pt idx="60176">
                  <c:v>45426.574999999997</c:v>
                </c:pt>
                <c:pt idx="60177">
                  <c:v>45426.583333333343</c:v>
                </c:pt>
                <c:pt idx="60178">
                  <c:v>45426.604166666657</c:v>
                </c:pt>
                <c:pt idx="60179">
                  <c:v>45426.625</c:v>
                </c:pt>
                <c:pt idx="60180">
                  <c:v>45426.635416666657</c:v>
                </c:pt>
                <c:pt idx="60181">
                  <c:v>45426.643750000003</c:v>
                </c:pt>
                <c:pt idx="60182">
                  <c:v>45426.657638888893</c:v>
                </c:pt>
                <c:pt idx="60183">
                  <c:v>45426.681944444441</c:v>
                </c:pt>
                <c:pt idx="60184">
                  <c:v>45426.728472222218</c:v>
                </c:pt>
                <c:pt idx="60185">
                  <c:v>45426.75</c:v>
                </c:pt>
                <c:pt idx="60186">
                  <c:v>45426.752083333333</c:v>
                </c:pt>
                <c:pt idx="60187">
                  <c:v>45426.76458333333</c:v>
                </c:pt>
                <c:pt idx="60188">
                  <c:v>45426.796527777777</c:v>
                </c:pt>
                <c:pt idx="60189">
                  <c:v>45426.803472222222</c:v>
                </c:pt>
                <c:pt idx="60190">
                  <c:v>45426.811805555553</c:v>
                </c:pt>
                <c:pt idx="60191">
                  <c:v>45426.826388888891</c:v>
                </c:pt>
                <c:pt idx="60192">
                  <c:v>45426.850694444453</c:v>
                </c:pt>
                <c:pt idx="60193">
                  <c:v>45426.854166666657</c:v>
                </c:pt>
                <c:pt idx="60194">
                  <c:v>45426.857638888891</c:v>
                </c:pt>
                <c:pt idx="60195">
                  <c:v>45426.884027777778</c:v>
                </c:pt>
                <c:pt idx="60196">
                  <c:v>45426.886805555558</c:v>
                </c:pt>
                <c:pt idx="60197">
                  <c:v>45426.888194444437</c:v>
                </c:pt>
                <c:pt idx="60198">
                  <c:v>45426.956250000003</c:v>
                </c:pt>
                <c:pt idx="60199">
                  <c:v>45426.984722222223</c:v>
                </c:pt>
                <c:pt idx="60200">
                  <c:v>45427.063194444447</c:v>
                </c:pt>
                <c:pt idx="60201">
                  <c:v>45426.424305555563</c:v>
                </c:pt>
                <c:pt idx="60202">
                  <c:v>45430.759027777778</c:v>
                </c:pt>
                <c:pt idx="60203">
                  <c:v>45419.709027777782</c:v>
                </c:pt>
                <c:pt idx="60204">
                  <c:v>45419.69027777778</c:v>
                </c:pt>
                <c:pt idx="60205">
                  <c:v>45412.592361111107</c:v>
                </c:pt>
                <c:pt idx="60206">
                  <c:v>45412.597916666673</c:v>
                </c:pt>
                <c:pt idx="60207">
                  <c:v>45412.600694444453</c:v>
                </c:pt>
                <c:pt idx="60208">
                  <c:v>45412.606944444437</c:v>
                </c:pt>
                <c:pt idx="60209">
                  <c:v>45412.609722222223</c:v>
                </c:pt>
                <c:pt idx="60210">
                  <c:v>45412.61041666667</c:v>
                </c:pt>
                <c:pt idx="60211">
                  <c:v>45412.613194444442</c:v>
                </c:pt>
                <c:pt idx="60212">
                  <c:v>45412.614583333343</c:v>
                </c:pt>
                <c:pt idx="60213">
                  <c:v>45412.631944444453</c:v>
                </c:pt>
                <c:pt idx="60214">
                  <c:v>45412.63958333333</c:v>
                </c:pt>
                <c:pt idx="60215">
                  <c:v>45412.643055555563</c:v>
                </c:pt>
                <c:pt idx="60216">
                  <c:v>45412.681250000001</c:v>
                </c:pt>
                <c:pt idx="60217">
                  <c:v>45412.694444444453</c:v>
                </c:pt>
                <c:pt idx="60218">
                  <c:v>45412.582638888889</c:v>
                </c:pt>
                <c:pt idx="60219">
                  <c:v>45412.703472222223</c:v>
                </c:pt>
                <c:pt idx="60220">
                  <c:v>45412.714583333327</c:v>
                </c:pt>
                <c:pt idx="60221">
                  <c:v>45412.71875</c:v>
                </c:pt>
                <c:pt idx="60222">
                  <c:v>45412.722222222219</c:v>
                </c:pt>
                <c:pt idx="60223">
                  <c:v>45412.722916666673</c:v>
                </c:pt>
                <c:pt idx="60224">
                  <c:v>45412.730555555558</c:v>
                </c:pt>
                <c:pt idx="60225">
                  <c:v>45412.741666666669</c:v>
                </c:pt>
                <c:pt idx="60226">
                  <c:v>45412.75</c:v>
                </c:pt>
                <c:pt idx="60227">
                  <c:v>45412.768055555563</c:v>
                </c:pt>
                <c:pt idx="60228">
                  <c:v>45412.770138888889</c:v>
                </c:pt>
                <c:pt idx="60229">
                  <c:v>45412.770833333343</c:v>
                </c:pt>
                <c:pt idx="60230">
                  <c:v>45412.776388888888</c:v>
                </c:pt>
                <c:pt idx="60231">
                  <c:v>45412.777083333327</c:v>
                </c:pt>
                <c:pt idx="60232">
                  <c:v>45412.798611111109</c:v>
                </c:pt>
                <c:pt idx="60233">
                  <c:v>45412.714583333327</c:v>
                </c:pt>
                <c:pt idx="60234">
                  <c:v>45412.799305555563</c:v>
                </c:pt>
                <c:pt idx="60235">
                  <c:v>45412.580555555563</c:v>
                </c:pt>
                <c:pt idx="60236">
                  <c:v>45412.561111111107</c:v>
                </c:pt>
                <c:pt idx="60237">
                  <c:v>45412.345138888893</c:v>
                </c:pt>
                <c:pt idx="60238">
                  <c:v>45412.355555555558</c:v>
                </c:pt>
                <c:pt idx="60239">
                  <c:v>45412.355555555558</c:v>
                </c:pt>
                <c:pt idx="60240">
                  <c:v>45412.356944444437</c:v>
                </c:pt>
                <c:pt idx="60241">
                  <c:v>45412.400694444441</c:v>
                </c:pt>
                <c:pt idx="60242">
                  <c:v>45412.407638888893</c:v>
                </c:pt>
                <c:pt idx="60243">
                  <c:v>45412.412499999999</c:v>
                </c:pt>
                <c:pt idx="60244">
                  <c:v>45412.415277777778</c:v>
                </c:pt>
                <c:pt idx="60245">
                  <c:v>45412.429166666669</c:v>
                </c:pt>
                <c:pt idx="60246">
                  <c:v>45412.435416666667</c:v>
                </c:pt>
                <c:pt idx="60247">
                  <c:v>45412.438888888893</c:v>
                </c:pt>
                <c:pt idx="60248">
                  <c:v>45412.450694444437</c:v>
                </c:pt>
                <c:pt idx="60249">
                  <c:v>45412.451388888891</c:v>
                </c:pt>
                <c:pt idx="60250">
                  <c:v>45412.57708333333</c:v>
                </c:pt>
                <c:pt idx="60251">
                  <c:v>45412.456944444442</c:v>
                </c:pt>
                <c:pt idx="60252">
                  <c:v>45412.470138888893</c:v>
                </c:pt>
                <c:pt idx="60253">
                  <c:v>45412.47152777778</c:v>
                </c:pt>
                <c:pt idx="60254">
                  <c:v>45412.477083333331</c:v>
                </c:pt>
                <c:pt idx="60255">
                  <c:v>45412.482638888891</c:v>
                </c:pt>
                <c:pt idx="60256">
                  <c:v>45412.484722222223</c:v>
                </c:pt>
                <c:pt idx="60257">
                  <c:v>45412.491666666669</c:v>
                </c:pt>
                <c:pt idx="60258">
                  <c:v>45412.497916666667</c:v>
                </c:pt>
                <c:pt idx="60259">
                  <c:v>45412.522222222222</c:v>
                </c:pt>
                <c:pt idx="60260">
                  <c:v>45412.532638888893</c:v>
                </c:pt>
                <c:pt idx="60261">
                  <c:v>45412.532638888893</c:v>
                </c:pt>
                <c:pt idx="60262">
                  <c:v>45412.534722222219</c:v>
                </c:pt>
                <c:pt idx="60263">
                  <c:v>45412.537499999999</c:v>
                </c:pt>
                <c:pt idx="60264">
                  <c:v>45412.55972222222</c:v>
                </c:pt>
                <c:pt idx="60265">
                  <c:v>45412.459722222222</c:v>
                </c:pt>
                <c:pt idx="60266">
                  <c:v>45412.874305555553</c:v>
                </c:pt>
                <c:pt idx="60267">
                  <c:v>45412.876388888893</c:v>
                </c:pt>
                <c:pt idx="60268">
                  <c:v>45412.89166666667</c:v>
                </c:pt>
                <c:pt idx="60269">
                  <c:v>45413.73333333333</c:v>
                </c:pt>
                <c:pt idx="60270">
                  <c:v>45413.754166666673</c:v>
                </c:pt>
                <c:pt idx="60271">
                  <c:v>45413.788888888892</c:v>
                </c:pt>
                <c:pt idx="60272">
                  <c:v>45413.817361111112</c:v>
                </c:pt>
                <c:pt idx="60273">
                  <c:v>45413.822222222218</c:v>
                </c:pt>
                <c:pt idx="60274">
                  <c:v>45413.82708333333</c:v>
                </c:pt>
                <c:pt idx="60275">
                  <c:v>45413.852777777778</c:v>
                </c:pt>
                <c:pt idx="60276">
                  <c:v>45413.877083333333</c:v>
                </c:pt>
                <c:pt idx="60277">
                  <c:v>45413.884722222218</c:v>
                </c:pt>
                <c:pt idx="60278">
                  <c:v>45413.886111111111</c:v>
                </c:pt>
                <c:pt idx="60279">
                  <c:v>45413.894444444442</c:v>
                </c:pt>
                <c:pt idx="60280">
                  <c:v>45413.917361111111</c:v>
                </c:pt>
                <c:pt idx="60281">
                  <c:v>45413.929861111108</c:v>
                </c:pt>
                <c:pt idx="60282">
                  <c:v>45413.705555555563</c:v>
                </c:pt>
                <c:pt idx="60283">
                  <c:v>45413.95416666667</c:v>
                </c:pt>
                <c:pt idx="60284">
                  <c:v>45413.963194444441</c:v>
                </c:pt>
                <c:pt idx="60285">
                  <c:v>45413.993055555547</c:v>
                </c:pt>
                <c:pt idx="60286">
                  <c:v>45414.00277777778</c:v>
                </c:pt>
                <c:pt idx="60287">
                  <c:v>45414.0625</c:v>
                </c:pt>
                <c:pt idx="60288">
                  <c:v>45414.066666666673</c:v>
                </c:pt>
                <c:pt idx="60289">
                  <c:v>45414.287499999999</c:v>
                </c:pt>
                <c:pt idx="60290">
                  <c:v>45414.306944444441</c:v>
                </c:pt>
                <c:pt idx="60291">
                  <c:v>45414.318749999999</c:v>
                </c:pt>
                <c:pt idx="60292">
                  <c:v>45414.324305555558</c:v>
                </c:pt>
                <c:pt idx="60293">
                  <c:v>45414.324999999997</c:v>
                </c:pt>
                <c:pt idx="60294">
                  <c:v>45414.32916666667</c:v>
                </c:pt>
                <c:pt idx="60295">
                  <c:v>45414.335416666669</c:v>
                </c:pt>
                <c:pt idx="60296">
                  <c:v>45414.34375</c:v>
                </c:pt>
                <c:pt idx="60297">
                  <c:v>45413.963194444441</c:v>
                </c:pt>
                <c:pt idx="60298">
                  <c:v>45413.705555555563</c:v>
                </c:pt>
                <c:pt idx="60299">
                  <c:v>45413.693749999999</c:v>
                </c:pt>
                <c:pt idx="60300">
                  <c:v>45413.679166666669</c:v>
                </c:pt>
                <c:pt idx="60301">
                  <c:v>45412.89166666667</c:v>
                </c:pt>
                <c:pt idx="60302">
                  <c:v>45412.929861111108</c:v>
                </c:pt>
                <c:pt idx="60303">
                  <c:v>45412.999305555553</c:v>
                </c:pt>
                <c:pt idx="60304">
                  <c:v>45413.013194444437</c:v>
                </c:pt>
                <c:pt idx="60305">
                  <c:v>45413.022916666669</c:v>
                </c:pt>
                <c:pt idx="60306">
                  <c:v>45413.060416666667</c:v>
                </c:pt>
                <c:pt idx="60307">
                  <c:v>45413.148611111108</c:v>
                </c:pt>
                <c:pt idx="60308">
                  <c:v>45413.166666666657</c:v>
                </c:pt>
                <c:pt idx="60309">
                  <c:v>45413.224999999999</c:v>
                </c:pt>
                <c:pt idx="60310">
                  <c:v>45413.226388888892</c:v>
                </c:pt>
                <c:pt idx="60311">
                  <c:v>45413.236805555563</c:v>
                </c:pt>
                <c:pt idx="60312">
                  <c:v>45413.265972222223</c:v>
                </c:pt>
                <c:pt idx="60313">
                  <c:v>45413.305555555547</c:v>
                </c:pt>
                <c:pt idx="60314">
                  <c:v>45413.35833333333</c:v>
                </c:pt>
                <c:pt idx="60315">
                  <c:v>45413.367361111108</c:v>
                </c:pt>
                <c:pt idx="60316">
                  <c:v>45413.38958333333</c:v>
                </c:pt>
                <c:pt idx="60317">
                  <c:v>45413.407638888893</c:v>
                </c:pt>
                <c:pt idx="60318">
                  <c:v>45413.424305555563</c:v>
                </c:pt>
                <c:pt idx="60319">
                  <c:v>45413.451388888891</c:v>
                </c:pt>
                <c:pt idx="60320">
                  <c:v>45413.508333333331</c:v>
                </c:pt>
                <c:pt idx="60321">
                  <c:v>45413.518750000003</c:v>
                </c:pt>
                <c:pt idx="60322">
                  <c:v>45413.546527777777</c:v>
                </c:pt>
                <c:pt idx="60323">
                  <c:v>45413.559027777781</c:v>
                </c:pt>
                <c:pt idx="60324">
                  <c:v>45413.595138888893</c:v>
                </c:pt>
                <c:pt idx="60325">
                  <c:v>45413.598611111112</c:v>
                </c:pt>
                <c:pt idx="60326">
                  <c:v>45413.60833333333</c:v>
                </c:pt>
                <c:pt idx="60327">
                  <c:v>45413.625694444447</c:v>
                </c:pt>
                <c:pt idx="60328">
                  <c:v>45413.637499999997</c:v>
                </c:pt>
                <c:pt idx="60329">
                  <c:v>45413.671527777777</c:v>
                </c:pt>
                <c:pt idx="60330">
                  <c:v>45412.288888888892</c:v>
                </c:pt>
                <c:pt idx="60331">
                  <c:v>45412.26666666667</c:v>
                </c:pt>
                <c:pt idx="60332">
                  <c:v>45412.247916666667</c:v>
                </c:pt>
                <c:pt idx="60333">
                  <c:v>45412.245833333327</c:v>
                </c:pt>
                <c:pt idx="60334">
                  <c:v>45410.73333333333</c:v>
                </c:pt>
                <c:pt idx="60335">
                  <c:v>45410.734722222223</c:v>
                </c:pt>
                <c:pt idx="60336">
                  <c:v>45410.741666666669</c:v>
                </c:pt>
                <c:pt idx="60337">
                  <c:v>45410.751388888893</c:v>
                </c:pt>
                <c:pt idx="60338">
                  <c:v>45410.753472222219</c:v>
                </c:pt>
                <c:pt idx="60339">
                  <c:v>45410.756944444453</c:v>
                </c:pt>
                <c:pt idx="60340">
                  <c:v>45410.814583333333</c:v>
                </c:pt>
                <c:pt idx="60341">
                  <c:v>45410.81527777778</c:v>
                </c:pt>
                <c:pt idx="60342">
                  <c:v>45410.825694444437</c:v>
                </c:pt>
                <c:pt idx="60343">
                  <c:v>45410.840277777781</c:v>
                </c:pt>
                <c:pt idx="60344">
                  <c:v>45410.851388888892</c:v>
                </c:pt>
                <c:pt idx="60345">
                  <c:v>45410.88958333333</c:v>
                </c:pt>
                <c:pt idx="60346">
                  <c:v>45410.896527777782</c:v>
                </c:pt>
                <c:pt idx="60347">
                  <c:v>45410.707638888889</c:v>
                </c:pt>
                <c:pt idx="60348">
                  <c:v>45410.897222222222</c:v>
                </c:pt>
                <c:pt idx="60349">
                  <c:v>45410.931250000001</c:v>
                </c:pt>
                <c:pt idx="60350">
                  <c:v>45410.98541666667</c:v>
                </c:pt>
                <c:pt idx="60351">
                  <c:v>45410.98541666667</c:v>
                </c:pt>
                <c:pt idx="60352">
                  <c:v>45411.006944444453</c:v>
                </c:pt>
                <c:pt idx="60353">
                  <c:v>45411.043055555558</c:v>
                </c:pt>
                <c:pt idx="60354">
                  <c:v>45411.049305555563</c:v>
                </c:pt>
                <c:pt idx="60355">
                  <c:v>45411.057638888888</c:v>
                </c:pt>
                <c:pt idx="60356">
                  <c:v>45411.237500000003</c:v>
                </c:pt>
                <c:pt idx="60357">
                  <c:v>45411.256944444453</c:v>
                </c:pt>
                <c:pt idx="60358">
                  <c:v>45411.272916666669</c:v>
                </c:pt>
                <c:pt idx="60359">
                  <c:v>45411.295138888891</c:v>
                </c:pt>
                <c:pt idx="60360">
                  <c:v>45411.300694444442</c:v>
                </c:pt>
                <c:pt idx="60361">
                  <c:v>45411.329861111109</c:v>
                </c:pt>
                <c:pt idx="60362">
                  <c:v>45410.909722222219</c:v>
                </c:pt>
                <c:pt idx="60363">
                  <c:v>45410.70208333333</c:v>
                </c:pt>
                <c:pt idx="60364">
                  <c:v>45410.693749999999</c:v>
                </c:pt>
                <c:pt idx="60365">
                  <c:v>45410.691666666673</c:v>
                </c:pt>
                <c:pt idx="60366">
                  <c:v>45409.955555555563</c:v>
                </c:pt>
                <c:pt idx="60367">
                  <c:v>45409.988194444442</c:v>
                </c:pt>
                <c:pt idx="60368">
                  <c:v>45410.013888888891</c:v>
                </c:pt>
                <c:pt idx="60369">
                  <c:v>45410.025694444441</c:v>
                </c:pt>
                <c:pt idx="60370">
                  <c:v>45410.130555555559</c:v>
                </c:pt>
                <c:pt idx="60371">
                  <c:v>45410.218055555553</c:v>
                </c:pt>
                <c:pt idx="60372">
                  <c:v>45410.263194444437</c:v>
                </c:pt>
                <c:pt idx="60373">
                  <c:v>45410.353472222218</c:v>
                </c:pt>
                <c:pt idx="60374">
                  <c:v>45410.392361111109</c:v>
                </c:pt>
                <c:pt idx="60375">
                  <c:v>45410.408333333333</c:v>
                </c:pt>
                <c:pt idx="60376">
                  <c:v>45410.420138888891</c:v>
                </c:pt>
                <c:pt idx="60377">
                  <c:v>45410.469444444447</c:v>
                </c:pt>
                <c:pt idx="60378">
                  <c:v>45410.479861111111</c:v>
                </c:pt>
                <c:pt idx="60379">
                  <c:v>45410.487500000003</c:v>
                </c:pt>
                <c:pt idx="60380">
                  <c:v>45410.527083333327</c:v>
                </c:pt>
                <c:pt idx="60381">
                  <c:v>45410.529861111107</c:v>
                </c:pt>
                <c:pt idx="60382">
                  <c:v>45410.541666666657</c:v>
                </c:pt>
                <c:pt idx="60383">
                  <c:v>45410.552777777782</c:v>
                </c:pt>
                <c:pt idx="60384">
                  <c:v>45410.556250000001</c:v>
                </c:pt>
                <c:pt idx="60385">
                  <c:v>45410.59652777778</c:v>
                </c:pt>
                <c:pt idx="60386">
                  <c:v>45410.618055555547</c:v>
                </c:pt>
                <c:pt idx="60387">
                  <c:v>45410.62777777778</c:v>
                </c:pt>
                <c:pt idx="60388">
                  <c:v>45410.647222222222</c:v>
                </c:pt>
                <c:pt idx="60389">
                  <c:v>45410.649305555547</c:v>
                </c:pt>
                <c:pt idx="60390">
                  <c:v>45410.651388888888</c:v>
                </c:pt>
                <c:pt idx="60391">
                  <c:v>45410.663888888892</c:v>
                </c:pt>
                <c:pt idx="60392">
                  <c:v>45410.665277777778</c:v>
                </c:pt>
                <c:pt idx="60393">
                  <c:v>45410.665972222218</c:v>
                </c:pt>
                <c:pt idx="60394">
                  <c:v>45410.670138888891</c:v>
                </c:pt>
                <c:pt idx="60395">
                  <c:v>45411.331944444442</c:v>
                </c:pt>
                <c:pt idx="60396">
                  <c:v>45414.354861111111</c:v>
                </c:pt>
                <c:pt idx="60397">
                  <c:v>45411.354166666657</c:v>
                </c:pt>
                <c:pt idx="60398">
                  <c:v>45411.38958333333</c:v>
                </c:pt>
                <c:pt idx="60399">
                  <c:v>45411.635416666657</c:v>
                </c:pt>
                <c:pt idx="60400">
                  <c:v>45411.671527777777</c:v>
                </c:pt>
                <c:pt idx="60401">
                  <c:v>45411.694444444453</c:v>
                </c:pt>
                <c:pt idx="60402">
                  <c:v>45411.709027777782</c:v>
                </c:pt>
                <c:pt idx="60403">
                  <c:v>45411.714583333327</c:v>
                </c:pt>
                <c:pt idx="60404">
                  <c:v>45411.715277777781</c:v>
                </c:pt>
                <c:pt idx="60405">
                  <c:v>45411.743750000001</c:v>
                </c:pt>
                <c:pt idx="60406">
                  <c:v>45411.779861111107</c:v>
                </c:pt>
                <c:pt idx="60407">
                  <c:v>45411.787499999999</c:v>
                </c:pt>
                <c:pt idx="60408">
                  <c:v>45411.790277777778</c:v>
                </c:pt>
                <c:pt idx="60409">
                  <c:v>45411.792361111111</c:v>
                </c:pt>
                <c:pt idx="60410">
                  <c:v>45411.796527777777</c:v>
                </c:pt>
                <c:pt idx="60411">
                  <c:v>45411.80972222222</c:v>
                </c:pt>
                <c:pt idx="60412">
                  <c:v>45411.633333333331</c:v>
                </c:pt>
                <c:pt idx="60413">
                  <c:v>45411.819444444453</c:v>
                </c:pt>
                <c:pt idx="60414">
                  <c:v>45411.87222222222</c:v>
                </c:pt>
                <c:pt idx="60415">
                  <c:v>45411.873611111107</c:v>
                </c:pt>
                <c:pt idx="60416">
                  <c:v>45411.894444444442</c:v>
                </c:pt>
                <c:pt idx="60417">
                  <c:v>45411.897916666669</c:v>
                </c:pt>
                <c:pt idx="60418">
                  <c:v>45411.901388888888</c:v>
                </c:pt>
                <c:pt idx="60419">
                  <c:v>45411.970833333333</c:v>
                </c:pt>
                <c:pt idx="60420">
                  <c:v>45411.992361111108</c:v>
                </c:pt>
                <c:pt idx="60421">
                  <c:v>45412.006249999999</c:v>
                </c:pt>
                <c:pt idx="60422">
                  <c:v>45412.011111111111</c:v>
                </c:pt>
                <c:pt idx="60423">
                  <c:v>45412.01458333333</c:v>
                </c:pt>
                <c:pt idx="60424">
                  <c:v>45412.056944444441</c:v>
                </c:pt>
                <c:pt idx="60425">
                  <c:v>45412.092361111107</c:v>
                </c:pt>
                <c:pt idx="60426">
                  <c:v>45412.165277777778</c:v>
                </c:pt>
                <c:pt idx="60427">
                  <c:v>45411.820138888892</c:v>
                </c:pt>
                <c:pt idx="60428">
                  <c:v>45411.62777777778</c:v>
                </c:pt>
                <c:pt idx="60429">
                  <c:v>45411.624305555553</c:v>
                </c:pt>
                <c:pt idx="60430">
                  <c:v>45411.622916666667</c:v>
                </c:pt>
                <c:pt idx="60431">
                  <c:v>45411.410416666673</c:v>
                </c:pt>
                <c:pt idx="60432">
                  <c:v>45411.413194444453</c:v>
                </c:pt>
                <c:pt idx="60433">
                  <c:v>45411.413888888892</c:v>
                </c:pt>
                <c:pt idx="60434">
                  <c:v>45411.42083333333</c:v>
                </c:pt>
                <c:pt idx="60435">
                  <c:v>45411.421527777777</c:v>
                </c:pt>
                <c:pt idx="60436">
                  <c:v>45411.422222222223</c:v>
                </c:pt>
                <c:pt idx="60437">
                  <c:v>45411.422222222223</c:v>
                </c:pt>
                <c:pt idx="60438">
                  <c:v>45411.423611111109</c:v>
                </c:pt>
                <c:pt idx="60439">
                  <c:v>45411.429166666669</c:v>
                </c:pt>
                <c:pt idx="60440">
                  <c:v>45411.433333333327</c:v>
                </c:pt>
                <c:pt idx="60441">
                  <c:v>45411.438888888893</c:v>
                </c:pt>
                <c:pt idx="60442">
                  <c:v>45411.45208333333</c:v>
                </c:pt>
                <c:pt idx="60443">
                  <c:v>45411.461111111108</c:v>
                </c:pt>
                <c:pt idx="60444">
                  <c:v>45411.463888888888</c:v>
                </c:pt>
                <c:pt idx="60445">
                  <c:v>45411.481249999997</c:v>
                </c:pt>
                <c:pt idx="60446">
                  <c:v>45411.515972222223</c:v>
                </c:pt>
                <c:pt idx="60447">
                  <c:v>45411.51666666667</c:v>
                </c:pt>
                <c:pt idx="60448">
                  <c:v>45411.525694444441</c:v>
                </c:pt>
                <c:pt idx="60449">
                  <c:v>45411.529166666667</c:v>
                </c:pt>
                <c:pt idx="60450">
                  <c:v>45411.531944444447</c:v>
                </c:pt>
                <c:pt idx="60451">
                  <c:v>45411.531944444447</c:v>
                </c:pt>
                <c:pt idx="60452">
                  <c:v>45411.543749999997</c:v>
                </c:pt>
                <c:pt idx="60453">
                  <c:v>45411.544444444437</c:v>
                </c:pt>
                <c:pt idx="60454">
                  <c:v>45411.546527777777</c:v>
                </c:pt>
                <c:pt idx="60455">
                  <c:v>45411.554861111108</c:v>
                </c:pt>
                <c:pt idx="60456">
                  <c:v>45411.559027777781</c:v>
                </c:pt>
                <c:pt idx="60457">
                  <c:v>45411.568749999999</c:v>
                </c:pt>
                <c:pt idx="60458">
                  <c:v>45411.581944444442</c:v>
                </c:pt>
                <c:pt idx="60459">
                  <c:v>45411.620138888888</c:v>
                </c:pt>
                <c:pt idx="60460">
                  <c:v>45411.373611111107</c:v>
                </c:pt>
                <c:pt idx="60461">
                  <c:v>45419.697222222218</c:v>
                </c:pt>
                <c:pt idx="60462">
                  <c:v>45414.361805555563</c:v>
                </c:pt>
                <c:pt idx="60463">
                  <c:v>45414.393055555563</c:v>
                </c:pt>
                <c:pt idx="60464">
                  <c:v>45417.65</c:v>
                </c:pt>
                <c:pt idx="60465">
                  <c:v>45417.701388888891</c:v>
                </c:pt>
                <c:pt idx="60466">
                  <c:v>45417.732638888891</c:v>
                </c:pt>
                <c:pt idx="60467">
                  <c:v>45417.773611111108</c:v>
                </c:pt>
                <c:pt idx="60468">
                  <c:v>45417.775000000001</c:v>
                </c:pt>
                <c:pt idx="60469">
                  <c:v>45417.830555555563</c:v>
                </c:pt>
                <c:pt idx="60470">
                  <c:v>45417.861805555563</c:v>
                </c:pt>
                <c:pt idx="60471">
                  <c:v>45417.884027777778</c:v>
                </c:pt>
                <c:pt idx="60472">
                  <c:v>45417.885416666657</c:v>
                </c:pt>
                <c:pt idx="60473">
                  <c:v>45417.888888888891</c:v>
                </c:pt>
                <c:pt idx="60474">
                  <c:v>45417.899305555547</c:v>
                </c:pt>
                <c:pt idx="60475">
                  <c:v>45417.90625</c:v>
                </c:pt>
                <c:pt idx="60476">
                  <c:v>45417.922222222223</c:v>
                </c:pt>
                <c:pt idx="60477">
                  <c:v>45417.633333333331</c:v>
                </c:pt>
                <c:pt idx="60478">
                  <c:v>45417.924305555563</c:v>
                </c:pt>
                <c:pt idx="60479">
                  <c:v>45418.265277777777</c:v>
                </c:pt>
                <c:pt idx="60480">
                  <c:v>45418.275000000001</c:v>
                </c:pt>
                <c:pt idx="60481">
                  <c:v>45418.336111111108</c:v>
                </c:pt>
                <c:pt idx="60482">
                  <c:v>45418.342361111107</c:v>
                </c:pt>
                <c:pt idx="60483">
                  <c:v>45418.388888888891</c:v>
                </c:pt>
                <c:pt idx="60484">
                  <c:v>45418.401388888888</c:v>
                </c:pt>
                <c:pt idx="60485">
                  <c:v>45418.404166666667</c:v>
                </c:pt>
                <c:pt idx="60486">
                  <c:v>45418.418055555558</c:v>
                </c:pt>
                <c:pt idx="60487">
                  <c:v>45418.420138888891</c:v>
                </c:pt>
                <c:pt idx="60488">
                  <c:v>45418.42291666667</c:v>
                </c:pt>
                <c:pt idx="60489">
                  <c:v>45418.427083333343</c:v>
                </c:pt>
                <c:pt idx="60490">
                  <c:v>45418.429166666669</c:v>
                </c:pt>
                <c:pt idx="60491">
                  <c:v>45418.484027777777</c:v>
                </c:pt>
                <c:pt idx="60492">
                  <c:v>45418.054166666669</c:v>
                </c:pt>
                <c:pt idx="60493">
                  <c:v>45418.53402777778</c:v>
                </c:pt>
                <c:pt idx="60494">
                  <c:v>45417.627083333333</c:v>
                </c:pt>
                <c:pt idx="60495">
                  <c:v>45417.623611111107</c:v>
                </c:pt>
                <c:pt idx="60496">
                  <c:v>45417.013888888891</c:v>
                </c:pt>
                <c:pt idx="60497">
                  <c:v>45417.036111111112</c:v>
                </c:pt>
                <c:pt idx="60498">
                  <c:v>45417.152777777781</c:v>
                </c:pt>
                <c:pt idx="60499">
                  <c:v>45417.214583333327</c:v>
                </c:pt>
                <c:pt idx="60500">
                  <c:v>45417.279861111107</c:v>
                </c:pt>
                <c:pt idx="60501">
                  <c:v>45417.37777777778</c:v>
                </c:pt>
                <c:pt idx="60502">
                  <c:v>45417.413194444453</c:v>
                </c:pt>
                <c:pt idx="60503">
                  <c:v>45417.447916666657</c:v>
                </c:pt>
                <c:pt idx="60504">
                  <c:v>45417.463888888888</c:v>
                </c:pt>
                <c:pt idx="60505">
                  <c:v>45417.475694444453</c:v>
                </c:pt>
                <c:pt idx="60506">
                  <c:v>45417.481249999997</c:v>
                </c:pt>
                <c:pt idx="60507">
                  <c:v>45417.487500000003</c:v>
                </c:pt>
                <c:pt idx="60508">
                  <c:v>45417.500694444447</c:v>
                </c:pt>
                <c:pt idx="60509">
                  <c:v>45417.625694444447</c:v>
                </c:pt>
                <c:pt idx="60510">
                  <c:v>45417.502083333333</c:v>
                </c:pt>
                <c:pt idx="60511">
                  <c:v>45417.508333333331</c:v>
                </c:pt>
                <c:pt idx="60512">
                  <c:v>45417.510416666657</c:v>
                </c:pt>
                <c:pt idx="60513">
                  <c:v>45417.520138888889</c:v>
                </c:pt>
                <c:pt idx="60514">
                  <c:v>45417.525000000001</c:v>
                </c:pt>
                <c:pt idx="60515">
                  <c:v>45417.526388888888</c:v>
                </c:pt>
                <c:pt idx="60516">
                  <c:v>45417.54791666667</c:v>
                </c:pt>
                <c:pt idx="60517">
                  <c:v>45417.552083333343</c:v>
                </c:pt>
                <c:pt idx="60518">
                  <c:v>45417.567361111112</c:v>
                </c:pt>
                <c:pt idx="60519">
                  <c:v>45417.579861111109</c:v>
                </c:pt>
                <c:pt idx="60520">
                  <c:v>45417.587500000001</c:v>
                </c:pt>
                <c:pt idx="60521">
                  <c:v>45417.599305555559</c:v>
                </c:pt>
                <c:pt idx="60522">
                  <c:v>45417.62222222222</c:v>
                </c:pt>
                <c:pt idx="60523">
                  <c:v>45417.622916666667</c:v>
                </c:pt>
                <c:pt idx="60524">
                  <c:v>45417.504861111112</c:v>
                </c:pt>
                <c:pt idx="60525">
                  <c:v>45418.538888888892</c:v>
                </c:pt>
                <c:pt idx="60526">
                  <c:v>45418.542361111111</c:v>
                </c:pt>
                <c:pt idx="60527">
                  <c:v>45418.543055555558</c:v>
                </c:pt>
                <c:pt idx="60528">
                  <c:v>45418.890277777777</c:v>
                </c:pt>
                <c:pt idx="60529">
                  <c:v>45418.928472222222</c:v>
                </c:pt>
                <c:pt idx="60530">
                  <c:v>45418.962500000001</c:v>
                </c:pt>
                <c:pt idx="60531">
                  <c:v>45418.977777777778</c:v>
                </c:pt>
                <c:pt idx="60532">
                  <c:v>45419.020138888889</c:v>
                </c:pt>
                <c:pt idx="60533">
                  <c:v>45419.170138888891</c:v>
                </c:pt>
                <c:pt idx="60534">
                  <c:v>45419.309027777781</c:v>
                </c:pt>
                <c:pt idx="60535">
                  <c:v>45419.314583333333</c:v>
                </c:pt>
                <c:pt idx="60536">
                  <c:v>45419.317361111112</c:v>
                </c:pt>
                <c:pt idx="60537">
                  <c:v>45419.321527777778</c:v>
                </c:pt>
                <c:pt idx="60538">
                  <c:v>45419.354166666657</c:v>
                </c:pt>
                <c:pt idx="60539">
                  <c:v>45419.374305555553</c:v>
                </c:pt>
                <c:pt idx="60540">
                  <c:v>45419.429166666669</c:v>
                </c:pt>
                <c:pt idx="60541">
                  <c:v>45418.875</c:v>
                </c:pt>
                <c:pt idx="60542">
                  <c:v>45419.429861111108</c:v>
                </c:pt>
                <c:pt idx="60543">
                  <c:v>45553.815972222219</c:v>
                </c:pt>
                <c:pt idx="60544">
                  <c:v>45419.467361111107</c:v>
                </c:pt>
                <c:pt idx="60545">
                  <c:v>45419.474999999999</c:v>
                </c:pt>
                <c:pt idx="60546">
                  <c:v>45419.484027777777</c:v>
                </c:pt>
                <c:pt idx="60547">
                  <c:v>45419.489583333343</c:v>
                </c:pt>
                <c:pt idx="60548">
                  <c:v>45419.490972222222</c:v>
                </c:pt>
                <c:pt idx="60549">
                  <c:v>45419.542361111111</c:v>
                </c:pt>
                <c:pt idx="60550">
                  <c:v>45419.59375</c:v>
                </c:pt>
                <c:pt idx="60551">
                  <c:v>45419.606249999997</c:v>
                </c:pt>
                <c:pt idx="60552">
                  <c:v>45419.606944444437</c:v>
                </c:pt>
                <c:pt idx="60553">
                  <c:v>45419.637499999997</c:v>
                </c:pt>
                <c:pt idx="60554">
                  <c:v>45419.67083333333</c:v>
                </c:pt>
                <c:pt idx="60555">
                  <c:v>45419.679861111108</c:v>
                </c:pt>
                <c:pt idx="60556">
                  <c:v>45419.449305555558</c:v>
                </c:pt>
                <c:pt idx="60557">
                  <c:v>45418.838888888888</c:v>
                </c:pt>
                <c:pt idx="60558">
                  <c:v>45418.838888888888</c:v>
                </c:pt>
                <c:pt idx="60559">
                  <c:v>45418.817361111112</c:v>
                </c:pt>
                <c:pt idx="60560">
                  <c:v>45418.555555555547</c:v>
                </c:pt>
                <c:pt idx="60561">
                  <c:v>45418.564583333333</c:v>
                </c:pt>
                <c:pt idx="60562">
                  <c:v>45418.584722222222</c:v>
                </c:pt>
                <c:pt idx="60563">
                  <c:v>45418.598611111112</c:v>
                </c:pt>
                <c:pt idx="60564">
                  <c:v>45418.60833333333</c:v>
                </c:pt>
                <c:pt idx="60565">
                  <c:v>45418.629861111112</c:v>
                </c:pt>
                <c:pt idx="60566">
                  <c:v>45418.654166666667</c:v>
                </c:pt>
                <c:pt idx="60567">
                  <c:v>45418.667361111111</c:v>
                </c:pt>
                <c:pt idx="60568">
                  <c:v>45418.669444444437</c:v>
                </c:pt>
                <c:pt idx="60569">
                  <c:v>45418.675000000003</c:v>
                </c:pt>
                <c:pt idx="60570">
                  <c:v>45418.677083333343</c:v>
                </c:pt>
                <c:pt idx="60571">
                  <c:v>45418.703472222223</c:v>
                </c:pt>
                <c:pt idx="60572">
                  <c:v>45418.711111111108</c:v>
                </c:pt>
                <c:pt idx="60573">
                  <c:v>45418.715277777781</c:v>
                </c:pt>
                <c:pt idx="60574">
                  <c:v>45418.720833333333</c:v>
                </c:pt>
                <c:pt idx="60575">
                  <c:v>45418.722916666673</c:v>
                </c:pt>
                <c:pt idx="60576">
                  <c:v>45418.740972222222</c:v>
                </c:pt>
                <c:pt idx="60577">
                  <c:v>45418.745833333327</c:v>
                </c:pt>
                <c:pt idx="60578">
                  <c:v>45418.748611111107</c:v>
                </c:pt>
                <c:pt idx="60579">
                  <c:v>45418.751388888893</c:v>
                </c:pt>
                <c:pt idx="60580">
                  <c:v>45418.761805555558</c:v>
                </c:pt>
                <c:pt idx="60581">
                  <c:v>45418.761805555558</c:v>
                </c:pt>
                <c:pt idx="60582">
                  <c:v>45418.763194444437</c:v>
                </c:pt>
                <c:pt idx="60583">
                  <c:v>45418.770833333343</c:v>
                </c:pt>
                <c:pt idx="60584">
                  <c:v>45418.777083333327</c:v>
                </c:pt>
                <c:pt idx="60585">
                  <c:v>45418.780555555553</c:v>
                </c:pt>
                <c:pt idx="60586">
                  <c:v>45418.803472222222</c:v>
                </c:pt>
                <c:pt idx="60587">
                  <c:v>45418.803472222222</c:v>
                </c:pt>
                <c:pt idx="60588">
                  <c:v>45418.806944444441</c:v>
                </c:pt>
                <c:pt idx="60589">
                  <c:v>45417.012499999997</c:v>
                </c:pt>
                <c:pt idx="60590">
                  <c:v>45416.953472222223</c:v>
                </c:pt>
                <c:pt idx="60591">
                  <c:v>45416.90347222222</c:v>
                </c:pt>
                <c:pt idx="60592">
                  <c:v>45416.877083333333</c:v>
                </c:pt>
                <c:pt idx="60593">
                  <c:v>45414.802777777782</c:v>
                </c:pt>
                <c:pt idx="60594">
                  <c:v>45414.804166666669</c:v>
                </c:pt>
                <c:pt idx="60595">
                  <c:v>45414.809027777781</c:v>
                </c:pt>
                <c:pt idx="60596">
                  <c:v>45414.810416666667</c:v>
                </c:pt>
                <c:pt idx="60597">
                  <c:v>45414.863888888889</c:v>
                </c:pt>
                <c:pt idx="60598">
                  <c:v>45414.868055555547</c:v>
                </c:pt>
                <c:pt idx="60599">
                  <c:v>45414.871527777781</c:v>
                </c:pt>
                <c:pt idx="60600">
                  <c:v>45414.897222222222</c:v>
                </c:pt>
                <c:pt idx="60601">
                  <c:v>45414.9</c:v>
                </c:pt>
                <c:pt idx="60602">
                  <c:v>45414.901388888888</c:v>
                </c:pt>
                <c:pt idx="60603">
                  <c:v>45414.914583333331</c:v>
                </c:pt>
                <c:pt idx="60604">
                  <c:v>45414.945833333331</c:v>
                </c:pt>
                <c:pt idx="60605">
                  <c:v>45414.950694444437</c:v>
                </c:pt>
                <c:pt idx="60606">
                  <c:v>45414.79583333333</c:v>
                </c:pt>
                <c:pt idx="60607">
                  <c:v>45414.988194444442</c:v>
                </c:pt>
                <c:pt idx="60608">
                  <c:v>45415.103472222218</c:v>
                </c:pt>
                <c:pt idx="60609">
                  <c:v>45415.145833333343</c:v>
                </c:pt>
                <c:pt idx="60610">
                  <c:v>45415.306250000001</c:v>
                </c:pt>
                <c:pt idx="60611">
                  <c:v>45415.332638888889</c:v>
                </c:pt>
                <c:pt idx="60612">
                  <c:v>45415.363888888889</c:v>
                </c:pt>
                <c:pt idx="60613">
                  <c:v>45415.375694444447</c:v>
                </c:pt>
                <c:pt idx="60614">
                  <c:v>45415.386805555558</c:v>
                </c:pt>
                <c:pt idx="60615">
                  <c:v>45415.407638888893</c:v>
                </c:pt>
                <c:pt idx="60616">
                  <c:v>45415.413888888892</c:v>
                </c:pt>
                <c:pt idx="60617">
                  <c:v>45415.425694444442</c:v>
                </c:pt>
                <c:pt idx="60618">
                  <c:v>45415.427777777782</c:v>
                </c:pt>
                <c:pt idx="60619">
                  <c:v>45415.440972222219</c:v>
                </c:pt>
                <c:pt idx="60620">
                  <c:v>45415.447222222218</c:v>
                </c:pt>
                <c:pt idx="60621">
                  <c:v>45415.004166666673</c:v>
                </c:pt>
                <c:pt idx="60622">
                  <c:v>45414.79583333333</c:v>
                </c:pt>
                <c:pt idx="60623">
                  <c:v>45414.770833333343</c:v>
                </c:pt>
                <c:pt idx="60624">
                  <c:v>45414.768750000003</c:v>
                </c:pt>
                <c:pt idx="60625">
                  <c:v>45414.394444444442</c:v>
                </c:pt>
                <c:pt idx="60626">
                  <c:v>45414.402083333327</c:v>
                </c:pt>
                <c:pt idx="60627">
                  <c:v>45414.404166666667</c:v>
                </c:pt>
                <c:pt idx="60628">
                  <c:v>45414.409722222219</c:v>
                </c:pt>
                <c:pt idx="60629">
                  <c:v>45414.409722222219</c:v>
                </c:pt>
                <c:pt idx="60630">
                  <c:v>45414.42083333333</c:v>
                </c:pt>
                <c:pt idx="60631">
                  <c:v>45414.421527777777</c:v>
                </c:pt>
                <c:pt idx="60632">
                  <c:v>45414.438888888893</c:v>
                </c:pt>
                <c:pt idx="60633">
                  <c:v>45414.490277777782</c:v>
                </c:pt>
                <c:pt idx="60634">
                  <c:v>45414.493055555547</c:v>
                </c:pt>
                <c:pt idx="60635">
                  <c:v>45414.496527777781</c:v>
                </c:pt>
                <c:pt idx="60636">
                  <c:v>45414.509722222218</c:v>
                </c:pt>
                <c:pt idx="60637">
                  <c:v>45414.513194444437</c:v>
                </c:pt>
                <c:pt idx="60638">
                  <c:v>45414.535416666673</c:v>
                </c:pt>
                <c:pt idx="60639">
                  <c:v>45414.536805555559</c:v>
                </c:pt>
                <c:pt idx="60640">
                  <c:v>45414.55</c:v>
                </c:pt>
                <c:pt idx="60641">
                  <c:v>45414.556944444441</c:v>
                </c:pt>
                <c:pt idx="60642">
                  <c:v>45414.632638888892</c:v>
                </c:pt>
                <c:pt idx="60643">
                  <c:v>45414.635416666657</c:v>
                </c:pt>
                <c:pt idx="60644">
                  <c:v>45414.646527777782</c:v>
                </c:pt>
                <c:pt idx="60645">
                  <c:v>45414.662499999999</c:v>
                </c:pt>
                <c:pt idx="60646">
                  <c:v>45414.667361111111</c:v>
                </c:pt>
                <c:pt idx="60647">
                  <c:v>45414.711111111108</c:v>
                </c:pt>
                <c:pt idx="60648">
                  <c:v>45414.714583333327</c:v>
                </c:pt>
                <c:pt idx="60649">
                  <c:v>45414.716666666667</c:v>
                </c:pt>
                <c:pt idx="60650">
                  <c:v>45414.722222222219</c:v>
                </c:pt>
                <c:pt idx="60651">
                  <c:v>45414.743750000001</c:v>
                </c:pt>
                <c:pt idx="60652">
                  <c:v>45414.75277777778</c:v>
                </c:pt>
                <c:pt idx="60653">
                  <c:v>45414.759722222218</c:v>
                </c:pt>
                <c:pt idx="60654">
                  <c:v>45415.456944444442</c:v>
                </c:pt>
                <c:pt idx="60655">
                  <c:v>45414.374305555553</c:v>
                </c:pt>
                <c:pt idx="60656">
                  <c:v>45415.472916666673</c:v>
                </c:pt>
                <c:pt idx="60657">
                  <c:v>45415.489583333343</c:v>
                </c:pt>
                <c:pt idx="60658">
                  <c:v>45416.302777777782</c:v>
                </c:pt>
                <c:pt idx="60659">
                  <c:v>45416.328472222223</c:v>
                </c:pt>
                <c:pt idx="60660">
                  <c:v>45416.356249999997</c:v>
                </c:pt>
                <c:pt idx="60661">
                  <c:v>45416.362500000003</c:v>
                </c:pt>
                <c:pt idx="60662">
                  <c:v>45416.40347222222</c:v>
                </c:pt>
                <c:pt idx="60663">
                  <c:v>45416.447222222218</c:v>
                </c:pt>
                <c:pt idx="60664">
                  <c:v>45416.464583333327</c:v>
                </c:pt>
                <c:pt idx="60665">
                  <c:v>45416.494444444441</c:v>
                </c:pt>
                <c:pt idx="60666">
                  <c:v>45416.508333333331</c:v>
                </c:pt>
                <c:pt idx="60667">
                  <c:v>45416.519444444442</c:v>
                </c:pt>
                <c:pt idx="60668">
                  <c:v>45416.533333333333</c:v>
                </c:pt>
                <c:pt idx="60669">
                  <c:v>45416.546527777777</c:v>
                </c:pt>
                <c:pt idx="60670">
                  <c:v>45416.547222222223</c:v>
                </c:pt>
                <c:pt idx="60671">
                  <c:v>45416.018055555563</c:v>
                </c:pt>
                <c:pt idx="60672">
                  <c:v>45416.54791666667</c:v>
                </c:pt>
                <c:pt idx="60673">
                  <c:v>45416.553472222222</c:v>
                </c:pt>
                <c:pt idx="60674">
                  <c:v>45416.59097222222</c:v>
                </c:pt>
                <c:pt idx="60675">
                  <c:v>45416.667361111111</c:v>
                </c:pt>
                <c:pt idx="60676">
                  <c:v>45416.686111111107</c:v>
                </c:pt>
                <c:pt idx="60677">
                  <c:v>45416.70416666667</c:v>
                </c:pt>
                <c:pt idx="60678">
                  <c:v>45416.745138888888</c:v>
                </c:pt>
                <c:pt idx="60679">
                  <c:v>45416.747916666667</c:v>
                </c:pt>
                <c:pt idx="60680">
                  <c:v>45416.775000000001</c:v>
                </c:pt>
                <c:pt idx="60681">
                  <c:v>45416.77847222222</c:v>
                </c:pt>
                <c:pt idx="60682">
                  <c:v>45416.780555555553</c:v>
                </c:pt>
                <c:pt idx="60683">
                  <c:v>45416.791666666657</c:v>
                </c:pt>
                <c:pt idx="60684">
                  <c:v>45416.820138888892</c:v>
                </c:pt>
                <c:pt idx="60685">
                  <c:v>45416.831250000003</c:v>
                </c:pt>
                <c:pt idx="60686">
                  <c:v>45416.552777777782</c:v>
                </c:pt>
                <c:pt idx="60687">
                  <c:v>45415.989583333343</c:v>
                </c:pt>
                <c:pt idx="60688">
                  <c:v>45415.956944444442</c:v>
                </c:pt>
                <c:pt idx="60689">
                  <c:v>45415.894444444442</c:v>
                </c:pt>
                <c:pt idx="60690">
                  <c:v>45415.493055555547</c:v>
                </c:pt>
                <c:pt idx="60691">
                  <c:v>45415.493750000001</c:v>
                </c:pt>
                <c:pt idx="60692">
                  <c:v>45415.540277777778</c:v>
                </c:pt>
                <c:pt idx="60693">
                  <c:v>45415.553472222222</c:v>
                </c:pt>
                <c:pt idx="60694">
                  <c:v>45415.560416666667</c:v>
                </c:pt>
                <c:pt idx="60695">
                  <c:v>45415.59375</c:v>
                </c:pt>
                <c:pt idx="60696">
                  <c:v>45415.629861111112</c:v>
                </c:pt>
                <c:pt idx="60697">
                  <c:v>45415.65</c:v>
                </c:pt>
                <c:pt idx="60698">
                  <c:v>45415.677083333343</c:v>
                </c:pt>
                <c:pt idx="60699">
                  <c:v>45415.71597222222</c:v>
                </c:pt>
                <c:pt idx="60700">
                  <c:v>45415.729861111111</c:v>
                </c:pt>
                <c:pt idx="60701">
                  <c:v>45415.73541666667</c:v>
                </c:pt>
                <c:pt idx="60702">
                  <c:v>45415.75</c:v>
                </c:pt>
                <c:pt idx="60703">
                  <c:v>45415.760416666657</c:v>
                </c:pt>
                <c:pt idx="60704">
                  <c:v>45415.762499999997</c:v>
                </c:pt>
                <c:pt idx="60705">
                  <c:v>45415.762499999997</c:v>
                </c:pt>
                <c:pt idx="60706">
                  <c:v>45415.76458333333</c:v>
                </c:pt>
                <c:pt idx="60707">
                  <c:v>45415.777777777781</c:v>
                </c:pt>
                <c:pt idx="60708">
                  <c:v>45415.779861111107</c:v>
                </c:pt>
                <c:pt idx="60709">
                  <c:v>45415.781944444447</c:v>
                </c:pt>
                <c:pt idx="60710">
                  <c:v>45415.788888888892</c:v>
                </c:pt>
                <c:pt idx="60711">
                  <c:v>45415.790277777778</c:v>
                </c:pt>
                <c:pt idx="60712">
                  <c:v>45415.794444444437</c:v>
                </c:pt>
                <c:pt idx="60713">
                  <c:v>45415.809027777781</c:v>
                </c:pt>
                <c:pt idx="60714">
                  <c:v>45415.821527777778</c:v>
                </c:pt>
                <c:pt idx="60715">
                  <c:v>45415.859027777777</c:v>
                </c:pt>
                <c:pt idx="60716">
                  <c:v>45415.870833333327</c:v>
                </c:pt>
                <c:pt idx="60717">
                  <c:v>45415.87222222222</c:v>
                </c:pt>
                <c:pt idx="60718">
                  <c:v>45415.886111111111</c:v>
                </c:pt>
                <c:pt idx="60719">
                  <c:v>45415.481944444437</c:v>
                </c:pt>
                <c:pt idx="60720">
                  <c:v>45430.790972222218</c:v>
                </c:pt>
                <c:pt idx="60721">
                  <c:v>45430.809027777781</c:v>
                </c:pt>
                <c:pt idx="60722">
                  <c:v>45430.822916666657</c:v>
                </c:pt>
                <c:pt idx="60723">
                  <c:v>45442.383333333331</c:v>
                </c:pt>
                <c:pt idx="60724">
                  <c:v>45442.387499999997</c:v>
                </c:pt>
                <c:pt idx="60725">
                  <c:v>45442.416666666657</c:v>
                </c:pt>
                <c:pt idx="60726">
                  <c:v>45442.420138888891</c:v>
                </c:pt>
                <c:pt idx="60727">
                  <c:v>45442.434027777781</c:v>
                </c:pt>
                <c:pt idx="60728">
                  <c:v>45442.440972222219</c:v>
                </c:pt>
                <c:pt idx="60729">
                  <c:v>45442.452777777777</c:v>
                </c:pt>
                <c:pt idx="60730">
                  <c:v>45442.454861111109</c:v>
                </c:pt>
                <c:pt idx="60731">
                  <c:v>45442.507638888892</c:v>
                </c:pt>
                <c:pt idx="60732">
                  <c:v>45442.54791666667</c:v>
                </c:pt>
                <c:pt idx="60733">
                  <c:v>45442.606944444437</c:v>
                </c:pt>
                <c:pt idx="60734">
                  <c:v>45442.614583333343</c:v>
                </c:pt>
                <c:pt idx="60735">
                  <c:v>45442.618055555547</c:v>
                </c:pt>
                <c:pt idx="60736">
                  <c:v>45442.377083333333</c:v>
                </c:pt>
                <c:pt idx="60737">
                  <c:v>45442.627083333333</c:v>
                </c:pt>
                <c:pt idx="60738">
                  <c:v>45442.655555555553</c:v>
                </c:pt>
                <c:pt idx="60739">
                  <c:v>45442.6875</c:v>
                </c:pt>
                <c:pt idx="60740">
                  <c:v>45442.690972222219</c:v>
                </c:pt>
                <c:pt idx="60741">
                  <c:v>45442.693055555559</c:v>
                </c:pt>
                <c:pt idx="60742">
                  <c:v>45442.706944444442</c:v>
                </c:pt>
                <c:pt idx="60743">
                  <c:v>45442.713194444441</c:v>
                </c:pt>
                <c:pt idx="60744">
                  <c:v>45442.713194444441</c:v>
                </c:pt>
                <c:pt idx="60745">
                  <c:v>45442.746527777781</c:v>
                </c:pt>
                <c:pt idx="60746">
                  <c:v>45442.749305555553</c:v>
                </c:pt>
                <c:pt idx="60747">
                  <c:v>45442.761805555558</c:v>
                </c:pt>
                <c:pt idx="60748">
                  <c:v>45442.773611111108</c:v>
                </c:pt>
                <c:pt idx="60749">
                  <c:v>45442.791666666657</c:v>
                </c:pt>
                <c:pt idx="60750">
                  <c:v>45442.821527777778</c:v>
                </c:pt>
                <c:pt idx="60751">
                  <c:v>45442.654861111107</c:v>
                </c:pt>
                <c:pt idx="60752">
                  <c:v>45442.842361111107</c:v>
                </c:pt>
                <c:pt idx="60753">
                  <c:v>45442.370833333327</c:v>
                </c:pt>
                <c:pt idx="60754">
                  <c:v>45442.355555555558</c:v>
                </c:pt>
                <c:pt idx="60755">
                  <c:v>45441.74722222222</c:v>
                </c:pt>
                <c:pt idx="60756">
                  <c:v>45441.752083333333</c:v>
                </c:pt>
                <c:pt idx="60757">
                  <c:v>45441.75277777778</c:v>
                </c:pt>
                <c:pt idx="60758">
                  <c:v>45441.756944444453</c:v>
                </c:pt>
                <c:pt idx="60759">
                  <c:v>45441.758333333331</c:v>
                </c:pt>
                <c:pt idx="60760">
                  <c:v>45441.763888888891</c:v>
                </c:pt>
                <c:pt idx="60761">
                  <c:v>45441.772916666669</c:v>
                </c:pt>
                <c:pt idx="60762">
                  <c:v>45441.776388888888</c:v>
                </c:pt>
                <c:pt idx="60763">
                  <c:v>45441.78125</c:v>
                </c:pt>
                <c:pt idx="60764">
                  <c:v>45441.804861111108</c:v>
                </c:pt>
                <c:pt idx="60765">
                  <c:v>45441.814583333333</c:v>
                </c:pt>
                <c:pt idx="60766">
                  <c:v>45441.81527777778</c:v>
                </c:pt>
                <c:pt idx="60767">
                  <c:v>45441.818749999999</c:v>
                </c:pt>
                <c:pt idx="60768">
                  <c:v>45442.359027777777</c:v>
                </c:pt>
                <c:pt idx="60769">
                  <c:v>45441.821527777778</c:v>
                </c:pt>
                <c:pt idx="60770">
                  <c:v>45441.852777777778</c:v>
                </c:pt>
                <c:pt idx="60771">
                  <c:v>45441.898611111108</c:v>
                </c:pt>
                <c:pt idx="60772">
                  <c:v>45441.936111111107</c:v>
                </c:pt>
                <c:pt idx="60773">
                  <c:v>45441.940972222219</c:v>
                </c:pt>
                <c:pt idx="60774">
                  <c:v>45441.952777777777</c:v>
                </c:pt>
                <c:pt idx="60775">
                  <c:v>45441.961111111108</c:v>
                </c:pt>
                <c:pt idx="60776">
                  <c:v>45441.963194444441</c:v>
                </c:pt>
                <c:pt idx="60777">
                  <c:v>45442.019444444442</c:v>
                </c:pt>
                <c:pt idx="60778">
                  <c:v>45442.086805555547</c:v>
                </c:pt>
                <c:pt idx="60779">
                  <c:v>45442.09652777778</c:v>
                </c:pt>
                <c:pt idx="60780">
                  <c:v>45442.283333333333</c:v>
                </c:pt>
                <c:pt idx="60781">
                  <c:v>45442.319444444453</c:v>
                </c:pt>
                <c:pt idx="60782">
                  <c:v>45442.324305555558</c:v>
                </c:pt>
                <c:pt idx="60783">
                  <c:v>45441.84375</c:v>
                </c:pt>
                <c:pt idx="60784">
                  <c:v>45442.854166666657</c:v>
                </c:pt>
                <c:pt idx="60785">
                  <c:v>45442.864583333343</c:v>
                </c:pt>
                <c:pt idx="60786">
                  <c:v>45442.881249999999</c:v>
                </c:pt>
                <c:pt idx="60787">
                  <c:v>45443.654166666667</c:v>
                </c:pt>
                <c:pt idx="60788">
                  <c:v>45443.662499999999</c:v>
                </c:pt>
                <c:pt idx="60789">
                  <c:v>45443.678472222222</c:v>
                </c:pt>
                <c:pt idx="60790">
                  <c:v>45443.712500000001</c:v>
                </c:pt>
                <c:pt idx="60791">
                  <c:v>45443.718055555553</c:v>
                </c:pt>
                <c:pt idx="60792">
                  <c:v>45443.725694444453</c:v>
                </c:pt>
                <c:pt idx="60793">
                  <c:v>45443.725694444453</c:v>
                </c:pt>
                <c:pt idx="60794">
                  <c:v>45443.736805555563</c:v>
                </c:pt>
                <c:pt idx="60795">
                  <c:v>45443.738888888889</c:v>
                </c:pt>
                <c:pt idx="60796">
                  <c:v>45443.738888888889</c:v>
                </c:pt>
                <c:pt idx="60797">
                  <c:v>45443.759722222218</c:v>
                </c:pt>
                <c:pt idx="60798">
                  <c:v>45443.775000000001</c:v>
                </c:pt>
                <c:pt idx="60799">
                  <c:v>45443.77847222222</c:v>
                </c:pt>
                <c:pt idx="60800">
                  <c:v>45443.644444444442</c:v>
                </c:pt>
                <c:pt idx="60801">
                  <c:v>45443.785416666673</c:v>
                </c:pt>
                <c:pt idx="60802">
                  <c:v>45443.804861111108</c:v>
                </c:pt>
                <c:pt idx="60803">
                  <c:v>45443.821527777778</c:v>
                </c:pt>
                <c:pt idx="60804">
                  <c:v>45443.823611111111</c:v>
                </c:pt>
                <c:pt idx="60805">
                  <c:v>45443.823611111111</c:v>
                </c:pt>
                <c:pt idx="60806">
                  <c:v>45443.829861111109</c:v>
                </c:pt>
                <c:pt idx="60807">
                  <c:v>45443.9</c:v>
                </c:pt>
                <c:pt idx="60808">
                  <c:v>45443.938888888893</c:v>
                </c:pt>
                <c:pt idx="60809">
                  <c:v>45443.945833333331</c:v>
                </c:pt>
                <c:pt idx="60810">
                  <c:v>45443.950694444437</c:v>
                </c:pt>
                <c:pt idx="60811">
                  <c:v>45443.975694444453</c:v>
                </c:pt>
                <c:pt idx="60812">
                  <c:v>45443.989583333343</c:v>
                </c:pt>
                <c:pt idx="60813">
                  <c:v>45444.023611111108</c:v>
                </c:pt>
                <c:pt idx="60814">
                  <c:v>45444.039583333331</c:v>
                </c:pt>
                <c:pt idx="60815">
                  <c:v>45443.804861111108</c:v>
                </c:pt>
                <c:pt idx="60816">
                  <c:v>45443.602083333331</c:v>
                </c:pt>
                <c:pt idx="60817">
                  <c:v>45443.600694444453</c:v>
                </c:pt>
                <c:pt idx="60818">
                  <c:v>45443.599305555559</c:v>
                </c:pt>
                <c:pt idx="60819">
                  <c:v>45442.895138888889</c:v>
                </c:pt>
                <c:pt idx="60820">
                  <c:v>45442.896527777782</c:v>
                </c:pt>
                <c:pt idx="60821">
                  <c:v>45442.902777777781</c:v>
                </c:pt>
                <c:pt idx="60822">
                  <c:v>45442.919444444437</c:v>
                </c:pt>
                <c:pt idx="60823">
                  <c:v>45442.930555555547</c:v>
                </c:pt>
                <c:pt idx="60824">
                  <c:v>45442.94027777778</c:v>
                </c:pt>
                <c:pt idx="60825">
                  <c:v>45442.977083333331</c:v>
                </c:pt>
                <c:pt idx="60826">
                  <c:v>45443.008333333331</c:v>
                </c:pt>
                <c:pt idx="60827">
                  <c:v>45443.029861111107</c:v>
                </c:pt>
                <c:pt idx="60828">
                  <c:v>45443.046527777777</c:v>
                </c:pt>
                <c:pt idx="60829">
                  <c:v>45443.063194444447</c:v>
                </c:pt>
                <c:pt idx="60830">
                  <c:v>45443.24722222222</c:v>
                </c:pt>
                <c:pt idx="60831">
                  <c:v>45443.254861111112</c:v>
                </c:pt>
                <c:pt idx="60832">
                  <c:v>45443.261805555558</c:v>
                </c:pt>
                <c:pt idx="60833">
                  <c:v>45443.316666666673</c:v>
                </c:pt>
                <c:pt idx="60834">
                  <c:v>45443.354861111111</c:v>
                </c:pt>
                <c:pt idx="60835">
                  <c:v>45443.37222222222</c:v>
                </c:pt>
                <c:pt idx="60836">
                  <c:v>45443.373611111107</c:v>
                </c:pt>
                <c:pt idx="60837">
                  <c:v>45443.378472222219</c:v>
                </c:pt>
                <c:pt idx="60838">
                  <c:v>45443.378472222219</c:v>
                </c:pt>
                <c:pt idx="60839">
                  <c:v>45443.402777777781</c:v>
                </c:pt>
                <c:pt idx="60840">
                  <c:v>45443.470833333333</c:v>
                </c:pt>
                <c:pt idx="60841">
                  <c:v>45443.475694444453</c:v>
                </c:pt>
                <c:pt idx="60842">
                  <c:v>45443.511111111111</c:v>
                </c:pt>
                <c:pt idx="60843">
                  <c:v>45443.537499999999</c:v>
                </c:pt>
                <c:pt idx="60844">
                  <c:v>45443.538888888892</c:v>
                </c:pt>
                <c:pt idx="60845">
                  <c:v>45443.547222222223</c:v>
                </c:pt>
                <c:pt idx="60846">
                  <c:v>45443.570833333331</c:v>
                </c:pt>
                <c:pt idx="60847">
                  <c:v>45443.572222222218</c:v>
                </c:pt>
                <c:pt idx="60848">
                  <c:v>45441.745833333327</c:v>
                </c:pt>
                <c:pt idx="60849">
                  <c:v>45441.743750000001</c:v>
                </c:pt>
                <c:pt idx="60850">
                  <c:v>45441.738888888889</c:v>
                </c:pt>
                <c:pt idx="60851">
                  <c:v>45441.715277777781</c:v>
                </c:pt>
                <c:pt idx="60852">
                  <c:v>45439.82916666667</c:v>
                </c:pt>
                <c:pt idx="60853">
                  <c:v>45439.844444444447</c:v>
                </c:pt>
                <c:pt idx="60854">
                  <c:v>45439.84652777778</c:v>
                </c:pt>
                <c:pt idx="60855">
                  <c:v>45439.847916666673</c:v>
                </c:pt>
                <c:pt idx="60856">
                  <c:v>45439.859027777777</c:v>
                </c:pt>
                <c:pt idx="60857">
                  <c:v>45439.870833333327</c:v>
                </c:pt>
                <c:pt idx="60858">
                  <c:v>45439.879861111112</c:v>
                </c:pt>
                <c:pt idx="60859">
                  <c:v>45439.879861111112</c:v>
                </c:pt>
                <c:pt idx="60860">
                  <c:v>45439.890972222223</c:v>
                </c:pt>
                <c:pt idx="60861">
                  <c:v>45439.9</c:v>
                </c:pt>
                <c:pt idx="60862">
                  <c:v>45439.900694444441</c:v>
                </c:pt>
                <c:pt idx="60863">
                  <c:v>45439.905555555553</c:v>
                </c:pt>
                <c:pt idx="60864">
                  <c:v>45439.907638888893</c:v>
                </c:pt>
                <c:pt idx="60865">
                  <c:v>45439.822916666657</c:v>
                </c:pt>
                <c:pt idx="60866">
                  <c:v>45439.935416666667</c:v>
                </c:pt>
                <c:pt idx="60867">
                  <c:v>45439.96875</c:v>
                </c:pt>
                <c:pt idx="60868">
                  <c:v>45440.026388888888</c:v>
                </c:pt>
                <c:pt idx="60869">
                  <c:v>45440.049305555563</c:v>
                </c:pt>
                <c:pt idx="60870">
                  <c:v>45440.175694444442</c:v>
                </c:pt>
                <c:pt idx="60871">
                  <c:v>45440.250694444447</c:v>
                </c:pt>
                <c:pt idx="60872">
                  <c:v>45440.284722222219</c:v>
                </c:pt>
                <c:pt idx="60873">
                  <c:v>45440.297222222223</c:v>
                </c:pt>
                <c:pt idx="60874">
                  <c:v>45440.344444444447</c:v>
                </c:pt>
                <c:pt idx="60875">
                  <c:v>45440.351388888892</c:v>
                </c:pt>
                <c:pt idx="60876">
                  <c:v>45440.361805555563</c:v>
                </c:pt>
                <c:pt idx="60877">
                  <c:v>45440.363194444442</c:v>
                </c:pt>
                <c:pt idx="60878">
                  <c:v>45440.388888888891</c:v>
                </c:pt>
                <c:pt idx="60879">
                  <c:v>45440.404861111107</c:v>
                </c:pt>
                <c:pt idx="60880">
                  <c:v>45439.941666666673</c:v>
                </c:pt>
                <c:pt idx="60881">
                  <c:v>45439.816666666673</c:v>
                </c:pt>
                <c:pt idx="60882">
                  <c:v>45439.803472222222</c:v>
                </c:pt>
                <c:pt idx="60883">
                  <c:v>45439.795138888891</c:v>
                </c:pt>
                <c:pt idx="60884">
                  <c:v>45439.555555555547</c:v>
                </c:pt>
                <c:pt idx="60885">
                  <c:v>45439.568055555559</c:v>
                </c:pt>
                <c:pt idx="60886">
                  <c:v>45439.570138888892</c:v>
                </c:pt>
                <c:pt idx="60887">
                  <c:v>45439.575694444437</c:v>
                </c:pt>
                <c:pt idx="60888">
                  <c:v>45439.579861111109</c:v>
                </c:pt>
                <c:pt idx="60889">
                  <c:v>45439.588194444441</c:v>
                </c:pt>
                <c:pt idx="60890">
                  <c:v>45439.588888888888</c:v>
                </c:pt>
                <c:pt idx="60891">
                  <c:v>45439.595833333333</c:v>
                </c:pt>
                <c:pt idx="60892">
                  <c:v>45439.604861111111</c:v>
                </c:pt>
                <c:pt idx="60893">
                  <c:v>45439.609722222223</c:v>
                </c:pt>
                <c:pt idx="60894">
                  <c:v>45439.618055555547</c:v>
                </c:pt>
                <c:pt idx="60895">
                  <c:v>45439.620833333327</c:v>
                </c:pt>
                <c:pt idx="60896">
                  <c:v>45439.632638888892</c:v>
                </c:pt>
                <c:pt idx="60897">
                  <c:v>45439.638194444437</c:v>
                </c:pt>
                <c:pt idx="60898">
                  <c:v>45439.651388888888</c:v>
                </c:pt>
                <c:pt idx="60899">
                  <c:v>45439.662499999999</c:v>
                </c:pt>
                <c:pt idx="60900">
                  <c:v>45439.663194444453</c:v>
                </c:pt>
                <c:pt idx="60901">
                  <c:v>45439.671527777777</c:v>
                </c:pt>
                <c:pt idx="60902">
                  <c:v>45439.679166666669</c:v>
                </c:pt>
                <c:pt idx="60903">
                  <c:v>45439.693055555559</c:v>
                </c:pt>
                <c:pt idx="60904">
                  <c:v>45439.709027777782</c:v>
                </c:pt>
                <c:pt idx="60905">
                  <c:v>45439.730555555558</c:v>
                </c:pt>
                <c:pt idx="60906">
                  <c:v>45439.731944444437</c:v>
                </c:pt>
                <c:pt idx="60907">
                  <c:v>45439.741666666669</c:v>
                </c:pt>
                <c:pt idx="60908">
                  <c:v>45439.742361111108</c:v>
                </c:pt>
                <c:pt idx="60909">
                  <c:v>45439.75277777778</c:v>
                </c:pt>
                <c:pt idx="60910">
                  <c:v>45439.761805555558</c:v>
                </c:pt>
                <c:pt idx="60911">
                  <c:v>45439.762499999997</c:v>
                </c:pt>
                <c:pt idx="60912">
                  <c:v>45439.765972222223</c:v>
                </c:pt>
                <c:pt idx="60913">
                  <c:v>45440.40625</c:v>
                </c:pt>
                <c:pt idx="60914">
                  <c:v>45444.098611111112</c:v>
                </c:pt>
                <c:pt idx="60915">
                  <c:v>45440.440972222219</c:v>
                </c:pt>
                <c:pt idx="60916">
                  <c:v>45440.479166666657</c:v>
                </c:pt>
                <c:pt idx="60917">
                  <c:v>45441.029861111107</c:v>
                </c:pt>
                <c:pt idx="60918">
                  <c:v>45441.268055555563</c:v>
                </c:pt>
                <c:pt idx="60919">
                  <c:v>45441.270833333343</c:v>
                </c:pt>
                <c:pt idx="60920">
                  <c:v>45441.286111111112</c:v>
                </c:pt>
                <c:pt idx="60921">
                  <c:v>45441.332638888889</c:v>
                </c:pt>
                <c:pt idx="60922">
                  <c:v>45441.335416666669</c:v>
                </c:pt>
                <c:pt idx="60923">
                  <c:v>45441.335416666669</c:v>
                </c:pt>
                <c:pt idx="60924">
                  <c:v>45441.374305555553</c:v>
                </c:pt>
                <c:pt idx="60925">
                  <c:v>45441.376388888893</c:v>
                </c:pt>
                <c:pt idx="60926">
                  <c:v>45441.383333333331</c:v>
                </c:pt>
                <c:pt idx="60927">
                  <c:v>45441.40625</c:v>
                </c:pt>
                <c:pt idx="60928">
                  <c:v>45441.407638888893</c:v>
                </c:pt>
                <c:pt idx="60929">
                  <c:v>45441.447916666657</c:v>
                </c:pt>
                <c:pt idx="60930">
                  <c:v>45441.004166666673</c:v>
                </c:pt>
                <c:pt idx="60931">
                  <c:v>45441.512499999997</c:v>
                </c:pt>
                <c:pt idx="60932">
                  <c:v>45441.525694444441</c:v>
                </c:pt>
                <c:pt idx="60933">
                  <c:v>45441.52847222222</c:v>
                </c:pt>
                <c:pt idx="60934">
                  <c:v>45441.529166666667</c:v>
                </c:pt>
                <c:pt idx="60935">
                  <c:v>45441.529861111107</c:v>
                </c:pt>
                <c:pt idx="60936">
                  <c:v>45441.536111111112</c:v>
                </c:pt>
                <c:pt idx="60937">
                  <c:v>45441.539583333331</c:v>
                </c:pt>
                <c:pt idx="60938">
                  <c:v>45441.560416666667</c:v>
                </c:pt>
                <c:pt idx="60939">
                  <c:v>45441.580555555563</c:v>
                </c:pt>
                <c:pt idx="60940">
                  <c:v>45441.602083333331</c:v>
                </c:pt>
                <c:pt idx="60941">
                  <c:v>45441.609722222223</c:v>
                </c:pt>
                <c:pt idx="60942">
                  <c:v>45441.662499999999</c:v>
                </c:pt>
                <c:pt idx="60943">
                  <c:v>45441.668749999997</c:v>
                </c:pt>
                <c:pt idx="60944">
                  <c:v>45441.705555555563</c:v>
                </c:pt>
                <c:pt idx="60945">
                  <c:v>45441.525694444441</c:v>
                </c:pt>
                <c:pt idx="60946">
                  <c:v>45440.988194444442</c:v>
                </c:pt>
                <c:pt idx="60947">
                  <c:v>45440.975694444453</c:v>
                </c:pt>
                <c:pt idx="60948">
                  <c:v>45440.945833333331</c:v>
                </c:pt>
                <c:pt idx="60949">
                  <c:v>45440.479166666657</c:v>
                </c:pt>
                <c:pt idx="60950">
                  <c:v>45440.488194444442</c:v>
                </c:pt>
                <c:pt idx="60951">
                  <c:v>45440.506944444453</c:v>
                </c:pt>
                <c:pt idx="60952">
                  <c:v>45440.508333333331</c:v>
                </c:pt>
                <c:pt idx="60953">
                  <c:v>45440.524305555547</c:v>
                </c:pt>
                <c:pt idx="60954">
                  <c:v>45440.613194444442</c:v>
                </c:pt>
                <c:pt idx="60955">
                  <c:v>45440.629861111112</c:v>
                </c:pt>
                <c:pt idx="60956">
                  <c:v>45440.650694444441</c:v>
                </c:pt>
                <c:pt idx="60957">
                  <c:v>45440.69027777778</c:v>
                </c:pt>
                <c:pt idx="60958">
                  <c:v>45440.701388888891</c:v>
                </c:pt>
                <c:pt idx="60959">
                  <c:v>45440.717361111107</c:v>
                </c:pt>
                <c:pt idx="60960">
                  <c:v>45440.729166666657</c:v>
                </c:pt>
                <c:pt idx="60961">
                  <c:v>45440.740277777782</c:v>
                </c:pt>
                <c:pt idx="60962">
                  <c:v>45440.771527777782</c:v>
                </c:pt>
                <c:pt idx="60963">
                  <c:v>45440.786805555559</c:v>
                </c:pt>
                <c:pt idx="60964">
                  <c:v>45440.802083333343</c:v>
                </c:pt>
                <c:pt idx="60965">
                  <c:v>45440.820138888892</c:v>
                </c:pt>
                <c:pt idx="60966">
                  <c:v>45440.820833333331</c:v>
                </c:pt>
                <c:pt idx="60967">
                  <c:v>45440.821527777778</c:v>
                </c:pt>
                <c:pt idx="60968">
                  <c:v>45440.833333333343</c:v>
                </c:pt>
                <c:pt idx="60969">
                  <c:v>45440.847916666673</c:v>
                </c:pt>
                <c:pt idx="60970">
                  <c:v>45440.85</c:v>
                </c:pt>
                <c:pt idx="60971">
                  <c:v>45440.873611111107</c:v>
                </c:pt>
                <c:pt idx="60972">
                  <c:v>45440.887499999997</c:v>
                </c:pt>
                <c:pt idx="60973">
                  <c:v>45440.90625</c:v>
                </c:pt>
                <c:pt idx="60974">
                  <c:v>45440.911111111112</c:v>
                </c:pt>
                <c:pt idx="60975">
                  <c:v>45440.912499999999</c:v>
                </c:pt>
                <c:pt idx="60976">
                  <c:v>45440.918749999997</c:v>
                </c:pt>
                <c:pt idx="60977">
                  <c:v>45440.9375</c:v>
                </c:pt>
                <c:pt idx="60978">
                  <c:v>45440.461111111108</c:v>
                </c:pt>
                <c:pt idx="60979">
                  <c:v>45439.536805555559</c:v>
                </c:pt>
                <c:pt idx="60980">
                  <c:v>45444.168055555558</c:v>
                </c:pt>
                <c:pt idx="60981">
                  <c:v>45444.297222222223</c:v>
                </c:pt>
                <c:pt idx="60982">
                  <c:v>45446.913194444453</c:v>
                </c:pt>
                <c:pt idx="60983">
                  <c:v>45446.936805555553</c:v>
                </c:pt>
                <c:pt idx="60984">
                  <c:v>45446.94027777778</c:v>
                </c:pt>
                <c:pt idx="60985">
                  <c:v>45446.954861111109</c:v>
                </c:pt>
                <c:pt idx="60986">
                  <c:v>45446.97152777778</c:v>
                </c:pt>
                <c:pt idx="60987">
                  <c:v>45446.989583333343</c:v>
                </c:pt>
                <c:pt idx="60988">
                  <c:v>45447.015277777777</c:v>
                </c:pt>
                <c:pt idx="60989">
                  <c:v>45447.02847222222</c:v>
                </c:pt>
                <c:pt idx="60990">
                  <c:v>45447.229166666657</c:v>
                </c:pt>
                <c:pt idx="60991">
                  <c:v>45447.244444444441</c:v>
                </c:pt>
                <c:pt idx="60992">
                  <c:v>45447.269444444442</c:v>
                </c:pt>
                <c:pt idx="60993">
                  <c:v>45447.320833333331</c:v>
                </c:pt>
                <c:pt idx="60994">
                  <c:v>45447.338194444441</c:v>
                </c:pt>
                <c:pt idx="60995">
                  <c:v>45446.88958333333</c:v>
                </c:pt>
                <c:pt idx="60996">
                  <c:v>45447.345138888893</c:v>
                </c:pt>
                <c:pt idx="60997">
                  <c:v>45447.408333333333</c:v>
                </c:pt>
                <c:pt idx="60998">
                  <c:v>45447.408333333333</c:v>
                </c:pt>
                <c:pt idx="60999">
                  <c:v>45447.410416666673</c:v>
                </c:pt>
                <c:pt idx="61000">
                  <c:v>45447.413888888892</c:v>
                </c:pt>
                <c:pt idx="61001">
                  <c:v>45447.419444444437</c:v>
                </c:pt>
                <c:pt idx="61002">
                  <c:v>45447.420138888891</c:v>
                </c:pt>
                <c:pt idx="61003">
                  <c:v>45447.426388888889</c:v>
                </c:pt>
                <c:pt idx="61004">
                  <c:v>45447.429166666669</c:v>
                </c:pt>
                <c:pt idx="61005">
                  <c:v>45447.486111111109</c:v>
                </c:pt>
                <c:pt idx="61006">
                  <c:v>45447.5</c:v>
                </c:pt>
                <c:pt idx="61007">
                  <c:v>45930.841666666667</c:v>
                </c:pt>
                <c:pt idx="61008">
                  <c:v>45447.51666666667</c:v>
                </c:pt>
                <c:pt idx="61009">
                  <c:v>45447.521527777782</c:v>
                </c:pt>
                <c:pt idx="61010">
                  <c:v>45447.352083333331</c:v>
                </c:pt>
                <c:pt idx="61011">
                  <c:v>45447.521527777782</c:v>
                </c:pt>
                <c:pt idx="61012">
                  <c:v>45446.885416666657</c:v>
                </c:pt>
                <c:pt idx="61013">
                  <c:v>45446.868055555547</c:v>
                </c:pt>
                <c:pt idx="61014">
                  <c:v>45446.624305555553</c:v>
                </c:pt>
                <c:pt idx="61015">
                  <c:v>45446.630555555559</c:v>
                </c:pt>
                <c:pt idx="61016">
                  <c:v>45446.632638888892</c:v>
                </c:pt>
                <c:pt idx="61017">
                  <c:v>45446.648611111108</c:v>
                </c:pt>
                <c:pt idx="61018">
                  <c:v>45446.654861111107</c:v>
                </c:pt>
                <c:pt idx="61019">
                  <c:v>45446.668055555558</c:v>
                </c:pt>
                <c:pt idx="61020">
                  <c:v>45446.672222222223</c:v>
                </c:pt>
                <c:pt idx="61021">
                  <c:v>45446.681944444441</c:v>
                </c:pt>
                <c:pt idx="61022">
                  <c:v>45446.68472222222</c:v>
                </c:pt>
                <c:pt idx="61023">
                  <c:v>45446.692361111112</c:v>
                </c:pt>
                <c:pt idx="61024">
                  <c:v>45446.697916666657</c:v>
                </c:pt>
                <c:pt idx="61025">
                  <c:v>45446.700694444437</c:v>
                </c:pt>
                <c:pt idx="61026">
                  <c:v>45446.704861111109</c:v>
                </c:pt>
                <c:pt idx="61027">
                  <c:v>45446.877083333333</c:v>
                </c:pt>
                <c:pt idx="61028">
                  <c:v>45446.707638888889</c:v>
                </c:pt>
                <c:pt idx="61029">
                  <c:v>45446.745833333327</c:v>
                </c:pt>
                <c:pt idx="61030">
                  <c:v>45446.754861111112</c:v>
                </c:pt>
                <c:pt idx="61031">
                  <c:v>45446.774305555547</c:v>
                </c:pt>
                <c:pt idx="61032">
                  <c:v>45446.786111111112</c:v>
                </c:pt>
                <c:pt idx="61033">
                  <c:v>45446.791666666657</c:v>
                </c:pt>
                <c:pt idx="61034">
                  <c:v>45446.8</c:v>
                </c:pt>
                <c:pt idx="61035">
                  <c:v>45446.817361111112</c:v>
                </c:pt>
                <c:pt idx="61036">
                  <c:v>45446.82708333333</c:v>
                </c:pt>
                <c:pt idx="61037">
                  <c:v>45446.829861111109</c:v>
                </c:pt>
                <c:pt idx="61038">
                  <c:v>45446.831250000003</c:v>
                </c:pt>
                <c:pt idx="61039">
                  <c:v>45446.842361111107</c:v>
                </c:pt>
                <c:pt idx="61040">
                  <c:v>45446.853472222218</c:v>
                </c:pt>
                <c:pt idx="61041">
                  <c:v>45446.867361111108</c:v>
                </c:pt>
                <c:pt idx="61042">
                  <c:v>45446.71875</c:v>
                </c:pt>
                <c:pt idx="61043">
                  <c:v>45447.53125</c:v>
                </c:pt>
                <c:pt idx="61044">
                  <c:v>45447.536805555559</c:v>
                </c:pt>
                <c:pt idx="61045">
                  <c:v>45447.536805555559</c:v>
                </c:pt>
                <c:pt idx="61046">
                  <c:v>45448.347222222219</c:v>
                </c:pt>
                <c:pt idx="61047">
                  <c:v>45448.35833333333</c:v>
                </c:pt>
                <c:pt idx="61048">
                  <c:v>45448.388888888891</c:v>
                </c:pt>
                <c:pt idx="61049">
                  <c:v>45448.429166666669</c:v>
                </c:pt>
                <c:pt idx="61050">
                  <c:v>45448.440972222219</c:v>
                </c:pt>
                <c:pt idx="61051">
                  <c:v>45448.450694444437</c:v>
                </c:pt>
                <c:pt idx="61052">
                  <c:v>45448.464583333327</c:v>
                </c:pt>
                <c:pt idx="61053">
                  <c:v>45448.490277777782</c:v>
                </c:pt>
                <c:pt idx="61054">
                  <c:v>45448.509027777778</c:v>
                </c:pt>
                <c:pt idx="61055">
                  <c:v>45448.515277777777</c:v>
                </c:pt>
                <c:pt idx="61056">
                  <c:v>45448.522916666669</c:v>
                </c:pt>
                <c:pt idx="61057">
                  <c:v>45448.555555555547</c:v>
                </c:pt>
                <c:pt idx="61058">
                  <c:v>45448.570833333331</c:v>
                </c:pt>
                <c:pt idx="61059">
                  <c:v>45448.32708333333</c:v>
                </c:pt>
                <c:pt idx="61060">
                  <c:v>45448.587500000001</c:v>
                </c:pt>
                <c:pt idx="61061">
                  <c:v>45448.617361111108</c:v>
                </c:pt>
                <c:pt idx="61062">
                  <c:v>45448.627083333333</c:v>
                </c:pt>
                <c:pt idx="61063">
                  <c:v>45448.65625</c:v>
                </c:pt>
                <c:pt idx="61064">
                  <c:v>45448.669444444437</c:v>
                </c:pt>
                <c:pt idx="61065">
                  <c:v>45448.683333333327</c:v>
                </c:pt>
                <c:pt idx="61066">
                  <c:v>45448.6875</c:v>
                </c:pt>
                <c:pt idx="61067">
                  <c:v>45448.696527777778</c:v>
                </c:pt>
                <c:pt idx="61068">
                  <c:v>45448.7</c:v>
                </c:pt>
                <c:pt idx="61069">
                  <c:v>45448.712500000001</c:v>
                </c:pt>
                <c:pt idx="61070">
                  <c:v>45448.729861111111</c:v>
                </c:pt>
                <c:pt idx="61071">
                  <c:v>45448.756249999999</c:v>
                </c:pt>
                <c:pt idx="61072">
                  <c:v>45448.757638888892</c:v>
                </c:pt>
                <c:pt idx="61073">
                  <c:v>45448.777777777781</c:v>
                </c:pt>
                <c:pt idx="61074">
                  <c:v>45448.59652777778</c:v>
                </c:pt>
                <c:pt idx="61075">
                  <c:v>45448.281944444447</c:v>
                </c:pt>
                <c:pt idx="61076">
                  <c:v>45448.277777777781</c:v>
                </c:pt>
                <c:pt idx="61077">
                  <c:v>45448.272222222222</c:v>
                </c:pt>
                <c:pt idx="61078">
                  <c:v>45447.542361111111</c:v>
                </c:pt>
                <c:pt idx="61079">
                  <c:v>45447.555555555547</c:v>
                </c:pt>
                <c:pt idx="61080">
                  <c:v>45447.565972222219</c:v>
                </c:pt>
                <c:pt idx="61081">
                  <c:v>45447.605555555558</c:v>
                </c:pt>
                <c:pt idx="61082">
                  <c:v>45447.656944444447</c:v>
                </c:pt>
                <c:pt idx="61083">
                  <c:v>45447.706250000003</c:v>
                </c:pt>
                <c:pt idx="61084">
                  <c:v>45447.708333333343</c:v>
                </c:pt>
                <c:pt idx="61085">
                  <c:v>45447.740277777782</c:v>
                </c:pt>
                <c:pt idx="61086">
                  <c:v>45447.76666666667</c:v>
                </c:pt>
                <c:pt idx="61087">
                  <c:v>45447.782638888893</c:v>
                </c:pt>
                <c:pt idx="61088">
                  <c:v>45447.78402777778</c:v>
                </c:pt>
                <c:pt idx="61089">
                  <c:v>45447.784722222219</c:v>
                </c:pt>
                <c:pt idx="61090">
                  <c:v>45447.801388888889</c:v>
                </c:pt>
                <c:pt idx="61091">
                  <c:v>45447.810416666667</c:v>
                </c:pt>
                <c:pt idx="61092">
                  <c:v>45447.811111111107</c:v>
                </c:pt>
                <c:pt idx="61093">
                  <c:v>45447.820138888892</c:v>
                </c:pt>
                <c:pt idx="61094">
                  <c:v>45447.878472222219</c:v>
                </c:pt>
                <c:pt idx="61095">
                  <c:v>45447.886111111111</c:v>
                </c:pt>
                <c:pt idx="61096">
                  <c:v>45447.888888888891</c:v>
                </c:pt>
                <c:pt idx="61097">
                  <c:v>45447.912499999999</c:v>
                </c:pt>
                <c:pt idx="61098">
                  <c:v>45447.92291666667</c:v>
                </c:pt>
                <c:pt idx="61099">
                  <c:v>45447.936111111107</c:v>
                </c:pt>
                <c:pt idx="61100">
                  <c:v>45447.938888888893</c:v>
                </c:pt>
                <c:pt idx="61101">
                  <c:v>45447.95</c:v>
                </c:pt>
                <c:pt idx="61102">
                  <c:v>45447.97152777778</c:v>
                </c:pt>
                <c:pt idx="61103">
                  <c:v>45447.973611111112</c:v>
                </c:pt>
                <c:pt idx="61104">
                  <c:v>45447.975694444453</c:v>
                </c:pt>
                <c:pt idx="61105">
                  <c:v>45448.03125</c:v>
                </c:pt>
                <c:pt idx="61106">
                  <c:v>45448.03402777778</c:v>
                </c:pt>
                <c:pt idx="61107">
                  <c:v>45446.584722222222</c:v>
                </c:pt>
                <c:pt idx="61108">
                  <c:v>45446.581250000003</c:v>
                </c:pt>
                <c:pt idx="61109">
                  <c:v>45446.570833333331</c:v>
                </c:pt>
                <c:pt idx="61110">
                  <c:v>45446.563888888893</c:v>
                </c:pt>
                <c:pt idx="61111">
                  <c:v>45444.948611111111</c:v>
                </c:pt>
                <c:pt idx="61112">
                  <c:v>45444.979166666657</c:v>
                </c:pt>
                <c:pt idx="61113">
                  <c:v>45444.995138888888</c:v>
                </c:pt>
                <c:pt idx="61114">
                  <c:v>45445.000694444447</c:v>
                </c:pt>
                <c:pt idx="61115">
                  <c:v>45445.003472222219</c:v>
                </c:pt>
                <c:pt idx="61116">
                  <c:v>45445.004861111112</c:v>
                </c:pt>
                <c:pt idx="61117">
                  <c:v>45445.117361111108</c:v>
                </c:pt>
                <c:pt idx="61118">
                  <c:v>45445.129166666673</c:v>
                </c:pt>
                <c:pt idx="61119">
                  <c:v>45445.15</c:v>
                </c:pt>
                <c:pt idx="61120">
                  <c:v>45445.207638888889</c:v>
                </c:pt>
                <c:pt idx="61121">
                  <c:v>45445.257638888892</c:v>
                </c:pt>
                <c:pt idx="61122">
                  <c:v>45445.27847222222</c:v>
                </c:pt>
                <c:pt idx="61123">
                  <c:v>45445.316666666673</c:v>
                </c:pt>
                <c:pt idx="61124">
                  <c:v>45444.919444444437</c:v>
                </c:pt>
                <c:pt idx="61125">
                  <c:v>45445.319444444453</c:v>
                </c:pt>
                <c:pt idx="61126">
                  <c:v>45445.320833333331</c:v>
                </c:pt>
                <c:pt idx="61127">
                  <c:v>45445.338888888888</c:v>
                </c:pt>
                <c:pt idx="61128">
                  <c:v>45445.390972222223</c:v>
                </c:pt>
                <c:pt idx="61129">
                  <c:v>45445.40902777778</c:v>
                </c:pt>
                <c:pt idx="61130">
                  <c:v>45445.429166666669</c:v>
                </c:pt>
                <c:pt idx="61131">
                  <c:v>45445.447222222218</c:v>
                </c:pt>
                <c:pt idx="61132">
                  <c:v>45445.464583333327</c:v>
                </c:pt>
                <c:pt idx="61133">
                  <c:v>45445.465277777781</c:v>
                </c:pt>
                <c:pt idx="61134">
                  <c:v>45445.473611111112</c:v>
                </c:pt>
                <c:pt idx="61135">
                  <c:v>45445.481944444437</c:v>
                </c:pt>
                <c:pt idx="61136">
                  <c:v>45445.484027777777</c:v>
                </c:pt>
                <c:pt idx="61137">
                  <c:v>45445.493055555547</c:v>
                </c:pt>
                <c:pt idx="61138">
                  <c:v>45445.501388888893</c:v>
                </c:pt>
                <c:pt idx="61139">
                  <c:v>45445.319444444453</c:v>
                </c:pt>
                <c:pt idx="61140">
                  <c:v>45444.916666666657</c:v>
                </c:pt>
                <c:pt idx="61141">
                  <c:v>45444.914583333331</c:v>
                </c:pt>
                <c:pt idx="61142">
                  <c:v>45444.822222222218</c:v>
                </c:pt>
                <c:pt idx="61143">
                  <c:v>45444.334722222222</c:v>
                </c:pt>
                <c:pt idx="61144">
                  <c:v>45444.377083333333</c:v>
                </c:pt>
                <c:pt idx="61145">
                  <c:v>45444.381944444453</c:v>
                </c:pt>
                <c:pt idx="61146">
                  <c:v>45444.427083333343</c:v>
                </c:pt>
                <c:pt idx="61147">
                  <c:v>45444.495138888888</c:v>
                </c:pt>
                <c:pt idx="61148">
                  <c:v>45444.522222222222</c:v>
                </c:pt>
                <c:pt idx="61149">
                  <c:v>45444.53125</c:v>
                </c:pt>
                <c:pt idx="61150">
                  <c:v>45444.533333333333</c:v>
                </c:pt>
                <c:pt idx="61151">
                  <c:v>45444.537499999999</c:v>
                </c:pt>
                <c:pt idx="61152">
                  <c:v>45444.547222222223</c:v>
                </c:pt>
                <c:pt idx="61153">
                  <c:v>45444.555555555547</c:v>
                </c:pt>
                <c:pt idx="61154">
                  <c:v>45444.5625</c:v>
                </c:pt>
                <c:pt idx="61155">
                  <c:v>45444.585416666669</c:v>
                </c:pt>
                <c:pt idx="61156">
                  <c:v>45444.603472222218</c:v>
                </c:pt>
                <c:pt idx="61157">
                  <c:v>45444.616666666669</c:v>
                </c:pt>
                <c:pt idx="61158">
                  <c:v>45444.625694444447</c:v>
                </c:pt>
                <c:pt idx="61159">
                  <c:v>45444.626388888893</c:v>
                </c:pt>
                <c:pt idx="61160">
                  <c:v>45444.658333333333</c:v>
                </c:pt>
                <c:pt idx="61161">
                  <c:v>45444.659722222219</c:v>
                </c:pt>
                <c:pt idx="61162">
                  <c:v>45444.688194444447</c:v>
                </c:pt>
                <c:pt idx="61163">
                  <c:v>45444.690972222219</c:v>
                </c:pt>
                <c:pt idx="61164">
                  <c:v>45444.695833333331</c:v>
                </c:pt>
                <c:pt idx="61165">
                  <c:v>45444.697222222218</c:v>
                </c:pt>
                <c:pt idx="61166">
                  <c:v>45444.748611111107</c:v>
                </c:pt>
                <c:pt idx="61167">
                  <c:v>45444.754166666673</c:v>
                </c:pt>
                <c:pt idx="61168">
                  <c:v>45444.76458333333</c:v>
                </c:pt>
                <c:pt idx="61169">
                  <c:v>45444.775000000001</c:v>
                </c:pt>
                <c:pt idx="61170">
                  <c:v>45444.79791666667</c:v>
                </c:pt>
                <c:pt idx="61171">
                  <c:v>45444.81527777778</c:v>
                </c:pt>
                <c:pt idx="61172">
                  <c:v>45445.522222222222</c:v>
                </c:pt>
                <c:pt idx="61173">
                  <c:v>45444.168055555558</c:v>
                </c:pt>
                <c:pt idx="61174">
                  <c:v>45445.522916666669</c:v>
                </c:pt>
                <c:pt idx="61175">
                  <c:v>45445.555555555547</c:v>
                </c:pt>
                <c:pt idx="61176">
                  <c:v>45446.093055555553</c:v>
                </c:pt>
                <c:pt idx="61177">
                  <c:v>45446.241666666669</c:v>
                </c:pt>
                <c:pt idx="61178">
                  <c:v>45446.304166666669</c:v>
                </c:pt>
                <c:pt idx="61179">
                  <c:v>45446.3125</c:v>
                </c:pt>
                <c:pt idx="61180">
                  <c:v>45446.320833333331</c:v>
                </c:pt>
                <c:pt idx="61181">
                  <c:v>45446.349305555559</c:v>
                </c:pt>
                <c:pt idx="61182">
                  <c:v>45446.361805555563</c:v>
                </c:pt>
                <c:pt idx="61183">
                  <c:v>45446.387499999997</c:v>
                </c:pt>
                <c:pt idx="61184">
                  <c:v>45446.395833333343</c:v>
                </c:pt>
                <c:pt idx="61185">
                  <c:v>45446.40625</c:v>
                </c:pt>
                <c:pt idx="61186">
                  <c:v>45446.407638888893</c:v>
                </c:pt>
                <c:pt idx="61187">
                  <c:v>45446.420138888891</c:v>
                </c:pt>
                <c:pt idx="61188">
                  <c:v>45446.431944444441</c:v>
                </c:pt>
                <c:pt idx="61189">
                  <c:v>45446.061805555553</c:v>
                </c:pt>
                <c:pt idx="61190">
                  <c:v>45446.441666666673</c:v>
                </c:pt>
                <c:pt idx="61191">
                  <c:v>45446.444444444453</c:v>
                </c:pt>
                <c:pt idx="61192">
                  <c:v>45446.450694444437</c:v>
                </c:pt>
                <c:pt idx="61193">
                  <c:v>45446.454861111109</c:v>
                </c:pt>
                <c:pt idx="61194">
                  <c:v>45446.461805555547</c:v>
                </c:pt>
                <c:pt idx="61195">
                  <c:v>45446.468055555553</c:v>
                </c:pt>
                <c:pt idx="61196">
                  <c:v>45446.47152777778</c:v>
                </c:pt>
                <c:pt idx="61197">
                  <c:v>45446.48333333333</c:v>
                </c:pt>
                <c:pt idx="61198">
                  <c:v>45446.484722222223</c:v>
                </c:pt>
                <c:pt idx="61199">
                  <c:v>45446.503472222219</c:v>
                </c:pt>
                <c:pt idx="61200">
                  <c:v>45446.504861111112</c:v>
                </c:pt>
                <c:pt idx="61201">
                  <c:v>45446.527777777781</c:v>
                </c:pt>
                <c:pt idx="61202">
                  <c:v>45446.54583333333</c:v>
                </c:pt>
                <c:pt idx="61203">
                  <c:v>45446.559027777781</c:v>
                </c:pt>
                <c:pt idx="61204">
                  <c:v>45446.441666666673</c:v>
                </c:pt>
                <c:pt idx="61205">
                  <c:v>45446.023611111108</c:v>
                </c:pt>
                <c:pt idx="61206">
                  <c:v>45445.98333333333</c:v>
                </c:pt>
                <c:pt idx="61207">
                  <c:v>45445.972916666673</c:v>
                </c:pt>
                <c:pt idx="61208">
                  <c:v>45445.560416666667</c:v>
                </c:pt>
                <c:pt idx="61209">
                  <c:v>45445.588888888888</c:v>
                </c:pt>
                <c:pt idx="61210">
                  <c:v>45445.611805555563</c:v>
                </c:pt>
                <c:pt idx="61211">
                  <c:v>45445.614583333343</c:v>
                </c:pt>
                <c:pt idx="61212">
                  <c:v>45445.62777777778</c:v>
                </c:pt>
                <c:pt idx="61213">
                  <c:v>45445.650694444441</c:v>
                </c:pt>
                <c:pt idx="61214">
                  <c:v>45445.695138888892</c:v>
                </c:pt>
                <c:pt idx="61215">
                  <c:v>45445.722916666673</c:v>
                </c:pt>
                <c:pt idx="61216">
                  <c:v>45445.729166666657</c:v>
                </c:pt>
                <c:pt idx="61217">
                  <c:v>45445.745138888888</c:v>
                </c:pt>
                <c:pt idx="61218">
                  <c:v>45445.745138888888</c:v>
                </c:pt>
                <c:pt idx="61219">
                  <c:v>45445.751388888893</c:v>
                </c:pt>
                <c:pt idx="61220">
                  <c:v>45445.759722222218</c:v>
                </c:pt>
                <c:pt idx="61221">
                  <c:v>45445.772916666669</c:v>
                </c:pt>
                <c:pt idx="61222">
                  <c:v>45445.783333333333</c:v>
                </c:pt>
                <c:pt idx="61223">
                  <c:v>45445.785416666673</c:v>
                </c:pt>
                <c:pt idx="61224">
                  <c:v>45445.811805555553</c:v>
                </c:pt>
                <c:pt idx="61225">
                  <c:v>45445.825694444437</c:v>
                </c:pt>
                <c:pt idx="61226">
                  <c:v>45445.840277777781</c:v>
                </c:pt>
                <c:pt idx="61227">
                  <c:v>45445.85</c:v>
                </c:pt>
                <c:pt idx="61228">
                  <c:v>45445.854166666657</c:v>
                </c:pt>
                <c:pt idx="61229">
                  <c:v>45445.859722222223</c:v>
                </c:pt>
                <c:pt idx="61230">
                  <c:v>45445.882638888892</c:v>
                </c:pt>
                <c:pt idx="61231">
                  <c:v>45445.90347222222</c:v>
                </c:pt>
                <c:pt idx="61232">
                  <c:v>45445.90625</c:v>
                </c:pt>
                <c:pt idx="61233">
                  <c:v>45445.916666666657</c:v>
                </c:pt>
                <c:pt idx="61234">
                  <c:v>45445.918749999997</c:v>
                </c:pt>
                <c:pt idx="61235">
                  <c:v>45445.929861111108</c:v>
                </c:pt>
                <c:pt idx="61236">
                  <c:v>45445.96597222222</c:v>
                </c:pt>
                <c:pt idx="61237">
                  <c:v>45445.534722222219</c:v>
                </c:pt>
                <c:pt idx="61238">
                  <c:v>45439.525000000001</c:v>
                </c:pt>
                <c:pt idx="61239">
                  <c:v>45439.515972222223</c:v>
                </c:pt>
                <c:pt idx="61240">
                  <c:v>45439.506944444453</c:v>
                </c:pt>
                <c:pt idx="61241">
                  <c:v>45433.738888888889</c:v>
                </c:pt>
                <c:pt idx="61242">
                  <c:v>45433.747916666667</c:v>
                </c:pt>
                <c:pt idx="61243">
                  <c:v>45433.751388888893</c:v>
                </c:pt>
                <c:pt idx="61244">
                  <c:v>45433.784722222219</c:v>
                </c:pt>
                <c:pt idx="61245">
                  <c:v>45433.786111111112</c:v>
                </c:pt>
                <c:pt idx="61246">
                  <c:v>45433.793749999997</c:v>
                </c:pt>
                <c:pt idx="61247">
                  <c:v>45433.803472222222</c:v>
                </c:pt>
                <c:pt idx="61248">
                  <c:v>45433.818055555559</c:v>
                </c:pt>
                <c:pt idx="61249">
                  <c:v>45433.820138888892</c:v>
                </c:pt>
                <c:pt idx="61250">
                  <c:v>45433.827777777777</c:v>
                </c:pt>
                <c:pt idx="61251">
                  <c:v>45433.839583333327</c:v>
                </c:pt>
                <c:pt idx="61252">
                  <c:v>45433.841666666667</c:v>
                </c:pt>
                <c:pt idx="61253">
                  <c:v>45433.856944444437</c:v>
                </c:pt>
                <c:pt idx="61254">
                  <c:v>45433.728472222218</c:v>
                </c:pt>
                <c:pt idx="61255">
                  <c:v>45433.872916666667</c:v>
                </c:pt>
                <c:pt idx="61256">
                  <c:v>45433.9</c:v>
                </c:pt>
                <c:pt idx="61257">
                  <c:v>45433.919444444437</c:v>
                </c:pt>
                <c:pt idx="61258">
                  <c:v>45433.921527777777</c:v>
                </c:pt>
                <c:pt idx="61259">
                  <c:v>45433.936111111107</c:v>
                </c:pt>
                <c:pt idx="61260">
                  <c:v>45433.961805555547</c:v>
                </c:pt>
                <c:pt idx="61261">
                  <c:v>45433.974305555559</c:v>
                </c:pt>
                <c:pt idx="61262">
                  <c:v>45433.996527777781</c:v>
                </c:pt>
                <c:pt idx="61263">
                  <c:v>45434.040972222218</c:v>
                </c:pt>
                <c:pt idx="61264">
                  <c:v>45434.055555555547</c:v>
                </c:pt>
                <c:pt idx="61265">
                  <c:v>45434.100694444453</c:v>
                </c:pt>
                <c:pt idx="61266">
                  <c:v>45434.249305555553</c:v>
                </c:pt>
                <c:pt idx="61267">
                  <c:v>45434.250694444447</c:v>
                </c:pt>
                <c:pt idx="61268">
                  <c:v>45434.284722222219</c:v>
                </c:pt>
                <c:pt idx="61269">
                  <c:v>45433.881249999999</c:v>
                </c:pt>
                <c:pt idx="61270">
                  <c:v>45434.308333333327</c:v>
                </c:pt>
                <c:pt idx="61271">
                  <c:v>45433.703472222223</c:v>
                </c:pt>
                <c:pt idx="61272">
                  <c:v>45433.688194444447</c:v>
                </c:pt>
                <c:pt idx="61273">
                  <c:v>45433.443055555559</c:v>
                </c:pt>
                <c:pt idx="61274">
                  <c:v>45433.443749999999</c:v>
                </c:pt>
                <c:pt idx="61275">
                  <c:v>45433.456250000003</c:v>
                </c:pt>
                <c:pt idx="61276">
                  <c:v>45433.457638888889</c:v>
                </c:pt>
                <c:pt idx="61277">
                  <c:v>45433.470138888893</c:v>
                </c:pt>
                <c:pt idx="61278">
                  <c:v>45433.484027777777</c:v>
                </c:pt>
                <c:pt idx="61279">
                  <c:v>45433.486111111109</c:v>
                </c:pt>
                <c:pt idx="61280">
                  <c:v>45433.490972222222</c:v>
                </c:pt>
                <c:pt idx="61281">
                  <c:v>45433.499305555553</c:v>
                </c:pt>
                <c:pt idx="61282">
                  <c:v>45433.501388888893</c:v>
                </c:pt>
                <c:pt idx="61283">
                  <c:v>45433.50277777778</c:v>
                </c:pt>
                <c:pt idx="61284">
                  <c:v>45433.507638888892</c:v>
                </c:pt>
                <c:pt idx="61285">
                  <c:v>45433.509722222218</c:v>
                </c:pt>
                <c:pt idx="61286">
                  <c:v>45433.69027777778</c:v>
                </c:pt>
                <c:pt idx="61287">
                  <c:v>45433.512499999997</c:v>
                </c:pt>
                <c:pt idx="61288">
                  <c:v>45433.518055555563</c:v>
                </c:pt>
                <c:pt idx="61289">
                  <c:v>45433.531944444447</c:v>
                </c:pt>
                <c:pt idx="61290">
                  <c:v>45433.53402777778</c:v>
                </c:pt>
                <c:pt idx="61291">
                  <c:v>45433.577777777777</c:v>
                </c:pt>
                <c:pt idx="61292">
                  <c:v>45433.584027777782</c:v>
                </c:pt>
                <c:pt idx="61293">
                  <c:v>45433.589583333327</c:v>
                </c:pt>
                <c:pt idx="61294">
                  <c:v>45433.634027777778</c:v>
                </c:pt>
                <c:pt idx="61295">
                  <c:v>45433.637499999997</c:v>
                </c:pt>
                <c:pt idx="61296">
                  <c:v>45433.640277777777</c:v>
                </c:pt>
                <c:pt idx="61297">
                  <c:v>45433.647222222222</c:v>
                </c:pt>
                <c:pt idx="61298">
                  <c:v>45433.652083333327</c:v>
                </c:pt>
                <c:pt idx="61299">
                  <c:v>45433.660416666673</c:v>
                </c:pt>
                <c:pt idx="61300">
                  <c:v>45433.668055555558</c:v>
                </c:pt>
                <c:pt idx="61301">
                  <c:v>45433.513888888891</c:v>
                </c:pt>
                <c:pt idx="61302">
                  <c:v>45434.314583333333</c:v>
                </c:pt>
                <c:pt idx="61303">
                  <c:v>45434.342361111107</c:v>
                </c:pt>
                <c:pt idx="61304">
                  <c:v>45434.35</c:v>
                </c:pt>
                <c:pt idx="61305">
                  <c:v>45434.725694444453</c:v>
                </c:pt>
                <c:pt idx="61306">
                  <c:v>45434.727083333331</c:v>
                </c:pt>
                <c:pt idx="61307">
                  <c:v>45434.739583333343</c:v>
                </c:pt>
                <c:pt idx="61308">
                  <c:v>45434.740972222222</c:v>
                </c:pt>
                <c:pt idx="61309">
                  <c:v>45434.761805555558</c:v>
                </c:pt>
                <c:pt idx="61310">
                  <c:v>45434.775000000001</c:v>
                </c:pt>
                <c:pt idx="61311">
                  <c:v>45434.791666666657</c:v>
                </c:pt>
                <c:pt idx="61312">
                  <c:v>45434.793749999997</c:v>
                </c:pt>
                <c:pt idx="61313">
                  <c:v>45434.800694444442</c:v>
                </c:pt>
                <c:pt idx="61314">
                  <c:v>45434.80972222222</c:v>
                </c:pt>
                <c:pt idx="61315">
                  <c:v>45434.811805555553</c:v>
                </c:pt>
                <c:pt idx="61316">
                  <c:v>45434.81527777778</c:v>
                </c:pt>
                <c:pt idx="61317">
                  <c:v>45434.815972222219</c:v>
                </c:pt>
                <c:pt idx="61318">
                  <c:v>45434.723611111112</c:v>
                </c:pt>
                <c:pt idx="61319">
                  <c:v>45434.825694444437</c:v>
                </c:pt>
                <c:pt idx="61320">
                  <c:v>45434.879166666673</c:v>
                </c:pt>
                <c:pt idx="61321">
                  <c:v>45434.915972222218</c:v>
                </c:pt>
                <c:pt idx="61322">
                  <c:v>45434.933333333327</c:v>
                </c:pt>
                <c:pt idx="61323">
                  <c:v>45434.934027777781</c:v>
                </c:pt>
                <c:pt idx="61324">
                  <c:v>45434.95208333333</c:v>
                </c:pt>
                <c:pt idx="61325">
                  <c:v>45434.976388888892</c:v>
                </c:pt>
                <c:pt idx="61326">
                  <c:v>45434.993055555547</c:v>
                </c:pt>
                <c:pt idx="61327">
                  <c:v>45435.102777777778</c:v>
                </c:pt>
                <c:pt idx="61328">
                  <c:v>45435.193749999999</c:v>
                </c:pt>
                <c:pt idx="61329">
                  <c:v>45435.197222222218</c:v>
                </c:pt>
                <c:pt idx="61330">
                  <c:v>45435.209027777782</c:v>
                </c:pt>
                <c:pt idx="61331">
                  <c:v>45435.223611111112</c:v>
                </c:pt>
                <c:pt idx="61332">
                  <c:v>45435.248611111107</c:v>
                </c:pt>
                <c:pt idx="61333">
                  <c:v>45434.836111111108</c:v>
                </c:pt>
                <c:pt idx="61334">
                  <c:v>45434.711805555547</c:v>
                </c:pt>
                <c:pt idx="61335">
                  <c:v>45434.688194444447</c:v>
                </c:pt>
                <c:pt idx="61336">
                  <c:v>45434.683333333327</c:v>
                </c:pt>
                <c:pt idx="61337">
                  <c:v>45434.351388888892</c:v>
                </c:pt>
                <c:pt idx="61338">
                  <c:v>45434.418749999997</c:v>
                </c:pt>
                <c:pt idx="61339">
                  <c:v>45434.427083333343</c:v>
                </c:pt>
                <c:pt idx="61340">
                  <c:v>45434.432638888888</c:v>
                </c:pt>
                <c:pt idx="61341">
                  <c:v>45434.438888888893</c:v>
                </c:pt>
                <c:pt idx="61342">
                  <c:v>45434.438888888893</c:v>
                </c:pt>
                <c:pt idx="61343">
                  <c:v>45434.461805555547</c:v>
                </c:pt>
                <c:pt idx="61344">
                  <c:v>45434.470138888893</c:v>
                </c:pt>
                <c:pt idx="61345">
                  <c:v>45434.472222222219</c:v>
                </c:pt>
                <c:pt idx="61346">
                  <c:v>45434.488888888889</c:v>
                </c:pt>
                <c:pt idx="61347">
                  <c:v>45434.506249999999</c:v>
                </c:pt>
                <c:pt idx="61348">
                  <c:v>45434.532638888893</c:v>
                </c:pt>
                <c:pt idx="61349">
                  <c:v>45434.538888888892</c:v>
                </c:pt>
                <c:pt idx="61350">
                  <c:v>45434.539583333331</c:v>
                </c:pt>
                <c:pt idx="61351">
                  <c:v>45434.576388888891</c:v>
                </c:pt>
                <c:pt idx="61352">
                  <c:v>45434.586805555547</c:v>
                </c:pt>
                <c:pt idx="61353">
                  <c:v>45434.589583333327</c:v>
                </c:pt>
                <c:pt idx="61354">
                  <c:v>45434.592361111107</c:v>
                </c:pt>
                <c:pt idx="61355">
                  <c:v>45434.606249999997</c:v>
                </c:pt>
                <c:pt idx="61356">
                  <c:v>45434.606944444437</c:v>
                </c:pt>
                <c:pt idx="61357">
                  <c:v>45434.620833333327</c:v>
                </c:pt>
                <c:pt idx="61358">
                  <c:v>45434.621527777781</c:v>
                </c:pt>
                <c:pt idx="61359">
                  <c:v>45434.625</c:v>
                </c:pt>
                <c:pt idx="61360">
                  <c:v>45434.629166666673</c:v>
                </c:pt>
                <c:pt idx="61361">
                  <c:v>45434.634027777778</c:v>
                </c:pt>
                <c:pt idx="61362">
                  <c:v>45434.646527777782</c:v>
                </c:pt>
                <c:pt idx="61363">
                  <c:v>45434.648611111108</c:v>
                </c:pt>
                <c:pt idx="61364">
                  <c:v>45434.662499999999</c:v>
                </c:pt>
                <c:pt idx="61365">
                  <c:v>45434.667361111111</c:v>
                </c:pt>
                <c:pt idx="61366">
                  <c:v>45433.440972222219</c:v>
                </c:pt>
                <c:pt idx="61367">
                  <c:v>45433.427083333343</c:v>
                </c:pt>
                <c:pt idx="61368">
                  <c:v>45433.423611111109</c:v>
                </c:pt>
                <c:pt idx="61369">
                  <c:v>45433.42083333333</c:v>
                </c:pt>
                <c:pt idx="61370">
                  <c:v>45431.701388888891</c:v>
                </c:pt>
                <c:pt idx="61371">
                  <c:v>45431.701388888891</c:v>
                </c:pt>
                <c:pt idx="61372">
                  <c:v>45431.70208333333</c:v>
                </c:pt>
                <c:pt idx="61373">
                  <c:v>45431.723611111112</c:v>
                </c:pt>
                <c:pt idx="61374">
                  <c:v>45431.727083333331</c:v>
                </c:pt>
                <c:pt idx="61375">
                  <c:v>45431.756944444453</c:v>
                </c:pt>
                <c:pt idx="61376">
                  <c:v>45431.765972222223</c:v>
                </c:pt>
                <c:pt idx="61377">
                  <c:v>45431.769444444442</c:v>
                </c:pt>
                <c:pt idx="61378">
                  <c:v>45431.779861111107</c:v>
                </c:pt>
                <c:pt idx="61379">
                  <c:v>45431.790277777778</c:v>
                </c:pt>
                <c:pt idx="61380">
                  <c:v>45431.800694444442</c:v>
                </c:pt>
                <c:pt idx="61381">
                  <c:v>45431.810416666667</c:v>
                </c:pt>
                <c:pt idx="61382">
                  <c:v>45431.821527777778</c:v>
                </c:pt>
                <c:pt idx="61383">
                  <c:v>45431.698611111111</c:v>
                </c:pt>
                <c:pt idx="61384">
                  <c:v>45431.824305555558</c:v>
                </c:pt>
                <c:pt idx="61385">
                  <c:v>45431.865277777782</c:v>
                </c:pt>
                <c:pt idx="61386">
                  <c:v>45431.897916666669</c:v>
                </c:pt>
                <c:pt idx="61387">
                  <c:v>45431.92083333333</c:v>
                </c:pt>
                <c:pt idx="61388">
                  <c:v>45431.926388888889</c:v>
                </c:pt>
                <c:pt idx="61389">
                  <c:v>45431.951388888891</c:v>
                </c:pt>
                <c:pt idx="61390">
                  <c:v>45432.000694444447</c:v>
                </c:pt>
                <c:pt idx="61391">
                  <c:v>45432.009722222218</c:v>
                </c:pt>
                <c:pt idx="61392">
                  <c:v>45432.060416666667</c:v>
                </c:pt>
                <c:pt idx="61393">
                  <c:v>45432.069444444453</c:v>
                </c:pt>
                <c:pt idx="61394">
                  <c:v>45432.22152777778</c:v>
                </c:pt>
                <c:pt idx="61395">
                  <c:v>45432.269444444442</c:v>
                </c:pt>
                <c:pt idx="61396">
                  <c:v>45432.279166666667</c:v>
                </c:pt>
                <c:pt idx="61397">
                  <c:v>45432.301388888889</c:v>
                </c:pt>
                <c:pt idx="61398">
                  <c:v>45431.843055555553</c:v>
                </c:pt>
                <c:pt idx="61399">
                  <c:v>45431.678472222222</c:v>
                </c:pt>
                <c:pt idx="61400">
                  <c:v>45431.674305555563</c:v>
                </c:pt>
                <c:pt idx="61401">
                  <c:v>45431.630555555559</c:v>
                </c:pt>
                <c:pt idx="61402">
                  <c:v>45430.828472222223</c:v>
                </c:pt>
                <c:pt idx="61403">
                  <c:v>45430.839583333327</c:v>
                </c:pt>
                <c:pt idx="61404">
                  <c:v>45430.851388888892</c:v>
                </c:pt>
                <c:pt idx="61405">
                  <c:v>45430.863888888889</c:v>
                </c:pt>
                <c:pt idx="61406">
                  <c:v>45430.882638888892</c:v>
                </c:pt>
                <c:pt idx="61407">
                  <c:v>45430.89166666667</c:v>
                </c:pt>
                <c:pt idx="61408">
                  <c:v>45430.911111111112</c:v>
                </c:pt>
                <c:pt idx="61409">
                  <c:v>45431.011805555558</c:v>
                </c:pt>
                <c:pt idx="61410">
                  <c:v>45431.0625</c:v>
                </c:pt>
                <c:pt idx="61411">
                  <c:v>45431.12777777778</c:v>
                </c:pt>
                <c:pt idx="61412">
                  <c:v>45431.209722222222</c:v>
                </c:pt>
                <c:pt idx="61413">
                  <c:v>45431.26666666667</c:v>
                </c:pt>
                <c:pt idx="61414">
                  <c:v>45431.388194444437</c:v>
                </c:pt>
                <c:pt idx="61415">
                  <c:v>45431.397222222222</c:v>
                </c:pt>
                <c:pt idx="61416">
                  <c:v>45431.417361111111</c:v>
                </c:pt>
                <c:pt idx="61417">
                  <c:v>45431.447222222218</c:v>
                </c:pt>
                <c:pt idx="61418">
                  <c:v>45431.456944444442</c:v>
                </c:pt>
                <c:pt idx="61419">
                  <c:v>45431.461111111108</c:v>
                </c:pt>
                <c:pt idx="61420">
                  <c:v>45431.475694444453</c:v>
                </c:pt>
                <c:pt idx="61421">
                  <c:v>45431.477777777778</c:v>
                </c:pt>
                <c:pt idx="61422">
                  <c:v>45431.502083333333</c:v>
                </c:pt>
                <c:pt idx="61423">
                  <c:v>45431.54791666667</c:v>
                </c:pt>
                <c:pt idx="61424">
                  <c:v>45431.550694444442</c:v>
                </c:pt>
                <c:pt idx="61425">
                  <c:v>45431.568055555559</c:v>
                </c:pt>
                <c:pt idx="61426">
                  <c:v>45431.569444444453</c:v>
                </c:pt>
                <c:pt idx="61427">
                  <c:v>45431.578472222223</c:v>
                </c:pt>
                <c:pt idx="61428">
                  <c:v>45431.588194444441</c:v>
                </c:pt>
                <c:pt idx="61429">
                  <c:v>45431.59097222222</c:v>
                </c:pt>
                <c:pt idx="61430">
                  <c:v>45431.614583333343</c:v>
                </c:pt>
                <c:pt idx="61431">
                  <c:v>45432.304861111108</c:v>
                </c:pt>
                <c:pt idx="61432">
                  <c:v>45435.281944444447</c:v>
                </c:pt>
                <c:pt idx="61433">
                  <c:v>45432.337500000001</c:v>
                </c:pt>
                <c:pt idx="61434">
                  <c:v>45432.359722222223</c:v>
                </c:pt>
                <c:pt idx="61435">
                  <c:v>45432.816666666673</c:v>
                </c:pt>
                <c:pt idx="61436">
                  <c:v>45432.836805555547</c:v>
                </c:pt>
                <c:pt idx="61437">
                  <c:v>45432.842361111107</c:v>
                </c:pt>
                <c:pt idx="61438">
                  <c:v>45432.854166666657</c:v>
                </c:pt>
                <c:pt idx="61439">
                  <c:v>45432.859722222223</c:v>
                </c:pt>
                <c:pt idx="61440">
                  <c:v>45432.863194444442</c:v>
                </c:pt>
                <c:pt idx="61441">
                  <c:v>45432.865972222222</c:v>
                </c:pt>
                <c:pt idx="61442">
                  <c:v>45432.886111111111</c:v>
                </c:pt>
                <c:pt idx="61443">
                  <c:v>45432.915972222218</c:v>
                </c:pt>
                <c:pt idx="61444">
                  <c:v>45432.916666666657</c:v>
                </c:pt>
                <c:pt idx="61445">
                  <c:v>45432.918749999997</c:v>
                </c:pt>
                <c:pt idx="61446">
                  <c:v>45432.938194444447</c:v>
                </c:pt>
                <c:pt idx="61447">
                  <c:v>45432.953472222223</c:v>
                </c:pt>
                <c:pt idx="61448">
                  <c:v>45432.814583333333</c:v>
                </c:pt>
                <c:pt idx="61449">
                  <c:v>45432.96875</c:v>
                </c:pt>
                <c:pt idx="61450">
                  <c:v>45433.020833333343</c:v>
                </c:pt>
                <c:pt idx="61451">
                  <c:v>45433.074999999997</c:v>
                </c:pt>
                <c:pt idx="61452">
                  <c:v>45433.231249999997</c:v>
                </c:pt>
                <c:pt idx="61453">
                  <c:v>45433.282638888893</c:v>
                </c:pt>
                <c:pt idx="61454">
                  <c:v>45433.283333333333</c:v>
                </c:pt>
                <c:pt idx="61455">
                  <c:v>45433.332638888889</c:v>
                </c:pt>
                <c:pt idx="61456">
                  <c:v>45433.352777777778</c:v>
                </c:pt>
                <c:pt idx="61457">
                  <c:v>45433.365277777782</c:v>
                </c:pt>
                <c:pt idx="61458">
                  <c:v>45433.376388888893</c:v>
                </c:pt>
                <c:pt idx="61459">
                  <c:v>45433.399305555547</c:v>
                </c:pt>
                <c:pt idx="61460">
                  <c:v>45433.411805555559</c:v>
                </c:pt>
                <c:pt idx="61461">
                  <c:v>45433.412499999999</c:v>
                </c:pt>
                <c:pt idx="61462">
                  <c:v>45433.413888888892</c:v>
                </c:pt>
                <c:pt idx="61463">
                  <c:v>45432.978472222218</c:v>
                </c:pt>
                <c:pt idx="61464">
                  <c:v>45432.775694444441</c:v>
                </c:pt>
                <c:pt idx="61465">
                  <c:v>45432.757638888892</c:v>
                </c:pt>
                <c:pt idx="61466">
                  <c:v>45432.743055555547</c:v>
                </c:pt>
                <c:pt idx="61467">
                  <c:v>45432.392361111109</c:v>
                </c:pt>
                <c:pt idx="61468">
                  <c:v>45432.40625</c:v>
                </c:pt>
                <c:pt idx="61469">
                  <c:v>45432.412499999999</c:v>
                </c:pt>
                <c:pt idx="61470">
                  <c:v>45432.470138888893</c:v>
                </c:pt>
                <c:pt idx="61471">
                  <c:v>45432.473611111112</c:v>
                </c:pt>
                <c:pt idx="61472">
                  <c:v>45432.490972222222</c:v>
                </c:pt>
                <c:pt idx="61473">
                  <c:v>45432.495138888888</c:v>
                </c:pt>
                <c:pt idx="61474">
                  <c:v>45432.520138888889</c:v>
                </c:pt>
                <c:pt idx="61475">
                  <c:v>45432.527777777781</c:v>
                </c:pt>
                <c:pt idx="61476">
                  <c:v>45432.530555555553</c:v>
                </c:pt>
                <c:pt idx="61477">
                  <c:v>45432.539583333331</c:v>
                </c:pt>
                <c:pt idx="61478">
                  <c:v>45432.560416666667</c:v>
                </c:pt>
                <c:pt idx="61479">
                  <c:v>45432.567361111112</c:v>
                </c:pt>
                <c:pt idx="61480">
                  <c:v>45432.568055555559</c:v>
                </c:pt>
                <c:pt idx="61481">
                  <c:v>45432.57708333333</c:v>
                </c:pt>
                <c:pt idx="61482">
                  <c:v>45432.590277777781</c:v>
                </c:pt>
                <c:pt idx="61483">
                  <c:v>45432.613194444442</c:v>
                </c:pt>
                <c:pt idx="61484">
                  <c:v>45432.628472222219</c:v>
                </c:pt>
                <c:pt idx="61485">
                  <c:v>45432.633333333331</c:v>
                </c:pt>
                <c:pt idx="61486">
                  <c:v>45432.645138888889</c:v>
                </c:pt>
                <c:pt idx="61487">
                  <c:v>45432.684027777781</c:v>
                </c:pt>
                <c:pt idx="61488">
                  <c:v>45432.68472222222</c:v>
                </c:pt>
                <c:pt idx="61489">
                  <c:v>45432.68472222222</c:v>
                </c:pt>
                <c:pt idx="61490">
                  <c:v>45432.709722222222</c:v>
                </c:pt>
                <c:pt idx="61491">
                  <c:v>45432.718055555553</c:v>
                </c:pt>
                <c:pt idx="61492">
                  <c:v>45432.71875</c:v>
                </c:pt>
                <c:pt idx="61493">
                  <c:v>45432.728472222218</c:v>
                </c:pt>
                <c:pt idx="61494">
                  <c:v>45432.73333333333</c:v>
                </c:pt>
                <c:pt idx="61495">
                  <c:v>45432.741666666669</c:v>
                </c:pt>
                <c:pt idx="61496">
                  <c:v>45432.34652777778</c:v>
                </c:pt>
                <c:pt idx="61497">
                  <c:v>45435.295138888891</c:v>
                </c:pt>
                <c:pt idx="61498">
                  <c:v>45435.32916666667</c:v>
                </c:pt>
                <c:pt idx="61499">
                  <c:v>45435.361805555563</c:v>
                </c:pt>
                <c:pt idx="61500">
                  <c:v>45437.871527777781</c:v>
                </c:pt>
                <c:pt idx="61501">
                  <c:v>45437.882638888892</c:v>
                </c:pt>
                <c:pt idx="61502">
                  <c:v>45437.883333333331</c:v>
                </c:pt>
                <c:pt idx="61503">
                  <c:v>45437.892361111109</c:v>
                </c:pt>
                <c:pt idx="61504">
                  <c:v>45437.899305555547</c:v>
                </c:pt>
                <c:pt idx="61505">
                  <c:v>45437.910416666673</c:v>
                </c:pt>
                <c:pt idx="61506">
                  <c:v>45437.940972222219</c:v>
                </c:pt>
                <c:pt idx="61507">
                  <c:v>45438.034722222219</c:v>
                </c:pt>
                <c:pt idx="61508">
                  <c:v>45438.059027777781</c:v>
                </c:pt>
                <c:pt idx="61509">
                  <c:v>45438.30972222222</c:v>
                </c:pt>
                <c:pt idx="61510">
                  <c:v>45438.379861111112</c:v>
                </c:pt>
                <c:pt idx="61511">
                  <c:v>45438.402777777781</c:v>
                </c:pt>
                <c:pt idx="61512">
                  <c:v>45438.436805555553</c:v>
                </c:pt>
                <c:pt idx="61513">
                  <c:v>45437.867361111108</c:v>
                </c:pt>
                <c:pt idx="61514">
                  <c:v>45438.443749999999</c:v>
                </c:pt>
                <c:pt idx="61515">
                  <c:v>45438.45</c:v>
                </c:pt>
                <c:pt idx="61516">
                  <c:v>45438.454861111109</c:v>
                </c:pt>
                <c:pt idx="61517">
                  <c:v>45438.458333333343</c:v>
                </c:pt>
                <c:pt idx="61518">
                  <c:v>45438.46597222222</c:v>
                </c:pt>
                <c:pt idx="61519">
                  <c:v>45438.47152777778</c:v>
                </c:pt>
                <c:pt idx="61520">
                  <c:v>45438.492361111108</c:v>
                </c:pt>
                <c:pt idx="61521">
                  <c:v>45438.517361111109</c:v>
                </c:pt>
                <c:pt idx="61522">
                  <c:v>45438.518055555563</c:v>
                </c:pt>
                <c:pt idx="61523">
                  <c:v>45438.543749999997</c:v>
                </c:pt>
                <c:pt idx="61524">
                  <c:v>45438.553472222222</c:v>
                </c:pt>
                <c:pt idx="61525">
                  <c:v>45438.588194444441</c:v>
                </c:pt>
                <c:pt idx="61526">
                  <c:v>45438.59652777778</c:v>
                </c:pt>
                <c:pt idx="61527">
                  <c:v>45438.602083333331</c:v>
                </c:pt>
                <c:pt idx="61528">
                  <c:v>45438.444444444453</c:v>
                </c:pt>
                <c:pt idx="61529">
                  <c:v>45437.865277777782</c:v>
                </c:pt>
                <c:pt idx="61530">
                  <c:v>45437.857638888891</c:v>
                </c:pt>
                <c:pt idx="61531">
                  <c:v>45437.840277777781</c:v>
                </c:pt>
                <c:pt idx="61532">
                  <c:v>45437.1875</c:v>
                </c:pt>
                <c:pt idx="61533">
                  <c:v>45437.21875</c:v>
                </c:pt>
                <c:pt idx="61534">
                  <c:v>45437.333333333343</c:v>
                </c:pt>
                <c:pt idx="61535">
                  <c:v>45437.337500000001</c:v>
                </c:pt>
                <c:pt idx="61536">
                  <c:v>45437.352083333331</c:v>
                </c:pt>
                <c:pt idx="61537">
                  <c:v>45437.371527777781</c:v>
                </c:pt>
                <c:pt idx="61538">
                  <c:v>45437.40902777778</c:v>
                </c:pt>
                <c:pt idx="61539">
                  <c:v>45437.426388888889</c:v>
                </c:pt>
                <c:pt idx="61540">
                  <c:v>45437.435416666667</c:v>
                </c:pt>
                <c:pt idx="61541">
                  <c:v>45437.453472222223</c:v>
                </c:pt>
                <c:pt idx="61542">
                  <c:v>45437.466666666667</c:v>
                </c:pt>
                <c:pt idx="61543">
                  <c:v>45437.508333333331</c:v>
                </c:pt>
                <c:pt idx="61544">
                  <c:v>45437.515277777777</c:v>
                </c:pt>
                <c:pt idx="61545">
                  <c:v>45437.534722222219</c:v>
                </c:pt>
                <c:pt idx="61546">
                  <c:v>45437.538888888892</c:v>
                </c:pt>
                <c:pt idx="61547">
                  <c:v>45437.542361111111</c:v>
                </c:pt>
                <c:pt idx="61548">
                  <c:v>45437.556250000001</c:v>
                </c:pt>
                <c:pt idx="61549">
                  <c:v>45437.560416666667</c:v>
                </c:pt>
                <c:pt idx="61550">
                  <c:v>45437.578472222223</c:v>
                </c:pt>
                <c:pt idx="61551">
                  <c:v>45437.629166666673</c:v>
                </c:pt>
                <c:pt idx="61552">
                  <c:v>45437.640972222223</c:v>
                </c:pt>
                <c:pt idx="61553">
                  <c:v>45437.667361111111</c:v>
                </c:pt>
                <c:pt idx="61554">
                  <c:v>45437.734722222223</c:v>
                </c:pt>
                <c:pt idx="61555">
                  <c:v>45437.738194444442</c:v>
                </c:pt>
                <c:pt idx="61556">
                  <c:v>45437.756249999999</c:v>
                </c:pt>
                <c:pt idx="61557">
                  <c:v>45437.765277777777</c:v>
                </c:pt>
                <c:pt idx="61558">
                  <c:v>45437.771527777782</c:v>
                </c:pt>
                <c:pt idx="61559">
                  <c:v>45437.773611111108</c:v>
                </c:pt>
                <c:pt idx="61560">
                  <c:v>45437.82916666667</c:v>
                </c:pt>
                <c:pt idx="61561">
                  <c:v>45438.617361111108</c:v>
                </c:pt>
                <c:pt idx="61562">
                  <c:v>45437.185416666667</c:v>
                </c:pt>
                <c:pt idx="61563">
                  <c:v>45438.618750000001</c:v>
                </c:pt>
                <c:pt idx="61564">
                  <c:v>45438.667361111111</c:v>
                </c:pt>
                <c:pt idx="61565">
                  <c:v>45439.104166666657</c:v>
                </c:pt>
                <c:pt idx="61566">
                  <c:v>45439.12777777778</c:v>
                </c:pt>
                <c:pt idx="61567">
                  <c:v>45439.133333333331</c:v>
                </c:pt>
                <c:pt idx="61568">
                  <c:v>45439.270833333343</c:v>
                </c:pt>
                <c:pt idx="61569">
                  <c:v>45439.306944444441</c:v>
                </c:pt>
                <c:pt idx="61570">
                  <c:v>45439.325694444437</c:v>
                </c:pt>
                <c:pt idx="61571">
                  <c:v>45439.340277777781</c:v>
                </c:pt>
                <c:pt idx="61572">
                  <c:v>45439.344444444447</c:v>
                </c:pt>
                <c:pt idx="61573">
                  <c:v>45439.347222222219</c:v>
                </c:pt>
                <c:pt idx="61574">
                  <c:v>45439.352083333331</c:v>
                </c:pt>
                <c:pt idx="61575">
                  <c:v>45439.363194444442</c:v>
                </c:pt>
                <c:pt idx="61576">
                  <c:v>45439.404861111107</c:v>
                </c:pt>
                <c:pt idx="61577">
                  <c:v>45439.405555555553</c:v>
                </c:pt>
                <c:pt idx="61578">
                  <c:v>45439.039583333331</c:v>
                </c:pt>
                <c:pt idx="61579">
                  <c:v>45439.414583333331</c:v>
                </c:pt>
                <c:pt idx="61580">
                  <c:v>45439.432638888888</c:v>
                </c:pt>
                <c:pt idx="61581">
                  <c:v>45439.436111111107</c:v>
                </c:pt>
                <c:pt idx="61582">
                  <c:v>45439.445833333331</c:v>
                </c:pt>
                <c:pt idx="61583">
                  <c:v>45439.446527777778</c:v>
                </c:pt>
                <c:pt idx="61584">
                  <c:v>45439.45208333333</c:v>
                </c:pt>
                <c:pt idx="61585">
                  <c:v>45439.457638888889</c:v>
                </c:pt>
                <c:pt idx="61586">
                  <c:v>45439.465277777781</c:v>
                </c:pt>
                <c:pt idx="61587">
                  <c:v>45439.46875</c:v>
                </c:pt>
                <c:pt idx="61588">
                  <c:v>45439.476388888892</c:v>
                </c:pt>
                <c:pt idx="61589">
                  <c:v>45439.477083333331</c:v>
                </c:pt>
                <c:pt idx="61590">
                  <c:v>45439.489583333343</c:v>
                </c:pt>
                <c:pt idx="61591">
                  <c:v>45439.5</c:v>
                </c:pt>
                <c:pt idx="61592">
                  <c:v>45439.5</c:v>
                </c:pt>
                <c:pt idx="61593">
                  <c:v>45439.420138888891</c:v>
                </c:pt>
                <c:pt idx="61594">
                  <c:v>45439.031944444447</c:v>
                </c:pt>
                <c:pt idx="61595">
                  <c:v>45439.01666666667</c:v>
                </c:pt>
                <c:pt idx="61596">
                  <c:v>45439.012499999997</c:v>
                </c:pt>
                <c:pt idx="61597">
                  <c:v>45438.667361111111</c:v>
                </c:pt>
                <c:pt idx="61598">
                  <c:v>45438.681944444441</c:v>
                </c:pt>
                <c:pt idx="61599">
                  <c:v>45438.702777777777</c:v>
                </c:pt>
                <c:pt idx="61600">
                  <c:v>45438.70416666667</c:v>
                </c:pt>
                <c:pt idx="61601">
                  <c:v>45438.720138888893</c:v>
                </c:pt>
                <c:pt idx="61602">
                  <c:v>45438.723611111112</c:v>
                </c:pt>
                <c:pt idx="61603">
                  <c:v>45438.725694444453</c:v>
                </c:pt>
                <c:pt idx="61604">
                  <c:v>45438.737500000003</c:v>
                </c:pt>
                <c:pt idx="61605">
                  <c:v>45438.77847222222</c:v>
                </c:pt>
                <c:pt idx="61606">
                  <c:v>45438.779166666667</c:v>
                </c:pt>
                <c:pt idx="61607">
                  <c:v>45438.786111111112</c:v>
                </c:pt>
                <c:pt idx="61608">
                  <c:v>45438.792361111111</c:v>
                </c:pt>
                <c:pt idx="61609">
                  <c:v>45438.804166666669</c:v>
                </c:pt>
                <c:pt idx="61610">
                  <c:v>45438.804861111108</c:v>
                </c:pt>
                <c:pt idx="61611">
                  <c:v>45438.831250000003</c:v>
                </c:pt>
                <c:pt idx="61612">
                  <c:v>45438.833333333343</c:v>
                </c:pt>
                <c:pt idx="61613">
                  <c:v>45438.866666666669</c:v>
                </c:pt>
                <c:pt idx="61614">
                  <c:v>45438.870138888888</c:v>
                </c:pt>
                <c:pt idx="61615">
                  <c:v>45438.870138888888</c:v>
                </c:pt>
                <c:pt idx="61616">
                  <c:v>45438.870833333327</c:v>
                </c:pt>
                <c:pt idx="61617">
                  <c:v>45438.879166666673</c:v>
                </c:pt>
                <c:pt idx="61618">
                  <c:v>45438.900694444441</c:v>
                </c:pt>
                <c:pt idx="61619">
                  <c:v>45438.902083333327</c:v>
                </c:pt>
                <c:pt idx="61620">
                  <c:v>45438.915277777778</c:v>
                </c:pt>
                <c:pt idx="61621">
                  <c:v>45438.927083333343</c:v>
                </c:pt>
                <c:pt idx="61622">
                  <c:v>45438.938888888893</c:v>
                </c:pt>
                <c:pt idx="61623">
                  <c:v>45438.955555555563</c:v>
                </c:pt>
                <c:pt idx="61624">
                  <c:v>45438.99722222222</c:v>
                </c:pt>
                <c:pt idx="61625">
                  <c:v>45438.998611111107</c:v>
                </c:pt>
                <c:pt idx="61626">
                  <c:v>45438.630555555559</c:v>
                </c:pt>
                <c:pt idx="61627">
                  <c:v>45409.95416666667</c:v>
                </c:pt>
                <c:pt idx="61628">
                  <c:v>45437.087500000001</c:v>
                </c:pt>
                <c:pt idx="61629">
                  <c:v>45437.053472222222</c:v>
                </c:pt>
                <c:pt idx="61630">
                  <c:v>45435.616666666669</c:v>
                </c:pt>
                <c:pt idx="61631">
                  <c:v>45435.628472222219</c:v>
                </c:pt>
                <c:pt idx="61632">
                  <c:v>45435.638888888891</c:v>
                </c:pt>
                <c:pt idx="61633">
                  <c:v>45435.647916666669</c:v>
                </c:pt>
                <c:pt idx="61634">
                  <c:v>45435.647916666669</c:v>
                </c:pt>
                <c:pt idx="61635">
                  <c:v>45435.650694444441</c:v>
                </c:pt>
                <c:pt idx="61636">
                  <c:v>45435.661111111112</c:v>
                </c:pt>
                <c:pt idx="61637">
                  <c:v>45435.673611111109</c:v>
                </c:pt>
                <c:pt idx="61638">
                  <c:v>45435.70208333333</c:v>
                </c:pt>
                <c:pt idx="61639">
                  <c:v>45435.702777777777</c:v>
                </c:pt>
                <c:pt idx="61640">
                  <c:v>45435.712500000001</c:v>
                </c:pt>
                <c:pt idx="61641">
                  <c:v>45435.718055555553</c:v>
                </c:pt>
                <c:pt idx="61642">
                  <c:v>45435.722222222219</c:v>
                </c:pt>
                <c:pt idx="61643">
                  <c:v>45435.603472222218</c:v>
                </c:pt>
                <c:pt idx="61644">
                  <c:v>45435.724305555559</c:v>
                </c:pt>
                <c:pt idx="61645">
                  <c:v>45435.792361111111</c:v>
                </c:pt>
                <c:pt idx="61646">
                  <c:v>45435.804861111108</c:v>
                </c:pt>
                <c:pt idx="61647">
                  <c:v>45435.808333333327</c:v>
                </c:pt>
                <c:pt idx="61648">
                  <c:v>45435.813194444447</c:v>
                </c:pt>
                <c:pt idx="61649">
                  <c:v>45435.817361111112</c:v>
                </c:pt>
                <c:pt idx="61650">
                  <c:v>45435.821527777778</c:v>
                </c:pt>
                <c:pt idx="61651">
                  <c:v>45435.822916666657</c:v>
                </c:pt>
                <c:pt idx="61652">
                  <c:v>45435.843055555553</c:v>
                </c:pt>
                <c:pt idx="61653">
                  <c:v>45435.843055555553</c:v>
                </c:pt>
                <c:pt idx="61654">
                  <c:v>45435.859722222223</c:v>
                </c:pt>
                <c:pt idx="61655">
                  <c:v>45435.870833333327</c:v>
                </c:pt>
                <c:pt idx="61656">
                  <c:v>45435.888194444437</c:v>
                </c:pt>
                <c:pt idx="61657">
                  <c:v>45435.905555555553</c:v>
                </c:pt>
                <c:pt idx="61658">
                  <c:v>45435.729861111111</c:v>
                </c:pt>
                <c:pt idx="61659">
                  <c:v>45435.597222222219</c:v>
                </c:pt>
                <c:pt idx="61660">
                  <c:v>45435.586805555547</c:v>
                </c:pt>
                <c:pt idx="61661">
                  <c:v>45435.585416666669</c:v>
                </c:pt>
                <c:pt idx="61662">
                  <c:v>45435.365277777782</c:v>
                </c:pt>
                <c:pt idx="61663">
                  <c:v>45435.393055555563</c:v>
                </c:pt>
                <c:pt idx="61664">
                  <c:v>45435.399305555547</c:v>
                </c:pt>
                <c:pt idx="61665">
                  <c:v>45435.415972222218</c:v>
                </c:pt>
                <c:pt idx="61666">
                  <c:v>45435.431944444441</c:v>
                </c:pt>
                <c:pt idx="61667">
                  <c:v>45435.435416666667</c:v>
                </c:pt>
                <c:pt idx="61668">
                  <c:v>45435.443749999999</c:v>
                </c:pt>
                <c:pt idx="61669">
                  <c:v>45435.447916666657</c:v>
                </c:pt>
                <c:pt idx="61670">
                  <c:v>45435.448611111111</c:v>
                </c:pt>
                <c:pt idx="61671">
                  <c:v>45435.45</c:v>
                </c:pt>
                <c:pt idx="61672">
                  <c:v>45435.45</c:v>
                </c:pt>
                <c:pt idx="61673">
                  <c:v>45435.465277777781</c:v>
                </c:pt>
                <c:pt idx="61674">
                  <c:v>45435.475694444453</c:v>
                </c:pt>
                <c:pt idx="61675">
                  <c:v>45435.488888888889</c:v>
                </c:pt>
                <c:pt idx="61676">
                  <c:v>45435.501388888893</c:v>
                </c:pt>
                <c:pt idx="61677">
                  <c:v>45435.50277777778</c:v>
                </c:pt>
                <c:pt idx="61678">
                  <c:v>45435.506249999999</c:v>
                </c:pt>
                <c:pt idx="61679">
                  <c:v>45435.508333333331</c:v>
                </c:pt>
                <c:pt idx="61680">
                  <c:v>45435.520833333343</c:v>
                </c:pt>
                <c:pt idx="61681">
                  <c:v>45435.527777777781</c:v>
                </c:pt>
                <c:pt idx="61682">
                  <c:v>45435.527777777781</c:v>
                </c:pt>
                <c:pt idx="61683">
                  <c:v>45435.529861111107</c:v>
                </c:pt>
                <c:pt idx="61684">
                  <c:v>45435.533333333333</c:v>
                </c:pt>
                <c:pt idx="61685">
                  <c:v>45435.540277777778</c:v>
                </c:pt>
                <c:pt idx="61686">
                  <c:v>45435.540972222218</c:v>
                </c:pt>
                <c:pt idx="61687">
                  <c:v>45435.541666666657</c:v>
                </c:pt>
                <c:pt idx="61688">
                  <c:v>45435.546527777777</c:v>
                </c:pt>
                <c:pt idx="61689">
                  <c:v>45435.552777777782</c:v>
                </c:pt>
                <c:pt idx="61690">
                  <c:v>45435.568749999999</c:v>
                </c:pt>
                <c:pt idx="61691">
                  <c:v>45435.913888888892</c:v>
                </c:pt>
                <c:pt idx="61692">
                  <c:v>45437.055555555547</c:v>
                </c:pt>
                <c:pt idx="61693">
                  <c:v>45435.943749999999</c:v>
                </c:pt>
                <c:pt idx="61694">
                  <c:v>45435.975694444453</c:v>
                </c:pt>
                <c:pt idx="61695">
                  <c:v>45436.644444444442</c:v>
                </c:pt>
                <c:pt idx="61696">
                  <c:v>45436.661111111112</c:v>
                </c:pt>
                <c:pt idx="61697">
                  <c:v>45436.669444444437</c:v>
                </c:pt>
                <c:pt idx="61698">
                  <c:v>45436.675694444442</c:v>
                </c:pt>
                <c:pt idx="61699">
                  <c:v>45436.697222222218</c:v>
                </c:pt>
                <c:pt idx="61700">
                  <c:v>45436.711805555547</c:v>
                </c:pt>
                <c:pt idx="61701">
                  <c:v>45436.713194444441</c:v>
                </c:pt>
                <c:pt idx="61702">
                  <c:v>45436.717361111107</c:v>
                </c:pt>
                <c:pt idx="61703">
                  <c:v>45436.723611111112</c:v>
                </c:pt>
                <c:pt idx="61704">
                  <c:v>45436.755555555559</c:v>
                </c:pt>
                <c:pt idx="61705">
                  <c:v>45436.757638888892</c:v>
                </c:pt>
                <c:pt idx="61706">
                  <c:v>45436.785416666673</c:v>
                </c:pt>
                <c:pt idx="61707">
                  <c:v>45436.805555555547</c:v>
                </c:pt>
                <c:pt idx="61708">
                  <c:v>45436.637499999997</c:v>
                </c:pt>
                <c:pt idx="61709">
                  <c:v>45436.806250000001</c:v>
                </c:pt>
                <c:pt idx="61710">
                  <c:v>45436.841666666667</c:v>
                </c:pt>
                <c:pt idx="61711">
                  <c:v>45436.859027777777</c:v>
                </c:pt>
                <c:pt idx="61712">
                  <c:v>45436.861111111109</c:v>
                </c:pt>
                <c:pt idx="61713">
                  <c:v>45436.870138888888</c:v>
                </c:pt>
                <c:pt idx="61714">
                  <c:v>45436.870138888888</c:v>
                </c:pt>
                <c:pt idx="61715">
                  <c:v>45436.870833333327</c:v>
                </c:pt>
                <c:pt idx="61716">
                  <c:v>45436.887499999997</c:v>
                </c:pt>
                <c:pt idx="61717">
                  <c:v>45436.89166666667</c:v>
                </c:pt>
                <c:pt idx="61718">
                  <c:v>45436.904861111107</c:v>
                </c:pt>
                <c:pt idx="61719">
                  <c:v>45436.932638888888</c:v>
                </c:pt>
                <c:pt idx="61720">
                  <c:v>45436.94027777778</c:v>
                </c:pt>
                <c:pt idx="61721">
                  <c:v>45436.947222222218</c:v>
                </c:pt>
                <c:pt idx="61722">
                  <c:v>45437.043055555558</c:v>
                </c:pt>
                <c:pt idx="61723">
                  <c:v>45436.817361111112</c:v>
                </c:pt>
                <c:pt idx="61724">
                  <c:v>45436.630555555559</c:v>
                </c:pt>
                <c:pt idx="61725">
                  <c:v>45436.629861111112</c:v>
                </c:pt>
                <c:pt idx="61726">
                  <c:v>45436.62777777778</c:v>
                </c:pt>
                <c:pt idx="61727">
                  <c:v>45435.977083333331</c:v>
                </c:pt>
                <c:pt idx="61728">
                  <c:v>45435.981249999997</c:v>
                </c:pt>
                <c:pt idx="61729">
                  <c:v>45435.994444444441</c:v>
                </c:pt>
                <c:pt idx="61730">
                  <c:v>45436.023611111108</c:v>
                </c:pt>
                <c:pt idx="61731">
                  <c:v>45436.03125</c:v>
                </c:pt>
                <c:pt idx="61732">
                  <c:v>45436.059027777781</c:v>
                </c:pt>
                <c:pt idx="61733">
                  <c:v>45436.068749999999</c:v>
                </c:pt>
                <c:pt idx="61734">
                  <c:v>45436.154861111107</c:v>
                </c:pt>
                <c:pt idx="61735">
                  <c:v>45436.275694444441</c:v>
                </c:pt>
                <c:pt idx="61736">
                  <c:v>45436.343055555553</c:v>
                </c:pt>
                <c:pt idx="61737">
                  <c:v>45436.347916666673</c:v>
                </c:pt>
                <c:pt idx="61738">
                  <c:v>45436.388888888891</c:v>
                </c:pt>
                <c:pt idx="61739">
                  <c:v>45436.402777777781</c:v>
                </c:pt>
                <c:pt idx="61740">
                  <c:v>45436.436111111107</c:v>
                </c:pt>
                <c:pt idx="61741">
                  <c:v>45436.4375</c:v>
                </c:pt>
                <c:pt idx="61742">
                  <c:v>45436.474305555559</c:v>
                </c:pt>
                <c:pt idx="61743">
                  <c:v>45436.482638888891</c:v>
                </c:pt>
                <c:pt idx="61744">
                  <c:v>45436.507638888892</c:v>
                </c:pt>
                <c:pt idx="61745">
                  <c:v>45436.53125</c:v>
                </c:pt>
                <c:pt idx="61746">
                  <c:v>45436.532638888893</c:v>
                </c:pt>
                <c:pt idx="61747">
                  <c:v>45436.541666666657</c:v>
                </c:pt>
                <c:pt idx="61748">
                  <c:v>45436.543055555558</c:v>
                </c:pt>
                <c:pt idx="61749">
                  <c:v>45436.57708333333</c:v>
                </c:pt>
                <c:pt idx="61750">
                  <c:v>45436.589583333327</c:v>
                </c:pt>
                <c:pt idx="61751">
                  <c:v>45436.590277777781</c:v>
                </c:pt>
                <c:pt idx="61752">
                  <c:v>45436.600694444453</c:v>
                </c:pt>
                <c:pt idx="61753">
                  <c:v>45436.602083333331</c:v>
                </c:pt>
                <c:pt idx="61754">
                  <c:v>45436.604861111111</c:v>
                </c:pt>
                <c:pt idx="61755">
                  <c:v>45436.618055555547</c:v>
                </c:pt>
                <c:pt idx="61756">
                  <c:v>45435.96875</c:v>
                </c:pt>
                <c:pt idx="61757">
                  <c:v>45367.478472222218</c:v>
                </c:pt>
                <c:pt idx="61758">
                  <c:v>45409.92291666667</c:v>
                </c:pt>
                <c:pt idx="61759">
                  <c:v>45409.857638888891</c:v>
                </c:pt>
                <c:pt idx="61760">
                  <c:v>45381.002083333333</c:v>
                </c:pt>
                <c:pt idx="61761">
                  <c:v>45381.030555555553</c:v>
                </c:pt>
                <c:pt idx="61762">
                  <c:v>45381.038888888892</c:v>
                </c:pt>
                <c:pt idx="61763">
                  <c:v>45381.114583333343</c:v>
                </c:pt>
                <c:pt idx="61764">
                  <c:v>45381.352777777778</c:v>
                </c:pt>
                <c:pt idx="61765">
                  <c:v>45381.373611111107</c:v>
                </c:pt>
                <c:pt idx="61766">
                  <c:v>45381.422222222223</c:v>
                </c:pt>
                <c:pt idx="61767">
                  <c:v>45381.442361111112</c:v>
                </c:pt>
                <c:pt idx="61768">
                  <c:v>45381.445833333331</c:v>
                </c:pt>
                <c:pt idx="61769">
                  <c:v>45381.479861111111</c:v>
                </c:pt>
                <c:pt idx="61770">
                  <c:v>45381.493750000001</c:v>
                </c:pt>
                <c:pt idx="61771">
                  <c:v>45381.515972222223</c:v>
                </c:pt>
                <c:pt idx="61772">
                  <c:v>45381.542361111111</c:v>
                </c:pt>
                <c:pt idx="61773">
                  <c:v>45380.995138888888</c:v>
                </c:pt>
                <c:pt idx="61774">
                  <c:v>45381.548611111109</c:v>
                </c:pt>
                <c:pt idx="61775">
                  <c:v>45381.563888888893</c:v>
                </c:pt>
                <c:pt idx="61776">
                  <c:v>45381.574305555558</c:v>
                </c:pt>
                <c:pt idx="61777">
                  <c:v>45381.576388888891</c:v>
                </c:pt>
                <c:pt idx="61778">
                  <c:v>45381.609027777777</c:v>
                </c:pt>
                <c:pt idx="61779">
                  <c:v>45381.615972222222</c:v>
                </c:pt>
                <c:pt idx="61780">
                  <c:v>45381.626388888893</c:v>
                </c:pt>
                <c:pt idx="61781">
                  <c:v>45381.677083333343</c:v>
                </c:pt>
                <c:pt idx="61782">
                  <c:v>45381.678472222222</c:v>
                </c:pt>
                <c:pt idx="61783">
                  <c:v>45381.686805555553</c:v>
                </c:pt>
                <c:pt idx="61784">
                  <c:v>45381.711111111108</c:v>
                </c:pt>
                <c:pt idx="61785">
                  <c:v>45381.784722222219</c:v>
                </c:pt>
                <c:pt idx="61786">
                  <c:v>45381.789583333331</c:v>
                </c:pt>
                <c:pt idx="61787">
                  <c:v>45381.790972222218</c:v>
                </c:pt>
                <c:pt idx="61788">
                  <c:v>45381.557638888888</c:v>
                </c:pt>
                <c:pt idx="61789">
                  <c:v>45381.848611111112</c:v>
                </c:pt>
                <c:pt idx="61790">
                  <c:v>45380.96875</c:v>
                </c:pt>
                <c:pt idx="61791">
                  <c:v>45380.948611111111</c:v>
                </c:pt>
                <c:pt idx="61792">
                  <c:v>45380.417361111111</c:v>
                </c:pt>
                <c:pt idx="61793">
                  <c:v>45380.453472222223</c:v>
                </c:pt>
                <c:pt idx="61794">
                  <c:v>45380.472916666673</c:v>
                </c:pt>
                <c:pt idx="61795">
                  <c:v>45380.476388888892</c:v>
                </c:pt>
                <c:pt idx="61796">
                  <c:v>45380.480555555558</c:v>
                </c:pt>
                <c:pt idx="61797">
                  <c:v>45380.515277777777</c:v>
                </c:pt>
                <c:pt idx="61798">
                  <c:v>45380.525694444441</c:v>
                </c:pt>
                <c:pt idx="61799">
                  <c:v>45380.526388888888</c:v>
                </c:pt>
                <c:pt idx="61800">
                  <c:v>45380.531944444447</c:v>
                </c:pt>
                <c:pt idx="61801">
                  <c:v>45380.537499999999</c:v>
                </c:pt>
                <c:pt idx="61802">
                  <c:v>45380.54791666667</c:v>
                </c:pt>
                <c:pt idx="61803">
                  <c:v>45380.584722222222</c:v>
                </c:pt>
                <c:pt idx="61804">
                  <c:v>45380.588194444441</c:v>
                </c:pt>
                <c:pt idx="61805">
                  <c:v>45380.949305555558</c:v>
                </c:pt>
                <c:pt idx="61806">
                  <c:v>45380.629861111112</c:v>
                </c:pt>
                <c:pt idx="61807">
                  <c:v>45380.646527777782</c:v>
                </c:pt>
                <c:pt idx="61808">
                  <c:v>45380.651388888888</c:v>
                </c:pt>
                <c:pt idx="61809">
                  <c:v>45380.672222222223</c:v>
                </c:pt>
                <c:pt idx="61810">
                  <c:v>45380.682638888888</c:v>
                </c:pt>
                <c:pt idx="61811">
                  <c:v>45380.68472222222</c:v>
                </c:pt>
                <c:pt idx="61812">
                  <c:v>45380.720138888893</c:v>
                </c:pt>
                <c:pt idx="61813">
                  <c:v>45380.723611111112</c:v>
                </c:pt>
                <c:pt idx="61814">
                  <c:v>45380.755555555559</c:v>
                </c:pt>
                <c:pt idx="61815">
                  <c:v>45380.833333333343</c:v>
                </c:pt>
                <c:pt idx="61816">
                  <c:v>45380.845138888893</c:v>
                </c:pt>
                <c:pt idx="61817">
                  <c:v>45380.876388888893</c:v>
                </c:pt>
                <c:pt idx="61818">
                  <c:v>45380.925000000003</c:v>
                </c:pt>
                <c:pt idx="61819">
                  <c:v>45380.9375</c:v>
                </c:pt>
                <c:pt idx="61820">
                  <c:v>45380.63958333333</c:v>
                </c:pt>
                <c:pt idx="61821">
                  <c:v>45381.862500000003</c:v>
                </c:pt>
                <c:pt idx="61822">
                  <c:v>45381.872916666667</c:v>
                </c:pt>
                <c:pt idx="61823">
                  <c:v>45381.879861111112</c:v>
                </c:pt>
                <c:pt idx="61824">
                  <c:v>45382.816666666673</c:v>
                </c:pt>
                <c:pt idx="61825">
                  <c:v>45382.852777777778</c:v>
                </c:pt>
                <c:pt idx="61826">
                  <c:v>45382.856249999997</c:v>
                </c:pt>
                <c:pt idx="61827">
                  <c:v>45382.86041666667</c:v>
                </c:pt>
                <c:pt idx="61828">
                  <c:v>45382.868055555547</c:v>
                </c:pt>
                <c:pt idx="61829">
                  <c:v>45382.916666666657</c:v>
                </c:pt>
                <c:pt idx="61830">
                  <c:v>45382.928472222222</c:v>
                </c:pt>
                <c:pt idx="61831">
                  <c:v>45383.01666666667</c:v>
                </c:pt>
                <c:pt idx="61832">
                  <c:v>45383.262499999997</c:v>
                </c:pt>
                <c:pt idx="61833">
                  <c:v>45383.343055555553</c:v>
                </c:pt>
                <c:pt idx="61834">
                  <c:v>45383.345138888893</c:v>
                </c:pt>
                <c:pt idx="61835">
                  <c:v>45383.363194444442</c:v>
                </c:pt>
                <c:pt idx="61836">
                  <c:v>45383.368055555547</c:v>
                </c:pt>
                <c:pt idx="61837">
                  <c:v>45382.81527777778</c:v>
                </c:pt>
                <c:pt idx="61838">
                  <c:v>45383.39166666667</c:v>
                </c:pt>
                <c:pt idx="61839">
                  <c:v>45383.425000000003</c:v>
                </c:pt>
                <c:pt idx="61840">
                  <c:v>45383.439583333333</c:v>
                </c:pt>
                <c:pt idx="61841">
                  <c:v>45383.441666666673</c:v>
                </c:pt>
                <c:pt idx="61842">
                  <c:v>45383.457638888889</c:v>
                </c:pt>
                <c:pt idx="61843">
                  <c:v>45383.488888888889</c:v>
                </c:pt>
                <c:pt idx="61844">
                  <c:v>45383.510416666657</c:v>
                </c:pt>
                <c:pt idx="61845">
                  <c:v>45383.520833333343</c:v>
                </c:pt>
                <c:pt idx="61846">
                  <c:v>45383.522916666669</c:v>
                </c:pt>
                <c:pt idx="61847">
                  <c:v>45383.527083333327</c:v>
                </c:pt>
                <c:pt idx="61848">
                  <c:v>45383.527083333327</c:v>
                </c:pt>
                <c:pt idx="61849">
                  <c:v>45383.569444444453</c:v>
                </c:pt>
                <c:pt idx="61850">
                  <c:v>45383.570138888892</c:v>
                </c:pt>
                <c:pt idx="61851">
                  <c:v>45383.59097222222</c:v>
                </c:pt>
                <c:pt idx="61852">
                  <c:v>45383.425000000003</c:v>
                </c:pt>
                <c:pt idx="61853">
                  <c:v>45382.8125</c:v>
                </c:pt>
                <c:pt idx="61854">
                  <c:v>45382.804861111108</c:v>
                </c:pt>
                <c:pt idx="61855">
                  <c:v>45382.798611111109</c:v>
                </c:pt>
                <c:pt idx="61856">
                  <c:v>45381.940972222219</c:v>
                </c:pt>
                <c:pt idx="61857">
                  <c:v>45381.986111111109</c:v>
                </c:pt>
                <c:pt idx="61858">
                  <c:v>45382.083333333343</c:v>
                </c:pt>
                <c:pt idx="61859">
                  <c:v>45382.315972222219</c:v>
                </c:pt>
                <c:pt idx="61860">
                  <c:v>45382.327777777777</c:v>
                </c:pt>
                <c:pt idx="61861">
                  <c:v>45382.37222222222</c:v>
                </c:pt>
                <c:pt idx="61862">
                  <c:v>45382.402083333327</c:v>
                </c:pt>
                <c:pt idx="61863">
                  <c:v>45382.415277777778</c:v>
                </c:pt>
                <c:pt idx="61864">
                  <c:v>45382.417361111111</c:v>
                </c:pt>
                <c:pt idx="61865">
                  <c:v>45382.46597222222</c:v>
                </c:pt>
                <c:pt idx="61866">
                  <c:v>45382.470833333333</c:v>
                </c:pt>
                <c:pt idx="61867">
                  <c:v>45382.478472222218</c:v>
                </c:pt>
                <c:pt idx="61868">
                  <c:v>45382.486805555563</c:v>
                </c:pt>
                <c:pt idx="61869">
                  <c:v>45382.511805555558</c:v>
                </c:pt>
                <c:pt idx="61870">
                  <c:v>45382.51666666667</c:v>
                </c:pt>
                <c:pt idx="61871">
                  <c:v>45382.526388888888</c:v>
                </c:pt>
                <c:pt idx="61872">
                  <c:v>45382.529166666667</c:v>
                </c:pt>
                <c:pt idx="61873">
                  <c:v>45382.568749999999</c:v>
                </c:pt>
                <c:pt idx="61874">
                  <c:v>45382.602083333331</c:v>
                </c:pt>
                <c:pt idx="61875">
                  <c:v>45382.624305555553</c:v>
                </c:pt>
                <c:pt idx="61876">
                  <c:v>45382.634027777778</c:v>
                </c:pt>
                <c:pt idx="61877">
                  <c:v>45382.672222222223</c:v>
                </c:pt>
                <c:pt idx="61878">
                  <c:v>45382.690972222219</c:v>
                </c:pt>
                <c:pt idx="61879">
                  <c:v>45382.699305555558</c:v>
                </c:pt>
                <c:pt idx="61880">
                  <c:v>45382.705555555563</c:v>
                </c:pt>
                <c:pt idx="61881">
                  <c:v>45382.723611111112</c:v>
                </c:pt>
                <c:pt idx="61882">
                  <c:v>45382.727083333331</c:v>
                </c:pt>
                <c:pt idx="61883">
                  <c:v>45382.727083333331</c:v>
                </c:pt>
                <c:pt idx="61884">
                  <c:v>45382.763194444437</c:v>
                </c:pt>
                <c:pt idx="61885">
                  <c:v>45380.407638888893</c:v>
                </c:pt>
                <c:pt idx="61886">
                  <c:v>45380.395138888889</c:v>
                </c:pt>
                <c:pt idx="61887">
                  <c:v>45380.387499999997</c:v>
                </c:pt>
                <c:pt idx="61888">
                  <c:v>45380.328472222223</c:v>
                </c:pt>
                <c:pt idx="61889">
                  <c:v>45378.435416666667</c:v>
                </c:pt>
                <c:pt idx="61890">
                  <c:v>45378.438888888893</c:v>
                </c:pt>
                <c:pt idx="61891">
                  <c:v>45378.513888888891</c:v>
                </c:pt>
                <c:pt idx="61892">
                  <c:v>45378.51458333333</c:v>
                </c:pt>
                <c:pt idx="61893">
                  <c:v>45378.518750000003</c:v>
                </c:pt>
                <c:pt idx="61894">
                  <c:v>45378.519444444442</c:v>
                </c:pt>
                <c:pt idx="61895">
                  <c:v>45378.53125</c:v>
                </c:pt>
                <c:pt idx="61896">
                  <c:v>45378.538888888892</c:v>
                </c:pt>
                <c:pt idx="61897">
                  <c:v>45378.543749999997</c:v>
                </c:pt>
                <c:pt idx="61898">
                  <c:v>45378.559027777781</c:v>
                </c:pt>
                <c:pt idx="61899">
                  <c:v>45378.55972222222</c:v>
                </c:pt>
                <c:pt idx="61900">
                  <c:v>45378.578472222223</c:v>
                </c:pt>
                <c:pt idx="61901">
                  <c:v>45378.624305555553</c:v>
                </c:pt>
                <c:pt idx="61902">
                  <c:v>45378.431944444441</c:v>
                </c:pt>
                <c:pt idx="61903">
                  <c:v>45378.627083333333</c:v>
                </c:pt>
                <c:pt idx="61904">
                  <c:v>45378.662499999999</c:v>
                </c:pt>
                <c:pt idx="61905">
                  <c:v>45378.715277777781</c:v>
                </c:pt>
                <c:pt idx="61906">
                  <c:v>45378.772222222222</c:v>
                </c:pt>
                <c:pt idx="61907">
                  <c:v>45378.80972222222</c:v>
                </c:pt>
                <c:pt idx="61908">
                  <c:v>45378.813194444447</c:v>
                </c:pt>
                <c:pt idx="61909">
                  <c:v>45378.822222222218</c:v>
                </c:pt>
                <c:pt idx="61910">
                  <c:v>45378.825694444437</c:v>
                </c:pt>
                <c:pt idx="61911">
                  <c:v>45378.831250000003</c:v>
                </c:pt>
                <c:pt idx="61912">
                  <c:v>45378.843055555553</c:v>
                </c:pt>
                <c:pt idx="61913">
                  <c:v>45378.852777777778</c:v>
                </c:pt>
                <c:pt idx="61914">
                  <c:v>45378.857638888891</c:v>
                </c:pt>
                <c:pt idx="61915">
                  <c:v>45378.861111111109</c:v>
                </c:pt>
                <c:pt idx="61916">
                  <c:v>45378.865972222222</c:v>
                </c:pt>
                <c:pt idx="61917">
                  <c:v>45378.62777777778</c:v>
                </c:pt>
                <c:pt idx="61918">
                  <c:v>45378.398611111108</c:v>
                </c:pt>
                <c:pt idx="61919">
                  <c:v>45378.378472222219</c:v>
                </c:pt>
                <c:pt idx="61920">
                  <c:v>45378.351388888892</c:v>
                </c:pt>
                <c:pt idx="61921">
                  <c:v>45377.588194444441</c:v>
                </c:pt>
                <c:pt idx="61922">
                  <c:v>45377.599999999999</c:v>
                </c:pt>
                <c:pt idx="61923">
                  <c:v>45377.605555555558</c:v>
                </c:pt>
                <c:pt idx="61924">
                  <c:v>45377.609027777777</c:v>
                </c:pt>
                <c:pt idx="61925">
                  <c:v>45377.614583333343</c:v>
                </c:pt>
                <c:pt idx="61926">
                  <c:v>45377.618750000001</c:v>
                </c:pt>
                <c:pt idx="61927">
                  <c:v>45377.645138888889</c:v>
                </c:pt>
                <c:pt idx="61928">
                  <c:v>45377.662499999999</c:v>
                </c:pt>
                <c:pt idx="61929">
                  <c:v>45377.670138888891</c:v>
                </c:pt>
                <c:pt idx="61930">
                  <c:v>45377.6875</c:v>
                </c:pt>
                <c:pt idx="61931">
                  <c:v>45377.699305555558</c:v>
                </c:pt>
                <c:pt idx="61932">
                  <c:v>45377.715277777781</c:v>
                </c:pt>
                <c:pt idx="61933">
                  <c:v>45377.731944444437</c:v>
                </c:pt>
                <c:pt idx="61934">
                  <c:v>45377.73541666667</c:v>
                </c:pt>
                <c:pt idx="61935">
                  <c:v>45377.741666666669</c:v>
                </c:pt>
                <c:pt idx="61936">
                  <c:v>45377.75</c:v>
                </c:pt>
                <c:pt idx="61937">
                  <c:v>45377.771527777782</c:v>
                </c:pt>
                <c:pt idx="61938">
                  <c:v>45377.790277777778</c:v>
                </c:pt>
                <c:pt idx="61939">
                  <c:v>45377.800694444442</c:v>
                </c:pt>
                <c:pt idx="61940">
                  <c:v>45377.833333333343</c:v>
                </c:pt>
                <c:pt idx="61941">
                  <c:v>45377.866666666669</c:v>
                </c:pt>
                <c:pt idx="61942">
                  <c:v>45377.90625</c:v>
                </c:pt>
                <c:pt idx="61943">
                  <c:v>45377.916666666657</c:v>
                </c:pt>
                <c:pt idx="61944">
                  <c:v>45377.986111111109</c:v>
                </c:pt>
                <c:pt idx="61945">
                  <c:v>45378.044444444437</c:v>
                </c:pt>
                <c:pt idx="61946">
                  <c:v>45378.158333333333</c:v>
                </c:pt>
                <c:pt idx="61947">
                  <c:v>45378.258333333331</c:v>
                </c:pt>
                <c:pt idx="61948">
                  <c:v>45378.316666666673</c:v>
                </c:pt>
                <c:pt idx="61949">
                  <c:v>45378.336111111108</c:v>
                </c:pt>
                <c:pt idx="61950">
                  <c:v>45378.866666666669</c:v>
                </c:pt>
                <c:pt idx="61951">
                  <c:v>45383.6</c:v>
                </c:pt>
                <c:pt idx="61952">
                  <c:v>45378.90625</c:v>
                </c:pt>
                <c:pt idx="61953">
                  <c:v>45378.963888888888</c:v>
                </c:pt>
                <c:pt idx="61954">
                  <c:v>45379.708333333343</c:v>
                </c:pt>
                <c:pt idx="61955">
                  <c:v>45379.711805555547</c:v>
                </c:pt>
                <c:pt idx="61956">
                  <c:v>45379.727083333331</c:v>
                </c:pt>
                <c:pt idx="61957">
                  <c:v>45379.73541666667</c:v>
                </c:pt>
                <c:pt idx="61958">
                  <c:v>45379.739583333343</c:v>
                </c:pt>
                <c:pt idx="61959">
                  <c:v>45379.75</c:v>
                </c:pt>
                <c:pt idx="61960">
                  <c:v>45379.752083333333</c:v>
                </c:pt>
                <c:pt idx="61961">
                  <c:v>45379.753472222219</c:v>
                </c:pt>
                <c:pt idx="61962">
                  <c:v>45379.759027777778</c:v>
                </c:pt>
                <c:pt idx="61963">
                  <c:v>45379.768055555563</c:v>
                </c:pt>
                <c:pt idx="61964">
                  <c:v>45379.78125</c:v>
                </c:pt>
                <c:pt idx="61965">
                  <c:v>45379.784722222219</c:v>
                </c:pt>
                <c:pt idx="61966">
                  <c:v>45379.802777777782</c:v>
                </c:pt>
                <c:pt idx="61967">
                  <c:v>45379.696527777778</c:v>
                </c:pt>
                <c:pt idx="61968">
                  <c:v>45379.816666666673</c:v>
                </c:pt>
                <c:pt idx="61969">
                  <c:v>45379.832638888889</c:v>
                </c:pt>
                <c:pt idx="61970">
                  <c:v>45379.848611111112</c:v>
                </c:pt>
                <c:pt idx="61971">
                  <c:v>45379.856249999997</c:v>
                </c:pt>
                <c:pt idx="61972">
                  <c:v>45379.863888888889</c:v>
                </c:pt>
                <c:pt idx="61973">
                  <c:v>45379.92291666667</c:v>
                </c:pt>
                <c:pt idx="61974">
                  <c:v>45379.927777777782</c:v>
                </c:pt>
                <c:pt idx="61975">
                  <c:v>45379.95416666667</c:v>
                </c:pt>
                <c:pt idx="61976">
                  <c:v>45379.956944444442</c:v>
                </c:pt>
                <c:pt idx="61977">
                  <c:v>45380.007638888892</c:v>
                </c:pt>
                <c:pt idx="61978">
                  <c:v>45380.020833333343</c:v>
                </c:pt>
                <c:pt idx="61979">
                  <c:v>45380.036111111112</c:v>
                </c:pt>
                <c:pt idx="61980">
                  <c:v>45380.162499999999</c:v>
                </c:pt>
                <c:pt idx="61981">
                  <c:v>45380.279861111107</c:v>
                </c:pt>
                <c:pt idx="61982">
                  <c:v>45379.827777777777</c:v>
                </c:pt>
                <c:pt idx="61983">
                  <c:v>45379.681944444441</c:v>
                </c:pt>
                <c:pt idx="61984">
                  <c:v>45379.676388888889</c:v>
                </c:pt>
                <c:pt idx="61985">
                  <c:v>45379.661805555559</c:v>
                </c:pt>
                <c:pt idx="61986">
                  <c:v>45378.984027777777</c:v>
                </c:pt>
                <c:pt idx="61987">
                  <c:v>45379.008333333331</c:v>
                </c:pt>
                <c:pt idx="61988">
                  <c:v>45379.036805555559</c:v>
                </c:pt>
                <c:pt idx="61989">
                  <c:v>45379.179166666669</c:v>
                </c:pt>
                <c:pt idx="61990">
                  <c:v>45379.209027777782</c:v>
                </c:pt>
                <c:pt idx="61991">
                  <c:v>45379.24722222222</c:v>
                </c:pt>
                <c:pt idx="61992">
                  <c:v>45379.277777777781</c:v>
                </c:pt>
                <c:pt idx="61993">
                  <c:v>45379.284722222219</c:v>
                </c:pt>
                <c:pt idx="61994">
                  <c:v>45379.299305555563</c:v>
                </c:pt>
                <c:pt idx="61995">
                  <c:v>45379.311805555553</c:v>
                </c:pt>
                <c:pt idx="61996">
                  <c:v>45379.322916666657</c:v>
                </c:pt>
                <c:pt idx="61997">
                  <c:v>45379.336805555547</c:v>
                </c:pt>
                <c:pt idx="61998">
                  <c:v>45379.394444444442</c:v>
                </c:pt>
                <c:pt idx="61999">
                  <c:v>45379.396527777782</c:v>
                </c:pt>
                <c:pt idx="62000">
                  <c:v>45379.397916666669</c:v>
                </c:pt>
                <c:pt idx="62001">
                  <c:v>45379.472916666673</c:v>
                </c:pt>
                <c:pt idx="62002">
                  <c:v>45379.497916666667</c:v>
                </c:pt>
                <c:pt idx="62003">
                  <c:v>45379.513888888891</c:v>
                </c:pt>
                <c:pt idx="62004">
                  <c:v>45379.515277777777</c:v>
                </c:pt>
                <c:pt idx="62005">
                  <c:v>45379.524305555547</c:v>
                </c:pt>
                <c:pt idx="62006">
                  <c:v>45379.525000000001</c:v>
                </c:pt>
                <c:pt idx="62007">
                  <c:v>45379.546527777777</c:v>
                </c:pt>
                <c:pt idx="62008">
                  <c:v>45379.552777777782</c:v>
                </c:pt>
                <c:pt idx="62009">
                  <c:v>45379.609027777777</c:v>
                </c:pt>
                <c:pt idx="62010">
                  <c:v>45379.62222222222</c:v>
                </c:pt>
                <c:pt idx="62011">
                  <c:v>45379.626388888893</c:v>
                </c:pt>
                <c:pt idx="62012">
                  <c:v>45379.634027777778</c:v>
                </c:pt>
                <c:pt idx="62013">
                  <c:v>45379.655555555553</c:v>
                </c:pt>
                <c:pt idx="62014">
                  <c:v>45379.65625</c:v>
                </c:pt>
                <c:pt idx="62015">
                  <c:v>45378.914583333331</c:v>
                </c:pt>
                <c:pt idx="62016">
                  <c:v>45377.569444444453</c:v>
                </c:pt>
                <c:pt idx="62017">
                  <c:v>45383.620138888888</c:v>
                </c:pt>
                <c:pt idx="62018">
                  <c:v>45383.638888888891</c:v>
                </c:pt>
                <c:pt idx="62019">
                  <c:v>45387.395138888889</c:v>
                </c:pt>
                <c:pt idx="62020">
                  <c:v>45387.395138888889</c:v>
                </c:pt>
                <c:pt idx="62021">
                  <c:v>45387.402777777781</c:v>
                </c:pt>
                <c:pt idx="62022">
                  <c:v>45387.411805555559</c:v>
                </c:pt>
                <c:pt idx="62023">
                  <c:v>45387.415972222218</c:v>
                </c:pt>
                <c:pt idx="62024">
                  <c:v>45387.428472222222</c:v>
                </c:pt>
                <c:pt idx="62025">
                  <c:v>45387.442361111112</c:v>
                </c:pt>
                <c:pt idx="62026">
                  <c:v>45387.462500000001</c:v>
                </c:pt>
                <c:pt idx="62027">
                  <c:v>45387.463194444441</c:v>
                </c:pt>
                <c:pt idx="62028">
                  <c:v>45387.472222222219</c:v>
                </c:pt>
                <c:pt idx="62029">
                  <c:v>45387.523611111108</c:v>
                </c:pt>
                <c:pt idx="62030">
                  <c:v>45387.526388888888</c:v>
                </c:pt>
                <c:pt idx="62031">
                  <c:v>45387.527777777781</c:v>
                </c:pt>
                <c:pt idx="62032">
                  <c:v>45387.373611111107</c:v>
                </c:pt>
                <c:pt idx="62033">
                  <c:v>45387.529861111107</c:v>
                </c:pt>
                <c:pt idx="62034">
                  <c:v>45387.55972222222</c:v>
                </c:pt>
                <c:pt idx="62035">
                  <c:v>45387.574305555558</c:v>
                </c:pt>
                <c:pt idx="62036">
                  <c:v>45387.57708333333</c:v>
                </c:pt>
                <c:pt idx="62037">
                  <c:v>45387.57708333333</c:v>
                </c:pt>
                <c:pt idx="62038">
                  <c:v>45387.625</c:v>
                </c:pt>
                <c:pt idx="62039">
                  <c:v>45387.634027777778</c:v>
                </c:pt>
                <c:pt idx="62040">
                  <c:v>45387.651388888888</c:v>
                </c:pt>
                <c:pt idx="62041">
                  <c:v>45387.656944444447</c:v>
                </c:pt>
                <c:pt idx="62042">
                  <c:v>45387.666666666657</c:v>
                </c:pt>
                <c:pt idx="62043">
                  <c:v>45387.6875</c:v>
                </c:pt>
                <c:pt idx="62044">
                  <c:v>45387.711805555547</c:v>
                </c:pt>
                <c:pt idx="62045">
                  <c:v>45387.740277777782</c:v>
                </c:pt>
                <c:pt idx="62046">
                  <c:v>45387.752083333333</c:v>
                </c:pt>
                <c:pt idx="62047">
                  <c:v>45387.543749999997</c:v>
                </c:pt>
                <c:pt idx="62048">
                  <c:v>45387.775000000001</c:v>
                </c:pt>
                <c:pt idx="62049">
                  <c:v>45387.359722222223</c:v>
                </c:pt>
                <c:pt idx="62050">
                  <c:v>45387.347222222219</c:v>
                </c:pt>
                <c:pt idx="62051">
                  <c:v>45386.617361111108</c:v>
                </c:pt>
                <c:pt idx="62052">
                  <c:v>45386.631249999999</c:v>
                </c:pt>
                <c:pt idx="62053">
                  <c:v>45386.668749999997</c:v>
                </c:pt>
                <c:pt idx="62054">
                  <c:v>45386.670138888891</c:v>
                </c:pt>
                <c:pt idx="62055">
                  <c:v>45386.675000000003</c:v>
                </c:pt>
                <c:pt idx="62056">
                  <c:v>45386.688888888893</c:v>
                </c:pt>
                <c:pt idx="62057">
                  <c:v>45386.703472222223</c:v>
                </c:pt>
                <c:pt idx="62058">
                  <c:v>45386.720138888893</c:v>
                </c:pt>
                <c:pt idx="62059">
                  <c:v>45386.760416666657</c:v>
                </c:pt>
                <c:pt idx="62060">
                  <c:v>45386.79583333333</c:v>
                </c:pt>
                <c:pt idx="62061">
                  <c:v>45386.805555555547</c:v>
                </c:pt>
                <c:pt idx="62062">
                  <c:v>45386.814583333333</c:v>
                </c:pt>
                <c:pt idx="62063">
                  <c:v>45386.819444444453</c:v>
                </c:pt>
                <c:pt idx="62064">
                  <c:v>45387.351388888892</c:v>
                </c:pt>
                <c:pt idx="62065">
                  <c:v>45386.836111111108</c:v>
                </c:pt>
                <c:pt idx="62066">
                  <c:v>45386.876388888893</c:v>
                </c:pt>
                <c:pt idx="62067">
                  <c:v>45386.945138888892</c:v>
                </c:pt>
                <c:pt idx="62068">
                  <c:v>45386.991666666669</c:v>
                </c:pt>
                <c:pt idx="62069">
                  <c:v>45386.991666666669</c:v>
                </c:pt>
                <c:pt idx="62070">
                  <c:v>45387.036111111112</c:v>
                </c:pt>
                <c:pt idx="62071">
                  <c:v>45387.043055555558</c:v>
                </c:pt>
                <c:pt idx="62072">
                  <c:v>45387.177083333343</c:v>
                </c:pt>
                <c:pt idx="62073">
                  <c:v>45387.188194444447</c:v>
                </c:pt>
                <c:pt idx="62074">
                  <c:v>45387.257638888892</c:v>
                </c:pt>
                <c:pt idx="62075">
                  <c:v>45387.293749999997</c:v>
                </c:pt>
                <c:pt idx="62076">
                  <c:v>45387.328472222223</c:v>
                </c:pt>
                <c:pt idx="62077">
                  <c:v>45387.338888888888</c:v>
                </c:pt>
                <c:pt idx="62078">
                  <c:v>45387.34097222222</c:v>
                </c:pt>
                <c:pt idx="62079">
                  <c:v>45386.865277777782</c:v>
                </c:pt>
                <c:pt idx="62080">
                  <c:v>45387.819444444453</c:v>
                </c:pt>
                <c:pt idx="62081">
                  <c:v>45387.856249999997</c:v>
                </c:pt>
                <c:pt idx="62082">
                  <c:v>45387.870138888888</c:v>
                </c:pt>
                <c:pt idx="62083">
                  <c:v>45388.718055555553</c:v>
                </c:pt>
                <c:pt idx="62084">
                  <c:v>45388.72152777778</c:v>
                </c:pt>
                <c:pt idx="62085">
                  <c:v>45388.73333333333</c:v>
                </c:pt>
                <c:pt idx="62086">
                  <c:v>45388.752083333333</c:v>
                </c:pt>
                <c:pt idx="62087">
                  <c:v>45388.798611111109</c:v>
                </c:pt>
                <c:pt idx="62088">
                  <c:v>45388.801388888889</c:v>
                </c:pt>
                <c:pt idx="62089">
                  <c:v>45388.816666666673</c:v>
                </c:pt>
                <c:pt idx="62090">
                  <c:v>45388.84652777778</c:v>
                </c:pt>
                <c:pt idx="62091">
                  <c:v>45388.849305555559</c:v>
                </c:pt>
                <c:pt idx="62092">
                  <c:v>45388.874305555553</c:v>
                </c:pt>
                <c:pt idx="62093">
                  <c:v>45388.87777777778</c:v>
                </c:pt>
                <c:pt idx="62094">
                  <c:v>45388.885416666657</c:v>
                </c:pt>
                <c:pt idx="62095">
                  <c:v>45388.888888888891</c:v>
                </c:pt>
                <c:pt idx="62096">
                  <c:v>45388.67083333333</c:v>
                </c:pt>
                <c:pt idx="62097">
                  <c:v>45388.89166666667</c:v>
                </c:pt>
                <c:pt idx="62098">
                  <c:v>45388.902777777781</c:v>
                </c:pt>
                <c:pt idx="62099">
                  <c:v>45388.95416666667</c:v>
                </c:pt>
                <c:pt idx="62100">
                  <c:v>45388.959722222222</c:v>
                </c:pt>
                <c:pt idx="62101">
                  <c:v>45389.022222222222</c:v>
                </c:pt>
                <c:pt idx="62102">
                  <c:v>45389.29583333333</c:v>
                </c:pt>
                <c:pt idx="62103">
                  <c:v>45389.307638888888</c:v>
                </c:pt>
                <c:pt idx="62104">
                  <c:v>45389.35833333333</c:v>
                </c:pt>
                <c:pt idx="62105">
                  <c:v>45389.368750000001</c:v>
                </c:pt>
                <c:pt idx="62106">
                  <c:v>45389.379861111112</c:v>
                </c:pt>
                <c:pt idx="62107">
                  <c:v>45389.412499999999</c:v>
                </c:pt>
                <c:pt idx="62108">
                  <c:v>45389.429166666669</c:v>
                </c:pt>
                <c:pt idx="62109">
                  <c:v>45389.479166666657</c:v>
                </c:pt>
                <c:pt idx="62110">
                  <c:v>45389.481249999997</c:v>
                </c:pt>
                <c:pt idx="62111">
                  <c:v>45388.900694444441</c:v>
                </c:pt>
                <c:pt idx="62112">
                  <c:v>45388.663888888892</c:v>
                </c:pt>
                <c:pt idx="62113">
                  <c:v>45388.650694444441</c:v>
                </c:pt>
                <c:pt idx="62114">
                  <c:v>45388.648611111108</c:v>
                </c:pt>
                <c:pt idx="62115">
                  <c:v>45387.900694444441</c:v>
                </c:pt>
                <c:pt idx="62116">
                  <c:v>45387.901388888888</c:v>
                </c:pt>
                <c:pt idx="62117">
                  <c:v>45387.920138888891</c:v>
                </c:pt>
                <c:pt idx="62118">
                  <c:v>45387.944444444453</c:v>
                </c:pt>
                <c:pt idx="62119">
                  <c:v>45387.955555555563</c:v>
                </c:pt>
                <c:pt idx="62120">
                  <c:v>45387.972916666673</c:v>
                </c:pt>
                <c:pt idx="62121">
                  <c:v>45387.99722222222</c:v>
                </c:pt>
                <c:pt idx="62122">
                  <c:v>45388.143055555563</c:v>
                </c:pt>
                <c:pt idx="62123">
                  <c:v>45388.147222222222</c:v>
                </c:pt>
                <c:pt idx="62124">
                  <c:v>45388.276388888888</c:v>
                </c:pt>
                <c:pt idx="62125">
                  <c:v>45388.376388888893</c:v>
                </c:pt>
                <c:pt idx="62126">
                  <c:v>45388.463888888888</c:v>
                </c:pt>
                <c:pt idx="62127">
                  <c:v>45388.466666666667</c:v>
                </c:pt>
                <c:pt idx="62128">
                  <c:v>45388.470833333333</c:v>
                </c:pt>
                <c:pt idx="62129">
                  <c:v>45388.510416666657</c:v>
                </c:pt>
                <c:pt idx="62130">
                  <c:v>45388.527777777781</c:v>
                </c:pt>
                <c:pt idx="62131">
                  <c:v>45388.530555555553</c:v>
                </c:pt>
                <c:pt idx="62132">
                  <c:v>45388.53402777778</c:v>
                </c:pt>
                <c:pt idx="62133">
                  <c:v>45388.547222222223</c:v>
                </c:pt>
                <c:pt idx="62134">
                  <c:v>45388.560416666667</c:v>
                </c:pt>
                <c:pt idx="62135">
                  <c:v>45388.572222222218</c:v>
                </c:pt>
                <c:pt idx="62136">
                  <c:v>45388.581250000003</c:v>
                </c:pt>
                <c:pt idx="62137">
                  <c:v>45388.586805555547</c:v>
                </c:pt>
                <c:pt idx="62138">
                  <c:v>45388.599305555559</c:v>
                </c:pt>
                <c:pt idx="62139">
                  <c:v>45388.603472222218</c:v>
                </c:pt>
                <c:pt idx="62140">
                  <c:v>45388.629861111112</c:v>
                </c:pt>
                <c:pt idx="62141">
                  <c:v>45388.635416666657</c:v>
                </c:pt>
                <c:pt idx="62142">
                  <c:v>45388.643750000003</c:v>
                </c:pt>
                <c:pt idx="62143">
                  <c:v>45388.647222222222</c:v>
                </c:pt>
                <c:pt idx="62144">
                  <c:v>45386.61041666667</c:v>
                </c:pt>
                <c:pt idx="62145">
                  <c:v>45386.60833333333</c:v>
                </c:pt>
                <c:pt idx="62146">
                  <c:v>45386.590277777781</c:v>
                </c:pt>
                <c:pt idx="62147">
                  <c:v>45386.570138888892</c:v>
                </c:pt>
                <c:pt idx="62148">
                  <c:v>45384.546527777777</c:v>
                </c:pt>
                <c:pt idx="62149">
                  <c:v>45384.548611111109</c:v>
                </c:pt>
                <c:pt idx="62150">
                  <c:v>45384.557638888888</c:v>
                </c:pt>
                <c:pt idx="62151">
                  <c:v>45384.557638888888</c:v>
                </c:pt>
                <c:pt idx="62152">
                  <c:v>45384.566666666673</c:v>
                </c:pt>
                <c:pt idx="62153">
                  <c:v>45384.568749999999</c:v>
                </c:pt>
                <c:pt idx="62154">
                  <c:v>45384.582638888889</c:v>
                </c:pt>
                <c:pt idx="62155">
                  <c:v>45384.614583333343</c:v>
                </c:pt>
                <c:pt idx="62156">
                  <c:v>45384.615972222222</c:v>
                </c:pt>
                <c:pt idx="62157">
                  <c:v>45384.620138888888</c:v>
                </c:pt>
                <c:pt idx="62158">
                  <c:v>45384.632638888892</c:v>
                </c:pt>
                <c:pt idx="62159">
                  <c:v>45384.638888888891</c:v>
                </c:pt>
                <c:pt idx="62160">
                  <c:v>45384.655555555553</c:v>
                </c:pt>
                <c:pt idx="62161">
                  <c:v>45384.511805555558</c:v>
                </c:pt>
                <c:pt idx="62162">
                  <c:v>45384.67291666667</c:v>
                </c:pt>
                <c:pt idx="62163">
                  <c:v>45384.686111111107</c:v>
                </c:pt>
                <c:pt idx="62164">
                  <c:v>45384.697222222218</c:v>
                </c:pt>
                <c:pt idx="62165">
                  <c:v>45384.706250000003</c:v>
                </c:pt>
                <c:pt idx="62166">
                  <c:v>45384.718055555553</c:v>
                </c:pt>
                <c:pt idx="62167">
                  <c:v>45384.738194444442</c:v>
                </c:pt>
                <c:pt idx="62168">
                  <c:v>45384.74722222222</c:v>
                </c:pt>
                <c:pt idx="62169">
                  <c:v>45384.749305555553</c:v>
                </c:pt>
                <c:pt idx="62170">
                  <c:v>45384.753472222219</c:v>
                </c:pt>
                <c:pt idx="62171">
                  <c:v>45384.756944444453</c:v>
                </c:pt>
                <c:pt idx="62172">
                  <c:v>45384.781944444447</c:v>
                </c:pt>
                <c:pt idx="62173">
                  <c:v>45384.819444444453</c:v>
                </c:pt>
                <c:pt idx="62174">
                  <c:v>45384.847222222219</c:v>
                </c:pt>
                <c:pt idx="62175">
                  <c:v>45384.848611111112</c:v>
                </c:pt>
                <c:pt idx="62176">
                  <c:v>45384.683333333327</c:v>
                </c:pt>
                <c:pt idx="62177">
                  <c:v>45384.484722222223</c:v>
                </c:pt>
                <c:pt idx="62178">
                  <c:v>45384.463194444441</c:v>
                </c:pt>
                <c:pt idx="62179">
                  <c:v>45384.456944444442</c:v>
                </c:pt>
                <c:pt idx="62180">
                  <c:v>45383.652777777781</c:v>
                </c:pt>
                <c:pt idx="62181">
                  <c:v>45383.662499999999</c:v>
                </c:pt>
                <c:pt idx="62182">
                  <c:v>45383.665972222218</c:v>
                </c:pt>
                <c:pt idx="62183">
                  <c:v>45383.670138888891</c:v>
                </c:pt>
                <c:pt idx="62184">
                  <c:v>45383.686111111107</c:v>
                </c:pt>
                <c:pt idx="62185">
                  <c:v>45383.706250000003</c:v>
                </c:pt>
                <c:pt idx="62186">
                  <c:v>45383.768750000003</c:v>
                </c:pt>
                <c:pt idx="62187">
                  <c:v>45383.791666666657</c:v>
                </c:pt>
                <c:pt idx="62188">
                  <c:v>45383.823611111111</c:v>
                </c:pt>
                <c:pt idx="62189">
                  <c:v>45383.847916666673</c:v>
                </c:pt>
                <c:pt idx="62190">
                  <c:v>45383.848611111112</c:v>
                </c:pt>
                <c:pt idx="62191">
                  <c:v>45383.849305555559</c:v>
                </c:pt>
                <c:pt idx="62192">
                  <c:v>45383.855555555558</c:v>
                </c:pt>
                <c:pt idx="62193">
                  <c:v>45383.861111111109</c:v>
                </c:pt>
                <c:pt idx="62194">
                  <c:v>45383.861111111109</c:v>
                </c:pt>
                <c:pt idx="62195">
                  <c:v>45383.861805555563</c:v>
                </c:pt>
                <c:pt idx="62196">
                  <c:v>45383.872916666667</c:v>
                </c:pt>
                <c:pt idx="62197">
                  <c:v>45383.90902777778</c:v>
                </c:pt>
                <c:pt idx="62198">
                  <c:v>45383.914583333331</c:v>
                </c:pt>
                <c:pt idx="62199">
                  <c:v>45383.914583333331</c:v>
                </c:pt>
                <c:pt idx="62200">
                  <c:v>45383.921527777777</c:v>
                </c:pt>
                <c:pt idx="62201">
                  <c:v>45384</c:v>
                </c:pt>
                <c:pt idx="62202">
                  <c:v>45384.071527777778</c:v>
                </c:pt>
                <c:pt idx="62203">
                  <c:v>45384.286111111112</c:v>
                </c:pt>
                <c:pt idx="62204">
                  <c:v>45384.293055555558</c:v>
                </c:pt>
                <c:pt idx="62205">
                  <c:v>45384.338194444441</c:v>
                </c:pt>
                <c:pt idx="62206">
                  <c:v>45384.385416666657</c:v>
                </c:pt>
                <c:pt idx="62207">
                  <c:v>45384.405555555553</c:v>
                </c:pt>
                <c:pt idx="62208">
                  <c:v>45384.441666666673</c:v>
                </c:pt>
                <c:pt idx="62209">
                  <c:v>45384.855555555558</c:v>
                </c:pt>
                <c:pt idx="62210">
                  <c:v>45383.625</c:v>
                </c:pt>
                <c:pt idx="62211">
                  <c:v>45384.893055555563</c:v>
                </c:pt>
                <c:pt idx="62212">
                  <c:v>45384.906944444447</c:v>
                </c:pt>
                <c:pt idx="62213">
                  <c:v>45385.770833333343</c:v>
                </c:pt>
                <c:pt idx="62214">
                  <c:v>45385.773611111108</c:v>
                </c:pt>
                <c:pt idx="62215">
                  <c:v>45385.774305555547</c:v>
                </c:pt>
                <c:pt idx="62216">
                  <c:v>45385.77847222222</c:v>
                </c:pt>
                <c:pt idx="62217">
                  <c:v>45385.79583333333</c:v>
                </c:pt>
                <c:pt idx="62218">
                  <c:v>45385.79791666667</c:v>
                </c:pt>
                <c:pt idx="62219">
                  <c:v>45385.831944444442</c:v>
                </c:pt>
                <c:pt idx="62220">
                  <c:v>45385.84652777778</c:v>
                </c:pt>
                <c:pt idx="62221">
                  <c:v>45385.854166666657</c:v>
                </c:pt>
                <c:pt idx="62222">
                  <c:v>45385.864583333343</c:v>
                </c:pt>
                <c:pt idx="62223">
                  <c:v>45385.879861111112</c:v>
                </c:pt>
                <c:pt idx="62224">
                  <c:v>45385.898611111108</c:v>
                </c:pt>
                <c:pt idx="62225">
                  <c:v>45385.925694444442</c:v>
                </c:pt>
                <c:pt idx="62226">
                  <c:v>45385.757638888892</c:v>
                </c:pt>
                <c:pt idx="62227">
                  <c:v>45385.942361111112</c:v>
                </c:pt>
                <c:pt idx="62228">
                  <c:v>45385.986111111109</c:v>
                </c:pt>
                <c:pt idx="62229">
                  <c:v>45385.998611111107</c:v>
                </c:pt>
                <c:pt idx="62230">
                  <c:v>45386.027083333327</c:v>
                </c:pt>
                <c:pt idx="62231">
                  <c:v>45386.20208333333</c:v>
                </c:pt>
                <c:pt idx="62232">
                  <c:v>45386.350694444453</c:v>
                </c:pt>
                <c:pt idx="62233">
                  <c:v>45386.359027777777</c:v>
                </c:pt>
                <c:pt idx="62234">
                  <c:v>45386.415277777778</c:v>
                </c:pt>
                <c:pt idx="62235">
                  <c:v>45386.438888888893</c:v>
                </c:pt>
                <c:pt idx="62236">
                  <c:v>45386.452777777777</c:v>
                </c:pt>
                <c:pt idx="62237">
                  <c:v>45386.513194444437</c:v>
                </c:pt>
                <c:pt idx="62238">
                  <c:v>45386.525000000001</c:v>
                </c:pt>
                <c:pt idx="62239">
                  <c:v>45386.547222222223</c:v>
                </c:pt>
                <c:pt idx="62240">
                  <c:v>45386.554166666669</c:v>
                </c:pt>
                <c:pt idx="62241">
                  <c:v>45385.952777777777</c:v>
                </c:pt>
                <c:pt idx="62242">
                  <c:v>45385.756249999999</c:v>
                </c:pt>
                <c:pt idx="62243">
                  <c:v>45385.749305555553</c:v>
                </c:pt>
                <c:pt idx="62244">
                  <c:v>45385.748611111107</c:v>
                </c:pt>
                <c:pt idx="62245">
                  <c:v>45384.913194444453</c:v>
                </c:pt>
                <c:pt idx="62246">
                  <c:v>45384.918749999997</c:v>
                </c:pt>
                <c:pt idx="62247">
                  <c:v>45384.936805555553</c:v>
                </c:pt>
                <c:pt idx="62248">
                  <c:v>45384.959027777782</c:v>
                </c:pt>
                <c:pt idx="62249">
                  <c:v>45384.979861111111</c:v>
                </c:pt>
                <c:pt idx="62250">
                  <c:v>45385.030555555553</c:v>
                </c:pt>
                <c:pt idx="62251">
                  <c:v>45385.040277777778</c:v>
                </c:pt>
                <c:pt idx="62252">
                  <c:v>45385.054166666669</c:v>
                </c:pt>
                <c:pt idx="62253">
                  <c:v>45385.072222222218</c:v>
                </c:pt>
                <c:pt idx="62254">
                  <c:v>45385.082638888889</c:v>
                </c:pt>
                <c:pt idx="62255">
                  <c:v>45385.29583333333</c:v>
                </c:pt>
                <c:pt idx="62256">
                  <c:v>45385.369444444441</c:v>
                </c:pt>
                <c:pt idx="62257">
                  <c:v>45385.379861111112</c:v>
                </c:pt>
                <c:pt idx="62258">
                  <c:v>45385.422222222223</c:v>
                </c:pt>
                <c:pt idx="62259">
                  <c:v>45385.425000000003</c:v>
                </c:pt>
                <c:pt idx="62260">
                  <c:v>45385.458333333343</c:v>
                </c:pt>
                <c:pt idx="62261">
                  <c:v>45385.490277777782</c:v>
                </c:pt>
                <c:pt idx="62262">
                  <c:v>45385.492361111108</c:v>
                </c:pt>
                <c:pt idx="62263">
                  <c:v>45385.492361111108</c:v>
                </c:pt>
                <c:pt idx="62264">
                  <c:v>45385.493750000001</c:v>
                </c:pt>
                <c:pt idx="62265">
                  <c:v>45385.509027777778</c:v>
                </c:pt>
                <c:pt idx="62266">
                  <c:v>45385.552083333343</c:v>
                </c:pt>
                <c:pt idx="62267">
                  <c:v>45385.570138888892</c:v>
                </c:pt>
                <c:pt idx="62268">
                  <c:v>45385.578472222223</c:v>
                </c:pt>
                <c:pt idx="62269">
                  <c:v>45385.679861111108</c:v>
                </c:pt>
                <c:pt idx="62270">
                  <c:v>45385.68472222222</c:v>
                </c:pt>
                <c:pt idx="62271">
                  <c:v>45385.709027777782</c:v>
                </c:pt>
                <c:pt idx="62272">
                  <c:v>45385.715277777781</c:v>
                </c:pt>
                <c:pt idx="62273">
                  <c:v>45385.736111111109</c:v>
                </c:pt>
                <c:pt idx="62274">
                  <c:v>45384.904166666667</c:v>
                </c:pt>
                <c:pt idx="62275">
                  <c:v>45389.509027777778</c:v>
                </c:pt>
                <c:pt idx="62276">
                  <c:v>45377.566666666673</c:v>
                </c:pt>
                <c:pt idx="62277">
                  <c:v>45377.534722222219</c:v>
                </c:pt>
                <c:pt idx="62278">
                  <c:v>45370.586111111108</c:v>
                </c:pt>
                <c:pt idx="62279">
                  <c:v>45370.622916666667</c:v>
                </c:pt>
                <c:pt idx="62280">
                  <c:v>45370.623611111107</c:v>
                </c:pt>
                <c:pt idx="62281">
                  <c:v>45370.624305555553</c:v>
                </c:pt>
                <c:pt idx="62282">
                  <c:v>45370.627083333333</c:v>
                </c:pt>
                <c:pt idx="62283">
                  <c:v>45370.648611111108</c:v>
                </c:pt>
                <c:pt idx="62284">
                  <c:v>45370.699305555558</c:v>
                </c:pt>
                <c:pt idx="62285">
                  <c:v>45370.732638888891</c:v>
                </c:pt>
                <c:pt idx="62286">
                  <c:v>45370.777777777781</c:v>
                </c:pt>
                <c:pt idx="62287">
                  <c:v>45370.784722222219</c:v>
                </c:pt>
                <c:pt idx="62288">
                  <c:v>45370.838194444441</c:v>
                </c:pt>
                <c:pt idx="62289">
                  <c:v>45370.854166666657</c:v>
                </c:pt>
                <c:pt idx="62290">
                  <c:v>45370.869444444441</c:v>
                </c:pt>
                <c:pt idx="62291">
                  <c:v>45370.584027777782</c:v>
                </c:pt>
                <c:pt idx="62292">
                  <c:v>45370.915277777778</c:v>
                </c:pt>
                <c:pt idx="62293">
                  <c:v>45370.934027777781</c:v>
                </c:pt>
                <c:pt idx="62294">
                  <c:v>45370.95208333333</c:v>
                </c:pt>
                <c:pt idx="62295">
                  <c:v>45370.986111111109</c:v>
                </c:pt>
                <c:pt idx="62296">
                  <c:v>45370.994444444441</c:v>
                </c:pt>
                <c:pt idx="62297">
                  <c:v>45371.060416666667</c:v>
                </c:pt>
                <c:pt idx="62298">
                  <c:v>45371.061805555553</c:v>
                </c:pt>
                <c:pt idx="62299">
                  <c:v>45371.078472222223</c:v>
                </c:pt>
                <c:pt idx="62300">
                  <c:v>45371.28402777778</c:v>
                </c:pt>
                <c:pt idx="62301">
                  <c:v>45371.286805555559</c:v>
                </c:pt>
                <c:pt idx="62302">
                  <c:v>45371.297222222223</c:v>
                </c:pt>
                <c:pt idx="62303">
                  <c:v>45371.320138888892</c:v>
                </c:pt>
                <c:pt idx="62304">
                  <c:v>45371.333333333343</c:v>
                </c:pt>
                <c:pt idx="62305">
                  <c:v>45371.344444444447</c:v>
                </c:pt>
                <c:pt idx="62306">
                  <c:v>45370.928472222222</c:v>
                </c:pt>
                <c:pt idx="62307">
                  <c:v>45371.35</c:v>
                </c:pt>
                <c:pt idx="62308">
                  <c:v>45370.563194444447</c:v>
                </c:pt>
                <c:pt idx="62309">
                  <c:v>45370.552777777782</c:v>
                </c:pt>
                <c:pt idx="62310">
                  <c:v>45369.992361111108</c:v>
                </c:pt>
                <c:pt idx="62311">
                  <c:v>45370.025000000001</c:v>
                </c:pt>
                <c:pt idx="62312">
                  <c:v>45370.030555555553</c:v>
                </c:pt>
                <c:pt idx="62313">
                  <c:v>45370.043749999997</c:v>
                </c:pt>
                <c:pt idx="62314">
                  <c:v>45370.057638888888</c:v>
                </c:pt>
                <c:pt idx="62315">
                  <c:v>45370.081944444442</c:v>
                </c:pt>
                <c:pt idx="62316">
                  <c:v>45370.090277777781</c:v>
                </c:pt>
                <c:pt idx="62317">
                  <c:v>45370.193055555559</c:v>
                </c:pt>
                <c:pt idx="62318">
                  <c:v>45370.216666666667</c:v>
                </c:pt>
                <c:pt idx="62319">
                  <c:v>45370.279861111107</c:v>
                </c:pt>
                <c:pt idx="62320">
                  <c:v>45370.288888888892</c:v>
                </c:pt>
                <c:pt idx="62321">
                  <c:v>45370.3125</c:v>
                </c:pt>
                <c:pt idx="62322">
                  <c:v>45370.316666666673</c:v>
                </c:pt>
                <c:pt idx="62323">
                  <c:v>45370.555555555547</c:v>
                </c:pt>
                <c:pt idx="62324">
                  <c:v>45370.352083333331</c:v>
                </c:pt>
                <c:pt idx="62325">
                  <c:v>45370.379166666673</c:v>
                </c:pt>
                <c:pt idx="62326">
                  <c:v>45370.393750000003</c:v>
                </c:pt>
                <c:pt idx="62327">
                  <c:v>45370.395833333343</c:v>
                </c:pt>
                <c:pt idx="62328">
                  <c:v>45370.449305555558</c:v>
                </c:pt>
                <c:pt idx="62329">
                  <c:v>45370.468055555553</c:v>
                </c:pt>
                <c:pt idx="62330">
                  <c:v>45370.470138888893</c:v>
                </c:pt>
                <c:pt idx="62331">
                  <c:v>45370.470833333333</c:v>
                </c:pt>
                <c:pt idx="62332">
                  <c:v>45370.48333333333</c:v>
                </c:pt>
                <c:pt idx="62333">
                  <c:v>45370.490277777782</c:v>
                </c:pt>
                <c:pt idx="62334">
                  <c:v>45370.506249999999</c:v>
                </c:pt>
                <c:pt idx="62335">
                  <c:v>45370.513194444437</c:v>
                </c:pt>
                <c:pt idx="62336">
                  <c:v>45370.51458333333</c:v>
                </c:pt>
                <c:pt idx="62337">
                  <c:v>45370.536111111112</c:v>
                </c:pt>
                <c:pt idx="62338">
                  <c:v>45370.356249999997</c:v>
                </c:pt>
                <c:pt idx="62339">
                  <c:v>45371.359722222223</c:v>
                </c:pt>
                <c:pt idx="62340">
                  <c:v>45371.375</c:v>
                </c:pt>
                <c:pt idx="62341">
                  <c:v>45371.407638888893</c:v>
                </c:pt>
                <c:pt idx="62342">
                  <c:v>45371.852777777778</c:v>
                </c:pt>
                <c:pt idx="62343">
                  <c:v>45371.854166666657</c:v>
                </c:pt>
                <c:pt idx="62344">
                  <c:v>45371.867361111108</c:v>
                </c:pt>
                <c:pt idx="62345">
                  <c:v>45371.897222222222</c:v>
                </c:pt>
                <c:pt idx="62346">
                  <c:v>45371.9</c:v>
                </c:pt>
                <c:pt idx="62347">
                  <c:v>45371.92083333333</c:v>
                </c:pt>
                <c:pt idx="62348">
                  <c:v>45371.950694444437</c:v>
                </c:pt>
                <c:pt idx="62349">
                  <c:v>45371.951388888891</c:v>
                </c:pt>
                <c:pt idx="62350">
                  <c:v>45371.956250000003</c:v>
                </c:pt>
                <c:pt idx="62351">
                  <c:v>45371.965277777781</c:v>
                </c:pt>
                <c:pt idx="62352">
                  <c:v>45371.973611111112</c:v>
                </c:pt>
                <c:pt idx="62353">
                  <c:v>45372.011111111111</c:v>
                </c:pt>
                <c:pt idx="62354">
                  <c:v>45372.038194444453</c:v>
                </c:pt>
                <c:pt idx="62355">
                  <c:v>45371.852083333331</c:v>
                </c:pt>
                <c:pt idx="62356">
                  <c:v>45372.060416666667</c:v>
                </c:pt>
                <c:pt idx="62357">
                  <c:v>45372.207638888889</c:v>
                </c:pt>
                <c:pt idx="62358">
                  <c:v>45372.214583333327</c:v>
                </c:pt>
                <c:pt idx="62359">
                  <c:v>45372.240972222222</c:v>
                </c:pt>
                <c:pt idx="62360">
                  <c:v>45372.280555555553</c:v>
                </c:pt>
                <c:pt idx="62361">
                  <c:v>45372.297222222223</c:v>
                </c:pt>
                <c:pt idx="62362">
                  <c:v>45372.306944444441</c:v>
                </c:pt>
                <c:pt idx="62363">
                  <c:v>45372.3125</c:v>
                </c:pt>
                <c:pt idx="62364">
                  <c:v>45372.324305555558</c:v>
                </c:pt>
                <c:pt idx="62365">
                  <c:v>45372.328472222223</c:v>
                </c:pt>
                <c:pt idx="62366">
                  <c:v>45372.339583333327</c:v>
                </c:pt>
                <c:pt idx="62367">
                  <c:v>45372.345833333333</c:v>
                </c:pt>
                <c:pt idx="62368">
                  <c:v>45372.368750000001</c:v>
                </c:pt>
                <c:pt idx="62369">
                  <c:v>45372.388888888891</c:v>
                </c:pt>
                <c:pt idx="62370">
                  <c:v>45372.201388888891</c:v>
                </c:pt>
                <c:pt idx="62371">
                  <c:v>45371.819444444453</c:v>
                </c:pt>
                <c:pt idx="62372">
                  <c:v>45371.773611111108</c:v>
                </c:pt>
                <c:pt idx="62373">
                  <c:v>45371.770138888889</c:v>
                </c:pt>
                <c:pt idx="62374">
                  <c:v>45371.425000000003</c:v>
                </c:pt>
                <c:pt idx="62375">
                  <c:v>45371.427083333343</c:v>
                </c:pt>
                <c:pt idx="62376">
                  <c:v>45371.43472222222</c:v>
                </c:pt>
                <c:pt idx="62377">
                  <c:v>45371.435416666667</c:v>
                </c:pt>
                <c:pt idx="62378">
                  <c:v>45371.4375</c:v>
                </c:pt>
                <c:pt idx="62379">
                  <c:v>45371.442361111112</c:v>
                </c:pt>
                <c:pt idx="62380">
                  <c:v>45371.464583333327</c:v>
                </c:pt>
                <c:pt idx="62381">
                  <c:v>45371.472916666673</c:v>
                </c:pt>
                <c:pt idx="62382">
                  <c:v>45371.489583333343</c:v>
                </c:pt>
                <c:pt idx="62383">
                  <c:v>45371.496527777781</c:v>
                </c:pt>
                <c:pt idx="62384">
                  <c:v>45371.513888888891</c:v>
                </c:pt>
                <c:pt idx="62385">
                  <c:v>45371.517361111109</c:v>
                </c:pt>
                <c:pt idx="62386">
                  <c:v>45371.517361111109</c:v>
                </c:pt>
                <c:pt idx="62387">
                  <c:v>45371.534722222219</c:v>
                </c:pt>
                <c:pt idx="62388">
                  <c:v>45371.540277777778</c:v>
                </c:pt>
                <c:pt idx="62389">
                  <c:v>45371.569444444453</c:v>
                </c:pt>
                <c:pt idx="62390">
                  <c:v>45371.570833333331</c:v>
                </c:pt>
                <c:pt idx="62391">
                  <c:v>45371.573611111111</c:v>
                </c:pt>
                <c:pt idx="62392">
                  <c:v>45371.584722222222</c:v>
                </c:pt>
                <c:pt idx="62393">
                  <c:v>45371.615972222222</c:v>
                </c:pt>
                <c:pt idx="62394">
                  <c:v>45371.65902777778</c:v>
                </c:pt>
                <c:pt idx="62395">
                  <c:v>45371.65902777778</c:v>
                </c:pt>
                <c:pt idx="62396">
                  <c:v>45371.697916666657</c:v>
                </c:pt>
                <c:pt idx="62397">
                  <c:v>45371.705555555563</c:v>
                </c:pt>
                <c:pt idx="62398">
                  <c:v>45371.707638888889</c:v>
                </c:pt>
                <c:pt idx="62399">
                  <c:v>45371.723611111112</c:v>
                </c:pt>
                <c:pt idx="62400">
                  <c:v>45371.736111111109</c:v>
                </c:pt>
                <c:pt idx="62401">
                  <c:v>45371.74722222222</c:v>
                </c:pt>
                <c:pt idx="62402">
                  <c:v>45371.75</c:v>
                </c:pt>
                <c:pt idx="62403">
                  <c:v>45369.949305555558</c:v>
                </c:pt>
                <c:pt idx="62404">
                  <c:v>45369.915972222218</c:v>
                </c:pt>
                <c:pt idx="62405">
                  <c:v>45369.911805555559</c:v>
                </c:pt>
                <c:pt idx="62406">
                  <c:v>45369.884722222218</c:v>
                </c:pt>
                <c:pt idx="62407">
                  <c:v>45368.381944444453</c:v>
                </c:pt>
                <c:pt idx="62408">
                  <c:v>45368.412499999999</c:v>
                </c:pt>
                <c:pt idx="62409">
                  <c:v>45368.413194444453</c:v>
                </c:pt>
                <c:pt idx="62410">
                  <c:v>45368.42083333333</c:v>
                </c:pt>
                <c:pt idx="62411">
                  <c:v>45368.454861111109</c:v>
                </c:pt>
                <c:pt idx="62412">
                  <c:v>45368.479861111111</c:v>
                </c:pt>
                <c:pt idx="62413">
                  <c:v>45368.519444444442</c:v>
                </c:pt>
                <c:pt idx="62414">
                  <c:v>45368.522222222222</c:v>
                </c:pt>
                <c:pt idx="62415">
                  <c:v>45368.527777777781</c:v>
                </c:pt>
                <c:pt idx="62416">
                  <c:v>45368.52847222222</c:v>
                </c:pt>
                <c:pt idx="62417">
                  <c:v>45368.538888888892</c:v>
                </c:pt>
                <c:pt idx="62418">
                  <c:v>45368.576388888891</c:v>
                </c:pt>
                <c:pt idx="62419">
                  <c:v>45368.585416666669</c:v>
                </c:pt>
                <c:pt idx="62420">
                  <c:v>45368.375</c:v>
                </c:pt>
                <c:pt idx="62421">
                  <c:v>45368.586111111108</c:v>
                </c:pt>
                <c:pt idx="62422">
                  <c:v>45368.620138888888</c:v>
                </c:pt>
                <c:pt idx="62423">
                  <c:v>45368.624305555553</c:v>
                </c:pt>
                <c:pt idx="62424">
                  <c:v>45368.63958333333</c:v>
                </c:pt>
                <c:pt idx="62425">
                  <c:v>45368.640277777777</c:v>
                </c:pt>
                <c:pt idx="62426">
                  <c:v>45368.702777777777</c:v>
                </c:pt>
                <c:pt idx="62427">
                  <c:v>45368.727083333331</c:v>
                </c:pt>
                <c:pt idx="62428">
                  <c:v>45368.729861111111</c:v>
                </c:pt>
                <c:pt idx="62429">
                  <c:v>45368.752083333333</c:v>
                </c:pt>
                <c:pt idx="62430">
                  <c:v>45368.760416666657</c:v>
                </c:pt>
                <c:pt idx="62431">
                  <c:v>45368.76458333333</c:v>
                </c:pt>
                <c:pt idx="62432">
                  <c:v>45368.782638888893</c:v>
                </c:pt>
                <c:pt idx="62433">
                  <c:v>45368.798611111109</c:v>
                </c:pt>
                <c:pt idx="62434">
                  <c:v>45368.831250000003</c:v>
                </c:pt>
                <c:pt idx="62435">
                  <c:v>45368.611805555563</c:v>
                </c:pt>
                <c:pt idx="62436">
                  <c:v>45368.337500000001</c:v>
                </c:pt>
                <c:pt idx="62437">
                  <c:v>45368.301388888889</c:v>
                </c:pt>
                <c:pt idx="62438">
                  <c:v>45368.256249999999</c:v>
                </c:pt>
                <c:pt idx="62439">
                  <c:v>45367.506249999999</c:v>
                </c:pt>
                <c:pt idx="62440">
                  <c:v>45367.54791666667</c:v>
                </c:pt>
                <c:pt idx="62441">
                  <c:v>45367.551388888889</c:v>
                </c:pt>
                <c:pt idx="62442">
                  <c:v>45367.581944444442</c:v>
                </c:pt>
                <c:pt idx="62443">
                  <c:v>45367.602083333331</c:v>
                </c:pt>
                <c:pt idx="62444">
                  <c:v>45367.620138888888</c:v>
                </c:pt>
                <c:pt idx="62445">
                  <c:v>45367.628472222219</c:v>
                </c:pt>
                <c:pt idx="62446">
                  <c:v>45367.649305555547</c:v>
                </c:pt>
                <c:pt idx="62447">
                  <c:v>45367.650694444441</c:v>
                </c:pt>
                <c:pt idx="62448">
                  <c:v>45367.652777777781</c:v>
                </c:pt>
                <c:pt idx="62449">
                  <c:v>45367.724305555559</c:v>
                </c:pt>
                <c:pt idx="62450">
                  <c:v>45367.777777777781</c:v>
                </c:pt>
                <c:pt idx="62451">
                  <c:v>45367.795138888891</c:v>
                </c:pt>
                <c:pt idx="62452">
                  <c:v>45367.818055555559</c:v>
                </c:pt>
                <c:pt idx="62453">
                  <c:v>45367.833333333343</c:v>
                </c:pt>
                <c:pt idx="62454">
                  <c:v>45367.837500000001</c:v>
                </c:pt>
                <c:pt idx="62455">
                  <c:v>45367.845138888893</c:v>
                </c:pt>
                <c:pt idx="62456">
                  <c:v>45367.847222222219</c:v>
                </c:pt>
                <c:pt idx="62457">
                  <c:v>45367.852083333331</c:v>
                </c:pt>
                <c:pt idx="62458">
                  <c:v>45367.852777777778</c:v>
                </c:pt>
                <c:pt idx="62459">
                  <c:v>45367.884722222218</c:v>
                </c:pt>
                <c:pt idx="62460">
                  <c:v>45367.900694444441</c:v>
                </c:pt>
                <c:pt idx="62461">
                  <c:v>45367.920138888891</c:v>
                </c:pt>
                <c:pt idx="62462">
                  <c:v>45367.925694444442</c:v>
                </c:pt>
                <c:pt idx="62463">
                  <c:v>45367.998611111107</c:v>
                </c:pt>
                <c:pt idx="62464">
                  <c:v>45368.022916666669</c:v>
                </c:pt>
                <c:pt idx="62465">
                  <c:v>45368.036111111112</c:v>
                </c:pt>
                <c:pt idx="62466">
                  <c:v>45368.040972222218</c:v>
                </c:pt>
                <c:pt idx="62467">
                  <c:v>45368.248611111107</c:v>
                </c:pt>
                <c:pt idx="62468">
                  <c:v>45368.847222222219</c:v>
                </c:pt>
                <c:pt idx="62469">
                  <c:v>45372.393750000003</c:v>
                </c:pt>
                <c:pt idx="62470">
                  <c:v>45368.865972222222</c:v>
                </c:pt>
                <c:pt idx="62471">
                  <c:v>45368.870833333327</c:v>
                </c:pt>
                <c:pt idx="62472">
                  <c:v>45369.54583333333</c:v>
                </c:pt>
                <c:pt idx="62473">
                  <c:v>45369.606249999997</c:v>
                </c:pt>
                <c:pt idx="62474">
                  <c:v>45369.607638888891</c:v>
                </c:pt>
                <c:pt idx="62475">
                  <c:v>45369.634027777778</c:v>
                </c:pt>
                <c:pt idx="62476">
                  <c:v>45369.642361111109</c:v>
                </c:pt>
                <c:pt idx="62477">
                  <c:v>45369.652777777781</c:v>
                </c:pt>
                <c:pt idx="62478">
                  <c:v>45369.654166666667</c:v>
                </c:pt>
                <c:pt idx="62479">
                  <c:v>45369.666666666657</c:v>
                </c:pt>
                <c:pt idx="62480">
                  <c:v>45369.685416666667</c:v>
                </c:pt>
                <c:pt idx="62481">
                  <c:v>45369.694444444453</c:v>
                </c:pt>
                <c:pt idx="62482">
                  <c:v>45369.713194444441</c:v>
                </c:pt>
                <c:pt idx="62483">
                  <c:v>45369.724999999999</c:v>
                </c:pt>
                <c:pt idx="62484">
                  <c:v>45369.741666666669</c:v>
                </c:pt>
                <c:pt idx="62485">
                  <c:v>45369.535416666673</c:v>
                </c:pt>
                <c:pt idx="62486">
                  <c:v>45369.749305555553</c:v>
                </c:pt>
                <c:pt idx="62487">
                  <c:v>45369.75277777778</c:v>
                </c:pt>
                <c:pt idx="62488">
                  <c:v>45369.75277777778</c:v>
                </c:pt>
                <c:pt idx="62489">
                  <c:v>45369.754166666673</c:v>
                </c:pt>
                <c:pt idx="62490">
                  <c:v>45369.756944444453</c:v>
                </c:pt>
                <c:pt idx="62491">
                  <c:v>45369.757638888892</c:v>
                </c:pt>
                <c:pt idx="62492">
                  <c:v>45369.776388888888</c:v>
                </c:pt>
                <c:pt idx="62493">
                  <c:v>45369.777777777781</c:v>
                </c:pt>
                <c:pt idx="62494">
                  <c:v>45369.821527777778</c:v>
                </c:pt>
                <c:pt idx="62495">
                  <c:v>45369.822222222218</c:v>
                </c:pt>
                <c:pt idx="62496">
                  <c:v>45369.828472222223</c:v>
                </c:pt>
                <c:pt idx="62497">
                  <c:v>45369.831250000003</c:v>
                </c:pt>
                <c:pt idx="62498">
                  <c:v>45369.834027777782</c:v>
                </c:pt>
                <c:pt idx="62499">
                  <c:v>45369.852083333331</c:v>
                </c:pt>
                <c:pt idx="62500">
                  <c:v>45369.75</c:v>
                </c:pt>
                <c:pt idx="62501">
                  <c:v>45369.506249999999</c:v>
                </c:pt>
                <c:pt idx="62502">
                  <c:v>45369.500694444447</c:v>
                </c:pt>
                <c:pt idx="62503">
                  <c:v>45369.494444444441</c:v>
                </c:pt>
                <c:pt idx="62504">
                  <c:v>45368.875</c:v>
                </c:pt>
                <c:pt idx="62505">
                  <c:v>45368.884722222218</c:v>
                </c:pt>
                <c:pt idx="62506">
                  <c:v>45368.892361111109</c:v>
                </c:pt>
                <c:pt idx="62507">
                  <c:v>45368.899305555547</c:v>
                </c:pt>
                <c:pt idx="62508">
                  <c:v>45368.90625</c:v>
                </c:pt>
                <c:pt idx="62509">
                  <c:v>45368.915277777778</c:v>
                </c:pt>
                <c:pt idx="62510">
                  <c:v>45368.931944444441</c:v>
                </c:pt>
                <c:pt idx="62511">
                  <c:v>45369.034722222219</c:v>
                </c:pt>
                <c:pt idx="62512">
                  <c:v>45369.1</c:v>
                </c:pt>
                <c:pt idx="62513">
                  <c:v>45980.39166666667</c:v>
                </c:pt>
                <c:pt idx="62514">
                  <c:v>45369.214583333327</c:v>
                </c:pt>
                <c:pt idx="62515">
                  <c:v>45369.26458333333</c:v>
                </c:pt>
                <c:pt idx="62516">
                  <c:v>45369.318055555559</c:v>
                </c:pt>
                <c:pt idx="62517">
                  <c:v>45369.359722222223</c:v>
                </c:pt>
                <c:pt idx="62518">
                  <c:v>45369.364583333343</c:v>
                </c:pt>
                <c:pt idx="62519">
                  <c:v>45369.370833333327</c:v>
                </c:pt>
                <c:pt idx="62520">
                  <c:v>45369.371527777781</c:v>
                </c:pt>
                <c:pt idx="62521">
                  <c:v>45369.375</c:v>
                </c:pt>
                <c:pt idx="62522">
                  <c:v>45369.375</c:v>
                </c:pt>
                <c:pt idx="62523">
                  <c:v>45369.395138888889</c:v>
                </c:pt>
                <c:pt idx="62524">
                  <c:v>45369.401388888888</c:v>
                </c:pt>
                <c:pt idx="62525">
                  <c:v>45369.404166666667</c:v>
                </c:pt>
                <c:pt idx="62526">
                  <c:v>45369.459027777782</c:v>
                </c:pt>
                <c:pt idx="62527">
                  <c:v>45369.460416666669</c:v>
                </c:pt>
                <c:pt idx="62528">
                  <c:v>45369.467361111107</c:v>
                </c:pt>
                <c:pt idx="62529">
                  <c:v>45369.468055555553</c:v>
                </c:pt>
                <c:pt idx="62530">
                  <c:v>45369.46875</c:v>
                </c:pt>
                <c:pt idx="62531">
                  <c:v>45369.472916666673</c:v>
                </c:pt>
                <c:pt idx="62532">
                  <c:v>45369.493750000001</c:v>
                </c:pt>
                <c:pt idx="62533">
                  <c:v>45368.870138888888</c:v>
                </c:pt>
                <c:pt idx="62534">
                  <c:v>45377.550694444442</c:v>
                </c:pt>
                <c:pt idx="62535">
                  <c:v>45372.40625</c:v>
                </c:pt>
                <c:pt idx="62536">
                  <c:v>45372.418055555558</c:v>
                </c:pt>
                <c:pt idx="62537">
                  <c:v>45375.785416666673</c:v>
                </c:pt>
                <c:pt idx="62538">
                  <c:v>45375.791666666657</c:v>
                </c:pt>
                <c:pt idx="62539">
                  <c:v>45375.802083333343</c:v>
                </c:pt>
                <c:pt idx="62540">
                  <c:v>45375.805555555547</c:v>
                </c:pt>
                <c:pt idx="62541">
                  <c:v>45375.818749999999</c:v>
                </c:pt>
                <c:pt idx="62542">
                  <c:v>45375.851388888892</c:v>
                </c:pt>
                <c:pt idx="62543">
                  <c:v>45375.855555555558</c:v>
                </c:pt>
                <c:pt idx="62544">
                  <c:v>45375.866666666669</c:v>
                </c:pt>
                <c:pt idx="62545">
                  <c:v>45375.908333333333</c:v>
                </c:pt>
                <c:pt idx="62546">
                  <c:v>45375.921527777777</c:v>
                </c:pt>
                <c:pt idx="62547">
                  <c:v>45375.993055555547</c:v>
                </c:pt>
                <c:pt idx="62548">
                  <c:v>45376.06527777778</c:v>
                </c:pt>
                <c:pt idx="62549">
                  <c:v>45376.092361111107</c:v>
                </c:pt>
                <c:pt idx="62550">
                  <c:v>45375.777777777781</c:v>
                </c:pt>
                <c:pt idx="62551">
                  <c:v>45376.184027777781</c:v>
                </c:pt>
                <c:pt idx="62552">
                  <c:v>45376.2</c:v>
                </c:pt>
                <c:pt idx="62553">
                  <c:v>45376.261111111111</c:v>
                </c:pt>
                <c:pt idx="62554">
                  <c:v>45376.332638888889</c:v>
                </c:pt>
                <c:pt idx="62555">
                  <c:v>45376.338888888888</c:v>
                </c:pt>
                <c:pt idx="62556">
                  <c:v>45376.34375</c:v>
                </c:pt>
                <c:pt idx="62557">
                  <c:v>45376.357638888891</c:v>
                </c:pt>
                <c:pt idx="62558">
                  <c:v>45376.357638888891</c:v>
                </c:pt>
                <c:pt idx="62559">
                  <c:v>45376.35833333333</c:v>
                </c:pt>
                <c:pt idx="62560">
                  <c:v>45376.380555555559</c:v>
                </c:pt>
                <c:pt idx="62561">
                  <c:v>45376.40625</c:v>
                </c:pt>
                <c:pt idx="62562">
                  <c:v>45376.409722222219</c:v>
                </c:pt>
                <c:pt idx="62563">
                  <c:v>45376.411805555559</c:v>
                </c:pt>
                <c:pt idx="62564">
                  <c:v>45376.435416666667</c:v>
                </c:pt>
                <c:pt idx="62565">
                  <c:v>45376.195138888892</c:v>
                </c:pt>
                <c:pt idx="62566">
                  <c:v>45376.435416666667</c:v>
                </c:pt>
                <c:pt idx="62567">
                  <c:v>45375.738194444442</c:v>
                </c:pt>
                <c:pt idx="62568">
                  <c:v>45375.731944444437</c:v>
                </c:pt>
                <c:pt idx="62569">
                  <c:v>45375.056250000001</c:v>
                </c:pt>
                <c:pt idx="62570">
                  <c:v>45375.086805555547</c:v>
                </c:pt>
                <c:pt idx="62571">
                  <c:v>45375.099305555559</c:v>
                </c:pt>
                <c:pt idx="62572">
                  <c:v>45375.275000000001</c:v>
                </c:pt>
                <c:pt idx="62573">
                  <c:v>45375.356944444437</c:v>
                </c:pt>
                <c:pt idx="62574">
                  <c:v>45375.383333333331</c:v>
                </c:pt>
                <c:pt idx="62575">
                  <c:v>45375.384722222218</c:v>
                </c:pt>
                <c:pt idx="62576">
                  <c:v>45375.398611111108</c:v>
                </c:pt>
                <c:pt idx="62577">
                  <c:v>45375.427083333343</c:v>
                </c:pt>
                <c:pt idx="62578">
                  <c:v>45375.456250000003</c:v>
                </c:pt>
                <c:pt idx="62579">
                  <c:v>45375.465277777781</c:v>
                </c:pt>
                <c:pt idx="62580">
                  <c:v>45375.468055555553</c:v>
                </c:pt>
                <c:pt idx="62581">
                  <c:v>45375.499305555553</c:v>
                </c:pt>
                <c:pt idx="62582">
                  <c:v>45375.732638888891</c:v>
                </c:pt>
                <c:pt idx="62583">
                  <c:v>45375.504166666673</c:v>
                </c:pt>
                <c:pt idx="62584">
                  <c:v>45375.515277777777</c:v>
                </c:pt>
                <c:pt idx="62585">
                  <c:v>45375.526388888888</c:v>
                </c:pt>
                <c:pt idx="62586">
                  <c:v>45375.551388888889</c:v>
                </c:pt>
                <c:pt idx="62587">
                  <c:v>45375.554166666669</c:v>
                </c:pt>
                <c:pt idx="62588">
                  <c:v>45375.574305555558</c:v>
                </c:pt>
                <c:pt idx="62589">
                  <c:v>45375.599305555559</c:v>
                </c:pt>
                <c:pt idx="62590">
                  <c:v>45375.620138888888</c:v>
                </c:pt>
                <c:pt idx="62591">
                  <c:v>45375.629861111112</c:v>
                </c:pt>
                <c:pt idx="62592">
                  <c:v>45375.642361111109</c:v>
                </c:pt>
                <c:pt idx="62593">
                  <c:v>45375.643750000003</c:v>
                </c:pt>
                <c:pt idx="62594">
                  <c:v>45375.670138888891</c:v>
                </c:pt>
                <c:pt idx="62595">
                  <c:v>45375.678472222222</c:v>
                </c:pt>
                <c:pt idx="62596">
                  <c:v>45375.698611111111</c:v>
                </c:pt>
                <c:pt idx="62597">
                  <c:v>45375.512499999997</c:v>
                </c:pt>
                <c:pt idx="62598">
                  <c:v>45376.447222222218</c:v>
                </c:pt>
                <c:pt idx="62599">
                  <c:v>45376.456250000003</c:v>
                </c:pt>
                <c:pt idx="62600">
                  <c:v>45376.459722222222</c:v>
                </c:pt>
                <c:pt idx="62601">
                  <c:v>45376.869444444441</c:v>
                </c:pt>
                <c:pt idx="62602">
                  <c:v>45376.905555555553</c:v>
                </c:pt>
                <c:pt idx="62603">
                  <c:v>45376.908333333333</c:v>
                </c:pt>
                <c:pt idx="62604">
                  <c:v>45376.911111111112</c:v>
                </c:pt>
                <c:pt idx="62605">
                  <c:v>45376.919444444437</c:v>
                </c:pt>
                <c:pt idx="62606">
                  <c:v>45376.920138888891</c:v>
                </c:pt>
                <c:pt idx="62607">
                  <c:v>45376.925000000003</c:v>
                </c:pt>
                <c:pt idx="62608">
                  <c:v>45376.959027777782</c:v>
                </c:pt>
                <c:pt idx="62609">
                  <c:v>45376.981944444437</c:v>
                </c:pt>
                <c:pt idx="62610">
                  <c:v>45376.98541666667</c:v>
                </c:pt>
                <c:pt idx="62611">
                  <c:v>45377.027777777781</c:v>
                </c:pt>
                <c:pt idx="62612">
                  <c:v>45377.14166666667</c:v>
                </c:pt>
                <c:pt idx="62613">
                  <c:v>45377.28402777778</c:v>
                </c:pt>
                <c:pt idx="62614">
                  <c:v>45376.868750000001</c:v>
                </c:pt>
                <c:pt idx="62615">
                  <c:v>45377.290277777778</c:v>
                </c:pt>
                <c:pt idx="62616">
                  <c:v>45377.347916666673</c:v>
                </c:pt>
                <c:pt idx="62617">
                  <c:v>45377.374305555553</c:v>
                </c:pt>
                <c:pt idx="62618">
                  <c:v>45377.380555555559</c:v>
                </c:pt>
                <c:pt idx="62619">
                  <c:v>45377.390972222223</c:v>
                </c:pt>
                <c:pt idx="62620">
                  <c:v>45377.413194444453</c:v>
                </c:pt>
                <c:pt idx="62621">
                  <c:v>45377.436805555553</c:v>
                </c:pt>
                <c:pt idx="62622">
                  <c:v>45377.459722222222</c:v>
                </c:pt>
                <c:pt idx="62623">
                  <c:v>45377.481944444437</c:v>
                </c:pt>
                <c:pt idx="62624">
                  <c:v>45377.491666666669</c:v>
                </c:pt>
                <c:pt idx="62625">
                  <c:v>45377.502083333333</c:v>
                </c:pt>
                <c:pt idx="62626">
                  <c:v>45377.50277777778</c:v>
                </c:pt>
                <c:pt idx="62627">
                  <c:v>45377.525000000001</c:v>
                </c:pt>
                <c:pt idx="62628">
                  <c:v>45377.533333333333</c:v>
                </c:pt>
                <c:pt idx="62629">
                  <c:v>45377.320833333331</c:v>
                </c:pt>
                <c:pt idx="62630">
                  <c:v>45376.866666666669</c:v>
                </c:pt>
                <c:pt idx="62631">
                  <c:v>45376.863194444442</c:v>
                </c:pt>
                <c:pt idx="62632">
                  <c:v>45376.836805555547</c:v>
                </c:pt>
                <c:pt idx="62633">
                  <c:v>45376.467361111107</c:v>
                </c:pt>
                <c:pt idx="62634">
                  <c:v>45376.476388888892</c:v>
                </c:pt>
                <c:pt idx="62635">
                  <c:v>45376.477083333331</c:v>
                </c:pt>
                <c:pt idx="62636">
                  <c:v>45376.477777777778</c:v>
                </c:pt>
                <c:pt idx="62637">
                  <c:v>45376.497916666667</c:v>
                </c:pt>
                <c:pt idx="62638">
                  <c:v>45376.526388888888</c:v>
                </c:pt>
                <c:pt idx="62639">
                  <c:v>45376.527777777781</c:v>
                </c:pt>
                <c:pt idx="62640">
                  <c:v>45376.534722222219</c:v>
                </c:pt>
                <c:pt idx="62641">
                  <c:v>45376.54583333333</c:v>
                </c:pt>
                <c:pt idx="62642">
                  <c:v>45376.551388888889</c:v>
                </c:pt>
                <c:pt idx="62643">
                  <c:v>45376.5625</c:v>
                </c:pt>
                <c:pt idx="62644">
                  <c:v>45376.591666666667</c:v>
                </c:pt>
                <c:pt idx="62645">
                  <c:v>45376.592361111107</c:v>
                </c:pt>
                <c:pt idx="62646">
                  <c:v>45376.593055555553</c:v>
                </c:pt>
                <c:pt idx="62647">
                  <c:v>45376.614583333343</c:v>
                </c:pt>
                <c:pt idx="62648">
                  <c:v>45376.62222222222</c:v>
                </c:pt>
                <c:pt idx="62649">
                  <c:v>45376.634027777778</c:v>
                </c:pt>
                <c:pt idx="62650">
                  <c:v>45376.638194444437</c:v>
                </c:pt>
                <c:pt idx="62651">
                  <c:v>45376.649305555547</c:v>
                </c:pt>
                <c:pt idx="62652">
                  <c:v>45376.70416666667</c:v>
                </c:pt>
                <c:pt idx="62653">
                  <c:v>45376.717361111107</c:v>
                </c:pt>
                <c:pt idx="62654">
                  <c:v>45376.722222222219</c:v>
                </c:pt>
                <c:pt idx="62655">
                  <c:v>45376.732638888891</c:v>
                </c:pt>
                <c:pt idx="62656">
                  <c:v>45376.745833333327</c:v>
                </c:pt>
                <c:pt idx="62657">
                  <c:v>45376.74722222222</c:v>
                </c:pt>
                <c:pt idx="62658">
                  <c:v>45376.755555555559</c:v>
                </c:pt>
                <c:pt idx="62659">
                  <c:v>45376.763888888891</c:v>
                </c:pt>
                <c:pt idx="62660">
                  <c:v>45376.803472222222</c:v>
                </c:pt>
                <c:pt idx="62661">
                  <c:v>45376.813888888893</c:v>
                </c:pt>
                <c:pt idx="62662">
                  <c:v>45375.015277777777</c:v>
                </c:pt>
                <c:pt idx="62663">
                  <c:v>45374.881944444453</c:v>
                </c:pt>
                <c:pt idx="62664">
                  <c:v>45374.870138888888</c:v>
                </c:pt>
                <c:pt idx="62665">
                  <c:v>45374.854861111111</c:v>
                </c:pt>
                <c:pt idx="62666">
                  <c:v>45372.864583333343</c:v>
                </c:pt>
                <c:pt idx="62667">
                  <c:v>45372.885416666657</c:v>
                </c:pt>
                <c:pt idx="62668">
                  <c:v>45372.886111111111</c:v>
                </c:pt>
                <c:pt idx="62669">
                  <c:v>45372.890972222223</c:v>
                </c:pt>
                <c:pt idx="62670">
                  <c:v>45372.912499999999</c:v>
                </c:pt>
                <c:pt idx="62671">
                  <c:v>45372.917361111111</c:v>
                </c:pt>
                <c:pt idx="62672">
                  <c:v>45372.932638888888</c:v>
                </c:pt>
                <c:pt idx="62673">
                  <c:v>45372.938194444447</c:v>
                </c:pt>
                <c:pt idx="62674">
                  <c:v>45372.940972222219</c:v>
                </c:pt>
                <c:pt idx="62675">
                  <c:v>45372.943055555559</c:v>
                </c:pt>
                <c:pt idx="62676">
                  <c:v>45373.035416666673</c:v>
                </c:pt>
                <c:pt idx="62677">
                  <c:v>45373.2</c:v>
                </c:pt>
                <c:pt idx="62678">
                  <c:v>45373.218055555553</c:v>
                </c:pt>
                <c:pt idx="62679">
                  <c:v>45372.84652777778</c:v>
                </c:pt>
                <c:pt idx="62680">
                  <c:v>45373.225694444453</c:v>
                </c:pt>
                <c:pt idx="62681">
                  <c:v>45373.36041666667</c:v>
                </c:pt>
                <c:pt idx="62682">
                  <c:v>45373.4</c:v>
                </c:pt>
                <c:pt idx="62683">
                  <c:v>45373.402083333327</c:v>
                </c:pt>
                <c:pt idx="62684">
                  <c:v>45373.443749999999</c:v>
                </c:pt>
                <c:pt idx="62685">
                  <c:v>45373.45</c:v>
                </c:pt>
                <c:pt idx="62686">
                  <c:v>45373.475694444453</c:v>
                </c:pt>
                <c:pt idx="62687">
                  <c:v>45373.478472222218</c:v>
                </c:pt>
                <c:pt idx="62688">
                  <c:v>45373.508333333331</c:v>
                </c:pt>
                <c:pt idx="62689">
                  <c:v>45373.513194444437</c:v>
                </c:pt>
                <c:pt idx="62690">
                  <c:v>45373.515972222223</c:v>
                </c:pt>
                <c:pt idx="62691">
                  <c:v>45373.518750000003</c:v>
                </c:pt>
                <c:pt idx="62692">
                  <c:v>45373.527083333327</c:v>
                </c:pt>
                <c:pt idx="62693">
                  <c:v>45373.53402777778</c:v>
                </c:pt>
                <c:pt idx="62694">
                  <c:v>45373.345138888893</c:v>
                </c:pt>
                <c:pt idx="62695">
                  <c:v>45372.838888888888</c:v>
                </c:pt>
                <c:pt idx="62696">
                  <c:v>45372.813194444447</c:v>
                </c:pt>
                <c:pt idx="62697">
                  <c:v>45372.808333333327</c:v>
                </c:pt>
                <c:pt idx="62698">
                  <c:v>45372.4375</c:v>
                </c:pt>
                <c:pt idx="62699">
                  <c:v>45372.488194444442</c:v>
                </c:pt>
                <c:pt idx="62700">
                  <c:v>45372.495138888888</c:v>
                </c:pt>
                <c:pt idx="62701">
                  <c:v>45372.509027777778</c:v>
                </c:pt>
                <c:pt idx="62702">
                  <c:v>45372.532638888893</c:v>
                </c:pt>
                <c:pt idx="62703">
                  <c:v>45372.53402777778</c:v>
                </c:pt>
                <c:pt idx="62704">
                  <c:v>45372.540972222218</c:v>
                </c:pt>
                <c:pt idx="62705">
                  <c:v>45372.541666666657</c:v>
                </c:pt>
                <c:pt idx="62706">
                  <c:v>45372.555555555547</c:v>
                </c:pt>
                <c:pt idx="62707">
                  <c:v>45372.606944444437</c:v>
                </c:pt>
                <c:pt idx="62708">
                  <c:v>45372.609722222223</c:v>
                </c:pt>
                <c:pt idx="62709">
                  <c:v>45372.620833333327</c:v>
                </c:pt>
                <c:pt idx="62710">
                  <c:v>45372.629166666673</c:v>
                </c:pt>
                <c:pt idx="62711">
                  <c:v>45372.631944444453</c:v>
                </c:pt>
                <c:pt idx="62712">
                  <c:v>45372.635416666657</c:v>
                </c:pt>
                <c:pt idx="62713">
                  <c:v>45372.652083333327</c:v>
                </c:pt>
                <c:pt idx="62714">
                  <c:v>45372.661111111112</c:v>
                </c:pt>
                <c:pt idx="62715">
                  <c:v>45372.679166666669</c:v>
                </c:pt>
                <c:pt idx="62716">
                  <c:v>45372.695138888892</c:v>
                </c:pt>
                <c:pt idx="62717">
                  <c:v>45372.707638888889</c:v>
                </c:pt>
                <c:pt idx="62718">
                  <c:v>45372.720833333333</c:v>
                </c:pt>
                <c:pt idx="62719">
                  <c:v>45372.723611111112</c:v>
                </c:pt>
                <c:pt idx="62720">
                  <c:v>45372.740972222222</c:v>
                </c:pt>
                <c:pt idx="62721">
                  <c:v>45372.75</c:v>
                </c:pt>
                <c:pt idx="62722">
                  <c:v>45372.757638888892</c:v>
                </c:pt>
                <c:pt idx="62723">
                  <c:v>45372.775694444441</c:v>
                </c:pt>
                <c:pt idx="62724">
                  <c:v>45372.777083333327</c:v>
                </c:pt>
                <c:pt idx="62725">
                  <c:v>45372.780555555553</c:v>
                </c:pt>
                <c:pt idx="62726">
                  <c:v>45372.786805555559</c:v>
                </c:pt>
                <c:pt idx="62727">
                  <c:v>45373.543749999997</c:v>
                </c:pt>
                <c:pt idx="62728">
                  <c:v>45372.412499999999</c:v>
                </c:pt>
                <c:pt idx="62729">
                  <c:v>45373.545138888891</c:v>
                </c:pt>
                <c:pt idx="62730">
                  <c:v>45373.55972222222</c:v>
                </c:pt>
                <c:pt idx="62731">
                  <c:v>45374.445138888892</c:v>
                </c:pt>
                <c:pt idx="62732">
                  <c:v>45374.447916666657</c:v>
                </c:pt>
                <c:pt idx="62733">
                  <c:v>45374.465277777781</c:v>
                </c:pt>
                <c:pt idx="62734">
                  <c:v>45374.49722222222</c:v>
                </c:pt>
                <c:pt idx="62735">
                  <c:v>45374.504166666673</c:v>
                </c:pt>
                <c:pt idx="62736">
                  <c:v>45374.520833333343</c:v>
                </c:pt>
                <c:pt idx="62737">
                  <c:v>45374.537499999999</c:v>
                </c:pt>
                <c:pt idx="62738">
                  <c:v>45374.544444444437</c:v>
                </c:pt>
                <c:pt idx="62739">
                  <c:v>45374.54791666667</c:v>
                </c:pt>
                <c:pt idx="62740">
                  <c:v>45374.571527777778</c:v>
                </c:pt>
                <c:pt idx="62741">
                  <c:v>45374.573611111111</c:v>
                </c:pt>
                <c:pt idx="62742">
                  <c:v>45374.594444444447</c:v>
                </c:pt>
                <c:pt idx="62743">
                  <c:v>45374.600694444453</c:v>
                </c:pt>
                <c:pt idx="62744">
                  <c:v>45374.440972222219</c:v>
                </c:pt>
                <c:pt idx="62745">
                  <c:v>45374.616666666669</c:v>
                </c:pt>
                <c:pt idx="62746">
                  <c:v>45374.64166666667</c:v>
                </c:pt>
                <c:pt idx="62747">
                  <c:v>45374.683333333327</c:v>
                </c:pt>
                <c:pt idx="62748">
                  <c:v>45374.6875</c:v>
                </c:pt>
                <c:pt idx="62749">
                  <c:v>45374.699305555558</c:v>
                </c:pt>
                <c:pt idx="62750">
                  <c:v>45374.711111111108</c:v>
                </c:pt>
                <c:pt idx="62751">
                  <c:v>45374.727083333331</c:v>
                </c:pt>
                <c:pt idx="62752">
                  <c:v>45374.744444444441</c:v>
                </c:pt>
                <c:pt idx="62753">
                  <c:v>45374.749305555553</c:v>
                </c:pt>
                <c:pt idx="62754">
                  <c:v>45374.759027777778</c:v>
                </c:pt>
                <c:pt idx="62755">
                  <c:v>45374.782638888893</c:v>
                </c:pt>
                <c:pt idx="62756">
                  <c:v>45374.806250000001</c:v>
                </c:pt>
                <c:pt idx="62757">
                  <c:v>45374.821527777778</c:v>
                </c:pt>
                <c:pt idx="62758">
                  <c:v>45374.852777777778</c:v>
                </c:pt>
                <c:pt idx="62759">
                  <c:v>45374.631944444453</c:v>
                </c:pt>
                <c:pt idx="62760">
                  <c:v>45374.35833333333</c:v>
                </c:pt>
                <c:pt idx="62761">
                  <c:v>45374.254166666673</c:v>
                </c:pt>
                <c:pt idx="62762">
                  <c:v>45374.111805555563</c:v>
                </c:pt>
                <c:pt idx="62763">
                  <c:v>45373.569444444453</c:v>
                </c:pt>
                <c:pt idx="62764">
                  <c:v>45373.589583333327</c:v>
                </c:pt>
                <c:pt idx="62765">
                  <c:v>45373.590277777781</c:v>
                </c:pt>
                <c:pt idx="62766">
                  <c:v>45373.59097222222</c:v>
                </c:pt>
                <c:pt idx="62767">
                  <c:v>45373.62222222222</c:v>
                </c:pt>
                <c:pt idx="62768">
                  <c:v>45373.62222222222</c:v>
                </c:pt>
                <c:pt idx="62769">
                  <c:v>45373.646527777782</c:v>
                </c:pt>
                <c:pt idx="62770">
                  <c:v>45373.668749999997</c:v>
                </c:pt>
                <c:pt idx="62771">
                  <c:v>45373.71875</c:v>
                </c:pt>
                <c:pt idx="62772">
                  <c:v>45373.75277777778</c:v>
                </c:pt>
                <c:pt idx="62773">
                  <c:v>45373.760416666657</c:v>
                </c:pt>
                <c:pt idx="62774">
                  <c:v>45373.765972222223</c:v>
                </c:pt>
                <c:pt idx="62775">
                  <c:v>45373.776388888888</c:v>
                </c:pt>
                <c:pt idx="62776">
                  <c:v>45373.84652777778</c:v>
                </c:pt>
                <c:pt idx="62777">
                  <c:v>45373.851388888892</c:v>
                </c:pt>
                <c:pt idx="62778">
                  <c:v>45373.853472222218</c:v>
                </c:pt>
                <c:pt idx="62779">
                  <c:v>45373.854166666657</c:v>
                </c:pt>
                <c:pt idx="62780">
                  <c:v>45373.855555555558</c:v>
                </c:pt>
                <c:pt idx="62781">
                  <c:v>45373.86041666667</c:v>
                </c:pt>
                <c:pt idx="62782">
                  <c:v>45373.905555555553</c:v>
                </c:pt>
                <c:pt idx="62783">
                  <c:v>45373.908333333333</c:v>
                </c:pt>
                <c:pt idx="62784">
                  <c:v>45373.916666666657</c:v>
                </c:pt>
                <c:pt idx="62785">
                  <c:v>45373.916666666657</c:v>
                </c:pt>
                <c:pt idx="62786">
                  <c:v>45373.93472222222</c:v>
                </c:pt>
                <c:pt idx="62787">
                  <c:v>45373.969444444447</c:v>
                </c:pt>
                <c:pt idx="62788">
                  <c:v>45373.979166666657</c:v>
                </c:pt>
                <c:pt idx="62789">
                  <c:v>45373.993055555547</c:v>
                </c:pt>
                <c:pt idx="62790">
                  <c:v>45373.995138888888</c:v>
                </c:pt>
                <c:pt idx="62791">
                  <c:v>45374.074305555558</c:v>
                </c:pt>
                <c:pt idx="62792">
                  <c:v>45373.551388888889</c:v>
                </c:pt>
                <c:pt idx="62793">
                  <c:v>45389.52847222222</c:v>
                </c:pt>
                <c:pt idx="62794">
                  <c:v>45389.568055555559</c:v>
                </c:pt>
                <c:pt idx="62795">
                  <c:v>45389.569444444453</c:v>
                </c:pt>
                <c:pt idx="62796">
                  <c:v>45403.604861111111</c:v>
                </c:pt>
                <c:pt idx="62797">
                  <c:v>45403.612500000003</c:v>
                </c:pt>
                <c:pt idx="62798">
                  <c:v>45403.613194444442</c:v>
                </c:pt>
                <c:pt idx="62799">
                  <c:v>45403.629166666673</c:v>
                </c:pt>
                <c:pt idx="62800">
                  <c:v>45403.649305555547</c:v>
                </c:pt>
                <c:pt idx="62801">
                  <c:v>45403.654166666667</c:v>
                </c:pt>
                <c:pt idx="62802">
                  <c:v>45403.668055555558</c:v>
                </c:pt>
                <c:pt idx="62803">
                  <c:v>45403.668749999997</c:v>
                </c:pt>
                <c:pt idx="62804">
                  <c:v>45403.669444444437</c:v>
                </c:pt>
                <c:pt idx="62805">
                  <c:v>45403.673611111109</c:v>
                </c:pt>
                <c:pt idx="62806">
                  <c:v>45403.693055555559</c:v>
                </c:pt>
                <c:pt idx="62807">
                  <c:v>45403.697222222218</c:v>
                </c:pt>
                <c:pt idx="62808">
                  <c:v>45403.720138888893</c:v>
                </c:pt>
                <c:pt idx="62809">
                  <c:v>45403.601388888892</c:v>
                </c:pt>
                <c:pt idx="62810">
                  <c:v>45403.725694444453</c:v>
                </c:pt>
                <c:pt idx="62811">
                  <c:v>45403.756249999999</c:v>
                </c:pt>
                <c:pt idx="62812">
                  <c:v>45403.757638888892</c:v>
                </c:pt>
                <c:pt idx="62813">
                  <c:v>45403.768750000003</c:v>
                </c:pt>
                <c:pt idx="62814">
                  <c:v>45403.770138888889</c:v>
                </c:pt>
                <c:pt idx="62815">
                  <c:v>45403.770833333343</c:v>
                </c:pt>
                <c:pt idx="62816">
                  <c:v>45403.771527777782</c:v>
                </c:pt>
                <c:pt idx="62817">
                  <c:v>45403.78125</c:v>
                </c:pt>
                <c:pt idx="62818">
                  <c:v>45403.8125</c:v>
                </c:pt>
                <c:pt idx="62819">
                  <c:v>45403.816666666673</c:v>
                </c:pt>
                <c:pt idx="62820">
                  <c:v>45403.822222222218</c:v>
                </c:pt>
                <c:pt idx="62821">
                  <c:v>45403.824305555558</c:v>
                </c:pt>
                <c:pt idx="62822">
                  <c:v>45403.835416666669</c:v>
                </c:pt>
                <c:pt idx="62823">
                  <c:v>45403.836805555547</c:v>
                </c:pt>
                <c:pt idx="62824">
                  <c:v>45403.743055555547</c:v>
                </c:pt>
                <c:pt idx="62825">
                  <c:v>45403.845138888893</c:v>
                </c:pt>
                <c:pt idx="62826">
                  <c:v>45403.591666666667</c:v>
                </c:pt>
                <c:pt idx="62827">
                  <c:v>45403.575694444437</c:v>
                </c:pt>
                <c:pt idx="62828">
                  <c:v>45402.957638888889</c:v>
                </c:pt>
                <c:pt idx="62829">
                  <c:v>45402.963194444441</c:v>
                </c:pt>
                <c:pt idx="62830">
                  <c:v>45402.970833333333</c:v>
                </c:pt>
                <c:pt idx="62831">
                  <c:v>45402.970833333333</c:v>
                </c:pt>
                <c:pt idx="62832">
                  <c:v>45402.984027777777</c:v>
                </c:pt>
                <c:pt idx="62833">
                  <c:v>45403.01458333333</c:v>
                </c:pt>
                <c:pt idx="62834">
                  <c:v>45403.061805555553</c:v>
                </c:pt>
                <c:pt idx="62835">
                  <c:v>45403.179166666669</c:v>
                </c:pt>
                <c:pt idx="62836">
                  <c:v>45403.198611111111</c:v>
                </c:pt>
                <c:pt idx="62837">
                  <c:v>45403.24722222222</c:v>
                </c:pt>
                <c:pt idx="62838">
                  <c:v>45403.291666666657</c:v>
                </c:pt>
                <c:pt idx="62839">
                  <c:v>45403.32916666667</c:v>
                </c:pt>
                <c:pt idx="62840">
                  <c:v>45403.347916666673</c:v>
                </c:pt>
                <c:pt idx="62841">
                  <c:v>45403.579861111109</c:v>
                </c:pt>
                <c:pt idx="62842">
                  <c:v>45403.350694444453</c:v>
                </c:pt>
                <c:pt idx="62843">
                  <c:v>45403.430555555547</c:v>
                </c:pt>
                <c:pt idx="62844">
                  <c:v>45403.448611111111</c:v>
                </c:pt>
                <c:pt idx="62845">
                  <c:v>45403.478472222218</c:v>
                </c:pt>
                <c:pt idx="62846">
                  <c:v>45403.493055555547</c:v>
                </c:pt>
                <c:pt idx="62847">
                  <c:v>45403.495833333327</c:v>
                </c:pt>
                <c:pt idx="62848">
                  <c:v>45403.503472222219</c:v>
                </c:pt>
                <c:pt idx="62849">
                  <c:v>45403.503472222219</c:v>
                </c:pt>
                <c:pt idx="62850">
                  <c:v>45403.521527777782</c:v>
                </c:pt>
                <c:pt idx="62851">
                  <c:v>45403.531944444447</c:v>
                </c:pt>
                <c:pt idx="62852">
                  <c:v>45403.533333333333</c:v>
                </c:pt>
                <c:pt idx="62853">
                  <c:v>45403.543749999997</c:v>
                </c:pt>
                <c:pt idx="62854">
                  <c:v>45403.552777777782</c:v>
                </c:pt>
                <c:pt idx="62855">
                  <c:v>45403.55972222222</c:v>
                </c:pt>
                <c:pt idx="62856">
                  <c:v>45403.356944444437</c:v>
                </c:pt>
                <c:pt idx="62857">
                  <c:v>45403.854166666657</c:v>
                </c:pt>
                <c:pt idx="62858">
                  <c:v>45403.859722222223</c:v>
                </c:pt>
                <c:pt idx="62859">
                  <c:v>45403.873611111107</c:v>
                </c:pt>
                <c:pt idx="62860">
                  <c:v>45404.6</c:v>
                </c:pt>
                <c:pt idx="62861">
                  <c:v>45404.600694444453</c:v>
                </c:pt>
                <c:pt idx="62862">
                  <c:v>45404.62222222222</c:v>
                </c:pt>
                <c:pt idx="62863">
                  <c:v>45404.630555555559</c:v>
                </c:pt>
                <c:pt idx="62864">
                  <c:v>45404.636805555558</c:v>
                </c:pt>
                <c:pt idx="62865">
                  <c:v>45404.640277777777</c:v>
                </c:pt>
                <c:pt idx="62866">
                  <c:v>45404.642361111109</c:v>
                </c:pt>
                <c:pt idx="62867">
                  <c:v>45404.65625</c:v>
                </c:pt>
                <c:pt idx="62868">
                  <c:v>45404.69027777778</c:v>
                </c:pt>
                <c:pt idx="62869">
                  <c:v>45404.700694444437</c:v>
                </c:pt>
                <c:pt idx="62870">
                  <c:v>45404.710416666669</c:v>
                </c:pt>
                <c:pt idx="62871">
                  <c:v>45404.722916666673</c:v>
                </c:pt>
                <c:pt idx="62872">
                  <c:v>45404.723611111112</c:v>
                </c:pt>
                <c:pt idx="62873">
                  <c:v>45404.584027777782</c:v>
                </c:pt>
                <c:pt idx="62874">
                  <c:v>45404.740972222222</c:v>
                </c:pt>
                <c:pt idx="62875">
                  <c:v>45404.769444444442</c:v>
                </c:pt>
                <c:pt idx="62876">
                  <c:v>45404.781944444447</c:v>
                </c:pt>
                <c:pt idx="62877">
                  <c:v>45404.783333333333</c:v>
                </c:pt>
                <c:pt idx="62878">
                  <c:v>45404.784722222219</c:v>
                </c:pt>
                <c:pt idx="62879">
                  <c:v>45404.785416666673</c:v>
                </c:pt>
                <c:pt idx="62880">
                  <c:v>45404.791666666657</c:v>
                </c:pt>
                <c:pt idx="62881">
                  <c:v>45404.797222222223</c:v>
                </c:pt>
                <c:pt idx="62882">
                  <c:v>45404.831944444442</c:v>
                </c:pt>
                <c:pt idx="62883">
                  <c:v>45404.852083333331</c:v>
                </c:pt>
                <c:pt idx="62884">
                  <c:v>45404.852777777778</c:v>
                </c:pt>
                <c:pt idx="62885">
                  <c:v>45404.859027777777</c:v>
                </c:pt>
                <c:pt idx="62886">
                  <c:v>45404.871527777781</c:v>
                </c:pt>
                <c:pt idx="62887">
                  <c:v>45404.885416666657</c:v>
                </c:pt>
                <c:pt idx="62888">
                  <c:v>45404.741666666669</c:v>
                </c:pt>
                <c:pt idx="62889">
                  <c:v>45404.581250000003</c:v>
                </c:pt>
                <c:pt idx="62890">
                  <c:v>45404.566666666673</c:v>
                </c:pt>
                <c:pt idx="62891">
                  <c:v>45404.556944444441</c:v>
                </c:pt>
                <c:pt idx="62892">
                  <c:v>45403.875694444447</c:v>
                </c:pt>
                <c:pt idx="62893">
                  <c:v>45403.875694444447</c:v>
                </c:pt>
                <c:pt idx="62894">
                  <c:v>45403.877083333333</c:v>
                </c:pt>
                <c:pt idx="62895">
                  <c:v>45403.89166666667</c:v>
                </c:pt>
                <c:pt idx="62896">
                  <c:v>45403.901388888888</c:v>
                </c:pt>
                <c:pt idx="62897">
                  <c:v>45403.972222222219</c:v>
                </c:pt>
                <c:pt idx="62898">
                  <c:v>45403.978472222218</c:v>
                </c:pt>
                <c:pt idx="62899">
                  <c:v>45403.994444444441</c:v>
                </c:pt>
                <c:pt idx="62900">
                  <c:v>45404.032638888893</c:v>
                </c:pt>
                <c:pt idx="62901">
                  <c:v>45404.118055555547</c:v>
                </c:pt>
                <c:pt idx="62902">
                  <c:v>45404.145138888889</c:v>
                </c:pt>
                <c:pt idx="62903">
                  <c:v>45404.26666666667</c:v>
                </c:pt>
                <c:pt idx="62904">
                  <c:v>45404.3125</c:v>
                </c:pt>
                <c:pt idx="62905">
                  <c:v>45404.321527777778</c:v>
                </c:pt>
                <c:pt idx="62906">
                  <c:v>45404.347916666673</c:v>
                </c:pt>
                <c:pt idx="62907">
                  <c:v>45404.349305555559</c:v>
                </c:pt>
                <c:pt idx="62908">
                  <c:v>45404.35833333333</c:v>
                </c:pt>
                <c:pt idx="62909">
                  <c:v>45404.359722222223</c:v>
                </c:pt>
                <c:pt idx="62910">
                  <c:v>45404.411111111112</c:v>
                </c:pt>
                <c:pt idx="62911">
                  <c:v>45404.414583333331</c:v>
                </c:pt>
                <c:pt idx="62912">
                  <c:v>45404.416666666657</c:v>
                </c:pt>
                <c:pt idx="62913">
                  <c:v>45404.419444444437</c:v>
                </c:pt>
                <c:pt idx="62914">
                  <c:v>45404.45208333333</c:v>
                </c:pt>
                <c:pt idx="62915">
                  <c:v>45404.461111111108</c:v>
                </c:pt>
                <c:pt idx="62916">
                  <c:v>45404.477777777778</c:v>
                </c:pt>
                <c:pt idx="62917">
                  <c:v>45404.525694444441</c:v>
                </c:pt>
                <c:pt idx="62918">
                  <c:v>45404.531944444447</c:v>
                </c:pt>
                <c:pt idx="62919">
                  <c:v>45404.544444444437</c:v>
                </c:pt>
                <c:pt idx="62920">
                  <c:v>45404.556250000001</c:v>
                </c:pt>
                <c:pt idx="62921">
                  <c:v>45402.947222222218</c:v>
                </c:pt>
                <c:pt idx="62922">
                  <c:v>45402.92083333333</c:v>
                </c:pt>
                <c:pt idx="62923">
                  <c:v>45402.854166666657</c:v>
                </c:pt>
                <c:pt idx="62924">
                  <c:v>45402.838888888888</c:v>
                </c:pt>
                <c:pt idx="62925">
                  <c:v>45400.948611111111</c:v>
                </c:pt>
                <c:pt idx="62926">
                  <c:v>45400.97152777778</c:v>
                </c:pt>
                <c:pt idx="62927">
                  <c:v>45400.994444444441</c:v>
                </c:pt>
                <c:pt idx="62928">
                  <c:v>45401.073611111111</c:v>
                </c:pt>
                <c:pt idx="62929">
                  <c:v>45401.094444444447</c:v>
                </c:pt>
                <c:pt idx="62930">
                  <c:v>45401.129166666673</c:v>
                </c:pt>
                <c:pt idx="62931">
                  <c:v>45401.24722222222</c:v>
                </c:pt>
                <c:pt idx="62932">
                  <c:v>45401.249305555553</c:v>
                </c:pt>
                <c:pt idx="62933">
                  <c:v>45401.355555555558</c:v>
                </c:pt>
                <c:pt idx="62934">
                  <c:v>45401.361111111109</c:v>
                </c:pt>
                <c:pt idx="62935">
                  <c:v>45401.37222222222</c:v>
                </c:pt>
                <c:pt idx="62936">
                  <c:v>45401.37777777778</c:v>
                </c:pt>
                <c:pt idx="62937">
                  <c:v>45401.384027777778</c:v>
                </c:pt>
                <c:pt idx="62938">
                  <c:v>45400.945138888892</c:v>
                </c:pt>
                <c:pt idx="62939">
                  <c:v>45401.399305555547</c:v>
                </c:pt>
                <c:pt idx="62940">
                  <c:v>45401.411111111112</c:v>
                </c:pt>
                <c:pt idx="62941">
                  <c:v>45401.413194444453</c:v>
                </c:pt>
                <c:pt idx="62942">
                  <c:v>45401.420138888891</c:v>
                </c:pt>
                <c:pt idx="62943">
                  <c:v>45401.421527777777</c:v>
                </c:pt>
                <c:pt idx="62944">
                  <c:v>45401.425000000003</c:v>
                </c:pt>
                <c:pt idx="62945">
                  <c:v>45401.425694444442</c:v>
                </c:pt>
                <c:pt idx="62946">
                  <c:v>45401.427777777782</c:v>
                </c:pt>
                <c:pt idx="62947">
                  <c:v>45401.445833333331</c:v>
                </c:pt>
                <c:pt idx="62948">
                  <c:v>45401.452777777777</c:v>
                </c:pt>
                <c:pt idx="62949">
                  <c:v>45401.456944444442</c:v>
                </c:pt>
                <c:pt idx="62950">
                  <c:v>45401.473611111112</c:v>
                </c:pt>
                <c:pt idx="62951">
                  <c:v>45401.479166666657</c:v>
                </c:pt>
                <c:pt idx="62952">
                  <c:v>45401.505555555559</c:v>
                </c:pt>
                <c:pt idx="62953">
                  <c:v>45401.404861111107</c:v>
                </c:pt>
                <c:pt idx="62954">
                  <c:v>45400.917361111111</c:v>
                </c:pt>
                <c:pt idx="62955">
                  <c:v>45400.904166666667</c:v>
                </c:pt>
                <c:pt idx="62956">
                  <c:v>45400.853472222218</c:v>
                </c:pt>
                <c:pt idx="62957">
                  <c:v>45400.518750000003</c:v>
                </c:pt>
                <c:pt idx="62958">
                  <c:v>45400.520138888889</c:v>
                </c:pt>
                <c:pt idx="62959">
                  <c:v>45400.522916666669</c:v>
                </c:pt>
                <c:pt idx="62960">
                  <c:v>45400.53125</c:v>
                </c:pt>
                <c:pt idx="62961">
                  <c:v>45400.531944444447</c:v>
                </c:pt>
                <c:pt idx="62962">
                  <c:v>45400.540972222218</c:v>
                </c:pt>
                <c:pt idx="62963">
                  <c:v>45400.541666666657</c:v>
                </c:pt>
                <c:pt idx="62964">
                  <c:v>45400.560416666667</c:v>
                </c:pt>
                <c:pt idx="62965">
                  <c:v>45400.616666666669</c:v>
                </c:pt>
                <c:pt idx="62966">
                  <c:v>45400.619444444441</c:v>
                </c:pt>
                <c:pt idx="62967">
                  <c:v>45400.620833333327</c:v>
                </c:pt>
                <c:pt idx="62968">
                  <c:v>45400.623611111107</c:v>
                </c:pt>
                <c:pt idx="62969">
                  <c:v>45400.633333333331</c:v>
                </c:pt>
                <c:pt idx="62970">
                  <c:v>45400.667361111111</c:v>
                </c:pt>
                <c:pt idx="62971">
                  <c:v>45400.677083333343</c:v>
                </c:pt>
                <c:pt idx="62972">
                  <c:v>45400.679861111108</c:v>
                </c:pt>
                <c:pt idx="62973">
                  <c:v>45400.6875</c:v>
                </c:pt>
                <c:pt idx="62974">
                  <c:v>45400.693055555559</c:v>
                </c:pt>
                <c:pt idx="62975">
                  <c:v>45400.726388888892</c:v>
                </c:pt>
                <c:pt idx="62976">
                  <c:v>45400.729861111111</c:v>
                </c:pt>
                <c:pt idx="62977">
                  <c:v>45400.734027777777</c:v>
                </c:pt>
                <c:pt idx="62978">
                  <c:v>45400.740277777782</c:v>
                </c:pt>
                <c:pt idx="62979">
                  <c:v>45400.746527777781</c:v>
                </c:pt>
                <c:pt idx="62980">
                  <c:v>45400.746527777781</c:v>
                </c:pt>
                <c:pt idx="62981">
                  <c:v>45400.791666666657</c:v>
                </c:pt>
                <c:pt idx="62982">
                  <c:v>45400.811805555553</c:v>
                </c:pt>
                <c:pt idx="62983">
                  <c:v>45400.823611111111</c:v>
                </c:pt>
                <c:pt idx="62984">
                  <c:v>45400.824305555558</c:v>
                </c:pt>
                <c:pt idx="62985">
                  <c:v>45400.852083333331</c:v>
                </c:pt>
                <c:pt idx="62986">
                  <c:v>45401.524305555547</c:v>
                </c:pt>
                <c:pt idx="62987">
                  <c:v>45404.918749999997</c:v>
                </c:pt>
                <c:pt idx="62988">
                  <c:v>45401.533333333333</c:v>
                </c:pt>
                <c:pt idx="62989">
                  <c:v>45401.571527777778</c:v>
                </c:pt>
                <c:pt idx="62990">
                  <c:v>45402.285416666673</c:v>
                </c:pt>
                <c:pt idx="62991">
                  <c:v>45402.301388888889</c:v>
                </c:pt>
                <c:pt idx="62992">
                  <c:v>45402.345138888893</c:v>
                </c:pt>
                <c:pt idx="62993">
                  <c:v>45402.390277777777</c:v>
                </c:pt>
                <c:pt idx="62994">
                  <c:v>45402.406944444447</c:v>
                </c:pt>
                <c:pt idx="62995">
                  <c:v>45402.43472222222</c:v>
                </c:pt>
                <c:pt idx="62996">
                  <c:v>45402.4375</c:v>
                </c:pt>
                <c:pt idx="62997">
                  <c:v>45402.447222222218</c:v>
                </c:pt>
                <c:pt idx="62998">
                  <c:v>45402.448611111111</c:v>
                </c:pt>
                <c:pt idx="62999">
                  <c:v>45402.48333333333</c:v>
                </c:pt>
                <c:pt idx="63000">
                  <c:v>45402.48333333333</c:v>
                </c:pt>
                <c:pt idx="63001">
                  <c:v>45402.499305555553</c:v>
                </c:pt>
                <c:pt idx="63002">
                  <c:v>45402.536111111112</c:v>
                </c:pt>
                <c:pt idx="63003">
                  <c:v>45402.193749999999</c:v>
                </c:pt>
                <c:pt idx="63004">
                  <c:v>45402.560416666667</c:v>
                </c:pt>
                <c:pt idx="63005">
                  <c:v>45402.615277777782</c:v>
                </c:pt>
                <c:pt idx="63006">
                  <c:v>45402.621527777781</c:v>
                </c:pt>
                <c:pt idx="63007">
                  <c:v>45402.631249999999</c:v>
                </c:pt>
                <c:pt idx="63008">
                  <c:v>45402.640277777777</c:v>
                </c:pt>
                <c:pt idx="63009">
                  <c:v>45402.643055555563</c:v>
                </c:pt>
                <c:pt idx="63010">
                  <c:v>45402.665277777778</c:v>
                </c:pt>
                <c:pt idx="63011">
                  <c:v>45402.670138888891</c:v>
                </c:pt>
                <c:pt idx="63012">
                  <c:v>45402.691666666673</c:v>
                </c:pt>
                <c:pt idx="63013">
                  <c:v>45402.693055555559</c:v>
                </c:pt>
                <c:pt idx="63014">
                  <c:v>45402.722222222219</c:v>
                </c:pt>
                <c:pt idx="63015">
                  <c:v>45402.734722222223</c:v>
                </c:pt>
                <c:pt idx="63016">
                  <c:v>45402.759027777778</c:v>
                </c:pt>
                <c:pt idx="63017">
                  <c:v>45402.833333333343</c:v>
                </c:pt>
                <c:pt idx="63018">
                  <c:v>45402.566666666673</c:v>
                </c:pt>
                <c:pt idx="63019">
                  <c:v>45402.125694444447</c:v>
                </c:pt>
                <c:pt idx="63020">
                  <c:v>45402.081944444442</c:v>
                </c:pt>
                <c:pt idx="63021">
                  <c:v>45402.063888888893</c:v>
                </c:pt>
                <c:pt idx="63022">
                  <c:v>45401.588888888888</c:v>
                </c:pt>
                <c:pt idx="63023">
                  <c:v>45401.624305555553</c:v>
                </c:pt>
                <c:pt idx="63024">
                  <c:v>45401.633333333331</c:v>
                </c:pt>
                <c:pt idx="63025">
                  <c:v>45401.634027777778</c:v>
                </c:pt>
                <c:pt idx="63026">
                  <c:v>45401.634722222218</c:v>
                </c:pt>
                <c:pt idx="63027">
                  <c:v>45401.670138888891</c:v>
                </c:pt>
                <c:pt idx="63028">
                  <c:v>45401.681944444441</c:v>
                </c:pt>
                <c:pt idx="63029">
                  <c:v>45401.684027777781</c:v>
                </c:pt>
                <c:pt idx="63030">
                  <c:v>45401.685416666667</c:v>
                </c:pt>
                <c:pt idx="63031">
                  <c:v>45401.704861111109</c:v>
                </c:pt>
                <c:pt idx="63032">
                  <c:v>45401.726388888892</c:v>
                </c:pt>
                <c:pt idx="63033">
                  <c:v>45401.746527777781</c:v>
                </c:pt>
                <c:pt idx="63034">
                  <c:v>45401.756944444453</c:v>
                </c:pt>
                <c:pt idx="63035">
                  <c:v>45401.768055555563</c:v>
                </c:pt>
                <c:pt idx="63036">
                  <c:v>45401.809027777781</c:v>
                </c:pt>
                <c:pt idx="63037">
                  <c:v>45401.818749999999</c:v>
                </c:pt>
                <c:pt idx="63038">
                  <c:v>45401.822222222218</c:v>
                </c:pt>
                <c:pt idx="63039">
                  <c:v>45401.831944444442</c:v>
                </c:pt>
                <c:pt idx="63040">
                  <c:v>45401.834027777782</c:v>
                </c:pt>
                <c:pt idx="63041">
                  <c:v>45401.849305555559</c:v>
                </c:pt>
                <c:pt idx="63042">
                  <c:v>45401.852777777778</c:v>
                </c:pt>
                <c:pt idx="63043">
                  <c:v>45401.859722222223</c:v>
                </c:pt>
                <c:pt idx="63044">
                  <c:v>45401.90347222222</c:v>
                </c:pt>
                <c:pt idx="63045">
                  <c:v>45401.921527777777</c:v>
                </c:pt>
                <c:pt idx="63046">
                  <c:v>45401.92291666667</c:v>
                </c:pt>
                <c:pt idx="63047">
                  <c:v>45401.98541666667</c:v>
                </c:pt>
                <c:pt idx="63048">
                  <c:v>45401.992361111108</c:v>
                </c:pt>
                <c:pt idx="63049">
                  <c:v>45402.007638888892</c:v>
                </c:pt>
                <c:pt idx="63050">
                  <c:v>45402.030555555553</c:v>
                </c:pt>
                <c:pt idx="63051">
                  <c:v>45401.563194444447</c:v>
                </c:pt>
                <c:pt idx="63052">
                  <c:v>45400.509722222218</c:v>
                </c:pt>
                <c:pt idx="63053">
                  <c:v>45404.921527777777</c:v>
                </c:pt>
                <c:pt idx="63054">
                  <c:v>45404.939583333333</c:v>
                </c:pt>
                <c:pt idx="63055">
                  <c:v>45407.875694444447</c:v>
                </c:pt>
                <c:pt idx="63056">
                  <c:v>45407.89166666667</c:v>
                </c:pt>
                <c:pt idx="63057">
                  <c:v>45407.906944444447</c:v>
                </c:pt>
                <c:pt idx="63058">
                  <c:v>45407.923611111109</c:v>
                </c:pt>
                <c:pt idx="63059">
                  <c:v>45407.938194444447</c:v>
                </c:pt>
                <c:pt idx="63060">
                  <c:v>45407.959027777782</c:v>
                </c:pt>
                <c:pt idx="63061">
                  <c:v>45407.96597222222</c:v>
                </c:pt>
                <c:pt idx="63062">
                  <c:v>45408.005555555559</c:v>
                </c:pt>
                <c:pt idx="63063">
                  <c:v>45408.019444444442</c:v>
                </c:pt>
                <c:pt idx="63064">
                  <c:v>45408.07708333333</c:v>
                </c:pt>
                <c:pt idx="63065">
                  <c:v>45408.15</c:v>
                </c:pt>
                <c:pt idx="63066">
                  <c:v>45408.174305555563</c:v>
                </c:pt>
                <c:pt idx="63067">
                  <c:v>45408.176388888889</c:v>
                </c:pt>
                <c:pt idx="63068">
                  <c:v>45407.870833333327</c:v>
                </c:pt>
                <c:pt idx="63069">
                  <c:v>45408.300694444442</c:v>
                </c:pt>
                <c:pt idx="63070">
                  <c:v>45408.34097222222</c:v>
                </c:pt>
                <c:pt idx="63071">
                  <c:v>45408.377083333333</c:v>
                </c:pt>
                <c:pt idx="63072">
                  <c:v>45408.381249999999</c:v>
                </c:pt>
                <c:pt idx="63073">
                  <c:v>45408.402083333327</c:v>
                </c:pt>
                <c:pt idx="63074">
                  <c:v>45408.418749999997</c:v>
                </c:pt>
                <c:pt idx="63075">
                  <c:v>45408.42291666667</c:v>
                </c:pt>
                <c:pt idx="63076">
                  <c:v>45408.426388888889</c:v>
                </c:pt>
                <c:pt idx="63077">
                  <c:v>45408.438194444447</c:v>
                </c:pt>
                <c:pt idx="63078">
                  <c:v>45408.447916666657</c:v>
                </c:pt>
                <c:pt idx="63079">
                  <c:v>45408.449305555558</c:v>
                </c:pt>
                <c:pt idx="63080">
                  <c:v>45408.454861111109</c:v>
                </c:pt>
                <c:pt idx="63081">
                  <c:v>45408.459722222222</c:v>
                </c:pt>
                <c:pt idx="63082">
                  <c:v>45408.460416666669</c:v>
                </c:pt>
                <c:pt idx="63083">
                  <c:v>45408.32708333333</c:v>
                </c:pt>
                <c:pt idx="63084">
                  <c:v>45408.513194444437</c:v>
                </c:pt>
                <c:pt idx="63085">
                  <c:v>45407.847916666673</c:v>
                </c:pt>
                <c:pt idx="63086">
                  <c:v>45407.836111111108</c:v>
                </c:pt>
                <c:pt idx="63087">
                  <c:v>45407.557638888888</c:v>
                </c:pt>
                <c:pt idx="63088">
                  <c:v>45407.561111111107</c:v>
                </c:pt>
                <c:pt idx="63089">
                  <c:v>45407.561111111107</c:v>
                </c:pt>
                <c:pt idx="63090">
                  <c:v>45407.563194444447</c:v>
                </c:pt>
                <c:pt idx="63091">
                  <c:v>45407.564583333333</c:v>
                </c:pt>
                <c:pt idx="63092">
                  <c:v>45407.568749999999</c:v>
                </c:pt>
                <c:pt idx="63093">
                  <c:v>45407.577777777777</c:v>
                </c:pt>
                <c:pt idx="63094">
                  <c:v>45407.584722222222</c:v>
                </c:pt>
                <c:pt idx="63095">
                  <c:v>45407.615972222222</c:v>
                </c:pt>
                <c:pt idx="63096">
                  <c:v>45407.625</c:v>
                </c:pt>
                <c:pt idx="63097">
                  <c:v>45407.632638888892</c:v>
                </c:pt>
                <c:pt idx="63098">
                  <c:v>45407.64166666667</c:v>
                </c:pt>
                <c:pt idx="63099">
                  <c:v>45407.652083333327</c:v>
                </c:pt>
                <c:pt idx="63100">
                  <c:v>45407.838888888888</c:v>
                </c:pt>
                <c:pt idx="63101">
                  <c:v>45407.654166666667</c:v>
                </c:pt>
                <c:pt idx="63102">
                  <c:v>45407.673611111109</c:v>
                </c:pt>
                <c:pt idx="63103">
                  <c:v>45407.675000000003</c:v>
                </c:pt>
                <c:pt idx="63104">
                  <c:v>45407.719444444447</c:v>
                </c:pt>
                <c:pt idx="63105">
                  <c:v>45407.739583333343</c:v>
                </c:pt>
                <c:pt idx="63106">
                  <c:v>45407.74722222222</c:v>
                </c:pt>
                <c:pt idx="63107">
                  <c:v>45407.772916666669</c:v>
                </c:pt>
                <c:pt idx="63108">
                  <c:v>45407.776388888888</c:v>
                </c:pt>
                <c:pt idx="63109">
                  <c:v>45407.781944444447</c:v>
                </c:pt>
                <c:pt idx="63110">
                  <c:v>45407.782638888893</c:v>
                </c:pt>
                <c:pt idx="63111">
                  <c:v>45407.785416666673</c:v>
                </c:pt>
                <c:pt idx="63112">
                  <c:v>45407.80972222222</c:v>
                </c:pt>
                <c:pt idx="63113">
                  <c:v>45407.815972222219</c:v>
                </c:pt>
                <c:pt idx="63114">
                  <c:v>45407.822222222218</c:v>
                </c:pt>
                <c:pt idx="63115">
                  <c:v>45407.659722222219</c:v>
                </c:pt>
                <c:pt idx="63116">
                  <c:v>45408.523611111108</c:v>
                </c:pt>
                <c:pt idx="63117">
                  <c:v>45408.524305555547</c:v>
                </c:pt>
                <c:pt idx="63118">
                  <c:v>45408.5625</c:v>
                </c:pt>
                <c:pt idx="63119">
                  <c:v>45408.942361111112</c:v>
                </c:pt>
                <c:pt idx="63120">
                  <c:v>45408.997916666667</c:v>
                </c:pt>
                <c:pt idx="63121">
                  <c:v>45409.034722222219</c:v>
                </c:pt>
                <c:pt idx="63122">
                  <c:v>45409.069444444453</c:v>
                </c:pt>
                <c:pt idx="63123">
                  <c:v>45409.142361111109</c:v>
                </c:pt>
                <c:pt idx="63124">
                  <c:v>45409.436111111107</c:v>
                </c:pt>
                <c:pt idx="63125">
                  <c:v>45409.481249999997</c:v>
                </c:pt>
                <c:pt idx="63126">
                  <c:v>45409.481249999997</c:v>
                </c:pt>
                <c:pt idx="63127">
                  <c:v>45409.48541666667</c:v>
                </c:pt>
                <c:pt idx="63128">
                  <c:v>45409.496527777781</c:v>
                </c:pt>
                <c:pt idx="63129">
                  <c:v>45409.520138888889</c:v>
                </c:pt>
                <c:pt idx="63130">
                  <c:v>45409.52847222222</c:v>
                </c:pt>
                <c:pt idx="63131">
                  <c:v>45409.585416666669</c:v>
                </c:pt>
                <c:pt idx="63132">
                  <c:v>45408.938194444447</c:v>
                </c:pt>
                <c:pt idx="63133">
                  <c:v>45409.638888888891</c:v>
                </c:pt>
                <c:pt idx="63134">
                  <c:v>45409.65625</c:v>
                </c:pt>
                <c:pt idx="63135">
                  <c:v>45409.676388888889</c:v>
                </c:pt>
                <c:pt idx="63136">
                  <c:v>45409.694444444453</c:v>
                </c:pt>
                <c:pt idx="63137">
                  <c:v>45409.706944444442</c:v>
                </c:pt>
                <c:pt idx="63138">
                  <c:v>45409.713888888888</c:v>
                </c:pt>
                <c:pt idx="63139">
                  <c:v>45409.717361111107</c:v>
                </c:pt>
                <c:pt idx="63140">
                  <c:v>45409.737500000003</c:v>
                </c:pt>
                <c:pt idx="63141">
                  <c:v>45409.784722222219</c:v>
                </c:pt>
                <c:pt idx="63142">
                  <c:v>45409.820138888892</c:v>
                </c:pt>
                <c:pt idx="63143">
                  <c:v>45409.824305555558</c:v>
                </c:pt>
                <c:pt idx="63144">
                  <c:v>45409.827777777777</c:v>
                </c:pt>
                <c:pt idx="63145">
                  <c:v>45409.834722222222</c:v>
                </c:pt>
                <c:pt idx="63146">
                  <c:v>45409.845138888893</c:v>
                </c:pt>
                <c:pt idx="63147">
                  <c:v>45409.64166666667</c:v>
                </c:pt>
                <c:pt idx="63148">
                  <c:v>45408.909722222219</c:v>
                </c:pt>
                <c:pt idx="63149">
                  <c:v>45408.879861111112</c:v>
                </c:pt>
                <c:pt idx="63150">
                  <c:v>45408.866666666669</c:v>
                </c:pt>
                <c:pt idx="63151">
                  <c:v>45408.567361111112</c:v>
                </c:pt>
                <c:pt idx="63152">
                  <c:v>45408.573611111111</c:v>
                </c:pt>
                <c:pt idx="63153">
                  <c:v>45408.602777777778</c:v>
                </c:pt>
                <c:pt idx="63154">
                  <c:v>45408.617361111108</c:v>
                </c:pt>
                <c:pt idx="63155">
                  <c:v>45408.64166666667</c:v>
                </c:pt>
                <c:pt idx="63156">
                  <c:v>45408.654166666667</c:v>
                </c:pt>
                <c:pt idx="63157">
                  <c:v>45408.661111111112</c:v>
                </c:pt>
                <c:pt idx="63158">
                  <c:v>45408.662499999999</c:v>
                </c:pt>
                <c:pt idx="63159">
                  <c:v>45408.675000000003</c:v>
                </c:pt>
                <c:pt idx="63160">
                  <c:v>45408.6875</c:v>
                </c:pt>
                <c:pt idx="63161">
                  <c:v>45408.706250000003</c:v>
                </c:pt>
                <c:pt idx="63162">
                  <c:v>45408.717361111107</c:v>
                </c:pt>
                <c:pt idx="63163">
                  <c:v>45408.727777777778</c:v>
                </c:pt>
                <c:pt idx="63164">
                  <c:v>45408.747916666667</c:v>
                </c:pt>
                <c:pt idx="63165">
                  <c:v>45408.751388888893</c:v>
                </c:pt>
                <c:pt idx="63166">
                  <c:v>45408.786111111112</c:v>
                </c:pt>
                <c:pt idx="63167">
                  <c:v>45408.786805555559</c:v>
                </c:pt>
                <c:pt idx="63168">
                  <c:v>45408.791666666657</c:v>
                </c:pt>
                <c:pt idx="63169">
                  <c:v>45408.803472222222</c:v>
                </c:pt>
                <c:pt idx="63170">
                  <c:v>45408.805555555547</c:v>
                </c:pt>
                <c:pt idx="63171">
                  <c:v>45408.822222222218</c:v>
                </c:pt>
                <c:pt idx="63172">
                  <c:v>45408.824305555558</c:v>
                </c:pt>
                <c:pt idx="63173">
                  <c:v>45408.828472222223</c:v>
                </c:pt>
                <c:pt idx="63174">
                  <c:v>45408.836111111108</c:v>
                </c:pt>
                <c:pt idx="63175">
                  <c:v>45408.844444444447</c:v>
                </c:pt>
                <c:pt idx="63176">
                  <c:v>45408.849305555559</c:v>
                </c:pt>
                <c:pt idx="63177">
                  <c:v>45408.856944444437</c:v>
                </c:pt>
                <c:pt idx="63178">
                  <c:v>45408.859027777777</c:v>
                </c:pt>
                <c:pt idx="63179">
                  <c:v>45408.863194444442</c:v>
                </c:pt>
                <c:pt idx="63180">
                  <c:v>45407.54791666667</c:v>
                </c:pt>
                <c:pt idx="63181">
                  <c:v>45407.543055555558</c:v>
                </c:pt>
                <c:pt idx="63182">
                  <c:v>45407.525000000001</c:v>
                </c:pt>
                <c:pt idx="63183">
                  <c:v>45407.509722222218</c:v>
                </c:pt>
                <c:pt idx="63184">
                  <c:v>45405.648611111108</c:v>
                </c:pt>
                <c:pt idx="63185">
                  <c:v>45405.648611111108</c:v>
                </c:pt>
                <c:pt idx="63186">
                  <c:v>45405.65</c:v>
                </c:pt>
                <c:pt idx="63187">
                  <c:v>45405.65</c:v>
                </c:pt>
                <c:pt idx="63188">
                  <c:v>45405.652777777781</c:v>
                </c:pt>
                <c:pt idx="63189">
                  <c:v>45405.67083333333</c:v>
                </c:pt>
                <c:pt idx="63190">
                  <c:v>45405.672222222223</c:v>
                </c:pt>
                <c:pt idx="63191">
                  <c:v>45405.672222222223</c:v>
                </c:pt>
                <c:pt idx="63192">
                  <c:v>45405.6875</c:v>
                </c:pt>
                <c:pt idx="63193">
                  <c:v>45405.690972222219</c:v>
                </c:pt>
                <c:pt idx="63194">
                  <c:v>45405.71875</c:v>
                </c:pt>
                <c:pt idx="63195">
                  <c:v>45405.729861111111</c:v>
                </c:pt>
                <c:pt idx="63196">
                  <c:v>45405.786805555559</c:v>
                </c:pt>
                <c:pt idx="63197">
                  <c:v>45405.640277777777</c:v>
                </c:pt>
                <c:pt idx="63198">
                  <c:v>45405.796527777777</c:v>
                </c:pt>
                <c:pt idx="63199">
                  <c:v>45405.826388888891</c:v>
                </c:pt>
                <c:pt idx="63200">
                  <c:v>45405.85</c:v>
                </c:pt>
                <c:pt idx="63201">
                  <c:v>45405.879166666673</c:v>
                </c:pt>
                <c:pt idx="63202">
                  <c:v>45405.897916666669</c:v>
                </c:pt>
                <c:pt idx="63203">
                  <c:v>45405.899305555547</c:v>
                </c:pt>
                <c:pt idx="63204">
                  <c:v>45405.901388888888</c:v>
                </c:pt>
                <c:pt idx="63205">
                  <c:v>45405.904166666667</c:v>
                </c:pt>
                <c:pt idx="63206">
                  <c:v>45405.93472222222</c:v>
                </c:pt>
                <c:pt idx="63207">
                  <c:v>45405.949305555558</c:v>
                </c:pt>
                <c:pt idx="63208">
                  <c:v>45406.081944444442</c:v>
                </c:pt>
                <c:pt idx="63209">
                  <c:v>45406.136111111111</c:v>
                </c:pt>
                <c:pt idx="63210">
                  <c:v>45406.295138888891</c:v>
                </c:pt>
                <c:pt idx="63211">
                  <c:v>45406.309027777781</c:v>
                </c:pt>
                <c:pt idx="63212">
                  <c:v>45405.821527777778</c:v>
                </c:pt>
                <c:pt idx="63213">
                  <c:v>45405.638888888891</c:v>
                </c:pt>
                <c:pt idx="63214">
                  <c:v>45405.61041666667</c:v>
                </c:pt>
                <c:pt idx="63215">
                  <c:v>45405.609027777777</c:v>
                </c:pt>
                <c:pt idx="63216">
                  <c:v>45404.953472222223</c:v>
                </c:pt>
                <c:pt idx="63217">
                  <c:v>45404.964583333327</c:v>
                </c:pt>
                <c:pt idx="63218">
                  <c:v>45404.976388888892</c:v>
                </c:pt>
                <c:pt idx="63219">
                  <c:v>45405.002083333333</c:v>
                </c:pt>
                <c:pt idx="63220">
                  <c:v>45405.00277777778</c:v>
                </c:pt>
                <c:pt idx="63221">
                  <c:v>45405.050694444442</c:v>
                </c:pt>
                <c:pt idx="63222">
                  <c:v>45405.273611111108</c:v>
                </c:pt>
                <c:pt idx="63223">
                  <c:v>45405.281944444447</c:v>
                </c:pt>
                <c:pt idx="63224">
                  <c:v>45405.284722222219</c:v>
                </c:pt>
                <c:pt idx="63225">
                  <c:v>45405.287499999999</c:v>
                </c:pt>
                <c:pt idx="63226">
                  <c:v>45405.290277777778</c:v>
                </c:pt>
                <c:pt idx="63227">
                  <c:v>45405.390972222223</c:v>
                </c:pt>
                <c:pt idx="63228">
                  <c:v>45405.398611111108</c:v>
                </c:pt>
                <c:pt idx="63229">
                  <c:v>45405.406944444447</c:v>
                </c:pt>
                <c:pt idx="63230">
                  <c:v>45405.435416666667</c:v>
                </c:pt>
                <c:pt idx="63231">
                  <c:v>45405.440972222219</c:v>
                </c:pt>
                <c:pt idx="63232">
                  <c:v>45405.443055555559</c:v>
                </c:pt>
                <c:pt idx="63233">
                  <c:v>45405.447916666657</c:v>
                </c:pt>
                <c:pt idx="63234">
                  <c:v>45405.450694444437</c:v>
                </c:pt>
                <c:pt idx="63235">
                  <c:v>45405.515972222223</c:v>
                </c:pt>
                <c:pt idx="63236">
                  <c:v>45405.519444444442</c:v>
                </c:pt>
                <c:pt idx="63237">
                  <c:v>45405.519444444442</c:v>
                </c:pt>
                <c:pt idx="63238">
                  <c:v>45405.522222222222</c:v>
                </c:pt>
                <c:pt idx="63239">
                  <c:v>45405.532638888893</c:v>
                </c:pt>
                <c:pt idx="63240">
                  <c:v>45405.533333333333</c:v>
                </c:pt>
                <c:pt idx="63241">
                  <c:v>45405.554861111108</c:v>
                </c:pt>
                <c:pt idx="63242">
                  <c:v>45405.565972222219</c:v>
                </c:pt>
                <c:pt idx="63243">
                  <c:v>45405.568749999999</c:v>
                </c:pt>
                <c:pt idx="63244">
                  <c:v>45405.588888888888</c:v>
                </c:pt>
                <c:pt idx="63245">
                  <c:v>45406.324305555558</c:v>
                </c:pt>
                <c:pt idx="63246">
                  <c:v>45404.935416666667</c:v>
                </c:pt>
                <c:pt idx="63247">
                  <c:v>45406.34652777778</c:v>
                </c:pt>
                <c:pt idx="63248">
                  <c:v>45406.385416666657</c:v>
                </c:pt>
                <c:pt idx="63249">
                  <c:v>45406.857638888891</c:v>
                </c:pt>
                <c:pt idx="63250">
                  <c:v>45406.859027777777</c:v>
                </c:pt>
                <c:pt idx="63251">
                  <c:v>45406.868055555547</c:v>
                </c:pt>
                <c:pt idx="63252">
                  <c:v>45406.886805555558</c:v>
                </c:pt>
                <c:pt idx="63253">
                  <c:v>45406.893750000003</c:v>
                </c:pt>
                <c:pt idx="63254">
                  <c:v>45406.898611111108</c:v>
                </c:pt>
                <c:pt idx="63255">
                  <c:v>45406.909722222219</c:v>
                </c:pt>
                <c:pt idx="63256">
                  <c:v>45406.92291666667</c:v>
                </c:pt>
                <c:pt idx="63257">
                  <c:v>45406.92291666667</c:v>
                </c:pt>
                <c:pt idx="63258">
                  <c:v>45406.991666666669</c:v>
                </c:pt>
                <c:pt idx="63259">
                  <c:v>45406.994444444441</c:v>
                </c:pt>
                <c:pt idx="63260">
                  <c:v>45407.003472222219</c:v>
                </c:pt>
                <c:pt idx="63261">
                  <c:v>45407.007638888892</c:v>
                </c:pt>
                <c:pt idx="63262">
                  <c:v>45406.849305555559</c:v>
                </c:pt>
                <c:pt idx="63263">
                  <c:v>45407.052083333343</c:v>
                </c:pt>
                <c:pt idx="63264">
                  <c:v>45407.111805555563</c:v>
                </c:pt>
                <c:pt idx="63265">
                  <c:v>45407.28125</c:v>
                </c:pt>
                <c:pt idx="63266">
                  <c:v>45407.294444444437</c:v>
                </c:pt>
                <c:pt idx="63267">
                  <c:v>45407.3125</c:v>
                </c:pt>
                <c:pt idx="63268">
                  <c:v>45407.334722222222</c:v>
                </c:pt>
                <c:pt idx="63269">
                  <c:v>45407.370138888888</c:v>
                </c:pt>
                <c:pt idx="63270">
                  <c:v>45407.373611111107</c:v>
                </c:pt>
                <c:pt idx="63271">
                  <c:v>45407.433333333327</c:v>
                </c:pt>
                <c:pt idx="63272">
                  <c:v>45407.438194444447</c:v>
                </c:pt>
                <c:pt idx="63273">
                  <c:v>45407.44027777778</c:v>
                </c:pt>
                <c:pt idx="63274">
                  <c:v>45407.474305555559</c:v>
                </c:pt>
                <c:pt idx="63275">
                  <c:v>45407.494444444441</c:v>
                </c:pt>
                <c:pt idx="63276">
                  <c:v>45407.505555555559</c:v>
                </c:pt>
                <c:pt idx="63277">
                  <c:v>45407.060416666667</c:v>
                </c:pt>
                <c:pt idx="63278">
                  <c:v>45406.827777777777</c:v>
                </c:pt>
                <c:pt idx="63279">
                  <c:v>45406.825694444437</c:v>
                </c:pt>
                <c:pt idx="63280">
                  <c:v>45406.819444444453</c:v>
                </c:pt>
                <c:pt idx="63281">
                  <c:v>45406.406944444447</c:v>
                </c:pt>
                <c:pt idx="63282">
                  <c:v>45406.413888888892</c:v>
                </c:pt>
                <c:pt idx="63283">
                  <c:v>45406.415277777778</c:v>
                </c:pt>
                <c:pt idx="63284">
                  <c:v>45406.436111111107</c:v>
                </c:pt>
                <c:pt idx="63285">
                  <c:v>45406.447222222218</c:v>
                </c:pt>
                <c:pt idx="63286">
                  <c:v>45406.45208333333</c:v>
                </c:pt>
                <c:pt idx="63287">
                  <c:v>45406.45416666667</c:v>
                </c:pt>
                <c:pt idx="63288">
                  <c:v>45406.497916666667</c:v>
                </c:pt>
                <c:pt idx="63289">
                  <c:v>45406.51666666667</c:v>
                </c:pt>
                <c:pt idx="63290">
                  <c:v>45406.55972222222</c:v>
                </c:pt>
                <c:pt idx="63291">
                  <c:v>45406.568055555559</c:v>
                </c:pt>
                <c:pt idx="63292">
                  <c:v>45406.577777777777</c:v>
                </c:pt>
                <c:pt idx="63293">
                  <c:v>45406.57916666667</c:v>
                </c:pt>
                <c:pt idx="63294">
                  <c:v>45406.580555555563</c:v>
                </c:pt>
                <c:pt idx="63295">
                  <c:v>45406.600694444453</c:v>
                </c:pt>
                <c:pt idx="63296">
                  <c:v>45406.602777777778</c:v>
                </c:pt>
                <c:pt idx="63297">
                  <c:v>45406.655555555553</c:v>
                </c:pt>
                <c:pt idx="63298">
                  <c:v>45406.701388888891</c:v>
                </c:pt>
                <c:pt idx="63299">
                  <c:v>45406.718055555553</c:v>
                </c:pt>
                <c:pt idx="63300">
                  <c:v>45406.71875</c:v>
                </c:pt>
                <c:pt idx="63301">
                  <c:v>45406.73333333333</c:v>
                </c:pt>
                <c:pt idx="63302">
                  <c:v>45406.734027777777</c:v>
                </c:pt>
                <c:pt idx="63303">
                  <c:v>45406.74722222222</c:v>
                </c:pt>
                <c:pt idx="63304">
                  <c:v>45406.775694444441</c:v>
                </c:pt>
                <c:pt idx="63305">
                  <c:v>45406.779166666667</c:v>
                </c:pt>
                <c:pt idx="63306">
                  <c:v>45406.779166666667</c:v>
                </c:pt>
                <c:pt idx="63307">
                  <c:v>45406.79791666667</c:v>
                </c:pt>
                <c:pt idx="63308">
                  <c:v>45406.8125</c:v>
                </c:pt>
                <c:pt idx="63309">
                  <c:v>45406.813194444447</c:v>
                </c:pt>
                <c:pt idx="63310">
                  <c:v>45406.348611111112</c:v>
                </c:pt>
                <c:pt idx="63311">
                  <c:v>45400.504861111112</c:v>
                </c:pt>
                <c:pt idx="63312">
                  <c:v>45400.500694444447</c:v>
                </c:pt>
                <c:pt idx="63313">
                  <c:v>45400.495138888888</c:v>
                </c:pt>
                <c:pt idx="63314">
                  <c:v>45392.825694444437</c:v>
                </c:pt>
                <c:pt idx="63315">
                  <c:v>45392.861805555563</c:v>
                </c:pt>
                <c:pt idx="63316">
                  <c:v>45392.878472222219</c:v>
                </c:pt>
                <c:pt idx="63317">
                  <c:v>45392.974999999999</c:v>
                </c:pt>
                <c:pt idx="63318">
                  <c:v>45392.977083333331</c:v>
                </c:pt>
                <c:pt idx="63319">
                  <c:v>45392.979166666657</c:v>
                </c:pt>
                <c:pt idx="63320">
                  <c:v>45392.981249999997</c:v>
                </c:pt>
                <c:pt idx="63321">
                  <c:v>45393.054166666669</c:v>
                </c:pt>
                <c:pt idx="63322">
                  <c:v>45393.115972222222</c:v>
                </c:pt>
                <c:pt idx="63323">
                  <c:v>45393.286805555559</c:v>
                </c:pt>
                <c:pt idx="63324">
                  <c:v>45393.370833333327</c:v>
                </c:pt>
                <c:pt idx="63325">
                  <c:v>45393.399305555547</c:v>
                </c:pt>
                <c:pt idx="63326">
                  <c:v>45393.411805555559</c:v>
                </c:pt>
                <c:pt idx="63327">
                  <c:v>45392.822222222218</c:v>
                </c:pt>
                <c:pt idx="63328">
                  <c:v>45393.413888888892</c:v>
                </c:pt>
                <c:pt idx="63329">
                  <c:v>45393.421527777777</c:v>
                </c:pt>
                <c:pt idx="63330">
                  <c:v>45393.436805555553</c:v>
                </c:pt>
                <c:pt idx="63331">
                  <c:v>45393.447916666657</c:v>
                </c:pt>
                <c:pt idx="63332">
                  <c:v>45393.481944444437</c:v>
                </c:pt>
                <c:pt idx="63333">
                  <c:v>45393.488194444442</c:v>
                </c:pt>
                <c:pt idx="63334">
                  <c:v>45393.493750000001</c:v>
                </c:pt>
                <c:pt idx="63335">
                  <c:v>45393.49722222222</c:v>
                </c:pt>
                <c:pt idx="63336">
                  <c:v>45393.504166666673</c:v>
                </c:pt>
                <c:pt idx="63337">
                  <c:v>45393.506944444453</c:v>
                </c:pt>
                <c:pt idx="63338">
                  <c:v>45393.512499999997</c:v>
                </c:pt>
                <c:pt idx="63339">
                  <c:v>45393.53125</c:v>
                </c:pt>
                <c:pt idx="63340">
                  <c:v>45393.535416666673</c:v>
                </c:pt>
                <c:pt idx="63341">
                  <c:v>45393.55972222222</c:v>
                </c:pt>
                <c:pt idx="63342">
                  <c:v>45393.417361111111</c:v>
                </c:pt>
                <c:pt idx="63343">
                  <c:v>45393.561111111107</c:v>
                </c:pt>
                <c:pt idx="63344">
                  <c:v>45392.800000000003</c:v>
                </c:pt>
                <c:pt idx="63345">
                  <c:v>45392.783333333333</c:v>
                </c:pt>
                <c:pt idx="63346">
                  <c:v>45392.288888888892</c:v>
                </c:pt>
                <c:pt idx="63347">
                  <c:v>45392.288888888892</c:v>
                </c:pt>
                <c:pt idx="63348">
                  <c:v>45392.367361111108</c:v>
                </c:pt>
                <c:pt idx="63349">
                  <c:v>45392.370138888888</c:v>
                </c:pt>
                <c:pt idx="63350">
                  <c:v>45392.381944444453</c:v>
                </c:pt>
                <c:pt idx="63351">
                  <c:v>45392.404861111107</c:v>
                </c:pt>
                <c:pt idx="63352">
                  <c:v>45392.415277777778</c:v>
                </c:pt>
                <c:pt idx="63353">
                  <c:v>45392.429861111108</c:v>
                </c:pt>
                <c:pt idx="63354">
                  <c:v>45392.46875</c:v>
                </c:pt>
                <c:pt idx="63355">
                  <c:v>45392.513888888891</c:v>
                </c:pt>
                <c:pt idx="63356">
                  <c:v>45392.521527777782</c:v>
                </c:pt>
                <c:pt idx="63357">
                  <c:v>45392.524305555547</c:v>
                </c:pt>
                <c:pt idx="63358">
                  <c:v>45392.527083333327</c:v>
                </c:pt>
                <c:pt idx="63359">
                  <c:v>45392.798611111109</c:v>
                </c:pt>
                <c:pt idx="63360">
                  <c:v>45392.587500000001</c:v>
                </c:pt>
                <c:pt idx="63361">
                  <c:v>45392.603472222218</c:v>
                </c:pt>
                <c:pt idx="63362">
                  <c:v>45392.612500000003</c:v>
                </c:pt>
                <c:pt idx="63363">
                  <c:v>45392.644444444442</c:v>
                </c:pt>
                <c:pt idx="63364">
                  <c:v>45392.645833333343</c:v>
                </c:pt>
                <c:pt idx="63365">
                  <c:v>45392.706250000003</c:v>
                </c:pt>
                <c:pt idx="63366">
                  <c:v>45392.718055555553</c:v>
                </c:pt>
                <c:pt idx="63367">
                  <c:v>45392.731249999997</c:v>
                </c:pt>
                <c:pt idx="63368">
                  <c:v>45392.736111111109</c:v>
                </c:pt>
                <c:pt idx="63369">
                  <c:v>45392.765972222223</c:v>
                </c:pt>
                <c:pt idx="63370">
                  <c:v>45392.770833333343</c:v>
                </c:pt>
                <c:pt idx="63371">
                  <c:v>45392.776388888888</c:v>
                </c:pt>
                <c:pt idx="63372">
                  <c:v>45392.777083333327</c:v>
                </c:pt>
                <c:pt idx="63373">
                  <c:v>45392.780555555553</c:v>
                </c:pt>
                <c:pt idx="63374">
                  <c:v>45392.597222222219</c:v>
                </c:pt>
                <c:pt idx="63375">
                  <c:v>45393.602083333331</c:v>
                </c:pt>
                <c:pt idx="63376">
                  <c:v>45393.609722222223</c:v>
                </c:pt>
                <c:pt idx="63377">
                  <c:v>45393.615277777782</c:v>
                </c:pt>
                <c:pt idx="63378">
                  <c:v>45394.606944444437</c:v>
                </c:pt>
                <c:pt idx="63379">
                  <c:v>45394.643750000003</c:v>
                </c:pt>
                <c:pt idx="63380">
                  <c:v>45394.677777777782</c:v>
                </c:pt>
                <c:pt idx="63381">
                  <c:v>45394.680555555547</c:v>
                </c:pt>
                <c:pt idx="63382">
                  <c:v>45394.684027777781</c:v>
                </c:pt>
                <c:pt idx="63383">
                  <c:v>45394.713888888888</c:v>
                </c:pt>
                <c:pt idx="63384">
                  <c:v>45394.715277777781</c:v>
                </c:pt>
                <c:pt idx="63385">
                  <c:v>45394.725694444453</c:v>
                </c:pt>
                <c:pt idx="63386">
                  <c:v>45394.731944444437</c:v>
                </c:pt>
                <c:pt idx="63387">
                  <c:v>45394.773611111108</c:v>
                </c:pt>
                <c:pt idx="63388">
                  <c:v>45394.826388888891</c:v>
                </c:pt>
                <c:pt idx="63389">
                  <c:v>45394.84652777778</c:v>
                </c:pt>
                <c:pt idx="63390">
                  <c:v>45394.86041666667</c:v>
                </c:pt>
                <c:pt idx="63391">
                  <c:v>45394.6</c:v>
                </c:pt>
                <c:pt idx="63392">
                  <c:v>45394.866666666669</c:v>
                </c:pt>
                <c:pt idx="63393">
                  <c:v>45394.910416666673</c:v>
                </c:pt>
                <c:pt idx="63394">
                  <c:v>45394.915972222218</c:v>
                </c:pt>
                <c:pt idx="63395">
                  <c:v>45394.918055555558</c:v>
                </c:pt>
                <c:pt idx="63396">
                  <c:v>45394.953472222223</c:v>
                </c:pt>
                <c:pt idx="63397">
                  <c:v>45394.977777777778</c:v>
                </c:pt>
                <c:pt idx="63398">
                  <c:v>45395.015972222223</c:v>
                </c:pt>
                <c:pt idx="63399">
                  <c:v>45395.034722222219</c:v>
                </c:pt>
                <c:pt idx="63400">
                  <c:v>45395.036805555559</c:v>
                </c:pt>
                <c:pt idx="63401">
                  <c:v>45395.078472222223</c:v>
                </c:pt>
                <c:pt idx="63402">
                  <c:v>45395.111805555563</c:v>
                </c:pt>
                <c:pt idx="63403">
                  <c:v>45395.145833333343</c:v>
                </c:pt>
                <c:pt idx="63404">
                  <c:v>45395.24722222222</c:v>
                </c:pt>
                <c:pt idx="63405">
                  <c:v>45395.359722222223</c:v>
                </c:pt>
                <c:pt idx="63406">
                  <c:v>45394.89166666667</c:v>
                </c:pt>
                <c:pt idx="63407">
                  <c:v>45394.586805555547</c:v>
                </c:pt>
                <c:pt idx="63408">
                  <c:v>45394.5625</c:v>
                </c:pt>
                <c:pt idx="63409">
                  <c:v>45394.531944444447</c:v>
                </c:pt>
                <c:pt idx="63410">
                  <c:v>45393.623611111107</c:v>
                </c:pt>
                <c:pt idx="63411">
                  <c:v>45393.624305555553</c:v>
                </c:pt>
                <c:pt idx="63412">
                  <c:v>45393.65625</c:v>
                </c:pt>
                <c:pt idx="63413">
                  <c:v>45393.688194444447</c:v>
                </c:pt>
                <c:pt idx="63414">
                  <c:v>45393.708333333343</c:v>
                </c:pt>
                <c:pt idx="63415">
                  <c:v>45393.750694444447</c:v>
                </c:pt>
                <c:pt idx="63416">
                  <c:v>45393.756249999999</c:v>
                </c:pt>
                <c:pt idx="63417">
                  <c:v>45393.792361111111</c:v>
                </c:pt>
                <c:pt idx="63418">
                  <c:v>45393.810416666667</c:v>
                </c:pt>
                <c:pt idx="63419">
                  <c:v>45393.840277777781</c:v>
                </c:pt>
                <c:pt idx="63420">
                  <c:v>45393.851388888892</c:v>
                </c:pt>
                <c:pt idx="63421">
                  <c:v>45393.86041666667</c:v>
                </c:pt>
                <c:pt idx="63422">
                  <c:v>45393.863194444442</c:v>
                </c:pt>
                <c:pt idx="63423">
                  <c:v>45393.863888888889</c:v>
                </c:pt>
                <c:pt idx="63424">
                  <c:v>45393.896527777782</c:v>
                </c:pt>
                <c:pt idx="63425">
                  <c:v>45393.918749999997</c:v>
                </c:pt>
                <c:pt idx="63426">
                  <c:v>45393.945138888892</c:v>
                </c:pt>
                <c:pt idx="63427">
                  <c:v>45393.955555555563</c:v>
                </c:pt>
                <c:pt idx="63428">
                  <c:v>45393.958333333343</c:v>
                </c:pt>
                <c:pt idx="63429">
                  <c:v>45394.010416666657</c:v>
                </c:pt>
                <c:pt idx="63430">
                  <c:v>45394.018055555563</c:v>
                </c:pt>
                <c:pt idx="63431">
                  <c:v>45394.283333333333</c:v>
                </c:pt>
                <c:pt idx="63432">
                  <c:v>45394.286805555559</c:v>
                </c:pt>
                <c:pt idx="63433">
                  <c:v>45394.347222222219</c:v>
                </c:pt>
                <c:pt idx="63434">
                  <c:v>45394.371527777781</c:v>
                </c:pt>
                <c:pt idx="63435">
                  <c:v>45394.386805555558</c:v>
                </c:pt>
                <c:pt idx="63436">
                  <c:v>45394.473611111112</c:v>
                </c:pt>
                <c:pt idx="63437">
                  <c:v>45394.524305555547</c:v>
                </c:pt>
                <c:pt idx="63438">
                  <c:v>45394.525694444441</c:v>
                </c:pt>
                <c:pt idx="63439">
                  <c:v>45392.285416666673</c:v>
                </c:pt>
                <c:pt idx="63440">
                  <c:v>45392.024305555547</c:v>
                </c:pt>
                <c:pt idx="63441">
                  <c:v>45392.011111111111</c:v>
                </c:pt>
                <c:pt idx="63442">
                  <c:v>45392.003472222219</c:v>
                </c:pt>
                <c:pt idx="63443">
                  <c:v>45390.431944444441</c:v>
                </c:pt>
                <c:pt idx="63444">
                  <c:v>45390.433333333327</c:v>
                </c:pt>
                <c:pt idx="63445">
                  <c:v>45390.436111111107</c:v>
                </c:pt>
                <c:pt idx="63446">
                  <c:v>45390.436805555553</c:v>
                </c:pt>
                <c:pt idx="63447">
                  <c:v>45390.4375</c:v>
                </c:pt>
                <c:pt idx="63448">
                  <c:v>45390.443055555559</c:v>
                </c:pt>
                <c:pt idx="63449">
                  <c:v>45390.456250000003</c:v>
                </c:pt>
                <c:pt idx="63450">
                  <c:v>45390.457638888889</c:v>
                </c:pt>
                <c:pt idx="63451">
                  <c:v>45390.472916666673</c:v>
                </c:pt>
                <c:pt idx="63452">
                  <c:v>45390.490277777782</c:v>
                </c:pt>
                <c:pt idx="63453">
                  <c:v>45390.493055555547</c:v>
                </c:pt>
                <c:pt idx="63454">
                  <c:v>45390.507638888892</c:v>
                </c:pt>
                <c:pt idx="63455">
                  <c:v>45390.519444444442</c:v>
                </c:pt>
                <c:pt idx="63456">
                  <c:v>45390.415277777778</c:v>
                </c:pt>
                <c:pt idx="63457">
                  <c:v>45390.564583333333</c:v>
                </c:pt>
                <c:pt idx="63458">
                  <c:v>45390.590277777781</c:v>
                </c:pt>
                <c:pt idx="63459">
                  <c:v>45390.65902777778</c:v>
                </c:pt>
                <c:pt idx="63460">
                  <c:v>45390.684027777781</c:v>
                </c:pt>
                <c:pt idx="63461">
                  <c:v>45390.686111111107</c:v>
                </c:pt>
                <c:pt idx="63462">
                  <c:v>45390.727777777778</c:v>
                </c:pt>
                <c:pt idx="63463">
                  <c:v>45390.729166666657</c:v>
                </c:pt>
                <c:pt idx="63464">
                  <c:v>45390.732638888891</c:v>
                </c:pt>
                <c:pt idx="63465">
                  <c:v>45390.743055555547</c:v>
                </c:pt>
                <c:pt idx="63466">
                  <c:v>45390.761111111111</c:v>
                </c:pt>
                <c:pt idx="63467">
                  <c:v>45390.798611111109</c:v>
                </c:pt>
                <c:pt idx="63468">
                  <c:v>45390.820138888892</c:v>
                </c:pt>
                <c:pt idx="63469">
                  <c:v>45390.822222222218</c:v>
                </c:pt>
                <c:pt idx="63470">
                  <c:v>45390.824305555558</c:v>
                </c:pt>
                <c:pt idx="63471">
                  <c:v>45390.57916666667</c:v>
                </c:pt>
                <c:pt idx="63472">
                  <c:v>45390.410416666673</c:v>
                </c:pt>
                <c:pt idx="63473">
                  <c:v>45390.394444444442</c:v>
                </c:pt>
                <c:pt idx="63474">
                  <c:v>45390.366666666669</c:v>
                </c:pt>
                <c:pt idx="63475">
                  <c:v>45389.571527777778</c:v>
                </c:pt>
                <c:pt idx="63476">
                  <c:v>45389.589583333327</c:v>
                </c:pt>
                <c:pt idx="63477">
                  <c:v>45389.597916666673</c:v>
                </c:pt>
                <c:pt idx="63478">
                  <c:v>45389.618055555547</c:v>
                </c:pt>
                <c:pt idx="63479">
                  <c:v>45389.637499999997</c:v>
                </c:pt>
                <c:pt idx="63480">
                  <c:v>45389.674305555563</c:v>
                </c:pt>
                <c:pt idx="63481">
                  <c:v>45389.722222222219</c:v>
                </c:pt>
                <c:pt idx="63482">
                  <c:v>45389.736805555563</c:v>
                </c:pt>
                <c:pt idx="63483">
                  <c:v>45389.777777777781</c:v>
                </c:pt>
                <c:pt idx="63484">
                  <c:v>45389.813888888893</c:v>
                </c:pt>
                <c:pt idx="63485">
                  <c:v>45389.819444444453</c:v>
                </c:pt>
                <c:pt idx="63486">
                  <c:v>45389.820138888892</c:v>
                </c:pt>
                <c:pt idx="63487">
                  <c:v>45389.849305555559</c:v>
                </c:pt>
                <c:pt idx="63488">
                  <c:v>45389.859027777777</c:v>
                </c:pt>
                <c:pt idx="63489">
                  <c:v>45389.868750000001</c:v>
                </c:pt>
                <c:pt idx="63490">
                  <c:v>45389.873611111107</c:v>
                </c:pt>
                <c:pt idx="63491">
                  <c:v>45389.879861111112</c:v>
                </c:pt>
                <c:pt idx="63492">
                  <c:v>45389.881944444453</c:v>
                </c:pt>
                <c:pt idx="63493">
                  <c:v>45389.895138888889</c:v>
                </c:pt>
                <c:pt idx="63494">
                  <c:v>45389.92291666667</c:v>
                </c:pt>
                <c:pt idx="63495">
                  <c:v>45389.929166666669</c:v>
                </c:pt>
                <c:pt idx="63496">
                  <c:v>45389.939583333333</c:v>
                </c:pt>
                <c:pt idx="63497">
                  <c:v>45389.95</c:v>
                </c:pt>
                <c:pt idx="63498">
                  <c:v>45389.952777777777</c:v>
                </c:pt>
                <c:pt idx="63499">
                  <c:v>45389.993055555547</c:v>
                </c:pt>
                <c:pt idx="63500">
                  <c:v>45390.074999999997</c:v>
                </c:pt>
                <c:pt idx="63501">
                  <c:v>45390.15347222222</c:v>
                </c:pt>
                <c:pt idx="63502">
                  <c:v>45390.320833333331</c:v>
                </c:pt>
                <c:pt idx="63503">
                  <c:v>45390.331250000003</c:v>
                </c:pt>
                <c:pt idx="63504">
                  <c:v>45390.82916666667</c:v>
                </c:pt>
                <c:pt idx="63505">
                  <c:v>45395.401388888888</c:v>
                </c:pt>
                <c:pt idx="63506">
                  <c:v>45390.834722222222</c:v>
                </c:pt>
                <c:pt idx="63507">
                  <c:v>45390.853472222218</c:v>
                </c:pt>
                <c:pt idx="63508">
                  <c:v>45391.572222222218</c:v>
                </c:pt>
                <c:pt idx="63509">
                  <c:v>45391.584722222222</c:v>
                </c:pt>
                <c:pt idx="63510">
                  <c:v>45391.594444444447</c:v>
                </c:pt>
                <c:pt idx="63511">
                  <c:v>45391.604166666657</c:v>
                </c:pt>
                <c:pt idx="63512">
                  <c:v>45391.611111111109</c:v>
                </c:pt>
                <c:pt idx="63513">
                  <c:v>45391.622916666667</c:v>
                </c:pt>
                <c:pt idx="63514">
                  <c:v>45391.638194444437</c:v>
                </c:pt>
                <c:pt idx="63515">
                  <c:v>45391.63958333333</c:v>
                </c:pt>
                <c:pt idx="63516">
                  <c:v>45391.679861111108</c:v>
                </c:pt>
                <c:pt idx="63517">
                  <c:v>45391.736111111109</c:v>
                </c:pt>
                <c:pt idx="63518">
                  <c:v>45391.738194444442</c:v>
                </c:pt>
                <c:pt idx="63519">
                  <c:v>45391.745833333327</c:v>
                </c:pt>
                <c:pt idx="63520">
                  <c:v>45391.767361111109</c:v>
                </c:pt>
                <c:pt idx="63521">
                  <c:v>45391.570833333331</c:v>
                </c:pt>
                <c:pt idx="63522">
                  <c:v>45391.769444444442</c:v>
                </c:pt>
                <c:pt idx="63523">
                  <c:v>45391.775000000001</c:v>
                </c:pt>
                <c:pt idx="63524">
                  <c:v>45391.801388888889</c:v>
                </c:pt>
                <c:pt idx="63525">
                  <c:v>45391.814583333333</c:v>
                </c:pt>
                <c:pt idx="63526">
                  <c:v>45391.822222222218</c:v>
                </c:pt>
                <c:pt idx="63527">
                  <c:v>45391.831944444442</c:v>
                </c:pt>
                <c:pt idx="63528">
                  <c:v>45391.859722222223</c:v>
                </c:pt>
                <c:pt idx="63529">
                  <c:v>45391.873611111107</c:v>
                </c:pt>
                <c:pt idx="63530">
                  <c:v>45391.899305555547</c:v>
                </c:pt>
                <c:pt idx="63531">
                  <c:v>45391.92291666667</c:v>
                </c:pt>
                <c:pt idx="63532">
                  <c:v>45391.924305555563</c:v>
                </c:pt>
                <c:pt idx="63533">
                  <c:v>45391.954861111109</c:v>
                </c:pt>
                <c:pt idx="63534">
                  <c:v>45391.990277777782</c:v>
                </c:pt>
                <c:pt idx="63535">
                  <c:v>45391.991666666669</c:v>
                </c:pt>
                <c:pt idx="63536">
                  <c:v>45391.771527777782</c:v>
                </c:pt>
                <c:pt idx="63537">
                  <c:v>45391.558333333327</c:v>
                </c:pt>
                <c:pt idx="63538">
                  <c:v>45391.54791666667</c:v>
                </c:pt>
                <c:pt idx="63539">
                  <c:v>45391.527083333327</c:v>
                </c:pt>
                <c:pt idx="63540">
                  <c:v>45390.874305555553</c:v>
                </c:pt>
                <c:pt idx="63541">
                  <c:v>45390.920138888891</c:v>
                </c:pt>
                <c:pt idx="63542">
                  <c:v>45390.933333333327</c:v>
                </c:pt>
                <c:pt idx="63543">
                  <c:v>45390.9375</c:v>
                </c:pt>
                <c:pt idx="63544">
                  <c:v>45390.94027777778</c:v>
                </c:pt>
                <c:pt idx="63545">
                  <c:v>45390.953472222223</c:v>
                </c:pt>
                <c:pt idx="63546">
                  <c:v>45390.959722222222</c:v>
                </c:pt>
                <c:pt idx="63547">
                  <c:v>45390.973611111112</c:v>
                </c:pt>
                <c:pt idx="63548">
                  <c:v>45390.977083333331</c:v>
                </c:pt>
                <c:pt idx="63549">
                  <c:v>45390.993750000001</c:v>
                </c:pt>
                <c:pt idx="63550">
                  <c:v>45391.190972222219</c:v>
                </c:pt>
                <c:pt idx="63551">
                  <c:v>45391.196527777778</c:v>
                </c:pt>
                <c:pt idx="63552">
                  <c:v>45391.263888888891</c:v>
                </c:pt>
                <c:pt idx="63553">
                  <c:v>45391.290972222218</c:v>
                </c:pt>
                <c:pt idx="63554">
                  <c:v>45391.368055555547</c:v>
                </c:pt>
                <c:pt idx="63555">
                  <c:v>45391.371527777781</c:v>
                </c:pt>
                <c:pt idx="63556">
                  <c:v>45391.37222222222</c:v>
                </c:pt>
                <c:pt idx="63557">
                  <c:v>45391.390972222223</c:v>
                </c:pt>
                <c:pt idx="63558">
                  <c:v>45391.396527777782</c:v>
                </c:pt>
                <c:pt idx="63559">
                  <c:v>45391.398611111108</c:v>
                </c:pt>
                <c:pt idx="63560">
                  <c:v>45391.398611111108</c:v>
                </c:pt>
                <c:pt idx="63561">
                  <c:v>45391.413888888892</c:v>
                </c:pt>
                <c:pt idx="63562">
                  <c:v>45391.420138888891</c:v>
                </c:pt>
                <c:pt idx="63563">
                  <c:v>45391.448611111111</c:v>
                </c:pt>
                <c:pt idx="63564">
                  <c:v>45391.448611111111</c:v>
                </c:pt>
                <c:pt idx="63565">
                  <c:v>45391.457638888889</c:v>
                </c:pt>
                <c:pt idx="63566">
                  <c:v>45391.461111111108</c:v>
                </c:pt>
                <c:pt idx="63567">
                  <c:v>45391.464583333327</c:v>
                </c:pt>
                <c:pt idx="63568">
                  <c:v>45391.481249999997</c:v>
                </c:pt>
                <c:pt idx="63569">
                  <c:v>45390.838888888888</c:v>
                </c:pt>
                <c:pt idx="63570">
                  <c:v>45395.456250000003</c:v>
                </c:pt>
                <c:pt idx="63571">
                  <c:v>45395.479861111111</c:v>
                </c:pt>
                <c:pt idx="63572">
                  <c:v>45395.484027777777</c:v>
                </c:pt>
                <c:pt idx="63573">
                  <c:v>45398.679166666669</c:v>
                </c:pt>
                <c:pt idx="63574">
                  <c:v>45398.716666666667</c:v>
                </c:pt>
                <c:pt idx="63575">
                  <c:v>45398.739583333343</c:v>
                </c:pt>
                <c:pt idx="63576">
                  <c:v>45398.74722222222</c:v>
                </c:pt>
                <c:pt idx="63577">
                  <c:v>45398.750694444447</c:v>
                </c:pt>
                <c:pt idx="63578">
                  <c:v>45398.754166666673</c:v>
                </c:pt>
                <c:pt idx="63579">
                  <c:v>45398.775694444441</c:v>
                </c:pt>
                <c:pt idx="63580">
                  <c:v>45398.786111111112</c:v>
                </c:pt>
                <c:pt idx="63581">
                  <c:v>45398.794444444437</c:v>
                </c:pt>
                <c:pt idx="63582">
                  <c:v>45398.802777777782</c:v>
                </c:pt>
                <c:pt idx="63583">
                  <c:v>45398.802777777782</c:v>
                </c:pt>
                <c:pt idx="63584">
                  <c:v>45398.806944444441</c:v>
                </c:pt>
                <c:pt idx="63585">
                  <c:v>45398.822916666657</c:v>
                </c:pt>
                <c:pt idx="63586">
                  <c:v>45398.668055555558</c:v>
                </c:pt>
                <c:pt idx="63587">
                  <c:v>45398.82916666667</c:v>
                </c:pt>
                <c:pt idx="63588">
                  <c:v>45398.837500000001</c:v>
                </c:pt>
                <c:pt idx="63589">
                  <c:v>45398.847222222219</c:v>
                </c:pt>
                <c:pt idx="63590">
                  <c:v>45398.859027777777</c:v>
                </c:pt>
                <c:pt idx="63591">
                  <c:v>45398.884027777778</c:v>
                </c:pt>
                <c:pt idx="63592">
                  <c:v>45398.918055555558</c:v>
                </c:pt>
                <c:pt idx="63593">
                  <c:v>45398.956250000003</c:v>
                </c:pt>
                <c:pt idx="63594">
                  <c:v>45398.984722222223</c:v>
                </c:pt>
                <c:pt idx="63595">
                  <c:v>45398.996527777781</c:v>
                </c:pt>
                <c:pt idx="63596">
                  <c:v>45399.02847222222</c:v>
                </c:pt>
                <c:pt idx="63597">
                  <c:v>45399.047222222223</c:v>
                </c:pt>
                <c:pt idx="63598">
                  <c:v>45399.151388888888</c:v>
                </c:pt>
                <c:pt idx="63599">
                  <c:v>45399.211111111108</c:v>
                </c:pt>
                <c:pt idx="63600">
                  <c:v>45399.237500000003</c:v>
                </c:pt>
                <c:pt idx="63601">
                  <c:v>45398.835416666669</c:v>
                </c:pt>
                <c:pt idx="63602">
                  <c:v>45398.64166666667</c:v>
                </c:pt>
                <c:pt idx="63603">
                  <c:v>45398.638888888891</c:v>
                </c:pt>
                <c:pt idx="63604">
                  <c:v>45398.624305555553</c:v>
                </c:pt>
                <c:pt idx="63605">
                  <c:v>45397.974999999999</c:v>
                </c:pt>
                <c:pt idx="63606">
                  <c:v>45398.104166666657</c:v>
                </c:pt>
                <c:pt idx="63607">
                  <c:v>45398.190972222219</c:v>
                </c:pt>
                <c:pt idx="63608">
                  <c:v>45398.247916666667</c:v>
                </c:pt>
                <c:pt idx="63609">
                  <c:v>45398.289583333331</c:v>
                </c:pt>
                <c:pt idx="63610">
                  <c:v>45398.290972222218</c:v>
                </c:pt>
                <c:pt idx="63611">
                  <c:v>45398.291666666657</c:v>
                </c:pt>
                <c:pt idx="63612">
                  <c:v>45398.313888888893</c:v>
                </c:pt>
                <c:pt idx="63613">
                  <c:v>45398.345138888893</c:v>
                </c:pt>
                <c:pt idx="63614">
                  <c:v>45398.351388888892</c:v>
                </c:pt>
                <c:pt idx="63615">
                  <c:v>45398.355555555558</c:v>
                </c:pt>
                <c:pt idx="63616">
                  <c:v>45398.361805555563</c:v>
                </c:pt>
                <c:pt idx="63617">
                  <c:v>45398.363888888889</c:v>
                </c:pt>
                <c:pt idx="63618">
                  <c:v>45398.366666666669</c:v>
                </c:pt>
                <c:pt idx="63619">
                  <c:v>45398.393055555563</c:v>
                </c:pt>
                <c:pt idx="63620">
                  <c:v>45398.395138888889</c:v>
                </c:pt>
                <c:pt idx="63621">
                  <c:v>45398.409722222219</c:v>
                </c:pt>
                <c:pt idx="63622">
                  <c:v>45398.419444444437</c:v>
                </c:pt>
                <c:pt idx="63623">
                  <c:v>45398.472916666673</c:v>
                </c:pt>
                <c:pt idx="63624">
                  <c:v>45398.48541666667</c:v>
                </c:pt>
                <c:pt idx="63625">
                  <c:v>45398.508333333331</c:v>
                </c:pt>
                <c:pt idx="63626">
                  <c:v>45398.515277777777</c:v>
                </c:pt>
                <c:pt idx="63627">
                  <c:v>45398.519444444442</c:v>
                </c:pt>
                <c:pt idx="63628">
                  <c:v>45398.532638888893</c:v>
                </c:pt>
                <c:pt idx="63629">
                  <c:v>45398.55</c:v>
                </c:pt>
                <c:pt idx="63630">
                  <c:v>45398.554861111108</c:v>
                </c:pt>
                <c:pt idx="63631">
                  <c:v>45398.560416666667</c:v>
                </c:pt>
                <c:pt idx="63632">
                  <c:v>45398.566666666673</c:v>
                </c:pt>
                <c:pt idx="63633">
                  <c:v>45398.57916666667</c:v>
                </c:pt>
                <c:pt idx="63634">
                  <c:v>45399.254861111112</c:v>
                </c:pt>
                <c:pt idx="63635">
                  <c:v>45397.956944444442</c:v>
                </c:pt>
                <c:pt idx="63636">
                  <c:v>45399.289583333331</c:v>
                </c:pt>
                <c:pt idx="63637">
                  <c:v>45399.30972222222</c:v>
                </c:pt>
                <c:pt idx="63638">
                  <c:v>45399.856944444437</c:v>
                </c:pt>
                <c:pt idx="63639">
                  <c:v>45399.86041666667</c:v>
                </c:pt>
                <c:pt idx="63640">
                  <c:v>45399.864583333343</c:v>
                </c:pt>
                <c:pt idx="63641">
                  <c:v>45399.870138888888</c:v>
                </c:pt>
                <c:pt idx="63642">
                  <c:v>45399.89166666667</c:v>
                </c:pt>
                <c:pt idx="63643">
                  <c:v>45399.897916666669</c:v>
                </c:pt>
                <c:pt idx="63644">
                  <c:v>45399.931944444441</c:v>
                </c:pt>
                <c:pt idx="63645">
                  <c:v>45399.93472222222</c:v>
                </c:pt>
                <c:pt idx="63646">
                  <c:v>45399.944444444453</c:v>
                </c:pt>
                <c:pt idx="63647">
                  <c:v>45399.957638888889</c:v>
                </c:pt>
                <c:pt idx="63648">
                  <c:v>45399.993055555547</c:v>
                </c:pt>
                <c:pt idx="63649">
                  <c:v>45400.029861111107</c:v>
                </c:pt>
                <c:pt idx="63650">
                  <c:v>45400.146527777782</c:v>
                </c:pt>
                <c:pt idx="63651">
                  <c:v>45399.854166666657</c:v>
                </c:pt>
                <c:pt idx="63652">
                  <c:v>45400.268055555563</c:v>
                </c:pt>
                <c:pt idx="63653">
                  <c:v>45400.303472222222</c:v>
                </c:pt>
                <c:pt idx="63654">
                  <c:v>45400.311111111107</c:v>
                </c:pt>
                <c:pt idx="63655">
                  <c:v>45400.329861111109</c:v>
                </c:pt>
                <c:pt idx="63656">
                  <c:v>45400.341666666667</c:v>
                </c:pt>
                <c:pt idx="63657">
                  <c:v>45400.35833333333</c:v>
                </c:pt>
                <c:pt idx="63658">
                  <c:v>45400.381944444453</c:v>
                </c:pt>
                <c:pt idx="63659">
                  <c:v>45400.395833333343</c:v>
                </c:pt>
                <c:pt idx="63660">
                  <c:v>45400.411111111112</c:v>
                </c:pt>
                <c:pt idx="63661">
                  <c:v>45400.414583333331</c:v>
                </c:pt>
                <c:pt idx="63662">
                  <c:v>45400.430555555547</c:v>
                </c:pt>
                <c:pt idx="63663">
                  <c:v>45400.449305555558</c:v>
                </c:pt>
                <c:pt idx="63664">
                  <c:v>45400.462500000001</c:v>
                </c:pt>
                <c:pt idx="63665">
                  <c:v>45400.481944444437</c:v>
                </c:pt>
                <c:pt idx="63666">
                  <c:v>45400.29791666667</c:v>
                </c:pt>
                <c:pt idx="63667">
                  <c:v>45399.853472222218</c:v>
                </c:pt>
                <c:pt idx="63668">
                  <c:v>45399.813194444447</c:v>
                </c:pt>
                <c:pt idx="63669">
                  <c:v>45399.810416666667</c:v>
                </c:pt>
                <c:pt idx="63670">
                  <c:v>45399.340277777781</c:v>
                </c:pt>
                <c:pt idx="63671">
                  <c:v>45399.354166666657</c:v>
                </c:pt>
                <c:pt idx="63672">
                  <c:v>45399.398611111108</c:v>
                </c:pt>
                <c:pt idx="63673">
                  <c:v>45399.406944444447</c:v>
                </c:pt>
                <c:pt idx="63674">
                  <c:v>45399.40902777778</c:v>
                </c:pt>
                <c:pt idx="63675">
                  <c:v>45399.411111111112</c:v>
                </c:pt>
                <c:pt idx="63676">
                  <c:v>45399.439583333333</c:v>
                </c:pt>
                <c:pt idx="63677">
                  <c:v>45399.452777777777</c:v>
                </c:pt>
                <c:pt idx="63678">
                  <c:v>45399.474999999999</c:v>
                </c:pt>
                <c:pt idx="63679">
                  <c:v>45399.48541666667</c:v>
                </c:pt>
                <c:pt idx="63680">
                  <c:v>45399.506249999999</c:v>
                </c:pt>
                <c:pt idx="63681">
                  <c:v>45399.526388888888</c:v>
                </c:pt>
                <c:pt idx="63682">
                  <c:v>45399.541666666657</c:v>
                </c:pt>
                <c:pt idx="63683">
                  <c:v>45399.548611111109</c:v>
                </c:pt>
                <c:pt idx="63684">
                  <c:v>45399.570138888892</c:v>
                </c:pt>
                <c:pt idx="63685">
                  <c:v>45399.577777777777</c:v>
                </c:pt>
                <c:pt idx="63686">
                  <c:v>45399.57916666667</c:v>
                </c:pt>
                <c:pt idx="63687">
                  <c:v>45399.616666666669</c:v>
                </c:pt>
                <c:pt idx="63688">
                  <c:v>45399.626388888893</c:v>
                </c:pt>
                <c:pt idx="63689">
                  <c:v>45399.637499999997</c:v>
                </c:pt>
                <c:pt idx="63690">
                  <c:v>45399.679861111108</c:v>
                </c:pt>
                <c:pt idx="63691">
                  <c:v>45399.697222222218</c:v>
                </c:pt>
                <c:pt idx="63692">
                  <c:v>45399.718055555553</c:v>
                </c:pt>
                <c:pt idx="63693">
                  <c:v>45399.724999999999</c:v>
                </c:pt>
                <c:pt idx="63694">
                  <c:v>45399.725694444453</c:v>
                </c:pt>
                <c:pt idx="63695">
                  <c:v>45399.727777777778</c:v>
                </c:pt>
                <c:pt idx="63696">
                  <c:v>45399.744444444441</c:v>
                </c:pt>
                <c:pt idx="63697">
                  <c:v>45399.749305555553</c:v>
                </c:pt>
                <c:pt idx="63698">
                  <c:v>45399.756249999999</c:v>
                </c:pt>
                <c:pt idx="63699">
                  <c:v>45399.298611111109</c:v>
                </c:pt>
                <c:pt idx="63700">
                  <c:v>45409.882638888892</c:v>
                </c:pt>
                <c:pt idx="63701">
                  <c:v>45397.933333333327</c:v>
                </c:pt>
                <c:pt idx="63702">
                  <c:v>45397.888888888891</c:v>
                </c:pt>
                <c:pt idx="63703">
                  <c:v>45396.513194444437</c:v>
                </c:pt>
                <c:pt idx="63704">
                  <c:v>45396.553472222222</c:v>
                </c:pt>
                <c:pt idx="63705">
                  <c:v>45396.592361111107</c:v>
                </c:pt>
                <c:pt idx="63706">
                  <c:v>45396.625694444447</c:v>
                </c:pt>
                <c:pt idx="63707">
                  <c:v>45396.642361111109</c:v>
                </c:pt>
                <c:pt idx="63708">
                  <c:v>45396.647222222222</c:v>
                </c:pt>
                <c:pt idx="63709">
                  <c:v>45396.673611111109</c:v>
                </c:pt>
                <c:pt idx="63710">
                  <c:v>45396.680555555547</c:v>
                </c:pt>
                <c:pt idx="63711">
                  <c:v>45396.726388888892</c:v>
                </c:pt>
                <c:pt idx="63712">
                  <c:v>45396.741666666669</c:v>
                </c:pt>
                <c:pt idx="63713">
                  <c:v>45396.743055555547</c:v>
                </c:pt>
                <c:pt idx="63714">
                  <c:v>45396.763888888891</c:v>
                </c:pt>
                <c:pt idx="63715">
                  <c:v>45396.771527777782</c:v>
                </c:pt>
                <c:pt idx="63716">
                  <c:v>45396.495138888888</c:v>
                </c:pt>
                <c:pt idx="63717">
                  <c:v>45396.786111111112</c:v>
                </c:pt>
                <c:pt idx="63718">
                  <c:v>45396.809027777781</c:v>
                </c:pt>
                <c:pt idx="63719">
                  <c:v>45396.8125</c:v>
                </c:pt>
                <c:pt idx="63720">
                  <c:v>45396.813888888893</c:v>
                </c:pt>
                <c:pt idx="63721">
                  <c:v>45396.818055555559</c:v>
                </c:pt>
                <c:pt idx="63722">
                  <c:v>45396.818749999999</c:v>
                </c:pt>
                <c:pt idx="63723">
                  <c:v>45396.820833333331</c:v>
                </c:pt>
                <c:pt idx="63724">
                  <c:v>45396.820833333331</c:v>
                </c:pt>
                <c:pt idx="63725">
                  <c:v>45396.829861111109</c:v>
                </c:pt>
                <c:pt idx="63726">
                  <c:v>45396.831944444442</c:v>
                </c:pt>
                <c:pt idx="63727">
                  <c:v>45396.839583333327</c:v>
                </c:pt>
                <c:pt idx="63728">
                  <c:v>45396.861111111109</c:v>
                </c:pt>
                <c:pt idx="63729">
                  <c:v>45396.867361111108</c:v>
                </c:pt>
                <c:pt idx="63730">
                  <c:v>45396.872916666667</c:v>
                </c:pt>
                <c:pt idx="63731">
                  <c:v>45396.800694444442</c:v>
                </c:pt>
                <c:pt idx="63732">
                  <c:v>45396.463888888888</c:v>
                </c:pt>
                <c:pt idx="63733">
                  <c:v>45396.393055555563</c:v>
                </c:pt>
                <c:pt idx="63734">
                  <c:v>45396.381249999999</c:v>
                </c:pt>
                <c:pt idx="63735">
                  <c:v>45395.495833333327</c:v>
                </c:pt>
                <c:pt idx="63736">
                  <c:v>45395.537499999999</c:v>
                </c:pt>
                <c:pt idx="63737">
                  <c:v>45395.558333333327</c:v>
                </c:pt>
                <c:pt idx="63738">
                  <c:v>45395.570138888892</c:v>
                </c:pt>
                <c:pt idx="63739">
                  <c:v>45395.589583333327</c:v>
                </c:pt>
                <c:pt idx="63740">
                  <c:v>45395.614583333343</c:v>
                </c:pt>
                <c:pt idx="63741">
                  <c:v>45395.629166666673</c:v>
                </c:pt>
                <c:pt idx="63742">
                  <c:v>45395.672222222223</c:v>
                </c:pt>
                <c:pt idx="63743">
                  <c:v>45395.67291666667</c:v>
                </c:pt>
                <c:pt idx="63744">
                  <c:v>45395.679861111108</c:v>
                </c:pt>
                <c:pt idx="63745">
                  <c:v>45395.688888888893</c:v>
                </c:pt>
                <c:pt idx="63746">
                  <c:v>45395.731944444437</c:v>
                </c:pt>
                <c:pt idx="63747">
                  <c:v>45395.745138888888</c:v>
                </c:pt>
                <c:pt idx="63748">
                  <c:v>45395.745138888888</c:v>
                </c:pt>
                <c:pt idx="63749">
                  <c:v>45395.780555555553</c:v>
                </c:pt>
                <c:pt idx="63750">
                  <c:v>45395.780555555553</c:v>
                </c:pt>
                <c:pt idx="63751">
                  <c:v>45395.787499999999</c:v>
                </c:pt>
                <c:pt idx="63752">
                  <c:v>45395.808333333327</c:v>
                </c:pt>
                <c:pt idx="63753">
                  <c:v>45395.818749999999</c:v>
                </c:pt>
                <c:pt idx="63754">
                  <c:v>45395.834722222222</c:v>
                </c:pt>
                <c:pt idx="63755">
                  <c:v>45395.836111111108</c:v>
                </c:pt>
                <c:pt idx="63756">
                  <c:v>45395.856944444437</c:v>
                </c:pt>
                <c:pt idx="63757">
                  <c:v>45395.895833333343</c:v>
                </c:pt>
                <c:pt idx="63758">
                  <c:v>45395.898611111108</c:v>
                </c:pt>
                <c:pt idx="63759">
                  <c:v>45395.927083333343</c:v>
                </c:pt>
                <c:pt idx="63760">
                  <c:v>45395.977083333331</c:v>
                </c:pt>
                <c:pt idx="63761">
                  <c:v>45396.036805555559</c:v>
                </c:pt>
                <c:pt idx="63762">
                  <c:v>45396.067361111112</c:v>
                </c:pt>
                <c:pt idx="63763">
                  <c:v>45396.345138888893</c:v>
                </c:pt>
                <c:pt idx="63764">
                  <c:v>45396.87777777778</c:v>
                </c:pt>
                <c:pt idx="63765">
                  <c:v>45397.904166666667</c:v>
                </c:pt>
                <c:pt idx="63766">
                  <c:v>45396.885416666657</c:v>
                </c:pt>
                <c:pt idx="63767">
                  <c:v>45396.920138888891</c:v>
                </c:pt>
                <c:pt idx="63768">
                  <c:v>45397.533333333333</c:v>
                </c:pt>
                <c:pt idx="63769">
                  <c:v>45397.534722222219</c:v>
                </c:pt>
                <c:pt idx="63770">
                  <c:v>45397.572222222218</c:v>
                </c:pt>
                <c:pt idx="63771">
                  <c:v>45397.574305555558</c:v>
                </c:pt>
                <c:pt idx="63772">
                  <c:v>45397.578472222223</c:v>
                </c:pt>
                <c:pt idx="63773">
                  <c:v>45397.57916666667</c:v>
                </c:pt>
                <c:pt idx="63774">
                  <c:v>45397.584027777782</c:v>
                </c:pt>
                <c:pt idx="63775">
                  <c:v>45397.615277777782</c:v>
                </c:pt>
                <c:pt idx="63776">
                  <c:v>45397.624305555553</c:v>
                </c:pt>
                <c:pt idx="63777">
                  <c:v>45397.627083333333</c:v>
                </c:pt>
                <c:pt idx="63778">
                  <c:v>45397.640972222223</c:v>
                </c:pt>
                <c:pt idx="63779">
                  <c:v>45397.645138888889</c:v>
                </c:pt>
                <c:pt idx="63780">
                  <c:v>45397.645138888889</c:v>
                </c:pt>
                <c:pt idx="63781">
                  <c:v>45397.53125</c:v>
                </c:pt>
                <c:pt idx="63782">
                  <c:v>45397.652777777781</c:v>
                </c:pt>
                <c:pt idx="63783">
                  <c:v>45397.684027777781</c:v>
                </c:pt>
                <c:pt idx="63784">
                  <c:v>45397.701388888891</c:v>
                </c:pt>
                <c:pt idx="63785">
                  <c:v>45397.71875</c:v>
                </c:pt>
                <c:pt idx="63786">
                  <c:v>45397.739583333343</c:v>
                </c:pt>
                <c:pt idx="63787">
                  <c:v>45397.756944444453</c:v>
                </c:pt>
                <c:pt idx="63788">
                  <c:v>45397.787499999999</c:v>
                </c:pt>
                <c:pt idx="63789">
                  <c:v>45397.805555555547</c:v>
                </c:pt>
                <c:pt idx="63790">
                  <c:v>45397.825694444437</c:v>
                </c:pt>
                <c:pt idx="63791">
                  <c:v>45397.829861111109</c:v>
                </c:pt>
                <c:pt idx="63792">
                  <c:v>45397.851388888892</c:v>
                </c:pt>
                <c:pt idx="63793">
                  <c:v>45397.859027777777</c:v>
                </c:pt>
                <c:pt idx="63794">
                  <c:v>45397.884027777778</c:v>
                </c:pt>
                <c:pt idx="63795">
                  <c:v>45397.888194444437</c:v>
                </c:pt>
                <c:pt idx="63796">
                  <c:v>45397.670138888891</c:v>
                </c:pt>
                <c:pt idx="63797">
                  <c:v>45397.527083333327</c:v>
                </c:pt>
                <c:pt idx="63798">
                  <c:v>45397.524305555547</c:v>
                </c:pt>
                <c:pt idx="63799">
                  <c:v>45397.497916666667</c:v>
                </c:pt>
                <c:pt idx="63800">
                  <c:v>45396.923611111109</c:v>
                </c:pt>
                <c:pt idx="63801">
                  <c:v>45396.934027777781</c:v>
                </c:pt>
                <c:pt idx="63802">
                  <c:v>45396.938888888893</c:v>
                </c:pt>
                <c:pt idx="63803">
                  <c:v>45396.959027777782</c:v>
                </c:pt>
                <c:pt idx="63804">
                  <c:v>45396.977083333331</c:v>
                </c:pt>
                <c:pt idx="63805">
                  <c:v>45396.982638888891</c:v>
                </c:pt>
                <c:pt idx="63806">
                  <c:v>45397.030555555553</c:v>
                </c:pt>
                <c:pt idx="63807">
                  <c:v>45397.083333333343</c:v>
                </c:pt>
                <c:pt idx="63808">
                  <c:v>45397.094444444447</c:v>
                </c:pt>
                <c:pt idx="63809">
                  <c:v>45397.118055555547</c:v>
                </c:pt>
                <c:pt idx="63810">
                  <c:v>45397.179861111108</c:v>
                </c:pt>
                <c:pt idx="63811">
                  <c:v>45397.238194444442</c:v>
                </c:pt>
                <c:pt idx="63812">
                  <c:v>45397.252083333333</c:v>
                </c:pt>
                <c:pt idx="63813">
                  <c:v>45397.319444444453</c:v>
                </c:pt>
                <c:pt idx="63814">
                  <c:v>45397.321527777778</c:v>
                </c:pt>
                <c:pt idx="63815">
                  <c:v>45397.370833333327</c:v>
                </c:pt>
                <c:pt idx="63816">
                  <c:v>45397.386111111111</c:v>
                </c:pt>
                <c:pt idx="63817">
                  <c:v>45397.386111111111</c:v>
                </c:pt>
                <c:pt idx="63818">
                  <c:v>45397.397222222222</c:v>
                </c:pt>
                <c:pt idx="63819">
                  <c:v>45397.418749999997</c:v>
                </c:pt>
                <c:pt idx="63820">
                  <c:v>45397.436111111107</c:v>
                </c:pt>
                <c:pt idx="63821">
                  <c:v>45397.436805555553</c:v>
                </c:pt>
                <c:pt idx="63822">
                  <c:v>45397.436805555553</c:v>
                </c:pt>
                <c:pt idx="63823">
                  <c:v>45397.443055555559</c:v>
                </c:pt>
                <c:pt idx="63824">
                  <c:v>45397.45416666667</c:v>
                </c:pt>
                <c:pt idx="63825">
                  <c:v>45397.47152777778</c:v>
                </c:pt>
                <c:pt idx="63826">
                  <c:v>45397.48541666667</c:v>
                </c:pt>
                <c:pt idx="63827">
                  <c:v>45397.486111111109</c:v>
                </c:pt>
                <c:pt idx="63828">
                  <c:v>45397.489583333343</c:v>
                </c:pt>
                <c:pt idx="63829">
                  <c:v>45396.918055555558</c:v>
                </c:pt>
                <c:pt idx="63830">
                  <c:v>45553.818055555559</c:v>
                </c:pt>
                <c:pt idx="63831">
                  <c:v>45292.01666666667</c:v>
                </c:pt>
                <c:pt idx="63832">
                  <c:v>45568.914583333331</c:v>
                </c:pt>
                <c:pt idx="63833">
                  <c:v>45590.871527777781</c:v>
                </c:pt>
                <c:pt idx="63834">
                  <c:v>45590.821527777778</c:v>
                </c:pt>
                <c:pt idx="63835">
                  <c:v>45560.489583333343</c:v>
                </c:pt>
                <c:pt idx="63836">
                  <c:v>45590.816666666673</c:v>
                </c:pt>
                <c:pt idx="63837">
                  <c:v>45565.045138888891</c:v>
                </c:pt>
                <c:pt idx="63838">
                  <c:v>45560.476388888892</c:v>
                </c:pt>
                <c:pt idx="63839">
                  <c:v>45590.779166666667</c:v>
                </c:pt>
                <c:pt idx="63840">
                  <c:v>45590.686111111107</c:v>
                </c:pt>
                <c:pt idx="63841">
                  <c:v>45590.661805555559</c:v>
                </c:pt>
                <c:pt idx="63842">
                  <c:v>45560.453472222223</c:v>
                </c:pt>
                <c:pt idx="63843">
                  <c:v>45560.453472222223</c:v>
                </c:pt>
                <c:pt idx="63844">
                  <c:v>45590.651388888888</c:v>
                </c:pt>
                <c:pt idx="63845">
                  <c:v>45590.636111111111</c:v>
                </c:pt>
                <c:pt idx="63846">
                  <c:v>45560.44027777778</c:v>
                </c:pt>
                <c:pt idx="63847">
                  <c:v>45565.046527777777</c:v>
                </c:pt>
                <c:pt idx="63848">
                  <c:v>45590.625694444447</c:v>
                </c:pt>
                <c:pt idx="63849">
                  <c:v>45590.617361111108</c:v>
                </c:pt>
                <c:pt idx="63850">
                  <c:v>45560.439583333333</c:v>
                </c:pt>
                <c:pt idx="63851">
                  <c:v>45565.102083333331</c:v>
                </c:pt>
                <c:pt idx="63852">
                  <c:v>45590.60833333333</c:v>
                </c:pt>
                <c:pt idx="63853">
                  <c:v>45590.598611111112</c:v>
                </c:pt>
                <c:pt idx="63854">
                  <c:v>45560.436111111107</c:v>
                </c:pt>
                <c:pt idx="63855">
                  <c:v>45565.143055555563</c:v>
                </c:pt>
                <c:pt idx="63856">
                  <c:v>45560.436111111107</c:v>
                </c:pt>
                <c:pt idx="63857">
                  <c:v>45560.431250000001</c:v>
                </c:pt>
                <c:pt idx="63858">
                  <c:v>45560.429861111108</c:v>
                </c:pt>
                <c:pt idx="63859">
                  <c:v>45590.577777777777</c:v>
                </c:pt>
                <c:pt idx="63860">
                  <c:v>45590.539583333331</c:v>
                </c:pt>
                <c:pt idx="63861">
                  <c:v>45560.427083333343</c:v>
                </c:pt>
                <c:pt idx="63862">
                  <c:v>45590.874305555553</c:v>
                </c:pt>
                <c:pt idx="63863">
                  <c:v>45565.000694444447</c:v>
                </c:pt>
                <c:pt idx="63864">
                  <c:v>45590.880555555559</c:v>
                </c:pt>
                <c:pt idx="63865">
                  <c:v>45560.517361111109</c:v>
                </c:pt>
                <c:pt idx="63866">
                  <c:v>45564.857638888891</c:v>
                </c:pt>
                <c:pt idx="63867">
                  <c:v>45591.62777777778</c:v>
                </c:pt>
                <c:pt idx="63868">
                  <c:v>45564.866666666669</c:v>
                </c:pt>
                <c:pt idx="63869">
                  <c:v>45591.597916666673</c:v>
                </c:pt>
                <c:pt idx="63870">
                  <c:v>45591.579861111109</c:v>
                </c:pt>
                <c:pt idx="63871">
                  <c:v>45591.523611111108</c:v>
                </c:pt>
                <c:pt idx="63872">
                  <c:v>45564.886111111111</c:v>
                </c:pt>
                <c:pt idx="63873">
                  <c:v>45560.59375</c:v>
                </c:pt>
                <c:pt idx="63874">
                  <c:v>45560.586111111108</c:v>
                </c:pt>
                <c:pt idx="63875">
                  <c:v>45591.495138888888</c:v>
                </c:pt>
                <c:pt idx="63876">
                  <c:v>45560.578472222223</c:v>
                </c:pt>
                <c:pt idx="63877">
                  <c:v>45560.576388888891</c:v>
                </c:pt>
                <c:pt idx="63878">
                  <c:v>45564.90902777778</c:v>
                </c:pt>
                <c:pt idx="63879">
                  <c:v>45560.571527777778</c:v>
                </c:pt>
                <c:pt idx="63880">
                  <c:v>45565.209722222222</c:v>
                </c:pt>
                <c:pt idx="63881">
                  <c:v>45591.469444444447</c:v>
                </c:pt>
                <c:pt idx="63882">
                  <c:v>45560.564583333333</c:v>
                </c:pt>
                <c:pt idx="63883">
                  <c:v>45628.43472222222</c:v>
                </c:pt>
                <c:pt idx="63884">
                  <c:v>45564.914583333331</c:v>
                </c:pt>
                <c:pt idx="63885">
                  <c:v>45591.353472222218</c:v>
                </c:pt>
                <c:pt idx="63886">
                  <c:v>45564.929166666669</c:v>
                </c:pt>
                <c:pt idx="63887">
                  <c:v>45591.334722222222</c:v>
                </c:pt>
                <c:pt idx="63888">
                  <c:v>45560.539583333331</c:v>
                </c:pt>
                <c:pt idx="63889">
                  <c:v>45564.965277777781</c:v>
                </c:pt>
                <c:pt idx="63890">
                  <c:v>45564.965277777781</c:v>
                </c:pt>
                <c:pt idx="63891">
                  <c:v>45590.938194444447</c:v>
                </c:pt>
                <c:pt idx="63892">
                  <c:v>45560.535416666673</c:v>
                </c:pt>
                <c:pt idx="63893">
                  <c:v>45564.986111111109</c:v>
                </c:pt>
                <c:pt idx="63894">
                  <c:v>45564.995833333327</c:v>
                </c:pt>
                <c:pt idx="63895">
                  <c:v>45560.521527777782</c:v>
                </c:pt>
                <c:pt idx="63896">
                  <c:v>45591.432638888888</c:v>
                </c:pt>
                <c:pt idx="63897">
                  <c:v>45590.395833333343</c:v>
                </c:pt>
                <c:pt idx="63898">
                  <c:v>45560.395138888889</c:v>
                </c:pt>
                <c:pt idx="63899">
                  <c:v>45590.35833333333</c:v>
                </c:pt>
                <c:pt idx="63900">
                  <c:v>45589.810416666667</c:v>
                </c:pt>
                <c:pt idx="63901">
                  <c:v>45565.355555555558</c:v>
                </c:pt>
                <c:pt idx="63902">
                  <c:v>45565.36041666667</c:v>
                </c:pt>
                <c:pt idx="63903">
                  <c:v>45589.772222222222</c:v>
                </c:pt>
                <c:pt idx="63904">
                  <c:v>45589.761111111111</c:v>
                </c:pt>
                <c:pt idx="63905">
                  <c:v>45589.750694444447</c:v>
                </c:pt>
                <c:pt idx="63906">
                  <c:v>45589.720833333333</c:v>
                </c:pt>
                <c:pt idx="63907">
                  <c:v>45589.720138888893</c:v>
                </c:pt>
                <c:pt idx="63908">
                  <c:v>45565.369444444441</c:v>
                </c:pt>
                <c:pt idx="63909">
                  <c:v>45565.378472222219</c:v>
                </c:pt>
                <c:pt idx="63910">
                  <c:v>45559.96597222222</c:v>
                </c:pt>
                <c:pt idx="63911">
                  <c:v>45589.700694444437</c:v>
                </c:pt>
                <c:pt idx="63912">
                  <c:v>45589.693749999999</c:v>
                </c:pt>
                <c:pt idx="63913">
                  <c:v>45559.952777777777</c:v>
                </c:pt>
                <c:pt idx="63914">
                  <c:v>45559.967361111107</c:v>
                </c:pt>
                <c:pt idx="63915">
                  <c:v>45636.445833333331</c:v>
                </c:pt>
                <c:pt idx="63916">
                  <c:v>45559.934027777781</c:v>
                </c:pt>
                <c:pt idx="63917">
                  <c:v>45589.628472222219</c:v>
                </c:pt>
                <c:pt idx="63918">
                  <c:v>45559.926388888889</c:v>
                </c:pt>
                <c:pt idx="63919">
                  <c:v>45559.925694444442</c:v>
                </c:pt>
                <c:pt idx="63920">
                  <c:v>45559.909722222219</c:v>
                </c:pt>
                <c:pt idx="63921">
                  <c:v>45559.88958333333</c:v>
                </c:pt>
                <c:pt idx="63922">
                  <c:v>45589.572222222218</c:v>
                </c:pt>
                <c:pt idx="63923">
                  <c:v>45589.55972222222</c:v>
                </c:pt>
                <c:pt idx="63924">
                  <c:v>45559.866666666669</c:v>
                </c:pt>
                <c:pt idx="63925">
                  <c:v>45559.865277777782</c:v>
                </c:pt>
                <c:pt idx="63926">
                  <c:v>45589.554166666669</c:v>
                </c:pt>
                <c:pt idx="63927">
                  <c:v>45559.863194444442</c:v>
                </c:pt>
                <c:pt idx="63928">
                  <c:v>45589.55</c:v>
                </c:pt>
                <c:pt idx="63929">
                  <c:v>45589.080555555563</c:v>
                </c:pt>
                <c:pt idx="63930">
                  <c:v>45589.672222222223</c:v>
                </c:pt>
                <c:pt idx="63931">
                  <c:v>45564.84097222222</c:v>
                </c:pt>
                <c:pt idx="63932">
                  <c:v>45559.977083333331</c:v>
                </c:pt>
                <c:pt idx="63933">
                  <c:v>45559.995138888888</c:v>
                </c:pt>
                <c:pt idx="63934">
                  <c:v>45560.393055555563</c:v>
                </c:pt>
                <c:pt idx="63935">
                  <c:v>45565.24722222222</c:v>
                </c:pt>
                <c:pt idx="63936">
                  <c:v>45560.390972222223</c:v>
                </c:pt>
                <c:pt idx="63937">
                  <c:v>45590.296527777777</c:v>
                </c:pt>
                <c:pt idx="63938">
                  <c:v>45590.271527777782</c:v>
                </c:pt>
                <c:pt idx="63939">
                  <c:v>45590.113194444442</c:v>
                </c:pt>
                <c:pt idx="63940">
                  <c:v>45590.098611111112</c:v>
                </c:pt>
                <c:pt idx="63941">
                  <c:v>45560.349305555559</c:v>
                </c:pt>
                <c:pt idx="63942">
                  <c:v>45590.025000000001</c:v>
                </c:pt>
                <c:pt idx="63943">
                  <c:v>45565.260416666657</c:v>
                </c:pt>
                <c:pt idx="63944">
                  <c:v>45560.338888888888</c:v>
                </c:pt>
                <c:pt idx="63945">
                  <c:v>45560.333333333343</c:v>
                </c:pt>
                <c:pt idx="63946">
                  <c:v>45590.009027777778</c:v>
                </c:pt>
                <c:pt idx="63947">
                  <c:v>45589.95416666667</c:v>
                </c:pt>
                <c:pt idx="63948">
                  <c:v>45559.982638888891</c:v>
                </c:pt>
                <c:pt idx="63949">
                  <c:v>45589.945138888892</c:v>
                </c:pt>
                <c:pt idx="63950">
                  <c:v>45589.927777777782</c:v>
                </c:pt>
                <c:pt idx="63951">
                  <c:v>45560.246527777781</c:v>
                </c:pt>
                <c:pt idx="63952">
                  <c:v>45589.925694444442</c:v>
                </c:pt>
                <c:pt idx="63953">
                  <c:v>45560.160416666673</c:v>
                </c:pt>
                <c:pt idx="63954">
                  <c:v>45589.925000000003</c:v>
                </c:pt>
                <c:pt idx="63955">
                  <c:v>45560.131944444453</c:v>
                </c:pt>
                <c:pt idx="63956">
                  <c:v>45589.915972222218</c:v>
                </c:pt>
                <c:pt idx="63957">
                  <c:v>45560.054861111108</c:v>
                </c:pt>
                <c:pt idx="63958">
                  <c:v>45589.882638888892</c:v>
                </c:pt>
                <c:pt idx="63959">
                  <c:v>45589.875694444447</c:v>
                </c:pt>
                <c:pt idx="63960">
                  <c:v>45589.867361111108</c:v>
                </c:pt>
                <c:pt idx="63961">
                  <c:v>45589.831944444442</c:v>
                </c:pt>
                <c:pt idx="63962">
                  <c:v>45589.825694444437</c:v>
                </c:pt>
                <c:pt idx="63963">
                  <c:v>45589.820138888892</c:v>
                </c:pt>
                <c:pt idx="63964">
                  <c:v>45560.28402777778</c:v>
                </c:pt>
                <c:pt idx="63965">
                  <c:v>45588.981249999997</c:v>
                </c:pt>
                <c:pt idx="63966">
                  <c:v>45591.665277777778</c:v>
                </c:pt>
                <c:pt idx="63967">
                  <c:v>45560.665972222218</c:v>
                </c:pt>
                <c:pt idx="63968">
                  <c:v>45561.298611111109</c:v>
                </c:pt>
                <c:pt idx="63969">
                  <c:v>45561.29583333333</c:v>
                </c:pt>
                <c:pt idx="63970">
                  <c:v>45593.68472222222</c:v>
                </c:pt>
                <c:pt idx="63971">
                  <c:v>45561.265277777777</c:v>
                </c:pt>
                <c:pt idx="63972">
                  <c:v>45564.618750000001</c:v>
                </c:pt>
                <c:pt idx="63973">
                  <c:v>45561.194444444453</c:v>
                </c:pt>
                <c:pt idx="63974">
                  <c:v>45564.621527777781</c:v>
                </c:pt>
                <c:pt idx="63975">
                  <c:v>45564.629166666673</c:v>
                </c:pt>
                <c:pt idx="63976">
                  <c:v>45564.636111111111</c:v>
                </c:pt>
                <c:pt idx="63977">
                  <c:v>45813.029166666667</c:v>
                </c:pt>
                <c:pt idx="63978">
                  <c:v>45564.636111111111</c:v>
                </c:pt>
                <c:pt idx="63979">
                  <c:v>45593.675694444442</c:v>
                </c:pt>
                <c:pt idx="63980">
                  <c:v>45593.59375</c:v>
                </c:pt>
                <c:pt idx="63981">
                  <c:v>45561.037499999999</c:v>
                </c:pt>
                <c:pt idx="63982">
                  <c:v>45561.03402777778</c:v>
                </c:pt>
                <c:pt idx="63983">
                  <c:v>45593.567361111112</c:v>
                </c:pt>
                <c:pt idx="63984">
                  <c:v>45593.543749999997</c:v>
                </c:pt>
                <c:pt idx="63985">
                  <c:v>45593.504861111112</c:v>
                </c:pt>
                <c:pt idx="63986">
                  <c:v>45593.472916666673</c:v>
                </c:pt>
                <c:pt idx="63987">
                  <c:v>45560.99722222222</c:v>
                </c:pt>
                <c:pt idx="63988">
                  <c:v>45833.907638888893</c:v>
                </c:pt>
                <c:pt idx="63989">
                  <c:v>45560.989583333343</c:v>
                </c:pt>
                <c:pt idx="63990">
                  <c:v>45593.452777777777</c:v>
                </c:pt>
                <c:pt idx="63991">
                  <c:v>45560.976388888892</c:v>
                </c:pt>
                <c:pt idx="63992">
                  <c:v>45560.953472222223</c:v>
                </c:pt>
                <c:pt idx="63993">
                  <c:v>45564.65347222222</c:v>
                </c:pt>
                <c:pt idx="63994">
                  <c:v>45593.331250000003</c:v>
                </c:pt>
                <c:pt idx="63995">
                  <c:v>45593.220138888893</c:v>
                </c:pt>
                <c:pt idx="63996">
                  <c:v>45560.886805555558</c:v>
                </c:pt>
                <c:pt idx="63997">
                  <c:v>45593.688888888893</c:v>
                </c:pt>
                <c:pt idx="63998">
                  <c:v>45561.302083333343</c:v>
                </c:pt>
                <c:pt idx="63999">
                  <c:v>45564.563888888893</c:v>
                </c:pt>
                <c:pt idx="64000">
                  <c:v>45593.697222222218</c:v>
                </c:pt>
                <c:pt idx="64001">
                  <c:v>45561.480555555558</c:v>
                </c:pt>
                <c:pt idx="64002">
                  <c:v>45594.430555555547</c:v>
                </c:pt>
                <c:pt idx="64003">
                  <c:v>45594.414583333331</c:v>
                </c:pt>
                <c:pt idx="64004">
                  <c:v>45594.400694444441</c:v>
                </c:pt>
                <c:pt idx="64005">
                  <c:v>45561.45416666667</c:v>
                </c:pt>
                <c:pt idx="64006">
                  <c:v>45561.439583333333</c:v>
                </c:pt>
                <c:pt idx="64007">
                  <c:v>45561.431250000001</c:v>
                </c:pt>
                <c:pt idx="64008">
                  <c:v>45594.400000000001</c:v>
                </c:pt>
                <c:pt idx="64009">
                  <c:v>45594.38958333333</c:v>
                </c:pt>
                <c:pt idx="64010">
                  <c:v>45594.374305555553</c:v>
                </c:pt>
                <c:pt idx="64011">
                  <c:v>45564.484027777777</c:v>
                </c:pt>
                <c:pt idx="64012">
                  <c:v>45594.222222222219</c:v>
                </c:pt>
                <c:pt idx="64013">
                  <c:v>45561.418055555558</c:v>
                </c:pt>
                <c:pt idx="64014">
                  <c:v>45594.078472222223</c:v>
                </c:pt>
                <c:pt idx="64015">
                  <c:v>45560.886111111111</c:v>
                </c:pt>
                <c:pt idx="64016">
                  <c:v>45594.060416666667</c:v>
                </c:pt>
                <c:pt idx="64017">
                  <c:v>45593.990972222222</c:v>
                </c:pt>
                <c:pt idx="64018">
                  <c:v>45593.920138888891</c:v>
                </c:pt>
                <c:pt idx="64019">
                  <c:v>45564.5</c:v>
                </c:pt>
                <c:pt idx="64020">
                  <c:v>45561.34652777778</c:v>
                </c:pt>
                <c:pt idx="64021">
                  <c:v>45593.87777777778</c:v>
                </c:pt>
                <c:pt idx="64022">
                  <c:v>45561.336111111108</c:v>
                </c:pt>
                <c:pt idx="64023">
                  <c:v>45593.80972222222</c:v>
                </c:pt>
                <c:pt idx="64024">
                  <c:v>45593.807638888888</c:v>
                </c:pt>
                <c:pt idx="64025">
                  <c:v>45593.792361111111</c:v>
                </c:pt>
                <c:pt idx="64026">
                  <c:v>45561.3125</c:v>
                </c:pt>
                <c:pt idx="64027">
                  <c:v>45564.51666666667</c:v>
                </c:pt>
                <c:pt idx="64028">
                  <c:v>45564.529166666667</c:v>
                </c:pt>
                <c:pt idx="64029">
                  <c:v>45593.744444444441</c:v>
                </c:pt>
                <c:pt idx="64030">
                  <c:v>45564.553472222222</c:v>
                </c:pt>
                <c:pt idx="64031">
                  <c:v>45564.488888888889</c:v>
                </c:pt>
                <c:pt idx="64032">
                  <c:v>45593.01666666667</c:v>
                </c:pt>
                <c:pt idx="64033">
                  <c:v>45560.884027777778</c:v>
                </c:pt>
                <c:pt idx="64034">
                  <c:v>45592.961111111108</c:v>
                </c:pt>
                <c:pt idx="64035">
                  <c:v>45564.749305555553</c:v>
                </c:pt>
                <c:pt idx="64036">
                  <c:v>45564.767361111109</c:v>
                </c:pt>
                <c:pt idx="64037">
                  <c:v>45560.819444444453</c:v>
                </c:pt>
                <c:pt idx="64038">
                  <c:v>45592.434027777781</c:v>
                </c:pt>
                <c:pt idx="64039">
                  <c:v>45564.776388888888</c:v>
                </c:pt>
                <c:pt idx="64040">
                  <c:v>45592.426388888889</c:v>
                </c:pt>
                <c:pt idx="64041">
                  <c:v>45560.80972222222</c:v>
                </c:pt>
                <c:pt idx="64042">
                  <c:v>45592.424305555563</c:v>
                </c:pt>
                <c:pt idx="64043">
                  <c:v>45564.779166666667</c:v>
                </c:pt>
                <c:pt idx="64044">
                  <c:v>45564.788888888892</c:v>
                </c:pt>
                <c:pt idx="64045">
                  <c:v>45592.390277777777</c:v>
                </c:pt>
                <c:pt idx="64046">
                  <c:v>45592.265277777777</c:v>
                </c:pt>
                <c:pt idx="64047">
                  <c:v>45591.913194444453</c:v>
                </c:pt>
                <c:pt idx="64048">
                  <c:v>45560.769444444442</c:v>
                </c:pt>
                <c:pt idx="64049">
                  <c:v>45592.440972222219</c:v>
                </c:pt>
                <c:pt idx="64050">
                  <c:v>45591.887499999997</c:v>
                </c:pt>
                <c:pt idx="64051">
                  <c:v>45591.880555555559</c:v>
                </c:pt>
                <c:pt idx="64052">
                  <c:v>45807.896527777782</c:v>
                </c:pt>
                <c:pt idx="64053">
                  <c:v>45560.731249999997</c:v>
                </c:pt>
                <c:pt idx="64054">
                  <c:v>45560.729861111111</c:v>
                </c:pt>
                <c:pt idx="64055">
                  <c:v>45560.71597222222</c:v>
                </c:pt>
                <c:pt idx="64056">
                  <c:v>45560.711805555547</c:v>
                </c:pt>
                <c:pt idx="64057">
                  <c:v>45560.702777777777</c:v>
                </c:pt>
                <c:pt idx="64058">
                  <c:v>45591.765277777777</c:v>
                </c:pt>
                <c:pt idx="64059">
                  <c:v>45591.763888888891</c:v>
                </c:pt>
                <c:pt idx="64060">
                  <c:v>45564.832638888889</c:v>
                </c:pt>
                <c:pt idx="64061">
                  <c:v>45591.685416666667</c:v>
                </c:pt>
                <c:pt idx="64062">
                  <c:v>45560.676388888889</c:v>
                </c:pt>
                <c:pt idx="64063">
                  <c:v>45560.668055555558</c:v>
                </c:pt>
                <c:pt idx="64064">
                  <c:v>45560.666666666657</c:v>
                </c:pt>
                <c:pt idx="64065">
                  <c:v>45560.763194444437</c:v>
                </c:pt>
                <c:pt idx="64066">
                  <c:v>45560.661111111112</c:v>
                </c:pt>
                <c:pt idx="64067">
                  <c:v>45592.511111111111</c:v>
                </c:pt>
                <c:pt idx="64068">
                  <c:v>45564.734722222223</c:v>
                </c:pt>
                <c:pt idx="64069">
                  <c:v>45564.688888888893</c:v>
                </c:pt>
                <c:pt idx="64070">
                  <c:v>45592.881944444453</c:v>
                </c:pt>
                <c:pt idx="64071">
                  <c:v>45560.877083333333</c:v>
                </c:pt>
                <c:pt idx="64072">
                  <c:v>45564.697916666657</c:v>
                </c:pt>
                <c:pt idx="64073">
                  <c:v>45592.869444444441</c:v>
                </c:pt>
                <c:pt idx="64074">
                  <c:v>45564.70208333333</c:v>
                </c:pt>
                <c:pt idx="64075">
                  <c:v>45592.86041666667</c:v>
                </c:pt>
                <c:pt idx="64076">
                  <c:v>45560.859722222223</c:v>
                </c:pt>
                <c:pt idx="64077">
                  <c:v>45592.834027777782</c:v>
                </c:pt>
                <c:pt idx="64078">
                  <c:v>45560.854861111111</c:v>
                </c:pt>
                <c:pt idx="64079">
                  <c:v>45592.823611111111</c:v>
                </c:pt>
                <c:pt idx="64080">
                  <c:v>45592.722222222219</c:v>
                </c:pt>
                <c:pt idx="64081">
                  <c:v>45560.853472222218</c:v>
                </c:pt>
                <c:pt idx="64082">
                  <c:v>45592.678472222222</c:v>
                </c:pt>
                <c:pt idx="64083">
                  <c:v>45560.824999999997</c:v>
                </c:pt>
                <c:pt idx="64084">
                  <c:v>45560.848611111112</c:v>
                </c:pt>
                <c:pt idx="64085">
                  <c:v>45560.842361111107</c:v>
                </c:pt>
                <c:pt idx="64086">
                  <c:v>45592.663888888892</c:v>
                </c:pt>
                <c:pt idx="64087">
                  <c:v>45592.615972222222</c:v>
                </c:pt>
                <c:pt idx="64088">
                  <c:v>45592.597916666673</c:v>
                </c:pt>
                <c:pt idx="64089">
                  <c:v>45560.840277777781</c:v>
                </c:pt>
                <c:pt idx="64090">
                  <c:v>45564.726388888892</c:v>
                </c:pt>
                <c:pt idx="64091">
                  <c:v>45560.833333333343</c:v>
                </c:pt>
                <c:pt idx="64092">
                  <c:v>45592.580555555563</c:v>
                </c:pt>
                <c:pt idx="64093">
                  <c:v>45592.573611111111</c:v>
                </c:pt>
                <c:pt idx="64094">
                  <c:v>45560.82916666667</c:v>
                </c:pt>
                <c:pt idx="64095">
                  <c:v>45560.826388888891</c:v>
                </c:pt>
                <c:pt idx="64096">
                  <c:v>45592.532638888893</c:v>
                </c:pt>
                <c:pt idx="64097">
                  <c:v>45592.527777777781</c:v>
                </c:pt>
                <c:pt idx="64098">
                  <c:v>45592.520138888889</c:v>
                </c:pt>
                <c:pt idx="64099">
                  <c:v>45564.725694444453</c:v>
                </c:pt>
                <c:pt idx="64100">
                  <c:v>45594.431250000001</c:v>
                </c:pt>
                <c:pt idx="64101">
                  <c:v>45559.847222222219</c:v>
                </c:pt>
                <c:pt idx="64102">
                  <c:v>45588.772222222222</c:v>
                </c:pt>
                <c:pt idx="64103">
                  <c:v>45585.375694444447</c:v>
                </c:pt>
                <c:pt idx="64104">
                  <c:v>45585.361805555563</c:v>
                </c:pt>
                <c:pt idx="64105">
                  <c:v>45585.35833333333</c:v>
                </c:pt>
                <c:pt idx="64106">
                  <c:v>45565.745833333327</c:v>
                </c:pt>
                <c:pt idx="64107">
                  <c:v>45585.070138888892</c:v>
                </c:pt>
                <c:pt idx="64108">
                  <c:v>45585.03125</c:v>
                </c:pt>
                <c:pt idx="64109">
                  <c:v>45585.000694444447</c:v>
                </c:pt>
                <c:pt idx="64110">
                  <c:v>45584.904861111107</c:v>
                </c:pt>
                <c:pt idx="64111">
                  <c:v>45584.893750000003</c:v>
                </c:pt>
                <c:pt idx="64112">
                  <c:v>45584.877083333333</c:v>
                </c:pt>
                <c:pt idx="64113">
                  <c:v>45584.803472222222</c:v>
                </c:pt>
                <c:pt idx="64114">
                  <c:v>45584.797222222223</c:v>
                </c:pt>
                <c:pt idx="64115">
                  <c:v>45584.762499999997</c:v>
                </c:pt>
                <c:pt idx="64116">
                  <c:v>45784.9375</c:v>
                </c:pt>
                <c:pt idx="64117">
                  <c:v>45558.81527777778</c:v>
                </c:pt>
                <c:pt idx="64118">
                  <c:v>45565.786111111112</c:v>
                </c:pt>
                <c:pt idx="64119">
                  <c:v>45584.756944444453</c:v>
                </c:pt>
                <c:pt idx="64120">
                  <c:v>45565.81527777778</c:v>
                </c:pt>
                <c:pt idx="64121">
                  <c:v>45558.797222222223</c:v>
                </c:pt>
                <c:pt idx="64122">
                  <c:v>45584.756249999999</c:v>
                </c:pt>
                <c:pt idx="64123">
                  <c:v>45558.793749999997</c:v>
                </c:pt>
                <c:pt idx="64124">
                  <c:v>45558.787499999999</c:v>
                </c:pt>
                <c:pt idx="64125">
                  <c:v>45584.704861111109</c:v>
                </c:pt>
                <c:pt idx="64126">
                  <c:v>45584.694444444453</c:v>
                </c:pt>
                <c:pt idx="64127">
                  <c:v>45558.784722222219</c:v>
                </c:pt>
                <c:pt idx="64128">
                  <c:v>45565.881249999999</c:v>
                </c:pt>
                <c:pt idx="64129">
                  <c:v>45584.649305555547</c:v>
                </c:pt>
                <c:pt idx="64130">
                  <c:v>45655.73333333333</c:v>
                </c:pt>
                <c:pt idx="64131">
                  <c:v>45558.782638888893</c:v>
                </c:pt>
                <c:pt idx="64132">
                  <c:v>45558.875</c:v>
                </c:pt>
                <c:pt idx="64133">
                  <c:v>45558.884027777778</c:v>
                </c:pt>
                <c:pt idx="64134">
                  <c:v>45558.887499999997</c:v>
                </c:pt>
                <c:pt idx="64135">
                  <c:v>45565.729861111111</c:v>
                </c:pt>
                <c:pt idx="64136">
                  <c:v>45559.186805555553</c:v>
                </c:pt>
                <c:pt idx="64137">
                  <c:v>45565.663888888892</c:v>
                </c:pt>
                <c:pt idx="64138">
                  <c:v>45559.099305555559</c:v>
                </c:pt>
                <c:pt idx="64139">
                  <c:v>45559.083333333343</c:v>
                </c:pt>
                <c:pt idx="64140">
                  <c:v>45585.875</c:v>
                </c:pt>
                <c:pt idx="64141">
                  <c:v>45585.875</c:v>
                </c:pt>
                <c:pt idx="64142">
                  <c:v>45585.866666666669</c:v>
                </c:pt>
                <c:pt idx="64143">
                  <c:v>45559.027777777781</c:v>
                </c:pt>
                <c:pt idx="64144">
                  <c:v>45585.862500000003</c:v>
                </c:pt>
                <c:pt idx="64145">
                  <c:v>45585.81527777778</c:v>
                </c:pt>
                <c:pt idx="64146">
                  <c:v>45585.772222222222</c:v>
                </c:pt>
                <c:pt idx="64147">
                  <c:v>45585.761805555558</c:v>
                </c:pt>
                <c:pt idx="64148">
                  <c:v>45559.024305555547</c:v>
                </c:pt>
                <c:pt idx="64149">
                  <c:v>45559.015972222223</c:v>
                </c:pt>
                <c:pt idx="64150">
                  <c:v>45584.649305555547</c:v>
                </c:pt>
                <c:pt idx="64151">
                  <c:v>45585.710416666669</c:v>
                </c:pt>
                <c:pt idx="64152">
                  <c:v>45565.674305555563</c:v>
                </c:pt>
                <c:pt idx="64153">
                  <c:v>45558.986805555563</c:v>
                </c:pt>
                <c:pt idx="64154">
                  <c:v>45565.676388888889</c:v>
                </c:pt>
                <c:pt idx="64155">
                  <c:v>45558.984722222223</c:v>
                </c:pt>
                <c:pt idx="64156">
                  <c:v>45558.984027777777</c:v>
                </c:pt>
                <c:pt idx="64157">
                  <c:v>45585.534722222219</c:v>
                </c:pt>
                <c:pt idx="64158">
                  <c:v>45558.981944444437</c:v>
                </c:pt>
                <c:pt idx="64159">
                  <c:v>45558.979861111111</c:v>
                </c:pt>
                <c:pt idx="64160">
                  <c:v>45585.51666666667</c:v>
                </c:pt>
                <c:pt idx="64161">
                  <c:v>45558.96875</c:v>
                </c:pt>
                <c:pt idx="64162">
                  <c:v>45558.959027777782</c:v>
                </c:pt>
                <c:pt idx="64163">
                  <c:v>45565.708333333343</c:v>
                </c:pt>
                <c:pt idx="64164">
                  <c:v>45565.708333333343</c:v>
                </c:pt>
                <c:pt idx="64165">
                  <c:v>45785.897222222222</c:v>
                </c:pt>
                <c:pt idx="64166">
                  <c:v>45585.707638888889</c:v>
                </c:pt>
                <c:pt idx="64167">
                  <c:v>45565.893750000003</c:v>
                </c:pt>
                <c:pt idx="64168">
                  <c:v>45584.634027777778</c:v>
                </c:pt>
                <c:pt idx="64169">
                  <c:v>45558.779166666667</c:v>
                </c:pt>
                <c:pt idx="64170">
                  <c:v>45583.723611111112</c:v>
                </c:pt>
                <c:pt idx="64171">
                  <c:v>45566.070833333331</c:v>
                </c:pt>
                <c:pt idx="64172">
                  <c:v>45558.593055555553</c:v>
                </c:pt>
                <c:pt idx="64173">
                  <c:v>45566.092361111107</c:v>
                </c:pt>
                <c:pt idx="64174">
                  <c:v>45583.655555555553</c:v>
                </c:pt>
                <c:pt idx="64175">
                  <c:v>45583.643750000003</c:v>
                </c:pt>
                <c:pt idx="64176">
                  <c:v>45583.623611111107</c:v>
                </c:pt>
                <c:pt idx="64177">
                  <c:v>45583.580555555563</c:v>
                </c:pt>
                <c:pt idx="64178">
                  <c:v>45558.582638888889</c:v>
                </c:pt>
                <c:pt idx="64179">
                  <c:v>45583.558333333327</c:v>
                </c:pt>
                <c:pt idx="64180">
                  <c:v>45583.552777777782</c:v>
                </c:pt>
                <c:pt idx="64181">
                  <c:v>45583.552083333343</c:v>
                </c:pt>
                <c:pt idx="64182">
                  <c:v>45583.539583333331</c:v>
                </c:pt>
                <c:pt idx="64183">
                  <c:v>45583.456944444442</c:v>
                </c:pt>
                <c:pt idx="64184">
                  <c:v>45583.750694444447</c:v>
                </c:pt>
                <c:pt idx="64185">
                  <c:v>45558.53402777778</c:v>
                </c:pt>
                <c:pt idx="64186">
                  <c:v>45583.380555555559</c:v>
                </c:pt>
                <c:pt idx="64187">
                  <c:v>45583.322916666657</c:v>
                </c:pt>
                <c:pt idx="64188">
                  <c:v>45583.241666666669</c:v>
                </c:pt>
                <c:pt idx="64189">
                  <c:v>45583.167361111111</c:v>
                </c:pt>
                <c:pt idx="64190">
                  <c:v>45583.058333333327</c:v>
                </c:pt>
                <c:pt idx="64191">
                  <c:v>45658.770833333343</c:v>
                </c:pt>
                <c:pt idx="64192">
                  <c:v>45582.95</c:v>
                </c:pt>
                <c:pt idx="64193">
                  <c:v>45566.375</c:v>
                </c:pt>
                <c:pt idx="64194">
                  <c:v>45582.909722222219</c:v>
                </c:pt>
                <c:pt idx="64195">
                  <c:v>45582.828472222223</c:v>
                </c:pt>
                <c:pt idx="64196">
                  <c:v>45582.817361111112</c:v>
                </c:pt>
                <c:pt idx="64197">
                  <c:v>45582.801388888889</c:v>
                </c:pt>
                <c:pt idx="64198">
                  <c:v>45558.489583333343</c:v>
                </c:pt>
                <c:pt idx="64199">
                  <c:v>45582.798611111109</c:v>
                </c:pt>
                <c:pt idx="64200">
                  <c:v>45583.447916666657</c:v>
                </c:pt>
                <c:pt idx="64201">
                  <c:v>45585.876388888893</c:v>
                </c:pt>
                <c:pt idx="64202">
                  <c:v>45583.774305555547</c:v>
                </c:pt>
                <c:pt idx="64203">
                  <c:v>45566.044444444437</c:v>
                </c:pt>
                <c:pt idx="64204">
                  <c:v>45558.77847222222</c:v>
                </c:pt>
                <c:pt idx="64205">
                  <c:v>45584.624305555553</c:v>
                </c:pt>
                <c:pt idx="64206">
                  <c:v>45558.769444444442</c:v>
                </c:pt>
                <c:pt idx="64207">
                  <c:v>45584.579861111109</c:v>
                </c:pt>
                <c:pt idx="64208">
                  <c:v>45584.559027777781</c:v>
                </c:pt>
                <c:pt idx="64209">
                  <c:v>45584.495138888888</c:v>
                </c:pt>
                <c:pt idx="64210">
                  <c:v>45584.491666666669</c:v>
                </c:pt>
                <c:pt idx="64211">
                  <c:v>45558.759027777778</c:v>
                </c:pt>
                <c:pt idx="64212">
                  <c:v>45584.410416666673</c:v>
                </c:pt>
                <c:pt idx="64213">
                  <c:v>45584.390972222223</c:v>
                </c:pt>
                <c:pt idx="64214">
                  <c:v>45584.345138888893</c:v>
                </c:pt>
                <c:pt idx="64215">
                  <c:v>45840.029861111107</c:v>
                </c:pt>
                <c:pt idx="64216">
                  <c:v>45558.743750000001</c:v>
                </c:pt>
                <c:pt idx="64217">
                  <c:v>45558.73333333333</c:v>
                </c:pt>
                <c:pt idx="64218">
                  <c:v>45558.6</c:v>
                </c:pt>
                <c:pt idx="64219">
                  <c:v>45584.279166666667</c:v>
                </c:pt>
                <c:pt idx="64220">
                  <c:v>45584.277083333327</c:v>
                </c:pt>
                <c:pt idx="64221">
                  <c:v>45584.04791666667</c:v>
                </c:pt>
                <c:pt idx="64222">
                  <c:v>45558.693055555559</c:v>
                </c:pt>
                <c:pt idx="64223">
                  <c:v>45558.686805555553</c:v>
                </c:pt>
                <c:pt idx="64224">
                  <c:v>45583.965277777781</c:v>
                </c:pt>
                <c:pt idx="64225">
                  <c:v>45583.926388888889</c:v>
                </c:pt>
                <c:pt idx="64226">
                  <c:v>45558.681250000001</c:v>
                </c:pt>
                <c:pt idx="64227">
                  <c:v>45565.962500000001</c:v>
                </c:pt>
                <c:pt idx="64228">
                  <c:v>45583.859722222223</c:v>
                </c:pt>
                <c:pt idx="64229">
                  <c:v>45558.649305555547</c:v>
                </c:pt>
                <c:pt idx="64230">
                  <c:v>45583.852777777778</c:v>
                </c:pt>
                <c:pt idx="64231">
                  <c:v>45583.818055555559</c:v>
                </c:pt>
                <c:pt idx="64232">
                  <c:v>45558.622916666667</c:v>
                </c:pt>
                <c:pt idx="64233">
                  <c:v>45566.030555555553</c:v>
                </c:pt>
                <c:pt idx="64234">
                  <c:v>45558.711805555547</c:v>
                </c:pt>
                <c:pt idx="64235">
                  <c:v>45588.870833333327</c:v>
                </c:pt>
                <c:pt idx="64236">
                  <c:v>45559.279166666667</c:v>
                </c:pt>
                <c:pt idx="64237">
                  <c:v>45585.965277777781</c:v>
                </c:pt>
                <c:pt idx="64238">
                  <c:v>45559.719444444447</c:v>
                </c:pt>
                <c:pt idx="64239">
                  <c:v>45588.40902777778</c:v>
                </c:pt>
                <c:pt idx="64240">
                  <c:v>45588.387499999997</c:v>
                </c:pt>
                <c:pt idx="64241">
                  <c:v>45588.282638888893</c:v>
                </c:pt>
                <c:pt idx="64242">
                  <c:v>45588.232638888891</c:v>
                </c:pt>
                <c:pt idx="64243">
                  <c:v>45588.117361111108</c:v>
                </c:pt>
                <c:pt idx="64244">
                  <c:v>45588.05</c:v>
                </c:pt>
                <c:pt idx="64245">
                  <c:v>45559.697222222218</c:v>
                </c:pt>
                <c:pt idx="64246">
                  <c:v>45588.008333333331</c:v>
                </c:pt>
                <c:pt idx="64247">
                  <c:v>45559.696527777778</c:v>
                </c:pt>
                <c:pt idx="64248">
                  <c:v>45559.693749999999</c:v>
                </c:pt>
                <c:pt idx="64249">
                  <c:v>45587.990972222222</c:v>
                </c:pt>
                <c:pt idx="64250">
                  <c:v>45559.689583333333</c:v>
                </c:pt>
                <c:pt idx="64251">
                  <c:v>45559.688888888893</c:v>
                </c:pt>
                <c:pt idx="64252">
                  <c:v>45559.681944444441</c:v>
                </c:pt>
                <c:pt idx="64253">
                  <c:v>45565.449305555558</c:v>
                </c:pt>
                <c:pt idx="64254">
                  <c:v>45587.811805555553</c:v>
                </c:pt>
                <c:pt idx="64255">
                  <c:v>45587.786805555559</c:v>
                </c:pt>
                <c:pt idx="64256">
                  <c:v>45559.652777777781</c:v>
                </c:pt>
                <c:pt idx="64257">
                  <c:v>45587.781944444447</c:v>
                </c:pt>
                <c:pt idx="64258">
                  <c:v>45587.776388888888</c:v>
                </c:pt>
                <c:pt idx="64259">
                  <c:v>45565.463194444441</c:v>
                </c:pt>
                <c:pt idx="64260">
                  <c:v>45587.770833333343</c:v>
                </c:pt>
                <c:pt idx="64261">
                  <c:v>45587.727083333331</c:v>
                </c:pt>
                <c:pt idx="64262">
                  <c:v>45587.674305555563</c:v>
                </c:pt>
                <c:pt idx="64263">
                  <c:v>45559.640972222223</c:v>
                </c:pt>
                <c:pt idx="64264">
                  <c:v>45587.668749999997</c:v>
                </c:pt>
                <c:pt idx="64265">
                  <c:v>45559.611805555563</c:v>
                </c:pt>
                <c:pt idx="64266">
                  <c:v>45587.65902777778</c:v>
                </c:pt>
                <c:pt idx="64267">
                  <c:v>45559.723611111112</c:v>
                </c:pt>
                <c:pt idx="64268">
                  <c:v>45559.725694444453</c:v>
                </c:pt>
                <c:pt idx="64269">
                  <c:v>45588.421527777777</c:v>
                </c:pt>
                <c:pt idx="64270">
                  <c:v>45588.426388888889</c:v>
                </c:pt>
                <c:pt idx="64271">
                  <c:v>45588.748611111107</c:v>
                </c:pt>
                <c:pt idx="64272">
                  <c:v>45588.745138888888</c:v>
                </c:pt>
                <c:pt idx="64273">
                  <c:v>45565.40625</c:v>
                </c:pt>
                <c:pt idx="64274">
                  <c:v>45588.73541666667</c:v>
                </c:pt>
                <c:pt idx="64275">
                  <c:v>45565.406944444447</c:v>
                </c:pt>
                <c:pt idx="64276">
                  <c:v>45559.818749999999</c:v>
                </c:pt>
                <c:pt idx="64277">
                  <c:v>45588.637499999997</c:v>
                </c:pt>
                <c:pt idx="64278">
                  <c:v>45588.593055555553</c:v>
                </c:pt>
                <c:pt idx="64279">
                  <c:v>45588.588888888888</c:v>
                </c:pt>
                <c:pt idx="64280">
                  <c:v>45588.585416666669</c:v>
                </c:pt>
                <c:pt idx="64281">
                  <c:v>45559.806250000001</c:v>
                </c:pt>
                <c:pt idx="64282">
                  <c:v>45565.413888888892</c:v>
                </c:pt>
                <c:pt idx="64283">
                  <c:v>45559.8</c:v>
                </c:pt>
                <c:pt idx="64284">
                  <c:v>45588.573611111111</c:v>
                </c:pt>
                <c:pt idx="64285">
                  <c:v>45587.652083333327</c:v>
                </c:pt>
                <c:pt idx="64286">
                  <c:v>45559.787499999999</c:v>
                </c:pt>
                <c:pt idx="64287">
                  <c:v>45588.517361111109</c:v>
                </c:pt>
                <c:pt idx="64288">
                  <c:v>45588.505555555559</c:v>
                </c:pt>
                <c:pt idx="64289">
                  <c:v>45559.782638888893</c:v>
                </c:pt>
                <c:pt idx="64290">
                  <c:v>45559.780555555553</c:v>
                </c:pt>
                <c:pt idx="64291">
                  <c:v>45565.427777777782</c:v>
                </c:pt>
                <c:pt idx="64292">
                  <c:v>45559.762499999997</c:v>
                </c:pt>
                <c:pt idx="64293">
                  <c:v>45559.760416666657</c:v>
                </c:pt>
                <c:pt idx="64294">
                  <c:v>45559.759027777778</c:v>
                </c:pt>
                <c:pt idx="64295">
                  <c:v>45639.507638888892</c:v>
                </c:pt>
                <c:pt idx="64296">
                  <c:v>45559.757638888892</c:v>
                </c:pt>
                <c:pt idx="64297">
                  <c:v>45559.753472222219</c:v>
                </c:pt>
                <c:pt idx="64298">
                  <c:v>45559.751388888893</c:v>
                </c:pt>
                <c:pt idx="64299">
                  <c:v>45588.45208333333</c:v>
                </c:pt>
                <c:pt idx="64300">
                  <c:v>45565.431250000001</c:v>
                </c:pt>
                <c:pt idx="64301">
                  <c:v>45837.06527777778</c:v>
                </c:pt>
                <c:pt idx="64302">
                  <c:v>45559.61041666667</c:v>
                </c:pt>
                <c:pt idx="64303">
                  <c:v>45587.617361111108</c:v>
                </c:pt>
                <c:pt idx="64304">
                  <c:v>45565.46597222222</c:v>
                </c:pt>
                <c:pt idx="64305">
                  <c:v>45586.6875</c:v>
                </c:pt>
                <c:pt idx="64306">
                  <c:v>45586.671527777777</c:v>
                </c:pt>
                <c:pt idx="64307">
                  <c:v>45586.642361111109</c:v>
                </c:pt>
                <c:pt idx="64308">
                  <c:v>45586.63958333333</c:v>
                </c:pt>
                <c:pt idx="64309">
                  <c:v>45586.616666666669</c:v>
                </c:pt>
                <c:pt idx="64310">
                  <c:v>45565.586805555547</c:v>
                </c:pt>
                <c:pt idx="64311">
                  <c:v>45559.410416666673</c:v>
                </c:pt>
                <c:pt idx="64312">
                  <c:v>45586.595138888893</c:v>
                </c:pt>
                <c:pt idx="64313">
                  <c:v>45586.57916666667</c:v>
                </c:pt>
                <c:pt idx="64314">
                  <c:v>45586.568055555559</c:v>
                </c:pt>
                <c:pt idx="64315">
                  <c:v>45586.536111111112</c:v>
                </c:pt>
                <c:pt idx="64316">
                  <c:v>45586.526388888888</c:v>
                </c:pt>
                <c:pt idx="64317">
                  <c:v>45565.602083333331</c:v>
                </c:pt>
                <c:pt idx="64318">
                  <c:v>45586.513888888891</c:v>
                </c:pt>
                <c:pt idx="64319">
                  <c:v>45586.699305555558</c:v>
                </c:pt>
                <c:pt idx="64320">
                  <c:v>45559.388194444437</c:v>
                </c:pt>
                <c:pt idx="64321">
                  <c:v>45586.5</c:v>
                </c:pt>
                <c:pt idx="64322">
                  <c:v>45586.494444444441</c:v>
                </c:pt>
                <c:pt idx="64323">
                  <c:v>45586.464583333327</c:v>
                </c:pt>
                <c:pt idx="64324">
                  <c:v>45586.431250000001</c:v>
                </c:pt>
                <c:pt idx="64325">
                  <c:v>45559.368055555547</c:v>
                </c:pt>
                <c:pt idx="64326">
                  <c:v>45559.367361111108</c:v>
                </c:pt>
                <c:pt idx="64327">
                  <c:v>45586.281944444447</c:v>
                </c:pt>
                <c:pt idx="64328">
                  <c:v>45559.366666666669</c:v>
                </c:pt>
                <c:pt idx="64329">
                  <c:v>45565.630555555559</c:v>
                </c:pt>
                <c:pt idx="64330">
                  <c:v>45586.061805555553</c:v>
                </c:pt>
                <c:pt idx="64331">
                  <c:v>45565.640277777777</c:v>
                </c:pt>
                <c:pt idx="64332">
                  <c:v>45563.525694444441</c:v>
                </c:pt>
                <c:pt idx="64333">
                  <c:v>45586.056944444441</c:v>
                </c:pt>
                <c:pt idx="64334">
                  <c:v>45586.022916666669</c:v>
                </c:pt>
                <c:pt idx="64335">
                  <c:v>45559.387499999997</c:v>
                </c:pt>
                <c:pt idx="64336">
                  <c:v>45585.888194444437</c:v>
                </c:pt>
                <c:pt idx="64337">
                  <c:v>45586.745833333327</c:v>
                </c:pt>
                <c:pt idx="64338">
                  <c:v>45586.797222222223</c:v>
                </c:pt>
                <c:pt idx="64339">
                  <c:v>45565.475694444453</c:v>
                </c:pt>
                <c:pt idx="64340">
                  <c:v>45587.510416666657</c:v>
                </c:pt>
                <c:pt idx="64341">
                  <c:v>45565.479166666657</c:v>
                </c:pt>
                <c:pt idx="64342">
                  <c:v>45559.567361111112</c:v>
                </c:pt>
                <c:pt idx="64343">
                  <c:v>45565.48541666667</c:v>
                </c:pt>
                <c:pt idx="64344">
                  <c:v>45587.472222222219</c:v>
                </c:pt>
                <c:pt idx="64345">
                  <c:v>45587.442361111112</c:v>
                </c:pt>
                <c:pt idx="64346">
                  <c:v>45565.486805555563</c:v>
                </c:pt>
                <c:pt idx="64347">
                  <c:v>45587.42291666667</c:v>
                </c:pt>
                <c:pt idx="64348">
                  <c:v>45587.375</c:v>
                </c:pt>
                <c:pt idx="64349">
                  <c:v>45565.509027777778</c:v>
                </c:pt>
                <c:pt idx="64350">
                  <c:v>45587.359027777777</c:v>
                </c:pt>
                <c:pt idx="64351">
                  <c:v>45565.510416666657</c:v>
                </c:pt>
                <c:pt idx="64352">
                  <c:v>45559.510416666657</c:v>
                </c:pt>
                <c:pt idx="64353">
                  <c:v>45586.74722222222</c:v>
                </c:pt>
                <c:pt idx="64354">
                  <c:v>45565.512499999997</c:v>
                </c:pt>
                <c:pt idx="64355">
                  <c:v>45559.477083333331</c:v>
                </c:pt>
                <c:pt idx="64356">
                  <c:v>45565.518750000003</c:v>
                </c:pt>
                <c:pt idx="64357">
                  <c:v>45565.525000000001</c:v>
                </c:pt>
                <c:pt idx="64358">
                  <c:v>45792.69027777778</c:v>
                </c:pt>
                <c:pt idx="64359">
                  <c:v>45587.300694444442</c:v>
                </c:pt>
                <c:pt idx="64360">
                  <c:v>45559.469444444447</c:v>
                </c:pt>
                <c:pt idx="64361">
                  <c:v>45587.288888888892</c:v>
                </c:pt>
                <c:pt idx="64362">
                  <c:v>45587.282638888893</c:v>
                </c:pt>
                <c:pt idx="64363">
                  <c:v>45587.213888888888</c:v>
                </c:pt>
                <c:pt idx="64364">
                  <c:v>45587.116666666669</c:v>
                </c:pt>
                <c:pt idx="64365">
                  <c:v>45587.106944444437</c:v>
                </c:pt>
                <c:pt idx="64366">
                  <c:v>45587.049305555563</c:v>
                </c:pt>
                <c:pt idx="64367">
                  <c:v>45565.534722222219</c:v>
                </c:pt>
                <c:pt idx="64368">
                  <c:v>45586.856249999997</c:v>
                </c:pt>
                <c:pt idx="64369">
                  <c:v>45559.499305555553</c:v>
                </c:pt>
                <c:pt idx="64370">
                  <c:v>45594.445138888892</c:v>
                </c:pt>
                <c:pt idx="64371">
                  <c:v>45594.45208333333</c:v>
                </c:pt>
                <c:pt idx="64372">
                  <c:v>45561.482638888891</c:v>
                </c:pt>
                <c:pt idx="64373">
                  <c:v>45602.36041666667</c:v>
                </c:pt>
                <c:pt idx="64374">
                  <c:v>45602.429166666669</c:v>
                </c:pt>
                <c:pt idx="64375">
                  <c:v>45562.640972222223</c:v>
                </c:pt>
                <c:pt idx="64376">
                  <c:v>45602.433333333327</c:v>
                </c:pt>
                <c:pt idx="64377">
                  <c:v>45597.394444444442</c:v>
                </c:pt>
                <c:pt idx="64378">
                  <c:v>45597.39166666667</c:v>
                </c:pt>
                <c:pt idx="64379">
                  <c:v>45562.625694444447</c:v>
                </c:pt>
                <c:pt idx="64380">
                  <c:v>45602.439583333333</c:v>
                </c:pt>
                <c:pt idx="64381">
                  <c:v>45602.472222222219</c:v>
                </c:pt>
                <c:pt idx="64382">
                  <c:v>45562.621527777781</c:v>
                </c:pt>
                <c:pt idx="64383">
                  <c:v>45602.476388888892</c:v>
                </c:pt>
                <c:pt idx="64384">
                  <c:v>45562.604861111111</c:v>
                </c:pt>
                <c:pt idx="64385">
                  <c:v>45562.603472222218</c:v>
                </c:pt>
                <c:pt idx="64386">
                  <c:v>45597.359027777777</c:v>
                </c:pt>
                <c:pt idx="64387">
                  <c:v>45562.600694444453</c:v>
                </c:pt>
                <c:pt idx="64388">
                  <c:v>45597.330555555563</c:v>
                </c:pt>
                <c:pt idx="64389">
                  <c:v>45597.130555555559</c:v>
                </c:pt>
                <c:pt idx="64390">
                  <c:v>45597.052083333343</c:v>
                </c:pt>
                <c:pt idx="64391">
                  <c:v>45602.538194444453</c:v>
                </c:pt>
                <c:pt idx="64392">
                  <c:v>45602.54791666667</c:v>
                </c:pt>
                <c:pt idx="64393">
                  <c:v>45562.592361111107</c:v>
                </c:pt>
                <c:pt idx="64394">
                  <c:v>45602.568749999999</c:v>
                </c:pt>
                <c:pt idx="64395">
                  <c:v>45602.590277777781</c:v>
                </c:pt>
                <c:pt idx="64396">
                  <c:v>45602.593055555553</c:v>
                </c:pt>
                <c:pt idx="64397">
                  <c:v>45602.595138888893</c:v>
                </c:pt>
                <c:pt idx="64398">
                  <c:v>45596.98333333333</c:v>
                </c:pt>
                <c:pt idx="64399">
                  <c:v>45602.598611111112</c:v>
                </c:pt>
                <c:pt idx="64400">
                  <c:v>45562.548611111109</c:v>
                </c:pt>
                <c:pt idx="64401">
                  <c:v>45563.677083333343</c:v>
                </c:pt>
                <c:pt idx="64402">
                  <c:v>45562.64166666667</c:v>
                </c:pt>
                <c:pt idx="64403">
                  <c:v>45602.301388888889</c:v>
                </c:pt>
                <c:pt idx="64404">
                  <c:v>45602.232638888891</c:v>
                </c:pt>
                <c:pt idx="64405">
                  <c:v>45602.171527777777</c:v>
                </c:pt>
                <c:pt idx="64406">
                  <c:v>45562.665972222218</c:v>
                </c:pt>
                <c:pt idx="64407">
                  <c:v>45601.578472222223</c:v>
                </c:pt>
                <c:pt idx="64408">
                  <c:v>45601.586111111108</c:v>
                </c:pt>
                <c:pt idx="64409">
                  <c:v>45601.631249999999</c:v>
                </c:pt>
                <c:pt idx="64410">
                  <c:v>45562.663888888892</c:v>
                </c:pt>
                <c:pt idx="64411">
                  <c:v>45601.657638888893</c:v>
                </c:pt>
                <c:pt idx="64412">
                  <c:v>45597.631249999999</c:v>
                </c:pt>
                <c:pt idx="64413">
                  <c:v>45601.697222222218</c:v>
                </c:pt>
                <c:pt idx="64414">
                  <c:v>45601.697916666657</c:v>
                </c:pt>
                <c:pt idx="64415">
                  <c:v>45597.56527777778</c:v>
                </c:pt>
                <c:pt idx="64416">
                  <c:v>45597.561805555553</c:v>
                </c:pt>
                <c:pt idx="64417">
                  <c:v>45601.709722222222</c:v>
                </c:pt>
                <c:pt idx="64418">
                  <c:v>45601.716666666667</c:v>
                </c:pt>
                <c:pt idx="64419">
                  <c:v>45601.740277777782</c:v>
                </c:pt>
                <c:pt idx="64420">
                  <c:v>45596.972222222219</c:v>
                </c:pt>
                <c:pt idx="64421">
                  <c:v>45601.758333333331</c:v>
                </c:pt>
                <c:pt idx="64422">
                  <c:v>45597.509027777778</c:v>
                </c:pt>
                <c:pt idx="64423">
                  <c:v>45601.784722222219</c:v>
                </c:pt>
                <c:pt idx="64424">
                  <c:v>45601.790972222218</c:v>
                </c:pt>
                <c:pt idx="64425">
                  <c:v>45601.811805555553</c:v>
                </c:pt>
                <c:pt idx="64426">
                  <c:v>45562.652083333327</c:v>
                </c:pt>
                <c:pt idx="64427">
                  <c:v>45601.827777777777</c:v>
                </c:pt>
                <c:pt idx="64428">
                  <c:v>45601.831250000003</c:v>
                </c:pt>
                <c:pt idx="64429">
                  <c:v>45601.833333333343</c:v>
                </c:pt>
                <c:pt idx="64430">
                  <c:v>45562.647222222222</c:v>
                </c:pt>
                <c:pt idx="64431">
                  <c:v>45601.851388888892</c:v>
                </c:pt>
                <c:pt idx="64432">
                  <c:v>45597.432638888888</c:v>
                </c:pt>
                <c:pt idx="64433">
                  <c:v>45601.92291666667</c:v>
                </c:pt>
                <c:pt idx="64434">
                  <c:v>45602.009027777778</c:v>
                </c:pt>
                <c:pt idx="64435">
                  <c:v>45563.615972222222</c:v>
                </c:pt>
                <c:pt idx="64436">
                  <c:v>45601.782638888893</c:v>
                </c:pt>
                <c:pt idx="64437">
                  <c:v>45602.622916666667</c:v>
                </c:pt>
                <c:pt idx="64438">
                  <c:v>45562.539583333331</c:v>
                </c:pt>
                <c:pt idx="64439">
                  <c:v>45602.756249999999</c:v>
                </c:pt>
                <c:pt idx="64440">
                  <c:v>45603.619444444441</c:v>
                </c:pt>
                <c:pt idx="64441">
                  <c:v>45603.640972222223</c:v>
                </c:pt>
                <c:pt idx="64442">
                  <c:v>45603.768750000003</c:v>
                </c:pt>
                <c:pt idx="64443">
                  <c:v>45596.743750000001</c:v>
                </c:pt>
                <c:pt idx="64444">
                  <c:v>45603.772222222222</c:v>
                </c:pt>
                <c:pt idx="64445">
                  <c:v>45603.799305555563</c:v>
                </c:pt>
                <c:pt idx="64446">
                  <c:v>45603.864583333343</c:v>
                </c:pt>
                <c:pt idx="64447">
                  <c:v>45603.895833333343</c:v>
                </c:pt>
                <c:pt idx="64448">
                  <c:v>45603.916666666657</c:v>
                </c:pt>
                <c:pt idx="64449">
                  <c:v>45603.956944444442</c:v>
                </c:pt>
                <c:pt idx="64450">
                  <c:v>45596.699305555558</c:v>
                </c:pt>
                <c:pt idx="64451">
                  <c:v>45604.020833333343</c:v>
                </c:pt>
                <c:pt idx="64452">
                  <c:v>45604.074305555558</c:v>
                </c:pt>
                <c:pt idx="64453">
                  <c:v>45604.120138888888</c:v>
                </c:pt>
                <c:pt idx="64454">
                  <c:v>45603.609722222223</c:v>
                </c:pt>
                <c:pt idx="64455">
                  <c:v>45604.239583333343</c:v>
                </c:pt>
                <c:pt idx="64456">
                  <c:v>45596.679166666669</c:v>
                </c:pt>
                <c:pt idx="64457">
                  <c:v>45596.615277777782</c:v>
                </c:pt>
                <c:pt idx="64458">
                  <c:v>45604.379166666673</c:v>
                </c:pt>
                <c:pt idx="64459">
                  <c:v>45562.423611111109</c:v>
                </c:pt>
                <c:pt idx="64460">
                  <c:v>45604.409722222219</c:v>
                </c:pt>
                <c:pt idx="64461">
                  <c:v>45604.501388888893</c:v>
                </c:pt>
                <c:pt idx="64462">
                  <c:v>45604.512499999997</c:v>
                </c:pt>
                <c:pt idx="64463">
                  <c:v>45604.543055555558</c:v>
                </c:pt>
                <c:pt idx="64464">
                  <c:v>45604.554166666669</c:v>
                </c:pt>
                <c:pt idx="64465">
                  <c:v>45562.415277777778</c:v>
                </c:pt>
                <c:pt idx="64466">
                  <c:v>45604.604861111111</c:v>
                </c:pt>
                <c:pt idx="64467">
                  <c:v>45604.627083333333</c:v>
                </c:pt>
                <c:pt idx="64468">
                  <c:v>45604.634722222218</c:v>
                </c:pt>
                <c:pt idx="64469">
                  <c:v>45563.724999999999</c:v>
                </c:pt>
                <c:pt idx="64470">
                  <c:v>45604.32916666667</c:v>
                </c:pt>
                <c:pt idx="64471">
                  <c:v>45601.51666666667</c:v>
                </c:pt>
                <c:pt idx="64472">
                  <c:v>45596.782638888893</c:v>
                </c:pt>
                <c:pt idx="64473">
                  <c:v>45603.550694444442</c:v>
                </c:pt>
                <c:pt idx="64474">
                  <c:v>45596.952777777777</c:v>
                </c:pt>
                <c:pt idx="64475">
                  <c:v>45562.532638888893</c:v>
                </c:pt>
                <c:pt idx="64476">
                  <c:v>45596.930555555547</c:v>
                </c:pt>
                <c:pt idx="64477">
                  <c:v>45602.759722222218</c:v>
                </c:pt>
                <c:pt idx="64478">
                  <c:v>45602.770138888889</c:v>
                </c:pt>
                <c:pt idx="64479">
                  <c:v>45596.835416666669</c:v>
                </c:pt>
                <c:pt idx="64480">
                  <c:v>45562.53125</c:v>
                </c:pt>
                <c:pt idx="64481">
                  <c:v>45602.775694444441</c:v>
                </c:pt>
                <c:pt idx="64482">
                  <c:v>45602.782638888893</c:v>
                </c:pt>
                <c:pt idx="64483">
                  <c:v>45562.529861111107</c:v>
                </c:pt>
                <c:pt idx="64484">
                  <c:v>45602.874305555553</c:v>
                </c:pt>
                <c:pt idx="64485">
                  <c:v>45602.909722222219</c:v>
                </c:pt>
                <c:pt idx="64486">
                  <c:v>45603.118750000001</c:v>
                </c:pt>
                <c:pt idx="64487">
                  <c:v>45603.14166666667</c:v>
                </c:pt>
                <c:pt idx="64488">
                  <c:v>45603.556250000001</c:v>
                </c:pt>
                <c:pt idx="64489">
                  <c:v>45603.294444444437</c:v>
                </c:pt>
                <c:pt idx="64490">
                  <c:v>45603.297222222223</c:v>
                </c:pt>
                <c:pt idx="64491">
                  <c:v>45603.320833333331</c:v>
                </c:pt>
                <c:pt idx="64492">
                  <c:v>45603.345833333333</c:v>
                </c:pt>
                <c:pt idx="64493">
                  <c:v>45596.811805555553</c:v>
                </c:pt>
                <c:pt idx="64494">
                  <c:v>45563.694444444453</c:v>
                </c:pt>
                <c:pt idx="64495">
                  <c:v>45603.462500000001</c:v>
                </c:pt>
                <c:pt idx="64496">
                  <c:v>45562.486111111109</c:v>
                </c:pt>
                <c:pt idx="64497">
                  <c:v>45562.482638888891</c:v>
                </c:pt>
                <c:pt idx="64498">
                  <c:v>45603.48541666667</c:v>
                </c:pt>
                <c:pt idx="64499">
                  <c:v>45603.486111111109</c:v>
                </c:pt>
                <c:pt idx="64500">
                  <c:v>45603.488194444442</c:v>
                </c:pt>
                <c:pt idx="64501">
                  <c:v>45596.793055555558</c:v>
                </c:pt>
                <c:pt idx="64502">
                  <c:v>45603.529166666667</c:v>
                </c:pt>
                <c:pt idx="64503">
                  <c:v>45603.540972222218</c:v>
                </c:pt>
                <c:pt idx="64504">
                  <c:v>45562.526388888888</c:v>
                </c:pt>
                <c:pt idx="64505">
                  <c:v>45562.399305555547</c:v>
                </c:pt>
                <c:pt idx="64506">
                  <c:v>45601.498611111107</c:v>
                </c:pt>
                <c:pt idx="64507">
                  <c:v>45562.676388888889</c:v>
                </c:pt>
                <c:pt idx="64508">
                  <c:v>45599.423611111109</c:v>
                </c:pt>
                <c:pt idx="64509">
                  <c:v>45599.54583333333</c:v>
                </c:pt>
                <c:pt idx="64510">
                  <c:v>45599.597222222219</c:v>
                </c:pt>
                <c:pt idx="64511">
                  <c:v>45599.604166666657</c:v>
                </c:pt>
                <c:pt idx="64512">
                  <c:v>45563.310416666667</c:v>
                </c:pt>
                <c:pt idx="64513">
                  <c:v>45599.630555555559</c:v>
                </c:pt>
                <c:pt idx="64514">
                  <c:v>45598.097916666673</c:v>
                </c:pt>
                <c:pt idx="64515">
                  <c:v>45599.662499999999</c:v>
                </c:pt>
                <c:pt idx="64516">
                  <c:v>45563.195138888892</c:v>
                </c:pt>
                <c:pt idx="64517">
                  <c:v>45599.686111111107</c:v>
                </c:pt>
                <c:pt idx="64518">
                  <c:v>45599.73333333333</c:v>
                </c:pt>
                <c:pt idx="64519">
                  <c:v>45599.734722222223</c:v>
                </c:pt>
                <c:pt idx="64520">
                  <c:v>45599.739583333343</c:v>
                </c:pt>
                <c:pt idx="64521">
                  <c:v>45599.802777777782</c:v>
                </c:pt>
                <c:pt idx="64522">
                  <c:v>45599.806944444441</c:v>
                </c:pt>
                <c:pt idx="64523">
                  <c:v>45599.821527777778</c:v>
                </c:pt>
                <c:pt idx="64524">
                  <c:v>45599.851388888892</c:v>
                </c:pt>
                <c:pt idx="64525">
                  <c:v>45599.852083333331</c:v>
                </c:pt>
                <c:pt idx="64526">
                  <c:v>45599.859027777777</c:v>
                </c:pt>
                <c:pt idx="64527">
                  <c:v>45599.871527777781</c:v>
                </c:pt>
                <c:pt idx="64528">
                  <c:v>45599.892361111109</c:v>
                </c:pt>
                <c:pt idx="64529">
                  <c:v>45598.095138888893</c:v>
                </c:pt>
                <c:pt idx="64530">
                  <c:v>45599.919444444437</c:v>
                </c:pt>
                <c:pt idx="64531">
                  <c:v>45599.924305555563</c:v>
                </c:pt>
                <c:pt idx="64532">
                  <c:v>45599.928472222222</c:v>
                </c:pt>
                <c:pt idx="64533">
                  <c:v>45563.000694444447</c:v>
                </c:pt>
                <c:pt idx="64534">
                  <c:v>45562.990277777782</c:v>
                </c:pt>
                <c:pt idx="64535">
                  <c:v>45562.972222222219</c:v>
                </c:pt>
                <c:pt idx="64536">
                  <c:v>45599.987500000003</c:v>
                </c:pt>
                <c:pt idx="64537">
                  <c:v>45598.156944444447</c:v>
                </c:pt>
                <c:pt idx="64538">
                  <c:v>45599.288888888892</c:v>
                </c:pt>
                <c:pt idx="64539">
                  <c:v>45599.236805555563</c:v>
                </c:pt>
                <c:pt idx="64540">
                  <c:v>45599.172222222223</c:v>
                </c:pt>
                <c:pt idx="64541">
                  <c:v>45563.508333333331</c:v>
                </c:pt>
                <c:pt idx="64542">
                  <c:v>45563.506249999999</c:v>
                </c:pt>
                <c:pt idx="64543">
                  <c:v>45598.540972222218</c:v>
                </c:pt>
                <c:pt idx="64544">
                  <c:v>45563.482638888891</c:v>
                </c:pt>
                <c:pt idx="64545">
                  <c:v>45598.569444444453</c:v>
                </c:pt>
                <c:pt idx="64546">
                  <c:v>45598.62222222222</c:v>
                </c:pt>
                <c:pt idx="64547">
                  <c:v>45598.632638888892</c:v>
                </c:pt>
                <c:pt idx="64548">
                  <c:v>45598.438194444447</c:v>
                </c:pt>
                <c:pt idx="64549">
                  <c:v>45598.654166666667</c:v>
                </c:pt>
                <c:pt idx="64550">
                  <c:v>45598.691666666673</c:v>
                </c:pt>
                <c:pt idx="64551">
                  <c:v>45598.695138888892</c:v>
                </c:pt>
                <c:pt idx="64552">
                  <c:v>45598.697222222218</c:v>
                </c:pt>
                <c:pt idx="64553">
                  <c:v>45563.427083333343</c:v>
                </c:pt>
                <c:pt idx="64554">
                  <c:v>45598.70416666667</c:v>
                </c:pt>
                <c:pt idx="64555">
                  <c:v>45600.168749999997</c:v>
                </c:pt>
                <c:pt idx="64556">
                  <c:v>45598.716666666667</c:v>
                </c:pt>
                <c:pt idx="64557">
                  <c:v>45598.736805555563</c:v>
                </c:pt>
                <c:pt idx="64558">
                  <c:v>45598.745138888888</c:v>
                </c:pt>
                <c:pt idx="64559">
                  <c:v>45598.757638888892</c:v>
                </c:pt>
                <c:pt idx="64560">
                  <c:v>45598.790972222218</c:v>
                </c:pt>
                <c:pt idx="64561">
                  <c:v>45598.791666666657</c:v>
                </c:pt>
                <c:pt idx="64562">
                  <c:v>45598.895833333343</c:v>
                </c:pt>
                <c:pt idx="64563">
                  <c:v>45563.540277777778</c:v>
                </c:pt>
                <c:pt idx="64564">
                  <c:v>45598.9</c:v>
                </c:pt>
                <c:pt idx="64565">
                  <c:v>45598.913888888892</c:v>
                </c:pt>
                <c:pt idx="64566">
                  <c:v>45598.430555555547</c:v>
                </c:pt>
                <c:pt idx="64567">
                  <c:v>45598.397916666669</c:v>
                </c:pt>
                <c:pt idx="64568">
                  <c:v>45598.354861111111</c:v>
                </c:pt>
                <c:pt idx="64569">
                  <c:v>45598.26458333333</c:v>
                </c:pt>
                <c:pt idx="64570">
                  <c:v>45563.332638888889</c:v>
                </c:pt>
                <c:pt idx="64571">
                  <c:v>45598.720138888893</c:v>
                </c:pt>
                <c:pt idx="64572">
                  <c:v>45598.067361111112</c:v>
                </c:pt>
                <c:pt idx="64573">
                  <c:v>45598.021527777782</c:v>
                </c:pt>
                <c:pt idx="64574">
                  <c:v>45597.98333333333</c:v>
                </c:pt>
                <c:pt idx="64575">
                  <c:v>45597.9</c:v>
                </c:pt>
                <c:pt idx="64576">
                  <c:v>45562.820138888892</c:v>
                </c:pt>
                <c:pt idx="64577">
                  <c:v>45600.570138888892</c:v>
                </c:pt>
                <c:pt idx="64578">
                  <c:v>45600.570833333331</c:v>
                </c:pt>
                <c:pt idx="64579">
                  <c:v>45562.805555555547</c:v>
                </c:pt>
                <c:pt idx="64580">
                  <c:v>45600.578472222223</c:v>
                </c:pt>
                <c:pt idx="64581">
                  <c:v>45600.598611111112</c:v>
                </c:pt>
                <c:pt idx="64582">
                  <c:v>45562.771527777782</c:v>
                </c:pt>
                <c:pt idx="64583">
                  <c:v>45600.6</c:v>
                </c:pt>
                <c:pt idx="64584">
                  <c:v>45600.632638888892</c:v>
                </c:pt>
                <c:pt idx="64585">
                  <c:v>45600.663194444453</c:v>
                </c:pt>
                <c:pt idx="64586">
                  <c:v>45600.713194444441</c:v>
                </c:pt>
                <c:pt idx="64587">
                  <c:v>45600.71875</c:v>
                </c:pt>
                <c:pt idx="64588">
                  <c:v>45562.744444444441</c:v>
                </c:pt>
                <c:pt idx="64589">
                  <c:v>45600.556944444441</c:v>
                </c:pt>
                <c:pt idx="64590">
                  <c:v>45600.768055555563</c:v>
                </c:pt>
                <c:pt idx="64591">
                  <c:v>45600.869444444441</c:v>
                </c:pt>
                <c:pt idx="64592">
                  <c:v>45600.87222222222</c:v>
                </c:pt>
                <c:pt idx="64593">
                  <c:v>45600.875694444447</c:v>
                </c:pt>
                <c:pt idx="64594">
                  <c:v>45597.676388888889</c:v>
                </c:pt>
                <c:pt idx="64595">
                  <c:v>45601.058333333327</c:v>
                </c:pt>
                <c:pt idx="64596">
                  <c:v>45562.713888888888</c:v>
                </c:pt>
                <c:pt idx="64597">
                  <c:v>45601.0625</c:v>
                </c:pt>
                <c:pt idx="64598">
                  <c:v>45562.695138888892</c:v>
                </c:pt>
                <c:pt idx="64599">
                  <c:v>45563.585416666669</c:v>
                </c:pt>
                <c:pt idx="64600">
                  <c:v>45597.666666666657</c:v>
                </c:pt>
                <c:pt idx="64601">
                  <c:v>45601.401388888888</c:v>
                </c:pt>
                <c:pt idx="64602">
                  <c:v>45601.410416666673</c:v>
                </c:pt>
                <c:pt idx="64603">
                  <c:v>45601.411805555559</c:v>
                </c:pt>
                <c:pt idx="64604">
                  <c:v>45601.486111111109</c:v>
                </c:pt>
                <c:pt idx="64605">
                  <c:v>45597.796527777777</c:v>
                </c:pt>
                <c:pt idx="64606">
                  <c:v>45601.487500000003</c:v>
                </c:pt>
                <c:pt idx="64607">
                  <c:v>45562.828472222223</c:v>
                </c:pt>
                <c:pt idx="64608">
                  <c:v>45562.82916666667</c:v>
                </c:pt>
                <c:pt idx="64609">
                  <c:v>45597.96597222222</c:v>
                </c:pt>
                <c:pt idx="64610">
                  <c:v>45597.936805555553</c:v>
                </c:pt>
                <c:pt idx="64611">
                  <c:v>45597.93472222222</c:v>
                </c:pt>
                <c:pt idx="64612">
                  <c:v>45600.334722222222</c:v>
                </c:pt>
                <c:pt idx="64613">
                  <c:v>45562.913888888892</c:v>
                </c:pt>
                <c:pt idx="64614">
                  <c:v>45600.338888888888</c:v>
                </c:pt>
                <c:pt idx="64615">
                  <c:v>45600.356944444437</c:v>
                </c:pt>
                <c:pt idx="64616">
                  <c:v>45600.361111111109</c:v>
                </c:pt>
                <c:pt idx="64617">
                  <c:v>45597.925694444442</c:v>
                </c:pt>
                <c:pt idx="64618">
                  <c:v>45563.583333333343</c:v>
                </c:pt>
                <c:pt idx="64619">
                  <c:v>45600.379861111112</c:v>
                </c:pt>
                <c:pt idx="64620">
                  <c:v>45600.402083333327</c:v>
                </c:pt>
                <c:pt idx="64621">
                  <c:v>45600.409722222219</c:v>
                </c:pt>
                <c:pt idx="64622">
                  <c:v>45562.902083333327</c:v>
                </c:pt>
                <c:pt idx="64623">
                  <c:v>45600.546527777777</c:v>
                </c:pt>
                <c:pt idx="64624">
                  <c:v>45600.448611111111</c:v>
                </c:pt>
                <c:pt idx="64625">
                  <c:v>45600.468055555553</c:v>
                </c:pt>
                <c:pt idx="64626">
                  <c:v>45600.474999999999</c:v>
                </c:pt>
                <c:pt idx="64627">
                  <c:v>45563.584722222222</c:v>
                </c:pt>
                <c:pt idx="64628">
                  <c:v>45597.92083333333</c:v>
                </c:pt>
                <c:pt idx="64629">
                  <c:v>45600.487500000003</c:v>
                </c:pt>
                <c:pt idx="64630">
                  <c:v>45600.489583333343</c:v>
                </c:pt>
                <c:pt idx="64631">
                  <c:v>45562.859027777777</c:v>
                </c:pt>
                <c:pt idx="64632">
                  <c:v>45562.85</c:v>
                </c:pt>
                <c:pt idx="64633">
                  <c:v>45562.848611111112</c:v>
                </c:pt>
                <c:pt idx="64634">
                  <c:v>45600.497916666667</c:v>
                </c:pt>
                <c:pt idx="64635">
                  <c:v>45600.497916666667</c:v>
                </c:pt>
                <c:pt idx="64636">
                  <c:v>45600.508333333331</c:v>
                </c:pt>
                <c:pt idx="64637">
                  <c:v>45600.515277777777</c:v>
                </c:pt>
                <c:pt idx="64638">
                  <c:v>45597.908333333333</c:v>
                </c:pt>
                <c:pt idx="64639">
                  <c:v>45600.466666666667</c:v>
                </c:pt>
                <c:pt idx="64640">
                  <c:v>45562.395138888889</c:v>
                </c:pt>
                <c:pt idx="64641">
                  <c:v>45604.652083333327</c:v>
                </c:pt>
                <c:pt idx="64642">
                  <c:v>45604.65347222222</c:v>
                </c:pt>
                <c:pt idx="64643">
                  <c:v>45564.334027777782</c:v>
                </c:pt>
                <c:pt idx="64644">
                  <c:v>45561.659722222219</c:v>
                </c:pt>
                <c:pt idx="64645">
                  <c:v>45609.868750000001</c:v>
                </c:pt>
                <c:pt idx="64646">
                  <c:v>45609.872916666667</c:v>
                </c:pt>
                <c:pt idx="64647">
                  <c:v>45609.888194444437</c:v>
                </c:pt>
                <c:pt idx="64648">
                  <c:v>45609.930555555547</c:v>
                </c:pt>
                <c:pt idx="64649">
                  <c:v>45610.01666666667</c:v>
                </c:pt>
                <c:pt idx="64650">
                  <c:v>45561.644444444442</c:v>
                </c:pt>
                <c:pt idx="64651">
                  <c:v>45610.035416666673</c:v>
                </c:pt>
                <c:pt idx="64652">
                  <c:v>45610.056944444441</c:v>
                </c:pt>
                <c:pt idx="64653">
                  <c:v>45610.122916666667</c:v>
                </c:pt>
                <c:pt idx="64654">
                  <c:v>45610.165277777778</c:v>
                </c:pt>
                <c:pt idx="64655">
                  <c:v>45610.203472222223</c:v>
                </c:pt>
                <c:pt idx="64656">
                  <c:v>45610.319444444453</c:v>
                </c:pt>
                <c:pt idx="64657">
                  <c:v>45595.63958333333</c:v>
                </c:pt>
                <c:pt idx="64658">
                  <c:v>45564.339583333327</c:v>
                </c:pt>
                <c:pt idx="64659">
                  <c:v>45610.384027777778</c:v>
                </c:pt>
                <c:pt idx="64660">
                  <c:v>45610.411805555559</c:v>
                </c:pt>
                <c:pt idx="64661">
                  <c:v>45610.415277777778</c:v>
                </c:pt>
                <c:pt idx="64662">
                  <c:v>45595.555555555547</c:v>
                </c:pt>
                <c:pt idx="64663">
                  <c:v>45595.552777777782</c:v>
                </c:pt>
                <c:pt idx="64664">
                  <c:v>45610.508333333331</c:v>
                </c:pt>
                <c:pt idx="64665">
                  <c:v>45595.351388888892</c:v>
                </c:pt>
                <c:pt idx="64666">
                  <c:v>45610.555555555547</c:v>
                </c:pt>
                <c:pt idx="64667">
                  <c:v>45561.613888888889</c:v>
                </c:pt>
                <c:pt idx="64668">
                  <c:v>45610.561111111107</c:v>
                </c:pt>
                <c:pt idx="64669">
                  <c:v>45610.563888888893</c:v>
                </c:pt>
                <c:pt idx="64670">
                  <c:v>45561.611111111109</c:v>
                </c:pt>
                <c:pt idx="64671">
                  <c:v>45564.363888888889</c:v>
                </c:pt>
                <c:pt idx="64672">
                  <c:v>45561.661805555559</c:v>
                </c:pt>
                <c:pt idx="64673">
                  <c:v>45595.640277777777</c:v>
                </c:pt>
                <c:pt idx="64674">
                  <c:v>45609.772916666669</c:v>
                </c:pt>
                <c:pt idx="64675">
                  <c:v>45609.765277777777</c:v>
                </c:pt>
                <c:pt idx="64676">
                  <c:v>45595.796527777777</c:v>
                </c:pt>
                <c:pt idx="64677">
                  <c:v>45564.146527777782</c:v>
                </c:pt>
                <c:pt idx="64678">
                  <c:v>45564.165972222218</c:v>
                </c:pt>
                <c:pt idx="64679">
                  <c:v>45561.781944444447</c:v>
                </c:pt>
                <c:pt idx="64680">
                  <c:v>45561.780555555553</c:v>
                </c:pt>
                <c:pt idx="64681">
                  <c:v>45561.772916666669</c:v>
                </c:pt>
                <c:pt idx="64682">
                  <c:v>45609.501388888893</c:v>
                </c:pt>
                <c:pt idx="64683">
                  <c:v>45609.542361111111</c:v>
                </c:pt>
                <c:pt idx="64684">
                  <c:v>45561.770833333343</c:v>
                </c:pt>
                <c:pt idx="64685">
                  <c:v>45595.754861111112</c:v>
                </c:pt>
                <c:pt idx="64686">
                  <c:v>45609.558333333327</c:v>
                </c:pt>
                <c:pt idx="64687">
                  <c:v>45595.754166666673</c:v>
                </c:pt>
                <c:pt idx="64688">
                  <c:v>45609.57916666667</c:v>
                </c:pt>
                <c:pt idx="64689">
                  <c:v>45561.746527777781</c:v>
                </c:pt>
                <c:pt idx="64690">
                  <c:v>45561.604166666657</c:v>
                </c:pt>
                <c:pt idx="64691">
                  <c:v>45561.729861111111</c:v>
                </c:pt>
                <c:pt idx="64692">
                  <c:v>45609.595833333333</c:v>
                </c:pt>
                <c:pt idx="64693">
                  <c:v>45609.598611111112</c:v>
                </c:pt>
                <c:pt idx="64694">
                  <c:v>45609.600694444453</c:v>
                </c:pt>
                <c:pt idx="64695">
                  <c:v>45561.713888888888</c:v>
                </c:pt>
                <c:pt idx="64696">
                  <c:v>45561.712500000001</c:v>
                </c:pt>
                <c:pt idx="64697">
                  <c:v>45595.723611111112</c:v>
                </c:pt>
                <c:pt idx="64698">
                  <c:v>45595.689583333333</c:v>
                </c:pt>
                <c:pt idx="64699">
                  <c:v>45609.713194444441</c:v>
                </c:pt>
                <c:pt idx="64700">
                  <c:v>45609.758333333331</c:v>
                </c:pt>
                <c:pt idx="64701">
                  <c:v>45609.759722222218</c:v>
                </c:pt>
                <c:pt idx="64702">
                  <c:v>45609.761111111111</c:v>
                </c:pt>
                <c:pt idx="64703">
                  <c:v>45595.688888888893</c:v>
                </c:pt>
                <c:pt idx="64704">
                  <c:v>45561.6875</c:v>
                </c:pt>
                <c:pt idx="64705">
                  <c:v>45561.6875</c:v>
                </c:pt>
                <c:pt idx="64706">
                  <c:v>45595.730555555558</c:v>
                </c:pt>
                <c:pt idx="64707">
                  <c:v>45595.343055555553</c:v>
                </c:pt>
                <c:pt idx="64708">
                  <c:v>45561.602777777778</c:v>
                </c:pt>
                <c:pt idx="64709">
                  <c:v>45610.734722222223</c:v>
                </c:pt>
                <c:pt idx="64710">
                  <c:v>45612.636805555558</c:v>
                </c:pt>
                <c:pt idx="64711">
                  <c:v>45561.529166666667</c:v>
                </c:pt>
                <c:pt idx="64712">
                  <c:v>45594.793055555558</c:v>
                </c:pt>
                <c:pt idx="64713">
                  <c:v>45564.443749999999</c:v>
                </c:pt>
                <c:pt idx="64714">
                  <c:v>45594.743750000001</c:v>
                </c:pt>
                <c:pt idx="64715">
                  <c:v>45612.986805555563</c:v>
                </c:pt>
                <c:pt idx="64716">
                  <c:v>45594.740277777782</c:v>
                </c:pt>
                <c:pt idx="64717">
                  <c:v>45613.29791666667</c:v>
                </c:pt>
                <c:pt idx="64718">
                  <c:v>45594.738888888889</c:v>
                </c:pt>
                <c:pt idx="64719">
                  <c:v>45561.520138888889</c:v>
                </c:pt>
                <c:pt idx="64720">
                  <c:v>45594.594444444447</c:v>
                </c:pt>
                <c:pt idx="64721">
                  <c:v>45613.720833333333</c:v>
                </c:pt>
                <c:pt idx="64722">
                  <c:v>45613.732638888891</c:v>
                </c:pt>
                <c:pt idx="64723">
                  <c:v>45594.572222222218</c:v>
                </c:pt>
                <c:pt idx="64724">
                  <c:v>45612.609722222223</c:v>
                </c:pt>
                <c:pt idx="64725">
                  <c:v>45613.740972222222</c:v>
                </c:pt>
                <c:pt idx="64726">
                  <c:v>45594.561111111107</c:v>
                </c:pt>
                <c:pt idx="64727">
                  <c:v>45594.560416666667</c:v>
                </c:pt>
                <c:pt idx="64728">
                  <c:v>45564.460416666669</c:v>
                </c:pt>
                <c:pt idx="64729">
                  <c:v>45561.493750000001</c:v>
                </c:pt>
                <c:pt idx="64730">
                  <c:v>45594.553472222222</c:v>
                </c:pt>
                <c:pt idx="64731">
                  <c:v>45614.490972222222</c:v>
                </c:pt>
                <c:pt idx="64732">
                  <c:v>45561.491666666669</c:v>
                </c:pt>
                <c:pt idx="64733">
                  <c:v>45614.500694444447</c:v>
                </c:pt>
                <c:pt idx="64734">
                  <c:v>45594.549305555563</c:v>
                </c:pt>
                <c:pt idx="64735">
                  <c:v>45614.509722222218</c:v>
                </c:pt>
                <c:pt idx="64736">
                  <c:v>45564.46875</c:v>
                </c:pt>
                <c:pt idx="64737">
                  <c:v>45594.452777777777</c:v>
                </c:pt>
                <c:pt idx="64738">
                  <c:v>45564.469444444447</c:v>
                </c:pt>
                <c:pt idx="64739">
                  <c:v>45564.474999999999</c:v>
                </c:pt>
                <c:pt idx="64740">
                  <c:v>45613.768055555563</c:v>
                </c:pt>
                <c:pt idx="64741">
                  <c:v>45595.798611111109</c:v>
                </c:pt>
                <c:pt idx="64742">
                  <c:v>45594.809027777781</c:v>
                </c:pt>
                <c:pt idx="64743">
                  <c:v>45612.442361111112</c:v>
                </c:pt>
                <c:pt idx="64744">
                  <c:v>45610.843055555553</c:v>
                </c:pt>
                <c:pt idx="64745">
                  <c:v>45595.305555555547</c:v>
                </c:pt>
                <c:pt idx="64746">
                  <c:v>45611.066666666673</c:v>
                </c:pt>
                <c:pt idx="64747">
                  <c:v>45611.279861111107</c:v>
                </c:pt>
                <c:pt idx="64748">
                  <c:v>45611.293749999997</c:v>
                </c:pt>
                <c:pt idx="64749">
                  <c:v>45564.386111111111</c:v>
                </c:pt>
                <c:pt idx="64750">
                  <c:v>45611.385416666657</c:v>
                </c:pt>
                <c:pt idx="64751">
                  <c:v>45595.254166666673</c:v>
                </c:pt>
                <c:pt idx="64752">
                  <c:v>45564.399305555547</c:v>
                </c:pt>
                <c:pt idx="64753">
                  <c:v>45561.565972222219</c:v>
                </c:pt>
                <c:pt idx="64754">
                  <c:v>45611.488888888889</c:v>
                </c:pt>
                <c:pt idx="64755">
                  <c:v>45561.56527777778</c:v>
                </c:pt>
                <c:pt idx="64756">
                  <c:v>45611.513888888891</c:v>
                </c:pt>
                <c:pt idx="64757">
                  <c:v>45594.989583333343</c:v>
                </c:pt>
                <c:pt idx="64758">
                  <c:v>45594.837500000001</c:v>
                </c:pt>
                <c:pt idx="64759">
                  <c:v>45594.959722222222</c:v>
                </c:pt>
                <c:pt idx="64760">
                  <c:v>45561.561805555553</c:v>
                </c:pt>
                <c:pt idx="64761">
                  <c:v>45561.559027777781</c:v>
                </c:pt>
                <c:pt idx="64762">
                  <c:v>45594.950694444437</c:v>
                </c:pt>
                <c:pt idx="64763">
                  <c:v>45568.944444444453</c:v>
                </c:pt>
                <c:pt idx="64764">
                  <c:v>45611.797222222223</c:v>
                </c:pt>
                <c:pt idx="64765">
                  <c:v>45594.924305555563</c:v>
                </c:pt>
                <c:pt idx="64766">
                  <c:v>45611.831250000003</c:v>
                </c:pt>
                <c:pt idx="64767">
                  <c:v>45594.917361111111</c:v>
                </c:pt>
                <c:pt idx="64768">
                  <c:v>45611.899305555547</c:v>
                </c:pt>
                <c:pt idx="64769">
                  <c:v>45611.90347222222</c:v>
                </c:pt>
                <c:pt idx="64770">
                  <c:v>45612.038194444453</c:v>
                </c:pt>
                <c:pt idx="64771">
                  <c:v>45612.319444444453</c:v>
                </c:pt>
                <c:pt idx="64772">
                  <c:v>45594.841666666667</c:v>
                </c:pt>
                <c:pt idx="64773">
                  <c:v>45612.429861111108</c:v>
                </c:pt>
                <c:pt idx="64774">
                  <c:v>45611.734027777777</c:v>
                </c:pt>
                <c:pt idx="64775">
                  <c:v>45561.790972222218</c:v>
                </c:pt>
                <c:pt idx="64776">
                  <c:v>45564.107638888891</c:v>
                </c:pt>
                <c:pt idx="64777">
                  <c:v>45609.323611111111</c:v>
                </c:pt>
                <c:pt idx="64778">
                  <c:v>45605.794444444437</c:v>
                </c:pt>
                <c:pt idx="64779">
                  <c:v>45605.817361111112</c:v>
                </c:pt>
                <c:pt idx="64780">
                  <c:v>45605.840277777781</c:v>
                </c:pt>
                <c:pt idx="64781">
                  <c:v>45605.855555555558</c:v>
                </c:pt>
                <c:pt idx="64782">
                  <c:v>45605.909722222219</c:v>
                </c:pt>
                <c:pt idx="64783">
                  <c:v>45562.336805555547</c:v>
                </c:pt>
                <c:pt idx="64784">
                  <c:v>45606.165972222218</c:v>
                </c:pt>
                <c:pt idx="64785">
                  <c:v>45606.184027777781</c:v>
                </c:pt>
                <c:pt idx="64786">
                  <c:v>45606.196527777778</c:v>
                </c:pt>
                <c:pt idx="64787">
                  <c:v>45606.340277777781</c:v>
                </c:pt>
                <c:pt idx="64788">
                  <c:v>45562.306250000001</c:v>
                </c:pt>
                <c:pt idx="64789">
                  <c:v>45563.791666666657</c:v>
                </c:pt>
                <c:pt idx="64790">
                  <c:v>45606.423611111109</c:v>
                </c:pt>
                <c:pt idx="64791">
                  <c:v>45596.422222222223</c:v>
                </c:pt>
                <c:pt idx="64792">
                  <c:v>45605.783333333333</c:v>
                </c:pt>
                <c:pt idx="64793">
                  <c:v>45596.419444444437</c:v>
                </c:pt>
                <c:pt idx="64794">
                  <c:v>45596.294444444437</c:v>
                </c:pt>
                <c:pt idx="64795">
                  <c:v>45606.522916666669</c:v>
                </c:pt>
                <c:pt idx="64796">
                  <c:v>45606.56527777778</c:v>
                </c:pt>
                <c:pt idx="64797">
                  <c:v>45606.577777777777</c:v>
                </c:pt>
                <c:pt idx="64798">
                  <c:v>45606.578472222223</c:v>
                </c:pt>
                <c:pt idx="64799">
                  <c:v>45606.590277777781</c:v>
                </c:pt>
                <c:pt idx="64800">
                  <c:v>45606.591666666667</c:v>
                </c:pt>
                <c:pt idx="64801">
                  <c:v>45606.693055555559</c:v>
                </c:pt>
                <c:pt idx="64802">
                  <c:v>45606.732638888891</c:v>
                </c:pt>
                <c:pt idx="64803">
                  <c:v>45606.740972222222</c:v>
                </c:pt>
                <c:pt idx="64804">
                  <c:v>45606.743055555547</c:v>
                </c:pt>
                <c:pt idx="64805">
                  <c:v>45606.751388888893</c:v>
                </c:pt>
                <c:pt idx="64806">
                  <c:v>45606.804861111108</c:v>
                </c:pt>
                <c:pt idx="64807">
                  <c:v>45563.875694444447</c:v>
                </c:pt>
                <c:pt idx="64808">
                  <c:v>45606.461111111108</c:v>
                </c:pt>
                <c:pt idx="64809">
                  <c:v>45606.804861111108</c:v>
                </c:pt>
                <c:pt idx="64810">
                  <c:v>45562.356944444437</c:v>
                </c:pt>
                <c:pt idx="64811">
                  <c:v>45605.717361111107</c:v>
                </c:pt>
                <c:pt idx="64812">
                  <c:v>45604.676388888889</c:v>
                </c:pt>
                <c:pt idx="64813">
                  <c:v>45604.738888888889</c:v>
                </c:pt>
                <c:pt idx="64814">
                  <c:v>45596.60833333333</c:v>
                </c:pt>
                <c:pt idx="64815">
                  <c:v>45604.831944444442</c:v>
                </c:pt>
                <c:pt idx="64816">
                  <c:v>45604.861805555563</c:v>
                </c:pt>
                <c:pt idx="64817">
                  <c:v>45604.863194444442</c:v>
                </c:pt>
                <c:pt idx="64818">
                  <c:v>45596.584722222222</c:v>
                </c:pt>
                <c:pt idx="64819">
                  <c:v>45604.910416666673</c:v>
                </c:pt>
                <c:pt idx="64820">
                  <c:v>45604.92083333333</c:v>
                </c:pt>
                <c:pt idx="64821">
                  <c:v>45563.754861111112</c:v>
                </c:pt>
                <c:pt idx="64822">
                  <c:v>45605.09097222222</c:v>
                </c:pt>
                <c:pt idx="64823">
                  <c:v>45605.113194444442</c:v>
                </c:pt>
                <c:pt idx="64824">
                  <c:v>45605.20208333333</c:v>
                </c:pt>
                <c:pt idx="64825">
                  <c:v>45563.755555555559</c:v>
                </c:pt>
                <c:pt idx="64826">
                  <c:v>45605.73541666667</c:v>
                </c:pt>
                <c:pt idx="64827">
                  <c:v>45605.270833333343</c:v>
                </c:pt>
                <c:pt idx="64828">
                  <c:v>45562.377083333333</c:v>
                </c:pt>
                <c:pt idx="64829">
                  <c:v>45596.529861111107</c:v>
                </c:pt>
                <c:pt idx="64830">
                  <c:v>45562.370138888888</c:v>
                </c:pt>
                <c:pt idx="64831">
                  <c:v>45605.446527777778</c:v>
                </c:pt>
                <c:pt idx="64832">
                  <c:v>45596.513888888891</c:v>
                </c:pt>
                <c:pt idx="64833">
                  <c:v>45605.451388888891</c:v>
                </c:pt>
                <c:pt idx="64834">
                  <c:v>45596.477777777778</c:v>
                </c:pt>
                <c:pt idx="64835">
                  <c:v>45605.563194444447</c:v>
                </c:pt>
                <c:pt idx="64836">
                  <c:v>45596.458333333343</c:v>
                </c:pt>
                <c:pt idx="64837">
                  <c:v>45605.599305555559</c:v>
                </c:pt>
                <c:pt idx="64838">
                  <c:v>45605.606249999997</c:v>
                </c:pt>
                <c:pt idx="64839">
                  <c:v>45605.649305555547</c:v>
                </c:pt>
                <c:pt idx="64840">
                  <c:v>45605.680555555547</c:v>
                </c:pt>
                <c:pt idx="64841">
                  <c:v>45605.680555555547</c:v>
                </c:pt>
                <c:pt idx="64842">
                  <c:v>45605.408333333333</c:v>
                </c:pt>
                <c:pt idx="64843">
                  <c:v>45582.796527777777</c:v>
                </c:pt>
                <c:pt idx="64844">
                  <c:v>45606.821527777778</c:v>
                </c:pt>
                <c:pt idx="64845">
                  <c:v>45606.986111111109</c:v>
                </c:pt>
                <c:pt idx="64846">
                  <c:v>45608.42291666667</c:v>
                </c:pt>
                <c:pt idx="64847">
                  <c:v>45608.429166666669</c:v>
                </c:pt>
                <c:pt idx="64848">
                  <c:v>45608.436805555553</c:v>
                </c:pt>
                <c:pt idx="64849">
                  <c:v>45608.479166666657</c:v>
                </c:pt>
                <c:pt idx="64850">
                  <c:v>45608.48541666667</c:v>
                </c:pt>
                <c:pt idx="64851">
                  <c:v>45561.85833333333</c:v>
                </c:pt>
                <c:pt idx="64852">
                  <c:v>45595.869444444441</c:v>
                </c:pt>
                <c:pt idx="64853">
                  <c:v>45608.563888888893</c:v>
                </c:pt>
                <c:pt idx="64854">
                  <c:v>45608.571527777778</c:v>
                </c:pt>
                <c:pt idx="64855">
                  <c:v>45608.602777777778</c:v>
                </c:pt>
                <c:pt idx="64856">
                  <c:v>45595.867361111108</c:v>
                </c:pt>
                <c:pt idx="64857">
                  <c:v>45564.031944444447</c:v>
                </c:pt>
                <c:pt idx="64858">
                  <c:v>45608.619444444441</c:v>
                </c:pt>
                <c:pt idx="64859">
                  <c:v>45608.62222222222</c:v>
                </c:pt>
                <c:pt idx="64860">
                  <c:v>45608.416666666657</c:v>
                </c:pt>
                <c:pt idx="64861">
                  <c:v>45561.822916666657</c:v>
                </c:pt>
                <c:pt idx="64862">
                  <c:v>45608.73541666667</c:v>
                </c:pt>
                <c:pt idx="64863">
                  <c:v>45595.862500000003</c:v>
                </c:pt>
                <c:pt idx="64864">
                  <c:v>45608.802777777782</c:v>
                </c:pt>
                <c:pt idx="64865">
                  <c:v>45561.818055555559</c:v>
                </c:pt>
                <c:pt idx="64866">
                  <c:v>45608.808333333327</c:v>
                </c:pt>
                <c:pt idx="64867">
                  <c:v>45608.834722222222</c:v>
                </c:pt>
                <c:pt idx="64868">
                  <c:v>45608.841666666667</c:v>
                </c:pt>
                <c:pt idx="64869">
                  <c:v>45561.79791666667</c:v>
                </c:pt>
                <c:pt idx="64870">
                  <c:v>45608.956944444442</c:v>
                </c:pt>
                <c:pt idx="64871">
                  <c:v>45821.917361111111</c:v>
                </c:pt>
                <c:pt idx="64872">
                  <c:v>45609.100694444453</c:v>
                </c:pt>
                <c:pt idx="64873">
                  <c:v>45609.243055555547</c:v>
                </c:pt>
                <c:pt idx="64874">
                  <c:v>45595.820833333331</c:v>
                </c:pt>
                <c:pt idx="64875">
                  <c:v>45609.313194444447</c:v>
                </c:pt>
                <c:pt idx="64876">
                  <c:v>45608.702777777777</c:v>
                </c:pt>
                <c:pt idx="64877">
                  <c:v>45606.854861111111</c:v>
                </c:pt>
                <c:pt idx="64878">
                  <c:v>45561.924305555563</c:v>
                </c:pt>
                <c:pt idx="64879">
                  <c:v>45595.893055555563</c:v>
                </c:pt>
                <c:pt idx="64880">
                  <c:v>45607.412499999999</c:v>
                </c:pt>
                <c:pt idx="64881">
                  <c:v>45607.457638888889</c:v>
                </c:pt>
                <c:pt idx="64882">
                  <c:v>45596.271527777782</c:v>
                </c:pt>
                <c:pt idx="64883">
                  <c:v>45596.11041666667</c:v>
                </c:pt>
                <c:pt idx="64884">
                  <c:v>45563.893750000003</c:v>
                </c:pt>
                <c:pt idx="64885">
                  <c:v>45562.128472222219</c:v>
                </c:pt>
                <c:pt idx="64886">
                  <c:v>45607.59652777778</c:v>
                </c:pt>
                <c:pt idx="64887">
                  <c:v>45607.684027777781</c:v>
                </c:pt>
                <c:pt idx="64888">
                  <c:v>45563.90902777778</c:v>
                </c:pt>
                <c:pt idx="64889">
                  <c:v>45607.704861111109</c:v>
                </c:pt>
                <c:pt idx="64890">
                  <c:v>45596.1</c:v>
                </c:pt>
                <c:pt idx="64891">
                  <c:v>45607.763888888891</c:v>
                </c:pt>
                <c:pt idx="64892">
                  <c:v>45607.765277777777</c:v>
                </c:pt>
                <c:pt idx="64893">
                  <c:v>45562.052083333343</c:v>
                </c:pt>
                <c:pt idx="64894">
                  <c:v>45595.890972222223</c:v>
                </c:pt>
                <c:pt idx="64895">
                  <c:v>45607.803472222222</c:v>
                </c:pt>
                <c:pt idx="64896">
                  <c:v>45607.842361111107</c:v>
                </c:pt>
                <c:pt idx="64897">
                  <c:v>45607.955555555563</c:v>
                </c:pt>
                <c:pt idx="64898">
                  <c:v>45561.986111111109</c:v>
                </c:pt>
                <c:pt idx="64899">
                  <c:v>45607.961805555547</c:v>
                </c:pt>
                <c:pt idx="64900">
                  <c:v>45561.981249999997</c:v>
                </c:pt>
                <c:pt idx="64901">
                  <c:v>45595.975694444453</c:v>
                </c:pt>
                <c:pt idx="64902">
                  <c:v>45608.064583333333</c:v>
                </c:pt>
                <c:pt idx="64903">
                  <c:v>45608.094444444447</c:v>
                </c:pt>
                <c:pt idx="64904">
                  <c:v>45561.956250000003</c:v>
                </c:pt>
                <c:pt idx="64905">
                  <c:v>45608.15</c:v>
                </c:pt>
                <c:pt idx="64906">
                  <c:v>45608.306944444441</c:v>
                </c:pt>
                <c:pt idx="64907">
                  <c:v>45595.925000000003</c:v>
                </c:pt>
                <c:pt idx="64908">
                  <c:v>45608.326388888891</c:v>
                </c:pt>
                <c:pt idx="64909">
                  <c:v>45595.922222222223</c:v>
                </c:pt>
                <c:pt idx="64910">
                  <c:v>45607.820833333331</c:v>
                </c:pt>
                <c:pt idx="64911">
                  <c:v>45582.774305555547</c:v>
                </c:pt>
                <c:pt idx="64912">
                  <c:v>45559.338888888888</c:v>
                </c:pt>
                <c:pt idx="64913">
                  <c:v>45598.495138888888</c:v>
                </c:pt>
                <c:pt idx="64914">
                  <c:v>45571.716666666667</c:v>
                </c:pt>
                <c:pt idx="64915">
                  <c:v>45571.730555555558</c:v>
                </c:pt>
                <c:pt idx="64916">
                  <c:v>45578.174305555563</c:v>
                </c:pt>
                <c:pt idx="64917">
                  <c:v>45571.754861111112</c:v>
                </c:pt>
                <c:pt idx="64918">
                  <c:v>45571.754861111112</c:v>
                </c:pt>
                <c:pt idx="64919">
                  <c:v>45554.888194444437</c:v>
                </c:pt>
                <c:pt idx="64920">
                  <c:v>45578.037499999999</c:v>
                </c:pt>
                <c:pt idx="64921">
                  <c:v>45577.927777777782</c:v>
                </c:pt>
                <c:pt idx="64922">
                  <c:v>45577.918055555558</c:v>
                </c:pt>
                <c:pt idx="64923">
                  <c:v>45554.88958333333</c:v>
                </c:pt>
                <c:pt idx="64924">
                  <c:v>45554.897222222222</c:v>
                </c:pt>
                <c:pt idx="64925">
                  <c:v>45571.761805555558</c:v>
                </c:pt>
                <c:pt idx="64926">
                  <c:v>45571.834027777782</c:v>
                </c:pt>
                <c:pt idx="64927">
                  <c:v>45577.901388888888</c:v>
                </c:pt>
                <c:pt idx="64928">
                  <c:v>45577.888194444437</c:v>
                </c:pt>
                <c:pt idx="64929">
                  <c:v>45571.854861111111</c:v>
                </c:pt>
                <c:pt idx="64930">
                  <c:v>45571.859027777777</c:v>
                </c:pt>
                <c:pt idx="64931">
                  <c:v>45571.859027777777</c:v>
                </c:pt>
                <c:pt idx="64932">
                  <c:v>45571.888888888891</c:v>
                </c:pt>
                <c:pt idx="64933">
                  <c:v>45577.853472222218</c:v>
                </c:pt>
                <c:pt idx="64934">
                  <c:v>45577.834722222222</c:v>
                </c:pt>
                <c:pt idx="64935">
                  <c:v>45578.201388888891</c:v>
                </c:pt>
                <c:pt idx="64936">
                  <c:v>45556.981944444437</c:v>
                </c:pt>
                <c:pt idx="64937">
                  <c:v>45571.71597222222</c:v>
                </c:pt>
                <c:pt idx="64938">
                  <c:v>45556.982638888891</c:v>
                </c:pt>
                <c:pt idx="64939">
                  <c:v>45578.647916666669</c:v>
                </c:pt>
                <c:pt idx="64940">
                  <c:v>45557.036805555559</c:v>
                </c:pt>
                <c:pt idx="64941">
                  <c:v>45557.029861111107</c:v>
                </c:pt>
                <c:pt idx="64942">
                  <c:v>45578.647222222222</c:v>
                </c:pt>
                <c:pt idx="64943">
                  <c:v>45568.488888888889</c:v>
                </c:pt>
                <c:pt idx="64944">
                  <c:v>45571.604166666657</c:v>
                </c:pt>
                <c:pt idx="64945">
                  <c:v>45568.48333333333</c:v>
                </c:pt>
                <c:pt idx="64946">
                  <c:v>45578.525000000001</c:v>
                </c:pt>
                <c:pt idx="64947">
                  <c:v>45578.508333333331</c:v>
                </c:pt>
                <c:pt idx="64948">
                  <c:v>45578.474305555559</c:v>
                </c:pt>
                <c:pt idx="64949">
                  <c:v>45556.936805555553</c:v>
                </c:pt>
                <c:pt idx="64950">
                  <c:v>45568.475694444453</c:v>
                </c:pt>
                <c:pt idx="64951">
                  <c:v>45578.47152777778</c:v>
                </c:pt>
                <c:pt idx="64952">
                  <c:v>45554.868750000001</c:v>
                </c:pt>
                <c:pt idx="64953">
                  <c:v>45578.314583333333</c:v>
                </c:pt>
                <c:pt idx="64954">
                  <c:v>45759.774305555547</c:v>
                </c:pt>
                <c:pt idx="64955">
                  <c:v>45578.310416666667</c:v>
                </c:pt>
                <c:pt idx="64956">
                  <c:v>45568.464583333327</c:v>
                </c:pt>
                <c:pt idx="64957">
                  <c:v>45571.652777777781</c:v>
                </c:pt>
                <c:pt idx="64958">
                  <c:v>45571.700694444437</c:v>
                </c:pt>
                <c:pt idx="64959">
                  <c:v>45578.263194444437</c:v>
                </c:pt>
                <c:pt idx="64960">
                  <c:v>45578.234027777777</c:v>
                </c:pt>
                <c:pt idx="64961">
                  <c:v>45554.847916666673</c:v>
                </c:pt>
                <c:pt idx="64962">
                  <c:v>45571.940972222219</c:v>
                </c:pt>
                <c:pt idx="64963">
                  <c:v>45554.902083333327</c:v>
                </c:pt>
                <c:pt idx="64964">
                  <c:v>45556.931250000001</c:v>
                </c:pt>
                <c:pt idx="64965">
                  <c:v>45555.162499999999</c:v>
                </c:pt>
                <c:pt idx="64966">
                  <c:v>45556.811111111107</c:v>
                </c:pt>
                <c:pt idx="64967">
                  <c:v>45577.355555555558</c:v>
                </c:pt>
                <c:pt idx="64968">
                  <c:v>45577.27847222222</c:v>
                </c:pt>
                <c:pt idx="64969">
                  <c:v>45577.056944444441</c:v>
                </c:pt>
                <c:pt idx="64970">
                  <c:v>45572.097222222219</c:v>
                </c:pt>
                <c:pt idx="64971">
                  <c:v>45556.806944444441</c:v>
                </c:pt>
                <c:pt idx="64972">
                  <c:v>45572.103472222218</c:v>
                </c:pt>
                <c:pt idx="64973">
                  <c:v>45576.901388888888</c:v>
                </c:pt>
                <c:pt idx="64974">
                  <c:v>45576.865277777782</c:v>
                </c:pt>
                <c:pt idx="64975">
                  <c:v>45567.368750000001</c:v>
                </c:pt>
                <c:pt idx="64976">
                  <c:v>45556.758333333331</c:v>
                </c:pt>
                <c:pt idx="64977">
                  <c:v>45572.20416666667</c:v>
                </c:pt>
                <c:pt idx="64978">
                  <c:v>45576.834722222222</c:v>
                </c:pt>
                <c:pt idx="64979">
                  <c:v>45555.256944444453</c:v>
                </c:pt>
                <c:pt idx="64980">
                  <c:v>45572.27847222222</c:v>
                </c:pt>
                <c:pt idx="64981">
                  <c:v>45556.745833333327</c:v>
                </c:pt>
                <c:pt idx="64982">
                  <c:v>45567.413888888892</c:v>
                </c:pt>
                <c:pt idx="64983">
                  <c:v>45567.422222222223</c:v>
                </c:pt>
                <c:pt idx="64984">
                  <c:v>45576.777777777781</c:v>
                </c:pt>
                <c:pt idx="64985">
                  <c:v>45576.75</c:v>
                </c:pt>
                <c:pt idx="64986">
                  <c:v>45555.310416666667</c:v>
                </c:pt>
                <c:pt idx="64987">
                  <c:v>45576.854861111111</c:v>
                </c:pt>
                <c:pt idx="64988">
                  <c:v>45567.256944444453</c:v>
                </c:pt>
                <c:pt idx="64989">
                  <c:v>45577.468055555553</c:v>
                </c:pt>
                <c:pt idx="64990">
                  <c:v>45572.002083333333</c:v>
                </c:pt>
                <c:pt idx="64991">
                  <c:v>45556.915972222218</c:v>
                </c:pt>
                <c:pt idx="64992">
                  <c:v>45568.40902777778</c:v>
                </c:pt>
                <c:pt idx="64993">
                  <c:v>45556.910416666673</c:v>
                </c:pt>
                <c:pt idx="64994">
                  <c:v>45577.821527777778</c:v>
                </c:pt>
                <c:pt idx="64995">
                  <c:v>45568.402777777781</c:v>
                </c:pt>
                <c:pt idx="64996">
                  <c:v>45577.722222222219</c:v>
                </c:pt>
                <c:pt idx="64997">
                  <c:v>45577.697222222218</c:v>
                </c:pt>
                <c:pt idx="64998">
                  <c:v>45571.959027777782</c:v>
                </c:pt>
                <c:pt idx="64999">
                  <c:v>45554.965277777781</c:v>
                </c:pt>
                <c:pt idx="65000">
                  <c:v>45568.392361111109</c:v>
                </c:pt>
                <c:pt idx="65001">
                  <c:v>45577.523611111108</c:v>
                </c:pt>
                <c:pt idx="65002">
                  <c:v>45556.880555555559</c:v>
                </c:pt>
                <c:pt idx="65003">
                  <c:v>45555.005555555559</c:v>
                </c:pt>
                <c:pt idx="65004">
                  <c:v>45555.031944444447</c:v>
                </c:pt>
                <c:pt idx="65005">
                  <c:v>45556.86041666667</c:v>
                </c:pt>
                <c:pt idx="65006">
                  <c:v>45568.390972222223</c:v>
                </c:pt>
                <c:pt idx="65007">
                  <c:v>45556.843055555553</c:v>
                </c:pt>
                <c:pt idx="65008">
                  <c:v>45555.054861111108</c:v>
                </c:pt>
                <c:pt idx="65009">
                  <c:v>45577.607638888891</c:v>
                </c:pt>
                <c:pt idx="65010">
                  <c:v>45577.601388888892</c:v>
                </c:pt>
                <c:pt idx="65011">
                  <c:v>45577.588888888888</c:v>
                </c:pt>
                <c:pt idx="65012">
                  <c:v>45555.057638888888</c:v>
                </c:pt>
                <c:pt idx="65013">
                  <c:v>45556.879861111112</c:v>
                </c:pt>
                <c:pt idx="65014">
                  <c:v>45578.661111111112</c:v>
                </c:pt>
                <c:pt idx="65015">
                  <c:v>45554.845138888893</c:v>
                </c:pt>
                <c:pt idx="65016">
                  <c:v>45557.065972222219</c:v>
                </c:pt>
                <c:pt idx="65017">
                  <c:v>45579.588194444441</c:v>
                </c:pt>
                <c:pt idx="65018">
                  <c:v>45557.470833333333</c:v>
                </c:pt>
                <c:pt idx="65019">
                  <c:v>45557.46875</c:v>
                </c:pt>
                <c:pt idx="65020">
                  <c:v>45579.57916666667</c:v>
                </c:pt>
                <c:pt idx="65021">
                  <c:v>45557.458333333343</c:v>
                </c:pt>
                <c:pt idx="65022">
                  <c:v>45557.456944444442</c:v>
                </c:pt>
                <c:pt idx="65023">
                  <c:v>45579.543749999997</c:v>
                </c:pt>
                <c:pt idx="65024">
                  <c:v>45579.535416666673</c:v>
                </c:pt>
                <c:pt idx="65025">
                  <c:v>45570.676388888889</c:v>
                </c:pt>
                <c:pt idx="65026">
                  <c:v>45568.581944444442</c:v>
                </c:pt>
                <c:pt idx="65027">
                  <c:v>45579.619444444441</c:v>
                </c:pt>
                <c:pt idx="65028">
                  <c:v>45579.505555555559</c:v>
                </c:pt>
                <c:pt idx="65029">
                  <c:v>45570.717361111107</c:v>
                </c:pt>
                <c:pt idx="65030">
                  <c:v>45557.418055555558</c:v>
                </c:pt>
                <c:pt idx="65031">
                  <c:v>45579.489583333343</c:v>
                </c:pt>
                <c:pt idx="65032">
                  <c:v>45566.95416666667</c:v>
                </c:pt>
                <c:pt idx="65033">
                  <c:v>45570.755555555559</c:v>
                </c:pt>
                <c:pt idx="65034">
                  <c:v>45554.671527777777</c:v>
                </c:pt>
                <c:pt idx="65035">
                  <c:v>45568.579861111109</c:v>
                </c:pt>
                <c:pt idx="65036">
                  <c:v>45579.482638888891</c:v>
                </c:pt>
                <c:pt idx="65037">
                  <c:v>45570.772916666669</c:v>
                </c:pt>
                <c:pt idx="65038">
                  <c:v>45579.478472222218</c:v>
                </c:pt>
                <c:pt idx="65039">
                  <c:v>45570.703472222223</c:v>
                </c:pt>
                <c:pt idx="65040">
                  <c:v>45554.691666666673</c:v>
                </c:pt>
                <c:pt idx="65041">
                  <c:v>45557.47152777778</c:v>
                </c:pt>
                <c:pt idx="65042">
                  <c:v>45554.640972222223</c:v>
                </c:pt>
                <c:pt idx="65043">
                  <c:v>45557.586111111108</c:v>
                </c:pt>
                <c:pt idx="65044">
                  <c:v>45579.791666666657</c:v>
                </c:pt>
                <c:pt idx="65045">
                  <c:v>45557.559027777781</c:v>
                </c:pt>
                <c:pt idx="65046">
                  <c:v>45579.699305555558</c:v>
                </c:pt>
                <c:pt idx="65047">
                  <c:v>45579.68472222222</c:v>
                </c:pt>
                <c:pt idx="65048">
                  <c:v>45579.664583333331</c:v>
                </c:pt>
                <c:pt idx="65049">
                  <c:v>45579.65902777778</c:v>
                </c:pt>
                <c:pt idx="65050">
                  <c:v>45579.658333333333</c:v>
                </c:pt>
                <c:pt idx="65051">
                  <c:v>45570.486805555563</c:v>
                </c:pt>
                <c:pt idx="65052">
                  <c:v>45570.536805555559</c:v>
                </c:pt>
                <c:pt idx="65053">
                  <c:v>45579.647222222222</c:v>
                </c:pt>
                <c:pt idx="65054">
                  <c:v>45566.863194444442</c:v>
                </c:pt>
                <c:pt idx="65055">
                  <c:v>45570.55</c:v>
                </c:pt>
                <c:pt idx="65056">
                  <c:v>45568.595833333333</c:v>
                </c:pt>
                <c:pt idx="65057">
                  <c:v>45570.552777777782</c:v>
                </c:pt>
                <c:pt idx="65058">
                  <c:v>45554.62777777778</c:v>
                </c:pt>
                <c:pt idx="65059">
                  <c:v>45566.87777777778</c:v>
                </c:pt>
                <c:pt idx="65060">
                  <c:v>45579.649305555547</c:v>
                </c:pt>
                <c:pt idx="65061">
                  <c:v>45557.509027777778</c:v>
                </c:pt>
                <c:pt idx="65062">
                  <c:v>45557.476388888892</c:v>
                </c:pt>
                <c:pt idx="65063">
                  <c:v>45568.589583333327</c:v>
                </c:pt>
                <c:pt idx="65064">
                  <c:v>45570.642361111109</c:v>
                </c:pt>
                <c:pt idx="65065">
                  <c:v>45554.62222222222</c:v>
                </c:pt>
                <c:pt idx="65066">
                  <c:v>45576.730555555558</c:v>
                </c:pt>
                <c:pt idx="65067">
                  <c:v>45568.576388888891</c:v>
                </c:pt>
                <c:pt idx="65068">
                  <c:v>45554.696527777778</c:v>
                </c:pt>
                <c:pt idx="65069">
                  <c:v>45557.313194444447</c:v>
                </c:pt>
                <c:pt idx="65070">
                  <c:v>45571.356249999997</c:v>
                </c:pt>
                <c:pt idx="65071">
                  <c:v>45571.356944444437</c:v>
                </c:pt>
                <c:pt idx="65072">
                  <c:v>45566.988888888889</c:v>
                </c:pt>
                <c:pt idx="65073">
                  <c:v>45567.006249999999</c:v>
                </c:pt>
                <c:pt idx="65074">
                  <c:v>45571.42083333333</c:v>
                </c:pt>
                <c:pt idx="65075">
                  <c:v>45557.279861111107</c:v>
                </c:pt>
                <c:pt idx="65076">
                  <c:v>45557.223611111112</c:v>
                </c:pt>
                <c:pt idx="65077">
                  <c:v>45567.065972222219</c:v>
                </c:pt>
                <c:pt idx="65078">
                  <c:v>45578.777083333327</c:v>
                </c:pt>
                <c:pt idx="65079">
                  <c:v>45680.627083333333</c:v>
                </c:pt>
                <c:pt idx="65080">
                  <c:v>45567.09375</c:v>
                </c:pt>
                <c:pt idx="65081">
                  <c:v>45571.493055555547</c:v>
                </c:pt>
                <c:pt idx="65082">
                  <c:v>45571.521527777782</c:v>
                </c:pt>
                <c:pt idx="65083">
                  <c:v>45568.499305555553</c:v>
                </c:pt>
                <c:pt idx="65084">
                  <c:v>45567.101388888892</c:v>
                </c:pt>
                <c:pt idx="65085">
                  <c:v>45578.774305555547</c:v>
                </c:pt>
                <c:pt idx="65086">
                  <c:v>45571.524305555547</c:v>
                </c:pt>
                <c:pt idx="65087">
                  <c:v>45567.119444444441</c:v>
                </c:pt>
                <c:pt idx="65088">
                  <c:v>45571.6</c:v>
                </c:pt>
                <c:pt idx="65089">
                  <c:v>45554.825694444437</c:v>
                </c:pt>
                <c:pt idx="65090">
                  <c:v>45578.676388888889</c:v>
                </c:pt>
                <c:pt idx="65091">
                  <c:v>45571.447222222218</c:v>
                </c:pt>
                <c:pt idx="65092">
                  <c:v>45554.695138888892</c:v>
                </c:pt>
                <c:pt idx="65093">
                  <c:v>45578.784722222219</c:v>
                </c:pt>
                <c:pt idx="65094">
                  <c:v>45578.926388888889</c:v>
                </c:pt>
                <c:pt idx="65095">
                  <c:v>45557.395138888889</c:v>
                </c:pt>
                <c:pt idx="65096">
                  <c:v>45579.454861111109</c:v>
                </c:pt>
                <c:pt idx="65097">
                  <c:v>45579.440972222219</c:v>
                </c:pt>
                <c:pt idx="65098">
                  <c:v>45579.411111111112</c:v>
                </c:pt>
                <c:pt idx="65099">
                  <c:v>45579.368750000001</c:v>
                </c:pt>
                <c:pt idx="65100">
                  <c:v>45570.810416666667</c:v>
                </c:pt>
                <c:pt idx="65101">
                  <c:v>45579.363194444442</c:v>
                </c:pt>
                <c:pt idx="65102">
                  <c:v>45579.311111111107</c:v>
                </c:pt>
                <c:pt idx="65103">
                  <c:v>45579.124305555553</c:v>
                </c:pt>
                <c:pt idx="65104">
                  <c:v>45579.088888888888</c:v>
                </c:pt>
                <c:pt idx="65105">
                  <c:v>45571.302777777782</c:v>
                </c:pt>
                <c:pt idx="65106">
                  <c:v>45557.356944444437</c:v>
                </c:pt>
                <c:pt idx="65107">
                  <c:v>45554.705555555563</c:v>
                </c:pt>
                <c:pt idx="65108">
                  <c:v>45579.040277777778</c:v>
                </c:pt>
                <c:pt idx="65109">
                  <c:v>45573.429861111108</c:v>
                </c:pt>
                <c:pt idx="65110">
                  <c:v>45568.561805555553</c:v>
                </c:pt>
                <c:pt idx="65111">
                  <c:v>45554.727777777778</c:v>
                </c:pt>
                <c:pt idx="65112">
                  <c:v>45578.936805555553</c:v>
                </c:pt>
                <c:pt idx="65113">
                  <c:v>45554.729861111111</c:v>
                </c:pt>
                <c:pt idx="65114">
                  <c:v>45570.939583333333</c:v>
                </c:pt>
                <c:pt idx="65115">
                  <c:v>45570.970833333333</c:v>
                </c:pt>
                <c:pt idx="65116">
                  <c:v>45566.984027777777</c:v>
                </c:pt>
                <c:pt idx="65117">
                  <c:v>45554.698611111111</c:v>
                </c:pt>
                <c:pt idx="65118">
                  <c:v>45567.430555555547</c:v>
                </c:pt>
                <c:pt idx="65119">
                  <c:v>45556.72152777778</c:v>
                </c:pt>
                <c:pt idx="65120">
                  <c:v>45576.718055555553</c:v>
                </c:pt>
                <c:pt idx="65121">
                  <c:v>45567.620833333327</c:v>
                </c:pt>
                <c:pt idx="65122">
                  <c:v>45572.836111111108</c:v>
                </c:pt>
                <c:pt idx="65123">
                  <c:v>45574.479861111111</c:v>
                </c:pt>
                <c:pt idx="65124">
                  <c:v>45574.47152777778</c:v>
                </c:pt>
                <c:pt idx="65125">
                  <c:v>45555.533333333333</c:v>
                </c:pt>
                <c:pt idx="65126">
                  <c:v>45555.897222222222</c:v>
                </c:pt>
                <c:pt idx="65127">
                  <c:v>45555.56527777778</c:v>
                </c:pt>
                <c:pt idx="65128">
                  <c:v>45574.448611111111</c:v>
                </c:pt>
                <c:pt idx="65129">
                  <c:v>45567.621527777781</c:v>
                </c:pt>
                <c:pt idx="65130">
                  <c:v>45555.575694444437</c:v>
                </c:pt>
                <c:pt idx="65131">
                  <c:v>45574.495138888888</c:v>
                </c:pt>
                <c:pt idx="65132">
                  <c:v>45574.445833333331</c:v>
                </c:pt>
                <c:pt idx="65133">
                  <c:v>45574.420138888891</c:v>
                </c:pt>
                <c:pt idx="65134">
                  <c:v>45574.415277777778</c:v>
                </c:pt>
                <c:pt idx="65135">
                  <c:v>45574.414583333331</c:v>
                </c:pt>
                <c:pt idx="65136">
                  <c:v>45555.874305555553</c:v>
                </c:pt>
                <c:pt idx="65137">
                  <c:v>45574.381944444453</c:v>
                </c:pt>
                <c:pt idx="65138">
                  <c:v>45574.352083333331</c:v>
                </c:pt>
                <c:pt idx="65139">
                  <c:v>45574.304166666669</c:v>
                </c:pt>
                <c:pt idx="65140">
                  <c:v>45555.584722222222</c:v>
                </c:pt>
                <c:pt idx="65141">
                  <c:v>45555.859722222223</c:v>
                </c:pt>
                <c:pt idx="65142">
                  <c:v>45555.585416666669</c:v>
                </c:pt>
                <c:pt idx="65143">
                  <c:v>45574.422222222223</c:v>
                </c:pt>
                <c:pt idx="65144">
                  <c:v>45574.290277777778</c:v>
                </c:pt>
                <c:pt idx="65145">
                  <c:v>45555.904861111107</c:v>
                </c:pt>
                <c:pt idx="65146">
                  <c:v>45572.830555555563</c:v>
                </c:pt>
                <c:pt idx="65147">
                  <c:v>45574.943055555559</c:v>
                </c:pt>
                <c:pt idx="65148">
                  <c:v>45574.932638888888</c:v>
                </c:pt>
                <c:pt idx="65149">
                  <c:v>45572.775000000001</c:v>
                </c:pt>
                <c:pt idx="65150">
                  <c:v>45574.890972222223</c:v>
                </c:pt>
                <c:pt idx="65151">
                  <c:v>45555.500694444447</c:v>
                </c:pt>
                <c:pt idx="65152">
                  <c:v>45574.829861111109</c:v>
                </c:pt>
                <c:pt idx="65153">
                  <c:v>45574.765277777777</c:v>
                </c:pt>
                <c:pt idx="65154">
                  <c:v>45572.779861111107</c:v>
                </c:pt>
                <c:pt idx="65155">
                  <c:v>45556.281944444447</c:v>
                </c:pt>
                <c:pt idx="65156">
                  <c:v>45574.73333333333</c:v>
                </c:pt>
                <c:pt idx="65157">
                  <c:v>45572.832638888889</c:v>
                </c:pt>
                <c:pt idx="65158">
                  <c:v>45574.673611111109</c:v>
                </c:pt>
                <c:pt idx="65159">
                  <c:v>45574.665972222218</c:v>
                </c:pt>
                <c:pt idx="65160">
                  <c:v>45572.786111111112</c:v>
                </c:pt>
                <c:pt idx="65161">
                  <c:v>45556.095833333333</c:v>
                </c:pt>
                <c:pt idx="65162">
                  <c:v>45572.789583333331</c:v>
                </c:pt>
                <c:pt idx="65163">
                  <c:v>45572.804861111108</c:v>
                </c:pt>
                <c:pt idx="65164">
                  <c:v>45555.992361111108</c:v>
                </c:pt>
                <c:pt idx="65165">
                  <c:v>45555.991666666669</c:v>
                </c:pt>
                <c:pt idx="65166">
                  <c:v>45846.52847222222</c:v>
                </c:pt>
                <c:pt idx="65167">
                  <c:v>45574.622916666667</c:v>
                </c:pt>
                <c:pt idx="65168">
                  <c:v>45574.589583333327</c:v>
                </c:pt>
                <c:pt idx="65169">
                  <c:v>45572.78402777778</c:v>
                </c:pt>
                <c:pt idx="65170">
                  <c:v>45575.123611111107</c:v>
                </c:pt>
                <c:pt idx="65171">
                  <c:v>45574.279166666667</c:v>
                </c:pt>
                <c:pt idx="65172">
                  <c:v>45572.87222222222</c:v>
                </c:pt>
                <c:pt idx="65173">
                  <c:v>45573.75</c:v>
                </c:pt>
                <c:pt idx="65174">
                  <c:v>45555.645138888889</c:v>
                </c:pt>
                <c:pt idx="65175">
                  <c:v>45567.763888888891</c:v>
                </c:pt>
                <c:pt idx="65176">
                  <c:v>45555.724999999999</c:v>
                </c:pt>
                <c:pt idx="65177">
                  <c:v>45573.720138888893</c:v>
                </c:pt>
                <c:pt idx="65178">
                  <c:v>45555.647916666669</c:v>
                </c:pt>
                <c:pt idx="65179">
                  <c:v>45573.685416666667</c:v>
                </c:pt>
                <c:pt idx="65180">
                  <c:v>45573.331250000003</c:v>
                </c:pt>
                <c:pt idx="65181">
                  <c:v>45573.663888888892</c:v>
                </c:pt>
                <c:pt idx="65182">
                  <c:v>45573.65</c:v>
                </c:pt>
                <c:pt idx="65183">
                  <c:v>45573.805555555547</c:v>
                </c:pt>
                <c:pt idx="65184">
                  <c:v>45573.609027777777</c:v>
                </c:pt>
                <c:pt idx="65185">
                  <c:v>45573.570138888892</c:v>
                </c:pt>
                <c:pt idx="65186">
                  <c:v>45555.654861111107</c:v>
                </c:pt>
                <c:pt idx="65187">
                  <c:v>45573.496527777781</c:v>
                </c:pt>
                <c:pt idx="65188">
                  <c:v>45573.34375</c:v>
                </c:pt>
                <c:pt idx="65189">
                  <c:v>45573.45208333333</c:v>
                </c:pt>
                <c:pt idx="65190">
                  <c:v>45555.661111111112</c:v>
                </c:pt>
                <c:pt idx="65191">
                  <c:v>45573.439583333333</c:v>
                </c:pt>
                <c:pt idx="65192">
                  <c:v>45555.65625</c:v>
                </c:pt>
                <c:pt idx="65193">
                  <c:v>45573.436111111107</c:v>
                </c:pt>
                <c:pt idx="65194">
                  <c:v>45555.658333333333</c:v>
                </c:pt>
                <c:pt idx="65195">
                  <c:v>45573.583333333343</c:v>
                </c:pt>
                <c:pt idx="65196">
                  <c:v>45555.851388888892</c:v>
                </c:pt>
                <c:pt idx="65197">
                  <c:v>45573.228472222218</c:v>
                </c:pt>
                <c:pt idx="65198">
                  <c:v>45555.732638888891</c:v>
                </c:pt>
                <c:pt idx="65199">
                  <c:v>45572.900694444441</c:v>
                </c:pt>
                <c:pt idx="65200">
                  <c:v>45574.255555555559</c:v>
                </c:pt>
                <c:pt idx="65201">
                  <c:v>45555.838888888888</c:v>
                </c:pt>
                <c:pt idx="65202">
                  <c:v>45567.661111111112</c:v>
                </c:pt>
                <c:pt idx="65203">
                  <c:v>45555.806250000001</c:v>
                </c:pt>
                <c:pt idx="65204">
                  <c:v>45572.902777777781</c:v>
                </c:pt>
                <c:pt idx="65205">
                  <c:v>45555.593055555553</c:v>
                </c:pt>
                <c:pt idx="65206">
                  <c:v>45572.907638888893</c:v>
                </c:pt>
                <c:pt idx="65207">
                  <c:v>45572.9375</c:v>
                </c:pt>
                <c:pt idx="65208">
                  <c:v>45574.232638888891</c:v>
                </c:pt>
                <c:pt idx="65209">
                  <c:v>45555.621527777781</c:v>
                </c:pt>
                <c:pt idx="65210">
                  <c:v>45555.776388888888</c:v>
                </c:pt>
                <c:pt idx="65211">
                  <c:v>45555.593055555553</c:v>
                </c:pt>
                <c:pt idx="65212">
                  <c:v>45573.911805555559</c:v>
                </c:pt>
                <c:pt idx="65213">
                  <c:v>45572.997916666667</c:v>
                </c:pt>
                <c:pt idx="65214">
                  <c:v>45573.14166666667</c:v>
                </c:pt>
                <c:pt idx="65215">
                  <c:v>45573.896527777782</c:v>
                </c:pt>
                <c:pt idx="65216">
                  <c:v>45555.763194444437</c:v>
                </c:pt>
                <c:pt idx="65217">
                  <c:v>45573.885416666657</c:v>
                </c:pt>
                <c:pt idx="65218">
                  <c:v>45573.854166666657</c:v>
                </c:pt>
                <c:pt idx="65219">
                  <c:v>45555.753472222219</c:v>
                </c:pt>
                <c:pt idx="65220">
                  <c:v>45555.743750000001</c:v>
                </c:pt>
                <c:pt idx="65221">
                  <c:v>45573.990972222222</c:v>
                </c:pt>
                <c:pt idx="65222">
                  <c:v>45566.829861111109</c:v>
                </c:pt>
                <c:pt idx="65223">
                  <c:v>45575.405555555553</c:v>
                </c:pt>
                <c:pt idx="65224">
                  <c:v>45575.45416666667</c:v>
                </c:pt>
                <c:pt idx="65225">
                  <c:v>45576.461805555547</c:v>
                </c:pt>
                <c:pt idx="65226">
                  <c:v>45576.45</c:v>
                </c:pt>
                <c:pt idx="65227">
                  <c:v>45576.439583333333</c:v>
                </c:pt>
                <c:pt idx="65228">
                  <c:v>45568.188194444447</c:v>
                </c:pt>
                <c:pt idx="65229">
                  <c:v>45556.644444444442</c:v>
                </c:pt>
                <c:pt idx="65230">
                  <c:v>45576.413888888892</c:v>
                </c:pt>
                <c:pt idx="65231">
                  <c:v>45576.40625</c:v>
                </c:pt>
                <c:pt idx="65232">
                  <c:v>45555.402083333327</c:v>
                </c:pt>
                <c:pt idx="65233">
                  <c:v>45572.5</c:v>
                </c:pt>
                <c:pt idx="65234">
                  <c:v>45572.5</c:v>
                </c:pt>
                <c:pt idx="65235">
                  <c:v>45556.665972222218</c:v>
                </c:pt>
                <c:pt idx="65236">
                  <c:v>45556.588194444441</c:v>
                </c:pt>
                <c:pt idx="65237">
                  <c:v>45567.982638888891</c:v>
                </c:pt>
                <c:pt idx="65238">
                  <c:v>45556.584722222222</c:v>
                </c:pt>
                <c:pt idx="65239">
                  <c:v>45576.011111111111</c:v>
                </c:pt>
                <c:pt idx="65240">
                  <c:v>45575.991666666669</c:v>
                </c:pt>
                <c:pt idx="65241">
                  <c:v>45556.581944444442</c:v>
                </c:pt>
                <c:pt idx="65242">
                  <c:v>45567.504166666673</c:v>
                </c:pt>
                <c:pt idx="65243">
                  <c:v>45556.552083333343</c:v>
                </c:pt>
                <c:pt idx="65244">
                  <c:v>45575.929861111108</c:v>
                </c:pt>
                <c:pt idx="65245">
                  <c:v>45556.547222222223</c:v>
                </c:pt>
                <c:pt idx="65246">
                  <c:v>45567.95416666667</c:v>
                </c:pt>
                <c:pt idx="65247">
                  <c:v>45576.027083333327</c:v>
                </c:pt>
                <c:pt idx="65248">
                  <c:v>45572.502083333333</c:v>
                </c:pt>
                <c:pt idx="65249">
                  <c:v>45576.469444444447</c:v>
                </c:pt>
                <c:pt idx="65250">
                  <c:v>45568.215277777781</c:v>
                </c:pt>
                <c:pt idx="65251">
                  <c:v>45576.709027777782</c:v>
                </c:pt>
                <c:pt idx="65252">
                  <c:v>45576.643750000003</c:v>
                </c:pt>
                <c:pt idx="65253">
                  <c:v>45576.602083333331</c:v>
                </c:pt>
                <c:pt idx="65254">
                  <c:v>45576.576388888891</c:v>
                </c:pt>
                <c:pt idx="65255">
                  <c:v>45576.563194444447</c:v>
                </c:pt>
                <c:pt idx="65256">
                  <c:v>45555.3125</c:v>
                </c:pt>
                <c:pt idx="65257">
                  <c:v>45576.556944444441</c:v>
                </c:pt>
                <c:pt idx="65258">
                  <c:v>45576.547222222223</c:v>
                </c:pt>
                <c:pt idx="65259">
                  <c:v>45566.410416666673</c:v>
                </c:pt>
                <c:pt idx="65260">
                  <c:v>45567.441666666673</c:v>
                </c:pt>
                <c:pt idx="65261">
                  <c:v>45555.386805555558</c:v>
                </c:pt>
                <c:pt idx="65262">
                  <c:v>45572.42083333333</c:v>
                </c:pt>
                <c:pt idx="65263">
                  <c:v>45555.340277777781</c:v>
                </c:pt>
                <c:pt idx="65264">
                  <c:v>45572.433333333327</c:v>
                </c:pt>
                <c:pt idx="65265">
                  <c:v>45567.450694444437</c:v>
                </c:pt>
                <c:pt idx="65266">
                  <c:v>45555.350694444453</c:v>
                </c:pt>
                <c:pt idx="65267">
                  <c:v>45572.462500000001</c:v>
                </c:pt>
                <c:pt idx="65268">
                  <c:v>45572.46597222222</c:v>
                </c:pt>
                <c:pt idx="65269">
                  <c:v>45567.469444444447</c:v>
                </c:pt>
                <c:pt idx="65270">
                  <c:v>45572.472916666673</c:v>
                </c:pt>
                <c:pt idx="65271">
                  <c:v>45555.370138888888</c:v>
                </c:pt>
                <c:pt idx="65272">
                  <c:v>45567.481944444437</c:v>
                </c:pt>
                <c:pt idx="65273">
                  <c:v>45576.53125</c:v>
                </c:pt>
                <c:pt idx="65274">
                  <c:v>45575.452777777777</c:v>
                </c:pt>
                <c:pt idx="65275">
                  <c:v>45575.907638888893</c:v>
                </c:pt>
                <c:pt idx="65276">
                  <c:v>45691.665972222218</c:v>
                </c:pt>
                <c:pt idx="65277">
                  <c:v>45575.709027777782</c:v>
                </c:pt>
                <c:pt idx="65278">
                  <c:v>45575.618750000001</c:v>
                </c:pt>
                <c:pt idx="65279">
                  <c:v>45572.584722222222</c:v>
                </c:pt>
                <c:pt idx="65280">
                  <c:v>45575.606249999997</c:v>
                </c:pt>
                <c:pt idx="65281">
                  <c:v>45556.431944444441</c:v>
                </c:pt>
                <c:pt idx="65282">
                  <c:v>45572.611111111109</c:v>
                </c:pt>
                <c:pt idx="65283">
                  <c:v>45575.597222222219</c:v>
                </c:pt>
                <c:pt idx="65284">
                  <c:v>45572.624305555553</c:v>
                </c:pt>
                <c:pt idx="65285">
                  <c:v>45572.631249999999</c:v>
                </c:pt>
                <c:pt idx="65286">
                  <c:v>45575.567361111112</c:v>
                </c:pt>
                <c:pt idx="65287">
                  <c:v>45575.728472222218</c:v>
                </c:pt>
                <c:pt idx="65288">
                  <c:v>45575.515972222223</c:v>
                </c:pt>
                <c:pt idx="65289">
                  <c:v>45567.856944444437</c:v>
                </c:pt>
                <c:pt idx="65290">
                  <c:v>45572.745138888888</c:v>
                </c:pt>
                <c:pt idx="65291">
                  <c:v>45572.763888888891</c:v>
                </c:pt>
                <c:pt idx="65292">
                  <c:v>45556.392361111109</c:v>
                </c:pt>
                <c:pt idx="65293">
                  <c:v>45556.390972222223</c:v>
                </c:pt>
                <c:pt idx="65294">
                  <c:v>45567.833333333343</c:v>
                </c:pt>
                <c:pt idx="65295">
                  <c:v>45575.493750000001</c:v>
                </c:pt>
                <c:pt idx="65296">
                  <c:v>45556.380555555559</c:v>
                </c:pt>
                <c:pt idx="65297">
                  <c:v>45575.488194444442</c:v>
                </c:pt>
                <c:pt idx="65298">
                  <c:v>45575.457638888889</c:v>
                </c:pt>
                <c:pt idx="65299">
                  <c:v>45567.866666666669</c:v>
                </c:pt>
                <c:pt idx="65300">
                  <c:v>45575.897916666669</c:v>
                </c:pt>
                <c:pt idx="65301">
                  <c:v>45556.45</c:v>
                </c:pt>
                <c:pt idx="65302">
                  <c:v>45575.751388888893</c:v>
                </c:pt>
                <c:pt idx="65303">
                  <c:v>45556.513194444437</c:v>
                </c:pt>
                <c:pt idx="65304">
                  <c:v>45572.51458333333</c:v>
                </c:pt>
                <c:pt idx="65305">
                  <c:v>45575.884722222218</c:v>
                </c:pt>
                <c:pt idx="65306">
                  <c:v>45572.527777777781</c:v>
                </c:pt>
                <c:pt idx="65307">
                  <c:v>45572.53125</c:v>
                </c:pt>
                <c:pt idx="65308">
                  <c:v>45572.536111111112</c:v>
                </c:pt>
                <c:pt idx="65309">
                  <c:v>45572.547222222223</c:v>
                </c:pt>
                <c:pt idx="65310">
                  <c:v>45575.864583333343</c:v>
                </c:pt>
                <c:pt idx="65311">
                  <c:v>45555.438194444447</c:v>
                </c:pt>
                <c:pt idx="65312">
                  <c:v>45575.850694444453</c:v>
                </c:pt>
                <c:pt idx="65313">
                  <c:v>45572.579861111109</c:v>
                </c:pt>
                <c:pt idx="65314">
                  <c:v>45556.491666666669</c:v>
                </c:pt>
                <c:pt idx="65315">
                  <c:v>45575.821527777778</c:v>
                </c:pt>
                <c:pt idx="65316">
                  <c:v>45555.448611111111</c:v>
                </c:pt>
                <c:pt idx="65317">
                  <c:v>45572.554166666669</c:v>
                </c:pt>
                <c:pt idx="65318">
                  <c:v>45572.573611111111</c:v>
                </c:pt>
                <c:pt idx="65319">
                  <c:v>45556.461111111108</c:v>
                </c:pt>
                <c:pt idx="65320">
                  <c:v>45556.456250000003</c:v>
                </c:pt>
                <c:pt idx="65321">
                  <c:v>45575.804166666669</c:v>
                </c:pt>
                <c:pt idx="65322">
                  <c:v>45567.886805555558</c:v>
                </c:pt>
                <c:pt idx="65323">
                  <c:v>45575.804166666669</c:v>
                </c:pt>
                <c:pt idx="65324">
                  <c:v>45575.754166666673</c:v>
                </c:pt>
                <c:pt idx="65325">
                  <c:v>45575.840277777781</c:v>
                </c:pt>
                <c:pt idx="65326">
                  <c:v>45557.586805555547</c:v>
                </c:pt>
                <c:pt idx="65327">
                  <c:v>45573.414583333331</c:v>
                </c:pt>
                <c:pt idx="65328">
                  <c:v>45581.254166666673</c:v>
                </c:pt>
                <c:pt idx="65329">
                  <c:v>45581.828472222223</c:v>
                </c:pt>
                <c:pt idx="65330">
                  <c:v>45558.282638888893</c:v>
                </c:pt>
                <c:pt idx="65331">
                  <c:v>45554.420138888891</c:v>
                </c:pt>
                <c:pt idx="65332">
                  <c:v>45554.424305555563</c:v>
                </c:pt>
                <c:pt idx="65333">
                  <c:v>45581.845138888893</c:v>
                </c:pt>
                <c:pt idx="65334">
                  <c:v>45557.820138888892</c:v>
                </c:pt>
                <c:pt idx="65335">
                  <c:v>45558.313888888893</c:v>
                </c:pt>
                <c:pt idx="65336">
                  <c:v>45580.890972222223</c:v>
                </c:pt>
                <c:pt idx="65337">
                  <c:v>45569.664583333331</c:v>
                </c:pt>
                <c:pt idx="65338">
                  <c:v>45558.323611111111</c:v>
                </c:pt>
                <c:pt idx="65339">
                  <c:v>45557.814583333333</c:v>
                </c:pt>
                <c:pt idx="65340">
                  <c:v>45569.686805555553</c:v>
                </c:pt>
                <c:pt idx="65341">
                  <c:v>45566.444444444453</c:v>
                </c:pt>
                <c:pt idx="65342">
                  <c:v>45580.865277777782</c:v>
                </c:pt>
                <c:pt idx="65343">
                  <c:v>45581.873611111107</c:v>
                </c:pt>
                <c:pt idx="65344">
                  <c:v>45569.693749999999</c:v>
                </c:pt>
                <c:pt idx="65345">
                  <c:v>45569.67083333333</c:v>
                </c:pt>
                <c:pt idx="65346">
                  <c:v>45569.739583333343</c:v>
                </c:pt>
                <c:pt idx="65347">
                  <c:v>45558.275694444441</c:v>
                </c:pt>
                <c:pt idx="65348">
                  <c:v>45581.827777777777</c:v>
                </c:pt>
                <c:pt idx="65349">
                  <c:v>45581.806944444441</c:v>
                </c:pt>
                <c:pt idx="65350">
                  <c:v>45580.954861111109</c:v>
                </c:pt>
                <c:pt idx="65351">
                  <c:v>45568.717361111107</c:v>
                </c:pt>
                <c:pt idx="65352">
                  <c:v>45580.938194444447</c:v>
                </c:pt>
                <c:pt idx="65353">
                  <c:v>45558.270138888889</c:v>
                </c:pt>
                <c:pt idx="65354">
                  <c:v>45580.914583333331</c:v>
                </c:pt>
                <c:pt idx="65355">
                  <c:v>45665.551388888889</c:v>
                </c:pt>
                <c:pt idx="65356">
                  <c:v>45569.65902777778</c:v>
                </c:pt>
                <c:pt idx="65357">
                  <c:v>45569.625</c:v>
                </c:pt>
                <c:pt idx="65358">
                  <c:v>45557.847916666673</c:v>
                </c:pt>
                <c:pt idx="65359">
                  <c:v>45557.845833333333</c:v>
                </c:pt>
                <c:pt idx="65360">
                  <c:v>45569.65625</c:v>
                </c:pt>
                <c:pt idx="65361">
                  <c:v>45568.799305555563</c:v>
                </c:pt>
                <c:pt idx="65362">
                  <c:v>45554.05972222222</c:v>
                </c:pt>
                <c:pt idx="65363">
                  <c:v>45581.823611111111</c:v>
                </c:pt>
                <c:pt idx="65364">
                  <c:v>45557.84375</c:v>
                </c:pt>
                <c:pt idx="65365">
                  <c:v>45569.628472222219</c:v>
                </c:pt>
                <c:pt idx="65366">
                  <c:v>45569.761111111111</c:v>
                </c:pt>
                <c:pt idx="65367">
                  <c:v>45580.855555555558</c:v>
                </c:pt>
                <c:pt idx="65368">
                  <c:v>45292.023611111108</c:v>
                </c:pt>
                <c:pt idx="65369">
                  <c:v>45554.435416666667</c:v>
                </c:pt>
                <c:pt idx="65370">
                  <c:v>45580.790972222218</c:v>
                </c:pt>
                <c:pt idx="65371">
                  <c:v>45558.357638888891</c:v>
                </c:pt>
                <c:pt idx="65372">
                  <c:v>45558.361111111109</c:v>
                </c:pt>
                <c:pt idx="65373">
                  <c:v>45582.07916666667</c:v>
                </c:pt>
                <c:pt idx="65374">
                  <c:v>45568.839583333327</c:v>
                </c:pt>
                <c:pt idx="65375">
                  <c:v>45553.959722222222</c:v>
                </c:pt>
                <c:pt idx="65376">
                  <c:v>45569.865277777782</c:v>
                </c:pt>
                <c:pt idx="65377">
                  <c:v>45569.409722222219</c:v>
                </c:pt>
                <c:pt idx="65378">
                  <c:v>45580.78402777778</c:v>
                </c:pt>
                <c:pt idx="65379">
                  <c:v>45580.749305555553</c:v>
                </c:pt>
                <c:pt idx="65380">
                  <c:v>45569.917361111111</c:v>
                </c:pt>
                <c:pt idx="65381">
                  <c:v>45557.779166666667</c:v>
                </c:pt>
                <c:pt idx="65382">
                  <c:v>45580.732638888891</c:v>
                </c:pt>
                <c:pt idx="65383">
                  <c:v>45553.959722222222</c:v>
                </c:pt>
                <c:pt idx="65384">
                  <c:v>45557.774305555547</c:v>
                </c:pt>
                <c:pt idx="65385">
                  <c:v>45580.78402777778</c:v>
                </c:pt>
                <c:pt idx="65386">
                  <c:v>45566.510416666657</c:v>
                </c:pt>
                <c:pt idx="65387">
                  <c:v>45582.03125</c:v>
                </c:pt>
                <c:pt idx="65388">
                  <c:v>45580.793055555558</c:v>
                </c:pt>
                <c:pt idx="65389">
                  <c:v>45581.900694444441</c:v>
                </c:pt>
                <c:pt idx="65390">
                  <c:v>45569.424305555563</c:v>
                </c:pt>
                <c:pt idx="65391">
                  <c:v>45569.777083333327</c:v>
                </c:pt>
                <c:pt idx="65392">
                  <c:v>45568.668749999997</c:v>
                </c:pt>
                <c:pt idx="65393">
                  <c:v>45568.807638888888</c:v>
                </c:pt>
                <c:pt idx="65394">
                  <c:v>45581.958333333343</c:v>
                </c:pt>
                <c:pt idx="65395">
                  <c:v>45569.782638888893</c:v>
                </c:pt>
                <c:pt idx="65396">
                  <c:v>45554.427777777782</c:v>
                </c:pt>
                <c:pt idx="65397">
                  <c:v>45558.354861111111</c:v>
                </c:pt>
                <c:pt idx="65398">
                  <c:v>45568.821527777778</c:v>
                </c:pt>
                <c:pt idx="65399">
                  <c:v>45568.661111111112</c:v>
                </c:pt>
                <c:pt idx="65400">
                  <c:v>45568.649305555547</c:v>
                </c:pt>
                <c:pt idx="65401">
                  <c:v>45569.783333333333</c:v>
                </c:pt>
                <c:pt idx="65402">
                  <c:v>45580.804166666669</c:v>
                </c:pt>
                <c:pt idx="65403">
                  <c:v>45569.786805555559</c:v>
                </c:pt>
                <c:pt idx="65404">
                  <c:v>45581.970833333333</c:v>
                </c:pt>
                <c:pt idx="65405">
                  <c:v>45568.831944444442</c:v>
                </c:pt>
                <c:pt idx="65406">
                  <c:v>45568.720138888893</c:v>
                </c:pt>
                <c:pt idx="65407">
                  <c:v>45580.962500000001</c:v>
                </c:pt>
                <c:pt idx="65408">
                  <c:v>45580.986805555563</c:v>
                </c:pt>
                <c:pt idx="65409">
                  <c:v>45569.625</c:v>
                </c:pt>
                <c:pt idx="65410">
                  <c:v>45557.932638888888</c:v>
                </c:pt>
                <c:pt idx="65411">
                  <c:v>45569.447916666657</c:v>
                </c:pt>
                <c:pt idx="65412">
                  <c:v>45569.473611111112</c:v>
                </c:pt>
                <c:pt idx="65413">
                  <c:v>45569.475694444453</c:v>
                </c:pt>
                <c:pt idx="65414">
                  <c:v>45566.493750000001</c:v>
                </c:pt>
                <c:pt idx="65415">
                  <c:v>45558.145833333343</c:v>
                </c:pt>
                <c:pt idx="65416">
                  <c:v>45581.465277777781</c:v>
                </c:pt>
                <c:pt idx="65417">
                  <c:v>45568.747916666667</c:v>
                </c:pt>
                <c:pt idx="65418">
                  <c:v>45581.627083333333</c:v>
                </c:pt>
                <c:pt idx="65419">
                  <c:v>45581.43472222222</c:v>
                </c:pt>
                <c:pt idx="65420">
                  <c:v>45581.40625</c:v>
                </c:pt>
                <c:pt idx="65421">
                  <c:v>45581.405555555553</c:v>
                </c:pt>
                <c:pt idx="65422">
                  <c:v>45566.486805555563</c:v>
                </c:pt>
                <c:pt idx="65423">
                  <c:v>45569.443055555559</c:v>
                </c:pt>
                <c:pt idx="65424">
                  <c:v>45581.638888888891</c:v>
                </c:pt>
                <c:pt idx="65425">
                  <c:v>45568.745833333327</c:v>
                </c:pt>
                <c:pt idx="65426">
                  <c:v>45557.908333333333</c:v>
                </c:pt>
                <c:pt idx="65427">
                  <c:v>45554.370138888888</c:v>
                </c:pt>
                <c:pt idx="65428">
                  <c:v>45554.207638888889</c:v>
                </c:pt>
                <c:pt idx="65429">
                  <c:v>45566.561111111107</c:v>
                </c:pt>
                <c:pt idx="65430">
                  <c:v>45558.039583333331</c:v>
                </c:pt>
                <c:pt idx="65431">
                  <c:v>45554.342361111107</c:v>
                </c:pt>
                <c:pt idx="65432">
                  <c:v>45581.563194444447</c:v>
                </c:pt>
                <c:pt idx="65433">
                  <c:v>45568.759027777778</c:v>
                </c:pt>
                <c:pt idx="65434">
                  <c:v>45558.017361111109</c:v>
                </c:pt>
                <c:pt idx="65435">
                  <c:v>45554.353472222218</c:v>
                </c:pt>
                <c:pt idx="65436">
                  <c:v>45557.997916666667</c:v>
                </c:pt>
                <c:pt idx="65437">
                  <c:v>45568.756249999999</c:v>
                </c:pt>
                <c:pt idx="65438">
                  <c:v>45568.76458333333</c:v>
                </c:pt>
                <c:pt idx="65439">
                  <c:v>45569.449305555558</c:v>
                </c:pt>
                <c:pt idx="65440">
                  <c:v>45581.55972222222</c:v>
                </c:pt>
                <c:pt idx="65441">
                  <c:v>45566.534722222219</c:v>
                </c:pt>
                <c:pt idx="65442">
                  <c:v>45581.527777777781</c:v>
                </c:pt>
                <c:pt idx="65443">
                  <c:v>45581.469444444447</c:v>
                </c:pt>
                <c:pt idx="65444">
                  <c:v>45566.554861111108</c:v>
                </c:pt>
                <c:pt idx="65445">
                  <c:v>45554.208333333343</c:v>
                </c:pt>
                <c:pt idx="65446">
                  <c:v>45581.625694444447</c:v>
                </c:pt>
                <c:pt idx="65447">
                  <c:v>45581.664583333331</c:v>
                </c:pt>
                <c:pt idx="65448">
                  <c:v>45580.707638888889</c:v>
                </c:pt>
                <c:pt idx="65449">
                  <c:v>45581.400694444441</c:v>
                </c:pt>
                <c:pt idx="65450">
                  <c:v>45568.781944444447</c:v>
                </c:pt>
                <c:pt idx="65451">
                  <c:v>45581.029861111107</c:v>
                </c:pt>
                <c:pt idx="65452">
                  <c:v>45581.020138888889</c:v>
                </c:pt>
                <c:pt idx="65453">
                  <c:v>45554.397916666669</c:v>
                </c:pt>
                <c:pt idx="65454">
                  <c:v>45568.736111111109</c:v>
                </c:pt>
                <c:pt idx="65455">
                  <c:v>45557.854861111111</c:v>
                </c:pt>
                <c:pt idx="65456">
                  <c:v>45569.59375</c:v>
                </c:pt>
                <c:pt idx="65457">
                  <c:v>45569.602083333331</c:v>
                </c:pt>
                <c:pt idx="65458">
                  <c:v>45581.168055555558</c:v>
                </c:pt>
                <c:pt idx="65459">
                  <c:v>45581.772916666669</c:v>
                </c:pt>
                <c:pt idx="65460">
                  <c:v>45566.666666666657</c:v>
                </c:pt>
                <c:pt idx="65461">
                  <c:v>45554.129861111112</c:v>
                </c:pt>
                <c:pt idx="65462">
                  <c:v>45566.451388888891</c:v>
                </c:pt>
                <c:pt idx="65463">
                  <c:v>45581.015277777777</c:v>
                </c:pt>
                <c:pt idx="65464">
                  <c:v>45581.799305555563</c:v>
                </c:pt>
                <c:pt idx="65465">
                  <c:v>45554.407638888893</c:v>
                </c:pt>
                <c:pt idx="65466">
                  <c:v>45554.086805555547</c:v>
                </c:pt>
                <c:pt idx="65467">
                  <c:v>45569.429166666669</c:v>
                </c:pt>
                <c:pt idx="65468">
                  <c:v>45557.602777777778</c:v>
                </c:pt>
                <c:pt idx="65469">
                  <c:v>45581.28125</c:v>
                </c:pt>
                <c:pt idx="65470">
                  <c:v>45557.884722222218</c:v>
                </c:pt>
                <c:pt idx="65471">
                  <c:v>45554.143750000003</c:v>
                </c:pt>
                <c:pt idx="65472">
                  <c:v>45557.904861111107</c:v>
                </c:pt>
                <c:pt idx="65473">
                  <c:v>45581.38958333333</c:v>
                </c:pt>
                <c:pt idx="65474">
                  <c:v>45581.726388888892</c:v>
                </c:pt>
                <c:pt idx="65475">
                  <c:v>45558.20208333333</c:v>
                </c:pt>
                <c:pt idx="65476">
                  <c:v>45581.386111111111</c:v>
                </c:pt>
                <c:pt idx="65477">
                  <c:v>45569.477083333331</c:v>
                </c:pt>
                <c:pt idx="65478">
                  <c:v>45566.474305555559</c:v>
                </c:pt>
                <c:pt idx="65479">
                  <c:v>45581.34097222222</c:v>
                </c:pt>
                <c:pt idx="65480">
                  <c:v>45557.888888888891</c:v>
                </c:pt>
                <c:pt idx="65481">
                  <c:v>45568.737500000003</c:v>
                </c:pt>
                <c:pt idx="65482">
                  <c:v>45566.473611111112</c:v>
                </c:pt>
                <c:pt idx="65483">
                  <c:v>45728.728472222218</c:v>
                </c:pt>
                <c:pt idx="65484">
                  <c:v>45569.520833333343</c:v>
                </c:pt>
                <c:pt idx="65485">
                  <c:v>45566.458333333343</c:v>
                </c:pt>
                <c:pt idx="65486">
                  <c:v>45569.57708333333</c:v>
                </c:pt>
                <c:pt idx="65487">
                  <c:v>45566.595138888893</c:v>
                </c:pt>
                <c:pt idx="65488">
                  <c:v>45581.724999999999</c:v>
                </c:pt>
                <c:pt idx="65489">
                  <c:v>45580.6875</c:v>
                </c:pt>
                <c:pt idx="65490">
                  <c:v>45554.285416666673</c:v>
                </c:pt>
                <c:pt idx="65491">
                  <c:v>45557.763888888891</c:v>
                </c:pt>
                <c:pt idx="65492">
                  <c:v>45557.643055555563</c:v>
                </c:pt>
                <c:pt idx="65493">
                  <c:v>45553.884722222218</c:v>
                </c:pt>
                <c:pt idx="65494">
                  <c:v>45558.440972222219</c:v>
                </c:pt>
                <c:pt idx="65495">
                  <c:v>45570.320138888892</c:v>
                </c:pt>
                <c:pt idx="65496">
                  <c:v>45580.5</c:v>
                </c:pt>
                <c:pt idx="65497">
                  <c:v>45566.790972222218</c:v>
                </c:pt>
                <c:pt idx="65498">
                  <c:v>45557.7</c:v>
                </c:pt>
                <c:pt idx="65499">
                  <c:v>45570.134027777778</c:v>
                </c:pt>
                <c:pt idx="65500">
                  <c:v>45570.072222222218</c:v>
                </c:pt>
                <c:pt idx="65501">
                  <c:v>45580.433333333327</c:v>
                </c:pt>
                <c:pt idx="65502">
                  <c:v>45554.584722222222</c:v>
                </c:pt>
                <c:pt idx="65503">
                  <c:v>45566.750694444447</c:v>
                </c:pt>
                <c:pt idx="65504">
                  <c:v>45582.435416666667</c:v>
                </c:pt>
                <c:pt idx="65505">
                  <c:v>45557.705555555563</c:v>
                </c:pt>
                <c:pt idx="65506">
                  <c:v>45582.543749999997</c:v>
                </c:pt>
                <c:pt idx="65507">
                  <c:v>45568.602777777778</c:v>
                </c:pt>
                <c:pt idx="65508">
                  <c:v>45580.538888888892</c:v>
                </c:pt>
                <c:pt idx="65509">
                  <c:v>45558.459722222222</c:v>
                </c:pt>
                <c:pt idx="65510">
                  <c:v>45569.363888888889</c:v>
                </c:pt>
                <c:pt idx="65511">
                  <c:v>45582.425000000003</c:v>
                </c:pt>
                <c:pt idx="65512">
                  <c:v>45557.725694444453</c:v>
                </c:pt>
                <c:pt idx="65513">
                  <c:v>45582.419444444437</c:v>
                </c:pt>
                <c:pt idx="65514">
                  <c:v>45554.589583333327</c:v>
                </c:pt>
                <c:pt idx="65515">
                  <c:v>45570.486111111109</c:v>
                </c:pt>
                <c:pt idx="65516">
                  <c:v>45566.42291666667</c:v>
                </c:pt>
                <c:pt idx="65517">
                  <c:v>45570.447222222218</c:v>
                </c:pt>
                <c:pt idx="65518">
                  <c:v>45582.549305555563</c:v>
                </c:pt>
                <c:pt idx="65519">
                  <c:v>45554.571527777778</c:v>
                </c:pt>
                <c:pt idx="65520">
                  <c:v>45558.456250000003</c:v>
                </c:pt>
                <c:pt idx="65521">
                  <c:v>45570.425000000003</c:v>
                </c:pt>
                <c:pt idx="65522">
                  <c:v>45557.655555555553</c:v>
                </c:pt>
                <c:pt idx="65523">
                  <c:v>45557.655555555553</c:v>
                </c:pt>
                <c:pt idx="65524">
                  <c:v>45553.88958333333</c:v>
                </c:pt>
                <c:pt idx="65525">
                  <c:v>45582.507638888892</c:v>
                </c:pt>
                <c:pt idx="65526">
                  <c:v>45557.676388888889</c:v>
                </c:pt>
                <c:pt idx="65527">
                  <c:v>45582.512499999997</c:v>
                </c:pt>
                <c:pt idx="65528">
                  <c:v>45569.343055555553</c:v>
                </c:pt>
                <c:pt idx="65529">
                  <c:v>45580.478472222218</c:v>
                </c:pt>
                <c:pt idx="65530">
                  <c:v>45580.461111111108</c:v>
                </c:pt>
                <c:pt idx="65531">
                  <c:v>45558.447222222218</c:v>
                </c:pt>
                <c:pt idx="65532">
                  <c:v>45570.446527777778</c:v>
                </c:pt>
                <c:pt idx="65533">
                  <c:v>45553.888888888891</c:v>
                </c:pt>
                <c:pt idx="65534">
                  <c:v>45557.6875</c:v>
                </c:pt>
                <c:pt idx="65535">
                  <c:v>45580.499305555553</c:v>
                </c:pt>
                <c:pt idx="65536">
                  <c:v>45557.645138888889</c:v>
                </c:pt>
                <c:pt idx="65537">
                  <c:v>45570.407638888893</c:v>
                </c:pt>
                <c:pt idx="65538">
                  <c:v>45568.612500000003</c:v>
                </c:pt>
                <c:pt idx="65539">
                  <c:v>45570.376388888893</c:v>
                </c:pt>
                <c:pt idx="65540">
                  <c:v>45568.853472222218</c:v>
                </c:pt>
                <c:pt idx="65541">
                  <c:v>45672.993055555547</c:v>
                </c:pt>
                <c:pt idx="65542">
                  <c:v>45582.475694444453</c:v>
                </c:pt>
                <c:pt idx="65543">
                  <c:v>45580.455555555563</c:v>
                </c:pt>
                <c:pt idx="65544">
                  <c:v>45570.325694444437</c:v>
                </c:pt>
                <c:pt idx="65545">
                  <c:v>45566.755555555559</c:v>
                </c:pt>
                <c:pt idx="65546">
                  <c:v>45558.457638888889</c:v>
                </c:pt>
                <c:pt idx="65547">
                  <c:v>45582.584027777782</c:v>
                </c:pt>
                <c:pt idx="65548">
                  <c:v>45557.729166666657</c:v>
                </c:pt>
                <c:pt idx="65549">
                  <c:v>45553.883333333331</c:v>
                </c:pt>
                <c:pt idx="65550">
                  <c:v>45554.595833333333</c:v>
                </c:pt>
                <c:pt idx="65551">
                  <c:v>45553.833333333343</c:v>
                </c:pt>
                <c:pt idx="65552">
                  <c:v>45580.631249999999</c:v>
                </c:pt>
                <c:pt idx="65553">
                  <c:v>45579.972916666673</c:v>
                </c:pt>
                <c:pt idx="65554">
                  <c:v>45554.465277777781</c:v>
                </c:pt>
                <c:pt idx="65555">
                  <c:v>45553.824999999997</c:v>
                </c:pt>
                <c:pt idx="65556">
                  <c:v>45582.688888888893</c:v>
                </c:pt>
                <c:pt idx="65557">
                  <c:v>45557.617361111108</c:v>
                </c:pt>
                <c:pt idx="65558">
                  <c:v>45579.890277777777</c:v>
                </c:pt>
                <c:pt idx="65559">
                  <c:v>45569.984027777777</c:v>
                </c:pt>
                <c:pt idx="65560">
                  <c:v>45582.228472222218</c:v>
                </c:pt>
                <c:pt idx="65561">
                  <c:v>45579.866666666669</c:v>
                </c:pt>
                <c:pt idx="65562">
                  <c:v>45582.69027777778</c:v>
                </c:pt>
                <c:pt idx="65563">
                  <c:v>45553.822916666657</c:v>
                </c:pt>
                <c:pt idx="65564">
                  <c:v>45580.676388888889</c:v>
                </c:pt>
                <c:pt idx="65565">
                  <c:v>45554.440972222219</c:v>
                </c:pt>
                <c:pt idx="65566">
                  <c:v>45557.613888888889</c:v>
                </c:pt>
                <c:pt idx="65567">
                  <c:v>45579.86041666667</c:v>
                </c:pt>
                <c:pt idx="65568">
                  <c:v>45569.404166666667</c:v>
                </c:pt>
                <c:pt idx="65569">
                  <c:v>45579.836805555547</c:v>
                </c:pt>
                <c:pt idx="65570">
                  <c:v>45557.602777777778</c:v>
                </c:pt>
                <c:pt idx="65571">
                  <c:v>45569.923611111109</c:v>
                </c:pt>
                <c:pt idx="65572">
                  <c:v>45566.82708333333</c:v>
                </c:pt>
                <c:pt idx="65573">
                  <c:v>45579.8</c:v>
                </c:pt>
                <c:pt idx="65574">
                  <c:v>45580.681944444441</c:v>
                </c:pt>
                <c:pt idx="65575">
                  <c:v>45580.06527777778</c:v>
                </c:pt>
                <c:pt idx="65576">
                  <c:v>45582.6875</c:v>
                </c:pt>
                <c:pt idx="65577">
                  <c:v>45580.479166666657</c:v>
                </c:pt>
                <c:pt idx="65578">
                  <c:v>45557.742361111108</c:v>
                </c:pt>
                <c:pt idx="65579">
                  <c:v>45553.87777777778</c:v>
                </c:pt>
                <c:pt idx="65580">
                  <c:v>45582.659722222219</c:v>
                </c:pt>
                <c:pt idx="65581">
                  <c:v>45569.378472222219</c:v>
                </c:pt>
                <c:pt idx="65582">
                  <c:v>45570.047222222223</c:v>
                </c:pt>
                <c:pt idx="65583">
                  <c:v>45674.584027777782</c:v>
                </c:pt>
                <c:pt idx="65584">
                  <c:v>45558.46875</c:v>
                </c:pt>
                <c:pt idx="65585">
                  <c:v>45569.25277777778</c:v>
                </c:pt>
                <c:pt idx="65586">
                  <c:v>45569.145833333343</c:v>
                </c:pt>
                <c:pt idx="65587">
                  <c:v>45580.39166666667</c:v>
                </c:pt>
                <c:pt idx="65588">
                  <c:v>45580.550694444442</c:v>
                </c:pt>
                <c:pt idx="65589">
                  <c:v>45569.384027777778</c:v>
                </c:pt>
                <c:pt idx="65590">
                  <c:v>45553.872916666667</c:v>
                </c:pt>
                <c:pt idx="65591">
                  <c:v>45582.115972222222</c:v>
                </c:pt>
                <c:pt idx="65592">
                  <c:v>45568.629861111112</c:v>
                </c:pt>
                <c:pt idx="65593">
                  <c:v>45553.923611111109</c:v>
                </c:pt>
                <c:pt idx="65594">
                  <c:v>45672.457638888889</c:v>
                </c:pt>
                <c:pt idx="65595">
                  <c:v>45582.660416666673</c:v>
                </c:pt>
                <c:pt idx="65596">
                  <c:v>45580.59375</c:v>
                </c:pt>
                <c:pt idx="65597">
                  <c:v>45721.907638888893</c:v>
                </c:pt>
                <c:pt idx="65598">
                  <c:v>45580.361805555563</c:v>
                </c:pt>
                <c:pt idx="65599">
                  <c:v>45580.267361111109</c:v>
                </c:pt>
                <c:pt idx="65600">
                  <c:v>45582.294444444437</c:v>
                </c:pt>
                <c:pt idx="65601">
                  <c:v>45580.143750000003</c:v>
                </c:pt>
                <c:pt idx="65602">
                  <c:v>45554.472916666673</c:v>
                </c:pt>
                <c:pt idx="65603">
                  <c:v>45569.045138888891</c:v>
                </c:pt>
                <c:pt idx="65604">
                  <c:v>45663.025000000001</c:v>
                </c:pt>
                <c:pt idx="65605">
                  <c:v>45582.318749999999</c:v>
                </c:pt>
                <c:pt idx="65606">
                  <c:v>45958.932638888888</c:v>
                </c:pt>
                <c:pt idx="65607">
                  <c:v>45995.603472222218</c:v>
                </c:pt>
                <c:pt idx="65608">
                  <c:v>45965.567361111112</c:v>
                </c:pt>
                <c:pt idx="65609">
                  <c:v>45985.620833333327</c:v>
                </c:pt>
                <c:pt idx="65610">
                  <c:v>45979.418749999997</c:v>
                </c:pt>
                <c:pt idx="65611">
                  <c:v>45942.373611111107</c:v>
                </c:pt>
                <c:pt idx="65612">
                  <c:v>45971.424305555563</c:v>
                </c:pt>
                <c:pt idx="65613">
                  <c:v>45922.73541666667</c:v>
                </c:pt>
                <c:pt idx="65614">
                  <c:v>45414.859027777777</c:v>
                </c:pt>
                <c:pt idx="65615">
                  <c:v>45481.510416666657</c:v>
                </c:pt>
                <c:pt idx="65616">
                  <c:v>45655.337500000001</c:v>
                </c:pt>
                <c:pt idx="65617">
                  <c:v>45445.42083333333</c:v>
                </c:pt>
                <c:pt idx="65618">
                  <c:v>45605.423611111109</c:v>
                </c:pt>
                <c:pt idx="65619">
                  <c:v>45546.411111111112</c:v>
                </c:pt>
                <c:pt idx="65620">
                  <c:v>45345.585416666669</c:v>
                </c:pt>
                <c:pt idx="65621">
                  <c:v>45386.804861111108</c:v>
                </c:pt>
                <c:pt idx="65622">
                  <c:v>45950.876388888893</c:v>
                </c:pt>
                <c:pt idx="65623">
                  <c:v>45951.46875</c:v>
                </c:pt>
                <c:pt idx="65624">
                  <c:v>45945.384027777778</c:v>
                </c:pt>
                <c:pt idx="65625">
                  <c:v>45944.529861111107</c:v>
                </c:pt>
                <c:pt idx="65626">
                  <c:v>45935.040972222218</c:v>
                </c:pt>
                <c:pt idx="65627">
                  <c:v>45936.411805555559</c:v>
                </c:pt>
                <c:pt idx="65628">
                  <c:v>45926.40902777778</c:v>
                </c:pt>
                <c:pt idx="65629">
                  <c:v>45915.814583333333</c:v>
                </c:pt>
                <c:pt idx="65630">
                  <c:v>45922.061805555553</c:v>
                </c:pt>
                <c:pt idx="65631">
                  <c:v>45922.418055555558</c:v>
                </c:pt>
                <c:pt idx="65632">
                  <c:v>45920.345833333333</c:v>
                </c:pt>
                <c:pt idx="65633">
                  <c:v>45922.404861111107</c:v>
                </c:pt>
                <c:pt idx="65634">
                  <c:v>45902.543055555558</c:v>
                </c:pt>
                <c:pt idx="65635">
                  <c:v>45898.835416666669</c:v>
                </c:pt>
                <c:pt idx="65636">
                  <c:v>45895.679166666669</c:v>
                </c:pt>
                <c:pt idx="65637">
                  <c:v>45894.522222222222</c:v>
                </c:pt>
                <c:pt idx="65638">
                  <c:v>45875.129861111112</c:v>
                </c:pt>
                <c:pt idx="65639">
                  <c:v>45894.42291666667</c:v>
                </c:pt>
                <c:pt idx="65640">
                  <c:v>45884.441666666673</c:v>
                </c:pt>
                <c:pt idx="65641">
                  <c:v>45884.401388888888</c:v>
                </c:pt>
                <c:pt idx="65642">
                  <c:v>45520.500694444447</c:v>
                </c:pt>
                <c:pt idx="65643">
                  <c:v>45937.457638888889</c:v>
                </c:pt>
                <c:pt idx="65644">
                  <c:v>45937.461805555547</c:v>
                </c:pt>
                <c:pt idx="65645">
                  <c:v>45941.429861111108</c:v>
                </c:pt>
                <c:pt idx="65646">
                  <c:v>45937.451388888891</c:v>
                </c:pt>
                <c:pt idx="65647">
                  <c:v>45910.438194444447</c:v>
                </c:pt>
                <c:pt idx="65648">
                  <c:v>45883.577777777777</c:v>
                </c:pt>
                <c:pt idx="65649">
                  <c:v>45882.676388888889</c:v>
                </c:pt>
                <c:pt idx="65650">
                  <c:v>45880.45416666667</c:v>
                </c:pt>
                <c:pt idx="65651">
                  <c:v>45881.479861111111</c:v>
                </c:pt>
                <c:pt idx="65652">
                  <c:v>45878.082638888889</c:v>
                </c:pt>
                <c:pt idx="65653">
                  <c:v>45880.444444444453</c:v>
                </c:pt>
                <c:pt idx="65654">
                  <c:v>45880.708333333343</c:v>
                </c:pt>
                <c:pt idx="65655">
                  <c:v>45881.395833333343</c:v>
                </c:pt>
                <c:pt idx="65656">
                  <c:v>45880.57916666667</c:v>
                </c:pt>
                <c:pt idx="65657">
                  <c:v>45852.93472222222</c:v>
                </c:pt>
                <c:pt idx="65658">
                  <c:v>45870.415972222218</c:v>
                </c:pt>
                <c:pt idx="65659">
                  <c:v>45808.705555555563</c:v>
                </c:pt>
                <c:pt idx="65660">
                  <c:v>45856.784722222219</c:v>
                </c:pt>
                <c:pt idx="65661">
                  <c:v>45867.397916666669</c:v>
                </c:pt>
                <c:pt idx="65662">
                  <c:v>45863.62777777778</c:v>
                </c:pt>
                <c:pt idx="65663">
                  <c:v>45866.521527777782</c:v>
                </c:pt>
                <c:pt idx="65664">
                  <c:v>45866.480555555558</c:v>
                </c:pt>
                <c:pt idx="65665">
                  <c:v>45863.915277777778</c:v>
                </c:pt>
                <c:pt idx="65666">
                  <c:v>45842.986111111109</c:v>
                </c:pt>
                <c:pt idx="65667">
                  <c:v>45860.39166666667</c:v>
                </c:pt>
                <c:pt idx="65668">
                  <c:v>45859.417361111111</c:v>
                </c:pt>
                <c:pt idx="65669">
                  <c:v>45802.767361111109</c:v>
                </c:pt>
                <c:pt idx="65670">
                  <c:v>45313.776388888888</c:v>
                </c:pt>
                <c:pt idx="65671">
                  <c:v>45749.588194444441</c:v>
                </c:pt>
                <c:pt idx="65672">
                  <c:v>45786.9375</c:v>
                </c:pt>
                <c:pt idx="65673">
                  <c:v>45671.438194444447</c:v>
                </c:pt>
                <c:pt idx="65674">
                  <c:v>45611.056250000001</c:v>
                </c:pt>
                <c:pt idx="65675">
                  <c:v>45385.919444444437</c:v>
                </c:pt>
                <c:pt idx="65676">
                  <c:v>45916.023611111108</c:v>
                </c:pt>
                <c:pt idx="65677">
                  <c:v>45852.036111111112</c:v>
                </c:pt>
                <c:pt idx="65678">
                  <c:v>45566.765277777777</c:v>
                </c:pt>
                <c:pt idx="65679">
                  <c:v>45964.387499999997</c:v>
                </c:pt>
                <c:pt idx="65680">
                  <c:v>45523.603472222218</c:v>
                </c:pt>
                <c:pt idx="65681">
                  <c:v>45425.520833333343</c:v>
                </c:pt>
                <c:pt idx="65682">
                  <c:v>45985.911111111112</c:v>
                </c:pt>
                <c:pt idx="65683">
                  <c:v>45350.955555555563</c:v>
                </c:pt>
                <c:pt idx="65684">
                  <c:v>45306.868750000001</c:v>
                </c:pt>
                <c:pt idx="65685">
                  <c:v>45488.018055555563</c:v>
                </c:pt>
                <c:pt idx="65686">
                  <c:v>45790.481249999997</c:v>
                </c:pt>
                <c:pt idx="65687">
                  <c:v>45855.425694444442</c:v>
                </c:pt>
                <c:pt idx="65688">
                  <c:v>45816.813888888893</c:v>
                </c:pt>
                <c:pt idx="65689">
                  <c:v>45846.57916666667</c:v>
                </c:pt>
                <c:pt idx="65690">
                  <c:v>45845.611111111109</c:v>
                </c:pt>
                <c:pt idx="65691">
                  <c:v>45837.072222222218</c:v>
                </c:pt>
                <c:pt idx="65692">
                  <c:v>45844.96597222222</c:v>
                </c:pt>
                <c:pt idx="65693">
                  <c:v>45845.513888888891</c:v>
                </c:pt>
                <c:pt idx="65694">
                  <c:v>45841.495138888888</c:v>
                </c:pt>
                <c:pt idx="65695">
                  <c:v>45830.845138888893</c:v>
                </c:pt>
                <c:pt idx="65696">
                  <c:v>45828.25277777778</c:v>
                </c:pt>
                <c:pt idx="65697">
                  <c:v>45840.450694444437</c:v>
                </c:pt>
                <c:pt idx="65698">
                  <c:v>45840.446527777778</c:v>
                </c:pt>
                <c:pt idx="65699">
                  <c:v>45836.525694444441</c:v>
                </c:pt>
                <c:pt idx="65700">
                  <c:v>45819.54583333333</c:v>
                </c:pt>
                <c:pt idx="65701">
                  <c:v>45832.40902777778</c:v>
                </c:pt>
                <c:pt idx="65702">
                  <c:v>45795.019444444442</c:v>
                </c:pt>
                <c:pt idx="65703">
                  <c:v>45826.469444444447</c:v>
                </c:pt>
                <c:pt idx="65704">
                  <c:v>45805.288888888892</c:v>
                </c:pt>
                <c:pt idx="65705">
                  <c:v>45824.438888888893</c:v>
                </c:pt>
                <c:pt idx="65706">
                  <c:v>45942.677083333343</c:v>
                </c:pt>
                <c:pt idx="65707">
                  <c:v>45823.925694444442</c:v>
                </c:pt>
                <c:pt idx="65708">
                  <c:v>46003.664583333331</c:v>
                </c:pt>
                <c:pt idx="65709">
                  <c:v>45520.693055555559</c:v>
                </c:pt>
                <c:pt idx="65710">
                  <c:v>45599.757638888892</c:v>
                </c:pt>
                <c:pt idx="65711">
                  <c:v>45372.726388888892</c:v>
                </c:pt>
                <c:pt idx="65712">
                  <c:v>45438.899305555547</c:v>
                </c:pt>
                <c:pt idx="65713">
                  <c:v>45887.790972222218</c:v>
                </c:pt>
                <c:pt idx="65714">
                  <c:v>45760.868750000001</c:v>
                </c:pt>
                <c:pt idx="65715">
                  <c:v>45677.752083333333</c:v>
                </c:pt>
                <c:pt idx="65716">
                  <c:v>45815.268055555563</c:v>
                </c:pt>
                <c:pt idx="65717">
                  <c:v>45820.418749999997</c:v>
                </c:pt>
                <c:pt idx="65718">
                  <c:v>45817.256249999999</c:v>
                </c:pt>
                <c:pt idx="65719">
                  <c:v>45817.428472222222</c:v>
                </c:pt>
                <c:pt idx="65720">
                  <c:v>45814.505555555559</c:v>
                </c:pt>
                <c:pt idx="65721">
                  <c:v>45767.422222222223</c:v>
                </c:pt>
                <c:pt idx="65722">
                  <c:v>45812.431250000001</c:v>
                </c:pt>
                <c:pt idx="65723">
                  <c:v>45807.74722222222</c:v>
                </c:pt>
                <c:pt idx="65724">
                  <c:v>45806.982638888891</c:v>
                </c:pt>
                <c:pt idx="65725">
                  <c:v>45807.419444444437</c:v>
                </c:pt>
                <c:pt idx="65726">
                  <c:v>45797.970833333333</c:v>
                </c:pt>
                <c:pt idx="65727">
                  <c:v>45798.40902777778</c:v>
                </c:pt>
                <c:pt idx="65728">
                  <c:v>45796.708333333343</c:v>
                </c:pt>
                <c:pt idx="65729">
                  <c:v>45797.396527777782</c:v>
                </c:pt>
                <c:pt idx="65730">
                  <c:v>45792.438888888893</c:v>
                </c:pt>
                <c:pt idx="65731">
                  <c:v>45776.9</c:v>
                </c:pt>
                <c:pt idx="65732">
                  <c:v>45791.09375</c:v>
                </c:pt>
                <c:pt idx="65733">
                  <c:v>45791.522916666669</c:v>
                </c:pt>
                <c:pt idx="65734">
                  <c:v>45789.673611111109</c:v>
                </c:pt>
                <c:pt idx="65735">
                  <c:v>45789.666666666657</c:v>
                </c:pt>
                <c:pt idx="65736">
                  <c:v>45677.404861111107</c:v>
                </c:pt>
                <c:pt idx="65737">
                  <c:v>45826.708333333343</c:v>
                </c:pt>
                <c:pt idx="65738">
                  <c:v>45742.64166666667</c:v>
                </c:pt>
                <c:pt idx="65739">
                  <c:v>45446.262499999997</c:v>
                </c:pt>
                <c:pt idx="65740">
                  <c:v>45946.640277777777</c:v>
                </c:pt>
                <c:pt idx="65741">
                  <c:v>45621.52847222222</c:v>
                </c:pt>
                <c:pt idx="65742">
                  <c:v>45694.480555555558</c:v>
                </c:pt>
                <c:pt idx="65743">
                  <c:v>45889.627083333333</c:v>
                </c:pt>
                <c:pt idx="65744">
                  <c:v>45569.416666666657</c:v>
                </c:pt>
                <c:pt idx="65745">
                  <c:v>45983.658333333333</c:v>
                </c:pt>
                <c:pt idx="65746">
                  <c:v>45311.646527777782</c:v>
                </c:pt>
                <c:pt idx="65747">
                  <c:v>45372.397222222222</c:v>
                </c:pt>
                <c:pt idx="65748">
                  <c:v>45506.518750000003</c:v>
                </c:pt>
                <c:pt idx="65749">
                  <c:v>45785.411111111112</c:v>
                </c:pt>
                <c:pt idx="65750">
                  <c:v>45784.904166666667</c:v>
                </c:pt>
                <c:pt idx="65751">
                  <c:v>45785.406944444447</c:v>
                </c:pt>
                <c:pt idx="65752">
                  <c:v>45784.338194444441</c:v>
                </c:pt>
                <c:pt idx="65753">
                  <c:v>45776.4</c:v>
                </c:pt>
                <c:pt idx="65754">
                  <c:v>45775.634027777778</c:v>
                </c:pt>
                <c:pt idx="65755">
                  <c:v>45774.070138888892</c:v>
                </c:pt>
                <c:pt idx="65756">
                  <c:v>45760.823611111111</c:v>
                </c:pt>
                <c:pt idx="65757">
                  <c:v>45770.405555555553</c:v>
                </c:pt>
                <c:pt idx="65758">
                  <c:v>45769.614583333343</c:v>
                </c:pt>
                <c:pt idx="65759">
                  <c:v>45769.60833333333</c:v>
                </c:pt>
                <c:pt idx="65760">
                  <c:v>45768.470138888893</c:v>
                </c:pt>
                <c:pt idx="65761">
                  <c:v>45764.784722222219</c:v>
                </c:pt>
                <c:pt idx="65762">
                  <c:v>45758.685416666667</c:v>
                </c:pt>
                <c:pt idx="65763">
                  <c:v>45758.69027777778</c:v>
                </c:pt>
                <c:pt idx="65764">
                  <c:v>45758.670138888891</c:v>
                </c:pt>
                <c:pt idx="65765">
                  <c:v>45758.682638888888</c:v>
                </c:pt>
                <c:pt idx="65766">
                  <c:v>45758.68472222222</c:v>
                </c:pt>
                <c:pt idx="65767">
                  <c:v>45758.679166666669</c:v>
                </c:pt>
                <c:pt idx="65768">
                  <c:v>45755.625</c:v>
                </c:pt>
                <c:pt idx="65769">
                  <c:v>45755.559027777781</c:v>
                </c:pt>
                <c:pt idx="65770">
                  <c:v>45370.967361111107</c:v>
                </c:pt>
                <c:pt idx="65771">
                  <c:v>45534.808333333327</c:v>
                </c:pt>
                <c:pt idx="65772">
                  <c:v>45439.033333333333</c:v>
                </c:pt>
                <c:pt idx="65773">
                  <c:v>45503.911805555559</c:v>
                </c:pt>
                <c:pt idx="65774">
                  <c:v>45560.786805555559</c:v>
                </c:pt>
                <c:pt idx="65775">
                  <c:v>45697.730555555558</c:v>
                </c:pt>
                <c:pt idx="65776">
                  <c:v>45974.87222222222</c:v>
                </c:pt>
                <c:pt idx="65777">
                  <c:v>45496.344444444447</c:v>
                </c:pt>
                <c:pt idx="65778">
                  <c:v>45512.40902777778</c:v>
                </c:pt>
                <c:pt idx="65779">
                  <c:v>45755.426388888889</c:v>
                </c:pt>
                <c:pt idx="65780">
                  <c:v>45743.283333333333</c:v>
                </c:pt>
                <c:pt idx="65781">
                  <c:v>45751.724305555559</c:v>
                </c:pt>
                <c:pt idx="65782">
                  <c:v>45754.586805555547</c:v>
                </c:pt>
                <c:pt idx="65783">
                  <c:v>45754.45416666667</c:v>
                </c:pt>
                <c:pt idx="65784">
                  <c:v>45744.052777777782</c:v>
                </c:pt>
                <c:pt idx="65785">
                  <c:v>45751.686111111107</c:v>
                </c:pt>
                <c:pt idx="65786">
                  <c:v>45746.494444444441</c:v>
                </c:pt>
                <c:pt idx="65787">
                  <c:v>45751.686805555553</c:v>
                </c:pt>
                <c:pt idx="65788">
                  <c:v>45749.005555555559</c:v>
                </c:pt>
                <c:pt idx="65789">
                  <c:v>45745.960416666669</c:v>
                </c:pt>
                <c:pt idx="65790">
                  <c:v>45747.612500000003</c:v>
                </c:pt>
                <c:pt idx="65791">
                  <c:v>45734.813888888893</c:v>
                </c:pt>
                <c:pt idx="65792">
                  <c:v>45747.415972222218</c:v>
                </c:pt>
                <c:pt idx="65793">
                  <c:v>45745.392361111109</c:v>
                </c:pt>
                <c:pt idx="65794">
                  <c:v>45747.40347222222</c:v>
                </c:pt>
                <c:pt idx="65795">
                  <c:v>45742.018750000003</c:v>
                </c:pt>
                <c:pt idx="65796">
                  <c:v>45742.407638888893</c:v>
                </c:pt>
                <c:pt idx="65797">
                  <c:v>45728.73541666667</c:v>
                </c:pt>
                <c:pt idx="65798">
                  <c:v>45729.405555555553</c:v>
                </c:pt>
                <c:pt idx="65799">
                  <c:v>45726.663194444453</c:v>
                </c:pt>
                <c:pt idx="65800">
                  <c:v>45726.59097222222</c:v>
                </c:pt>
                <c:pt idx="65801">
                  <c:v>45547.147222222222</c:v>
                </c:pt>
                <c:pt idx="65802">
                  <c:v>45918.150694444441</c:v>
                </c:pt>
                <c:pt idx="65803">
                  <c:v>45372.222222222219</c:v>
                </c:pt>
                <c:pt idx="65804">
                  <c:v>45785.191666666673</c:v>
                </c:pt>
                <c:pt idx="65805">
                  <c:v>45478.154861111107</c:v>
                </c:pt>
                <c:pt idx="65806">
                  <c:v>45834.171527777777</c:v>
                </c:pt>
                <c:pt idx="65807">
                  <c:v>45638.538194444453</c:v>
                </c:pt>
                <c:pt idx="65808">
                  <c:v>45603.768055555563</c:v>
                </c:pt>
                <c:pt idx="65809">
                  <c:v>45309.686111111107</c:v>
                </c:pt>
                <c:pt idx="65810">
                  <c:v>45342.220138888893</c:v>
                </c:pt>
                <c:pt idx="65811">
                  <c:v>45735.723611111112</c:v>
                </c:pt>
                <c:pt idx="65812">
                  <c:v>45554.140972222223</c:v>
                </c:pt>
                <c:pt idx="65813">
                  <c:v>45421.181944444441</c:v>
                </c:pt>
                <c:pt idx="65814">
                  <c:v>45898.334722222222</c:v>
                </c:pt>
                <c:pt idx="65815">
                  <c:v>45512.160416666673</c:v>
                </c:pt>
                <c:pt idx="65816">
                  <c:v>46010.12222222222</c:v>
                </c:pt>
                <c:pt idx="65817">
                  <c:v>45678.186111111107</c:v>
                </c:pt>
                <c:pt idx="65818">
                  <c:v>45726.429166666669</c:v>
                </c:pt>
                <c:pt idx="65819">
                  <c:v>45723.849305555559</c:v>
                </c:pt>
                <c:pt idx="65820">
                  <c:v>45713.828472222223</c:v>
                </c:pt>
                <c:pt idx="65821">
                  <c:v>45714.503472222219</c:v>
                </c:pt>
                <c:pt idx="65822">
                  <c:v>45706.681944444441</c:v>
                </c:pt>
                <c:pt idx="65823">
                  <c:v>45706.6875</c:v>
                </c:pt>
                <c:pt idx="65824">
                  <c:v>45701.402083333327</c:v>
                </c:pt>
                <c:pt idx="65825">
                  <c:v>45688.932638888888</c:v>
                </c:pt>
                <c:pt idx="65826">
                  <c:v>45699.407638888893</c:v>
                </c:pt>
                <c:pt idx="65827">
                  <c:v>45691.447916666657</c:v>
                </c:pt>
                <c:pt idx="65828">
                  <c:v>45690.59375</c:v>
                </c:pt>
                <c:pt idx="65829">
                  <c:v>45688.419444444437</c:v>
                </c:pt>
                <c:pt idx="65830">
                  <c:v>45682.53402777778</c:v>
                </c:pt>
                <c:pt idx="65831">
                  <c:v>45665.004861111112</c:v>
                </c:pt>
                <c:pt idx="65832">
                  <c:v>45670.40625</c:v>
                </c:pt>
                <c:pt idx="65833">
                  <c:v>45667.438194444447</c:v>
                </c:pt>
                <c:pt idx="65834">
                  <c:v>45664.415972222218</c:v>
                </c:pt>
                <c:pt idx="65835">
                  <c:v>45614.593055555553</c:v>
                </c:pt>
                <c:pt idx="65836">
                  <c:v>45692.51666666667</c:v>
                </c:pt>
                <c:pt idx="65837">
                  <c:v>45629.618750000001</c:v>
                </c:pt>
                <c:pt idx="65838">
                  <c:v>45755.631944444453</c:v>
                </c:pt>
                <c:pt idx="65839">
                  <c:v>45734.543749999997</c:v>
                </c:pt>
                <c:pt idx="65840">
                  <c:v>45946.488194444442</c:v>
                </c:pt>
                <c:pt idx="65841">
                  <c:v>45600.496527777781</c:v>
                </c:pt>
                <c:pt idx="65842">
                  <c:v>45379.707638888889</c:v>
                </c:pt>
                <c:pt idx="65843">
                  <c:v>45551.746527777781</c:v>
                </c:pt>
                <c:pt idx="65844">
                  <c:v>45402.783333333333</c:v>
                </c:pt>
                <c:pt idx="65845">
                  <c:v>45335.822916666657</c:v>
                </c:pt>
                <c:pt idx="65846">
                  <c:v>45585.645138888889</c:v>
                </c:pt>
                <c:pt idx="65847">
                  <c:v>45663.373611111107</c:v>
                </c:pt>
                <c:pt idx="65848">
                  <c:v>45661.885416666657</c:v>
                </c:pt>
                <c:pt idx="65849">
                  <c:v>45658.763888888891</c:v>
                </c:pt>
                <c:pt idx="65850">
                  <c:v>45660.637499999997</c:v>
                </c:pt>
                <c:pt idx="65851">
                  <c:v>45619.96597222222</c:v>
                </c:pt>
                <c:pt idx="65852">
                  <c:v>45657.400694444441</c:v>
                </c:pt>
                <c:pt idx="65853">
                  <c:v>45640.813194444447</c:v>
                </c:pt>
                <c:pt idx="65854">
                  <c:v>45656.450694444437</c:v>
                </c:pt>
                <c:pt idx="65855">
                  <c:v>45652.090277777781</c:v>
                </c:pt>
                <c:pt idx="65856">
                  <c:v>45653.54583333333</c:v>
                </c:pt>
                <c:pt idx="65857">
                  <c:v>45650.333333333343</c:v>
                </c:pt>
                <c:pt idx="65858">
                  <c:v>45650.464583333327</c:v>
                </c:pt>
                <c:pt idx="65859">
                  <c:v>45649.411111111112</c:v>
                </c:pt>
                <c:pt idx="65860">
                  <c:v>45628.550694444442</c:v>
                </c:pt>
                <c:pt idx="65861">
                  <c:v>45646.603472222218</c:v>
                </c:pt>
                <c:pt idx="65862">
                  <c:v>45646.617361111108</c:v>
                </c:pt>
                <c:pt idx="65863">
                  <c:v>45646.422222222223</c:v>
                </c:pt>
                <c:pt idx="65864">
                  <c:v>45609.356944444437</c:v>
                </c:pt>
                <c:pt idx="65865">
                  <c:v>45639.85</c:v>
                </c:pt>
                <c:pt idx="65866">
                  <c:v>45643.552777777782</c:v>
                </c:pt>
                <c:pt idx="65867">
                  <c:v>45865.958333333343</c:v>
                </c:pt>
                <c:pt idx="65868">
                  <c:v>45769.6875</c:v>
                </c:pt>
                <c:pt idx="65869">
                  <c:v>45559.491666666669</c:v>
                </c:pt>
                <c:pt idx="65870">
                  <c:v>45297.680555555547</c:v>
                </c:pt>
                <c:pt idx="65871">
                  <c:v>45614.776388888888</c:v>
                </c:pt>
                <c:pt idx="65872">
                  <c:v>45973.584722222222</c:v>
                </c:pt>
                <c:pt idx="65873">
                  <c:v>45925.882638888892</c:v>
                </c:pt>
                <c:pt idx="65874">
                  <c:v>45504.635416666657</c:v>
                </c:pt>
                <c:pt idx="65875">
                  <c:v>45449.84097222222</c:v>
                </c:pt>
                <c:pt idx="65876">
                  <c:v>45681.00277777778</c:v>
                </c:pt>
                <c:pt idx="65877">
                  <c:v>45643.470833333333</c:v>
                </c:pt>
                <c:pt idx="65878">
                  <c:v>45622.605555555558</c:v>
                </c:pt>
                <c:pt idx="65879">
                  <c:v>45629.709722222222</c:v>
                </c:pt>
                <c:pt idx="65880">
                  <c:v>45643.470138888893</c:v>
                </c:pt>
                <c:pt idx="65881">
                  <c:v>45629.37222222222</c:v>
                </c:pt>
                <c:pt idx="65882">
                  <c:v>45643.46597222222</c:v>
                </c:pt>
                <c:pt idx="65883">
                  <c:v>45627.597222222219</c:v>
                </c:pt>
                <c:pt idx="65884">
                  <c:v>45642.435416666667</c:v>
                </c:pt>
                <c:pt idx="65885">
                  <c:v>45639.432638888888</c:v>
                </c:pt>
                <c:pt idx="65886">
                  <c:v>45638.755555555559</c:v>
                </c:pt>
                <c:pt idx="65887">
                  <c:v>45638.084722222222</c:v>
                </c:pt>
                <c:pt idx="65888">
                  <c:v>45638.584722222222</c:v>
                </c:pt>
                <c:pt idx="65889">
                  <c:v>45616.611111111109</c:v>
                </c:pt>
                <c:pt idx="65890">
                  <c:v>45636.444444444453</c:v>
                </c:pt>
                <c:pt idx="65891">
                  <c:v>45636.201388888891</c:v>
                </c:pt>
                <c:pt idx="65892">
                  <c:v>45636.436111111107</c:v>
                </c:pt>
                <c:pt idx="65893">
                  <c:v>45632.047222222223</c:v>
                </c:pt>
                <c:pt idx="65894">
                  <c:v>45632.604166666657</c:v>
                </c:pt>
                <c:pt idx="65895">
                  <c:v>45631.636111111111</c:v>
                </c:pt>
                <c:pt idx="65896">
                  <c:v>45630.788194444453</c:v>
                </c:pt>
                <c:pt idx="65897">
                  <c:v>45829.590277777781</c:v>
                </c:pt>
                <c:pt idx="65898">
                  <c:v>45785.756249999999</c:v>
                </c:pt>
                <c:pt idx="65899">
                  <c:v>45636.807638888888</c:v>
                </c:pt>
                <c:pt idx="65900">
                  <c:v>45529.660416666673</c:v>
                </c:pt>
                <c:pt idx="65901">
                  <c:v>45753.60833333333</c:v>
                </c:pt>
                <c:pt idx="65902">
                  <c:v>45981.381944444453</c:v>
                </c:pt>
                <c:pt idx="65903">
                  <c:v>45570.64166666667</c:v>
                </c:pt>
                <c:pt idx="65904">
                  <c:v>45494.461805555547</c:v>
                </c:pt>
                <c:pt idx="65905">
                  <c:v>45451.659722222219</c:v>
                </c:pt>
                <c:pt idx="65906">
                  <c:v>46012.707638888889</c:v>
                </c:pt>
                <c:pt idx="65907">
                  <c:v>45721.663194444453</c:v>
                </c:pt>
                <c:pt idx="65908">
                  <c:v>45308.767361111109</c:v>
                </c:pt>
                <c:pt idx="65909">
                  <c:v>45372.518750000003</c:v>
                </c:pt>
                <c:pt idx="65910">
                  <c:v>45675.81527777778</c:v>
                </c:pt>
                <c:pt idx="65911">
                  <c:v>45905.770138888889</c:v>
                </c:pt>
                <c:pt idx="65912">
                  <c:v>45601.786111111112</c:v>
                </c:pt>
                <c:pt idx="65913">
                  <c:v>45941.729166666657</c:v>
                </c:pt>
                <c:pt idx="65914">
                  <c:v>45332.354861111111</c:v>
                </c:pt>
                <c:pt idx="65915">
                  <c:v>45866.21875</c:v>
                </c:pt>
                <c:pt idx="65916">
                  <c:v>45410.456250000003</c:v>
                </c:pt>
                <c:pt idx="65917">
                  <c:v>45628.493055555547</c:v>
                </c:pt>
                <c:pt idx="65918">
                  <c:v>45630.463194444441</c:v>
                </c:pt>
                <c:pt idx="65919">
                  <c:v>45625.392361111109</c:v>
                </c:pt>
                <c:pt idx="65920">
                  <c:v>45628.585416666669</c:v>
                </c:pt>
                <c:pt idx="65921">
                  <c:v>45630.45208333333</c:v>
                </c:pt>
                <c:pt idx="65922">
                  <c:v>45614.559027777781</c:v>
                </c:pt>
                <c:pt idx="65923">
                  <c:v>45629.628472222219</c:v>
                </c:pt>
                <c:pt idx="65924">
                  <c:v>45630.431250000001</c:v>
                </c:pt>
                <c:pt idx="65925">
                  <c:v>45611.118055555547</c:v>
                </c:pt>
                <c:pt idx="65926">
                  <c:v>45629.585416666669</c:v>
                </c:pt>
                <c:pt idx="65927">
                  <c:v>45628.283333333333</c:v>
                </c:pt>
                <c:pt idx="65928">
                  <c:v>45629.459027777782</c:v>
                </c:pt>
                <c:pt idx="65929">
                  <c:v>45627.609027777777</c:v>
                </c:pt>
                <c:pt idx="65930">
                  <c:v>45629.445833333331</c:v>
                </c:pt>
                <c:pt idx="65931">
                  <c:v>45629.445833333331</c:v>
                </c:pt>
                <c:pt idx="65932">
                  <c:v>45627.519444444442</c:v>
                </c:pt>
                <c:pt idx="65933">
                  <c:v>45628.473611111112</c:v>
                </c:pt>
                <c:pt idx="65934">
                  <c:v>45628.481944444437</c:v>
                </c:pt>
                <c:pt idx="65935">
                  <c:v>45621.19027777778</c:v>
                </c:pt>
                <c:pt idx="65936">
                  <c:v>45628.459722222222</c:v>
                </c:pt>
                <c:pt idx="65937">
                  <c:v>45626.923611111109</c:v>
                </c:pt>
                <c:pt idx="65938">
                  <c:v>45628.364583333343</c:v>
                </c:pt>
                <c:pt idx="65939">
                  <c:v>45728.980555555558</c:v>
                </c:pt>
                <c:pt idx="65940">
                  <c:v>45908.659722222219</c:v>
                </c:pt>
                <c:pt idx="65941">
                  <c:v>45481.729166666657</c:v>
                </c:pt>
                <c:pt idx="65942">
                  <c:v>45826.615277777782</c:v>
                </c:pt>
                <c:pt idx="65943">
                  <c:v>45826.615277777782</c:v>
                </c:pt>
                <c:pt idx="65944">
                  <c:v>45481.729166666657</c:v>
                </c:pt>
                <c:pt idx="65945">
                  <c:v>45728.980555555558</c:v>
                </c:pt>
                <c:pt idx="65946">
                  <c:v>45908.659722222219</c:v>
                </c:pt>
                <c:pt idx="65947">
                  <c:v>45840.974305555559</c:v>
                </c:pt>
                <c:pt idx="65948">
                  <c:v>45801.084027777782</c:v>
                </c:pt>
                <c:pt idx="65949">
                  <c:v>45958.075694444437</c:v>
                </c:pt>
                <c:pt idx="65950">
                  <c:v>45958.075694444437</c:v>
                </c:pt>
                <c:pt idx="65951">
                  <c:v>45973.809027777781</c:v>
                </c:pt>
                <c:pt idx="65952">
                  <c:v>45973.809027777781</c:v>
                </c:pt>
                <c:pt idx="65953">
                  <c:v>45749.815972222219</c:v>
                </c:pt>
                <c:pt idx="65954">
                  <c:v>45749.815972222219</c:v>
                </c:pt>
                <c:pt idx="65955">
                  <c:v>45801.084027777782</c:v>
                </c:pt>
                <c:pt idx="65956">
                  <c:v>45948.574305555558</c:v>
                </c:pt>
                <c:pt idx="65957">
                  <c:v>45981.453472222223</c:v>
                </c:pt>
                <c:pt idx="65958">
                  <c:v>45998.68472222222</c:v>
                </c:pt>
                <c:pt idx="65959">
                  <c:v>45948.574305555558</c:v>
                </c:pt>
                <c:pt idx="65960">
                  <c:v>45981.453472222223</c:v>
                </c:pt>
                <c:pt idx="65961">
                  <c:v>45870.054166666669</c:v>
                </c:pt>
                <c:pt idx="65962">
                  <c:v>45591.678472222222</c:v>
                </c:pt>
                <c:pt idx="65963">
                  <c:v>45998.68472222222</c:v>
                </c:pt>
                <c:pt idx="65964">
                  <c:v>45591.678472222222</c:v>
                </c:pt>
                <c:pt idx="65965">
                  <c:v>45870.054166666669</c:v>
                </c:pt>
                <c:pt idx="65966">
                  <c:v>45763.93472222222</c:v>
                </c:pt>
                <c:pt idx="65967">
                  <c:v>45840.974305555559</c:v>
                </c:pt>
                <c:pt idx="65968">
                  <c:v>45771.418055555558</c:v>
                </c:pt>
                <c:pt idx="65969">
                  <c:v>45763.93472222222</c:v>
                </c:pt>
                <c:pt idx="65970">
                  <c:v>45670.824999999997</c:v>
                </c:pt>
                <c:pt idx="65971">
                  <c:v>45670.824999999997</c:v>
                </c:pt>
                <c:pt idx="65972">
                  <c:v>45771.418055555558</c:v>
                </c:pt>
                <c:pt idx="65973">
                  <c:v>45373.86041666667</c:v>
                </c:pt>
                <c:pt idx="65974">
                  <c:v>45373.86041666667</c:v>
                </c:pt>
                <c:pt idx="65975">
                  <c:v>45619.175694444442</c:v>
                </c:pt>
                <c:pt idx="65976">
                  <c:v>45621.50277777778</c:v>
                </c:pt>
                <c:pt idx="65977">
                  <c:v>45621.40902777778</c:v>
                </c:pt>
                <c:pt idx="65978">
                  <c:v>45618.931944444441</c:v>
                </c:pt>
                <c:pt idx="65979">
                  <c:v>45616.929166666669</c:v>
                </c:pt>
                <c:pt idx="65980">
                  <c:v>45618.588888888888</c:v>
                </c:pt>
                <c:pt idx="65981">
                  <c:v>45615.322916666657</c:v>
                </c:pt>
                <c:pt idx="65982">
                  <c:v>45615.53402777778</c:v>
                </c:pt>
                <c:pt idx="65983">
                  <c:v>45475.736805555563</c:v>
                </c:pt>
                <c:pt idx="65984">
                  <c:v>45490.415972222218</c:v>
                </c:pt>
                <c:pt idx="65985">
                  <c:v>45430.972916666673</c:v>
                </c:pt>
                <c:pt idx="65986">
                  <c:v>45430.888888888891</c:v>
                </c:pt>
                <c:pt idx="65987">
                  <c:v>45433.448611111111</c:v>
                </c:pt>
                <c:pt idx="65988">
                  <c:v>45433.447916666657</c:v>
                </c:pt>
                <c:pt idx="65989">
                  <c:v>45433.447222222218</c:v>
                </c:pt>
                <c:pt idx="65990">
                  <c:v>45433.447222222218</c:v>
                </c:pt>
                <c:pt idx="65991">
                  <c:v>45430.97152777778</c:v>
                </c:pt>
                <c:pt idx="65992">
                  <c:v>45338.702777777777</c:v>
                </c:pt>
                <c:pt idx="65993">
                  <c:v>45983.508333333331</c:v>
                </c:pt>
                <c:pt idx="65994">
                  <c:v>45929.351388888892</c:v>
                </c:pt>
                <c:pt idx="65995">
                  <c:v>45631.421527777777</c:v>
                </c:pt>
                <c:pt idx="65996">
                  <c:v>45524.584722222222</c:v>
                </c:pt>
                <c:pt idx="65997">
                  <c:v>45292.847222222219</c:v>
                </c:pt>
                <c:pt idx="65998">
                  <c:v>45586.511805555558</c:v>
                </c:pt>
                <c:pt idx="65999">
                  <c:v>45553.828472222223</c:v>
                </c:pt>
                <c:pt idx="66000">
                  <c:v>45602.756944444453</c:v>
                </c:pt>
                <c:pt idx="66001">
                  <c:v>45680.675000000003</c:v>
                </c:pt>
                <c:pt idx="66002">
                  <c:v>45894.529861111107</c:v>
                </c:pt>
                <c:pt idx="66003">
                  <c:v>45459.744444444441</c:v>
                </c:pt>
                <c:pt idx="66004">
                  <c:v>45499.355555555558</c:v>
                </c:pt>
                <c:pt idx="66005">
                  <c:v>45379.438888888893</c:v>
                </c:pt>
                <c:pt idx="66006">
                  <c:v>45853.501388888893</c:v>
                </c:pt>
                <c:pt idx="66007">
                  <c:v>45424.441666666673</c:v>
                </c:pt>
                <c:pt idx="66008">
                  <c:v>45670.594444444447</c:v>
                </c:pt>
                <c:pt idx="66009">
                  <c:v>45786.348611111112</c:v>
                </c:pt>
                <c:pt idx="66010">
                  <c:v>45744.652777777781</c:v>
                </c:pt>
                <c:pt idx="66011">
                  <c:v>45708.620138888888</c:v>
                </c:pt>
                <c:pt idx="66012">
                  <c:v>46021.306944444441</c:v>
                </c:pt>
                <c:pt idx="66013">
                  <c:v>45410.445138888892</c:v>
                </c:pt>
                <c:pt idx="66014">
                  <c:v>45306.6875</c:v>
                </c:pt>
                <c:pt idx="66015">
                  <c:v>45648.605555555558</c:v>
                </c:pt>
                <c:pt idx="66016">
                  <c:v>45484.727083333331</c:v>
                </c:pt>
                <c:pt idx="66017">
                  <c:v>45495.676388888889</c:v>
                </c:pt>
                <c:pt idx="66018">
                  <c:v>45525.612500000003</c:v>
                </c:pt>
                <c:pt idx="66019">
                  <c:v>45372.450694444437</c:v>
                </c:pt>
                <c:pt idx="66020">
                  <c:v>45574.238888888889</c:v>
                </c:pt>
                <c:pt idx="66021">
                  <c:v>45957.732638888891</c:v>
                </c:pt>
                <c:pt idx="66022">
                  <c:v>45700.518055555563</c:v>
                </c:pt>
                <c:pt idx="66023">
                  <c:v>45805.60833333333</c:v>
                </c:pt>
                <c:pt idx="66024">
                  <c:v>45893.463888888888</c:v>
                </c:pt>
                <c:pt idx="66025">
                  <c:v>45769.435416666667</c:v>
                </c:pt>
                <c:pt idx="66026">
                  <c:v>45627.672222222223</c:v>
                </c:pt>
                <c:pt idx="66027">
                  <c:v>45979.433333333327</c:v>
                </c:pt>
                <c:pt idx="66028">
                  <c:v>45883.449305555558</c:v>
                </c:pt>
                <c:pt idx="66029">
                  <c:v>45680.459722222222</c:v>
                </c:pt>
                <c:pt idx="66030">
                  <c:v>45916.649305555547</c:v>
                </c:pt>
                <c:pt idx="66031">
                  <c:v>45824.581944444442</c:v>
                </c:pt>
                <c:pt idx="66032">
                  <c:v>45950.366666666669</c:v>
                </c:pt>
                <c:pt idx="66033">
                  <c:v>45565.527777777781</c:v>
                </c:pt>
                <c:pt idx="66034">
                  <c:v>45634.8125</c:v>
                </c:pt>
                <c:pt idx="66035">
                  <c:v>45601.531944444447</c:v>
                </c:pt>
                <c:pt idx="66036">
                  <c:v>46006.674305555563</c:v>
                </c:pt>
                <c:pt idx="66037">
                  <c:v>45791.661805555559</c:v>
                </c:pt>
                <c:pt idx="66038">
                  <c:v>45751.586111111108</c:v>
                </c:pt>
                <c:pt idx="66039">
                  <c:v>45659.438194444447</c:v>
                </c:pt>
                <c:pt idx="66040">
                  <c:v>45956.55</c:v>
                </c:pt>
                <c:pt idx="66041">
                  <c:v>45851.541666666657</c:v>
                </c:pt>
                <c:pt idx="66042">
                  <c:v>45779.526388888888</c:v>
                </c:pt>
                <c:pt idx="66043">
                  <c:v>45701.390972222223</c:v>
                </c:pt>
                <c:pt idx="66044">
                  <c:v>45871.615972222222</c:v>
                </c:pt>
                <c:pt idx="66045">
                  <c:v>45661.759027777778</c:v>
                </c:pt>
                <c:pt idx="66046">
                  <c:v>45946.303472222222</c:v>
                </c:pt>
                <c:pt idx="66047">
                  <c:v>45548.756249999999</c:v>
                </c:pt>
                <c:pt idx="66048">
                  <c:v>45823.32916666667</c:v>
                </c:pt>
                <c:pt idx="66049">
                  <c:v>45374.754166666673</c:v>
                </c:pt>
                <c:pt idx="66050">
                  <c:v>45768.838888888888</c:v>
                </c:pt>
                <c:pt idx="66051">
                  <c:v>45593.819444444453</c:v>
                </c:pt>
                <c:pt idx="66052">
                  <c:v>45450.84375</c:v>
                </c:pt>
                <c:pt idx="66053">
                  <c:v>45736.747916666667</c:v>
                </c:pt>
                <c:pt idx="66054">
                  <c:v>45904.694444444453</c:v>
                </c:pt>
                <c:pt idx="66055">
                  <c:v>46022.756944444453</c:v>
                </c:pt>
                <c:pt idx="66056">
                  <c:v>45793.877083333333</c:v>
                </c:pt>
                <c:pt idx="66057">
                  <c:v>45981.857638888891</c:v>
                </c:pt>
                <c:pt idx="66058">
                  <c:v>45574.29791666667</c:v>
                </c:pt>
                <c:pt idx="66059">
                  <c:v>45701.633333333331</c:v>
                </c:pt>
                <c:pt idx="66060">
                  <c:v>45469.956250000003</c:v>
                </c:pt>
                <c:pt idx="66061">
                  <c:v>45850.418749999997</c:v>
                </c:pt>
                <c:pt idx="66062">
                  <c:v>45755.254166666673</c:v>
                </c:pt>
                <c:pt idx="66063">
                  <c:v>45536.660416666673</c:v>
                </c:pt>
                <c:pt idx="66064">
                  <c:v>46019.381944444453</c:v>
                </c:pt>
                <c:pt idx="66065">
                  <c:v>45672.994444444441</c:v>
                </c:pt>
                <c:pt idx="66066">
                  <c:v>45898.415972222218</c:v>
                </c:pt>
                <c:pt idx="66067">
                  <c:v>45447.780555555553</c:v>
                </c:pt>
                <c:pt idx="66068">
                  <c:v>45935.990972222222</c:v>
                </c:pt>
                <c:pt idx="66069">
                  <c:v>45486.487500000003</c:v>
                </c:pt>
                <c:pt idx="66070">
                  <c:v>45685.865277777782</c:v>
                </c:pt>
                <c:pt idx="66071">
                  <c:v>45509.554166666669</c:v>
                </c:pt>
                <c:pt idx="66072">
                  <c:v>45673.807638888888</c:v>
                </c:pt>
                <c:pt idx="66073">
                  <c:v>45479.572916666657</c:v>
                </c:pt>
                <c:pt idx="66074">
                  <c:v>45946.624305555553</c:v>
                </c:pt>
                <c:pt idx="66075">
                  <c:v>45878.623611111107</c:v>
                </c:pt>
                <c:pt idx="66076">
                  <c:v>45920.291666666657</c:v>
                </c:pt>
                <c:pt idx="66077">
                  <c:v>45934.341666666667</c:v>
                </c:pt>
                <c:pt idx="66078">
                  <c:v>45806.722916666673</c:v>
                </c:pt>
                <c:pt idx="66079">
                  <c:v>45981.6875</c:v>
                </c:pt>
                <c:pt idx="66080">
                  <c:v>45766.348611111112</c:v>
                </c:pt>
                <c:pt idx="66081">
                  <c:v>45942.354861111111</c:v>
                </c:pt>
                <c:pt idx="66082">
                  <c:v>45938.804861111108</c:v>
                </c:pt>
                <c:pt idx="66083">
                  <c:v>45898.739583333343</c:v>
                </c:pt>
                <c:pt idx="66084">
                  <c:v>45869.73333333333</c:v>
                </c:pt>
                <c:pt idx="66085">
                  <c:v>45716.76666666667</c:v>
                </c:pt>
                <c:pt idx="66086">
                  <c:v>45851.320833333331</c:v>
                </c:pt>
                <c:pt idx="66087">
                  <c:v>45683.447222222218</c:v>
                </c:pt>
                <c:pt idx="66088">
                  <c:v>46011.377083333333</c:v>
                </c:pt>
                <c:pt idx="66089">
                  <c:v>45835.861111111109</c:v>
                </c:pt>
                <c:pt idx="66090">
                  <c:v>45962.444444444453</c:v>
                </c:pt>
                <c:pt idx="66091">
                  <c:v>45743.795138888891</c:v>
                </c:pt>
                <c:pt idx="66092">
                  <c:v>45850.847916666673</c:v>
                </c:pt>
                <c:pt idx="66093">
                  <c:v>45809.667361111111</c:v>
                </c:pt>
                <c:pt idx="66094">
                  <c:v>45412.068749999999</c:v>
                </c:pt>
                <c:pt idx="66095">
                  <c:v>45506.629861111112</c:v>
                </c:pt>
                <c:pt idx="66096">
                  <c:v>45756.074305555558</c:v>
                </c:pt>
                <c:pt idx="66097">
                  <c:v>45332.466666666667</c:v>
                </c:pt>
                <c:pt idx="66098">
                  <c:v>45609.783333333333</c:v>
                </c:pt>
                <c:pt idx="66099">
                  <c:v>45716.327777777777</c:v>
                </c:pt>
                <c:pt idx="66100">
                  <c:v>45562.913194444453</c:v>
                </c:pt>
                <c:pt idx="66101">
                  <c:v>45365.320138888892</c:v>
                </c:pt>
                <c:pt idx="66102">
                  <c:v>45836.20416666667</c:v>
                </c:pt>
                <c:pt idx="66103">
                  <c:v>45762.731249999997</c:v>
                </c:pt>
                <c:pt idx="66104">
                  <c:v>45319.353472222218</c:v>
                </c:pt>
                <c:pt idx="66105">
                  <c:v>45504.367361111108</c:v>
                </c:pt>
                <c:pt idx="66106">
                  <c:v>45824.640972222223</c:v>
                </c:pt>
                <c:pt idx="66107">
                  <c:v>45415.279861111107</c:v>
                </c:pt>
                <c:pt idx="66108">
                  <c:v>45872.440972222219</c:v>
                </c:pt>
                <c:pt idx="66109">
                  <c:v>45686.447222222218</c:v>
                </c:pt>
                <c:pt idx="66110">
                  <c:v>45998.097916666673</c:v>
                </c:pt>
                <c:pt idx="66111">
                  <c:v>45957.520833333343</c:v>
                </c:pt>
                <c:pt idx="66112">
                  <c:v>45960.357638888891</c:v>
                </c:pt>
                <c:pt idx="66113">
                  <c:v>45968.808333333327</c:v>
                </c:pt>
                <c:pt idx="66114">
                  <c:v>45995.192361111112</c:v>
                </c:pt>
                <c:pt idx="66115">
                  <c:v>45966.45</c:v>
                </c:pt>
                <c:pt idx="66116">
                  <c:v>45951.855555555558</c:v>
                </c:pt>
                <c:pt idx="66117">
                  <c:v>45975.009027777778</c:v>
                </c:pt>
                <c:pt idx="66118">
                  <c:v>45948.484027777777</c:v>
                </c:pt>
                <c:pt idx="66119">
                  <c:v>45941.506249999999</c:v>
                </c:pt>
                <c:pt idx="66120">
                  <c:v>45986.463888888888</c:v>
                </c:pt>
                <c:pt idx="66121">
                  <c:v>45766.042361111111</c:v>
                </c:pt>
                <c:pt idx="66122">
                  <c:v>45766.060416666667</c:v>
                </c:pt>
                <c:pt idx="66123">
                  <c:v>45678.851388888892</c:v>
                </c:pt>
                <c:pt idx="66124">
                  <c:v>45966.554861111108</c:v>
                </c:pt>
                <c:pt idx="66125">
                  <c:v>45990.547222222223</c:v>
                </c:pt>
                <c:pt idx="66126">
                  <c:v>45876.624305555553</c:v>
                </c:pt>
                <c:pt idx="66127">
                  <c:v>45723.493055555547</c:v>
                </c:pt>
                <c:pt idx="66128">
                  <c:v>45685.631944444453</c:v>
                </c:pt>
                <c:pt idx="66129">
                  <c:v>45319.599305555559</c:v>
                </c:pt>
                <c:pt idx="66130">
                  <c:v>45301.634722222218</c:v>
                </c:pt>
                <c:pt idx="66131">
                  <c:v>45743.3</c:v>
                </c:pt>
                <c:pt idx="66132">
                  <c:v>45496.65902777778</c:v>
                </c:pt>
                <c:pt idx="66133">
                  <c:v>45648.348611111112</c:v>
                </c:pt>
                <c:pt idx="66134">
                  <c:v>45512.743055555547</c:v>
                </c:pt>
                <c:pt idx="66135">
                  <c:v>45747.44027777778</c:v>
                </c:pt>
                <c:pt idx="66136">
                  <c:v>46020.445833333331</c:v>
                </c:pt>
                <c:pt idx="66137">
                  <c:v>45762.629166666673</c:v>
                </c:pt>
                <c:pt idx="66138">
                  <c:v>46000.490972222222</c:v>
                </c:pt>
                <c:pt idx="66139">
                  <c:v>45866.542361111111</c:v>
                </c:pt>
                <c:pt idx="66140">
                  <c:v>45698.601388888892</c:v>
                </c:pt>
                <c:pt idx="66141">
                  <c:v>45662.619444444441</c:v>
                </c:pt>
                <c:pt idx="66142">
                  <c:v>45880.472916666673</c:v>
                </c:pt>
                <c:pt idx="66143">
                  <c:v>45831.620833333327</c:v>
                </c:pt>
                <c:pt idx="66144">
                  <c:v>45706.644444444442</c:v>
                </c:pt>
                <c:pt idx="66145">
                  <c:v>45891.589583333327</c:v>
                </c:pt>
                <c:pt idx="66146">
                  <c:v>45656.418749999997</c:v>
                </c:pt>
                <c:pt idx="66147">
                  <c:v>45732.709027777782</c:v>
                </c:pt>
                <c:pt idx="66148">
                  <c:v>45719.696527777778</c:v>
                </c:pt>
                <c:pt idx="66149">
                  <c:v>45786.324305555558</c:v>
                </c:pt>
                <c:pt idx="66150">
                  <c:v>45944.582638888889</c:v>
                </c:pt>
                <c:pt idx="66151">
                  <c:v>45646.51458333333</c:v>
                </c:pt>
                <c:pt idx="66152">
                  <c:v>45800.442361111112</c:v>
                </c:pt>
                <c:pt idx="66153">
                  <c:v>45905.474999999999</c:v>
                </c:pt>
                <c:pt idx="66154">
                  <c:v>45671.493055555547</c:v>
                </c:pt>
                <c:pt idx="66155">
                  <c:v>45717.688194444447</c:v>
                </c:pt>
                <c:pt idx="66156">
                  <c:v>45479.709722222222</c:v>
                </c:pt>
                <c:pt idx="66157">
                  <c:v>45946.569444444453</c:v>
                </c:pt>
                <c:pt idx="66158">
                  <c:v>45311.158333333333</c:v>
                </c:pt>
                <c:pt idx="66159">
                  <c:v>45809.910416666673</c:v>
                </c:pt>
                <c:pt idx="66160">
                  <c:v>45585.286805555559</c:v>
                </c:pt>
                <c:pt idx="66161">
                  <c:v>45646.429166666669</c:v>
                </c:pt>
                <c:pt idx="66162">
                  <c:v>45678.511805555558</c:v>
                </c:pt>
                <c:pt idx="66163">
                  <c:v>45793.425694444442</c:v>
                </c:pt>
                <c:pt idx="66164">
                  <c:v>45883.349305555559</c:v>
                </c:pt>
                <c:pt idx="66165">
                  <c:v>45723.479861111111</c:v>
                </c:pt>
                <c:pt idx="66166">
                  <c:v>45851.723611111112</c:v>
                </c:pt>
                <c:pt idx="66167">
                  <c:v>45779.615277777782</c:v>
                </c:pt>
                <c:pt idx="66168">
                  <c:v>45868.835416666669</c:v>
                </c:pt>
                <c:pt idx="66169">
                  <c:v>45664.5625</c:v>
                </c:pt>
                <c:pt idx="66170">
                  <c:v>45688.818749999999</c:v>
                </c:pt>
                <c:pt idx="66171">
                  <c:v>45700.883333333331</c:v>
                </c:pt>
                <c:pt idx="66172">
                  <c:v>45739.838888888888</c:v>
                </c:pt>
                <c:pt idx="66173">
                  <c:v>45825.368750000001</c:v>
                </c:pt>
                <c:pt idx="66174">
                  <c:v>45609.628472222219</c:v>
                </c:pt>
                <c:pt idx="66175">
                  <c:v>45810.438888888893</c:v>
                </c:pt>
                <c:pt idx="66176">
                  <c:v>45754.629861111112</c:v>
                </c:pt>
                <c:pt idx="66177">
                  <c:v>45884.893750000003</c:v>
                </c:pt>
                <c:pt idx="66178">
                  <c:v>45363.273611111108</c:v>
                </c:pt>
                <c:pt idx="66179">
                  <c:v>45450.709722222222</c:v>
                </c:pt>
                <c:pt idx="66180">
                  <c:v>45319.771527777782</c:v>
                </c:pt>
                <c:pt idx="66181">
                  <c:v>45780.962500000001</c:v>
                </c:pt>
                <c:pt idx="66182">
                  <c:v>45532.347222222219</c:v>
                </c:pt>
                <c:pt idx="66183">
                  <c:v>45636.665972222218</c:v>
                </c:pt>
                <c:pt idx="66184">
                  <c:v>45387.711805555547</c:v>
                </c:pt>
                <c:pt idx="66185">
                  <c:v>45701.588194444441</c:v>
                </c:pt>
                <c:pt idx="66186">
                  <c:v>45416.973611111112</c:v>
                </c:pt>
                <c:pt idx="66187">
                  <c:v>45735.672222222223</c:v>
                </c:pt>
                <c:pt idx="66188">
                  <c:v>45453.625694444447</c:v>
                </c:pt>
                <c:pt idx="66189">
                  <c:v>45517.569444444453</c:v>
                </c:pt>
                <c:pt idx="66190">
                  <c:v>45567.461111111108</c:v>
                </c:pt>
                <c:pt idx="66191">
                  <c:v>45633.869444444441</c:v>
                </c:pt>
                <c:pt idx="66192">
                  <c:v>45961.622916666667</c:v>
                </c:pt>
                <c:pt idx="66193">
                  <c:v>45747.502083333333</c:v>
                </c:pt>
                <c:pt idx="66194">
                  <c:v>46004.743750000001</c:v>
                </c:pt>
                <c:pt idx="66195">
                  <c:v>45856.46597222222</c:v>
                </c:pt>
                <c:pt idx="66196">
                  <c:v>45994.755555555559</c:v>
                </c:pt>
                <c:pt idx="66197">
                  <c:v>45900.643750000003</c:v>
                </c:pt>
                <c:pt idx="66198">
                  <c:v>45887.350694444453</c:v>
                </c:pt>
                <c:pt idx="66199">
                  <c:v>45979.811111111107</c:v>
                </c:pt>
                <c:pt idx="66200">
                  <c:v>45818.65347222222</c:v>
                </c:pt>
                <c:pt idx="66201">
                  <c:v>45828.373611111107</c:v>
                </c:pt>
                <c:pt idx="66202">
                  <c:v>46014.258333333331</c:v>
                </c:pt>
                <c:pt idx="66203">
                  <c:v>45956.619444444441</c:v>
                </c:pt>
                <c:pt idx="66204">
                  <c:v>45844.829861111109</c:v>
                </c:pt>
                <c:pt idx="66205">
                  <c:v>45965.297222222223</c:v>
                </c:pt>
                <c:pt idx="66206">
                  <c:v>45915.845833333333</c:v>
                </c:pt>
                <c:pt idx="66207">
                  <c:v>45940.356249999997</c:v>
                </c:pt>
                <c:pt idx="66208">
                  <c:v>46002.435416666667</c:v>
                </c:pt>
                <c:pt idx="66209">
                  <c:v>45684.76666666667</c:v>
                </c:pt>
                <c:pt idx="66210">
                  <c:v>45791.384722222218</c:v>
                </c:pt>
                <c:pt idx="66211">
                  <c:v>45329.720833333333</c:v>
                </c:pt>
                <c:pt idx="66212">
                  <c:v>45599.381249999999</c:v>
                </c:pt>
                <c:pt idx="66213">
                  <c:v>45741.470138888893</c:v>
                </c:pt>
                <c:pt idx="66214">
                  <c:v>45398.526388888888</c:v>
                </c:pt>
                <c:pt idx="66215">
                  <c:v>45807.754166666673</c:v>
                </c:pt>
                <c:pt idx="66216">
                  <c:v>45813.457638888889</c:v>
                </c:pt>
                <c:pt idx="66217">
                  <c:v>45551.888888888891</c:v>
                </c:pt>
                <c:pt idx="66218">
                  <c:v>45449.844444444447</c:v>
                </c:pt>
                <c:pt idx="66219">
                  <c:v>45334.868055555547</c:v>
                </c:pt>
                <c:pt idx="66220">
                  <c:v>45359.908333333333</c:v>
                </c:pt>
                <c:pt idx="66221">
                  <c:v>46000.479861111111</c:v>
                </c:pt>
                <c:pt idx="66222">
                  <c:v>45700.788194444453</c:v>
                </c:pt>
                <c:pt idx="66223">
                  <c:v>45627.866666666669</c:v>
                </c:pt>
                <c:pt idx="66224">
                  <c:v>45325.995833333327</c:v>
                </c:pt>
                <c:pt idx="66225">
                  <c:v>45938.480555555558</c:v>
                </c:pt>
                <c:pt idx="66226">
                  <c:v>45485.770138888889</c:v>
                </c:pt>
                <c:pt idx="66227">
                  <c:v>45453.600694444453</c:v>
                </c:pt>
                <c:pt idx="66228">
                  <c:v>45699.806250000001</c:v>
                </c:pt>
                <c:pt idx="66229">
                  <c:v>45586.39166666667</c:v>
                </c:pt>
                <c:pt idx="66230">
                  <c:v>45320.6875</c:v>
                </c:pt>
                <c:pt idx="66231">
                  <c:v>46002.461805555547</c:v>
                </c:pt>
                <c:pt idx="66232">
                  <c:v>45644.65902777778</c:v>
                </c:pt>
                <c:pt idx="66233">
                  <c:v>45572.488194444442</c:v>
                </c:pt>
                <c:pt idx="66234">
                  <c:v>45433.822916666657</c:v>
                </c:pt>
                <c:pt idx="66235">
                  <c:v>45923.662499999999</c:v>
                </c:pt>
                <c:pt idx="66236">
                  <c:v>45523.938888888893</c:v>
                </c:pt>
                <c:pt idx="66237">
                  <c:v>45614.746527777781</c:v>
                </c:pt>
                <c:pt idx="66238">
                  <c:v>45805.588194444441</c:v>
                </c:pt>
                <c:pt idx="66239">
                  <c:v>45888.399305555547</c:v>
                </c:pt>
                <c:pt idx="66240">
                  <c:v>45740.621527777781</c:v>
                </c:pt>
                <c:pt idx="66241">
                  <c:v>45880.65902777778</c:v>
                </c:pt>
                <c:pt idx="66242">
                  <c:v>45726.086111111108</c:v>
                </c:pt>
                <c:pt idx="66243">
                  <c:v>45693.962500000001</c:v>
                </c:pt>
                <c:pt idx="66244">
                  <c:v>45573.74722222222</c:v>
                </c:pt>
                <c:pt idx="66245">
                  <c:v>45447.622916666667</c:v>
                </c:pt>
                <c:pt idx="66246">
                  <c:v>45655.925694444442</c:v>
                </c:pt>
                <c:pt idx="66247">
                  <c:v>45404.67291666667</c:v>
                </c:pt>
                <c:pt idx="66248">
                  <c:v>45375.758333333331</c:v>
                </c:pt>
                <c:pt idx="66249">
                  <c:v>45781.935416666667</c:v>
                </c:pt>
                <c:pt idx="66250">
                  <c:v>45538.822222222218</c:v>
                </c:pt>
                <c:pt idx="66251">
                  <c:v>45627.881249999999</c:v>
                </c:pt>
                <c:pt idx="66252">
                  <c:v>45491.522222222222</c:v>
                </c:pt>
                <c:pt idx="66253">
                  <c:v>45596.547222222223</c:v>
                </c:pt>
                <c:pt idx="66254">
                  <c:v>45593.592361111107</c:v>
                </c:pt>
                <c:pt idx="66255">
                  <c:v>45593.592361111107</c:v>
                </c:pt>
                <c:pt idx="66256">
                  <c:v>46014.405555555553</c:v>
                </c:pt>
                <c:pt idx="66257">
                  <c:v>46014.405555555553</c:v>
                </c:pt>
                <c:pt idx="66258">
                  <c:v>45790.436805555553</c:v>
                </c:pt>
                <c:pt idx="66259">
                  <c:v>45790.436805555553</c:v>
                </c:pt>
                <c:pt idx="66260">
                  <c:v>45673.635416666657</c:v>
                </c:pt>
                <c:pt idx="66261">
                  <c:v>45673.635416666657</c:v>
                </c:pt>
                <c:pt idx="66262">
                  <c:v>45819.42291666667</c:v>
                </c:pt>
                <c:pt idx="66263">
                  <c:v>45622.42083333333</c:v>
                </c:pt>
                <c:pt idx="66264">
                  <c:v>45386.600694444453</c:v>
                </c:pt>
                <c:pt idx="66265">
                  <c:v>45911.525000000001</c:v>
                </c:pt>
                <c:pt idx="66266">
                  <c:v>45911.525000000001</c:v>
                </c:pt>
                <c:pt idx="66267">
                  <c:v>45855.498611111107</c:v>
                </c:pt>
                <c:pt idx="66268">
                  <c:v>45855.498611111107</c:v>
                </c:pt>
                <c:pt idx="66269">
                  <c:v>45761.417361111111</c:v>
                </c:pt>
                <c:pt idx="66270">
                  <c:v>45761.417361111111</c:v>
                </c:pt>
                <c:pt idx="66271">
                  <c:v>45966.469444444447</c:v>
                </c:pt>
                <c:pt idx="66272">
                  <c:v>45966.469444444447</c:v>
                </c:pt>
                <c:pt idx="66273">
                  <c:v>45386.600694444453</c:v>
                </c:pt>
                <c:pt idx="66274">
                  <c:v>45644.881249999999</c:v>
                </c:pt>
                <c:pt idx="66275">
                  <c:v>45819.42291666667</c:v>
                </c:pt>
                <c:pt idx="66276">
                  <c:v>45622.42083333333</c:v>
                </c:pt>
                <c:pt idx="66277">
                  <c:v>45644.881249999999</c:v>
                </c:pt>
                <c:pt idx="66278">
                  <c:v>45993.571527777778</c:v>
                </c:pt>
                <c:pt idx="66279">
                  <c:v>45761.574999999997</c:v>
                </c:pt>
                <c:pt idx="66280">
                  <c:v>45899.329861111109</c:v>
                </c:pt>
                <c:pt idx="66281">
                  <c:v>45559.413888888892</c:v>
                </c:pt>
                <c:pt idx="66282">
                  <c:v>45699.245833333327</c:v>
                </c:pt>
                <c:pt idx="66283">
                  <c:v>45538.52847222222</c:v>
                </c:pt>
                <c:pt idx="66284">
                  <c:v>45965.354861111111</c:v>
                </c:pt>
                <c:pt idx="66285">
                  <c:v>45813.401388888888</c:v>
                </c:pt>
                <c:pt idx="66286">
                  <c:v>45601.29791666667</c:v>
                </c:pt>
                <c:pt idx="66287">
                  <c:v>45910.698611111111</c:v>
                </c:pt>
                <c:pt idx="66288">
                  <c:v>45481.228472222218</c:v>
                </c:pt>
                <c:pt idx="66289">
                  <c:v>45660.193749999999</c:v>
                </c:pt>
                <c:pt idx="66290">
                  <c:v>45806.334027777782</c:v>
                </c:pt>
                <c:pt idx="66291">
                  <c:v>45901.824305555558</c:v>
                </c:pt>
                <c:pt idx="66292">
                  <c:v>45935.22152777778</c:v>
                </c:pt>
                <c:pt idx="66293">
                  <c:v>45666.407638888893</c:v>
                </c:pt>
                <c:pt idx="66294">
                  <c:v>45960.339583333327</c:v>
                </c:pt>
                <c:pt idx="66295">
                  <c:v>45839.80972222222</c:v>
                </c:pt>
                <c:pt idx="66296">
                  <c:v>45656.443055555559</c:v>
                </c:pt>
                <c:pt idx="66297">
                  <c:v>45744.615277777782</c:v>
                </c:pt>
                <c:pt idx="66298">
                  <c:v>45775.809027777781</c:v>
                </c:pt>
                <c:pt idx="66299">
                  <c:v>45685.405555555553</c:v>
                </c:pt>
                <c:pt idx="66300">
                  <c:v>46011.554166666669</c:v>
                </c:pt>
                <c:pt idx="66301">
                  <c:v>45716.706944444442</c:v>
                </c:pt>
                <c:pt idx="66302">
                  <c:v>45868.552083333343</c:v>
                </c:pt>
                <c:pt idx="66303">
                  <c:v>45989.352777777778</c:v>
                </c:pt>
                <c:pt idx="66304">
                  <c:v>45750.426388888889</c:v>
                </c:pt>
                <c:pt idx="66305">
                  <c:v>45410.606944444437</c:v>
                </c:pt>
                <c:pt idx="66306">
                  <c:v>45727.706250000003</c:v>
                </c:pt>
                <c:pt idx="66307">
                  <c:v>45372.677777777782</c:v>
                </c:pt>
                <c:pt idx="66308">
                  <c:v>45524.506944444453</c:v>
                </c:pt>
                <c:pt idx="66309">
                  <c:v>45654.513194444437</c:v>
                </c:pt>
                <c:pt idx="66310">
                  <c:v>45501.940972222219</c:v>
                </c:pt>
                <c:pt idx="66311">
                  <c:v>45460.336805555547</c:v>
                </c:pt>
                <c:pt idx="66312">
                  <c:v>45713.015277777777</c:v>
                </c:pt>
                <c:pt idx="66313">
                  <c:v>45354.39166666667</c:v>
                </c:pt>
                <c:pt idx="66314">
                  <c:v>45810.397222222222</c:v>
                </c:pt>
                <c:pt idx="66315">
                  <c:v>45852.568749999999</c:v>
                </c:pt>
                <c:pt idx="66316">
                  <c:v>45752.636111111111</c:v>
                </c:pt>
                <c:pt idx="66317">
                  <c:v>45327.293749999997</c:v>
                </c:pt>
                <c:pt idx="66318">
                  <c:v>45519.361111111109</c:v>
                </c:pt>
                <c:pt idx="66319">
                  <c:v>45595.650694444441</c:v>
                </c:pt>
                <c:pt idx="66320">
                  <c:v>45961.647916666669</c:v>
                </c:pt>
                <c:pt idx="66321">
                  <c:v>45381.416666666657</c:v>
                </c:pt>
                <c:pt idx="66322">
                  <c:v>45746.709722222222</c:v>
                </c:pt>
                <c:pt idx="66323">
                  <c:v>45766.362500000003</c:v>
                </c:pt>
                <c:pt idx="66324">
                  <c:v>45478.321527777778</c:v>
                </c:pt>
                <c:pt idx="66325">
                  <c:v>45417.627083333333</c:v>
                </c:pt>
                <c:pt idx="66326">
                  <c:v>45690.413888888892</c:v>
                </c:pt>
                <c:pt idx="66327">
                  <c:v>45848.306250000001</c:v>
                </c:pt>
                <c:pt idx="66328">
                  <c:v>45550.589583333327</c:v>
                </c:pt>
                <c:pt idx="66329">
                  <c:v>45925.363194444442</c:v>
                </c:pt>
                <c:pt idx="66330">
                  <c:v>45802.472222222219</c:v>
                </c:pt>
                <c:pt idx="66331">
                  <c:v>45438.534722222219</c:v>
                </c:pt>
                <c:pt idx="66332">
                  <c:v>45507.334722222222</c:v>
                </c:pt>
                <c:pt idx="66333">
                  <c:v>45318.55972222222</c:v>
                </c:pt>
                <c:pt idx="66334">
                  <c:v>45813.449305555558</c:v>
                </c:pt>
                <c:pt idx="66335">
                  <c:v>45650.558333333327</c:v>
                </c:pt>
                <c:pt idx="66336">
                  <c:v>45729.938194444447</c:v>
                </c:pt>
                <c:pt idx="66337">
                  <c:v>45489.845833333333</c:v>
                </c:pt>
                <c:pt idx="66338">
                  <c:v>45531.884027777778</c:v>
                </c:pt>
                <c:pt idx="66339">
                  <c:v>45638.461111111108</c:v>
                </c:pt>
                <c:pt idx="66340">
                  <c:v>45811.497916666667</c:v>
                </c:pt>
                <c:pt idx="66341">
                  <c:v>45922.773611111108</c:v>
                </c:pt>
                <c:pt idx="66342">
                  <c:v>45887.383333333331</c:v>
                </c:pt>
                <c:pt idx="66343">
                  <c:v>45495.94027777778</c:v>
                </c:pt>
                <c:pt idx="66344">
                  <c:v>45578.607638888891</c:v>
                </c:pt>
                <c:pt idx="66345">
                  <c:v>45958.537499999999</c:v>
                </c:pt>
                <c:pt idx="66346">
                  <c:v>45764.512499999997</c:v>
                </c:pt>
                <c:pt idx="66347">
                  <c:v>45997.611805555563</c:v>
                </c:pt>
                <c:pt idx="66348">
                  <c:v>45426.65902777778</c:v>
                </c:pt>
                <c:pt idx="66349">
                  <c:v>45968.790972222218</c:v>
                </c:pt>
                <c:pt idx="66350">
                  <c:v>45589.576388888891</c:v>
                </c:pt>
                <c:pt idx="66351">
                  <c:v>45911.731944444437</c:v>
                </c:pt>
                <c:pt idx="66352">
                  <c:v>45486.424305555563</c:v>
                </c:pt>
                <c:pt idx="66353">
                  <c:v>45847.763888888891</c:v>
                </c:pt>
                <c:pt idx="66354">
                  <c:v>45320.522222222222</c:v>
                </c:pt>
                <c:pt idx="66355">
                  <c:v>45747.791666666657</c:v>
                </c:pt>
                <c:pt idx="66356">
                  <c:v>45798.40625</c:v>
                </c:pt>
                <c:pt idx="66357">
                  <c:v>45522.691666666673</c:v>
                </c:pt>
                <c:pt idx="66358">
                  <c:v>45687.338888888888</c:v>
                </c:pt>
                <c:pt idx="66359">
                  <c:v>45438.525000000001</c:v>
                </c:pt>
                <c:pt idx="66360">
                  <c:v>45770.418749999997</c:v>
                </c:pt>
                <c:pt idx="66361">
                  <c:v>45626.42083333333</c:v>
                </c:pt>
                <c:pt idx="66362">
                  <c:v>45548.439583333333</c:v>
                </c:pt>
                <c:pt idx="66363">
                  <c:v>45990.366666666669</c:v>
                </c:pt>
                <c:pt idx="66364">
                  <c:v>45320.594444444447</c:v>
                </c:pt>
                <c:pt idx="66365">
                  <c:v>45885.363888888889</c:v>
                </c:pt>
                <c:pt idx="66366">
                  <c:v>45953.759027777778</c:v>
                </c:pt>
                <c:pt idx="66367">
                  <c:v>45967.756249999999</c:v>
                </c:pt>
                <c:pt idx="66368">
                  <c:v>45967.756249999999</c:v>
                </c:pt>
                <c:pt idx="66369">
                  <c:v>45804.536111111112</c:v>
                </c:pt>
                <c:pt idx="66370">
                  <c:v>45786.651388888888</c:v>
                </c:pt>
                <c:pt idx="66371">
                  <c:v>45861.703472222223</c:v>
                </c:pt>
                <c:pt idx="66372">
                  <c:v>45861.703472222223</c:v>
                </c:pt>
                <c:pt idx="66373">
                  <c:v>45953.759027777778</c:v>
                </c:pt>
                <c:pt idx="66374">
                  <c:v>45804.536111111112</c:v>
                </c:pt>
                <c:pt idx="66375">
                  <c:v>45937.84375</c:v>
                </c:pt>
                <c:pt idx="66376">
                  <c:v>45818.602083333331</c:v>
                </c:pt>
                <c:pt idx="66377">
                  <c:v>45885.363888888889</c:v>
                </c:pt>
                <c:pt idx="66378">
                  <c:v>45989.443749999999</c:v>
                </c:pt>
                <c:pt idx="66379">
                  <c:v>45937.84375</c:v>
                </c:pt>
                <c:pt idx="66380">
                  <c:v>45818.602083333331</c:v>
                </c:pt>
                <c:pt idx="66381">
                  <c:v>45905.577777777777</c:v>
                </c:pt>
                <c:pt idx="66382">
                  <c:v>45905.577777777777</c:v>
                </c:pt>
                <c:pt idx="66383">
                  <c:v>45786.651388888888</c:v>
                </c:pt>
                <c:pt idx="66384">
                  <c:v>45989.443749999999</c:v>
                </c:pt>
                <c:pt idx="66385">
                  <c:v>45357.5625</c:v>
                </c:pt>
                <c:pt idx="66386">
                  <c:v>45495.750694444447</c:v>
                </c:pt>
                <c:pt idx="66387">
                  <c:v>45537.379166666673</c:v>
                </c:pt>
                <c:pt idx="66388">
                  <c:v>45847.59375</c:v>
                </c:pt>
                <c:pt idx="66389">
                  <c:v>45320.811111111107</c:v>
                </c:pt>
                <c:pt idx="66390">
                  <c:v>45719.652083333327</c:v>
                </c:pt>
                <c:pt idx="66391">
                  <c:v>45618.52847222222</c:v>
                </c:pt>
                <c:pt idx="66392">
                  <c:v>45450.490972222222</c:v>
                </c:pt>
                <c:pt idx="66393">
                  <c:v>45934.813194444447</c:v>
                </c:pt>
                <c:pt idx="66394">
                  <c:v>45896.326388888891</c:v>
                </c:pt>
                <c:pt idx="66395">
                  <c:v>45758.556944444441</c:v>
                </c:pt>
                <c:pt idx="66396">
                  <c:v>45652.730555555558</c:v>
                </c:pt>
                <c:pt idx="66397">
                  <c:v>45583.538888888892</c:v>
                </c:pt>
                <c:pt idx="66398">
                  <c:v>46020.552777777782</c:v>
                </c:pt>
                <c:pt idx="66399">
                  <c:v>45408.288194444453</c:v>
                </c:pt>
                <c:pt idx="66400">
                  <c:v>45893.890972222223</c:v>
                </c:pt>
                <c:pt idx="66401">
                  <c:v>45327.776388888888</c:v>
                </c:pt>
                <c:pt idx="66402">
                  <c:v>46011.579861111109</c:v>
                </c:pt>
                <c:pt idx="66403">
                  <c:v>45979.743055555547</c:v>
                </c:pt>
                <c:pt idx="66404">
                  <c:v>45334.977777777778</c:v>
                </c:pt>
                <c:pt idx="66405">
                  <c:v>45889.23333333333</c:v>
                </c:pt>
                <c:pt idx="66406">
                  <c:v>45832.503472222219</c:v>
                </c:pt>
                <c:pt idx="66407">
                  <c:v>45856.436805555553</c:v>
                </c:pt>
                <c:pt idx="66408">
                  <c:v>45751.368055555547</c:v>
                </c:pt>
                <c:pt idx="66409">
                  <c:v>45951.620138888888</c:v>
                </c:pt>
                <c:pt idx="66410">
                  <c:v>45816.401388888888</c:v>
                </c:pt>
                <c:pt idx="66411">
                  <c:v>45931.493055555547</c:v>
                </c:pt>
                <c:pt idx="66412">
                  <c:v>45922.42083333333</c:v>
                </c:pt>
                <c:pt idx="66413">
                  <c:v>45990.385416666657</c:v>
                </c:pt>
                <c:pt idx="66414">
                  <c:v>45930.745833333327</c:v>
                </c:pt>
                <c:pt idx="66415">
                  <c:v>45762.791666666657</c:v>
                </c:pt>
                <c:pt idx="66416">
                  <c:v>45479.677083333343</c:v>
                </c:pt>
                <c:pt idx="66417">
                  <c:v>45859.427777777782</c:v>
                </c:pt>
                <c:pt idx="66418">
                  <c:v>45988.629166666673</c:v>
                </c:pt>
                <c:pt idx="66419">
                  <c:v>45880.637499999997</c:v>
                </c:pt>
                <c:pt idx="66420">
                  <c:v>45932.570833333331</c:v>
                </c:pt>
                <c:pt idx="66421">
                  <c:v>45915.617361111108</c:v>
                </c:pt>
                <c:pt idx="66422">
                  <c:v>45834.65347222222</c:v>
                </c:pt>
                <c:pt idx="66423">
                  <c:v>45854.557638888888</c:v>
                </c:pt>
                <c:pt idx="66424">
                  <c:v>46020.555555555547</c:v>
                </c:pt>
                <c:pt idx="66425">
                  <c:v>45915.622916666667</c:v>
                </c:pt>
                <c:pt idx="66426">
                  <c:v>45954.612500000003</c:v>
                </c:pt>
                <c:pt idx="66427">
                  <c:v>45925.497916666667</c:v>
                </c:pt>
                <c:pt idx="66428">
                  <c:v>45526.804166666669</c:v>
                </c:pt>
                <c:pt idx="66429">
                  <c:v>45555.952777777777</c:v>
                </c:pt>
                <c:pt idx="66430">
                  <c:v>45328.947222222218</c:v>
                </c:pt>
                <c:pt idx="66431">
                  <c:v>45445.408333333333</c:v>
                </c:pt>
                <c:pt idx="66432">
                  <c:v>45710.604166666657</c:v>
                </c:pt>
                <c:pt idx="66433">
                  <c:v>45781.529861111107</c:v>
                </c:pt>
                <c:pt idx="66434">
                  <c:v>45606.470833333333</c:v>
                </c:pt>
                <c:pt idx="66435">
                  <c:v>45996.802777777782</c:v>
                </c:pt>
                <c:pt idx="66436">
                  <c:v>45495.836805555547</c:v>
                </c:pt>
                <c:pt idx="66437">
                  <c:v>45396.65625</c:v>
                </c:pt>
                <c:pt idx="66438">
                  <c:v>45372.52847222222</c:v>
                </c:pt>
                <c:pt idx="66439">
                  <c:v>45887.786805555559</c:v>
                </c:pt>
                <c:pt idx="66440">
                  <c:v>45833.585416666669</c:v>
                </c:pt>
                <c:pt idx="66441">
                  <c:v>45859.45416666667</c:v>
                </c:pt>
                <c:pt idx="66442">
                  <c:v>46006.472222222219</c:v>
                </c:pt>
                <c:pt idx="66443">
                  <c:v>45873.554861111108</c:v>
                </c:pt>
                <c:pt idx="66444">
                  <c:v>45380.551388888889</c:v>
                </c:pt>
                <c:pt idx="66445">
                  <c:v>45958.481249999997</c:v>
                </c:pt>
                <c:pt idx="66446">
                  <c:v>45424.495833333327</c:v>
                </c:pt>
                <c:pt idx="66447">
                  <c:v>45409.584027777782</c:v>
                </c:pt>
                <c:pt idx="66448">
                  <c:v>45436.730555555558</c:v>
                </c:pt>
                <c:pt idx="66449">
                  <c:v>45973.65</c:v>
                </c:pt>
                <c:pt idx="66450">
                  <c:v>45846.453472222223</c:v>
                </c:pt>
                <c:pt idx="66451">
                  <c:v>45404.416666666657</c:v>
                </c:pt>
                <c:pt idx="66452">
                  <c:v>45996.456944444442</c:v>
                </c:pt>
                <c:pt idx="66453">
                  <c:v>45909.554166666669</c:v>
                </c:pt>
                <c:pt idx="66454">
                  <c:v>45932.953472222223</c:v>
                </c:pt>
                <c:pt idx="66455">
                  <c:v>45590.730555555558</c:v>
                </c:pt>
                <c:pt idx="66456">
                  <c:v>45888.589583333327</c:v>
                </c:pt>
                <c:pt idx="66457">
                  <c:v>45915.695138888892</c:v>
                </c:pt>
                <c:pt idx="66458">
                  <c:v>45781.979166666657</c:v>
                </c:pt>
                <c:pt idx="66459">
                  <c:v>45537.979166666657</c:v>
                </c:pt>
                <c:pt idx="66460">
                  <c:v>45619.618750000001</c:v>
                </c:pt>
                <c:pt idx="66461">
                  <c:v>45720.11041666667</c:v>
                </c:pt>
                <c:pt idx="66462">
                  <c:v>45417.790277777778</c:v>
                </c:pt>
                <c:pt idx="66463">
                  <c:v>46001.561805555553</c:v>
                </c:pt>
                <c:pt idx="66464">
                  <c:v>45403.966666666667</c:v>
                </c:pt>
                <c:pt idx="66465">
                  <c:v>45656.758333333331</c:v>
                </c:pt>
                <c:pt idx="66466">
                  <c:v>45742.711111111108</c:v>
                </c:pt>
                <c:pt idx="66467">
                  <c:v>45550.650694444441</c:v>
                </c:pt>
                <c:pt idx="66468">
                  <c:v>45331.614583333343</c:v>
                </c:pt>
                <c:pt idx="66469">
                  <c:v>45845.011805555558</c:v>
                </c:pt>
                <c:pt idx="66470">
                  <c:v>45686.670138888891</c:v>
                </c:pt>
                <c:pt idx="66471">
                  <c:v>45502.60833333333</c:v>
                </c:pt>
                <c:pt idx="66472">
                  <c:v>45381.70208333333</c:v>
                </c:pt>
                <c:pt idx="66473">
                  <c:v>45956.90902777778</c:v>
                </c:pt>
                <c:pt idx="66474">
                  <c:v>45478.665277777778</c:v>
                </c:pt>
                <c:pt idx="66475">
                  <c:v>45310.118055555547</c:v>
                </c:pt>
                <c:pt idx="66476">
                  <c:v>45316.408333333333</c:v>
                </c:pt>
                <c:pt idx="66477">
                  <c:v>45498.909722222219</c:v>
                </c:pt>
                <c:pt idx="66478">
                  <c:v>45583.902083333327</c:v>
                </c:pt>
                <c:pt idx="66479">
                  <c:v>45438.88958333333</c:v>
                </c:pt>
                <c:pt idx="66480">
                  <c:v>45456.657638888893</c:v>
                </c:pt>
                <c:pt idx="66481">
                  <c:v>45302.3</c:v>
                </c:pt>
                <c:pt idx="66482">
                  <c:v>45367.697222222218</c:v>
                </c:pt>
                <c:pt idx="66483">
                  <c:v>45400.495833333327</c:v>
                </c:pt>
                <c:pt idx="66484">
                  <c:v>45642.427083333343</c:v>
                </c:pt>
                <c:pt idx="66485">
                  <c:v>45830.857638888891</c:v>
                </c:pt>
                <c:pt idx="66486">
                  <c:v>45520.410416666673</c:v>
                </c:pt>
                <c:pt idx="66487">
                  <c:v>45584.618055555547</c:v>
                </c:pt>
                <c:pt idx="66488">
                  <c:v>46006.425000000003</c:v>
                </c:pt>
                <c:pt idx="66489">
                  <c:v>45705.40347222222</c:v>
                </c:pt>
                <c:pt idx="66490">
                  <c:v>45368.452777777777</c:v>
                </c:pt>
                <c:pt idx="66491">
                  <c:v>45910.512499999997</c:v>
                </c:pt>
                <c:pt idx="66492">
                  <c:v>45962.429861111108</c:v>
                </c:pt>
                <c:pt idx="66493">
                  <c:v>45321.772916666669</c:v>
                </c:pt>
                <c:pt idx="66494">
                  <c:v>45767.381944444453</c:v>
                </c:pt>
                <c:pt idx="66495">
                  <c:v>45458.260416666657</c:v>
                </c:pt>
                <c:pt idx="66496">
                  <c:v>45410.395138888889</c:v>
                </c:pt>
                <c:pt idx="66497">
                  <c:v>45308.461805555547</c:v>
                </c:pt>
                <c:pt idx="66498">
                  <c:v>46009.836111111108</c:v>
                </c:pt>
                <c:pt idx="66499">
                  <c:v>46009.836111111108</c:v>
                </c:pt>
                <c:pt idx="66500">
                  <c:v>45308.461805555547</c:v>
                </c:pt>
                <c:pt idx="66501">
                  <c:v>45642.48333333333</c:v>
                </c:pt>
                <c:pt idx="66502">
                  <c:v>45958.32916666667</c:v>
                </c:pt>
                <c:pt idx="66503">
                  <c:v>45308.461805555547</c:v>
                </c:pt>
                <c:pt idx="66504">
                  <c:v>45856.613888888889</c:v>
                </c:pt>
                <c:pt idx="66505">
                  <c:v>45381.468055555553</c:v>
                </c:pt>
                <c:pt idx="66506">
                  <c:v>45856.613888888889</c:v>
                </c:pt>
                <c:pt idx="66507">
                  <c:v>46017.337500000001</c:v>
                </c:pt>
                <c:pt idx="66508">
                  <c:v>46017.337500000001</c:v>
                </c:pt>
                <c:pt idx="66509">
                  <c:v>45667.602083333331</c:v>
                </c:pt>
                <c:pt idx="66510">
                  <c:v>45667.602083333331</c:v>
                </c:pt>
                <c:pt idx="66511">
                  <c:v>45449.629861111112</c:v>
                </c:pt>
                <c:pt idx="66512">
                  <c:v>45449.629861111112</c:v>
                </c:pt>
                <c:pt idx="66513">
                  <c:v>45856.613888888889</c:v>
                </c:pt>
                <c:pt idx="66514">
                  <c:v>45958.32916666667</c:v>
                </c:pt>
                <c:pt idx="66515">
                  <c:v>45820.631944444453</c:v>
                </c:pt>
                <c:pt idx="66516">
                  <c:v>45958.32916666667</c:v>
                </c:pt>
                <c:pt idx="66517">
                  <c:v>46017.337500000001</c:v>
                </c:pt>
                <c:pt idx="66518">
                  <c:v>45820.631944444453</c:v>
                </c:pt>
                <c:pt idx="66519">
                  <c:v>45820.631944444453</c:v>
                </c:pt>
                <c:pt idx="66520">
                  <c:v>45667.602083333331</c:v>
                </c:pt>
                <c:pt idx="66521">
                  <c:v>45449.629861111112</c:v>
                </c:pt>
                <c:pt idx="66522">
                  <c:v>46009.836111111108</c:v>
                </c:pt>
                <c:pt idx="66523">
                  <c:v>45381.468055555553</c:v>
                </c:pt>
                <c:pt idx="66524">
                  <c:v>45741.445833333331</c:v>
                </c:pt>
                <c:pt idx="66525">
                  <c:v>45642.48333333333</c:v>
                </c:pt>
                <c:pt idx="66526">
                  <c:v>45858.809027777781</c:v>
                </c:pt>
                <c:pt idx="66527">
                  <c:v>45858.809027777781</c:v>
                </c:pt>
                <c:pt idx="66528">
                  <c:v>45858.809027777781</c:v>
                </c:pt>
                <c:pt idx="66529">
                  <c:v>45741.445833333331</c:v>
                </c:pt>
                <c:pt idx="66530">
                  <c:v>45381.468055555553</c:v>
                </c:pt>
                <c:pt idx="66531">
                  <c:v>45526.559027777781</c:v>
                </c:pt>
                <c:pt idx="66532">
                  <c:v>45741.445833333331</c:v>
                </c:pt>
                <c:pt idx="66533">
                  <c:v>45526.559027777781</c:v>
                </c:pt>
                <c:pt idx="66534">
                  <c:v>45642.48333333333</c:v>
                </c:pt>
                <c:pt idx="66535">
                  <c:v>45592.405555555553</c:v>
                </c:pt>
                <c:pt idx="66536">
                  <c:v>45592.405555555553</c:v>
                </c:pt>
                <c:pt idx="66537">
                  <c:v>45592.405555555553</c:v>
                </c:pt>
                <c:pt idx="66538">
                  <c:v>45526.559027777781</c:v>
                </c:pt>
                <c:pt idx="66539">
                  <c:v>45998.647916666669</c:v>
                </c:pt>
                <c:pt idx="66540">
                  <c:v>45896.998611111107</c:v>
                </c:pt>
                <c:pt idx="66541">
                  <c:v>45793.847916666673</c:v>
                </c:pt>
                <c:pt idx="66542">
                  <c:v>45511.37222222222</c:v>
                </c:pt>
                <c:pt idx="66543">
                  <c:v>45550.53402777778</c:v>
                </c:pt>
                <c:pt idx="66544">
                  <c:v>46012.810416666667</c:v>
                </c:pt>
                <c:pt idx="66545">
                  <c:v>45620.5625</c:v>
                </c:pt>
                <c:pt idx="66546">
                  <c:v>45961.679166666669</c:v>
                </c:pt>
                <c:pt idx="66547">
                  <c:v>45868.427777777782</c:v>
                </c:pt>
                <c:pt idx="66548">
                  <c:v>45448.56527777778</c:v>
                </c:pt>
                <c:pt idx="66549">
                  <c:v>45913.319444444453</c:v>
                </c:pt>
                <c:pt idx="66550">
                  <c:v>45721.614583333343</c:v>
                </c:pt>
                <c:pt idx="66551">
                  <c:v>45723.522222222222</c:v>
                </c:pt>
                <c:pt idx="66552">
                  <c:v>45547.205555555563</c:v>
                </c:pt>
                <c:pt idx="66553">
                  <c:v>45685.131944444453</c:v>
                </c:pt>
                <c:pt idx="66554">
                  <c:v>45597.35</c:v>
                </c:pt>
                <c:pt idx="66555">
                  <c:v>45795.602083333331</c:v>
                </c:pt>
                <c:pt idx="66556">
                  <c:v>45351.70416666667</c:v>
                </c:pt>
                <c:pt idx="66557">
                  <c:v>45759.597222222219</c:v>
                </c:pt>
                <c:pt idx="66558">
                  <c:v>45436.5</c:v>
                </c:pt>
                <c:pt idx="66559">
                  <c:v>45824.55</c:v>
                </c:pt>
                <c:pt idx="66560">
                  <c:v>45868.681250000001</c:v>
                </c:pt>
                <c:pt idx="66561">
                  <c:v>46009.290277777778</c:v>
                </c:pt>
                <c:pt idx="66562">
                  <c:v>45394.144444444442</c:v>
                </c:pt>
                <c:pt idx="66563">
                  <c:v>45786.506944444453</c:v>
                </c:pt>
                <c:pt idx="66564">
                  <c:v>45569.424305555563</c:v>
                </c:pt>
                <c:pt idx="66565">
                  <c:v>45929.356944444437</c:v>
                </c:pt>
                <c:pt idx="66566">
                  <c:v>45538.574999999997</c:v>
                </c:pt>
                <c:pt idx="66567">
                  <c:v>46019.378472222219</c:v>
                </c:pt>
                <c:pt idx="66568">
                  <c:v>45687.548611111109</c:v>
                </c:pt>
                <c:pt idx="66569">
                  <c:v>45597.636111111111</c:v>
                </c:pt>
                <c:pt idx="66570">
                  <c:v>45509.413888888892</c:v>
                </c:pt>
                <c:pt idx="66571">
                  <c:v>45820.554166666669</c:v>
                </c:pt>
                <c:pt idx="66572">
                  <c:v>45722.440972222219</c:v>
                </c:pt>
                <c:pt idx="66573">
                  <c:v>45990.557638888888</c:v>
                </c:pt>
                <c:pt idx="66574">
                  <c:v>45660.387499999997</c:v>
                </c:pt>
                <c:pt idx="66575">
                  <c:v>45754.457638888889</c:v>
                </c:pt>
                <c:pt idx="66576">
                  <c:v>45958.727083333331</c:v>
                </c:pt>
                <c:pt idx="66577">
                  <c:v>45629.529166666667</c:v>
                </c:pt>
                <c:pt idx="66578">
                  <c:v>45855.44027777778</c:v>
                </c:pt>
                <c:pt idx="66579">
                  <c:v>45488.457638888889</c:v>
                </c:pt>
                <c:pt idx="66580">
                  <c:v>45493.589583333327</c:v>
                </c:pt>
                <c:pt idx="66581">
                  <c:v>45300.481249999997</c:v>
                </c:pt>
                <c:pt idx="66582">
                  <c:v>45513.797222222223</c:v>
                </c:pt>
                <c:pt idx="66583">
                  <c:v>45411.560416666667</c:v>
                </c:pt>
                <c:pt idx="66584">
                  <c:v>45421.842361111107</c:v>
                </c:pt>
                <c:pt idx="66585">
                  <c:v>45659.849305555559</c:v>
                </c:pt>
                <c:pt idx="66586">
                  <c:v>45594.765277777777</c:v>
                </c:pt>
                <c:pt idx="66587">
                  <c:v>45534.8</c:v>
                </c:pt>
                <c:pt idx="66588">
                  <c:v>45447.645833333343</c:v>
                </c:pt>
                <c:pt idx="66589">
                  <c:v>45886.409722222219</c:v>
                </c:pt>
                <c:pt idx="66590">
                  <c:v>45720.402777777781</c:v>
                </c:pt>
                <c:pt idx="66591">
                  <c:v>45916.368750000001</c:v>
                </c:pt>
                <c:pt idx="66592">
                  <c:v>45803.782638888893</c:v>
                </c:pt>
                <c:pt idx="66593">
                  <c:v>45832.408333333333</c:v>
                </c:pt>
                <c:pt idx="66594">
                  <c:v>45790.259027777778</c:v>
                </c:pt>
                <c:pt idx="66595">
                  <c:v>45732.588888888888</c:v>
                </c:pt>
                <c:pt idx="66596">
                  <c:v>45844.602777777778</c:v>
                </c:pt>
                <c:pt idx="66597">
                  <c:v>45741.48333333333</c:v>
                </c:pt>
                <c:pt idx="66598">
                  <c:v>45756.385416666657</c:v>
                </c:pt>
                <c:pt idx="66599">
                  <c:v>45901.095833333333</c:v>
                </c:pt>
                <c:pt idx="66600">
                  <c:v>45706.414583333331</c:v>
                </c:pt>
                <c:pt idx="66601">
                  <c:v>45944.220138888893</c:v>
                </c:pt>
                <c:pt idx="66602">
                  <c:v>45818.755555555559</c:v>
                </c:pt>
                <c:pt idx="66603">
                  <c:v>45874.183333333327</c:v>
                </c:pt>
                <c:pt idx="66604">
                  <c:v>45929.477083333331</c:v>
                </c:pt>
                <c:pt idx="66605">
                  <c:v>45782.228472222218</c:v>
                </c:pt>
                <c:pt idx="66606">
                  <c:v>45858.568055555559</c:v>
                </c:pt>
                <c:pt idx="66607">
                  <c:v>45865.302083333343</c:v>
                </c:pt>
                <c:pt idx="66608">
                  <c:v>45768.290277777778</c:v>
                </c:pt>
                <c:pt idx="66609">
                  <c:v>45801.407638888893</c:v>
                </c:pt>
                <c:pt idx="66610">
                  <c:v>45934.357638888891</c:v>
                </c:pt>
                <c:pt idx="66611">
                  <c:v>45743.474305555559</c:v>
                </c:pt>
                <c:pt idx="66612">
                  <c:v>45779.698611111111</c:v>
                </c:pt>
                <c:pt idx="66613">
                  <c:v>46010.787499999999</c:v>
                </c:pt>
                <c:pt idx="66614">
                  <c:v>45700.324999999997</c:v>
                </c:pt>
                <c:pt idx="66615">
                  <c:v>45971.313888888893</c:v>
                </c:pt>
                <c:pt idx="66616">
                  <c:v>45846.619444444441</c:v>
                </c:pt>
                <c:pt idx="66617">
                  <c:v>45998.488194444442</c:v>
                </c:pt>
                <c:pt idx="66618">
                  <c:v>45916.789583333331</c:v>
                </c:pt>
                <c:pt idx="66619">
                  <c:v>45824.479861111111</c:v>
                </c:pt>
                <c:pt idx="66620">
                  <c:v>45726.624305555553</c:v>
                </c:pt>
                <c:pt idx="66621">
                  <c:v>45577.083333333343</c:v>
                </c:pt>
                <c:pt idx="66622">
                  <c:v>45961.101388888892</c:v>
                </c:pt>
                <c:pt idx="66623">
                  <c:v>45880.824305555558</c:v>
                </c:pt>
                <c:pt idx="66624">
                  <c:v>45663.64166666667</c:v>
                </c:pt>
                <c:pt idx="66625">
                  <c:v>45789.512499999997</c:v>
                </c:pt>
                <c:pt idx="66626">
                  <c:v>45315.592361111107</c:v>
                </c:pt>
                <c:pt idx="66627">
                  <c:v>45548.379166666673</c:v>
                </c:pt>
                <c:pt idx="66628">
                  <c:v>45422.554861111108</c:v>
                </c:pt>
                <c:pt idx="66629">
                  <c:v>45726.760416666657</c:v>
                </c:pt>
                <c:pt idx="66630">
                  <c:v>45418.557638888888</c:v>
                </c:pt>
                <c:pt idx="66631">
                  <c:v>45393.045138888891</c:v>
                </c:pt>
                <c:pt idx="66632">
                  <c:v>45679.439583333333</c:v>
                </c:pt>
                <c:pt idx="66633">
                  <c:v>45758.447916666657</c:v>
                </c:pt>
                <c:pt idx="66634">
                  <c:v>45439.069444444453</c:v>
                </c:pt>
                <c:pt idx="66635">
                  <c:v>45594.997916666667</c:v>
                </c:pt>
                <c:pt idx="66636">
                  <c:v>45317.506944444453</c:v>
                </c:pt>
                <c:pt idx="66637">
                  <c:v>45860.558333333327</c:v>
                </c:pt>
                <c:pt idx="66638">
                  <c:v>45803.52847222222</c:v>
                </c:pt>
                <c:pt idx="66639">
                  <c:v>45611.607638888891</c:v>
                </c:pt>
                <c:pt idx="66640">
                  <c:v>45740.458333333343</c:v>
                </c:pt>
                <c:pt idx="66641">
                  <c:v>45673.684027777781</c:v>
                </c:pt>
                <c:pt idx="66642">
                  <c:v>45939.472222222219</c:v>
                </c:pt>
                <c:pt idx="66643">
                  <c:v>45480.765277777777</c:v>
                </c:pt>
                <c:pt idx="66644">
                  <c:v>45365.529166666667</c:v>
                </c:pt>
                <c:pt idx="66645">
                  <c:v>45944.382638888892</c:v>
                </c:pt>
                <c:pt idx="66646">
                  <c:v>45547.423611111109</c:v>
                </c:pt>
                <c:pt idx="66647">
                  <c:v>45423.421527777777</c:v>
                </c:pt>
                <c:pt idx="66648">
                  <c:v>45473.84652777778</c:v>
                </c:pt>
                <c:pt idx="66649">
                  <c:v>45662.527083333327</c:v>
                </c:pt>
                <c:pt idx="66650">
                  <c:v>45911.466666666667</c:v>
                </c:pt>
                <c:pt idx="66651">
                  <c:v>45389.67083333333</c:v>
                </c:pt>
                <c:pt idx="66652">
                  <c:v>45543.511111111111</c:v>
                </c:pt>
                <c:pt idx="66653">
                  <c:v>45968.614583333343</c:v>
                </c:pt>
                <c:pt idx="66654">
                  <c:v>45845.512499999997</c:v>
                </c:pt>
                <c:pt idx="66655">
                  <c:v>45767.716666666667</c:v>
                </c:pt>
                <c:pt idx="66656">
                  <c:v>45329.398611111108</c:v>
                </c:pt>
                <c:pt idx="66657">
                  <c:v>45840.890277777777</c:v>
                </c:pt>
                <c:pt idx="66658">
                  <c:v>45766.649305555547</c:v>
                </c:pt>
                <c:pt idx="66659">
                  <c:v>45708.367361111108</c:v>
                </c:pt>
                <c:pt idx="66660">
                  <c:v>45528.415972222218</c:v>
                </c:pt>
                <c:pt idx="66661">
                  <c:v>45843.980555555558</c:v>
                </c:pt>
                <c:pt idx="66662">
                  <c:v>45942.479861111111</c:v>
                </c:pt>
                <c:pt idx="66663">
                  <c:v>45474.666666666657</c:v>
                </c:pt>
                <c:pt idx="66664">
                  <c:v>46005.186111111107</c:v>
                </c:pt>
                <c:pt idx="66665">
                  <c:v>45409.533333333333</c:v>
                </c:pt>
                <c:pt idx="66666">
                  <c:v>45587.925000000003</c:v>
                </c:pt>
                <c:pt idx="66667">
                  <c:v>45878.869444444441</c:v>
                </c:pt>
                <c:pt idx="66668">
                  <c:v>45649.844444444447</c:v>
                </c:pt>
                <c:pt idx="66669">
                  <c:v>45324.818749999999</c:v>
                </c:pt>
                <c:pt idx="66670">
                  <c:v>45816.581250000003</c:v>
                </c:pt>
                <c:pt idx="66671">
                  <c:v>45373.443749999999</c:v>
                </c:pt>
                <c:pt idx="66672">
                  <c:v>45696.331944444442</c:v>
                </c:pt>
                <c:pt idx="66673">
                  <c:v>45421.752083333333</c:v>
                </c:pt>
                <c:pt idx="66674">
                  <c:v>45653.695138888892</c:v>
                </c:pt>
                <c:pt idx="66675">
                  <c:v>45325.990277777782</c:v>
                </c:pt>
                <c:pt idx="66676">
                  <c:v>45599.330555555563</c:v>
                </c:pt>
                <c:pt idx="66677">
                  <c:v>45784.322222222218</c:v>
                </c:pt>
                <c:pt idx="66678">
                  <c:v>45736.852083333331</c:v>
                </c:pt>
                <c:pt idx="66679">
                  <c:v>45519.005555555559</c:v>
                </c:pt>
                <c:pt idx="66680">
                  <c:v>45562.631249999999</c:v>
                </c:pt>
                <c:pt idx="66681">
                  <c:v>45472.527777777781</c:v>
                </c:pt>
                <c:pt idx="66682">
                  <c:v>45550.788194444453</c:v>
                </c:pt>
                <c:pt idx="66683">
                  <c:v>45797.588194444441</c:v>
                </c:pt>
                <c:pt idx="66684">
                  <c:v>45966.571527777778</c:v>
                </c:pt>
                <c:pt idx="66685">
                  <c:v>45706.553472222222</c:v>
                </c:pt>
                <c:pt idx="66686">
                  <c:v>45604.761111111111</c:v>
                </c:pt>
                <c:pt idx="66687">
                  <c:v>46020.490972222222</c:v>
                </c:pt>
                <c:pt idx="66688">
                  <c:v>45671.606249999997</c:v>
                </c:pt>
                <c:pt idx="66689">
                  <c:v>45748.611111111109</c:v>
                </c:pt>
                <c:pt idx="66690">
                  <c:v>45571.5</c:v>
                </c:pt>
                <c:pt idx="66691">
                  <c:v>45860.650694444441</c:v>
                </c:pt>
                <c:pt idx="66692">
                  <c:v>45916.470138888893</c:v>
                </c:pt>
                <c:pt idx="66693">
                  <c:v>45671.604861111111</c:v>
                </c:pt>
                <c:pt idx="66694">
                  <c:v>45324.302777777782</c:v>
                </c:pt>
                <c:pt idx="66695">
                  <c:v>45338.399305555547</c:v>
                </c:pt>
                <c:pt idx="66696">
                  <c:v>45743.777083333327</c:v>
                </c:pt>
                <c:pt idx="66697">
                  <c:v>45913.306944444441</c:v>
                </c:pt>
                <c:pt idx="66698">
                  <c:v>45702.234722222223</c:v>
                </c:pt>
                <c:pt idx="66699">
                  <c:v>45756.384722222218</c:v>
                </c:pt>
                <c:pt idx="66700">
                  <c:v>45728.304166666669</c:v>
                </c:pt>
                <c:pt idx="66701">
                  <c:v>45299.386111111111</c:v>
                </c:pt>
                <c:pt idx="66702">
                  <c:v>45714.207638888889</c:v>
                </c:pt>
                <c:pt idx="66703">
                  <c:v>45308.407638888893</c:v>
                </c:pt>
                <c:pt idx="66704">
                  <c:v>45771.599305555559</c:v>
                </c:pt>
                <c:pt idx="66705">
                  <c:v>45753.823611111111</c:v>
                </c:pt>
                <c:pt idx="66706">
                  <c:v>45924.464583333327</c:v>
                </c:pt>
                <c:pt idx="66707">
                  <c:v>45877.524305555547</c:v>
                </c:pt>
                <c:pt idx="66708">
                  <c:v>45650.745138888888</c:v>
                </c:pt>
                <c:pt idx="66709">
                  <c:v>45730.682638888888</c:v>
                </c:pt>
                <c:pt idx="66710">
                  <c:v>45732.459722222222</c:v>
                </c:pt>
                <c:pt idx="66711">
                  <c:v>45877.524305555547</c:v>
                </c:pt>
                <c:pt idx="66712">
                  <c:v>45730.682638888888</c:v>
                </c:pt>
                <c:pt idx="66713">
                  <c:v>45804.711111111108</c:v>
                </c:pt>
                <c:pt idx="66714">
                  <c:v>45848.811111111107</c:v>
                </c:pt>
                <c:pt idx="66715">
                  <c:v>45804.711111111108</c:v>
                </c:pt>
                <c:pt idx="66716">
                  <c:v>45990.388194444437</c:v>
                </c:pt>
                <c:pt idx="66717">
                  <c:v>45704.591666666667</c:v>
                </c:pt>
                <c:pt idx="66718">
                  <c:v>45621.824305555558</c:v>
                </c:pt>
                <c:pt idx="66719">
                  <c:v>45848.811111111107</c:v>
                </c:pt>
                <c:pt idx="66720">
                  <c:v>45621.824305555558</c:v>
                </c:pt>
                <c:pt idx="66721">
                  <c:v>45704.591666666667</c:v>
                </c:pt>
                <c:pt idx="66722">
                  <c:v>45844.368055555547</c:v>
                </c:pt>
                <c:pt idx="66723">
                  <c:v>45844.368055555547</c:v>
                </c:pt>
                <c:pt idx="66724">
                  <c:v>45990.388194444437</c:v>
                </c:pt>
                <c:pt idx="66725">
                  <c:v>45952.852083333331</c:v>
                </c:pt>
                <c:pt idx="66726">
                  <c:v>45876.509027777778</c:v>
                </c:pt>
                <c:pt idx="66727">
                  <c:v>45876.509027777778</c:v>
                </c:pt>
                <c:pt idx="66728">
                  <c:v>45656.825694444437</c:v>
                </c:pt>
                <c:pt idx="66729">
                  <c:v>45656.825694444437</c:v>
                </c:pt>
                <c:pt idx="66730">
                  <c:v>45923.770833333343</c:v>
                </c:pt>
                <c:pt idx="66731">
                  <c:v>45952.852083333331</c:v>
                </c:pt>
                <c:pt idx="66732">
                  <c:v>45650.745138888888</c:v>
                </c:pt>
                <c:pt idx="66733">
                  <c:v>45753.823611111111</c:v>
                </c:pt>
                <c:pt idx="66734">
                  <c:v>45924.464583333327</c:v>
                </c:pt>
                <c:pt idx="66735">
                  <c:v>45732.459722222222</c:v>
                </c:pt>
                <c:pt idx="66736">
                  <c:v>45923.770833333343</c:v>
                </c:pt>
                <c:pt idx="66737">
                  <c:v>45797.806250000001</c:v>
                </c:pt>
                <c:pt idx="66738">
                  <c:v>45828.555555555547</c:v>
                </c:pt>
                <c:pt idx="66739">
                  <c:v>45822.574999999997</c:v>
                </c:pt>
                <c:pt idx="66740">
                  <c:v>45797.806250000001</c:v>
                </c:pt>
                <c:pt idx="66741">
                  <c:v>45828.555555555547</c:v>
                </c:pt>
                <c:pt idx="66742">
                  <c:v>45822.574999999997</c:v>
                </c:pt>
                <c:pt idx="66743">
                  <c:v>45644.379861111112</c:v>
                </c:pt>
                <c:pt idx="66744">
                  <c:v>45828.548611111109</c:v>
                </c:pt>
                <c:pt idx="66745">
                  <c:v>45919.556944444441</c:v>
                </c:pt>
                <c:pt idx="66746">
                  <c:v>45828.548611111109</c:v>
                </c:pt>
                <c:pt idx="66747">
                  <c:v>45771.599305555559</c:v>
                </c:pt>
                <c:pt idx="66748">
                  <c:v>45699.823611111111</c:v>
                </c:pt>
                <c:pt idx="66749">
                  <c:v>45644.379861111112</c:v>
                </c:pt>
                <c:pt idx="66750">
                  <c:v>45828.556944444441</c:v>
                </c:pt>
                <c:pt idx="66751">
                  <c:v>45773.45208333333</c:v>
                </c:pt>
                <c:pt idx="66752">
                  <c:v>45773.45208333333</c:v>
                </c:pt>
                <c:pt idx="66753">
                  <c:v>45769.724999999999</c:v>
                </c:pt>
                <c:pt idx="66754">
                  <c:v>45828.556944444441</c:v>
                </c:pt>
                <c:pt idx="66755">
                  <c:v>45699.823611111111</c:v>
                </c:pt>
                <c:pt idx="66756">
                  <c:v>45615.838888888888</c:v>
                </c:pt>
                <c:pt idx="66757">
                  <c:v>45615.838888888888</c:v>
                </c:pt>
                <c:pt idx="66758">
                  <c:v>45769.724999999999</c:v>
                </c:pt>
                <c:pt idx="66759">
                  <c:v>45919.556944444441</c:v>
                </c:pt>
                <c:pt idx="66760">
                  <c:v>45943.191666666673</c:v>
                </c:pt>
                <c:pt idx="66761">
                  <c:v>45830.905555555553</c:v>
                </c:pt>
                <c:pt idx="66762">
                  <c:v>45904.198611111111</c:v>
                </c:pt>
                <c:pt idx="66763">
                  <c:v>45872.549305555563</c:v>
                </c:pt>
                <c:pt idx="66764">
                  <c:v>45848.3125</c:v>
                </c:pt>
                <c:pt idx="66765">
                  <c:v>46000.31527777778</c:v>
                </c:pt>
                <c:pt idx="66766">
                  <c:v>45689.872916666667</c:v>
                </c:pt>
                <c:pt idx="66767">
                  <c:v>45328.819444444453</c:v>
                </c:pt>
                <c:pt idx="66768">
                  <c:v>45538.693749999999</c:v>
                </c:pt>
                <c:pt idx="66769">
                  <c:v>45631.82708333333</c:v>
                </c:pt>
                <c:pt idx="66770">
                  <c:v>45834.726388888892</c:v>
                </c:pt>
                <c:pt idx="66771">
                  <c:v>45789.43472222222</c:v>
                </c:pt>
                <c:pt idx="66772">
                  <c:v>45881.84097222222</c:v>
                </c:pt>
                <c:pt idx="66773">
                  <c:v>45481.818749999999</c:v>
                </c:pt>
                <c:pt idx="66774">
                  <c:v>45579.898611111108</c:v>
                </c:pt>
                <c:pt idx="66775">
                  <c:v>45740.557638888888</c:v>
                </c:pt>
                <c:pt idx="66776">
                  <c:v>45423.581250000003</c:v>
                </c:pt>
                <c:pt idx="66777">
                  <c:v>45950.829861111109</c:v>
                </c:pt>
                <c:pt idx="66778">
                  <c:v>46006.443749999999</c:v>
                </c:pt>
                <c:pt idx="66779">
                  <c:v>45787.833333333343</c:v>
                </c:pt>
                <c:pt idx="66780">
                  <c:v>45989.546527777777</c:v>
                </c:pt>
                <c:pt idx="66781">
                  <c:v>45800.456944444442</c:v>
                </c:pt>
                <c:pt idx="66782">
                  <c:v>45316.459722222222</c:v>
                </c:pt>
                <c:pt idx="66783">
                  <c:v>45706.361111111109</c:v>
                </c:pt>
                <c:pt idx="66784">
                  <c:v>45920.583333333343</c:v>
                </c:pt>
                <c:pt idx="66785">
                  <c:v>45865.655555555553</c:v>
                </c:pt>
                <c:pt idx="66786">
                  <c:v>45481.84652777778</c:v>
                </c:pt>
                <c:pt idx="66787">
                  <c:v>45433.781944444447</c:v>
                </c:pt>
                <c:pt idx="66788">
                  <c:v>45497.86041666667</c:v>
                </c:pt>
                <c:pt idx="66789">
                  <c:v>45477.470138888893</c:v>
                </c:pt>
                <c:pt idx="66790">
                  <c:v>45463.880555555559</c:v>
                </c:pt>
                <c:pt idx="66791">
                  <c:v>45484.781944444447</c:v>
                </c:pt>
                <c:pt idx="66792">
                  <c:v>45747.771527777782</c:v>
                </c:pt>
                <c:pt idx="66793">
                  <c:v>45763.54791666667</c:v>
                </c:pt>
                <c:pt idx="66794">
                  <c:v>45740.744444444441</c:v>
                </c:pt>
                <c:pt idx="66795">
                  <c:v>45763.706944444442</c:v>
                </c:pt>
                <c:pt idx="66796">
                  <c:v>45763.548611111109</c:v>
                </c:pt>
                <c:pt idx="66797">
                  <c:v>45470.961805555547</c:v>
                </c:pt>
                <c:pt idx="66798">
                  <c:v>45993.307638888888</c:v>
                </c:pt>
                <c:pt idx="66799">
                  <c:v>45959.293055555558</c:v>
                </c:pt>
                <c:pt idx="66800">
                  <c:v>45884.267361111109</c:v>
                </c:pt>
                <c:pt idx="66801">
                  <c:v>45902.663194444453</c:v>
                </c:pt>
                <c:pt idx="66802">
                  <c:v>45835.279166666667</c:v>
                </c:pt>
                <c:pt idx="66803">
                  <c:v>45971.293055555558</c:v>
                </c:pt>
                <c:pt idx="66804">
                  <c:v>45818.282638888893</c:v>
                </c:pt>
                <c:pt idx="66805">
                  <c:v>45802.311111111107</c:v>
                </c:pt>
                <c:pt idx="66806">
                  <c:v>46015.395833333343</c:v>
                </c:pt>
                <c:pt idx="66807">
                  <c:v>45945.57916666667</c:v>
                </c:pt>
                <c:pt idx="66808">
                  <c:v>45931.352777777778</c:v>
                </c:pt>
                <c:pt idx="66809">
                  <c:v>45872.361111111109</c:v>
                </c:pt>
                <c:pt idx="66810">
                  <c:v>45852.253472222219</c:v>
                </c:pt>
                <c:pt idx="66811">
                  <c:v>45763.807638888888</c:v>
                </c:pt>
                <c:pt idx="66812">
                  <c:v>45659.586111111108</c:v>
                </c:pt>
                <c:pt idx="66813">
                  <c:v>45897.472916666673</c:v>
                </c:pt>
                <c:pt idx="66814">
                  <c:v>45989.722916666673</c:v>
                </c:pt>
                <c:pt idx="66815">
                  <c:v>45944.73541666667</c:v>
                </c:pt>
                <c:pt idx="66816">
                  <c:v>45794.216666666667</c:v>
                </c:pt>
                <c:pt idx="66817">
                  <c:v>45631.490972222222</c:v>
                </c:pt>
                <c:pt idx="66818">
                  <c:v>45566.675694444442</c:v>
                </c:pt>
                <c:pt idx="66819">
                  <c:v>45713.541666666657</c:v>
                </c:pt>
                <c:pt idx="66820">
                  <c:v>45444.431250000001</c:v>
                </c:pt>
                <c:pt idx="66821">
                  <c:v>45690.767361111109</c:v>
                </c:pt>
                <c:pt idx="66822">
                  <c:v>45812.574305555558</c:v>
                </c:pt>
                <c:pt idx="66823">
                  <c:v>45968.530555555553</c:v>
                </c:pt>
                <c:pt idx="66824">
                  <c:v>45537.411805555559</c:v>
                </c:pt>
                <c:pt idx="66825">
                  <c:v>46008.49722222222</c:v>
                </c:pt>
                <c:pt idx="66826">
                  <c:v>45687.35833333333</c:v>
                </c:pt>
                <c:pt idx="66827">
                  <c:v>45975.415972222218</c:v>
                </c:pt>
                <c:pt idx="66828">
                  <c:v>45958.328472222223</c:v>
                </c:pt>
                <c:pt idx="66829">
                  <c:v>45947.570138888892</c:v>
                </c:pt>
                <c:pt idx="66830">
                  <c:v>45374.46597222222</c:v>
                </c:pt>
                <c:pt idx="66831">
                  <c:v>45688.405555555553</c:v>
                </c:pt>
                <c:pt idx="66832">
                  <c:v>45611.361805555563</c:v>
                </c:pt>
                <c:pt idx="66833">
                  <c:v>45444.330555555563</c:v>
                </c:pt>
                <c:pt idx="66834">
                  <c:v>45778.59652777778</c:v>
                </c:pt>
                <c:pt idx="66835">
                  <c:v>45657.581250000003</c:v>
                </c:pt>
                <c:pt idx="66836">
                  <c:v>45347.412499999999</c:v>
                </c:pt>
                <c:pt idx="66837">
                  <c:v>45960.305555555547</c:v>
                </c:pt>
                <c:pt idx="66838">
                  <c:v>45542.408333333333</c:v>
                </c:pt>
                <c:pt idx="66839">
                  <c:v>45981.618750000001</c:v>
                </c:pt>
                <c:pt idx="66840">
                  <c:v>45835.499305555553</c:v>
                </c:pt>
                <c:pt idx="66841">
                  <c:v>45623.853472222218</c:v>
                </c:pt>
                <c:pt idx="66842">
                  <c:v>45597.270138888889</c:v>
                </c:pt>
                <c:pt idx="66843">
                  <c:v>45352.376388888893</c:v>
                </c:pt>
                <c:pt idx="66844">
                  <c:v>45527.383333333331</c:v>
                </c:pt>
                <c:pt idx="66845">
                  <c:v>45449.274305555547</c:v>
                </c:pt>
                <c:pt idx="66846">
                  <c:v>45399.779166666667</c:v>
                </c:pt>
                <c:pt idx="66847">
                  <c:v>45379.438888888893</c:v>
                </c:pt>
                <c:pt idx="66848">
                  <c:v>45576.511805555558</c:v>
                </c:pt>
                <c:pt idx="66849">
                  <c:v>45499.466666666667</c:v>
                </c:pt>
                <c:pt idx="66850">
                  <c:v>45470.32708333333</c:v>
                </c:pt>
                <c:pt idx="66851">
                  <c:v>45421.79791666667</c:v>
                </c:pt>
                <c:pt idx="66852">
                  <c:v>45553.377083333333</c:v>
                </c:pt>
                <c:pt idx="66853">
                  <c:v>45317.311805555553</c:v>
                </c:pt>
                <c:pt idx="66854">
                  <c:v>45650.570833333331</c:v>
                </c:pt>
                <c:pt idx="66855">
                  <c:v>45350.729861111111</c:v>
                </c:pt>
                <c:pt idx="66856">
                  <c:v>45305.875694444447</c:v>
                </c:pt>
                <c:pt idx="66857">
                  <c:v>45320.896527777782</c:v>
                </c:pt>
                <c:pt idx="66858">
                  <c:v>45404.40347222222</c:v>
                </c:pt>
                <c:pt idx="66859">
                  <c:v>45330.513888888891</c:v>
                </c:pt>
                <c:pt idx="66860">
                  <c:v>45817.036805555559</c:v>
                </c:pt>
                <c:pt idx="66861">
                  <c:v>45448.540972222218</c:v>
                </c:pt>
                <c:pt idx="66862">
                  <c:v>45673.929166666669</c:v>
                </c:pt>
                <c:pt idx="66863">
                  <c:v>45388.494444444441</c:v>
                </c:pt>
                <c:pt idx="66864">
                  <c:v>45515.989583333343</c:v>
                </c:pt>
                <c:pt idx="66865">
                  <c:v>45574.857638888891</c:v>
                </c:pt>
                <c:pt idx="66866">
                  <c:v>45495.584027777782</c:v>
                </c:pt>
                <c:pt idx="66867">
                  <c:v>45412.538194444453</c:v>
                </c:pt>
                <c:pt idx="66868">
                  <c:v>46002.409722222219</c:v>
                </c:pt>
                <c:pt idx="66869">
                  <c:v>45885.895833333343</c:v>
                </c:pt>
                <c:pt idx="66870">
                  <c:v>45515.333333333343</c:v>
                </c:pt>
                <c:pt idx="66871">
                  <c:v>45378.87222222222</c:v>
                </c:pt>
                <c:pt idx="66872">
                  <c:v>45781.386805555558</c:v>
                </c:pt>
                <c:pt idx="66873">
                  <c:v>45825.262499999997</c:v>
                </c:pt>
                <c:pt idx="66874">
                  <c:v>45472.865277777782</c:v>
                </c:pt>
                <c:pt idx="66875">
                  <c:v>45442.611111111109</c:v>
                </c:pt>
                <c:pt idx="66876">
                  <c:v>45623.97152777778</c:v>
                </c:pt>
                <c:pt idx="66877">
                  <c:v>45546.286805555559</c:v>
                </c:pt>
                <c:pt idx="66878">
                  <c:v>45583.700694444437</c:v>
                </c:pt>
                <c:pt idx="66879">
                  <c:v>45933.694444444453</c:v>
                </c:pt>
                <c:pt idx="66880">
                  <c:v>45728.834722222222</c:v>
                </c:pt>
                <c:pt idx="66881">
                  <c:v>45310.459722222222</c:v>
                </c:pt>
                <c:pt idx="66882">
                  <c:v>45665.786805555559</c:v>
                </c:pt>
                <c:pt idx="66883">
                  <c:v>45761.400694444441</c:v>
                </c:pt>
                <c:pt idx="66884">
                  <c:v>45924.86041666667</c:v>
                </c:pt>
                <c:pt idx="66885">
                  <c:v>45861.817361111112</c:v>
                </c:pt>
                <c:pt idx="66886">
                  <c:v>46010.01666666667</c:v>
                </c:pt>
                <c:pt idx="66887">
                  <c:v>45979.806944444441</c:v>
                </c:pt>
                <c:pt idx="66888">
                  <c:v>45834.907638888893</c:v>
                </c:pt>
                <c:pt idx="66889">
                  <c:v>45868.852083333331</c:v>
                </c:pt>
                <c:pt idx="66890">
                  <c:v>45960.753472222219</c:v>
                </c:pt>
                <c:pt idx="66891">
                  <c:v>45896.654861111107</c:v>
                </c:pt>
                <c:pt idx="66892">
                  <c:v>45563.604166666657</c:v>
                </c:pt>
                <c:pt idx="66893">
                  <c:v>46000.756249999999</c:v>
                </c:pt>
                <c:pt idx="66894">
                  <c:v>45463.914583333331</c:v>
                </c:pt>
                <c:pt idx="66895">
                  <c:v>45588.536111111112</c:v>
                </c:pt>
                <c:pt idx="66896">
                  <c:v>45901.844444444447</c:v>
                </c:pt>
                <c:pt idx="66897">
                  <c:v>46012.748611111107</c:v>
                </c:pt>
                <c:pt idx="66898">
                  <c:v>45392.607638888891</c:v>
                </c:pt>
                <c:pt idx="66899">
                  <c:v>45922.865972222222</c:v>
                </c:pt>
                <c:pt idx="66900">
                  <c:v>45700.177083333343</c:v>
                </c:pt>
                <c:pt idx="66901">
                  <c:v>45680.968055555553</c:v>
                </c:pt>
                <c:pt idx="66902">
                  <c:v>45861.768055555563</c:v>
                </c:pt>
                <c:pt idx="66903">
                  <c:v>45510.946527777778</c:v>
                </c:pt>
                <c:pt idx="66904">
                  <c:v>45437.693055555559</c:v>
                </c:pt>
                <c:pt idx="66905">
                  <c:v>45628.377083333333</c:v>
                </c:pt>
                <c:pt idx="66906">
                  <c:v>45946.125694444447</c:v>
                </c:pt>
                <c:pt idx="66907">
                  <c:v>45793.408333333333</c:v>
                </c:pt>
                <c:pt idx="66908">
                  <c:v>45538.829861111109</c:v>
                </c:pt>
                <c:pt idx="66909">
                  <c:v>45727.743750000001</c:v>
                </c:pt>
                <c:pt idx="66910">
                  <c:v>45980.92291666667</c:v>
                </c:pt>
                <c:pt idx="66911">
                  <c:v>45836.135416666657</c:v>
                </c:pt>
                <c:pt idx="66912">
                  <c:v>45376.431944444441</c:v>
                </c:pt>
                <c:pt idx="66913">
                  <c:v>45758.601388888892</c:v>
                </c:pt>
                <c:pt idx="66914">
                  <c:v>45796.25</c:v>
                </c:pt>
                <c:pt idx="66915">
                  <c:v>45819.366666666669</c:v>
                </c:pt>
                <c:pt idx="66916">
                  <c:v>45970.353472222218</c:v>
                </c:pt>
                <c:pt idx="66917">
                  <c:v>45734.439583333333</c:v>
                </c:pt>
                <c:pt idx="66918">
                  <c:v>45570.915972222218</c:v>
                </c:pt>
                <c:pt idx="66919">
                  <c:v>45709.482638888891</c:v>
                </c:pt>
                <c:pt idx="66920">
                  <c:v>45789.42083333333</c:v>
                </c:pt>
                <c:pt idx="66921">
                  <c:v>45902.42291666667</c:v>
                </c:pt>
                <c:pt idx="66922">
                  <c:v>45848.331250000003</c:v>
                </c:pt>
                <c:pt idx="66923">
                  <c:v>45979.412499999999</c:v>
                </c:pt>
                <c:pt idx="66924">
                  <c:v>45805.327777777777</c:v>
                </c:pt>
                <c:pt idx="66925">
                  <c:v>45699.606249999997</c:v>
                </c:pt>
                <c:pt idx="66926">
                  <c:v>46020.611111111109</c:v>
                </c:pt>
                <c:pt idx="66927">
                  <c:v>45930.511805555558</c:v>
                </c:pt>
                <c:pt idx="66928">
                  <c:v>45861.711111111108</c:v>
                </c:pt>
                <c:pt idx="66929">
                  <c:v>45769.400694444441</c:v>
                </c:pt>
                <c:pt idx="66930">
                  <c:v>45918.443055555559</c:v>
                </c:pt>
                <c:pt idx="66931">
                  <c:v>45887.613888888889</c:v>
                </c:pt>
                <c:pt idx="66932">
                  <c:v>45944.705555555563</c:v>
                </c:pt>
                <c:pt idx="66933">
                  <c:v>45870.238194444442</c:v>
                </c:pt>
                <c:pt idx="66934">
                  <c:v>45959.304166666669</c:v>
                </c:pt>
                <c:pt idx="66935">
                  <c:v>45835.288888888892</c:v>
                </c:pt>
                <c:pt idx="66936">
                  <c:v>46003.425694444442</c:v>
                </c:pt>
                <c:pt idx="66937">
                  <c:v>45953.731944444437</c:v>
                </c:pt>
                <c:pt idx="66938">
                  <c:v>45719.401388888888</c:v>
                </c:pt>
                <c:pt idx="66939">
                  <c:v>45472.686805555553</c:v>
                </c:pt>
                <c:pt idx="66940">
                  <c:v>45915.839583333327</c:v>
                </c:pt>
                <c:pt idx="66941">
                  <c:v>45547.861805555563</c:v>
                </c:pt>
                <c:pt idx="66942">
                  <c:v>46012.413888888892</c:v>
                </c:pt>
                <c:pt idx="66943">
                  <c:v>45755.481944444437</c:v>
                </c:pt>
                <c:pt idx="66944">
                  <c:v>45819.620138888888</c:v>
                </c:pt>
                <c:pt idx="66945">
                  <c:v>45869.318055555559</c:v>
                </c:pt>
                <c:pt idx="66946">
                  <c:v>45877.414583333331</c:v>
                </c:pt>
                <c:pt idx="66947">
                  <c:v>45693.35833333333</c:v>
                </c:pt>
                <c:pt idx="66948">
                  <c:v>45501.352777777778</c:v>
                </c:pt>
                <c:pt idx="66949">
                  <c:v>45662.442361111112</c:v>
                </c:pt>
                <c:pt idx="66950">
                  <c:v>45595.304861111108</c:v>
                </c:pt>
                <c:pt idx="66951">
                  <c:v>45845.499305555553</c:v>
                </c:pt>
                <c:pt idx="66952">
                  <c:v>45911.953472222223</c:v>
                </c:pt>
                <c:pt idx="66953">
                  <c:v>45339.956944444442</c:v>
                </c:pt>
                <c:pt idx="66954">
                  <c:v>45958.944444444453</c:v>
                </c:pt>
                <c:pt idx="66955">
                  <c:v>45604.984027777777</c:v>
                </c:pt>
                <c:pt idx="66956">
                  <c:v>45351.753472222219</c:v>
                </c:pt>
                <c:pt idx="66957">
                  <c:v>45330.986111111109</c:v>
                </c:pt>
                <c:pt idx="66958">
                  <c:v>45701.726388888892</c:v>
                </c:pt>
                <c:pt idx="66959">
                  <c:v>45726.813194444447</c:v>
                </c:pt>
                <c:pt idx="66960">
                  <c:v>45818.853472222218</c:v>
                </c:pt>
                <c:pt idx="66961">
                  <c:v>45868.745833333327</c:v>
                </c:pt>
                <c:pt idx="66962">
                  <c:v>45747.536805555559</c:v>
                </c:pt>
                <c:pt idx="66963">
                  <c:v>45727.394444444442</c:v>
                </c:pt>
                <c:pt idx="66964">
                  <c:v>45840.729166666657</c:v>
                </c:pt>
                <c:pt idx="66965">
                  <c:v>45803.5625</c:v>
                </c:pt>
                <c:pt idx="66966">
                  <c:v>45776.888888888891</c:v>
                </c:pt>
                <c:pt idx="66967">
                  <c:v>45672.335416666669</c:v>
                </c:pt>
                <c:pt idx="66968">
                  <c:v>45899.586111111108</c:v>
                </c:pt>
                <c:pt idx="66969">
                  <c:v>45641.597916666673</c:v>
                </c:pt>
                <c:pt idx="66970">
                  <c:v>45676.771527777782</c:v>
                </c:pt>
                <c:pt idx="66971">
                  <c:v>45448.408333333333</c:v>
                </c:pt>
                <c:pt idx="66972">
                  <c:v>45708.640277777777</c:v>
                </c:pt>
                <c:pt idx="66973">
                  <c:v>45862.676388888889</c:v>
                </c:pt>
                <c:pt idx="66974">
                  <c:v>45337.621527777781</c:v>
                </c:pt>
                <c:pt idx="66975">
                  <c:v>45561.52847222222</c:v>
                </c:pt>
                <c:pt idx="66976">
                  <c:v>45724.392361111109</c:v>
                </c:pt>
                <c:pt idx="66977">
                  <c:v>45654.587500000001</c:v>
                </c:pt>
                <c:pt idx="66978">
                  <c:v>45903.830555555563</c:v>
                </c:pt>
                <c:pt idx="66979">
                  <c:v>46001.597916666673</c:v>
                </c:pt>
                <c:pt idx="66980">
                  <c:v>45888.831250000003</c:v>
                </c:pt>
                <c:pt idx="66981">
                  <c:v>45609.828472222223</c:v>
                </c:pt>
                <c:pt idx="66982">
                  <c:v>45932.813888888893</c:v>
                </c:pt>
                <c:pt idx="66983">
                  <c:v>45832.526388888888</c:v>
                </c:pt>
                <c:pt idx="66984">
                  <c:v>45847.769444444442</c:v>
                </c:pt>
                <c:pt idx="66985">
                  <c:v>45874.586805555547</c:v>
                </c:pt>
                <c:pt idx="66986">
                  <c:v>45921.620138888888</c:v>
                </c:pt>
                <c:pt idx="66987">
                  <c:v>45954.501388888893</c:v>
                </c:pt>
                <c:pt idx="66988">
                  <c:v>45971.77847222222</c:v>
                </c:pt>
                <c:pt idx="66989">
                  <c:v>45455.107638888891</c:v>
                </c:pt>
                <c:pt idx="66990">
                  <c:v>45293.000694444447</c:v>
                </c:pt>
                <c:pt idx="66991">
                  <c:v>45383.34097222222</c:v>
                </c:pt>
                <c:pt idx="66992">
                  <c:v>45587.527083333327</c:v>
                </c:pt>
                <c:pt idx="66993">
                  <c:v>45509.585416666669</c:v>
                </c:pt>
                <c:pt idx="66994">
                  <c:v>46005.411805555559</c:v>
                </c:pt>
                <c:pt idx="66995">
                  <c:v>45811.973611111112</c:v>
                </c:pt>
                <c:pt idx="66996">
                  <c:v>45667.919444444437</c:v>
                </c:pt>
                <c:pt idx="66997">
                  <c:v>45942.411805555559</c:v>
                </c:pt>
                <c:pt idx="66998">
                  <c:v>45745.788888888892</c:v>
                </c:pt>
                <c:pt idx="66999">
                  <c:v>45304.595138888893</c:v>
                </c:pt>
                <c:pt idx="67000">
                  <c:v>45445.898611111108</c:v>
                </c:pt>
                <c:pt idx="67001">
                  <c:v>45737.338888888888</c:v>
                </c:pt>
                <c:pt idx="67002">
                  <c:v>45806.572222222218</c:v>
                </c:pt>
                <c:pt idx="67003">
                  <c:v>45926.490277777782</c:v>
                </c:pt>
                <c:pt idx="67004">
                  <c:v>45895.688194444447</c:v>
                </c:pt>
                <c:pt idx="67005">
                  <c:v>45875.307638888888</c:v>
                </c:pt>
                <c:pt idx="67006">
                  <c:v>45971.477083333331</c:v>
                </c:pt>
                <c:pt idx="67007">
                  <c:v>45827.37222222222</c:v>
                </c:pt>
                <c:pt idx="67008">
                  <c:v>45947.584027777782</c:v>
                </c:pt>
                <c:pt idx="67009">
                  <c:v>45898.46597222222</c:v>
                </c:pt>
                <c:pt idx="67010">
                  <c:v>45846.43472222222</c:v>
                </c:pt>
                <c:pt idx="67011">
                  <c:v>45814.568055555559</c:v>
                </c:pt>
                <c:pt idx="67012">
                  <c:v>46003.475694444453</c:v>
                </c:pt>
                <c:pt idx="67013">
                  <c:v>45750.527083333327</c:v>
                </c:pt>
                <c:pt idx="67014">
                  <c:v>45455.800694444442</c:v>
                </c:pt>
                <c:pt idx="67015">
                  <c:v>45669.847916666673</c:v>
                </c:pt>
                <c:pt idx="67016">
                  <c:v>45435.555555555547</c:v>
                </c:pt>
                <c:pt idx="67017">
                  <c:v>45498.727777777778</c:v>
                </c:pt>
                <c:pt idx="67018">
                  <c:v>45707.598611111112</c:v>
                </c:pt>
                <c:pt idx="67019">
                  <c:v>45944.604166666657</c:v>
                </c:pt>
                <c:pt idx="67020">
                  <c:v>45372.720138888893</c:v>
                </c:pt>
                <c:pt idx="67021">
                  <c:v>45547.606944444437</c:v>
                </c:pt>
                <c:pt idx="67022">
                  <c:v>45791.445138888892</c:v>
                </c:pt>
                <c:pt idx="67023">
                  <c:v>45347.484722222223</c:v>
                </c:pt>
                <c:pt idx="67024">
                  <c:v>45627.794444444437</c:v>
                </c:pt>
                <c:pt idx="67025">
                  <c:v>45406.575694444437</c:v>
                </c:pt>
                <c:pt idx="67026">
                  <c:v>45593.618055555547</c:v>
                </c:pt>
                <c:pt idx="67027">
                  <c:v>45852.301388888889</c:v>
                </c:pt>
                <c:pt idx="67028">
                  <c:v>45702.383333333331</c:v>
                </c:pt>
                <c:pt idx="67029">
                  <c:v>45552.615972222222</c:v>
                </c:pt>
                <c:pt idx="67030">
                  <c:v>45743.450694444437</c:v>
                </c:pt>
                <c:pt idx="67031">
                  <c:v>45489.615277777782</c:v>
                </c:pt>
                <c:pt idx="67032">
                  <c:v>45807.284722222219</c:v>
                </c:pt>
                <c:pt idx="67033">
                  <c:v>45433.515277777777</c:v>
                </c:pt>
                <c:pt idx="67034">
                  <c:v>45576.525000000001</c:v>
                </c:pt>
                <c:pt idx="67035">
                  <c:v>45901.253472222219</c:v>
                </c:pt>
                <c:pt idx="67036">
                  <c:v>45605.429861111108</c:v>
                </c:pt>
                <c:pt idx="67037">
                  <c:v>45999.5625</c:v>
                </c:pt>
                <c:pt idx="67038">
                  <c:v>45536.701388888891</c:v>
                </c:pt>
                <c:pt idx="67039">
                  <c:v>45581.405555555553</c:v>
                </c:pt>
                <c:pt idx="67040">
                  <c:v>45950.923611111109</c:v>
                </c:pt>
                <c:pt idx="67041">
                  <c:v>45302.717361111107</c:v>
                </c:pt>
                <c:pt idx="67042">
                  <c:v>45368.747916666667</c:v>
                </c:pt>
                <c:pt idx="67043">
                  <c:v>45569.600694444453</c:v>
                </c:pt>
                <c:pt idx="67044">
                  <c:v>45401.518055555563</c:v>
                </c:pt>
                <c:pt idx="67045">
                  <c:v>45447.48333333333</c:v>
                </c:pt>
                <c:pt idx="67046">
                  <c:v>45898.4375</c:v>
                </c:pt>
                <c:pt idx="67047">
                  <c:v>45447.482638888891</c:v>
                </c:pt>
                <c:pt idx="67048">
                  <c:v>45692.499305555553</c:v>
                </c:pt>
                <c:pt idx="67049">
                  <c:v>45735.513194444437</c:v>
                </c:pt>
                <c:pt idx="67050">
                  <c:v>45989.420138888891</c:v>
                </c:pt>
                <c:pt idx="67051">
                  <c:v>45853.480555555558</c:v>
                </c:pt>
                <c:pt idx="67052">
                  <c:v>45398.472916666673</c:v>
                </c:pt>
                <c:pt idx="67053">
                  <c:v>45654.657638888893</c:v>
                </c:pt>
                <c:pt idx="67054">
                  <c:v>45368.59652777778</c:v>
                </c:pt>
                <c:pt idx="67055">
                  <c:v>45806.86041666667</c:v>
                </c:pt>
                <c:pt idx="67056">
                  <c:v>45770.44027777778</c:v>
                </c:pt>
                <c:pt idx="67057">
                  <c:v>45647.429861111108</c:v>
                </c:pt>
                <c:pt idx="67058">
                  <c:v>45325.630555555559</c:v>
                </c:pt>
                <c:pt idx="67059">
                  <c:v>45708.413888888892</c:v>
                </c:pt>
                <c:pt idx="67060">
                  <c:v>45752.352083333331</c:v>
                </c:pt>
                <c:pt idx="67061">
                  <c:v>45497.599999999999</c:v>
                </c:pt>
                <c:pt idx="67062">
                  <c:v>45887.205555555563</c:v>
                </c:pt>
                <c:pt idx="67063">
                  <c:v>45644.359027777777</c:v>
                </c:pt>
                <c:pt idx="67064">
                  <c:v>45301.397916666669</c:v>
                </c:pt>
                <c:pt idx="67065">
                  <c:v>45813.813194444447</c:v>
                </c:pt>
                <c:pt idx="67066">
                  <c:v>45585.284722222219</c:v>
                </c:pt>
                <c:pt idx="67067">
                  <c:v>45943.976388888892</c:v>
                </c:pt>
                <c:pt idx="67068">
                  <c:v>45320.905555555553</c:v>
                </c:pt>
                <c:pt idx="67069">
                  <c:v>45384.771527777782</c:v>
                </c:pt>
                <c:pt idx="67070">
                  <c:v>45353.761805555558</c:v>
                </c:pt>
                <c:pt idx="67071">
                  <c:v>45652.620138888888</c:v>
                </c:pt>
                <c:pt idx="67072">
                  <c:v>45969.919444444437</c:v>
                </c:pt>
                <c:pt idx="67073">
                  <c:v>45571.617361111108</c:v>
                </c:pt>
                <c:pt idx="67074">
                  <c:v>45627.742361111108</c:v>
                </c:pt>
                <c:pt idx="67075">
                  <c:v>45838.554861111108</c:v>
                </c:pt>
                <c:pt idx="67076">
                  <c:v>45501.734027777777</c:v>
                </c:pt>
                <c:pt idx="67077">
                  <c:v>45333.676388888889</c:v>
                </c:pt>
                <c:pt idx="67078">
                  <c:v>46019.356249999997</c:v>
                </c:pt>
                <c:pt idx="67079">
                  <c:v>45549.628472222219</c:v>
                </c:pt>
                <c:pt idx="67080">
                  <c:v>45887.709027777782</c:v>
                </c:pt>
                <c:pt idx="67081">
                  <c:v>45992.816666666673</c:v>
                </c:pt>
                <c:pt idx="67082">
                  <c:v>45949.71597222222</c:v>
                </c:pt>
                <c:pt idx="67083">
                  <c:v>45696.541666666657</c:v>
                </c:pt>
                <c:pt idx="67084">
                  <c:v>45810.86041666667</c:v>
                </c:pt>
                <c:pt idx="67085">
                  <c:v>45754.878472222219</c:v>
                </c:pt>
                <c:pt idx="67086">
                  <c:v>45298.745833333327</c:v>
                </c:pt>
                <c:pt idx="67087">
                  <c:v>45639.74722222222</c:v>
                </c:pt>
                <c:pt idx="67088">
                  <c:v>45939.810416666667</c:v>
                </c:pt>
                <c:pt idx="67089">
                  <c:v>45842.570833333331</c:v>
                </c:pt>
                <c:pt idx="67090">
                  <c:v>45749.943749999999</c:v>
                </c:pt>
                <c:pt idx="67091">
                  <c:v>45924.129166666673</c:v>
                </c:pt>
                <c:pt idx="67092">
                  <c:v>45654.477777777778</c:v>
                </c:pt>
                <c:pt idx="67093">
                  <c:v>45456.862500000003</c:v>
                </c:pt>
                <c:pt idx="67094">
                  <c:v>45559.618750000001</c:v>
                </c:pt>
                <c:pt idx="67095">
                  <c:v>45404.822222222218</c:v>
                </c:pt>
                <c:pt idx="67096">
                  <c:v>45655.852083333331</c:v>
                </c:pt>
                <c:pt idx="67097">
                  <c:v>45431.418055555558</c:v>
                </c:pt>
                <c:pt idx="67098">
                  <c:v>45331.574305555558</c:v>
                </c:pt>
                <c:pt idx="67099">
                  <c:v>45299.522916666669</c:v>
                </c:pt>
                <c:pt idx="67100">
                  <c:v>45496.013194444437</c:v>
                </c:pt>
                <c:pt idx="67101">
                  <c:v>45376.640972222223</c:v>
                </c:pt>
                <c:pt idx="67102">
                  <c:v>45522.852083333331</c:v>
                </c:pt>
                <c:pt idx="67103">
                  <c:v>45915.511805555558</c:v>
                </c:pt>
                <c:pt idx="67104">
                  <c:v>45799.56527777778</c:v>
                </c:pt>
                <c:pt idx="67105">
                  <c:v>45838.944444444453</c:v>
                </c:pt>
                <c:pt idx="67106">
                  <c:v>45890.525694444441</c:v>
                </c:pt>
                <c:pt idx="67107">
                  <c:v>45311.54791666667</c:v>
                </c:pt>
                <c:pt idx="67108">
                  <c:v>45757.574999999997</c:v>
                </c:pt>
                <c:pt idx="67109">
                  <c:v>45842.921527777777</c:v>
                </c:pt>
                <c:pt idx="67110">
                  <c:v>45779.597222222219</c:v>
                </c:pt>
                <c:pt idx="67111">
                  <c:v>45758.861111111109</c:v>
                </c:pt>
                <c:pt idx="67112">
                  <c:v>45790.359722222223</c:v>
                </c:pt>
                <c:pt idx="67113">
                  <c:v>46006.982638888891</c:v>
                </c:pt>
                <c:pt idx="67114">
                  <c:v>45897.459027777782</c:v>
                </c:pt>
                <c:pt idx="67115">
                  <c:v>45942.311805555553</c:v>
                </c:pt>
                <c:pt idx="67116">
                  <c:v>45837.52847222222</c:v>
                </c:pt>
                <c:pt idx="67117">
                  <c:v>45942.46875</c:v>
                </c:pt>
                <c:pt idx="67118">
                  <c:v>45559.436111111107</c:v>
                </c:pt>
                <c:pt idx="67119">
                  <c:v>45711.407638888893</c:v>
                </c:pt>
                <c:pt idx="67120">
                  <c:v>45820.414583333331</c:v>
                </c:pt>
                <c:pt idx="67121">
                  <c:v>45526.36041666667</c:v>
                </c:pt>
                <c:pt idx="67122">
                  <c:v>45619.701388888891</c:v>
                </c:pt>
                <c:pt idx="67123">
                  <c:v>45878.418749999997</c:v>
                </c:pt>
                <c:pt idx="67124">
                  <c:v>45648.818749999999</c:v>
                </c:pt>
                <c:pt idx="67125">
                  <c:v>45944.455555555563</c:v>
                </c:pt>
                <c:pt idx="67126">
                  <c:v>45686.406944444447</c:v>
                </c:pt>
                <c:pt idx="67127">
                  <c:v>45507.506249999999</c:v>
                </c:pt>
                <c:pt idx="67128">
                  <c:v>45489.731944444437</c:v>
                </c:pt>
                <c:pt idx="67129">
                  <c:v>45756.756944444453</c:v>
                </c:pt>
                <c:pt idx="67130">
                  <c:v>46013.799305555563</c:v>
                </c:pt>
                <c:pt idx="67131">
                  <c:v>45484.736111111109</c:v>
                </c:pt>
                <c:pt idx="67132">
                  <c:v>45593.677083333343</c:v>
                </c:pt>
                <c:pt idx="67133">
                  <c:v>45959.039583333331</c:v>
                </c:pt>
                <c:pt idx="67134">
                  <c:v>45688.468055555553</c:v>
                </c:pt>
                <c:pt idx="67135">
                  <c:v>45684.057638888888</c:v>
                </c:pt>
                <c:pt idx="67136">
                  <c:v>45745.847222222219</c:v>
                </c:pt>
                <c:pt idx="67137">
                  <c:v>45883.05972222222</c:v>
                </c:pt>
                <c:pt idx="67138">
                  <c:v>45917.657638888893</c:v>
                </c:pt>
                <c:pt idx="67139">
                  <c:v>45826.51458333333</c:v>
                </c:pt>
                <c:pt idx="67140">
                  <c:v>46002.945833333331</c:v>
                </c:pt>
                <c:pt idx="67141">
                  <c:v>45768.027083333327</c:v>
                </c:pt>
                <c:pt idx="67142">
                  <c:v>45726.804861111108</c:v>
                </c:pt>
                <c:pt idx="67143">
                  <c:v>45662.777083333327</c:v>
                </c:pt>
                <c:pt idx="67144">
                  <c:v>45961.394444444442</c:v>
                </c:pt>
                <c:pt idx="67145">
                  <c:v>45624.540972222218</c:v>
                </c:pt>
                <c:pt idx="67146">
                  <c:v>45471.637499999997</c:v>
                </c:pt>
                <c:pt idx="67147">
                  <c:v>45777.269444444442</c:v>
                </c:pt>
                <c:pt idx="67148">
                  <c:v>45566.636805555558</c:v>
                </c:pt>
                <c:pt idx="67149">
                  <c:v>45821.432638888888</c:v>
                </c:pt>
                <c:pt idx="67150">
                  <c:v>45742.549305555563</c:v>
                </c:pt>
                <c:pt idx="67151">
                  <c:v>45688.565972222219</c:v>
                </c:pt>
                <c:pt idx="67152">
                  <c:v>45778.55</c:v>
                </c:pt>
                <c:pt idx="67153">
                  <c:v>45608.561111111107</c:v>
                </c:pt>
                <c:pt idx="67154">
                  <c:v>45614.688888888893</c:v>
                </c:pt>
                <c:pt idx="67155">
                  <c:v>45953.620138888888</c:v>
                </c:pt>
                <c:pt idx="67156">
                  <c:v>45880.505555555559</c:v>
                </c:pt>
                <c:pt idx="67157">
                  <c:v>45885.45</c:v>
                </c:pt>
                <c:pt idx="67158">
                  <c:v>45624.452777777777</c:v>
                </c:pt>
                <c:pt idx="67159">
                  <c:v>45670.569444444453</c:v>
                </c:pt>
                <c:pt idx="67160">
                  <c:v>45802.576388888891</c:v>
                </c:pt>
                <c:pt idx="67161">
                  <c:v>45524.357638888891</c:v>
                </c:pt>
                <c:pt idx="67162">
                  <c:v>45670.563194444447</c:v>
                </c:pt>
                <c:pt idx="67163">
                  <c:v>45713.65902777778</c:v>
                </c:pt>
                <c:pt idx="67164">
                  <c:v>46019.395833333343</c:v>
                </c:pt>
                <c:pt idx="67165">
                  <c:v>45921.837500000001</c:v>
                </c:pt>
                <c:pt idx="67166">
                  <c:v>45439.539583333331</c:v>
                </c:pt>
                <c:pt idx="67167">
                  <c:v>45658.634027777778</c:v>
                </c:pt>
                <c:pt idx="67168">
                  <c:v>45753.646527777782</c:v>
                </c:pt>
                <c:pt idx="67169">
                  <c:v>45559.469444444447</c:v>
                </c:pt>
                <c:pt idx="67170">
                  <c:v>45534.652777777781</c:v>
                </c:pt>
                <c:pt idx="67171">
                  <c:v>45821.535416666673</c:v>
                </c:pt>
                <c:pt idx="67172">
                  <c:v>45797.788194444453</c:v>
                </c:pt>
                <c:pt idx="67173">
                  <c:v>45996.123611111107</c:v>
                </c:pt>
                <c:pt idx="67174">
                  <c:v>45836.804861111108</c:v>
                </c:pt>
                <c:pt idx="67175">
                  <c:v>45764.77847222222</c:v>
                </c:pt>
                <c:pt idx="67176">
                  <c:v>45874.769444444442</c:v>
                </c:pt>
                <c:pt idx="67177">
                  <c:v>45917.777777777781</c:v>
                </c:pt>
                <c:pt idx="67178">
                  <c:v>45922.508333333331</c:v>
                </c:pt>
                <c:pt idx="67179">
                  <c:v>45708.583333333343</c:v>
                </c:pt>
                <c:pt idx="67180">
                  <c:v>45736.78125</c:v>
                </c:pt>
                <c:pt idx="67181">
                  <c:v>45691.836111111108</c:v>
                </c:pt>
                <c:pt idx="67182">
                  <c:v>45904.638888888891</c:v>
                </c:pt>
                <c:pt idx="67183">
                  <c:v>45777.796527777777</c:v>
                </c:pt>
                <c:pt idx="67184">
                  <c:v>45952.749305555553</c:v>
                </c:pt>
                <c:pt idx="67185">
                  <c:v>45701.811111111107</c:v>
                </c:pt>
                <c:pt idx="67186">
                  <c:v>45514.736111111109</c:v>
                </c:pt>
                <c:pt idx="67187">
                  <c:v>45411.908333333333</c:v>
                </c:pt>
                <c:pt idx="67188">
                  <c:v>45657.640277777777</c:v>
                </c:pt>
                <c:pt idx="67189">
                  <c:v>45802.103472222218</c:v>
                </c:pt>
                <c:pt idx="67190">
                  <c:v>45315.661805555559</c:v>
                </c:pt>
                <c:pt idx="67191">
                  <c:v>45715.863888888889</c:v>
                </c:pt>
                <c:pt idx="67192">
                  <c:v>45803.34375</c:v>
                </c:pt>
                <c:pt idx="67193">
                  <c:v>45769.303472222222</c:v>
                </c:pt>
                <c:pt idx="67194">
                  <c:v>45844.297222222223</c:v>
                </c:pt>
                <c:pt idx="67195">
                  <c:v>45973.82708333333</c:v>
                </c:pt>
                <c:pt idx="67196">
                  <c:v>45498.836805555547</c:v>
                </c:pt>
                <c:pt idx="67197">
                  <c:v>45519.959722222222</c:v>
                </c:pt>
                <c:pt idx="67198">
                  <c:v>45768.803472222222</c:v>
                </c:pt>
                <c:pt idx="67199">
                  <c:v>45750.713888888888</c:v>
                </c:pt>
                <c:pt idx="67200">
                  <c:v>45719.763194444437</c:v>
                </c:pt>
                <c:pt idx="67201">
                  <c:v>45472.803472222222</c:v>
                </c:pt>
                <c:pt idx="67202">
                  <c:v>45550.724999999999</c:v>
                </c:pt>
                <c:pt idx="67203">
                  <c:v>45356.85833333333</c:v>
                </c:pt>
                <c:pt idx="67204">
                  <c:v>45687.865277777782</c:v>
                </c:pt>
                <c:pt idx="67205">
                  <c:v>45574.805555555547</c:v>
                </c:pt>
                <c:pt idx="67206">
                  <c:v>45403.791666666657</c:v>
                </c:pt>
                <c:pt idx="67207">
                  <c:v>45849.720833333333</c:v>
                </c:pt>
                <c:pt idx="67208">
                  <c:v>45956.813888888893</c:v>
                </c:pt>
                <c:pt idx="67209">
                  <c:v>45809.754861111112</c:v>
                </c:pt>
                <c:pt idx="67210">
                  <c:v>45899.824999999997</c:v>
                </c:pt>
                <c:pt idx="67211">
                  <c:v>46009.695833333331</c:v>
                </c:pt>
                <c:pt idx="67212">
                  <c:v>45481.416666666657</c:v>
                </c:pt>
                <c:pt idx="67213">
                  <c:v>45980.564583333333</c:v>
                </c:pt>
                <c:pt idx="67214">
                  <c:v>45294.541666666657</c:v>
                </c:pt>
                <c:pt idx="67215">
                  <c:v>45614.554861111108</c:v>
                </c:pt>
                <c:pt idx="67216">
                  <c:v>45980.564583333333</c:v>
                </c:pt>
                <c:pt idx="67217">
                  <c:v>45432.876388888893</c:v>
                </c:pt>
                <c:pt idx="67218">
                  <c:v>45614.554861111108</c:v>
                </c:pt>
                <c:pt idx="67219">
                  <c:v>45294.541666666657</c:v>
                </c:pt>
                <c:pt idx="67220">
                  <c:v>45432.876388888893</c:v>
                </c:pt>
                <c:pt idx="67221">
                  <c:v>45847.51458333333</c:v>
                </c:pt>
                <c:pt idx="67222">
                  <c:v>45854.504166666673</c:v>
                </c:pt>
                <c:pt idx="67223">
                  <c:v>46018.495833333327</c:v>
                </c:pt>
                <c:pt idx="67224">
                  <c:v>45925.268055555563</c:v>
                </c:pt>
                <c:pt idx="67225">
                  <c:v>45820.467361111107</c:v>
                </c:pt>
                <c:pt idx="67226">
                  <c:v>45870.715277777781</c:v>
                </c:pt>
                <c:pt idx="67227">
                  <c:v>45980.447222222218</c:v>
                </c:pt>
                <c:pt idx="67228">
                  <c:v>45855.511111111111</c:v>
                </c:pt>
                <c:pt idx="67229">
                  <c:v>45853.763194444437</c:v>
                </c:pt>
                <c:pt idx="67230">
                  <c:v>45820.469444444447</c:v>
                </c:pt>
                <c:pt idx="67231">
                  <c:v>45759.361805555563</c:v>
                </c:pt>
                <c:pt idx="67232">
                  <c:v>45640.40625</c:v>
                </c:pt>
                <c:pt idx="67233">
                  <c:v>45689.45208333333</c:v>
                </c:pt>
                <c:pt idx="67234">
                  <c:v>45900.59097222222</c:v>
                </c:pt>
                <c:pt idx="67235">
                  <c:v>45524.311805555553</c:v>
                </c:pt>
                <c:pt idx="67236">
                  <c:v>45963.443055555559</c:v>
                </c:pt>
                <c:pt idx="67237">
                  <c:v>46012.7</c:v>
                </c:pt>
                <c:pt idx="67238">
                  <c:v>45318.456944444442</c:v>
                </c:pt>
                <c:pt idx="67239">
                  <c:v>45561.289583333331</c:v>
                </c:pt>
                <c:pt idx="67240">
                  <c:v>45424.785416666673</c:v>
                </c:pt>
                <c:pt idx="67241">
                  <c:v>45547.959027777782</c:v>
                </c:pt>
                <c:pt idx="67242">
                  <c:v>45790.600694444453</c:v>
                </c:pt>
                <c:pt idx="67243">
                  <c:v>46020.439583333333</c:v>
                </c:pt>
                <c:pt idx="67244">
                  <c:v>45855.542361111111</c:v>
                </c:pt>
                <c:pt idx="67245">
                  <c:v>45939.620138888888</c:v>
                </c:pt>
                <c:pt idx="67246">
                  <c:v>45985.430555555547</c:v>
                </c:pt>
                <c:pt idx="67247">
                  <c:v>45624.879166666673</c:v>
                </c:pt>
                <c:pt idx="67248">
                  <c:v>45825.988888888889</c:v>
                </c:pt>
                <c:pt idx="67249">
                  <c:v>45877.422222222223</c:v>
                </c:pt>
                <c:pt idx="67250">
                  <c:v>45734.697222222218</c:v>
                </c:pt>
                <c:pt idx="67251">
                  <c:v>45350.524305555547</c:v>
                </c:pt>
                <c:pt idx="67252">
                  <c:v>45558.444444444453</c:v>
                </c:pt>
                <c:pt idx="67253">
                  <c:v>45883.915972222218</c:v>
                </c:pt>
                <c:pt idx="67254">
                  <c:v>45715.570138888892</c:v>
                </c:pt>
                <c:pt idx="67255">
                  <c:v>45981.809027777781</c:v>
                </c:pt>
                <c:pt idx="67256">
                  <c:v>45528.876388888893</c:v>
                </c:pt>
                <c:pt idx="67257">
                  <c:v>45656.574999999997</c:v>
                </c:pt>
                <c:pt idx="67258">
                  <c:v>45802.647222222222</c:v>
                </c:pt>
                <c:pt idx="67259">
                  <c:v>45995.92083333333</c:v>
                </c:pt>
                <c:pt idx="67260">
                  <c:v>45947.411805555559</c:v>
                </c:pt>
                <c:pt idx="67261">
                  <c:v>45690.737500000003</c:v>
                </c:pt>
                <c:pt idx="67262">
                  <c:v>45602.031944444447</c:v>
                </c:pt>
                <c:pt idx="67263">
                  <c:v>45798.977777777778</c:v>
                </c:pt>
                <c:pt idx="67264">
                  <c:v>45741.972916666673</c:v>
                </c:pt>
                <c:pt idx="67265">
                  <c:v>45341.949305555558</c:v>
                </c:pt>
                <c:pt idx="67266">
                  <c:v>45648.881944444453</c:v>
                </c:pt>
                <c:pt idx="67267">
                  <c:v>45525.404861111107</c:v>
                </c:pt>
                <c:pt idx="67268">
                  <c:v>45371.897916666669</c:v>
                </c:pt>
                <c:pt idx="67269">
                  <c:v>45414.838194444441</c:v>
                </c:pt>
                <c:pt idx="67270">
                  <c:v>45561.970138888893</c:v>
                </c:pt>
                <c:pt idx="67271">
                  <c:v>45883.849305555559</c:v>
                </c:pt>
                <c:pt idx="67272">
                  <c:v>45482.588888888888</c:v>
                </c:pt>
                <c:pt idx="67273">
                  <c:v>45985.647222222222</c:v>
                </c:pt>
                <c:pt idx="67274">
                  <c:v>45757.522916666669</c:v>
                </c:pt>
                <c:pt idx="67275">
                  <c:v>45950.545138888891</c:v>
                </c:pt>
                <c:pt idx="67276">
                  <c:v>45908.606944444437</c:v>
                </c:pt>
                <c:pt idx="67277">
                  <c:v>45839.580555555563</c:v>
                </c:pt>
                <c:pt idx="67278">
                  <c:v>45728.759722222218</c:v>
                </c:pt>
                <c:pt idx="67279">
                  <c:v>45869.428472222222</c:v>
                </c:pt>
                <c:pt idx="67280">
                  <c:v>45810.479166666657</c:v>
                </c:pt>
                <c:pt idx="67281">
                  <c:v>45784.520138888889</c:v>
                </c:pt>
                <c:pt idx="67282">
                  <c:v>46013.550694444442</c:v>
                </c:pt>
                <c:pt idx="67283">
                  <c:v>45333.963888888888</c:v>
                </c:pt>
                <c:pt idx="67284">
                  <c:v>45333.963888888888</c:v>
                </c:pt>
                <c:pt idx="67285">
                  <c:v>45337.59097222222</c:v>
                </c:pt>
                <c:pt idx="67286">
                  <c:v>45337.59097222222</c:v>
                </c:pt>
                <c:pt idx="67287">
                  <c:v>45746.711805555547</c:v>
                </c:pt>
                <c:pt idx="67288">
                  <c:v>45505.536805555559</c:v>
                </c:pt>
                <c:pt idx="67289">
                  <c:v>45505.007638888892</c:v>
                </c:pt>
                <c:pt idx="67290">
                  <c:v>45411.489583333343</c:v>
                </c:pt>
                <c:pt idx="67291">
                  <c:v>45333.938194444447</c:v>
                </c:pt>
                <c:pt idx="67292">
                  <c:v>45646.542361111111</c:v>
                </c:pt>
                <c:pt idx="67293">
                  <c:v>45715.618055555547</c:v>
                </c:pt>
                <c:pt idx="67294">
                  <c:v>45409.564583333333</c:v>
                </c:pt>
                <c:pt idx="67295">
                  <c:v>45530.555555555547</c:v>
                </c:pt>
                <c:pt idx="67296">
                  <c:v>45745.795138888891</c:v>
                </c:pt>
                <c:pt idx="67297">
                  <c:v>45397.540972222218</c:v>
                </c:pt>
                <c:pt idx="67298">
                  <c:v>45442.637499999997</c:v>
                </c:pt>
                <c:pt idx="67299">
                  <c:v>45479.71875</c:v>
                </c:pt>
                <c:pt idx="67300">
                  <c:v>45589.707638888889</c:v>
                </c:pt>
                <c:pt idx="67301">
                  <c:v>45754.67083333333</c:v>
                </c:pt>
                <c:pt idx="67302">
                  <c:v>45754.67083333333</c:v>
                </c:pt>
                <c:pt idx="67303">
                  <c:v>45728.698611111111</c:v>
                </c:pt>
                <c:pt idx="67304">
                  <c:v>45988.144444444442</c:v>
                </c:pt>
                <c:pt idx="67305">
                  <c:v>45728.698611111111</c:v>
                </c:pt>
                <c:pt idx="67306">
                  <c:v>45683.247916666667</c:v>
                </c:pt>
                <c:pt idx="67307">
                  <c:v>45683.247916666667</c:v>
                </c:pt>
                <c:pt idx="67308">
                  <c:v>45988.144444444442</c:v>
                </c:pt>
                <c:pt idx="67309">
                  <c:v>45779.65</c:v>
                </c:pt>
                <c:pt idx="67310">
                  <c:v>45835.6</c:v>
                </c:pt>
                <c:pt idx="67311">
                  <c:v>45779.65</c:v>
                </c:pt>
                <c:pt idx="67312">
                  <c:v>45594.254861111112</c:v>
                </c:pt>
                <c:pt idx="67313">
                  <c:v>45594.254861111112</c:v>
                </c:pt>
                <c:pt idx="67314">
                  <c:v>45896.263888888891</c:v>
                </c:pt>
                <c:pt idx="67315">
                  <c:v>45896.263888888891</c:v>
                </c:pt>
                <c:pt idx="67316">
                  <c:v>45652.552777777782</c:v>
                </c:pt>
                <c:pt idx="67317">
                  <c:v>45925.74722222222</c:v>
                </c:pt>
                <c:pt idx="67318">
                  <c:v>45624.439583333333</c:v>
                </c:pt>
                <c:pt idx="67319">
                  <c:v>45624.439583333333</c:v>
                </c:pt>
                <c:pt idx="67320">
                  <c:v>45806.670138888891</c:v>
                </c:pt>
                <c:pt idx="67321">
                  <c:v>45652.552777777782</c:v>
                </c:pt>
                <c:pt idx="67322">
                  <c:v>45925.74722222222</c:v>
                </c:pt>
                <c:pt idx="67323">
                  <c:v>45835.6</c:v>
                </c:pt>
                <c:pt idx="67324">
                  <c:v>45806.670138888891</c:v>
                </c:pt>
                <c:pt idx="67325">
                  <c:v>45762.465277777781</c:v>
                </c:pt>
                <c:pt idx="67326">
                  <c:v>45902.685416666667</c:v>
                </c:pt>
                <c:pt idx="67327">
                  <c:v>45727.584027777782</c:v>
                </c:pt>
                <c:pt idx="67328">
                  <c:v>46007.459722222222</c:v>
                </c:pt>
                <c:pt idx="67329">
                  <c:v>45989.376388888893</c:v>
                </c:pt>
                <c:pt idx="67330">
                  <c:v>45727.34652777778</c:v>
                </c:pt>
                <c:pt idx="67331">
                  <c:v>45399.535416666673</c:v>
                </c:pt>
                <c:pt idx="67332">
                  <c:v>45989.702777777777</c:v>
                </c:pt>
                <c:pt idx="67333">
                  <c:v>45536.463194444441</c:v>
                </c:pt>
                <c:pt idx="67334">
                  <c:v>45849.53125</c:v>
                </c:pt>
                <c:pt idx="67335">
                  <c:v>45779.412499999999</c:v>
                </c:pt>
                <c:pt idx="67336">
                  <c:v>45877.900694444441</c:v>
                </c:pt>
                <c:pt idx="67337">
                  <c:v>45639.75277777778</c:v>
                </c:pt>
                <c:pt idx="67338">
                  <c:v>45433.511805555558</c:v>
                </c:pt>
                <c:pt idx="67339">
                  <c:v>45893.829861111109</c:v>
                </c:pt>
                <c:pt idx="67340">
                  <c:v>45369.914583333331</c:v>
                </c:pt>
                <c:pt idx="67341">
                  <c:v>45724.841666666667</c:v>
                </c:pt>
                <c:pt idx="67342">
                  <c:v>45754.713194444441</c:v>
                </c:pt>
                <c:pt idx="67343">
                  <c:v>45693.786805555559</c:v>
                </c:pt>
                <c:pt idx="67344">
                  <c:v>45823.769444444442</c:v>
                </c:pt>
                <c:pt idx="67345">
                  <c:v>45582.762499999997</c:v>
                </c:pt>
                <c:pt idx="67346">
                  <c:v>45793.478472222218</c:v>
                </c:pt>
                <c:pt idx="67347">
                  <c:v>45635.382638888892</c:v>
                </c:pt>
                <c:pt idx="67348">
                  <c:v>45493.719444444447</c:v>
                </c:pt>
                <c:pt idx="67349">
                  <c:v>45541.916666666657</c:v>
                </c:pt>
                <c:pt idx="67350">
                  <c:v>45850.75</c:v>
                </c:pt>
                <c:pt idx="67351">
                  <c:v>45576.598611111112</c:v>
                </c:pt>
                <c:pt idx="67352">
                  <c:v>45783.697222222218</c:v>
                </c:pt>
                <c:pt idx="67353">
                  <c:v>45974.512499999997</c:v>
                </c:pt>
                <c:pt idx="67354">
                  <c:v>45404.408333333333</c:v>
                </c:pt>
                <c:pt idx="67355">
                  <c:v>45463.688888888893</c:v>
                </c:pt>
                <c:pt idx="67356">
                  <c:v>45692.46875</c:v>
                </c:pt>
                <c:pt idx="67357">
                  <c:v>45300.374305555553</c:v>
                </c:pt>
                <c:pt idx="67358">
                  <c:v>45961.481944444437</c:v>
                </c:pt>
                <c:pt idx="67359">
                  <c:v>45880.697916666657</c:v>
                </c:pt>
                <c:pt idx="67360">
                  <c:v>45861.883333333331</c:v>
                </c:pt>
                <c:pt idx="67361">
                  <c:v>45541.758333333331</c:v>
                </c:pt>
                <c:pt idx="67362">
                  <c:v>45795.071527777778</c:v>
                </c:pt>
                <c:pt idx="67363">
                  <c:v>45669.729861111111</c:v>
                </c:pt>
                <c:pt idx="67364">
                  <c:v>45336.854861111111</c:v>
                </c:pt>
                <c:pt idx="67365">
                  <c:v>45998.694444444453</c:v>
                </c:pt>
                <c:pt idx="67366">
                  <c:v>45736.63958333333</c:v>
                </c:pt>
                <c:pt idx="67367">
                  <c:v>45926.634722222218</c:v>
                </c:pt>
                <c:pt idx="67368">
                  <c:v>45444.85</c:v>
                </c:pt>
                <c:pt idx="67369">
                  <c:v>45900.303472222222</c:v>
                </c:pt>
                <c:pt idx="67370">
                  <c:v>45977.783333333333</c:v>
                </c:pt>
                <c:pt idx="67371">
                  <c:v>45812.520138888889</c:v>
                </c:pt>
                <c:pt idx="67372">
                  <c:v>45755.65625</c:v>
                </c:pt>
                <c:pt idx="67373">
                  <c:v>45755.65625</c:v>
                </c:pt>
                <c:pt idx="67374">
                  <c:v>45832.532638888893</c:v>
                </c:pt>
                <c:pt idx="67375">
                  <c:v>45900.303472222222</c:v>
                </c:pt>
                <c:pt idx="67376">
                  <c:v>45991.852083333331</c:v>
                </c:pt>
                <c:pt idx="67377">
                  <c:v>45977.783333333333</c:v>
                </c:pt>
                <c:pt idx="67378">
                  <c:v>45991.852083333331</c:v>
                </c:pt>
                <c:pt idx="67379">
                  <c:v>45854.918749999997</c:v>
                </c:pt>
                <c:pt idx="67380">
                  <c:v>45952.26458333333</c:v>
                </c:pt>
                <c:pt idx="67381">
                  <c:v>45952.26458333333</c:v>
                </c:pt>
                <c:pt idx="67382">
                  <c:v>45792.575694444437</c:v>
                </c:pt>
                <c:pt idx="67383">
                  <c:v>45792.575694444437</c:v>
                </c:pt>
                <c:pt idx="67384">
                  <c:v>45832.532638888893</c:v>
                </c:pt>
                <c:pt idx="67385">
                  <c:v>45933.459722222222</c:v>
                </c:pt>
                <c:pt idx="67386">
                  <c:v>45324.519444444442</c:v>
                </c:pt>
                <c:pt idx="67387">
                  <c:v>45324.519444444442</c:v>
                </c:pt>
                <c:pt idx="67388">
                  <c:v>45933.459722222222</c:v>
                </c:pt>
                <c:pt idx="67389">
                  <c:v>45812.520138888889</c:v>
                </c:pt>
                <c:pt idx="67390">
                  <c:v>45854.918749999997</c:v>
                </c:pt>
                <c:pt idx="67391">
                  <c:v>45533.625</c:v>
                </c:pt>
                <c:pt idx="67392">
                  <c:v>45580.602777777778</c:v>
                </c:pt>
                <c:pt idx="67393">
                  <c:v>45685.459027777782</c:v>
                </c:pt>
                <c:pt idx="67394">
                  <c:v>45636.306944444441</c:v>
                </c:pt>
                <c:pt idx="67395">
                  <c:v>45369.331250000003</c:v>
                </c:pt>
                <c:pt idx="67396">
                  <c:v>45480.384722222218</c:v>
                </c:pt>
                <c:pt idx="67397">
                  <c:v>45395.974305555559</c:v>
                </c:pt>
                <c:pt idx="67398">
                  <c:v>45340.409722222219</c:v>
                </c:pt>
                <c:pt idx="67399">
                  <c:v>45426.367361111108</c:v>
                </c:pt>
                <c:pt idx="67400">
                  <c:v>45832.6</c:v>
                </c:pt>
                <c:pt idx="67401">
                  <c:v>45305.452777777777</c:v>
                </c:pt>
                <c:pt idx="67402">
                  <c:v>45495.542361111111</c:v>
                </c:pt>
                <c:pt idx="67403">
                  <c:v>46004.568055555559</c:v>
                </c:pt>
                <c:pt idx="67404">
                  <c:v>45561.694444444453</c:v>
                </c:pt>
                <c:pt idx="67405">
                  <c:v>45449.674305555563</c:v>
                </c:pt>
                <c:pt idx="67406">
                  <c:v>45735.76666666667</c:v>
                </c:pt>
                <c:pt idx="67407">
                  <c:v>45992.939583333333</c:v>
                </c:pt>
                <c:pt idx="67408">
                  <c:v>45702.892361111109</c:v>
                </c:pt>
                <c:pt idx="67409">
                  <c:v>45672.757638888892</c:v>
                </c:pt>
                <c:pt idx="67410">
                  <c:v>45642.550694444442</c:v>
                </c:pt>
                <c:pt idx="67411">
                  <c:v>45845.503472222219</c:v>
                </c:pt>
                <c:pt idx="67412">
                  <c:v>45782.856249999997</c:v>
                </c:pt>
                <c:pt idx="67413">
                  <c:v>45461.396527777782</c:v>
                </c:pt>
                <c:pt idx="67414">
                  <c:v>45985.414583333331</c:v>
                </c:pt>
                <c:pt idx="67415">
                  <c:v>45733.547222222223</c:v>
                </c:pt>
                <c:pt idx="67416">
                  <c:v>45614.488888888889</c:v>
                </c:pt>
                <c:pt idx="67417">
                  <c:v>45894.472222222219</c:v>
                </c:pt>
                <c:pt idx="67418">
                  <c:v>45945.95416666667</c:v>
                </c:pt>
                <c:pt idx="67419">
                  <c:v>45580.363888888889</c:v>
                </c:pt>
                <c:pt idx="67420">
                  <c:v>45704.997916666667</c:v>
                </c:pt>
                <c:pt idx="67421">
                  <c:v>45571.616666666669</c:v>
                </c:pt>
                <c:pt idx="67422">
                  <c:v>45507.943055555559</c:v>
                </c:pt>
                <c:pt idx="67423">
                  <c:v>45633.938888888893</c:v>
                </c:pt>
                <c:pt idx="67424">
                  <c:v>45898.907638888893</c:v>
                </c:pt>
                <c:pt idx="67425">
                  <c:v>45838.720138888893</c:v>
                </c:pt>
                <c:pt idx="67426">
                  <c:v>45599.019444444442</c:v>
                </c:pt>
                <c:pt idx="67427">
                  <c:v>45793.886111111111</c:v>
                </c:pt>
                <c:pt idx="67428">
                  <c:v>45761.949305555558</c:v>
                </c:pt>
                <c:pt idx="67429">
                  <c:v>45669.011805555558</c:v>
                </c:pt>
                <c:pt idx="67430">
                  <c:v>45979.689583333333</c:v>
                </c:pt>
                <c:pt idx="67431">
                  <c:v>45306.287499999999</c:v>
                </c:pt>
                <c:pt idx="67432">
                  <c:v>45839.443749999999</c:v>
                </c:pt>
                <c:pt idx="67433">
                  <c:v>45640.631249999999</c:v>
                </c:pt>
                <c:pt idx="67434">
                  <c:v>45362.634027777778</c:v>
                </c:pt>
                <c:pt idx="67435">
                  <c:v>45463.29583333333</c:v>
                </c:pt>
                <c:pt idx="67436">
                  <c:v>45501.602777777778</c:v>
                </c:pt>
                <c:pt idx="67437">
                  <c:v>45870.20208333333</c:v>
                </c:pt>
                <c:pt idx="67438">
                  <c:v>45803.585416666669</c:v>
                </c:pt>
                <c:pt idx="67439">
                  <c:v>45973.584722222222</c:v>
                </c:pt>
                <c:pt idx="67440">
                  <c:v>45380.673611111109</c:v>
                </c:pt>
                <c:pt idx="67441">
                  <c:v>45793.669444444437</c:v>
                </c:pt>
                <c:pt idx="67442">
                  <c:v>45759.227083333331</c:v>
                </c:pt>
                <c:pt idx="67443">
                  <c:v>45481.273611111108</c:v>
                </c:pt>
                <c:pt idx="67444">
                  <c:v>45917.21597222222</c:v>
                </c:pt>
                <c:pt idx="67445">
                  <c:v>45884.586805555547</c:v>
                </c:pt>
                <c:pt idx="67446">
                  <c:v>45990.567361111112</c:v>
                </c:pt>
                <c:pt idx="67447">
                  <c:v>45538.265277777777</c:v>
                </c:pt>
                <c:pt idx="67448">
                  <c:v>45775.261805555558</c:v>
                </c:pt>
                <c:pt idx="67449">
                  <c:v>45950.427083333343</c:v>
                </c:pt>
                <c:pt idx="67450">
                  <c:v>45577.224999999999</c:v>
                </c:pt>
                <c:pt idx="67451">
                  <c:v>45600.306944444441</c:v>
                </c:pt>
                <c:pt idx="67452">
                  <c:v>45747.484722222223</c:v>
                </c:pt>
                <c:pt idx="67453">
                  <c:v>45427.230555555558</c:v>
                </c:pt>
                <c:pt idx="67454">
                  <c:v>45368.586805555547</c:v>
                </c:pt>
                <c:pt idx="67455">
                  <c:v>45518.478472222218</c:v>
                </c:pt>
                <c:pt idx="67456">
                  <c:v>45314.768750000003</c:v>
                </c:pt>
                <c:pt idx="67457">
                  <c:v>45478.418055555558</c:v>
                </c:pt>
                <c:pt idx="67458">
                  <c:v>45418.686111111107</c:v>
                </c:pt>
                <c:pt idx="67459">
                  <c:v>45434.807638888888</c:v>
                </c:pt>
                <c:pt idx="67460">
                  <c:v>45825.617361111108</c:v>
                </c:pt>
                <c:pt idx="67461">
                  <c:v>45569.46875</c:v>
                </c:pt>
                <c:pt idx="67462">
                  <c:v>45696.613888888889</c:v>
                </c:pt>
                <c:pt idx="67463">
                  <c:v>45534.604166666657</c:v>
                </c:pt>
                <c:pt idx="67464">
                  <c:v>45452.152083333327</c:v>
                </c:pt>
                <c:pt idx="67465">
                  <c:v>45571.565972222219</c:v>
                </c:pt>
                <c:pt idx="67466">
                  <c:v>45487.787499999999</c:v>
                </c:pt>
                <c:pt idx="67467">
                  <c:v>45653.929166666669</c:v>
                </c:pt>
                <c:pt idx="67468">
                  <c:v>45680.039583333331</c:v>
                </c:pt>
                <c:pt idx="67469">
                  <c:v>45866.871527777781</c:v>
                </c:pt>
                <c:pt idx="67470">
                  <c:v>45656.616666666669</c:v>
                </c:pt>
                <c:pt idx="67471">
                  <c:v>45549.798611111109</c:v>
                </c:pt>
                <c:pt idx="67472">
                  <c:v>45501.963888888888</c:v>
                </c:pt>
                <c:pt idx="67473">
                  <c:v>45617.987500000003</c:v>
                </c:pt>
                <c:pt idx="67474">
                  <c:v>45781.531944444447</c:v>
                </c:pt>
                <c:pt idx="67475">
                  <c:v>45712.745138888888</c:v>
                </c:pt>
                <c:pt idx="67476">
                  <c:v>45963.035416666673</c:v>
                </c:pt>
                <c:pt idx="67477">
                  <c:v>45568.503472222219</c:v>
                </c:pt>
                <c:pt idx="67478">
                  <c:v>45670.39166666667</c:v>
                </c:pt>
                <c:pt idx="67479">
                  <c:v>45422.40347222222</c:v>
                </c:pt>
                <c:pt idx="67480">
                  <c:v>45524.491666666669</c:v>
                </c:pt>
                <c:pt idx="67481">
                  <c:v>45327.372916666667</c:v>
                </c:pt>
                <c:pt idx="67482">
                  <c:v>45842.363888888889</c:v>
                </c:pt>
                <c:pt idx="67483">
                  <c:v>45393.392361111109</c:v>
                </c:pt>
                <c:pt idx="67484">
                  <c:v>45908.352083333331</c:v>
                </c:pt>
                <c:pt idx="67485">
                  <c:v>45561.411805555559</c:v>
                </c:pt>
                <c:pt idx="67486">
                  <c:v>45624.36041666667</c:v>
                </c:pt>
                <c:pt idx="67487">
                  <c:v>45726.378472222219</c:v>
                </c:pt>
                <c:pt idx="67488">
                  <c:v>45978.383333333331</c:v>
                </c:pt>
                <c:pt idx="67489">
                  <c:v>45785.34652777778</c:v>
                </c:pt>
                <c:pt idx="67490">
                  <c:v>45467.53125</c:v>
                </c:pt>
                <c:pt idx="67491">
                  <c:v>45293.322222222218</c:v>
                </c:pt>
                <c:pt idx="67492">
                  <c:v>45755.561111111107</c:v>
                </c:pt>
                <c:pt idx="67493">
                  <c:v>45938.481249999997</c:v>
                </c:pt>
                <c:pt idx="67494">
                  <c:v>45727.293055555558</c:v>
                </c:pt>
                <c:pt idx="67495">
                  <c:v>45705.654166666667</c:v>
                </c:pt>
                <c:pt idx="67496">
                  <c:v>45971.426388888889</c:v>
                </c:pt>
                <c:pt idx="67497">
                  <c:v>45901.320138888892</c:v>
                </c:pt>
                <c:pt idx="67498">
                  <c:v>46006.375</c:v>
                </c:pt>
                <c:pt idx="67499">
                  <c:v>45712.418055555558</c:v>
                </c:pt>
                <c:pt idx="67500">
                  <c:v>45835.563888888893</c:v>
                </c:pt>
                <c:pt idx="67501">
                  <c:v>45772.474999999999</c:v>
                </c:pt>
                <c:pt idx="67502">
                  <c:v>45833.421527777777</c:v>
                </c:pt>
                <c:pt idx="67503">
                  <c:v>45742.665277777778</c:v>
                </c:pt>
                <c:pt idx="67504">
                  <c:v>45698.645138888889</c:v>
                </c:pt>
                <c:pt idx="67505">
                  <c:v>45797.380555555559</c:v>
                </c:pt>
                <c:pt idx="67506">
                  <c:v>45866.510416666657</c:v>
                </c:pt>
                <c:pt idx="67507">
                  <c:v>45943.834722222222</c:v>
                </c:pt>
                <c:pt idx="67508">
                  <c:v>46004.782638888893</c:v>
                </c:pt>
                <c:pt idx="67509">
                  <c:v>45806.308333333327</c:v>
                </c:pt>
                <c:pt idx="67510">
                  <c:v>45823.864583333343</c:v>
                </c:pt>
                <c:pt idx="67511">
                  <c:v>45838.371527777781</c:v>
                </c:pt>
                <c:pt idx="67512">
                  <c:v>45761.348611111112</c:v>
                </c:pt>
                <c:pt idx="67513">
                  <c:v>45748.515972222223</c:v>
                </c:pt>
                <c:pt idx="67514">
                  <c:v>45908.919444444437</c:v>
                </c:pt>
                <c:pt idx="67515">
                  <c:v>45728.624305555553</c:v>
                </c:pt>
                <c:pt idx="67516">
                  <c:v>45957.837500000001</c:v>
                </c:pt>
                <c:pt idx="67517">
                  <c:v>45875.336111111108</c:v>
                </c:pt>
                <c:pt idx="67518">
                  <c:v>45975.324305555558</c:v>
                </c:pt>
                <c:pt idx="67519">
                  <c:v>45841.701388888891</c:v>
                </c:pt>
                <c:pt idx="67520">
                  <c:v>45945.668055555558</c:v>
                </c:pt>
                <c:pt idx="67521">
                  <c:v>45438.559027777781</c:v>
                </c:pt>
                <c:pt idx="67522">
                  <c:v>45594.607638888891</c:v>
                </c:pt>
                <c:pt idx="67523">
                  <c:v>45821.253472222219</c:v>
                </c:pt>
                <c:pt idx="67524">
                  <c:v>45821.253472222219</c:v>
                </c:pt>
                <c:pt idx="67525">
                  <c:v>45886.331944444442</c:v>
                </c:pt>
                <c:pt idx="67526">
                  <c:v>45886.331944444442</c:v>
                </c:pt>
                <c:pt idx="67527">
                  <c:v>45854.318055555559</c:v>
                </c:pt>
                <c:pt idx="67528">
                  <c:v>45564.354166666657</c:v>
                </c:pt>
                <c:pt idx="67529">
                  <c:v>45564.354166666657</c:v>
                </c:pt>
                <c:pt idx="67530">
                  <c:v>45888.600694444453</c:v>
                </c:pt>
                <c:pt idx="67531">
                  <c:v>46021.283333333333</c:v>
                </c:pt>
                <c:pt idx="67532">
                  <c:v>45888.600694444453</c:v>
                </c:pt>
                <c:pt idx="67533">
                  <c:v>45781.380555555559</c:v>
                </c:pt>
                <c:pt idx="67534">
                  <c:v>45742.383333333331</c:v>
                </c:pt>
                <c:pt idx="67535">
                  <c:v>45781.380555555559</c:v>
                </c:pt>
                <c:pt idx="67536">
                  <c:v>45742.383333333331</c:v>
                </c:pt>
                <c:pt idx="67537">
                  <c:v>46021.283333333333</c:v>
                </c:pt>
                <c:pt idx="67538">
                  <c:v>45707.304861111108</c:v>
                </c:pt>
                <c:pt idx="67539">
                  <c:v>45929.326388888891</c:v>
                </c:pt>
                <c:pt idx="67540">
                  <c:v>45545.557638888888</c:v>
                </c:pt>
                <c:pt idx="67541">
                  <c:v>45964.681250000001</c:v>
                </c:pt>
                <c:pt idx="67542">
                  <c:v>45545.557638888888</c:v>
                </c:pt>
                <c:pt idx="67543">
                  <c:v>45596.451388888891</c:v>
                </c:pt>
                <c:pt idx="67544">
                  <c:v>45596.451388888891</c:v>
                </c:pt>
                <c:pt idx="67545">
                  <c:v>45635.537499999999</c:v>
                </c:pt>
                <c:pt idx="67546">
                  <c:v>45929.326388888891</c:v>
                </c:pt>
                <c:pt idx="67547">
                  <c:v>45635.537499999999</c:v>
                </c:pt>
                <c:pt idx="67548">
                  <c:v>45707.304861111108</c:v>
                </c:pt>
                <c:pt idx="67549">
                  <c:v>45670.301388888889</c:v>
                </c:pt>
                <c:pt idx="67550">
                  <c:v>45854.318055555559</c:v>
                </c:pt>
                <c:pt idx="67551">
                  <c:v>45670.301388888889</c:v>
                </c:pt>
                <c:pt idx="67552">
                  <c:v>45964.681250000001</c:v>
                </c:pt>
                <c:pt idx="67553">
                  <c:v>45548.629166666673</c:v>
                </c:pt>
                <c:pt idx="67554">
                  <c:v>45296.0625</c:v>
                </c:pt>
                <c:pt idx="67555">
                  <c:v>45820.813888888893</c:v>
                </c:pt>
                <c:pt idx="67556">
                  <c:v>46006.862500000003</c:v>
                </c:pt>
                <c:pt idx="67557">
                  <c:v>45426.879166666673</c:v>
                </c:pt>
                <c:pt idx="67558">
                  <c:v>45945.904861111107</c:v>
                </c:pt>
                <c:pt idx="67559">
                  <c:v>45635.708333333343</c:v>
                </c:pt>
                <c:pt idx="67560">
                  <c:v>45872.875</c:v>
                </c:pt>
                <c:pt idx="67561">
                  <c:v>45754.175000000003</c:v>
                </c:pt>
                <c:pt idx="67562">
                  <c:v>45670.692361111112</c:v>
                </c:pt>
                <c:pt idx="67563">
                  <c:v>45770.892361111109</c:v>
                </c:pt>
                <c:pt idx="67564">
                  <c:v>46019.674305555563</c:v>
                </c:pt>
                <c:pt idx="67565">
                  <c:v>45593.707638888889</c:v>
                </c:pt>
                <c:pt idx="67566">
                  <c:v>45948.940972222219</c:v>
                </c:pt>
                <c:pt idx="67567">
                  <c:v>45435.572916666657</c:v>
                </c:pt>
                <c:pt idx="67568">
                  <c:v>45934.821527777778</c:v>
                </c:pt>
                <c:pt idx="67569">
                  <c:v>45733.71597222222</c:v>
                </c:pt>
                <c:pt idx="67570">
                  <c:v>45842.797222222223</c:v>
                </c:pt>
                <c:pt idx="67571">
                  <c:v>45489.914583333331</c:v>
                </c:pt>
                <c:pt idx="67572">
                  <c:v>45329.731944444437</c:v>
                </c:pt>
                <c:pt idx="67573">
                  <c:v>45671.822916666657</c:v>
                </c:pt>
                <c:pt idx="67574">
                  <c:v>45563.785416666673</c:v>
                </c:pt>
                <c:pt idx="67575">
                  <c:v>45859.708333333343</c:v>
                </c:pt>
                <c:pt idx="67576">
                  <c:v>45899.783333333333</c:v>
                </c:pt>
                <c:pt idx="67577">
                  <c:v>45496.57708333333</c:v>
                </c:pt>
                <c:pt idx="67578">
                  <c:v>45950.805555555547</c:v>
                </c:pt>
                <c:pt idx="67579">
                  <c:v>45819.804861111108</c:v>
                </c:pt>
                <c:pt idx="67580">
                  <c:v>45735.535416666673</c:v>
                </c:pt>
                <c:pt idx="67581">
                  <c:v>45312.880555555559</c:v>
                </c:pt>
                <c:pt idx="67582">
                  <c:v>45405.275694444441</c:v>
                </c:pt>
                <c:pt idx="67583">
                  <c:v>45531.966666666667</c:v>
                </c:pt>
                <c:pt idx="67584">
                  <c:v>45609.442361111112</c:v>
                </c:pt>
                <c:pt idx="67585">
                  <c:v>45913.542361111111</c:v>
                </c:pt>
                <c:pt idx="67586">
                  <c:v>45444.256944444453</c:v>
                </c:pt>
                <c:pt idx="67587">
                  <c:v>45624.143750000003</c:v>
                </c:pt>
                <c:pt idx="67588">
                  <c:v>45926.099305555559</c:v>
                </c:pt>
                <c:pt idx="67589">
                  <c:v>45379.132638888892</c:v>
                </c:pt>
                <c:pt idx="67590">
                  <c:v>45294.135416666657</c:v>
                </c:pt>
                <c:pt idx="67591">
                  <c:v>45743.128472222219</c:v>
                </c:pt>
                <c:pt idx="67592">
                  <c:v>45890.205555555563</c:v>
                </c:pt>
                <c:pt idx="67593">
                  <c:v>45491.131944444453</c:v>
                </c:pt>
                <c:pt idx="67594">
                  <c:v>46015.337500000001</c:v>
                </c:pt>
                <c:pt idx="67595">
                  <c:v>45778.315972222219</c:v>
                </c:pt>
                <c:pt idx="67596">
                  <c:v>45981.324305555558</c:v>
                </c:pt>
                <c:pt idx="67597">
                  <c:v>45836.39166666667</c:v>
                </c:pt>
                <c:pt idx="67598">
                  <c:v>45813.731249999997</c:v>
                </c:pt>
                <c:pt idx="67599">
                  <c:v>45996.605555555558</c:v>
                </c:pt>
                <c:pt idx="67600">
                  <c:v>45863.009027777778</c:v>
                </c:pt>
                <c:pt idx="67601">
                  <c:v>45773.684027777781</c:v>
                </c:pt>
                <c:pt idx="67602">
                  <c:v>45902.593055555553</c:v>
                </c:pt>
                <c:pt idx="67603">
                  <c:v>45947.622916666667</c:v>
                </c:pt>
                <c:pt idx="67604">
                  <c:v>45734.604166666657</c:v>
                </c:pt>
                <c:pt idx="67605">
                  <c:v>45697.527083333327</c:v>
                </c:pt>
                <c:pt idx="67606">
                  <c:v>45748.665277777778</c:v>
                </c:pt>
                <c:pt idx="67607">
                  <c:v>45867.609027777777</c:v>
                </c:pt>
                <c:pt idx="67608">
                  <c:v>45742.429861111108</c:v>
                </c:pt>
                <c:pt idx="67609">
                  <c:v>45889.454861111109</c:v>
                </c:pt>
                <c:pt idx="67610">
                  <c:v>45989.469444444447</c:v>
                </c:pt>
                <c:pt idx="67611">
                  <c:v>45812.481249999997</c:v>
                </c:pt>
                <c:pt idx="67612">
                  <c:v>45949.55972222222</c:v>
                </c:pt>
                <c:pt idx="67613">
                  <c:v>45840.548611111109</c:v>
                </c:pt>
                <c:pt idx="67614">
                  <c:v>45675.413194444453</c:v>
                </c:pt>
                <c:pt idx="67615">
                  <c:v>45771.54791666667</c:v>
                </c:pt>
                <c:pt idx="67616">
                  <c:v>45692.732638888891</c:v>
                </c:pt>
                <c:pt idx="67617">
                  <c:v>45446.756944444453</c:v>
                </c:pt>
                <c:pt idx="67618">
                  <c:v>45972.43472222222</c:v>
                </c:pt>
                <c:pt idx="67619">
                  <c:v>45656.800694444442</c:v>
                </c:pt>
                <c:pt idx="67620">
                  <c:v>45327.395833333343</c:v>
                </c:pt>
                <c:pt idx="67621">
                  <c:v>45880.713194444441</c:v>
                </c:pt>
                <c:pt idx="67622">
                  <c:v>45951.78125</c:v>
                </c:pt>
                <c:pt idx="67623">
                  <c:v>45317.62777777778</c:v>
                </c:pt>
                <c:pt idx="67624">
                  <c:v>45630.779166666667</c:v>
                </c:pt>
                <c:pt idx="67625">
                  <c:v>45982.186111111107</c:v>
                </c:pt>
                <c:pt idx="67626">
                  <c:v>45530.177083333343</c:v>
                </c:pt>
                <c:pt idx="67627">
                  <c:v>45335.157638888893</c:v>
                </c:pt>
                <c:pt idx="67628">
                  <c:v>45631.453472222223</c:v>
                </c:pt>
                <c:pt idx="67629">
                  <c:v>45548.823611111111</c:v>
                </c:pt>
                <c:pt idx="67630">
                  <c:v>45662.084722222222</c:v>
                </c:pt>
                <c:pt idx="67631">
                  <c:v>45752.62222222222</c:v>
                </c:pt>
                <c:pt idx="67632">
                  <c:v>45926.00277777778</c:v>
                </c:pt>
                <c:pt idx="67633">
                  <c:v>45417.269444444442</c:v>
                </c:pt>
                <c:pt idx="67634">
                  <c:v>45444.787499999999</c:v>
                </c:pt>
                <c:pt idx="67635">
                  <c:v>45422.75277777778</c:v>
                </c:pt>
                <c:pt idx="67636">
                  <c:v>45627.76666666667</c:v>
                </c:pt>
                <c:pt idx="67637">
                  <c:v>45588.569444444453</c:v>
                </c:pt>
                <c:pt idx="67638">
                  <c:v>45530.80972222222</c:v>
                </c:pt>
                <c:pt idx="67639">
                  <c:v>45580.411111111112</c:v>
                </c:pt>
                <c:pt idx="67640">
                  <c:v>45765.289583333331</c:v>
                </c:pt>
                <c:pt idx="67641">
                  <c:v>45467.785416666673</c:v>
                </c:pt>
                <c:pt idx="67642">
                  <c:v>45779.947916666657</c:v>
                </c:pt>
                <c:pt idx="67643">
                  <c:v>45696.405555555553</c:v>
                </c:pt>
                <c:pt idx="67644">
                  <c:v>45984.003472222219</c:v>
                </c:pt>
                <c:pt idx="67645">
                  <c:v>45614.863888888889</c:v>
                </c:pt>
                <c:pt idx="67646">
                  <c:v>45901.602777777778</c:v>
                </c:pt>
                <c:pt idx="67647">
                  <c:v>45940.526388888888</c:v>
                </c:pt>
                <c:pt idx="67648">
                  <c:v>45302.939583333333</c:v>
                </c:pt>
                <c:pt idx="67649">
                  <c:v>45966.482638888891</c:v>
                </c:pt>
                <c:pt idx="67650">
                  <c:v>45778.705555555563</c:v>
                </c:pt>
                <c:pt idx="67651">
                  <c:v>45667.676388888889</c:v>
                </c:pt>
                <c:pt idx="67652">
                  <c:v>45542.887499999997</c:v>
                </c:pt>
                <c:pt idx="67653">
                  <c:v>45430.8125</c:v>
                </c:pt>
                <c:pt idx="67654">
                  <c:v>45823.647916666669</c:v>
                </c:pt>
                <c:pt idx="67655">
                  <c:v>45499.800694444442</c:v>
                </c:pt>
                <c:pt idx="67656">
                  <c:v>45801.748611111107</c:v>
                </c:pt>
                <c:pt idx="67657">
                  <c:v>45457.841666666667</c:v>
                </c:pt>
                <c:pt idx="67658">
                  <c:v>45917.873611111107</c:v>
                </c:pt>
                <c:pt idx="67659">
                  <c:v>45753.756249999999</c:v>
                </c:pt>
                <c:pt idx="67660">
                  <c:v>45729.801388888889</c:v>
                </c:pt>
                <c:pt idx="67661">
                  <c:v>46009.970138888893</c:v>
                </c:pt>
                <c:pt idx="67662">
                  <c:v>45904.268750000003</c:v>
                </c:pt>
                <c:pt idx="67663">
                  <c:v>45620.684027777781</c:v>
                </c:pt>
                <c:pt idx="67664">
                  <c:v>45563.445138888892</c:v>
                </c:pt>
                <c:pt idx="67665">
                  <c:v>45939.790972222218</c:v>
                </c:pt>
                <c:pt idx="67666">
                  <c:v>45984.40902777778</c:v>
                </c:pt>
                <c:pt idx="67667">
                  <c:v>45723.457638888889</c:v>
                </c:pt>
                <c:pt idx="67668">
                  <c:v>45602.436111111107</c:v>
                </c:pt>
                <c:pt idx="67669">
                  <c:v>45691.71597222222</c:v>
                </c:pt>
                <c:pt idx="67670">
                  <c:v>45747.566666666673</c:v>
                </c:pt>
                <c:pt idx="67671">
                  <c:v>45850.614583333343</c:v>
                </c:pt>
                <c:pt idx="67672">
                  <c:v>45948.915277777778</c:v>
                </c:pt>
                <c:pt idx="67673">
                  <c:v>45641.686111111107</c:v>
                </c:pt>
                <c:pt idx="67674">
                  <c:v>45522.371527777781</c:v>
                </c:pt>
                <c:pt idx="67675">
                  <c:v>45551.799305555563</c:v>
                </c:pt>
                <c:pt idx="67676">
                  <c:v>45801.693055555559</c:v>
                </c:pt>
                <c:pt idx="67677">
                  <c:v>45518.500694444447</c:v>
                </c:pt>
                <c:pt idx="67678">
                  <c:v>45505.020138888889</c:v>
                </c:pt>
                <c:pt idx="67679">
                  <c:v>45544.743055555547</c:v>
                </c:pt>
                <c:pt idx="67680">
                  <c:v>45408.751388888893</c:v>
                </c:pt>
                <c:pt idx="67681">
                  <c:v>45517.884722222218</c:v>
                </c:pt>
                <c:pt idx="67682">
                  <c:v>45868.25277777778</c:v>
                </c:pt>
                <c:pt idx="67683">
                  <c:v>45412.64166666667</c:v>
                </c:pt>
                <c:pt idx="67684">
                  <c:v>45443.554861111108</c:v>
                </c:pt>
                <c:pt idx="67685">
                  <c:v>45331.870138888888</c:v>
                </c:pt>
                <c:pt idx="67686">
                  <c:v>45968.515972222223</c:v>
                </c:pt>
                <c:pt idx="67687">
                  <c:v>45887.426388888889</c:v>
                </c:pt>
                <c:pt idx="67688">
                  <c:v>45998.393750000003</c:v>
                </c:pt>
                <c:pt idx="67689">
                  <c:v>45665.338888888888</c:v>
                </c:pt>
                <c:pt idx="67690">
                  <c:v>45791.552777777782</c:v>
                </c:pt>
                <c:pt idx="67691">
                  <c:v>45908.384027777778</c:v>
                </c:pt>
                <c:pt idx="67692">
                  <c:v>45844.694444444453</c:v>
                </c:pt>
                <c:pt idx="67693">
                  <c:v>45771.367361111108</c:v>
                </c:pt>
                <c:pt idx="67694">
                  <c:v>45718.438194444447</c:v>
                </c:pt>
                <c:pt idx="67695">
                  <c:v>45866.538888888892</c:v>
                </c:pt>
                <c:pt idx="67696">
                  <c:v>45819.375694444447</c:v>
                </c:pt>
                <c:pt idx="67697">
                  <c:v>45744.540277777778</c:v>
                </c:pt>
                <c:pt idx="67698">
                  <c:v>45945.636805555558</c:v>
                </c:pt>
                <c:pt idx="67699">
                  <c:v>45855.40625</c:v>
                </c:pt>
                <c:pt idx="67700">
                  <c:v>45691.426388888889</c:v>
                </c:pt>
                <c:pt idx="67701">
                  <c:v>45370.397916666669</c:v>
                </c:pt>
                <c:pt idx="67702">
                  <c:v>45370.397916666669</c:v>
                </c:pt>
                <c:pt idx="67703">
                  <c:v>45813.577777777777</c:v>
                </c:pt>
                <c:pt idx="67704">
                  <c:v>45813.577777777777</c:v>
                </c:pt>
                <c:pt idx="67705">
                  <c:v>45915.543749999997</c:v>
                </c:pt>
                <c:pt idx="67706">
                  <c:v>45915.543749999997</c:v>
                </c:pt>
                <c:pt idx="67707">
                  <c:v>45466.631249999999</c:v>
                </c:pt>
                <c:pt idx="67708">
                  <c:v>45531.577777777777</c:v>
                </c:pt>
                <c:pt idx="67709">
                  <c:v>45699.613888888889</c:v>
                </c:pt>
                <c:pt idx="67710">
                  <c:v>45699.613888888889</c:v>
                </c:pt>
                <c:pt idx="67711">
                  <c:v>45466.631249999999</c:v>
                </c:pt>
                <c:pt idx="67712">
                  <c:v>45531.577777777777</c:v>
                </c:pt>
                <c:pt idx="67713">
                  <c:v>45609.369444444441</c:v>
                </c:pt>
                <c:pt idx="67714">
                  <c:v>45609.369444444441</c:v>
                </c:pt>
                <c:pt idx="67715">
                  <c:v>45701.688888888893</c:v>
                </c:pt>
                <c:pt idx="67716">
                  <c:v>45610.959722222222</c:v>
                </c:pt>
                <c:pt idx="67717">
                  <c:v>45359.842361111107</c:v>
                </c:pt>
                <c:pt idx="67718">
                  <c:v>45426.567361111112</c:v>
                </c:pt>
                <c:pt idx="67719">
                  <c:v>45395.752083333333</c:v>
                </c:pt>
                <c:pt idx="67720">
                  <c:v>45669.883333333331</c:v>
                </c:pt>
                <c:pt idx="67721">
                  <c:v>45319.49722222222</c:v>
                </c:pt>
                <c:pt idx="67722">
                  <c:v>45637.944444444453</c:v>
                </c:pt>
                <c:pt idx="67723">
                  <c:v>45354.8</c:v>
                </c:pt>
                <c:pt idx="67724">
                  <c:v>45793.480555555558</c:v>
                </c:pt>
                <c:pt idx="67725">
                  <c:v>45355.732638888891</c:v>
                </c:pt>
                <c:pt idx="67726">
                  <c:v>45643.365277777782</c:v>
                </c:pt>
                <c:pt idx="67727">
                  <c:v>45753.550694444442</c:v>
                </c:pt>
                <c:pt idx="67728">
                  <c:v>45572.917361111111</c:v>
                </c:pt>
                <c:pt idx="67729">
                  <c:v>45598.511805555558</c:v>
                </c:pt>
                <c:pt idx="67730">
                  <c:v>45690.490277777782</c:v>
                </c:pt>
                <c:pt idx="67731">
                  <c:v>45303.328472222223</c:v>
                </c:pt>
                <c:pt idx="67732">
                  <c:v>45745.305555555547</c:v>
                </c:pt>
                <c:pt idx="67733">
                  <c:v>45486.491666666669</c:v>
                </c:pt>
                <c:pt idx="67734">
                  <c:v>45679.611805555563</c:v>
                </c:pt>
                <c:pt idx="67735">
                  <c:v>45373.572222222218</c:v>
                </c:pt>
                <c:pt idx="67736">
                  <c:v>45380.311805555553</c:v>
                </c:pt>
                <c:pt idx="67737">
                  <c:v>45864.309027777781</c:v>
                </c:pt>
                <c:pt idx="67738">
                  <c:v>45583.611805555563</c:v>
                </c:pt>
                <c:pt idx="67739">
                  <c:v>46004.254861111112</c:v>
                </c:pt>
                <c:pt idx="67740">
                  <c:v>45876.678472222222</c:v>
                </c:pt>
                <c:pt idx="67741">
                  <c:v>45783.59097222222</c:v>
                </c:pt>
                <c:pt idx="67742">
                  <c:v>45888.211805555547</c:v>
                </c:pt>
                <c:pt idx="67743">
                  <c:v>45939.351388888892</c:v>
                </c:pt>
                <c:pt idx="67744">
                  <c:v>45964.61041666667</c:v>
                </c:pt>
                <c:pt idx="67745">
                  <c:v>45795.935416666667</c:v>
                </c:pt>
                <c:pt idx="67746">
                  <c:v>45911.45</c:v>
                </c:pt>
                <c:pt idx="67747">
                  <c:v>45810.013888888891</c:v>
                </c:pt>
                <c:pt idx="67748">
                  <c:v>45827.724305555559</c:v>
                </c:pt>
                <c:pt idx="67749">
                  <c:v>45985.674305555563</c:v>
                </c:pt>
                <c:pt idx="67750">
                  <c:v>45566.44027777778</c:v>
                </c:pt>
                <c:pt idx="67751">
                  <c:v>45337.326388888891</c:v>
                </c:pt>
                <c:pt idx="67752">
                  <c:v>45407.388194444437</c:v>
                </c:pt>
                <c:pt idx="67753">
                  <c:v>45295.87777777778</c:v>
                </c:pt>
                <c:pt idx="67754">
                  <c:v>45346.795138888891</c:v>
                </c:pt>
                <c:pt idx="67755">
                  <c:v>45757.638194444437</c:v>
                </c:pt>
                <c:pt idx="67756">
                  <c:v>45435.73333333333</c:v>
                </c:pt>
                <c:pt idx="67757">
                  <c:v>45398.759027777778</c:v>
                </c:pt>
                <c:pt idx="67758">
                  <c:v>45384.380555555559</c:v>
                </c:pt>
                <c:pt idx="67759">
                  <c:v>45600.364583333343</c:v>
                </c:pt>
                <c:pt idx="67760">
                  <c:v>45657.648611111108</c:v>
                </c:pt>
                <c:pt idx="67761">
                  <c:v>45750.345833333333</c:v>
                </c:pt>
                <c:pt idx="67762">
                  <c:v>45528.272916666669</c:v>
                </c:pt>
                <c:pt idx="67763">
                  <c:v>45880.31527777778</c:v>
                </c:pt>
                <c:pt idx="67764">
                  <c:v>45992.655555555553</c:v>
                </c:pt>
                <c:pt idx="67765">
                  <c:v>45405.438194444447</c:v>
                </c:pt>
                <c:pt idx="67766">
                  <c:v>45461.632638888892</c:v>
                </c:pt>
                <c:pt idx="67767">
                  <c:v>45951.702777777777</c:v>
                </c:pt>
                <c:pt idx="67768">
                  <c:v>45400.532638888893</c:v>
                </c:pt>
                <c:pt idx="67769">
                  <c:v>45788.374305555553</c:v>
                </c:pt>
                <c:pt idx="67770">
                  <c:v>45565.256944444453</c:v>
                </c:pt>
                <c:pt idx="67771">
                  <c:v>45809.415277777778</c:v>
                </c:pt>
                <c:pt idx="67772">
                  <c:v>45710.682638888888</c:v>
                </c:pt>
                <c:pt idx="67773">
                  <c:v>45621.664583333331</c:v>
                </c:pt>
                <c:pt idx="67774">
                  <c:v>45675.715277777781</c:v>
                </c:pt>
                <c:pt idx="67775">
                  <c:v>45572.457638888889</c:v>
                </c:pt>
                <c:pt idx="67776">
                  <c:v>45512.621527777781</c:v>
                </c:pt>
                <c:pt idx="67777">
                  <c:v>45321.630555555559</c:v>
                </c:pt>
                <c:pt idx="67778">
                  <c:v>45775.463888888888</c:v>
                </c:pt>
                <c:pt idx="67779">
                  <c:v>45634.804861111108</c:v>
                </c:pt>
                <c:pt idx="67780">
                  <c:v>45443.962500000001</c:v>
                </c:pt>
                <c:pt idx="67781">
                  <c:v>45709.749305555553</c:v>
                </c:pt>
                <c:pt idx="67782">
                  <c:v>45884.748611111107</c:v>
                </c:pt>
                <c:pt idx="67783">
                  <c:v>45636.446527777778</c:v>
                </c:pt>
                <c:pt idx="67784">
                  <c:v>45898.808333333327</c:v>
                </c:pt>
                <c:pt idx="67785">
                  <c:v>45329.518750000003</c:v>
                </c:pt>
                <c:pt idx="67786">
                  <c:v>45982.351388888892</c:v>
                </c:pt>
                <c:pt idx="67787">
                  <c:v>45371.767361111109</c:v>
                </c:pt>
                <c:pt idx="67788">
                  <c:v>45798.527083333327</c:v>
                </c:pt>
                <c:pt idx="67789">
                  <c:v>45947.42291666667</c:v>
                </c:pt>
                <c:pt idx="67790">
                  <c:v>45517.377083333333</c:v>
                </c:pt>
                <c:pt idx="67791">
                  <c:v>45677.418055555558</c:v>
                </c:pt>
                <c:pt idx="67792">
                  <c:v>45744.455555555563</c:v>
                </c:pt>
                <c:pt idx="67793">
                  <c:v>45712.729861111111</c:v>
                </c:pt>
                <c:pt idx="67794">
                  <c:v>45996.197222222218</c:v>
                </c:pt>
                <c:pt idx="67795">
                  <c:v>45635.37777777778</c:v>
                </c:pt>
                <c:pt idx="67796">
                  <c:v>45593.355555555558</c:v>
                </c:pt>
                <c:pt idx="67797">
                  <c:v>45901.787499999999</c:v>
                </c:pt>
                <c:pt idx="67798">
                  <c:v>45780.353472222218</c:v>
                </c:pt>
                <c:pt idx="67799">
                  <c:v>45856.70208333333</c:v>
                </c:pt>
                <c:pt idx="67800">
                  <c:v>45760.87777777778</c:v>
                </c:pt>
                <c:pt idx="67801">
                  <c:v>45394.984722222223</c:v>
                </c:pt>
                <c:pt idx="67802">
                  <c:v>45673.300694444442</c:v>
                </c:pt>
                <c:pt idx="67803">
                  <c:v>45393.288194444453</c:v>
                </c:pt>
                <c:pt idx="67804">
                  <c:v>45701.292361111111</c:v>
                </c:pt>
                <c:pt idx="67805">
                  <c:v>45785.429861111108</c:v>
                </c:pt>
                <c:pt idx="67806">
                  <c:v>45945.222222222219</c:v>
                </c:pt>
                <c:pt idx="67807">
                  <c:v>45575.286111111112</c:v>
                </c:pt>
                <c:pt idx="67808">
                  <c:v>45888.793055555558</c:v>
                </c:pt>
                <c:pt idx="67809">
                  <c:v>45869.754861111112</c:v>
                </c:pt>
                <c:pt idx="67810">
                  <c:v>45748.037499999999</c:v>
                </c:pt>
                <c:pt idx="67811">
                  <c:v>45816.25277777778</c:v>
                </c:pt>
                <c:pt idx="67812">
                  <c:v>45965.861805555563</c:v>
                </c:pt>
                <c:pt idx="67813">
                  <c:v>45883.01666666667</c:v>
                </c:pt>
                <c:pt idx="67814">
                  <c:v>45945.916666666657</c:v>
                </c:pt>
                <c:pt idx="67815">
                  <c:v>46007.304166666669</c:v>
                </c:pt>
                <c:pt idx="67816">
                  <c:v>45908.081944444442</c:v>
                </c:pt>
                <c:pt idx="67817">
                  <c:v>45930.224305555559</c:v>
                </c:pt>
                <c:pt idx="67818">
                  <c:v>45773.944444444453</c:v>
                </c:pt>
                <c:pt idx="67819">
                  <c:v>45810.228472222218</c:v>
                </c:pt>
                <c:pt idx="67820">
                  <c:v>45985.253472222219</c:v>
                </c:pt>
                <c:pt idx="67821">
                  <c:v>45794.14166666667</c:v>
                </c:pt>
                <c:pt idx="67822">
                  <c:v>45686.820833333331</c:v>
                </c:pt>
                <c:pt idx="67823">
                  <c:v>45724.709722222222</c:v>
                </c:pt>
                <c:pt idx="67824">
                  <c:v>45896.073611111111</c:v>
                </c:pt>
                <c:pt idx="67825">
                  <c:v>45852.216666666667</c:v>
                </c:pt>
                <c:pt idx="67826">
                  <c:v>45838.099305555559</c:v>
                </c:pt>
                <c:pt idx="67827">
                  <c:v>45949.574305555558</c:v>
                </c:pt>
                <c:pt idx="67828">
                  <c:v>45807.54791666667</c:v>
                </c:pt>
                <c:pt idx="67829">
                  <c:v>45878.506249999999</c:v>
                </c:pt>
                <c:pt idx="67830">
                  <c:v>45803.822916666657</c:v>
                </c:pt>
                <c:pt idx="67831">
                  <c:v>45747.456250000003</c:v>
                </c:pt>
                <c:pt idx="67832">
                  <c:v>45747.456250000003</c:v>
                </c:pt>
                <c:pt idx="67833">
                  <c:v>45677.522222222222</c:v>
                </c:pt>
                <c:pt idx="67834">
                  <c:v>45677.522222222222</c:v>
                </c:pt>
                <c:pt idx="67835">
                  <c:v>45633.820138888892</c:v>
                </c:pt>
                <c:pt idx="67836">
                  <c:v>45970.48541666667</c:v>
                </c:pt>
                <c:pt idx="67837">
                  <c:v>45970.48541666667</c:v>
                </c:pt>
                <c:pt idx="67838">
                  <c:v>45633.820138888892</c:v>
                </c:pt>
                <c:pt idx="67839">
                  <c:v>45862.746527777781</c:v>
                </c:pt>
                <c:pt idx="67840">
                  <c:v>45548.795138888891</c:v>
                </c:pt>
                <c:pt idx="67841">
                  <c:v>45862.746527777781</c:v>
                </c:pt>
                <c:pt idx="67842">
                  <c:v>45548.795138888891</c:v>
                </c:pt>
                <c:pt idx="67843">
                  <c:v>45563.892361111109</c:v>
                </c:pt>
                <c:pt idx="67844">
                  <c:v>45563.892361111109</c:v>
                </c:pt>
                <c:pt idx="67845">
                  <c:v>45642.498611111107</c:v>
                </c:pt>
                <c:pt idx="67846">
                  <c:v>45769.486111111109</c:v>
                </c:pt>
                <c:pt idx="67847">
                  <c:v>45677.727083333331</c:v>
                </c:pt>
                <c:pt idx="67848">
                  <c:v>45728.700694444437</c:v>
                </c:pt>
                <c:pt idx="67849">
                  <c:v>45925.486111111109</c:v>
                </c:pt>
                <c:pt idx="67850">
                  <c:v>45620.557638888888</c:v>
                </c:pt>
                <c:pt idx="67851">
                  <c:v>45829.878472222219</c:v>
                </c:pt>
                <c:pt idx="67852">
                  <c:v>45868.803472222222</c:v>
                </c:pt>
                <c:pt idx="67853">
                  <c:v>45316.262499999997</c:v>
                </c:pt>
                <c:pt idx="67854">
                  <c:v>45695.578472222223</c:v>
                </c:pt>
                <c:pt idx="67855">
                  <c:v>45418.031944444447</c:v>
                </c:pt>
                <c:pt idx="67856">
                  <c:v>45375.905555555553</c:v>
                </c:pt>
                <c:pt idx="67857">
                  <c:v>45590.595833333333</c:v>
                </c:pt>
                <c:pt idx="67858">
                  <c:v>45830.831250000003</c:v>
                </c:pt>
                <c:pt idx="67859">
                  <c:v>45717.907638888893</c:v>
                </c:pt>
                <c:pt idx="67860">
                  <c:v>45516.638194444437</c:v>
                </c:pt>
                <c:pt idx="67861">
                  <c:v>45781.875694444447</c:v>
                </c:pt>
                <c:pt idx="67862">
                  <c:v>45438.897222222222</c:v>
                </c:pt>
                <c:pt idx="67863">
                  <c:v>45627.502083333333</c:v>
                </c:pt>
                <c:pt idx="67864">
                  <c:v>45743.25</c:v>
                </c:pt>
                <c:pt idx="67865">
                  <c:v>45760.928472222222</c:v>
                </c:pt>
                <c:pt idx="67866">
                  <c:v>45562.584722222222</c:v>
                </c:pt>
                <c:pt idx="67867">
                  <c:v>45464.302083333343</c:v>
                </c:pt>
                <c:pt idx="67868">
                  <c:v>45845.59652777778</c:v>
                </c:pt>
                <c:pt idx="67869">
                  <c:v>45975.676388888889</c:v>
                </c:pt>
                <c:pt idx="67870">
                  <c:v>45534.411111111112</c:v>
                </c:pt>
                <c:pt idx="67871">
                  <c:v>45681.589583333327</c:v>
                </c:pt>
                <c:pt idx="67872">
                  <c:v>45489.477777777778</c:v>
                </c:pt>
                <c:pt idx="67873">
                  <c:v>45638.404166666667</c:v>
                </c:pt>
                <c:pt idx="67874">
                  <c:v>45645.59097222222</c:v>
                </c:pt>
                <c:pt idx="67875">
                  <c:v>45593.945833333331</c:v>
                </c:pt>
                <c:pt idx="67876">
                  <c:v>45468.484722222223</c:v>
                </c:pt>
                <c:pt idx="67877">
                  <c:v>45440.42291666667</c:v>
                </c:pt>
                <c:pt idx="67878">
                  <c:v>45455.029166666667</c:v>
                </c:pt>
                <c:pt idx="67879">
                  <c:v>45900.531944444447</c:v>
                </c:pt>
                <c:pt idx="67880">
                  <c:v>45417.425694444442</c:v>
                </c:pt>
                <c:pt idx="67881">
                  <c:v>45515.423611111109</c:v>
                </c:pt>
                <c:pt idx="67882">
                  <c:v>45734.303472222222</c:v>
                </c:pt>
                <c:pt idx="67883">
                  <c:v>45551.686111111107</c:v>
                </c:pt>
                <c:pt idx="67884">
                  <c:v>45568.51666666667</c:v>
                </c:pt>
                <c:pt idx="67885">
                  <c:v>45834.011805555558</c:v>
                </c:pt>
                <c:pt idx="67886">
                  <c:v>46017.749305555553</c:v>
                </c:pt>
                <c:pt idx="67887">
                  <c:v>45782.552083333343</c:v>
                </c:pt>
                <c:pt idx="67888">
                  <c:v>45736.870833333327</c:v>
                </c:pt>
                <c:pt idx="67889">
                  <c:v>45689.086805555547</c:v>
                </c:pt>
                <c:pt idx="67890">
                  <c:v>45853.011805555558</c:v>
                </c:pt>
                <c:pt idx="67891">
                  <c:v>45361.576388888891</c:v>
                </c:pt>
                <c:pt idx="67892">
                  <c:v>45717.472222222219</c:v>
                </c:pt>
                <c:pt idx="67893">
                  <c:v>45547.093055555553</c:v>
                </c:pt>
                <c:pt idx="67894">
                  <c:v>45798.938888888893</c:v>
                </c:pt>
                <c:pt idx="67895">
                  <c:v>45971.679166666669</c:v>
                </c:pt>
                <c:pt idx="67896">
                  <c:v>45937.999305555553</c:v>
                </c:pt>
                <c:pt idx="67897">
                  <c:v>45805.69027777778</c:v>
                </c:pt>
                <c:pt idx="67898">
                  <c:v>45465.486805555563</c:v>
                </c:pt>
                <c:pt idx="67899">
                  <c:v>45580.02847222222</c:v>
                </c:pt>
                <c:pt idx="67900">
                  <c:v>45651.697222222218</c:v>
                </c:pt>
                <c:pt idx="67901">
                  <c:v>45408.956944444442</c:v>
                </c:pt>
                <c:pt idx="67902">
                  <c:v>45999.870138888888</c:v>
                </c:pt>
                <c:pt idx="67903">
                  <c:v>45673.539583333331</c:v>
                </c:pt>
                <c:pt idx="67904">
                  <c:v>46006.442361111112</c:v>
                </c:pt>
                <c:pt idx="67905">
                  <c:v>45614.079861111109</c:v>
                </c:pt>
                <c:pt idx="67906">
                  <c:v>45525.936805555553</c:v>
                </c:pt>
                <c:pt idx="67907">
                  <c:v>45628.913888888892</c:v>
                </c:pt>
                <c:pt idx="67908">
                  <c:v>45689.064583333333</c:v>
                </c:pt>
                <c:pt idx="67909">
                  <c:v>45889.82708333333</c:v>
                </c:pt>
                <c:pt idx="67910">
                  <c:v>45711.813194444447</c:v>
                </c:pt>
                <c:pt idx="67911">
                  <c:v>45726.712500000001</c:v>
                </c:pt>
                <c:pt idx="67912">
                  <c:v>45638.393055555563</c:v>
                </c:pt>
                <c:pt idx="67913">
                  <c:v>45737.59375</c:v>
                </c:pt>
                <c:pt idx="67914">
                  <c:v>45660.785416666673</c:v>
                </c:pt>
                <c:pt idx="67915">
                  <c:v>45699.500694444447</c:v>
                </c:pt>
                <c:pt idx="67916">
                  <c:v>45753.129861111112</c:v>
                </c:pt>
                <c:pt idx="67917">
                  <c:v>45592.330555555563</c:v>
                </c:pt>
                <c:pt idx="67918">
                  <c:v>45563.229861111111</c:v>
                </c:pt>
                <c:pt idx="67919">
                  <c:v>45976.345833333333</c:v>
                </c:pt>
                <c:pt idx="67920">
                  <c:v>45571.427777777782</c:v>
                </c:pt>
                <c:pt idx="67921">
                  <c:v>45856.761805555558</c:v>
                </c:pt>
                <c:pt idx="67922">
                  <c:v>45807.674305555563</c:v>
                </c:pt>
                <c:pt idx="67923">
                  <c:v>45675.421527777777</c:v>
                </c:pt>
                <c:pt idx="67924">
                  <c:v>45571.446527777778</c:v>
                </c:pt>
                <c:pt idx="67925">
                  <c:v>45715.680555555547</c:v>
                </c:pt>
                <c:pt idx="67926">
                  <c:v>46004.570138888892</c:v>
                </c:pt>
                <c:pt idx="67927">
                  <c:v>45629.683333333327</c:v>
                </c:pt>
                <c:pt idx="67928">
                  <c:v>45923.511111111111</c:v>
                </c:pt>
                <c:pt idx="67929">
                  <c:v>45765.697916666657</c:v>
                </c:pt>
                <c:pt idx="67930">
                  <c:v>45774.724305555559</c:v>
                </c:pt>
                <c:pt idx="67931">
                  <c:v>45660.679166666669</c:v>
                </c:pt>
                <c:pt idx="67932">
                  <c:v>45778.400694444441</c:v>
                </c:pt>
                <c:pt idx="67933">
                  <c:v>45983.506944444453</c:v>
                </c:pt>
                <c:pt idx="67934">
                  <c:v>45862.490972222222</c:v>
                </c:pt>
                <c:pt idx="67935">
                  <c:v>45541.582638888889</c:v>
                </c:pt>
                <c:pt idx="67936">
                  <c:v>45441.382638888892</c:v>
                </c:pt>
                <c:pt idx="67937">
                  <c:v>45456.801388888889</c:v>
                </c:pt>
                <c:pt idx="67938">
                  <c:v>45372.868750000001</c:v>
                </c:pt>
                <c:pt idx="67939">
                  <c:v>45477.90902777778</c:v>
                </c:pt>
                <c:pt idx="67940">
                  <c:v>45766.919444444437</c:v>
                </c:pt>
                <c:pt idx="67941">
                  <c:v>45301.328472222223</c:v>
                </c:pt>
                <c:pt idx="67942">
                  <c:v>45548.393055555563</c:v>
                </c:pt>
                <c:pt idx="67943">
                  <c:v>45505.895138888889</c:v>
                </c:pt>
                <c:pt idx="67944">
                  <c:v>45603.595138888893</c:v>
                </c:pt>
                <c:pt idx="67945">
                  <c:v>45700.80972222222</c:v>
                </c:pt>
                <c:pt idx="67946">
                  <c:v>45516.555555555547</c:v>
                </c:pt>
                <c:pt idx="67947">
                  <c:v>46014.351388888892</c:v>
                </c:pt>
                <c:pt idx="67948">
                  <c:v>45600.753472222219</c:v>
                </c:pt>
                <c:pt idx="67949">
                  <c:v>45963.549305555563</c:v>
                </c:pt>
                <c:pt idx="67950">
                  <c:v>45844.78402777778</c:v>
                </c:pt>
                <c:pt idx="67951">
                  <c:v>45758.987500000003</c:v>
                </c:pt>
                <c:pt idx="67952">
                  <c:v>45511.726388888892</c:v>
                </c:pt>
                <c:pt idx="67953">
                  <c:v>45354.82708333333</c:v>
                </c:pt>
                <c:pt idx="67954">
                  <c:v>45874.916666666657</c:v>
                </c:pt>
                <c:pt idx="67955">
                  <c:v>45978.447916666657</c:v>
                </c:pt>
                <c:pt idx="67956">
                  <c:v>45810.59097222222</c:v>
                </c:pt>
                <c:pt idx="67957">
                  <c:v>45828.40625</c:v>
                </c:pt>
                <c:pt idx="67958">
                  <c:v>45782.499305555553</c:v>
                </c:pt>
                <c:pt idx="67959">
                  <c:v>45999.28125</c:v>
                </c:pt>
                <c:pt idx="67960">
                  <c:v>45855.807638888888</c:v>
                </c:pt>
                <c:pt idx="67961">
                  <c:v>45916.385416666657</c:v>
                </c:pt>
                <c:pt idx="67962">
                  <c:v>45916.384722222218</c:v>
                </c:pt>
                <c:pt idx="67963">
                  <c:v>45890.432638888888</c:v>
                </c:pt>
                <c:pt idx="67964">
                  <c:v>45951.415972222218</c:v>
                </c:pt>
                <c:pt idx="67965">
                  <c:v>45300.275000000001</c:v>
                </c:pt>
                <c:pt idx="67966">
                  <c:v>45768.798611111109</c:v>
                </c:pt>
                <c:pt idx="67967">
                  <c:v>45398.763888888891</c:v>
                </c:pt>
                <c:pt idx="67968">
                  <c:v>45621.169444444437</c:v>
                </c:pt>
                <c:pt idx="67969">
                  <c:v>45357.972916666673</c:v>
                </c:pt>
                <c:pt idx="67970">
                  <c:v>45332.972916666673</c:v>
                </c:pt>
                <c:pt idx="67971">
                  <c:v>45689.349305555559</c:v>
                </c:pt>
                <c:pt idx="67972">
                  <c:v>45572.239583333343</c:v>
                </c:pt>
                <c:pt idx="67973">
                  <c:v>45934.993055555547</c:v>
                </c:pt>
                <c:pt idx="67974">
                  <c:v>45855.279861111107</c:v>
                </c:pt>
                <c:pt idx="67975">
                  <c:v>45989.413888888892</c:v>
                </c:pt>
                <c:pt idx="67976">
                  <c:v>45453.911805555559</c:v>
                </c:pt>
                <c:pt idx="67977">
                  <c:v>45516.269444444442</c:v>
                </c:pt>
                <c:pt idx="67978">
                  <c:v>45698.621527777781</c:v>
                </c:pt>
                <c:pt idx="67979">
                  <c:v>45949.500694444447</c:v>
                </c:pt>
                <c:pt idx="67980">
                  <c:v>45628.623611111107</c:v>
                </c:pt>
                <c:pt idx="67981">
                  <c:v>45631.256944444453</c:v>
                </c:pt>
                <c:pt idx="67982">
                  <c:v>45629.473611111112</c:v>
                </c:pt>
                <c:pt idx="67983">
                  <c:v>45677.468055555553</c:v>
                </c:pt>
                <c:pt idx="67984">
                  <c:v>45770.558333333327</c:v>
                </c:pt>
                <c:pt idx="67985">
                  <c:v>45936.240972222222</c:v>
                </c:pt>
                <c:pt idx="67986">
                  <c:v>45919.349305555559</c:v>
                </c:pt>
                <c:pt idx="67987">
                  <c:v>46005.367361111108</c:v>
                </c:pt>
                <c:pt idx="67988">
                  <c:v>45948.556250000001</c:v>
                </c:pt>
                <c:pt idx="67989">
                  <c:v>45854.638194444437</c:v>
                </c:pt>
                <c:pt idx="67990">
                  <c:v>45988.375</c:v>
                </c:pt>
                <c:pt idx="67991">
                  <c:v>45742.856249999997</c:v>
                </c:pt>
                <c:pt idx="67992">
                  <c:v>45803.636805555558</c:v>
                </c:pt>
                <c:pt idx="67993">
                  <c:v>45608.338194444441</c:v>
                </c:pt>
                <c:pt idx="67994">
                  <c:v>45721.770833333343</c:v>
                </c:pt>
                <c:pt idx="67995">
                  <c:v>45978.421527777777</c:v>
                </c:pt>
                <c:pt idx="67996">
                  <c:v>45666.726388888892</c:v>
                </c:pt>
                <c:pt idx="67997">
                  <c:v>45826.711805555547</c:v>
                </c:pt>
                <c:pt idx="67998">
                  <c:v>45575.750694444447</c:v>
                </c:pt>
                <c:pt idx="67999">
                  <c:v>45798.863888888889</c:v>
                </c:pt>
                <c:pt idx="68000">
                  <c:v>45853.083333333343</c:v>
                </c:pt>
                <c:pt idx="68001">
                  <c:v>45679.981944444437</c:v>
                </c:pt>
                <c:pt idx="68002">
                  <c:v>45766.922222222223</c:v>
                </c:pt>
                <c:pt idx="68003">
                  <c:v>45725.80972222222</c:v>
                </c:pt>
                <c:pt idx="68004">
                  <c:v>45621.845833333333</c:v>
                </c:pt>
                <c:pt idx="68005">
                  <c:v>45830.699305555558</c:v>
                </c:pt>
                <c:pt idx="68006">
                  <c:v>45308.546527777777</c:v>
                </c:pt>
                <c:pt idx="68007">
                  <c:v>45862.502083333333</c:v>
                </c:pt>
                <c:pt idx="68008">
                  <c:v>45596.086805555547</c:v>
                </c:pt>
                <c:pt idx="68009">
                  <c:v>45534.033333333333</c:v>
                </c:pt>
                <c:pt idx="68010">
                  <c:v>45842.145138888889</c:v>
                </c:pt>
                <c:pt idx="68011">
                  <c:v>45294.503472222219</c:v>
                </c:pt>
                <c:pt idx="68012">
                  <c:v>45956.511111111111</c:v>
                </c:pt>
                <c:pt idx="68013">
                  <c:v>45688.163888888892</c:v>
                </c:pt>
                <c:pt idx="68014">
                  <c:v>45678.835416666669</c:v>
                </c:pt>
                <c:pt idx="68015">
                  <c:v>45341.463888888888</c:v>
                </c:pt>
                <c:pt idx="68016">
                  <c:v>45751.02847222222</c:v>
                </c:pt>
                <c:pt idx="68017">
                  <c:v>46000.787499999999</c:v>
                </c:pt>
                <c:pt idx="68018">
                  <c:v>45933.222916666673</c:v>
                </c:pt>
                <c:pt idx="68019">
                  <c:v>45708.334722222222</c:v>
                </c:pt>
                <c:pt idx="68020">
                  <c:v>45431.664583333331</c:v>
                </c:pt>
                <c:pt idx="68021">
                  <c:v>45496.006944444453</c:v>
                </c:pt>
                <c:pt idx="68022">
                  <c:v>45430.509027777778</c:v>
                </c:pt>
                <c:pt idx="68023">
                  <c:v>45319.65347222222</c:v>
                </c:pt>
                <c:pt idx="68024">
                  <c:v>45589.564583333333</c:v>
                </c:pt>
                <c:pt idx="68025">
                  <c:v>45832.8125</c:v>
                </c:pt>
                <c:pt idx="68026">
                  <c:v>45775.315972222219</c:v>
                </c:pt>
                <c:pt idx="68027">
                  <c:v>45918.574305555558</c:v>
                </c:pt>
                <c:pt idx="68028">
                  <c:v>45991.830555555563</c:v>
                </c:pt>
                <c:pt idx="68029">
                  <c:v>45894.352777777778</c:v>
                </c:pt>
                <c:pt idx="68030">
                  <c:v>45731.392361111109</c:v>
                </c:pt>
                <c:pt idx="68031">
                  <c:v>45846.673611111109</c:v>
                </c:pt>
                <c:pt idx="68032">
                  <c:v>45706.716666666667</c:v>
                </c:pt>
                <c:pt idx="68033">
                  <c:v>45336.71875</c:v>
                </c:pt>
                <c:pt idx="68034">
                  <c:v>45951.574999999997</c:v>
                </c:pt>
                <c:pt idx="68035">
                  <c:v>45806.78125</c:v>
                </c:pt>
                <c:pt idx="68036">
                  <c:v>45869.467361111107</c:v>
                </c:pt>
                <c:pt idx="68037">
                  <c:v>45401.769444444442</c:v>
                </c:pt>
                <c:pt idx="68038">
                  <c:v>45497.905555555553</c:v>
                </c:pt>
                <c:pt idx="68039">
                  <c:v>45541.806250000001</c:v>
                </c:pt>
                <c:pt idx="68040">
                  <c:v>45547.352777777778</c:v>
                </c:pt>
                <c:pt idx="68041">
                  <c:v>45739.307638888888</c:v>
                </c:pt>
                <c:pt idx="68042">
                  <c:v>45677.638194444437</c:v>
                </c:pt>
                <c:pt idx="68043">
                  <c:v>45824.261805555558</c:v>
                </c:pt>
                <c:pt idx="68044">
                  <c:v>46006.517361111109</c:v>
                </c:pt>
                <c:pt idx="68045">
                  <c:v>45471.49722222222</c:v>
                </c:pt>
                <c:pt idx="68046">
                  <c:v>45585.854861111111</c:v>
                </c:pt>
                <c:pt idx="68047">
                  <c:v>45855.76458333333</c:v>
                </c:pt>
                <c:pt idx="68048">
                  <c:v>45630.719444444447</c:v>
                </c:pt>
                <c:pt idx="68049">
                  <c:v>45314.70416666667</c:v>
                </c:pt>
                <c:pt idx="68050">
                  <c:v>45433.359722222223</c:v>
                </c:pt>
                <c:pt idx="68051">
                  <c:v>45986.374305555553</c:v>
                </c:pt>
                <c:pt idx="68052">
                  <c:v>45782.798611111109</c:v>
                </c:pt>
                <c:pt idx="68053">
                  <c:v>45700.70416666667</c:v>
                </c:pt>
                <c:pt idx="68054">
                  <c:v>45593.60833333333</c:v>
                </c:pt>
                <c:pt idx="68055">
                  <c:v>45354.282638888893</c:v>
                </c:pt>
                <c:pt idx="68056">
                  <c:v>45586.443749999999</c:v>
                </c:pt>
                <c:pt idx="68057">
                  <c:v>45926.54583333333</c:v>
                </c:pt>
                <c:pt idx="68058">
                  <c:v>45735.377083333333</c:v>
                </c:pt>
                <c:pt idx="68059">
                  <c:v>45639.675694444442</c:v>
                </c:pt>
                <c:pt idx="68060">
                  <c:v>46002.472222222219</c:v>
                </c:pt>
                <c:pt idx="68061">
                  <c:v>46020.844444444447</c:v>
                </c:pt>
                <c:pt idx="68062">
                  <c:v>45858.041666666657</c:v>
                </c:pt>
                <c:pt idx="68063">
                  <c:v>45503.711111111108</c:v>
                </c:pt>
                <c:pt idx="68064">
                  <c:v>45357.881249999999</c:v>
                </c:pt>
                <c:pt idx="68065">
                  <c:v>45832.129861111112</c:v>
                </c:pt>
                <c:pt idx="68066">
                  <c:v>45746.030555555553</c:v>
                </c:pt>
                <c:pt idx="68067">
                  <c:v>45938.102777777778</c:v>
                </c:pt>
                <c:pt idx="68068">
                  <c:v>45677.481944444437</c:v>
                </c:pt>
                <c:pt idx="68069">
                  <c:v>45875.388194444437</c:v>
                </c:pt>
                <c:pt idx="68070">
                  <c:v>45741.459722222222</c:v>
                </c:pt>
                <c:pt idx="68071">
                  <c:v>45964.508333333331</c:v>
                </c:pt>
                <c:pt idx="68072">
                  <c:v>45781.379861111112</c:v>
                </c:pt>
                <c:pt idx="68073">
                  <c:v>45468.857638888891</c:v>
                </c:pt>
                <c:pt idx="68074">
                  <c:v>45433.553472222222</c:v>
                </c:pt>
                <c:pt idx="68075">
                  <c:v>45999.414583333331</c:v>
                </c:pt>
                <c:pt idx="68076">
                  <c:v>45511.652777777781</c:v>
                </c:pt>
                <c:pt idx="68077">
                  <c:v>45934.415972222218</c:v>
                </c:pt>
                <c:pt idx="68078">
                  <c:v>45712.847222222219</c:v>
                </c:pt>
                <c:pt idx="68079">
                  <c:v>45820.01458333333</c:v>
                </c:pt>
                <c:pt idx="68080">
                  <c:v>45360.665972222218</c:v>
                </c:pt>
                <c:pt idx="68081">
                  <c:v>45497.713888888888</c:v>
                </c:pt>
                <c:pt idx="68082">
                  <c:v>45989.486805555563</c:v>
                </c:pt>
                <c:pt idx="68083">
                  <c:v>45838.51666666667</c:v>
                </c:pt>
                <c:pt idx="68084">
                  <c:v>45420.48333333333</c:v>
                </c:pt>
                <c:pt idx="68085">
                  <c:v>45623.788888888892</c:v>
                </c:pt>
                <c:pt idx="68086">
                  <c:v>45538.492361111108</c:v>
                </c:pt>
                <c:pt idx="68087">
                  <c:v>45507.543055555558</c:v>
                </c:pt>
                <c:pt idx="68088">
                  <c:v>46019.817361111112</c:v>
                </c:pt>
                <c:pt idx="68089">
                  <c:v>45656.549305555563</c:v>
                </c:pt>
                <c:pt idx="68090">
                  <c:v>45353.742361111108</c:v>
                </c:pt>
                <c:pt idx="68091">
                  <c:v>45698.456944444442</c:v>
                </c:pt>
                <c:pt idx="68092">
                  <c:v>45932.411805555559</c:v>
                </c:pt>
                <c:pt idx="68093">
                  <c:v>45581.644444444442</c:v>
                </c:pt>
                <c:pt idx="68094">
                  <c:v>45581.644444444442</c:v>
                </c:pt>
                <c:pt idx="68095">
                  <c:v>45539.691666666673</c:v>
                </c:pt>
                <c:pt idx="68096">
                  <c:v>45539.691666666673</c:v>
                </c:pt>
                <c:pt idx="68097">
                  <c:v>45335.768750000003</c:v>
                </c:pt>
                <c:pt idx="68098">
                  <c:v>45557</c:v>
                </c:pt>
                <c:pt idx="68099">
                  <c:v>45599.999305555553</c:v>
                </c:pt>
                <c:pt idx="68100">
                  <c:v>45362.027777777781</c:v>
                </c:pt>
                <c:pt idx="68101">
                  <c:v>45766.811111111107</c:v>
                </c:pt>
                <c:pt idx="68102">
                  <c:v>45949.897916666669</c:v>
                </c:pt>
                <c:pt idx="68103">
                  <c:v>45475.59375</c:v>
                </c:pt>
                <c:pt idx="68104">
                  <c:v>45475.593055555553</c:v>
                </c:pt>
                <c:pt idx="68105">
                  <c:v>45514.745138888888</c:v>
                </c:pt>
                <c:pt idx="68106">
                  <c:v>45475.587500000001</c:v>
                </c:pt>
                <c:pt idx="68107">
                  <c:v>45855.675000000003</c:v>
                </c:pt>
                <c:pt idx="68108">
                  <c:v>45985.745138888888</c:v>
                </c:pt>
                <c:pt idx="68109">
                  <c:v>45427.966666666667</c:v>
                </c:pt>
                <c:pt idx="68110">
                  <c:v>45637.981944444437</c:v>
                </c:pt>
                <c:pt idx="68111">
                  <c:v>45684.379861111112</c:v>
                </c:pt>
                <c:pt idx="68112">
                  <c:v>45909.592361111107</c:v>
                </c:pt>
                <c:pt idx="68113">
                  <c:v>45794.598611111112</c:v>
                </c:pt>
                <c:pt idx="68114">
                  <c:v>45296.677083333343</c:v>
                </c:pt>
                <c:pt idx="68115">
                  <c:v>45696.260416666657</c:v>
                </c:pt>
                <c:pt idx="68116">
                  <c:v>45953.768750000003</c:v>
                </c:pt>
                <c:pt idx="68117">
                  <c:v>45657.79583333333</c:v>
                </c:pt>
                <c:pt idx="68118">
                  <c:v>45989.731944444437</c:v>
                </c:pt>
                <c:pt idx="68119">
                  <c:v>45376.774305555547</c:v>
                </c:pt>
                <c:pt idx="68120">
                  <c:v>45559.85833333333</c:v>
                </c:pt>
                <c:pt idx="68121">
                  <c:v>45999.759722222218</c:v>
                </c:pt>
                <c:pt idx="68122">
                  <c:v>45890.820138888892</c:v>
                </c:pt>
                <c:pt idx="68123">
                  <c:v>45845.813194444447</c:v>
                </c:pt>
                <c:pt idx="68124">
                  <c:v>45834.406944444447</c:v>
                </c:pt>
                <c:pt idx="68125">
                  <c:v>45741.430555555547</c:v>
                </c:pt>
                <c:pt idx="68126">
                  <c:v>45560.404861111107</c:v>
                </c:pt>
                <c:pt idx="68127">
                  <c:v>45501.717361111107</c:v>
                </c:pt>
                <c:pt idx="68128">
                  <c:v>45992.416666666657</c:v>
                </c:pt>
                <c:pt idx="68129">
                  <c:v>45463.719444444447</c:v>
                </c:pt>
                <c:pt idx="68130">
                  <c:v>45624.395138888889</c:v>
                </c:pt>
                <c:pt idx="68131">
                  <c:v>45861.473611111112</c:v>
                </c:pt>
                <c:pt idx="68132">
                  <c:v>45810.855555555558</c:v>
                </c:pt>
                <c:pt idx="68133">
                  <c:v>45768.569444444453</c:v>
                </c:pt>
                <c:pt idx="68134">
                  <c:v>45546.931250000001</c:v>
                </c:pt>
                <c:pt idx="68135">
                  <c:v>45715.736111111109</c:v>
                </c:pt>
                <c:pt idx="68136">
                  <c:v>45908.584027777782</c:v>
                </c:pt>
                <c:pt idx="68137">
                  <c:v>45888.599305555559</c:v>
                </c:pt>
                <c:pt idx="68138">
                  <c:v>45538.384722222218</c:v>
                </c:pt>
                <c:pt idx="68139">
                  <c:v>45688.722916666673</c:v>
                </c:pt>
                <c:pt idx="68140">
                  <c:v>45709.555555555547</c:v>
                </c:pt>
                <c:pt idx="68141">
                  <c:v>45324.332638888889</c:v>
                </c:pt>
                <c:pt idx="68142">
                  <c:v>45814.450694444437</c:v>
                </c:pt>
                <c:pt idx="68143">
                  <c:v>45352.369444444441</c:v>
                </c:pt>
                <c:pt idx="68144">
                  <c:v>45502.355555555558</c:v>
                </c:pt>
                <c:pt idx="68145">
                  <c:v>45292.824999999997</c:v>
                </c:pt>
                <c:pt idx="68146">
                  <c:v>45383.447222222218</c:v>
                </c:pt>
                <c:pt idx="68147">
                  <c:v>45548.347916666673</c:v>
                </c:pt>
                <c:pt idx="68148">
                  <c:v>45756.420138888891</c:v>
                </c:pt>
                <c:pt idx="68149">
                  <c:v>45858.896527777782</c:v>
                </c:pt>
                <c:pt idx="68150">
                  <c:v>45564.747916666667</c:v>
                </c:pt>
                <c:pt idx="68151">
                  <c:v>45613.59652777778</c:v>
                </c:pt>
                <c:pt idx="68152">
                  <c:v>45779.788888888892</c:v>
                </c:pt>
                <c:pt idx="68153">
                  <c:v>45666.427083333343</c:v>
                </c:pt>
                <c:pt idx="68154">
                  <c:v>45592.746527777781</c:v>
                </c:pt>
                <c:pt idx="68155">
                  <c:v>45733.415277777778</c:v>
                </c:pt>
                <c:pt idx="68156">
                  <c:v>45415.556250000001</c:v>
                </c:pt>
                <c:pt idx="68157">
                  <c:v>45581.680555555547</c:v>
                </c:pt>
                <c:pt idx="68158">
                  <c:v>45643.822916666657</c:v>
                </c:pt>
                <c:pt idx="68159">
                  <c:v>45730.989583333343</c:v>
                </c:pt>
                <c:pt idx="68160">
                  <c:v>45405.744444444441</c:v>
                </c:pt>
                <c:pt idx="68161">
                  <c:v>45323.665277777778</c:v>
                </c:pt>
                <c:pt idx="68162">
                  <c:v>45324.786805555559</c:v>
                </c:pt>
                <c:pt idx="68163">
                  <c:v>45673.751388888893</c:v>
                </c:pt>
                <c:pt idx="68164">
                  <c:v>45644.425000000003</c:v>
                </c:pt>
                <c:pt idx="68165">
                  <c:v>45632.546527777777</c:v>
                </c:pt>
                <c:pt idx="68166">
                  <c:v>45457.666666666657</c:v>
                </c:pt>
                <c:pt idx="68167">
                  <c:v>45552.569444444453</c:v>
                </c:pt>
                <c:pt idx="68168">
                  <c:v>45366.612500000003</c:v>
                </c:pt>
                <c:pt idx="68169">
                  <c:v>45489.906944444447</c:v>
                </c:pt>
                <c:pt idx="68170">
                  <c:v>45632.545138888891</c:v>
                </c:pt>
                <c:pt idx="68171">
                  <c:v>45570.595138888893</c:v>
                </c:pt>
                <c:pt idx="68172">
                  <c:v>45489.793055555558</c:v>
                </c:pt>
                <c:pt idx="68173">
                  <c:v>45520.718055555553</c:v>
                </c:pt>
                <c:pt idx="68174">
                  <c:v>45366.629861111112</c:v>
                </c:pt>
                <c:pt idx="68175">
                  <c:v>45632.609027777777</c:v>
                </c:pt>
                <c:pt idx="68176">
                  <c:v>45310.989583333343</c:v>
                </c:pt>
                <c:pt idx="68177">
                  <c:v>45632.609027777777</c:v>
                </c:pt>
                <c:pt idx="68178">
                  <c:v>45294.345138888893</c:v>
                </c:pt>
                <c:pt idx="68179">
                  <c:v>45637.533333333333</c:v>
                </c:pt>
                <c:pt idx="68180">
                  <c:v>45543.969444444447</c:v>
                </c:pt>
                <c:pt idx="68181">
                  <c:v>45412.95416666667</c:v>
                </c:pt>
                <c:pt idx="68182">
                  <c:v>45477.818055555559</c:v>
                </c:pt>
                <c:pt idx="68183">
                  <c:v>45371.118750000001</c:v>
                </c:pt>
                <c:pt idx="68184">
                  <c:v>45589.615972222222</c:v>
                </c:pt>
                <c:pt idx="68185">
                  <c:v>45348.441666666673</c:v>
                </c:pt>
                <c:pt idx="68186">
                  <c:v>45958.738194444442</c:v>
                </c:pt>
                <c:pt idx="68187">
                  <c:v>45340.649305555547</c:v>
                </c:pt>
                <c:pt idx="68188">
                  <c:v>45610.258333333331</c:v>
                </c:pt>
                <c:pt idx="68189">
                  <c:v>45900.620138888888</c:v>
                </c:pt>
                <c:pt idx="68190">
                  <c:v>45876.938888888893</c:v>
                </c:pt>
                <c:pt idx="68191">
                  <c:v>45806.497916666667</c:v>
                </c:pt>
                <c:pt idx="68192">
                  <c:v>45509.893750000003</c:v>
                </c:pt>
                <c:pt idx="68193">
                  <c:v>45552.865972222222</c:v>
                </c:pt>
                <c:pt idx="68194">
                  <c:v>45846.489583333343</c:v>
                </c:pt>
                <c:pt idx="68195">
                  <c:v>45436.491666666669</c:v>
                </c:pt>
                <c:pt idx="68196">
                  <c:v>45395.781944444447</c:v>
                </c:pt>
                <c:pt idx="68197">
                  <c:v>45992.330555555563</c:v>
                </c:pt>
                <c:pt idx="68198">
                  <c:v>45701.489583333343</c:v>
                </c:pt>
                <c:pt idx="68199">
                  <c:v>45305.820833333331</c:v>
                </c:pt>
                <c:pt idx="68200">
                  <c:v>45758.739583333343</c:v>
                </c:pt>
                <c:pt idx="68201">
                  <c:v>45933.441666666673</c:v>
                </c:pt>
                <c:pt idx="68202">
                  <c:v>45504.765972222223</c:v>
                </c:pt>
                <c:pt idx="68203">
                  <c:v>45918.568749999999</c:v>
                </c:pt>
                <c:pt idx="68204">
                  <c:v>45551.223611111112</c:v>
                </c:pt>
                <c:pt idx="68205">
                  <c:v>45792.273611111108</c:v>
                </c:pt>
                <c:pt idx="68206">
                  <c:v>45670.25277777778</c:v>
                </c:pt>
                <c:pt idx="68207">
                  <c:v>45945.307638888888</c:v>
                </c:pt>
                <c:pt idx="68208">
                  <c:v>45389.888194444437</c:v>
                </c:pt>
                <c:pt idx="68209">
                  <c:v>45299.295138888891</c:v>
                </c:pt>
                <c:pt idx="68210">
                  <c:v>45343.306944444441</c:v>
                </c:pt>
                <c:pt idx="68211">
                  <c:v>45910.793055555558</c:v>
                </c:pt>
                <c:pt idx="68212">
                  <c:v>45585.727083333331</c:v>
                </c:pt>
                <c:pt idx="68213">
                  <c:v>45632.544444444437</c:v>
                </c:pt>
                <c:pt idx="68214">
                  <c:v>45761.493750000001</c:v>
                </c:pt>
                <c:pt idx="68215">
                  <c:v>45598.458333333343</c:v>
                </c:pt>
                <c:pt idx="68216">
                  <c:v>45749.481944444437</c:v>
                </c:pt>
                <c:pt idx="68217">
                  <c:v>46009.332638888889</c:v>
                </c:pt>
                <c:pt idx="68218">
                  <c:v>45838.291666666657</c:v>
                </c:pt>
                <c:pt idx="68219">
                  <c:v>45812.245138888888</c:v>
                </c:pt>
                <c:pt idx="68220">
                  <c:v>45864.25</c:v>
                </c:pt>
                <c:pt idx="68221">
                  <c:v>45907.808333333327</c:v>
                </c:pt>
                <c:pt idx="68222">
                  <c:v>45983.612500000003</c:v>
                </c:pt>
                <c:pt idx="68223">
                  <c:v>45794.423611111109</c:v>
                </c:pt>
                <c:pt idx="68224">
                  <c:v>45724.856249999997</c:v>
                </c:pt>
                <c:pt idx="68225">
                  <c:v>45608.833333333343</c:v>
                </c:pt>
                <c:pt idx="68226">
                  <c:v>45676.626388888893</c:v>
                </c:pt>
                <c:pt idx="68227">
                  <c:v>45478.679166666669</c:v>
                </c:pt>
                <c:pt idx="68228">
                  <c:v>45486.736111111109</c:v>
                </c:pt>
                <c:pt idx="68229">
                  <c:v>45515.536805555559</c:v>
                </c:pt>
                <c:pt idx="68230">
                  <c:v>45565.673611111109</c:v>
                </c:pt>
                <c:pt idx="68231">
                  <c:v>45819.20416666667</c:v>
                </c:pt>
                <c:pt idx="68232">
                  <c:v>45490.607638888891</c:v>
                </c:pt>
                <c:pt idx="68233">
                  <c:v>45643.174305555563</c:v>
                </c:pt>
                <c:pt idx="68234">
                  <c:v>45434.486805555563</c:v>
                </c:pt>
                <c:pt idx="68235">
                  <c:v>45574.343055555553</c:v>
                </c:pt>
                <c:pt idx="68236">
                  <c:v>45944.451388888891</c:v>
                </c:pt>
                <c:pt idx="68237">
                  <c:v>45868.547222222223</c:v>
                </c:pt>
                <c:pt idx="68238">
                  <c:v>45722.4375</c:v>
                </c:pt>
                <c:pt idx="68239">
                  <c:v>45322.29791666667</c:v>
                </c:pt>
                <c:pt idx="68240">
                  <c:v>45694.667361111111</c:v>
                </c:pt>
                <c:pt idx="68241">
                  <c:v>45347.70416666667</c:v>
                </c:pt>
                <c:pt idx="68242">
                  <c:v>45292.715277777781</c:v>
                </c:pt>
                <c:pt idx="68243">
                  <c:v>45430.036111111112</c:v>
                </c:pt>
                <c:pt idx="68244">
                  <c:v>45634.975694444453</c:v>
                </c:pt>
                <c:pt idx="68245">
                  <c:v>45534.736111111109</c:v>
                </c:pt>
                <c:pt idx="68246">
                  <c:v>45444.376388888893</c:v>
                </c:pt>
                <c:pt idx="68247">
                  <c:v>45852.748611111107</c:v>
                </c:pt>
                <c:pt idx="68248">
                  <c:v>45300.561805555553</c:v>
                </c:pt>
                <c:pt idx="68249">
                  <c:v>45875.912499999999</c:v>
                </c:pt>
                <c:pt idx="68250">
                  <c:v>45724.79583333333</c:v>
                </c:pt>
                <c:pt idx="68251">
                  <c:v>45378.79791666667</c:v>
                </c:pt>
                <c:pt idx="68252">
                  <c:v>45800.614583333343</c:v>
                </c:pt>
                <c:pt idx="68253">
                  <c:v>45606.447222222218</c:v>
                </c:pt>
                <c:pt idx="68254">
                  <c:v>45953.472222222219</c:v>
                </c:pt>
                <c:pt idx="68255">
                  <c:v>45466.81527777778</c:v>
                </c:pt>
                <c:pt idx="68256">
                  <c:v>45818.799305555563</c:v>
                </c:pt>
                <c:pt idx="68257">
                  <c:v>45754.476388888892</c:v>
                </c:pt>
                <c:pt idx="68258">
                  <c:v>45905.922222222223</c:v>
                </c:pt>
                <c:pt idx="68259">
                  <c:v>45725.493750000001</c:v>
                </c:pt>
                <c:pt idx="68260">
                  <c:v>45992.932638888888</c:v>
                </c:pt>
                <c:pt idx="68261">
                  <c:v>45581.826388888891</c:v>
                </c:pt>
                <c:pt idx="68262">
                  <c:v>45947.322916666657</c:v>
                </c:pt>
                <c:pt idx="68263">
                  <c:v>45970.684027777781</c:v>
                </c:pt>
                <c:pt idx="68264">
                  <c:v>45928.408333333333</c:v>
                </c:pt>
                <c:pt idx="68265">
                  <c:v>45901.955555555563</c:v>
                </c:pt>
                <c:pt idx="68266">
                  <c:v>46017.679861111108</c:v>
                </c:pt>
                <c:pt idx="68267">
                  <c:v>45297.621527777781</c:v>
                </c:pt>
                <c:pt idx="68268">
                  <c:v>45338.44027777778</c:v>
                </c:pt>
                <c:pt idx="68269">
                  <c:v>45480.75277777778</c:v>
                </c:pt>
                <c:pt idx="68270">
                  <c:v>45701.697222222218</c:v>
                </c:pt>
                <c:pt idx="68271">
                  <c:v>45371.652777777781</c:v>
                </c:pt>
                <c:pt idx="68272">
                  <c:v>45446.822222222218</c:v>
                </c:pt>
                <c:pt idx="68273">
                  <c:v>45840.686805555553</c:v>
                </c:pt>
                <c:pt idx="68274">
                  <c:v>45689.545138888891</c:v>
                </c:pt>
                <c:pt idx="68275">
                  <c:v>45989.515277777777</c:v>
                </c:pt>
                <c:pt idx="68276">
                  <c:v>45935.65</c:v>
                </c:pt>
                <c:pt idx="68277">
                  <c:v>45823.968055555553</c:v>
                </c:pt>
                <c:pt idx="68278">
                  <c:v>45859.484027777777</c:v>
                </c:pt>
                <c:pt idx="68279">
                  <c:v>45664.567361111112</c:v>
                </c:pt>
                <c:pt idx="68280">
                  <c:v>45637.990972222222</c:v>
                </c:pt>
                <c:pt idx="68281">
                  <c:v>45747.431250000001</c:v>
                </c:pt>
                <c:pt idx="68282">
                  <c:v>45892.477083333331</c:v>
                </c:pt>
                <c:pt idx="68283">
                  <c:v>46018.761805555558</c:v>
                </c:pt>
                <c:pt idx="68284">
                  <c:v>45664.560416666667</c:v>
                </c:pt>
                <c:pt idx="68285">
                  <c:v>45787.990277777782</c:v>
                </c:pt>
                <c:pt idx="68286">
                  <c:v>45978.117361111108</c:v>
                </c:pt>
                <c:pt idx="68287">
                  <c:v>45708.463194444441</c:v>
                </c:pt>
                <c:pt idx="68288">
                  <c:v>45958.85833333333</c:v>
                </c:pt>
                <c:pt idx="68289">
                  <c:v>45855.9375</c:v>
                </c:pt>
                <c:pt idx="68290">
                  <c:v>45875.850694444453</c:v>
                </c:pt>
                <c:pt idx="68291">
                  <c:v>45993.841666666667</c:v>
                </c:pt>
                <c:pt idx="68292">
                  <c:v>45930.967361111107</c:v>
                </c:pt>
                <c:pt idx="68293">
                  <c:v>45814.047222222223</c:v>
                </c:pt>
                <c:pt idx="68294">
                  <c:v>45839.083333333343</c:v>
                </c:pt>
                <c:pt idx="68295">
                  <c:v>45901.904166666667</c:v>
                </c:pt>
                <c:pt idx="68296">
                  <c:v>45747.988194444442</c:v>
                </c:pt>
                <c:pt idx="68297">
                  <c:v>45789.887499999997</c:v>
                </c:pt>
                <c:pt idx="68298">
                  <c:v>45768.898611111108</c:v>
                </c:pt>
                <c:pt idx="68299">
                  <c:v>45644.36041666667</c:v>
                </c:pt>
                <c:pt idx="68300">
                  <c:v>45596.522916666669</c:v>
                </c:pt>
                <c:pt idx="68301">
                  <c:v>45438.316666666673</c:v>
                </c:pt>
                <c:pt idx="68302">
                  <c:v>45627.468055555553</c:v>
                </c:pt>
                <c:pt idx="68303">
                  <c:v>45655.665277777778</c:v>
                </c:pt>
                <c:pt idx="68304">
                  <c:v>45376.966666666667</c:v>
                </c:pt>
                <c:pt idx="68305">
                  <c:v>45388.460416666669</c:v>
                </c:pt>
                <c:pt idx="68306">
                  <c:v>45420.393055555563</c:v>
                </c:pt>
                <c:pt idx="68307">
                  <c:v>45390.533333333333</c:v>
                </c:pt>
                <c:pt idx="68308">
                  <c:v>45734.615972222222</c:v>
                </c:pt>
                <c:pt idx="68309">
                  <c:v>45747.859722222223</c:v>
                </c:pt>
                <c:pt idx="68310">
                  <c:v>45447.723611111112</c:v>
                </c:pt>
                <c:pt idx="68311">
                  <c:v>45478.487500000003</c:v>
                </c:pt>
                <c:pt idx="68312">
                  <c:v>45352.790972222218</c:v>
                </c:pt>
                <c:pt idx="68313">
                  <c:v>45327.701388888891</c:v>
                </c:pt>
                <c:pt idx="68314">
                  <c:v>45734.591666666667</c:v>
                </c:pt>
                <c:pt idx="68315">
                  <c:v>45625.018750000003</c:v>
                </c:pt>
                <c:pt idx="68316">
                  <c:v>45899.70416666667</c:v>
                </c:pt>
                <c:pt idx="68317">
                  <c:v>45933.386111111111</c:v>
                </c:pt>
                <c:pt idx="68318">
                  <c:v>45580.543055555558</c:v>
                </c:pt>
                <c:pt idx="68319">
                  <c:v>45980.633333333331</c:v>
                </c:pt>
                <c:pt idx="68320">
                  <c:v>45992.019444444442</c:v>
                </c:pt>
                <c:pt idx="68321">
                  <c:v>45773.530555555553</c:v>
                </c:pt>
                <c:pt idx="68322">
                  <c:v>45933.386111111111</c:v>
                </c:pt>
                <c:pt idx="68323">
                  <c:v>45992.019444444442</c:v>
                </c:pt>
                <c:pt idx="68324">
                  <c:v>45773.530555555553</c:v>
                </c:pt>
                <c:pt idx="68325">
                  <c:v>45688.356944444437</c:v>
                </c:pt>
                <c:pt idx="68326">
                  <c:v>45688.356944444437</c:v>
                </c:pt>
                <c:pt idx="68327">
                  <c:v>45899.70416666667</c:v>
                </c:pt>
                <c:pt idx="68328">
                  <c:v>46010.794444444437</c:v>
                </c:pt>
                <c:pt idx="68329">
                  <c:v>45621.541666666657</c:v>
                </c:pt>
                <c:pt idx="68330">
                  <c:v>45980.633333333331</c:v>
                </c:pt>
                <c:pt idx="68331">
                  <c:v>45716.005555555559</c:v>
                </c:pt>
                <c:pt idx="68332">
                  <c:v>45716.005555555559</c:v>
                </c:pt>
                <c:pt idx="68333">
                  <c:v>45323.446527777778</c:v>
                </c:pt>
                <c:pt idx="68334">
                  <c:v>45323.446527777778</c:v>
                </c:pt>
                <c:pt idx="68335">
                  <c:v>45842.638194444437</c:v>
                </c:pt>
                <c:pt idx="68336">
                  <c:v>45842.638194444437</c:v>
                </c:pt>
                <c:pt idx="68337">
                  <c:v>45544.842361111107</c:v>
                </c:pt>
                <c:pt idx="68338">
                  <c:v>45491.745138888888</c:v>
                </c:pt>
                <c:pt idx="68339">
                  <c:v>45491.745138888888</c:v>
                </c:pt>
                <c:pt idx="68340">
                  <c:v>45544.842361111107</c:v>
                </c:pt>
                <c:pt idx="68341">
                  <c:v>45981.131944444453</c:v>
                </c:pt>
                <c:pt idx="68342">
                  <c:v>45407.559027777781</c:v>
                </c:pt>
                <c:pt idx="68343">
                  <c:v>45407.559027777781</c:v>
                </c:pt>
                <c:pt idx="68344">
                  <c:v>45453.447916666657</c:v>
                </c:pt>
                <c:pt idx="68345">
                  <c:v>45453.447916666657</c:v>
                </c:pt>
                <c:pt idx="68346">
                  <c:v>45389.701388888891</c:v>
                </c:pt>
                <c:pt idx="68347">
                  <c:v>45807.451388888891</c:v>
                </c:pt>
                <c:pt idx="68348">
                  <c:v>45807.451388888891</c:v>
                </c:pt>
                <c:pt idx="68349">
                  <c:v>45389.701388888891</c:v>
                </c:pt>
                <c:pt idx="68350">
                  <c:v>45661.847222222219</c:v>
                </c:pt>
                <c:pt idx="68351">
                  <c:v>45661.847222222219</c:v>
                </c:pt>
                <c:pt idx="68352">
                  <c:v>45625.018750000003</c:v>
                </c:pt>
                <c:pt idx="68353">
                  <c:v>45953.125694444447</c:v>
                </c:pt>
                <c:pt idx="68354">
                  <c:v>45981.131944444453</c:v>
                </c:pt>
                <c:pt idx="68355">
                  <c:v>45748.043749999997</c:v>
                </c:pt>
                <c:pt idx="68356">
                  <c:v>45621.541666666657</c:v>
                </c:pt>
                <c:pt idx="68357">
                  <c:v>46010.794444444437</c:v>
                </c:pt>
                <c:pt idx="68358">
                  <c:v>45953.125694444447</c:v>
                </c:pt>
                <c:pt idx="68359">
                  <c:v>45748.043749999997</c:v>
                </c:pt>
                <c:pt idx="68360">
                  <c:v>45357.555555555547</c:v>
                </c:pt>
                <c:pt idx="68361">
                  <c:v>45534.320138888892</c:v>
                </c:pt>
                <c:pt idx="68362">
                  <c:v>45961.151388888888</c:v>
                </c:pt>
                <c:pt idx="68363">
                  <c:v>45961.151388888888</c:v>
                </c:pt>
                <c:pt idx="68364">
                  <c:v>45534.320138888892</c:v>
                </c:pt>
                <c:pt idx="68365">
                  <c:v>45580.543055555558</c:v>
                </c:pt>
                <c:pt idx="68366">
                  <c:v>45357.555555555547</c:v>
                </c:pt>
                <c:pt idx="68367">
                  <c:v>45904.771527777782</c:v>
                </c:pt>
                <c:pt idx="68368">
                  <c:v>45945.677777777782</c:v>
                </c:pt>
                <c:pt idx="68369">
                  <c:v>45698.306250000001</c:v>
                </c:pt>
                <c:pt idx="68370">
                  <c:v>46009.893055555563</c:v>
                </c:pt>
                <c:pt idx="68371">
                  <c:v>45631.73333333333</c:v>
                </c:pt>
                <c:pt idx="68372">
                  <c:v>45525.592361111107</c:v>
                </c:pt>
                <c:pt idx="68373">
                  <c:v>45945.479861111111</c:v>
                </c:pt>
                <c:pt idx="68374">
                  <c:v>45592.086111111108</c:v>
                </c:pt>
                <c:pt idx="68375">
                  <c:v>45478.604861111111</c:v>
                </c:pt>
                <c:pt idx="68376">
                  <c:v>46019.761805555558</c:v>
                </c:pt>
                <c:pt idx="68377">
                  <c:v>45984.662499999999</c:v>
                </c:pt>
                <c:pt idx="68378">
                  <c:v>45713.898611111108</c:v>
                </c:pt>
                <c:pt idx="68379">
                  <c:v>45950.053472222222</c:v>
                </c:pt>
                <c:pt idx="68380">
                  <c:v>45857.988888888889</c:v>
                </c:pt>
                <c:pt idx="68381">
                  <c:v>45795.951388888891</c:v>
                </c:pt>
                <c:pt idx="68382">
                  <c:v>45853.923611111109</c:v>
                </c:pt>
                <c:pt idx="68383">
                  <c:v>45961.602777777778</c:v>
                </c:pt>
                <c:pt idx="68384">
                  <c:v>46020.918055555558</c:v>
                </c:pt>
                <c:pt idx="68385">
                  <c:v>45917.458333333343</c:v>
                </c:pt>
                <c:pt idx="68386">
                  <c:v>45992.652777777781</c:v>
                </c:pt>
                <c:pt idx="68387">
                  <c:v>45854.010416666657</c:v>
                </c:pt>
                <c:pt idx="68388">
                  <c:v>45893.691666666673</c:v>
                </c:pt>
                <c:pt idx="68389">
                  <c:v>45939.367361111108</c:v>
                </c:pt>
                <c:pt idx="68390">
                  <c:v>45656.415277777778</c:v>
                </c:pt>
                <c:pt idx="68391">
                  <c:v>45653.896527777782</c:v>
                </c:pt>
                <c:pt idx="68392">
                  <c:v>45739.998611111107</c:v>
                </c:pt>
                <c:pt idx="68393">
                  <c:v>45439.493055555547</c:v>
                </c:pt>
                <c:pt idx="68394">
                  <c:v>45515.897222222222</c:v>
                </c:pt>
                <c:pt idx="68395">
                  <c:v>45831.59375</c:v>
                </c:pt>
                <c:pt idx="68396">
                  <c:v>45649.566666666673</c:v>
                </c:pt>
                <c:pt idx="68397">
                  <c:v>45936.543749999997</c:v>
                </c:pt>
                <c:pt idx="68398">
                  <c:v>45307.527777777781</c:v>
                </c:pt>
                <c:pt idx="68399">
                  <c:v>45478.45208333333</c:v>
                </c:pt>
                <c:pt idx="68400">
                  <c:v>45657.713888888888</c:v>
                </c:pt>
                <c:pt idx="68401">
                  <c:v>45585.943055555559</c:v>
                </c:pt>
                <c:pt idx="68402">
                  <c:v>45478.59375</c:v>
                </c:pt>
                <c:pt idx="68403">
                  <c:v>45682.362500000003</c:v>
                </c:pt>
                <c:pt idx="68404">
                  <c:v>45860.831944444442</c:v>
                </c:pt>
                <c:pt idx="68405">
                  <c:v>45411.515972222223</c:v>
                </c:pt>
                <c:pt idx="68406">
                  <c:v>45612.46597222222</c:v>
                </c:pt>
                <c:pt idx="68407">
                  <c:v>45417.556944444441</c:v>
                </c:pt>
                <c:pt idx="68408">
                  <c:v>45756.686805555553</c:v>
                </c:pt>
                <c:pt idx="68409">
                  <c:v>45564.488194444442</c:v>
                </c:pt>
                <c:pt idx="68410">
                  <c:v>45328.743750000001</c:v>
                </c:pt>
                <c:pt idx="68411">
                  <c:v>45857.686111111107</c:v>
                </c:pt>
                <c:pt idx="68412">
                  <c:v>45480.840277777781</c:v>
                </c:pt>
                <c:pt idx="68413">
                  <c:v>45604.481249999997</c:v>
                </c:pt>
                <c:pt idx="68414">
                  <c:v>45533.792361111111</c:v>
                </c:pt>
                <c:pt idx="68415">
                  <c:v>45989.47152777778</c:v>
                </c:pt>
                <c:pt idx="68416">
                  <c:v>45833.526388888888</c:v>
                </c:pt>
                <c:pt idx="68417">
                  <c:v>45379.556250000001</c:v>
                </c:pt>
                <c:pt idx="68418">
                  <c:v>45709.670138888891</c:v>
                </c:pt>
                <c:pt idx="68419">
                  <c:v>45866.335416666669</c:v>
                </c:pt>
                <c:pt idx="68420">
                  <c:v>45718.765277777777</c:v>
                </c:pt>
                <c:pt idx="68421">
                  <c:v>45814.331944444442</c:v>
                </c:pt>
                <c:pt idx="68422">
                  <c:v>45954.297222222223</c:v>
                </c:pt>
                <c:pt idx="68423">
                  <c:v>45677.21597222222</c:v>
                </c:pt>
                <c:pt idx="68424">
                  <c:v>45926.18472222222</c:v>
                </c:pt>
                <c:pt idx="68425">
                  <c:v>45744.14166666667</c:v>
                </c:pt>
                <c:pt idx="68426">
                  <c:v>45688.209722222222</c:v>
                </c:pt>
                <c:pt idx="68427">
                  <c:v>45790.247916666667</c:v>
                </c:pt>
                <c:pt idx="68428">
                  <c:v>45982.188888888893</c:v>
                </c:pt>
                <c:pt idx="68429">
                  <c:v>45775.213194444441</c:v>
                </c:pt>
                <c:pt idx="68430">
                  <c:v>45804.101388888892</c:v>
                </c:pt>
                <c:pt idx="68431">
                  <c:v>45905.615277777782</c:v>
                </c:pt>
                <c:pt idx="68432">
                  <c:v>45939.02847222222</c:v>
                </c:pt>
                <c:pt idx="68433">
                  <c:v>45884.149305555547</c:v>
                </c:pt>
                <c:pt idx="68434">
                  <c:v>45996.176388888889</c:v>
                </c:pt>
                <c:pt idx="68435">
                  <c:v>46010.303472222222</c:v>
                </c:pt>
                <c:pt idx="68436">
                  <c:v>45661.76666666667</c:v>
                </c:pt>
                <c:pt idx="68437">
                  <c:v>45699.212500000001</c:v>
                </c:pt>
                <c:pt idx="68438">
                  <c:v>45964.43472222222</c:v>
                </c:pt>
                <c:pt idx="68439">
                  <c:v>45762.249305555553</c:v>
                </c:pt>
                <c:pt idx="68440">
                  <c:v>45828.30972222222</c:v>
                </c:pt>
                <c:pt idx="68441">
                  <c:v>45731.190972222219</c:v>
                </c:pt>
                <c:pt idx="68442">
                  <c:v>45840.393055555563</c:v>
                </c:pt>
                <c:pt idx="68443">
                  <c:v>45296.55972222222</c:v>
                </c:pt>
                <c:pt idx="68444">
                  <c:v>45537.420138888891</c:v>
                </c:pt>
                <c:pt idx="68445">
                  <c:v>45588.459722222222</c:v>
                </c:pt>
                <c:pt idx="68446">
                  <c:v>45487.711805555547</c:v>
                </c:pt>
                <c:pt idx="68447">
                  <c:v>45847.49722222222</c:v>
                </c:pt>
                <c:pt idx="68448">
                  <c:v>45333.429861111108</c:v>
                </c:pt>
                <c:pt idx="68449">
                  <c:v>45444.76458333333</c:v>
                </c:pt>
                <c:pt idx="68450">
                  <c:v>45646.359722222223</c:v>
                </c:pt>
                <c:pt idx="68451">
                  <c:v>45390.84375</c:v>
                </c:pt>
                <c:pt idx="68452">
                  <c:v>45586.27847222222</c:v>
                </c:pt>
                <c:pt idx="68453">
                  <c:v>45425.441666666673</c:v>
                </c:pt>
                <c:pt idx="68454">
                  <c:v>45886.904861111107</c:v>
                </c:pt>
                <c:pt idx="68455">
                  <c:v>45500.886805555558</c:v>
                </c:pt>
                <c:pt idx="68456">
                  <c:v>45948.979861111111</c:v>
                </c:pt>
                <c:pt idx="68457">
                  <c:v>45879.962500000001</c:v>
                </c:pt>
                <c:pt idx="68458">
                  <c:v>45689.918749999997</c:v>
                </c:pt>
                <c:pt idx="68459">
                  <c:v>45903.260416666657</c:v>
                </c:pt>
                <c:pt idx="68460">
                  <c:v>45800.819444444453</c:v>
                </c:pt>
                <c:pt idx="68461">
                  <c:v>45844.006249999999</c:v>
                </c:pt>
                <c:pt idx="68462">
                  <c:v>45718.650694444441</c:v>
                </c:pt>
                <c:pt idx="68463">
                  <c:v>45985.584027777782</c:v>
                </c:pt>
                <c:pt idx="68464">
                  <c:v>46000.40902777778</c:v>
                </c:pt>
                <c:pt idx="68465">
                  <c:v>45989.40625</c:v>
                </c:pt>
                <c:pt idx="68466">
                  <c:v>46018.481249999997</c:v>
                </c:pt>
                <c:pt idx="68467">
                  <c:v>46011.492361111108</c:v>
                </c:pt>
                <c:pt idx="68468">
                  <c:v>46000.405555555553</c:v>
                </c:pt>
                <c:pt idx="68469">
                  <c:v>45985.571527777778</c:v>
                </c:pt>
                <c:pt idx="68470">
                  <c:v>46004.375694444447</c:v>
                </c:pt>
                <c:pt idx="68471">
                  <c:v>46021.486805555563</c:v>
                </c:pt>
                <c:pt idx="68472">
                  <c:v>45366.755555555559</c:v>
                </c:pt>
                <c:pt idx="68473">
                  <c:v>45304.94027777778</c:v>
                </c:pt>
                <c:pt idx="68474">
                  <c:v>45620.166666666657</c:v>
                </c:pt>
                <c:pt idx="68475">
                  <c:v>45818.19027777778</c:v>
                </c:pt>
                <c:pt idx="68476">
                  <c:v>45970.916666666657</c:v>
                </c:pt>
                <c:pt idx="68477">
                  <c:v>45988.618055555547</c:v>
                </c:pt>
                <c:pt idx="68478">
                  <c:v>45996.4</c:v>
                </c:pt>
                <c:pt idx="68479">
                  <c:v>45993.397916666669</c:v>
                </c:pt>
                <c:pt idx="68480">
                  <c:v>45992.592361111107</c:v>
                </c:pt>
                <c:pt idx="68481">
                  <c:v>45384.432638888888</c:v>
                </c:pt>
                <c:pt idx="68482">
                  <c:v>45603.650694444441</c:v>
                </c:pt>
                <c:pt idx="68483">
                  <c:v>45422.643750000003</c:v>
                </c:pt>
                <c:pt idx="68484">
                  <c:v>45734.744444444441</c:v>
                </c:pt>
                <c:pt idx="68485">
                  <c:v>45575.415277777778</c:v>
                </c:pt>
                <c:pt idx="68486">
                  <c:v>45600.863194444442</c:v>
                </c:pt>
                <c:pt idx="68487">
                  <c:v>45520.867361111108</c:v>
                </c:pt>
                <c:pt idx="68488">
                  <c:v>45454.868750000001</c:v>
                </c:pt>
                <c:pt idx="68489">
                  <c:v>45657.250694444447</c:v>
                </c:pt>
                <c:pt idx="68490">
                  <c:v>45528.754166666673</c:v>
                </c:pt>
                <c:pt idx="68491">
                  <c:v>45625.8125</c:v>
                </c:pt>
                <c:pt idx="68492">
                  <c:v>45705.440972222219</c:v>
                </c:pt>
                <c:pt idx="68493">
                  <c:v>45359.689583333333</c:v>
                </c:pt>
                <c:pt idx="68494">
                  <c:v>45349.356944444437</c:v>
                </c:pt>
                <c:pt idx="68495">
                  <c:v>45390.847916666673</c:v>
                </c:pt>
                <c:pt idx="68496">
                  <c:v>45478.738888888889</c:v>
                </c:pt>
                <c:pt idx="68497">
                  <c:v>45679.774305555547</c:v>
                </c:pt>
                <c:pt idx="68498">
                  <c:v>45338.287499999999</c:v>
                </c:pt>
                <c:pt idx="68499">
                  <c:v>45539.209027777782</c:v>
                </c:pt>
                <c:pt idx="68500">
                  <c:v>45852.258333333331</c:v>
                </c:pt>
                <c:pt idx="68501">
                  <c:v>45432.534722222219</c:v>
                </c:pt>
                <c:pt idx="68502">
                  <c:v>45379.543055555558</c:v>
                </c:pt>
                <c:pt idx="68503">
                  <c:v>45781.772222222222</c:v>
                </c:pt>
                <c:pt idx="68504">
                  <c:v>45880.259027777778</c:v>
                </c:pt>
                <c:pt idx="68505">
                  <c:v>45690.4375</c:v>
                </c:pt>
                <c:pt idx="68506">
                  <c:v>45331.40625</c:v>
                </c:pt>
                <c:pt idx="68507">
                  <c:v>45483.959027777782</c:v>
                </c:pt>
                <c:pt idx="68508">
                  <c:v>45943.770833333343</c:v>
                </c:pt>
                <c:pt idx="68509">
                  <c:v>45739.385416666657</c:v>
                </c:pt>
                <c:pt idx="68510">
                  <c:v>45361.353472222218</c:v>
                </c:pt>
                <c:pt idx="68511">
                  <c:v>45418.247916666667</c:v>
                </c:pt>
                <c:pt idx="68512">
                  <c:v>45921.670138888891</c:v>
                </c:pt>
                <c:pt idx="68513">
                  <c:v>45728.40347222222</c:v>
                </c:pt>
                <c:pt idx="68514">
                  <c:v>45637.457638888889</c:v>
                </c:pt>
                <c:pt idx="68515">
                  <c:v>45868.898611111108</c:v>
                </c:pt>
                <c:pt idx="68516">
                  <c:v>45855.345138888893</c:v>
                </c:pt>
                <c:pt idx="68517">
                  <c:v>45825.78402777778</c:v>
                </c:pt>
                <c:pt idx="68518">
                  <c:v>45672.386805555558</c:v>
                </c:pt>
                <c:pt idx="68519">
                  <c:v>45704.513888888891</c:v>
                </c:pt>
                <c:pt idx="68520">
                  <c:v>45876.342361111107</c:v>
                </c:pt>
                <c:pt idx="68521">
                  <c:v>45915.550694444442</c:v>
                </c:pt>
                <c:pt idx="68522">
                  <c:v>45763.138194444437</c:v>
                </c:pt>
                <c:pt idx="68523">
                  <c:v>45806.440972222219</c:v>
                </c:pt>
                <c:pt idx="68524">
                  <c:v>45652.29791666667</c:v>
                </c:pt>
                <c:pt idx="68525">
                  <c:v>45623.631944444453</c:v>
                </c:pt>
                <c:pt idx="68526">
                  <c:v>45687.759027777778</c:v>
                </c:pt>
                <c:pt idx="68527">
                  <c:v>45784.334027777782</c:v>
                </c:pt>
                <c:pt idx="68528">
                  <c:v>45745.927083333343</c:v>
                </c:pt>
                <c:pt idx="68529">
                  <c:v>45915.45</c:v>
                </c:pt>
                <c:pt idx="68530">
                  <c:v>45652.539583333331</c:v>
                </c:pt>
                <c:pt idx="68531">
                  <c:v>45877.496527777781</c:v>
                </c:pt>
                <c:pt idx="68532">
                  <c:v>45804.37777777778</c:v>
                </c:pt>
                <c:pt idx="68533">
                  <c:v>45739.451388888891</c:v>
                </c:pt>
                <c:pt idx="68534">
                  <c:v>45978.36041666667</c:v>
                </c:pt>
                <c:pt idx="68535">
                  <c:v>45694.663888888892</c:v>
                </c:pt>
                <c:pt idx="68536">
                  <c:v>45439.430555555547</c:v>
                </c:pt>
                <c:pt idx="68537">
                  <c:v>45859.451388888891</c:v>
                </c:pt>
                <c:pt idx="68538">
                  <c:v>45690.638194444437</c:v>
                </c:pt>
                <c:pt idx="68539">
                  <c:v>45973.273611111108</c:v>
                </c:pt>
                <c:pt idx="68540">
                  <c:v>45644.668055555558</c:v>
                </c:pt>
                <c:pt idx="68541">
                  <c:v>45715.493750000001</c:v>
                </c:pt>
                <c:pt idx="68542">
                  <c:v>45855.394444444442</c:v>
                </c:pt>
                <c:pt idx="68543">
                  <c:v>45443.856944444437</c:v>
                </c:pt>
                <c:pt idx="68544">
                  <c:v>45917.673611111109</c:v>
                </c:pt>
                <c:pt idx="68545">
                  <c:v>45809.851388888892</c:v>
                </c:pt>
                <c:pt idx="68546">
                  <c:v>45513.770138888889</c:v>
                </c:pt>
                <c:pt idx="68547">
                  <c:v>45575.734722222223</c:v>
                </c:pt>
                <c:pt idx="68548">
                  <c:v>45966.369444444441</c:v>
                </c:pt>
                <c:pt idx="68549">
                  <c:v>45778.496527777781</c:v>
                </c:pt>
                <c:pt idx="68550">
                  <c:v>45618.294444444437</c:v>
                </c:pt>
                <c:pt idx="68551">
                  <c:v>45403.520138888889</c:v>
                </c:pt>
                <c:pt idx="68552">
                  <c:v>45722.882638888892</c:v>
                </c:pt>
                <c:pt idx="68553">
                  <c:v>45585.882638888892</c:v>
                </c:pt>
                <c:pt idx="68554">
                  <c:v>45433.637499999997</c:v>
                </c:pt>
                <c:pt idx="68555">
                  <c:v>45752.648611111108</c:v>
                </c:pt>
                <c:pt idx="68556">
                  <c:v>45542.347916666673</c:v>
                </c:pt>
                <c:pt idx="68557">
                  <c:v>45361.864583333343</c:v>
                </c:pt>
                <c:pt idx="68558">
                  <c:v>45561.488888888889</c:v>
                </c:pt>
                <c:pt idx="68559">
                  <c:v>45469.338194444441</c:v>
                </c:pt>
                <c:pt idx="68560">
                  <c:v>45696.904166666667</c:v>
                </c:pt>
                <c:pt idx="68561">
                  <c:v>45294.890277777777</c:v>
                </c:pt>
                <c:pt idx="68562">
                  <c:v>45664.433333333327</c:v>
                </c:pt>
                <c:pt idx="68563">
                  <c:v>45329.936111111107</c:v>
                </c:pt>
                <c:pt idx="68564">
                  <c:v>45799.75277777778</c:v>
                </c:pt>
                <c:pt idx="68565">
                  <c:v>45607.606249999997</c:v>
                </c:pt>
                <c:pt idx="68566">
                  <c:v>45635.503472222219</c:v>
                </c:pt>
                <c:pt idx="68567">
                  <c:v>45511.856249999997</c:v>
                </c:pt>
                <c:pt idx="68568">
                  <c:v>45312.492361111108</c:v>
                </c:pt>
                <c:pt idx="68569">
                  <c:v>45967.918055555558</c:v>
                </c:pt>
                <c:pt idx="68570">
                  <c:v>45574.84375</c:v>
                </c:pt>
                <c:pt idx="68571">
                  <c:v>45756.744444444441</c:v>
                </c:pt>
                <c:pt idx="68572">
                  <c:v>45667.618750000001</c:v>
                </c:pt>
                <c:pt idx="68573">
                  <c:v>45403.847222222219</c:v>
                </c:pt>
                <c:pt idx="68574">
                  <c:v>45487.925000000003</c:v>
                </c:pt>
                <c:pt idx="68575">
                  <c:v>45855.898611111108</c:v>
                </c:pt>
                <c:pt idx="68576">
                  <c:v>45919.490277777782</c:v>
                </c:pt>
                <c:pt idx="68577">
                  <c:v>45831.45416666667</c:v>
                </c:pt>
                <c:pt idx="68578">
                  <c:v>45847.614583333343</c:v>
                </c:pt>
                <c:pt idx="68579">
                  <c:v>45816.599305555559</c:v>
                </c:pt>
                <c:pt idx="68580">
                  <c:v>46007.564583333333</c:v>
                </c:pt>
                <c:pt idx="68581">
                  <c:v>45782.504166666673</c:v>
                </c:pt>
                <c:pt idx="68582">
                  <c:v>45782.406944444447</c:v>
                </c:pt>
                <c:pt idx="68583">
                  <c:v>45874.374305555553</c:v>
                </c:pt>
                <c:pt idx="68584">
                  <c:v>45978.442361111112</c:v>
                </c:pt>
                <c:pt idx="68585">
                  <c:v>45790.369444444441</c:v>
                </c:pt>
                <c:pt idx="68586">
                  <c:v>45893.356249999997</c:v>
                </c:pt>
                <c:pt idx="68587">
                  <c:v>45944.447916666657</c:v>
                </c:pt>
                <c:pt idx="68588">
                  <c:v>45761.328472222223</c:v>
                </c:pt>
                <c:pt idx="68589">
                  <c:v>45737.412499999999</c:v>
                </c:pt>
                <c:pt idx="68590">
                  <c:v>45415.341666666667</c:v>
                </c:pt>
                <c:pt idx="68591">
                  <c:v>45401.397222222222</c:v>
                </c:pt>
                <c:pt idx="68592">
                  <c:v>45397.463888888888</c:v>
                </c:pt>
                <c:pt idx="68593">
                  <c:v>45831.535416666673</c:v>
                </c:pt>
                <c:pt idx="68594">
                  <c:v>45708.785416666673</c:v>
                </c:pt>
                <c:pt idx="68595">
                  <c:v>45547.834027777782</c:v>
                </c:pt>
                <c:pt idx="68596">
                  <c:v>45831.535416666673</c:v>
                </c:pt>
                <c:pt idx="68597">
                  <c:v>45632.48541666667</c:v>
                </c:pt>
                <c:pt idx="68598">
                  <c:v>45708.785416666673</c:v>
                </c:pt>
                <c:pt idx="68599">
                  <c:v>45457.523611111108</c:v>
                </c:pt>
                <c:pt idx="68600">
                  <c:v>45415.341666666667</c:v>
                </c:pt>
                <c:pt idx="68601">
                  <c:v>45397.463888888888</c:v>
                </c:pt>
                <c:pt idx="68602">
                  <c:v>45632.48541666667</c:v>
                </c:pt>
                <c:pt idx="68603">
                  <c:v>45547.834027777782</c:v>
                </c:pt>
                <c:pt idx="68604">
                  <c:v>45424.384027777778</c:v>
                </c:pt>
                <c:pt idx="68605">
                  <c:v>45502.477777777778</c:v>
                </c:pt>
                <c:pt idx="68606">
                  <c:v>45908.825694444437</c:v>
                </c:pt>
                <c:pt idx="68607">
                  <c:v>45485.745138888888</c:v>
                </c:pt>
                <c:pt idx="68608">
                  <c:v>45908.825694444437</c:v>
                </c:pt>
                <c:pt idx="68609">
                  <c:v>45485.745138888888</c:v>
                </c:pt>
                <c:pt idx="68610">
                  <c:v>45424.384027777778</c:v>
                </c:pt>
                <c:pt idx="68611">
                  <c:v>45502.477777777778</c:v>
                </c:pt>
                <c:pt idx="68612">
                  <c:v>45457.523611111108</c:v>
                </c:pt>
                <c:pt idx="68613">
                  <c:v>45401.397222222222</c:v>
                </c:pt>
                <c:pt idx="68614">
                  <c:v>45895.602083333331</c:v>
                </c:pt>
                <c:pt idx="68615">
                  <c:v>45738.36041666667</c:v>
                </c:pt>
                <c:pt idx="68616">
                  <c:v>45620.472222222219</c:v>
                </c:pt>
                <c:pt idx="68617">
                  <c:v>45674.683333333327</c:v>
                </c:pt>
                <c:pt idx="68618">
                  <c:v>45774.374305555553</c:v>
                </c:pt>
                <c:pt idx="68619">
                  <c:v>45852.781944444447</c:v>
                </c:pt>
                <c:pt idx="68620">
                  <c:v>46006.479861111111</c:v>
                </c:pt>
                <c:pt idx="68621">
                  <c:v>45707.828472222223</c:v>
                </c:pt>
                <c:pt idx="68622">
                  <c:v>45921.807638888888</c:v>
                </c:pt>
                <c:pt idx="68623">
                  <c:v>45979.55972222222</c:v>
                </c:pt>
                <c:pt idx="68624">
                  <c:v>45816.466666666667</c:v>
                </c:pt>
                <c:pt idx="68625">
                  <c:v>45804.725694444453</c:v>
                </c:pt>
                <c:pt idx="68626">
                  <c:v>45982.238194444442</c:v>
                </c:pt>
                <c:pt idx="68627">
                  <c:v>45929.840277777781</c:v>
                </c:pt>
                <c:pt idx="68628">
                  <c:v>45908.414583333331</c:v>
                </c:pt>
                <c:pt idx="68629">
                  <c:v>45861.788194444453</c:v>
                </c:pt>
                <c:pt idx="68630">
                  <c:v>45625.144444444442</c:v>
                </c:pt>
                <c:pt idx="68631">
                  <c:v>45491.951388888891</c:v>
                </c:pt>
                <c:pt idx="68632">
                  <c:v>45452.859027777777</c:v>
                </c:pt>
                <c:pt idx="68633">
                  <c:v>45565.976388888892</c:v>
                </c:pt>
                <c:pt idx="68634">
                  <c:v>45668.950694444437</c:v>
                </c:pt>
                <c:pt idx="68635">
                  <c:v>46018.681250000001</c:v>
                </c:pt>
                <c:pt idx="68636">
                  <c:v>45770.904861111107</c:v>
                </c:pt>
                <c:pt idx="68637">
                  <c:v>45859.9</c:v>
                </c:pt>
                <c:pt idx="68638">
                  <c:v>45616.795138888891</c:v>
                </c:pt>
                <c:pt idx="68639">
                  <c:v>45415.323611111111</c:v>
                </c:pt>
                <c:pt idx="68640">
                  <c:v>45429.537499999999</c:v>
                </c:pt>
                <c:pt idx="68641">
                  <c:v>46023.76666666667</c:v>
                </c:pt>
                <c:pt idx="68642">
                  <c:v>45986.927083333343</c:v>
                </c:pt>
                <c:pt idx="68643">
                  <c:v>45449.894444444442</c:v>
                </c:pt>
                <c:pt idx="68644">
                  <c:v>45716.486111111109</c:v>
                </c:pt>
                <c:pt idx="68645">
                  <c:v>45519.98541666667</c:v>
                </c:pt>
                <c:pt idx="68646">
                  <c:v>45806.847916666673</c:v>
                </c:pt>
                <c:pt idx="68647">
                  <c:v>45499.365277777782</c:v>
                </c:pt>
                <c:pt idx="68648">
                  <c:v>45594.785416666673</c:v>
                </c:pt>
                <c:pt idx="68649">
                  <c:v>45900.981249999997</c:v>
                </c:pt>
                <c:pt idx="68650">
                  <c:v>45399.750694444447</c:v>
                </c:pt>
                <c:pt idx="68651">
                  <c:v>45846.96597222222</c:v>
                </c:pt>
                <c:pt idx="68652">
                  <c:v>45328.818055555559</c:v>
                </c:pt>
                <c:pt idx="68653">
                  <c:v>45506.740972222222</c:v>
                </c:pt>
                <c:pt idx="68654">
                  <c:v>45857.911111111112</c:v>
                </c:pt>
                <c:pt idx="68655">
                  <c:v>45575.38958333333</c:v>
                </c:pt>
                <c:pt idx="68656">
                  <c:v>45440.807638888888</c:v>
                </c:pt>
                <c:pt idx="68657">
                  <c:v>45677.945138888892</c:v>
                </c:pt>
                <c:pt idx="68658">
                  <c:v>45758.868055555547</c:v>
                </c:pt>
                <c:pt idx="68659">
                  <c:v>45943.60833333333</c:v>
                </c:pt>
                <c:pt idx="68660">
                  <c:v>45660.288888888892</c:v>
                </c:pt>
                <c:pt idx="68661">
                  <c:v>45635.929861111108</c:v>
                </c:pt>
                <c:pt idx="68662">
                  <c:v>45959.304861111108</c:v>
                </c:pt>
                <c:pt idx="68663">
                  <c:v>45788.525000000001</c:v>
                </c:pt>
                <c:pt idx="68664">
                  <c:v>45759.375</c:v>
                </c:pt>
                <c:pt idx="68665">
                  <c:v>45865.64166666667</c:v>
                </c:pt>
                <c:pt idx="68666">
                  <c:v>45822.949305555558</c:v>
                </c:pt>
                <c:pt idx="68667">
                  <c:v>45764.944444444453</c:v>
                </c:pt>
                <c:pt idx="68668">
                  <c:v>45949.478472222218</c:v>
                </c:pt>
                <c:pt idx="68669">
                  <c:v>45403.29583333333</c:v>
                </c:pt>
                <c:pt idx="68670">
                  <c:v>45691.34375</c:v>
                </c:pt>
                <c:pt idx="68671">
                  <c:v>45501.618750000001</c:v>
                </c:pt>
                <c:pt idx="68672">
                  <c:v>45320.685416666667</c:v>
                </c:pt>
                <c:pt idx="68673">
                  <c:v>45914.474999999999</c:v>
                </c:pt>
                <c:pt idx="68674">
                  <c:v>45833.393055555563</c:v>
                </c:pt>
                <c:pt idx="68675">
                  <c:v>45762.511805555558</c:v>
                </c:pt>
                <c:pt idx="68676">
                  <c:v>45898.470833333333</c:v>
                </c:pt>
                <c:pt idx="68677">
                  <c:v>45857.468055555553</c:v>
                </c:pt>
                <c:pt idx="68678">
                  <c:v>45805.619444444441</c:v>
                </c:pt>
                <c:pt idx="68679">
                  <c:v>45989.522222222222</c:v>
                </c:pt>
                <c:pt idx="68680">
                  <c:v>45980.451388888891</c:v>
                </c:pt>
                <c:pt idx="68681">
                  <c:v>45950.410416666673</c:v>
                </c:pt>
                <c:pt idx="68682">
                  <c:v>45877.492361111108</c:v>
                </c:pt>
                <c:pt idx="68683">
                  <c:v>46001.54583333333</c:v>
                </c:pt>
                <c:pt idx="68684">
                  <c:v>45964.634027777778</c:v>
                </c:pt>
                <c:pt idx="68685">
                  <c:v>45930.430555555547</c:v>
                </c:pt>
                <c:pt idx="68686">
                  <c:v>45778.425694444442</c:v>
                </c:pt>
                <c:pt idx="68687">
                  <c:v>45989.543055555558</c:v>
                </c:pt>
                <c:pt idx="68688">
                  <c:v>45723.451388888891</c:v>
                </c:pt>
                <c:pt idx="68689">
                  <c:v>45773.425000000003</c:v>
                </c:pt>
                <c:pt idx="68690">
                  <c:v>45710.182638888888</c:v>
                </c:pt>
                <c:pt idx="68691">
                  <c:v>45714.402777777781</c:v>
                </c:pt>
                <c:pt idx="68692">
                  <c:v>45508.737500000003</c:v>
                </c:pt>
                <c:pt idx="68693">
                  <c:v>45297.816666666673</c:v>
                </c:pt>
                <c:pt idx="68694">
                  <c:v>45972.816666666673</c:v>
                </c:pt>
                <c:pt idx="68695">
                  <c:v>45895.181250000001</c:v>
                </c:pt>
                <c:pt idx="68696">
                  <c:v>45991.145833333343</c:v>
                </c:pt>
                <c:pt idx="68697">
                  <c:v>45603.709027777782</c:v>
                </c:pt>
                <c:pt idx="68698">
                  <c:v>45763.279166666667</c:v>
                </c:pt>
                <c:pt idx="68699">
                  <c:v>45944.044444444437</c:v>
                </c:pt>
                <c:pt idx="68700">
                  <c:v>45707.752083333333</c:v>
                </c:pt>
                <c:pt idx="68701">
                  <c:v>46012.31527777778</c:v>
                </c:pt>
                <c:pt idx="68702">
                  <c:v>45907.263194444437</c:v>
                </c:pt>
                <c:pt idx="68703">
                  <c:v>45958.04791666667</c:v>
                </c:pt>
                <c:pt idx="68704">
                  <c:v>45585.893750000003</c:v>
                </c:pt>
                <c:pt idx="68705">
                  <c:v>45788.303472222222</c:v>
                </c:pt>
                <c:pt idx="68706">
                  <c:v>45878.243055555547</c:v>
                </c:pt>
                <c:pt idx="68707">
                  <c:v>45626.59097222222</c:v>
                </c:pt>
                <c:pt idx="68708">
                  <c:v>45866.734027777777</c:v>
                </c:pt>
                <c:pt idx="68709">
                  <c:v>45930.25277777778</c:v>
                </c:pt>
                <c:pt idx="68710">
                  <c:v>45728.148611111108</c:v>
                </c:pt>
                <c:pt idx="68711">
                  <c:v>45852.195138888892</c:v>
                </c:pt>
                <c:pt idx="68712">
                  <c:v>45341.633333333331</c:v>
                </c:pt>
                <c:pt idx="68713">
                  <c:v>45420.3</c:v>
                </c:pt>
                <c:pt idx="68714">
                  <c:v>45376.731249999997</c:v>
                </c:pt>
                <c:pt idx="68715">
                  <c:v>45687.743750000001</c:v>
                </c:pt>
                <c:pt idx="68716">
                  <c:v>45303.290277777778</c:v>
                </c:pt>
                <c:pt idx="68717">
                  <c:v>45559.802083333343</c:v>
                </c:pt>
                <c:pt idx="68718">
                  <c:v>45624.709027777782</c:v>
                </c:pt>
                <c:pt idx="68719">
                  <c:v>45774.376388888893</c:v>
                </c:pt>
                <c:pt idx="68720">
                  <c:v>45567.431944444441</c:v>
                </c:pt>
                <c:pt idx="68721">
                  <c:v>45980.234722222223</c:v>
                </c:pt>
                <c:pt idx="68722">
                  <c:v>45456.665972222218</c:v>
                </c:pt>
                <c:pt idx="68723">
                  <c:v>45777.80972222222</c:v>
                </c:pt>
                <c:pt idx="68724">
                  <c:v>45675.493055555547</c:v>
                </c:pt>
                <c:pt idx="68725">
                  <c:v>45353.316666666673</c:v>
                </c:pt>
                <c:pt idx="68726">
                  <c:v>45503.686805555553</c:v>
                </c:pt>
                <c:pt idx="68727">
                  <c:v>45986.7</c:v>
                </c:pt>
                <c:pt idx="68728">
                  <c:v>45589.836805555547</c:v>
                </c:pt>
                <c:pt idx="68729">
                  <c:v>45406.688888888893</c:v>
                </c:pt>
                <c:pt idx="68730">
                  <c:v>45458.400000000001</c:v>
                </c:pt>
                <c:pt idx="68731">
                  <c:v>46008.307638888888</c:v>
                </c:pt>
                <c:pt idx="68732">
                  <c:v>45786.949305555558</c:v>
                </c:pt>
                <c:pt idx="68733">
                  <c:v>45882.457638888889</c:v>
                </c:pt>
                <c:pt idx="68734">
                  <c:v>45705.852083333331</c:v>
                </c:pt>
                <c:pt idx="68735">
                  <c:v>45808.851388888892</c:v>
                </c:pt>
                <c:pt idx="68736">
                  <c:v>45398.843055555553</c:v>
                </c:pt>
                <c:pt idx="68737">
                  <c:v>45518.809027777781</c:v>
                </c:pt>
                <c:pt idx="68738">
                  <c:v>45975.824999999997</c:v>
                </c:pt>
                <c:pt idx="68739">
                  <c:v>45553.43472222222</c:v>
                </c:pt>
                <c:pt idx="68740">
                  <c:v>45558.873611111107</c:v>
                </c:pt>
                <c:pt idx="68741">
                  <c:v>45589.844444444447</c:v>
                </c:pt>
                <c:pt idx="68742">
                  <c:v>45319.580555555563</c:v>
                </c:pt>
                <c:pt idx="68743">
                  <c:v>45989.677083333343</c:v>
                </c:pt>
                <c:pt idx="68744">
                  <c:v>45495.705555555563</c:v>
                </c:pt>
                <c:pt idx="68745">
                  <c:v>45312.56527777778</c:v>
                </c:pt>
                <c:pt idx="68746">
                  <c:v>45709.527777777781</c:v>
                </c:pt>
                <c:pt idx="68747">
                  <c:v>45846.700694444437</c:v>
                </c:pt>
                <c:pt idx="68748">
                  <c:v>45732.7</c:v>
                </c:pt>
                <c:pt idx="68749">
                  <c:v>45539.490972222222</c:v>
                </c:pt>
                <c:pt idx="68750">
                  <c:v>45511.625</c:v>
                </c:pt>
                <c:pt idx="68751">
                  <c:v>45940.47152777778</c:v>
                </c:pt>
                <c:pt idx="68752">
                  <c:v>45924.736111111109</c:v>
                </c:pt>
                <c:pt idx="68753">
                  <c:v>45660.581250000003</c:v>
                </c:pt>
                <c:pt idx="68754">
                  <c:v>45893.666666666657</c:v>
                </c:pt>
                <c:pt idx="68755">
                  <c:v>45430.55</c:v>
                </c:pt>
                <c:pt idx="68756">
                  <c:v>45859.594444444447</c:v>
                </c:pt>
                <c:pt idx="68757">
                  <c:v>45580.602777777778</c:v>
                </c:pt>
                <c:pt idx="68758">
                  <c:v>45938.597916666673</c:v>
                </c:pt>
                <c:pt idx="68759">
                  <c:v>45938.597916666673</c:v>
                </c:pt>
                <c:pt idx="68760">
                  <c:v>45488.618750000001</c:v>
                </c:pt>
                <c:pt idx="68761">
                  <c:v>45488.618750000001</c:v>
                </c:pt>
                <c:pt idx="68762">
                  <c:v>45671.561111111107</c:v>
                </c:pt>
                <c:pt idx="68763">
                  <c:v>45769.578472222223</c:v>
                </c:pt>
                <c:pt idx="68764">
                  <c:v>45671.561111111107</c:v>
                </c:pt>
                <c:pt idx="68765">
                  <c:v>45859.594444444447</c:v>
                </c:pt>
                <c:pt idx="68766">
                  <c:v>45580.602777777778</c:v>
                </c:pt>
                <c:pt idx="68767">
                  <c:v>45769.578472222223</c:v>
                </c:pt>
                <c:pt idx="68768">
                  <c:v>45370.375694444447</c:v>
                </c:pt>
                <c:pt idx="68769">
                  <c:v>45370.375694444447</c:v>
                </c:pt>
                <c:pt idx="68770">
                  <c:v>45533.820138888892</c:v>
                </c:pt>
                <c:pt idx="68771">
                  <c:v>45299.655555555553</c:v>
                </c:pt>
                <c:pt idx="68772">
                  <c:v>45332.472916666673</c:v>
                </c:pt>
                <c:pt idx="68773">
                  <c:v>45376.854861111111</c:v>
                </c:pt>
                <c:pt idx="68774">
                  <c:v>45409.47152777778</c:v>
                </c:pt>
                <c:pt idx="68775">
                  <c:v>45596.595833333333</c:v>
                </c:pt>
                <c:pt idx="68776">
                  <c:v>45311.606944444437</c:v>
                </c:pt>
                <c:pt idx="68777">
                  <c:v>45492.790972222218</c:v>
                </c:pt>
                <c:pt idx="68778">
                  <c:v>45447.393055555563</c:v>
                </c:pt>
                <c:pt idx="68779">
                  <c:v>45562.866666666669</c:v>
                </c:pt>
                <c:pt idx="68780">
                  <c:v>45645.470138888893</c:v>
                </c:pt>
                <c:pt idx="68781">
                  <c:v>45690.457638888889</c:v>
                </c:pt>
                <c:pt idx="68782">
                  <c:v>45824.758333333331</c:v>
                </c:pt>
                <c:pt idx="68783">
                  <c:v>45615.765277777777</c:v>
                </c:pt>
                <c:pt idx="68784">
                  <c:v>45914.361111111109</c:v>
                </c:pt>
                <c:pt idx="68785">
                  <c:v>45543.729166666657</c:v>
                </c:pt>
                <c:pt idx="68786">
                  <c:v>46013.43472222222</c:v>
                </c:pt>
                <c:pt idx="68787">
                  <c:v>45446.946527777778</c:v>
                </c:pt>
                <c:pt idx="68788">
                  <c:v>45353.515972222223</c:v>
                </c:pt>
                <c:pt idx="68789">
                  <c:v>45712.348611111112</c:v>
                </c:pt>
                <c:pt idx="68790">
                  <c:v>46006.790972222218</c:v>
                </c:pt>
                <c:pt idx="68791">
                  <c:v>45580.535416666673</c:v>
                </c:pt>
                <c:pt idx="68792">
                  <c:v>45301.594444444447</c:v>
                </c:pt>
                <c:pt idx="68793">
                  <c:v>45378.879166666673</c:v>
                </c:pt>
                <c:pt idx="68794">
                  <c:v>45453.53402777778</c:v>
                </c:pt>
                <c:pt idx="68795">
                  <c:v>45437.377083333333</c:v>
                </c:pt>
                <c:pt idx="68796">
                  <c:v>45520.352777777778</c:v>
                </c:pt>
                <c:pt idx="68797">
                  <c:v>45958.517361111109</c:v>
                </c:pt>
                <c:pt idx="68798">
                  <c:v>45698.593055555553</c:v>
                </c:pt>
                <c:pt idx="68799">
                  <c:v>46008.481944444437</c:v>
                </c:pt>
                <c:pt idx="68800">
                  <c:v>45658.018750000003</c:v>
                </c:pt>
                <c:pt idx="68801">
                  <c:v>45712.456944444442</c:v>
                </c:pt>
                <c:pt idx="68802">
                  <c:v>45513.705555555563</c:v>
                </c:pt>
                <c:pt idx="68803">
                  <c:v>45614.822222222218</c:v>
                </c:pt>
                <c:pt idx="68804">
                  <c:v>45436.429861111108</c:v>
                </c:pt>
                <c:pt idx="68805">
                  <c:v>45309.863888888889</c:v>
                </c:pt>
                <c:pt idx="68806">
                  <c:v>45845.464583333327</c:v>
                </c:pt>
                <c:pt idx="68807">
                  <c:v>45295.637499999997</c:v>
                </c:pt>
                <c:pt idx="68808">
                  <c:v>45401.48333333333</c:v>
                </c:pt>
                <c:pt idx="68809">
                  <c:v>45780.37222222222</c:v>
                </c:pt>
                <c:pt idx="68810">
                  <c:v>45676.567361111112</c:v>
                </c:pt>
                <c:pt idx="68811">
                  <c:v>45740.463888888888</c:v>
                </c:pt>
                <c:pt idx="68812">
                  <c:v>45523.397222222222</c:v>
                </c:pt>
                <c:pt idx="68813">
                  <c:v>45698.442361111112</c:v>
                </c:pt>
                <c:pt idx="68814">
                  <c:v>45859.888888888891</c:v>
                </c:pt>
                <c:pt idx="68815">
                  <c:v>45560.825694444437</c:v>
                </c:pt>
                <c:pt idx="68816">
                  <c:v>45450.376388888893</c:v>
                </c:pt>
                <c:pt idx="68817">
                  <c:v>45507.557638888888</c:v>
                </c:pt>
                <c:pt idx="68818">
                  <c:v>45330.047222222223</c:v>
                </c:pt>
                <c:pt idx="68819">
                  <c:v>45457.844444444447</c:v>
                </c:pt>
                <c:pt idx="68820">
                  <c:v>45344.493055555547</c:v>
                </c:pt>
                <c:pt idx="68821">
                  <c:v>45788.433333333327</c:v>
                </c:pt>
                <c:pt idx="68822">
                  <c:v>45612.34652777778</c:v>
                </c:pt>
                <c:pt idx="68823">
                  <c:v>45631.477083333331</c:v>
                </c:pt>
                <c:pt idx="68824">
                  <c:v>45494.459027777782</c:v>
                </c:pt>
                <c:pt idx="68825">
                  <c:v>45397.356944444437</c:v>
                </c:pt>
                <c:pt idx="68826">
                  <c:v>45606.825694444437</c:v>
                </c:pt>
                <c:pt idx="68827">
                  <c:v>45841.861805555563</c:v>
                </c:pt>
                <c:pt idx="68828">
                  <c:v>45381.757638888892</c:v>
                </c:pt>
                <c:pt idx="68829">
                  <c:v>45444.706944444442</c:v>
                </c:pt>
                <c:pt idx="68830">
                  <c:v>45622.647916666669</c:v>
                </c:pt>
                <c:pt idx="68831">
                  <c:v>45990.234027777777</c:v>
                </c:pt>
                <c:pt idx="68832">
                  <c:v>45537.821527777778</c:v>
                </c:pt>
                <c:pt idx="68833">
                  <c:v>45943.324305555558</c:v>
                </c:pt>
                <c:pt idx="68834">
                  <c:v>45423.372916666667</c:v>
                </c:pt>
                <c:pt idx="68835">
                  <c:v>45740.380555555559</c:v>
                </c:pt>
                <c:pt idx="68836">
                  <c:v>45962.340277777781</c:v>
                </c:pt>
                <c:pt idx="68837">
                  <c:v>45676.496527777781</c:v>
                </c:pt>
                <c:pt idx="68838">
                  <c:v>45998.666666666657</c:v>
                </c:pt>
                <c:pt idx="68839">
                  <c:v>45647.882638888892</c:v>
                </c:pt>
                <c:pt idx="68840">
                  <c:v>45597.76666666667</c:v>
                </c:pt>
                <c:pt idx="68841">
                  <c:v>45830.415972222218</c:v>
                </c:pt>
                <c:pt idx="68842">
                  <c:v>45895.809027777781</c:v>
                </c:pt>
                <c:pt idx="68843">
                  <c:v>45932.661111111112</c:v>
                </c:pt>
                <c:pt idx="68844">
                  <c:v>45566.520138888889</c:v>
                </c:pt>
                <c:pt idx="68845">
                  <c:v>45855.811111111107</c:v>
                </c:pt>
                <c:pt idx="68846">
                  <c:v>45561.664583333331</c:v>
                </c:pt>
                <c:pt idx="68847">
                  <c:v>45725.895138888889</c:v>
                </c:pt>
                <c:pt idx="68848">
                  <c:v>45554.991666666669</c:v>
                </c:pt>
                <c:pt idx="68849">
                  <c:v>45800.256944444453</c:v>
                </c:pt>
                <c:pt idx="68850">
                  <c:v>45672.878472222219</c:v>
                </c:pt>
                <c:pt idx="68851">
                  <c:v>45293.87777777778</c:v>
                </c:pt>
                <c:pt idx="68852">
                  <c:v>45865.077777777777</c:v>
                </c:pt>
                <c:pt idx="68853">
                  <c:v>45460.006249999999</c:v>
                </c:pt>
                <c:pt idx="68854">
                  <c:v>45583.834027777782</c:v>
                </c:pt>
                <c:pt idx="68855">
                  <c:v>45957.459027777782</c:v>
                </c:pt>
                <c:pt idx="68856">
                  <c:v>45554.984027777777</c:v>
                </c:pt>
                <c:pt idx="68857">
                  <c:v>45723.018055555563</c:v>
                </c:pt>
                <c:pt idx="68858">
                  <c:v>45783.050694444442</c:v>
                </c:pt>
                <c:pt idx="68859">
                  <c:v>45622.1</c:v>
                </c:pt>
                <c:pt idx="68860">
                  <c:v>45467.530555555553</c:v>
                </c:pt>
                <c:pt idx="68861">
                  <c:v>45441.369444444441</c:v>
                </c:pt>
                <c:pt idx="68862">
                  <c:v>45345.34652777778</c:v>
                </c:pt>
                <c:pt idx="68863">
                  <c:v>45453.527083333327</c:v>
                </c:pt>
                <c:pt idx="68864">
                  <c:v>45391.822222222218</c:v>
                </c:pt>
                <c:pt idx="68865">
                  <c:v>45674.666666666657</c:v>
                </c:pt>
                <c:pt idx="68866">
                  <c:v>45817.635416666657</c:v>
                </c:pt>
                <c:pt idx="68867">
                  <c:v>45496.942361111112</c:v>
                </c:pt>
                <c:pt idx="68868">
                  <c:v>45638.663888888892</c:v>
                </c:pt>
                <c:pt idx="68869">
                  <c:v>45313.495833333327</c:v>
                </c:pt>
                <c:pt idx="68870">
                  <c:v>45852.941666666673</c:v>
                </c:pt>
                <c:pt idx="68871">
                  <c:v>45798.534722222219</c:v>
                </c:pt>
                <c:pt idx="68872">
                  <c:v>45621.742361111108</c:v>
                </c:pt>
                <c:pt idx="68873">
                  <c:v>45777.609027777777</c:v>
                </c:pt>
                <c:pt idx="68874">
                  <c:v>45992.919444444437</c:v>
                </c:pt>
                <c:pt idx="68875">
                  <c:v>45307.479166666657</c:v>
                </c:pt>
                <c:pt idx="68876">
                  <c:v>45868.762499999997</c:v>
                </c:pt>
                <c:pt idx="68877">
                  <c:v>45920.072222222218</c:v>
                </c:pt>
                <c:pt idx="68878">
                  <c:v>45798.711805555547</c:v>
                </c:pt>
                <c:pt idx="68879">
                  <c:v>45812.479166666657</c:v>
                </c:pt>
                <c:pt idx="68880">
                  <c:v>45836.370833333327</c:v>
                </c:pt>
                <c:pt idx="68881">
                  <c:v>45853.422222222223</c:v>
                </c:pt>
                <c:pt idx="68882">
                  <c:v>45964.107638888891</c:v>
                </c:pt>
                <c:pt idx="68883">
                  <c:v>45904.488888888889</c:v>
                </c:pt>
                <c:pt idx="68884">
                  <c:v>45782.445833333331</c:v>
                </c:pt>
                <c:pt idx="68885">
                  <c:v>45942.101388888892</c:v>
                </c:pt>
                <c:pt idx="68886">
                  <c:v>45969.896527777782</c:v>
                </c:pt>
                <c:pt idx="68887">
                  <c:v>45887.61041666667</c:v>
                </c:pt>
                <c:pt idx="68888">
                  <c:v>46010.423611111109</c:v>
                </c:pt>
                <c:pt idx="68889">
                  <c:v>45699.742361111108</c:v>
                </c:pt>
                <c:pt idx="68890">
                  <c:v>46000.760416666657</c:v>
                </c:pt>
                <c:pt idx="68891">
                  <c:v>46019.878472222219</c:v>
                </c:pt>
                <c:pt idx="68892">
                  <c:v>45697.152083333327</c:v>
                </c:pt>
                <c:pt idx="68893">
                  <c:v>45552.799305555563</c:v>
                </c:pt>
                <c:pt idx="68894">
                  <c:v>45926.758333333331</c:v>
                </c:pt>
                <c:pt idx="68895">
                  <c:v>45897.140972222223</c:v>
                </c:pt>
                <c:pt idx="68896">
                  <c:v>45963.07708333333</c:v>
                </c:pt>
                <c:pt idx="68897">
                  <c:v>45555.591666666667</c:v>
                </c:pt>
                <c:pt idx="68898">
                  <c:v>45964.586111111108</c:v>
                </c:pt>
                <c:pt idx="68899">
                  <c:v>45303.029166666667</c:v>
                </c:pt>
                <c:pt idx="68900">
                  <c:v>45888.006944444453</c:v>
                </c:pt>
                <c:pt idx="68901">
                  <c:v>45698.841666666667</c:v>
                </c:pt>
                <c:pt idx="68902">
                  <c:v>45710.314583333333</c:v>
                </c:pt>
                <c:pt idx="68903">
                  <c:v>45312.634722222218</c:v>
                </c:pt>
                <c:pt idx="68904">
                  <c:v>45556.407638888893</c:v>
                </c:pt>
                <c:pt idx="68905">
                  <c:v>45611.396527777782</c:v>
                </c:pt>
                <c:pt idx="68906">
                  <c:v>45400.635416666657</c:v>
                </c:pt>
                <c:pt idx="68907">
                  <c:v>45681.570833333331</c:v>
                </c:pt>
                <c:pt idx="68908">
                  <c:v>45660.99722222222</c:v>
                </c:pt>
                <c:pt idx="68909">
                  <c:v>45358.40625</c:v>
                </c:pt>
                <c:pt idx="68910">
                  <c:v>45699.876388888893</c:v>
                </c:pt>
                <c:pt idx="68911">
                  <c:v>45702.364583333343</c:v>
                </c:pt>
                <c:pt idx="68912">
                  <c:v>45834.727777777778</c:v>
                </c:pt>
                <c:pt idx="68913">
                  <c:v>45639.668749999997</c:v>
                </c:pt>
                <c:pt idx="68914">
                  <c:v>45766.431250000001</c:v>
                </c:pt>
                <c:pt idx="68915">
                  <c:v>45911.561805555553</c:v>
                </c:pt>
                <c:pt idx="68916">
                  <c:v>45359.427083333343</c:v>
                </c:pt>
                <c:pt idx="68917">
                  <c:v>45914.796527777777</c:v>
                </c:pt>
                <c:pt idx="68918">
                  <c:v>45743.81527777778</c:v>
                </c:pt>
                <c:pt idx="68919">
                  <c:v>45793.212500000001</c:v>
                </c:pt>
                <c:pt idx="68920">
                  <c:v>45763.822222222218</c:v>
                </c:pt>
                <c:pt idx="68921">
                  <c:v>45984.636805555558</c:v>
                </c:pt>
                <c:pt idx="68922">
                  <c:v>45937.90625</c:v>
                </c:pt>
                <c:pt idx="68923">
                  <c:v>45830.861111111109</c:v>
                </c:pt>
                <c:pt idx="68924">
                  <c:v>45739.714583333327</c:v>
                </c:pt>
                <c:pt idx="68925">
                  <c:v>45854.395138888889</c:v>
                </c:pt>
                <c:pt idx="68926">
                  <c:v>45885.84375</c:v>
                </c:pt>
                <c:pt idx="68927">
                  <c:v>45959.786805555559</c:v>
                </c:pt>
                <c:pt idx="68928">
                  <c:v>45640.459722222222</c:v>
                </c:pt>
                <c:pt idx="68929">
                  <c:v>45461.925000000003</c:v>
                </c:pt>
                <c:pt idx="68930">
                  <c:v>45461.925000000003</c:v>
                </c:pt>
                <c:pt idx="68931">
                  <c:v>45537.87777777778</c:v>
                </c:pt>
                <c:pt idx="68932">
                  <c:v>45522.80972222222</c:v>
                </c:pt>
                <c:pt idx="68933">
                  <c:v>45414.877083333333</c:v>
                </c:pt>
                <c:pt idx="68934">
                  <c:v>45522.80972222222</c:v>
                </c:pt>
                <c:pt idx="68935">
                  <c:v>45730.693055555559</c:v>
                </c:pt>
                <c:pt idx="68936">
                  <c:v>45445.71597222222</c:v>
                </c:pt>
                <c:pt idx="68937">
                  <c:v>45803.296527777777</c:v>
                </c:pt>
                <c:pt idx="68938">
                  <c:v>45572.837500000001</c:v>
                </c:pt>
                <c:pt idx="68939">
                  <c:v>45414.877083333333</c:v>
                </c:pt>
                <c:pt idx="68940">
                  <c:v>45783.319444444453</c:v>
                </c:pt>
                <c:pt idx="68941">
                  <c:v>45730.693055555559</c:v>
                </c:pt>
                <c:pt idx="68942">
                  <c:v>45670.857638888891</c:v>
                </c:pt>
                <c:pt idx="68943">
                  <c:v>45613.852083333331</c:v>
                </c:pt>
                <c:pt idx="68944">
                  <c:v>45353.570138888892</c:v>
                </c:pt>
                <c:pt idx="68945">
                  <c:v>45353.570138888892</c:v>
                </c:pt>
                <c:pt idx="68946">
                  <c:v>45537.87777777778</c:v>
                </c:pt>
                <c:pt idx="68947">
                  <c:v>45783.319444444453</c:v>
                </c:pt>
                <c:pt idx="68948">
                  <c:v>45833.609027777777</c:v>
                </c:pt>
                <c:pt idx="68949">
                  <c:v>45760.929861111108</c:v>
                </c:pt>
                <c:pt idx="68950">
                  <c:v>45572.837500000001</c:v>
                </c:pt>
                <c:pt idx="68951">
                  <c:v>45760.929861111108</c:v>
                </c:pt>
                <c:pt idx="68952">
                  <c:v>45445.71597222222</c:v>
                </c:pt>
                <c:pt idx="68953">
                  <c:v>45640.459722222222</c:v>
                </c:pt>
                <c:pt idx="68954">
                  <c:v>45613.852083333331</c:v>
                </c:pt>
                <c:pt idx="68955">
                  <c:v>45803.296527777777</c:v>
                </c:pt>
                <c:pt idx="68956">
                  <c:v>45833.609027777777</c:v>
                </c:pt>
                <c:pt idx="68957">
                  <c:v>45670.857638888891</c:v>
                </c:pt>
                <c:pt idx="68958">
                  <c:v>45568.936111111107</c:v>
                </c:pt>
                <c:pt idx="68959">
                  <c:v>45944.84375</c:v>
                </c:pt>
                <c:pt idx="68960">
                  <c:v>45747.847222222219</c:v>
                </c:pt>
                <c:pt idx="68961">
                  <c:v>45354.770833333343</c:v>
                </c:pt>
                <c:pt idx="68962">
                  <c:v>45675.436111111107</c:v>
                </c:pt>
                <c:pt idx="68963">
                  <c:v>45632.213888888888</c:v>
                </c:pt>
                <c:pt idx="68964">
                  <c:v>45970.446527777778</c:v>
                </c:pt>
                <c:pt idx="68965">
                  <c:v>45422.452777777777</c:v>
                </c:pt>
                <c:pt idx="68966">
                  <c:v>46018.629861111112</c:v>
                </c:pt>
                <c:pt idx="68967">
                  <c:v>45818.804166666669</c:v>
                </c:pt>
                <c:pt idx="68968">
                  <c:v>45499.307638888888</c:v>
                </c:pt>
                <c:pt idx="68969">
                  <c:v>45420.480555555558</c:v>
                </c:pt>
                <c:pt idx="68970">
                  <c:v>45502.835416666669</c:v>
                </c:pt>
                <c:pt idx="68971">
                  <c:v>45523.863888888889</c:v>
                </c:pt>
                <c:pt idx="68972">
                  <c:v>45470.932638888888</c:v>
                </c:pt>
                <c:pt idx="68973">
                  <c:v>45760.90347222222</c:v>
                </c:pt>
                <c:pt idx="68974">
                  <c:v>45930.915277777778</c:v>
                </c:pt>
                <c:pt idx="68975">
                  <c:v>45571.915277777778</c:v>
                </c:pt>
                <c:pt idx="68976">
                  <c:v>45313.881249999999</c:v>
                </c:pt>
                <c:pt idx="68977">
                  <c:v>45916.821527777778</c:v>
                </c:pt>
                <c:pt idx="68978">
                  <c:v>45951.049305555563</c:v>
                </c:pt>
                <c:pt idx="68979">
                  <c:v>45355.823611111111</c:v>
                </c:pt>
                <c:pt idx="68980">
                  <c:v>45861.693055555559</c:v>
                </c:pt>
                <c:pt idx="68981">
                  <c:v>45764.448611111111</c:v>
                </c:pt>
                <c:pt idx="68982">
                  <c:v>45702.359027777777</c:v>
                </c:pt>
                <c:pt idx="68983">
                  <c:v>45886.388194444437</c:v>
                </c:pt>
                <c:pt idx="68984">
                  <c:v>45915.392361111109</c:v>
                </c:pt>
                <c:pt idx="68985">
                  <c:v>45938.45416666667</c:v>
                </c:pt>
                <c:pt idx="68986">
                  <c:v>45747.749305555553</c:v>
                </c:pt>
                <c:pt idx="68987">
                  <c:v>45967.415277777778</c:v>
                </c:pt>
                <c:pt idx="68988">
                  <c:v>45999.552083333343</c:v>
                </c:pt>
                <c:pt idx="68989">
                  <c:v>45710.464583333327</c:v>
                </c:pt>
                <c:pt idx="68990">
                  <c:v>45694.46597222222</c:v>
                </c:pt>
                <c:pt idx="68991">
                  <c:v>45882.526388888888</c:v>
                </c:pt>
                <c:pt idx="68992">
                  <c:v>45756.904861111107</c:v>
                </c:pt>
                <c:pt idx="68993">
                  <c:v>45910.75277777778</c:v>
                </c:pt>
                <c:pt idx="68994">
                  <c:v>46003.509027777778</c:v>
                </c:pt>
                <c:pt idx="68995">
                  <c:v>45792.504861111112</c:v>
                </c:pt>
                <c:pt idx="68996">
                  <c:v>45603.519444444442</c:v>
                </c:pt>
                <c:pt idx="68997">
                  <c:v>45359.811805555553</c:v>
                </c:pt>
                <c:pt idx="68998">
                  <c:v>45635.504861111112</c:v>
                </c:pt>
                <c:pt idx="68999">
                  <c:v>45708.504861111112</c:v>
                </c:pt>
                <c:pt idx="69000">
                  <c:v>45779.56527777778</c:v>
                </c:pt>
                <c:pt idx="69001">
                  <c:v>45568.518055555563</c:v>
                </c:pt>
                <c:pt idx="69002">
                  <c:v>45752.659722222219</c:v>
                </c:pt>
                <c:pt idx="69003">
                  <c:v>45670.737500000003</c:v>
                </c:pt>
                <c:pt idx="69004">
                  <c:v>45967.244444444441</c:v>
                </c:pt>
                <c:pt idx="69005">
                  <c:v>45497.722916666673</c:v>
                </c:pt>
                <c:pt idx="69006">
                  <c:v>45446.698611111111</c:v>
                </c:pt>
                <c:pt idx="69007">
                  <c:v>45406.713194444441</c:v>
                </c:pt>
                <c:pt idx="69008">
                  <c:v>45650.765277777777</c:v>
                </c:pt>
                <c:pt idx="69009">
                  <c:v>45719.830555555563</c:v>
                </c:pt>
                <c:pt idx="69010">
                  <c:v>45790.705555555563</c:v>
                </c:pt>
                <c:pt idx="69011">
                  <c:v>45336.888194444437</c:v>
                </c:pt>
                <c:pt idx="69012">
                  <c:v>45916.853472222218</c:v>
                </c:pt>
                <c:pt idx="69013">
                  <c:v>46010.67291666667</c:v>
                </c:pt>
                <c:pt idx="69014">
                  <c:v>45859.703472222223</c:v>
                </c:pt>
                <c:pt idx="69015">
                  <c:v>45879.384722222218</c:v>
                </c:pt>
                <c:pt idx="69016">
                  <c:v>45951.260416666657</c:v>
                </c:pt>
                <c:pt idx="69017">
                  <c:v>45982.621527777781</c:v>
                </c:pt>
                <c:pt idx="69018">
                  <c:v>45842.682638888888</c:v>
                </c:pt>
                <c:pt idx="69019">
                  <c:v>46017.50277777778</c:v>
                </c:pt>
                <c:pt idx="69020">
                  <c:v>45928.445833333331</c:v>
                </c:pt>
                <c:pt idx="69021">
                  <c:v>45916.442361111112</c:v>
                </c:pt>
                <c:pt idx="69022">
                  <c:v>45903.634027777778</c:v>
                </c:pt>
                <c:pt idx="69023">
                  <c:v>45941.376388888893</c:v>
                </c:pt>
                <c:pt idx="69024">
                  <c:v>45962.453472222223</c:v>
                </c:pt>
                <c:pt idx="69025">
                  <c:v>45890.752083333333</c:v>
                </c:pt>
                <c:pt idx="69026">
                  <c:v>45866.797222222223</c:v>
                </c:pt>
                <c:pt idx="69027">
                  <c:v>45971.782638888893</c:v>
                </c:pt>
                <c:pt idx="69028">
                  <c:v>45832.188194444447</c:v>
                </c:pt>
                <c:pt idx="69029">
                  <c:v>45792.741666666669</c:v>
                </c:pt>
                <c:pt idx="69030">
                  <c:v>46008.298611111109</c:v>
                </c:pt>
                <c:pt idx="69031">
                  <c:v>45994.820138888892</c:v>
                </c:pt>
                <c:pt idx="69032">
                  <c:v>45820.214583333327</c:v>
                </c:pt>
                <c:pt idx="69033">
                  <c:v>45806.558333333327</c:v>
                </c:pt>
                <c:pt idx="69034">
                  <c:v>45854.82916666667</c:v>
                </c:pt>
                <c:pt idx="69035">
                  <c:v>45698.469444444447</c:v>
                </c:pt>
                <c:pt idx="69036">
                  <c:v>45722.022916666669</c:v>
                </c:pt>
                <c:pt idx="69037">
                  <c:v>45562.025694444441</c:v>
                </c:pt>
                <c:pt idx="69038">
                  <c:v>45409.375694444447</c:v>
                </c:pt>
                <c:pt idx="69039">
                  <c:v>45777.052777777782</c:v>
                </c:pt>
                <c:pt idx="69040">
                  <c:v>45503.995138888888</c:v>
                </c:pt>
                <c:pt idx="69041">
                  <c:v>45838.115972222222</c:v>
                </c:pt>
                <c:pt idx="69042">
                  <c:v>45688.038888888892</c:v>
                </c:pt>
                <c:pt idx="69043">
                  <c:v>45842.731944444437</c:v>
                </c:pt>
                <c:pt idx="69044">
                  <c:v>45964.268750000003</c:v>
                </c:pt>
                <c:pt idx="69045">
                  <c:v>45603.736111111109</c:v>
                </c:pt>
                <c:pt idx="69046">
                  <c:v>46006.54791666667</c:v>
                </c:pt>
                <c:pt idx="69047">
                  <c:v>45940.727083333331</c:v>
                </c:pt>
                <c:pt idx="69048">
                  <c:v>45708.700694444437</c:v>
                </c:pt>
                <c:pt idx="69049">
                  <c:v>45681.831250000003</c:v>
                </c:pt>
                <c:pt idx="69050">
                  <c:v>45918.638194444437</c:v>
                </c:pt>
                <c:pt idx="69051">
                  <c:v>45343.677083333343</c:v>
                </c:pt>
                <c:pt idx="69052">
                  <c:v>45797.761111111111</c:v>
                </c:pt>
                <c:pt idx="69053">
                  <c:v>45987.515277777777</c:v>
                </c:pt>
                <c:pt idx="69054">
                  <c:v>45629.645138888889</c:v>
                </c:pt>
                <c:pt idx="69055">
                  <c:v>45654.240972222222</c:v>
                </c:pt>
                <c:pt idx="69056">
                  <c:v>45820.231249999997</c:v>
                </c:pt>
                <c:pt idx="69057">
                  <c:v>45864.220833333333</c:v>
                </c:pt>
                <c:pt idx="69058">
                  <c:v>45890.695138888892</c:v>
                </c:pt>
                <c:pt idx="69059">
                  <c:v>45729.600694444453</c:v>
                </c:pt>
                <c:pt idx="69060">
                  <c:v>45750.243055555547</c:v>
                </c:pt>
                <c:pt idx="69061">
                  <c:v>45775.287499999999</c:v>
                </c:pt>
                <c:pt idx="69062">
                  <c:v>45960.895138888889</c:v>
                </c:pt>
                <c:pt idx="69063">
                  <c:v>45750.604166666657</c:v>
                </c:pt>
                <c:pt idx="69064">
                  <c:v>45769.381944444453</c:v>
                </c:pt>
                <c:pt idx="69065">
                  <c:v>45930.15</c:v>
                </c:pt>
                <c:pt idx="69066">
                  <c:v>45790.921527777777</c:v>
                </c:pt>
                <c:pt idx="69067">
                  <c:v>46013.256249999999</c:v>
                </c:pt>
                <c:pt idx="69068">
                  <c:v>45814.269444444442</c:v>
                </c:pt>
                <c:pt idx="69069">
                  <c:v>45982.252083333333</c:v>
                </c:pt>
                <c:pt idx="69070">
                  <c:v>45868.990972222222</c:v>
                </c:pt>
                <c:pt idx="69071">
                  <c:v>45839.463194444441</c:v>
                </c:pt>
                <c:pt idx="69072">
                  <c:v>45922.447916666657</c:v>
                </c:pt>
                <c:pt idx="69073">
                  <c:v>45898.009027777778</c:v>
                </c:pt>
                <c:pt idx="69074">
                  <c:v>45993.515972222223</c:v>
                </c:pt>
                <c:pt idx="69075">
                  <c:v>45571.818749999999</c:v>
                </c:pt>
                <c:pt idx="69076">
                  <c:v>45884.965277777781</c:v>
                </c:pt>
                <c:pt idx="69077">
                  <c:v>45397.404166666667</c:v>
                </c:pt>
                <c:pt idx="69078">
                  <c:v>45544.897916666669</c:v>
                </c:pt>
                <c:pt idx="69079">
                  <c:v>45506.944444444453</c:v>
                </c:pt>
                <c:pt idx="69080">
                  <c:v>45778.87222222222</c:v>
                </c:pt>
                <c:pt idx="69081">
                  <c:v>45618.927083333343</c:v>
                </c:pt>
                <c:pt idx="69082">
                  <c:v>45623.845138888893</c:v>
                </c:pt>
                <c:pt idx="69083">
                  <c:v>45901.50277777778</c:v>
                </c:pt>
                <c:pt idx="69084">
                  <c:v>45870.609027777777</c:v>
                </c:pt>
                <c:pt idx="69085">
                  <c:v>45746.006944444453</c:v>
                </c:pt>
                <c:pt idx="69086">
                  <c:v>45937.832638888889</c:v>
                </c:pt>
                <c:pt idx="69087">
                  <c:v>45882.691666666673</c:v>
                </c:pt>
                <c:pt idx="69088">
                  <c:v>45672.707638888889</c:v>
                </c:pt>
                <c:pt idx="69089">
                  <c:v>45844.433333333327</c:v>
                </c:pt>
                <c:pt idx="69090">
                  <c:v>45796.40625</c:v>
                </c:pt>
                <c:pt idx="69091">
                  <c:v>45984.689583333333</c:v>
                </c:pt>
                <c:pt idx="69092">
                  <c:v>45564.397222222222</c:v>
                </c:pt>
                <c:pt idx="69093">
                  <c:v>45359.785416666673</c:v>
                </c:pt>
                <c:pt idx="69094">
                  <c:v>45493.513194444437</c:v>
                </c:pt>
                <c:pt idx="69095">
                  <c:v>45647.589583333327</c:v>
                </c:pt>
                <c:pt idx="69096">
                  <c:v>45873.493750000001</c:v>
                </c:pt>
                <c:pt idx="69097">
                  <c:v>45735</c:v>
                </c:pt>
                <c:pt idx="69098">
                  <c:v>46005.002083333333</c:v>
                </c:pt>
                <c:pt idx="69099">
                  <c:v>45406.973611111112</c:v>
                </c:pt>
                <c:pt idx="69100">
                  <c:v>45435.286805555559</c:v>
                </c:pt>
                <c:pt idx="69101">
                  <c:v>45866.841666666667</c:v>
                </c:pt>
                <c:pt idx="69102">
                  <c:v>45621.529861111107</c:v>
                </c:pt>
                <c:pt idx="69103">
                  <c:v>45547.599305555559</c:v>
                </c:pt>
                <c:pt idx="69104">
                  <c:v>45621.529861111107</c:v>
                </c:pt>
                <c:pt idx="69105">
                  <c:v>45547.599305555559</c:v>
                </c:pt>
                <c:pt idx="69106">
                  <c:v>45621.529861111107</c:v>
                </c:pt>
                <c:pt idx="69107">
                  <c:v>45547.599305555559</c:v>
                </c:pt>
                <c:pt idx="69108">
                  <c:v>45435.286805555559</c:v>
                </c:pt>
                <c:pt idx="69109">
                  <c:v>45455.768750000003</c:v>
                </c:pt>
                <c:pt idx="69110">
                  <c:v>45866.841666666667</c:v>
                </c:pt>
                <c:pt idx="69111">
                  <c:v>45455.768750000003</c:v>
                </c:pt>
                <c:pt idx="69112">
                  <c:v>46001.513888888891</c:v>
                </c:pt>
                <c:pt idx="69113">
                  <c:v>45455.768750000003</c:v>
                </c:pt>
                <c:pt idx="69114">
                  <c:v>46001.513888888891</c:v>
                </c:pt>
                <c:pt idx="69115">
                  <c:v>46001.513888888891</c:v>
                </c:pt>
                <c:pt idx="69116">
                  <c:v>46001.513888888891</c:v>
                </c:pt>
                <c:pt idx="69117">
                  <c:v>45947.159722222219</c:v>
                </c:pt>
                <c:pt idx="69118">
                  <c:v>45435.286805555559</c:v>
                </c:pt>
                <c:pt idx="69119">
                  <c:v>45730.327777777777</c:v>
                </c:pt>
                <c:pt idx="69120">
                  <c:v>45866.841666666667</c:v>
                </c:pt>
                <c:pt idx="69121">
                  <c:v>45730.327777777777</c:v>
                </c:pt>
                <c:pt idx="69122">
                  <c:v>45435.286805555559</c:v>
                </c:pt>
                <c:pt idx="69123">
                  <c:v>45455.768750000003</c:v>
                </c:pt>
                <c:pt idx="69124">
                  <c:v>45547.599305555559</c:v>
                </c:pt>
                <c:pt idx="69125">
                  <c:v>45730.327777777777</c:v>
                </c:pt>
                <c:pt idx="69126">
                  <c:v>45730.327777777777</c:v>
                </c:pt>
                <c:pt idx="69127">
                  <c:v>45947.159722222219</c:v>
                </c:pt>
                <c:pt idx="69128">
                  <c:v>45794.489583333343</c:v>
                </c:pt>
                <c:pt idx="69129">
                  <c:v>45794.489583333343</c:v>
                </c:pt>
                <c:pt idx="69130">
                  <c:v>45866.841666666667</c:v>
                </c:pt>
                <c:pt idx="69131">
                  <c:v>45621.529861111107</c:v>
                </c:pt>
                <c:pt idx="69132">
                  <c:v>45668.362500000003</c:v>
                </c:pt>
                <c:pt idx="69133">
                  <c:v>45668.362500000003</c:v>
                </c:pt>
                <c:pt idx="69134">
                  <c:v>45947.159722222219</c:v>
                </c:pt>
                <c:pt idx="69135">
                  <c:v>45794.489583333343</c:v>
                </c:pt>
                <c:pt idx="69136">
                  <c:v>45668.362500000003</c:v>
                </c:pt>
                <c:pt idx="69137">
                  <c:v>45668.362500000003</c:v>
                </c:pt>
                <c:pt idx="69138">
                  <c:v>45947.159722222219</c:v>
                </c:pt>
                <c:pt idx="69139">
                  <c:v>45794.489583333343</c:v>
                </c:pt>
                <c:pt idx="69140">
                  <c:v>45902.654166666667</c:v>
                </c:pt>
                <c:pt idx="69141">
                  <c:v>45936.682638888888</c:v>
                </c:pt>
                <c:pt idx="69142">
                  <c:v>45379.775694444441</c:v>
                </c:pt>
                <c:pt idx="69143">
                  <c:v>45431.602083333331</c:v>
                </c:pt>
                <c:pt idx="69144">
                  <c:v>45728.902083333327</c:v>
                </c:pt>
                <c:pt idx="69145">
                  <c:v>45632.743750000001</c:v>
                </c:pt>
                <c:pt idx="69146">
                  <c:v>45830.814583333333</c:v>
                </c:pt>
                <c:pt idx="69147">
                  <c:v>45496.972222222219</c:v>
                </c:pt>
                <c:pt idx="69148">
                  <c:v>45558.897222222222</c:v>
                </c:pt>
                <c:pt idx="69149">
                  <c:v>45963.913888888892</c:v>
                </c:pt>
                <c:pt idx="69150">
                  <c:v>45434.451388888891</c:v>
                </c:pt>
                <c:pt idx="69151">
                  <c:v>45487.511111111111</c:v>
                </c:pt>
                <c:pt idx="69152">
                  <c:v>45627.556250000001</c:v>
                </c:pt>
                <c:pt idx="69153">
                  <c:v>46010.802777777782</c:v>
                </c:pt>
                <c:pt idx="69154">
                  <c:v>45374.561805555553</c:v>
                </c:pt>
                <c:pt idx="69155">
                  <c:v>45801.686111111107</c:v>
                </c:pt>
                <c:pt idx="69156">
                  <c:v>45878.504861111112</c:v>
                </c:pt>
                <c:pt idx="69157">
                  <c:v>45698.055555555547</c:v>
                </c:pt>
                <c:pt idx="69158">
                  <c:v>45769.496527777781</c:v>
                </c:pt>
                <c:pt idx="69159">
                  <c:v>45561.001388888893</c:v>
                </c:pt>
                <c:pt idx="69160">
                  <c:v>45376.404166666667</c:v>
                </c:pt>
                <c:pt idx="69161">
                  <c:v>45741.409722222219</c:v>
                </c:pt>
                <c:pt idx="69162">
                  <c:v>45702.01458333333</c:v>
                </c:pt>
                <c:pt idx="69163">
                  <c:v>45683.902083333327</c:v>
                </c:pt>
                <c:pt idx="69164">
                  <c:v>45917.620138888888</c:v>
                </c:pt>
                <c:pt idx="69165">
                  <c:v>46003.45208333333</c:v>
                </c:pt>
                <c:pt idx="69166">
                  <c:v>45355.945833333331</c:v>
                </c:pt>
                <c:pt idx="69167">
                  <c:v>45464.86041666667</c:v>
                </c:pt>
                <c:pt idx="69168">
                  <c:v>45360.399305555547</c:v>
                </c:pt>
                <c:pt idx="69169">
                  <c:v>46001.32916666667</c:v>
                </c:pt>
                <c:pt idx="69170">
                  <c:v>45494.620138888888</c:v>
                </c:pt>
                <c:pt idx="69171">
                  <c:v>45768.463888888888</c:v>
                </c:pt>
                <c:pt idx="69172">
                  <c:v>45886.515277777777</c:v>
                </c:pt>
                <c:pt idx="69173">
                  <c:v>45669.740277777782</c:v>
                </c:pt>
                <c:pt idx="69174">
                  <c:v>45724.381944444453</c:v>
                </c:pt>
                <c:pt idx="69175">
                  <c:v>45739.546527777777</c:v>
                </c:pt>
                <c:pt idx="69176">
                  <c:v>45857.679166666669</c:v>
                </c:pt>
                <c:pt idx="69177">
                  <c:v>45790.353472222218</c:v>
                </c:pt>
                <c:pt idx="69178">
                  <c:v>45985.459722222222</c:v>
                </c:pt>
                <c:pt idx="69179">
                  <c:v>45768.579861111109</c:v>
                </c:pt>
                <c:pt idx="69180">
                  <c:v>45750.45</c:v>
                </c:pt>
                <c:pt idx="69181">
                  <c:v>45835.293055555558</c:v>
                </c:pt>
                <c:pt idx="69182">
                  <c:v>45740.379166666673</c:v>
                </c:pt>
                <c:pt idx="69183">
                  <c:v>45951.431944444441</c:v>
                </c:pt>
                <c:pt idx="69184">
                  <c:v>45867.563888888893</c:v>
                </c:pt>
                <c:pt idx="69185">
                  <c:v>45812.546527777777</c:v>
                </c:pt>
                <c:pt idx="69186">
                  <c:v>45989.84097222222</c:v>
                </c:pt>
                <c:pt idx="69187">
                  <c:v>45808.302777777782</c:v>
                </c:pt>
                <c:pt idx="69188">
                  <c:v>45735.822916666657</c:v>
                </c:pt>
                <c:pt idx="69189">
                  <c:v>45710.595833333333</c:v>
                </c:pt>
                <c:pt idx="69190">
                  <c:v>45841.821527777778</c:v>
                </c:pt>
                <c:pt idx="69191">
                  <c:v>45684.645138888889</c:v>
                </c:pt>
                <c:pt idx="69192">
                  <c:v>45934.783333333333</c:v>
                </c:pt>
                <c:pt idx="69193">
                  <c:v>45770.847222222219</c:v>
                </c:pt>
                <c:pt idx="69194">
                  <c:v>45904.23541666667</c:v>
                </c:pt>
                <c:pt idx="69195">
                  <c:v>45967.25</c:v>
                </c:pt>
                <c:pt idx="69196">
                  <c:v>45879.87222222222</c:v>
                </c:pt>
                <c:pt idx="69197">
                  <c:v>46017.704861111109</c:v>
                </c:pt>
                <c:pt idx="69198">
                  <c:v>45749.777083333327</c:v>
                </c:pt>
                <c:pt idx="69199">
                  <c:v>45693.979166666657</c:v>
                </c:pt>
                <c:pt idx="69200">
                  <c:v>45962.061111111107</c:v>
                </c:pt>
                <c:pt idx="69201">
                  <c:v>45839.645138888889</c:v>
                </c:pt>
                <c:pt idx="69202">
                  <c:v>45627.007638888892</c:v>
                </c:pt>
                <c:pt idx="69203">
                  <c:v>45625.421527777777</c:v>
                </c:pt>
                <c:pt idx="69204">
                  <c:v>45835.645833333343</c:v>
                </c:pt>
                <c:pt idx="69205">
                  <c:v>45462.527083333327</c:v>
                </c:pt>
                <c:pt idx="69206">
                  <c:v>45338.623611111107</c:v>
                </c:pt>
                <c:pt idx="69207">
                  <c:v>45558.640277777777</c:v>
                </c:pt>
                <c:pt idx="69208">
                  <c:v>45733.495833333327</c:v>
                </c:pt>
                <c:pt idx="69209">
                  <c:v>45732.01666666667</c:v>
                </c:pt>
                <c:pt idx="69210">
                  <c:v>45341.480555555558</c:v>
                </c:pt>
                <c:pt idx="69211">
                  <c:v>45421.520833333343</c:v>
                </c:pt>
                <c:pt idx="69212">
                  <c:v>45371.869444444441</c:v>
                </c:pt>
                <c:pt idx="69213">
                  <c:v>45345.533333333333</c:v>
                </c:pt>
                <c:pt idx="69214">
                  <c:v>45852.575694444437</c:v>
                </c:pt>
                <c:pt idx="69215">
                  <c:v>45473.70208333333</c:v>
                </c:pt>
                <c:pt idx="69216">
                  <c:v>45625.570833333331</c:v>
                </c:pt>
                <c:pt idx="69217">
                  <c:v>45954.534722222219</c:v>
                </c:pt>
                <c:pt idx="69218">
                  <c:v>45954.535416666673</c:v>
                </c:pt>
                <c:pt idx="69219">
                  <c:v>45539.414583333331</c:v>
                </c:pt>
                <c:pt idx="69220">
                  <c:v>45886.605555555558</c:v>
                </c:pt>
                <c:pt idx="69221">
                  <c:v>45586.590277777781</c:v>
                </c:pt>
                <c:pt idx="69222">
                  <c:v>45378.806944444441</c:v>
                </c:pt>
                <c:pt idx="69223">
                  <c:v>45733.944444444453</c:v>
                </c:pt>
                <c:pt idx="69224">
                  <c:v>45683.98541666667</c:v>
                </c:pt>
                <c:pt idx="69225">
                  <c:v>45407.861805555563</c:v>
                </c:pt>
                <c:pt idx="69226">
                  <c:v>45530.729166666657</c:v>
                </c:pt>
                <c:pt idx="69227">
                  <c:v>45369.457638888889</c:v>
                </c:pt>
                <c:pt idx="69228">
                  <c:v>45810.875</c:v>
                </c:pt>
                <c:pt idx="69229">
                  <c:v>45670.6</c:v>
                </c:pt>
                <c:pt idx="69230">
                  <c:v>45769.509722222218</c:v>
                </c:pt>
                <c:pt idx="69231">
                  <c:v>45929.505555555559</c:v>
                </c:pt>
                <c:pt idx="69232">
                  <c:v>45922.548611111109</c:v>
                </c:pt>
                <c:pt idx="69233">
                  <c:v>45881.708333333343</c:v>
                </c:pt>
                <c:pt idx="69234">
                  <c:v>45904.940972222219</c:v>
                </c:pt>
                <c:pt idx="69235">
                  <c:v>45824.395138888889</c:v>
                </c:pt>
                <c:pt idx="69236">
                  <c:v>45740.298611111109</c:v>
                </c:pt>
                <c:pt idx="69237">
                  <c:v>45797.365277777782</c:v>
                </c:pt>
                <c:pt idx="69238">
                  <c:v>45851.924305555563</c:v>
                </c:pt>
                <c:pt idx="69239">
                  <c:v>45770.920138888891</c:v>
                </c:pt>
                <c:pt idx="69240">
                  <c:v>45717.783333333333</c:v>
                </c:pt>
                <c:pt idx="69241">
                  <c:v>45299.779166666667</c:v>
                </c:pt>
                <c:pt idx="69242">
                  <c:v>45876.510416666657</c:v>
                </c:pt>
                <c:pt idx="69243">
                  <c:v>45460.570833333331</c:v>
                </c:pt>
                <c:pt idx="69244">
                  <c:v>45385.79583333333</c:v>
                </c:pt>
                <c:pt idx="69245">
                  <c:v>45847.440972222219</c:v>
                </c:pt>
                <c:pt idx="69246">
                  <c:v>45371.372916666667</c:v>
                </c:pt>
                <c:pt idx="69247">
                  <c:v>45566.856944444437</c:v>
                </c:pt>
                <c:pt idx="69248">
                  <c:v>45817.490277777782</c:v>
                </c:pt>
                <c:pt idx="69249">
                  <c:v>45813.484027777777</c:v>
                </c:pt>
                <c:pt idx="69250">
                  <c:v>45644.798611111109</c:v>
                </c:pt>
                <c:pt idx="69251">
                  <c:v>45601.429166666669</c:v>
                </c:pt>
                <c:pt idx="69252">
                  <c:v>45936.568055555559</c:v>
                </c:pt>
                <c:pt idx="69253">
                  <c:v>45688.572222222218</c:v>
                </c:pt>
                <c:pt idx="69254">
                  <c:v>45903.458333333343</c:v>
                </c:pt>
                <c:pt idx="69255">
                  <c:v>45688.572222222218</c:v>
                </c:pt>
                <c:pt idx="69256">
                  <c:v>45541.477083333331</c:v>
                </c:pt>
                <c:pt idx="69257">
                  <c:v>45383.834027777782</c:v>
                </c:pt>
                <c:pt idx="69258">
                  <c:v>45802.877083333333</c:v>
                </c:pt>
                <c:pt idx="69259">
                  <c:v>45505.570833333331</c:v>
                </c:pt>
                <c:pt idx="69260">
                  <c:v>45413.520833333343</c:v>
                </c:pt>
                <c:pt idx="69261">
                  <c:v>45413.527777777781</c:v>
                </c:pt>
                <c:pt idx="69262">
                  <c:v>46001.581250000003</c:v>
                </c:pt>
                <c:pt idx="69263">
                  <c:v>45897.864583333343</c:v>
                </c:pt>
                <c:pt idx="69264">
                  <c:v>45952.369444444441</c:v>
                </c:pt>
                <c:pt idx="69265">
                  <c:v>45769.884722222218</c:v>
                </c:pt>
                <c:pt idx="69266">
                  <c:v>45966.86041666667</c:v>
                </c:pt>
                <c:pt idx="69267">
                  <c:v>45824.852083333331</c:v>
                </c:pt>
                <c:pt idx="69268">
                  <c:v>45917.888194444437</c:v>
                </c:pt>
                <c:pt idx="69269">
                  <c:v>45756.511111111111</c:v>
                </c:pt>
                <c:pt idx="69270">
                  <c:v>45987.542361111111</c:v>
                </c:pt>
                <c:pt idx="69271">
                  <c:v>45799.326388888891</c:v>
                </c:pt>
                <c:pt idx="69272">
                  <c:v>45853.512499999997</c:v>
                </c:pt>
                <c:pt idx="69273">
                  <c:v>45876.591666666667</c:v>
                </c:pt>
                <c:pt idx="69274">
                  <c:v>46020.429166666669</c:v>
                </c:pt>
                <c:pt idx="69275">
                  <c:v>45806.698611111111</c:v>
                </c:pt>
                <c:pt idx="69276">
                  <c:v>45593.602083333331</c:v>
                </c:pt>
                <c:pt idx="69277">
                  <c:v>45407.427777777782</c:v>
                </c:pt>
                <c:pt idx="69278">
                  <c:v>45764.314583333333</c:v>
                </c:pt>
                <c:pt idx="69279">
                  <c:v>45561.302083333343</c:v>
                </c:pt>
                <c:pt idx="69280">
                  <c:v>46012.539583333331</c:v>
                </c:pt>
                <c:pt idx="69281">
                  <c:v>45945.429861111108</c:v>
                </c:pt>
                <c:pt idx="69282">
                  <c:v>45982.34097222222</c:v>
                </c:pt>
                <c:pt idx="69283">
                  <c:v>45616.623611111107</c:v>
                </c:pt>
                <c:pt idx="69284">
                  <c:v>45653.640277777777</c:v>
                </c:pt>
                <c:pt idx="69285">
                  <c:v>45426.492361111108</c:v>
                </c:pt>
                <c:pt idx="69286">
                  <c:v>45686.470138888893</c:v>
                </c:pt>
                <c:pt idx="69287">
                  <c:v>45535.638888888891</c:v>
                </c:pt>
                <c:pt idx="69288">
                  <c:v>45908.378472222219</c:v>
                </c:pt>
                <c:pt idx="69289">
                  <c:v>45739.413888888892</c:v>
                </c:pt>
                <c:pt idx="69290">
                  <c:v>45500.34097222222</c:v>
                </c:pt>
                <c:pt idx="69291">
                  <c:v>45867.354166666657</c:v>
                </c:pt>
                <c:pt idx="69292">
                  <c:v>45836.482638888891</c:v>
                </c:pt>
                <c:pt idx="69293">
                  <c:v>45471.32708333333</c:v>
                </c:pt>
                <c:pt idx="69294">
                  <c:v>45713.601388888892</c:v>
                </c:pt>
                <c:pt idx="69295">
                  <c:v>45945.615277777782</c:v>
                </c:pt>
                <c:pt idx="69296">
                  <c:v>45727.818749999999</c:v>
                </c:pt>
                <c:pt idx="69297">
                  <c:v>46022.387499999997</c:v>
                </c:pt>
                <c:pt idx="69298">
                  <c:v>45915.44027777778</c:v>
                </c:pt>
                <c:pt idx="69299">
                  <c:v>45820.3</c:v>
                </c:pt>
                <c:pt idx="69300">
                  <c:v>45974.847916666673</c:v>
                </c:pt>
                <c:pt idx="69301">
                  <c:v>45881.402083333327</c:v>
                </c:pt>
                <c:pt idx="69302">
                  <c:v>45904.816666666673</c:v>
                </c:pt>
                <c:pt idx="69303">
                  <c:v>45915.447222222218</c:v>
                </c:pt>
                <c:pt idx="69304">
                  <c:v>45851.754861111112</c:v>
                </c:pt>
                <c:pt idx="69305">
                  <c:v>46006.669444444437</c:v>
                </c:pt>
                <c:pt idx="69306">
                  <c:v>45794.407638888893</c:v>
                </c:pt>
                <c:pt idx="69307">
                  <c:v>45990.272222222222</c:v>
                </c:pt>
                <c:pt idx="69308">
                  <c:v>45699.70416666667</c:v>
                </c:pt>
                <c:pt idx="69309">
                  <c:v>45710.372916666667</c:v>
                </c:pt>
                <c:pt idx="69310">
                  <c:v>45765.52847222222</c:v>
                </c:pt>
                <c:pt idx="69311">
                  <c:v>45793.285416666673</c:v>
                </c:pt>
                <c:pt idx="69312">
                  <c:v>45943.351388888892</c:v>
                </c:pt>
                <c:pt idx="69313">
                  <c:v>45580.411805555559</c:v>
                </c:pt>
                <c:pt idx="69314">
                  <c:v>45860.34375</c:v>
                </c:pt>
                <c:pt idx="69315">
                  <c:v>45513.413194444453</c:v>
                </c:pt>
                <c:pt idx="69316">
                  <c:v>45305.500694444447</c:v>
                </c:pt>
                <c:pt idx="69317">
                  <c:v>46003.444444444453</c:v>
                </c:pt>
                <c:pt idx="69318">
                  <c:v>45719.695138888892</c:v>
                </c:pt>
                <c:pt idx="69319">
                  <c:v>45644.361111111109</c:v>
                </c:pt>
                <c:pt idx="69320">
                  <c:v>45446.499305555553</c:v>
                </c:pt>
                <c:pt idx="69321">
                  <c:v>45378.473611111112</c:v>
                </c:pt>
                <c:pt idx="69322">
                  <c:v>45429.866666666669</c:v>
                </c:pt>
                <c:pt idx="69323">
                  <c:v>45538.638888888891</c:v>
                </c:pt>
                <c:pt idx="69324">
                  <c:v>45488.450694444437</c:v>
                </c:pt>
                <c:pt idx="69325">
                  <c:v>45599.831944444442</c:v>
                </c:pt>
                <c:pt idx="69326">
                  <c:v>45529.690972222219</c:v>
                </c:pt>
                <c:pt idx="69327">
                  <c:v>45989.824305555558</c:v>
                </c:pt>
                <c:pt idx="69328">
                  <c:v>45743.648611111108</c:v>
                </c:pt>
                <c:pt idx="69329">
                  <c:v>45498.399305555547</c:v>
                </c:pt>
                <c:pt idx="69330">
                  <c:v>45679.454861111109</c:v>
                </c:pt>
                <c:pt idx="69331">
                  <c:v>45585.364583333343</c:v>
                </c:pt>
                <c:pt idx="69332">
                  <c:v>45666.331944444442</c:v>
                </c:pt>
                <c:pt idx="69333">
                  <c:v>45519.804166666669</c:v>
                </c:pt>
                <c:pt idx="69334">
                  <c:v>45830.595833333333</c:v>
                </c:pt>
                <c:pt idx="69335">
                  <c:v>45478.459027777782</c:v>
                </c:pt>
                <c:pt idx="69336">
                  <c:v>45486.499305555553</c:v>
                </c:pt>
                <c:pt idx="69337">
                  <c:v>45525.554166666669</c:v>
                </c:pt>
                <c:pt idx="69338">
                  <c:v>45996.509027777778</c:v>
                </c:pt>
                <c:pt idx="69339">
                  <c:v>45949.654166666667</c:v>
                </c:pt>
                <c:pt idx="69340">
                  <c:v>45989.512499999997</c:v>
                </c:pt>
                <c:pt idx="69341">
                  <c:v>45688.574305555558</c:v>
                </c:pt>
                <c:pt idx="69342">
                  <c:v>45688.574305555558</c:v>
                </c:pt>
                <c:pt idx="69343">
                  <c:v>45434.887499999997</c:v>
                </c:pt>
                <c:pt idx="69344">
                  <c:v>45434.887499999997</c:v>
                </c:pt>
                <c:pt idx="69345">
                  <c:v>45352.696527777778</c:v>
                </c:pt>
                <c:pt idx="69346">
                  <c:v>45380.765972222223</c:v>
                </c:pt>
                <c:pt idx="69347">
                  <c:v>45926.673611111109</c:v>
                </c:pt>
                <c:pt idx="69348">
                  <c:v>45926.673611111109</c:v>
                </c:pt>
                <c:pt idx="69349">
                  <c:v>45734.106249999997</c:v>
                </c:pt>
                <c:pt idx="69350">
                  <c:v>45632.161805555559</c:v>
                </c:pt>
                <c:pt idx="69351">
                  <c:v>45632.161805555559</c:v>
                </c:pt>
                <c:pt idx="69352">
                  <c:v>45718.638888888891</c:v>
                </c:pt>
                <c:pt idx="69353">
                  <c:v>45352.696527777778</c:v>
                </c:pt>
                <c:pt idx="69354">
                  <c:v>45380.765972222223</c:v>
                </c:pt>
                <c:pt idx="69355">
                  <c:v>45471.598611111112</c:v>
                </c:pt>
                <c:pt idx="69356">
                  <c:v>45718.638888888891</c:v>
                </c:pt>
                <c:pt idx="69357">
                  <c:v>45498.877083333333</c:v>
                </c:pt>
                <c:pt idx="69358">
                  <c:v>45498.877083333333</c:v>
                </c:pt>
                <c:pt idx="69359">
                  <c:v>45558.063194444447</c:v>
                </c:pt>
                <c:pt idx="69360">
                  <c:v>45582.599305555559</c:v>
                </c:pt>
                <c:pt idx="69361">
                  <c:v>45582.599305555559</c:v>
                </c:pt>
                <c:pt idx="69362">
                  <c:v>45408.050694444442</c:v>
                </c:pt>
                <c:pt idx="69363">
                  <c:v>45408.050694444442</c:v>
                </c:pt>
                <c:pt idx="69364">
                  <c:v>45427.696527777778</c:v>
                </c:pt>
                <c:pt idx="69365">
                  <c:v>45427.696527777778</c:v>
                </c:pt>
                <c:pt idx="69366">
                  <c:v>45654.811111111107</c:v>
                </c:pt>
                <c:pt idx="69367">
                  <c:v>45654.811111111107</c:v>
                </c:pt>
                <c:pt idx="69368">
                  <c:v>45783.986805555563</c:v>
                </c:pt>
                <c:pt idx="69369">
                  <c:v>45783.986805555563</c:v>
                </c:pt>
                <c:pt idx="69370">
                  <c:v>45522.138888888891</c:v>
                </c:pt>
                <c:pt idx="69371">
                  <c:v>45522.138888888891</c:v>
                </c:pt>
                <c:pt idx="69372">
                  <c:v>45471.598611111112</c:v>
                </c:pt>
                <c:pt idx="69373">
                  <c:v>45558.063194444447</c:v>
                </c:pt>
                <c:pt idx="69374">
                  <c:v>45671.619444444441</c:v>
                </c:pt>
                <c:pt idx="69375">
                  <c:v>45761.952777777777</c:v>
                </c:pt>
                <c:pt idx="69376">
                  <c:v>45734.106249999997</c:v>
                </c:pt>
                <c:pt idx="69377">
                  <c:v>45761.952777777777</c:v>
                </c:pt>
                <c:pt idx="69378">
                  <c:v>45671.619444444441</c:v>
                </c:pt>
                <c:pt idx="69379">
                  <c:v>45658.979861111111</c:v>
                </c:pt>
                <c:pt idx="69380">
                  <c:v>45831.605555555558</c:v>
                </c:pt>
                <c:pt idx="69381">
                  <c:v>45378.738888888889</c:v>
                </c:pt>
                <c:pt idx="69382">
                  <c:v>45785.311805555553</c:v>
                </c:pt>
                <c:pt idx="69383">
                  <c:v>45379.414583333331</c:v>
                </c:pt>
                <c:pt idx="69384">
                  <c:v>45378.741666666669</c:v>
                </c:pt>
                <c:pt idx="69385">
                  <c:v>45939.038888888892</c:v>
                </c:pt>
                <c:pt idx="69386">
                  <c:v>45503.422222222223</c:v>
                </c:pt>
                <c:pt idx="69387">
                  <c:v>45666.536805555559</c:v>
                </c:pt>
                <c:pt idx="69388">
                  <c:v>45496.269444444442</c:v>
                </c:pt>
                <c:pt idx="69389">
                  <c:v>45962.328472222223</c:v>
                </c:pt>
                <c:pt idx="69390">
                  <c:v>45903.551388888889</c:v>
                </c:pt>
                <c:pt idx="69391">
                  <c:v>45625.724305555559</c:v>
                </c:pt>
                <c:pt idx="69392">
                  <c:v>45764.864583333343</c:v>
                </c:pt>
                <c:pt idx="69393">
                  <c:v>45716.931944444441</c:v>
                </c:pt>
                <c:pt idx="69394">
                  <c:v>45905.819444444453</c:v>
                </c:pt>
                <c:pt idx="69395">
                  <c:v>45455.245833333327</c:v>
                </c:pt>
                <c:pt idx="69396">
                  <c:v>45977.710416666669</c:v>
                </c:pt>
                <c:pt idx="69397">
                  <c:v>45507.794444444437</c:v>
                </c:pt>
                <c:pt idx="69398">
                  <c:v>46008.364583333343</c:v>
                </c:pt>
                <c:pt idx="69399">
                  <c:v>45928.550694444442</c:v>
                </c:pt>
                <c:pt idx="69400">
                  <c:v>46018.447222222218</c:v>
                </c:pt>
                <c:pt idx="69401">
                  <c:v>45722.486111111109</c:v>
                </c:pt>
                <c:pt idx="69402">
                  <c:v>45567.776388888888</c:v>
                </c:pt>
                <c:pt idx="69403">
                  <c:v>45898.267361111109</c:v>
                </c:pt>
                <c:pt idx="69404">
                  <c:v>45656.200694444437</c:v>
                </c:pt>
                <c:pt idx="69405">
                  <c:v>45625.18472222222</c:v>
                </c:pt>
                <c:pt idx="69406">
                  <c:v>45869.743750000001</c:v>
                </c:pt>
                <c:pt idx="69407">
                  <c:v>45397.563888888893</c:v>
                </c:pt>
                <c:pt idx="69408">
                  <c:v>45960.647222222222</c:v>
                </c:pt>
                <c:pt idx="69409">
                  <c:v>45744.967361111107</c:v>
                </c:pt>
                <c:pt idx="69410">
                  <c:v>45910.504166666673</c:v>
                </c:pt>
                <c:pt idx="69411">
                  <c:v>45428.39166666667</c:v>
                </c:pt>
                <c:pt idx="69412">
                  <c:v>45992.845138888893</c:v>
                </c:pt>
                <c:pt idx="69413">
                  <c:v>45931.915972222218</c:v>
                </c:pt>
                <c:pt idx="69414">
                  <c:v>45672.553472222222</c:v>
                </c:pt>
                <c:pt idx="69415">
                  <c:v>45473.552777777782</c:v>
                </c:pt>
                <c:pt idx="69416">
                  <c:v>45320.74722222222</c:v>
                </c:pt>
                <c:pt idx="69417">
                  <c:v>45601.695138888892</c:v>
                </c:pt>
                <c:pt idx="69418">
                  <c:v>45849.324305555558</c:v>
                </c:pt>
                <c:pt idx="69419">
                  <c:v>45537.382638888892</c:v>
                </c:pt>
                <c:pt idx="69420">
                  <c:v>45778.322916666657</c:v>
                </c:pt>
                <c:pt idx="69421">
                  <c:v>45912.798611111109</c:v>
                </c:pt>
                <c:pt idx="69422">
                  <c:v>45834.792361111111</c:v>
                </c:pt>
                <c:pt idx="69423">
                  <c:v>45807.703472222223</c:v>
                </c:pt>
                <c:pt idx="69424">
                  <c:v>45908.416666666657</c:v>
                </c:pt>
                <c:pt idx="69425">
                  <c:v>45432.416666666657</c:v>
                </c:pt>
                <c:pt idx="69426">
                  <c:v>45753.567361111112</c:v>
                </c:pt>
                <c:pt idx="69427">
                  <c:v>45482.744444444441</c:v>
                </c:pt>
                <c:pt idx="69428">
                  <c:v>45876.538888888892</c:v>
                </c:pt>
                <c:pt idx="69429">
                  <c:v>45449.759722222218</c:v>
                </c:pt>
                <c:pt idx="69430">
                  <c:v>45639.474305555559</c:v>
                </c:pt>
                <c:pt idx="69431">
                  <c:v>45693.711111111108</c:v>
                </c:pt>
                <c:pt idx="69432">
                  <c:v>45510.93472222222</c:v>
                </c:pt>
                <c:pt idx="69433">
                  <c:v>45873.711111111108</c:v>
                </c:pt>
                <c:pt idx="69434">
                  <c:v>45955.383333333331</c:v>
                </c:pt>
                <c:pt idx="69435">
                  <c:v>45806.71597222222</c:v>
                </c:pt>
                <c:pt idx="69436">
                  <c:v>45329.577777777777</c:v>
                </c:pt>
                <c:pt idx="69437">
                  <c:v>45744.459722222222</c:v>
                </c:pt>
                <c:pt idx="69438">
                  <c:v>45459.754861111112</c:v>
                </c:pt>
                <c:pt idx="69439">
                  <c:v>45602.404166666667</c:v>
                </c:pt>
                <c:pt idx="69440">
                  <c:v>45377.559027777781</c:v>
                </c:pt>
                <c:pt idx="69441">
                  <c:v>45992.548611111109</c:v>
                </c:pt>
                <c:pt idx="69442">
                  <c:v>45839.679166666669</c:v>
                </c:pt>
                <c:pt idx="69443">
                  <c:v>45477.731249999997</c:v>
                </c:pt>
                <c:pt idx="69444">
                  <c:v>45907.01458333333</c:v>
                </c:pt>
                <c:pt idx="69445">
                  <c:v>45769.868750000001</c:v>
                </c:pt>
                <c:pt idx="69446">
                  <c:v>45840.854166666657</c:v>
                </c:pt>
                <c:pt idx="69447">
                  <c:v>45994.85833333333</c:v>
                </c:pt>
                <c:pt idx="69448">
                  <c:v>45948.772222222222</c:v>
                </c:pt>
                <c:pt idx="69449">
                  <c:v>45878.961805555547</c:v>
                </c:pt>
                <c:pt idx="69450">
                  <c:v>45968.803472222222</c:v>
                </c:pt>
                <c:pt idx="69451">
                  <c:v>45760.318055555559</c:v>
                </c:pt>
                <c:pt idx="69452">
                  <c:v>45592.495138888888</c:v>
                </c:pt>
                <c:pt idx="69453">
                  <c:v>45990.599305555559</c:v>
                </c:pt>
                <c:pt idx="69454">
                  <c:v>45662.771527777782</c:v>
                </c:pt>
                <c:pt idx="69455">
                  <c:v>45733.557638888888</c:v>
                </c:pt>
                <c:pt idx="69456">
                  <c:v>45844.619444444441</c:v>
                </c:pt>
                <c:pt idx="69457">
                  <c:v>45562.370138888888</c:v>
                </c:pt>
                <c:pt idx="69458">
                  <c:v>45538.741666666669</c:v>
                </c:pt>
                <c:pt idx="69459">
                  <c:v>45936.63958333333</c:v>
                </c:pt>
                <c:pt idx="69460">
                  <c:v>45344.522222222222</c:v>
                </c:pt>
                <c:pt idx="69461">
                  <c:v>45300.629166666673</c:v>
                </c:pt>
                <c:pt idx="69462">
                  <c:v>45531.601388888892</c:v>
                </c:pt>
                <c:pt idx="69463">
                  <c:v>45937.563888888893</c:v>
                </c:pt>
                <c:pt idx="69464">
                  <c:v>45457.675694444442</c:v>
                </c:pt>
                <c:pt idx="69465">
                  <c:v>45568.692361111112</c:v>
                </c:pt>
                <c:pt idx="69466">
                  <c:v>45309.515277777777</c:v>
                </c:pt>
                <c:pt idx="69467">
                  <c:v>45688.545138888891</c:v>
                </c:pt>
                <c:pt idx="69468">
                  <c:v>45502.558333333327</c:v>
                </c:pt>
                <c:pt idx="69469">
                  <c:v>45603.515277777777</c:v>
                </c:pt>
                <c:pt idx="69470">
                  <c:v>45709.522916666669</c:v>
                </c:pt>
                <c:pt idx="69471">
                  <c:v>45397.625</c:v>
                </c:pt>
                <c:pt idx="69472">
                  <c:v>45428.82708333333</c:v>
                </c:pt>
                <c:pt idx="69473">
                  <c:v>45759.620138888888</c:v>
                </c:pt>
                <c:pt idx="69474">
                  <c:v>45641.740972222222</c:v>
                </c:pt>
                <c:pt idx="69475">
                  <c:v>45387.689583333333</c:v>
                </c:pt>
                <c:pt idx="69476">
                  <c:v>45945.579861111109</c:v>
                </c:pt>
                <c:pt idx="69477">
                  <c:v>45293.579861111109</c:v>
                </c:pt>
                <c:pt idx="69478">
                  <c:v>45328.509027777778</c:v>
                </c:pt>
                <c:pt idx="69479">
                  <c:v>45427.094444444447</c:v>
                </c:pt>
                <c:pt idx="69480">
                  <c:v>45550.777083333327</c:v>
                </c:pt>
                <c:pt idx="69481">
                  <c:v>45721.375</c:v>
                </c:pt>
                <c:pt idx="69482">
                  <c:v>45317.555555555547</c:v>
                </c:pt>
                <c:pt idx="69483">
                  <c:v>45928.445138888892</c:v>
                </c:pt>
                <c:pt idx="69484">
                  <c:v>45404.64166666667</c:v>
                </c:pt>
                <c:pt idx="69485">
                  <c:v>45653.750694444447</c:v>
                </c:pt>
                <c:pt idx="69486">
                  <c:v>45747.572222222218</c:v>
                </c:pt>
                <c:pt idx="69487">
                  <c:v>45974.931944444441</c:v>
                </c:pt>
                <c:pt idx="69488">
                  <c:v>45692.40902777778</c:v>
                </c:pt>
                <c:pt idx="69489">
                  <c:v>45596.872916666667</c:v>
                </c:pt>
                <c:pt idx="69490">
                  <c:v>45460.442361111112</c:v>
                </c:pt>
                <c:pt idx="69491">
                  <c:v>45445.440972222219</c:v>
                </c:pt>
                <c:pt idx="69492">
                  <c:v>45893.741666666669</c:v>
                </c:pt>
                <c:pt idx="69493">
                  <c:v>45327.611805555563</c:v>
                </c:pt>
                <c:pt idx="69494">
                  <c:v>45868.67083333333</c:v>
                </c:pt>
                <c:pt idx="69495">
                  <c:v>45616.404861111107</c:v>
                </c:pt>
                <c:pt idx="69496">
                  <c:v>45641.586805555547</c:v>
                </c:pt>
                <c:pt idx="69497">
                  <c:v>45846.393750000003</c:v>
                </c:pt>
                <c:pt idx="69498">
                  <c:v>45793.228472222218</c:v>
                </c:pt>
                <c:pt idx="69499">
                  <c:v>45793.228472222218</c:v>
                </c:pt>
                <c:pt idx="69500">
                  <c:v>46004.256249999999</c:v>
                </c:pt>
                <c:pt idx="69501">
                  <c:v>45980.291666666657</c:v>
                </c:pt>
                <c:pt idx="69502">
                  <c:v>46004.256249999999</c:v>
                </c:pt>
                <c:pt idx="69503">
                  <c:v>45980.291666666657</c:v>
                </c:pt>
                <c:pt idx="69504">
                  <c:v>45752.213194444441</c:v>
                </c:pt>
                <c:pt idx="69505">
                  <c:v>45825.447916666657</c:v>
                </c:pt>
                <c:pt idx="69506">
                  <c:v>45752.213194444441</c:v>
                </c:pt>
                <c:pt idx="69507">
                  <c:v>45912.755555555559</c:v>
                </c:pt>
                <c:pt idx="69508">
                  <c:v>45912.755555555559</c:v>
                </c:pt>
                <c:pt idx="69509">
                  <c:v>45957.356249999997</c:v>
                </c:pt>
                <c:pt idx="69510">
                  <c:v>45957.356249999997</c:v>
                </c:pt>
                <c:pt idx="69511">
                  <c:v>45713.267361111109</c:v>
                </c:pt>
                <c:pt idx="69512">
                  <c:v>45716.102083333331</c:v>
                </c:pt>
                <c:pt idx="69513">
                  <c:v>45716.102083333331</c:v>
                </c:pt>
                <c:pt idx="69514">
                  <c:v>45713.267361111109</c:v>
                </c:pt>
                <c:pt idx="69515">
                  <c:v>45932.254166666673</c:v>
                </c:pt>
                <c:pt idx="69516">
                  <c:v>45932.254166666673</c:v>
                </c:pt>
                <c:pt idx="69517">
                  <c:v>45859.186111111107</c:v>
                </c:pt>
                <c:pt idx="69518">
                  <c:v>46014.6</c:v>
                </c:pt>
                <c:pt idx="69519">
                  <c:v>45888.765972222223</c:v>
                </c:pt>
                <c:pt idx="69520">
                  <c:v>45888.765972222223</c:v>
                </c:pt>
                <c:pt idx="69521">
                  <c:v>45859.186111111107</c:v>
                </c:pt>
                <c:pt idx="69522">
                  <c:v>46014.6</c:v>
                </c:pt>
                <c:pt idx="69523">
                  <c:v>45825.447916666657</c:v>
                </c:pt>
                <c:pt idx="69524">
                  <c:v>45454.614583333343</c:v>
                </c:pt>
                <c:pt idx="69525">
                  <c:v>45907.785416666673</c:v>
                </c:pt>
                <c:pt idx="69526">
                  <c:v>45907.785416666673</c:v>
                </c:pt>
                <c:pt idx="69527">
                  <c:v>45348.736111111109</c:v>
                </c:pt>
                <c:pt idx="69528">
                  <c:v>45348.736111111109</c:v>
                </c:pt>
                <c:pt idx="69529">
                  <c:v>45648.677777777782</c:v>
                </c:pt>
                <c:pt idx="69530">
                  <c:v>45648.677777777782</c:v>
                </c:pt>
                <c:pt idx="69531">
                  <c:v>45724.079861111109</c:v>
                </c:pt>
                <c:pt idx="69532">
                  <c:v>45828.009722222218</c:v>
                </c:pt>
                <c:pt idx="69533">
                  <c:v>45724.079861111109</c:v>
                </c:pt>
                <c:pt idx="69534">
                  <c:v>45503.584722222222</c:v>
                </c:pt>
                <c:pt idx="69535">
                  <c:v>45503.584722222222</c:v>
                </c:pt>
                <c:pt idx="69536">
                  <c:v>45845.831944444442</c:v>
                </c:pt>
                <c:pt idx="69537">
                  <c:v>45845.831944444442</c:v>
                </c:pt>
                <c:pt idx="69538">
                  <c:v>45407.663194444453</c:v>
                </c:pt>
                <c:pt idx="69539">
                  <c:v>45567.579861111109</c:v>
                </c:pt>
                <c:pt idx="69540">
                  <c:v>45407.663194444453</c:v>
                </c:pt>
                <c:pt idx="69541">
                  <c:v>45567.579861111109</c:v>
                </c:pt>
                <c:pt idx="69542">
                  <c:v>45959.75277777778</c:v>
                </c:pt>
                <c:pt idx="69543">
                  <c:v>45959.75277777778</c:v>
                </c:pt>
                <c:pt idx="69544">
                  <c:v>45828.009722222218</c:v>
                </c:pt>
                <c:pt idx="69545">
                  <c:v>45454.614583333343</c:v>
                </c:pt>
                <c:pt idx="69546">
                  <c:v>45971.80972222222</c:v>
                </c:pt>
                <c:pt idx="69547">
                  <c:v>45988.241666666669</c:v>
                </c:pt>
                <c:pt idx="69548">
                  <c:v>45680.786111111112</c:v>
                </c:pt>
                <c:pt idx="69549">
                  <c:v>45738.396527777782</c:v>
                </c:pt>
                <c:pt idx="69550">
                  <c:v>45813.192361111112</c:v>
                </c:pt>
                <c:pt idx="69551">
                  <c:v>46007.636111111111</c:v>
                </c:pt>
                <c:pt idx="69552">
                  <c:v>45922.487500000003</c:v>
                </c:pt>
                <c:pt idx="69553">
                  <c:v>45719.525000000001</c:v>
                </c:pt>
                <c:pt idx="69554">
                  <c:v>45863.790277777778</c:v>
                </c:pt>
                <c:pt idx="69555">
                  <c:v>45914.686805555553</c:v>
                </c:pt>
                <c:pt idx="69556">
                  <c:v>45900.28125</c:v>
                </c:pt>
                <c:pt idx="69557">
                  <c:v>45999.304166666669</c:v>
                </c:pt>
                <c:pt idx="69558">
                  <c:v>45699.324305555558</c:v>
                </c:pt>
                <c:pt idx="69559">
                  <c:v>45884.606249999997</c:v>
                </c:pt>
                <c:pt idx="69560">
                  <c:v>45934.743055555547</c:v>
                </c:pt>
                <c:pt idx="69561">
                  <c:v>45842.790972222218</c:v>
                </c:pt>
                <c:pt idx="69562">
                  <c:v>45732.520833333343</c:v>
                </c:pt>
                <c:pt idx="69563">
                  <c:v>45595.701388888891</c:v>
                </c:pt>
                <c:pt idx="69564">
                  <c:v>45365.740972222222</c:v>
                </c:pt>
                <c:pt idx="69565">
                  <c:v>45982.652083333327</c:v>
                </c:pt>
                <c:pt idx="69566">
                  <c:v>45666.491666666669</c:v>
                </c:pt>
                <c:pt idx="69567">
                  <c:v>45940.679861111108</c:v>
                </c:pt>
                <c:pt idx="69568">
                  <c:v>45387.652083333327</c:v>
                </c:pt>
                <c:pt idx="69569">
                  <c:v>45863.635416666657</c:v>
                </c:pt>
                <c:pt idx="69570">
                  <c:v>45548.45208333333</c:v>
                </c:pt>
                <c:pt idx="69571">
                  <c:v>45497.835416666669</c:v>
                </c:pt>
                <c:pt idx="69572">
                  <c:v>45825.444444444453</c:v>
                </c:pt>
                <c:pt idx="69573">
                  <c:v>45777.453472222223</c:v>
                </c:pt>
                <c:pt idx="69574">
                  <c:v>45903.640972222223</c:v>
                </c:pt>
                <c:pt idx="69575">
                  <c:v>45520.679166666669</c:v>
                </c:pt>
                <c:pt idx="69576">
                  <c:v>45585.50277777778</c:v>
                </c:pt>
                <c:pt idx="69577">
                  <c:v>45745.440972222219</c:v>
                </c:pt>
                <c:pt idx="69578">
                  <c:v>45558.404861111107</c:v>
                </c:pt>
                <c:pt idx="69579">
                  <c:v>45690.586805555547</c:v>
                </c:pt>
                <c:pt idx="69580">
                  <c:v>45645.547222222223</c:v>
                </c:pt>
                <c:pt idx="69581">
                  <c:v>45811.46875</c:v>
                </c:pt>
                <c:pt idx="69582">
                  <c:v>45871.35</c:v>
                </c:pt>
                <c:pt idx="69583">
                  <c:v>45930.558333333327</c:v>
                </c:pt>
                <c:pt idx="69584">
                  <c:v>45819.886805555558</c:v>
                </c:pt>
                <c:pt idx="69585">
                  <c:v>45715.908333333333</c:v>
                </c:pt>
                <c:pt idx="69586">
                  <c:v>45732.103472222218</c:v>
                </c:pt>
                <c:pt idx="69587">
                  <c:v>45613.543055555558</c:v>
                </c:pt>
                <c:pt idx="69588">
                  <c:v>45790.818749999999</c:v>
                </c:pt>
                <c:pt idx="69589">
                  <c:v>45860.920138888891</c:v>
                </c:pt>
                <c:pt idx="69590">
                  <c:v>45767.950694444437</c:v>
                </c:pt>
                <c:pt idx="69591">
                  <c:v>45837.529861111107</c:v>
                </c:pt>
                <c:pt idx="69592">
                  <c:v>45870.613888888889</c:v>
                </c:pt>
                <c:pt idx="69593">
                  <c:v>45986.859027777777</c:v>
                </c:pt>
                <c:pt idx="69594">
                  <c:v>45958.493750000001</c:v>
                </c:pt>
                <c:pt idx="69595">
                  <c:v>45933.323611111111</c:v>
                </c:pt>
                <c:pt idx="69596">
                  <c:v>45899.446527777778</c:v>
                </c:pt>
                <c:pt idx="69597">
                  <c:v>45853.491666666669</c:v>
                </c:pt>
                <c:pt idx="69598">
                  <c:v>46001.611805555563</c:v>
                </c:pt>
                <c:pt idx="69599">
                  <c:v>45926.444444444453</c:v>
                </c:pt>
                <c:pt idx="69600">
                  <c:v>45935.828472222223</c:v>
                </c:pt>
                <c:pt idx="69601">
                  <c:v>45900.706250000003</c:v>
                </c:pt>
                <c:pt idx="69602">
                  <c:v>45869.720833333333</c:v>
                </c:pt>
                <c:pt idx="69603">
                  <c:v>46015.341666666667</c:v>
                </c:pt>
                <c:pt idx="69604">
                  <c:v>45857.837500000001</c:v>
                </c:pt>
                <c:pt idx="69605">
                  <c:v>45986.318749999999</c:v>
                </c:pt>
                <c:pt idx="69606">
                  <c:v>46020.840277777781</c:v>
                </c:pt>
                <c:pt idx="69607">
                  <c:v>45450.554166666669</c:v>
                </c:pt>
                <c:pt idx="69608">
                  <c:v>45925.482638888891</c:v>
                </c:pt>
                <c:pt idx="69609">
                  <c:v>45335.548611111109</c:v>
                </c:pt>
                <c:pt idx="69610">
                  <c:v>45313.593055555553</c:v>
                </c:pt>
                <c:pt idx="69611">
                  <c:v>45780.56527777778</c:v>
                </c:pt>
                <c:pt idx="69612">
                  <c:v>45965.753472222219</c:v>
                </c:pt>
                <c:pt idx="69613">
                  <c:v>45900.862500000003</c:v>
                </c:pt>
                <c:pt idx="69614">
                  <c:v>45936.564583333333</c:v>
                </c:pt>
                <c:pt idx="69615">
                  <c:v>45996.397222222222</c:v>
                </c:pt>
                <c:pt idx="69616">
                  <c:v>45610.900694444441</c:v>
                </c:pt>
                <c:pt idx="69617">
                  <c:v>45710.410416666673</c:v>
                </c:pt>
                <c:pt idx="69618">
                  <c:v>45886.416666666657</c:v>
                </c:pt>
                <c:pt idx="69619">
                  <c:v>45357.006249999999</c:v>
                </c:pt>
                <c:pt idx="69620">
                  <c:v>45438.555555555547</c:v>
                </c:pt>
                <c:pt idx="69621">
                  <c:v>45390.492361111108</c:v>
                </c:pt>
                <c:pt idx="69622">
                  <c:v>45839.449305555558</c:v>
                </c:pt>
                <c:pt idx="69623">
                  <c:v>45488.525694444441</c:v>
                </c:pt>
                <c:pt idx="69624">
                  <c:v>45731.137499999997</c:v>
                </c:pt>
                <c:pt idx="69625">
                  <c:v>45806.353472222218</c:v>
                </c:pt>
                <c:pt idx="69626">
                  <c:v>45955.852083333331</c:v>
                </c:pt>
                <c:pt idx="69627">
                  <c:v>45844.609027777777</c:v>
                </c:pt>
                <c:pt idx="69628">
                  <c:v>45624.429166666669</c:v>
                </c:pt>
                <c:pt idx="69629">
                  <c:v>45890.715277777781</c:v>
                </c:pt>
                <c:pt idx="69630">
                  <c:v>45663.463194444441</c:v>
                </c:pt>
                <c:pt idx="69631">
                  <c:v>45763.738888888889</c:v>
                </c:pt>
                <c:pt idx="69632">
                  <c:v>45711.768750000003</c:v>
                </c:pt>
                <c:pt idx="69633">
                  <c:v>45992.9</c:v>
                </c:pt>
                <c:pt idx="69634">
                  <c:v>45917.402777777781</c:v>
                </c:pt>
                <c:pt idx="69635">
                  <c:v>45604.425694444442</c:v>
                </c:pt>
                <c:pt idx="69636">
                  <c:v>45754.573611111111</c:v>
                </c:pt>
                <c:pt idx="69637">
                  <c:v>45910.335416666669</c:v>
                </c:pt>
                <c:pt idx="69638">
                  <c:v>45958.577777777777</c:v>
                </c:pt>
                <c:pt idx="69639">
                  <c:v>45818.27847222222</c:v>
                </c:pt>
                <c:pt idx="69640">
                  <c:v>45797.35</c:v>
                </c:pt>
                <c:pt idx="69641">
                  <c:v>46001.394444444442</c:v>
                </c:pt>
                <c:pt idx="69642">
                  <c:v>45886.640972222223</c:v>
                </c:pt>
                <c:pt idx="69643">
                  <c:v>45862.293055555558</c:v>
                </c:pt>
                <c:pt idx="69644">
                  <c:v>46012.657638888893</c:v>
                </c:pt>
                <c:pt idx="69645">
                  <c:v>45836.268055555563</c:v>
                </c:pt>
                <c:pt idx="69646">
                  <c:v>45969.277777777781</c:v>
                </c:pt>
                <c:pt idx="69647">
                  <c:v>45935.522916666669</c:v>
                </c:pt>
                <c:pt idx="69648">
                  <c:v>45873.877083333333</c:v>
                </c:pt>
                <c:pt idx="69649">
                  <c:v>45566.859722222223</c:v>
                </c:pt>
                <c:pt idx="69650">
                  <c:v>45406.838194444441</c:v>
                </c:pt>
                <c:pt idx="69651">
                  <c:v>46008.848611111112</c:v>
                </c:pt>
                <c:pt idx="69652">
                  <c:v>45716.959722222222</c:v>
                </c:pt>
                <c:pt idx="69653">
                  <c:v>45628.979166666657</c:v>
                </c:pt>
                <c:pt idx="69654">
                  <c:v>45736.881944444453</c:v>
                </c:pt>
                <c:pt idx="69655">
                  <c:v>45400.465277777781</c:v>
                </c:pt>
                <c:pt idx="69656">
                  <c:v>45457.629861111112</c:v>
                </c:pt>
                <c:pt idx="69657">
                  <c:v>45719.547222222223</c:v>
                </c:pt>
                <c:pt idx="69658">
                  <c:v>45616.438194444447</c:v>
                </c:pt>
                <c:pt idx="69659">
                  <c:v>45600.500694444447</c:v>
                </c:pt>
                <c:pt idx="69660">
                  <c:v>45884.056250000001</c:v>
                </c:pt>
                <c:pt idx="69661">
                  <c:v>45423.555555555547</c:v>
                </c:pt>
                <c:pt idx="69662">
                  <c:v>46006.892361111109</c:v>
                </c:pt>
                <c:pt idx="69663">
                  <c:v>45920.104861111111</c:v>
                </c:pt>
                <c:pt idx="69664">
                  <c:v>45376.451388888891</c:v>
                </c:pt>
                <c:pt idx="69665">
                  <c:v>45815.527083333327</c:v>
                </c:pt>
                <c:pt idx="69666">
                  <c:v>45884.600694444453</c:v>
                </c:pt>
                <c:pt idx="69667">
                  <c:v>45962.579861111109</c:v>
                </c:pt>
                <c:pt idx="69668">
                  <c:v>45520.439583333333</c:v>
                </c:pt>
                <c:pt idx="69669">
                  <c:v>45490.87777777778</c:v>
                </c:pt>
                <c:pt idx="69670">
                  <c:v>45527.422222222223</c:v>
                </c:pt>
                <c:pt idx="69671">
                  <c:v>45652.48541666667</c:v>
                </c:pt>
                <c:pt idx="69672">
                  <c:v>45956.214583333327</c:v>
                </c:pt>
                <c:pt idx="69673">
                  <c:v>45956.214583333327</c:v>
                </c:pt>
                <c:pt idx="69674">
                  <c:v>45679.730555555558</c:v>
                </c:pt>
                <c:pt idx="69675">
                  <c:v>45679.730555555558</c:v>
                </c:pt>
                <c:pt idx="69676">
                  <c:v>45844.884027777778</c:v>
                </c:pt>
                <c:pt idx="69677">
                  <c:v>45735.574999999997</c:v>
                </c:pt>
                <c:pt idx="69678">
                  <c:v>45835.169444444437</c:v>
                </c:pt>
                <c:pt idx="69679">
                  <c:v>45844.884027777778</c:v>
                </c:pt>
                <c:pt idx="69680">
                  <c:v>45835.169444444437</c:v>
                </c:pt>
                <c:pt idx="69681">
                  <c:v>45862.048611111109</c:v>
                </c:pt>
                <c:pt idx="69682">
                  <c:v>46012.625694444447</c:v>
                </c:pt>
                <c:pt idx="69683">
                  <c:v>45982.864583333343</c:v>
                </c:pt>
                <c:pt idx="69684">
                  <c:v>45935.616666666669</c:v>
                </c:pt>
                <c:pt idx="69685">
                  <c:v>45935.616666666669</c:v>
                </c:pt>
                <c:pt idx="69686">
                  <c:v>45982.864583333343</c:v>
                </c:pt>
                <c:pt idx="69687">
                  <c:v>45896.667361111111</c:v>
                </c:pt>
                <c:pt idx="69688">
                  <c:v>45896.667361111111</c:v>
                </c:pt>
                <c:pt idx="69689">
                  <c:v>45862.048611111109</c:v>
                </c:pt>
                <c:pt idx="69690">
                  <c:v>45924.741666666669</c:v>
                </c:pt>
                <c:pt idx="69691">
                  <c:v>45924.741666666669</c:v>
                </c:pt>
                <c:pt idx="69692">
                  <c:v>45735.574999999997</c:v>
                </c:pt>
                <c:pt idx="69693">
                  <c:v>46012.625694444447</c:v>
                </c:pt>
                <c:pt idx="69694">
                  <c:v>45659.586805555547</c:v>
                </c:pt>
                <c:pt idx="69695">
                  <c:v>45730.480555555558</c:v>
                </c:pt>
                <c:pt idx="69696">
                  <c:v>45681.907638888893</c:v>
                </c:pt>
                <c:pt idx="69697">
                  <c:v>45821.363194444442</c:v>
                </c:pt>
                <c:pt idx="69698">
                  <c:v>45616.801388888889</c:v>
                </c:pt>
                <c:pt idx="69699">
                  <c:v>45764.852777777778</c:v>
                </c:pt>
                <c:pt idx="69700">
                  <c:v>45919.74722222222</c:v>
                </c:pt>
                <c:pt idx="69701">
                  <c:v>45896.018055555563</c:v>
                </c:pt>
                <c:pt idx="69702">
                  <c:v>45750.213194444441</c:v>
                </c:pt>
                <c:pt idx="69703">
                  <c:v>45802.688888888893</c:v>
                </c:pt>
                <c:pt idx="69704">
                  <c:v>45716.618750000001</c:v>
                </c:pt>
                <c:pt idx="69705">
                  <c:v>45614.836111111108</c:v>
                </c:pt>
                <c:pt idx="69706">
                  <c:v>45303.304166666669</c:v>
                </c:pt>
                <c:pt idx="69707">
                  <c:v>45736.22152777778</c:v>
                </c:pt>
                <c:pt idx="69708">
                  <c:v>45661.347222222219</c:v>
                </c:pt>
                <c:pt idx="69709">
                  <c:v>45656.151388888888</c:v>
                </c:pt>
                <c:pt idx="69710">
                  <c:v>45690.643055555563</c:v>
                </c:pt>
                <c:pt idx="69711">
                  <c:v>45774.719444444447</c:v>
                </c:pt>
                <c:pt idx="69712">
                  <c:v>45854.412499999999</c:v>
                </c:pt>
                <c:pt idx="69713">
                  <c:v>45696.458333333343</c:v>
                </c:pt>
                <c:pt idx="69714">
                  <c:v>45872.427083333343</c:v>
                </c:pt>
                <c:pt idx="69715">
                  <c:v>45736.448611111111</c:v>
                </c:pt>
                <c:pt idx="69716">
                  <c:v>45714.806250000001</c:v>
                </c:pt>
                <c:pt idx="69717">
                  <c:v>45967.763194444437</c:v>
                </c:pt>
                <c:pt idx="69718">
                  <c:v>45762.410416666673</c:v>
                </c:pt>
                <c:pt idx="69719">
                  <c:v>45784.432638888888</c:v>
                </c:pt>
                <c:pt idx="69720">
                  <c:v>45932.425694444442</c:v>
                </c:pt>
                <c:pt idx="69721">
                  <c:v>45821.531944444447</c:v>
                </c:pt>
                <c:pt idx="69722">
                  <c:v>45429.961805555547</c:v>
                </c:pt>
                <c:pt idx="69723">
                  <c:v>45496.025694444441</c:v>
                </c:pt>
                <c:pt idx="69724">
                  <c:v>45578.636111111111</c:v>
                </c:pt>
                <c:pt idx="69725">
                  <c:v>45787.949305555558</c:v>
                </c:pt>
                <c:pt idx="69726">
                  <c:v>45686.066666666673</c:v>
                </c:pt>
                <c:pt idx="69727">
                  <c:v>45911.880555555559</c:v>
                </c:pt>
                <c:pt idx="69728">
                  <c:v>45615.782638888893</c:v>
                </c:pt>
                <c:pt idx="69729">
                  <c:v>45568.98541666667</c:v>
                </c:pt>
                <c:pt idx="69730">
                  <c:v>45363.993750000001</c:v>
                </c:pt>
                <c:pt idx="69731">
                  <c:v>45894.677083333343</c:v>
                </c:pt>
                <c:pt idx="69732">
                  <c:v>45745.511111111111</c:v>
                </c:pt>
                <c:pt idx="69733">
                  <c:v>45573.270833333343</c:v>
                </c:pt>
                <c:pt idx="69734">
                  <c:v>45987.36041666667</c:v>
                </c:pt>
                <c:pt idx="69735">
                  <c:v>45415.538194444453</c:v>
                </c:pt>
                <c:pt idx="69736">
                  <c:v>45509.70416666667</c:v>
                </c:pt>
                <c:pt idx="69737">
                  <c:v>45799.229166666657</c:v>
                </c:pt>
                <c:pt idx="69738">
                  <c:v>45339.432638888888</c:v>
                </c:pt>
                <c:pt idx="69739">
                  <c:v>45693.81527777778</c:v>
                </c:pt>
                <c:pt idx="69740">
                  <c:v>45610.706944444442</c:v>
                </c:pt>
                <c:pt idx="69741">
                  <c:v>45729.511805555558</c:v>
                </c:pt>
                <c:pt idx="69742">
                  <c:v>45873.428472222222</c:v>
                </c:pt>
                <c:pt idx="69743">
                  <c:v>45715.317361111112</c:v>
                </c:pt>
                <c:pt idx="69744">
                  <c:v>45733.472222222219</c:v>
                </c:pt>
                <c:pt idx="69745">
                  <c:v>45883.488194444442</c:v>
                </c:pt>
                <c:pt idx="69746">
                  <c:v>45841.415972222218</c:v>
                </c:pt>
                <c:pt idx="69747">
                  <c:v>45687.472916666673</c:v>
                </c:pt>
                <c:pt idx="69748">
                  <c:v>45953.380555555559</c:v>
                </c:pt>
                <c:pt idx="69749">
                  <c:v>45743.509722222218</c:v>
                </c:pt>
                <c:pt idx="69750">
                  <c:v>45757.51666666667</c:v>
                </c:pt>
                <c:pt idx="69751">
                  <c:v>45911.376388888893</c:v>
                </c:pt>
                <c:pt idx="69752">
                  <c:v>45785.470138888893</c:v>
                </c:pt>
                <c:pt idx="69753">
                  <c:v>45772.48333333333</c:v>
                </c:pt>
                <c:pt idx="69754">
                  <c:v>45969.359027777777</c:v>
                </c:pt>
                <c:pt idx="69755">
                  <c:v>45855.379166666673</c:v>
                </c:pt>
                <c:pt idx="69756">
                  <c:v>45897.340277777781</c:v>
                </c:pt>
                <c:pt idx="69757">
                  <c:v>45827.400694444441</c:v>
                </c:pt>
                <c:pt idx="69758">
                  <c:v>45578.489583333343</c:v>
                </c:pt>
                <c:pt idx="69759">
                  <c:v>45449.40625</c:v>
                </c:pt>
                <c:pt idx="69760">
                  <c:v>45517.71875</c:v>
                </c:pt>
                <c:pt idx="69761">
                  <c:v>45480.523611111108</c:v>
                </c:pt>
                <c:pt idx="69762">
                  <c:v>45410.761111111111</c:v>
                </c:pt>
                <c:pt idx="69763">
                  <c:v>45346.695833333331</c:v>
                </c:pt>
                <c:pt idx="69764">
                  <c:v>45312.647916666669</c:v>
                </c:pt>
                <c:pt idx="69765">
                  <c:v>45467.989583333343</c:v>
                </c:pt>
                <c:pt idx="69766">
                  <c:v>45677.375</c:v>
                </c:pt>
                <c:pt idx="69767">
                  <c:v>45516.612500000003</c:v>
                </c:pt>
                <c:pt idx="69768">
                  <c:v>45374.098611111112</c:v>
                </c:pt>
                <c:pt idx="69769">
                  <c:v>45302.789583333331</c:v>
                </c:pt>
                <c:pt idx="69770">
                  <c:v>45874.612500000003</c:v>
                </c:pt>
                <c:pt idx="69771">
                  <c:v>45425.336805555547</c:v>
                </c:pt>
                <c:pt idx="69772">
                  <c:v>45817.446527777778</c:v>
                </c:pt>
                <c:pt idx="69773">
                  <c:v>45627.366666666669</c:v>
                </c:pt>
                <c:pt idx="69774">
                  <c:v>45575.592361111107</c:v>
                </c:pt>
                <c:pt idx="69775">
                  <c:v>46000.931250000001</c:v>
                </c:pt>
                <c:pt idx="69776">
                  <c:v>45719.838888888888</c:v>
                </c:pt>
                <c:pt idx="69777">
                  <c:v>45342.8125</c:v>
                </c:pt>
                <c:pt idx="69778">
                  <c:v>45943.782638888893</c:v>
                </c:pt>
                <c:pt idx="69779">
                  <c:v>45768.838194444441</c:v>
                </c:pt>
                <c:pt idx="69780">
                  <c:v>45963.960416666669</c:v>
                </c:pt>
                <c:pt idx="69781">
                  <c:v>45320.45416666667</c:v>
                </c:pt>
                <c:pt idx="69782">
                  <c:v>45933.522222222222</c:v>
                </c:pt>
                <c:pt idx="69783">
                  <c:v>45971.761111111111</c:v>
                </c:pt>
                <c:pt idx="69784">
                  <c:v>45458.479166666657</c:v>
                </c:pt>
                <c:pt idx="69785">
                  <c:v>45686.472222222219</c:v>
                </c:pt>
                <c:pt idx="69786">
                  <c:v>45510.783333333333</c:v>
                </c:pt>
                <c:pt idx="69787">
                  <c:v>45366.777777777781</c:v>
                </c:pt>
                <c:pt idx="69788">
                  <c:v>45864.581944444442</c:v>
                </c:pt>
                <c:pt idx="69789">
                  <c:v>45907.752083333333</c:v>
                </c:pt>
                <c:pt idx="69790">
                  <c:v>45774.864583333343</c:v>
                </c:pt>
                <c:pt idx="69791">
                  <c:v>45615.854166666657</c:v>
                </c:pt>
                <c:pt idx="69792">
                  <c:v>45531.789583333331</c:v>
                </c:pt>
                <c:pt idx="69793">
                  <c:v>45572.481249999997</c:v>
                </c:pt>
                <c:pt idx="69794">
                  <c:v>45940.711805555547</c:v>
                </c:pt>
                <c:pt idx="69795">
                  <c:v>45860.6</c:v>
                </c:pt>
                <c:pt idx="69796">
                  <c:v>45543.51458333333</c:v>
                </c:pt>
                <c:pt idx="69797">
                  <c:v>46000.964583333327</c:v>
                </c:pt>
                <c:pt idx="69798">
                  <c:v>45719.68472222222</c:v>
                </c:pt>
                <c:pt idx="69799">
                  <c:v>45660.51666666667</c:v>
                </c:pt>
                <c:pt idx="69800">
                  <c:v>45581.421527777777</c:v>
                </c:pt>
                <c:pt idx="69801">
                  <c:v>45393.502083333333</c:v>
                </c:pt>
                <c:pt idx="69802">
                  <c:v>45534.650694444441</c:v>
                </c:pt>
                <c:pt idx="69803">
                  <c:v>45610.607638888891</c:v>
                </c:pt>
                <c:pt idx="69804">
                  <c:v>45803.635416666657</c:v>
                </c:pt>
                <c:pt idx="69805">
                  <c:v>45523.45208333333</c:v>
                </c:pt>
                <c:pt idx="69806">
                  <c:v>46001.574305555558</c:v>
                </c:pt>
                <c:pt idx="69807">
                  <c:v>45378.902777777781</c:v>
                </c:pt>
                <c:pt idx="69808">
                  <c:v>45450.848611111112</c:v>
                </c:pt>
                <c:pt idx="69809">
                  <c:v>45516.679861111108</c:v>
                </c:pt>
                <c:pt idx="69810">
                  <c:v>45559.875</c:v>
                </c:pt>
                <c:pt idx="69811">
                  <c:v>45820.818055555559</c:v>
                </c:pt>
                <c:pt idx="69812">
                  <c:v>45656.853472222218</c:v>
                </c:pt>
                <c:pt idx="69813">
                  <c:v>45866.45</c:v>
                </c:pt>
                <c:pt idx="69814">
                  <c:v>45806.027083333327</c:v>
                </c:pt>
                <c:pt idx="69815">
                  <c:v>45323.011805555558</c:v>
                </c:pt>
                <c:pt idx="69816">
                  <c:v>45824.546527777777</c:v>
                </c:pt>
                <c:pt idx="69817">
                  <c:v>45549.365277777782</c:v>
                </c:pt>
                <c:pt idx="69818">
                  <c:v>45796.594444444447</c:v>
                </c:pt>
                <c:pt idx="69819">
                  <c:v>45739.380555555559</c:v>
                </c:pt>
                <c:pt idx="69820">
                  <c:v>45475.320833333331</c:v>
                </c:pt>
                <c:pt idx="69821">
                  <c:v>45785.838888888888</c:v>
                </c:pt>
                <c:pt idx="69822">
                  <c:v>45774.893750000003</c:v>
                </c:pt>
                <c:pt idx="69823">
                  <c:v>45581.8</c:v>
                </c:pt>
                <c:pt idx="69824">
                  <c:v>45692.643750000003</c:v>
                </c:pt>
                <c:pt idx="69825">
                  <c:v>45706.790972222218</c:v>
                </c:pt>
                <c:pt idx="69826">
                  <c:v>45569.683333333327</c:v>
                </c:pt>
                <c:pt idx="69827">
                  <c:v>45527.262499999997</c:v>
                </c:pt>
                <c:pt idx="69828">
                  <c:v>45489.847916666673</c:v>
                </c:pt>
                <c:pt idx="69829">
                  <c:v>45754.314583333333</c:v>
                </c:pt>
                <c:pt idx="69830">
                  <c:v>45723.519444444442</c:v>
                </c:pt>
                <c:pt idx="69831">
                  <c:v>45547.686111111107</c:v>
                </c:pt>
                <c:pt idx="69832">
                  <c:v>45814.24722222222</c:v>
                </c:pt>
                <c:pt idx="69833">
                  <c:v>46014.595833333333</c:v>
                </c:pt>
                <c:pt idx="69834">
                  <c:v>45964.609027777777</c:v>
                </c:pt>
                <c:pt idx="69835">
                  <c:v>45991.944444444453</c:v>
                </c:pt>
                <c:pt idx="69836">
                  <c:v>45334.276388888888</c:v>
                </c:pt>
                <c:pt idx="69837">
                  <c:v>45359.425000000003</c:v>
                </c:pt>
                <c:pt idx="69838">
                  <c:v>45385.243055555547</c:v>
                </c:pt>
                <c:pt idx="69839">
                  <c:v>45868.503472222219</c:v>
                </c:pt>
                <c:pt idx="69840">
                  <c:v>45497.655555555553</c:v>
                </c:pt>
                <c:pt idx="69841">
                  <c:v>45476.867361111108</c:v>
                </c:pt>
                <c:pt idx="69842">
                  <c:v>45532.582638888889</c:v>
                </c:pt>
                <c:pt idx="69843">
                  <c:v>45607.402777777781</c:v>
                </c:pt>
                <c:pt idx="69844">
                  <c:v>45945.223611111112</c:v>
                </c:pt>
                <c:pt idx="69845">
                  <c:v>45859.63958333333</c:v>
                </c:pt>
                <c:pt idx="69846">
                  <c:v>45978.556944444441</c:v>
                </c:pt>
                <c:pt idx="69847">
                  <c:v>45335.803472222222</c:v>
                </c:pt>
                <c:pt idx="69848">
                  <c:v>45432.618750000001</c:v>
                </c:pt>
                <c:pt idx="69849">
                  <c:v>45774.425694444442</c:v>
                </c:pt>
                <c:pt idx="69850">
                  <c:v>45914.522222222222</c:v>
                </c:pt>
                <c:pt idx="69851">
                  <c:v>46019.765277777777</c:v>
                </c:pt>
                <c:pt idx="69852">
                  <c:v>45522.411111111112</c:v>
                </c:pt>
                <c:pt idx="69853">
                  <c:v>45568.370138888888</c:v>
                </c:pt>
                <c:pt idx="69854">
                  <c:v>45328.441666666673</c:v>
                </c:pt>
                <c:pt idx="69855">
                  <c:v>45678.615972222222</c:v>
                </c:pt>
                <c:pt idx="69856">
                  <c:v>45465.629166666673</c:v>
                </c:pt>
                <c:pt idx="69857">
                  <c:v>46000.898611111108</c:v>
                </c:pt>
                <c:pt idx="69858">
                  <c:v>45696.888194444437</c:v>
                </c:pt>
                <c:pt idx="69859">
                  <c:v>45330.041666666657</c:v>
                </c:pt>
                <c:pt idx="69860">
                  <c:v>45646.65347222222</c:v>
                </c:pt>
                <c:pt idx="69861">
                  <c:v>45521.500694444447</c:v>
                </c:pt>
                <c:pt idx="69862">
                  <c:v>45783.115972222222</c:v>
                </c:pt>
                <c:pt idx="69863">
                  <c:v>45812.868055555547</c:v>
                </c:pt>
                <c:pt idx="69864">
                  <c:v>45857.563194444447</c:v>
                </c:pt>
                <c:pt idx="69865">
                  <c:v>45421.567361111112</c:v>
                </c:pt>
                <c:pt idx="69866">
                  <c:v>45368.974999999999</c:v>
                </c:pt>
                <c:pt idx="69867">
                  <c:v>45298.756944444453</c:v>
                </c:pt>
                <c:pt idx="69868">
                  <c:v>45452.704861111109</c:v>
                </c:pt>
                <c:pt idx="69869">
                  <c:v>45371.344444444447</c:v>
                </c:pt>
                <c:pt idx="69870">
                  <c:v>45474.53125</c:v>
                </c:pt>
                <c:pt idx="69871">
                  <c:v>45914.713888888888</c:v>
                </c:pt>
                <c:pt idx="69872">
                  <c:v>45432.977083333331</c:v>
                </c:pt>
                <c:pt idx="69873">
                  <c:v>45397.490972222222</c:v>
                </c:pt>
                <c:pt idx="69874">
                  <c:v>45334.786111111112</c:v>
                </c:pt>
                <c:pt idx="69875">
                  <c:v>45417.888194444437</c:v>
                </c:pt>
                <c:pt idx="69876">
                  <c:v>45988.519444444442</c:v>
                </c:pt>
                <c:pt idx="69877">
                  <c:v>46014.301388888889</c:v>
                </c:pt>
                <c:pt idx="69878">
                  <c:v>45694.522916666669</c:v>
                </c:pt>
                <c:pt idx="69879">
                  <c:v>45716.344444444447</c:v>
                </c:pt>
                <c:pt idx="69880">
                  <c:v>45831.282638888893</c:v>
                </c:pt>
                <c:pt idx="69881">
                  <c:v>45905.319444444453</c:v>
                </c:pt>
                <c:pt idx="69882">
                  <c:v>45629.363194444442</c:v>
                </c:pt>
                <c:pt idx="69883">
                  <c:v>45733.461805555547</c:v>
                </c:pt>
                <c:pt idx="69884">
                  <c:v>45923.288194444453</c:v>
                </c:pt>
                <c:pt idx="69885">
                  <c:v>45932.255555555559</c:v>
                </c:pt>
                <c:pt idx="69886">
                  <c:v>45805.381249999999</c:v>
                </c:pt>
                <c:pt idx="69887">
                  <c:v>45849.372916666667</c:v>
                </c:pt>
                <c:pt idx="69888">
                  <c:v>45648.511111111111</c:v>
                </c:pt>
                <c:pt idx="69889">
                  <c:v>45658.352083333331</c:v>
                </c:pt>
                <c:pt idx="69890">
                  <c:v>45966.486805555563</c:v>
                </c:pt>
                <c:pt idx="69891">
                  <c:v>45778.347222222219</c:v>
                </c:pt>
                <c:pt idx="69892">
                  <c:v>45754.488194444442</c:v>
                </c:pt>
                <c:pt idx="69893">
                  <c:v>45872.525000000001</c:v>
                </c:pt>
                <c:pt idx="69894">
                  <c:v>45988.415972222218</c:v>
                </c:pt>
                <c:pt idx="69895">
                  <c:v>45826.511805555558</c:v>
                </c:pt>
                <c:pt idx="69896">
                  <c:v>45925.588888888888</c:v>
                </c:pt>
                <c:pt idx="69897">
                  <c:v>45842.663194444453</c:v>
                </c:pt>
                <c:pt idx="69898">
                  <c:v>45992.772222222222</c:v>
                </c:pt>
                <c:pt idx="69899">
                  <c:v>45926.578472222223</c:v>
                </c:pt>
                <c:pt idx="69900">
                  <c:v>45890.584722222222</c:v>
                </c:pt>
                <c:pt idx="69901">
                  <c:v>45866.357638888891</c:v>
                </c:pt>
                <c:pt idx="69902">
                  <c:v>45596.548611111109</c:v>
                </c:pt>
                <c:pt idx="69903">
                  <c:v>46022.644444444442</c:v>
                </c:pt>
                <c:pt idx="69904">
                  <c:v>45789.506944444453</c:v>
                </c:pt>
                <c:pt idx="69905">
                  <c:v>45596.548611111109</c:v>
                </c:pt>
                <c:pt idx="69906">
                  <c:v>45981.793055555558</c:v>
                </c:pt>
                <c:pt idx="69907">
                  <c:v>45789.506944444453</c:v>
                </c:pt>
                <c:pt idx="69908">
                  <c:v>45712.509722222218</c:v>
                </c:pt>
                <c:pt idx="69909">
                  <c:v>45874.685416666667</c:v>
                </c:pt>
                <c:pt idx="69910">
                  <c:v>45874.685416666667</c:v>
                </c:pt>
                <c:pt idx="69911">
                  <c:v>46022.644444444442</c:v>
                </c:pt>
                <c:pt idx="69912">
                  <c:v>45981.793055555558</c:v>
                </c:pt>
                <c:pt idx="69913">
                  <c:v>45945.512499999997</c:v>
                </c:pt>
                <c:pt idx="69914">
                  <c:v>45945.512499999997</c:v>
                </c:pt>
                <c:pt idx="69915">
                  <c:v>45712.509722222218</c:v>
                </c:pt>
                <c:pt idx="69916">
                  <c:v>45987.487500000003</c:v>
                </c:pt>
                <c:pt idx="69917">
                  <c:v>45351.522916666669</c:v>
                </c:pt>
                <c:pt idx="69918">
                  <c:v>45525.939583333333</c:v>
                </c:pt>
                <c:pt idx="69919">
                  <c:v>45587.9</c:v>
                </c:pt>
                <c:pt idx="69920">
                  <c:v>45484.474999999999</c:v>
                </c:pt>
                <c:pt idx="69921">
                  <c:v>45310.376388888893</c:v>
                </c:pt>
                <c:pt idx="69922">
                  <c:v>45461.463888888888</c:v>
                </c:pt>
                <c:pt idx="69923">
                  <c:v>45614.385416666657</c:v>
                </c:pt>
                <c:pt idx="69924">
                  <c:v>45387.556250000001</c:v>
                </c:pt>
                <c:pt idx="69925">
                  <c:v>45566.719444444447</c:v>
                </c:pt>
                <c:pt idx="69926">
                  <c:v>45297.643055555563</c:v>
                </c:pt>
                <c:pt idx="69927">
                  <c:v>45322.6875</c:v>
                </c:pt>
                <c:pt idx="69928">
                  <c:v>45337.647222222222</c:v>
                </c:pt>
                <c:pt idx="69929">
                  <c:v>45731.553472222222</c:v>
                </c:pt>
                <c:pt idx="69930">
                  <c:v>45764.669444444437</c:v>
                </c:pt>
                <c:pt idx="69931">
                  <c:v>45426.986111111109</c:v>
                </c:pt>
                <c:pt idx="69932">
                  <c:v>45368.468055555553</c:v>
                </c:pt>
                <c:pt idx="69933">
                  <c:v>45475.492361111108</c:v>
                </c:pt>
                <c:pt idx="69934">
                  <c:v>45382.57708333333</c:v>
                </c:pt>
                <c:pt idx="69935">
                  <c:v>45324.530555555553</c:v>
                </c:pt>
                <c:pt idx="69936">
                  <c:v>45571.600694444453</c:v>
                </c:pt>
                <c:pt idx="69937">
                  <c:v>45366.890972222223</c:v>
                </c:pt>
                <c:pt idx="69938">
                  <c:v>45513.072916666657</c:v>
                </c:pt>
                <c:pt idx="69939">
                  <c:v>45577.143055555563</c:v>
                </c:pt>
                <c:pt idx="69940">
                  <c:v>45548.796527777777</c:v>
                </c:pt>
                <c:pt idx="69941">
                  <c:v>45709.861111111109</c:v>
                </c:pt>
                <c:pt idx="69942">
                  <c:v>45420.105555555558</c:v>
                </c:pt>
                <c:pt idx="69943">
                  <c:v>45375.856249999997</c:v>
                </c:pt>
                <c:pt idx="69944">
                  <c:v>45411.888194444437</c:v>
                </c:pt>
                <c:pt idx="69945">
                  <c:v>45674.331944444442</c:v>
                </c:pt>
                <c:pt idx="69946">
                  <c:v>45397.381249999999</c:v>
                </c:pt>
                <c:pt idx="69947">
                  <c:v>45607.536805555559</c:v>
                </c:pt>
                <c:pt idx="69948">
                  <c:v>45506.62222222222</c:v>
                </c:pt>
                <c:pt idx="69949">
                  <c:v>45327.330555555563</c:v>
                </c:pt>
                <c:pt idx="69950">
                  <c:v>45451.869444444441</c:v>
                </c:pt>
                <c:pt idx="69951">
                  <c:v>45437.484027777777</c:v>
                </c:pt>
                <c:pt idx="69952">
                  <c:v>45624.531944444447</c:v>
                </c:pt>
                <c:pt idx="69953">
                  <c:v>45542.861805555563</c:v>
                </c:pt>
                <c:pt idx="69954">
                  <c:v>45320.42291666667</c:v>
                </c:pt>
                <c:pt idx="69955">
                  <c:v>45325.589583333327</c:v>
                </c:pt>
                <c:pt idx="69956">
                  <c:v>45565.465277777781</c:v>
                </c:pt>
                <c:pt idx="69957">
                  <c:v>45359.885416666657</c:v>
                </c:pt>
                <c:pt idx="69958">
                  <c:v>45794.522916666669</c:v>
                </c:pt>
                <c:pt idx="69959">
                  <c:v>45887.45416666667</c:v>
                </c:pt>
                <c:pt idx="69960">
                  <c:v>45738.462500000001</c:v>
                </c:pt>
                <c:pt idx="69961">
                  <c:v>45487.598611111112</c:v>
                </c:pt>
                <c:pt idx="69962">
                  <c:v>45396.495833333327</c:v>
                </c:pt>
                <c:pt idx="69963">
                  <c:v>45963.386111111111</c:v>
                </c:pt>
                <c:pt idx="69964">
                  <c:v>45684.40902777778</c:v>
                </c:pt>
                <c:pt idx="69965">
                  <c:v>45594.465277777781</c:v>
                </c:pt>
                <c:pt idx="69966">
                  <c:v>45440.544444444437</c:v>
                </c:pt>
                <c:pt idx="69967">
                  <c:v>45296.51458333333</c:v>
                </c:pt>
                <c:pt idx="69968">
                  <c:v>45355.530555555553</c:v>
                </c:pt>
                <c:pt idx="69969">
                  <c:v>45322.549305555563</c:v>
                </c:pt>
                <c:pt idx="69970">
                  <c:v>45796.817361111112</c:v>
                </c:pt>
                <c:pt idx="69971">
                  <c:v>45547.772222222222</c:v>
                </c:pt>
                <c:pt idx="69972">
                  <c:v>45854.636805555558</c:v>
                </c:pt>
                <c:pt idx="69973">
                  <c:v>45495.603472222218</c:v>
                </c:pt>
                <c:pt idx="69974">
                  <c:v>45810.408333333333</c:v>
                </c:pt>
                <c:pt idx="69975">
                  <c:v>45910.445833333331</c:v>
                </c:pt>
                <c:pt idx="69976">
                  <c:v>45405.431944444441</c:v>
                </c:pt>
                <c:pt idx="69977">
                  <c:v>45467.4375</c:v>
                </c:pt>
                <c:pt idx="69978">
                  <c:v>45518.451388888891</c:v>
                </c:pt>
                <c:pt idx="69979">
                  <c:v>45383.775694444441</c:v>
                </c:pt>
                <c:pt idx="69980">
                  <c:v>45425.440972222219</c:v>
                </c:pt>
                <c:pt idx="69981">
                  <c:v>45979.647222222222</c:v>
                </c:pt>
                <c:pt idx="69982">
                  <c:v>45666.405555555553</c:v>
                </c:pt>
                <c:pt idx="69983">
                  <c:v>45963.35833333333</c:v>
                </c:pt>
                <c:pt idx="69984">
                  <c:v>45888.334027777782</c:v>
                </c:pt>
                <c:pt idx="69985">
                  <c:v>45557.559027777781</c:v>
                </c:pt>
                <c:pt idx="69986">
                  <c:v>45813.657638888893</c:v>
                </c:pt>
                <c:pt idx="69987">
                  <c:v>45636.420138888891</c:v>
                </c:pt>
                <c:pt idx="69988">
                  <c:v>45698.698611111111</c:v>
                </c:pt>
                <c:pt idx="69989">
                  <c:v>45770.318055555559</c:v>
                </c:pt>
                <c:pt idx="69990">
                  <c:v>45476.563194444447</c:v>
                </c:pt>
                <c:pt idx="69991">
                  <c:v>45402.527083333327</c:v>
                </c:pt>
                <c:pt idx="69992">
                  <c:v>45957.626388888893</c:v>
                </c:pt>
                <c:pt idx="69993">
                  <c:v>45697.620833333327</c:v>
                </c:pt>
                <c:pt idx="69994">
                  <c:v>45970.887499999997</c:v>
                </c:pt>
                <c:pt idx="69995">
                  <c:v>45917.852083333331</c:v>
                </c:pt>
                <c:pt idx="69996">
                  <c:v>45712.251388888893</c:v>
                </c:pt>
                <c:pt idx="69997">
                  <c:v>45599.513888888891</c:v>
                </c:pt>
                <c:pt idx="69998">
                  <c:v>45515.531944444447</c:v>
                </c:pt>
                <c:pt idx="69999">
                  <c:v>45367.870833333327</c:v>
                </c:pt>
                <c:pt idx="70000">
                  <c:v>45779.324305555558</c:v>
                </c:pt>
                <c:pt idx="70001">
                  <c:v>45532.628472222219</c:v>
                </c:pt>
                <c:pt idx="70002">
                  <c:v>45511.049305555563</c:v>
                </c:pt>
                <c:pt idx="70003">
                  <c:v>45844.884722222218</c:v>
                </c:pt>
                <c:pt idx="70004">
                  <c:v>45929.452777777777</c:v>
                </c:pt>
                <c:pt idx="70005">
                  <c:v>45445.604166666657</c:v>
                </c:pt>
                <c:pt idx="70006">
                  <c:v>45405.468055555553</c:v>
                </c:pt>
                <c:pt idx="70007">
                  <c:v>45491.502083333333</c:v>
                </c:pt>
                <c:pt idx="70008">
                  <c:v>46009.57916666667</c:v>
                </c:pt>
                <c:pt idx="70009">
                  <c:v>45950.736805555563</c:v>
                </c:pt>
                <c:pt idx="70010">
                  <c:v>45991.905555555553</c:v>
                </c:pt>
                <c:pt idx="70011">
                  <c:v>45966.919444444437</c:v>
                </c:pt>
                <c:pt idx="70012">
                  <c:v>45331.56527777778</c:v>
                </c:pt>
                <c:pt idx="70013">
                  <c:v>45908.554166666669</c:v>
                </c:pt>
                <c:pt idx="70014">
                  <c:v>45900.00277777778</c:v>
                </c:pt>
                <c:pt idx="70015">
                  <c:v>45495.609027777777</c:v>
                </c:pt>
                <c:pt idx="70016">
                  <c:v>45449.611805555563</c:v>
                </c:pt>
                <c:pt idx="70017">
                  <c:v>45412.760416666657</c:v>
                </c:pt>
                <c:pt idx="70018">
                  <c:v>45792.857638888891</c:v>
                </c:pt>
                <c:pt idx="70019">
                  <c:v>45380.651388888888</c:v>
                </c:pt>
                <c:pt idx="70020">
                  <c:v>45690.890277777777</c:v>
                </c:pt>
                <c:pt idx="70021">
                  <c:v>45937.786805555559</c:v>
                </c:pt>
                <c:pt idx="70022">
                  <c:v>46009.126388888893</c:v>
                </c:pt>
                <c:pt idx="70023">
                  <c:v>45762.03402777778</c:v>
                </c:pt>
                <c:pt idx="70024">
                  <c:v>45726.520833333343</c:v>
                </c:pt>
                <c:pt idx="70025">
                  <c:v>45592.756249999999</c:v>
                </c:pt>
                <c:pt idx="70026">
                  <c:v>45512.726388888892</c:v>
                </c:pt>
                <c:pt idx="70027">
                  <c:v>45562.155555555553</c:v>
                </c:pt>
                <c:pt idx="70028">
                  <c:v>45630.665972222218</c:v>
                </c:pt>
                <c:pt idx="70029">
                  <c:v>45872.772222222222</c:v>
                </c:pt>
                <c:pt idx="70030">
                  <c:v>45972.869444444441</c:v>
                </c:pt>
                <c:pt idx="70031">
                  <c:v>45574.783333333333</c:v>
                </c:pt>
                <c:pt idx="70032">
                  <c:v>45668.31527777778</c:v>
                </c:pt>
                <c:pt idx="70033">
                  <c:v>45696.413194444453</c:v>
                </c:pt>
                <c:pt idx="70034">
                  <c:v>45643.508333333331</c:v>
                </c:pt>
                <c:pt idx="70035">
                  <c:v>45361.615277777782</c:v>
                </c:pt>
                <c:pt idx="70036">
                  <c:v>45446.850694444453</c:v>
                </c:pt>
                <c:pt idx="70037">
                  <c:v>45339.84652777778</c:v>
                </c:pt>
                <c:pt idx="70038">
                  <c:v>45523.761111111111</c:v>
                </c:pt>
                <c:pt idx="70039">
                  <c:v>45615.503472222219</c:v>
                </c:pt>
                <c:pt idx="70040">
                  <c:v>45723.980555555558</c:v>
                </c:pt>
                <c:pt idx="70041">
                  <c:v>45959.569444444453</c:v>
                </c:pt>
                <c:pt idx="70042">
                  <c:v>45912.449305555558</c:v>
                </c:pt>
                <c:pt idx="70043">
                  <c:v>45681.477777777778</c:v>
                </c:pt>
                <c:pt idx="70044">
                  <c:v>45843.392361111109</c:v>
                </c:pt>
                <c:pt idx="70045">
                  <c:v>45925.597916666673</c:v>
                </c:pt>
                <c:pt idx="70046">
                  <c:v>45783.900694444441</c:v>
                </c:pt>
                <c:pt idx="70047">
                  <c:v>45671.836805555547</c:v>
                </c:pt>
                <c:pt idx="70048">
                  <c:v>46006.726388888892</c:v>
                </c:pt>
                <c:pt idx="70049">
                  <c:v>45580.431944444441</c:v>
                </c:pt>
                <c:pt idx="70050">
                  <c:v>46019.559027777781</c:v>
                </c:pt>
                <c:pt idx="70051">
                  <c:v>45738.53402777778</c:v>
                </c:pt>
                <c:pt idx="70052">
                  <c:v>45420.782638888893</c:v>
                </c:pt>
                <c:pt idx="70053">
                  <c:v>45677.880555555559</c:v>
                </c:pt>
                <c:pt idx="70054">
                  <c:v>45705.852083333331</c:v>
                </c:pt>
                <c:pt idx="70055">
                  <c:v>45498.823611111111</c:v>
                </c:pt>
                <c:pt idx="70056">
                  <c:v>45797.73333333333</c:v>
                </c:pt>
                <c:pt idx="70057">
                  <c:v>45325.148611111108</c:v>
                </c:pt>
                <c:pt idx="70058">
                  <c:v>45796.475694444453</c:v>
                </c:pt>
                <c:pt idx="70059">
                  <c:v>45730.756249999999</c:v>
                </c:pt>
                <c:pt idx="70060">
                  <c:v>45467.771527777782</c:v>
                </c:pt>
                <c:pt idx="70061">
                  <c:v>45901.050694444442</c:v>
                </c:pt>
                <c:pt idx="70062">
                  <c:v>45482.54583333333</c:v>
                </c:pt>
                <c:pt idx="70063">
                  <c:v>46007.144444444442</c:v>
                </c:pt>
                <c:pt idx="70064">
                  <c:v>45988.76458333333</c:v>
                </c:pt>
                <c:pt idx="70065">
                  <c:v>45611.818055555559</c:v>
                </c:pt>
                <c:pt idx="70066">
                  <c:v>45791</c:v>
                </c:pt>
                <c:pt idx="70067">
                  <c:v>45670.840277777781</c:v>
                </c:pt>
                <c:pt idx="70068">
                  <c:v>45408.800694444442</c:v>
                </c:pt>
                <c:pt idx="70069">
                  <c:v>45888.94027777778</c:v>
                </c:pt>
                <c:pt idx="70070">
                  <c:v>45324.919444444437</c:v>
                </c:pt>
                <c:pt idx="70071">
                  <c:v>45573.306944444441</c:v>
                </c:pt>
                <c:pt idx="70072">
                  <c:v>45708.78402777778</c:v>
                </c:pt>
                <c:pt idx="70073">
                  <c:v>45656.745138888888</c:v>
                </c:pt>
                <c:pt idx="70074">
                  <c:v>45874.567361111112</c:v>
                </c:pt>
                <c:pt idx="70075">
                  <c:v>45657.397916666669</c:v>
                </c:pt>
                <c:pt idx="70076">
                  <c:v>45789.604166666657</c:v>
                </c:pt>
                <c:pt idx="70077">
                  <c:v>45860.539583333331</c:v>
                </c:pt>
                <c:pt idx="70078">
                  <c:v>45734.578472222223</c:v>
                </c:pt>
                <c:pt idx="70079">
                  <c:v>45681.714583333327</c:v>
                </c:pt>
                <c:pt idx="70080">
                  <c:v>45826.017361111109</c:v>
                </c:pt>
                <c:pt idx="70081">
                  <c:v>45761.963194444441</c:v>
                </c:pt>
                <c:pt idx="70082">
                  <c:v>45933.645833333343</c:v>
                </c:pt>
                <c:pt idx="70083">
                  <c:v>45909.534722222219</c:v>
                </c:pt>
                <c:pt idx="70084">
                  <c:v>45978.417361111111</c:v>
                </c:pt>
                <c:pt idx="70085">
                  <c:v>45984.004861111112</c:v>
                </c:pt>
                <c:pt idx="70086">
                  <c:v>45841.919444444437</c:v>
                </c:pt>
                <c:pt idx="70087">
                  <c:v>45995.714583333327</c:v>
                </c:pt>
                <c:pt idx="70088">
                  <c:v>45909.758333333331</c:v>
                </c:pt>
                <c:pt idx="70089">
                  <c:v>45963.390972222223</c:v>
                </c:pt>
                <c:pt idx="70090">
                  <c:v>45901.792361111111</c:v>
                </c:pt>
                <c:pt idx="70091">
                  <c:v>45835.63958333333</c:v>
                </c:pt>
                <c:pt idx="70092">
                  <c:v>46010.45416666667</c:v>
                </c:pt>
                <c:pt idx="70093">
                  <c:v>45759.428472222222</c:v>
                </c:pt>
                <c:pt idx="70094">
                  <c:v>45610.990972222222</c:v>
                </c:pt>
                <c:pt idx="70095">
                  <c:v>45810.761805555558</c:v>
                </c:pt>
                <c:pt idx="70096">
                  <c:v>45925.555555555547</c:v>
                </c:pt>
                <c:pt idx="70097">
                  <c:v>46020.479166666657</c:v>
                </c:pt>
                <c:pt idx="70098">
                  <c:v>45937.706944444442</c:v>
                </c:pt>
                <c:pt idx="70099">
                  <c:v>45824.68472222222</c:v>
                </c:pt>
                <c:pt idx="70100">
                  <c:v>45873.557638888888</c:v>
                </c:pt>
                <c:pt idx="70101">
                  <c:v>45936.396527777782</c:v>
                </c:pt>
                <c:pt idx="70102">
                  <c:v>45835.898611111108</c:v>
                </c:pt>
                <c:pt idx="70103">
                  <c:v>45951.598611111112</c:v>
                </c:pt>
                <c:pt idx="70104">
                  <c:v>45920.78402777778</c:v>
                </c:pt>
                <c:pt idx="70105">
                  <c:v>45965.306944444441</c:v>
                </c:pt>
                <c:pt idx="70106">
                  <c:v>45853.852083333331</c:v>
                </c:pt>
                <c:pt idx="70107">
                  <c:v>45860.521527777782</c:v>
                </c:pt>
                <c:pt idx="70108">
                  <c:v>45899.832638888889</c:v>
                </c:pt>
                <c:pt idx="70109">
                  <c:v>45701.611111111109</c:v>
                </c:pt>
                <c:pt idx="70110">
                  <c:v>45820.640972222223</c:v>
                </c:pt>
                <c:pt idx="70111">
                  <c:v>45744.875</c:v>
                </c:pt>
                <c:pt idx="70112">
                  <c:v>45882.247916666667</c:v>
                </c:pt>
                <c:pt idx="70113">
                  <c:v>45980.247916666667</c:v>
                </c:pt>
                <c:pt idx="70114">
                  <c:v>45911.468055555553</c:v>
                </c:pt>
                <c:pt idx="70115">
                  <c:v>45785.246527777781</c:v>
                </c:pt>
                <c:pt idx="70116">
                  <c:v>45994.879166666673</c:v>
                </c:pt>
                <c:pt idx="70117">
                  <c:v>46012.923611111109</c:v>
                </c:pt>
                <c:pt idx="70118">
                  <c:v>45799.740277777782</c:v>
                </c:pt>
                <c:pt idx="70119">
                  <c:v>45722.727083333331</c:v>
                </c:pt>
                <c:pt idx="70120">
                  <c:v>45768.706944444442</c:v>
                </c:pt>
                <c:pt idx="70121">
                  <c:v>45892.708333333343</c:v>
                </c:pt>
                <c:pt idx="70122">
                  <c:v>45726.539583333331</c:v>
                </c:pt>
                <c:pt idx="70123">
                  <c:v>45964.043055555558</c:v>
                </c:pt>
                <c:pt idx="70124">
                  <c:v>45310.570833333331</c:v>
                </c:pt>
                <c:pt idx="70125">
                  <c:v>45597.606249999997</c:v>
                </c:pt>
                <c:pt idx="70126">
                  <c:v>45819.63958333333</c:v>
                </c:pt>
                <c:pt idx="70127">
                  <c:v>45517.713888888888</c:v>
                </c:pt>
                <c:pt idx="70128">
                  <c:v>45765.442361111112</c:v>
                </c:pt>
                <c:pt idx="70129">
                  <c:v>45519.715277777781</c:v>
                </c:pt>
                <c:pt idx="70130">
                  <c:v>45298.852083333331</c:v>
                </c:pt>
                <c:pt idx="70131">
                  <c:v>45903.831944444442</c:v>
                </c:pt>
                <c:pt idx="70132">
                  <c:v>45346.671527777777</c:v>
                </c:pt>
                <c:pt idx="70133">
                  <c:v>45391.808333333327</c:v>
                </c:pt>
                <c:pt idx="70134">
                  <c:v>45523.698611111111</c:v>
                </c:pt>
                <c:pt idx="70135">
                  <c:v>45604.556944444441</c:v>
                </c:pt>
                <c:pt idx="70136">
                  <c:v>45991.699305555558</c:v>
                </c:pt>
                <c:pt idx="70137">
                  <c:v>45677.42083333333</c:v>
                </c:pt>
                <c:pt idx="70138">
                  <c:v>45448.494444444441</c:v>
                </c:pt>
                <c:pt idx="70139">
                  <c:v>45751.44027777778</c:v>
                </c:pt>
                <c:pt idx="70140">
                  <c:v>45919.00277777778</c:v>
                </c:pt>
                <c:pt idx="70141">
                  <c:v>45351.426388888889</c:v>
                </c:pt>
                <c:pt idx="70142">
                  <c:v>45511.604861111111</c:v>
                </c:pt>
                <c:pt idx="70143">
                  <c:v>45687.643750000003</c:v>
                </c:pt>
                <c:pt idx="70144">
                  <c:v>45824.556250000001</c:v>
                </c:pt>
                <c:pt idx="70145">
                  <c:v>45949.599305555559</c:v>
                </c:pt>
                <c:pt idx="70146">
                  <c:v>45565.494444444441</c:v>
                </c:pt>
                <c:pt idx="70147">
                  <c:v>45348.481944444437</c:v>
                </c:pt>
                <c:pt idx="70148">
                  <c:v>45294.359722222223</c:v>
                </c:pt>
                <c:pt idx="70149">
                  <c:v>45489.850694444453</c:v>
                </c:pt>
                <c:pt idx="70150">
                  <c:v>45502.363888888889</c:v>
                </c:pt>
                <c:pt idx="70151">
                  <c:v>45719.342361111107</c:v>
                </c:pt>
                <c:pt idx="70152">
                  <c:v>45573.478472222218</c:v>
                </c:pt>
                <c:pt idx="70153">
                  <c:v>45477.70416666667</c:v>
                </c:pt>
                <c:pt idx="70154">
                  <c:v>45524.511805555558</c:v>
                </c:pt>
                <c:pt idx="70155">
                  <c:v>45715.635416666657</c:v>
                </c:pt>
                <c:pt idx="70156">
                  <c:v>45563.973611111112</c:v>
                </c:pt>
                <c:pt idx="70157">
                  <c:v>45755.448611111111</c:v>
                </c:pt>
                <c:pt idx="70158">
                  <c:v>45447.393750000003</c:v>
                </c:pt>
                <c:pt idx="70159">
                  <c:v>45457.348611111112</c:v>
                </c:pt>
                <c:pt idx="70160">
                  <c:v>45551.387499999997</c:v>
                </c:pt>
                <c:pt idx="70161">
                  <c:v>45587.62777777778</c:v>
                </c:pt>
                <c:pt idx="70162">
                  <c:v>45601.555555555547</c:v>
                </c:pt>
                <c:pt idx="70163">
                  <c:v>45722.388194444437</c:v>
                </c:pt>
                <c:pt idx="70164">
                  <c:v>45455.406944444447</c:v>
                </c:pt>
                <c:pt idx="70165">
                  <c:v>45473.773611111108</c:v>
                </c:pt>
                <c:pt idx="70166">
                  <c:v>45809.751388888893</c:v>
                </c:pt>
                <c:pt idx="70167">
                  <c:v>45841.499305555553</c:v>
                </c:pt>
                <c:pt idx="70168">
                  <c:v>45865.548611111109</c:v>
                </c:pt>
                <c:pt idx="70169">
                  <c:v>45918.46597222222</c:v>
                </c:pt>
                <c:pt idx="70170">
                  <c:v>45949.543055555558</c:v>
                </c:pt>
                <c:pt idx="70171">
                  <c:v>45736.82708333333</c:v>
                </c:pt>
                <c:pt idx="70172">
                  <c:v>45932.524305555547</c:v>
                </c:pt>
                <c:pt idx="70173">
                  <c:v>45760.822916666657</c:v>
                </c:pt>
                <c:pt idx="70174">
                  <c:v>45789.65902777778</c:v>
                </c:pt>
                <c:pt idx="70175">
                  <c:v>45820.447222222218</c:v>
                </c:pt>
                <c:pt idx="70176">
                  <c:v>45700.777777777781</c:v>
                </c:pt>
                <c:pt idx="70177">
                  <c:v>45894.579861111109</c:v>
                </c:pt>
                <c:pt idx="70178">
                  <c:v>45957.984722222223</c:v>
                </c:pt>
                <c:pt idx="70179">
                  <c:v>45582.720833333333</c:v>
                </c:pt>
                <c:pt idx="70180">
                  <c:v>45925.503472222219</c:v>
                </c:pt>
                <c:pt idx="70181">
                  <c:v>45991.501388888893</c:v>
                </c:pt>
                <c:pt idx="70182">
                  <c:v>45374.513194444437</c:v>
                </c:pt>
                <c:pt idx="70183">
                  <c:v>45611.561111111107</c:v>
                </c:pt>
                <c:pt idx="70184">
                  <c:v>45790.59097222222</c:v>
                </c:pt>
                <c:pt idx="70185">
                  <c:v>45553.522222222222</c:v>
                </c:pt>
                <c:pt idx="70186">
                  <c:v>45491.613194444442</c:v>
                </c:pt>
                <c:pt idx="70187">
                  <c:v>45876.48541666667</c:v>
                </c:pt>
                <c:pt idx="70188">
                  <c:v>45497.417361111111</c:v>
                </c:pt>
                <c:pt idx="70189">
                  <c:v>45436.717361111107</c:v>
                </c:pt>
                <c:pt idx="70190">
                  <c:v>45739.587500000001</c:v>
                </c:pt>
                <c:pt idx="70191">
                  <c:v>45300.603472222218</c:v>
                </c:pt>
                <c:pt idx="70192">
                  <c:v>45677.489583333343</c:v>
                </c:pt>
                <c:pt idx="70193">
                  <c:v>45837.734027777777</c:v>
                </c:pt>
                <c:pt idx="70194">
                  <c:v>45388.603472222218</c:v>
                </c:pt>
                <c:pt idx="70195">
                  <c:v>45669.679861111108</c:v>
                </c:pt>
                <c:pt idx="70196">
                  <c:v>45596.387499999997</c:v>
                </c:pt>
                <c:pt idx="70197">
                  <c:v>45492.46597222222</c:v>
                </c:pt>
                <c:pt idx="70198">
                  <c:v>45833.32708333333</c:v>
                </c:pt>
                <c:pt idx="70199">
                  <c:v>45404.32708333333</c:v>
                </c:pt>
                <c:pt idx="70200">
                  <c:v>45993.706944444442</c:v>
                </c:pt>
                <c:pt idx="70201">
                  <c:v>45298.430555555547</c:v>
                </c:pt>
                <c:pt idx="70202">
                  <c:v>45575.624305555553</c:v>
                </c:pt>
                <c:pt idx="70203">
                  <c:v>45617.819444444453</c:v>
                </c:pt>
                <c:pt idx="70204">
                  <c:v>45732.431944444441</c:v>
                </c:pt>
                <c:pt idx="70205">
                  <c:v>45347.752083333333</c:v>
                </c:pt>
                <c:pt idx="70206">
                  <c:v>45660.499305555553</c:v>
                </c:pt>
                <c:pt idx="70207">
                  <c:v>45515.519444444442</c:v>
                </c:pt>
                <c:pt idx="70208">
                  <c:v>45454.565972222219</c:v>
                </c:pt>
                <c:pt idx="70209">
                  <c:v>45787.336111111108</c:v>
                </c:pt>
                <c:pt idx="70210">
                  <c:v>45915.874305555553</c:v>
                </c:pt>
                <c:pt idx="70211">
                  <c:v>45843.370833333327</c:v>
                </c:pt>
                <c:pt idx="70212">
                  <c:v>45922.613194444442</c:v>
                </c:pt>
                <c:pt idx="70213">
                  <c:v>45988.28125</c:v>
                </c:pt>
                <c:pt idx="70214">
                  <c:v>45790.67083333333</c:v>
                </c:pt>
                <c:pt idx="70215">
                  <c:v>45991.644444444442</c:v>
                </c:pt>
                <c:pt idx="70216">
                  <c:v>45592.42083333333</c:v>
                </c:pt>
                <c:pt idx="70217">
                  <c:v>45620.662499999999</c:v>
                </c:pt>
                <c:pt idx="70218">
                  <c:v>45725.624305555553</c:v>
                </c:pt>
                <c:pt idx="70219">
                  <c:v>45989.411111111112</c:v>
                </c:pt>
                <c:pt idx="70220">
                  <c:v>45816.453472222223</c:v>
                </c:pt>
                <c:pt idx="70221">
                  <c:v>45656.407638888893</c:v>
                </c:pt>
                <c:pt idx="70222">
                  <c:v>45598.448611111111</c:v>
                </c:pt>
                <c:pt idx="70223">
                  <c:v>45471.730555555558</c:v>
                </c:pt>
                <c:pt idx="70224">
                  <c:v>45323.944444444453</c:v>
                </c:pt>
                <c:pt idx="70225">
                  <c:v>45784.905555555553</c:v>
                </c:pt>
                <c:pt idx="70226">
                  <c:v>45951.426388888889</c:v>
                </c:pt>
                <c:pt idx="70227">
                  <c:v>45824.30972222222</c:v>
                </c:pt>
                <c:pt idx="70228">
                  <c:v>45995.64166666667</c:v>
                </c:pt>
                <c:pt idx="70229">
                  <c:v>45916.241666666669</c:v>
                </c:pt>
                <c:pt idx="70230">
                  <c:v>45884.01458333333</c:v>
                </c:pt>
                <c:pt idx="70231">
                  <c:v>45684.753472222219</c:v>
                </c:pt>
                <c:pt idx="70232">
                  <c:v>46008.852777777778</c:v>
                </c:pt>
                <c:pt idx="70233">
                  <c:v>45976.785416666673</c:v>
                </c:pt>
                <c:pt idx="70234">
                  <c:v>45935.536805555559</c:v>
                </c:pt>
                <c:pt idx="70235">
                  <c:v>45854.875</c:v>
                </c:pt>
                <c:pt idx="70236">
                  <c:v>45742.886805555558</c:v>
                </c:pt>
                <c:pt idx="70237">
                  <c:v>45703.638888888891</c:v>
                </c:pt>
                <c:pt idx="70238">
                  <c:v>45669.302083333343</c:v>
                </c:pt>
                <c:pt idx="70239">
                  <c:v>45561.547222222223</c:v>
                </c:pt>
                <c:pt idx="70240">
                  <c:v>45438.454861111109</c:v>
                </c:pt>
                <c:pt idx="70241">
                  <c:v>45920.301388888889</c:v>
                </c:pt>
                <c:pt idx="70242">
                  <c:v>45594.277083333327</c:v>
                </c:pt>
                <c:pt idx="70243">
                  <c:v>45470.400694444441</c:v>
                </c:pt>
                <c:pt idx="70244">
                  <c:v>45475.730555555558</c:v>
                </c:pt>
                <c:pt idx="70245">
                  <c:v>45372.104861111111</c:v>
                </c:pt>
                <c:pt idx="70246">
                  <c:v>45557.36041666667</c:v>
                </c:pt>
                <c:pt idx="70247">
                  <c:v>45836.609722222223</c:v>
                </c:pt>
                <c:pt idx="70248">
                  <c:v>45632.822916666657</c:v>
                </c:pt>
                <c:pt idx="70249">
                  <c:v>45566.835416666669</c:v>
                </c:pt>
                <c:pt idx="70250">
                  <c:v>45338.168055555558</c:v>
                </c:pt>
                <c:pt idx="70251">
                  <c:v>45307.854861111111</c:v>
                </c:pt>
                <c:pt idx="70252">
                  <c:v>45677.455555555563</c:v>
                </c:pt>
                <c:pt idx="70253">
                  <c:v>45305.607638888891</c:v>
                </c:pt>
                <c:pt idx="70254">
                  <c:v>45464.790277777778</c:v>
                </c:pt>
                <c:pt idx="70255">
                  <c:v>45857.549305555563</c:v>
                </c:pt>
                <c:pt idx="70256">
                  <c:v>45937.474999999999</c:v>
                </c:pt>
                <c:pt idx="70257">
                  <c:v>45579.544444444437</c:v>
                </c:pt>
                <c:pt idx="70258">
                  <c:v>45993.734027777777</c:v>
                </c:pt>
                <c:pt idx="70259">
                  <c:v>45745.430555555547</c:v>
                </c:pt>
                <c:pt idx="70260">
                  <c:v>45782.77847222222</c:v>
                </c:pt>
                <c:pt idx="70261">
                  <c:v>45831.75</c:v>
                </c:pt>
                <c:pt idx="70262">
                  <c:v>45889.540277777778</c:v>
                </c:pt>
                <c:pt idx="70263">
                  <c:v>45992.759722222218</c:v>
                </c:pt>
                <c:pt idx="70264">
                  <c:v>45952.695833333331</c:v>
                </c:pt>
                <c:pt idx="70265">
                  <c:v>45594.484722222223</c:v>
                </c:pt>
                <c:pt idx="70266">
                  <c:v>45925.476388888892</c:v>
                </c:pt>
                <c:pt idx="70267">
                  <c:v>45561.006944444453</c:v>
                </c:pt>
                <c:pt idx="70268">
                  <c:v>45524.938194444447</c:v>
                </c:pt>
                <c:pt idx="70269">
                  <c:v>45716.430555555547</c:v>
                </c:pt>
                <c:pt idx="70270">
                  <c:v>45856.477083333331</c:v>
                </c:pt>
                <c:pt idx="70271">
                  <c:v>45992.535416666673</c:v>
                </c:pt>
                <c:pt idx="70272">
                  <c:v>45880.607638888891</c:v>
                </c:pt>
                <c:pt idx="70273">
                  <c:v>45629.915277777778</c:v>
                </c:pt>
                <c:pt idx="70274">
                  <c:v>45665.961805555547</c:v>
                </c:pt>
                <c:pt idx="70275">
                  <c:v>45896.330555555563</c:v>
                </c:pt>
                <c:pt idx="70276">
                  <c:v>45821.680555555547</c:v>
                </c:pt>
                <c:pt idx="70277">
                  <c:v>45687.679166666669</c:v>
                </c:pt>
                <c:pt idx="70278">
                  <c:v>45611.484027777777</c:v>
                </c:pt>
                <c:pt idx="70279">
                  <c:v>45768.576388888891</c:v>
                </c:pt>
                <c:pt idx="70280">
                  <c:v>45743.597222222219</c:v>
                </c:pt>
                <c:pt idx="70281">
                  <c:v>45966.00277777778</c:v>
                </c:pt>
                <c:pt idx="70282">
                  <c:v>46020.577777777777</c:v>
                </c:pt>
                <c:pt idx="70283">
                  <c:v>45793.603472222218</c:v>
                </c:pt>
                <c:pt idx="70284">
                  <c:v>45704.426388888889</c:v>
                </c:pt>
                <c:pt idx="70285">
                  <c:v>45565.496527777781</c:v>
                </c:pt>
                <c:pt idx="70286">
                  <c:v>45989.013194444437</c:v>
                </c:pt>
                <c:pt idx="70287">
                  <c:v>45862.57916666667</c:v>
                </c:pt>
                <c:pt idx="70288">
                  <c:v>45369.666666666657</c:v>
                </c:pt>
                <c:pt idx="70289">
                  <c:v>46006.868055555547</c:v>
                </c:pt>
                <c:pt idx="70290">
                  <c:v>45519.986111111109</c:v>
                </c:pt>
                <c:pt idx="70291">
                  <c:v>45420.76666666667</c:v>
                </c:pt>
                <c:pt idx="70292">
                  <c:v>45589.936805555553</c:v>
                </c:pt>
                <c:pt idx="70293">
                  <c:v>45820.022222222222</c:v>
                </c:pt>
                <c:pt idx="70294">
                  <c:v>45741.607638888891</c:v>
                </c:pt>
                <c:pt idx="70295">
                  <c:v>45296.972222222219</c:v>
                </c:pt>
                <c:pt idx="70296">
                  <c:v>45767.847916666673</c:v>
                </c:pt>
                <c:pt idx="70297">
                  <c:v>45605.970138888893</c:v>
                </c:pt>
                <c:pt idx="70298">
                  <c:v>45314.634027777778</c:v>
                </c:pt>
                <c:pt idx="70299">
                  <c:v>45910.548611111109</c:v>
                </c:pt>
                <c:pt idx="70300">
                  <c:v>45510.331944444442</c:v>
                </c:pt>
                <c:pt idx="70301">
                  <c:v>45981.447916666657</c:v>
                </c:pt>
                <c:pt idx="70302">
                  <c:v>45837.734027777777</c:v>
                </c:pt>
                <c:pt idx="70303">
                  <c:v>45629.585416666669</c:v>
                </c:pt>
                <c:pt idx="70304">
                  <c:v>45783.45416666667</c:v>
                </c:pt>
                <c:pt idx="70305">
                  <c:v>45454.392361111109</c:v>
                </c:pt>
                <c:pt idx="70306">
                  <c:v>45681.37777777778</c:v>
                </c:pt>
                <c:pt idx="70307">
                  <c:v>45567.597916666673</c:v>
                </c:pt>
                <c:pt idx="70308">
                  <c:v>45387.433333333327</c:v>
                </c:pt>
                <c:pt idx="70309">
                  <c:v>45729.479861111111</c:v>
                </c:pt>
                <c:pt idx="70310">
                  <c:v>45556.366666666669</c:v>
                </c:pt>
                <c:pt idx="70311">
                  <c:v>45830.96597222222</c:v>
                </c:pt>
                <c:pt idx="70312">
                  <c:v>45989.134027777778</c:v>
                </c:pt>
                <c:pt idx="70313">
                  <c:v>45980.069444444453</c:v>
                </c:pt>
                <c:pt idx="70314">
                  <c:v>45877.820138888892</c:v>
                </c:pt>
                <c:pt idx="70315">
                  <c:v>45901.713888888888</c:v>
                </c:pt>
                <c:pt idx="70316">
                  <c:v>45966.430555555547</c:v>
                </c:pt>
                <c:pt idx="70317">
                  <c:v>45992.491666666669</c:v>
                </c:pt>
                <c:pt idx="70318">
                  <c:v>45952.57916666667</c:v>
                </c:pt>
                <c:pt idx="70319">
                  <c:v>45923.818749999999</c:v>
                </c:pt>
                <c:pt idx="70320">
                  <c:v>46020.401388888888</c:v>
                </c:pt>
                <c:pt idx="70321">
                  <c:v>45921.511805555558</c:v>
                </c:pt>
                <c:pt idx="70322">
                  <c:v>45530.533333333333</c:v>
                </c:pt>
                <c:pt idx="70323">
                  <c:v>45625.604166666657</c:v>
                </c:pt>
                <c:pt idx="70324">
                  <c:v>45657.913194444453</c:v>
                </c:pt>
                <c:pt idx="70325">
                  <c:v>46018.467361111107</c:v>
                </c:pt>
                <c:pt idx="70326">
                  <c:v>45834.573611111111</c:v>
                </c:pt>
                <c:pt idx="70327">
                  <c:v>45739.48333333333</c:v>
                </c:pt>
                <c:pt idx="70328">
                  <c:v>46018.472222222219</c:v>
                </c:pt>
                <c:pt idx="70329">
                  <c:v>45654.320833333331</c:v>
                </c:pt>
                <c:pt idx="70330">
                  <c:v>45998.479166666657</c:v>
                </c:pt>
                <c:pt idx="70331">
                  <c:v>45830.929861111108</c:v>
                </c:pt>
                <c:pt idx="70332">
                  <c:v>45975.395138888889</c:v>
                </c:pt>
                <c:pt idx="70333">
                  <c:v>45881.390972222223</c:v>
                </c:pt>
                <c:pt idx="70334">
                  <c:v>45859.421527777777</c:v>
                </c:pt>
                <c:pt idx="70335">
                  <c:v>46016.759722222218</c:v>
                </c:pt>
                <c:pt idx="70336">
                  <c:v>45948.646527777782</c:v>
                </c:pt>
                <c:pt idx="70337">
                  <c:v>45948.637499999997</c:v>
                </c:pt>
                <c:pt idx="70338">
                  <c:v>45902.507638888892</c:v>
                </c:pt>
                <c:pt idx="70339">
                  <c:v>45935.868055555547</c:v>
                </c:pt>
                <c:pt idx="70340">
                  <c:v>45929.331250000003</c:v>
                </c:pt>
                <c:pt idx="70341">
                  <c:v>45966.394444444442</c:v>
                </c:pt>
                <c:pt idx="70342">
                  <c:v>45751.6</c:v>
                </c:pt>
                <c:pt idx="70343">
                  <c:v>45767.593055555553</c:v>
                </c:pt>
                <c:pt idx="70344">
                  <c:v>45740.536111111112</c:v>
                </c:pt>
                <c:pt idx="70345">
                  <c:v>45770.32916666667</c:v>
                </c:pt>
                <c:pt idx="70346">
                  <c:v>45751.533333333333</c:v>
                </c:pt>
                <c:pt idx="70347">
                  <c:v>45756.786805555559</c:v>
                </c:pt>
                <c:pt idx="70348">
                  <c:v>45833.836805555547</c:v>
                </c:pt>
                <c:pt idx="70349">
                  <c:v>45747.306944444441</c:v>
                </c:pt>
                <c:pt idx="70350">
                  <c:v>45925.45</c:v>
                </c:pt>
                <c:pt idx="70351">
                  <c:v>45743.512499999997</c:v>
                </c:pt>
                <c:pt idx="70352">
                  <c:v>45810.486111111109</c:v>
                </c:pt>
                <c:pt idx="70353">
                  <c:v>45726.563194444447</c:v>
                </c:pt>
                <c:pt idx="70354">
                  <c:v>45783.881249999999</c:v>
                </c:pt>
                <c:pt idx="70355">
                  <c:v>45792.844444444447</c:v>
                </c:pt>
                <c:pt idx="70356">
                  <c:v>45733.603472222218</c:v>
                </c:pt>
                <c:pt idx="70357">
                  <c:v>45901.788888888892</c:v>
                </c:pt>
                <c:pt idx="70358">
                  <c:v>45628.807638888888</c:v>
                </c:pt>
                <c:pt idx="70359">
                  <c:v>45999.029166666667</c:v>
                </c:pt>
                <c:pt idx="70360">
                  <c:v>45829.876388888893</c:v>
                </c:pt>
                <c:pt idx="70361">
                  <c:v>45709.515277777777</c:v>
                </c:pt>
                <c:pt idx="70362">
                  <c:v>45509.487500000003</c:v>
                </c:pt>
                <c:pt idx="70363">
                  <c:v>45357.574305555558</c:v>
                </c:pt>
                <c:pt idx="70364">
                  <c:v>45411.67083333333</c:v>
                </c:pt>
                <c:pt idx="70365">
                  <c:v>45967.285416666673</c:v>
                </c:pt>
                <c:pt idx="70366">
                  <c:v>45734.63958333333</c:v>
                </c:pt>
                <c:pt idx="70367">
                  <c:v>45863.496527777781</c:v>
                </c:pt>
                <c:pt idx="70368">
                  <c:v>45749.633333333331</c:v>
                </c:pt>
                <c:pt idx="70369">
                  <c:v>45791.345138888893</c:v>
                </c:pt>
                <c:pt idx="70370">
                  <c:v>45926.555555555547</c:v>
                </c:pt>
                <c:pt idx="70371">
                  <c:v>45811.631249999999</c:v>
                </c:pt>
                <c:pt idx="70372">
                  <c:v>45848.810416666667</c:v>
                </c:pt>
                <c:pt idx="70373">
                  <c:v>45592.44027777778</c:v>
                </c:pt>
                <c:pt idx="70374">
                  <c:v>45489.623611111107</c:v>
                </c:pt>
                <c:pt idx="70375">
                  <c:v>45872.717361111107</c:v>
                </c:pt>
                <c:pt idx="70376">
                  <c:v>45405.384722222218</c:v>
                </c:pt>
                <c:pt idx="70377">
                  <c:v>45952.474305555559</c:v>
                </c:pt>
                <c:pt idx="70378">
                  <c:v>45923.588194444441</c:v>
                </c:pt>
                <c:pt idx="70379">
                  <c:v>45884.606249999997</c:v>
                </c:pt>
                <c:pt idx="70380">
                  <c:v>45358.530555555553</c:v>
                </c:pt>
                <c:pt idx="70381">
                  <c:v>45904.466666666667</c:v>
                </c:pt>
                <c:pt idx="70382">
                  <c:v>45806.586805555547</c:v>
                </c:pt>
                <c:pt idx="70383">
                  <c:v>45921.863888888889</c:v>
                </c:pt>
                <c:pt idx="70384">
                  <c:v>45794.73541666667</c:v>
                </c:pt>
                <c:pt idx="70385">
                  <c:v>45891.618750000001</c:v>
                </c:pt>
                <c:pt idx="70386">
                  <c:v>45895.423611111109</c:v>
                </c:pt>
                <c:pt idx="70387">
                  <c:v>45840.895138888889</c:v>
                </c:pt>
                <c:pt idx="70388">
                  <c:v>45998.590277777781</c:v>
                </c:pt>
                <c:pt idx="70389">
                  <c:v>45970.836111111108</c:v>
                </c:pt>
                <c:pt idx="70390">
                  <c:v>45867.654861111107</c:v>
                </c:pt>
                <c:pt idx="70391">
                  <c:v>45818.527777777781</c:v>
                </c:pt>
                <c:pt idx="70392">
                  <c:v>45944.492361111108</c:v>
                </c:pt>
                <c:pt idx="70393">
                  <c:v>45897.525000000001</c:v>
                </c:pt>
                <c:pt idx="70394">
                  <c:v>45776.167361111111</c:v>
                </c:pt>
                <c:pt idx="70395">
                  <c:v>45644.648611111108</c:v>
                </c:pt>
                <c:pt idx="70396">
                  <c:v>45711.262499999997</c:v>
                </c:pt>
                <c:pt idx="70397">
                  <c:v>45316.509027777778</c:v>
                </c:pt>
                <c:pt idx="70398">
                  <c:v>45558.197916666657</c:v>
                </c:pt>
                <c:pt idx="70399">
                  <c:v>45461.708333333343</c:v>
                </c:pt>
                <c:pt idx="70400">
                  <c:v>45690.828472222223</c:v>
                </c:pt>
                <c:pt idx="70401">
                  <c:v>45569.566666666673</c:v>
                </c:pt>
                <c:pt idx="70402">
                  <c:v>45452.865277777782</c:v>
                </c:pt>
                <c:pt idx="70403">
                  <c:v>45473.463194444441</c:v>
                </c:pt>
                <c:pt idx="70404">
                  <c:v>45634.70416666667</c:v>
                </c:pt>
                <c:pt idx="70405">
                  <c:v>45836.397916666669</c:v>
                </c:pt>
                <c:pt idx="70406">
                  <c:v>45663.629861111112</c:v>
                </c:pt>
                <c:pt idx="70407">
                  <c:v>45530.806250000001</c:v>
                </c:pt>
                <c:pt idx="70408">
                  <c:v>45606.595138888893</c:v>
                </c:pt>
                <c:pt idx="70409">
                  <c:v>45843.702777777777</c:v>
                </c:pt>
                <c:pt idx="70410">
                  <c:v>45683.32916666667</c:v>
                </c:pt>
                <c:pt idx="70411">
                  <c:v>45454.427777777782</c:v>
                </c:pt>
                <c:pt idx="70412">
                  <c:v>45738.788194444453</c:v>
                </c:pt>
                <c:pt idx="70413">
                  <c:v>46014.486111111109</c:v>
                </c:pt>
                <c:pt idx="70414">
                  <c:v>45622.46597222222</c:v>
                </c:pt>
                <c:pt idx="70415">
                  <c:v>45673.461111111108</c:v>
                </c:pt>
                <c:pt idx="70416">
                  <c:v>45522.629861111112</c:v>
                </c:pt>
                <c:pt idx="70417">
                  <c:v>45901.445138888892</c:v>
                </c:pt>
                <c:pt idx="70418">
                  <c:v>45582.48333333333</c:v>
                </c:pt>
                <c:pt idx="70419">
                  <c:v>45556.49722222222</c:v>
                </c:pt>
                <c:pt idx="70420">
                  <c:v>45799.936111111107</c:v>
                </c:pt>
                <c:pt idx="70421">
                  <c:v>45310.658333333333</c:v>
                </c:pt>
                <c:pt idx="70422">
                  <c:v>45377.690972222219</c:v>
                </c:pt>
                <c:pt idx="70423">
                  <c:v>45581.488194444442</c:v>
                </c:pt>
                <c:pt idx="70424">
                  <c:v>45786.567361111112</c:v>
                </c:pt>
                <c:pt idx="70425">
                  <c:v>45705.724999999999</c:v>
                </c:pt>
                <c:pt idx="70426">
                  <c:v>45797.644444444442</c:v>
                </c:pt>
                <c:pt idx="70427">
                  <c:v>45539.490972222222</c:v>
                </c:pt>
                <c:pt idx="70428">
                  <c:v>45533.347222222219</c:v>
                </c:pt>
                <c:pt idx="70429">
                  <c:v>45937.413194444453</c:v>
                </c:pt>
                <c:pt idx="70430">
                  <c:v>45362.456944444442</c:v>
                </c:pt>
                <c:pt idx="70431">
                  <c:v>45660.378472222219</c:v>
                </c:pt>
                <c:pt idx="70432">
                  <c:v>45705.665277777778</c:v>
                </c:pt>
                <c:pt idx="70433">
                  <c:v>45992.874305555553</c:v>
                </c:pt>
                <c:pt idx="70434">
                  <c:v>45653.462500000001</c:v>
                </c:pt>
                <c:pt idx="70435">
                  <c:v>45750.647916666669</c:v>
                </c:pt>
                <c:pt idx="70436">
                  <c:v>45971.750694444447</c:v>
                </c:pt>
                <c:pt idx="70437">
                  <c:v>45734.745138888888</c:v>
                </c:pt>
                <c:pt idx="70438">
                  <c:v>45919.731249999997</c:v>
                </c:pt>
                <c:pt idx="70439">
                  <c:v>45706.517361111109</c:v>
                </c:pt>
                <c:pt idx="70440">
                  <c:v>45871.743750000001</c:v>
                </c:pt>
                <c:pt idx="70441">
                  <c:v>45935.51666666667</c:v>
                </c:pt>
                <c:pt idx="70442">
                  <c:v>45637.461111111108</c:v>
                </c:pt>
                <c:pt idx="70443">
                  <c:v>45575.434027777781</c:v>
                </c:pt>
                <c:pt idx="70444">
                  <c:v>45596.40902777778</c:v>
                </c:pt>
                <c:pt idx="70445">
                  <c:v>45665.42291666667</c:v>
                </c:pt>
                <c:pt idx="70446">
                  <c:v>45616.480555555558</c:v>
                </c:pt>
                <c:pt idx="70447">
                  <c:v>45720.617361111108</c:v>
                </c:pt>
                <c:pt idx="70448">
                  <c:v>45691.414583333331</c:v>
                </c:pt>
                <c:pt idx="70449">
                  <c:v>45547.556944444441</c:v>
                </c:pt>
                <c:pt idx="70450">
                  <c:v>45867.621527777781</c:v>
                </c:pt>
                <c:pt idx="70451">
                  <c:v>45496.575694444437</c:v>
                </c:pt>
                <c:pt idx="70452">
                  <c:v>45734.552083333343</c:v>
                </c:pt>
                <c:pt idx="70453">
                  <c:v>45608.552083333343</c:v>
                </c:pt>
                <c:pt idx="70454">
                  <c:v>46022.768750000003</c:v>
                </c:pt>
                <c:pt idx="70455">
                  <c:v>45798.84652777778</c:v>
                </c:pt>
                <c:pt idx="70456">
                  <c:v>45741.787499999999</c:v>
                </c:pt>
                <c:pt idx="70457">
                  <c:v>45978.859027777777</c:v>
                </c:pt>
                <c:pt idx="70458">
                  <c:v>45693.784722222219</c:v>
                </c:pt>
                <c:pt idx="70459">
                  <c:v>45656.822916666657</c:v>
                </c:pt>
                <c:pt idx="70460">
                  <c:v>45872.560416666667</c:v>
                </c:pt>
                <c:pt idx="70461">
                  <c:v>45874.680555555547</c:v>
                </c:pt>
                <c:pt idx="70462">
                  <c:v>45989.020138888889</c:v>
                </c:pt>
                <c:pt idx="70463">
                  <c:v>45751.4375</c:v>
                </c:pt>
                <c:pt idx="70464">
                  <c:v>45750.92083333333</c:v>
                </c:pt>
                <c:pt idx="70465">
                  <c:v>45910.720833333333</c:v>
                </c:pt>
                <c:pt idx="70466">
                  <c:v>45630.425694444442</c:v>
                </c:pt>
                <c:pt idx="70467">
                  <c:v>45826.681250000001</c:v>
                </c:pt>
                <c:pt idx="70468">
                  <c:v>45679.429861111108</c:v>
                </c:pt>
                <c:pt idx="70469">
                  <c:v>45946.580555555563</c:v>
                </c:pt>
                <c:pt idx="70470">
                  <c:v>45847.431250000001</c:v>
                </c:pt>
                <c:pt idx="70471">
                  <c:v>45784.636111111111</c:v>
                </c:pt>
                <c:pt idx="70472">
                  <c:v>45639.534722222219</c:v>
                </c:pt>
                <c:pt idx="70473">
                  <c:v>45771.465277777781</c:v>
                </c:pt>
                <c:pt idx="70474">
                  <c:v>45713.097916666673</c:v>
                </c:pt>
                <c:pt idx="70475">
                  <c:v>45912.713888888888</c:v>
                </c:pt>
                <c:pt idx="70476">
                  <c:v>45856.006944444453</c:v>
                </c:pt>
                <c:pt idx="70477">
                  <c:v>45682.103472222218</c:v>
                </c:pt>
                <c:pt idx="70478">
                  <c:v>45515.095138888893</c:v>
                </c:pt>
                <c:pt idx="70479">
                  <c:v>46013.461805555547</c:v>
                </c:pt>
                <c:pt idx="70480">
                  <c:v>45871.038194444453</c:v>
                </c:pt>
                <c:pt idx="70481">
                  <c:v>45979.936805555553</c:v>
                </c:pt>
                <c:pt idx="70482">
                  <c:v>45808.55972222222</c:v>
                </c:pt>
                <c:pt idx="70483">
                  <c:v>45811.59097222222</c:v>
                </c:pt>
                <c:pt idx="70484">
                  <c:v>45898.013194444437</c:v>
                </c:pt>
                <c:pt idx="70485">
                  <c:v>45561.925000000003</c:v>
                </c:pt>
                <c:pt idx="70486">
                  <c:v>45645.982638888891</c:v>
                </c:pt>
                <c:pt idx="70487">
                  <c:v>45777.04583333333</c:v>
                </c:pt>
                <c:pt idx="70488">
                  <c:v>45869.8125</c:v>
                </c:pt>
                <c:pt idx="70489">
                  <c:v>45928.540972222218</c:v>
                </c:pt>
                <c:pt idx="70490">
                  <c:v>45990.412499999999</c:v>
                </c:pt>
                <c:pt idx="70491">
                  <c:v>45961.265972222223</c:v>
                </c:pt>
                <c:pt idx="70492">
                  <c:v>46013.967361111107</c:v>
                </c:pt>
                <c:pt idx="70493">
                  <c:v>45496.544444444437</c:v>
                </c:pt>
                <c:pt idx="70494">
                  <c:v>45461.486805555563</c:v>
                </c:pt>
                <c:pt idx="70495">
                  <c:v>45581.45</c:v>
                </c:pt>
                <c:pt idx="70496">
                  <c:v>45614.523611111108</c:v>
                </c:pt>
                <c:pt idx="70497">
                  <c:v>45436.438194444447</c:v>
                </c:pt>
                <c:pt idx="70498">
                  <c:v>45407.490972222222</c:v>
                </c:pt>
                <c:pt idx="70499">
                  <c:v>45525.55</c:v>
                </c:pt>
                <c:pt idx="70500">
                  <c:v>45555.478472222218</c:v>
                </c:pt>
                <c:pt idx="70501">
                  <c:v>45377.456944444442</c:v>
                </c:pt>
                <c:pt idx="70502">
                  <c:v>45356.494444444441</c:v>
                </c:pt>
                <c:pt idx="70503">
                  <c:v>45655.654166666667</c:v>
                </c:pt>
                <c:pt idx="70504">
                  <c:v>45884.741666666669</c:v>
                </c:pt>
                <c:pt idx="70505">
                  <c:v>45710.570833333331</c:v>
                </c:pt>
                <c:pt idx="70506">
                  <c:v>45985.745138888888</c:v>
                </c:pt>
                <c:pt idx="70507">
                  <c:v>45433.532638888893</c:v>
                </c:pt>
                <c:pt idx="70508">
                  <c:v>45599.834722222222</c:v>
                </c:pt>
                <c:pt idx="70509">
                  <c:v>45533.606944444437</c:v>
                </c:pt>
                <c:pt idx="70510">
                  <c:v>45316.796527777777</c:v>
                </c:pt>
                <c:pt idx="70511">
                  <c:v>45600.31527777778</c:v>
                </c:pt>
                <c:pt idx="70512">
                  <c:v>45503.25</c:v>
                </c:pt>
                <c:pt idx="70513">
                  <c:v>45553.506249999999</c:v>
                </c:pt>
                <c:pt idx="70514">
                  <c:v>45429.59652777778</c:v>
                </c:pt>
                <c:pt idx="70515">
                  <c:v>45322.306944444441</c:v>
                </c:pt>
                <c:pt idx="70516">
                  <c:v>45293.374305555553</c:v>
                </c:pt>
                <c:pt idx="70517">
                  <c:v>45370.394444444442</c:v>
                </c:pt>
                <c:pt idx="70518">
                  <c:v>45461.518055555563</c:v>
                </c:pt>
                <c:pt idx="70519">
                  <c:v>45850.558333333327</c:v>
                </c:pt>
                <c:pt idx="70520">
                  <c:v>45874.386805555558</c:v>
                </c:pt>
                <c:pt idx="70521">
                  <c:v>45916.669444444437</c:v>
                </c:pt>
                <c:pt idx="70522">
                  <c:v>46021.338194444441</c:v>
                </c:pt>
                <c:pt idx="70523">
                  <c:v>45642.657638888893</c:v>
                </c:pt>
                <c:pt idx="70524">
                  <c:v>45766.331250000003</c:v>
                </c:pt>
                <c:pt idx="70525">
                  <c:v>45812.660416666673</c:v>
                </c:pt>
                <c:pt idx="70526">
                  <c:v>45716.363194444442</c:v>
                </c:pt>
                <c:pt idx="70527">
                  <c:v>45679.654166666667</c:v>
                </c:pt>
                <c:pt idx="70528">
                  <c:v>45996.40625</c:v>
                </c:pt>
                <c:pt idx="70529">
                  <c:v>45982.661805555559</c:v>
                </c:pt>
                <c:pt idx="70530">
                  <c:v>45952.488194444442</c:v>
                </c:pt>
                <c:pt idx="70531">
                  <c:v>45879.743750000001</c:v>
                </c:pt>
                <c:pt idx="70532">
                  <c:v>45745.402777777781</c:v>
                </c:pt>
                <c:pt idx="70533">
                  <c:v>45306.706250000003</c:v>
                </c:pt>
                <c:pt idx="70534">
                  <c:v>45446.813888888893</c:v>
                </c:pt>
                <c:pt idx="70535">
                  <c:v>45860.033333333333</c:v>
                </c:pt>
                <c:pt idx="70536">
                  <c:v>45939.925694444442</c:v>
                </c:pt>
                <c:pt idx="70537">
                  <c:v>45540.64166666667</c:v>
                </c:pt>
                <c:pt idx="70538">
                  <c:v>45789.506249999999</c:v>
                </c:pt>
                <c:pt idx="70539">
                  <c:v>45683.894444444442</c:v>
                </c:pt>
                <c:pt idx="70540">
                  <c:v>45303.40625</c:v>
                </c:pt>
                <c:pt idx="70541">
                  <c:v>45706.796527777777</c:v>
                </c:pt>
                <c:pt idx="70542">
                  <c:v>45526.123611111107</c:v>
                </c:pt>
                <c:pt idx="70543">
                  <c:v>46007.363888888889</c:v>
                </c:pt>
                <c:pt idx="70544">
                  <c:v>45854.661111111112</c:v>
                </c:pt>
                <c:pt idx="70545">
                  <c:v>45964.212500000001</c:v>
                </c:pt>
                <c:pt idx="70546">
                  <c:v>45767.7</c:v>
                </c:pt>
                <c:pt idx="70547">
                  <c:v>45399.887499999997</c:v>
                </c:pt>
                <c:pt idx="70548">
                  <c:v>45338.423611111109</c:v>
                </c:pt>
                <c:pt idx="70549">
                  <c:v>45634.609027777777</c:v>
                </c:pt>
                <c:pt idx="70550">
                  <c:v>45707.442361111112</c:v>
                </c:pt>
                <c:pt idx="70551">
                  <c:v>45810.291666666657</c:v>
                </c:pt>
                <c:pt idx="70552">
                  <c:v>45937.492361111108</c:v>
                </c:pt>
                <c:pt idx="70553">
                  <c:v>45498.618750000001</c:v>
                </c:pt>
                <c:pt idx="70554">
                  <c:v>45761.870138888888</c:v>
                </c:pt>
                <c:pt idx="70555">
                  <c:v>46000.747916666667</c:v>
                </c:pt>
                <c:pt idx="70556">
                  <c:v>45410.695833333331</c:v>
                </c:pt>
                <c:pt idx="70557">
                  <c:v>45601.504861111112</c:v>
                </c:pt>
                <c:pt idx="70558">
                  <c:v>45967.675000000003</c:v>
                </c:pt>
                <c:pt idx="70559">
                  <c:v>45915.720138888893</c:v>
                </c:pt>
                <c:pt idx="70560">
                  <c:v>45601.5</c:v>
                </c:pt>
                <c:pt idx="70561">
                  <c:v>45574.693749999999</c:v>
                </c:pt>
                <c:pt idx="70562">
                  <c:v>45462.587500000001</c:v>
                </c:pt>
                <c:pt idx="70563">
                  <c:v>45562.598611111112</c:v>
                </c:pt>
                <c:pt idx="70564">
                  <c:v>45393.738194444442</c:v>
                </c:pt>
                <c:pt idx="70565">
                  <c:v>45481.462500000001</c:v>
                </c:pt>
                <c:pt idx="70566">
                  <c:v>45330.705555555563</c:v>
                </c:pt>
                <c:pt idx="70567">
                  <c:v>45351.717361111107</c:v>
                </c:pt>
                <c:pt idx="70568">
                  <c:v>45544.302777777782</c:v>
                </c:pt>
                <c:pt idx="70569">
                  <c:v>45463.475694444453</c:v>
                </c:pt>
                <c:pt idx="70570">
                  <c:v>45448.524305555547</c:v>
                </c:pt>
                <c:pt idx="70571">
                  <c:v>45411.289583333331</c:v>
                </c:pt>
                <c:pt idx="70572">
                  <c:v>45317.277777777781</c:v>
                </c:pt>
                <c:pt idx="70573">
                  <c:v>45508.673611111109</c:v>
                </c:pt>
                <c:pt idx="70574">
                  <c:v>45368.629166666673</c:v>
                </c:pt>
                <c:pt idx="70575">
                  <c:v>45426.749305555553</c:v>
                </c:pt>
                <c:pt idx="70576">
                  <c:v>45524.737500000003</c:v>
                </c:pt>
                <c:pt idx="70577">
                  <c:v>45307.720138888893</c:v>
                </c:pt>
                <c:pt idx="70578">
                  <c:v>45330.487500000003</c:v>
                </c:pt>
                <c:pt idx="70579">
                  <c:v>45361.852777777778</c:v>
                </c:pt>
                <c:pt idx="70580">
                  <c:v>45299.445138888892</c:v>
                </c:pt>
                <c:pt idx="70581">
                  <c:v>45904.311805555553</c:v>
                </c:pt>
                <c:pt idx="70582">
                  <c:v>45985.788194444453</c:v>
                </c:pt>
                <c:pt idx="70583">
                  <c:v>45617.617361111108</c:v>
                </c:pt>
                <c:pt idx="70584">
                  <c:v>45301.304166666669</c:v>
                </c:pt>
                <c:pt idx="70585">
                  <c:v>45792.384027777778</c:v>
                </c:pt>
                <c:pt idx="70586">
                  <c:v>45299.231944444437</c:v>
                </c:pt>
                <c:pt idx="70587">
                  <c:v>45871.60833333333</c:v>
                </c:pt>
                <c:pt idx="70588">
                  <c:v>45705.498611111107</c:v>
                </c:pt>
                <c:pt idx="70589">
                  <c:v>45996.477777777778</c:v>
                </c:pt>
                <c:pt idx="70590">
                  <c:v>45915.506944444453</c:v>
                </c:pt>
                <c:pt idx="70591">
                  <c:v>45574.592361111107</c:v>
                </c:pt>
                <c:pt idx="70592">
                  <c:v>45674.468055555553</c:v>
                </c:pt>
                <c:pt idx="70593">
                  <c:v>45819.574999999997</c:v>
                </c:pt>
                <c:pt idx="70594">
                  <c:v>45743.459722222222</c:v>
                </c:pt>
                <c:pt idx="70595">
                  <c:v>45591.455555555563</c:v>
                </c:pt>
                <c:pt idx="70596">
                  <c:v>45553.742361111108</c:v>
                </c:pt>
                <c:pt idx="70597">
                  <c:v>45645.515277777777</c:v>
                </c:pt>
                <c:pt idx="70598">
                  <c:v>45708.915972222218</c:v>
                </c:pt>
                <c:pt idx="70599">
                  <c:v>45772.881249999999</c:v>
                </c:pt>
                <c:pt idx="70600">
                  <c:v>45481.618055555547</c:v>
                </c:pt>
                <c:pt idx="70601">
                  <c:v>45912.777083333327</c:v>
                </c:pt>
                <c:pt idx="70602">
                  <c:v>45579.923611111109</c:v>
                </c:pt>
                <c:pt idx="70603">
                  <c:v>45677.536111111112</c:v>
                </c:pt>
                <c:pt idx="70604">
                  <c:v>45827.567361111112</c:v>
                </c:pt>
                <c:pt idx="70605">
                  <c:v>45629.631249999999</c:v>
                </c:pt>
                <c:pt idx="70606">
                  <c:v>45893.533333333333</c:v>
                </c:pt>
                <c:pt idx="70607">
                  <c:v>45514.993750000001</c:v>
                </c:pt>
                <c:pt idx="70608">
                  <c:v>45304.582638888889</c:v>
                </c:pt>
                <c:pt idx="70609">
                  <c:v>45338.629166666673</c:v>
                </c:pt>
                <c:pt idx="70610">
                  <c:v>45616.607638888891</c:v>
                </c:pt>
                <c:pt idx="70611">
                  <c:v>45730.606249999997</c:v>
                </c:pt>
                <c:pt idx="70612">
                  <c:v>45666.724305555559</c:v>
                </c:pt>
                <c:pt idx="70613">
                  <c:v>45801.761111111111</c:v>
                </c:pt>
                <c:pt idx="70614">
                  <c:v>45483.540277777778</c:v>
                </c:pt>
                <c:pt idx="70615">
                  <c:v>45664.286805555559</c:v>
                </c:pt>
                <c:pt idx="70616">
                  <c:v>45739.382638888892</c:v>
                </c:pt>
                <c:pt idx="70617">
                  <c:v>45861.274305555547</c:v>
                </c:pt>
                <c:pt idx="70618">
                  <c:v>45779.362500000003</c:v>
                </c:pt>
                <c:pt idx="70619">
                  <c:v>45708.481944444437</c:v>
                </c:pt>
                <c:pt idx="70620">
                  <c:v>45726.640277777777</c:v>
                </c:pt>
                <c:pt idx="70621">
                  <c:v>45672.511111111111</c:v>
                </c:pt>
                <c:pt idx="70622">
                  <c:v>45719.328472222223</c:v>
                </c:pt>
                <c:pt idx="70623">
                  <c:v>45757.337500000001</c:v>
                </c:pt>
                <c:pt idx="70624">
                  <c:v>45744.254166666673</c:v>
                </c:pt>
                <c:pt idx="70625">
                  <c:v>45905.27847222222</c:v>
                </c:pt>
                <c:pt idx="70626">
                  <c:v>45764.293055555558</c:v>
                </c:pt>
                <c:pt idx="70627">
                  <c:v>45691.916666666657</c:v>
                </c:pt>
                <c:pt idx="70628">
                  <c:v>45754.527777777781</c:v>
                </c:pt>
                <c:pt idx="70629">
                  <c:v>45525.563888888893</c:v>
                </c:pt>
                <c:pt idx="70630">
                  <c:v>45510.701388888891</c:v>
                </c:pt>
                <c:pt idx="70631">
                  <c:v>45610.435416666667</c:v>
                </c:pt>
                <c:pt idx="70632">
                  <c:v>45533.810416666667</c:v>
                </c:pt>
                <c:pt idx="70633">
                  <c:v>45855.865972222222</c:v>
                </c:pt>
                <c:pt idx="70634">
                  <c:v>45435.943749999999</c:v>
                </c:pt>
                <c:pt idx="70635">
                  <c:v>45328.786805555559</c:v>
                </c:pt>
                <c:pt idx="70636">
                  <c:v>45493.832638888889</c:v>
                </c:pt>
                <c:pt idx="70637">
                  <c:v>45632.492361111108</c:v>
                </c:pt>
                <c:pt idx="70638">
                  <c:v>45611.505555555559</c:v>
                </c:pt>
                <c:pt idx="70639">
                  <c:v>45896.429861111108</c:v>
                </c:pt>
                <c:pt idx="70640">
                  <c:v>45450.990972222222</c:v>
                </c:pt>
                <c:pt idx="70641">
                  <c:v>45527.552777777782</c:v>
                </c:pt>
                <c:pt idx="70642">
                  <c:v>45739.300694444442</c:v>
                </c:pt>
                <c:pt idx="70643">
                  <c:v>45978.283333333333</c:v>
                </c:pt>
                <c:pt idx="70644">
                  <c:v>45906.712500000001</c:v>
                </c:pt>
                <c:pt idx="70645">
                  <c:v>45851.65902777778</c:v>
                </c:pt>
                <c:pt idx="70646">
                  <c:v>45483.402777777781</c:v>
                </c:pt>
                <c:pt idx="70647">
                  <c:v>45373.916666666657</c:v>
                </c:pt>
                <c:pt idx="70648">
                  <c:v>45444.865277777782</c:v>
                </c:pt>
                <c:pt idx="70649">
                  <c:v>45697.566666666673</c:v>
                </c:pt>
                <c:pt idx="70650">
                  <c:v>45796.801388888889</c:v>
                </c:pt>
                <c:pt idx="70651">
                  <c:v>45576.6875</c:v>
                </c:pt>
                <c:pt idx="70652">
                  <c:v>46006.34097222222</c:v>
                </c:pt>
                <c:pt idx="70653">
                  <c:v>45400.522916666669</c:v>
                </c:pt>
                <c:pt idx="70654">
                  <c:v>45670.595138888893</c:v>
                </c:pt>
                <c:pt idx="70655">
                  <c:v>45538.652083333327</c:v>
                </c:pt>
                <c:pt idx="70656">
                  <c:v>45804.740277777782</c:v>
                </c:pt>
                <c:pt idx="70657">
                  <c:v>45951.802777777782</c:v>
                </c:pt>
                <c:pt idx="70658">
                  <c:v>45569.594444444447</c:v>
                </c:pt>
                <c:pt idx="70659">
                  <c:v>45821.15902777778</c:v>
                </c:pt>
                <c:pt idx="70660">
                  <c:v>45569.594444444447</c:v>
                </c:pt>
                <c:pt idx="70661">
                  <c:v>45324.279861111107</c:v>
                </c:pt>
                <c:pt idx="70662">
                  <c:v>46005.11041666667</c:v>
                </c:pt>
                <c:pt idx="70663">
                  <c:v>45821.15902777778</c:v>
                </c:pt>
                <c:pt idx="70664">
                  <c:v>45740.347222222219</c:v>
                </c:pt>
                <c:pt idx="70665">
                  <c:v>45740.347222222219</c:v>
                </c:pt>
                <c:pt idx="70666">
                  <c:v>45324.279861111107</c:v>
                </c:pt>
                <c:pt idx="70667">
                  <c:v>46005.11041666667</c:v>
                </c:pt>
                <c:pt idx="70668">
                  <c:v>45626.337500000001</c:v>
                </c:pt>
                <c:pt idx="70669">
                  <c:v>45378.672222222223</c:v>
                </c:pt>
                <c:pt idx="70670">
                  <c:v>45378.672222222223</c:v>
                </c:pt>
                <c:pt idx="70671">
                  <c:v>45547.495138888888</c:v>
                </c:pt>
                <c:pt idx="70672">
                  <c:v>45639.227083333331</c:v>
                </c:pt>
                <c:pt idx="70673">
                  <c:v>45639.227083333331</c:v>
                </c:pt>
                <c:pt idx="70674">
                  <c:v>45626.337500000001</c:v>
                </c:pt>
                <c:pt idx="70675">
                  <c:v>45547.495138888888</c:v>
                </c:pt>
                <c:pt idx="70676">
                  <c:v>45916.564583333333</c:v>
                </c:pt>
                <c:pt idx="70677">
                  <c:v>45820.665277777778</c:v>
                </c:pt>
                <c:pt idx="70678">
                  <c:v>45874.518750000003</c:v>
                </c:pt>
                <c:pt idx="70679">
                  <c:v>45964.604166666657</c:v>
                </c:pt>
                <c:pt idx="70680">
                  <c:v>45946.626388888893</c:v>
                </c:pt>
                <c:pt idx="70681">
                  <c:v>45845.571527777778</c:v>
                </c:pt>
                <c:pt idx="70682">
                  <c:v>45967.902777777781</c:v>
                </c:pt>
                <c:pt idx="70683">
                  <c:v>45448.318055555559</c:v>
                </c:pt>
                <c:pt idx="70684">
                  <c:v>45746.736805555563</c:v>
                </c:pt>
                <c:pt idx="70685">
                  <c:v>45810.808333333327</c:v>
                </c:pt>
                <c:pt idx="70686">
                  <c:v>45488.62222222222</c:v>
                </c:pt>
                <c:pt idx="70687">
                  <c:v>45338.362500000003</c:v>
                </c:pt>
                <c:pt idx="70688">
                  <c:v>45503.746527777781</c:v>
                </c:pt>
                <c:pt idx="70689">
                  <c:v>45492.474305555559</c:v>
                </c:pt>
                <c:pt idx="70690">
                  <c:v>45302.72152777778</c:v>
                </c:pt>
                <c:pt idx="70691">
                  <c:v>45574.501388888893</c:v>
                </c:pt>
                <c:pt idx="70692">
                  <c:v>45377.49722222222</c:v>
                </c:pt>
                <c:pt idx="70693">
                  <c:v>45847.763194444437</c:v>
                </c:pt>
                <c:pt idx="70694">
                  <c:v>45617.629166666673</c:v>
                </c:pt>
                <c:pt idx="70695">
                  <c:v>45461.587500000001</c:v>
                </c:pt>
                <c:pt idx="70696">
                  <c:v>45654.762499999997</c:v>
                </c:pt>
                <c:pt idx="70697">
                  <c:v>45989.527083333327</c:v>
                </c:pt>
                <c:pt idx="70698">
                  <c:v>45966.568749999999</c:v>
                </c:pt>
                <c:pt idx="70699">
                  <c:v>45966.568749999999</c:v>
                </c:pt>
                <c:pt idx="70700">
                  <c:v>45743.390277777777</c:v>
                </c:pt>
                <c:pt idx="70701">
                  <c:v>45817.324305555558</c:v>
                </c:pt>
                <c:pt idx="70702">
                  <c:v>45887.578472222223</c:v>
                </c:pt>
                <c:pt idx="70703">
                  <c:v>45817.324305555558</c:v>
                </c:pt>
                <c:pt idx="70704">
                  <c:v>46018.834722222222</c:v>
                </c:pt>
                <c:pt idx="70705">
                  <c:v>45780.333333333343</c:v>
                </c:pt>
                <c:pt idx="70706">
                  <c:v>45909.581944444442</c:v>
                </c:pt>
                <c:pt idx="70707">
                  <c:v>45909.581944444442</c:v>
                </c:pt>
                <c:pt idx="70708">
                  <c:v>46021.507638888892</c:v>
                </c:pt>
                <c:pt idx="70709">
                  <c:v>45860.727083333331</c:v>
                </c:pt>
                <c:pt idx="70710">
                  <c:v>45989.527083333327</c:v>
                </c:pt>
                <c:pt idx="70711">
                  <c:v>46021.507638888892</c:v>
                </c:pt>
                <c:pt idx="70712">
                  <c:v>45937.453472222223</c:v>
                </c:pt>
                <c:pt idx="70713">
                  <c:v>45780.333333333343</c:v>
                </c:pt>
                <c:pt idx="70714">
                  <c:v>45743.390277777777</c:v>
                </c:pt>
                <c:pt idx="70715">
                  <c:v>45860.727083333331</c:v>
                </c:pt>
                <c:pt idx="70716">
                  <c:v>46018.834722222222</c:v>
                </c:pt>
                <c:pt idx="70717">
                  <c:v>45937.453472222223</c:v>
                </c:pt>
                <c:pt idx="70718">
                  <c:v>45887.578472222223</c:v>
                </c:pt>
                <c:pt idx="70719">
                  <c:v>45835.234722222223</c:v>
                </c:pt>
                <c:pt idx="70720">
                  <c:v>45436.634027777778</c:v>
                </c:pt>
                <c:pt idx="70721">
                  <c:v>45624.365277777782</c:v>
                </c:pt>
                <c:pt idx="70722">
                  <c:v>45931.272222222222</c:v>
                </c:pt>
                <c:pt idx="70723">
                  <c:v>45553.038194444453</c:v>
                </c:pt>
                <c:pt idx="70724">
                  <c:v>45709.31527777778</c:v>
                </c:pt>
                <c:pt idx="70725">
                  <c:v>45314.321527777778</c:v>
                </c:pt>
                <c:pt idx="70726">
                  <c:v>45889.363194444442</c:v>
                </c:pt>
                <c:pt idx="70727">
                  <c:v>46007.484027777777</c:v>
                </c:pt>
                <c:pt idx="70728">
                  <c:v>45985.395833333343</c:v>
                </c:pt>
                <c:pt idx="70729">
                  <c:v>45736.481249999997</c:v>
                </c:pt>
                <c:pt idx="70730">
                  <c:v>45770.3125</c:v>
                </c:pt>
                <c:pt idx="70731">
                  <c:v>45953.633333333331</c:v>
                </c:pt>
                <c:pt idx="70732">
                  <c:v>45758.386805555558</c:v>
                </c:pt>
                <c:pt idx="70733">
                  <c:v>45953.638194444437</c:v>
                </c:pt>
                <c:pt idx="70734">
                  <c:v>45924.188888888893</c:v>
                </c:pt>
                <c:pt idx="70735">
                  <c:v>45803.535416666673</c:v>
                </c:pt>
                <c:pt idx="70736">
                  <c:v>45719.306250000001</c:v>
                </c:pt>
                <c:pt idx="70737">
                  <c:v>45698.474305555559</c:v>
                </c:pt>
                <c:pt idx="70738">
                  <c:v>45789.2</c:v>
                </c:pt>
                <c:pt idx="70739">
                  <c:v>45816.741666666669</c:v>
                </c:pt>
                <c:pt idx="70740">
                  <c:v>45907.309027777781</c:v>
                </c:pt>
                <c:pt idx="70741">
                  <c:v>45627.42083333333</c:v>
                </c:pt>
                <c:pt idx="70742">
                  <c:v>45380.660416666673</c:v>
                </c:pt>
                <c:pt idx="70743">
                  <c:v>45500.45416666667</c:v>
                </c:pt>
                <c:pt idx="70744">
                  <c:v>45553.459027777782</c:v>
                </c:pt>
                <c:pt idx="70745">
                  <c:v>45572.443749999999</c:v>
                </c:pt>
                <c:pt idx="70746">
                  <c:v>45704.524305555547</c:v>
                </c:pt>
                <c:pt idx="70747">
                  <c:v>45740.513194444437</c:v>
                </c:pt>
                <c:pt idx="70748">
                  <c:v>45673.538888888892</c:v>
                </c:pt>
                <c:pt idx="70749">
                  <c:v>45993.634027777778</c:v>
                </c:pt>
                <c:pt idx="70750">
                  <c:v>45457.684027777781</c:v>
                </c:pt>
                <c:pt idx="70751">
                  <c:v>45876.70208333333</c:v>
                </c:pt>
                <c:pt idx="70752">
                  <c:v>46020.745138888888</c:v>
                </c:pt>
                <c:pt idx="70753">
                  <c:v>45972.670138888891</c:v>
                </c:pt>
                <c:pt idx="70754">
                  <c:v>45835.865277777782</c:v>
                </c:pt>
                <c:pt idx="70755">
                  <c:v>45782.64166666667</c:v>
                </c:pt>
                <c:pt idx="70756">
                  <c:v>45686.606944444437</c:v>
                </c:pt>
                <c:pt idx="70757">
                  <c:v>45688.431944444441</c:v>
                </c:pt>
                <c:pt idx="70758">
                  <c:v>45981.499305555553</c:v>
                </c:pt>
                <c:pt idx="70759">
                  <c:v>45796.424305555563</c:v>
                </c:pt>
                <c:pt idx="70760">
                  <c:v>45602.831944444442</c:v>
                </c:pt>
                <c:pt idx="70761">
                  <c:v>45621.529861111107</c:v>
                </c:pt>
                <c:pt idx="70762">
                  <c:v>45754.474305555559</c:v>
                </c:pt>
                <c:pt idx="70763">
                  <c:v>45878.684027777781</c:v>
                </c:pt>
                <c:pt idx="70764">
                  <c:v>45665.611805555563</c:v>
                </c:pt>
                <c:pt idx="70765">
                  <c:v>45313.707638888889</c:v>
                </c:pt>
                <c:pt idx="70766">
                  <c:v>45477.572916666657</c:v>
                </c:pt>
                <c:pt idx="70767">
                  <c:v>45419.98333333333</c:v>
                </c:pt>
                <c:pt idx="70768">
                  <c:v>45369.561805555553</c:v>
                </c:pt>
                <c:pt idx="70769">
                  <c:v>45555.529861111107</c:v>
                </c:pt>
                <c:pt idx="70770">
                  <c:v>45628.896527777782</c:v>
                </c:pt>
                <c:pt idx="70771">
                  <c:v>45704.544444444437</c:v>
                </c:pt>
                <c:pt idx="70772">
                  <c:v>45772.790277777778</c:v>
                </c:pt>
                <c:pt idx="70773">
                  <c:v>45939.527083333327</c:v>
                </c:pt>
                <c:pt idx="70774">
                  <c:v>45487.538888888892</c:v>
                </c:pt>
                <c:pt idx="70775">
                  <c:v>45852.524305555547</c:v>
                </c:pt>
                <c:pt idx="70776">
                  <c:v>45442.933333333327</c:v>
                </c:pt>
                <c:pt idx="70777">
                  <c:v>45742.546527777777</c:v>
                </c:pt>
                <c:pt idx="70778">
                  <c:v>45826.427083333343</c:v>
                </c:pt>
                <c:pt idx="70779">
                  <c:v>45780.520138888889</c:v>
                </c:pt>
                <c:pt idx="70780">
                  <c:v>45803.574999999997</c:v>
                </c:pt>
                <c:pt idx="70781">
                  <c:v>45832.761111111111</c:v>
                </c:pt>
                <c:pt idx="70782">
                  <c:v>45762.501388888893</c:v>
                </c:pt>
                <c:pt idx="70783">
                  <c:v>45351.486111111109</c:v>
                </c:pt>
                <c:pt idx="70784">
                  <c:v>45754.727083333331</c:v>
                </c:pt>
                <c:pt idx="70785">
                  <c:v>45316.422222222223</c:v>
                </c:pt>
                <c:pt idx="70786">
                  <c:v>45490.462500000001</c:v>
                </c:pt>
                <c:pt idx="70787">
                  <c:v>45321.557638888888</c:v>
                </c:pt>
                <c:pt idx="70788">
                  <c:v>45309.439583333333</c:v>
                </c:pt>
                <c:pt idx="70789">
                  <c:v>45364.271527777782</c:v>
                </c:pt>
                <c:pt idx="70790">
                  <c:v>45449.451388888891</c:v>
                </c:pt>
                <c:pt idx="70791">
                  <c:v>45426.419444444437</c:v>
                </c:pt>
                <c:pt idx="70792">
                  <c:v>45323.838888888888</c:v>
                </c:pt>
                <c:pt idx="70793">
                  <c:v>45901.944444444453</c:v>
                </c:pt>
                <c:pt idx="70794">
                  <c:v>45657.478472222218</c:v>
                </c:pt>
                <c:pt idx="70795">
                  <c:v>45823.570138888892</c:v>
                </c:pt>
                <c:pt idx="70796">
                  <c:v>45555.470138888893</c:v>
                </c:pt>
                <c:pt idx="70797">
                  <c:v>45519.693749999999</c:v>
                </c:pt>
                <c:pt idx="70798">
                  <c:v>45418.554166666669</c:v>
                </c:pt>
                <c:pt idx="70799">
                  <c:v>45883.335416666669</c:v>
                </c:pt>
                <c:pt idx="70800">
                  <c:v>45866.707638888889</c:v>
                </c:pt>
                <c:pt idx="70801">
                  <c:v>45909.743750000001</c:v>
                </c:pt>
                <c:pt idx="70802">
                  <c:v>45923.745833333327</c:v>
                </c:pt>
                <c:pt idx="70803">
                  <c:v>45896.675000000003</c:v>
                </c:pt>
                <c:pt idx="70804">
                  <c:v>45943.3125</c:v>
                </c:pt>
                <c:pt idx="70805">
                  <c:v>45995.311805555553</c:v>
                </c:pt>
                <c:pt idx="70806">
                  <c:v>45838.504861111112</c:v>
                </c:pt>
                <c:pt idx="70807">
                  <c:v>46011.419444444437</c:v>
                </c:pt>
                <c:pt idx="70808">
                  <c:v>45819.696527777778</c:v>
                </c:pt>
                <c:pt idx="70809">
                  <c:v>45814.525694444441</c:v>
                </c:pt>
                <c:pt idx="70810">
                  <c:v>45854.274305555547</c:v>
                </c:pt>
                <c:pt idx="70811">
                  <c:v>45976.679861111108</c:v>
                </c:pt>
                <c:pt idx="70812">
                  <c:v>45957.503472222219</c:v>
                </c:pt>
                <c:pt idx="70813">
                  <c:v>45968.838888888888</c:v>
                </c:pt>
                <c:pt idx="70814">
                  <c:v>45299.563888888893</c:v>
                </c:pt>
                <c:pt idx="70815">
                  <c:v>45586.566666666673</c:v>
                </c:pt>
                <c:pt idx="70816">
                  <c:v>45830.34652777778</c:v>
                </c:pt>
                <c:pt idx="70817">
                  <c:v>45492.894444444442</c:v>
                </c:pt>
                <c:pt idx="70818">
                  <c:v>45369.50277777778</c:v>
                </c:pt>
                <c:pt idx="70819">
                  <c:v>45543.363194444442</c:v>
                </c:pt>
                <c:pt idx="70820">
                  <c:v>45437.761805555558</c:v>
                </c:pt>
                <c:pt idx="70821">
                  <c:v>45909.35</c:v>
                </c:pt>
                <c:pt idx="70822">
                  <c:v>45743.726388888892</c:v>
                </c:pt>
                <c:pt idx="70823">
                  <c:v>45790.461111111108</c:v>
                </c:pt>
                <c:pt idx="70824">
                  <c:v>45890.40347222222</c:v>
                </c:pt>
                <c:pt idx="70825">
                  <c:v>45802.447916666657</c:v>
                </c:pt>
                <c:pt idx="70826">
                  <c:v>45731.51458333333</c:v>
                </c:pt>
                <c:pt idx="70827">
                  <c:v>45723.761805555558</c:v>
                </c:pt>
                <c:pt idx="70828">
                  <c:v>45999.64166666667</c:v>
                </c:pt>
                <c:pt idx="70829">
                  <c:v>45619.518750000003</c:v>
                </c:pt>
                <c:pt idx="70830">
                  <c:v>45355.696527777778</c:v>
                </c:pt>
                <c:pt idx="70831">
                  <c:v>45715.767361111109</c:v>
                </c:pt>
                <c:pt idx="70832">
                  <c:v>45389.445833333331</c:v>
                </c:pt>
                <c:pt idx="70833">
                  <c:v>45455.754861111112</c:v>
                </c:pt>
                <c:pt idx="70834">
                  <c:v>45473.386111111111</c:v>
                </c:pt>
                <c:pt idx="70835">
                  <c:v>45304.720138888893</c:v>
                </c:pt>
                <c:pt idx="70836">
                  <c:v>45440.494444444441</c:v>
                </c:pt>
                <c:pt idx="70837">
                  <c:v>45317.605555555558</c:v>
                </c:pt>
                <c:pt idx="70838">
                  <c:v>45371.479861111111</c:v>
                </c:pt>
                <c:pt idx="70839">
                  <c:v>45334.428472222222</c:v>
                </c:pt>
                <c:pt idx="70840">
                  <c:v>45417.718055555553</c:v>
                </c:pt>
                <c:pt idx="70841">
                  <c:v>45769.494444444441</c:v>
                </c:pt>
                <c:pt idx="70842">
                  <c:v>45852.868750000001</c:v>
                </c:pt>
                <c:pt idx="70843">
                  <c:v>45965.643055555563</c:v>
                </c:pt>
                <c:pt idx="70844">
                  <c:v>46015.761805555558</c:v>
                </c:pt>
                <c:pt idx="70845">
                  <c:v>45915.49722222222</c:v>
                </c:pt>
                <c:pt idx="70846">
                  <c:v>45809.367361111108</c:v>
                </c:pt>
                <c:pt idx="70847">
                  <c:v>45992.564583333333</c:v>
                </c:pt>
                <c:pt idx="70848">
                  <c:v>45959.79791666667</c:v>
                </c:pt>
                <c:pt idx="70849">
                  <c:v>45908.701388888891</c:v>
                </c:pt>
                <c:pt idx="70850">
                  <c:v>46011.646527777782</c:v>
                </c:pt>
                <c:pt idx="70851">
                  <c:v>45987.545138888891</c:v>
                </c:pt>
                <c:pt idx="70852">
                  <c:v>45928.902083333327</c:v>
                </c:pt>
                <c:pt idx="70853">
                  <c:v>45806.786111111112</c:v>
                </c:pt>
                <c:pt idx="70854">
                  <c:v>45686.924305555563</c:v>
                </c:pt>
                <c:pt idx="70855">
                  <c:v>45876.697222222218</c:v>
                </c:pt>
                <c:pt idx="70856">
                  <c:v>45953.780555555553</c:v>
                </c:pt>
                <c:pt idx="70857">
                  <c:v>45845.475694444453</c:v>
                </c:pt>
                <c:pt idx="70858">
                  <c:v>45417.409722222219</c:v>
                </c:pt>
                <c:pt idx="70859">
                  <c:v>45639.888888888891</c:v>
                </c:pt>
                <c:pt idx="70860">
                  <c:v>45528.569444444453</c:v>
                </c:pt>
                <c:pt idx="70861">
                  <c:v>45986.910416666673</c:v>
                </c:pt>
                <c:pt idx="70862">
                  <c:v>45351.373611111107</c:v>
                </c:pt>
                <c:pt idx="70863">
                  <c:v>45733.285416666673</c:v>
                </c:pt>
                <c:pt idx="70864">
                  <c:v>45947.417361111111</c:v>
                </c:pt>
                <c:pt idx="70865">
                  <c:v>45572.280555555553</c:v>
                </c:pt>
                <c:pt idx="70866">
                  <c:v>45570.763888888891</c:v>
                </c:pt>
                <c:pt idx="70867">
                  <c:v>45935.948611111111</c:v>
                </c:pt>
                <c:pt idx="70868">
                  <c:v>46008.459027777782</c:v>
                </c:pt>
                <c:pt idx="70869">
                  <c:v>45628.046527777777</c:v>
                </c:pt>
                <c:pt idx="70870">
                  <c:v>45973.595138888893</c:v>
                </c:pt>
                <c:pt idx="70871">
                  <c:v>45509.031944444447</c:v>
                </c:pt>
                <c:pt idx="70872">
                  <c:v>45994.409722222219</c:v>
                </c:pt>
                <c:pt idx="70873">
                  <c:v>45956.452777777777</c:v>
                </c:pt>
                <c:pt idx="70874">
                  <c:v>45629.446527777778</c:v>
                </c:pt>
                <c:pt idx="70875">
                  <c:v>45919.074305555558</c:v>
                </c:pt>
                <c:pt idx="70876">
                  <c:v>45487.781944444447</c:v>
                </c:pt>
                <c:pt idx="70877">
                  <c:v>45850.681944444441</c:v>
                </c:pt>
                <c:pt idx="70878">
                  <c:v>45468.967361111107</c:v>
                </c:pt>
                <c:pt idx="70879">
                  <c:v>45542.525694444441</c:v>
                </c:pt>
                <c:pt idx="70880">
                  <c:v>45458.534722222219</c:v>
                </c:pt>
                <c:pt idx="70881">
                  <c:v>45904.599305555559</c:v>
                </c:pt>
                <c:pt idx="70882">
                  <c:v>45869.597222222219</c:v>
                </c:pt>
                <c:pt idx="70883">
                  <c:v>45887.717361111107</c:v>
                </c:pt>
                <c:pt idx="70884">
                  <c:v>45560.600694444453</c:v>
                </c:pt>
                <c:pt idx="70885">
                  <c:v>45513.600694444453</c:v>
                </c:pt>
                <c:pt idx="70886">
                  <c:v>45471.604166666657</c:v>
                </c:pt>
                <c:pt idx="70887">
                  <c:v>45807.554166666669</c:v>
                </c:pt>
                <c:pt idx="70888">
                  <c:v>45716.265277777777</c:v>
                </c:pt>
                <c:pt idx="70889">
                  <c:v>45657.654861111107</c:v>
                </c:pt>
                <c:pt idx="70890">
                  <c:v>45563.655555555553</c:v>
                </c:pt>
                <c:pt idx="70891">
                  <c:v>45597.203472222223</c:v>
                </c:pt>
                <c:pt idx="70892">
                  <c:v>45413.500694444447</c:v>
                </c:pt>
                <c:pt idx="70893">
                  <c:v>45748.699305555558</c:v>
                </c:pt>
                <c:pt idx="70894">
                  <c:v>45719.551388888889</c:v>
                </c:pt>
                <c:pt idx="70895">
                  <c:v>45352.220833333333</c:v>
                </c:pt>
                <c:pt idx="70896">
                  <c:v>45701.650694444441</c:v>
                </c:pt>
                <c:pt idx="70897">
                  <c:v>45945.67291666667</c:v>
                </c:pt>
                <c:pt idx="70898">
                  <c:v>45797.841666666667</c:v>
                </c:pt>
                <c:pt idx="70899">
                  <c:v>45599.376388888893</c:v>
                </c:pt>
                <c:pt idx="70900">
                  <c:v>45653.539583333331</c:v>
                </c:pt>
                <c:pt idx="70901">
                  <c:v>45793.82916666667</c:v>
                </c:pt>
                <c:pt idx="70902">
                  <c:v>45664.780555555553</c:v>
                </c:pt>
                <c:pt idx="70903">
                  <c:v>45438.718055555553</c:v>
                </c:pt>
                <c:pt idx="70904">
                  <c:v>45596.468055555553</c:v>
                </c:pt>
                <c:pt idx="70905">
                  <c:v>45698.804166666669</c:v>
                </c:pt>
                <c:pt idx="70906">
                  <c:v>45901.772916666669</c:v>
                </c:pt>
                <c:pt idx="70907">
                  <c:v>45989.89166666667</c:v>
                </c:pt>
                <c:pt idx="70908">
                  <c:v>45315.289583333331</c:v>
                </c:pt>
                <c:pt idx="70909">
                  <c:v>45535.793749999997</c:v>
                </c:pt>
                <c:pt idx="70910">
                  <c:v>45726.90347222222</c:v>
                </c:pt>
                <c:pt idx="70911">
                  <c:v>45878.40625</c:v>
                </c:pt>
                <c:pt idx="70912">
                  <c:v>45746.897222222222</c:v>
                </c:pt>
                <c:pt idx="70913">
                  <c:v>45453.892361111109</c:v>
                </c:pt>
                <c:pt idx="70914">
                  <c:v>45981.783333333333</c:v>
                </c:pt>
                <c:pt idx="70915">
                  <c:v>45453.892361111109</c:v>
                </c:pt>
                <c:pt idx="70916">
                  <c:v>45878.40625</c:v>
                </c:pt>
                <c:pt idx="70917">
                  <c:v>45675.853472222218</c:v>
                </c:pt>
                <c:pt idx="70918">
                  <c:v>45675.853472222218</c:v>
                </c:pt>
                <c:pt idx="70919">
                  <c:v>45981.783333333333</c:v>
                </c:pt>
                <c:pt idx="70920">
                  <c:v>45746.897222222222</c:v>
                </c:pt>
                <c:pt idx="70921">
                  <c:v>45467.791666666657</c:v>
                </c:pt>
                <c:pt idx="70922">
                  <c:v>45771.666666666657</c:v>
                </c:pt>
                <c:pt idx="70923">
                  <c:v>45771.666666666657</c:v>
                </c:pt>
                <c:pt idx="70924">
                  <c:v>45905.78125</c:v>
                </c:pt>
                <c:pt idx="70925">
                  <c:v>45708.815972222219</c:v>
                </c:pt>
                <c:pt idx="70926">
                  <c:v>45708.815972222219</c:v>
                </c:pt>
                <c:pt idx="70927">
                  <c:v>45649.879166666673</c:v>
                </c:pt>
                <c:pt idx="70928">
                  <c:v>45905.78125</c:v>
                </c:pt>
                <c:pt idx="70929">
                  <c:v>45795.695138888892</c:v>
                </c:pt>
                <c:pt idx="70930">
                  <c:v>45795.695138888892</c:v>
                </c:pt>
                <c:pt idx="70931">
                  <c:v>45467.791666666657</c:v>
                </c:pt>
                <c:pt idx="70932">
                  <c:v>45649.879166666673</c:v>
                </c:pt>
                <c:pt idx="70933">
                  <c:v>45369.78125</c:v>
                </c:pt>
                <c:pt idx="70934">
                  <c:v>45700.14166666667</c:v>
                </c:pt>
                <c:pt idx="70935">
                  <c:v>45981.597222222219</c:v>
                </c:pt>
                <c:pt idx="70936">
                  <c:v>45635.451388888891</c:v>
                </c:pt>
                <c:pt idx="70937">
                  <c:v>45994.00277777778</c:v>
                </c:pt>
                <c:pt idx="70938">
                  <c:v>45804.834722222222</c:v>
                </c:pt>
                <c:pt idx="70939">
                  <c:v>45848.660416666673</c:v>
                </c:pt>
                <c:pt idx="70940">
                  <c:v>45682.1</c:v>
                </c:pt>
                <c:pt idx="70941">
                  <c:v>46000.693749999999</c:v>
                </c:pt>
                <c:pt idx="70942">
                  <c:v>45952.950694444437</c:v>
                </c:pt>
                <c:pt idx="70943">
                  <c:v>45977.71597222222</c:v>
                </c:pt>
                <c:pt idx="70944">
                  <c:v>45922.820833333331</c:v>
                </c:pt>
                <c:pt idx="70945">
                  <c:v>45723.621527777781</c:v>
                </c:pt>
                <c:pt idx="70946">
                  <c:v>45643.713888888888</c:v>
                </c:pt>
                <c:pt idx="70947">
                  <c:v>45898.03125</c:v>
                </c:pt>
                <c:pt idx="70948">
                  <c:v>45760.522222222222</c:v>
                </c:pt>
                <c:pt idx="70949">
                  <c:v>45779.296527777777</c:v>
                </c:pt>
                <c:pt idx="70950">
                  <c:v>45601.466666666667</c:v>
                </c:pt>
                <c:pt idx="70951">
                  <c:v>45933.29583333333</c:v>
                </c:pt>
                <c:pt idx="70952">
                  <c:v>45625.357638888891</c:v>
                </c:pt>
                <c:pt idx="70953">
                  <c:v>45989.571527777778</c:v>
                </c:pt>
                <c:pt idx="70954">
                  <c:v>45875.354166666657</c:v>
                </c:pt>
                <c:pt idx="70955">
                  <c:v>45684.644444444442</c:v>
                </c:pt>
                <c:pt idx="70956">
                  <c:v>45713.509027777778</c:v>
                </c:pt>
                <c:pt idx="70957">
                  <c:v>45615.313888888893</c:v>
                </c:pt>
                <c:pt idx="70958">
                  <c:v>45713.500694444447</c:v>
                </c:pt>
                <c:pt idx="70959">
                  <c:v>45670.414583333331</c:v>
                </c:pt>
                <c:pt idx="70960">
                  <c:v>45837.54791666667</c:v>
                </c:pt>
                <c:pt idx="70961">
                  <c:v>45642.493750000001</c:v>
                </c:pt>
                <c:pt idx="70962">
                  <c:v>45809.445138888892</c:v>
                </c:pt>
                <c:pt idx="70963">
                  <c:v>45653.448611111111</c:v>
                </c:pt>
                <c:pt idx="70964">
                  <c:v>45770.44027777778</c:v>
                </c:pt>
                <c:pt idx="70965">
                  <c:v>45975.363194444442</c:v>
                </c:pt>
                <c:pt idx="70966">
                  <c:v>45739.692361111112</c:v>
                </c:pt>
                <c:pt idx="70967">
                  <c:v>45461.713888888888</c:v>
                </c:pt>
                <c:pt idx="70968">
                  <c:v>45575.231249999997</c:v>
                </c:pt>
                <c:pt idx="70969">
                  <c:v>45504.466666666667</c:v>
                </c:pt>
                <c:pt idx="70970">
                  <c:v>45348.797222222223</c:v>
                </c:pt>
                <c:pt idx="70971">
                  <c:v>45389.553472222222</c:v>
                </c:pt>
                <c:pt idx="70972">
                  <c:v>45553.390972222223</c:v>
                </c:pt>
                <c:pt idx="70973">
                  <c:v>45589.702777777777</c:v>
                </c:pt>
                <c:pt idx="70974">
                  <c:v>45555.763888888891</c:v>
                </c:pt>
                <c:pt idx="70975">
                  <c:v>45569.581944444442</c:v>
                </c:pt>
                <c:pt idx="70976">
                  <c:v>45525.452777777777</c:v>
                </c:pt>
                <c:pt idx="70977">
                  <c:v>45654.04791666667</c:v>
                </c:pt>
                <c:pt idx="70978">
                  <c:v>45576.809027777781</c:v>
                </c:pt>
                <c:pt idx="70979">
                  <c:v>45668.538194444453</c:v>
                </c:pt>
                <c:pt idx="70980">
                  <c:v>45568.421527777777</c:v>
                </c:pt>
                <c:pt idx="70981">
                  <c:v>45657.043749999997</c:v>
                </c:pt>
                <c:pt idx="70982">
                  <c:v>45581.429861111108</c:v>
                </c:pt>
                <c:pt idx="70983">
                  <c:v>45561.543055555558</c:v>
                </c:pt>
                <c:pt idx="70984">
                  <c:v>46006.925000000003</c:v>
                </c:pt>
                <c:pt idx="70985">
                  <c:v>45963.603472222218</c:v>
                </c:pt>
                <c:pt idx="70986">
                  <c:v>45985.773611111108</c:v>
                </c:pt>
                <c:pt idx="70987">
                  <c:v>46021.856944444437</c:v>
                </c:pt>
                <c:pt idx="70988">
                  <c:v>45979.751388888893</c:v>
                </c:pt>
                <c:pt idx="70989">
                  <c:v>45979.751388888893</c:v>
                </c:pt>
                <c:pt idx="70990">
                  <c:v>45917.444444444453</c:v>
                </c:pt>
                <c:pt idx="70991">
                  <c:v>45615.366666666669</c:v>
                </c:pt>
                <c:pt idx="70992">
                  <c:v>45987.881944444453</c:v>
                </c:pt>
                <c:pt idx="70993">
                  <c:v>46021.856944444437</c:v>
                </c:pt>
                <c:pt idx="70994">
                  <c:v>45972.600694444453</c:v>
                </c:pt>
                <c:pt idx="70995">
                  <c:v>45972.600694444453</c:v>
                </c:pt>
                <c:pt idx="70996">
                  <c:v>45615.366666666669</c:v>
                </c:pt>
                <c:pt idx="70997">
                  <c:v>45987.881944444453</c:v>
                </c:pt>
                <c:pt idx="70998">
                  <c:v>45917.444444444453</c:v>
                </c:pt>
                <c:pt idx="70999">
                  <c:v>45602.862500000003</c:v>
                </c:pt>
                <c:pt idx="71000">
                  <c:v>45468.383333333331</c:v>
                </c:pt>
                <c:pt idx="71001">
                  <c:v>45312.654861111107</c:v>
                </c:pt>
                <c:pt idx="71002">
                  <c:v>45529.375</c:v>
                </c:pt>
                <c:pt idx="71003">
                  <c:v>45425.398611111108</c:v>
                </c:pt>
                <c:pt idx="71004">
                  <c:v>45335.769444444442</c:v>
                </c:pt>
                <c:pt idx="71005">
                  <c:v>45368.90902777778</c:v>
                </c:pt>
                <c:pt idx="71006">
                  <c:v>45570.806250000001</c:v>
                </c:pt>
                <c:pt idx="71007">
                  <c:v>45450.613194444442</c:v>
                </c:pt>
                <c:pt idx="71008">
                  <c:v>45547.470138888893</c:v>
                </c:pt>
                <c:pt idx="71009">
                  <c:v>45994.50277777778</c:v>
                </c:pt>
                <c:pt idx="71010">
                  <c:v>45377.759027777778</c:v>
                </c:pt>
                <c:pt idx="71011">
                  <c:v>45336.411111111112</c:v>
                </c:pt>
                <c:pt idx="71012">
                  <c:v>45643.50277777778</c:v>
                </c:pt>
                <c:pt idx="71013">
                  <c:v>45926.432638888888</c:v>
                </c:pt>
                <c:pt idx="71014">
                  <c:v>45687.450694444437</c:v>
                </c:pt>
                <c:pt idx="71015">
                  <c:v>45906.727083333331</c:v>
                </c:pt>
                <c:pt idx="71016">
                  <c:v>45326.801388888889</c:v>
                </c:pt>
                <c:pt idx="71017">
                  <c:v>45512.539583333331</c:v>
                </c:pt>
                <c:pt idx="71018">
                  <c:v>45845.700694444437</c:v>
                </c:pt>
                <c:pt idx="71019">
                  <c:v>45770.652777777781</c:v>
                </c:pt>
                <c:pt idx="71020">
                  <c:v>45977.331944444442</c:v>
                </c:pt>
                <c:pt idx="71021">
                  <c:v>45378.629861111112</c:v>
                </c:pt>
                <c:pt idx="71022">
                  <c:v>45621.82916666667</c:v>
                </c:pt>
                <c:pt idx="71023">
                  <c:v>45557.799305555563</c:v>
                </c:pt>
                <c:pt idx="71024">
                  <c:v>45781.773611111108</c:v>
                </c:pt>
                <c:pt idx="71025">
                  <c:v>45888.776388888888</c:v>
                </c:pt>
                <c:pt idx="71026">
                  <c:v>45858.883333333331</c:v>
                </c:pt>
                <c:pt idx="71027">
                  <c:v>45915.941666666673</c:v>
                </c:pt>
                <c:pt idx="71028">
                  <c:v>45829.647916666669</c:v>
                </c:pt>
                <c:pt idx="71029">
                  <c:v>45951.818055555559</c:v>
                </c:pt>
                <c:pt idx="71030">
                  <c:v>45741.731249999997</c:v>
                </c:pt>
                <c:pt idx="71031">
                  <c:v>45570.67083333333</c:v>
                </c:pt>
                <c:pt idx="71032">
                  <c:v>45978.957638888889</c:v>
                </c:pt>
                <c:pt idx="71033">
                  <c:v>45693.857638888891</c:v>
                </c:pt>
                <c:pt idx="71034">
                  <c:v>45876.436805555553</c:v>
                </c:pt>
                <c:pt idx="71035">
                  <c:v>45989.454861111109</c:v>
                </c:pt>
                <c:pt idx="71036">
                  <c:v>45915.384027777778</c:v>
                </c:pt>
                <c:pt idx="71037">
                  <c:v>45973.43472222222</c:v>
                </c:pt>
                <c:pt idx="71038">
                  <c:v>45635.34097222222</c:v>
                </c:pt>
                <c:pt idx="71039">
                  <c:v>45938.398611111108</c:v>
                </c:pt>
                <c:pt idx="71040">
                  <c:v>45850.856249999997</c:v>
                </c:pt>
                <c:pt idx="71041">
                  <c:v>46020.581944444442</c:v>
                </c:pt>
                <c:pt idx="71042">
                  <c:v>45664.693055555559</c:v>
                </c:pt>
                <c:pt idx="71043">
                  <c:v>45817.806944444441</c:v>
                </c:pt>
                <c:pt idx="71044">
                  <c:v>45894.5625</c:v>
                </c:pt>
                <c:pt idx="71045">
                  <c:v>45829.856249999997</c:v>
                </c:pt>
                <c:pt idx="71046">
                  <c:v>45628.790277777778</c:v>
                </c:pt>
                <c:pt idx="71047">
                  <c:v>45316.717361111107</c:v>
                </c:pt>
                <c:pt idx="71048">
                  <c:v>45764.572916666657</c:v>
                </c:pt>
                <c:pt idx="71049">
                  <c:v>45628.711111111108</c:v>
                </c:pt>
                <c:pt idx="71050">
                  <c:v>45694.829861111109</c:v>
                </c:pt>
                <c:pt idx="71051">
                  <c:v>45414.64166666667</c:v>
                </c:pt>
                <c:pt idx="71052">
                  <c:v>45666.677083333343</c:v>
                </c:pt>
                <c:pt idx="71053">
                  <c:v>45369.911805555559</c:v>
                </c:pt>
                <c:pt idx="71054">
                  <c:v>45550.423611111109</c:v>
                </c:pt>
                <c:pt idx="71055">
                  <c:v>45916.520138888889</c:v>
                </c:pt>
                <c:pt idx="71056">
                  <c:v>45966.452777777777</c:v>
                </c:pt>
                <c:pt idx="71057">
                  <c:v>45966.452777777777</c:v>
                </c:pt>
                <c:pt idx="71058">
                  <c:v>45900.46597222222</c:v>
                </c:pt>
                <c:pt idx="71059">
                  <c:v>45845.338194444441</c:v>
                </c:pt>
                <c:pt idx="71060">
                  <c:v>45951.670138888891</c:v>
                </c:pt>
                <c:pt idx="71061">
                  <c:v>45951.670138888891</c:v>
                </c:pt>
                <c:pt idx="71062">
                  <c:v>45884.481944444437</c:v>
                </c:pt>
                <c:pt idx="71063">
                  <c:v>45607.45416666667</c:v>
                </c:pt>
                <c:pt idx="71064">
                  <c:v>45935.413194444453</c:v>
                </c:pt>
                <c:pt idx="71065">
                  <c:v>45870.518055555563</c:v>
                </c:pt>
                <c:pt idx="71066">
                  <c:v>45607.45416666667</c:v>
                </c:pt>
                <c:pt idx="71067">
                  <c:v>45870.518055555563</c:v>
                </c:pt>
                <c:pt idx="71068">
                  <c:v>45935.413194444453</c:v>
                </c:pt>
                <c:pt idx="71069">
                  <c:v>45884.481944444437</c:v>
                </c:pt>
                <c:pt idx="71070">
                  <c:v>45988.375694444447</c:v>
                </c:pt>
                <c:pt idx="71071">
                  <c:v>45916.520138888889</c:v>
                </c:pt>
                <c:pt idx="71072">
                  <c:v>45623.431250000001</c:v>
                </c:pt>
                <c:pt idx="71073">
                  <c:v>45845.338194444441</c:v>
                </c:pt>
                <c:pt idx="71074">
                  <c:v>45623.431250000001</c:v>
                </c:pt>
                <c:pt idx="71075">
                  <c:v>45900.46597222222</c:v>
                </c:pt>
                <c:pt idx="71076">
                  <c:v>45988.375694444447</c:v>
                </c:pt>
                <c:pt idx="71077">
                  <c:v>45471.045138888891</c:v>
                </c:pt>
                <c:pt idx="71078">
                  <c:v>45303.918055555558</c:v>
                </c:pt>
                <c:pt idx="71079">
                  <c:v>45581.925000000003</c:v>
                </c:pt>
                <c:pt idx="71080">
                  <c:v>45410.034722222219</c:v>
                </c:pt>
                <c:pt idx="71081">
                  <c:v>45522.818749999999</c:v>
                </c:pt>
                <c:pt idx="71082">
                  <c:v>45357.847222222219</c:v>
                </c:pt>
                <c:pt idx="71083">
                  <c:v>45867.52847222222</c:v>
                </c:pt>
                <c:pt idx="71084">
                  <c:v>45747.713194444441</c:v>
                </c:pt>
                <c:pt idx="71085">
                  <c:v>45663.70416666667</c:v>
                </c:pt>
                <c:pt idx="71086">
                  <c:v>45931.34375</c:v>
                </c:pt>
                <c:pt idx="71087">
                  <c:v>45989.313888888893</c:v>
                </c:pt>
                <c:pt idx="71088">
                  <c:v>45908.599305555559</c:v>
                </c:pt>
                <c:pt idx="71089">
                  <c:v>45937.529861111107</c:v>
                </c:pt>
                <c:pt idx="71090">
                  <c:v>45908.599305555559</c:v>
                </c:pt>
                <c:pt idx="71091">
                  <c:v>45908.599305555559</c:v>
                </c:pt>
                <c:pt idx="71092">
                  <c:v>45937.529861111107</c:v>
                </c:pt>
                <c:pt idx="71093">
                  <c:v>45937.529861111107</c:v>
                </c:pt>
                <c:pt idx="71094">
                  <c:v>45895.582638888889</c:v>
                </c:pt>
                <c:pt idx="71095">
                  <c:v>45377.70208333333</c:v>
                </c:pt>
                <c:pt idx="71096">
                  <c:v>45989.415277777778</c:v>
                </c:pt>
                <c:pt idx="71097">
                  <c:v>45330.881944444453</c:v>
                </c:pt>
                <c:pt idx="71098">
                  <c:v>45768.545138888891</c:v>
                </c:pt>
                <c:pt idx="71099">
                  <c:v>45491.459027777782</c:v>
                </c:pt>
                <c:pt idx="71100">
                  <c:v>45662.890972222223</c:v>
                </c:pt>
                <c:pt idx="71101">
                  <c:v>45510.871527777781</c:v>
                </c:pt>
                <c:pt idx="71102">
                  <c:v>45544.368055555547</c:v>
                </c:pt>
                <c:pt idx="71103">
                  <c:v>45433.420138888891</c:v>
                </c:pt>
                <c:pt idx="71104">
                  <c:v>45411.845833333333</c:v>
                </c:pt>
                <c:pt idx="71105">
                  <c:v>45303.503472222219</c:v>
                </c:pt>
                <c:pt idx="71106">
                  <c:v>45331.445833333331</c:v>
                </c:pt>
                <c:pt idx="71107">
                  <c:v>45297.476388888892</c:v>
                </c:pt>
                <c:pt idx="71108">
                  <c:v>45453.306944444441</c:v>
                </c:pt>
                <c:pt idx="71109">
                  <c:v>45378.344444444447</c:v>
                </c:pt>
                <c:pt idx="71110">
                  <c:v>45663.549305555563</c:v>
                </c:pt>
                <c:pt idx="71111">
                  <c:v>45565.477777777778</c:v>
                </c:pt>
                <c:pt idx="71112">
                  <c:v>45622.62222222222</c:v>
                </c:pt>
                <c:pt idx="71113">
                  <c:v>45397.634027777778</c:v>
                </c:pt>
                <c:pt idx="71114">
                  <c:v>45666.400000000001</c:v>
                </c:pt>
                <c:pt idx="71115">
                  <c:v>45325.40902777778</c:v>
                </c:pt>
                <c:pt idx="71116">
                  <c:v>45306.743055555547</c:v>
                </c:pt>
                <c:pt idx="71117">
                  <c:v>45666.681250000001</c:v>
                </c:pt>
                <c:pt idx="71118">
                  <c:v>45354.444444444453</c:v>
                </c:pt>
                <c:pt idx="71119">
                  <c:v>45449.767361111109</c:v>
                </c:pt>
                <c:pt idx="71120">
                  <c:v>45515.493750000001</c:v>
                </c:pt>
                <c:pt idx="71121">
                  <c:v>45471.289583333331</c:v>
                </c:pt>
                <c:pt idx="71122">
                  <c:v>45553.669444444437</c:v>
                </c:pt>
                <c:pt idx="71123">
                  <c:v>45374.402777777781</c:v>
                </c:pt>
                <c:pt idx="71124">
                  <c:v>45494.527777777781</c:v>
                </c:pt>
                <c:pt idx="71125">
                  <c:v>45419.815972222219</c:v>
                </c:pt>
                <c:pt idx="71126">
                  <c:v>45604.507638888892</c:v>
                </c:pt>
                <c:pt idx="71127">
                  <c:v>45662.791666666657</c:v>
                </c:pt>
                <c:pt idx="71128">
                  <c:v>45537.632638888892</c:v>
                </c:pt>
                <c:pt idx="71129">
                  <c:v>46010.607638888891</c:v>
                </c:pt>
                <c:pt idx="71130">
                  <c:v>45881.943055555559</c:v>
                </c:pt>
                <c:pt idx="71131">
                  <c:v>45836.816666666673</c:v>
                </c:pt>
                <c:pt idx="71132">
                  <c:v>45722.884722222218</c:v>
                </c:pt>
                <c:pt idx="71133">
                  <c:v>45420.500694444447</c:v>
                </c:pt>
                <c:pt idx="71134">
                  <c:v>45899.395833333343</c:v>
                </c:pt>
                <c:pt idx="71135">
                  <c:v>45970.837500000001</c:v>
                </c:pt>
                <c:pt idx="71136">
                  <c:v>45764.359722222223</c:v>
                </c:pt>
                <c:pt idx="71137">
                  <c:v>45853.904166666667</c:v>
                </c:pt>
                <c:pt idx="71138">
                  <c:v>45795.822916666657</c:v>
                </c:pt>
                <c:pt idx="71139">
                  <c:v>45931.451388888891</c:v>
                </c:pt>
                <c:pt idx="71140">
                  <c:v>45931.527777777781</c:v>
                </c:pt>
                <c:pt idx="71141">
                  <c:v>45766.679166666669</c:v>
                </c:pt>
                <c:pt idx="71142">
                  <c:v>45852.433333333327</c:v>
                </c:pt>
                <c:pt idx="71143">
                  <c:v>45997.65625</c:v>
                </c:pt>
                <c:pt idx="71144">
                  <c:v>45435.317361111112</c:v>
                </c:pt>
                <c:pt idx="71145">
                  <c:v>45382.798611111109</c:v>
                </c:pt>
                <c:pt idx="71146">
                  <c:v>45420.556250000001</c:v>
                </c:pt>
                <c:pt idx="71147">
                  <c:v>45829.392361111109</c:v>
                </c:pt>
                <c:pt idx="71148">
                  <c:v>45657.340277777781</c:v>
                </c:pt>
                <c:pt idx="71149">
                  <c:v>45370.732638888891</c:v>
                </c:pt>
                <c:pt idx="71150">
                  <c:v>45306.552777777782</c:v>
                </c:pt>
                <c:pt idx="71151">
                  <c:v>45570.254861111112</c:v>
                </c:pt>
                <c:pt idx="71152">
                  <c:v>45702.872916666667</c:v>
                </c:pt>
                <c:pt idx="71153">
                  <c:v>45387.333333333343</c:v>
                </c:pt>
                <c:pt idx="71154">
                  <c:v>45996.612500000003</c:v>
                </c:pt>
                <c:pt idx="71155">
                  <c:v>45905.587500000001</c:v>
                </c:pt>
                <c:pt idx="71156">
                  <c:v>45602.479166666657</c:v>
                </c:pt>
                <c:pt idx="71157">
                  <c:v>45749.506944444453</c:v>
                </c:pt>
                <c:pt idx="71158">
                  <c:v>45479.145138888889</c:v>
                </c:pt>
                <c:pt idx="71159">
                  <c:v>45940.491666666669</c:v>
                </c:pt>
                <c:pt idx="71160">
                  <c:v>45873.806944444441</c:v>
                </c:pt>
                <c:pt idx="71161">
                  <c:v>45572.438194444447</c:v>
                </c:pt>
                <c:pt idx="71162">
                  <c:v>45818.493750000001</c:v>
                </c:pt>
                <c:pt idx="71163">
                  <c:v>45661.45416666667</c:v>
                </c:pt>
                <c:pt idx="71164">
                  <c:v>45425.446527777778</c:v>
                </c:pt>
                <c:pt idx="71165">
                  <c:v>45302.474999999999</c:v>
                </c:pt>
                <c:pt idx="71166">
                  <c:v>45698.686111111107</c:v>
                </c:pt>
                <c:pt idx="71167">
                  <c:v>45336.454861111109</c:v>
                </c:pt>
                <c:pt idx="71168">
                  <c:v>45511.845833333333</c:v>
                </c:pt>
                <c:pt idx="71169">
                  <c:v>45382.744444444441</c:v>
                </c:pt>
                <c:pt idx="71170">
                  <c:v>45577.668749999997</c:v>
                </c:pt>
                <c:pt idx="71171">
                  <c:v>45472.65</c:v>
                </c:pt>
                <c:pt idx="71172">
                  <c:v>45331.386111111111</c:v>
                </c:pt>
                <c:pt idx="71173">
                  <c:v>45716.324305555558</c:v>
                </c:pt>
                <c:pt idx="71174">
                  <c:v>45978.650694444441</c:v>
                </c:pt>
                <c:pt idx="71175">
                  <c:v>45354.551388888889</c:v>
                </c:pt>
                <c:pt idx="71176">
                  <c:v>45488.631249999999</c:v>
                </c:pt>
                <c:pt idx="71177">
                  <c:v>45897.600694444453</c:v>
                </c:pt>
                <c:pt idx="71178">
                  <c:v>45833.597222222219</c:v>
                </c:pt>
                <c:pt idx="71179">
                  <c:v>45730.629861111112</c:v>
                </c:pt>
                <c:pt idx="71180">
                  <c:v>45628.495138888888</c:v>
                </c:pt>
                <c:pt idx="71181">
                  <c:v>45782.613194444442</c:v>
                </c:pt>
                <c:pt idx="71182">
                  <c:v>45293.431944444441</c:v>
                </c:pt>
                <c:pt idx="71183">
                  <c:v>45404.580555555563</c:v>
                </c:pt>
                <c:pt idx="71184">
                  <c:v>45362.461805555547</c:v>
                </c:pt>
                <c:pt idx="71185">
                  <c:v>45921.55972222222</c:v>
                </c:pt>
                <c:pt idx="71186">
                  <c:v>45764.591666666667</c:v>
                </c:pt>
                <c:pt idx="71187">
                  <c:v>45665.69027777778</c:v>
                </c:pt>
                <c:pt idx="71188">
                  <c:v>45887.600694444453</c:v>
                </c:pt>
                <c:pt idx="71189">
                  <c:v>45986.481944444437</c:v>
                </c:pt>
                <c:pt idx="71190">
                  <c:v>45805.62222222222</c:v>
                </c:pt>
                <c:pt idx="71191">
                  <c:v>45677.634027777778</c:v>
                </c:pt>
                <c:pt idx="71192">
                  <c:v>45714.617361111108</c:v>
                </c:pt>
                <c:pt idx="71193">
                  <c:v>45593.408333333333</c:v>
                </c:pt>
                <c:pt idx="71194">
                  <c:v>45943.715277777781</c:v>
                </c:pt>
                <c:pt idx="71195">
                  <c:v>45700.738888888889</c:v>
                </c:pt>
                <c:pt idx="71196">
                  <c:v>45845.397222222222</c:v>
                </c:pt>
                <c:pt idx="71197">
                  <c:v>45936.786805555559</c:v>
                </c:pt>
                <c:pt idx="71198">
                  <c:v>45993.32708333333</c:v>
                </c:pt>
                <c:pt idx="71199">
                  <c:v>46007.413888888892</c:v>
                </c:pt>
                <c:pt idx="71200">
                  <c:v>45972.35833333333</c:v>
                </c:pt>
                <c:pt idx="71201">
                  <c:v>45908.46597222222</c:v>
                </c:pt>
                <c:pt idx="71202">
                  <c:v>45874.536805555559</c:v>
                </c:pt>
                <c:pt idx="71203">
                  <c:v>45895.462500000001</c:v>
                </c:pt>
                <c:pt idx="71204">
                  <c:v>45977.633333333331</c:v>
                </c:pt>
                <c:pt idx="71205">
                  <c:v>45856.356249999997</c:v>
                </c:pt>
                <c:pt idx="71206">
                  <c:v>45953.825694444437</c:v>
                </c:pt>
                <c:pt idx="71207">
                  <c:v>46017.506249999999</c:v>
                </c:pt>
                <c:pt idx="71208">
                  <c:v>45690.621527777781</c:v>
                </c:pt>
                <c:pt idx="71209">
                  <c:v>45487.534722222219</c:v>
                </c:pt>
                <c:pt idx="71210">
                  <c:v>45350.706944444442</c:v>
                </c:pt>
                <c:pt idx="71211">
                  <c:v>45336.925000000003</c:v>
                </c:pt>
                <c:pt idx="71212">
                  <c:v>45618.593055555553</c:v>
                </c:pt>
                <c:pt idx="71213">
                  <c:v>45707.515277777777</c:v>
                </c:pt>
                <c:pt idx="71214">
                  <c:v>45859.70416666667</c:v>
                </c:pt>
                <c:pt idx="71215">
                  <c:v>45971.90625</c:v>
                </c:pt>
                <c:pt idx="71216">
                  <c:v>45683.993750000001</c:v>
                </c:pt>
                <c:pt idx="71217">
                  <c:v>45729.084027777782</c:v>
                </c:pt>
                <c:pt idx="71218">
                  <c:v>45604.840277777781</c:v>
                </c:pt>
                <c:pt idx="71219">
                  <c:v>45625.824999999997</c:v>
                </c:pt>
                <c:pt idx="71220">
                  <c:v>45422.92291666667</c:v>
                </c:pt>
                <c:pt idx="71221">
                  <c:v>45885.554861111108</c:v>
                </c:pt>
                <c:pt idx="71222">
                  <c:v>45803.385416666657</c:v>
                </c:pt>
                <c:pt idx="71223">
                  <c:v>45763.790972222218</c:v>
                </c:pt>
                <c:pt idx="71224">
                  <c:v>45607.417361111111</c:v>
                </c:pt>
                <c:pt idx="71225">
                  <c:v>45842.070833333331</c:v>
                </c:pt>
                <c:pt idx="71226">
                  <c:v>45607.423611111109</c:v>
                </c:pt>
                <c:pt idx="71227">
                  <c:v>45839.490972222222</c:v>
                </c:pt>
                <c:pt idx="71228">
                  <c:v>45586.664583333331</c:v>
                </c:pt>
                <c:pt idx="71229">
                  <c:v>45327.53125</c:v>
                </c:pt>
                <c:pt idx="71230">
                  <c:v>45636.522222222222</c:v>
                </c:pt>
                <c:pt idx="71231">
                  <c:v>45532.770833333343</c:v>
                </c:pt>
                <c:pt idx="71232">
                  <c:v>45741.511111111111</c:v>
                </c:pt>
                <c:pt idx="71233">
                  <c:v>45686.473611111112</c:v>
                </c:pt>
                <c:pt idx="71234">
                  <c:v>45852.77847222222</c:v>
                </c:pt>
                <c:pt idx="71235">
                  <c:v>45411.633333333331</c:v>
                </c:pt>
                <c:pt idx="71236">
                  <c:v>45792.692361111112</c:v>
                </c:pt>
                <c:pt idx="71237">
                  <c:v>46021.490277777782</c:v>
                </c:pt>
                <c:pt idx="71238">
                  <c:v>45791.74722222222</c:v>
                </c:pt>
                <c:pt idx="71239">
                  <c:v>45957.018750000003</c:v>
                </c:pt>
                <c:pt idx="71240">
                  <c:v>46002.88958333333</c:v>
                </c:pt>
                <c:pt idx="71241">
                  <c:v>45775.620833333327</c:v>
                </c:pt>
                <c:pt idx="71242">
                  <c:v>45845.865277777782</c:v>
                </c:pt>
                <c:pt idx="71243">
                  <c:v>45763.890972222223</c:v>
                </c:pt>
                <c:pt idx="71244">
                  <c:v>45987.995833333327</c:v>
                </c:pt>
                <c:pt idx="71245">
                  <c:v>45869.647222222222</c:v>
                </c:pt>
                <c:pt idx="71246">
                  <c:v>46022.661805555559</c:v>
                </c:pt>
                <c:pt idx="71247">
                  <c:v>45823.892361111109</c:v>
                </c:pt>
                <c:pt idx="71248">
                  <c:v>45899.943749999999</c:v>
                </c:pt>
                <c:pt idx="71249">
                  <c:v>45929.045138888891</c:v>
                </c:pt>
                <c:pt idx="71250">
                  <c:v>45916.777777777781</c:v>
                </c:pt>
                <c:pt idx="71251">
                  <c:v>45876.674305555563</c:v>
                </c:pt>
                <c:pt idx="71252">
                  <c:v>45870.486111111109</c:v>
                </c:pt>
                <c:pt idx="71253">
                  <c:v>45781.813194444447</c:v>
                </c:pt>
                <c:pt idx="71254">
                  <c:v>45551.478472222218</c:v>
                </c:pt>
                <c:pt idx="71255">
                  <c:v>45999.677083333343</c:v>
                </c:pt>
                <c:pt idx="71256">
                  <c:v>45375.534722222219</c:v>
                </c:pt>
                <c:pt idx="71257">
                  <c:v>45719.512499999997</c:v>
                </c:pt>
                <c:pt idx="71258">
                  <c:v>45919.570138888892</c:v>
                </c:pt>
                <c:pt idx="71259">
                  <c:v>45385.748611111107</c:v>
                </c:pt>
                <c:pt idx="71260">
                  <c:v>45517.490277777782</c:v>
                </c:pt>
                <c:pt idx="71261">
                  <c:v>45858.674305555563</c:v>
                </c:pt>
                <c:pt idx="71262">
                  <c:v>45695.646527777782</c:v>
                </c:pt>
                <c:pt idx="71263">
                  <c:v>45906.616666666669</c:v>
                </c:pt>
                <c:pt idx="71264">
                  <c:v>46020.563888888893</c:v>
                </c:pt>
                <c:pt idx="71265">
                  <c:v>45773.634722222218</c:v>
                </c:pt>
                <c:pt idx="71266">
                  <c:v>45989.508333333331</c:v>
                </c:pt>
                <c:pt idx="71267">
                  <c:v>45948.443749999999</c:v>
                </c:pt>
                <c:pt idx="71268">
                  <c:v>45535.395833333343</c:v>
                </c:pt>
                <c:pt idx="71269">
                  <c:v>45428.722222222219</c:v>
                </c:pt>
                <c:pt idx="71270">
                  <c:v>45458.672222222223</c:v>
                </c:pt>
                <c:pt idx="71271">
                  <c:v>45881.683333333327</c:v>
                </c:pt>
                <c:pt idx="71272">
                  <c:v>45563.657638888893</c:v>
                </c:pt>
                <c:pt idx="71273">
                  <c:v>45418.722916666673</c:v>
                </c:pt>
                <c:pt idx="71274">
                  <c:v>45607.504166666673</c:v>
                </c:pt>
                <c:pt idx="71275">
                  <c:v>45589.69027777778</c:v>
                </c:pt>
                <c:pt idx="71276">
                  <c:v>45990.556250000001</c:v>
                </c:pt>
                <c:pt idx="71277">
                  <c:v>45679.499305555553</c:v>
                </c:pt>
                <c:pt idx="71278">
                  <c:v>46016.765277777777</c:v>
                </c:pt>
                <c:pt idx="71279">
                  <c:v>45734.544444444437</c:v>
                </c:pt>
                <c:pt idx="71280">
                  <c:v>45769.197916666657</c:v>
                </c:pt>
                <c:pt idx="71281">
                  <c:v>45835.500694444447</c:v>
                </c:pt>
                <c:pt idx="71282">
                  <c:v>45798.513888888891</c:v>
                </c:pt>
                <c:pt idx="71283">
                  <c:v>45773.435416666667</c:v>
                </c:pt>
                <c:pt idx="71284">
                  <c:v>45959.787499999999</c:v>
                </c:pt>
                <c:pt idx="71285">
                  <c:v>45889.247916666667</c:v>
                </c:pt>
                <c:pt idx="71286">
                  <c:v>45986.192361111112</c:v>
                </c:pt>
                <c:pt idx="71287">
                  <c:v>45882.675000000003</c:v>
                </c:pt>
                <c:pt idx="71288">
                  <c:v>45937.845138888893</c:v>
                </c:pt>
                <c:pt idx="71289">
                  <c:v>45831.445833333331</c:v>
                </c:pt>
                <c:pt idx="71290">
                  <c:v>45704.854861111111</c:v>
                </c:pt>
                <c:pt idx="71291">
                  <c:v>45848.84375</c:v>
                </c:pt>
                <c:pt idx="71292">
                  <c:v>45992.336111111108</c:v>
                </c:pt>
                <c:pt idx="71293">
                  <c:v>45627.333333333343</c:v>
                </c:pt>
                <c:pt idx="71294">
                  <c:v>45693.751388888893</c:v>
                </c:pt>
                <c:pt idx="71295">
                  <c:v>45810.509722222218</c:v>
                </c:pt>
                <c:pt idx="71296">
                  <c:v>45380.454861111109</c:v>
                </c:pt>
                <c:pt idx="71297">
                  <c:v>45888.511111111111</c:v>
                </c:pt>
                <c:pt idx="71298">
                  <c:v>45567.601388888892</c:v>
                </c:pt>
                <c:pt idx="71299">
                  <c:v>45435.69027777778</c:v>
                </c:pt>
                <c:pt idx="71300">
                  <c:v>45699.450694444437</c:v>
                </c:pt>
                <c:pt idx="71301">
                  <c:v>45339.81527777778</c:v>
                </c:pt>
                <c:pt idx="71302">
                  <c:v>45863.649305555547</c:v>
                </c:pt>
                <c:pt idx="71303">
                  <c:v>45512.631944444453</c:v>
                </c:pt>
                <c:pt idx="71304">
                  <c:v>45682.34652777778</c:v>
                </c:pt>
                <c:pt idx="71305">
                  <c:v>45822.737500000003</c:v>
                </c:pt>
                <c:pt idx="71306">
                  <c:v>45831.436805555553</c:v>
                </c:pt>
                <c:pt idx="71307">
                  <c:v>45831.436805555553</c:v>
                </c:pt>
                <c:pt idx="71308">
                  <c:v>45822.737500000003</c:v>
                </c:pt>
                <c:pt idx="71309">
                  <c:v>45682.34652777778</c:v>
                </c:pt>
                <c:pt idx="71310">
                  <c:v>45779.254166666673</c:v>
                </c:pt>
                <c:pt idx="71311">
                  <c:v>45788.877083333333</c:v>
                </c:pt>
                <c:pt idx="71312">
                  <c:v>45797.2</c:v>
                </c:pt>
                <c:pt idx="71313">
                  <c:v>45970.293749999997</c:v>
                </c:pt>
                <c:pt idx="71314">
                  <c:v>45662.818749999999</c:v>
                </c:pt>
                <c:pt idx="71315">
                  <c:v>45855.413888888892</c:v>
                </c:pt>
                <c:pt idx="71316">
                  <c:v>46014.331250000003</c:v>
                </c:pt>
                <c:pt idx="71317">
                  <c:v>45635.531944444447</c:v>
                </c:pt>
                <c:pt idx="71318">
                  <c:v>45686.318749999999</c:v>
                </c:pt>
                <c:pt idx="71319">
                  <c:v>45442.728472222218</c:v>
                </c:pt>
                <c:pt idx="71320">
                  <c:v>45525.648611111108</c:v>
                </c:pt>
                <c:pt idx="71321">
                  <c:v>45798.196527777778</c:v>
                </c:pt>
                <c:pt idx="71322">
                  <c:v>45939.209722222222</c:v>
                </c:pt>
                <c:pt idx="71323">
                  <c:v>45620.459722222222</c:v>
                </c:pt>
                <c:pt idx="71324">
                  <c:v>45574.3125</c:v>
                </c:pt>
                <c:pt idx="71325">
                  <c:v>45886.55972222222</c:v>
                </c:pt>
                <c:pt idx="71326">
                  <c:v>45681.790277777778</c:v>
                </c:pt>
                <c:pt idx="71327">
                  <c:v>45392.831944444442</c:v>
                </c:pt>
                <c:pt idx="71328">
                  <c:v>45439.445833333331</c:v>
                </c:pt>
                <c:pt idx="71329">
                  <c:v>45752.789583333331</c:v>
                </c:pt>
                <c:pt idx="71330">
                  <c:v>45407.315972222219</c:v>
                </c:pt>
                <c:pt idx="71331">
                  <c:v>45698.627083333333</c:v>
                </c:pt>
                <c:pt idx="71332">
                  <c:v>45579.519444444442</c:v>
                </c:pt>
                <c:pt idx="71333">
                  <c:v>45582.795138888891</c:v>
                </c:pt>
                <c:pt idx="71334">
                  <c:v>45779.44027777778</c:v>
                </c:pt>
                <c:pt idx="71335">
                  <c:v>45790.469444444447</c:v>
                </c:pt>
                <c:pt idx="71336">
                  <c:v>45882.347222222219</c:v>
                </c:pt>
                <c:pt idx="71337">
                  <c:v>45987.877083333333</c:v>
                </c:pt>
                <c:pt idx="71338">
                  <c:v>45939.481944444437</c:v>
                </c:pt>
                <c:pt idx="71339">
                  <c:v>45755.85833333333</c:v>
                </c:pt>
                <c:pt idx="71340">
                  <c:v>45907.417361111111</c:v>
                </c:pt>
                <c:pt idx="71341">
                  <c:v>45852.480555555558</c:v>
                </c:pt>
                <c:pt idx="71342">
                  <c:v>45824.899305555547</c:v>
                </c:pt>
                <c:pt idx="71343">
                  <c:v>45772.419444444437</c:v>
                </c:pt>
                <c:pt idx="71344">
                  <c:v>45558.540277777778</c:v>
                </c:pt>
                <c:pt idx="71345">
                  <c:v>45634.728472222218</c:v>
                </c:pt>
                <c:pt idx="71346">
                  <c:v>45999.704861111109</c:v>
                </c:pt>
                <c:pt idx="71347">
                  <c:v>45467.350694444453</c:v>
                </c:pt>
                <c:pt idx="71348">
                  <c:v>45494.348611111112</c:v>
                </c:pt>
                <c:pt idx="71349">
                  <c:v>45511.36041666667</c:v>
                </c:pt>
                <c:pt idx="71350">
                  <c:v>45381.693749999999</c:v>
                </c:pt>
                <c:pt idx="71351">
                  <c:v>45436.567361111112</c:v>
                </c:pt>
                <c:pt idx="71352">
                  <c:v>45533.489583333343</c:v>
                </c:pt>
                <c:pt idx="71353">
                  <c:v>45344.477083333331</c:v>
                </c:pt>
                <c:pt idx="71354">
                  <c:v>45411.318055555559</c:v>
                </c:pt>
                <c:pt idx="71355">
                  <c:v>45883.844444444447</c:v>
                </c:pt>
                <c:pt idx="71356">
                  <c:v>45315.536805555559</c:v>
                </c:pt>
                <c:pt idx="71357">
                  <c:v>45968.84375</c:v>
                </c:pt>
                <c:pt idx="71358">
                  <c:v>45463.490277777782</c:v>
                </c:pt>
                <c:pt idx="71359">
                  <c:v>45659.406944444447</c:v>
                </c:pt>
                <c:pt idx="71360">
                  <c:v>45372.382638888892</c:v>
                </c:pt>
                <c:pt idx="71361">
                  <c:v>45660.914583333331</c:v>
                </c:pt>
                <c:pt idx="71362">
                  <c:v>45403.531944444447</c:v>
                </c:pt>
                <c:pt idx="71363">
                  <c:v>45670.445138888892</c:v>
                </c:pt>
                <c:pt idx="71364">
                  <c:v>45748.439583333333</c:v>
                </c:pt>
                <c:pt idx="71365">
                  <c:v>45303.691666666673</c:v>
                </c:pt>
                <c:pt idx="71366">
                  <c:v>45541.668749999997</c:v>
                </c:pt>
                <c:pt idx="71367">
                  <c:v>45854.804166666669</c:v>
                </c:pt>
                <c:pt idx="71368">
                  <c:v>45357.746527777781</c:v>
                </c:pt>
                <c:pt idx="71369">
                  <c:v>45599.770833333343</c:v>
                </c:pt>
                <c:pt idx="71370">
                  <c:v>45718.78402777778</c:v>
                </c:pt>
                <c:pt idx="71371">
                  <c:v>45456.441666666673</c:v>
                </c:pt>
                <c:pt idx="71372">
                  <c:v>45489.78402777778</c:v>
                </c:pt>
                <c:pt idx="71373">
                  <c:v>45834.79583333333</c:v>
                </c:pt>
                <c:pt idx="71374">
                  <c:v>45647.881944444453</c:v>
                </c:pt>
                <c:pt idx="71375">
                  <c:v>45814.373611111107</c:v>
                </c:pt>
                <c:pt idx="71376">
                  <c:v>45744.845833333333</c:v>
                </c:pt>
                <c:pt idx="71377">
                  <c:v>45692.844444444447</c:v>
                </c:pt>
                <c:pt idx="71378">
                  <c:v>46018.535416666673</c:v>
                </c:pt>
                <c:pt idx="71379">
                  <c:v>45867.84375</c:v>
                </c:pt>
                <c:pt idx="71380">
                  <c:v>45622.911111111112</c:v>
                </c:pt>
                <c:pt idx="71381">
                  <c:v>45322.414583333331</c:v>
                </c:pt>
                <c:pt idx="71382">
                  <c:v>45754.930555555547</c:v>
                </c:pt>
                <c:pt idx="71383">
                  <c:v>45811.414583333331</c:v>
                </c:pt>
                <c:pt idx="71384">
                  <c:v>45891.540972222218</c:v>
                </c:pt>
                <c:pt idx="71385">
                  <c:v>45750.434027777781</c:v>
                </c:pt>
                <c:pt idx="71386">
                  <c:v>45782.666666666657</c:v>
                </c:pt>
                <c:pt idx="71387">
                  <c:v>45305.693749999999</c:v>
                </c:pt>
                <c:pt idx="71388">
                  <c:v>45936.689583333333</c:v>
                </c:pt>
                <c:pt idx="71389">
                  <c:v>45848.530555555553</c:v>
                </c:pt>
                <c:pt idx="71390">
                  <c:v>45954.097916666673</c:v>
                </c:pt>
                <c:pt idx="71391">
                  <c:v>46010.320138888892</c:v>
                </c:pt>
                <c:pt idx="71392">
                  <c:v>45996.34652777778</c:v>
                </c:pt>
                <c:pt idx="71393">
                  <c:v>45672.484722222223</c:v>
                </c:pt>
                <c:pt idx="71394">
                  <c:v>45988.652083333327</c:v>
                </c:pt>
                <c:pt idx="71395">
                  <c:v>45444.65347222222</c:v>
                </c:pt>
                <c:pt idx="71396">
                  <c:v>45930.021527777782</c:v>
                </c:pt>
                <c:pt idx="71397">
                  <c:v>45615.629166666673</c:v>
                </c:pt>
                <c:pt idx="71398">
                  <c:v>45938.75277777778</c:v>
                </c:pt>
                <c:pt idx="71399">
                  <c:v>45967.982638888891</c:v>
                </c:pt>
                <c:pt idx="71400">
                  <c:v>45701.351388888892</c:v>
                </c:pt>
                <c:pt idx="71401">
                  <c:v>45873.585416666669</c:v>
                </c:pt>
                <c:pt idx="71402">
                  <c:v>45579.434027777781</c:v>
                </c:pt>
                <c:pt idx="71403">
                  <c:v>45786.55972222222</c:v>
                </c:pt>
                <c:pt idx="71404">
                  <c:v>45420.694444444453</c:v>
                </c:pt>
                <c:pt idx="71405">
                  <c:v>45302.527777777781</c:v>
                </c:pt>
                <c:pt idx="71406">
                  <c:v>45448.85833333333</c:v>
                </c:pt>
                <c:pt idx="71407">
                  <c:v>45487.457638888889</c:v>
                </c:pt>
                <c:pt idx="71408">
                  <c:v>45714.553472222222</c:v>
                </c:pt>
                <c:pt idx="71409">
                  <c:v>45847.388888888891</c:v>
                </c:pt>
                <c:pt idx="71410">
                  <c:v>45758.571527777778</c:v>
                </c:pt>
                <c:pt idx="71411">
                  <c:v>46014.447222222218</c:v>
                </c:pt>
                <c:pt idx="71412">
                  <c:v>45795.553472222222</c:v>
                </c:pt>
                <c:pt idx="71413">
                  <c:v>45945.726388888892</c:v>
                </c:pt>
                <c:pt idx="71414">
                  <c:v>45617.481944444437</c:v>
                </c:pt>
                <c:pt idx="71415">
                  <c:v>45901.316666666673</c:v>
                </c:pt>
                <c:pt idx="71416">
                  <c:v>45406.572222222218</c:v>
                </c:pt>
                <c:pt idx="71417">
                  <c:v>45465.569444444453</c:v>
                </c:pt>
                <c:pt idx="71418">
                  <c:v>45506.487500000003</c:v>
                </c:pt>
                <c:pt idx="71419">
                  <c:v>45365.657638888893</c:v>
                </c:pt>
                <c:pt idx="71420">
                  <c:v>45482.054861111108</c:v>
                </c:pt>
                <c:pt idx="71421">
                  <c:v>45425.088888888888</c:v>
                </c:pt>
                <c:pt idx="71422">
                  <c:v>45743.964583333327</c:v>
                </c:pt>
                <c:pt idx="71423">
                  <c:v>45681.128472222219</c:v>
                </c:pt>
                <c:pt idx="71424">
                  <c:v>45410.066666666673</c:v>
                </c:pt>
                <c:pt idx="71425">
                  <c:v>45442.115972222222</c:v>
                </c:pt>
                <c:pt idx="71426">
                  <c:v>45521.963888888888</c:v>
                </c:pt>
                <c:pt idx="71427">
                  <c:v>45779.681250000001</c:v>
                </c:pt>
                <c:pt idx="71428">
                  <c:v>45621.146527777782</c:v>
                </c:pt>
                <c:pt idx="71429">
                  <c:v>45566.70416666667</c:v>
                </c:pt>
                <c:pt idx="71430">
                  <c:v>45714.893055555563</c:v>
                </c:pt>
                <c:pt idx="71431">
                  <c:v>45799.57708333333</c:v>
                </c:pt>
                <c:pt idx="71432">
                  <c:v>45659.881944444453</c:v>
                </c:pt>
                <c:pt idx="71433">
                  <c:v>45686.609027777777</c:v>
                </c:pt>
                <c:pt idx="71434">
                  <c:v>45870.513194444437</c:v>
                </c:pt>
                <c:pt idx="71435">
                  <c:v>45660.4375</c:v>
                </c:pt>
                <c:pt idx="71436">
                  <c:v>45468.436805555553</c:v>
                </c:pt>
                <c:pt idx="71437">
                  <c:v>45467.65902777778</c:v>
                </c:pt>
                <c:pt idx="71438">
                  <c:v>45326.719444444447</c:v>
                </c:pt>
                <c:pt idx="71439">
                  <c:v>45584.709027777782</c:v>
                </c:pt>
                <c:pt idx="71440">
                  <c:v>45383.67291666667</c:v>
                </c:pt>
                <c:pt idx="71441">
                  <c:v>45670.761111111111</c:v>
                </c:pt>
                <c:pt idx="71442">
                  <c:v>45313.1875</c:v>
                </c:pt>
                <c:pt idx="71443">
                  <c:v>45880.575694444437</c:v>
                </c:pt>
                <c:pt idx="71444">
                  <c:v>46018.54791666667</c:v>
                </c:pt>
                <c:pt idx="71445">
                  <c:v>45377.476388888892</c:v>
                </c:pt>
                <c:pt idx="71446">
                  <c:v>45344.55</c:v>
                </c:pt>
                <c:pt idx="71447">
                  <c:v>45444.584722222222</c:v>
                </c:pt>
                <c:pt idx="71448">
                  <c:v>45296.765277777777</c:v>
                </c:pt>
                <c:pt idx="71449">
                  <c:v>45852.487500000003</c:v>
                </c:pt>
                <c:pt idx="71450">
                  <c:v>45693.589583333327</c:v>
                </c:pt>
                <c:pt idx="71451">
                  <c:v>45340.611111111109</c:v>
                </c:pt>
                <c:pt idx="71452">
                  <c:v>45534.367361111108</c:v>
                </c:pt>
                <c:pt idx="71453">
                  <c:v>45772.847222222219</c:v>
                </c:pt>
                <c:pt idx="71454">
                  <c:v>45823.438888888893</c:v>
                </c:pt>
                <c:pt idx="71455">
                  <c:v>45462.894444444442</c:v>
                </c:pt>
                <c:pt idx="71456">
                  <c:v>45943.667361111111</c:v>
                </c:pt>
                <c:pt idx="71457">
                  <c:v>45729.447222222218</c:v>
                </c:pt>
                <c:pt idx="71458">
                  <c:v>45759.737500000003</c:v>
                </c:pt>
                <c:pt idx="71459">
                  <c:v>45430.806944444441</c:v>
                </c:pt>
                <c:pt idx="71460">
                  <c:v>45615.821527777778</c:v>
                </c:pt>
                <c:pt idx="71461">
                  <c:v>45984.540972222218</c:v>
                </c:pt>
                <c:pt idx="71462">
                  <c:v>45858.8</c:v>
                </c:pt>
                <c:pt idx="71463">
                  <c:v>45858.8</c:v>
                </c:pt>
                <c:pt idx="71464">
                  <c:v>45886.315972222219</c:v>
                </c:pt>
                <c:pt idx="71465">
                  <c:v>45858.837500000001</c:v>
                </c:pt>
                <c:pt idx="71466">
                  <c:v>45750.192361111112</c:v>
                </c:pt>
                <c:pt idx="71467">
                  <c:v>45984.540972222218</c:v>
                </c:pt>
                <c:pt idx="71468">
                  <c:v>45416.401388888888</c:v>
                </c:pt>
                <c:pt idx="71469">
                  <c:v>45858.837500000001</c:v>
                </c:pt>
                <c:pt idx="71470">
                  <c:v>45498.79791666667</c:v>
                </c:pt>
                <c:pt idx="71471">
                  <c:v>45498.79791666667</c:v>
                </c:pt>
                <c:pt idx="71472">
                  <c:v>45416.401388888888</c:v>
                </c:pt>
                <c:pt idx="71473">
                  <c:v>46020.442361111112</c:v>
                </c:pt>
                <c:pt idx="71474">
                  <c:v>45444.272916666669</c:v>
                </c:pt>
                <c:pt idx="71475">
                  <c:v>45683.49722222222</c:v>
                </c:pt>
                <c:pt idx="71476">
                  <c:v>45957.788194444453</c:v>
                </c:pt>
                <c:pt idx="71477">
                  <c:v>45869.701388888891</c:v>
                </c:pt>
                <c:pt idx="71478">
                  <c:v>45886.315972222219</c:v>
                </c:pt>
                <c:pt idx="71479">
                  <c:v>45754.834722222222</c:v>
                </c:pt>
                <c:pt idx="71480">
                  <c:v>45683.49722222222</c:v>
                </c:pt>
                <c:pt idx="71481">
                  <c:v>45813.326388888891</c:v>
                </c:pt>
                <c:pt idx="71482">
                  <c:v>45444.272916666669</c:v>
                </c:pt>
                <c:pt idx="71483">
                  <c:v>45957.788194444453</c:v>
                </c:pt>
                <c:pt idx="71484">
                  <c:v>45869.701388888891</c:v>
                </c:pt>
                <c:pt idx="71485">
                  <c:v>45754.834722222222</c:v>
                </c:pt>
                <c:pt idx="71486">
                  <c:v>45813.326388888891</c:v>
                </c:pt>
                <c:pt idx="71487">
                  <c:v>46020.442361111112</c:v>
                </c:pt>
                <c:pt idx="71488">
                  <c:v>45750.192361111112</c:v>
                </c:pt>
                <c:pt idx="71489">
                  <c:v>45407.770138888889</c:v>
                </c:pt>
                <c:pt idx="71490">
                  <c:v>45796.54583333333</c:v>
                </c:pt>
                <c:pt idx="71491">
                  <c:v>45963.697222222218</c:v>
                </c:pt>
                <c:pt idx="71492">
                  <c:v>45470.762499999997</c:v>
                </c:pt>
                <c:pt idx="71493">
                  <c:v>45745.044444444437</c:v>
                </c:pt>
                <c:pt idx="71494">
                  <c:v>45633.914583333331</c:v>
                </c:pt>
                <c:pt idx="71495">
                  <c:v>45544.972916666673</c:v>
                </c:pt>
                <c:pt idx="71496">
                  <c:v>45871.682638888888</c:v>
                </c:pt>
                <c:pt idx="71497">
                  <c:v>45718.614583333343</c:v>
                </c:pt>
                <c:pt idx="71498">
                  <c:v>45812.425000000003</c:v>
                </c:pt>
                <c:pt idx="71499">
                  <c:v>45718.614583333343</c:v>
                </c:pt>
                <c:pt idx="71500">
                  <c:v>45897.047222222223</c:v>
                </c:pt>
                <c:pt idx="71501">
                  <c:v>45897.047222222223</c:v>
                </c:pt>
                <c:pt idx="71502">
                  <c:v>45812.425000000003</c:v>
                </c:pt>
                <c:pt idx="71503">
                  <c:v>45824.290277777778</c:v>
                </c:pt>
                <c:pt idx="71504">
                  <c:v>45585.626388888893</c:v>
                </c:pt>
                <c:pt idx="71505">
                  <c:v>45455.423611111109</c:v>
                </c:pt>
                <c:pt idx="71506">
                  <c:v>45619.491666666669</c:v>
                </c:pt>
                <c:pt idx="71507">
                  <c:v>45537.630555555559</c:v>
                </c:pt>
                <c:pt idx="71508">
                  <c:v>45741.436805555553</c:v>
                </c:pt>
                <c:pt idx="71509">
                  <c:v>45470.594444444447</c:v>
                </c:pt>
                <c:pt idx="71510">
                  <c:v>45491.481249999997</c:v>
                </c:pt>
                <c:pt idx="71511">
                  <c:v>45571.841666666667</c:v>
                </c:pt>
                <c:pt idx="71512">
                  <c:v>45600.85</c:v>
                </c:pt>
                <c:pt idx="71513">
                  <c:v>45594.916666666657</c:v>
                </c:pt>
                <c:pt idx="71514">
                  <c:v>45712.769444444442</c:v>
                </c:pt>
                <c:pt idx="71515">
                  <c:v>45862.606249999997</c:v>
                </c:pt>
                <c:pt idx="71516">
                  <c:v>45885.538194444453</c:v>
                </c:pt>
                <c:pt idx="71517">
                  <c:v>45655.42291666667</c:v>
                </c:pt>
                <c:pt idx="71518">
                  <c:v>45763.442361111112</c:v>
                </c:pt>
                <c:pt idx="71519">
                  <c:v>45967.704861111109</c:v>
                </c:pt>
                <c:pt idx="71520">
                  <c:v>45678.809027777781</c:v>
                </c:pt>
                <c:pt idx="71521">
                  <c:v>45404.40625</c:v>
                </c:pt>
                <c:pt idx="71522">
                  <c:v>45519.830555555563</c:v>
                </c:pt>
                <c:pt idx="71523">
                  <c:v>45408.779861111107</c:v>
                </c:pt>
                <c:pt idx="71524">
                  <c:v>45685.798611111109</c:v>
                </c:pt>
                <c:pt idx="71525">
                  <c:v>45351.505555555559</c:v>
                </c:pt>
                <c:pt idx="71526">
                  <c:v>45945.458333333343</c:v>
                </c:pt>
                <c:pt idx="71527">
                  <c:v>45831.363888888889</c:v>
                </c:pt>
                <c:pt idx="71528">
                  <c:v>46015.056250000001</c:v>
                </c:pt>
                <c:pt idx="71529">
                  <c:v>45874.469444444447</c:v>
                </c:pt>
                <c:pt idx="71530">
                  <c:v>45989.500694444447</c:v>
                </c:pt>
                <c:pt idx="71531">
                  <c:v>45898.409722222219</c:v>
                </c:pt>
                <c:pt idx="71532">
                  <c:v>45928.763888888891</c:v>
                </c:pt>
                <c:pt idx="71533">
                  <c:v>45958.446527777778</c:v>
                </c:pt>
                <c:pt idx="71534">
                  <c:v>45849.412499999999</c:v>
                </c:pt>
                <c:pt idx="71535">
                  <c:v>45355.685416666667</c:v>
                </c:pt>
                <c:pt idx="71536">
                  <c:v>45695.529861111107</c:v>
                </c:pt>
                <c:pt idx="71537">
                  <c:v>45722.509722222218</c:v>
                </c:pt>
                <c:pt idx="71538">
                  <c:v>45328.143750000003</c:v>
                </c:pt>
                <c:pt idx="71539">
                  <c:v>45706.646527777782</c:v>
                </c:pt>
                <c:pt idx="71540">
                  <c:v>45404.665277777778</c:v>
                </c:pt>
                <c:pt idx="71541">
                  <c:v>45719.501388888893</c:v>
                </c:pt>
                <c:pt idx="71542">
                  <c:v>45389.410416666673</c:v>
                </c:pt>
                <c:pt idx="71543">
                  <c:v>45375.3125</c:v>
                </c:pt>
                <c:pt idx="71544">
                  <c:v>45432.760416666657</c:v>
                </c:pt>
                <c:pt idx="71545">
                  <c:v>45339.681250000001</c:v>
                </c:pt>
                <c:pt idx="71546">
                  <c:v>45418.638888888891</c:v>
                </c:pt>
                <c:pt idx="71547">
                  <c:v>45580.50277777778</c:v>
                </c:pt>
                <c:pt idx="71548">
                  <c:v>45808.429166666669</c:v>
                </c:pt>
                <c:pt idx="71549">
                  <c:v>45530.450694444437</c:v>
                </c:pt>
                <c:pt idx="71550">
                  <c:v>45640.411111111112</c:v>
                </c:pt>
                <c:pt idx="71551">
                  <c:v>45769.474999999999</c:v>
                </c:pt>
                <c:pt idx="71552">
                  <c:v>45741.536111111112</c:v>
                </c:pt>
                <c:pt idx="71553">
                  <c:v>45947.392361111109</c:v>
                </c:pt>
                <c:pt idx="71554">
                  <c:v>45993.331250000003</c:v>
                </c:pt>
                <c:pt idx="71555">
                  <c:v>45497.568749999999</c:v>
                </c:pt>
                <c:pt idx="71556">
                  <c:v>45862.384722222218</c:v>
                </c:pt>
                <c:pt idx="71557">
                  <c:v>45908.504861111112</c:v>
                </c:pt>
                <c:pt idx="71558">
                  <c:v>46021.479166666657</c:v>
                </c:pt>
                <c:pt idx="71559">
                  <c:v>45462.475694444453</c:v>
                </c:pt>
                <c:pt idx="71560">
                  <c:v>45374.554861111108</c:v>
                </c:pt>
                <c:pt idx="71561">
                  <c:v>45417.49722222222</c:v>
                </c:pt>
                <c:pt idx="71562">
                  <c:v>45965.379166666673</c:v>
                </c:pt>
                <c:pt idx="71563">
                  <c:v>45830.46597222222</c:v>
                </c:pt>
                <c:pt idx="71564">
                  <c:v>45709.374305555553</c:v>
                </c:pt>
                <c:pt idx="71565">
                  <c:v>45981.439583333333</c:v>
                </c:pt>
                <c:pt idx="71566">
                  <c:v>45437.584027777782</c:v>
                </c:pt>
                <c:pt idx="71567">
                  <c:v>45932.52847222222</c:v>
                </c:pt>
                <c:pt idx="71568">
                  <c:v>45333.431944444441</c:v>
                </c:pt>
                <c:pt idx="71569">
                  <c:v>45933.434027777781</c:v>
                </c:pt>
                <c:pt idx="71570">
                  <c:v>45742.631249999999</c:v>
                </c:pt>
                <c:pt idx="71571">
                  <c:v>46015.4</c:v>
                </c:pt>
                <c:pt idx="71572">
                  <c:v>45821.379861111112</c:v>
                </c:pt>
                <c:pt idx="71573">
                  <c:v>45813.386111111111</c:v>
                </c:pt>
                <c:pt idx="71574">
                  <c:v>45883.308333333327</c:v>
                </c:pt>
                <c:pt idx="71575">
                  <c:v>45905.268055555563</c:v>
                </c:pt>
                <c:pt idx="71576">
                  <c:v>45919.291666666657</c:v>
                </c:pt>
                <c:pt idx="71577">
                  <c:v>45764.422222222223</c:v>
                </c:pt>
                <c:pt idx="71578">
                  <c:v>45947.261111111111</c:v>
                </c:pt>
                <c:pt idx="71579">
                  <c:v>45967.623611111107</c:v>
                </c:pt>
                <c:pt idx="71580">
                  <c:v>45737.281944444447</c:v>
                </c:pt>
                <c:pt idx="71581">
                  <c:v>45678.592361111107</c:v>
                </c:pt>
                <c:pt idx="71582">
                  <c:v>45661.9</c:v>
                </c:pt>
                <c:pt idx="71583">
                  <c:v>45871.618750000001</c:v>
                </c:pt>
                <c:pt idx="71584">
                  <c:v>45698.938888888893</c:v>
                </c:pt>
                <c:pt idx="71585">
                  <c:v>45985.647222222222</c:v>
                </c:pt>
                <c:pt idx="71586">
                  <c:v>45644.133333333331</c:v>
                </c:pt>
                <c:pt idx="71587">
                  <c:v>46019.945833333331</c:v>
                </c:pt>
                <c:pt idx="71588">
                  <c:v>45783.947916666657</c:v>
                </c:pt>
                <c:pt idx="71589">
                  <c:v>45858.769444444442</c:v>
                </c:pt>
                <c:pt idx="71590">
                  <c:v>45475.739583333343</c:v>
                </c:pt>
                <c:pt idx="71591">
                  <c:v>45434.92083333333</c:v>
                </c:pt>
                <c:pt idx="71592">
                  <c:v>45631.544444444437</c:v>
                </c:pt>
                <c:pt idx="71593">
                  <c:v>45563.86041666667</c:v>
                </c:pt>
                <c:pt idx="71594">
                  <c:v>45697.478472222218</c:v>
                </c:pt>
                <c:pt idx="71595">
                  <c:v>45840.82708333333</c:v>
                </c:pt>
                <c:pt idx="71596">
                  <c:v>45818.385416666657</c:v>
                </c:pt>
                <c:pt idx="71597">
                  <c:v>45961.645833333343</c:v>
                </c:pt>
                <c:pt idx="71598">
                  <c:v>45771.50277777778</c:v>
                </c:pt>
                <c:pt idx="71599">
                  <c:v>45905.801388888889</c:v>
                </c:pt>
                <c:pt idx="71600">
                  <c:v>45861.875</c:v>
                </c:pt>
                <c:pt idx="71601">
                  <c:v>45990.373611111107</c:v>
                </c:pt>
                <c:pt idx="71602">
                  <c:v>45882.555555555547</c:v>
                </c:pt>
                <c:pt idx="71603">
                  <c:v>45905.80972222222</c:v>
                </c:pt>
                <c:pt idx="71604">
                  <c:v>45793.77847222222</c:v>
                </c:pt>
                <c:pt idx="71605">
                  <c:v>45722.424305555563</c:v>
                </c:pt>
                <c:pt idx="71606">
                  <c:v>45746.357638888891</c:v>
                </c:pt>
                <c:pt idx="71607">
                  <c:v>45814.435416666667</c:v>
                </c:pt>
                <c:pt idx="71608">
                  <c:v>45864.808333333327</c:v>
                </c:pt>
                <c:pt idx="71609">
                  <c:v>45296.464583333327</c:v>
                </c:pt>
                <c:pt idx="71610">
                  <c:v>45373.607638888891</c:v>
                </c:pt>
                <c:pt idx="71611">
                  <c:v>45336.607638888891</c:v>
                </c:pt>
                <c:pt idx="71612">
                  <c:v>45394.601388888892</c:v>
                </c:pt>
                <c:pt idx="71613">
                  <c:v>45918.621527777781</c:v>
                </c:pt>
                <c:pt idx="71614">
                  <c:v>45996.536805555559</c:v>
                </c:pt>
                <c:pt idx="71615">
                  <c:v>45967.504166666673</c:v>
                </c:pt>
                <c:pt idx="71616">
                  <c:v>45960.854861111111</c:v>
                </c:pt>
                <c:pt idx="71617">
                  <c:v>45534.448611111111</c:v>
                </c:pt>
                <c:pt idx="71618">
                  <c:v>45915.426388888889</c:v>
                </c:pt>
                <c:pt idx="71619">
                  <c:v>45928.911111111112</c:v>
                </c:pt>
                <c:pt idx="71620">
                  <c:v>46014.901388888888</c:v>
                </c:pt>
                <c:pt idx="71621">
                  <c:v>45950.660416666673</c:v>
                </c:pt>
                <c:pt idx="71622">
                  <c:v>45993.887499999997</c:v>
                </c:pt>
                <c:pt idx="71623">
                  <c:v>45559.649305555547</c:v>
                </c:pt>
                <c:pt idx="71624">
                  <c:v>45528.091666666667</c:v>
                </c:pt>
                <c:pt idx="71625">
                  <c:v>45472.539583333331</c:v>
                </c:pt>
                <c:pt idx="71626">
                  <c:v>45798.629861111112</c:v>
                </c:pt>
                <c:pt idx="71627">
                  <c:v>45732.628472222219</c:v>
                </c:pt>
                <c:pt idx="71628">
                  <c:v>45716.345833333333</c:v>
                </c:pt>
                <c:pt idx="71629">
                  <c:v>45860.421527777777</c:v>
                </c:pt>
                <c:pt idx="71630">
                  <c:v>45921.399305555547</c:v>
                </c:pt>
                <c:pt idx="71631">
                  <c:v>45385.788194444453</c:v>
                </c:pt>
                <c:pt idx="71632">
                  <c:v>45676.535416666673</c:v>
                </c:pt>
                <c:pt idx="71633">
                  <c:v>45566.675694444442</c:v>
                </c:pt>
                <c:pt idx="71634">
                  <c:v>45988.498611111107</c:v>
                </c:pt>
                <c:pt idx="71635">
                  <c:v>45987.591666666667</c:v>
                </c:pt>
                <c:pt idx="71636">
                  <c:v>45634.568749999999</c:v>
                </c:pt>
                <c:pt idx="71637">
                  <c:v>45987.571527777778</c:v>
                </c:pt>
                <c:pt idx="71638">
                  <c:v>45394.622916666667</c:v>
                </c:pt>
                <c:pt idx="71639">
                  <c:v>45847.929861111108</c:v>
                </c:pt>
                <c:pt idx="71640">
                  <c:v>45311.506249999999</c:v>
                </c:pt>
                <c:pt idx="71641">
                  <c:v>45560.759722222218</c:v>
                </c:pt>
                <c:pt idx="71642">
                  <c:v>45682.725694444453</c:v>
                </c:pt>
                <c:pt idx="71643">
                  <c:v>46019.94027777778</c:v>
                </c:pt>
                <c:pt idx="71644">
                  <c:v>45816.393750000003</c:v>
                </c:pt>
                <c:pt idx="71645">
                  <c:v>45388.179166666669</c:v>
                </c:pt>
                <c:pt idx="71646">
                  <c:v>45468.093055555553</c:v>
                </c:pt>
                <c:pt idx="71647">
                  <c:v>45641.509722222218</c:v>
                </c:pt>
                <c:pt idx="71648">
                  <c:v>45989.762499999997</c:v>
                </c:pt>
                <c:pt idx="71649">
                  <c:v>45716.34097222222</c:v>
                </c:pt>
                <c:pt idx="71650">
                  <c:v>45914.538194444453</c:v>
                </c:pt>
                <c:pt idx="71651">
                  <c:v>45410.633333333331</c:v>
                </c:pt>
                <c:pt idx="71652">
                  <c:v>45542.42083333333</c:v>
                </c:pt>
                <c:pt idx="71653">
                  <c:v>45336.945833333331</c:v>
                </c:pt>
                <c:pt idx="71654">
                  <c:v>45783.95416666667</c:v>
                </c:pt>
                <c:pt idx="71655">
                  <c:v>45505.715277777781</c:v>
                </c:pt>
                <c:pt idx="71656">
                  <c:v>45856.620833333327</c:v>
                </c:pt>
                <c:pt idx="71657">
                  <c:v>45835.777083333327</c:v>
                </c:pt>
                <c:pt idx="71658">
                  <c:v>45642.966666666667</c:v>
                </c:pt>
                <c:pt idx="71659">
                  <c:v>45915.663888888892</c:v>
                </c:pt>
                <c:pt idx="71660">
                  <c:v>45681.722222222219</c:v>
                </c:pt>
                <c:pt idx="71661">
                  <c:v>45758.597916666673</c:v>
                </c:pt>
                <c:pt idx="71662">
                  <c:v>45657.884722222218</c:v>
                </c:pt>
                <c:pt idx="71663">
                  <c:v>46019.105555555558</c:v>
                </c:pt>
                <c:pt idx="71664">
                  <c:v>45706.406944444447</c:v>
                </c:pt>
                <c:pt idx="71665">
                  <c:v>45763.23541666667</c:v>
                </c:pt>
                <c:pt idx="71666">
                  <c:v>45887.25277777778</c:v>
                </c:pt>
                <c:pt idx="71667">
                  <c:v>45844.654861111107</c:v>
                </c:pt>
                <c:pt idx="71668">
                  <c:v>45814.216666666667</c:v>
                </c:pt>
                <c:pt idx="71669">
                  <c:v>45902.643750000003</c:v>
                </c:pt>
                <c:pt idx="71670">
                  <c:v>45727.519444444442</c:v>
                </c:pt>
                <c:pt idx="71671">
                  <c:v>45783.811111111107</c:v>
                </c:pt>
                <c:pt idx="71672">
                  <c:v>45679.366666666669</c:v>
                </c:pt>
                <c:pt idx="71673">
                  <c:v>45930.317361111112</c:v>
                </c:pt>
                <c:pt idx="71674">
                  <c:v>45740.386805555558</c:v>
                </c:pt>
                <c:pt idx="71675">
                  <c:v>45394.417361111111</c:v>
                </c:pt>
                <c:pt idx="71676">
                  <c:v>45736.487500000003</c:v>
                </c:pt>
                <c:pt idx="71677">
                  <c:v>45556.520138888889</c:v>
                </c:pt>
                <c:pt idx="71678">
                  <c:v>45653.347916666673</c:v>
                </c:pt>
                <c:pt idx="71679">
                  <c:v>45334.505555555559</c:v>
                </c:pt>
                <c:pt idx="71680">
                  <c:v>45418.890277777777</c:v>
                </c:pt>
                <c:pt idx="71681">
                  <c:v>45594.917361111111</c:v>
                </c:pt>
                <c:pt idx="71682">
                  <c:v>45824.792361111111</c:v>
                </c:pt>
                <c:pt idx="71683">
                  <c:v>45501.803472222222</c:v>
                </c:pt>
                <c:pt idx="71684">
                  <c:v>45774.900694444441</c:v>
                </c:pt>
                <c:pt idx="71685">
                  <c:v>45989.740277777782</c:v>
                </c:pt>
                <c:pt idx="71686">
                  <c:v>45799.724305555559</c:v>
                </c:pt>
                <c:pt idx="71687">
                  <c:v>45753.931250000001</c:v>
                </c:pt>
                <c:pt idx="71688">
                  <c:v>45738.333333333343</c:v>
                </c:pt>
                <c:pt idx="71689">
                  <c:v>45457.981249999997</c:v>
                </c:pt>
                <c:pt idx="71690">
                  <c:v>45963.977083333331</c:v>
                </c:pt>
                <c:pt idx="71691">
                  <c:v>45827.447916666657</c:v>
                </c:pt>
                <c:pt idx="71692">
                  <c:v>45779.665972222218</c:v>
                </c:pt>
                <c:pt idx="71693">
                  <c:v>46010.498611111107</c:v>
                </c:pt>
                <c:pt idx="71694">
                  <c:v>46017.840277777781</c:v>
                </c:pt>
                <c:pt idx="71695">
                  <c:v>45962.509722222218</c:v>
                </c:pt>
                <c:pt idx="71696">
                  <c:v>45989.699305555558</c:v>
                </c:pt>
                <c:pt idx="71697">
                  <c:v>45872.51666666667</c:v>
                </c:pt>
                <c:pt idx="71698">
                  <c:v>45805.509027777778</c:v>
                </c:pt>
                <c:pt idx="71699">
                  <c:v>45377.695138888892</c:v>
                </c:pt>
                <c:pt idx="71700">
                  <c:v>45782.801388888889</c:v>
                </c:pt>
                <c:pt idx="71701">
                  <c:v>45724.736111111109</c:v>
                </c:pt>
                <c:pt idx="71702">
                  <c:v>45293.681944444441</c:v>
                </c:pt>
                <c:pt idx="71703">
                  <c:v>45450.832638888889</c:v>
                </c:pt>
                <c:pt idx="71704">
                  <c:v>45739.756944444453</c:v>
                </c:pt>
                <c:pt idx="71705">
                  <c:v>45632.655555555553</c:v>
                </c:pt>
                <c:pt idx="71706">
                  <c:v>45561.710416666669</c:v>
                </c:pt>
                <c:pt idx="71707">
                  <c:v>45723.84375</c:v>
                </c:pt>
                <c:pt idx="71708">
                  <c:v>45992.950694444437</c:v>
                </c:pt>
                <c:pt idx="71709">
                  <c:v>45723.84375</c:v>
                </c:pt>
                <c:pt idx="71710">
                  <c:v>45971.681944444441</c:v>
                </c:pt>
                <c:pt idx="71711">
                  <c:v>45535.416666666657</c:v>
                </c:pt>
                <c:pt idx="71712">
                  <c:v>45971.681944444441</c:v>
                </c:pt>
                <c:pt idx="71713">
                  <c:v>45559.027083333327</c:v>
                </c:pt>
                <c:pt idx="71714">
                  <c:v>45755.679861111108</c:v>
                </c:pt>
                <c:pt idx="71715">
                  <c:v>45956.438194444447</c:v>
                </c:pt>
                <c:pt idx="71716">
                  <c:v>45559.027083333327</c:v>
                </c:pt>
                <c:pt idx="71717">
                  <c:v>45692.583333333343</c:v>
                </c:pt>
                <c:pt idx="71718">
                  <c:v>45943.636805555558</c:v>
                </c:pt>
                <c:pt idx="71719">
                  <c:v>45670.513194444437</c:v>
                </c:pt>
                <c:pt idx="71720">
                  <c:v>45692.583333333343</c:v>
                </c:pt>
                <c:pt idx="71721">
                  <c:v>45670.513194444437</c:v>
                </c:pt>
                <c:pt idx="71722">
                  <c:v>45838.820833333331</c:v>
                </c:pt>
                <c:pt idx="71723">
                  <c:v>46020.808333333327</c:v>
                </c:pt>
                <c:pt idx="71724">
                  <c:v>45535.416666666657</c:v>
                </c:pt>
                <c:pt idx="71725">
                  <c:v>45838.820833333331</c:v>
                </c:pt>
                <c:pt idx="71726">
                  <c:v>46020.808333333327</c:v>
                </c:pt>
                <c:pt idx="71727">
                  <c:v>45755.679861111108</c:v>
                </c:pt>
                <c:pt idx="71728">
                  <c:v>45987.442361111112</c:v>
                </c:pt>
                <c:pt idx="71729">
                  <c:v>45987.442361111112</c:v>
                </c:pt>
                <c:pt idx="71730">
                  <c:v>45586.38958333333</c:v>
                </c:pt>
                <c:pt idx="71731">
                  <c:v>45943.636805555558</c:v>
                </c:pt>
                <c:pt idx="71732">
                  <c:v>45992.950694444437</c:v>
                </c:pt>
                <c:pt idx="71733">
                  <c:v>45956.438194444447</c:v>
                </c:pt>
                <c:pt idx="71734">
                  <c:v>45586.38958333333</c:v>
                </c:pt>
                <c:pt idx="71735">
                  <c:v>45676.509027777778</c:v>
                </c:pt>
                <c:pt idx="71736">
                  <c:v>45696.869444444441</c:v>
                </c:pt>
                <c:pt idx="71737">
                  <c:v>46001.277083333327</c:v>
                </c:pt>
                <c:pt idx="71738">
                  <c:v>45878.740972222222</c:v>
                </c:pt>
                <c:pt idx="71739">
                  <c:v>45925.68472222222</c:v>
                </c:pt>
                <c:pt idx="71740">
                  <c:v>45959.874305555553</c:v>
                </c:pt>
                <c:pt idx="71741">
                  <c:v>45770.915972222218</c:v>
                </c:pt>
                <c:pt idx="71742">
                  <c:v>45742.736805555563</c:v>
                </c:pt>
                <c:pt idx="71743">
                  <c:v>45743.374305555553</c:v>
                </c:pt>
                <c:pt idx="71744">
                  <c:v>45833.611805555563</c:v>
                </c:pt>
                <c:pt idx="71745">
                  <c:v>45728.570833333331</c:v>
                </c:pt>
                <c:pt idx="71746">
                  <c:v>45827.870138888888</c:v>
                </c:pt>
                <c:pt idx="71747">
                  <c:v>45542.863888888889</c:v>
                </c:pt>
                <c:pt idx="71748">
                  <c:v>45788.919444444437</c:v>
                </c:pt>
                <c:pt idx="71749">
                  <c:v>46003.734722222223</c:v>
                </c:pt>
                <c:pt idx="71750">
                  <c:v>45751.738888888889</c:v>
                </c:pt>
                <c:pt idx="71751">
                  <c:v>45640.759722222218</c:v>
                </c:pt>
                <c:pt idx="71752">
                  <c:v>45878.961805555547</c:v>
                </c:pt>
                <c:pt idx="71753">
                  <c:v>45941.875694444447</c:v>
                </c:pt>
                <c:pt idx="71754">
                  <c:v>45703.720138888893</c:v>
                </c:pt>
                <c:pt idx="71755">
                  <c:v>45973.320138888892</c:v>
                </c:pt>
                <c:pt idx="71756">
                  <c:v>45670.824305555558</c:v>
                </c:pt>
                <c:pt idx="71757">
                  <c:v>45712.561111111107</c:v>
                </c:pt>
                <c:pt idx="71758">
                  <c:v>45877.981944444437</c:v>
                </c:pt>
                <c:pt idx="71759">
                  <c:v>45929.326388888891</c:v>
                </c:pt>
                <c:pt idx="71760">
                  <c:v>46005.65625</c:v>
                </c:pt>
                <c:pt idx="71761">
                  <c:v>45391.463194444441</c:v>
                </c:pt>
                <c:pt idx="71762">
                  <c:v>45458.31527777778</c:v>
                </c:pt>
                <c:pt idx="71763">
                  <c:v>45791.303472222222</c:v>
                </c:pt>
                <c:pt idx="71764">
                  <c:v>45553.544444444437</c:v>
                </c:pt>
                <c:pt idx="71765">
                  <c:v>45386.351388888892</c:v>
                </c:pt>
                <c:pt idx="71766">
                  <c:v>45748.67083333333</c:v>
                </c:pt>
                <c:pt idx="71767">
                  <c:v>45685.30972222222</c:v>
                </c:pt>
                <c:pt idx="71768">
                  <c:v>45316.456944444442</c:v>
                </c:pt>
                <c:pt idx="71769">
                  <c:v>45748.67083333333</c:v>
                </c:pt>
                <c:pt idx="71770">
                  <c:v>45316.456944444442</c:v>
                </c:pt>
                <c:pt idx="71771">
                  <c:v>45316.456944444442</c:v>
                </c:pt>
                <c:pt idx="71772">
                  <c:v>45837.201388888891</c:v>
                </c:pt>
                <c:pt idx="71773">
                  <c:v>45685.30972222222</c:v>
                </c:pt>
                <c:pt idx="71774">
                  <c:v>45460.250694444447</c:v>
                </c:pt>
                <c:pt idx="71775">
                  <c:v>45586.690972222219</c:v>
                </c:pt>
                <c:pt idx="71776">
                  <c:v>45460.250694444447</c:v>
                </c:pt>
                <c:pt idx="71777">
                  <c:v>45710.601388888892</c:v>
                </c:pt>
                <c:pt idx="71778">
                  <c:v>45748.67083333333</c:v>
                </c:pt>
                <c:pt idx="71779">
                  <c:v>45710.601388888892</c:v>
                </c:pt>
                <c:pt idx="71780">
                  <c:v>45460.250694444447</c:v>
                </c:pt>
                <c:pt idx="71781">
                  <c:v>45518.77847222222</c:v>
                </c:pt>
                <c:pt idx="71782">
                  <c:v>45837.201388888891</c:v>
                </c:pt>
                <c:pt idx="71783">
                  <c:v>45685.30972222222</c:v>
                </c:pt>
                <c:pt idx="71784">
                  <c:v>45518.77847222222</c:v>
                </c:pt>
                <c:pt idx="71785">
                  <c:v>45837.201388888891</c:v>
                </c:pt>
                <c:pt idx="71786">
                  <c:v>45518.77847222222</c:v>
                </c:pt>
                <c:pt idx="71787">
                  <c:v>45710.601388888892</c:v>
                </c:pt>
                <c:pt idx="71788">
                  <c:v>45348.540972222218</c:v>
                </c:pt>
                <c:pt idx="71789">
                  <c:v>45407.290972222218</c:v>
                </c:pt>
                <c:pt idx="71790">
                  <c:v>45586.690972222219</c:v>
                </c:pt>
                <c:pt idx="71791">
                  <c:v>45407.290972222218</c:v>
                </c:pt>
                <c:pt idx="71792">
                  <c:v>45659.446527777778</c:v>
                </c:pt>
                <c:pt idx="71793">
                  <c:v>45659.446527777778</c:v>
                </c:pt>
                <c:pt idx="71794">
                  <c:v>45586.690972222219</c:v>
                </c:pt>
                <c:pt idx="71795">
                  <c:v>45348.540972222218</c:v>
                </c:pt>
                <c:pt idx="71796">
                  <c:v>45659.446527777778</c:v>
                </c:pt>
                <c:pt idx="71797">
                  <c:v>45985.559027777781</c:v>
                </c:pt>
                <c:pt idx="71798">
                  <c:v>45348.540972222218</c:v>
                </c:pt>
                <c:pt idx="71799">
                  <c:v>45407.290972222218</c:v>
                </c:pt>
                <c:pt idx="71800">
                  <c:v>45985.559027777781</c:v>
                </c:pt>
                <c:pt idx="71801">
                  <c:v>45985.559027777781</c:v>
                </c:pt>
                <c:pt idx="71802">
                  <c:v>45401.293749999997</c:v>
                </c:pt>
                <c:pt idx="71803">
                  <c:v>45546.30972222222</c:v>
                </c:pt>
                <c:pt idx="71804">
                  <c:v>45632.431944444441</c:v>
                </c:pt>
                <c:pt idx="71805">
                  <c:v>45588.319444444453</c:v>
                </c:pt>
                <c:pt idx="71806">
                  <c:v>45350.288194444453</c:v>
                </c:pt>
                <c:pt idx="71807">
                  <c:v>45840.461805555547</c:v>
                </c:pt>
                <c:pt idx="71808">
                  <c:v>45381.615972222222</c:v>
                </c:pt>
                <c:pt idx="71809">
                  <c:v>45670.268750000003</c:v>
                </c:pt>
                <c:pt idx="71810">
                  <c:v>45497.279166666667</c:v>
                </c:pt>
                <c:pt idx="71811">
                  <c:v>45303.215277777781</c:v>
                </c:pt>
                <c:pt idx="71812">
                  <c:v>45620.835416666669</c:v>
                </c:pt>
                <c:pt idx="71813">
                  <c:v>45862.913194444453</c:v>
                </c:pt>
                <c:pt idx="71814">
                  <c:v>45419.047222222223</c:v>
                </c:pt>
                <c:pt idx="71815">
                  <c:v>45355.588194444441</c:v>
                </c:pt>
                <c:pt idx="71816">
                  <c:v>45320.472222222219</c:v>
                </c:pt>
                <c:pt idx="71817">
                  <c:v>45810.35833333333</c:v>
                </c:pt>
                <c:pt idx="71818">
                  <c:v>45609.470138888893</c:v>
                </c:pt>
                <c:pt idx="71819">
                  <c:v>45375.656944444447</c:v>
                </c:pt>
                <c:pt idx="71820">
                  <c:v>45743.484027777777</c:v>
                </c:pt>
                <c:pt idx="71821">
                  <c:v>46020.460416666669</c:v>
                </c:pt>
                <c:pt idx="71822">
                  <c:v>45695.962500000001</c:v>
                </c:pt>
                <c:pt idx="71823">
                  <c:v>45657.570138888892</c:v>
                </c:pt>
                <c:pt idx="71824">
                  <c:v>45383.736805555563</c:v>
                </c:pt>
                <c:pt idx="71825">
                  <c:v>46017.809027777781</c:v>
                </c:pt>
                <c:pt idx="71826">
                  <c:v>45752.63958333333</c:v>
                </c:pt>
                <c:pt idx="71827">
                  <c:v>45628.563888888893</c:v>
                </c:pt>
                <c:pt idx="71828">
                  <c:v>45296.518750000003</c:v>
                </c:pt>
                <c:pt idx="71829">
                  <c:v>45393.649305555547</c:v>
                </c:pt>
                <c:pt idx="71830">
                  <c:v>45583.818055555559</c:v>
                </c:pt>
                <c:pt idx="71831">
                  <c:v>45530.568055555559</c:v>
                </c:pt>
                <c:pt idx="71832">
                  <c:v>45922.468055555553</c:v>
                </c:pt>
                <c:pt idx="71833">
                  <c:v>45369.800694444442</c:v>
                </c:pt>
                <c:pt idx="71834">
                  <c:v>45764.635416666657</c:v>
                </c:pt>
                <c:pt idx="71835">
                  <c:v>45825.773611111108</c:v>
                </c:pt>
                <c:pt idx="71836">
                  <c:v>45999.677777777782</c:v>
                </c:pt>
                <c:pt idx="71837">
                  <c:v>45671.667361111111</c:v>
                </c:pt>
                <c:pt idx="71838">
                  <c:v>45947.445138888892</c:v>
                </c:pt>
                <c:pt idx="71839">
                  <c:v>45628.34097222222</c:v>
                </c:pt>
                <c:pt idx="71840">
                  <c:v>45712.441666666673</c:v>
                </c:pt>
                <c:pt idx="71841">
                  <c:v>45691.445833333331</c:v>
                </c:pt>
                <c:pt idx="71842">
                  <c:v>45964.502083333333</c:v>
                </c:pt>
                <c:pt idx="71843">
                  <c:v>45547.338888888888</c:v>
                </c:pt>
                <c:pt idx="71844">
                  <c:v>45989.395138888889</c:v>
                </c:pt>
                <c:pt idx="71845">
                  <c:v>45525.4</c:v>
                </c:pt>
                <c:pt idx="71846">
                  <c:v>45503.572222222218</c:v>
                </c:pt>
                <c:pt idx="71847">
                  <c:v>45562.443749999999</c:v>
                </c:pt>
                <c:pt idx="71848">
                  <c:v>45580.46875</c:v>
                </c:pt>
                <c:pt idx="71849">
                  <c:v>45689.615972222222</c:v>
                </c:pt>
                <c:pt idx="71850">
                  <c:v>45604.310416666667</c:v>
                </c:pt>
                <c:pt idx="71851">
                  <c:v>45869.390972222223</c:v>
                </c:pt>
                <c:pt idx="71852">
                  <c:v>46013.365972222222</c:v>
                </c:pt>
                <c:pt idx="71853">
                  <c:v>45944.387499999997</c:v>
                </c:pt>
                <c:pt idx="71854">
                  <c:v>45867.702777777777</c:v>
                </c:pt>
                <c:pt idx="71855">
                  <c:v>45980.486111111109</c:v>
                </c:pt>
                <c:pt idx="71856">
                  <c:v>45914.42291666667</c:v>
                </c:pt>
                <c:pt idx="71857">
                  <c:v>45771.484027777777</c:v>
                </c:pt>
                <c:pt idx="71858">
                  <c:v>45714.515972222223</c:v>
                </c:pt>
                <c:pt idx="71859">
                  <c:v>45793.304166666669</c:v>
                </c:pt>
                <c:pt idx="71860">
                  <c:v>45745.43472222222</c:v>
                </c:pt>
                <c:pt idx="71861">
                  <c:v>45835.318055555559</c:v>
                </c:pt>
                <c:pt idx="71862">
                  <c:v>45890.40347222222</c:v>
                </c:pt>
                <c:pt idx="71863">
                  <c:v>45890.40347222222</c:v>
                </c:pt>
                <c:pt idx="71864">
                  <c:v>45870.872916666667</c:v>
                </c:pt>
                <c:pt idx="71865">
                  <c:v>45760.951388888891</c:v>
                </c:pt>
                <c:pt idx="71866">
                  <c:v>45811.805555555547</c:v>
                </c:pt>
                <c:pt idx="71867">
                  <c:v>45870.872916666667</c:v>
                </c:pt>
                <c:pt idx="71868">
                  <c:v>46006.740277777782</c:v>
                </c:pt>
                <c:pt idx="71869">
                  <c:v>45811.805555555547</c:v>
                </c:pt>
                <c:pt idx="71870">
                  <c:v>46006.740277777782</c:v>
                </c:pt>
                <c:pt idx="71871">
                  <c:v>45760.951388888891</c:v>
                </c:pt>
                <c:pt idx="71872">
                  <c:v>45901.961805555547</c:v>
                </c:pt>
                <c:pt idx="71873">
                  <c:v>45653.808333333327</c:v>
                </c:pt>
                <c:pt idx="71874">
                  <c:v>45477.748611111107</c:v>
                </c:pt>
                <c:pt idx="71875">
                  <c:v>45692.51666666667</c:v>
                </c:pt>
                <c:pt idx="71876">
                  <c:v>45868.709722222222</c:v>
                </c:pt>
                <c:pt idx="71877">
                  <c:v>45844.467361111107</c:v>
                </c:pt>
                <c:pt idx="71878">
                  <c:v>45681.386111111111</c:v>
                </c:pt>
                <c:pt idx="71879">
                  <c:v>45567.493750000001</c:v>
                </c:pt>
                <c:pt idx="71880">
                  <c:v>45519.909722222219</c:v>
                </c:pt>
                <c:pt idx="71881">
                  <c:v>45881.652777777781</c:v>
                </c:pt>
                <c:pt idx="71882">
                  <c:v>45413.901388888888</c:v>
                </c:pt>
                <c:pt idx="71883">
                  <c:v>45707.739583333343</c:v>
                </c:pt>
                <c:pt idx="71884">
                  <c:v>45881.652777777781</c:v>
                </c:pt>
                <c:pt idx="71885">
                  <c:v>45368.042361111111</c:v>
                </c:pt>
                <c:pt idx="71886">
                  <c:v>45368.042361111111</c:v>
                </c:pt>
                <c:pt idx="71887">
                  <c:v>45707.739583333343</c:v>
                </c:pt>
                <c:pt idx="71888">
                  <c:v>45578.947916666657</c:v>
                </c:pt>
                <c:pt idx="71889">
                  <c:v>45777.545138888891</c:v>
                </c:pt>
                <c:pt idx="71890">
                  <c:v>45413.901388888888</c:v>
                </c:pt>
                <c:pt idx="71891">
                  <c:v>45541.612500000003</c:v>
                </c:pt>
                <c:pt idx="71892">
                  <c:v>45777.545138888891</c:v>
                </c:pt>
                <c:pt idx="71893">
                  <c:v>45578.947916666657</c:v>
                </c:pt>
                <c:pt idx="71894">
                  <c:v>45681.386111111111</c:v>
                </c:pt>
                <c:pt idx="71895">
                  <c:v>45567.493750000001</c:v>
                </c:pt>
                <c:pt idx="71896">
                  <c:v>45741.590277777781</c:v>
                </c:pt>
                <c:pt idx="71897">
                  <c:v>45377.761805555558</c:v>
                </c:pt>
                <c:pt idx="71898">
                  <c:v>45491.472222222219</c:v>
                </c:pt>
                <c:pt idx="71899">
                  <c:v>45720.601388888892</c:v>
                </c:pt>
                <c:pt idx="71900">
                  <c:v>45519.909722222219</c:v>
                </c:pt>
                <c:pt idx="71901">
                  <c:v>45700.673611111109</c:v>
                </c:pt>
                <c:pt idx="71902">
                  <c:v>45844.467361111107</c:v>
                </c:pt>
                <c:pt idx="71903">
                  <c:v>45720.601388888892</c:v>
                </c:pt>
                <c:pt idx="71904">
                  <c:v>45491.472222222219</c:v>
                </c:pt>
                <c:pt idx="71905">
                  <c:v>45700.673611111109</c:v>
                </c:pt>
                <c:pt idx="71906">
                  <c:v>45856.606944444437</c:v>
                </c:pt>
                <c:pt idx="71907">
                  <c:v>45667.529861111107</c:v>
                </c:pt>
                <c:pt idx="71908">
                  <c:v>45541.612500000003</c:v>
                </c:pt>
                <c:pt idx="71909">
                  <c:v>45667.529861111107</c:v>
                </c:pt>
                <c:pt idx="71910">
                  <c:v>45792.396527777782</c:v>
                </c:pt>
                <c:pt idx="71911">
                  <c:v>45587.776388888888</c:v>
                </c:pt>
                <c:pt idx="71912">
                  <c:v>45804.429861111108</c:v>
                </c:pt>
                <c:pt idx="71913">
                  <c:v>45377.761805555558</c:v>
                </c:pt>
                <c:pt idx="71914">
                  <c:v>45804.429861111108</c:v>
                </c:pt>
                <c:pt idx="71915">
                  <c:v>45741.590277777781</c:v>
                </c:pt>
                <c:pt idx="71916">
                  <c:v>45868.709722222222</c:v>
                </c:pt>
                <c:pt idx="71917">
                  <c:v>45856.606944444437</c:v>
                </c:pt>
                <c:pt idx="71918">
                  <c:v>45792.396527777782</c:v>
                </c:pt>
                <c:pt idx="71919">
                  <c:v>45587.776388888888</c:v>
                </c:pt>
                <c:pt idx="71920">
                  <c:v>45506.80972222222</c:v>
                </c:pt>
                <c:pt idx="71921">
                  <c:v>45945.486111111109</c:v>
                </c:pt>
                <c:pt idx="71922">
                  <c:v>45534.719444444447</c:v>
                </c:pt>
                <c:pt idx="71923">
                  <c:v>45631.8</c:v>
                </c:pt>
                <c:pt idx="71924">
                  <c:v>45580.365972222222</c:v>
                </c:pt>
                <c:pt idx="71925">
                  <c:v>45680.65</c:v>
                </c:pt>
                <c:pt idx="71926">
                  <c:v>46022.451388888891</c:v>
                </c:pt>
                <c:pt idx="71927">
                  <c:v>45729.259027777778</c:v>
                </c:pt>
                <c:pt idx="71928">
                  <c:v>45580.506944444453</c:v>
                </c:pt>
                <c:pt idx="71929">
                  <c:v>45960.434027777781</c:v>
                </c:pt>
                <c:pt idx="71930">
                  <c:v>45929.234722222223</c:v>
                </c:pt>
                <c:pt idx="71931">
                  <c:v>45828.455555555563</c:v>
                </c:pt>
                <c:pt idx="71932">
                  <c:v>45745.565972222219</c:v>
                </c:pt>
                <c:pt idx="71933">
                  <c:v>45486.361805555563</c:v>
                </c:pt>
                <c:pt idx="71934">
                  <c:v>45785.384722222218</c:v>
                </c:pt>
                <c:pt idx="71935">
                  <c:v>45643.338194444441</c:v>
                </c:pt>
                <c:pt idx="71936">
                  <c:v>45685.79583333333</c:v>
                </c:pt>
                <c:pt idx="71937">
                  <c:v>45990.37222222222</c:v>
                </c:pt>
                <c:pt idx="71938">
                  <c:v>45871.313194444447</c:v>
                </c:pt>
                <c:pt idx="71939">
                  <c:v>45562.711111111108</c:v>
                </c:pt>
                <c:pt idx="71940">
                  <c:v>45560.697222222218</c:v>
                </c:pt>
                <c:pt idx="71941">
                  <c:v>45961.917361111111</c:v>
                </c:pt>
                <c:pt idx="71942">
                  <c:v>46002.845833333333</c:v>
                </c:pt>
                <c:pt idx="71943">
                  <c:v>45852.494444444441</c:v>
                </c:pt>
                <c:pt idx="71944">
                  <c:v>45902.472916666673</c:v>
                </c:pt>
                <c:pt idx="71945">
                  <c:v>45812.439583333333</c:v>
                </c:pt>
                <c:pt idx="71946">
                  <c:v>45608.715277777781</c:v>
                </c:pt>
                <c:pt idx="71947">
                  <c:v>45874.46875</c:v>
                </c:pt>
                <c:pt idx="71948">
                  <c:v>45709.82916666667</c:v>
                </c:pt>
                <c:pt idx="71949">
                  <c:v>45754.429166666669</c:v>
                </c:pt>
                <c:pt idx="71950">
                  <c:v>45401.246527777781</c:v>
                </c:pt>
                <c:pt idx="71951">
                  <c:v>45322.236111111109</c:v>
                </c:pt>
                <c:pt idx="71952">
                  <c:v>45716.317361111112</c:v>
                </c:pt>
                <c:pt idx="71953">
                  <c:v>45736.45416666667</c:v>
                </c:pt>
                <c:pt idx="71954">
                  <c:v>45342.338194444441</c:v>
                </c:pt>
                <c:pt idx="71955">
                  <c:v>45688.490972222222</c:v>
                </c:pt>
                <c:pt idx="71956">
                  <c:v>45412.23333333333</c:v>
                </c:pt>
                <c:pt idx="71957">
                  <c:v>45838.359027777777</c:v>
                </c:pt>
                <c:pt idx="71958">
                  <c:v>45371.207638888889</c:v>
                </c:pt>
                <c:pt idx="71959">
                  <c:v>45323.455555555563</c:v>
                </c:pt>
                <c:pt idx="71960">
                  <c:v>45647.323611111111</c:v>
                </c:pt>
                <c:pt idx="71961">
                  <c:v>45899.673611111109</c:v>
                </c:pt>
                <c:pt idx="71962">
                  <c:v>45771.797222222223</c:v>
                </c:pt>
                <c:pt idx="71963">
                  <c:v>45922.800694444442</c:v>
                </c:pt>
                <c:pt idx="71964">
                  <c:v>45991.328472222223</c:v>
                </c:pt>
                <c:pt idx="71965">
                  <c:v>45480.436111111107</c:v>
                </c:pt>
                <c:pt idx="71966">
                  <c:v>45940.425000000003</c:v>
                </c:pt>
                <c:pt idx="71967">
                  <c:v>45868.441666666673</c:v>
                </c:pt>
                <c:pt idx="71968">
                  <c:v>45299.34375</c:v>
                </c:pt>
                <c:pt idx="71969">
                  <c:v>45387.370833333327</c:v>
                </c:pt>
                <c:pt idx="71970">
                  <c:v>45594.495833333327</c:v>
                </c:pt>
                <c:pt idx="71971">
                  <c:v>45716.357638888891</c:v>
                </c:pt>
                <c:pt idx="71972">
                  <c:v>45775.057638888888</c:v>
                </c:pt>
                <c:pt idx="71973">
                  <c:v>45482.845138888893</c:v>
                </c:pt>
                <c:pt idx="71974">
                  <c:v>45595.429166666669</c:v>
                </c:pt>
                <c:pt idx="71975">
                  <c:v>45547.332638888889</c:v>
                </c:pt>
                <c:pt idx="71976">
                  <c:v>45965.835416666669</c:v>
                </c:pt>
                <c:pt idx="71977">
                  <c:v>45852.630555555559</c:v>
                </c:pt>
                <c:pt idx="71978">
                  <c:v>45761.436111111107</c:v>
                </c:pt>
                <c:pt idx="71979">
                  <c:v>45676.912499999999</c:v>
                </c:pt>
                <c:pt idx="71980">
                  <c:v>45954.590277777781</c:v>
                </c:pt>
                <c:pt idx="71981">
                  <c:v>46010.291666666657</c:v>
                </c:pt>
                <c:pt idx="71982">
                  <c:v>45953.380555555559</c:v>
                </c:pt>
                <c:pt idx="71983">
                  <c:v>46022.911805555559</c:v>
                </c:pt>
                <c:pt idx="71984">
                  <c:v>45981.395138888889</c:v>
                </c:pt>
                <c:pt idx="71985">
                  <c:v>45996.45416666667</c:v>
                </c:pt>
                <c:pt idx="71986">
                  <c:v>45967.495138888888</c:v>
                </c:pt>
                <c:pt idx="71987">
                  <c:v>45556.640972222223</c:v>
                </c:pt>
                <c:pt idx="71988">
                  <c:v>45672.552083333343</c:v>
                </c:pt>
                <c:pt idx="71989">
                  <c:v>45613.50277777778</c:v>
                </c:pt>
                <c:pt idx="71990">
                  <c:v>45775.942361111112</c:v>
                </c:pt>
                <c:pt idx="71991">
                  <c:v>45973.517361111109</c:v>
                </c:pt>
                <c:pt idx="71992">
                  <c:v>45332.695138888892</c:v>
                </c:pt>
                <c:pt idx="71993">
                  <c:v>45867.509027777778</c:v>
                </c:pt>
                <c:pt idx="71994">
                  <c:v>45958.791666666657</c:v>
                </c:pt>
                <c:pt idx="71995">
                  <c:v>45486.443749999999</c:v>
                </c:pt>
                <c:pt idx="71996">
                  <c:v>45295.309027777781</c:v>
                </c:pt>
                <c:pt idx="71997">
                  <c:v>45437.331944444442</c:v>
                </c:pt>
                <c:pt idx="71998">
                  <c:v>45376.319444444453</c:v>
                </c:pt>
                <c:pt idx="71999">
                  <c:v>45336.308333333327</c:v>
                </c:pt>
                <c:pt idx="72000">
                  <c:v>45455.416666666657</c:v>
                </c:pt>
                <c:pt idx="72001">
                  <c:v>45468.336805555547</c:v>
                </c:pt>
                <c:pt idx="72002">
                  <c:v>45426.473611111112</c:v>
                </c:pt>
                <c:pt idx="72003">
                  <c:v>45343.34097222222</c:v>
                </c:pt>
                <c:pt idx="72004">
                  <c:v>45306.415972222218</c:v>
                </c:pt>
                <c:pt idx="72005">
                  <c:v>45392.407638888893</c:v>
                </c:pt>
                <c:pt idx="72006">
                  <c:v>45481.42291666667</c:v>
                </c:pt>
                <c:pt idx="72007">
                  <c:v>45413.347916666673</c:v>
                </c:pt>
                <c:pt idx="72008">
                  <c:v>45399.29791666667</c:v>
                </c:pt>
                <c:pt idx="72009">
                  <c:v>45654.822916666657</c:v>
                </c:pt>
                <c:pt idx="72010">
                  <c:v>45391.972222222219</c:v>
                </c:pt>
                <c:pt idx="72011">
                  <c:v>45478.79583333333</c:v>
                </c:pt>
                <c:pt idx="72012">
                  <c:v>45591.138194444437</c:v>
                </c:pt>
                <c:pt idx="72013">
                  <c:v>45809.189583333333</c:v>
                </c:pt>
                <c:pt idx="72014">
                  <c:v>45467.134722222218</c:v>
                </c:pt>
                <c:pt idx="72015">
                  <c:v>45908.780555555553</c:v>
                </c:pt>
                <c:pt idx="72016">
                  <c:v>45957.130555555559</c:v>
                </c:pt>
                <c:pt idx="72017">
                  <c:v>45756.04583333333</c:v>
                </c:pt>
                <c:pt idx="72018">
                  <c:v>45705.561111111107</c:v>
                </c:pt>
                <c:pt idx="72019">
                  <c:v>45527.580555555563</c:v>
                </c:pt>
                <c:pt idx="72020">
                  <c:v>45653.871527777781</c:v>
                </c:pt>
                <c:pt idx="72021">
                  <c:v>45993.101388888892</c:v>
                </c:pt>
                <c:pt idx="72022">
                  <c:v>45863.047222222223</c:v>
                </c:pt>
                <c:pt idx="72023">
                  <c:v>45618.549305555563</c:v>
                </c:pt>
                <c:pt idx="72024">
                  <c:v>45531.683333333327</c:v>
                </c:pt>
                <c:pt idx="72025">
                  <c:v>45410.815972222219</c:v>
                </c:pt>
                <c:pt idx="72026">
                  <c:v>45629.362500000003</c:v>
                </c:pt>
                <c:pt idx="72027">
                  <c:v>45675.133333333331</c:v>
                </c:pt>
                <c:pt idx="72028">
                  <c:v>45828.052083333343</c:v>
                </c:pt>
                <c:pt idx="72029">
                  <c:v>45336.281944444447</c:v>
                </c:pt>
                <c:pt idx="72030">
                  <c:v>45386.430555555547</c:v>
                </c:pt>
                <c:pt idx="72031">
                  <c:v>45428.268750000003</c:v>
                </c:pt>
                <c:pt idx="72032">
                  <c:v>45413.380555555559</c:v>
                </c:pt>
                <c:pt idx="72033">
                  <c:v>45456.306944444441</c:v>
                </c:pt>
                <c:pt idx="72034">
                  <c:v>45301.772916666669</c:v>
                </c:pt>
                <c:pt idx="72035">
                  <c:v>45481.316666666673</c:v>
                </c:pt>
                <c:pt idx="72036">
                  <c:v>45334.347916666673</c:v>
                </c:pt>
                <c:pt idx="72037">
                  <c:v>45442.313194444447</c:v>
                </c:pt>
                <c:pt idx="72038">
                  <c:v>45914.584027777782</c:v>
                </c:pt>
                <c:pt idx="72039">
                  <c:v>45358.270138888889</c:v>
                </c:pt>
                <c:pt idx="72040">
                  <c:v>45350.282638888893</c:v>
                </c:pt>
                <c:pt idx="72041">
                  <c:v>45769.546527777777</c:v>
                </c:pt>
                <c:pt idx="72042">
                  <c:v>45387.309027777781</c:v>
                </c:pt>
                <c:pt idx="72043">
                  <c:v>46009.57916666667</c:v>
                </c:pt>
                <c:pt idx="72044">
                  <c:v>45941.125</c:v>
                </c:pt>
                <c:pt idx="72045">
                  <c:v>45456.109027777777</c:v>
                </c:pt>
                <c:pt idx="72046">
                  <c:v>45721.013888888891</c:v>
                </c:pt>
                <c:pt idx="72047">
                  <c:v>45299.313194444447</c:v>
                </c:pt>
                <c:pt idx="72048">
                  <c:v>45637.277777777781</c:v>
                </c:pt>
                <c:pt idx="72049">
                  <c:v>45677.05972222222</c:v>
                </c:pt>
                <c:pt idx="72050">
                  <c:v>45904.63958333333</c:v>
                </c:pt>
                <c:pt idx="72051">
                  <c:v>45712.89166666667</c:v>
                </c:pt>
                <c:pt idx="72052">
                  <c:v>45593.897916666669</c:v>
                </c:pt>
                <c:pt idx="72053">
                  <c:v>45747.811111111107</c:v>
                </c:pt>
                <c:pt idx="72054">
                  <c:v>45992.945138888892</c:v>
                </c:pt>
                <c:pt idx="72055">
                  <c:v>45656.907638888893</c:v>
                </c:pt>
                <c:pt idx="72056">
                  <c:v>45991.505555555559</c:v>
                </c:pt>
                <c:pt idx="72057">
                  <c:v>45890.688194444447</c:v>
                </c:pt>
                <c:pt idx="72058">
                  <c:v>45923.754861111112</c:v>
                </c:pt>
                <c:pt idx="72059">
                  <c:v>45969.542361111111</c:v>
                </c:pt>
                <c:pt idx="72060">
                  <c:v>45632.50277777778</c:v>
                </c:pt>
                <c:pt idx="72061">
                  <c:v>45771.848611111112</c:v>
                </c:pt>
                <c:pt idx="72062">
                  <c:v>46013.586805555547</c:v>
                </c:pt>
                <c:pt idx="72063">
                  <c:v>45690.552777777782</c:v>
                </c:pt>
                <c:pt idx="72064">
                  <c:v>45861.872916666667</c:v>
                </c:pt>
                <c:pt idx="72065">
                  <c:v>45905.55972222222</c:v>
                </c:pt>
                <c:pt idx="72066">
                  <c:v>45629.431250000001</c:v>
                </c:pt>
                <c:pt idx="72067">
                  <c:v>45581.636111111111</c:v>
                </c:pt>
                <c:pt idx="72068">
                  <c:v>45678.695138888892</c:v>
                </c:pt>
                <c:pt idx="72069">
                  <c:v>45947.604861111111</c:v>
                </c:pt>
                <c:pt idx="72070">
                  <c:v>45883.631249999999</c:v>
                </c:pt>
                <c:pt idx="72071">
                  <c:v>45565.662499999999</c:v>
                </c:pt>
                <c:pt idx="72072">
                  <c:v>45855.561805555553</c:v>
                </c:pt>
                <c:pt idx="72073">
                  <c:v>45985.652083333327</c:v>
                </c:pt>
                <c:pt idx="72074">
                  <c:v>45533.635416666657</c:v>
                </c:pt>
                <c:pt idx="72075">
                  <c:v>45306.967361111107</c:v>
                </c:pt>
                <c:pt idx="72076">
                  <c:v>45335.148611111108</c:v>
                </c:pt>
                <c:pt idx="72077">
                  <c:v>45404.088194444441</c:v>
                </c:pt>
                <c:pt idx="72078">
                  <c:v>45938.036805555559</c:v>
                </c:pt>
                <c:pt idx="72079">
                  <c:v>46006.648611111108</c:v>
                </c:pt>
                <c:pt idx="72080">
                  <c:v>45786.318055555559</c:v>
                </c:pt>
                <c:pt idx="72081">
                  <c:v>45755.786111111112</c:v>
                </c:pt>
                <c:pt idx="72082">
                  <c:v>45868.692361111112</c:v>
                </c:pt>
                <c:pt idx="72083">
                  <c:v>45645.658333333333</c:v>
                </c:pt>
                <c:pt idx="72084">
                  <c:v>45963.682638888888</c:v>
                </c:pt>
                <c:pt idx="72085">
                  <c:v>45812.714583333327</c:v>
                </c:pt>
                <c:pt idx="72086">
                  <c:v>45932.887499999997</c:v>
                </c:pt>
                <c:pt idx="72087">
                  <c:v>45603.779861111107</c:v>
                </c:pt>
                <c:pt idx="72088">
                  <c:v>45900.439583333333</c:v>
                </c:pt>
                <c:pt idx="72089">
                  <c:v>45682.601388888892</c:v>
                </c:pt>
                <c:pt idx="72090">
                  <c:v>45839.397222222222</c:v>
                </c:pt>
                <c:pt idx="72091">
                  <c:v>45726.690972222219</c:v>
                </c:pt>
                <c:pt idx="72092">
                  <c:v>45991.750694444447</c:v>
                </c:pt>
                <c:pt idx="72093">
                  <c:v>45567.811111111107</c:v>
                </c:pt>
                <c:pt idx="72094">
                  <c:v>46020.790972222218</c:v>
                </c:pt>
                <c:pt idx="72095">
                  <c:v>45674.972222222219</c:v>
                </c:pt>
                <c:pt idx="72096">
                  <c:v>45748.720138888893</c:v>
                </c:pt>
                <c:pt idx="72097">
                  <c:v>45447.070138888892</c:v>
                </c:pt>
                <c:pt idx="72098">
                  <c:v>45954.680555555547</c:v>
                </c:pt>
                <c:pt idx="72099">
                  <c:v>45538.017361111109</c:v>
                </c:pt>
                <c:pt idx="72100">
                  <c:v>45768.621527777781</c:v>
                </c:pt>
                <c:pt idx="72101">
                  <c:v>45349.887499999997</c:v>
                </c:pt>
                <c:pt idx="72102">
                  <c:v>45510.732638888891</c:v>
                </c:pt>
                <c:pt idx="72103">
                  <c:v>45445.374305555553</c:v>
                </c:pt>
                <c:pt idx="72104">
                  <c:v>45819.317361111112</c:v>
                </c:pt>
                <c:pt idx="72105">
                  <c:v>45295.913194444453</c:v>
                </c:pt>
                <c:pt idx="72106">
                  <c:v>45384.918055555558</c:v>
                </c:pt>
                <c:pt idx="72107">
                  <c:v>45917.397916666669</c:v>
                </c:pt>
                <c:pt idx="72108">
                  <c:v>45477.438194444447</c:v>
                </c:pt>
                <c:pt idx="72109">
                  <c:v>45642.862500000003</c:v>
                </c:pt>
                <c:pt idx="72110">
                  <c:v>45968.519444444442</c:v>
                </c:pt>
                <c:pt idx="72111">
                  <c:v>45700.385416666657</c:v>
                </c:pt>
                <c:pt idx="72112">
                  <c:v>45474.813888888893</c:v>
                </c:pt>
                <c:pt idx="72113">
                  <c:v>45859.652083333327</c:v>
                </c:pt>
                <c:pt idx="72114">
                  <c:v>45566.625694444447</c:v>
                </c:pt>
                <c:pt idx="72115">
                  <c:v>45765.484027777777</c:v>
                </c:pt>
                <c:pt idx="72116">
                  <c:v>45732.661805555559</c:v>
                </c:pt>
                <c:pt idx="72117">
                  <c:v>45297.592361111107</c:v>
                </c:pt>
                <c:pt idx="72118">
                  <c:v>45688.565972222219</c:v>
                </c:pt>
                <c:pt idx="72119">
                  <c:v>45480.751388888893</c:v>
                </c:pt>
                <c:pt idx="72120">
                  <c:v>45546.713194444441</c:v>
                </c:pt>
                <c:pt idx="72121">
                  <c:v>45439.594444444447</c:v>
                </c:pt>
                <c:pt idx="72122">
                  <c:v>45921.65</c:v>
                </c:pt>
                <c:pt idx="72123">
                  <c:v>45807.651388888888</c:v>
                </c:pt>
                <c:pt idx="72124">
                  <c:v>45593.504861111112</c:v>
                </c:pt>
                <c:pt idx="72125">
                  <c:v>45313.588194444441</c:v>
                </c:pt>
                <c:pt idx="72126">
                  <c:v>45640.761111111111</c:v>
                </c:pt>
                <c:pt idx="72127">
                  <c:v>45384.773611111108</c:v>
                </c:pt>
                <c:pt idx="72128">
                  <c:v>45737.59375</c:v>
                </c:pt>
                <c:pt idx="72129">
                  <c:v>45989.456250000003</c:v>
                </c:pt>
                <c:pt idx="72130">
                  <c:v>45764.455555555563</c:v>
                </c:pt>
                <c:pt idx="72131">
                  <c:v>45887.963888888888</c:v>
                </c:pt>
                <c:pt idx="72132">
                  <c:v>45754.546527777777</c:v>
                </c:pt>
                <c:pt idx="72133">
                  <c:v>45759.96875</c:v>
                </c:pt>
                <c:pt idx="72134">
                  <c:v>45982.916666666657</c:v>
                </c:pt>
                <c:pt idx="72135">
                  <c:v>45824.712500000001</c:v>
                </c:pt>
                <c:pt idx="72136">
                  <c:v>45810.451388888891</c:v>
                </c:pt>
                <c:pt idx="72137">
                  <c:v>45916.412499999999</c:v>
                </c:pt>
                <c:pt idx="72138">
                  <c:v>45312.739583333343</c:v>
                </c:pt>
                <c:pt idx="72139">
                  <c:v>45476.574305555558</c:v>
                </c:pt>
                <c:pt idx="72140">
                  <c:v>45898.675694444442</c:v>
                </c:pt>
                <c:pt idx="72141">
                  <c:v>45599.602777777778</c:v>
                </c:pt>
                <c:pt idx="72142">
                  <c:v>45980.459027777782</c:v>
                </c:pt>
                <c:pt idx="72143">
                  <c:v>45706.498611111107</c:v>
                </c:pt>
                <c:pt idx="72144">
                  <c:v>45854.647222222222</c:v>
                </c:pt>
                <c:pt idx="72145">
                  <c:v>45685.690972222219</c:v>
                </c:pt>
                <c:pt idx="72146">
                  <c:v>45542.800694444442</c:v>
                </c:pt>
                <c:pt idx="72147">
                  <c:v>45752.480555555558</c:v>
                </c:pt>
                <c:pt idx="72148">
                  <c:v>45510.836111111108</c:v>
                </c:pt>
                <c:pt idx="72149">
                  <c:v>45753.736111111109</c:v>
                </c:pt>
                <c:pt idx="72150">
                  <c:v>45449.587500000001</c:v>
                </c:pt>
                <c:pt idx="72151">
                  <c:v>45794.85</c:v>
                </c:pt>
                <c:pt idx="72152">
                  <c:v>45695.445138888892</c:v>
                </c:pt>
                <c:pt idx="72153">
                  <c:v>45496.940972222219</c:v>
                </c:pt>
                <c:pt idx="72154">
                  <c:v>45834.374305555553</c:v>
                </c:pt>
                <c:pt idx="72155">
                  <c:v>45982.679166666669</c:v>
                </c:pt>
                <c:pt idx="72156">
                  <c:v>45942.729166666657</c:v>
                </c:pt>
                <c:pt idx="72157">
                  <c:v>45410.552777777782</c:v>
                </c:pt>
                <c:pt idx="72158">
                  <c:v>45560.9375</c:v>
                </c:pt>
                <c:pt idx="72159">
                  <c:v>45682.741666666669</c:v>
                </c:pt>
                <c:pt idx="72160">
                  <c:v>45817.915972222218</c:v>
                </c:pt>
                <c:pt idx="72161">
                  <c:v>46010.630555555559</c:v>
                </c:pt>
                <c:pt idx="72162">
                  <c:v>45613.522222222222</c:v>
                </c:pt>
                <c:pt idx="72163">
                  <c:v>45579.040972222218</c:v>
                </c:pt>
                <c:pt idx="72164">
                  <c:v>45968.625</c:v>
                </c:pt>
                <c:pt idx="72165">
                  <c:v>45989.282638888893</c:v>
                </c:pt>
                <c:pt idx="72166">
                  <c:v>45773.513194444437</c:v>
                </c:pt>
                <c:pt idx="72167">
                  <c:v>45563.65625</c:v>
                </c:pt>
                <c:pt idx="72168">
                  <c:v>45604.588194444441</c:v>
                </c:pt>
                <c:pt idx="72169">
                  <c:v>46010.642361111109</c:v>
                </c:pt>
                <c:pt idx="72170">
                  <c:v>45604.581250000003</c:v>
                </c:pt>
                <c:pt idx="72171">
                  <c:v>45587.232638888891</c:v>
                </c:pt>
                <c:pt idx="72172">
                  <c:v>45702.414583333331</c:v>
                </c:pt>
                <c:pt idx="72173">
                  <c:v>45958.251388888893</c:v>
                </c:pt>
                <c:pt idx="72174">
                  <c:v>45698.25277777778</c:v>
                </c:pt>
                <c:pt idx="72175">
                  <c:v>45589.588888888888</c:v>
                </c:pt>
                <c:pt idx="72176">
                  <c:v>45811.225694444453</c:v>
                </c:pt>
                <c:pt idx="72177">
                  <c:v>45801.743750000001</c:v>
                </c:pt>
                <c:pt idx="72178">
                  <c:v>45724.444444444453</c:v>
                </c:pt>
                <c:pt idx="72179">
                  <c:v>45968.563888888893</c:v>
                </c:pt>
                <c:pt idx="72180">
                  <c:v>46010.79791666667</c:v>
                </c:pt>
                <c:pt idx="72181">
                  <c:v>45756.634722222218</c:v>
                </c:pt>
                <c:pt idx="72182">
                  <c:v>45858.574305555558</c:v>
                </c:pt>
                <c:pt idx="72183">
                  <c:v>45867.972916666673</c:v>
                </c:pt>
                <c:pt idx="72184">
                  <c:v>45907.722916666673</c:v>
                </c:pt>
                <c:pt idx="72185">
                  <c:v>45719.625694444447</c:v>
                </c:pt>
                <c:pt idx="72186">
                  <c:v>45799.638194444437</c:v>
                </c:pt>
                <c:pt idx="72187">
                  <c:v>45830.696527777778</c:v>
                </c:pt>
                <c:pt idx="72188">
                  <c:v>45945.011805555558</c:v>
                </c:pt>
                <c:pt idx="72189">
                  <c:v>45817.75</c:v>
                </c:pt>
                <c:pt idx="72190">
                  <c:v>45926.369444444441</c:v>
                </c:pt>
                <c:pt idx="72191">
                  <c:v>45778.42291666667</c:v>
                </c:pt>
                <c:pt idx="72192">
                  <c:v>45996.679166666669</c:v>
                </c:pt>
                <c:pt idx="72193">
                  <c:v>45880.350694444453</c:v>
                </c:pt>
                <c:pt idx="72194">
                  <c:v>45971.581944444442</c:v>
                </c:pt>
                <c:pt idx="72195">
                  <c:v>45843.979166666657</c:v>
                </c:pt>
                <c:pt idx="72196">
                  <c:v>45892.709027777782</c:v>
                </c:pt>
                <c:pt idx="72197">
                  <c:v>45574</c:v>
                </c:pt>
                <c:pt idx="72198">
                  <c:v>45642.544444444437</c:v>
                </c:pt>
                <c:pt idx="72199">
                  <c:v>45949.615277777782</c:v>
                </c:pt>
                <c:pt idx="72200">
                  <c:v>45832.565972222219</c:v>
                </c:pt>
                <c:pt idx="72201">
                  <c:v>45632.566666666673</c:v>
                </c:pt>
                <c:pt idx="72202">
                  <c:v>45768.419444444437</c:v>
                </c:pt>
                <c:pt idx="72203">
                  <c:v>45506.015277777777</c:v>
                </c:pt>
                <c:pt idx="72204">
                  <c:v>45754.696527777778</c:v>
                </c:pt>
                <c:pt idx="72205">
                  <c:v>45439.855555555558</c:v>
                </c:pt>
                <c:pt idx="72206">
                  <c:v>45898.838888888888</c:v>
                </c:pt>
                <c:pt idx="72207">
                  <c:v>46014.927777777782</c:v>
                </c:pt>
                <c:pt idx="72208">
                  <c:v>45485.6875</c:v>
                </c:pt>
                <c:pt idx="72209">
                  <c:v>45614.492361111108</c:v>
                </c:pt>
                <c:pt idx="72210">
                  <c:v>45425.539583333331</c:v>
                </c:pt>
                <c:pt idx="72211">
                  <c:v>45719.525694444441</c:v>
                </c:pt>
                <c:pt idx="72212">
                  <c:v>45914.945138888892</c:v>
                </c:pt>
                <c:pt idx="72213">
                  <c:v>45982.615972222222</c:v>
                </c:pt>
                <c:pt idx="72214">
                  <c:v>45309.68472222222</c:v>
                </c:pt>
                <c:pt idx="72215">
                  <c:v>45786.629861111112</c:v>
                </c:pt>
                <c:pt idx="72216">
                  <c:v>45381.547222222223</c:v>
                </c:pt>
                <c:pt idx="72217">
                  <c:v>45840.693749999999</c:v>
                </c:pt>
                <c:pt idx="72218">
                  <c:v>45517.68472222222</c:v>
                </c:pt>
                <c:pt idx="72219">
                  <c:v>45874.736111111109</c:v>
                </c:pt>
                <c:pt idx="72220">
                  <c:v>45562.540277777778</c:v>
                </c:pt>
                <c:pt idx="72221">
                  <c:v>45553.652083333327</c:v>
                </c:pt>
                <c:pt idx="72222">
                  <c:v>45741.570833333331</c:v>
                </c:pt>
                <c:pt idx="72223">
                  <c:v>45916.886805555558</c:v>
                </c:pt>
                <c:pt idx="72224">
                  <c:v>45839.905555555553</c:v>
                </c:pt>
                <c:pt idx="72225">
                  <c:v>45598.128472222219</c:v>
                </c:pt>
                <c:pt idx="72226">
                  <c:v>45477.522222222222</c:v>
                </c:pt>
                <c:pt idx="72227">
                  <c:v>45454.664583333331</c:v>
                </c:pt>
                <c:pt idx="72228">
                  <c:v>45382.476388888892</c:v>
                </c:pt>
                <c:pt idx="72229">
                  <c:v>45494.409722222219</c:v>
                </c:pt>
                <c:pt idx="72230">
                  <c:v>45984.53125</c:v>
                </c:pt>
                <c:pt idx="72231">
                  <c:v>45687.923611111109</c:v>
                </c:pt>
                <c:pt idx="72232">
                  <c:v>45584.646527777782</c:v>
                </c:pt>
                <c:pt idx="72233">
                  <c:v>45365.813888888893</c:v>
                </c:pt>
                <c:pt idx="72234">
                  <c:v>45888.704861111109</c:v>
                </c:pt>
                <c:pt idx="72235">
                  <c:v>45902.467361111107</c:v>
                </c:pt>
                <c:pt idx="72236">
                  <c:v>45989.636805555558</c:v>
                </c:pt>
                <c:pt idx="72237">
                  <c:v>45915.697916666657</c:v>
                </c:pt>
                <c:pt idx="72238">
                  <c:v>45911.932638888888</c:v>
                </c:pt>
                <c:pt idx="72239">
                  <c:v>45896.890972222223</c:v>
                </c:pt>
                <c:pt idx="72240">
                  <c:v>45994.348611111112</c:v>
                </c:pt>
                <c:pt idx="72241">
                  <c:v>45874.779861111107</c:v>
                </c:pt>
                <c:pt idx="72242">
                  <c:v>45685.652083333327</c:v>
                </c:pt>
                <c:pt idx="72243">
                  <c:v>45795.915972222218</c:v>
                </c:pt>
                <c:pt idx="72244">
                  <c:v>45807.35</c:v>
                </c:pt>
                <c:pt idx="72245">
                  <c:v>45838.361805555563</c:v>
                </c:pt>
                <c:pt idx="72246">
                  <c:v>45795.868055555547</c:v>
                </c:pt>
                <c:pt idx="72247">
                  <c:v>45534.417361111111</c:v>
                </c:pt>
                <c:pt idx="72248">
                  <c:v>45808.879166666673</c:v>
                </c:pt>
                <c:pt idx="72249">
                  <c:v>45658.814583333333</c:v>
                </c:pt>
                <c:pt idx="72250">
                  <c:v>45918.584722222222</c:v>
                </c:pt>
                <c:pt idx="72251">
                  <c:v>45437.710416666669</c:v>
                </c:pt>
                <c:pt idx="72252">
                  <c:v>45600.678472222222</c:v>
                </c:pt>
                <c:pt idx="72253">
                  <c:v>45884.8125</c:v>
                </c:pt>
                <c:pt idx="72254">
                  <c:v>45463.590277777781</c:v>
                </c:pt>
                <c:pt idx="72255">
                  <c:v>45715.772916666669</c:v>
                </c:pt>
                <c:pt idx="72256">
                  <c:v>45580.054166666669</c:v>
                </c:pt>
                <c:pt idx="72257">
                  <c:v>45547.675000000003</c:v>
                </c:pt>
                <c:pt idx="72258">
                  <c:v>45926.674305555563</c:v>
                </c:pt>
                <c:pt idx="72259">
                  <c:v>45766.280555555553</c:v>
                </c:pt>
                <c:pt idx="72260">
                  <c:v>45929.645138888889</c:v>
                </c:pt>
                <c:pt idx="72261">
                  <c:v>45811.864583333343</c:v>
                </c:pt>
                <c:pt idx="72262">
                  <c:v>45784.267361111109</c:v>
                </c:pt>
                <c:pt idx="72263">
                  <c:v>45967.397916666669</c:v>
                </c:pt>
                <c:pt idx="72264">
                  <c:v>45951.802083333343</c:v>
                </c:pt>
                <c:pt idx="72265">
                  <c:v>45886.236111111109</c:v>
                </c:pt>
                <c:pt idx="72266">
                  <c:v>45863.862500000003</c:v>
                </c:pt>
                <c:pt idx="72267">
                  <c:v>45872.515972222223</c:v>
                </c:pt>
                <c:pt idx="72268">
                  <c:v>45812.537499999999</c:v>
                </c:pt>
                <c:pt idx="72269">
                  <c:v>45590.710416666669</c:v>
                </c:pt>
                <c:pt idx="72270">
                  <c:v>45917.393750000003</c:v>
                </c:pt>
                <c:pt idx="72271">
                  <c:v>45670.322222222218</c:v>
                </c:pt>
                <c:pt idx="72272">
                  <c:v>45985.929166666669</c:v>
                </c:pt>
                <c:pt idx="72273">
                  <c:v>45734.540972222218</c:v>
                </c:pt>
                <c:pt idx="72274">
                  <c:v>45920.752083333333</c:v>
                </c:pt>
                <c:pt idx="72275">
                  <c:v>45554.428472222222</c:v>
                </c:pt>
                <c:pt idx="72276">
                  <c:v>45770.768750000003</c:v>
                </c:pt>
                <c:pt idx="72277">
                  <c:v>45862.690972222219</c:v>
                </c:pt>
                <c:pt idx="72278">
                  <c:v>45601.605555555558</c:v>
                </c:pt>
                <c:pt idx="72279">
                  <c:v>45939.448611111111</c:v>
                </c:pt>
                <c:pt idx="72280">
                  <c:v>45867.363194444442</c:v>
                </c:pt>
                <c:pt idx="72281">
                  <c:v>45943.496527777781</c:v>
                </c:pt>
                <c:pt idx="72282">
                  <c:v>45970.552777777782</c:v>
                </c:pt>
                <c:pt idx="72283">
                  <c:v>46022.601388888892</c:v>
                </c:pt>
                <c:pt idx="72284">
                  <c:v>45999.541666666657</c:v>
                </c:pt>
                <c:pt idx="72285">
                  <c:v>45894.532638888893</c:v>
                </c:pt>
                <c:pt idx="72286">
                  <c:v>45918.558333333327</c:v>
                </c:pt>
                <c:pt idx="72287">
                  <c:v>45820.327777777777</c:v>
                </c:pt>
                <c:pt idx="72288">
                  <c:v>45839.338194444441</c:v>
                </c:pt>
                <c:pt idx="72289">
                  <c:v>45845.577777777777</c:v>
                </c:pt>
                <c:pt idx="72290">
                  <c:v>45653.697222222218</c:v>
                </c:pt>
                <c:pt idx="72291">
                  <c:v>45414.61041666667</c:v>
                </c:pt>
                <c:pt idx="72292">
                  <c:v>45321.76666666667</c:v>
                </c:pt>
                <c:pt idx="72293">
                  <c:v>45597.595138888893</c:v>
                </c:pt>
                <c:pt idx="72294">
                  <c:v>45462.574305555558</c:v>
                </c:pt>
                <c:pt idx="72295">
                  <c:v>45555.589583333327</c:v>
                </c:pt>
                <c:pt idx="72296">
                  <c:v>45387.875</c:v>
                </c:pt>
                <c:pt idx="72297">
                  <c:v>45517.798611111109</c:v>
                </c:pt>
                <c:pt idx="72298">
                  <c:v>45403.576388888891</c:v>
                </c:pt>
                <c:pt idx="72299">
                  <c:v>45446.688194444447</c:v>
                </c:pt>
                <c:pt idx="72300">
                  <c:v>45585.718055555553</c:v>
                </c:pt>
                <c:pt idx="72301">
                  <c:v>45375.448611111111</c:v>
                </c:pt>
                <c:pt idx="72302">
                  <c:v>45426.688888888893</c:v>
                </c:pt>
                <c:pt idx="72303">
                  <c:v>45690.456250000003</c:v>
                </c:pt>
                <c:pt idx="72304">
                  <c:v>45975.629166666673</c:v>
                </c:pt>
                <c:pt idx="72305">
                  <c:v>45647.35833333333</c:v>
                </c:pt>
                <c:pt idx="72306">
                  <c:v>45975.629166666673</c:v>
                </c:pt>
                <c:pt idx="72307">
                  <c:v>45823.324999999997</c:v>
                </c:pt>
                <c:pt idx="72308">
                  <c:v>45647.35833333333</c:v>
                </c:pt>
                <c:pt idx="72309">
                  <c:v>45728.786111111112</c:v>
                </c:pt>
                <c:pt idx="72310">
                  <c:v>45324.643750000003</c:v>
                </c:pt>
                <c:pt idx="72311">
                  <c:v>45603.711111111108</c:v>
                </c:pt>
                <c:pt idx="72312">
                  <c:v>45769.288194444453</c:v>
                </c:pt>
                <c:pt idx="72313">
                  <c:v>45769.288194444453</c:v>
                </c:pt>
                <c:pt idx="72314">
                  <c:v>45623.456944444442</c:v>
                </c:pt>
                <c:pt idx="72315">
                  <c:v>45623.456944444442</c:v>
                </c:pt>
                <c:pt idx="72316">
                  <c:v>45630.338888888888</c:v>
                </c:pt>
                <c:pt idx="72317">
                  <c:v>45630.338888888888</c:v>
                </c:pt>
                <c:pt idx="72318">
                  <c:v>45745.553472222222</c:v>
                </c:pt>
                <c:pt idx="72319">
                  <c:v>45566.253472222219</c:v>
                </c:pt>
                <c:pt idx="72320">
                  <c:v>45566.253472222219</c:v>
                </c:pt>
                <c:pt idx="72321">
                  <c:v>46005.086111111108</c:v>
                </c:pt>
                <c:pt idx="72322">
                  <c:v>45603.711111111108</c:v>
                </c:pt>
                <c:pt idx="72323">
                  <c:v>45501.834027777782</c:v>
                </c:pt>
                <c:pt idx="72324">
                  <c:v>45501.834027777782</c:v>
                </c:pt>
                <c:pt idx="72325">
                  <c:v>45745.553472222222</c:v>
                </c:pt>
                <c:pt idx="72326">
                  <c:v>45395.428472222222</c:v>
                </c:pt>
                <c:pt idx="72327">
                  <c:v>45823.324999999997</c:v>
                </c:pt>
                <c:pt idx="72328">
                  <c:v>45430.917361111111</c:v>
                </c:pt>
                <c:pt idx="72329">
                  <c:v>45430.917361111111</c:v>
                </c:pt>
                <c:pt idx="72330">
                  <c:v>45839.87777777778</c:v>
                </c:pt>
                <c:pt idx="72331">
                  <c:v>45839.87777777778</c:v>
                </c:pt>
                <c:pt idx="72332">
                  <c:v>45728.786111111112</c:v>
                </c:pt>
                <c:pt idx="72333">
                  <c:v>45353.496527777781</c:v>
                </c:pt>
                <c:pt idx="72334">
                  <c:v>45353.496527777781</c:v>
                </c:pt>
                <c:pt idx="72335">
                  <c:v>45374.554861111108</c:v>
                </c:pt>
                <c:pt idx="72336">
                  <c:v>46005.086111111108</c:v>
                </c:pt>
                <c:pt idx="72337">
                  <c:v>45374.554861111108</c:v>
                </c:pt>
                <c:pt idx="72338">
                  <c:v>45324.643750000003</c:v>
                </c:pt>
                <c:pt idx="72339">
                  <c:v>45395.428472222222</c:v>
                </c:pt>
                <c:pt idx="72340">
                  <c:v>45690.456250000003</c:v>
                </c:pt>
                <c:pt idx="72341">
                  <c:v>45537.772222222222</c:v>
                </c:pt>
                <c:pt idx="72342">
                  <c:v>45615.627083333333</c:v>
                </c:pt>
                <c:pt idx="72343">
                  <c:v>45926.401388888888</c:v>
                </c:pt>
                <c:pt idx="72344">
                  <c:v>45339.728472222218</c:v>
                </c:pt>
                <c:pt idx="72345">
                  <c:v>45615.627083333333</c:v>
                </c:pt>
                <c:pt idx="72346">
                  <c:v>45926.401388888888</c:v>
                </c:pt>
                <c:pt idx="72347">
                  <c:v>45537.772222222222</c:v>
                </c:pt>
                <c:pt idx="72348">
                  <c:v>45339.728472222218</c:v>
                </c:pt>
                <c:pt idx="72349">
                  <c:v>45953.60833333333</c:v>
                </c:pt>
                <c:pt idx="72350">
                  <c:v>45953.60833333333</c:v>
                </c:pt>
                <c:pt idx="72351">
                  <c:v>45647.472222222219</c:v>
                </c:pt>
                <c:pt idx="72352">
                  <c:v>45597.381249999999</c:v>
                </c:pt>
                <c:pt idx="72353">
                  <c:v>45734.679861111108</c:v>
                </c:pt>
                <c:pt idx="72354">
                  <c:v>45670.392361111109</c:v>
                </c:pt>
                <c:pt idx="72355">
                  <c:v>45706.384027777778</c:v>
                </c:pt>
                <c:pt idx="72356">
                  <c:v>45540.666666666657</c:v>
                </c:pt>
                <c:pt idx="72357">
                  <c:v>45364.705555555563</c:v>
                </c:pt>
                <c:pt idx="72358">
                  <c:v>45621.590277777781</c:v>
                </c:pt>
                <c:pt idx="72359">
                  <c:v>45336.480555555558</c:v>
                </c:pt>
                <c:pt idx="72360">
                  <c:v>45571.324999999997</c:v>
                </c:pt>
                <c:pt idx="72361">
                  <c:v>45774.351388888892</c:v>
                </c:pt>
                <c:pt idx="72362">
                  <c:v>45824.502083333333</c:v>
                </c:pt>
                <c:pt idx="72363">
                  <c:v>45446.981944444437</c:v>
                </c:pt>
                <c:pt idx="72364">
                  <c:v>45402.359722222223</c:v>
                </c:pt>
                <c:pt idx="72365">
                  <c:v>45822.79791666667</c:v>
                </c:pt>
                <c:pt idx="72366">
                  <c:v>45661.695833333331</c:v>
                </c:pt>
                <c:pt idx="72367">
                  <c:v>45558.711111111108</c:v>
                </c:pt>
                <c:pt idx="72368">
                  <c:v>45730.448611111111</c:v>
                </c:pt>
                <c:pt idx="72369">
                  <c:v>45472.679861111108</c:v>
                </c:pt>
                <c:pt idx="72370">
                  <c:v>45839.784722222219</c:v>
                </c:pt>
                <c:pt idx="72371">
                  <c:v>45974.295138888891</c:v>
                </c:pt>
                <c:pt idx="72372">
                  <c:v>45901.711805555547</c:v>
                </c:pt>
                <c:pt idx="72373">
                  <c:v>45960.23333333333</c:v>
                </c:pt>
                <c:pt idx="72374">
                  <c:v>45890.802083333343</c:v>
                </c:pt>
                <c:pt idx="72375">
                  <c:v>45727.525694444441</c:v>
                </c:pt>
                <c:pt idx="72376">
                  <c:v>45784.691666666673</c:v>
                </c:pt>
                <c:pt idx="72377">
                  <c:v>45774.814583333333</c:v>
                </c:pt>
                <c:pt idx="72378">
                  <c:v>45873.336805555547</c:v>
                </c:pt>
                <c:pt idx="72379">
                  <c:v>45877.763194444437</c:v>
                </c:pt>
                <c:pt idx="72380">
                  <c:v>45778.849305555559</c:v>
                </c:pt>
                <c:pt idx="72381">
                  <c:v>45928.356944444437</c:v>
                </c:pt>
                <c:pt idx="72382">
                  <c:v>46009.388888888891</c:v>
                </c:pt>
                <c:pt idx="72383">
                  <c:v>45882.84652777778</c:v>
                </c:pt>
                <c:pt idx="72384">
                  <c:v>45925.319444444453</c:v>
                </c:pt>
                <c:pt idx="72385">
                  <c:v>45897.836805555547</c:v>
                </c:pt>
                <c:pt idx="72386">
                  <c:v>45390.548611111109</c:v>
                </c:pt>
                <c:pt idx="72387">
                  <c:v>45526.855555555558</c:v>
                </c:pt>
                <c:pt idx="72388">
                  <c:v>45476.51666666667</c:v>
                </c:pt>
                <c:pt idx="72389">
                  <c:v>45601.115277777782</c:v>
                </c:pt>
                <c:pt idx="72390">
                  <c:v>45663.824999999997</c:v>
                </c:pt>
                <c:pt idx="72391">
                  <c:v>45730.59097222222</c:v>
                </c:pt>
                <c:pt idx="72392">
                  <c:v>45794.547222222223</c:v>
                </c:pt>
                <c:pt idx="72393">
                  <c:v>45327.85833333333</c:v>
                </c:pt>
                <c:pt idx="72394">
                  <c:v>45977.772916666669</c:v>
                </c:pt>
                <c:pt idx="72395">
                  <c:v>45840.75</c:v>
                </c:pt>
                <c:pt idx="72396">
                  <c:v>45560.984722222223</c:v>
                </c:pt>
                <c:pt idx="72397">
                  <c:v>45502.586805555547</c:v>
                </c:pt>
                <c:pt idx="72398">
                  <c:v>45441.597222222219</c:v>
                </c:pt>
                <c:pt idx="72399">
                  <c:v>45425.729861111111</c:v>
                </c:pt>
                <c:pt idx="72400">
                  <c:v>45897.888888888891</c:v>
                </c:pt>
                <c:pt idx="72401">
                  <c:v>45513.566666666673</c:v>
                </c:pt>
                <c:pt idx="72402">
                  <c:v>45967.840277777781</c:v>
                </c:pt>
                <c:pt idx="72403">
                  <c:v>45931.37777777778</c:v>
                </c:pt>
                <c:pt idx="72404">
                  <c:v>45810.797222222223</c:v>
                </c:pt>
                <c:pt idx="72405">
                  <c:v>45459.866666666669</c:v>
                </c:pt>
                <c:pt idx="72406">
                  <c:v>45408.560416666667</c:v>
                </c:pt>
                <c:pt idx="72407">
                  <c:v>45479.525000000001</c:v>
                </c:pt>
                <c:pt idx="72408">
                  <c:v>45303.881249999999</c:v>
                </c:pt>
                <c:pt idx="72409">
                  <c:v>45783.863194444442</c:v>
                </c:pt>
                <c:pt idx="72410">
                  <c:v>45320.705555555563</c:v>
                </c:pt>
                <c:pt idx="72411">
                  <c:v>45695.104861111111</c:v>
                </c:pt>
                <c:pt idx="72412">
                  <c:v>45533.831250000003</c:v>
                </c:pt>
                <c:pt idx="72413">
                  <c:v>45787.435416666667</c:v>
                </c:pt>
                <c:pt idx="72414">
                  <c:v>45780.782638888893</c:v>
                </c:pt>
                <c:pt idx="72415">
                  <c:v>45924.3</c:v>
                </c:pt>
                <c:pt idx="72416">
                  <c:v>45978.838888888888</c:v>
                </c:pt>
                <c:pt idx="72417">
                  <c:v>45879.380555555559</c:v>
                </c:pt>
                <c:pt idx="72418">
                  <c:v>45893.435416666667</c:v>
                </c:pt>
                <c:pt idx="72419">
                  <c:v>45996.796527777777</c:v>
                </c:pt>
                <c:pt idx="72420">
                  <c:v>45937.470833333333</c:v>
                </c:pt>
                <c:pt idx="72421">
                  <c:v>46010.564583333333</c:v>
                </c:pt>
                <c:pt idx="72422">
                  <c:v>45851.560416666667</c:v>
                </c:pt>
                <c:pt idx="72423">
                  <c:v>45871.35833333333</c:v>
                </c:pt>
                <c:pt idx="72424">
                  <c:v>45430.441666666673</c:v>
                </c:pt>
                <c:pt idx="72425">
                  <c:v>45738.613888888889</c:v>
                </c:pt>
                <c:pt idx="72426">
                  <c:v>45341.707638888889</c:v>
                </c:pt>
                <c:pt idx="72427">
                  <c:v>45677.476388888892</c:v>
                </c:pt>
                <c:pt idx="72428">
                  <c:v>45608.45208333333</c:v>
                </c:pt>
                <c:pt idx="72429">
                  <c:v>45896.775000000001</c:v>
                </c:pt>
                <c:pt idx="72430">
                  <c:v>45856.359722222223</c:v>
                </c:pt>
                <c:pt idx="72431">
                  <c:v>45338.447222222218</c:v>
                </c:pt>
                <c:pt idx="72432">
                  <c:v>45980.31527777778</c:v>
                </c:pt>
                <c:pt idx="72433">
                  <c:v>45988.440972222219</c:v>
                </c:pt>
                <c:pt idx="72434">
                  <c:v>45404.496527777781</c:v>
                </c:pt>
                <c:pt idx="72435">
                  <c:v>45505.906944444447</c:v>
                </c:pt>
                <c:pt idx="72436">
                  <c:v>45372.522222222222</c:v>
                </c:pt>
                <c:pt idx="72437">
                  <c:v>45911.430555555547</c:v>
                </c:pt>
                <c:pt idx="72438">
                  <c:v>45433.792361111111</c:v>
                </c:pt>
                <c:pt idx="72439">
                  <c:v>45389.770138888889</c:v>
                </c:pt>
                <c:pt idx="72440">
                  <c:v>45959.352777777778</c:v>
                </c:pt>
                <c:pt idx="72441">
                  <c:v>45301.836111111108</c:v>
                </c:pt>
                <c:pt idx="72442">
                  <c:v>45474.554861111108</c:v>
                </c:pt>
                <c:pt idx="72443">
                  <c:v>45449.843055555553</c:v>
                </c:pt>
                <c:pt idx="72444">
                  <c:v>45508.763888888891</c:v>
                </c:pt>
                <c:pt idx="72445">
                  <c:v>45973.774305555547</c:v>
                </c:pt>
                <c:pt idx="72446">
                  <c:v>45630.452777777777</c:v>
                </c:pt>
                <c:pt idx="72447">
                  <c:v>45819.795138888891</c:v>
                </c:pt>
                <c:pt idx="72448">
                  <c:v>45678.969444444447</c:v>
                </c:pt>
                <c:pt idx="72449">
                  <c:v>45758.229166666657</c:v>
                </c:pt>
                <c:pt idx="72450">
                  <c:v>45973.774305555547</c:v>
                </c:pt>
                <c:pt idx="72451">
                  <c:v>45819.795138888891</c:v>
                </c:pt>
                <c:pt idx="72452">
                  <c:v>45758.229166666657</c:v>
                </c:pt>
                <c:pt idx="72453">
                  <c:v>45508.763888888891</c:v>
                </c:pt>
                <c:pt idx="72454">
                  <c:v>45678.969444444447</c:v>
                </c:pt>
                <c:pt idx="72455">
                  <c:v>45630.452777777777</c:v>
                </c:pt>
                <c:pt idx="72456">
                  <c:v>45664.854861111111</c:v>
                </c:pt>
                <c:pt idx="72457">
                  <c:v>45664.854861111111</c:v>
                </c:pt>
                <c:pt idx="72458">
                  <c:v>45616.842361111107</c:v>
                </c:pt>
                <c:pt idx="72459">
                  <c:v>45616.842361111107</c:v>
                </c:pt>
                <c:pt idx="72460">
                  <c:v>45294.816666666673</c:v>
                </c:pt>
                <c:pt idx="72461">
                  <c:v>45675.492361111108</c:v>
                </c:pt>
                <c:pt idx="72462">
                  <c:v>45809.881249999999</c:v>
                </c:pt>
                <c:pt idx="72463">
                  <c:v>45523.840277777781</c:v>
                </c:pt>
                <c:pt idx="72464">
                  <c:v>45926.390277777777</c:v>
                </c:pt>
                <c:pt idx="72465">
                  <c:v>45580.445138888892</c:v>
                </c:pt>
                <c:pt idx="72466">
                  <c:v>45529.500694444447</c:v>
                </c:pt>
                <c:pt idx="72467">
                  <c:v>45393.251388888893</c:v>
                </c:pt>
                <c:pt idx="72468">
                  <c:v>45361.499305555553</c:v>
                </c:pt>
                <c:pt idx="72469">
                  <c:v>45914.785416666673</c:v>
                </c:pt>
                <c:pt idx="72470">
                  <c:v>45712.540972222218</c:v>
                </c:pt>
                <c:pt idx="72471">
                  <c:v>45308.470138888893</c:v>
                </c:pt>
                <c:pt idx="72472">
                  <c:v>45788.850694444453</c:v>
                </c:pt>
                <c:pt idx="72473">
                  <c:v>45928.770833333343</c:v>
                </c:pt>
                <c:pt idx="72474">
                  <c:v>45337.749305555553</c:v>
                </c:pt>
                <c:pt idx="72475">
                  <c:v>45592.789583333331</c:v>
                </c:pt>
                <c:pt idx="72476">
                  <c:v>45922.48333333333</c:v>
                </c:pt>
                <c:pt idx="72477">
                  <c:v>45487.763194444437</c:v>
                </c:pt>
                <c:pt idx="72478">
                  <c:v>45804.629861111112</c:v>
                </c:pt>
                <c:pt idx="72479">
                  <c:v>45973.836805555547</c:v>
                </c:pt>
                <c:pt idx="72480">
                  <c:v>45756.873611111107</c:v>
                </c:pt>
                <c:pt idx="72481">
                  <c:v>46001.318749999999</c:v>
                </c:pt>
                <c:pt idx="72482">
                  <c:v>45895.532638888893</c:v>
                </c:pt>
                <c:pt idx="72483">
                  <c:v>45879.811111111107</c:v>
                </c:pt>
                <c:pt idx="72484">
                  <c:v>45818.342361111107</c:v>
                </c:pt>
                <c:pt idx="72485">
                  <c:v>45831.509027777778</c:v>
                </c:pt>
                <c:pt idx="72486">
                  <c:v>45919.518750000003</c:v>
                </c:pt>
                <c:pt idx="72487">
                  <c:v>45864.63958333333</c:v>
                </c:pt>
                <c:pt idx="72488">
                  <c:v>46012.520833333343</c:v>
                </c:pt>
                <c:pt idx="72489">
                  <c:v>45933.508333333331</c:v>
                </c:pt>
                <c:pt idx="72490">
                  <c:v>45960.602083333331</c:v>
                </c:pt>
                <c:pt idx="72491">
                  <c:v>45988.817361111112</c:v>
                </c:pt>
                <c:pt idx="72492">
                  <c:v>45907.781944444447</c:v>
                </c:pt>
                <c:pt idx="72493">
                  <c:v>45847.779861111107</c:v>
                </c:pt>
                <c:pt idx="72494">
                  <c:v>45775.913194444453</c:v>
                </c:pt>
                <c:pt idx="72495">
                  <c:v>45785.565972222219</c:v>
                </c:pt>
                <c:pt idx="72496">
                  <c:v>45743.602083333331</c:v>
                </c:pt>
                <c:pt idx="72497">
                  <c:v>46009.272916666669</c:v>
                </c:pt>
                <c:pt idx="72498">
                  <c:v>45592.898611111108</c:v>
                </c:pt>
                <c:pt idx="72499">
                  <c:v>45907.515972222223</c:v>
                </c:pt>
                <c:pt idx="72500">
                  <c:v>45610.496527777781</c:v>
                </c:pt>
                <c:pt idx="72501">
                  <c:v>45769.492361111108</c:v>
                </c:pt>
                <c:pt idx="72502">
                  <c:v>45677.21597222222</c:v>
                </c:pt>
                <c:pt idx="72503">
                  <c:v>45590.415972222218</c:v>
                </c:pt>
                <c:pt idx="72504">
                  <c:v>45716.384722222218</c:v>
                </c:pt>
                <c:pt idx="72505">
                  <c:v>45744.306250000001</c:v>
                </c:pt>
                <c:pt idx="72506">
                  <c:v>45578.42291666667</c:v>
                </c:pt>
                <c:pt idx="72507">
                  <c:v>45561.584722222222</c:v>
                </c:pt>
                <c:pt idx="72508">
                  <c:v>45959.429861111108</c:v>
                </c:pt>
                <c:pt idx="72509">
                  <c:v>45981.414583333331</c:v>
                </c:pt>
                <c:pt idx="72510">
                  <c:v>45894.92083333333</c:v>
                </c:pt>
                <c:pt idx="72511">
                  <c:v>45995.531944444447</c:v>
                </c:pt>
                <c:pt idx="72512">
                  <c:v>45967.597222222219</c:v>
                </c:pt>
                <c:pt idx="72513">
                  <c:v>45916.99722222222</c:v>
                </c:pt>
                <c:pt idx="72514">
                  <c:v>45953.484722222223</c:v>
                </c:pt>
                <c:pt idx="72515">
                  <c:v>46009.581250000003</c:v>
                </c:pt>
                <c:pt idx="72516">
                  <c:v>45939.438194444447</c:v>
                </c:pt>
                <c:pt idx="72517">
                  <c:v>45806.867361111108</c:v>
                </c:pt>
                <c:pt idx="72518">
                  <c:v>45847.176388888889</c:v>
                </c:pt>
                <c:pt idx="72519">
                  <c:v>45757.081250000003</c:v>
                </c:pt>
                <c:pt idx="72520">
                  <c:v>45792.26458333333</c:v>
                </c:pt>
                <c:pt idx="72521">
                  <c:v>45984.908333333333</c:v>
                </c:pt>
                <c:pt idx="72522">
                  <c:v>45995.365972222222</c:v>
                </c:pt>
                <c:pt idx="72523">
                  <c:v>45890.757638888892</c:v>
                </c:pt>
                <c:pt idx="72524">
                  <c:v>45826.927777777782</c:v>
                </c:pt>
                <c:pt idx="72525">
                  <c:v>45931.227777777778</c:v>
                </c:pt>
                <c:pt idx="72526">
                  <c:v>45862.897222222222</c:v>
                </c:pt>
                <c:pt idx="72527">
                  <c:v>45720.79583333333</c:v>
                </c:pt>
                <c:pt idx="72528">
                  <c:v>45972.851388888892</c:v>
                </c:pt>
                <c:pt idx="72529">
                  <c:v>45689.64166666667</c:v>
                </c:pt>
                <c:pt idx="72530">
                  <c:v>45962.442361111112</c:v>
                </c:pt>
                <c:pt idx="72531">
                  <c:v>45362.405555555553</c:v>
                </c:pt>
                <c:pt idx="72532">
                  <c:v>45751.465277777781</c:v>
                </c:pt>
                <c:pt idx="72533">
                  <c:v>45408.07708333333</c:v>
                </c:pt>
                <c:pt idx="72534">
                  <c:v>45340.96875</c:v>
                </c:pt>
                <c:pt idx="72535">
                  <c:v>45487.011111111111</c:v>
                </c:pt>
                <c:pt idx="72536">
                  <c:v>45562.035416666673</c:v>
                </c:pt>
                <c:pt idx="72537">
                  <c:v>45637.464583333327</c:v>
                </c:pt>
                <c:pt idx="72538">
                  <c:v>45681.400694444441</c:v>
                </c:pt>
                <c:pt idx="72539">
                  <c:v>45990.629861111112</c:v>
                </c:pt>
                <c:pt idx="72540">
                  <c:v>45756.62777777778</c:v>
                </c:pt>
                <c:pt idx="72541">
                  <c:v>45637.771527777782</c:v>
                </c:pt>
                <c:pt idx="72542">
                  <c:v>45593.573611111111</c:v>
                </c:pt>
                <c:pt idx="72543">
                  <c:v>45665.827777777777</c:v>
                </c:pt>
                <c:pt idx="72544">
                  <c:v>45909.945833333331</c:v>
                </c:pt>
                <c:pt idx="72545">
                  <c:v>45609.644444444442</c:v>
                </c:pt>
                <c:pt idx="72546">
                  <c:v>45840.586111111108</c:v>
                </c:pt>
                <c:pt idx="72547">
                  <c:v>45887.99722222222</c:v>
                </c:pt>
                <c:pt idx="72548">
                  <c:v>45867.548611111109</c:v>
                </c:pt>
                <c:pt idx="72549">
                  <c:v>45622.642361111109</c:v>
                </c:pt>
                <c:pt idx="72550">
                  <c:v>45713.582638888889</c:v>
                </c:pt>
                <c:pt idx="72551">
                  <c:v>45796.784722222219</c:v>
                </c:pt>
                <c:pt idx="72552">
                  <c:v>45775.488888888889</c:v>
                </c:pt>
                <c:pt idx="72553">
                  <c:v>45938.569444444453</c:v>
                </c:pt>
                <c:pt idx="72554">
                  <c:v>45737.713194444441</c:v>
                </c:pt>
                <c:pt idx="72555">
                  <c:v>45960.491666666669</c:v>
                </c:pt>
                <c:pt idx="72556">
                  <c:v>45694.418055555558</c:v>
                </c:pt>
                <c:pt idx="72557">
                  <c:v>45811.638888888891</c:v>
                </c:pt>
                <c:pt idx="72558">
                  <c:v>45436.005555555559</c:v>
                </c:pt>
                <c:pt idx="72559">
                  <c:v>45488.759722222218</c:v>
                </c:pt>
                <c:pt idx="72560">
                  <c:v>45298.716666666667</c:v>
                </c:pt>
                <c:pt idx="72561">
                  <c:v>45410.515972222223</c:v>
                </c:pt>
                <c:pt idx="72562">
                  <c:v>45380.459722222222</c:v>
                </c:pt>
                <c:pt idx="72563">
                  <c:v>45499.305555555547</c:v>
                </c:pt>
                <c:pt idx="72564">
                  <c:v>46003.463888888888</c:v>
                </c:pt>
                <c:pt idx="72565">
                  <c:v>45675.731249999997</c:v>
                </c:pt>
                <c:pt idx="72566">
                  <c:v>45383.339583333327</c:v>
                </c:pt>
                <c:pt idx="72567">
                  <c:v>45604.859722222223</c:v>
                </c:pt>
                <c:pt idx="72568">
                  <c:v>45696.529166666667</c:v>
                </c:pt>
                <c:pt idx="72569">
                  <c:v>45452.665277777778</c:v>
                </c:pt>
                <c:pt idx="72570">
                  <c:v>45558.311111111107</c:v>
                </c:pt>
                <c:pt idx="72571">
                  <c:v>45433.665972222218</c:v>
                </c:pt>
                <c:pt idx="72572">
                  <c:v>45652.511111111111</c:v>
                </c:pt>
                <c:pt idx="72573">
                  <c:v>45506.392361111109</c:v>
                </c:pt>
                <c:pt idx="72574">
                  <c:v>45459.411805555559</c:v>
                </c:pt>
                <c:pt idx="72575">
                  <c:v>45607.745138888888</c:v>
                </c:pt>
                <c:pt idx="72576">
                  <c:v>45543.677083333343</c:v>
                </c:pt>
                <c:pt idx="72577">
                  <c:v>45491.579861111109</c:v>
                </c:pt>
                <c:pt idx="72578">
                  <c:v>45593.481249999997</c:v>
                </c:pt>
                <c:pt idx="72579">
                  <c:v>45681.517361111109</c:v>
                </c:pt>
                <c:pt idx="72580">
                  <c:v>45530.293749999997</c:v>
                </c:pt>
                <c:pt idx="72581">
                  <c:v>45720.393055555563</c:v>
                </c:pt>
                <c:pt idx="72582">
                  <c:v>45481.453472222223</c:v>
                </c:pt>
                <c:pt idx="72583">
                  <c:v>45522.421527777777</c:v>
                </c:pt>
                <c:pt idx="72584">
                  <c:v>45566.611111111109</c:v>
                </c:pt>
                <c:pt idx="72585">
                  <c:v>45870.246527777781</c:v>
                </c:pt>
                <c:pt idx="72586">
                  <c:v>45972.697222222218</c:v>
                </c:pt>
                <c:pt idx="72587">
                  <c:v>45937.143750000003</c:v>
                </c:pt>
                <c:pt idx="72588">
                  <c:v>45908.863888888889</c:v>
                </c:pt>
                <c:pt idx="72589">
                  <c:v>45923.99722222222</c:v>
                </c:pt>
                <c:pt idx="72590">
                  <c:v>45580.655555555553</c:v>
                </c:pt>
                <c:pt idx="72591">
                  <c:v>45594.338194444441</c:v>
                </c:pt>
                <c:pt idx="72592">
                  <c:v>45431.520138888889</c:v>
                </c:pt>
                <c:pt idx="72593">
                  <c:v>45478.952777777777</c:v>
                </c:pt>
                <c:pt idx="72594">
                  <c:v>45968.830555555563</c:v>
                </c:pt>
                <c:pt idx="72595">
                  <c:v>45881.574305555558</c:v>
                </c:pt>
                <c:pt idx="72596">
                  <c:v>45629.597916666673</c:v>
                </c:pt>
                <c:pt idx="72597">
                  <c:v>45565.619444444441</c:v>
                </c:pt>
                <c:pt idx="72598">
                  <c:v>45825.761111111111</c:v>
                </c:pt>
                <c:pt idx="72599">
                  <c:v>45599.74722222222</c:v>
                </c:pt>
                <c:pt idx="72600">
                  <c:v>45710.499305555553</c:v>
                </c:pt>
                <c:pt idx="72601">
                  <c:v>45521.820833333331</c:v>
                </c:pt>
                <c:pt idx="72602">
                  <c:v>45654.697916666657</c:v>
                </c:pt>
                <c:pt idx="72603">
                  <c:v>45806.53402777778</c:v>
                </c:pt>
                <c:pt idx="72604">
                  <c:v>45919.499305555553</c:v>
                </c:pt>
                <c:pt idx="72605">
                  <c:v>45695.54791666667</c:v>
                </c:pt>
                <c:pt idx="72606">
                  <c:v>45726.532638888893</c:v>
                </c:pt>
                <c:pt idx="72607">
                  <c:v>45961.536111111112</c:v>
                </c:pt>
                <c:pt idx="72608">
                  <c:v>45866.488888888889</c:v>
                </c:pt>
                <c:pt idx="72609">
                  <c:v>45595.779166666667</c:v>
                </c:pt>
                <c:pt idx="72610">
                  <c:v>46019.568749999999</c:v>
                </c:pt>
                <c:pt idx="72611">
                  <c:v>45608.48333333333</c:v>
                </c:pt>
                <c:pt idx="72612">
                  <c:v>45293.488194444442</c:v>
                </c:pt>
                <c:pt idx="72613">
                  <c:v>45293.488194444442</c:v>
                </c:pt>
                <c:pt idx="72614">
                  <c:v>45417.731249999997</c:v>
                </c:pt>
                <c:pt idx="72615">
                  <c:v>45417.731249999997</c:v>
                </c:pt>
                <c:pt idx="72616">
                  <c:v>45440.87777777778</c:v>
                </c:pt>
                <c:pt idx="72617">
                  <c:v>45440.87777777778</c:v>
                </c:pt>
                <c:pt idx="72618">
                  <c:v>45348.484722222223</c:v>
                </c:pt>
                <c:pt idx="72619">
                  <c:v>45488.329861111109</c:v>
                </c:pt>
                <c:pt idx="72620">
                  <c:v>45392.49722222222</c:v>
                </c:pt>
                <c:pt idx="72621">
                  <c:v>45488.329861111109</c:v>
                </c:pt>
                <c:pt idx="72622">
                  <c:v>45348.484722222223</c:v>
                </c:pt>
                <c:pt idx="72623">
                  <c:v>45392.49722222222</c:v>
                </c:pt>
                <c:pt idx="72624">
                  <c:v>45923.408333333333</c:v>
                </c:pt>
                <c:pt idx="72625">
                  <c:v>45804.564583333333</c:v>
                </c:pt>
                <c:pt idx="72626">
                  <c:v>45749.460416666669</c:v>
                </c:pt>
                <c:pt idx="72627">
                  <c:v>45996.379861111112</c:v>
                </c:pt>
                <c:pt idx="72628">
                  <c:v>45860.625694444447</c:v>
                </c:pt>
                <c:pt idx="72629">
                  <c:v>45601.363194444442</c:v>
                </c:pt>
                <c:pt idx="72630">
                  <c:v>45681.865972222222</c:v>
                </c:pt>
                <c:pt idx="72631">
                  <c:v>45545.359722222223</c:v>
                </c:pt>
                <c:pt idx="72632">
                  <c:v>45506.554861111108</c:v>
                </c:pt>
                <c:pt idx="72633">
                  <c:v>45838.45</c:v>
                </c:pt>
                <c:pt idx="72634">
                  <c:v>45900.049305555563</c:v>
                </c:pt>
                <c:pt idx="72635">
                  <c:v>45588.570138888892</c:v>
                </c:pt>
                <c:pt idx="72636">
                  <c:v>45767.454861111109</c:v>
                </c:pt>
                <c:pt idx="72637">
                  <c:v>45599.194444444453</c:v>
                </c:pt>
                <c:pt idx="72638">
                  <c:v>45669.231249999997</c:v>
                </c:pt>
                <c:pt idx="72639">
                  <c:v>45457.370833333327</c:v>
                </c:pt>
                <c:pt idx="72640">
                  <c:v>46015.162499999999</c:v>
                </c:pt>
                <c:pt idx="72641">
                  <c:v>45390.828472222223</c:v>
                </c:pt>
                <c:pt idx="72642">
                  <c:v>45411.911111111112</c:v>
                </c:pt>
                <c:pt idx="72643">
                  <c:v>45627.405555555553</c:v>
                </c:pt>
                <c:pt idx="72644">
                  <c:v>45801.642361111109</c:v>
                </c:pt>
                <c:pt idx="72645">
                  <c:v>45796.893055555563</c:v>
                </c:pt>
                <c:pt idx="72646">
                  <c:v>45981.988194444442</c:v>
                </c:pt>
                <c:pt idx="72647">
                  <c:v>46017.913888888892</c:v>
                </c:pt>
                <c:pt idx="72648">
                  <c:v>45839.953472222223</c:v>
                </c:pt>
                <c:pt idx="72649">
                  <c:v>45822.57916666667</c:v>
                </c:pt>
                <c:pt idx="72650">
                  <c:v>45947.895138888889</c:v>
                </c:pt>
                <c:pt idx="72651">
                  <c:v>45861.352083333331</c:v>
                </c:pt>
                <c:pt idx="72652">
                  <c:v>45922.927083333343</c:v>
                </c:pt>
                <c:pt idx="72653">
                  <c:v>45881.942361111112</c:v>
                </c:pt>
                <c:pt idx="72654">
                  <c:v>45906.407638888893</c:v>
                </c:pt>
                <c:pt idx="72655">
                  <c:v>45687.720138888893</c:v>
                </c:pt>
                <c:pt idx="72656">
                  <c:v>45950.637499999997</c:v>
                </c:pt>
                <c:pt idx="72657">
                  <c:v>45876.392361111109</c:v>
                </c:pt>
                <c:pt idx="72658">
                  <c:v>45916.465277777781</c:v>
                </c:pt>
                <c:pt idx="72659">
                  <c:v>45838.49722222222</c:v>
                </c:pt>
                <c:pt idx="72660">
                  <c:v>45989.64166666667</c:v>
                </c:pt>
                <c:pt idx="72661">
                  <c:v>45741.717361111107</c:v>
                </c:pt>
                <c:pt idx="72662">
                  <c:v>45762.604861111111</c:v>
                </c:pt>
                <c:pt idx="72663">
                  <c:v>45798.551388888889</c:v>
                </c:pt>
                <c:pt idx="72664">
                  <c:v>45692.444444444453</c:v>
                </c:pt>
                <c:pt idx="72665">
                  <c:v>45494.523611111108</c:v>
                </c:pt>
                <c:pt idx="72666">
                  <c:v>45639.300694444442</c:v>
                </c:pt>
                <c:pt idx="72667">
                  <c:v>45357.299305555563</c:v>
                </c:pt>
                <c:pt idx="72668">
                  <c:v>45417.561805555553</c:v>
                </c:pt>
                <c:pt idx="72669">
                  <c:v>45838.288888888892</c:v>
                </c:pt>
                <c:pt idx="72670">
                  <c:v>45448.556250000001</c:v>
                </c:pt>
                <c:pt idx="72671">
                  <c:v>45313.525000000001</c:v>
                </c:pt>
                <c:pt idx="72672">
                  <c:v>45704.536111111112</c:v>
                </c:pt>
                <c:pt idx="72673">
                  <c:v>45807.724999999999</c:v>
                </c:pt>
                <c:pt idx="72674">
                  <c:v>45749.452777777777</c:v>
                </c:pt>
                <c:pt idx="72675">
                  <c:v>45834.618750000001</c:v>
                </c:pt>
                <c:pt idx="72676">
                  <c:v>45652.710416666669</c:v>
                </c:pt>
                <c:pt idx="72677">
                  <c:v>45681.665277777778</c:v>
                </c:pt>
                <c:pt idx="72678">
                  <c:v>45962.788888888892</c:v>
                </c:pt>
                <c:pt idx="72679">
                  <c:v>45722.652777777781</c:v>
                </c:pt>
                <c:pt idx="72680">
                  <c:v>46006.523611111108</c:v>
                </c:pt>
                <c:pt idx="72681">
                  <c:v>45905.118055555547</c:v>
                </c:pt>
                <c:pt idx="72682">
                  <c:v>45625.606249999997</c:v>
                </c:pt>
                <c:pt idx="72683">
                  <c:v>45358.759027777778</c:v>
                </c:pt>
                <c:pt idx="72684">
                  <c:v>45853.366666666669</c:v>
                </c:pt>
                <c:pt idx="72685">
                  <c:v>45882.361111111109</c:v>
                </c:pt>
                <c:pt idx="72686">
                  <c:v>45986.646527777782</c:v>
                </c:pt>
                <c:pt idx="72687">
                  <c:v>45820.910416666673</c:v>
                </c:pt>
                <c:pt idx="72688">
                  <c:v>45554.720138888893</c:v>
                </c:pt>
                <c:pt idx="72689">
                  <c:v>45784.886805555558</c:v>
                </c:pt>
                <c:pt idx="72690">
                  <c:v>45413.387499999997</c:v>
                </c:pt>
                <c:pt idx="72691">
                  <c:v>45593.682638888888</c:v>
                </c:pt>
                <c:pt idx="72692">
                  <c:v>45406.469444444447</c:v>
                </c:pt>
                <c:pt idx="72693">
                  <c:v>45428.42291666667</c:v>
                </c:pt>
                <c:pt idx="72694">
                  <c:v>45488.026388888888</c:v>
                </c:pt>
                <c:pt idx="72695">
                  <c:v>45458.631249999999</c:v>
                </c:pt>
                <c:pt idx="72696">
                  <c:v>45698.406944444447</c:v>
                </c:pt>
                <c:pt idx="72697">
                  <c:v>45457.829861111109</c:v>
                </c:pt>
                <c:pt idx="72698">
                  <c:v>45664.581944444442</c:v>
                </c:pt>
                <c:pt idx="72699">
                  <c:v>45495.740277777782</c:v>
                </c:pt>
                <c:pt idx="72700">
                  <c:v>45324.558333333327</c:v>
                </c:pt>
                <c:pt idx="72701">
                  <c:v>45812.580555555563</c:v>
                </c:pt>
                <c:pt idx="72702">
                  <c:v>45931.708333333343</c:v>
                </c:pt>
                <c:pt idx="72703">
                  <c:v>45361.742361111108</c:v>
                </c:pt>
                <c:pt idx="72704">
                  <c:v>45778.35833333333</c:v>
                </c:pt>
                <c:pt idx="72705">
                  <c:v>45696.827777777777</c:v>
                </c:pt>
                <c:pt idx="72706">
                  <c:v>45722.498611111107</c:v>
                </c:pt>
                <c:pt idx="72707">
                  <c:v>45841.329861111109</c:v>
                </c:pt>
                <c:pt idx="72708">
                  <c:v>45751.490277777782</c:v>
                </c:pt>
                <c:pt idx="72709">
                  <c:v>46002.405555555553</c:v>
                </c:pt>
                <c:pt idx="72710">
                  <c:v>45799.793749999997</c:v>
                </c:pt>
                <c:pt idx="72711">
                  <c:v>45875.730555555558</c:v>
                </c:pt>
                <c:pt idx="72712">
                  <c:v>45940.578472222223</c:v>
                </c:pt>
                <c:pt idx="72713">
                  <c:v>45904.443749999999</c:v>
                </c:pt>
                <c:pt idx="72714">
                  <c:v>45670.906944444447</c:v>
                </c:pt>
                <c:pt idx="72715">
                  <c:v>45824.427777777782</c:v>
                </c:pt>
                <c:pt idx="72716">
                  <c:v>45965.564583333333</c:v>
                </c:pt>
                <c:pt idx="72717">
                  <c:v>45860.451388888891</c:v>
                </c:pt>
                <c:pt idx="72718">
                  <c:v>45625.913888888892</c:v>
                </c:pt>
                <c:pt idx="72719">
                  <c:v>45595.854166666657</c:v>
                </c:pt>
                <c:pt idx="72720">
                  <c:v>45740.773611111108</c:v>
                </c:pt>
                <c:pt idx="72721">
                  <c:v>45936.497916666667</c:v>
                </c:pt>
                <c:pt idx="72722">
                  <c:v>45974.518055555563</c:v>
                </c:pt>
                <c:pt idx="72723">
                  <c:v>46017.740277777782</c:v>
                </c:pt>
                <c:pt idx="72724">
                  <c:v>45704.996527777781</c:v>
                </c:pt>
                <c:pt idx="72725">
                  <c:v>45897.720833333333</c:v>
                </c:pt>
                <c:pt idx="72726">
                  <c:v>45820.211805555547</c:v>
                </c:pt>
                <c:pt idx="72727">
                  <c:v>45608.029861111107</c:v>
                </c:pt>
                <c:pt idx="72728">
                  <c:v>45780.638888888891</c:v>
                </c:pt>
                <c:pt idx="72729">
                  <c:v>45663.520833333343</c:v>
                </c:pt>
                <c:pt idx="72730">
                  <c:v>45986.589583333327</c:v>
                </c:pt>
                <c:pt idx="72731">
                  <c:v>45590.417361111111</c:v>
                </c:pt>
                <c:pt idx="72732">
                  <c:v>45522.829861111109</c:v>
                </c:pt>
                <c:pt idx="72733">
                  <c:v>45588.656944444447</c:v>
                </c:pt>
                <c:pt idx="72734">
                  <c:v>45746.771527777782</c:v>
                </c:pt>
                <c:pt idx="72735">
                  <c:v>45561.631249999999</c:v>
                </c:pt>
                <c:pt idx="72736">
                  <c:v>45712.482638888891</c:v>
                </c:pt>
                <c:pt idx="72737">
                  <c:v>45502.800694444442</c:v>
                </c:pt>
                <c:pt idx="72738">
                  <c:v>45772.736805555563</c:v>
                </c:pt>
                <c:pt idx="72739">
                  <c:v>45532.79791666667</c:v>
                </c:pt>
                <c:pt idx="72740">
                  <c:v>45552.824305555558</c:v>
                </c:pt>
                <c:pt idx="72741">
                  <c:v>45869.753472222219</c:v>
                </c:pt>
                <c:pt idx="72742">
                  <c:v>45678.630555555559</c:v>
                </c:pt>
                <c:pt idx="72743">
                  <c:v>45490.792361111111</c:v>
                </c:pt>
                <c:pt idx="72744">
                  <c:v>45775.529861111107</c:v>
                </c:pt>
                <c:pt idx="72745">
                  <c:v>45828.824999999997</c:v>
                </c:pt>
                <c:pt idx="72746">
                  <c:v>45665.620138888888</c:v>
                </c:pt>
                <c:pt idx="72747">
                  <c:v>45979.755555555559</c:v>
                </c:pt>
                <c:pt idx="72748">
                  <c:v>45630.871527777781</c:v>
                </c:pt>
                <c:pt idx="72749">
                  <c:v>45581.480555555558</c:v>
                </c:pt>
                <c:pt idx="72750">
                  <c:v>45606.693749999999</c:v>
                </c:pt>
                <c:pt idx="72751">
                  <c:v>45789.909722222219</c:v>
                </c:pt>
                <c:pt idx="72752">
                  <c:v>45759.444444444453</c:v>
                </c:pt>
                <c:pt idx="72753">
                  <c:v>45377.926388888889</c:v>
                </c:pt>
                <c:pt idx="72754">
                  <c:v>45421.847916666673</c:v>
                </c:pt>
                <c:pt idx="72755">
                  <c:v>45496.624305555553</c:v>
                </c:pt>
                <c:pt idx="72756">
                  <c:v>45704.636805555558</c:v>
                </c:pt>
                <c:pt idx="72757">
                  <c:v>45669.661111111112</c:v>
                </c:pt>
                <c:pt idx="72758">
                  <c:v>45460.838194444441</c:v>
                </c:pt>
                <c:pt idx="72759">
                  <c:v>45388.929861111108</c:v>
                </c:pt>
                <c:pt idx="72760">
                  <c:v>45499.892361111109</c:v>
                </c:pt>
                <c:pt idx="72761">
                  <c:v>45364.677777777782</c:v>
                </c:pt>
                <c:pt idx="72762">
                  <c:v>45528.460416666669</c:v>
                </c:pt>
                <c:pt idx="72763">
                  <c:v>45396.879166666673</c:v>
                </c:pt>
                <c:pt idx="72764">
                  <c:v>45473.560416666667</c:v>
                </c:pt>
                <c:pt idx="72765">
                  <c:v>45312.044444444437</c:v>
                </c:pt>
                <c:pt idx="72766">
                  <c:v>45453.42291666667</c:v>
                </c:pt>
                <c:pt idx="72767">
                  <c:v>45415.43472222222</c:v>
                </c:pt>
                <c:pt idx="72768">
                  <c:v>45610.647916666669</c:v>
                </c:pt>
                <c:pt idx="72769">
                  <c:v>45634.970833333333</c:v>
                </c:pt>
                <c:pt idx="72770">
                  <c:v>45672.956250000003</c:v>
                </c:pt>
                <c:pt idx="72771">
                  <c:v>45601.796527777777</c:v>
                </c:pt>
                <c:pt idx="72772">
                  <c:v>45740.359722222223</c:v>
                </c:pt>
                <c:pt idx="72773">
                  <c:v>45988.318055555559</c:v>
                </c:pt>
                <c:pt idx="72774">
                  <c:v>45810.696527777778</c:v>
                </c:pt>
                <c:pt idx="72775">
                  <c:v>45869.315972222219</c:v>
                </c:pt>
                <c:pt idx="72776">
                  <c:v>45894.503472222219</c:v>
                </c:pt>
                <c:pt idx="72777">
                  <c:v>45777.35833333333</c:v>
                </c:pt>
                <c:pt idx="72778">
                  <c:v>45930.293749999997</c:v>
                </c:pt>
                <c:pt idx="72779">
                  <c:v>45718.845833333333</c:v>
                </c:pt>
                <c:pt idx="72780">
                  <c:v>45835.394444444442</c:v>
                </c:pt>
                <c:pt idx="72781">
                  <c:v>45955.831944444442</c:v>
                </c:pt>
                <c:pt idx="72782">
                  <c:v>45585.638194444437</c:v>
                </c:pt>
                <c:pt idx="72783">
                  <c:v>45720.526388888888</c:v>
                </c:pt>
                <c:pt idx="72784">
                  <c:v>45827.547222222223</c:v>
                </c:pt>
                <c:pt idx="72785">
                  <c:v>45713.410416666673</c:v>
                </c:pt>
                <c:pt idx="72786">
                  <c:v>45867.617361111108</c:v>
                </c:pt>
                <c:pt idx="72787">
                  <c:v>45763.560416666667</c:v>
                </c:pt>
                <c:pt idx="72788">
                  <c:v>45783.272916666669</c:v>
                </c:pt>
                <c:pt idx="72789">
                  <c:v>45701.527083333327</c:v>
                </c:pt>
                <c:pt idx="72790">
                  <c:v>45884.64166666667</c:v>
                </c:pt>
                <c:pt idx="72791">
                  <c:v>45951.548611111109</c:v>
                </c:pt>
                <c:pt idx="72792">
                  <c:v>45748.473611111112</c:v>
                </c:pt>
                <c:pt idx="72793">
                  <c:v>45796.76666666667</c:v>
                </c:pt>
                <c:pt idx="72794">
                  <c:v>45811.529166666667</c:v>
                </c:pt>
                <c:pt idx="72795">
                  <c:v>45865.347916666673</c:v>
                </c:pt>
                <c:pt idx="72796">
                  <c:v>45695.559027777781</c:v>
                </c:pt>
                <c:pt idx="72797">
                  <c:v>45708.481249999997</c:v>
                </c:pt>
                <c:pt idx="72798">
                  <c:v>45797.470833333333</c:v>
                </c:pt>
                <c:pt idx="72799">
                  <c:v>45853.85833333333</c:v>
                </c:pt>
                <c:pt idx="72800">
                  <c:v>45902.272916666669</c:v>
                </c:pt>
                <c:pt idx="72801">
                  <c:v>45934.334722222222</c:v>
                </c:pt>
                <c:pt idx="72802">
                  <c:v>45877.575694444437</c:v>
                </c:pt>
                <c:pt idx="72803">
                  <c:v>45825.383333333331</c:v>
                </c:pt>
                <c:pt idx="72804">
                  <c:v>45958.229861111111</c:v>
                </c:pt>
                <c:pt idx="72805">
                  <c:v>46022.477777777778</c:v>
                </c:pt>
                <c:pt idx="72806">
                  <c:v>45845.584027777782</c:v>
                </c:pt>
                <c:pt idx="72807">
                  <c:v>45776.459027777782</c:v>
                </c:pt>
                <c:pt idx="72808">
                  <c:v>45485.475694444453</c:v>
                </c:pt>
                <c:pt idx="72809">
                  <c:v>45706.819444444453</c:v>
                </c:pt>
                <c:pt idx="72810">
                  <c:v>45351.750694444447</c:v>
                </c:pt>
                <c:pt idx="72811">
                  <c:v>46021.510416666657</c:v>
                </c:pt>
                <c:pt idx="72812">
                  <c:v>45810.772916666669</c:v>
                </c:pt>
                <c:pt idx="72813">
                  <c:v>45887.71875</c:v>
                </c:pt>
                <c:pt idx="72814">
                  <c:v>45792.520138888889</c:v>
                </c:pt>
                <c:pt idx="72815">
                  <c:v>45958.611111111109</c:v>
                </c:pt>
                <c:pt idx="72816">
                  <c:v>45924.482638888891</c:v>
                </c:pt>
                <c:pt idx="72817">
                  <c:v>45730.400694444441</c:v>
                </c:pt>
                <c:pt idx="72818">
                  <c:v>45994.583333333343</c:v>
                </c:pt>
                <c:pt idx="72819">
                  <c:v>45778.560416666667</c:v>
                </c:pt>
                <c:pt idx="72820">
                  <c:v>45378.675694444442</c:v>
                </c:pt>
                <c:pt idx="72821">
                  <c:v>45603.668055555558</c:v>
                </c:pt>
                <c:pt idx="72822">
                  <c:v>45446.621527777781</c:v>
                </c:pt>
                <c:pt idx="72823">
                  <c:v>45680.633333333331</c:v>
                </c:pt>
                <c:pt idx="72824">
                  <c:v>45710.474999999999</c:v>
                </c:pt>
                <c:pt idx="72825">
                  <c:v>45446.849305555559</c:v>
                </c:pt>
                <c:pt idx="72826">
                  <c:v>45622.51666666667</c:v>
                </c:pt>
                <c:pt idx="72827">
                  <c:v>45546.78402777778</c:v>
                </c:pt>
                <c:pt idx="72828">
                  <c:v>45361.785416666673</c:v>
                </c:pt>
                <c:pt idx="72829">
                  <c:v>45793.811805555553</c:v>
                </c:pt>
                <c:pt idx="72830">
                  <c:v>45686.524305555547</c:v>
                </c:pt>
                <c:pt idx="72831">
                  <c:v>45931.745833333327</c:v>
                </c:pt>
                <c:pt idx="72832">
                  <c:v>45838.38958333333</c:v>
                </c:pt>
                <c:pt idx="72833">
                  <c:v>45884.446527777778</c:v>
                </c:pt>
                <c:pt idx="72834">
                  <c:v>45756.745138888888</c:v>
                </c:pt>
                <c:pt idx="72835">
                  <c:v>45804.795138888891</c:v>
                </c:pt>
                <c:pt idx="72836">
                  <c:v>45866.461805555547</c:v>
                </c:pt>
                <c:pt idx="72837">
                  <c:v>45820.817361111112</c:v>
                </c:pt>
                <c:pt idx="72838">
                  <c:v>45894.408333333333</c:v>
                </c:pt>
                <c:pt idx="72839">
                  <c:v>45867.76458333333</c:v>
                </c:pt>
                <c:pt idx="72840">
                  <c:v>45876.786805555559</c:v>
                </c:pt>
                <c:pt idx="72841">
                  <c:v>45783.681944444441</c:v>
                </c:pt>
                <c:pt idx="72842">
                  <c:v>45996.70416666667</c:v>
                </c:pt>
                <c:pt idx="72843">
                  <c:v>45881.481249999997</c:v>
                </c:pt>
                <c:pt idx="72844">
                  <c:v>45774.720833333333</c:v>
                </c:pt>
                <c:pt idx="72845">
                  <c:v>45695.8125</c:v>
                </c:pt>
                <c:pt idx="72846">
                  <c:v>45935.010416666657</c:v>
                </c:pt>
                <c:pt idx="72847">
                  <c:v>45708.42291666667</c:v>
                </c:pt>
                <c:pt idx="72848">
                  <c:v>45955.879861111112</c:v>
                </c:pt>
                <c:pt idx="72849">
                  <c:v>45902.627083333333</c:v>
                </c:pt>
                <c:pt idx="72850">
                  <c:v>45413.427777777782</c:v>
                </c:pt>
                <c:pt idx="72851">
                  <c:v>45390.5</c:v>
                </c:pt>
                <c:pt idx="72852">
                  <c:v>45458.445138888892</c:v>
                </c:pt>
                <c:pt idx="72853">
                  <c:v>45834.440972222219</c:v>
                </c:pt>
                <c:pt idx="72854">
                  <c:v>45655.1</c:v>
                </c:pt>
                <c:pt idx="72855">
                  <c:v>45927.288194444453</c:v>
                </c:pt>
                <c:pt idx="72856">
                  <c:v>46010.601388888892</c:v>
                </c:pt>
                <c:pt idx="72857">
                  <c:v>45944.226388888892</c:v>
                </c:pt>
                <c:pt idx="72858">
                  <c:v>45862.323611111111</c:v>
                </c:pt>
                <c:pt idx="72859">
                  <c:v>45966.326388888891</c:v>
                </c:pt>
                <c:pt idx="72860">
                  <c:v>45840.810416666667</c:v>
                </c:pt>
                <c:pt idx="72861">
                  <c:v>45882.84097222222</c:v>
                </c:pt>
                <c:pt idx="72862">
                  <c:v>45976.352083333331</c:v>
                </c:pt>
                <c:pt idx="72863">
                  <c:v>45990.32708333333</c:v>
                </c:pt>
                <c:pt idx="72864">
                  <c:v>45908.126388888893</c:v>
                </c:pt>
                <c:pt idx="72865">
                  <c:v>45924.845138888893</c:v>
                </c:pt>
                <c:pt idx="72866">
                  <c:v>46002.755555555559</c:v>
                </c:pt>
                <c:pt idx="72867">
                  <c:v>45772.359027777777</c:v>
                </c:pt>
                <c:pt idx="72868">
                  <c:v>45948.56527777778</c:v>
                </c:pt>
                <c:pt idx="72869">
                  <c:v>45908.355555555558</c:v>
                </c:pt>
                <c:pt idx="72870">
                  <c:v>45973.359722222223</c:v>
                </c:pt>
                <c:pt idx="72871">
                  <c:v>45998.321527777778</c:v>
                </c:pt>
                <c:pt idx="72872">
                  <c:v>45829.7</c:v>
                </c:pt>
                <c:pt idx="72873">
                  <c:v>45750.556944444441</c:v>
                </c:pt>
                <c:pt idx="72874">
                  <c:v>45806.304861111108</c:v>
                </c:pt>
                <c:pt idx="72875">
                  <c:v>45940.522916666669</c:v>
                </c:pt>
                <c:pt idx="72876">
                  <c:v>45866.511805555558</c:v>
                </c:pt>
                <c:pt idx="72877">
                  <c:v>45879.852777777778</c:v>
                </c:pt>
                <c:pt idx="72878">
                  <c:v>45898.326388888891</c:v>
                </c:pt>
                <c:pt idx="72879">
                  <c:v>45931.660416666673</c:v>
                </c:pt>
                <c:pt idx="72880">
                  <c:v>45931.351388888892</c:v>
                </c:pt>
                <c:pt idx="72881">
                  <c:v>45759.300694444442</c:v>
                </c:pt>
                <c:pt idx="72882">
                  <c:v>45936.322222222218</c:v>
                </c:pt>
                <c:pt idx="72883">
                  <c:v>45908.70208333333</c:v>
                </c:pt>
                <c:pt idx="72884">
                  <c:v>45714.262499999997</c:v>
                </c:pt>
                <c:pt idx="72885">
                  <c:v>45908.683333333327</c:v>
                </c:pt>
                <c:pt idx="72886">
                  <c:v>46007.628472222219</c:v>
                </c:pt>
                <c:pt idx="72887">
                  <c:v>45785.338194444441</c:v>
                </c:pt>
                <c:pt idx="72888">
                  <c:v>45728.90902777778</c:v>
                </c:pt>
                <c:pt idx="72889">
                  <c:v>45936.674305555563</c:v>
                </c:pt>
                <c:pt idx="72890">
                  <c:v>45713.715277777781</c:v>
                </c:pt>
                <c:pt idx="72891">
                  <c:v>45936.709722222222</c:v>
                </c:pt>
                <c:pt idx="72892">
                  <c:v>45952.470138888893</c:v>
                </c:pt>
                <c:pt idx="72893">
                  <c:v>45937.63958333333</c:v>
                </c:pt>
                <c:pt idx="72894">
                  <c:v>45662.960416666669</c:v>
                </c:pt>
                <c:pt idx="72895">
                  <c:v>45909.384722222218</c:v>
                </c:pt>
                <c:pt idx="72896">
                  <c:v>45846.667361111111</c:v>
                </c:pt>
                <c:pt idx="72897">
                  <c:v>45657.84375</c:v>
                </c:pt>
                <c:pt idx="72898">
                  <c:v>46005.970833333333</c:v>
                </c:pt>
                <c:pt idx="72899">
                  <c:v>45993.995833333327</c:v>
                </c:pt>
                <c:pt idx="72900">
                  <c:v>45657.84375</c:v>
                </c:pt>
                <c:pt idx="72901">
                  <c:v>45993.995833333327</c:v>
                </c:pt>
                <c:pt idx="72902">
                  <c:v>46005.970833333333</c:v>
                </c:pt>
                <c:pt idx="72903">
                  <c:v>45807.282638888893</c:v>
                </c:pt>
                <c:pt idx="72904">
                  <c:v>45826.895138888889</c:v>
                </c:pt>
                <c:pt idx="72905">
                  <c:v>45807.282638888893</c:v>
                </c:pt>
                <c:pt idx="72906">
                  <c:v>45962.441666666673</c:v>
                </c:pt>
                <c:pt idx="72907">
                  <c:v>45826.895138888889</c:v>
                </c:pt>
                <c:pt idx="72908">
                  <c:v>45742.163194444453</c:v>
                </c:pt>
                <c:pt idx="72909">
                  <c:v>45742.163194444453</c:v>
                </c:pt>
                <c:pt idx="72910">
                  <c:v>45861.603472222218</c:v>
                </c:pt>
                <c:pt idx="72911">
                  <c:v>45766.805555555547</c:v>
                </c:pt>
                <c:pt idx="72912">
                  <c:v>45733.438194444447</c:v>
                </c:pt>
                <c:pt idx="72913">
                  <c:v>45647.85833333333</c:v>
                </c:pt>
                <c:pt idx="72914">
                  <c:v>45861.603472222218</c:v>
                </c:pt>
                <c:pt idx="72915">
                  <c:v>45895.061805555553</c:v>
                </c:pt>
                <c:pt idx="72916">
                  <c:v>45895.061805555553</c:v>
                </c:pt>
                <c:pt idx="72917">
                  <c:v>45727.777777777781</c:v>
                </c:pt>
                <c:pt idx="72918">
                  <c:v>45763.011805555558</c:v>
                </c:pt>
                <c:pt idx="72919">
                  <c:v>45834.274305555547</c:v>
                </c:pt>
                <c:pt idx="72920">
                  <c:v>45834.274305555547</c:v>
                </c:pt>
                <c:pt idx="72921">
                  <c:v>45763.011805555558</c:v>
                </c:pt>
                <c:pt idx="72922">
                  <c:v>45647.85833333333</c:v>
                </c:pt>
                <c:pt idx="72923">
                  <c:v>45615.6875</c:v>
                </c:pt>
                <c:pt idx="72924">
                  <c:v>45696.709027777782</c:v>
                </c:pt>
                <c:pt idx="72925">
                  <c:v>45727.777777777781</c:v>
                </c:pt>
                <c:pt idx="72926">
                  <c:v>45696.709027777782</c:v>
                </c:pt>
                <c:pt idx="72927">
                  <c:v>45927.972916666673</c:v>
                </c:pt>
                <c:pt idx="72928">
                  <c:v>45596.90902777778</c:v>
                </c:pt>
                <c:pt idx="72929">
                  <c:v>45596.90902777778</c:v>
                </c:pt>
                <c:pt idx="72930">
                  <c:v>45927.972916666673</c:v>
                </c:pt>
                <c:pt idx="72931">
                  <c:v>45962.441666666673</c:v>
                </c:pt>
                <c:pt idx="72932">
                  <c:v>45733.438194444447</c:v>
                </c:pt>
                <c:pt idx="72933">
                  <c:v>45615.6875</c:v>
                </c:pt>
                <c:pt idx="72934">
                  <c:v>45766.805555555547</c:v>
                </c:pt>
                <c:pt idx="72935">
                  <c:v>45844.890972222223</c:v>
                </c:pt>
                <c:pt idx="72936">
                  <c:v>45576.902777777781</c:v>
                </c:pt>
                <c:pt idx="72937">
                  <c:v>45783.765972222223</c:v>
                </c:pt>
                <c:pt idx="72938">
                  <c:v>45965.755555555559</c:v>
                </c:pt>
                <c:pt idx="72939">
                  <c:v>45621.786111111112</c:v>
                </c:pt>
                <c:pt idx="72940">
                  <c:v>45919.482638888891</c:v>
                </c:pt>
                <c:pt idx="72941">
                  <c:v>45963.338194444441</c:v>
                </c:pt>
                <c:pt idx="72942">
                  <c:v>45889.540277777778</c:v>
                </c:pt>
                <c:pt idx="72943">
                  <c:v>45717.888194444437</c:v>
                </c:pt>
                <c:pt idx="72944">
                  <c:v>46006.934027777781</c:v>
                </c:pt>
                <c:pt idx="72945">
                  <c:v>45684.253472222219</c:v>
                </c:pt>
                <c:pt idx="72946">
                  <c:v>45845.386805555558</c:v>
                </c:pt>
                <c:pt idx="72947">
                  <c:v>45428.996527777781</c:v>
                </c:pt>
                <c:pt idx="72948">
                  <c:v>45400.938888888893</c:v>
                </c:pt>
                <c:pt idx="72949">
                  <c:v>45316.322916666657</c:v>
                </c:pt>
                <c:pt idx="72950">
                  <c:v>45341.924305555563</c:v>
                </c:pt>
                <c:pt idx="72951">
                  <c:v>45540.013888888891</c:v>
                </c:pt>
                <c:pt idx="72952">
                  <c:v>45371.931944444441</c:v>
                </c:pt>
                <c:pt idx="72953">
                  <c:v>45472.419444444437</c:v>
                </c:pt>
                <c:pt idx="72954">
                  <c:v>45362.45416666667</c:v>
                </c:pt>
                <c:pt idx="72955">
                  <c:v>45497.920138888891</c:v>
                </c:pt>
                <c:pt idx="72956">
                  <c:v>45511.929861111108</c:v>
                </c:pt>
                <c:pt idx="72957">
                  <c:v>45301.970833333333</c:v>
                </c:pt>
                <c:pt idx="72958">
                  <c:v>45455.972916666673</c:v>
                </c:pt>
                <c:pt idx="72959">
                  <c:v>45958.977777777778</c:v>
                </c:pt>
                <c:pt idx="72960">
                  <c:v>45981.407638888893</c:v>
                </c:pt>
                <c:pt idx="72961">
                  <c:v>45885.962500000001</c:v>
                </c:pt>
                <c:pt idx="72962">
                  <c:v>46003.02847222222</c:v>
                </c:pt>
                <c:pt idx="72963">
                  <c:v>45854.883333333331</c:v>
                </c:pt>
                <c:pt idx="72964">
                  <c:v>46021.613888888889</c:v>
                </c:pt>
                <c:pt idx="72965">
                  <c:v>45818.624305555553</c:v>
                </c:pt>
                <c:pt idx="72966">
                  <c:v>45797.515972222223</c:v>
                </c:pt>
                <c:pt idx="72967">
                  <c:v>45913.668749999997</c:v>
                </c:pt>
                <c:pt idx="72968">
                  <c:v>45590.254861111112</c:v>
                </c:pt>
                <c:pt idx="72969">
                  <c:v>45315.643055555563</c:v>
                </c:pt>
                <c:pt idx="72970">
                  <c:v>45705.432638888888</c:v>
                </c:pt>
                <c:pt idx="72971">
                  <c:v>45453.719444444447</c:v>
                </c:pt>
                <c:pt idx="72972">
                  <c:v>45393.927083333343</c:v>
                </c:pt>
                <c:pt idx="72973">
                  <c:v>45340.808333333327</c:v>
                </c:pt>
                <c:pt idx="72974">
                  <c:v>46018.293055555558</c:v>
                </c:pt>
                <c:pt idx="72975">
                  <c:v>45383.859722222223</c:v>
                </c:pt>
                <c:pt idx="72976">
                  <c:v>45781.342361111107</c:v>
                </c:pt>
                <c:pt idx="72977">
                  <c:v>45559.37777777778</c:v>
                </c:pt>
                <c:pt idx="72978">
                  <c:v>45781.342361111107</c:v>
                </c:pt>
                <c:pt idx="72979">
                  <c:v>45992.462500000001</c:v>
                </c:pt>
                <c:pt idx="72980">
                  <c:v>46018.293055555558</c:v>
                </c:pt>
                <c:pt idx="72981">
                  <c:v>45383.859722222223</c:v>
                </c:pt>
                <c:pt idx="72982">
                  <c:v>45559.37777777778</c:v>
                </c:pt>
                <c:pt idx="72983">
                  <c:v>45992.462500000001</c:v>
                </c:pt>
                <c:pt idx="72984">
                  <c:v>45967.234722222223</c:v>
                </c:pt>
                <c:pt idx="72985">
                  <c:v>45967.234722222223</c:v>
                </c:pt>
                <c:pt idx="72986">
                  <c:v>45365.990277777782</c:v>
                </c:pt>
                <c:pt idx="72987">
                  <c:v>45977.940972222219</c:v>
                </c:pt>
                <c:pt idx="72988">
                  <c:v>45348.84097222222</c:v>
                </c:pt>
                <c:pt idx="72989">
                  <c:v>46005.48541666667</c:v>
                </c:pt>
                <c:pt idx="72990">
                  <c:v>45933.917361111111</c:v>
                </c:pt>
                <c:pt idx="72991">
                  <c:v>45328.973611111112</c:v>
                </c:pt>
                <c:pt idx="72992">
                  <c:v>46000.486111111109</c:v>
                </c:pt>
                <c:pt idx="72993">
                  <c:v>45891.693749999999</c:v>
                </c:pt>
                <c:pt idx="72994">
                  <c:v>45830.60833333333</c:v>
                </c:pt>
                <c:pt idx="72995">
                  <c:v>45991.643055555563</c:v>
                </c:pt>
                <c:pt idx="72996">
                  <c:v>45892.504166666673</c:v>
                </c:pt>
                <c:pt idx="72997">
                  <c:v>45856.75</c:v>
                </c:pt>
                <c:pt idx="72998">
                  <c:v>45840.563194444447</c:v>
                </c:pt>
                <c:pt idx="72999">
                  <c:v>45659.268750000003</c:v>
                </c:pt>
                <c:pt idx="73000">
                  <c:v>45449.45416666667</c:v>
                </c:pt>
                <c:pt idx="73001">
                  <c:v>45771.743055555547</c:v>
                </c:pt>
                <c:pt idx="73002">
                  <c:v>45641.876388888893</c:v>
                </c:pt>
                <c:pt idx="73003">
                  <c:v>45346.913888888892</c:v>
                </c:pt>
                <c:pt idx="73004">
                  <c:v>45412.678472222222</c:v>
                </c:pt>
                <c:pt idx="73005">
                  <c:v>46006.645138888889</c:v>
                </c:pt>
                <c:pt idx="73006">
                  <c:v>45554.681250000001</c:v>
                </c:pt>
                <c:pt idx="73007">
                  <c:v>45868.738194444442</c:v>
                </c:pt>
                <c:pt idx="73008">
                  <c:v>45478.73541666667</c:v>
                </c:pt>
                <c:pt idx="73009">
                  <c:v>45694.892361111109</c:v>
                </c:pt>
                <c:pt idx="73010">
                  <c:v>45888.586805555547</c:v>
                </c:pt>
                <c:pt idx="73011">
                  <c:v>45838.644444444442</c:v>
                </c:pt>
                <c:pt idx="73012">
                  <c:v>45797.987500000003</c:v>
                </c:pt>
                <c:pt idx="73013">
                  <c:v>45762.839583333327</c:v>
                </c:pt>
                <c:pt idx="73014">
                  <c:v>45734.453472222223</c:v>
                </c:pt>
                <c:pt idx="73015">
                  <c:v>45597.634027777778</c:v>
                </c:pt>
                <c:pt idx="73016">
                  <c:v>45980.504861111112</c:v>
                </c:pt>
                <c:pt idx="73017">
                  <c:v>45625.438194444447</c:v>
                </c:pt>
                <c:pt idx="73018">
                  <c:v>45925.803472222222</c:v>
                </c:pt>
                <c:pt idx="73019">
                  <c:v>45587.910416666673</c:v>
                </c:pt>
                <c:pt idx="73020">
                  <c:v>45849.479861111111</c:v>
                </c:pt>
                <c:pt idx="73021">
                  <c:v>45933.511111111111</c:v>
                </c:pt>
                <c:pt idx="73022">
                  <c:v>45735.909722222219</c:v>
                </c:pt>
                <c:pt idx="73023">
                  <c:v>45539.331250000003</c:v>
                </c:pt>
                <c:pt idx="73024">
                  <c:v>45308.488194444442</c:v>
                </c:pt>
                <c:pt idx="73025">
                  <c:v>45293.988194444442</c:v>
                </c:pt>
                <c:pt idx="73026">
                  <c:v>45546.763888888891</c:v>
                </c:pt>
                <c:pt idx="73027">
                  <c:v>45743.618055555547</c:v>
                </c:pt>
                <c:pt idx="73028">
                  <c:v>45626.34375</c:v>
                </c:pt>
                <c:pt idx="73029">
                  <c:v>45764.433333333327</c:v>
                </c:pt>
                <c:pt idx="73030">
                  <c:v>45559.406944444447</c:v>
                </c:pt>
                <c:pt idx="73031">
                  <c:v>45743.622916666667</c:v>
                </c:pt>
                <c:pt idx="73032">
                  <c:v>45452.22152777778</c:v>
                </c:pt>
                <c:pt idx="73033">
                  <c:v>45710.632638888892</c:v>
                </c:pt>
                <c:pt idx="73034">
                  <c:v>45902.729861111111</c:v>
                </c:pt>
                <c:pt idx="73035">
                  <c:v>45621.26458333333</c:v>
                </c:pt>
                <c:pt idx="73036">
                  <c:v>45498.257638888892</c:v>
                </c:pt>
                <c:pt idx="73037">
                  <c:v>45785.22152777778</c:v>
                </c:pt>
                <c:pt idx="73038">
                  <c:v>45696.425694444442</c:v>
                </c:pt>
                <c:pt idx="73039">
                  <c:v>45962.419444444437</c:v>
                </c:pt>
                <c:pt idx="73040">
                  <c:v>45532.936111111107</c:v>
                </c:pt>
                <c:pt idx="73041">
                  <c:v>45600.479861111111</c:v>
                </c:pt>
                <c:pt idx="73042">
                  <c:v>45539.854166666657</c:v>
                </c:pt>
                <c:pt idx="73043">
                  <c:v>45521.772222222222</c:v>
                </c:pt>
                <c:pt idx="73044">
                  <c:v>45837.942361111112</c:v>
                </c:pt>
                <c:pt idx="73045">
                  <c:v>45880.895833333343</c:v>
                </c:pt>
                <c:pt idx="73046">
                  <c:v>45629.696527777778</c:v>
                </c:pt>
                <c:pt idx="73047">
                  <c:v>45595.588194444441</c:v>
                </c:pt>
                <c:pt idx="73048">
                  <c:v>45778.713194444441</c:v>
                </c:pt>
                <c:pt idx="73049">
                  <c:v>45676.765277777777</c:v>
                </c:pt>
                <c:pt idx="73050">
                  <c:v>45724.407638888893</c:v>
                </c:pt>
                <c:pt idx="73051">
                  <c:v>46020.642361111109</c:v>
                </c:pt>
                <c:pt idx="73052">
                  <c:v>45943.601388888892</c:v>
                </c:pt>
                <c:pt idx="73053">
                  <c:v>45495.628472222219</c:v>
                </c:pt>
                <c:pt idx="73054">
                  <c:v>45654.433333333327</c:v>
                </c:pt>
                <c:pt idx="73055">
                  <c:v>45549.509722222218</c:v>
                </c:pt>
                <c:pt idx="73056">
                  <c:v>45350.771527777782</c:v>
                </c:pt>
                <c:pt idx="73057">
                  <c:v>45784.78402777778</c:v>
                </c:pt>
                <c:pt idx="73058">
                  <c:v>45928.535416666673</c:v>
                </c:pt>
                <c:pt idx="73059">
                  <c:v>45867.340277777781</c:v>
                </c:pt>
                <c:pt idx="73060">
                  <c:v>45588.48541666667</c:v>
                </c:pt>
                <c:pt idx="73061">
                  <c:v>45997.384027777778</c:v>
                </c:pt>
                <c:pt idx="73062">
                  <c:v>45718.369444444441</c:v>
                </c:pt>
                <c:pt idx="73063">
                  <c:v>45385.848611111112</c:v>
                </c:pt>
                <c:pt idx="73064">
                  <c:v>45833.311805555553</c:v>
                </c:pt>
                <c:pt idx="73065">
                  <c:v>45444.453472222223</c:v>
                </c:pt>
                <c:pt idx="73066">
                  <c:v>46021.655555555553</c:v>
                </c:pt>
                <c:pt idx="73067">
                  <c:v>45986.426388888889</c:v>
                </c:pt>
                <c:pt idx="73068">
                  <c:v>45930.864583333343</c:v>
                </c:pt>
                <c:pt idx="73069">
                  <c:v>45825.535416666673</c:v>
                </c:pt>
                <c:pt idx="73070">
                  <c:v>46019.348611111112</c:v>
                </c:pt>
                <c:pt idx="73071">
                  <c:v>45881.736805555563</c:v>
                </c:pt>
                <c:pt idx="73072">
                  <c:v>45806.86041666667</c:v>
                </c:pt>
                <c:pt idx="73073">
                  <c:v>45957.345138888893</c:v>
                </c:pt>
                <c:pt idx="73074">
                  <c:v>45845.612500000003</c:v>
                </c:pt>
                <c:pt idx="73075">
                  <c:v>46015.522222222222</c:v>
                </c:pt>
                <c:pt idx="73076">
                  <c:v>45909.284722222219</c:v>
                </c:pt>
                <c:pt idx="73077">
                  <c:v>45865.881249999999</c:v>
                </c:pt>
                <c:pt idx="73078">
                  <c:v>45552.348611111112</c:v>
                </c:pt>
                <c:pt idx="73079">
                  <c:v>45588.793055555558</c:v>
                </c:pt>
                <c:pt idx="73080">
                  <c:v>45667.533333333333</c:v>
                </c:pt>
                <c:pt idx="73081">
                  <c:v>45315.936111111107</c:v>
                </c:pt>
                <c:pt idx="73082">
                  <c:v>45769.364583333343</c:v>
                </c:pt>
                <c:pt idx="73083">
                  <c:v>45740.429861111108</c:v>
                </c:pt>
                <c:pt idx="73084">
                  <c:v>45953.767361111109</c:v>
                </c:pt>
                <c:pt idx="73085">
                  <c:v>45622.55</c:v>
                </c:pt>
                <c:pt idx="73086">
                  <c:v>45398.345833333333</c:v>
                </c:pt>
                <c:pt idx="73087">
                  <c:v>45967.363194444442</c:v>
                </c:pt>
                <c:pt idx="73088">
                  <c:v>45880.694444444453</c:v>
                </c:pt>
                <c:pt idx="73089">
                  <c:v>45348.410416666673</c:v>
                </c:pt>
                <c:pt idx="73090">
                  <c:v>45435.546527777777</c:v>
                </c:pt>
                <c:pt idx="73091">
                  <c:v>45298.414583333331</c:v>
                </c:pt>
                <c:pt idx="73092">
                  <c:v>45915.602777777778</c:v>
                </c:pt>
                <c:pt idx="73093">
                  <c:v>45825.637499999997</c:v>
                </c:pt>
                <c:pt idx="73094">
                  <c:v>45694.61041666667</c:v>
                </c:pt>
                <c:pt idx="73095">
                  <c:v>45516.381944444453</c:v>
                </c:pt>
                <c:pt idx="73096">
                  <c:v>45476.582638888889</c:v>
                </c:pt>
                <c:pt idx="73097">
                  <c:v>45404.268055555563</c:v>
                </c:pt>
                <c:pt idx="73098">
                  <c:v>45538.402777777781</c:v>
                </c:pt>
                <c:pt idx="73099">
                  <c:v>45536.60833333333</c:v>
                </c:pt>
                <c:pt idx="73100">
                  <c:v>45935.800694444442</c:v>
                </c:pt>
                <c:pt idx="73101">
                  <c:v>45728.436111111107</c:v>
                </c:pt>
                <c:pt idx="73102">
                  <c:v>45820.467361111107</c:v>
                </c:pt>
                <c:pt idx="73103">
                  <c:v>45887.531944444447</c:v>
                </c:pt>
                <c:pt idx="73104">
                  <c:v>45976.57708333333</c:v>
                </c:pt>
                <c:pt idx="73105">
                  <c:v>45778.554166666669</c:v>
                </c:pt>
                <c:pt idx="73106">
                  <c:v>45536.604166666657</c:v>
                </c:pt>
                <c:pt idx="73107">
                  <c:v>45751.808333333327</c:v>
                </c:pt>
                <c:pt idx="73108">
                  <c:v>45654.465277777781</c:v>
                </c:pt>
                <c:pt idx="73109">
                  <c:v>45939.027777777781</c:v>
                </c:pt>
                <c:pt idx="73110">
                  <c:v>45645.475694444453</c:v>
                </c:pt>
                <c:pt idx="73111">
                  <c:v>45992.677083333343</c:v>
                </c:pt>
                <c:pt idx="73112">
                  <c:v>45616.868750000001</c:v>
                </c:pt>
                <c:pt idx="73113">
                  <c:v>45685.731249999997</c:v>
                </c:pt>
                <c:pt idx="73114">
                  <c:v>45854.648611111108</c:v>
                </c:pt>
                <c:pt idx="73115">
                  <c:v>45874.134027777778</c:v>
                </c:pt>
                <c:pt idx="73116">
                  <c:v>45439.47152777778</c:v>
                </c:pt>
                <c:pt idx="73117">
                  <c:v>45394.257638888892</c:v>
                </c:pt>
                <c:pt idx="73118">
                  <c:v>45361.378472222219</c:v>
                </c:pt>
                <c:pt idx="73119">
                  <c:v>45541.162499999999</c:v>
                </c:pt>
                <c:pt idx="73120">
                  <c:v>45419.772222222222</c:v>
                </c:pt>
                <c:pt idx="73121">
                  <c:v>45473.113888888889</c:v>
                </c:pt>
                <c:pt idx="73122">
                  <c:v>45345.352777777778</c:v>
                </c:pt>
                <c:pt idx="73123">
                  <c:v>45961.80972222222</c:v>
                </c:pt>
                <c:pt idx="73124">
                  <c:v>45929.854166666657</c:v>
                </c:pt>
                <c:pt idx="73125">
                  <c:v>45822.917361111111</c:v>
                </c:pt>
                <c:pt idx="73126">
                  <c:v>45763.991666666669</c:v>
                </c:pt>
                <c:pt idx="73127">
                  <c:v>45802.990277777782</c:v>
                </c:pt>
                <c:pt idx="73128">
                  <c:v>45676.886111111111</c:v>
                </c:pt>
                <c:pt idx="73129">
                  <c:v>45727.838194444441</c:v>
                </c:pt>
                <c:pt idx="73130">
                  <c:v>45753.106249999997</c:v>
                </c:pt>
                <c:pt idx="73131">
                  <c:v>45314.672222222223</c:v>
                </c:pt>
                <c:pt idx="73132">
                  <c:v>45582.59097222222</c:v>
                </c:pt>
                <c:pt idx="73133">
                  <c:v>45488.605555555558</c:v>
                </c:pt>
                <c:pt idx="73134">
                  <c:v>45412.418055555558</c:v>
                </c:pt>
                <c:pt idx="73135">
                  <c:v>45886.767361111109</c:v>
                </c:pt>
                <c:pt idx="73136">
                  <c:v>45964.049305555563</c:v>
                </c:pt>
                <c:pt idx="73137">
                  <c:v>45645.667361111111</c:v>
                </c:pt>
                <c:pt idx="73138">
                  <c:v>45789.534722222219</c:v>
                </c:pt>
                <c:pt idx="73139">
                  <c:v>45397.115972222222</c:v>
                </c:pt>
                <c:pt idx="73140">
                  <c:v>45783.001388888893</c:v>
                </c:pt>
                <c:pt idx="73141">
                  <c:v>45421.113194444442</c:v>
                </c:pt>
                <c:pt idx="73142">
                  <c:v>45550.844444444447</c:v>
                </c:pt>
                <c:pt idx="73143">
                  <c:v>45643.734722222223</c:v>
                </c:pt>
                <c:pt idx="73144">
                  <c:v>45811.569444444453</c:v>
                </c:pt>
                <c:pt idx="73145">
                  <c:v>45349.443055555559</c:v>
                </c:pt>
                <c:pt idx="73146">
                  <c:v>45563.544444444437</c:v>
                </c:pt>
                <c:pt idx="73147">
                  <c:v>45441.700694444437</c:v>
                </c:pt>
                <c:pt idx="73148">
                  <c:v>45309.419444444437</c:v>
                </c:pt>
                <c:pt idx="73149">
                  <c:v>45433.456944444442</c:v>
                </c:pt>
                <c:pt idx="73150">
                  <c:v>45773.663888888892</c:v>
                </c:pt>
                <c:pt idx="73151">
                  <c:v>45317.427083333343</c:v>
                </c:pt>
                <c:pt idx="73152">
                  <c:v>45890.393750000003</c:v>
                </c:pt>
                <c:pt idx="73153">
                  <c:v>45828.46597222222</c:v>
                </c:pt>
                <c:pt idx="73154">
                  <c:v>45742.5</c:v>
                </c:pt>
                <c:pt idx="73155">
                  <c:v>45656.918055555558</c:v>
                </c:pt>
                <c:pt idx="73156">
                  <c:v>45791.845138888893</c:v>
                </c:pt>
                <c:pt idx="73157">
                  <c:v>45679.009722222218</c:v>
                </c:pt>
                <c:pt idx="73158">
                  <c:v>45726.383333333331</c:v>
                </c:pt>
                <c:pt idx="73159">
                  <c:v>45776.884722222218</c:v>
                </c:pt>
                <c:pt idx="73160">
                  <c:v>45894.765972222223</c:v>
                </c:pt>
                <c:pt idx="73161">
                  <c:v>45695.395138888889</c:v>
                </c:pt>
                <c:pt idx="73162">
                  <c:v>45764.536111111112</c:v>
                </c:pt>
                <c:pt idx="73163">
                  <c:v>45848.541666666657</c:v>
                </c:pt>
                <c:pt idx="73164">
                  <c:v>45425.763888888891</c:v>
                </c:pt>
                <c:pt idx="73165">
                  <c:v>45803.713888888888</c:v>
                </c:pt>
                <c:pt idx="73166">
                  <c:v>45816.459027777782</c:v>
                </c:pt>
                <c:pt idx="73167">
                  <c:v>45804.40902777778</c:v>
                </c:pt>
                <c:pt idx="73168">
                  <c:v>45835.449305555558</c:v>
                </c:pt>
                <c:pt idx="73169">
                  <c:v>45960.535416666673</c:v>
                </c:pt>
                <c:pt idx="73170">
                  <c:v>45544.5625</c:v>
                </c:pt>
                <c:pt idx="73171">
                  <c:v>45477.834027777782</c:v>
                </c:pt>
                <c:pt idx="73172">
                  <c:v>45574.402083333327</c:v>
                </c:pt>
                <c:pt idx="73173">
                  <c:v>45560.415972222218</c:v>
                </c:pt>
                <c:pt idx="73174">
                  <c:v>45685.554166666669</c:v>
                </c:pt>
                <c:pt idx="73175">
                  <c:v>45593.613888888889</c:v>
                </c:pt>
                <c:pt idx="73176">
                  <c:v>45642.419444444437</c:v>
                </c:pt>
                <c:pt idx="73177">
                  <c:v>45490.42083333333</c:v>
                </c:pt>
                <c:pt idx="73178">
                  <c:v>45660.688888888893</c:v>
                </c:pt>
                <c:pt idx="73179">
                  <c:v>45517.55972222222</c:v>
                </c:pt>
                <c:pt idx="73180">
                  <c:v>45629.401388888888</c:v>
                </c:pt>
                <c:pt idx="73181">
                  <c:v>45608.597222222219</c:v>
                </c:pt>
                <c:pt idx="73182">
                  <c:v>45671.421527777777</c:v>
                </c:pt>
                <c:pt idx="73183">
                  <c:v>45319.739583333343</c:v>
                </c:pt>
                <c:pt idx="73184">
                  <c:v>45734.344444444447</c:v>
                </c:pt>
                <c:pt idx="73185">
                  <c:v>45435.404166666667</c:v>
                </c:pt>
                <c:pt idx="73186">
                  <c:v>45503.556250000001</c:v>
                </c:pt>
                <c:pt idx="73187">
                  <c:v>45642.716666666667</c:v>
                </c:pt>
                <c:pt idx="73188">
                  <c:v>45965.470833333333</c:v>
                </c:pt>
                <c:pt idx="73189">
                  <c:v>45872.620138888888</c:v>
                </c:pt>
                <c:pt idx="73190">
                  <c:v>45726.594444444447</c:v>
                </c:pt>
                <c:pt idx="73191">
                  <c:v>45815.8</c:v>
                </c:pt>
                <c:pt idx="73192">
                  <c:v>45405.35</c:v>
                </c:pt>
                <c:pt idx="73193">
                  <c:v>45947.723611111112</c:v>
                </c:pt>
                <c:pt idx="73194">
                  <c:v>45863.673611111109</c:v>
                </c:pt>
                <c:pt idx="73195">
                  <c:v>45460.438194444447</c:v>
                </c:pt>
                <c:pt idx="73196">
                  <c:v>45382.490972222222</c:v>
                </c:pt>
                <c:pt idx="73197">
                  <c:v>45655.420138888891</c:v>
                </c:pt>
                <c:pt idx="73198">
                  <c:v>45559.569444444453</c:v>
                </c:pt>
                <c:pt idx="73199">
                  <c:v>46022.588194444441</c:v>
                </c:pt>
                <c:pt idx="73200">
                  <c:v>45695.447222222218</c:v>
                </c:pt>
                <c:pt idx="73201">
                  <c:v>45855.481944444437</c:v>
                </c:pt>
                <c:pt idx="73202">
                  <c:v>45656.536111111112</c:v>
                </c:pt>
                <c:pt idx="73203">
                  <c:v>45810.463888888888</c:v>
                </c:pt>
                <c:pt idx="73204">
                  <c:v>45967.447222222218</c:v>
                </c:pt>
                <c:pt idx="73205">
                  <c:v>45562.578472222223</c:v>
                </c:pt>
                <c:pt idx="73206">
                  <c:v>45897.467361111107</c:v>
                </c:pt>
                <c:pt idx="73207">
                  <c:v>45626.443055555559</c:v>
                </c:pt>
                <c:pt idx="73208">
                  <c:v>45539.523611111108</c:v>
                </c:pt>
                <c:pt idx="73209">
                  <c:v>45453.576388888891</c:v>
                </c:pt>
                <c:pt idx="73210">
                  <c:v>45827.476388888892</c:v>
                </c:pt>
                <c:pt idx="73211">
                  <c:v>45407.69027777778</c:v>
                </c:pt>
                <c:pt idx="73212">
                  <c:v>45937.618055555547</c:v>
                </c:pt>
                <c:pt idx="73213">
                  <c:v>45829.821527777778</c:v>
                </c:pt>
                <c:pt idx="73214">
                  <c:v>45296.95</c:v>
                </c:pt>
                <c:pt idx="73215">
                  <c:v>45399.73541666667</c:v>
                </c:pt>
                <c:pt idx="73216">
                  <c:v>45465.631944444453</c:v>
                </c:pt>
                <c:pt idx="73217">
                  <c:v>45767.031944444447</c:v>
                </c:pt>
                <c:pt idx="73218">
                  <c:v>45863.736111111109</c:v>
                </c:pt>
                <c:pt idx="73219">
                  <c:v>45737.024305555547</c:v>
                </c:pt>
                <c:pt idx="73220">
                  <c:v>45380.595833333333</c:v>
                </c:pt>
                <c:pt idx="73221">
                  <c:v>45462.94027777778</c:v>
                </c:pt>
                <c:pt idx="73222">
                  <c:v>45502.816666666673</c:v>
                </c:pt>
                <c:pt idx="73223">
                  <c:v>45528.85833333333</c:v>
                </c:pt>
                <c:pt idx="73224">
                  <c:v>45452.728472222218</c:v>
                </c:pt>
                <c:pt idx="73225">
                  <c:v>45791.741666666669</c:v>
                </c:pt>
                <c:pt idx="73226">
                  <c:v>45979.640277777777</c:v>
                </c:pt>
                <c:pt idx="73227">
                  <c:v>45751.584027777782</c:v>
                </c:pt>
                <c:pt idx="73228">
                  <c:v>45606.679166666669</c:v>
                </c:pt>
                <c:pt idx="73229">
                  <c:v>45354.722222222219</c:v>
                </c:pt>
                <c:pt idx="73230">
                  <c:v>45672.484722222223</c:v>
                </c:pt>
                <c:pt idx="73231">
                  <c:v>45841.525000000001</c:v>
                </c:pt>
                <c:pt idx="73232">
                  <c:v>45420.388888888891</c:v>
                </c:pt>
                <c:pt idx="73233">
                  <c:v>45662.04791666667</c:v>
                </c:pt>
                <c:pt idx="73234">
                  <c:v>45908.513888888891</c:v>
                </c:pt>
                <c:pt idx="73235">
                  <c:v>45641.936111111107</c:v>
                </c:pt>
                <c:pt idx="73236">
                  <c:v>45833.34652777778</c:v>
                </c:pt>
                <c:pt idx="73237">
                  <c:v>45721.370138888888</c:v>
                </c:pt>
                <c:pt idx="73238">
                  <c:v>45770.807638888888</c:v>
                </c:pt>
                <c:pt idx="73239">
                  <c:v>45689.768055555563</c:v>
                </c:pt>
                <c:pt idx="73240">
                  <c:v>45373.682638888888</c:v>
                </c:pt>
                <c:pt idx="73241">
                  <c:v>45672.384027777778</c:v>
                </c:pt>
                <c:pt idx="73242">
                  <c:v>45805.445138888892</c:v>
                </c:pt>
                <c:pt idx="73243">
                  <c:v>45770.384027777778</c:v>
                </c:pt>
                <c:pt idx="73244">
                  <c:v>45564.447916666657</c:v>
                </c:pt>
                <c:pt idx="73245">
                  <c:v>45890.638194444437</c:v>
                </c:pt>
                <c:pt idx="73246">
                  <c:v>45926.772222222222</c:v>
                </c:pt>
                <c:pt idx="73247">
                  <c:v>45842.51666666667</c:v>
                </c:pt>
                <c:pt idx="73248">
                  <c:v>45715.418055555558</c:v>
                </c:pt>
                <c:pt idx="73249">
                  <c:v>45420.552777777782</c:v>
                </c:pt>
                <c:pt idx="73250">
                  <c:v>45952.234027777777</c:v>
                </c:pt>
                <c:pt idx="73251">
                  <c:v>45632.522222222222</c:v>
                </c:pt>
                <c:pt idx="73252">
                  <c:v>45476.388888888891</c:v>
                </c:pt>
                <c:pt idx="73253">
                  <c:v>45604.553472222222</c:v>
                </c:pt>
                <c:pt idx="73254">
                  <c:v>45523.606249999997</c:v>
                </c:pt>
                <c:pt idx="73255">
                  <c:v>45832.884027777778</c:v>
                </c:pt>
                <c:pt idx="73256">
                  <c:v>45784.818749999999</c:v>
                </c:pt>
                <c:pt idx="73257">
                  <c:v>45875.727777777778</c:v>
                </c:pt>
                <c:pt idx="73258">
                  <c:v>45777.465277777781</c:v>
                </c:pt>
                <c:pt idx="73259">
                  <c:v>45990.770138888889</c:v>
                </c:pt>
                <c:pt idx="73260">
                  <c:v>45908.335416666669</c:v>
                </c:pt>
                <c:pt idx="73261">
                  <c:v>45807.71597222222</c:v>
                </c:pt>
                <c:pt idx="73262">
                  <c:v>45853.32708333333</c:v>
                </c:pt>
                <c:pt idx="73263">
                  <c:v>45966.378472222219</c:v>
                </c:pt>
                <c:pt idx="73264">
                  <c:v>46021.344444444447</c:v>
                </c:pt>
                <c:pt idx="73265">
                  <c:v>45934.436111111107</c:v>
                </c:pt>
                <c:pt idx="73266">
                  <c:v>46020.662499999999</c:v>
                </c:pt>
                <c:pt idx="73267">
                  <c:v>45946.690972222219</c:v>
                </c:pt>
                <c:pt idx="73268">
                  <c:v>45827.651388888888</c:v>
                </c:pt>
                <c:pt idx="73269">
                  <c:v>45769.629861111112</c:v>
                </c:pt>
                <c:pt idx="73270">
                  <c:v>45909.268055555563</c:v>
                </c:pt>
                <c:pt idx="73271">
                  <c:v>45810.513194444437</c:v>
                </c:pt>
                <c:pt idx="73272">
                  <c:v>46000.311111111107</c:v>
                </c:pt>
                <c:pt idx="73273">
                  <c:v>45881.470833333333</c:v>
                </c:pt>
                <c:pt idx="73274">
                  <c:v>45713.35</c:v>
                </c:pt>
                <c:pt idx="73275">
                  <c:v>45690.602777777778</c:v>
                </c:pt>
                <c:pt idx="73276">
                  <c:v>45859.818055555559</c:v>
                </c:pt>
                <c:pt idx="73277">
                  <c:v>45974.72152777778</c:v>
                </c:pt>
                <c:pt idx="73278">
                  <c:v>45638.881944444453</c:v>
                </c:pt>
                <c:pt idx="73279">
                  <c:v>45909.506249999999</c:v>
                </c:pt>
                <c:pt idx="73280">
                  <c:v>45752.676388888889</c:v>
                </c:pt>
                <c:pt idx="73281">
                  <c:v>45833.59375</c:v>
                </c:pt>
                <c:pt idx="73282">
                  <c:v>45582.793749999997</c:v>
                </c:pt>
                <c:pt idx="73283">
                  <c:v>45715.473611111112</c:v>
                </c:pt>
                <c:pt idx="73284">
                  <c:v>45878.566666666673</c:v>
                </c:pt>
                <c:pt idx="73285">
                  <c:v>45684.67291666667</c:v>
                </c:pt>
                <c:pt idx="73286">
                  <c:v>45984.879166666673</c:v>
                </c:pt>
                <c:pt idx="73287">
                  <c:v>45705.709027777782</c:v>
                </c:pt>
                <c:pt idx="73288">
                  <c:v>45799.838888888888</c:v>
                </c:pt>
                <c:pt idx="73289">
                  <c:v>45852.417361111111</c:v>
                </c:pt>
                <c:pt idx="73290">
                  <c:v>45866.436805555553</c:v>
                </c:pt>
                <c:pt idx="73291">
                  <c:v>45419.425694444442</c:v>
                </c:pt>
                <c:pt idx="73292">
                  <c:v>45986.686111111107</c:v>
                </c:pt>
                <c:pt idx="73293">
                  <c:v>45537.484722222223</c:v>
                </c:pt>
                <c:pt idx="73294">
                  <c:v>45484.725694444453</c:v>
                </c:pt>
                <c:pt idx="73295">
                  <c:v>45723.348611111112</c:v>
                </c:pt>
                <c:pt idx="73296">
                  <c:v>45455.713888888888</c:v>
                </c:pt>
                <c:pt idx="73297">
                  <c:v>45603.451388888891</c:v>
                </c:pt>
                <c:pt idx="73298">
                  <c:v>45413.904166666667</c:v>
                </c:pt>
                <c:pt idx="73299">
                  <c:v>45506.688194444447</c:v>
                </c:pt>
                <c:pt idx="73300">
                  <c:v>46017.444444444453</c:v>
                </c:pt>
                <c:pt idx="73301">
                  <c:v>45441.411111111112</c:v>
                </c:pt>
                <c:pt idx="73302">
                  <c:v>45802.36041666667</c:v>
                </c:pt>
                <c:pt idx="73303">
                  <c:v>45904.555555555547</c:v>
                </c:pt>
                <c:pt idx="73304">
                  <c:v>45753.754166666673</c:v>
                </c:pt>
                <c:pt idx="73305">
                  <c:v>45777.705555555563</c:v>
                </c:pt>
                <c:pt idx="73306">
                  <c:v>45935.399305555547</c:v>
                </c:pt>
                <c:pt idx="73307">
                  <c:v>46005.381249999999</c:v>
                </c:pt>
                <c:pt idx="73308">
                  <c:v>45708.311111111107</c:v>
                </c:pt>
                <c:pt idx="73309">
                  <c:v>45659.404861111107</c:v>
                </c:pt>
                <c:pt idx="73310">
                  <c:v>45582.690972222219</c:v>
                </c:pt>
                <c:pt idx="73311">
                  <c:v>45543.271527777782</c:v>
                </c:pt>
                <c:pt idx="73312">
                  <c:v>45876.238194444442</c:v>
                </c:pt>
                <c:pt idx="73313">
                  <c:v>45537.459722222222</c:v>
                </c:pt>
                <c:pt idx="73314">
                  <c:v>45556.738888888889</c:v>
                </c:pt>
                <c:pt idx="73315">
                  <c:v>45975.291666666657</c:v>
                </c:pt>
                <c:pt idx="73316">
                  <c:v>45859.932638888888</c:v>
                </c:pt>
                <c:pt idx="73317">
                  <c:v>45889.588888888888</c:v>
                </c:pt>
                <c:pt idx="73318">
                  <c:v>45727.552777777782</c:v>
                </c:pt>
                <c:pt idx="73319">
                  <c:v>45727.552777777782</c:v>
                </c:pt>
                <c:pt idx="73320">
                  <c:v>45559.449305555558</c:v>
                </c:pt>
                <c:pt idx="73321">
                  <c:v>45656.598611111112</c:v>
                </c:pt>
                <c:pt idx="73322">
                  <c:v>45559.449305555558</c:v>
                </c:pt>
                <c:pt idx="73323">
                  <c:v>45889.588888888888</c:v>
                </c:pt>
                <c:pt idx="73324">
                  <c:v>45859.932638888888</c:v>
                </c:pt>
                <c:pt idx="73325">
                  <c:v>45656.598611111112</c:v>
                </c:pt>
                <c:pt idx="73326">
                  <c:v>45733.35833333333</c:v>
                </c:pt>
                <c:pt idx="73327">
                  <c:v>45779.367361111108</c:v>
                </c:pt>
                <c:pt idx="73328">
                  <c:v>45982.49722222222</c:v>
                </c:pt>
                <c:pt idx="73329">
                  <c:v>45891.592361111107</c:v>
                </c:pt>
                <c:pt idx="73330">
                  <c:v>45548.686111111107</c:v>
                </c:pt>
                <c:pt idx="73331">
                  <c:v>45824.407638888893</c:v>
                </c:pt>
                <c:pt idx="73332">
                  <c:v>45604.62222222222</c:v>
                </c:pt>
                <c:pt idx="73333">
                  <c:v>46022.553472222222</c:v>
                </c:pt>
                <c:pt idx="73334">
                  <c:v>45706.493750000001</c:v>
                </c:pt>
                <c:pt idx="73335">
                  <c:v>45436.657638888893</c:v>
                </c:pt>
                <c:pt idx="73336">
                  <c:v>45551.40902777778</c:v>
                </c:pt>
                <c:pt idx="73337">
                  <c:v>45329.838194444441</c:v>
                </c:pt>
                <c:pt idx="73338">
                  <c:v>45497.790277777778</c:v>
                </c:pt>
                <c:pt idx="73339">
                  <c:v>45350.415972222218</c:v>
                </c:pt>
                <c:pt idx="73340">
                  <c:v>45384.73333333333</c:v>
                </c:pt>
                <c:pt idx="73341">
                  <c:v>45636.84652777778</c:v>
                </c:pt>
                <c:pt idx="73342">
                  <c:v>45508.786111111112</c:v>
                </c:pt>
                <c:pt idx="73343">
                  <c:v>45582.8125</c:v>
                </c:pt>
                <c:pt idx="73344">
                  <c:v>45741.383333333331</c:v>
                </c:pt>
                <c:pt idx="73345">
                  <c:v>45795.450694444437</c:v>
                </c:pt>
                <c:pt idx="73346">
                  <c:v>45874.84097222222</c:v>
                </c:pt>
                <c:pt idx="73347">
                  <c:v>45696.663194444453</c:v>
                </c:pt>
                <c:pt idx="73348">
                  <c:v>45837.669444444437</c:v>
                </c:pt>
                <c:pt idx="73349">
                  <c:v>45918.759027777778</c:v>
                </c:pt>
                <c:pt idx="73350">
                  <c:v>45534.259722222218</c:v>
                </c:pt>
                <c:pt idx="73351">
                  <c:v>45971.743750000001</c:v>
                </c:pt>
                <c:pt idx="73352">
                  <c:v>45368.585416666669</c:v>
                </c:pt>
                <c:pt idx="73353">
                  <c:v>45669.652083333327</c:v>
                </c:pt>
                <c:pt idx="73354">
                  <c:v>45587.654861111107</c:v>
                </c:pt>
                <c:pt idx="73355">
                  <c:v>45744.480555555558</c:v>
                </c:pt>
                <c:pt idx="73356">
                  <c:v>45854.734027777777</c:v>
                </c:pt>
                <c:pt idx="73357">
                  <c:v>45330.522916666669</c:v>
                </c:pt>
                <c:pt idx="73358">
                  <c:v>45310.59375</c:v>
                </c:pt>
                <c:pt idx="73359">
                  <c:v>45502.645833333343</c:v>
                </c:pt>
                <c:pt idx="73360">
                  <c:v>45695.709027777782</c:v>
                </c:pt>
                <c:pt idx="73361">
                  <c:v>45491.650694444441</c:v>
                </c:pt>
                <c:pt idx="73362">
                  <c:v>45506.679861111108</c:v>
                </c:pt>
                <c:pt idx="73363">
                  <c:v>45656.98333333333</c:v>
                </c:pt>
                <c:pt idx="73364">
                  <c:v>45608.729166666657</c:v>
                </c:pt>
                <c:pt idx="73365">
                  <c:v>45488.290972222218</c:v>
                </c:pt>
                <c:pt idx="73366">
                  <c:v>45389.445138888892</c:v>
                </c:pt>
                <c:pt idx="73367">
                  <c:v>45545.296527777777</c:v>
                </c:pt>
                <c:pt idx="73368">
                  <c:v>45321.896527777782</c:v>
                </c:pt>
                <c:pt idx="73369">
                  <c:v>45594.708333333343</c:v>
                </c:pt>
                <c:pt idx="73370">
                  <c:v>45374.482638888891</c:v>
                </c:pt>
                <c:pt idx="73371">
                  <c:v>45601.453472222223</c:v>
                </c:pt>
                <c:pt idx="73372">
                  <c:v>45583.539583333331</c:v>
                </c:pt>
                <c:pt idx="73373">
                  <c:v>45692.34097222222</c:v>
                </c:pt>
                <c:pt idx="73374">
                  <c:v>45977.127083333333</c:v>
                </c:pt>
                <c:pt idx="73375">
                  <c:v>45814.438888888893</c:v>
                </c:pt>
                <c:pt idx="73376">
                  <c:v>45859.718055555553</c:v>
                </c:pt>
                <c:pt idx="73377">
                  <c:v>45955.347916666673</c:v>
                </c:pt>
                <c:pt idx="73378">
                  <c:v>45917.34375</c:v>
                </c:pt>
                <c:pt idx="73379">
                  <c:v>46001.706250000003</c:v>
                </c:pt>
                <c:pt idx="73380">
                  <c:v>45888.34097222222</c:v>
                </c:pt>
                <c:pt idx="73381">
                  <c:v>45914.863194444442</c:v>
                </c:pt>
                <c:pt idx="73382">
                  <c:v>45618.950694444437</c:v>
                </c:pt>
                <c:pt idx="73383">
                  <c:v>45784.884722222218</c:v>
                </c:pt>
                <c:pt idx="73384">
                  <c:v>45839.871527777781</c:v>
                </c:pt>
                <c:pt idx="73385">
                  <c:v>45714.885416666657</c:v>
                </c:pt>
                <c:pt idx="73386">
                  <c:v>45677.849305555559</c:v>
                </c:pt>
                <c:pt idx="73387">
                  <c:v>45865.867361111108</c:v>
                </c:pt>
                <c:pt idx="73388">
                  <c:v>45451.834722222222</c:v>
                </c:pt>
                <c:pt idx="73389">
                  <c:v>45974.859027777777</c:v>
                </c:pt>
                <c:pt idx="73390">
                  <c:v>45935.868055555547</c:v>
                </c:pt>
                <c:pt idx="73391">
                  <c:v>45772.836805555547</c:v>
                </c:pt>
                <c:pt idx="73392">
                  <c:v>45395.831250000003</c:v>
                </c:pt>
                <c:pt idx="73393">
                  <c:v>45535.552777777782</c:v>
                </c:pt>
                <c:pt idx="73394">
                  <c:v>45328.836805555547</c:v>
                </c:pt>
                <c:pt idx="73395">
                  <c:v>45918.29791666667</c:v>
                </c:pt>
                <c:pt idx="73396">
                  <c:v>46023.806250000001</c:v>
                </c:pt>
                <c:pt idx="73397">
                  <c:v>45890.804861111108</c:v>
                </c:pt>
                <c:pt idx="73398">
                  <c:v>45650.748611111107</c:v>
                </c:pt>
                <c:pt idx="73399">
                  <c:v>45878.686805555553</c:v>
                </c:pt>
                <c:pt idx="73400">
                  <c:v>45345.79583333333</c:v>
                </c:pt>
                <c:pt idx="73401">
                  <c:v>45866.792361111111</c:v>
                </c:pt>
                <c:pt idx="73402">
                  <c:v>45299.746527777781</c:v>
                </c:pt>
                <c:pt idx="73403">
                  <c:v>45479.929166666669</c:v>
                </c:pt>
                <c:pt idx="73404">
                  <c:v>45484.595833333333</c:v>
                </c:pt>
                <c:pt idx="73405">
                  <c:v>45313.981249999997</c:v>
                </c:pt>
                <c:pt idx="73406">
                  <c:v>45400.524305555547</c:v>
                </c:pt>
                <c:pt idx="73407">
                  <c:v>45858.145833333343</c:v>
                </c:pt>
                <c:pt idx="73408">
                  <c:v>45945.553472222222</c:v>
                </c:pt>
                <c:pt idx="73409">
                  <c:v>45976.324999999997</c:v>
                </c:pt>
                <c:pt idx="73410">
                  <c:v>45890.771527777782</c:v>
                </c:pt>
                <c:pt idx="73411">
                  <c:v>45808.543749999997</c:v>
                </c:pt>
                <c:pt idx="73412">
                  <c:v>45995.35833333333</c:v>
                </c:pt>
                <c:pt idx="73413">
                  <c:v>45975.236805555563</c:v>
                </c:pt>
                <c:pt idx="73414">
                  <c:v>46015.296527777777</c:v>
                </c:pt>
                <c:pt idx="73415">
                  <c:v>45955.397916666669</c:v>
                </c:pt>
                <c:pt idx="73416">
                  <c:v>45964.234722222223</c:v>
                </c:pt>
                <c:pt idx="73417">
                  <c:v>45947.35</c:v>
                </c:pt>
                <c:pt idx="73418">
                  <c:v>45719.85833333333</c:v>
                </c:pt>
                <c:pt idx="73419">
                  <c:v>45984.474305555559</c:v>
                </c:pt>
                <c:pt idx="73420">
                  <c:v>45778.867361111108</c:v>
                </c:pt>
                <c:pt idx="73421">
                  <c:v>45866.921527777777</c:v>
                </c:pt>
                <c:pt idx="73422">
                  <c:v>45824.363888888889</c:v>
                </c:pt>
                <c:pt idx="73423">
                  <c:v>45660.488194444442</c:v>
                </c:pt>
                <c:pt idx="73424">
                  <c:v>45898.718055555553</c:v>
                </c:pt>
                <c:pt idx="73425">
                  <c:v>45764.595833333333</c:v>
                </c:pt>
                <c:pt idx="73426">
                  <c:v>45664.831250000003</c:v>
                </c:pt>
                <c:pt idx="73427">
                  <c:v>45670.510416666657</c:v>
                </c:pt>
                <c:pt idx="73428">
                  <c:v>45489.78402777778</c:v>
                </c:pt>
                <c:pt idx="73429">
                  <c:v>45896.356249999997</c:v>
                </c:pt>
                <c:pt idx="73430">
                  <c:v>45740.583333333343</c:v>
                </c:pt>
                <c:pt idx="73431">
                  <c:v>45974.275000000001</c:v>
                </c:pt>
                <c:pt idx="73432">
                  <c:v>45545.300694444442</c:v>
                </c:pt>
                <c:pt idx="73433">
                  <c:v>45753.661111111112</c:v>
                </c:pt>
                <c:pt idx="73434">
                  <c:v>45498.724999999999</c:v>
                </c:pt>
                <c:pt idx="73435">
                  <c:v>45479.67291666667</c:v>
                </c:pt>
                <c:pt idx="73436">
                  <c:v>45859.42083333333</c:v>
                </c:pt>
                <c:pt idx="73437">
                  <c:v>45828.654166666667</c:v>
                </c:pt>
                <c:pt idx="73438">
                  <c:v>45505.552083333343</c:v>
                </c:pt>
                <c:pt idx="73439">
                  <c:v>45717.668749999997</c:v>
                </c:pt>
                <c:pt idx="73440">
                  <c:v>45780.334722222222</c:v>
                </c:pt>
                <c:pt idx="73441">
                  <c:v>45525.667361111111</c:v>
                </c:pt>
                <c:pt idx="73442">
                  <c:v>45951.362500000003</c:v>
                </c:pt>
                <c:pt idx="73443">
                  <c:v>45989.222222222219</c:v>
                </c:pt>
                <c:pt idx="73444">
                  <c:v>45436.60833333333</c:v>
                </c:pt>
                <c:pt idx="73445">
                  <c:v>45341.686111111107</c:v>
                </c:pt>
                <c:pt idx="73446">
                  <c:v>45377.354166666657</c:v>
                </c:pt>
                <c:pt idx="73447">
                  <c:v>45489.4375</c:v>
                </c:pt>
                <c:pt idx="73448">
                  <c:v>45481.459722222222</c:v>
                </c:pt>
                <c:pt idx="73449">
                  <c:v>45469.486805555563</c:v>
                </c:pt>
                <c:pt idx="73450">
                  <c:v>45320.666666666657</c:v>
                </c:pt>
                <c:pt idx="73451">
                  <c:v>45502.445138888892</c:v>
                </c:pt>
                <c:pt idx="73452">
                  <c:v>45560.342361111107</c:v>
                </c:pt>
                <c:pt idx="73453">
                  <c:v>45479.597222222219</c:v>
                </c:pt>
                <c:pt idx="73454">
                  <c:v>45508.569444444453</c:v>
                </c:pt>
                <c:pt idx="73455">
                  <c:v>45533.693749999999</c:v>
                </c:pt>
                <c:pt idx="73456">
                  <c:v>45546.603472222218</c:v>
                </c:pt>
                <c:pt idx="73457">
                  <c:v>45526.665972222218</c:v>
                </c:pt>
                <c:pt idx="73458">
                  <c:v>45357.748611111107</c:v>
                </c:pt>
                <c:pt idx="73459">
                  <c:v>45414.883333333331</c:v>
                </c:pt>
                <c:pt idx="73460">
                  <c:v>45454.48333333333</c:v>
                </c:pt>
                <c:pt idx="73461">
                  <c:v>45440.859027777777</c:v>
                </c:pt>
                <c:pt idx="73462">
                  <c:v>45403.875</c:v>
                </c:pt>
                <c:pt idx="73463">
                  <c:v>45481.57708333333</c:v>
                </c:pt>
                <c:pt idx="73464">
                  <c:v>45663.61041666667</c:v>
                </c:pt>
                <c:pt idx="73465">
                  <c:v>45734.614583333343</c:v>
                </c:pt>
                <c:pt idx="73466">
                  <c:v>45881.461111111108</c:v>
                </c:pt>
                <c:pt idx="73467">
                  <c:v>45817.63958333333</c:v>
                </c:pt>
                <c:pt idx="73468">
                  <c:v>45568.670138888891</c:v>
                </c:pt>
                <c:pt idx="73469">
                  <c:v>45947.627083333333</c:v>
                </c:pt>
                <c:pt idx="73470">
                  <c:v>45595.502083333333</c:v>
                </c:pt>
                <c:pt idx="73471">
                  <c:v>45580.527777777781</c:v>
                </c:pt>
                <c:pt idx="73472">
                  <c:v>45909.49722222222</c:v>
                </c:pt>
                <c:pt idx="73473">
                  <c:v>45568.617361111108</c:v>
                </c:pt>
                <c:pt idx="73474">
                  <c:v>45624.413888888892</c:v>
                </c:pt>
                <c:pt idx="73475">
                  <c:v>45771.455555555563</c:v>
                </c:pt>
                <c:pt idx="73476">
                  <c:v>45702.493750000001</c:v>
                </c:pt>
                <c:pt idx="73477">
                  <c:v>45800.636805555558</c:v>
                </c:pt>
                <c:pt idx="73478">
                  <c:v>45747.684027777781</c:v>
                </c:pt>
                <c:pt idx="73479">
                  <c:v>45935.777777777781</c:v>
                </c:pt>
                <c:pt idx="73480">
                  <c:v>45824.602083333331</c:v>
                </c:pt>
                <c:pt idx="73481">
                  <c:v>45887.262499999997</c:v>
                </c:pt>
                <c:pt idx="73482">
                  <c:v>45571.863194444442</c:v>
                </c:pt>
                <c:pt idx="73483">
                  <c:v>45981.78402777778</c:v>
                </c:pt>
                <c:pt idx="73484">
                  <c:v>45305.948611111111</c:v>
                </c:pt>
                <c:pt idx="73485">
                  <c:v>45568.856249999997</c:v>
                </c:pt>
                <c:pt idx="73486">
                  <c:v>45749.040277777778</c:v>
                </c:pt>
                <c:pt idx="73487">
                  <c:v>45595.066666666673</c:v>
                </c:pt>
                <c:pt idx="73488">
                  <c:v>45366.765277777777</c:v>
                </c:pt>
                <c:pt idx="73489">
                  <c:v>45479.011111111111</c:v>
                </c:pt>
                <c:pt idx="73490">
                  <c:v>45535.493750000001</c:v>
                </c:pt>
                <c:pt idx="73491">
                  <c:v>45693.472916666673</c:v>
                </c:pt>
                <c:pt idx="73492">
                  <c:v>45661.625</c:v>
                </c:pt>
                <c:pt idx="73493">
                  <c:v>45345.989583333343</c:v>
                </c:pt>
                <c:pt idx="73494">
                  <c:v>45627.933333333327</c:v>
                </c:pt>
                <c:pt idx="73495">
                  <c:v>45914.657638888893</c:v>
                </c:pt>
                <c:pt idx="73496">
                  <c:v>45588.59375</c:v>
                </c:pt>
                <c:pt idx="73497">
                  <c:v>45812.609722222223</c:v>
                </c:pt>
                <c:pt idx="73498">
                  <c:v>45993.851388888892</c:v>
                </c:pt>
                <c:pt idx="73499">
                  <c:v>45906.35</c:v>
                </c:pt>
                <c:pt idx="73500">
                  <c:v>45712.786805555559</c:v>
                </c:pt>
                <c:pt idx="73501">
                  <c:v>45851.714583333327</c:v>
                </c:pt>
                <c:pt idx="73502">
                  <c:v>45804.462500000001</c:v>
                </c:pt>
                <c:pt idx="73503">
                  <c:v>45759.64166666667</c:v>
                </c:pt>
                <c:pt idx="73504">
                  <c:v>45961.824999999997</c:v>
                </c:pt>
                <c:pt idx="73505">
                  <c:v>45728.708333333343</c:v>
                </c:pt>
                <c:pt idx="73506">
                  <c:v>45405.40902777778</c:v>
                </c:pt>
                <c:pt idx="73507">
                  <c:v>45754.90625</c:v>
                </c:pt>
                <c:pt idx="73508">
                  <c:v>45923.37777777778</c:v>
                </c:pt>
                <c:pt idx="73509">
                  <c:v>45571.887499999997</c:v>
                </c:pt>
                <c:pt idx="73510">
                  <c:v>45951.413194444453</c:v>
                </c:pt>
                <c:pt idx="73511">
                  <c:v>45322.512499999997</c:v>
                </c:pt>
                <c:pt idx="73512">
                  <c:v>45752.378472222219</c:v>
                </c:pt>
                <c:pt idx="73513">
                  <c:v>45749.998611111107</c:v>
                </c:pt>
                <c:pt idx="73514">
                  <c:v>45340.371527777781</c:v>
                </c:pt>
                <c:pt idx="73515">
                  <c:v>45934.37777777778</c:v>
                </c:pt>
                <c:pt idx="73516">
                  <c:v>45869.826388888891</c:v>
                </c:pt>
                <c:pt idx="73517">
                  <c:v>45803.991666666669</c:v>
                </c:pt>
                <c:pt idx="73518">
                  <c:v>45923.709027777782</c:v>
                </c:pt>
                <c:pt idx="73519">
                  <c:v>45658.693055555559</c:v>
                </c:pt>
                <c:pt idx="73520">
                  <c:v>45998.949305555558</c:v>
                </c:pt>
                <c:pt idx="73521">
                  <c:v>45708.745138888888</c:v>
                </c:pt>
                <c:pt idx="73522">
                  <c:v>45980.02847222222</c:v>
                </c:pt>
                <c:pt idx="73523">
                  <c:v>45896.315972222219</c:v>
                </c:pt>
                <c:pt idx="73524">
                  <c:v>45847.789583333331</c:v>
                </c:pt>
                <c:pt idx="73525">
                  <c:v>45777.997916666667</c:v>
                </c:pt>
                <c:pt idx="73526">
                  <c:v>46022.48541666667</c:v>
                </c:pt>
                <c:pt idx="73527">
                  <c:v>45826.740277777782</c:v>
                </c:pt>
                <c:pt idx="73528">
                  <c:v>45989.314583333333</c:v>
                </c:pt>
                <c:pt idx="73529">
                  <c:v>45865.67291666667</c:v>
                </c:pt>
                <c:pt idx="73530">
                  <c:v>45877.916666666657</c:v>
                </c:pt>
                <c:pt idx="73531">
                  <c:v>45823.709027777782</c:v>
                </c:pt>
                <c:pt idx="73532">
                  <c:v>45943.375694444447</c:v>
                </c:pt>
                <c:pt idx="73533">
                  <c:v>45954.349305555559</c:v>
                </c:pt>
                <c:pt idx="73534">
                  <c:v>45787.843055555553</c:v>
                </c:pt>
                <c:pt idx="73535">
                  <c:v>45898.459027777782</c:v>
                </c:pt>
                <c:pt idx="73536">
                  <c:v>45832.52847222222</c:v>
                </c:pt>
                <c:pt idx="73537">
                  <c:v>45777.688194444447</c:v>
                </c:pt>
                <c:pt idx="73538">
                  <c:v>46013.34375</c:v>
                </c:pt>
                <c:pt idx="73539">
                  <c:v>45716.388888888891</c:v>
                </c:pt>
                <c:pt idx="73540">
                  <c:v>45844.46875</c:v>
                </c:pt>
                <c:pt idx="73541">
                  <c:v>45916.472222222219</c:v>
                </c:pt>
                <c:pt idx="73542">
                  <c:v>45725.445138888892</c:v>
                </c:pt>
                <c:pt idx="73543">
                  <c:v>45795.618055555547</c:v>
                </c:pt>
                <c:pt idx="73544">
                  <c:v>45762.707638888889</c:v>
                </c:pt>
                <c:pt idx="73545">
                  <c:v>45499.306250000001</c:v>
                </c:pt>
                <c:pt idx="73546">
                  <c:v>45673.27847222222</c:v>
                </c:pt>
                <c:pt idx="73547">
                  <c:v>45888.362500000003</c:v>
                </c:pt>
                <c:pt idx="73548">
                  <c:v>45694.8125</c:v>
                </c:pt>
                <c:pt idx="73549">
                  <c:v>45829.548611111109</c:v>
                </c:pt>
                <c:pt idx="73550">
                  <c:v>45969.219444444447</c:v>
                </c:pt>
                <c:pt idx="73551">
                  <c:v>45915.404861111107</c:v>
                </c:pt>
                <c:pt idx="73552">
                  <c:v>45806.395833333343</c:v>
                </c:pt>
                <c:pt idx="73553">
                  <c:v>45938.400694444441</c:v>
                </c:pt>
                <c:pt idx="73554">
                  <c:v>45596.525694444441</c:v>
                </c:pt>
                <c:pt idx="73555">
                  <c:v>45743.444444444453</c:v>
                </c:pt>
                <c:pt idx="73556">
                  <c:v>45860.379166666673</c:v>
                </c:pt>
                <c:pt idx="73557">
                  <c:v>45777.382638888892</c:v>
                </c:pt>
                <c:pt idx="73558">
                  <c:v>46000.523611111108</c:v>
                </c:pt>
                <c:pt idx="73559">
                  <c:v>45931.539583333331</c:v>
                </c:pt>
                <c:pt idx="73560">
                  <c:v>45817.632638888892</c:v>
                </c:pt>
                <c:pt idx="73561">
                  <c:v>45597.840277777781</c:v>
                </c:pt>
                <c:pt idx="73562">
                  <c:v>45442.499305555553</c:v>
                </c:pt>
                <c:pt idx="73563">
                  <c:v>45769.64166666667</c:v>
                </c:pt>
                <c:pt idx="73564">
                  <c:v>45379.418749999997</c:v>
                </c:pt>
                <c:pt idx="73565">
                  <c:v>46016.357638888891</c:v>
                </c:pt>
                <c:pt idx="73566">
                  <c:v>45695.588888888888</c:v>
                </c:pt>
                <c:pt idx="73567">
                  <c:v>45820.365972222222</c:v>
                </c:pt>
                <c:pt idx="73568">
                  <c:v>45748.647916666669</c:v>
                </c:pt>
                <c:pt idx="73569">
                  <c:v>45329.875</c:v>
                </c:pt>
                <c:pt idx="73570">
                  <c:v>45537.638888888891</c:v>
                </c:pt>
                <c:pt idx="73571">
                  <c:v>45781.432638888888</c:v>
                </c:pt>
                <c:pt idx="73572">
                  <c:v>45597.348611111112</c:v>
                </c:pt>
                <c:pt idx="73573">
                  <c:v>45689.752083333333</c:v>
                </c:pt>
                <c:pt idx="73574">
                  <c:v>45718.434027777781</c:v>
                </c:pt>
                <c:pt idx="73575">
                  <c:v>45385.929861111108</c:v>
                </c:pt>
                <c:pt idx="73576">
                  <c:v>45659.474999999999</c:v>
                </c:pt>
                <c:pt idx="73577">
                  <c:v>45849.379166666673</c:v>
                </c:pt>
                <c:pt idx="73578">
                  <c:v>45810.519444444442</c:v>
                </c:pt>
                <c:pt idx="73579">
                  <c:v>45924.788888888892</c:v>
                </c:pt>
                <c:pt idx="73580">
                  <c:v>45870.396527777782</c:v>
                </c:pt>
                <c:pt idx="73581">
                  <c:v>45672.689583333333</c:v>
                </c:pt>
                <c:pt idx="73582">
                  <c:v>45872.207638888889</c:v>
                </c:pt>
                <c:pt idx="73583">
                  <c:v>45560.990277777782</c:v>
                </c:pt>
                <c:pt idx="73584">
                  <c:v>45415.792361111111</c:v>
                </c:pt>
                <c:pt idx="73585">
                  <c:v>46006.061111111107</c:v>
                </c:pt>
                <c:pt idx="73586">
                  <c:v>45943.604166666657</c:v>
                </c:pt>
                <c:pt idx="73587">
                  <c:v>45749.966666666667</c:v>
                </c:pt>
                <c:pt idx="73588">
                  <c:v>45708.540277777778</c:v>
                </c:pt>
                <c:pt idx="73589">
                  <c:v>45708.540277777778</c:v>
                </c:pt>
                <c:pt idx="73590">
                  <c:v>45668.683333333327</c:v>
                </c:pt>
                <c:pt idx="73591">
                  <c:v>45779.660416666673</c:v>
                </c:pt>
                <c:pt idx="73592">
                  <c:v>45668.683333333327</c:v>
                </c:pt>
                <c:pt idx="73593">
                  <c:v>45917.584722222222</c:v>
                </c:pt>
                <c:pt idx="73594">
                  <c:v>45823.671527777777</c:v>
                </c:pt>
                <c:pt idx="73595">
                  <c:v>45823.671527777777</c:v>
                </c:pt>
                <c:pt idx="73596">
                  <c:v>45779.660416666673</c:v>
                </c:pt>
                <c:pt idx="73597">
                  <c:v>45917.584722222222</c:v>
                </c:pt>
                <c:pt idx="73598">
                  <c:v>45514.877083333333</c:v>
                </c:pt>
                <c:pt idx="73599">
                  <c:v>45514.877083333333</c:v>
                </c:pt>
                <c:pt idx="73600">
                  <c:v>45993.495138888888</c:v>
                </c:pt>
                <c:pt idx="73601">
                  <c:v>45761.450694444437</c:v>
                </c:pt>
                <c:pt idx="73602">
                  <c:v>45804.447916666657</c:v>
                </c:pt>
                <c:pt idx="73603">
                  <c:v>45662.790972222218</c:v>
                </c:pt>
                <c:pt idx="73604">
                  <c:v>45912.579861111109</c:v>
                </c:pt>
                <c:pt idx="73605">
                  <c:v>45632.402777777781</c:v>
                </c:pt>
                <c:pt idx="73606">
                  <c:v>45587.76458333333</c:v>
                </c:pt>
                <c:pt idx="73607">
                  <c:v>45558.822916666657</c:v>
                </c:pt>
                <c:pt idx="73608">
                  <c:v>45857.578472222223</c:v>
                </c:pt>
                <c:pt idx="73609">
                  <c:v>45703.666666666657</c:v>
                </c:pt>
                <c:pt idx="73610">
                  <c:v>45959.517361111109</c:v>
                </c:pt>
                <c:pt idx="73611">
                  <c:v>45825.398611111108</c:v>
                </c:pt>
                <c:pt idx="73612">
                  <c:v>45964.545138888891</c:v>
                </c:pt>
                <c:pt idx="73613">
                  <c:v>45609.551388888889</c:v>
                </c:pt>
                <c:pt idx="73614">
                  <c:v>45300.497916666667</c:v>
                </c:pt>
                <c:pt idx="73615">
                  <c:v>45539.527777777781</c:v>
                </c:pt>
                <c:pt idx="73616">
                  <c:v>45404.35833333333</c:v>
                </c:pt>
                <c:pt idx="73617">
                  <c:v>45992.499305555553</c:v>
                </c:pt>
                <c:pt idx="73618">
                  <c:v>45561.585416666669</c:v>
                </c:pt>
                <c:pt idx="73619">
                  <c:v>45957.602777777778</c:v>
                </c:pt>
                <c:pt idx="73620">
                  <c:v>45988.502083333333</c:v>
                </c:pt>
                <c:pt idx="73621">
                  <c:v>45680.963194444441</c:v>
                </c:pt>
                <c:pt idx="73622">
                  <c:v>45624.781944444447</c:v>
                </c:pt>
                <c:pt idx="73623">
                  <c:v>45835.394444444442</c:v>
                </c:pt>
                <c:pt idx="73624">
                  <c:v>45783.655555555553</c:v>
                </c:pt>
                <c:pt idx="73625">
                  <c:v>45919.694444444453</c:v>
                </c:pt>
                <c:pt idx="73626">
                  <c:v>45876.909722222219</c:v>
                </c:pt>
                <c:pt idx="73627">
                  <c:v>45855.011805555558</c:v>
                </c:pt>
                <c:pt idx="73628">
                  <c:v>45881.763888888891</c:v>
                </c:pt>
                <c:pt idx="73629">
                  <c:v>45741.000694444447</c:v>
                </c:pt>
                <c:pt idx="73630">
                  <c:v>45494.958333333343</c:v>
                </c:pt>
                <c:pt idx="73631">
                  <c:v>45407.324999999997</c:v>
                </c:pt>
                <c:pt idx="73632">
                  <c:v>45439.456250000003</c:v>
                </c:pt>
                <c:pt idx="73633">
                  <c:v>45512.871527777781</c:v>
                </c:pt>
                <c:pt idx="73634">
                  <c:v>45433.647222222222</c:v>
                </c:pt>
                <c:pt idx="73635">
                  <c:v>45587.520833333343</c:v>
                </c:pt>
                <c:pt idx="73636">
                  <c:v>45346.831250000003</c:v>
                </c:pt>
                <c:pt idx="73637">
                  <c:v>45666.386111111111</c:v>
                </c:pt>
                <c:pt idx="73638">
                  <c:v>45418.726388888892</c:v>
                </c:pt>
                <c:pt idx="73639">
                  <c:v>45953.551388888889</c:v>
                </c:pt>
                <c:pt idx="73640">
                  <c:v>45622.517361111109</c:v>
                </c:pt>
                <c:pt idx="73641">
                  <c:v>45795.006944444453</c:v>
                </c:pt>
                <c:pt idx="73642">
                  <c:v>45872.430555555547</c:v>
                </c:pt>
                <c:pt idx="73643">
                  <c:v>46013.929861111108</c:v>
                </c:pt>
                <c:pt idx="73644">
                  <c:v>46013.929861111108</c:v>
                </c:pt>
                <c:pt idx="73645">
                  <c:v>45872.430555555547</c:v>
                </c:pt>
                <c:pt idx="73646">
                  <c:v>45987.898611111108</c:v>
                </c:pt>
                <c:pt idx="73647">
                  <c:v>45987.898611111108</c:v>
                </c:pt>
                <c:pt idx="73648">
                  <c:v>45795.006944444453</c:v>
                </c:pt>
                <c:pt idx="73649">
                  <c:v>45816.918055555558</c:v>
                </c:pt>
                <c:pt idx="73650">
                  <c:v>45911.418055555558</c:v>
                </c:pt>
                <c:pt idx="73651">
                  <c:v>45775.893055555563</c:v>
                </c:pt>
                <c:pt idx="73652">
                  <c:v>45816.918055555558</c:v>
                </c:pt>
                <c:pt idx="73653">
                  <c:v>45775.893055555563</c:v>
                </c:pt>
                <c:pt idx="73654">
                  <c:v>45911.418055555558</c:v>
                </c:pt>
                <c:pt idx="73655">
                  <c:v>45676.627083333333</c:v>
                </c:pt>
                <c:pt idx="73656">
                  <c:v>45987.260416666657</c:v>
                </c:pt>
                <c:pt idx="73657">
                  <c:v>46011.861805555563</c:v>
                </c:pt>
                <c:pt idx="73658">
                  <c:v>45620.523611111108</c:v>
                </c:pt>
                <c:pt idx="73659">
                  <c:v>45910.808333333327</c:v>
                </c:pt>
                <c:pt idx="73660">
                  <c:v>45999.763888888891</c:v>
                </c:pt>
                <c:pt idx="73661">
                  <c:v>45770.719444444447</c:v>
                </c:pt>
                <c:pt idx="73662">
                  <c:v>45922.307638888888</c:v>
                </c:pt>
                <c:pt idx="73663">
                  <c:v>46014.48333333333</c:v>
                </c:pt>
                <c:pt idx="73664">
                  <c:v>45868.343055555553</c:v>
                </c:pt>
                <c:pt idx="73665">
                  <c:v>45714.445138888892</c:v>
                </c:pt>
                <c:pt idx="73666">
                  <c:v>45637.397916666669</c:v>
                </c:pt>
                <c:pt idx="73667">
                  <c:v>45590.834027777782</c:v>
                </c:pt>
                <c:pt idx="73668">
                  <c:v>45573.463194444441</c:v>
                </c:pt>
                <c:pt idx="73669">
                  <c:v>45750.479166666657</c:v>
                </c:pt>
                <c:pt idx="73670">
                  <c:v>45750.479166666657</c:v>
                </c:pt>
                <c:pt idx="73671">
                  <c:v>45942.64166666667</c:v>
                </c:pt>
                <c:pt idx="73672">
                  <c:v>45978.459722222222</c:v>
                </c:pt>
                <c:pt idx="73673">
                  <c:v>45942.64166666667</c:v>
                </c:pt>
                <c:pt idx="73674">
                  <c:v>46010.640972222223</c:v>
                </c:pt>
                <c:pt idx="73675">
                  <c:v>46010.640972222223</c:v>
                </c:pt>
                <c:pt idx="73676">
                  <c:v>45978.459722222222</c:v>
                </c:pt>
                <c:pt idx="73677">
                  <c:v>45863.533333333333</c:v>
                </c:pt>
                <c:pt idx="73678">
                  <c:v>45605.263194444437</c:v>
                </c:pt>
                <c:pt idx="73679">
                  <c:v>45568.432638888888</c:v>
                </c:pt>
                <c:pt idx="73680">
                  <c:v>45821.35833333333</c:v>
                </c:pt>
                <c:pt idx="73681">
                  <c:v>45656.165277777778</c:v>
                </c:pt>
                <c:pt idx="73682">
                  <c:v>45605.263194444437</c:v>
                </c:pt>
                <c:pt idx="73683">
                  <c:v>45863.533333333333</c:v>
                </c:pt>
                <c:pt idx="73684">
                  <c:v>45513.334027777782</c:v>
                </c:pt>
                <c:pt idx="73685">
                  <c:v>45656.165277777778</c:v>
                </c:pt>
                <c:pt idx="73686">
                  <c:v>45778.557638888888</c:v>
                </c:pt>
                <c:pt idx="73687">
                  <c:v>45778.557638888888</c:v>
                </c:pt>
                <c:pt idx="73688">
                  <c:v>45821.35833333333</c:v>
                </c:pt>
                <c:pt idx="73689">
                  <c:v>45513.334027777782</c:v>
                </c:pt>
                <c:pt idx="73690">
                  <c:v>45568.432638888888</c:v>
                </c:pt>
                <c:pt idx="73691">
                  <c:v>45599.799305555563</c:v>
                </c:pt>
                <c:pt idx="73692">
                  <c:v>45657.609722222223</c:v>
                </c:pt>
                <c:pt idx="73693">
                  <c:v>46019.684027777781</c:v>
                </c:pt>
                <c:pt idx="73694">
                  <c:v>45723.495138888888</c:v>
                </c:pt>
                <c:pt idx="73695">
                  <c:v>45334.364583333343</c:v>
                </c:pt>
                <c:pt idx="73696">
                  <c:v>45584.734027777777</c:v>
                </c:pt>
                <c:pt idx="73697">
                  <c:v>45396.779166666667</c:v>
                </c:pt>
                <c:pt idx="73698">
                  <c:v>45766.977083333331</c:v>
                </c:pt>
                <c:pt idx="73699">
                  <c:v>45924.442361111112</c:v>
                </c:pt>
                <c:pt idx="73700">
                  <c:v>45516.365277777782</c:v>
                </c:pt>
                <c:pt idx="73701">
                  <c:v>45918.747916666667</c:v>
                </c:pt>
                <c:pt idx="73702">
                  <c:v>45462.845138888893</c:v>
                </c:pt>
                <c:pt idx="73703">
                  <c:v>45668.85</c:v>
                </c:pt>
                <c:pt idx="73704">
                  <c:v>45892.31527777778</c:v>
                </c:pt>
                <c:pt idx="73705">
                  <c:v>45736.513888888891</c:v>
                </c:pt>
                <c:pt idx="73706">
                  <c:v>45808.645138888889</c:v>
                </c:pt>
                <c:pt idx="73707">
                  <c:v>45977.425000000003</c:v>
                </c:pt>
                <c:pt idx="73708">
                  <c:v>45756.874305555553</c:v>
                </c:pt>
                <c:pt idx="73709">
                  <c:v>45770.84652777778</c:v>
                </c:pt>
                <c:pt idx="73710">
                  <c:v>45827.866666666669</c:v>
                </c:pt>
                <c:pt idx="73711">
                  <c:v>45887.627083333333</c:v>
                </c:pt>
                <c:pt idx="73712">
                  <c:v>45981.852083333331</c:v>
                </c:pt>
                <c:pt idx="73713">
                  <c:v>46020.658333333333</c:v>
                </c:pt>
                <c:pt idx="73714">
                  <c:v>45925.646527777782</c:v>
                </c:pt>
                <c:pt idx="73715">
                  <c:v>45782.754166666673</c:v>
                </c:pt>
                <c:pt idx="73716">
                  <c:v>45729.382638888892</c:v>
                </c:pt>
                <c:pt idx="73717">
                  <c:v>45796.914583333331</c:v>
                </c:pt>
                <c:pt idx="73718">
                  <c:v>45834.581250000003</c:v>
                </c:pt>
                <c:pt idx="73719">
                  <c:v>45746.461111111108</c:v>
                </c:pt>
                <c:pt idx="73720">
                  <c:v>45807.40347222222</c:v>
                </c:pt>
                <c:pt idx="73721">
                  <c:v>45930.560416666667</c:v>
                </c:pt>
                <c:pt idx="73722">
                  <c:v>45987.897222222222</c:v>
                </c:pt>
                <c:pt idx="73723">
                  <c:v>45895.576388888891</c:v>
                </c:pt>
                <c:pt idx="73724">
                  <c:v>45867.499305555553</c:v>
                </c:pt>
                <c:pt idx="73725">
                  <c:v>45733.777083333327</c:v>
                </c:pt>
                <c:pt idx="73726">
                  <c:v>45681.415277777778</c:v>
                </c:pt>
                <c:pt idx="73727">
                  <c:v>45866.622916666667</c:v>
                </c:pt>
                <c:pt idx="73728">
                  <c:v>45746.383333333331</c:v>
                </c:pt>
                <c:pt idx="73729">
                  <c:v>45815.45416666667</c:v>
                </c:pt>
                <c:pt idx="73730">
                  <c:v>45656.07916666667</c:v>
                </c:pt>
                <c:pt idx="73731">
                  <c:v>45944.506944444453</c:v>
                </c:pt>
                <c:pt idx="73732">
                  <c:v>45992.459722222222</c:v>
                </c:pt>
                <c:pt idx="73733">
                  <c:v>45775.479861111111</c:v>
                </c:pt>
                <c:pt idx="73734">
                  <c:v>45694.590277777781</c:v>
                </c:pt>
                <c:pt idx="73735">
                  <c:v>46003.411805555559</c:v>
                </c:pt>
                <c:pt idx="73736">
                  <c:v>45621.734027777777</c:v>
                </c:pt>
                <c:pt idx="73737">
                  <c:v>45800.350694444453</c:v>
                </c:pt>
                <c:pt idx="73738">
                  <c:v>45837.675694444442</c:v>
                </c:pt>
                <c:pt idx="73739">
                  <c:v>45890.40347222222</c:v>
                </c:pt>
                <c:pt idx="73740">
                  <c:v>45655.665277777778</c:v>
                </c:pt>
                <c:pt idx="73741">
                  <c:v>45966.771527777782</c:v>
                </c:pt>
                <c:pt idx="73742">
                  <c:v>45928.612500000003</c:v>
                </c:pt>
                <c:pt idx="73743">
                  <c:v>45584.660416666673</c:v>
                </c:pt>
                <c:pt idx="73744">
                  <c:v>45742.814583333333</c:v>
                </c:pt>
                <c:pt idx="73745">
                  <c:v>45934.65902777778</c:v>
                </c:pt>
                <c:pt idx="73746">
                  <c:v>45561.386111111111</c:v>
                </c:pt>
                <c:pt idx="73747">
                  <c:v>45423.822222222218</c:v>
                </c:pt>
                <c:pt idx="73748">
                  <c:v>45742.824999999997</c:v>
                </c:pt>
                <c:pt idx="73749">
                  <c:v>45728.443749999999</c:v>
                </c:pt>
                <c:pt idx="73750">
                  <c:v>45876.561805555553</c:v>
                </c:pt>
                <c:pt idx="73751">
                  <c:v>45986.84097222222</c:v>
                </c:pt>
                <c:pt idx="73752">
                  <c:v>45954.475694444453</c:v>
                </c:pt>
                <c:pt idx="73753">
                  <c:v>45852.48541666667</c:v>
                </c:pt>
                <c:pt idx="73754">
                  <c:v>45876.5625</c:v>
                </c:pt>
                <c:pt idx="73755">
                  <c:v>45807.449305555558</c:v>
                </c:pt>
                <c:pt idx="73756">
                  <c:v>45299.625694444447</c:v>
                </c:pt>
                <c:pt idx="73757">
                  <c:v>45969.838194444441</c:v>
                </c:pt>
                <c:pt idx="73758">
                  <c:v>45823.886805555558</c:v>
                </c:pt>
                <c:pt idx="73759">
                  <c:v>45723.413888888892</c:v>
                </c:pt>
                <c:pt idx="73760">
                  <c:v>45551.504861111112</c:v>
                </c:pt>
                <c:pt idx="73761">
                  <c:v>45675.762499999997</c:v>
                </c:pt>
                <c:pt idx="73762">
                  <c:v>45603.463194444441</c:v>
                </c:pt>
                <c:pt idx="73763">
                  <c:v>45628.517361111109</c:v>
                </c:pt>
                <c:pt idx="73764">
                  <c:v>45580.398611111108</c:v>
                </c:pt>
                <c:pt idx="73765">
                  <c:v>45536.554861111108</c:v>
                </c:pt>
                <c:pt idx="73766">
                  <c:v>45562.741666666669</c:v>
                </c:pt>
                <c:pt idx="73767">
                  <c:v>45582.818055555559</c:v>
                </c:pt>
                <c:pt idx="73768">
                  <c:v>45592.618750000001</c:v>
                </c:pt>
                <c:pt idx="73769">
                  <c:v>45699.469444444447</c:v>
                </c:pt>
                <c:pt idx="73770">
                  <c:v>45950.9375</c:v>
                </c:pt>
                <c:pt idx="73771">
                  <c:v>45760.88958333333</c:v>
                </c:pt>
                <c:pt idx="73772">
                  <c:v>45531.929166666669</c:v>
                </c:pt>
                <c:pt idx="73773">
                  <c:v>45662.963888888888</c:v>
                </c:pt>
                <c:pt idx="73774">
                  <c:v>45708.849305555559</c:v>
                </c:pt>
                <c:pt idx="73775">
                  <c:v>45907.92083333333</c:v>
                </c:pt>
                <c:pt idx="73776">
                  <c:v>45861.897222222222</c:v>
                </c:pt>
                <c:pt idx="73777">
                  <c:v>45581.925000000003</c:v>
                </c:pt>
                <c:pt idx="73778">
                  <c:v>45468.915972222218</c:v>
                </c:pt>
                <c:pt idx="73779">
                  <c:v>46002.868750000001</c:v>
                </c:pt>
                <c:pt idx="73780">
                  <c:v>45627.82916666667</c:v>
                </c:pt>
                <c:pt idx="73781">
                  <c:v>45825.884027777778</c:v>
                </c:pt>
                <c:pt idx="73782">
                  <c:v>45765.688888888893</c:v>
                </c:pt>
                <c:pt idx="73783">
                  <c:v>45723.661111111112</c:v>
                </c:pt>
                <c:pt idx="73784">
                  <c:v>45364.606249999997</c:v>
                </c:pt>
                <c:pt idx="73785">
                  <c:v>45536.297222222223</c:v>
                </c:pt>
                <c:pt idx="73786">
                  <c:v>45311.634027777778</c:v>
                </c:pt>
                <c:pt idx="73787">
                  <c:v>45530.40902777778</c:v>
                </c:pt>
                <c:pt idx="73788">
                  <c:v>45527.853472222218</c:v>
                </c:pt>
                <c:pt idx="73789">
                  <c:v>45844.984027777777</c:v>
                </c:pt>
                <c:pt idx="73790">
                  <c:v>45767.727777777778</c:v>
                </c:pt>
                <c:pt idx="73791">
                  <c:v>45897.116666666669</c:v>
                </c:pt>
                <c:pt idx="73792">
                  <c:v>45741.030555555553</c:v>
                </c:pt>
                <c:pt idx="73793">
                  <c:v>45579.283333333333</c:v>
                </c:pt>
                <c:pt idx="73794">
                  <c:v>45555.731944444437</c:v>
                </c:pt>
                <c:pt idx="73795">
                  <c:v>45620.174305555563</c:v>
                </c:pt>
                <c:pt idx="73796">
                  <c:v>45658.737500000003</c:v>
                </c:pt>
                <c:pt idx="73797">
                  <c:v>45504.854861111111</c:v>
                </c:pt>
                <c:pt idx="73798">
                  <c:v>45904.998611111107</c:v>
                </c:pt>
                <c:pt idx="73799">
                  <c:v>45873.022222222222</c:v>
                </c:pt>
                <c:pt idx="73800">
                  <c:v>45462.136805555558</c:v>
                </c:pt>
                <c:pt idx="73801">
                  <c:v>45526.490277777782</c:v>
                </c:pt>
                <c:pt idx="73802">
                  <c:v>45991.896527777782</c:v>
                </c:pt>
                <c:pt idx="73803">
                  <c:v>45926.188194444447</c:v>
                </c:pt>
                <c:pt idx="73804">
                  <c:v>45831.746527777781</c:v>
                </c:pt>
                <c:pt idx="73805">
                  <c:v>45509.100694444453</c:v>
                </c:pt>
                <c:pt idx="73806">
                  <c:v>45783.084027777782</c:v>
                </c:pt>
                <c:pt idx="73807">
                  <c:v>45841.4</c:v>
                </c:pt>
                <c:pt idx="73808">
                  <c:v>45550.502083333333</c:v>
                </c:pt>
                <c:pt idx="73809">
                  <c:v>45331.453472222223</c:v>
                </c:pt>
                <c:pt idx="73810">
                  <c:v>45455.479861111111</c:v>
                </c:pt>
                <c:pt idx="73811">
                  <c:v>45917.520138888889</c:v>
                </c:pt>
                <c:pt idx="73812">
                  <c:v>45723.378472222219</c:v>
                </c:pt>
                <c:pt idx="73813">
                  <c:v>45691.604166666657</c:v>
                </c:pt>
                <c:pt idx="73814">
                  <c:v>45585.684027777781</c:v>
                </c:pt>
                <c:pt idx="73815">
                  <c:v>45463.302777777782</c:v>
                </c:pt>
                <c:pt idx="73816">
                  <c:v>45401.131249999999</c:v>
                </c:pt>
                <c:pt idx="73817">
                  <c:v>45709.510416666657</c:v>
                </c:pt>
                <c:pt idx="73818">
                  <c:v>45544.854861111111</c:v>
                </c:pt>
                <c:pt idx="73819">
                  <c:v>45387.482638888891</c:v>
                </c:pt>
                <c:pt idx="73820">
                  <c:v>45839.530555555553</c:v>
                </c:pt>
                <c:pt idx="73821">
                  <c:v>45486.138194444437</c:v>
                </c:pt>
                <c:pt idx="73822">
                  <c:v>45678.814583333333</c:v>
                </c:pt>
                <c:pt idx="73823">
                  <c:v>45494.799305555563</c:v>
                </c:pt>
                <c:pt idx="73824">
                  <c:v>45483.342361111107</c:v>
                </c:pt>
                <c:pt idx="73825">
                  <c:v>45632.775694444441</c:v>
                </c:pt>
                <c:pt idx="73826">
                  <c:v>45412.130555555559</c:v>
                </c:pt>
                <c:pt idx="73827">
                  <c:v>45584.790972222218</c:v>
                </c:pt>
                <c:pt idx="73828">
                  <c:v>45429.385416666657</c:v>
                </c:pt>
                <c:pt idx="73829">
                  <c:v>45765.35</c:v>
                </c:pt>
                <c:pt idx="73830">
                  <c:v>45806.668055555558</c:v>
                </c:pt>
                <c:pt idx="73831">
                  <c:v>45904.765277777777</c:v>
                </c:pt>
                <c:pt idx="73832">
                  <c:v>45470.323611111111</c:v>
                </c:pt>
                <c:pt idx="73833">
                  <c:v>45375.511111111111</c:v>
                </c:pt>
                <c:pt idx="73834">
                  <c:v>46019.380555555559</c:v>
                </c:pt>
                <c:pt idx="73835">
                  <c:v>45297.490972222222</c:v>
                </c:pt>
                <c:pt idx="73836">
                  <c:v>45796.44027777778</c:v>
                </c:pt>
                <c:pt idx="73837">
                  <c:v>45547.565972222219</c:v>
                </c:pt>
                <c:pt idx="73838">
                  <c:v>45898.829861111109</c:v>
                </c:pt>
                <c:pt idx="73839">
                  <c:v>45579.868750000001</c:v>
                </c:pt>
                <c:pt idx="73840">
                  <c:v>45901.725694444453</c:v>
                </c:pt>
                <c:pt idx="73841">
                  <c:v>45947.838194444441</c:v>
                </c:pt>
                <c:pt idx="73842">
                  <c:v>45966.513194444437</c:v>
                </c:pt>
                <c:pt idx="73843">
                  <c:v>45781.385416666657</c:v>
                </c:pt>
                <c:pt idx="73844">
                  <c:v>45842.375</c:v>
                </c:pt>
                <c:pt idx="73845">
                  <c:v>45810.425000000003</c:v>
                </c:pt>
                <c:pt idx="73846">
                  <c:v>46006.334027777782</c:v>
                </c:pt>
                <c:pt idx="73847">
                  <c:v>45769.623611111107</c:v>
                </c:pt>
                <c:pt idx="73848">
                  <c:v>45688.493055555547</c:v>
                </c:pt>
                <c:pt idx="73849">
                  <c:v>45608.431250000001</c:v>
                </c:pt>
                <c:pt idx="73850">
                  <c:v>45672.947916666657</c:v>
                </c:pt>
                <c:pt idx="73851">
                  <c:v>45719.598611111112</c:v>
                </c:pt>
                <c:pt idx="73852">
                  <c:v>45573.425694444442</c:v>
                </c:pt>
                <c:pt idx="73853">
                  <c:v>45745.637499999997</c:v>
                </c:pt>
                <c:pt idx="73854">
                  <c:v>45428.981944444437</c:v>
                </c:pt>
                <c:pt idx="73855">
                  <c:v>45818.930555555547</c:v>
                </c:pt>
                <c:pt idx="73856">
                  <c:v>45398.929861111108</c:v>
                </c:pt>
                <c:pt idx="73857">
                  <c:v>45493.560416666667</c:v>
                </c:pt>
                <c:pt idx="73858">
                  <c:v>45674.65</c:v>
                </c:pt>
                <c:pt idx="73859">
                  <c:v>45789.493750000001</c:v>
                </c:pt>
                <c:pt idx="73860">
                  <c:v>45542.444444444453</c:v>
                </c:pt>
                <c:pt idx="73861">
                  <c:v>45823.3125</c:v>
                </c:pt>
                <c:pt idx="73862">
                  <c:v>45733.699305555558</c:v>
                </c:pt>
                <c:pt idx="73863">
                  <c:v>45865.369444444441</c:v>
                </c:pt>
                <c:pt idx="73864">
                  <c:v>45894.65347222222</c:v>
                </c:pt>
                <c:pt idx="73865">
                  <c:v>45942.65625</c:v>
                </c:pt>
                <c:pt idx="73866">
                  <c:v>45779.584027777782</c:v>
                </c:pt>
                <c:pt idx="73867">
                  <c:v>45509.55972222222</c:v>
                </c:pt>
                <c:pt idx="73868">
                  <c:v>45336.539583333331</c:v>
                </c:pt>
                <c:pt idx="73869">
                  <c:v>45362.595138888893</c:v>
                </c:pt>
                <c:pt idx="73870">
                  <c:v>45420.531944444447</c:v>
                </c:pt>
                <c:pt idx="73871">
                  <c:v>45327.574999999997</c:v>
                </c:pt>
                <c:pt idx="73872">
                  <c:v>45793.36041666667</c:v>
                </c:pt>
                <c:pt idx="73873">
                  <c:v>45300.615277777782</c:v>
                </c:pt>
                <c:pt idx="73874">
                  <c:v>45388.305555555547</c:v>
                </c:pt>
                <c:pt idx="73875">
                  <c:v>45469.277777777781</c:v>
                </c:pt>
                <c:pt idx="73876">
                  <c:v>45830.873611111107</c:v>
                </c:pt>
                <c:pt idx="73877">
                  <c:v>45747.901388888888</c:v>
                </c:pt>
                <c:pt idx="73878">
                  <c:v>45978.574999999997</c:v>
                </c:pt>
                <c:pt idx="73879">
                  <c:v>45637.847222222219</c:v>
                </c:pt>
                <c:pt idx="73880">
                  <c:v>45856.948611111111</c:v>
                </c:pt>
                <c:pt idx="73881">
                  <c:v>45686.981944444437</c:v>
                </c:pt>
                <c:pt idx="73882">
                  <c:v>45583.798611111109</c:v>
                </c:pt>
                <c:pt idx="73883">
                  <c:v>45802.224999999999</c:v>
                </c:pt>
                <c:pt idx="73884">
                  <c:v>45920.818749999999</c:v>
                </c:pt>
                <c:pt idx="73885">
                  <c:v>45805.916666666657</c:v>
                </c:pt>
                <c:pt idx="73886">
                  <c:v>45731.404166666667</c:v>
                </c:pt>
                <c:pt idx="73887">
                  <c:v>45926.643055555563</c:v>
                </c:pt>
                <c:pt idx="73888">
                  <c:v>46019.956944444442</c:v>
                </c:pt>
                <c:pt idx="73889">
                  <c:v>45927.230555555558</c:v>
                </c:pt>
                <c:pt idx="73890">
                  <c:v>45957.609027777777</c:v>
                </c:pt>
                <c:pt idx="73891">
                  <c:v>45299.770833333343</c:v>
                </c:pt>
                <c:pt idx="73892">
                  <c:v>45586.417361111111</c:v>
                </c:pt>
                <c:pt idx="73893">
                  <c:v>45453.559027777781</c:v>
                </c:pt>
                <c:pt idx="73894">
                  <c:v>45751.260416666657</c:v>
                </c:pt>
                <c:pt idx="73895">
                  <c:v>45312.318749999999</c:v>
                </c:pt>
                <c:pt idx="73896">
                  <c:v>45684.572916666657</c:v>
                </c:pt>
                <c:pt idx="73897">
                  <c:v>45692.265972222223</c:v>
                </c:pt>
                <c:pt idx="73898">
                  <c:v>45330.506944444453</c:v>
                </c:pt>
                <c:pt idx="73899">
                  <c:v>45982.753472222219</c:v>
                </c:pt>
                <c:pt idx="73900">
                  <c:v>45848.680555555547</c:v>
                </c:pt>
                <c:pt idx="73901">
                  <c:v>45894.902777777781</c:v>
                </c:pt>
                <c:pt idx="73902">
                  <c:v>45829.390972222223</c:v>
                </c:pt>
                <c:pt idx="73903">
                  <c:v>45767.384027777778</c:v>
                </c:pt>
                <c:pt idx="73904">
                  <c:v>45938.314583333333</c:v>
                </c:pt>
                <c:pt idx="73905">
                  <c:v>45859.795138888891</c:v>
                </c:pt>
                <c:pt idx="73906">
                  <c:v>45776.711111111108</c:v>
                </c:pt>
                <c:pt idx="73907">
                  <c:v>45994.634027777778</c:v>
                </c:pt>
                <c:pt idx="73908">
                  <c:v>45802.338194444441</c:v>
                </c:pt>
                <c:pt idx="73909">
                  <c:v>45684.602777777778</c:v>
                </c:pt>
                <c:pt idx="73910">
                  <c:v>45441.527083333327</c:v>
                </c:pt>
                <c:pt idx="73911">
                  <c:v>45555.65625</c:v>
                </c:pt>
                <c:pt idx="73912">
                  <c:v>45481.75</c:v>
                </c:pt>
                <c:pt idx="73913">
                  <c:v>45646.393055555563</c:v>
                </c:pt>
                <c:pt idx="73914">
                  <c:v>45949.467361111107</c:v>
                </c:pt>
                <c:pt idx="73915">
                  <c:v>46004.323611111111</c:v>
                </c:pt>
                <c:pt idx="73916">
                  <c:v>45808.536805555559</c:v>
                </c:pt>
                <c:pt idx="73917">
                  <c:v>45828.295138888891</c:v>
                </c:pt>
                <c:pt idx="73918">
                  <c:v>45932.422222222223</c:v>
                </c:pt>
                <c:pt idx="73919">
                  <c:v>45842.277083333327</c:v>
                </c:pt>
                <c:pt idx="73920">
                  <c:v>45996.21875</c:v>
                </c:pt>
                <c:pt idx="73921">
                  <c:v>45882.318749999999</c:v>
                </c:pt>
                <c:pt idx="73922">
                  <c:v>45856.538194444453</c:v>
                </c:pt>
                <c:pt idx="73923">
                  <c:v>45974.339583333327</c:v>
                </c:pt>
                <c:pt idx="73924">
                  <c:v>45775.470138888893</c:v>
                </c:pt>
                <c:pt idx="73925">
                  <c:v>45918.342361111107</c:v>
                </c:pt>
                <c:pt idx="73926">
                  <c:v>45867.456944444442</c:v>
                </c:pt>
                <c:pt idx="73927">
                  <c:v>45796.724305555559</c:v>
                </c:pt>
                <c:pt idx="73928">
                  <c:v>45902.553472222222</c:v>
                </c:pt>
                <c:pt idx="73929">
                  <c:v>45985.440972222219</c:v>
                </c:pt>
                <c:pt idx="73930">
                  <c:v>45796.362500000003</c:v>
                </c:pt>
                <c:pt idx="73931">
                  <c:v>45405.504861111112</c:v>
                </c:pt>
                <c:pt idx="73932">
                  <c:v>45575.882638888892</c:v>
                </c:pt>
                <c:pt idx="73933">
                  <c:v>45637.813888888893</c:v>
                </c:pt>
                <c:pt idx="73934">
                  <c:v>45775.269444444442</c:v>
                </c:pt>
                <c:pt idx="73935">
                  <c:v>45511.287499999999</c:v>
                </c:pt>
                <c:pt idx="73936">
                  <c:v>45355.745833333327</c:v>
                </c:pt>
                <c:pt idx="73937">
                  <c:v>45538.800694444442</c:v>
                </c:pt>
                <c:pt idx="73938">
                  <c:v>45747.327777777777</c:v>
                </c:pt>
                <c:pt idx="73939">
                  <c:v>45469.279861111107</c:v>
                </c:pt>
                <c:pt idx="73940">
                  <c:v>45312.529861111107</c:v>
                </c:pt>
                <c:pt idx="73941">
                  <c:v>45440.432638888888</c:v>
                </c:pt>
                <c:pt idx="73942">
                  <c:v>45701.513888888891</c:v>
                </c:pt>
                <c:pt idx="73943">
                  <c:v>45589.54791666667</c:v>
                </c:pt>
                <c:pt idx="73944">
                  <c:v>45826.835416666669</c:v>
                </c:pt>
                <c:pt idx="73945">
                  <c:v>45496.698611111111</c:v>
                </c:pt>
                <c:pt idx="73946">
                  <c:v>45613.825694444437</c:v>
                </c:pt>
                <c:pt idx="73947">
                  <c:v>45718.158333333333</c:v>
                </c:pt>
                <c:pt idx="73948">
                  <c:v>46021.893055555563</c:v>
                </c:pt>
                <c:pt idx="73949">
                  <c:v>45742.9375</c:v>
                </c:pt>
                <c:pt idx="73950">
                  <c:v>45534.390277777777</c:v>
                </c:pt>
                <c:pt idx="73951">
                  <c:v>45788.898611111108</c:v>
                </c:pt>
                <c:pt idx="73952">
                  <c:v>45681.454861111109</c:v>
                </c:pt>
                <c:pt idx="73953">
                  <c:v>45385.6875</c:v>
                </c:pt>
                <c:pt idx="73954">
                  <c:v>45312.506944444453</c:v>
                </c:pt>
                <c:pt idx="73955">
                  <c:v>45786.668055555558</c:v>
                </c:pt>
                <c:pt idx="73956">
                  <c:v>45566.447916666657</c:v>
                </c:pt>
                <c:pt idx="73957">
                  <c:v>45897.543055555558</c:v>
                </c:pt>
                <c:pt idx="73958">
                  <c:v>45971.98541666667</c:v>
                </c:pt>
                <c:pt idx="73959">
                  <c:v>45414.967361111107</c:v>
                </c:pt>
                <c:pt idx="73960">
                  <c:v>45837.024305555547</c:v>
                </c:pt>
                <c:pt idx="73961">
                  <c:v>45330.988888888889</c:v>
                </c:pt>
                <c:pt idx="73962">
                  <c:v>45775.574305555558</c:v>
                </c:pt>
                <c:pt idx="73963">
                  <c:v>45809.863888888889</c:v>
                </c:pt>
                <c:pt idx="73964">
                  <c:v>45824.48333333333</c:v>
                </c:pt>
                <c:pt idx="73965">
                  <c:v>45843.412499999999</c:v>
                </c:pt>
                <c:pt idx="73966">
                  <c:v>45803.51666666667</c:v>
                </c:pt>
                <c:pt idx="73967">
                  <c:v>45871.45416666667</c:v>
                </c:pt>
                <c:pt idx="73968">
                  <c:v>45811.469444444447</c:v>
                </c:pt>
                <c:pt idx="73969">
                  <c:v>45791.351388888892</c:v>
                </c:pt>
                <c:pt idx="73970">
                  <c:v>46023.850694444453</c:v>
                </c:pt>
                <c:pt idx="73971">
                  <c:v>45670.202777777777</c:v>
                </c:pt>
                <c:pt idx="73972">
                  <c:v>45698.382638888892</c:v>
                </c:pt>
                <c:pt idx="73973">
                  <c:v>45773.095138888893</c:v>
                </c:pt>
                <c:pt idx="73974">
                  <c:v>45754.921527777777</c:v>
                </c:pt>
                <c:pt idx="73975">
                  <c:v>45743.311805555553</c:v>
                </c:pt>
                <c:pt idx="73976">
                  <c:v>45682.256249999999</c:v>
                </c:pt>
                <c:pt idx="73977">
                  <c:v>45709.307638888888</c:v>
                </c:pt>
                <c:pt idx="73978">
                  <c:v>45449.425000000003</c:v>
                </c:pt>
                <c:pt idx="73979">
                  <c:v>45728.583333333343</c:v>
                </c:pt>
                <c:pt idx="73980">
                  <c:v>45652.65</c:v>
                </c:pt>
                <c:pt idx="73981">
                  <c:v>45941.506249999999</c:v>
                </c:pt>
                <c:pt idx="73982">
                  <c:v>45834.25277777778</c:v>
                </c:pt>
                <c:pt idx="73983">
                  <c:v>45844.748611111107</c:v>
                </c:pt>
                <c:pt idx="73984">
                  <c:v>45921.777777777781</c:v>
                </c:pt>
                <c:pt idx="73985">
                  <c:v>45907.854861111111</c:v>
                </c:pt>
                <c:pt idx="73986">
                  <c:v>45876.885416666657</c:v>
                </c:pt>
                <c:pt idx="73987">
                  <c:v>45326.788888888892</c:v>
                </c:pt>
                <c:pt idx="73988">
                  <c:v>45401.65</c:v>
                </c:pt>
                <c:pt idx="73989">
                  <c:v>45817.717361111107</c:v>
                </c:pt>
                <c:pt idx="73990">
                  <c:v>45995.843055555553</c:v>
                </c:pt>
                <c:pt idx="73991">
                  <c:v>45565.65625</c:v>
                </c:pt>
                <c:pt idx="73992">
                  <c:v>45685.59375</c:v>
                </c:pt>
                <c:pt idx="73993">
                  <c:v>45593.685416666667</c:v>
                </c:pt>
                <c:pt idx="73994">
                  <c:v>45401.513194444437</c:v>
                </c:pt>
                <c:pt idx="73995">
                  <c:v>45593.659722222219</c:v>
                </c:pt>
                <c:pt idx="73996">
                  <c:v>45353.538888888892</c:v>
                </c:pt>
                <c:pt idx="73997">
                  <c:v>45820.577777777777</c:v>
                </c:pt>
                <c:pt idx="73998">
                  <c:v>45472.418749999997</c:v>
                </c:pt>
                <c:pt idx="73999">
                  <c:v>45700.373611111107</c:v>
                </c:pt>
                <c:pt idx="74000">
                  <c:v>45613.742361111108</c:v>
                </c:pt>
                <c:pt idx="74001">
                  <c:v>45528.320833333331</c:v>
                </c:pt>
                <c:pt idx="74002">
                  <c:v>45796.828472222223</c:v>
                </c:pt>
                <c:pt idx="74003">
                  <c:v>45942.973611111112</c:v>
                </c:pt>
                <c:pt idx="74004">
                  <c:v>45901.913194444453</c:v>
                </c:pt>
                <c:pt idx="74005">
                  <c:v>45876.502083333333</c:v>
                </c:pt>
                <c:pt idx="74006">
                  <c:v>45827.902777777781</c:v>
                </c:pt>
                <c:pt idx="74007">
                  <c:v>45815.602083333331</c:v>
                </c:pt>
                <c:pt idx="74008">
                  <c:v>45998.763194444437</c:v>
                </c:pt>
                <c:pt idx="74009">
                  <c:v>45939.454861111109</c:v>
                </c:pt>
                <c:pt idx="74010">
                  <c:v>45912.469444444447</c:v>
                </c:pt>
                <c:pt idx="74011">
                  <c:v>45988.261805555558</c:v>
                </c:pt>
                <c:pt idx="74012">
                  <c:v>45677.728472222218</c:v>
                </c:pt>
                <c:pt idx="74013">
                  <c:v>45650.580555555563</c:v>
                </c:pt>
                <c:pt idx="74014">
                  <c:v>45696.419444444437</c:v>
                </c:pt>
                <c:pt idx="74015">
                  <c:v>45923.270833333343</c:v>
                </c:pt>
                <c:pt idx="74016">
                  <c:v>45964.273611111108</c:v>
                </c:pt>
                <c:pt idx="74017">
                  <c:v>45338.574999999997</c:v>
                </c:pt>
                <c:pt idx="74018">
                  <c:v>45625.568749999999</c:v>
                </c:pt>
                <c:pt idx="74019">
                  <c:v>45340.352083333331</c:v>
                </c:pt>
                <c:pt idx="74020">
                  <c:v>45976.950694444437</c:v>
                </c:pt>
                <c:pt idx="74021">
                  <c:v>46003.973611111112</c:v>
                </c:pt>
                <c:pt idx="74022">
                  <c:v>45989.994444444441</c:v>
                </c:pt>
                <c:pt idx="74023">
                  <c:v>45320.640972222223</c:v>
                </c:pt>
                <c:pt idx="74024">
                  <c:v>45363.918749999997</c:v>
                </c:pt>
                <c:pt idx="74025">
                  <c:v>45810.789583333331</c:v>
                </c:pt>
                <c:pt idx="74026">
                  <c:v>45997.839583333327</c:v>
                </c:pt>
                <c:pt idx="74027">
                  <c:v>45295.793749999997</c:v>
                </c:pt>
                <c:pt idx="74028">
                  <c:v>45400.424305555563</c:v>
                </c:pt>
                <c:pt idx="74029">
                  <c:v>45460.829861111109</c:v>
                </c:pt>
                <c:pt idx="74030">
                  <c:v>45995.76666666667</c:v>
                </c:pt>
                <c:pt idx="74031">
                  <c:v>45789.796527777777</c:v>
                </c:pt>
                <c:pt idx="74032">
                  <c:v>45852.794444444437</c:v>
                </c:pt>
                <c:pt idx="74033">
                  <c:v>45823.348611111112</c:v>
                </c:pt>
                <c:pt idx="74034">
                  <c:v>45943.604166666657</c:v>
                </c:pt>
                <c:pt idx="74035">
                  <c:v>45775.758333333331</c:v>
                </c:pt>
                <c:pt idx="74036">
                  <c:v>45891.818749999999</c:v>
                </c:pt>
                <c:pt idx="74037">
                  <c:v>45686.902083333327</c:v>
                </c:pt>
                <c:pt idx="74038">
                  <c:v>45889.809027777781</c:v>
                </c:pt>
                <c:pt idx="74039">
                  <c:v>45954.613888888889</c:v>
                </c:pt>
                <c:pt idx="74040">
                  <c:v>45901.079861111109</c:v>
                </c:pt>
                <c:pt idx="74041">
                  <c:v>45915.880555555559</c:v>
                </c:pt>
                <c:pt idx="74042">
                  <c:v>46011.604861111111</c:v>
                </c:pt>
                <c:pt idx="74043">
                  <c:v>45936.876388888893</c:v>
                </c:pt>
                <c:pt idx="74044">
                  <c:v>45982.384722222218</c:v>
                </c:pt>
                <c:pt idx="74045">
                  <c:v>45822.662499999999</c:v>
                </c:pt>
                <c:pt idx="74046">
                  <c:v>45718.35</c:v>
                </c:pt>
                <c:pt idx="74047">
                  <c:v>45990.600694444453</c:v>
                </c:pt>
                <c:pt idx="74048">
                  <c:v>45959.86041666667</c:v>
                </c:pt>
                <c:pt idx="74049">
                  <c:v>45916.293749999997</c:v>
                </c:pt>
                <c:pt idx="74050">
                  <c:v>45886.813888888893</c:v>
                </c:pt>
                <c:pt idx="74051">
                  <c:v>45690.599305555559</c:v>
                </c:pt>
                <c:pt idx="74052">
                  <c:v>45701.254861111112</c:v>
                </c:pt>
                <c:pt idx="74053">
                  <c:v>45753.769444444442</c:v>
                </c:pt>
                <c:pt idx="74054">
                  <c:v>45937.86041666667</c:v>
                </c:pt>
                <c:pt idx="74055">
                  <c:v>46009.90347222222</c:v>
                </c:pt>
                <c:pt idx="74056">
                  <c:v>45787.380555555559</c:v>
                </c:pt>
                <c:pt idx="74057">
                  <c:v>45696.646527777782</c:v>
                </c:pt>
                <c:pt idx="74058">
                  <c:v>45869.619444444441</c:v>
                </c:pt>
                <c:pt idx="74059">
                  <c:v>45947.493750000001</c:v>
                </c:pt>
                <c:pt idx="74060">
                  <c:v>45747.597222222219</c:v>
                </c:pt>
                <c:pt idx="74061">
                  <c:v>46017.609722222223</c:v>
                </c:pt>
                <c:pt idx="74062">
                  <c:v>45792.892361111109</c:v>
                </c:pt>
                <c:pt idx="74063">
                  <c:v>45989.674305555563</c:v>
                </c:pt>
                <c:pt idx="74064">
                  <c:v>45667.62222222222</c:v>
                </c:pt>
                <c:pt idx="74065">
                  <c:v>45876.611111111109</c:v>
                </c:pt>
                <c:pt idx="74066">
                  <c:v>45345.456944444442</c:v>
                </c:pt>
                <c:pt idx="74067">
                  <c:v>46022.520833333343</c:v>
                </c:pt>
                <c:pt idx="74068">
                  <c:v>45441.629166666673</c:v>
                </c:pt>
                <c:pt idx="74069">
                  <c:v>45908.438888888893</c:v>
                </c:pt>
                <c:pt idx="74070">
                  <c:v>45867.541666666657</c:v>
                </c:pt>
                <c:pt idx="74071">
                  <c:v>45842.422222222223</c:v>
                </c:pt>
                <c:pt idx="74072">
                  <c:v>45944.977083333331</c:v>
                </c:pt>
                <c:pt idx="74073">
                  <c:v>45989.422222222223</c:v>
                </c:pt>
                <c:pt idx="74074">
                  <c:v>46015.459722222222</c:v>
                </c:pt>
                <c:pt idx="74075">
                  <c:v>45812.701388888891</c:v>
                </c:pt>
                <c:pt idx="74076">
                  <c:v>45808.243055555547</c:v>
                </c:pt>
                <c:pt idx="74077">
                  <c:v>45835.67083333333</c:v>
                </c:pt>
                <c:pt idx="74078">
                  <c:v>45769.621527777781</c:v>
                </c:pt>
                <c:pt idx="74079">
                  <c:v>45866.777777777781</c:v>
                </c:pt>
                <c:pt idx="74080">
                  <c:v>45786.845833333333</c:v>
                </c:pt>
                <c:pt idx="74081">
                  <c:v>45826.726388888892</c:v>
                </c:pt>
                <c:pt idx="74082">
                  <c:v>45889.961805555547</c:v>
                </c:pt>
                <c:pt idx="74083">
                  <c:v>45830.486805555563</c:v>
                </c:pt>
                <c:pt idx="74084">
                  <c:v>45641.456944444442</c:v>
                </c:pt>
                <c:pt idx="74085">
                  <c:v>45783.802777777782</c:v>
                </c:pt>
                <c:pt idx="74086">
                  <c:v>45755.691666666673</c:v>
                </c:pt>
                <c:pt idx="74087">
                  <c:v>45658.343055555553</c:v>
                </c:pt>
                <c:pt idx="74088">
                  <c:v>45808.65625</c:v>
                </c:pt>
                <c:pt idx="74089">
                  <c:v>45652.729861111111</c:v>
                </c:pt>
                <c:pt idx="74090">
                  <c:v>45727.690972222219</c:v>
                </c:pt>
                <c:pt idx="74091">
                  <c:v>45696.638194444437</c:v>
                </c:pt>
                <c:pt idx="74092">
                  <c:v>45850.49722222222</c:v>
                </c:pt>
                <c:pt idx="74093">
                  <c:v>45401.822222222218</c:v>
                </c:pt>
                <c:pt idx="74094">
                  <c:v>45608.859722222223</c:v>
                </c:pt>
                <c:pt idx="74095">
                  <c:v>45461.836111111108</c:v>
                </c:pt>
                <c:pt idx="74096">
                  <c:v>45513.816666666673</c:v>
                </c:pt>
                <c:pt idx="74097">
                  <c:v>45493.884027777778</c:v>
                </c:pt>
                <c:pt idx="74098">
                  <c:v>45470.463194444441</c:v>
                </c:pt>
                <c:pt idx="74099">
                  <c:v>45587.868055555547</c:v>
                </c:pt>
                <c:pt idx="74100">
                  <c:v>45357.975694444453</c:v>
                </c:pt>
                <c:pt idx="74101">
                  <c:v>45849.004861111112</c:v>
                </c:pt>
                <c:pt idx="74102">
                  <c:v>45300.864583333343</c:v>
                </c:pt>
                <c:pt idx="74103">
                  <c:v>45436.785416666673</c:v>
                </c:pt>
                <c:pt idx="74104">
                  <c:v>45939.813888888893</c:v>
                </c:pt>
                <c:pt idx="74105">
                  <c:v>45938.5625</c:v>
                </c:pt>
                <c:pt idx="74106">
                  <c:v>45938.5625</c:v>
                </c:pt>
                <c:pt idx="74107">
                  <c:v>45935.918055555558</c:v>
                </c:pt>
                <c:pt idx="74108">
                  <c:v>45935.918055555558</c:v>
                </c:pt>
                <c:pt idx="74109">
                  <c:v>45945.656944444447</c:v>
                </c:pt>
                <c:pt idx="74110">
                  <c:v>45945.656944444447</c:v>
                </c:pt>
                <c:pt idx="74111">
                  <c:v>45945.709027777782</c:v>
                </c:pt>
                <c:pt idx="74112">
                  <c:v>45931.90625</c:v>
                </c:pt>
                <c:pt idx="74113">
                  <c:v>45931.90625</c:v>
                </c:pt>
                <c:pt idx="74114">
                  <c:v>45945.709027777782</c:v>
                </c:pt>
                <c:pt idx="74115">
                  <c:v>45939.813888888893</c:v>
                </c:pt>
                <c:pt idx="74116">
                  <c:v>45925.866666666669</c:v>
                </c:pt>
                <c:pt idx="74117">
                  <c:v>45925.866666666669</c:v>
                </c:pt>
                <c:pt idx="74118">
                  <c:v>45916.912499999999</c:v>
                </c:pt>
                <c:pt idx="74119">
                  <c:v>45916.912499999999</c:v>
                </c:pt>
                <c:pt idx="74120">
                  <c:v>45825.631944444453</c:v>
                </c:pt>
                <c:pt idx="74121">
                  <c:v>45971.574999999997</c:v>
                </c:pt>
                <c:pt idx="74122">
                  <c:v>45382.468055555553</c:v>
                </c:pt>
                <c:pt idx="74123">
                  <c:v>45857.433333333327</c:v>
                </c:pt>
                <c:pt idx="74124">
                  <c:v>45479.35</c:v>
                </c:pt>
                <c:pt idx="74125">
                  <c:v>45816.633333333331</c:v>
                </c:pt>
                <c:pt idx="74126">
                  <c:v>45357.646527777782</c:v>
                </c:pt>
                <c:pt idx="74127">
                  <c:v>45510.750694444447</c:v>
                </c:pt>
                <c:pt idx="74128">
                  <c:v>45929.472916666673</c:v>
                </c:pt>
                <c:pt idx="74129">
                  <c:v>45437.384722222218</c:v>
                </c:pt>
                <c:pt idx="74130">
                  <c:v>45791.619444444441</c:v>
                </c:pt>
                <c:pt idx="74131">
                  <c:v>45691.759722222218</c:v>
                </c:pt>
                <c:pt idx="74132">
                  <c:v>45889.546527777777</c:v>
                </c:pt>
                <c:pt idx="74133">
                  <c:v>45593.693749999999</c:v>
                </c:pt>
                <c:pt idx="74134">
                  <c:v>45540.768055555563</c:v>
                </c:pt>
                <c:pt idx="74135">
                  <c:v>46010.377083333333</c:v>
                </c:pt>
                <c:pt idx="74136">
                  <c:v>45848.581944444442</c:v>
                </c:pt>
                <c:pt idx="74137">
                  <c:v>45848.581944444442</c:v>
                </c:pt>
                <c:pt idx="74138">
                  <c:v>45667.549305555563</c:v>
                </c:pt>
                <c:pt idx="74139">
                  <c:v>45667.549305555563</c:v>
                </c:pt>
                <c:pt idx="74140">
                  <c:v>45667.549305555563</c:v>
                </c:pt>
                <c:pt idx="74141">
                  <c:v>45667.549305555563</c:v>
                </c:pt>
                <c:pt idx="74142">
                  <c:v>45667.549305555563</c:v>
                </c:pt>
                <c:pt idx="74143">
                  <c:v>45712.692361111112</c:v>
                </c:pt>
                <c:pt idx="74144">
                  <c:v>45667.549305555563</c:v>
                </c:pt>
                <c:pt idx="74145">
                  <c:v>45848.581944444442</c:v>
                </c:pt>
                <c:pt idx="74146">
                  <c:v>45848.581944444442</c:v>
                </c:pt>
                <c:pt idx="74147">
                  <c:v>45516.856944444437</c:v>
                </c:pt>
                <c:pt idx="74148">
                  <c:v>45516.856944444437</c:v>
                </c:pt>
                <c:pt idx="74149">
                  <c:v>45712.692361111112</c:v>
                </c:pt>
                <c:pt idx="74150">
                  <c:v>45712.692361111112</c:v>
                </c:pt>
                <c:pt idx="74151">
                  <c:v>45848.581944444442</c:v>
                </c:pt>
                <c:pt idx="74152">
                  <c:v>45712.692361111112</c:v>
                </c:pt>
                <c:pt idx="74153">
                  <c:v>45712.692361111112</c:v>
                </c:pt>
                <c:pt idx="74154">
                  <c:v>45712.692361111112</c:v>
                </c:pt>
                <c:pt idx="74155">
                  <c:v>45667.549305555563</c:v>
                </c:pt>
                <c:pt idx="74156">
                  <c:v>45577.378472222219</c:v>
                </c:pt>
                <c:pt idx="74157">
                  <c:v>45644.811805555553</c:v>
                </c:pt>
                <c:pt idx="74158">
                  <c:v>45516.856944444437</c:v>
                </c:pt>
                <c:pt idx="74159">
                  <c:v>45644.811805555553</c:v>
                </c:pt>
                <c:pt idx="74160">
                  <c:v>45644.811805555553</c:v>
                </c:pt>
                <c:pt idx="74161">
                  <c:v>45644.811805555553</c:v>
                </c:pt>
                <c:pt idx="74162">
                  <c:v>45516.856944444437</c:v>
                </c:pt>
                <c:pt idx="74163">
                  <c:v>45637.552083333343</c:v>
                </c:pt>
                <c:pt idx="74164">
                  <c:v>45637.552083333343</c:v>
                </c:pt>
                <c:pt idx="74165">
                  <c:v>45644.811805555553</c:v>
                </c:pt>
                <c:pt idx="74166">
                  <c:v>45516.856944444437</c:v>
                </c:pt>
                <c:pt idx="74167">
                  <c:v>45644.811805555553</c:v>
                </c:pt>
                <c:pt idx="74168">
                  <c:v>45637.552083333343</c:v>
                </c:pt>
                <c:pt idx="74169">
                  <c:v>45637.552083333343</c:v>
                </c:pt>
                <c:pt idx="74170">
                  <c:v>45637.552083333343</c:v>
                </c:pt>
                <c:pt idx="74171">
                  <c:v>45637.552083333343</c:v>
                </c:pt>
                <c:pt idx="74172">
                  <c:v>45637.552083333343</c:v>
                </c:pt>
                <c:pt idx="74173">
                  <c:v>45534.759722222218</c:v>
                </c:pt>
                <c:pt idx="74174">
                  <c:v>45644.811805555553</c:v>
                </c:pt>
                <c:pt idx="74175">
                  <c:v>45577.378472222219</c:v>
                </c:pt>
                <c:pt idx="74176">
                  <c:v>45577.378472222219</c:v>
                </c:pt>
                <c:pt idx="74177">
                  <c:v>45577.378472222219</c:v>
                </c:pt>
                <c:pt idx="74178">
                  <c:v>45577.378472222219</c:v>
                </c:pt>
                <c:pt idx="74179">
                  <c:v>45577.378472222219</c:v>
                </c:pt>
                <c:pt idx="74180">
                  <c:v>45577.378472222219</c:v>
                </c:pt>
                <c:pt idx="74181">
                  <c:v>45516.856944444437</c:v>
                </c:pt>
                <c:pt idx="74182">
                  <c:v>45534.759722222218</c:v>
                </c:pt>
                <c:pt idx="74183">
                  <c:v>45534.759722222218</c:v>
                </c:pt>
                <c:pt idx="74184">
                  <c:v>45534.759722222218</c:v>
                </c:pt>
                <c:pt idx="74185">
                  <c:v>45534.759722222218</c:v>
                </c:pt>
                <c:pt idx="74186">
                  <c:v>45534.759722222218</c:v>
                </c:pt>
                <c:pt idx="74187">
                  <c:v>46010.377083333333</c:v>
                </c:pt>
                <c:pt idx="74188">
                  <c:v>45516.856944444437</c:v>
                </c:pt>
                <c:pt idx="74189">
                  <c:v>45534.759722222218</c:v>
                </c:pt>
                <c:pt idx="74190">
                  <c:v>45712.692361111112</c:v>
                </c:pt>
                <c:pt idx="74191">
                  <c:v>45848.581944444442</c:v>
                </c:pt>
                <c:pt idx="74192">
                  <c:v>46010.377083333333</c:v>
                </c:pt>
                <c:pt idx="74193">
                  <c:v>45614.46597222222</c:v>
                </c:pt>
                <c:pt idx="74194">
                  <c:v>45614.46597222222</c:v>
                </c:pt>
                <c:pt idx="74195">
                  <c:v>45614.46597222222</c:v>
                </c:pt>
                <c:pt idx="74196">
                  <c:v>45614.46597222222</c:v>
                </c:pt>
                <c:pt idx="74197">
                  <c:v>45614.46597222222</c:v>
                </c:pt>
                <c:pt idx="74198">
                  <c:v>45614.46597222222</c:v>
                </c:pt>
                <c:pt idx="74199">
                  <c:v>45614.46597222222</c:v>
                </c:pt>
                <c:pt idx="74200">
                  <c:v>45608.410416666673</c:v>
                </c:pt>
                <c:pt idx="74201">
                  <c:v>45899.370833333327</c:v>
                </c:pt>
                <c:pt idx="74202">
                  <c:v>45899.370833333327</c:v>
                </c:pt>
                <c:pt idx="74203">
                  <c:v>45899.370833333327</c:v>
                </c:pt>
                <c:pt idx="74204">
                  <c:v>45899.370833333327</c:v>
                </c:pt>
                <c:pt idx="74205">
                  <c:v>46010.377083333333</c:v>
                </c:pt>
                <c:pt idx="74206">
                  <c:v>45899.370833333327</c:v>
                </c:pt>
                <c:pt idx="74207">
                  <c:v>46008.472222222219</c:v>
                </c:pt>
                <c:pt idx="74208">
                  <c:v>46008.472222222219</c:v>
                </c:pt>
                <c:pt idx="74209">
                  <c:v>45899.370833333327</c:v>
                </c:pt>
                <c:pt idx="74210">
                  <c:v>45608.410416666673</c:v>
                </c:pt>
                <c:pt idx="74211">
                  <c:v>45608.410416666673</c:v>
                </c:pt>
                <c:pt idx="74212">
                  <c:v>45608.410416666673</c:v>
                </c:pt>
                <c:pt idx="74213">
                  <c:v>45688.620138888888</c:v>
                </c:pt>
                <c:pt idx="74214">
                  <c:v>45688.620138888888</c:v>
                </c:pt>
                <c:pt idx="74215">
                  <c:v>45688.620138888888</c:v>
                </c:pt>
                <c:pt idx="74216">
                  <c:v>45688.620138888888</c:v>
                </c:pt>
                <c:pt idx="74217">
                  <c:v>45688.620138888888</c:v>
                </c:pt>
                <c:pt idx="74218">
                  <c:v>45688.620138888888</c:v>
                </c:pt>
                <c:pt idx="74219">
                  <c:v>45688.620138888888</c:v>
                </c:pt>
                <c:pt idx="74220">
                  <c:v>45549.335416666669</c:v>
                </c:pt>
                <c:pt idx="74221">
                  <c:v>45549.335416666669</c:v>
                </c:pt>
                <c:pt idx="74222">
                  <c:v>45549.335416666669</c:v>
                </c:pt>
                <c:pt idx="74223">
                  <c:v>45549.335416666669</c:v>
                </c:pt>
                <c:pt idx="74224">
                  <c:v>45549.335416666669</c:v>
                </c:pt>
                <c:pt idx="74225">
                  <c:v>45549.335416666669</c:v>
                </c:pt>
                <c:pt idx="74226">
                  <c:v>45549.335416666669</c:v>
                </c:pt>
                <c:pt idx="74227">
                  <c:v>45608.410416666673</c:v>
                </c:pt>
                <c:pt idx="74228">
                  <c:v>45608.410416666673</c:v>
                </c:pt>
                <c:pt idx="74229">
                  <c:v>45608.410416666673</c:v>
                </c:pt>
                <c:pt idx="74230">
                  <c:v>46008.472222222219</c:v>
                </c:pt>
                <c:pt idx="74231">
                  <c:v>46008.472222222219</c:v>
                </c:pt>
                <c:pt idx="74232">
                  <c:v>45899.370833333327</c:v>
                </c:pt>
                <c:pt idx="74233">
                  <c:v>45763.675694444442</c:v>
                </c:pt>
                <c:pt idx="74234">
                  <c:v>46008.472222222219</c:v>
                </c:pt>
                <c:pt idx="74235">
                  <c:v>45585.38958333333</c:v>
                </c:pt>
                <c:pt idx="74236">
                  <c:v>45763.675694444442</c:v>
                </c:pt>
                <c:pt idx="74237">
                  <c:v>45763.673611111109</c:v>
                </c:pt>
                <c:pt idx="74238">
                  <c:v>45585.38958333333</c:v>
                </c:pt>
                <c:pt idx="74239">
                  <c:v>45585.38958333333</c:v>
                </c:pt>
                <c:pt idx="74240">
                  <c:v>45585.38958333333</c:v>
                </c:pt>
                <c:pt idx="74241">
                  <c:v>45585.38958333333</c:v>
                </c:pt>
                <c:pt idx="74242">
                  <c:v>46010.377083333333</c:v>
                </c:pt>
                <c:pt idx="74243">
                  <c:v>46010.377083333333</c:v>
                </c:pt>
                <c:pt idx="74244">
                  <c:v>46008.472222222219</c:v>
                </c:pt>
                <c:pt idx="74245">
                  <c:v>45585.38958333333</c:v>
                </c:pt>
                <c:pt idx="74246">
                  <c:v>45763.675694444442</c:v>
                </c:pt>
                <c:pt idx="74247">
                  <c:v>45585.38958333333</c:v>
                </c:pt>
                <c:pt idx="74248">
                  <c:v>45763.675694444442</c:v>
                </c:pt>
                <c:pt idx="74249">
                  <c:v>45763.673611111109</c:v>
                </c:pt>
                <c:pt idx="74250">
                  <c:v>46010.377083333333</c:v>
                </c:pt>
                <c:pt idx="74251">
                  <c:v>45763.673611111109</c:v>
                </c:pt>
                <c:pt idx="74252">
                  <c:v>46008.472222222219</c:v>
                </c:pt>
                <c:pt idx="74253">
                  <c:v>45848.581944444442</c:v>
                </c:pt>
                <c:pt idx="74254">
                  <c:v>45763.675694444442</c:v>
                </c:pt>
                <c:pt idx="74255">
                  <c:v>45763.673611111109</c:v>
                </c:pt>
                <c:pt idx="74256">
                  <c:v>45763.673611111109</c:v>
                </c:pt>
                <c:pt idx="74257">
                  <c:v>45763.673611111109</c:v>
                </c:pt>
                <c:pt idx="74258">
                  <c:v>45763.675694444442</c:v>
                </c:pt>
                <c:pt idx="74259">
                  <c:v>45763.675694444442</c:v>
                </c:pt>
                <c:pt idx="74260">
                  <c:v>45763.673611111109</c:v>
                </c:pt>
                <c:pt idx="74261">
                  <c:v>45414.802083333343</c:v>
                </c:pt>
                <c:pt idx="74262">
                  <c:v>45544.23541666667</c:v>
                </c:pt>
                <c:pt idx="74263">
                  <c:v>45540.4375</c:v>
                </c:pt>
                <c:pt idx="74264">
                  <c:v>45580.21875</c:v>
                </c:pt>
                <c:pt idx="74265">
                  <c:v>45655.298611111109</c:v>
                </c:pt>
                <c:pt idx="74266">
                  <c:v>45616.67291666667</c:v>
                </c:pt>
                <c:pt idx="74267">
                  <c:v>45707.348611111112</c:v>
                </c:pt>
                <c:pt idx="74268">
                  <c:v>45729.77847222222</c:v>
                </c:pt>
                <c:pt idx="74269">
                  <c:v>45600.477083333331</c:v>
                </c:pt>
                <c:pt idx="74270">
                  <c:v>45743.268055555563</c:v>
                </c:pt>
                <c:pt idx="74271">
                  <c:v>45760.772222222222</c:v>
                </c:pt>
                <c:pt idx="74272">
                  <c:v>45683.531944444447</c:v>
                </c:pt>
                <c:pt idx="74273">
                  <c:v>45842.611111111109</c:v>
                </c:pt>
                <c:pt idx="74274">
                  <c:v>45693.672222222223</c:v>
                </c:pt>
                <c:pt idx="74275">
                  <c:v>46006.593055555553</c:v>
                </c:pt>
                <c:pt idx="74276">
                  <c:v>45930.705555555563</c:v>
                </c:pt>
                <c:pt idx="74277">
                  <c:v>45683.625694444447</c:v>
                </c:pt>
                <c:pt idx="74278">
                  <c:v>45806.330555555563</c:v>
                </c:pt>
                <c:pt idx="74279">
                  <c:v>45992.370138888888</c:v>
                </c:pt>
                <c:pt idx="74280">
                  <c:v>45904.381249999999</c:v>
                </c:pt>
                <c:pt idx="74281">
                  <c:v>45747.699305555558</c:v>
                </c:pt>
                <c:pt idx="74282">
                  <c:v>45875.524305555547</c:v>
                </c:pt>
                <c:pt idx="74283">
                  <c:v>45611.392361111109</c:v>
                </c:pt>
                <c:pt idx="74284">
                  <c:v>45748.402777777781</c:v>
                </c:pt>
                <c:pt idx="74285">
                  <c:v>45851.500694444447</c:v>
                </c:pt>
                <c:pt idx="74286">
                  <c:v>45652.513194444437</c:v>
                </c:pt>
                <c:pt idx="74287">
                  <c:v>45646.45</c:v>
                </c:pt>
                <c:pt idx="74288">
                  <c:v>45725.467361111107</c:v>
                </c:pt>
                <c:pt idx="74289">
                  <c:v>45961.37222222222</c:v>
                </c:pt>
                <c:pt idx="74290">
                  <c:v>45518.802083333343</c:v>
                </c:pt>
                <c:pt idx="74291">
                  <c:v>45766.676388888889</c:v>
                </c:pt>
                <c:pt idx="74292">
                  <c:v>45336.927777777782</c:v>
                </c:pt>
                <c:pt idx="74293">
                  <c:v>45425.618750000001</c:v>
                </c:pt>
                <c:pt idx="74294">
                  <c:v>45969.20208333333</c:v>
                </c:pt>
                <c:pt idx="74295">
                  <c:v>46020.188194444447</c:v>
                </c:pt>
                <c:pt idx="74296">
                  <c:v>45399.43472222222</c:v>
                </c:pt>
                <c:pt idx="74297">
                  <c:v>45777.845138888893</c:v>
                </c:pt>
                <c:pt idx="74298">
                  <c:v>45446.811111111107</c:v>
                </c:pt>
                <c:pt idx="74299">
                  <c:v>45837.774305555547</c:v>
                </c:pt>
                <c:pt idx="74300">
                  <c:v>45907.125</c:v>
                </c:pt>
                <c:pt idx="74301">
                  <c:v>45554.880555555559</c:v>
                </c:pt>
                <c:pt idx="74302">
                  <c:v>45310.861805555563</c:v>
                </c:pt>
                <c:pt idx="74303">
                  <c:v>46001.594444444447</c:v>
                </c:pt>
                <c:pt idx="74304">
                  <c:v>45713.635416666657</c:v>
                </c:pt>
                <c:pt idx="74305">
                  <c:v>45866.634027777778</c:v>
                </c:pt>
                <c:pt idx="74306">
                  <c:v>45861.604861111111</c:v>
                </c:pt>
                <c:pt idx="74307">
                  <c:v>45989.033333333333</c:v>
                </c:pt>
                <c:pt idx="74308">
                  <c:v>45439.620833333327</c:v>
                </c:pt>
                <c:pt idx="74309">
                  <c:v>45567.681944444441</c:v>
                </c:pt>
                <c:pt idx="74310">
                  <c:v>45920.792361111111</c:v>
                </c:pt>
                <c:pt idx="74311">
                  <c:v>45807.279861111107</c:v>
                </c:pt>
                <c:pt idx="74312">
                  <c:v>45974.51666666667</c:v>
                </c:pt>
                <c:pt idx="74313">
                  <c:v>45752.325694444437</c:v>
                </c:pt>
                <c:pt idx="74314">
                  <c:v>45884.618055555547</c:v>
                </c:pt>
                <c:pt idx="74315">
                  <c:v>45850.655555555553</c:v>
                </c:pt>
                <c:pt idx="74316">
                  <c:v>45947.702777777777</c:v>
                </c:pt>
                <c:pt idx="74317">
                  <c:v>46003.231249999997</c:v>
                </c:pt>
                <c:pt idx="74318">
                  <c:v>45772.719444444447</c:v>
                </c:pt>
                <c:pt idx="74319">
                  <c:v>45919.381944444453</c:v>
                </c:pt>
                <c:pt idx="74320">
                  <c:v>45624.804861111108</c:v>
                </c:pt>
                <c:pt idx="74321">
                  <c:v>45707.941666666673</c:v>
                </c:pt>
                <c:pt idx="74322">
                  <c:v>45579.96875</c:v>
                </c:pt>
                <c:pt idx="74323">
                  <c:v>45325.492361111108</c:v>
                </c:pt>
                <c:pt idx="74324">
                  <c:v>45687.781944444447</c:v>
                </c:pt>
                <c:pt idx="74325">
                  <c:v>45563.973611111112</c:v>
                </c:pt>
                <c:pt idx="74326">
                  <c:v>45442.977083333331</c:v>
                </c:pt>
                <c:pt idx="74327">
                  <c:v>45772.386111111111</c:v>
                </c:pt>
                <c:pt idx="74328">
                  <c:v>45948.038194444453</c:v>
                </c:pt>
                <c:pt idx="74329">
                  <c:v>45417.90625</c:v>
                </c:pt>
                <c:pt idx="74330">
                  <c:v>45477.723611111112</c:v>
                </c:pt>
                <c:pt idx="74331">
                  <c:v>45316.962500000001</c:v>
                </c:pt>
                <c:pt idx="74332">
                  <c:v>45881.987500000003</c:v>
                </c:pt>
                <c:pt idx="74333">
                  <c:v>45933.404166666667</c:v>
                </c:pt>
                <c:pt idx="74334">
                  <c:v>45390.67083333333</c:v>
                </c:pt>
                <c:pt idx="74335">
                  <c:v>45470.029166666667</c:v>
                </c:pt>
                <c:pt idx="74336">
                  <c:v>45693.799305555563</c:v>
                </c:pt>
                <c:pt idx="74337">
                  <c:v>45513.965277777781</c:v>
                </c:pt>
                <c:pt idx="74338">
                  <c:v>45968.404861111107</c:v>
                </c:pt>
                <c:pt idx="74339">
                  <c:v>45354.982638888891</c:v>
                </c:pt>
                <c:pt idx="74340">
                  <c:v>45743.836111111108</c:v>
                </c:pt>
                <c:pt idx="74341">
                  <c:v>45826.005555555559</c:v>
                </c:pt>
                <c:pt idx="74342">
                  <c:v>45558.515277777777</c:v>
                </c:pt>
                <c:pt idx="74343">
                  <c:v>45517.78402777778</c:v>
                </c:pt>
                <c:pt idx="74344">
                  <c:v>45645.604166666657</c:v>
                </c:pt>
                <c:pt idx="74345">
                  <c:v>45785.398611111108</c:v>
                </c:pt>
                <c:pt idx="74346">
                  <c:v>46008.463194444441</c:v>
                </c:pt>
                <c:pt idx="74347">
                  <c:v>45955.524305555547</c:v>
                </c:pt>
                <c:pt idx="74348">
                  <c:v>45501.559027777781</c:v>
                </c:pt>
                <c:pt idx="74349">
                  <c:v>45831.824999999997</c:v>
                </c:pt>
                <c:pt idx="74350">
                  <c:v>45897.729861111111</c:v>
                </c:pt>
                <c:pt idx="74351">
                  <c:v>45692.907638888893</c:v>
                </c:pt>
                <c:pt idx="74352">
                  <c:v>45739.774305555547</c:v>
                </c:pt>
                <c:pt idx="74353">
                  <c:v>45600.535416666673</c:v>
                </c:pt>
                <c:pt idx="74354">
                  <c:v>46019.793055555558</c:v>
                </c:pt>
                <c:pt idx="74355">
                  <c:v>45658.816666666673</c:v>
                </c:pt>
                <c:pt idx="74356">
                  <c:v>45606.825694444437</c:v>
                </c:pt>
                <c:pt idx="74357">
                  <c:v>45540.839583333327</c:v>
                </c:pt>
                <c:pt idx="74358">
                  <c:v>45548.280555555553</c:v>
                </c:pt>
                <c:pt idx="74359">
                  <c:v>45633.318749999999</c:v>
                </c:pt>
                <c:pt idx="74360">
                  <c:v>45422.414583333331</c:v>
                </c:pt>
                <c:pt idx="74361">
                  <c:v>45610.29791666667</c:v>
                </c:pt>
                <c:pt idx="74362">
                  <c:v>45484.467361111107</c:v>
                </c:pt>
                <c:pt idx="74363">
                  <c:v>45758.426388888889</c:v>
                </c:pt>
                <c:pt idx="74364">
                  <c:v>45359.392361111109</c:v>
                </c:pt>
                <c:pt idx="74365">
                  <c:v>45530.867361111108</c:v>
                </c:pt>
                <c:pt idx="74366">
                  <c:v>45610.649305555547</c:v>
                </c:pt>
                <c:pt idx="74367">
                  <c:v>45858.76458333333</c:v>
                </c:pt>
                <c:pt idx="74368">
                  <c:v>45367.542361111111</c:v>
                </c:pt>
                <c:pt idx="74369">
                  <c:v>45419.611111111109</c:v>
                </c:pt>
                <c:pt idx="74370">
                  <c:v>45502.40902777778</c:v>
                </c:pt>
                <c:pt idx="74371">
                  <c:v>45688.84652777778</c:v>
                </c:pt>
                <c:pt idx="74372">
                  <c:v>45710.912499999999</c:v>
                </c:pt>
                <c:pt idx="74373">
                  <c:v>45465.420138888891</c:v>
                </c:pt>
                <c:pt idx="74374">
                  <c:v>45902.5</c:v>
                </c:pt>
                <c:pt idx="74375">
                  <c:v>45842.334027777782</c:v>
                </c:pt>
                <c:pt idx="74376">
                  <c:v>45992.361111111109</c:v>
                </c:pt>
                <c:pt idx="74377">
                  <c:v>45950.511805555558</c:v>
                </c:pt>
                <c:pt idx="74378">
                  <c:v>45859.536805555559</c:v>
                </c:pt>
                <c:pt idx="74379">
                  <c:v>45666.42083333333</c:v>
                </c:pt>
                <c:pt idx="74380">
                  <c:v>45706.441666666673</c:v>
                </c:pt>
                <c:pt idx="74381">
                  <c:v>45792.339583333327</c:v>
                </c:pt>
                <c:pt idx="74382">
                  <c:v>45747.480555555558</c:v>
                </c:pt>
                <c:pt idx="74383">
                  <c:v>45651.936111111107</c:v>
                </c:pt>
                <c:pt idx="74384">
                  <c:v>45930.269444444442</c:v>
                </c:pt>
                <c:pt idx="74385">
                  <c:v>45780.402083333327</c:v>
                </c:pt>
                <c:pt idx="74386">
                  <c:v>45594.363194444442</c:v>
                </c:pt>
                <c:pt idx="74387">
                  <c:v>45876.341666666667</c:v>
                </c:pt>
                <c:pt idx="74388">
                  <c:v>45716.275694444441</c:v>
                </c:pt>
                <c:pt idx="74389">
                  <c:v>45612.527083333327</c:v>
                </c:pt>
                <c:pt idx="74390">
                  <c:v>45756.830555555563</c:v>
                </c:pt>
                <c:pt idx="74391">
                  <c:v>45666.57916666667</c:v>
                </c:pt>
                <c:pt idx="74392">
                  <c:v>46001.506944444453</c:v>
                </c:pt>
                <c:pt idx="74393">
                  <c:v>45586.412499999999</c:v>
                </c:pt>
                <c:pt idx="74394">
                  <c:v>45844.664583333331</c:v>
                </c:pt>
                <c:pt idx="74395">
                  <c:v>45430.691666666673</c:v>
                </c:pt>
                <c:pt idx="74396">
                  <c:v>45584.677777777782</c:v>
                </c:pt>
                <c:pt idx="74397">
                  <c:v>45933.665277777778</c:v>
                </c:pt>
                <c:pt idx="74398">
                  <c:v>45701.447222222218</c:v>
                </c:pt>
                <c:pt idx="74399">
                  <c:v>45994.863888888889</c:v>
                </c:pt>
                <c:pt idx="74400">
                  <c:v>45889.834722222222</c:v>
                </c:pt>
                <c:pt idx="74401">
                  <c:v>45920.44027777778</c:v>
                </c:pt>
                <c:pt idx="74402">
                  <c:v>45951.788888888892</c:v>
                </c:pt>
                <c:pt idx="74403">
                  <c:v>45372.470138888893</c:v>
                </c:pt>
                <c:pt idx="74404">
                  <c:v>45920.556944444441</c:v>
                </c:pt>
                <c:pt idx="74405">
                  <c:v>45898.637499999997</c:v>
                </c:pt>
                <c:pt idx="74406">
                  <c:v>45788.727777777778</c:v>
                </c:pt>
                <c:pt idx="74407">
                  <c:v>45616.508333333331</c:v>
                </c:pt>
                <c:pt idx="74408">
                  <c:v>45989.42083333333</c:v>
                </c:pt>
                <c:pt idx="74409">
                  <c:v>45935.585416666669</c:v>
                </c:pt>
                <c:pt idx="74410">
                  <c:v>45912.556944444441</c:v>
                </c:pt>
                <c:pt idx="74411">
                  <c:v>46012.77847222222</c:v>
                </c:pt>
                <c:pt idx="74412">
                  <c:v>45426.392361111109</c:v>
                </c:pt>
                <c:pt idx="74413">
                  <c:v>45367.661805555559</c:v>
                </c:pt>
                <c:pt idx="74414">
                  <c:v>45664.840277777781</c:v>
                </c:pt>
                <c:pt idx="74415">
                  <c:v>45513.492361111108</c:v>
                </c:pt>
                <c:pt idx="74416">
                  <c:v>45823.415277777778</c:v>
                </c:pt>
                <c:pt idx="74417">
                  <c:v>45756.009027777778</c:v>
                </c:pt>
                <c:pt idx="74418">
                  <c:v>45505.620138888888</c:v>
                </c:pt>
                <c:pt idx="74419">
                  <c:v>45811.56527777778</c:v>
                </c:pt>
                <c:pt idx="74420">
                  <c:v>45961.29583333333</c:v>
                </c:pt>
                <c:pt idx="74421">
                  <c:v>45749.509722222218</c:v>
                </c:pt>
                <c:pt idx="74422">
                  <c:v>45603.415972222218</c:v>
                </c:pt>
                <c:pt idx="74423">
                  <c:v>45683.657638888893</c:v>
                </c:pt>
                <c:pt idx="74424">
                  <c:v>45455.586111111108</c:v>
                </c:pt>
                <c:pt idx="74425">
                  <c:v>45643.572222222218</c:v>
                </c:pt>
                <c:pt idx="74426">
                  <c:v>45489.484027777777</c:v>
                </c:pt>
                <c:pt idx="74427">
                  <c:v>45542.495138888888</c:v>
                </c:pt>
                <c:pt idx="74428">
                  <c:v>45869.572222222218</c:v>
                </c:pt>
                <c:pt idx="74429">
                  <c:v>45918.650694444441</c:v>
                </c:pt>
                <c:pt idx="74430">
                  <c:v>45474.821527777778</c:v>
                </c:pt>
                <c:pt idx="74431">
                  <c:v>45989.602777777778</c:v>
                </c:pt>
                <c:pt idx="74432">
                  <c:v>45600.867361111108</c:v>
                </c:pt>
                <c:pt idx="74433">
                  <c:v>45709.870833333327</c:v>
                </c:pt>
                <c:pt idx="74434">
                  <c:v>45658.573611111111</c:v>
                </c:pt>
                <c:pt idx="74435">
                  <c:v>45763.809027777781</c:v>
                </c:pt>
                <c:pt idx="74436">
                  <c:v>45458.440972222219</c:v>
                </c:pt>
                <c:pt idx="74437">
                  <c:v>45811.520833333343</c:v>
                </c:pt>
                <c:pt idx="74438">
                  <c:v>45356.495138888888</c:v>
                </c:pt>
                <c:pt idx="74439">
                  <c:v>45509.863888888889</c:v>
                </c:pt>
                <c:pt idx="74440">
                  <c:v>45823.661111111112</c:v>
                </c:pt>
                <c:pt idx="74441">
                  <c:v>45420.472916666673</c:v>
                </c:pt>
                <c:pt idx="74442">
                  <c:v>45641.704861111109</c:v>
                </c:pt>
                <c:pt idx="74443">
                  <c:v>45326.675000000003</c:v>
                </c:pt>
                <c:pt idx="74444">
                  <c:v>45350.440972222219</c:v>
                </c:pt>
                <c:pt idx="74445">
                  <c:v>45579.560416666667</c:v>
                </c:pt>
                <c:pt idx="74446">
                  <c:v>45536.126388888893</c:v>
                </c:pt>
                <c:pt idx="74447">
                  <c:v>45628.62777777778</c:v>
                </c:pt>
                <c:pt idx="74448">
                  <c:v>45857.099305555559</c:v>
                </c:pt>
                <c:pt idx="74449">
                  <c:v>45806.3</c:v>
                </c:pt>
                <c:pt idx="74450">
                  <c:v>45975.434027777781</c:v>
                </c:pt>
                <c:pt idx="74451">
                  <c:v>45916.632638888892</c:v>
                </c:pt>
                <c:pt idx="74452">
                  <c:v>45736.415277777778</c:v>
                </c:pt>
                <c:pt idx="74453">
                  <c:v>45400.59097222222</c:v>
                </c:pt>
                <c:pt idx="74454">
                  <c:v>45434.638888888891</c:v>
                </c:pt>
                <c:pt idx="74455">
                  <c:v>45460.005555555559</c:v>
                </c:pt>
                <c:pt idx="74456">
                  <c:v>45413.597916666673</c:v>
                </c:pt>
                <c:pt idx="74457">
                  <c:v>45501.609027777777</c:v>
                </c:pt>
                <c:pt idx="74458">
                  <c:v>45351.492361111108</c:v>
                </c:pt>
                <c:pt idx="74459">
                  <c:v>45683.511805555558</c:v>
                </c:pt>
                <c:pt idx="74460">
                  <c:v>45891.433333333327</c:v>
                </c:pt>
                <c:pt idx="74461">
                  <c:v>45575.488194444442</c:v>
                </c:pt>
                <c:pt idx="74462">
                  <c:v>45436.347916666673</c:v>
                </c:pt>
                <c:pt idx="74463">
                  <c:v>45778.328472222223</c:v>
                </c:pt>
                <c:pt idx="74464">
                  <c:v>45996.354861111111</c:v>
                </c:pt>
                <c:pt idx="74465">
                  <c:v>45829.361111111109</c:v>
                </c:pt>
                <c:pt idx="74466">
                  <c:v>45320.48541666667</c:v>
                </c:pt>
                <c:pt idx="74467">
                  <c:v>45691.64166666667</c:v>
                </c:pt>
                <c:pt idx="74468">
                  <c:v>45949.38958333333</c:v>
                </c:pt>
                <c:pt idx="74469">
                  <c:v>45350.711111111108</c:v>
                </c:pt>
                <c:pt idx="74470">
                  <c:v>45986.718055555553</c:v>
                </c:pt>
                <c:pt idx="74471">
                  <c:v>45594.838194444441</c:v>
                </c:pt>
                <c:pt idx="74472">
                  <c:v>45545.707638888889</c:v>
                </c:pt>
                <c:pt idx="74473">
                  <c:v>45637.772222222222</c:v>
                </c:pt>
                <c:pt idx="74474">
                  <c:v>45840.693749999999</c:v>
                </c:pt>
                <c:pt idx="74475">
                  <c:v>45726.714583333327</c:v>
                </c:pt>
                <c:pt idx="74476">
                  <c:v>45807.384027777778</c:v>
                </c:pt>
                <c:pt idx="74477">
                  <c:v>45500.513888888891</c:v>
                </c:pt>
                <c:pt idx="74478">
                  <c:v>45882.761111111111</c:v>
                </c:pt>
                <c:pt idx="74479">
                  <c:v>45683.709027777782</c:v>
                </c:pt>
                <c:pt idx="74480">
                  <c:v>45452.732638888891</c:v>
                </c:pt>
                <c:pt idx="74481">
                  <c:v>46021.413194444453</c:v>
                </c:pt>
                <c:pt idx="74482">
                  <c:v>45949.568055555559</c:v>
                </c:pt>
                <c:pt idx="74483">
                  <c:v>45398.770833333343</c:v>
                </c:pt>
                <c:pt idx="74484">
                  <c:v>45938.714583333327</c:v>
                </c:pt>
                <c:pt idx="74485">
                  <c:v>45988.84375</c:v>
                </c:pt>
                <c:pt idx="74486">
                  <c:v>45727.53125</c:v>
                </c:pt>
                <c:pt idx="74487">
                  <c:v>45725.445833333331</c:v>
                </c:pt>
                <c:pt idx="74488">
                  <c:v>45862.64166666667</c:v>
                </c:pt>
                <c:pt idx="74489">
                  <c:v>45781.545138888891</c:v>
                </c:pt>
                <c:pt idx="74490">
                  <c:v>45705.48541666667</c:v>
                </c:pt>
                <c:pt idx="74491">
                  <c:v>45798.802777777782</c:v>
                </c:pt>
                <c:pt idx="74492">
                  <c:v>45824.669444444437</c:v>
                </c:pt>
                <c:pt idx="74493">
                  <c:v>45625.910416666673</c:v>
                </c:pt>
                <c:pt idx="74494">
                  <c:v>45411.48541666667</c:v>
                </c:pt>
                <c:pt idx="74495">
                  <c:v>45564.643750000003</c:v>
                </c:pt>
                <c:pt idx="74496">
                  <c:v>45511.579861111109</c:v>
                </c:pt>
                <c:pt idx="74497">
                  <c:v>45327.024305555547</c:v>
                </c:pt>
                <c:pt idx="74498">
                  <c:v>45675.792361111111</c:v>
                </c:pt>
                <c:pt idx="74499">
                  <c:v>45721.490277777782</c:v>
                </c:pt>
                <c:pt idx="74500">
                  <c:v>45715.786805555559</c:v>
                </c:pt>
                <c:pt idx="74501">
                  <c:v>45318.970138888893</c:v>
                </c:pt>
                <c:pt idx="74502">
                  <c:v>45536.067361111112</c:v>
                </c:pt>
                <c:pt idx="74503">
                  <c:v>45654.65</c:v>
                </c:pt>
                <c:pt idx="74504">
                  <c:v>45977.051388888889</c:v>
                </c:pt>
                <c:pt idx="74505">
                  <c:v>45866.916666666657</c:v>
                </c:pt>
                <c:pt idx="74506">
                  <c:v>45910.929166666669</c:v>
                </c:pt>
                <c:pt idx="74507">
                  <c:v>45546.827777777777</c:v>
                </c:pt>
                <c:pt idx="74508">
                  <c:v>45829.638194444437</c:v>
                </c:pt>
                <c:pt idx="74509">
                  <c:v>45908.65</c:v>
                </c:pt>
                <c:pt idx="74510">
                  <c:v>45374.334027777782</c:v>
                </c:pt>
                <c:pt idx="74511">
                  <c:v>45344.467361111107</c:v>
                </c:pt>
                <c:pt idx="74512">
                  <c:v>45674.426388888889</c:v>
                </c:pt>
                <c:pt idx="74513">
                  <c:v>45700.723611111112</c:v>
                </c:pt>
                <c:pt idx="74514">
                  <c:v>45357.895138888889</c:v>
                </c:pt>
                <c:pt idx="74515">
                  <c:v>45562.441666666673</c:v>
                </c:pt>
                <c:pt idx="74516">
                  <c:v>45300.504861111112</c:v>
                </c:pt>
                <c:pt idx="74517">
                  <c:v>45615.935416666667</c:v>
                </c:pt>
                <c:pt idx="74518">
                  <c:v>45955.561111111107</c:v>
                </c:pt>
                <c:pt idx="74519">
                  <c:v>45524.142361111109</c:v>
                </c:pt>
                <c:pt idx="74520">
                  <c:v>45804.26458333333</c:v>
                </c:pt>
                <c:pt idx="74521">
                  <c:v>45747.033333333333</c:v>
                </c:pt>
                <c:pt idx="74522">
                  <c:v>45492.822916666657</c:v>
                </c:pt>
                <c:pt idx="74523">
                  <c:v>45492.822916666657</c:v>
                </c:pt>
                <c:pt idx="74524">
                  <c:v>45852.777777777781</c:v>
                </c:pt>
                <c:pt idx="74525">
                  <c:v>45550.833333333343</c:v>
                </c:pt>
                <c:pt idx="74526">
                  <c:v>45970.565972222219</c:v>
                </c:pt>
                <c:pt idx="74527">
                  <c:v>45523.382638888892</c:v>
                </c:pt>
                <c:pt idx="74528">
                  <c:v>45917.843055555553</c:v>
                </c:pt>
                <c:pt idx="74529">
                  <c:v>45970.565972222219</c:v>
                </c:pt>
                <c:pt idx="74530">
                  <c:v>45996.356944444437</c:v>
                </c:pt>
                <c:pt idx="74531">
                  <c:v>45935.822222222218</c:v>
                </c:pt>
                <c:pt idx="74532">
                  <c:v>45833.512499999997</c:v>
                </c:pt>
                <c:pt idx="74533">
                  <c:v>45523.382638888892</c:v>
                </c:pt>
                <c:pt idx="74534">
                  <c:v>45949.777083333327</c:v>
                </c:pt>
                <c:pt idx="74535">
                  <c:v>45984.729166666657</c:v>
                </c:pt>
                <c:pt idx="74536">
                  <c:v>45935.822222222218</c:v>
                </c:pt>
                <c:pt idx="74537">
                  <c:v>45996.356944444437</c:v>
                </c:pt>
                <c:pt idx="74538">
                  <c:v>45949.777083333327</c:v>
                </c:pt>
                <c:pt idx="74539">
                  <c:v>45984.729166666657</c:v>
                </c:pt>
                <c:pt idx="74540">
                  <c:v>45550.833333333343</c:v>
                </c:pt>
                <c:pt idx="74541">
                  <c:v>45833.512499999997</c:v>
                </c:pt>
                <c:pt idx="74542">
                  <c:v>45917.843055555553</c:v>
                </c:pt>
                <c:pt idx="74543">
                  <c:v>45852.777777777781</c:v>
                </c:pt>
                <c:pt idx="74544">
                  <c:v>45869.822222222218</c:v>
                </c:pt>
                <c:pt idx="74545">
                  <c:v>45820.738888888889</c:v>
                </c:pt>
                <c:pt idx="74546">
                  <c:v>45820.738888888889</c:v>
                </c:pt>
                <c:pt idx="74547">
                  <c:v>45869.822222222218</c:v>
                </c:pt>
                <c:pt idx="74548">
                  <c:v>46009.646527777782</c:v>
                </c:pt>
                <c:pt idx="74549">
                  <c:v>46009.646527777782</c:v>
                </c:pt>
                <c:pt idx="74550">
                  <c:v>45498.460416666669</c:v>
                </c:pt>
                <c:pt idx="74551">
                  <c:v>45852.758333333331</c:v>
                </c:pt>
                <c:pt idx="74552">
                  <c:v>45705.697222222218</c:v>
                </c:pt>
                <c:pt idx="74553">
                  <c:v>45628.833333333343</c:v>
                </c:pt>
                <c:pt idx="74554">
                  <c:v>45824.697916666657</c:v>
                </c:pt>
                <c:pt idx="74555">
                  <c:v>45656.872916666667</c:v>
                </c:pt>
                <c:pt idx="74556">
                  <c:v>45594.759027777778</c:v>
                </c:pt>
                <c:pt idx="74557">
                  <c:v>45766.68472222222</c:v>
                </c:pt>
                <c:pt idx="74558">
                  <c:v>45739.722222222219</c:v>
                </c:pt>
                <c:pt idx="74559">
                  <c:v>45626.900694444441</c:v>
                </c:pt>
                <c:pt idx="74560">
                  <c:v>45374.426388888889</c:v>
                </c:pt>
                <c:pt idx="74561">
                  <c:v>45758.503472222219</c:v>
                </c:pt>
                <c:pt idx="74562">
                  <c:v>45617.652083333327</c:v>
                </c:pt>
                <c:pt idx="74563">
                  <c:v>45738.640277777777</c:v>
                </c:pt>
                <c:pt idx="74564">
                  <c:v>45828.270138888889</c:v>
                </c:pt>
                <c:pt idx="74565">
                  <c:v>45695.5</c:v>
                </c:pt>
                <c:pt idx="74566">
                  <c:v>45668.466666666667</c:v>
                </c:pt>
                <c:pt idx="74567">
                  <c:v>45788.402083333327</c:v>
                </c:pt>
                <c:pt idx="74568">
                  <c:v>45730.05972222222</c:v>
                </c:pt>
                <c:pt idx="74569">
                  <c:v>45899.729861111111</c:v>
                </c:pt>
                <c:pt idx="74570">
                  <c:v>45831.661805555559</c:v>
                </c:pt>
                <c:pt idx="74571">
                  <c:v>45770.736805555563</c:v>
                </c:pt>
                <c:pt idx="74572">
                  <c:v>45939.595833333333</c:v>
                </c:pt>
                <c:pt idx="74573">
                  <c:v>45793.640972222223</c:v>
                </c:pt>
                <c:pt idx="74574">
                  <c:v>45991.675000000003</c:v>
                </c:pt>
                <c:pt idx="74575">
                  <c:v>45778.491666666669</c:v>
                </c:pt>
                <c:pt idx="74576">
                  <c:v>45807.540277777778</c:v>
                </c:pt>
                <c:pt idx="74577">
                  <c:v>45900.075694444437</c:v>
                </c:pt>
                <c:pt idx="74578">
                  <c:v>45741.847916666673</c:v>
                </c:pt>
                <c:pt idx="74579">
                  <c:v>45748.560416666667</c:v>
                </c:pt>
                <c:pt idx="74580">
                  <c:v>45583.966666666667</c:v>
                </c:pt>
                <c:pt idx="74581">
                  <c:v>45807.013888888891</c:v>
                </c:pt>
                <c:pt idx="74582">
                  <c:v>45726.954861111109</c:v>
                </c:pt>
                <c:pt idx="74583">
                  <c:v>45868.694444444453</c:v>
                </c:pt>
                <c:pt idx="74584">
                  <c:v>45520.010416666657</c:v>
                </c:pt>
                <c:pt idx="74585">
                  <c:v>45550.147222222222</c:v>
                </c:pt>
                <c:pt idx="74586">
                  <c:v>45608.797222222223</c:v>
                </c:pt>
                <c:pt idx="74587">
                  <c:v>45967.986111111109</c:v>
                </c:pt>
                <c:pt idx="74588">
                  <c:v>45900.063888888893</c:v>
                </c:pt>
                <c:pt idx="74589">
                  <c:v>45468.020138888889</c:v>
                </c:pt>
                <c:pt idx="74590">
                  <c:v>45973.410416666673</c:v>
                </c:pt>
                <c:pt idx="74591">
                  <c:v>45324.530555555553</c:v>
                </c:pt>
                <c:pt idx="74592">
                  <c:v>45546.557638888888</c:v>
                </c:pt>
                <c:pt idx="74593">
                  <c:v>45452.460416666669</c:v>
                </c:pt>
                <c:pt idx="74594">
                  <c:v>45941.818055555559</c:v>
                </c:pt>
                <c:pt idx="74595">
                  <c:v>45724.442361111112</c:v>
                </c:pt>
                <c:pt idx="74596">
                  <c:v>45577.149305555547</c:v>
                </c:pt>
                <c:pt idx="74597">
                  <c:v>45762.613194444442</c:v>
                </c:pt>
                <c:pt idx="74598">
                  <c:v>45971.917361111111</c:v>
                </c:pt>
                <c:pt idx="74599">
                  <c:v>45606.45416666667</c:v>
                </c:pt>
                <c:pt idx="74600">
                  <c:v>45853.631944444453</c:v>
                </c:pt>
                <c:pt idx="74601">
                  <c:v>45913.168055555558</c:v>
                </c:pt>
                <c:pt idx="74602">
                  <c:v>45537.839583333327</c:v>
                </c:pt>
                <c:pt idx="74603">
                  <c:v>45873.238888888889</c:v>
                </c:pt>
                <c:pt idx="74604">
                  <c:v>45340.946527777778</c:v>
                </c:pt>
                <c:pt idx="74605">
                  <c:v>45631.17083333333</c:v>
                </c:pt>
                <c:pt idx="74606">
                  <c:v>45488.457638888889</c:v>
                </c:pt>
                <c:pt idx="74607">
                  <c:v>45821.693749999999</c:v>
                </c:pt>
                <c:pt idx="74608">
                  <c:v>45932.69027777778</c:v>
                </c:pt>
                <c:pt idx="74609">
                  <c:v>45843.777083333327</c:v>
                </c:pt>
                <c:pt idx="74610">
                  <c:v>45963.509027777778</c:v>
                </c:pt>
                <c:pt idx="74611">
                  <c:v>45871.495138888888</c:v>
                </c:pt>
                <c:pt idx="74612">
                  <c:v>45912.613888888889</c:v>
                </c:pt>
                <c:pt idx="74613">
                  <c:v>46019.913194444453</c:v>
                </c:pt>
                <c:pt idx="74614">
                  <c:v>46002.581250000003</c:v>
                </c:pt>
                <c:pt idx="74615">
                  <c:v>45982.537499999999</c:v>
                </c:pt>
                <c:pt idx="74616">
                  <c:v>45889.648611111108</c:v>
                </c:pt>
                <c:pt idx="74617">
                  <c:v>45774.886805555558</c:v>
                </c:pt>
                <c:pt idx="74618">
                  <c:v>46003.638888888891</c:v>
                </c:pt>
                <c:pt idx="74619">
                  <c:v>45809.732638888891</c:v>
                </c:pt>
                <c:pt idx="74620">
                  <c:v>45863.845138888893</c:v>
                </c:pt>
                <c:pt idx="74621">
                  <c:v>45848.634722222218</c:v>
                </c:pt>
                <c:pt idx="74622">
                  <c:v>45904.710416666669</c:v>
                </c:pt>
                <c:pt idx="74623">
                  <c:v>45752.402777777781</c:v>
                </c:pt>
                <c:pt idx="74624">
                  <c:v>45673.59652777778</c:v>
                </c:pt>
                <c:pt idx="74625">
                  <c:v>45758.145138888889</c:v>
                </c:pt>
                <c:pt idx="74626">
                  <c:v>45569.614583333343</c:v>
                </c:pt>
                <c:pt idx="74627">
                  <c:v>45540.581944444442</c:v>
                </c:pt>
                <c:pt idx="74628">
                  <c:v>45514.620833333327</c:v>
                </c:pt>
                <c:pt idx="74629">
                  <c:v>45646.052777777782</c:v>
                </c:pt>
                <c:pt idx="74630">
                  <c:v>45873.851388888892</c:v>
                </c:pt>
                <c:pt idx="74631">
                  <c:v>45805.60833333333</c:v>
                </c:pt>
                <c:pt idx="74632">
                  <c:v>46007.173611111109</c:v>
                </c:pt>
                <c:pt idx="74633">
                  <c:v>45509.475694444453</c:v>
                </c:pt>
                <c:pt idx="74634">
                  <c:v>45496.006944444453</c:v>
                </c:pt>
                <c:pt idx="74635">
                  <c:v>45679.386805555558</c:v>
                </c:pt>
                <c:pt idx="74636">
                  <c:v>45588.928472222222</c:v>
                </c:pt>
                <c:pt idx="74637">
                  <c:v>45518.035416666673</c:v>
                </c:pt>
                <c:pt idx="74638">
                  <c:v>45718.438888888893</c:v>
                </c:pt>
                <c:pt idx="74639">
                  <c:v>45793.693749999999</c:v>
                </c:pt>
                <c:pt idx="74640">
                  <c:v>45958.544444444437</c:v>
                </c:pt>
                <c:pt idx="74641">
                  <c:v>45834.651388888888</c:v>
                </c:pt>
                <c:pt idx="74642">
                  <c:v>45771.677083333343</c:v>
                </c:pt>
                <c:pt idx="74643">
                  <c:v>45432.513888888891</c:v>
                </c:pt>
                <c:pt idx="74644">
                  <c:v>45479.486111111109</c:v>
                </c:pt>
                <c:pt idx="74645">
                  <c:v>45675.444444444453</c:v>
                </c:pt>
                <c:pt idx="74646">
                  <c:v>45989.689583333333</c:v>
                </c:pt>
                <c:pt idx="74647">
                  <c:v>45592.556944444441</c:v>
                </c:pt>
                <c:pt idx="74648">
                  <c:v>45639.680555555547</c:v>
                </c:pt>
                <c:pt idx="74649">
                  <c:v>45926.788888888892</c:v>
                </c:pt>
                <c:pt idx="74650">
                  <c:v>45918.85</c:v>
                </c:pt>
                <c:pt idx="74651">
                  <c:v>45727.92291666667</c:v>
                </c:pt>
                <c:pt idx="74652">
                  <c:v>45979.462500000001</c:v>
                </c:pt>
                <c:pt idx="74653">
                  <c:v>45958.627083333333</c:v>
                </c:pt>
                <c:pt idx="74654">
                  <c:v>45929.793749999997</c:v>
                </c:pt>
                <c:pt idx="74655">
                  <c:v>45908.868055555547</c:v>
                </c:pt>
                <c:pt idx="74656">
                  <c:v>46005.800694444442</c:v>
                </c:pt>
                <c:pt idx="74657">
                  <c:v>45883.341666666667</c:v>
                </c:pt>
                <c:pt idx="74658">
                  <c:v>45852.517361111109</c:v>
                </c:pt>
                <c:pt idx="74659">
                  <c:v>45782.911805555559</c:v>
                </c:pt>
                <c:pt idx="74660">
                  <c:v>46019.52847222222</c:v>
                </c:pt>
                <c:pt idx="74661">
                  <c:v>45941.936805555553</c:v>
                </c:pt>
                <c:pt idx="74662">
                  <c:v>45726.867361111108</c:v>
                </c:pt>
                <c:pt idx="74663">
                  <c:v>45902.754861111112</c:v>
                </c:pt>
                <c:pt idx="74664">
                  <c:v>45831.352083333331</c:v>
                </c:pt>
                <c:pt idx="74665">
                  <c:v>45864.384027777778</c:v>
                </c:pt>
                <c:pt idx="74666">
                  <c:v>45980.952777777777</c:v>
                </c:pt>
                <c:pt idx="74667">
                  <c:v>45365.478472222218</c:v>
                </c:pt>
                <c:pt idx="74668">
                  <c:v>45706.84652777778</c:v>
                </c:pt>
                <c:pt idx="74669">
                  <c:v>45496.200694444437</c:v>
                </c:pt>
                <c:pt idx="74670">
                  <c:v>45867.647222222222</c:v>
                </c:pt>
                <c:pt idx="74671">
                  <c:v>45482.736111111109</c:v>
                </c:pt>
                <c:pt idx="74672">
                  <c:v>45452.263194444437</c:v>
                </c:pt>
                <c:pt idx="74673">
                  <c:v>45932.561805555553</c:v>
                </c:pt>
                <c:pt idx="74674">
                  <c:v>45767.242361111108</c:v>
                </c:pt>
                <c:pt idx="74675">
                  <c:v>45817.353472222218</c:v>
                </c:pt>
                <c:pt idx="74676">
                  <c:v>45399.879861111112</c:v>
                </c:pt>
                <c:pt idx="74677">
                  <c:v>45422.595138888893</c:v>
                </c:pt>
                <c:pt idx="74678">
                  <c:v>45744.157638888893</c:v>
                </c:pt>
                <c:pt idx="74679">
                  <c:v>45574.211111111108</c:v>
                </c:pt>
                <c:pt idx="74680">
                  <c:v>45794.167361111111</c:v>
                </c:pt>
                <c:pt idx="74681">
                  <c:v>45325.806250000001</c:v>
                </c:pt>
                <c:pt idx="74682">
                  <c:v>45653.112500000003</c:v>
                </c:pt>
                <c:pt idx="74683">
                  <c:v>45489.272222222222</c:v>
                </c:pt>
                <c:pt idx="74684">
                  <c:v>45310.434027777781</c:v>
                </c:pt>
                <c:pt idx="74685">
                  <c:v>45458.561111111107</c:v>
                </c:pt>
                <c:pt idx="74686">
                  <c:v>45341.442361111112</c:v>
                </c:pt>
                <c:pt idx="74687">
                  <c:v>45398.777083333327</c:v>
                </c:pt>
                <c:pt idx="74688">
                  <c:v>45714.677777777782</c:v>
                </c:pt>
                <c:pt idx="74689">
                  <c:v>45971.363888888889</c:v>
                </c:pt>
                <c:pt idx="74690">
                  <c:v>45913.397222222222</c:v>
                </c:pt>
                <c:pt idx="74691">
                  <c:v>45945.532638888893</c:v>
                </c:pt>
                <c:pt idx="74692">
                  <c:v>45971.363888888889</c:v>
                </c:pt>
                <c:pt idx="74693">
                  <c:v>45913.397222222222</c:v>
                </c:pt>
                <c:pt idx="74694">
                  <c:v>45840.990972222222</c:v>
                </c:pt>
                <c:pt idx="74695">
                  <c:v>45945.532638888893</c:v>
                </c:pt>
                <c:pt idx="74696">
                  <c:v>46009.197222222218</c:v>
                </c:pt>
                <c:pt idx="74697">
                  <c:v>45934.328472222223</c:v>
                </c:pt>
                <c:pt idx="74698">
                  <c:v>46009.197222222218</c:v>
                </c:pt>
                <c:pt idx="74699">
                  <c:v>45779.799305555563</c:v>
                </c:pt>
                <c:pt idx="74700">
                  <c:v>45705.947916666657</c:v>
                </c:pt>
                <c:pt idx="74701">
                  <c:v>45705.947916666657</c:v>
                </c:pt>
                <c:pt idx="74702">
                  <c:v>45705.935416666667</c:v>
                </c:pt>
                <c:pt idx="74703">
                  <c:v>45705.935416666667</c:v>
                </c:pt>
                <c:pt idx="74704">
                  <c:v>45797.692361111112</c:v>
                </c:pt>
                <c:pt idx="74705">
                  <c:v>45855.561111111107</c:v>
                </c:pt>
                <c:pt idx="74706">
                  <c:v>45840.990972222222</c:v>
                </c:pt>
                <c:pt idx="74707">
                  <c:v>45743.379166666673</c:v>
                </c:pt>
                <c:pt idx="74708">
                  <c:v>45892.428472222222</c:v>
                </c:pt>
                <c:pt idx="74709">
                  <c:v>45770.663194444453</c:v>
                </c:pt>
                <c:pt idx="74710">
                  <c:v>45770.663194444453</c:v>
                </c:pt>
                <c:pt idx="74711">
                  <c:v>45824.34652777778</c:v>
                </c:pt>
                <c:pt idx="74712">
                  <c:v>45824.34652777778</c:v>
                </c:pt>
                <c:pt idx="74713">
                  <c:v>45874.592361111107</c:v>
                </c:pt>
                <c:pt idx="74714">
                  <c:v>45743.379166666673</c:v>
                </c:pt>
                <c:pt idx="74715">
                  <c:v>45779.799305555563</c:v>
                </c:pt>
                <c:pt idx="74716">
                  <c:v>45797.692361111112</c:v>
                </c:pt>
                <c:pt idx="74717">
                  <c:v>45892.428472222222</c:v>
                </c:pt>
                <c:pt idx="74718">
                  <c:v>45987.963194444441</c:v>
                </c:pt>
                <c:pt idx="74719">
                  <c:v>45855.561111111107</c:v>
                </c:pt>
                <c:pt idx="74720">
                  <c:v>45987.963194444441</c:v>
                </c:pt>
                <c:pt idx="74721">
                  <c:v>45934.328472222223</c:v>
                </c:pt>
                <c:pt idx="74722">
                  <c:v>45874.592361111107</c:v>
                </c:pt>
                <c:pt idx="74723">
                  <c:v>45338.515277777777</c:v>
                </c:pt>
                <c:pt idx="74724">
                  <c:v>45568.32708333333</c:v>
                </c:pt>
                <c:pt idx="74725">
                  <c:v>45761.654166666667</c:v>
                </c:pt>
                <c:pt idx="74726">
                  <c:v>45500.548611111109</c:v>
                </c:pt>
                <c:pt idx="74727">
                  <c:v>45681.602777777778</c:v>
                </c:pt>
                <c:pt idx="74728">
                  <c:v>45431.924305555563</c:v>
                </c:pt>
                <c:pt idx="74729">
                  <c:v>45618.559027777781</c:v>
                </c:pt>
                <c:pt idx="74730">
                  <c:v>45401.365277777782</c:v>
                </c:pt>
                <c:pt idx="74731">
                  <c:v>45424.872916666667</c:v>
                </c:pt>
                <c:pt idx="74732">
                  <c:v>45589.565972222219</c:v>
                </c:pt>
                <c:pt idx="74733">
                  <c:v>45539.533333333333</c:v>
                </c:pt>
                <c:pt idx="74734">
                  <c:v>45512.62222222222</c:v>
                </c:pt>
                <c:pt idx="74735">
                  <c:v>45720.515972222223</c:v>
                </c:pt>
                <c:pt idx="74736">
                  <c:v>45316.665277777778</c:v>
                </c:pt>
                <c:pt idx="74737">
                  <c:v>45384.625</c:v>
                </c:pt>
                <c:pt idx="74738">
                  <c:v>45467.692361111112</c:v>
                </c:pt>
                <c:pt idx="74739">
                  <c:v>45680.90625</c:v>
                </c:pt>
                <c:pt idx="74740">
                  <c:v>45324.457638888889</c:v>
                </c:pt>
                <c:pt idx="74741">
                  <c:v>45448.5625</c:v>
                </c:pt>
                <c:pt idx="74742">
                  <c:v>45713.401388888888</c:v>
                </c:pt>
                <c:pt idx="74743">
                  <c:v>45559.540972222218</c:v>
                </c:pt>
                <c:pt idx="74744">
                  <c:v>45822</c:v>
                </c:pt>
                <c:pt idx="74745">
                  <c:v>45405.589583333327</c:v>
                </c:pt>
                <c:pt idx="74746">
                  <c:v>45379.659722222219</c:v>
                </c:pt>
                <c:pt idx="74747">
                  <c:v>45652.78125</c:v>
                </c:pt>
                <c:pt idx="74748">
                  <c:v>45496.693749999999</c:v>
                </c:pt>
                <c:pt idx="74749">
                  <c:v>45426.569444444453</c:v>
                </c:pt>
                <c:pt idx="74750">
                  <c:v>45321.634027777778</c:v>
                </c:pt>
                <c:pt idx="74751">
                  <c:v>45712.892361111109</c:v>
                </c:pt>
                <c:pt idx="74752">
                  <c:v>45791.375694444447</c:v>
                </c:pt>
                <c:pt idx="74753">
                  <c:v>45404.95208333333</c:v>
                </c:pt>
                <c:pt idx="74754">
                  <c:v>45413.965277777781</c:v>
                </c:pt>
                <c:pt idx="74755">
                  <c:v>45458.475694444453</c:v>
                </c:pt>
                <c:pt idx="74756">
                  <c:v>45988.39166666667</c:v>
                </c:pt>
                <c:pt idx="74757">
                  <c:v>46002.40347222222</c:v>
                </c:pt>
                <c:pt idx="74758">
                  <c:v>45978.671527777777</c:v>
                </c:pt>
                <c:pt idx="74759">
                  <c:v>45894.876388888893</c:v>
                </c:pt>
                <c:pt idx="74760">
                  <c:v>45567.515277777777</c:v>
                </c:pt>
                <c:pt idx="74761">
                  <c:v>45674.657638888893</c:v>
                </c:pt>
                <c:pt idx="74762">
                  <c:v>45816.982638888891</c:v>
                </c:pt>
                <c:pt idx="74763">
                  <c:v>45671.717361111107</c:v>
                </c:pt>
                <c:pt idx="74764">
                  <c:v>45509.564583333333</c:v>
                </c:pt>
                <c:pt idx="74765">
                  <c:v>45715.509027777778</c:v>
                </c:pt>
                <c:pt idx="74766">
                  <c:v>45535.435416666667</c:v>
                </c:pt>
                <c:pt idx="74767">
                  <c:v>45817.424305555563</c:v>
                </c:pt>
                <c:pt idx="74768">
                  <c:v>45686.094444444447</c:v>
                </c:pt>
                <c:pt idx="74769">
                  <c:v>45988.746527777781</c:v>
                </c:pt>
                <c:pt idx="74770">
                  <c:v>45816.604861111111</c:v>
                </c:pt>
                <c:pt idx="74771">
                  <c:v>45729.9375</c:v>
                </c:pt>
                <c:pt idx="74772">
                  <c:v>46017.628472222219</c:v>
                </c:pt>
                <c:pt idx="74773">
                  <c:v>45353.633333333331</c:v>
                </c:pt>
                <c:pt idx="74774">
                  <c:v>45433.570833333331</c:v>
                </c:pt>
                <c:pt idx="74775">
                  <c:v>45556.365277777782</c:v>
                </c:pt>
                <c:pt idx="74776">
                  <c:v>45658.679166666669</c:v>
                </c:pt>
                <c:pt idx="74777">
                  <c:v>45352.973611111112</c:v>
                </c:pt>
                <c:pt idx="74778">
                  <c:v>45366.45416666667</c:v>
                </c:pt>
                <c:pt idx="74779">
                  <c:v>45497.923611111109</c:v>
                </c:pt>
                <c:pt idx="74780">
                  <c:v>45866.690972222219</c:v>
                </c:pt>
                <c:pt idx="74781">
                  <c:v>45839.004861111112</c:v>
                </c:pt>
                <c:pt idx="74782">
                  <c:v>45909.625694444447</c:v>
                </c:pt>
                <c:pt idx="74783">
                  <c:v>45951.787499999999</c:v>
                </c:pt>
                <c:pt idx="74784">
                  <c:v>45982.895138888889</c:v>
                </c:pt>
                <c:pt idx="74785">
                  <c:v>46014.117361111108</c:v>
                </c:pt>
                <c:pt idx="74786">
                  <c:v>45898.543055555558</c:v>
                </c:pt>
                <c:pt idx="74787">
                  <c:v>45424.414583333331</c:v>
                </c:pt>
                <c:pt idx="74788">
                  <c:v>45334.698611111111</c:v>
                </c:pt>
                <c:pt idx="74789">
                  <c:v>45471.418749999997</c:v>
                </c:pt>
                <c:pt idx="74790">
                  <c:v>45573.63958333333</c:v>
                </c:pt>
                <c:pt idx="74791">
                  <c:v>45974.702777777777</c:v>
                </c:pt>
                <c:pt idx="74792">
                  <c:v>45319.772916666669</c:v>
                </c:pt>
                <c:pt idx="74793">
                  <c:v>45308.445833333331</c:v>
                </c:pt>
                <c:pt idx="74794">
                  <c:v>45692.736111111109</c:v>
                </c:pt>
                <c:pt idx="74795">
                  <c:v>45375.441666666673</c:v>
                </c:pt>
                <c:pt idx="74796">
                  <c:v>45774.865277777782</c:v>
                </c:pt>
                <c:pt idx="74797">
                  <c:v>45637.884722222218</c:v>
                </c:pt>
                <c:pt idx="74798">
                  <c:v>45613.565972222219</c:v>
                </c:pt>
                <c:pt idx="74799">
                  <c:v>45747.770833333343</c:v>
                </c:pt>
                <c:pt idx="74800">
                  <c:v>45933.660416666673</c:v>
                </c:pt>
                <c:pt idx="74801">
                  <c:v>45356.836805555547</c:v>
                </c:pt>
                <c:pt idx="74802">
                  <c:v>45393.711805555547</c:v>
                </c:pt>
                <c:pt idx="74803">
                  <c:v>45663.790972222218</c:v>
                </c:pt>
                <c:pt idx="74804">
                  <c:v>45724.607638888891</c:v>
                </c:pt>
                <c:pt idx="74805">
                  <c:v>45666.953472222223</c:v>
                </c:pt>
                <c:pt idx="74806">
                  <c:v>45488.033333333333</c:v>
                </c:pt>
                <c:pt idx="74807">
                  <c:v>45563.556944444441</c:v>
                </c:pt>
                <c:pt idx="74808">
                  <c:v>45442.572916666657</c:v>
                </c:pt>
                <c:pt idx="74809">
                  <c:v>45758.722222222219</c:v>
                </c:pt>
                <c:pt idx="74810">
                  <c:v>45920.820833333331</c:v>
                </c:pt>
                <c:pt idx="74811">
                  <c:v>45860.402083333327</c:v>
                </c:pt>
                <c:pt idx="74812">
                  <c:v>46011.459722222222</c:v>
                </c:pt>
                <c:pt idx="74813">
                  <c:v>45814.609722222223</c:v>
                </c:pt>
                <c:pt idx="74814">
                  <c:v>45613.697916666657</c:v>
                </c:pt>
                <c:pt idx="74815">
                  <c:v>45613.390972222223</c:v>
                </c:pt>
                <c:pt idx="74816">
                  <c:v>45537.704861111109</c:v>
                </c:pt>
                <c:pt idx="74817">
                  <c:v>45453.680555555547</c:v>
                </c:pt>
                <c:pt idx="74818">
                  <c:v>45319.665277777778</c:v>
                </c:pt>
                <c:pt idx="74819">
                  <c:v>45985.459027777782</c:v>
                </c:pt>
                <c:pt idx="74820">
                  <c:v>45832.232638888891</c:v>
                </c:pt>
                <c:pt idx="74821">
                  <c:v>45913.550694444442</c:v>
                </c:pt>
                <c:pt idx="74822">
                  <c:v>45741.427777777782</c:v>
                </c:pt>
                <c:pt idx="74823">
                  <c:v>45707.557638888888</c:v>
                </c:pt>
                <c:pt idx="74824">
                  <c:v>45588.393055555563</c:v>
                </c:pt>
                <c:pt idx="74825">
                  <c:v>45850.57916666667</c:v>
                </c:pt>
                <c:pt idx="74826">
                  <c:v>45456.671527777777</c:v>
                </c:pt>
                <c:pt idx="74827">
                  <c:v>45989.560416666667</c:v>
                </c:pt>
                <c:pt idx="74828">
                  <c:v>45915.556944444441</c:v>
                </c:pt>
                <c:pt idx="74829">
                  <c:v>45537.870138888888</c:v>
                </c:pt>
                <c:pt idx="74830">
                  <c:v>45497.309027777781</c:v>
                </c:pt>
                <c:pt idx="74831">
                  <c:v>45421.555555555547</c:v>
                </c:pt>
                <c:pt idx="74832">
                  <c:v>45392.499305555553</c:v>
                </c:pt>
                <c:pt idx="74833">
                  <c:v>45536.431944444441</c:v>
                </c:pt>
                <c:pt idx="74834">
                  <c:v>45459.479861111111</c:v>
                </c:pt>
                <c:pt idx="74835">
                  <c:v>45573.571527777778</c:v>
                </c:pt>
                <c:pt idx="74836">
                  <c:v>45322.550694444442</c:v>
                </c:pt>
                <c:pt idx="74837">
                  <c:v>45359.619444444441</c:v>
                </c:pt>
                <c:pt idx="74838">
                  <c:v>45493.413888888892</c:v>
                </c:pt>
                <c:pt idx="74839">
                  <c:v>45572.509027777778</c:v>
                </c:pt>
                <c:pt idx="74840">
                  <c:v>45431.898611111108</c:v>
                </c:pt>
                <c:pt idx="74841">
                  <c:v>45631.915277777778</c:v>
                </c:pt>
                <c:pt idx="74842">
                  <c:v>45663.898611111108</c:v>
                </c:pt>
                <c:pt idx="74843">
                  <c:v>45555.988888888889</c:v>
                </c:pt>
                <c:pt idx="74844">
                  <c:v>45672.876388888893</c:v>
                </c:pt>
                <c:pt idx="74845">
                  <c:v>45775.659722222219</c:v>
                </c:pt>
                <c:pt idx="74846">
                  <c:v>45498.856944444437</c:v>
                </c:pt>
                <c:pt idx="74847">
                  <c:v>45746.89166666667</c:v>
                </c:pt>
                <c:pt idx="74848">
                  <c:v>45695.910416666673</c:v>
                </c:pt>
                <c:pt idx="74849">
                  <c:v>45840.943055555559</c:v>
                </c:pt>
                <c:pt idx="74850">
                  <c:v>45726.901388888888</c:v>
                </c:pt>
                <c:pt idx="74851">
                  <c:v>45514.859027777777</c:v>
                </c:pt>
                <c:pt idx="74852">
                  <c:v>45535.913888888892</c:v>
                </c:pt>
                <c:pt idx="74853">
                  <c:v>45802.586111111108</c:v>
                </c:pt>
                <c:pt idx="74854">
                  <c:v>45758.9</c:v>
                </c:pt>
                <c:pt idx="74855">
                  <c:v>45323.986111111109</c:v>
                </c:pt>
                <c:pt idx="74856">
                  <c:v>45374.704861111109</c:v>
                </c:pt>
                <c:pt idx="74857">
                  <c:v>45440.559027777781</c:v>
                </c:pt>
                <c:pt idx="74858">
                  <c:v>45654.823611111111</c:v>
                </c:pt>
                <c:pt idx="74859">
                  <c:v>45548.053472222222</c:v>
                </c:pt>
                <c:pt idx="74860">
                  <c:v>45715.818749999999</c:v>
                </c:pt>
                <c:pt idx="74861">
                  <c:v>45474.823611111111</c:v>
                </c:pt>
                <c:pt idx="74862">
                  <c:v>45363.962500000001</c:v>
                </c:pt>
                <c:pt idx="74863">
                  <c:v>45590.57708333333</c:v>
                </c:pt>
                <c:pt idx="74864">
                  <c:v>45670.568749999999</c:v>
                </c:pt>
                <c:pt idx="74865">
                  <c:v>45429.928472222222</c:v>
                </c:pt>
                <c:pt idx="74866">
                  <c:v>45772.865277777782</c:v>
                </c:pt>
                <c:pt idx="74867">
                  <c:v>45488.990277777782</c:v>
                </c:pt>
                <c:pt idx="74868">
                  <c:v>45959.538194444453</c:v>
                </c:pt>
                <c:pt idx="74869">
                  <c:v>45867.665972222218</c:v>
                </c:pt>
                <c:pt idx="74870">
                  <c:v>45915.408333333333</c:v>
                </c:pt>
                <c:pt idx="74871">
                  <c:v>45893.536111111112</c:v>
                </c:pt>
                <c:pt idx="74872">
                  <c:v>45939.565972222219</c:v>
                </c:pt>
                <c:pt idx="74873">
                  <c:v>45837.724999999999</c:v>
                </c:pt>
                <c:pt idx="74874">
                  <c:v>45849.508333333331</c:v>
                </c:pt>
                <c:pt idx="74875">
                  <c:v>45992.664583333331</c:v>
                </c:pt>
                <c:pt idx="74876">
                  <c:v>45989.371527777781</c:v>
                </c:pt>
                <c:pt idx="74877">
                  <c:v>45898.76666666667</c:v>
                </c:pt>
                <c:pt idx="74878">
                  <c:v>45709.477083333331</c:v>
                </c:pt>
                <c:pt idx="74879">
                  <c:v>45836.415277777778</c:v>
                </c:pt>
                <c:pt idx="74880">
                  <c:v>45608.586111111108</c:v>
                </c:pt>
                <c:pt idx="74881">
                  <c:v>45774.776388888888</c:v>
                </c:pt>
                <c:pt idx="74882">
                  <c:v>45961.32916666667</c:v>
                </c:pt>
                <c:pt idx="74883">
                  <c:v>45818.624305555553</c:v>
                </c:pt>
                <c:pt idx="74884">
                  <c:v>45685.688888888893</c:v>
                </c:pt>
                <c:pt idx="74885">
                  <c:v>45625.688888888893</c:v>
                </c:pt>
                <c:pt idx="74886">
                  <c:v>45960.515277777777</c:v>
                </c:pt>
                <c:pt idx="74887">
                  <c:v>45900.306944444441</c:v>
                </c:pt>
                <c:pt idx="74888">
                  <c:v>45370.375</c:v>
                </c:pt>
                <c:pt idx="74889">
                  <c:v>45527.535416666673</c:v>
                </c:pt>
                <c:pt idx="74890">
                  <c:v>45726.897222222222</c:v>
                </c:pt>
                <c:pt idx="74891">
                  <c:v>45552.738194444442</c:v>
                </c:pt>
                <c:pt idx="74892">
                  <c:v>45758.776388888888</c:v>
                </c:pt>
                <c:pt idx="74893">
                  <c:v>45627.951388888891</c:v>
                </c:pt>
                <c:pt idx="74894">
                  <c:v>45840.511805555558</c:v>
                </c:pt>
                <c:pt idx="74895">
                  <c:v>45722.559027777781</c:v>
                </c:pt>
                <c:pt idx="74896">
                  <c:v>45936.400694444441</c:v>
                </c:pt>
                <c:pt idx="74897">
                  <c:v>45705.586805555547</c:v>
                </c:pt>
                <c:pt idx="74898">
                  <c:v>45794.62222222222</c:v>
                </c:pt>
                <c:pt idx="74899">
                  <c:v>45595.489583333343</c:v>
                </c:pt>
                <c:pt idx="74900">
                  <c:v>45931.729861111111</c:v>
                </c:pt>
                <c:pt idx="74901">
                  <c:v>45973.638888888891</c:v>
                </c:pt>
                <c:pt idx="74902">
                  <c:v>46000.584722222222</c:v>
                </c:pt>
                <c:pt idx="74903">
                  <c:v>46021.724999999999</c:v>
                </c:pt>
                <c:pt idx="74904">
                  <c:v>45887.773611111108</c:v>
                </c:pt>
                <c:pt idx="74905">
                  <c:v>45575.734722222223</c:v>
                </c:pt>
                <c:pt idx="74906">
                  <c:v>45910.521527777782</c:v>
                </c:pt>
                <c:pt idx="74907">
                  <c:v>45811.436805555553</c:v>
                </c:pt>
                <c:pt idx="74908">
                  <c:v>45903.6</c:v>
                </c:pt>
                <c:pt idx="74909">
                  <c:v>45632.576388888891</c:v>
                </c:pt>
                <c:pt idx="74910">
                  <c:v>45988.520833333343</c:v>
                </c:pt>
                <c:pt idx="74911">
                  <c:v>45712.584722222222</c:v>
                </c:pt>
                <c:pt idx="74912">
                  <c:v>45663.505555555559</c:v>
                </c:pt>
                <c:pt idx="74913">
                  <c:v>45653.431944444441</c:v>
                </c:pt>
                <c:pt idx="74914">
                  <c:v>45424.523611111108</c:v>
                </c:pt>
                <c:pt idx="74915">
                  <c:v>45518.948611111111</c:v>
                </c:pt>
                <c:pt idx="74916">
                  <c:v>45504.554861111108</c:v>
                </c:pt>
                <c:pt idx="74917">
                  <c:v>45455.633333333331</c:v>
                </c:pt>
                <c:pt idx="74918">
                  <c:v>45440.488888888889</c:v>
                </c:pt>
                <c:pt idx="74919">
                  <c:v>45625.716666666667</c:v>
                </c:pt>
                <c:pt idx="74920">
                  <c:v>45407.586805555547</c:v>
                </c:pt>
                <c:pt idx="74921">
                  <c:v>45530.691666666673</c:v>
                </c:pt>
                <c:pt idx="74922">
                  <c:v>45593.910416666673</c:v>
                </c:pt>
                <c:pt idx="74923">
                  <c:v>45834.796527777777</c:v>
                </c:pt>
                <c:pt idx="74924">
                  <c:v>45926.518055555563</c:v>
                </c:pt>
                <c:pt idx="74925">
                  <c:v>45751.557638888888</c:v>
                </c:pt>
                <c:pt idx="74926">
                  <c:v>45899.651388888888</c:v>
                </c:pt>
                <c:pt idx="74927">
                  <c:v>45812.769444444442</c:v>
                </c:pt>
                <c:pt idx="74928">
                  <c:v>45681.486111111109</c:v>
                </c:pt>
                <c:pt idx="74929">
                  <c:v>45781.536111111112</c:v>
                </c:pt>
                <c:pt idx="74930">
                  <c:v>45982.474305555559</c:v>
                </c:pt>
                <c:pt idx="74931">
                  <c:v>45503.772916666669</c:v>
                </c:pt>
                <c:pt idx="74932">
                  <c:v>45569.436111111107</c:v>
                </c:pt>
                <c:pt idx="74933">
                  <c:v>45407.487500000003</c:v>
                </c:pt>
                <c:pt idx="74934">
                  <c:v>45311.895138888889</c:v>
                </c:pt>
                <c:pt idx="74935">
                  <c:v>45723.862500000003</c:v>
                </c:pt>
                <c:pt idx="74936">
                  <c:v>45602.413888888892</c:v>
                </c:pt>
                <c:pt idx="74937">
                  <c:v>45647.734027777777</c:v>
                </c:pt>
                <c:pt idx="74938">
                  <c:v>45536.913194444453</c:v>
                </c:pt>
                <c:pt idx="74939">
                  <c:v>45341.8</c:v>
                </c:pt>
                <c:pt idx="74940">
                  <c:v>45676.697222222218</c:v>
                </c:pt>
                <c:pt idx="74941">
                  <c:v>45438.431250000001</c:v>
                </c:pt>
                <c:pt idx="74942">
                  <c:v>45472.61041666667</c:v>
                </c:pt>
                <c:pt idx="74943">
                  <c:v>45543.684027777781</c:v>
                </c:pt>
                <c:pt idx="74944">
                  <c:v>45524.816666666673</c:v>
                </c:pt>
                <c:pt idx="74945">
                  <c:v>45648.488888888889</c:v>
                </c:pt>
                <c:pt idx="74946">
                  <c:v>45583.480555555558</c:v>
                </c:pt>
                <c:pt idx="74947">
                  <c:v>45788.725694444453</c:v>
                </c:pt>
                <c:pt idx="74948">
                  <c:v>45595.915277777778</c:v>
                </c:pt>
                <c:pt idx="74949">
                  <c:v>45667.748611111107</c:v>
                </c:pt>
                <c:pt idx="74950">
                  <c:v>45936.363194444442</c:v>
                </c:pt>
                <c:pt idx="74951">
                  <c:v>45876.404166666667</c:v>
                </c:pt>
                <c:pt idx="74952">
                  <c:v>45721.306250000001</c:v>
                </c:pt>
                <c:pt idx="74953">
                  <c:v>45827.51458333333</c:v>
                </c:pt>
                <c:pt idx="74954">
                  <c:v>45758.309027777781</c:v>
                </c:pt>
                <c:pt idx="74955">
                  <c:v>45621.911111111112</c:v>
                </c:pt>
                <c:pt idx="74956">
                  <c:v>45697.902083333327</c:v>
                </c:pt>
                <c:pt idx="74957">
                  <c:v>45919.82708333333</c:v>
                </c:pt>
                <c:pt idx="74958">
                  <c:v>45883.598611111112</c:v>
                </c:pt>
                <c:pt idx="74959">
                  <c:v>46005.575694444437</c:v>
                </c:pt>
                <c:pt idx="74960">
                  <c:v>45750.340277777781</c:v>
                </c:pt>
                <c:pt idx="74961">
                  <c:v>45948.861111111109</c:v>
                </c:pt>
                <c:pt idx="74962">
                  <c:v>45976.776388888888</c:v>
                </c:pt>
                <c:pt idx="74963">
                  <c:v>45810.820138888892</c:v>
                </c:pt>
                <c:pt idx="74964">
                  <c:v>45833.802777777782</c:v>
                </c:pt>
                <c:pt idx="74965">
                  <c:v>45773.80972222222</c:v>
                </c:pt>
                <c:pt idx="74966">
                  <c:v>45855.78125</c:v>
                </c:pt>
                <c:pt idx="74967">
                  <c:v>45314.688194444447</c:v>
                </c:pt>
                <c:pt idx="74968">
                  <c:v>45314.688194444447</c:v>
                </c:pt>
                <c:pt idx="74969">
                  <c:v>45916.409722222219</c:v>
                </c:pt>
                <c:pt idx="74970">
                  <c:v>45916.409722222219</c:v>
                </c:pt>
                <c:pt idx="74971">
                  <c:v>45728.440972222219</c:v>
                </c:pt>
                <c:pt idx="74972">
                  <c:v>45728.440972222219</c:v>
                </c:pt>
                <c:pt idx="74973">
                  <c:v>45470.279861111107</c:v>
                </c:pt>
                <c:pt idx="74974">
                  <c:v>45470.334722222222</c:v>
                </c:pt>
                <c:pt idx="74975">
                  <c:v>45470.334722222222</c:v>
                </c:pt>
                <c:pt idx="74976">
                  <c:v>45470.279861111107</c:v>
                </c:pt>
                <c:pt idx="74977">
                  <c:v>45689.784722222219</c:v>
                </c:pt>
                <c:pt idx="74978">
                  <c:v>45595.003472222219</c:v>
                </c:pt>
                <c:pt idx="74979">
                  <c:v>45626.676388888889</c:v>
                </c:pt>
                <c:pt idx="74980">
                  <c:v>45514.738888888889</c:v>
                </c:pt>
                <c:pt idx="74981">
                  <c:v>45723.679861111108</c:v>
                </c:pt>
                <c:pt idx="74982">
                  <c:v>45410.90347222222</c:v>
                </c:pt>
                <c:pt idx="74983">
                  <c:v>45844.691666666673</c:v>
                </c:pt>
                <c:pt idx="74984">
                  <c:v>45652.040277777778</c:v>
                </c:pt>
                <c:pt idx="74985">
                  <c:v>45913.822222222218</c:v>
                </c:pt>
                <c:pt idx="74986">
                  <c:v>45983.80972222222</c:v>
                </c:pt>
                <c:pt idx="74987">
                  <c:v>45466.693055555559</c:v>
                </c:pt>
                <c:pt idx="74988">
                  <c:v>45563.984027777777</c:v>
                </c:pt>
                <c:pt idx="74989">
                  <c:v>45776.597222222219</c:v>
                </c:pt>
                <c:pt idx="74990">
                  <c:v>45450.012499999997</c:v>
                </c:pt>
                <c:pt idx="74991">
                  <c:v>46010.750694444447</c:v>
                </c:pt>
                <c:pt idx="74992">
                  <c:v>45700.777083333327</c:v>
                </c:pt>
                <c:pt idx="74993">
                  <c:v>45812.790972222218</c:v>
                </c:pt>
                <c:pt idx="74994">
                  <c:v>45875.797222222223</c:v>
                </c:pt>
                <c:pt idx="74995">
                  <c:v>45792.384027777778</c:v>
                </c:pt>
                <c:pt idx="74996">
                  <c:v>45997.851388888892</c:v>
                </c:pt>
                <c:pt idx="74997">
                  <c:v>45843.286805555559</c:v>
                </c:pt>
                <c:pt idx="74998">
                  <c:v>45997.244444444441</c:v>
                </c:pt>
                <c:pt idx="74999">
                  <c:v>45908.711111111108</c:v>
                </c:pt>
                <c:pt idx="75000">
                  <c:v>45781.392361111109</c:v>
                </c:pt>
                <c:pt idx="75001">
                  <c:v>45735.705555555563</c:v>
                </c:pt>
                <c:pt idx="75002">
                  <c:v>45721.786805555559</c:v>
                </c:pt>
                <c:pt idx="75003">
                  <c:v>45852.606249999997</c:v>
                </c:pt>
                <c:pt idx="75004">
                  <c:v>45801.842361111107</c:v>
                </c:pt>
                <c:pt idx="75005">
                  <c:v>45676.894444444442</c:v>
                </c:pt>
                <c:pt idx="75006">
                  <c:v>45969.977777777778</c:v>
                </c:pt>
                <c:pt idx="75007">
                  <c:v>45876.590277777781</c:v>
                </c:pt>
                <c:pt idx="75008">
                  <c:v>45762.790277777778</c:v>
                </c:pt>
                <c:pt idx="75009">
                  <c:v>46004.697916666657</c:v>
                </c:pt>
                <c:pt idx="75010">
                  <c:v>45723.072222222218</c:v>
                </c:pt>
                <c:pt idx="75011">
                  <c:v>45922.864583333343</c:v>
                </c:pt>
                <c:pt idx="75012">
                  <c:v>45600.904166666667</c:v>
                </c:pt>
                <c:pt idx="75013">
                  <c:v>45489.488194444442</c:v>
                </c:pt>
                <c:pt idx="75014">
                  <c:v>45489.481249999997</c:v>
                </c:pt>
                <c:pt idx="75015">
                  <c:v>45617.479166666657</c:v>
                </c:pt>
                <c:pt idx="75016">
                  <c:v>45552.564583333333</c:v>
                </c:pt>
                <c:pt idx="75017">
                  <c:v>45324.98541666667</c:v>
                </c:pt>
                <c:pt idx="75018">
                  <c:v>45384.532638888893</c:v>
                </c:pt>
                <c:pt idx="75019">
                  <c:v>45506.784722222219</c:v>
                </c:pt>
                <c:pt idx="75020">
                  <c:v>45757.697222222218</c:v>
                </c:pt>
                <c:pt idx="75021">
                  <c:v>45932.807638888888</c:v>
                </c:pt>
                <c:pt idx="75022">
                  <c:v>45679.436111111107</c:v>
                </c:pt>
                <c:pt idx="75023">
                  <c:v>45989.600694444453</c:v>
                </c:pt>
                <c:pt idx="75024">
                  <c:v>45508.46875</c:v>
                </c:pt>
                <c:pt idx="75025">
                  <c:v>45982.452777777777</c:v>
                </c:pt>
                <c:pt idx="75026">
                  <c:v>45787.859027777777</c:v>
                </c:pt>
                <c:pt idx="75027">
                  <c:v>45893.058333333327</c:v>
                </c:pt>
                <c:pt idx="75028">
                  <c:v>45731.898611111108</c:v>
                </c:pt>
                <c:pt idx="75029">
                  <c:v>45633.481944444437</c:v>
                </c:pt>
                <c:pt idx="75030">
                  <c:v>45800.466666666667</c:v>
                </c:pt>
                <c:pt idx="75031">
                  <c:v>45567.87222222222</c:v>
                </c:pt>
                <c:pt idx="75032">
                  <c:v>45481.481249999997</c:v>
                </c:pt>
                <c:pt idx="75033">
                  <c:v>45506.498611111107</c:v>
                </c:pt>
                <c:pt idx="75034">
                  <c:v>45842.868750000001</c:v>
                </c:pt>
                <c:pt idx="75035">
                  <c:v>45647.685416666667</c:v>
                </c:pt>
                <c:pt idx="75036">
                  <c:v>45595.068055555559</c:v>
                </c:pt>
                <c:pt idx="75037">
                  <c:v>45728.131249999999</c:v>
                </c:pt>
                <c:pt idx="75038">
                  <c:v>45595.068055555559</c:v>
                </c:pt>
                <c:pt idx="75039">
                  <c:v>45595.068055555559</c:v>
                </c:pt>
                <c:pt idx="75040">
                  <c:v>45706.869444444441</c:v>
                </c:pt>
                <c:pt idx="75041">
                  <c:v>45904.863194444442</c:v>
                </c:pt>
                <c:pt idx="75042">
                  <c:v>45770.75277777778</c:v>
                </c:pt>
                <c:pt idx="75043">
                  <c:v>45904.863194444442</c:v>
                </c:pt>
                <c:pt idx="75044">
                  <c:v>45904.863194444442</c:v>
                </c:pt>
                <c:pt idx="75045">
                  <c:v>45728.131249999999</c:v>
                </c:pt>
                <c:pt idx="75046">
                  <c:v>45647.685416666667</c:v>
                </c:pt>
                <c:pt idx="75047">
                  <c:v>45508.60833333333</c:v>
                </c:pt>
                <c:pt idx="75048">
                  <c:v>45770.75277777778</c:v>
                </c:pt>
                <c:pt idx="75049">
                  <c:v>45770.75277777778</c:v>
                </c:pt>
                <c:pt idx="75050">
                  <c:v>45508.60833333333</c:v>
                </c:pt>
                <c:pt idx="75051">
                  <c:v>45647.685416666667</c:v>
                </c:pt>
                <c:pt idx="75052">
                  <c:v>45508.60833333333</c:v>
                </c:pt>
                <c:pt idx="75053">
                  <c:v>45728.131249999999</c:v>
                </c:pt>
                <c:pt idx="75054">
                  <c:v>45706.869444444441</c:v>
                </c:pt>
                <c:pt idx="75055">
                  <c:v>45941.619444444441</c:v>
                </c:pt>
                <c:pt idx="75056">
                  <c:v>45706.869444444441</c:v>
                </c:pt>
                <c:pt idx="75057">
                  <c:v>45537.772916666669</c:v>
                </c:pt>
                <c:pt idx="75058">
                  <c:v>45979.15625</c:v>
                </c:pt>
                <c:pt idx="75059">
                  <c:v>45681.702777777777</c:v>
                </c:pt>
                <c:pt idx="75060">
                  <c:v>45979.15625</c:v>
                </c:pt>
                <c:pt idx="75061">
                  <c:v>45979.15625</c:v>
                </c:pt>
                <c:pt idx="75062">
                  <c:v>45681.702777777777</c:v>
                </c:pt>
                <c:pt idx="75063">
                  <c:v>45681.702777777777</c:v>
                </c:pt>
                <c:pt idx="75064">
                  <c:v>45537.772916666669</c:v>
                </c:pt>
                <c:pt idx="75065">
                  <c:v>45859.065972222219</c:v>
                </c:pt>
                <c:pt idx="75066">
                  <c:v>45888.959722222222</c:v>
                </c:pt>
                <c:pt idx="75067">
                  <c:v>45888.959722222222</c:v>
                </c:pt>
                <c:pt idx="75068">
                  <c:v>45924.07708333333</c:v>
                </c:pt>
                <c:pt idx="75069">
                  <c:v>45924.07708333333</c:v>
                </c:pt>
                <c:pt idx="75070">
                  <c:v>45924.07708333333</c:v>
                </c:pt>
                <c:pt idx="75071">
                  <c:v>45859.065972222219</c:v>
                </c:pt>
                <c:pt idx="75072">
                  <c:v>45859.065972222219</c:v>
                </c:pt>
                <c:pt idx="75073">
                  <c:v>45888.959722222222</c:v>
                </c:pt>
                <c:pt idx="75074">
                  <c:v>45720.518750000003</c:v>
                </c:pt>
                <c:pt idx="75075">
                  <c:v>45577.50277777778</c:v>
                </c:pt>
                <c:pt idx="75076">
                  <c:v>45748.068055555559</c:v>
                </c:pt>
                <c:pt idx="75077">
                  <c:v>45941.619444444441</c:v>
                </c:pt>
                <c:pt idx="75078">
                  <c:v>45748.068055555559</c:v>
                </c:pt>
                <c:pt idx="75079">
                  <c:v>45720.518750000003</c:v>
                </c:pt>
                <c:pt idx="75080">
                  <c:v>45941.619444444441</c:v>
                </c:pt>
                <c:pt idx="75081">
                  <c:v>45577.50277777778</c:v>
                </c:pt>
                <c:pt idx="75082">
                  <c:v>45808.060416666667</c:v>
                </c:pt>
                <c:pt idx="75083">
                  <c:v>45748.068055555559</c:v>
                </c:pt>
                <c:pt idx="75084">
                  <c:v>45808.060416666667</c:v>
                </c:pt>
                <c:pt idx="75085">
                  <c:v>45837.665972222218</c:v>
                </c:pt>
                <c:pt idx="75086">
                  <c:v>45837.665972222218</c:v>
                </c:pt>
                <c:pt idx="75087">
                  <c:v>45808.060416666667</c:v>
                </c:pt>
                <c:pt idx="75088">
                  <c:v>45837.665972222218</c:v>
                </c:pt>
                <c:pt idx="75089">
                  <c:v>45577.50277777778</c:v>
                </c:pt>
                <c:pt idx="75090">
                  <c:v>45537.772916666669</c:v>
                </c:pt>
                <c:pt idx="75091">
                  <c:v>45720.518750000003</c:v>
                </c:pt>
                <c:pt idx="75092">
                  <c:v>45706.79583333333</c:v>
                </c:pt>
                <c:pt idx="75093">
                  <c:v>45712.893055555563</c:v>
                </c:pt>
                <c:pt idx="75094">
                  <c:v>45721.927083333343</c:v>
                </c:pt>
                <c:pt idx="75095">
                  <c:v>45855.863888888889</c:v>
                </c:pt>
                <c:pt idx="75096">
                  <c:v>45796.556944444441</c:v>
                </c:pt>
                <c:pt idx="75097">
                  <c:v>45868.948611111111</c:v>
                </c:pt>
                <c:pt idx="75098">
                  <c:v>45767.063194444447</c:v>
                </c:pt>
                <c:pt idx="75099">
                  <c:v>45825.415972222218</c:v>
                </c:pt>
                <c:pt idx="75100">
                  <c:v>46018.018055555563</c:v>
                </c:pt>
                <c:pt idx="75101">
                  <c:v>45934.522222222222</c:v>
                </c:pt>
                <c:pt idx="75102">
                  <c:v>45691.224305555559</c:v>
                </c:pt>
                <c:pt idx="75103">
                  <c:v>46008.474999999999</c:v>
                </c:pt>
                <c:pt idx="75104">
                  <c:v>45757.533333333333</c:v>
                </c:pt>
                <c:pt idx="75105">
                  <c:v>45818.601388888892</c:v>
                </c:pt>
                <c:pt idx="75106">
                  <c:v>45793.288888888892</c:v>
                </c:pt>
                <c:pt idx="75107">
                  <c:v>45877.787499999999</c:v>
                </c:pt>
                <c:pt idx="75108">
                  <c:v>45910.854166666657</c:v>
                </c:pt>
                <c:pt idx="75109">
                  <c:v>45716.761111111111</c:v>
                </c:pt>
                <c:pt idx="75110">
                  <c:v>45968.550694444442</c:v>
                </c:pt>
                <c:pt idx="75111">
                  <c:v>45845.624305555553</c:v>
                </c:pt>
                <c:pt idx="75112">
                  <c:v>45960.32916666667</c:v>
                </c:pt>
                <c:pt idx="75113">
                  <c:v>45578.688888888893</c:v>
                </c:pt>
                <c:pt idx="75114">
                  <c:v>45713.104861111111</c:v>
                </c:pt>
                <c:pt idx="75115">
                  <c:v>45651.540277777778</c:v>
                </c:pt>
                <c:pt idx="75116">
                  <c:v>45990.216666666667</c:v>
                </c:pt>
                <c:pt idx="75117">
                  <c:v>45495.4375</c:v>
                </c:pt>
                <c:pt idx="75118">
                  <c:v>45358.455555555563</c:v>
                </c:pt>
                <c:pt idx="75119">
                  <c:v>45348.334722222222</c:v>
                </c:pt>
                <c:pt idx="75120">
                  <c:v>45544.428472222222</c:v>
                </c:pt>
                <c:pt idx="75121">
                  <c:v>45719.521527777782</c:v>
                </c:pt>
                <c:pt idx="75122">
                  <c:v>45478.282638888893</c:v>
                </c:pt>
                <c:pt idx="75123">
                  <c:v>45598.576388888891</c:v>
                </c:pt>
                <c:pt idx="75124">
                  <c:v>45327.341666666667</c:v>
                </c:pt>
                <c:pt idx="75125">
                  <c:v>45435.853472222218</c:v>
                </c:pt>
                <c:pt idx="75126">
                  <c:v>45502.350694444453</c:v>
                </c:pt>
                <c:pt idx="75127">
                  <c:v>45406.62777777778</c:v>
                </c:pt>
                <c:pt idx="75128">
                  <c:v>45919.486805555563</c:v>
                </c:pt>
                <c:pt idx="75129">
                  <c:v>45931.761805555558</c:v>
                </c:pt>
                <c:pt idx="75130">
                  <c:v>46017.921527777777</c:v>
                </c:pt>
                <c:pt idx="75131">
                  <c:v>46008.964583333327</c:v>
                </c:pt>
                <c:pt idx="75132">
                  <c:v>45979.644444444442</c:v>
                </c:pt>
                <c:pt idx="75133">
                  <c:v>45955.382638888892</c:v>
                </c:pt>
                <c:pt idx="75134">
                  <c:v>45906.068749999999</c:v>
                </c:pt>
                <c:pt idx="75135">
                  <c:v>45993.718055555553</c:v>
                </c:pt>
                <c:pt idx="75136">
                  <c:v>45383.845138888893</c:v>
                </c:pt>
                <c:pt idx="75137">
                  <c:v>45935.926388888889</c:v>
                </c:pt>
                <c:pt idx="75138">
                  <c:v>46007.467361111107</c:v>
                </c:pt>
                <c:pt idx="75139">
                  <c:v>45397.910416666673</c:v>
                </c:pt>
                <c:pt idx="75140">
                  <c:v>45869.590277777781</c:v>
                </c:pt>
                <c:pt idx="75141">
                  <c:v>45343.8</c:v>
                </c:pt>
                <c:pt idx="75142">
                  <c:v>45412.84375</c:v>
                </c:pt>
                <c:pt idx="75143">
                  <c:v>45435.026388888888</c:v>
                </c:pt>
                <c:pt idx="75144">
                  <c:v>45944.015972222223</c:v>
                </c:pt>
                <c:pt idx="75145">
                  <c:v>45362.934027777781</c:v>
                </c:pt>
                <c:pt idx="75146">
                  <c:v>45888.477083333331</c:v>
                </c:pt>
                <c:pt idx="75147">
                  <c:v>45963.486111111109</c:v>
                </c:pt>
                <c:pt idx="75148">
                  <c:v>45803.497916666667</c:v>
                </c:pt>
                <c:pt idx="75149">
                  <c:v>45966.876388888893</c:v>
                </c:pt>
                <c:pt idx="75150">
                  <c:v>45999.470138888893</c:v>
                </c:pt>
                <c:pt idx="75151">
                  <c:v>45966.876388888893</c:v>
                </c:pt>
                <c:pt idx="75152">
                  <c:v>45812.556944444441</c:v>
                </c:pt>
                <c:pt idx="75153">
                  <c:v>45812.556944444441</c:v>
                </c:pt>
                <c:pt idx="75154">
                  <c:v>45832.527777777781</c:v>
                </c:pt>
                <c:pt idx="75155">
                  <c:v>45832.527777777781</c:v>
                </c:pt>
                <c:pt idx="75156">
                  <c:v>45804.63958333333</c:v>
                </c:pt>
                <c:pt idx="75157">
                  <c:v>45804.63958333333</c:v>
                </c:pt>
                <c:pt idx="75158">
                  <c:v>45908.595138888893</c:v>
                </c:pt>
                <c:pt idx="75159">
                  <c:v>45908.595138888893</c:v>
                </c:pt>
                <c:pt idx="75160">
                  <c:v>45999.470138888893</c:v>
                </c:pt>
                <c:pt idx="75161">
                  <c:v>45803.497916666667</c:v>
                </c:pt>
                <c:pt idx="75162">
                  <c:v>45974.34375</c:v>
                </c:pt>
                <c:pt idx="75163">
                  <c:v>45618.852777777778</c:v>
                </c:pt>
                <c:pt idx="75164">
                  <c:v>45710.651388888888</c:v>
                </c:pt>
                <c:pt idx="75165">
                  <c:v>45559.321527777778</c:v>
                </c:pt>
                <c:pt idx="75166">
                  <c:v>45788.463888888888</c:v>
                </c:pt>
                <c:pt idx="75167">
                  <c:v>45437.363888888889</c:v>
                </c:pt>
                <c:pt idx="75168">
                  <c:v>45633.461111111108</c:v>
                </c:pt>
                <c:pt idx="75169">
                  <c:v>45895.881249999999</c:v>
                </c:pt>
                <c:pt idx="75170">
                  <c:v>45790.690972222219</c:v>
                </c:pt>
                <c:pt idx="75171">
                  <c:v>45844.603472222218</c:v>
                </c:pt>
                <c:pt idx="75172">
                  <c:v>45383.921527777777</c:v>
                </c:pt>
                <c:pt idx="75173">
                  <c:v>45330.570138888892</c:v>
                </c:pt>
                <c:pt idx="75174">
                  <c:v>45609.388194444437</c:v>
                </c:pt>
                <c:pt idx="75175">
                  <c:v>45385.49722222222</c:v>
                </c:pt>
                <c:pt idx="75176">
                  <c:v>45753.629861111112</c:v>
                </c:pt>
                <c:pt idx="75177">
                  <c:v>45551.544444444437</c:v>
                </c:pt>
                <c:pt idx="75178">
                  <c:v>45913.925694444442</c:v>
                </c:pt>
                <c:pt idx="75179">
                  <c:v>45385.49722222222</c:v>
                </c:pt>
                <c:pt idx="75180">
                  <c:v>45753.629861111112</c:v>
                </c:pt>
                <c:pt idx="75181">
                  <c:v>45974.513888888891</c:v>
                </c:pt>
                <c:pt idx="75182">
                  <c:v>45451.527083333327</c:v>
                </c:pt>
                <c:pt idx="75183">
                  <c:v>45451.527083333327</c:v>
                </c:pt>
                <c:pt idx="75184">
                  <c:v>45551.544444444437</c:v>
                </c:pt>
                <c:pt idx="75185">
                  <c:v>45330.570138888892</c:v>
                </c:pt>
                <c:pt idx="75186">
                  <c:v>45913.925694444442</c:v>
                </c:pt>
                <c:pt idx="75187">
                  <c:v>45609.388194444437</c:v>
                </c:pt>
                <c:pt idx="75188">
                  <c:v>45974.513888888891</c:v>
                </c:pt>
                <c:pt idx="75189">
                  <c:v>45549.598611111112</c:v>
                </c:pt>
                <c:pt idx="75190">
                  <c:v>45376.756249999999</c:v>
                </c:pt>
                <c:pt idx="75191">
                  <c:v>45393.714583333327</c:v>
                </c:pt>
                <c:pt idx="75192">
                  <c:v>45678.775694444441</c:v>
                </c:pt>
                <c:pt idx="75193">
                  <c:v>45470.674305555563</c:v>
                </c:pt>
                <c:pt idx="75194">
                  <c:v>45435.251388888893</c:v>
                </c:pt>
                <c:pt idx="75195">
                  <c:v>45309.311111111107</c:v>
                </c:pt>
                <c:pt idx="75196">
                  <c:v>45731.57708333333</c:v>
                </c:pt>
                <c:pt idx="75197">
                  <c:v>45939.343055555553</c:v>
                </c:pt>
                <c:pt idx="75198">
                  <c:v>45636.330555555563</c:v>
                </c:pt>
                <c:pt idx="75199">
                  <c:v>45801.884027777778</c:v>
                </c:pt>
                <c:pt idx="75200">
                  <c:v>45617.62777777778</c:v>
                </c:pt>
                <c:pt idx="75201">
                  <c:v>45719.447222222218</c:v>
                </c:pt>
                <c:pt idx="75202">
                  <c:v>45989.272916666669</c:v>
                </c:pt>
                <c:pt idx="75203">
                  <c:v>45862.613194444442</c:v>
                </c:pt>
                <c:pt idx="75204">
                  <c:v>45713.247916666667</c:v>
                </c:pt>
                <c:pt idx="75205">
                  <c:v>45806.873611111107</c:v>
                </c:pt>
                <c:pt idx="75206">
                  <c:v>45370.619444444441</c:v>
                </c:pt>
                <c:pt idx="75207">
                  <c:v>45517.851388888892</c:v>
                </c:pt>
                <c:pt idx="75208">
                  <c:v>45800.57708333333</c:v>
                </c:pt>
                <c:pt idx="75209">
                  <c:v>45761.5</c:v>
                </c:pt>
                <c:pt idx="75210">
                  <c:v>45910.525000000001</c:v>
                </c:pt>
                <c:pt idx="75211">
                  <c:v>45313.439583333333</c:v>
                </c:pt>
                <c:pt idx="75212">
                  <c:v>45610.443055555559</c:v>
                </c:pt>
                <c:pt idx="75213">
                  <c:v>45598.724305555559</c:v>
                </c:pt>
                <c:pt idx="75214">
                  <c:v>45533.356944444437</c:v>
                </c:pt>
                <c:pt idx="75215">
                  <c:v>45666.43472222222</c:v>
                </c:pt>
                <c:pt idx="75216">
                  <c:v>45696.029861111107</c:v>
                </c:pt>
                <c:pt idx="75217">
                  <c:v>45743.800694444442</c:v>
                </c:pt>
                <c:pt idx="75218">
                  <c:v>46011.526388888888</c:v>
                </c:pt>
                <c:pt idx="75219">
                  <c:v>45887.581944444442</c:v>
                </c:pt>
                <c:pt idx="75220">
                  <c:v>45839.40902777778</c:v>
                </c:pt>
                <c:pt idx="75221">
                  <c:v>45893.552777777782</c:v>
                </c:pt>
                <c:pt idx="75222">
                  <c:v>45980.915972222218</c:v>
                </c:pt>
                <c:pt idx="75223">
                  <c:v>45817.494444444441</c:v>
                </c:pt>
                <c:pt idx="75224">
                  <c:v>45875.495833333327</c:v>
                </c:pt>
                <c:pt idx="75225">
                  <c:v>45775.550694444442</c:v>
                </c:pt>
                <c:pt idx="75226">
                  <c:v>45756.806944444441</c:v>
                </c:pt>
                <c:pt idx="75227">
                  <c:v>45947.36041666667</c:v>
                </c:pt>
                <c:pt idx="75228">
                  <c:v>45296.405555555553</c:v>
                </c:pt>
                <c:pt idx="75229">
                  <c:v>45475.845138888893</c:v>
                </c:pt>
                <c:pt idx="75230">
                  <c:v>45905.554861111108</c:v>
                </c:pt>
                <c:pt idx="75231">
                  <c:v>45397.157638888893</c:v>
                </c:pt>
                <c:pt idx="75232">
                  <c:v>45332.450694444437</c:v>
                </c:pt>
                <c:pt idx="75233">
                  <c:v>45833.277777777781</c:v>
                </c:pt>
                <c:pt idx="75234">
                  <c:v>45890.811805555553</c:v>
                </c:pt>
                <c:pt idx="75235">
                  <c:v>45863.820833333331</c:v>
                </c:pt>
                <c:pt idx="75236">
                  <c:v>45773.447916666657</c:v>
                </c:pt>
                <c:pt idx="75237">
                  <c:v>45621.643055555563</c:v>
                </c:pt>
                <c:pt idx="75238">
                  <c:v>45805.67083333333</c:v>
                </c:pt>
                <c:pt idx="75239">
                  <c:v>45602.750694444447</c:v>
                </c:pt>
                <c:pt idx="75240">
                  <c:v>45929.888194444437</c:v>
                </c:pt>
                <c:pt idx="75241">
                  <c:v>45553.724305555559</c:v>
                </c:pt>
                <c:pt idx="75242">
                  <c:v>45649.88958333333</c:v>
                </c:pt>
                <c:pt idx="75243">
                  <c:v>45577.32708333333</c:v>
                </c:pt>
                <c:pt idx="75244">
                  <c:v>45923.76666666667</c:v>
                </c:pt>
                <c:pt idx="75245">
                  <c:v>45980.895138888889</c:v>
                </c:pt>
                <c:pt idx="75246">
                  <c:v>45734.625694444447</c:v>
                </c:pt>
                <c:pt idx="75247">
                  <c:v>45694.275694444441</c:v>
                </c:pt>
                <c:pt idx="75248">
                  <c:v>45866.406944444447</c:v>
                </c:pt>
                <c:pt idx="75249">
                  <c:v>45938.538194444453</c:v>
                </c:pt>
                <c:pt idx="75250">
                  <c:v>45923.543749999997</c:v>
                </c:pt>
                <c:pt idx="75251">
                  <c:v>46009.268055555563</c:v>
                </c:pt>
                <c:pt idx="75252">
                  <c:v>45969.631944444453</c:v>
                </c:pt>
                <c:pt idx="75253">
                  <c:v>45844.527083333327</c:v>
                </c:pt>
                <c:pt idx="75254">
                  <c:v>45903.337500000001</c:v>
                </c:pt>
                <c:pt idx="75255">
                  <c:v>45883.542361111111</c:v>
                </c:pt>
                <c:pt idx="75256">
                  <c:v>45658.292361111111</c:v>
                </c:pt>
                <c:pt idx="75257">
                  <c:v>45807.388888888891</c:v>
                </c:pt>
                <c:pt idx="75258">
                  <c:v>45779.459722222222</c:v>
                </c:pt>
                <c:pt idx="75259">
                  <c:v>45924.064583333333</c:v>
                </c:pt>
                <c:pt idx="75260">
                  <c:v>45837.931250000001</c:v>
                </c:pt>
                <c:pt idx="75261">
                  <c:v>45714.974999999999</c:v>
                </c:pt>
                <c:pt idx="75262">
                  <c:v>45750.986805555563</c:v>
                </c:pt>
                <c:pt idx="75263">
                  <c:v>45325.824999999997</c:v>
                </c:pt>
                <c:pt idx="75264">
                  <c:v>45933.410416666673</c:v>
                </c:pt>
                <c:pt idx="75265">
                  <c:v>45400.82916666667</c:v>
                </c:pt>
                <c:pt idx="75266">
                  <c:v>45997.415972222218</c:v>
                </c:pt>
                <c:pt idx="75267">
                  <c:v>45949.429861111108</c:v>
                </c:pt>
                <c:pt idx="75268">
                  <c:v>45886.529861111107</c:v>
                </c:pt>
                <c:pt idx="75269">
                  <c:v>45830.42083333333</c:v>
                </c:pt>
                <c:pt idx="75270">
                  <c:v>45761.62777777778</c:v>
                </c:pt>
                <c:pt idx="75271">
                  <c:v>45726.513888888891</c:v>
                </c:pt>
                <c:pt idx="75272">
                  <c:v>45856.455555555563</c:v>
                </c:pt>
                <c:pt idx="75273">
                  <c:v>45926.542361111111</c:v>
                </c:pt>
                <c:pt idx="75274">
                  <c:v>45974.738888888889</c:v>
                </c:pt>
                <c:pt idx="75275">
                  <c:v>45794.544444444437</c:v>
                </c:pt>
                <c:pt idx="75276">
                  <c:v>46018.509027777778</c:v>
                </c:pt>
                <c:pt idx="75277">
                  <c:v>45826.406944444447</c:v>
                </c:pt>
                <c:pt idx="75278">
                  <c:v>45978.707638888889</c:v>
                </c:pt>
                <c:pt idx="75279">
                  <c:v>45864.789583333331</c:v>
                </c:pt>
                <c:pt idx="75280">
                  <c:v>45737.553472222222</c:v>
                </c:pt>
                <c:pt idx="75281">
                  <c:v>45903.662499999999</c:v>
                </c:pt>
                <c:pt idx="75282">
                  <c:v>45960.865972222222</c:v>
                </c:pt>
                <c:pt idx="75283">
                  <c:v>45783.52847222222</c:v>
                </c:pt>
                <c:pt idx="75284">
                  <c:v>46003.502083333333</c:v>
                </c:pt>
                <c:pt idx="75285">
                  <c:v>45938.425000000003</c:v>
                </c:pt>
                <c:pt idx="75286">
                  <c:v>45695.590277777781</c:v>
                </c:pt>
                <c:pt idx="75287">
                  <c:v>45707.722222222219</c:v>
                </c:pt>
                <c:pt idx="75288">
                  <c:v>45775.34652777778</c:v>
                </c:pt>
                <c:pt idx="75289">
                  <c:v>45929.447916666657</c:v>
                </c:pt>
                <c:pt idx="75290">
                  <c:v>45991.337500000001</c:v>
                </c:pt>
                <c:pt idx="75291">
                  <c:v>45560.532638888893</c:v>
                </c:pt>
                <c:pt idx="75292">
                  <c:v>45502.523611111108</c:v>
                </c:pt>
                <c:pt idx="75293">
                  <c:v>45502.515972222223</c:v>
                </c:pt>
                <c:pt idx="75294">
                  <c:v>46019.895833333343</c:v>
                </c:pt>
                <c:pt idx="75295">
                  <c:v>45867.206944444442</c:v>
                </c:pt>
                <c:pt idx="75296">
                  <c:v>45377.32916666667</c:v>
                </c:pt>
                <c:pt idx="75297">
                  <c:v>45451.560416666667</c:v>
                </c:pt>
                <c:pt idx="75298">
                  <c:v>45344.267361111109</c:v>
                </c:pt>
                <c:pt idx="75299">
                  <c:v>45395.857638888891</c:v>
                </c:pt>
                <c:pt idx="75300">
                  <c:v>45474.768055555563</c:v>
                </c:pt>
                <c:pt idx="75301">
                  <c:v>45321.631249999999</c:v>
                </c:pt>
                <c:pt idx="75302">
                  <c:v>45367.745138888888</c:v>
                </c:pt>
                <c:pt idx="75303">
                  <c:v>45501.786111111112</c:v>
                </c:pt>
                <c:pt idx="75304">
                  <c:v>45306.458333333343</c:v>
                </c:pt>
                <c:pt idx="75305">
                  <c:v>45333.76666666667</c:v>
                </c:pt>
                <c:pt idx="75306">
                  <c:v>45435.722916666673</c:v>
                </c:pt>
                <c:pt idx="75307">
                  <c:v>45294.024305555547</c:v>
                </c:pt>
                <c:pt idx="75308">
                  <c:v>45355.215277777781</c:v>
                </c:pt>
                <c:pt idx="75309">
                  <c:v>45463.723611111112</c:v>
                </c:pt>
                <c:pt idx="75310">
                  <c:v>45424.652777777781</c:v>
                </c:pt>
                <c:pt idx="75311">
                  <c:v>45414.578472222223</c:v>
                </c:pt>
                <c:pt idx="75312">
                  <c:v>45790.481249999997</c:v>
                </c:pt>
                <c:pt idx="75313">
                  <c:v>45835.533333333333</c:v>
                </c:pt>
                <c:pt idx="75314">
                  <c:v>45889.743055555547</c:v>
                </c:pt>
                <c:pt idx="75315">
                  <c:v>45636.594444444447</c:v>
                </c:pt>
                <c:pt idx="75316">
                  <c:v>45611.330555555563</c:v>
                </c:pt>
                <c:pt idx="75317">
                  <c:v>45912.557638888888</c:v>
                </c:pt>
                <c:pt idx="75318">
                  <c:v>45900.623611111107</c:v>
                </c:pt>
                <c:pt idx="75319">
                  <c:v>45540.426388888889</c:v>
                </c:pt>
                <c:pt idx="75320">
                  <c:v>45844.525694444441</c:v>
                </c:pt>
                <c:pt idx="75321">
                  <c:v>45771.590277777781</c:v>
                </c:pt>
                <c:pt idx="75322">
                  <c:v>45811.820138888892</c:v>
                </c:pt>
                <c:pt idx="75323">
                  <c:v>45572.618055555547</c:v>
                </c:pt>
                <c:pt idx="75324">
                  <c:v>45722.618055555547</c:v>
                </c:pt>
                <c:pt idx="75325">
                  <c:v>45574.428472222222</c:v>
                </c:pt>
                <c:pt idx="75326">
                  <c:v>45412.400694444441</c:v>
                </c:pt>
                <c:pt idx="75327">
                  <c:v>45997.717361111107</c:v>
                </c:pt>
                <c:pt idx="75328">
                  <c:v>45879.443055555559</c:v>
                </c:pt>
                <c:pt idx="75329">
                  <c:v>45942.603472222218</c:v>
                </c:pt>
                <c:pt idx="75330">
                  <c:v>45737.863194444442</c:v>
                </c:pt>
                <c:pt idx="75331">
                  <c:v>45712.524305555547</c:v>
                </c:pt>
                <c:pt idx="75332">
                  <c:v>45853.244444444441</c:v>
                </c:pt>
                <c:pt idx="75333">
                  <c:v>45507.543749999997</c:v>
                </c:pt>
                <c:pt idx="75334">
                  <c:v>45712.524305555547</c:v>
                </c:pt>
                <c:pt idx="75335">
                  <c:v>45737.863194444442</c:v>
                </c:pt>
                <c:pt idx="75336">
                  <c:v>45766.34375</c:v>
                </c:pt>
                <c:pt idx="75337">
                  <c:v>45824.926388888889</c:v>
                </c:pt>
                <c:pt idx="75338">
                  <c:v>45794.647222222222</c:v>
                </c:pt>
                <c:pt idx="75339">
                  <c:v>45853.244444444441</c:v>
                </c:pt>
                <c:pt idx="75340">
                  <c:v>45507.543749999997</c:v>
                </c:pt>
                <c:pt idx="75341">
                  <c:v>45794.647222222222</c:v>
                </c:pt>
                <c:pt idx="75342">
                  <c:v>45766.34375</c:v>
                </c:pt>
                <c:pt idx="75343">
                  <c:v>45824.926388888889</c:v>
                </c:pt>
                <c:pt idx="75344">
                  <c:v>45988.875</c:v>
                </c:pt>
                <c:pt idx="75345">
                  <c:v>45653.768055555563</c:v>
                </c:pt>
                <c:pt idx="75346">
                  <c:v>45806.90625</c:v>
                </c:pt>
                <c:pt idx="75347">
                  <c:v>45806.147222222222</c:v>
                </c:pt>
                <c:pt idx="75348">
                  <c:v>45911.882638888892</c:v>
                </c:pt>
                <c:pt idx="75349">
                  <c:v>45954.520138888889</c:v>
                </c:pt>
                <c:pt idx="75350">
                  <c:v>45818.761111111111</c:v>
                </c:pt>
                <c:pt idx="75351">
                  <c:v>45707.856249999997</c:v>
                </c:pt>
                <c:pt idx="75352">
                  <c:v>45726.432638888888</c:v>
                </c:pt>
                <c:pt idx="75353">
                  <c:v>45337.364583333343</c:v>
                </c:pt>
                <c:pt idx="75354">
                  <c:v>45944.411805555559</c:v>
                </c:pt>
                <c:pt idx="75355">
                  <c:v>45776.429166666669</c:v>
                </c:pt>
                <c:pt idx="75356">
                  <c:v>45840.399305555547</c:v>
                </c:pt>
                <c:pt idx="75357">
                  <c:v>45439.564583333333</c:v>
                </c:pt>
                <c:pt idx="75358">
                  <c:v>45334.744444444441</c:v>
                </c:pt>
                <c:pt idx="75359">
                  <c:v>45999.356249999997</c:v>
                </c:pt>
                <c:pt idx="75360">
                  <c:v>45771.731249999997</c:v>
                </c:pt>
                <c:pt idx="75361">
                  <c:v>45969.584722222222</c:v>
                </c:pt>
                <c:pt idx="75362">
                  <c:v>45521.465277777781</c:v>
                </c:pt>
                <c:pt idx="75363">
                  <c:v>45855.356249999997</c:v>
                </c:pt>
                <c:pt idx="75364">
                  <c:v>45741.4375</c:v>
                </c:pt>
                <c:pt idx="75365">
                  <c:v>45886.859027777777</c:v>
                </c:pt>
                <c:pt idx="75366">
                  <c:v>45983.208333333343</c:v>
                </c:pt>
                <c:pt idx="75367">
                  <c:v>45355.452777777777</c:v>
                </c:pt>
                <c:pt idx="75368">
                  <c:v>45418.362500000003</c:v>
                </c:pt>
                <c:pt idx="75369">
                  <c:v>45295.508333333331</c:v>
                </c:pt>
                <c:pt idx="75370">
                  <c:v>46021.980555555558</c:v>
                </c:pt>
                <c:pt idx="75371">
                  <c:v>45881.575694444437</c:v>
                </c:pt>
                <c:pt idx="75372">
                  <c:v>45570.95208333333</c:v>
                </c:pt>
                <c:pt idx="75373">
                  <c:v>45844.990972222222</c:v>
                </c:pt>
                <c:pt idx="75374">
                  <c:v>45541.95416666667</c:v>
                </c:pt>
                <c:pt idx="75375">
                  <c:v>45479.418055555558</c:v>
                </c:pt>
                <c:pt idx="75376">
                  <c:v>45740.021527777782</c:v>
                </c:pt>
                <c:pt idx="75377">
                  <c:v>45567.878472222219</c:v>
                </c:pt>
                <c:pt idx="75378">
                  <c:v>45353.45</c:v>
                </c:pt>
                <c:pt idx="75379">
                  <c:v>45616.824999999997</c:v>
                </c:pt>
                <c:pt idx="75380">
                  <c:v>45778.915277777778</c:v>
                </c:pt>
                <c:pt idx="75381">
                  <c:v>45656.946527777778</c:v>
                </c:pt>
                <c:pt idx="75382">
                  <c:v>45744.564583333333</c:v>
                </c:pt>
                <c:pt idx="75383">
                  <c:v>45769.004861111112</c:v>
                </c:pt>
                <c:pt idx="75384">
                  <c:v>45883.833333333343</c:v>
                </c:pt>
                <c:pt idx="75385">
                  <c:v>46005.249305555553</c:v>
                </c:pt>
                <c:pt idx="75386">
                  <c:v>45803.831250000003</c:v>
                </c:pt>
                <c:pt idx="75387">
                  <c:v>45937.841666666667</c:v>
                </c:pt>
                <c:pt idx="75388">
                  <c:v>45710.39166666667</c:v>
                </c:pt>
                <c:pt idx="75389">
                  <c:v>45850.822222222218</c:v>
                </c:pt>
                <c:pt idx="75390">
                  <c:v>45801.193055555559</c:v>
                </c:pt>
                <c:pt idx="75391">
                  <c:v>45977.929861111108</c:v>
                </c:pt>
                <c:pt idx="75392">
                  <c:v>45750.272916666669</c:v>
                </c:pt>
                <c:pt idx="75393">
                  <c:v>45998.452777777777</c:v>
                </c:pt>
                <c:pt idx="75394">
                  <c:v>45887.654166666667</c:v>
                </c:pt>
                <c:pt idx="75395">
                  <c:v>45941.442361111112</c:v>
                </c:pt>
                <c:pt idx="75396">
                  <c:v>46006.529861111107</c:v>
                </c:pt>
                <c:pt idx="75397">
                  <c:v>45795.413194444453</c:v>
                </c:pt>
                <c:pt idx="75398">
                  <c:v>45982.660416666673</c:v>
                </c:pt>
                <c:pt idx="75399">
                  <c:v>45828.409722222219</c:v>
                </c:pt>
                <c:pt idx="75400">
                  <c:v>45797.405555555553</c:v>
                </c:pt>
                <c:pt idx="75401">
                  <c:v>45970.518750000003</c:v>
                </c:pt>
                <c:pt idx="75402">
                  <c:v>45910.38958333333</c:v>
                </c:pt>
                <c:pt idx="75403">
                  <c:v>45398.456250000003</c:v>
                </c:pt>
                <c:pt idx="75404">
                  <c:v>45813.522916666669</c:v>
                </c:pt>
                <c:pt idx="75405">
                  <c:v>45832.94027777778</c:v>
                </c:pt>
                <c:pt idx="75406">
                  <c:v>45765.418749999997</c:v>
                </c:pt>
                <c:pt idx="75407">
                  <c:v>45979.956250000003</c:v>
                </c:pt>
                <c:pt idx="75408">
                  <c:v>45684.332638888889</c:v>
                </c:pt>
                <c:pt idx="75409">
                  <c:v>45957.857638888891</c:v>
                </c:pt>
                <c:pt idx="75410">
                  <c:v>45744.580555555563</c:v>
                </c:pt>
                <c:pt idx="75411">
                  <c:v>45757.881944444453</c:v>
                </c:pt>
                <c:pt idx="75412">
                  <c:v>45742.543749999997</c:v>
                </c:pt>
                <c:pt idx="75413">
                  <c:v>45919.434027777781</c:v>
                </c:pt>
                <c:pt idx="75414">
                  <c:v>45717.604166666657</c:v>
                </c:pt>
                <c:pt idx="75415">
                  <c:v>45897.834722222222</c:v>
                </c:pt>
                <c:pt idx="75416">
                  <c:v>45726.63958333333</c:v>
                </c:pt>
                <c:pt idx="75417">
                  <c:v>45998.926388888889</c:v>
                </c:pt>
                <c:pt idx="75418">
                  <c:v>45793.862500000003</c:v>
                </c:pt>
                <c:pt idx="75419">
                  <c:v>45690.539583333331</c:v>
                </c:pt>
                <c:pt idx="75420">
                  <c:v>45911.600694444453</c:v>
                </c:pt>
                <c:pt idx="75421">
                  <c:v>45665.842361111107</c:v>
                </c:pt>
                <c:pt idx="75422">
                  <c:v>45665.842361111107</c:v>
                </c:pt>
                <c:pt idx="75423">
                  <c:v>45963.823611111111</c:v>
                </c:pt>
                <c:pt idx="75424">
                  <c:v>45963.823611111111</c:v>
                </c:pt>
                <c:pt idx="75425">
                  <c:v>45660.589583333327</c:v>
                </c:pt>
                <c:pt idx="75426">
                  <c:v>45747.774305555547</c:v>
                </c:pt>
                <c:pt idx="75427">
                  <c:v>45620.729861111111</c:v>
                </c:pt>
                <c:pt idx="75428">
                  <c:v>45862.63958333333</c:v>
                </c:pt>
                <c:pt idx="75429">
                  <c:v>45621.631249999999</c:v>
                </c:pt>
                <c:pt idx="75430">
                  <c:v>45735.881944444453</c:v>
                </c:pt>
                <c:pt idx="75431">
                  <c:v>45747.774305555547</c:v>
                </c:pt>
                <c:pt idx="75432">
                  <c:v>45624.867361111108</c:v>
                </c:pt>
                <c:pt idx="75433">
                  <c:v>45660.589583333327</c:v>
                </c:pt>
                <c:pt idx="75434">
                  <c:v>45620.729861111111</c:v>
                </c:pt>
                <c:pt idx="75435">
                  <c:v>45862.63958333333</c:v>
                </c:pt>
                <c:pt idx="75436">
                  <c:v>45621.631249999999</c:v>
                </c:pt>
                <c:pt idx="75437">
                  <c:v>45677.84375</c:v>
                </c:pt>
                <c:pt idx="75438">
                  <c:v>45789.803472222222</c:v>
                </c:pt>
                <c:pt idx="75439">
                  <c:v>45624.867361111108</c:v>
                </c:pt>
                <c:pt idx="75440">
                  <c:v>45735.881944444453</c:v>
                </c:pt>
                <c:pt idx="75441">
                  <c:v>45677.84375</c:v>
                </c:pt>
                <c:pt idx="75442">
                  <c:v>45728.54583333333</c:v>
                </c:pt>
                <c:pt idx="75443">
                  <c:v>45789.803472222222</c:v>
                </c:pt>
                <c:pt idx="75444">
                  <c:v>45728.54583333333</c:v>
                </c:pt>
                <c:pt idx="75445">
                  <c:v>45911.600694444453</c:v>
                </c:pt>
                <c:pt idx="75446">
                  <c:v>45798.70208333333</c:v>
                </c:pt>
                <c:pt idx="75447">
                  <c:v>45974.300694444442</c:v>
                </c:pt>
                <c:pt idx="75448">
                  <c:v>45991.540277777778</c:v>
                </c:pt>
                <c:pt idx="75449">
                  <c:v>45898.490277777782</c:v>
                </c:pt>
                <c:pt idx="75450">
                  <c:v>45921.261805555558</c:v>
                </c:pt>
                <c:pt idx="75451">
                  <c:v>45873.439583333333</c:v>
                </c:pt>
                <c:pt idx="75452">
                  <c:v>45826.696527777778</c:v>
                </c:pt>
                <c:pt idx="75453">
                  <c:v>45851.432638888888</c:v>
                </c:pt>
                <c:pt idx="75454">
                  <c:v>46014.130555555559</c:v>
                </c:pt>
                <c:pt idx="75455">
                  <c:v>45645.030555555553</c:v>
                </c:pt>
                <c:pt idx="75456">
                  <c:v>45950.688888888893</c:v>
                </c:pt>
                <c:pt idx="75457">
                  <c:v>45495.605555555558</c:v>
                </c:pt>
                <c:pt idx="75458">
                  <c:v>46012.807638888888</c:v>
                </c:pt>
                <c:pt idx="75459">
                  <c:v>45708.293749999997</c:v>
                </c:pt>
                <c:pt idx="75460">
                  <c:v>45908.352777777778</c:v>
                </c:pt>
                <c:pt idx="75461">
                  <c:v>45469.621527777781</c:v>
                </c:pt>
                <c:pt idx="75462">
                  <c:v>45363.322222222218</c:v>
                </c:pt>
                <c:pt idx="75463">
                  <c:v>45572.732638888891</c:v>
                </c:pt>
                <c:pt idx="75464">
                  <c:v>45800.298611111109</c:v>
                </c:pt>
                <c:pt idx="75465">
                  <c:v>45768.281944444447</c:v>
                </c:pt>
                <c:pt idx="75466">
                  <c:v>45674.36041666667</c:v>
                </c:pt>
                <c:pt idx="75467">
                  <c:v>45467.455555555563</c:v>
                </c:pt>
                <c:pt idx="75468">
                  <c:v>45912.24722222222</c:v>
                </c:pt>
                <c:pt idx="75469">
                  <c:v>45828.28125</c:v>
                </c:pt>
                <c:pt idx="75470">
                  <c:v>45884.274305555547</c:v>
                </c:pt>
                <c:pt idx="75471">
                  <c:v>45520.774305555547</c:v>
                </c:pt>
                <c:pt idx="75472">
                  <c:v>45733.455555555563</c:v>
                </c:pt>
                <c:pt idx="75473">
                  <c:v>45852.605555555558</c:v>
                </c:pt>
                <c:pt idx="75474">
                  <c:v>45505.444444444453</c:v>
                </c:pt>
                <c:pt idx="75475">
                  <c:v>45932.419444444437</c:v>
                </c:pt>
                <c:pt idx="75476">
                  <c:v>45819.510416666657</c:v>
                </c:pt>
                <c:pt idx="75477">
                  <c:v>45438.862500000003</c:v>
                </c:pt>
                <c:pt idx="75478">
                  <c:v>45510.663194444453</c:v>
                </c:pt>
                <c:pt idx="75479">
                  <c:v>45299.426388888889</c:v>
                </c:pt>
                <c:pt idx="75480">
                  <c:v>45881.676388888889</c:v>
                </c:pt>
                <c:pt idx="75481">
                  <c:v>45744.736111111109</c:v>
                </c:pt>
                <c:pt idx="75482">
                  <c:v>45991.620138888888</c:v>
                </c:pt>
                <c:pt idx="75483">
                  <c:v>45719.275000000001</c:v>
                </c:pt>
                <c:pt idx="75484">
                  <c:v>45572.376388888893</c:v>
                </c:pt>
                <c:pt idx="75485">
                  <c:v>45963.718055555553</c:v>
                </c:pt>
                <c:pt idx="75486">
                  <c:v>45769.32916666667</c:v>
                </c:pt>
                <c:pt idx="75487">
                  <c:v>45913.770833333343</c:v>
                </c:pt>
                <c:pt idx="75488">
                  <c:v>45805.375</c:v>
                </c:pt>
                <c:pt idx="75489">
                  <c:v>45943.479166666657</c:v>
                </c:pt>
                <c:pt idx="75490">
                  <c:v>45983.472222222219</c:v>
                </c:pt>
                <c:pt idx="75491">
                  <c:v>45367.726388888892</c:v>
                </c:pt>
                <c:pt idx="75492">
                  <c:v>45888.522916666669</c:v>
                </c:pt>
                <c:pt idx="75493">
                  <c:v>45882.734722222223</c:v>
                </c:pt>
                <c:pt idx="75494">
                  <c:v>46009.28402777778</c:v>
                </c:pt>
                <c:pt idx="75495">
                  <c:v>45728.261805555558</c:v>
                </c:pt>
                <c:pt idx="75496">
                  <c:v>45759.856944444437</c:v>
                </c:pt>
                <c:pt idx="75497">
                  <c:v>45848.388194444437</c:v>
                </c:pt>
                <c:pt idx="75498">
                  <c:v>45806.774305555547</c:v>
                </c:pt>
                <c:pt idx="75499">
                  <c:v>45705.261805555558</c:v>
                </c:pt>
                <c:pt idx="75500">
                  <c:v>45912.548611111109</c:v>
                </c:pt>
                <c:pt idx="75501">
                  <c:v>45680.254861111112</c:v>
                </c:pt>
                <c:pt idx="75502">
                  <c:v>46013.976388888892</c:v>
                </c:pt>
                <c:pt idx="75503">
                  <c:v>45895.714583333327</c:v>
                </c:pt>
                <c:pt idx="75504">
                  <c:v>45578.727083333331</c:v>
                </c:pt>
                <c:pt idx="75505">
                  <c:v>45757.686111111107</c:v>
                </c:pt>
                <c:pt idx="75506">
                  <c:v>45731.993750000001</c:v>
                </c:pt>
                <c:pt idx="75507">
                  <c:v>45924.020833333343</c:v>
                </c:pt>
                <c:pt idx="75508">
                  <c:v>45836.85833333333</c:v>
                </c:pt>
                <c:pt idx="75509">
                  <c:v>45425.865972222222</c:v>
                </c:pt>
                <c:pt idx="75510">
                  <c:v>45328.932638888888</c:v>
                </c:pt>
                <c:pt idx="75511">
                  <c:v>45587.320138888892</c:v>
                </c:pt>
                <c:pt idx="75512">
                  <c:v>46013.393055555563</c:v>
                </c:pt>
                <c:pt idx="75513">
                  <c:v>45665.572916666657</c:v>
                </c:pt>
                <c:pt idx="75514">
                  <c:v>45839.003472222219</c:v>
                </c:pt>
                <c:pt idx="75515">
                  <c:v>45482.542361111111</c:v>
                </c:pt>
                <c:pt idx="75516">
                  <c:v>45681.54583333333</c:v>
                </c:pt>
                <c:pt idx="75517">
                  <c:v>45972.821527777778</c:v>
                </c:pt>
                <c:pt idx="75518">
                  <c:v>45998.993055555547</c:v>
                </c:pt>
                <c:pt idx="75519">
                  <c:v>45452.75277777778</c:v>
                </c:pt>
                <c:pt idx="75520">
                  <c:v>45649.436805555553</c:v>
                </c:pt>
                <c:pt idx="75521">
                  <c:v>45613.894444444442</c:v>
                </c:pt>
                <c:pt idx="75522">
                  <c:v>45914.930555555547</c:v>
                </c:pt>
                <c:pt idx="75523">
                  <c:v>45737.638194444437</c:v>
                </c:pt>
                <c:pt idx="75524">
                  <c:v>45967.400694444441</c:v>
                </c:pt>
                <c:pt idx="75525">
                  <c:v>45694.459722222222</c:v>
                </c:pt>
                <c:pt idx="75526">
                  <c:v>45478.289583333331</c:v>
                </c:pt>
                <c:pt idx="75527">
                  <c:v>45609.323611111111</c:v>
                </c:pt>
                <c:pt idx="75528">
                  <c:v>45762.239583333343</c:v>
                </c:pt>
                <c:pt idx="75529">
                  <c:v>45407.269444444442</c:v>
                </c:pt>
                <c:pt idx="75530">
                  <c:v>45721.277083333327</c:v>
                </c:pt>
                <c:pt idx="75531">
                  <c:v>45575.238194444442</c:v>
                </c:pt>
                <c:pt idx="75532">
                  <c:v>45343.417361111111</c:v>
                </c:pt>
                <c:pt idx="75533">
                  <c:v>45672.30972222222</c:v>
                </c:pt>
                <c:pt idx="75534">
                  <c:v>45396.698611111111</c:v>
                </c:pt>
                <c:pt idx="75535">
                  <c:v>45449.280555555553</c:v>
                </c:pt>
                <c:pt idx="75536">
                  <c:v>45547.240972222222</c:v>
                </c:pt>
                <c:pt idx="75537">
                  <c:v>45355.393750000003</c:v>
                </c:pt>
                <c:pt idx="75538">
                  <c:v>45513.381944444453</c:v>
                </c:pt>
                <c:pt idx="75539">
                  <c:v>45799.785416666673</c:v>
                </c:pt>
                <c:pt idx="75540">
                  <c:v>45342.5</c:v>
                </c:pt>
                <c:pt idx="75541">
                  <c:v>45792.535416666673</c:v>
                </c:pt>
                <c:pt idx="75542">
                  <c:v>45933.481249999997</c:v>
                </c:pt>
                <c:pt idx="75543">
                  <c:v>45605.623611111107</c:v>
                </c:pt>
                <c:pt idx="75544">
                  <c:v>45540.625694444447</c:v>
                </c:pt>
                <c:pt idx="75545">
                  <c:v>45477.63958333333</c:v>
                </c:pt>
                <c:pt idx="75546">
                  <c:v>45702.491666666669</c:v>
                </c:pt>
                <c:pt idx="75547">
                  <c:v>45408.51458333333</c:v>
                </c:pt>
                <c:pt idx="75548">
                  <c:v>45568.529166666667</c:v>
                </c:pt>
                <c:pt idx="75549">
                  <c:v>45785.650694444441</c:v>
                </c:pt>
                <c:pt idx="75550">
                  <c:v>45825.413194444453</c:v>
                </c:pt>
                <c:pt idx="75551">
                  <c:v>45882.674305555563</c:v>
                </c:pt>
                <c:pt idx="75552">
                  <c:v>45810.375694444447</c:v>
                </c:pt>
                <c:pt idx="75553">
                  <c:v>45565.486111111109</c:v>
                </c:pt>
                <c:pt idx="75554">
                  <c:v>45992.432638888888</c:v>
                </c:pt>
                <c:pt idx="75555">
                  <c:v>45475.466666666667</c:v>
                </c:pt>
                <c:pt idx="75556">
                  <c:v>45565.48541666667</c:v>
                </c:pt>
                <c:pt idx="75557">
                  <c:v>45656.40347222222</c:v>
                </c:pt>
                <c:pt idx="75558">
                  <c:v>45665.401388888888</c:v>
                </c:pt>
                <c:pt idx="75559">
                  <c:v>45390.452777777777</c:v>
                </c:pt>
                <c:pt idx="75560">
                  <c:v>45426.655555555553</c:v>
                </c:pt>
                <c:pt idx="75561">
                  <c:v>45588.466666666667</c:v>
                </c:pt>
                <c:pt idx="75562">
                  <c:v>45922.621527777781</c:v>
                </c:pt>
                <c:pt idx="75563">
                  <c:v>45887.767361111109</c:v>
                </c:pt>
                <c:pt idx="75564">
                  <c:v>45796.570138888892</c:v>
                </c:pt>
                <c:pt idx="75565">
                  <c:v>45582.68472222222</c:v>
                </c:pt>
                <c:pt idx="75566">
                  <c:v>45958.765277777777</c:v>
                </c:pt>
                <c:pt idx="75567">
                  <c:v>45582.771527777782</c:v>
                </c:pt>
                <c:pt idx="75568">
                  <c:v>45871.926388888889</c:v>
                </c:pt>
                <c:pt idx="75569">
                  <c:v>45621.48333333333</c:v>
                </c:pt>
                <c:pt idx="75570">
                  <c:v>45547.740277777782</c:v>
                </c:pt>
                <c:pt idx="75571">
                  <c:v>45972.489583333343</c:v>
                </c:pt>
                <c:pt idx="75572">
                  <c:v>45665.895833333343</c:v>
                </c:pt>
                <c:pt idx="75573">
                  <c:v>45939.348611111112</c:v>
                </c:pt>
                <c:pt idx="75574">
                  <c:v>45586.397916666669</c:v>
                </c:pt>
                <c:pt idx="75575">
                  <c:v>45757.751388888893</c:v>
                </c:pt>
                <c:pt idx="75576">
                  <c:v>45430.597916666673</c:v>
                </c:pt>
                <c:pt idx="75577">
                  <c:v>45691.295138888891</c:v>
                </c:pt>
                <c:pt idx="75578">
                  <c:v>45849.340277777781</c:v>
                </c:pt>
                <c:pt idx="75579">
                  <c:v>45620.594444444447</c:v>
                </c:pt>
                <c:pt idx="75580">
                  <c:v>45337.095833333333</c:v>
                </c:pt>
                <c:pt idx="75581">
                  <c:v>45531.43472222222</c:v>
                </c:pt>
                <c:pt idx="75582">
                  <c:v>45837.048611111109</c:v>
                </c:pt>
                <c:pt idx="75583">
                  <c:v>45866.401388888888</c:v>
                </c:pt>
                <c:pt idx="75584">
                  <c:v>45368.890972222223</c:v>
                </c:pt>
                <c:pt idx="75585">
                  <c:v>45349.84375</c:v>
                </c:pt>
                <c:pt idx="75586">
                  <c:v>45310.945138888892</c:v>
                </c:pt>
                <c:pt idx="75587">
                  <c:v>45403.364583333343</c:v>
                </c:pt>
                <c:pt idx="75588">
                  <c:v>45840.306250000001</c:v>
                </c:pt>
                <c:pt idx="75589">
                  <c:v>45294.802777777782</c:v>
                </c:pt>
                <c:pt idx="75590">
                  <c:v>45849.210416666669</c:v>
                </c:pt>
                <c:pt idx="75591">
                  <c:v>45626.638888888891</c:v>
                </c:pt>
                <c:pt idx="75592">
                  <c:v>45609.738194444442</c:v>
                </c:pt>
                <c:pt idx="75593">
                  <c:v>45902.756944444453</c:v>
                </c:pt>
                <c:pt idx="75594">
                  <c:v>45426.243750000001</c:v>
                </c:pt>
                <c:pt idx="75595">
                  <c:v>45592.611111111109</c:v>
                </c:pt>
                <c:pt idx="75596">
                  <c:v>45718.606944444437</c:v>
                </c:pt>
                <c:pt idx="75597">
                  <c:v>45666.37777777778</c:v>
                </c:pt>
                <c:pt idx="75598">
                  <c:v>45778.723611111112</c:v>
                </c:pt>
                <c:pt idx="75599">
                  <c:v>45957.536805555559</c:v>
                </c:pt>
                <c:pt idx="75600">
                  <c:v>45321.631944444453</c:v>
                </c:pt>
                <c:pt idx="75601">
                  <c:v>46008.60833333333</c:v>
                </c:pt>
                <c:pt idx="75602">
                  <c:v>46008.60833333333</c:v>
                </c:pt>
                <c:pt idx="75603">
                  <c:v>45755.463888888888</c:v>
                </c:pt>
                <c:pt idx="75604">
                  <c:v>45644.92291666667</c:v>
                </c:pt>
                <c:pt idx="75605">
                  <c:v>45321.631944444453</c:v>
                </c:pt>
                <c:pt idx="75606">
                  <c:v>45353.477777777778</c:v>
                </c:pt>
                <c:pt idx="75607">
                  <c:v>45353.477777777778</c:v>
                </c:pt>
                <c:pt idx="75608">
                  <c:v>45747.375</c:v>
                </c:pt>
                <c:pt idx="75609">
                  <c:v>45713.475694444453</c:v>
                </c:pt>
                <c:pt idx="75610">
                  <c:v>45713.475694444453</c:v>
                </c:pt>
                <c:pt idx="75611">
                  <c:v>45644.92291666667</c:v>
                </c:pt>
                <c:pt idx="75612">
                  <c:v>45679.462500000001</c:v>
                </c:pt>
                <c:pt idx="75613">
                  <c:v>45679.462500000001</c:v>
                </c:pt>
                <c:pt idx="75614">
                  <c:v>45735.914583333331</c:v>
                </c:pt>
                <c:pt idx="75615">
                  <c:v>45755.463888888888</c:v>
                </c:pt>
                <c:pt idx="75616">
                  <c:v>45747.375</c:v>
                </c:pt>
                <c:pt idx="75617">
                  <c:v>45735.914583333331</c:v>
                </c:pt>
                <c:pt idx="75618">
                  <c:v>45350.989583333343</c:v>
                </c:pt>
                <c:pt idx="75619">
                  <c:v>45957.536805555559</c:v>
                </c:pt>
                <c:pt idx="75620">
                  <c:v>45350.989583333343</c:v>
                </c:pt>
                <c:pt idx="75621">
                  <c:v>45987.602083333331</c:v>
                </c:pt>
                <c:pt idx="75622">
                  <c:v>45870.478472222218</c:v>
                </c:pt>
                <c:pt idx="75623">
                  <c:v>45814.604166666657</c:v>
                </c:pt>
                <c:pt idx="75624">
                  <c:v>45846.6</c:v>
                </c:pt>
                <c:pt idx="75625">
                  <c:v>45897.592361111107</c:v>
                </c:pt>
                <c:pt idx="75626">
                  <c:v>45915.584027777782</c:v>
                </c:pt>
                <c:pt idx="75627">
                  <c:v>46005.015972222223</c:v>
                </c:pt>
                <c:pt idx="75628">
                  <c:v>45832.695138888892</c:v>
                </c:pt>
                <c:pt idx="75629">
                  <c:v>45945.892361111109</c:v>
                </c:pt>
                <c:pt idx="75630">
                  <c:v>45393.542361111111</c:v>
                </c:pt>
                <c:pt idx="75631">
                  <c:v>45467.712500000001</c:v>
                </c:pt>
                <c:pt idx="75632">
                  <c:v>45410.395138888889</c:v>
                </c:pt>
                <c:pt idx="75633">
                  <c:v>45524.381249999999</c:v>
                </c:pt>
                <c:pt idx="75634">
                  <c:v>45978.673611111109</c:v>
                </c:pt>
                <c:pt idx="75635">
                  <c:v>45716.248611111107</c:v>
                </c:pt>
                <c:pt idx="75636">
                  <c:v>45914.68472222222</c:v>
                </c:pt>
                <c:pt idx="75637">
                  <c:v>45775.86041666667</c:v>
                </c:pt>
                <c:pt idx="75638">
                  <c:v>45411.443749999999</c:v>
                </c:pt>
                <c:pt idx="75639">
                  <c:v>45630.792361111111</c:v>
                </c:pt>
                <c:pt idx="75640">
                  <c:v>45320.932638888888</c:v>
                </c:pt>
                <c:pt idx="75641">
                  <c:v>45579.816666666673</c:v>
                </c:pt>
                <c:pt idx="75642">
                  <c:v>45852.634027777778</c:v>
                </c:pt>
                <c:pt idx="75643">
                  <c:v>45356.927777777782</c:v>
                </c:pt>
                <c:pt idx="75644">
                  <c:v>45432.893055555563</c:v>
                </c:pt>
                <c:pt idx="75645">
                  <c:v>45608.981249999997</c:v>
                </c:pt>
                <c:pt idx="75646">
                  <c:v>45482.340277777781</c:v>
                </c:pt>
                <c:pt idx="75647">
                  <c:v>45307.940972222219</c:v>
                </c:pt>
                <c:pt idx="75648">
                  <c:v>45572.835416666669</c:v>
                </c:pt>
                <c:pt idx="75649">
                  <c:v>45527.951388888891</c:v>
                </c:pt>
                <c:pt idx="75650">
                  <c:v>45708.70208333333</c:v>
                </c:pt>
                <c:pt idx="75651">
                  <c:v>45602.759722222218</c:v>
                </c:pt>
                <c:pt idx="75652">
                  <c:v>45748.829861111109</c:v>
                </c:pt>
                <c:pt idx="75653">
                  <c:v>45917.338888888888</c:v>
                </c:pt>
                <c:pt idx="75654">
                  <c:v>45984.695138888892</c:v>
                </c:pt>
                <c:pt idx="75655">
                  <c:v>45582.777777777781</c:v>
                </c:pt>
                <c:pt idx="75656">
                  <c:v>45964.431944444441</c:v>
                </c:pt>
                <c:pt idx="75657">
                  <c:v>45784.810416666667</c:v>
                </c:pt>
                <c:pt idx="75658">
                  <c:v>45824.628472222219</c:v>
                </c:pt>
                <c:pt idx="75659">
                  <c:v>45539.8</c:v>
                </c:pt>
                <c:pt idx="75660">
                  <c:v>45896.706250000003</c:v>
                </c:pt>
                <c:pt idx="75661">
                  <c:v>45849.646527777782</c:v>
                </c:pt>
                <c:pt idx="75662">
                  <c:v>46013.455555555563</c:v>
                </c:pt>
                <c:pt idx="75663">
                  <c:v>45622.290277777778</c:v>
                </c:pt>
                <c:pt idx="75664">
                  <c:v>45803.722916666673</c:v>
                </c:pt>
                <c:pt idx="75665">
                  <c:v>45662.711805555547</c:v>
                </c:pt>
                <c:pt idx="75666">
                  <c:v>45944.525000000001</c:v>
                </c:pt>
                <c:pt idx="75667">
                  <c:v>45635.888194444437</c:v>
                </c:pt>
                <c:pt idx="75668">
                  <c:v>45922.856249999997</c:v>
                </c:pt>
                <c:pt idx="75669">
                  <c:v>45527.642361111109</c:v>
                </c:pt>
                <c:pt idx="75670">
                  <c:v>45465.009722222218</c:v>
                </c:pt>
                <c:pt idx="75671">
                  <c:v>45588.545138888891</c:v>
                </c:pt>
                <c:pt idx="75672">
                  <c:v>45616.808333333327</c:v>
                </c:pt>
                <c:pt idx="75673">
                  <c:v>45561.809027777781</c:v>
                </c:pt>
                <c:pt idx="75674">
                  <c:v>45497.488888888889</c:v>
                </c:pt>
                <c:pt idx="75675">
                  <c:v>45432.712500000001</c:v>
                </c:pt>
                <c:pt idx="75676">
                  <c:v>45333.34097222222</c:v>
                </c:pt>
                <c:pt idx="75677">
                  <c:v>45466.38958333333</c:v>
                </c:pt>
                <c:pt idx="75678">
                  <c:v>45490.777083333327</c:v>
                </c:pt>
                <c:pt idx="75679">
                  <c:v>45378.776388888888</c:v>
                </c:pt>
                <c:pt idx="75680">
                  <c:v>45531.78125</c:v>
                </c:pt>
                <c:pt idx="75681">
                  <c:v>45356.724305555559</c:v>
                </c:pt>
                <c:pt idx="75682">
                  <c:v>46020.511805555558</c:v>
                </c:pt>
                <c:pt idx="75683">
                  <c:v>45449.869444444441</c:v>
                </c:pt>
                <c:pt idx="75684">
                  <c:v>45816.511111111111</c:v>
                </c:pt>
                <c:pt idx="75685">
                  <c:v>45643.401388888888</c:v>
                </c:pt>
                <c:pt idx="75686">
                  <c:v>45490.620138888888</c:v>
                </c:pt>
                <c:pt idx="75687">
                  <c:v>45601.450694444437</c:v>
                </c:pt>
                <c:pt idx="75688">
                  <c:v>45802.892361111109</c:v>
                </c:pt>
                <c:pt idx="75689">
                  <c:v>45667.534722222219</c:v>
                </c:pt>
                <c:pt idx="75690">
                  <c:v>45559.849305555559</c:v>
                </c:pt>
                <c:pt idx="75691">
                  <c:v>45511.892361111109</c:v>
                </c:pt>
                <c:pt idx="75692">
                  <c:v>45950.495138888888</c:v>
                </c:pt>
                <c:pt idx="75693">
                  <c:v>45897.563194444447</c:v>
                </c:pt>
                <c:pt idx="75694">
                  <c:v>45791.685416666667</c:v>
                </c:pt>
                <c:pt idx="75695">
                  <c:v>45883.798611111109</c:v>
                </c:pt>
                <c:pt idx="75696">
                  <c:v>45807.688888888893</c:v>
                </c:pt>
                <c:pt idx="75697">
                  <c:v>45977.685416666667</c:v>
                </c:pt>
                <c:pt idx="75698">
                  <c:v>45660.35</c:v>
                </c:pt>
                <c:pt idx="75699">
                  <c:v>45660.330555555563</c:v>
                </c:pt>
                <c:pt idx="75700">
                  <c:v>45741.894444444442</c:v>
                </c:pt>
                <c:pt idx="75701">
                  <c:v>45502.874305555553</c:v>
                </c:pt>
                <c:pt idx="75702">
                  <c:v>45495.933333333327</c:v>
                </c:pt>
                <c:pt idx="75703">
                  <c:v>45889.851388888892</c:v>
                </c:pt>
                <c:pt idx="75704">
                  <c:v>45599.545138888891</c:v>
                </c:pt>
                <c:pt idx="75705">
                  <c:v>46019.925000000003</c:v>
                </c:pt>
                <c:pt idx="75706">
                  <c:v>45299.810416666667</c:v>
                </c:pt>
                <c:pt idx="75707">
                  <c:v>45961.888888888891</c:v>
                </c:pt>
                <c:pt idx="75708">
                  <c:v>45662.627083333333</c:v>
                </c:pt>
                <c:pt idx="75709">
                  <c:v>45721.322916666657</c:v>
                </c:pt>
                <c:pt idx="75710">
                  <c:v>45672.658333333333</c:v>
                </c:pt>
                <c:pt idx="75711">
                  <c:v>45650.566666666673</c:v>
                </c:pt>
                <c:pt idx="75712">
                  <c:v>45552.408333333333</c:v>
                </c:pt>
                <c:pt idx="75713">
                  <c:v>45460.918055555558</c:v>
                </c:pt>
                <c:pt idx="75714">
                  <c:v>45634.158333333333</c:v>
                </c:pt>
                <c:pt idx="75715">
                  <c:v>45696.419444444437</c:v>
                </c:pt>
                <c:pt idx="75716">
                  <c:v>45747.479166666657</c:v>
                </c:pt>
                <c:pt idx="75717">
                  <c:v>45796.448611111111</c:v>
                </c:pt>
                <c:pt idx="75718">
                  <c:v>45587.906944444447</c:v>
                </c:pt>
                <c:pt idx="75719">
                  <c:v>45963.788194444453</c:v>
                </c:pt>
                <c:pt idx="75720">
                  <c:v>45903.929166666669</c:v>
                </c:pt>
                <c:pt idx="75721">
                  <c:v>45735.765972222223</c:v>
                </c:pt>
                <c:pt idx="75722">
                  <c:v>45849.631249999999</c:v>
                </c:pt>
                <c:pt idx="75723">
                  <c:v>45851.8</c:v>
                </c:pt>
                <c:pt idx="75724">
                  <c:v>45909.794444444437</c:v>
                </c:pt>
                <c:pt idx="75725">
                  <c:v>45928.794444444437</c:v>
                </c:pt>
                <c:pt idx="75726">
                  <c:v>45860.267361111109</c:v>
                </c:pt>
                <c:pt idx="75727">
                  <c:v>45895.588888888888</c:v>
                </c:pt>
                <c:pt idx="75728">
                  <c:v>45459.763194444437</c:v>
                </c:pt>
                <c:pt idx="75729">
                  <c:v>45686.595833333333</c:v>
                </c:pt>
                <c:pt idx="75730">
                  <c:v>45597.863888888889</c:v>
                </c:pt>
                <c:pt idx="75731">
                  <c:v>45567.756944444453</c:v>
                </c:pt>
                <c:pt idx="75732">
                  <c:v>45846.815972222219</c:v>
                </c:pt>
                <c:pt idx="75733">
                  <c:v>45556.9375</c:v>
                </c:pt>
                <c:pt idx="75734">
                  <c:v>45789.71875</c:v>
                </c:pt>
                <c:pt idx="75735">
                  <c:v>45908.934027777781</c:v>
                </c:pt>
                <c:pt idx="75736">
                  <c:v>45676.500694444447</c:v>
                </c:pt>
                <c:pt idx="75737">
                  <c:v>45972.724999999999</c:v>
                </c:pt>
                <c:pt idx="75738">
                  <c:v>45645.856249999997</c:v>
                </c:pt>
                <c:pt idx="75739">
                  <c:v>45432.548611111109</c:v>
                </c:pt>
                <c:pt idx="75740">
                  <c:v>45753.93472222222</c:v>
                </c:pt>
                <c:pt idx="75741">
                  <c:v>45566.856249999997</c:v>
                </c:pt>
                <c:pt idx="75742">
                  <c:v>45992.324999999997</c:v>
                </c:pt>
                <c:pt idx="75743">
                  <c:v>45413.90625</c:v>
                </c:pt>
                <c:pt idx="75744">
                  <c:v>45561.421527777777</c:v>
                </c:pt>
                <c:pt idx="75745">
                  <c:v>45702.620833333327</c:v>
                </c:pt>
                <c:pt idx="75746">
                  <c:v>45882.859027777777</c:v>
                </c:pt>
                <c:pt idx="75747">
                  <c:v>45558.018750000003</c:v>
                </c:pt>
                <c:pt idx="75748">
                  <c:v>45553.595138888893</c:v>
                </c:pt>
                <c:pt idx="75749">
                  <c:v>45921.826388888891</c:v>
                </c:pt>
                <c:pt idx="75750">
                  <c:v>45862.499305555553</c:v>
                </c:pt>
                <c:pt idx="75751">
                  <c:v>45893.862500000003</c:v>
                </c:pt>
                <c:pt idx="75752">
                  <c:v>45859.643750000003</c:v>
                </c:pt>
                <c:pt idx="75753">
                  <c:v>45704.701388888891</c:v>
                </c:pt>
                <c:pt idx="75754">
                  <c:v>45581.734027777777</c:v>
                </c:pt>
                <c:pt idx="75755">
                  <c:v>45296.429861111108</c:v>
                </c:pt>
                <c:pt idx="75756">
                  <c:v>45452.556944444441</c:v>
                </c:pt>
                <c:pt idx="75757">
                  <c:v>45379.675694444442</c:v>
                </c:pt>
                <c:pt idx="75758">
                  <c:v>45524.847222222219</c:v>
                </c:pt>
                <c:pt idx="75759">
                  <c:v>45894.722222222219</c:v>
                </c:pt>
                <c:pt idx="75760">
                  <c:v>45984.609722222223</c:v>
                </c:pt>
                <c:pt idx="75761">
                  <c:v>45642.669444444437</c:v>
                </c:pt>
                <c:pt idx="75762">
                  <c:v>45803.352777777778</c:v>
                </c:pt>
                <c:pt idx="75763">
                  <c:v>45317.455555555563</c:v>
                </c:pt>
                <c:pt idx="75764">
                  <c:v>45399.925000000003</c:v>
                </c:pt>
                <c:pt idx="75765">
                  <c:v>45466.590277777781</c:v>
                </c:pt>
                <c:pt idx="75766">
                  <c:v>45983.532638888893</c:v>
                </c:pt>
                <c:pt idx="75767">
                  <c:v>45937.686111111107</c:v>
                </c:pt>
                <c:pt idx="75768">
                  <c:v>45759.473611111112</c:v>
                </c:pt>
                <c:pt idx="75769">
                  <c:v>45697.540277777778</c:v>
                </c:pt>
                <c:pt idx="75770">
                  <c:v>45916.486111111109</c:v>
                </c:pt>
                <c:pt idx="75771">
                  <c:v>45668.855555555558</c:v>
                </c:pt>
                <c:pt idx="75772">
                  <c:v>45980.352777777778</c:v>
                </c:pt>
                <c:pt idx="75773">
                  <c:v>45755.050694444442</c:v>
                </c:pt>
                <c:pt idx="75774">
                  <c:v>45589.806250000001</c:v>
                </c:pt>
                <c:pt idx="75775">
                  <c:v>45708.561111111107</c:v>
                </c:pt>
                <c:pt idx="75776">
                  <c:v>45899.76666666667</c:v>
                </c:pt>
                <c:pt idx="75777">
                  <c:v>45320.574305555558</c:v>
                </c:pt>
                <c:pt idx="75778">
                  <c:v>45777.258333333331</c:v>
                </c:pt>
                <c:pt idx="75779">
                  <c:v>45890.343055555553</c:v>
                </c:pt>
                <c:pt idx="75780">
                  <c:v>45663.352083333331</c:v>
                </c:pt>
                <c:pt idx="75781">
                  <c:v>45983.515972222223</c:v>
                </c:pt>
                <c:pt idx="75782">
                  <c:v>45499.199999999997</c:v>
                </c:pt>
                <c:pt idx="75783">
                  <c:v>45455.321527777778</c:v>
                </c:pt>
                <c:pt idx="75784">
                  <c:v>45606.538194444453</c:v>
                </c:pt>
                <c:pt idx="75785">
                  <c:v>45764.649305555547</c:v>
                </c:pt>
                <c:pt idx="75786">
                  <c:v>45709.710416666669</c:v>
                </c:pt>
                <c:pt idx="75787">
                  <c:v>45503.07916666667</c:v>
                </c:pt>
                <c:pt idx="75788">
                  <c:v>45575.042361111111</c:v>
                </c:pt>
                <c:pt idx="75789">
                  <c:v>46015.587500000001</c:v>
                </c:pt>
                <c:pt idx="75790">
                  <c:v>45474.682638888888</c:v>
                </c:pt>
                <c:pt idx="75791">
                  <c:v>45854.370833333327</c:v>
                </c:pt>
                <c:pt idx="75792">
                  <c:v>45907.352777777778</c:v>
                </c:pt>
                <c:pt idx="75793">
                  <c:v>45907.379861111112</c:v>
                </c:pt>
                <c:pt idx="75794">
                  <c:v>45932.961805555547</c:v>
                </c:pt>
                <c:pt idx="75795">
                  <c:v>45883.72152777778</c:v>
                </c:pt>
                <c:pt idx="75796">
                  <c:v>45628.442361111112</c:v>
                </c:pt>
                <c:pt idx="75797">
                  <c:v>45710.638888888891</c:v>
                </c:pt>
                <c:pt idx="75798">
                  <c:v>45880.97152777778</c:v>
                </c:pt>
                <c:pt idx="75799">
                  <c:v>45991.966666666667</c:v>
                </c:pt>
                <c:pt idx="75800">
                  <c:v>45641.906944444447</c:v>
                </c:pt>
                <c:pt idx="75801">
                  <c:v>45723.430555555547</c:v>
                </c:pt>
                <c:pt idx="75802">
                  <c:v>45781.92083333333</c:v>
                </c:pt>
                <c:pt idx="75803">
                  <c:v>45829.710416666669</c:v>
                </c:pt>
                <c:pt idx="75804">
                  <c:v>45304.579861111109</c:v>
                </c:pt>
                <c:pt idx="75805">
                  <c:v>45602.824305555558</c:v>
                </c:pt>
                <c:pt idx="75806">
                  <c:v>45658.678472222222</c:v>
                </c:pt>
                <c:pt idx="75807">
                  <c:v>45557.638888888891</c:v>
                </c:pt>
                <c:pt idx="75808">
                  <c:v>45424.717361111107</c:v>
                </c:pt>
                <c:pt idx="75809">
                  <c:v>45731.529861111107</c:v>
                </c:pt>
                <c:pt idx="75810">
                  <c:v>45636.586111111108</c:v>
                </c:pt>
                <c:pt idx="75811">
                  <c:v>45904.488194444442</c:v>
                </c:pt>
                <c:pt idx="75812">
                  <c:v>45527.51458333333</c:v>
                </c:pt>
                <c:pt idx="75813">
                  <c:v>46009.421527777777</c:v>
                </c:pt>
                <c:pt idx="75814">
                  <c:v>45734.561805555553</c:v>
                </c:pt>
                <c:pt idx="75815">
                  <c:v>45705.350694444453</c:v>
                </c:pt>
                <c:pt idx="75816">
                  <c:v>45794.165277777778</c:v>
                </c:pt>
                <c:pt idx="75817">
                  <c:v>45748.498611111107</c:v>
                </c:pt>
                <c:pt idx="75818">
                  <c:v>45664.413888888892</c:v>
                </c:pt>
                <c:pt idx="75819">
                  <c:v>45613.098611111112</c:v>
                </c:pt>
                <c:pt idx="75820">
                  <c:v>45651.407638888893</c:v>
                </c:pt>
                <c:pt idx="75821">
                  <c:v>45741.554166666669</c:v>
                </c:pt>
                <c:pt idx="75822">
                  <c:v>45836.620138888888</c:v>
                </c:pt>
                <c:pt idx="75823">
                  <c:v>45875.49722222222</c:v>
                </c:pt>
                <c:pt idx="75824">
                  <c:v>45904.629166666673</c:v>
                </c:pt>
                <c:pt idx="75825">
                  <c:v>45819.517361111109</c:v>
                </c:pt>
                <c:pt idx="75826">
                  <c:v>45806.565972222219</c:v>
                </c:pt>
                <c:pt idx="75827">
                  <c:v>45933.763194444437</c:v>
                </c:pt>
                <c:pt idx="75828">
                  <c:v>45784.506249999999</c:v>
                </c:pt>
                <c:pt idx="75829">
                  <c:v>46020.406944444447</c:v>
                </c:pt>
                <c:pt idx="75830">
                  <c:v>45869.669444444437</c:v>
                </c:pt>
                <c:pt idx="75831">
                  <c:v>45875.256944444453</c:v>
                </c:pt>
                <c:pt idx="75832">
                  <c:v>45720.60833333333</c:v>
                </c:pt>
                <c:pt idx="75833">
                  <c:v>45889.613888888889</c:v>
                </c:pt>
                <c:pt idx="75834">
                  <c:v>45978.530555555553</c:v>
                </c:pt>
                <c:pt idx="75835">
                  <c:v>45952.538888888892</c:v>
                </c:pt>
                <c:pt idx="75836">
                  <c:v>45874.900694444441</c:v>
                </c:pt>
                <c:pt idx="75837">
                  <c:v>46019.445138888892</c:v>
                </c:pt>
                <c:pt idx="75838">
                  <c:v>45700.643055555563</c:v>
                </c:pt>
                <c:pt idx="75839">
                  <c:v>45989.511805555558</c:v>
                </c:pt>
                <c:pt idx="75840">
                  <c:v>45992.595833333333</c:v>
                </c:pt>
                <c:pt idx="75841">
                  <c:v>45461.106249999997</c:v>
                </c:pt>
                <c:pt idx="75842">
                  <c:v>46002.69027777778</c:v>
                </c:pt>
                <c:pt idx="75843">
                  <c:v>45828.720138888893</c:v>
                </c:pt>
                <c:pt idx="75844">
                  <c:v>46002.453472222223</c:v>
                </c:pt>
                <c:pt idx="75845">
                  <c:v>45322.499305555553</c:v>
                </c:pt>
                <c:pt idx="75846">
                  <c:v>45936.423611111109</c:v>
                </c:pt>
                <c:pt idx="75847">
                  <c:v>45952.59652777778</c:v>
                </c:pt>
                <c:pt idx="75848">
                  <c:v>45839.329861111109</c:v>
                </c:pt>
                <c:pt idx="75849">
                  <c:v>45758.336805555547</c:v>
                </c:pt>
                <c:pt idx="75850">
                  <c:v>45788.30972222222</c:v>
                </c:pt>
                <c:pt idx="75851">
                  <c:v>45975.352777777778</c:v>
                </c:pt>
                <c:pt idx="75852">
                  <c:v>45888.715277777781</c:v>
                </c:pt>
                <c:pt idx="75853">
                  <c:v>46001.620833333327</c:v>
                </c:pt>
                <c:pt idx="75854">
                  <c:v>45841.944444444453</c:v>
                </c:pt>
                <c:pt idx="75855">
                  <c:v>45941.595138888893</c:v>
                </c:pt>
                <c:pt idx="75856">
                  <c:v>46000.963194444441</c:v>
                </c:pt>
                <c:pt idx="75857">
                  <c:v>45739.842361111107</c:v>
                </c:pt>
                <c:pt idx="75858">
                  <c:v>45713.401388888888</c:v>
                </c:pt>
                <c:pt idx="75859">
                  <c:v>45768.834722222222</c:v>
                </c:pt>
                <c:pt idx="75860">
                  <c:v>45611.86041666667</c:v>
                </c:pt>
                <c:pt idx="75861">
                  <c:v>45293.90625</c:v>
                </c:pt>
                <c:pt idx="75862">
                  <c:v>45467.588194444441</c:v>
                </c:pt>
                <c:pt idx="75863">
                  <c:v>45377.363888888889</c:v>
                </c:pt>
                <c:pt idx="75864">
                  <c:v>45796.934027777781</c:v>
                </c:pt>
                <c:pt idx="75865">
                  <c:v>45692.070138888892</c:v>
                </c:pt>
                <c:pt idx="75866">
                  <c:v>46003.379166666673</c:v>
                </c:pt>
                <c:pt idx="75867">
                  <c:v>45608.788194444453</c:v>
                </c:pt>
                <c:pt idx="75868">
                  <c:v>45341.777083333327</c:v>
                </c:pt>
                <c:pt idx="75869">
                  <c:v>45806.806944444441</c:v>
                </c:pt>
                <c:pt idx="75870">
                  <c:v>45678.82916666667</c:v>
                </c:pt>
                <c:pt idx="75871">
                  <c:v>45818.642361111109</c:v>
                </c:pt>
                <c:pt idx="75872">
                  <c:v>45924.836111111108</c:v>
                </c:pt>
                <c:pt idx="75873">
                  <c:v>45499.820833333331</c:v>
                </c:pt>
                <c:pt idx="75874">
                  <c:v>45775.597916666673</c:v>
                </c:pt>
                <c:pt idx="75875">
                  <c:v>45517.818749999999</c:v>
                </c:pt>
                <c:pt idx="75876">
                  <c:v>45900.486111111109</c:v>
                </c:pt>
                <c:pt idx="75877">
                  <c:v>45621.615277777782</c:v>
                </c:pt>
                <c:pt idx="75878">
                  <c:v>45652.59652777778</c:v>
                </c:pt>
                <c:pt idx="75879">
                  <c:v>45381.495833333327</c:v>
                </c:pt>
                <c:pt idx="75880">
                  <c:v>45961.480555555558</c:v>
                </c:pt>
                <c:pt idx="75881">
                  <c:v>45458.522222222222</c:v>
                </c:pt>
                <c:pt idx="75882">
                  <c:v>45797.722916666673</c:v>
                </c:pt>
                <c:pt idx="75883">
                  <c:v>45554.736805555563</c:v>
                </c:pt>
                <c:pt idx="75884">
                  <c:v>45812.393055555563</c:v>
                </c:pt>
                <c:pt idx="75885">
                  <c:v>45962.354166666657</c:v>
                </c:pt>
                <c:pt idx="75886">
                  <c:v>46023.691666666673</c:v>
                </c:pt>
                <c:pt idx="75887">
                  <c:v>45940.458333333343</c:v>
                </c:pt>
                <c:pt idx="75888">
                  <c:v>45996.698611111111</c:v>
                </c:pt>
                <c:pt idx="75889">
                  <c:v>45445.522222222222</c:v>
                </c:pt>
                <c:pt idx="75890">
                  <c:v>45764.478472222218</c:v>
                </c:pt>
                <c:pt idx="75891">
                  <c:v>45879.445138888892</c:v>
                </c:pt>
                <c:pt idx="75892">
                  <c:v>45943.609027777777</c:v>
                </c:pt>
                <c:pt idx="75893">
                  <c:v>45663.418749999997</c:v>
                </c:pt>
                <c:pt idx="75894">
                  <c:v>45985.407638888893</c:v>
                </c:pt>
                <c:pt idx="75895">
                  <c:v>45971.611805555563</c:v>
                </c:pt>
                <c:pt idx="75896">
                  <c:v>45577.432638888888</c:v>
                </c:pt>
                <c:pt idx="75897">
                  <c:v>45915.349305555559</c:v>
                </c:pt>
                <c:pt idx="75898">
                  <c:v>45305.967361111107</c:v>
                </c:pt>
                <c:pt idx="75899">
                  <c:v>45615.137499999997</c:v>
                </c:pt>
                <c:pt idx="75900">
                  <c:v>45463.775000000001</c:v>
                </c:pt>
                <c:pt idx="75901">
                  <c:v>45424.887499999997</c:v>
                </c:pt>
                <c:pt idx="75902">
                  <c:v>45358.739583333343</c:v>
                </c:pt>
                <c:pt idx="75903">
                  <c:v>45390.689583333333</c:v>
                </c:pt>
                <c:pt idx="75904">
                  <c:v>45753.836111111108</c:v>
                </c:pt>
                <c:pt idx="75905">
                  <c:v>45311.75277777778</c:v>
                </c:pt>
                <c:pt idx="75906">
                  <c:v>45887.695833333331</c:v>
                </c:pt>
                <c:pt idx="75907">
                  <c:v>45852.513194444437</c:v>
                </c:pt>
                <c:pt idx="75908">
                  <c:v>45533.473611111112</c:v>
                </c:pt>
                <c:pt idx="75909">
                  <c:v>45446.466666666667</c:v>
                </c:pt>
                <c:pt idx="75910">
                  <c:v>45551.30972222222</c:v>
                </c:pt>
                <c:pt idx="75911">
                  <c:v>45536.932638888888</c:v>
                </c:pt>
                <c:pt idx="75912">
                  <c:v>45344.82708333333</c:v>
                </c:pt>
                <c:pt idx="75913">
                  <c:v>45389.606249999997</c:v>
                </c:pt>
                <c:pt idx="75914">
                  <c:v>45424.425000000003</c:v>
                </c:pt>
                <c:pt idx="75915">
                  <c:v>45523.279861111107</c:v>
                </c:pt>
                <c:pt idx="75916">
                  <c:v>45375.9375</c:v>
                </c:pt>
                <c:pt idx="75917">
                  <c:v>45403.711111111108</c:v>
                </c:pt>
                <c:pt idx="75918">
                  <c:v>45362.438194444447</c:v>
                </c:pt>
                <c:pt idx="75919">
                  <c:v>45501.60833333333</c:v>
                </c:pt>
                <c:pt idx="75920">
                  <c:v>45488.371527777781</c:v>
                </c:pt>
                <c:pt idx="75921">
                  <c:v>45355.425000000003</c:v>
                </c:pt>
                <c:pt idx="75922">
                  <c:v>45501.157638888893</c:v>
                </c:pt>
                <c:pt idx="75923">
                  <c:v>45676.279861111107</c:v>
                </c:pt>
                <c:pt idx="75924">
                  <c:v>45724.402083333327</c:v>
                </c:pt>
                <c:pt idx="75925">
                  <c:v>45547.325694444437</c:v>
                </c:pt>
                <c:pt idx="75926">
                  <c:v>45660.257638888892</c:v>
                </c:pt>
                <c:pt idx="75927">
                  <c:v>45858.907638888893</c:v>
                </c:pt>
                <c:pt idx="75928">
                  <c:v>45835.936111111107</c:v>
                </c:pt>
                <c:pt idx="75929">
                  <c:v>45930.821527777778</c:v>
                </c:pt>
                <c:pt idx="75930">
                  <c:v>45600.716666666667</c:v>
                </c:pt>
                <c:pt idx="75931">
                  <c:v>45898.631249999999</c:v>
                </c:pt>
                <c:pt idx="75932">
                  <c:v>45987.638888888891</c:v>
                </c:pt>
                <c:pt idx="75933">
                  <c:v>45857.728472222218</c:v>
                </c:pt>
                <c:pt idx="75934">
                  <c:v>45604.538888888892</c:v>
                </c:pt>
                <c:pt idx="75935">
                  <c:v>45656.299305555563</c:v>
                </c:pt>
                <c:pt idx="75936">
                  <c:v>45824.258333333331</c:v>
                </c:pt>
                <c:pt idx="75937">
                  <c:v>45869.807638888888</c:v>
                </c:pt>
                <c:pt idx="75938">
                  <c:v>45962.463888888888</c:v>
                </c:pt>
                <c:pt idx="75939">
                  <c:v>45755.283333333333</c:v>
                </c:pt>
                <c:pt idx="75940">
                  <c:v>45329.681944444441</c:v>
                </c:pt>
                <c:pt idx="75941">
                  <c:v>45999.792361111111</c:v>
                </c:pt>
                <c:pt idx="75942">
                  <c:v>45891.28402777778</c:v>
                </c:pt>
                <c:pt idx="75943">
                  <c:v>45602.3</c:v>
                </c:pt>
                <c:pt idx="75944">
                  <c:v>45912.438888888893</c:v>
                </c:pt>
                <c:pt idx="75945">
                  <c:v>45450.734027777777</c:v>
                </c:pt>
                <c:pt idx="75946">
                  <c:v>45334.773611111108</c:v>
                </c:pt>
                <c:pt idx="75947">
                  <c:v>45393.78125</c:v>
                </c:pt>
                <c:pt idx="75948">
                  <c:v>45495.29791666667</c:v>
                </c:pt>
                <c:pt idx="75949">
                  <c:v>45775.650694444441</c:v>
                </c:pt>
                <c:pt idx="75950">
                  <c:v>45811.495138888888</c:v>
                </c:pt>
                <c:pt idx="75951">
                  <c:v>45543.542361111111</c:v>
                </c:pt>
                <c:pt idx="75952">
                  <c:v>45687.474999999999</c:v>
                </c:pt>
                <c:pt idx="75953">
                  <c:v>45622.929861111108</c:v>
                </c:pt>
                <c:pt idx="75954">
                  <c:v>45310.165972222218</c:v>
                </c:pt>
                <c:pt idx="75955">
                  <c:v>45772.0625</c:v>
                </c:pt>
                <c:pt idx="75956">
                  <c:v>46021.059027777781</c:v>
                </c:pt>
                <c:pt idx="75957">
                  <c:v>45569.822916666657</c:v>
                </c:pt>
                <c:pt idx="75958">
                  <c:v>45462.823611111111</c:v>
                </c:pt>
                <c:pt idx="75959">
                  <c:v>45788.875</c:v>
                </c:pt>
                <c:pt idx="75960">
                  <c:v>46001.380555555559</c:v>
                </c:pt>
                <c:pt idx="75961">
                  <c:v>45411.567361111112</c:v>
                </c:pt>
                <c:pt idx="75962">
                  <c:v>45465.749305555553</c:v>
                </c:pt>
                <c:pt idx="75963">
                  <c:v>45859.378472222219</c:v>
                </c:pt>
                <c:pt idx="75964">
                  <c:v>45527.621527777781</c:v>
                </c:pt>
                <c:pt idx="75965">
                  <c:v>45516.327777777777</c:v>
                </c:pt>
                <c:pt idx="75966">
                  <c:v>45793.707638888889</c:v>
                </c:pt>
                <c:pt idx="75967">
                  <c:v>45599.876388888893</c:v>
                </c:pt>
                <c:pt idx="75968">
                  <c:v>45335.48333333333</c:v>
                </c:pt>
                <c:pt idx="75969">
                  <c:v>45755.843055555553</c:v>
                </c:pt>
                <c:pt idx="75970">
                  <c:v>45570.763194444437</c:v>
                </c:pt>
                <c:pt idx="75971">
                  <c:v>45353.570833333331</c:v>
                </c:pt>
                <c:pt idx="75972">
                  <c:v>45391.841666666667</c:v>
                </c:pt>
                <c:pt idx="75973">
                  <c:v>45875.896527777782</c:v>
                </c:pt>
                <c:pt idx="75974">
                  <c:v>45355.568749999999</c:v>
                </c:pt>
                <c:pt idx="75975">
                  <c:v>45729.861805555563</c:v>
                </c:pt>
                <c:pt idx="75976">
                  <c:v>45592.481944444437</c:v>
                </c:pt>
                <c:pt idx="75977">
                  <c:v>45756.845138888893</c:v>
                </c:pt>
                <c:pt idx="75978">
                  <c:v>45609.832638888889</c:v>
                </c:pt>
                <c:pt idx="75979">
                  <c:v>45781.840277777781</c:v>
                </c:pt>
                <c:pt idx="75980">
                  <c:v>45701.478472222218</c:v>
                </c:pt>
                <c:pt idx="75981">
                  <c:v>45621.61041666667</c:v>
                </c:pt>
                <c:pt idx="75982">
                  <c:v>45669.601388888892</c:v>
                </c:pt>
                <c:pt idx="75983">
                  <c:v>45769.052777777782</c:v>
                </c:pt>
                <c:pt idx="75984">
                  <c:v>45660.625</c:v>
                </c:pt>
                <c:pt idx="75985">
                  <c:v>45817.661111111112</c:v>
                </c:pt>
                <c:pt idx="75986">
                  <c:v>45993.857638888891</c:v>
                </c:pt>
                <c:pt idx="75987">
                  <c:v>45933.981249999997</c:v>
                </c:pt>
                <c:pt idx="75988">
                  <c:v>45562.425000000003</c:v>
                </c:pt>
                <c:pt idx="75989">
                  <c:v>45562.425000000003</c:v>
                </c:pt>
                <c:pt idx="75990">
                  <c:v>45653.472916666673</c:v>
                </c:pt>
                <c:pt idx="75991">
                  <c:v>45816.638888888891</c:v>
                </c:pt>
                <c:pt idx="75992">
                  <c:v>45547.40347222222</c:v>
                </c:pt>
                <c:pt idx="75993">
                  <c:v>45961.604166666657</c:v>
                </c:pt>
                <c:pt idx="75994">
                  <c:v>45458.915277777778</c:v>
                </c:pt>
                <c:pt idx="75995">
                  <c:v>45458.915277777778</c:v>
                </c:pt>
                <c:pt idx="75996">
                  <c:v>45674.543749999997</c:v>
                </c:pt>
                <c:pt idx="75997">
                  <c:v>45733.489583333343</c:v>
                </c:pt>
                <c:pt idx="75998">
                  <c:v>45674.543749999997</c:v>
                </c:pt>
                <c:pt idx="75999">
                  <c:v>45961.604166666657</c:v>
                </c:pt>
                <c:pt idx="76000">
                  <c:v>45733.489583333343</c:v>
                </c:pt>
                <c:pt idx="76001">
                  <c:v>45816.638888888891</c:v>
                </c:pt>
                <c:pt idx="76002">
                  <c:v>45562.423611111109</c:v>
                </c:pt>
                <c:pt idx="76003">
                  <c:v>45653.472916666673</c:v>
                </c:pt>
                <c:pt idx="76004">
                  <c:v>45382.888888888891</c:v>
                </c:pt>
                <c:pt idx="76005">
                  <c:v>45547.40347222222</c:v>
                </c:pt>
                <c:pt idx="76006">
                  <c:v>45392.598611111112</c:v>
                </c:pt>
                <c:pt idx="76007">
                  <c:v>45392.598611111112</c:v>
                </c:pt>
                <c:pt idx="76008">
                  <c:v>45382.888888888891</c:v>
                </c:pt>
                <c:pt idx="76009">
                  <c:v>45562.423611111109</c:v>
                </c:pt>
                <c:pt idx="76010">
                  <c:v>45525.614583333343</c:v>
                </c:pt>
                <c:pt idx="76011">
                  <c:v>45428.946527777778</c:v>
                </c:pt>
                <c:pt idx="76012">
                  <c:v>45995.718055555553</c:v>
                </c:pt>
                <c:pt idx="76013">
                  <c:v>45563.870138888888</c:v>
                </c:pt>
                <c:pt idx="76014">
                  <c:v>45524.502083333333</c:v>
                </c:pt>
                <c:pt idx="76015">
                  <c:v>45801.918749999997</c:v>
                </c:pt>
                <c:pt idx="76016">
                  <c:v>45937.411111111112</c:v>
                </c:pt>
                <c:pt idx="76017">
                  <c:v>45860.954861111109</c:v>
                </c:pt>
                <c:pt idx="76018">
                  <c:v>45915.908333333333</c:v>
                </c:pt>
                <c:pt idx="76019">
                  <c:v>45548.759722222218</c:v>
                </c:pt>
                <c:pt idx="76020">
                  <c:v>45498.539583333331</c:v>
                </c:pt>
                <c:pt idx="76021">
                  <c:v>45790.53125</c:v>
                </c:pt>
                <c:pt idx="76022">
                  <c:v>45953.548611111109</c:v>
                </c:pt>
                <c:pt idx="76023">
                  <c:v>45790.53125</c:v>
                </c:pt>
                <c:pt idx="76024">
                  <c:v>45498.539583333331</c:v>
                </c:pt>
                <c:pt idx="76025">
                  <c:v>45572.62777777778</c:v>
                </c:pt>
                <c:pt idx="76026">
                  <c:v>45953.548611111109</c:v>
                </c:pt>
                <c:pt idx="76027">
                  <c:v>46003.648611111108</c:v>
                </c:pt>
                <c:pt idx="76028">
                  <c:v>46003.648611111108</c:v>
                </c:pt>
                <c:pt idx="76029">
                  <c:v>45980.306944444441</c:v>
                </c:pt>
                <c:pt idx="76030">
                  <c:v>45752.423611111109</c:v>
                </c:pt>
                <c:pt idx="76031">
                  <c:v>45752.423611111109</c:v>
                </c:pt>
                <c:pt idx="76032">
                  <c:v>45572.62777777778</c:v>
                </c:pt>
                <c:pt idx="76033">
                  <c:v>45980.306944444441</c:v>
                </c:pt>
                <c:pt idx="76034">
                  <c:v>45909.07708333333</c:v>
                </c:pt>
                <c:pt idx="76035">
                  <c:v>45762.62777777778</c:v>
                </c:pt>
                <c:pt idx="76036">
                  <c:v>45949.65902777778</c:v>
                </c:pt>
                <c:pt idx="76037">
                  <c:v>45804.017361111109</c:v>
                </c:pt>
                <c:pt idx="76038">
                  <c:v>45611.414583333331</c:v>
                </c:pt>
                <c:pt idx="76039">
                  <c:v>45867.933333333327</c:v>
                </c:pt>
                <c:pt idx="76040">
                  <c:v>45994.175694444442</c:v>
                </c:pt>
                <c:pt idx="76041">
                  <c:v>45687.598611111112</c:v>
                </c:pt>
                <c:pt idx="76042">
                  <c:v>45830.965277777781</c:v>
                </c:pt>
                <c:pt idx="76043">
                  <c:v>45716.556250000001</c:v>
                </c:pt>
                <c:pt idx="76044">
                  <c:v>45625.473611111112</c:v>
                </c:pt>
                <c:pt idx="76045">
                  <c:v>45986.841666666667</c:v>
                </c:pt>
                <c:pt idx="76046">
                  <c:v>45944.902083333327</c:v>
                </c:pt>
                <c:pt idx="76047">
                  <c:v>45959.917361111111</c:v>
                </c:pt>
                <c:pt idx="76048">
                  <c:v>45840.844444444447</c:v>
                </c:pt>
                <c:pt idx="76049">
                  <c:v>45877.027083333327</c:v>
                </c:pt>
                <c:pt idx="76050">
                  <c:v>45890.334027777782</c:v>
                </c:pt>
                <c:pt idx="76051">
                  <c:v>46014.367361111108</c:v>
                </c:pt>
                <c:pt idx="76052">
                  <c:v>45916.713194444441</c:v>
                </c:pt>
                <c:pt idx="76053">
                  <c:v>45847.270833333343</c:v>
                </c:pt>
                <c:pt idx="76054">
                  <c:v>46015.345833333333</c:v>
                </c:pt>
                <c:pt idx="76055">
                  <c:v>45925.426388888889</c:v>
                </c:pt>
                <c:pt idx="76056">
                  <c:v>45863.359027777777</c:v>
                </c:pt>
                <c:pt idx="76057">
                  <c:v>45799.318749999999</c:v>
                </c:pt>
                <c:pt idx="76058">
                  <c:v>45985.831944444442</c:v>
                </c:pt>
                <c:pt idx="76059">
                  <c:v>45997.992361111108</c:v>
                </c:pt>
                <c:pt idx="76060">
                  <c:v>45932.318055555559</c:v>
                </c:pt>
                <c:pt idx="76061">
                  <c:v>45903.973611111112</c:v>
                </c:pt>
                <c:pt idx="76062">
                  <c:v>45974.704861111109</c:v>
                </c:pt>
                <c:pt idx="76063">
                  <c:v>45825.686805555553</c:v>
                </c:pt>
                <c:pt idx="76064">
                  <c:v>45810.495138888888</c:v>
                </c:pt>
                <c:pt idx="76065">
                  <c:v>45765.419444444437</c:v>
                </c:pt>
                <c:pt idx="76066">
                  <c:v>45843.345833333333</c:v>
                </c:pt>
                <c:pt idx="76067">
                  <c:v>45569.665972222218</c:v>
                </c:pt>
                <c:pt idx="76068">
                  <c:v>45402.379861111112</c:v>
                </c:pt>
                <c:pt idx="76069">
                  <c:v>45476.668749999997</c:v>
                </c:pt>
                <c:pt idx="76070">
                  <c:v>45360.320833333331</c:v>
                </c:pt>
                <c:pt idx="76071">
                  <c:v>45495.817361111112</c:v>
                </c:pt>
                <c:pt idx="76072">
                  <c:v>45438.308333333327</c:v>
                </c:pt>
                <c:pt idx="76073">
                  <c:v>45413.236111111109</c:v>
                </c:pt>
                <c:pt idx="76074">
                  <c:v>45389.246527777781</c:v>
                </c:pt>
                <c:pt idx="76075">
                  <c:v>45348.395138888889</c:v>
                </c:pt>
                <c:pt idx="76076">
                  <c:v>45560.81527777778</c:v>
                </c:pt>
                <c:pt idx="76077">
                  <c:v>45550.713194444441</c:v>
                </c:pt>
                <c:pt idx="76078">
                  <c:v>45373.736111111109</c:v>
                </c:pt>
                <c:pt idx="76079">
                  <c:v>45531.579861111109</c:v>
                </c:pt>
                <c:pt idx="76080">
                  <c:v>45669.48333333333</c:v>
                </c:pt>
                <c:pt idx="76081">
                  <c:v>45818.659722222219</c:v>
                </c:pt>
                <c:pt idx="76082">
                  <c:v>45895.817361111112</c:v>
                </c:pt>
                <c:pt idx="76083">
                  <c:v>45408.345833333333</c:v>
                </c:pt>
                <c:pt idx="76084">
                  <c:v>45521.74722222222</c:v>
                </c:pt>
                <c:pt idx="76085">
                  <c:v>45612.488888888889</c:v>
                </c:pt>
                <c:pt idx="76086">
                  <c:v>45304.859722222223</c:v>
                </c:pt>
                <c:pt idx="76087">
                  <c:v>45774.762499999997</c:v>
                </c:pt>
                <c:pt idx="76088">
                  <c:v>46022.506944444453</c:v>
                </c:pt>
                <c:pt idx="76089">
                  <c:v>45889.005555555559</c:v>
                </c:pt>
                <c:pt idx="76090">
                  <c:v>45722.73333333333</c:v>
                </c:pt>
                <c:pt idx="76091">
                  <c:v>45304.859722222223</c:v>
                </c:pt>
                <c:pt idx="76092">
                  <c:v>45414.374305555553</c:v>
                </c:pt>
                <c:pt idx="76093">
                  <c:v>45722.73333333333</c:v>
                </c:pt>
                <c:pt idx="76094">
                  <c:v>45647.78125</c:v>
                </c:pt>
                <c:pt idx="76095">
                  <c:v>45396.835416666669</c:v>
                </c:pt>
                <c:pt idx="76096">
                  <c:v>45414.374305555553</c:v>
                </c:pt>
                <c:pt idx="76097">
                  <c:v>45448.76458333333</c:v>
                </c:pt>
                <c:pt idx="76098">
                  <c:v>45843.478472222218</c:v>
                </c:pt>
                <c:pt idx="76099">
                  <c:v>45448.76458333333</c:v>
                </c:pt>
                <c:pt idx="76100">
                  <c:v>45774.762499999997</c:v>
                </c:pt>
                <c:pt idx="76101">
                  <c:v>45962.579861111109</c:v>
                </c:pt>
                <c:pt idx="76102">
                  <c:v>46022.506944444453</c:v>
                </c:pt>
                <c:pt idx="76103">
                  <c:v>45962.579861111109</c:v>
                </c:pt>
                <c:pt idx="76104">
                  <c:v>45843.478472222218</c:v>
                </c:pt>
                <c:pt idx="76105">
                  <c:v>45565.665972222218</c:v>
                </c:pt>
                <c:pt idx="76106">
                  <c:v>45647.78125</c:v>
                </c:pt>
                <c:pt idx="76107">
                  <c:v>45565.665972222218</c:v>
                </c:pt>
                <c:pt idx="76108">
                  <c:v>45889.005555555559</c:v>
                </c:pt>
                <c:pt idx="76109">
                  <c:v>45396.835416666669</c:v>
                </c:pt>
                <c:pt idx="76110">
                  <c:v>45985.690972222219</c:v>
                </c:pt>
                <c:pt idx="76111">
                  <c:v>45863.757638888892</c:v>
                </c:pt>
                <c:pt idx="76112">
                  <c:v>45995.545138888891</c:v>
                </c:pt>
                <c:pt idx="76113">
                  <c:v>45827.479861111111</c:v>
                </c:pt>
                <c:pt idx="76114">
                  <c:v>45959.477777777778</c:v>
                </c:pt>
                <c:pt idx="76115">
                  <c:v>45915.397916666669</c:v>
                </c:pt>
                <c:pt idx="76116">
                  <c:v>45888.465277777781</c:v>
                </c:pt>
                <c:pt idx="76117">
                  <c:v>45943.017361111109</c:v>
                </c:pt>
                <c:pt idx="76118">
                  <c:v>45785.413888888892</c:v>
                </c:pt>
                <c:pt idx="76119">
                  <c:v>45811.536805555559</c:v>
                </c:pt>
                <c:pt idx="76120">
                  <c:v>46022.331944444442</c:v>
                </c:pt>
                <c:pt idx="76121">
                  <c:v>45944.536805555559</c:v>
                </c:pt>
                <c:pt idx="76122">
                  <c:v>45853.006944444453</c:v>
                </c:pt>
                <c:pt idx="76123">
                  <c:v>45827.870138888888</c:v>
                </c:pt>
                <c:pt idx="76124">
                  <c:v>45943.447222222218</c:v>
                </c:pt>
                <c:pt idx="76125">
                  <c:v>45436.793749999997</c:v>
                </c:pt>
                <c:pt idx="76126">
                  <c:v>45985.591666666667</c:v>
                </c:pt>
                <c:pt idx="76127">
                  <c:v>45892.022916666669</c:v>
                </c:pt>
                <c:pt idx="76128">
                  <c:v>45498.765972222223</c:v>
                </c:pt>
                <c:pt idx="76129">
                  <c:v>46022.000694444447</c:v>
                </c:pt>
                <c:pt idx="76130">
                  <c:v>45775.611111111109</c:v>
                </c:pt>
                <c:pt idx="76131">
                  <c:v>45989.421527777777</c:v>
                </c:pt>
                <c:pt idx="76132">
                  <c:v>45804.449305555558</c:v>
                </c:pt>
                <c:pt idx="76133">
                  <c:v>45804.457638888889</c:v>
                </c:pt>
                <c:pt idx="76134">
                  <c:v>45705.489583333343</c:v>
                </c:pt>
                <c:pt idx="76135">
                  <c:v>45806.537499999999</c:v>
                </c:pt>
                <c:pt idx="76136">
                  <c:v>45750.597916666673</c:v>
                </c:pt>
                <c:pt idx="76137">
                  <c:v>45963.741666666669</c:v>
                </c:pt>
                <c:pt idx="76138">
                  <c:v>45996.342361111107</c:v>
                </c:pt>
                <c:pt idx="76139">
                  <c:v>45977.316666666673</c:v>
                </c:pt>
                <c:pt idx="76140">
                  <c:v>46020.401388888888</c:v>
                </c:pt>
                <c:pt idx="76141">
                  <c:v>45510.79791666667</c:v>
                </c:pt>
                <c:pt idx="76142">
                  <c:v>45830.623611111107</c:v>
                </c:pt>
                <c:pt idx="76143">
                  <c:v>45786.427083333343</c:v>
                </c:pt>
                <c:pt idx="76144">
                  <c:v>45719.904861111107</c:v>
                </c:pt>
                <c:pt idx="76145">
                  <c:v>45931.443055555559</c:v>
                </c:pt>
                <c:pt idx="76146">
                  <c:v>45453.522222222222</c:v>
                </c:pt>
                <c:pt idx="76147">
                  <c:v>45551.65347222222</c:v>
                </c:pt>
                <c:pt idx="76148">
                  <c:v>45990.875</c:v>
                </c:pt>
                <c:pt idx="76149">
                  <c:v>45755.477083333331</c:v>
                </c:pt>
                <c:pt idx="76150">
                  <c:v>45873.542361111111</c:v>
                </c:pt>
                <c:pt idx="76151">
                  <c:v>45361.611111111109</c:v>
                </c:pt>
                <c:pt idx="76152">
                  <c:v>45605.853472222218</c:v>
                </c:pt>
                <c:pt idx="76153">
                  <c:v>45415.790972222218</c:v>
                </c:pt>
                <c:pt idx="76154">
                  <c:v>45459.70416666667</c:v>
                </c:pt>
                <c:pt idx="76155">
                  <c:v>45694.870138888888</c:v>
                </c:pt>
                <c:pt idx="76156">
                  <c:v>45500.036111111112</c:v>
                </c:pt>
                <c:pt idx="76157">
                  <c:v>45471.922222222223</c:v>
                </c:pt>
                <c:pt idx="76158">
                  <c:v>45555.094444444447</c:v>
                </c:pt>
                <c:pt idx="76159">
                  <c:v>45740.043749999997</c:v>
                </c:pt>
                <c:pt idx="76160">
                  <c:v>45531.86041666667</c:v>
                </c:pt>
                <c:pt idx="76161">
                  <c:v>45443.547222222223</c:v>
                </c:pt>
                <c:pt idx="76162">
                  <c:v>45420.718055555553</c:v>
                </c:pt>
                <c:pt idx="76163">
                  <c:v>45611.586805555547</c:v>
                </c:pt>
                <c:pt idx="76164">
                  <c:v>45439.98541666667</c:v>
                </c:pt>
                <c:pt idx="76165">
                  <c:v>45414.781944444447</c:v>
                </c:pt>
                <c:pt idx="76166">
                  <c:v>45643.847222222219</c:v>
                </c:pt>
                <c:pt idx="76167">
                  <c:v>45701.751388888893</c:v>
                </c:pt>
                <c:pt idx="76168">
                  <c:v>45796.625</c:v>
                </c:pt>
                <c:pt idx="76169">
                  <c:v>45796.625</c:v>
                </c:pt>
                <c:pt idx="76170">
                  <c:v>45701.751388888893</c:v>
                </c:pt>
                <c:pt idx="76171">
                  <c:v>45895.981249999997</c:v>
                </c:pt>
                <c:pt idx="76172">
                  <c:v>45643.847222222219</c:v>
                </c:pt>
                <c:pt idx="76173">
                  <c:v>45595.490972222222</c:v>
                </c:pt>
                <c:pt idx="76174">
                  <c:v>45643.847222222219</c:v>
                </c:pt>
                <c:pt idx="76175">
                  <c:v>45631.743055555547</c:v>
                </c:pt>
                <c:pt idx="76176">
                  <c:v>45631.743055555547</c:v>
                </c:pt>
                <c:pt idx="76177">
                  <c:v>45681.493055555547</c:v>
                </c:pt>
                <c:pt idx="76178">
                  <c:v>45681.493055555547</c:v>
                </c:pt>
                <c:pt idx="76179">
                  <c:v>45945.719444444447</c:v>
                </c:pt>
                <c:pt idx="76180">
                  <c:v>45945.719444444447</c:v>
                </c:pt>
                <c:pt idx="76181">
                  <c:v>45681.493055555547</c:v>
                </c:pt>
                <c:pt idx="76182">
                  <c:v>45945.719444444447</c:v>
                </c:pt>
                <c:pt idx="76183">
                  <c:v>45701.751388888893</c:v>
                </c:pt>
                <c:pt idx="76184">
                  <c:v>45796.625</c:v>
                </c:pt>
                <c:pt idx="76185">
                  <c:v>45665.713888888888</c:v>
                </c:pt>
                <c:pt idx="76186">
                  <c:v>45673.379861111112</c:v>
                </c:pt>
                <c:pt idx="76187">
                  <c:v>45764.847916666673</c:v>
                </c:pt>
                <c:pt idx="76188">
                  <c:v>45764.847916666673</c:v>
                </c:pt>
                <c:pt idx="76189">
                  <c:v>45595.490972222222</c:v>
                </c:pt>
                <c:pt idx="76190">
                  <c:v>45631.743055555547</c:v>
                </c:pt>
                <c:pt idx="76191">
                  <c:v>45764.847916666673</c:v>
                </c:pt>
                <c:pt idx="76192">
                  <c:v>45673.379861111112</c:v>
                </c:pt>
                <c:pt idx="76193">
                  <c:v>45895.981249999997</c:v>
                </c:pt>
                <c:pt idx="76194">
                  <c:v>45665.713888888888</c:v>
                </c:pt>
                <c:pt idx="76195">
                  <c:v>45665.713888888888</c:v>
                </c:pt>
                <c:pt idx="76196">
                  <c:v>45673.379861111112</c:v>
                </c:pt>
                <c:pt idx="76197">
                  <c:v>45895.981249999997</c:v>
                </c:pt>
                <c:pt idx="76198">
                  <c:v>45595.490972222222</c:v>
                </c:pt>
                <c:pt idx="76199">
                  <c:v>45597.599305555559</c:v>
                </c:pt>
                <c:pt idx="76200">
                  <c:v>45606.729166666657</c:v>
                </c:pt>
                <c:pt idx="76201">
                  <c:v>45682.332638888889</c:v>
                </c:pt>
                <c:pt idx="76202">
                  <c:v>45950.349305555559</c:v>
                </c:pt>
                <c:pt idx="76203">
                  <c:v>45889.727777777778</c:v>
                </c:pt>
                <c:pt idx="76204">
                  <c:v>45996.826388888891</c:v>
                </c:pt>
                <c:pt idx="76205">
                  <c:v>45774.34375</c:v>
                </c:pt>
                <c:pt idx="76206">
                  <c:v>45744.87222222222</c:v>
                </c:pt>
                <c:pt idx="76207">
                  <c:v>45659.8125</c:v>
                </c:pt>
                <c:pt idx="76208">
                  <c:v>45496.35</c:v>
                </c:pt>
                <c:pt idx="76209">
                  <c:v>45839.467361111107</c:v>
                </c:pt>
                <c:pt idx="76210">
                  <c:v>45805.286805555559</c:v>
                </c:pt>
                <c:pt idx="76211">
                  <c:v>45960.649305555547</c:v>
                </c:pt>
                <c:pt idx="76212">
                  <c:v>45860.645138888889</c:v>
                </c:pt>
                <c:pt idx="76213">
                  <c:v>45495.456250000003</c:v>
                </c:pt>
                <c:pt idx="76214">
                  <c:v>46003.723611111112</c:v>
                </c:pt>
                <c:pt idx="76215">
                  <c:v>45821.494444444441</c:v>
                </c:pt>
                <c:pt idx="76216">
                  <c:v>45326.381249999999</c:v>
                </c:pt>
                <c:pt idx="76217">
                  <c:v>45368.488194444442</c:v>
                </c:pt>
                <c:pt idx="76218">
                  <c:v>45295.729166666657</c:v>
                </c:pt>
                <c:pt idx="76219">
                  <c:v>45374.582638888889</c:v>
                </c:pt>
                <c:pt idx="76220">
                  <c:v>45632.834722222222</c:v>
                </c:pt>
                <c:pt idx="76221">
                  <c:v>45489.668749999997</c:v>
                </c:pt>
                <c:pt idx="76222">
                  <c:v>45905.68472222222</c:v>
                </c:pt>
                <c:pt idx="76223">
                  <c:v>45866.306250000001</c:v>
                </c:pt>
                <c:pt idx="76224">
                  <c:v>45786.259722222218</c:v>
                </c:pt>
                <c:pt idx="76225">
                  <c:v>45899.848611111112</c:v>
                </c:pt>
                <c:pt idx="76226">
                  <c:v>45826.572916666657</c:v>
                </c:pt>
                <c:pt idx="76227">
                  <c:v>45661.753472222219</c:v>
                </c:pt>
                <c:pt idx="76228">
                  <c:v>45531.45208333333</c:v>
                </c:pt>
                <c:pt idx="76229">
                  <c:v>45961.533333333333</c:v>
                </c:pt>
                <c:pt idx="76230">
                  <c:v>45611.609722222223</c:v>
                </c:pt>
                <c:pt idx="76231">
                  <c:v>45735.534722222219</c:v>
                </c:pt>
                <c:pt idx="76232">
                  <c:v>45323.806250000001</c:v>
                </c:pt>
                <c:pt idx="76233">
                  <c:v>45505.933333333327</c:v>
                </c:pt>
                <c:pt idx="76234">
                  <c:v>45727.822916666657</c:v>
                </c:pt>
                <c:pt idx="76235">
                  <c:v>45604.1875</c:v>
                </c:pt>
                <c:pt idx="76236">
                  <c:v>45927.90347222222</c:v>
                </c:pt>
                <c:pt idx="76237">
                  <c:v>45361.904861111107</c:v>
                </c:pt>
                <c:pt idx="76238">
                  <c:v>45740.831250000003</c:v>
                </c:pt>
                <c:pt idx="76239">
                  <c:v>45643.94027777778</c:v>
                </c:pt>
                <c:pt idx="76240">
                  <c:v>45404.815972222219</c:v>
                </c:pt>
                <c:pt idx="76241">
                  <c:v>45724.672222222223</c:v>
                </c:pt>
                <c:pt idx="76242">
                  <c:v>45662.672222222223</c:v>
                </c:pt>
                <c:pt idx="76243">
                  <c:v>45902.835416666669</c:v>
                </c:pt>
                <c:pt idx="76244">
                  <c:v>45855.621527777781</c:v>
                </c:pt>
                <c:pt idx="76245">
                  <c:v>45813.588194444441</c:v>
                </c:pt>
                <c:pt idx="76246">
                  <c:v>45965.424305555563</c:v>
                </c:pt>
                <c:pt idx="76247">
                  <c:v>45605.425694444442</c:v>
                </c:pt>
                <c:pt idx="76248">
                  <c:v>45957.021527777782</c:v>
                </c:pt>
                <c:pt idx="76249">
                  <c:v>45931.670138888891</c:v>
                </c:pt>
                <c:pt idx="76250">
                  <c:v>45399.324999999997</c:v>
                </c:pt>
                <c:pt idx="76251">
                  <c:v>45930.584027777782</c:v>
                </c:pt>
                <c:pt idx="76252">
                  <c:v>45386.219444444447</c:v>
                </c:pt>
                <c:pt idx="76253">
                  <c:v>45671.463194444441</c:v>
                </c:pt>
                <c:pt idx="76254">
                  <c:v>45835.82916666667</c:v>
                </c:pt>
                <c:pt idx="76255">
                  <c:v>45876.473611111112</c:v>
                </c:pt>
                <c:pt idx="76256">
                  <c:v>45982.395138888889</c:v>
                </c:pt>
                <c:pt idx="76257">
                  <c:v>45781.5</c:v>
                </c:pt>
                <c:pt idx="76258">
                  <c:v>45930.695833333331</c:v>
                </c:pt>
                <c:pt idx="76259">
                  <c:v>45904.525000000001</c:v>
                </c:pt>
                <c:pt idx="76260">
                  <c:v>45855.431250000001</c:v>
                </c:pt>
                <c:pt idx="76261">
                  <c:v>45828.511805555558</c:v>
                </c:pt>
                <c:pt idx="76262">
                  <c:v>45988.481944444437</c:v>
                </c:pt>
                <c:pt idx="76263">
                  <c:v>45876.452777777777</c:v>
                </c:pt>
                <c:pt idx="76264">
                  <c:v>45911.376388888893</c:v>
                </c:pt>
                <c:pt idx="76265">
                  <c:v>45960.663888888892</c:v>
                </c:pt>
                <c:pt idx="76266">
                  <c:v>45919.395138888889</c:v>
                </c:pt>
                <c:pt idx="76267">
                  <c:v>45844.695138888892</c:v>
                </c:pt>
                <c:pt idx="76268">
                  <c:v>45996.533333333333</c:v>
                </c:pt>
                <c:pt idx="76269">
                  <c:v>45733.587500000001</c:v>
                </c:pt>
                <c:pt idx="76270">
                  <c:v>45644.861805555563</c:v>
                </c:pt>
                <c:pt idx="76271">
                  <c:v>45811.250694444447</c:v>
                </c:pt>
                <c:pt idx="76272">
                  <c:v>45583.292361111111</c:v>
                </c:pt>
                <c:pt idx="76273">
                  <c:v>45688.53402777778</c:v>
                </c:pt>
                <c:pt idx="76274">
                  <c:v>45772.320833333331</c:v>
                </c:pt>
                <c:pt idx="76275">
                  <c:v>45667.433333333327</c:v>
                </c:pt>
                <c:pt idx="76276">
                  <c:v>45887.007638888892</c:v>
                </c:pt>
                <c:pt idx="76277">
                  <c:v>45790.552083333343</c:v>
                </c:pt>
                <c:pt idx="76278">
                  <c:v>45967.586805555547</c:v>
                </c:pt>
                <c:pt idx="76279">
                  <c:v>45923.861805555563</c:v>
                </c:pt>
                <c:pt idx="76280">
                  <c:v>45833.99722222222</c:v>
                </c:pt>
                <c:pt idx="76281">
                  <c:v>45607.474999999999</c:v>
                </c:pt>
                <c:pt idx="76282">
                  <c:v>45712.602083333331</c:v>
                </c:pt>
                <c:pt idx="76283">
                  <c:v>45759.500694444447</c:v>
                </c:pt>
                <c:pt idx="76284">
                  <c:v>46013.645833333343</c:v>
                </c:pt>
                <c:pt idx="76285">
                  <c:v>45771.115277777782</c:v>
                </c:pt>
                <c:pt idx="76286">
                  <c:v>45741.574999999997</c:v>
                </c:pt>
                <c:pt idx="76287">
                  <c:v>45712.006944444453</c:v>
                </c:pt>
                <c:pt idx="76288">
                  <c:v>45654.986805555563</c:v>
                </c:pt>
                <c:pt idx="76289">
                  <c:v>45752.686805555553</c:v>
                </c:pt>
                <c:pt idx="76290">
                  <c:v>45852.563194444447</c:v>
                </c:pt>
                <c:pt idx="76291">
                  <c:v>45817.468055555553</c:v>
                </c:pt>
                <c:pt idx="76292">
                  <c:v>45738.560416666667</c:v>
                </c:pt>
                <c:pt idx="76293">
                  <c:v>45670.074305555558</c:v>
                </c:pt>
                <c:pt idx="76294">
                  <c:v>45797.043055555558</c:v>
                </c:pt>
                <c:pt idx="76295">
                  <c:v>45776.209722222222</c:v>
                </c:pt>
                <c:pt idx="76296">
                  <c:v>45506.681250000001</c:v>
                </c:pt>
                <c:pt idx="76297">
                  <c:v>45518.054166666669</c:v>
                </c:pt>
                <c:pt idx="76298">
                  <c:v>45432.96597222222</c:v>
                </c:pt>
                <c:pt idx="76299">
                  <c:v>45709.564583333333</c:v>
                </c:pt>
                <c:pt idx="76300">
                  <c:v>45424.96875</c:v>
                </c:pt>
                <c:pt idx="76301">
                  <c:v>45542.890277777777</c:v>
                </c:pt>
                <c:pt idx="76302">
                  <c:v>45826.9</c:v>
                </c:pt>
                <c:pt idx="76303">
                  <c:v>45643.810416666667</c:v>
                </c:pt>
                <c:pt idx="76304">
                  <c:v>45378.411805555559</c:v>
                </c:pt>
                <c:pt idx="76305">
                  <c:v>45811.65347222222</c:v>
                </c:pt>
                <c:pt idx="76306">
                  <c:v>45320.508333333331</c:v>
                </c:pt>
                <c:pt idx="76307">
                  <c:v>45561.624305555553</c:v>
                </c:pt>
                <c:pt idx="76308">
                  <c:v>46007.036111111112</c:v>
                </c:pt>
                <c:pt idx="76309">
                  <c:v>45732.51458333333</c:v>
                </c:pt>
                <c:pt idx="76310">
                  <c:v>45725.49722222222</c:v>
                </c:pt>
                <c:pt idx="76311">
                  <c:v>45894.691666666673</c:v>
                </c:pt>
                <c:pt idx="76312">
                  <c:v>45706.427083333343</c:v>
                </c:pt>
                <c:pt idx="76313">
                  <c:v>45934.984722222223</c:v>
                </c:pt>
                <c:pt idx="76314">
                  <c:v>45830.134027777778</c:v>
                </c:pt>
                <c:pt idx="76315">
                  <c:v>45949.456944444442</c:v>
                </c:pt>
                <c:pt idx="76316">
                  <c:v>46007.845833333333</c:v>
                </c:pt>
                <c:pt idx="76317">
                  <c:v>45978.48333333333</c:v>
                </c:pt>
                <c:pt idx="76318">
                  <c:v>45932.975694444453</c:v>
                </c:pt>
                <c:pt idx="76319">
                  <c:v>45681.728472222218</c:v>
                </c:pt>
                <c:pt idx="76320">
                  <c:v>45471.902777777781</c:v>
                </c:pt>
                <c:pt idx="76321">
                  <c:v>45471.902777777781</c:v>
                </c:pt>
                <c:pt idx="76322">
                  <c:v>45856.806250000001</c:v>
                </c:pt>
                <c:pt idx="76323">
                  <c:v>45651.373611111107</c:v>
                </c:pt>
                <c:pt idx="76324">
                  <c:v>45651.373611111107</c:v>
                </c:pt>
                <c:pt idx="76325">
                  <c:v>45640.78125</c:v>
                </c:pt>
                <c:pt idx="76326">
                  <c:v>45640.78125</c:v>
                </c:pt>
                <c:pt idx="76327">
                  <c:v>45496.574999999997</c:v>
                </c:pt>
                <c:pt idx="76328">
                  <c:v>45496.574999999997</c:v>
                </c:pt>
                <c:pt idx="76329">
                  <c:v>45417.76458333333</c:v>
                </c:pt>
                <c:pt idx="76330">
                  <c:v>45417.76458333333</c:v>
                </c:pt>
                <c:pt idx="76331">
                  <c:v>45681.728472222218</c:v>
                </c:pt>
                <c:pt idx="76332">
                  <c:v>45932.975694444453</c:v>
                </c:pt>
                <c:pt idx="76333">
                  <c:v>45856.806250000001</c:v>
                </c:pt>
                <c:pt idx="76334">
                  <c:v>45443.427083333343</c:v>
                </c:pt>
                <c:pt idx="76335">
                  <c:v>45443.427083333343</c:v>
                </c:pt>
                <c:pt idx="76336">
                  <c:v>45950.669444444437</c:v>
                </c:pt>
                <c:pt idx="76337">
                  <c:v>45950.669444444437</c:v>
                </c:pt>
                <c:pt idx="76338">
                  <c:v>45756.435416666667</c:v>
                </c:pt>
                <c:pt idx="76339">
                  <c:v>45888.556944444441</c:v>
                </c:pt>
                <c:pt idx="76340">
                  <c:v>45756.435416666667</c:v>
                </c:pt>
                <c:pt idx="76341">
                  <c:v>45888.556944444441</c:v>
                </c:pt>
                <c:pt idx="76342">
                  <c:v>46022.3125</c:v>
                </c:pt>
                <c:pt idx="76343">
                  <c:v>45954.805555555547</c:v>
                </c:pt>
                <c:pt idx="76344">
                  <c:v>45896.35833333333</c:v>
                </c:pt>
                <c:pt idx="76345">
                  <c:v>45862.609027777777</c:v>
                </c:pt>
                <c:pt idx="76346">
                  <c:v>45798.56527777778</c:v>
                </c:pt>
                <c:pt idx="76347">
                  <c:v>45986.679166666669</c:v>
                </c:pt>
                <c:pt idx="76348">
                  <c:v>45919.81527777778</c:v>
                </c:pt>
                <c:pt idx="76349">
                  <c:v>45834.600694444453</c:v>
                </c:pt>
                <c:pt idx="76350">
                  <c:v>45676.80972222222</c:v>
                </c:pt>
                <c:pt idx="76351">
                  <c:v>45770.65625</c:v>
                </c:pt>
                <c:pt idx="76352">
                  <c:v>45728.556250000001</c:v>
                </c:pt>
                <c:pt idx="76353">
                  <c:v>45996.669444444437</c:v>
                </c:pt>
                <c:pt idx="76354">
                  <c:v>45646.474305555559</c:v>
                </c:pt>
                <c:pt idx="76355">
                  <c:v>45831.754861111112</c:v>
                </c:pt>
                <c:pt idx="76356">
                  <c:v>45940.597222222219</c:v>
                </c:pt>
                <c:pt idx="76357">
                  <c:v>45910.638888888891</c:v>
                </c:pt>
                <c:pt idx="76358">
                  <c:v>45874.534722222219</c:v>
                </c:pt>
                <c:pt idx="76359">
                  <c:v>45680.782638888893</c:v>
                </c:pt>
                <c:pt idx="76360">
                  <c:v>45948.219444444447</c:v>
                </c:pt>
                <c:pt idx="76361">
                  <c:v>46006.718055555553</c:v>
                </c:pt>
                <c:pt idx="76362">
                  <c:v>45992.496527777781</c:v>
                </c:pt>
                <c:pt idx="76363">
                  <c:v>45983.65</c:v>
                </c:pt>
                <c:pt idx="76364">
                  <c:v>45611.304166666669</c:v>
                </c:pt>
                <c:pt idx="76365">
                  <c:v>45680.782638888893</c:v>
                </c:pt>
                <c:pt idx="76366">
                  <c:v>45983.65</c:v>
                </c:pt>
                <c:pt idx="76367">
                  <c:v>45714.749305555553</c:v>
                </c:pt>
                <c:pt idx="76368">
                  <c:v>45714.749305555553</c:v>
                </c:pt>
                <c:pt idx="76369">
                  <c:v>45992.496527777781</c:v>
                </c:pt>
                <c:pt idx="76370">
                  <c:v>45714.749305555553</c:v>
                </c:pt>
                <c:pt idx="76371">
                  <c:v>45611.304166666669</c:v>
                </c:pt>
                <c:pt idx="76372">
                  <c:v>45983.65</c:v>
                </c:pt>
                <c:pt idx="76373">
                  <c:v>45992.496527777781</c:v>
                </c:pt>
                <c:pt idx="76374">
                  <c:v>45969.32916666667</c:v>
                </c:pt>
                <c:pt idx="76375">
                  <c:v>45948.219444444447</c:v>
                </c:pt>
                <c:pt idx="76376">
                  <c:v>45969.32916666667</c:v>
                </c:pt>
                <c:pt idx="76377">
                  <c:v>45948.219444444447</c:v>
                </c:pt>
                <c:pt idx="76378">
                  <c:v>45969.32916666667</c:v>
                </c:pt>
                <c:pt idx="76379">
                  <c:v>46006.718055555553</c:v>
                </c:pt>
                <c:pt idx="76380">
                  <c:v>45611.304166666669</c:v>
                </c:pt>
                <c:pt idx="76381">
                  <c:v>45680.782638888893</c:v>
                </c:pt>
                <c:pt idx="76382">
                  <c:v>46006.718055555553</c:v>
                </c:pt>
                <c:pt idx="76383">
                  <c:v>45566.396527777782</c:v>
                </c:pt>
                <c:pt idx="76384">
                  <c:v>45576.370833333327</c:v>
                </c:pt>
                <c:pt idx="76385">
                  <c:v>45413.67083333333</c:v>
                </c:pt>
                <c:pt idx="76386">
                  <c:v>45667.365972222222</c:v>
                </c:pt>
                <c:pt idx="76387">
                  <c:v>45338.404166666667</c:v>
                </c:pt>
                <c:pt idx="76388">
                  <c:v>45993.995138888888</c:v>
                </c:pt>
                <c:pt idx="76389">
                  <c:v>45759.304861111108</c:v>
                </c:pt>
                <c:pt idx="76390">
                  <c:v>45848.845138888893</c:v>
                </c:pt>
                <c:pt idx="76391">
                  <c:v>45717.70208333333</c:v>
                </c:pt>
                <c:pt idx="76392">
                  <c:v>45897.368750000001</c:v>
                </c:pt>
                <c:pt idx="76393">
                  <c:v>45940.823611111111</c:v>
                </c:pt>
                <c:pt idx="76394">
                  <c:v>45779.591666666667</c:v>
                </c:pt>
                <c:pt idx="76395">
                  <c:v>46008.762499999997</c:v>
                </c:pt>
                <c:pt idx="76396">
                  <c:v>45962.893055555563</c:v>
                </c:pt>
                <c:pt idx="76397">
                  <c:v>45971.770833333343</c:v>
                </c:pt>
                <c:pt idx="76398">
                  <c:v>46015.84375</c:v>
                </c:pt>
                <c:pt idx="76399">
                  <c:v>45751.470833333333</c:v>
                </c:pt>
                <c:pt idx="76400">
                  <c:v>45567.493055555547</c:v>
                </c:pt>
                <c:pt idx="76401">
                  <c:v>45955.684027777781</c:v>
                </c:pt>
                <c:pt idx="76402">
                  <c:v>45335.836805555547</c:v>
                </c:pt>
                <c:pt idx="76403">
                  <c:v>45377.839583333327</c:v>
                </c:pt>
                <c:pt idx="76404">
                  <c:v>45698.469444444447</c:v>
                </c:pt>
                <c:pt idx="76405">
                  <c:v>45706.46597222222</c:v>
                </c:pt>
                <c:pt idx="76406">
                  <c:v>45746.684027777781</c:v>
                </c:pt>
                <c:pt idx="76407">
                  <c:v>45483.906944444447</c:v>
                </c:pt>
                <c:pt idx="76408">
                  <c:v>45999.408333333333</c:v>
                </c:pt>
                <c:pt idx="76409">
                  <c:v>45989.546527777777</c:v>
                </c:pt>
                <c:pt idx="76410">
                  <c:v>46023.402777777781</c:v>
                </c:pt>
                <c:pt idx="76411">
                  <c:v>45842.917361111111</c:v>
                </c:pt>
                <c:pt idx="76412">
                  <c:v>45621.771527777782</c:v>
                </c:pt>
                <c:pt idx="76413">
                  <c:v>46019.473611111112</c:v>
                </c:pt>
                <c:pt idx="76414">
                  <c:v>45998.113194444442</c:v>
                </c:pt>
                <c:pt idx="76415">
                  <c:v>45539.520138888889</c:v>
                </c:pt>
                <c:pt idx="76416">
                  <c:v>45769.831944444442</c:v>
                </c:pt>
                <c:pt idx="76417">
                  <c:v>45381.802777777782</c:v>
                </c:pt>
                <c:pt idx="76418">
                  <c:v>45669.572916666657</c:v>
                </c:pt>
                <c:pt idx="76419">
                  <c:v>45541.703472222223</c:v>
                </c:pt>
                <c:pt idx="76420">
                  <c:v>45588.470833333333</c:v>
                </c:pt>
                <c:pt idx="76421">
                  <c:v>45751.406944444447</c:v>
                </c:pt>
                <c:pt idx="76422">
                  <c:v>45423.606944444437</c:v>
                </c:pt>
                <c:pt idx="76423">
                  <c:v>45534.416666666657</c:v>
                </c:pt>
                <c:pt idx="76424">
                  <c:v>45312.246527777781</c:v>
                </c:pt>
                <c:pt idx="76425">
                  <c:v>45603.573611111111</c:v>
                </c:pt>
                <c:pt idx="76426">
                  <c:v>45939.747916666667</c:v>
                </c:pt>
                <c:pt idx="76427">
                  <c:v>45386.672222222223</c:v>
                </c:pt>
                <c:pt idx="76428">
                  <c:v>45778.505555555559</c:v>
                </c:pt>
                <c:pt idx="76429">
                  <c:v>45642.544444444437</c:v>
                </c:pt>
                <c:pt idx="76430">
                  <c:v>45797.381249999999</c:v>
                </c:pt>
                <c:pt idx="76431">
                  <c:v>45727.306250000001</c:v>
                </c:pt>
                <c:pt idx="76432">
                  <c:v>45716.554861111108</c:v>
                </c:pt>
                <c:pt idx="76433">
                  <c:v>45761.896527777782</c:v>
                </c:pt>
                <c:pt idx="76434">
                  <c:v>45670.324305555558</c:v>
                </c:pt>
                <c:pt idx="76435">
                  <c:v>45775.427083333343</c:v>
                </c:pt>
                <c:pt idx="76436">
                  <c:v>45817.289583333331</c:v>
                </c:pt>
                <c:pt idx="76437">
                  <c:v>45742.890277777777</c:v>
                </c:pt>
                <c:pt idx="76438">
                  <c:v>45685.948611111111</c:v>
                </c:pt>
                <c:pt idx="76439">
                  <c:v>45646.90625</c:v>
                </c:pt>
                <c:pt idx="76440">
                  <c:v>45752.88958333333</c:v>
                </c:pt>
                <c:pt idx="76441">
                  <c:v>45875.453472222223</c:v>
                </c:pt>
                <c:pt idx="76442">
                  <c:v>45720.433333333327</c:v>
                </c:pt>
                <c:pt idx="76443">
                  <c:v>45874.043749999997</c:v>
                </c:pt>
                <c:pt idx="76444">
                  <c:v>45565.425000000003</c:v>
                </c:pt>
                <c:pt idx="76445">
                  <c:v>45952.417361111111</c:v>
                </c:pt>
                <c:pt idx="76446">
                  <c:v>45463.609722222223</c:v>
                </c:pt>
                <c:pt idx="76447">
                  <c:v>45411.695833333331</c:v>
                </c:pt>
                <c:pt idx="76448">
                  <c:v>45376.788888888892</c:v>
                </c:pt>
                <c:pt idx="76449">
                  <c:v>45729.790277777778</c:v>
                </c:pt>
                <c:pt idx="76450">
                  <c:v>45547.097916666673</c:v>
                </c:pt>
                <c:pt idx="76451">
                  <c:v>45677.693749999999</c:v>
                </c:pt>
                <c:pt idx="76452">
                  <c:v>45797.036805555559</c:v>
                </c:pt>
                <c:pt idx="76453">
                  <c:v>45428.843055555553</c:v>
                </c:pt>
                <c:pt idx="76454">
                  <c:v>45763.585416666669</c:v>
                </c:pt>
                <c:pt idx="76455">
                  <c:v>45608.740972222222</c:v>
                </c:pt>
                <c:pt idx="76456">
                  <c:v>45581.668055555558</c:v>
                </c:pt>
                <c:pt idx="76457">
                  <c:v>45517.597222222219</c:v>
                </c:pt>
                <c:pt idx="76458">
                  <c:v>45581.720833333333</c:v>
                </c:pt>
                <c:pt idx="76459">
                  <c:v>45860.336111111108</c:v>
                </c:pt>
                <c:pt idx="76460">
                  <c:v>45971.790972222218</c:v>
                </c:pt>
                <c:pt idx="76461">
                  <c:v>45802.410416666673</c:v>
                </c:pt>
                <c:pt idx="76462">
                  <c:v>45388.585416666669</c:v>
                </c:pt>
                <c:pt idx="76463">
                  <c:v>45788.716666666667</c:v>
                </c:pt>
                <c:pt idx="76464">
                  <c:v>45888.47152777778</c:v>
                </c:pt>
                <c:pt idx="76465">
                  <c:v>45961.594444444447</c:v>
                </c:pt>
                <c:pt idx="76466">
                  <c:v>46001.38958333333</c:v>
                </c:pt>
                <c:pt idx="76467">
                  <c:v>45930.444444444453</c:v>
                </c:pt>
                <c:pt idx="76468">
                  <c:v>45799.818749999999</c:v>
                </c:pt>
                <c:pt idx="76469">
                  <c:v>45832.560416666667</c:v>
                </c:pt>
                <c:pt idx="76470">
                  <c:v>45767.427083333343</c:v>
                </c:pt>
                <c:pt idx="76471">
                  <c:v>45860.567361111112</c:v>
                </c:pt>
                <c:pt idx="76472">
                  <c:v>45880.443055555559</c:v>
                </c:pt>
                <c:pt idx="76473">
                  <c:v>45559.949305555558</c:v>
                </c:pt>
                <c:pt idx="76474">
                  <c:v>45678.624305555553</c:v>
                </c:pt>
                <c:pt idx="76475">
                  <c:v>45880.443055555559</c:v>
                </c:pt>
                <c:pt idx="76476">
                  <c:v>45457.5</c:v>
                </c:pt>
                <c:pt idx="76477">
                  <c:v>45383.426388888889</c:v>
                </c:pt>
                <c:pt idx="76478">
                  <c:v>45508.50277777778</c:v>
                </c:pt>
                <c:pt idx="76479">
                  <c:v>45415.295138888891</c:v>
                </c:pt>
                <c:pt idx="76480">
                  <c:v>45457.5</c:v>
                </c:pt>
                <c:pt idx="76481">
                  <c:v>45933.398611111108</c:v>
                </c:pt>
                <c:pt idx="76482">
                  <c:v>45933.398611111108</c:v>
                </c:pt>
                <c:pt idx="76483">
                  <c:v>45508.50277777778</c:v>
                </c:pt>
                <c:pt idx="76484">
                  <c:v>45383.426388888889</c:v>
                </c:pt>
                <c:pt idx="76485">
                  <c:v>45415.295138888891</c:v>
                </c:pt>
                <c:pt idx="76486">
                  <c:v>45678.624305555553</c:v>
                </c:pt>
                <c:pt idx="76487">
                  <c:v>45806.399305555547</c:v>
                </c:pt>
                <c:pt idx="76488">
                  <c:v>45559.949305555558</c:v>
                </c:pt>
                <c:pt idx="76489">
                  <c:v>45806.399305555547</c:v>
                </c:pt>
                <c:pt idx="76490">
                  <c:v>45667.321527777778</c:v>
                </c:pt>
                <c:pt idx="76491">
                  <c:v>45767.923611111109</c:v>
                </c:pt>
                <c:pt idx="76492">
                  <c:v>45935.907638888893</c:v>
                </c:pt>
                <c:pt idx="76493">
                  <c:v>45666.95416666667</c:v>
                </c:pt>
                <c:pt idx="76494">
                  <c:v>45856.966666666667</c:v>
                </c:pt>
                <c:pt idx="76495">
                  <c:v>45824.904861111107</c:v>
                </c:pt>
                <c:pt idx="76496">
                  <c:v>45587.88958333333</c:v>
                </c:pt>
                <c:pt idx="76497">
                  <c:v>45966.845138888893</c:v>
                </c:pt>
                <c:pt idx="76498">
                  <c:v>45910.048611111109</c:v>
                </c:pt>
                <c:pt idx="76499">
                  <c:v>45530.595833333333</c:v>
                </c:pt>
                <c:pt idx="76500">
                  <c:v>45877.463194444441</c:v>
                </c:pt>
                <c:pt idx="76501">
                  <c:v>45719.568749999999</c:v>
                </c:pt>
                <c:pt idx="76502">
                  <c:v>45680.897222222222</c:v>
                </c:pt>
                <c:pt idx="76503">
                  <c:v>45888.941666666673</c:v>
                </c:pt>
                <c:pt idx="76504">
                  <c:v>45726.402083333327</c:v>
                </c:pt>
                <c:pt idx="76505">
                  <c:v>45707.81527777778</c:v>
                </c:pt>
                <c:pt idx="76506">
                  <c:v>45913.277777777781</c:v>
                </c:pt>
                <c:pt idx="76507">
                  <c:v>45766.277777777781</c:v>
                </c:pt>
                <c:pt idx="76508">
                  <c:v>45737.298611111109</c:v>
                </c:pt>
                <c:pt idx="76509">
                  <c:v>45830.865972222222</c:v>
                </c:pt>
                <c:pt idx="76510">
                  <c:v>45936.576388888891</c:v>
                </c:pt>
                <c:pt idx="76511">
                  <c:v>45805.24722222222</c:v>
                </c:pt>
                <c:pt idx="76512">
                  <c:v>46001.587500000001</c:v>
                </c:pt>
                <c:pt idx="76513">
                  <c:v>45951.396527777782</c:v>
                </c:pt>
                <c:pt idx="76514">
                  <c:v>45503.736805555563</c:v>
                </c:pt>
                <c:pt idx="76515">
                  <c:v>45541.798611111109</c:v>
                </c:pt>
                <c:pt idx="76516">
                  <c:v>45472.620138888888</c:v>
                </c:pt>
                <c:pt idx="76517">
                  <c:v>45450.925694444442</c:v>
                </c:pt>
                <c:pt idx="76518">
                  <c:v>45407.431250000001</c:v>
                </c:pt>
                <c:pt idx="76519">
                  <c:v>45313.87777777778</c:v>
                </c:pt>
                <c:pt idx="76520">
                  <c:v>45902.70416666667</c:v>
                </c:pt>
                <c:pt idx="76521">
                  <c:v>45873.80972222222</c:v>
                </c:pt>
                <c:pt idx="76522">
                  <c:v>45844.854166666657</c:v>
                </c:pt>
                <c:pt idx="76523">
                  <c:v>45766.693055555559</c:v>
                </c:pt>
                <c:pt idx="76524">
                  <c:v>45816.54791666667</c:v>
                </c:pt>
                <c:pt idx="76525">
                  <c:v>45964.684027777781</c:v>
                </c:pt>
                <c:pt idx="76526">
                  <c:v>45783.698611111111</c:v>
                </c:pt>
                <c:pt idx="76527">
                  <c:v>45929.305555555547</c:v>
                </c:pt>
                <c:pt idx="76528">
                  <c:v>45567.565972222219</c:v>
                </c:pt>
                <c:pt idx="76529">
                  <c:v>45656.438194444447</c:v>
                </c:pt>
                <c:pt idx="76530">
                  <c:v>45757.569444444453</c:v>
                </c:pt>
                <c:pt idx="76531">
                  <c:v>45419.830555555563</c:v>
                </c:pt>
                <c:pt idx="76532">
                  <c:v>45419.830555555563</c:v>
                </c:pt>
                <c:pt idx="76533">
                  <c:v>45732.519444444442</c:v>
                </c:pt>
                <c:pt idx="76534">
                  <c:v>45419.830555555563</c:v>
                </c:pt>
                <c:pt idx="76535">
                  <c:v>45419.830555555563</c:v>
                </c:pt>
                <c:pt idx="76536">
                  <c:v>45886.59375</c:v>
                </c:pt>
                <c:pt idx="76537">
                  <c:v>45839.48333333333</c:v>
                </c:pt>
                <c:pt idx="76538">
                  <c:v>45757.569444444453</c:v>
                </c:pt>
                <c:pt idx="76539">
                  <c:v>45732.519444444442</c:v>
                </c:pt>
                <c:pt idx="76540">
                  <c:v>45757.569444444453</c:v>
                </c:pt>
                <c:pt idx="76541">
                  <c:v>45419.830555555563</c:v>
                </c:pt>
                <c:pt idx="76542">
                  <c:v>45699.849305555559</c:v>
                </c:pt>
                <c:pt idx="76543">
                  <c:v>45732.519444444442</c:v>
                </c:pt>
                <c:pt idx="76544">
                  <c:v>45854.701388888891</c:v>
                </c:pt>
                <c:pt idx="76545">
                  <c:v>45886.59375</c:v>
                </c:pt>
                <c:pt idx="76546">
                  <c:v>45886.59375</c:v>
                </c:pt>
                <c:pt idx="76547">
                  <c:v>45854.701388888891</c:v>
                </c:pt>
                <c:pt idx="76548">
                  <c:v>45476.479861111111</c:v>
                </c:pt>
                <c:pt idx="76549">
                  <c:v>45953.699305555558</c:v>
                </c:pt>
                <c:pt idx="76550">
                  <c:v>45656.438194444447</c:v>
                </c:pt>
                <c:pt idx="76551">
                  <c:v>45768.782638888893</c:v>
                </c:pt>
                <c:pt idx="76552">
                  <c:v>45886.59375</c:v>
                </c:pt>
                <c:pt idx="76553">
                  <c:v>45886.59375</c:v>
                </c:pt>
                <c:pt idx="76554">
                  <c:v>45572.673611111109</c:v>
                </c:pt>
                <c:pt idx="76555">
                  <c:v>45498.579861111109</c:v>
                </c:pt>
                <c:pt idx="76556">
                  <c:v>45757.569444444453</c:v>
                </c:pt>
                <c:pt idx="76557">
                  <c:v>45886.587500000001</c:v>
                </c:pt>
                <c:pt idx="76558">
                  <c:v>45485.694444444453</c:v>
                </c:pt>
                <c:pt idx="76559">
                  <c:v>45886.587500000001</c:v>
                </c:pt>
                <c:pt idx="76560">
                  <c:v>45527.697222222218</c:v>
                </c:pt>
                <c:pt idx="76561">
                  <c:v>45854.701388888891</c:v>
                </c:pt>
                <c:pt idx="76562">
                  <c:v>45485.694444444453</c:v>
                </c:pt>
                <c:pt idx="76563">
                  <c:v>45600.854166666657</c:v>
                </c:pt>
                <c:pt idx="76564">
                  <c:v>45567.565972222219</c:v>
                </c:pt>
                <c:pt idx="76565">
                  <c:v>45804.739583333343</c:v>
                </c:pt>
                <c:pt idx="76566">
                  <c:v>45732.519444444442</c:v>
                </c:pt>
                <c:pt idx="76567">
                  <c:v>45656.438194444447</c:v>
                </c:pt>
                <c:pt idx="76568">
                  <c:v>45656.438194444447</c:v>
                </c:pt>
                <c:pt idx="76569">
                  <c:v>45600.854166666657</c:v>
                </c:pt>
                <c:pt idx="76570">
                  <c:v>45699.849305555559</c:v>
                </c:pt>
                <c:pt idx="76571">
                  <c:v>45886.587500000001</c:v>
                </c:pt>
                <c:pt idx="76572">
                  <c:v>45600.854166666657</c:v>
                </c:pt>
                <c:pt idx="76573">
                  <c:v>45600.854166666657</c:v>
                </c:pt>
                <c:pt idx="76574">
                  <c:v>45768.782638888893</c:v>
                </c:pt>
                <c:pt idx="76575">
                  <c:v>45886.587500000001</c:v>
                </c:pt>
                <c:pt idx="76576">
                  <c:v>45656.438194444447</c:v>
                </c:pt>
                <c:pt idx="76577">
                  <c:v>45600.854166666657</c:v>
                </c:pt>
                <c:pt idx="76578">
                  <c:v>45768.782638888893</c:v>
                </c:pt>
                <c:pt idx="76579">
                  <c:v>45768.782638888893</c:v>
                </c:pt>
                <c:pt idx="76580">
                  <c:v>45476.479861111111</c:v>
                </c:pt>
                <c:pt idx="76581">
                  <c:v>45886.587500000001</c:v>
                </c:pt>
                <c:pt idx="76582">
                  <c:v>45485.694444444453</c:v>
                </c:pt>
                <c:pt idx="76583">
                  <c:v>45757.569444444453</c:v>
                </c:pt>
                <c:pt idx="76584">
                  <c:v>45839.48333333333</c:v>
                </c:pt>
                <c:pt idx="76585">
                  <c:v>45768.782638888893</c:v>
                </c:pt>
                <c:pt idx="76586">
                  <c:v>45476.479861111111</c:v>
                </c:pt>
                <c:pt idx="76587">
                  <c:v>45498.579861111109</c:v>
                </c:pt>
                <c:pt idx="76588">
                  <c:v>45567.565972222219</c:v>
                </c:pt>
                <c:pt idx="76589">
                  <c:v>45804.739583333343</c:v>
                </c:pt>
                <c:pt idx="76590">
                  <c:v>45839.48333333333</c:v>
                </c:pt>
                <c:pt idx="76591">
                  <c:v>45567.565972222219</c:v>
                </c:pt>
                <c:pt idx="76592">
                  <c:v>45699.849305555559</c:v>
                </c:pt>
                <c:pt idx="76593">
                  <c:v>45548.748611111107</c:v>
                </c:pt>
                <c:pt idx="76594">
                  <c:v>45804.739583333343</c:v>
                </c:pt>
                <c:pt idx="76595">
                  <c:v>45548.748611111107</c:v>
                </c:pt>
                <c:pt idx="76596">
                  <c:v>45548.748611111107</c:v>
                </c:pt>
                <c:pt idx="76597">
                  <c:v>45804.739583333343</c:v>
                </c:pt>
                <c:pt idx="76598">
                  <c:v>45485.694444444453</c:v>
                </c:pt>
                <c:pt idx="76599">
                  <c:v>45498.579861111109</c:v>
                </c:pt>
                <c:pt idx="76600">
                  <c:v>45572.673611111109</c:v>
                </c:pt>
                <c:pt idx="76601">
                  <c:v>45527.697222222218</c:v>
                </c:pt>
                <c:pt idx="76602">
                  <c:v>45784.476388888892</c:v>
                </c:pt>
                <c:pt idx="76603">
                  <c:v>45699.849305555559</c:v>
                </c:pt>
                <c:pt idx="76604">
                  <c:v>45784.476388888892</c:v>
                </c:pt>
                <c:pt idx="76605">
                  <c:v>45804.739583333343</c:v>
                </c:pt>
                <c:pt idx="76606">
                  <c:v>45567.565972222219</c:v>
                </c:pt>
                <c:pt idx="76607">
                  <c:v>45572.673611111109</c:v>
                </c:pt>
                <c:pt idx="76608">
                  <c:v>45784.476388888892</c:v>
                </c:pt>
                <c:pt idx="76609">
                  <c:v>45699.849305555559</c:v>
                </c:pt>
                <c:pt idx="76610">
                  <c:v>45784.476388888892</c:v>
                </c:pt>
                <c:pt idx="76611">
                  <c:v>45953.699305555558</c:v>
                </c:pt>
                <c:pt idx="76612">
                  <c:v>45784.476388888892</c:v>
                </c:pt>
                <c:pt idx="76613">
                  <c:v>45527.697222222218</c:v>
                </c:pt>
                <c:pt idx="76614">
                  <c:v>45953.699305555558</c:v>
                </c:pt>
                <c:pt idx="76615">
                  <c:v>45527.697222222218</c:v>
                </c:pt>
                <c:pt idx="76616">
                  <c:v>45572.673611111109</c:v>
                </c:pt>
                <c:pt idx="76617">
                  <c:v>45839.48333333333</c:v>
                </c:pt>
                <c:pt idx="76618">
                  <c:v>45732.519444444442</c:v>
                </c:pt>
                <c:pt idx="76619">
                  <c:v>45476.479861111111</c:v>
                </c:pt>
                <c:pt idx="76620">
                  <c:v>45476.479861111111</c:v>
                </c:pt>
                <c:pt idx="76621">
                  <c:v>45527.697222222218</c:v>
                </c:pt>
                <c:pt idx="76622">
                  <c:v>45498.579861111109</c:v>
                </c:pt>
                <c:pt idx="76623">
                  <c:v>45839.48333333333</c:v>
                </c:pt>
                <c:pt idx="76624">
                  <c:v>45485.694444444453</c:v>
                </c:pt>
                <c:pt idx="76625">
                  <c:v>45854.701388888891</c:v>
                </c:pt>
                <c:pt idx="76626">
                  <c:v>45548.748611111107</c:v>
                </c:pt>
                <c:pt idx="76627">
                  <c:v>45854.701388888891</c:v>
                </c:pt>
                <c:pt idx="76628">
                  <c:v>45953.699305555558</c:v>
                </c:pt>
                <c:pt idx="76629">
                  <c:v>45548.748611111107</c:v>
                </c:pt>
                <c:pt idx="76630">
                  <c:v>45572.673611111109</c:v>
                </c:pt>
                <c:pt idx="76631">
                  <c:v>45953.699305555558</c:v>
                </c:pt>
                <c:pt idx="76632">
                  <c:v>45498.579861111109</c:v>
                </c:pt>
                <c:pt idx="76633">
                  <c:v>45462.38958333333</c:v>
                </c:pt>
                <c:pt idx="76634">
                  <c:v>45420.987500000003</c:v>
                </c:pt>
                <c:pt idx="76635">
                  <c:v>45353.544444444437</c:v>
                </c:pt>
                <c:pt idx="76636">
                  <c:v>45303.498611111107</c:v>
                </c:pt>
                <c:pt idx="76637">
                  <c:v>45507.835416666669</c:v>
                </c:pt>
                <c:pt idx="76638">
                  <c:v>45521.65902777778</c:v>
                </c:pt>
                <c:pt idx="76639">
                  <c:v>45509.839583333327</c:v>
                </c:pt>
                <c:pt idx="76640">
                  <c:v>45685.779166666667</c:v>
                </c:pt>
                <c:pt idx="76641">
                  <c:v>45402.951388888891</c:v>
                </c:pt>
                <c:pt idx="76642">
                  <c:v>45622.606944444437</c:v>
                </c:pt>
                <c:pt idx="76643">
                  <c:v>45348.814583333333</c:v>
                </c:pt>
                <c:pt idx="76644">
                  <c:v>45674.45</c:v>
                </c:pt>
                <c:pt idx="76645">
                  <c:v>45720.46597222222</c:v>
                </c:pt>
                <c:pt idx="76646">
                  <c:v>45698.888888888891</c:v>
                </c:pt>
                <c:pt idx="76647">
                  <c:v>45747.498611111107</c:v>
                </c:pt>
                <c:pt idx="76648">
                  <c:v>45636.333333333343</c:v>
                </c:pt>
                <c:pt idx="76649">
                  <c:v>45694.443749999999</c:v>
                </c:pt>
                <c:pt idx="76650">
                  <c:v>45716.946527777778</c:v>
                </c:pt>
                <c:pt idx="76651">
                  <c:v>45659.655555555553</c:v>
                </c:pt>
                <c:pt idx="76652">
                  <c:v>45829.459722222222</c:v>
                </c:pt>
                <c:pt idx="76653">
                  <c:v>45807.768055555563</c:v>
                </c:pt>
                <c:pt idx="76654">
                  <c:v>45799.458333333343</c:v>
                </c:pt>
                <c:pt idx="76655">
                  <c:v>45862.439583333333</c:v>
                </c:pt>
                <c:pt idx="76656">
                  <c:v>45787.716666666667</c:v>
                </c:pt>
                <c:pt idx="76657">
                  <c:v>45805.332638888889</c:v>
                </c:pt>
                <c:pt idx="76658">
                  <c:v>45790.700694444437</c:v>
                </c:pt>
                <c:pt idx="76659">
                  <c:v>45811.302083333343</c:v>
                </c:pt>
                <c:pt idx="76660">
                  <c:v>46002.425000000003</c:v>
                </c:pt>
                <c:pt idx="76661">
                  <c:v>45946.339583333327</c:v>
                </c:pt>
                <c:pt idx="76662">
                  <c:v>45774.786111111112</c:v>
                </c:pt>
                <c:pt idx="76663">
                  <c:v>45740.567361111112</c:v>
                </c:pt>
                <c:pt idx="76664">
                  <c:v>45852.392361111109</c:v>
                </c:pt>
                <c:pt idx="76665">
                  <c:v>45901.448611111111</c:v>
                </c:pt>
                <c:pt idx="76666">
                  <c:v>45862.616666666669</c:v>
                </c:pt>
                <c:pt idx="76667">
                  <c:v>45806.569444444453</c:v>
                </c:pt>
                <c:pt idx="76668">
                  <c:v>45389.859027777777</c:v>
                </c:pt>
                <c:pt idx="76669">
                  <c:v>45460.696527777778</c:v>
                </c:pt>
                <c:pt idx="76670">
                  <c:v>45342.243750000001</c:v>
                </c:pt>
                <c:pt idx="76671">
                  <c:v>45690.713888888888</c:v>
                </c:pt>
                <c:pt idx="76672">
                  <c:v>45424.713194444441</c:v>
                </c:pt>
                <c:pt idx="76673">
                  <c:v>45494.048611111109</c:v>
                </c:pt>
                <c:pt idx="76674">
                  <c:v>45511.995833333327</c:v>
                </c:pt>
                <c:pt idx="76675">
                  <c:v>45642.541666666657</c:v>
                </c:pt>
                <c:pt idx="76676">
                  <c:v>45792.879166666673</c:v>
                </c:pt>
                <c:pt idx="76677">
                  <c:v>45318.87777777778</c:v>
                </c:pt>
                <c:pt idx="76678">
                  <c:v>45969.136111111111</c:v>
                </c:pt>
                <c:pt idx="76679">
                  <c:v>45954.538194444453</c:v>
                </c:pt>
                <c:pt idx="76680">
                  <c:v>45590.768750000003</c:v>
                </c:pt>
                <c:pt idx="76681">
                  <c:v>45495.431250000001</c:v>
                </c:pt>
                <c:pt idx="76682">
                  <c:v>45987.713888888888</c:v>
                </c:pt>
                <c:pt idx="76683">
                  <c:v>45484.927083333343</c:v>
                </c:pt>
                <c:pt idx="76684">
                  <c:v>45380.630555555559</c:v>
                </c:pt>
                <c:pt idx="76685">
                  <c:v>45360.847222222219</c:v>
                </c:pt>
                <c:pt idx="76686">
                  <c:v>46022.359027777777</c:v>
                </c:pt>
                <c:pt idx="76687">
                  <c:v>45809.896527777782</c:v>
                </c:pt>
                <c:pt idx="76688">
                  <c:v>45788.600694444453</c:v>
                </c:pt>
                <c:pt idx="76689">
                  <c:v>45446.006249999999</c:v>
                </c:pt>
                <c:pt idx="76690">
                  <c:v>45609.478472222218</c:v>
                </c:pt>
                <c:pt idx="76691">
                  <c:v>45581.943055555559</c:v>
                </c:pt>
                <c:pt idx="76692">
                  <c:v>45414.043749999997</c:v>
                </c:pt>
                <c:pt idx="76693">
                  <c:v>45701.327777777777</c:v>
                </c:pt>
                <c:pt idx="76694">
                  <c:v>45376.465277777781</c:v>
                </c:pt>
                <c:pt idx="76695">
                  <c:v>45858.803472222222</c:v>
                </c:pt>
                <c:pt idx="76696">
                  <c:v>45624.515972222223</c:v>
                </c:pt>
                <c:pt idx="76697">
                  <c:v>45395.40902777778</c:v>
                </c:pt>
                <c:pt idx="76698">
                  <c:v>45873.417361111111</c:v>
                </c:pt>
                <c:pt idx="76699">
                  <c:v>45623.595138888893</c:v>
                </c:pt>
                <c:pt idx="76700">
                  <c:v>45989.670138888891</c:v>
                </c:pt>
                <c:pt idx="76701">
                  <c:v>45538.538888888892</c:v>
                </c:pt>
                <c:pt idx="76702">
                  <c:v>45362.379861111112</c:v>
                </c:pt>
                <c:pt idx="76703">
                  <c:v>45736.950694444437</c:v>
                </c:pt>
                <c:pt idx="76704">
                  <c:v>45969.397222222222</c:v>
                </c:pt>
                <c:pt idx="76705">
                  <c:v>45452.392361111109</c:v>
                </c:pt>
                <c:pt idx="76706">
                  <c:v>45693.919444444437</c:v>
                </c:pt>
                <c:pt idx="76707">
                  <c:v>46002.711111111108</c:v>
                </c:pt>
                <c:pt idx="76708">
                  <c:v>45768.738194444442</c:v>
                </c:pt>
                <c:pt idx="76709">
                  <c:v>45841.371527777781</c:v>
                </c:pt>
                <c:pt idx="76710">
                  <c:v>45949.715277777781</c:v>
                </c:pt>
                <c:pt idx="76711">
                  <c:v>45904.667361111111</c:v>
                </c:pt>
                <c:pt idx="76712">
                  <c:v>45799.479166666657</c:v>
                </c:pt>
                <c:pt idx="76713">
                  <c:v>45869.818055555559</c:v>
                </c:pt>
                <c:pt idx="76714">
                  <c:v>45814.611111111109</c:v>
                </c:pt>
                <c:pt idx="76715">
                  <c:v>45465.602083333331</c:v>
                </c:pt>
                <c:pt idx="76716">
                  <c:v>45680.361111111109</c:v>
                </c:pt>
                <c:pt idx="76717">
                  <c:v>45722.915972222218</c:v>
                </c:pt>
                <c:pt idx="76718">
                  <c:v>45964.896527777782</c:v>
                </c:pt>
                <c:pt idx="76719">
                  <c:v>45695.855555555558</c:v>
                </c:pt>
                <c:pt idx="76720">
                  <c:v>45848.852083333331</c:v>
                </c:pt>
                <c:pt idx="76721">
                  <c:v>45736.763194444437</c:v>
                </c:pt>
                <c:pt idx="76722">
                  <c:v>45708.713888888888</c:v>
                </c:pt>
                <c:pt idx="76723">
                  <c:v>45752.112500000003</c:v>
                </c:pt>
                <c:pt idx="76724">
                  <c:v>45697.575694444437</c:v>
                </c:pt>
                <c:pt idx="76725">
                  <c:v>45835.754166666673</c:v>
                </c:pt>
                <c:pt idx="76726">
                  <c:v>45626.277083333327</c:v>
                </c:pt>
                <c:pt idx="76727">
                  <c:v>45768.531944444447</c:v>
                </c:pt>
                <c:pt idx="76728">
                  <c:v>45881.790277777778</c:v>
                </c:pt>
                <c:pt idx="76729">
                  <c:v>46000.762499999997</c:v>
                </c:pt>
                <c:pt idx="76730">
                  <c:v>45823.731944444437</c:v>
                </c:pt>
                <c:pt idx="76731">
                  <c:v>45476.902777777781</c:v>
                </c:pt>
                <c:pt idx="76732">
                  <c:v>45625.375</c:v>
                </c:pt>
                <c:pt idx="76733">
                  <c:v>45423.811805555553</c:v>
                </c:pt>
                <c:pt idx="76734">
                  <c:v>45724.642361111109</c:v>
                </c:pt>
                <c:pt idx="76735">
                  <c:v>45444.790972222218</c:v>
                </c:pt>
                <c:pt idx="76736">
                  <c:v>45523.986111111109</c:v>
                </c:pt>
                <c:pt idx="76737">
                  <c:v>45619.729166666657</c:v>
                </c:pt>
                <c:pt idx="76738">
                  <c:v>45740.563194444447</c:v>
                </c:pt>
                <c:pt idx="76739">
                  <c:v>45598.592361111107</c:v>
                </c:pt>
                <c:pt idx="76740">
                  <c:v>45416.539583333331</c:v>
                </c:pt>
                <c:pt idx="76741">
                  <c:v>45311.415277777778</c:v>
                </c:pt>
                <c:pt idx="76742">
                  <c:v>45670.443749999999</c:v>
                </c:pt>
                <c:pt idx="76743">
                  <c:v>45900.359027777777</c:v>
                </c:pt>
                <c:pt idx="76744">
                  <c:v>45379.697916666657</c:v>
                </c:pt>
                <c:pt idx="76745">
                  <c:v>45575.539583333331</c:v>
                </c:pt>
                <c:pt idx="76746">
                  <c:v>45608.491666666669</c:v>
                </c:pt>
                <c:pt idx="76747">
                  <c:v>45642.520833333343</c:v>
                </c:pt>
                <c:pt idx="76748">
                  <c:v>45666.661805555559</c:v>
                </c:pt>
                <c:pt idx="76749">
                  <c:v>45694.279166666667</c:v>
                </c:pt>
                <c:pt idx="76750">
                  <c:v>45628.428472222222</c:v>
                </c:pt>
                <c:pt idx="76751">
                  <c:v>45594.430555555547</c:v>
                </c:pt>
                <c:pt idx="76752">
                  <c:v>45638.53402777778</c:v>
                </c:pt>
                <c:pt idx="76753">
                  <c:v>45515.924305555563</c:v>
                </c:pt>
                <c:pt idx="76754">
                  <c:v>45436.602777777778</c:v>
                </c:pt>
                <c:pt idx="76755">
                  <c:v>45752.773611111108</c:v>
                </c:pt>
                <c:pt idx="76756">
                  <c:v>46003.631944444453</c:v>
                </c:pt>
                <c:pt idx="76757">
                  <c:v>45947.720138888893</c:v>
                </c:pt>
                <c:pt idx="76758">
                  <c:v>45371.728472222218</c:v>
                </c:pt>
                <c:pt idx="76759">
                  <c:v>45691.058333333327</c:v>
                </c:pt>
                <c:pt idx="76760">
                  <c:v>45858.519444444442</c:v>
                </c:pt>
                <c:pt idx="76761">
                  <c:v>45823.666666666657</c:v>
                </c:pt>
                <c:pt idx="76762">
                  <c:v>45848.293055555558</c:v>
                </c:pt>
                <c:pt idx="76763">
                  <c:v>45736.686805555553</c:v>
                </c:pt>
                <c:pt idx="76764">
                  <c:v>45894.449305555558</c:v>
                </c:pt>
                <c:pt idx="76765">
                  <c:v>45944.431250000001</c:v>
                </c:pt>
                <c:pt idx="76766">
                  <c:v>45912.445833333331</c:v>
                </c:pt>
                <c:pt idx="76767">
                  <c:v>45807.436111111107</c:v>
                </c:pt>
                <c:pt idx="76768">
                  <c:v>45752.487500000003</c:v>
                </c:pt>
                <c:pt idx="76769">
                  <c:v>45859.433333333327</c:v>
                </c:pt>
                <c:pt idx="76770">
                  <c:v>45772.45</c:v>
                </c:pt>
                <c:pt idx="76771">
                  <c:v>45876.679861111108</c:v>
                </c:pt>
                <c:pt idx="76772">
                  <c:v>45930.29791666667</c:v>
                </c:pt>
                <c:pt idx="76773">
                  <c:v>45786.450694444437</c:v>
                </c:pt>
                <c:pt idx="76774">
                  <c:v>45924.304861111108</c:v>
                </c:pt>
                <c:pt idx="76775">
                  <c:v>45764.796527777777</c:v>
                </c:pt>
                <c:pt idx="76776">
                  <c:v>45826.927083333343</c:v>
                </c:pt>
                <c:pt idx="76777">
                  <c:v>45924.412499999999</c:v>
                </c:pt>
                <c:pt idx="76778">
                  <c:v>45993.50277777778</c:v>
                </c:pt>
                <c:pt idx="76779">
                  <c:v>45970.693055555559</c:v>
                </c:pt>
                <c:pt idx="76780">
                  <c:v>45876.849305555559</c:v>
                </c:pt>
                <c:pt idx="76781">
                  <c:v>45855.760416666657</c:v>
                </c:pt>
                <c:pt idx="76782">
                  <c:v>45902.720138888893</c:v>
                </c:pt>
                <c:pt idx="76783">
                  <c:v>45795.954861111109</c:v>
                </c:pt>
                <c:pt idx="76784">
                  <c:v>45373.855555555558</c:v>
                </c:pt>
                <c:pt idx="76785">
                  <c:v>45560.758333333331</c:v>
                </c:pt>
                <c:pt idx="76786">
                  <c:v>45352.486805555563</c:v>
                </c:pt>
                <c:pt idx="76787">
                  <c:v>45519.722916666673</c:v>
                </c:pt>
                <c:pt idx="76788">
                  <c:v>45329.365972222222</c:v>
                </c:pt>
                <c:pt idx="76789">
                  <c:v>45299.87777777778</c:v>
                </c:pt>
                <c:pt idx="76790">
                  <c:v>45976.87222222222</c:v>
                </c:pt>
                <c:pt idx="76791">
                  <c:v>45758.259027777778</c:v>
                </c:pt>
                <c:pt idx="76792">
                  <c:v>45681.786805555559</c:v>
                </c:pt>
                <c:pt idx="76793">
                  <c:v>45443.953472222223</c:v>
                </c:pt>
                <c:pt idx="76794">
                  <c:v>45395.931944444441</c:v>
                </c:pt>
                <c:pt idx="76795">
                  <c:v>45891.820833333331</c:v>
                </c:pt>
                <c:pt idx="76796">
                  <c:v>45576.840277777781</c:v>
                </c:pt>
                <c:pt idx="76797">
                  <c:v>45492.382638888892</c:v>
                </c:pt>
                <c:pt idx="76798">
                  <c:v>45320.364583333343</c:v>
                </c:pt>
                <c:pt idx="76799">
                  <c:v>45381.311111111107</c:v>
                </c:pt>
                <c:pt idx="76800">
                  <c:v>45462.744444444441</c:v>
                </c:pt>
                <c:pt idx="76801">
                  <c:v>45397.364583333343</c:v>
                </c:pt>
                <c:pt idx="76802">
                  <c:v>45355.30972222222</c:v>
                </c:pt>
                <c:pt idx="76803">
                  <c:v>45624.277083333327</c:v>
                </c:pt>
                <c:pt idx="76804">
                  <c:v>45427.333333333343</c:v>
                </c:pt>
                <c:pt idx="76805">
                  <c:v>45902.470833333333</c:v>
                </c:pt>
                <c:pt idx="76806">
                  <c:v>45854.767361111109</c:v>
                </c:pt>
                <c:pt idx="76807">
                  <c:v>45805.456944444442</c:v>
                </c:pt>
                <c:pt idx="76808">
                  <c:v>45833.55</c:v>
                </c:pt>
                <c:pt idx="76809">
                  <c:v>45751.658333333333</c:v>
                </c:pt>
                <c:pt idx="76810">
                  <c:v>45866.611805555563</c:v>
                </c:pt>
                <c:pt idx="76811">
                  <c:v>45852.613888888889</c:v>
                </c:pt>
                <c:pt idx="76812">
                  <c:v>45798.287499999999</c:v>
                </c:pt>
                <c:pt idx="76813">
                  <c:v>45736.285416666673</c:v>
                </c:pt>
                <c:pt idx="76814">
                  <c:v>45814.602777777778</c:v>
                </c:pt>
                <c:pt idx="76815">
                  <c:v>45884.538888888892</c:v>
                </c:pt>
                <c:pt idx="76816">
                  <c:v>45776.522916666669</c:v>
                </c:pt>
                <c:pt idx="76817">
                  <c:v>45454.767361111109</c:v>
                </c:pt>
                <c:pt idx="76818">
                  <c:v>45315.575694444437</c:v>
                </c:pt>
                <c:pt idx="76819">
                  <c:v>45771.376388888893</c:v>
                </c:pt>
                <c:pt idx="76820">
                  <c:v>45839.636805555558</c:v>
                </c:pt>
                <c:pt idx="76821">
                  <c:v>45509.566666666673</c:v>
                </c:pt>
                <c:pt idx="76822">
                  <c:v>45408.570833333331</c:v>
                </c:pt>
                <c:pt idx="76823">
                  <c:v>45905.351388888892</c:v>
                </c:pt>
                <c:pt idx="76824">
                  <c:v>45366.867361111108</c:v>
                </c:pt>
                <c:pt idx="76825">
                  <c:v>45331.46597222222</c:v>
                </c:pt>
                <c:pt idx="76826">
                  <c:v>45924.370138888888</c:v>
                </c:pt>
                <c:pt idx="76827">
                  <c:v>45715.517361111109</c:v>
                </c:pt>
                <c:pt idx="76828">
                  <c:v>45685.369444444441</c:v>
                </c:pt>
                <c:pt idx="76829">
                  <c:v>45972.273611111108</c:v>
                </c:pt>
                <c:pt idx="76830">
                  <c:v>45826.426388888889</c:v>
                </c:pt>
                <c:pt idx="76831">
                  <c:v>45784.373611111107</c:v>
                </c:pt>
                <c:pt idx="76832">
                  <c:v>45858.745833333327</c:v>
                </c:pt>
                <c:pt idx="76833">
                  <c:v>45804.30972222222</c:v>
                </c:pt>
                <c:pt idx="76834">
                  <c:v>45744.313888888893</c:v>
                </c:pt>
                <c:pt idx="76835">
                  <c:v>45685.455555555563</c:v>
                </c:pt>
                <c:pt idx="76836">
                  <c:v>45685.458333333343</c:v>
                </c:pt>
                <c:pt idx="76837">
                  <c:v>45517.28402777778</c:v>
                </c:pt>
                <c:pt idx="76838">
                  <c:v>45462.852777777778</c:v>
                </c:pt>
                <c:pt idx="76839">
                  <c:v>45405.8125</c:v>
                </c:pt>
                <c:pt idx="76840">
                  <c:v>45348.712500000001</c:v>
                </c:pt>
                <c:pt idx="76841">
                  <c:v>45727.884722222218</c:v>
                </c:pt>
                <c:pt idx="76842">
                  <c:v>45908.989583333343</c:v>
                </c:pt>
                <c:pt idx="76843">
                  <c:v>45998.738194444442</c:v>
                </c:pt>
                <c:pt idx="76844">
                  <c:v>45842.39166666667</c:v>
                </c:pt>
                <c:pt idx="76845">
                  <c:v>45873.970138888893</c:v>
                </c:pt>
                <c:pt idx="76846">
                  <c:v>45973.518750000003</c:v>
                </c:pt>
                <c:pt idx="76847">
                  <c:v>45925.432638888888</c:v>
                </c:pt>
                <c:pt idx="76848">
                  <c:v>45798.465277777781</c:v>
                </c:pt>
                <c:pt idx="76849">
                  <c:v>45917.633333333331</c:v>
                </c:pt>
                <c:pt idx="76850">
                  <c:v>45842.417361111111</c:v>
                </c:pt>
                <c:pt idx="76851">
                  <c:v>45990.229166666657</c:v>
                </c:pt>
                <c:pt idx="76852">
                  <c:v>45835.759027777778</c:v>
                </c:pt>
                <c:pt idx="76853">
                  <c:v>45901.684027777781</c:v>
                </c:pt>
                <c:pt idx="76854">
                  <c:v>45548.904166666667</c:v>
                </c:pt>
                <c:pt idx="76855">
                  <c:v>45948.663194444453</c:v>
                </c:pt>
                <c:pt idx="76856">
                  <c:v>45373.970138888893</c:v>
                </c:pt>
                <c:pt idx="76857">
                  <c:v>45967.863194444442</c:v>
                </c:pt>
                <c:pt idx="76858">
                  <c:v>45865.072222222218</c:v>
                </c:pt>
                <c:pt idx="76859">
                  <c:v>45760.893055555563</c:v>
                </c:pt>
                <c:pt idx="76860">
                  <c:v>45400.603472222218</c:v>
                </c:pt>
                <c:pt idx="76861">
                  <c:v>45909.457638888889</c:v>
                </c:pt>
                <c:pt idx="76862">
                  <c:v>45767.765277777777</c:v>
                </c:pt>
                <c:pt idx="76863">
                  <c:v>45335.320138888892</c:v>
                </c:pt>
                <c:pt idx="76864">
                  <c:v>45966.841666666667</c:v>
                </c:pt>
                <c:pt idx="76865">
                  <c:v>45623.789583333331</c:v>
                </c:pt>
                <c:pt idx="76866">
                  <c:v>45435.847222222219</c:v>
                </c:pt>
                <c:pt idx="76867">
                  <c:v>45509.727083333331</c:v>
                </c:pt>
                <c:pt idx="76868">
                  <c:v>45538.672222222223</c:v>
                </c:pt>
                <c:pt idx="76869">
                  <c:v>45411.780555555553</c:v>
                </c:pt>
                <c:pt idx="76870">
                  <c:v>45659.970833333333</c:v>
                </c:pt>
                <c:pt idx="76871">
                  <c:v>45352.779166666667</c:v>
                </c:pt>
                <c:pt idx="76872">
                  <c:v>45557.166666666657</c:v>
                </c:pt>
                <c:pt idx="76873">
                  <c:v>45487.76666666667</c:v>
                </c:pt>
                <c:pt idx="76874">
                  <c:v>45310.746527777781</c:v>
                </c:pt>
                <c:pt idx="76875">
                  <c:v>45447.738194444442</c:v>
                </c:pt>
                <c:pt idx="76876">
                  <c:v>45984.37777777778</c:v>
                </c:pt>
                <c:pt idx="76877">
                  <c:v>45779.871527777781</c:v>
                </c:pt>
                <c:pt idx="76878">
                  <c:v>45375.457638888889</c:v>
                </c:pt>
                <c:pt idx="76879">
                  <c:v>45579.319444444453</c:v>
                </c:pt>
                <c:pt idx="76880">
                  <c:v>45299.50277777778</c:v>
                </c:pt>
                <c:pt idx="76881">
                  <c:v>45660.682638888888</c:v>
                </c:pt>
                <c:pt idx="76882">
                  <c:v>45875.468055555553</c:v>
                </c:pt>
                <c:pt idx="76883">
                  <c:v>45910.704861111109</c:v>
                </c:pt>
                <c:pt idx="76884">
                  <c:v>45385.719444444447</c:v>
                </c:pt>
                <c:pt idx="76885">
                  <c:v>45433.68472222222</c:v>
                </c:pt>
                <c:pt idx="76886">
                  <c:v>45325.542361111111</c:v>
                </c:pt>
                <c:pt idx="76887">
                  <c:v>45989.615277777782</c:v>
                </c:pt>
                <c:pt idx="76888">
                  <c:v>45789.9375</c:v>
                </c:pt>
                <c:pt idx="76889">
                  <c:v>45475.779861111107</c:v>
                </c:pt>
                <c:pt idx="76890">
                  <c:v>45932.788888888892</c:v>
                </c:pt>
                <c:pt idx="76891">
                  <c:v>45861.646527777782</c:v>
                </c:pt>
                <c:pt idx="76892">
                  <c:v>45341.592361111107</c:v>
                </c:pt>
                <c:pt idx="76893">
                  <c:v>45498.647222222222</c:v>
                </c:pt>
                <c:pt idx="76894">
                  <c:v>45710.347222222219</c:v>
                </c:pt>
                <c:pt idx="76895">
                  <c:v>45526.852777777778</c:v>
                </c:pt>
                <c:pt idx="76896">
                  <c:v>45574.852083333331</c:v>
                </c:pt>
                <c:pt idx="76897">
                  <c:v>45641.606944444437</c:v>
                </c:pt>
                <c:pt idx="76898">
                  <c:v>46005.542361111111</c:v>
                </c:pt>
                <c:pt idx="76899">
                  <c:v>45504.532638888893</c:v>
                </c:pt>
                <c:pt idx="76900">
                  <c:v>45969.734722222223</c:v>
                </c:pt>
                <c:pt idx="76901">
                  <c:v>45914.559027777781</c:v>
                </c:pt>
                <c:pt idx="76902">
                  <c:v>45829.789583333331</c:v>
                </c:pt>
                <c:pt idx="76903">
                  <c:v>45932.863888888889</c:v>
                </c:pt>
                <c:pt idx="76904">
                  <c:v>45647.75277777778</c:v>
                </c:pt>
                <c:pt idx="76905">
                  <c:v>45994.656944444447</c:v>
                </c:pt>
                <c:pt idx="76906">
                  <c:v>45838.398611111108</c:v>
                </c:pt>
                <c:pt idx="76907">
                  <c:v>45721.425000000003</c:v>
                </c:pt>
                <c:pt idx="76908">
                  <c:v>45688.369444444441</c:v>
                </c:pt>
                <c:pt idx="76909">
                  <c:v>45889.897916666669</c:v>
                </c:pt>
                <c:pt idx="76910">
                  <c:v>45832.477777777778</c:v>
                </c:pt>
                <c:pt idx="76911">
                  <c:v>45944.416666666657</c:v>
                </c:pt>
                <c:pt idx="76912">
                  <c:v>45762.519444444442</c:v>
                </c:pt>
                <c:pt idx="76913">
                  <c:v>45711.470833333333</c:v>
                </c:pt>
                <c:pt idx="76914">
                  <c:v>45635.59375</c:v>
                </c:pt>
                <c:pt idx="76915">
                  <c:v>45607.385416666657</c:v>
                </c:pt>
                <c:pt idx="76916">
                  <c:v>45621.925694444442</c:v>
                </c:pt>
                <c:pt idx="76917">
                  <c:v>45650.545138888891</c:v>
                </c:pt>
                <c:pt idx="76918">
                  <c:v>45745.359027777777</c:v>
                </c:pt>
                <c:pt idx="76919">
                  <c:v>45683.365972222222</c:v>
                </c:pt>
                <c:pt idx="76920">
                  <c:v>45666.847916666673</c:v>
                </c:pt>
                <c:pt idx="76921">
                  <c:v>45696.574305555558</c:v>
                </c:pt>
                <c:pt idx="76922">
                  <c:v>45592.500694444447</c:v>
                </c:pt>
                <c:pt idx="76923">
                  <c:v>45727.8</c:v>
                </c:pt>
                <c:pt idx="76924">
                  <c:v>45358.68472222222</c:v>
                </c:pt>
                <c:pt idx="76925">
                  <c:v>45723.87222222222</c:v>
                </c:pt>
                <c:pt idx="76926">
                  <c:v>45530.442361111112</c:v>
                </c:pt>
                <c:pt idx="76927">
                  <c:v>45573.366666666669</c:v>
                </c:pt>
                <c:pt idx="76928">
                  <c:v>45399.649305555547</c:v>
                </c:pt>
                <c:pt idx="76929">
                  <c:v>45634.84375</c:v>
                </c:pt>
                <c:pt idx="76930">
                  <c:v>45452.429166666669</c:v>
                </c:pt>
                <c:pt idx="76931">
                  <c:v>45560.507638888892</c:v>
                </c:pt>
                <c:pt idx="76932">
                  <c:v>45917.818749999999</c:v>
                </c:pt>
                <c:pt idx="76933">
                  <c:v>45428.729861111111</c:v>
                </c:pt>
                <c:pt idx="76934">
                  <c:v>45813.845833333333</c:v>
                </c:pt>
                <c:pt idx="76935">
                  <c:v>45329.415277777778</c:v>
                </c:pt>
                <c:pt idx="76936">
                  <c:v>45491.673611111109</c:v>
                </c:pt>
                <c:pt idx="76937">
                  <c:v>45986.79583333333</c:v>
                </c:pt>
                <c:pt idx="76938">
                  <c:v>45911.466666666667</c:v>
                </c:pt>
                <c:pt idx="76939">
                  <c:v>45545.815972222219</c:v>
                </c:pt>
                <c:pt idx="76940">
                  <c:v>45999.567361111112</c:v>
                </c:pt>
                <c:pt idx="76941">
                  <c:v>45712.907638888893</c:v>
                </c:pt>
                <c:pt idx="76942">
                  <c:v>45636.870833333327</c:v>
                </c:pt>
                <c:pt idx="76943">
                  <c:v>45761.683333333327</c:v>
                </c:pt>
                <c:pt idx="76944">
                  <c:v>45988.234027777777</c:v>
                </c:pt>
                <c:pt idx="76945">
                  <c:v>45825.692361111112</c:v>
                </c:pt>
                <c:pt idx="76946">
                  <c:v>45868.700694444437</c:v>
                </c:pt>
                <c:pt idx="76947">
                  <c:v>45994.629861111112</c:v>
                </c:pt>
                <c:pt idx="76948">
                  <c:v>45908.815972222219</c:v>
                </c:pt>
                <c:pt idx="76949">
                  <c:v>45722.884027777778</c:v>
                </c:pt>
                <c:pt idx="76950">
                  <c:v>45591.832638888889</c:v>
                </c:pt>
                <c:pt idx="76951">
                  <c:v>45946.024305555547</c:v>
                </c:pt>
                <c:pt idx="76952">
                  <c:v>45504.563194444447</c:v>
                </c:pt>
                <c:pt idx="76953">
                  <c:v>45684.865277777782</c:v>
                </c:pt>
                <c:pt idx="76954">
                  <c:v>45541.760416666657</c:v>
                </c:pt>
                <c:pt idx="76955">
                  <c:v>45649.725694444453</c:v>
                </c:pt>
                <c:pt idx="76956">
                  <c:v>45649.725694444453</c:v>
                </c:pt>
                <c:pt idx="76957">
                  <c:v>45675.870138888888</c:v>
                </c:pt>
                <c:pt idx="76958">
                  <c:v>45675.870138888888</c:v>
                </c:pt>
                <c:pt idx="76959">
                  <c:v>45628.772916666669</c:v>
                </c:pt>
                <c:pt idx="76960">
                  <c:v>45736.837500000001</c:v>
                </c:pt>
                <c:pt idx="76961">
                  <c:v>45807.532638888893</c:v>
                </c:pt>
                <c:pt idx="76962">
                  <c:v>45736.837500000001</c:v>
                </c:pt>
                <c:pt idx="76963">
                  <c:v>45628.772916666669</c:v>
                </c:pt>
                <c:pt idx="76964">
                  <c:v>45807.532638888893</c:v>
                </c:pt>
                <c:pt idx="76965">
                  <c:v>45924.831250000003</c:v>
                </c:pt>
                <c:pt idx="76966">
                  <c:v>45839.026388888888</c:v>
                </c:pt>
                <c:pt idx="76967">
                  <c:v>45803.943055555559</c:v>
                </c:pt>
                <c:pt idx="76968">
                  <c:v>45875.474305555559</c:v>
                </c:pt>
                <c:pt idx="76969">
                  <c:v>45860.601388888892</c:v>
                </c:pt>
                <c:pt idx="76970">
                  <c:v>45820.552777777782</c:v>
                </c:pt>
                <c:pt idx="76971">
                  <c:v>45986.927083333343</c:v>
                </c:pt>
                <c:pt idx="76972">
                  <c:v>45929.480555555558</c:v>
                </c:pt>
                <c:pt idx="76973">
                  <c:v>45943.524305555547</c:v>
                </c:pt>
                <c:pt idx="76974">
                  <c:v>46012.847916666673</c:v>
                </c:pt>
                <c:pt idx="76975">
                  <c:v>45999.470833333333</c:v>
                </c:pt>
                <c:pt idx="76976">
                  <c:v>45972.863194444442</c:v>
                </c:pt>
                <c:pt idx="76977">
                  <c:v>45892.880555555559</c:v>
                </c:pt>
                <c:pt idx="76978">
                  <c:v>45909.572916666657</c:v>
                </c:pt>
                <c:pt idx="76979">
                  <c:v>45852.693055555559</c:v>
                </c:pt>
                <c:pt idx="76980">
                  <c:v>45973.631944444453</c:v>
                </c:pt>
                <c:pt idx="76981">
                  <c:v>45749.570138888892</c:v>
                </c:pt>
                <c:pt idx="76982">
                  <c:v>45902.429861111108</c:v>
                </c:pt>
                <c:pt idx="76983">
                  <c:v>46004.615277777782</c:v>
                </c:pt>
                <c:pt idx="76984">
                  <c:v>45596.43472222222</c:v>
                </c:pt>
                <c:pt idx="76985">
                  <c:v>45541.365277777782</c:v>
                </c:pt>
                <c:pt idx="76986">
                  <c:v>45450.679166666669</c:v>
                </c:pt>
                <c:pt idx="76987">
                  <c:v>45704.61041666667</c:v>
                </c:pt>
                <c:pt idx="76988">
                  <c:v>45628.936111111107</c:v>
                </c:pt>
                <c:pt idx="76989">
                  <c:v>45788.642361111109</c:v>
                </c:pt>
                <c:pt idx="76990">
                  <c:v>45378.28402777778</c:v>
                </c:pt>
                <c:pt idx="76991">
                  <c:v>45834.418749999997</c:v>
                </c:pt>
                <c:pt idx="76992">
                  <c:v>45874.737500000003</c:v>
                </c:pt>
                <c:pt idx="76993">
                  <c:v>45805.70416666667</c:v>
                </c:pt>
                <c:pt idx="76994">
                  <c:v>45785.45208333333</c:v>
                </c:pt>
                <c:pt idx="76995">
                  <c:v>45888.12222222222</c:v>
                </c:pt>
                <c:pt idx="76996">
                  <c:v>45920.337500000001</c:v>
                </c:pt>
                <c:pt idx="76997">
                  <c:v>45896.348611111112</c:v>
                </c:pt>
                <c:pt idx="76998">
                  <c:v>45776.811111111107</c:v>
                </c:pt>
                <c:pt idx="76999">
                  <c:v>45848.709027777782</c:v>
                </c:pt>
                <c:pt idx="77000">
                  <c:v>45860.10833333333</c:v>
                </c:pt>
                <c:pt idx="77001">
                  <c:v>45367.996527777781</c:v>
                </c:pt>
                <c:pt idx="77002">
                  <c:v>45732.395138888889</c:v>
                </c:pt>
                <c:pt idx="77003">
                  <c:v>45343.344444444447</c:v>
                </c:pt>
                <c:pt idx="77004">
                  <c:v>45405.458333333343</c:v>
                </c:pt>
                <c:pt idx="77005">
                  <c:v>45804.408333333333</c:v>
                </c:pt>
                <c:pt idx="77006">
                  <c:v>45401.42083333333</c:v>
                </c:pt>
                <c:pt idx="77007">
                  <c:v>46007.436805555553</c:v>
                </c:pt>
                <c:pt idx="77008">
                  <c:v>45678.450694444437</c:v>
                </c:pt>
                <c:pt idx="77009">
                  <c:v>45907.817361111112</c:v>
                </c:pt>
                <c:pt idx="77010">
                  <c:v>45750.418749999997</c:v>
                </c:pt>
                <c:pt idx="77011">
                  <c:v>45396.691666666673</c:v>
                </c:pt>
                <c:pt idx="77012">
                  <c:v>45334.606944444437</c:v>
                </c:pt>
                <c:pt idx="77013">
                  <c:v>45789.348611111112</c:v>
                </c:pt>
                <c:pt idx="77014">
                  <c:v>45895.9</c:v>
                </c:pt>
                <c:pt idx="77015">
                  <c:v>45962.498611111107</c:v>
                </c:pt>
                <c:pt idx="77016">
                  <c:v>45463.445138888892</c:v>
                </c:pt>
                <c:pt idx="77017">
                  <c:v>45752.132638888892</c:v>
                </c:pt>
                <c:pt idx="77018">
                  <c:v>45330.612500000003</c:v>
                </c:pt>
                <c:pt idx="77019">
                  <c:v>45420.527083333327</c:v>
                </c:pt>
                <c:pt idx="77020">
                  <c:v>45377.498611111107</c:v>
                </c:pt>
                <c:pt idx="77021">
                  <c:v>45528.390277777777</c:v>
                </c:pt>
                <c:pt idx="77022">
                  <c:v>45628.469444444447</c:v>
                </c:pt>
                <c:pt idx="77023">
                  <c:v>45611.75</c:v>
                </c:pt>
                <c:pt idx="77024">
                  <c:v>45548.633333333331</c:v>
                </c:pt>
                <c:pt idx="77025">
                  <c:v>45590.25277777778</c:v>
                </c:pt>
                <c:pt idx="77026">
                  <c:v>45567.519444444442</c:v>
                </c:pt>
                <c:pt idx="77027">
                  <c:v>45518.447222222218</c:v>
                </c:pt>
                <c:pt idx="77028">
                  <c:v>45804.615972222222</c:v>
                </c:pt>
                <c:pt idx="77029">
                  <c:v>45743.556944444441</c:v>
                </c:pt>
                <c:pt idx="77030">
                  <c:v>45706.475694444453</c:v>
                </c:pt>
                <c:pt idx="77031">
                  <c:v>45877.540277777778</c:v>
                </c:pt>
                <c:pt idx="77032">
                  <c:v>45607.655555555553</c:v>
                </c:pt>
                <c:pt idx="77033">
                  <c:v>45774.631944444453</c:v>
                </c:pt>
                <c:pt idx="77034">
                  <c:v>45328.044444444437</c:v>
                </c:pt>
                <c:pt idx="77035">
                  <c:v>45342.628472222219</c:v>
                </c:pt>
                <c:pt idx="77036">
                  <c:v>45840.752083333333</c:v>
                </c:pt>
                <c:pt idx="77037">
                  <c:v>45846.672222222223</c:v>
                </c:pt>
                <c:pt idx="77038">
                  <c:v>45900.808333333327</c:v>
                </c:pt>
                <c:pt idx="77039">
                  <c:v>45602.543055555558</c:v>
                </c:pt>
                <c:pt idx="77040">
                  <c:v>45309.67083333333</c:v>
                </c:pt>
                <c:pt idx="77041">
                  <c:v>45779.019444444442</c:v>
                </c:pt>
                <c:pt idx="77042">
                  <c:v>45941.65625</c:v>
                </c:pt>
                <c:pt idx="77043">
                  <c:v>45726.504861111112</c:v>
                </c:pt>
                <c:pt idx="77044">
                  <c:v>45699.473611111112</c:v>
                </c:pt>
                <c:pt idx="77045">
                  <c:v>45326.648611111108</c:v>
                </c:pt>
                <c:pt idx="77046">
                  <c:v>45564.587500000001</c:v>
                </c:pt>
                <c:pt idx="77047">
                  <c:v>45934.574999999997</c:v>
                </c:pt>
                <c:pt idx="77048">
                  <c:v>45404.595138888893</c:v>
                </c:pt>
                <c:pt idx="77049">
                  <c:v>45636.611805555563</c:v>
                </c:pt>
                <c:pt idx="77050">
                  <c:v>45547.363888888889</c:v>
                </c:pt>
                <c:pt idx="77051">
                  <c:v>45963.75277777778</c:v>
                </c:pt>
                <c:pt idx="77052">
                  <c:v>45417.390277777777</c:v>
                </c:pt>
                <c:pt idx="77053">
                  <c:v>45860.59375</c:v>
                </c:pt>
                <c:pt idx="77054">
                  <c:v>45541.279166666667</c:v>
                </c:pt>
                <c:pt idx="77055">
                  <c:v>45450.574305555558</c:v>
                </c:pt>
                <c:pt idx="77056">
                  <c:v>45690.59097222222</c:v>
                </c:pt>
                <c:pt idx="77057">
                  <c:v>45381.404861111107</c:v>
                </c:pt>
                <c:pt idx="77058">
                  <c:v>45755.678472222222</c:v>
                </c:pt>
                <c:pt idx="77059">
                  <c:v>45959.498611111107</c:v>
                </c:pt>
                <c:pt idx="77060">
                  <c:v>45928.962500000001</c:v>
                </c:pt>
                <c:pt idx="77061">
                  <c:v>45877.69027777778</c:v>
                </c:pt>
                <c:pt idx="77062">
                  <c:v>46008.655555555553</c:v>
                </c:pt>
                <c:pt idx="77063">
                  <c:v>45599.39166666667</c:v>
                </c:pt>
                <c:pt idx="77064">
                  <c:v>45668.597222222219</c:v>
                </c:pt>
                <c:pt idx="77065">
                  <c:v>46005.388194444437</c:v>
                </c:pt>
                <c:pt idx="77066">
                  <c:v>45612.468055555553</c:v>
                </c:pt>
                <c:pt idx="77067">
                  <c:v>45859.429861111108</c:v>
                </c:pt>
                <c:pt idx="77068">
                  <c:v>45603.809027777781</c:v>
                </c:pt>
                <c:pt idx="77069">
                  <c:v>45403.611805555563</c:v>
                </c:pt>
                <c:pt idx="77070">
                  <c:v>45893.6875</c:v>
                </c:pt>
                <c:pt idx="77071">
                  <c:v>45889.820833333331</c:v>
                </c:pt>
                <c:pt idx="77072">
                  <c:v>45969.872916666667</c:v>
                </c:pt>
                <c:pt idx="77073">
                  <c:v>45948.78125</c:v>
                </c:pt>
                <c:pt idx="77074">
                  <c:v>45778.885416666657</c:v>
                </c:pt>
                <c:pt idx="77075">
                  <c:v>45831.95208333333</c:v>
                </c:pt>
                <c:pt idx="77076">
                  <c:v>45981.792361111111</c:v>
                </c:pt>
                <c:pt idx="77077">
                  <c:v>45787.578472222223</c:v>
                </c:pt>
                <c:pt idx="77078">
                  <c:v>45914.811805555553</c:v>
                </c:pt>
                <c:pt idx="77079">
                  <c:v>46001.513194444437</c:v>
                </c:pt>
                <c:pt idx="77080">
                  <c:v>45957.861111111109</c:v>
                </c:pt>
                <c:pt idx="77081">
                  <c:v>46023.679861111108</c:v>
                </c:pt>
                <c:pt idx="77082">
                  <c:v>45770.320833333331</c:v>
                </c:pt>
                <c:pt idx="77083">
                  <c:v>45858.520833333343</c:v>
                </c:pt>
                <c:pt idx="77084">
                  <c:v>45930.316666666673</c:v>
                </c:pt>
                <c:pt idx="77085">
                  <c:v>45743.443749999999</c:v>
                </c:pt>
                <c:pt idx="77086">
                  <c:v>45985.286805555559</c:v>
                </c:pt>
                <c:pt idx="77087">
                  <c:v>45815.397916666669</c:v>
                </c:pt>
                <c:pt idx="77088">
                  <c:v>45906.397916666669</c:v>
                </c:pt>
                <c:pt idx="77089">
                  <c:v>45787.6</c:v>
                </c:pt>
                <c:pt idx="77090">
                  <c:v>45788.311111111107</c:v>
                </c:pt>
                <c:pt idx="77091">
                  <c:v>45537.412499999999</c:v>
                </c:pt>
                <c:pt idx="77092">
                  <c:v>45624.447222222218</c:v>
                </c:pt>
                <c:pt idx="77093">
                  <c:v>45640.381249999999</c:v>
                </c:pt>
                <c:pt idx="77094">
                  <c:v>45904.513888888891</c:v>
                </c:pt>
                <c:pt idx="77095">
                  <c:v>45825.529861111107</c:v>
                </c:pt>
                <c:pt idx="77096">
                  <c:v>45998.343055555553</c:v>
                </c:pt>
                <c:pt idx="77097">
                  <c:v>45493.527777777781</c:v>
                </c:pt>
                <c:pt idx="77098">
                  <c:v>45429.722916666673</c:v>
                </c:pt>
                <c:pt idx="77099">
                  <c:v>45903.771527777782</c:v>
                </c:pt>
                <c:pt idx="77100">
                  <c:v>45810.377083333333</c:v>
                </c:pt>
                <c:pt idx="77101">
                  <c:v>45826.588888888888</c:v>
                </c:pt>
                <c:pt idx="77102">
                  <c:v>45861.479166666657</c:v>
                </c:pt>
                <c:pt idx="77103">
                  <c:v>46021.761805555558</c:v>
                </c:pt>
                <c:pt idx="77104">
                  <c:v>45925.581250000003</c:v>
                </c:pt>
                <c:pt idx="77105">
                  <c:v>45754.693055555559</c:v>
                </c:pt>
                <c:pt idx="77106">
                  <c:v>45837.106944444437</c:v>
                </c:pt>
                <c:pt idx="77107">
                  <c:v>45721.011111111111</c:v>
                </c:pt>
                <c:pt idx="77108">
                  <c:v>45790.00277777778</c:v>
                </c:pt>
                <c:pt idx="77109">
                  <c:v>45966.659722222219</c:v>
                </c:pt>
                <c:pt idx="77110">
                  <c:v>45895.533333333333</c:v>
                </c:pt>
                <c:pt idx="77111">
                  <c:v>45938.924305555563</c:v>
                </c:pt>
                <c:pt idx="77112">
                  <c:v>46009.407638888893</c:v>
                </c:pt>
                <c:pt idx="77113">
                  <c:v>45992.963194444441</c:v>
                </c:pt>
                <c:pt idx="77114">
                  <c:v>45859.821527777778</c:v>
                </c:pt>
                <c:pt idx="77115">
                  <c:v>45922.697916666657</c:v>
                </c:pt>
                <c:pt idx="77116">
                  <c:v>45725.402777777781</c:v>
                </c:pt>
                <c:pt idx="77117">
                  <c:v>45796.720138888893</c:v>
                </c:pt>
                <c:pt idx="77118">
                  <c:v>45693.780555555553</c:v>
                </c:pt>
                <c:pt idx="77119">
                  <c:v>45723.779166666667</c:v>
                </c:pt>
                <c:pt idx="77120">
                  <c:v>45906.168055555558</c:v>
                </c:pt>
                <c:pt idx="77121">
                  <c:v>45692.69027777778</c:v>
                </c:pt>
                <c:pt idx="77122">
                  <c:v>45830.135416666657</c:v>
                </c:pt>
                <c:pt idx="77123">
                  <c:v>45870.686805555553</c:v>
                </c:pt>
                <c:pt idx="77124">
                  <c:v>46011.196527777778</c:v>
                </c:pt>
                <c:pt idx="77125">
                  <c:v>45620.615277777782</c:v>
                </c:pt>
                <c:pt idx="77126">
                  <c:v>45795.804861111108</c:v>
                </c:pt>
                <c:pt idx="77127">
                  <c:v>45939.708333333343</c:v>
                </c:pt>
                <c:pt idx="77128">
                  <c:v>45627.930555555547</c:v>
                </c:pt>
                <c:pt idx="77129">
                  <c:v>45981.130555555559</c:v>
                </c:pt>
                <c:pt idx="77130">
                  <c:v>45759.056250000001</c:v>
                </c:pt>
                <c:pt idx="77131">
                  <c:v>45975.886805555558</c:v>
                </c:pt>
                <c:pt idx="77132">
                  <c:v>45769.450694444437</c:v>
                </c:pt>
                <c:pt idx="77133">
                  <c:v>45608.972222222219</c:v>
                </c:pt>
                <c:pt idx="77134">
                  <c:v>45624.904861111107</c:v>
                </c:pt>
                <c:pt idx="77135">
                  <c:v>45635.542361111111</c:v>
                </c:pt>
                <c:pt idx="77136">
                  <c:v>45871.857638888891</c:v>
                </c:pt>
                <c:pt idx="77137">
                  <c:v>45850.430555555547</c:v>
                </c:pt>
                <c:pt idx="77138">
                  <c:v>45647.654861111107</c:v>
                </c:pt>
                <c:pt idx="77139">
                  <c:v>45431.352083333331</c:v>
                </c:pt>
                <c:pt idx="77140">
                  <c:v>45981.401388888888</c:v>
                </c:pt>
                <c:pt idx="77141">
                  <c:v>45916.908333333333</c:v>
                </c:pt>
                <c:pt idx="77142">
                  <c:v>45828.885416666657</c:v>
                </c:pt>
                <c:pt idx="77143">
                  <c:v>46013.797222222223</c:v>
                </c:pt>
                <c:pt idx="77144">
                  <c:v>45991.631944444453</c:v>
                </c:pt>
                <c:pt idx="77145">
                  <c:v>45780.84097222222</c:v>
                </c:pt>
                <c:pt idx="77146">
                  <c:v>45962.740972222222</c:v>
                </c:pt>
                <c:pt idx="77147">
                  <c:v>45728.814583333333</c:v>
                </c:pt>
                <c:pt idx="77148">
                  <c:v>45879.42083333333</c:v>
                </c:pt>
                <c:pt idx="77149">
                  <c:v>45402.900694444441</c:v>
                </c:pt>
                <c:pt idx="77150">
                  <c:v>45398.834027777782</c:v>
                </c:pt>
                <c:pt idx="77151">
                  <c:v>45367.490972222222</c:v>
                </c:pt>
                <c:pt idx="77152">
                  <c:v>45330.739583333343</c:v>
                </c:pt>
                <c:pt idx="77153">
                  <c:v>45432.790972222218</c:v>
                </c:pt>
                <c:pt idx="77154">
                  <c:v>45313.73541666667</c:v>
                </c:pt>
                <c:pt idx="77155">
                  <c:v>45396.938194444447</c:v>
                </c:pt>
                <c:pt idx="77156">
                  <c:v>45353.747916666667</c:v>
                </c:pt>
                <c:pt idx="77157">
                  <c:v>45775.779861111107</c:v>
                </c:pt>
                <c:pt idx="77158">
                  <c:v>45910.830555555563</c:v>
                </c:pt>
                <c:pt idx="77159">
                  <c:v>45589.925000000003</c:v>
                </c:pt>
                <c:pt idx="77160">
                  <c:v>45772.613194444442</c:v>
                </c:pt>
                <c:pt idx="77161">
                  <c:v>45375.885416666657</c:v>
                </c:pt>
                <c:pt idx="77162">
                  <c:v>45476.570138888892</c:v>
                </c:pt>
                <c:pt idx="77163">
                  <c:v>45557.322916666657</c:v>
                </c:pt>
                <c:pt idx="77164">
                  <c:v>45429.565972222219</c:v>
                </c:pt>
                <c:pt idx="77165">
                  <c:v>46021.427777777782</c:v>
                </c:pt>
                <c:pt idx="77166">
                  <c:v>45590.436111111107</c:v>
                </c:pt>
                <c:pt idx="77167">
                  <c:v>45503.327777777777</c:v>
                </c:pt>
                <c:pt idx="77168">
                  <c:v>45738.688888888893</c:v>
                </c:pt>
                <c:pt idx="77169">
                  <c:v>45535.90902777778</c:v>
                </c:pt>
                <c:pt idx="77170">
                  <c:v>45543.896527777782</c:v>
                </c:pt>
                <c:pt idx="77171">
                  <c:v>45543.879861111112</c:v>
                </c:pt>
                <c:pt idx="77172">
                  <c:v>45308.334027777782</c:v>
                </c:pt>
                <c:pt idx="77173">
                  <c:v>45692.40347222222</c:v>
                </c:pt>
                <c:pt idx="77174">
                  <c:v>45682.695138888892</c:v>
                </c:pt>
                <c:pt idx="77175">
                  <c:v>45993.570138888892</c:v>
                </c:pt>
                <c:pt idx="77176">
                  <c:v>45938.512499999997</c:v>
                </c:pt>
                <c:pt idx="77177">
                  <c:v>45884.693749999999</c:v>
                </c:pt>
                <c:pt idx="77178">
                  <c:v>45905.677083333343</c:v>
                </c:pt>
                <c:pt idx="77179">
                  <c:v>46006.583333333343</c:v>
                </c:pt>
                <c:pt idx="77180">
                  <c:v>45824.534722222219</c:v>
                </c:pt>
                <c:pt idx="77181">
                  <c:v>45966.341666666667</c:v>
                </c:pt>
                <c:pt idx="77182">
                  <c:v>45806.593055555553</c:v>
                </c:pt>
                <c:pt idx="77183">
                  <c:v>45964.38958333333</c:v>
                </c:pt>
                <c:pt idx="77184">
                  <c:v>45495.367361111108</c:v>
                </c:pt>
                <c:pt idx="77185">
                  <c:v>45642.570138888892</c:v>
                </c:pt>
                <c:pt idx="77186">
                  <c:v>45912.551388888889</c:v>
                </c:pt>
                <c:pt idx="77187">
                  <c:v>45400.488194444442</c:v>
                </c:pt>
                <c:pt idx="77188">
                  <c:v>45868.449305555558</c:v>
                </c:pt>
                <c:pt idx="77189">
                  <c:v>45489.411805555559</c:v>
                </c:pt>
                <c:pt idx="77190">
                  <c:v>45396.518750000003</c:v>
                </c:pt>
                <c:pt idx="77191">
                  <c:v>45483.924305555563</c:v>
                </c:pt>
                <c:pt idx="77192">
                  <c:v>45713.397916666669</c:v>
                </c:pt>
                <c:pt idx="77193">
                  <c:v>45576.349305555559</c:v>
                </c:pt>
                <c:pt idx="77194">
                  <c:v>45506.541666666657</c:v>
                </c:pt>
                <c:pt idx="77195">
                  <c:v>45772.239583333343</c:v>
                </c:pt>
                <c:pt idx="77196">
                  <c:v>45506.538194444453</c:v>
                </c:pt>
                <c:pt idx="77197">
                  <c:v>45940.602777777778</c:v>
                </c:pt>
                <c:pt idx="77198">
                  <c:v>45870.240277777782</c:v>
                </c:pt>
                <c:pt idx="77199">
                  <c:v>45856.238194444442</c:v>
                </c:pt>
                <c:pt idx="77200">
                  <c:v>45842.240972222222</c:v>
                </c:pt>
                <c:pt idx="77201">
                  <c:v>45604.681250000001</c:v>
                </c:pt>
                <c:pt idx="77202">
                  <c:v>45966.382638888892</c:v>
                </c:pt>
                <c:pt idx="77203">
                  <c:v>45912.38958333333</c:v>
                </c:pt>
                <c:pt idx="77204">
                  <c:v>45871.451388888891</c:v>
                </c:pt>
                <c:pt idx="77205">
                  <c:v>45979.420138888891</c:v>
                </c:pt>
                <c:pt idx="77206">
                  <c:v>45469.637499999997</c:v>
                </c:pt>
                <c:pt idx="77207">
                  <c:v>46017.418055555558</c:v>
                </c:pt>
                <c:pt idx="77208">
                  <c:v>45684.46875</c:v>
                </c:pt>
                <c:pt idx="77209">
                  <c:v>45462.508333333331</c:v>
                </c:pt>
                <c:pt idx="77210">
                  <c:v>45996.645138888889</c:v>
                </c:pt>
                <c:pt idx="77211">
                  <c:v>45763.468055555553</c:v>
                </c:pt>
                <c:pt idx="77212">
                  <c:v>45524.574305555558</c:v>
                </c:pt>
                <c:pt idx="77213">
                  <c:v>45514.477777777778</c:v>
                </c:pt>
                <c:pt idx="77214">
                  <c:v>45618.454861111109</c:v>
                </c:pt>
                <c:pt idx="77215">
                  <c:v>45550.745833333327</c:v>
                </c:pt>
                <c:pt idx="77216">
                  <c:v>45758.675694444442</c:v>
                </c:pt>
                <c:pt idx="77217">
                  <c:v>45764.914583333331</c:v>
                </c:pt>
                <c:pt idx="77218">
                  <c:v>45777.601388888892</c:v>
                </c:pt>
                <c:pt idx="77219">
                  <c:v>45943.809027777781</c:v>
                </c:pt>
                <c:pt idx="77220">
                  <c:v>45943.809027777781</c:v>
                </c:pt>
                <c:pt idx="77221">
                  <c:v>45834.845833333333</c:v>
                </c:pt>
                <c:pt idx="77222">
                  <c:v>45379.848611111112</c:v>
                </c:pt>
                <c:pt idx="77223">
                  <c:v>45379.848611111112</c:v>
                </c:pt>
                <c:pt idx="77224">
                  <c:v>45762.288888888892</c:v>
                </c:pt>
                <c:pt idx="77225">
                  <c:v>45936.48541666667</c:v>
                </c:pt>
                <c:pt idx="77226">
                  <c:v>45786.426388888889</c:v>
                </c:pt>
                <c:pt idx="77227">
                  <c:v>45936.48541666667</c:v>
                </c:pt>
                <c:pt idx="77228">
                  <c:v>45695.571527777778</c:v>
                </c:pt>
                <c:pt idx="77229">
                  <c:v>46010.568749999999</c:v>
                </c:pt>
                <c:pt idx="77230">
                  <c:v>45762.288888888892</c:v>
                </c:pt>
                <c:pt idx="77231">
                  <c:v>45786.426388888889</c:v>
                </c:pt>
                <c:pt idx="77232">
                  <c:v>46010.568749999999</c:v>
                </c:pt>
                <c:pt idx="77233">
                  <c:v>45916.621527777781</c:v>
                </c:pt>
                <c:pt idx="77234">
                  <c:v>45695.571527777778</c:v>
                </c:pt>
                <c:pt idx="77235">
                  <c:v>45916.621527777781</c:v>
                </c:pt>
                <c:pt idx="77236">
                  <c:v>45834.845833333333</c:v>
                </c:pt>
                <c:pt idx="77237">
                  <c:v>45899.246527777781</c:v>
                </c:pt>
                <c:pt idx="77238">
                  <c:v>45991.3125</c:v>
                </c:pt>
                <c:pt idx="77239">
                  <c:v>45817.703472222223</c:v>
                </c:pt>
                <c:pt idx="77240">
                  <c:v>45939.231944444437</c:v>
                </c:pt>
                <c:pt idx="77241">
                  <c:v>45851.35833333333</c:v>
                </c:pt>
                <c:pt idx="77242">
                  <c:v>45836.434027777781</c:v>
                </c:pt>
                <c:pt idx="77243">
                  <c:v>45952.394444444442</c:v>
                </c:pt>
                <c:pt idx="77244">
                  <c:v>45968.267361111109</c:v>
                </c:pt>
                <c:pt idx="77245">
                  <c:v>45770.71875</c:v>
                </c:pt>
                <c:pt idx="77246">
                  <c:v>45992.699305555558</c:v>
                </c:pt>
                <c:pt idx="77247">
                  <c:v>45989.268750000003</c:v>
                </c:pt>
                <c:pt idx="77248">
                  <c:v>45945.705555555563</c:v>
                </c:pt>
                <c:pt idx="77249">
                  <c:v>45470.895138888889</c:v>
                </c:pt>
                <c:pt idx="77250">
                  <c:v>45323.363888888889</c:v>
                </c:pt>
                <c:pt idx="77251">
                  <c:v>45656.48541666667</c:v>
                </c:pt>
                <c:pt idx="77252">
                  <c:v>45548.504861111112</c:v>
                </c:pt>
                <c:pt idx="77253">
                  <c:v>45355.681944444441</c:v>
                </c:pt>
                <c:pt idx="77254">
                  <c:v>45583.706250000003</c:v>
                </c:pt>
                <c:pt idx="77255">
                  <c:v>45496.45416666667</c:v>
                </c:pt>
                <c:pt idx="77256">
                  <c:v>45996.502083333333</c:v>
                </c:pt>
                <c:pt idx="77257">
                  <c:v>45971.578472222223</c:v>
                </c:pt>
                <c:pt idx="77258">
                  <c:v>46014.636805555558</c:v>
                </c:pt>
                <c:pt idx="77259">
                  <c:v>45454.716666666667</c:v>
                </c:pt>
                <c:pt idx="77260">
                  <c:v>45403.905555555553</c:v>
                </c:pt>
                <c:pt idx="77261">
                  <c:v>45634.750694444447</c:v>
                </c:pt>
                <c:pt idx="77262">
                  <c:v>46012.462500000001</c:v>
                </c:pt>
                <c:pt idx="77263">
                  <c:v>45711.494444444441</c:v>
                </c:pt>
                <c:pt idx="77264">
                  <c:v>45538.629166666673</c:v>
                </c:pt>
                <c:pt idx="77265">
                  <c:v>45424.665277777778</c:v>
                </c:pt>
                <c:pt idx="77266">
                  <c:v>45394.697916666657</c:v>
                </c:pt>
                <c:pt idx="77267">
                  <c:v>45448.19027777778</c:v>
                </c:pt>
                <c:pt idx="77268">
                  <c:v>45748.368055555547</c:v>
                </c:pt>
                <c:pt idx="77269">
                  <c:v>45504.668749999997</c:v>
                </c:pt>
                <c:pt idx="77270">
                  <c:v>45608.227777777778</c:v>
                </c:pt>
                <c:pt idx="77271">
                  <c:v>45769.57708333333</c:v>
                </c:pt>
                <c:pt idx="77272">
                  <c:v>45965.637499999997</c:v>
                </c:pt>
                <c:pt idx="77273">
                  <c:v>45482.831944444442</c:v>
                </c:pt>
                <c:pt idx="77274">
                  <c:v>45713.821527777778</c:v>
                </c:pt>
                <c:pt idx="77275">
                  <c:v>45614.811111111107</c:v>
                </c:pt>
                <c:pt idx="77276">
                  <c:v>45890.392361111109</c:v>
                </c:pt>
                <c:pt idx="77277">
                  <c:v>45459.887499999997</c:v>
                </c:pt>
                <c:pt idx="77278">
                  <c:v>45821.92291666667</c:v>
                </c:pt>
                <c:pt idx="77279">
                  <c:v>45309.578472222223</c:v>
                </c:pt>
                <c:pt idx="77280">
                  <c:v>45474.919444444437</c:v>
                </c:pt>
                <c:pt idx="77281">
                  <c:v>45607.84652777778</c:v>
                </c:pt>
                <c:pt idx="77282">
                  <c:v>45366.959027777782</c:v>
                </c:pt>
                <c:pt idx="77283">
                  <c:v>45719.490972222222</c:v>
                </c:pt>
                <c:pt idx="77284">
                  <c:v>45818.744444444441</c:v>
                </c:pt>
                <c:pt idx="77285">
                  <c:v>45836.012499999997</c:v>
                </c:pt>
                <c:pt idx="77286">
                  <c:v>45306.585416666669</c:v>
                </c:pt>
                <c:pt idx="77287">
                  <c:v>45824.43472222222</c:v>
                </c:pt>
                <c:pt idx="77288">
                  <c:v>45542.973611111112</c:v>
                </c:pt>
                <c:pt idx="77289">
                  <c:v>45685.474305555559</c:v>
                </c:pt>
                <c:pt idx="77290">
                  <c:v>45604.576388888891</c:v>
                </c:pt>
                <c:pt idx="77291">
                  <c:v>45702.642361111109</c:v>
                </c:pt>
                <c:pt idx="77292">
                  <c:v>45754.446527777778</c:v>
                </c:pt>
                <c:pt idx="77293">
                  <c:v>45635.487500000003</c:v>
                </c:pt>
                <c:pt idx="77294">
                  <c:v>45663.645138888889</c:v>
                </c:pt>
                <c:pt idx="77295">
                  <c:v>45726.647222222222</c:v>
                </c:pt>
                <c:pt idx="77296">
                  <c:v>45391.395138888889</c:v>
                </c:pt>
                <c:pt idx="77297">
                  <c:v>45792.406944444447</c:v>
                </c:pt>
                <c:pt idx="77298">
                  <c:v>45530.611805555563</c:v>
                </c:pt>
                <c:pt idx="77299">
                  <c:v>45331.418055555558</c:v>
                </c:pt>
                <c:pt idx="77300">
                  <c:v>45478.445138888892</c:v>
                </c:pt>
                <c:pt idx="77301">
                  <c:v>46000.594444444447</c:v>
                </c:pt>
                <c:pt idx="77302">
                  <c:v>45668.561111111107</c:v>
                </c:pt>
                <c:pt idx="77303">
                  <c:v>45728.708333333343</c:v>
                </c:pt>
                <c:pt idx="77304">
                  <c:v>45340.501388888893</c:v>
                </c:pt>
                <c:pt idx="77305">
                  <c:v>45920.685416666667</c:v>
                </c:pt>
                <c:pt idx="77306">
                  <c:v>45714.65625</c:v>
                </c:pt>
                <c:pt idx="77307">
                  <c:v>45970.446527777778</c:v>
                </c:pt>
                <c:pt idx="77308">
                  <c:v>45557.473611111112</c:v>
                </c:pt>
                <c:pt idx="77309">
                  <c:v>45615.623611111107</c:v>
                </c:pt>
                <c:pt idx="77310">
                  <c:v>45986.79791666667</c:v>
                </c:pt>
                <c:pt idx="77311">
                  <c:v>45947.924305555563</c:v>
                </c:pt>
                <c:pt idx="77312">
                  <c:v>45851.96597222222</c:v>
                </c:pt>
                <c:pt idx="77313">
                  <c:v>46008.801388888889</c:v>
                </c:pt>
                <c:pt idx="77314">
                  <c:v>45910.677777777782</c:v>
                </c:pt>
                <c:pt idx="77315">
                  <c:v>45881.915972222218</c:v>
                </c:pt>
                <c:pt idx="77316">
                  <c:v>45514.525000000001</c:v>
                </c:pt>
                <c:pt idx="77317">
                  <c:v>45708.815972222219</c:v>
                </c:pt>
                <c:pt idx="77318">
                  <c:v>45603.138888888891</c:v>
                </c:pt>
                <c:pt idx="77319">
                  <c:v>45753.753472222219</c:v>
                </c:pt>
                <c:pt idx="77320">
                  <c:v>45696.381249999999</c:v>
                </c:pt>
                <c:pt idx="77321">
                  <c:v>45469.85</c:v>
                </c:pt>
                <c:pt idx="77322">
                  <c:v>45947.174305555563</c:v>
                </c:pt>
                <c:pt idx="77323">
                  <c:v>45656.945138888892</c:v>
                </c:pt>
                <c:pt idx="77324">
                  <c:v>45527.720138888893</c:v>
                </c:pt>
                <c:pt idx="77325">
                  <c:v>45353.598611111112</c:v>
                </c:pt>
                <c:pt idx="77326">
                  <c:v>45420.580555555563</c:v>
                </c:pt>
                <c:pt idx="77327">
                  <c:v>45574.82916666667</c:v>
                </c:pt>
                <c:pt idx="77328">
                  <c:v>45384.382638888892</c:v>
                </c:pt>
                <c:pt idx="77329">
                  <c:v>45344.877083333333</c:v>
                </c:pt>
                <c:pt idx="77330">
                  <c:v>45463.895833333343</c:v>
                </c:pt>
                <c:pt idx="77331">
                  <c:v>45950.863194444442</c:v>
                </c:pt>
                <c:pt idx="77332">
                  <c:v>45700.611111111109</c:v>
                </c:pt>
                <c:pt idx="77333">
                  <c:v>45346.94027777778</c:v>
                </c:pt>
                <c:pt idx="77334">
                  <c:v>45695.977083333331</c:v>
                </c:pt>
                <c:pt idx="77335">
                  <c:v>45499.436111111107</c:v>
                </c:pt>
                <c:pt idx="77336">
                  <c:v>45937.827777777777</c:v>
                </c:pt>
                <c:pt idx="77337">
                  <c:v>45872.561111111107</c:v>
                </c:pt>
                <c:pt idx="77338">
                  <c:v>45526.53125</c:v>
                </c:pt>
                <c:pt idx="77339">
                  <c:v>45568.420138888891</c:v>
                </c:pt>
                <c:pt idx="77340">
                  <c:v>45729.382638888892</c:v>
                </c:pt>
                <c:pt idx="77341">
                  <c:v>45654.724999999999</c:v>
                </c:pt>
                <c:pt idx="77342">
                  <c:v>45890.522916666669</c:v>
                </c:pt>
                <c:pt idx="77343">
                  <c:v>45839.456250000003</c:v>
                </c:pt>
                <c:pt idx="77344">
                  <c:v>45624.819444444453</c:v>
                </c:pt>
                <c:pt idx="77345">
                  <c:v>45701.739583333343</c:v>
                </c:pt>
                <c:pt idx="77346">
                  <c:v>45754.538888888892</c:v>
                </c:pt>
                <c:pt idx="77347">
                  <c:v>45591.80972222222</c:v>
                </c:pt>
                <c:pt idx="77348">
                  <c:v>45785.332638888889</c:v>
                </c:pt>
                <c:pt idx="77349">
                  <c:v>45715.822916666657</c:v>
                </c:pt>
                <c:pt idx="77350">
                  <c:v>45667.822222222218</c:v>
                </c:pt>
                <c:pt idx="77351">
                  <c:v>45737.75277777778</c:v>
                </c:pt>
                <c:pt idx="77352">
                  <c:v>45635.509027777778</c:v>
                </c:pt>
                <c:pt idx="77353">
                  <c:v>45687.012499999997</c:v>
                </c:pt>
                <c:pt idx="77354">
                  <c:v>45591.941666666673</c:v>
                </c:pt>
                <c:pt idx="77355">
                  <c:v>45611.552083333343</c:v>
                </c:pt>
                <c:pt idx="77356">
                  <c:v>45772.039583333331</c:v>
                </c:pt>
                <c:pt idx="77357">
                  <c:v>45863.37777777778</c:v>
                </c:pt>
                <c:pt idx="77358">
                  <c:v>45742.75277777778</c:v>
                </c:pt>
                <c:pt idx="77359">
                  <c:v>45935.707638888889</c:v>
                </c:pt>
                <c:pt idx="77360">
                  <c:v>45992.789583333331</c:v>
                </c:pt>
                <c:pt idx="77361">
                  <c:v>45375.557638888888</c:v>
                </c:pt>
                <c:pt idx="77362">
                  <c:v>45412.351388888892</c:v>
                </c:pt>
                <c:pt idx="77363">
                  <c:v>45785.662499999999</c:v>
                </c:pt>
                <c:pt idx="77364">
                  <c:v>45945.486111111109</c:v>
                </c:pt>
                <c:pt idx="77365">
                  <c:v>45707.734027777777</c:v>
                </c:pt>
                <c:pt idx="77366">
                  <c:v>45728.020138888889</c:v>
                </c:pt>
                <c:pt idx="77367">
                  <c:v>45863.044444444437</c:v>
                </c:pt>
                <c:pt idx="77368">
                  <c:v>45853.9</c:v>
                </c:pt>
                <c:pt idx="77369">
                  <c:v>45907.538888888892</c:v>
                </c:pt>
                <c:pt idx="77370">
                  <c:v>45842.637499999997</c:v>
                </c:pt>
                <c:pt idx="77371">
                  <c:v>45933.274305555547</c:v>
                </c:pt>
                <c:pt idx="77372">
                  <c:v>45962.615277777782</c:v>
                </c:pt>
                <c:pt idx="77373">
                  <c:v>45868.730555555558</c:v>
                </c:pt>
                <c:pt idx="77374">
                  <c:v>46005.757638888892</c:v>
                </c:pt>
                <c:pt idx="77375">
                  <c:v>45887.822222222218</c:v>
                </c:pt>
                <c:pt idx="77376">
                  <c:v>45921.525000000001</c:v>
                </c:pt>
                <c:pt idx="77377">
                  <c:v>46018.472916666673</c:v>
                </c:pt>
                <c:pt idx="77378">
                  <c:v>45625.487500000003</c:v>
                </c:pt>
                <c:pt idx="77379">
                  <c:v>45478.400694444441</c:v>
                </c:pt>
                <c:pt idx="77380">
                  <c:v>45298.645833333343</c:v>
                </c:pt>
                <c:pt idx="77381">
                  <c:v>45817.662499999999</c:v>
                </c:pt>
                <c:pt idx="77382">
                  <c:v>45678.030555555553</c:v>
                </c:pt>
                <c:pt idx="77383">
                  <c:v>45603.692361111112</c:v>
                </c:pt>
                <c:pt idx="77384">
                  <c:v>45993.652083333327</c:v>
                </c:pt>
                <c:pt idx="77385">
                  <c:v>45886.652083333327</c:v>
                </c:pt>
                <c:pt idx="77386">
                  <c:v>45750.968055555553</c:v>
                </c:pt>
                <c:pt idx="77387">
                  <c:v>45824.638888888891</c:v>
                </c:pt>
                <c:pt idx="77388">
                  <c:v>45920.491666666669</c:v>
                </c:pt>
                <c:pt idx="77389">
                  <c:v>45646.466666666667</c:v>
                </c:pt>
                <c:pt idx="77390">
                  <c:v>45718.643055555563</c:v>
                </c:pt>
                <c:pt idx="77391">
                  <c:v>45438.96875</c:v>
                </c:pt>
                <c:pt idx="77392">
                  <c:v>45426.65625</c:v>
                </c:pt>
                <c:pt idx="77393">
                  <c:v>45782.612500000003</c:v>
                </c:pt>
                <c:pt idx="77394">
                  <c:v>45325.885416666657</c:v>
                </c:pt>
                <c:pt idx="77395">
                  <c:v>45508.62222222222</c:v>
                </c:pt>
                <c:pt idx="77396">
                  <c:v>45587.586805555547</c:v>
                </c:pt>
                <c:pt idx="77397">
                  <c:v>45720.585416666669</c:v>
                </c:pt>
                <c:pt idx="77398">
                  <c:v>45998.619444444441</c:v>
                </c:pt>
                <c:pt idx="77399">
                  <c:v>45861.330555555563</c:v>
                </c:pt>
                <c:pt idx="77400">
                  <c:v>46012.377083333333</c:v>
                </c:pt>
                <c:pt idx="77401">
                  <c:v>45937.546527777777</c:v>
                </c:pt>
                <c:pt idx="77402">
                  <c:v>45727.84652777778</c:v>
                </c:pt>
                <c:pt idx="77403">
                  <c:v>45624.543055555558</c:v>
                </c:pt>
                <c:pt idx="77404">
                  <c:v>45996.364583333343</c:v>
                </c:pt>
                <c:pt idx="77405">
                  <c:v>45672.709027777782</c:v>
                </c:pt>
                <c:pt idx="77406">
                  <c:v>45959.37777777778</c:v>
                </c:pt>
                <c:pt idx="77407">
                  <c:v>45765.897222222222</c:v>
                </c:pt>
                <c:pt idx="77408">
                  <c:v>45905.59375</c:v>
                </c:pt>
                <c:pt idx="77409">
                  <c:v>45810.695833333331</c:v>
                </c:pt>
                <c:pt idx="77410">
                  <c:v>45960.919444444437</c:v>
                </c:pt>
                <c:pt idx="77411">
                  <c:v>45568.6</c:v>
                </c:pt>
                <c:pt idx="77412">
                  <c:v>45335.32708333333</c:v>
                </c:pt>
                <c:pt idx="77413">
                  <c:v>45446.491666666669</c:v>
                </c:pt>
                <c:pt idx="77414">
                  <c:v>45905.616666666669</c:v>
                </c:pt>
                <c:pt idx="77415">
                  <c:v>45872.734722222223</c:v>
                </c:pt>
                <c:pt idx="77416">
                  <c:v>45784.359722222223</c:v>
                </c:pt>
                <c:pt idx="77417">
                  <c:v>45809.798611111109</c:v>
                </c:pt>
                <c:pt idx="77418">
                  <c:v>45761.335416666669</c:v>
                </c:pt>
                <c:pt idx="77419">
                  <c:v>45916.467361111107</c:v>
                </c:pt>
                <c:pt idx="77420">
                  <c:v>45835.895833333343</c:v>
                </c:pt>
                <c:pt idx="77421">
                  <c:v>45804.254861111112</c:v>
                </c:pt>
                <c:pt idx="77422">
                  <c:v>45880.052083333343</c:v>
                </c:pt>
                <c:pt idx="77423">
                  <c:v>46004.520138888889</c:v>
                </c:pt>
                <c:pt idx="77424">
                  <c:v>45826.887499999997</c:v>
                </c:pt>
                <c:pt idx="77425">
                  <c:v>45388.837500000001</c:v>
                </c:pt>
                <c:pt idx="77426">
                  <c:v>45386.209027777782</c:v>
                </c:pt>
                <c:pt idx="77427">
                  <c:v>45610.760416666657</c:v>
                </c:pt>
                <c:pt idx="77428">
                  <c:v>45602.565972222219</c:v>
                </c:pt>
                <c:pt idx="77429">
                  <c:v>45567.425000000003</c:v>
                </c:pt>
                <c:pt idx="77430">
                  <c:v>45552.787499999999</c:v>
                </c:pt>
                <c:pt idx="77431">
                  <c:v>45413.576388888891</c:v>
                </c:pt>
                <c:pt idx="77432">
                  <c:v>45640.800694444442</c:v>
                </c:pt>
                <c:pt idx="77433">
                  <c:v>45658.7</c:v>
                </c:pt>
                <c:pt idx="77434">
                  <c:v>45506.558333333327</c:v>
                </c:pt>
                <c:pt idx="77435">
                  <c:v>45314.457638888889</c:v>
                </c:pt>
                <c:pt idx="77436">
                  <c:v>45936.763194444437</c:v>
                </c:pt>
                <c:pt idx="77437">
                  <c:v>45496.795138888891</c:v>
                </c:pt>
                <c:pt idx="77438">
                  <c:v>45769.69027777778</c:v>
                </c:pt>
                <c:pt idx="77439">
                  <c:v>45854.724999999999</c:v>
                </c:pt>
                <c:pt idx="77440">
                  <c:v>45777.71875</c:v>
                </c:pt>
                <c:pt idx="77441">
                  <c:v>45853.590277777781</c:v>
                </c:pt>
                <c:pt idx="77442">
                  <c:v>45775.405555555553</c:v>
                </c:pt>
                <c:pt idx="77443">
                  <c:v>45797.924305555563</c:v>
                </c:pt>
                <c:pt idx="77444">
                  <c:v>45951.882638888892</c:v>
                </c:pt>
                <c:pt idx="77445">
                  <c:v>45992.793055555558</c:v>
                </c:pt>
                <c:pt idx="77446">
                  <c:v>45731.90347222222</c:v>
                </c:pt>
                <c:pt idx="77447">
                  <c:v>45939.232638888891</c:v>
                </c:pt>
                <c:pt idx="77448">
                  <c:v>45743.083333333343</c:v>
                </c:pt>
                <c:pt idx="77449">
                  <c:v>45743.083333333343</c:v>
                </c:pt>
                <c:pt idx="77450">
                  <c:v>45939.232638888891</c:v>
                </c:pt>
                <c:pt idx="77451">
                  <c:v>45828.57708333333</c:v>
                </c:pt>
                <c:pt idx="77452">
                  <c:v>45449.532638888893</c:v>
                </c:pt>
                <c:pt idx="77453">
                  <c:v>45733.518750000003</c:v>
                </c:pt>
                <c:pt idx="77454">
                  <c:v>45418.542361111111</c:v>
                </c:pt>
                <c:pt idx="77455">
                  <c:v>45386.7</c:v>
                </c:pt>
                <c:pt idx="77456">
                  <c:v>45327.220138888893</c:v>
                </c:pt>
                <c:pt idx="77457">
                  <c:v>45297.681250000001</c:v>
                </c:pt>
                <c:pt idx="77458">
                  <c:v>45803.595833333333</c:v>
                </c:pt>
                <c:pt idx="77459">
                  <c:v>45877.717361111107</c:v>
                </c:pt>
                <c:pt idx="77460">
                  <c:v>45349.815972222219</c:v>
                </c:pt>
                <c:pt idx="77461">
                  <c:v>45866.565972222219</c:v>
                </c:pt>
                <c:pt idx="77462">
                  <c:v>45424.863194444442</c:v>
                </c:pt>
                <c:pt idx="77463">
                  <c:v>45874.792361111111</c:v>
                </c:pt>
                <c:pt idx="77464">
                  <c:v>45591.352083333331</c:v>
                </c:pt>
                <c:pt idx="77465">
                  <c:v>46009.447916666657</c:v>
                </c:pt>
                <c:pt idx="77466">
                  <c:v>46000.618750000001</c:v>
                </c:pt>
                <c:pt idx="77467">
                  <c:v>45427.429166666669</c:v>
                </c:pt>
                <c:pt idx="77468">
                  <c:v>45477.874305555553</c:v>
                </c:pt>
                <c:pt idx="77469">
                  <c:v>45783.300694444442</c:v>
                </c:pt>
                <c:pt idx="77470">
                  <c:v>45302.414583333331</c:v>
                </c:pt>
                <c:pt idx="77471">
                  <c:v>45504.806944444441</c:v>
                </c:pt>
                <c:pt idx="77472">
                  <c:v>45670.579861111109</c:v>
                </c:pt>
                <c:pt idx="77473">
                  <c:v>45345.924305555563</c:v>
                </c:pt>
                <c:pt idx="77474">
                  <c:v>45753.82916666667</c:v>
                </c:pt>
                <c:pt idx="77475">
                  <c:v>45749.838194444441</c:v>
                </c:pt>
                <c:pt idx="77476">
                  <c:v>45884.491666666669</c:v>
                </c:pt>
                <c:pt idx="77477">
                  <c:v>45841.569444444453</c:v>
                </c:pt>
                <c:pt idx="77478">
                  <c:v>45915.667361111111</c:v>
                </c:pt>
                <c:pt idx="77479">
                  <c:v>45814.477777777778</c:v>
                </c:pt>
                <c:pt idx="77480">
                  <c:v>45954.677083333343</c:v>
                </c:pt>
                <c:pt idx="77481">
                  <c:v>45992.888888888891</c:v>
                </c:pt>
                <c:pt idx="77482">
                  <c:v>45780.413888888892</c:v>
                </c:pt>
                <c:pt idx="77483">
                  <c:v>45509.612500000003</c:v>
                </c:pt>
                <c:pt idx="77484">
                  <c:v>45674.570833333331</c:v>
                </c:pt>
                <c:pt idx="77485">
                  <c:v>45925.564583333333</c:v>
                </c:pt>
                <c:pt idx="77486">
                  <c:v>45660.738194444442</c:v>
                </c:pt>
                <c:pt idx="77487">
                  <c:v>45868.828472222223</c:v>
                </c:pt>
                <c:pt idx="77488">
                  <c:v>45995.693749999999</c:v>
                </c:pt>
                <c:pt idx="77489">
                  <c:v>45443.757638888892</c:v>
                </c:pt>
                <c:pt idx="77490">
                  <c:v>45383.931944444441</c:v>
                </c:pt>
                <c:pt idx="77491">
                  <c:v>45509.674305555563</c:v>
                </c:pt>
                <c:pt idx="77492">
                  <c:v>45544.861805555563</c:v>
                </c:pt>
                <c:pt idx="77493">
                  <c:v>45806.713194444441</c:v>
                </c:pt>
                <c:pt idx="77494">
                  <c:v>45774.902083333327</c:v>
                </c:pt>
                <c:pt idx="77495">
                  <c:v>45687.578472222223</c:v>
                </c:pt>
                <c:pt idx="77496">
                  <c:v>45873.978472222218</c:v>
                </c:pt>
                <c:pt idx="77497">
                  <c:v>45947.717361111107</c:v>
                </c:pt>
                <c:pt idx="77498">
                  <c:v>45675.061805555553</c:v>
                </c:pt>
                <c:pt idx="77499">
                  <c:v>45785.093055555553</c:v>
                </c:pt>
                <c:pt idx="77500">
                  <c:v>45674.770833333343</c:v>
                </c:pt>
                <c:pt idx="77501">
                  <c:v>45912.097916666673</c:v>
                </c:pt>
                <c:pt idx="77502">
                  <c:v>45703.621527777781</c:v>
                </c:pt>
                <c:pt idx="77503">
                  <c:v>45741.150694444441</c:v>
                </c:pt>
                <c:pt idx="77504">
                  <c:v>45983.505555555559</c:v>
                </c:pt>
                <c:pt idx="77505">
                  <c:v>45828.130555555559</c:v>
                </c:pt>
                <c:pt idx="77506">
                  <c:v>45852.467361111107</c:v>
                </c:pt>
                <c:pt idx="77507">
                  <c:v>45890.719444444447</c:v>
                </c:pt>
                <c:pt idx="77508">
                  <c:v>45962.390277777777</c:v>
                </c:pt>
                <c:pt idx="77509">
                  <c:v>45921.783333333333</c:v>
                </c:pt>
                <c:pt idx="77510">
                  <c:v>45867.322916666657</c:v>
                </c:pt>
                <c:pt idx="77511">
                  <c:v>45999.222916666673</c:v>
                </c:pt>
                <c:pt idx="77512">
                  <c:v>45974.813888888893</c:v>
                </c:pt>
                <c:pt idx="77513">
                  <c:v>46008.197222222218</c:v>
                </c:pt>
                <c:pt idx="77514">
                  <c:v>45938.847916666673</c:v>
                </c:pt>
                <c:pt idx="77515">
                  <c:v>45986.527083333327</c:v>
                </c:pt>
                <c:pt idx="77516">
                  <c:v>45776.410416666673</c:v>
                </c:pt>
                <c:pt idx="77517">
                  <c:v>45321.568055555559</c:v>
                </c:pt>
                <c:pt idx="77518">
                  <c:v>45599.328472222223</c:v>
                </c:pt>
                <c:pt idx="77519">
                  <c:v>45764.46597222222</c:v>
                </c:pt>
                <c:pt idx="77520">
                  <c:v>45431.931250000001</c:v>
                </c:pt>
                <c:pt idx="77521">
                  <c:v>45496.451388888891</c:v>
                </c:pt>
                <c:pt idx="77522">
                  <c:v>45539.361111111109</c:v>
                </c:pt>
                <c:pt idx="77523">
                  <c:v>45460.919444444437</c:v>
                </c:pt>
                <c:pt idx="77524">
                  <c:v>45665.470138888893</c:v>
                </c:pt>
                <c:pt idx="77525">
                  <c:v>45490.353472222218</c:v>
                </c:pt>
                <c:pt idx="77526">
                  <c:v>45411.74722222222</c:v>
                </c:pt>
                <c:pt idx="77527">
                  <c:v>45564.734027777777</c:v>
                </c:pt>
                <c:pt idx="77528">
                  <c:v>45540.663888888892</c:v>
                </c:pt>
                <c:pt idx="77529">
                  <c:v>45540.659722222219</c:v>
                </c:pt>
                <c:pt idx="77530">
                  <c:v>45980.688888888893</c:v>
                </c:pt>
                <c:pt idx="77531">
                  <c:v>45787.077777777777</c:v>
                </c:pt>
                <c:pt idx="77532">
                  <c:v>45989.72152777778</c:v>
                </c:pt>
                <c:pt idx="77533">
                  <c:v>45382.768750000003</c:v>
                </c:pt>
                <c:pt idx="77534">
                  <c:v>45903.90625</c:v>
                </c:pt>
                <c:pt idx="77535">
                  <c:v>45613.618055555547</c:v>
                </c:pt>
                <c:pt idx="77536">
                  <c:v>45380.043055555558</c:v>
                </c:pt>
                <c:pt idx="77537">
                  <c:v>45996.546527777777</c:v>
                </c:pt>
                <c:pt idx="77538">
                  <c:v>45830.538194444453</c:v>
                </c:pt>
                <c:pt idx="77539">
                  <c:v>45679.809027777781</c:v>
                </c:pt>
                <c:pt idx="77540">
                  <c:v>46020.018055555563</c:v>
                </c:pt>
                <c:pt idx="77541">
                  <c:v>45447.370138888888</c:v>
                </c:pt>
                <c:pt idx="77542">
                  <c:v>45992.091666666667</c:v>
                </c:pt>
                <c:pt idx="77543">
                  <c:v>45901.542361111111</c:v>
                </c:pt>
                <c:pt idx="77544">
                  <c:v>45833.066666666673</c:v>
                </c:pt>
                <c:pt idx="77545">
                  <c:v>45752.561805555553</c:v>
                </c:pt>
                <c:pt idx="77546">
                  <c:v>45693.758333333331</c:v>
                </c:pt>
                <c:pt idx="77547">
                  <c:v>45761.65347222222</c:v>
                </c:pt>
                <c:pt idx="77548">
                  <c:v>45700.474999999999</c:v>
                </c:pt>
                <c:pt idx="77549">
                  <c:v>45398.805555555547</c:v>
                </c:pt>
                <c:pt idx="77550">
                  <c:v>45356.760416666657</c:v>
                </c:pt>
                <c:pt idx="77551">
                  <c:v>45439.911805555559</c:v>
                </c:pt>
                <c:pt idx="77552">
                  <c:v>45562.181250000001</c:v>
                </c:pt>
                <c:pt idx="77553">
                  <c:v>45977.027777777781</c:v>
                </c:pt>
                <c:pt idx="77554">
                  <c:v>45506.006944444453</c:v>
                </c:pt>
                <c:pt idx="77555">
                  <c:v>45506.006944444453</c:v>
                </c:pt>
                <c:pt idx="77556">
                  <c:v>45302.433333333327</c:v>
                </c:pt>
                <c:pt idx="77557">
                  <c:v>45506.411111111112</c:v>
                </c:pt>
                <c:pt idx="77558">
                  <c:v>45403.495138888888</c:v>
                </c:pt>
                <c:pt idx="77559">
                  <c:v>45403.495138888888</c:v>
                </c:pt>
                <c:pt idx="77560">
                  <c:v>45302.433333333327</c:v>
                </c:pt>
                <c:pt idx="77561">
                  <c:v>45890.025000000001</c:v>
                </c:pt>
                <c:pt idx="77562">
                  <c:v>45726.023611111108</c:v>
                </c:pt>
                <c:pt idx="77563">
                  <c:v>45627.493055555547</c:v>
                </c:pt>
                <c:pt idx="77564">
                  <c:v>45726.023611111108</c:v>
                </c:pt>
                <c:pt idx="77565">
                  <c:v>45627.493055555547</c:v>
                </c:pt>
                <c:pt idx="77566">
                  <c:v>45977.027777777781</c:v>
                </c:pt>
                <c:pt idx="77567">
                  <c:v>45506.411111111112</c:v>
                </c:pt>
                <c:pt idx="77568">
                  <c:v>45890.025000000001</c:v>
                </c:pt>
                <c:pt idx="77569">
                  <c:v>45484.302777777782</c:v>
                </c:pt>
                <c:pt idx="77570">
                  <c:v>45709.270833333343</c:v>
                </c:pt>
                <c:pt idx="77571">
                  <c:v>45783.280555555553</c:v>
                </c:pt>
                <c:pt idx="77572">
                  <c:v>45949.34375</c:v>
                </c:pt>
                <c:pt idx="77573">
                  <c:v>45903.690972222219</c:v>
                </c:pt>
                <c:pt idx="77574">
                  <c:v>45452.285416666673</c:v>
                </c:pt>
                <c:pt idx="77575">
                  <c:v>45852.417361111111</c:v>
                </c:pt>
                <c:pt idx="77576">
                  <c:v>45645.681944444441</c:v>
                </c:pt>
                <c:pt idx="77577">
                  <c:v>45523.484027777777</c:v>
                </c:pt>
                <c:pt idx="77578">
                  <c:v>45937.818055555559</c:v>
                </c:pt>
                <c:pt idx="77579">
                  <c:v>46022.393750000003</c:v>
                </c:pt>
                <c:pt idx="77580">
                  <c:v>45955.423611111109</c:v>
                </c:pt>
                <c:pt idx="77581">
                  <c:v>45995.495138888888</c:v>
                </c:pt>
                <c:pt idx="77582">
                  <c:v>45896.402083333327</c:v>
                </c:pt>
                <c:pt idx="77583">
                  <c:v>45846.87222222222</c:v>
                </c:pt>
                <c:pt idx="77584">
                  <c:v>45505.742361111108</c:v>
                </c:pt>
                <c:pt idx="77585">
                  <c:v>45620.341666666667</c:v>
                </c:pt>
                <c:pt idx="77586">
                  <c:v>45983.109027777777</c:v>
                </c:pt>
                <c:pt idx="77587">
                  <c:v>45787.436805555553</c:v>
                </c:pt>
                <c:pt idx="77588">
                  <c:v>45725.525694444441</c:v>
                </c:pt>
                <c:pt idx="77589">
                  <c:v>45372.425000000003</c:v>
                </c:pt>
                <c:pt idx="77590">
                  <c:v>45399.972916666673</c:v>
                </c:pt>
                <c:pt idx="77591">
                  <c:v>45454.970138888893</c:v>
                </c:pt>
                <c:pt idx="77592">
                  <c:v>45580.126388888893</c:v>
                </c:pt>
                <c:pt idx="77593">
                  <c:v>45919.747916666667</c:v>
                </c:pt>
                <c:pt idx="77594">
                  <c:v>45540.04583333333</c:v>
                </c:pt>
                <c:pt idx="77595">
                  <c:v>45863.00277777778</c:v>
                </c:pt>
                <c:pt idx="77596">
                  <c:v>45657.689583333333</c:v>
                </c:pt>
                <c:pt idx="77597">
                  <c:v>45998.881249999999</c:v>
                </c:pt>
                <c:pt idx="77598">
                  <c:v>45790.726388888892</c:v>
                </c:pt>
                <c:pt idx="77599">
                  <c:v>45740.411805555559</c:v>
                </c:pt>
                <c:pt idx="77600">
                  <c:v>45926.677083333343</c:v>
                </c:pt>
                <c:pt idx="77601">
                  <c:v>45702.817361111112</c:v>
                </c:pt>
                <c:pt idx="77602">
                  <c:v>45673.752083333333</c:v>
                </c:pt>
                <c:pt idx="77603">
                  <c:v>45834.665277777778</c:v>
                </c:pt>
                <c:pt idx="77604">
                  <c:v>45882.75277777778</c:v>
                </c:pt>
                <c:pt idx="77605">
                  <c:v>45970.873611111107</c:v>
                </c:pt>
                <c:pt idx="77606">
                  <c:v>45334.356249999997</c:v>
                </c:pt>
                <c:pt idx="77607">
                  <c:v>45853.433333333327</c:v>
                </c:pt>
                <c:pt idx="77608">
                  <c:v>45912.49722222222</c:v>
                </c:pt>
                <c:pt idx="77609">
                  <c:v>45675.722916666673</c:v>
                </c:pt>
                <c:pt idx="77610">
                  <c:v>45977.538194444453</c:v>
                </c:pt>
                <c:pt idx="77611">
                  <c:v>45321.552777777782</c:v>
                </c:pt>
                <c:pt idx="77612">
                  <c:v>45778.762499999997</c:v>
                </c:pt>
                <c:pt idx="77613">
                  <c:v>45835.772222222222</c:v>
                </c:pt>
                <c:pt idx="77614">
                  <c:v>45810.458333333343</c:v>
                </c:pt>
                <c:pt idx="77615">
                  <c:v>46022.484027777777</c:v>
                </c:pt>
                <c:pt idx="77616">
                  <c:v>45719.37222222222</c:v>
                </c:pt>
                <c:pt idx="77617">
                  <c:v>45902.546527777777</c:v>
                </c:pt>
                <c:pt idx="77618">
                  <c:v>45841.406944444447</c:v>
                </c:pt>
                <c:pt idx="77619">
                  <c:v>45908.767361111109</c:v>
                </c:pt>
                <c:pt idx="77620">
                  <c:v>45752.248611111107</c:v>
                </c:pt>
                <c:pt idx="77621">
                  <c:v>45778.222222222219</c:v>
                </c:pt>
                <c:pt idx="77622">
                  <c:v>45667.219444444447</c:v>
                </c:pt>
                <c:pt idx="77623">
                  <c:v>45701.249305555553</c:v>
                </c:pt>
                <c:pt idx="77624">
                  <c:v>45815.352083333331</c:v>
                </c:pt>
                <c:pt idx="77625">
                  <c:v>45633.37222222222</c:v>
                </c:pt>
                <c:pt idx="77626">
                  <c:v>45867.239583333343</c:v>
                </c:pt>
                <c:pt idx="77627">
                  <c:v>45798.306944444441</c:v>
                </c:pt>
                <c:pt idx="77628">
                  <c:v>45977.618750000001</c:v>
                </c:pt>
                <c:pt idx="77629">
                  <c:v>45655.382638888892</c:v>
                </c:pt>
                <c:pt idx="77630">
                  <c:v>45922.685416666667</c:v>
                </c:pt>
                <c:pt idx="77631">
                  <c:v>45867.325694444437</c:v>
                </c:pt>
                <c:pt idx="77632">
                  <c:v>45704.690972222219</c:v>
                </c:pt>
                <c:pt idx="77633">
                  <c:v>45978.683333333327</c:v>
                </c:pt>
                <c:pt idx="77634">
                  <c:v>45334.318749999999</c:v>
                </c:pt>
                <c:pt idx="77635">
                  <c:v>45978.683333333327</c:v>
                </c:pt>
                <c:pt idx="77636">
                  <c:v>45425.615277777782</c:v>
                </c:pt>
                <c:pt idx="77637">
                  <c:v>45334.318749999999</c:v>
                </c:pt>
                <c:pt idx="77638">
                  <c:v>45425.615277777782</c:v>
                </c:pt>
                <c:pt idx="77639">
                  <c:v>45701.423611111109</c:v>
                </c:pt>
                <c:pt idx="77640">
                  <c:v>45746.271527777782</c:v>
                </c:pt>
                <c:pt idx="77641">
                  <c:v>45789.222222222219</c:v>
                </c:pt>
                <c:pt idx="77642">
                  <c:v>45963.76666666667</c:v>
                </c:pt>
                <c:pt idx="77643">
                  <c:v>45622.455555555563</c:v>
                </c:pt>
                <c:pt idx="77644">
                  <c:v>45878.8125</c:v>
                </c:pt>
                <c:pt idx="77645">
                  <c:v>45617.989583333343</c:v>
                </c:pt>
                <c:pt idx="77646">
                  <c:v>45917.301388888889</c:v>
                </c:pt>
                <c:pt idx="77647">
                  <c:v>45833.255555555559</c:v>
                </c:pt>
                <c:pt idx="77648">
                  <c:v>46005.542361111111</c:v>
                </c:pt>
                <c:pt idx="77649">
                  <c:v>45621.795138888891</c:v>
                </c:pt>
                <c:pt idx="77650">
                  <c:v>45629.443749999999</c:v>
                </c:pt>
                <c:pt idx="77651">
                  <c:v>45915.708333333343</c:v>
                </c:pt>
                <c:pt idx="77652">
                  <c:v>45890.868055555547</c:v>
                </c:pt>
                <c:pt idx="77653">
                  <c:v>45858.586111111108</c:v>
                </c:pt>
                <c:pt idx="77654">
                  <c:v>45890.870138888888</c:v>
                </c:pt>
                <c:pt idx="77655">
                  <c:v>46007.660416666673</c:v>
                </c:pt>
                <c:pt idx="77656">
                  <c:v>45960.913888888892</c:v>
                </c:pt>
                <c:pt idx="77657">
                  <c:v>45932.679861111108</c:v>
                </c:pt>
                <c:pt idx="77658">
                  <c:v>46007.656944444447</c:v>
                </c:pt>
                <c:pt idx="77659">
                  <c:v>45991.435416666667</c:v>
                </c:pt>
                <c:pt idx="77660">
                  <c:v>45418.076388888891</c:v>
                </c:pt>
                <c:pt idx="77661">
                  <c:v>45952.919444444437</c:v>
                </c:pt>
                <c:pt idx="77662">
                  <c:v>45308.112500000003</c:v>
                </c:pt>
                <c:pt idx="77663">
                  <c:v>45947.561111111107</c:v>
                </c:pt>
                <c:pt idx="77664">
                  <c:v>45653.640972222223</c:v>
                </c:pt>
                <c:pt idx="77665">
                  <c:v>45876.940972222219</c:v>
                </c:pt>
                <c:pt idx="77666">
                  <c:v>45827.716666666667</c:v>
                </c:pt>
                <c:pt idx="77667">
                  <c:v>45906.038194444453</c:v>
                </c:pt>
                <c:pt idx="77668">
                  <c:v>45522.027777777781</c:v>
                </c:pt>
                <c:pt idx="77669">
                  <c:v>45463.857638888891</c:v>
                </c:pt>
                <c:pt idx="77670">
                  <c:v>45751.026388888888</c:v>
                </c:pt>
                <c:pt idx="77671">
                  <c:v>45666.024305555547</c:v>
                </c:pt>
                <c:pt idx="77672">
                  <c:v>46005.724305555559</c:v>
                </c:pt>
                <c:pt idx="77673">
                  <c:v>45618.404861111107</c:v>
                </c:pt>
                <c:pt idx="77674">
                  <c:v>45644.37222222222</c:v>
                </c:pt>
                <c:pt idx="77675">
                  <c:v>45560.907638888893</c:v>
                </c:pt>
                <c:pt idx="77676">
                  <c:v>45298.722222222219</c:v>
                </c:pt>
                <c:pt idx="77677">
                  <c:v>45759.445138888892</c:v>
                </c:pt>
                <c:pt idx="77678">
                  <c:v>45390.737500000003</c:v>
                </c:pt>
                <c:pt idx="77679">
                  <c:v>45536.504861111112</c:v>
                </c:pt>
                <c:pt idx="77680">
                  <c:v>45556.740972222222</c:v>
                </c:pt>
                <c:pt idx="77681">
                  <c:v>45570.671527777777</c:v>
                </c:pt>
                <c:pt idx="77682">
                  <c:v>45348.743750000001</c:v>
                </c:pt>
                <c:pt idx="77683">
                  <c:v>45456.189583333333</c:v>
                </c:pt>
                <c:pt idx="77684">
                  <c:v>45589.190972222219</c:v>
                </c:pt>
                <c:pt idx="77685">
                  <c:v>45433.826388888891</c:v>
                </c:pt>
                <c:pt idx="77686">
                  <c:v>45609.740972222222</c:v>
                </c:pt>
                <c:pt idx="77687">
                  <c:v>45366.487500000003</c:v>
                </c:pt>
                <c:pt idx="77688">
                  <c:v>45413.742361111108</c:v>
                </c:pt>
                <c:pt idx="77689">
                  <c:v>45442.900694444441</c:v>
                </c:pt>
                <c:pt idx="77690">
                  <c:v>45476.803472222222</c:v>
                </c:pt>
                <c:pt idx="77691">
                  <c:v>46013.79583333333</c:v>
                </c:pt>
                <c:pt idx="77692">
                  <c:v>45709.652083333327</c:v>
                </c:pt>
                <c:pt idx="77693">
                  <c:v>45833.504166666673</c:v>
                </c:pt>
                <c:pt idx="77694">
                  <c:v>45925.743055555547</c:v>
                </c:pt>
                <c:pt idx="77695">
                  <c:v>45981.809027777781</c:v>
                </c:pt>
                <c:pt idx="77696">
                  <c:v>45890.772916666669</c:v>
                </c:pt>
                <c:pt idx="77697">
                  <c:v>45735.554166666669</c:v>
                </c:pt>
                <c:pt idx="77698">
                  <c:v>45861.542361111111</c:v>
                </c:pt>
                <c:pt idx="77699">
                  <c:v>45952.865277777782</c:v>
                </c:pt>
                <c:pt idx="77700">
                  <c:v>45811.72152777778</c:v>
                </c:pt>
                <c:pt idx="77701">
                  <c:v>45891.393055555563</c:v>
                </c:pt>
                <c:pt idx="77702">
                  <c:v>45565.56527777778</c:v>
                </c:pt>
                <c:pt idx="77703">
                  <c:v>45880.939583333333</c:v>
                </c:pt>
                <c:pt idx="77704">
                  <c:v>45859.68472222222</c:v>
                </c:pt>
                <c:pt idx="77705">
                  <c:v>45993.709027777782</c:v>
                </c:pt>
                <c:pt idx="77706">
                  <c:v>45972.519444444442</c:v>
                </c:pt>
                <c:pt idx="77707">
                  <c:v>45604.453472222223</c:v>
                </c:pt>
                <c:pt idx="77708">
                  <c:v>45752.579861111109</c:v>
                </c:pt>
                <c:pt idx="77709">
                  <c:v>45712.874305555553</c:v>
                </c:pt>
                <c:pt idx="77710">
                  <c:v>45874.702777777777</c:v>
                </c:pt>
                <c:pt idx="77711">
                  <c:v>45634.713888888888</c:v>
                </c:pt>
                <c:pt idx="77712">
                  <c:v>45970.72152777778</c:v>
                </c:pt>
                <c:pt idx="77713">
                  <c:v>45346.652083333327</c:v>
                </c:pt>
                <c:pt idx="77714">
                  <c:v>45848.348611111112</c:v>
                </c:pt>
                <c:pt idx="77715">
                  <c:v>45801.262499999997</c:v>
                </c:pt>
                <c:pt idx="77716">
                  <c:v>45548.404166666667</c:v>
                </c:pt>
                <c:pt idx="77717">
                  <c:v>45608.272222222222</c:v>
                </c:pt>
                <c:pt idx="77718">
                  <c:v>45848.348611111112</c:v>
                </c:pt>
                <c:pt idx="77719">
                  <c:v>45608.272222222222</c:v>
                </c:pt>
                <c:pt idx="77720">
                  <c:v>45548.404166666667</c:v>
                </c:pt>
                <c:pt idx="77721">
                  <c:v>45627.487500000003</c:v>
                </c:pt>
                <c:pt idx="77722">
                  <c:v>45941.20416666667</c:v>
                </c:pt>
                <c:pt idx="77723">
                  <c:v>45801.262499999997</c:v>
                </c:pt>
                <c:pt idx="77724">
                  <c:v>45880.327777777777</c:v>
                </c:pt>
                <c:pt idx="77725">
                  <c:v>45880.327777777777</c:v>
                </c:pt>
                <c:pt idx="77726">
                  <c:v>46022.348611111112</c:v>
                </c:pt>
                <c:pt idx="77727">
                  <c:v>46022.348611111112</c:v>
                </c:pt>
                <c:pt idx="77728">
                  <c:v>45627.487500000003</c:v>
                </c:pt>
                <c:pt idx="77729">
                  <c:v>45941.20416666667</c:v>
                </c:pt>
                <c:pt idx="77730">
                  <c:v>45824.598611111112</c:v>
                </c:pt>
                <c:pt idx="77731">
                  <c:v>45744.52847222222</c:v>
                </c:pt>
                <c:pt idx="77732">
                  <c:v>45905.021527777782</c:v>
                </c:pt>
                <c:pt idx="77733">
                  <c:v>45936.359722222223</c:v>
                </c:pt>
                <c:pt idx="77734">
                  <c:v>45769.453472222223</c:v>
                </c:pt>
                <c:pt idx="77735">
                  <c:v>45965.949305555558</c:v>
                </c:pt>
                <c:pt idx="77736">
                  <c:v>45723.989583333343</c:v>
                </c:pt>
                <c:pt idx="77737">
                  <c:v>45849.274305555547</c:v>
                </c:pt>
                <c:pt idx="77738">
                  <c:v>45877.464583333327</c:v>
                </c:pt>
                <c:pt idx="77739">
                  <c:v>45797.509722222218</c:v>
                </c:pt>
                <c:pt idx="77740">
                  <c:v>45993.78125</c:v>
                </c:pt>
                <c:pt idx="77741">
                  <c:v>45469.65902777778</c:v>
                </c:pt>
                <c:pt idx="77742">
                  <c:v>45698.56527777778</c:v>
                </c:pt>
                <c:pt idx="77743">
                  <c:v>45818.647222222222</c:v>
                </c:pt>
                <c:pt idx="77744">
                  <c:v>45372.331250000003</c:v>
                </c:pt>
                <c:pt idx="77745">
                  <c:v>45758.177083333343</c:v>
                </c:pt>
                <c:pt idx="77746">
                  <c:v>45989.053472222222</c:v>
                </c:pt>
                <c:pt idx="77747">
                  <c:v>45564.018750000003</c:v>
                </c:pt>
                <c:pt idx="77748">
                  <c:v>45918.70208333333</c:v>
                </c:pt>
                <c:pt idx="77749">
                  <c:v>45624.603472222218</c:v>
                </c:pt>
                <c:pt idx="77750">
                  <c:v>45410.706250000003</c:v>
                </c:pt>
                <c:pt idx="77751">
                  <c:v>45990.433333333327</c:v>
                </c:pt>
                <c:pt idx="77752">
                  <c:v>46021.280555555553</c:v>
                </c:pt>
                <c:pt idx="77753">
                  <c:v>45838.426388888889</c:v>
                </c:pt>
                <c:pt idx="77754">
                  <c:v>45870.377083333333</c:v>
                </c:pt>
                <c:pt idx="77755">
                  <c:v>45898.445833333331</c:v>
                </c:pt>
                <c:pt idx="77756">
                  <c:v>45931.570833333331</c:v>
                </c:pt>
                <c:pt idx="77757">
                  <c:v>45378.473611111112</c:v>
                </c:pt>
                <c:pt idx="77758">
                  <c:v>45315.359722222223</c:v>
                </c:pt>
                <c:pt idx="77759">
                  <c:v>45985.476388888892</c:v>
                </c:pt>
                <c:pt idx="77760">
                  <c:v>45421.588888888888</c:v>
                </c:pt>
                <c:pt idx="77761">
                  <c:v>45858.272222222222</c:v>
                </c:pt>
                <c:pt idx="77762">
                  <c:v>45617.751388888893</c:v>
                </c:pt>
                <c:pt idx="77763">
                  <c:v>45378.473611111112</c:v>
                </c:pt>
                <c:pt idx="77764">
                  <c:v>45617.751388888893</c:v>
                </c:pt>
                <c:pt idx="77765">
                  <c:v>45421.588888888888</c:v>
                </c:pt>
                <c:pt idx="77766">
                  <c:v>45481.54583333333</c:v>
                </c:pt>
                <c:pt idx="77767">
                  <c:v>45985.476388888892</c:v>
                </c:pt>
                <c:pt idx="77768">
                  <c:v>45481.54583333333</c:v>
                </c:pt>
                <c:pt idx="77769">
                  <c:v>45315.359722222223</c:v>
                </c:pt>
                <c:pt idx="77770">
                  <c:v>45858.272222222222</c:v>
                </c:pt>
                <c:pt idx="77771">
                  <c:v>45859.515277777777</c:v>
                </c:pt>
                <c:pt idx="77772">
                  <c:v>45798.472222222219</c:v>
                </c:pt>
                <c:pt idx="77773">
                  <c:v>45948.958333333343</c:v>
                </c:pt>
                <c:pt idx="77774">
                  <c:v>45963.549305555563</c:v>
                </c:pt>
                <c:pt idx="77775">
                  <c:v>45963.549305555563</c:v>
                </c:pt>
                <c:pt idx="77776">
                  <c:v>45948.958333333343</c:v>
                </c:pt>
                <c:pt idx="77777">
                  <c:v>45990.479166666657</c:v>
                </c:pt>
                <c:pt idx="77778">
                  <c:v>45824.438194444447</c:v>
                </c:pt>
                <c:pt idx="77779">
                  <c:v>45824.438194444447</c:v>
                </c:pt>
                <c:pt idx="77780">
                  <c:v>45755.581944444442</c:v>
                </c:pt>
                <c:pt idx="77781">
                  <c:v>45755.581944444442</c:v>
                </c:pt>
                <c:pt idx="77782">
                  <c:v>46014.518055555563</c:v>
                </c:pt>
                <c:pt idx="77783">
                  <c:v>45824.114583333343</c:v>
                </c:pt>
                <c:pt idx="77784">
                  <c:v>45824.114583333343</c:v>
                </c:pt>
                <c:pt idx="77785">
                  <c:v>45824.111805555563</c:v>
                </c:pt>
                <c:pt idx="77786">
                  <c:v>46014.518055555563</c:v>
                </c:pt>
                <c:pt idx="77787">
                  <c:v>45990.479166666657</c:v>
                </c:pt>
                <c:pt idx="77788">
                  <c:v>45824.111805555563</c:v>
                </c:pt>
                <c:pt idx="77789">
                  <c:v>45885.479166666657</c:v>
                </c:pt>
                <c:pt idx="77790">
                  <c:v>45364.571527777778</c:v>
                </c:pt>
                <c:pt idx="77791">
                  <c:v>45868.632638888892</c:v>
                </c:pt>
                <c:pt idx="77792">
                  <c:v>45977.505555555559</c:v>
                </c:pt>
                <c:pt idx="77793">
                  <c:v>45389.566666666673</c:v>
                </c:pt>
                <c:pt idx="77794">
                  <c:v>45915.629861111112</c:v>
                </c:pt>
                <c:pt idx="77795">
                  <c:v>45952.676388888889</c:v>
                </c:pt>
                <c:pt idx="77796">
                  <c:v>45444.567361111112</c:v>
                </c:pt>
                <c:pt idx="77797">
                  <c:v>45828.573611111111</c:v>
                </c:pt>
                <c:pt idx="77798">
                  <c:v>45421.484027777777</c:v>
                </c:pt>
                <c:pt idx="77799">
                  <c:v>45598.03125</c:v>
                </c:pt>
                <c:pt idx="77800">
                  <c:v>45804.573611111111</c:v>
                </c:pt>
                <c:pt idx="77801">
                  <c:v>45431.956250000003</c:v>
                </c:pt>
                <c:pt idx="77802">
                  <c:v>45522.936805555553</c:v>
                </c:pt>
                <c:pt idx="77803">
                  <c:v>45342.78402777778</c:v>
                </c:pt>
                <c:pt idx="77804">
                  <c:v>45796.612500000003</c:v>
                </c:pt>
                <c:pt idx="77805">
                  <c:v>45526.076388888891</c:v>
                </c:pt>
                <c:pt idx="77806">
                  <c:v>45404.723611111112</c:v>
                </c:pt>
                <c:pt idx="77807">
                  <c:v>45429.936805555553</c:v>
                </c:pt>
                <c:pt idx="77808">
                  <c:v>45412.82916666667</c:v>
                </c:pt>
                <c:pt idx="77809">
                  <c:v>45458.886111111111</c:v>
                </c:pt>
                <c:pt idx="77810">
                  <c:v>45388.598611111112</c:v>
                </c:pt>
                <c:pt idx="77811">
                  <c:v>45312.796527777777</c:v>
                </c:pt>
                <c:pt idx="77812">
                  <c:v>45853.386805555558</c:v>
                </c:pt>
                <c:pt idx="77813">
                  <c:v>45338.690972222219</c:v>
                </c:pt>
                <c:pt idx="77814">
                  <c:v>45887.964583333327</c:v>
                </c:pt>
                <c:pt idx="77815">
                  <c:v>45910.729166666657</c:v>
                </c:pt>
                <c:pt idx="77816">
                  <c:v>45993.119444444441</c:v>
                </c:pt>
                <c:pt idx="77817">
                  <c:v>45479.647222222222</c:v>
                </c:pt>
                <c:pt idx="77818">
                  <c:v>45503.117361111108</c:v>
                </c:pt>
                <c:pt idx="77819">
                  <c:v>45407.817361111112</c:v>
                </c:pt>
                <c:pt idx="77820">
                  <c:v>45532.007638888892</c:v>
                </c:pt>
                <c:pt idx="77821">
                  <c:v>45359.388194444437</c:v>
                </c:pt>
                <c:pt idx="77822">
                  <c:v>45365.835416666669</c:v>
                </c:pt>
                <c:pt idx="77823">
                  <c:v>45460.395138888889</c:v>
                </c:pt>
                <c:pt idx="77824">
                  <c:v>45638.589583333327</c:v>
                </c:pt>
                <c:pt idx="77825">
                  <c:v>45988.515277777777</c:v>
                </c:pt>
                <c:pt idx="77826">
                  <c:v>45946.027777777781</c:v>
                </c:pt>
                <c:pt idx="77827">
                  <c:v>45625.480555555558</c:v>
                </c:pt>
                <c:pt idx="77828">
                  <c:v>45861.415972222218</c:v>
                </c:pt>
                <c:pt idx="77829">
                  <c:v>45735.429861111108</c:v>
                </c:pt>
                <c:pt idx="77830">
                  <c:v>45764.175694444442</c:v>
                </c:pt>
                <c:pt idx="77831">
                  <c:v>45980.036805555559</c:v>
                </c:pt>
                <c:pt idx="77832">
                  <c:v>45653.414583333331</c:v>
                </c:pt>
                <c:pt idx="77833">
                  <c:v>45959.7</c:v>
                </c:pt>
                <c:pt idx="77834">
                  <c:v>45820.020138888889</c:v>
                </c:pt>
                <c:pt idx="77835">
                  <c:v>45917.838194444441</c:v>
                </c:pt>
                <c:pt idx="77836">
                  <c:v>46009.077777777777</c:v>
                </c:pt>
                <c:pt idx="77837">
                  <c:v>45875.805555555547</c:v>
                </c:pt>
                <c:pt idx="77838">
                  <c:v>45902.806944444441</c:v>
                </c:pt>
                <c:pt idx="77839">
                  <c:v>45708.637499999997</c:v>
                </c:pt>
                <c:pt idx="77840">
                  <c:v>45756.478472222218</c:v>
                </c:pt>
                <c:pt idx="77841">
                  <c:v>45789.193749999999</c:v>
                </c:pt>
                <c:pt idx="77842">
                  <c:v>45749.351388888892</c:v>
                </c:pt>
                <c:pt idx="77843">
                  <c:v>45799.26458333333</c:v>
                </c:pt>
                <c:pt idx="77844">
                  <c:v>45815.238194444442</c:v>
                </c:pt>
                <c:pt idx="77845">
                  <c:v>45762.334722222222</c:v>
                </c:pt>
                <c:pt idx="77846">
                  <c:v>45739.904166666667</c:v>
                </c:pt>
                <c:pt idx="77847">
                  <c:v>45778.495138888888</c:v>
                </c:pt>
                <c:pt idx="77848">
                  <c:v>45734.710416666669</c:v>
                </c:pt>
                <c:pt idx="77849">
                  <c:v>45586.006249999999</c:v>
                </c:pt>
                <c:pt idx="77850">
                  <c:v>45652.472222222219</c:v>
                </c:pt>
                <c:pt idx="77851">
                  <c:v>45521.533333333333</c:v>
                </c:pt>
                <c:pt idx="77852">
                  <c:v>45411.635416666657</c:v>
                </c:pt>
                <c:pt idx="77853">
                  <c:v>45425.776388888888</c:v>
                </c:pt>
                <c:pt idx="77854">
                  <c:v>45838.022916666669</c:v>
                </c:pt>
                <c:pt idx="77855">
                  <c:v>45939.842361111107</c:v>
                </c:pt>
                <c:pt idx="77856">
                  <c:v>45336.741666666669</c:v>
                </c:pt>
                <c:pt idx="77857">
                  <c:v>45497.95208333333</c:v>
                </c:pt>
                <c:pt idx="77858">
                  <c:v>45745.632638888892</c:v>
                </c:pt>
                <c:pt idx="77859">
                  <c:v>45293.765277777777</c:v>
                </c:pt>
                <c:pt idx="77860">
                  <c:v>45851.96875</c:v>
                </c:pt>
                <c:pt idx="77861">
                  <c:v>45618.631944444453</c:v>
                </c:pt>
                <c:pt idx="77862">
                  <c:v>45377.984722222223</c:v>
                </c:pt>
                <c:pt idx="77863">
                  <c:v>45639.34652777778</c:v>
                </c:pt>
                <c:pt idx="77864">
                  <c:v>45926.456250000003</c:v>
                </c:pt>
                <c:pt idx="77865">
                  <c:v>45625.339583333327</c:v>
                </c:pt>
                <c:pt idx="77866">
                  <c:v>45762.380555555559</c:v>
                </c:pt>
                <c:pt idx="77867">
                  <c:v>45808.768750000003</c:v>
                </c:pt>
                <c:pt idx="77868">
                  <c:v>45785.683333333327</c:v>
                </c:pt>
                <c:pt idx="77869">
                  <c:v>45923.571527777778</c:v>
                </c:pt>
                <c:pt idx="77870">
                  <c:v>45727.385416666657</c:v>
                </c:pt>
                <c:pt idx="77871">
                  <c:v>45742.739583333343</c:v>
                </c:pt>
                <c:pt idx="77872">
                  <c:v>45825.522222222222</c:v>
                </c:pt>
                <c:pt idx="77873">
                  <c:v>45949.341666666667</c:v>
                </c:pt>
                <c:pt idx="77874">
                  <c:v>45991.568055555559</c:v>
                </c:pt>
                <c:pt idx="77875">
                  <c:v>45803.734722222223</c:v>
                </c:pt>
                <c:pt idx="77876">
                  <c:v>45834.463194444441</c:v>
                </c:pt>
                <c:pt idx="77877">
                  <c:v>45292.789583333331</c:v>
                </c:pt>
                <c:pt idx="77878">
                  <c:v>45871.804861111108</c:v>
                </c:pt>
                <c:pt idx="77879">
                  <c:v>46016.538194444453</c:v>
                </c:pt>
                <c:pt idx="77880">
                  <c:v>45950.688888888893</c:v>
                </c:pt>
                <c:pt idx="77881">
                  <c:v>45766.64166666667</c:v>
                </c:pt>
                <c:pt idx="77882">
                  <c:v>46004.856249999997</c:v>
                </c:pt>
                <c:pt idx="77883">
                  <c:v>45706.34652777778</c:v>
                </c:pt>
                <c:pt idx="77884">
                  <c:v>45673.37777777778</c:v>
                </c:pt>
                <c:pt idx="77885">
                  <c:v>45460.850694444453</c:v>
                </c:pt>
                <c:pt idx="77886">
                  <c:v>45446.563888888893</c:v>
                </c:pt>
                <c:pt idx="77887">
                  <c:v>45369.745138888888</c:v>
                </c:pt>
                <c:pt idx="77888">
                  <c:v>45409.449305555558</c:v>
                </c:pt>
                <c:pt idx="77889">
                  <c:v>45823.834722222222</c:v>
                </c:pt>
                <c:pt idx="77890">
                  <c:v>45740.536805555559</c:v>
                </c:pt>
                <c:pt idx="77891">
                  <c:v>45379.647222222222</c:v>
                </c:pt>
                <c:pt idx="77892">
                  <c:v>46008.708333333343</c:v>
                </c:pt>
                <c:pt idx="77893">
                  <c:v>45971.619444444441</c:v>
                </c:pt>
                <c:pt idx="77894">
                  <c:v>45746.829861111109</c:v>
                </c:pt>
                <c:pt idx="77895">
                  <c:v>45746.829861111109</c:v>
                </c:pt>
                <c:pt idx="77896">
                  <c:v>45793.693749999999</c:v>
                </c:pt>
                <c:pt idx="77897">
                  <c:v>45793.693749999999</c:v>
                </c:pt>
                <c:pt idx="77898">
                  <c:v>45867.374305555553</c:v>
                </c:pt>
                <c:pt idx="77899">
                  <c:v>46008.708333333343</c:v>
                </c:pt>
                <c:pt idx="77900">
                  <c:v>45867.374305555553</c:v>
                </c:pt>
                <c:pt idx="77901">
                  <c:v>45971.619444444441</c:v>
                </c:pt>
                <c:pt idx="77902">
                  <c:v>45302.425694444442</c:v>
                </c:pt>
                <c:pt idx="77903">
                  <c:v>45649.429861111108</c:v>
                </c:pt>
                <c:pt idx="77904">
                  <c:v>45615.560416666667</c:v>
                </c:pt>
                <c:pt idx="77905">
                  <c:v>45385.948611111111</c:v>
                </c:pt>
                <c:pt idx="77906">
                  <c:v>45338.941666666673</c:v>
                </c:pt>
                <c:pt idx="77907">
                  <c:v>45571.529861111107</c:v>
                </c:pt>
                <c:pt idx="77908">
                  <c:v>45671.78125</c:v>
                </c:pt>
                <c:pt idx="77909">
                  <c:v>45712.480555555558</c:v>
                </c:pt>
                <c:pt idx="77910">
                  <c:v>45894.011805555558</c:v>
                </c:pt>
                <c:pt idx="77911">
                  <c:v>45989.746527777781</c:v>
                </c:pt>
                <c:pt idx="77912">
                  <c:v>45951.532638888893</c:v>
                </c:pt>
                <c:pt idx="77913">
                  <c:v>45866.561805555553</c:v>
                </c:pt>
                <c:pt idx="77914">
                  <c:v>45821.88958333333</c:v>
                </c:pt>
                <c:pt idx="77915">
                  <c:v>45479.749305555553</c:v>
                </c:pt>
                <c:pt idx="77916">
                  <c:v>45710.753472222219</c:v>
                </c:pt>
                <c:pt idx="77917">
                  <c:v>45526.950694444437</c:v>
                </c:pt>
                <c:pt idx="77918">
                  <c:v>45721.798611111109</c:v>
                </c:pt>
                <c:pt idx="77919">
                  <c:v>45314.586805555547</c:v>
                </c:pt>
                <c:pt idx="77920">
                  <c:v>45497.620833333327</c:v>
                </c:pt>
                <c:pt idx="77921">
                  <c:v>45440.463194444441</c:v>
                </c:pt>
                <c:pt idx="77922">
                  <c:v>45447.612500000003</c:v>
                </c:pt>
                <c:pt idx="77923">
                  <c:v>45882.055555555547</c:v>
                </c:pt>
                <c:pt idx="77924">
                  <c:v>45876.325694444437</c:v>
                </c:pt>
                <c:pt idx="77925">
                  <c:v>45957.237500000003</c:v>
                </c:pt>
                <c:pt idx="77926">
                  <c:v>45937.229861111111</c:v>
                </c:pt>
                <c:pt idx="77927">
                  <c:v>45916.303472222222</c:v>
                </c:pt>
                <c:pt idx="77928">
                  <c:v>45909.52847222222</c:v>
                </c:pt>
                <c:pt idx="77929">
                  <c:v>45889.758333333331</c:v>
                </c:pt>
                <c:pt idx="77930">
                  <c:v>46007.350694444453</c:v>
                </c:pt>
                <c:pt idx="77931">
                  <c:v>45798.813888888893</c:v>
                </c:pt>
                <c:pt idx="77932">
                  <c:v>45928.585416666669</c:v>
                </c:pt>
                <c:pt idx="77933">
                  <c:v>45757.640972222223</c:v>
                </c:pt>
                <c:pt idx="77934">
                  <c:v>45605.495138888888</c:v>
                </c:pt>
                <c:pt idx="77935">
                  <c:v>45723.466666666667</c:v>
                </c:pt>
                <c:pt idx="77936">
                  <c:v>45871.619444444441</c:v>
                </c:pt>
                <c:pt idx="77937">
                  <c:v>45970.763888888891</c:v>
                </c:pt>
                <c:pt idx="77938">
                  <c:v>45597.926388888889</c:v>
                </c:pt>
                <c:pt idx="77939">
                  <c:v>45939.413194444453</c:v>
                </c:pt>
                <c:pt idx="77940">
                  <c:v>45891.408333333333</c:v>
                </c:pt>
                <c:pt idx="77941">
                  <c:v>45754.329861111109</c:v>
                </c:pt>
                <c:pt idx="77942">
                  <c:v>45823.433333333327</c:v>
                </c:pt>
                <c:pt idx="77943">
                  <c:v>45868.637499999997</c:v>
                </c:pt>
                <c:pt idx="77944">
                  <c:v>45916.518750000003</c:v>
                </c:pt>
                <c:pt idx="77945">
                  <c:v>45996.667361111111</c:v>
                </c:pt>
                <c:pt idx="77946">
                  <c:v>45737.316666666673</c:v>
                </c:pt>
                <c:pt idx="77947">
                  <c:v>45796.252083333333</c:v>
                </c:pt>
                <c:pt idx="77948">
                  <c:v>45969.838194444441</c:v>
                </c:pt>
                <c:pt idx="77949">
                  <c:v>45990.658333333333</c:v>
                </c:pt>
                <c:pt idx="77950">
                  <c:v>45836.871527777781</c:v>
                </c:pt>
                <c:pt idx="77951">
                  <c:v>45856.502083333333</c:v>
                </c:pt>
                <c:pt idx="77952">
                  <c:v>45401.470138888893</c:v>
                </c:pt>
                <c:pt idx="77953">
                  <c:v>45548.672222222223</c:v>
                </c:pt>
                <c:pt idx="77954">
                  <c:v>45761.953472222223</c:v>
                </c:pt>
                <c:pt idx="77955">
                  <c:v>45818.576388888891</c:v>
                </c:pt>
                <c:pt idx="77956">
                  <c:v>45981.333333333343</c:v>
                </c:pt>
                <c:pt idx="77957">
                  <c:v>45867.352777777778</c:v>
                </c:pt>
                <c:pt idx="77958">
                  <c:v>45870.412499999999</c:v>
                </c:pt>
                <c:pt idx="77959">
                  <c:v>45940.396527777782</c:v>
                </c:pt>
                <c:pt idx="77960">
                  <c:v>45347.495138888888</c:v>
                </c:pt>
                <c:pt idx="77961">
                  <c:v>45431.706250000003</c:v>
                </c:pt>
                <c:pt idx="77962">
                  <c:v>45388.809027777781</c:v>
                </c:pt>
                <c:pt idx="77963">
                  <c:v>45565.427083333343</c:v>
                </c:pt>
                <c:pt idx="77964">
                  <c:v>45376.498611111107</c:v>
                </c:pt>
                <c:pt idx="77965">
                  <c:v>45458.454861111109</c:v>
                </c:pt>
                <c:pt idx="77966">
                  <c:v>45524.839583333327</c:v>
                </c:pt>
                <c:pt idx="77967">
                  <c:v>45497.760416666657</c:v>
                </c:pt>
                <c:pt idx="77968">
                  <c:v>45360.73541666667</c:v>
                </c:pt>
                <c:pt idx="77969">
                  <c:v>45447.748611111107</c:v>
                </c:pt>
                <c:pt idx="77970">
                  <c:v>45331.505555555559</c:v>
                </c:pt>
                <c:pt idx="77971">
                  <c:v>45482.845833333333</c:v>
                </c:pt>
                <c:pt idx="77972">
                  <c:v>45418.75</c:v>
                </c:pt>
                <c:pt idx="77973">
                  <c:v>45400.960416666669</c:v>
                </c:pt>
                <c:pt idx="77974">
                  <c:v>45502.664583333331</c:v>
                </c:pt>
                <c:pt idx="77975">
                  <c:v>45546.558333333327</c:v>
                </c:pt>
                <c:pt idx="77976">
                  <c:v>45646.575694444437</c:v>
                </c:pt>
                <c:pt idx="77977">
                  <c:v>45757.609027777777</c:v>
                </c:pt>
                <c:pt idx="77978">
                  <c:v>45694.438194444447</c:v>
                </c:pt>
                <c:pt idx="77979">
                  <c:v>45583.388194444437</c:v>
                </c:pt>
                <c:pt idx="77980">
                  <c:v>45968.152777777781</c:v>
                </c:pt>
                <c:pt idx="77981">
                  <c:v>45811.742361111108</c:v>
                </c:pt>
                <c:pt idx="77982">
                  <c:v>45759.713888888888</c:v>
                </c:pt>
                <c:pt idx="77983">
                  <c:v>46021.658333333333</c:v>
                </c:pt>
                <c:pt idx="77984">
                  <c:v>45912.798611111109</c:v>
                </c:pt>
                <c:pt idx="77985">
                  <c:v>45855.548611111109</c:v>
                </c:pt>
                <c:pt idx="77986">
                  <c:v>45922.443749999999</c:v>
                </c:pt>
                <c:pt idx="77987">
                  <c:v>45914.575694444437</c:v>
                </c:pt>
                <c:pt idx="77988">
                  <c:v>45922.442361111112</c:v>
                </c:pt>
                <c:pt idx="77989">
                  <c:v>45965.654861111107</c:v>
                </c:pt>
                <c:pt idx="77990">
                  <c:v>45944.402777777781</c:v>
                </c:pt>
                <c:pt idx="77991">
                  <c:v>45950.706944444442</c:v>
                </c:pt>
                <c:pt idx="77992">
                  <c:v>46012.746527777781</c:v>
                </c:pt>
                <c:pt idx="77993">
                  <c:v>45931.616666666669</c:v>
                </c:pt>
                <c:pt idx="77994">
                  <c:v>45936.67083333333</c:v>
                </c:pt>
                <c:pt idx="77995">
                  <c:v>45941.636111111111</c:v>
                </c:pt>
                <c:pt idx="77996">
                  <c:v>45996.544444444437</c:v>
                </c:pt>
                <c:pt idx="77997">
                  <c:v>45996.569444444453</c:v>
                </c:pt>
                <c:pt idx="77998">
                  <c:v>45921.54791666667</c:v>
                </c:pt>
                <c:pt idx="77999">
                  <c:v>45983.688888888893</c:v>
                </c:pt>
                <c:pt idx="78000">
                  <c:v>45494.442361111112</c:v>
                </c:pt>
                <c:pt idx="78001">
                  <c:v>45640.572916666657</c:v>
                </c:pt>
                <c:pt idx="78002">
                  <c:v>45625.73333333333</c:v>
                </c:pt>
                <c:pt idx="78003">
                  <c:v>45549.776388888888</c:v>
                </c:pt>
                <c:pt idx="78004">
                  <c:v>45527.870833333327</c:v>
                </c:pt>
                <c:pt idx="78005">
                  <c:v>45537.956250000003</c:v>
                </c:pt>
                <c:pt idx="78006">
                  <c:v>45590.452777777777</c:v>
                </c:pt>
                <c:pt idx="78007">
                  <c:v>45607.618055555547</c:v>
                </c:pt>
                <c:pt idx="78008">
                  <c:v>45562.366666666669</c:v>
                </c:pt>
                <c:pt idx="78009">
                  <c:v>45579.384722222218</c:v>
                </c:pt>
                <c:pt idx="78010">
                  <c:v>45624.502083333333</c:v>
                </c:pt>
                <c:pt idx="78011">
                  <c:v>45514.633333333331</c:v>
                </c:pt>
                <c:pt idx="78012">
                  <c:v>45665.759722222218</c:v>
                </c:pt>
                <c:pt idx="78013">
                  <c:v>45483.625</c:v>
                </c:pt>
                <c:pt idx="78014">
                  <c:v>45904.446527777778</c:v>
                </c:pt>
                <c:pt idx="78015">
                  <c:v>45978.788194444453</c:v>
                </c:pt>
                <c:pt idx="78016">
                  <c:v>46020.838194444441</c:v>
                </c:pt>
                <c:pt idx="78017">
                  <c:v>45617.438888888893</c:v>
                </c:pt>
                <c:pt idx="78018">
                  <c:v>45726.631944444453</c:v>
                </c:pt>
                <c:pt idx="78019">
                  <c:v>45834.574305555558</c:v>
                </c:pt>
                <c:pt idx="78020">
                  <c:v>45636.595833333333</c:v>
                </c:pt>
                <c:pt idx="78021">
                  <c:v>45841.318055555559</c:v>
                </c:pt>
                <c:pt idx="78022">
                  <c:v>45790.42291666667</c:v>
                </c:pt>
                <c:pt idx="78023">
                  <c:v>45772.388194444437</c:v>
                </c:pt>
                <c:pt idx="78024">
                  <c:v>45908.767361111109</c:v>
                </c:pt>
                <c:pt idx="78025">
                  <c:v>45970.59652777778</c:v>
                </c:pt>
                <c:pt idx="78026">
                  <c:v>45957.34652777778</c:v>
                </c:pt>
                <c:pt idx="78027">
                  <c:v>45756.408333333333</c:v>
                </c:pt>
                <c:pt idx="78028">
                  <c:v>45796.910416666673</c:v>
                </c:pt>
                <c:pt idx="78029">
                  <c:v>45868.631249999999</c:v>
                </c:pt>
                <c:pt idx="78030">
                  <c:v>45816.320138888892</c:v>
                </c:pt>
                <c:pt idx="78031">
                  <c:v>45837.492361111108</c:v>
                </c:pt>
                <c:pt idx="78032">
                  <c:v>45933.234027777777</c:v>
                </c:pt>
                <c:pt idx="78033">
                  <c:v>45739.622916666667</c:v>
                </c:pt>
                <c:pt idx="78034">
                  <c:v>45910.567361111112</c:v>
                </c:pt>
                <c:pt idx="78035">
                  <c:v>45774.820833333331</c:v>
                </c:pt>
                <c:pt idx="78036">
                  <c:v>45973.795138888891</c:v>
                </c:pt>
                <c:pt idx="78037">
                  <c:v>45892.69027777778</c:v>
                </c:pt>
                <c:pt idx="78038">
                  <c:v>45995.568055555559</c:v>
                </c:pt>
                <c:pt idx="78039">
                  <c:v>45731.547222222223</c:v>
                </c:pt>
                <c:pt idx="78040">
                  <c:v>45957.525000000001</c:v>
                </c:pt>
                <c:pt idx="78041">
                  <c:v>45363.6</c:v>
                </c:pt>
                <c:pt idx="78042">
                  <c:v>45457.954861111109</c:v>
                </c:pt>
                <c:pt idx="78043">
                  <c:v>45626.977777777778</c:v>
                </c:pt>
                <c:pt idx="78044">
                  <c:v>45494.750694444447</c:v>
                </c:pt>
                <c:pt idx="78045">
                  <c:v>45477.976388888892</c:v>
                </c:pt>
                <c:pt idx="78046">
                  <c:v>45927.011805555558</c:v>
                </c:pt>
                <c:pt idx="78047">
                  <c:v>45721.656944444447</c:v>
                </c:pt>
                <c:pt idx="78048">
                  <c:v>45560.654166666667</c:v>
                </c:pt>
                <c:pt idx="78049">
                  <c:v>45604.544444444437</c:v>
                </c:pt>
                <c:pt idx="78050">
                  <c:v>45575.941666666673</c:v>
                </c:pt>
                <c:pt idx="78051">
                  <c:v>45655.668749999997</c:v>
                </c:pt>
                <c:pt idx="78052">
                  <c:v>45514.951388888891</c:v>
                </c:pt>
                <c:pt idx="78053">
                  <c:v>45535.057638888888</c:v>
                </c:pt>
                <c:pt idx="78054">
                  <c:v>45706.837500000001</c:v>
                </c:pt>
                <c:pt idx="78055">
                  <c:v>45824.705555555563</c:v>
                </c:pt>
                <c:pt idx="78056">
                  <c:v>45602.821527777778</c:v>
                </c:pt>
                <c:pt idx="78057">
                  <c:v>45523.875694444447</c:v>
                </c:pt>
                <c:pt idx="78058">
                  <c:v>45910.716666666667</c:v>
                </c:pt>
                <c:pt idx="78059">
                  <c:v>45337.8125</c:v>
                </c:pt>
                <c:pt idx="78060">
                  <c:v>45961.998611111107</c:v>
                </c:pt>
                <c:pt idx="78061">
                  <c:v>45771.663194444453</c:v>
                </c:pt>
                <c:pt idx="78062">
                  <c:v>45693.601388888892</c:v>
                </c:pt>
                <c:pt idx="78063">
                  <c:v>45858.923611111109</c:v>
                </c:pt>
                <c:pt idx="78064">
                  <c:v>45881.918749999997</c:v>
                </c:pt>
                <c:pt idx="78065">
                  <c:v>45838.288888888892</c:v>
                </c:pt>
                <c:pt idx="78066">
                  <c:v>45805.765972222223</c:v>
                </c:pt>
                <c:pt idx="78067">
                  <c:v>46016.018750000003</c:v>
                </c:pt>
                <c:pt idx="78068">
                  <c:v>45769.352083333331</c:v>
                </c:pt>
                <c:pt idx="78069">
                  <c:v>45929.793749999997</c:v>
                </c:pt>
                <c:pt idx="78070">
                  <c:v>45819.834027777782</c:v>
                </c:pt>
                <c:pt idx="78071">
                  <c:v>45888.568749999999</c:v>
                </c:pt>
                <c:pt idx="78072">
                  <c:v>45853.458333333343</c:v>
                </c:pt>
                <c:pt idx="78073">
                  <c:v>45734.468055555553</c:v>
                </c:pt>
                <c:pt idx="78074">
                  <c:v>45896.486805555563</c:v>
                </c:pt>
                <c:pt idx="78075">
                  <c:v>45941.459027777782</c:v>
                </c:pt>
                <c:pt idx="78076">
                  <c:v>45761.411111111112</c:v>
                </c:pt>
                <c:pt idx="78077">
                  <c:v>46007.345138888893</c:v>
                </c:pt>
                <c:pt idx="78078">
                  <c:v>45734.409722222219</c:v>
                </c:pt>
                <c:pt idx="78079">
                  <c:v>45791.45416666667</c:v>
                </c:pt>
                <c:pt idx="78080">
                  <c:v>45714.581944444442</c:v>
                </c:pt>
                <c:pt idx="78081">
                  <c:v>45822.600694444453</c:v>
                </c:pt>
                <c:pt idx="78082">
                  <c:v>45684.644444444442</c:v>
                </c:pt>
                <c:pt idx="78083">
                  <c:v>45783.559027777781</c:v>
                </c:pt>
                <c:pt idx="78084">
                  <c:v>45868.513888888891</c:v>
                </c:pt>
                <c:pt idx="78085">
                  <c:v>46013.629861111112</c:v>
                </c:pt>
                <c:pt idx="78086">
                  <c:v>45800.69027777778</c:v>
                </c:pt>
                <c:pt idx="78087">
                  <c:v>45853.597916666673</c:v>
                </c:pt>
                <c:pt idx="78088">
                  <c:v>45826.800694444442</c:v>
                </c:pt>
                <c:pt idx="78089">
                  <c:v>45901.01458333333</c:v>
                </c:pt>
                <c:pt idx="78090">
                  <c:v>45978.637499999997</c:v>
                </c:pt>
                <c:pt idx="78091">
                  <c:v>45509.604166666657</c:v>
                </c:pt>
                <c:pt idx="78092">
                  <c:v>45646.625</c:v>
                </c:pt>
                <c:pt idx="78093">
                  <c:v>45663.670138888891</c:v>
                </c:pt>
                <c:pt idx="78094">
                  <c:v>45757.544444444437</c:v>
                </c:pt>
                <c:pt idx="78095">
                  <c:v>45699.740972222222</c:v>
                </c:pt>
                <c:pt idx="78096">
                  <c:v>45734.830555555563</c:v>
                </c:pt>
                <c:pt idx="78097">
                  <c:v>45844.928472222222</c:v>
                </c:pt>
                <c:pt idx="78098">
                  <c:v>45972.8125</c:v>
                </c:pt>
                <c:pt idx="78099">
                  <c:v>45810.404166666667</c:v>
                </c:pt>
                <c:pt idx="78100">
                  <c:v>45815.925000000003</c:v>
                </c:pt>
                <c:pt idx="78101">
                  <c:v>45943.438194444447</c:v>
                </c:pt>
                <c:pt idx="78102">
                  <c:v>45908.92083333333</c:v>
                </c:pt>
                <c:pt idx="78103">
                  <c:v>45792.865972222222</c:v>
                </c:pt>
                <c:pt idx="78104">
                  <c:v>46005.882638888892</c:v>
                </c:pt>
                <c:pt idx="78105">
                  <c:v>45472.879166666673</c:v>
                </c:pt>
                <c:pt idx="78106">
                  <c:v>45521.438888888893</c:v>
                </c:pt>
                <c:pt idx="78107">
                  <c:v>45879.487500000003</c:v>
                </c:pt>
                <c:pt idx="78108">
                  <c:v>45808.877083333333</c:v>
                </c:pt>
                <c:pt idx="78109">
                  <c:v>45811.938194444447</c:v>
                </c:pt>
                <c:pt idx="78110">
                  <c:v>45445.476388888892</c:v>
                </c:pt>
                <c:pt idx="78111">
                  <c:v>45374.852083333331</c:v>
                </c:pt>
                <c:pt idx="78112">
                  <c:v>45755.792361111111</c:v>
                </c:pt>
                <c:pt idx="78113">
                  <c:v>45708.838888888888</c:v>
                </c:pt>
                <c:pt idx="78114">
                  <c:v>45338.549305555563</c:v>
                </c:pt>
                <c:pt idx="78115">
                  <c:v>45909.489583333343</c:v>
                </c:pt>
                <c:pt idx="78116">
                  <c:v>45833.523611111108</c:v>
                </c:pt>
                <c:pt idx="78117">
                  <c:v>45928.915277777778</c:v>
                </c:pt>
                <c:pt idx="78118">
                  <c:v>45822.707638888889</c:v>
                </c:pt>
                <c:pt idx="78119">
                  <c:v>45813.581944444442</c:v>
                </c:pt>
                <c:pt idx="78120">
                  <c:v>46000.398611111108</c:v>
                </c:pt>
                <c:pt idx="78121">
                  <c:v>45971.464583333327</c:v>
                </c:pt>
                <c:pt idx="78122">
                  <c:v>45855.570833333331</c:v>
                </c:pt>
                <c:pt idx="78123">
                  <c:v>45884.659722222219</c:v>
                </c:pt>
                <c:pt idx="78124">
                  <c:v>45946.443055555559</c:v>
                </c:pt>
                <c:pt idx="78125">
                  <c:v>45642.468055555553</c:v>
                </c:pt>
                <c:pt idx="78126">
                  <c:v>45840.541666666657</c:v>
                </c:pt>
                <c:pt idx="78127">
                  <c:v>45810.427777777782</c:v>
                </c:pt>
                <c:pt idx="78128">
                  <c:v>45756.405555555553</c:v>
                </c:pt>
                <c:pt idx="78129">
                  <c:v>45701.435416666667</c:v>
                </c:pt>
                <c:pt idx="78130">
                  <c:v>45790.504861111112</c:v>
                </c:pt>
                <c:pt idx="78131">
                  <c:v>45720.359027777777</c:v>
                </c:pt>
                <c:pt idx="78132">
                  <c:v>45671.364583333343</c:v>
                </c:pt>
                <c:pt idx="78133">
                  <c:v>45821.436111111107</c:v>
                </c:pt>
                <c:pt idx="78134">
                  <c:v>45775.376388888893</c:v>
                </c:pt>
                <c:pt idx="78135">
                  <c:v>45740.347222222219</c:v>
                </c:pt>
                <c:pt idx="78136">
                  <c:v>45862.375694444447</c:v>
                </c:pt>
                <c:pt idx="78137">
                  <c:v>45766.654166666667</c:v>
                </c:pt>
                <c:pt idx="78138">
                  <c:v>45894.486805555563</c:v>
                </c:pt>
                <c:pt idx="78139">
                  <c:v>45304.480555555558</c:v>
                </c:pt>
                <c:pt idx="78140">
                  <c:v>45417.595138888893</c:v>
                </c:pt>
                <c:pt idx="78141">
                  <c:v>45862.702777777777</c:v>
                </c:pt>
                <c:pt idx="78142">
                  <c:v>45833.713194444441</c:v>
                </c:pt>
                <c:pt idx="78143">
                  <c:v>45985.961111111108</c:v>
                </c:pt>
                <c:pt idx="78144">
                  <c:v>45932.772222222222</c:v>
                </c:pt>
                <c:pt idx="78145">
                  <c:v>45874.640972222223</c:v>
                </c:pt>
                <c:pt idx="78146">
                  <c:v>45955.717361111107</c:v>
                </c:pt>
                <c:pt idx="78147">
                  <c:v>46008.593055555553</c:v>
                </c:pt>
                <c:pt idx="78148">
                  <c:v>45905.57708333333</c:v>
                </c:pt>
                <c:pt idx="78149">
                  <c:v>45886.509027777778</c:v>
                </c:pt>
                <c:pt idx="78150">
                  <c:v>45608.645833333343</c:v>
                </c:pt>
                <c:pt idx="78151">
                  <c:v>45757.367361111108</c:v>
                </c:pt>
                <c:pt idx="78152">
                  <c:v>45791.314583333333</c:v>
                </c:pt>
                <c:pt idx="78153">
                  <c:v>45700.415277777778</c:v>
                </c:pt>
                <c:pt idx="78154">
                  <c:v>45890.581250000003</c:v>
                </c:pt>
                <c:pt idx="78155">
                  <c:v>45926.67083333333</c:v>
                </c:pt>
                <c:pt idx="78156">
                  <c:v>45615.416666666657</c:v>
                </c:pt>
                <c:pt idx="78157">
                  <c:v>46019.420138888891</c:v>
                </c:pt>
                <c:pt idx="78158">
                  <c:v>45625.463888888888</c:v>
                </c:pt>
                <c:pt idx="78159">
                  <c:v>45959.059027777781</c:v>
                </c:pt>
                <c:pt idx="78160">
                  <c:v>45756.603472222218</c:v>
                </c:pt>
                <c:pt idx="78161">
                  <c:v>45523.71875</c:v>
                </c:pt>
                <c:pt idx="78162">
                  <c:v>45502.697916666657</c:v>
                </c:pt>
                <c:pt idx="78163">
                  <c:v>45384.782638888893</c:v>
                </c:pt>
                <c:pt idx="78164">
                  <c:v>45801.506249999999</c:v>
                </c:pt>
                <c:pt idx="78165">
                  <c:v>45855.40347222222</c:v>
                </c:pt>
                <c:pt idx="78166">
                  <c:v>45715.602083333331</c:v>
                </c:pt>
                <c:pt idx="78167">
                  <c:v>45743.557638888888</c:v>
                </c:pt>
                <c:pt idx="78168">
                  <c:v>45890.504861111112</c:v>
                </c:pt>
                <c:pt idx="78169">
                  <c:v>45883.538194444453</c:v>
                </c:pt>
                <c:pt idx="78170">
                  <c:v>45515.902777777781</c:v>
                </c:pt>
                <c:pt idx="78171">
                  <c:v>45491.786805555559</c:v>
                </c:pt>
                <c:pt idx="78172">
                  <c:v>45798.724999999999</c:v>
                </c:pt>
                <c:pt idx="78173">
                  <c:v>45880.547222222223</c:v>
                </c:pt>
                <c:pt idx="78174">
                  <c:v>45962.341666666667</c:v>
                </c:pt>
                <c:pt idx="78175">
                  <c:v>45417.530555555553</c:v>
                </c:pt>
                <c:pt idx="78176">
                  <c:v>45550.68472222222</c:v>
                </c:pt>
                <c:pt idx="78177">
                  <c:v>45492.452777777777</c:v>
                </c:pt>
                <c:pt idx="78178">
                  <c:v>45474.328472222223</c:v>
                </c:pt>
                <c:pt idx="78179">
                  <c:v>45958.583333333343</c:v>
                </c:pt>
                <c:pt idx="78180">
                  <c:v>45979.548611111109</c:v>
                </c:pt>
                <c:pt idx="78181">
                  <c:v>45944.693749999999</c:v>
                </c:pt>
                <c:pt idx="78182">
                  <c:v>46020.65347222222</c:v>
                </c:pt>
                <c:pt idx="78183">
                  <c:v>45881.802777777782</c:v>
                </c:pt>
                <c:pt idx="78184">
                  <c:v>45909.681250000001</c:v>
                </c:pt>
                <c:pt idx="78185">
                  <c:v>45987.943749999999</c:v>
                </c:pt>
                <c:pt idx="78186">
                  <c:v>46005.041666666657</c:v>
                </c:pt>
                <c:pt idx="78187">
                  <c:v>45971.838194444441</c:v>
                </c:pt>
                <c:pt idx="78188">
                  <c:v>45960.666666666657</c:v>
                </c:pt>
                <c:pt idx="78189">
                  <c:v>45899.731249999997</c:v>
                </c:pt>
                <c:pt idx="78190">
                  <c:v>45696.318749999999</c:v>
                </c:pt>
                <c:pt idx="78191">
                  <c:v>45921.724305555559</c:v>
                </c:pt>
                <c:pt idx="78192">
                  <c:v>45803.789583333331</c:v>
                </c:pt>
                <c:pt idx="78193">
                  <c:v>45327.373611111107</c:v>
                </c:pt>
                <c:pt idx="78194">
                  <c:v>45407.529166666667</c:v>
                </c:pt>
                <c:pt idx="78195">
                  <c:v>45458.851388888892</c:v>
                </c:pt>
                <c:pt idx="78196">
                  <c:v>45634.055555555547</c:v>
                </c:pt>
                <c:pt idx="78197">
                  <c:v>45893.536805555559</c:v>
                </c:pt>
                <c:pt idx="78198">
                  <c:v>45438.509027777778</c:v>
                </c:pt>
                <c:pt idx="78199">
                  <c:v>45316.35</c:v>
                </c:pt>
                <c:pt idx="78200">
                  <c:v>45573.49722222222</c:v>
                </c:pt>
                <c:pt idx="78201">
                  <c:v>45525.286111111112</c:v>
                </c:pt>
                <c:pt idx="78202">
                  <c:v>45562.443749999999</c:v>
                </c:pt>
                <c:pt idx="78203">
                  <c:v>45546.871527777781</c:v>
                </c:pt>
                <c:pt idx="78204">
                  <c:v>45541.363888888889</c:v>
                </c:pt>
                <c:pt idx="78205">
                  <c:v>45597.770138888889</c:v>
                </c:pt>
                <c:pt idx="78206">
                  <c:v>45517.558333333327</c:v>
                </c:pt>
                <c:pt idx="78207">
                  <c:v>45553.320138888892</c:v>
                </c:pt>
                <c:pt idx="78208">
                  <c:v>45785.368750000001</c:v>
                </c:pt>
                <c:pt idx="78209">
                  <c:v>45512.90625</c:v>
                </c:pt>
                <c:pt idx="78210">
                  <c:v>45779.84375</c:v>
                </c:pt>
                <c:pt idx="78211">
                  <c:v>45834.886805555558</c:v>
                </c:pt>
                <c:pt idx="78212">
                  <c:v>45988.713888888888</c:v>
                </c:pt>
                <c:pt idx="78213">
                  <c:v>45652.467361111107</c:v>
                </c:pt>
                <c:pt idx="78214">
                  <c:v>45705.365972222222</c:v>
                </c:pt>
                <c:pt idx="78215">
                  <c:v>45794.431250000001</c:v>
                </c:pt>
                <c:pt idx="78216">
                  <c:v>45864.291666666657</c:v>
                </c:pt>
                <c:pt idx="78217">
                  <c:v>45910.293055555558</c:v>
                </c:pt>
                <c:pt idx="78218">
                  <c:v>45766.283333333333</c:v>
                </c:pt>
                <c:pt idx="78219">
                  <c:v>45590.268750000003</c:v>
                </c:pt>
                <c:pt idx="78220">
                  <c:v>45881.320138888892</c:v>
                </c:pt>
                <c:pt idx="78221">
                  <c:v>45709.602083333331</c:v>
                </c:pt>
                <c:pt idx="78222">
                  <c:v>45849.456250000003</c:v>
                </c:pt>
                <c:pt idx="78223">
                  <c:v>45816.411805555559</c:v>
                </c:pt>
                <c:pt idx="78224">
                  <c:v>45749.618750000001</c:v>
                </c:pt>
                <c:pt idx="78225">
                  <c:v>45657.304166666669</c:v>
                </c:pt>
                <c:pt idx="78226">
                  <c:v>45509.602083333331</c:v>
                </c:pt>
                <c:pt idx="78227">
                  <c:v>45414.759027777778</c:v>
                </c:pt>
                <c:pt idx="78228">
                  <c:v>45551.616666666669</c:v>
                </c:pt>
                <c:pt idx="78229">
                  <c:v>45505.849305555559</c:v>
                </c:pt>
                <c:pt idx="78230">
                  <c:v>45525.612500000003</c:v>
                </c:pt>
                <c:pt idx="78231">
                  <c:v>45389.574305555558</c:v>
                </c:pt>
                <c:pt idx="78232">
                  <c:v>45437.65625</c:v>
                </c:pt>
                <c:pt idx="78233">
                  <c:v>45574.549305555563</c:v>
                </c:pt>
                <c:pt idx="78234">
                  <c:v>45826.568749999999</c:v>
                </c:pt>
                <c:pt idx="78235">
                  <c:v>45340.849305555559</c:v>
                </c:pt>
                <c:pt idx="78236">
                  <c:v>45454.584722222222</c:v>
                </c:pt>
                <c:pt idx="78237">
                  <c:v>45792.604861111111</c:v>
                </c:pt>
                <c:pt idx="78238">
                  <c:v>45762.372916666667</c:v>
                </c:pt>
                <c:pt idx="78239">
                  <c:v>45721.755555555559</c:v>
                </c:pt>
                <c:pt idx="78240">
                  <c:v>45971.17083333333</c:v>
                </c:pt>
                <c:pt idx="78241">
                  <c:v>45937.864583333343</c:v>
                </c:pt>
                <c:pt idx="78242">
                  <c:v>45746.518750000003</c:v>
                </c:pt>
                <c:pt idx="78243">
                  <c:v>45785.422222222223</c:v>
                </c:pt>
                <c:pt idx="78244">
                  <c:v>45814.526388888888</c:v>
                </c:pt>
                <c:pt idx="78245">
                  <c:v>45694.605555555558</c:v>
                </c:pt>
                <c:pt idx="78246">
                  <c:v>45871.302777777782</c:v>
                </c:pt>
                <c:pt idx="78247">
                  <c:v>45374.861805555563</c:v>
                </c:pt>
                <c:pt idx="78248">
                  <c:v>45943.879861111112</c:v>
                </c:pt>
                <c:pt idx="78249">
                  <c:v>45460.870833333327</c:v>
                </c:pt>
                <c:pt idx="78250">
                  <c:v>45520.477777777778</c:v>
                </c:pt>
                <c:pt idx="78251">
                  <c:v>45974.306944444441</c:v>
                </c:pt>
                <c:pt idx="78252">
                  <c:v>45502.477083333331</c:v>
                </c:pt>
                <c:pt idx="78253">
                  <c:v>45546.546527777777</c:v>
                </c:pt>
                <c:pt idx="78254">
                  <c:v>45932.914583333331</c:v>
                </c:pt>
                <c:pt idx="78255">
                  <c:v>45540.876388888893</c:v>
                </c:pt>
                <c:pt idx="78256">
                  <c:v>45930.870833333327</c:v>
                </c:pt>
                <c:pt idx="78257">
                  <c:v>45491.375</c:v>
                </c:pt>
                <c:pt idx="78258">
                  <c:v>45834.558333333327</c:v>
                </c:pt>
                <c:pt idx="78259">
                  <c:v>45732.45416666667</c:v>
                </c:pt>
                <c:pt idx="78260">
                  <c:v>45848.355555555558</c:v>
                </c:pt>
                <c:pt idx="78261">
                  <c:v>45789.895138888889</c:v>
                </c:pt>
                <c:pt idx="78262">
                  <c:v>45784.339583333327</c:v>
                </c:pt>
                <c:pt idx="78263">
                  <c:v>45759.736111111109</c:v>
                </c:pt>
                <c:pt idx="78264">
                  <c:v>45853.424305555563</c:v>
                </c:pt>
                <c:pt idx="78265">
                  <c:v>45871.520833333343</c:v>
                </c:pt>
                <c:pt idx="78266">
                  <c:v>45741.415277777778</c:v>
                </c:pt>
                <c:pt idx="78267">
                  <c:v>45825.707638888889</c:v>
                </c:pt>
                <c:pt idx="78268">
                  <c:v>45992.472222222219</c:v>
                </c:pt>
                <c:pt idx="78269">
                  <c:v>45606.572222222218</c:v>
                </c:pt>
                <c:pt idx="78270">
                  <c:v>45879.206944444442</c:v>
                </c:pt>
                <c:pt idx="78271">
                  <c:v>45905.52847222222</c:v>
                </c:pt>
                <c:pt idx="78272">
                  <c:v>45977.20416666667</c:v>
                </c:pt>
                <c:pt idx="78273">
                  <c:v>45951.900694444441</c:v>
                </c:pt>
                <c:pt idx="78274">
                  <c:v>45930.217361111107</c:v>
                </c:pt>
                <c:pt idx="78275">
                  <c:v>46002.461111111108</c:v>
                </c:pt>
                <c:pt idx="78276">
                  <c:v>45887.401388888888</c:v>
                </c:pt>
                <c:pt idx="78277">
                  <c:v>45648.712500000001</c:v>
                </c:pt>
                <c:pt idx="78278">
                  <c:v>45346.409722222219</c:v>
                </c:pt>
                <c:pt idx="78279">
                  <c:v>45774.466666666667</c:v>
                </c:pt>
                <c:pt idx="78280">
                  <c:v>45386.480555555558</c:v>
                </c:pt>
                <c:pt idx="78281">
                  <c:v>45798.536111111112</c:v>
                </c:pt>
                <c:pt idx="78282">
                  <c:v>45383.342361111107</c:v>
                </c:pt>
                <c:pt idx="78283">
                  <c:v>45364.61041666667</c:v>
                </c:pt>
                <c:pt idx="78284">
                  <c:v>45499.325694444437</c:v>
                </c:pt>
                <c:pt idx="78285">
                  <c:v>45932.345833333333</c:v>
                </c:pt>
                <c:pt idx="78286">
                  <c:v>45410.422222222223</c:v>
                </c:pt>
                <c:pt idx="78287">
                  <c:v>45429.341666666667</c:v>
                </c:pt>
                <c:pt idx="78288">
                  <c:v>45459.737500000003</c:v>
                </c:pt>
                <c:pt idx="78289">
                  <c:v>45296.798611111109</c:v>
                </c:pt>
                <c:pt idx="78290">
                  <c:v>45488.989583333343</c:v>
                </c:pt>
                <c:pt idx="78291">
                  <c:v>45692.65625</c:v>
                </c:pt>
                <c:pt idx="78292">
                  <c:v>45806.890972222223</c:v>
                </c:pt>
                <c:pt idx="78293">
                  <c:v>45628.684027777781</c:v>
                </c:pt>
                <c:pt idx="78294">
                  <c:v>45494.745833333327</c:v>
                </c:pt>
                <c:pt idx="78295">
                  <c:v>45863.65</c:v>
                </c:pt>
                <c:pt idx="78296">
                  <c:v>45950.797222222223</c:v>
                </c:pt>
                <c:pt idx="78297">
                  <c:v>45644.740277777782</c:v>
                </c:pt>
                <c:pt idx="78298">
                  <c:v>45495.552777777782</c:v>
                </c:pt>
                <c:pt idx="78299">
                  <c:v>45761.859722222223</c:v>
                </c:pt>
                <c:pt idx="78300">
                  <c:v>45551.834722222222</c:v>
                </c:pt>
                <c:pt idx="78301">
                  <c:v>45831.790277777778</c:v>
                </c:pt>
                <c:pt idx="78302">
                  <c:v>45798.988194444442</c:v>
                </c:pt>
                <c:pt idx="78303">
                  <c:v>45874.978472222218</c:v>
                </c:pt>
                <c:pt idx="78304">
                  <c:v>45821.85</c:v>
                </c:pt>
                <c:pt idx="78305">
                  <c:v>45921.964583333327</c:v>
                </c:pt>
                <c:pt idx="78306">
                  <c:v>45673.720138888893</c:v>
                </c:pt>
                <c:pt idx="78307">
                  <c:v>45673.720138888893</c:v>
                </c:pt>
                <c:pt idx="78308">
                  <c:v>45673.720138888893</c:v>
                </c:pt>
                <c:pt idx="78309">
                  <c:v>45579.507638888892</c:v>
                </c:pt>
                <c:pt idx="78310">
                  <c:v>45900.171527777777</c:v>
                </c:pt>
                <c:pt idx="78311">
                  <c:v>45527.636805555558</c:v>
                </c:pt>
                <c:pt idx="78312">
                  <c:v>45743.470138888893</c:v>
                </c:pt>
                <c:pt idx="78313">
                  <c:v>45881.362500000003</c:v>
                </c:pt>
                <c:pt idx="78314">
                  <c:v>45360.654861111107</c:v>
                </c:pt>
                <c:pt idx="78315">
                  <c:v>45452.538194444453</c:v>
                </c:pt>
                <c:pt idx="78316">
                  <c:v>45372.738888888889</c:v>
                </c:pt>
                <c:pt idx="78317">
                  <c:v>45838.640277777777</c:v>
                </c:pt>
                <c:pt idx="78318">
                  <c:v>45784.363194444442</c:v>
                </c:pt>
                <c:pt idx="78319">
                  <c:v>45752.488888888889</c:v>
                </c:pt>
                <c:pt idx="78320">
                  <c:v>45874.285416666673</c:v>
                </c:pt>
                <c:pt idx="78321">
                  <c:v>45974.321527777778</c:v>
                </c:pt>
                <c:pt idx="78322">
                  <c:v>45921.478472222218</c:v>
                </c:pt>
                <c:pt idx="78323">
                  <c:v>45894.95416666667</c:v>
                </c:pt>
                <c:pt idx="78324">
                  <c:v>45859.565972222219</c:v>
                </c:pt>
                <c:pt idx="78325">
                  <c:v>45864.763888888891</c:v>
                </c:pt>
                <c:pt idx="78326">
                  <c:v>45932.804166666669</c:v>
                </c:pt>
                <c:pt idx="78327">
                  <c:v>45991.634722222218</c:v>
                </c:pt>
                <c:pt idx="78328">
                  <c:v>45855.90347222222</c:v>
                </c:pt>
                <c:pt idx="78329">
                  <c:v>45981.865277777782</c:v>
                </c:pt>
                <c:pt idx="78330">
                  <c:v>45819.797222222223</c:v>
                </c:pt>
                <c:pt idx="78331">
                  <c:v>45916.752083333333</c:v>
                </c:pt>
                <c:pt idx="78332">
                  <c:v>45707.907638888893</c:v>
                </c:pt>
                <c:pt idx="78333">
                  <c:v>45950.782638888893</c:v>
                </c:pt>
                <c:pt idx="78334">
                  <c:v>45997.648611111108</c:v>
                </c:pt>
                <c:pt idx="78335">
                  <c:v>45895.854861111111</c:v>
                </c:pt>
                <c:pt idx="78336">
                  <c:v>45971.731249999997</c:v>
                </c:pt>
                <c:pt idx="78337">
                  <c:v>45926.822916666657</c:v>
                </c:pt>
                <c:pt idx="78338">
                  <c:v>45900.557638888888</c:v>
                </c:pt>
                <c:pt idx="78339">
                  <c:v>45690.865277777782</c:v>
                </c:pt>
                <c:pt idx="78340">
                  <c:v>45795.590277777781</c:v>
                </c:pt>
                <c:pt idx="78341">
                  <c:v>45570.535416666673</c:v>
                </c:pt>
                <c:pt idx="78342">
                  <c:v>45465.734722222223</c:v>
                </c:pt>
                <c:pt idx="78343">
                  <c:v>45404.42083333333</c:v>
                </c:pt>
                <c:pt idx="78344">
                  <c:v>45367.584722222222</c:v>
                </c:pt>
                <c:pt idx="78345">
                  <c:v>45987.370833333327</c:v>
                </c:pt>
                <c:pt idx="78346">
                  <c:v>45909.439583333333</c:v>
                </c:pt>
                <c:pt idx="78347">
                  <c:v>45790.671527777777</c:v>
                </c:pt>
                <c:pt idx="78348">
                  <c:v>45662.665972222218</c:v>
                </c:pt>
                <c:pt idx="78349">
                  <c:v>45733.559027777781</c:v>
                </c:pt>
                <c:pt idx="78350">
                  <c:v>45462.532638888893</c:v>
                </c:pt>
                <c:pt idx="78351">
                  <c:v>45572.481249999997</c:v>
                </c:pt>
                <c:pt idx="78352">
                  <c:v>45838.496527777781</c:v>
                </c:pt>
                <c:pt idx="78353">
                  <c:v>45329.60833333333</c:v>
                </c:pt>
                <c:pt idx="78354">
                  <c:v>45808.561805555553</c:v>
                </c:pt>
                <c:pt idx="78355">
                  <c:v>45687.788194444453</c:v>
                </c:pt>
                <c:pt idx="78356">
                  <c:v>45674.636805555558</c:v>
                </c:pt>
                <c:pt idx="78357">
                  <c:v>45322.859027777777</c:v>
                </c:pt>
                <c:pt idx="78358">
                  <c:v>45712.50277777778</c:v>
                </c:pt>
                <c:pt idx="78359">
                  <c:v>45741.711805555547</c:v>
                </c:pt>
                <c:pt idx="78360">
                  <c:v>45403.402777777781</c:v>
                </c:pt>
                <c:pt idx="78361">
                  <c:v>45478.638888888891</c:v>
                </c:pt>
                <c:pt idx="78362">
                  <c:v>45359.551388888889</c:v>
                </c:pt>
                <c:pt idx="78363">
                  <c:v>45635.386805555558</c:v>
                </c:pt>
                <c:pt idx="78364">
                  <c:v>45373.48333333333</c:v>
                </c:pt>
                <c:pt idx="78365">
                  <c:v>45661.547222222223</c:v>
                </c:pt>
                <c:pt idx="78366">
                  <c:v>45500.495138888888</c:v>
                </c:pt>
                <c:pt idx="78367">
                  <c:v>45831.804861111108</c:v>
                </c:pt>
                <c:pt idx="78368">
                  <c:v>45775.425694444442</c:v>
                </c:pt>
                <c:pt idx="78369">
                  <c:v>45961.465277777781</c:v>
                </c:pt>
                <c:pt idx="78370">
                  <c:v>45692.775000000001</c:v>
                </c:pt>
                <c:pt idx="78371">
                  <c:v>45893.679861111108</c:v>
                </c:pt>
                <c:pt idx="78372">
                  <c:v>45748.777777777781</c:v>
                </c:pt>
                <c:pt idx="78373">
                  <c:v>45684.495138888888</c:v>
                </c:pt>
                <c:pt idx="78374">
                  <c:v>45667.308333333327</c:v>
                </c:pt>
                <c:pt idx="78375">
                  <c:v>45902.614583333343</c:v>
                </c:pt>
                <c:pt idx="78376">
                  <c:v>45783.755555555559</c:v>
                </c:pt>
                <c:pt idx="78377">
                  <c:v>45917.729861111111</c:v>
                </c:pt>
                <c:pt idx="78378">
                  <c:v>45839.692361111112</c:v>
                </c:pt>
                <c:pt idx="78379">
                  <c:v>45618.538888888892</c:v>
                </c:pt>
                <c:pt idx="78380">
                  <c:v>45695.578472222223</c:v>
                </c:pt>
                <c:pt idx="78381">
                  <c:v>45923.729166666657</c:v>
                </c:pt>
                <c:pt idx="78382">
                  <c:v>45665.439583333333</c:v>
                </c:pt>
                <c:pt idx="78383">
                  <c:v>45556.6875</c:v>
                </c:pt>
                <c:pt idx="78384">
                  <c:v>45539.675694444442</c:v>
                </c:pt>
                <c:pt idx="78385">
                  <c:v>45362.805555555547</c:v>
                </c:pt>
                <c:pt idx="78386">
                  <c:v>45628.730555555558</c:v>
                </c:pt>
                <c:pt idx="78387">
                  <c:v>45776.615972222222</c:v>
                </c:pt>
                <c:pt idx="78388">
                  <c:v>45650.896527777782</c:v>
                </c:pt>
                <c:pt idx="78389">
                  <c:v>45834.744444444441</c:v>
                </c:pt>
                <c:pt idx="78390">
                  <c:v>45476.802777777782</c:v>
                </c:pt>
                <c:pt idx="78391">
                  <c:v>45775.293749999997</c:v>
                </c:pt>
                <c:pt idx="78392">
                  <c:v>45295.353472222218</c:v>
                </c:pt>
                <c:pt idx="78393">
                  <c:v>45981.306250000001</c:v>
                </c:pt>
                <c:pt idx="78394">
                  <c:v>45878.488194444442</c:v>
                </c:pt>
                <c:pt idx="78395">
                  <c:v>45693.533333333333</c:v>
                </c:pt>
                <c:pt idx="78396">
                  <c:v>46007.56527777778</c:v>
                </c:pt>
                <c:pt idx="78397">
                  <c:v>45762.829861111109</c:v>
                </c:pt>
                <c:pt idx="78398">
                  <c:v>45798.600694444453</c:v>
                </c:pt>
                <c:pt idx="78399">
                  <c:v>45681.3</c:v>
                </c:pt>
                <c:pt idx="78400">
                  <c:v>45742.892361111109</c:v>
                </c:pt>
                <c:pt idx="78401">
                  <c:v>45835.449305555558</c:v>
                </c:pt>
                <c:pt idx="78402">
                  <c:v>45492.423611111109</c:v>
                </c:pt>
                <c:pt idx="78403">
                  <c:v>45371.677777777782</c:v>
                </c:pt>
                <c:pt idx="78404">
                  <c:v>45748.819444444453</c:v>
                </c:pt>
                <c:pt idx="78405">
                  <c:v>45882.86041666667</c:v>
                </c:pt>
                <c:pt idx="78406">
                  <c:v>45609.854861111111</c:v>
                </c:pt>
                <c:pt idx="78407">
                  <c:v>45953.926388888889</c:v>
                </c:pt>
                <c:pt idx="78408">
                  <c:v>45972.770138888889</c:v>
                </c:pt>
                <c:pt idx="78409">
                  <c:v>45992.501388888893</c:v>
                </c:pt>
                <c:pt idx="78410">
                  <c:v>46017.480555555558</c:v>
                </c:pt>
                <c:pt idx="78411">
                  <c:v>46002.515972222223</c:v>
                </c:pt>
                <c:pt idx="78412">
                  <c:v>45771.487500000003</c:v>
                </c:pt>
                <c:pt idx="78413">
                  <c:v>45827.328472222223</c:v>
                </c:pt>
                <c:pt idx="78414">
                  <c:v>45971.560416666667</c:v>
                </c:pt>
                <c:pt idx="78415">
                  <c:v>45875.56527777778</c:v>
                </c:pt>
                <c:pt idx="78416">
                  <c:v>46023.87777777778</c:v>
                </c:pt>
                <c:pt idx="78417">
                  <c:v>45796.729166666657</c:v>
                </c:pt>
                <c:pt idx="78418">
                  <c:v>45752.595138888893</c:v>
                </c:pt>
                <c:pt idx="78419">
                  <c:v>45867.423611111109</c:v>
                </c:pt>
                <c:pt idx="78420">
                  <c:v>45336.556250000001</c:v>
                </c:pt>
                <c:pt idx="78421">
                  <c:v>45617.707638888889</c:v>
                </c:pt>
                <c:pt idx="78422">
                  <c:v>45773.708333333343</c:v>
                </c:pt>
                <c:pt idx="78423">
                  <c:v>45472.848611111112</c:v>
                </c:pt>
                <c:pt idx="78424">
                  <c:v>45441.689583333333</c:v>
                </c:pt>
                <c:pt idx="78425">
                  <c:v>45688.672222222223</c:v>
                </c:pt>
                <c:pt idx="78426">
                  <c:v>45944.570833333331</c:v>
                </c:pt>
                <c:pt idx="78427">
                  <c:v>45688.672222222223</c:v>
                </c:pt>
                <c:pt idx="78428">
                  <c:v>45944.570833333331</c:v>
                </c:pt>
                <c:pt idx="78429">
                  <c:v>45987.818055555559</c:v>
                </c:pt>
                <c:pt idx="78430">
                  <c:v>45842.322916666657</c:v>
                </c:pt>
                <c:pt idx="78431">
                  <c:v>45304.85</c:v>
                </c:pt>
                <c:pt idx="78432">
                  <c:v>45379.375694444447</c:v>
                </c:pt>
                <c:pt idx="78433">
                  <c:v>45516.819444444453</c:v>
                </c:pt>
                <c:pt idx="78434">
                  <c:v>46004.415277777778</c:v>
                </c:pt>
                <c:pt idx="78435">
                  <c:v>45456.854166666657</c:v>
                </c:pt>
                <c:pt idx="78436">
                  <c:v>45301.427777777782</c:v>
                </c:pt>
                <c:pt idx="78437">
                  <c:v>45428.834722222222</c:v>
                </c:pt>
                <c:pt idx="78438">
                  <c:v>45791.743750000001</c:v>
                </c:pt>
                <c:pt idx="78439">
                  <c:v>45433.441666666673</c:v>
                </c:pt>
                <c:pt idx="78440">
                  <c:v>45659.040277777778</c:v>
                </c:pt>
                <c:pt idx="78441">
                  <c:v>45725.648611111108</c:v>
                </c:pt>
                <c:pt idx="78442">
                  <c:v>45725.648611111108</c:v>
                </c:pt>
                <c:pt idx="78443">
                  <c:v>45865.454861111109</c:v>
                </c:pt>
                <c:pt idx="78444">
                  <c:v>45915.755555555559</c:v>
                </c:pt>
                <c:pt idx="78445">
                  <c:v>45808.817361111112</c:v>
                </c:pt>
                <c:pt idx="78446">
                  <c:v>45963.36041666667</c:v>
                </c:pt>
                <c:pt idx="78447">
                  <c:v>45978.34652777778</c:v>
                </c:pt>
                <c:pt idx="78448">
                  <c:v>45933.881944444453</c:v>
                </c:pt>
                <c:pt idx="78449">
                  <c:v>45906.470833333333</c:v>
                </c:pt>
                <c:pt idx="78450">
                  <c:v>45917.863194444442</c:v>
                </c:pt>
                <c:pt idx="78451">
                  <c:v>45976.021527777782</c:v>
                </c:pt>
                <c:pt idx="78452">
                  <c:v>46006.351388888892</c:v>
                </c:pt>
                <c:pt idx="78453">
                  <c:v>45960.322916666657</c:v>
                </c:pt>
                <c:pt idx="78454">
                  <c:v>46009.53125</c:v>
                </c:pt>
                <c:pt idx="78455">
                  <c:v>45944.513888888891</c:v>
                </c:pt>
                <c:pt idx="78456">
                  <c:v>45988.711111111108</c:v>
                </c:pt>
                <c:pt idx="78457">
                  <c:v>45918.490277777782</c:v>
                </c:pt>
                <c:pt idx="78458">
                  <c:v>45998.493055555547</c:v>
                </c:pt>
                <c:pt idx="78459">
                  <c:v>45931.504166666673</c:v>
                </c:pt>
                <c:pt idx="78460">
                  <c:v>46019.572916666657</c:v>
                </c:pt>
                <c:pt idx="78461">
                  <c:v>45793.943749999999</c:v>
                </c:pt>
                <c:pt idx="78462">
                  <c:v>45877.841666666667</c:v>
                </c:pt>
                <c:pt idx="78463">
                  <c:v>45693.73541666667</c:v>
                </c:pt>
                <c:pt idx="78464">
                  <c:v>45715.715277777781</c:v>
                </c:pt>
                <c:pt idx="78465">
                  <c:v>45979.774305555547</c:v>
                </c:pt>
                <c:pt idx="78466">
                  <c:v>45671.786805555559</c:v>
                </c:pt>
                <c:pt idx="78467">
                  <c:v>45748.772222222222</c:v>
                </c:pt>
                <c:pt idx="78468">
                  <c:v>45918.837500000001</c:v>
                </c:pt>
                <c:pt idx="78469">
                  <c:v>46017.353472222218</c:v>
                </c:pt>
                <c:pt idx="78470">
                  <c:v>45646.802777777782</c:v>
                </c:pt>
                <c:pt idx="78471">
                  <c:v>45844.524305555547</c:v>
                </c:pt>
                <c:pt idx="78472">
                  <c:v>45939.754861111112</c:v>
                </c:pt>
                <c:pt idx="78473">
                  <c:v>45703.786111111112</c:v>
                </c:pt>
                <c:pt idx="78474">
                  <c:v>45910.496527777781</c:v>
                </c:pt>
                <c:pt idx="78475">
                  <c:v>45950.621527777781</c:v>
                </c:pt>
                <c:pt idx="78476">
                  <c:v>45758.824999999997</c:v>
                </c:pt>
                <c:pt idx="78477">
                  <c:v>46001.354166666657</c:v>
                </c:pt>
                <c:pt idx="78478">
                  <c:v>45797.416666666657</c:v>
                </c:pt>
                <c:pt idx="78479">
                  <c:v>45794.42291666667</c:v>
                </c:pt>
                <c:pt idx="78480">
                  <c:v>45745.835416666669</c:v>
                </c:pt>
                <c:pt idx="78481">
                  <c:v>45886.855555555558</c:v>
                </c:pt>
                <c:pt idx="78482">
                  <c:v>45867.806250000001</c:v>
                </c:pt>
                <c:pt idx="78483">
                  <c:v>45977.684027777781</c:v>
                </c:pt>
                <c:pt idx="78484">
                  <c:v>45933.599999999999</c:v>
                </c:pt>
                <c:pt idx="78485">
                  <c:v>45773.802777777782</c:v>
                </c:pt>
                <c:pt idx="78486">
                  <c:v>45910.572916666657</c:v>
                </c:pt>
                <c:pt idx="78487">
                  <c:v>45828.144444444442</c:v>
                </c:pt>
                <c:pt idx="78488">
                  <c:v>45864.95</c:v>
                </c:pt>
                <c:pt idx="78489">
                  <c:v>45751.058333333327</c:v>
                </c:pt>
                <c:pt idx="78490">
                  <c:v>45985.777777777781</c:v>
                </c:pt>
                <c:pt idx="78491">
                  <c:v>45772.780555555553</c:v>
                </c:pt>
                <c:pt idx="78492">
                  <c:v>45652.583333333343</c:v>
                </c:pt>
                <c:pt idx="78493">
                  <c:v>45405.613194444442</c:v>
                </c:pt>
                <c:pt idx="78494">
                  <c:v>45531.672222222223</c:v>
                </c:pt>
                <c:pt idx="78495">
                  <c:v>45863.279861111107</c:v>
                </c:pt>
                <c:pt idx="78496">
                  <c:v>45602.802083333343</c:v>
                </c:pt>
                <c:pt idx="78497">
                  <c:v>45462.625694444447</c:v>
                </c:pt>
                <c:pt idx="78498">
                  <c:v>45809.840277777781</c:v>
                </c:pt>
                <c:pt idx="78499">
                  <c:v>45989.37777777778</c:v>
                </c:pt>
                <c:pt idx="78500">
                  <c:v>45905.755555555559</c:v>
                </c:pt>
                <c:pt idx="78501">
                  <c:v>45903.541666666657</c:v>
                </c:pt>
                <c:pt idx="78502">
                  <c:v>45903.541666666657</c:v>
                </c:pt>
                <c:pt idx="78503">
                  <c:v>45947.034722222219</c:v>
                </c:pt>
                <c:pt idx="78504">
                  <c:v>45894.95</c:v>
                </c:pt>
                <c:pt idx="78505">
                  <c:v>45880.45208333333</c:v>
                </c:pt>
                <c:pt idx="78506">
                  <c:v>45986.009027777778</c:v>
                </c:pt>
                <c:pt idx="78507">
                  <c:v>46008.15625</c:v>
                </c:pt>
                <c:pt idx="78508">
                  <c:v>45852.125</c:v>
                </c:pt>
                <c:pt idx="78509">
                  <c:v>46008.15625</c:v>
                </c:pt>
                <c:pt idx="78510">
                  <c:v>45947.034722222219</c:v>
                </c:pt>
                <c:pt idx="78511">
                  <c:v>45880.45208333333</c:v>
                </c:pt>
                <c:pt idx="78512">
                  <c:v>45852.125</c:v>
                </c:pt>
                <c:pt idx="78513">
                  <c:v>45986.009027777778</c:v>
                </c:pt>
                <c:pt idx="78514">
                  <c:v>45880.428472222222</c:v>
                </c:pt>
                <c:pt idx="78515">
                  <c:v>45880.428472222222</c:v>
                </c:pt>
                <c:pt idx="78516">
                  <c:v>45874.243750000001</c:v>
                </c:pt>
                <c:pt idx="78517">
                  <c:v>45922.654166666667</c:v>
                </c:pt>
                <c:pt idx="78518">
                  <c:v>45911.644444444442</c:v>
                </c:pt>
                <c:pt idx="78519">
                  <c:v>45911.644444444442</c:v>
                </c:pt>
                <c:pt idx="78520">
                  <c:v>45922.654166666667</c:v>
                </c:pt>
                <c:pt idx="78521">
                  <c:v>45874.243750000001</c:v>
                </c:pt>
                <c:pt idx="78522">
                  <c:v>45894.95</c:v>
                </c:pt>
                <c:pt idx="78523">
                  <c:v>46018.65347222222</c:v>
                </c:pt>
                <c:pt idx="78524">
                  <c:v>45956.566666666673</c:v>
                </c:pt>
                <c:pt idx="78525">
                  <c:v>45824.322222222218</c:v>
                </c:pt>
                <c:pt idx="78526">
                  <c:v>45753.277083333327</c:v>
                </c:pt>
                <c:pt idx="78527">
                  <c:v>45980.881944444453</c:v>
                </c:pt>
                <c:pt idx="78528">
                  <c:v>45443.842361111107</c:v>
                </c:pt>
                <c:pt idx="78529">
                  <c:v>45305.57916666667</c:v>
                </c:pt>
                <c:pt idx="78530">
                  <c:v>45498.845833333333</c:v>
                </c:pt>
                <c:pt idx="78531">
                  <c:v>45305.57916666667</c:v>
                </c:pt>
                <c:pt idx="78532">
                  <c:v>45739.943749999999</c:v>
                </c:pt>
                <c:pt idx="78533">
                  <c:v>45682.607638888891</c:v>
                </c:pt>
                <c:pt idx="78534">
                  <c:v>45474.48541666667</c:v>
                </c:pt>
                <c:pt idx="78535">
                  <c:v>45557.847916666673</c:v>
                </c:pt>
                <c:pt idx="78536">
                  <c:v>45788.875</c:v>
                </c:pt>
                <c:pt idx="78537">
                  <c:v>45474.48541666667</c:v>
                </c:pt>
                <c:pt idx="78538">
                  <c:v>45682.607638888891</c:v>
                </c:pt>
                <c:pt idx="78539">
                  <c:v>45980.881944444453</c:v>
                </c:pt>
                <c:pt idx="78540">
                  <c:v>45788.875</c:v>
                </c:pt>
                <c:pt idx="78541">
                  <c:v>45498.845833333333</c:v>
                </c:pt>
                <c:pt idx="78542">
                  <c:v>45443.842361111107</c:v>
                </c:pt>
                <c:pt idx="78543">
                  <c:v>45557.847916666673</c:v>
                </c:pt>
                <c:pt idx="78544">
                  <c:v>45739.943749999999</c:v>
                </c:pt>
                <c:pt idx="78545">
                  <c:v>45861.395138888889</c:v>
                </c:pt>
                <c:pt idx="78546">
                  <c:v>45448.324305555558</c:v>
                </c:pt>
                <c:pt idx="78547">
                  <c:v>45743.456250000003</c:v>
                </c:pt>
                <c:pt idx="78548">
                  <c:v>45682.54791666667</c:v>
                </c:pt>
                <c:pt idx="78549">
                  <c:v>45832.603472222218</c:v>
                </c:pt>
                <c:pt idx="78550">
                  <c:v>45559.643750000003</c:v>
                </c:pt>
                <c:pt idx="78551">
                  <c:v>45939.728472222218</c:v>
                </c:pt>
                <c:pt idx="78552">
                  <c:v>45844.34652777778</c:v>
                </c:pt>
                <c:pt idx="78553">
                  <c:v>45978.881249999999</c:v>
                </c:pt>
                <c:pt idx="78554">
                  <c:v>45877.863194444442</c:v>
                </c:pt>
                <c:pt idx="78555">
                  <c:v>45911.227777777778</c:v>
                </c:pt>
                <c:pt idx="78556">
                  <c:v>45803.712500000001</c:v>
                </c:pt>
                <c:pt idx="78557">
                  <c:v>45663.407638888893</c:v>
                </c:pt>
                <c:pt idx="78558">
                  <c:v>45729.461111111108</c:v>
                </c:pt>
                <c:pt idx="78559">
                  <c:v>45582.463888888888</c:v>
                </c:pt>
                <c:pt idx="78560">
                  <c:v>45425.541666666657</c:v>
                </c:pt>
                <c:pt idx="78561">
                  <c:v>45796.681250000001</c:v>
                </c:pt>
                <c:pt idx="78562">
                  <c:v>45356.6</c:v>
                </c:pt>
                <c:pt idx="78563">
                  <c:v>45538.538194444453</c:v>
                </c:pt>
                <c:pt idx="78564">
                  <c:v>45545.961111111108</c:v>
                </c:pt>
                <c:pt idx="78565">
                  <c:v>45596.615972222222</c:v>
                </c:pt>
                <c:pt idx="78566">
                  <c:v>45705.627083333333</c:v>
                </c:pt>
                <c:pt idx="78567">
                  <c:v>45883.422222222223</c:v>
                </c:pt>
                <c:pt idx="78568">
                  <c:v>45736.817361111112</c:v>
                </c:pt>
                <c:pt idx="78569">
                  <c:v>45681.407638888893</c:v>
                </c:pt>
                <c:pt idx="78570">
                  <c:v>45653.911805555559</c:v>
                </c:pt>
                <c:pt idx="78571">
                  <c:v>45615.420138888891</c:v>
                </c:pt>
                <c:pt idx="78572">
                  <c:v>45522.03402777778</c:v>
                </c:pt>
                <c:pt idx="78573">
                  <c:v>45629.482638888891</c:v>
                </c:pt>
                <c:pt idx="78574">
                  <c:v>45762.620138888888</c:v>
                </c:pt>
                <c:pt idx="78575">
                  <c:v>45583.947222222218</c:v>
                </c:pt>
                <c:pt idx="78576">
                  <c:v>45536.581250000003</c:v>
                </c:pt>
                <c:pt idx="78577">
                  <c:v>45566.944444444453</c:v>
                </c:pt>
                <c:pt idx="78578">
                  <c:v>45691.632638888892</c:v>
                </c:pt>
                <c:pt idx="78579">
                  <c:v>45575.643055555563</c:v>
                </c:pt>
                <c:pt idx="78580">
                  <c:v>45974.88958333333</c:v>
                </c:pt>
                <c:pt idx="78581">
                  <c:v>45609.494444444441</c:v>
                </c:pt>
                <c:pt idx="78582">
                  <c:v>46001.46875</c:v>
                </c:pt>
                <c:pt idx="78583">
                  <c:v>45411.265972222223</c:v>
                </c:pt>
                <c:pt idx="78584">
                  <c:v>45828.40902777778</c:v>
                </c:pt>
                <c:pt idx="78585">
                  <c:v>45950.488194444442</c:v>
                </c:pt>
                <c:pt idx="78586">
                  <c:v>45873.571527777778</c:v>
                </c:pt>
                <c:pt idx="78587">
                  <c:v>45387.649305555547</c:v>
                </c:pt>
                <c:pt idx="78588">
                  <c:v>45510.478472222218</c:v>
                </c:pt>
                <c:pt idx="78589">
                  <c:v>45499.564583333333</c:v>
                </c:pt>
                <c:pt idx="78590">
                  <c:v>45637.667361111111</c:v>
                </c:pt>
                <c:pt idx="78591">
                  <c:v>45806.543749999997</c:v>
                </c:pt>
                <c:pt idx="78592">
                  <c:v>45726.440972222219</c:v>
                </c:pt>
                <c:pt idx="78593">
                  <c:v>46006.700694444437</c:v>
                </c:pt>
                <c:pt idx="78594">
                  <c:v>45956.597916666673</c:v>
                </c:pt>
                <c:pt idx="78595">
                  <c:v>45746.298611111109</c:v>
                </c:pt>
                <c:pt idx="78596">
                  <c:v>45718.618750000001</c:v>
                </c:pt>
                <c:pt idx="78597">
                  <c:v>45999.252083333333</c:v>
                </c:pt>
                <c:pt idx="78598">
                  <c:v>46015.559027777781</c:v>
                </c:pt>
                <c:pt idx="78599">
                  <c:v>45781.638194444437</c:v>
                </c:pt>
                <c:pt idx="78600">
                  <c:v>45989.472916666673</c:v>
                </c:pt>
                <c:pt idx="78601">
                  <c:v>46010.253472222219</c:v>
                </c:pt>
                <c:pt idx="78602">
                  <c:v>45513.759722222218</c:v>
                </c:pt>
                <c:pt idx="78603">
                  <c:v>45977.449305555558</c:v>
                </c:pt>
                <c:pt idx="78604">
                  <c:v>45928.499305555553</c:v>
                </c:pt>
                <c:pt idx="78605">
                  <c:v>46006.777777777781</c:v>
                </c:pt>
                <c:pt idx="78606">
                  <c:v>45946.504166666673</c:v>
                </c:pt>
                <c:pt idx="78607">
                  <c:v>45803.76458333333</c:v>
                </c:pt>
                <c:pt idx="78608">
                  <c:v>45957.564583333333</c:v>
                </c:pt>
                <c:pt idx="78609">
                  <c:v>45860.695138888892</c:v>
                </c:pt>
                <c:pt idx="78610">
                  <c:v>45772.326388888891</c:v>
                </c:pt>
                <c:pt idx="78611">
                  <c:v>45755.578472222223</c:v>
                </c:pt>
                <c:pt idx="78612">
                  <c:v>45989.334722222222</c:v>
                </c:pt>
                <c:pt idx="78613">
                  <c:v>45817.364583333343</c:v>
                </c:pt>
                <c:pt idx="78614">
                  <c:v>45919.290972222218</c:v>
                </c:pt>
                <c:pt idx="78615">
                  <c:v>45745.455555555563</c:v>
                </c:pt>
                <c:pt idx="78616">
                  <c:v>45901.592361111107</c:v>
                </c:pt>
                <c:pt idx="78617">
                  <c:v>45920.754861111112</c:v>
                </c:pt>
                <c:pt idx="78618">
                  <c:v>45938.544444444437</c:v>
                </c:pt>
                <c:pt idx="78619">
                  <c:v>45989.5</c:v>
                </c:pt>
                <c:pt idx="78620">
                  <c:v>45954.692361111112</c:v>
                </c:pt>
                <c:pt idx="78621">
                  <c:v>45620.98541666667</c:v>
                </c:pt>
                <c:pt idx="78622">
                  <c:v>45659.099305555559</c:v>
                </c:pt>
                <c:pt idx="78623">
                  <c:v>45754.688888888893</c:v>
                </c:pt>
                <c:pt idx="78624">
                  <c:v>45706.955555555563</c:v>
                </c:pt>
                <c:pt idx="78625">
                  <c:v>45694.621527777781</c:v>
                </c:pt>
                <c:pt idx="78626">
                  <c:v>45610.839583333327</c:v>
                </c:pt>
                <c:pt idx="78627">
                  <c:v>45823.850694444453</c:v>
                </c:pt>
                <c:pt idx="78628">
                  <c:v>45755.42083333333</c:v>
                </c:pt>
                <c:pt idx="78629">
                  <c:v>45730.04583333333</c:v>
                </c:pt>
                <c:pt idx="78630">
                  <c:v>45773.76458333333</c:v>
                </c:pt>
                <c:pt idx="78631">
                  <c:v>45792.884027777778</c:v>
                </c:pt>
                <c:pt idx="78632">
                  <c:v>45698.984027777777</c:v>
                </c:pt>
                <c:pt idx="78633">
                  <c:v>45449.095833333333</c:v>
                </c:pt>
                <c:pt idx="78634">
                  <c:v>45709.113888888889</c:v>
                </c:pt>
                <c:pt idx="78635">
                  <c:v>45344.256944444453</c:v>
                </c:pt>
                <c:pt idx="78636">
                  <c:v>45640.033333333333</c:v>
                </c:pt>
                <c:pt idx="78637">
                  <c:v>45569.6875</c:v>
                </c:pt>
                <c:pt idx="78638">
                  <c:v>45517.428472222222</c:v>
                </c:pt>
                <c:pt idx="78639">
                  <c:v>45420.327777777777</c:v>
                </c:pt>
                <c:pt idx="78640">
                  <c:v>45471.285416666673</c:v>
                </c:pt>
                <c:pt idx="78641">
                  <c:v>45356.325694444437</c:v>
                </c:pt>
                <c:pt idx="78642">
                  <c:v>45337.453472222223</c:v>
                </c:pt>
                <c:pt idx="78643">
                  <c:v>45329.738888888889</c:v>
                </c:pt>
                <c:pt idx="78644">
                  <c:v>45337.453472222223</c:v>
                </c:pt>
                <c:pt idx="78645">
                  <c:v>45356.325694444437</c:v>
                </c:pt>
                <c:pt idx="78646">
                  <c:v>45471.285416666673</c:v>
                </c:pt>
                <c:pt idx="78647">
                  <c:v>45818.460416666669</c:v>
                </c:pt>
                <c:pt idx="78648">
                  <c:v>45818.460416666669</c:v>
                </c:pt>
                <c:pt idx="78649">
                  <c:v>45329.738888888889</c:v>
                </c:pt>
                <c:pt idx="78650">
                  <c:v>45635.645138888889</c:v>
                </c:pt>
                <c:pt idx="78651">
                  <c:v>45635.645138888889</c:v>
                </c:pt>
                <c:pt idx="78652">
                  <c:v>45874.484027777777</c:v>
                </c:pt>
                <c:pt idx="78653">
                  <c:v>45799.580555555563</c:v>
                </c:pt>
                <c:pt idx="78654">
                  <c:v>45849.7</c:v>
                </c:pt>
                <c:pt idx="78655">
                  <c:v>45768.561805555553</c:v>
                </c:pt>
                <c:pt idx="78656">
                  <c:v>45908.824305555558</c:v>
                </c:pt>
                <c:pt idx="78657">
                  <c:v>45828.675694444442</c:v>
                </c:pt>
                <c:pt idx="78658">
                  <c:v>45654.832638888889</c:v>
                </c:pt>
                <c:pt idx="78659">
                  <c:v>45986.628472222219</c:v>
                </c:pt>
                <c:pt idx="78660">
                  <c:v>45993.429166666669</c:v>
                </c:pt>
                <c:pt idx="78661">
                  <c:v>45817.456944444442</c:v>
                </c:pt>
                <c:pt idx="78662">
                  <c:v>45551.666666666657</c:v>
                </c:pt>
                <c:pt idx="78663">
                  <c:v>45511.42083333333</c:v>
                </c:pt>
                <c:pt idx="78664">
                  <c:v>45896.676388888889</c:v>
                </c:pt>
                <c:pt idx="78665">
                  <c:v>45684.655555555553</c:v>
                </c:pt>
                <c:pt idx="78666">
                  <c:v>45584.695138888892</c:v>
                </c:pt>
                <c:pt idx="78667">
                  <c:v>45710.724999999999</c:v>
                </c:pt>
                <c:pt idx="78668">
                  <c:v>45737.006249999999</c:v>
                </c:pt>
                <c:pt idx="78669">
                  <c:v>45793.885416666657</c:v>
                </c:pt>
                <c:pt idx="78670">
                  <c:v>45774.597916666673</c:v>
                </c:pt>
                <c:pt idx="78671">
                  <c:v>45685.908333333333</c:v>
                </c:pt>
                <c:pt idx="78672">
                  <c:v>45841.745833333327</c:v>
                </c:pt>
                <c:pt idx="78673">
                  <c:v>45542.9</c:v>
                </c:pt>
                <c:pt idx="78674">
                  <c:v>45542.902777777781</c:v>
                </c:pt>
                <c:pt idx="78675">
                  <c:v>45741.880555555559</c:v>
                </c:pt>
                <c:pt idx="78676">
                  <c:v>45632.629166666673</c:v>
                </c:pt>
                <c:pt idx="78677">
                  <c:v>45534.052777777782</c:v>
                </c:pt>
                <c:pt idx="78678">
                  <c:v>45918.857638888891</c:v>
                </c:pt>
                <c:pt idx="78679">
                  <c:v>45861.743055555547</c:v>
                </c:pt>
                <c:pt idx="78680">
                  <c:v>45846.79583333333</c:v>
                </c:pt>
                <c:pt idx="78681">
                  <c:v>45898.361805555563</c:v>
                </c:pt>
                <c:pt idx="78682">
                  <c:v>45985.761805555558</c:v>
                </c:pt>
                <c:pt idx="78683">
                  <c:v>46011.711111111108</c:v>
                </c:pt>
                <c:pt idx="78684">
                  <c:v>45951.75277777778</c:v>
                </c:pt>
                <c:pt idx="78685">
                  <c:v>45734.478472222218</c:v>
                </c:pt>
                <c:pt idx="78686">
                  <c:v>45939.513888888891</c:v>
                </c:pt>
                <c:pt idx="78687">
                  <c:v>45887.480555555558</c:v>
                </c:pt>
                <c:pt idx="78688">
                  <c:v>45791.425000000003</c:v>
                </c:pt>
                <c:pt idx="78689">
                  <c:v>45798.470833333333</c:v>
                </c:pt>
                <c:pt idx="78690">
                  <c:v>45825.370833333327</c:v>
                </c:pt>
                <c:pt idx="78691">
                  <c:v>45658.466666666667</c:v>
                </c:pt>
                <c:pt idx="78692">
                  <c:v>45390.786805555559</c:v>
                </c:pt>
                <c:pt idx="78693">
                  <c:v>45964.570833333331</c:v>
                </c:pt>
                <c:pt idx="78694">
                  <c:v>45313.5625</c:v>
                </c:pt>
                <c:pt idx="78695">
                  <c:v>45864.425694444442</c:v>
                </c:pt>
                <c:pt idx="78696">
                  <c:v>45454.413888888892</c:v>
                </c:pt>
                <c:pt idx="78697">
                  <c:v>45905.508333333331</c:v>
                </c:pt>
                <c:pt idx="78698">
                  <c:v>45665.436805555553</c:v>
                </c:pt>
                <c:pt idx="78699">
                  <c:v>45547.508333333331</c:v>
                </c:pt>
                <c:pt idx="78700">
                  <c:v>45695.848611111112</c:v>
                </c:pt>
                <c:pt idx="78701">
                  <c:v>45481.634722222218</c:v>
                </c:pt>
                <c:pt idx="78702">
                  <c:v>45413.496527777781</c:v>
                </c:pt>
                <c:pt idx="78703">
                  <c:v>45366.503472222219</c:v>
                </c:pt>
                <c:pt idx="78704">
                  <c:v>45456.743055555547</c:v>
                </c:pt>
                <c:pt idx="78705">
                  <c:v>45428.783333333333</c:v>
                </c:pt>
                <c:pt idx="78706">
                  <c:v>45707.875</c:v>
                </c:pt>
                <c:pt idx="78707">
                  <c:v>45644.874305555553</c:v>
                </c:pt>
                <c:pt idx="78708">
                  <c:v>45919.288888888892</c:v>
                </c:pt>
                <c:pt idx="78709">
                  <c:v>45582.724999999999</c:v>
                </c:pt>
                <c:pt idx="78710">
                  <c:v>45487.490972222222</c:v>
                </c:pt>
                <c:pt idx="78711">
                  <c:v>45670.306250000001</c:v>
                </c:pt>
                <c:pt idx="78712">
                  <c:v>45511.882638888892</c:v>
                </c:pt>
                <c:pt idx="78713">
                  <c:v>45867.695833333331</c:v>
                </c:pt>
                <c:pt idx="78714">
                  <c:v>45522.531944444447</c:v>
                </c:pt>
                <c:pt idx="78715">
                  <c:v>45477.517361111109</c:v>
                </c:pt>
                <c:pt idx="78716">
                  <c:v>45467.418055555558</c:v>
                </c:pt>
                <c:pt idx="78717">
                  <c:v>45822.655555555553</c:v>
                </c:pt>
                <c:pt idx="78718">
                  <c:v>45294.650694444441</c:v>
                </c:pt>
                <c:pt idx="78719">
                  <c:v>45401.545138888891</c:v>
                </c:pt>
                <c:pt idx="78720">
                  <c:v>45533.775000000001</c:v>
                </c:pt>
                <c:pt idx="78721">
                  <c:v>45722.315972222219</c:v>
                </c:pt>
                <c:pt idx="78722">
                  <c:v>45644.277083333327</c:v>
                </c:pt>
                <c:pt idx="78723">
                  <c:v>45817.322222222218</c:v>
                </c:pt>
                <c:pt idx="78724">
                  <c:v>45915.268750000003</c:v>
                </c:pt>
                <c:pt idx="78725">
                  <c:v>45575.390277777777</c:v>
                </c:pt>
                <c:pt idx="78726">
                  <c:v>45876.396527777782</c:v>
                </c:pt>
                <c:pt idx="78727">
                  <c:v>45710.959722222222</c:v>
                </c:pt>
                <c:pt idx="78728">
                  <c:v>45822.585416666669</c:v>
                </c:pt>
                <c:pt idx="78729">
                  <c:v>45710.959722222222</c:v>
                </c:pt>
                <c:pt idx="78730">
                  <c:v>45306.334027777782</c:v>
                </c:pt>
                <c:pt idx="78731">
                  <c:v>45306.334027777782</c:v>
                </c:pt>
                <c:pt idx="78732">
                  <c:v>45822.585416666669</c:v>
                </c:pt>
                <c:pt idx="78733">
                  <c:v>45408.790277777778</c:v>
                </c:pt>
                <c:pt idx="78734">
                  <c:v>45915.022916666669</c:v>
                </c:pt>
                <c:pt idx="78735">
                  <c:v>45408.790277777778</c:v>
                </c:pt>
                <c:pt idx="78736">
                  <c:v>45553.461111111108</c:v>
                </c:pt>
                <c:pt idx="78737">
                  <c:v>46000.92083333333</c:v>
                </c:pt>
                <c:pt idx="78738">
                  <c:v>45363.714583333327</c:v>
                </c:pt>
                <c:pt idx="78739">
                  <c:v>45553.461111111108</c:v>
                </c:pt>
                <c:pt idx="78740">
                  <c:v>45915.022916666669</c:v>
                </c:pt>
                <c:pt idx="78741">
                  <c:v>46000.92083333333</c:v>
                </c:pt>
                <c:pt idx="78742">
                  <c:v>45363.714583333327</c:v>
                </c:pt>
                <c:pt idx="78743">
                  <c:v>45594.659722222219</c:v>
                </c:pt>
                <c:pt idx="78744">
                  <c:v>45931.950694444437</c:v>
                </c:pt>
                <c:pt idx="78745">
                  <c:v>46015.32916666667</c:v>
                </c:pt>
                <c:pt idx="78746">
                  <c:v>45318.497916666667</c:v>
                </c:pt>
                <c:pt idx="78747">
                  <c:v>45339.795138888891</c:v>
                </c:pt>
                <c:pt idx="78748">
                  <c:v>45552.774305555547</c:v>
                </c:pt>
                <c:pt idx="78749">
                  <c:v>45400.295138888891</c:v>
                </c:pt>
                <c:pt idx="78750">
                  <c:v>45417.644444444442</c:v>
                </c:pt>
                <c:pt idx="78751">
                  <c:v>45876.739583333343</c:v>
                </c:pt>
                <c:pt idx="78752">
                  <c:v>45682.679861111108</c:v>
                </c:pt>
                <c:pt idx="78753">
                  <c:v>45304.575694444437</c:v>
                </c:pt>
                <c:pt idx="78754">
                  <c:v>45439.90625</c:v>
                </c:pt>
                <c:pt idx="78755">
                  <c:v>45922.73541666667</c:v>
                </c:pt>
                <c:pt idx="78756">
                  <c:v>45369.881249999999</c:v>
                </c:pt>
                <c:pt idx="78757">
                  <c:v>45624.397222222222</c:v>
                </c:pt>
                <c:pt idx="78758">
                  <c:v>45832.943055555559</c:v>
                </c:pt>
                <c:pt idx="78759">
                  <c:v>45734.881944444453</c:v>
                </c:pt>
                <c:pt idx="78760">
                  <c:v>45782.789583333331</c:v>
                </c:pt>
                <c:pt idx="78761">
                  <c:v>45469.832638888889</c:v>
                </c:pt>
                <c:pt idx="78762">
                  <c:v>45334.338888888888</c:v>
                </c:pt>
                <c:pt idx="78763">
                  <c:v>45503.681944444441</c:v>
                </c:pt>
                <c:pt idx="78764">
                  <c:v>45504.571527777778</c:v>
                </c:pt>
                <c:pt idx="78765">
                  <c:v>45308.089583333327</c:v>
                </c:pt>
                <c:pt idx="78766">
                  <c:v>45398.619444444441</c:v>
                </c:pt>
                <c:pt idx="78767">
                  <c:v>45562.667361111111</c:v>
                </c:pt>
                <c:pt idx="78768">
                  <c:v>45453.800694444442</c:v>
                </c:pt>
                <c:pt idx="78769">
                  <c:v>45764.569444444453</c:v>
                </c:pt>
                <c:pt idx="78770">
                  <c:v>45717.759722222218</c:v>
                </c:pt>
                <c:pt idx="78771">
                  <c:v>45634.681250000001</c:v>
                </c:pt>
                <c:pt idx="78772">
                  <c:v>45582.614583333343</c:v>
                </c:pt>
                <c:pt idx="78773">
                  <c:v>45500.820138888892</c:v>
                </c:pt>
                <c:pt idx="78774">
                  <c:v>45538.586805555547</c:v>
                </c:pt>
                <c:pt idx="78775">
                  <c:v>45968.7</c:v>
                </c:pt>
                <c:pt idx="78776">
                  <c:v>45827.511111111111</c:v>
                </c:pt>
                <c:pt idx="78777">
                  <c:v>45805.078472222223</c:v>
                </c:pt>
                <c:pt idx="78778">
                  <c:v>45840.063888888893</c:v>
                </c:pt>
                <c:pt idx="78779">
                  <c:v>45934.597222222219</c:v>
                </c:pt>
                <c:pt idx="78780">
                  <c:v>45437.654166666667</c:v>
                </c:pt>
                <c:pt idx="78781">
                  <c:v>45596.393055555563</c:v>
                </c:pt>
                <c:pt idx="78782">
                  <c:v>45355.384027777778</c:v>
                </c:pt>
                <c:pt idx="78783">
                  <c:v>45786.405555555553</c:v>
                </c:pt>
                <c:pt idx="78784">
                  <c:v>45639.631249999999</c:v>
                </c:pt>
                <c:pt idx="78785">
                  <c:v>45868.776388888888</c:v>
                </c:pt>
                <c:pt idx="78786">
                  <c:v>45476.67083333333</c:v>
                </c:pt>
                <c:pt idx="78787">
                  <c:v>45980.490972222222</c:v>
                </c:pt>
                <c:pt idx="78788">
                  <c:v>45939.945138888892</c:v>
                </c:pt>
                <c:pt idx="78789">
                  <c:v>45694.968055555553</c:v>
                </c:pt>
                <c:pt idx="78790">
                  <c:v>45509.351388888892</c:v>
                </c:pt>
                <c:pt idx="78791">
                  <c:v>45297.363194444442</c:v>
                </c:pt>
                <c:pt idx="78792">
                  <c:v>45534.665972222218</c:v>
                </c:pt>
                <c:pt idx="78793">
                  <c:v>45924.356249999997</c:v>
                </c:pt>
                <c:pt idx="78794">
                  <c:v>45580.415277777778</c:v>
                </c:pt>
                <c:pt idx="78795">
                  <c:v>45547.222916666673</c:v>
                </c:pt>
                <c:pt idx="78796">
                  <c:v>45539.905555555553</c:v>
                </c:pt>
                <c:pt idx="78797">
                  <c:v>45665.26458333333</c:v>
                </c:pt>
                <c:pt idx="78798">
                  <c:v>45913.77847222222</c:v>
                </c:pt>
                <c:pt idx="78799">
                  <c:v>45456.699305555558</c:v>
                </c:pt>
                <c:pt idx="78800">
                  <c:v>45832.75</c:v>
                </c:pt>
                <c:pt idx="78801">
                  <c:v>45987.450694444437</c:v>
                </c:pt>
                <c:pt idx="78802">
                  <c:v>45925.4375</c:v>
                </c:pt>
                <c:pt idx="78803">
                  <c:v>45867.304166666669</c:v>
                </c:pt>
                <c:pt idx="78804">
                  <c:v>45778.556250000001</c:v>
                </c:pt>
                <c:pt idx="78805">
                  <c:v>45889.306250000001</c:v>
                </c:pt>
                <c:pt idx="78806">
                  <c:v>45743.451388888891</c:v>
                </c:pt>
                <c:pt idx="78807">
                  <c:v>45828.572916666657</c:v>
                </c:pt>
                <c:pt idx="78808">
                  <c:v>45797.724305555559</c:v>
                </c:pt>
                <c:pt idx="78809">
                  <c:v>46008.630555555559</c:v>
                </c:pt>
                <c:pt idx="78810">
                  <c:v>45842.540972222218</c:v>
                </c:pt>
                <c:pt idx="78811">
                  <c:v>45934.709027777782</c:v>
                </c:pt>
                <c:pt idx="78812">
                  <c:v>45802.470138888893</c:v>
                </c:pt>
                <c:pt idx="78813">
                  <c:v>46003.422222222223</c:v>
                </c:pt>
                <c:pt idx="78814">
                  <c:v>45883.460416666669</c:v>
                </c:pt>
                <c:pt idx="78815">
                  <c:v>45526.761111111111</c:v>
                </c:pt>
                <c:pt idx="78816">
                  <c:v>45824.55</c:v>
                </c:pt>
                <c:pt idx="78817">
                  <c:v>45533.546527777777</c:v>
                </c:pt>
                <c:pt idx="78818">
                  <c:v>45757.592361111107</c:v>
                </c:pt>
                <c:pt idx="78819">
                  <c:v>45330.997916666667</c:v>
                </c:pt>
                <c:pt idx="78820">
                  <c:v>45886.841666666667</c:v>
                </c:pt>
                <c:pt idx="78821">
                  <c:v>45950.853472222218</c:v>
                </c:pt>
                <c:pt idx="78822">
                  <c:v>46016.469444444447</c:v>
                </c:pt>
                <c:pt idx="78823">
                  <c:v>45590.114583333343</c:v>
                </c:pt>
                <c:pt idx="78824">
                  <c:v>45685.479166666657</c:v>
                </c:pt>
                <c:pt idx="78825">
                  <c:v>45602.411805555559</c:v>
                </c:pt>
                <c:pt idx="78826">
                  <c:v>45957.23541666667</c:v>
                </c:pt>
                <c:pt idx="78827">
                  <c:v>45692.296527777777</c:v>
                </c:pt>
                <c:pt idx="78828">
                  <c:v>45598.261805555558</c:v>
                </c:pt>
                <c:pt idx="78829">
                  <c:v>45982.863194444442</c:v>
                </c:pt>
                <c:pt idx="78830">
                  <c:v>45726.567361111112</c:v>
                </c:pt>
                <c:pt idx="78831">
                  <c:v>45945.547222222223</c:v>
                </c:pt>
                <c:pt idx="78832">
                  <c:v>45991.689583333333</c:v>
                </c:pt>
                <c:pt idx="78833">
                  <c:v>45777.462500000001</c:v>
                </c:pt>
                <c:pt idx="78834">
                  <c:v>45978.247916666667</c:v>
                </c:pt>
                <c:pt idx="78835">
                  <c:v>45853.319444444453</c:v>
                </c:pt>
                <c:pt idx="78836">
                  <c:v>45985.275694444441</c:v>
                </c:pt>
                <c:pt idx="78837">
                  <c:v>45450.949305555558</c:v>
                </c:pt>
                <c:pt idx="78838">
                  <c:v>45339.925000000003</c:v>
                </c:pt>
                <c:pt idx="78839">
                  <c:v>45784.192361111112</c:v>
                </c:pt>
                <c:pt idx="78840">
                  <c:v>45965.62222222222</c:v>
                </c:pt>
                <c:pt idx="78841">
                  <c:v>45450.949305555558</c:v>
                </c:pt>
                <c:pt idx="78842">
                  <c:v>45965.62222222222</c:v>
                </c:pt>
                <c:pt idx="78843">
                  <c:v>45339.925000000003</c:v>
                </c:pt>
                <c:pt idx="78844">
                  <c:v>45784.192361111112</c:v>
                </c:pt>
                <c:pt idx="78845">
                  <c:v>45912.886111111111</c:v>
                </c:pt>
                <c:pt idx="78846">
                  <c:v>45829.97152777778</c:v>
                </c:pt>
                <c:pt idx="78847">
                  <c:v>46022.468055555553</c:v>
                </c:pt>
                <c:pt idx="78848">
                  <c:v>45971.740277777782</c:v>
                </c:pt>
                <c:pt idx="78849">
                  <c:v>45878.964583333327</c:v>
                </c:pt>
                <c:pt idx="78850">
                  <c:v>45992.717361111107</c:v>
                </c:pt>
                <c:pt idx="78851">
                  <c:v>45940.720138888893</c:v>
                </c:pt>
                <c:pt idx="78852">
                  <c:v>45784.738888888889</c:v>
                </c:pt>
                <c:pt idx="78853">
                  <c:v>45401.352777777778</c:v>
                </c:pt>
                <c:pt idx="78854">
                  <c:v>45464.834027777782</c:v>
                </c:pt>
                <c:pt idx="78855">
                  <c:v>45554.563194444447</c:v>
                </c:pt>
                <c:pt idx="78856">
                  <c:v>45480.059027777781</c:v>
                </c:pt>
                <c:pt idx="78857">
                  <c:v>45684.333333333343</c:v>
                </c:pt>
                <c:pt idx="78858">
                  <c:v>45583.338888888888</c:v>
                </c:pt>
                <c:pt idx="78859">
                  <c:v>45581.9</c:v>
                </c:pt>
                <c:pt idx="78860">
                  <c:v>45880.309027777781</c:v>
                </c:pt>
                <c:pt idx="78861">
                  <c:v>45986.713888888888</c:v>
                </c:pt>
                <c:pt idx="78862">
                  <c:v>45328.375694444447</c:v>
                </c:pt>
                <c:pt idx="78863">
                  <c:v>45850.67083333333</c:v>
                </c:pt>
                <c:pt idx="78864">
                  <c:v>45880.439583333333</c:v>
                </c:pt>
                <c:pt idx="78865">
                  <c:v>46008.92083333333</c:v>
                </c:pt>
                <c:pt idx="78866">
                  <c:v>45918.545138888891</c:v>
                </c:pt>
                <c:pt idx="78867">
                  <c:v>45730.447916666657</c:v>
                </c:pt>
                <c:pt idx="78868">
                  <c:v>45863.40902777778</c:v>
                </c:pt>
                <c:pt idx="78869">
                  <c:v>45504.572222222218</c:v>
                </c:pt>
                <c:pt idx="78870">
                  <c:v>45402.500694444447</c:v>
                </c:pt>
                <c:pt idx="78871">
                  <c:v>45351.499305555553</c:v>
                </c:pt>
                <c:pt idx="78872">
                  <c:v>45455.645138888889</c:v>
                </c:pt>
                <c:pt idx="78873">
                  <c:v>45683.718055555553</c:v>
                </c:pt>
                <c:pt idx="78874">
                  <c:v>45371.760416666657</c:v>
                </c:pt>
                <c:pt idx="78875">
                  <c:v>45572.670138888891</c:v>
                </c:pt>
                <c:pt idx="78876">
                  <c:v>45884.399305555547</c:v>
                </c:pt>
                <c:pt idx="78877">
                  <c:v>45407.577777777777</c:v>
                </c:pt>
                <c:pt idx="78878">
                  <c:v>45590.468055555553</c:v>
                </c:pt>
                <c:pt idx="78879">
                  <c:v>45657.586805555547</c:v>
                </c:pt>
                <c:pt idx="78880">
                  <c:v>45711.619444444441</c:v>
                </c:pt>
                <c:pt idx="78881">
                  <c:v>45491.768750000003</c:v>
                </c:pt>
                <c:pt idx="78882">
                  <c:v>45851.491666666669</c:v>
                </c:pt>
                <c:pt idx="78883">
                  <c:v>46019.893750000003</c:v>
                </c:pt>
                <c:pt idx="78884">
                  <c:v>45320.541666666657</c:v>
                </c:pt>
                <c:pt idx="78885">
                  <c:v>45722.620138888888</c:v>
                </c:pt>
                <c:pt idx="78886">
                  <c:v>45876.59652777778</c:v>
                </c:pt>
                <c:pt idx="78887">
                  <c:v>45673.603472222218</c:v>
                </c:pt>
                <c:pt idx="78888">
                  <c:v>45722.620138888888</c:v>
                </c:pt>
                <c:pt idx="78889">
                  <c:v>45912.612500000003</c:v>
                </c:pt>
                <c:pt idx="78890">
                  <c:v>45673.603472222218</c:v>
                </c:pt>
                <c:pt idx="78891">
                  <c:v>45702.495138888888</c:v>
                </c:pt>
                <c:pt idx="78892">
                  <c:v>45866.421527777777</c:v>
                </c:pt>
                <c:pt idx="78893">
                  <c:v>45866.421527777777</c:v>
                </c:pt>
                <c:pt idx="78894">
                  <c:v>45694.857638888891</c:v>
                </c:pt>
                <c:pt idx="78895">
                  <c:v>45876.59652777778</c:v>
                </c:pt>
                <c:pt idx="78896">
                  <c:v>45671.425694444442</c:v>
                </c:pt>
                <c:pt idx="78897">
                  <c:v>45767.654166666667</c:v>
                </c:pt>
                <c:pt idx="78898">
                  <c:v>45671.425694444442</c:v>
                </c:pt>
                <c:pt idx="78899">
                  <c:v>45825.657638888893</c:v>
                </c:pt>
                <c:pt idx="78900">
                  <c:v>45912.612500000003</c:v>
                </c:pt>
                <c:pt idx="78901">
                  <c:v>45694.857638888891</c:v>
                </c:pt>
                <c:pt idx="78902">
                  <c:v>45825.657638888893</c:v>
                </c:pt>
                <c:pt idx="78903">
                  <c:v>45702.495138888888</c:v>
                </c:pt>
                <c:pt idx="78904">
                  <c:v>45767.654166666667</c:v>
                </c:pt>
                <c:pt idx="78905">
                  <c:v>45579.524305555547</c:v>
                </c:pt>
                <c:pt idx="78906">
                  <c:v>45705.635416666657</c:v>
                </c:pt>
                <c:pt idx="78907">
                  <c:v>45906.324999999997</c:v>
                </c:pt>
                <c:pt idx="78908">
                  <c:v>45330.504166666673</c:v>
                </c:pt>
                <c:pt idx="78909">
                  <c:v>45443.722222222219</c:v>
                </c:pt>
                <c:pt idx="78910">
                  <c:v>45429.75277777778</c:v>
                </c:pt>
                <c:pt idx="78911">
                  <c:v>46003.281944444447</c:v>
                </c:pt>
                <c:pt idx="78912">
                  <c:v>45533.280555555553</c:v>
                </c:pt>
                <c:pt idx="78913">
                  <c:v>45361.945833333331</c:v>
                </c:pt>
                <c:pt idx="78914">
                  <c:v>45360.582638888889</c:v>
                </c:pt>
                <c:pt idx="78915">
                  <c:v>45805.445138888892</c:v>
                </c:pt>
                <c:pt idx="78916">
                  <c:v>45733.759027777778</c:v>
                </c:pt>
                <c:pt idx="78917">
                  <c:v>45443.535416666673</c:v>
                </c:pt>
                <c:pt idx="78918">
                  <c:v>45666.676388888889</c:v>
                </c:pt>
                <c:pt idx="78919">
                  <c:v>45756.760416666657</c:v>
                </c:pt>
                <c:pt idx="78920">
                  <c:v>46002.688888888893</c:v>
                </c:pt>
                <c:pt idx="78921">
                  <c:v>45540.150694444441</c:v>
                </c:pt>
                <c:pt idx="78922">
                  <c:v>45850.557638888888</c:v>
                </c:pt>
                <c:pt idx="78923">
                  <c:v>45778.700694444437</c:v>
                </c:pt>
                <c:pt idx="78924">
                  <c:v>45638.313194444447</c:v>
                </c:pt>
                <c:pt idx="78925">
                  <c:v>45927.411805555559</c:v>
                </c:pt>
                <c:pt idx="78926">
                  <c:v>45878.920138888891</c:v>
                </c:pt>
                <c:pt idx="78927">
                  <c:v>45694.422222222223</c:v>
                </c:pt>
                <c:pt idx="78928">
                  <c:v>45582.686111111107</c:v>
                </c:pt>
                <c:pt idx="78929">
                  <c:v>45907.946527777778</c:v>
                </c:pt>
                <c:pt idx="78930">
                  <c:v>45828.32916666667</c:v>
                </c:pt>
                <c:pt idx="78931">
                  <c:v>45814.927777777782</c:v>
                </c:pt>
                <c:pt idx="78932">
                  <c:v>45474.568055555559</c:v>
                </c:pt>
                <c:pt idx="78933">
                  <c:v>45929.443749999999</c:v>
                </c:pt>
                <c:pt idx="78934">
                  <c:v>45552.228472222218</c:v>
                </c:pt>
                <c:pt idx="78935">
                  <c:v>45425.494444444441</c:v>
                </c:pt>
                <c:pt idx="78936">
                  <c:v>45632.759027777778</c:v>
                </c:pt>
                <c:pt idx="78937">
                  <c:v>45888.928472222222</c:v>
                </c:pt>
                <c:pt idx="78938">
                  <c:v>45521.472222222219</c:v>
                </c:pt>
                <c:pt idx="78939">
                  <c:v>45814.927777777782</c:v>
                </c:pt>
                <c:pt idx="78940">
                  <c:v>45425.494444444441</c:v>
                </c:pt>
                <c:pt idx="78941">
                  <c:v>45828.32916666667</c:v>
                </c:pt>
                <c:pt idx="78942">
                  <c:v>45965.74722222222</c:v>
                </c:pt>
                <c:pt idx="78943">
                  <c:v>45910.901388888888</c:v>
                </c:pt>
                <c:pt idx="78944">
                  <c:v>45975.84097222222</c:v>
                </c:pt>
                <c:pt idx="78945">
                  <c:v>45907.946527777778</c:v>
                </c:pt>
                <c:pt idx="78946">
                  <c:v>45975.84097222222</c:v>
                </c:pt>
                <c:pt idx="78947">
                  <c:v>45474.568055555559</c:v>
                </c:pt>
                <c:pt idx="78948">
                  <c:v>45632.759027777778</c:v>
                </c:pt>
                <c:pt idx="78949">
                  <c:v>45965.74722222222</c:v>
                </c:pt>
                <c:pt idx="78950">
                  <c:v>45929.443749999999</c:v>
                </c:pt>
                <c:pt idx="78951">
                  <c:v>45785.49722222222</c:v>
                </c:pt>
                <c:pt idx="78952">
                  <c:v>45521.472222222219</c:v>
                </c:pt>
                <c:pt idx="78953">
                  <c:v>45888.928472222222</c:v>
                </c:pt>
                <c:pt idx="78954">
                  <c:v>45591.270833333343</c:v>
                </c:pt>
                <c:pt idx="78955">
                  <c:v>45785.49722222222</c:v>
                </c:pt>
                <c:pt idx="78956">
                  <c:v>45910.901388888888</c:v>
                </c:pt>
                <c:pt idx="78957">
                  <c:v>45552.228472222218</c:v>
                </c:pt>
                <c:pt idx="78958">
                  <c:v>45591.270833333343</c:v>
                </c:pt>
                <c:pt idx="78959">
                  <c:v>45999.45416666667</c:v>
                </c:pt>
                <c:pt idx="78960">
                  <c:v>45822.76666666667</c:v>
                </c:pt>
                <c:pt idx="78961">
                  <c:v>45971.640277777777</c:v>
                </c:pt>
                <c:pt idx="78962">
                  <c:v>45995.71875</c:v>
                </c:pt>
                <c:pt idx="78963">
                  <c:v>45782.589583333327</c:v>
                </c:pt>
                <c:pt idx="78964">
                  <c:v>45325.708333333343</c:v>
                </c:pt>
                <c:pt idx="78965">
                  <c:v>45509.837500000001</c:v>
                </c:pt>
                <c:pt idx="78966">
                  <c:v>45338.864583333343</c:v>
                </c:pt>
                <c:pt idx="78967">
                  <c:v>45532.902083333327</c:v>
                </c:pt>
                <c:pt idx="78968">
                  <c:v>45470.848611111112</c:v>
                </c:pt>
                <c:pt idx="78969">
                  <c:v>45496.416666666657</c:v>
                </c:pt>
                <c:pt idx="78970">
                  <c:v>45522.424305555563</c:v>
                </c:pt>
                <c:pt idx="78971">
                  <c:v>45312.361111111109</c:v>
                </c:pt>
                <c:pt idx="78972">
                  <c:v>45363.861805555563</c:v>
                </c:pt>
                <c:pt idx="78973">
                  <c:v>45800.861111111109</c:v>
                </c:pt>
                <c:pt idx="78974">
                  <c:v>45551.652777777781</c:v>
                </c:pt>
                <c:pt idx="78975">
                  <c:v>45912.486805555563</c:v>
                </c:pt>
                <c:pt idx="78976">
                  <c:v>46020.661805555559</c:v>
                </c:pt>
                <c:pt idx="78977">
                  <c:v>45849.420138888891</c:v>
                </c:pt>
                <c:pt idx="78978">
                  <c:v>45965.563888888893</c:v>
                </c:pt>
                <c:pt idx="78979">
                  <c:v>45829.504861111112</c:v>
                </c:pt>
                <c:pt idx="78980">
                  <c:v>45604.813888888893</c:v>
                </c:pt>
                <c:pt idx="78981">
                  <c:v>45726.065972222219</c:v>
                </c:pt>
                <c:pt idx="78982">
                  <c:v>45566.988888888889</c:v>
                </c:pt>
                <c:pt idx="78983">
                  <c:v>45445.009027777778</c:v>
                </c:pt>
                <c:pt idx="78984">
                  <c:v>45491.556250000001</c:v>
                </c:pt>
                <c:pt idx="78985">
                  <c:v>45295.929861111108</c:v>
                </c:pt>
                <c:pt idx="78986">
                  <c:v>45399.550694444442</c:v>
                </c:pt>
                <c:pt idx="78987">
                  <c:v>45527.059027777781</c:v>
                </c:pt>
                <c:pt idx="78988">
                  <c:v>45764.87777777778</c:v>
                </c:pt>
                <c:pt idx="78989">
                  <c:v>45995.604166666657</c:v>
                </c:pt>
                <c:pt idx="78990">
                  <c:v>45928.625</c:v>
                </c:pt>
                <c:pt idx="78991">
                  <c:v>45769.479861111111</c:v>
                </c:pt>
                <c:pt idx="78992">
                  <c:v>45969.886805555558</c:v>
                </c:pt>
                <c:pt idx="78993">
                  <c:v>45658.802083333343</c:v>
                </c:pt>
                <c:pt idx="78994">
                  <c:v>45817.51458333333</c:v>
                </c:pt>
                <c:pt idx="78995">
                  <c:v>45703.656944444447</c:v>
                </c:pt>
                <c:pt idx="78996">
                  <c:v>45872.863194444442</c:v>
                </c:pt>
                <c:pt idx="78997">
                  <c:v>45949.84097222222</c:v>
                </c:pt>
                <c:pt idx="78998">
                  <c:v>46002.417361111111</c:v>
                </c:pt>
                <c:pt idx="78999">
                  <c:v>45904.619444444441</c:v>
                </c:pt>
                <c:pt idx="79000">
                  <c:v>45847.665277777778</c:v>
                </c:pt>
                <c:pt idx="79001">
                  <c:v>45780.729861111111</c:v>
                </c:pt>
                <c:pt idx="79002">
                  <c:v>45402</c:v>
                </c:pt>
                <c:pt idx="79003">
                  <c:v>45666.770833333343</c:v>
                </c:pt>
                <c:pt idx="79004">
                  <c:v>45526.552083333343</c:v>
                </c:pt>
                <c:pt idx="79005">
                  <c:v>45864.490277777782</c:v>
                </c:pt>
                <c:pt idx="79006">
                  <c:v>45598.502083333333</c:v>
                </c:pt>
                <c:pt idx="79007">
                  <c:v>45722.487500000003</c:v>
                </c:pt>
                <c:pt idx="79008">
                  <c:v>45974.952777777777</c:v>
                </c:pt>
                <c:pt idx="79009">
                  <c:v>45937.484722222223</c:v>
                </c:pt>
                <c:pt idx="79010">
                  <c:v>45601.884027777778</c:v>
                </c:pt>
                <c:pt idx="79011">
                  <c:v>45553.705555555563</c:v>
                </c:pt>
                <c:pt idx="79012">
                  <c:v>45747.933333333327</c:v>
                </c:pt>
                <c:pt idx="79013">
                  <c:v>45650.607638888891</c:v>
                </c:pt>
                <c:pt idx="79014">
                  <c:v>45636.930555555547</c:v>
                </c:pt>
                <c:pt idx="79015">
                  <c:v>45737.029861111107</c:v>
                </c:pt>
                <c:pt idx="79016">
                  <c:v>45806.8125</c:v>
                </c:pt>
                <c:pt idx="79017">
                  <c:v>45575.073611111111</c:v>
                </c:pt>
                <c:pt idx="79018">
                  <c:v>45734.777777777781</c:v>
                </c:pt>
                <c:pt idx="79019">
                  <c:v>45708.722222222219</c:v>
                </c:pt>
                <c:pt idx="79020">
                  <c:v>45363.8125</c:v>
                </c:pt>
                <c:pt idx="79021">
                  <c:v>45340.63958333333</c:v>
                </c:pt>
                <c:pt idx="79022">
                  <c:v>45316.8125</c:v>
                </c:pt>
                <c:pt idx="79023">
                  <c:v>45394.63958333333</c:v>
                </c:pt>
                <c:pt idx="79024">
                  <c:v>45679.802777777782</c:v>
                </c:pt>
                <c:pt idx="79025">
                  <c:v>45933.518055555563</c:v>
                </c:pt>
                <c:pt idx="79026">
                  <c:v>45829.624305555553</c:v>
                </c:pt>
                <c:pt idx="79027">
                  <c:v>46011.4375</c:v>
                </c:pt>
                <c:pt idx="79028">
                  <c:v>45721.926388888889</c:v>
                </c:pt>
                <c:pt idx="79029">
                  <c:v>45773.767361111109</c:v>
                </c:pt>
                <c:pt idx="79030">
                  <c:v>45689.036111111112</c:v>
                </c:pt>
                <c:pt idx="79031">
                  <c:v>45769.767361111109</c:v>
                </c:pt>
                <c:pt idx="79032">
                  <c:v>45965.870833333327</c:v>
                </c:pt>
                <c:pt idx="79033">
                  <c:v>45759.824999999997</c:v>
                </c:pt>
                <c:pt idx="79034">
                  <c:v>45741.5</c:v>
                </c:pt>
                <c:pt idx="79035">
                  <c:v>45733.571527777778</c:v>
                </c:pt>
                <c:pt idx="79036">
                  <c:v>45496.547222222223</c:v>
                </c:pt>
                <c:pt idx="79037">
                  <c:v>45489.570138888892</c:v>
                </c:pt>
                <c:pt idx="79038">
                  <c:v>45495.46597222222</c:v>
                </c:pt>
                <c:pt idx="79039">
                  <c:v>45538.681250000001</c:v>
                </c:pt>
                <c:pt idx="79040">
                  <c:v>45713.680555555547</c:v>
                </c:pt>
                <c:pt idx="79041">
                  <c:v>45567.510416666657</c:v>
                </c:pt>
                <c:pt idx="79042">
                  <c:v>45637.794444444437</c:v>
                </c:pt>
                <c:pt idx="79043">
                  <c:v>45580.695833333331</c:v>
                </c:pt>
                <c:pt idx="79044">
                  <c:v>45657.694444444453</c:v>
                </c:pt>
                <c:pt idx="79045">
                  <c:v>45524.831250000003</c:v>
                </c:pt>
                <c:pt idx="79046">
                  <c:v>45510.593055555553</c:v>
                </c:pt>
                <c:pt idx="79047">
                  <c:v>45701.588888888888</c:v>
                </c:pt>
                <c:pt idx="79048">
                  <c:v>45756.75277777778</c:v>
                </c:pt>
                <c:pt idx="79049">
                  <c:v>45805.831944444442</c:v>
                </c:pt>
                <c:pt idx="79050">
                  <c:v>45677.836111111108</c:v>
                </c:pt>
                <c:pt idx="79051">
                  <c:v>45671.842361111107</c:v>
                </c:pt>
                <c:pt idx="79052">
                  <c:v>46011.487500000003</c:v>
                </c:pt>
                <c:pt idx="79053">
                  <c:v>45866.6</c:v>
                </c:pt>
                <c:pt idx="79054">
                  <c:v>45694.926388888889</c:v>
                </c:pt>
                <c:pt idx="79055">
                  <c:v>45960.841666666667</c:v>
                </c:pt>
                <c:pt idx="79056">
                  <c:v>45975.54583333333</c:v>
                </c:pt>
                <c:pt idx="79057">
                  <c:v>45854.436805555553</c:v>
                </c:pt>
                <c:pt idx="79058">
                  <c:v>45625.544444444437</c:v>
                </c:pt>
                <c:pt idx="79059">
                  <c:v>45868.552777777782</c:v>
                </c:pt>
                <c:pt idx="79060">
                  <c:v>45890.638888888891</c:v>
                </c:pt>
                <c:pt idx="79061">
                  <c:v>45890.638888888891</c:v>
                </c:pt>
                <c:pt idx="79062">
                  <c:v>45975.54583333333</c:v>
                </c:pt>
                <c:pt idx="79063">
                  <c:v>45927.679166666669</c:v>
                </c:pt>
                <c:pt idx="79064">
                  <c:v>45868.552777777782</c:v>
                </c:pt>
                <c:pt idx="79065">
                  <c:v>45820.443749999999</c:v>
                </c:pt>
                <c:pt idx="79066">
                  <c:v>45900.577777777777</c:v>
                </c:pt>
                <c:pt idx="79067">
                  <c:v>45900.577777777777</c:v>
                </c:pt>
                <c:pt idx="79068">
                  <c:v>45854.436805555553</c:v>
                </c:pt>
                <c:pt idx="79069">
                  <c:v>45625.544444444437</c:v>
                </c:pt>
                <c:pt idx="79070">
                  <c:v>45820.443749999999</c:v>
                </c:pt>
                <c:pt idx="79071">
                  <c:v>45927.679166666669</c:v>
                </c:pt>
                <c:pt idx="79072">
                  <c:v>45670.65625</c:v>
                </c:pt>
                <c:pt idx="79073">
                  <c:v>45648.710416666669</c:v>
                </c:pt>
                <c:pt idx="79074">
                  <c:v>45508.686805555553</c:v>
                </c:pt>
                <c:pt idx="79075">
                  <c:v>45623.296527777777</c:v>
                </c:pt>
                <c:pt idx="79076">
                  <c:v>45705.252083333333</c:v>
                </c:pt>
                <c:pt idx="79077">
                  <c:v>45656.65625</c:v>
                </c:pt>
                <c:pt idx="79078">
                  <c:v>45339.323611111111</c:v>
                </c:pt>
                <c:pt idx="79079">
                  <c:v>45491.21875</c:v>
                </c:pt>
                <c:pt idx="79080">
                  <c:v>45830.73541666667</c:v>
                </c:pt>
                <c:pt idx="79081">
                  <c:v>45690.741666666669</c:v>
                </c:pt>
                <c:pt idx="79082">
                  <c:v>45943.513194444437</c:v>
                </c:pt>
                <c:pt idx="79083">
                  <c:v>45979.847916666673</c:v>
                </c:pt>
                <c:pt idx="79084">
                  <c:v>45350.021527777782</c:v>
                </c:pt>
                <c:pt idx="79085">
                  <c:v>45786.479166666657</c:v>
                </c:pt>
                <c:pt idx="79086">
                  <c:v>45395.910416666673</c:v>
                </c:pt>
                <c:pt idx="79087">
                  <c:v>45313.263194444437</c:v>
                </c:pt>
                <c:pt idx="79088">
                  <c:v>45410.401388888888</c:v>
                </c:pt>
                <c:pt idx="79089">
                  <c:v>45729.367361111108</c:v>
                </c:pt>
                <c:pt idx="79090">
                  <c:v>45810.667361111111</c:v>
                </c:pt>
                <c:pt idx="79091">
                  <c:v>45765.416666666657</c:v>
                </c:pt>
                <c:pt idx="79092">
                  <c:v>45755.287499999999</c:v>
                </c:pt>
                <c:pt idx="79093">
                  <c:v>45965.534722222219</c:v>
                </c:pt>
                <c:pt idx="79094">
                  <c:v>45708.643055555563</c:v>
                </c:pt>
                <c:pt idx="79095">
                  <c:v>45923.529861111107</c:v>
                </c:pt>
                <c:pt idx="79096">
                  <c:v>45881.768750000003</c:v>
                </c:pt>
                <c:pt idx="79097">
                  <c:v>45688.79583333333</c:v>
                </c:pt>
                <c:pt idx="79098">
                  <c:v>45652.734722222223</c:v>
                </c:pt>
                <c:pt idx="79099">
                  <c:v>45734.918055555558</c:v>
                </c:pt>
                <c:pt idx="79100">
                  <c:v>45789.673611111109</c:v>
                </c:pt>
                <c:pt idx="79101">
                  <c:v>45773.59652777778</c:v>
                </c:pt>
                <c:pt idx="79102">
                  <c:v>45749.467361111107</c:v>
                </c:pt>
                <c:pt idx="79103">
                  <c:v>45851.415277777778</c:v>
                </c:pt>
                <c:pt idx="79104">
                  <c:v>45718.527777777781</c:v>
                </c:pt>
                <c:pt idx="79105">
                  <c:v>45816.420138888891</c:v>
                </c:pt>
                <c:pt idx="79106">
                  <c:v>45892.520138888889</c:v>
                </c:pt>
                <c:pt idx="79107">
                  <c:v>45989.408333333333</c:v>
                </c:pt>
                <c:pt idx="79108">
                  <c:v>45944.465277777781</c:v>
                </c:pt>
                <c:pt idx="79109">
                  <c:v>45915.434027777781</c:v>
                </c:pt>
                <c:pt idx="79110">
                  <c:v>46019.689583333333</c:v>
                </c:pt>
                <c:pt idx="79111">
                  <c:v>45875.587500000001</c:v>
                </c:pt>
                <c:pt idx="79112">
                  <c:v>45480.640972222223</c:v>
                </c:pt>
                <c:pt idx="79113">
                  <c:v>45973.314583333333</c:v>
                </c:pt>
                <c:pt idx="79114">
                  <c:v>45939.40347222222</c:v>
                </c:pt>
                <c:pt idx="79115">
                  <c:v>45684.411805555559</c:v>
                </c:pt>
                <c:pt idx="79116">
                  <c:v>45532.811805555553</c:v>
                </c:pt>
                <c:pt idx="79117">
                  <c:v>45760.773611111108</c:v>
                </c:pt>
                <c:pt idx="79118">
                  <c:v>45585.663194444453</c:v>
                </c:pt>
                <c:pt idx="79119">
                  <c:v>45385.84375</c:v>
                </c:pt>
                <c:pt idx="79120">
                  <c:v>45728.854166666657</c:v>
                </c:pt>
                <c:pt idx="79121">
                  <c:v>45613.676388888889</c:v>
                </c:pt>
                <c:pt idx="79122">
                  <c:v>45564.72152777778</c:v>
                </c:pt>
                <c:pt idx="79123">
                  <c:v>45687.980555555558</c:v>
                </c:pt>
                <c:pt idx="79124">
                  <c:v>45516.079861111109</c:v>
                </c:pt>
                <c:pt idx="79125">
                  <c:v>45497.88958333333</c:v>
                </c:pt>
                <c:pt idx="79126">
                  <c:v>45655.636111111111</c:v>
                </c:pt>
                <c:pt idx="79127">
                  <c:v>45914.011805555558</c:v>
                </c:pt>
                <c:pt idx="79128">
                  <c:v>45794.958333333343</c:v>
                </c:pt>
                <c:pt idx="79129">
                  <c:v>45450.293055555558</c:v>
                </c:pt>
                <c:pt idx="79130">
                  <c:v>45658.377083333333</c:v>
                </c:pt>
                <c:pt idx="79131">
                  <c:v>45744.924305555563</c:v>
                </c:pt>
                <c:pt idx="79132">
                  <c:v>45404.361111111109</c:v>
                </c:pt>
                <c:pt idx="79133">
                  <c:v>45505.423611111109</c:v>
                </c:pt>
                <c:pt idx="79134">
                  <c:v>45354.768055555563</c:v>
                </c:pt>
                <c:pt idx="79135">
                  <c:v>45810.604861111111</c:v>
                </c:pt>
                <c:pt idx="79136">
                  <c:v>45305.57708333333</c:v>
                </c:pt>
                <c:pt idx="79137">
                  <c:v>45582.849305555559</c:v>
                </c:pt>
                <c:pt idx="79138">
                  <c:v>45530.759722222218</c:v>
                </c:pt>
                <c:pt idx="79139">
                  <c:v>45669.451388888891</c:v>
                </c:pt>
                <c:pt idx="79140">
                  <c:v>45997.341666666667</c:v>
                </c:pt>
                <c:pt idx="79141">
                  <c:v>45908.705555555563</c:v>
                </c:pt>
                <c:pt idx="79142">
                  <c:v>45918.898611111108</c:v>
                </c:pt>
                <c:pt idx="79143">
                  <c:v>45939.545138888891</c:v>
                </c:pt>
                <c:pt idx="79144">
                  <c:v>45968.356249999997</c:v>
                </c:pt>
                <c:pt idx="79145">
                  <c:v>45848.436805555553</c:v>
                </c:pt>
                <c:pt idx="79146">
                  <c:v>45462.537499999999</c:v>
                </c:pt>
                <c:pt idx="79147">
                  <c:v>45424.797222222223</c:v>
                </c:pt>
                <c:pt idx="79148">
                  <c:v>45533.261111111111</c:v>
                </c:pt>
                <c:pt idx="79149">
                  <c:v>45656.606944444437</c:v>
                </c:pt>
                <c:pt idx="79150">
                  <c:v>45342.876388888893</c:v>
                </c:pt>
                <c:pt idx="79151">
                  <c:v>45601.810416666667</c:v>
                </c:pt>
                <c:pt idx="79152">
                  <c:v>45761.845138888893</c:v>
                </c:pt>
                <c:pt idx="79153">
                  <c:v>45655.085416666669</c:v>
                </c:pt>
                <c:pt idx="79154">
                  <c:v>45945.084722222222</c:v>
                </c:pt>
                <c:pt idx="79155">
                  <c:v>45870.026388888888</c:v>
                </c:pt>
                <c:pt idx="79156">
                  <c:v>45553.018055555563</c:v>
                </c:pt>
                <c:pt idx="79157">
                  <c:v>45470.962500000001</c:v>
                </c:pt>
                <c:pt idx="79158">
                  <c:v>45753.772222222222</c:v>
                </c:pt>
                <c:pt idx="79159">
                  <c:v>45408.004861111112</c:v>
                </c:pt>
                <c:pt idx="79160">
                  <c:v>45934.01458333333</c:v>
                </c:pt>
                <c:pt idx="79161">
                  <c:v>45656.129861111112</c:v>
                </c:pt>
                <c:pt idx="79162">
                  <c:v>45364.842361111107</c:v>
                </c:pt>
                <c:pt idx="79163">
                  <c:v>45575.066666666673</c:v>
                </c:pt>
                <c:pt idx="79164">
                  <c:v>45582.51458333333</c:v>
                </c:pt>
                <c:pt idx="79165">
                  <c:v>45638.308333333327</c:v>
                </c:pt>
                <c:pt idx="79166">
                  <c:v>45736.336805555547</c:v>
                </c:pt>
                <c:pt idx="79167">
                  <c:v>45421.335416666669</c:v>
                </c:pt>
                <c:pt idx="79168">
                  <c:v>45758.963888888888</c:v>
                </c:pt>
                <c:pt idx="79169">
                  <c:v>45330.979166666657</c:v>
                </c:pt>
                <c:pt idx="79170">
                  <c:v>45498.073611111111</c:v>
                </c:pt>
                <c:pt idx="79171">
                  <c:v>45534.351388888892</c:v>
                </c:pt>
                <c:pt idx="79172">
                  <c:v>45682.352777777778</c:v>
                </c:pt>
                <c:pt idx="79173">
                  <c:v>45463.21597222222</c:v>
                </c:pt>
                <c:pt idx="79174">
                  <c:v>45600.538888888892</c:v>
                </c:pt>
                <c:pt idx="79175">
                  <c:v>45791.712500000001</c:v>
                </c:pt>
                <c:pt idx="79176">
                  <c:v>45398.810416666667</c:v>
                </c:pt>
                <c:pt idx="79177">
                  <c:v>46023.95416666667</c:v>
                </c:pt>
                <c:pt idx="79178">
                  <c:v>45934.880555555559</c:v>
                </c:pt>
                <c:pt idx="79179">
                  <c:v>45962.961805555547</c:v>
                </c:pt>
                <c:pt idx="79180">
                  <c:v>45863.656944444447</c:v>
                </c:pt>
                <c:pt idx="79181">
                  <c:v>45836.809027777781</c:v>
                </c:pt>
                <c:pt idx="79182">
                  <c:v>45817.811805555553</c:v>
                </c:pt>
                <c:pt idx="79183">
                  <c:v>45888.049305555563</c:v>
                </c:pt>
                <c:pt idx="79184">
                  <c:v>45802.788888888892</c:v>
                </c:pt>
                <c:pt idx="79185">
                  <c:v>45909.643055555563</c:v>
                </c:pt>
                <c:pt idx="79186">
                  <c:v>45999.454861111109</c:v>
                </c:pt>
                <c:pt idx="79187">
                  <c:v>45985.899305555547</c:v>
                </c:pt>
                <c:pt idx="79188">
                  <c:v>46017.940972222219</c:v>
                </c:pt>
                <c:pt idx="79189">
                  <c:v>45946.813888888893</c:v>
                </c:pt>
                <c:pt idx="79190">
                  <c:v>45923.862500000003</c:v>
                </c:pt>
                <c:pt idx="79191">
                  <c:v>45689.701388888891</c:v>
                </c:pt>
                <c:pt idx="79192">
                  <c:v>45500.746527777781</c:v>
                </c:pt>
                <c:pt idx="79193">
                  <c:v>45438.901388888888</c:v>
                </c:pt>
                <c:pt idx="79194">
                  <c:v>45621.861805555563</c:v>
                </c:pt>
                <c:pt idx="79195">
                  <c:v>45604.650694444441</c:v>
                </c:pt>
                <c:pt idx="79196">
                  <c:v>45787.404861111107</c:v>
                </c:pt>
                <c:pt idx="79197">
                  <c:v>45798.285416666673</c:v>
                </c:pt>
                <c:pt idx="79198">
                  <c:v>45822.473611111112</c:v>
                </c:pt>
                <c:pt idx="79199">
                  <c:v>45756.586805555547</c:v>
                </c:pt>
                <c:pt idx="79200">
                  <c:v>45775.558333333327</c:v>
                </c:pt>
                <c:pt idx="79201">
                  <c:v>45773.025000000001</c:v>
                </c:pt>
                <c:pt idx="79202">
                  <c:v>45667.474999999999</c:v>
                </c:pt>
                <c:pt idx="79203">
                  <c:v>45813.765972222223</c:v>
                </c:pt>
                <c:pt idx="79204">
                  <c:v>45709.868055555547</c:v>
                </c:pt>
                <c:pt idx="79205">
                  <c:v>45654.370833333327</c:v>
                </c:pt>
                <c:pt idx="79206">
                  <c:v>45723.711805555547</c:v>
                </c:pt>
                <c:pt idx="79207">
                  <c:v>45924.359027777777</c:v>
                </c:pt>
                <c:pt idx="79208">
                  <c:v>45731.469444444447</c:v>
                </c:pt>
                <c:pt idx="79209">
                  <c:v>45844.470138888893</c:v>
                </c:pt>
                <c:pt idx="79210">
                  <c:v>45909.400694444441</c:v>
                </c:pt>
                <c:pt idx="79211">
                  <c:v>45935.49722222222</c:v>
                </c:pt>
                <c:pt idx="79212">
                  <c:v>45890.349305555559</c:v>
                </c:pt>
                <c:pt idx="79213">
                  <c:v>45954.470138888893</c:v>
                </c:pt>
                <c:pt idx="79214">
                  <c:v>45966.879166666673</c:v>
                </c:pt>
                <c:pt idx="79215">
                  <c:v>45990.135416666657</c:v>
                </c:pt>
                <c:pt idx="79216">
                  <c:v>45590.490277777782</c:v>
                </c:pt>
                <c:pt idx="79217">
                  <c:v>45297.900694444441</c:v>
                </c:pt>
                <c:pt idx="79218">
                  <c:v>45342.531944444447</c:v>
                </c:pt>
                <c:pt idx="79219">
                  <c:v>45350.675000000003</c:v>
                </c:pt>
                <c:pt idx="79220">
                  <c:v>45335.707638888889</c:v>
                </c:pt>
                <c:pt idx="79221">
                  <c:v>45323.527083333327</c:v>
                </c:pt>
                <c:pt idx="79222">
                  <c:v>45301.619444444441</c:v>
                </c:pt>
                <c:pt idx="79223">
                  <c:v>45392.341666666667</c:v>
                </c:pt>
                <c:pt idx="79224">
                  <c:v>45904.006944444453</c:v>
                </c:pt>
                <c:pt idx="79225">
                  <c:v>45882.975694444453</c:v>
                </c:pt>
                <c:pt idx="79226">
                  <c:v>45865.862500000003</c:v>
                </c:pt>
                <c:pt idx="79227">
                  <c:v>45914.904861111107</c:v>
                </c:pt>
                <c:pt idx="79228">
                  <c:v>45844.699305555558</c:v>
                </c:pt>
                <c:pt idx="79229">
                  <c:v>45855.924305555563</c:v>
                </c:pt>
                <c:pt idx="79230">
                  <c:v>45891.625</c:v>
                </c:pt>
                <c:pt idx="79231">
                  <c:v>45992.487500000003</c:v>
                </c:pt>
                <c:pt idx="79232">
                  <c:v>45847.290972222218</c:v>
                </c:pt>
                <c:pt idx="79233">
                  <c:v>45935.612500000003</c:v>
                </c:pt>
                <c:pt idx="79234">
                  <c:v>45963.513888888891</c:v>
                </c:pt>
                <c:pt idx="79235">
                  <c:v>45865.503472222219</c:v>
                </c:pt>
                <c:pt idx="79236">
                  <c:v>45915.546527777777</c:v>
                </c:pt>
                <c:pt idx="79237">
                  <c:v>45852.453472222223</c:v>
                </c:pt>
                <c:pt idx="79238">
                  <c:v>45814.740277777782</c:v>
                </c:pt>
                <c:pt idx="79239">
                  <c:v>45700.395833333343</c:v>
                </c:pt>
                <c:pt idx="79240">
                  <c:v>45681.677777777782</c:v>
                </c:pt>
                <c:pt idx="79241">
                  <c:v>45821.510416666657</c:v>
                </c:pt>
                <c:pt idx="79242">
                  <c:v>45826.775694444441</c:v>
                </c:pt>
                <c:pt idx="79243">
                  <c:v>45903.542361111111</c:v>
                </c:pt>
                <c:pt idx="79244">
                  <c:v>45836.409722222219</c:v>
                </c:pt>
                <c:pt idx="79245">
                  <c:v>45742.54583333333</c:v>
                </c:pt>
                <c:pt idx="79246">
                  <c:v>45958.604861111111</c:v>
                </c:pt>
                <c:pt idx="79247">
                  <c:v>45585.749305555553</c:v>
                </c:pt>
                <c:pt idx="79248">
                  <c:v>45900.134027777778</c:v>
                </c:pt>
                <c:pt idx="79249">
                  <c:v>45440.790972222218</c:v>
                </c:pt>
                <c:pt idx="79250">
                  <c:v>45458.668055555558</c:v>
                </c:pt>
                <c:pt idx="79251">
                  <c:v>45422.523611111108</c:v>
                </c:pt>
                <c:pt idx="79252">
                  <c:v>45770.677777777782</c:v>
                </c:pt>
                <c:pt idx="79253">
                  <c:v>45499.805555555547</c:v>
                </c:pt>
                <c:pt idx="79254">
                  <c:v>45938.786111111112</c:v>
                </c:pt>
                <c:pt idx="79255">
                  <c:v>45998.513888888891</c:v>
                </c:pt>
                <c:pt idx="79256">
                  <c:v>45696.847916666673</c:v>
                </c:pt>
                <c:pt idx="79257">
                  <c:v>45737.788194444453</c:v>
                </c:pt>
                <c:pt idx="79258">
                  <c:v>45875.361111111109</c:v>
                </c:pt>
                <c:pt idx="79259">
                  <c:v>45811.794444444437</c:v>
                </c:pt>
                <c:pt idx="79260">
                  <c:v>45968.70208333333</c:v>
                </c:pt>
                <c:pt idx="79261">
                  <c:v>45678.394444444442</c:v>
                </c:pt>
                <c:pt idx="79262">
                  <c:v>45992.427083333343</c:v>
                </c:pt>
                <c:pt idx="79263">
                  <c:v>45300.95</c:v>
                </c:pt>
                <c:pt idx="79264">
                  <c:v>45762.009722222218</c:v>
                </c:pt>
                <c:pt idx="79265">
                  <c:v>45829.420138888891</c:v>
                </c:pt>
                <c:pt idx="79266">
                  <c:v>45982.627083333333</c:v>
                </c:pt>
                <c:pt idx="79267">
                  <c:v>45439.624305555553</c:v>
                </c:pt>
                <c:pt idx="79268">
                  <c:v>45403.507638888892</c:v>
                </c:pt>
                <c:pt idx="79269">
                  <c:v>45914.560416666667</c:v>
                </c:pt>
                <c:pt idx="79270">
                  <c:v>45655.95416666667</c:v>
                </c:pt>
                <c:pt idx="79271">
                  <c:v>45508.664583333331</c:v>
                </c:pt>
                <c:pt idx="79272">
                  <c:v>45541.813194444447</c:v>
                </c:pt>
                <c:pt idx="79273">
                  <c:v>45628.962500000001</c:v>
                </c:pt>
                <c:pt idx="79274">
                  <c:v>45609.972916666673</c:v>
                </c:pt>
                <c:pt idx="79275">
                  <c:v>45570.741666666669</c:v>
                </c:pt>
                <c:pt idx="79276">
                  <c:v>45484.694444444453</c:v>
                </c:pt>
                <c:pt idx="79277">
                  <c:v>45689.720138888893</c:v>
                </c:pt>
                <c:pt idx="79278">
                  <c:v>46000.042361111111</c:v>
                </c:pt>
                <c:pt idx="79279">
                  <c:v>45831.088888888888</c:v>
                </c:pt>
                <c:pt idx="79280">
                  <c:v>45904.843055555553</c:v>
                </c:pt>
                <c:pt idx="79281">
                  <c:v>45776.131249999999</c:v>
                </c:pt>
                <c:pt idx="79282">
                  <c:v>45742.887499999997</c:v>
                </c:pt>
                <c:pt idx="79283">
                  <c:v>45967.042361111111</c:v>
                </c:pt>
                <c:pt idx="79284">
                  <c:v>45688.629166666673</c:v>
                </c:pt>
                <c:pt idx="79285">
                  <c:v>45811.652083333327</c:v>
                </c:pt>
                <c:pt idx="79286">
                  <c:v>45714.511805555558</c:v>
                </c:pt>
                <c:pt idx="79287">
                  <c:v>45895.453472222223</c:v>
                </c:pt>
                <c:pt idx="79288">
                  <c:v>45961.538888888892</c:v>
                </c:pt>
                <c:pt idx="79289">
                  <c:v>45895.45</c:v>
                </c:pt>
                <c:pt idx="79290">
                  <c:v>45860.443749999999</c:v>
                </c:pt>
                <c:pt idx="79291">
                  <c:v>45790.646527777782</c:v>
                </c:pt>
                <c:pt idx="79292">
                  <c:v>46020.55</c:v>
                </c:pt>
                <c:pt idx="79293">
                  <c:v>45754.476388888892</c:v>
                </c:pt>
                <c:pt idx="79294">
                  <c:v>45754.474999999999</c:v>
                </c:pt>
                <c:pt idx="79295">
                  <c:v>45594.729861111111</c:v>
                </c:pt>
                <c:pt idx="79296">
                  <c:v>45989.686111111107</c:v>
                </c:pt>
                <c:pt idx="79297">
                  <c:v>45992.875694444447</c:v>
                </c:pt>
                <c:pt idx="79298">
                  <c:v>45676.678472222222</c:v>
                </c:pt>
                <c:pt idx="79299">
                  <c:v>45888.773611111108</c:v>
                </c:pt>
                <c:pt idx="79300">
                  <c:v>45588.281944444447</c:v>
                </c:pt>
                <c:pt idx="79301">
                  <c:v>45779.626388888893</c:v>
                </c:pt>
                <c:pt idx="79302">
                  <c:v>45406.601388888892</c:v>
                </c:pt>
                <c:pt idx="79303">
                  <c:v>45367.552083333343</c:v>
                </c:pt>
                <c:pt idx="79304">
                  <c:v>45495.511805555558</c:v>
                </c:pt>
                <c:pt idx="79305">
                  <c:v>45730.986111111109</c:v>
                </c:pt>
                <c:pt idx="79306">
                  <c:v>45465.665277777778</c:v>
                </c:pt>
                <c:pt idx="79307">
                  <c:v>45348.936805555553</c:v>
                </c:pt>
                <c:pt idx="79308">
                  <c:v>45553.775694444441</c:v>
                </c:pt>
                <c:pt idx="79309">
                  <c:v>45357.519444444442</c:v>
                </c:pt>
                <c:pt idx="79310">
                  <c:v>45599.566666666673</c:v>
                </c:pt>
                <c:pt idx="79311">
                  <c:v>45516.320138888892</c:v>
                </c:pt>
                <c:pt idx="79312">
                  <c:v>45383.856944444437</c:v>
                </c:pt>
                <c:pt idx="79313">
                  <c:v>45413.607638888891</c:v>
                </c:pt>
                <c:pt idx="79314">
                  <c:v>45424.570833333331</c:v>
                </c:pt>
                <c:pt idx="79315">
                  <c:v>45599.563888888893</c:v>
                </c:pt>
                <c:pt idx="79316">
                  <c:v>45570.488888888889</c:v>
                </c:pt>
                <c:pt idx="79317">
                  <c:v>45339.5</c:v>
                </c:pt>
                <c:pt idx="79318">
                  <c:v>45993.557638888888</c:v>
                </c:pt>
                <c:pt idx="79319">
                  <c:v>45563.712500000001</c:v>
                </c:pt>
                <c:pt idx="79320">
                  <c:v>45317.581944444442</c:v>
                </c:pt>
                <c:pt idx="79321">
                  <c:v>45885.731944444437</c:v>
                </c:pt>
                <c:pt idx="79322">
                  <c:v>45931.300694444442</c:v>
                </c:pt>
                <c:pt idx="79323">
                  <c:v>45961.195138888892</c:v>
                </c:pt>
                <c:pt idx="79324">
                  <c:v>45902.410416666673</c:v>
                </c:pt>
                <c:pt idx="79325">
                  <c:v>45898.17083333333</c:v>
                </c:pt>
                <c:pt idx="79326">
                  <c:v>45989.484027777777</c:v>
                </c:pt>
                <c:pt idx="79327">
                  <c:v>46018.476388888892</c:v>
                </c:pt>
                <c:pt idx="79328">
                  <c:v>45349.576388888891</c:v>
                </c:pt>
                <c:pt idx="79329">
                  <c:v>45515.497916666667</c:v>
                </c:pt>
                <c:pt idx="79330">
                  <c:v>45662.519444444442</c:v>
                </c:pt>
                <c:pt idx="79331">
                  <c:v>45713.491666666669</c:v>
                </c:pt>
                <c:pt idx="79332">
                  <c:v>45694.640972222223</c:v>
                </c:pt>
                <c:pt idx="79333">
                  <c:v>45734.822916666657</c:v>
                </c:pt>
                <c:pt idx="79334">
                  <c:v>45678.638888888891</c:v>
                </c:pt>
                <c:pt idx="79335">
                  <c:v>45746.390972222223</c:v>
                </c:pt>
                <c:pt idx="79336">
                  <c:v>45868.572916666657</c:v>
                </c:pt>
                <c:pt idx="79337">
                  <c:v>45884.65</c:v>
                </c:pt>
                <c:pt idx="79338">
                  <c:v>45839.611111111109</c:v>
                </c:pt>
                <c:pt idx="79339">
                  <c:v>45853.584722222222</c:v>
                </c:pt>
                <c:pt idx="79340">
                  <c:v>45903.652777777781</c:v>
                </c:pt>
                <c:pt idx="79341">
                  <c:v>45926.518055555563</c:v>
                </c:pt>
                <c:pt idx="79342">
                  <c:v>45942.595138888893</c:v>
                </c:pt>
                <c:pt idx="79343">
                  <c:v>45824.604861111111</c:v>
                </c:pt>
                <c:pt idx="79344">
                  <c:v>45434.030555555553</c:v>
                </c:pt>
                <c:pt idx="79345">
                  <c:v>45349.438888888893</c:v>
                </c:pt>
                <c:pt idx="79346">
                  <c:v>45452.819444444453</c:v>
                </c:pt>
                <c:pt idx="79347">
                  <c:v>45767.756249999999</c:v>
                </c:pt>
                <c:pt idx="79348">
                  <c:v>45314.388888888891</c:v>
                </c:pt>
                <c:pt idx="79349">
                  <c:v>45406.856944444437</c:v>
                </c:pt>
                <c:pt idx="79350">
                  <c:v>45987.977777777778</c:v>
                </c:pt>
                <c:pt idx="79351">
                  <c:v>45943.8125</c:v>
                </c:pt>
                <c:pt idx="79352">
                  <c:v>45905.761111111111</c:v>
                </c:pt>
                <c:pt idx="79353">
                  <c:v>45916.958333333343</c:v>
                </c:pt>
                <c:pt idx="79354">
                  <c:v>45360.501388888893</c:v>
                </c:pt>
                <c:pt idx="79355">
                  <c:v>45605.552083333343</c:v>
                </c:pt>
                <c:pt idx="79356">
                  <c:v>45401.622916666667</c:v>
                </c:pt>
                <c:pt idx="79357">
                  <c:v>45842.561111111107</c:v>
                </c:pt>
                <c:pt idx="79358">
                  <c:v>45708.87222222222</c:v>
                </c:pt>
                <c:pt idx="79359">
                  <c:v>45334.793749999997</c:v>
                </c:pt>
                <c:pt idx="79360">
                  <c:v>45999.779861111107</c:v>
                </c:pt>
                <c:pt idx="79361">
                  <c:v>45450.559027777781</c:v>
                </c:pt>
                <c:pt idx="79362">
                  <c:v>45412.894444444442</c:v>
                </c:pt>
                <c:pt idx="79363">
                  <c:v>45651.821527777778</c:v>
                </c:pt>
                <c:pt idx="79364">
                  <c:v>45559.808333333327</c:v>
                </c:pt>
                <c:pt idx="79365">
                  <c:v>45970.540277777778</c:v>
                </c:pt>
                <c:pt idx="79366">
                  <c:v>45915.782638888893</c:v>
                </c:pt>
                <c:pt idx="79367">
                  <c:v>45762.250694444447</c:v>
                </c:pt>
                <c:pt idx="79368">
                  <c:v>45790.242361111108</c:v>
                </c:pt>
                <c:pt idx="79369">
                  <c:v>45988.770138888889</c:v>
                </c:pt>
                <c:pt idx="79370">
                  <c:v>46004.606944444437</c:v>
                </c:pt>
                <c:pt idx="79371">
                  <c:v>45739.566666666673</c:v>
                </c:pt>
                <c:pt idx="79372">
                  <c:v>45806.897222222222</c:v>
                </c:pt>
                <c:pt idx="79373">
                  <c:v>45930.689583333333</c:v>
                </c:pt>
                <c:pt idx="79374">
                  <c:v>45949.371527777781</c:v>
                </c:pt>
                <c:pt idx="79375">
                  <c:v>45764.219444444447</c:v>
                </c:pt>
                <c:pt idx="79376">
                  <c:v>45967.877083333333</c:v>
                </c:pt>
                <c:pt idx="79377">
                  <c:v>45785.665277777778</c:v>
                </c:pt>
                <c:pt idx="79378">
                  <c:v>45830.89166666667</c:v>
                </c:pt>
                <c:pt idx="79379">
                  <c:v>45992.643055555563</c:v>
                </c:pt>
                <c:pt idx="79380">
                  <c:v>45894.688194444447</c:v>
                </c:pt>
                <c:pt idx="79381">
                  <c:v>46015.802777777782</c:v>
                </c:pt>
                <c:pt idx="79382">
                  <c:v>45975.571527777778</c:v>
                </c:pt>
                <c:pt idx="79383">
                  <c:v>45853.504861111112</c:v>
                </c:pt>
                <c:pt idx="79384">
                  <c:v>45874.582638888889</c:v>
                </c:pt>
                <c:pt idx="79385">
                  <c:v>45938.999305555553</c:v>
                </c:pt>
                <c:pt idx="79386">
                  <c:v>45914.564583333333</c:v>
                </c:pt>
                <c:pt idx="79387">
                  <c:v>45956.974305555559</c:v>
                </c:pt>
                <c:pt idx="79388">
                  <c:v>45810.37777777778</c:v>
                </c:pt>
                <c:pt idx="79389">
                  <c:v>46012.606944444437</c:v>
                </c:pt>
                <c:pt idx="79390">
                  <c:v>45838.7</c:v>
                </c:pt>
                <c:pt idx="79391">
                  <c:v>45557.67083333333</c:v>
                </c:pt>
                <c:pt idx="79392">
                  <c:v>45718.696527777778</c:v>
                </c:pt>
                <c:pt idx="79393">
                  <c:v>45774.617361111108</c:v>
                </c:pt>
                <c:pt idx="79394">
                  <c:v>45560.745138888888</c:v>
                </c:pt>
                <c:pt idx="79395">
                  <c:v>45909.853472222218</c:v>
                </c:pt>
                <c:pt idx="79396">
                  <c:v>45653.352777777778</c:v>
                </c:pt>
                <c:pt idx="79397">
                  <c:v>45920.685416666667</c:v>
                </c:pt>
                <c:pt idx="79398">
                  <c:v>45741.678472222222</c:v>
                </c:pt>
                <c:pt idx="79399">
                  <c:v>45563.430555555547</c:v>
                </c:pt>
                <c:pt idx="79400">
                  <c:v>45663.600694444453</c:v>
                </c:pt>
                <c:pt idx="79401">
                  <c:v>45661.288194444453</c:v>
                </c:pt>
                <c:pt idx="79402">
                  <c:v>45503.430555555547</c:v>
                </c:pt>
                <c:pt idx="79403">
                  <c:v>45760.458333333343</c:v>
                </c:pt>
                <c:pt idx="79404">
                  <c:v>45785.728472222218</c:v>
                </c:pt>
                <c:pt idx="79405">
                  <c:v>45423.017361111109</c:v>
                </c:pt>
                <c:pt idx="79406">
                  <c:v>45760.458333333343</c:v>
                </c:pt>
                <c:pt idx="79407">
                  <c:v>45295.597222222219</c:v>
                </c:pt>
                <c:pt idx="79408">
                  <c:v>45295.597222222219</c:v>
                </c:pt>
                <c:pt idx="79409">
                  <c:v>45503.430555555547</c:v>
                </c:pt>
                <c:pt idx="79410">
                  <c:v>45423.017361111109</c:v>
                </c:pt>
                <c:pt idx="79411">
                  <c:v>45623.423611111109</c:v>
                </c:pt>
                <c:pt idx="79412">
                  <c:v>45623.423611111109</c:v>
                </c:pt>
                <c:pt idx="79413">
                  <c:v>45661.288194444453</c:v>
                </c:pt>
                <c:pt idx="79414">
                  <c:v>45785.728472222218</c:v>
                </c:pt>
                <c:pt idx="79415">
                  <c:v>45547.361805555563</c:v>
                </c:pt>
                <c:pt idx="79416">
                  <c:v>45313.686111111107</c:v>
                </c:pt>
                <c:pt idx="79417">
                  <c:v>45922.634722222218</c:v>
                </c:pt>
                <c:pt idx="79418">
                  <c:v>45317.507638888892</c:v>
                </c:pt>
                <c:pt idx="79419">
                  <c:v>45317.507638888892</c:v>
                </c:pt>
                <c:pt idx="79420">
                  <c:v>45703.537499999999</c:v>
                </c:pt>
                <c:pt idx="79421">
                  <c:v>45313.686111111107</c:v>
                </c:pt>
                <c:pt idx="79422">
                  <c:v>45436.811111111107</c:v>
                </c:pt>
                <c:pt idx="79423">
                  <c:v>45547.361805555563</c:v>
                </c:pt>
                <c:pt idx="79424">
                  <c:v>45436.811111111107</c:v>
                </c:pt>
                <c:pt idx="79425">
                  <c:v>45703.537499999999</c:v>
                </c:pt>
                <c:pt idx="79426">
                  <c:v>45922.634722222218</c:v>
                </c:pt>
                <c:pt idx="79427">
                  <c:v>45907.392361111109</c:v>
                </c:pt>
                <c:pt idx="79428">
                  <c:v>45860.012499999997</c:v>
                </c:pt>
                <c:pt idx="79429">
                  <c:v>46008.793055555558</c:v>
                </c:pt>
                <c:pt idx="79430">
                  <c:v>45784.467361111107</c:v>
                </c:pt>
                <c:pt idx="79431">
                  <c:v>45598.67291666667</c:v>
                </c:pt>
                <c:pt idx="79432">
                  <c:v>45660.779166666667</c:v>
                </c:pt>
                <c:pt idx="79433">
                  <c:v>45718.318749999999</c:v>
                </c:pt>
                <c:pt idx="79434">
                  <c:v>45807.887499999997</c:v>
                </c:pt>
                <c:pt idx="79435">
                  <c:v>45961.052083333343</c:v>
                </c:pt>
                <c:pt idx="79436">
                  <c:v>45659.056250000001</c:v>
                </c:pt>
                <c:pt idx="79437">
                  <c:v>45899.534722222219</c:v>
                </c:pt>
                <c:pt idx="79438">
                  <c:v>45751.633333333331</c:v>
                </c:pt>
                <c:pt idx="79439">
                  <c:v>45460.302777777782</c:v>
                </c:pt>
                <c:pt idx="79440">
                  <c:v>45361.647916666669</c:v>
                </c:pt>
                <c:pt idx="79441">
                  <c:v>45424.375694444447</c:v>
                </c:pt>
                <c:pt idx="79442">
                  <c:v>45548.861805555563</c:v>
                </c:pt>
                <c:pt idx="79443">
                  <c:v>45494.682638888888</c:v>
                </c:pt>
                <c:pt idx="79444">
                  <c:v>45483.328472222223</c:v>
                </c:pt>
                <c:pt idx="79445">
                  <c:v>45562.329861111109</c:v>
                </c:pt>
                <c:pt idx="79446">
                  <c:v>45415.676388888889</c:v>
                </c:pt>
                <c:pt idx="79447">
                  <c:v>45534.46875</c:v>
                </c:pt>
                <c:pt idx="79448">
                  <c:v>45400.654166666667</c:v>
                </c:pt>
                <c:pt idx="79449">
                  <c:v>45474.415972222218</c:v>
                </c:pt>
                <c:pt idx="79450">
                  <c:v>45411.80972222222</c:v>
                </c:pt>
                <c:pt idx="79451">
                  <c:v>45397.38958333333</c:v>
                </c:pt>
                <c:pt idx="79452">
                  <c:v>45383.568055555559</c:v>
                </c:pt>
                <c:pt idx="79453">
                  <c:v>45375.781944444447</c:v>
                </c:pt>
                <c:pt idx="79454">
                  <c:v>45445.351388888892</c:v>
                </c:pt>
                <c:pt idx="79455">
                  <c:v>45478.442361111112</c:v>
                </c:pt>
                <c:pt idx="79456">
                  <c:v>45764.398611111108</c:v>
                </c:pt>
                <c:pt idx="79457">
                  <c:v>45716.354166666657</c:v>
                </c:pt>
                <c:pt idx="79458">
                  <c:v>45889.734722222223</c:v>
                </c:pt>
                <c:pt idx="79459">
                  <c:v>45584.565972222219</c:v>
                </c:pt>
                <c:pt idx="79460">
                  <c:v>45367.99722222222</c:v>
                </c:pt>
                <c:pt idx="79461">
                  <c:v>45662.322222222218</c:v>
                </c:pt>
                <c:pt idx="79462">
                  <c:v>45991.790277777778</c:v>
                </c:pt>
                <c:pt idx="79463">
                  <c:v>45542.708333333343</c:v>
                </c:pt>
                <c:pt idx="79464">
                  <c:v>45975.575694444437</c:v>
                </c:pt>
                <c:pt idx="79465">
                  <c:v>45442.426388888889</c:v>
                </c:pt>
                <c:pt idx="79466">
                  <c:v>45597.556944444441</c:v>
                </c:pt>
                <c:pt idx="79467">
                  <c:v>45481.318749999999</c:v>
                </c:pt>
                <c:pt idx="79468">
                  <c:v>45428.427777777782</c:v>
                </c:pt>
                <c:pt idx="79469">
                  <c:v>45454.388888888891</c:v>
                </c:pt>
                <c:pt idx="79470">
                  <c:v>45747.876388888893</c:v>
                </c:pt>
                <c:pt idx="79471">
                  <c:v>45635.86041666667</c:v>
                </c:pt>
                <c:pt idx="79472">
                  <c:v>45837.811805555553</c:v>
                </c:pt>
                <c:pt idx="79473">
                  <c:v>45498.597916666673</c:v>
                </c:pt>
                <c:pt idx="79474">
                  <c:v>45443.805555555547</c:v>
                </c:pt>
                <c:pt idx="79475">
                  <c:v>45701.606944444437</c:v>
                </c:pt>
                <c:pt idx="79476">
                  <c:v>45458.757638888892</c:v>
                </c:pt>
                <c:pt idx="79477">
                  <c:v>45516.761805555558</c:v>
                </c:pt>
                <c:pt idx="79478">
                  <c:v>45573.224999999999</c:v>
                </c:pt>
                <c:pt idx="79479">
                  <c:v>45431.799305555563</c:v>
                </c:pt>
                <c:pt idx="79480">
                  <c:v>45530.806944444441</c:v>
                </c:pt>
                <c:pt idx="79481">
                  <c:v>45495.36041666667</c:v>
                </c:pt>
                <c:pt idx="79482">
                  <c:v>45758.375694444447</c:v>
                </c:pt>
                <c:pt idx="79483">
                  <c:v>45665.243750000001</c:v>
                </c:pt>
                <c:pt idx="79484">
                  <c:v>45566.345138888893</c:v>
                </c:pt>
                <c:pt idx="79485">
                  <c:v>45782.944444444453</c:v>
                </c:pt>
                <c:pt idx="79486">
                  <c:v>45810.468055555553</c:v>
                </c:pt>
                <c:pt idx="79487">
                  <c:v>45738.905555555553</c:v>
                </c:pt>
                <c:pt idx="79488">
                  <c:v>45757.381249999999</c:v>
                </c:pt>
                <c:pt idx="79489">
                  <c:v>45743.651388888888</c:v>
                </c:pt>
                <c:pt idx="79490">
                  <c:v>45761.446527777778</c:v>
                </c:pt>
                <c:pt idx="79491">
                  <c:v>45998.912499999999</c:v>
                </c:pt>
                <c:pt idx="79492">
                  <c:v>45817.459722222222</c:v>
                </c:pt>
                <c:pt idx="79493">
                  <c:v>45777.44027777778</c:v>
                </c:pt>
                <c:pt idx="79494">
                  <c:v>45974.71875</c:v>
                </c:pt>
                <c:pt idx="79495">
                  <c:v>45776.48333333333</c:v>
                </c:pt>
                <c:pt idx="79496">
                  <c:v>45766.834027777782</c:v>
                </c:pt>
                <c:pt idx="79497">
                  <c:v>45830.84375</c:v>
                </c:pt>
                <c:pt idx="79498">
                  <c:v>45865.552777777782</c:v>
                </c:pt>
                <c:pt idx="79499">
                  <c:v>45790.775000000001</c:v>
                </c:pt>
                <c:pt idx="79500">
                  <c:v>45880.93472222222</c:v>
                </c:pt>
                <c:pt idx="79501">
                  <c:v>45749.42291666667</c:v>
                </c:pt>
                <c:pt idx="79502">
                  <c:v>45895.548611111109</c:v>
                </c:pt>
                <c:pt idx="79503">
                  <c:v>45955.642361111109</c:v>
                </c:pt>
                <c:pt idx="79504">
                  <c:v>45306.472916666673</c:v>
                </c:pt>
                <c:pt idx="79505">
                  <c:v>45800.741666666669</c:v>
                </c:pt>
                <c:pt idx="79506">
                  <c:v>45978.947916666657</c:v>
                </c:pt>
                <c:pt idx="79507">
                  <c:v>45849.575694444437</c:v>
                </c:pt>
                <c:pt idx="79508">
                  <c:v>46000.715277777781</c:v>
                </c:pt>
                <c:pt idx="79509">
                  <c:v>45842.597916666673</c:v>
                </c:pt>
                <c:pt idx="79510">
                  <c:v>45809.712500000001</c:v>
                </c:pt>
                <c:pt idx="79511">
                  <c:v>45821.894444444442</c:v>
                </c:pt>
                <c:pt idx="79512">
                  <c:v>45717.822916666657</c:v>
                </c:pt>
                <c:pt idx="79513">
                  <c:v>45925.94027777778</c:v>
                </c:pt>
                <c:pt idx="79514">
                  <c:v>45641.76458333333</c:v>
                </c:pt>
                <c:pt idx="79515">
                  <c:v>45656.564583333333</c:v>
                </c:pt>
                <c:pt idx="79516">
                  <c:v>45945.420138888891</c:v>
                </c:pt>
                <c:pt idx="79517">
                  <c:v>45676.78402777778</c:v>
                </c:pt>
                <c:pt idx="79518">
                  <c:v>45721.438888888893</c:v>
                </c:pt>
                <c:pt idx="79519">
                  <c:v>45974.690972222219</c:v>
                </c:pt>
                <c:pt idx="79520">
                  <c:v>45462.226388888892</c:v>
                </c:pt>
                <c:pt idx="79521">
                  <c:v>45462.659722222219</c:v>
                </c:pt>
                <c:pt idx="79522">
                  <c:v>45588.232638888891</c:v>
                </c:pt>
                <c:pt idx="79523">
                  <c:v>45644.227083333331</c:v>
                </c:pt>
                <c:pt idx="79524">
                  <c:v>45339.02847222222</c:v>
                </c:pt>
                <c:pt idx="79525">
                  <c:v>45308.793749999997</c:v>
                </c:pt>
                <c:pt idx="79526">
                  <c:v>45833.259027777778</c:v>
                </c:pt>
                <c:pt idx="79527">
                  <c:v>45980.262499999997</c:v>
                </c:pt>
                <c:pt idx="79528">
                  <c:v>45399.724305555559</c:v>
                </c:pt>
                <c:pt idx="79529">
                  <c:v>45525.234027777777</c:v>
                </c:pt>
                <c:pt idx="79530">
                  <c:v>45735.244444444441</c:v>
                </c:pt>
                <c:pt idx="79531">
                  <c:v>45437.647916666669</c:v>
                </c:pt>
                <c:pt idx="79532">
                  <c:v>45902.644444444442</c:v>
                </c:pt>
                <c:pt idx="79533">
                  <c:v>45494.905555555553</c:v>
                </c:pt>
                <c:pt idx="79534">
                  <c:v>45370.852777777778</c:v>
                </c:pt>
                <c:pt idx="79535">
                  <c:v>45417.842361111107</c:v>
                </c:pt>
                <c:pt idx="79536">
                  <c:v>45982.677083333343</c:v>
                </c:pt>
                <c:pt idx="79537">
                  <c:v>45708.509722222218</c:v>
                </c:pt>
                <c:pt idx="79538">
                  <c:v>45418.42083333333</c:v>
                </c:pt>
                <c:pt idx="79539">
                  <c:v>45575.602777777778</c:v>
                </c:pt>
                <c:pt idx="79540">
                  <c:v>45670.680555555547</c:v>
                </c:pt>
                <c:pt idx="79541">
                  <c:v>45538.567361111112</c:v>
                </c:pt>
                <c:pt idx="79542">
                  <c:v>45800.755555555559</c:v>
                </c:pt>
                <c:pt idx="79543">
                  <c:v>46015.04791666667</c:v>
                </c:pt>
                <c:pt idx="79544">
                  <c:v>45970.757638888892</c:v>
                </c:pt>
                <c:pt idx="79545">
                  <c:v>45781.884722222218</c:v>
                </c:pt>
                <c:pt idx="79546">
                  <c:v>45800.60833333333</c:v>
                </c:pt>
                <c:pt idx="79547">
                  <c:v>45772.513888888891</c:v>
                </c:pt>
                <c:pt idx="79548">
                  <c:v>45840.966666666667</c:v>
                </c:pt>
                <c:pt idx="79549">
                  <c:v>45934.051388888889</c:v>
                </c:pt>
                <c:pt idx="79550">
                  <c:v>45951.785416666673</c:v>
                </c:pt>
                <c:pt idx="79551">
                  <c:v>45886.602777777778</c:v>
                </c:pt>
                <c:pt idx="79552">
                  <c:v>45916.51666666667</c:v>
                </c:pt>
                <c:pt idx="79553">
                  <c:v>45323.59375</c:v>
                </c:pt>
                <c:pt idx="79554">
                  <c:v>45399.307638888888</c:v>
                </c:pt>
                <c:pt idx="79555">
                  <c:v>45690.762499999997</c:v>
                </c:pt>
                <c:pt idx="79556">
                  <c:v>45756.98333333333</c:v>
                </c:pt>
                <c:pt idx="79557">
                  <c:v>45459.910416666673</c:v>
                </c:pt>
                <c:pt idx="79558">
                  <c:v>45958.84375</c:v>
                </c:pt>
                <c:pt idx="79559">
                  <c:v>45723.151388888888</c:v>
                </c:pt>
                <c:pt idx="79560">
                  <c:v>46023.480555555558</c:v>
                </c:pt>
                <c:pt idx="79561">
                  <c:v>45325.844444444447</c:v>
                </c:pt>
                <c:pt idx="79562">
                  <c:v>45347.844444444447</c:v>
                </c:pt>
                <c:pt idx="79563">
                  <c:v>45415.688888888893</c:v>
                </c:pt>
                <c:pt idx="79564">
                  <c:v>45415.688888888893</c:v>
                </c:pt>
                <c:pt idx="79565">
                  <c:v>45415.688888888893</c:v>
                </c:pt>
                <c:pt idx="79566">
                  <c:v>45434.62777777778</c:v>
                </c:pt>
                <c:pt idx="79567">
                  <c:v>45411.355555555558</c:v>
                </c:pt>
                <c:pt idx="79568">
                  <c:v>45493.436805555553</c:v>
                </c:pt>
                <c:pt idx="79569">
                  <c:v>45450.466666666667</c:v>
                </c:pt>
                <c:pt idx="79570">
                  <c:v>45509.460416666669</c:v>
                </c:pt>
                <c:pt idx="79571">
                  <c:v>45565.345138888893</c:v>
                </c:pt>
                <c:pt idx="79572">
                  <c:v>45536.291666666657</c:v>
                </c:pt>
                <c:pt idx="79573">
                  <c:v>45589.731944444437</c:v>
                </c:pt>
                <c:pt idx="79574">
                  <c:v>45723.434027777781</c:v>
                </c:pt>
                <c:pt idx="79575">
                  <c:v>45459.378472222219</c:v>
                </c:pt>
                <c:pt idx="79576">
                  <c:v>45416.301388888889</c:v>
                </c:pt>
                <c:pt idx="79577">
                  <c:v>45597.238888888889</c:v>
                </c:pt>
                <c:pt idx="79578">
                  <c:v>45662.377083333333</c:v>
                </c:pt>
                <c:pt idx="79579">
                  <c:v>45560.474305555559</c:v>
                </c:pt>
                <c:pt idx="79580">
                  <c:v>45573.817361111112</c:v>
                </c:pt>
                <c:pt idx="79581">
                  <c:v>45610.267361111109</c:v>
                </c:pt>
                <c:pt idx="79582">
                  <c:v>45740.557638888888</c:v>
                </c:pt>
                <c:pt idx="79583">
                  <c:v>45588.40902777778</c:v>
                </c:pt>
                <c:pt idx="79584">
                  <c:v>45456.384722222218</c:v>
                </c:pt>
                <c:pt idx="79585">
                  <c:v>45919.561111111107</c:v>
                </c:pt>
                <c:pt idx="79586">
                  <c:v>45378.394444444442</c:v>
                </c:pt>
                <c:pt idx="79587">
                  <c:v>45924.240277777782</c:v>
                </c:pt>
                <c:pt idx="79588">
                  <c:v>45802.37222222222</c:v>
                </c:pt>
                <c:pt idx="79589">
                  <c:v>45836.392361111109</c:v>
                </c:pt>
                <c:pt idx="79590">
                  <c:v>45990.238194444442</c:v>
                </c:pt>
                <c:pt idx="79591">
                  <c:v>45869.344444444447</c:v>
                </c:pt>
                <c:pt idx="79592">
                  <c:v>45646.52847222222</c:v>
                </c:pt>
                <c:pt idx="79593">
                  <c:v>45504.49722222222</c:v>
                </c:pt>
                <c:pt idx="79594">
                  <c:v>45625.347222222219</c:v>
                </c:pt>
                <c:pt idx="79595">
                  <c:v>45536.101388888892</c:v>
                </c:pt>
                <c:pt idx="79596">
                  <c:v>45569.022916666669</c:v>
                </c:pt>
                <c:pt idx="79597">
                  <c:v>45596.638194444437</c:v>
                </c:pt>
                <c:pt idx="79598">
                  <c:v>45449.938888888893</c:v>
                </c:pt>
                <c:pt idx="79599">
                  <c:v>45504.01666666667</c:v>
                </c:pt>
                <c:pt idx="79600">
                  <c:v>45622.245138888888</c:v>
                </c:pt>
                <c:pt idx="79601">
                  <c:v>45805.872916666667</c:v>
                </c:pt>
                <c:pt idx="79602">
                  <c:v>45995.51458333333</c:v>
                </c:pt>
                <c:pt idx="79603">
                  <c:v>45848.020138888889</c:v>
                </c:pt>
                <c:pt idx="79604">
                  <c:v>45595.780555555553</c:v>
                </c:pt>
                <c:pt idx="79605">
                  <c:v>45470.907638888893</c:v>
                </c:pt>
                <c:pt idx="79606">
                  <c:v>45550.924305555563</c:v>
                </c:pt>
                <c:pt idx="79607">
                  <c:v>45517.362500000003</c:v>
                </c:pt>
                <c:pt idx="79608">
                  <c:v>45688.40347222222</c:v>
                </c:pt>
                <c:pt idx="79609">
                  <c:v>45868.511805555558</c:v>
                </c:pt>
                <c:pt idx="79610">
                  <c:v>45848.89166666667</c:v>
                </c:pt>
                <c:pt idx="79611">
                  <c:v>45825.673611111109</c:v>
                </c:pt>
                <c:pt idx="79612">
                  <c:v>45803.775000000001</c:v>
                </c:pt>
                <c:pt idx="79613">
                  <c:v>45911.740972222222</c:v>
                </c:pt>
                <c:pt idx="79614">
                  <c:v>45594.882638888892</c:v>
                </c:pt>
                <c:pt idx="79615">
                  <c:v>45672.584027777782</c:v>
                </c:pt>
                <c:pt idx="79616">
                  <c:v>45670.570833333331</c:v>
                </c:pt>
                <c:pt idx="79617">
                  <c:v>45833.384027777778</c:v>
                </c:pt>
                <c:pt idx="79618">
                  <c:v>45923.70416666667</c:v>
                </c:pt>
                <c:pt idx="79619">
                  <c:v>45794.834722222222</c:v>
                </c:pt>
                <c:pt idx="79620">
                  <c:v>45741.87777777778</c:v>
                </c:pt>
                <c:pt idx="79621">
                  <c:v>45518.288888888892</c:v>
                </c:pt>
                <c:pt idx="79622">
                  <c:v>45354.048611111109</c:v>
                </c:pt>
                <c:pt idx="79623">
                  <c:v>45966.720138888893</c:v>
                </c:pt>
                <c:pt idx="79624">
                  <c:v>45722.978472222218</c:v>
                </c:pt>
                <c:pt idx="79625">
                  <c:v>45886.026388888888</c:v>
                </c:pt>
                <c:pt idx="79626">
                  <c:v>45350.446527777778</c:v>
                </c:pt>
                <c:pt idx="79627">
                  <c:v>45414.373611111107</c:v>
                </c:pt>
                <c:pt idx="79628">
                  <c:v>45964.102083333331</c:v>
                </c:pt>
                <c:pt idx="79629">
                  <c:v>45883.879166666673</c:v>
                </c:pt>
                <c:pt idx="79630">
                  <c:v>46015.25277777778</c:v>
                </c:pt>
                <c:pt idx="79631">
                  <c:v>45984.060416666667</c:v>
                </c:pt>
                <c:pt idx="79632">
                  <c:v>45340.775694444441</c:v>
                </c:pt>
                <c:pt idx="79633">
                  <c:v>45843.341666666667</c:v>
                </c:pt>
                <c:pt idx="79634">
                  <c:v>45310.177777777782</c:v>
                </c:pt>
                <c:pt idx="79635">
                  <c:v>45926.316666666673</c:v>
                </c:pt>
                <c:pt idx="79636">
                  <c:v>45963.000694444447</c:v>
                </c:pt>
                <c:pt idx="79637">
                  <c:v>45930.398611111108</c:v>
                </c:pt>
                <c:pt idx="79638">
                  <c:v>45524.450694444437</c:v>
                </c:pt>
                <c:pt idx="79639">
                  <c:v>45516.465277777781</c:v>
                </c:pt>
                <c:pt idx="79640">
                  <c:v>45989.543055555558</c:v>
                </c:pt>
                <c:pt idx="79641">
                  <c:v>45793.502083333333</c:v>
                </c:pt>
                <c:pt idx="79642">
                  <c:v>45749.713194444441</c:v>
                </c:pt>
                <c:pt idx="79643">
                  <c:v>45779.499305555553</c:v>
                </c:pt>
                <c:pt idx="79644">
                  <c:v>45869.736111111109</c:v>
                </c:pt>
                <c:pt idx="79645">
                  <c:v>45946.969444444447</c:v>
                </c:pt>
                <c:pt idx="79646">
                  <c:v>45854.789583333331</c:v>
                </c:pt>
                <c:pt idx="79647">
                  <c:v>45826.480555555558</c:v>
                </c:pt>
                <c:pt idx="79648">
                  <c:v>45843.951388888891</c:v>
                </c:pt>
                <c:pt idx="79649">
                  <c:v>45315.536805555559</c:v>
                </c:pt>
                <c:pt idx="79650">
                  <c:v>45946.734722222223</c:v>
                </c:pt>
                <c:pt idx="79651">
                  <c:v>45496.449305555558</c:v>
                </c:pt>
                <c:pt idx="79652">
                  <c:v>45679.603472222218</c:v>
                </c:pt>
                <c:pt idx="79653">
                  <c:v>45800.856944444437</c:v>
                </c:pt>
                <c:pt idx="79654">
                  <c:v>45496.882638888892</c:v>
                </c:pt>
                <c:pt idx="79655">
                  <c:v>45475.587500000001</c:v>
                </c:pt>
                <c:pt idx="79656">
                  <c:v>45985.67291666667</c:v>
                </c:pt>
                <c:pt idx="79657">
                  <c:v>45946.850694444453</c:v>
                </c:pt>
                <c:pt idx="79658">
                  <c:v>45774.919444444437</c:v>
                </c:pt>
                <c:pt idx="79659">
                  <c:v>45662.794444444437</c:v>
                </c:pt>
                <c:pt idx="79660">
                  <c:v>45842.341666666667</c:v>
                </c:pt>
                <c:pt idx="79661">
                  <c:v>45546.52847222222</c:v>
                </c:pt>
                <c:pt idx="79662">
                  <c:v>45719.865277777782</c:v>
                </c:pt>
                <c:pt idx="79663">
                  <c:v>45714.810416666667</c:v>
                </c:pt>
                <c:pt idx="79664">
                  <c:v>45752.94027777778</c:v>
                </c:pt>
                <c:pt idx="79665">
                  <c:v>45521.977083333331</c:v>
                </c:pt>
                <c:pt idx="79666">
                  <c:v>45533.816666666673</c:v>
                </c:pt>
                <c:pt idx="79667">
                  <c:v>45807.906944444447</c:v>
                </c:pt>
                <c:pt idx="79668">
                  <c:v>45873.649305555547</c:v>
                </c:pt>
                <c:pt idx="79669">
                  <c:v>45825.911805555559</c:v>
                </c:pt>
                <c:pt idx="79670">
                  <c:v>45561.541666666657</c:v>
                </c:pt>
                <c:pt idx="79671">
                  <c:v>45897.829861111109</c:v>
                </c:pt>
                <c:pt idx="79672">
                  <c:v>45933.252083333333</c:v>
                </c:pt>
                <c:pt idx="79673">
                  <c:v>45742.5625</c:v>
                </c:pt>
                <c:pt idx="79674">
                  <c:v>45908.790972222218</c:v>
                </c:pt>
                <c:pt idx="79675">
                  <c:v>45912.600694444453</c:v>
                </c:pt>
                <c:pt idx="79676">
                  <c:v>45780.636805555558</c:v>
                </c:pt>
                <c:pt idx="79677">
                  <c:v>45700.404166666667</c:v>
                </c:pt>
                <c:pt idx="79678">
                  <c:v>45826.924305555563</c:v>
                </c:pt>
                <c:pt idx="79679">
                  <c:v>45871.856249999997</c:v>
                </c:pt>
                <c:pt idx="79680">
                  <c:v>45709.655555555553</c:v>
                </c:pt>
                <c:pt idx="79681">
                  <c:v>45350.591666666667</c:v>
                </c:pt>
                <c:pt idx="79682">
                  <c:v>45446.457638888889</c:v>
                </c:pt>
                <c:pt idx="79683">
                  <c:v>45890.442361111112</c:v>
                </c:pt>
                <c:pt idx="79684">
                  <c:v>45742.465277777781</c:v>
                </c:pt>
                <c:pt idx="79685">
                  <c:v>45750.679166666669</c:v>
                </c:pt>
                <c:pt idx="79686">
                  <c:v>45750.447916666657</c:v>
                </c:pt>
                <c:pt idx="79687">
                  <c:v>45547.59375</c:v>
                </c:pt>
                <c:pt idx="79688">
                  <c:v>45693.693749999999</c:v>
                </c:pt>
                <c:pt idx="79689">
                  <c:v>45706.510416666657</c:v>
                </c:pt>
                <c:pt idx="79690">
                  <c:v>45972.668055555558</c:v>
                </c:pt>
                <c:pt idx="79691">
                  <c:v>45416.490972222222</c:v>
                </c:pt>
                <c:pt idx="79692">
                  <c:v>45357.775000000001</c:v>
                </c:pt>
                <c:pt idx="79693">
                  <c:v>45685.481944444437</c:v>
                </c:pt>
                <c:pt idx="79694">
                  <c:v>45912.499305555553</c:v>
                </c:pt>
                <c:pt idx="79695">
                  <c:v>45750.393750000003</c:v>
                </c:pt>
                <c:pt idx="79696">
                  <c:v>45861.756944444453</c:v>
                </c:pt>
                <c:pt idx="79697">
                  <c:v>45527.470833333333</c:v>
                </c:pt>
                <c:pt idx="79698">
                  <c:v>45429.916666666657</c:v>
                </c:pt>
                <c:pt idx="79699">
                  <c:v>45668.774305555547</c:v>
                </c:pt>
                <c:pt idx="79700">
                  <c:v>45926.50277777778</c:v>
                </c:pt>
                <c:pt idx="79701">
                  <c:v>45880.943749999999</c:v>
                </c:pt>
                <c:pt idx="79702">
                  <c:v>45977.915277777778</c:v>
                </c:pt>
                <c:pt idx="79703">
                  <c:v>45363.725694444453</c:v>
                </c:pt>
                <c:pt idx="79704">
                  <c:v>45306.625</c:v>
                </c:pt>
                <c:pt idx="79705">
                  <c:v>46015.772222222222</c:v>
                </c:pt>
                <c:pt idx="79706">
                  <c:v>45731.595833333333</c:v>
                </c:pt>
                <c:pt idx="79707">
                  <c:v>45680.724305555559</c:v>
                </c:pt>
                <c:pt idx="79708">
                  <c:v>45747.406944444447</c:v>
                </c:pt>
                <c:pt idx="79709">
                  <c:v>45370.604861111111</c:v>
                </c:pt>
                <c:pt idx="79710">
                  <c:v>45856.906944444447</c:v>
                </c:pt>
                <c:pt idx="79711">
                  <c:v>45860.515972222223</c:v>
                </c:pt>
                <c:pt idx="79712">
                  <c:v>45932.477777777778</c:v>
                </c:pt>
                <c:pt idx="79713">
                  <c:v>45495.737500000003</c:v>
                </c:pt>
                <c:pt idx="79714">
                  <c:v>45471.629861111112</c:v>
                </c:pt>
                <c:pt idx="79715">
                  <c:v>45593.586805555547</c:v>
                </c:pt>
                <c:pt idx="79716">
                  <c:v>45775.668749999997</c:v>
                </c:pt>
                <c:pt idx="79717">
                  <c:v>45782.400000000001</c:v>
                </c:pt>
                <c:pt idx="79718">
                  <c:v>45860.425000000003</c:v>
                </c:pt>
                <c:pt idx="79719">
                  <c:v>45937.657638888893</c:v>
                </c:pt>
                <c:pt idx="79720">
                  <c:v>45831.636805555558</c:v>
                </c:pt>
                <c:pt idx="79721">
                  <c:v>45940.411111111112</c:v>
                </c:pt>
                <c:pt idx="79722">
                  <c:v>45785.405555555553</c:v>
                </c:pt>
                <c:pt idx="79723">
                  <c:v>45883.74722222222</c:v>
                </c:pt>
                <c:pt idx="79724">
                  <c:v>45843.518750000003</c:v>
                </c:pt>
                <c:pt idx="79725">
                  <c:v>45798.688888888893</c:v>
                </c:pt>
                <c:pt idx="79726">
                  <c:v>45868.663194444453</c:v>
                </c:pt>
                <c:pt idx="79727">
                  <c:v>45813.664583333331</c:v>
                </c:pt>
                <c:pt idx="79728">
                  <c:v>45659.69027777778</c:v>
                </c:pt>
                <c:pt idx="79729">
                  <c:v>45798.688888888893</c:v>
                </c:pt>
                <c:pt idx="79730">
                  <c:v>45731.695138888892</c:v>
                </c:pt>
                <c:pt idx="79731">
                  <c:v>45697.806944444441</c:v>
                </c:pt>
                <c:pt idx="79732">
                  <c:v>45666.40347222222</c:v>
                </c:pt>
                <c:pt idx="79733">
                  <c:v>45737.435416666667</c:v>
                </c:pt>
                <c:pt idx="79734">
                  <c:v>45774.739583333343</c:v>
                </c:pt>
                <c:pt idx="79735">
                  <c:v>45755.655555555553</c:v>
                </c:pt>
                <c:pt idx="79736">
                  <c:v>45526.63958333333</c:v>
                </c:pt>
                <c:pt idx="79737">
                  <c:v>45666.688194444447</c:v>
                </c:pt>
                <c:pt idx="79738">
                  <c:v>45353.51666666667</c:v>
                </c:pt>
                <c:pt idx="79739">
                  <c:v>45629.598611111112</c:v>
                </c:pt>
                <c:pt idx="79740">
                  <c:v>45843.694444444453</c:v>
                </c:pt>
                <c:pt idx="79741">
                  <c:v>45500.823611111111</c:v>
                </c:pt>
                <c:pt idx="79742">
                  <c:v>45794.406944444447</c:v>
                </c:pt>
                <c:pt idx="79743">
                  <c:v>45880.495138888888</c:v>
                </c:pt>
                <c:pt idx="79744">
                  <c:v>45405.84652777778</c:v>
                </c:pt>
                <c:pt idx="79745">
                  <c:v>45741.874305555553</c:v>
                </c:pt>
                <c:pt idx="79746">
                  <c:v>45930.506249999999</c:v>
                </c:pt>
                <c:pt idx="79747">
                  <c:v>45690.84097222222</c:v>
                </c:pt>
                <c:pt idx="79748">
                  <c:v>45620.92083333333</c:v>
                </c:pt>
                <c:pt idx="79749">
                  <c:v>45869.424305555563</c:v>
                </c:pt>
                <c:pt idx="79750">
                  <c:v>45669.624305555553</c:v>
                </c:pt>
                <c:pt idx="79751">
                  <c:v>45983.902083333327</c:v>
                </c:pt>
                <c:pt idx="79752">
                  <c:v>45558.894444444442</c:v>
                </c:pt>
                <c:pt idx="79753">
                  <c:v>45742.431250000001</c:v>
                </c:pt>
                <c:pt idx="79754">
                  <c:v>45754.867361111108</c:v>
                </c:pt>
                <c:pt idx="79755">
                  <c:v>45781.412499999999</c:v>
                </c:pt>
                <c:pt idx="79756">
                  <c:v>45929.375694444447</c:v>
                </c:pt>
                <c:pt idx="79757">
                  <c:v>45898.790972222218</c:v>
                </c:pt>
                <c:pt idx="79758">
                  <c:v>45953.802083333343</c:v>
                </c:pt>
                <c:pt idx="79759">
                  <c:v>45830.676388888889</c:v>
                </c:pt>
                <c:pt idx="79760">
                  <c:v>45720.800000000003</c:v>
                </c:pt>
                <c:pt idx="79761">
                  <c:v>45684.806250000001</c:v>
                </c:pt>
                <c:pt idx="79762">
                  <c:v>45699.397916666669</c:v>
                </c:pt>
                <c:pt idx="79763">
                  <c:v>45853.87222222222</c:v>
                </c:pt>
                <c:pt idx="79764">
                  <c:v>45800.488194444442</c:v>
                </c:pt>
                <c:pt idx="79765">
                  <c:v>45671.539583333331</c:v>
                </c:pt>
                <c:pt idx="79766">
                  <c:v>45807.004166666673</c:v>
                </c:pt>
                <c:pt idx="79767">
                  <c:v>45760.102083333331</c:v>
                </c:pt>
                <c:pt idx="79768">
                  <c:v>45879.436805555553</c:v>
                </c:pt>
                <c:pt idx="79769">
                  <c:v>45896.427777777782</c:v>
                </c:pt>
                <c:pt idx="79770">
                  <c:v>45998.894444444442</c:v>
                </c:pt>
                <c:pt idx="79771">
                  <c:v>45858.820138888892</c:v>
                </c:pt>
                <c:pt idx="79772">
                  <c:v>45578.708333333343</c:v>
                </c:pt>
                <c:pt idx="79773">
                  <c:v>45629.713194444441</c:v>
                </c:pt>
                <c:pt idx="79774">
                  <c:v>45770.243055555547</c:v>
                </c:pt>
                <c:pt idx="79775">
                  <c:v>45831.37777777778</c:v>
                </c:pt>
                <c:pt idx="79776">
                  <c:v>45953.724305555559</c:v>
                </c:pt>
                <c:pt idx="79777">
                  <c:v>45709.620138888888</c:v>
                </c:pt>
                <c:pt idx="79778">
                  <c:v>45896.664583333331</c:v>
                </c:pt>
                <c:pt idx="79779">
                  <c:v>45997.473611111112</c:v>
                </c:pt>
                <c:pt idx="79780">
                  <c:v>45423.755555555559</c:v>
                </c:pt>
                <c:pt idx="79781">
                  <c:v>45489.62222222222</c:v>
                </c:pt>
                <c:pt idx="79782">
                  <c:v>45473.5625</c:v>
                </c:pt>
                <c:pt idx="79783">
                  <c:v>45380.62777777778</c:v>
                </c:pt>
                <c:pt idx="79784">
                  <c:v>45592.287499999999</c:v>
                </c:pt>
                <c:pt idx="79785">
                  <c:v>45380.62777777778</c:v>
                </c:pt>
                <c:pt idx="79786">
                  <c:v>45508.363194444442</c:v>
                </c:pt>
                <c:pt idx="79787">
                  <c:v>45508.363194444442</c:v>
                </c:pt>
                <c:pt idx="79788">
                  <c:v>45473.5625</c:v>
                </c:pt>
                <c:pt idx="79789">
                  <c:v>45622.279166666667</c:v>
                </c:pt>
                <c:pt idx="79790">
                  <c:v>45949.319444444453</c:v>
                </c:pt>
                <c:pt idx="79791">
                  <c:v>45592.287499999999</c:v>
                </c:pt>
                <c:pt idx="79792">
                  <c:v>45725.366666666669</c:v>
                </c:pt>
                <c:pt idx="79793">
                  <c:v>45622.279166666667</c:v>
                </c:pt>
                <c:pt idx="79794">
                  <c:v>45340.515277777777</c:v>
                </c:pt>
                <c:pt idx="79795">
                  <c:v>45454.789583333331</c:v>
                </c:pt>
                <c:pt idx="79796">
                  <c:v>45454.789583333331</c:v>
                </c:pt>
                <c:pt idx="79797">
                  <c:v>45725.366666666669</c:v>
                </c:pt>
                <c:pt idx="79798">
                  <c:v>45425.708333333343</c:v>
                </c:pt>
                <c:pt idx="79799">
                  <c:v>45340.515277777777</c:v>
                </c:pt>
                <c:pt idx="79800">
                  <c:v>45425.708333333343</c:v>
                </c:pt>
                <c:pt idx="79801">
                  <c:v>45949.319444444453</c:v>
                </c:pt>
                <c:pt idx="79802">
                  <c:v>45963.941666666673</c:v>
                </c:pt>
                <c:pt idx="79803">
                  <c:v>45679.319444444453</c:v>
                </c:pt>
                <c:pt idx="79804">
                  <c:v>45924.970833333333</c:v>
                </c:pt>
                <c:pt idx="79805">
                  <c:v>45943.984027777777</c:v>
                </c:pt>
                <c:pt idx="79806">
                  <c:v>46012.459722222222</c:v>
                </c:pt>
                <c:pt idx="79807">
                  <c:v>45984.542361111111</c:v>
                </c:pt>
                <c:pt idx="79808">
                  <c:v>45434.731249999997</c:v>
                </c:pt>
                <c:pt idx="79809">
                  <c:v>45541.868055555547</c:v>
                </c:pt>
                <c:pt idx="79810">
                  <c:v>45614.630555555559</c:v>
                </c:pt>
                <c:pt idx="79811">
                  <c:v>45545.647222222222</c:v>
                </c:pt>
                <c:pt idx="79812">
                  <c:v>45865.897222222222</c:v>
                </c:pt>
                <c:pt idx="79813">
                  <c:v>45625.761111111111</c:v>
                </c:pt>
                <c:pt idx="79814">
                  <c:v>45439.329861111109</c:v>
                </c:pt>
                <c:pt idx="79815">
                  <c:v>45991.802083333343</c:v>
                </c:pt>
                <c:pt idx="79816">
                  <c:v>45593.428472222222</c:v>
                </c:pt>
                <c:pt idx="79817">
                  <c:v>45471.619444444441</c:v>
                </c:pt>
                <c:pt idx="79818">
                  <c:v>45322.975694444453</c:v>
                </c:pt>
                <c:pt idx="79819">
                  <c:v>45869.176388888889</c:v>
                </c:pt>
                <c:pt idx="79820">
                  <c:v>45445.521527777782</c:v>
                </c:pt>
                <c:pt idx="79821">
                  <c:v>45748.496527777781</c:v>
                </c:pt>
                <c:pt idx="79822">
                  <c:v>45534.870833333327</c:v>
                </c:pt>
                <c:pt idx="79823">
                  <c:v>45476.626388888893</c:v>
                </c:pt>
                <c:pt idx="79824">
                  <c:v>45819.756944444453</c:v>
                </c:pt>
                <c:pt idx="79825">
                  <c:v>45671.749305555553</c:v>
                </c:pt>
                <c:pt idx="79826">
                  <c:v>45754.797222222223</c:v>
                </c:pt>
                <c:pt idx="79827">
                  <c:v>45995.870833333327</c:v>
                </c:pt>
                <c:pt idx="79828">
                  <c:v>45509.402083333327</c:v>
                </c:pt>
                <c:pt idx="79829">
                  <c:v>45714.472222222219</c:v>
                </c:pt>
                <c:pt idx="79830">
                  <c:v>45797.808333333327</c:v>
                </c:pt>
                <c:pt idx="79831">
                  <c:v>45924.734722222223</c:v>
                </c:pt>
                <c:pt idx="79832">
                  <c:v>45873.785416666673</c:v>
                </c:pt>
                <c:pt idx="79833">
                  <c:v>45604.28125</c:v>
                </c:pt>
                <c:pt idx="79834">
                  <c:v>45477.275000000001</c:v>
                </c:pt>
                <c:pt idx="79835">
                  <c:v>45568.274305555547</c:v>
                </c:pt>
                <c:pt idx="79836">
                  <c:v>45524.879166666673</c:v>
                </c:pt>
                <c:pt idx="79837">
                  <c:v>45462.84375</c:v>
                </c:pt>
                <c:pt idx="79838">
                  <c:v>45574.674305555563</c:v>
                </c:pt>
                <c:pt idx="79839">
                  <c:v>45585.334027777782</c:v>
                </c:pt>
                <c:pt idx="79840">
                  <c:v>45613.357638888891</c:v>
                </c:pt>
                <c:pt idx="79841">
                  <c:v>45670.408333333333</c:v>
                </c:pt>
                <c:pt idx="79842">
                  <c:v>45488.629166666673</c:v>
                </c:pt>
                <c:pt idx="79843">
                  <c:v>45525.495138888888</c:v>
                </c:pt>
                <c:pt idx="79844">
                  <c:v>45513.70208333333</c:v>
                </c:pt>
                <c:pt idx="79845">
                  <c:v>45564.426388888889</c:v>
                </c:pt>
                <c:pt idx="79846">
                  <c:v>45421.588194444441</c:v>
                </c:pt>
                <c:pt idx="79847">
                  <c:v>45430.588888888888</c:v>
                </c:pt>
                <c:pt idx="79848">
                  <c:v>45471.575694444437</c:v>
                </c:pt>
                <c:pt idx="79849">
                  <c:v>45483.775694444441</c:v>
                </c:pt>
                <c:pt idx="79850">
                  <c:v>45377.519444444442</c:v>
                </c:pt>
                <c:pt idx="79851">
                  <c:v>45527.591666666667</c:v>
                </c:pt>
                <c:pt idx="79852">
                  <c:v>45391.799305555563</c:v>
                </c:pt>
                <c:pt idx="79853">
                  <c:v>45369.664583333331</c:v>
                </c:pt>
                <c:pt idx="79854">
                  <c:v>45401.62222222222</c:v>
                </c:pt>
                <c:pt idx="79855">
                  <c:v>45716.390972222223</c:v>
                </c:pt>
                <c:pt idx="79856">
                  <c:v>46021.772222222222</c:v>
                </c:pt>
                <c:pt idx="79857">
                  <c:v>45773.443055555559</c:v>
                </c:pt>
                <c:pt idx="79858">
                  <c:v>45922.404861111107</c:v>
                </c:pt>
                <c:pt idx="79859">
                  <c:v>46014.267361111109</c:v>
                </c:pt>
                <c:pt idx="79860">
                  <c:v>45508.554861111108</c:v>
                </c:pt>
                <c:pt idx="79861">
                  <c:v>45609.580555555563</c:v>
                </c:pt>
                <c:pt idx="79862">
                  <c:v>45530.946527777778</c:v>
                </c:pt>
                <c:pt idx="79863">
                  <c:v>45621.65347222222</c:v>
                </c:pt>
                <c:pt idx="79864">
                  <c:v>45779.986111111109</c:v>
                </c:pt>
                <c:pt idx="79865">
                  <c:v>45504.736111111109</c:v>
                </c:pt>
                <c:pt idx="79866">
                  <c:v>45798.503472222219</c:v>
                </c:pt>
                <c:pt idx="79867">
                  <c:v>45596.484722222223</c:v>
                </c:pt>
                <c:pt idx="79868">
                  <c:v>45972.915277777778</c:v>
                </c:pt>
                <c:pt idx="79869">
                  <c:v>45713.049305555563</c:v>
                </c:pt>
                <c:pt idx="79870">
                  <c:v>45891.763194444437</c:v>
                </c:pt>
                <c:pt idx="79871">
                  <c:v>45843.463194444441</c:v>
                </c:pt>
                <c:pt idx="79872">
                  <c:v>45843.456944444442</c:v>
                </c:pt>
                <c:pt idx="79873">
                  <c:v>45836.212500000001</c:v>
                </c:pt>
                <c:pt idx="79874">
                  <c:v>45791.191666666673</c:v>
                </c:pt>
                <c:pt idx="79875">
                  <c:v>45997.088888888888</c:v>
                </c:pt>
                <c:pt idx="79876">
                  <c:v>45945.818055555559</c:v>
                </c:pt>
                <c:pt idx="79877">
                  <c:v>46017.76458333333</c:v>
                </c:pt>
                <c:pt idx="79878">
                  <c:v>45925.873611111107</c:v>
                </c:pt>
                <c:pt idx="79879">
                  <c:v>45987.824305555558</c:v>
                </c:pt>
                <c:pt idx="79880">
                  <c:v>45767.557638888888</c:v>
                </c:pt>
                <c:pt idx="79881">
                  <c:v>45860.887499999997</c:v>
                </c:pt>
                <c:pt idx="79882">
                  <c:v>45954.484722222223</c:v>
                </c:pt>
                <c:pt idx="79883">
                  <c:v>45890.863888888889</c:v>
                </c:pt>
                <c:pt idx="79884">
                  <c:v>45800.554166666669</c:v>
                </c:pt>
                <c:pt idx="79885">
                  <c:v>45828.880555555559</c:v>
                </c:pt>
                <c:pt idx="79886">
                  <c:v>45469.701388888891</c:v>
                </c:pt>
                <c:pt idx="79887">
                  <c:v>45922.307638888888</c:v>
                </c:pt>
                <c:pt idx="79888">
                  <c:v>45978.915972222218</c:v>
                </c:pt>
                <c:pt idx="79889">
                  <c:v>45868.88958333333</c:v>
                </c:pt>
                <c:pt idx="79890">
                  <c:v>45887.445138888892</c:v>
                </c:pt>
                <c:pt idx="79891">
                  <c:v>45366.618750000001</c:v>
                </c:pt>
                <c:pt idx="79892">
                  <c:v>45942.76458333333</c:v>
                </c:pt>
                <c:pt idx="79893">
                  <c:v>45980.599305555559</c:v>
                </c:pt>
                <c:pt idx="79894">
                  <c:v>45473.601388888892</c:v>
                </c:pt>
                <c:pt idx="79895">
                  <c:v>45918.37777777778</c:v>
                </c:pt>
                <c:pt idx="79896">
                  <c:v>45837.318055555559</c:v>
                </c:pt>
                <c:pt idx="79897">
                  <c:v>45769.384722222218</c:v>
                </c:pt>
                <c:pt idx="79898">
                  <c:v>45734.543055555558</c:v>
                </c:pt>
                <c:pt idx="79899">
                  <c:v>45585.802777777782</c:v>
                </c:pt>
                <c:pt idx="79900">
                  <c:v>45804.836805555547</c:v>
                </c:pt>
                <c:pt idx="79901">
                  <c:v>45890.338888888888</c:v>
                </c:pt>
                <c:pt idx="79902">
                  <c:v>45743.258333333331</c:v>
                </c:pt>
                <c:pt idx="79903">
                  <c:v>45813.210416666669</c:v>
                </c:pt>
                <c:pt idx="79904">
                  <c:v>45782.80972222222</c:v>
                </c:pt>
                <c:pt idx="79905">
                  <c:v>45600.563888888893</c:v>
                </c:pt>
                <c:pt idx="79906">
                  <c:v>45945.373611111107</c:v>
                </c:pt>
                <c:pt idx="79907">
                  <c:v>46010.032638888893</c:v>
                </c:pt>
                <c:pt idx="79908">
                  <c:v>45876.681944444441</c:v>
                </c:pt>
                <c:pt idx="79909">
                  <c:v>45713.893750000003</c:v>
                </c:pt>
                <c:pt idx="79910">
                  <c:v>45813.410416666673</c:v>
                </c:pt>
                <c:pt idx="79911">
                  <c:v>45404.745138888888</c:v>
                </c:pt>
                <c:pt idx="79912">
                  <c:v>45519.993750000001</c:v>
                </c:pt>
                <c:pt idx="79913">
                  <c:v>45866.972916666673</c:v>
                </c:pt>
                <c:pt idx="79914">
                  <c:v>45470.724999999999</c:v>
                </c:pt>
                <c:pt idx="79915">
                  <c:v>45686.474305555559</c:v>
                </c:pt>
                <c:pt idx="79916">
                  <c:v>45972.868055555547</c:v>
                </c:pt>
                <c:pt idx="79917">
                  <c:v>45343.228472222218</c:v>
                </c:pt>
                <c:pt idx="79918">
                  <c:v>45565.848611111112</c:v>
                </c:pt>
                <c:pt idx="79919">
                  <c:v>45891.636111111111</c:v>
                </c:pt>
                <c:pt idx="79920">
                  <c:v>45961.529861111107</c:v>
                </c:pt>
                <c:pt idx="79921">
                  <c:v>45930.52847222222</c:v>
                </c:pt>
                <c:pt idx="79922">
                  <c:v>45576.501388888893</c:v>
                </c:pt>
                <c:pt idx="79923">
                  <c:v>45784.796527777777</c:v>
                </c:pt>
                <c:pt idx="79924">
                  <c:v>45674.613888888889</c:v>
                </c:pt>
                <c:pt idx="79925">
                  <c:v>45550.643055555563</c:v>
                </c:pt>
                <c:pt idx="79926">
                  <c:v>45789.621527777781</c:v>
                </c:pt>
                <c:pt idx="79927">
                  <c:v>46019.73333333333</c:v>
                </c:pt>
                <c:pt idx="79928">
                  <c:v>45560.649305555547</c:v>
                </c:pt>
                <c:pt idx="79929">
                  <c:v>45862.428472222222</c:v>
                </c:pt>
                <c:pt idx="79930">
                  <c:v>45608.602777777778</c:v>
                </c:pt>
                <c:pt idx="79931">
                  <c:v>45755.835416666669</c:v>
                </c:pt>
                <c:pt idx="79932">
                  <c:v>45554.46597222222</c:v>
                </c:pt>
                <c:pt idx="79933">
                  <c:v>45995.455555555563</c:v>
                </c:pt>
                <c:pt idx="79934">
                  <c:v>45961.435416666667</c:v>
                </c:pt>
                <c:pt idx="79935">
                  <c:v>45925.676388888889</c:v>
                </c:pt>
                <c:pt idx="79936">
                  <c:v>45625.774305555547</c:v>
                </c:pt>
                <c:pt idx="79937">
                  <c:v>45572.267361111109</c:v>
                </c:pt>
                <c:pt idx="79938">
                  <c:v>45908.644444444442</c:v>
                </c:pt>
                <c:pt idx="79939">
                  <c:v>45957.600694444453</c:v>
                </c:pt>
                <c:pt idx="79940">
                  <c:v>45804.293749999997</c:v>
                </c:pt>
                <c:pt idx="79941">
                  <c:v>45858.557638888888</c:v>
                </c:pt>
                <c:pt idx="79942">
                  <c:v>45707.309027777781</c:v>
                </c:pt>
                <c:pt idx="79943">
                  <c:v>45445.583333333343</c:v>
                </c:pt>
                <c:pt idx="79944">
                  <c:v>45503.829861111109</c:v>
                </c:pt>
                <c:pt idx="79945">
                  <c:v>45776.732638888891</c:v>
                </c:pt>
                <c:pt idx="79946">
                  <c:v>46018.663888888892</c:v>
                </c:pt>
                <c:pt idx="79947">
                  <c:v>45689.374305555553</c:v>
                </c:pt>
                <c:pt idx="79948">
                  <c:v>45959.724999999999</c:v>
                </c:pt>
                <c:pt idx="79949">
                  <c:v>45567.56527777778</c:v>
                </c:pt>
                <c:pt idx="79950">
                  <c:v>45792.543749999997</c:v>
                </c:pt>
                <c:pt idx="79951">
                  <c:v>45910.804166666669</c:v>
                </c:pt>
                <c:pt idx="79952">
                  <c:v>45849.938194444447</c:v>
                </c:pt>
                <c:pt idx="79953">
                  <c:v>45742.024305555547</c:v>
                </c:pt>
                <c:pt idx="79954">
                  <c:v>45633.930555555547</c:v>
                </c:pt>
                <c:pt idx="79955">
                  <c:v>45931.994444444441</c:v>
                </c:pt>
                <c:pt idx="79956">
                  <c:v>45875.518750000003</c:v>
                </c:pt>
                <c:pt idx="79957">
                  <c:v>45784.900694444441</c:v>
                </c:pt>
                <c:pt idx="79958">
                  <c:v>45633.056944444441</c:v>
                </c:pt>
                <c:pt idx="79959">
                  <c:v>45740.839583333327</c:v>
                </c:pt>
                <c:pt idx="79960">
                  <c:v>45701.395833333343</c:v>
                </c:pt>
                <c:pt idx="79961">
                  <c:v>45656.895833333343</c:v>
                </c:pt>
                <c:pt idx="79962">
                  <c:v>45602.821527777778</c:v>
                </c:pt>
                <c:pt idx="79963">
                  <c:v>45421.629861111112</c:v>
                </c:pt>
                <c:pt idx="79964">
                  <c:v>45965.5</c:v>
                </c:pt>
                <c:pt idx="79965">
                  <c:v>46020.57916666667</c:v>
                </c:pt>
                <c:pt idx="79966">
                  <c:v>45329.811805555553</c:v>
                </c:pt>
                <c:pt idx="79967">
                  <c:v>45415.571527777778</c:v>
                </c:pt>
                <c:pt idx="79968">
                  <c:v>45520.520138888889</c:v>
                </c:pt>
                <c:pt idx="79969">
                  <c:v>45698.289583333331</c:v>
                </c:pt>
                <c:pt idx="79970">
                  <c:v>45507.234027777777</c:v>
                </c:pt>
                <c:pt idx="79971">
                  <c:v>45973.506249999999</c:v>
                </c:pt>
                <c:pt idx="79972">
                  <c:v>46014.366666666669</c:v>
                </c:pt>
                <c:pt idx="79973">
                  <c:v>45984.31527777778</c:v>
                </c:pt>
                <c:pt idx="79974">
                  <c:v>45525.727777777778</c:v>
                </c:pt>
                <c:pt idx="79975">
                  <c:v>45548.260416666657</c:v>
                </c:pt>
                <c:pt idx="79976">
                  <c:v>45377.439583333333</c:v>
                </c:pt>
                <c:pt idx="79977">
                  <c:v>45363.685416666667</c:v>
                </c:pt>
                <c:pt idx="79978">
                  <c:v>45303.86041666667</c:v>
                </c:pt>
                <c:pt idx="79979">
                  <c:v>45404.438194444447</c:v>
                </c:pt>
                <c:pt idx="79980">
                  <c:v>45441.402777777781</c:v>
                </c:pt>
                <c:pt idx="79981">
                  <c:v>45334.545138888891</c:v>
                </c:pt>
                <c:pt idx="79982">
                  <c:v>45504.734027777777</c:v>
                </c:pt>
                <c:pt idx="79983">
                  <c:v>45605.587500000001</c:v>
                </c:pt>
                <c:pt idx="79984">
                  <c:v>45962.638888888891</c:v>
                </c:pt>
                <c:pt idx="79985">
                  <c:v>45783.138194444437</c:v>
                </c:pt>
                <c:pt idx="79986">
                  <c:v>45507.75</c:v>
                </c:pt>
                <c:pt idx="79987">
                  <c:v>45294.094444444447</c:v>
                </c:pt>
                <c:pt idx="79988">
                  <c:v>45699.65</c:v>
                </c:pt>
                <c:pt idx="79989">
                  <c:v>45862.242361111108</c:v>
                </c:pt>
                <c:pt idx="79990">
                  <c:v>45666.392361111109</c:v>
                </c:pt>
                <c:pt idx="79991">
                  <c:v>45735.709722222222</c:v>
                </c:pt>
                <c:pt idx="79992">
                  <c:v>45817.938888888893</c:v>
                </c:pt>
                <c:pt idx="79993">
                  <c:v>45667.520138888889</c:v>
                </c:pt>
                <c:pt idx="79994">
                  <c:v>45419.695833333331</c:v>
                </c:pt>
                <c:pt idx="79995">
                  <c:v>45777.356249999997</c:v>
                </c:pt>
                <c:pt idx="79996">
                  <c:v>45365.569444444453</c:v>
                </c:pt>
                <c:pt idx="79997">
                  <c:v>45530.953472222223</c:v>
                </c:pt>
                <c:pt idx="79998">
                  <c:v>45449.674305555563</c:v>
                </c:pt>
                <c:pt idx="79999">
                  <c:v>45555.419444444437</c:v>
                </c:pt>
                <c:pt idx="80000">
                  <c:v>45677.418055555558</c:v>
                </c:pt>
                <c:pt idx="80001">
                  <c:v>45801.886805555558</c:v>
                </c:pt>
                <c:pt idx="80002">
                  <c:v>45374.942361111112</c:v>
                </c:pt>
                <c:pt idx="80003">
                  <c:v>45652.375</c:v>
                </c:pt>
                <c:pt idx="80004">
                  <c:v>45584.927083333343</c:v>
                </c:pt>
                <c:pt idx="80005">
                  <c:v>46019.941666666673</c:v>
                </c:pt>
                <c:pt idx="80006">
                  <c:v>45872.722916666673</c:v>
                </c:pt>
                <c:pt idx="80007">
                  <c:v>45797.522916666669</c:v>
                </c:pt>
                <c:pt idx="80008">
                  <c:v>45823.381944444453</c:v>
                </c:pt>
                <c:pt idx="80009">
                  <c:v>45965.664583333331</c:v>
                </c:pt>
                <c:pt idx="80010">
                  <c:v>45768.724305555559</c:v>
                </c:pt>
                <c:pt idx="80011">
                  <c:v>45982.681944444441</c:v>
                </c:pt>
                <c:pt idx="80012">
                  <c:v>45902.440972222219</c:v>
                </c:pt>
                <c:pt idx="80013">
                  <c:v>45971.875694444447</c:v>
                </c:pt>
                <c:pt idx="80014">
                  <c:v>45943.97152777778</c:v>
                </c:pt>
                <c:pt idx="80015">
                  <c:v>45849.799305555563</c:v>
                </c:pt>
                <c:pt idx="80016">
                  <c:v>45958.67083333333</c:v>
                </c:pt>
                <c:pt idx="80017">
                  <c:v>45748.239583333343</c:v>
                </c:pt>
                <c:pt idx="80018">
                  <c:v>45970.468055555553</c:v>
                </c:pt>
                <c:pt idx="80019">
                  <c:v>45933.722916666673</c:v>
                </c:pt>
                <c:pt idx="80020">
                  <c:v>45783.938888888893</c:v>
                </c:pt>
                <c:pt idx="80021">
                  <c:v>45805.667361111111</c:v>
                </c:pt>
                <c:pt idx="80022">
                  <c:v>45901.116666666669</c:v>
                </c:pt>
                <c:pt idx="80023">
                  <c:v>45760.783333333333</c:v>
                </c:pt>
                <c:pt idx="80024">
                  <c:v>45916.493055555547</c:v>
                </c:pt>
                <c:pt idx="80025">
                  <c:v>45895.71875</c:v>
                </c:pt>
                <c:pt idx="80026">
                  <c:v>45989.868750000001</c:v>
                </c:pt>
                <c:pt idx="80027">
                  <c:v>45392.681250000001</c:v>
                </c:pt>
                <c:pt idx="80028">
                  <c:v>45693.13958333333</c:v>
                </c:pt>
                <c:pt idx="80029">
                  <c:v>45788.311805555553</c:v>
                </c:pt>
                <c:pt idx="80030">
                  <c:v>45599.447916666657</c:v>
                </c:pt>
                <c:pt idx="80031">
                  <c:v>45720.418749999997</c:v>
                </c:pt>
                <c:pt idx="80032">
                  <c:v>45583.364583333343</c:v>
                </c:pt>
                <c:pt idx="80033">
                  <c:v>45569.416666666657</c:v>
                </c:pt>
                <c:pt idx="80034">
                  <c:v>45558.731249999997</c:v>
                </c:pt>
                <c:pt idx="80035">
                  <c:v>45695.269444444442</c:v>
                </c:pt>
                <c:pt idx="80036">
                  <c:v>45576.290972222218</c:v>
                </c:pt>
                <c:pt idx="80037">
                  <c:v>45565.461805555547</c:v>
                </c:pt>
                <c:pt idx="80038">
                  <c:v>45660.461111111108</c:v>
                </c:pt>
                <c:pt idx="80039">
                  <c:v>45329.372916666667</c:v>
                </c:pt>
                <c:pt idx="80040">
                  <c:v>45472.628472222219</c:v>
                </c:pt>
                <c:pt idx="80041">
                  <c:v>45382.472222222219</c:v>
                </c:pt>
                <c:pt idx="80042">
                  <c:v>45515.806944444441</c:v>
                </c:pt>
                <c:pt idx="80043">
                  <c:v>45539.611805555563</c:v>
                </c:pt>
                <c:pt idx="80044">
                  <c:v>45889.345138888893</c:v>
                </c:pt>
                <c:pt idx="80045">
                  <c:v>45302.423611111109</c:v>
                </c:pt>
                <c:pt idx="80046">
                  <c:v>45449.973611111112</c:v>
                </c:pt>
                <c:pt idx="80047">
                  <c:v>45406.325694444437</c:v>
                </c:pt>
                <c:pt idx="80048">
                  <c:v>45930.374305555553</c:v>
                </c:pt>
                <c:pt idx="80049">
                  <c:v>45967.357638888891</c:v>
                </c:pt>
                <c:pt idx="80050">
                  <c:v>45805.720833333333</c:v>
                </c:pt>
                <c:pt idx="80051">
                  <c:v>45943.581944444442</c:v>
                </c:pt>
                <c:pt idx="80052">
                  <c:v>45956.370138888888</c:v>
                </c:pt>
                <c:pt idx="80053">
                  <c:v>46003.265277777777</c:v>
                </c:pt>
                <c:pt idx="80054">
                  <c:v>45831.830555555563</c:v>
                </c:pt>
                <c:pt idx="80055">
                  <c:v>45839.906944444447</c:v>
                </c:pt>
                <c:pt idx="80056">
                  <c:v>45441.338888888888</c:v>
                </c:pt>
                <c:pt idx="80057">
                  <c:v>45649.552777777782</c:v>
                </c:pt>
                <c:pt idx="80058">
                  <c:v>45879.856944444437</c:v>
                </c:pt>
                <c:pt idx="80059">
                  <c:v>45883.649305555547</c:v>
                </c:pt>
                <c:pt idx="80060">
                  <c:v>46020.734722222223</c:v>
                </c:pt>
                <c:pt idx="80061">
                  <c:v>45295.347916666673</c:v>
                </c:pt>
                <c:pt idx="80062">
                  <c:v>46002.629166666673</c:v>
                </c:pt>
                <c:pt idx="80063">
                  <c:v>45865.363194444442</c:v>
                </c:pt>
                <c:pt idx="80064">
                  <c:v>45460.461805555547</c:v>
                </c:pt>
                <c:pt idx="80065">
                  <c:v>45520.838194444441</c:v>
                </c:pt>
                <c:pt idx="80066">
                  <c:v>45720.542361111111</c:v>
                </c:pt>
                <c:pt idx="80067">
                  <c:v>45455.326388888891</c:v>
                </c:pt>
                <c:pt idx="80068">
                  <c:v>45620.9375</c:v>
                </c:pt>
                <c:pt idx="80069">
                  <c:v>45796.452777777777</c:v>
                </c:pt>
                <c:pt idx="80070">
                  <c:v>45936.370833333327</c:v>
                </c:pt>
                <c:pt idx="80071">
                  <c:v>45360.543749999997</c:v>
                </c:pt>
                <c:pt idx="80072">
                  <c:v>45390.367361111108</c:v>
                </c:pt>
                <c:pt idx="80073">
                  <c:v>45318.602777777778</c:v>
                </c:pt>
                <c:pt idx="80074">
                  <c:v>45491.488888888889</c:v>
                </c:pt>
                <c:pt idx="80075">
                  <c:v>45491.503472222219</c:v>
                </c:pt>
                <c:pt idx="80076">
                  <c:v>45424.745138888888</c:v>
                </c:pt>
                <c:pt idx="80077">
                  <c:v>45461.654166666667</c:v>
                </c:pt>
                <c:pt idx="80078">
                  <c:v>45558.427083333343</c:v>
                </c:pt>
                <c:pt idx="80079">
                  <c:v>45415.964583333327</c:v>
                </c:pt>
                <c:pt idx="80080">
                  <c:v>46023.57916666667</c:v>
                </c:pt>
                <c:pt idx="80081">
                  <c:v>45695.577777777777</c:v>
                </c:pt>
                <c:pt idx="80082">
                  <c:v>45961.892361111109</c:v>
                </c:pt>
                <c:pt idx="80083">
                  <c:v>45823.145833333343</c:v>
                </c:pt>
                <c:pt idx="80084">
                  <c:v>45317.869444444441</c:v>
                </c:pt>
                <c:pt idx="80085">
                  <c:v>45557.552083333343</c:v>
                </c:pt>
                <c:pt idx="80086">
                  <c:v>45797.489583333343</c:v>
                </c:pt>
                <c:pt idx="80087">
                  <c:v>45414.675000000003</c:v>
                </c:pt>
                <c:pt idx="80088">
                  <c:v>45728.872916666667</c:v>
                </c:pt>
                <c:pt idx="80089">
                  <c:v>45568.603472222218</c:v>
                </c:pt>
                <c:pt idx="80090">
                  <c:v>46017.074305555558</c:v>
                </c:pt>
                <c:pt idx="80091">
                  <c:v>45593.364583333343</c:v>
                </c:pt>
                <c:pt idx="80092">
                  <c:v>45437.354861111111</c:v>
                </c:pt>
                <c:pt idx="80093">
                  <c:v>45593.364583333343</c:v>
                </c:pt>
                <c:pt idx="80094">
                  <c:v>45452.445833333331</c:v>
                </c:pt>
                <c:pt idx="80095">
                  <c:v>45437.354861111111</c:v>
                </c:pt>
                <c:pt idx="80096">
                  <c:v>45452.445833333331</c:v>
                </c:pt>
                <c:pt idx="80097">
                  <c:v>45579.291666666657</c:v>
                </c:pt>
                <c:pt idx="80098">
                  <c:v>46017.074305555558</c:v>
                </c:pt>
                <c:pt idx="80099">
                  <c:v>45502.277777777781</c:v>
                </c:pt>
                <c:pt idx="80100">
                  <c:v>45502.277777777781</c:v>
                </c:pt>
                <c:pt idx="80101">
                  <c:v>45703.317361111112</c:v>
                </c:pt>
                <c:pt idx="80102">
                  <c:v>45485.763194444437</c:v>
                </c:pt>
                <c:pt idx="80103">
                  <c:v>45485.763194444437</c:v>
                </c:pt>
                <c:pt idx="80104">
                  <c:v>45537.306944444441</c:v>
                </c:pt>
                <c:pt idx="80105">
                  <c:v>45725.847916666673</c:v>
                </c:pt>
                <c:pt idx="80106">
                  <c:v>45579.291666666657</c:v>
                </c:pt>
                <c:pt idx="80107">
                  <c:v>45537.306944444441</c:v>
                </c:pt>
                <c:pt idx="80108">
                  <c:v>45747.504861111112</c:v>
                </c:pt>
                <c:pt idx="80109">
                  <c:v>45747.504861111112</c:v>
                </c:pt>
                <c:pt idx="80110">
                  <c:v>45725.847916666673</c:v>
                </c:pt>
                <c:pt idx="80111">
                  <c:v>45777.765277777777</c:v>
                </c:pt>
                <c:pt idx="80112">
                  <c:v>45666.779166666667</c:v>
                </c:pt>
                <c:pt idx="80113">
                  <c:v>45703.317361111112</c:v>
                </c:pt>
                <c:pt idx="80114">
                  <c:v>45777.765277777777</c:v>
                </c:pt>
                <c:pt idx="80115">
                  <c:v>45666.779166666667</c:v>
                </c:pt>
                <c:pt idx="80116">
                  <c:v>45587.536111111112</c:v>
                </c:pt>
                <c:pt idx="80117">
                  <c:v>46005.797222222223</c:v>
                </c:pt>
                <c:pt idx="80118">
                  <c:v>45859.623611111107</c:v>
                </c:pt>
                <c:pt idx="80119">
                  <c:v>45976.449305555558</c:v>
                </c:pt>
                <c:pt idx="80120">
                  <c:v>45963.35</c:v>
                </c:pt>
                <c:pt idx="80121">
                  <c:v>45615.543055555558</c:v>
                </c:pt>
                <c:pt idx="80122">
                  <c:v>45574.77847222222</c:v>
                </c:pt>
                <c:pt idx="80123">
                  <c:v>45600.709722222222</c:v>
                </c:pt>
                <c:pt idx="80124">
                  <c:v>45987.373611111107</c:v>
                </c:pt>
                <c:pt idx="80125">
                  <c:v>45458.384722222218</c:v>
                </c:pt>
                <c:pt idx="80126">
                  <c:v>45486.406944444447</c:v>
                </c:pt>
                <c:pt idx="80127">
                  <c:v>45999.640972222223</c:v>
                </c:pt>
                <c:pt idx="80128">
                  <c:v>45594.435416666667</c:v>
                </c:pt>
                <c:pt idx="80129">
                  <c:v>45780.377083333333</c:v>
                </c:pt>
                <c:pt idx="80130">
                  <c:v>45665.521527777782</c:v>
                </c:pt>
                <c:pt idx="80131">
                  <c:v>45537.59097222222</c:v>
                </c:pt>
                <c:pt idx="80132">
                  <c:v>45828.458333333343</c:v>
                </c:pt>
                <c:pt idx="80133">
                  <c:v>45467.581250000003</c:v>
                </c:pt>
                <c:pt idx="80134">
                  <c:v>45541.28125</c:v>
                </c:pt>
                <c:pt idx="80135">
                  <c:v>45559.472916666673</c:v>
                </c:pt>
                <c:pt idx="80136">
                  <c:v>45625.451388888891</c:v>
                </c:pt>
                <c:pt idx="80137">
                  <c:v>45808.555555555547</c:v>
                </c:pt>
                <c:pt idx="80138">
                  <c:v>45592.443749999999</c:v>
                </c:pt>
                <c:pt idx="80139">
                  <c:v>45802.343055555553</c:v>
                </c:pt>
                <c:pt idx="80140">
                  <c:v>45724.408333333333</c:v>
                </c:pt>
                <c:pt idx="80141">
                  <c:v>45448.525000000001</c:v>
                </c:pt>
                <c:pt idx="80142">
                  <c:v>45775.511805555558</c:v>
                </c:pt>
                <c:pt idx="80143">
                  <c:v>45647.69027777778</c:v>
                </c:pt>
                <c:pt idx="80144">
                  <c:v>45699.546527777777</c:v>
                </c:pt>
                <c:pt idx="80145">
                  <c:v>45460.761111111111</c:v>
                </c:pt>
                <c:pt idx="80146">
                  <c:v>45745.673611111109</c:v>
                </c:pt>
                <c:pt idx="80147">
                  <c:v>45833.408333333333</c:v>
                </c:pt>
                <c:pt idx="80148">
                  <c:v>45540.304166666669</c:v>
                </c:pt>
                <c:pt idx="80149">
                  <c:v>45918.556944444441</c:v>
                </c:pt>
                <c:pt idx="80150">
                  <c:v>45469.531944444447</c:v>
                </c:pt>
                <c:pt idx="80151">
                  <c:v>45846.572222222218</c:v>
                </c:pt>
                <c:pt idx="80152">
                  <c:v>45402.852777777778</c:v>
                </c:pt>
                <c:pt idx="80153">
                  <c:v>45615.470138888893</c:v>
                </c:pt>
                <c:pt idx="80154">
                  <c:v>45656.317361111112</c:v>
                </c:pt>
                <c:pt idx="80155">
                  <c:v>45673.422222222223</c:v>
                </c:pt>
                <c:pt idx="80156">
                  <c:v>45749.631249999999</c:v>
                </c:pt>
                <c:pt idx="80157">
                  <c:v>45910.551388888889</c:v>
                </c:pt>
                <c:pt idx="80158">
                  <c:v>45576.663888888892</c:v>
                </c:pt>
                <c:pt idx="80159">
                  <c:v>45611.806250000001</c:v>
                </c:pt>
                <c:pt idx="80160">
                  <c:v>45510.862500000003</c:v>
                </c:pt>
                <c:pt idx="80161">
                  <c:v>45855.918749999997</c:v>
                </c:pt>
                <c:pt idx="80162">
                  <c:v>45452.926388888889</c:v>
                </c:pt>
                <c:pt idx="80163">
                  <c:v>45951.627083333333</c:v>
                </c:pt>
                <c:pt idx="80164">
                  <c:v>45806.787499999999</c:v>
                </c:pt>
                <c:pt idx="80165">
                  <c:v>45733.8</c:v>
                </c:pt>
                <c:pt idx="80166">
                  <c:v>45925.431250000001</c:v>
                </c:pt>
                <c:pt idx="80167">
                  <c:v>45317.565972222219</c:v>
                </c:pt>
                <c:pt idx="80168">
                  <c:v>45621.984027777777</c:v>
                </c:pt>
                <c:pt idx="80169">
                  <c:v>45918.607638888891</c:v>
                </c:pt>
                <c:pt idx="80170">
                  <c:v>45581.774305555547</c:v>
                </c:pt>
                <c:pt idx="80171">
                  <c:v>45562.436111111107</c:v>
                </c:pt>
                <c:pt idx="80172">
                  <c:v>45628.120833333327</c:v>
                </c:pt>
                <c:pt idx="80173">
                  <c:v>45653.731249999997</c:v>
                </c:pt>
                <c:pt idx="80174">
                  <c:v>45611.40902777778</c:v>
                </c:pt>
                <c:pt idx="80175">
                  <c:v>45505.255555555559</c:v>
                </c:pt>
                <c:pt idx="80176">
                  <c:v>45534.174305555563</c:v>
                </c:pt>
                <c:pt idx="80177">
                  <c:v>45597.174305555563</c:v>
                </c:pt>
                <c:pt idx="80178">
                  <c:v>45731.399305555547</c:v>
                </c:pt>
                <c:pt idx="80179">
                  <c:v>45663.53402777778</c:v>
                </c:pt>
                <c:pt idx="80180">
                  <c:v>45824.46597222222</c:v>
                </c:pt>
                <c:pt idx="80181">
                  <c:v>45635.673611111109</c:v>
                </c:pt>
                <c:pt idx="80182">
                  <c:v>45708.469444444447</c:v>
                </c:pt>
                <c:pt idx="80183">
                  <c:v>45765.375694444447</c:v>
                </c:pt>
                <c:pt idx="80184">
                  <c:v>45372.472916666673</c:v>
                </c:pt>
                <c:pt idx="80185">
                  <c:v>45597.040277777778</c:v>
                </c:pt>
                <c:pt idx="80186">
                  <c:v>45869.616666666669</c:v>
                </c:pt>
                <c:pt idx="80187">
                  <c:v>45331.515972222223</c:v>
                </c:pt>
                <c:pt idx="80188">
                  <c:v>45696.51666666667</c:v>
                </c:pt>
                <c:pt idx="80189">
                  <c:v>45863.919444444437</c:v>
                </c:pt>
                <c:pt idx="80190">
                  <c:v>45710.01666666667</c:v>
                </c:pt>
                <c:pt idx="80191">
                  <c:v>45797.597222222219</c:v>
                </c:pt>
                <c:pt idx="80192">
                  <c:v>45744.041666666657</c:v>
                </c:pt>
                <c:pt idx="80193">
                  <c:v>45698.420138888891</c:v>
                </c:pt>
                <c:pt idx="80194">
                  <c:v>45838.436805555553</c:v>
                </c:pt>
                <c:pt idx="80195">
                  <c:v>45989.127083333333</c:v>
                </c:pt>
                <c:pt idx="80196">
                  <c:v>45491.73541666667</c:v>
                </c:pt>
                <c:pt idx="80197">
                  <c:v>45673.073611111111</c:v>
                </c:pt>
                <c:pt idx="80198">
                  <c:v>45951.765277777777</c:v>
                </c:pt>
                <c:pt idx="80199">
                  <c:v>46022.657638888893</c:v>
                </c:pt>
                <c:pt idx="80200">
                  <c:v>45800.188888888893</c:v>
                </c:pt>
                <c:pt idx="80201">
                  <c:v>45763.877083333333</c:v>
                </c:pt>
                <c:pt idx="80202">
                  <c:v>45740.238888888889</c:v>
                </c:pt>
                <c:pt idx="80203">
                  <c:v>45884.685416666667</c:v>
                </c:pt>
                <c:pt idx="80204">
                  <c:v>45822.238194444442</c:v>
                </c:pt>
                <c:pt idx="80205">
                  <c:v>45481.395833333343</c:v>
                </c:pt>
                <c:pt idx="80206">
                  <c:v>45449.751388888893</c:v>
                </c:pt>
                <c:pt idx="80207">
                  <c:v>45561.421527777777</c:v>
                </c:pt>
                <c:pt idx="80208">
                  <c:v>45893.505555555559</c:v>
                </c:pt>
                <c:pt idx="80209">
                  <c:v>45859.509027777778</c:v>
                </c:pt>
                <c:pt idx="80210">
                  <c:v>46005.754861111112</c:v>
                </c:pt>
                <c:pt idx="80211">
                  <c:v>46019.45</c:v>
                </c:pt>
                <c:pt idx="80212">
                  <c:v>45937.509027777778</c:v>
                </c:pt>
                <c:pt idx="80213">
                  <c:v>45767.611805555563</c:v>
                </c:pt>
                <c:pt idx="80214">
                  <c:v>45963.620833333327</c:v>
                </c:pt>
                <c:pt idx="80215">
                  <c:v>45817.652083333327</c:v>
                </c:pt>
                <c:pt idx="80216">
                  <c:v>45915.71875</c:v>
                </c:pt>
                <c:pt idx="80217">
                  <c:v>45693.897222222222</c:v>
                </c:pt>
                <c:pt idx="80218">
                  <c:v>45857.798611111109</c:v>
                </c:pt>
                <c:pt idx="80219">
                  <c:v>45740.84375</c:v>
                </c:pt>
                <c:pt idx="80220">
                  <c:v>45960.633333333331</c:v>
                </c:pt>
                <c:pt idx="80221">
                  <c:v>45653.765972222223</c:v>
                </c:pt>
                <c:pt idx="80222">
                  <c:v>46011.81527777778</c:v>
                </c:pt>
                <c:pt idx="80223">
                  <c:v>45894.370138888888</c:v>
                </c:pt>
                <c:pt idx="80224">
                  <c:v>45644.574999999997</c:v>
                </c:pt>
                <c:pt idx="80225">
                  <c:v>45806.335416666669</c:v>
                </c:pt>
                <c:pt idx="80226">
                  <c:v>45672.869444444441</c:v>
                </c:pt>
                <c:pt idx="80227">
                  <c:v>45300.572222222218</c:v>
                </c:pt>
                <c:pt idx="80228">
                  <c:v>45373.956250000003</c:v>
                </c:pt>
                <c:pt idx="80229">
                  <c:v>45996.40902777778</c:v>
                </c:pt>
                <c:pt idx="80230">
                  <c:v>45934.442361111112</c:v>
                </c:pt>
                <c:pt idx="80231">
                  <c:v>45953.907638888893</c:v>
                </c:pt>
                <c:pt idx="80232">
                  <c:v>45332.563888888893</c:v>
                </c:pt>
                <c:pt idx="80233">
                  <c:v>45868.252083333333</c:v>
                </c:pt>
                <c:pt idx="80234">
                  <c:v>45762.611805555563</c:v>
                </c:pt>
                <c:pt idx="80235">
                  <c:v>46011.573611111111</c:v>
                </c:pt>
                <c:pt idx="80236">
                  <c:v>45730.71597222222</c:v>
                </c:pt>
                <c:pt idx="80237">
                  <c:v>45782.361805555563</c:v>
                </c:pt>
                <c:pt idx="80238">
                  <c:v>45825.513888888891</c:v>
                </c:pt>
                <c:pt idx="80239">
                  <c:v>45953.614583333343</c:v>
                </c:pt>
                <c:pt idx="80240">
                  <c:v>45696.695833333331</c:v>
                </c:pt>
                <c:pt idx="80241">
                  <c:v>45871.757638888892</c:v>
                </c:pt>
                <c:pt idx="80242">
                  <c:v>45901.734722222223</c:v>
                </c:pt>
                <c:pt idx="80243">
                  <c:v>45922.740972222222</c:v>
                </c:pt>
                <c:pt idx="80244">
                  <c:v>45720.563888888893</c:v>
                </c:pt>
                <c:pt idx="80245">
                  <c:v>45995.477777777778</c:v>
                </c:pt>
                <c:pt idx="80246">
                  <c:v>45698.731944444437</c:v>
                </c:pt>
                <c:pt idx="80247">
                  <c:v>45404.46597222222</c:v>
                </c:pt>
                <c:pt idx="80248">
                  <c:v>45328.344444444447</c:v>
                </c:pt>
                <c:pt idx="80249">
                  <c:v>45614.490277777782</c:v>
                </c:pt>
                <c:pt idx="80250">
                  <c:v>45490.759027777778</c:v>
                </c:pt>
                <c:pt idx="80251">
                  <c:v>45852.745138888888</c:v>
                </c:pt>
                <c:pt idx="80252">
                  <c:v>45680.893750000003</c:v>
                </c:pt>
                <c:pt idx="80253">
                  <c:v>45542.355555555558</c:v>
                </c:pt>
                <c:pt idx="80254">
                  <c:v>45662.038888888892</c:v>
                </c:pt>
                <c:pt idx="80255">
                  <c:v>45587.771527777782</c:v>
                </c:pt>
                <c:pt idx="80256">
                  <c:v>45743.840277777781</c:v>
                </c:pt>
                <c:pt idx="80257">
                  <c:v>45975.949305555558</c:v>
                </c:pt>
                <c:pt idx="80258">
                  <c:v>45922.978472222218</c:v>
                </c:pt>
                <c:pt idx="80259">
                  <c:v>45895.943055555559</c:v>
                </c:pt>
                <c:pt idx="80260">
                  <c:v>45859.96597222222</c:v>
                </c:pt>
                <c:pt idx="80261">
                  <c:v>45824.933333333327</c:v>
                </c:pt>
                <c:pt idx="80262">
                  <c:v>46006.920138888891</c:v>
                </c:pt>
                <c:pt idx="80263">
                  <c:v>45797.816666666673</c:v>
                </c:pt>
                <c:pt idx="80264">
                  <c:v>45895.470138888893</c:v>
                </c:pt>
                <c:pt idx="80265">
                  <c:v>45961.415972222218</c:v>
                </c:pt>
                <c:pt idx="80266">
                  <c:v>45412.409722222219</c:v>
                </c:pt>
                <c:pt idx="80267">
                  <c:v>45812.425694444442</c:v>
                </c:pt>
                <c:pt idx="80268">
                  <c:v>45352.480555555558</c:v>
                </c:pt>
                <c:pt idx="80269">
                  <c:v>45961.415277777778</c:v>
                </c:pt>
                <c:pt idx="80270">
                  <c:v>45891.363888888889</c:v>
                </c:pt>
                <c:pt idx="80271">
                  <c:v>45610.934027777781</c:v>
                </c:pt>
                <c:pt idx="80272">
                  <c:v>45558.825694444437</c:v>
                </c:pt>
                <c:pt idx="80273">
                  <c:v>45835.009722222218</c:v>
                </c:pt>
                <c:pt idx="80274">
                  <c:v>45572.463194444441</c:v>
                </c:pt>
                <c:pt idx="80275">
                  <c:v>45867</c:v>
                </c:pt>
                <c:pt idx="80276">
                  <c:v>45764.859027777777</c:v>
                </c:pt>
                <c:pt idx="80277">
                  <c:v>45625.959027777782</c:v>
                </c:pt>
                <c:pt idx="80278">
                  <c:v>45722.767361111109</c:v>
                </c:pt>
                <c:pt idx="80279">
                  <c:v>45667.054861111108</c:v>
                </c:pt>
                <c:pt idx="80280">
                  <c:v>45641.84652777778</c:v>
                </c:pt>
                <c:pt idx="80281">
                  <c:v>45610.614583333343</c:v>
                </c:pt>
                <c:pt idx="80282">
                  <c:v>45807.879166666673</c:v>
                </c:pt>
                <c:pt idx="80283">
                  <c:v>45597.852083333331</c:v>
                </c:pt>
                <c:pt idx="80284">
                  <c:v>45689.847222222219</c:v>
                </c:pt>
                <c:pt idx="80285">
                  <c:v>45310.62777777778</c:v>
                </c:pt>
                <c:pt idx="80286">
                  <c:v>45351.079861111109</c:v>
                </c:pt>
                <c:pt idx="80287">
                  <c:v>45310.62777777778</c:v>
                </c:pt>
                <c:pt idx="80288">
                  <c:v>45351.079861111109</c:v>
                </c:pt>
                <c:pt idx="80289">
                  <c:v>45909.464583333327</c:v>
                </c:pt>
                <c:pt idx="80290">
                  <c:v>45891.301388888889</c:v>
                </c:pt>
                <c:pt idx="80291">
                  <c:v>45990.844444444447</c:v>
                </c:pt>
                <c:pt idx="80292">
                  <c:v>45832.359722222223</c:v>
                </c:pt>
                <c:pt idx="80293">
                  <c:v>45697.745833333327</c:v>
                </c:pt>
                <c:pt idx="80294">
                  <c:v>45787.393055555563</c:v>
                </c:pt>
                <c:pt idx="80295">
                  <c:v>45727.674305555563</c:v>
                </c:pt>
                <c:pt idx="80296">
                  <c:v>45759.756944444453</c:v>
                </c:pt>
                <c:pt idx="80297">
                  <c:v>45671.681250000001</c:v>
                </c:pt>
                <c:pt idx="80298">
                  <c:v>45965.75</c:v>
                </c:pt>
                <c:pt idx="80299">
                  <c:v>45785.742361111108</c:v>
                </c:pt>
                <c:pt idx="80300">
                  <c:v>45947.597916666673</c:v>
                </c:pt>
                <c:pt idx="80301">
                  <c:v>45689.487500000003</c:v>
                </c:pt>
                <c:pt idx="80302">
                  <c:v>45648.65625</c:v>
                </c:pt>
                <c:pt idx="80303">
                  <c:v>45865.723611111112</c:v>
                </c:pt>
                <c:pt idx="80304">
                  <c:v>45726.675694444442</c:v>
                </c:pt>
                <c:pt idx="80305">
                  <c:v>45588.729166666657</c:v>
                </c:pt>
                <c:pt idx="80306">
                  <c:v>45857.339583333327</c:v>
                </c:pt>
                <c:pt idx="80307">
                  <c:v>45474.863888888889</c:v>
                </c:pt>
                <c:pt idx="80308">
                  <c:v>45975.685416666667</c:v>
                </c:pt>
                <c:pt idx="80309">
                  <c:v>45901.676388888889</c:v>
                </c:pt>
                <c:pt idx="80310">
                  <c:v>45755.599305555559</c:v>
                </c:pt>
                <c:pt idx="80311">
                  <c:v>45555.71875</c:v>
                </c:pt>
                <c:pt idx="80312">
                  <c:v>45409.62222222222</c:v>
                </c:pt>
                <c:pt idx="80313">
                  <c:v>45359.868055555547</c:v>
                </c:pt>
                <c:pt idx="80314">
                  <c:v>45999.56527777778</c:v>
                </c:pt>
                <c:pt idx="80315">
                  <c:v>45729.931944444441</c:v>
                </c:pt>
                <c:pt idx="80316">
                  <c:v>45913.804166666669</c:v>
                </c:pt>
                <c:pt idx="80317">
                  <c:v>45493.461805555547</c:v>
                </c:pt>
                <c:pt idx="80318">
                  <c:v>45956.663888888892</c:v>
                </c:pt>
                <c:pt idx="80319">
                  <c:v>45305.45</c:v>
                </c:pt>
                <c:pt idx="80320">
                  <c:v>45768.362500000003</c:v>
                </c:pt>
                <c:pt idx="80321">
                  <c:v>45313.448611111111</c:v>
                </c:pt>
                <c:pt idx="80322">
                  <c:v>45510.402777777781</c:v>
                </c:pt>
                <c:pt idx="80323">
                  <c:v>45901.482638888891</c:v>
                </c:pt>
                <c:pt idx="80324">
                  <c:v>45345.488888888889</c:v>
                </c:pt>
                <c:pt idx="80325">
                  <c:v>45504.30972222222</c:v>
                </c:pt>
                <c:pt idx="80326">
                  <c:v>45519.558333333327</c:v>
                </c:pt>
                <c:pt idx="80327">
                  <c:v>45692.898611111108</c:v>
                </c:pt>
                <c:pt idx="80328">
                  <c:v>45512.315972222219</c:v>
                </c:pt>
                <c:pt idx="80329">
                  <c:v>45386.676388888889</c:v>
                </c:pt>
                <c:pt idx="80330">
                  <c:v>45428.076388888891</c:v>
                </c:pt>
                <c:pt idx="80331">
                  <c:v>45320.119444444441</c:v>
                </c:pt>
                <c:pt idx="80332">
                  <c:v>45501.479861111111</c:v>
                </c:pt>
                <c:pt idx="80333">
                  <c:v>45344.084027777782</c:v>
                </c:pt>
                <c:pt idx="80334">
                  <c:v>45533.15625</c:v>
                </c:pt>
                <c:pt idx="80335">
                  <c:v>45456.440972222219</c:v>
                </c:pt>
                <c:pt idx="80336">
                  <c:v>45937.495138888888</c:v>
                </c:pt>
                <c:pt idx="80337">
                  <c:v>45991.431944444441</c:v>
                </c:pt>
                <c:pt idx="80338">
                  <c:v>45812.886805555558</c:v>
                </c:pt>
                <c:pt idx="80339">
                  <c:v>45883.777083333327</c:v>
                </c:pt>
                <c:pt idx="80340">
                  <c:v>45678.468055555553</c:v>
                </c:pt>
                <c:pt idx="80341">
                  <c:v>45798.853472222218</c:v>
                </c:pt>
                <c:pt idx="80342">
                  <c:v>45782.857638888891</c:v>
                </c:pt>
                <c:pt idx="80343">
                  <c:v>45992.82708333333</c:v>
                </c:pt>
                <c:pt idx="80344">
                  <c:v>46010.467361111107</c:v>
                </c:pt>
                <c:pt idx="80345">
                  <c:v>46010.467361111107</c:v>
                </c:pt>
                <c:pt idx="80346">
                  <c:v>45992.82708333333</c:v>
                </c:pt>
                <c:pt idx="80347">
                  <c:v>45692.068749999999</c:v>
                </c:pt>
                <c:pt idx="80348">
                  <c:v>45336.871527777781</c:v>
                </c:pt>
                <c:pt idx="80349">
                  <c:v>45432.689583333333</c:v>
                </c:pt>
                <c:pt idx="80350">
                  <c:v>45834.615277777782</c:v>
                </c:pt>
                <c:pt idx="80351">
                  <c:v>45917.019444444442</c:v>
                </c:pt>
                <c:pt idx="80352">
                  <c:v>45743.499305555553</c:v>
                </c:pt>
                <c:pt idx="80353">
                  <c:v>45896.620833333327</c:v>
                </c:pt>
                <c:pt idx="80354">
                  <c:v>45793.797222222223</c:v>
                </c:pt>
                <c:pt idx="80355">
                  <c:v>45945.078472222223</c:v>
                </c:pt>
                <c:pt idx="80356">
                  <c:v>45849.456944444442</c:v>
                </c:pt>
                <c:pt idx="80357">
                  <c:v>45504.731249999997</c:v>
                </c:pt>
                <c:pt idx="80358">
                  <c:v>45719.950694444437</c:v>
                </c:pt>
                <c:pt idx="80359">
                  <c:v>45938.869444444441</c:v>
                </c:pt>
                <c:pt idx="80360">
                  <c:v>45995.551388888889</c:v>
                </c:pt>
                <c:pt idx="80361">
                  <c:v>45693.773611111108</c:v>
                </c:pt>
                <c:pt idx="80362">
                  <c:v>45853.286111111112</c:v>
                </c:pt>
                <c:pt idx="80363">
                  <c:v>45391.521527777782</c:v>
                </c:pt>
                <c:pt idx="80364">
                  <c:v>45527.759027777778</c:v>
                </c:pt>
                <c:pt idx="80365">
                  <c:v>45580.725694444453</c:v>
                </c:pt>
                <c:pt idx="80366">
                  <c:v>45897.506249999999</c:v>
                </c:pt>
                <c:pt idx="80367">
                  <c:v>45987.288194444453</c:v>
                </c:pt>
                <c:pt idx="80368">
                  <c:v>45567.256249999999</c:v>
                </c:pt>
                <c:pt idx="80369">
                  <c:v>45462.234027777777</c:v>
                </c:pt>
                <c:pt idx="80370">
                  <c:v>45746.90902777778</c:v>
                </c:pt>
                <c:pt idx="80371">
                  <c:v>45859.588888888888</c:v>
                </c:pt>
                <c:pt idx="80372">
                  <c:v>46000.4</c:v>
                </c:pt>
                <c:pt idx="80373">
                  <c:v>45705.873611111107</c:v>
                </c:pt>
                <c:pt idx="80374">
                  <c:v>45949.890972222223</c:v>
                </c:pt>
                <c:pt idx="80375">
                  <c:v>45899.841666666667</c:v>
                </c:pt>
                <c:pt idx="80376">
                  <c:v>45796.861111111109</c:v>
                </c:pt>
                <c:pt idx="80377">
                  <c:v>45807.767361111109</c:v>
                </c:pt>
                <c:pt idx="80378">
                  <c:v>45725.770833333343</c:v>
                </c:pt>
                <c:pt idx="80379">
                  <c:v>45852.754861111112</c:v>
                </c:pt>
                <c:pt idx="80380">
                  <c:v>45833.822222222218</c:v>
                </c:pt>
                <c:pt idx="80381">
                  <c:v>45689.659722222219</c:v>
                </c:pt>
                <c:pt idx="80382">
                  <c:v>45794.829861111109</c:v>
                </c:pt>
                <c:pt idx="80383">
                  <c:v>45894.474999999999</c:v>
                </c:pt>
                <c:pt idx="80384">
                  <c:v>45882.472916666673</c:v>
                </c:pt>
                <c:pt idx="80385">
                  <c:v>45707.85833333333</c:v>
                </c:pt>
                <c:pt idx="80386">
                  <c:v>45748.770833333343</c:v>
                </c:pt>
                <c:pt idx="80387">
                  <c:v>45777.37777777778</c:v>
                </c:pt>
                <c:pt idx="80388">
                  <c:v>45700.681944444441</c:v>
                </c:pt>
                <c:pt idx="80389">
                  <c:v>45674.822916666657</c:v>
                </c:pt>
                <c:pt idx="80390">
                  <c:v>45656.51666666667</c:v>
                </c:pt>
                <c:pt idx="80391">
                  <c:v>45736.496527777781</c:v>
                </c:pt>
                <c:pt idx="80392">
                  <c:v>45714.506249999999</c:v>
                </c:pt>
                <c:pt idx="80393">
                  <c:v>45778.400000000001</c:v>
                </c:pt>
                <c:pt idx="80394">
                  <c:v>45445.545138888891</c:v>
                </c:pt>
                <c:pt idx="80395">
                  <c:v>45637.472222222219</c:v>
                </c:pt>
                <c:pt idx="80396">
                  <c:v>45576.402083333327</c:v>
                </c:pt>
                <c:pt idx="80397">
                  <c:v>45703.818055555559</c:v>
                </c:pt>
                <c:pt idx="80398">
                  <c:v>45477.434027777781</c:v>
                </c:pt>
                <c:pt idx="80399">
                  <c:v>45533.723611111112</c:v>
                </c:pt>
                <c:pt idx="80400">
                  <c:v>45609.439583333333</c:v>
                </c:pt>
                <c:pt idx="80401">
                  <c:v>45923.527083333327</c:v>
                </c:pt>
                <c:pt idx="80402">
                  <c:v>45597.612500000003</c:v>
                </c:pt>
                <c:pt idx="80403">
                  <c:v>45803.269444444442</c:v>
                </c:pt>
                <c:pt idx="80404">
                  <c:v>45384.506944444453</c:v>
                </c:pt>
                <c:pt idx="80405">
                  <c:v>45928.845138888893</c:v>
                </c:pt>
                <c:pt idx="80406">
                  <c:v>45881.479861111111</c:v>
                </c:pt>
                <c:pt idx="80407">
                  <c:v>45854.572916666657</c:v>
                </c:pt>
                <c:pt idx="80408">
                  <c:v>45950.724305555559</c:v>
                </c:pt>
                <c:pt idx="80409">
                  <c:v>45978.931944444441</c:v>
                </c:pt>
                <c:pt idx="80410">
                  <c:v>45910.811805555553</c:v>
                </c:pt>
                <c:pt idx="80411">
                  <c:v>45875.438888888893</c:v>
                </c:pt>
                <c:pt idx="80412">
                  <c:v>45875.460416666669</c:v>
                </c:pt>
                <c:pt idx="80413">
                  <c:v>45930.589583333327</c:v>
                </c:pt>
                <c:pt idx="80414">
                  <c:v>46018.400000000001</c:v>
                </c:pt>
                <c:pt idx="80415">
                  <c:v>45959.549305555563</c:v>
                </c:pt>
                <c:pt idx="80416">
                  <c:v>45999.926388888889</c:v>
                </c:pt>
                <c:pt idx="80417">
                  <c:v>45982.949305555558</c:v>
                </c:pt>
                <c:pt idx="80418">
                  <c:v>45354.445138888892</c:v>
                </c:pt>
                <c:pt idx="80419">
                  <c:v>45641.857638888891</c:v>
                </c:pt>
                <c:pt idx="80420">
                  <c:v>45544.818055555559</c:v>
                </c:pt>
                <c:pt idx="80421">
                  <c:v>45474.9</c:v>
                </c:pt>
                <c:pt idx="80422">
                  <c:v>45513.575694444437</c:v>
                </c:pt>
                <c:pt idx="80423">
                  <c:v>45930.512499999997</c:v>
                </c:pt>
                <c:pt idx="80424">
                  <c:v>45898.380555555559</c:v>
                </c:pt>
                <c:pt idx="80425">
                  <c:v>45877.609722222223</c:v>
                </c:pt>
                <c:pt idx="80426">
                  <c:v>45910.690972222219</c:v>
                </c:pt>
                <c:pt idx="80427">
                  <c:v>45851.563194444447</c:v>
                </c:pt>
                <c:pt idx="80428">
                  <c:v>45887.413888888892</c:v>
                </c:pt>
                <c:pt idx="80429">
                  <c:v>45851.572916666657</c:v>
                </c:pt>
                <c:pt idx="80430">
                  <c:v>45950.979166666657</c:v>
                </c:pt>
                <c:pt idx="80431">
                  <c:v>45865.670138888891</c:v>
                </c:pt>
                <c:pt idx="80432">
                  <c:v>45765.823611111111</c:v>
                </c:pt>
                <c:pt idx="80433">
                  <c:v>45984.834027777782</c:v>
                </c:pt>
                <c:pt idx="80434">
                  <c:v>45825.747916666667</c:v>
                </c:pt>
                <c:pt idx="80435">
                  <c:v>45917.816666666673</c:v>
                </c:pt>
                <c:pt idx="80436">
                  <c:v>45324.487500000003</c:v>
                </c:pt>
                <c:pt idx="80437">
                  <c:v>45405.984027777777</c:v>
                </c:pt>
                <c:pt idx="80438">
                  <c:v>45324.489583333343</c:v>
                </c:pt>
                <c:pt idx="80439">
                  <c:v>45649.816666666673</c:v>
                </c:pt>
                <c:pt idx="80440">
                  <c:v>45666.455555555563</c:v>
                </c:pt>
                <c:pt idx="80441">
                  <c:v>45536.086805555547</c:v>
                </c:pt>
                <c:pt idx="80442">
                  <c:v>45517.817361111112</c:v>
                </c:pt>
                <c:pt idx="80443">
                  <c:v>45466.729166666657</c:v>
                </c:pt>
                <c:pt idx="80444">
                  <c:v>45413.679861111108</c:v>
                </c:pt>
                <c:pt idx="80445">
                  <c:v>45984.613888888889</c:v>
                </c:pt>
                <c:pt idx="80446">
                  <c:v>45468.900694444441</c:v>
                </c:pt>
                <c:pt idx="80447">
                  <c:v>45612.614583333343</c:v>
                </c:pt>
                <c:pt idx="80448">
                  <c:v>45549.018055555563</c:v>
                </c:pt>
                <c:pt idx="80449">
                  <c:v>45736.808333333327</c:v>
                </c:pt>
                <c:pt idx="80450">
                  <c:v>45582.716666666667</c:v>
                </c:pt>
                <c:pt idx="80451">
                  <c:v>45771.365972222222</c:v>
                </c:pt>
                <c:pt idx="80452">
                  <c:v>45474.995138888888</c:v>
                </c:pt>
                <c:pt idx="80453">
                  <c:v>45839.38958333333</c:v>
                </c:pt>
                <c:pt idx="80454">
                  <c:v>45435.572916666657</c:v>
                </c:pt>
                <c:pt idx="80455">
                  <c:v>45664.834722222222</c:v>
                </c:pt>
                <c:pt idx="80456">
                  <c:v>45946.936805555553</c:v>
                </c:pt>
                <c:pt idx="80457">
                  <c:v>45890.688194444447</c:v>
                </c:pt>
                <c:pt idx="80458">
                  <c:v>45761.726388888892</c:v>
                </c:pt>
                <c:pt idx="80459">
                  <c:v>45799.686111111107</c:v>
                </c:pt>
                <c:pt idx="80460">
                  <c:v>45845.712500000001</c:v>
                </c:pt>
                <c:pt idx="80461">
                  <c:v>45846.453472222223</c:v>
                </c:pt>
                <c:pt idx="80462">
                  <c:v>45846.453472222223</c:v>
                </c:pt>
                <c:pt idx="80463">
                  <c:v>45799.686111111107</c:v>
                </c:pt>
                <c:pt idx="80464">
                  <c:v>45890.688194444447</c:v>
                </c:pt>
                <c:pt idx="80465">
                  <c:v>45761.726388888892</c:v>
                </c:pt>
                <c:pt idx="80466">
                  <c:v>45845.712500000001</c:v>
                </c:pt>
                <c:pt idx="80467">
                  <c:v>45935.660416666673</c:v>
                </c:pt>
                <c:pt idx="80468">
                  <c:v>46006.880555555559</c:v>
                </c:pt>
                <c:pt idx="80469">
                  <c:v>46006.880555555559</c:v>
                </c:pt>
                <c:pt idx="80470">
                  <c:v>45935.660416666673</c:v>
                </c:pt>
                <c:pt idx="80471">
                  <c:v>45593.238888888889</c:v>
                </c:pt>
                <c:pt idx="80472">
                  <c:v>45677.231249999997</c:v>
                </c:pt>
                <c:pt idx="80473">
                  <c:v>45832.45208333333</c:v>
                </c:pt>
                <c:pt idx="80474">
                  <c:v>45424.844444444447</c:v>
                </c:pt>
                <c:pt idx="80475">
                  <c:v>45802.343055555553</c:v>
                </c:pt>
                <c:pt idx="80476">
                  <c:v>45866.7</c:v>
                </c:pt>
                <c:pt idx="80477">
                  <c:v>46018.90902777778</c:v>
                </c:pt>
                <c:pt idx="80478">
                  <c:v>45941.54791666667</c:v>
                </c:pt>
                <c:pt idx="80479">
                  <c:v>45823.630555555559</c:v>
                </c:pt>
                <c:pt idx="80480">
                  <c:v>45879.677777777782</c:v>
                </c:pt>
                <c:pt idx="80481">
                  <c:v>45977.864583333343</c:v>
                </c:pt>
                <c:pt idx="80482">
                  <c:v>45828.568055555559</c:v>
                </c:pt>
                <c:pt idx="80483">
                  <c:v>45855.475694444453</c:v>
                </c:pt>
                <c:pt idx="80484">
                  <c:v>45882.595833333333</c:v>
                </c:pt>
                <c:pt idx="80485">
                  <c:v>45995.567361111112</c:v>
                </c:pt>
                <c:pt idx="80486">
                  <c:v>45929.48541666667</c:v>
                </c:pt>
                <c:pt idx="80487">
                  <c:v>45526.589583333327</c:v>
                </c:pt>
                <c:pt idx="80488">
                  <c:v>45613.01458333333</c:v>
                </c:pt>
                <c:pt idx="80489">
                  <c:v>45700.002083333333</c:v>
                </c:pt>
                <c:pt idx="80490">
                  <c:v>45587.922222222223</c:v>
                </c:pt>
                <c:pt idx="80491">
                  <c:v>45467.090277777781</c:v>
                </c:pt>
                <c:pt idx="80492">
                  <c:v>45442.586805555547</c:v>
                </c:pt>
                <c:pt idx="80493">
                  <c:v>45435.748611111107</c:v>
                </c:pt>
                <c:pt idx="80494">
                  <c:v>45500.048611111109</c:v>
                </c:pt>
                <c:pt idx="80495">
                  <c:v>45450.75</c:v>
                </c:pt>
                <c:pt idx="80496">
                  <c:v>45435.745138888888</c:v>
                </c:pt>
                <c:pt idx="80497">
                  <c:v>45404.445833333331</c:v>
                </c:pt>
                <c:pt idx="80498">
                  <c:v>45841.836805555547</c:v>
                </c:pt>
                <c:pt idx="80499">
                  <c:v>45585.643055555563</c:v>
                </c:pt>
                <c:pt idx="80500">
                  <c:v>45649.618750000001</c:v>
                </c:pt>
                <c:pt idx="80501">
                  <c:v>45340.463888888888</c:v>
                </c:pt>
                <c:pt idx="80502">
                  <c:v>45984.5</c:v>
                </c:pt>
                <c:pt idx="80503">
                  <c:v>45565.434027777781</c:v>
                </c:pt>
                <c:pt idx="80504">
                  <c:v>46019.98333333333</c:v>
                </c:pt>
                <c:pt idx="80505">
                  <c:v>45683.738194444442</c:v>
                </c:pt>
                <c:pt idx="80506">
                  <c:v>45935.990277777782</c:v>
                </c:pt>
                <c:pt idx="80507">
                  <c:v>45936.42083333333</c:v>
                </c:pt>
                <c:pt idx="80508">
                  <c:v>45893.113888888889</c:v>
                </c:pt>
                <c:pt idx="80509">
                  <c:v>45859.939583333333</c:v>
                </c:pt>
                <c:pt idx="80510">
                  <c:v>45911.152777777781</c:v>
                </c:pt>
                <c:pt idx="80511">
                  <c:v>45821.902777777781</c:v>
                </c:pt>
                <c:pt idx="80512">
                  <c:v>45992.118750000001</c:v>
                </c:pt>
                <c:pt idx="80513">
                  <c:v>45796.552083333343</c:v>
                </c:pt>
                <c:pt idx="80514">
                  <c:v>45784.563888888893</c:v>
                </c:pt>
                <c:pt idx="80515">
                  <c:v>45891.431944444441</c:v>
                </c:pt>
                <c:pt idx="80516">
                  <c:v>45418.724305555559</c:v>
                </c:pt>
                <c:pt idx="80517">
                  <c:v>45320.387499999997</c:v>
                </c:pt>
                <c:pt idx="80518">
                  <c:v>45544.319444444453</c:v>
                </c:pt>
                <c:pt idx="80519">
                  <c:v>45794.479861111111</c:v>
                </c:pt>
                <c:pt idx="80520">
                  <c:v>45762.491666666669</c:v>
                </c:pt>
                <c:pt idx="80521">
                  <c:v>45989.525000000001</c:v>
                </c:pt>
                <c:pt idx="80522">
                  <c:v>45727.506944444453</c:v>
                </c:pt>
                <c:pt idx="80523">
                  <c:v>45629.695138888892</c:v>
                </c:pt>
                <c:pt idx="80524">
                  <c:v>45928.605555555558</c:v>
                </c:pt>
                <c:pt idx="80525">
                  <c:v>45988.728472222218</c:v>
                </c:pt>
                <c:pt idx="80526">
                  <c:v>45848.668055555558</c:v>
                </c:pt>
                <c:pt idx="80527">
                  <c:v>45465.616666666669</c:v>
                </c:pt>
                <c:pt idx="80528">
                  <c:v>45912.643055555563</c:v>
                </c:pt>
                <c:pt idx="80529">
                  <c:v>45646.633333333331</c:v>
                </c:pt>
                <c:pt idx="80530">
                  <c:v>45646.633333333331</c:v>
                </c:pt>
                <c:pt idx="80531">
                  <c:v>45912.643055555563</c:v>
                </c:pt>
                <c:pt idx="80532">
                  <c:v>45809.440972222219</c:v>
                </c:pt>
                <c:pt idx="80533">
                  <c:v>45809.440972222219</c:v>
                </c:pt>
                <c:pt idx="80534">
                  <c:v>45465.616666666669</c:v>
                </c:pt>
                <c:pt idx="80535">
                  <c:v>45646.577777777777</c:v>
                </c:pt>
                <c:pt idx="80536">
                  <c:v>45646.636805555558</c:v>
                </c:pt>
                <c:pt idx="80537">
                  <c:v>45646.577777777777</c:v>
                </c:pt>
                <c:pt idx="80538">
                  <c:v>45646.636805555558</c:v>
                </c:pt>
                <c:pt idx="80539">
                  <c:v>45981.637499999997</c:v>
                </c:pt>
                <c:pt idx="80540">
                  <c:v>46013.686805555553</c:v>
                </c:pt>
                <c:pt idx="80541">
                  <c:v>45965.816666666673</c:v>
                </c:pt>
                <c:pt idx="80542">
                  <c:v>45585.744444444441</c:v>
                </c:pt>
                <c:pt idx="80543">
                  <c:v>45885.615972222222</c:v>
                </c:pt>
                <c:pt idx="80544">
                  <c:v>45931.882638888892</c:v>
                </c:pt>
                <c:pt idx="80545">
                  <c:v>45822.825694444437</c:v>
                </c:pt>
                <c:pt idx="80546">
                  <c:v>45686.1</c:v>
                </c:pt>
                <c:pt idx="80547">
                  <c:v>45690.431944444441</c:v>
                </c:pt>
                <c:pt idx="80548">
                  <c:v>45503.877083333333</c:v>
                </c:pt>
                <c:pt idx="80549">
                  <c:v>45335.854861111111</c:v>
                </c:pt>
                <c:pt idx="80550">
                  <c:v>46019.810416666667</c:v>
                </c:pt>
                <c:pt idx="80551">
                  <c:v>46002.654166666667</c:v>
                </c:pt>
                <c:pt idx="80552">
                  <c:v>45692.6</c:v>
                </c:pt>
                <c:pt idx="80553">
                  <c:v>45601.460416666669</c:v>
                </c:pt>
                <c:pt idx="80554">
                  <c:v>45965.5625</c:v>
                </c:pt>
                <c:pt idx="80555">
                  <c:v>45497.65902777778</c:v>
                </c:pt>
                <c:pt idx="80556">
                  <c:v>45356.637499999997</c:v>
                </c:pt>
                <c:pt idx="80557">
                  <c:v>45752.890277777777</c:v>
                </c:pt>
                <c:pt idx="80558">
                  <c:v>45894.592361111107</c:v>
                </c:pt>
                <c:pt idx="80559">
                  <c:v>45989.299305555563</c:v>
                </c:pt>
                <c:pt idx="80560">
                  <c:v>45812.800694444442</c:v>
                </c:pt>
                <c:pt idx="80561">
                  <c:v>45460.818055555559</c:v>
                </c:pt>
                <c:pt idx="80562">
                  <c:v>45912.829861111109</c:v>
                </c:pt>
                <c:pt idx="80563">
                  <c:v>45600.686111111107</c:v>
                </c:pt>
                <c:pt idx="80564">
                  <c:v>45687.618055555547</c:v>
                </c:pt>
                <c:pt idx="80565">
                  <c:v>45864.71875</c:v>
                </c:pt>
                <c:pt idx="80566">
                  <c:v>45833.740972222222</c:v>
                </c:pt>
                <c:pt idx="80567">
                  <c:v>45812.651388888888</c:v>
                </c:pt>
                <c:pt idx="80568">
                  <c:v>45792.607638888891</c:v>
                </c:pt>
                <c:pt idx="80569">
                  <c:v>45888.45</c:v>
                </c:pt>
                <c:pt idx="80570">
                  <c:v>45989.433333333327</c:v>
                </c:pt>
                <c:pt idx="80571">
                  <c:v>45936.45208333333</c:v>
                </c:pt>
                <c:pt idx="80572">
                  <c:v>45911.421527777777</c:v>
                </c:pt>
                <c:pt idx="80573">
                  <c:v>45960.788888888892</c:v>
                </c:pt>
                <c:pt idx="80574">
                  <c:v>45643.613888888889</c:v>
                </c:pt>
                <c:pt idx="80575">
                  <c:v>45585.428472222222</c:v>
                </c:pt>
                <c:pt idx="80576">
                  <c:v>45833.729166666657</c:v>
                </c:pt>
                <c:pt idx="80577">
                  <c:v>45709.758333333331</c:v>
                </c:pt>
                <c:pt idx="80578">
                  <c:v>45616.654861111107</c:v>
                </c:pt>
                <c:pt idx="80579">
                  <c:v>45654.941666666673</c:v>
                </c:pt>
                <c:pt idx="80580">
                  <c:v>45904.47152777778</c:v>
                </c:pt>
                <c:pt idx="80581">
                  <c:v>45761.779166666667</c:v>
                </c:pt>
                <c:pt idx="80582">
                  <c:v>45852.881944444453</c:v>
                </c:pt>
                <c:pt idx="80583">
                  <c:v>45834.169444444437</c:v>
                </c:pt>
                <c:pt idx="80584">
                  <c:v>45806.621527777781</c:v>
                </c:pt>
                <c:pt idx="80585">
                  <c:v>46015.129861111112</c:v>
                </c:pt>
                <c:pt idx="80586">
                  <c:v>45988.464583333327</c:v>
                </c:pt>
                <c:pt idx="80587">
                  <c:v>45940.135416666657</c:v>
                </c:pt>
                <c:pt idx="80588">
                  <c:v>45744.814583333333</c:v>
                </c:pt>
                <c:pt idx="80589">
                  <c:v>45779.787499999999</c:v>
                </c:pt>
                <c:pt idx="80590">
                  <c:v>45876.404166666667</c:v>
                </c:pt>
                <c:pt idx="80591">
                  <c:v>45801.379861111112</c:v>
                </c:pt>
                <c:pt idx="80592">
                  <c:v>45773.003472222219</c:v>
                </c:pt>
                <c:pt idx="80593">
                  <c:v>45682.520833333343</c:v>
                </c:pt>
                <c:pt idx="80594">
                  <c:v>45661.506944444453</c:v>
                </c:pt>
                <c:pt idx="80595">
                  <c:v>45979.023611111108</c:v>
                </c:pt>
                <c:pt idx="80596">
                  <c:v>45841.008333333331</c:v>
                </c:pt>
                <c:pt idx="80597">
                  <c:v>45812.105555555558</c:v>
                </c:pt>
                <c:pt idx="80598">
                  <c:v>45873.552777777782</c:v>
                </c:pt>
                <c:pt idx="80599">
                  <c:v>45778.575694444437</c:v>
                </c:pt>
                <c:pt idx="80600">
                  <c:v>45945.479166666657</c:v>
                </c:pt>
                <c:pt idx="80601">
                  <c:v>45474.6</c:v>
                </c:pt>
                <c:pt idx="80602">
                  <c:v>45453.936111111107</c:v>
                </c:pt>
                <c:pt idx="80603">
                  <c:v>45581.158333333333</c:v>
                </c:pt>
                <c:pt idx="80604">
                  <c:v>45419.833333333343</c:v>
                </c:pt>
                <c:pt idx="80605">
                  <c:v>45744.71597222222</c:v>
                </c:pt>
                <c:pt idx="80606">
                  <c:v>46007.798611111109</c:v>
                </c:pt>
                <c:pt idx="80607">
                  <c:v>45861.543749999997</c:v>
                </c:pt>
                <c:pt idx="80608">
                  <c:v>45695.356249999997</c:v>
                </c:pt>
                <c:pt idx="80609">
                  <c:v>45445.518055555563</c:v>
                </c:pt>
                <c:pt idx="80610">
                  <c:v>45753.411805555559</c:v>
                </c:pt>
                <c:pt idx="80611">
                  <c:v>45921.679166666669</c:v>
                </c:pt>
                <c:pt idx="80612">
                  <c:v>45666.450694444437</c:v>
                </c:pt>
                <c:pt idx="80613">
                  <c:v>45818.629166666673</c:v>
                </c:pt>
                <c:pt idx="80614">
                  <c:v>45967.584722222222</c:v>
                </c:pt>
                <c:pt idx="80615">
                  <c:v>45625.463888888888</c:v>
                </c:pt>
                <c:pt idx="80616">
                  <c:v>45850.558333333327</c:v>
                </c:pt>
                <c:pt idx="80617">
                  <c:v>45713.795138888891</c:v>
                </c:pt>
                <c:pt idx="80618">
                  <c:v>45906.842361111107</c:v>
                </c:pt>
                <c:pt idx="80619">
                  <c:v>45637.54791666667</c:v>
                </c:pt>
                <c:pt idx="80620">
                  <c:v>45755.15625</c:v>
                </c:pt>
                <c:pt idx="80621">
                  <c:v>45778.679861111108</c:v>
                </c:pt>
                <c:pt idx="80622">
                  <c:v>45681.661805555559</c:v>
                </c:pt>
                <c:pt idx="80623">
                  <c:v>45552.593055555553</c:v>
                </c:pt>
                <c:pt idx="80624">
                  <c:v>45969.228472222218</c:v>
                </c:pt>
                <c:pt idx="80625">
                  <c:v>45811.022916666669</c:v>
                </c:pt>
                <c:pt idx="80626">
                  <c:v>45517.543749999997</c:v>
                </c:pt>
                <c:pt idx="80627">
                  <c:v>45599.04791666667</c:v>
                </c:pt>
                <c:pt idx="80628">
                  <c:v>45461.461805555547</c:v>
                </c:pt>
                <c:pt idx="80629">
                  <c:v>45988.760416666657</c:v>
                </c:pt>
                <c:pt idx="80630">
                  <c:v>45814.491666666669</c:v>
                </c:pt>
                <c:pt idx="80631">
                  <c:v>45958.648611111108</c:v>
                </c:pt>
                <c:pt idx="80632">
                  <c:v>45744.554166666669</c:v>
                </c:pt>
                <c:pt idx="80633">
                  <c:v>45664.709722222222</c:v>
                </c:pt>
                <c:pt idx="80634">
                  <c:v>45636.365972222222</c:v>
                </c:pt>
                <c:pt idx="80635">
                  <c:v>45951.73541666667</c:v>
                </c:pt>
                <c:pt idx="80636">
                  <c:v>45997.90347222222</c:v>
                </c:pt>
                <c:pt idx="80637">
                  <c:v>46001.451388888891</c:v>
                </c:pt>
                <c:pt idx="80638">
                  <c:v>45569.284722222219</c:v>
                </c:pt>
                <c:pt idx="80639">
                  <c:v>45621.44027777778</c:v>
                </c:pt>
                <c:pt idx="80640">
                  <c:v>45708.69027777778</c:v>
                </c:pt>
                <c:pt idx="80641">
                  <c:v>45993.927777777782</c:v>
                </c:pt>
                <c:pt idx="80642">
                  <c:v>45293.875694444447</c:v>
                </c:pt>
                <c:pt idx="80643">
                  <c:v>45628.375</c:v>
                </c:pt>
                <c:pt idx="80644">
                  <c:v>45628.486805555563</c:v>
                </c:pt>
                <c:pt idx="80645">
                  <c:v>45539.518750000003</c:v>
                </c:pt>
                <c:pt idx="80646">
                  <c:v>45388.879166666673</c:v>
                </c:pt>
                <c:pt idx="80647">
                  <c:v>45626.830555555563</c:v>
                </c:pt>
                <c:pt idx="80648">
                  <c:v>45454.538194444453</c:v>
                </c:pt>
                <c:pt idx="80649">
                  <c:v>45787.115277777782</c:v>
                </c:pt>
                <c:pt idx="80650">
                  <c:v>45523.583333333343</c:v>
                </c:pt>
                <c:pt idx="80651">
                  <c:v>45571.982638888891</c:v>
                </c:pt>
                <c:pt idx="80652">
                  <c:v>45770.70208333333</c:v>
                </c:pt>
                <c:pt idx="80653">
                  <c:v>45836.470833333333</c:v>
                </c:pt>
                <c:pt idx="80654">
                  <c:v>45425.441666666673</c:v>
                </c:pt>
                <c:pt idx="80655">
                  <c:v>45499.49722222222</c:v>
                </c:pt>
                <c:pt idx="80656">
                  <c:v>45505.86041666667</c:v>
                </c:pt>
                <c:pt idx="80657">
                  <c:v>45490.703472222223</c:v>
                </c:pt>
                <c:pt idx="80658">
                  <c:v>45571.862500000003</c:v>
                </c:pt>
                <c:pt idx="80659">
                  <c:v>45921.753472222219</c:v>
                </c:pt>
                <c:pt idx="80660">
                  <c:v>45510.338888888888</c:v>
                </c:pt>
                <c:pt idx="80661">
                  <c:v>45808.925000000003</c:v>
                </c:pt>
                <c:pt idx="80662">
                  <c:v>45495.597222222219</c:v>
                </c:pt>
                <c:pt idx="80663">
                  <c:v>45723.667361111111</c:v>
                </c:pt>
                <c:pt idx="80664">
                  <c:v>45632.486111111109</c:v>
                </c:pt>
                <c:pt idx="80665">
                  <c:v>45439.339583333327</c:v>
                </c:pt>
                <c:pt idx="80666">
                  <c:v>45945.554166666669</c:v>
                </c:pt>
                <c:pt idx="80667">
                  <c:v>45804.557638888888</c:v>
                </c:pt>
                <c:pt idx="80668">
                  <c:v>45476.663194444453</c:v>
                </c:pt>
                <c:pt idx="80669">
                  <c:v>45366.42083333333</c:v>
                </c:pt>
                <c:pt idx="80670">
                  <c:v>45476.663194444453</c:v>
                </c:pt>
                <c:pt idx="80671">
                  <c:v>45322.458333333343</c:v>
                </c:pt>
                <c:pt idx="80672">
                  <c:v>45322.458333333343</c:v>
                </c:pt>
                <c:pt idx="80673">
                  <c:v>45585.20208333333</c:v>
                </c:pt>
                <c:pt idx="80674">
                  <c:v>45814.361111111109</c:v>
                </c:pt>
                <c:pt idx="80675">
                  <c:v>45366.42083333333</c:v>
                </c:pt>
                <c:pt idx="80676">
                  <c:v>45516.569444444453</c:v>
                </c:pt>
                <c:pt idx="80677">
                  <c:v>45516.569444444453</c:v>
                </c:pt>
                <c:pt idx="80678">
                  <c:v>45889.507638888892</c:v>
                </c:pt>
                <c:pt idx="80679">
                  <c:v>45585.20208333333</c:v>
                </c:pt>
                <c:pt idx="80680">
                  <c:v>45889.507638888892</c:v>
                </c:pt>
                <c:pt idx="80681">
                  <c:v>45814.361111111109</c:v>
                </c:pt>
                <c:pt idx="80682">
                  <c:v>45810.961111111108</c:v>
                </c:pt>
                <c:pt idx="80683">
                  <c:v>45578.443055555559</c:v>
                </c:pt>
                <c:pt idx="80684">
                  <c:v>45381.946527777778</c:v>
                </c:pt>
                <c:pt idx="80685">
                  <c:v>45644.732638888891</c:v>
                </c:pt>
                <c:pt idx="80686">
                  <c:v>45874.720833333333</c:v>
                </c:pt>
                <c:pt idx="80687">
                  <c:v>45508.51458333333</c:v>
                </c:pt>
                <c:pt idx="80688">
                  <c:v>45715.541666666657</c:v>
                </c:pt>
                <c:pt idx="80689">
                  <c:v>46018.921527777777</c:v>
                </c:pt>
                <c:pt idx="80690">
                  <c:v>45580.931944444441</c:v>
                </c:pt>
                <c:pt idx="80691">
                  <c:v>45404.563194444447</c:v>
                </c:pt>
                <c:pt idx="80692">
                  <c:v>45640.798611111109</c:v>
                </c:pt>
                <c:pt idx="80693">
                  <c:v>45642.431944444441</c:v>
                </c:pt>
                <c:pt idx="80694">
                  <c:v>45516.519444444442</c:v>
                </c:pt>
                <c:pt idx="80695">
                  <c:v>45689.644444444442</c:v>
                </c:pt>
                <c:pt idx="80696">
                  <c:v>45578.892361111109</c:v>
                </c:pt>
                <c:pt idx="80697">
                  <c:v>45343.776388888888</c:v>
                </c:pt>
                <c:pt idx="80698">
                  <c:v>45718.459722222222</c:v>
                </c:pt>
                <c:pt idx="80699">
                  <c:v>46000.756249999999</c:v>
                </c:pt>
                <c:pt idx="80700">
                  <c:v>45650.963194444441</c:v>
                </c:pt>
                <c:pt idx="80701">
                  <c:v>45770.969444444447</c:v>
                </c:pt>
                <c:pt idx="80702">
                  <c:v>45407.314583333333</c:v>
                </c:pt>
                <c:pt idx="80703">
                  <c:v>45401.386111111111</c:v>
                </c:pt>
                <c:pt idx="80704">
                  <c:v>45589.602083333331</c:v>
                </c:pt>
                <c:pt idx="80705">
                  <c:v>45841.397916666669</c:v>
                </c:pt>
                <c:pt idx="80706">
                  <c:v>45679.442361111112</c:v>
                </c:pt>
                <c:pt idx="80707">
                  <c:v>45505.513888888891</c:v>
                </c:pt>
                <c:pt idx="80708">
                  <c:v>45547.384027777778</c:v>
                </c:pt>
                <c:pt idx="80709">
                  <c:v>45921.51458333333</c:v>
                </c:pt>
                <c:pt idx="80710">
                  <c:v>45795.09097222222</c:v>
                </c:pt>
                <c:pt idx="80711">
                  <c:v>45551.801388888889</c:v>
                </c:pt>
                <c:pt idx="80712">
                  <c:v>45856.697222222218</c:v>
                </c:pt>
                <c:pt idx="80713">
                  <c:v>45673.380555555559</c:v>
                </c:pt>
                <c:pt idx="80714">
                  <c:v>45407.387499999997</c:v>
                </c:pt>
                <c:pt idx="80715">
                  <c:v>45856.692361111112</c:v>
                </c:pt>
                <c:pt idx="80716">
                  <c:v>45300.763194444437</c:v>
                </c:pt>
                <c:pt idx="80717">
                  <c:v>45949.811111111107</c:v>
                </c:pt>
                <c:pt idx="80718">
                  <c:v>46011.92083333333</c:v>
                </c:pt>
                <c:pt idx="80719">
                  <c:v>45669.791666666657</c:v>
                </c:pt>
                <c:pt idx="80720">
                  <c:v>45770.753472222219</c:v>
                </c:pt>
                <c:pt idx="80721">
                  <c:v>45890.324999999997</c:v>
                </c:pt>
                <c:pt idx="80722">
                  <c:v>45629.36041666667</c:v>
                </c:pt>
                <c:pt idx="80723">
                  <c:v>45702.373611111107</c:v>
                </c:pt>
                <c:pt idx="80724">
                  <c:v>45910.595138888893</c:v>
                </c:pt>
                <c:pt idx="80725">
                  <c:v>45433.344444444447</c:v>
                </c:pt>
                <c:pt idx="80726">
                  <c:v>45859.444444444453</c:v>
                </c:pt>
                <c:pt idx="80727">
                  <c:v>45968.393750000003</c:v>
                </c:pt>
                <c:pt idx="80728">
                  <c:v>46003.55</c:v>
                </c:pt>
                <c:pt idx="80729">
                  <c:v>45519.390972222223</c:v>
                </c:pt>
                <c:pt idx="80730">
                  <c:v>45782.215277777781</c:v>
                </c:pt>
                <c:pt idx="80731">
                  <c:v>45806.17291666667</c:v>
                </c:pt>
                <c:pt idx="80732">
                  <c:v>45906.472916666673</c:v>
                </c:pt>
                <c:pt idx="80733">
                  <c:v>45878.173611111109</c:v>
                </c:pt>
                <c:pt idx="80734">
                  <c:v>45993.2</c:v>
                </c:pt>
                <c:pt idx="80735">
                  <c:v>45942.142361111109</c:v>
                </c:pt>
                <c:pt idx="80736">
                  <c:v>45966.17291666667</c:v>
                </c:pt>
                <c:pt idx="80737">
                  <c:v>45848.224305555559</c:v>
                </c:pt>
                <c:pt idx="80738">
                  <c:v>45685.493055555547</c:v>
                </c:pt>
                <c:pt idx="80739">
                  <c:v>45377.765277777777</c:v>
                </c:pt>
                <c:pt idx="80740">
                  <c:v>45541.45416666667</c:v>
                </c:pt>
                <c:pt idx="80741">
                  <c:v>46000.524305555547</c:v>
                </c:pt>
                <c:pt idx="80742">
                  <c:v>45981.796527777777</c:v>
                </c:pt>
                <c:pt idx="80743">
                  <c:v>45839.45</c:v>
                </c:pt>
                <c:pt idx="80744">
                  <c:v>45988.436805555553</c:v>
                </c:pt>
                <c:pt idx="80745">
                  <c:v>45865.606249999997</c:v>
                </c:pt>
                <c:pt idx="80746">
                  <c:v>45412.627083333333</c:v>
                </c:pt>
                <c:pt idx="80747">
                  <c:v>45458.590277777781</c:v>
                </c:pt>
                <c:pt idx="80748">
                  <c:v>45749.76458333333</c:v>
                </c:pt>
                <c:pt idx="80749">
                  <c:v>45686.700694444437</c:v>
                </c:pt>
                <c:pt idx="80750">
                  <c:v>45489.240277777782</c:v>
                </c:pt>
                <c:pt idx="80751">
                  <c:v>45561.76458333333</c:v>
                </c:pt>
                <c:pt idx="80752">
                  <c:v>45373.589583333327</c:v>
                </c:pt>
                <c:pt idx="80753">
                  <c:v>45664.390277777777</c:v>
                </c:pt>
                <c:pt idx="80754">
                  <c:v>45905.978472222218</c:v>
                </c:pt>
                <c:pt idx="80755">
                  <c:v>45768.752083333333</c:v>
                </c:pt>
                <c:pt idx="80756">
                  <c:v>45666.613194444442</c:v>
                </c:pt>
                <c:pt idx="80757">
                  <c:v>45667.707638888889</c:v>
                </c:pt>
                <c:pt idx="80758">
                  <c:v>45668.962500000001</c:v>
                </c:pt>
                <c:pt idx="80759">
                  <c:v>45667.720138888893</c:v>
                </c:pt>
                <c:pt idx="80760">
                  <c:v>45831.603472222218</c:v>
                </c:pt>
                <c:pt idx="80761">
                  <c:v>45852.911805555559</c:v>
                </c:pt>
                <c:pt idx="80762">
                  <c:v>45875.47152777778</c:v>
                </c:pt>
                <c:pt idx="80763">
                  <c:v>46023.972222222219</c:v>
                </c:pt>
                <c:pt idx="80764">
                  <c:v>45875.472916666673</c:v>
                </c:pt>
                <c:pt idx="80765">
                  <c:v>45952.79583333333</c:v>
                </c:pt>
                <c:pt idx="80766">
                  <c:v>45912.538888888892</c:v>
                </c:pt>
                <c:pt idx="80767">
                  <c:v>45856.413888888892</c:v>
                </c:pt>
                <c:pt idx="80768">
                  <c:v>45937.444444444453</c:v>
                </c:pt>
                <c:pt idx="80769">
                  <c:v>45781.513194444437</c:v>
                </c:pt>
                <c:pt idx="80770">
                  <c:v>45875.615277777782</c:v>
                </c:pt>
                <c:pt idx="80771">
                  <c:v>45772.321527777778</c:v>
                </c:pt>
                <c:pt idx="80772">
                  <c:v>45803.374305555553</c:v>
                </c:pt>
                <c:pt idx="80773">
                  <c:v>45842.37777777778</c:v>
                </c:pt>
                <c:pt idx="80774">
                  <c:v>45415.009722222218</c:v>
                </c:pt>
                <c:pt idx="80775">
                  <c:v>45359.032638888893</c:v>
                </c:pt>
                <c:pt idx="80776">
                  <c:v>45695.545138888891</c:v>
                </c:pt>
                <c:pt idx="80777">
                  <c:v>45519.955555555563</c:v>
                </c:pt>
                <c:pt idx="80778">
                  <c:v>45643.908333333333</c:v>
                </c:pt>
                <c:pt idx="80779">
                  <c:v>45556.837500000001</c:v>
                </c:pt>
                <c:pt idx="80780">
                  <c:v>45733.98333333333</c:v>
                </c:pt>
                <c:pt idx="80781">
                  <c:v>45600.942361111112</c:v>
                </c:pt>
                <c:pt idx="80782">
                  <c:v>45463.929166666669</c:v>
                </c:pt>
                <c:pt idx="80783">
                  <c:v>45654.513194444437</c:v>
                </c:pt>
                <c:pt idx="80784">
                  <c:v>45841.398611111108</c:v>
                </c:pt>
                <c:pt idx="80785">
                  <c:v>45544.015972222223</c:v>
                </c:pt>
                <c:pt idx="80786">
                  <c:v>45589.977777777778</c:v>
                </c:pt>
                <c:pt idx="80787">
                  <c:v>45741.370138888888</c:v>
                </c:pt>
                <c:pt idx="80788">
                  <c:v>45703.552777777782</c:v>
                </c:pt>
                <c:pt idx="80789">
                  <c:v>46000.44027777778</c:v>
                </c:pt>
                <c:pt idx="80790">
                  <c:v>45516.463888888888</c:v>
                </c:pt>
                <c:pt idx="80791">
                  <c:v>45711.945138888892</c:v>
                </c:pt>
                <c:pt idx="80792">
                  <c:v>45846.422222222223</c:v>
                </c:pt>
                <c:pt idx="80793">
                  <c:v>46004.484027777777</c:v>
                </c:pt>
                <c:pt idx="80794">
                  <c:v>45901.445833333331</c:v>
                </c:pt>
                <c:pt idx="80795">
                  <c:v>45964.35</c:v>
                </c:pt>
                <c:pt idx="80796">
                  <c:v>45917.874305555553</c:v>
                </c:pt>
                <c:pt idx="80797">
                  <c:v>46020.412499999999</c:v>
                </c:pt>
                <c:pt idx="80798">
                  <c:v>45751.642361111109</c:v>
                </c:pt>
                <c:pt idx="80799">
                  <c:v>45935.811805555553</c:v>
                </c:pt>
                <c:pt idx="80800">
                  <c:v>45329.202777777777</c:v>
                </c:pt>
                <c:pt idx="80801">
                  <c:v>45382.815972222219</c:v>
                </c:pt>
                <c:pt idx="80802">
                  <c:v>45656.518055555563</c:v>
                </c:pt>
                <c:pt idx="80803">
                  <c:v>45835.668055555558</c:v>
                </c:pt>
                <c:pt idx="80804">
                  <c:v>45562.661805555559</c:v>
                </c:pt>
                <c:pt idx="80805">
                  <c:v>45831.902083333327</c:v>
                </c:pt>
                <c:pt idx="80806">
                  <c:v>45998.980555555558</c:v>
                </c:pt>
                <c:pt idx="80807">
                  <c:v>45930.893055555563</c:v>
                </c:pt>
                <c:pt idx="80808">
                  <c:v>45741.902777777781</c:v>
                </c:pt>
                <c:pt idx="80809">
                  <c:v>45904.322222222218</c:v>
                </c:pt>
                <c:pt idx="80810">
                  <c:v>45949.42291666667</c:v>
                </c:pt>
                <c:pt idx="80811">
                  <c:v>45739.039583333331</c:v>
                </c:pt>
                <c:pt idx="80812">
                  <c:v>45783.866666666669</c:v>
                </c:pt>
                <c:pt idx="80813">
                  <c:v>45816.704861111109</c:v>
                </c:pt>
                <c:pt idx="80814">
                  <c:v>45822.9375</c:v>
                </c:pt>
                <c:pt idx="80815">
                  <c:v>45761.720833333333</c:v>
                </c:pt>
                <c:pt idx="80816">
                  <c:v>45682.978472222218</c:v>
                </c:pt>
                <c:pt idx="80817">
                  <c:v>45803.385416666657</c:v>
                </c:pt>
                <c:pt idx="80818">
                  <c:v>46020.640972222223</c:v>
                </c:pt>
                <c:pt idx="80819">
                  <c:v>45727.659722222219</c:v>
                </c:pt>
                <c:pt idx="80820">
                  <c:v>45860.365972222222</c:v>
                </c:pt>
                <c:pt idx="80821">
                  <c:v>45889.439583333333</c:v>
                </c:pt>
                <c:pt idx="80822">
                  <c:v>45874.662499999999</c:v>
                </c:pt>
                <c:pt idx="80823">
                  <c:v>46021.59652777778</c:v>
                </c:pt>
                <c:pt idx="80824">
                  <c:v>45992.615972222222</c:v>
                </c:pt>
                <c:pt idx="80825">
                  <c:v>45484.445833333331</c:v>
                </c:pt>
                <c:pt idx="80826">
                  <c:v>45529.554861111108</c:v>
                </c:pt>
                <c:pt idx="80827">
                  <c:v>45849.886805555558</c:v>
                </c:pt>
                <c:pt idx="80828">
                  <c:v>45530.422222222223</c:v>
                </c:pt>
                <c:pt idx="80829">
                  <c:v>45658.535416666673</c:v>
                </c:pt>
                <c:pt idx="80830">
                  <c:v>45462.353472222218</c:v>
                </c:pt>
                <c:pt idx="80831">
                  <c:v>45545.816666666673</c:v>
                </c:pt>
                <c:pt idx="80832">
                  <c:v>45472.696527777778</c:v>
                </c:pt>
                <c:pt idx="80833">
                  <c:v>45347.489583333343</c:v>
                </c:pt>
                <c:pt idx="80834">
                  <c:v>45406.959722222222</c:v>
                </c:pt>
                <c:pt idx="80835">
                  <c:v>45436.338194444441</c:v>
                </c:pt>
                <c:pt idx="80836">
                  <c:v>45510.224999999999</c:v>
                </c:pt>
                <c:pt idx="80837">
                  <c:v>45377.784722222219</c:v>
                </c:pt>
                <c:pt idx="80838">
                  <c:v>45741.533333333333</c:v>
                </c:pt>
                <c:pt idx="80839">
                  <c:v>45810.42291666667</c:v>
                </c:pt>
                <c:pt idx="80840">
                  <c:v>45929.745138888888</c:v>
                </c:pt>
                <c:pt idx="80841">
                  <c:v>45810.461805555547</c:v>
                </c:pt>
                <c:pt idx="80842">
                  <c:v>45788.836111111108</c:v>
                </c:pt>
                <c:pt idx="80843">
                  <c:v>45809.436111111107</c:v>
                </c:pt>
                <c:pt idx="80844">
                  <c:v>45814.754166666673</c:v>
                </c:pt>
                <c:pt idx="80845">
                  <c:v>45788.992361111108</c:v>
                </c:pt>
                <c:pt idx="80846">
                  <c:v>45880.711805555547</c:v>
                </c:pt>
                <c:pt idx="80847">
                  <c:v>45895.689583333333</c:v>
                </c:pt>
                <c:pt idx="80848">
                  <c:v>45880.711805555547</c:v>
                </c:pt>
                <c:pt idx="80849">
                  <c:v>45864.486805555563</c:v>
                </c:pt>
                <c:pt idx="80850">
                  <c:v>45788.992361111108</c:v>
                </c:pt>
                <c:pt idx="80851">
                  <c:v>45864.486805555563</c:v>
                </c:pt>
                <c:pt idx="80852">
                  <c:v>45986.686111111107</c:v>
                </c:pt>
                <c:pt idx="80853">
                  <c:v>45839.594444444447</c:v>
                </c:pt>
                <c:pt idx="80854">
                  <c:v>45917.636111111111</c:v>
                </c:pt>
                <c:pt idx="80855">
                  <c:v>45917.636111111111</c:v>
                </c:pt>
                <c:pt idx="80856">
                  <c:v>45944.379166666673</c:v>
                </c:pt>
                <c:pt idx="80857">
                  <c:v>45966.254861111112</c:v>
                </c:pt>
                <c:pt idx="80858">
                  <c:v>45966.254861111112</c:v>
                </c:pt>
                <c:pt idx="80859">
                  <c:v>45944.379166666673</c:v>
                </c:pt>
                <c:pt idx="80860">
                  <c:v>45986.686111111107</c:v>
                </c:pt>
                <c:pt idx="80861">
                  <c:v>45895.689583333333</c:v>
                </c:pt>
                <c:pt idx="80862">
                  <c:v>45839.594444444447</c:v>
                </c:pt>
                <c:pt idx="80863">
                  <c:v>45814.754166666673</c:v>
                </c:pt>
                <c:pt idx="80864">
                  <c:v>45994.499305555553</c:v>
                </c:pt>
                <c:pt idx="80865">
                  <c:v>45972.636805555558</c:v>
                </c:pt>
                <c:pt idx="80866">
                  <c:v>45972.636805555558</c:v>
                </c:pt>
                <c:pt idx="80867">
                  <c:v>45994.499305555553</c:v>
                </c:pt>
                <c:pt idx="80868">
                  <c:v>45384.046527777777</c:v>
                </c:pt>
                <c:pt idx="80869">
                  <c:v>45344.815972222219</c:v>
                </c:pt>
                <c:pt idx="80870">
                  <c:v>45294.551388888889</c:v>
                </c:pt>
                <c:pt idx="80871">
                  <c:v>45836.540277777778</c:v>
                </c:pt>
                <c:pt idx="80872">
                  <c:v>45682.443749999999</c:v>
                </c:pt>
                <c:pt idx="80873">
                  <c:v>45595.55972222222</c:v>
                </c:pt>
                <c:pt idx="80874">
                  <c:v>45907.44027777778</c:v>
                </c:pt>
                <c:pt idx="80875">
                  <c:v>45528.288888888892</c:v>
                </c:pt>
                <c:pt idx="80876">
                  <c:v>45742.390277777777</c:v>
                </c:pt>
                <c:pt idx="80877">
                  <c:v>45346.548611111109</c:v>
                </c:pt>
                <c:pt idx="80878">
                  <c:v>45386.805555555547</c:v>
                </c:pt>
                <c:pt idx="80879">
                  <c:v>45444.529166666667</c:v>
                </c:pt>
                <c:pt idx="80880">
                  <c:v>45322.747916666667</c:v>
                </c:pt>
                <c:pt idx="80881">
                  <c:v>45463.745138888888</c:v>
                </c:pt>
                <c:pt idx="80882">
                  <c:v>45535.886111111111</c:v>
                </c:pt>
                <c:pt idx="80883">
                  <c:v>45302.755555555559</c:v>
                </c:pt>
                <c:pt idx="80884">
                  <c:v>45503.706944444442</c:v>
                </c:pt>
                <c:pt idx="80885">
                  <c:v>45411.638888888891</c:v>
                </c:pt>
                <c:pt idx="80886">
                  <c:v>45384.57916666667</c:v>
                </c:pt>
                <c:pt idx="80887">
                  <c:v>45664.214583333327</c:v>
                </c:pt>
                <c:pt idx="80888">
                  <c:v>45944.39166666667</c:v>
                </c:pt>
                <c:pt idx="80889">
                  <c:v>45862.37222222222</c:v>
                </c:pt>
                <c:pt idx="80890">
                  <c:v>45750.595833333333</c:v>
                </c:pt>
                <c:pt idx="80891">
                  <c:v>45791.423611111109</c:v>
                </c:pt>
                <c:pt idx="80892">
                  <c:v>45979.453472222223</c:v>
                </c:pt>
                <c:pt idx="80893">
                  <c:v>45743.470833333333</c:v>
                </c:pt>
                <c:pt idx="80894">
                  <c:v>45915.773611111108</c:v>
                </c:pt>
                <c:pt idx="80895">
                  <c:v>45909.718055555553</c:v>
                </c:pt>
                <c:pt idx="80896">
                  <c:v>45960.670138888891</c:v>
                </c:pt>
                <c:pt idx="80897">
                  <c:v>45828.70208333333</c:v>
                </c:pt>
                <c:pt idx="80898">
                  <c:v>45889.818749999999</c:v>
                </c:pt>
                <c:pt idx="80899">
                  <c:v>45996.374305555553</c:v>
                </c:pt>
                <c:pt idx="80900">
                  <c:v>45936.438888888893</c:v>
                </c:pt>
                <c:pt idx="80901">
                  <c:v>45855.818749999999</c:v>
                </c:pt>
                <c:pt idx="80902">
                  <c:v>45860.26666666667</c:v>
                </c:pt>
                <c:pt idx="80903">
                  <c:v>45790.859027777777</c:v>
                </c:pt>
                <c:pt idx="80904">
                  <c:v>45927.272916666669</c:v>
                </c:pt>
                <c:pt idx="80905">
                  <c:v>45732.504166666673</c:v>
                </c:pt>
                <c:pt idx="80906">
                  <c:v>46010.783333333333</c:v>
                </c:pt>
                <c:pt idx="80907">
                  <c:v>45802.999305555553</c:v>
                </c:pt>
                <c:pt idx="80908">
                  <c:v>45989.404861111107</c:v>
                </c:pt>
                <c:pt idx="80909">
                  <c:v>45947.065972222219</c:v>
                </c:pt>
                <c:pt idx="80910">
                  <c:v>45918.378472222219</c:v>
                </c:pt>
                <c:pt idx="80911">
                  <c:v>45806.881249999999</c:v>
                </c:pt>
                <c:pt idx="80912">
                  <c:v>45782.690972222219</c:v>
                </c:pt>
                <c:pt idx="80913">
                  <c:v>46007.589583333327</c:v>
                </c:pt>
                <c:pt idx="80914">
                  <c:v>45964.776388888888</c:v>
                </c:pt>
                <c:pt idx="80915">
                  <c:v>45945.404861111107</c:v>
                </c:pt>
                <c:pt idx="80916">
                  <c:v>45918.357638888891</c:v>
                </c:pt>
                <c:pt idx="80917">
                  <c:v>45853.717361111107</c:v>
                </c:pt>
                <c:pt idx="80918">
                  <c:v>45879.520833333343</c:v>
                </c:pt>
                <c:pt idx="80919">
                  <c:v>45448.696527777778</c:v>
                </c:pt>
                <c:pt idx="80920">
                  <c:v>45871.579861111109</c:v>
                </c:pt>
                <c:pt idx="80921">
                  <c:v>45922.640277777777</c:v>
                </c:pt>
                <c:pt idx="80922">
                  <c:v>45893.756944444453</c:v>
                </c:pt>
                <c:pt idx="80923">
                  <c:v>46021.548611111109</c:v>
                </c:pt>
                <c:pt idx="80924">
                  <c:v>45795.618055555547</c:v>
                </c:pt>
                <c:pt idx="80925">
                  <c:v>45781.666666666657</c:v>
                </c:pt>
                <c:pt idx="80926">
                  <c:v>45872.331250000003</c:v>
                </c:pt>
                <c:pt idx="80927">
                  <c:v>45926.570138888892</c:v>
                </c:pt>
                <c:pt idx="80928">
                  <c:v>45843.365972222222</c:v>
                </c:pt>
                <c:pt idx="80929">
                  <c:v>45790.53402777778</c:v>
                </c:pt>
                <c:pt idx="80930">
                  <c:v>45900.657638888893</c:v>
                </c:pt>
                <c:pt idx="80931">
                  <c:v>45582.741666666669</c:v>
                </c:pt>
                <c:pt idx="80932">
                  <c:v>45994.252083333333</c:v>
                </c:pt>
                <c:pt idx="80933">
                  <c:v>45806.771527777782</c:v>
                </c:pt>
                <c:pt idx="80934">
                  <c:v>45511.746527777781</c:v>
                </c:pt>
                <c:pt idx="80935">
                  <c:v>45303.818749999999</c:v>
                </c:pt>
                <c:pt idx="80936">
                  <c:v>45651.508333333331</c:v>
                </c:pt>
                <c:pt idx="80937">
                  <c:v>45311.047222222223</c:v>
                </c:pt>
                <c:pt idx="80938">
                  <c:v>45688.379861111112</c:v>
                </c:pt>
                <c:pt idx="80939">
                  <c:v>45692.636111111111</c:v>
                </c:pt>
                <c:pt idx="80940">
                  <c:v>45931.333333333343</c:v>
                </c:pt>
                <c:pt idx="80941">
                  <c:v>45895.482638888891</c:v>
                </c:pt>
                <c:pt idx="80942">
                  <c:v>46005.478472222218</c:v>
                </c:pt>
                <c:pt idx="80943">
                  <c:v>45795.436805555553</c:v>
                </c:pt>
                <c:pt idx="80944">
                  <c:v>45778.438194444447</c:v>
                </c:pt>
                <c:pt idx="80945">
                  <c:v>45294.793749999997</c:v>
                </c:pt>
                <c:pt idx="80946">
                  <c:v>45322.97152777778</c:v>
                </c:pt>
                <c:pt idx="80947">
                  <c:v>45396.808333333327</c:v>
                </c:pt>
                <c:pt idx="80948">
                  <c:v>45453.664583333331</c:v>
                </c:pt>
                <c:pt idx="80949">
                  <c:v>45425.61041666667</c:v>
                </c:pt>
                <c:pt idx="80950">
                  <c:v>45365.750694444447</c:v>
                </c:pt>
                <c:pt idx="80951">
                  <c:v>45552.513888888891</c:v>
                </c:pt>
                <c:pt idx="80952">
                  <c:v>45516.472222222219</c:v>
                </c:pt>
                <c:pt idx="80953">
                  <c:v>45540.620833333327</c:v>
                </c:pt>
                <c:pt idx="80954">
                  <c:v>45425.26666666667</c:v>
                </c:pt>
                <c:pt idx="80955">
                  <c:v>45448.544444444437</c:v>
                </c:pt>
                <c:pt idx="80956">
                  <c:v>45363.491666666669</c:v>
                </c:pt>
                <c:pt idx="80957">
                  <c:v>45516.472222222219</c:v>
                </c:pt>
                <c:pt idx="80958">
                  <c:v>45543.711111111108</c:v>
                </c:pt>
                <c:pt idx="80959">
                  <c:v>45573.723611111112</c:v>
                </c:pt>
                <c:pt idx="80960">
                  <c:v>45431.75</c:v>
                </c:pt>
                <c:pt idx="80961">
                  <c:v>45524.761805555558</c:v>
                </c:pt>
                <c:pt idx="80962">
                  <c:v>45575.445138888892</c:v>
                </c:pt>
                <c:pt idx="80963">
                  <c:v>45504.762499999997</c:v>
                </c:pt>
                <c:pt idx="80964">
                  <c:v>45433.727083333331</c:v>
                </c:pt>
                <c:pt idx="80965">
                  <c:v>45475.713888888888</c:v>
                </c:pt>
                <c:pt idx="80966">
                  <c:v>45448.51666666667</c:v>
                </c:pt>
                <c:pt idx="80967">
                  <c:v>45872.857638888891</c:v>
                </c:pt>
                <c:pt idx="80968">
                  <c:v>45828.494444444441</c:v>
                </c:pt>
                <c:pt idx="80969">
                  <c:v>45876.638888888891</c:v>
                </c:pt>
                <c:pt idx="80970">
                  <c:v>45798.534722222219</c:v>
                </c:pt>
                <c:pt idx="80971">
                  <c:v>45563.594444444447</c:v>
                </c:pt>
                <c:pt idx="80972">
                  <c:v>45987.759027777778</c:v>
                </c:pt>
                <c:pt idx="80973">
                  <c:v>46003.703472222223</c:v>
                </c:pt>
                <c:pt idx="80974">
                  <c:v>45982.678472222222</c:v>
                </c:pt>
                <c:pt idx="80975">
                  <c:v>45934.527083333327</c:v>
                </c:pt>
                <c:pt idx="80976">
                  <c:v>46015.679166666669</c:v>
                </c:pt>
                <c:pt idx="80977">
                  <c:v>45944.709027777782</c:v>
                </c:pt>
                <c:pt idx="80978">
                  <c:v>45955.680555555547</c:v>
                </c:pt>
                <c:pt idx="80979">
                  <c:v>45970.791666666657</c:v>
                </c:pt>
                <c:pt idx="80980">
                  <c:v>45975.694444444453</c:v>
                </c:pt>
                <c:pt idx="80981">
                  <c:v>45572.425694444442</c:v>
                </c:pt>
                <c:pt idx="80982">
                  <c:v>45526.649305555547</c:v>
                </c:pt>
                <c:pt idx="80983">
                  <c:v>45484.86041666667</c:v>
                </c:pt>
                <c:pt idx="80984">
                  <c:v>45365.515972222223</c:v>
                </c:pt>
                <c:pt idx="80985">
                  <c:v>45315.393750000003</c:v>
                </c:pt>
                <c:pt idx="80986">
                  <c:v>45297.752083333333</c:v>
                </c:pt>
                <c:pt idx="80987">
                  <c:v>45617.36041666667</c:v>
                </c:pt>
                <c:pt idx="80988">
                  <c:v>45600.606944444437</c:v>
                </c:pt>
                <c:pt idx="80989">
                  <c:v>45799.32708333333</c:v>
                </c:pt>
                <c:pt idx="80990">
                  <c:v>45986.402083333327</c:v>
                </c:pt>
                <c:pt idx="80991">
                  <c:v>45882.570138888892</c:v>
                </c:pt>
                <c:pt idx="80992">
                  <c:v>45729.302083333343</c:v>
                </c:pt>
                <c:pt idx="80993">
                  <c:v>45830.917361111111</c:v>
                </c:pt>
                <c:pt idx="80994">
                  <c:v>45939.724999999999</c:v>
                </c:pt>
                <c:pt idx="80995">
                  <c:v>45773.368750000001</c:v>
                </c:pt>
                <c:pt idx="80996">
                  <c:v>45593.777083333327</c:v>
                </c:pt>
                <c:pt idx="80997">
                  <c:v>45847.611111111109</c:v>
                </c:pt>
                <c:pt idx="80998">
                  <c:v>45405.758333333331</c:v>
                </c:pt>
                <c:pt idx="80999">
                  <c:v>45365.474305555559</c:v>
                </c:pt>
                <c:pt idx="81000">
                  <c:v>45357.46875</c:v>
                </c:pt>
                <c:pt idx="81001">
                  <c:v>45959.392361111109</c:v>
                </c:pt>
                <c:pt idx="81002">
                  <c:v>45296.519444444442</c:v>
                </c:pt>
                <c:pt idx="81003">
                  <c:v>45706.634722222218</c:v>
                </c:pt>
                <c:pt idx="81004">
                  <c:v>45573.423611111109</c:v>
                </c:pt>
                <c:pt idx="81005">
                  <c:v>45977.856249999997</c:v>
                </c:pt>
                <c:pt idx="81006">
                  <c:v>46005.871527777781</c:v>
                </c:pt>
                <c:pt idx="81007">
                  <c:v>45960.905555555553</c:v>
                </c:pt>
                <c:pt idx="81008">
                  <c:v>45718.635416666657</c:v>
                </c:pt>
                <c:pt idx="81009">
                  <c:v>45826.39166666667</c:v>
                </c:pt>
                <c:pt idx="81010">
                  <c:v>46007.416666666657</c:v>
                </c:pt>
                <c:pt idx="81011">
                  <c:v>45923.449305555558</c:v>
                </c:pt>
                <c:pt idx="81012">
                  <c:v>45488.515277777777</c:v>
                </c:pt>
                <c:pt idx="81013">
                  <c:v>45839.719444444447</c:v>
                </c:pt>
                <c:pt idx="81014">
                  <c:v>45544.673611111109</c:v>
                </c:pt>
                <c:pt idx="81015">
                  <c:v>45909.522916666669</c:v>
                </c:pt>
                <c:pt idx="81016">
                  <c:v>45474.799305555563</c:v>
                </c:pt>
                <c:pt idx="81017">
                  <c:v>45573.597916666673</c:v>
                </c:pt>
                <c:pt idx="81018">
                  <c:v>45721.488888888889</c:v>
                </c:pt>
                <c:pt idx="81019">
                  <c:v>45546.423611111109</c:v>
                </c:pt>
                <c:pt idx="81020">
                  <c:v>45740.381944444453</c:v>
                </c:pt>
                <c:pt idx="81021">
                  <c:v>45626.886805555558</c:v>
                </c:pt>
                <c:pt idx="81022">
                  <c:v>45754.506944444453</c:v>
                </c:pt>
                <c:pt idx="81023">
                  <c:v>45540.470833333333</c:v>
                </c:pt>
                <c:pt idx="81024">
                  <c:v>45667.392361111109</c:v>
                </c:pt>
                <c:pt idx="81025">
                  <c:v>45572.520138888889</c:v>
                </c:pt>
                <c:pt idx="81026">
                  <c:v>45614.455555555563</c:v>
                </c:pt>
                <c:pt idx="81027">
                  <c:v>45644.352777777778</c:v>
                </c:pt>
                <c:pt idx="81028">
                  <c:v>45559.833333333343</c:v>
                </c:pt>
                <c:pt idx="81029">
                  <c:v>45698.509027777778</c:v>
                </c:pt>
                <c:pt idx="81030">
                  <c:v>45780.857638888891</c:v>
                </c:pt>
                <c:pt idx="81031">
                  <c:v>45952.520138888889</c:v>
                </c:pt>
                <c:pt idx="81032">
                  <c:v>45828.381249999999</c:v>
                </c:pt>
                <c:pt idx="81033">
                  <c:v>45754.747916666667</c:v>
                </c:pt>
                <c:pt idx="81034">
                  <c:v>45881.773611111108</c:v>
                </c:pt>
                <c:pt idx="81035">
                  <c:v>45571.625</c:v>
                </c:pt>
                <c:pt idx="81036">
                  <c:v>45895.632638888892</c:v>
                </c:pt>
                <c:pt idx="81037">
                  <c:v>45961.759722222218</c:v>
                </c:pt>
                <c:pt idx="81038">
                  <c:v>45671.590277777781</c:v>
                </c:pt>
                <c:pt idx="81039">
                  <c:v>45697.546527777777</c:v>
                </c:pt>
                <c:pt idx="81040">
                  <c:v>45631.390972222223</c:v>
                </c:pt>
                <c:pt idx="81041">
                  <c:v>45819.611805555563</c:v>
                </c:pt>
                <c:pt idx="81042">
                  <c:v>45557.372916666667</c:v>
                </c:pt>
                <c:pt idx="81043">
                  <c:v>45738.537499999999</c:v>
                </c:pt>
                <c:pt idx="81044">
                  <c:v>45899.720833333333</c:v>
                </c:pt>
                <c:pt idx="81045">
                  <c:v>45960.910416666673</c:v>
                </c:pt>
                <c:pt idx="81046">
                  <c:v>45852.887499999997</c:v>
                </c:pt>
                <c:pt idx="81047">
                  <c:v>45834.881249999999</c:v>
                </c:pt>
                <c:pt idx="81048">
                  <c:v>45899.720833333333</c:v>
                </c:pt>
                <c:pt idx="81049">
                  <c:v>45870.634027777778</c:v>
                </c:pt>
                <c:pt idx="81050">
                  <c:v>45924.161805555559</c:v>
                </c:pt>
                <c:pt idx="81051">
                  <c:v>45834.881249999999</c:v>
                </c:pt>
                <c:pt idx="81052">
                  <c:v>45960.910416666673</c:v>
                </c:pt>
                <c:pt idx="81053">
                  <c:v>45885.984027777777</c:v>
                </c:pt>
                <c:pt idx="81054">
                  <c:v>45885.984027777777</c:v>
                </c:pt>
                <c:pt idx="81055">
                  <c:v>45924.161805555559</c:v>
                </c:pt>
                <c:pt idx="81056">
                  <c:v>45852.887499999997</c:v>
                </c:pt>
                <c:pt idx="81057">
                  <c:v>45870.634027777778</c:v>
                </c:pt>
                <c:pt idx="81058">
                  <c:v>45307.48541666667</c:v>
                </c:pt>
                <c:pt idx="81059">
                  <c:v>45498.481944444437</c:v>
                </c:pt>
                <c:pt idx="81060">
                  <c:v>45453.592361111107</c:v>
                </c:pt>
                <c:pt idx="81061">
                  <c:v>45664.377083333333</c:v>
                </c:pt>
                <c:pt idx="81062">
                  <c:v>45543.390277777777</c:v>
                </c:pt>
                <c:pt idx="81063">
                  <c:v>45559.57708333333</c:v>
                </c:pt>
                <c:pt idx="81064">
                  <c:v>45696.481249999997</c:v>
                </c:pt>
                <c:pt idx="81065">
                  <c:v>45352.431250000001</c:v>
                </c:pt>
                <c:pt idx="81066">
                  <c:v>45850.779166666667</c:v>
                </c:pt>
                <c:pt idx="81067">
                  <c:v>45989.43472222222</c:v>
                </c:pt>
                <c:pt idx="81068">
                  <c:v>45967.70416666667</c:v>
                </c:pt>
                <c:pt idx="81069">
                  <c:v>45972.520138888889</c:v>
                </c:pt>
                <c:pt idx="81070">
                  <c:v>45885.510416666657</c:v>
                </c:pt>
                <c:pt idx="81071">
                  <c:v>45912.797222222223</c:v>
                </c:pt>
                <c:pt idx="81072">
                  <c:v>45806.722222222219</c:v>
                </c:pt>
                <c:pt idx="81073">
                  <c:v>45868.720833333333</c:v>
                </c:pt>
                <c:pt idx="81074">
                  <c:v>45349.770138888889</c:v>
                </c:pt>
                <c:pt idx="81075">
                  <c:v>45320.708333333343</c:v>
                </c:pt>
                <c:pt idx="81076">
                  <c:v>45293.741666666669</c:v>
                </c:pt>
                <c:pt idx="81077">
                  <c:v>45412.866666666669</c:v>
                </c:pt>
                <c:pt idx="81078">
                  <c:v>45482.791666666657</c:v>
                </c:pt>
                <c:pt idx="81079">
                  <c:v>45543.025694444441</c:v>
                </c:pt>
                <c:pt idx="81080">
                  <c:v>45889.034722222219</c:v>
                </c:pt>
                <c:pt idx="81081">
                  <c:v>45841.963888888888</c:v>
                </c:pt>
                <c:pt idx="81082">
                  <c:v>45999.636805555558</c:v>
                </c:pt>
                <c:pt idx="81083">
                  <c:v>45989.895833333343</c:v>
                </c:pt>
                <c:pt idx="81084">
                  <c:v>45992.626388888893</c:v>
                </c:pt>
                <c:pt idx="81085">
                  <c:v>45671.575694444437</c:v>
                </c:pt>
                <c:pt idx="81086">
                  <c:v>45325.665972222218</c:v>
                </c:pt>
                <c:pt idx="81087">
                  <c:v>45603.543055555558</c:v>
                </c:pt>
                <c:pt idx="81088">
                  <c:v>45376.474305555559</c:v>
                </c:pt>
                <c:pt idx="81089">
                  <c:v>45468.634027777778</c:v>
                </c:pt>
                <c:pt idx="81090">
                  <c:v>45502.807638888888</c:v>
                </c:pt>
                <c:pt idx="81091">
                  <c:v>45326.676388888889</c:v>
                </c:pt>
                <c:pt idx="81092">
                  <c:v>45361.330555555563</c:v>
                </c:pt>
                <c:pt idx="81093">
                  <c:v>45461.522916666669</c:v>
                </c:pt>
                <c:pt idx="81094">
                  <c:v>45454.306250000001</c:v>
                </c:pt>
                <c:pt idx="81095">
                  <c:v>45426.638888888891</c:v>
                </c:pt>
                <c:pt idx="81096">
                  <c:v>45342.924305555563</c:v>
                </c:pt>
                <c:pt idx="81097">
                  <c:v>45440.313194444447</c:v>
                </c:pt>
                <c:pt idx="81098">
                  <c:v>45555.328472222223</c:v>
                </c:pt>
                <c:pt idx="81099">
                  <c:v>45540.324999999997</c:v>
                </c:pt>
                <c:pt idx="81100">
                  <c:v>45513.376388888893</c:v>
                </c:pt>
                <c:pt idx="81101">
                  <c:v>45411.002083333333</c:v>
                </c:pt>
                <c:pt idx="81102">
                  <c:v>45307.170138888891</c:v>
                </c:pt>
                <c:pt idx="81103">
                  <c:v>45476.432638888888</c:v>
                </c:pt>
                <c:pt idx="81104">
                  <c:v>45530.321527777778</c:v>
                </c:pt>
                <c:pt idx="81105">
                  <c:v>45918.759027777778</c:v>
                </c:pt>
                <c:pt idx="81106">
                  <c:v>45625.638194444437</c:v>
                </c:pt>
                <c:pt idx="81107">
                  <c:v>45898.911111111112</c:v>
                </c:pt>
                <c:pt idx="81108">
                  <c:v>45812.60833333333</c:v>
                </c:pt>
                <c:pt idx="81109">
                  <c:v>45481.698611111111</c:v>
                </c:pt>
                <c:pt idx="81110">
                  <c:v>45856.561805555553</c:v>
                </c:pt>
                <c:pt idx="81111">
                  <c:v>45930.465277777781</c:v>
                </c:pt>
                <c:pt idx="81112">
                  <c:v>45995.669444444437</c:v>
                </c:pt>
                <c:pt idx="81113">
                  <c:v>45990.515972222223</c:v>
                </c:pt>
                <c:pt idx="81114">
                  <c:v>45840.510416666657</c:v>
                </c:pt>
                <c:pt idx="81115">
                  <c:v>45796.5</c:v>
                </c:pt>
                <c:pt idx="81116">
                  <c:v>45625.37777777778</c:v>
                </c:pt>
                <c:pt idx="81117">
                  <c:v>45789.790277777778</c:v>
                </c:pt>
                <c:pt idx="81118">
                  <c:v>45405.361805555563</c:v>
                </c:pt>
                <c:pt idx="81119">
                  <c:v>45339.642361111109</c:v>
                </c:pt>
                <c:pt idx="81120">
                  <c:v>45834.652083333327</c:v>
                </c:pt>
                <c:pt idx="81121">
                  <c:v>46004.493055555547</c:v>
                </c:pt>
                <c:pt idx="81122">
                  <c:v>45913.135416666657</c:v>
                </c:pt>
                <c:pt idx="81123">
                  <c:v>45947.058333333327</c:v>
                </c:pt>
                <c:pt idx="81124">
                  <c:v>45851.05</c:v>
                </c:pt>
                <c:pt idx="81125">
                  <c:v>45889.637499999997</c:v>
                </c:pt>
                <c:pt idx="81126">
                  <c:v>45879.794444444437</c:v>
                </c:pt>
                <c:pt idx="81127">
                  <c:v>45887.473611111112</c:v>
                </c:pt>
                <c:pt idx="81128">
                  <c:v>45959.306250000001</c:v>
                </c:pt>
                <c:pt idx="81129">
                  <c:v>45981.012499999997</c:v>
                </c:pt>
                <c:pt idx="81130">
                  <c:v>45372.338194444441</c:v>
                </c:pt>
                <c:pt idx="81131">
                  <c:v>45920.811805555553</c:v>
                </c:pt>
                <c:pt idx="81132">
                  <c:v>45457.468055555553</c:v>
                </c:pt>
                <c:pt idx="81133">
                  <c:v>45624.401388888888</c:v>
                </c:pt>
                <c:pt idx="81134">
                  <c:v>45920.811805555553</c:v>
                </c:pt>
                <c:pt idx="81135">
                  <c:v>45457.468055555553</c:v>
                </c:pt>
                <c:pt idx="81136">
                  <c:v>45624.401388888888</c:v>
                </c:pt>
                <c:pt idx="81137">
                  <c:v>45766.698611111111</c:v>
                </c:pt>
                <c:pt idx="81138">
                  <c:v>45827.408333333333</c:v>
                </c:pt>
                <c:pt idx="81139">
                  <c:v>45827.408333333333</c:v>
                </c:pt>
                <c:pt idx="81140">
                  <c:v>45768.836111111108</c:v>
                </c:pt>
                <c:pt idx="81141">
                  <c:v>46006.065972222219</c:v>
                </c:pt>
                <c:pt idx="81142">
                  <c:v>46014.404166666667</c:v>
                </c:pt>
                <c:pt idx="81143">
                  <c:v>46014.404166666667</c:v>
                </c:pt>
                <c:pt idx="81144">
                  <c:v>45768.836111111108</c:v>
                </c:pt>
                <c:pt idx="81145">
                  <c:v>46006.065972222219</c:v>
                </c:pt>
                <c:pt idx="81146">
                  <c:v>45372.338194444441</c:v>
                </c:pt>
                <c:pt idx="81147">
                  <c:v>45766.698611111111</c:v>
                </c:pt>
                <c:pt idx="81148">
                  <c:v>45810.913888888892</c:v>
                </c:pt>
                <c:pt idx="81149">
                  <c:v>45966.904861111107</c:v>
                </c:pt>
                <c:pt idx="81150">
                  <c:v>45997.918055555558</c:v>
                </c:pt>
                <c:pt idx="81151">
                  <c:v>45820.911111111112</c:v>
                </c:pt>
                <c:pt idx="81152">
                  <c:v>45938.867361111108</c:v>
                </c:pt>
                <c:pt idx="81153">
                  <c:v>45794.590277777781</c:v>
                </c:pt>
                <c:pt idx="81154">
                  <c:v>45601.332638888889</c:v>
                </c:pt>
                <c:pt idx="81155">
                  <c:v>45707.669444444437</c:v>
                </c:pt>
                <c:pt idx="81156">
                  <c:v>45458.547222222223</c:v>
                </c:pt>
                <c:pt idx="81157">
                  <c:v>45719.706944444442</c:v>
                </c:pt>
                <c:pt idx="81158">
                  <c:v>45296.415277777778</c:v>
                </c:pt>
                <c:pt idx="81159">
                  <c:v>45365.602083333331</c:v>
                </c:pt>
                <c:pt idx="81160">
                  <c:v>45532.529166666667</c:v>
                </c:pt>
                <c:pt idx="81161">
                  <c:v>45377.696527777778</c:v>
                </c:pt>
                <c:pt idx="81162">
                  <c:v>45663.736805555563</c:v>
                </c:pt>
                <c:pt idx="81163">
                  <c:v>45430.980555555558</c:v>
                </c:pt>
                <c:pt idx="81164">
                  <c:v>45868.790972222218</c:v>
                </c:pt>
                <c:pt idx="81165">
                  <c:v>45343.86041666667</c:v>
                </c:pt>
                <c:pt idx="81166">
                  <c:v>45868.782638888893</c:v>
                </c:pt>
                <c:pt idx="81167">
                  <c:v>45906.89166666667</c:v>
                </c:pt>
                <c:pt idx="81168">
                  <c:v>45983.531944444447</c:v>
                </c:pt>
                <c:pt idx="81169">
                  <c:v>45964.859722222223</c:v>
                </c:pt>
                <c:pt idx="81170">
                  <c:v>45999.453472222223</c:v>
                </c:pt>
                <c:pt idx="81171">
                  <c:v>45944.849305555559</c:v>
                </c:pt>
                <c:pt idx="81172">
                  <c:v>45446.569444444453</c:v>
                </c:pt>
                <c:pt idx="81173">
                  <c:v>45821.425694444442</c:v>
                </c:pt>
                <c:pt idx="81174">
                  <c:v>45821.425694444442</c:v>
                </c:pt>
                <c:pt idx="81175">
                  <c:v>45446.569444444453</c:v>
                </c:pt>
                <c:pt idx="81176">
                  <c:v>45600.410416666673</c:v>
                </c:pt>
                <c:pt idx="81177">
                  <c:v>45637.496527777781</c:v>
                </c:pt>
                <c:pt idx="81178">
                  <c:v>45498.442361111112</c:v>
                </c:pt>
                <c:pt idx="81179">
                  <c:v>45579.711805555547</c:v>
                </c:pt>
                <c:pt idx="81180">
                  <c:v>45394.662499999999</c:v>
                </c:pt>
                <c:pt idx="81181">
                  <c:v>45299.517361111109</c:v>
                </c:pt>
                <c:pt idx="81182">
                  <c:v>45529.822916666657</c:v>
                </c:pt>
                <c:pt idx="81183">
                  <c:v>45607.408333333333</c:v>
                </c:pt>
                <c:pt idx="81184">
                  <c:v>45483.660416666673</c:v>
                </c:pt>
                <c:pt idx="81185">
                  <c:v>45664.908333333333</c:v>
                </c:pt>
                <c:pt idx="81186">
                  <c:v>45509.743055555547</c:v>
                </c:pt>
                <c:pt idx="81187">
                  <c:v>45860.817361111112</c:v>
                </c:pt>
                <c:pt idx="81188">
                  <c:v>45836.484027777777</c:v>
                </c:pt>
                <c:pt idx="81189">
                  <c:v>45921.754166666673</c:v>
                </c:pt>
                <c:pt idx="81190">
                  <c:v>45932.773611111108</c:v>
                </c:pt>
                <c:pt idx="81191">
                  <c:v>45884.478472222218</c:v>
                </c:pt>
                <c:pt idx="81192">
                  <c:v>45915.71597222222</c:v>
                </c:pt>
                <c:pt idx="81193">
                  <c:v>45827.460416666669</c:v>
                </c:pt>
                <c:pt idx="81194">
                  <c:v>45947.540277777778</c:v>
                </c:pt>
                <c:pt idx="81195">
                  <c:v>45854.367361111108</c:v>
                </c:pt>
                <c:pt idx="81196">
                  <c:v>45437.716666666667</c:v>
                </c:pt>
                <c:pt idx="81197">
                  <c:v>45956.90902777778</c:v>
                </c:pt>
                <c:pt idx="81198">
                  <c:v>45947.143055555563</c:v>
                </c:pt>
                <c:pt idx="81199">
                  <c:v>46022.612500000003</c:v>
                </c:pt>
                <c:pt idx="81200">
                  <c:v>45990.524305555547</c:v>
                </c:pt>
                <c:pt idx="81201">
                  <c:v>45970.886805555558</c:v>
                </c:pt>
                <c:pt idx="81202">
                  <c:v>46009.450694444437</c:v>
                </c:pt>
                <c:pt idx="81203">
                  <c:v>45593.571527777778</c:v>
                </c:pt>
                <c:pt idx="81204">
                  <c:v>45902.712500000001</c:v>
                </c:pt>
                <c:pt idx="81205">
                  <c:v>45978.604166666657</c:v>
                </c:pt>
                <c:pt idx="81206">
                  <c:v>45982.463888888888</c:v>
                </c:pt>
                <c:pt idx="81207">
                  <c:v>45708.373611111107</c:v>
                </c:pt>
                <c:pt idx="81208">
                  <c:v>45642.45208333333</c:v>
                </c:pt>
                <c:pt idx="81209">
                  <c:v>45785.445833333331</c:v>
                </c:pt>
                <c:pt idx="81210">
                  <c:v>45810.503472222219</c:v>
                </c:pt>
                <c:pt idx="81211">
                  <c:v>45834.632638888892</c:v>
                </c:pt>
                <c:pt idx="81212">
                  <c:v>45905.44027777778</c:v>
                </c:pt>
                <c:pt idx="81213">
                  <c:v>45709.383333333331</c:v>
                </c:pt>
                <c:pt idx="81214">
                  <c:v>45875.747916666667</c:v>
                </c:pt>
                <c:pt idx="81215">
                  <c:v>45746.863194444442</c:v>
                </c:pt>
                <c:pt idx="81216">
                  <c:v>45494.723611111112</c:v>
                </c:pt>
                <c:pt idx="81217">
                  <c:v>45679.715277777781</c:v>
                </c:pt>
                <c:pt idx="81218">
                  <c:v>45672.804861111108</c:v>
                </c:pt>
                <c:pt idx="81219">
                  <c:v>45949.643750000003</c:v>
                </c:pt>
                <c:pt idx="81220">
                  <c:v>45733.519444444442</c:v>
                </c:pt>
                <c:pt idx="81221">
                  <c:v>45975.448611111111</c:v>
                </c:pt>
                <c:pt idx="81222">
                  <c:v>46018.511111111111</c:v>
                </c:pt>
                <c:pt idx="81223">
                  <c:v>45997.938194444447</c:v>
                </c:pt>
                <c:pt idx="81224">
                  <c:v>46023.741666666669</c:v>
                </c:pt>
                <c:pt idx="81225">
                  <c:v>45814.447222222218</c:v>
                </c:pt>
                <c:pt idx="81226">
                  <c:v>45860.744444444441</c:v>
                </c:pt>
                <c:pt idx="81227">
                  <c:v>45984.612500000003</c:v>
                </c:pt>
                <c:pt idx="81228">
                  <c:v>45787.626388888893</c:v>
                </c:pt>
                <c:pt idx="81229">
                  <c:v>45901.581250000003</c:v>
                </c:pt>
                <c:pt idx="81230">
                  <c:v>45744.43472222222</c:v>
                </c:pt>
                <c:pt idx="81231">
                  <c:v>45795.867361111108</c:v>
                </c:pt>
                <c:pt idx="81232">
                  <c:v>45697.847916666673</c:v>
                </c:pt>
                <c:pt idx="81233">
                  <c:v>45654.958333333343</c:v>
                </c:pt>
                <c:pt idx="81234">
                  <c:v>45841.156944444447</c:v>
                </c:pt>
                <c:pt idx="81235">
                  <c:v>45864.087500000001</c:v>
                </c:pt>
                <c:pt idx="81236">
                  <c:v>45789.656944444447</c:v>
                </c:pt>
                <c:pt idx="81237">
                  <c:v>46007.790972222218</c:v>
                </c:pt>
                <c:pt idx="81238">
                  <c:v>45928.899305555547</c:v>
                </c:pt>
                <c:pt idx="81239">
                  <c:v>45747.533333333333</c:v>
                </c:pt>
                <c:pt idx="81240">
                  <c:v>45627.112500000003</c:v>
                </c:pt>
                <c:pt idx="81241">
                  <c:v>45790.418749999997</c:v>
                </c:pt>
                <c:pt idx="81242">
                  <c:v>45598.722916666673</c:v>
                </c:pt>
                <c:pt idx="81243">
                  <c:v>45356.950694444437</c:v>
                </c:pt>
                <c:pt idx="81244">
                  <c:v>45998.931944444441</c:v>
                </c:pt>
                <c:pt idx="81245">
                  <c:v>45809.556250000001</c:v>
                </c:pt>
                <c:pt idx="81246">
                  <c:v>45756.565972222219</c:v>
                </c:pt>
                <c:pt idx="81247">
                  <c:v>45839.995833333327</c:v>
                </c:pt>
                <c:pt idx="81248">
                  <c:v>45704.852777777778</c:v>
                </c:pt>
                <c:pt idx="81249">
                  <c:v>46020.474999999999</c:v>
                </c:pt>
                <c:pt idx="81250">
                  <c:v>45876.512499999997</c:v>
                </c:pt>
                <c:pt idx="81251">
                  <c:v>45744.637499999997</c:v>
                </c:pt>
                <c:pt idx="81252">
                  <c:v>45895.649305555547</c:v>
                </c:pt>
                <c:pt idx="81253">
                  <c:v>45791.833333333343</c:v>
                </c:pt>
                <c:pt idx="81254">
                  <c:v>45982.572222222218</c:v>
                </c:pt>
                <c:pt idx="81255">
                  <c:v>45727.67083333333</c:v>
                </c:pt>
                <c:pt idx="81256">
                  <c:v>45700.454861111109</c:v>
                </c:pt>
                <c:pt idx="81257">
                  <c:v>45852.425000000003</c:v>
                </c:pt>
                <c:pt idx="81258">
                  <c:v>45827.692361111112</c:v>
                </c:pt>
                <c:pt idx="81259">
                  <c:v>45950.461111111108</c:v>
                </c:pt>
                <c:pt idx="81260">
                  <c:v>45521.602083333331</c:v>
                </c:pt>
                <c:pt idx="81261">
                  <c:v>45654.815972222219</c:v>
                </c:pt>
                <c:pt idx="81262">
                  <c:v>45850.595138888893</c:v>
                </c:pt>
                <c:pt idx="81263">
                  <c:v>45600.915277777778</c:v>
                </c:pt>
                <c:pt idx="81264">
                  <c:v>45605.894444444442</c:v>
                </c:pt>
                <c:pt idx="81265">
                  <c:v>45639.945138888892</c:v>
                </c:pt>
                <c:pt idx="81266">
                  <c:v>45908.011111111111</c:v>
                </c:pt>
                <c:pt idx="81267">
                  <c:v>46005.752083333333</c:v>
                </c:pt>
                <c:pt idx="81268">
                  <c:v>45830.979166666657</c:v>
                </c:pt>
                <c:pt idx="81269">
                  <c:v>45887.958333333343</c:v>
                </c:pt>
                <c:pt idx="81270">
                  <c:v>45959.896527777782</c:v>
                </c:pt>
                <c:pt idx="81271">
                  <c:v>45953.625694444447</c:v>
                </c:pt>
                <c:pt idx="81272">
                  <c:v>45777.895833333343</c:v>
                </c:pt>
                <c:pt idx="81273">
                  <c:v>45953.625694444447</c:v>
                </c:pt>
                <c:pt idx="81274">
                  <c:v>45777.895833333343</c:v>
                </c:pt>
                <c:pt idx="81275">
                  <c:v>45766.652777777781</c:v>
                </c:pt>
                <c:pt idx="81276">
                  <c:v>45821.54583333333</c:v>
                </c:pt>
                <c:pt idx="81277">
                  <c:v>45965.707638888889</c:v>
                </c:pt>
                <c:pt idx="81278">
                  <c:v>45999.811805555553</c:v>
                </c:pt>
                <c:pt idx="81279">
                  <c:v>45895.702777777777</c:v>
                </c:pt>
                <c:pt idx="81280">
                  <c:v>45931.842361111107</c:v>
                </c:pt>
                <c:pt idx="81281">
                  <c:v>45861.760416666657</c:v>
                </c:pt>
                <c:pt idx="81282">
                  <c:v>45807.363888888889</c:v>
                </c:pt>
                <c:pt idx="81283">
                  <c:v>45780.495138888888</c:v>
                </c:pt>
                <c:pt idx="81284">
                  <c:v>45438.604861111111</c:v>
                </c:pt>
                <c:pt idx="81285">
                  <c:v>45633.431944444441</c:v>
                </c:pt>
                <c:pt idx="81286">
                  <c:v>45483.736805555563</c:v>
                </c:pt>
                <c:pt idx="81287">
                  <c:v>45584.340277777781</c:v>
                </c:pt>
                <c:pt idx="81288">
                  <c:v>45898.463888888888</c:v>
                </c:pt>
                <c:pt idx="81289">
                  <c:v>45664.800694444442</c:v>
                </c:pt>
                <c:pt idx="81290">
                  <c:v>45956.457638888889</c:v>
                </c:pt>
                <c:pt idx="81291">
                  <c:v>45936.800000000003</c:v>
                </c:pt>
                <c:pt idx="81292">
                  <c:v>45655.572222222218</c:v>
                </c:pt>
                <c:pt idx="81293">
                  <c:v>45804.78125</c:v>
                </c:pt>
                <c:pt idx="81294">
                  <c:v>45993.741666666669</c:v>
                </c:pt>
                <c:pt idx="81295">
                  <c:v>45602.790277777778</c:v>
                </c:pt>
                <c:pt idx="81296">
                  <c:v>45563.065972222219</c:v>
                </c:pt>
                <c:pt idx="81297">
                  <c:v>45578.525000000001</c:v>
                </c:pt>
                <c:pt idx="81298">
                  <c:v>45971.570138888892</c:v>
                </c:pt>
                <c:pt idx="81299">
                  <c:v>45979.353472222218</c:v>
                </c:pt>
                <c:pt idx="81300">
                  <c:v>45960.852083333331</c:v>
                </c:pt>
                <c:pt idx="81301">
                  <c:v>45753.967361111107</c:v>
                </c:pt>
                <c:pt idx="81302">
                  <c:v>45933.433333333327</c:v>
                </c:pt>
                <c:pt idx="81303">
                  <c:v>45835.597222222219</c:v>
                </c:pt>
                <c:pt idx="81304">
                  <c:v>45775.520138888889</c:v>
                </c:pt>
                <c:pt idx="81305">
                  <c:v>45885.781944444447</c:v>
                </c:pt>
                <c:pt idx="81306">
                  <c:v>45999.394444444442</c:v>
                </c:pt>
                <c:pt idx="81307">
                  <c:v>45681.430555555547</c:v>
                </c:pt>
                <c:pt idx="81308">
                  <c:v>45749.809027777781</c:v>
                </c:pt>
                <c:pt idx="81309">
                  <c:v>45710.371527777781</c:v>
                </c:pt>
                <c:pt idx="81310">
                  <c:v>45908.431250000001</c:v>
                </c:pt>
                <c:pt idx="81311">
                  <c:v>45899.354861111111</c:v>
                </c:pt>
                <c:pt idx="81312">
                  <c:v>45883.276388888888</c:v>
                </c:pt>
                <c:pt idx="81313">
                  <c:v>45824.996527777781</c:v>
                </c:pt>
                <c:pt idx="81314">
                  <c:v>45726.458333333343</c:v>
                </c:pt>
                <c:pt idx="81315">
                  <c:v>45926.318749999999</c:v>
                </c:pt>
                <c:pt idx="81316">
                  <c:v>45310.875694444447</c:v>
                </c:pt>
                <c:pt idx="81317">
                  <c:v>45840.336111111108</c:v>
                </c:pt>
                <c:pt idx="81318">
                  <c:v>45915.272916666669</c:v>
                </c:pt>
                <c:pt idx="81319">
                  <c:v>45742.438888888893</c:v>
                </c:pt>
                <c:pt idx="81320">
                  <c:v>45811.394444444442</c:v>
                </c:pt>
                <c:pt idx="81321">
                  <c:v>45775.35833333333</c:v>
                </c:pt>
                <c:pt idx="81322">
                  <c:v>45761.349305555559</c:v>
                </c:pt>
                <c:pt idx="81323">
                  <c:v>45888.518055555563</c:v>
                </c:pt>
                <c:pt idx="81324">
                  <c:v>45866.254166666673</c:v>
                </c:pt>
                <c:pt idx="81325">
                  <c:v>45686.779861111107</c:v>
                </c:pt>
                <c:pt idx="81326">
                  <c:v>45463.318055555559</c:v>
                </c:pt>
                <c:pt idx="81327">
                  <c:v>45497.242361111108</c:v>
                </c:pt>
                <c:pt idx="81328">
                  <c:v>45454.758333333331</c:v>
                </c:pt>
                <c:pt idx="81329">
                  <c:v>45552.577777777777</c:v>
                </c:pt>
                <c:pt idx="81330">
                  <c:v>45346.449305555558</c:v>
                </c:pt>
                <c:pt idx="81331">
                  <c:v>45376.142361111109</c:v>
                </c:pt>
                <c:pt idx="81332">
                  <c:v>45409.474999999999</c:v>
                </c:pt>
                <c:pt idx="81333">
                  <c:v>45622.219444444447</c:v>
                </c:pt>
                <c:pt idx="81334">
                  <c:v>45586.25</c:v>
                </c:pt>
                <c:pt idx="81335">
                  <c:v>45897.74722222222</c:v>
                </c:pt>
                <c:pt idx="81336">
                  <c:v>45554.845833333333</c:v>
                </c:pt>
                <c:pt idx="81337">
                  <c:v>45924.736805555563</c:v>
                </c:pt>
                <c:pt idx="81338">
                  <c:v>45592.725694444453</c:v>
                </c:pt>
                <c:pt idx="81339">
                  <c:v>45543.661111111112</c:v>
                </c:pt>
                <c:pt idx="81340">
                  <c:v>45991.081944444442</c:v>
                </c:pt>
                <c:pt idx="81341">
                  <c:v>45770.827777777777</c:v>
                </c:pt>
                <c:pt idx="81342">
                  <c:v>45864.539583333331</c:v>
                </c:pt>
                <c:pt idx="81343">
                  <c:v>45819.11041666667</c:v>
                </c:pt>
                <c:pt idx="81344">
                  <c:v>45754.395833333343</c:v>
                </c:pt>
                <c:pt idx="81345">
                  <c:v>45922.95</c:v>
                </c:pt>
                <c:pt idx="81346">
                  <c:v>45841.72152777778</c:v>
                </c:pt>
                <c:pt idx="81347">
                  <c:v>45870.675694444442</c:v>
                </c:pt>
                <c:pt idx="81348">
                  <c:v>45734.279166666667</c:v>
                </c:pt>
                <c:pt idx="81349">
                  <c:v>45743.526388888888</c:v>
                </c:pt>
                <c:pt idx="81350">
                  <c:v>45750.847222222219</c:v>
                </c:pt>
                <c:pt idx="81351">
                  <c:v>45884.834722222222</c:v>
                </c:pt>
                <c:pt idx="81352">
                  <c:v>45917.026388888888</c:v>
                </c:pt>
                <c:pt idx="81353">
                  <c:v>45834.694444444453</c:v>
                </c:pt>
                <c:pt idx="81354">
                  <c:v>45971.265277777777</c:v>
                </c:pt>
                <c:pt idx="81355">
                  <c:v>45930.781944444447</c:v>
                </c:pt>
                <c:pt idx="81356">
                  <c:v>45797.880555555559</c:v>
                </c:pt>
                <c:pt idx="81357">
                  <c:v>45740.241666666669</c:v>
                </c:pt>
                <c:pt idx="81358">
                  <c:v>45697.821527777778</c:v>
                </c:pt>
                <c:pt idx="81359">
                  <c:v>45757.511805555558</c:v>
                </c:pt>
                <c:pt idx="81360">
                  <c:v>45710.506249999999</c:v>
                </c:pt>
                <c:pt idx="81361">
                  <c:v>45684.930555555547</c:v>
                </c:pt>
                <c:pt idx="81362">
                  <c:v>45587.90347222222</c:v>
                </c:pt>
                <c:pt idx="81363">
                  <c:v>45771.71597222222</c:v>
                </c:pt>
                <c:pt idx="81364">
                  <c:v>45600.885416666657</c:v>
                </c:pt>
                <c:pt idx="81365">
                  <c:v>45566.813194444447</c:v>
                </c:pt>
                <c:pt idx="81366">
                  <c:v>45726.32916666667</c:v>
                </c:pt>
                <c:pt idx="81367">
                  <c:v>45605.331944444442</c:v>
                </c:pt>
                <c:pt idx="81368">
                  <c:v>45833.945138888892</c:v>
                </c:pt>
                <c:pt idx="81369">
                  <c:v>45716.770833333343</c:v>
                </c:pt>
                <c:pt idx="81370">
                  <c:v>45927.929861111108</c:v>
                </c:pt>
                <c:pt idx="81371">
                  <c:v>46008.481249999997</c:v>
                </c:pt>
                <c:pt idx="81372">
                  <c:v>45884.423611111109</c:v>
                </c:pt>
                <c:pt idx="81373">
                  <c:v>45963.457638888889</c:v>
                </c:pt>
                <c:pt idx="81374">
                  <c:v>45781.863194444442</c:v>
                </c:pt>
                <c:pt idx="81375">
                  <c:v>45720.009722222218</c:v>
                </c:pt>
                <c:pt idx="81376">
                  <c:v>45927.729861111111</c:v>
                </c:pt>
                <c:pt idx="81377">
                  <c:v>45605.651388888888</c:v>
                </c:pt>
                <c:pt idx="81378">
                  <c:v>45632.484027777777</c:v>
                </c:pt>
                <c:pt idx="81379">
                  <c:v>45638.921527777777</c:v>
                </c:pt>
                <c:pt idx="81380">
                  <c:v>45877.918055555558</c:v>
                </c:pt>
                <c:pt idx="81381">
                  <c:v>45877.918055555558</c:v>
                </c:pt>
                <c:pt idx="81382">
                  <c:v>45984.724999999999</c:v>
                </c:pt>
                <c:pt idx="81383">
                  <c:v>45946.808333333327</c:v>
                </c:pt>
                <c:pt idx="81384">
                  <c:v>45590.339583333327</c:v>
                </c:pt>
                <c:pt idx="81385">
                  <c:v>45767.865972222222</c:v>
                </c:pt>
                <c:pt idx="81386">
                  <c:v>45649.689583333333</c:v>
                </c:pt>
                <c:pt idx="81387">
                  <c:v>45617.37777777778</c:v>
                </c:pt>
                <c:pt idx="81388">
                  <c:v>45649.689583333333</c:v>
                </c:pt>
                <c:pt idx="81389">
                  <c:v>45680.32708333333</c:v>
                </c:pt>
                <c:pt idx="81390">
                  <c:v>46022.736805555563</c:v>
                </c:pt>
                <c:pt idx="81391">
                  <c:v>46022.736805555563</c:v>
                </c:pt>
                <c:pt idx="81392">
                  <c:v>45984.724999999999</c:v>
                </c:pt>
                <c:pt idx="81393">
                  <c:v>46003.26666666667</c:v>
                </c:pt>
                <c:pt idx="81394">
                  <c:v>45680.32708333333</c:v>
                </c:pt>
                <c:pt idx="81395">
                  <c:v>45617.37777777778</c:v>
                </c:pt>
                <c:pt idx="81396">
                  <c:v>45767.865972222222</c:v>
                </c:pt>
                <c:pt idx="81397">
                  <c:v>45850.805555555547</c:v>
                </c:pt>
                <c:pt idx="81398">
                  <c:v>45809.749305555553</c:v>
                </c:pt>
                <c:pt idx="81399">
                  <c:v>45590.339583333327</c:v>
                </c:pt>
                <c:pt idx="81400">
                  <c:v>45809.749305555553</c:v>
                </c:pt>
                <c:pt idx="81401">
                  <c:v>45963.876388888893</c:v>
                </c:pt>
                <c:pt idx="81402">
                  <c:v>45963.876388888893</c:v>
                </c:pt>
                <c:pt idx="81403">
                  <c:v>45918.794444444437</c:v>
                </c:pt>
                <c:pt idx="81404">
                  <c:v>46003.26666666667</c:v>
                </c:pt>
                <c:pt idx="81405">
                  <c:v>45918.794444444437</c:v>
                </c:pt>
                <c:pt idx="81406">
                  <c:v>45946.808333333327</c:v>
                </c:pt>
                <c:pt idx="81407">
                  <c:v>45850.805555555547</c:v>
                </c:pt>
                <c:pt idx="81408">
                  <c:v>45682.824305555558</c:v>
                </c:pt>
                <c:pt idx="81409">
                  <c:v>45783.773611111108</c:v>
                </c:pt>
                <c:pt idx="81410">
                  <c:v>45789.822222222218</c:v>
                </c:pt>
                <c:pt idx="81411">
                  <c:v>45532.84375</c:v>
                </c:pt>
                <c:pt idx="81412">
                  <c:v>45813.654166666667</c:v>
                </c:pt>
                <c:pt idx="81413">
                  <c:v>45590.345138888893</c:v>
                </c:pt>
                <c:pt idx="81414">
                  <c:v>45734.635416666657</c:v>
                </c:pt>
                <c:pt idx="81415">
                  <c:v>45750.736111111109</c:v>
                </c:pt>
                <c:pt idx="81416">
                  <c:v>45832.888888888891</c:v>
                </c:pt>
                <c:pt idx="81417">
                  <c:v>45813.907638888893</c:v>
                </c:pt>
                <c:pt idx="81418">
                  <c:v>45743.798611111109</c:v>
                </c:pt>
                <c:pt idx="81419">
                  <c:v>45675.413888888892</c:v>
                </c:pt>
                <c:pt idx="81420">
                  <c:v>45715.634722222218</c:v>
                </c:pt>
                <c:pt idx="81421">
                  <c:v>45893.947222222218</c:v>
                </c:pt>
                <c:pt idx="81422">
                  <c:v>45686.956944444442</c:v>
                </c:pt>
                <c:pt idx="81423">
                  <c:v>45772.489583333343</c:v>
                </c:pt>
                <c:pt idx="81424">
                  <c:v>45845.55</c:v>
                </c:pt>
                <c:pt idx="81425">
                  <c:v>45732.546527777777</c:v>
                </c:pt>
                <c:pt idx="81426">
                  <c:v>45963.943749999999</c:v>
                </c:pt>
                <c:pt idx="81427">
                  <c:v>46000.541666666657</c:v>
                </c:pt>
                <c:pt idx="81428">
                  <c:v>45351.345138888893</c:v>
                </c:pt>
                <c:pt idx="81429">
                  <c:v>45794.517361111109</c:v>
                </c:pt>
                <c:pt idx="81430">
                  <c:v>45840.107638888891</c:v>
                </c:pt>
                <c:pt idx="81431">
                  <c:v>45715.906944444447</c:v>
                </c:pt>
                <c:pt idx="81432">
                  <c:v>45896.723611111112</c:v>
                </c:pt>
                <c:pt idx="81433">
                  <c:v>45545.60833333333</c:v>
                </c:pt>
                <c:pt idx="81434">
                  <c:v>45959.753472222219</c:v>
                </c:pt>
                <c:pt idx="81435">
                  <c:v>45693.614583333343</c:v>
                </c:pt>
                <c:pt idx="81436">
                  <c:v>45500.760416666657</c:v>
                </c:pt>
                <c:pt idx="81437">
                  <c:v>45653.347916666673</c:v>
                </c:pt>
                <c:pt idx="81438">
                  <c:v>45692.332638888889</c:v>
                </c:pt>
                <c:pt idx="81439">
                  <c:v>45808.363888888889</c:v>
                </c:pt>
                <c:pt idx="81440">
                  <c:v>45963.928472222222</c:v>
                </c:pt>
                <c:pt idx="81441">
                  <c:v>45836.304861111108</c:v>
                </c:pt>
                <c:pt idx="81442">
                  <c:v>46022.370138888888</c:v>
                </c:pt>
                <c:pt idx="81443">
                  <c:v>45919.897222222222</c:v>
                </c:pt>
                <c:pt idx="81444">
                  <c:v>45856.031944444447</c:v>
                </c:pt>
                <c:pt idx="81445">
                  <c:v>45766.630555555559</c:v>
                </c:pt>
                <c:pt idx="81446">
                  <c:v>45992.780555555553</c:v>
                </c:pt>
                <c:pt idx="81447">
                  <c:v>45886.634027777778</c:v>
                </c:pt>
                <c:pt idx="81448">
                  <c:v>45938.973611111112</c:v>
                </c:pt>
                <c:pt idx="81449">
                  <c:v>45367.726388888892</c:v>
                </c:pt>
                <c:pt idx="81450">
                  <c:v>45321.757638888892</c:v>
                </c:pt>
                <c:pt idx="81451">
                  <c:v>45881.669444444437</c:v>
                </c:pt>
                <c:pt idx="81452">
                  <c:v>45515.527777777781</c:v>
                </c:pt>
                <c:pt idx="81453">
                  <c:v>45449.65</c:v>
                </c:pt>
                <c:pt idx="81454">
                  <c:v>45711.697916666657</c:v>
                </c:pt>
                <c:pt idx="81455">
                  <c:v>45425.413888888892</c:v>
                </c:pt>
                <c:pt idx="81456">
                  <c:v>45819.457638888889</c:v>
                </c:pt>
                <c:pt idx="81457">
                  <c:v>45999.321527777778</c:v>
                </c:pt>
                <c:pt idx="81458">
                  <c:v>45362.616666666669</c:v>
                </c:pt>
                <c:pt idx="81459">
                  <c:v>45578.429861111108</c:v>
                </c:pt>
                <c:pt idx="81460">
                  <c:v>45660.479861111111</c:v>
                </c:pt>
                <c:pt idx="81461">
                  <c:v>45506.402777777781</c:v>
                </c:pt>
                <c:pt idx="81462">
                  <c:v>45784.835416666669</c:v>
                </c:pt>
                <c:pt idx="81463">
                  <c:v>45989.431944444441</c:v>
                </c:pt>
                <c:pt idx="81464">
                  <c:v>45886.468055555553</c:v>
                </c:pt>
                <c:pt idx="81465">
                  <c:v>45888.546527777777</c:v>
                </c:pt>
                <c:pt idx="81466">
                  <c:v>45856.5</c:v>
                </c:pt>
                <c:pt idx="81467">
                  <c:v>45811.477083333331</c:v>
                </c:pt>
                <c:pt idx="81468">
                  <c:v>45935.618055555547</c:v>
                </c:pt>
                <c:pt idx="81469">
                  <c:v>45903.414583333331</c:v>
                </c:pt>
                <c:pt idx="81470">
                  <c:v>45942.492361111108</c:v>
                </c:pt>
                <c:pt idx="81471">
                  <c:v>45991.592361111107</c:v>
                </c:pt>
                <c:pt idx="81472">
                  <c:v>45578.834722222222</c:v>
                </c:pt>
                <c:pt idx="81473">
                  <c:v>45419.613194444442</c:v>
                </c:pt>
                <c:pt idx="81474">
                  <c:v>46021.355555555558</c:v>
                </c:pt>
                <c:pt idx="81475">
                  <c:v>45908.368750000001</c:v>
                </c:pt>
                <c:pt idx="81476">
                  <c:v>45925.35</c:v>
                </c:pt>
                <c:pt idx="81477">
                  <c:v>45960.363194444442</c:v>
                </c:pt>
                <c:pt idx="81478">
                  <c:v>45931.461805555547</c:v>
                </c:pt>
                <c:pt idx="81479">
                  <c:v>45657.296527777777</c:v>
                </c:pt>
                <c:pt idx="81480">
                  <c:v>45903.17083333333</c:v>
                </c:pt>
                <c:pt idx="81481">
                  <c:v>45819.526388888888</c:v>
                </c:pt>
                <c:pt idx="81482">
                  <c:v>46018.439583333333</c:v>
                </c:pt>
                <c:pt idx="81483">
                  <c:v>45641.671527777777</c:v>
                </c:pt>
                <c:pt idx="81484">
                  <c:v>45720.754166666673</c:v>
                </c:pt>
                <c:pt idx="81485">
                  <c:v>45550.729861111111</c:v>
                </c:pt>
                <c:pt idx="81486">
                  <c:v>45499.585416666669</c:v>
                </c:pt>
                <c:pt idx="81487">
                  <c:v>45496.959027777782</c:v>
                </c:pt>
                <c:pt idx="81488">
                  <c:v>45564.329861111109</c:v>
                </c:pt>
                <c:pt idx="81489">
                  <c:v>46001.413194444453</c:v>
                </c:pt>
                <c:pt idx="81490">
                  <c:v>45837.259722222218</c:v>
                </c:pt>
                <c:pt idx="81491">
                  <c:v>45730.602083333331</c:v>
                </c:pt>
                <c:pt idx="81492">
                  <c:v>45803.503472222219</c:v>
                </c:pt>
                <c:pt idx="81493">
                  <c:v>45936.415277777778</c:v>
                </c:pt>
                <c:pt idx="81494">
                  <c:v>45372.270833333343</c:v>
                </c:pt>
                <c:pt idx="81495">
                  <c:v>45882.841666666667</c:v>
                </c:pt>
                <c:pt idx="81496">
                  <c:v>45890.837500000001</c:v>
                </c:pt>
                <c:pt idx="81497">
                  <c:v>45943.886805555558</c:v>
                </c:pt>
                <c:pt idx="81498">
                  <c:v>45731.981249999997</c:v>
                </c:pt>
                <c:pt idx="81499">
                  <c:v>45999.524305555547</c:v>
                </c:pt>
                <c:pt idx="81500">
                  <c:v>45840.411805555559</c:v>
                </c:pt>
                <c:pt idx="81501">
                  <c:v>45731.966666666667</c:v>
                </c:pt>
                <c:pt idx="81502">
                  <c:v>45945.055555555547</c:v>
                </c:pt>
                <c:pt idx="81503">
                  <c:v>45352.476388888892</c:v>
                </c:pt>
                <c:pt idx="81504">
                  <c:v>45706.693749999999</c:v>
                </c:pt>
                <c:pt idx="81505">
                  <c:v>45549.015972222223</c:v>
                </c:pt>
                <c:pt idx="81506">
                  <c:v>45602.579861111109</c:v>
                </c:pt>
                <c:pt idx="81507">
                  <c:v>45456.68472222222</c:v>
                </c:pt>
                <c:pt idx="81508">
                  <c:v>45501.518055555563</c:v>
                </c:pt>
                <c:pt idx="81509">
                  <c:v>45881.179861111108</c:v>
                </c:pt>
                <c:pt idx="81510">
                  <c:v>45770.047222222223</c:v>
                </c:pt>
                <c:pt idx="81511">
                  <c:v>45326.128472222219</c:v>
                </c:pt>
                <c:pt idx="81512">
                  <c:v>46004.801388888889</c:v>
                </c:pt>
                <c:pt idx="81513">
                  <c:v>45769.506249999999</c:v>
                </c:pt>
                <c:pt idx="81514">
                  <c:v>45769.506249999999</c:v>
                </c:pt>
                <c:pt idx="81515">
                  <c:v>45804.550694444442</c:v>
                </c:pt>
                <c:pt idx="81516">
                  <c:v>45804.550694444442</c:v>
                </c:pt>
                <c:pt idx="81517">
                  <c:v>45371.830555555563</c:v>
                </c:pt>
                <c:pt idx="81518">
                  <c:v>45371.830555555563</c:v>
                </c:pt>
                <c:pt idx="81519">
                  <c:v>45309.544444444437</c:v>
                </c:pt>
                <c:pt idx="81520">
                  <c:v>45922.458333333343</c:v>
                </c:pt>
                <c:pt idx="81521">
                  <c:v>45922.458333333343</c:v>
                </c:pt>
                <c:pt idx="81522">
                  <c:v>45720.499305555553</c:v>
                </c:pt>
                <c:pt idx="81523">
                  <c:v>45720.499305555553</c:v>
                </c:pt>
                <c:pt idx="81524">
                  <c:v>45982.518750000003</c:v>
                </c:pt>
                <c:pt idx="81525">
                  <c:v>45982.518750000003</c:v>
                </c:pt>
                <c:pt idx="81526">
                  <c:v>45456.632638888892</c:v>
                </c:pt>
                <c:pt idx="81527">
                  <c:v>45456.632638888892</c:v>
                </c:pt>
                <c:pt idx="81528">
                  <c:v>45309.544444444437</c:v>
                </c:pt>
                <c:pt idx="81529">
                  <c:v>45583.56527777778</c:v>
                </c:pt>
                <c:pt idx="81530">
                  <c:v>45874.448611111111</c:v>
                </c:pt>
                <c:pt idx="81531">
                  <c:v>45978.339583333327</c:v>
                </c:pt>
                <c:pt idx="81532">
                  <c:v>45549.453472222223</c:v>
                </c:pt>
                <c:pt idx="81533">
                  <c:v>45438.455555555563</c:v>
                </c:pt>
                <c:pt idx="81534">
                  <c:v>45999.68472222222</c:v>
                </c:pt>
                <c:pt idx="81535">
                  <c:v>45771.917361111111</c:v>
                </c:pt>
                <c:pt idx="81536">
                  <c:v>45861.822916666657</c:v>
                </c:pt>
                <c:pt idx="81537">
                  <c:v>45956.637499999997</c:v>
                </c:pt>
                <c:pt idx="81538">
                  <c:v>45841.741666666669</c:v>
                </c:pt>
                <c:pt idx="81539">
                  <c:v>45938.109027777777</c:v>
                </c:pt>
                <c:pt idx="81540">
                  <c:v>45976.842361111107</c:v>
                </c:pt>
                <c:pt idx="81541">
                  <c:v>45897.666666666657</c:v>
                </c:pt>
                <c:pt idx="81542">
                  <c:v>45532.574305555558</c:v>
                </c:pt>
                <c:pt idx="81543">
                  <c:v>45891.616666666669</c:v>
                </c:pt>
                <c:pt idx="81544">
                  <c:v>45566.366666666669</c:v>
                </c:pt>
                <c:pt idx="81545">
                  <c:v>45917.461111111108</c:v>
                </c:pt>
                <c:pt idx="81546">
                  <c:v>45904.886111111111</c:v>
                </c:pt>
                <c:pt idx="81547">
                  <c:v>45932.534722222219</c:v>
                </c:pt>
                <c:pt idx="81548">
                  <c:v>45502.334722222222</c:v>
                </c:pt>
                <c:pt idx="81549">
                  <c:v>45491.384027777778</c:v>
                </c:pt>
                <c:pt idx="81550">
                  <c:v>45548.525000000001</c:v>
                </c:pt>
                <c:pt idx="81551">
                  <c:v>45523.593055555553</c:v>
                </c:pt>
                <c:pt idx="81552">
                  <c:v>45674.255555555559</c:v>
                </c:pt>
                <c:pt idx="81553">
                  <c:v>45700.847916666673</c:v>
                </c:pt>
                <c:pt idx="81554">
                  <c:v>45642.318055555559</c:v>
                </c:pt>
                <c:pt idx="81555">
                  <c:v>45724.327777777777</c:v>
                </c:pt>
                <c:pt idx="81556">
                  <c:v>45783.322222222218</c:v>
                </c:pt>
                <c:pt idx="81557">
                  <c:v>45806.602083333331</c:v>
                </c:pt>
                <c:pt idx="81558">
                  <c:v>45744.395833333343</c:v>
                </c:pt>
                <c:pt idx="81559">
                  <c:v>45351.685416666667</c:v>
                </c:pt>
                <c:pt idx="81560">
                  <c:v>45727.277777777781</c:v>
                </c:pt>
                <c:pt idx="81561">
                  <c:v>45379.257638888892</c:v>
                </c:pt>
                <c:pt idx="81562">
                  <c:v>45368.472222222219</c:v>
                </c:pt>
                <c:pt idx="81563">
                  <c:v>45743.261805555558</c:v>
                </c:pt>
                <c:pt idx="81564">
                  <c:v>45708.668749999997</c:v>
                </c:pt>
                <c:pt idx="81565">
                  <c:v>45753.409722222219</c:v>
                </c:pt>
                <c:pt idx="81566">
                  <c:v>45778.5625</c:v>
                </c:pt>
                <c:pt idx="81567">
                  <c:v>45792.712500000001</c:v>
                </c:pt>
                <c:pt idx="81568">
                  <c:v>45733.197916666657</c:v>
                </c:pt>
                <c:pt idx="81569">
                  <c:v>45701.466666666667</c:v>
                </c:pt>
                <c:pt idx="81570">
                  <c:v>45736.274305555547</c:v>
                </c:pt>
                <c:pt idx="81571">
                  <c:v>45362.54791666667</c:v>
                </c:pt>
                <c:pt idx="81572">
                  <c:v>45722.220833333333</c:v>
                </c:pt>
                <c:pt idx="81573">
                  <c:v>45793.230555555558</c:v>
                </c:pt>
                <c:pt idx="81574">
                  <c:v>45897.664583333331</c:v>
                </c:pt>
                <c:pt idx="81575">
                  <c:v>45438.328472222223</c:v>
                </c:pt>
                <c:pt idx="81576">
                  <c:v>45361.511805555558</c:v>
                </c:pt>
                <c:pt idx="81577">
                  <c:v>45541.006944444453</c:v>
                </c:pt>
                <c:pt idx="81578">
                  <c:v>45654.673611111109</c:v>
                </c:pt>
                <c:pt idx="81579">
                  <c:v>45570.765972222223</c:v>
                </c:pt>
                <c:pt idx="81580">
                  <c:v>45432.319444444453</c:v>
                </c:pt>
                <c:pt idx="81581">
                  <c:v>45999.840277777781</c:v>
                </c:pt>
                <c:pt idx="81582">
                  <c:v>45306.693749999999</c:v>
                </c:pt>
                <c:pt idx="81583">
                  <c:v>45833.810416666667</c:v>
                </c:pt>
                <c:pt idx="81584">
                  <c:v>45825.807638888888</c:v>
                </c:pt>
                <c:pt idx="81585">
                  <c:v>45776.914583333331</c:v>
                </c:pt>
                <c:pt idx="81586">
                  <c:v>45776.940972222219</c:v>
                </c:pt>
                <c:pt idx="81587">
                  <c:v>45917.068055555559</c:v>
                </c:pt>
                <c:pt idx="81588">
                  <c:v>45856.880555555559</c:v>
                </c:pt>
                <c:pt idx="81589">
                  <c:v>45356.559027777781</c:v>
                </c:pt>
                <c:pt idx="81590">
                  <c:v>45333.320833333331</c:v>
                </c:pt>
                <c:pt idx="81591">
                  <c:v>46019.454861111109</c:v>
                </c:pt>
                <c:pt idx="81592">
                  <c:v>45407.512499999997</c:v>
                </c:pt>
                <c:pt idx="81593">
                  <c:v>45625.481249999997</c:v>
                </c:pt>
                <c:pt idx="81594">
                  <c:v>45434.481249999997</c:v>
                </c:pt>
                <c:pt idx="81595">
                  <c:v>45358.740972222222</c:v>
                </c:pt>
                <c:pt idx="81596">
                  <c:v>45798.758333333331</c:v>
                </c:pt>
                <c:pt idx="81597">
                  <c:v>45569.65902777778</c:v>
                </c:pt>
                <c:pt idx="81598">
                  <c:v>45789.82916666667</c:v>
                </c:pt>
                <c:pt idx="81599">
                  <c:v>45783.688194444447</c:v>
                </c:pt>
                <c:pt idx="81600">
                  <c:v>45725.833333333343</c:v>
                </c:pt>
                <c:pt idx="81601">
                  <c:v>45641.804861111108</c:v>
                </c:pt>
                <c:pt idx="81602">
                  <c:v>45496.404861111107</c:v>
                </c:pt>
                <c:pt idx="81603">
                  <c:v>45359.570138888892</c:v>
                </c:pt>
                <c:pt idx="81604">
                  <c:v>46017.3125</c:v>
                </c:pt>
                <c:pt idx="81605">
                  <c:v>45953.5625</c:v>
                </c:pt>
                <c:pt idx="81606">
                  <c:v>45989.744444444441</c:v>
                </c:pt>
                <c:pt idx="81607">
                  <c:v>45969.330555555563</c:v>
                </c:pt>
                <c:pt idx="81608">
                  <c:v>45908.474305555559</c:v>
                </c:pt>
                <c:pt idx="81609">
                  <c:v>45924.697222222218</c:v>
                </c:pt>
                <c:pt idx="81610">
                  <c:v>45986.208333333343</c:v>
                </c:pt>
                <c:pt idx="81611">
                  <c:v>45836.665972222218</c:v>
                </c:pt>
                <c:pt idx="81612">
                  <c:v>45947.452777777777</c:v>
                </c:pt>
                <c:pt idx="81613">
                  <c:v>45875.455555555563</c:v>
                </c:pt>
                <c:pt idx="81614">
                  <c:v>45816.677777777782</c:v>
                </c:pt>
                <c:pt idx="81615">
                  <c:v>45750.422222222223</c:v>
                </c:pt>
                <c:pt idx="81616">
                  <c:v>45705.885416666657</c:v>
                </c:pt>
                <c:pt idx="81617">
                  <c:v>45467.961805555547</c:v>
                </c:pt>
                <c:pt idx="81618">
                  <c:v>45665.914583333331</c:v>
                </c:pt>
                <c:pt idx="81619">
                  <c:v>45921.532638888893</c:v>
                </c:pt>
                <c:pt idx="81620">
                  <c:v>45943.60833333333</c:v>
                </c:pt>
                <c:pt idx="81621">
                  <c:v>45963.490277777782</c:v>
                </c:pt>
                <c:pt idx="81622">
                  <c:v>45881.506944444453</c:v>
                </c:pt>
                <c:pt idx="81623">
                  <c:v>45991.554166666669</c:v>
                </c:pt>
                <c:pt idx="81624">
                  <c:v>45902.779166666667</c:v>
                </c:pt>
                <c:pt idx="81625">
                  <c:v>45986.804861111108</c:v>
                </c:pt>
                <c:pt idx="81626">
                  <c:v>45846.840277777781</c:v>
                </c:pt>
                <c:pt idx="81627">
                  <c:v>45704.775694444441</c:v>
                </c:pt>
                <c:pt idx="81628">
                  <c:v>45312.744444444441</c:v>
                </c:pt>
                <c:pt idx="81629">
                  <c:v>45987.77847222222</c:v>
                </c:pt>
                <c:pt idx="81630">
                  <c:v>45340.813888888893</c:v>
                </c:pt>
                <c:pt idx="81631">
                  <c:v>45602.837500000001</c:v>
                </c:pt>
                <c:pt idx="81632">
                  <c:v>45391.803472222222</c:v>
                </c:pt>
                <c:pt idx="81633">
                  <c:v>45297.823611111111</c:v>
                </c:pt>
                <c:pt idx="81634">
                  <c:v>45321.825694444437</c:v>
                </c:pt>
                <c:pt idx="81635">
                  <c:v>45367.398611111108</c:v>
                </c:pt>
                <c:pt idx="81636">
                  <c:v>45781.834027777782</c:v>
                </c:pt>
                <c:pt idx="81637">
                  <c:v>45945.015277777777</c:v>
                </c:pt>
                <c:pt idx="81638">
                  <c:v>45888.883333333331</c:v>
                </c:pt>
                <c:pt idx="81639">
                  <c:v>45844.077777777777</c:v>
                </c:pt>
                <c:pt idx="81640">
                  <c:v>46010.015972222223</c:v>
                </c:pt>
                <c:pt idx="81641">
                  <c:v>45807.956250000003</c:v>
                </c:pt>
                <c:pt idx="81642">
                  <c:v>45870.760416666657</c:v>
                </c:pt>
                <c:pt idx="81643">
                  <c:v>45966.392361111109</c:v>
                </c:pt>
                <c:pt idx="81644">
                  <c:v>45738.48541666667</c:v>
                </c:pt>
                <c:pt idx="81645">
                  <c:v>45513.542361111111</c:v>
                </c:pt>
                <c:pt idx="81646">
                  <c:v>45886.757638888892</c:v>
                </c:pt>
                <c:pt idx="81647">
                  <c:v>45845.607638888891</c:v>
                </c:pt>
                <c:pt idx="81648">
                  <c:v>45909.356944444437</c:v>
                </c:pt>
                <c:pt idx="81649">
                  <c:v>45820.720833333333</c:v>
                </c:pt>
                <c:pt idx="81650">
                  <c:v>45870.51458333333</c:v>
                </c:pt>
                <c:pt idx="81651">
                  <c:v>45809.462500000001</c:v>
                </c:pt>
                <c:pt idx="81652">
                  <c:v>45413.282638888893</c:v>
                </c:pt>
                <c:pt idx="81653">
                  <c:v>45381.286111111112</c:v>
                </c:pt>
                <c:pt idx="81654">
                  <c:v>45625.017361111109</c:v>
                </c:pt>
                <c:pt idx="81655">
                  <c:v>45307.002083333333</c:v>
                </c:pt>
                <c:pt idx="81656">
                  <c:v>45975.464583333327</c:v>
                </c:pt>
                <c:pt idx="81657">
                  <c:v>45608.210416666669</c:v>
                </c:pt>
                <c:pt idx="81658">
                  <c:v>45328.522222222222</c:v>
                </c:pt>
                <c:pt idx="81659">
                  <c:v>45791.390277777777</c:v>
                </c:pt>
                <c:pt idx="81660">
                  <c:v>45791.390277777777</c:v>
                </c:pt>
                <c:pt idx="81661">
                  <c:v>45791.390277777777</c:v>
                </c:pt>
                <c:pt idx="81662">
                  <c:v>45812.387499999997</c:v>
                </c:pt>
                <c:pt idx="81663">
                  <c:v>45397.635416666657</c:v>
                </c:pt>
                <c:pt idx="81664">
                  <c:v>45812.387499999997</c:v>
                </c:pt>
                <c:pt idx="81665">
                  <c:v>45832.425694444442</c:v>
                </c:pt>
                <c:pt idx="81666">
                  <c:v>45397.635416666657</c:v>
                </c:pt>
                <c:pt idx="81667">
                  <c:v>45812.387499999997</c:v>
                </c:pt>
                <c:pt idx="81668">
                  <c:v>45812.387499999997</c:v>
                </c:pt>
                <c:pt idx="81669">
                  <c:v>45397.635416666657</c:v>
                </c:pt>
                <c:pt idx="81670">
                  <c:v>45761.411111111112</c:v>
                </c:pt>
                <c:pt idx="81671">
                  <c:v>45943.798611111109</c:v>
                </c:pt>
                <c:pt idx="81672">
                  <c:v>46000.46875</c:v>
                </c:pt>
                <c:pt idx="81673">
                  <c:v>45943.798611111109</c:v>
                </c:pt>
                <c:pt idx="81674">
                  <c:v>45943.798611111109</c:v>
                </c:pt>
                <c:pt idx="81675">
                  <c:v>45965.42083333333</c:v>
                </c:pt>
                <c:pt idx="81676">
                  <c:v>45328.522222222222</c:v>
                </c:pt>
                <c:pt idx="81677">
                  <c:v>45965.42083333333</c:v>
                </c:pt>
                <c:pt idx="81678">
                  <c:v>45943.798611111109</c:v>
                </c:pt>
                <c:pt idx="81679">
                  <c:v>45832.425694444442</c:v>
                </c:pt>
                <c:pt idx="81680">
                  <c:v>45965.42083333333</c:v>
                </c:pt>
                <c:pt idx="81681">
                  <c:v>45877.640277777777</c:v>
                </c:pt>
                <c:pt idx="81682">
                  <c:v>46000.46875</c:v>
                </c:pt>
                <c:pt idx="81683">
                  <c:v>45965.42083333333</c:v>
                </c:pt>
                <c:pt idx="81684">
                  <c:v>46000.46875</c:v>
                </c:pt>
                <c:pt idx="81685">
                  <c:v>46000.46875</c:v>
                </c:pt>
                <c:pt idx="81686">
                  <c:v>45328.522222222222</c:v>
                </c:pt>
                <c:pt idx="81687">
                  <c:v>45791.390277777777</c:v>
                </c:pt>
                <c:pt idx="81688">
                  <c:v>45305.859027777777</c:v>
                </c:pt>
                <c:pt idx="81689">
                  <c:v>45305.859027777777</c:v>
                </c:pt>
                <c:pt idx="81690">
                  <c:v>46017.390972222223</c:v>
                </c:pt>
                <c:pt idx="81691">
                  <c:v>45877.640277777777</c:v>
                </c:pt>
                <c:pt idx="81692">
                  <c:v>45761.411111111112</c:v>
                </c:pt>
                <c:pt idx="81693">
                  <c:v>46017.390972222223</c:v>
                </c:pt>
                <c:pt idx="81694">
                  <c:v>45761.411111111112</c:v>
                </c:pt>
                <c:pt idx="81695">
                  <c:v>45832.425694444442</c:v>
                </c:pt>
                <c:pt idx="81696">
                  <c:v>45877.640277777777</c:v>
                </c:pt>
                <c:pt idx="81697">
                  <c:v>45853.40902777778</c:v>
                </c:pt>
                <c:pt idx="81698">
                  <c:v>45853.40902777778</c:v>
                </c:pt>
                <c:pt idx="81699">
                  <c:v>45370.917361111111</c:v>
                </c:pt>
                <c:pt idx="81700">
                  <c:v>45853.40902777778</c:v>
                </c:pt>
                <c:pt idx="81701">
                  <c:v>45370.917361111111</c:v>
                </c:pt>
                <c:pt idx="81702">
                  <c:v>45370.917361111111</c:v>
                </c:pt>
                <c:pt idx="81703">
                  <c:v>45370.917361111111</c:v>
                </c:pt>
                <c:pt idx="81704">
                  <c:v>45877.640277777777</c:v>
                </c:pt>
                <c:pt idx="81705">
                  <c:v>45853.40902777778</c:v>
                </c:pt>
                <c:pt idx="81706">
                  <c:v>45305.859027777777</c:v>
                </c:pt>
                <c:pt idx="81707">
                  <c:v>45397.635416666657</c:v>
                </c:pt>
                <c:pt idx="81708">
                  <c:v>45903.413888888892</c:v>
                </c:pt>
                <c:pt idx="81709">
                  <c:v>45903.413888888892</c:v>
                </c:pt>
                <c:pt idx="81710">
                  <c:v>45903.413888888892</c:v>
                </c:pt>
                <c:pt idx="81711">
                  <c:v>45328.522222222222</c:v>
                </c:pt>
                <c:pt idx="81712">
                  <c:v>45903.413888888892</c:v>
                </c:pt>
                <c:pt idx="81713">
                  <c:v>45832.425694444442</c:v>
                </c:pt>
                <c:pt idx="81714">
                  <c:v>46017.390972222223</c:v>
                </c:pt>
                <c:pt idx="81715">
                  <c:v>45305.859027777777</c:v>
                </c:pt>
                <c:pt idx="81716">
                  <c:v>46017.390972222223</c:v>
                </c:pt>
                <c:pt idx="81717">
                  <c:v>45761.411111111112</c:v>
                </c:pt>
                <c:pt idx="81718">
                  <c:v>45862.453472222223</c:v>
                </c:pt>
                <c:pt idx="81719">
                  <c:v>46009.606249999997</c:v>
                </c:pt>
                <c:pt idx="81720">
                  <c:v>45829.422222222223</c:v>
                </c:pt>
                <c:pt idx="81721">
                  <c:v>45791.640972222223</c:v>
                </c:pt>
                <c:pt idx="81722">
                  <c:v>45987.577777777777</c:v>
                </c:pt>
                <c:pt idx="81723">
                  <c:v>45758.059027777781</c:v>
                </c:pt>
                <c:pt idx="81724">
                  <c:v>45716.002083333333</c:v>
                </c:pt>
                <c:pt idx="81725">
                  <c:v>45540.560416666667</c:v>
                </c:pt>
                <c:pt idx="81726">
                  <c:v>45586.168055555558</c:v>
                </c:pt>
                <c:pt idx="81727">
                  <c:v>45451.611805555563</c:v>
                </c:pt>
                <c:pt idx="81728">
                  <c:v>45738.854166666657</c:v>
                </c:pt>
                <c:pt idx="81729">
                  <c:v>45424.861111111109</c:v>
                </c:pt>
                <c:pt idx="81730">
                  <c:v>45484.48541666667</c:v>
                </c:pt>
                <c:pt idx="81731">
                  <c:v>45692.480555555558</c:v>
                </c:pt>
                <c:pt idx="81732">
                  <c:v>45947.631944444453</c:v>
                </c:pt>
                <c:pt idx="81733">
                  <c:v>45372.794444444437</c:v>
                </c:pt>
                <c:pt idx="81734">
                  <c:v>45917.322222222218</c:v>
                </c:pt>
                <c:pt idx="81735">
                  <c:v>45400.32708333333</c:v>
                </c:pt>
                <c:pt idx="81736">
                  <c:v>45503.404166666667</c:v>
                </c:pt>
                <c:pt idx="81737">
                  <c:v>45431.916666666657</c:v>
                </c:pt>
                <c:pt idx="81738">
                  <c:v>45938.367361111108</c:v>
                </c:pt>
                <c:pt idx="81739">
                  <c:v>45475.740972222222</c:v>
                </c:pt>
                <c:pt idx="81740">
                  <c:v>45876.718055555553</c:v>
                </c:pt>
                <c:pt idx="81741">
                  <c:v>45896.365972222222</c:v>
                </c:pt>
                <c:pt idx="81742">
                  <c:v>45991.630555555559</c:v>
                </c:pt>
                <c:pt idx="81743">
                  <c:v>45952.549305555563</c:v>
                </c:pt>
                <c:pt idx="81744">
                  <c:v>45846.474999999999</c:v>
                </c:pt>
                <c:pt idx="81745">
                  <c:v>45635.829861111109</c:v>
                </c:pt>
                <c:pt idx="81746">
                  <c:v>45733.870138888888</c:v>
                </c:pt>
                <c:pt idx="81747">
                  <c:v>45886.569444444453</c:v>
                </c:pt>
                <c:pt idx="81748">
                  <c:v>45778.800694444442</c:v>
                </c:pt>
                <c:pt idx="81749">
                  <c:v>45931.837500000001</c:v>
                </c:pt>
                <c:pt idx="81750">
                  <c:v>45607.472916666673</c:v>
                </c:pt>
                <c:pt idx="81751">
                  <c:v>46009.677777777782</c:v>
                </c:pt>
                <c:pt idx="81752">
                  <c:v>45970.427083333343</c:v>
                </c:pt>
                <c:pt idx="81753">
                  <c:v>45855.830555555563</c:v>
                </c:pt>
                <c:pt idx="81754">
                  <c:v>45893.852777777778</c:v>
                </c:pt>
                <c:pt idx="81755">
                  <c:v>45327.615277777782</c:v>
                </c:pt>
                <c:pt idx="81756">
                  <c:v>45972.897916666669</c:v>
                </c:pt>
                <c:pt idx="81757">
                  <c:v>45712.748611111107</c:v>
                </c:pt>
                <c:pt idx="81758">
                  <c:v>45932.801388888889</c:v>
                </c:pt>
                <c:pt idx="81759">
                  <c:v>45752.727083333331</c:v>
                </c:pt>
                <c:pt idx="81760">
                  <c:v>45824.765277777777</c:v>
                </c:pt>
                <c:pt idx="81761">
                  <c:v>45967.835416666669</c:v>
                </c:pt>
                <c:pt idx="81762">
                  <c:v>45868.859027777777</c:v>
                </c:pt>
                <c:pt idx="81763">
                  <c:v>45778.950694444437</c:v>
                </c:pt>
                <c:pt idx="81764">
                  <c:v>45922.679166666669</c:v>
                </c:pt>
                <c:pt idx="81765">
                  <c:v>45801.933333333327</c:v>
                </c:pt>
                <c:pt idx="81766">
                  <c:v>45885.6875</c:v>
                </c:pt>
                <c:pt idx="81767">
                  <c:v>45849.459722222222</c:v>
                </c:pt>
                <c:pt idx="81768">
                  <c:v>45902.338888888888</c:v>
                </c:pt>
                <c:pt idx="81769">
                  <c:v>45453.504861111112</c:v>
                </c:pt>
                <c:pt idx="81770">
                  <c:v>45666.745833333327</c:v>
                </c:pt>
                <c:pt idx="81771">
                  <c:v>45765.856944444437</c:v>
                </c:pt>
                <c:pt idx="81772">
                  <c:v>45558.813888888893</c:v>
                </c:pt>
                <c:pt idx="81773">
                  <c:v>45413.82916666667</c:v>
                </c:pt>
                <c:pt idx="81774">
                  <c:v>45314.51666666667</c:v>
                </c:pt>
                <c:pt idx="81775">
                  <c:v>45370.427777777782</c:v>
                </c:pt>
                <c:pt idx="81776">
                  <c:v>45814.547222222223</c:v>
                </c:pt>
                <c:pt idx="81777">
                  <c:v>45761.782638888893</c:v>
                </c:pt>
                <c:pt idx="81778">
                  <c:v>45809.568749999999</c:v>
                </c:pt>
                <c:pt idx="81779">
                  <c:v>46016.645833333343</c:v>
                </c:pt>
                <c:pt idx="81780">
                  <c:v>45966.457638888889</c:v>
                </c:pt>
                <c:pt idx="81781">
                  <c:v>45643.660416666673</c:v>
                </c:pt>
                <c:pt idx="81782">
                  <c:v>45846.498611111107</c:v>
                </c:pt>
                <c:pt idx="81783">
                  <c:v>45729.496527777781</c:v>
                </c:pt>
                <c:pt idx="81784">
                  <c:v>45744.381944444453</c:v>
                </c:pt>
                <c:pt idx="81785">
                  <c:v>45884.443749999999</c:v>
                </c:pt>
                <c:pt idx="81786">
                  <c:v>45958.469444444447</c:v>
                </c:pt>
                <c:pt idx="81787">
                  <c:v>45830.223611111112</c:v>
                </c:pt>
                <c:pt idx="81788">
                  <c:v>45948.847916666673</c:v>
                </c:pt>
                <c:pt idx="81789">
                  <c:v>45994.318055555559</c:v>
                </c:pt>
                <c:pt idx="81790">
                  <c:v>45802.512499999997</c:v>
                </c:pt>
                <c:pt idx="81791">
                  <c:v>45703.771527777782</c:v>
                </c:pt>
                <c:pt idx="81792">
                  <c:v>45851.986111111109</c:v>
                </c:pt>
                <c:pt idx="81793">
                  <c:v>45887.369444444441</c:v>
                </c:pt>
                <c:pt idx="81794">
                  <c:v>46003.232638888891</c:v>
                </c:pt>
                <c:pt idx="81795">
                  <c:v>45788.995833333327</c:v>
                </c:pt>
                <c:pt idx="81796">
                  <c:v>45930.634722222218</c:v>
                </c:pt>
                <c:pt idx="81797">
                  <c:v>45966.90902777778</c:v>
                </c:pt>
                <c:pt idx="81798">
                  <c:v>45461.820138888892</c:v>
                </c:pt>
                <c:pt idx="81799">
                  <c:v>45464.504166666673</c:v>
                </c:pt>
                <c:pt idx="81800">
                  <c:v>45703.720833333333</c:v>
                </c:pt>
                <c:pt idx="81801">
                  <c:v>45534.865972222222</c:v>
                </c:pt>
                <c:pt idx="81802">
                  <c:v>45576.575694444437</c:v>
                </c:pt>
                <c:pt idx="81803">
                  <c:v>45749.578472222223</c:v>
                </c:pt>
                <c:pt idx="81804">
                  <c:v>45409.599305555559</c:v>
                </c:pt>
                <c:pt idx="81805">
                  <c:v>45857.527083333327</c:v>
                </c:pt>
                <c:pt idx="81806">
                  <c:v>45915.747916666667</c:v>
                </c:pt>
                <c:pt idx="81807">
                  <c:v>45940.765972222223</c:v>
                </c:pt>
                <c:pt idx="81808">
                  <c:v>45884.776388888888</c:v>
                </c:pt>
                <c:pt idx="81809">
                  <c:v>45805.621527777781</c:v>
                </c:pt>
                <c:pt idx="81810">
                  <c:v>45727.000694444447</c:v>
                </c:pt>
                <c:pt idx="81811">
                  <c:v>45713.597222222219</c:v>
                </c:pt>
                <c:pt idx="81812">
                  <c:v>45713.597222222219</c:v>
                </c:pt>
                <c:pt idx="81813">
                  <c:v>45952.477777777778</c:v>
                </c:pt>
                <c:pt idx="81814">
                  <c:v>45952.477777777778</c:v>
                </c:pt>
                <c:pt idx="81815">
                  <c:v>45304.717361111107</c:v>
                </c:pt>
                <c:pt idx="81816">
                  <c:v>45994.755555555559</c:v>
                </c:pt>
                <c:pt idx="81817">
                  <c:v>45304.717361111107</c:v>
                </c:pt>
                <c:pt idx="81818">
                  <c:v>45792.809027777781</c:v>
                </c:pt>
                <c:pt idx="81819">
                  <c:v>45792.809027777781</c:v>
                </c:pt>
                <c:pt idx="81820">
                  <c:v>45509.770138888889</c:v>
                </c:pt>
                <c:pt idx="81821">
                  <c:v>45509.770138888889</c:v>
                </c:pt>
                <c:pt idx="81822">
                  <c:v>45994.755555555559</c:v>
                </c:pt>
                <c:pt idx="81823">
                  <c:v>45941.510416666657</c:v>
                </c:pt>
                <c:pt idx="81824">
                  <c:v>45639.76458333333</c:v>
                </c:pt>
                <c:pt idx="81825">
                  <c:v>45694.179861111108</c:v>
                </c:pt>
                <c:pt idx="81826">
                  <c:v>45722.760416666657</c:v>
                </c:pt>
                <c:pt idx="81827">
                  <c:v>45569.475694444453</c:v>
                </c:pt>
                <c:pt idx="81828">
                  <c:v>45745.682638888888</c:v>
                </c:pt>
                <c:pt idx="81829">
                  <c:v>45778.727777777778</c:v>
                </c:pt>
                <c:pt idx="81830">
                  <c:v>45602.478472222218</c:v>
                </c:pt>
                <c:pt idx="81831">
                  <c:v>45661.46597222222</c:v>
                </c:pt>
                <c:pt idx="81832">
                  <c:v>45555.845833333333</c:v>
                </c:pt>
                <c:pt idx="81833">
                  <c:v>45348.805555555547</c:v>
                </c:pt>
                <c:pt idx="81834">
                  <c:v>45446.002083333333</c:v>
                </c:pt>
                <c:pt idx="81835">
                  <c:v>45851.521527777782</c:v>
                </c:pt>
                <c:pt idx="81836">
                  <c:v>45335.699305555558</c:v>
                </c:pt>
                <c:pt idx="81837">
                  <c:v>45383.811111111107</c:v>
                </c:pt>
                <c:pt idx="81838">
                  <c:v>45319.633333333331</c:v>
                </c:pt>
                <c:pt idx="81839">
                  <c:v>45926.503472222219</c:v>
                </c:pt>
                <c:pt idx="81840">
                  <c:v>45729.82916666667</c:v>
                </c:pt>
                <c:pt idx="81841">
                  <c:v>45366.62222222222</c:v>
                </c:pt>
                <c:pt idx="81842">
                  <c:v>45761.740277777782</c:v>
                </c:pt>
                <c:pt idx="81843">
                  <c:v>45740.622916666667</c:v>
                </c:pt>
                <c:pt idx="81844">
                  <c:v>45826.491666666669</c:v>
                </c:pt>
                <c:pt idx="81845">
                  <c:v>45744.990972222222</c:v>
                </c:pt>
                <c:pt idx="81846">
                  <c:v>45677.984722222223</c:v>
                </c:pt>
                <c:pt idx="81847">
                  <c:v>45857.045138888891</c:v>
                </c:pt>
                <c:pt idx="81848">
                  <c:v>45973.92083333333</c:v>
                </c:pt>
                <c:pt idx="81849">
                  <c:v>45581.576388888891</c:v>
                </c:pt>
                <c:pt idx="81850">
                  <c:v>45929.936111111107</c:v>
                </c:pt>
                <c:pt idx="81851">
                  <c:v>45624.984027777777</c:v>
                </c:pt>
                <c:pt idx="81852">
                  <c:v>45859.405555555553</c:v>
                </c:pt>
                <c:pt idx="81853">
                  <c:v>45916.602083333331</c:v>
                </c:pt>
                <c:pt idx="81854">
                  <c:v>45728.479861111111</c:v>
                </c:pt>
                <c:pt idx="81855">
                  <c:v>45756.220138888893</c:v>
                </c:pt>
                <c:pt idx="81856">
                  <c:v>45840.421527777777</c:v>
                </c:pt>
                <c:pt idx="81857">
                  <c:v>45814.664583333331</c:v>
                </c:pt>
                <c:pt idx="81858">
                  <c:v>45876.521527777782</c:v>
                </c:pt>
                <c:pt idx="81859">
                  <c:v>45939.338888888888</c:v>
                </c:pt>
                <c:pt idx="81860">
                  <c:v>45893.61041666667</c:v>
                </c:pt>
                <c:pt idx="81861">
                  <c:v>45762.455555555563</c:v>
                </c:pt>
                <c:pt idx="81862">
                  <c:v>45922.886111111111</c:v>
                </c:pt>
                <c:pt idx="81863">
                  <c:v>45470.25</c:v>
                </c:pt>
                <c:pt idx="81864">
                  <c:v>45315.055555555547</c:v>
                </c:pt>
                <c:pt idx="81865">
                  <c:v>45551.810416666667</c:v>
                </c:pt>
                <c:pt idx="81866">
                  <c:v>45576.118750000001</c:v>
                </c:pt>
                <c:pt idx="81867">
                  <c:v>45929.058333333327</c:v>
                </c:pt>
                <c:pt idx="81868">
                  <c:v>45637.023611111108</c:v>
                </c:pt>
                <c:pt idx="81869">
                  <c:v>45693.003472222219</c:v>
                </c:pt>
                <c:pt idx="81870">
                  <c:v>45785.555555555547</c:v>
                </c:pt>
                <c:pt idx="81871">
                  <c:v>45491.089583333327</c:v>
                </c:pt>
                <c:pt idx="81872">
                  <c:v>45399.086111111108</c:v>
                </c:pt>
                <c:pt idx="81873">
                  <c:v>45696.649305555547</c:v>
                </c:pt>
                <c:pt idx="81874">
                  <c:v>45712.871527777781</c:v>
                </c:pt>
                <c:pt idx="81875">
                  <c:v>45778.635416666657</c:v>
                </c:pt>
                <c:pt idx="81876">
                  <c:v>45596.031944444447</c:v>
                </c:pt>
                <c:pt idx="81877">
                  <c:v>45501.040277777778</c:v>
                </c:pt>
                <c:pt idx="81878">
                  <c:v>45476.992361111108</c:v>
                </c:pt>
                <c:pt idx="81879">
                  <c:v>45737.450694444437</c:v>
                </c:pt>
                <c:pt idx="81880">
                  <c:v>45533.11041666667</c:v>
                </c:pt>
                <c:pt idx="81881">
                  <c:v>45573.460416666669</c:v>
                </c:pt>
                <c:pt idx="81882">
                  <c:v>45860.436805555553</c:v>
                </c:pt>
                <c:pt idx="81883">
                  <c:v>45831.447916666657</c:v>
                </c:pt>
                <c:pt idx="81884">
                  <c:v>45767.95208333333</c:v>
                </c:pt>
                <c:pt idx="81885">
                  <c:v>45804.679166666669</c:v>
                </c:pt>
                <c:pt idx="81886">
                  <c:v>45713.559027777781</c:v>
                </c:pt>
                <c:pt idx="81887">
                  <c:v>45954.759722222218</c:v>
                </c:pt>
                <c:pt idx="81888">
                  <c:v>45756.681250000001</c:v>
                </c:pt>
                <c:pt idx="81889">
                  <c:v>45897.430555555547</c:v>
                </c:pt>
                <c:pt idx="81890">
                  <c:v>45955.635416666657</c:v>
                </c:pt>
                <c:pt idx="81891">
                  <c:v>45858.338888888888</c:v>
                </c:pt>
                <c:pt idx="81892">
                  <c:v>45895.480555555558</c:v>
                </c:pt>
                <c:pt idx="81893">
                  <c:v>45916.463888888888</c:v>
                </c:pt>
                <c:pt idx="81894">
                  <c:v>46019.296527777777</c:v>
                </c:pt>
                <c:pt idx="81895">
                  <c:v>45793.480555555558</c:v>
                </c:pt>
                <c:pt idx="81896">
                  <c:v>45938.212500000001</c:v>
                </c:pt>
                <c:pt idx="81897">
                  <c:v>45865.504861111112</c:v>
                </c:pt>
                <c:pt idx="81898">
                  <c:v>45846.79791666667</c:v>
                </c:pt>
                <c:pt idx="81899">
                  <c:v>45643.297222222223</c:v>
                </c:pt>
                <c:pt idx="81900">
                  <c:v>46009.421527777777</c:v>
                </c:pt>
                <c:pt idx="81901">
                  <c:v>45517.856249999997</c:v>
                </c:pt>
                <c:pt idx="81902">
                  <c:v>45376.598611111112</c:v>
                </c:pt>
                <c:pt idx="81903">
                  <c:v>45397.867361111108</c:v>
                </c:pt>
                <c:pt idx="81904">
                  <c:v>45327.895833333343</c:v>
                </c:pt>
                <c:pt idx="81905">
                  <c:v>45356.52847222222</c:v>
                </c:pt>
                <c:pt idx="81906">
                  <c:v>45841.651388888888</c:v>
                </c:pt>
                <c:pt idx="81907">
                  <c:v>45841.651388888888</c:v>
                </c:pt>
                <c:pt idx="81908">
                  <c:v>45459.921527777777</c:v>
                </c:pt>
                <c:pt idx="81909">
                  <c:v>45561.717361111107</c:v>
                </c:pt>
                <c:pt idx="81910">
                  <c:v>45985.788194444453</c:v>
                </c:pt>
                <c:pt idx="81911">
                  <c:v>45788.817361111112</c:v>
                </c:pt>
                <c:pt idx="81912">
                  <c:v>45918.669444444437</c:v>
                </c:pt>
                <c:pt idx="81913">
                  <c:v>45337.69027777778</c:v>
                </c:pt>
                <c:pt idx="81914">
                  <c:v>45837.427777777782</c:v>
                </c:pt>
                <c:pt idx="81915">
                  <c:v>45845.924305555563</c:v>
                </c:pt>
                <c:pt idx="81916">
                  <c:v>45519.886805555558</c:v>
                </c:pt>
                <c:pt idx="81917">
                  <c:v>45463.553472222222</c:v>
                </c:pt>
                <c:pt idx="81918">
                  <c:v>45845.513194444437</c:v>
                </c:pt>
                <c:pt idx="81919">
                  <c:v>45839.71597222222</c:v>
                </c:pt>
                <c:pt idx="81920">
                  <c:v>45398.834027777782</c:v>
                </c:pt>
                <c:pt idx="81921">
                  <c:v>45568.756249999999</c:v>
                </c:pt>
                <c:pt idx="81922">
                  <c:v>45652.986805555563</c:v>
                </c:pt>
                <c:pt idx="81923">
                  <c:v>45657.26458333333</c:v>
                </c:pt>
                <c:pt idx="81924">
                  <c:v>45937.375</c:v>
                </c:pt>
                <c:pt idx="81925">
                  <c:v>45753.364583333343</c:v>
                </c:pt>
                <c:pt idx="81926">
                  <c:v>45936.859722222223</c:v>
                </c:pt>
                <c:pt idx="81927">
                  <c:v>45879.92083333333</c:v>
                </c:pt>
                <c:pt idx="81928">
                  <c:v>45958.506249999999</c:v>
                </c:pt>
                <c:pt idx="81929">
                  <c:v>45818.904166666667</c:v>
                </c:pt>
                <c:pt idx="81930">
                  <c:v>45844.550694444442</c:v>
                </c:pt>
                <c:pt idx="81931">
                  <c:v>45342.383333333331</c:v>
                </c:pt>
                <c:pt idx="81932">
                  <c:v>45940.422222222223</c:v>
                </c:pt>
                <c:pt idx="81933">
                  <c:v>45524.509027777778</c:v>
                </c:pt>
                <c:pt idx="81934">
                  <c:v>45782.481249999997</c:v>
                </c:pt>
                <c:pt idx="81935">
                  <c:v>45974.373611111107</c:v>
                </c:pt>
                <c:pt idx="81936">
                  <c:v>45776.694444444453</c:v>
                </c:pt>
                <c:pt idx="81937">
                  <c:v>45842.397222222222</c:v>
                </c:pt>
                <c:pt idx="81938">
                  <c:v>45414.37777777778</c:v>
                </c:pt>
                <c:pt idx="81939">
                  <c:v>45711.604861111111</c:v>
                </c:pt>
                <c:pt idx="81940">
                  <c:v>45842.397222222222</c:v>
                </c:pt>
                <c:pt idx="81941">
                  <c:v>45570.711111111108</c:v>
                </c:pt>
                <c:pt idx="81942">
                  <c:v>45570.711111111108</c:v>
                </c:pt>
                <c:pt idx="81943">
                  <c:v>45974.373611111107</c:v>
                </c:pt>
                <c:pt idx="81944">
                  <c:v>45885.396527777782</c:v>
                </c:pt>
                <c:pt idx="81945">
                  <c:v>45726.609027777777</c:v>
                </c:pt>
                <c:pt idx="81946">
                  <c:v>45774.622916666667</c:v>
                </c:pt>
                <c:pt idx="81947">
                  <c:v>45726.609027777777</c:v>
                </c:pt>
                <c:pt idx="81948">
                  <c:v>45774.622916666667</c:v>
                </c:pt>
                <c:pt idx="81949">
                  <c:v>45348.65625</c:v>
                </c:pt>
                <c:pt idx="81950">
                  <c:v>45348.65625</c:v>
                </c:pt>
                <c:pt idx="81951">
                  <c:v>45577.814583333333</c:v>
                </c:pt>
                <c:pt idx="81952">
                  <c:v>45577.814583333333</c:v>
                </c:pt>
                <c:pt idx="81953">
                  <c:v>45711.604861111111</c:v>
                </c:pt>
                <c:pt idx="81954">
                  <c:v>45414.37777777778</c:v>
                </c:pt>
                <c:pt idx="81955">
                  <c:v>45885.396527777782</c:v>
                </c:pt>
                <c:pt idx="81956">
                  <c:v>45776.694444444453</c:v>
                </c:pt>
                <c:pt idx="81957">
                  <c:v>45292.277083333327</c:v>
                </c:pt>
                <c:pt idx="81958">
                  <c:v>45292.277083333327</c:v>
                </c:pt>
                <c:pt idx="81959">
                  <c:v>46006.630555555559</c:v>
                </c:pt>
                <c:pt idx="81960">
                  <c:v>45801.447916666657</c:v>
                </c:pt>
                <c:pt idx="81961">
                  <c:v>45981.775694444441</c:v>
                </c:pt>
                <c:pt idx="81962">
                  <c:v>45966.770833333343</c:v>
                </c:pt>
                <c:pt idx="81963">
                  <c:v>46002.77847222222</c:v>
                </c:pt>
                <c:pt idx="81964">
                  <c:v>45572.791666666657</c:v>
                </c:pt>
                <c:pt idx="81965">
                  <c:v>45835.895138888889</c:v>
                </c:pt>
                <c:pt idx="81966">
                  <c:v>45898.783333333333</c:v>
                </c:pt>
                <c:pt idx="81967">
                  <c:v>45420.822222222218</c:v>
                </c:pt>
                <c:pt idx="81968">
                  <c:v>45924.729166666657</c:v>
                </c:pt>
                <c:pt idx="81969">
                  <c:v>45928.820138888892</c:v>
                </c:pt>
                <c:pt idx="81970">
                  <c:v>45828.605555555558</c:v>
                </c:pt>
                <c:pt idx="81971">
                  <c:v>45810.751388888893</c:v>
                </c:pt>
                <c:pt idx="81972">
                  <c:v>45526.743750000001</c:v>
                </c:pt>
                <c:pt idx="81973">
                  <c:v>45771.675694444442</c:v>
                </c:pt>
                <c:pt idx="81974">
                  <c:v>45577.638888888891</c:v>
                </c:pt>
                <c:pt idx="81975">
                  <c:v>45677.393055555563</c:v>
                </c:pt>
                <c:pt idx="81976">
                  <c:v>45713.921527777777</c:v>
                </c:pt>
                <c:pt idx="81977">
                  <c:v>45865.375</c:v>
                </c:pt>
                <c:pt idx="81978">
                  <c:v>45865.370833333327</c:v>
                </c:pt>
                <c:pt idx="81979">
                  <c:v>45655.518055555563</c:v>
                </c:pt>
                <c:pt idx="81980">
                  <c:v>45890.188888888893</c:v>
                </c:pt>
                <c:pt idx="81981">
                  <c:v>45950.868055555547</c:v>
                </c:pt>
                <c:pt idx="81982">
                  <c:v>45849.529861111107</c:v>
                </c:pt>
                <c:pt idx="81983">
                  <c:v>45761.416666666657</c:v>
                </c:pt>
                <c:pt idx="81984">
                  <c:v>45510.646527777782</c:v>
                </c:pt>
                <c:pt idx="81985">
                  <c:v>45740.6</c:v>
                </c:pt>
                <c:pt idx="81986">
                  <c:v>45826.495833333327</c:v>
                </c:pt>
                <c:pt idx="81987">
                  <c:v>45661.699305555558</c:v>
                </c:pt>
                <c:pt idx="81988">
                  <c:v>45776.100694444453</c:v>
                </c:pt>
                <c:pt idx="81989">
                  <c:v>45883.542361111111</c:v>
                </c:pt>
                <c:pt idx="81990">
                  <c:v>45699.672222222223</c:v>
                </c:pt>
                <c:pt idx="81991">
                  <c:v>45489.957638888889</c:v>
                </c:pt>
                <c:pt idx="81992">
                  <c:v>45596.473611111112</c:v>
                </c:pt>
                <c:pt idx="81993">
                  <c:v>45782.013194444437</c:v>
                </c:pt>
                <c:pt idx="81994">
                  <c:v>45438.97152777778</c:v>
                </c:pt>
                <c:pt idx="81995">
                  <c:v>45560.609722222223</c:v>
                </c:pt>
                <c:pt idx="81996">
                  <c:v>45726.859722222223</c:v>
                </c:pt>
                <c:pt idx="81997">
                  <c:v>45602.515277777777</c:v>
                </c:pt>
                <c:pt idx="81998">
                  <c:v>45310.476388888892</c:v>
                </c:pt>
                <c:pt idx="81999">
                  <c:v>45564.727083333331</c:v>
                </c:pt>
                <c:pt idx="82000">
                  <c:v>45333.907638888893</c:v>
                </c:pt>
                <c:pt idx="82001">
                  <c:v>45625.885416666657</c:v>
                </c:pt>
                <c:pt idx="82002">
                  <c:v>45534.632638888892</c:v>
                </c:pt>
                <c:pt idx="82003">
                  <c:v>45719.844444444447</c:v>
                </c:pt>
                <c:pt idx="82004">
                  <c:v>45692.115277777782</c:v>
                </c:pt>
                <c:pt idx="82005">
                  <c:v>45517.654166666667</c:v>
                </c:pt>
                <c:pt idx="82006">
                  <c:v>45357.054166666669</c:v>
                </c:pt>
                <c:pt idx="82007">
                  <c:v>45597.144444444442</c:v>
                </c:pt>
                <c:pt idx="82008">
                  <c:v>45778.729166666657</c:v>
                </c:pt>
                <c:pt idx="82009">
                  <c:v>45851.947222222218</c:v>
                </c:pt>
                <c:pt idx="82010">
                  <c:v>45896.724999999999</c:v>
                </c:pt>
                <c:pt idx="82011">
                  <c:v>45812.26666666667</c:v>
                </c:pt>
                <c:pt idx="82012">
                  <c:v>45989.314583333333</c:v>
                </c:pt>
                <c:pt idx="82013">
                  <c:v>45946.51458333333</c:v>
                </c:pt>
                <c:pt idx="82014">
                  <c:v>45987.458333333343</c:v>
                </c:pt>
                <c:pt idx="82015">
                  <c:v>45989.410416666673</c:v>
                </c:pt>
                <c:pt idx="82016">
                  <c:v>45775.004166666673</c:v>
                </c:pt>
                <c:pt idx="82017">
                  <c:v>46020.84097222222</c:v>
                </c:pt>
                <c:pt idx="82018">
                  <c:v>45957.017361111109</c:v>
                </c:pt>
                <c:pt idx="82019">
                  <c:v>45957.027083333327</c:v>
                </c:pt>
                <c:pt idx="82020">
                  <c:v>45757.673611111109</c:v>
                </c:pt>
                <c:pt idx="82021">
                  <c:v>45653.429166666669</c:v>
                </c:pt>
                <c:pt idx="82022">
                  <c:v>45433.872916666667</c:v>
                </c:pt>
                <c:pt idx="82023">
                  <c:v>46005.113194444442</c:v>
                </c:pt>
                <c:pt idx="82024">
                  <c:v>45326.847222222219</c:v>
                </c:pt>
                <c:pt idx="82025">
                  <c:v>45522.727083333331</c:v>
                </c:pt>
                <c:pt idx="82026">
                  <c:v>45748.779166666667</c:v>
                </c:pt>
                <c:pt idx="82027">
                  <c:v>45845.65347222222</c:v>
                </c:pt>
                <c:pt idx="82028">
                  <c:v>45956.581944444442</c:v>
                </c:pt>
                <c:pt idx="82029">
                  <c:v>45589.614583333343</c:v>
                </c:pt>
                <c:pt idx="82030">
                  <c:v>45692.820833333331</c:v>
                </c:pt>
                <c:pt idx="82031">
                  <c:v>46019.421527777777</c:v>
                </c:pt>
                <c:pt idx="82032">
                  <c:v>45977.504166666673</c:v>
                </c:pt>
                <c:pt idx="82033">
                  <c:v>45879.731944444437</c:v>
                </c:pt>
                <c:pt idx="82034">
                  <c:v>45803.82708333333</c:v>
                </c:pt>
                <c:pt idx="82035">
                  <c:v>45300.828472222223</c:v>
                </c:pt>
                <c:pt idx="82036">
                  <c:v>45874.57916666667</c:v>
                </c:pt>
                <c:pt idx="82037">
                  <c:v>45547.775694444441</c:v>
                </c:pt>
                <c:pt idx="82038">
                  <c:v>45380.826388888891</c:v>
                </c:pt>
                <c:pt idx="82039">
                  <c:v>45745.011805555558</c:v>
                </c:pt>
                <c:pt idx="82040">
                  <c:v>45668.951388888891</c:v>
                </c:pt>
                <c:pt idx="82041">
                  <c:v>45973.571527777778</c:v>
                </c:pt>
                <c:pt idx="82042">
                  <c:v>45423.384027777778</c:v>
                </c:pt>
                <c:pt idx="82043">
                  <c:v>45973.571527777778</c:v>
                </c:pt>
                <c:pt idx="82044">
                  <c:v>45423.384027777778</c:v>
                </c:pt>
                <c:pt idx="82045">
                  <c:v>45912.455555555563</c:v>
                </c:pt>
                <c:pt idx="82046">
                  <c:v>45912.455555555563</c:v>
                </c:pt>
                <c:pt idx="82047">
                  <c:v>45514.706250000003</c:v>
                </c:pt>
                <c:pt idx="82048">
                  <c:v>45841.905555555553</c:v>
                </c:pt>
                <c:pt idx="82049">
                  <c:v>45768.859722222223</c:v>
                </c:pt>
                <c:pt idx="82050">
                  <c:v>45712.796527777777</c:v>
                </c:pt>
                <c:pt idx="82051">
                  <c:v>45618.838888888888</c:v>
                </c:pt>
                <c:pt idx="82052">
                  <c:v>45924.543055555558</c:v>
                </c:pt>
                <c:pt idx="82053">
                  <c:v>45740.747916666667</c:v>
                </c:pt>
                <c:pt idx="82054">
                  <c:v>45686.686111111107</c:v>
                </c:pt>
                <c:pt idx="82055">
                  <c:v>45955.242361111108</c:v>
                </c:pt>
                <c:pt idx="82056">
                  <c:v>45828.374305555553</c:v>
                </c:pt>
                <c:pt idx="82057">
                  <c:v>45499.248611111107</c:v>
                </c:pt>
                <c:pt idx="82058">
                  <c:v>45454.786111111112</c:v>
                </c:pt>
                <c:pt idx="82059">
                  <c:v>45891.909722222219</c:v>
                </c:pt>
                <c:pt idx="82060">
                  <c:v>45705.623611111107</c:v>
                </c:pt>
                <c:pt idx="82061">
                  <c:v>46012.850694444453</c:v>
                </c:pt>
                <c:pt idx="82062">
                  <c:v>45971.21597222222</c:v>
                </c:pt>
                <c:pt idx="82063">
                  <c:v>45467.152083333327</c:v>
                </c:pt>
                <c:pt idx="82064">
                  <c:v>45904.468055555553</c:v>
                </c:pt>
                <c:pt idx="82065">
                  <c:v>45673.535416666673</c:v>
                </c:pt>
                <c:pt idx="82066">
                  <c:v>45932.797222222223</c:v>
                </c:pt>
                <c:pt idx="82067">
                  <c:v>45904.469444444447</c:v>
                </c:pt>
                <c:pt idx="82068">
                  <c:v>45853.626388888893</c:v>
                </c:pt>
                <c:pt idx="82069">
                  <c:v>45707.630555555559</c:v>
                </c:pt>
                <c:pt idx="82070">
                  <c:v>45692.781944444447</c:v>
                </c:pt>
                <c:pt idx="82071">
                  <c:v>45855.361111111109</c:v>
                </c:pt>
                <c:pt idx="82072">
                  <c:v>45829.579861111109</c:v>
                </c:pt>
                <c:pt idx="82073">
                  <c:v>45806.681250000001</c:v>
                </c:pt>
                <c:pt idx="82074">
                  <c:v>45751.439583333333</c:v>
                </c:pt>
                <c:pt idx="82075">
                  <c:v>45780.313888888893</c:v>
                </c:pt>
                <c:pt idx="82076">
                  <c:v>45643.9</c:v>
                </c:pt>
                <c:pt idx="82077">
                  <c:v>45838.430555555547</c:v>
                </c:pt>
                <c:pt idx="82078">
                  <c:v>45722.282638888893</c:v>
                </c:pt>
                <c:pt idx="82079">
                  <c:v>45819.78125</c:v>
                </c:pt>
                <c:pt idx="82080">
                  <c:v>45662.573611111111</c:v>
                </c:pt>
                <c:pt idx="82081">
                  <c:v>45946.462500000001</c:v>
                </c:pt>
                <c:pt idx="82082">
                  <c:v>45975.381249999999</c:v>
                </c:pt>
                <c:pt idx="82083">
                  <c:v>45998.622916666667</c:v>
                </c:pt>
                <c:pt idx="82084">
                  <c:v>45460.106249999997</c:v>
                </c:pt>
                <c:pt idx="82085">
                  <c:v>45393.085416666669</c:v>
                </c:pt>
                <c:pt idx="82086">
                  <c:v>45754.668055555558</c:v>
                </c:pt>
                <c:pt idx="82087">
                  <c:v>45877.783333333333</c:v>
                </c:pt>
                <c:pt idx="82088">
                  <c:v>45627.76666666667</c:v>
                </c:pt>
                <c:pt idx="82089">
                  <c:v>45780.939583333333</c:v>
                </c:pt>
                <c:pt idx="82090">
                  <c:v>45923.84097222222</c:v>
                </c:pt>
                <c:pt idx="82091">
                  <c:v>45819.844444444447</c:v>
                </c:pt>
                <c:pt idx="82092">
                  <c:v>45691.741666666669</c:v>
                </c:pt>
                <c:pt idx="82093">
                  <c:v>45568.410416666673</c:v>
                </c:pt>
                <c:pt idx="82094">
                  <c:v>45716.643750000003</c:v>
                </c:pt>
                <c:pt idx="82095">
                  <c:v>45659.498611111107</c:v>
                </c:pt>
                <c:pt idx="82096">
                  <c:v>45838.656944444447</c:v>
                </c:pt>
                <c:pt idx="82097">
                  <c:v>45808.999305555553</c:v>
                </c:pt>
                <c:pt idx="82098">
                  <c:v>45725.551388888889</c:v>
                </c:pt>
                <c:pt idx="82099">
                  <c:v>45692.469444444447</c:v>
                </c:pt>
                <c:pt idx="82100">
                  <c:v>45671.664583333331</c:v>
                </c:pt>
                <c:pt idx="82101">
                  <c:v>45783.445138888892</c:v>
                </c:pt>
                <c:pt idx="82102">
                  <c:v>46004.513888888891</c:v>
                </c:pt>
                <c:pt idx="82103">
                  <c:v>45768.593055555553</c:v>
                </c:pt>
                <c:pt idx="82104">
                  <c:v>45604.481249999997</c:v>
                </c:pt>
                <c:pt idx="82105">
                  <c:v>45639.574305555558</c:v>
                </c:pt>
                <c:pt idx="82106">
                  <c:v>45494.750694444447</c:v>
                </c:pt>
                <c:pt idx="82107">
                  <c:v>45490.556944444441</c:v>
                </c:pt>
                <c:pt idx="82108">
                  <c:v>45894.520833333343</c:v>
                </c:pt>
                <c:pt idx="82109">
                  <c:v>45653.919444444437</c:v>
                </c:pt>
                <c:pt idx="82110">
                  <c:v>45889.361805555563</c:v>
                </c:pt>
                <c:pt idx="82111">
                  <c:v>45600.901388888888</c:v>
                </c:pt>
                <c:pt idx="82112">
                  <c:v>45569.637499999997</c:v>
                </c:pt>
                <c:pt idx="82113">
                  <c:v>45985.311805555553</c:v>
                </c:pt>
                <c:pt idx="82114">
                  <c:v>45705.668055555558</c:v>
                </c:pt>
                <c:pt idx="82115">
                  <c:v>45346.816666666673</c:v>
                </c:pt>
                <c:pt idx="82116">
                  <c:v>45374.535416666673</c:v>
                </c:pt>
                <c:pt idx="82117">
                  <c:v>45449.62222222222</c:v>
                </c:pt>
                <c:pt idx="82118">
                  <c:v>45404.691666666673</c:v>
                </c:pt>
                <c:pt idx="82119">
                  <c:v>45382.410416666673</c:v>
                </c:pt>
                <c:pt idx="82120">
                  <c:v>45496.400694444441</c:v>
                </c:pt>
                <c:pt idx="82121">
                  <c:v>45648.410416666673</c:v>
                </c:pt>
                <c:pt idx="82122">
                  <c:v>45625.871527777781</c:v>
                </c:pt>
                <c:pt idx="82123">
                  <c:v>45670.396527777782</c:v>
                </c:pt>
                <c:pt idx="82124">
                  <c:v>45809.658333333333</c:v>
                </c:pt>
                <c:pt idx="82125">
                  <c:v>45948.665972222218</c:v>
                </c:pt>
                <c:pt idx="82126">
                  <c:v>45764.522222222222</c:v>
                </c:pt>
                <c:pt idx="82127">
                  <c:v>45703.568749999999</c:v>
                </c:pt>
                <c:pt idx="82128">
                  <c:v>45732.661111111112</c:v>
                </c:pt>
                <c:pt idx="82129">
                  <c:v>45569.707638888889</c:v>
                </c:pt>
                <c:pt idx="82130">
                  <c:v>45995.912499999999</c:v>
                </c:pt>
                <c:pt idx="82131">
                  <c:v>45700.662499999999</c:v>
                </c:pt>
                <c:pt idx="82132">
                  <c:v>45859.519444444442</c:v>
                </c:pt>
                <c:pt idx="82133">
                  <c:v>45761.134027777778</c:v>
                </c:pt>
                <c:pt idx="82134">
                  <c:v>45609.56527777778</c:v>
                </c:pt>
                <c:pt idx="82135">
                  <c:v>45852.675694444442</c:v>
                </c:pt>
                <c:pt idx="82136">
                  <c:v>45402.740277777782</c:v>
                </c:pt>
                <c:pt idx="82137">
                  <c:v>45791.964583333327</c:v>
                </c:pt>
                <c:pt idx="82138">
                  <c:v>45914.982638888891</c:v>
                </c:pt>
                <c:pt idx="82139">
                  <c:v>45900.79791666667</c:v>
                </c:pt>
                <c:pt idx="82140">
                  <c:v>45737.745138888888</c:v>
                </c:pt>
                <c:pt idx="82141">
                  <c:v>45833.538194444453</c:v>
                </c:pt>
                <c:pt idx="82142">
                  <c:v>45940.463194444441</c:v>
                </c:pt>
                <c:pt idx="82143">
                  <c:v>45994.49722222222</c:v>
                </c:pt>
                <c:pt idx="82144">
                  <c:v>45666.76666666667</c:v>
                </c:pt>
                <c:pt idx="82145">
                  <c:v>45636.615277777782</c:v>
                </c:pt>
                <c:pt idx="82146">
                  <c:v>45619.42083333333</c:v>
                </c:pt>
                <c:pt idx="82147">
                  <c:v>45866.981944444437</c:v>
                </c:pt>
                <c:pt idx="82148">
                  <c:v>45932.702777777777</c:v>
                </c:pt>
                <c:pt idx="82149">
                  <c:v>46000.626388888893</c:v>
                </c:pt>
                <c:pt idx="82150">
                  <c:v>45945.102083333331</c:v>
                </c:pt>
                <c:pt idx="82151">
                  <c:v>45972.479861111111</c:v>
                </c:pt>
                <c:pt idx="82152">
                  <c:v>45911.857638888891</c:v>
                </c:pt>
                <c:pt idx="82153">
                  <c:v>45721.589583333327</c:v>
                </c:pt>
                <c:pt idx="82154">
                  <c:v>45982.702777777777</c:v>
                </c:pt>
                <c:pt idx="82155">
                  <c:v>45953.767361111109</c:v>
                </c:pt>
                <c:pt idx="82156">
                  <c:v>45833.359722222223</c:v>
                </c:pt>
                <c:pt idx="82157">
                  <c:v>45911.365277777782</c:v>
                </c:pt>
                <c:pt idx="82158">
                  <c:v>45701.924305555563</c:v>
                </c:pt>
                <c:pt idx="82159">
                  <c:v>45886.638888888891</c:v>
                </c:pt>
                <c:pt idx="82160">
                  <c:v>45681.789583333331</c:v>
                </c:pt>
                <c:pt idx="82161">
                  <c:v>45855.593055555553</c:v>
                </c:pt>
                <c:pt idx="82162">
                  <c:v>45755.6</c:v>
                </c:pt>
                <c:pt idx="82163">
                  <c:v>45725.740972222222</c:v>
                </c:pt>
                <c:pt idx="82164">
                  <c:v>45785.536805555559</c:v>
                </c:pt>
                <c:pt idx="82165">
                  <c:v>45988.9</c:v>
                </c:pt>
                <c:pt idx="82166">
                  <c:v>45810.884722222218</c:v>
                </c:pt>
                <c:pt idx="82167">
                  <c:v>45431.539583333331</c:v>
                </c:pt>
                <c:pt idx="82168">
                  <c:v>45426.499305555553</c:v>
                </c:pt>
                <c:pt idx="82169">
                  <c:v>45835.46875</c:v>
                </c:pt>
                <c:pt idx="82170">
                  <c:v>46000.617361111108</c:v>
                </c:pt>
                <c:pt idx="82171">
                  <c:v>45602.602083333331</c:v>
                </c:pt>
                <c:pt idx="82172">
                  <c:v>45396.011111111111</c:v>
                </c:pt>
                <c:pt idx="82173">
                  <c:v>45469.830555555563</c:v>
                </c:pt>
                <c:pt idx="82174">
                  <c:v>45763.504166666673</c:v>
                </c:pt>
                <c:pt idx="82175">
                  <c:v>45393.815972222219</c:v>
                </c:pt>
                <c:pt idx="82176">
                  <c:v>45903.747916666667</c:v>
                </c:pt>
                <c:pt idx="82177">
                  <c:v>45649.759722222218</c:v>
                </c:pt>
                <c:pt idx="82178">
                  <c:v>45467.410416666673</c:v>
                </c:pt>
                <c:pt idx="82179">
                  <c:v>45871.79583333333</c:v>
                </c:pt>
                <c:pt idx="82180">
                  <c:v>45321.818055555559</c:v>
                </c:pt>
                <c:pt idx="82181">
                  <c:v>45779.561111111107</c:v>
                </c:pt>
                <c:pt idx="82182">
                  <c:v>45550.597916666673</c:v>
                </c:pt>
                <c:pt idx="82183">
                  <c:v>45705.791666666657</c:v>
                </c:pt>
                <c:pt idx="82184">
                  <c:v>45988.349305555559</c:v>
                </c:pt>
                <c:pt idx="82185">
                  <c:v>45944.384027777778</c:v>
                </c:pt>
                <c:pt idx="82186">
                  <c:v>45708.320833333331</c:v>
                </c:pt>
                <c:pt idx="82187">
                  <c:v>45739.411805555559</c:v>
                </c:pt>
                <c:pt idx="82188">
                  <c:v>45614.674305555563</c:v>
                </c:pt>
                <c:pt idx="82189">
                  <c:v>45629.316666666673</c:v>
                </c:pt>
                <c:pt idx="82190">
                  <c:v>45721.756249999999</c:v>
                </c:pt>
                <c:pt idx="82191">
                  <c:v>45691.552083333343</c:v>
                </c:pt>
                <c:pt idx="82192">
                  <c:v>45680.677777777782</c:v>
                </c:pt>
                <c:pt idx="82193">
                  <c:v>45657.288194444453</c:v>
                </c:pt>
                <c:pt idx="82194">
                  <c:v>45921.981944444437</c:v>
                </c:pt>
                <c:pt idx="82195">
                  <c:v>45741.470833333333</c:v>
                </c:pt>
                <c:pt idx="82196">
                  <c:v>45665.8125</c:v>
                </c:pt>
                <c:pt idx="82197">
                  <c:v>45893.489583333343</c:v>
                </c:pt>
                <c:pt idx="82198">
                  <c:v>45922.427083333343</c:v>
                </c:pt>
                <c:pt idx="82199">
                  <c:v>45965.394444444442</c:v>
                </c:pt>
                <c:pt idx="82200">
                  <c:v>45905.449305555558</c:v>
                </c:pt>
                <c:pt idx="82201">
                  <c:v>45764.386111111111</c:v>
                </c:pt>
                <c:pt idx="82202">
                  <c:v>46010.573611111111</c:v>
                </c:pt>
                <c:pt idx="82203">
                  <c:v>45966.822222222218</c:v>
                </c:pt>
                <c:pt idx="82204">
                  <c:v>45989.740277777782</c:v>
                </c:pt>
                <c:pt idx="82205">
                  <c:v>45902.636111111111</c:v>
                </c:pt>
                <c:pt idx="82206">
                  <c:v>45763.588194444441</c:v>
                </c:pt>
                <c:pt idx="82207">
                  <c:v>45992.554166666669</c:v>
                </c:pt>
                <c:pt idx="82208">
                  <c:v>45866.714583333327</c:v>
                </c:pt>
                <c:pt idx="82209">
                  <c:v>45833.408333333333</c:v>
                </c:pt>
                <c:pt idx="82210">
                  <c:v>45958.552083333343</c:v>
                </c:pt>
                <c:pt idx="82211">
                  <c:v>45930.434027777781</c:v>
                </c:pt>
                <c:pt idx="82212">
                  <c:v>45866.551388888889</c:v>
                </c:pt>
                <c:pt idx="82213">
                  <c:v>45748.461111111108</c:v>
                </c:pt>
                <c:pt idx="82214">
                  <c:v>45748.426388888889</c:v>
                </c:pt>
                <c:pt idx="82215">
                  <c:v>45748.418055555558</c:v>
                </c:pt>
                <c:pt idx="82216">
                  <c:v>45763.652083333327</c:v>
                </c:pt>
                <c:pt idx="82217">
                  <c:v>45992.660416666673</c:v>
                </c:pt>
                <c:pt idx="82218">
                  <c:v>45953.647222222222</c:v>
                </c:pt>
                <c:pt idx="82219">
                  <c:v>45763.638194444437</c:v>
                </c:pt>
                <c:pt idx="82220">
                  <c:v>45967.0625</c:v>
                </c:pt>
                <c:pt idx="82221">
                  <c:v>45791.75</c:v>
                </c:pt>
                <c:pt idx="82222">
                  <c:v>46018.568749999999</c:v>
                </c:pt>
                <c:pt idx="82223">
                  <c:v>45842.62222222222</c:v>
                </c:pt>
                <c:pt idx="82224">
                  <c:v>45799.907638888893</c:v>
                </c:pt>
                <c:pt idx="82225">
                  <c:v>45857.720833333333</c:v>
                </c:pt>
                <c:pt idx="82226">
                  <c:v>45827.606249999997</c:v>
                </c:pt>
                <c:pt idx="82227">
                  <c:v>45983.854166666657</c:v>
                </c:pt>
                <c:pt idx="82228">
                  <c:v>45680.265277777777</c:v>
                </c:pt>
                <c:pt idx="82229">
                  <c:v>45894.251388888893</c:v>
                </c:pt>
                <c:pt idx="82230">
                  <c:v>45645.597916666673</c:v>
                </c:pt>
                <c:pt idx="82231">
                  <c:v>45378.529861111107</c:v>
                </c:pt>
                <c:pt idx="82232">
                  <c:v>45416.490972222222</c:v>
                </c:pt>
                <c:pt idx="82233">
                  <c:v>45306.770138888889</c:v>
                </c:pt>
                <c:pt idx="82234">
                  <c:v>45687.777777777781</c:v>
                </c:pt>
                <c:pt idx="82235">
                  <c:v>45403.736805555563</c:v>
                </c:pt>
                <c:pt idx="82236">
                  <c:v>45601.921527777777</c:v>
                </c:pt>
                <c:pt idx="82237">
                  <c:v>45923.493055555547</c:v>
                </c:pt>
                <c:pt idx="82238">
                  <c:v>45768.654861111107</c:v>
                </c:pt>
                <c:pt idx="82239">
                  <c:v>45808.505555555559</c:v>
                </c:pt>
                <c:pt idx="82240">
                  <c:v>45783.78402777778</c:v>
                </c:pt>
                <c:pt idx="82241">
                  <c:v>45888.763888888891</c:v>
                </c:pt>
                <c:pt idx="82242">
                  <c:v>45759.57708333333</c:v>
                </c:pt>
                <c:pt idx="82243">
                  <c:v>45922.928472222222</c:v>
                </c:pt>
                <c:pt idx="82244">
                  <c:v>45860.853472222218</c:v>
                </c:pt>
                <c:pt idx="82245">
                  <c:v>45829.682638888888</c:v>
                </c:pt>
                <c:pt idx="82246">
                  <c:v>45993.98541666667</c:v>
                </c:pt>
                <c:pt idx="82247">
                  <c:v>45956.599305555559</c:v>
                </c:pt>
                <c:pt idx="82248">
                  <c:v>45755.145833333343</c:v>
                </c:pt>
                <c:pt idx="82249">
                  <c:v>45300.934027777781</c:v>
                </c:pt>
                <c:pt idx="82250">
                  <c:v>45342.695833333331</c:v>
                </c:pt>
                <c:pt idx="82251">
                  <c:v>45792.456944444442</c:v>
                </c:pt>
                <c:pt idx="82252">
                  <c:v>45713.043749999997</c:v>
                </c:pt>
                <c:pt idx="82253">
                  <c:v>45438.487500000003</c:v>
                </c:pt>
                <c:pt idx="82254">
                  <c:v>45670.912499999999</c:v>
                </c:pt>
                <c:pt idx="82255">
                  <c:v>45890.761805555558</c:v>
                </c:pt>
                <c:pt idx="82256">
                  <c:v>45475.575694444437</c:v>
                </c:pt>
                <c:pt idx="82257">
                  <c:v>45989.555555555547</c:v>
                </c:pt>
                <c:pt idx="82258">
                  <c:v>45929.786111111112</c:v>
                </c:pt>
                <c:pt idx="82259">
                  <c:v>45839.847222222219</c:v>
                </c:pt>
                <c:pt idx="82260">
                  <c:v>45487.506944444453</c:v>
                </c:pt>
                <c:pt idx="82261">
                  <c:v>45873.961805555547</c:v>
                </c:pt>
                <c:pt idx="82262">
                  <c:v>45646.461805555547</c:v>
                </c:pt>
                <c:pt idx="82263">
                  <c:v>46023.356944444437</c:v>
                </c:pt>
                <c:pt idx="82264">
                  <c:v>45786.73541666667</c:v>
                </c:pt>
                <c:pt idx="82265">
                  <c:v>45836.810416666667</c:v>
                </c:pt>
                <c:pt idx="82266">
                  <c:v>45911.78125</c:v>
                </c:pt>
                <c:pt idx="82267">
                  <c:v>45735.826388888891</c:v>
                </c:pt>
                <c:pt idx="82268">
                  <c:v>45857.710416666669</c:v>
                </c:pt>
                <c:pt idx="82269">
                  <c:v>45885.9</c:v>
                </c:pt>
                <c:pt idx="82270">
                  <c:v>45992.540277777778</c:v>
                </c:pt>
                <c:pt idx="82271">
                  <c:v>45659.534722222219</c:v>
                </c:pt>
                <c:pt idx="82272">
                  <c:v>45827.329861111109</c:v>
                </c:pt>
                <c:pt idx="82273">
                  <c:v>45684.245833333327</c:v>
                </c:pt>
                <c:pt idx="82274">
                  <c:v>45947.306250000001</c:v>
                </c:pt>
                <c:pt idx="82275">
                  <c:v>45726.380555555559</c:v>
                </c:pt>
                <c:pt idx="82276">
                  <c:v>45681.086805555547</c:v>
                </c:pt>
                <c:pt idx="82277">
                  <c:v>45932.668749999997</c:v>
                </c:pt>
                <c:pt idx="82278">
                  <c:v>45778.325694444437</c:v>
                </c:pt>
                <c:pt idx="82279">
                  <c:v>45681.48541666667</c:v>
                </c:pt>
                <c:pt idx="82280">
                  <c:v>45656.663888888892</c:v>
                </c:pt>
                <c:pt idx="82281">
                  <c:v>45847.418055555558</c:v>
                </c:pt>
                <c:pt idx="82282">
                  <c:v>45847.42083333333</c:v>
                </c:pt>
                <c:pt idx="82283">
                  <c:v>45929.649305555547</c:v>
                </c:pt>
                <c:pt idx="82284">
                  <c:v>45945.638194444437</c:v>
                </c:pt>
                <c:pt idx="82285">
                  <c:v>45824.539583333331</c:v>
                </c:pt>
                <c:pt idx="82286">
                  <c:v>45788.42291666667</c:v>
                </c:pt>
                <c:pt idx="82287">
                  <c:v>45840.61041666667</c:v>
                </c:pt>
                <c:pt idx="82288">
                  <c:v>45805.677777777782</c:v>
                </c:pt>
                <c:pt idx="82289">
                  <c:v>45959.722916666673</c:v>
                </c:pt>
                <c:pt idx="82290">
                  <c:v>45810.448611111111</c:v>
                </c:pt>
                <c:pt idx="82291">
                  <c:v>45747.659722222219</c:v>
                </c:pt>
                <c:pt idx="82292">
                  <c:v>45994.51666666667</c:v>
                </c:pt>
                <c:pt idx="82293">
                  <c:v>45856.785416666673</c:v>
                </c:pt>
                <c:pt idx="82294">
                  <c:v>45902.634027777778</c:v>
                </c:pt>
                <c:pt idx="82295">
                  <c:v>45803.282638888893</c:v>
                </c:pt>
                <c:pt idx="82296">
                  <c:v>45931.362500000003</c:v>
                </c:pt>
                <c:pt idx="82297">
                  <c:v>45727.496527777781</c:v>
                </c:pt>
                <c:pt idx="82298">
                  <c:v>45896.504861111112</c:v>
                </c:pt>
                <c:pt idx="82299">
                  <c:v>45434.056944444441</c:v>
                </c:pt>
                <c:pt idx="82300">
                  <c:v>45959.482638888891</c:v>
                </c:pt>
                <c:pt idx="82301">
                  <c:v>45771.695138888892</c:v>
                </c:pt>
                <c:pt idx="82302">
                  <c:v>45987.405555555553</c:v>
                </c:pt>
                <c:pt idx="82303">
                  <c:v>45996.429166666669</c:v>
                </c:pt>
                <c:pt idx="82304">
                  <c:v>45926.758333333331</c:v>
                </c:pt>
                <c:pt idx="82305">
                  <c:v>46002.462500000001</c:v>
                </c:pt>
                <c:pt idx="82306">
                  <c:v>45776.621527777781</c:v>
                </c:pt>
                <c:pt idx="82307">
                  <c:v>45839.436111111107</c:v>
                </c:pt>
                <c:pt idx="82308">
                  <c:v>45748.879166666673</c:v>
                </c:pt>
                <c:pt idx="82309">
                  <c:v>45627.95208333333</c:v>
                </c:pt>
                <c:pt idx="82310">
                  <c:v>45430.191666666673</c:v>
                </c:pt>
                <c:pt idx="82311">
                  <c:v>45945.711805555547</c:v>
                </c:pt>
                <c:pt idx="82312">
                  <c:v>45593.768055555563</c:v>
                </c:pt>
                <c:pt idx="82313">
                  <c:v>45347.580555555563</c:v>
                </c:pt>
                <c:pt idx="82314">
                  <c:v>45305.643055555563</c:v>
                </c:pt>
                <c:pt idx="82315">
                  <c:v>45467.508333333331</c:v>
                </c:pt>
                <c:pt idx="82316">
                  <c:v>45405.875</c:v>
                </c:pt>
                <c:pt idx="82317">
                  <c:v>45561.793055555558</c:v>
                </c:pt>
                <c:pt idx="82318">
                  <c:v>45699.503472222219</c:v>
                </c:pt>
                <c:pt idx="82319">
                  <c:v>45406.290972222218</c:v>
                </c:pt>
                <c:pt idx="82320">
                  <c:v>45441.686111111107</c:v>
                </c:pt>
                <c:pt idx="82321">
                  <c:v>45539.604861111111</c:v>
                </c:pt>
                <c:pt idx="82322">
                  <c:v>45644.709722222222</c:v>
                </c:pt>
                <c:pt idx="82323">
                  <c:v>45334.729166666657</c:v>
                </c:pt>
                <c:pt idx="82324">
                  <c:v>45936.729861111111</c:v>
                </c:pt>
                <c:pt idx="82325">
                  <c:v>45816.786111111112</c:v>
                </c:pt>
                <c:pt idx="82326">
                  <c:v>45735.629861111112</c:v>
                </c:pt>
                <c:pt idx="82327">
                  <c:v>46021.870833333327</c:v>
                </c:pt>
                <c:pt idx="82328">
                  <c:v>45924.658333333333</c:v>
                </c:pt>
                <c:pt idx="82329">
                  <c:v>46020.456250000003</c:v>
                </c:pt>
                <c:pt idx="82330">
                  <c:v>45993.850694444453</c:v>
                </c:pt>
                <c:pt idx="82331">
                  <c:v>46017.34097222222</c:v>
                </c:pt>
                <c:pt idx="82332">
                  <c:v>45974.754166666673</c:v>
                </c:pt>
                <c:pt idx="82333">
                  <c:v>45954.813888888893</c:v>
                </c:pt>
                <c:pt idx="82334">
                  <c:v>45926.740972222222</c:v>
                </c:pt>
                <c:pt idx="82335">
                  <c:v>45948.438888888893</c:v>
                </c:pt>
                <c:pt idx="82336">
                  <c:v>45961.424305555563</c:v>
                </c:pt>
                <c:pt idx="82337">
                  <c:v>45817.049305555563</c:v>
                </c:pt>
                <c:pt idx="82338">
                  <c:v>45737.941666666673</c:v>
                </c:pt>
                <c:pt idx="82339">
                  <c:v>45597.666666666657</c:v>
                </c:pt>
                <c:pt idx="82340">
                  <c:v>45991.761111111111</c:v>
                </c:pt>
                <c:pt idx="82341">
                  <c:v>45898.20208333333</c:v>
                </c:pt>
                <c:pt idx="82342">
                  <c:v>45605.980555555558</c:v>
                </c:pt>
                <c:pt idx="82343">
                  <c:v>45600.838194444441</c:v>
                </c:pt>
                <c:pt idx="82344">
                  <c:v>45766.272222222222</c:v>
                </c:pt>
                <c:pt idx="82345">
                  <c:v>45594.847222222219</c:v>
                </c:pt>
                <c:pt idx="82346">
                  <c:v>45650.972916666673</c:v>
                </c:pt>
                <c:pt idx="82347">
                  <c:v>45955.652777777781</c:v>
                </c:pt>
                <c:pt idx="82348">
                  <c:v>45989.798611111109</c:v>
                </c:pt>
                <c:pt idx="82349">
                  <c:v>45973.8</c:v>
                </c:pt>
                <c:pt idx="82350">
                  <c:v>45943.747916666667</c:v>
                </c:pt>
                <c:pt idx="82351">
                  <c:v>46011.667361111111</c:v>
                </c:pt>
                <c:pt idx="82352">
                  <c:v>45933.753472222219</c:v>
                </c:pt>
                <c:pt idx="82353">
                  <c:v>45749.524305555547</c:v>
                </c:pt>
                <c:pt idx="82354">
                  <c:v>45620.695138888892</c:v>
                </c:pt>
                <c:pt idx="82355">
                  <c:v>45372.740277777782</c:v>
                </c:pt>
                <c:pt idx="82356">
                  <c:v>45935.73541666667</c:v>
                </c:pt>
                <c:pt idx="82357">
                  <c:v>45518.832638888889</c:v>
                </c:pt>
                <c:pt idx="82358">
                  <c:v>45745.710416666669</c:v>
                </c:pt>
                <c:pt idx="82359">
                  <c:v>45560.156944444447</c:v>
                </c:pt>
                <c:pt idx="82360">
                  <c:v>45368.29583333333</c:v>
                </c:pt>
                <c:pt idx="82361">
                  <c:v>45787.665277777778</c:v>
                </c:pt>
                <c:pt idx="82362">
                  <c:v>45929.619444444441</c:v>
                </c:pt>
                <c:pt idx="82363">
                  <c:v>45902.624305555553</c:v>
                </c:pt>
                <c:pt idx="82364">
                  <c:v>45791.54583333333</c:v>
                </c:pt>
                <c:pt idx="82365">
                  <c:v>45974.736111111109</c:v>
                </c:pt>
                <c:pt idx="82366">
                  <c:v>46010.632638888892</c:v>
                </c:pt>
                <c:pt idx="82367">
                  <c:v>45961.834722222222</c:v>
                </c:pt>
                <c:pt idx="82368">
                  <c:v>46019.027083333327</c:v>
                </c:pt>
                <c:pt idx="82369">
                  <c:v>45985.422222222223</c:v>
                </c:pt>
                <c:pt idx="82370">
                  <c:v>45988.401388888888</c:v>
                </c:pt>
                <c:pt idx="82371">
                  <c:v>45948.915277777778</c:v>
                </c:pt>
                <c:pt idx="82372">
                  <c:v>45810.24722222222</c:v>
                </c:pt>
                <c:pt idx="82373">
                  <c:v>45762.422222222223</c:v>
                </c:pt>
                <c:pt idx="82374">
                  <c:v>45358.906944444447</c:v>
                </c:pt>
                <c:pt idx="82375">
                  <c:v>45489.974999999999</c:v>
                </c:pt>
                <c:pt idx="82376">
                  <c:v>45989.020138888889</c:v>
                </c:pt>
                <c:pt idx="82377">
                  <c:v>46022.993055555547</c:v>
                </c:pt>
                <c:pt idx="82378">
                  <c:v>45423.881249999999</c:v>
                </c:pt>
                <c:pt idx="82379">
                  <c:v>45440.987500000003</c:v>
                </c:pt>
                <c:pt idx="82380">
                  <c:v>45460.75</c:v>
                </c:pt>
                <c:pt idx="82381">
                  <c:v>45603.720833333333</c:v>
                </c:pt>
                <c:pt idx="82382">
                  <c:v>45335.626388888893</c:v>
                </c:pt>
                <c:pt idx="82383">
                  <c:v>45425.824305555558</c:v>
                </c:pt>
                <c:pt idx="82384">
                  <c:v>45441.591666666667</c:v>
                </c:pt>
                <c:pt idx="82385">
                  <c:v>45336.53125</c:v>
                </c:pt>
                <c:pt idx="82386">
                  <c:v>45332.973611111112</c:v>
                </c:pt>
                <c:pt idx="82387">
                  <c:v>45665.069444444453</c:v>
                </c:pt>
                <c:pt idx="82388">
                  <c:v>45680.6</c:v>
                </c:pt>
                <c:pt idx="82389">
                  <c:v>45339.697222222218</c:v>
                </c:pt>
                <c:pt idx="82390">
                  <c:v>45575.605555555558</c:v>
                </c:pt>
                <c:pt idx="82391">
                  <c:v>45300.451388888891</c:v>
                </c:pt>
                <c:pt idx="82392">
                  <c:v>45782.634027777778</c:v>
                </c:pt>
                <c:pt idx="82393">
                  <c:v>45904.869444444441</c:v>
                </c:pt>
                <c:pt idx="82394">
                  <c:v>45971.586111111108</c:v>
                </c:pt>
                <c:pt idx="82395">
                  <c:v>45851.102083333331</c:v>
                </c:pt>
                <c:pt idx="82396">
                  <c:v>45844.34097222222</c:v>
                </c:pt>
                <c:pt idx="82397">
                  <c:v>45796.717361111107</c:v>
                </c:pt>
                <c:pt idx="82398">
                  <c:v>45787.731249999997</c:v>
                </c:pt>
                <c:pt idx="82399">
                  <c:v>45973.604166666657</c:v>
                </c:pt>
                <c:pt idx="82400">
                  <c:v>45879.54583333333</c:v>
                </c:pt>
                <c:pt idx="82401">
                  <c:v>45595.515277777777</c:v>
                </c:pt>
                <c:pt idx="82402">
                  <c:v>45459.202777777777</c:v>
                </c:pt>
                <c:pt idx="82403">
                  <c:v>45327.574305555558</c:v>
                </c:pt>
                <c:pt idx="82404">
                  <c:v>45971.925694444442</c:v>
                </c:pt>
                <c:pt idx="82405">
                  <c:v>45706.841666666667</c:v>
                </c:pt>
                <c:pt idx="82406">
                  <c:v>45533.847916666673</c:v>
                </c:pt>
                <c:pt idx="82407">
                  <c:v>45416.351388888892</c:v>
                </c:pt>
                <c:pt idx="82408">
                  <c:v>45455.479861111111</c:v>
                </c:pt>
                <c:pt idx="82409">
                  <c:v>45631.675694444442</c:v>
                </c:pt>
                <c:pt idx="82410">
                  <c:v>45477.897222222222</c:v>
                </c:pt>
                <c:pt idx="82411">
                  <c:v>45802.493750000001</c:v>
                </c:pt>
                <c:pt idx="82412">
                  <c:v>45569.469444444447</c:v>
                </c:pt>
                <c:pt idx="82413">
                  <c:v>45501.651388888888</c:v>
                </c:pt>
                <c:pt idx="82414">
                  <c:v>45393.908333333333</c:v>
                </c:pt>
                <c:pt idx="82415">
                  <c:v>45794.918749999997</c:v>
                </c:pt>
                <c:pt idx="82416">
                  <c:v>45609.117361111108</c:v>
                </c:pt>
                <c:pt idx="82417">
                  <c:v>45370.879166666673</c:v>
                </c:pt>
                <c:pt idx="82418">
                  <c:v>45922.779166666667</c:v>
                </c:pt>
                <c:pt idx="82419">
                  <c:v>45384.577777777777</c:v>
                </c:pt>
                <c:pt idx="82420">
                  <c:v>45447.574999999997</c:v>
                </c:pt>
                <c:pt idx="82421">
                  <c:v>45845.450694444437</c:v>
                </c:pt>
                <c:pt idx="82422">
                  <c:v>45769.542361111111</c:v>
                </c:pt>
                <c:pt idx="82423">
                  <c:v>45298.557638888888</c:v>
                </c:pt>
                <c:pt idx="82424">
                  <c:v>45671.602777777778</c:v>
                </c:pt>
                <c:pt idx="82425">
                  <c:v>45379.665972222218</c:v>
                </c:pt>
                <c:pt idx="82426">
                  <c:v>45884.886805555558</c:v>
                </c:pt>
                <c:pt idx="82427">
                  <c:v>45524.679166666669</c:v>
                </c:pt>
                <c:pt idx="82428">
                  <c:v>45518.042361111111</c:v>
                </c:pt>
                <c:pt idx="82429">
                  <c:v>45470.626388888893</c:v>
                </c:pt>
                <c:pt idx="82430">
                  <c:v>45609.210416666669</c:v>
                </c:pt>
                <c:pt idx="82431">
                  <c:v>45672.452777777777</c:v>
                </c:pt>
                <c:pt idx="82432">
                  <c:v>45582.384722222218</c:v>
                </c:pt>
                <c:pt idx="82433">
                  <c:v>45307.67291666667</c:v>
                </c:pt>
                <c:pt idx="82434">
                  <c:v>45405.693749999999</c:v>
                </c:pt>
                <c:pt idx="82435">
                  <c:v>45532.45</c:v>
                </c:pt>
                <c:pt idx="82436">
                  <c:v>45490.542361111111</c:v>
                </c:pt>
                <c:pt idx="82437">
                  <c:v>45448.472222222219</c:v>
                </c:pt>
                <c:pt idx="82438">
                  <c:v>45970.443055555559</c:v>
                </c:pt>
                <c:pt idx="82439">
                  <c:v>45854.333333333343</c:v>
                </c:pt>
                <c:pt idx="82440">
                  <c:v>46021.549305555563</c:v>
                </c:pt>
                <c:pt idx="82441">
                  <c:v>45846.394444444442</c:v>
                </c:pt>
                <c:pt idx="82442">
                  <c:v>45882.53125</c:v>
                </c:pt>
                <c:pt idx="82443">
                  <c:v>45931.724305555559</c:v>
                </c:pt>
                <c:pt idx="82444">
                  <c:v>45370.615277777782</c:v>
                </c:pt>
                <c:pt idx="82445">
                  <c:v>45400.627083333333</c:v>
                </c:pt>
                <c:pt idx="82446">
                  <c:v>45914.488888888889</c:v>
                </c:pt>
                <c:pt idx="82447">
                  <c:v>45957.331944444442</c:v>
                </c:pt>
                <c:pt idx="82448">
                  <c:v>46023.564583333333</c:v>
                </c:pt>
                <c:pt idx="82449">
                  <c:v>45829.87777777778</c:v>
                </c:pt>
                <c:pt idx="82450">
                  <c:v>45929.354166666657</c:v>
                </c:pt>
                <c:pt idx="82451">
                  <c:v>45964.342361111107</c:v>
                </c:pt>
                <c:pt idx="82452">
                  <c:v>45887.475694444453</c:v>
                </c:pt>
                <c:pt idx="82453">
                  <c:v>45862.706944444442</c:v>
                </c:pt>
                <c:pt idx="82454">
                  <c:v>46006.38958333333</c:v>
                </c:pt>
                <c:pt idx="82455">
                  <c:v>45796.663194444453</c:v>
                </c:pt>
                <c:pt idx="82456">
                  <c:v>45901.754861111112</c:v>
                </c:pt>
                <c:pt idx="82457">
                  <c:v>45960.231249999997</c:v>
                </c:pt>
                <c:pt idx="82458">
                  <c:v>45801.564583333333</c:v>
                </c:pt>
                <c:pt idx="82459">
                  <c:v>45680.286805555559</c:v>
                </c:pt>
                <c:pt idx="82460">
                  <c:v>45453.81527777778</c:v>
                </c:pt>
                <c:pt idx="82461">
                  <c:v>45401.747916666667</c:v>
                </c:pt>
                <c:pt idx="82462">
                  <c:v>45454.901388888888</c:v>
                </c:pt>
                <c:pt idx="82463">
                  <c:v>45621.761111111111</c:v>
                </c:pt>
                <c:pt idx="82464">
                  <c:v>45844.382638888892</c:v>
                </c:pt>
                <c:pt idx="82465">
                  <c:v>45800.534722222219</c:v>
                </c:pt>
                <c:pt idx="82466">
                  <c:v>45728.840277777781</c:v>
                </c:pt>
                <c:pt idx="82467">
                  <c:v>45312.504166666673</c:v>
                </c:pt>
                <c:pt idx="82468">
                  <c:v>45904.926388888889</c:v>
                </c:pt>
                <c:pt idx="82469">
                  <c:v>45949.476388888892</c:v>
                </c:pt>
                <c:pt idx="82470">
                  <c:v>45880.532638888893</c:v>
                </c:pt>
                <c:pt idx="82471">
                  <c:v>45996.72152777778</c:v>
                </c:pt>
                <c:pt idx="82472">
                  <c:v>45701.531944444447</c:v>
                </c:pt>
                <c:pt idx="82473">
                  <c:v>45829.286111111112</c:v>
                </c:pt>
                <c:pt idx="82474">
                  <c:v>45481.281944444447</c:v>
                </c:pt>
                <c:pt idx="82475">
                  <c:v>45481.281944444447</c:v>
                </c:pt>
                <c:pt idx="82476">
                  <c:v>45976.329861111109</c:v>
                </c:pt>
                <c:pt idx="82477">
                  <c:v>45976.329861111109</c:v>
                </c:pt>
                <c:pt idx="82478">
                  <c:v>45734.303472222222</c:v>
                </c:pt>
                <c:pt idx="82479">
                  <c:v>45701.531944444447</c:v>
                </c:pt>
                <c:pt idx="82480">
                  <c:v>45829.286111111112</c:v>
                </c:pt>
                <c:pt idx="82481">
                  <c:v>45734.303472222222</c:v>
                </c:pt>
                <c:pt idx="82482">
                  <c:v>45406.492361111108</c:v>
                </c:pt>
                <c:pt idx="82483">
                  <c:v>45406.492361111108</c:v>
                </c:pt>
                <c:pt idx="82484">
                  <c:v>45584.46875</c:v>
                </c:pt>
                <c:pt idx="82485">
                  <c:v>45449.524305555547</c:v>
                </c:pt>
                <c:pt idx="82486">
                  <c:v>45826.922222222223</c:v>
                </c:pt>
                <c:pt idx="82487">
                  <c:v>45361.765277777777</c:v>
                </c:pt>
                <c:pt idx="82488">
                  <c:v>45533.348611111112</c:v>
                </c:pt>
                <c:pt idx="82489">
                  <c:v>45646.676388888889</c:v>
                </c:pt>
                <c:pt idx="82490">
                  <c:v>45725.579861111109</c:v>
                </c:pt>
                <c:pt idx="82491">
                  <c:v>45494.413888888892</c:v>
                </c:pt>
                <c:pt idx="82492">
                  <c:v>45819.3</c:v>
                </c:pt>
                <c:pt idx="82493">
                  <c:v>45867.241666666669</c:v>
                </c:pt>
                <c:pt idx="82494">
                  <c:v>45866.72152777778</c:v>
                </c:pt>
                <c:pt idx="82495">
                  <c:v>45781.118055555547</c:v>
                </c:pt>
                <c:pt idx="82496">
                  <c:v>45866.902083333327</c:v>
                </c:pt>
                <c:pt idx="82497">
                  <c:v>45743.295138888891</c:v>
                </c:pt>
                <c:pt idx="82498">
                  <c:v>45713.135416666657</c:v>
                </c:pt>
                <c:pt idx="82499">
                  <c:v>45919.26666666667</c:v>
                </c:pt>
                <c:pt idx="82500">
                  <c:v>45981.331250000003</c:v>
                </c:pt>
                <c:pt idx="82501">
                  <c:v>45991.748611111107</c:v>
                </c:pt>
                <c:pt idx="82502">
                  <c:v>45898.787499999999</c:v>
                </c:pt>
                <c:pt idx="82503">
                  <c:v>45889.925694444442</c:v>
                </c:pt>
                <c:pt idx="82504">
                  <c:v>45959.523611111108</c:v>
                </c:pt>
                <c:pt idx="82505">
                  <c:v>45940.801388888889</c:v>
                </c:pt>
                <c:pt idx="82506">
                  <c:v>45930.458333333343</c:v>
                </c:pt>
                <c:pt idx="82507">
                  <c:v>46022.399305555547</c:v>
                </c:pt>
                <c:pt idx="82508">
                  <c:v>45791.85833333333</c:v>
                </c:pt>
                <c:pt idx="82509">
                  <c:v>45392.481944444437</c:v>
                </c:pt>
                <c:pt idx="82510">
                  <c:v>45559.876388888893</c:v>
                </c:pt>
                <c:pt idx="82511">
                  <c:v>45948.642361111109</c:v>
                </c:pt>
                <c:pt idx="82512">
                  <c:v>45573.887499999997</c:v>
                </c:pt>
                <c:pt idx="82513">
                  <c:v>45361.856249999997</c:v>
                </c:pt>
                <c:pt idx="82514">
                  <c:v>45672.868750000001</c:v>
                </c:pt>
                <c:pt idx="82515">
                  <c:v>45582.578472222223</c:v>
                </c:pt>
                <c:pt idx="82516">
                  <c:v>45668.818749999999</c:v>
                </c:pt>
                <c:pt idx="82517">
                  <c:v>45717.064583333333</c:v>
                </c:pt>
                <c:pt idx="82518">
                  <c:v>45560.845833333333</c:v>
                </c:pt>
                <c:pt idx="82519">
                  <c:v>45947.745138888888</c:v>
                </c:pt>
                <c:pt idx="82520">
                  <c:v>45918.427777777782</c:v>
                </c:pt>
                <c:pt idx="82521">
                  <c:v>45996.285416666673</c:v>
                </c:pt>
                <c:pt idx="82522">
                  <c:v>45882.423611111109</c:v>
                </c:pt>
                <c:pt idx="82523">
                  <c:v>46019.272916666669</c:v>
                </c:pt>
                <c:pt idx="82524">
                  <c:v>45926.643750000003</c:v>
                </c:pt>
                <c:pt idx="82525">
                  <c:v>45684.620833333327</c:v>
                </c:pt>
                <c:pt idx="82526">
                  <c:v>45400.488194444442</c:v>
                </c:pt>
                <c:pt idx="82527">
                  <c:v>45743.584027777782</c:v>
                </c:pt>
                <c:pt idx="82528">
                  <c:v>45381.658333333333</c:v>
                </c:pt>
                <c:pt idx="82529">
                  <c:v>45842.104861111111</c:v>
                </c:pt>
                <c:pt idx="82530">
                  <c:v>45533.936805555553</c:v>
                </c:pt>
                <c:pt idx="82531">
                  <c:v>45918.390277777777</c:v>
                </c:pt>
                <c:pt idx="82532">
                  <c:v>45905.304166666669</c:v>
                </c:pt>
                <c:pt idx="82533">
                  <c:v>45891.324305555558</c:v>
                </c:pt>
                <c:pt idx="82534">
                  <c:v>45877.40902777778</c:v>
                </c:pt>
                <c:pt idx="82535">
                  <c:v>45849.561111111107</c:v>
                </c:pt>
                <c:pt idx="82536">
                  <c:v>45946.368055555547</c:v>
                </c:pt>
                <c:pt idx="82537">
                  <c:v>45974.342361111107</c:v>
                </c:pt>
                <c:pt idx="82538">
                  <c:v>45988.512499999997</c:v>
                </c:pt>
                <c:pt idx="82539">
                  <c:v>45907.354861111111</c:v>
                </c:pt>
                <c:pt idx="82540">
                  <c:v>45901.773611111108</c:v>
                </c:pt>
                <c:pt idx="82541">
                  <c:v>45758.668055555558</c:v>
                </c:pt>
                <c:pt idx="82542">
                  <c:v>45797.467361111107</c:v>
                </c:pt>
                <c:pt idx="82543">
                  <c:v>45743.665972222218</c:v>
                </c:pt>
                <c:pt idx="82544">
                  <c:v>45841.647916666669</c:v>
                </c:pt>
                <c:pt idx="82545">
                  <c:v>45777.62222222222</c:v>
                </c:pt>
                <c:pt idx="82546">
                  <c:v>45869.627083333333</c:v>
                </c:pt>
                <c:pt idx="82547">
                  <c:v>45811.445833333331</c:v>
                </c:pt>
                <c:pt idx="82548">
                  <c:v>45726.482638888891</c:v>
                </c:pt>
                <c:pt idx="82549">
                  <c:v>45875.540972222218</c:v>
                </c:pt>
                <c:pt idx="82550">
                  <c:v>45795.872916666667</c:v>
                </c:pt>
                <c:pt idx="82551">
                  <c:v>46018.744444444441</c:v>
                </c:pt>
                <c:pt idx="82552">
                  <c:v>45676.056250000001</c:v>
                </c:pt>
                <c:pt idx="82553">
                  <c:v>45542.287499999999</c:v>
                </c:pt>
                <c:pt idx="82554">
                  <c:v>45473.223611111112</c:v>
                </c:pt>
                <c:pt idx="82555">
                  <c:v>45748.736805555563</c:v>
                </c:pt>
                <c:pt idx="82556">
                  <c:v>45390.734722222223</c:v>
                </c:pt>
                <c:pt idx="82557">
                  <c:v>45339.703472222223</c:v>
                </c:pt>
                <c:pt idx="82558">
                  <c:v>45523.560416666667</c:v>
                </c:pt>
                <c:pt idx="82559">
                  <c:v>45452.550694444442</c:v>
                </c:pt>
                <c:pt idx="82560">
                  <c:v>45440.698611111111</c:v>
                </c:pt>
                <c:pt idx="82561">
                  <c:v>45589.581944444442</c:v>
                </c:pt>
                <c:pt idx="82562">
                  <c:v>45740.658333333333</c:v>
                </c:pt>
                <c:pt idx="82563">
                  <c:v>45906.491666666669</c:v>
                </c:pt>
                <c:pt idx="82564">
                  <c:v>45988.685416666667</c:v>
                </c:pt>
                <c:pt idx="82565">
                  <c:v>45934.73541666667</c:v>
                </c:pt>
                <c:pt idx="82566">
                  <c:v>45640.461111111108</c:v>
                </c:pt>
                <c:pt idx="82567">
                  <c:v>45584.775694444441</c:v>
                </c:pt>
                <c:pt idx="82568">
                  <c:v>45781.831250000003</c:v>
                </c:pt>
                <c:pt idx="82569">
                  <c:v>45636.296527777777</c:v>
                </c:pt>
                <c:pt idx="82570">
                  <c:v>45503.545138888891</c:v>
                </c:pt>
                <c:pt idx="82571">
                  <c:v>45958.584027777782</c:v>
                </c:pt>
                <c:pt idx="82572">
                  <c:v>45853.36041666667</c:v>
                </c:pt>
                <c:pt idx="82573">
                  <c:v>45448.193749999999</c:v>
                </c:pt>
                <c:pt idx="82574">
                  <c:v>45923.555555555547</c:v>
                </c:pt>
                <c:pt idx="82575">
                  <c:v>45344.415972222218</c:v>
                </c:pt>
                <c:pt idx="82576">
                  <c:v>45392.581250000003</c:v>
                </c:pt>
                <c:pt idx="82577">
                  <c:v>45300.614583333343</c:v>
                </c:pt>
                <c:pt idx="82578">
                  <c:v>45369.170138888891</c:v>
                </c:pt>
                <c:pt idx="82579">
                  <c:v>45343.273611111108</c:v>
                </c:pt>
                <c:pt idx="82580">
                  <c:v>45511.089583333327</c:v>
                </c:pt>
                <c:pt idx="82581">
                  <c:v>45641.063194444447</c:v>
                </c:pt>
                <c:pt idx="82582">
                  <c:v>45915.896527777782</c:v>
                </c:pt>
                <c:pt idx="82583">
                  <c:v>45944.896527777782</c:v>
                </c:pt>
                <c:pt idx="82584">
                  <c:v>45794.907638888893</c:v>
                </c:pt>
                <c:pt idx="82585">
                  <c:v>45353.154861111107</c:v>
                </c:pt>
                <c:pt idx="82586">
                  <c:v>45878.98333333333</c:v>
                </c:pt>
                <c:pt idx="82587">
                  <c:v>45348.308333333327</c:v>
                </c:pt>
                <c:pt idx="82588">
                  <c:v>45922.910416666673</c:v>
                </c:pt>
                <c:pt idx="82589">
                  <c:v>45522.30972222222</c:v>
                </c:pt>
                <c:pt idx="82590">
                  <c:v>46021.919444444437</c:v>
                </c:pt>
                <c:pt idx="82591">
                  <c:v>45806.379861111112</c:v>
                </c:pt>
                <c:pt idx="82592">
                  <c:v>45761.619444444441</c:v>
                </c:pt>
                <c:pt idx="82593">
                  <c:v>45429.552777777782</c:v>
                </c:pt>
                <c:pt idx="82594">
                  <c:v>45608.382638888892</c:v>
                </c:pt>
                <c:pt idx="82595">
                  <c:v>45667.745138888888</c:v>
                </c:pt>
                <c:pt idx="82596">
                  <c:v>45938.379166666673</c:v>
                </c:pt>
                <c:pt idx="82597">
                  <c:v>45957.402083333327</c:v>
                </c:pt>
                <c:pt idx="82598">
                  <c:v>45888.53402777778</c:v>
                </c:pt>
                <c:pt idx="82599">
                  <c:v>45846.697916666657</c:v>
                </c:pt>
                <c:pt idx="82600">
                  <c:v>45813.443055555559</c:v>
                </c:pt>
                <c:pt idx="82601">
                  <c:v>45813.477777777778</c:v>
                </c:pt>
                <c:pt idx="82602">
                  <c:v>45825.519444444442</c:v>
                </c:pt>
                <c:pt idx="82603">
                  <c:v>45917.570138888892</c:v>
                </c:pt>
                <c:pt idx="82604">
                  <c:v>45860.635416666657</c:v>
                </c:pt>
                <c:pt idx="82605">
                  <c:v>45833.425694444442</c:v>
                </c:pt>
                <c:pt idx="82606">
                  <c:v>45739.467361111107</c:v>
                </c:pt>
                <c:pt idx="82607">
                  <c:v>45803.70208333333</c:v>
                </c:pt>
                <c:pt idx="82608">
                  <c:v>45761.824999999997</c:v>
                </c:pt>
                <c:pt idx="82609">
                  <c:v>45780.047222222223</c:v>
                </c:pt>
                <c:pt idx="82610">
                  <c:v>45813.835416666669</c:v>
                </c:pt>
                <c:pt idx="82611">
                  <c:v>45960.763888888891</c:v>
                </c:pt>
                <c:pt idx="82612">
                  <c:v>45996.324999999997</c:v>
                </c:pt>
                <c:pt idx="82613">
                  <c:v>46010.920138888891</c:v>
                </c:pt>
                <c:pt idx="82614">
                  <c:v>45927.066666666673</c:v>
                </c:pt>
                <c:pt idx="82615">
                  <c:v>45942.88958333333</c:v>
                </c:pt>
                <c:pt idx="82616">
                  <c:v>45972.872916666667</c:v>
                </c:pt>
                <c:pt idx="82617">
                  <c:v>45984.434027777781</c:v>
                </c:pt>
                <c:pt idx="82618">
                  <c:v>46023.878472222219</c:v>
                </c:pt>
                <c:pt idx="82619">
                  <c:v>45612.323611111111</c:v>
                </c:pt>
                <c:pt idx="82620">
                  <c:v>45585.42083333333</c:v>
                </c:pt>
                <c:pt idx="82621">
                  <c:v>45687.220138888893</c:v>
                </c:pt>
                <c:pt idx="82622">
                  <c:v>45722.263888888891</c:v>
                </c:pt>
                <c:pt idx="82623">
                  <c:v>45657.534722222219</c:v>
                </c:pt>
                <c:pt idx="82624">
                  <c:v>45635.811111111107</c:v>
                </c:pt>
                <c:pt idx="82625">
                  <c:v>45765.352777777778</c:v>
                </c:pt>
                <c:pt idx="82626">
                  <c:v>45559.300694444442</c:v>
                </c:pt>
                <c:pt idx="82627">
                  <c:v>45836.613194444442</c:v>
                </c:pt>
                <c:pt idx="82628">
                  <c:v>45584.505555555559</c:v>
                </c:pt>
                <c:pt idx="82629">
                  <c:v>45722.482638888891</c:v>
                </c:pt>
                <c:pt idx="82630">
                  <c:v>45865.79583333333</c:v>
                </c:pt>
                <c:pt idx="82631">
                  <c:v>45331.847222222219</c:v>
                </c:pt>
                <c:pt idx="82632">
                  <c:v>45685.958333333343</c:v>
                </c:pt>
                <c:pt idx="82633">
                  <c:v>45811.607638888891</c:v>
                </c:pt>
                <c:pt idx="82634">
                  <c:v>45989.759027777778</c:v>
                </c:pt>
                <c:pt idx="82635">
                  <c:v>45765.834722222222</c:v>
                </c:pt>
                <c:pt idx="82636">
                  <c:v>45783.685416666667</c:v>
                </c:pt>
                <c:pt idx="82637">
                  <c:v>45744.666666666657</c:v>
                </c:pt>
                <c:pt idx="82638">
                  <c:v>45566.42291666667</c:v>
                </c:pt>
                <c:pt idx="82639">
                  <c:v>45703.804861111108</c:v>
                </c:pt>
                <c:pt idx="82640">
                  <c:v>45591.54583333333</c:v>
                </c:pt>
                <c:pt idx="82641">
                  <c:v>45328.174305555563</c:v>
                </c:pt>
                <c:pt idx="82642">
                  <c:v>45308.79791666667</c:v>
                </c:pt>
                <c:pt idx="82643">
                  <c:v>45940.541666666657</c:v>
                </c:pt>
                <c:pt idx="82644">
                  <c:v>45384.36041666667</c:v>
                </c:pt>
                <c:pt idx="82645">
                  <c:v>45980.84652777778</c:v>
                </c:pt>
                <c:pt idx="82646">
                  <c:v>45731.745833333327</c:v>
                </c:pt>
                <c:pt idx="82647">
                  <c:v>45737.746527777781</c:v>
                </c:pt>
                <c:pt idx="82648">
                  <c:v>45752.635416666657</c:v>
                </c:pt>
                <c:pt idx="82649">
                  <c:v>45399.677777777782</c:v>
                </c:pt>
                <c:pt idx="82650">
                  <c:v>45906.246527777781</c:v>
                </c:pt>
                <c:pt idx="82651">
                  <c:v>45356.298611111109</c:v>
                </c:pt>
                <c:pt idx="82652">
                  <c:v>45598.25</c:v>
                </c:pt>
                <c:pt idx="82653">
                  <c:v>45306.70208333333</c:v>
                </c:pt>
                <c:pt idx="82654">
                  <c:v>45440.188888888893</c:v>
                </c:pt>
                <c:pt idx="82655">
                  <c:v>45521.527083333327</c:v>
                </c:pt>
                <c:pt idx="82656">
                  <c:v>45978.193749999999</c:v>
                </c:pt>
                <c:pt idx="82657">
                  <c:v>45435.736805555563</c:v>
                </c:pt>
                <c:pt idx="82658">
                  <c:v>45638.261111111111</c:v>
                </c:pt>
                <c:pt idx="82659">
                  <c:v>45719.450694444437</c:v>
                </c:pt>
                <c:pt idx="82660">
                  <c:v>45735.902083333327</c:v>
                </c:pt>
                <c:pt idx="82661">
                  <c:v>45511.785416666673</c:v>
                </c:pt>
                <c:pt idx="82662">
                  <c:v>45667.616666666669</c:v>
                </c:pt>
                <c:pt idx="82663">
                  <c:v>45968.570833333331</c:v>
                </c:pt>
                <c:pt idx="82664">
                  <c:v>45885.77847222222</c:v>
                </c:pt>
                <c:pt idx="82665">
                  <c:v>45838.845833333333</c:v>
                </c:pt>
                <c:pt idx="82666">
                  <c:v>45994.870833333327</c:v>
                </c:pt>
                <c:pt idx="82667">
                  <c:v>45929.154861111107</c:v>
                </c:pt>
                <c:pt idx="82668">
                  <c:v>45686.792361111111</c:v>
                </c:pt>
                <c:pt idx="82669">
                  <c:v>45908.648611111108</c:v>
                </c:pt>
                <c:pt idx="82670">
                  <c:v>45759.524305555547</c:v>
                </c:pt>
                <c:pt idx="82671">
                  <c:v>46023.685416666667</c:v>
                </c:pt>
                <c:pt idx="82672">
                  <c:v>45912.775694444441</c:v>
                </c:pt>
                <c:pt idx="82673">
                  <c:v>45620.855555555558</c:v>
                </c:pt>
                <c:pt idx="82674">
                  <c:v>45696.415277777778</c:v>
                </c:pt>
                <c:pt idx="82675">
                  <c:v>45599.340277777781</c:v>
                </c:pt>
                <c:pt idx="82676">
                  <c:v>45427.824999999997</c:v>
                </c:pt>
                <c:pt idx="82677">
                  <c:v>45769.717361111107</c:v>
                </c:pt>
                <c:pt idx="82678">
                  <c:v>45486.402083333327</c:v>
                </c:pt>
                <c:pt idx="82679">
                  <c:v>45693.821527777778</c:v>
                </c:pt>
                <c:pt idx="82680">
                  <c:v>45571.852083333331</c:v>
                </c:pt>
                <c:pt idx="82681">
                  <c:v>45329.923611111109</c:v>
                </c:pt>
                <c:pt idx="82682">
                  <c:v>45903.616666666669</c:v>
                </c:pt>
                <c:pt idx="82683">
                  <c:v>45941.99722222222</c:v>
                </c:pt>
                <c:pt idx="82684">
                  <c:v>45857.491666666669</c:v>
                </c:pt>
                <c:pt idx="82685">
                  <c:v>45980.808333333327</c:v>
                </c:pt>
                <c:pt idx="82686">
                  <c:v>45880.638888888891</c:v>
                </c:pt>
                <c:pt idx="82687">
                  <c:v>45965.795138888891</c:v>
                </c:pt>
                <c:pt idx="82688">
                  <c:v>45326.707638888889</c:v>
                </c:pt>
                <c:pt idx="82689">
                  <c:v>45300.755555555559</c:v>
                </c:pt>
                <c:pt idx="82690">
                  <c:v>45384.601388888892</c:v>
                </c:pt>
                <c:pt idx="82691">
                  <c:v>45405.613888888889</c:v>
                </c:pt>
                <c:pt idx="82692">
                  <c:v>45447.977777777778</c:v>
                </c:pt>
                <c:pt idx="82693">
                  <c:v>45355.938888888893</c:v>
                </c:pt>
                <c:pt idx="82694">
                  <c:v>45424.942361111112</c:v>
                </c:pt>
                <c:pt idx="82695">
                  <c:v>45339.634722222218</c:v>
                </c:pt>
                <c:pt idx="82696">
                  <c:v>45313.969444444447</c:v>
                </c:pt>
                <c:pt idx="82697">
                  <c:v>45368.994444444441</c:v>
                </c:pt>
                <c:pt idx="82698">
                  <c:v>45957.472222222219</c:v>
                </c:pt>
                <c:pt idx="82699">
                  <c:v>45891.443749999999</c:v>
                </c:pt>
                <c:pt idx="82700">
                  <c:v>45806.669444444437</c:v>
                </c:pt>
                <c:pt idx="82701">
                  <c:v>45772.602083333331</c:v>
                </c:pt>
                <c:pt idx="82702">
                  <c:v>45835.910416666673</c:v>
                </c:pt>
                <c:pt idx="82703">
                  <c:v>45972.696527777778</c:v>
                </c:pt>
                <c:pt idx="82704">
                  <c:v>45900.705555555563</c:v>
                </c:pt>
                <c:pt idx="82705">
                  <c:v>45798.393750000003</c:v>
                </c:pt>
                <c:pt idx="82706">
                  <c:v>45842.399305555547</c:v>
                </c:pt>
                <c:pt idx="82707">
                  <c:v>45600.434027777781</c:v>
                </c:pt>
                <c:pt idx="82708">
                  <c:v>45660.559027777781</c:v>
                </c:pt>
                <c:pt idx="82709">
                  <c:v>45454.290972222218</c:v>
                </c:pt>
                <c:pt idx="82710">
                  <c:v>45530.47152777778</c:v>
                </c:pt>
                <c:pt idx="82711">
                  <c:v>45645.332638888889</c:v>
                </c:pt>
                <c:pt idx="82712">
                  <c:v>45700.457638888889</c:v>
                </c:pt>
                <c:pt idx="82713">
                  <c:v>45807.646527777782</c:v>
                </c:pt>
                <c:pt idx="82714">
                  <c:v>45581.304166666669</c:v>
                </c:pt>
                <c:pt idx="82715">
                  <c:v>45814.487500000003</c:v>
                </c:pt>
                <c:pt idx="82716">
                  <c:v>45732.290277777778</c:v>
                </c:pt>
                <c:pt idx="82717">
                  <c:v>45806.265277777777</c:v>
                </c:pt>
                <c:pt idx="82718">
                  <c:v>45405.303472222222</c:v>
                </c:pt>
                <c:pt idx="82719">
                  <c:v>46008.286805555559</c:v>
                </c:pt>
                <c:pt idx="82720">
                  <c:v>45578.387499999997</c:v>
                </c:pt>
                <c:pt idx="82721">
                  <c:v>45723.909722222219</c:v>
                </c:pt>
                <c:pt idx="82722">
                  <c:v>45723.909722222219</c:v>
                </c:pt>
                <c:pt idx="82723">
                  <c:v>45577.923611111109</c:v>
                </c:pt>
                <c:pt idx="82724">
                  <c:v>46009.118055555547</c:v>
                </c:pt>
                <c:pt idx="82725">
                  <c:v>45891.602777777778</c:v>
                </c:pt>
                <c:pt idx="82726">
                  <c:v>46009.118055555547</c:v>
                </c:pt>
                <c:pt idx="82727">
                  <c:v>45818.806250000001</c:v>
                </c:pt>
                <c:pt idx="82728">
                  <c:v>45921.097222222219</c:v>
                </c:pt>
                <c:pt idx="82729">
                  <c:v>45477.056250000001</c:v>
                </c:pt>
                <c:pt idx="82730">
                  <c:v>45513.508333333331</c:v>
                </c:pt>
                <c:pt idx="82731">
                  <c:v>45513.508333333331</c:v>
                </c:pt>
                <c:pt idx="82732">
                  <c:v>45649.545138888891</c:v>
                </c:pt>
                <c:pt idx="82733">
                  <c:v>45477.056250000001</c:v>
                </c:pt>
                <c:pt idx="82734">
                  <c:v>45818.806250000001</c:v>
                </c:pt>
                <c:pt idx="82735">
                  <c:v>45577.923611111109</c:v>
                </c:pt>
                <c:pt idx="82736">
                  <c:v>45649.545138888891</c:v>
                </c:pt>
                <c:pt idx="82737">
                  <c:v>45891.602777777778</c:v>
                </c:pt>
                <c:pt idx="82738">
                  <c:v>45921.097222222219</c:v>
                </c:pt>
                <c:pt idx="82739">
                  <c:v>45974.761805555558</c:v>
                </c:pt>
                <c:pt idx="82740">
                  <c:v>45807.822222222218</c:v>
                </c:pt>
                <c:pt idx="82741">
                  <c:v>45764.561805555553</c:v>
                </c:pt>
                <c:pt idx="82742">
                  <c:v>45855.331250000003</c:v>
                </c:pt>
                <c:pt idx="82743">
                  <c:v>45936.311805555553</c:v>
                </c:pt>
                <c:pt idx="82744">
                  <c:v>46018.311805555553</c:v>
                </c:pt>
                <c:pt idx="82745">
                  <c:v>45373.769444444442</c:v>
                </c:pt>
                <c:pt idx="82746">
                  <c:v>45544.652777777781</c:v>
                </c:pt>
                <c:pt idx="82747">
                  <c:v>45422.697222222218</c:v>
                </c:pt>
                <c:pt idx="82748">
                  <c:v>45621.853472222218</c:v>
                </c:pt>
                <c:pt idx="82749">
                  <c:v>45321.781944444447</c:v>
                </c:pt>
                <c:pt idx="82750">
                  <c:v>45883.566666666673</c:v>
                </c:pt>
                <c:pt idx="82751">
                  <c:v>46005.42291666667</c:v>
                </c:pt>
                <c:pt idx="82752">
                  <c:v>45910.737500000003</c:v>
                </c:pt>
                <c:pt idx="82753">
                  <c:v>45858.835416666669</c:v>
                </c:pt>
                <c:pt idx="82754">
                  <c:v>46017.026388888888</c:v>
                </c:pt>
                <c:pt idx="82755">
                  <c:v>45993.419444444437</c:v>
                </c:pt>
                <c:pt idx="82756">
                  <c:v>45966.951388888891</c:v>
                </c:pt>
                <c:pt idx="82757">
                  <c:v>45892.966666666667</c:v>
                </c:pt>
                <c:pt idx="82758">
                  <c:v>45940.541666666657</c:v>
                </c:pt>
                <c:pt idx="82759">
                  <c:v>45906.959027777782</c:v>
                </c:pt>
                <c:pt idx="82760">
                  <c:v>45993.419444444437</c:v>
                </c:pt>
                <c:pt idx="82761">
                  <c:v>45892.966666666667</c:v>
                </c:pt>
                <c:pt idx="82762">
                  <c:v>45966.951388888891</c:v>
                </c:pt>
                <c:pt idx="82763">
                  <c:v>45906.959027777782</c:v>
                </c:pt>
                <c:pt idx="82764">
                  <c:v>45827.704861111109</c:v>
                </c:pt>
                <c:pt idx="82765">
                  <c:v>46017.026388888888</c:v>
                </c:pt>
                <c:pt idx="82766">
                  <c:v>45827.704861111109</c:v>
                </c:pt>
                <c:pt idx="82767">
                  <c:v>45940.541666666657</c:v>
                </c:pt>
                <c:pt idx="82768">
                  <c:v>45858.835416666669</c:v>
                </c:pt>
                <c:pt idx="82769">
                  <c:v>45315.525000000001</c:v>
                </c:pt>
                <c:pt idx="82770">
                  <c:v>45403.77847222222</c:v>
                </c:pt>
                <c:pt idx="82771">
                  <c:v>45493.469444444447</c:v>
                </c:pt>
                <c:pt idx="82772">
                  <c:v>45694.943749999999</c:v>
                </c:pt>
                <c:pt idx="82773">
                  <c:v>45735.993750000001</c:v>
                </c:pt>
                <c:pt idx="82774">
                  <c:v>45609.003472222219</c:v>
                </c:pt>
                <c:pt idx="82775">
                  <c:v>45758.06527777778</c:v>
                </c:pt>
                <c:pt idx="82776">
                  <c:v>45405.581250000003</c:v>
                </c:pt>
                <c:pt idx="82777">
                  <c:v>45561.878472222219</c:v>
                </c:pt>
                <c:pt idx="82778">
                  <c:v>45316.9375</c:v>
                </c:pt>
                <c:pt idx="82779">
                  <c:v>45540.959027777782</c:v>
                </c:pt>
                <c:pt idx="82780">
                  <c:v>45586.095833333333</c:v>
                </c:pt>
                <c:pt idx="82781">
                  <c:v>45656.54583333333</c:v>
                </c:pt>
                <c:pt idx="82782">
                  <c:v>45939.912499999999</c:v>
                </c:pt>
                <c:pt idx="82783">
                  <c:v>45858.599305555559</c:v>
                </c:pt>
                <c:pt idx="82784">
                  <c:v>45673.886111111111</c:v>
                </c:pt>
                <c:pt idx="82785">
                  <c:v>45995.81527777778</c:v>
                </c:pt>
                <c:pt idx="82786">
                  <c:v>45890.574999999997</c:v>
                </c:pt>
                <c:pt idx="82787">
                  <c:v>45745.453472222223</c:v>
                </c:pt>
                <c:pt idx="82788">
                  <c:v>45685.315972222219</c:v>
                </c:pt>
                <c:pt idx="82789">
                  <c:v>45627.561111111107</c:v>
                </c:pt>
                <c:pt idx="82790">
                  <c:v>45698.496527777781</c:v>
                </c:pt>
                <c:pt idx="82791">
                  <c:v>45608.886805555558</c:v>
                </c:pt>
                <c:pt idx="82792">
                  <c:v>45672.438194444447</c:v>
                </c:pt>
                <c:pt idx="82793">
                  <c:v>45617.913888888892</c:v>
                </c:pt>
                <c:pt idx="82794">
                  <c:v>45564.739583333343</c:v>
                </c:pt>
                <c:pt idx="82795">
                  <c:v>45516.853472222218</c:v>
                </c:pt>
                <c:pt idx="82796">
                  <c:v>45573.834722222222</c:v>
                </c:pt>
                <c:pt idx="82797">
                  <c:v>45652.836111111108</c:v>
                </c:pt>
                <c:pt idx="82798">
                  <c:v>45587.713194444441</c:v>
                </c:pt>
                <c:pt idx="82799">
                  <c:v>45544.313194444447</c:v>
                </c:pt>
                <c:pt idx="82800">
                  <c:v>46007.948611111111</c:v>
                </c:pt>
                <c:pt idx="82801">
                  <c:v>45896.49722222222</c:v>
                </c:pt>
                <c:pt idx="82802">
                  <c:v>45925.499305555553</c:v>
                </c:pt>
                <c:pt idx="82803">
                  <c:v>45898.363888888889</c:v>
                </c:pt>
                <c:pt idx="82804">
                  <c:v>45930.481944444437</c:v>
                </c:pt>
                <c:pt idx="82805">
                  <c:v>45985.746527777781</c:v>
                </c:pt>
                <c:pt idx="82806">
                  <c:v>45989.443749999999</c:v>
                </c:pt>
                <c:pt idx="82807">
                  <c:v>45845.436805555553</c:v>
                </c:pt>
                <c:pt idx="82808">
                  <c:v>45932.684027777781</c:v>
                </c:pt>
                <c:pt idx="82809">
                  <c:v>45681.732638888891</c:v>
                </c:pt>
                <c:pt idx="82810">
                  <c:v>45625.708333333343</c:v>
                </c:pt>
                <c:pt idx="82811">
                  <c:v>45737.94027777778</c:v>
                </c:pt>
                <c:pt idx="82812">
                  <c:v>45685.820138888892</c:v>
                </c:pt>
                <c:pt idx="82813">
                  <c:v>45606.518750000003</c:v>
                </c:pt>
                <c:pt idx="82814">
                  <c:v>45522.569444444453</c:v>
                </c:pt>
                <c:pt idx="82815">
                  <c:v>45439.601388888892</c:v>
                </c:pt>
                <c:pt idx="82816">
                  <c:v>45711.675000000003</c:v>
                </c:pt>
                <c:pt idx="82817">
                  <c:v>45837.518750000003</c:v>
                </c:pt>
                <c:pt idx="82818">
                  <c:v>45579.043055555558</c:v>
                </c:pt>
                <c:pt idx="82819">
                  <c:v>45671.611805555563</c:v>
                </c:pt>
                <c:pt idx="82820">
                  <c:v>45475.575694444437</c:v>
                </c:pt>
                <c:pt idx="82821">
                  <c:v>45539.664583333331</c:v>
                </c:pt>
                <c:pt idx="82822">
                  <c:v>45453.258333333331</c:v>
                </c:pt>
                <c:pt idx="82823">
                  <c:v>45426.929861111108</c:v>
                </c:pt>
                <c:pt idx="82824">
                  <c:v>45385.532638888893</c:v>
                </c:pt>
                <c:pt idx="82825">
                  <c:v>45374.62777777778</c:v>
                </c:pt>
                <c:pt idx="82826">
                  <c:v>45704.624305555553</c:v>
                </c:pt>
                <c:pt idx="82827">
                  <c:v>45322.511111111111</c:v>
                </c:pt>
                <c:pt idx="82828">
                  <c:v>45342.625</c:v>
                </c:pt>
                <c:pt idx="82829">
                  <c:v>45496.37777777778</c:v>
                </c:pt>
                <c:pt idx="82830">
                  <c:v>45840.904861111107</c:v>
                </c:pt>
                <c:pt idx="82831">
                  <c:v>45530.575694444437</c:v>
                </c:pt>
                <c:pt idx="82832">
                  <c:v>46010.658333333333</c:v>
                </c:pt>
                <c:pt idx="82833">
                  <c:v>45410.969444444447</c:v>
                </c:pt>
                <c:pt idx="82834">
                  <c:v>45880.286111111112</c:v>
                </c:pt>
                <c:pt idx="82835">
                  <c:v>45791.254166666673</c:v>
                </c:pt>
                <c:pt idx="82836">
                  <c:v>45911.661805555559</c:v>
                </c:pt>
                <c:pt idx="82837">
                  <c:v>45813.37222222222</c:v>
                </c:pt>
                <c:pt idx="82838">
                  <c:v>45995.661111111112</c:v>
                </c:pt>
                <c:pt idx="82839">
                  <c:v>45855.293055555558</c:v>
                </c:pt>
                <c:pt idx="82840">
                  <c:v>45836.305555555547</c:v>
                </c:pt>
                <c:pt idx="82841">
                  <c:v>46013.229861111111</c:v>
                </c:pt>
                <c:pt idx="82842">
                  <c:v>45971.432638888888</c:v>
                </c:pt>
                <c:pt idx="82843">
                  <c:v>45452.047222222223</c:v>
                </c:pt>
                <c:pt idx="82844">
                  <c:v>45507.705555555563</c:v>
                </c:pt>
                <c:pt idx="82845">
                  <c:v>46013.965277777781</c:v>
                </c:pt>
                <c:pt idx="82846">
                  <c:v>45911.644444444442</c:v>
                </c:pt>
                <c:pt idx="82847">
                  <c:v>45625.015277777777</c:v>
                </c:pt>
                <c:pt idx="82848">
                  <c:v>45477.409722222219</c:v>
                </c:pt>
                <c:pt idx="82849">
                  <c:v>45716.409722222219</c:v>
                </c:pt>
                <c:pt idx="82850">
                  <c:v>45677.769444444442</c:v>
                </c:pt>
                <c:pt idx="82851">
                  <c:v>45378.570138888892</c:v>
                </c:pt>
                <c:pt idx="82852">
                  <c:v>45360.568055555559</c:v>
                </c:pt>
                <c:pt idx="82853">
                  <c:v>45383.406944444447</c:v>
                </c:pt>
                <c:pt idx="82854">
                  <c:v>45778.605555555558</c:v>
                </c:pt>
                <c:pt idx="82855">
                  <c:v>45376.907638888893</c:v>
                </c:pt>
                <c:pt idx="82856">
                  <c:v>45327.503472222219</c:v>
                </c:pt>
                <c:pt idx="82857">
                  <c:v>45961.479861111111</c:v>
                </c:pt>
                <c:pt idx="82858">
                  <c:v>45627.852777777778</c:v>
                </c:pt>
                <c:pt idx="82859">
                  <c:v>45537.392361111109</c:v>
                </c:pt>
                <c:pt idx="82860">
                  <c:v>45386.529166666667</c:v>
                </c:pt>
                <c:pt idx="82861">
                  <c:v>45597.599999999999</c:v>
                </c:pt>
                <c:pt idx="82862">
                  <c:v>45627.718055555553</c:v>
                </c:pt>
                <c:pt idx="82863">
                  <c:v>45510.475694444453</c:v>
                </c:pt>
                <c:pt idx="82864">
                  <c:v>45855.350694444453</c:v>
                </c:pt>
                <c:pt idx="82865">
                  <c:v>45454.852083333331</c:v>
                </c:pt>
                <c:pt idx="82866">
                  <c:v>45962.861805555563</c:v>
                </c:pt>
                <c:pt idx="82867">
                  <c:v>45705.611111111109</c:v>
                </c:pt>
                <c:pt idx="82868">
                  <c:v>45601.548611111109</c:v>
                </c:pt>
                <c:pt idx="82869">
                  <c:v>45337.145138888889</c:v>
                </c:pt>
                <c:pt idx="82870">
                  <c:v>45762.347222222219</c:v>
                </c:pt>
                <c:pt idx="82871">
                  <c:v>45975.806250000001</c:v>
                </c:pt>
                <c:pt idx="82872">
                  <c:v>45348.593055555553</c:v>
                </c:pt>
                <c:pt idx="82873">
                  <c:v>45679.754861111112</c:v>
                </c:pt>
                <c:pt idx="82874">
                  <c:v>45392.615972222222</c:v>
                </c:pt>
                <c:pt idx="82875">
                  <c:v>45530.678472222222</c:v>
                </c:pt>
                <c:pt idx="82876">
                  <c:v>45455.902777777781</c:v>
                </c:pt>
                <c:pt idx="82877">
                  <c:v>45557.813888888893</c:v>
                </c:pt>
                <c:pt idx="82878">
                  <c:v>45389.708333333343</c:v>
                </c:pt>
                <c:pt idx="82879">
                  <c:v>45952.751388888893</c:v>
                </c:pt>
                <c:pt idx="82880">
                  <c:v>45326.40625</c:v>
                </c:pt>
                <c:pt idx="82881">
                  <c:v>45701.623611111107</c:v>
                </c:pt>
                <c:pt idx="82882">
                  <c:v>45474.720138888893</c:v>
                </c:pt>
                <c:pt idx="82883">
                  <c:v>45830.856249999997</c:v>
                </c:pt>
                <c:pt idx="82884">
                  <c:v>45445.802083333343</c:v>
                </c:pt>
                <c:pt idx="82885">
                  <c:v>45971.725694444453</c:v>
                </c:pt>
                <c:pt idx="82886">
                  <c:v>46015.448611111111</c:v>
                </c:pt>
                <c:pt idx="82887">
                  <c:v>45484.743055555547</c:v>
                </c:pt>
                <c:pt idx="82888">
                  <c:v>45373.465277777781</c:v>
                </c:pt>
                <c:pt idx="82889">
                  <c:v>45400.931250000001</c:v>
                </c:pt>
                <c:pt idx="82890">
                  <c:v>45484.743055555547</c:v>
                </c:pt>
                <c:pt idx="82891">
                  <c:v>45400.931250000001</c:v>
                </c:pt>
                <c:pt idx="82892">
                  <c:v>45373.465277777781</c:v>
                </c:pt>
                <c:pt idx="82893">
                  <c:v>45446.458333333343</c:v>
                </c:pt>
                <c:pt idx="82894">
                  <c:v>45999.975694444453</c:v>
                </c:pt>
                <c:pt idx="82895">
                  <c:v>45419.866666666669</c:v>
                </c:pt>
                <c:pt idx="82896">
                  <c:v>45716.625</c:v>
                </c:pt>
                <c:pt idx="82897">
                  <c:v>45419.866666666669</c:v>
                </c:pt>
                <c:pt idx="82898">
                  <c:v>45509.32708333333</c:v>
                </c:pt>
                <c:pt idx="82899">
                  <c:v>45509.32708333333</c:v>
                </c:pt>
                <c:pt idx="82900">
                  <c:v>45464.313888888893</c:v>
                </c:pt>
                <c:pt idx="82901">
                  <c:v>45739.868055555547</c:v>
                </c:pt>
                <c:pt idx="82902">
                  <c:v>45739.868055555547</c:v>
                </c:pt>
                <c:pt idx="82903">
                  <c:v>45582.759722222218</c:v>
                </c:pt>
                <c:pt idx="82904">
                  <c:v>45464.313888888893</c:v>
                </c:pt>
                <c:pt idx="82905">
                  <c:v>45550.783333333333</c:v>
                </c:pt>
                <c:pt idx="82906">
                  <c:v>45376.450694444437</c:v>
                </c:pt>
                <c:pt idx="82907">
                  <c:v>45999.975694444453</c:v>
                </c:pt>
                <c:pt idx="82908">
                  <c:v>45376.450694444437</c:v>
                </c:pt>
                <c:pt idx="82909">
                  <c:v>45716.625</c:v>
                </c:pt>
                <c:pt idx="82910">
                  <c:v>45550.783333333333</c:v>
                </c:pt>
                <c:pt idx="82911">
                  <c:v>45582.759722222218</c:v>
                </c:pt>
                <c:pt idx="82912">
                  <c:v>45446.458333333343</c:v>
                </c:pt>
                <c:pt idx="82913">
                  <c:v>45914.588194444441</c:v>
                </c:pt>
                <c:pt idx="82914">
                  <c:v>45864.872916666667</c:v>
                </c:pt>
                <c:pt idx="82915">
                  <c:v>45745.96875</c:v>
                </c:pt>
                <c:pt idx="82916">
                  <c:v>45713.786111111112</c:v>
                </c:pt>
                <c:pt idx="82917">
                  <c:v>45692.905555555553</c:v>
                </c:pt>
                <c:pt idx="82918">
                  <c:v>45793.844444444447</c:v>
                </c:pt>
                <c:pt idx="82919">
                  <c:v>45963.691666666673</c:v>
                </c:pt>
                <c:pt idx="82920">
                  <c:v>45935.563194444447</c:v>
                </c:pt>
                <c:pt idx="82921">
                  <c:v>45935.56527777778</c:v>
                </c:pt>
                <c:pt idx="82922">
                  <c:v>45817.513888888891</c:v>
                </c:pt>
                <c:pt idx="82923">
                  <c:v>45987.776388888888</c:v>
                </c:pt>
                <c:pt idx="82924">
                  <c:v>45945.801388888889</c:v>
                </c:pt>
                <c:pt idx="82925">
                  <c:v>45748.630555555559</c:v>
                </c:pt>
                <c:pt idx="82926">
                  <c:v>45777.45</c:v>
                </c:pt>
                <c:pt idx="82927">
                  <c:v>45306.616666666669</c:v>
                </c:pt>
                <c:pt idx="82928">
                  <c:v>45453.474999999999</c:v>
                </c:pt>
                <c:pt idx="82929">
                  <c:v>45694.553472222222</c:v>
                </c:pt>
                <c:pt idx="82930">
                  <c:v>45310.62222222222</c:v>
                </c:pt>
                <c:pt idx="82931">
                  <c:v>45929.339583333327</c:v>
                </c:pt>
                <c:pt idx="82932">
                  <c:v>45295.324305555558</c:v>
                </c:pt>
                <c:pt idx="82933">
                  <c:v>45384.27847222222</c:v>
                </c:pt>
                <c:pt idx="82934">
                  <c:v>45384.27847222222</c:v>
                </c:pt>
                <c:pt idx="82935">
                  <c:v>45803.881944444453</c:v>
                </c:pt>
                <c:pt idx="82936">
                  <c:v>45656.924305555563</c:v>
                </c:pt>
                <c:pt idx="82937">
                  <c:v>45929.339583333327</c:v>
                </c:pt>
                <c:pt idx="82938">
                  <c:v>45803.881944444453</c:v>
                </c:pt>
                <c:pt idx="82939">
                  <c:v>45835.9375</c:v>
                </c:pt>
                <c:pt idx="82940">
                  <c:v>45295.324305555558</c:v>
                </c:pt>
                <c:pt idx="82941">
                  <c:v>45932.683333333327</c:v>
                </c:pt>
                <c:pt idx="82942">
                  <c:v>45932.683333333327</c:v>
                </c:pt>
                <c:pt idx="82943">
                  <c:v>45501.899305555547</c:v>
                </c:pt>
                <c:pt idx="82944">
                  <c:v>45501.899305555547</c:v>
                </c:pt>
                <c:pt idx="82945">
                  <c:v>45656.924305555563</c:v>
                </c:pt>
                <c:pt idx="82946">
                  <c:v>45835.9375</c:v>
                </c:pt>
                <c:pt idx="82947">
                  <c:v>45410.826388888891</c:v>
                </c:pt>
                <c:pt idx="82948">
                  <c:v>45621.681944444441</c:v>
                </c:pt>
                <c:pt idx="82949">
                  <c:v>45296.906944444447</c:v>
                </c:pt>
                <c:pt idx="82950">
                  <c:v>45975.847222222219</c:v>
                </c:pt>
                <c:pt idx="82951">
                  <c:v>45715.95208333333</c:v>
                </c:pt>
                <c:pt idx="82952">
                  <c:v>45900.420138888891</c:v>
                </c:pt>
                <c:pt idx="82953">
                  <c:v>45877.61041666667</c:v>
                </c:pt>
                <c:pt idx="82954">
                  <c:v>45710.298611111109</c:v>
                </c:pt>
                <c:pt idx="82955">
                  <c:v>45843.411805555559</c:v>
                </c:pt>
                <c:pt idx="82956">
                  <c:v>45729.831250000003</c:v>
                </c:pt>
                <c:pt idx="82957">
                  <c:v>45755.299305555563</c:v>
                </c:pt>
                <c:pt idx="82958">
                  <c:v>45771.673611111109</c:v>
                </c:pt>
                <c:pt idx="82959">
                  <c:v>45788.731249999997</c:v>
                </c:pt>
                <c:pt idx="82960">
                  <c:v>45925.28402777778</c:v>
                </c:pt>
                <c:pt idx="82961">
                  <c:v>45682.318749999999</c:v>
                </c:pt>
                <c:pt idx="82962">
                  <c:v>45655.992361111108</c:v>
                </c:pt>
                <c:pt idx="82963">
                  <c:v>45895.76666666667</c:v>
                </c:pt>
                <c:pt idx="82964">
                  <c:v>45895.76666666667</c:v>
                </c:pt>
                <c:pt idx="82965">
                  <c:v>45417.689583333333</c:v>
                </c:pt>
                <c:pt idx="82966">
                  <c:v>45417.689583333333</c:v>
                </c:pt>
                <c:pt idx="82967">
                  <c:v>45640.658333333333</c:v>
                </c:pt>
                <c:pt idx="82968">
                  <c:v>45398.79583333333</c:v>
                </c:pt>
                <c:pt idx="82969">
                  <c:v>45640.658333333333</c:v>
                </c:pt>
                <c:pt idx="82970">
                  <c:v>45913.626388888893</c:v>
                </c:pt>
                <c:pt idx="82971">
                  <c:v>45913.626388888893</c:v>
                </c:pt>
                <c:pt idx="82972">
                  <c:v>45398.79583333333</c:v>
                </c:pt>
                <c:pt idx="82973">
                  <c:v>45649.742361111108</c:v>
                </c:pt>
                <c:pt idx="82974">
                  <c:v>45818.387499999997</c:v>
                </c:pt>
                <c:pt idx="82975">
                  <c:v>45661.479166666657</c:v>
                </c:pt>
                <c:pt idx="82976">
                  <c:v>45782.746527777781</c:v>
                </c:pt>
                <c:pt idx="82977">
                  <c:v>45962.580555555563</c:v>
                </c:pt>
                <c:pt idx="82978">
                  <c:v>45472.708333333343</c:v>
                </c:pt>
                <c:pt idx="82979">
                  <c:v>45417.668055555558</c:v>
                </c:pt>
                <c:pt idx="82980">
                  <c:v>45843.722222222219</c:v>
                </c:pt>
                <c:pt idx="82981">
                  <c:v>45515.768055555563</c:v>
                </c:pt>
                <c:pt idx="82982">
                  <c:v>45605.667361111111</c:v>
                </c:pt>
                <c:pt idx="82983">
                  <c:v>45675.701388888891</c:v>
                </c:pt>
                <c:pt idx="82984">
                  <c:v>45435.712500000001</c:v>
                </c:pt>
                <c:pt idx="82985">
                  <c:v>45614.396527777782</c:v>
                </c:pt>
                <c:pt idx="82986">
                  <c:v>45698.430555555547</c:v>
                </c:pt>
                <c:pt idx="82987">
                  <c:v>45848.414583333331</c:v>
                </c:pt>
                <c:pt idx="82988">
                  <c:v>45327.439583333333</c:v>
                </c:pt>
                <c:pt idx="82989">
                  <c:v>45972.588194444441</c:v>
                </c:pt>
                <c:pt idx="82990">
                  <c:v>45532.443055555559</c:v>
                </c:pt>
                <c:pt idx="82991">
                  <c:v>45352.549305555563</c:v>
                </c:pt>
                <c:pt idx="82992">
                  <c:v>45986.355555555558</c:v>
                </c:pt>
                <c:pt idx="82993">
                  <c:v>45362.333333333343</c:v>
                </c:pt>
                <c:pt idx="82994">
                  <c:v>45506.252083333333</c:v>
                </c:pt>
                <c:pt idx="82995">
                  <c:v>45628.45416666667</c:v>
                </c:pt>
                <c:pt idx="82996">
                  <c:v>45865.429861111108</c:v>
                </c:pt>
                <c:pt idx="82997">
                  <c:v>45763.87222222222</c:v>
                </c:pt>
                <c:pt idx="82998">
                  <c:v>45533.747916666667</c:v>
                </c:pt>
                <c:pt idx="82999">
                  <c:v>46006.519444444442</c:v>
                </c:pt>
                <c:pt idx="83000">
                  <c:v>45763.568055555559</c:v>
                </c:pt>
                <c:pt idx="83001">
                  <c:v>45512.838888888888</c:v>
                </c:pt>
                <c:pt idx="83002">
                  <c:v>45748.25277777778</c:v>
                </c:pt>
                <c:pt idx="83003">
                  <c:v>45819.299305555563</c:v>
                </c:pt>
                <c:pt idx="83004">
                  <c:v>45510.90625</c:v>
                </c:pt>
                <c:pt idx="83005">
                  <c:v>45925.870138888888</c:v>
                </c:pt>
                <c:pt idx="83006">
                  <c:v>46008.393055555563</c:v>
                </c:pt>
                <c:pt idx="83007">
                  <c:v>45967.587500000001</c:v>
                </c:pt>
                <c:pt idx="83008">
                  <c:v>45875.599305555559</c:v>
                </c:pt>
                <c:pt idx="83009">
                  <c:v>45402.493055555547</c:v>
                </c:pt>
                <c:pt idx="83010">
                  <c:v>45589.806944444441</c:v>
                </c:pt>
                <c:pt idx="83011">
                  <c:v>45840.196527777778</c:v>
                </c:pt>
                <c:pt idx="83012">
                  <c:v>45966.544444444437</c:v>
                </c:pt>
                <c:pt idx="83013">
                  <c:v>45324.686805555553</c:v>
                </c:pt>
                <c:pt idx="83014">
                  <c:v>45609.026388888888</c:v>
                </c:pt>
                <c:pt idx="83015">
                  <c:v>45292.651388888888</c:v>
                </c:pt>
                <c:pt idx="83016">
                  <c:v>45456.782638888893</c:v>
                </c:pt>
                <c:pt idx="83017">
                  <c:v>45538.803472222222</c:v>
                </c:pt>
                <c:pt idx="83018">
                  <c:v>45950.286111111112</c:v>
                </c:pt>
                <c:pt idx="83019">
                  <c:v>45347.711111111108</c:v>
                </c:pt>
                <c:pt idx="83020">
                  <c:v>45549.78125</c:v>
                </c:pt>
                <c:pt idx="83021">
                  <c:v>45851.759027777778</c:v>
                </c:pt>
                <c:pt idx="83022">
                  <c:v>45718.57708333333</c:v>
                </c:pt>
                <c:pt idx="83023">
                  <c:v>45647.521527777782</c:v>
                </c:pt>
                <c:pt idx="83024">
                  <c:v>45715.381944444453</c:v>
                </c:pt>
                <c:pt idx="83025">
                  <c:v>45315.587500000001</c:v>
                </c:pt>
                <c:pt idx="83026">
                  <c:v>45524.538194444453</c:v>
                </c:pt>
                <c:pt idx="83027">
                  <c:v>45374.603472222218</c:v>
                </c:pt>
                <c:pt idx="83028">
                  <c:v>45906.495833333327</c:v>
                </c:pt>
                <c:pt idx="83029">
                  <c:v>45363.713888888888</c:v>
                </c:pt>
                <c:pt idx="83030">
                  <c:v>45906.501388888893</c:v>
                </c:pt>
                <c:pt idx="83031">
                  <c:v>45448.443749999999</c:v>
                </c:pt>
                <c:pt idx="83032">
                  <c:v>46019.90902777778</c:v>
                </c:pt>
                <c:pt idx="83033">
                  <c:v>45999.681250000001</c:v>
                </c:pt>
                <c:pt idx="83034">
                  <c:v>45923.618055555547</c:v>
                </c:pt>
                <c:pt idx="83035">
                  <c:v>45727.601388888892</c:v>
                </c:pt>
                <c:pt idx="83036">
                  <c:v>45419.585416666669</c:v>
                </c:pt>
                <c:pt idx="83037">
                  <c:v>45448.666666666657</c:v>
                </c:pt>
                <c:pt idx="83038">
                  <c:v>45717.497916666667</c:v>
                </c:pt>
                <c:pt idx="83039">
                  <c:v>45726.458333333343</c:v>
                </c:pt>
                <c:pt idx="83040">
                  <c:v>45698.327777777777</c:v>
                </c:pt>
                <c:pt idx="83041">
                  <c:v>45676.661805555559</c:v>
                </c:pt>
                <c:pt idx="83042">
                  <c:v>45638.568749999999</c:v>
                </c:pt>
                <c:pt idx="83043">
                  <c:v>45477.323611111111</c:v>
                </c:pt>
                <c:pt idx="83044">
                  <c:v>45737.864583333343</c:v>
                </c:pt>
                <c:pt idx="83045">
                  <c:v>45387.912499999999</c:v>
                </c:pt>
                <c:pt idx="83046">
                  <c:v>45417.779861111107</c:v>
                </c:pt>
                <c:pt idx="83047">
                  <c:v>45359.84097222222</c:v>
                </c:pt>
                <c:pt idx="83048">
                  <c:v>45494.845138888893</c:v>
                </c:pt>
                <c:pt idx="83049">
                  <c:v>45612.572916666657</c:v>
                </c:pt>
                <c:pt idx="83050">
                  <c:v>45918.620833333327</c:v>
                </c:pt>
                <c:pt idx="83051">
                  <c:v>45998.385416666657</c:v>
                </c:pt>
                <c:pt idx="83052">
                  <c:v>45975.584722222222</c:v>
                </c:pt>
                <c:pt idx="83053">
                  <c:v>45870.793749999997</c:v>
                </c:pt>
                <c:pt idx="83054">
                  <c:v>46022.865277777782</c:v>
                </c:pt>
                <c:pt idx="83055">
                  <c:v>45658.744444444441</c:v>
                </c:pt>
                <c:pt idx="83056">
                  <c:v>45895.507638888892</c:v>
                </c:pt>
                <c:pt idx="83057">
                  <c:v>45559.522916666669</c:v>
                </c:pt>
                <c:pt idx="83058">
                  <c:v>45981.482638888891</c:v>
                </c:pt>
                <c:pt idx="83059">
                  <c:v>45704.695833333331</c:v>
                </c:pt>
                <c:pt idx="83060">
                  <c:v>45786.57708333333</c:v>
                </c:pt>
                <c:pt idx="83061">
                  <c:v>45748.876388888893</c:v>
                </c:pt>
                <c:pt idx="83062">
                  <c:v>45831.482638888891</c:v>
                </c:pt>
                <c:pt idx="83063">
                  <c:v>45869.370833333327</c:v>
                </c:pt>
                <c:pt idx="83064">
                  <c:v>46022.34375</c:v>
                </c:pt>
                <c:pt idx="83065">
                  <c:v>45989.500694444447</c:v>
                </c:pt>
                <c:pt idx="83066">
                  <c:v>45956.676388888889</c:v>
                </c:pt>
                <c:pt idx="83067">
                  <c:v>45908.765277777777</c:v>
                </c:pt>
                <c:pt idx="83068">
                  <c:v>45908.532638888893</c:v>
                </c:pt>
                <c:pt idx="83069">
                  <c:v>45818.533333333333</c:v>
                </c:pt>
                <c:pt idx="83070">
                  <c:v>45764.789583333331</c:v>
                </c:pt>
                <c:pt idx="83071">
                  <c:v>45963.457638888889</c:v>
                </c:pt>
                <c:pt idx="83072">
                  <c:v>45995.744444444441</c:v>
                </c:pt>
                <c:pt idx="83073">
                  <c:v>45306.734027777777</c:v>
                </c:pt>
                <c:pt idx="83074">
                  <c:v>45412.474305555559</c:v>
                </c:pt>
                <c:pt idx="83075">
                  <c:v>45625.772916666669</c:v>
                </c:pt>
                <c:pt idx="83076">
                  <c:v>45521.614583333343</c:v>
                </c:pt>
                <c:pt idx="83077">
                  <c:v>45455.820833333331</c:v>
                </c:pt>
                <c:pt idx="83078">
                  <c:v>45709.70416666667</c:v>
                </c:pt>
                <c:pt idx="83079">
                  <c:v>45465.793749999997</c:v>
                </c:pt>
                <c:pt idx="83080">
                  <c:v>45769.774305555547</c:v>
                </c:pt>
                <c:pt idx="83081">
                  <c:v>45485.638194444437</c:v>
                </c:pt>
                <c:pt idx="83082">
                  <c:v>45541.000694444447</c:v>
                </c:pt>
                <c:pt idx="83083">
                  <c:v>45671.494444444441</c:v>
                </c:pt>
                <c:pt idx="83084">
                  <c:v>45922.818055555559</c:v>
                </c:pt>
                <c:pt idx="83085">
                  <c:v>45872.898611111108</c:v>
                </c:pt>
                <c:pt idx="83086">
                  <c:v>45836.706250000003</c:v>
                </c:pt>
                <c:pt idx="83087">
                  <c:v>45844.125694444447</c:v>
                </c:pt>
                <c:pt idx="83088">
                  <c:v>45838.418749999997</c:v>
                </c:pt>
                <c:pt idx="83089">
                  <c:v>45669.747916666667</c:v>
                </c:pt>
                <c:pt idx="83090">
                  <c:v>45505.837500000001</c:v>
                </c:pt>
                <c:pt idx="83091">
                  <c:v>45647.806944444441</c:v>
                </c:pt>
                <c:pt idx="83092">
                  <c:v>45451.644444444442</c:v>
                </c:pt>
                <c:pt idx="83093">
                  <c:v>45991.697222222218</c:v>
                </c:pt>
                <c:pt idx="83094">
                  <c:v>45992.445833333331</c:v>
                </c:pt>
                <c:pt idx="83095">
                  <c:v>45744.462500000001</c:v>
                </c:pt>
                <c:pt idx="83096">
                  <c:v>45899.736805555563</c:v>
                </c:pt>
                <c:pt idx="83097">
                  <c:v>45992.409722222219</c:v>
                </c:pt>
                <c:pt idx="83098">
                  <c:v>45754.489583333343</c:v>
                </c:pt>
                <c:pt idx="83099">
                  <c:v>45710.489583333343</c:v>
                </c:pt>
                <c:pt idx="83100">
                  <c:v>45870.478472222218</c:v>
                </c:pt>
                <c:pt idx="83101">
                  <c:v>45653.806944444441</c:v>
                </c:pt>
                <c:pt idx="83102">
                  <c:v>45681.36041666667</c:v>
                </c:pt>
                <c:pt idx="83103">
                  <c:v>45622.456944444442</c:v>
                </c:pt>
                <c:pt idx="83104">
                  <c:v>45831.525694444441</c:v>
                </c:pt>
                <c:pt idx="83105">
                  <c:v>45959.393750000003</c:v>
                </c:pt>
                <c:pt idx="83106">
                  <c:v>45308.244444444441</c:v>
                </c:pt>
                <c:pt idx="83107">
                  <c:v>45680.301388888889</c:v>
                </c:pt>
                <c:pt idx="83108">
                  <c:v>45348.431944444441</c:v>
                </c:pt>
                <c:pt idx="83109">
                  <c:v>45965.829861111109</c:v>
                </c:pt>
                <c:pt idx="83110">
                  <c:v>45999.213194444441</c:v>
                </c:pt>
                <c:pt idx="83111">
                  <c:v>45404.541666666657</c:v>
                </c:pt>
                <c:pt idx="83112">
                  <c:v>45820.481249999997</c:v>
                </c:pt>
                <c:pt idx="83113">
                  <c:v>45434.681944444441</c:v>
                </c:pt>
                <c:pt idx="83114">
                  <c:v>45571.677777777782</c:v>
                </c:pt>
                <c:pt idx="83115">
                  <c:v>45310.261111111111</c:v>
                </c:pt>
                <c:pt idx="83116">
                  <c:v>45470.45208333333</c:v>
                </c:pt>
                <c:pt idx="83117">
                  <c:v>45647.387499999997</c:v>
                </c:pt>
                <c:pt idx="83118">
                  <c:v>45673.31527777778</c:v>
                </c:pt>
                <c:pt idx="83119">
                  <c:v>45536.552083333343</c:v>
                </c:pt>
                <c:pt idx="83120">
                  <c:v>45377.650694444441</c:v>
                </c:pt>
                <c:pt idx="83121">
                  <c:v>45501.723611111112</c:v>
                </c:pt>
                <c:pt idx="83122">
                  <c:v>45343.322222222218</c:v>
                </c:pt>
                <c:pt idx="83123">
                  <c:v>45383.928472222222</c:v>
                </c:pt>
                <c:pt idx="83124">
                  <c:v>45896.946527777778</c:v>
                </c:pt>
                <c:pt idx="83125">
                  <c:v>45808.382638888892</c:v>
                </c:pt>
                <c:pt idx="83126">
                  <c:v>45853.542361111111</c:v>
                </c:pt>
                <c:pt idx="83127">
                  <c:v>45825.357638888891</c:v>
                </c:pt>
                <c:pt idx="83128">
                  <c:v>45790.465277777781</c:v>
                </c:pt>
                <c:pt idx="83129">
                  <c:v>45837.874305555553</c:v>
                </c:pt>
                <c:pt idx="83130">
                  <c:v>45770.576388888891</c:v>
                </c:pt>
                <c:pt idx="83131">
                  <c:v>45888.745833333327</c:v>
                </c:pt>
                <c:pt idx="83132">
                  <c:v>46009.534722222219</c:v>
                </c:pt>
                <c:pt idx="83133">
                  <c:v>45923.890277777777</c:v>
                </c:pt>
                <c:pt idx="83134">
                  <c:v>45807.57708333333</c:v>
                </c:pt>
                <c:pt idx="83135">
                  <c:v>45693.406944444447</c:v>
                </c:pt>
                <c:pt idx="83136">
                  <c:v>45572.65347222222</c:v>
                </c:pt>
                <c:pt idx="83137">
                  <c:v>45454.695833333331</c:v>
                </c:pt>
                <c:pt idx="83138">
                  <c:v>45902.573611111111</c:v>
                </c:pt>
                <c:pt idx="83139">
                  <c:v>45986.647222222222</c:v>
                </c:pt>
                <c:pt idx="83140">
                  <c:v>45745.676388888889</c:v>
                </c:pt>
                <c:pt idx="83141">
                  <c:v>45896.609027777777</c:v>
                </c:pt>
                <c:pt idx="83142">
                  <c:v>45991.602777777778</c:v>
                </c:pt>
                <c:pt idx="83143">
                  <c:v>45815.645833333343</c:v>
                </c:pt>
                <c:pt idx="83144">
                  <c:v>45305.692361111112</c:v>
                </c:pt>
                <c:pt idx="83145">
                  <c:v>45516.586111111108</c:v>
                </c:pt>
                <c:pt idx="83146">
                  <c:v>45726.565972222219</c:v>
                </c:pt>
                <c:pt idx="83147">
                  <c:v>45620.486111111109</c:v>
                </c:pt>
                <c:pt idx="83148">
                  <c:v>45912.336805555547</c:v>
                </c:pt>
                <c:pt idx="83149">
                  <c:v>45800.572916666657</c:v>
                </c:pt>
                <c:pt idx="83150">
                  <c:v>45621.498611111107</c:v>
                </c:pt>
                <c:pt idx="83151">
                  <c:v>45387.411111111112</c:v>
                </c:pt>
                <c:pt idx="83152">
                  <c:v>45558.547222222223</c:v>
                </c:pt>
                <c:pt idx="83153">
                  <c:v>45440.779166666667</c:v>
                </c:pt>
                <c:pt idx="83154">
                  <c:v>46004.381249999999</c:v>
                </c:pt>
                <c:pt idx="83155">
                  <c:v>45727.6875</c:v>
                </c:pt>
                <c:pt idx="83156">
                  <c:v>45820.791666666657</c:v>
                </c:pt>
                <c:pt idx="83157">
                  <c:v>45992.62222222222</c:v>
                </c:pt>
                <c:pt idx="83158">
                  <c:v>45848.540972222218</c:v>
                </c:pt>
                <c:pt idx="83159">
                  <c:v>45615.665972222218</c:v>
                </c:pt>
                <c:pt idx="83160">
                  <c:v>45794.736805555563</c:v>
                </c:pt>
                <c:pt idx="83161">
                  <c:v>45997.726388888892</c:v>
                </c:pt>
                <c:pt idx="83162">
                  <c:v>45850.518750000003</c:v>
                </c:pt>
                <c:pt idx="83163">
                  <c:v>45389.034722222219</c:v>
                </c:pt>
                <c:pt idx="83164">
                  <c:v>45536.990277777782</c:v>
                </c:pt>
                <c:pt idx="83165">
                  <c:v>45675.549305555563</c:v>
                </c:pt>
                <c:pt idx="83166">
                  <c:v>45557.634027777778</c:v>
                </c:pt>
                <c:pt idx="83167">
                  <c:v>45512.890972222223</c:v>
                </c:pt>
                <c:pt idx="83168">
                  <c:v>45351.824999999997</c:v>
                </c:pt>
                <c:pt idx="83169">
                  <c:v>45331.87222222222</c:v>
                </c:pt>
                <c:pt idx="83170">
                  <c:v>45418.85833333333</c:v>
                </c:pt>
                <c:pt idx="83171">
                  <c:v>45504.660416666673</c:v>
                </c:pt>
                <c:pt idx="83172">
                  <c:v>45317.647916666669</c:v>
                </c:pt>
                <c:pt idx="83173">
                  <c:v>45588.336805555547</c:v>
                </c:pt>
                <c:pt idx="83174">
                  <c:v>45490.238888888889</c:v>
                </c:pt>
                <c:pt idx="83175">
                  <c:v>45399.482638888891</c:v>
                </c:pt>
                <c:pt idx="83176">
                  <c:v>45553.209722222222</c:v>
                </c:pt>
                <c:pt idx="83177">
                  <c:v>45525.26666666667</c:v>
                </c:pt>
                <c:pt idx="83178">
                  <c:v>45616.208333333343</c:v>
                </c:pt>
                <c:pt idx="83179">
                  <c:v>45462.208333333343</c:v>
                </c:pt>
                <c:pt idx="83180">
                  <c:v>45644.67291666667</c:v>
                </c:pt>
                <c:pt idx="83181">
                  <c:v>45427.538888888892</c:v>
                </c:pt>
                <c:pt idx="83182">
                  <c:v>45696.425000000003</c:v>
                </c:pt>
                <c:pt idx="83183">
                  <c:v>45930.533333333333</c:v>
                </c:pt>
                <c:pt idx="83184">
                  <c:v>45736.705555555563</c:v>
                </c:pt>
                <c:pt idx="83185">
                  <c:v>45839.620138888888</c:v>
                </c:pt>
                <c:pt idx="83186">
                  <c:v>45887.541666666657</c:v>
                </c:pt>
                <c:pt idx="83187">
                  <c:v>45950.40902777778</c:v>
                </c:pt>
                <c:pt idx="83188">
                  <c:v>45785.375694444447</c:v>
                </c:pt>
                <c:pt idx="83189">
                  <c:v>45952.313194444447</c:v>
                </c:pt>
                <c:pt idx="83190">
                  <c:v>45432.488888888889</c:v>
                </c:pt>
                <c:pt idx="83191">
                  <c:v>45659.433333333327</c:v>
                </c:pt>
                <c:pt idx="83192">
                  <c:v>45297.417361111111</c:v>
                </c:pt>
                <c:pt idx="83193">
                  <c:v>45375.44027777778</c:v>
                </c:pt>
                <c:pt idx="83194">
                  <c:v>45915.380555555559</c:v>
                </c:pt>
                <c:pt idx="83195">
                  <c:v>45518.431944444441</c:v>
                </c:pt>
                <c:pt idx="83196">
                  <c:v>45600.730555555558</c:v>
                </c:pt>
                <c:pt idx="83197">
                  <c:v>45772.338194444441</c:v>
                </c:pt>
                <c:pt idx="83198">
                  <c:v>45485.523611111108</c:v>
                </c:pt>
                <c:pt idx="83199">
                  <c:v>45719.73541666667</c:v>
                </c:pt>
                <c:pt idx="83200">
                  <c:v>45371.73333333333</c:v>
                </c:pt>
                <c:pt idx="83201">
                  <c:v>45538.481944444437</c:v>
                </c:pt>
                <c:pt idx="83202">
                  <c:v>45662.617361111108</c:v>
                </c:pt>
                <c:pt idx="83203">
                  <c:v>45432.518055555563</c:v>
                </c:pt>
                <c:pt idx="83204">
                  <c:v>45579.632638888892</c:v>
                </c:pt>
                <c:pt idx="83205">
                  <c:v>46002.65625</c:v>
                </c:pt>
                <c:pt idx="83206">
                  <c:v>45865.542361111111</c:v>
                </c:pt>
                <c:pt idx="83207">
                  <c:v>45468.327777777777</c:v>
                </c:pt>
                <c:pt idx="83208">
                  <c:v>45391.240972222222</c:v>
                </c:pt>
                <c:pt idx="83209">
                  <c:v>45762.215277777781</c:v>
                </c:pt>
                <c:pt idx="83210">
                  <c:v>45329.159722222219</c:v>
                </c:pt>
                <c:pt idx="83211">
                  <c:v>45690.826388888891</c:v>
                </c:pt>
                <c:pt idx="83212">
                  <c:v>45631.824999999997</c:v>
                </c:pt>
                <c:pt idx="83213">
                  <c:v>45735.588194444441</c:v>
                </c:pt>
                <c:pt idx="83214">
                  <c:v>45662.793749999997</c:v>
                </c:pt>
                <c:pt idx="83215">
                  <c:v>45570.913194444453</c:v>
                </c:pt>
                <c:pt idx="83216">
                  <c:v>45613.838888888888</c:v>
                </c:pt>
                <c:pt idx="83217">
                  <c:v>45891.501388888893</c:v>
                </c:pt>
                <c:pt idx="83218">
                  <c:v>45817.604166666657</c:v>
                </c:pt>
                <c:pt idx="83219">
                  <c:v>45921.424305555563</c:v>
                </c:pt>
                <c:pt idx="83220">
                  <c:v>45829.719444444447</c:v>
                </c:pt>
                <c:pt idx="83221">
                  <c:v>45853.399305555547</c:v>
                </c:pt>
                <c:pt idx="83222">
                  <c:v>45876.449305555558</c:v>
                </c:pt>
                <c:pt idx="83223">
                  <c:v>45959.455555555563</c:v>
                </c:pt>
                <c:pt idx="83224">
                  <c:v>45998.870833333327</c:v>
                </c:pt>
                <c:pt idx="83225">
                  <c:v>45972.466666666667</c:v>
                </c:pt>
                <c:pt idx="83226">
                  <c:v>45607.494444444441</c:v>
                </c:pt>
                <c:pt idx="83227">
                  <c:v>45950.676388888889</c:v>
                </c:pt>
                <c:pt idx="83228">
                  <c:v>45942.684027777781</c:v>
                </c:pt>
                <c:pt idx="83229">
                  <c:v>45945.046527777777</c:v>
                </c:pt>
                <c:pt idx="83230">
                  <c:v>45977.832638888889</c:v>
                </c:pt>
                <c:pt idx="83231">
                  <c:v>45467.328472222223</c:v>
                </c:pt>
                <c:pt idx="83232">
                  <c:v>45627.660416666673</c:v>
                </c:pt>
                <c:pt idx="83233">
                  <c:v>46005.663888888892</c:v>
                </c:pt>
                <c:pt idx="83234">
                  <c:v>45626.370833333327</c:v>
                </c:pt>
                <c:pt idx="83235">
                  <c:v>45436.540972222218</c:v>
                </c:pt>
                <c:pt idx="83236">
                  <c:v>45448.803472222222</c:v>
                </c:pt>
                <c:pt idx="83237">
                  <c:v>45869.916666666657</c:v>
                </c:pt>
                <c:pt idx="83238">
                  <c:v>45808.547222222223</c:v>
                </c:pt>
                <c:pt idx="83239">
                  <c:v>45808.547222222223</c:v>
                </c:pt>
                <c:pt idx="83240">
                  <c:v>45498.902777777781</c:v>
                </c:pt>
                <c:pt idx="83241">
                  <c:v>45869.916666666657</c:v>
                </c:pt>
                <c:pt idx="83242">
                  <c:v>45903.882638888892</c:v>
                </c:pt>
                <c:pt idx="83243">
                  <c:v>45903.882638888892</c:v>
                </c:pt>
                <c:pt idx="83244">
                  <c:v>45551.824999999997</c:v>
                </c:pt>
                <c:pt idx="83245">
                  <c:v>45402.838888888888</c:v>
                </c:pt>
                <c:pt idx="83246">
                  <c:v>45498.902777777781</c:v>
                </c:pt>
                <c:pt idx="83247">
                  <c:v>45448.803472222222</c:v>
                </c:pt>
                <c:pt idx="83248">
                  <c:v>45433.39166666667</c:v>
                </c:pt>
                <c:pt idx="83249">
                  <c:v>45433.39166666667</c:v>
                </c:pt>
                <c:pt idx="83250">
                  <c:v>46018.770833333343</c:v>
                </c:pt>
                <c:pt idx="83251">
                  <c:v>46018.770833333343</c:v>
                </c:pt>
                <c:pt idx="83252">
                  <c:v>45933.949305555558</c:v>
                </c:pt>
                <c:pt idx="83253">
                  <c:v>45551.824999999997</c:v>
                </c:pt>
                <c:pt idx="83254">
                  <c:v>45402.838888888888</c:v>
                </c:pt>
                <c:pt idx="83255">
                  <c:v>45933.949305555558</c:v>
                </c:pt>
                <c:pt idx="83256">
                  <c:v>45984.826388888891</c:v>
                </c:pt>
                <c:pt idx="83257">
                  <c:v>45494.414583333331</c:v>
                </c:pt>
                <c:pt idx="83258">
                  <c:v>45300.513194444437</c:v>
                </c:pt>
                <c:pt idx="83259">
                  <c:v>45911.895138888889</c:v>
                </c:pt>
                <c:pt idx="83260">
                  <c:v>45952.395138888889</c:v>
                </c:pt>
                <c:pt idx="83261">
                  <c:v>45686.692361111112</c:v>
                </c:pt>
                <c:pt idx="83262">
                  <c:v>45929.432638888888</c:v>
                </c:pt>
                <c:pt idx="83263">
                  <c:v>45736.354166666657</c:v>
                </c:pt>
                <c:pt idx="83264">
                  <c:v>46020.942361111112</c:v>
                </c:pt>
                <c:pt idx="83265">
                  <c:v>45928.804166666669</c:v>
                </c:pt>
                <c:pt idx="83266">
                  <c:v>45775.800694444442</c:v>
                </c:pt>
                <c:pt idx="83267">
                  <c:v>45906.695833333331</c:v>
                </c:pt>
                <c:pt idx="83268">
                  <c:v>45808.675000000003</c:v>
                </c:pt>
                <c:pt idx="83269">
                  <c:v>45527.748611111107</c:v>
                </c:pt>
                <c:pt idx="83270">
                  <c:v>45561.640277777777</c:v>
                </c:pt>
                <c:pt idx="83271">
                  <c:v>45587.554166666669</c:v>
                </c:pt>
                <c:pt idx="83272">
                  <c:v>45379.671527777777</c:v>
                </c:pt>
                <c:pt idx="83273">
                  <c:v>45888.902083333327</c:v>
                </c:pt>
                <c:pt idx="83274">
                  <c:v>45634.768055555563</c:v>
                </c:pt>
                <c:pt idx="83275">
                  <c:v>45681.458333333343</c:v>
                </c:pt>
                <c:pt idx="83276">
                  <c:v>45738.716666666667</c:v>
                </c:pt>
                <c:pt idx="83277">
                  <c:v>45723.621527777781</c:v>
                </c:pt>
                <c:pt idx="83278">
                  <c:v>45709.414583333331</c:v>
                </c:pt>
                <c:pt idx="83279">
                  <c:v>45646.581944444442</c:v>
                </c:pt>
                <c:pt idx="83280">
                  <c:v>45616.445138888892</c:v>
                </c:pt>
                <c:pt idx="83281">
                  <c:v>45695.474305555559</c:v>
                </c:pt>
                <c:pt idx="83282">
                  <c:v>45591.522916666669</c:v>
                </c:pt>
                <c:pt idx="83283">
                  <c:v>45667.43472222222</c:v>
                </c:pt>
                <c:pt idx="83284">
                  <c:v>45966.848611111112</c:v>
                </c:pt>
                <c:pt idx="83285">
                  <c:v>45594.369444444441</c:v>
                </c:pt>
                <c:pt idx="83286">
                  <c:v>45716.349305555559</c:v>
                </c:pt>
                <c:pt idx="83287">
                  <c:v>45797.8125</c:v>
                </c:pt>
                <c:pt idx="83288">
                  <c:v>45653.86041666667</c:v>
                </c:pt>
                <c:pt idx="83289">
                  <c:v>45874.737500000003</c:v>
                </c:pt>
                <c:pt idx="83290">
                  <c:v>45936.813194444447</c:v>
                </c:pt>
                <c:pt idx="83291">
                  <c:v>45732.323611111111</c:v>
                </c:pt>
                <c:pt idx="83292">
                  <c:v>45832.454861111109</c:v>
                </c:pt>
                <c:pt idx="83293">
                  <c:v>45693.428472222222</c:v>
                </c:pt>
                <c:pt idx="83294">
                  <c:v>45656.725694444453</c:v>
                </c:pt>
                <c:pt idx="83295">
                  <c:v>45858.8125</c:v>
                </c:pt>
                <c:pt idx="83296">
                  <c:v>45812.334027777782</c:v>
                </c:pt>
                <c:pt idx="83297">
                  <c:v>45681.211805555547</c:v>
                </c:pt>
                <c:pt idx="83298">
                  <c:v>45709.5625</c:v>
                </c:pt>
                <c:pt idx="83299">
                  <c:v>45753.490972222222</c:v>
                </c:pt>
                <c:pt idx="83300">
                  <c:v>45792.302777777782</c:v>
                </c:pt>
                <c:pt idx="83301">
                  <c:v>45665.451388888891</c:v>
                </c:pt>
                <c:pt idx="83302">
                  <c:v>45628.561805555553</c:v>
                </c:pt>
                <c:pt idx="83303">
                  <c:v>45590.64166666667</c:v>
                </c:pt>
                <c:pt idx="83304">
                  <c:v>45503.6</c:v>
                </c:pt>
                <c:pt idx="83305">
                  <c:v>45320.484722222223</c:v>
                </c:pt>
                <c:pt idx="83306">
                  <c:v>45347.178472222222</c:v>
                </c:pt>
                <c:pt idx="83307">
                  <c:v>45454.561111111107</c:v>
                </c:pt>
                <c:pt idx="83308">
                  <c:v>45484.56527777778</c:v>
                </c:pt>
                <c:pt idx="83309">
                  <c:v>45386.146527777782</c:v>
                </c:pt>
                <c:pt idx="83310">
                  <c:v>45501.59652777778</c:v>
                </c:pt>
                <c:pt idx="83311">
                  <c:v>45710.79791666667</c:v>
                </c:pt>
                <c:pt idx="83312">
                  <c:v>45826.6875</c:v>
                </c:pt>
                <c:pt idx="83313">
                  <c:v>45352.96597222222</c:v>
                </c:pt>
                <c:pt idx="83314">
                  <c:v>46003.967361111107</c:v>
                </c:pt>
                <c:pt idx="83315">
                  <c:v>45916.382638888892</c:v>
                </c:pt>
                <c:pt idx="83316">
                  <c:v>45918.654166666667</c:v>
                </c:pt>
                <c:pt idx="83317">
                  <c:v>45782.615972222222</c:v>
                </c:pt>
                <c:pt idx="83318">
                  <c:v>45782.575694444437</c:v>
                </c:pt>
                <c:pt idx="83319">
                  <c:v>45666.759722222218</c:v>
                </c:pt>
                <c:pt idx="83320">
                  <c:v>45694.592361111107</c:v>
                </c:pt>
                <c:pt idx="83321">
                  <c:v>46019.561111111107</c:v>
                </c:pt>
                <c:pt idx="83322">
                  <c:v>45963.801388888889</c:v>
                </c:pt>
                <c:pt idx="83323">
                  <c:v>45824.792361111111</c:v>
                </c:pt>
                <c:pt idx="83324">
                  <c:v>45927.636111111111</c:v>
                </c:pt>
                <c:pt idx="83325">
                  <c:v>45884.574305555558</c:v>
                </c:pt>
                <c:pt idx="83326">
                  <c:v>45776.822916666657</c:v>
                </c:pt>
                <c:pt idx="83327">
                  <c:v>45989.640277777777</c:v>
                </c:pt>
                <c:pt idx="83328">
                  <c:v>45770.655555555553</c:v>
                </c:pt>
                <c:pt idx="83329">
                  <c:v>46022.660416666673</c:v>
                </c:pt>
                <c:pt idx="83330">
                  <c:v>45968.63958333333</c:v>
                </c:pt>
                <c:pt idx="83331">
                  <c:v>45739.660416666673</c:v>
                </c:pt>
                <c:pt idx="83332">
                  <c:v>45594.463194444441</c:v>
                </c:pt>
                <c:pt idx="83333">
                  <c:v>45755.796527777777</c:v>
                </c:pt>
                <c:pt idx="83334">
                  <c:v>45988.169444444437</c:v>
                </c:pt>
                <c:pt idx="83335">
                  <c:v>45795.38958333333</c:v>
                </c:pt>
                <c:pt idx="83336">
                  <c:v>45693.352083333331</c:v>
                </c:pt>
                <c:pt idx="83337">
                  <c:v>45918.28125</c:v>
                </c:pt>
                <c:pt idx="83338">
                  <c:v>45472.524305555547</c:v>
                </c:pt>
                <c:pt idx="83339">
                  <c:v>45828.157638888893</c:v>
                </c:pt>
                <c:pt idx="83340">
                  <c:v>45708.270833333343</c:v>
                </c:pt>
                <c:pt idx="83341">
                  <c:v>45960.160416666673</c:v>
                </c:pt>
                <c:pt idx="83342">
                  <c:v>45678.568055555559</c:v>
                </c:pt>
                <c:pt idx="83343">
                  <c:v>45836.686805555553</c:v>
                </c:pt>
                <c:pt idx="83344">
                  <c:v>45645.333333333343</c:v>
                </c:pt>
                <c:pt idx="83345">
                  <c:v>45880.693055555559</c:v>
                </c:pt>
                <c:pt idx="83346">
                  <c:v>45789.361111111109</c:v>
                </c:pt>
                <c:pt idx="83347">
                  <c:v>45596.679861111108</c:v>
                </c:pt>
                <c:pt idx="83348">
                  <c:v>45844.324999999997</c:v>
                </c:pt>
                <c:pt idx="83349">
                  <c:v>46000.645833333343</c:v>
                </c:pt>
                <c:pt idx="83350">
                  <c:v>45716.335416666669</c:v>
                </c:pt>
                <c:pt idx="83351">
                  <c:v>45778.723611111112</c:v>
                </c:pt>
                <c:pt idx="83352">
                  <c:v>45936.367361111108</c:v>
                </c:pt>
                <c:pt idx="83353">
                  <c:v>45702.953472222223</c:v>
                </c:pt>
                <c:pt idx="83354">
                  <c:v>45681.334722222222</c:v>
                </c:pt>
                <c:pt idx="83355">
                  <c:v>45829.728472222218</c:v>
                </c:pt>
                <c:pt idx="83356">
                  <c:v>45483.895833333343</c:v>
                </c:pt>
                <c:pt idx="83357">
                  <c:v>45400.934027777781</c:v>
                </c:pt>
                <c:pt idx="83358">
                  <c:v>45853.477083333331</c:v>
                </c:pt>
                <c:pt idx="83359">
                  <c:v>45315.654166666667</c:v>
                </c:pt>
                <c:pt idx="83360">
                  <c:v>45518.531944444447</c:v>
                </c:pt>
                <c:pt idx="83361">
                  <c:v>45460.902777777781</c:v>
                </c:pt>
                <c:pt idx="83362">
                  <c:v>45804.430555555547</c:v>
                </c:pt>
                <c:pt idx="83363">
                  <c:v>45568.448611111111</c:v>
                </c:pt>
                <c:pt idx="83364">
                  <c:v>45917.967361111107</c:v>
                </c:pt>
                <c:pt idx="83365">
                  <c:v>45651.410416666673</c:v>
                </c:pt>
                <c:pt idx="83366">
                  <c:v>45609.393055555563</c:v>
                </c:pt>
                <c:pt idx="83367">
                  <c:v>45669.689583333333</c:v>
                </c:pt>
                <c:pt idx="83368">
                  <c:v>45797.009027777778</c:v>
                </c:pt>
                <c:pt idx="83369">
                  <c:v>45328.466666666667</c:v>
                </c:pt>
                <c:pt idx="83370">
                  <c:v>45807.574999999997</c:v>
                </c:pt>
                <c:pt idx="83371">
                  <c:v>45893.420138888891</c:v>
                </c:pt>
                <c:pt idx="83372">
                  <c:v>45693.736111111109</c:v>
                </c:pt>
                <c:pt idx="83373">
                  <c:v>46014.330555555563</c:v>
                </c:pt>
                <c:pt idx="83374">
                  <c:v>45452.51458333333</c:v>
                </c:pt>
                <c:pt idx="83375">
                  <c:v>45463.793749999997</c:v>
                </c:pt>
                <c:pt idx="83376">
                  <c:v>45642.87777777778</c:v>
                </c:pt>
                <c:pt idx="83377">
                  <c:v>45492.6875</c:v>
                </c:pt>
                <c:pt idx="83378">
                  <c:v>45522.824999999997</c:v>
                </c:pt>
                <c:pt idx="83379">
                  <c:v>45733.682638888888</c:v>
                </c:pt>
                <c:pt idx="83380">
                  <c:v>45744.345138888893</c:v>
                </c:pt>
                <c:pt idx="83381">
                  <c:v>45767.571527777778</c:v>
                </c:pt>
                <c:pt idx="83382">
                  <c:v>45823.057638888888</c:v>
                </c:pt>
                <c:pt idx="83383">
                  <c:v>45669.665972222218</c:v>
                </c:pt>
                <c:pt idx="83384">
                  <c:v>45694.595138888893</c:v>
                </c:pt>
                <c:pt idx="83385">
                  <c:v>45708.833333333343</c:v>
                </c:pt>
                <c:pt idx="83386">
                  <c:v>45750.533333333333</c:v>
                </c:pt>
                <c:pt idx="83387">
                  <c:v>45699.876388888893</c:v>
                </c:pt>
                <c:pt idx="83388">
                  <c:v>45809.909722222219</c:v>
                </c:pt>
                <c:pt idx="83389">
                  <c:v>45725.929861111108</c:v>
                </c:pt>
                <c:pt idx="83390">
                  <c:v>45946.893055555563</c:v>
                </c:pt>
                <c:pt idx="83391">
                  <c:v>45890.46875</c:v>
                </c:pt>
                <c:pt idx="83392">
                  <c:v>45834.628472222219</c:v>
                </c:pt>
                <c:pt idx="83393">
                  <c:v>45975.001388888893</c:v>
                </c:pt>
                <c:pt idx="83394">
                  <c:v>45918.729861111111</c:v>
                </c:pt>
                <c:pt idx="83395">
                  <c:v>45887.69027777778</c:v>
                </c:pt>
                <c:pt idx="83396">
                  <c:v>45733.475694444453</c:v>
                </c:pt>
                <c:pt idx="83397">
                  <c:v>45662.38958333333</c:v>
                </c:pt>
                <c:pt idx="83398">
                  <c:v>45689.836111111108</c:v>
                </c:pt>
                <c:pt idx="83399">
                  <c:v>45804.40625</c:v>
                </c:pt>
                <c:pt idx="83400">
                  <c:v>45727.693749999999</c:v>
                </c:pt>
                <c:pt idx="83401">
                  <c:v>45518.423611111109</c:v>
                </c:pt>
                <c:pt idx="83402">
                  <c:v>45973.367361111108</c:v>
                </c:pt>
                <c:pt idx="83403">
                  <c:v>45914.758333333331</c:v>
                </c:pt>
                <c:pt idx="83404">
                  <c:v>45754.398611111108</c:v>
                </c:pt>
                <c:pt idx="83405">
                  <c:v>45797.4</c:v>
                </c:pt>
                <c:pt idx="83406">
                  <c:v>45854.338194444441</c:v>
                </c:pt>
                <c:pt idx="83407">
                  <c:v>45874.499305555553</c:v>
                </c:pt>
                <c:pt idx="83408">
                  <c:v>45565.5</c:v>
                </c:pt>
                <c:pt idx="83409">
                  <c:v>45334.35833333333</c:v>
                </c:pt>
                <c:pt idx="83410">
                  <c:v>45532.324305555558</c:v>
                </c:pt>
                <c:pt idx="83411">
                  <c:v>45884.614583333343</c:v>
                </c:pt>
                <c:pt idx="83412">
                  <c:v>45542.710416666669</c:v>
                </c:pt>
                <c:pt idx="83413">
                  <c:v>45607.590277777781</c:v>
                </c:pt>
                <c:pt idx="83414">
                  <c:v>45689.822222222218</c:v>
                </c:pt>
                <c:pt idx="83415">
                  <c:v>46004.654166666667</c:v>
                </c:pt>
                <c:pt idx="83416">
                  <c:v>45779.536111111112</c:v>
                </c:pt>
                <c:pt idx="83417">
                  <c:v>45764.908333333333</c:v>
                </c:pt>
                <c:pt idx="83418">
                  <c:v>45877.424305555563</c:v>
                </c:pt>
                <c:pt idx="83419">
                  <c:v>45952.909722222219</c:v>
                </c:pt>
                <c:pt idx="83420">
                  <c:v>45849.339583333327</c:v>
                </c:pt>
                <c:pt idx="83421">
                  <c:v>45739.645833333343</c:v>
                </c:pt>
                <c:pt idx="83422">
                  <c:v>45915.588194444441</c:v>
                </c:pt>
                <c:pt idx="83423">
                  <c:v>45812.509722222218</c:v>
                </c:pt>
                <c:pt idx="83424">
                  <c:v>45981.388888888891</c:v>
                </c:pt>
                <c:pt idx="83425">
                  <c:v>46006.543749999997</c:v>
                </c:pt>
                <c:pt idx="83426">
                  <c:v>45705.748611111107</c:v>
                </c:pt>
                <c:pt idx="83427">
                  <c:v>45819.426388888889</c:v>
                </c:pt>
                <c:pt idx="83428">
                  <c:v>45880.53125</c:v>
                </c:pt>
                <c:pt idx="83429">
                  <c:v>45879.48541666667</c:v>
                </c:pt>
                <c:pt idx="83430">
                  <c:v>45796.063194444447</c:v>
                </c:pt>
                <c:pt idx="83431">
                  <c:v>45708.526388888888</c:v>
                </c:pt>
                <c:pt idx="83432">
                  <c:v>45502.088194444441</c:v>
                </c:pt>
                <c:pt idx="83433">
                  <c:v>46002.879861111112</c:v>
                </c:pt>
                <c:pt idx="83434">
                  <c:v>45849.020833333343</c:v>
                </c:pt>
                <c:pt idx="83435">
                  <c:v>45316.972916666673</c:v>
                </c:pt>
                <c:pt idx="83436">
                  <c:v>45888.839583333327</c:v>
                </c:pt>
                <c:pt idx="83437">
                  <c:v>45747.919444444437</c:v>
                </c:pt>
                <c:pt idx="83438">
                  <c:v>46023.743055555547</c:v>
                </c:pt>
                <c:pt idx="83439">
                  <c:v>45949.712500000001</c:v>
                </c:pt>
                <c:pt idx="83440">
                  <c:v>45991.728472222218</c:v>
                </c:pt>
                <c:pt idx="83441">
                  <c:v>45976.42083333333</c:v>
                </c:pt>
                <c:pt idx="83442">
                  <c:v>46003.386805555558</c:v>
                </c:pt>
                <c:pt idx="83443">
                  <c:v>45963.741666666669</c:v>
                </c:pt>
                <c:pt idx="83444">
                  <c:v>46007.663194444453</c:v>
                </c:pt>
                <c:pt idx="83445">
                  <c:v>46011.654166666667</c:v>
                </c:pt>
                <c:pt idx="83446">
                  <c:v>45386.386111111111</c:v>
                </c:pt>
                <c:pt idx="83447">
                  <c:v>46020.438194444447</c:v>
                </c:pt>
                <c:pt idx="83448">
                  <c:v>45475.473611111112</c:v>
                </c:pt>
                <c:pt idx="83449">
                  <c:v>45328.475694444453</c:v>
                </c:pt>
                <c:pt idx="83450">
                  <c:v>45449.452777777777</c:v>
                </c:pt>
                <c:pt idx="83451">
                  <c:v>45961.356944444437</c:v>
                </c:pt>
                <c:pt idx="83452">
                  <c:v>45349.450694444437</c:v>
                </c:pt>
                <c:pt idx="83453">
                  <c:v>45505.498611111107</c:v>
                </c:pt>
                <c:pt idx="83454">
                  <c:v>45296.600694444453</c:v>
                </c:pt>
                <c:pt idx="83455">
                  <c:v>45718.373611111107</c:v>
                </c:pt>
                <c:pt idx="83456">
                  <c:v>45709.895833333343</c:v>
                </c:pt>
                <c:pt idx="83457">
                  <c:v>45503.640972222223</c:v>
                </c:pt>
                <c:pt idx="83458">
                  <c:v>45714.997916666667</c:v>
                </c:pt>
                <c:pt idx="83459">
                  <c:v>45980.027777777781</c:v>
                </c:pt>
                <c:pt idx="83460">
                  <c:v>45681.487500000003</c:v>
                </c:pt>
                <c:pt idx="83461">
                  <c:v>45818.968055555553</c:v>
                </c:pt>
                <c:pt idx="83462">
                  <c:v>45846.294444444437</c:v>
                </c:pt>
                <c:pt idx="83463">
                  <c:v>45609.911111111112</c:v>
                </c:pt>
                <c:pt idx="83464">
                  <c:v>45502.929166666669</c:v>
                </c:pt>
                <c:pt idx="83465">
                  <c:v>45922.70208333333</c:v>
                </c:pt>
                <c:pt idx="83466">
                  <c:v>45879.767361111109</c:v>
                </c:pt>
                <c:pt idx="83467">
                  <c:v>46021.970833333333</c:v>
                </c:pt>
                <c:pt idx="83468">
                  <c:v>45961.4375</c:v>
                </c:pt>
                <c:pt idx="83469">
                  <c:v>45903.986111111109</c:v>
                </c:pt>
                <c:pt idx="83470">
                  <c:v>45878.086111111108</c:v>
                </c:pt>
                <c:pt idx="83471">
                  <c:v>45932.168749999997</c:v>
                </c:pt>
                <c:pt idx="83472">
                  <c:v>45882.443055555559</c:v>
                </c:pt>
                <c:pt idx="83473">
                  <c:v>45532.890277777777</c:v>
                </c:pt>
                <c:pt idx="83474">
                  <c:v>45318.456250000003</c:v>
                </c:pt>
                <c:pt idx="83475">
                  <c:v>45354.770833333343</c:v>
                </c:pt>
                <c:pt idx="83476">
                  <c:v>45882.443055555559</c:v>
                </c:pt>
                <c:pt idx="83477">
                  <c:v>45354.770833333343</c:v>
                </c:pt>
                <c:pt idx="83478">
                  <c:v>45318.456250000003</c:v>
                </c:pt>
                <c:pt idx="83479">
                  <c:v>45532.890277777777</c:v>
                </c:pt>
                <c:pt idx="83480">
                  <c:v>45885.454861111109</c:v>
                </c:pt>
                <c:pt idx="83481">
                  <c:v>46020.472222222219</c:v>
                </c:pt>
                <c:pt idx="83482">
                  <c:v>46017.818749999999</c:v>
                </c:pt>
                <c:pt idx="83483">
                  <c:v>45986.473611111112</c:v>
                </c:pt>
                <c:pt idx="83484">
                  <c:v>45946.022222222222</c:v>
                </c:pt>
                <c:pt idx="83485">
                  <c:v>45907.686805555553</c:v>
                </c:pt>
                <c:pt idx="83486">
                  <c:v>45994.20416666667</c:v>
                </c:pt>
                <c:pt idx="83487">
                  <c:v>46003.038888888892</c:v>
                </c:pt>
                <c:pt idx="83488">
                  <c:v>45821.524305555547</c:v>
                </c:pt>
                <c:pt idx="83489">
                  <c:v>45783.836805555547</c:v>
                </c:pt>
                <c:pt idx="83490">
                  <c:v>45897.45208333333</c:v>
                </c:pt>
                <c:pt idx="83491">
                  <c:v>45983.444444444453</c:v>
                </c:pt>
                <c:pt idx="83492">
                  <c:v>45865.369444444441</c:v>
                </c:pt>
                <c:pt idx="83493">
                  <c:v>45726.584027777782</c:v>
                </c:pt>
                <c:pt idx="83494">
                  <c:v>45958.474305555559</c:v>
                </c:pt>
                <c:pt idx="83495">
                  <c:v>45764.529166666667</c:v>
                </c:pt>
                <c:pt idx="83496">
                  <c:v>46002.73333333333</c:v>
                </c:pt>
                <c:pt idx="83497">
                  <c:v>45906.441666666673</c:v>
                </c:pt>
                <c:pt idx="83498">
                  <c:v>45714.154166666667</c:v>
                </c:pt>
                <c:pt idx="83499">
                  <c:v>45855.921527777777</c:v>
                </c:pt>
                <c:pt idx="83500">
                  <c:v>45521.948611111111</c:v>
                </c:pt>
                <c:pt idx="83501">
                  <c:v>45510.925000000003</c:v>
                </c:pt>
                <c:pt idx="83502">
                  <c:v>45921.006944444453</c:v>
                </c:pt>
                <c:pt idx="83503">
                  <c:v>45898.0625</c:v>
                </c:pt>
                <c:pt idx="83504">
                  <c:v>46013.794444444437</c:v>
                </c:pt>
                <c:pt idx="83505">
                  <c:v>45995.329861111109</c:v>
                </c:pt>
                <c:pt idx="83506">
                  <c:v>45956.964583333327</c:v>
                </c:pt>
                <c:pt idx="83507">
                  <c:v>45874.585416666669</c:v>
                </c:pt>
                <c:pt idx="83508">
                  <c:v>45965.480555555558</c:v>
                </c:pt>
                <c:pt idx="83509">
                  <c:v>45373.615277777782</c:v>
                </c:pt>
                <c:pt idx="83510">
                  <c:v>45370.613888888889</c:v>
                </c:pt>
                <c:pt idx="83511">
                  <c:v>45749.518750000003</c:v>
                </c:pt>
                <c:pt idx="83512">
                  <c:v>45504.696527777778</c:v>
                </c:pt>
                <c:pt idx="83513">
                  <c:v>45403.796527777777</c:v>
                </c:pt>
                <c:pt idx="83514">
                  <c:v>45508.702777777777</c:v>
                </c:pt>
                <c:pt idx="83515">
                  <c:v>45522.576388888891</c:v>
                </c:pt>
                <c:pt idx="83516">
                  <c:v>45596.75277777778</c:v>
                </c:pt>
                <c:pt idx="83517">
                  <c:v>45383.337500000001</c:v>
                </c:pt>
                <c:pt idx="83518">
                  <c:v>45371.521527777782</c:v>
                </c:pt>
                <c:pt idx="83519">
                  <c:v>45343.799305555563</c:v>
                </c:pt>
                <c:pt idx="83520">
                  <c:v>45534.926388888889</c:v>
                </c:pt>
                <c:pt idx="83521">
                  <c:v>45326.804861111108</c:v>
                </c:pt>
                <c:pt idx="83522">
                  <c:v>45723.8125</c:v>
                </c:pt>
                <c:pt idx="83523">
                  <c:v>45357.800694444442</c:v>
                </c:pt>
                <c:pt idx="83524">
                  <c:v>45552.470138888893</c:v>
                </c:pt>
                <c:pt idx="83525">
                  <c:v>45490.408333333333</c:v>
                </c:pt>
                <c:pt idx="83526">
                  <c:v>45503.470138888893</c:v>
                </c:pt>
                <c:pt idx="83527">
                  <c:v>45616.541666666657</c:v>
                </c:pt>
                <c:pt idx="83528">
                  <c:v>45570.713888888888</c:v>
                </c:pt>
                <c:pt idx="83529">
                  <c:v>45544.382638888892</c:v>
                </c:pt>
                <c:pt idx="83530">
                  <c:v>45584.42291666667</c:v>
                </c:pt>
                <c:pt idx="83531">
                  <c:v>45456.254861111112</c:v>
                </c:pt>
                <c:pt idx="83532">
                  <c:v>45524.275694444441</c:v>
                </c:pt>
                <c:pt idx="83533">
                  <c:v>45516.459722222222</c:v>
                </c:pt>
                <c:pt idx="83534">
                  <c:v>45856.263194444437</c:v>
                </c:pt>
                <c:pt idx="83535">
                  <c:v>45662.661111111112</c:v>
                </c:pt>
                <c:pt idx="83536">
                  <c:v>45763.678472222222</c:v>
                </c:pt>
                <c:pt idx="83537">
                  <c:v>45791.357638888891</c:v>
                </c:pt>
                <c:pt idx="83538">
                  <c:v>45923.8125</c:v>
                </c:pt>
                <c:pt idx="83539">
                  <c:v>45804.000694444447</c:v>
                </c:pt>
                <c:pt idx="83540">
                  <c:v>45888.620833333327</c:v>
                </c:pt>
                <c:pt idx="83541">
                  <c:v>45773.81527777778</c:v>
                </c:pt>
                <c:pt idx="83542">
                  <c:v>45827.331944444442</c:v>
                </c:pt>
                <c:pt idx="83543">
                  <c:v>45966.428472222222</c:v>
                </c:pt>
                <c:pt idx="83544">
                  <c:v>45986.336111111108</c:v>
                </c:pt>
                <c:pt idx="83545">
                  <c:v>46023.543055555558</c:v>
                </c:pt>
                <c:pt idx="83546">
                  <c:v>46004.509722222218</c:v>
                </c:pt>
                <c:pt idx="83547">
                  <c:v>45949.469444444447</c:v>
                </c:pt>
                <c:pt idx="83548">
                  <c:v>45953.67291666667</c:v>
                </c:pt>
                <c:pt idx="83549">
                  <c:v>45947.697222222218</c:v>
                </c:pt>
                <c:pt idx="83550">
                  <c:v>45909.661805555559</c:v>
                </c:pt>
                <c:pt idx="83551">
                  <c:v>46013.520833333343</c:v>
                </c:pt>
                <c:pt idx="83552">
                  <c:v>45930.665277777778</c:v>
                </c:pt>
                <c:pt idx="83553">
                  <c:v>45891.871527777781</c:v>
                </c:pt>
                <c:pt idx="83554">
                  <c:v>45685.445138888892</c:v>
                </c:pt>
                <c:pt idx="83555">
                  <c:v>45656.994444444441</c:v>
                </c:pt>
                <c:pt idx="83556">
                  <c:v>45962.436111111107</c:v>
                </c:pt>
                <c:pt idx="83557">
                  <c:v>45991.94027777778</c:v>
                </c:pt>
                <c:pt idx="83558">
                  <c:v>45553.350694444453</c:v>
                </c:pt>
                <c:pt idx="83559">
                  <c:v>45480.71597222222</c:v>
                </c:pt>
                <c:pt idx="83560">
                  <c:v>45662.70208333333</c:v>
                </c:pt>
                <c:pt idx="83561">
                  <c:v>45424.388888888891</c:v>
                </c:pt>
                <c:pt idx="83562">
                  <c:v>45379.736111111109</c:v>
                </c:pt>
                <c:pt idx="83563">
                  <c:v>45662.655555555553</c:v>
                </c:pt>
                <c:pt idx="83564">
                  <c:v>45831.456250000003</c:v>
                </c:pt>
                <c:pt idx="83565">
                  <c:v>45496.671527777777</c:v>
                </c:pt>
                <c:pt idx="83566">
                  <c:v>45878.837500000001</c:v>
                </c:pt>
                <c:pt idx="83567">
                  <c:v>45592.288888888892</c:v>
                </c:pt>
                <c:pt idx="83568">
                  <c:v>45737.73541666667</c:v>
                </c:pt>
                <c:pt idx="83569">
                  <c:v>45452.436805555553</c:v>
                </c:pt>
                <c:pt idx="83570">
                  <c:v>45658.82916666667</c:v>
                </c:pt>
                <c:pt idx="83571">
                  <c:v>45744.740972222222</c:v>
                </c:pt>
                <c:pt idx="83572">
                  <c:v>45970.529861111107</c:v>
                </c:pt>
                <c:pt idx="83573">
                  <c:v>45712.518750000003</c:v>
                </c:pt>
                <c:pt idx="83574">
                  <c:v>45712.509722222218</c:v>
                </c:pt>
                <c:pt idx="83575">
                  <c:v>45705.605555555558</c:v>
                </c:pt>
                <c:pt idx="83576">
                  <c:v>45729.92083333333</c:v>
                </c:pt>
                <c:pt idx="83577">
                  <c:v>45739.536111111112</c:v>
                </c:pt>
                <c:pt idx="83578">
                  <c:v>45606.379166666673</c:v>
                </c:pt>
                <c:pt idx="83579">
                  <c:v>45366.342361111107</c:v>
                </c:pt>
                <c:pt idx="83580">
                  <c:v>45306.925000000003</c:v>
                </c:pt>
                <c:pt idx="83581">
                  <c:v>46011.912499999999</c:v>
                </c:pt>
                <c:pt idx="83582">
                  <c:v>45455.51666666667</c:v>
                </c:pt>
                <c:pt idx="83583">
                  <c:v>45735.712500000001</c:v>
                </c:pt>
                <c:pt idx="83584">
                  <c:v>45795.798611111109</c:v>
                </c:pt>
                <c:pt idx="83585">
                  <c:v>45688.822916666657</c:v>
                </c:pt>
                <c:pt idx="83586">
                  <c:v>45963.538194444453</c:v>
                </c:pt>
                <c:pt idx="83587">
                  <c:v>45595.674305555563</c:v>
                </c:pt>
                <c:pt idx="83588">
                  <c:v>45797.612500000003</c:v>
                </c:pt>
                <c:pt idx="83589">
                  <c:v>45505.273611111108</c:v>
                </c:pt>
                <c:pt idx="83590">
                  <c:v>45738.756944444453</c:v>
                </c:pt>
                <c:pt idx="83591">
                  <c:v>45625.619444444441</c:v>
                </c:pt>
                <c:pt idx="83592">
                  <c:v>45769.765972222223</c:v>
                </c:pt>
                <c:pt idx="83593">
                  <c:v>45681.306250000001</c:v>
                </c:pt>
                <c:pt idx="83594">
                  <c:v>46005.814583333333</c:v>
                </c:pt>
                <c:pt idx="83595">
                  <c:v>45701.712500000001</c:v>
                </c:pt>
                <c:pt idx="83596">
                  <c:v>45733.62222222222</c:v>
                </c:pt>
                <c:pt idx="83597">
                  <c:v>45671.713194444441</c:v>
                </c:pt>
                <c:pt idx="83598">
                  <c:v>45692.707638888889</c:v>
                </c:pt>
                <c:pt idx="83599">
                  <c:v>45826.45</c:v>
                </c:pt>
                <c:pt idx="83600">
                  <c:v>45867.505555555559</c:v>
                </c:pt>
                <c:pt idx="83601">
                  <c:v>45805.540277777778</c:v>
                </c:pt>
                <c:pt idx="83602">
                  <c:v>45993.745833333327</c:v>
                </c:pt>
                <c:pt idx="83603">
                  <c:v>46011.355555555558</c:v>
                </c:pt>
                <c:pt idx="83604">
                  <c:v>45959.333333333343</c:v>
                </c:pt>
                <c:pt idx="83605">
                  <c:v>45749.543749999997</c:v>
                </c:pt>
                <c:pt idx="83606">
                  <c:v>45928.609027777777</c:v>
                </c:pt>
                <c:pt idx="83607">
                  <c:v>45896.386805555558</c:v>
                </c:pt>
                <c:pt idx="83608">
                  <c:v>45604.988194444442</c:v>
                </c:pt>
                <c:pt idx="83609">
                  <c:v>45625.429166666669</c:v>
                </c:pt>
                <c:pt idx="83610">
                  <c:v>45581.981249999997</c:v>
                </c:pt>
                <c:pt idx="83611">
                  <c:v>45538.476388888892</c:v>
                </c:pt>
                <c:pt idx="83612">
                  <c:v>45303.356249999997</c:v>
                </c:pt>
                <c:pt idx="83613">
                  <c:v>45412.380555555559</c:v>
                </c:pt>
                <c:pt idx="83614">
                  <c:v>45945.422222222223</c:v>
                </c:pt>
                <c:pt idx="83615">
                  <c:v>45308.719444444447</c:v>
                </c:pt>
                <c:pt idx="83616">
                  <c:v>45586.280555555553</c:v>
                </c:pt>
                <c:pt idx="83617">
                  <c:v>45968.49722222222</c:v>
                </c:pt>
                <c:pt idx="83618">
                  <c:v>45974.422222222223</c:v>
                </c:pt>
                <c:pt idx="83619">
                  <c:v>45684.786111111112</c:v>
                </c:pt>
                <c:pt idx="83620">
                  <c:v>46003.776388888888</c:v>
                </c:pt>
                <c:pt idx="83621">
                  <c:v>45975.554861111108</c:v>
                </c:pt>
                <c:pt idx="83622">
                  <c:v>45814.753472222219</c:v>
                </c:pt>
                <c:pt idx="83623">
                  <c:v>45526.077777777777</c:v>
                </c:pt>
                <c:pt idx="83624">
                  <c:v>45499.760416666657</c:v>
                </c:pt>
                <c:pt idx="83625">
                  <c:v>45802.525694444441</c:v>
                </c:pt>
                <c:pt idx="83626">
                  <c:v>45657.881944444453</c:v>
                </c:pt>
                <c:pt idx="83627">
                  <c:v>45486.753472222219</c:v>
                </c:pt>
                <c:pt idx="83628">
                  <c:v>45611.533333333333</c:v>
                </c:pt>
                <c:pt idx="83629">
                  <c:v>45693.868055555547</c:v>
                </c:pt>
                <c:pt idx="83630">
                  <c:v>45391.525694444441</c:v>
                </c:pt>
                <c:pt idx="83631">
                  <c:v>45878.729166666657</c:v>
                </c:pt>
                <c:pt idx="83632">
                  <c:v>45660.335416666669</c:v>
                </c:pt>
                <c:pt idx="83633">
                  <c:v>45966.482638888891</c:v>
                </c:pt>
                <c:pt idx="83634">
                  <c:v>45502.678472222222</c:v>
                </c:pt>
                <c:pt idx="83635">
                  <c:v>45829.691666666673</c:v>
                </c:pt>
                <c:pt idx="83636">
                  <c:v>45337.524305555547</c:v>
                </c:pt>
                <c:pt idx="83637">
                  <c:v>45779.480555555558</c:v>
                </c:pt>
                <c:pt idx="83638">
                  <c:v>45764.449305555558</c:v>
                </c:pt>
                <c:pt idx="83639">
                  <c:v>45764.583333333343</c:v>
                </c:pt>
                <c:pt idx="83640">
                  <c:v>45636.475694444453</c:v>
                </c:pt>
                <c:pt idx="83641">
                  <c:v>45682.556250000001</c:v>
                </c:pt>
                <c:pt idx="83642">
                  <c:v>45654.451388888891</c:v>
                </c:pt>
                <c:pt idx="83643">
                  <c:v>45671.268750000003</c:v>
                </c:pt>
                <c:pt idx="83644">
                  <c:v>45690.869444444441</c:v>
                </c:pt>
                <c:pt idx="83645">
                  <c:v>45605.495138888888</c:v>
                </c:pt>
                <c:pt idx="83646">
                  <c:v>45635.765277777777</c:v>
                </c:pt>
                <c:pt idx="83647">
                  <c:v>45667.362500000003</c:v>
                </c:pt>
                <c:pt idx="83648">
                  <c:v>45583.379861111112</c:v>
                </c:pt>
                <c:pt idx="83649">
                  <c:v>45699.4375</c:v>
                </c:pt>
                <c:pt idx="83650">
                  <c:v>45936.405555555553</c:v>
                </c:pt>
                <c:pt idx="83651">
                  <c:v>45908.331944444442</c:v>
                </c:pt>
                <c:pt idx="83652">
                  <c:v>45877.924305555563</c:v>
                </c:pt>
                <c:pt idx="83653">
                  <c:v>45812.619444444441</c:v>
                </c:pt>
                <c:pt idx="83654">
                  <c:v>45846.79583333333</c:v>
                </c:pt>
                <c:pt idx="83655">
                  <c:v>45959.87222222222</c:v>
                </c:pt>
                <c:pt idx="83656">
                  <c:v>45985.435416666667</c:v>
                </c:pt>
                <c:pt idx="83657">
                  <c:v>46007.347916666673</c:v>
                </c:pt>
                <c:pt idx="83658">
                  <c:v>45594.54583333333</c:v>
                </c:pt>
                <c:pt idx="83659">
                  <c:v>45549.831944444442</c:v>
                </c:pt>
                <c:pt idx="83660">
                  <c:v>45700.322222222218</c:v>
                </c:pt>
                <c:pt idx="83661">
                  <c:v>45781.673611111109</c:v>
                </c:pt>
                <c:pt idx="83662">
                  <c:v>45752.441666666673</c:v>
                </c:pt>
                <c:pt idx="83663">
                  <c:v>45866.147916666669</c:v>
                </c:pt>
                <c:pt idx="83664">
                  <c:v>45606.513888888891</c:v>
                </c:pt>
                <c:pt idx="83665">
                  <c:v>45702.490277777782</c:v>
                </c:pt>
                <c:pt idx="83666">
                  <c:v>45516.347916666673</c:v>
                </c:pt>
                <c:pt idx="83667">
                  <c:v>45477.404861111107</c:v>
                </c:pt>
                <c:pt idx="83668">
                  <c:v>45466.344444444447</c:v>
                </c:pt>
                <c:pt idx="83669">
                  <c:v>45452.868750000001</c:v>
                </c:pt>
                <c:pt idx="83670">
                  <c:v>45426.344444444447</c:v>
                </c:pt>
                <c:pt idx="83671">
                  <c:v>45495.370833333327</c:v>
                </c:pt>
                <c:pt idx="83672">
                  <c:v>45519.50277777778</c:v>
                </c:pt>
                <c:pt idx="83673">
                  <c:v>45437.501388888893</c:v>
                </c:pt>
                <c:pt idx="83674">
                  <c:v>45838.678472222222</c:v>
                </c:pt>
                <c:pt idx="83675">
                  <c:v>45531.657638888893</c:v>
                </c:pt>
                <c:pt idx="83676">
                  <c:v>45538.54583333333</c:v>
                </c:pt>
                <c:pt idx="83677">
                  <c:v>45472.34375</c:v>
                </c:pt>
                <c:pt idx="83678">
                  <c:v>45621.35833333333</c:v>
                </c:pt>
                <c:pt idx="83679">
                  <c:v>45433.912499999999</c:v>
                </c:pt>
                <c:pt idx="83680">
                  <c:v>45967.784722222219</c:v>
                </c:pt>
                <c:pt idx="83681">
                  <c:v>45421.895138888889</c:v>
                </c:pt>
                <c:pt idx="83682">
                  <c:v>45556.512499999997</c:v>
                </c:pt>
                <c:pt idx="83683">
                  <c:v>45964.621527777781</c:v>
                </c:pt>
                <c:pt idx="83684">
                  <c:v>45886.863194444442</c:v>
                </c:pt>
                <c:pt idx="83685">
                  <c:v>45674.65347222222</c:v>
                </c:pt>
                <c:pt idx="83686">
                  <c:v>45730.67291666667</c:v>
                </c:pt>
                <c:pt idx="83687">
                  <c:v>45779.634722222218</c:v>
                </c:pt>
                <c:pt idx="83688">
                  <c:v>45645.762499999997</c:v>
                </c:pt>
                <c:pt idx="83689">
                  <c:v>45626.542361111111</c:v>
                </c:pt>
                <c:pt idx="83690">
                  <c:v>45825.686805555553</c:v>
                </c:pt>
                <c:pt idx="83691">
                  <c:v>45360.643055555563</c:v>
                </c:pt>
                <c:pt idx="83692">
                  <c:v>45776.73333333333</c:v>
                </c:pt>
                <c:pt idx="83693">
                  <c:v>45776.73333333333</c:v>
                </c:pt>
                <c:pt idx="83694">
                  <c:v>45477.775000000001</c:v>
                </c:pt>
                <c:pt idx="83695">
                  <c:v>45304.543055555558</c:v>
                </c:pt>
                <c:pt idx="83696">
                  <c:v>45304.543055555558</c:v>
                </c:pt>
                <c:pt idx="83697">
                  <c:v>45487.557638888888</c:v>
                </c:pt>
                <c:pt idx="83698">
                  <c:v>45487.557638888888</c:v>
                </c:pt>
                <c:pt idx="83699">
                  <c:v>45477.775000000001</c:v>
                </c:pt>
                <c:pt idx="83700">
                  <c:v>45685.397222222222</c:v>
                </c:pt>
                <c:pt idx="83701">
                  <c:v>45685.397222222222</c:v>
                </c:pt>
                <c:pt idx="83702">
                  <c:v>45360.643055555563</c:v>
                </c:pt>
                <c:pt idx="83703">
                  <c:v>45484.575694444437</c:v>
                </c:pt>
                <c:pt idx="83704">
                  <c:v>45688.454861111109</c:v>
                </c:pt>
                <c:pt idx="83705">
                  <c:v>45575.445138888892</c:v>
                </c:pt>
                <c:pt idx="83706">
                  <c:v>45382.495138888888</c:v>
                </c:pt>
                <c:pt idx="83707">
                  <c:v>45733.379166666673</c:v>
                </c:pt>
                <c:pt idx="83708">
                  <c:v>45716.07916666667</c:v>
                </c:pt>
                <c:pt idx="83709">
                  <c:v>45595.059027777781</c:v>
                </c:pt>
                <c:pt idx="83710">
                  <c:v>45768.529166666667</c:v>
                </c:pt>
                <c:pt idx="83711">
                  <c:v>45388.147916666669</c:v>
                </c:pt>
                <c:pt idx="83712">
                  <c:v>45743.943055555559</c:v>
                </c:pt>
                <c:pt idx="83713">
                  <c:v>45352.631944444453</c:v>
                </c:pt>
                <c:pt idx="83714">
                  <c:v>45439.529861111107</c:v>
                </c:pt>
                <c:pt idx="83715">
                  <c:v>45559.8125</c:v>
                </c:pt>
                <c:pt idx="83716">
                  <c:v>45818.99722222222</c:v>
                </c:pt>
                <c:pt idx="83717">
                  <c:v>45936.520833333343</c:v>
                </c:pt>
                <c:pt idx="83718">
                  <c:v>45740.599305555559</c:v>
                </c:pt>
                <c:pt idx="83719">
                  <c:v>45847.469444444447</c:v>
                </c:pt>
                <c:pt idx="83720">
                  <c:v>45971.415277777778</c:v>
                </c:pt>
                <c:pt idx="83721">
                  <c:v>45692.450694444437</c:v>
                </c:pt>
                <c:pt idx="83722">
                  <c:v>45988.816666666673</c:v>
                </c:pt>
                <c:pt idx="83723">
                  <c:v>46013.637499999997</c:v>
                </c:pt>
                <c:pt idx="83724">
                  <c:v>45898.315972222219</c:v>
                </c:pt>
                <c:pt idx="83725">
                  <c:v>45790.297222222223</c:v>
                </c:pt>
                <c:pt idx="83726">
                  <c:v>45971.543055555558</c:v>
                </c:pt>
                <c:pt idx="83727">
                  <c:v>45982.480555555558</c:v>
                </c:pt>
                <c:pt idx="83728">
                  <c:v>46023.359027777777</c:v>
                </c:pt>
                <c:pt idx="83729">
                  <c:v>46010.593055555553</c:v>
                </c:pt>
                <c:pt idx="83730">
                  <c:v>45995.13958333333</c:v>
                </c:pt>
                <c:pt idx="83731">
                  <c:v>45380.6</c:v>
                </c:pt>
                <c:pt idx="83732">
                  <c:v>45466.5</c:v>
                </c:pt>
                <c:pt idx="83733">
                  <c:v>45840.530555555553</c:v>
                </c:pt>
                <c:pt idx="83734">
                  <c:v>45403.941666666673</c:v>
                </c:pt>
                <c:pt idx="83735">
                  <c:v>45984.465277777781</c:v>
                </c:pt>
                <c:pt idx="83736">
                  <c:v>45789.52847222222</c:v>
                </c:pt>
                <c:pt idx="83737">
                  <c:v>45559.42083333333</c:v>
                </c:pt>
                <c:pt idx="83738">
                  <c:v>45300.618750000001</c:v>
                </c:pt>
                <c:pt idx="83739">
                  <c:v>45626.734027777777</c:v>
                </c:pt>
                <c:pt idx="83740">
                  <c:v>45492.65</c:v>
                </c:pt>
                <c:pt idx="83741">
                  <c:v>45793.553472222222</c:v>
                </c:pt>
                <c:pt idx="83742">
                  <c:v>45727.230555555558</c:v>
                </c:pt>
                <c:pt idx="83743">
                  <c:v>45646.855555555558</c:v>
                </c:pt>
                <c:pt idx="83744">
                  <c:v>45944.015277777777</c:v>
                </c:pt>
                <c:pt idx="83745">
                  <c:v>45499.255555555559</c:v>
                </c:pt>
                <c:pt idx="83746">
                  <c:v>45708.586805555547</c:v>
                </c:pt>
                <c:pt idx="83747">
                  <c:v>45889.663888888892</c:v>
                </c:pt>
                <c:pt idx="83748">
                  <c:v>45487.893055555563</c:v>
                </c:pt>
                <c:pt idx="83749">
                  <c:v>45770.543055555558</c:v>
                </c:pt>
                <c:pt idx="83750">
                  <c:v>45923.004861111112</c:v>
                </c:pt>
                <c:pt idx="83751">
                  <c:v>45844.76666666667</c:v>
                </c:pt>
                <c:pt idx="83752">
                  <c:v>45969.88958333333</c:v>
                </c:pt>
                <c:pt idx="83753">
                  <c:v>45928.762499999997</c:v>
                </c:pt>
                <c:pt idx="83754">
                  <c:v>45891.001388888893</c:v>
                </c:pt>
                <c:pt idx="83755">
                  <c:v>45941.870138888888</c:v>
                </c:pt>
                <c:pt idx="83756">
                  <c:v>45769.649305555547</c:v>
                </c:pt>
                <c:pt idx="83757">
                  <c:v>45569.465277777781</c:v>
                </c:pt>
                <c:pt idx="83758">
                  <c:v>45467.758333333331</c:v>
                </c:pt>
                <c:pt idx="83759">
                  <c:v>45654.336805555547</c:v>
                </c:pt>
                <c:pt idx="83760">
                  <c:v>45607.294444444437</c:v>
                </c:pt>
                <c:pt idx="83761">
                  <c:v>45552.472222222219</c:v>
                </c:pt>
                <c:pt idx="83762">
                  <c:v>45471.674305555563</c:v>
                </c:pt>
                <c:pt idx="83763">
                  <c:v>45442.495833333327</c:v>
                </c:pt>
                <c:pt idx="83764">
                  <c:v>45731.636805555558</c:v>
                </c:pt>
                <c:pt idx="83765">
                  <c:v>45745.870138888888</c:v>
                </c:pt>
                <c:pt idx="83766">
                  <c:v>45823.671527777777</c:v>
                </c:pt>
                <c:pt idx="83767">
                  <c:v>45844.595833333333</c:v>
                </c:pt>
                <c:pt idx="83768">
                  <c:v>45802.097916666673</c:v>
                </c:pt>
                <c:pt idx="83769">
                  <c:v>45799.655555555553</c:v>
                </c:pt>
                <c:pt idx="83770">
                  <c:v>45858.919444444437</c:v>
                </c:pt>
                <c:pt idx="83771">
                  <c:v>45789.880555555559</c:v>
                </c:pt>
                <c:pt idx="83772">
                  <c:v>45722.946527777778</c:v>
                </c:pt>
                <c:pt idx="83773">
                  <c:v>45816.02847222222</c:v>
                </c:pt>
                <c:pt idx="83774">
                  <c:v>45910.359722222223</c:v>
                </c:pt>
                <c:pt idx="83775">
                  <c:v>45747.837500000001</c:v>
                </c:pt>
                <c:pt idx="83776">
                  <c:v>45981.884722222218</c:v>
                </c:pt>
                <c:pt idx="83777">
                  <c:v>45844.370833333327</c:v>
                </c:pt>
                <c:pt idx="83778">
                  <c:v>45786.76666666667</c:v>
                </c:pt>
                <c:pt idx="83779">
                  <c:v>45540.345833333333</c:v>
                </c:pt>
                <c:pt idx="83780">
                  <c:v>45470.635416666657</c:v>
                </c:pt>
                <c:pt idx="83781">
                  <c:v>45598.799305555563</c:v>
                </c:pt>
                <c:pt idx="83782">
                  <c:v>45954.570833333331</c:v>
                </c:pt>
                <c:pt idx="83783">
                  <c:v>45727.558333333327</c:v>
                </c:pt>
                <c:pt idx="83784">
                  <c:v>45946.470138888893</c:v>
                </c:pt>
                <c:pt idx="83785">
                  <c:v>45773.404166666667</c:v>
                </c:pt>
                <c:pt idx="83786">
                  <c:v>45894.855555555558</c:v>
                </c:pt>
                <c:pt idx="83787">
                  <c:v>45790.882638888892</c:v>
                </c:pt>
                <c:pt idx="83788">
                  <c:v>45738.404166666667</c:v>
                </c:pt>
                <c:pt idx="83789">
                  <c:v>46002.835416666669</c:v>
                </c:pt>
                <c:pt idx="83790">
                  <c:v>45969.763194444437</c:v>
                </c:pt>
                <c:pt idx="83791">
                  <c:v>45925.922222222223</c:v>
                </c:pt>
                <c:pt idx="83792">
                  <c:v>45854.609722222223</c:v>
                </c:pt>
                <c:pt idx="83793">
                  <c:v>45819.880555555559</c:v>
                </c:pt>
                <c:pt idx="83794">
                  <c:v>45820.416666666657</c:v>
                </c:pt>
                <c:pt idx="83795">
                  <c:v>45966.590277777781</c:v>
                </c:pt>
                <c:pt idx="83796">
                  <c:v>45951.377083333333</c:v>
                </c:pt>
                <c:pt idx="83797">
                  <c:v>45771.373611111107</c:v>
                </c:pt>
                <c:pt idx="83798">
                  <c:v>45846.371527777781</c:v>
                </c:pt>
                <c:pt idx="83799">
                  <c:v>45862.631944444453</c:v>
                </c:pt>
                <c:pt idx="83800">
                  <c:v>45805.273611111108</c:v>
                </c:pt>
                <c:pt idx="83801">
                  <c:v>45878.354861111111</c:v>
                </c:pt>
                <c:pt idx="83802">
                  <c:v>45362.832638888889</c:v>
                </c:pt>
                <c:pt idx="83803">
                  <c:v>45934.481944444437</c:v>
                </c:pt>
                <c:pt idx="83804">
                  <c:v>45834.258333333331</c:v>
                </c:pt>
                <c:pt idx="83805">
                  <c:v>45959.515277777777</c:v>
                </c:pt>
                <c:pt idx="83806">
                  <c:v>45898.67291666667</c:v>
                </c:pt>
                <c:pt idx="83807">
                  <c:v>45713.461111111108</c:v>
                </c:pt>
                <c:pt idx="83808">
                  <c:v>45349.284722222219</c:v>
                </c:pt>
                <c:pt idx="83809">
                  <c:v>45408.587500000001</c:v>
                </c:pt>
                <c:pt idx="83810">
                  <c:v>45323.447222222218</c:v>
                </c:pt>
                <c:pt idx="83811">
                  <c:v>45811.640277777777</c:v>
                </c:pt>
                <c:pt idx="83812">
                  <c:v>45792.423611111109</c:v>
                </c:pt>
                <c:pt idx="83813">
                  <c:v>45460.794444444437</c:v>
                </c:pt>
                <c:pt idx="83814">
                  <c:v>45953.384722222218</c:v>
                </c:pt>
                <c:pt idx="83815">
                  <c:v>45584.441666666673</c:v>
                </c:pt>
                <c:pt idx="83816">
                  <c:v>45798.67291666667</c:v>
                </c:pt>
                <c:pt idx="83817">
                  <c:v>45757.428472222222</c:v>
                </c:pt>
                <c:pt idx="83818">
                  <c:v>45732.42083333333</c:v>
                </c:pt>
                <c:pt idx="83819">
                  <c:v>45732.425000000003</c:v>
                </c:pt>
                <c:pt idx="83820">
                  <c:v>45900.382638888892</c:v>
                </c:pt>
                <c:pt idx="83821">
                  <c:v>45813.953472222223</c:v>
                </c:pt>
                <c:pt idx="83822">
                  <c:v>45404.384722222218</c:v>
                </c:pt>
                <c:pt idx="83823">
                  <c:v>45372.477777777778</c:v>
                </c:pt>
                <c:pt idx="83824">
                  <c:v>45441.404166666667</c:v>
                </c:pt>
                <c:pt idx="83825">
                  <c:v>45617.433333333327</c:v>
                </c:pt>
                <c:pt idx="83826">
                  <c:v>45623.571527777778</c:v>
                </c:pt>
                <c:pt idx="83827">
                  <c:v>45538.615277777782</c:v>
                </c:pt>
                <c:pt idx="83828">
                  <c:v>45367.439583333333</c:v>
                </c:pt>
                <c:pt idx="83829">
                  <c:v>45309.396527777782</c:v>
                </c:pt>
                <c:pt idx="83830">
                  <c:v>45716.476388888892</c:v>
                </c:pt>
                <c:pt idx="83831">
                  <c:v>45728.401388888888</c:v>
                </c:pt>
                <c:pt idx="83832">
                  <c:v>45293.802777777782</c:v>
                </c:pt>
                <c:pt idx="83833">
                  <c:v>45380.716666666667</c:v>
                </c:pt>
                <c:pt idx="83834">
                  <c:v>45471.36041666667</c:v>
                </c:pt>
                <c:pt idx="83835">
                  <c:v>45293.802777777782</c:v>
                </c:pt>
                <c:pt idx="83836">
                  <c:v>45716.476388888892</c:v>
                </c:pt>
                <c:pt idx="83837">
                  <c:v>45461.37777777778</c:v>
                </c:pt>
                <c:pt idx="83838">
                  <c:v>45954.379861111112</c:v>
                </c:pt>
                <c:pt idx="83839">
                  <c:v>45455.579861111109</c:v>
                </c:pt>
                <c:pt idx="83840">
                  <c:v>45380.716666666667</c:v>
                </c:pt>
                <c:pt idx="83841">
                  <c:v>45728.401388888888</c:v>
                </c:pt>
                <c:pt idx="83842">
                  <c:v>45505.484027777777</c:v>
                </c:pt>
                <c:pt idx="83843">
                  <c:v>45461.37777777778</c:v>
                </c:pt>
                <c:pt idx="83844">
                  <c:v>45954.379861111112</c:v>
                </c:pt>
                <c:pt idx="83845">
                  <c:v>45455.579861111109</c:v>
                </c:pt>
                <c:pt idx="83846">
                  <c:v>45471.36041666667</c:v>
                </c:pt>
                <c:pt idx="83847">
                  <c:v>45337.427083333343</c:v>
                </c:pt>
                <c:pt idx="83848">
                  <c:v>45337.427083333343</c:v>
                </c:pt>
                <c:pt idx="83849">
                  <c:v>45505.484027777777</c:v>
                </c:pt>
                <c:pt idx="83850">
                  <c:v>45391.359027777777</c:v>
                </c:pt>
                <c:pt idx="83851">
                  <c:v>45999.914583333331</c:v>
                </c:pt>
                <c:pt idx="83852">
                  <c:v>45331.950694444437</c:v>
                </c:pt>
                <c:pt idx="83853">
                  <c:v>45586.428472222222</c:v>
                </c:pt>
                <c:pt idx="83854">
                  <c:v>45809.234722222223</c:v>
                </c:pt>
                <c:pt idx="83855">
                  <c:v>45894.511111111111</c:v>
                </c:pt>
                <c:pt idx="83856">
                  <c:v>45860.563194444447</c:v>
                </c:pt>
                <c:pt idx="83857">
                  <c:v>45683.496527777781</c:v>
                </c:pt>
                <c:pt idx="83858">
                  <c:v>45875.909722222219</c:v>
                </c:pt>
                <c:pt idx="83859">
                  <c:v>45828.939583333333</c:v>
                </c:pt>
                <c:pt idx="83860">
                  <c:v>45841.65902777778</c:v>
                </c:pt>
                <c:pt idx="83861">
                  <c:v>45562.895138888889</c:v>
                </c:pt>
                <c:pt idx="83862">
                  <c:v>45719.919444444437</c:v>
                </c:pt>
                <c:pt idx="83863">
                  <c:v>45781.517361111109</c:v>
                </c:pt>
                <c:pt idx="83864">
                  <c:v>45591.648611111108</c:v>
                </c:pt>
                <c:pt idx="83865">
                  <c:v>45946.678472222222</c:v>
                </c:pt>
                <c:pt idx="83866">
                  <c:v>45631.421527777777</c:v>
                </c:pt>
                <c:pt idx="83867">
                  <c:v>45863.794444444437</c:v>
                </c:pt>
                <c:pt idx="83868">
                  <c:v>45567.57708333333</c:v>
                </c:pt>
                <c:pt idx="83869">
                  <c:v>45827.379166666673</c:v>
                </c:pt>
                <c:pt idx="83870">
                  <c:v>45908.503472222219</c:v>
                </c:pt>
                <c:pt idx="83871">
                  <c:v>45932.568055555559</c:v>
                </c:pt>
                <c:pt idx="83872">
                  <c:v>45917.781944444447</c:v>
                </c:pt>
                <c:pt idx="83873">
                  <c:v>45856.71597222222</c:v>
                </c:pt>
                <c:pt idx="83874">
                  <c:v>45884.743055555547</c:v>
                </c:pt>
                <c:pt idx="83875">
                  <c:v>45643.199305555558</c:v>
                </c:pt>
                <c:pt idx="83876">
                  <c:v>45944.831944444442</c:v>
                </c:pt>
                <c:pt idx="83877">
                  <c:v>45826.872916666667</c:v>
                </c:pt>
                <c:pt idx="83878">
                  <c:v>45628.802083333343</c:v>
                </c:pt>
                <c:pt idx="83879">
                  <c:v>45302.602083333331</c:v>
                </c:pt>
                <c:pt idx="83880">
                  <c:v>45789.410416666673</c:v>
                </c:pt>
                <c:pt idx="83881">
                  <c:v>45604.484722222223</c:v>
                </c:pt>
                <c:pt idx="83882">
                  <c:v>45624.421527777777</c:v>
                </c:pt>
                <c:pt idx="83883">
                  <c:v>45593.730555555558</c:v>
                </c:pt>
                <c:pt idx="83884">
                  <c:v>45607.486805555563</c:v>
                </c:pt>
                <c:pt idx="83885">
                  <c:v>45763.490972222222</c:v>
                </c:pt>
                <c:pt idx="83886">
                  <c:v>45884.563888888893</c:v>
                </c:pt>
                <c:pt idx="83887">
                  <c:v>45491.515277777777</c:v>
                </c:pt>
                <c:pt idx="83888">
                  <c:v>45385.736805555563</c:v>
                </c:pt>
                <c:pt idx="83889">
                  <c:v>45492.578472222223</c:v>
                </c:pt>
                <c:pt idx="83890">
                  <c:v>45660.529166666667</c:v>
                </c:pt>
                <c:pt idx="83891">
                  <c:v>45677.761805555558</c:v>
                </c:pt>
                <c:pt idx="83892">
                  <c:v>45920.0625</c:v>
                </c:pt>
                <c:pt idx="83893">
                  <c:v>45914.998611111107</c:v>
                </c:pt>
                <c:pt idx="83894">
                  <c:v>45856.11041666667</c:v>
                </c:pt>
                <c:pt idx="83895">
                  <c:v>45803.767361111109</c:v>
                </c:pt>
                <c:pt idx="83896">
                  <c:v>45874.415972222218</c:v>
                </c:pt>
                <c:pt idx="83897">
                  <c:v>45899.482638888891</c:v>
                </c:pt>
                <c:pt idx="83898">
                  <c:v>45670.25277777778</c:v>
                </c:pt>
                <c:pt idx="83899">
                  <c:v>45719.768750000003</c:v>
                </c:pt>
                <c:pt idx="83900">
                  <c:v>45979.256944444453</c:v>
                </c:pt>
                <c:pt idx="83901">
                  <c:v>45859.191666666673</c:v>
                </c:pt>
                <c:pt idx="83902">
                  <c:v>45756.4</c:v>
                </c:pt>
                <c:pt idx="83903">
                  <c:v>45956.196527777778</c:v>
                </c:pt>
                <c:pt idx="83904">
                  <c:v>46023.470138888893</c:v>
                </c:pt>
                <c:pt idx="83905">
                  <c:v>45991.429166666669</c:v>
                </c:pt>
                <c:pt idx="83906">
                  <c:v>45811.636111111111</c:v>
                </c:pt>
                <c:pt idx="83907">
                  <c:v>45796.06527777778</c:v>
                </c:pt>
                <c:pt idx="83908">
                  <c:v>45871.454861111109</c:v>
                </c:pt>
                <c:pt idx="83909">
                  <c:v>45842.476388888892</c:v>
                </c:pt>
                <c:pt idx="83910">
                  <c:v>45903.384027777778</c:v>
                </c:pt>
                <c:pt idx="83911">
                  <c:v>45949.290972222218</c:v>
                </c:pt>
                <c:pt idx="83912">
                  <c:v>45785.654166666667</c:v>
                </c:pt>
                <c:pt idx="83913">
                  <c:v>45813.490972222222</c:v>
                </c:pt>
                <c:pt idx="83914">
                  <c:v>45820.261805555558</c:v>
                </c:pt>
                <c:pt idx="83915">
                  <c:v>45852.712500000001</c:v>
                </c:pt>
                <c:pt idx="83916">
                  <c:v>45874.744444444441</c:v>
                </c:pt>
                <c:pt idx="83917">
                  <c:v>45627.621527777781</c:v>
                </c:pt>
                <c:pt idx="83918">
                  <c:v>45326.043055555558</c:v>
                </c:pt>
                <c:pt idx="83919">
                  <c:v>45427.64166666667</c:v>
                </c:pt>
                <c:pt idx="83920">
                  <c:v>45773.619444444441</c:v>
                </c:pt>
                <c:pt idx="83921">
                  <c:v>45481.548611111109</c:v>
                </c:pt>
                <c:pt idx="83922">
                  <c:v>45382.901388888888</c:v>
                </c:pt>
                <c:pt idx="83923">
                  <c:v>45701.921527777777</c:v>
                </c:pt>
                <c:pt idx="83924">
                  <c:v>45553.598611111112</c:v>
                </c:pt>
                <c:pt idx="83925">
                  <c:v>45982.579861111109</c:v>
                </c:pt>
                <c:pt idx="83926">
                  <c:v>45541.85833333333</c:v>
                </c:pt>
                <c:pt idx="83927">
                  <c:v>45323.911805555559</c:v>
                </c:pt>
                <c:pt idx="83928">
                  <c:v>45417.49722222222</c:v>
                </c:pt>
                <c:pt idx="83929">
                  <c:v>45573.415972222218</c:v>
                </c:pt>
                <c:pt idx="83930">
                  <c:v>45908.429861111108</c:v>
                </c:pt>
                <c:pt idx="83931">
                  <c:v>45597.44027777778</c:v>
                </c:pt>
                <c:pt idx="83932">
                  <c:v>45350.441666666673</c:v>
                </c:pt>
                <c:pt idx="83933">
                  <c:v>45694.534722222219</c:v>
                </c:pt>
                <c:pt idx="83934">
                  <c:v>45776.551388888889</c:v>
                </c:pt>
                <c:pt idx="83935">
                  <c:v>45416.472222222219</c:v>
                </c:pt>
                <c:pt idx="83936">
                  <c:v>45967.852777777778</c:v>
                </c:pt>
                <c:pt idx="83937">
                  <c:v>45928.25</c:v>
                </c:pt>
                <c:pt idx="83938">
                  <c:v>45779.895138888889</c:v>
                </c:pt>
                <c:pt idx="83939">
                  <c:v>45996.35833333333</c:v>
                </c:pt>
                <c:pt idx="83940">
                  <c:v>45792.745138888888</c:v>
                </c:pt>
                <c:pt idx="83941">
                  <c:v>45802.550694444442</c:v>
                </c:pt>
                <c:pt idx="83942">
                  <c:v>45846.605555555558</c:v>
                </c:pt>
                <c:pt idx="83943">
                  <c:v>45476.879166666673</c:v>
                </c:pt>
                <c:pt idx="83944">
                  <c:v>45503.893055555563</c:v>
                </c:pt>
                <c:pt idx="83945">
                  <c:v>45454.525694444441</c:v>
                </c:pt>
                <c:pt idx="83946">
                  <c:v>45405.519444444442</c:v>
                </c:pt>
                <c:pt idx="83947">
                  <c:v>45348.534722222219</c:v>
                </c:pt>
                <c:pt idx="83948">
                  <c:v>45370.780555555553</c:v>
                </c:pt>
                <c:pt idx="83949">
                  <c:v>45319.823611111111</c:v>
                </c:pt>
                <c:pt idx="83950">
                  <c:v>45310.666666666657</c:v>
                </c:pt>
                <c:pt idx="83951">
                  <c:v>45310.67083333333</c:v>
                </c:pt>
                <c:pt idx="83952">
                  <c:v>45556.534722222219</c:v>
                </c:pt>
                <c:pt idx="83953">
                  <c:v>45698.626388888893</c:v>
                </c:pt>
                <c:pt idx="83954">
                  <c:v>45310.680555555547</c:v>
                </c:pt>
                <c:pt idx="83955">
                  <c:v>45382.563194444447</c:v>
                </c:pt>
                <c:pt idx="83956">
                  <c:v>45876.406944444447</c:v>
                </c:pt>
                <c:pt idx="83957">
                  <c:v>45965.681944444441</c:v>
                </c:pt>
                <c:pt idx="83958">
                  <c:v>45918.390972222223</c:v>
                </c:pt>
                <c:pt idx="83959">
                  <c:v>45817.414583333331</c:v>
                </c:pt>
                <c:pt idx="83960">
                  <c:v>45898.449305555558</c:v>
                </c:pt>
                <c:pt idx="83961">
                  <c:v>45851.518055555563</c:v>
                </c:pt>
                <c:pt idx="83962">
                  <c:v>45790.378472222219</c:v>
                </c:pt>
                <c:pt idx="83963">
                  <c:v>45779.637499999997</c:v>
                </c:pt>
                <c:pt idx="83964">
                  <c:v>45950.524305555547</c:v>
                </c:pt>
                <c:pt idx="83965">
                  <c:v>46022.37777777778</c:v>
                </c:pt>
                <c:pt idx="83966">
                  <c:v>46022.380555555559</c:v>
                </c:pt>
                <c:pt idx="83967">
                  <c:v>45888.767361111109</c:v>
                </c:pt>
                <c:pt idx="83968">
                  <c:v>45292.820138888892</c:v>
                </c:pt>
                <c:pt idx="83969">
                  <c:v>45614.96875</c:v>
                </c:pt>
                <c:pt idx="83970">
                  <c:v>45413.543055555558</c:v>
                </c:pt>
                <c:pt idx="83971">
                  <c:v>45743.462500000001</c:v>
                </c:pt>
                <c:pt idx="83972">
                  <c:v>45326.867361111108</c:v>
                </c:pt>
                <c:pt idx="83973">
                  <c:v>45506.576388888891</c:v>
                </c:pt>
                <c:pt idx="83974">
                  <c:v>45925.62777777778</c:v>
                </c:pt>
                <c:pt idx="83975">
                  <c:v>45786.006944444453</c:v>
                </c:pt>
                <c:pt idx="83976">
                  <c:v>45812.951388888891</c:v>
                </c:pt>
                <c:pt idx="83977">
                  <c:v>46008.39166666667</c:v>
                </c:pt>
                <c:pt idx="83978">
                  <c:v>45868.408333333333</c:v>
                </c:pt>
                <c:pt idx="83979">
                  <c:v>45921.961111111108</c:v>
                </c:pt>
                <c:pt idx="83980">
                  <c:v>45803.542361111111</c:v>
                </c:pt>
                <c:pt idx="83981">
                  <c:v>45964.836805555547</c:v>
                </c:pt>
                <c:pt idx="83982">
                  <c:v>45943.393750000003</c:v>
                </c:pt>
                <c:pt idx="83983">
                  <c:v>45959.934027777781</c:v>
                </c:pt>
                <c:pt idx="83984">
                  <c:v>45998.82708333333</c:v>
                </c:pt>
                <c:pt idx="83985">
                  <c:v>45912.75</c:v>
                </c:pt>
                <c:pt idx="83986">
                  <c:v>45982.54791666667</c:v>
                </c:pt>
                <c:pt idx="83987">
                  <c:v>45860.612500000003</c:v>
                </c:pt>
                <c:pt idx="83988">
                  <c:v>45383.570138888892</c:v>
                </c:pt>
                <c:pt idx="83989">
                  <c:v>45309.953472222223</c:v>
                </c:pt>
                <c:pt idx="83990">
                  <c:v>45996.65902777778</c:v>
                </c:pt>
                <c:pt idx="83991">
                  <c:v>45325.981249999997</c:v>
                </c:pt>
                <c:pt idx="83992">
                  <c:v>46009.443055555559</c:v>
                </c:pt>
                <c:pt idx="83993">
                  <c:v>45959.662499999999</c:v>
                </c:pt>
                <c:pt idx="83994">
                  <c:v>45989.445138888892</c:v>
                </c:pt>
                <c:pt idx="83995">
                  <c:v>45951.543749999997</c:v>
                </c:pt>
                <c:pt idx="83996">
                  <c:v>45536.759722222218</c:v>
                </c:pt>
                <c:pt idx="83997">
                  <c:v>45714.705555555563</c:v>
                </c:pt>
                <c:pt idx="83998">
                  <c:v>45849.873611111107</c:v>
                </c:pt>
                <c:pt idx="83999">
                  <c:v>45558.488888888889</c:v>
                </c:pt>
                <c:pt idx="84000">
                  <c:v>45664.960416666669</c:v>
                </c:pt>
                <c:pt idx="84001">
                  <c:v>45778.535416666673</c:v>
                </c:pt>
                <c:pt idx="84002">
                  <c:v>45567.621527777781</c:v>
                </c:pt>
                <c:pt idx="84003">
                  <c:v>45601.592361111107</c:v>
                </c:pt>
                <c:pt idx="84004">
                  <c:v>45749.186805555553</c:v>
                </c:pt>
                <c:pt idx="84005">
                  <c:v>45715.298611111109</c:v>
                </c:pt>
                <c:pt idx="84006">
                  <c:v>45837.538194444453</c:v>
                </c:pt>
                <c:pt idx="84007">
                  <c:v>45798.809027777781</c:v>
                </c:pt>
                <c:pt idx="84008">
                  <c:v>45965.644444444442</c:v>
                </c:pt>
                <c:pt idx="84009">
                  <c:v>45984.388194444437</c:v>
                </c:pt>
                <c:pt idx="84010">
                  <c:v>45774.813194444447</c:v>
                </c:pt>
                <c:pt idx="84011">
                  <c:v>45664.657638888893</c:v>
                </c:pt>
                <c:pt idx="84012">
                  <c:v>45939.634027777778</c:v>
                </c:pt>
                <c:pt idx="84013">
                  <c:v>45633.23541666667</c:v>
                </c:pt>
                <c:pt idx="84014">
                  <c:v>45868.80972222222</c:v>
                </c:pt>
                <c:pt idx="84015">
                  <c:v>45301.632638888892</c:v>
                </c:pt>
                <c:pt idx="84016">
                  <c:v>45301.632638888892</c:v>
                </c:pt>
                <c:pt idx="84017">
                  <c:v>45470.620833333327</c:v>
                </c:pt>
                <c:pt idx="84018">
                  <c:v>45470.620833333327</c:v>
                </c:pt>
                <c:pt idx="84019">
                  <c:v>45373.379166666673</c:v>
                </c:pt>
                <c:pt idx="84020">
                  <c:v>45567.430555555547</c:v>
                </c:pt>
                <c:pt idx="84021">
                  <c:v>45615.64166666667</c:v>
                </c:pt>
                <c:pt idx="84022">
                  <c:v>45663.602777777778</c:v>
                </c:pt>
                <c:pt idx="84023">
                  <c:v>45944.67083333333</c:v>
                </c:pt>
                <c:pt idx="84024">
                  <c:v>45792.057638888888</c:v>
                </c:pt>
                <c:pt idx="84025">
                  <c:v>45883.515972222223</c:v>
                </c:pt>
                <c:pt idx="84026">
                  <c:v>46016.636805555558</c:v>
                </c:pt>
                <c:pt idx="84027">
                  <c:v>45465.731944444437</c:v>
                </c:pt>
                <c:pt idx="84028">
                  <c:v>45347.63958333333</c:v>
                </c:pt>
                <c:pt idx="84029">
                  <c:v>45360.595138888893</c:v>
                </c:pt>
                <c:pt idx="84030">
                  <c:v>45477.487500000003</c:v>
                </c:pt>
                <c:pt idx="84031">
                  <c:v>45733.362500000003</c:v>
                </c:pt>
                <c:pt idx="84032">
                  <c:v>45873.347222222219</c:v>
                </c:pt>
                <c:pt idx="84033">
                  <c:v>45641.540277777778</c:v>
                </c:pt>
                <c:pt idx="84034">
                  <c:v>45790.594444444447</c:v>
                </c:pt>
                <c:pt idx="84035">
                  <c:v>45664.581250000003</c:v>
                </c:pt>
                <c:pt idx="84036">
                  <c:v>45845.338194444441</c:v>
                </c:pt>
                <c:pt idx="84037">
                  <c:v>45978.372916666667</c:v>
                </c:pt>
                <c:pt idx="84038">
                  <c:v>45768.87222222222</c:v>
                </c:pt>
                <c:pt idx="84039">
                  <c:v>45956.175694444442</c:v>
                </c:pt>
                <c:pt idx="84040">
                  <c:v>45787.898611111108</c:v>
                </c:pt>
                <c:pt idx="84041">
                  <c:v>45950.90625</c:v>
                </c:pt>
                <c:pt idx="84042">
                  <c:v>45908.90625</c:v>
                </c:pt>
                <c:pt idx="84043">
                  <c:v>45867.71597222222</c:v>
                </c:pt>
                <c:pt idx="84044">
                  <c:v>45748.665972222218</c:v>
                </c:pt>
                <c:pt idx="84045">
                  <c:v>45726.82916666667</c:v>
                </c:pt>
                <c:pt idx="84046">
                  <c:v>45833.772222222222</c:v>
                </c:pt>
                <c:pt idx="84047">
                  <c:v>45798.574999999997</c:v>
                </c:pt>
                <c:pt idx="84048">
                  <c:v>45440.793749999997</c:v>
                </c:pt>
                <c:pt idx="84049">
                  <c:v>45681.443055555559</c:v>
                </c:pt>
                <c:pt idx="84050">
                  <c:v>45534.453472222223</c:v>
                </c:pt>
                <c:pt idx="84051">
                  <c:v>45812.925694444442</c:v>
                </c:pt>
                <c:pt idx="84052">
                  <c:v>45709.354166666657</c:v>
                </c:pt>
                <c:pt idx="84053">
                  <c:v>45902.655555555553</c:v>
                </c:pt>
                <c:pt idx="84054">
                  <c:v>45720.511111111111</c:v>
                </c:pt>
                <c:pt idx="84055">
                  <c:v>45902.756944444453</c:v>
                </c:pt>
                <c:pt idx="84056">
                  <c:v>45512.070833333331</c:v>
                </c:pt>
                <c:pt idx="84057">
                  <c:v>45415.300694444442</c:v>
                </c:pt>
                <c:pt idx="84058">
                  <c:v>45441.805555555547</c:v>
                </c:pt>
                <c:pt idx="84059">
                  <c:v>45901.719444444447</c:v>
                </c:pt>
                <c:pt idx="84060">
                  <c:v>45654.137499999997</c:v>
                </c:pt>
                <c:pt idx="84061">
                  <c:v>45512.352777777778</c:v>
                </c:pt>
                <c:pt idx="84062">
                  <c:v>45975.474999999999</c:v>
                </c:pt>
                <c:pt idx="84063">
                  <c:v>45773.689583333333</c:v>
                </c:pt>
                <c:pt idx="84064">
                  <c:v>45890.470138888893</c:v>
                </c:pt>
                <c:pt idx="84065">
                  <c:v>45835.947916666657</c:v>
                </c:pt>
                <c:pt idx="84066">
                  <c:v>45796.468055555553</c:v>
                </c:pt>
                <c:pt idx="84067">
                  <c:v>45714.821527777778</c:v>
                </c:pt>
                <c:pt idx="84068">
                  <c:v>45876.634722222218</c:v>
                </c:pt>
                <c:pt idx="84069">
                  <c:v>45830.443055555559</c:v>
                </c:pt>
                <c:pt idx="84070">
                  <c:v>45785.464583333327</c:v>
                </c:pt>
                <c:pt idx="84071">
                  <c:v>45717.370833333327</c:v>
                </c:pt>
                <c:pt idx="84072">
                  <c:v>45705.632638888892</c:v>
                </c:pt>
                <c:pt idx="84073">
                  <c:v>45681.833333333343</c:v>
                </c:pt>
                <c:pt idx="84074">
                  <c:v>45671.825694444437</c:v>
                </c:pt>
                <c:pt idx="84075">
                  <c:v>45697.711111111108</c:v>
                </c:pt>
                <c:pt idx="84076">
                  <c:v>45735.372916666667</c:v>
                </c:pt>
                <c:pt idx="84077">
                  <c:v>45766.898611111108</c:v>
                </c:pt>
                <c:pt idx="84078">
                  <c:v>45725.75277777778</c:v>
                </c:pt>
                <c:pt idx="84079">
                  <c:v>46010.117361111108</c:v>
                </c:pt>
                <c:pt idx="84080">
                  <c:v>45935.652083333327</c:v>
                </c:pt>
                <c:pt idx="84081">
                  <c:v>45761.39166666667</c:v>
                </c:pt>
                <c:pt idx="84082">
                  <c:v>45628.584722222222</c:v>
                </c:pt>
                <c:pt idx="84083">
                  <c:v>45699.591666666667</c:v>
                </c:pt>
                <c:pt idx="84084">
                  <c:v>45596.731249999997</c:v>
                </c:pt>
                <c:pt idx="84085">
                  <c:v>45827.642361111109</c:v>
                </c:pt>
                <c:pt idx="84086">
                  <c:v>45764.79583333333</c:v>
                </c:pt>
                <c:pt idx="84087">
                  <c:v>45800.816666666673</c:v>
                </c:pt>
                <c:pt idx="84088">
                  <c:v>45996.503472222219</c:v>
                </c:pt>
                <c:pt idx="84089">
                  <c:v>45654.824999999997</c:v>
                </c:pt>
                <c:pt idx="84090">
                  <c:v>45665.8</c:v>
                </c:pt>
                <c:pt idx="84091">
                  <c:v>45694.988194444442</c:v>
                </c:pt>
                <c:pt idx="84092">
                  <c:v>45874.607638888891</c:v>
                </c:pt>
                <c:pt idx="84093">
                  <c:v>45354.241666666669</c:v>
                </c:pt>
                <c:pt idx="84094">
                  <c:v>45712.023611111108</c:v>
                </c:pt>
                <c:pt idx="84095">
                  <c:v>45975.990277777782</c:v>
                </c:pt>
                <c:pt idx="84096">
                  <c:v>45853.198611111111</c:v>
                </c:pt>
                <c:pt idx="84097">
                  <c:v>45615.958333333343</c:v>
                </c:pt>
                <c:pt idx="84098">
                  <c:v>45620.85</c:v>
                </c:pt>
                <c:pt idx="84099">
                  <c:v>45790.893750000003</c:v>
                </c:pt>
                <c:pt idx="84100">
                  <c:v>45883.172222222223</c:v>
                </c:pt>
                <c:pt idx="84101">
                  <c:v>45717.48333333333</c:v>
                </c:pt>
                <c:pt idx="84102">
                  <c:v>45878.92083333333</c:v>
                </c:pt>
                <c:pt idx="84103">
                  <c:v>45810.654166666667</c:v>
                </c:pt>
                <c:pt idx="84104">
                  <c:v>45853.65902777778</c:v>
                </c:pt>
                <c:pt idx="84105">
                  <c:v>45923.472916666673</c:v>
                </c:pt>
                <c:pt idx="84106">
                  <c:v>45955.429166666669</c:v>
                </c:pt>
                <c:pt idx="84107">
                  <c:v>45749.508333333331</c:v>
                </c:pt>
                <c:pt idx="84108">
                  <c:v>45997.506944444453</c:v>
                </c:pt>
                <c:pt idx="84109">
                  <c:v>45337.592361111107</c:v>
                </c:pt>
                <c:pt idx="84110">
                  <c:v>45419.685416666667</c:v>
                </c:pt>
                <c:pt idx="84111">
                  <c:v>45651.765972222223</c:v>
                </c:pt>
                <c:pt idx="84112">
                  <c:v>45395.697222222218</c:v>
                </c:pt>
                <c:pt idx="84113">
                  <c:v>45441.561111111107</c:v>
                </c:pt>
                <c:pt idx="84114">
                  <c:v>45490.499305555553</c:v>
                </c:pt>
                <c:pt idx="84115">
                  <c:v>45596.656944444447</c:v>
                </c:pt>
                <c:pt idx="84116">
                  <c:v>45547.727083333331</c:v>
                </c:pt>
                <c:pt idx="84117">
                  <c:v>45697.011111111111</c:v>
                </c:pt>
                <c:pt idx="84118">
                  <c:v>45437.786805555559</c:v>
                </c:pt>
                <c:pt idx="84119">
                  <c:v>45758.307638888888</c:v>
                </c:pt>
                <c:pt idx="84120">
                  <c:v>45345.381944444453</c:v>
                </c:pt>
                <c:pt idx="84121">
                  <c:v>45778.540972222218</c:v>
                </c:pt>
                <c:pt idx="84122">
                  <c:v>45528.348611111112</c:v>
                </c:pt>
                <c:pt idx="84123">
                  <c:v>45600.475694444453</c:v>
                </c:pt>
                <c:pt idx="84124">
                  <c:v>45958.161111111112</c:v>
                </c:pt>
                <c:pt idx="84125">
                  <c:v>45495.586805555547</c:v>
                </c:pt>
                <c:pt idx="84126">
                  <c:v>45459.80972222222</c:v>
                </c:pt>
                <c:pt idx="84127">
                  <c:v>45485.817361111112</c:v>
                </c:pt>
                <c:pt idx="84128">
                  <c:v>45425.060416666667</c:v>
                </c:pt>
                <c:pt idx="84129">
                  <c:v>45516.673611111109</c:v>
                </c:pt>
                <c:pt idx="84130">
                  <c:v>45551.640972222223</c:v>
                </c:pt>
                <c:pt idx="84131">
                  <c:v>45400.535416666673</c:v>
                </c:pt>
                <c:pt idx="84132">
                  <c:v>45852.451388888891</c:v>
                </c:pt>
                <c:pt idx="84133">
                  <c:v>45707.340277777781</c:v>
                </c:pt>
                <c:pt idx="84134">
                  <c:v>45304.379166666673</c:v>
                </c:pt>
                <c:pt idx="84135">
                  <c:v>45573.894444444442</c:v>
                </c:pt>
                <c:pt idx="84136">
                  <c:v>45396.908333333333</c:v>
                </c:pt>
                <c:pt idx="84137">
                  <c:v>45957.61041666667</c:v>
                </c:pt>
                <c:pt idx="84138">
                  <c:v>45840.674305555563</c:v>
                </c:pt>
                <c:pt idx="84139">
                  <c:v>45663.464583333327</c:v>
                </c:pt>
                <c:pt idx="84140">
                  <c:v>45443.763194444437</c:v>
                </c:pt>
                <c:pt idx="84141">
                  <c:v>45493.038194444453</c:v>
                </c:pt>
                <c:pt idx="84142">
                  <c:v>45662.615277777782</c:v>
                </c:pt>
                <c:pt idx="84143">
                  <c:v>45810.555555555547</c:v>
                </c:pt>
                <c:pt idx="84144">
                  <c:v>45417.671527777777</c:v>
                </c:pt>
                <c:pt idx="84145">
                  <c:v>46010.427777777782</c:v>
                </c:pt>
                <c:pt idx="84146">
                  <c:v>45859.872916666667</c:v>
                </c:pt>
                <c:pt idx="84147">
                  <c:v>45980.986111111109</c:v>
                </c:pt>
                <c:pt idx="84148">
                  <c:v>45940.958333333343</c:v>
                </c:pt>
                <c:pt idx="84149">
                  <c:v>45927.429166666669</c:v>
                </c:pt>
                <c:pt idx="84150">
                  <c:v>45994.487500000003</c:v>
                </c:pt>
                <c:pt idx="84151">
                  <c:v>45796.539583333331</c:v>
                </c:pt>
                <c:pt idx="84152">
                  <c:v>45355.786805555559</c:v>
                </c:pt>
                <c:pt idx="84153">
                  <c:v>45302.115972222222</c:v>
                </c:pt>
                <c:pt idx="84154">
                  <c:v>45417.90902777778</c:v>
                </c:pt>
                <c:pt idx="84155">
                  <c:v>45889.95416666667</c:v>
                </c:pt>
                <c:pt idx="84156">
                  <c:v>45802.886111111111</c:v>
                </c:pt>
                <c:pt idx="84157">
                  <c:v>45511.675694444442</c:v>
                </c:pt>
                <c:pt idx="84158">
                  <c:v>45342.588194444441</c:v>
                </c:pt>
                <c:pt idx="84159">
                  <c:v>45602.884027777778</c:v>
                </c:pt>
                <c:pt idx="84160">
                  <c:v>45655.393055555563</c:v>
                </c:pt>
                <c:pt idx="84161">
                  <c:v>45295.519444444442</c:v>
                </c:pt>
                <c:pt idx="84162">
                  <c:v>45570.848611111112</c:v>
                </c:pt>
                <c:pt idx="84163">
                  <c:v>45427.875</c:v>
                </c:pt>
                <c:pt idx="84164">
                  <c:v>45841.801388888889</c:v>
                </c:pt>
                <c:pt idx="84165">
                  <c:v>45347.652083333327</c:v>
                </c:pt>
                <c:pt idx="84166">
                  <c:v>45676.811111111107</c:v>
                </c:pt>
                <c:pt idx="84167">
                  <c:v>45976.345138888893</c:v>
                </c:pt>
                <c:pt idx="84168">
                  <c:v>45928.53125</c:v>
                </c:pt>
                <c:pt idx="84169">
                  <c:v>45806.558333333327</c:v>
                </c:pt>
                <c:pt idx="84170">
                  <c:v>45854.390277777777</c:v>
                </c:pt>
                <c:pt idx="84171">
                  <c:v>45676.728472222218</c:v>
                </c:pt>
                <c:pt idx="84172">
                  <c:v>45800.92291666667</c:v>
                </c:pt>
                <c:pt idx="84173">
                  <c:v>45448.467361111107</c:v>
                </c:pt>
                <c:pt idx="84174">
                  <c:v>45448.467361111107</c:v>
                </c:pt>
                <c:pt idx="84175">
                  <c:v>45800.92291666667</c:v>
                </c:pt>
                <c:pt idx="84176">
                  <c:v>45357.432638888888</c:v>
                </c:pt>
                <c:pt idx="84177">
                  <c:v>45293.392361111109</c:v>
                </c:pt>
                <c:pt idx="84178">
                  <c:v>45357.432638888888</c:v>
                </c:pt>
                <c:pt idx="84179">
                  <c:v>45293.392361111109</c:v>
                </c:pt>
                <c:pt idx="84180">
                  <c:v>45728.397916666669</c:v>
                </c:pt>
                <c:pt idx="84181">
                  <c:v>45622.604166666657</c:v>
                </c:pt>
                <c:pt idx="84182">
                  <c:v>45523.387499999997</c:v>
                </c:pt>
                <c:pt idx="84183">
                  <c:v>45628.425000000003</c:v>
                </c:pt>
                <c:pt idx="84184">
                  <c:v>45628.425000000003</c:v>
                </c:pt>
                <c:pt idx="84185">
                  <c:v>45731.909722222219</c:v>
                </c:pt>
                <c:pt idx="84186">
                  <c:v>45731.909722222219</c:v>
                </c:pt>
                <c:pt idx="84187">
                  <c:v>45728.397916666669</c:v>
                </c:pt>
                <c:pt idx="84188">
                  <c:v>45650.76666666667</c:v>
                </c:pt>
                <c:pt idx="84189">
                  <c:v>45523.387499999997</c:v>
                </c:pt>
                <c:pt idx="84190">
                  <c:v>45622.604166666657</c:v>
                </c:pt>
                <c:pt idx="84191">
                  <c:v>45650.76666666667</c:v>
                </c:pt>
                <c:pt idx="84192">
                  <c:v>45575.635416666657</c:v>
                </c:pt>
                <c:pt idx="84193">
                  <c:v>45872.529166666667</c:v>
                </c:pt>
                <c:pt idx="84194">
                  <c:v>46018.881944444453</c:v>
                </c:pt>
                <c:pt idx="84195">
                  <c:v>45889.45208333333</c:v>
                </c:pt>
                <c:pt idx="84196">
                  <c:v>45864.645138888889</c:v>
                </c:pt>
                <c:pt idx="84197">
                  <c:v>45745.586805555547</c:v>
                </c:pt>
                <c:pt idx="84198">
                  <c:v>45864.645138888889</c:v>
                </c:pt>
                <c:pt idx="84199">
                  <c:v>45819.686805555553</c:v>
                </c:pt>
                <c:pt idx="84200">
                  <c:v>45923.847222222219</c:v>
                </c:pt>
                <c:pt idx="84201">
                  <c:v>45772.832638888889</c:v>
                </c:pt>
                <c:pt idx="84202">
                  <c:v>45694.611111111109</c:v>
                </c:pt>
                <c:pt idx="84203">
                  <c:v>45819.686805555553</c:v>
                </c:pt>
                <c:pt idx="84204">
                  <c:v>45513.543055555558</c:v>
                </c:pt>
                <c:pt idx="84205">
                  <c:v>45923.847222222219</c:v>
                </c:pt>
                <c:pt idx="84206">
                  <c:v>45745.586805555547</c:v>
                </c:pt>
                <c:pt idx="84207">
                  <c:v>45513.543055555558</c:v>
                </c:pt>
                <c:pt idx="84208">
                  <c:v>45772.832638888889</c:v>
                </c:pt>
                <c:pt idx="84209">
                  <c:v>45694.611111111109</c:v>
                </c:pt>
                <c:pt idx="84210">
                  <c:v>45872.537499999999</c:v>
                </c:pt>
                <c:pt idx="84211">
                  <c:v>45902.657638888893</c:v>
                </c:pt>
                <c:pt idx="84212">
                  <c:v>45888.488194444442</c:v>
                </c:pt>
                <c:pt idx="84213">
                  <c:v>45916.841666666667</c:v>
                </c:pt>
                <c:pt idx="84214">
                  <c:v>46023.991666666669</c:v>
                </c:pt>
                <c:pt idx="84215">
                  <c:v>45566.53402777778</c:v>
                </c:pt>
                <c:pt idx="84216">
                  <c:v>45779.890972222223</c:v>
                </c:pt>
                <c:pt idx="84217">
                  <c:v>45685.781944444447</c:v>
                </c:pt>
                <c:pt idx="84218">
                  <c:v>45609.272916666669</c:v>
                </c:pt>
                <c:pt idx="84219">
                  <c:v>45849.549305555563</c:v>
                </c:pt>
                <c:pt idx="84220">
                  <c:v>45923.546527777777</c:v>
                </c:pt>
                <c:pt idx="84221">
                  <c:v>45713.51666666667</c:v>
                </c:pt>
                <c:pt idx="84222">
                  <c:v>45573.336805555547</c:v>
                </c:pt>
                <c:pt idx="84223">
                  <c:v>45629.441666666673</c:v>
                </c:pt>
                <c:pt idx="84224">
                  <c:v>45830.343055555553</c:v>
                </c:pt>
                <c:pt idx="84225">
                  <c:v>45880.854861111111</c:v>
                </c:pt>
                <c:pt idx="84226">
                  <c:v>45907.955555555563</c:v>
                </c:pt>
                <c:pt idx="84227">
                  <c:v>45996.53402777778</c:v>
                </c:pt>
                <c:pt idx="84228">
                  <c:v>45910.065972222219</c:v>
                </c:pt>
                <c:pt idx="84229">
                  <c:v>45963.789583333331</c:v>
                </c:pt>
                <c:pt idx="84230">
                  <c:v>46013.040972222218</c:v>
                </c:pt>
                <c:pt idx="84231">
                  <c:v>45894.681250000001</c:v>
                </c:pt>
                <c:pt idx="84232">
                  <c:v>45951.852777777778</c:v>
                </c:pt>
                <c:pt idx="84233">
                  <c:v>45945.684027777781</c:v>
                </c:pt>
                <c:pt idx="84234">
                  <c:v>45914.921527777777</c:v>
                </c:pt>
                <c:pt idx="84235">
                  <c:v>45835.456944444442</c:v>
                </c:pt>
                <c:pt idx="84236">
                  <c:v>45913.490277777782</c:v>
                </c:pt>
                <c:pt idx="84237">
                  <c:v>45820.72152777778</c:v>
                </c:pt>
                <c:pt idx="84238">
                  <c:v>45722.011805555558</c:v>
                </c:pt>
                <c:pt idx="84239">
                  <c:v>45994.679861111108</c:v>
                </c:pt>
                <c:pt idx="84240">
                  <c:v>45376.570138888892</c:v>
                </c:pt>
                <c:pt idx="84241">
                  <c:v>45982.515972222223</c:v>
                </c:pt>
                <c:pt idx="84242">
                  <c:v>45593.093055555553</c:v>
                </c:pt>
                <c:pt idx="84243">
                  <c:v>45790.604166666657</c:v>
                </c:pt>
                <c:pt idx="84244">
                  <c:v>45787.62777777778</c:v>
                </c:pt>
                <c:pt idx="84245">
                  <c:v>45843.990277777782</c:v>
                </c:pt>
                <c:pt idx="84246">
                  <c:v>45997.381249999999</c:v>
                </c:pt>
                <c:pt idx="84247">
                  <c:v>45948.004861111112</c:v>
                </c:pt>
                <c:pt idx="84248">
                  <c:v>45814.490972222222</c:v>
                </c:pt>
                <c:pt idx="84249">
                  <c:v>45733.84375</c:v>
                </c:pt>
                <c:pt idx="84250">
                  <c:v>45965.618750000001</c:v>
                </c:pt>
                <c:pt idx="84251">
                  <c:v>45828.40625</c:v>
                </c:pt>
                <c:pt idx="84252">
                  <c:v>45476.703472222223</c:v>
                </c:pt>
                <c:pt idx="84253">
                  <c:v>45823.631249999999</c:v>
                </c:pt>
                <c:pt idx="84254">
                  <c:v>45605.247916666667</c:v>
                </c:pt>
                <c:pt idx="84255">
                  <c:v>45954.253472222219</c:v>
                </c:pt>
                <c:pt idx="84256">
                  <c:v>45628.444444444453</c:v>
                </c:pt>
                <c:pt idx="84257">
                  <c:v>45837.387499999997</c:v>
                </c:pt>
                <c:pt idx="84258">
                  <c:v>45784.771527777782</c:v>
                </c:pt>
                <c:pt idx="84259">
                  <c:v>45726.679861111108</c:v>
                </c:pt>
                <c:pt idx="84260">
                  <c:v>45901.29583333333</c:v>
                </c:pt>
                <c:pt idx="84261">
                  <c:v>46006.743750000001</c:v>
                </c:pt>
                <c:pt idx="84262">
                  <c:v>45829.463888888888</c:v>
                </c:pt>
                <c:pt idx="84263">
                  <c:v>45845.438888888893</c:v>
                </c:pt>
                <c:pt idx="84264">
                  <c:v>45874.020138888889</c:v>
                </c:pt>
                <c:pt idx="84265">
                  <c:v>45813.527083333327</c:v>
                </c:pt>
                <c:pt idx="84266">
                  <c:v>45899.667361111111</c:v>
                </c:pt>
                <c:pt idx="84267">
                  <c:v>45928.443749999999</c:v>
                </c:pt>
                <c:pt idx="84268">
                  <c:v>45813.51666666667</c:v>
                </c:pt>
                <c:pt idx="84269">
                  <c:v>45813.522916666669</c:v>
                </c:pt>
                <c:pt idx="84270">
                  <c:v>45633.618055555547</c:v>
                </c:pt>
                <c:pt idx="84271">
                  <c:v>45753.402777777781</c:v>
                </c:pt>
                <c:pt idx="84272">
                  <c:v>45692.411805555559</c:v>
                </c:pt>
                <c:pt idx="84273">
                  <c:v>45656.763888888891</c:v>
                </c:pt>
                <c:pt idx="84274">
                  <c:v>45706.808333333327</c:v>
                </c:pt>
                <c:pt idx="84275">
                  <c:v>45676.713888888888</c:v>
                </c:pt>
                <c:pt idx="84276">
                  <c:v>45418.968055555553</c:v>
                </c:pt>
                <c:pt idx="84277">
                  <c:v>45367.665972222218</c:v>
                </c:pt>
                <c:pt idx="84278">
                  <c:v>45306.417361111111</c:v>
                </c:pt>
                <c:pt idx="84279">
                  <c:v>45617.817361111112</c:v>
                </c:pt>
                <c:pt idx="84280">
                  <c:v>45636.722916666673</c:v>
                </c:pt>
                <c:pt idx="84281">
                  <c:v>45951.62777777778</c:v>
                </c:pt>
                <c:pt idx="84282">
                  <c:v>45323.625</c:v>
                </c:pt>
                <c:pt idx="84283">
                  <c:v>45293.595138888893</c:v>
                </c:pt>
                <c:pt idx="84284">
                  <c:v>45774.836111111108</c:v>
                </c:pt>
                <c:pt idx="84285">
                  <c:v>45636.972916666673</c:v>
                </c:pt>
                <c:pt idx="84286">
                  <c:v>45802.913888888892</c:v>
                </c:pt>
                <c:pt idx="84287">
                  <c:v>45854.81527777778</c:v>
                </c:pt>
                <c:pt idx="84288">
                  <c:v>45664.021527777782</c:v>
                </c:pt>
                <c:pt idx="84289">
                  <c:v>45616.142361111109</c:v>
                </c:pt>
                <c:pt idx="84290">
                  <c:v>45841.699305555558</c:v>
                </c:pt>
                <c:pt idx="84291">
                  <c:v>45841.699305555558</c:v>
                </c:pt>
                <c:pt idx="84292">
                  <c:v>45544.84097222222</c:v>
                </c:pt>
                <c:pt idx="84293">
                  <c:v>45965.412499999999</c:v>
                </c:pt>
                <c:pt idx="84294">
                  <c:v>45965.412499999999</c:v>
                </c:pt>
                <c:pt idx="84295">
                  <c:v>45544.84097222222</c:v>
                </c:pt>
                <c:pt idx="84296">
                  <c:v>45785.776388888888</c:v>
                </c:pt>
                <c:pt idx="84297">
                  <c:v>45558.822222222218</c:v>
                </c:pt>
                <c:pt idx="84298">
                  <c:v>45785.776388888888</c:v>
                </c:pt>
                <c:pt idx="84299">
                  <c:v>45558.822222222218</c:v>
                </c:pt>
                <c:pt idx="84300">
                  <c:v>45553.818749999999</c:v>
                </c:pt>
                <c:pt idx="84301">
                  <c:v>45586.700694444437</c:v>
                </c:pt>
                <c:pt idx="84302">
                  <c:v>45931.665277777778</c:v>
                </c:pt>
                <c:pt idx="84303">
                  <c:v>45811.645833333343</c:v>
                </c:pt>
                <c:pt idx="84304">
                  <c:v>45811.645833333343</c:v>
                </c:pt>
                <c:pt idx="84305">
                  <c:v>45567.64166666667</c:v>
                </c:pt>
                <c:pt idx="84306">
                  <c:v>45567.64166666667</c:v>
                </c:pt>
                <c:pt idx="84307">
                  <c:v>45610.845138888893</c:v>
                </c:pt>
                <c:pt idx="84308">
                  <c:v>45931.665277777778</c:v>
                </c:pt>
                <c:pt idx="84309">
                  <c:v>45586.700694444437</c:v>
                </c:pt>
                <c:pt idx="84310">
                  <c:v>45840.697222222218</c:v>
                </c:pt>
                <c:pt idx="84311">
                  <c:v>45840.697222222218</c:v>
                </c:pt>
                <c:pt idx="84312">
                  <c:v>45610.845138888893</c:v>
                </c:pt>
                <c:pt idx="84313">
                  <c:v>45553.818749999999</c:v>
                </c:pt>
                <c:pt idx="84314">
                  <c:v>45841.728472222218</c:v>
                </c:pt>
                <c:pt idx="84315">
                  <c:v>45604.55972222222</c:v>
                </c:pt>
                <c:pt idx="84316">
                  <c:v>45505.44027777778</c:v>
                </c:pt>
                <c:pt idx="84317">
                  <c:v>45575.55972222222</c:v>
                </c:pt>
                <c:pt idx="84318">
                  <c:v>45535.864583333343</c:v>
                </c:pt>
                <c:pt idx="84319">
                  <c:v>45593.497916666667</c:v>
                </c:pt>
                <c:pt idx="84320">
                  <c:v>45527.979166666657</c:v>
                </c:pt>
                <c:pt idx="84321">
                  <c:v>46001.338194444441</c:v>
                </c:pt>
                <c:pt idx="84322">
                  <c:v>45780.043749999997</c:v>
                </c:pt>
                <c:pt idx="84323">
                  <c:v>46011.548611111109</c:v>
                </c:pt>
                <c:pt idx="84324">
                  <c:v>45945.48541666667</c:v>
                </c:pt>
                <c:pt idx="84325">
                  <c:v>46004.464583333327</c:v>
                </c:pt>
                <c:pt idx="84326">
                  <c:v>45986.536805555559</c:v>
                </c:pt>
                <c:pt idx="84327">
                  <c:v>45906.856944444437</c:v>
                </c:pt>
                <c:pt idx="84328">
                  <c:v>45532.446527777778</c:v>
                </c:pt>
                <c:pt idx="84329">
                  <c:v>45897.356249999997</c:v>
                </c:pt>
                <c:pt idx="84330">
                  <c:v>45427.371527777781</c:v>
                </c:pt>
                <c:pt idx="84331">
                  <c:v>45644.37777777778</c:v>
                </c:pt>
                <c:pt idx="84332">
                  <c:v>45747.474305555559</c:v>
                </c:pt>
                <c:pt idx="84333">
                  <c:v>45547.690972222219</c:v>
                </c:pt>
                <c:pt idx="84334">
                  <c:v>45858.46597222222</c:v>
                </c:pt>
                <c:pt idx="84335">
                  <c:v>45604.739583333343</c:v>
                </c:pt>
                <c:pt idx="84336">
                  <c:v>45505.327777777777</c:v>
                </c:pt>
                <c:pt idx="84337">
                  <c:v>45970.841666666667</c:v>
                </c:pt>
                <c:pt idx="84338">
                  <c:v>45900.86041666667</c:v>
                </c:pt>
                <c:pt idx="84339">
                  <c:v>45693.820833333331</c:v>
                </c:pt>
                <c:pt idx="84340">
                  <c:v>45771.776388888888</c:v>
                </c:pt>
                <c:pt idx="84341">
                  <c:v>45616.481249999997</c:v>
                </c:pt>
                <c:pt idx="84342">
                  <c:v>45589.667361111111</c:v>
                </c:pt>
                <c:pt idx="84343">
                  <c:v>45954.576388888891</c:v>
                </c:pt>
                <c:pt idx="84344">
                  <c:v>45671.35833333333</c:v>
                </c:pt>
                <c:pt idx="84345">
                  <c:v>45773.675694444442</c:v>
                </c:pt>
                <c:pt idx="84346">
                  <c:v>45914.829861111109</c:v>
                </c:pt>
                <c:pt idx="84347">
                  <c:v>46016.447222222218</c:v>
                </c:pt>
                <c:pt idx="84348">
                  <c:v>45956.961111111108</c:v>
                </c:pt>
                <c:pt idx="84349">
                  <c:v>45930.247916666667</c:v>
                </c:pt>
                <c:pt idx="84350">
                  <c:v>45990.807638888888</c:v>
                </c:pt>
                <c:pt idx="84351">
                  <c:v>45974.603472222218</c:v>
                </c:pt>
                <c:pt idx="84352">
                  <c:v>45925.267361111109</c:v>
                </c:pt>
                <c:pt idx="84353">
                  <c:v>45731.950694444437</c:v>
                </c:pt>
                <c:pt idx="84354">
                  <c:v>45696.306250000001</c:v>
                </c:pt>
                <c:pt idx="84355">
                  <c:v>45930.713888888888</c:v>
                </c:pt>
                <c:pt idx="84356">
                  <c:v>45919.753472222219</c:v>
                </c:pt>
                <c:pt idx="84357">
                  <c:v>45731.793055555558</c:v>
                </c:pt>
                <c:pt idx="84358">
                  <c:v>45927.40625</c:v>
                </c:pt>
                <c:pt idx="84359">
                  <c:v>45813.92291666667</c:v>
                </c:pt>
                <c:pt idx="84360">
                  <c:v>45803.8</c:v>
                </c:pt>
                <c:pt idx="84361">
                  <c:v>45964.117361111108</c:v>
                </c:pt>
                <c:pt idx="84362">
                  <c:v>45971.05</c:v>
                </c:pt>
                <c:pt idx="84363">
                  <c:v>46003.628472222219</c:v>
                </c:pt>
                <c:pt idx="84364">
                  <c:v>45756.643750000003</c:v>
                </c:pt>
                <c:pt idx="84365">
                  <c:v>45962.433333333327</c:v>
                </c:pt>
                <c:pt idx="84366">
                  <c:v>45402.786805555559</c:v>
                </c:pt>
                <c:pt idx="84367">
                  <c:v>45608.835416666669</c:v>
                </c:pt>
                <c:pt idx="84368">
                  <c:v>45303.572222222218</c:v>
                </c:pt>
                <c:pt idx="84369">
                  <c:v>45603.9375</c:v>
                </c:pt>
                <c:pt idx="84370">
                  <c:v>45610.785416666673</c:v>
                </c:pt>
                <c:pt idx="84371">
                  <c:v>45433.472222222219</c:v>
                </c:pt>
                <c:pt idx="84372">
                  <c:v>45330.326388888891</c:v>
                </c:pt>
                <c:pt idx="84373">
                  <c:v>45898.567361111112</c:v>
                </c:pt>
                <c:pt idx="84374">
                  <c:v>45746.511111111111</c:v>
                </c:pt>
                <c:pt idx="84375">
                  <c:v>45452.575694444437</c:v>
                </c:pt>
                <c:pt idx="84376">
                  <c:v>45730.323611111111</c:v>
                </c:pt>
                <c:pt idx="84377">
                  <c:v>45700.763194444437</c:v>
                </c:pt>
                <c:pt idx="84378">
                  <c:v>45432.238194444442</c:v>
                </c:pt>
                <c:pt idx="84379">
                  <c:v>45467.869444444441</c:v>
                </c:pt>
                <c:pt idx="84380">
                  <c:v>45700.78125</c:v>
                </c:pt>
                <c:pt idx="84381">
                  <c:v>45414.82916666667</c:v>
                </c:pt>
                <c:pt idx="84382">
                  <c:v>45373.736805555563</c:v>
                </c:pt>
                <c:pt idx="84383">
                  <c:v>45393.660416666673</c:v>
                </c:pt>
                <c:pt idx="84384">
                  <c:v>45735.262499999997</c:v>
                </c:pt>
                <c:pt idx="84385">
                  <c:v>45742.555555555547</c:v>
                </c:pt>
                <c:pt idx="84386">
                  <c:v>45680.426388888889</c:v>
                </c:pt>
                <c:pt idx="84387">
                  <c:v>45747.386805555558</c:v>
                </c:pt>
                <c:pt idx="84388">
                  <c:v>46013.341666666667</c:v>
                </c:pt>
                <c:pt idx="84389">
                  <c:v>45699.622916666667</c:v>
                </c:pt>
                <c:pt idx="84390">
                  <c:v>45776.382638888892</c:v>
                </c:pt>
                <c:pt idx="84391">
                  <c:v>45746.838888888888</c:v>
                </c:pt>
                <c:pt idx="84392">
                  <c:v>45813.496527777781</c:v>
                </c:pt>
                <c:pt idx="84393">
                  <c:v>45813.430555555547</c:v>
                </c:pt>
                <c:pt idx="84394">
                  <c:v>45388.336111111108</c:v>
                </c:pt>
                <c:pt idx="84395">
                  <c:v>45992.667361111111</c:v>
                </c:pt>
                <c:pt idx="84396">
                  <c:v>45980.938194444447</c:v>
                </c:pt>
                <c:pt idx="84397">
                  <c:v>46003.54583333333</c:v>
                </c:pt>
                <c:pt idx="84398">
                  <c:v>45970.65625</c:v>
                </c:pt>
                <c:pt idx="84399">
                  <c:v>45989.418055555558</c:v>
                </c:pt>
                <c:pt idx="84400">
                  <c:v>45873.021527777782</c:v>
                </c:pt>
                <c:pt idx="84401">
                  <c:v>45939.518750000003</c:v>
                </c:pt>
                <c:pt idx="84402">
                  <c:v>45834.987500000003</c:v>
                </c:pt>
                <c:pt idx="84403">
                  <c:v>45653.497916666667</c:v>
                </c:pt>
                <c:pt idx="84404">
                  <c:v>45603.057638888888</c:v>
                </c:pt>
                <c:pt idx="84405">
                  <c:v>45870.199305555558</c:v>
                </c:pt>
                <c:pt idx="84406">
                  <c:v>45788.25</c:v>
                </c:pt>
                <c:pt idx="84407">
                  <c:v>45718.078472222223</c:v>
                </c:pt>
                <c:pt idx="84408">
                  <c:v>45653.186805555553</c:v>
                </c:pt>
                <c:pt idx="84409">
                  <c:v>45887.818055555559</c:v>
                </c:pt>
                <c:pt idx="84410">
                  <c:v>45923.824305555558</c:v>
                </c:pt>
                <c:pt idx="84411">
                  <c:v>45962.474999999999</c:v>
                </c:pt>
                <c:pt idx="84412">
                  <c:v>45932.744444444441</c:v>
                </c:pt>
                <c:pt idx="84413">
                  <c:v>45983.840277777781</c:v>
                </c:pt>
                <c:pt idx="84414">
                  <c:v>46002.686111111107</c:v>
                </c:pt>
                <c:pt idx="84415">
                  <c:v>45969.648611111108</c:v>
                </c:pt>
                <c:pt idx="84416">
                  <c:v>45908.711111111108</c:v>
                </c:pt>
                <c:pt idx="84417">
                  <c:v>45940.705555555563</c:v>
                </c:pt>
                <c:pt idx="84418">
                  <c:v>46003.759027777778</c:v>
                </c:pt>
                <c:pt idx="84419">
                  <c:v>45431.428472222222</c:v>
                </c:pt>
                <c:pt idx="84420">
                  <c:v>45556.869444444441</c:v>
                </c:pt>
                <c:pt idx="84421">
                  <c:v>45628.916666666657</c:v>
                </c:pt>
                <c:pt idx="84422">
                  <c:v>46016.561805555553</c:v>
                </c:pt>
                <c:pt idx="84423">
                  <c:v>45518.470138888893</c:v>
                </c:pt>
                <c:pt idx="84424">
                  <c:v>45470.913888888892</c:v>
                </c:pt>
                <c:pt idx="84425">
                  <c:v>45537.90625</c:v>
                </c:pt>
                <c:pt idx="84426">
                  <c:v>45665.459027777782</c:v>
                </c:pt>
                <c:pt idx="84427">
                  <c:v>46021.281944444447</c:v>
                </c:pt>
                <c:pt idx="84428">
                  <c:v>45360.380555555559</c:v>
                </c:pt>
                <c:pt idx="84429">
                  <c:v>45311.446527777778</c:v>
                </c:pt>
                <c:pt idx="84430">
                  <c:v>45910.386111111111</c:v>
                </c:pt>
                <c:pt idx="84431">
                  <c:v>45995.35</c:v>
                </c:pt>
                <c:pt idx="84432">
                  <c:v>45915.669444444437</c:v>
                </c:pt>
                <c:pt idx="84433">
                  <c:v>45953.365277777782</c:v>
                </c:pt>
                <c:pt idx="84434">
                  <c:v>46014.51666666667</c:v>
                </c:pt>
                <c:pt idx="84435">
                  <c:v>45889.354166666657</c:v>
                </c:pt>
                <c:pt idx="84436">
                  <c:v>45915.51458333333</c:v>
                </c:pt>
                <c:pt idx="84437">
                  <c:v>45335.685416666667</c:v>
                </c:pt>
                <c:pt idx="84438">
                  <c:v>45854.496527777781</c:v>
                </c:pt>
                <c:pt idx="84439">
                  <c:v>45301.265972222223</c:v>
                </c:pt>
                <c:pt idx="84440">
                  <c:v>45370.359722222223</c:v>
                </c:pt>
                <c:pt idx="84441">
                  <c:v>45504.893750000003</c:v>
                </c:pt>
                <c:pt idx="84442">
                  <c:v>45525.338194444441</c:v>
                </c:pt>
                <c:pt idx="84443">
                  <c:v>45555.450694444437</c:v>
                </c:pt>
                <c:pt idx="84444">
                  <c:v>45423.056250000001</c:v>
                </c:pt>
                <c:pt idx="84445">
                  <c:v>45481.470138888893</c:v>
                </c:pt>
                <c:pt idx="84446">
                  <c:v>45904.643055555563</c:v>
                </c:pt>
                <c:pt idx="84447">
                  <c:v>45801.920138888891</c:v>
                </c:pt>
                <c:pt idx="84448">
                  <c:v>45600.492361111108</c:v>
                </c:pt>
                <c:pt idx="84449">
                  <c:v>45714.323611111111</c:v>
                </c:pt>
                <c:pt idx="84450">
                  <c:v>45996.800000000003</c:v>
                </c:pt>
                <c:pt idx="84451">
                  <c:v>45839.631944444453</c:v>
                </c:pt>
                <c:pt idx="84452">
                  <c:v>45971.745138888888</c:v>
                </c:pt>
                <c:pt idx="84453">
                  <c:v>45749.445833333331</c:v>
                </c:pt>
                <c:pt idx="84454">
                  <c:v>45770.570138888892</c:v>
                </c:pt>
                <c:pt idx="84455">
                  <c:v>45742.247916666667</c:v>
                </c:pt>
                <c:pt idx="84456">
                  <c:v>45764.856249999997</c:v>
                </c:pt>
                <c:pt idx="84457">
                  <c:v>45776.796527777777</c:v>
                </c:pt>
                <c:pt idx="84458">
                  <c:v>45581.493750000001</c:v>
                </c:pt>
                <c:pt idx="84459">
                  <c:v>45657.607638888891</c:v>
                </c:pt>
                <c:pt idx="84460">
                  <c:v>45939.799305555563</c:v>
                </c:pt>
                <c:pt idx="84461">
                  <c:v>45854.323611111111</c:v>
                </c:pt>
                <c:pt idx="84462">
                  <c:v>45903.013194444437</c:v>
                </c:pt>
                <c:pt idx="84463">
                  <c:v>45838.018055555563</c:v>
                </c:pt>
                <c:pt idx="84464">
                  <c:v>45917.411111111112</c:v>
                </c:pt>
                <c:pt idx="84465">
                  <c:v>45949.849305555559</c:v>
                </c:pt>
                <c:pt idx="84466">
                  <c:v>46001.40902777778</c:v>
                </c:pt>
                <c:pt idx="84467">
                  <c:v>45921.400694444441</c:v>
                </c:pt>
                <c:pt idx="84468">
                  <c:v>45608.827777777777</c:v>
                </c:pt>
                <c:pt idx="84469">
                  <c:v>46020.479861111111</c:v>
                </c:pt>
                <c:pt idx="84470">
                  <c:v>45811.446527777778</c:v>
                </c:pt>
                <c:pt idx="84471">
                  <c:v>45861.461805555547</c:v>
                </c:pt>
                <c:pt idx="84472">
                  <c:v>45484.340277777781</c:v>
                </c:pt>
                <c:pt idx="84473">
                  <c:v>45951.400694444441</c:v>
                </c:pt>
                <c:pt idx="84474">
                  <c:v>45959.669444444437</c:v>
                </c:pt>
                <c:pt idx="84475">
                  <c:v>45945.831944444442</c:v>
                </c:pt>
                <c:pt idx="84476">
                  <c:v>46005.589583333327</c:v>
                </c:pt>
                <c:pt idx="84477">
                  <c:v>45908.65</c:v>
                </c:pt>
                <c:pt idx="84478">
                  <c:v>45977.892361111109</c:v>
                </c:pt>
                <c:pt idx="84479">
                  <c:v>45874.749305555553</c:v>
                </c:pt>
                <c:pt idx="84480">
                  <c:v>45752.561805555553</c:v>
                </c:pt>
                <c:pt idx="84481">
                  <c:v>45726.061805555553</c:v>
                </c:pt>
                <c:pt idx="84482">
                  <c:v>45864.62222222222</c:v>
                </c:pt>
                <c:pt idx="84483">
                  <c:v>45785.820138888892</c:v>
                </c:pt>
                <c:pt idx="84484">
                  <c:v>45695.857638888891</c:v>
                </c:pt>
                <c:pt idx="84485">
                  <c:v>45827.878472222219</c:v>
                </c:pt>
                <c:pt idx="84486">
                  <c:v>45924.811805555553</c:v>
                </c:pt>
                <c:pt idx="84487">
                  <c:v>45771.543749999997</c:v>
                </c:pt>
                <c:pt idx="84488">
                  <c:v>45926.90347222222</c:v>
                </c:pt>
                <c:pt idx="84489">
                  <c:v>46010.65</c:v>
                </c:pt>
                <c:pt idx="84490">
                  <c:v>45681.406944444447</c:v>
                </c:pt>
                <c:pt idx="84491">
                  <c:v>45737.440972222219</c:v>
                </c:pt>
                <c:pt idx="84492">
                  <c:v>45544.658333333333</c:v>
                </c:pt>
                <c:pt idx="84493">
                  <c:v>45945.224999999999</c:v>
                </c:pt>
                <c:pt idx="84494">
                  <c:v>45656.658333333333</c:v>
                </c:pt>
                <c:pt idx="84495">
                  <c:v>45321.490972222222</c:v>
                </c:pt>
                <c:pt idx="84496">
                  <c:v>45422.4375</c:v>
                </c:pt>
                <c:pt idx="84497">
                  <c:v>45400.899305555547</c:v>
                </c:pt>
                <c:pt idx="84498">
                  <c:v>45359.067361111112</c:v>
                </c:pt>
                <c:pt idx="84499">
                  <c:v>45451.72152777778</c:v>
                </c:pt>
                <c:pt idx="84500">
                  <c:v>45635.535416666673</c:v>
                </c:pt>
                <c:pt idx="84501">
                  <c:v>45448.662499999999</c:v>
                </c:pt>
                <c:pt idx="84502">
                  <c:v>45393.549305555563</c:v>
                </c:pt>
                <c:pt idx="84503">
                  <c:v>45723.588194444441</c:v>
                </c:pt>
                <c:pt idx="84504">
                  <c:v>45910.663888888892</c:v>
                </c:pt>
                <c:pt idx="84505">
                  <c:v>45321.317361111112</c:v>
                </c:pt>
                <c:pt idx="84506">
                  <c:v>45386.304861111108</c:v>
                </c:pt>
                <c:pt idx="84507">
                  <c:v>45368.074305555558</c:v>
                </c:pt>
                <c:pt idx="84508">
                  <c:v>45905.904166666667</c:v>
                </c:pt>
                <c:pt idx="84509">
                  <c:v>45741.589583333327</c:v>
                </c:pt>
                <c:pt idx="84510">
                  <c:v>45747.785416666673</c:v>
                </c:pt>
                <c:pt idx="84511">
                  <c:v>45870.3125</c:v>
                </c:pt>
                <c:pt idx="84512">
                  <c:v>45761.692361111112</c:v>
                </c:pt>
                <c:pt idx="84513">
                  <c:v>45923.731944444437</c:v>
                </c:pt>
                <c:pt idx="84514">
                  <c:v>45828.62777777778</c:v>
                </c:pt>
                <c:pt idx="84515">
                  <c:v>45910.274305555547</c:v>
                </c:pt>
                <c:pt idx="84516">
                  <c:v>45856.718055555553</c:v>
                </c:pt>
                <c:pt idx="84517">
                  <c:v>45772.263194444437</c:v>
                </c:pt>
                <c:pt idx="84518">
                  <c:v>45754.777777777781</c:v>
                </c:pt>
                <c:pt idx="84519">
                  <c:v>45881.380555555559</c:v>
                </c:pt>
                <c:pt idx="84520">
                  <c:v>45844.654166666667</c:v>
                </c:pt>
                <c:pt idx="84521">
                  <c:v>45894.796527777777</c:v>
                </c:pt>
                <c:pt idx="84522">
                  <c:v>45525.563888888893</c:v>
                </c:pt>
                <c:pt idx="84523">
                  <c:v>45525.056944444441</c:v>
                </c:pt>
                <c:pt idx="84524">
                  <c:v>45525.227083333331</c:v>
                </c:pt>
                <c:pt idx="84525">
                  <c:v>45322.688194444447</c:v>
                </c:pt>
                <c:pt idx="84526">
                  <c:v>45385.563194444447</c:v>
                </c:pt>
                <c:pt idx="84527">
                  <c:v>45354.561111111107</c:v>
                </c:pt>
                <c:pt idx="84528">
                  <c:v>45662.752083333333</c:v>
                </c:pt>
                <c:pt idx="84529">
                  <c:v>45775.730555555558</c:v>
                </c:pt>
                <c:pt idx="84530">
                  <c:v>45417.731944444437</c:v>
                </c:pt>
                <c:pt idx="84531">
                  <c:v>45981.587500000001</c:v>
                </c:pt>
                <c:pt idx="84532">
                  <c:v>46020.931944444441</c:v>
                </c:pt>
                <c:pt idx="84533">
                  <c:v>45947.586111111108</c:v>
                </c:pt>
                <c:pt idx="84534">
                  <c:v>45905.737500000003</c:v>
                </c:pt>
                <c:pt idx="84535">
                  <c:v>45873.897222222222</c:v>
                </c:pt>
                <c:pt idx="84536">
                  <c:v>45972.829861111109</c:v>
                </c:pt>
                <c:pt idx="84537">
                  <c:v>45936.395138888889</c:v>
                </c:pt>
                <c:pt idx="84538">
                  <c:v>45797.905555555553</c:v>
                </c:pt>
                <c:pt idx="84539">
                  <c:v>45759.745833333327</c:v>
                </c:pt>
                <c:pt idx="84540">
                  <c:v>45896.772222222222</c:v>
                </c:pt>
                <c:pt idx="84541">
                  <c:v>45843.574305555558</c:v>
                </c:pt>
                <c:pt idx="84542">
                  <c:v>46000.847222222219</c:v>
                </c:pt>
                <c:pt idx="84543">
                  <c:v>45728.729861111111</c:v>
                </c:pt>
                <c:pt idx="84544">
                  <c:v>45827.824305555558</c:v>
                </c:pt>
                <c:pt idx="84545">
                  <c:v>45347.09097222222</c:v>
                </c:pt>
                <c:pt idx="84546">
                  <c:v>45409.814583333333</c:v>
                </c:pt>
                <c:pt idx="84547">
                  <c:v>45637.550694444442</c:v>
                </c:pt>
                <c:pt idx="84548">
                  <c:v>45600.431250000001</c:v>
                </c:pt>
                <c:pt idx="84549">
                  <c:v>45825.976388888892</c:v>
                </c:pt>
                <c:pt idx="84550">
                  <c:v>45989.544444444437</c:v>
                </c:pt>
                <c:pt idx="84551">
                  <c:v>45950.529166666667</c:v>
                </c:pt>
                <c:pt idx="84552">
                  <c:v>45880.914583333331</c:v>
                </c:pt>
                <c:pt idx="84553">
                  <c:v>45684.496527777781</c:v>
                </c:pt>
                <c:pt idx="84554">
                  <c:v>45777.54583333333</c:v>
                </c:pt>
                <c:pt idx="84555">
                  <c:v>45670.727083333331</c:v>
                </c:pt>
                <c:pt idx="84556">
                  <c:v>45684.495138888888</c:v>
                </c:pt>
                <c:pt idx="84557">
                  <c:v>45694.005555555559</c:v>
                </c:pt>
                <c:pt idx="84558">
                  <c:v>45890.8125</c:v>
                </c:pt>
                <c:pt idx="84559">
                  <c:v>45971.525000000001</c:v>
                </c:pt>
                <c:pt idx="84560">
                  <c:v>45929.352083333331</c:v>
                </c:pt>
                <c:pt idx="84561">
                  <c:v>45874.682638888888</c:v>
                </c:pt>
                <c:pt idx="84562">
                  <c:v>45789.847222222219</c:v>
                </c:pt>
                <c:pt idx="84563">
                  <c:v>45808.320833333331</c:v>
                </c:pt>
                <c:pt idx="84564">
                  <c:v>45709.561805555553</c:v>
                </c:pt>
                <c:pt idx="84565">
                  <c:v>45759.254861111112</c:v>
                </c:pt>
                <c:pt idx="84566">
                  <c:v>45687.451388888891</c:v>
                </c:pt>
                <c:pt idx="84567">
                  <c:v>45729.890972222223</c:v>
                </c:pt>
                <c:pt idx="84568">
                  <c:v>45734.438888888893</c:v>
                </c:pt>
                <c:pt idx="84569">
                  <c:v>45502.686111111107</c:v>
                </c:pt>
                <c:pt idx="84570">
                  <c:v>45440.299305555563</c:v>
                </c:pt>
                <c:pt idx="84571">
                  <c:v>45482.497916666667</c:v>
                </c:pt>
                <c:pt idx="84572">
                  <c:v>45566.411111111112</c:v>
                </c:pt>
                <c:pt idx="84573">
                  <c:v>45596.525000000001</c:v>
                </c:pt>
                <c:pt idx="84574">
                  <c:v>45663.292361111111</c:v>
                </c:pt>
                <c:pt idx="84575">
                  <c:v>45523.415972222218</c:v>
                </c:pt>
                <c:pt idx="84576">
                  <c:v>45713.599305555559</c:v>
                </c:pt>
                <c:pt idx="84577">
                  <c:v>45593.31527777778</c:v>
                </c:pt>
                <c:pt idx="84578">
                  <c:v>45420.508333333331</c:v>
                </c:pt>
                <c:pt idx="84579">
                  <c:v>45392.410416666673</c:v>
                </c:pt>
                <c:pt idx="84580">
                  <c:v>45477.772916666669</c:v>
                </c:pt>
                <c:pt idx="84581">
                  <c:v>45463.054166666669</c:v>
                </c:pt>
                <c:pt idx="84582">
                  <c:v>45406.42291666667</c:v>
                </c:pt>
                <c:pt idx="84583">
                  <c:v>45434.413194444453</c:v>
                </c:pt>
                <c:pt idx="84584">
                  <c:v>45379.279166666667</c:v>
                </c:pt>
                <c:pt idx="84585">
                  <c:v>45343.53125</c:v>
                </c:pt>
                <c:pt idx="84586">
                  <c:v>45364.665972222218</c:v>
                </c:pt>
                <c:pt idx="84587">
                  <c:v>45448.294444444437</c:v>
                </c:pt>
                <c:pt idx="84588">
                  <c:v>45381.521527777782</c:v>
                </c:pt>
                <c:pt idx="84589">
                  <c:v>45504.558333333327</c:v>
                </c:pt>
                <c:pt idx="84590">
                  <c:v>45336.642361111109</c:v>
                </c:pt>
                <c:pt idx="84591">
                  <c:v>45428.595833333333</c:v>
                </c:pt>
                <c:pt idx="84592">
                  <c:v>45927.824999999997</c:v>
                </c:pt>
                <c:pt idx="84593">
                  <c:v>45927.824999999997</c:v>
                </c:pt>
                <c:pt idx="84594">
                  <c:v>45477.931250000001</c:v>
                </c:pt>
                <c:pt idx="84595">
                  <c:v>45477.931250000001</c:v>
                </c:pt>
                <c:pt idx="84596">
                  <c:v>45798.708333333343</c:v>
                </c:pt>
                <c:pt idx="84597">
                  <c:v>45851.8</c:v>
                </c:pt>
                <c:pt idx="84598">
                  <c:v>45798.708333333343</c:v>
                </c:pt>
                <c:pt idx="84599">
                  <c:v>46011.716666666667</c:v>
                </c:pt>
                <c:pt idx="84600">
                  <c:v>45851.8</c:v>
                </c:pt>
                <c:pt idx="84601">
                  <c:v>46011.716666666667</c:v>
                </c:pt>
                <c:pt idx="84602">
                  <c:v>45979.592361111107</c:v>
                </c:pt>
                <c:pt idx="84603">
                  <c:v>45979.592361111107</c:v>
                </c:pt>
                <c:pt idx="84604">
                  <c:v>45782.563194444447</c:v>
                </c:pt>
                <c:pt idx="84605">
                  <c:v>45391.591666666667</c:v>
                </c:pt>
                <c:pt idx="84606">
                  <c:v>45884.73541666667</c:v>
                </c:pt>
                <c:pt idx="84607">
                  <c:v>45584.422222222223</c:v>
                </c:pt>
                <c:pt idx="84608">
                  <c:v>45475.867361111108</c:v>
                </c:pt>
                <c:pt idx="84609">
                  <c:v>45669.977083333331</c:v>
                </c:pt>
                <c:pt idx="84610">
                  <c:v>45770.297222222223</c:v>
                </c:pt>
                <c:pt idx="84611">
                  <c:v>45859.606249999997</c:v>
                </c:pt>
                <c:pt idx="84612">
                  <c:v>45908.69027777778</c:v>
                </c:pt>
                <c:pt idx="84613">
                  <c:v>45964.456944444442</c:v>
                </c:pt>
                <c:pt idx="84614">
                  <c:v>46017.043055555558</c:v>
                </c:pt>
                <c:pt idx="84615">
                  <c:v>45738.756944444453</c:v>
                </c:pt>
                <c:pt idx="84616">
                  <c:v>45771.817361111112</c:v>
                </c:pt>
                <c:pt idx="84617">
                  <c:v>45800.835416666669</c:v>
                </c:pt>
                <c:pt idx="84618">
                  <c:v>45330.532638888893</c:v>
                </c:pt>
                <c:pt idx="84619">
                  <c:v>45717.732638888891</c:v>
                </c:pt>
                <c:pt idx="84620">
                  <c:v>45676.845833333333</c:v>
                </c:pt>
                <c:pt idx="84621">
                  <c:v>45945.726388888892</c:v>
                </c:pt>
                <c:pt idx="84622">
                  <c:v>45631.967361111107</c:v>
                </c:pt>
                <c:pt idx="84623">
                  <c:v>45914.454861111109</c:v>
                </c:pt>
                <c:pt idx="84624">
                  <c:v>45990.209027777782</c:v>
                </c:pt>
                <c:pt idx="84625">
                  <c:v>45870.129861111112</c:v>
                </c:pt>
                <c:pt idx="84626">
                  <c:v>45880.693055555559</c:v>
                </c:pt>
                <c:pt idx="84627">
                  <c:v>45930.135416666657</c:v>
                </c:pt>
                <c:pt idx="84628">
                  <c:v>45961.149305555547</c:v>
                </c:pt>
                <c:pt idx="84629">
                  <c:v>45900.529166666667</c:v>
                </c:pt>
                <c:pt idx="84630">
                  <c:v>46022.202777777777</c:v>
                </c:pt>
                <c:pt idx="84631">
                  <c:v>45763.602777777778</c:v>
                </c:pt>
                <c:pt idx="84632">
                  <c:v>45912.409722222219</c:v>
                </c:pt>
                <c:pt idx="84633">
                  <c:v>45835.418055555558</c:v>
                </c:pt>
                <c:pt idx="84634">
                  <c:v>45733.770833333343</c:v>
                </c:pt>
                <c:pt idx="84635">
                  <c:v>45785.452777777777</c:v>
                </c:pt>
                <c:pt idx="84636">
                  <c:v>45863.527777777781</c:v>
                </c:pt>
                <c:pt idx="84637">
                  <c:v>46007.563194444447</c:v>
                </c:pt>
                <c:pt idx="84638">
                  <c:v>45566.927777777782</c:v>
                </c:pt>
                <c:pt idx="84639">
                  <c:v>45506.924305555563</c:v>
                </c:pt>
                <c:pt idx="84640">
                  <c:v>45730.928472222222</c:v>
                </c:pt>
                <c:pt idx="84641">
                  <c:v>45647.967361111107</c:v>
                </c:pt>
                <c:pt idx="84642">
                  <c:v>45647.967361111107</c:v>
                </c:pt>
                <c:pt idx="84643">
                  <c:v>45684.538194444453</c:v>
                </c:pt>
                <c:pt idx="84644">
                  <c:v>45684.538194444453</c:v>
                </c:pt>
                <c:pt idx="84645">
                  <c:v>45706.988194444442</c:v>
                </c:pt>
                <c:pt idx="84646">
                  <c:v>45730.928472222222</c:v>
                </c:pt>
                <c:pt idx="84647">
                  <c:v>45566.927777777782</c:v>
                </c:pt>
                <c:pt idx="84648">
                  <c:v>45706.988194444442</c:v>
                </c:pt>
                <c:pt idx="84649">
                  <c:v>45506.924305555563</c:v>
                </c:pt>
                <c:pt idx="84650">
                  <c:v>45792.927777777782</c:v>
                </c:pt>
                <c:pt idx="84651">
                  <c:v>45967.456250000003</c:v>
                </c:pt>
                <c:pt idx="84652">
                  <c:v>45632.568749999999</c:v>
                </c:pt>
                <c:pt idx="84653">
                  <c:v>45967.456250000003</c:v>
                </c:pt>
                <c:pt idx="84654">
                  <c:v>45491.815972222219</c:v>
                </c:pt>
                <c:pt idx="84655">
                  <c:v>45426.484027777777</c:v>
                </c:pt>
                <c:pt idx="84656">
                  <c:v>45426.484027777777</c:v>
                </c:pt>
                <c:pt idx="84657">
                  <c:v>45623.837500000001</c:v>
                </c:pt>
                <c:pt idx="84658">
                  <c:v>45623.837500000001</c:v>
                </c:pt>
                <c:pt idx="84659">
                  <c:v>45491.815972222219</c:v>
                </c:pt>
                <c:pt idx="84660">
                  <c:v>45632.568749999999</c:v>
                </c:pt>
                <c:pt idx="84661">
                  <c:v>45792.927777777782</c:v>
                </c:pt>
                <c:pt idx="84662">
                  <c:v>45594.586805555547</c:v>
                </c:pt>
                <c:pt idx="84663">
                  <c:v>45594.586805555547</c:v>
                </c:pt>
                <c:pt idx="84664">
                  <c:v>45786.75277777778</c:v>
                </c:pt>
                <c:pt idx="84665">
                  <c:v>45923.987500000003</c:v>
                </c:pt>
                <c:pt idx="84666">
                  <c:v>45749.521527777782</c:v>
                </c:pt>
                <c:pt idx="84667">
                  <c:v>45881.624305555553</c:v>
                </c:pt>
                <c:pt idx="84668">
                  <c:v>45720.411111111112</c:v>
                </c:pt>
                <c:pt idx="84669">
                  <c:v>45488.458333333343</c:v>
                </c:pt>
                <c:pt idx="84670">
                  <c:v>45662.040277777778</c:v>
                </c:pt>
                <c:pt idx="84671">
                  <c:v>45762.538888888892</c:v>
                </c:pt>
                <c:pt idx="84672">
                  <c:v>45740.70208333333</c:v>
                </c:pt>
                <c:pt idx="84673">
                  <c:v>45706.628472222219</c:v>
                </c:pt>
                <c:pt idx="84674">
                  <c:v>45425.487500000003</c:v>
                </c:pt>
                <c:pt idx="84675">
                  <c:v>45679.651388888888</c:v>
                </c:pt>
                <c:pt idx="84676">
                  <c:v>45406.677777777782</c:v>
                </c:pt>
                <c:pt idx="84677">
                  <c:v>46001.361111111109</c:v>
                </c:pt>
                <c:pt idx="84678">
                  <c:v>45868.538194444453</c:v>
                </c:pt>
                <c:pt idx="84679">
                  <c:v>45906.224999999999</c:v>
                </c:pt>
                <c:pt idx="84680">
                  <c:v>45967.603472222218</c:v>
                </c:pt>
                <c:pt idx="84681">
                  <c:v>45946.713194444441</c:v>
                </c:pt>
                <c:pt idx="84682">
                  <c:v>45526.392361111109</c:v>
                </c:pt>
                <c:pt idx="84683">
                  <c:v>45557.582638888889</c:v>
                </c:pt>
                <c:pt idx="84684">
                  <c:v>45511.561111111107</c:v>
                </c:pt>
                <c:pt idx="84685">
                  <c:v>45504.524305555547</c:v>
                </c:pt>
                <c:pt idx="84686">
                  <c:v>45868.342361111107</c:v>
                </c:pt>
                <c:pt idx="84687">
                  <c:v>45815.540972222218</c:v>
                </c:pt>
                <c:pt idx="84688">
                  <c:v>45895.636805555558</c:v>
                </c:pt>
                <c:pt idx="84689">
                  <c:v>45948.704861111109</c:v>
                </c:pt>
                <c:pt idx="84690">
                  <c:v>45692.794444444437</c:v>
                </c:pt>
                <c:pt idx="84691">
                  <c:v>45837.707638888889</c:v>
                </c:pt>
                <c:pt idx="84692">
                  <c:v>45757.931944444441</c:v>
                </c:pt>
                <c:pt idx="84693">
                  <c:v>45757.931944444441</c:v>
                </c:pt>
                <c:pt idx="84694">
                  <c:v>45845.678472222222</c:v>
                </c:pt>
                <c:pt idx="84695">
                  <c:v>45662.921527777777</c:v>
                </c:pt>
                <c:pt idx="84696">
                  <c:v>45845.678472222222</c:v>
                </c:pt>
                <c:pt idx="84697">
                  <c:v>45784.541666666657</c:v>
                </c:pt>
                <c:pt idx="84698">
                  <c:v>45700.870833333327</c:v>
                </c:pt>
                <c:pt idx="84699">
                  <c:v>45700.870833333327</c:v>
                </c:pt>
                <c:pt idx="84700">
                  <c:v>45717.401388888888</c:v>
                </c:pt>
                <c:pt idx="84701">
                  <c:v>45717.401388888888</c:v>
                </c:pt>
                <c:pt idx="84702">
                  <c:v>45662.921527777777</c:v>
                </c:pt>
                <c:pt idx="84703">
                  <c:v>45784.541666666657</c:v>
                </c:pt>
                <c:pt idx="84704">
                  <c:v>45970.412499999999</c:v>
                </c:pt>
                <c:pt idx="84705">
                  <c:v>45857.709722222222</c:v>
                </c:pt>
                <c:pt idx="84706">
                  <c:v>45797.392361111109</c:v>
                </c:pt>
                <c:pt idx="84707">
                  <c:v>45752.556944444441</c:v>
                </c:pt>
                <c:pt idx="84708">
                  <c:v>45837.48541666667</c:v>
                </c:pt>
                <c:pt idx="84709">
                  <c:v>45728.739583333343</c:v>
                </c:pt>
                <c:pt idx="84710">
                  <c:v>45324.343055555553</c:v>
                </c:pt>
                <c:pt idx="84711">
                  <c:v>45488.316666666673</c:v>
                </c:pt>
                <c:pt idx="84712">
                  <c:v>45977.669444444437</c:v>
                </c:pt>
                <c:pt idx="84713">
                  <c:v>45790.402083333327</c:v>
                </c:pt>
                <c:pt idx="84714">
                  <c:v>45939.816666666673</c:v>
                </c:pt>
                <c:pt idx="84715">
                  <c:v>45909.75277777778</c:v>
                </c:pt>
                <c:pt idx="84716">
                  <c:v>45764.526388888888</c:v>
                </c:pt>
                <c:pt idx="84717">
                  <c:v>45882.821527777778</c:v>
                </c:pt>
                <c:pt idx="84718">
                  <c:v>45303.885416666657</c:v>
                </c:pt>
                <c:pt idx="84719">
                  <c:v>45302.102083333331</c:v>
                </c:pt>
                <c:pt idx="84720">
                  <c:v>45767.90902777778</c:v>
                </c:pt>
                <c:pt idx="84721">
                  <c:v>45786.694444444453</c:v>
                </c:pt>
                <c:pt idx="84722">
                  <c:v>45751.768055555563</c:v>
                </c:pt>
                <c:pt idx="84723">
                  <c:v>45777.859722222223</c:v>
                </c:pt>
                <c:pt idx="84724">
                  <c:v>45775.770833333343</c:v>
                </c:pt>
                <c:pt idx="84725">
                  <c:v>45813.012499999997</c:v>
                </c:pt>
                <c:pt idx="84726">
                  <c:v>45855.497916666667</c:v>
                </c:pt>
                <c:pt idx="84727">
                  <c:v>45783.056944444441</c:v>
                </c:pt>
                <c:pt idx="84728">
                  <c:v>45985.982638888891</c:v>
                </c:pt>
                <c:pt idx="84729">
                  <c:v>45897.432638888888</c:v>
                </c:pt>
                <c:pt idx="84730">
                  <c:v>45313.515972222223</c:v>
                </c:pt>
                <c:pt idx="84731">
                  <c:v>45721.369444444441</c:v>
                </c:pt>
                <c:pt idx="84732">
                  <c:v>45663.35833333333</c:v>
                </c:pt>
                <c:pt idx="84733">
                  <c:v>45968.964583333327</c:v>
                </c:pt>
                <c:pt idx="84734">
                  <c:v>45742.127083333333</c:v>
                </c:pt>
                <c:pt idx="84735">
                  <c:v>45692.959027777782</c:v>
                </c:pt>
                <c:pt idx="84736">
                  <c:v>45880.56527777778</c:v>
                </c:pt>
                <c:pt idx="84737">
                  <c:v>45766.967361111107</c:v>
                </c:pt>
                <c:pt idx="84738">
                  <c:v>45896.151388888888</c:v>
                </c:pt>
                <c:pt idx="84739">
                  <c:v>45789.588194444441</c:v>
                </c:pt>
                <c:pt idx="84740">
                  <c:v>45586.945138888892</c:v>
                </c:pt>
                <c:pt idx="84741">
                  <c:v>45311.531944444447</c:v>
                </c:pt>
                <c:pt idx="84742">
                  <c:v>45631.745833333327</c:v>
                </c:pt>
                <c:pt idx="84743">
                  <c:v>45378.631944444453</c:v>
                </c:pt>
                <c:pt idx="84744">
                  <c:v>45445.001388888893</c:v>
                </c:pt>
                <c:pt idx="84745">
                  <c:v>45506.65</c:v>
                </c:pt>
                <c:pt idx="84746">
                  <c:v>45562.780555555553</c:v>
                </c:pt>
                <c:pt idx="84747">
                  <c:v>45788.466666666667</c:v>
                </c:pt>
                <c:pt idx="84748">
                  <c:v>45758.786805555559</c:v>
                </c:pt>
                <c:pt idx="84749">
                  <c:v>45673.830555555563</c:v>
                </c:pt>
                <c:pt idx="84750">
                  <c:v>45689.365972222222</c:v>
                </c:pt>
                <c:pt idx="84751">
                  <c:v>45828.440972222219</c:v>
                </c:pt>
                <c:pt idx="84752">
                  <c:v>45727.724305555559</c:v>
                </c:pt>
                <c:pt idx="84753">
                  <c:v>45839.538888888892</c:v>
                </c:pt>
                <c:pt idx="84754">
                  <c:v>45958.906944444447</c:v>
                </c:pt>
                <c:pt idx="84755">
                  <c:v>45688.385416666657</c:v>
                </c:pt>
                <c:pt idx="84756">
                  <c:v>45777.198611111111</c:v>
                </c:pt>
                <c:pt idx="84757">
                  <c:v>45657.451388888891</c:v>
                </c:pt>
                <c:pt idx="84758">
                  <c:v>45625.660416666673</c:v>
                </c:pt>
                <c:pt idx="84759">
                  <c:v>45721.54791666667</c:v>
                </c:pt>
                <c:pt idx="84760">
                  <c:v>45770.582638888889</c:v>
                </c:pt>
                <c:pt idx="84761">
                  <c:v>45368.376388888893</c:v>
                </c:pt>
                <c:pt idx="84762">
                  <c:v>45945.495833333327</c:v>
                </c:pt>
                <c:pt idx="84763">
                  <c:v>45625.534722222219</c:v>
                </c:pt>
                <c:pt idx="84764">
                  <c:v>45744.497916666667</c:v>
                </c:pt>
                <c:pt idx="84765">
                  <c:v>45656.145138888889</c:v>
                </c:pt>
                <c:pt idx="84766">
                  <c:v>45795.057638888888</c:v>
                </c:pt>
                <c:pt idx="84767">
                  <c:v>45780.582638888889</c:v>
                </c:pt>
                <c:pt idx="84768">
                  <c:v>45814.7</c:v>
                </c:pt>
                <c:pt idx="84769">
                  <c:v>45866.489583333343</c:v>
                </c:pt>
                <c:pt idx="84770">
                  <c:v>45795.657638888893</c:v>
                </c:pt>
                <c:pt idx="84771">
                  <c:v>45917.71875</c:v>
                </c:pt>
                <c:pt idx="84772">
                  <c:v>45846.169444444437</c:v>
                </c:pt>
                <c:pt idx="84773">
                  <c:v>45891.432638888888</c:v>
                </c:pt>
                <c:pt idx="84774">
                  <c:v>45967.901388888888</c:v>
                </c:pt>
                <c:pt idx="84775">
                  <c:v>45975.640972222223</c:v>
                </c:pt>
                <c:pt idx="84776">
                  <c:v>45981.924305555563</c:v>
                </c:pt>
                <c:pt idx="84777">
                  <c:v>46018.558333333327</c:v>
                </c:pt>
                <c:pt idx="84778">
                  <c:v>45971.524305555547</c:v>
                </c:pt>
                <c:pt idx="84779">
                  <c:v>45985.324999999997</c:v>
                </c:pt>
                <c:pt idx="84780">
                  <c:v>46007.854166666657</c:v>
                </c:pt>
                <c:pt idx="84781">
                  <c:v>45930.809027777781</c:v>
                </c:pt>
                <c:pt idx="84782">
                  <c:v>45967.477777777778</c:v>
                </c:pt>
                <c:pt idx="84783">
                  <c:v>45960.304166666669</c:v>
                </c:pt>
                <c:pt idx="84784">
                  <c:v>45866.962500000001</c:v>
                </c:pt>
                <c:pt idx="84785">
                  <c:v>45973.75277777778</c:v>
                </c:pt>
                <c:pt idx="84786">
                  <c:v>45749.561805555553</c:v>
                </c:pt>
                <c:pt idx="84787">
                  <c:v>45965.628472222219</c:v>
                </c:pt>
                <c:pt idx="84788">
                  <c:v>45767.645833333343</c:v>
                </c:pt>
                <c:pt idx="84789">
                  <c:v>45929.540277777778</c:v>
                </c:pt>
                <c:pt idx="84790">
                  <c:v>45796.720138888893</c:v>
                </c:pt>
                <c:pt idx="84791">
                  <c:v>45799.56527777778</c:v>
                </c:pt>
                <c:pt idx="84792">
                  <c:v>45554.622916666667</c:v>
                </c:pt>
                <c:pt idx="84793">
                  <c:v>45346.577777777777</c:v>
                </c:pt>
                <c:pt idx="84794">
                  <c:v>45311.872916666667</c:v>
                </c:pt>
                <c:pt idx="84795">
                  <c:v>45548.740972222222</c:v>
                </c:pt>
                <c:pt idx="84796">
                  <c:v>45363.777777777781</c:v>
                </c:pt>
                <c:pt idx="84797">
                  <c:v>45897.287499999999</c:v>
                </c:pt>
                <c:pt idx="84798">
                  <c:v>45599.716666666667</c:v>
                </c:pt>
                <c:pt idx="84799">
                  <c:v>45631.420138888891</c:v>
                </c:pt>
                <c:pt idx="84800">
                  <c:v>45593.458333333343</c:v>
                </c:pt>
                <c:pt idx="84801">
                  <c:v>45678.807638888888</c:v>
                </c:pt>
                <c:pt idx="84802">
                  <c:v>45627.928472222222</c:v>
                </c:pt>
                <c:pt idx="84803">
                  <c:v>45924.817361111112</c:v>
                </c:pt>
                <c:pt idx="84804">
                  <c:v>45980.388194444437</c:v>
                </c:pt>
                <c:pt idx="84805">
                  <c:v>46010.296527777777</c:v>
                </c:pt>
                <c:pt idx="84806">
                  <c:v>45978.755555555559</c:v>
                </c:pt>
                <c:pt idx="84807">
                  <c:v>45855.718055555553</c:v>
                </c:pt>
                <c:pt idx="84808">
                  <c:v>45901.852777777778</c:v>
                </c:pt>
                <c:pt idx="84809">
                  <c:v>45868.756944444453</c:v>
                </c:pt>
                <c:pt idx="84810">
                  <c:v>45965.740277777782</c:v>
                </c:pt>
                <c:pt idx="84811">
                  <c:v>45614.163194444453</c:v>
                </c:pt>
                <c:pt idx="84812">
                  <c:v>45623.146527777782</c:v>
                </c:pt>
                <c:pt idx="84813">
                  <c:v>45408.628472222219</c:v>
                </c:pt>
                <c:pt idx="84814">
                  <c:v>45693.450694444437</c:v>
                </c:pt>
                <c:pt idx="84815">
                  <c:v>45541.698611111111</c:v>
                </c:pt>
                <c:pt idx="84816">
                  <c:v>45846.51666666667</c:v>
                </c:pt>
                <c:pt idx="84817">
                  <c:v>45878.438888888893</c:v>
                </c:pt>
                <c:pt idx="84818">
                  <c:v>45807.6875</c:v>
                </c:pt>
                <c:pt idx="84819">
                  <c:v>45429.85</c:v>
                </c:pt>
                <c:pt idx="84820">
                  <c:v>45635.597222222219</c:v>
                </c:pt>
                <c:pt idx="84821">
                  <c:v>45709.754861111112</c:v>
                </c:pt>
                <c:pt idx="84822">
                  <c:v>45930.604861111111</c:v>
                </c:pt>
                <c:pt idx="84823">
                  <c:v>45903.260416666657</c:v>
                </c:pt>
                <c:pt idx="84824">
                  <c:v>45359.777777777781</c:v>
                </c:pt>
                <c:pt idx="84825">
                  <c:v>45403.705555555563</c:v>
                </c:pt>
                <c:pt idx="84826">
                  <c:v>45825.404861111107</c:v>
                </c:pt>
                <c:pt idx="84827">
                  <c:v>45525.493055555547</c:v>
                </c:pt>
                <c:pt idx="84828">
                  <c:v>45481.756944444453</c:v>
                </c:pt>
                <c:pt idx="84829">
                  <c:v>45600.722916666673</c:v>
                </c:pt>
                <c:pt idx="84830">
                  <c:v>45720.6875</c:v>
                </c:pt>
                <c:pt idx="84831">
                  <c:v>45773.834027777782</c:v>
                </c:pt>
                <c:pt idx="84832">
                  <c:v>45710.71875</c:v>
                </c:pt>
                <c:pt idx="84833">
                  <c:v>45835.779166666667</c:v>
                </c:pt>
                <c:pt idx="84834">
                  <c:v>45645.788888888892</c:v>
                </c:pt>
                <c:pt idx="84835">
                  <c:v>45521.867361111108</c:v>
                </c:pt>
                <c:pt idx="84836">
                  <c:v>45726.790277777778</c:v>
                </c:pt>
                <c:pt idx="84837">
                  <c:v>45388.800000000003</c:v>
                </c:pt>
                <c:pt idx="84838">
                  <c:v>45904.845833333333</c:v>
                </c:pt>
                <c:pt idx="84839">
                  <c:v>45751.564583333333</c:v>
                </c:pt>
                <c:pt idx="84840">
                  <c:v>45952.359722222223</c:v>
                </c:pt>
                <c:pt idx="84841">
                  <c:v>45878.656944444447</c:v>
                </c:pt>
                <c:pt idx="84842">
                  <c:v>45791.599305555559</c:v>
                </c:pt>
                <c:pt idx="84843">
                  <c:v>45716.307638888888</c:v>
                </c:pt>
                <c:pt idx="84844">
                  <c:v>45876.609027777777</c:v>
                </c:pt>
                <c:pt idx="84845">
                  <c:v>45959.715277777781</c:v>
                </c:pt>
                <c:pt idx="84846">
                  <c:v>46019.859027777777</c:v>
                </c:pt>
                <c:pt idx="84847">
                  <c:v>45818.973611111112</c:v>
                </c:pt>
                <c:pt idx="84848">
                  <c:v>45784.607638888891</c:v>
                </c:pt>
                <c:pt idx="84849">
                  <c:v>45750.224305555559</c:v>
                </c:pt>
                <c:pt idx="84850">
                  <c:v>45959.715277777781</c:v>
                </c:pt>
                <c:pt idx="84851">
                  <c:v>45784.607638888891</c:v>
                </c:pt>
                <c:pt idx="84852">
                  <c:v>45750.224305555559</c:v>
                </c:pt>
                <c:pt idx="84853">
                  <c:v>45713.646527777782</c:v>
                </c:pt>
                <c:pt idx="84854">
                  <c:v>46019.859027777777</c:v>
                </c:pt>
                <c:pt idx="84855">
                  <c:v>45713.646527777782</c:v>
                </c:pt>
                <c:pt idx="84856">
                  <c:v>45916.691666666673</c:v>
                </c:pt>
                <c:pt idx="84857">
                  <c:v>45876.609027777777</c:v>
                </c:pt>
                <c:pt idx="84858">
                  <c:v>45818.973611111112</c:v>
                </c:pt>
                <c:pt idx="84859">
                  <c:v>45793.411805555559</c:v>
                </c:pt>
                <c:pt idx="84860">
                  <c:v>45916.691666666673</c:v>
                </c:pt>
                <c:pt idx="84861">
                  <c:v>45793.411805555559</c:v>
                </c:pt>
                <c:pt idx="84862">
                  <c:v>45297.505555555559</c:v>
                </c:pt>
                <c:pt idx="84863">
                  <c:v>45927.411805555559</c:v>
                </c:pt>
                <c:pt idx="84864">
                  <c:v>45325.84652777778</c:v>
                </c:pt>
                <c:pt idx="84865">
                  <c:v>45657.849305555559</c:v>
                </c:pt>
                <c:pt idx="84866">
                  <c:v>45565.944444444453</c:v>
                </c:pt>
                <c:pt idx="84867">
                  <c:v>45873.457638888889</c:v>
                </c:pt>
                <c:pt idx="84868">
                  <c:v>45808.056944444441</c:v>
                </c:pt>
                <c:pt idx="84869">
                  <c:v>45627.911805555559</c:v>
                </c:pt>
                <c:pt idx="84870">
                  <c:v>45857.426388888889</c:v>
                </c:pt>
                <c:pt idx="84871">
                  <c:v>45896.952777777777</c:v>
                </c:pt>
                <c:pt idx="84872">
                  <c:v>45728.079861111109</c:v>
                </c:pt>
                <c:pt idx="84873">
                  <c:v>45876.057638888888</c:v>
                </c:pt>
                <c:pt idx="84874">
                  <c:v>45861.938888888893</c:v>
                </c:pt>
                <c:pt idx="84875">
                  <c:v>45786.040277777778</c:v>
                </c:pt>
                <c:pt idx="84876">
                  <c:v>45778.265972222223</c:v>
                </c:pt>
                <c:pt idx="84877">
                  <c:v>45886.930555555547</c:v>
                </c:pt>
                <c:pt idx="84878">
                  <c:v>45807.025694444441</c:v>
                </c:pt>
                <c:pt idx="84879">
                  <c:v>45859.424305555563</c:v>
                </c:pt>
                <c:pt idx="84880">
                  <c:v>45824.946527777778</c:v>
                </c:pt>
                <c:pt idx="84881">
                  <c:v>45793.888888888891</c:v>
                </c:pt>
                <c:pt idx="84882">
                  <c:v>45663.797222222223</c:v>
                </c:pt>
                <c:pt idx="84883">
                  <c:v>45687.345833333333</c:v>
                </c:pt>
                <c:pt idx="84884">
                  <c:v>45712.790277777778</c:v>
                </c:pt>
                <c:pt idx="84885">
                  <c:v>45740.477777777778</c:v>
                </c:pt>
                <c:pt idx="84886">
                  <c:v>45829.495138888888</c:v>
                </c:pt>
                <c:pt idx="84887">
                  <c:v>45871.794444444437</c:v>
                </c:pt>
                <c:pt idx="84888">
                  <c:v>45694.970138888893</c:v>
                </c:pt>
                <c:pt idx="84889">
                  <c:v>45765.311111111107</c:v>
                </c:pt>
                <c:pt idx="84890">
                  <c:v>45393.892361111109</c:v>
                </c:pt>
                <c:pt idx="84891">
                  <c:v>45338.081944444442</c:v>
                </c:pt>
                <c:pt idx="84892">
                  <c:v>45628.643750000003</c:v>
                </c:pt>
                <c:pt idx="84893">
                  <c:v>45461.35</c:v>
                </c:pt>
                <c:pt idx="84894">
                  <c:v>45643.466666666667</c:v>
                </c:pt>
                <c:pt idx="84895">
                  <c:v>45788.398611111108</c:v>
                </c:pt>
                <c:pt idx="84896">
                  <c:v>45522.833333333343</c:v>
                </c:pt>
                <c:pt idx="84897">
                  <c:v>45576.461805555547</c:v>
                </c:pt>
                <c:pt idx="84898">
                  <c:v>45643.668749999997</c:v>
                </c:pt>
                <c:pt idx="84899">
                  <c:v>45719.570833333331</c:v>
                </c:pt>
                <c:pt idx="84900">
                  <c:v>45859.816666666673</c:v>
                </c:pt>
                <c:pt idx="84901">
                  <c:v>45799.42083333333</c:v>
                </c:pt>
                <c:pt idx="84902">
                  <c:v>45741.431250000001</c:v>
                </c:pt>
                <c:pt idx="84903">
                  <c:v>45537.422222222223</c:v>
                </c:pt>
                <c:pt idx="84904">
                  <c:v>45307.453472222223</c:v>
                </c:pt>
                <c:pt idx="84905">
                  <c:v>45372.157638888893</c:v>
                </c:pt>
                <c:pt idx="84906">
                  <c:v>45662.022916666669</c:v>
                </c:pt>
                <c:pt idx="84907">
                  <c:v>45946.461805555547</c:v>
                </c:pt>
                <c:pt idx="84908">
                  <c:v>46006.767361111109</c:v>
                </c:pt>
                <c:pt idx="84909">
                  <c:v>45674.40902777778</c:v>
                </c:pt>
                <c:pt idx="84910">
                  <c:v>45852.367361111108</c:v>
                </c:pt>
                <c:pt idx="84911">
                  <c:v>45702.361805555563</c:v>
                </c:pt>
                <c:pt idx="84912">
                  <c:v>45377.675694444442</c:v>
                </c:pt>
                <c:pt idx="84913">
                  <c:v>45568.369444444441</c:v>
                </c:pt>
                <c:pt idx="84914">
                  <c:v>45909.429861111108</c:v>
                </c:pt>
                <c:pt idx="84915">
                  <c:v>45696.682638888888</c:v>
                </c:pt>
                <c:pt idx="84916">
                  <c:v>45649.781944444447</c:v>
                </c:pt>
                <c:pt idx="84917">
                  <c:v>45624.874305555553</c:v>
                </c:pt>
                <c:pt idx="84918">
                  <c:v>45678.434027777781</c:v>
                </c:pt>
                <c:pt idx="84919">
                  <c:v>45762.884722222218</c:v>
                </c:pt>
                <c:pt idx="84920">
                  <c:v>45786.374305555553</c:v>
                </c:pt>
                <c:pt idx="84921">
                  <c:v>45708.890277777777</c:v>
                </c:pt>
                <c:pt idx="84922">
                  <c:v>45713.25</c:v>
                </c:pt>
                <c:pt idx="84923">
                  <c:v>45602.229166666657</c:v>
                </c:pt>
                <c:pt idx="84924">
                  <c:v>45543.938194444447</c:v>
                </c:pt>
                <c:pt idx="84925">
                  <c:v>45822.057638888888</c:v>
                </c:pt>
                <c:pt idx="84926">
                  <c:v>45518.990277777782</c:v>
                </c:pt>
                <c:pt idx="84927">
                  <c:v>45718.63958333333</c:v>
                </c:pt>
                <c:pt idx="84928">
                  <c:v>45971.388194444437</c:v>
                </c:pt>
                <c:pt idx="84929">
                  <c:v>45942.421527777777</c:v>
                </c:pt>
                <c:pt idx="84930">
                  <c:v>46008.699305555558</c:v>
                </c:pt>
                <c:pt idx="84931">
                  <c:v>45834.425000000003</c:v>
                </c:pt>
                <c:pt idx="84932">
                  <c:v>45896.363888888889</c:v>
                </c:pt>
                <c:pt idx="84933">
                  <c:v>45942.438194444447</c:v>
                </c:pt>
                <c:pt idx="84934">
                  <c:v>45942.438194444447</c:v>
                </c:pt>
                <c:pt idx="84935">
                  <c:v>45441.925694444442</c:v>
                </c:pt>
                <c:pt idx="84936">
                  <c:v>45441.925694444442</c:v>
                </c:pt>
                <c:pt idx="84937">
                  <c:v>45557.474999999999</c:v>
                </c:pt>
                <c:pt idx="84938">
                  <c:v>45631.87222222222</c:v>
                </c:pt>
                <c:pt idx="84939">
                  <c:v>45991.890972222223</c:v>
                </c:pt>
                <c:pt idx="84940">
                  <c:v>45991.890972222223</c:v>
                </c:pt>
                <c:pt idx="84941">
                  <c:v>45557.474999999999</c:v>
                </c:pt>
                <c:pt idx="84942">
                  <c:v>45631.87222222222</c:v>
                </c:pt>
                <c:pt idx="84943">
                  <c:v>45876.793055555558</c:v>
                </c:pt>
                <c:pt idx="84944">
                  <c:v>45734.665972222218</c:v>
                </c:pt>
                <c:pt idx="84945">
                  <c:v>45833.539583333331</c:v>
                </c:pt>
                <c:pt idx="84946">
                  <c:v>45629.504861111112</c:v>
                </c:pt>
                <c:pt idx="84947">
                  <c:v>45837.887499999997</c:v>
                </c:pt>
                <c:pt idx="84948">
                  <c:v>45660.532638888893</c:v>
                </c:pt>
                <c:pt idx="84949">
                  <c:v>45769.720833333333</c:v>
                </c:pt>
                <c:pt idx="84950">
                  <c:v>45997.629166666673</c:v>
                </c:pt>
                <c:pt idx="84951">
                  <c:v>45887.428472222222</c:v>
                </c:pt>
                <c:pt idx="84952">
                  <c:v>45595.004861111112</c:v>
                </c:pt>
                <c:pt idx="84953">
                  <c:v>45903.623611111107</c:v>
                </c:pt>
                <c:pt idx="84954">
                  <c:v>45831.092361111107</c:v>
                </c:pt>
                <c:pt idx="84955">
                  <c:v>45740.794444444437</c:v>
                </c:pt>
                <c:pt idx="84956">
                  <c:v>45977.125694444447</c:v>
                </c:pt>
                <c:pt idx="84957">
                  <c:v>45665.647916666669</c:v>
                </c:pt>
                <c:pt idx="84958">
                  <c:v>45656.511805555558</c:v>
                </c:pt>
                <c:pt idx="84959">
                  <c:v>45938.634027777778</c:v>
                </c:pt>
                <c:pt idx="84960">
                  <c:v>45564.643750000003</c:v>
                </c:pt>
                <c:pt idx="84961">
                  <c:v>45780.850694444453</c:v>
                </c:pt>
                <c:pt idx="84962">
                  <c:v>45835.908333333333</c:v>
                </c:pt>
                <c:pt idx="84963">
                  <c:v>45553.57916666667</c:v>
                </c:pt>
                <c:pt idx="84964">
                  <c:v>45525.481944444437</c:v>
                </c:pt>
                <c:pt idx="84965">
                  <c:v>45684.158333333333</c:v>
                </c:pt>
                <c:pt idx="84966">
                  <c:v>45865.543055555558</c:v>
                </c:pt>
                <c:pt idx="84967">
                  <c:v>45298.826388888891</c:v>
                </c:pt>
                <c:pt idx="84968">
                  <c:v>45865.543055555558</c:v>
                </c:pt>
                <c:pt idx="84969">
                  <c:v>45882.59652777778</c:v>
                </c:pt>
                <c:pt idx="84970">
                  <c:v>45465.794444444437</c:v>
                </c:pt>
                <c:pt idx="84971">
                  <c:v>45465.794444444437</c:v>
                </c:pt>
                <c:pt idx="84972">
                  <c:v>45824.086805555547</c:v>
                </c:pt>
                <c:pt idx="84973">
                  <c:v>45824.086805555547</c:v>
                </c:pt>
                <c:pt idx="84974">
                  <c:v>45298.826388888891</c:v>
                </c:pt>
                <c:pt idx="84975">
                  <c:v>45472.895138888889</c:v>
                </c:pt>
                <c:pt idx="84976">
                  <c:v>45472.895138888889</c:v>
                </c:pt>
                <c:pt idx="84977">
                  <c:v>45671.926388888889</c:v>
                </c:pt>
                <c:pt idx="84978">
                  <c:v>45671.926388888889</c:v>
                </c:pt>
                <c:pt idx="84979">
                  <c:v>45882.59652777778</c:v>
                </c:pt>
                <c:pt idx="84980">
                  <c:v>45665.595138888893</c:v>
                </c:pt>
                <c:pt idx="84981">
                  <c:v>45490.347222222219</c:v>
                </c:pt>
                <c:pt idx="84982">
                  <c:v>45564.493055555547</c:v>
                </c:pt>
                <c:pt idx="84983">
                  <c:v>45315.55972222222</c:v>
                </c:pt>
                <c:pt idx="84984">
                  <c:v>45449.463888888888</c:v>
                </c:pt>
                <c:pt idx="84985">
                  <c:v>45608.285416666673</c:v>
                </c:pt>
                <c:pt idx="84986">
                  <c:v>45382.479861111111</c:v>
                </c:pt>
                <c:pt idx="84987">
                  <c:v>45729.380555555559</c:v>
                </c:pt>
                <c:pt idx="84988">
                  <c:v>45348.321527777778</c:v>
                </c:pt>
                <c:pt idx="84989">
                  <c:v>45422.532638888893</c:v>
                </c:pt>
                <c:pt idx="84990">
                  <c:v>45370.308333333327</c:v>
                </c:pt>
                <c:pt idx="84991">
                  <c:v>45926.84097222222</c:v>
                </c:pt>
                <c:pt idx="84992">
                  <c:v>45364.886111111111</c:v>
                </c:pt>
                <c:pt idx="84993">
                  <c:v>45922.62222222222</c:v>
                </c:pt>
                <c:pt idx="84994">
                  <c:v>45322.569444444453</c:v>
                </c:pt>
                <c:pt idx="84995">
                  <c:v>45420.623611111107</c:v>
                </c:pt>
                <c:pt idx="84996">
                  <c:v>45573.459027777782</c:v>
                </c:pt>
                <c:pt idx="84997">
                  <c:v>45905.560416666667</c:v>
                </c:pt>
                <c:pt idx="84998">
                  <c:v>45795.688888888893</c:v>
                </c:pt>
                <c:pt idx="84999">
                  <c:v>45712.629166666673</c:v>
                </c:pt>
                <c:pt idx="85000">
                  <c:v>45728.429861111108</c:v>
                </c:pt>
                <c:pt idx="85001">
                  <c:v>45676.421527777777</c:v>
                </c:pt>
                <c:pt idx="85002">
                  <c:v>45709.647222222222</c:v>
                </c:pt>
                <c:pt idx="85003">
                  <c:v>45781.35</c:v>
                </c:pt>
                <c:pt idx="85004">
                  <c:v>45567.724999999999</c:v>
                </c:pt>
                <c:pt idx="85005">
                  <c:v>45562.918749999997</c:v>
                </c:pt>
                <c:pt idx="85006">
                  <c:v>45528.777777777781</c:v>
                </c:pt>
                <c:pt idx="85007">
                  <c:v>45667.743750000001</c:v>
                </c:pt>
                <c:pt idx="85008">
                  <c:v>45456.032638888893</c:v>
                </c:pt>
                <c:pt idx="85009">
                  <c:v>45436.884722222218</c:v>
                </c:pt>
                <c:pt idx="85010">
                  <c:v>45603.745138888888</c:v>
                </c:pt>
                <c:pt idx="85011">
                  <c:v>45483.939583333333</c:v>
                </c:pt>
                <c:pt idx="85012">
                  <c:v>45449.742361111108</c:v>
                </c:pt>
                <c:pt idx="85013">
                  <c:v>45435.711805555547</c:v>
                </c:pt>
                <c:pt idx="85014">
                  <c:v>45970.788194444453</c:v>
                </c:pt>
                <c:pt idx="85015">
                  <c:v>45786.402777777781</c:v>
                </c:pt>
                <c:pt idx="85016">
                  <c:v>45605.732638888891</c:v>
                </c:pt>
                <c:pt idx="85017">
                  <c:v>45396.397916666669</c:v>
                </c:pt>
                <c:pt idx="85018">
                  <c:v>45521.565972222219</c:v>
                </c:pt>
                <c:pt idx="85019">
                  <c:v>45621.084722222222</c:v>
                </c:pt>
                <c:pt idx="85020">
                  <c:v>45622.680555555547</c:v>
                </c:pt>
                <c:pt idx="85021">
                  <c:v>45542.073611111111</c:v>
                </c:pt>
                <c:pt idx="85022">
                  <c:v>45786.931944444441</c:v>
                </c:pt>
                <c:pt idx="85023">
                  <c:v>45448.908333333333</c:v>
                </c:pt>
                <c:pt idx="85024">
                  <c:v>45464.74722222222</c:v>
                </c:pt>
                <c:pt idx="85025">
                  <c:v>45749.722916666673</c:v>
                </c:pt>
                <c:pt idx="85026">
                  <c:v>45750.438194444447</c:v>
                </c:pt>
                <c:pt idx="85027">
                  <c:v>45947.243750000001</c:v>
                </c:pt>
                <c:pt idx="85028">
                  <c:v>45750.814583333333</c:v>
                </c:pt>
                <c:pt idx="85029">
                  <c:v>45756.660416666673</c:v>
                </c:pt>
                <c:pt idx="85030">
                  <c:v>45752.709027777782</c:v>
                </c:pt>
                <c:pt idx="85031">
                  <c:v>45373.37777777778</c:v>
                </c:pt>
                <c:pt idx="85032">
                  <c:v>45870.410416666673</c:v>
                </c:pt>
                <c:pt idx="85033">
                  <c:v>45579.615277777782</c:v>
                </c:pt>
                <c:pt idx="85034">
                  <c:v>45316.496527777781</c:v>
                </c:pt>
                <c:pt idx="85035">
                  <c:v>45996.902777777781</c:v>
                </c:pt>
                <c:pt idx="85036">
                  <c:v>45903.966666666667</c:v>
                </c:pt>
                <c:pt idx="85037">
                  <c:v>46018.604166666657</c:v>
                </c:pt>
                <c:pt idx="85038">
                  <c:v>46018.753472222219</c:v>
                </c:pt>
                <c:pt idx="85039">
                  <c:v>45908.54791666667</c:v>
                </c:pt>
                <c:pt idx="85040">
                  <c:v>45967.617361111108</c:v>
                </c:pt>
                <c:pt idx="85041">
                  <c:v>45881.418749999997</c:v>
                </c:pt>
                <c:pt idx="85042">
                  <c:v>45989.511805555558</c:v>
                </c:pt>
                <c:pt idx="85043">
                  <c:v>45851.438194444447</c:v>
                </c:pt>
                <c:pt idx="85044">
                  <c:v>45753.637499999997</c:v>
                </c:pt>
                <c:pt idx="85045">
                  <c:v>45661.757638888892</c:v>
                </c:pt>
                <c:pt idx="85046">
                  <c:v>45712.768750000003</c:v>
                </c:pt>
                <c:pt idx="85047">
                  <c:v>45831.736111111109</c:v>
                </c:pt>
                <c:pt idx="85048">
                  <c:v>45796.85833333333</c:v>
                </c:pt>
                <c:pt idx="85049">
                  <c:v>45900.706250000003</c:v>
                </c:pt>
                <c:pt idx="85050">
                  <c:v>45859.763194444437</c:v>
                </c:pt>
                <c:pt idx="85051">
                  <c:v>45657.572916666657</c:v>
                </c:pt>
                <c:pt idx="85052">
                  <c:v>45629.463194444441</c:v>
                </c:pt>
                <c:pt idx="85053">
                  <c:v>45934.306944444441</c:v>
                </c:pt>
                <c:pt idx="85054">
                  <c:v>45388.361111111109</c:v>
                </c:pt>
                <c:pt idx="85055">
                  <c:v>45989.481249999997</c:v>
                </c:pt>
                <c:pt idx="85056">
                  <c:v>46001.445833333331</c:v>
                </c:pt>
                <c:pt idx="85057">
                  <c:v>46019.75</c:v>
                </c:pt>
                <c:pt idx="85058">
                  <c:v>45975.445833333331</c:v>
                </c:pt>
                <c:pt idx="85059">
                  <c:v>45491.946527777778</c:v>
                </c:pt>
                <c:pt idx="85060">
                  <c:v>45845.285416666673</c:v>
                </c:pt>
                <c:pt idx="85061">
                  <c:v>45859.946527777778</c:v>
                </c:pt>
                <c:pt idx="85062">
                  <c:v>45918.793749999997</c:v>
                </c:pt>
                <c:pt idx="85063">
                  <c:v>45795.518750000003</c:v>
                </c:pt>
                <c:pt idx="85064">
                  <c:v>45849.435416666667</c:v>
                </c:pt>
                <c:pt idx="85065">
                  <c:v>45862.481249999997</c:v>
                </c:pt>
                <c:pt idx="85066">
                  <c:v>45992.769444444442</c:v>
                </c:pt>
                <c:pt idx="85067">
                  <c:v>45981.345833333333</c:v>
                </c:pt>
                <c:pt idx="85068">
                  <c:v>46018.430555555547</c:v>
                </c:pt>
                <c:pt idx="85069">
                  <c:v>45965.456944444442</c:v>
                </c:pt>
                <c:pt idx="85070">
                  <c:v>46009.588194444441</c:v>
                </c:pt>
                <c:pt idx="85071">
                  <c:v>45414.495833333327</c:v>
                </c:pt>
                <c:pt idx="85072">
                  <c:v>45405.897222222222</c:v>
                </c:pt>
                <c:pt idx="85073">
                  <c:v>45492.363888888889</c:v>
                </c:pt>
                <c:pt idx="85074">
                  <c:v>45805.790277777778</c:v>
                </c:pt>
                <c:pt idx="85075">
                  <c:v>45585.745833333327</c:v>
                </c:pt>
                <c:pt idx="85076">
                  <c:v>45553.357638888891</c:v>
                </c:pt>
                <c:pt idx="85077">
                  <c:v>45903.24722222222</c:v>
                </c:pt>
                <c:pt idx="85078">
                  <c:v>45666.476388888892</c:v>
                </c:pt>
                <c:pt idx="85079">
                  <c:v>45314.838888888888</c:v>
                </c:pt>
                <c:pt idx="85080">
                  <c:v>45860.446527777778</c:v>
                </c:pt>
                <c:pt idx="85081">
                  <c:v>45978.395138888889</c:v>
                </c:pt>
                <c:pt idx="85082">
                  <c:v>45989.740277777782</c:v>
                </c:pt>
                <c:pt idx="85083">
                  <c:v>45531.461805555547</c:v>
                </c:pt>
                <c:pt idx="85084">
                  <c:v>45496.661805555559</c:v>
                </c:pt>
                <c:pt idx="85085">
                  <c:v>45797.317361111112</c:v>
                </c:pt>
                <c:pt idx="85086">
                  <c:v>45406.892361111109</c:v>
                </c:pt>
                <c:pt idx="85087">
                  <c:v>45758.71597222222</c:v>
                </c:pt>
                <c:pt idx="85088">
                  <c:v>45441.768750000003</c:v>
                </c:pt>
                <c:pt idx="85089">
                  <c:v>45841.959027777782</c:v>
                </c:pt>
                <c:pt idx="85090">
                  <c:v>45477.70208333333</c:v>
                </c:pt>
                <c:pt idx="85091">
                  <c:v>45716.661805555559</c:v>
                </c:pt>
                <c:pt idx="85092">
                  <c:v>45687.853472222218</c:v>
                </c:pt>
                <c:pt idx="85093">
                  <c:v>45948.410416666673</c:v>
                </c:pt>
                <c:pt idx="85094">
                  <c:v>46002.71875</c:v>
                </c:pt>
                <c:pt idx="85095">
                  <c:v>46023.629861111112</c:v>
                </c:pt>
                <c:pt idx="85096">
                  <c:v>45983.614583333343</c:v>
                </c:pt>
                <c:pt idx="85097">
                  <c:v>45940.621527777781</c:v>
                </c:pt>
                <c:pt idx="85098">
                  <c:v>45969.550694444442</c:v>
                </c:pt>
                <c:pt idx="85099">
                  <c:v>45956.556250000001</c:v>
                </c:pt>
                <c:pt idx="85100">
                  <c:v>45960.595833333333</c:v>
                </c:pt>
                <c:pt idx="85101">
                  <c:v>45832.611805555563</c:v>
                </c:pt>
                <c:pt idx="85102">
                  <c:v>45989.450694444437</c:v>
                </c:pt>
                <c:pt idx="85103">
                  <c:v>45814.589583333327</c:v>
                </c:pt>
                <c:pt idx="85104">
                  <c:v>45902.435416666667</c:v>
                </c:pt>
                <c:pt idx="85105">
                  <c:v>45732.604861111111</c:v>
                </c:pt>
                <c:pt idx="85106">
                  <c:v>45997.400694444441</c:v>
                </c:pt>
                <c:pt idx="85107">
                  <c:v>45590.621527777781</c:v>
                </c:pt>
                <c:pt idx="85108">
                  <c:v>45657.741666666669</c:v>
                </c:pt>
                <c:pt idx="85109">
                  <c:v>45687.606249999997</c:v>
                </c:pt>
                <c:pt idx="85110">
                  <c:v>45741.795138888891</c:v>
                </c:pt>
                <c:pt idx="85111">
                  <c:v>45530.880555555559</c:v>
                </c:pt>
                <c:pt idx="85112">
                  <c:v>45989.727777777778</c:v>
                </c:pt>
                <c:pt idx="85113">
                  <c:v>45681.7</c:v>
                </c:pt>
                <c:pt idx="85114">
                  <c:v>45504.543749999997</c:v>
                </c:pt>
                <c:pt idx="85115">
                  <c:v>45958.59652777778</c:v>
                </c:pt>
                <c:pt idx="85116">
                  <c:v>45688.895138888889</c:v>
                </c:pt>
                <c:pt idx="85117">
                  <c:v>45815.842361111107</c:v>
                </c:pt>
                <c:pt idx="85118">
                  <c:v>45755.636111111111</c:v>
                </c:pt>
                <c:pt idx="85119">
                  <c:v>45908.746527777781</c:v>
                </c:pt>
                <c:pt idx="85120">
                  <c:v>45531.419444444437</c:v>
                </c:pt>
                <c:pt idx="85121">
                  <c:v>45615.773611111108</c:v>
                </c:pt>
                <c:pt idx="85122">
                  <c:v>45611.73541666667</c:v>
                </c:pt>
                <c:pt idx="85123">
                  <c:v>45694.498611111107</c:v>
                </c:pt>
                <c:pt idx="85124">
                  <c:v>45735.625</c:v>
                </c:pt>
                <c:pt idx="85125">
                  <c:v>45489.44027777778</c:v>
                </c:pt>
                <c:pt idx="85126">
                  <c:v>45648.607638888891</c:v>
                </c:pt>
                <c:pt idx="85127">
                  <c:v>45630.597916666673</c:v>
                </c:pt>
                <c:pt idx="85128">
                  <c:v>45455.481944444437</c:v>
                </c:pt>
                <c:pt idx="85129">
                  <c:v>45868.643055555563</c:v>
                </c:pt>
                <c:pt idx="85130">
                  <c:v>45422.839583333327</c:v>
                </c:pt>
                <c:pt idx="85131">
                  <c:v>45440.64166666667</c:v>
                </c:pt>
                <c:pt idx="85132">
                  <c:v>45744.356249999997</c:v>
                </c:pt>
                <c:pt idx="85133">
                  <c:v>45715.509027777778</c:v>
                </c:pt>
                <c:pt idx="85134">
                  <c:v>45833.711805555547</c:v>
                </c:pt>
                <c:pt idx="85135">
                  <c:v>45758.44027777778</c:v>
                </c:pt>
                <c:pt idx="85136">
                  <c:v>45742.609027777777</c:v>
                </c:pt>
                <c:pt idx="85137">
                  <c:v>45983.570138888892</c:v>
                </c:pt>
                <c:pt idx="85138">
                  <c:v>46017.45208333333</c:v>
                </c:pt>
                <c:pt idx="85139">
                  <c:v>45946.480555555558</c:v>
                </c:pt>
                <c:pt idx="85140">
                  <c:v>45902.65625</c:v>
                </c:pt>
                <c:pt idx="85141">
                  <c:v>45700.553472222222</c:v>
                </c:pt>
                <c:pt idx="85142">
                  <c:v>45560.640277777777</c:v>
                </c:pt>
                <c:pt idx="85143">
                  <c:v>45599.76458333333</c:v>
                </c:pt>
                <c:pt idx="85144">
                  <c:v>45759.115277777782</c:v>
                </c:pt>
                <c:pt idx="85145">
                  <c:v>45646.648611111108</c:v>
                </c:pt>
                <c:pt idx="85146">
                  <c:v>45583.427083333343</c:v>
                </c:pt>
                <c:pt idx="85147">
                  <c:v>45394.070833333331</c:v>
                </c:pt>
                <c:pt idx="85148">
                  <c:v>45833.534722222219</c:v>
                </c:pt>
                <c:pt idx="85149">
                  <c:v>45653.418749999997</c:v>
                </c:pt>
                <c:pt idx="85150">
                  <c:v>45470.8</c:v>
                </c:pt>
                <c:pt idx="85151">
                  <c:v>45508.381249999999</c:v>
                </c:pt>
                <c:pt idx="85152">
                  <c:v>46020.559027777781</c:v>
                </c:pt>
                <c:pt idx="85153">
                  <c:v>45970.493750000001</c:v>
                </c:pt>
                <c:pt idx="85154">
                  <c:v>45563.554861111108</c:v>
                </c:pt>
                <c:pt idx="85155">
                  <c:v>45619.365972222222</c:v>
                </c:pt>
                <c:pt idx="85156">
                  <c:v>45463.281944444447</c:v>
                </c:pt>
                <c:pt idx="85157">
                  <c:v>45711.368750000001</c:v>
                </c:pt>
                <c:pt idx="85158">
                  <c:v>45989.544444444437</c:v>
                </c:pt>
                <c:pt idx="85159">
                  <c:v>45982.342361111107</c:v>
                </c:pt>
                <c:pt idx="85160">
                  <c:v>45973.859722222223</c:v>
                </c:pt>
                <c:pt idx="85161">
                  <c:v>45963.609722222223</c:v>
                </c:pt>
                <c:pt idx="85162">
                  <c:v>45984.571527777778</c:v>
                </c:pt>
                <c:pt idx="85163">
                  <c:v>45908.122916666667</c:v>
                </c:pt>
                <c:pt idx="85164">
                  <c:v>45908.124305555553</c:v>
                </c:pt>
                <c:pt idx="85165">
                  <c:v>45903.175000000003</c:v>
                </c:pt>
                <c:pt idx="85166">
                  <c:v>45501.511111111111</c:v>
                </c:pt>
                <c:pt idx="85167">
                  <c:v>45707.424305555563</c:v>
                </c:pt>
                <c:pt idx="85168">
                  <c:v>45577.633333333331</c:v>
                </c:pt>
                <c:pt idx="85169">
                  <c:v>45577.633333333331</c:v>
                </c:pt>
                <c:pt idx="85170">
                  <c:v>45847.320833333331</c:v>
                </c:pt>
                <c:pt idx="85171">
                  <c:v>45847.320833333331</c:v>
                </c:pt>
                <c:pt idx="85172">
                  <c:v>45315.890277777777</c:v>
                </c:pt>
                <c:pt idx="85173">
                  <c:v>45449.529166666667</c:v>
                </c:pt>
                <c:pt idx="85174">
                  <c:v>45473.591666666667</c:v>
                </c:pt>
                <c:pt idx="85175">
                  <c:v>45952.517361111109</c:v>
                </c:pt>
                <c:pt idx="85176">
                  <c:v>45531.847916666673</c:v>
                </c:pt>
                <c:pt idx="85177">
                  <c:v>45707.424305555563</c:v>
                </c:pt>
                <c:pt idx="85178">
                  <c:v>45689.841666666667</c:v>
                </c:pt>
                <c:pt idx="85179">
                  <c:v>45449.529166666667</c:v>
                </c:pt>
                <c:pt idx="85180">
                  <c:v>45689.841666666667</c:v>
                </c:pt>
                <c:pt idx="85181">
                  <c:v>45473.591666666667</c:v>
                </c:pt>
                <c:pt idx="85182">
                  <c:v>45501.511111111111</c:v>
                </c:pt>
                <c:pt idx="85183">
                  <c:v>45641.875694444447</c:v>
                </c:pt>
                <c:pt idx="85184">
                  <c:v>45641.875694444447</c:v>
                </c:pt>
                <c:pt idx="85185">
                  <c:v>45641.513194444437</c:v>
                </c:pt>
                <c:pt idx="85186">
                  <c:v>45315.890277777777</c:v>
                </c:pt>
                <c:pt idx="85187">
                  <c:v>45531.847916666673</c:v>
                </c:pt>
                <c:pt idx="85188">
                  <c:v>45641.513194444437</c:v>
                </c:pt>
                <c:pt idx="85189">
                  <c:v>45952.517361111109</c:v>
                </c:pt>
                <c:pt idx="85190">
                  <c:v>45410.619444444441</c:v>
                </c:pt>
                <c:pt idx="85191">
                  <c:v>45410.619444444441</c:v>
                </c:pt>
                <c:pt idx="85192">
                  <c:v>45319.964583333327</c:v>
                </c:pt>
                <c:pt idx="85193">
                  <c:v>45418.981249999997</c:v>
                </c:pt>
                <c:pt idx="85194">
                  <c:v>45381.745138888888</c:v>
                </c:pt>
                <c:pt idx="85195">
                  <c:v>45453.554861111108</c:v>
                </c:pt>
                <c:pt idx="85196">
                  <c:v>45359.688888888893</c:v>
                </c:pt>
                <c:pt idx="85197">
                  <c:v>45330.647222222222</c:v>
                </c:pt>
                <c:pt idx="85198">
                  <c:v>45297.600694444453</c:v>
                </c:pt>
                <c:pt idx="85199">
                  <c:v>45600.597222222219</c:v>
                </c:pt>
                <c:pt idx="85200">
                  <c:v>45471.953472222223</c:v>
                </c:pt>
                <c:pt idx="85201">
                  <c:v>45624.857638888891</c:v>
                </c:pt>
                <c:pt idx="85202">
                  <c:v>45579.427777777782</c:v>
                </c:pt>
                <c:pt idx="85203">
                  <c:v>45521.5</c:v>
                </c:pt>
                <c:pt idx="85204">
                  <c:v>45530.417361111111</c:v>
                </c:pt>
                <c:pt idx="85205">
                  <c:v>45704.706250000003</c:v>
                </c:pt>
                <c:pt idx="85206">
                  <c:v>45849.353472222218</c:v>
                </c:pt>
                <c:pt idx="85207">
                  <c:v>45729.256249999999</c:v>
                </c:pt>
                <c:pt idx="85208">
                  <c:v>45682.582638888889</c:v>
                </c:pt>
                <c:pt idx="85209">
                  <c:v>45703.220833333333</c:v>
                </c:pt>
                <c:pt idx="85210">
                  <c:v>45488.884722222218</c:v>
                </c:pt>
                <c:pt idx="85211">
                  <c:v>45797.504861111112</c:v>
                </c:pt>
                <c:pt idx="85212">
                  <c:v>45845.429861111108</c:v>
                </c:pt>
                <c:pt idx="85213">
                  <c:v>45960.623611111107</c:v>
                </c:pt>
                <c:pt idx="85214">
                  <c:v>45648.736111111109</c:v>
                </c:pt>
                <c:pt idx="85215">
                  <c:v>45904.856944444437</c:v>
                </c:pt>
                <c:pt idx="85216">
                  <c:v>45987.809027777781</c:v>
                </c:pt>
                <c:pt idx="85217">
                  <c:v>45737.503472222219</c:v>
                </c:pt>
                <c:pt idx="85218">
                  <c:v>45688.924305555563</c:v>
                </c:pt>
                <c:pt idx="85219">
                  <c:v>45881.890972222223</c:v>
                </c:pt>
                <c:pt idx="85220">
                  <c:v>46008.325694444437</c:v>
                </c:pt>
                <c:pt idx="85221">
                  <c:v>45916.356249999997</c:v>
                </c:pt>
                <c:pt idx="85222">
                  <c:v>45893.354166666657</c:v>
                </c:pt>
                <c:pt idx="85223">
                  <c:v>45974.459027777782</c:v>
                </c:pt>
                <c:pt idx="85224">
                  <c:v>45932.831944444442</c:v>
                </c:pt>
                <c:pt idx="85225">
                  <c:v>45716.94027777778</c:v>
                </c:pt>
                <c:pt idx="85226">
                  <c:v>45725.740277777782</c:v>
                </c:pt>
                <c:pt idx="85227">
                  <c:v>45882.376388888893</c:v>
                </c:pt>
                <c:pt idx="85228">
                  <c:v>45802.492361111108</c:v>
                </c:pt>
                <c:pt idx="85229">
                  <c:v>45768.647222222222</c:v>
                </c:pt>
                <c:pt idx="85230">
                  <c:v>45587.372916666667</c:v>
                </c:pt>
                <c:pt idx="85231">
                  <c:v>45671.427777777782</c:v>
                </c:pt>
                <c:pt idx="85232">
                  <c:v>45525.456250000003</c:v>
                </c:pt>
                <c:pt idx="85233">
                  <c:v>45918.892361111109</c:v>
                </c:pt>
                <c:pt idx="85234">
                  <c:v>45814.693055555559</c:v>
                </c:pt>
                <c:pt idx="85235">
                  <c:v>45974.895833333343</c:v>
                </c:pt>
                <c:pt idx="85236">
                  <c:v>45843.806250000001</c:v>
                </c:pt>
                <c:pt idx="85237">
                  <c:v>46008.747916666667</c:v>
                </c:pt>
                <c:pt idx="85238">
                  <c:v>45825.461805555547</c:v>
                </c:pt>
                <c:pt idx="85239">
                  <c:v>45961.307638888888</c:v>
                </c:pt>
                <c:pt idx="85240">
                  <c:v>45983.229166666657</c:v>
                </c:pt>
                <c:pt idx="85241">
                  <c:v>45939.35</c:v>
                </c:pt>
                <c:pt idx="85242">
                  <c:v>45917.611111111109</c:v>
                </c:pt>
                <c:pt idx="85243">
                  <c:v>46003.45416666667</c:v>
                </c:pt>
                <c:pt idx="85244">
                  <c:v>45822.814583333333</c:v>
                </c:pt>
                <c:pt idx="85245">
                  <c:v>45374.478472222218</c:v>
                </c:pt>
                <c:pt idx="85246">
                  <c:v>45399.386805555558</c:v>
                </c:pt>
                <c:pt idx="85247">
                  <c:v>45462.357638888891</c:v>
                </c:pt>
                <c:pt idx="85248">
                  <c:v>45955.34375</c:v>
                </c:pt>
                <c:pt idx="85249">
                  <c:v>45871.843055555553</c:v>
                </c:pt>
                <c:pt idx="85250">
                  <c:v>45679.756944444453</c:v>
                </c:pt>
                <c:pt idx="85251">
                  <c:v>45690.657638888893</c:v>
                </c:pt>
                <c:pt idx="85252">
                  <c:v>45666.377083333333</c:v>
                </c:pt>
                <c:pt idx="85253">
                  <c:v>45392.321527777778</c:v>
                </c:pt>
                <c:pt idx="85254">
                  <c:v>45641.448611111111</c:v>
                </c:pt>
                <c:pt idx="85255">
                  <c:v>45418.652083333327</c:v>
                </c:pt>
                <c:pt idx="85256">
                  <c:v>45603.34652777778</c:v>
                </c:pt>
                <c:pt idx="85257">
                  <c:v>45443.31527777778</c:v>
                </c:pt>
                <c:pt idx="85258">
                  <c:v>46023.481944444437</c:v>
                </c:pt>
                <c:pt idx="85259">
                  <c:v>45951.657638888893</c:v>
                </c:pt>
                <c:pt idx="85260">
                  <c:v>45831.347916666673</c:v>
                </c:pt>
                <c:pt idx="85261">
                  <c:v>45705.55972222222</c:v>
                </c:pt>
                <c:pt idx="85262">
                  <c:v>45761.518055555563</c:v>
                </c:pt>
                <c:pt idx="85263">
                  <c:v>45995.569444444453</c:v>
                </c:pt>
                <c:pt idx="85264">
                  <c:v>45978.365972222222</c:v>
                </c:pt>
                <c:pt idx="85265">
                  <c:v>45922.280555555553</c:v>
                </c:pt>
                <c:pt idx="85266">
                  <c:v>45794.779861111107</c:v>
                </c:pt>
                <c:pt idx="85267">
                  <c:v>45674.56527777778</c:v>
                </c:pt>
                <c:pt idx="85268">
                  <c:v>45901.956944444442</c:v>
                </c:pt>
                <c:pt idx="85269">
                  <c:v>45836.902083333327</c:v>
                </c:pt>
                <c:pt idx="85270">
                  <c:v>45791.593055555553</c:v>
                </c:pt>
                <c:pt idx="85271">
                  <c:v>45566.561805555553</c:v>
                </c:pt>
                <c:pt idx="85272">
                  <c:v>45538.606944444437</c:v>
                </c:pt>
                <c:pt idx="85273">
                  <c:v>45855.490972222222</c:v>
                </c:pt>
                <c:pt idx="85274">
                  <c:v>45827.57916666667</c:v>
                </c:pt>
                <c:pt idx="85275">
                  <c:v>45607.918055555558</c:v>
                </c:pt>
                <c:pt idx="85276">
                  <c:v>45350.694444444453</c:v>
                </c:pt>
                <c:pt idx="85277">
                  <c:v>45351.404861111107</c:v>
                </c:pt>
                <c:pt idx="85278">
                  <c:v>45579.935416666667</c:v>
                </c:pt>
                <c:pt idx="85279">
                  <c:v>45580.369444444441</c:v>
                </c:pt>
                <c:pt idx="85280">
                  <c:v>45647.213194444441</c:v>
                </c:pt>
                <c:pt idx="85281">
                  <c:v>45550.761111111111</c:v>
                </c:pt>
                <c:pt idx="85282">
                  <c:v>45596.418749999997</c:v>
                </c:pt>
                <c:pt idx="85283">
                  <c:v>45389.421527777777</c:v>
                </c:pt>
                <c:pt idx="85284">
                  <c:v>45662.376388888893</c:v>
                </c:pt>
                <c:pt idx="85285">
                  <c:v>45697.48333333333</c:v>
                </c:pt>
                <c:pt idx="85286">
                  <c:v>45488.295138888891</c:v>
                </c:pt>
                <c:pt idx="85287">
                  <c:v>45427.574999999997</c:v>
                </c:pt>
                <c:pt idx="85288">
                  <c:v>45340.457638888889</c:v>
                </c:pt>
                <c:pt idx="85289">
                  <c:v>45492.736805555563</c:v>
                </c:pt>
                <c:pt idx="85290">
                  <c:v>45495.4</c:v>
                </c:pt>
                <c:pt idx="85291">
                  <c:v>45391.479166666657</c:v>
                </c:pt>
                <c:pt idx="85292">
                  <c:v>45363.476388888892</c:v>
                </c:pt>
                <c:pt idx="85293">
                  <c:v>45777.495138888888</c:v>
                </c:pt>
                <c:pt idx="85294">
                  <c:v>45309.301388888889</c:v>
                </c:pt>
                <c:pt idx="85295">
                  <c:v>45497.974999999999</c:v>
                </c:pt>
                <c:pt idx="85296">
                  <c:v>45764.332638888889</c:v>
                </c:pt>
                <c:pt idx="85297">
                  <c:v>45764.332638888889</c:v>
                </c:pt>
                <c:pt idx="85298">
                  <c:v>45463.494444444441</c:v>
                </c:pt>
                <c:pt idx="85299">
                  <c:v>45691.943055555559</c:v>
                </c:pt>
                <c:pt idx="85300">
                  <c:v>45463.494444444441</c:v>
                </c:pt>
                <c:pt idx="85301">
                  <c:v>45829.921527777777</c:v>
                </c:pt>
                <c:pt idx="85302">
                  <c:v>45829.921527777777</c:v>
                </c:pt>
                <c:pt idx="85303">
                  <c:v>45691.943055555559</c:v>
                </c:pt>
                <c:pt idx="85304">
                  <c:v>45697.665972222218</c:v>
                </c:pt>
                <c:pt idx="85305">
                  <c:v>45672.410416666673</c:v>
                </c:pt>
                <c:pt idx="85306">
                  <c:v>45596.526388888888</c:v>
                </c:pt>
                <c:pt idx="85307">
                  <c:v>45842.561805555553</c:v>
                </c:pt>
                <c:pt idx="85308">
                  <c:v>45532.561805555553</c:v>
                </c:pt>
                <c:pt idx="85309">
                  <c:v>45714.554166666669</c:v>
                </c:pt>
                <c:pt idx="85310">
                  <c:v>45541.550694444442</c:v>
                </c:pt>
                <c:pt idx="85311">
                  <c:v>45926.081250000003</c:v>
                </c:pt>
                <c:pt idx="85312">
                  <c:v>45794.609027777777</c:v>
                </c:pt>
                <c:pt idx="85313">
                  <c:v>45749.997916666667</c:v>
                </c:pt>
                <c:pt idx="85314">
                  <c:v>45829.008333333331</c:v>
                </c:pt>
                <c:pt idx="85315">
                  <c:v>45956.850694444453</c:v>
                </c:pt>
                <c:pt idx="85316">
                  <c:v>45876.928472222222</c:v>
                </c:pt>
                <c:pt idx="85317">
                  <c:v>45943.769444444442</c:v>
                </c:pt>
                <c:pt idx="85318">
                  <c:v>45743.656944444447</c:v>
                </c:pt>
                <c:pt idx="85319">
                  <c:v>45817.877083333333</c:v>
                </c:pt>
                <c:pt idx="85320">
                  <c:v>45920.681250000001</c:v>
                </c:pt>
                <c:pt idx="85321">
                  <c:v>45756.44027777778</c:v>
                </c:pt>
                <c:pt idx="85322">
                  <c:v>45830.805555555547</c:v>
                </c:pt>
                <c:pt idx="85323">
                  <c:v>45969.973611111112</c:v>
                </c:pt>
                <c:pt idx="85324">
                  <c:v>45580.902083333327</c:v>
                </c:pt>
                <c:pt idx="85325">
                  <c:v>45683.761805555558</c:v>
                </c:pt>
                <c:pt idx="85326">
                  <c:v>45881.522222222222</c:v>
                </c:pt>
                <c:pt idx="85327">
                  <c:v>45945.484027777777</c:v>
                </c:pt>
                <c:pt idx="85328">
                  <c:v>45666.702777777777</c:v>
                </c:pt>
                <c:pt idx="85329">
                  <c:v>45416.772916666669</c:v>
                </c:pt>
                <c:pt idx="85330">
                  <c:v>45451.075694444437</c:v>
                </c:pt>
                <c:pt idx="85331">
                  <c:v>45838.540277777778</c:v>
                </c:pt>
                <c:pt idx="85332">
                  <c:v>45911.910416666673</c:v>
                </c:pt>
                <c:pt idx="85333">
                  <c:v>45653.560416666667</c:v>
                </c:pt>
                <c:pt idx="85334">
                  <c:v>45561.926388888889</c:v>
                </c:pt>
                <c:pt idx="85335">
                  <c:v>45819.881944444453</c:v>
                </c:pt>
                <c:pt idx="85336">
                  <c:v>45868.527777777781</c:v>
                </c:pt>
                <c:pt idx="85337">
                  <c:v>45804.329861111109</c:v>
                </c:pt>
                <c:pt idx="85338">
                  <c:v>45860.841666666667</c:v>
                </c:pt>
                <c:pt idx="85339">
                  <c:v>45845.742361111108</c:v>
                </c:pt>
                <c:pt idx="85340">
                  <c:v>45894.573611111111</c:v>
                </c:pt>
                <c:pt idx="85341">
                  <c:v>45780.486805555563</c:v>
                </c:pt>
                <c:pt idx="85342">
                  <c:v>45348.291666666657</c:v>
                </c:pt>
                <c:pt idx="85343">
                  <c:v>45919.647916666669</c:v>
                </c:pt>
                <c:pt idx="85344">
                  <c:v>45637.665277777778</c:v>
                </c:pt>
                <c:pt idx="85345">
                  <c:v>45517.445833333331</c:v>
                </c:pt>
                <c:pt idx="85346">
                  <c:v>45760.382638888892</c:v>
                </c:pt>
                <c:pt idx="85347">
                  <c:v>45759.591666666667</c:v>
                </c:pt>
                <c:pt idx="85348">
                  <c:v>45806.916666666657</c:v>
                </c:pt>
                <c:pt idx="85349">
                  <c:v>45847.854166666657</c:v>
                </c:pt>
                <c:pt idx="85350">
                  <c:v>45903.009722222218</c:v>
                </c:pt>
                <c:pt idx="85351">
                  <c:v>45949.506944444453</c:v>
                </c:pt>
                <c:pt idx="85352">
                  <c:v>45982.792361111111</c:v>
                </c:pt>
                <c:pt idx="85353">
                  <c:v>45713.861805555563</c:v>
                </c:pt>
                <c:pt idx="85354">
                  <c:v>45908.432638888888</c:v>
                </c:pt>
                <c:pt idx="85355">
                  <c:v>45679.88958333333</c:v>
                </c:pt>
                <c:pt idx="85356">
                  <c:v>45322.474305555559</c:v>
                </c:pt>
                <c:pt idx="85357">
                  <c:v>45634.442361111112</c:v>
                </c:pt>
                <c:pt idx="85358">
                  <c:v>45440.192361111112</c:v>
                </c:pt>
                <c:pt idx="85359">
                  <c:v>45870.873611111107</c:v>
                </c:pt>
                <c:pt idx="85360">
                  <c:v>45954.409722222219</c:v>
                </c:pt>
                <c:pt idx="85361">
                  <c:v>45772.487500000003</c:v>
                </c:pt>
                <c:pt idx="85362">
                  <c:v>45903.589583333327</c:v>
                </c:pt>
                <c:pt idx="85363">
                  <c:v>45675.793749999997</c:v>
                </c:pt>
                <c:pt idx="85364">
                  <c:v>45985.870833333327</c:v>
                </c:pt>
                <c:pt idx="85365">
                  <c:v>45545.813194444447</c:v>
                </c:pt>
                <c:pt idx="85366">
                  <c:v>45810.768750000003</c:v>
                </c:pt>
                <c:pt idx="85367">
                  <c:v>45847.761111111111</c:v>
                </c:pt>
                <c:pt idx="85368">
                  <c:v>45889.8125</c:v>
                </c:pt>
                <c:pt idx="85369">
                  <c:v>46003.734722222223</c:v>
                </c:pt>
                <c:pt idx="85370">
                  <c:v>45956.495138888888</c:v>
                </c:pt>
                <c:pt idx="85371">
                  <c:v>45982.762499999997</c:v>
                </c:pt>
                <c:pt idx="85372">
                  <c:v>45816.927777777782</c:v>
                </c:pt>
                <c:pt idx="85373">
                  <c:v>45880.575694444437</c:v>
                </c:pt>
                <c:pt idx="85374">
                  <c:v>45703.290972222218</c:v>
                </c:pt>
                <c:pt idx="85375">
                  <c:v>45842.206250000003</c:v>
                </c:pt>
                <c:pt idx="85376">
                  <c:v>45754.374305555553</c:v>
                </c:pt>
                <c:pt idx="85377">
                  <c:v>45828.963888888888</c:v>
                </c:pt>
                <c:pt idx="85378">
                  <c:v>45982.18472222222</c:v>
                </c:pt>
                <c:pt idx="85379">
                  <c:v>45884.238194444442</c:v>
                </c:pt>
                <c:pt idx="85380">
                  <c:v>45940.198611111111</c:v>
                </c:pt>
                <c:pt idx="85381">
                  <c:v>45755.40902777778</c:v>
                </c:pt>
                <c:pt idx="85382">
                  <c:v>45749.066666666673</c:v>
                </c:pt>
                <c:pt idx="85383">
                  <c:v>45397.673611111109</c:v>
                </c:pt>
                <c:pt idx="85384">
                  <c:v>45879.770138888889</c:v>
                </c:pt>
                <c:pt idx="85385">
                  <c:v>45816.84375</c:v>
                </c:pt>
                <c:pt idx="85386">
                  <c:v>45782.415972222218</c:v>
                </c:pt>
                <c:pt idx="85387">
                  <c:v>46018.463194444441</c:v>
                </c:pt>
                <c:pt idx="85388">
                  <c:v>45978.673611111109</c:v>
                </c:pt>
                <c:pt idx="85389">
                  <c:v>45943.603472222218</c:v>
                </c:pt>
                <c:pt idx="85390">
                  <c:v>45979.850694444453</c:v>
                </c:pt>
                <c:pt idx="85391">
                  <c:v>45927.706944444442</c:v>
                </c:pt>
                <c:pt idx="85392">
                  <c:v>45963.773611111108</c:v>
                </c:pt>
                <c:pt idx="85393">
                  <c:v>45999.370138888888</c:v>
                </c:pt>
                <c:pt idx="85394">
                  <c:v>45906.579861111109</c:v>
                </c:pt>
                <c:pt idx="85395">
                  <c:v>45915.167361111111</c:v>
                </c:pt>
                <c:pt idx="85396">
                  <c:v>45925.43472222222</c:v>
                </c:pt>
                <c:pt idx="85397">
                  <c:v>45910.944444444453</c:v>
                </c:pt>
                <c:pt idx="85398">
                  <c:v>45954.356249999997</c:v>
                </c:pt>
                <c:pt idx="85399">
                  <c:v>45947.73541666667</c:v>
                </c:pt>
                <c:pt idx="85400">
                  <c:v>45771.763888888891</c:v>
                </c:pt>
                <c:pt idx="85401">
                  <c:v>45897.817361111112</c:v>
                </c:pt>
                <c:pt idx="85402">
                  <c:v>45845.801388888889</c:v>
                </c:pt>
                <c:pt idx="85403">
                  <c:v>45418.747916666667</c:v>
                </c:pt>
                <c:pt idx="85404">
                  <c:v>45449.640277777777</c:v>
                </c:pt>
                <c:pt idx="85405">
                  <c:v>45623.949305555558</c:v>
                </c:pt>
                <c:pt idx="85406">
                  <c:v>45851.729861111111</c:v>
                </c:pt>
                <c:pt idx="85407">
                  <c:v>45886.161111111112</c:v>
                </c:pt>
                <c:pt idx="85408">
                  <c:v>45781.047222222223</c:v>
                </c:pt>
                <c:pt idx="85409">
                  <c:v>45990.199305555558</c:v>
                </c:pt>
                <c:pt idx="85410">
                  <c:v>45922.033333333333</c:v>
                </c:pt>
                <c:pt idx="85411">
                  <c:v>45691.113194444442</c:v>
                </c:pt>
                <c:pt idx="85412">
                  <c:v>45943.138888888891</c:v>
                </c:pt>
                <c:pt idx="85413">
                  <c:v>45733.509722222218</c:v>
                </c:pt>
                <c:pt idx="85414">
                  <c:v>45822.497916666667</c:v>
                </c:pt>
                <c:pt idx="85415">
                  <c:v>45570.402083333327</c:v>
                </c:pt>
                <c:pt idx="85416">
                  <c:v>45940.706944444442</c:v>
                </c:pt>
                <c:pt idx="85417">
                  <c:v>45898.361805555563</c:v>
                </c:pt>
                <c:pt idx="85418">
                  <c:v>45844.743750000001</c:v>
                </c:pt>
                <c:pt idx="85419">
                  <c:v>45976.762499999997</c:v>
                </c:pt>
                <c:pt idx="85420">
                  <c:v>45867.406944444447</c:v>
                </c:pt>
                <c:pt idx="85421">
                  <c:v>46006.40625</c:v>
                </c:pt>
                <c:pt idx="85422">
                  <c:v>45833.557638888888</c:v>
                </c:pt>
                <c:pt idx="85423">
                  <c:v>45981.343055555553</c:v>
                </c:pt>
                <c:pt idx="85424">
                  <c:v>45907.875</c:v>
                </c:pt>
                <c:pt idx="85425">
                  <c:v>45826.577777777777</c:v>
                </c:pt>
                <c:pt idx="85426">
                  <c:v>45746.702777777777</c:v>
                </c:pt>
                <c:pt idx="85427">
                  <c:v>45877.12222222222</c:v>
                </c:pt>
                <c:pt idx="85428">
                  <c:v>45912.018750000003</c:v>
                </c:pt>
                <c:pt idx="85429">
                  <c:v>45947.761805555558</c:v>
                </c:pt>
                <c:pt idx="85430">
                  <c:v>45788.111805555563</c:v>
                </c:pt>
                <c:pt idx="85431">
                  <c:v>45834.245833333327</c:v>
                </c:pt>
                <c:pt idx="85432">
                  <c:v>45746.154166666667</c:v>
                </c:pt>
                <c:pt idx="85433">
                  <c:v>45718.611111111109</c:v>
                </c:pt>
                <c:pt idx="85434">
                  <c:v>45957.618750000001</c:v>
                </c:pt>
                <c:pt idx="85435">
                  <c:v>46002.650694444441</c:v>
                </c:pt>
                <c:pt idx="85436">
                  <c:v>45944.86041666667</c:v>
                </c:pt>
                <c:pt idx="85437">
                  <c:v>45357.743750000001</c:v>
                </c:pt>
                <c:pt idx="85438">
                  <c:v>45826.706944444442</c:v>
                </c:pt>
                <c:pt idx="85439">
                  <c:v>45936.881944444453</c:v>
                </c:pt>
                <c:pt idx="85440">
                  <c:v>45937.387499999997</c:v>
                </c:pt>
                <c:pt idx="85441">
                  <c:v>45660.615277777782</c:v>
                </c:pt>
                <c:pt idx="85442">
                  <c:v>45996.376388888893</c:v>
                </c:pt>
                <c:pt idx="85443">
                  <c:v>45733.454861111109</c:v>
                </c:pt>
                <c:pt idx="85444">
                  <c:v>45874.371527777781</c:v>
                </c:pt>
                <c:pt idx="85445">
                  <c:v>45796.356249999997</c:v>
                </c:pt>
                <c:pt idx="85446">
                  <c:v>45857.810416666667</c:v>
                </c:pt>
                <c:pt idx="85447">
                  <c:v>45550.854861111111</c:v>
                </c:pt>
                <c:pt idx="85448">
                  <c:v>45550.854861111111</c:v>
                </c:pt>
                <c:pt idx="85449">
                  <c:v>45857.810416666667</c:v>
                </c:pt>
                <c:pt idx="85450">
                  <c:v>45653.996527777781</c:v>
                </c:pt>
                <c:pt idx="85451">
                  <c:v>45653.996527777781</c:v>
                </c:pt>
                <c:pt idx="85452">
                  <c:v>46022.033333333333</c:v>
                </c:pt>
                <c:pt idx="85453">
                  <c:v>46022.033333333333</c:v>
                </c:pt>
                <c:pt idx="85454">
                  <c:v>45427.895138888889</c:v>
                </c:pt>
                <c:pt idx="85455">
                  <c:v>45419.973611111112</c:v>
                </c:pt>
                <c:pt idx="85456">
                  <c:v>45879.642361111109</c:v>
                </c:pt>
                <c:pt idx="85457">
                  <c:v>45802.727083333331</c:v>
                </c:pt>
                <c:pt idx="85458">
                  <c:v>45499.416666666657</c:v>
                </c:pt>
                <c:pt idx="85459">
                  <c:v>45432.705555555563</c:v>
                </c:pt>
                <c:pt idx="85460">
                  <c:v>45475.783333333333</c:v>
                </c:pt>
                <c:pt idx="85461">
                  <c:v>45498.783333333333</c:v>
                </c:pt>
                <c:pt idx="85462">
                  <c:v>45413.628472222219</c:v>
                </c:pt>
                <c:pt idx="85463">
                  <c:v>45477.461805555547</c:v>
                </c:pt>
                <c:pt idx="85464">
                  <c:v>45546.253472222219</c:v>
                </c:pt>
                <c:pt idx="85465">
                  <c:v>45453.892361111109</c:v>
                </c:pt>
                <c:pt idx="85466">
                  <c:v>45526.701388888891</c:v>
                </c:pt>
                <c:pt idx="85467">
                  <c:v>45806.436805555553</c:v>
                </c:pt>
                <c:pt idx="85468">
                  <c:v>45975.656944444447</c:v>
                </c:pt>
                <c:pt idx="85469">
                  <c:v>45731.272916666669</c:v>
                </c:pt>
                <c:pt idx="85470">
                  <c:v>45902.995833333327</c:v>
                </c:pt>
                <c:pt idx="85471">
                  <c:v>45680.306250000001</c:v>
                </c:pt>
                <c:pt idx="85472">
                  <c:v>45568.961111111108</c:v>
                </c:pt>
                <c:pt idx="85473">
                  <c:v>45857.723611111112</c:v>
                </c:pt>
                <c:pt idx="85474">
                  <c:v>45792.296527777777</c:v>
                </c:pt>
                <c:pt idx="85475">
                  <c:v>45324.593055555553</c:v>
                </c:pt>
                <c:pt idx="85476">
                  <c:v>45541.59375</c:v>
                </c:pt>
                <c:pt idx="85477">
                  <c:v>45421.075694444437</c:v>
                </c:pt>
                <c:pt idx="85478">
                  <c:v>45772.652083333327</c:v>
                </c:pt>
                <c:pt idx="85479">
                  <c:v>45541.590277777781</c:v>
                </c:pt>
                <c:pt idx="85480">
                  <c:v>45707.922222222223</c:v>
                </c:pt>
                <c:pt idx="85481">
                  <c:v>45627.52847222222</c:v>
                </c:pt>
                <c:pt idx="85482">
                  <c:v>45863.584722222222</c:v>
                </c:pt>
                <c:pt idx="85483">
                  <c:v>45725.909722222219</c:v>
                </c:pt>
                <c:pt idx="85484">
                  <c:v>45981.461805555547</c:v>
                </c:pt>
                <c:pt idx="85485">
                  <c:v>45748.98333333333</c:v>
                </c:pt>
                <c:pt idx="85486">
                  <c:v>45814.548611111109</c:v>
                </c:pt>
                <c:pt idx="85487">
                  <c:v>45733.67083333333</c:v>
                </c:pt>
                <c:pt idx="85488">
                  <c:v>45715.749305555553</c:v>
                </c:pt>
                <c:pt idx="85489">
                  <c:v>45477.025000000001</c:v>
                </c:pt>
                <c:pt idx="85490">
                  <c:v>45847.588888888888</c:v>
                </c:pt>
                <c:pt idx="85491">
                  <c:v>45978.577777777777</c:v>
                </c:pt>
                <c:pt idx="85492">
                  <c:v>45855.405555555553</c:v>
                </c:pt>
                <c:pt idx="85493">
                  <c:v>45793.834722222222</c:v>
                </c:pt>
                <c:pt idx="85494">
                  <c:v>45952.405555555553</c:v>
                </c:pt>
                <c:pt idx="85495">
                  <c:v>45954.011111111111</c:v>
                </c:pt>
                <c:pt idx="85496">
                  <c:v>45973.451388888891</c:v>
                </c:pt>
                <c:pt idx="85497">
                  <c:v>45983.040277777778</c:v>
                </c:pt>
                <c:pt idx="85498">
                  <c:v>46018.459027777782</c:v>
                </c:pt>
                <c:pt idx="85499">
                  <c:v>45668.433333333327</c:v>
                </c:pt>
                <c:pt idx="85500">
                  <c:v>45395.525694444441</c:v>
                </c:pt>
                <c:pt idx="85501">
                  <c:v>45594.406944444447</c:v>
                </c:pt>
                <c:pt idx="85502">
                  <c:v>45314.450694444437</c:v>
                </c:pt>
                <c:pt idx="85503">
                  <c:v>45831.697222222218</c:v>
                </c:pt>
                <c:pt idx="85504">
                  <c:v>46021.78125</c:v>
                </c:pt>
                <c:pt idx="85505">
                  <c:v>45958.006249999999</c:v>
                </c:pt>
                <c:pt idx="85506">
                  <c:v>45974.918055555558</c:v>
                </c:pt>
                <c:pt idx="85507">
                  <c:v>45896.447222222218</c:v>
                </c:pt>
                <c:pt idx="85508">
                  <c:v>45990.052083333343</c:v>
                </c:pt>
                <c:pt idx="85509">
                  <c:v>46006.541666666657</c:v>
                </c:pt>
                <c:pt idx="85510">
                  <c:v>45931.378472222219</c:v>
                </c:pt>
                <c:pt idx="85511">
                  <c:v>45896.402777777781</c:v>
                </c:pt>
                <c:pt idx="85512">
                  <c:v>45314.495138888888</c:v>
                </c:pt>
                <c:pt idx="85513">
                  <c:v>45548.265277777777</c:v>
                </c:pt>
                <c:pt idx="85514">
                  <c:v>45548.265277777777</c:v>
                </c:pt>
                <c:pt idx="85515">
                  <c:v>45336.693055555559</c:v>
                </c:pt>
                <c:pt idx="85516">
                  <c:v>45336.693055555559</c:v>
                </c:pt>
                <c:pt idx="85517">
                  <c:v>45896.402777777781</c:v>
                </c:pt>
                <c:pt idx="85518">
                  <c:v>45385.330555555563</c:v>
                </c:pt>
                <c:pt idx="85519">
                  <c:v>45385.330555555563</c:v>
                </c:pt>
                <c:pt idx="85520">
                  <c:v>45314.495138888888</c:v>
                </c:pt>
                <c:pt idx="85521">
                  <c:v>45429.599999999999</c:v>
                </c:pt>
                <c:pt idx="85522">
                  <c:v>45698.7</c:v>
                </c:pt>
                <c:pt idx="85523">
                  <c:v>45628.586805555547</c:v>
                </c:pt>
                <c:pt idx="85524">
                  <c:v>45961.614583333343</c:v>
                </c:pt>
                <c:pt idx="85525">
                  <c:v>45983.492361111108</c:v>
                </c:pt>
                <c:pt idx="85526">
                  <c:v>45973.415277777778</c:v>
                </c:pt>
                <c:pt idx="85527">
                  <c:v>45740.429861111108</c:v>
                </c:pt>
                <c:pt idx="85528">
                  <c:v>45835.309027777781</c:v>
                </c:pt>
                <c:pt idx="85529">
                  <c:v>45697.495138888888</c:v>
                </c:pt>
                <c:pt idx="85530">
                  <c:v>45614.531944444447</c:v>
                </c:pt>
                <c:pt idx="85531">
                  <c:v>46021.324999999997</c:v>
                </c:pt>
                <c:pt idx="85532">
                  <c:v>45779.461111111108</c:v>
                </c:pt>
                <c:pt idx="85533">
                  <c:v>45808.755555555559</c:v>
                </c:pt>
                <c:pt idx="85534">
                  <c:v>45932.242361111108</c:v>
                </c:pt>
                <c:pt idx="85535">
                  <c:v>45891.271527777782</c:v>
                </c:pt>
                <c:pt idx="85536">
                  <c:v>45980.365972222222</c:v>
                </c:pt>
                <c:pt idx="85537">
                  <c:v>45973.856249999997</c:v>
                </c:pt>
                <c:pt idx="85538">
                  <c:v>45989.74722222222</c:v>
                </c:pt>
                <c:pt idx="85539">
                  <c:v>46015.380555555559</c:v>
                </c:pt>
                <c:pt idx="85540">
                  <c:v>45586.734027777777</c:v>
                </c:pt>
                <c:pt idx="85541">
                  <c:v>45413.617361111108</c:v>
                </c:pt>
                <c:pt idx="85542">
                  <c:v>45660.618750000001</c:v>
                </c:pt>
                <c:pt idx="85543">
                  <c:v>45542.602777777778</c:v>
                </c:pt>
                <c:pt idx="85544">
                  <c:v>45509.853472222218</c:v>
                </c:pt>
                <c:pt idx="85545">
                  <c:v>45761.607638888891</c:v>
                </c:pt>
                <c:pt idx="85546">
                  <c:v>45560.429166666669</c:v>
                </c:pt>
                <c:pt idx="85547">
                  <c:v>45617.932638888888</c:v>
                </c:pt>
                <c:pt idx="85548">
                  <c:v>45594.930555555547</c:v>
                </c:pt>
                <c:pt idx="85549">
                  <c:v>45680.709027777782</c:v>
                </c:pt>
                <c:pt idx="85550">
                  <c:v>45547.409722222219</c:v>
                </c:pt>
                <c:pt idx="85551">
                  <c:v>45641.834027777782</c:v>
                </c:pt>
                <c:pt idx="85552">
                  <c:v>45572.30972222222</c:v>
                </c:pt>
                <c:pt idx="85553">
                  <c:v>45688.986805555563</c:v>
                </c:pt>
                <c:pt idx="85554">
                  <c:v>45692.456944444442</c:v>
                </c:pt>
                <c:pt idx="85555">
                  <c:v>45959.888888888891</c:v>
                </c:pt>
                <c:pt idx="85556">
                  <c:v>45920.624305555553</c:v>
                </c:pt>
                <c:pt idx="85557">
                  <c:v>45939.449305555558</c:v>
                </c:pt>
                <c:pt idx="85558">
                  <c:v>46018.374305555553</c:v>
                </c:pt>
                <c:pt idx="85559">
                  <c:v>45989.308333333327</c:v>
                </c:pt>
                <c:pt idx="85560">
                  <c:v>45931.489583333343</c:v>
                </c:pt>
                <c:pt idx="85561">
                  <c:v>45572.473611111112</c:v>
                </c:pt>
                <c:pt idx="85562">
                  <c:v>45665.586805555547</c:v>
                </c:pt>
                <c:pt idx="85563">
                  <c:v>45842.668055555558</c:v>
                </c:pt>
                <c:pt idx="85564">
                  <c:v>45728.744444444441</c:v>
                </c:pt>
                <c:pt idx="85565">
                  <c:v>46019.021527777782</c:v>
                </c:pt>
                <c:pt idx="85566">
                  <c:v>45838.921527777777</c:v>
                </c:pt>
                <c:pt idx="85567">
                  <c:v>45336.811111111107</c:v>
                </c:pt>
                <c:pt idx="85568">
                  <c:v>45910.585416666669</c:v>
                </c:pt>
                <c:pt idx="85569">
                  <c:v>46018.709027777782</c:v>
                </c:pt>
                <c:pt idx="85570">
                  <c:v>45856.394444444442</c:v>
                </c:pt>
                <c:pt idx="85571">
                  <c:v>45963.382638888892</c:v>
                </c:pt>
                <c:pt idx="85572">
                  <c:v>45811.618055555547</c:v>
                </c:pt>
                <c:pt idx="85573">
                  <c:v>45821.62222222222</c:v>
                </c:pt>
                <c:pt idx="85574">
                  <c:v>45960.571527777778</c:v>
                </c:pt>
                <c:pt idx="85575">
                  <c:v>45774.55972222222</c:v>
                </c:pt>
                <c:pt idx="85576">
                  <c:v>45737.546527777777</c:v>
                </c:pt>
                <c:pt idx="85577">
                  <c:v>45696.709027777782</c:v>
                </c:pt>
                <c:pt idx="85578">
                  <c:v>45551.380555555559</c:v>
                </c:pt>
                <c:pt idx="85579">
                  <c:v>45430.71597222222</c:v>
                </c:pt>
                <c:pt idx="85580">
                  <c:v>45616.743055555547</c:v>
                </c:pt>
                <c:pt idx="85581">
                  <c:v>45462.45416666667</c:v>
                </c:pt>
                <c:pt idx="85582">
                  <c:v>45533.46597222222</c:v>
                </c:pt>
                <c:pt idx="85583">
                  <c:v>45430.719444444447</c:v>
                </c:pt>
                <c:pt idx="85584">
                  <c:v>45553.715277777781</c:v>
                </c:pt>
                <c:pt idx="85585">
                  <c:v>45307.027083333327</c:v>
                </c:pt>
                <c:pt idx="85586">
                  <c:v>45594.508333333331</c:v>
                </c:pt>
                <c:pt idx="85587">
                  <c:v>45561.618750000001</c:v>
                </c:pt>
                <c:pt idx="85588">
                  <c:v>45403.972222222219</c:v>
                </c:pt>
                <c:pt idx="85589">
                  <c:v>45594.509027777778</c:v>
                </c:pt>
                <c:pt idx="85590">
                  <c:v>45728.851388888892</c:v>
                </c:pt>
                <c:pt idx="85591">
                  <c:v>45812.54791666667</c:v>
                </c:pt>
                <c:pt idx="85592">
                  <c:v>45812.54583333333</c:v>
                </c:pt>
                <c:pt idx="85593">
                  <c:v>45299.678472222222</c:v>
                </c:pt>
                <c:pt idx="85594">
                  <c:v>45588.506249999999</c:v>
                </c:pt>
                <c:pt idx="85595">
                  <c:v>45956.36041666667</c:v>
                </c:pt>
                <c:pt idx="85596">
                  <c:v>45999.472916666673</c:v>
                </c:pt>
                <c:pt idx="85597">
                  <c:v>45921.551388888889</c:v>
                </c:pt>
                <c:pt idx="85598">
                  <c:v>45913.668055555558</c:v>
                </c:pt>
                <c:pt idx="85599">
                  <c:v>45547.979861111111</c:v>
                </c:pt>
                <c:pt idx="85600">
                  <c:v>45532.84652777778</c:v>
                </c:pt>
                <c:pt idx="85601">
                  <c:v>45643.926388888889</c:v>
                </c:pt>
                <c:pt idx="85602">
                  <c:v>45908.249305555553</c:v>
                </c:pt>
                <c:pt idx="85603">
                  <c:v>45862.367361111108</c:v>
                </c:pt>
                <c:pt idx="85604">
                  <c:v>45768.830555555563</c:v>
                </c:pt>
                <c:pt idx="85605">
                  <c:v>45792.611111111109</c:v>
                </c:pt>
                <c:pt idx="85606">
                  <c:v>45972.719444444447</c:v>
                </c:pt>
                <c:pt idx="85607">
                  <c:v>45595.37222222222</c:v>
                </c:pt>
                <c:pt idx="85608">
                  <c:v>45685.370833333327</c:v>
                </c:pt>
                <c:pt idx="85609">
                  <c:v>45853.522916666669</c:v>
                </c:pt>
                <c:pt idx="85610">
                  <c:v>45714.814583333333</c:v>
                </c:pt>
                <c:pt idx="85611">
                  <c:v>45960.59097222222</c:v>
                </c:pt>
                <c:pt idx="85612">
                  <c:v>45576.668055555558</c:v>
                </c:pt>
                <c:pt idx="85613">
                  <c:v>45323.495833333327</c:v>
                </c:pt>
                <c:pt idx="85614">
                  <c:v>45592.988888888889</c:v>
                </c:pt>
                <c:pt idx="85615">
                  <c:v>45698.734027777777</c:v>
                </c:pt>
                <c:pt idx="85616">
                  <c:v>45832.870833333327</c:v>
                </c:pt>
                <c:pt idx="85617">
                  <c:v>45944.041666666657</c:v>
                </c:pt>
                <c:pt idx="85618">
                  <c:v>45463.884027777778</c:v>
                </c:pt>
                <c:pt idx="85619">
                  <c:v>45392.879166666673</c:v>
                </c:pt>
                <c:pt idx="85620">
                  <c:v>45999.488888888889</c:v>
                </c:pt>
                <c:pt idx="85621">
                  <c:v>45933.301388888889</c:v>
                </c:pt>
                <c:pt idx="85622">
                  <c:v>45886.393750000003</c:v>
                </c:pt>
                <c:pt idx="85623">
                  <c:v>45834.540277777778</c:v>
                </c:pt>
                <c:pt idx="85624">
                  <c:v>46010.42083333333</c:v>
                </c:pt>
                <c:pt idx="85625">
                  <c:v>45868.791666666657</c:v>
                </c:pt>
                <c:pt idx="85626">
                  <c:v>45475.680555555547</c:v>
                </c:pt>
                <c:pt idx="85627">
                  <c:v>45610.414583333331</c:v>
                </c:pt>
                <c:pt idx="85628">
                  <c:v>45405.299305555563</c:v>
                </c:pt>
                <c:pt idx="85629">
                  <c:v>45405.299305555563</c:v>
                </c:pt>
                <c:pt idx="85630">
                  <c:v>45953.756249999999</c:v>
                </c:pt>
                <c:pt idx="85631">
                  <c:v>45817.535416666673</c:v>
                </c:pt>
                <c:pt idx="85632">
                  <c:v>45610.414583333331</c:v>
                </c:pt>
                <c:pt idx="85633">
                  <c:v>45817.535416666673</c:v>
                </c:pt>
                <c:pt idx="85634">
                  <c:v>45762.549305555563</c:v>
                </c:pt>
                <c:pt idx="85635">
                  <c:v>45762.549305555563</c:v>
                </c:pt>
                <c:pt idx="85636">
                  <c:v>45868.791666666657</c:v>
                </c:pt>
                <c:pt idx="85637">
                  <c:v>45771.407638888893</c:v>
                </c:pt>
                <c:pt idx="85638">
                  <c:v>45475.680555555547</c:v>
                </c:pt>
                <c:pt idx="85639">
                  <c:v>45473.268750000003</c:v>
                </c:pt>
                <c:pt idx="85640">
                  <c:v>45342.736111111109</c:v>
                </c:pt>
                <c:pt idx="85641">
                  <c:v>45609.410416666673</c:v>
                </c:pt>
                <c:pt idx="85642">
                  <c:v>45953.756249999999</c:v>
                </c:pt>
                <c:pt idx="85643">
                  <c:v>45609.410416666673</c:v>
                </c:pt>
                <c:pt idx="85644">
                  <c:v>45771.407638888893</c:v>
                </c:pt>
                <c:pt idx="85645">
                  <c:v>45915.606249999997</c:v>
                </c:pt>
                <c:pt idx="85646">
                  <c:v>45644.365277777782</c:v>
                </c:pt>
                <c:pt idx="85647">
                  <c:v>45342.736111111109</c:v>
                </c:pt>
                <c:pt idx="85648">
                  <c:v>45473.268750000003</c:v>
                </c:pt>
                <c:pt idx="85649">
                  <c:v>45644.365277777782</c:v>
                </c:pt>
                <c:pt idx="85650">
                  <c:v>45915.606249999997</c:v>
                </c:pt>
                <c:pt idx="85651">
                  <c:v>45295.705555555563</c:v>
                </c:pt>
                <c:pt idx="85652">
                  <c:v>45700.024305555547</c:v>
                </c:pt>
                <c:pt idx="85653">
                  <c:v>45799.368055555547</c:v>
                </c:pt>
                <c:pt idx="85654">
                  <c:v>45761.607638888891</c:v>
                </c:pt>
                <c:pt idx="85655">
                  <c:v>45857.625694444447</c:v>
                </c:pt>
                <c:pt idx="85656">
                  <c:v>45772.293055555558</c:v>
                </c:pt>
                <c:pt idx="85657">
                  <c:v>45829.505555555559</c:v>
                </c:pt>
                <c:pt idx="85658">
                  <c:v>45734.970138888893</c:v>
                </c:pt>
                <c:pt idx="85659">
                  <c:v>45853.87777777778</c:v>
                </c:pt>
                <c:pt idx="85660">
                  <c:v>45555.494444444441</c:v>
                </c:pt>
                <c:pt idx="85661">
                  <c:v>45794.745138888888</c:v>
                </c:pt>
                <c:pt idx="85662">
                  <c:v>45701.744444444441</c:v>
                </c:pt>
                <c:pt idx="85663">
                  <c:v>45906.529166666667</c:v>
                </c:pt>
                <c:pt idx="85664">
                  <c:v>45944.76666666667</c:v>
                </c:pt>
                <c:pt idx="85665">
                  <c:v>45672.417361111111</c:v>
                </c:pt>
                <c:pt idx="85666">
                  <c:v>45582.857638888891</c:v>
                </c:pt>
                <c:pt idx="85667">
                  <c:v>45954.615972222222</c:v>
                </c:pt>
                <c:pt idx="85668">
                  <c:v>45755.665277777778</c:v>
                </c:pt>
                <c:pt idx="85669">
                  <c:v>45979.553472222222</c:v>
                </c:pt>
                <c:pt idx="85670">
                  <c:v>45928.729166666657</c:v>
                </c:pt>
                <c:pt idx="85671">
                  <c:v>45874.448611111111</c:v>
                </c:pt>
                <c:pt idx="85672">
                  <c:v>45821.465277777781</c:v>
                </c:pt>
                <c:pt idx="85673">
                  <c:v>45396.427083333343</c:v>
                </c:pt>
                <c:pt idx="85674">
                  <c:v>45717.82916666667</c:v>
                </c:pt>
                <c:pt idx="85675">
                  <c:v>45375.077777777777</c:v>
                </c:pt>
                <c:pt idx="85676">
                  <c:v>45439.051388888889</c:v>
                </c:pt>
                <c:pt idx="85677">
                  <c:v>45910.415972222218</c:v>
                </c:pt>
                <c:pt idx="85678">
                  <c:v>45605.629166666673</c:v>
                </c:pt>
                <c:pt idx="85679">
                  <c:v>45770.421527777777</c:v>
                </c:pt>
                <c:pt idx="85680">
                  <c:v>45528.793749999997</c:v>
                </c:pt>
                <c:pt idx="85681">
                  <c:v>45292.042361111111</c:v>
                </c:pt>
                <c:pt idx="85682">
                  <c:v>45872.625</c:v>
                </c:pt>
                <c:pt idx="85683">
                  <c:v>45360.677777777782</c:v>
                </c:pt>
                <c:pt idx="85684">
                  <c:v>45470.550694444442</c:v>
                </c:pt>
                <c:pt idx="85685">
                  <c:v>45811.856944444437</c:v>
                </c:pt>
                <c:pt idx="85686">
                  <c:v>45536.256944444453</c:v>
                </c:pt>
                <c:pt idx="85687">
                  <c:v>45490.961111111108</c:v>
                </c:pt>
                <c:pt idx="85688">
                  <c:v>45992.490972222222</c:v>
                </c:pt>
                <c:pt idx="85689">
                  <c:v>45874.859027777777</c:v>
                </c:pt>
                <c:pt idx="85690">
                  <c:v>45418.123611111107</c:v>
                </c:pt>
                <c:pt idx="85691">
                  <c:v>45295.681944444441</c:v>
                </c:pt>
                <c:pt idx="85692">
                  <c:v>45619.888194444437</c:v>
                </c:pt>
                <c:pt idx="85693">
                  <c:v>45846.459027777782</c:v>
                </c:pt>
                <c:pt idx="85694">
                  <c:v>45763.649305555547</c:v>
                </c:pt>
                <c:pt idx="85695">
                  <c:v>45814.549305555563</c:v>
                </c:pt>
                <c:pt idx="85696">
                  <c:v>45654.609027777777</c:v>
                </c:pt>
                <c:pt idx="85697">
                  <c:v>45591.893055555563</c:v>
                </c:pt>
                <c:pt idx="85698">
                  <c:v>45524.638888888891</c:v>
                </c:pt>
                <c:pt idx="85699">
                  <c:v>45609.475694444453</c:v>
                </c:pt>
                <c:pt idx="85700">
                  <c:v>45648.429166666669</c:v>
                </c:pt>
                <c:pt idx="85701">
                  <c:v>45532.493055555547</c:v>
                </c:pt>
                <c:pt idx="85702">
                  <c:v>45414.376388888893</c:v>
                </c:pt>
                <c:pt idx="85703">
                  <c:v>45352.493750000001</c:v>
                </c:pt>
                <c:pt idx="85704">
                  <c:v>45472.345138888893</c:v>
                </c:pt>
                <c:pt idx="85705">
                  <c:v>45619.355555555558</c:v>
                </c:pt>
                <c:pt idx="85706">
                  <c:v>45713.441666666673</c:v>
                </c:pt>
                <c:pt idx="85707">
                  <c:v>45856.520138888889</c:v>
                </c:pt>
                <c:pt idx="85708">
                  <c:v>45870.453472222223</c:v>
                </c:pt>
                <c:pt idx="85709">
                  <c:v>45855.696527777778</c:v>
                </c:pt>
                <c:pt idx="85710">
                  <c:v>45993.390972222223</c:v>
                </c:pt>
                <c:pt idx="85711">
                  <c:v>45946.433333333327</c:v>
                </c:pt>
                <c:pt idx="85712">
                  <c:v>45872.825694444437</c:v>
                </c:pt>
                <c:pt idx="85713">
                  <c:v>45972.489583333343</c:v>
                </c:pt>
                <c:pt idx="85714">
                  <c:v>46011.620833333327</c:v>
                </c:pt>
                <c:pt idx="85715">
                  <c:v>45898.59652777778</c:v>
                </c:pt>
                <c:pt idx="85716">
                  <c:v>45595.558333333327</c:v>
                </c:pt>
                <c:pt idx="85717">
                  <c:v>45659.752083333333</c:v>
                </c:pt>
                <c:pt idx="85718">
                  <c:v>45782.47152777778</c:v>
                </c:pt>
                <c:pt idx="85719">
                  <c:v>45433.439583333333</c:v>
                </c:pt>
                <c:pt idx="85720">
                  <c:v>45982.46597222222</c:v>
                </c:pt>
                <c:pt idx="85721">
                  <c:v>46012.720833333333</c:v>
                </c:pt>
                <c:pt idx="85722">
                  <c:v>45998.881944444453</c:v>
                </c:pt>
                <c:pt idx="85723">
                  <c:v>45543.404166666667</c:v>
                </c:pt>
                <c:pt idx="85724">
                  <c:v>45510.886111111111</c:v>
                </c:pt>
                <c:pt idx="85725">
                  <c:v>45328.445138888892</c:v>
                </c:pt>
                <c:pt idx="85726">
                  <c:v>45954.759027777778</c:v>
                </c:pt>
                <c:pt idx="85727">
                  <c:v>45903.317361111112</c:v>
                </c:pt>
                <c:pt idx="85728">
                  <c:v>45505.898611111108</c:v>
                </c:pt>
                <c:pt idx="85729">
                  <c:v>45614.371527777781</c:v>
                </c:pt>
                <c:pt idx="85730">
                  <c:v>45563.417361111111</c:v>
                </c:pt>
                <c:pt idx="85731">
                  <c:v>45305.435416666667</c:v>
                </c:pt>
                <c:pt idx="85732">
                  <c:v>45780.407638888893</c:v>
                </c:pt>
                <c:pt idx="85733">
                  <c:v>45495.980555555558</c:v>
                </c:pt>
                <c:pt idx="85734">
                  <c:v>45385.867361111108</c:v>
                </c:pt>
                <c:pt idx="85735">
                  <c:v>46020.38958333333</c:v>
                </c:pt>
                <c:pt idx="85736">
                  <c:v>45992.775000000001</c:v>
                </c:pt>
                <c:pt idx="85737">
                  <c:v>45972.513194444437</c:v>
                </c:pt>
                <c:pt idx="85738">
                  <c:v>46006.431944444441</c:v>
                </c:pt>
                <c:pt idx="85739">
                  <c:v>45715.439583333333</c:v>
                </c:pt>
                <c:pt idx="85740">
                  <c:v>45993.577777777777</c:v>
                </c:pt>
                <c:pt idx="85741">
                  <c:v>45732.855555555558</c:v>
                </c:pt>
                <c:pt idx="85742">
                  <c:v>45758.740972222222</c:v>
                </c:pt>
                <c:pt idx="85743">
                  <c:v>46016.558333333327</c:v>
                </c:pt>
                <c:pt idx="85744">
                  <c:v>45978.859722222223</c:v>
                </c:pt>
                <c:pt idx="85745">
                  <c:v>45625.520833333343</c:v>
                </c:pt>
                <c:pt idx="85746">
                  <c:v>45559.506944444453</c:v>
                </c:pt>
                <c:pt idx="85747">
                  <c:v>45528.654861111107</c:v>
                </c:pt>
                <c:pt idx="85748">
                  <c:v>45992.84097222222</c:v>
                </c:pt>
                <c:pt idx="85749">
                  <c:v>45300.800000000003</c:v>
                </c:pt>
                <c:pt idx="85750">
                  <c:v>45442.586111111108</c:v>
                </c:pt>
                <c:pt idx="85751">
                  <c:v>45862.8125</c:v>
                </c:pt>
                <c:pt idx="85752">
                  <c:v>45698.456250000003</c:v>
                </c:pt>
                <c:pt idx="85753">
                  <c:v>45706.484027777777</c:v>
                </c:pt>
                <c:pt idx="85754">
                  <c:v>46016.54583333333</c:v>
                </c:pt>
                <c:pt idx="85755">
                  <c:v>45763.086111111108</c:v>
                </c:pt>
                <c:pt idx="85756">
                  <c:v>45925.890972222223</c:v>
                </c:pt>
                <c:pt idx="85757">
                  <c:v>45942.755555555559</c:v>
                </c:pt>
                <c:pt idx="85758">
                  <c:v>45829.381249999999</c:v>
                </c:pt>
                <c:pt idx="85759">
                  <c:v>45752.36041666667</c:v>
                </c:pt>
                <c:pt idx="85760">
                  <c:v>45869.710416666669</c:v>
                </c:pt>
                <c:pt idx="85761">
                  <c:v>45788.366666666669</c:v>
                </c:pt>
                <c:pt idx="85762">
                  <c:v>45729.554861111108</c:v>
                </c:pt>
                <c:pt idx="85763">
                  <c:v>45729.540277777778</c:v>
                </c:pt>
                <c:pt idx="85764">
                  <c:v>45722.628472222219</c:v>
                </c:pt>
                <c:pt idx="85765">
                  <c:v>45984.48541666667</c:v>
                </c:pt>
                <c:pt idx="85766">
                  <c:v>45881.685416666667</c:v>
                </c:pt>
                <c:pt idx="85767">
                  <c:v>45893.582638888889</c:v>
                </c:pt>
                <c:pt idx="85768">
                  <c:v>45764.809027777781</c:v>
                </c:pt>
                <c:pt idx="85769">
                  <c:v>45663.445833333331</c:v>
                </c:pt>
                <c:pt idx="85770">
                  <c:v>45625.95416666667</c:v>
                </c:pt>
                <c:pt idx="85771">
                  <c:v>45726.602083333331</c:v>
                </c:pt>
                <c:pt idx="85772">
                  <c:v>45597.895138888889</c:v>
                </c:pt>
                <c:pt idx="85773">
                  <c:v>45621.870833333327</c:v>
                </c:pt>
                <c:pt idx="85774">
                  <c:v>45698.580555555563</c:v>
                </c:pt>
                <c:pt idx="85775">
                  <c:v>45748.40902777778</c:v>
                </c:pt>
                <c:pt idx="85776">
                  <c:v>45742.930555555547</c:v>
                </c:pt>
                <c:pt idx="85777">
                  <c:v>45832.406944444447</c:v>
                </c:pt>
                <c:pt idx="85778">
                  <c:v>45807.425694444442</c:v>
                </c:pt>
                <c:pt idx="85779">
                  <c:v>45804.263194444437</c:v>
                </c:pt>
                <c:pt idx="85780">
                  <c:v>45784.351388888892</c:v>
                </c:pt>
                <c:pt idx="85781">
                  <c:v>45728.655555555553</c:v>
                </c:pt>
                <c:pt idx="85782">
                  <c:v>45716.785416666673</c:v>
                </c:pt>
                <c:pt idx="85783">
                  <c:v>45756.563194444447</c:v>
                </c:pt>
                <c:pt idx="85784">
                  <c:v>45828.560416666667</c:v>
                </c:pt>
                <c:pt idx="85785">
                  <c:v>45900.24722222222</c:v>
                </c:pt>
                <c:pt idx="85786">
                  <c:v>45957.458333333343</c:v>
                </c:pt>
                <c:pt idx="85787">
                  <c:v>45881.67291666667</c:v>
                </c:pt>
                <c:pt idx="85788">
                  <c:v>45997.239583333343</c:v>
                </c:pt>
                <c:pt idx="85789">
                  <c:v>45713.855555555558</c:v>
                </c:pt>
                <c:pt idx="85790">
                  <c:v>45889.449305555558</c:v>
                </c:pt>
                <c:pt idx="85791">
                  <c:v>45727.868055555547</c:v>
                </c:pt>
                <c:pt idx="85792">
                  <c:v>45702.912499999999</c:v>
                </c:pt>
                <c:pt idx="85793">
                  <c:v>45673.63958333333</c:v>
                </c:pt>
                <c:pt idx="85794">
                  <c:v>45683.535416666673</c:v>
                </c:pt>
                <c:pt idx="85795">
                  <c:v>45756.901388888888</c:v>
                </c:pt>
                <c:pt idx="85796">
                  <c:v>45848.586805555547</c:v>
                </c:pt>
                <c:pt idx="85797">
                  <c:v>45949.418055555558</c:v>
                </c:pt>
                <c:pt idx="85798">
                  <c:v>45821.854166666657</c:v>
                </c:pt>
                <c:pt idx="85799">
                  <c:v>46018.397222222222</c:v>
                </c:pt>
                <c:pt idx="85800">
                  <c:v>45895.743055555547</c:v>
                </c:pt>
                <c:pt idx="85801">
                  <c:v>45982.892361111109</c:v>
                </c:pt>
                <c:pt idx="85802">
                  <c:v>45823.750694444447</c:v>
                </c:pt>
                <c:pt idx="85803">
                  <c:v>45789.202777777777</c:v>
                </c:pt>
                <c:pt idx="85804">
                  <c:v>45867.436111111107</c:v>
                </c:pt>
                <c:pt idx="85805">
                  <c:v>45980.616666666669</c:v>
                </c:pt>
                <c:pt idx="85806">
                  <c:v>45956.93472222222</c:v>
                </c:pt>
                <c:pt idx="85807">
                  <c:v>45845.421527777777</c:v>
                </c:pt>
                <c:pt idx="85808">
                  <c:v>45762.640972222223</c:v>
                </c:pt>
                <c:pt idx="85809">
                  <c:v>45872.765277777777</c:v>
                </c:pt>
                <c:pt idx="85810">
                  <c:v>46022.191666666673</c:v>
                </c:pt>
                <c:pt idx="85811">
                  <c:v>46009.254861111112</c:v>
                </c:pt>
                <c:pt idx="85812">
                  <c:v>45956.463194444441</c:v>
                </c:pt>
                <c:pt idx="85813">
                  <c:v>45927.230555555558</c:v>
                </c:pt>
                <c:pt idx="85814">
                  <c:v>45985.772916666669</c:v>
                </c:pt>
                <c:pt idx="85815">
                  <c:v>45894.713194444441</c:v>
                </c:pt>
                <c:pt idx="85816">
                  <c:v>45870.197222222218</c:v>
                </c:pt>
                <c:pt idx="85817">
                  <c:v>45929.95</c:v>
                </c:pt>
                <c:pt idx="85818">
                  <c:v>45835.957638888889</c:v>
                </c:pt>
                <c:pt idx="85819">
                  <c:v>45748.186111111107</c:v>
                </c:pt>
                <c:pt idx="85820">
                  <c:v>45778.333333333343</c:v>
                </c:pt>
                <c:pt idx="85821">
                  <c:v>45992.702777777777</c:v>
                </c:pt>
                <c:pt idx="85822">
                  <c:v>45504.567361111112</c:v>
                </c:pt>
                <c:pt idx="85823">
                  <c:v>45373.626388888893</c:v>
                </c:pt>
                <c:pt idx="85824">
                  <c:v>45363.459722222222</c:v>
                </c:pt>
                <c:pt idx="85825">
                  <c:v>45594.440972222219</c:v>
                </c:pt>
                <c:pt idx="85826">
                  <c:v>45553.522222222222</c:v>
                </c:pt>
                <c:pt idx="85827">
                  <c:v>45418.813194444447</c:v>
                </c:pt>
                <c:pt idx="85828">
                  <c:v>45811.73541666667</c:v>
                </c:pt>
                <c:pt idx="85829">
                  <c:v>45319.422222222223</c:v>
                </c:pt>
                <c:pt idx="85830">
                  <c:v>45679.79583333333</c:v>
                </c:pt>
                <c:pt idx="85831">
                  <c:v>45695.646527777782</c:v>
                </c:pt>
                <c:pt idx="85832">
                  <c:v>45855.76666666667</c:v>
                </c:pt>
                <c:pt idx="85833">
                  <c:v>45765.465277777781</c:v>
                </c:pt>
                <c:pt idx="85834">
                  <c:v>46013.146527777782</c:v>
                </c:pt>
                <c:pt idx="85835">
                  <c:v>45949.497916666667</c:v>
                </c:pt>
                <c:pt idx="85836">
                  <c:v>45943.20208333333</c:v>
                </c:pt>
                <c:pt idx="85837">
                  <c:v>45971.024305555547</c:v>
                </c:pt>
                <c:pt idx="85838">
                  <c:v>46020.069444444453</c:v>
                </c:pt>
                <c:pt idx="85839">
                  <c:v>45778.664583333331</c:v>
                </c:pt>
                <c:pt idx="85840">
                  <c:v>45867.488888888889</c:v>
                </c:pt>
                <c:pt idx="85841">
                  <c:v>45792.021527777782</c:v>
                </c:pt>
                <c:pt idx="85842">
                  <c:v>45910.058333333327</c:v>
                </c:pt>
                <c:pt idx="85843">
                  <c:v>45969.938888888893</c:v>
                </c:pt>
                <c:pt idx="85844">
                  <c:v>45713.775694444441</c:v>
                </c:pt>
                <c:pt idx="85845">
                  <c:v>45668.725694444453</c:v>
                </c:pt>
                <c:pt idx="85846">
                  <c:v>45826.972916666673</c:v>
                </c:pt>
                <c:pt idx="85847">
                  <c:v>45476.008333333331</c:v>
                </c:pt>
                <c:pt idx="85848">
                  <c:v>45679.751388888893</c:v>
                </c:pt>
                <c:pt idx="85849">
                  <c:v>46011.806250000001</c:v>
                </c:pt>
                <c:pt idx="85850">
                  <c:v>45948.469444444447</c:v>
                </c:pt>
                <c:pt idx="85851">
                  <c:v>45740.440972222219</c:v>
                </c:pt>
                <c:pt idx="85852">
                  <c:v>45795.390972222223</c:v>
                </c:pt>
                <c:pt idx="85853">
                  <c:v>45906.688194444447</c:v>
                </c:pt>
                <c:pt idx="85854">
                  <c:v>45843.557638888888</c:v>
                </c:pt>
                <c:pt idx="85855">
                  <c:v>45905.22152777778</c:v>
                </c:pt>
                <c:pt idx="85856">
                  <c:v>46002.575694444437</c:v>
                </c:pt>
                <c:pt idx="85857">
                  <c:v>45960.955555555563</c:v>
                </c:pt>
                <c:pt idx="85858">
                  <c:v>45871.399305555547</c:v>
                </c:pt>
                <c:pt idx="85859">
                  <c:v>46020.870833333327</c:v>
                </c:pt>
                <c:pt idx="85860">
                  <c:v>45506.249305555553</c:v>
                </c:pt>
                <c:pt idx="85861">
                  <c:v>45335.776388888888</c:v>
                </c:pt>
                <c:pt idx="85862">
                  <c:v>45933.826388888891</c:v>
                </c:pt>
                <c:pt idx="85863">
                  <c:v>45924.978472222218</c:v>
                </c:pt>
                <c:pt idx="85864">
                  <c:v>45826.722222222219</c:v>
                </c:pt>
                <c:pt idx="85865">
                  <c:v>45853.631249999999</c:v>
                </c:pt>
                <c:pt idx="85866">
                  <c:v>45980.435416666667</c:v>
                </c:pt>
                <c:pt idx="85867">
                  <c:v>45953.693749999999</c:v>
                </c:pt>
                <c:pt idx="85868">
                  <c:v>45918.667361111111</c:v>
                </c:pt>
                <c:pt idx="85869">
                  <c:v>45888.806944444441</c:v>
                </c:pt>
                <c:pt idx="85870">
                  <c:v>45831.802083333343</c:v>
                </c:pt>
                <c:pt idx="85871">
                  <c:v>45796.35833333333</c:v>
                </c:pt>
                <c:pt idx="85872">
                  <c:v>45646.418055555558</c:v>
                </c:pt>
                <c:pt idx="85873">
                  <c:v>45319.644444444442</c:v>
                </c:pt>
                <c:pt idx="85874">
                  <c:v>45750.521527777782</c:v>
                </c:pt>
                <c:pt idx="85875">
                  <c:v>45926.461111111108</c:v>
                </c:pt>
                <c:pt idx="85876">
                  <c:v>45470.81527777778</c:v>
                </c:pt>
                <c:pt idx="85877">
                  <c:v>45505.986805555563</c:v>
                </c:pt>
                <c:pt idx="85878">
                  <c:v>45870.869444444441</c:v>
                </c:pt>
                <c:pt idx="85879">
                  <c:v>45877.06527777778</c:v>
                </c:pt>
                <c:pt idx="85880">
                  <c:v>46018.494444444441</c:v>
                </c:pt>
                <c:pt idx="85881">
                  <c:v>45484.363194444442</c:v>
                </c:pt>
                <c:pt idx="85882">
                  <c:v>45443.379166666673</c:v>
                </c:pt>
                <c:pt idx="85883">
                  <c:v>45884.408333333333</c:v>
                </c:pt>
                <c:pt idx="85884">
                  <c:v>45744.76458333333</c:v>
                </c:pt>
                <c:pt idx="85885">
                  <c:v>45320.840277777781</c:v>
                </c:pt>
                <c:pt idx="85886">
                  <c:v>45532.40625</c:v>
                </c:pt>
                <c:pt idx="85887">
                  <c:v>45344.863888888889</c:v>
                </c:pt>
                <c:pt idx="85888">
                  <c:v>45532.259027777778</c:v>
                </c:pt>
                <c:pt idx="85889">
                  <c:v>45328.906944444447</c:v>
                </c:pt>
                <c:pt idx="85890">
                  <c:v>46007.825694444437</c:v>
                </c:pt>
                <c:pt idx="85891">
                  <c:v>45395.704861111109</c:v>
                </c:pt>
                <c:pt idx="85892">
                  <c:v>45836.47152777778</c:v>
                </c:pt>
                <c:pt idx="85893">
                  <c:v>45927.632638888892</c:v>
                </c:pt>
                <c:pt idx="85894">
                  <c:v>45482.77847222222</c:v>
                </c:pt>
                <c:pt idx="85895">
                  <c:v>45586.829861111109</c:v>
                </c:pt>
                <c:pt idx="85896">
                  <c:v>45319.823611111111</c:v>
                </c:pt>
                <c:pt idx="85897">
                  <c:v>45862.616666666669</c:v>
                </c:pt>
                <c:pt idx="85898">
                  <c:v>45414.61041666667</c:v>
                </c:pt>
                <c:pt idx="85899">
                  <c:v>45604.828472222223</c:v>
                </c:pt>
                <c:pt idx="85900">
                  <c:v>45663.802777777782</c:v>
                </c:pt>
                <c:pt idx="85901">
                  <c:v>45574.745138888888</c:v>
                </c:pt>
                <c:pt idx="85902">
                  <c:v>45589.770833333343</c:v>
                </c:pt>
                <c:pt idx="85903">
                  <c:v>45616.775694444441</c:v>
                </c:pt>
                <c:pt idx="85904">
                  <c:v>45862.84097222222</c:v>
                </c:pt>
                <c:pt idx="85905">
                  <c:v>45339.724305555559</c:v>
                </c:pt>
                <c:pt idx="85906">
                  <c:v>45465.825694444437</c:v>
                </c:pt>
                <c:pt idx="85907">
                  <c:v>45403.808333333327</c:v>
                </c:pt>
                <c:pt idx="85908">
                  <c:v>45574.32708333333</c:v>
                </c:pt>
                <c:pt idx="85909">
                  <c:v>45400.567361111112</c:v>
                </c:pt>
                <c:pt idx="85910">
                  <c:v>45738.438888888893</c:v>
                </c:pt>
                <c:pt idx="85911">
                  <c:v>45839.85833333333</c:v>
                </c:pt>
                <c:pt idx="85912">
                  <c:v>46018.022222222222</c:v>
                </c:pt>
                <c:pt idx="85913">
                  <c:v>45588.017361111109</c:v>
                </c:pt>
                <c:pt idx="85914">
                  <c:v>45727.050694444442</c:v>
                </c:pt>
                <c:pt idx="85915">
                  <c:v>45655.637499999997</c:v>
                </c:pt>
                <c:pt idx="85916">
                  <c:v>45675.606249999997</c:v>
                </c:pt>
                <c:pt idx="85917">
                  <c:v>45743.558333333327</c:v>
                </c:pt>
                <c:pt idx="85918">
                  <c:v>45859.513888888891</c:v>
                </c:pt>
                <c:pt idx="85919">
                  <c:v>45906.571527777778</c:v>
                </c:pt>
                <c:pt idx="85920">
                  <c:v>45729.25</c:v>
                </c:pt>
                <c:pt idx="85921">
                  <c:v>45312.722222222219</c:v>
                </c:pt>
                <c:pt idx="85922">
                  <c:v>45612.021527777782</c:v>
                </c:pt>
                <c:pt idx="85923">
                  <c:v>45416.759027777778</c:v>
                </c:pt>
                <c:pt idx="85924">
                  <c:v>45322.592361111107</c:v>
                </c:pt>
                <c:pt idx="85925">
                  <c:v>45401.780555555553</c:v>
                </c:pt>
                <c:pt idx="85926">
                  <c:v>45372.729861111111</c:v>
                </c:pt>
                <c:pt idx="85927">
                  <c:v>45340.767361111109</c:v>
                </c:pt>
                <c:pt idx="85928">
                  <c:v>45633.943749999999</c:v>
                </c:pt>
                <c:pt idx="85929">
                  <c:v>45736.841666666667</c:v>
                </c:pt>
                <c:pt idx="85930">
                  <c:v>45852.650694444441</c:v>
                </c:pt>
                <c:pt idx="85931">
                  <c:v>45561.481249999997</c:v>
                </c:pt>
                <c:pt idx="85932">
                  <c:v>45620.755555555559</c:v>
                </c:pt>
                <c:pt idx="85933">
                  <c:v>45627.656944444447</c:v>
                </c:pt>
                <c:pt idx="85934">
                  <c:v>45661.863194444442</c:v>
                </c:pt>
                <c:pt idx="85935">
                  <c:v>45885.946527777778</c:v>
                </c:pt>
                <c:pt idx="85936">
                  <c:v>45620.76666666667</c:v>
                </c:pt>
                <c:pt idx="85937">
                  <c:v>45579.944444444453</c:v>
                </c:pt>
                <c:pt idx="85938">
                  <c:v>45617.864583333343</c:v>
                </c:pt>
                <c:pt idx="85939">
                  <c:v>45940.429166666669</c:v>
                </c:pt>
                <c:pt idx="85940">
                  <c:v>45466.658333333333</c:v>
                </c:pt>
                <c:pt idx="85941">
                  <c:v>45665.718055555553</c:v>
                </c:pt>
                <c:pt idx="85942">
                  <c:v>45466.658333333333</c:v>
                </c:pt>
                <c:pt idx="85943">
                  <c:v>45448.634722222218</c:v>
                </c:pt>
                <c:pt idx="85944">
                  <c:v>45566.736805555563</c:v>
                </c:pt>
                <c:pt idx="85945">
                  <c:v>45665.718055555553</c:v>
                </c:pt>
                <c:pt idx="85946">
                  <c:v>45566.736805555563</c:v>
                </c:pt>
                <c:pt idx="85947">
                  <c:v>45448.634722222218</c:v>
                </c:pt>
                <c:pt idx="85948">
                  <c:v>45499.340277777781</c:v>
                </c:pt>
                <c:pt idx="85949">
                  <c:v>45499.340277777781</c:v>
                </c:pt>
                <c:pt idx="85950">
                  <c:v>46020.529166666667</c:v>
                </c:pt>
                <c:pt idx="85951">
                  <c:v>45826.508333333331</c:v>
                </c:pt>
                <c:pt idx="85952">
                  <c:v>45705.536805555559</c:v>
                </c:pt>
                <c:pt idx="85953">
                  <c:v>45990.104166666657</c:v>
                </c:pt>
                <c:pt idx="85954">
                  <c:v>45737.73541666667</c:v>
                </c:pt>
                <c:pt idx="85955">
                  <c:v>45783.665277777778</c:v>
                </c:pt>
                <c:pt idx="85956">
                  <c:v>45689.083333333343</c:v>
                </c:pt>
                <c:pt idx="85957">
                  <c:v>45985.519444444442</c:v>
                </c:pt>
                <c:pt idx="85958">
                  <c:v>45629.793055555558</c:v>
                </c:pt>
                <c:pt idx="85959">
                  <c:v>45923.897916666669</c:v>
                </c:pt>
                <c:pt idx="85960">
                  <c:v>45902.888888888891</c:v>
                </c:pt>
                <c:pt idx="85961">
                  <c:v>45606.570833333331</c:v>
                </c:pt>
                <c:pt idx="85962">
                  <c:v>45435.081944444442</c:v>
                </c:pt>
                <c:pt idx="85963">
                  <c:v>45367.588888888888</c:v>
                </c:pt>
                <c:pt idx="85964">
                  <c:v>45867.365277777782</c:v>
                </c:pt>
                <c:pt idx="85965">
                  <c:v>45896.347222222219</c:v>
                </c:pt>
                <c:pt idx="85966">
                  <c:v>45806.410416666673</c:v>
                </c:pt>
                <c:pt idx="85967">
                  <c:v>45933.443749999999</c:v>
                </c:pt>
                <c:pt idx="85968">
                  <c:v>45666.414583333331</c:v>
                </c:pt>
                <c:pt idx="85969">
                  <c:v>45806.211805555547</c:v>
                </c:pt>
                <c:pt idx="85970">
                  <c:v>45809.850694444453</c:v>
                </c:pt>
                <c:pt idx="85971">
                  <c:v>45500.739583333343</c:v>
                </c:pt>
                <c:pt idx="85972">
                  <c:v>45743.843055555553</c:v>
                </c:pt>
                <c:pt idx="85973">
                  <c:v>45659.813194444447</c:v>
                </c:pt>
                <c:pt idx="85974">
                  <c:v>45686.238194444442</c:v>
                </c:pt>
                <c:pt idx="85975">
                  <c:v>45834.356249999997</c:v>
                </c:pt>
                <c:pt idx="85976">
                  <c:v>45547.230555555558</c:v>
                </c:pt>
                <c:pt idx="85977">
                  <c:v>45920.315972222219</c:v>
                </c:pt>
                <c:pt idx="85978">
                  <c:v>45324.615277777782</c:v>
                </c:pt>
                <c:pt idx="85979">
                  <c:v>45805.255555555559</c:v>
                </c:pt>
                <c:pt idx="85980">
                  <c:v>45899.303472222222</c:v>
                </c:pt>
                <c:pt idx="85981">
                  <c:v>45536.546527777777</c:v>
                </c:pt>
                <c:pt idx="85982">
                  <c:v>45856.956944444442</c:v>
                </c:pt>
                <c:pt idx="85983">
                  <c:v>45469.429166666669</c:v>
                </c:pt>
                <c:pt idx="85984">
                  <c:v>45553.588888888888</c:v>
                </c:pt>
                <c:pt idx="85985">
                  <c:v>45615.661805555559</c:v>
                </c:pt>
                <c:pt idx="85986">
                  <c:v>46011.684027777781</c:v>
                </c:pt>
                <c:pt idx="85987">
                  <c:v>45993.645833333343</c:v>
                </c:pt>
                <c:pt idx="85988">
                  <c:v>45967.571527777778</c:v>
                </c:pt>
                <c:pt idx="85989">
                  <c:v>45914.539583333331</c:v>
                </c:pt>
                <c:pt idx="85990">
                  <c:v>45938.481249999997</c:v>
                </c:pt>
                <c:pt idx="85991">
                  <c:v>45884.786111111112</c:v>
                </c:pt>
                <c:pt idx="85992">
                  <c:v>45875.731944444437</c:v>
                </c:pt>
                <c:pt idx="85993">
                  <c:v>45867.57708333333</c:v>
                </c:pt>
                <c:pt idx="85994">
                  <c:v>45889.616666666669</c:v>
                </c:pt>
                <c:pt idx="85995">
                  <c:v>45469.900694444441</c:v>
                </c:pt>
                <c:pt idx="85996">
                  <c:v>45560.28125</c:v>
                </c:pt>
                <c:pt idx="85997">
                  <c:v>45408.679861111108</c:v>
                </c:pt>
                <c:pt idx="85998">
                  <c:v>45646.614583333343</c:v>
                </c:pt>
                <c:pt idx="85999">
                  <c:v>45412.601388888892</c:v>
                </c:pt>
                <c:pt idx="86000">
                  <c:v>45789.588194444441</c:v>
                </c:pt>
                <c:pt idx="86001">
                  <c:v>45789.588194444441</c:v>
                </c:pt>
                <c:pt idx="86002">
                  <c:v>45361.961111111108</c:v>
                </c:pt>
                <c:pt idx="86003">
                  <c:v>45370.873611111107</c:v>
                </c:pt>
                <c:pt idx="86004">
                  <c:v>45566.48541666667</c:v>
                </c:pt>
                <c:pt idx="86005">
                  <c:v>45547.379166666673</c:v>
                </c:pt>
                <c:pt idx="86006">
                  <c:v>45593.379166666673</c:v>
                </c:pt>
                <c:pt idx="86007">
                  <c:v>45771.383333333331</c:v>
                </c:pt>
                <c:pt idx="86008">
                  <c:v>45903.17291666667</c:v>
                </c:pt>
                <c:pt idx="86009">
                  <c:v>45747.386111111111</c:v>
                </c:pt>
                <c:pt idx="86010">
                  <c:v>45722.564583333333</c:v>
                </c:pt>
                <c:pt idx="86011">
                  <c:v>45872.912499999999</c:v>
                </c:pt>
                <c:pt idx="86012">
                  <c:v>45726.412499999999</c:v>
                </c:pt>
                <c:pt idx="86013">
                  <c:v>45609.554166666669</c:v>
                </c:pt>
                <c:pt idx="86014">
                  <c:v>45493.646527777782</c:v>
                </c:pt>
                <c:pt idx="86015">
                  <c:v>45609.558333333327</c:v>
                </c:pt>
                <c:pt idx="86016">
                  <c:v>45932.486111111109</c:v>
                </c:pt>
                <c:pt idx="86017">
                  <c:v>45859.45416666667</c:v>
                </c:pt>
                <c:pt idx="86018">
                  <c:v>45912.569444444453</c:v>
                </c:pt>
                <c:pt idx="86019">
                  <c:v>45789.934027777781</c:v>
                </c:pt>
                <c:pt idx="86020">
                  <c:v>45763.648611111108</c:v>
                </c:pt>
                <c:pt idx="86021">
                  <c:v>46014.62222222222</c:v>
                </c:pt>
                <c:pt idx="86022">
                  <c:v>45942.423611111109</c:v>
                </c:pt>
                <c:pt idx="86023">
                  <c:v>45525.354861111111</c:v>
                </c:pt>
                <c:pt idx="86024">
                  <c:v>45769.324999999997</c:v>
                </c:pt>
                <c:pt idx="86025">
                  <c:v>45317.799305555563</c:v>
                </c:pt>
                <c:pt idx="86026">
                  <c:v>45628.826388888891</c:v>
                </c:pt>
                <c:pt idx="86027">
                  <c:v>45628.415277777778</c:v>
                </c:pt>
                <c:pt idx="86028">
                  <c:v>45625.743055555547</c:v>
                </c:pt>
                <c:pt idx="86029">
                  <c:v>45744.821527777778</c:v>
                </c:pt>
                <c:pt idx="86030">
                  <c:v>45734.525000000001</c:v>
                </c:pt>
                <c:pt idx="86031">
                  <c:v>45408.652777777781</c:v>
                </c:pt>
                <c:pt idx="86032">
                  <c:v>45396.490277777782</c:v>
                </c:pt>
                <c:pt idx="86033">
                  <c:v>45769.242361111108</c:v>
                </c:pt>
                <c:pt idx="86034">
                  <c:v>45713.388888888891</c:v>
                </c:pt>
                <c:pt idx="86035">
                  <c:v>45557.543749999997</c:v>
                </c:pt>
                <c:pt idx="86036">
                  <c:v>45572.712500000001</c:v>
                </c:pt>
                <c:pt idx="86037">
                  <c:v>45661.543749999997</c:v>
                </c:pt>
                <c:pt idx="86038">
                  <c:v>45586.690972222219</c:v>
                </c:pt>
                <c:pt idx="86039">
                  <c:v>45740.246527777781</c:v>
                </c:pt>
                <c:pt idx="86040">
                  <c:v>45541.423611111109</c:v>
                </c:pt>
                <c:pt idx="86041">
                  <c:v>45637.885416666657</c:v>
                </c:pt>
                <c:pt idx="86042">
                  <c:v>45619.393750000003</c:v>
                </c:pt>
                <c:pt idx="86043">
                  <c:v>45488.306944444441</c:v>
                </c:pt>
                <c:pt idx="86044">
                  <c:v>45483.270138888889</c:v>
                </c:pt>
                <c:pt idx="86045">
                  <c:v>45638.361111111109</c:v>
                </c:pt>
                <c:pt idx="86046">
                  <c:v>45771.548611111109</c:v>
                </c:pt>
                <c:pt idx="86047">
                  <c:v>45869.379166666673</c:v>
                </c:pt>
                <c:pt idx="86048">
                  <c:v>45659.513888888891</c:v>
                </c:pt>
                <c:pt idx="86049">
                  <c:v>45685.36041666667</c:v>
                </c:pt>
                <c:pt idx="86050">
                  <c:v>45803.638194444437</c:v>
                </c:pt>
                <c:pt idx="86051">
                  <c:v>45714.597916666673</c:v>
                </c:pt>
                <c:pt idx="86052">
                  <c:v>45849.51458333333</c:v>
                </c:pt>
                <c:pt idx="86053">
                  <c:v>45740.517361111109</c:v>
                </c:pt>
                <c:pt idx="86054">
                  <c:v>45768.625</c:v>
                </c:pt>
                <c:pt idx="86055">
                  <c:v>45594.727777777778</c:v>
                </c:pt>
                <c:pt idx="86056">
                  <c:v>45401.730555555558</c:v>
                </c:pt>
                <c:pt idx="86057">
                  <c:v>45294.163194444453</c:v>
                </c:pt>
                <c:pt idx="86058">
                  <c:v>45574.071527777778</c:v>
                </c:pt>
                <c:pt idx="86059">
                  <c:v>45930.772916666669</c:v>
                </c:pt>
                <c:pt idx="86060">
                  <c:v>45820.42083333333</c:v>
                </c:pt>
                <c:pt idx="86061">
                  <c:v>45865.543749999997</c:v>
                </c:pt>
                <c:pt idx="86062">
                  <c:v>45946.321527777778</c:v>
                </c:pt>
                <c:pt idx="86063">
                  <c:v>45841.973611111112</c:v>
                </c:pt>
                <c:pt idx="86064">
                  <c:v>45878.469444444447</c:v>
                </c:pt>
                <c:pt idx="86065">
                  <c:v>45910.556944444441</c:v>
                </c:pt>
                <c:pt idx="86066">
                  <c:v>45800.622916666667</c:v>
                </c:pt>
                <c:pt idx="86067">
                  <c:v>45921.745138888888</c:v>
                </c:pt>
                <c:pt idx="86068">
                  <c:v>45586.688888888893</c:v>
                </c:pt>
                <c:pt idx="86069">
                  <c:v>45433.7</c:v>
                </c:pt>
                <c:pt idx="86070">
                  <c:v>45799.320833333331</c:v>
                </c:pt>
                <c:pt idx="86071">
                  <c:v>45675.800694444442</c:v>
                </c:pt>
                <c:pt idx="86072">
                  <c:v>45915.42291666667</c:v>
                </c:pt>
                <c:pt idx="86073">
                  <c:v>45451.67083333333</c:v>
                </c:pt>
                <c:pt idx="86074">
                  <c:v>45737.518055555563</c:v>
                </c:pt>
                <c:pt idx="86075">
                  <c:v>45879.544444444437</c:v>
                </c:pt>
                <c:pt idx="86076">
                  <c:v>45319.465277777781</c:v>
                </c:pt>
                <c:pt idx="86077">
                  <c:v>45601.552777777782</c:v>
                </c:pt>
                <c:pt idx="86078">
                  <c:v>46000.331944444442</c:v>
                </c:pt>
                <c:pt idx="86079">
                  <c:v>46018.526388888888</c:v>
                </c:pt>
                <c:pt idx="86080">
                  <c:v>45493.4375</c:v>
                </c:pt>
                <c:pt idx="86081">
                  <c:v>45981.488888888889</c:v>
                </c:pt>
                <c:pt idx="86082">
                  <c:v>46013.524305555547</c:v>
                </c:pt>
                <c:pt idx="86083">
                  <c:v>45966.354166666657</c:v>
                </c:pt>
                <c:pt idx="86084">
                  <c:v>45433.366666666669</c:v>
                </c:pt>
                <c:pt idx="86085">
                  <c:v>45858.668749999997</c:v>
                </c:pt>
                <c:pt idx="86086">
                  <c:v>45938.568749999999</c:v>
                </c:pt>
                <c:pt idx="86087">
                  <c:v>45845.723611111112</c:v>
                </c:pt>
                <c:pt idx="86088">
                  <c:v>45619.857638888891</c:v>
                </c:pt>
                <c:pt idx="86089">
                  <c:v>45571.517361111109</c:v>
                </c:pt>
                <c:pt idx="86090">
                  <c:v>45590.939583333333</c:v>
                </c:pt>
                <c:pt idx="86091">
                  <c:v>45709.854861111111</c:v>
                </c:pt>
                <c:pt idx="86092">
                  <c:v>45745.968055555553</c:v>
                </c:pt>
                <c:pt idx="86093">
                  <c:v>45677.601388888892</c:v>
                </c:pt>
                <c:pt idx="86094">
                  <c:v>45731.960416666669</c:v>
                </c:pt>
                <c:pt idx="86095">
                  <c:v>45640.019444444442</c:v>
                </c:pt>
                <c:pt idx="86096">
                  <c:v>45882.600694444453</c:v>
                </c:pt>
                <c:pt idx="86097">
                  <c:v>45453.824999999997</c:v>
                </c:pt>
                <c:pt idx="86098">
                  <c:v>45687.463194444441</c:v>
                </c:pt>
                <c:pt idx="86099">
                  <c:v>45597.534722222219</c:v>
                </c:pt>
                <c:pt idx="86100">
                  <c:v>45582.604861111111</c:v>
                </c:pt>
                <c:pt idx="86101">
                  <c:v>45592.438888888893</c:v>
                </c:pt>
                <c:pt idx="86102">
                  <c:v>45576.461805555547</c:v>
                </c:pt>
                <c:pt idx="86103">
                  <c:v>45818.51666666667</c:v>
                </c:pt>
                <c:pt idx="86104">
                  <c:v>45320.487500000003</c:v>
                </c:pt>
                <c:pt idx="86105">
                  <c:v>45783.711111111108</c:v>
                </c:pt>
                <c:pt idx="86106">
                  <c:v>45649.120833333327</c:v>
                </c:pt>
                <c:pt idx="86107">
                  <c:v>45833.365277777782</c:v>
                </c:pt>
                <c:pt idx="86108">
                  <c:v>45833.365277777782</c:v>
                </c:pt>
                <c:pt idx="86109">
                  <c:v>45649.120833333327</c:v>
                </c:pt>
                <c:pt idx="86110">
                  <c:v>45503.393750000003</c:v>
                </c:pt>
                <c:pt idx="86111">
                  <c:v>45503.393750000003</c:v>
                </c:pt>
                <c:pt idx="86112">
                  <c:v>45783.711111111108</c:v>
                </c:pt>
                <c:pt idx="86113">
                  <c:v>45693.470833333333</c:v>
                </c:pt>
                <c:pt idx="86114">
                  <c:v>45693.470833333333</c:v>
                </c:pt>
                <c:pt idx="86115">
                  <c:v>45591.606249999997</c:v>
                </c:pt>
                <c:pt idx="86116">
                  <c:v>45742.431944444441</c:v>
                </c:pt>
                <c:pt idx="86117">
                  <c:v>45742.431944444441</c:v>
                </c:pt>
                <c:pt idx="86118">
                  <c:v>45589.770138888889</c:v>
                </c:pt>
                <c:pt idx="86119">
                  <c:v>45591.606249999997</c:v>
                </c:pt>
                <c:pt idx="86120">
                  <c:v>45589.770138888889</c:v>
                </c:pt>
                <c:pt idx="86121">
                  <c:v>45954.09375</c:v>
                </c:pt>
                <c:pt idx="86122">
                  <c:v>45788.113888888889</c:v>
                </c:pt>
                <c:pt idx="86123">
                  <c:v>45870.088888888888</c:v>
                </c:pt>
                <c:pt idx="86124">
                  <c:v>45482.07708333333</c:v>
                </c:pt>
                <c:pt idx="86125">
                  <c:v>45563.03402777778</c:v>
                </c:pt>
                <c:pt idx="86126">
                  <c:v>45313.126388888893</c:v>
                </c:pt>
                <c:pt idx="86127">
                  <c:v>45717.866666666669</c:v>
                </c:pt>
                <c:pt idx="86128">
                  <c:v>45924.813194444447</c:v>
                </c:pt>
                <c:pt idx="86129">
                  <c:v>45610.743055555547</c:v>
                </c:pt>
                <c:pt idx="86130">
                  <c:v>45464.90625</c:v>
                </c:pt>
                <c:pt idx="86131">
                  <c:v>46004.272222222222</c:v>
                </c:pt>
                <c:pt idx="86132">
                  <c:v>45673.510416666657</c:v>
                </c:pt>
                <c:pt idx="86133">
                  <c:v>45321.737500000003</c:v>
                </c:pt>
                <c:pt idx="86134">
                  <c:v>45838.671527777777</c:v>
                </c:pt>
                <c:pt idx="86135">
                  <c:v>45470.527083333327</c:v>
                </c:pt>
                <c:pt idx="86136">
                  <c:v>45601.59375</c:v>
                </c:pt>
                <c:pt idx="86137">
                  <c:v>46018.647916666669</c:v>
                </c:pt>
                <c:pt idx="86138">
                  <c:v>45663.552083333343</c:v>
                </c:pt>
                <c:pt idx="86139">
                  <c:v>46006.549305555563</c:v>
                </c:pt>
                <c:pt idx="86140">
                  <c:v>45409.59375</c:v>
                </c:pt>
                <c:pt idx="86141">
                  <c:v>45693.95416666667</c:v>
                </c:pt>
                <c:pt idx="86142">
                  <c:v>45705.50277777778</c:v>
                </c:pt>
                <c:pt idx="86143">
                  <c:v>45728.697222222218</c:v>
                </c:pt>
                <c:pt idx="86144">
                  <c:v>46006.82916666667</c:v>
                </c:pt>
                <c:pt idx="86145">
                  <c:v>45966.385416666657</c:v>
                </c:pt>
                <c:pt idx="86146">
                  <c:v>45681.309027777781</c:v>
                </c:pt>
                <c:pt idx="86147">
                  <c:v>45567.434027777781</c:v>
                </c:pt>
                <c:pt idx="86148">
                  <c:v>45553.378472222219</c:v>
                </c:pt>
                <c:pt idx="86149">
                  <c:v>45644.845833333333</c:v>
                </c:pt>
                <c:pt idx="86150">
                  <c:v>45673.498611111107</c:v>
                </c:pt>
                <c:pt idx="86151">
                  <c:v>45578.061805555553</c:v>
                </c:pt>
                <c:pt idx="86152">
                  <c:v>45502.612500000003</c:v>
                </c:pt>
                <c:pt idx="86153">
                  <c:v>45528.348611111112</c:v>
                </c:pt>
                <c:pt idx="86154">
                  <c:v>45617.479166666657</c:v>
                </c:pt>
                <c:pt idx="86155">
                  <c:v>45770.45</c:v>
                </c:pt>
                <c:pt idx="86156">
                  <c:v>45979.468055555553</c:v>
                </c:pt>
                <c:pt idx="86157">
                  <c:v>45989.364583333343</c:v>
                </c:pt>
                <c:pt idx="86158">
                  <c:v>45742.431944444441</c:v>
                </c:pt>
                <c:pt idx="86159">
                  <c:v>45532.573611111111</c:v>
                </c:pt>
                <c:pt idx="86160">
                  <c:v>45385.592361111107</c:v>
                </c:pt>
                <c:pt idx="86161">
                  <c:v>45307.677083333343</c:v>
                </c:pt>
                <c:pt idx="86162">
                  <c:v>45882.720138888893</c:v>
                </c:pt>
                <c:pt idx="86163">
                  <c:v>45690.486805555563</c:v>
                </c:pt>
                <c:pt idx="86164">
                  <c:v>45747.578472222223</c:v>
                </c:pt>
                <c:pt idx="86165">
                  <c:v>45985.655555555553</c:v>
                </c:pt>
                <c:pt idx="86166">
                  <c:v>45882.892361111109</c:v>
                </c:pt>
                <c:pt idx="86167">
                  <c:v>45845.896527777782</c:v>
                </c:pt>
                <c:pt idx="86168">
                  <c:v>45328.543055555558</c:v>
                </c:pt>
                <c:pt idx="86169">
                  <c:v>45429.299305555563</c:v>
                </c:pt>
                <c:pt idx="86170">
                  <c:v>45564.412499999999</c:v>
                </c:pt>
                <c:pt idx="86171">
                  <c:v>45783.768750000003</c:v>
                </c:pt>
                <c:pt idx="86172">
                  <c:v>45457.633333333331</c:v>
                </c:pt>
                <c:pt idx="86173">
                  <c:v>45647.822222222218</c:v>
                </c:pt>
                <c:pt idx="86174">
                  <c:v>45741.711111111108</c:v>
                </c:pt>
                <c:pt idx="86175">
                  <c:v>45597.725694444453</c:v>
                </c:pt>
                <c:pt idx="86176">
                  <c:v>45935.384027777778</c:v>
                </c:pt>
                <c:pt idx="86177">
                  <c:v>45739.484027777777</c:v>
                </c:pt>
                <c:pt idx="86178">
                  <c:v>45507.421527777777</c:v>
                </c:pt>
                <c:pt idx="86179">
                  <c:v>45534.438194444447</c:v>
                </c:pt>
                <c:pt idx="86180">
                  <c:v>45534.443749999999</c:v>
                </c:pt>
                <c:pt idx="86181">
                  <c:v>45820.372916666667</c:v>
                </c:pt>
                <c:pt idx="86182">
                  <c:v>45436.459722222222</c:v>
                </c:pt>
                <c:pt idx="86183">
                  <c:v>45722.353472222218</c:v>
                </c:pt>
                <c:pt idx="86184">
                  <c:v>45808.923611111109</c:v>
                </c:pt>
                <c:pt idx="86185">
                  <c:v>45840.051388888889</c:v>
                </c:pt>
                <c:pt idx="86186">
                  <c:v>45714.447222222218</c:v>
                </c:pt>
                <c:pt idx="86187">
                  <c:v>45784.763888888891</c:v>
                </c:pt>
                <c:pt idx="86188">
                  <c:v>45666.856249999997</c:v>
                </c:pt>
                <c:pt idx="86189">
                  <c:v>45773.729861111111</c:v>
                </c:pt>
                <c:pt idx="86190">
                  <c:v>45607.902777777781</c:v>
                </c:pt>
                <c:pt idx="86191">
                  <c:v>45839.619444444441</c:v>
                </c:pt>
                <c:pt idx="86192">
                  <c:v>45635.911111111112</c:v>
                </c:pt>
                <c:pt idx="86193">
                  <c:v>45925.745833333327</c:v>
                </c:pt>
                <c:pt idx="86194">
                  <c:v>45302.097222222219</c:v>
                </c:pt>
                <c:pt idx="86195">
                  <c:v>45678.782638888893</c:v>
                </c:pt>
                <c:pt idx="86196">
                  <c:v>46002.893055555563</c:v>
                </c:pt>
                <c:pt idx="86197">
                  <c:v>45306.731249999997</c:v>
                </c:pt>
                <c:pt idx="86198">
                  <c:v>45896.548611111109</c:v>
                </c:pt>
                <c:pt idx="86199">
                  <c:v>45707.51458333333</c:v>
                </c:pt>
                <c:pt idx="86200">
                  <c:v>45992.727777777778</c:v>
                </c:pt>
                <c:pt idx="86201">
                  <c:v>45743.333333333343</c:v>
                </c:pt>
                <c:pt idx="86202">
                  <c:v>46020.568749999999</c:v>
                </c:pt>
                <c:pt idx="86203">
                  <c:v>45925.45</c:v>
                </c:pt>
                <c:pt idx="86204">
                  <c:v>46000.563888888893</c:v>
                </c:pt>
                <c:pt idx="86205">
                  <c:v>45964.9</c:v>
                </c:pt>
                <c:pt idx="86206">
                  <c:v>45397.354861111111</c:v>
                </c:pt>
                <c:pt idx="86207">
                  <c:v>45352.888888888891</c:v>
                </c:pt>
                <c:pt idx="86208">
                  <c:v>45497.996527777781</c:v>
                </c:pt>
                <c:pt idx="86209">
                  <c:v>45333.75277777778</c:v>
                </c:pt>
                <c:pt idx="86210">
                  <c:v>45899.739583333343</c:v>
                </c:pt>
                <c:pt idx="86211">
                  <c:v>45460.197916666657</c:v>
                </c:pt>
                <c:pt idx="86212">
                  <c:v>45827.935416666667</c:v>
                </c:pt>
                <c:pt idx="86213">
                  <c:v>45466.545138888891</c:v>
                </c:pt>
                <c:pt idx="86214">
                  <c:v>45646.415277777778</c:v>
                </c:pt>
                <c:pt idx="86215">
                  <c:v>45707.537499999999</c:v>
                </c:pt>
                <c:pt idx="86216">
                  <c:v>45766.851388888892</c:v>
                </c:pt>
                <c:pt idx="86217">
                  <c:v>45945.424305555563</c:v>
                </c:pt>
                <c:pt idx="86218">
                  <c:v>45422.380555555559</c:v>
                </c:pt>
                <c:pt idx="86219">
                  <c:v>45319.487500000003</c:v>
                </c:pt>
                <c:pt idx="86220">
                  <c:v>45871.491666666669</c:v>
                </c:pt>
                <c:pt idx="86221">
                  <c:v>45675.272916666669</c:v>
                </c:pt>
                <c:pt idx="86222">
                  <c:v>45794.469444444447</c:v>
                </c:pt>
                <c:pt idx="86223">
                  <c:v>45865.811111111107</c:v>
                </c:pt>
                <c:pt idx="86224">
                  <c:v>45828.351388888892</c:v>
                </c:pt>
                <c:pt idx="86225">
                  <c:v>45747.427083333343</c:v>
                </c:pt>
                <c:pt idx="86226">
                  <c:v>45742.688888888893</c:v>
                </c:pt>
                <c:pt idx="86227">
                  <c:v>45902.363194444442</c:v>
                </c:pt>
                <c:pt idx="86228">
                  <c:v>45531.411805555559</c:v>
                </c:pt>
                <c:pt idx="86229">
                  <c:v>45901.892361111109</c:v>
                </c:pt>
                <c:pt idx="86230">
                  <c:v>45960.724999999999</c:v>
                </c:pt>
                <c:pt idx="86231">
                  <c:v>45372.800694444442</c:v>
                </c:pt>
                <c:pt idx="86232">
                  <c:v>45767.93472222222</c:v>
                </c:pt>
                <c:pt idx="86233">
                  <c:v>45643.531944444447</c:v>
                </c:pt>
                <c:pt idx="86234">
                  <c:v>45625.515277777777</c:v>
                </c:pt>
                <c:pt idx="86235">
                  <c:v>45693.745833333327</c:v>
                </c:pt>
                <c:pt idx="86236">
                  <c:v>45754.440972222219</c:v>
                </c:pt>
                <c:pt idx="86237">
                  <c:v>45828.852777777778</c:v>
                </c:pt>
                <c:pt idx="86238">
                  <c:v>45742.508333333331</c:v>
                </c:pt>
                <c:pt idx="86239">
                  <c:v>45806.675694444442</c:v>
                </c:pt>
                <c:pt idx="86240">
                  <c:v>45800.611805555563</c:v>
                </c:pt>
                <c:pt idx="86241">
                  <c:v>45784.902777777781</c:v>
                </c:pt>
                <c:pt idx="86242">
                  <c:v>45715.768750000003</c:v>
                </c:pt>
                <c:pt idx="86243">
                  <c:v>45719.512499999997</c:v>
                </c:pt>
                <c:pt idx="86244">
                  <c:v>45910.881944444453</c:v>
                </c:pt>
                <c:pt idx="86245">
                  <c:v>45669.738888888889</c:v>
                </c:pt>
                <c:pt idx="86246">
                  <c:v>45910.881944444453</c:v>
                </c:pt>
                <c:pt idx="86247">
                  <c:v>45929.920138888891</c:v>
                </c:pt>
                <c:pt idx="86248">
                  <c:v>45970.748611111107</c:v>
                </c:pt>
                <c:pt idx="86249">
                  <c:v>45597.935416666667</c:v>
                </c:pt>
                <c:pt idx="86250">
                  <c:v>45597.935416666667</c:v>
                </c:pt>
                <c:pt idx="86251">
                  <c:v>45894.902083333327</c:v>
                </c:pt>
                <c:pt idx="86252">
                  <c:v>45669.738888888889</c:v>
                </c:pt>
                <c:pt idx="86253">
                  <c:v>45894.902083333327</c:v>
                </c:pt>
                <c:pt idx="86254">
                  <c:v>45970.748611111107</c:v>
                </c:pt>
                <c:pt idx="86255">
                  <c:v>45698.947222222218</c:v>
                </c:pt>
                <c:pt idx="86256">
                  <c:v>45929.920138888891</c:v>
                </c:pt>
                <c:pt idx="86257">
                  <c:v>45621.925000000003</c:v>
                </c:pt>
                <c:pt idx="86258">
                  <c:v>45621.925000000003</c:v>
                </c:pt>
                <c:pt idx="86259">
                  <c:v>45698.947222222218</c:v>
                </c:pt>
                <c:pt idx="86260">
                  <c:v>45774.76666666667</c:v>
                </c:pt>
                <c:pt idx="86261">
                  <c:v>45436.379166666673</c:v>
                </c:pt>
                <c:pt idx="86262">
                  <c:v>45317.668749999997</c:v>
                </c:pt>
                <c:pt idx="86263">
                  <c:v>45780.80972222222</c:v>
                </c:pt>
                <c:pt idx="86264">
                  <c:v>45477.811111111107</c:v>
                </c:pt>
                <c:pt idx="86265">
                  <c:v>46022.413194444453</c:v>
                </c:pt>
                <c:pt idx="86266">
                  <c:v>45714.649305555547</c:v>
                </c:pt>
                <c:pt idx="86267">
                  <c:v>45879.558333333327</c:v>
                </c:pt>
                <c:pt idx="86268">
                  <c:v>45730.594444444447</c:v>
                </c:pt>
                <c:pt idx="86269">
                  <c:v>45843.415972222218</c:v>
                </c:pt>
                <c:pt idx="86270">
                  <c:v>45849.17291666667</c:v>
                </c:pt>
                <c:pt idx="86271">
                  <c:v>45959.184027777781</c:v>
                </c:pt>
                <c:pt idx="86272">
                  <c:v>46009.877083333333</c:v>
                </c:pt>
                <c:pt idx="86273">
                  <c:v>45939.210416666669</c:v>
                </c:pt>
                <c:pt idx="86274">
                  <c:v>45887.551388888889</c:v>
                </c:pt>
                <c:pt idx="86275">
                  <c:v>45771.178472222222</c:v>
                </c:pt>
                <c:pt idx="86276">
                  <c:v>45940.224999999999</c:v>
                </c:pt>
                <c:pt idx="86277">
                  <c:v>45892.455555555563</c:v>
                </c:pt>
                <c:pt idx="86278">
                  <c:v>45910.225694444453</c:v>
                </c:pt>
                <c:pt idx="86279">
                  <c:v>45940.567361111112</c:v>
                </c:pt>
                <c:pt idx="86280">
                  <c:v>45942.972916666673</c:v>
                </c:pt>
                <c:pt idx="86281">
                  <c:v>45866.671527777777</c:v>
                </c:pt>
                <c:pt idx="86282">
                  <c:v>45732.761805555558</c:v>
                </c:pt>
                <c:pt idx="86283">
                  <c:v>45754.053472222222</c:v>
                </c:pt>
                <c:pt idx="86284">
                  <c:v>45767.175000000003</c:v>
                </c:pt>
                <c:pt idx="86285">
                  <c:v>45822.002083333333</c:v>
                </c:pt>
                <c:pt idx="86286">
                  <c:v>45786.958333333343</c:v>
                </c:pt>
                <c:pt idx="86287">
                  <c:v>45850.1875</c:v>
                </c:pt>
                <c:pt idx="86288">
                  <c:v>45681.367361111108</c:v>
                </c:pt>
                <c:pt idx="86289">
                  <c:v>45653.431944444441</c:v>
                </c:pt>
                <c:pt idx="86290">
                  <c:v>45665.459722222222</c:v>
                </c:pt>
                <c:pt idx="86291">
                  <c:v>45716.756249999999</c:v>
                </c:pt>
                <c:pt idx="86292">
                  <c:v>46010.456250000003</c:v>
                </c:pt>
                <c:pt idx="86293">
                  <c:v>45895.479861111111</c:v>
                </c:pt>
                <c:pt idx="86294">
                  <c:v>45925.759027777778</c:v>
                </c:pt>
                <c:pt idx="86295">
                  <c:v>45925.759027777778</c:v>
                </c:pt>
                <c:pt idx="86296">
                  <c:v>45848.008333333331</c:v>
                </c:pt>
                <c:pt idx="86297">
                  <c:v>45895.479861111111</c:v>
                </c:pt>
                <c:pt idx="86298">
                  <c:v>46010.456250000003</c:v>
                </c:pt>
                <c:pt idx="86299">
                  <c:v>45848.008333333331</c:v>
                </c:pt>
                <c:pt idx="86300">
                  <c:v>45762.520138888889</c:v>
                </c:pt>
                <c:pt idx="86301">
                  <c:v>45713.519444444442</c:v>
                </c:pt>
                <c:pt idx="86302">
                  <c:v>45923.760416666657</c:v>
                </c:pt>
                <c:pt idx="86303">
                  <c:v>45467.916666666657</c:v>
                </c:pt>
                <c:pt idx="86304">
                  <c:v>45560.881944444453</c:v>
                </c:pt>
                <c:pt idx="86305">
                  <c:v>45990.454861111109</c:v>
                </c:pt>
                <c:pt idx="86306">
                  <c:v>45944.609027777777</c:v>
                </c:pt>
                <c:pt idx="86307">
                  <c:v>45973.469444444447</c:v>
                </c:pt>
                <c:pt idx="86308">
                  <c:v>46023.669444444437</c:v>
                </c:pt>
                <c:pt idx="86309">
                  <c:v>45974.668749999997</c:v>
                </c:pt>
                <c:pt idx="86310">
                  <c:v>45945.396527777782</c:v>
                </c:pt>
                <c:pt idx="86311">
                  <c:v>45992.378472222219</c:v>
                </c:pt>
                <c:pt idx="86312">
                  <c:v>46016.520833333343</c:v>
                </c:pt>
                <c:pt idx="86313">
                  <c:v>45413.552083333343</c:v>
                </c:pt>
                <c:pt idx="86314">
                  <c:v>45354.652777777781</c:v>
                </c:pt>
                <c:pt idx="86315">
                  <c:v>45756.75</c:v>
                </c:pt>
                <c:pt idx="86316">
                  <c:v>45792.743750000001</c:v>
                </c:pt>
                <c:pt idx="86317">
                  <c:v>45724.015277777777</c:v>
                </c:pt>
                <c:pt idx="86318">
                  <c:v>45847.638888888891</c:v>
                </c:pt>
                <c:pt idx="86319">
                  <c:v>45829.993750000001</c:v>
                </c:pt>
                <c:pt idx="86320">
                  <c:v>45804.793055555558</c:v>
                </c:pt>
                <c:pt idx="86321">
                  <c:v>45769.945138888892</c:v>
                </c:pt>
                <c:pt idx="86322">
                  <c:v>45897.609027777777</c:v>
                </c:pt>
                <c:pt idx="86323">
                  <c:v>46000.592361111107</c:v>
                </c:pt>
                <c:pt idx="86324">
                  <c:v>45790.555555555547</c:v>
                </c:pt>
                <c:pt idx="86325">
                  <c:v>45846.65347222222</c:v>
                </c:pt>
                <c:pt idx="86326">
                  <c:v>45796.709027777782</c:v>
                </c:pt>
                <c:pt idx="86327">
                  <c:v>45989.322222222218</c:v>
                </c:pt>
                <c:pt idx="86328">
                  <c:v>45962.666666666657</c:v>
                </c:pt>
                <c:pt idx="86329">
                  <c:v>45905.568055555559</c:v>
                </c:pt>
                <c:pt idx="86330">
                  <c:v>45769.723611111112</c:v>
                </c:pt>
                <c:pt idx="86331">
                  <c:v>45490.479166666657</c:v>
                </c:pt>
                <c:pt idx="86332">
                  <c:v>45987.443055555559</c:v>
                </c:pt>
                <c:pt idx="86333">
                  <c:v>45859.606249999997</c:v>
                </c:pt>
                <c:pt idx="86334">
                  <c:v>45785.679166666669</c:v>
                </c:pt>
                <c:pt idx="86335">
                  <c:v>45992.415972222218</c:v>
                </c:pt>
                <c:pt idx="86336">
                  <c:v>45861.84097222222</c:v>
                </c:pt>
                <c:pt idx="86337">
                  <c:v>45989.543749999997</c:v>
                </c:pt>
                <c:pt idx="86338">
                  <c:v>45684.500694444447</c:v>
                </c:pt>
                <c:pt idx="86339">
                  <c:v>45914.53125</c:v>
                </c:pt>
                <c:pt idx="86340">
                  <c:v>45992.401388888888</c:v>
                </c:pt>
                <c:pt idx="86341">
                  <c:v>45719.668749999997</c:v>
                </c:pt>
                <c:pt idx="86342">
                  <c:v>45719.667361111111</c:v>
                </c:pt>
                <c:pt idx="86343">
                  <c:v>45992.411805555559</c:v>
                </c:pt>
                <c:pt idx="86344">
                  <c:v>45633.883333333331</c:v>
                </c:pt>
                <c:pt idx="86345">
                  <c:v>46002.725694444453</c:v>
                </c:pt>
                <c:pt idx="86346">
                  <c:v>45788.770833333343</c:v>
                </c:pt>
                <c:pt idx="86347">
                  <c:v>45904.043749999997</c:v>
                </c:pt>
                <c:pt idx="86348">
                  <c:v>45750.411805555559</c:v>
                </c:pt>
                <c:pt idx="86349">
                  <c:v>45881.938194444447</c:v>
                </c:pt>
                <c:pt idx="86350">
                  <c:v>45881.938194444447</c:v>
                </c:pt>
                <c:pt idx="86351">
                  <c:v>45324.771527777782</c:v>
                </c:pt>
                <c:pt idx="86352">
                  <c:v>45324.771527777782</c:v>
                </c:pt>
                <c:pt idx="86353">
                  <c:v>45728.880555555559</c:v>
                </c:pt>
                <c:pt idx="86354">
                  <c:v>45837.310416666667</c:v>
                </c:pt>
                <c:pt idx="86355">
                  <c:v>45361.972916666673</c:v>
                </c:pt>
                <c:pt idx="86356">
                  <c:v>45361.972916666673</c:v>
                </c:pt>
                <c:pt idx="86357">
                  <c:v>45837.310416666667</c:v>
                </c:pt>
                <c:pt idx="86358">
                  <c:v>45728.880555555559</c:v>
                </c:pt>
                <c:pt idx="86359">
                  <c:v>45876.248611111107</c:v>
                </c:pt>
                <c:pt idx="86360">
                  <c:v>45690.805555555547</c:v>
                </c:pt>
                <c:pt idx="86361">
                  <c:v>45681.754861111112</c:v>
                </c:pt>
                <c:pt idx="86362">
                  <c:v>45708.57916666667</c:v>
                </c:pt>
                <c:pt idx="86363">
                  <c:v>45725.862500000003</c:v>
                </c:pt>
                <c:pt idx="86364">
                  <c:v>45667.31527777778</c:v>
                </c:pt>
                <c:pt idx="86365">
                  <c:v>45600.487500000003</c:v>
                </c:pt>
                <c:pt idx="86366">
                  <c:v>45489.318749999999</c:v>
                </c:pt>
                <c:pt idx="86367">
                  <c:v>45561.304166666669</c:v>
                </c:pt>
                <c:pt idx="86368">
                  <c:v>45511.431250000001</c:v>
                </c:pt>
                <c:pt idx="86369">
                  <c:v>45698.354861111111</c:v>
                </c:pt>
                <c:pt idx="86370">
                  <c:v>45347.689583333333</c:v>
                </c:pt>
                <c:pt idx="86371">
                  <c:v>45591.702777777777</c:v>
                </c:pt>
                <c:pt idx="86372">
                  <c:v>45305.410416666673</c:v>
                </c:pt>
                <c:pt idx="86373">
                  <c:v>45516.743055555547</c:v>
                </c:pt>
                <c:pt idx="86374">
                  <c:v>45695.529166666667</c:v>
                </c:pt>
                <c:pt idx="86375">
                  <c:v>45695.525000000001</c:v>
                </c:pt>
                <c:pt idx="86376">
                  <c:v>45350.488888888889</c:v>
                </c:pt>
                <c:pt idx="86377">
                  <c:v>45429.740972222222</c:v>
                </c:pt>
                <c:pt idx="86378">
                  <c:v>45831.584027777782</c:v>
                </c:pt>
                <c:pt idx="86379">
                  <c:v>45458.69027777778</c:v>
                </c:pt>
                <c:pt idx="86380">
                  <c:v>45745.011111111111</c:v>
                </c:pt>
                <c:pt idx="86381">
                  <c:v>45392.959722222222</c:v>
                </c:pt>
                <c:pt idx="86382">
                  <c:v>45333.715277777781</c:v>
                </c:pt>
                <c:pt idx="86383">
                  <c:v>45610.70416666667</c:v>
                </c:pt>
                <c:pt idx="86384">
                  <c:v>45936.338194444441</c:v>
                </c:pt>
                <c:pt idx="86385">
                  <c:v>45631.256249999999</c:v>
                </c:pt>
                <c:pt idx="86386">
                  <c:v>45757.294444444437</c:v>
                </c:pt>
                <c:pt idx="86387">
                  <c:v>45362.495138888888</c:v>
                </c:pt>
                <c:pt idx="86388">
                  <c:v>45449.823611111111</c:v>
                </c:pt>
                <c:pt idx="86389">
                  <c:v>45483.190972222219</c:v>
                </c:pt>
                <c:pt idx="86390">
                  <c:v>45529.43472222222</c:v>
                </c:pt>
                <c:pt idx="86391">
                  <c:v>45423.46875</c:v>
                </c:pt>
                <c:pt idx="86392">
                  <c:v>45325.586111111108</c:v>
                </c:pt>
                <c:pt idx="86393">
                  <c:v>45595.776388888888</c:v>
                </c:pt>
                <c:pt idx="86394">
                  <c:v>45459.936111111107</c:v>
                </c:pt>
                <c:pt idx="86395">
                  <c:v>45565.633333333331</c:v>
                </c:pt>
                <c:pt idx="86396">
                  <c:v>45873.573611111111</c:v>
                </c:pt>
                <c:pt idx="86397">
                  <c:v>45764.441666666673</c:v>
                </c:pt>
                <c:pt idx="86398">
                  <c:v>45881.604166666657</c:v>
                </c:pt>
                <c:pt idx="86399">
                  <c:v>45877.449305555558</c:v>
                </c:pt>
                <c:pt idx="86400">
                  <c:v>45844.857638888891</c:v>
                </c:pt>
                <c:pt idx="86401">
                  <c:v>45896.769444444442</c:v>
                </c:pt>
                <c:pt idx="86402">
                  <c:v>45875.404166666667</c:v>
                </c:pt>
                <c:pt idx="86403">
                  <c:v>45737.614583333343</c:v>
                </c:pt>
                <c:pt idx="86404">
                  <c:v>45763.540972222218</c:v>
                </c:pt>
                <c:pt idx="86405">
                  <c:v>45819.751388888893</c:v>
                </c:pt>
                <c:pt idx="86406">
                  <c:v>45787.554166666669</c:v>
                </c:pt>
                <c:pt idx="86407">
                  <c:v>45866.496527777781</c:v>
                </c:pt>
                <c:pt idx="86408">
                  <c:v>45613.814583333333</c:v>
                </c:pt>
                <c:pt idx="86409">
                  <c:v>45698.404861111107</c:v>
                </c:pt>
                <c:pt idx="86410">
                  <c:v>45459.959027777782</c:v>
                </c:pt>
                <c:pt idx="86411">
                  <c:v>45811.959722222222</c:v>
                </c:pt>
                <c:pt idx="86412">
                  <c:v>45913.504861111112</c:v>
                </c:pt>
                <c:pt idx="86413">
                  <c:v>45312.673611111109</c:v>
                </c:pt>
                <c:pt idx="86414">
                  <c:v>46013.394444444442</c:v>
                </c:pt>
                <c:pt idx="86415">
                  <c:v>45476.529166666667</c:v>
                </c:pt>
                <c:pt idx="86416">
                  <c:v>45414.404861111107</c:v>
                </c:pt>
                <c:pt idx="86417">
                  <c:v>45712.574999999997</c:v>
                </c:pt>
                <c:pt idx="86418">
                  <c:v>45493.968055555553</c:v>
                </c:pt>
                <c:pt idx="86419">
                  <c:v>45531.458333333343</c:v>
                </c:pt>
                <c:pt idx="86420">
                  <c:v>45513.010416666657</c:v>
                </c:pt>
                <c:pt idx="86421">
                  <c:v>45731.661805555559</c:v>
                </c:pt>
                <c:pt idx="86422">
                  <c:v>45433.945138888892</c:v>
                </c:pt>
                <c:pt idx="86423">
                  <c:v>45764.813888888893</c:v>
                </c:pt>
                <c:pt idx="86424">
                  <c:v>45836.568055555559</c:v>
                </c:pt>
                <c:pt idx="86425">
                  <c:v>45715.864583333343</c:v>
                </c:pt>
                <c:pt idx="86426">
                  <c:v>45521.876388888893</c:v>
                </c:pt>
                <c:pt idx="86427">
                  <c:v>45652.479166666657</c:v>
                </c:pt>
                <c:pt idx="86428">
                  <c:v>45799.864583333343</c:v>
                </c:pt>
                <c:pt idx="86429">
                  <c:v>45619.845833333333</c:v>
                </c:pt>
                <c:pt idx="86430">
                  <c:v>45681.787499999999</c:v>
                </c:pt>
                <c:pt idx="86431">
                  <c:v>45411.663888888892</c:v>
                </c:pt>
                <c:pt idx="86432">
                  <c:v>45999.365972222222</c:v>
                </c:pt>
                <c:pt idx="86433">
                  <c:v>45314.556944444441</c:v>
                </c:pt>
                <c:pt idx="86434">
                  <c:v>45824.468055555553</c:v>
                </c:pt>
                <c:pt idx="86435">
                  <c:v>45317.619444444441</c:v>
                </c:pt>
                <c:pt idx="86436">
                  <c:v>45573.536111111112</c:v>
                </c:pt>
                <c:pt idx="86437">
                  <c:v>45602.697916666657</c:v>
                </c:pt>
                <c:pt idx="86438">
                  <c:v>45647.565972222219</c:v>
                </c:pt>
                <c:pt idx="86439">
                  <c:v>46014.875694444447</c:v>
                </c:pt>
                <c:pt idx="86440">
                  <c:v>45905.743055555547</c:v>
                </c:pt>
                <c:pt idx="86441">
                  <c:v>45819.802777777782</c:v>
                </c:pt>
                <c:pt idx="86442">
                  <c:v>45822.722222222219</c:v>
                </c:pt>
                <c:pt idx="86443">
                  <c:v>45521.421527777777</c:v>
                </c:pt>
                <c:pt idx="86444">
                  <c:v>45541.603472222218</c:v>
                </c:pt>
                <c:pt idx="86445">
                  <c:v>46002.458333333343</c:v>
                </c:pt>
                <c:pt idx="86446">
                  <c:v>45880.627083333333</c:v>
                </c:pt>
                <c:pt idx="86447">
                  <c:v>45517.25277777778</c:v>
                </c:pt>
                <c:pt idx="86448">
                  <c:v>45538.902083333327</c:v>
                </c:pt>
                <c:pt idx="86449">
                  <c:v>45571.447916666657</c:v>
                </c:pt>
                <c:pt idx="86450">
                  <c:v>45637.759722222218</c:v>
                </c:pt>
                <c:pt idx="86451">
                  <c:v>45754.863888888889</c:v>
                </c:pt>
                <c:pt idx="86452">
                  <c:v>45680.972916666673</c:v>
                </c:pt>
                <c:pt idx="86453">
                  <c:v>45880.931944444441</c:v>
                </c:pt>
                <c:pt idx="86454">
                  <c:v>45529.953472222223</c:v>
                </c:pt>
                <c:pt idx="86455">
                  <c:v>45604.602083333331</c:v>
                </c:pt>
                <c:pt idx="86456">
                  <c:v>45644.779861111107</c:v>
                </c:pt>
                <c:pt idx="86457">
                  <c:v>45848.727083333331</c:v>
                </c:pt>
                <c:pt idx="86458">
                  <c:v>45473.898611111108</c:v>
                </c:pt>
                <c:pt idx="86459">
                  <c:v>45594.588888888888</c:v>
                </c:pt>
                <c:pt idx="86460">
                  <c:v>45788.084027777782</c:v>
                </c:pt>
                <c:pt idx="86461">
                  <c:v>45434.459027777782</c:v>
                </c:pt>
                <c:pt idx="86462">
                  <c:v>45356.919444444437</c:v>
                </c:pt>
                <c:pt idx="86463">
                  <c:v>45936.553472222222</c:v>
                </c:pt>
                <c:pt idx="86464">
                  <c:v>45661.040277777778</c:v>
                </c:pt>
                <c:pt idx="86465">
                  <c:v>45859.665972222218</c:v>
                </c:pt>
                <c:pt idx="86466">
                  <c:v>45616.586805555547</c:v>
                </c:pt>
                <c:pt idx="86467">
                  <c:v>45626.974999999999</c:v>
                </c:pt>
                <c:pt idx="86468">
                  <c:v>45738.368750000001</c:v>
                </c:pt>
                <c:pt idx="86469">
                  <c:v>45738.371527777781</c:v>
                </c:pt>
                <c:pt idx="86470">
                  <c:v>45991.864583333343</c:v>
                </c:pt>
                <c:pt idx="86471">
                  <c:v>45851.730555555558</c:v>
                </c:pt>
                <c:pt idx="86472">
                  <c:v>45877.753472222219</c:v>
                </c:pt>
                <c:pt idx="86473">
                  <c:v>45912.770138888889</c:v>
                </c:pt>
                <c:pt idx="86474">
                  <c:v>45766.865972222222</c:v>
                </c:pt>
                <c:pt idx="86475">
                  <c:v>45794.854861111111</c:v>
                </c:pt>
                <c:pt idx="86476">
                  <c:v>45826.629861111112</c:v>
                </c:pt>
                <c:pt idx="86477">
                  <c:v>45296.772916666669</c:v>
                </c:pt>
                <c:pt idx="86478">
                  <c:v>45522.406944444447</c:v>
                </c:pt>
                <c:pt idx="86479">
                  <c:v>45813.834027777782</c:v>
                </c:pt>
                <c:pt idx="86480">
                  <c:v>45956.706250000003</c:v>
                </c:pt>
                <c:pt idx="86481">
                  <c:v>45669.929861111108</c:v>
                </c:pt>
                <c:pt idx="86482">
                  <c:v>45793.734027777777</c:v>
                </c:pt>
                <c:pt idx="86483">
                  <c:v>45718.435416666667</c:v>
                </c:pt>
                <c:pt idx="86484">
                  <c:v>45741.763194444437</c:v>
                </c:pt>
                <c:pt idx="86485">
                  <c:v>45765.379861111112</c:v>
                </c:pt>
                <c:pt idx="86486">
                  <c:v>45907.552083333343</c:v>
                </c:pt>
                <c:pt idx="86487">
                  <c:v>45839.486111111109</c:v>
                </c:pt>
                <c:pt idx="86488">
                  <c:v>45923.365277777782</c:v>
                </c:pt>
                <c:pt idx="86489">
                  <c:v>45801.814583333333</c:v>
                </c:pt>
                <c:pt idx="86490">
                  <c:v>45491.599305555559</c:v>
                </c:pt>
                <c:pt idx="86491">
                  <c:v>45783.579861111109</c:v>
                </c:pt>
                <c:pt idx="86492">
                  <c:v>45348.629166666673</c:v>
                </c:pt>
                <c:pt idx="86493">
                  <c:v>45999.665277777778</c:v>
                </c:pt>
                <c:pt idx="86494">
                  <c:v>45783.719444444447</c:v>
                </c:pt>
                <c:pt idx="86495">
                  <c:v>45957.59097222222</c:v>
                </c:pt>
                <c:pt idx="86496">
                  <c:v>45844.67291666667</c:v>
                </c:pt>
                <c:pt idx="86497">
                  <c:v>45757.362500000003</c:v>
                </c:pt>
                <c:pt idx="86498">
                  <c:v>45978.612500000003</c:v>
                </c:pt>
                <c:pt idx="86499">
                  <c:v>46023.591666666667</c:v>
                </c:pt>
                <c:pt idx="86500">
                  <c:v>45806.854861111111</c:v>
                </c:pt>
                <c:pt idx="86501">
                  <c:v>45893.960416666669</c:v>
                </c:pt>
                <c:pt idx="86502">
                  <c:v>45928.897222222222</c:v>
                </c:pt>
                <c:pt idx="86503">
                  <c:v>45974.532638888893</c:v>
                </c:pt>
                <c:pt idx="86504">
                  <c:v>45567.330555555563</c:v>
                </c:pt>
                <c:pt idx="86505">
                  <c:v>45407.28125</c:v>
                </c:pt>
                <c:pt idx="86506">
                  <c:v>45636.31527777778</c:v>
                </c:pt>
                <c:pt idx="86507">
                  <c:v>45347.295138888891</c:v>
                </c:pt>
                <c:pt idx="86508">
                  <c:v>46008.705555555563</c:v>
                </c:pt>
                <c:pt idx="86509">
                  <c:v>45591.703472222223</c:v>
                </c:pt>
                <c:pt idx="86510">
                  <c:v>45353.650694444441</c:v>
                </c:pt>
                <c:pt idx="86511">
                  <c:v>45920.495138888888</c:v>
                </c:pt>
                <c:pt idx="86512">
                  <c:v>45748.402083333327</c:v>
                </c:pt>
                <c:pt idx="86513">
                  <c:v>45931.459722222222</c:v>
                </c:pt>
                <c:pt idx="86514">
                  <c:v>45969.536805555559</c:v>
                </c:pt>
                <c:pt idx="86515">
                  <c:v>45420.818055555559</c:v>
                </c:pt>
                <c:pt idx="86516">
                  <c:v>45566.777083333327</c:v>
                </c:pt>
                <c:pt idx="86517">
                  <c:v>45632.429861111108</c:v>
                </c:pt>
                <c:pt idx="86518">
                  <c:v>45409.746527777781</c:v>
                </c:pt>
                <c:pt idx="86519">
                  <c:v>45482.841666666667</c:v>
                </c:pt>
                <c:pt idx="86520">
                  <c:v>45517.595138888893</c:v>
                </c:pt>
                <c:pt idx="86521">
                  <c:v>45866.460416666669</c:v>
                </c:pt>
                <c:pt idx="86522">
                  <c:v>45922.476388888892</c:v>
                </c:pt>
                <c:pt idx="86523">
                  <c:v>45975.578472222223</c:v>
                </c:pt>
                <c:pt idx="86524">
                  <c:v>45951.427777777782</c:v>
                </c:pt>
                <c:pt idx="86525">
                  <c:v>45897.617361111108</c:v>
                </c:pt>
                <c:pt idx="86526">
                  <c:v>45373.551388888889</c:v>
                </c:pt>
                <c:pt idx="86527">
                  <c:v>45990.477083333331</c:v>
                </c:pt>
                <c:pt idx="86528">
                  <c:v>45758.45</c:v>
                </c:pt>
                <c:pt idx="86529">
                  <c:v>45581.668055555558</c:v>
                </c:pt>
                <c:pt idx="86530">
                  <c:v>45686.780555555553</c:v>
                </c:pt>
                <c:pt idx="86531">
                  <c:v>45925.442361111112</c:v>
                </c:pt>
                <c:pt idx="86532">
                  <c:v>45805.756249999999</c:v>
                </c:pt>
                <c:pt idx="86533">
                  <c:v>45985.40902777778</c:v>
                </c:pt>
                <c:pt idx="86534">
                  <c:v>45435.515277777777</c:v>
                </c:pt>
                <c:pt idx="86535">
                  <c:v>45985.417361111111</c:v>
                </c:pt>
                <c:pt idx="86536">
                  <c:v>45854.564583333333</c:v>
                </c:pt>
                <c:pt idx="86537">
                  <c:v>45336.201388888891</c:v>
                </c:pt>
                <c:pt idx="86538">
                  <c:v>45936.772916666669</c:v>
                </c:pt>
                <c:pt idx="86539">
                  <c:v>45336.448611111111</c:v>
                </c:pt>
                <c:pt idx="86540">
                  <c:v>45498.026388888888</c:v>
                </c:pt>
                <c:pt idx="86541">
                  <c:v>45566.189583333333</c:v>
                </c:pt>
                <c:pt idx="86542">
                  <c:v>45709.517361111109</c:v>
                </c:pt>
                <c:pt idx="86543">
                  <c:v>45394.238888888889</c:v>
                </c:pt>
                <c:pt idx="86544">
                  <c:v>45333.932638888888</c:v>
                </c:pt>
                <c:pt idx="86545">
                  <c:v>45511.500694444447</c:v>
                </c:pt>
                <c:pt idx="86546">
                  <c:v>45930.655555555553</c:v>
                </c:pt>
                <c:pt idx="86547">
                  <c:v>45870.627083333333</c:v>
                </c:pt>
                <c:pt idx="86548">
                  <c:v>45927.121527777781</c:v>
                </c:pt>
                <c:pt idx="86549">
                  <c:v>45944.583333333343</c:v>
                </c:pt>
                <c:pt idx="86550">
                  <c:v>45953.055555555547</c:v>
                </c:pt>
                <c:pt idx="86551">
                  <c:v>45898.519444444442</c:v>
                </c:pt>
                <c:pt idx="86552">
                  <c:v>45618.31527777778</c:v>
                </c:pt>
                <c:pt idx="86553">
                  <c:v>45628.550694444442</c:v>
                </c:pt>
                <c:pt idx="86554">
                  <c:v>45579.494444444441</c:v>
                </c:pt>
                <c:pt idx="86555">
                  <c:v>46006.331250000003</c:v>
                </c:pt>
                <c:pt idx="86556">
                  <c:v>45862.245833333327</c:v>
                </c:pt>
                <c:pt idx="86557">
                  <c:v>45832.484027777777</c:v>
                </c:pt>
                <c:pt idx="86558">
                  <c:v>45954.241666666669</c:v>
                </c:pt>
                <c:pt idx="86559">
                  <c:v>45725.945833333331</c:v>
                </c:pt>
                <c:pt idx="86560">
                  <c:v>45794.354861111111</c:v>
                </c:pt>
                <c:pt idx="86561">
                  <c:v>45903.540277777778</c:v>
                </c:pt>
                <c:pt idx="86562">
                  <c:v>45800.410416666673</c:v>
                </c:pt>
                <c:pt idx="86563">
                  <c:v>46007.282638888893</c:v>
                </c:pt>
                <c:pt idx="86564">
                  <c:v>45750.070833333331</c:v>
                </c:pt>
                <c:pt idx="86565">
                  <c:v>45818.023611111108</c:v>
                </c:pt>
                <c:pt idx="86566">
                  <c:v>45630.413194444453</c:v>
                </c:pt>
                <c:pt idx="86567">
                  <c:v>45606.675694444442</c:v>
                </c:pt>
                <c:pt idx="86568">
                  <c:v>45564.877083333333</c:v>
                </c:pt>
                <c:pt idx="86569">
                  <c:v>45926.839583333327</c:v>
                </c:pt>
                <c:pt idx="86570">
                  <c:v>45376.706944444442</c:v>
                </c:pt>
                <c:pt idx="86571">
                  <c:v>45627.581250000003</c:v>
                </c:pt>
                <c:pt idx="86572">
                  <c:v>45336.331250000003</c:v>
                </c:pt>
                <c:pt idx="86573">
                  <c:v>45627.356249999997</c:v>
                </c:pt>
                <c:pt idx="86574">
                  <c:v>45747.354861111111</c:v>
                </c:pt>
                <c:pt idx="86575">
                  <c:v>45813.866666666669</c:v>
                </c:pt>
                <c:pt idx="86576">
                  <c:v>45674.70208333333</c:v>
                </c:pt>
                <c:pt idx="86577">
                  <c:v>45451.465277777781</c:v>
                </c:pt>
                <c:pt idx="86578">
                  <c:v>45518.625694444447</c:v>
                </c:pt>
                <c:pt idx="86579">
                  <c:v>45638.461805555547</c:v>
                </c:pt>
                <c:pt idx="86580">
                  <c:v>45544.322916666657</c:v>
                </c:pt>
                <c:pt idx="86581">
                  <c:v>45900.349305555559</c:v>
                </c:pt>
                <c:pt idx="86582">
                  <c:v>45744.71597222222</c:v>
                </c:pt>
                <c:pt idx="86583">
                  <c:v>45912.565972222219</c:v>
                </c:pt>
                <c:pt idx="86584">
                  <c:v>45861.713888888888</c:v>
                </c:pt>
                <c:pt idx="86585">
                  <c:v>45828.414583333331</c:v>
                </c:pt>
                <c:pt idx="86586">
                  <c:v>45830.745138888888</c:v>
                </c:pt>
                <c:pt idx="86587">
                  <c:v>45812.283333333333</c:v>
                </c:pt>
                <c:pt idx="86588">
                  <c:v>45881.691666666673</c:v>
                </c:pt>
                <c:pt idx="86589">
                  <c:v>45791.265972222223</c:v>
                </c:pt>
                <c:pt idx="86590">
                  <c:v>45839.681944444441</c:v>
                </c:pt>
                <c:pt idx="86591">
                  <c:v>45906.365972222222</c:v>
                </c:pt>
                <c:pt idx="86592">
                  <c:v>45557.625694444447</c:v>
                </c:pt>
                <c:pt idx="86593">
                  <c:v>45698.704861111109</c:v>
                </c:pt>
                <c:pt idx="86594">
                  <c:v>45341.646527777782</c:v>
                </c:pt>
                <c:pt idx="86595">
                  <c:v>45492.496527777781</c:v>
                </c:pt>
                <c:pt idx="86596">
                  <c:v>45518.236111111109</c:v>
                </c:pt>
                <c:pt idx="86597">
                  <c:v>45464.561111111107</c:v>
                </c:pt>
                <c:pt idx="86598">
                  <c:v>45586.570833333331</c:v>
                </c:pt>
                <c:pt idx="86599">
                  <c:v>45498.430555555547</c:v>
                </c:pt>
                <c:pt idx="86600">
                  <c:v>45685.494444444441</c:v>
                </c:pt>
                <c:pt idx="86601">
                  <c:v>45320.580555555563</c:v>
                </c:pt>
                <c:pt idx="86602">
                  <c:v>45914.647916666669</c:v>
                </c:pt>
                <c:pt idx="86603">
                  <c:v>45891.390972222223</c:v>
                </c:pt>
                <c:pt idx="86604">
                  <c:v>45790.660416666673</c:v>
                </c:pt>
                <c:pt idx="86605">
                  <c:v>45827.673611111109</c:v>
                </c:pt>
                <c:pt idx="86606">
                  <c:v>45880.642361111109</c:v>
                </c:pt>
                <c:pt idx="86607">
                  <c:v>45973.67291666667</c:v>
                </c:pt>
                <c:pt idx="86608">
                  <c:v>46003.803472222222</c:v>
                </c:pt>
                <c:pt idx="86609">
                  <c:v>45464.481249999997</c:v>
                </c:pt>
                <c:pt idx="86610">
                  <c:v>45419.786111111112</c:v>
                </c:pt>
                <c:pt idx="86611">
                  <c:v>45853.495833333327</c:v>
                </c:pt>
                <c:pt idx="86612">
                  <c:v>45832.552777777782</c:v>
                </c:pt>
                <c:pt idx="86613">
                  <c:v>46013.68472222222</c:v>
                </c:pt>
                <c:pt idx="86614">
                  <c:v>45905.863194444442</c:v>
                </c:pt>
                <c:pt idx="86615">
                  <c:v>45952.759722222218</c:v>
                </c:pt>
                <c:pt idx="86616">
                  <c:v>45764.6</c:v>
                </c:pt>
                <c:pt idx="86617">
                  <c:v>45815.606249999997</c:v>
                </c:pt>
                <c:pt idx="86618">
                  <c:v>45871.930555555547</c:v>
                </c:pt>
                <c:pt idx="86619">
                  <c:v>45996.370138888888</c:v>
                </c:pt>
                <c:pt idx="86620">
                  <c:v>45918.925000000003</c:v>
                </c:pt>
                <c:pt idx="86621">
                  <c:v>45891.643055555563</c:v>
                </c:pt>
                <c:pt idx="86622">
                  <c:v>45442.410416666673</c:v>
                </c:pt>
                <c:pt idx="86623">
                  <c:v>45995.470833333333</c:v>
                </c:pt>
                <c:pt idx="86624">
                  <c:v>45987.561111111107</c:v>
                </c:pt>
                <c:pt idx="86625">
                  <c:v>45809.609027777777</c:v>
                </c:pt>
                <c:pt idx="86626">
                  <c:v>45871.447222222218</c:v>
                </c:pt>
                <c:pt idx="86627">
                  <c:v>45648.841666666667</c:v>
                </c:pt>
                <c:pt idx="86628">
                  <c:v>45784.480555555558</c:v>
                </c:pt>
                <c:pt idx="86629">
                  <c:v>45940.509722222218</c:v>
                </c:pt>
                <c:pt idx="86630">
                  <c:v>45798.640277777777</c:v>
                </c:pt>
                <c:pt idx="86631">
                  <c:v>45851.580555555563</c:v>
                </c:pt>
                <c:pt idx="86632">
                  <c:v>45528.876388888893</c:v>
                </c:pt>
                <c:pt idx="86633">
                  <c:v>45935.638194444437</c:v>
                </c:pt>
                <c:pt idx="86634">
                  <c:v>45433.753472222219</c:v>
                </c:pt>
                <c:pt idx="86635">
                  <c:v>45342.591666666667</c:v>
                </c:pt>
                <c:pt idx="86636">
                  <c:v>45306.454861111109</c:v>
                </c:pt>
                <c:pt idx="86637">
                  <c:v>45769.393750000003</c:v>
                </c:pt>
                <c:pt idx="86638">
                  <c:v>45845.765277777777</c:v>
                </c:pt>
                <c:pt idx="86639">
                  <c:v>45513.554166666669</c:v>
                </c:pt>
                <c:pt idx="86640">
                  <c:v>45987.818749999999</c:v>
                </c:pt>
                <c:pt idx="86641">
                  <c:v>45848.487500000003</c:v>
                </c:pt>
                <c:pt idx="86642">
                  <c:v>45867.050694444442</c:v>
                </c:pt>
                <c:pt idx="86643">
                  <c:v>45816.573611111111</c:v>
                </c:pt>
                <c:pt idx="86644">
                  <c:v>45695.652777777781</c:v>
                </c:pt>
                <c:pt idx="86645">
                  <c:v>45852.15347222222</c:v>
                </c:pt>
                <c:pt idx="86646">
                  <c:v>45832.90902777778</c:v>
                </c:pt>
                <c:pt idx="86647">
                  <c:v>45715.036111111112</c:v>
                </c:pt>
                <c:pt idx="86648">
                  <c:v>45358.904861111107</c:v>
                </c:pt>
                <c:pt idx="86649">
                  <c:v>45448.887499999997</c:v>
                </c:pt>
                <c:pt idx="86650">
                  <c:v>45493.996527777781</c:v>
                </c:pt>
                <c:pt idx="86651">
                  <c:v>45632.864583333343</c:v>
                </c:pt>
                <c:pt idx="86652">
                  <c:v>45891.553472222222</c:v>
                </c:pt>
                <c:pt idx="86653">
                  <c:v>45987.825694444437</c:v>
                </c:pt>
                <c:pt idx="86654">
                  <c:v>45929.362500000003</c:v>
                </c:pt>
                <c:pt idx="86655">
                  <c:v>46006.413888888892</c:v>
                </c:pt>
                <c:pt idx="86656">
                  <c:v>45965.340277777781</c:v>
                </c:pt>
                <c:pt idx="86657">
                  <c:v>45776.879166666673</c:v>
                </c:pt>
                <c:pt idx="86658">
                  <c:v>45635.588888888888</c:v>
                </c:pt>
                <c:pt idx="86659">
                  <c:v>45558.749305555553</c:v>
                </c:pt>
                <c:pt idx="86660">
                  <c:v>45848.902083333327</c:v>
                </c:pt>
                <c:pt idx="86661">
                  <c:v>45862.486805555563</c:v>
                </c:pt>
                <c:pt idx="86662">
                  <c:v>45435.573611111111</c:v>
                </c:pt>
                <c:pt idx="86663">
                  <c:v>45730.90902777778</c:v>
                </c:pt>
                <c:pt idx="86664">
                  <c:v>45399.650694444441</c:v>
                </c:pt>
                <c:pt idx="86665">
                  <c:v>45294.955555555563</c:v>
                </c:pt>
                <c:pt idx="86666">
                  <c:v>45722.375694444447</c:v>
                </c:pt>
                <c:pt idx="86667">
                  <c:v>45693.838194444441</c:v>
                </c:pt>
                <c:pt idx="86668">
                  <c:v>45408.453472222223</c:v>
                </c:pt>
                <c:pt idx="86669">
                  <c:v>45558.965277777781</c:v>
                </c:pt>
                <c:pt idx="86670">
                  <c:v>45576.847916666673</c:v>
                </c:pt>
                <c:pt idx="86671">
                  <c:v>45740.663888888892</c:v>
                </c:pt>
                <c:pt idx="86672">
                  <c:v>45915.652083333327</c:v>
                </c:pt>
                <c:pt idx="86673">
                  <c:v>45959.661111111112</c:v>
                </c:pt>
                <c:pt idx="86674">
                  <c:v>45923.598611111112</c:v>
                </c:pt>
                <c:pt idx="86675">
                  <c:v>45873.734027777777</c:v>
                </c:pt>
                <c:pt idx="86676">
                  <c:v>45986.790972222218</c:v>
                </c:pt>
                <c:pt idx="86677">
                  <c:v>45498.438888888893</c:v>
                </c:pt>
                <c:pt idx="86678">
                  <c:v>45417.92291666667</c:v>
                </c:pt>
                <c:pt idx="86679">
                  <c:v>45995.980555555558</c:v>
                </c:pt>
                <c:pt idx="86680">
                  <c:v>45858.879166666673</c:v>
                </c:pt>
                <c:pt idx="86681">
                  <c:v>45407.438194444447</c:v>
                </c:pt>
                <c:pt idx="86682">
                  <c:v>45869.635416666657</c:v>
                </c:pt>
                <c:pt idx="86683">
                  <c:v>45570.635416666657</c:v>
                </c:pt>
                <c:pt idx="86684">
                  <c:v>45406.679166666669</c:v>
                </c:pt>
                <c:pt idx="86685">
                  <c:v>45462.45208333333</c:v>
                </c:pt>
                <c:pt idx="86686">
                  <c:v>45657.706944444442</c:v>
                </c:pt>
                <c:pt idx="86687">
                  <c:v>45826.453472222223</c:v>
                </c:pt>
                <c:pt idx="86688">
                  <c:v>45779.5</c:v>
                </c:pt>
                <c:pt idx="86689">
                  <c:v>45932.476388888892</c:v>
                </c:pt>
                <c:pt idx="86690">
                  <c:v>45607.568749999999</c:v>
                </c:pt>
                <c:pt idx="86691">
                  <c:v>45863.460416666669</c:v>
                </c:pt>
                <c:pt idx="86692">
                  <c:v>45510.922222222223</c:v>
                </c:pt>
                <c:pt idx="86693">
                  <c:v>45595.370138888888</c:v>
                </c:pt>
                <c:pt idx="86694">
                  <c:v>45735.306944444441</c:v>
                </c:pt>
                <c:pt idx="86695">
                  <c:v>45687.518750000003</c:v>
                </c:pt>
                <c:pt idx="86696">
                  <c:v>45628.489583333343</c:v>
                </c:pt>
                <c:pt idx="86697">
                  <c:v>45716.486111111109</c:v>
                </c:pt>
                <c:pt idx="86698">
                  <c:v>45533.842361111107</c:v>
                </c:pt>
                <c:pt idx="86699">
                  <c:v>45442.708333333343</c:v>
                </c:pt>
                <c:pt idx="86700">
                  <c:v>45999.734027777777</c:v>
                </c:pt>
                <c:pt idx="86701">
                  <c:v>45422.763888888891</c:v>
                </c:pt>
                <c:pt idx="86702">
                  <c:v>45477.006944444453</c:v>
                </c:pt>
                <c:pt idx="86703">
                  <c:v>45526.22152777778</c:v>
                </c:pt>
                <c:pt idx="86704">
                  <c:v>45547.816666666673</c:v>
                </c:pt>
                <c:pt idx="86705">
                  <c:v>45549.521527777782</c:v>
                </c:pt>
                <c:pt idx="86706">
                  <c:v>45300.551388888889</c:v>
                </c:pt>
                <c:pt idx="86707">
                  <c:v>45425.395833333343</c:v>
                </c:pt>
                <c:pt idx="86708">
                  <c:v>45897.49722222222</c:v>
                </c:pt>
                <c:pt idx="86709">
                  <c:v>45945.520833333343</c:v>
                </c:pt>
                <c:pt idx="86710">
                  <c:v>46001.409722222219</c:v>
                </c:pt>
                <c:pt idx="86711">
                  <c:v>45959.569444444453</c:v>
                </c:pt>
                <c:pt idx="86712">
                  <c:v>45902.57708333333</c:v>
                </c:pt>
                <c:pt idx="86713">
                  <c:v>45921.591666666667</c:v>
                </c:pt>
                <c:pt idx="86714">
                  <c:v>45746.319444444453</c:v>
                </c:pt>
                <c:pt idx="86715">
                  <c:v>45698.710416666669</c:v>
                </c:pt>
                <c:pt idx="86716">
                  <c:v>45508.663194444453</c:v>
                </c:pt>
                <c:pt idx="86717">
                  <c:v>45847.302777777782</c:v>
                </c:pt>
                <c:pt idx="86718">
                  <c:v>45981.337500000001</c:v>
                </c:pt>
                <c:pt idx="86719">
                  <c:v>45897.3125</c:v>
                </c:pt>
                <c:pt idx="86720">
                  <c:v>45690.29791666667</c:v>
                </c:pt>
                <c:pt idx="86721">
                  <c:v>45939.34375</c:v>
                </c:pt>
                <c:pt idx="86722">
                  <c:v>45716.618055555547</c:v>
                </c:pt>
                <c:pt idx="86723">
                  <c:v>45778.740277777782</c:v>
                </c:pt>
                <c:pt idx="86724">
                  <c:v>45744.30972222222</c:v>
                </c:pt>
                <c:pt idx="86725">
                  <c:v>45306.868055555547</c:v>
                </c:pt>
                <c:pt idx="86726">
                  <c:v>45309.543055555558</c:v>
                </c:pt>
                <c:pt idx="86727">
                  <c:v>45319.61041666667</c:v>
                </c:pt>
                <c:pt idx="86728">
                  <c:v>45308.919444444437</c:v>
                </c:pt>
                <c:pt idx="86729">
                  <c:v>45488.415972222218</c:v>
                </c:pt>
                <c:pt idx="86730">
                  <c:v>45430.831250000003</c:v>
                </c:pt>
                <c:pt idx="86731">
                  <c:v>45984.368750000001</c:v>
                </c:pt>
                <c:pt idx="86732">
                  <c:v>45999.797222222223</c:v>
                </c:pt>
                <c:pt idx="86733">
                  <c:v>45713.491666666669</c:v>
                </c:pt>
                <c:pt idx="86734">
                  <c:v>45660.550694444442</c:v>
                </c:pt>
                <c:pt idx="86735">
                  <c:v>45757.673611111109</c:v>
                </c:pt>
                <c:pt idx="86736">
                  <c:v>45841.613194444442</c:v>
                </c:pt>
                <c:pt idx="86737">
                  <c:v>45815.643750000003</c:v>
                </c:pt>
                <c:pt idx="86738">
                  <c:v>45782.644444444442</c:v>
                </c:pt>
                <c:pt idx="86739">
                  <c:v>45625.547222222223</c:v>
                </c:pt>
                <c:pt idx="86740">
                  <c:v>45589.688194444447</c:v>
                </c:pt>
                <c:pt idx="86741">
                  <c:v>45757.18472222222</c:v>
                </c:pt>
                <c:pt idx="86742">
                  <c:v>45461.727777777778</c:v>
                </c:pt>
                <c:pt idx="86743">
                  <c:v>45736.90625</c:v>
                </c:pt>
                <c:pt idx="86744">
                  <c:v>45410.567361111112</c:v>
                </c:pt>
                <c:pt idx="86745">
                  <c:v>45432.859027777777</c:v>
                </c:pt>
                <c:pt idx="86746">
                  <c:v>45574.576388888891</c:v>
                </c:pt>
                <c:pt idx="86747">
                  <c:v>45579.805555555547</c:v>
                </c:pt>
                <c:pt idx="86748">
                  <c:v>45837.868055555547</c:v>
                </c:pt>
                <c:pt idx="86749">
                  <c:v>46021.736805555563</c:v>
                </c:pt>
                <c:pt idx="86750">
                  <c:v>45917.342361111107</c:v>
                </c:pt>
                <c:pt idx="86751">
                  <c:v>45906.590277777781</c:v>
                </c:pt>
                <c:pt idx="86752">
                  <c:v>45979.400694444441</c:v>
                </c:pt>
                <c:pt idx="86753">
                  <c:v>46000.3125</c:v>
                </c:pt>
                <c:pt idx="86754">
                  <c:v>45826.635416666657</c:v>
                </c:pt>
                <c:pt idx="86755">
                  <c:v>45870.536111111112</c:v>
                </c:pt>
                <c:pt idx="86756">
                  <c:v>45915.496527777781</c:v>
                </c:pt>
                <c:pt idx="86757">
                  <c:v>45824.543749999997</c:v>
                </c:pt>
                <c:pt idx="86758">
                  <c:v>45895.826388888891</c:v>
                </c:pt>
                <c:pt idx="86759">
                  <c:v>45849.434027777781</c:v>
                </c:pt>
                <c:pt idx="86760">
                  <c:v>45826.598611111112</c:v>
                </c:pt>
                <c:pt idx="86761">
                  <c:v>46003.881249999999</c:v>
                </c:pt>
                <c:pt idx="86762">
                  <c:v>45913.540972222218</c:v>
                </c:pt>
                <c:pt idx="86763">
                  <c:v>45775.759722222218</c:v>
                </c:pt>
                <c:pt idx="86764">
                  <c:v>45661.734722222223</c:v>
                </c:pt>
                <c:pt idx="86765">
                  <c:v>45456.886111111111</c:v>
                </c:pt>
                <c:pt idx="86766">
                  <c:v>45896.354166666657</c:v>
                </c:pt>
                <c:pt idx="86767">
                  <c:v>45313.40902777778</c:v>
                </c:pt>
                <c:pt idx="86768">
                  <c:v>45496.632638888892</c:v>
                </c:pt>
                <c:pt idx="86769">
                  <c:v>45596.652083333327</c:v>
                </c:pt>
                <c:pt idx="86770">
                  <c:v>45903.581250000003</c:v>
                </c:pt>
                <c:pt idx="86771">
                  <c:v>45349.37777777778</c:v>
                </c:pt>
                <c:pt idx="86772">
                  <c:v>45805.865277777782</c:v>
                </c:pt>
                <c:pt idx="86773">
                  <c:v>45307.95</c:v>
                </c:pt>
                <c:pt idx="86774">
                  <c:v>45408.633333333331</c:v>
                </c:pt>
                <c:pt idx="86775">
                  <c:v>45960.95</c:v>
                </c:pt>
                <c:pt idx="86776">
                  <c:v>46011.565972222219</c:v>
                </c:pt>
                <c:pt idx="86777">
                  <c:v>45955.62777777778</c:v>
                </c:pt>
                <c:pt idx="86778">
                  <c:v>45951.219444444447</c:v>
                </c:pt>
                <c:pt idx="86779">
                  <c:v>45925.460416666669</c:v>
                </c:pt>
                <c:pt idx="86780">
                  <c:v>45992.796527777777</c:v>
                </c:pt>
                <c:pt idx="86781">
                  <c:v>45953.50277777778</c:v>
                </c:pt>
                <c:pt idx="86782">
                  <c:v>45980.069444444453</c:v>
                </c:pt>
                <c:pt idx="86783">
                  <c:v>45899.486111111109</c:v>
                </c:pt>
                <c:pt idx="86784">
                  <c:v>45513.597222222219</c:v>
                </c:pt>
                <c:pt idx="86785">
                  <c:v>45653.291666666657</c:v>
                </c:pt>
                <c:pt idx="86786">
                  <c:v>46013.804861111108</c:v>
                </c:pt>
                <c:pt idx="86787">
                  <c:v>46003.270138888889</c:v>
                </c:pt>
                <c:pt idx="86788">
                  <c:v>45952.520138888889</c:v>
                </c:pt>
                <c:pt idx="86789">
                  <c:v>46006.716666666667</c:v>
                </c:pt>
                <c:pt idx="86790">
                  <c:v>45625.322222222218</c:v>
                </c:pt>
                <c:pt idx="86791">
                  <c:v>45826.324999999997</c:v>
                </c:pt>
                <c:pt idx="86792">
                  <c:v>45812.425694444442</c:v>
                </c:pt>
                <c:pt idx="86793">
                  <c:v>45861.857638888891</c:v>
                </c:pt>
                <c:pt idx="86794">
                  <c:v>45964.597916666673</c:v>
                </c:pt>
                <c:pt idx="86795">
                  <c:v>45322.661805555559</c:v>
                </c:pt>
                <c:pt idx="86796">
                  <c:v>45740.445833333331</c:v>
                </c:pt>
                <c:pt idx="86797">
                  <c:v>45682.73541666667</c:v>
                </c:pt>
                <c:pt idx="86798">
                  <c:v>45796.777777777781</c:v>
                </c:pt>
                <c:pt idx="86799">
                  <c:v>45772.260416666657</c:v>
                </c:pt>
                <c:pt idx="86800">
                  <c:v>45967.732638888891</c:v>
                </c:pt>
                <c:pt idx="86801">
                  <c:v>46009.441666666673</c:v>
                </c:pt>
                <c:pt idx="86802">
                  <c:v>45840.895833333343</c:v>
                </c:pt>
                <c:pt idx="86803">
                  <c:v>45722.513888888891</c:v>
                </c:pt>
                <c:pt idx="86804">
                  <c:v>45692.629861111112</c:v>
                </c:pt>
                <c:pt idx="86805">
                  <c:v>45323.924305555563</c:v>
                </c:pt>
                <c:pt idx="86806">
                  <c:v>45347.886805555558</c:v>
                </c:pt>
                <c:pt idx="86807">
                  <c:v>45691.818749999999</c:v>
                </c:pt>
                <c:pt idx="86808">
                  <c:v>45872.861111111109</c:v>
                </c:pt>
                <c:pt idx="86809">
                  <c:v>45830.634027777778</c:v>
                </c:pt>
                <c:pt idx="86810">
                  <c:v>46011.657638888893</c:v>
                </c:pt>
                <c:pt idx="86811">
                  <c:v>45964.822916666657</c:v>
                </c:pt>
                <c:pt idx="86812">
                  <c:v>45647.493055555547</c:v>
                </c:pt>
                <c:pt idx="86813">
                  <c:v>45680.504861111112</c:v>
                </c:pt>
                <c:pt idx="86814">
                  <c:v>45631.959027777782</c:v>
                </c:pt>
                <c:pt idx="86815">
                  <c:v>45704.48333333333</c:v>
                </c:pt>
                <c:pt idx="86816">
                  <c:v>45694.539583333331</c:v>
                </c:pt>
                <c:pt idx="86817">
                  <c:v>45669.734722222223</c:v>
                </c:pt>
                <c:pt idx="86818">
                  <c:v>45992.189583333333</c:v>
                </c:pt>
                <c:pt idx="86819">
                  <c:v>45765.156944444447</c:v>
                </c:pt>
                <c:pt idx="86820">
                  <c:v>45433.510416666657</c:v>
                </c:pt>
                <c:pt idx="86821">
                  <c:v>45670.943055555559</c:v>
                </c:pt>
                <c:pt idx="86822">
                  <c:v>45521.127083333333</c:v>
                </c:pt>
                <c:pt idx="86823">
                  <c:v>45431.013888888891</c:v>
                </c:pt>
                <c:pt idx="86824">
                  <c:v>45596.892361111109</c:v>
                </c:pt>
                <c:pt idx="86825">
                  <c:v>45715.826388888891</c:v>
                </c:pt>
                <c:pt idx="86826">
                  <c:v>45642.134027777778</c:v>
                </c:pt>
                <c:pt idx="86827">
                  <c:v>45413.171527777777</c:v>
                </c:pt>
                <c:pt idx="86828">
                  <c:v>45468.217361111107</c:v>
                </c:pt>
                <c:pt idx="86829">
                  <c:v>45530.330555555563</c:v>
                </c:pt>
                <c:pt idx="86830">
                  <c:v>45385.686805555553</c:v>
                </c:pt>
                <c:pt idx="86831">
                  <c:v>45344.462500000001</c:v>
                </c:pt>
                <c:pt idx="86832">
                  <c:v>45590.237500000003</c:v>
                </c:pt>
                <c:pt idx="86833">
                  <c:v>45315.549305555563</c:v>
                </c:pt>
                <c:pt idx="86834">
                  <c:v>45408.795138888891</c:v>
                </c:pt>
                <c:pt idx="86835">
                  <c:v>45663.592361111107</c:v>
                </c:pt>
                <c:pt idx="86836">
                  <c:v>45536.947916666657</c:v>
                </c:pt>
                <c:pt idx="86837">
                  <c:v>45501.590277777781</c:v>
                </c:pt>
                <c:pt idx="86838">
                  <c:v>45744.970138888893</c:v>
                </c:pt>
                <c:pt idx="86839">
                  <c:v>45405.769444444442</c:v>
                </c:pt>
                <c:pt idx="86840">
                  <c:v>45313.618750000001</c:v>
                </c:pt>
                <c:pt idx="86841">
                  <c:v>45293.704861111109</c:v>
                </c:pt>
                <c:pt idx="86842">
                  <c:v>45693.520833333343</c:v>
                </c:pt>
                <c:pt idx="86843">
                  <c:v>45693.520138888889</c:v>
                </c:pt>
                <c:pt idx="86844">
                  <c:v>45413.469444444447</c:v>
                </c:pt>
                <c:pt idx="86845">
                  <c:v>45826.556944444441</c:v>
                </c:pt>
                <c:pt idx="86846">
                  <c:v>45971.315972222219</c:v>
                </c:pt>
                <c:pt idx="86847">
                  <c:v>45544.84375</c:v>
                </c:pt>
                <c:pt idx="86848">
                  <c:v>45651.991666666669</c:v>
                </c:pt>
                <c:pt idx="86849">
                  <c:v>45590.329861111109</c:v>
                </c:pt>
                <c:pt idx="86850">
                  <c:v>45685.545138888891</c:v>
                </c:pt>
                <c:pt idx="86851">
                  <c:v>45453.62222222222</c:v>
                </c:pt>
                <c:pt idx="86852">
                  <c:v>45620.775000000001</c:v>
                </c:pt>
                <c:pt idx="86853">
                  <c:v>45943.695138888892</c:v>
                </c:pt>
                <c:pt idx="86854">
                  <c:v>45354.484722222223</c:v>
                </c:pt>
                <c:pt idx="86855">
                  <c:v>45915.371527777781</c:v>
                </c:pt>
                <c:pt idx="86856">
                  <c:v>45449.463194444441</c:v>
                </c:pt>
                <c:pt idx="86857">
                  <c:v>45457.412499999999</c:v>
                </c:pt>
                <c:pt idx="86858">
                  <c:v>45430.677777777782</c:v>
                </c:pt>
                <c:pt idx="86859">
                  <c:v>45994.729166666657</c:v>
                </c:pt>
                <c:pt idx="86860">
                  <c:v>45603.148611111108</c:v>
                </c:pt>
                <c:pt idx="86861">
                  <c:v>45940.05972222222</c:v>
                </c:pt>
                <c:pt idx="86862">
                  <c:v>45339.67291666667</c:v>
                </c:pt>
                <c:pt idx="86863">
                  <c:v>45376.897916666669</c:v>
                </c:pt>
                <c:pt idx="86864">
                  <c:v>45991.004861111112</c:v>
                </c:pt>
                <c:pt idx="86865">
                  <c:v>45761.988888888889</c:v>
                </c:pt>
                <c:pt idx="86866">
                  <c:v>45336.555555555547</c:v>
                </c:pt>
                <c:pt idx="86867">
                  <c:v>45824.970833333333</c:v>
                </c:pt>
                <c:pt idx="86868">
                  <c:v>45417.886111111111</c:v>
                </c:pt>
                <c:pt idx="86869">
                  <c:v>45859.753472222219</c:v>
                </c:pt>
                <c:pt idx="86870">
                  <c:v>45302.339583333327</c:v>
                </c:pt>
                <c:pt idx="86871">
                  <c:v>45340.738888888889</c:v>
                </c:pt>
                <c:pt idx="86872">
                  <c:v>45964.470833333333</c:v>
                </c:pt>
                <c:pt idx="86873">
                  <c:v>46017.769444444442</c:v>
                </c:pt>
                <c:pt idx="86874">
                  <c:v>45900.7</c:v>
                </c:pt>
                <c:pt idx="86875">
                  <c:v>45719.559027777781</c:v>
                </c:pt>
                <c:pt idx="86876">
                  <c:v>45842.899305555547</c:v>
                </c:pt>
                <c:pt idx="86877">
                  <c:v>45788.294444444437</c:v>
                </c:pt>
                <c:pt idx="86878">
                  <c:v>45769.981944444437</c:v>
                </c:pt>
                <c:pt idx="86879">
                  <c:v>46013.661805555559</c:v>
                </c:pt>
                <c:pt idx="86880">
                  <c:v>45920.361805555563</c:v>
                </c:pt>
                <c:pt idx="86881">
                  <c:v>45744.679166666669</c:v>
                </c:pt>
                <c:pt idx="86882">
                  <c:v>45956.819444444453</c:v>
                </c:pt>
                <c:pt idx="86883">
                  <c:v>45943.67291666667</c:v>
                </c:pt>
                <c:pt idx="86884">
                  <c:v>45866.404166666667</c:v>
                </c:pt>
                <c:pt idx="86885">
                  <c:v>45803.434027777781</c:v>
                </c:pt>
                <c:pt idx="86886">
                  <c:v>45849.438888888893</c:v>
                </c:pt>
                <c:pt idx="86887">
                  <c:v>45989.655555555553</c:v>
                </c:pt>
                <c:pt idx="86888">
                  <c:v>45897.76666666667</c:v>
                </c:pt>
                <c:pt idx="86889">
                  <c:v>45821.448611111111</c:v>
                </c:pt>
                <c:pt idx="86890">
                  <c:v>45923.526388888888</c:v>
                </c:pt>
                <c:pt idx="86891">
                  <c:v>45965.455555555563</c:v>
                </c:pt>
                <c:pt idx="86892">
                  <c:v>45925.467361111107</c:v>
                </c:pt>
                <c:pt idx="86893">
                  <c:v>45309.713194444441</c:v>
                </c:pt>
                <c:pt idx="86894">
                  <c:v>45560.501388888893</c:v>
                </c:pt>
                <c:pt idx="86895">
                  <c:v>45941.353472222218</c:v>
                </c:pt>
                <c:pt idx="86896">
                  <c:v>45951.799305555563</c:v>
                </c:pt>
                <c:pt idx="86897">
                  <c:v>45989.376388888893</c:v>
                </c:pt>
                <c:pt idx="86898">
                  <c:v>46021.456944444442</c:v>
                </c:pt>
                <c:pt idx="86899">
                  <c:v>45960.36041666667</c:v>
                </c:pt>
                <c:pt idx="86900">
                  <c:v>45936.583333333343</c:v>
                </c:pt>
                <c:pt idx="86901">
                  <c:v>45500.001388888893</c:v>
                </c:pt>
                <c:pt idx="86902">
                  <c:v>45526.754861111112</c:v>
                </c:pt>
                <c:pt idx="86903">
                  <c:v>46008.729166666657</c:v>
                </c:pt>
                <c:pt idx="86904">
                  <c:v>45593.42291666667</c:v>
                </c:pt>
                <c:pt idx="86905">
                  <c:v>45564.727777777778</c:v>
                </c:pt>
                <c:pt idx="86906">
                  <c:v>45871.915972222218</c:v>
                </c:pt>
                <c:pt idx="86907">
                  <c:v>45487.690972222219</c:v>
                </c:pt>
                <c:pt idx="86908">
                  <c:v>45900.72152777778</c:v>
                </c:pt>
                <c:pt idx="86909">
                  <c:v>45970.54791666667</c:v>
                </c:pt>
                <c:pt idx="86910">
                  <c:v>45835.640277777777</c:v>
                </c:pt>
                <c:pt idx="86911">
                  <c:v>45803.844444444447</c:v>
                </c:pt>
                <c:pt idx="86912">
                  <c:v>45814.515277777777</c:v>
                </c:pt>
                <c:pt idx="86913">
                  <c:v>45307.460416666669</c:v>
                </c:pt>
                <c:pt idx="86914">
                  <c:v>45425.307638888888</c:v>
                </c:pt>
                <c:pt idx="86915">
                  <c:v>45565.938888888893</c:v>
                </c:pt>
                <c:pt idx="86916">
                  <c:v>45484.074305555558</c:v>
                </c:pt>
                <c:pt idx="86917">
                  <c:v>45411.914583333331</c:v>
                </c:pt>
                <c:pt idx="86918">
                  <c:v>45599.583333333343</c:v>
                </c:pt>
                <c:pt idx="86919">
                  <c:v>45442.257638888892</c:v>
                </c:pt>
                <c:pt idx="86920">
                  <c:v>45949.754861111112</c:v>
                </c:pt>
                <c:pt idx="86921">
                  <c:v>45955.404861111107</c:v>
                </c:pt>
                <c:pt idx="86922">
                  <c:v>45996.536805555559</c:v>
                </c:pt>
                <c:pt idx="86923">
                  <c:v>45960.847916666673</c:v>
                </c:pt>
                <c:pt idx="86924">
                  <c:v>45939.632638888892</c:v>
                </c:pt>
                <c:pt idx="86925">
                  <c:v>45981.630555555559</c:v>
                </c:pt>
                <c:pt idx="86926">
                  <c:v>45798.94027777778</c:v>
                </c:pt>
                <c:pt idx="86927">
                  <c:v>45964.497916666667</c:v>
                </c:pt>
                <c:pt idx="86928">
                  <c:v>45518.975694444453</c:v>
                </c:pt>
                <c:pt idx="86929">
                  <c:v>45402.950694444437</c:v>
                </c:pt>
                <c:pt idx="86930">
                  <c:v>45342.431250000001</c:v>
                </c:pt>
                <c:pt idx="86931">
                  <c:v>45583.71597222222</c:v>
                </c:pt>
                <c:pt idx="86932">
                  <c:v>45807.51666666667</c:v>
                </c:pt>
                <c:pt idx="86933">
                  <c:v>45689.388888888891</c:v>
                </c:pt>
                <c:pt idx="86934">
                  <c:v>45508.647916666669</c:v>
                </c:pt>
                <c:pt idx="86935">
                  <c:v>45471.320138888892</c:v>
                </c:pt>
                <c:pt idx="86936">
                  <c:v>45800.558333333327</c:v>
                </c:pt>
                <c:pt idx="86937">
                  <c:v>45876.852777777778</c:v>
                </c:pt>
                <c:pt idx="86938">
                  <c:v>45876.852777777778</c:v>
                </c:pt>
                <c:pt idx="86939">
                  <c:v>45844.659722222219</c:v>
                </c:pt>
                <c:pt idx="86940">
                  <c:v>45681.65347222222</c:v>
                </c:pt>
                <c:pt idx="86941">
                  <c:v>46006.621527777781</c:v>
                </c:pt>
                <c:pt idx="86942">
                  <c:v>45306.838194444441</c:v>
                </c:pt>
                <c:pt idx="86943">
                  <c:v>45841.844444444447</c:v>
                </c:pt>
                <c:pt idx="86944">
                  <c:v>45881.898611111108</c:v>
                </c:pt>
                <c:pt idx="86945">
                  <c:v>45737.345138888893</c:v>
                </c:pt>
                <c:pt idx="86946">
                  <c:v>45817.515972222223</c:v>
                </c:pt>
                <c:pt idx="86947">
                  <c:v>45795.658333333333</c:v>
                </c:pt>
                <c:pt idx="86948">
                  <c:v>45717.780555555553</c:v>
                </c:pt>
                <c:pt idx="86949">
                  <c:v>45853.68472222222</c:v>
                </c:pt>
                <c:pt idx="86950">
                  <c:v>45817.698611111111</c:v>
                </c:pt>
                <c:pt idx="86951">
                  <c:v>45359.317361111112</c:v>
                </c:pt>
                <c:pt idx="86952">
                  <c:v>45677.186111111107</c:v>
                </c:pt>
                <c:pt idx="86953">
                  <c:v>45924.218055555553</c:v>
                </c:pt>
                <c:pt idx="86954">
                  <c:v>45982.763194444437</c:v>
                </c:pt>
                <c:pt idx="86955">
                  <c:v>45946.337500000001</c:v>
                </c:pt>
                <c:pt idx="86956">
                  <c:v>45995.816666666673</c:v>
                </c:pt>
                <c:pt idx="86957">
                  <c:v>45969.604166666657</c:v>
                </c:pt>
                <c:pt idx="86958">
                  <c:v>45943.956250000003</c:v>
                </c:pt>
                <c:pt idx="86959">
                  <c:v>45486.947916666657</c:v>
                </c:pt>
                <c:pt idx="86960">
                  <c:v>45673.776388888888</c:v>
                </c:pt>
                <c:pt idx="86961">
                  <c:v>45687.276388888888</c:v>
                </c:pt>
                <c:pt idx="86962">
                  <c:v>45580.536111111112</c:v>
                </c:pt>
                <c:pt idx="86963">
                  <c:v>45756.623611111107</c:v>
                </c:pt>
                <c:pt idx="86964">
                  <c:v>45868.457638888889</c:v>
                </c:pt>
                <c:pt idx="86965">
                  <c:v>45458.42083333333</c:v>
                </c:pt>
                <c:pt idx="86966">
                  <c:v>45617.690972222219</c:v>
                </c:pt>
                <c:pt idx="86967">
                  <c:v>45636.716666666667</c:v>
                </c:pt>
                <c:pt idx="86968">
                  <c:v>45600.64166666667</c:v>
                </c:pt>
                <c:pt idx="86969">
                  <c:v>45583.611805555563</c:v>
                </c:pt>
                <c:pt idx="86970">
                  <c:v>45575.67291666667</c:v>
                </c:pt>
                <c:pt idx="86971">
                  <c:v>45763.820138888892</c:v>
                </c:pt>
                <c:pt idx="86972">
                  <c:v>45565.541666666657</c:v>
                </c:pt>
                <c:pt idx="86973">
                  <c:v>45478.557638888888</c:v>
                </c:pt>
                <c:pt idx="86974">
                  <c:v>45579.53402777778</c:v>
                </c:pt>
                <c:pt idx="86975">
                  <c:v>45388.751388888893</c:v>
                </c:pt>
                <c:pt idx="86976">
                  <c:v>45943.880555555559</c:v>
                </c:pt>
                <c:pt idx="86977">
                  <c:v>45742.363194444442</c:v>
                </c:pt>
                <c:pt idx="86978">
                  <c:v>45948.445833333331</c:v>
                </c:pt>
                <c:pt idx="86979">
                  <c:v>45854.307638888888</c:v>
                </c:pt>
                <c:pt idx="86980">
                  <c:v>45363.224305555559</c:v>
                </c:pt>
                <c:pt idx="86981">
                  <c:v>45582.552083333343</c:v>
                </c:pt>
                <c:pt idx="86982">
                  <c:v>45699.440972222219</c:v>
                </c:pt>
                <c:pt idx="86983">
                  <c:v>45516.268055555563</c:v>
                </c:pt>
                <c:pt idx="86984">
                  <c:v>45469.588194444441</c:v>
                </c:pt>
                <c:pt idx="86985">
                  <c:v>45808.875694444447</c:v>
                </c:pt>
                <c:pt idx="86986">
                  <c:v>45919.636805555558</c:v>
                </c:pt>
                <c:pt idx="86987">
                  <c:v>45771.749305555553</c:v>
                </c:pt>
                <c:pt idx="86988">
                  <c:v>45766.006249999999</c:v>
                </c:pt>
                <c:pt idx="86989">
                  <c:v>45874.847916666673</c:v>
                </c:pt>
                <c:pt idx="86990">
                  <c:v>45847.672222222223</c:v>
                </c:pt>
                <c:pt idx="86991">
                  <c:v>45883.051388888889</c:v>
                </c:pt>
                <c:pt idx="86992">
                  <c:v>45383.810416666667</c:v>
                </c:pt>
                <c:pt idx="86993">
                  <c:v>45796.965277777781</c:v>
                </c:pt>
                <c:pt idx="86994">
                  <c:v>45298.916666666657</c:v>
                </c:pt>
                <c:pt idx="86995">
                  <c:v>45450.030555555553</c:v>
                </c:pt>
                <c:pt idx="86996">
                  <c:v>45293.074999999997</c:v>
                </c:pt>
                <c:pt idx="86997">
                  <c:v>45944.79791666667</c:v>
                </c:pt>
                <c:pt idx="86998">
                  <c:v>46011.355555555558</c:v>
                </c:pt>
                <c:pt idx="86999">
                  <c:v>45910.774305555547</c:v>
                </c:pt>
                <c:pt idx="87000">
                  <c:v>45982.793055555558</c:v>
                </c:pt>
                <c:pt idx="87001">
                  <c:v>45704.752083333333</c:v>
                </c:pt>
                <c:pt idx="87002">
                  <c:v>46018.640277777777</c:v>
                </c:pt>
                <c:pt idx="87003">
                  <c:v>45814.745833333327</c:v>
                </c:pt>
                <c:pt idx="87004">
                  <c:v>45665.638888888891</c:v>
                </c:pt>
                <c:pt idx="87005">
                  <c:v>45715.866666666669</c:v>
                </c:pt>
                <c:pt idx="87006">
                  <c:v>45685.066666666673</c:v>
                </c:pt>
                <c:pt idx="87007">
                  <c:v>45634.833333333343</c:v>
                </c:pt>
                <c:pt idx="87008">
                  <c:v>45442.829861111109</c:v>
                </c:pt>
                <c:pt idx="87009">
                  <c:v>45981.587500000001</c:v>
                </c:pt>
                <c:pt idx="87010">
                  <c:v>45944.434027777781</c:v>
                </c:pt>
                <c:pt idx="87011">
                  <c:v>45842.448611111111</c:v>
                </c:pt>
                <c:pt idx="87012">
                  <c:v>45816.347916666673</c:v>
                </c:pt>
                <c:pt idx="87013">
                  <c:v>45994.420138888891</c:v>
                </c:pt>
                <c:pt idx="87014">
                  <c:v>45912.452777777777</c:v>
                </c:pt>
                <c:pt idx="87015">
                  <c:v>45874.663888888892</c:v>
                </c:pt>
                <c:pt idx="87016">
                  <c:v>45809.633333333331</c:v>
                </c:pt>
                <c:pt idx="87017">
                  <c:v>45700.37222222222</c:v>
                </c:pt>
                <c:pt idx="87018">
                  <c:v>45452.84375</c:v>
                </c:pt>
                <c:pt idx="87019">
                  <c:v>45745.588888888888</c:v>
                </c:pt>
                <c:pt idx="87020">
                  <c:v>45877.428472222222</c:v>
                </c:pt>
                <c:pt idx="87021">
                  <c:v>45839.381944444453</c:v>
                </c:pt>
                <c:pt idx="87022">
                  <c:v>45917.572222222218</c:v>
                </c:pt>
                <c:pt idx="87023">
                  <c:v>45803.34097222222</c:v>
                </c:pt>
                <c:pt idx="87024">
                  <c:v>45766.538888888892</c:v>
                </c:pt>
                <c:pt idx="87025">
                  <c:v>45858.370833333327</c:v>
                </c:pt>
                <c:pt idx="87026">
                  <c:v>45890.844444444447</c:v>
                </c:pt>
                <c:pt idx="87027">
                  <c:v>45905.304166666669</c:v>
                </c:pt>
                <c:pt idx="87028">
                  <c:v>45939.879861111112</c:v>
                </c:pt>
                <c:pt idx="87029">
                  <c:v>45787.618750000001</c:v>
                </c:pt>
                <c:pt idx="87030">
                  <c:v>46016.753472222219</c:v>
                </c:pt>
                <c:pt idx="87031">
                  <c:v>45818.59097222222</c:v>
                </c:pt>
                <c:pt idx="87032">
                  <c:v>45483.716666666667</c:v>
                </c:pt>
                <c:pt idx="87033">
                  <c:v>45661.770138888889</c:v>
                </c:pt>
                <c:pt idx="87034">
                  <c:v>45846.375</c:v>
                </c:pt>
                <c:pt idx="87035">
                  <c:v>45805.878472222219</c:v>
                </c:pt>
                <c:pt idx="87036">
                  <c:v>45756.69027777778</c:v>
                </c:pt>
                <c:pt idx="87037">
                  <c:v>45733.660416666673</c:v>
                </c:pt>
                <c:pt idx="87038">
                  <c:v>45930.601388888892</c:v>
                </c:pt>
                <c:pt idx="87039">
                  <c:v>46021.398611111108</c:v>
                </c:pt>
                <c:pt idx="87040">
                  <c:v>45653.677083333343</c:v>
                </c:pt>
                <c:pt idx="87041">
                  <c:v>45970.695833333331</c:v>
                </c:pt>
                <c:pt idx="87042">
                  <c:v>45998.634027777778</c:v>
                </c:pt>
                <c:pt idx="87043">
                  <c:v>45339.919444444437</c:v>
                </c:pt>
                <c:pt idx="87044">
                  <c:v>45431.681944444441</c:v>
                </c:pt>
                <c:pt idx="87045">
                  <c:v>45360.915972222218</c:v>
                </c:pt>
                <c:pt idx="87046">
                  <c:v>45401.425694444442</c:v>
                </c:pt>
                <c:pt idx="87047">
                  <c:v>45414.393055555563</c:v>
                </c:pt>
                <c:pt idx="87048">
                  <c:v>45461.007638888892</c:v>
                </c:pt>
                <c:pt idx="87049">
                  <c:v>45373.040972222218</c:v>
                </c:pt>
                <c:pt idx="87050">
                  <c:v>45833.695833333331</c:v>
                </c:pt>
                <c:pt idx="87051">
                  <c:v>45875.790277777778</c:v>
                </c:pt>
                <c:pt idx="87052">
                  <c:v>45914.831250000003</c:v>
                </c:pt>
                <c:pt idx="87053">
                  <c:v>45899.59375</c:v>
                </c:pt>
                <c:pt idx="87054">
                  <c:v>45781.736805555563</c:v>
                </c:pt>
                <c:pt idx="87055">
                  <c:v>45601.923611111109</c:v>
                </c:pt>
                <c:pt idx="87056">
                  <c:v>45860.027777777781</c:v>
                </c:pt>
                <c:pt idx="87057">
                  <c:v>45436.65902777778</c:v>
                </c:pt>
                <c:pt idx="87058">
                  <c:v>45545.445833333331</c:v>
                </c:pt>
                <c:pt idx="87059">
                  <c:v>45688.440972222219</c:v>
                </c:pt>
                <c:pt idx="87060">
                  <c:v>45473.872916666667</c:v>
                </c:pt>
                <c:pt idx="87061">
                  <c:v>45575.500694444447</c:v>
                </c:pt>
                <c:pt idx="87062">
                  <c:v>45912.548611111109</c:v>
                </c:pt>
                <c:pt idx="87063">
                  <c:v>45998.820833333331</c:v>
                </c:pt>
                <c:pt idx="87064">
                  <c:v>45951.980555555558</c:v>
                </c:pt>
                <c:pt idx="87065">
                  <c:v>45789.854166666657</c:v>
                </c:pt>
                <c:pt idx="87066">
                  <c:v>45731.806250000001</c:v>
                </c:pt>
                <c:pt idx="87067">
                  <c:v>45719.707638888889</c:v>
                </c:pt>
                <c:pt idx="87068">
                  <c:v>45755.707638888889</c:v>
                </c:pt>
                <c:pt idx="87069">
                  <c:v>45770.913194444453</c:v>
                </c:pt>
                <c:pt idx="87070">
                  <c:v>45728.757638888892</c:v>
                </c:pt>
                <c:pt idx="87071">
                  <c:v>45596.569444444453</c:v>
                </c:pt>
                <c:pt idx="87072">
                  <c:v>45689.586805555547</c:v>
                </c:pt>
                <c:pt idx="87073">
                  <c:v>45526.512499999997</c:v>
                </c:pt>
                <c:pt idx="87074">
                  <c:v>45835.598611111112</c:v>
                </c:pt>
                <c:pt idx="87075">
                  <c:v>46015.660416666673</c:v>
                </c:pt>
                <c:pt idx="87076">
                  <c:v>45358.5625</c:v>
                </c:pt>
                <c:pt idx="87077">
                  <c:v>45846.578472222223</c:v>
                </c:pt>
                <c:pt idx="87078">
                  <c:v>45741.873611111107</c:v>
                </c:pt>
                <c:pt idx="87079">
                  <c:v>45877.548611111109</c:v>
                </c:pt>
                <c:pt idx="87080">
                  <c:v>45895.620138888888</c:v>
                </c:pt>
                <c:pt idx="87081">
                  <c:v>45811.973611111112</c:v>
                </c:pt>
                <c:pt idx="87082">
                  <c:v>45775.535416666673</c:v>
                </c:pt>
                <c:pt idx="87083">
                  <c:v>45756.685416666667</c:v>
                </c:pt>
                <c:pt idx="87084">
                  <c:v>45368.770833333343</c:v>
                </c:pt>
                <c:pt idx="87085">
                  <c:v>45413.011805555558</c:v>
                </c:pt>
                <c:pt idx="87086">
                  <c:v>45717.526388888888</c:v>
                </c:pt>
                <c:pt idx="87087">
                  <c:v>45887.806250000001</c:v>
                </c:pt>
                <c:pt idx="87088">
                  <c:v>45824.474305555559</c:v>
                </c:pt>
                <c:pt idx="87089">
                  <c:v>45687.67083333333</c:v>
                </c:pt>
                <c:pt idx="87090">
                  <c:v>45974.593055555553</c:v>
                </c:pt>
                <c:pt idx="87091">
                  <c:v>45688.46597222222</c:v>
                </c:pt>
                <c:pt idx="87092">
                  <c:v>45436.284722222219</c:v>
                </c:pt>
                <c:pt idx="87093">
                  <c:v>45296.388194444437</c:v>
                </c:pt>
                <c:pt idx="87094">
                  <c:v>45748.574305555558</c:v>
                </c:pt>
                <c:pt idx="87095">
                  <c:v>45563.430555555547</c:v>
                </c:pt>
                <c:pt idx="87096">
                  <c:v>45488.629166666673</c:v>
                </c:pt>
                <c:pt idx="87097">
                  <c:v>45507.243055555547</c:v>
                </c:pt>
                <c:pt idx="87098">
                  <c:v>46013.632638888892</c:v>
                </c:pt>
                <c:pt idx="87099">
                  <c:v>45493.365277777782</c:v>
                </c:pt>
                <c:pt idx="87100">
                  <c:v>45438.59375</c:v>
                </c:pt>
                <c:pt idx="87101">
                  <c:v>45927.04791666667</c:v>
                </c:pt>
                <c:pt idx="87102">
                  <c:v>45575.597222222219</c:v>
                </c:pt>
                <c:pt idx="87103">
                  <c:v>45453.59097222222</c:v>
                </c:pt>
                <c:pt idx="87104">
                  <c:v>45352.462500000001</c:v>
                </c:pt>
                <c:pt idx="87105">
                  <c:v>45731.90902777778</c:v>
                </c:pt>
                <c:pt idx="87106">
                  <c:v>45440.286111111112</c:v>
                </c:pt>
                <c:pt idx="87107">
                  <c:v>45497.361111111109</c:v>
                </c:pt>
                <c:pt idx="87108">
                  <c:v>45620.850694444453</c:v>
                </c:pt>
                <c:pt idx="87109">
                  <c:v>45411.685416666667</c:v>
                </c:pt>
                <c:pt idx="87110">
                  <c:v>45524.427083333343</c:v>
                </c:pt>
                <c:pt idx="87111">
                  <c:v>45884.853472222218</c:v>
                </c:pt>
                <c:pt idx="87112">
                  <c:v>45915.341666666667</c:v>
                </c:pt>
                <c:pt idx="87113">
                  <c:v>45995.756944444453</c:v>
                </c:pt>
                <c:pt idx="87114">
                  <c:v>45977.706250000003</c:v>
                </c:pt>
                <c:pt idx="87115">
                  <c:v>45934.734027777777</c:v>
                </c:pt>
                <c:pt idx="87116">
                  <c:v>46020.461805555547</c:v>
                </c:pt>
                <c:pt idx="87117">
                  <c:v>45638.455555555563</c:v>
                </c:pt>
                <c:pt idx="87118">
                  <c:v>45477.482638888891</c:v>
                </c:pt>
                <c:pt idx="87119">
                  <c:v>45757.78125</c:v>
                </c:pt>
                <c:pt idx="87120">
                  <c:v>45369.620833333327</c:v>
                </c:pt>
                <c:pt idx="87121">
                  <c:v>45564.685416666667</c:v>
                </c:pt>
                <c:pt idx="87122">
                  <c:v>45987.32708333333</c:v>
                </c:pt>
                <c:pt idx="87123">
                  <c:v>46016.438194444447</c:v>
                </c:pt>
                <c:pt idx="87124">
                  <c:v>45962.743055555547</c:v>
                </c:pt>
                <c:pt idx="87125">
                  <c:v>45999.268750000003</c:v>
                </c:pt>
                <c:pt idx="87126">
                  <c:v>45974.415972222218</c:v>
                </c:pt>
                <c:pt idx="87127">
                  <c:v>45483.98333333333</c:v>
                </c:pt>
                <c:pt idx="87128">
                  <c:v>45591.038194444453</c:v>
                </c:pt>
                <c:pt idx="87129">
                  <c:v>45935.970138888893</c:v>
                </c:pt>
                <c:pt idx="87130">
                  <c:v>45763.458333333343</c:v>
                </c:pt>
                <c:pt idx="87131">
                  <c:v>45484.800694444442</c:v>
                </c:pt>
                <c:pt idx="87132">
                  <c:v>45758.684027777781</c:v>
                </c:pt>
                <c:pt idx="87133">
                  <c:v>45758.684027777781</c:v>
                </c:pt>
                <c:pt idx="87134">
                  <c:v>45761.424305555563</c:v>
                </c:pt>
                <c:pt idx="87135">
                  <c:v>45985.381944444453</c:v>
                </c:pt>
                <c:pt idx="87136">
                  <c:v>45985.381944444453</c:v>
                </c:pt>
                <c:pt idx="87137">
                  <c:v>45761.424305555563</c:v>
                </c:pt>
                <c:pt idx="87138">
                  <c:v>45744.875</c:v>
                </c:pt>
                <c:pt idx="87139">
                  <c:v>45960.831250000003</c:v>
                </c:pt>
                <c:pt idx="87140">
                  <c:v>45752.709027777782</c:v>
                </c:pt>
                <c:pt idx="87141">
                  <c:v>45744.464583333327</c:v>
                </c:pt>
                <c:pt idx="87142">
                  <c:v>46018.421527777777</c:v>
                </c:pt>
                <c:pt idx="87143">
                  <c:v>45359.848611111112</c:v>
                </c:pt>
                <c:pt idx="87144">
                  <c:v>45470.911111111112</c:v>
                </c:pt>
                <c:pt idx="87145">
                  <c:v>45539.729861111111</c:v>
                </c:pt>
                <c:pt idx="87146">
                  <c:v>45442.954861111109</c:v>
                </c:pt>
                <c:pt idx="87147">
                  <c:v>45539.729861111111</c:v>
                </c:pt>
                <c:pt idx="87148">
                  <c:v>45442.954861111109</c:v>
                </c:pt>
                <c:pt idx="87149">
                  <c:v>45591.698611111111</c:v>
                </c:pt>
                <c:pt idx="87150">
                  <c:v>45591.698611111111</c:v>
                </c:pt>
                <c:pt idx="87151">
                  <c:v>45496.949305555558</c:v>
                </c:pt>
                <c:pt idx="87152">
                  <c:v>45496.949305555558</c:v>
                </c:pt>
                <c:pt idx="87153">
                  <c:v>46013.65902777778</c:v>
                </c:pt>
                <c:pt idx="87154">
                  <c:v>46013.65902777778</c:v>
                </c:pt>
                <c:pt idx="87155">
                  <c:v>45566.594444444447</c:v>
                </c:pt>
                <c:pt idx="87156">
                  <c:v>45530.481944444437</c:v>
                </c:pt>
                <c:pt idx="87157">
                  <c:v>45717.563888888893</c:v>
                </c:pt>
                <c:pt idx="87158">
                  <c:v>45517.572916666657</c:v>
                </c:pt>
                <c:pt idx="87159">
                  <c:v>45712.279166666667</c:v>
                </c:pt>
                <c:pt idx="87160">
                  <c:v>45689.572916666657</c:v>
                </c:pt>
                <c:pt idx="87161">
                  <c:v>45327.57708333333</c:v>
                </c:pt>
                <c:pt idx="87162">
                  <c:v>45600.507638888892</c:v>
                </c:pt>
                <c:pt idx="87163">
                  <c:v>45428.916666666657</c:v>
                </c:pt>
                <c:pt idx="87164">
                  <c:v>45402.974999999999</c:v>
                </c:pt>
                <c:pt idx="87165">
                  <c:v>45453.567361111112</c:v>
                </c:pt>
                <c:pt idx="87166">
                  <c:v>45768.45416666667</c:v>
                </c:pt>
                <c:pt idx="87167">
                  <c:v>45973.120833333327</c:v>
                </c:pt>
                <c:pt idx="87168">
                  <c:v>45464.681944444441</c:v>
                </c:pt>
                <c:pt idx="87169">
                  <c:v>45546.590277777781</c:v>
                </c:pt>
                <c:pt idx="87170">
                  <c:v>45975.933333333327</c:v>
                </c:pt>
                <c:pt idx="87171">
                  <c:v>45695.381249999999</c:v>
                </c:pt>
                <c:pt idx="87172">
                  <c:v>45617.409722222219</c:v>
                </c:pt>
                <c:pt idx="87173">
                  <c:v>45716.413888888892</c:v>
                </c:pt>
                <c:pt idx="87174">
                  <c:v>45546.589583333327</c:v>
                </c:pt>
                <c:pt idx="87175">
                  <c:v>45825.552083333343</c:v>
                </c:pt>
                <c:pt idx="87176">
                  <c:v>45667.654166666667</c:v>
                </c:pt>
                <c:pt idx="87177">
                  <c:v>46007.489583333343</c:v>
                </c:pt>
                <c:pt idx="87178">
                  <c:v>45999.538888888892</c:v>
                </c:pt>
                <c:pt idx="87179">
                  <c:v>45824.559027777781</c:v>
                </c:pt>
                <c:pt idx="87180">
                  <c:v>45422.329861111109</c:v>
                </c:pt>
                <c:pt idx="87181">
                  <c:v>45422.329861111109</c:v>
                </c:pt>
                <c:pt idx="87182">
                  <c:v>45623.709027777782</c:v>
                </c:pt>
                <c:pt idx="87183">
                  <c:v>45408.563888888893</c:v>
                </c:pt>
                <c:pt idx="87184">
                  <c:v>45408.563888888893</c:v>
                </c:pt>
                <c:pt idx="87185">
                  <c:v>45730.602083333331</c:v>
                </c:pt>
                <c:pt idx="87186">
                  <c:v>45730.602083333331</c:v>
                </c:pt>
                <c:pt idx="87187">
                  <c:v>45623.709027777782</c:v>
                </c:pt>
                <c:pt idx="87188">
                  <c:v>45772.68472222222</c:v>
                </c:pt>
                <c:pt idx="87189">
                  <c:v>45778.655555555553</c:v>
                </c:pt>
                <c:pt idx="87190">
                  <c:v>45872.707638888889</c:v>
                </c:pt>
                <c:pt idx="87191">
                  <c:v>45723.448611111111</c:v>
                </c:pt>
                <c:pt idx="87192">
                  <c:v>45445.875</c:v>
                </c:pt>
                <c:pt idx="87193">
                  <c:v>45372.88958333333</c:v>
                </c:pt>
                <c:pt idx="87194">
                  <c:v>45519.883333333331</c:v>
                </c:pt>
                <c:pt idx="87195">
                  <c:v>45452.806250000001</c:v>
                </c:pt>
                <c:pt idx="87196">
                  <c:v>45398.348611111112</c:v>
                </c:pt>
                <c:pt idx="87197">
                  <c:v>45390.339583333327</c:v>
                </c:pt>
                <c:pt idx="87198">
                  <c:v>45439.331944444442</c:v>
                </c:pt>
                <c:pt idx="87199">
                  <c:v>45419.788194444453</c:v>
                </c:pt>
                <c:pt idx="87200">
                  <c:v>45404.830555555563</c:v>
                </c:pt>
                <c:pt idx="87201">
                  <c:v>45432.802777777782</c:v>
                </c:pt>
                <c:pt idx="87202">
                  <c:v>45746.713888888888</c:v>
                </c:pt>
                <c:pt idx="87203">
                  <c:v>45955.714583333327</c:v>
                </c:pt>
                <c:pt idx="87204">
                  <c:v>46013.892361111109</c:v>
                </c:pt>
                <c:pt idx="87205">
                  <c:v>45955.50277777778</c:v>
                </c:pt>
                <c:pt idx="87206">
                  <c:v>45955.445138888892</c:v>
                </c:pt>
                <c:pt idx="87207">
                  <c:v>45712.386805555558</c:v>
                </c:pt>
                <c:pt idx="87208">
                  <c:v>45699.438888888893</c:v>
                </c:pt>
                <c:pt idx="87209">
                  <c:v>45909.836805555547</c:v>
                </c:pt>
                <c:pt idx="87210">
                  <c:v>45789.677083333343</c:v>
                </c:pt>
                <c:pt idx="87211">
                  <c:v>46010.344444444447</c:v>
                </c:pt>
                <c:pt idx="87212">
                  <c:v>45843.325694444437</c:v>
                </c:pt>
                <c:pt idx="87213">
                  <c:v>45680.402083333327</c:v>
                </c:pt>
                <c:pt idx="87214">
                  <c:v>45764.179861111108</c:v>
                </c:pt>
                <c:pt idx="87215">
                  <c:v>45937.561805555553</c:v>
                </c:pt>
                <c:pt idx="87216">
                  <c:v>45830.587500000001</c:v>
                </c:pt>
                <c:pt idx="87217">
                  <c:v>45809.567361111112</c:v>
                </c:pt>
                <c:pt idx="87218">
                  <c:v>46003.228472222218</c:v>
                </c:pt>
                <c:pt idx="87219">
                  <c:v>45788.505555555559</c:v>
                </c:pt>
                <c:pt idx="87220">
                  <c:v>46021.525000000001</c:v>
                </c:pt>
                <c:pt idx="87221">
                  <c:v>45752.496527777781</c:v>
                </c:pt>
                <c:pt idx="87222">
                  <c:v>46000.348611111112</c:v>
                </c:pt>
                <c:pt idx="87223">
                  <c:v>45993.209722222222</c:v>
                </c:pt>
                <c:pt idx="87224">
                  <c:v>45946.808333333327</c:v>
                </c:pt>
                <c:pt idx="87225">
                  <c:v>45986.25277777778</c:v>
                </c:pt>
                <c:pt idx="87226">
                  <c:v>46009.347916666673</c:v>
                </c:pt>
                <c:pt idx="87227">
                  <c:v>45752.700694444437</c:v>
                </c:pt>
                <c:pt idx="87228">
                  <c:v>45595.629166666673</c:v>
                </c:pt>
                <c:pt idx="87229">
                  <c:v>45775.704861111109</c:v>
                </c:pt>
                <c:pt idx="87230">
                  <c:v>45728.722222222219</c:v>
                </c:pt>
                <c:pt idx="87231">
                  <c:v>45817.499305555553</c:v>
                </c:pt>
                <c:pt idx="87232">
                  <c:v>45800.477777777778</c:v>
                </c:pt>
                <c:pt idx="87233">
                  <c:v>45548.63958333333</c:v>
                </c:pt>
                <c:pt idx="87234">
                  <c:v>45716.359722222223</c:v>
                </c:pt>
                <c:pt idx="87235">
                  <c:v>45618.65</c:v>
                </c:pt>
                <c:pt idx="87236">
                  <c:v>45625.500694444447</c:v>
                </c:pt>
                <c:pt idx="87237">
                  <c:v>45646.158333333333</c:v>
                </c:pt>
                <c:pt idx="87238">
                  <c:v>45633.563194444447</c:v>
                </c:pt>
                <c:pt idx="87239">
                  <c:v>45708.052083333343</c:v>
                </c:pt>
                <c:pt idx="87240">
                  <c:v>45676.392361111109</c:v>
                </c:pt>
                <c:pt idx="87241">
                  <c:v>45681.527083333327</c:v>
                </c:pt>
                <c:pt idx="87242">
                  <c:v>45745.603472222218</c:v>
                </c:pt>
                <c:pt idx="87243">
                  <c:v>45664.47152777778</c:v>
                </c:pt>
                <c:pt idx="87244">
                  <c:v>45590.856249999997</c:v>
                </c:pt>
                <c:pt idx="87245">
                  <c:v>45688.182638888888</c:v>
                </c:pt>
                <c:pt idx="87246">
                  <c:v>45672.261111111111</c:v>
                </c:pt>
                <c:pt idx="87247">
                  <c:v>45660.515972222223</c:v>
                </c:pt>
                <c:pt idx="87248">
                  <c:v>45308.46875</c:v>
                </c:pt>
                <c:pt idx="87249">
                  <c:v>45330.56527777778</c:v>
                </c:pt>
                <c:pt idx="87250">
                  <c:v>45538.583333333343</c:v>
                </c:pt>
                <c:pt idx="87251">
                  <c:v>45571.834027777782</c:v>
                </c:pt>
                <c:pt idx="87252">
                  <c:v>45632.534722222219</c:v>
                </c:pt>
                <c:pt idx="87253">
                  <c:v>45466.445833333331</c:v>
                </c:pt>
                <c:pt idx="87254">
                  <c:v>45679.82916666667</c:v>
                </c:pt>
                <c:pt idx="87255">
                  <c:v>45729.92291666667</c:v>
                </c:pt>
                <c:pt idx="87256">
                  <c:v>45720.538888888892</c:v>
                </c:pt>
                <c:pt idx="87257">
                  <c:v>45746.394444444442</c:v>
                </c:pt>
                <c:pt idx="87258">
                  <c:v>45749.875694444447</c:v>
                </c:pt>
                <c:pt idx="87259">
                  <c:v>45815.877083333333</c:v>
                </c:pt>
                <c:pt idx="87260">
                  <c:v>45371.362500000003</c:v>
                </c:pt>
                <c:pt idx="87261">
                  <c:v>45757.425000000003</c:v>
                </c:pt>
                <c:pt idx="87262">
                  <c:v>45757.422222222223</c:v>
                </c:pt>
                <c:pt idx="87263">
                  <c:v>45796.566666666673</c:v>
                </c:pt>
                <c:pt idx="87264">
                  <c:v>45858.743055555547</c:v>
                </c:pt>
                <c:pt idx="87265">
                  <c:v>45761.40347222222</c:v>
                </c:pt>
                <c:pt idx="87266">
                  <c:v>45708.972222222219</c:v>
                </c:pt>
                <c:pt idx="87267">
                  <c:v>45819.53402777778</c:v>
                </c:pt>
                <c:pt idx="87268">
                  <c:v>45700.398611111108</c:v>
                </c:pt>
                <c:pt idx="87269">
                  <c:v>45735.404166666667</c:v>
                </c:pt>
                <c:pt idx="87270">
                  <c:v>45775.490972222222</c:v>
                </c:pt>
                <c:pt idx="87271">
                  <c:v>45658.794444444437</c:v>
                </c:pt>
                <c:pt idx="87272">
                  <c:v>45344.39166666667</c:v>
                </c:pt>
                <c:pt idx="87273">
                  <c:v>45331.472222222219</c:v>
                </c:pt>
                <c:pt idx="87274">
                  <c:v>45300.754861111112</c:v>
                </c:pt>
                <c:pt idx="87275">
                  <c:v>45318.681944444441</c:v>
                </c:pt>
                <c:pt idx="87276">
                  <c:v>45366.336111111108</c:v>
                </c:pt>
                <c:pt idx="87277">
                  <c:v>45926.848611111112</c:v>
                </c:pt>
                <c:pt idx="87278">
                  <c:v>45799.518055555563</c:v>
                </c:pt>
                <c:pt idx="87279">
                  <c:v>45803.461805555547</c:v>
                </c:pt>
                <c:pt idx="87280">
                  <c:v>45794.368750000001</c:v>
                </c:pt>
                <c:pt idx="87281">
                  <c:v>45894.640972222223</c:v>
                </c:pt>
                <c:pt idx="87282">
                  <c:v>45794.372916666667</c:v>
                </c:pt>
                <c:pt idx="87283">
                  <c:v>45894.638194444437</c:v>
                </c:pt>
                <c:pt idx="87284">
                  <c:v>45626.603472222218</c:v>
                </c:pt>
                <c:pt idx="87285">
                  <c:v>45965.386111111111</c:v>
                </c:pt>
                <c:pt idx="87286">
                  <c:v>45795.584722222222</c:v>
                </c:pt>
                <c:pt idx="87287">
                  <c:v>45898.544444444437</c:v>
                </c:pt>
                <c:pt idx="87288">
                  <c:v>45671.60833333333</c:v>
                </c:pt>
                <c:pt idx="87289">
                  <c:v>46017.53402777778</c:v>
                </c:pt>
                <c:pt idx="87290">
                  <c:v>45615.8</c:v>
                </c:pt>
                <c:pt idx="87291">
                  <c:v>45715.563194444447</c:v>
                </c:pt>
                <c:pt idx="87292">
                  <c:v>45845.831250000003</c:v>
                </c:pt>
                <c:pt idx="87293">
                  <c:v>45746.762499999997</c:v>
                </c:pt>
                <c:pt idx="87294">
                  <c:v>45864.572222222218</c:v>
                </c:pt>
                <c:pt idx="87295">
                  <c:v>45816.429861111108</c:v>
                </c:pt>
                <c:pt idx="87296">
                  <c:v>45843.470138888893</c:v>
                </c:pt>
                <c:pt idx="87297">
                  <c:v>46012.373611111107</c:v>
                </c:pt>
                <c:pt idx="87298">
                  <c:v>46008.002083333333</c:v>
                </c:pt>
                <c:pt idx="87299">
                  <c:v>45602.56527777778</c:v>
                </c:pt>
                <c:pt idx="87300">
                  <c:v>45492.746527777781</c:v>
                </c:pt>
                <c:pt idx="87301">
                  <c:v>46002.679861111108</c:v>
                </c:pt>
                <c:pt idx="87302">
                  <c:v>45838.810416666667</c:v>
                </c:pt>
                <c:pt idx="87303">
                  <c:v>45363.599305555559</c:v>
                </c:pt>
                <c:pt idx="87304">
                  <c:v>45835.783333333333</c:v>
                </c:pt>
                <c:pt idx="87305">
                  <c:v>45931.718055555553</c:v>
                </c:pt>
                <c:pt idx="87306">
                  <c:v>45420.714583333327</c:v>
                </c:pt>
                <c:pt idx="87307">
                  <c:v>45348.763888888891</c:v>
                </c:pt>
                <c:pt idx="87308">
                  <c:v>45510.992361111108</c:v>
                </c:pt>
                <c:pt idx="87309">
                  <c:v>45677.599999999999</c:v>
                </c:pt>
                <c:pt idx="87310">
                  <c:v>45805.549305555563</c:v>
                </c:pt>
                <c:pt idx="87311">
                  <c:v>45746.987500000003</c:v>
                </c:pt>
                <c:pt idx="87312">
                  <c:v>45783.95</c:v>
                </c:pt>
                <c:pt idx="87313">
                  <c:v>45771.549305555563</c:v>
                </c:pt>
                <c:pt idx="87314">
                  <c:v>45798.474999999999</c:v>
                </c:pt>
                <c:pt idx="87315">
                  <c:v>45919.893750000003</c:v>
                </c:pt>
                <c:pt idx="87316">
                  <c:v>45876.636111111111</c:v>
                </c:pt>
                <c:pt idx="87317">
                  <c:v>45839.445138888892</c:v>
                </c:pt>
                <c:pt idx="87318">
                  <c:v>45933.931944444441</c:v>
                </c:pt>
                <c:pt idx="87319">
                  <c:v>45976.414583333331</c:v>
                </c:pt>
                <c:pt idx="87320">
                  <c:v>45714.656944444447</c:v>
                </c:pt>
                <c:pt idx="87321">
                  <c:v>46016.527083333327</c:v>
                </c:pt>
                <c:pt idx="87322">
                  <c:v>45961.498611111107</c:v>
                </c:pt>
                <c:pt idx="87323">
                  <c:v>45433.762499999997</c:v>
                </c:pt>
                <c:pt idx="87324">
                  <c:v>45764.748611111107</c:v>
                </c:pt>
                <c:pt idx="87325">
                  <c:v>45924.676388888889</c:v>
                </c:pt>
                <c:pt idx="87326">
                  <c:v>45480.909722222219</c:v>
                </c:pt>
                <c:pt idx="87327">
                  <c:v>45732.742361111108</c:v>
                </c:pt>
                <c:pt idx="87328">
                  <c:v>45812.865972222222</c:v>
                </c:pt>
                <c:pt idx="87329">
                  <c:v>45833.654861111107</c:v>
                </c:pt>
                <c:pt idx="87330">
                  <c:v>45861.448611111111</c:v>
                </c:pt>
                <c:pt idx="87331">
                  <c:v>45634.713888888888</c:v>
                </c:pt>
                <c:pt idx="87332">
                  <c:v>45645.011111111111</c:v>
                </c:pt>
                <c:pt idx="87333">
                  <c:v>45634.729166666657</c:v>
                </c:pt>
                <c:pt idx="87334">
                  <c:v>45303.938888888893</c:v>
                </c:pt>
                <c:pt idx="87335">
                  <c:v>45378.334027777782</c:v>
                </c:pt>
                <c:pt idx="87336">
                  <c:v>45316.938194444447</c:v>
                </c:pt>
                <c:pt idx="87337">
                  <c:v>45478.907638888893</c:v>
                </c:pt>
                <c:pt idx="87338">
                  <c:v>45862.408333333333</c:v>
                </c:pt>
                <c:pt idx="87339">
                  <c:v>45446.49722222222</c:v>
                </c:pt>
                <c:pt idx="87340">
                  <c:v>45441.507638888892</c:v>
                </c:pt>
                <c:pt idx="87341">
                  <c:v>46020.914583333331</c:v>
                </c:pt>
                <c:pt idx="87342">
                  <c:v>45936.73333333333</c:v>
                </c:pt>
                <c:pt idx="87343">
                  <c:v>45660.876388888893</c:v>
                </c:pt>
                <c:pt idx="87344">
                  <c:v>45660.876388888893</c:v>
                </c:pt>
                <c:pt idx="87345">
                  <c:v>45936.73333333333</c:v>
                </c:pt>
                <c:pt idx="87346">
                  <c:v>45776.647222222222</c:v>
                </c:pt>
                <c:pt idx="87347">
                  <c:v>45776.647222222222</c:v>
                </c:pt>
                <c:pt idx="87348">
                  <c:v>46020.914583333331</c:v>
                </c:pt>
                <c:pt idx="87349">
                  <c:v>45806.798611111109</c:v>
                </c:pt>
                <c:pt idx="87350">
                  <c:v>45351.856249999997</c:v>
                </c:pt>
                <c:pt idx="87351">
                  <c:v>45782.913888888892</c:v>
                </c:pt>
                <c:pt idx="87352">
                  <c:v>45303.523611111108</c:v>
                </c:pt>
                <c:pt idx="87353">
                  <c:v>45507.803472222222</c:v>
                </c:pt>
                <c:pt idx="87354">
                  <c:v>45668.807638888888</c:v>
                </c:pt>
                <c:pt idx="87355">
                  <c:v>45976.369444444441</c:v>
                </c:pt>
                <c:pt idx="87356">
                  <c:v>45879.947222222218</c:v>
                </c:pt>
                <c:pt idx="87357">
                  <c:v>45833.03125</c:v>
                </c:pt>
                <c:pt idx="87358">
                  <c:v>45646.877083333333</c:v>
                </c:pt>
                <c:pt idx="87359">
                  <c:v>45601.400694444441</c:v>
                </c:pt>
                <c:pt idx="87360">
                  <c:v>45596.426388888889</c:v>
                </c:pt>
                <c:pt idx="87361">
                  <c:v>45752.788888888892</c:v>
                </c:pt>
                <c:pt idx="87362">
                  <c:v>45826.554166666669</c:v>
                </c:pt>
                <c:pt idx="87363">
                  <c:v>45705.645138888889</c:v>
                </c:pt>
                <c:pt idx="87364">
                  <c:v>45845.462500000001</c:v>
                </c:pt>
                <c:pt idx="87365">
                  <c:v>45399.386805555558</c:v>
                </c:pt>
                <c:pt idx="87366">
                  <c:v>45994.929861111108</c:v>
                </c:pt>
                <c:pt idx="87367">
                  <c:v>45896.656944444447</c:v>
                </c:pt>
                <c:pt idx="87368">
                  <c:v>45960.972222222219</c:v>
                </c:pt>
                <c:pt idx="87369">
                  <c:v>46000.667361111111</c:v>
                </c:pt>
                <c:pt idx="87370">
                  <c:v>45937.959722222222</c:v>
                </c:pt>
                <c:pt idx="87371">
                  <c:v>45982.620833333327</c:v>
                </c:pt>
                <c:pt idx="87372">
                  <c:v>45908.661111111112</c:v>
                </c:pt>
                <c:pt idx="87373">
                  <c:v>45989.013194444437</c:v>
                </c:pt>
                <c:pt idx="87374">
                  <c:v>45648.90625</c:v>
                </c:pt>
                <c:pt idx="87375">
                  <c:v>45360.789583333331</c:v>
                </c:pt>
                <c:pt idx="87376">
                  <c:v>46003.336805555547</c:v>
                </c:pt>
                <c:pt idx="87377">
                  <c:v>45719.816666666673</c:v>
                </c:pt>
                <c:pt idx="87378">
                  <c:v>45746.87222222222</c:v>
                </c:pt>
                <c:pt idx="87379">
                  <c:v>45823.935416666667</c:v>
                </c:pt>
                <c:pt idx="87380">
                  <c:v>45292.086111111108</c:v>
                </c:pt>
                <c:pt idx="87381">
                  <c:v>45554.686805555553</c:v>
                </c:pt>
                <c:pt idx="87382">
                  <c:v>45638.684027777781</c:v>
                </c:pt>
                <c:pt idx="87383">
                  <c:v>45705.463888888888</c:v>
                </c:pt>
                <c:pt idx="87384">
                  <c:v>45597.664583333331</c:v>
                </c:pt>
                <c:pt idx="87385">
                  <c:v>46000.667361111111</c:v>
                </c:pt>
                <c:pt idx="87386">
                  <c:v>45762.487500000003</c:v>
                </c:pt>
                <c:pt idx="87387">
                  <c:v>45846.479166666657</c:v>
                </c:pt>
                <c:pt idx="87388">
                  <c:v>45679.390972222223</c:v>
                </c:pt>
                <c:pt idx="87389">
                  <c:v>45658.805555555547</c:v>
                </c:pt>
                <c:pt idx="87390">
                  <c:v>45488.878472222219</c:v>
                </c:pt>
                <c:pt idx="87391">
                  <c:v>45987.472222222219</c:v>
                </c:pt>
                <c:pt idx="87392">
                  <c:v>45936.708333333343</c:v>
                </c:pt>
                <c:pt idx="87393">
                  <c:v>45451.004166666673</c:v>
                </c:pt>
                <c:pt idx="87394">
                  <c:v>45566.965277777781</c:v>
                </c:pt>
                <c:pt idx="87395">
                  <c:v>45825.534722222219</c:v>
                </c:pt>
                <c:pt idx="87396">
                  <c:v>45414.172222222223</c:v>
                </c:pt>
                <c:pt idx="87397">
                  <c:v>46010.790277777778</c:v>
                </c:pt>
                <c:pt idx="87398">
                  <c:v>45630.594444444447</c:v>
                </c:pt>
                <c:pt idx="87399">
                  <c:v>45461.9375</c:v>
                </c:pt>
                <c:pt idx="87400">
                  <c:v>45658.825694444437</c:v>
                </c:pt>
                <c:pt idx="87401">
                  <c:v>45496.695833333331</c:v>
                </c:pt>
                <c:pt idx="87402">
                  <c:v>45698.837500000001</c:v>
                </c:pt>
                <c:pt idx="87403">
                  <c:v>45922.777777777781</c:v>
                </c:pt>
                <c:pt idx="87404">
                  <c:v>45956.720833333333</c:v>
                </c:pt>
                <c:pt idx="87405">
                  <c:v>45982.852083333331</c:v>
                </c:pt>
                <c:pt idx="87406">
                  <c:v>45817.664583333331</c:v>
                </c:pt>
                <c:pt idx="87407">
                  <c:v>45946.611805555563</c:v>
                </c:pt>
                <c:pt idx="87408">
                  <c:v>45656.725694444453</c:v>
                </c:pt>
                <c:pt idx="87409">
                  <c:v>45471.055555555547</c:v>
                </c:pt>
                <c:pt idx="87410">
                  <c:v>45309.723611111112</c:v>
                </c:pt>
                <c:pt idx="87411">
                  <c:v>45769.604166666657</c:v>
                </c:pt>
                <c:pt idx="87412">
                  <c:v>45874.7</c:v>
                </c:pt>
                <c:pt idx="87413">
                  <c:v>46001.40347222222</c:v>
                </c:pt>
                <c:pt idx="87414">
                  <c:v>45938.782638888893</c:v>
                </c:pt>
                <c:pt idx="87415">
                  <c:v>45901.720833333333</c:v>
                </c:pt>
                <c:pt idx="87416">
                  <c:v>45846.547222222223</c:v>
                </c:pt>
                <c:pt idx="87417">
                  <c:v>45866.396527777782</c:v>
                </c:pt>
                <c:pt idx="87418">
                  <c:v>45964.234722222223</c:v>
                </c:pt>
                <c:pt idx="87419">
                  <c:v>45871.598611111112</c:v>
                </c:pt>
                <c:pt idx="87420">
                  <c:v>45324.724305555559</c:v>
                </c:pt>
                <c:pt idx="87421">
                  <c:v>45519.443749999999</c:v>
                </c:pt>
                <c:pt idx="87422">
                  <c:v>45890.493055555547</c:v>
                </c:pt>
                <c:pt idx="87423">
                  <c:v>45805.509027777778</c:v>
                </c:pt>
                <c:pt idx="87424">
                  <c:v>45326.897222222222</c:v>
                </c:pt>
                <c:pt idx="87425">
                  <c:v>45398.597916666673</c:v>
                </c:pt>
                <c:pt idx="87426">
                  <c:v>45600.759027777778</c:v>
                </c:pt>
                <c:pt idx="87427">
                  <c:v>45313.677777777782</c:v>
                </c:pt>
                <c:pt idx="87428">
                  <c:v>45750.851388888892</c:v>
                </c:pt>
                <c:pt idx="87429">
                  <c:v>45788.513194444437</c:v>
                </c:pt>
                <c:pt idx="87430">
                  <c:v>45725.636805555558</c:v>
                </c:pt>
                <c:pt idx="87431">
                  <c:v>45823.520138888889</c:v>
                </c:pt>
                <c:pt idx="87432">
                  <c:v>45743.710416666669</c:v>
                </c:pt>
                <c:pt idx="87433">
                  <c:v>45885.260416666657</c:v>
                </c:pt>
                <c:pt idx="87434">
                  <c:v>45467.427777777782</c:v>
                </c:pt>
                <c:pt idx="87435">
                  <c:v>45543.6</c:v>
                </c:pt>
                <c:pt idx="87436">
                  <c:v>45956.185416666667</c:v>
                </c:pt>
                <c:pt idx="87437">
                  <c:v>45847.545138888891</c:v>
                </c:pt>
                <c:pt idx="87438">
                  <c:v>45882.729861111111</c:v>
                </c:pt>
                <c:pt idx="87439">
                  <c:v>45797.917361111111</c:v>
                </c:pt>
                <c:pt idx="87440">
                  <c:v>45970.007638888892</c:v>
                </c:pt>
                <c:pt idx="87441">
                  <c:v>45581.301388888889</c:v>
                </c:pt>
                <c:pt idx="87442">
                  <c:v>45517.703472222223</c:v>
                </c:pt>
                <c:pt idx="87443">
                  <c:v>45529.649305555547</c:v>
                </c:pt>
                <c:pt idx="87444">
                  <c:v>45611.76666666667</c:v>
                </c:pt>
                <c:pt idx="87445">
                  <c:v>45642.727083333331</c:v>
                </c:pt>
                <c:pt idx="87446">
                  <c:v>46023.445138888892</c:v>
                </c:pt>
                <c:pt idx="87447">
                  <c:v>45986.451388888891</c:v>
                </c:pt>
                <c:pt idx="87448">
                  <c:v>45721.438888888893</c:v>
                </c:pt>
                <c:pt idx="87449">
                  <c:v>45600.347916666673</c:v>
                </c:pt>
                <c:pt idx="87450">
                  <c:v>45955.529861111107</c:v>
                </c:pt>
                <c:pt idx="87451">
                  <c:v>45918.856249999997</c:v>
                </c:pt>
                <c:pt idx="87452">
                  <c:v>45761.804861111108</c:v>
                </c:pt>
                <c:pt idx="87453">
                  <c:v>45792.447916666657</c:v>
                </c:pt>
                <c:pt idx="87454">
                  <c:v>45684.120833333327</c:v>
                </c:pt>
                <c:pt idx="87455">
                  <c:v>45938.227777777778</c:v>
                </c:pt>
                <c:pt idx="87456">
                  <c:v>45777.423611111109</c:v>
                </c:pt>
                <c:pt idx="87457">
                  <c:v>45846.461111111108</c:v>
                </c:pt>
                <c:pt idx="87458">
                  <c:v>45590.13958333333</c:v>
                </c:pt>
                <c:pt idx="87459">
                  <c:v>45483.284722222219</c:v>
                </c:pt>
                <c:pt idx="87460">
                  <c:v>45328.29791666667</c:v>
                </c:pt>
                <c:pt idx="87461">
                  <c:v>45406.32708333333</c:v>
                </c:pt>
                <c:pt idx="87462">
                  <c:v>45372.059027777781</c:v>
                </c:pt>
                <c:pt idx="87463">
                  <c:v>45298.329861111109</c:v>
                </c:pt>
                <c:pt idx="87464">
                  <c:v>45758.913194444453</c:v>
                </c:pt>
                <c:pt idx="87465">
                  <c:v>45718.054861111108</c:v>
                </c:pt>
                <c:pt idx="87466">
                  <c:v>45441.98541666667</c:v>
                </c:pt>
                <c:pt idx="87467">
                  <c:v>45516.054166666669</c:v>
                </c:pt>
                <c:pt idx="87468">
                  <c:v>45771.599305555559</c:v>
                </c:pt>
                <c:pt idx="87469">
                  <c:v>45770.45208333333</c:v>
                </c:pt>
                <c:pt idx="87470">
                  <c:v>45722.538888888892</c:v>
                </c:pt>
                <c:pt idx="87471">
                  <c:v>45931.901388888888</c:v>
                </c:pt>
                <c:pt idx="87472">
                  <c:v>45830.427777777782</c:v>
                </c:pt>
                <c:pt idx="87473">
                  <c:v>45872.392361111109</c:v>
                </c:pt>
                <c:pt idx="87474">
                  <c:v>45402.765972222223</c:v>
                </c:pt>
                <c:pt idx="87475">
                  <c:v>45574.921527777777</c:v>
                </c:pt>
                <c:pt idx="87476">
                  <c:v>46013.515277777777</c:v>
                </c:pt>
                <c:pt idx="87477">
                  <c:v>45442.647222222222</c:v>
                </c:pt>
                <c:pt idx="87478">
                  <c:v>45442.65625</c:v>
                </c:pt>
                <c:pt idx="87479">
                  <c:v>45803.536805555559</c:v>
                </c:pt>
                <c:pt idx="87480">
                  <c:v>45670.432638888888</c:v>
                </c:pt>
                <c:pt idx="87481">
                  <c:v>45798.484722222223</c:v>
                </c:pt>
                <c:pt idx="87482">
                  <c:v>45555.603472222218</c:v>
                </c:pt>
                <c:pt idx="87483">
                  <c:v>45669.453472222223</c:v>
                </c:pt>
                <c:pt idx="87484">
                  <c:v>45803.540972222218</c:v>
                </c:pt>
                <c:pt idx="87485">
                  <c:v>45979.690972222219</c:v>
                </c:pt>
                <c:pt idx="87486">
                  <c:v>45562.544444444437</c:v>
                </c:pt>
                <c:pt idx="87487">
                  <c:v>45628.404166666667</c:v>
                </c:pt>
                <c:pt idx="87488">
                  <c:v>45979.688888888893</c:v>
                </c:pt>
                <c:pt idx="87489">
                  <c:v>45778.474305555559</c:v>
                </c:pt>
                <c:pt idx="87490">
                  <c:v>45562.46875</c:v>
                </c:pt>
                <c:pt idx="87491">
                  <c:v>45778.469444444447</c:v>
                </c:pt>
                <c:pt idx="87492">
                  <c:v>45669.447916666657</c:v>
                </c:pt>
                <c:pt idx="87493">
                  <c:v>45996.380555555559</c:v>
                </c:pt>
                <c:pt idx="87494">
                  <c:v>45697.731944444437</c:v>
                </c:pt>
                <c:pt idx="87495">
                  <c:v>45745.441666666673</c:v>
                </c:pt>
                <c:pt idx="87496">
                  <c:v>45409.829861111109</c:v>
                </c:pt>
                <c:pt idx="87497">
                  <c:v>45587.263888888891</c:v>
                </c:pt>
                <c:pt idx="87498">
                  <c:v>45672.256944444453</c:v>
                </c:pt>
                <c:pt idx="87499">
                  <c:v>45626.568055555559</c:v>
                </c:pt>
                <c:pt idx="87500">
                  <c:v>45676.26666666667</c:v>
                </c:pt>
                <c:pt idx="87501">
                  <c:v>45631.574999999997</c:v>
                </c:pt>
                <c:pt idx="87502">
                  <c:v>45590.590277777781</c:v>
                </c:pt>
                <c:pt idx="87503">
                  <c:v>45747.276388888888</c:v>
                </c:pt>
                <c:pt idx="87504">
                  <c:v>45663.386111111111</c:v>
                </c:pt>
                <c:pt idx="87505">
                  <c:v>45308.270138888889</c:v>
                </c:pt>
                <c:pt idx="87506">
                  <c:v>46021.738194444442</c:v>
                </c:pt>
                <c:pt idx="87507">
                  <c:v>45447.652083333327</c:v>
                </c:pt>
                <c:pt idx="87508">
                  <c:v>45625.567361111112</c:v>
                </c:pt>
                <c:pt idx="87509">
                  <c:v>45459.481249999997</c:v>
                </c:pt>
                <c:pt idx="87510">
                  <c:v>45477.637499999997</c:v>
                </c:pt>
                <c:pt idx="87511">
                  <c:v>45511.387499999997</c:v>
                </c:pt>
                <c:pt idx="87512">
                  <c:v>45652.820138888892</c:v>
                </c:pt>
                <c:pt idx="87513">
                  <c:v>45335.293055555558</c:v>
                </c:pt>
                <c:pt idx="87514">
                  <c:v>45376.709027777782</c:v>
                </c:pt>
                <c:pt idx="87515">
                  <c:v>45762.958333333343</c:v>
                </c:pt>
                <c:pt idx="87516">
                  <c:v>45643.401388888888</c:v>
                </c:pt>
                <c:pt idx="87517">
                  <c:v>45467.665972222218</c:v>
                </c:pt>
                <c:pt idx="87518">
                  <c:v>45422.875694444447</c:v>
                </c:pt>
                <c:pt idx="87519">
                  <c:v>45981.742361111108</c:v>
                </c:pt>
                <c:pt idx="87520">
                  <c:v>45883.631249999999</c:v>
                </c:pt>
                <c:pt idx="87521">
                  <c:v>45645.62222222222</c:v>
                </c:pt>
                <c:pt idx="87522">
                  <c:v>45860.670138888891</c:v>
                </c:pt>
                <c:pt idx="87523">
                  <c:v>45554.563194444447</c:v>
                </c:pt>
                <c:pt idx="87524">
                  <c:v>45893.774305555547</c:v>
                </c:pt>
                <c:pt idx="87525">
                  <c:v>45836.550694444442</c:v>
                </c:pt>
                <c:pt idx="87526">
                  <c:v>45308.505555555559</c:v>
                </c:pt>
                <c:pt idx="87527">
                  <c:v>45659.415972222218</c:v>
                </c:pt>
                <c:pt idx="87528">
                  <c:v>45967.624305555553</c:v>
                </c:pt>
                <c:pt idx="87529">
                  <c:v>45621.397916666669</c:v>
                </c:pt>
                <c:pt idx="87530">
                  <c:v>45784.728472222218</c:v>
                </c:pt>
                <c:pt idx="87531">
                  <c:v>45531.469444444447</c:v>
                </c:pt>
                <c:pt idx="87532">
                  <c:v>45733.638888888891</c:v>
                </c:pt>
                <c:pt idx="87533">
                  <c:v>45395.435416666667</c:v>
                </c:pt>
                <c:pt idx="87534">
                  <c:v>45768.637499999997</c:v>
                </c:pt>
                <c:pt idx="87535">
                  <c:v>45917.71875</c:v>
                </c:pt>
                <c:pt idx="87536">
                  <c:v>45725.745138888888</c:v>
                </c:pt>
                <c:pt idx="87537">
                  <c:v>45461.729166666657</c:v>
                </c:pt>
                <c:pt idx="87538">
                  <c:v>45796.356944444437</c:v>
                </c:pt>
                <c:pt idx="87539">
                  <c:v>45506.404166666667</c:v>
                </c:pt>
                <c:pt idx="87540">
                  <c:v>45570.328472222223</c:v>
                </c:pt>
                <c:pt idx="87541">
                  <c:v>45432.00277777778</c:v>
                </c:pt>
                <c:pt idx="87542">
                  <c:v>45637.381249999999</c:v>
                </c:pt>
                <c:pt idx="87543">
                  <c:v>45498.836805555547</c:v>
                </c:pt>
                <c:pt idx="87544">
                  <c:v>45683.138194444437</c:v>
                </c:pt>
                <c:pt idx="87545">
                  <c:v>45380.011111111111</c:v>
                </c:pt>
                <c:pt idx="87546">
                  <c:v>45796.95416666667</c:v>
                </c:pt>
                <c:pt idx="87547">
                  <c:v>45571.666666666657</c:v>
                </c:pt>
                <c:pt idx="87548">
                  <c:v>45348.763888888891</c:v>
                </c:pt>
                <c:pt idx="87549">
                  <c:v>45585.662499999999</c:v>
                </c:pt>
                <c:pt idx="87550">
                  <c:v>45930.106249999997</c:v>
                </c:pt>
                <c:pt idx="87551">
                  <c:v>45703.847222222219</c:v>
                </c:pt>
                <c:pt idx="87552">
                  <c:v>45507.34097222222</c:v>
                </c:pt>
                <c:pt idx="87553">
                  <c:v>45724.88958333333</c:v>
                </c:pt>
                <c:pt idx="87554">
                  <c:v>45726.433333333327</c:v>
                </c:pt>
                <c:pt idx="87555">
                  <c:v>45410.51458333333</c:v>
                </c:pt>
                <c:pt idx="87556">
                  <c:v>45758.772916666669</c:v>
                </c:pt>
                <c:pt idx="87557">
                  <c:v>45948.252083333333</c:v>
                </c:pt>
                <c:pt idx="87558">
                  <c:v>45942.674305555563</c:v>
                </c:pt>
                <c:pt idx="87559">
                  <c:v>45626.811111111107</c:v>
                </c:pt>
                <c:pt idx="87560">
                  <c:v>45463.880555555559</c:v>
                </c:pt>
                <c:pt idx="87561">
                  <c:v>45497.332638888889</c:v>
                </c:pt>
                <c:pt idx="87562">
                  <c:v>45438.865972222222</c:v>
                </c:pt>
                <c:pt idx="87563">
                  <c:v>45801.915972222218</c:v>
                </c:pt>
                <c:pt idx="87564">
                  <c:v>45825.709722222222</c:v>
                </c:pt>
                <c:pt idx="87565">
                  <c:v>45852.868750000001</c:v>
                </c:pt>
                <c:pt idx="87566">
                  <c:v>45778.773611111108</c:v>
                </c:pt>
                <c:pt idx="87567">
                  <c:v>45879.785416666673</c:v>
                </c:pt>
                <c:pt idx="87568">
                  <c:v>45907.868750000001</c:v>
                </c:pt>
                <c:pt idx="87569">
                  <c:v>46019.847222222219</c:v>
                </c:pt>
                <c:pt idx="87570">
                  <c:v>45540.663194444453</c:v>
                </c:pt>
                <c:pt idx="87571">
                  <c:v>45859.530555555553</c:v>
                </c:pt>
                <c:pt idx="87572">
                  <c:v>45540.663194444453</c:v>
                </c:pt>
                <c:pt idx="87573">
                  <c:v>45439.404166666667</c:v>
                </c:pt>
                <c:pt idx="87574">
                  <c:v>45439.404166666667</c:v>
                </c:pt>
                <c:pt idx="87575">
                  <c:v>45745.84375</c:v>
                </c:pt>
                <c:pt idx="87576">
                  <c:v>45745.84375</c:v>
                </c:pt>
                <c:pt idx="87577">
                  <c:v>45859.530555555553</c:v>
                </c:pt>
                <c:pt idx="87578">
                  <c:v>45399.561805555553</c:v>
                </c:pt>
                <c:pt idx="87579">
                  <c:v>45554.769444444442</c:v>
                </c:pt>
                <c:pt idx="87580">
                  <c:v>45467.723611111112</c:v>
                </c:pt>
                <c:pt idx="87581">
                  <c:v>45322.842361111107</c:v>
                </c:pt>
                <c:pt idx="87582">
                  <c:v>45622.584027777782</c:v>
                </c:pt>
                <c:pt idx="87583">
                  <c:v>45820.695833333331</c:v>
                </c:pt>
                <c:pt idx="87584">
                  <c:v>45772.476388888892</c:v>
                </c:pt>
                <c:pt idx="87585">
                  <c:v>46003.55</c:v>
                </c:pt>
                <c:pt idx="87586">
                  <c:v>45701.613888888889</c:v>
                </c:pt>
                <c:pt idx="87587">
                  <c:v>45853.304861111108</c:v>
                </c:pt>
                <c:pt idx="87588">
                  <c:v>45912.55</c:v>
                </c:pt>
                <c:pt idx="87589">
                  <c:v>45838.490972222222</c:v>
                </c:pt>
                <c:pt idx="87590">
                  <c:v>45690.804166666669</c:v>
                </c:pt>
                <c:pt idx="87591">
                  <c:v>45784.486111111109</c:v>
                </c:pt>
                <c:pt idx="87592">
                  <c:v>45377.513194444437</c:v>
                </c:pt>
                <c:pt idx="87593">
                  <c:v>45751.515972222223</c:v>
                </c:pt>
                <c:pt idx="87594">
                  <c:v>45545.796527777777</c:v>
                </c:pt>
                <c:pt idx="87595">
                  <c:v>45731.902777777781</c:v>
                </c:pt>
                <c:pt idx="87596">
                  <c:v>45293.667361111111</c:v>
                </c:pt>
                <c:pt idx="87597">
                  <c:v>45748.144444444442</c:v>
                </c:pt>
                <c:pt idx="87598">
                  <c:v>45860.459722222222</c:v>
                </c:pt>
                <c:pt idx="87599">
                  <c:v>45600.02847222222</c:v>
                </c:pt>
                <c:pt idx="87600">
                  <c:v>45604.538194444453</c:v>
                </c:pt>
                <c:pt idx="87601">
                  <c:v>45757.401388888888</c:v>
                </c:pt>
                <c:pt idx="87602">
                  <c:v>45645.527083333327</c:v>
                </c:pt>
                <c:pt idx="87603">
                  <c:v>45620.819444444453</c:v>
                </c:pt>
                <c:pt idx="87604">
                  <c:v>45890.277083333327</c:v>
                </c:pt>
                <c:pt idx="87605">
                  <c:v>45687.558333333327</c:v>
                </c:pt>
                <c:pt idx="87606">
                  <c:v>45936.51666666667</c:v>
                </c:pt>
                <c:pt idx="87607">
                  <c:v>45778.475694444453</c:v>
                </c:pt>
                <c:pt idx="87608">
                  <c:v>45845.495833333327</c:v>
                </c:pt>
                <c:pt idx="87609">
                  <c:v>45909.604861111111</c:v>
                </c:pt>
                <c:pt idx="87610">
                  <c:v>45749.800694444442</c:v>
                </c:pt>
                <c:pt idx="87611">
                  <c:v>45440.775000000001</c:v>
                </c:pt>
                <c:pt idx="87612">
                  <c:v>45622.723611111112</c:v>
                </c:pt>
                <c:pt idx="87613">
                  <c:v>45349.73541666667</c:v>
                </c:pt>
                <c:pt idx="87614">
                  <c:v>45367.406944444447</c:v>
                </c:pt>
                <c:pt idx="87615">
                  <c:v>45507.705555555563</c:v>
                </c:pt>
                <c:pt idx="87616">
                  <c:v>45389.794444444437</c:v>
                </c:pt>
                <c:pt idx="87617">
                  <c:v>45559.72152777778</c:v>
                </c:pt>
                <c:pt idx="87618">
                  <c:v>45712.317361111112</c:v>
                </c:pt>
                <c:pt idx="87619">
                  <c:v>45935.651388888888</c:v>
                </c:pt>
                <c:pt idx="87620">
                  <c:v>45712.317361111112</c:v>
                </c:pt>
                <c:pt idx="87621">
                  <c:v>45935.651388888888</c:v>
                </c:pt>
                <c:pt idx="87622">
                  <c:v>45958.520138888889</c:v>
                </c:pt>
                <c:pt idx="87623">
                  <c:v>45712.317361111112</c:v>
                </c:pt>
                <c:pt idx="87624">
                  <c:v>45958.520138888889</c:v>
                </c:pt>
                <c:pt idx="87625">
                  <c:v>45935.651388888888</c:v>
                </c:pt>
                <c:pt idx="87626">
                  <c:v>45958.520138888889</c:v>
                </c:pt>
                <c:pt idx="87627">
                  <c:v>45782.479166666657</c:v>
                </c:pt>
                <c:pt idx="87628">
                  <c:v>45782.479166666657</c:v>
                </c:pt>
                <c:pt idx="87629">
                  <c:v>45782.479166666657</c:v>
                </c:pt>
                <c:pt idx="87630">
                  <c:v>45994.336805555547</c:v>
                </c:pt>
                <c:pt idx="87631">
                  <c:v>46009.282638888893</c:v>
                </c:pt>
                <c:pt idx="87632">
                  <c:v>45362.565972222219</c:v>
                </c:pt>
                <c:pt idx="87633">
                  <c:v>45986.782638888893</c:v>
                </c:pt>
                <c:pt idx="87634">
                  <c:v>45743.48333333333</c:v>
                </c:pt>
                <c:pt idx="87635">
                  <c:v>45716.51458333333</c:v>
                </c:pt>
                <c:pt idx="87636">
                  <c:v>45317.402083333327</c:v>
                </c:pt>
                <c:pt idx="87637">
                  <c:v>45702.538194444453</c:v>
                </c:pt>
                <c:pt idx="87638">
                  <c:v>45468.931250000001</c:v>
                </c:pt>
                <c:pt idx="87639">
                  <c:v>45540.65902777778</c:v>
                </c:pt>
                <c:pt idx="87640">
                  <c:v>45525.605555555558</c:v>
                </c:pt>
                <c:pt idx="87641">
                  <c:v>45981.536805555559</c:v>
                </c:pt>
                <c:pt idx="87642">
                  <c:v>45379.433333333327</c:v>
                </c:pt>
                <c:pt idx="87643">
                  <c:v>45351.261805555558</c:v>
                </c:pt>
                <c:pt idx="87644">
                  <c:v>45416.249305555553</c:v>
                </c:pt>
                <c:pt idx="87645">
                  <c:v>45892.767361111109</c:v>
                </c:pt>
                <c:pt idx="87646">
                  <c:v>45459.970833333333</c:v>
                </c:pt>
                <c:pt idx="87647">
                  <c:v>45326.15347222222</c:v>
                </c:pt>
                <c:pt idx="87648">
                  <c:v>45737.749305555553</c:v>
                </c:pt>
                <c:pt idx="87649">
                  <c:v>45933.919444444437</c:v>
                </c:pt>
                <c:pt idx="87650">
                  <c:v>45600.836805555547</c:v>
                </c:pt>
                <c:pt idx="87651">
                  <c:v>45667.717361111107</c:v>
                </c:pt>
                <c:pt idx="87652">
                  <c:v>45850.668749999997</c:v>
                </c:pt>
                <c:pt idx="87653">
                  <c:v>46017.90347222222</c:v>
                </c:pt>
                <c:pt idx="87654">
                  <c:v>45573.446527777778</c:v>
                </c:pt>
                <c:pt idx="87655">
                  <c:v>45306.493750000001</c:v>
                </c:pt>
                <c:pt idx="87656">
                  <c:v>45870.743750000001</c:v>
                </c:pt>
                <c:pt idx="87657">
                  <c:v>45500.438888888893</c:v>
                </c:pt>
                <c:pt idx="87658">
                  <c:v>45321.51666666667</c:v>
                </c:pt>
                <c:pt idx="87659">
                  <c:v>45509.730555555558</c:v>
                </c:pt>
                <c:pt idx="87660">
                  <c:v>45386.992361111108</c:v>
                </c:pt>
                <c:pt idx="87661">
                  <c:v>45730.879166666673</c:v>
                </c:pt>
                <c:pt idx="87662">
                  <c:v>45962.856944444437</c:v>
                </c:pt>
                <c:pt idx="87663">
                  <c:v>45449.613194444442</c:v>
                </c:pt>
                <c:pt idx="87664">
                  <c:v>45583.375694444447</c:v>
                </c:pt>
                <c:pt idx="87665">
                  <c:v>45378.51666666667</c:v>
                </c:pt>
                <c:pt idx="87666">
                  <c:v>45856.61041666667</c:v>
                </c:pt>
                <c:pt idx="87667">
                  <c:v>45673.379166666673</c:v>
                </c:pt>
                <c:pt idx="87668">
                  <c:v>45810.81527777778</c:v>
                </c:pt>
                <c:pt idx="87669">
                  <c:v>45667.025694444441</c:v>
                </c:pt>
                <c:pt idx="87670">
                  <c:v>45600.915277777778</c:v>
                </c:pt>
                <c:pt idx="87671">
                  <c:v>45630.661805555559</c:v>
                </c:pt>
                <c:pt idx="87672">
                  <c:v>45917.836805555547</c:v>
                </c:pt>
                <c:pt idx="87673">
                  <c:v>45690.661111111112</c:v>
                </c:pt>
                <c:pt idx="87674">
                  <c:v>45678.863888888889</c:v>
                </c:pt>
                <c:pt idx="87675">
                  <c:v>45777.40347222222</c:v>
                </c:pt>
                <c:pt idx="87676">
                  <c:v>45673.933333333327</c:v>
                </c:pt>
                <c:pt idx="87677">
                  <c:v>45694.775694444441</c:v>
                </c:pt>
                <c:pt idx="87678">
                  <c:v>45769.037499999999</c:v>
                </c:pt>
                <c:pt idx="87679">
                  <c:v>45779.84097222222</c:v>
                </c:pt>
                <c:pt idx="87680">
                  <c:v>45957.563888888893</c:v>
                </c:pt>
                <c:pt idx="87681">
                  <c:v>45928.697222222218</c:v>
                </c:pt>
                <c:pt idx="87682">
                  <c:v>45803.453472222223</c:v>
                </c:pt>
                <c:pt idx="87683">
                  <c:v>45978.560416666667</c:v>
                </c:pt>
                <c:pt idx="87684">
                  <c:v>45786.37222222222</c:v>
                </c:pt>
                <c:pt idx="87685">
                  <c:v>45769.01458333333</c:v>
                </c:pt>
                <c:pt idx="87686">
                  <c:v>45817.57916666667</c:v>
                </c:pt>
                <c:pt idx="87687">
                  <c:v>45852.573611111111</c:v>
                </c:pt>
                <c:pt idx="87688">
                  <c:v>45944.001388888893</c:v>
                </c:pt>
                <c:pt idx="87689">
                  <c:v>45912.378472222219</c:v>
                </c:pt>
                <c:pt idx="87690">
                  <c:v>45473.679861111108</c:v>
                </c:pt>
                <c:pt idx="87691">
                  <c:v>45298.814583333333</c:v>
                </c:pt>
                <c:pt idx="87692">
                  <c:v>45418.089583333327</c:v>
                </c:pt>
                <c:pt idx="87693">
                  <c:v>45721.677083333343</c:v>
                </c:pt>
                <c:pt idx="87694">
                  <c:v>45568.847916666673</c:v>
                </c:pt>
                <c:pt idx="87695">
                  <c:v>45332.164583333331</c:v>
                </c:pt>
                <c:pt idx="87696">
                  <c:v>45364.762499999997</c:v>
                </c:pt>
                <c:pt idx="87697">
                  <c:v>45687.890972222223</c:v>
                </c:pt>
                <c:pt idx="87698">
                  <c:v>45852.491666666669</c:v>
                </c:pt>
                <c:pt idx="87699">
                  <c:v>45734.381944444453</c:v>
                </c:pt>
                <c:pt idx="87700">
                  <c:v>45676.457638888889</c:v>
                </c:pt>
                <c:pt idx="87701">
                  <c:v>45639.427083333343</c:v>
                </c:pt>
                <c:pt idx="87702">
                  <c:v>45616.275000000001</c:v>
                </c:pt>
                <c:pt idx="87703">
                  <c:v>45708.419444444437</c:v>
                </c:pt>
                <c:pt idx="87704">
                  <c:v>45727.34375</c:v>
                </c:pt>
                <c:pt idx="87705">
                  <c:v>45882.724999999999</c:v>
                </c:pt>
                <c:pt idx="87706">
                  <c:v>45362.609027777777</c:v>
                </c:pt>
                <c:pt idx="87707">
                  <c:v>45650.541666666657</c:v>
                </c:pt>
                <c:pt idx="87708">
                  <c:v>45621.369444444441</c:v>
                </c:pt>
                <c:pt idx="87709">
                  <c:v>45698.486111111109</c:v>
                </c:pt>
                <c:pt idx="87710">
                  <c:v>45384.743055555547</c:v>
                </c:pt>
                <c:pt idx="87711">
                  <c:v>45748.647916666669</c:v>
                </c:pt>
                <c:pt idx="87712">
                  <c:v>45584.686805555553</c:v>
                </c:pt>
                <c:pt idx="87713">
                  <c:v>45661.76458333333</c:v>
                </c:pt>
                <c:pt idx="87714">
                  <c:v>45622.556944444441</c:v>
                </c:pt>
                <c:pt idx="87715">
                  <c:v>45912.96875</c:v>
                </c:pt>
                <c:pt idx="87716">
                  <c:v>45510.581250000003</c:v>
                </c:pt>
                <c:pt idx="87717">
                  <c:v>45855.041666666657</c:v>
                </c:pt>
                <c:pt idx="87718">
                  <c:v>45706.444444444453</c:v>
                </c:pt>
                <c:pt idx="87719">
                  <c:v>45982.584027777782</c:v>
                </c:pt>
                <c:pt idx="87720">
                  <c:v>45770.53402777778</c:v>
                </c:pt>
                <c:pt idx="87721">
                  <c:v>45715.873611111107</c:v>
                </c:pt>
                <c:pt idx="87722">
                  <c:v>45911.788888888892</c:v>
                </c:pt>
                <c:pt idx="87723">
                  <c:v>45560.449305555558</c:v>
                </c:pt>
                <c:pt idx="87724">
                  <c:v>45995.25277777778</c:v>
                </c:pt>
                <c:pt idx="87725">
                  <c:v>45961.411111111112</c:v>
                </c:pt>
                <c:pt idx="87726">
                  <c:v>45637.861111111109</c:v>
                </c:pt>
                <c:pt idx="87727">
                  <c:v>45637.861111111109</c:v>
                </c:pt>
                <c:pt idx="87728">
                  <c:v>45756.833333333343</c:v>
                </c:pt>
                <c:pt idx="87729">
                  <c:v>45343.813194444447</c:v>
                </c:pt>
                <c:pt idx="87730">
                  <c:v>45756.833333333343</c:v>
                </c:pt>
                <c:pt idx="87731">
                  <c:v>45343.813194444447</c:v>
                </c:pt>
                <c:pt idx="87732">
                  <c:v>45978.877083333333</c:v>
                </c:pt>
                <c:pt idx="87733">
                  <c:v>45424.275000000001</c:v>
                </c:pt>
                <c:pt idx="87734">
                  <c:v>45383.323611111111</c:v>
                </c:pt>
                <c:pt idx="87735">
                  <c:v>45305.277083333327</c:v>
                </c:pt>
                <c:pt idx="87736">
                  <c:v>45605.517361111109</c:v>
                </c:pt>
                <c:pt idx="87737">
                  <c:v>45792.430555555547</c:v>
                </c:pt>
                <c:pt idx="87738">
                  <c:v>45607.849305555559</c:v>
                </c:pt>
                <c:pt idx="87739">
                  <c:v>45335.576388888891</c:v>
                </c:pt>
                <c:pt idx="87740">
                  <c:v>45870.131944444453</c:v>
                </c:pt>
                <c:pt idx="87741">
                  <c:v>45769.09097222222</c:v>
                </c:pt>
                <c:pt idx="87742">
                  <c:v>45811.120833333327</c:v>
                </c:pt>
                <c:pt idx="87743">
                  <c:v>45756.804166666669</c:v>
                </c:pt>
                <c:pt idx="87744">
                  <c:v>45989.134722222218</c:v>
                </c:pt>
                <c:pt idx="87745">
                  <c:v>45653.574305555558</c:v>
                </c:pt>
                <c:pt idx="87746">
                  <c:v>45333.539583333331</c:v>
                </c:pt>
                <c:pt idx="87747">
                  <c:v>45395.556250000001</c:v>
                </c:pt>
                <c:pt idx="87748">
                  <c:v>45458.822222222218</c:v>
                </c:pt>
                <c:pt idx="87749">
                  <c:v>45739.875</c:v>
                </c:pt>
                <c:pt idx="87750">
                  <c:v>45348.77847222222</c:v>
                </c:pt>
                <c:pt idx="87751">
                  <c:v>45433.751388888893</c:v>
                </c:pt>
                <c:pt idx="87752">
                  <c:v>45711.831944444442</c:v>
                </c:pt>
                <c:pt idx="87753">
                  <c:v>45450.53125</c:v>
                </c:pt>
                <c:pt idx="87754">
                  <c:v>45547.370138888888</c:v>
                </c:pt>
                <c:pt idx="87755">
                  <c:v>45997.487500000003</c:v>
                </c:pt>
                <c:pt idx="87756">
                  <c:v>45525.398611111108</c:v>
                </c:pt>
                <c:pt idx="87757">
                  <c:v>45550.427777777782</c:v>
                </c:pt>
                <c:pt idx="87758">
                  <c:v>45504.435416666667</c:v>
                </c:pt>
                <c:pt idx="87759">
                  <c:v>45467.665972222218</c:v>
                </c:pt>
                <c:pt idx="87760">
                  <c:v>45467.665972222218</c:v>
                </c:pt>
                <c:pt idx="87761">
                  <c:v>45467.665972222218</c:v>
                </c:pt>
                <c:pt idx="87762">
                  <c:v>45657.007638888892</c:v>
                </c:pt>
                <c:pt idx="87763">
                  <c:v>45657.007638888892</c:v>
                </c:pt>
                <c:pt idx="87764">
                  <c:v>45657.007638888892</c:v>
                </c:pt>
                <c:pt idx="87765">
                  <c:v>45989.211111111108</c:v>
                </c:pt>
                <c:pt idx="87766">
                  <c:v>46022.634027777778</c:v>
                </c:pt>
                <c:pt idx="87767">
                  <c:v>45989.211111111108</c:v>
                </c:pt>
                <c:pt idx="87768">
                  <c:v>45575.67291666667</c:v>
                </c:pt>
                <c:pt idx="87769">
                  <c:v>46022.634027777778</c:v>
                </c:pt>
                <c:pt idx="87770">
                  <c:v>45575.67291666667</c:v>
                </c:pt>
                <c:pt idx="87771">
                  <c:v>45575.67291666667</c:v>
                </c:pt>
                <c:pt idx="87772">
                  <c:v>45989.211111111108</c:v>
                </c:pt>
                <c:pt idx="87773">
                  <c:v>46022.634027777778</c:v>
                </c:pt>
                <c:pt idx="87774">
                  <c:v>45700.732638888891</c:v>
                </c:pt>
                <c:pt idx="87775">
                  <c:v>45957.661805555559</c:v>
                </c:pt>
                <c:pt idx="87776">
                  <c:v>46003.5625</c:v>
                </c:pt>
                <c:pt idx="87777">
                  <c:v>45837.525694444441</c:v>
                </c:pt>
                <c:pt idx="87778">
                  <c:v>45741.34375</c:v>
                </c:pt>
                <c:pt idx="87779">
                  <c:v>45711.406944444447</c:v>
                </c:pt>
                <c:pt idx="87780">
                  <c:v>45302.694444444453</c:v>
                </c:pt>
                <c:pt idx="87781">
                  <c:v>45509.334027777782</c:v>
                </c:pt>
                <c:pt idx="87782">
                  <c:v>45467.526388888888</c:v>
                </c:pt>
                <c:pt idx="87783">
                  <c:v>45856.4375</c:v>
                </c:pt>
                <c:pt idx="87784">
                  <c:v>45730.70416666667</c:v>
                </c:pt>
                <c:pt idx="87785">
                  <c:v>45697.722222222219</c:v>
                </c:pt>
                <c:pt idx="87786">
                  <c:v>45861.318749999999</c:v>
                </c:pt>
                <c:pt idx="87787">
                  <c:v>45773.590277777781</c:v>
                </c:pt>
                <c:pt idx="87788">
                  <c:v>45996.65625</c:v>
                </c:pt>
                <c:pt idx="87789">
                  <c:v>45711.275694444441</c:v>
                </c:pt>
                <c:pt idx="87790">
                  <c:v>45913.703472222223</c:v>
                </c:pt>
                <c:pt idx="87791">
                  <c:v>45444.510416666657</c:v>
                </c:pt>
                <c:pt idx="87792">
                  <c:v>45608.42083333333</c:v>
                </c:pt>
                <c:pt idx="87793">
                  <c:v>45824.335416666669</c:v>
                </c:pt>
                <c:pt idx="87794">
                  <c:v>45922.336111111108</c:v>
                </c:pt>
                <c:pt idx="87795">
                  <c:v>45513.759027777778</c:v>
                </c:pt>
                <c:pt idx="87796">
                  <c:v>45680.336111111108</c:v>
                </c:pt>
                <c:pt idx="87797">
                  <c:v>45863.373611111107</c:v>
                </c:pt>
                <c:pt idx="87798">
                  <c:v>45716.470138888893</c:v>
                </c:pt>
                <c:pt idx="87799">
                  <c:v>45863.348611111112</c:v>
                </c:pt>
                <c:pt idx="87800">
                  <c:v>45707.363194444442</c:v>
                </c:pt>
                <c:pt idx="87801">
                  <c:v>45762.668055555558</c:v>
                </c:pt>
                <c:pt idx="87802">
                  <c:v>45795.801388888889</c:v>
                </c:pt>
                <c:pt idx="87803">
                  <c:v>45680.84652777778</c:v>
                </c:pt>
                <c:pt idx="87804">
                  <c:v>45582.670138888891</c:v>
                </c:pt>
                <c:pt idx="87805">
                  <c:v>45750.336111111108</c:v>
                </c:pt>
                <c:pt idx="87806">
                  <c:v>45707.824999999997</c:v>
                </c:pt>
                <c:pt idx="87807">
                  <c:v>45795.7</c:v>
                </c:pt>
                <c:pt idx="87808">
                  <c:v>45680.854861111111</c:v>
                </c:pt>
                <c:pt idx="87809">
                  <c:v>45614.614583333343</c:v>
                </c:pt>
                <c:pt idx="87810">
                  <c:v>45771.404861111107</c:v>
                </c:pt>
                <c:pt idx="87811">
                  <c:v>45741.90902777778</c:v>
                </c:pt>
                <c:pt idx="87812">
                  <c:v>45770.693749999999</c:v>
                </c:pt>
                <c:pt idx="87813">
                  <c:v>45548.865972222222</c:v>
                </c:pt>
                <c:pt idx="87814">
                  <c:v>45559.675694444442</c:v>
                </c:pt>
                <c:pt idx="87815">
                  <c:v>45558.590277777781</c:v>
                </c:pt>
                <c:pt idx="87816">
                  <c:v>45926.704861111109</c:v>
                </c:pt>
                <c:pt idx="87817">
                  <c:v>45716.925694444442</c:v>
                </c:pt>
                <c:pt idx="87818">
                  <c:v>45992.555555555547</c:v>
                </c:pt>
                <c:pt idx="87819">
                  <c:v>45781.745833333327</c:v>
                </c:pt>
                <c:pt idx="87820">
                  <c:v>45831.62777777778</c:v>
                </c:pt>
                <c:pt idx="87821">
                  <c:v>45539.70416666667</c:v>
                </c:pt>
                <c:pt idx="87822">
                  <c:v>45929.229166666657</c:v>
                </c:pt>
                <c:pt idx="87823">
                  <c:v>45683.504861111112</c:v>
                </c:pt>
                <c:pt idx="87824">
                  <c:v>45488.473611111112</c:v>
                </c:pt>
                <c:pt idx="87825">
                  <c:v>45598.785416666673</c:v>
                </c:pt>
                <c:pt idx="87826">
                  <c:v>45736.501388888893</c:v>
                </c:pt>
                <c:pt idx="87827">
                  <c:v>45678.790972222218</c:v>
                </c:pt>
                <c:pt idx="87828">
                  <c:v>45702.840277777781</c:v>
                </c:pt>
                <c:pt idx="87829">
                  <c:v>45614.540972222218</c:v>
                </c:pt>
                <c:pt idx="87830">
                  <c:v>45535.624305555553</c:v>
                </c:pt>
                <c:pt idx="87831">
                  <c:v>45764.426388888889</c:v>
                </c:pt>
                <c:pt idx="87832">
                  <c:v>45482.347222222219</c:v>
                </c:pt>
                <c:pt idx="87833">
                  <c:v>45871.424305555563</c:v>
                </c:pt>
                <c:pt idx="87834">
                  <c:v>45666.679861111108</c:v>
                </c:pt>
                <c:pt idx="87835">
                  <c:v>45984.697916666657</c:v>
                </c:pt>
                <c:pt idx="87836">
                  <c:v>45928.379166666673</c:v>
                </c:pt>
                <c:pt idx="87837">
                  <c:v>45694.831250000003</c:v>
                </c:pt>
                <c:pt idx="87838">
                  <c:v>45823.583333333343</c:v>
                </c:pt>
                <c:pt idx="87839">
                  <c:v>45743.561111111107</c:v>
                </c:pt>
                <c:pt idx="87840">
                  <c:v>45630.563888888893</c:v>
                </c:pt>
                <c:pt idx="87841">
                  <c:v>45630.563888888893</c:v>
                </c:pt>
                <c:pt idx="87842">
                  <c:v>45553.678472222222</c:v>
                </c:pt>
                <c:pt idx="87843">
                  <c:v>45872.469444444447</c:v>
                </c:pt>
                <c:pt idx="87844">
                  <c:v>45872.469444444447</c:v>
                </c:pt>
                <c:pt idx="87845">
                  <c:v>45994.418749999997</c:v>
                </c:pt>
                <c:pt idx="87846">
                  <c:v>45487.59375</c:v>
                </c:pt>
                <c:pt idx="87847">
                  <c:v>45487.59375</c:v>
                </c:pt>
                <c:pt idx="87848">
                  <c:v>45327.618055555547</c:v>
                </c:pt>
                <c:pt idx="87849">
                  <c:v>45743.561111111107</c:v>
                </c:pt>
                <c:pt idx="87850">
                  <c:v>45327.618055555547</c:v>
                </c:pt>
                <c:pt idx="87851">
                  <c:v>45553.678472222222</c:v>
                </c:pt>
                <c:pt idx="87852">
                  <c:v>45994.418749999997</c:v>
                </c:pt>
                <c:pt idx="87853">
                  <c:v>45725.613888888889</c:v>
                </c:pt>
                <c:pt idx="87854">
                  <c:v>45695.743750000001</c:v>
                </c:pt>
                <c:pt idx="87855">
                  <c:v>45855.029861111107</c:v>
                </c:pt>
                <c:pt idx="87856">
                  <c:v>45892.488194444442</c:v>
                </c:pt>
                <c:pt idx="87857">
                  <c:v>45788.286111111112</c:v>
                </c:pt>
                <c:pt idx="87858">
                  <c:v>45595.90625</c:v>
                </c:pt>
                <c:pt idx="87859">
                  <c:v>45578.549305555563</c:v>
                </c:pt>
                <c:pt idx="87860">
                  <c:v>45996.390277777777</c:v>
                </c:pt>
                <c:pt idx="87861">
                  <c:v>45776.505555555559</c:v>
                </c:pt>
                <c:pt idx="87862">
                  <c:v>45928.445138888892</c:v>
                </c:pt>
                <c:pt idx="87863">
                  <c:v>45698.864583333343</c:v>
                </c:pt>
                <c:pt idx="87864">
                  <c:v>45857.371527777781</c:v>
                </c:pt>
                <c:pt idx="87865">
                  <c:v>45737.90625</c:v>
                </c:pt>
                <c:pt idx="87866">
                  <c:v>45935.729861111111</c:v>
                </c:pt>
                <c:pt idx="87867">
                  <c:v>45964.716666666667</c:v>
                </c:pt>
                <c:pt idx="87868">
                  <c:v>45523.79583333333</c:v>
                </c:pt>
                <c:pt idx="87869">
                  <c:v>45313.294444444437</c:v>
                </c:pt>
                <c:pt idx="87870">
                  <c:v>45540.822222222218</c:v>
                </c:pt>
                <c:pt idx="87871">
                  <c:v>45555.395138888889</c:v>
                </c:pt>
                <c:pt idx="87872">
                  <c:v>45505.814583333333</c:v>
                </c:pt>
                <c:pt idx="87873">
                  <c:v>45575.657638888893</c:v>
                </c:pt>
                <c:pt idx="87874">
                  <c:v>45656.686111111107</c:v>
                </c:pt>
                <c:pt idx="87875">
                  <c:v>45736.638194444437</c:v>
                </c:pt>
                <c:pt idx="87876">
                  <c:v>45540.363888888889</c:v>
                </c:pt>
                <c:pt idx="87877">
                  <c:v>45792.536111111112</c:v>
                </c:pt>
                <c:pt idx="87878">
                  <c:v>45764.566666666673</c:v>
                </c:pt>
                <c:pt idx="87879">
                  <c:v>45471.44027777778</c:v>
                </c:pt>
                <c:pt idx="87880">
                  <c:v>45600.717361111107</c:v>
                </c:pt>
                <c:pt idx="87881">
                  <c:v>45663.324305555558</c:v>
                </c:pt>
                <c:pt idx="87882">
                  <c:v>45723.84652777778</c:v>
                </c:pt>
                <c:pt idx="87883">
                  <c:v>45974.820138888892</c:v>
                </c:pt>
                <c:pt idx="87884">
                  <c:v>45860.959722222222</c:v>
                </c:pt>
                <c:pt idx="87885">
                  <c:v>45308.57708333333</c:v>
                </c:pt>
                <c:pt idx="87886">
                  <c:v>45540.439583333333</c:v>
                </c:pt>
                <c:pt idx="87887">
                  <c:v>45765.847222222219</c:v>
                </c:pt>
                <c:pt idx="87888">
                  <c:v>45471.413888888892</c:v>
                </c:pt>
                <c:pt idx="87889">
                  <c:v>45586.667361111111</c:v>
                </c:pt>
                <c:pt idx="87890">
                  <c:v>45587.557638888888</c:v>
                </c:pt>
                <c:pt idx="87891">
                  <c:v>45804.697222222218</c:v>
                </c:pt>
                <c:pt idx="87892">
                  <c:v>45784.75277777778</c:v>
                </c:pt>
                <c:pt idx="87893">
                  <c:v>45481.36041666667</c:v>
                </c:pt>
                <c:pt idx="87894">
                  <c:v>45853.907638888893</c:v>
                </c:pt>
                <c:pt idx="87895">
                  <c:v>45778.366666666669</c:v>
                </c:pt>
                <c:pt idx="87896">
                  <c:v>45853.686805555553</c:v>
                </c:pt>
                <c:pt idx="87897">
                  <c:v>45855.875</c:v>
                </c:pt>
                <c:pt idx="87898">
                  <c:v>45663.536111111112</c:v>
                </c:pt>
                <c:pt idx="87899">
                  <c:v>45990.357638888891</c:v>
                </c:pt>
                <c:pt idx="87900">
                  <c:v>45937.686111111107</c:v>
                </c:pt>
                <c:pt idx="87901">
                  <c:v>45964.623611111107</c:v>
                </c:pt>
                <c:pt idx="87902">
                  <c:v>45957.386111111111</c:v>
                </c:pt>
                <c:pt idx="87903">
                  <c:v>45374.54791666667</c:v>
                </c:pt>
                <c:pt idx="87904">
                  <c:v>45406.260416666657</c:v>
                </c:pt>
                <c:pt idx="87905">
                  <c:v>45608.676388888889</c:v>
                </c:pt>
                <c:pt idx="87906">
                  <c:v>45600.920138888891</c:v>
                </c:pt>
                <c:pt idx="87907">
                  <c:v>45602.729166666657</c:v>
                </c:pt>
                <c:pt idx="87908">
                  <c:v>45886.431250000001</c:v>
                </c:pt>
                <c:pt idx="87909">
                  <c:v>45992.838888888888</c:v>
                </c:pt>
                <c:pt idx="87910">
                  <c:v>45923.322916666657</c:v>
                </c:pt>
                <c:pt idx="87911">
                  <c:v>45970.748611111107</c:v>
                </c:pt>
                <c:pt idx="87912">
                  <c:v>45956.73333333333</c:v>
                </c:pt>
                <c:pt idx="87913">
                  <c:v>45912.379166666673</c:v>
                </c:pt>
                <c:pt idx="87914">
                  <c:v>45871.670138888891</c:v>
                </c:pt>
                <c:pt idx="87915">
                  <c:v>45326.70416666667</c:v>
                </c:pt>
                <c:pt idx="87916">
                  <c:v>45508.673611111109</c:v>
                </c:pt>
                <c:pt idx="87917">
                  <c:v>45827.910416666673</c:v>
                </c:pt>
                <c:pt idx="87918">
                  <c:v>45513.556944444441</c:v>
                </c:pt>
                <c:pt idx="87919">
                  <c:v>45331.477777777778</c:v>
                </c:pt>
                <c:pt idx="87920">
                  <c:v>45553.568749999999</c:v>
                </c:pt>
                <c:pt idx="87921">
                  <c:v>45366.600694444453</c:v>
                </c:pt>
                <c:pt idx="87922">
                  <c:v>45659.482638888891</c:v>
                </c:pt>
                <c:pt idx="87923">
                  <c:v>45456.663888888892</c:v>
                </c:pt>
                <c:pt idx="87924">
                  <c:v>45760.676388888889</c:v>
                </c:pt>
                <c:pt idx="87925">
                  <c:v>45708.390972222223</c:v>
                </c:pt>
                <c:pt idx="87926">
                  <c:v>45979.693055555559</c:v>
                </c:pt>
                <c:pt idx="87927">
                  <c:v>45763.911111111112</c:v>
                </c:pt>
                <c:pt idx="87928">
                  <c:v>45736.381249999999</c:v>
                </c:pt>
                <c:pt idx="87929">
                  <c:v>45820.261805555558</c:v>
                </c:pt>
                <c:pt idx="87930">
                  <c:v>45865.374305555553</c:v>
                </c:pt>
                <c:pt idx="87931">
                  <c:v>45723.301388888889</c:v>
                </c:pt>
                <c:pt idx="87932">
                  <c:v>46016.730555555558</c:v>
                </c:pt>
                <c:pt idx="87933">
                  <c:v>45462.461805555547</c:v>
                </c:pt>
                <c:pt idx="87934">
                  <c:v>45528.690972222219</c:v>
                </c:pt>
                <c:pt idx="87935">
                  <c:v>45379.67291666667</c:v>
                </c:pt>
                <c:pt idx="87936">
                  <c:v>45539.874305555553</c:v>
                </c:pt>
                <c:pt idx="87937">
                  <c:v>45411.861805555563</c:v>
                </c:pt>
                <c:pt idx="87938">
                  <c:v>46018.81527777778</c:v>
                </c:pt>
                <c:pt idx="87939">
                  <c:v>45551.871527777781</c:v>
                </c:pt>
                <c:pt idx="87940">
                  <c:v>45944.019444444442</c:v>
                </c:pt>
                <c:pt idx="87941">
                  <c:v>45998.045138888891</c:v>
                </c:pt>
                <c:pt idx="87942">
                  <c:v>45971.472222222219</c:v>
                </c:pt>
                <c:pt idx="87943">
                  <c:v>45835.623611111107</c:v>
                </c:pt>
                <c:pt idx="87944">
                  <c:v>45884.406944444447</c:v>
                </c:pt>
                <c:pt idx="87945">
                  <c:v>45479.63958333333</c:v>
                </c:pt>
                <c:pt idx="87946">
                  <c:v>45538.5</c:v>
                </c:pt>
                <c:pt idx="87947">
                  <c:v>45610.311111111107</c:v>
                </c:pt>
                <c:pt idx="87948">
                  <c:v>45639.468055555553</c:v>
                </c:pt>
                <c:pt idx="87949">
                  <c:v>45448.758333333331</c:v>
                </c:pt>
                <c:pt idx="87950">
                  <c:v>45470.213888888888</c:v>
                </c:pt>
                <c:pt idx="87951">
                  <c:v>45526.224999999999</c:v>
                </c:pt>
                <c:pt idx="87952">
                  <c:v>45484.214583333327</c:v>
                </c:pt>
                <c:pt idx="87953">
                  <c:v>45476.92083333333</c:v>
                </c:pt>
                <c:pt idx="87954">
                  <c:v>45504.252083333333</c:v>
                </c:pt>
                <c:pt idx="87955">
                  <c:v>45519.210416666669</c:v>
                </c:pt>
                <c:pt idx="87956">
                  <c:v>45607.428472222222</c:v>
                </c:pt>
                <c:pt idx="87957">
                  <c:v>45598.041666666657</c:v>
                </c:pt>
                <c:pt idx="87958">
                  <c:v>45751.318055555559</c:v>
                </c:pt>
                <c:pt idx="87959">
                  <c:v>45737.501388888893</c:v>
                </c:pt>
                <c:pt idx="87960">
                  <c:v>45745.775694444441</c:v>
                </c:pt>
                <c:pt idx="87961">
                  <c:v>45764.65625</c:v>
                </c:pt>
                <c:pt idx="87962">
                  <c:v>45796.457638888889</c:v>
                </c:pt>
                <c:pt idx="87963">
                  <c:v>45755.423611111109</c:v>
                </c:pt>
                <c:pt idx="87964">
                  <c:v>45716.418055555558</c:v>
                </c:pt>
                <c:pt idx="87965">
                  <c:v>45819.510416666657</c:v>
                </c:pt>
                <c:pt idx="87966">
                  <c:v>45652.447222222218</c:v>
                </c:pt>
                <c:pt idx="87967">
                  <c:v>45678.530555555553</c:v>
                </c:pt>
                <c:pt idx="87968">
                  <c:v>45961.478472222218</c:v>
                </c:pt>
                <c:pt idx="87969">
                  <c:v>45914.675694444442</c:v>
                </c:pt>
                <c:pt idx="87970">
                  <c:v>45748.790972222218</c:v>
                </c:pt>
                <c:pt idx="87971">
                  <c:v>45983.410416666673</c:v>
                </c:pt>
                <c:pt idx="87972">
                  <c:v>45796.75277777778</c:v>
                </c:pt>
                <c:pt idx="87973">
                  <c:v>45843.340277777781</c:v>
                </c:pt>
                <c:pt idx="87974">
                  <c:v>45725.726388888892</c:v>
                </c:pt>
                <c:pt idx="87975">
                  <c:v>45882.570833333331</c:v>
                </c:pt>
                <c:pt idx="87976">
                  <c:v>45482.838194444441</c:v>
                </c:pt>
                <c:pt idx="87977">
                  <c:v>45782.159722222219</c:v>
                </c:pt>
                <c:pt idx="87978">
                  <c:v>45940.17291666667</c:v>
                </c:pt>
                <c:pt idx="87979">
                  <c:v>45964.20208333333</c:v>
                </c:pt>
                <c:pt idx="87980">
                  <c:v>45920.193055555559</c:v>
                </c:pt>
                <c:pt idx="87981">
                  <c:v>45757.18472222222</c:v>
                </c:pt>
                <c:pt idx="87982">
                  <c:v>45991.616666666669</c:v>
                </c:pt>
                <c:pt idx="87983">
                  <c:v>45979.618750000001</c:v>
                </c:pt>
                <c:pt idx="87984">
                  <c:v>45748.453472222223</c:v>
                </c:pt>
                <c:pt idx="87985">
                  <c:v>45908.304166666669</c:v>
                </c:pt>
                <c:pt idx="87986">
                  <c:v>45972.381249999999</c:v>
                </c:pt>
                <c:pt idx="87987">
                  <c:v>45863.361805555563</c:v>
                </c:pt>
                <c:pt idx="87988">
                  <c:v>45858.720833333333</c:v>
                </c:pt>
                <c:pt idx="87989">
                  <c:v>45771.613194444442</c:v>
                </c:pt>
                <c:pt idx="87990">
                  <c:v>45684.368750000001</c:v>
                </c:pt>
                <c:pt idx="87991">
                  <c:v>45747.671527777777</c:v>
                </c:pt>
                <c:pt idx="87992">
                  <c:v>46006.556944444441</c:v>
                </c:pt>
                <c:pt idx="87993">
                  <c:v>45586.595833333333</c:v>
                </c:pt>
                <c:pt idx="87994">
                  <c:v>45742.098611111112</c:v>
                </c:pt>
                <c:pt idx="87995">
                  <c:v>45843.029861111107</c:v>
                </c:pt>
                <c:pt idx="87996">
                  <c:v>45868.050694444442</c:v>
                </c:pt>
                <c:pt idx="87997">
                  <c:v>45818.927777777782</c:v>
                </c:pt>
                <c:pt idx="87998">
                  <c:v>45826.626388888893</c:v>
                </c:pt>
                <c:pt idx="87999">
                  <c:v>45603.542361111111</c:v>
                </c:pt>
                <c:pt idx="88000">
                  <c:v>45977.833333333343</c:v>
                </c:pt>
                <c:pt idx="88001">
                  <c:v>45772.429861111108</c:v>
                </c:pt>
                <c:pt idx="88002">
                  <c:v>45866.623611111107</c:v>
                </c:pt>
                <c:pt idx="88003">
                  <c:v>45862.768055555563</c:v>
                </c:pt>
                <c:pt idx="88004">
                  <c:v>45971.855555555558</c:v>
                </c:pt>
                <c:pt idx="88005">
                  <c:v>45764.938888888893</c:v>
                </c:pt>
                <c:pt idx="88006">
                  <c:v>45929.627083333333</c:v>
                </c:pt>
                <c:pt idx="88007">
                  <c:v>46006.564583333333</c:v>
                </c:pt>
                <c:pt idx="88008">
                  <c:v>45615.286111111112</c:v>
                </c:pt>
                <c:pt idx="88009">
                  <c:v>45723.800694444442</c:v>
                </c:pt>
                <c:pt idx="88010">
                  <c:v>45594.310416666667</c:v>
                </c:pt>
                <c:pt idx="88011">
                  <c:v>45728.842361111107</c:v>
                </c:pt>
                <c:pt idx="88012">
                  <c:v>45765.770138888889</c:v>
                </c:pt>
                <c:pt idx="88013">
                  <c:v>45783.731944444437</c:v>
                </c:pt>
                <c:pt idx="88014">
                  <c:v>45796.28402777778</c:v>
                </c:pt>
                <c:pt idx="88015">
                  <c:v>45634.524305555547</c:v>
                </c:pt>
                <c:pt idx="88016">
                  <c:v>45671.783333333333</c:v>
                </c:pt>
                <c:pt idx="88017">
                  <c:v>45696.724999999999</c:v>
                </c:pt>
                <c:pt idx="88018">
                  <c:v>45639.501388888893</c:v>
                </c:pt>
                <c:pt idx="88019">
                  <c:v>45524.68472222222</c:v>
                </c:pt>
                <c:pt idx="88020">
                  <c:v>45556.70416666667</c:v>
                </c:pt>
                <c:pt idx="88021">
                  <c:v>45565.406944444447</c:v>
                </c:pt>
                <c:pt idx="88022">
                  <c:v>45317.59097222222</c:v>
                </c:pt>
                <c:pt idx="88023">
                  <c:v>45755.22152777778</c:v>
                </c:pt>
                <c:pt idx="88024">
                  <c:v>45678.525000000001</c:v>
                </c:pt>
                <c:pt idx="88025">
                  <c:v>45657.78125</c:v>
                </c:pt>
                <c:pt idx="88026">
                  <c:v>45727.352777777778</c:v>
                </c:pt>
                <c:pt idx="88027">
                  <c:v>45778.355555555558</c:v>
                </c:pt>
                <c:pt idx="88028">
                  <c:v>45761.677083333343</c:v>
                </c:pt>
                <c:pt idx="88029">
                  <c:v>45693.775694444441</c:v>
                </c:pt>
                <c:pt idx="88030">
                  <c:v>45804.334027777782</c:v>
                </c:pt>
                <c:pt idx="88031">
                  <c:v>45734.160416666673</c:v>
                </c:pt>
                <c:pt idx="88032">
                  <c:v>45370.349305555559</c:v>
                </c:pt>
                <c:pt idx="88033">
                  <c:v>45834.67083333333</c:v>
                </c:pt>
                <c:pt idx="88034">
                  <c:v>45860.162499999999</c:v>
                </c:pt>
                <c:pt idx="88035">
                  <c:v>45807.472222222219</c:v>
                </c:pt>
                <c:pt idx="88036">
                  <c:v>45799.912499999999</c:v>
                </c:pt>
                <c:pt idx="88037">
                  <c:v>45959.145833333343</c:v>
                </c:pt>
                <c:pt idx="88038">
                  <c:v>45748.833333333343</c:v>
                </c:pt>
                <c:pt idx="88039">
                  <c:v>45927.318055555559</c:v>
                </c:pt>
                <c:pt idx="88040">
                  <c:v>45836.327777777777</c:v>
                </c:pt>
                <c:pt idx="88041">
                  <c:v>45982.368055555547</c:v>
                </c:pt>
                <c:pt idx="88042">
                  <c:v>45875.911111111112</c:v>
                </c:pt>
                <c:pt idx="88043">
                  <c:v>45340.551388888889</c:v>
                </c:pt>
                <c:pt idx="88044">
                  <c:v>45582.543055555558</c:v>
                </c:pt>
                <c:pt idx="88045">
                  <c:v>45902.681250000001</c:v>
                </c:pt>
                <c:pt idx="88046">
                  <c:v>45674.697222222218</c:v>
                </c:pt>
                <c:pt idx="88047">
                  <c:v>45496.76458333333</c:v>
                </c:pt>
                <c:pt idx="88048">
                  <c:v>45784.361111111109</c:v>
                </c:pt>
                <c:pt idx="88049">
                  <c:v>45715.517361111109</c:v>
                </c:pt>
                <c:pt idx="88050">
                  <c:v>45688.374305555553</c:v>
                </c:pt>
                <c:pt idx="88051">
                  <c:v>45727.916666666657</c:v>
                </c:pt>
                <c:pt idx="88052">
                  <c:v>45699.44027777778</c:v>
                </c:pt>
                <c:pt idx="88053">
                  <c:v>45800.907638888893</c:v>
                </c:pt>
                <c:pt idx="88054">
                  <c:v>45741.618055555547</c:v>
                </c:pt>
                <c:pt idx="88055">
                  <c:v>45998.539583333331</c:v>
                </c:pt>
                <c:pt idx="88056">
                  <c:v>45867.54583333333</c:v>
                </c:pt>
                <c:pt idx="88057">
                  <c:v>45901.42291666667</c:v>
                </c:pt>
                <c:pt idx="88058">
                  <c:v>45972.638194444437</c:v>
                </c:pt>
                <c:pt idx="88059">
                  <c:v>45937.574999999997</c:v>
                </c:pt>
                <c:pt idx="88060">
                  <c:v>46020.845833333333</c:v>
                </c:pt>
                <c:pt idx="88061">
                  <c:v>45932.793055555558</c:v>
                </c:pt>
                <c:pt idx="88062">
                  <c:v>45930.336805555547</c:v>
                </c:pt>
                <c:pt idx="88063">
                  <c:v>45993.390972222223</c:v>
                </c:pt>
                <c:pt idx="88064">
                  <c:v>45927.057638888888</c:v>
                </c:pt>
                <c:pt idx="88065">
                  <c:v>45804.488194444442</c:v>
                </c:pt>
                <c:pt idx="88066">
                  <c:v>45820.429861111108</c:v>
                </c:pt>
                <c:pt idx="88067">
                  <c:v>45338.448611111111</c:v>
                </c:pt>
                <c:pt idx="88068">
                  <c:v>45408.325694444437</c:v>
                </c:pt>
                <c:pt idx="88069">
                  <c:v>45793.845138888893</c:v>
                </c:pt>
                <c:pt idx="88070">
                  <c:v>45958.498611111107</c:v>
                </c:pt>
                <c:pt idx="88071">
                  <c:v>45879.509722222218</c:v>
                </c:pt>
                <c:pt idx="88072">
                  <c:v>45376.439583333333</c:v>
                </c:pt>
                <c:pt idx="88073">
                  <c:v>45351.588194444441</c:v>
                </c:pt>
                <c:pt idx="88074">
                  <c:v>46018.643055555563</c:v>
                </c:pt>
                <c:pt idx="88075">
                  <c:v>45900.572916666657</c:v>
                </c:pt>
                <c:pt idx="88076">
                  <c:v>45900.807638888888</c:v>
                </c:pt>
                <c:pt idx="88077">
                  <c:v>45844.37777777778</c:v>
                </c:pt>
                <c:pt idx="88078">
                  <c:v>45954.525000000001</c:v>
                </c:pt>
                <c:pt idx="88079">
                  <c:v>45635.538888888892</c:v>
                </c:pt>
                <c:pt idx="88080">
                  <c:v>45826.741666666669</c:v>
                </c:pt>
                <c:pt idx="88081">
                  <c:v>45757.744444444441</c:v>
                </c:pt>
                <c:pt idx="88082">
                  <c:v>45896.822916666657</c:v>
                </c:pt>
                <c:pt idx="88083">
                  <c:v>45570.722916666673</c:v>
                </c:pt>
                <c:pt idx="88084">
                  <c:v>45323.238194444442</c:v>
                </c:pt>
                <c:pt idx="88085">
                  <c:v>45579.719444444447</c:v>
                </c:pt>
                <c:pt idx="88086">
                  <c:v>45694.405555555553</c:v>
                </c:pt>
                <c:pt idx="88087">
                  <c:v>45716.213194444441</c:v>
                </c:pt>
                <c:pt idx="88088">
                  <c:v>45597.765972222223</c:v>
                </c:pt>
                <c:pt idx="88089">
                  <c:v>45932.824999999997</c:v>
                </c:pt>
                <c:pt idx="88090">
                  <c:v>45572.310416666667</c:v>
                </c:pt>
                <c:pt idx="88091">
                  <c:v>45645.640972222223</c:v>
                </c:pt>
                <c:pt idx="88092">
                  <c:v>45897.418055555558</c:v>
                </c:pt>
                <c:pt idx="88093">
                  <c:v>45849.531944444447</c:v>
                </c:pt>
                <c:pt idx="88094">
                  <c:v>45845.344444444447</c:v>
                </c:pt>
                <c:pt idx="88095">
                  <c:v>45487.936805555553</c:v>
                </c:pt>
                <c:pt idx="88096">
                  <c:v>45946.728472222218</c:v>
                </c:pt>
                <c:pt idx="88097">
                  <c:v>45664.841666666667</c:v>
                </c:pt>
                <c:pt idx="88098">
                  <c:v>45711.699305555558</c:v>
                </c:pt>
                <c:pt idx="88099">
                  <c:v>45838.686111111107</c:v>
                </c:pt>
                <c:pt idx="88100">
                  <c:v>45727.838888888888</c:v>
                </c:pt>
                <c:pt idx="88101">
                  <c:v>45774.794444444437</c:v>
                </c:pt>
                <c:pt idx="88102">
                  <c:v>45872.868055555547</c:v>
                </c:pt>
                <c:pt idx="88103">
                  <c:v>45831.804861111108</c:v>
                </c:pt>
                <c:pt idx="88104">
                  <c:v>45968.801388888889</c:v>
                </c:pt>
                <c:pt idx="88105">
                  <c:v>45811.428472222222</c:v>
                </c:pt>
                <c:pt idx="88106">
                  <c:v>45900.725694444453</c:v>
                </c:pt>
                <c:pt idx="88107">
                  <c:v>45868.731249999997</c:v>
                </c:pt>
                <c:pt idx="88108">
                  <c:v>46002.658333333333</c:v>
                </c:pt>
                <c:pt idx="88109">
                  <c:v>45920.109722222223</c:v>
                </c:pt>
                <c:pt idx="88110">
                  <c:v>45794.304166666669</c:v>
                </c:pt>
                <c:pt idx="88111">
                  <c:v>45943.870833333327</c:v>
                </c:pt>
                <c:pt idx="88112">
                  <c:v>45972.919444444437</c:v>
                </c:pt>
                <c:pt idx="88113">
                  <c:v>45932.693749999999</c:v>
                </c:pt>
                <c:pt idx="88114">
                  <c:v>45932.693749999999</c:v>
                </c:pt>
                <c:pt idx="88115">
                  <c:v>46018.50277777778</c:v>
                </c:pt>
                <c:pt idx="88116">
                  <c:v>46018.50277777778</c:v>
                </c:pt>
                <c:pt idx="88117">
                  <c:v>45972.919444444437</c:v>
                </c:pt>
                <c:pt idx="88118">
                  <c:v>45697.540277777778</c:v>
                </c:pt>
                <c:pt idx="88119">
                  <c:v>45598.023611111108</c:v>
                </c:pt>
                <c:pt idx="88120">
                  <c:v>45742.850694444453</c:v>
                </c:pt>
                <c:pt idx="88121">
                  <c:v>45659.515277777777</c:v>
                </c:pt>
                <c:pt idx="88122">
                  <c:v>45530.894444444442</c:v>
                </c:pt>
                <c:pt idx="88123">
                  <c:v>45565.895833333343</c:v>
                </c:pt>
                <c:pt idx="88124">
                  <c:v>45630.918749999997</c:v>
                </c:pt>
                <c:pt idx="88125">
                  <c:v>45636.029861111107</c:v>
                </c:pt>
                <c:pt idx="88126">
                  <c:v>45506.269444444442</c:v>
                </c:pt>
                <c:pt idx="88127">
                  <c:v>45511.810416666667</c:v>
                </c:pt>
                <c:pt idx="88128">
                  <c:v>45889.486805555563</c:v>
                </c:pt>
                <c:pt idx="88129">
                  <c:v>45818.277777777781</c:v>
                </c:pt>
                <c:pt idx="88130">
                  <c:v>45840.582638888889</c:v>
                </c:pt>
                <c:pt idx="88131">
                  <c:v>45844.438194444447</c:v>
                </c:pt>
                <c:pt idx="88132">
                  <c:v>45428.422222222223</c:v>
                </c:pt>
                <c:pt idx="88133">
                  <c:v>46018.916666666657</c:v>
                </c:pt>
                <c:pt idx="88134">
                  <c:v>45792.538194444453</c:v>
                </c:pt>
                <c:pt idx="88135">
                  <c:v>45821.543749999997</c:v>
                </c:pt>
                <c:pt idx="88136">
                  <c:v>45692.384027777778</c:v>
                </c:pt>
                <c:pt idx="88137">
                  <c:v>45906.521527777782</c:v>
                </c:pt>
                <c:pt idx="88138">
                  <c:v>45388.70208333333</c:v>
                </c:pt>
                <c:pt idx="88139">
                  <c:v>45647.638888888891</c:v>
                </c:pt>
                <c:pt idx="88140">
                  <c:v>45714.339583333327</c:v>
                </c:pt>
                <c:pt idx="88141">
                  <c:v>45714.339583333327</c:v>
                </c:pt>
                <c:pt idx="88142">
                  <c:v>45992.395833333343</c:v>
                </c:pt>
                <c:pt idx="88143">
                  <c:v>45992.395833333343</c:v>
                </c:pt>
                <c:pt idx="88144">
                  <c:v>45693.606249999997</c:v>
                </c:pt>
                <c:pt idx="88145">
                  <c:v>45760.518055555563</c:v>
                </c:pt>
                <c:pt idx="88146">
                  <c:v>45713.582638888889</c:v>
                </c:pt>
                <c:pt idx="88147">
                  <c:v>45702.572916666657</c:v>
                </c:pt>
                <c:pt idx="88148">
                  <c:v>45814.507638888892</c:v>
                </c:pt>
                <c:pt idx="88149">
                  <c:v>45730.802777777782</c:v>
                </c:pt>
                <c:pt idx="88150">
                  <c:v>45748.797222222223</c:v>
                </c:pt>
                <c:pt idx="88151">
                  <c:v>45844.540972222218</c:v>
                </c:pt>
                <c:pt idx="88152">
                  <c:v>45774.51458333333</c:v>
                </c:pt>
                <c:pt idx="88153">
                  <c:v>45977.818749999999</c:v>
                </c:pt>
                <c:pt idx="88154">
                  <c:v>46022.120138888888</c:v>
                </c:pt>
                <c:pt idx="88155">
                  <c:v>45909.03125</c:v>
                </c:pt>
                <c:pt idx="88156">
                  <c:v>45821.331944444442</c:v>
                </c:pt>
                <c:pt idx="88157">
                  <c:v>45462.277083333327</c:v>
                </c:pt>
                <c:pt idx="88158">
                  <c:v>45989.802083333343</c:v>
                </c:pt>
                <c:pt idx="88159">
                  <c:v>45737.476388888892</c:v>
                </c:pt>
                <c:pt idx="88160">
                  <c:v>45833.958333333343</c:v>
                </c:pt>
                <c:pt idx="88161">
                  <c:v>45737.476388888892</c:v>
                </c:pt>
                <c:pt idx="88162">
                  <c:v>45989.802083333343</c:v>
                </c:pt>
                <c:pt idx="88163">
                  <c:v>45833.958333333343</c:v>
                </c:pt>
                <c:pt idx="88164">
                  <c:v>45414.404166666667</c:v>
                </c:pt>
                <c:pt idx="88165">
                  <c:v>45574.35</c:v>
                </c:pt>
                <c:pt idx="88166">
                  <c:v>45765.670138888891</c:v>
                </c:pt>
                <c:pt idx="88167">
                  <c:v>45691.758333333331</c:v>
                </c:pt>
                <c:pt idx="88168">
                  <c:v>45456.206944444442</c:v>
                </c:pt>
                <c:pt idx="88169">
                  <c:v>45712.394444444442</c:v>
                </c:pt>
                <c:pt idx="88170">
                  <c:v>45547.261805555558</c:v>
                </c:pt>
                <c:pt idx="88171">
                  <c:v>45507.652083333327</c:v>
                </c:pt>
                <c:pt idx="88172">
                  <c:v>45610.362500000003</c:v>
                </c:pt>
                <c:pt idx="88173">
                  <c:v>45677.868750000001</c:v>
                </c:pt>
                <c:pt idx="88174">
                  <c:v>45791.956944444442</c:v>
                </c:pt>
                <c:pt idx="88175">
                  <c:v>45406.988888888889</c:v>
                </c:pt>
                <c:pt idx="88176">
                  <c:v>45583.575694444437</c:v>
                </c:pt>
                <c:pt idx="88177">
                  <c:v>45583.419444444437</c:v>
                </c:pt>
                <c:pt idx="88178">
                  <c:v>45550.791666666657</c:v>
                </c:pt>
                <c:pt idx="88179">
                  <c:v>45755.861111111109</c:v>
                </c:pt>
                <c:pt idx="88180">
                  <c:v>45588.524305555547</c:v>
                </c:pt>
                <c:pt idx="88181">
                  <c:v>45773.82708333333</c:v>
                </c:pt>
                <c:pt idx="88182">
                  <c:v>45706.790277777778</c:v>
                </c:pt>
                <c:pt idx="88183">
                  <c:v>45564.803472222222</c:v>
                </c:pt>
                <c:pt idx="88184">
                  <c:v>45561.770833333343</c:v>
                </c:pt>
                <c:pt idx="88185">
                  <c:v>45504.88958333333</c:v>
                </c:pt>
                <c:pt idx="88186">
                  <c:v>45523.496527777781</c:v>
                </c:pt>
                <c:pt idx="88187">
                  <c:v>45609.786111111112</c:v>
                </c:pt>
                <c:pt idx="88188">
                  <c:v>45523.511111111111</c:v>
                </c:pt>
                <c:pt idx="88189">
                  <c:v>45835.038888888892</c:v>
                </c:pt>
                <c:pt idx="88190">
                  <c:v>45899.736111111109</c:v>
                </c:pt>
                <c:pt idx="88191">
                  <c:v>45857.602083333331</c:v>
                </c:pt>
                <c:pt idx="88192">
                  <c:v>45735.354861111111</c:v>
                </c:pt>
                <c:pt idx="88193">
                  <c:v>45473.746527777781</c:v>
                </c:pt>
                <c:pt idx="88194">
                  <c:v>45503.755555555559</c:v>
                </c:pt>
                <c:pt idx="88195">
                  <c:v>45435.847916666673</c:v>
                </c:pt>
                <c:pt idx="88196">
                  <c:v>45438.628472222219</c:v>
                </c:pt>
                <c:pt idx="88197">
                  <c:v>45518.829861111109</c:v>
                </c:pt>
                <c:pt idx="88198">
                  <c:v>45375.018055555563</c:v>
                </c:pt>
                <c:pt idx="88199">
                  <c:v>45708.045138888891</c:v>
                </c:pt>
                <c:pt idx="88200">
                  <c:v>45928.188194444447</c:v>
                </c:pt>
                <c:pt idx="88201">
                  <c:v>45989.747916666667</c:v>
                </c:pt>
                <c:pt idx="88202">
                  <c:v>45867.493055555547</c:v>
                </c:pt>
                <c:pt idx="88203">
                  <c:v>46021.531944444447</c:v>
                </c:pt>
                <c:pt idx="88204">
                  <c:v>45867.513888888891</c:v>
                </c:pt>
                <c:pt idx="88205">
                  <c:v>45862.101388888892</c:v>
                </c:pt>
                <c:pt idx="88206">
                  <c:v>45889.107638888891</c:v>
                </c:pt>
                <c:pt idx="88207">
                  <c:v>45829.407638888893</c:v>
                </c:pt>
                <c:pt idx="88208">
                  <c:v>45874.915972222218</c:v>
                </c:pt>
                <c:pt idx="88209">
                  <c:v>45807.338194444441</c:v>
                </c:pt>
                <c:pt idx="88210">
                  <c:v>45989.706250000003</c:v>
                </c:pt>
                <c:pt idx="88211">
                  <c:v>45705.583333333343</c:v>
                </c:pt>
                <c:pt idx="88212">
                  <c:v>45772.988194444442</c:v>
                </c:pt>
                <c:pt idx="88213">
                  <c:v>45886.901388888888</c:v>
                </c:pt>
                <c:pt idx="88214">
                  <c:v>45638.702777777777</c:v>
                </c:pt>
                <c:pt idx="88215">
                  <c:v>45779.322222222218</c:v>
                </c:pt>
                <c:pt idx="88216">
                  <c:v>45703.386805555558</c:v>
                </c:pt>
                <c:pt idx="88217">
                  <c:v>45687.354861111111</c:v>
                </c:pt>
                <c:pt idx="88218">
                  <c:v>45825.354166666657</c:v>
                </c:pt>
                <c:pt idx="88219">
                  <c:v>45734.336111111108</c:v>
                </c:pt>
                <c:pt idx="88220">
                  <c:v>45766.374305555553</c:v>
                </c:pt>
                <c:pt idx="88221">
                  <c:v>45716.368055555547</c:v>
                </c:pt>
                <c:pt idx="88222">
                  <c:v>45751.508333333331</c:v>
                </c:pt>
                <c:pt idx="88223">
                  <c:v>45806.338194444441</c:v>
                </c:pt>
                <c:pt idx="88224">
                  <c:v>45838.521527777782</c:v>
                </c:pt>
                <c:pt idx="88225">
                  <c:v>45975.677083333343</c:v>
                </c:pt>
                <c:pt idx="88226">
                  <c:v>46003.599305555559</c:v>
                </c:pt>
                <c:pt idx="88227">
                  <c:v>45941.990277777782</c:v>
                </c:pt>
                <c:pt idx="88228">
                  <c:v>45899.393750000003</c:v>
                </c:pt>
                <c:pt idx="88229">
                  <c:v>45914.561805555553</c:v>
                </c:pt>
                <c:pt idx="88230">
                  <c:v>45310.873611111107</c:v>
                </c:pt>
                <c:pt idx="88231">
                  <c:v>45762.665972222218</c:v>
                </c:pt>
                <c:pt idx="88232">
                  <c:v>45735.105555555558</c:v>
                </c:pt>
                <c:pt idx="88233">
                  <c:v>45473.054166666669</c:v>
                </c:pt>
                <c:pt idx="88234">
                  <c:v>45536.681250000001</c:v>
                </c:pt>
                <c:pt idx="88235">
                  <c:v>45623.699305555558</c:v>
                </c:pt>
                <c:pt idx="88236">
                  <c:v>45730.059027777781</c:v>
                </c:pt>
                <c:pt idx="88237">
                  <c:v>45436.945138888892</c:v>
                </c:pt>
                <c:pt idx="88238">
                  <c:v>45675.771527777782</c:v>
                </c:pt>
                <c:pt idx="88239">
                  <c:v>45565.684027777781</c:v>
                </c:pt>
                <c:pt idx="88240">
                  <c:v>45458.061111111107</c:v>
                </c:pt>
                <c:pt idx="88241">
                  <c:v>45691.42291666667</c:v>
                </c:pt>
                <c:pt idx="88242">
                  <c:v>45533.004861111112</c:v>
                </c:pt>
                <c:pt idx="88243">
                  <c:v>45597.419444444437</c:v>
                </c:pt>
                <c:pt idx="88244">
                  <c:v>45579.84375</c:v>
                </c:pt>
                <c:pt idx="88245">
                  <c:v>45561.808333333327</c:v>
                </c:pt>
                <c:pt idx="88246">
                  <c:v>45594.911111111112</c:v>
                </c:pt>
                <c:pt idx="88247">
                  <c:v>45914.868750000001</c:v>
                </c:pt>
                <c:pt idx="88248">
                  <c:v>45711.946527777778</c:v>
                </c:pt>
                <c:pt idx="88249">
                  <c:v>45684.330555555563</c:v>
                </c:pt>
                <c:pt idx="88250">
                  <c:v>45852.538194444453</c:v>
                </c:pt>
                <c:pt idx="88251">
                  <c:v>45356.60833333333</c:v>
                </c:pt>
                <c:pt idx="88252">
                  <c:v>45384.55972222222</c:v>
                </c:pt>
                <c:pt idx="88253">
                  <c:v>45309.521527777782</c:v>
                </c:pt>
                <c:pt idx="88254">
                  <c:v>45787.238194444442</c:v>
                </c:pt>
                <c:pt idx="88255">
                  <c:v>45918.981944444437</c:v>
                </c:pt>
                <c:pt idx="88256">
                  <c:v>45573.649305555547</c:v>
                </c:pt>
                <c:pt idx="88257">
                  <c:v>45363.540277777778</c:v>
                </c:pt>
                <c:pt idx="88258">
                  <c:v>45706.669444444437</c:v>
                </c:pt>
                <c:pt idx="88259">
                  <c:v>45757.363194444442</c:v>
                </c:pt>
                <c:pt idx="88260">
                  <c:v>45671.475694444453</c:v>
                </c:pt>
                <c:pt idx="88261">
                  <c:v>45630.716666666667</c:v>
                </c:pt>
                <c:pt idx="88262">
                  <c:v>45989.656944444447</c:v>
                </c:pt>
                <c:pt idx="88263">
                  <c:v>45989.65902777778</c:v>
                </c:pt>
                <c:pt idx="88264">
                  <c:v>45976.355555555558</c:v>
                </c:pt>
                <c:pt idx="88265">
                  <c:v>45996.65</c:v>
                </c:pt>
                <c:pt idx="88266">
                  <c:v>45956.644444444442</c:v>
                </c:pt>
                <c:pt idx="88267">
                  <c:v>45460.517361111109</c:v>
                </c:pt>
                <c:pt idx="88268">
                  <c:v>45852.793055555558</c:v>
                </c:pt>
                <c:pt idx="88269">
                  <c:v>45387.537499999999</c:v>
                </c:pt>
                <c:pt idx="88270">
                  <c:v>45345.533333333333</c:v>
                </c:pt>
                <c:pt idx="88271">
                  <c:v>45815.838194444441</c:v>
                </c:pt>
                <c:pt idx="88272">
                  <c:v>45917.616666666669</c:v>
                </c:pt>
                <c:pt idx="88273">
                  <c:v>45678.487500000003</c:v>
                </c:pt>
                <c:pt idx="88274">
                  <c:v>45370.42083333333</c:v>
                </c:pt>
                <c:pt idx="88275">
                  <c:v>45423.917361111111</c:v>
                </c:pt>
                <c:pt idx="88276">
                  <c:v>45568.540972222218</c:v>
                </c:pt>
                <c:pt idx="88277">
                  <c:v>45360.917361111111</c:v>
                </c:pt>
                <c:pt idx="88278">
                  <c:v>45348.662499999999</c:v>
                </c:pt>
                <c:pt idx="88279">
                  <c:v>46010.548611111109</c:v>
                </c:pt>
                <c:pt idx="88280">
                  <c:v>45897.482638888891</c:v>
                </c:pt>
                <c:pt idx="88281">
                  <c:v>45943.584722222222</c:v>
                </c:pt>
                <c:pt idx="88282">
                  <c:v>45813.787499999999</c:v>
                </c:pt>
                <c:pt idx="88283">
                  <c:v>45881.759722222218</c:v>
                </c:pt>
                <c:pt idx="88284">
                  <c:v>45834.939583333333</c:v>
                </c:pt>
                <c:pt idx="88285">
                  <c:v>45767.594444444447</c:v>
                </c:pt>
                <c:pt idx="88286">
                  <c:v>45800.864583333343</c:v>
                </c:pt>
                <c:pt idx="88287">
                  <c:v>46020.837500000001</c:v>
                </c:pt>
                <c:pt idx="88288">
                  <c:v>46004.929861111108</c:v>
                </c:pt>
                <c:pt idx="88289">
                  <c:v>45548.65625</c:v>
                </c:pt>
                <c:pt idx="88290">
                  <c:v>45800.825694444437</c:v>
                </c:pt>
                <c:pt idx="88291">
                  <c:v>45685.763194444437</c:v>
                </c:pt>
                <c:pt idx="88292">
                  <c:v>45785.744444444441</c:v>
                </c:pt>
                <c:pt idx="88293">
                  <c:v>46007.527777777781</c:v>
                </c:pt>
                <c:pt idx="88294">
                  <c:v>45665.900694444441</c:v>
                </c:pt>
                <c:pt idx="88295">
                  <c:v>45997.537499999999</c:v>
                </c:pt>
                <c:pt idx="88296">
                  <c:v>45607.663888888892</c:v>
                </c:pt>
                <c:pt idx="88297">
                  <c:v>45419.722222222219</c:v>
                </c:pt>
                <c:pt idx="88298">
                  <c:v>45586.809027777781</c:v>
                </c:pt>
                <c:pt idx="88299">
                  <c:v>45919.652083333327</c:v>
                </c:pt>
                <c:pt idx="88300">
                  <c:v>45402.845138888893</c:v>
                </c:pt>
                <c:pt idx="88301">
                  <c:v>45636.292361111111</c:v>
                </c:pt>
                <c:pt idx="88302">
                  <c:v>45368.415277777778</c:v>
                </c:pt>
                <c:pt idx="88303">
                  <c:v>45882.868750000001</c:v>
                </c:pt>
                <c:pt idx="88304">
                  <c:v>45389.64166666667</c:v>
                </c:pt>
                <c:pt idx="88305">
                  <c:v>45556.783333333333</c:v>
                </c:pt>
                <c:pt idx="88306">
                  <c:v>45323.658333333333</c:v>
                </c:pt>
                <c:pt idx="88307">
                  <c:v>45432.79583333333</c:v>
                </c:pt>
                <c:pt idx="88308">
                  <c:v>45473.335416666669</c:v>
                </c:pt>
                <c:pt idx="88309">
                  <c:v>45714.394444444442</c:v>
                </c:pt>
                <c:pt idx="88310">
                  <c:v>45598.95416666667</c:v>
                </c:pt>
                <c:pt idx="88311">
                  <c:v>45797.029861111107</c:v>
                </c:pt>
                <c:pt idx="88312">
                  <c:v>45957.386805555558</c:v>
                </c:pt>
                <c:pt idx="88313">
                  <c:v>45432.732638888891</c:v>
                </c:pt>
                <c:pt idx="88314">
                  <c:v>45950.411111111112</c:v>
                </c:pt>
                <c:pt idx="88315">
                  <c:v>45766.783333333333</c:v>
                </c:pt>
                <c:pt idx="88316">
                  <c:v>45995.854166666657</c:v>
                </c:pt>
                <c:pt idx="88317">
                  <c:v>45840.738194444442</c:v>
                </c:pt>
                <c:pt idx="88318">
                  <c:v>45644.842361111107</c:v>
                </c:pt>
                <c:pt idx="88319">
                  <c:v>45442.470833333333</c:v>
                </c:pt>
                <c:pt idx="88320">
                  <c:v>45460.5</c:v>
                </c:pt>
                <c:pt idx="88321">
                  <c:v>45623.397916666669</c:v>
                </c:pt>
                <c:pt idx="88322">
                  <c:v>45933.447222222218</c:v>
                </c:pt>
                <c:pt idx="88323">
                  <c:v>45987.18472222222</c:v>
                </c:pt>
                <c:pt idx="88324">
                  <c:v>45477.242361111108</c:v>
                </c:pt>
                <c:pt idx="88325">
                  <c:v>45334.462500000001</c:v>
                </c:pt>
                <c:pt idx="88326">
                  <c:v>45928.753472222219</c:v>
                </c:pt>
                <c:pt idx="88327">
                  <c:v>45807.449305555558</c:v>
                </c:pt>
                <c:pt idx="88328">
                  <c:v>45864.574999999997</c:v>
                </c:pt>
                <c:pt idx="88329">
                  <c:v>46012.888194444437</c:v>
                </c:pt>
                <c:pt idx="88330">
                  <c:v>45553.811111111107</c:v>
                </c:pt>
                <c:pt idx="88331">
                  <c:v>46017.461805555547</c:v>
                </c:pt>
                <c:pt idx="88332">
                  <c:v>45909.378472222219</c:v>
                </c:pt>
                <c:pt idx="88333">
                  <c:v>45846.984027777777</c:v>
                </c:pt>
                <c:pt idx="88334">
                  <c:v>45744.382638888892</c:v>
                </c:pt>
                <c:pt idx="88335">
                  <c:v>46002.620138888888</c:v>
                </c:pt>
                <c:pt idx="88336">
                  <c:v>45941.994444444441</c:v>
                </c:pt>
                <c:pt idx="88337">
                  <c:v>45771.492361111108</c:v>
                </c:pt>
                <c:pt idx="88338">
                  <c:v>45761.338888888888</c:v>
                </c:pt>
                <c:pt idx="88339">
                  <c:v>45692.743055555547</c:v>
                </c:pt>
                <c:pt idx="88340">
                  <c:v>45742.51666666667</c:v>
                </c:pt>
                <c:pt idx="88341">
                  <c:v>45790.49722222222</c:v>
                </c:pt>
                <c:pt idx="88342">
                  <c:v>45851.767361111109</c:v>
                </c:pt>
                <c:pt idx="88343">
                  <c:v>45915.484027777777</c:v>
                </c:pt>
                <c:pt idx="88344">
                  <c:v>45988.29791666667</c:v>
                </c:pt>
                <c:pt idx="88345">
                  <c:v>45966.136111111111</c:v>
                </c:pt>
                <c:pt idx="88346">
                  <c:v>45874.697916666657</c:v>
                </c:pt>
                <c:pt idx="88347">
                  <c:v>46005.543055555558</c:v>
                </c:pt>
                <c:pt idx="88348">
                  <c:v>45381.149305555547</c:v>
                </c:pt>
                <c:pt idx="88349">
                  <c:v>45515.65625</c:v>
                </c:pt>
                <c:pt idx="88350">
                  <c:v>45465.217361111107</c:v>
                </c:pt>
                <c:pt idx="88351">
                  <c:v>45772.568749999999</c:v>
                </c:pt>
                <c:pt idx="88352">
                  <c:v>45608.01458333333</c:v>
                </c:pt>
                <c:pt idx="88353">
                  <c:v>45839.421527777777</c:v>
                </c:pt>
                <c:pt idx="88354">
                  <c:v>45340.258333333331</c:v>
                </c:pt>
                <c:pt idx="88355">
                  <c:v>45498.27847222222</c:v>
                </c:pt>
                <c:pt idx="88356">
                  <c:v>45328.707638888889</c:v>
                </c:pt>
                <c:pt idx="88357">
                  <c:v>45565.229166666657</c:v>
                </c:pt>
                <c:pt idx="88358">
                  <c:v>45316.916666666657</c:v>
                </c:pt>
                <c:pt idx="88359">
                  <c:v>45554.026388888888</c:v>
                </c:pt>
                <c:pt idx="88360">
                  <c:v>45443.242361111108</c:v>
                </c:pt>
                <c:pt idx="88361">
                  <c:v>45362.65625</c:v>
                </c:pt>
                <c:pt idx="88362">
                  <c:v>45667.121527777781</c:v>
                </c:pt>
                <c:pt idx="88363">
                  <c:v>45733.934027777781</c:v>
                </c:pt>
                <c:pt idx="88364">
                  <c:v>45913.907638888893</c:v>
                </c:pt>
                <c:pt idx="88365">
                  <c:v>45863.879861111112</c:v>
                </c:pt>
                <c:pt idx="88366">
                  <c:v>45909.703472222223</c:v>
                </c:pt>
                <c:pt idx="88367">
                  <c:v>45774.570138888892</c:v>
                </c:pt>
                <c:pt idx="88368">
                  <c:v>45541.616666666669</c:v>
                </c:pt>
                <c:pt idx="88369">
                  <c:v>45708.871527777781</c:v>
                </c:pt>
                <c:pt idx="88370">
                  <c:v>45759.626388888893</c:v>
                </c:pt>
                <c:pt idx="88371">
                  <c:v>45716.930555555547</c:v>
                </c:pt>
                <c:pt idx="88372">
                  <c:v>45423.133333333331</c:v>
                </c:pt>
                <c:pt idx="88373">
                  <c:v>45558.02847222222</c:v>
                </c:pt>
                <c:pt idx="88374">
                  <c:v>45893.822916666657</c:v>
                </c:pt>
                <c:pt idx="88375">
                  <c:v>45757.115277777782</c:v>
                </c:pt>
                <c:pt idx="88376">
                  <c:v>45324.259027777778</c:v>
                </c:pt>
                <c:pt idx="88377">
                  <c:v>45324.259027777778</c:v>
                </c:pt>
                <c:pt idx="88378">
                  <c:v>45882.407638888893</c:v>
                </c:pt>
                <c:pt idx="88379">
                  <c:v>45882.407638888893</c:v>
                </c:pt>
                <c:pt idx="88380">
                  <c:v>45335.564583333333</c:v>
                </c:pt>
                <c:pt idx="88381">
                  <c:v>45877.456250000003</c:v>
                </c:pt>
                <c:pt idx="88382">
                  <c:v>45762.574305555558</c:v>
                </c:pt>
                <c:pt idx="88383">
                  <c:v>45538.963888888888</c:v>
                </c:pt>
                <c:pt idx="88384">
                  <c:v>45456.920138888891</c:v>
                </c:pt>
                <c:pt idx="88385">
                  <c:v>45655.868055555547</c:v>
                </c:pt>
                <c:pt idx="88386">
                  <c:v>45753.885416666657</c:v>
                </c:pt>
                <c:pt idx="88387">
                  <c:v>45989.510416666657</c:v>
                </c:pt>
                <c:pt idx="88388">
                  <c:v>45657.927083333343</c:v>
                </c:pt>
                <c:pt idx="88389">
                  <c:v>45974.926388888889</c:v>
                </c:pt>
                <c:pt idx="88390">
                  <c:v>46001.268055555563</c:v>
                </c:pt>
                <c:pt idx="88391">
                  <c:v>45921.291666666657</c:v>
                </c:pt>
                <c:pt idx="88392">
                  <c:v>45815.322916666657</c:v>
                </c:pt>
                <c:pt idx="88393">
                  <c:v>45655.441666666673</c:v>
                </c:pt>
                <c:pt idx="88394">
                  <c:v>45853.893750000003</c:v>
                </c:pt>
                <c:pt idx="88395">
                  <c:v>45705.34097222222</c:v>
                </c:pt>
                <c:pt idx="88396">
                  <c:v>45726.790972222218</c:v>
                </c:pt>
                <c:pt idx="88397">
                  <c:v>45756.574305555558</c:v>
                </c:pt>
                <c:pt idx="88398">
                  <c:v>45794.35</c:v>
                </c:pt>
                <c:pt idx="88399">
                  <c:v>45830.539583333331</c:v>
                </c:pt>
                <c:pt idx="88400">
                  <c:v>45776.490277777782</c:v>
                </c:pt>
                <c:pt idx="88401">
                  <c:v>45965.793055555558</c:v>
                </c:pt>
                <c:pt idx="88402">
                  <c:v>45694.847916666673</c:v>
                </c:pt>
                <c:pt idx="88403">
                  <c:v>45732.459027777782</c:v>
                </c:pt>
                <c:pt idx="88404">
                  <c:v>45784.65347222222</c:v>
                </c:pt>
                <c:pt idx="88405">
                  <c:v>45607.810416666667</c:v>
                </c:pt>
                <c:pt idx="88406">
                  <c:v>45311.905555555553</c:v>
                </c:pt>
                <c:pt idx="88407">
                  <c:v>45509.344444444447</c:v>
                </c:pt>
                <c:pt idx="88408">
                  <c:v>45293.779861111107</c:v>
                </c:pt>
                <c:pt idx="88409">
                  <c:v>45801.511111111111</c:v>
                </c:pt>
                <c:pt idx="88410">
                  <c:v>45932.494444444441</c:v>
                </c:pt>
                <c:pt idx="88411">
                  <c:v>45623.201388888891</c:v>
                </c:pt>
                <c:pt idx="88412">
                  <c:v>45779.594444444447</c:v>
                </c:pt>
                <c:pt idx="88413">
                  <c:v>45624.606944444437</c:v>
                </c:pt>
                <c:pt idx="88414">
                  <c:v>45919.741666666669</c:v>
                </c:pt>
                <c:pt idx="88415">
                  <c:v>45881.934027777781</c:v>
                </c:pt>
                <c:pt idx="88416">
                  <c:v>45891.740972222222</c:v>
                </c:pt>
                <c:pt idx="88417">
                  <c:v>45473.904166666667</c:v>
                </c:pt>
                <c:pt idx="88418">
                  <c:v>45459.864583333343</c:v>
                </c:pt>
                <c:pt idx="88419">
                  <c:v>45599.848611111112</c:v>
                </c:pt>
                <c:pt idx="88420">
                  <c:v>45951.510416666657</c:v>
                </c:pt>
                <c:pt idx="88421">
                  <c:v>45835.920138888891</c:v>
                </c:pt>
                <c:pt idx="88422">
                  <c:v>45518.580555555563</c:v>
                </c:pt>
                <c:pt idx="88423">
                  <c:v>45622.476388888892</c:v>
                </c:pt>
                <c:pt idx="88424">
                  <c:v>45672.884722222218</c:v>
                </c:pt>
                <c:pt idx="88425">
                  <c:v>45617.03402777778</c:v>
                </c:pt>
                <c:pt idx="88426">
                  <c:v>45826.785416666673</c:v>
                </c:pt>
                <c:pt idx="88427">
                  <c:v>45922.565972222219</c:v>
                </c:pt>
                <c:pt idx="88428">
                  <c:v>45918.898611111108</c:v>
                </c:pt>
                <c:pt idx="88429">
                  <c:v>45876.883333333331</c:v>
                </c:pt>
                <c:pt idx="88430">
                  <c:v>45958.571527777778</c:v>
                </c:pt>
                <c:pt idx="88431">
                  <c:v>45777.977083333331</c:v>
                </c:pt>
                <c:pt idx="88432">
                  <c:v>45915.886805555558</c:v>
                </c:pt>
                <c:pt idx="88433">
                  <c:v>45400.731249999997</c:v>
                </c:pt>
                <c:pt idx="88434">
                  <c:v>45574.82708333333</c:v>
                </c:pt>
                <c:pt idx="88435">
                  <c:v>45364.355555555558</c:v>
                </c:pt>
                <c:pt idx="88436">
                  <c:v>45310.377083333333</c:v>
                </c:pt>
                <c:pt idx="88437">
                  <c:v>45886.517361111109</c:v>
                </c:pt>
                <c:pt idx="88438">
                  <c:v>45941.384722222218</c:v>
                </c:pt>
                <c:pt idx="88439">
                  <c:v>45402.355555555558</c:v>
                </c:pt>
                <c:pt idx="88440">
                  <c:v>45375.840277777781</c:v>
                </c:pt>
                <c:pt idx="88441">
                  <c:v>45306.457638888889</c:v>
                </c:pt>
                <c:pt idx="88442">
                  <c:v>45462.758333333331</c:v>
                </c:pt>
                <c:pt idx="88443">
                  <c:v>45873.963194444441</c:v>
                </c:pt>
                <c:pt idx="88444">
                  <c:v>45683.847916666673</c:v>
                </c:pt>
                <c:pt idx="88445">
                  <c:v>45705.755555555559</c:v>
                </c:pt>
                <c:pt idx="88446">
                  <c:v>45654.033333333333</c:v>
                </c:pt>
                <c:pt idx="88447">
                  <c:v>45950.728472222218</c:v>
                </c:pt>
                <c:pt idx="88448">
                  <c:v>45708.718055555553</c:v>
                </c:pt>
                <c:pt idx="88449">
                  <c:v>45875.448611111111</c:v>
                </c:pt>
                <c:pt idx="88450">
                  <c:v>45926.535416666673</c:v>
                </c:pt>
                <c:pt idx="88451">
                  <c:v>45999.693055555559</c:v>
                </c:pt>
                <c:pt idx="88452">
                  <c:v>45978.870833333327</c:v>
                </c:pt>
                <c:pt idx="88453">
                  <c:v>45951.898611111108</c:v>
                </c:pt>
                <c:pt idx="88454">
                  <c:v>45306.788888888892</c:v>
                </c:pt>
                <c:pt idx="88455">
                  <c:v>45776.842361111107</c:v>
                </c:pt>
                <c:pt idx="88456">
                  <c:v>45884.759027777778</c:v>
                </c:pt>
                <c:pt idx="88457">
                  <c:v>45800.253472222219</c:v>
                </c:pt>
                <c:pt idx="88458">
                  <c:v>45822.57916666667</c:v>
                </c:pt>
                <c:pt idx="88459">
                  <c:v>45747.776388888888</c:v>
                </c:pt>
                <c:pt idx="88460">
                  <c:v>45722.35833333333</c:v>
                </c:pt>
                <c:pt idx="88461">
                  <c:v>45437.836111111108</c:v>
                </c:pt>
                <c:pt idx="88462">
                  <c:v>45560.413888888892</c:v>
                </c:pt>
                <c:pt idx="88463">
                  <c:v>45685.425000000003</c:v>
                </c:pt>
                <c:pt idx="88464">
                  <c:v>45930.238194444442</c:v>
                </c:pt>
                <c:pt idx="88465">
                  <c:v>45369.602777777778</c:v>
                </c:pt>
                <c:pt idx="88466">
                  <c:v>45967.680555555547</c:v>
                </c:pt>
                <c:pt idx="88467">
                  <c:v>45540.405555555553</c:v>
                </c:pt>
                <c:pt idx="88468">
                  <c:v>45474.725694444453</c:v>
                </c:pt>
                <c:pt idx="88469">
                  <c:v>45930.300694444442</c:v>
                </c:pt>
                <c:pt idx="88470">
                  <c:v>45296.738194444442</c:v>
                </c:pt>
                <c:pt idx="88471">
                  <c:v>45739.818055555559</c:v>
                </c:pt>
                <c:pt idx="88472">
                  <c:v>45573.522916666669</c:v>
                </c:pt>
                <c:pt idx="88473">
                  <c:v>45827.95208333333</c:v>
                </c:pt>
                <c:pt idx="88474">
                  <c:v>45356.825694444437</c:v>
                </c:pt>
                <c:pt idx="88475">
                  <c:v>45948.579861111109</c:v>
                </c:pt>
                <c:pt idx="88476">
                  <c:v>45540.49722222222</c:v>
                </c:pt>
                <c:pt idx="88477">
                  <c:v>45992.513888888891</c:v>
                </c:pt>
                <c:pt idx="88478">
                  <c:v>45601.478472222218</c:v>
                </c:pt>
                <c:pt idx="88479">
                  <c:v>45871.634027777778</c:v>
                </c:pt>
                <c:pt idx="88480">
                  <c:v>45916.359027777777</c:v>
                </c:pt>
                <c:pt idx="88481">
                  <c:v>45890.477083333331</c:v>
                </c:pt>
                <c:pt idx="88482">
                  <c:v>46015.434027777781</c:v>
                </c:pt>
                <c:pt idx="88483">
                  <c:v>45460.595138888893</c:v>
                </c:pt>
                <c:pt idx="88484">
                  <c:v>45706.540277777778</c:v>
                </c:pt>
                <c:pt idx="88485">
                  <c:v>45434.504166666673</c:v>
                </c:pt>
                <c:pt idx="88486">
                  <c:v>45406.622916666667</c:v>
                </c:pt>
                <c:pt idx="88487">
                  <c:v>45757.447916666657</c:v>
                </c:pt>
                <c:pt idx="88488">
                  <c:v>45475.834722222222</c:v>
                </c:pt>
                <c:pt idx="88489">
                  <c:v>45697.786111111112</c:v>
                </c:pt>
                <c:pt idx="88490">
                  <c:v>45819.875</c:v>
                </c:pt>
                <c:pt idx="88491">
                  <c:v>45598.606944444437</c:v>
                </c:pt>
                <c:pt idx="88492">
                  <c:v>46020.911111111112</c:v>
                </c:pt>
                <c:pt idx="88493">
                  <c:v>45701.603472222218</c:v>
                </c:pt>
                <c:pt idx="88494">
                  <c:v>45664.654166666667</c:v>
                </c:pt>
                <c:pt idx="88495">
                  <c:v>45885.572222222218</c:v>
                </c:pt>
                <c:pt idx="88496">
                  <c:v>45782.649305555547</c:v>
                </c:pt>
                <c:pt idx="88497">
                  <c:v>45828.751388888893</c:v>
                </c:pt>
                <c:pt idx="88498">
                  <c:v>45565.599305555559</c:v>
                </c:pt>
                <c:pt idx="88499">
                  <c:v>45639.452777777777</c:v>
                </c:pt>
                <c:pt idx="88500">
                  <c:v>45691.399305555547</c:v>
                </c:pt>
                <c:pt idx="88501">
                  <c:v>45712.636805555558</c:v>
                </c:pt>
                <c:pt idx="88502">
                  <c:v>45576.428472222222</c:v>
                </c:pt>
                <c:pt idx="88503">
                  <c:v>45950.835416666669</c:v>
                </c:pt>
                <c:pt idx="88504">
                  <c:v>45891.61041666667</c:v>
                </c:pt>
                <c:pt idx="88505">
                  <c:v>45824.884027777778</c:v>
                </c:pt>
                <c:pt idx="88506">
                  <c:v>45939.553472222222</c:v>
                </c:pt>
                <c:pt idx="88507">
                  <c:v>46005.836111111108</c:v>
                </c:pt>
                <c:pt idx="88508">
                  <c:v>45967.844444444447</c:v>
                </c:pt>
                <c:pt idx="88509">
                  <c:v>45845.412499999999</c:v>
                </c:pt>
                <c:pt idx="88510">
                  <c:v>45911.615972222222</c:v>
                </c:pt>
                <c:pt idx="88511">
                  <c:v>45989.643055555563</c:v>
                </c:pt>
                <c:pt idx="88512">
                  <c:v>45972.728472222218</c:v>
                </c:pt>
                <c:pt idx="88513">
                  <c:v>45952.567361111112</c:v>
                </c:pt>
                <c:pt idx="88514">
                  <c:v>45646.359027777777</c:v>
                </c:pt>
                <c:pt idx="88515">
                  <c:v>45454.488888888889</c:v>
                </c:pt>
                <c:pt idx="88516">
                  <c:v>45675.339583333327</c:v>
                </c:pt>
                <c:pt idx="88517">
                  <c:v>45549.32708333333</c:v>
                </c:pt>
                <c:pt idx="88518">
                  <c:v>45500.43472222222</c:v>
                </c:pt>
                <c:pt idx="88519">
                  <c:v>45464.794444444437</c:v>
                </c:pt>
                <c:pt idx="88520">
                  <c:v>45891.792361111111</c:v>
                </c:pt>
                <c:pt idx="88521">
                  <c:v>45909.676388888889</c:v>
                </c:pt>
                <c:pt idx="88522">
                  <c:v>45951.334027777782</c:v>
                </c:pt>
                <c:pt idx="88523">
                  <c:v>45882.679166666669</c:v>
                </c:pt>
                <c:pt idx="88524">
                  <c:v>45876.340277777781</c:v>
                </c:pt>
                <c:pt idx="88525">
                  <c:v>45987.397222222222</c:v>
                </c:pt>
                <c:pt idx="88526">
                  <c:v>45881.602777777778</c:v>
                </c:pt>
                <c:pt idx="88527">
                  <c:v>45695.575694444437</c:v>
                </c:pt>
                <c:pt idx="88528">
                  <c:v>45661.901388888888</c:v>
                </c:pt>
                <c:pt idx="88529">
                  <c:v>45398.712500000001</c:v>
                </c:pt>
                <c:pt idx="88530">
                  <c:v>45443.397222222222</c:v>
                </c:pt>
                <c:pt idx="88531">
                  <c:v>45560.555555555547</c:v>
                </c:pt>
                <c:pt idx="88532">
                  <c:v>45530.907638888893</c:v>
                </c:pt>
                <c:pt idx="88533">
                  <c:v>45713.78125</c:v>
                </c:pt>
                <c:pt idx="88534">
                  <c:v>45609.555555555547</c:v>
                </c:pt>
                <c:pt idx="88535">
                  <c:v>45739.824999999997</c:v>
                </c:pt>
                <c:pt idx="88536">
                  <c:v>45987.827777777777</c:v>
                </c:pt>
                <c:pt idx="88537">
                  <c:v>45649.570833333331</c:v>
                </c:pt>
                <c:pt idx="88538">
                  <c:v>45632.90902777778</c:v>
                </c:pt>
                <c:pt idx="88539">
                  <c:v>45989.268055555563</c:v>
                </c:pt>
                <c:pt idx="88540">
                  <c:v>45798.911805555559</c:v>
                </c:pt>
                <c:pt idx="88541">
                  <c:v>45825.52847222222</c:v>
                </c:pt>
                <c:pt idx="88542">
                  <c:v>45907.618750000001</c:v>
                </c:pt>
                <c:pt idx="88543">
                  <c:v>45691.574305555558</c:v>
                </c:pt>
                <c:pt idx="88544">
                  <c:v>45680.573611111111</c:v>
                </c:pt>
                <c:pt idx="88545">
                  <c:v>45297.507638888892</c:v>
                </c:pt>
                <c:pt idx="88546">
                  <c:v>45362.624305555553</c:v>
                </c:pt>
                <c:pt idx="88547">
                  <c:v>45700.509722222218</c:v>
                </c:pt>
                <c:pt idx="88548">
                  <c:v>45946.477777777778</c:v>
                </c:pt>
                <c:pt idx="88549">
                  <c:v>45491.40625</c:v>
                </c:pt>
                <c:pt idx="88550">
                  <c:v>45693.742361111108</c:v>
                </c:pt>
                <c:pt idx="88551">
                  <c:v>45625.734027777777</c:v>
                </c:pt>
                <c:pt idx="88552">
                  <c:v>45512.78125</c:v>
                </c:pt>
                <c:pt idx="88553">
                  <c:v>45987.988194444442</c:v>
                </c:pt>
                <c:pt idx="88554">
                  <c:v>45908.061805555553</c:v>
                </c:pt>
                <c:pt idx="88555">
                  <c:v>45607.767361111109</c:v>
                </c:pt>
                <c:pt idx="88556">
                  <c:v>45848.15902777778</c:v>
                </c:pt>
                <c:pt idx="88557">
                  <c:v>45706.095138888893</c:v>
                </c:pt>
                <c:pt idx="88558">
                  <c:v>45769.868055555547</c:v>
                </c:pt>
                <c:pt idx="88559">
                  <c:v>45454.956250000003</c:v>
                </c:pt>
                <c:pt idx="88560">
                  <c:v>45944.385416666657</c:v>
                </c:pt>
                <c:pt idx="88561">
                  <c:v>45968.545138888891</c:v>
                </c:pt>
                <c:pt idx="88562">
                  <c:v>45757.578472222223</c:v>
                </c:pt>
                <c:pt idx="88563">
                  <c:v>45792.636805555558</c:v>
                </c:pt>
                <c:pt idx="88564">
                  <c:v>45859.412499999999</c:v>
                </c:pt>
                <c:pt idx="88565">
                  <c:v>45808.076388888891</c:v>
                </c:pt>
                <c:pt idx="88566">
                  <c:v>45880.765972222223</c:v>
                </c:pt>
                <c:pt idx="88567">
                  <c:v>45836.543055555558</c:v>
                </c:pt>
                <c:pt idx="88568">
                  <c:v>45988.479861111111</c:v>
                </c:pt>
                <c:pt idx="88569">
                  <c:v>45913.632638888892</c:v>
                </c:pt>
                <c:pt idx="88570">
                  <c:v>45765.490972222222</c:v>
                </c:pt>
                <c:pt idx="88571">
                  <c:v>45726.543055555558</c:v>
                </c:pt>
                <c:pt idx="88572">
                  <c:v>45706.543055555558</c:v>
                </c:pt>
                <c:pt idx="88573">
                  <c:v>45792.75</c:v>
                </c:pt>
                <c:pt idx="88574">
                  <c:v>45683.512499999997</c:v>
                </c:pt>
                <c:pt idx="88575">
                  <c:v>45610.726388888892</c:v>
                </c:pt>
                <c:pt idx="88576">
                  <c:v>45745.595138888893</c:v>
                </c:pt>
                <c:pt idx="88577">
                  <c:v>45861.67291666667</c:v>
                </c:pt>
                <c:pt idx="88578">
                  <c:v>45348.999305555553</c:v>
                </c:pt>
                <c:pt idx="88579">
                  <c:v>45519.429166666669</c:v>
                </c:pt>
                <c:pt idx="88580">
                  <c:v>45690.517361111109</c:v>
                </c:pt>
                <c:pt idx="88581">
                  <c:v>45547.788888888892</c:v>
                </c:pt>
                <c:pt idx="88582">
                  <c:v>45671.911111111112</c:v>
                </c:pt>
                <c:pt idx="88583">
                  <c:v>45375.134027777778</c:v>
                </c:pt>
                <c:pt idx="88584">
                  <c:v>45771.439583333333</c:v>
                </c:pt>
                <c:pt idx="88585">
                  <c:v>45745.925000000003</c:v>
                </c:pt>
                <c:pt idx="88586">
                  <c:v>45509.676388888889</c:v>
                </c:pt>
                <c:pt idx="88587">
                  <c:v>45445.756249999999</c:v>
                </c:pt>
                <c:pt idx="88588">
                  <c:v>45554.589583333327</c:v>
                </c:pt>
                <c:pt idx="88589">
                  <c:v>45617.510416666657</c:v>
                </c:pt>
                <c:pt idx="88590">
                  <c:v>45715.581944444442</c:v>
                </c:pt>
                <c:pt idx="88591">
                  <c:v>45744.283333333333</c:v>
                </c:pt>
                <c:pt idx="88592">
                  <c:v>45863.486111111109</c:v>
                </c:pt>
                <c:pt idx="88593">
                  <c:v>45836.032638888893</c:v>
                </c:pt>
                <c:pt idx="88594">
                  <c:v>45803.211111111108</c:v>
                </c:pt>
                <c:pt idx="88595">
                  <c:v>45754.369444444441</c:v>
                </c:pt>
                <c:pt idx="88596">
                  <c:v>45686.509027777778</c:v>
                </c:pt>
                <c:pt idx="88597">
                  <c:v>45695.634027777778</c:v>
                </c:pt>
                <c:pt idx="88598">
                  <c:v>45712.870833333327</c:v>
                </c:pt>
                <c:pt idx="88599">
                  <c:v>45669.76458333333</c:v>
                </c:pt>
                <c:pt idx="88600">
                  <c:v>45669.76458333333</c:v>
                </c:pt>
                <c:pt idx="88601">
                  <c:v>45733.840277777781</c:v>
                </c:pt>
                <c:pt idx="88602">
                  <c:v>45328.589583333327</c:v>
                </c:pt>
                <c:pt idx="88603">
                  <c:v>45579.743055555547</c:v>
                </c:pt>
                <c:pt idx="88604">
                  <c:v>45328.589583333327</c:v>
                </c:pt>
                <c:pt idx="88605">
                  <c:v>45405.845833333333</c:v>
                </c:pt>
                <c:pt idx="88606">
                  <c:v>45579.743055555547</c:v>
                </c:pt>
                <c:pt idx="88607">
                  <c:v>45405.845833333333</c:v>
                </c:pt>
                <c:pt idx="88608">
                  <c:v>45733.840277777781</c:v>
                </c:pt>
                <c:pt idx="88609">
                  <c:v>45965.629166666673</c:v>
                </c:pt>
                <c:pt idx="88610">
                  <c:v>45372.65625</c:v>
                </c:pt>
                <c:pt idx="88611">
                  <c:v>45968.295138888891</c:v>
                </c:pt>
                <c:pt idx="88612">
                  <c:v>45908.29583333333</c:v>
                </c:pt>
                <c:pt idx="88613">
                  <c:v>45798.401388888888</c:v>
                </c:pt>
                <c:pt idx="88614">
                  <c:v>45839.521527777782</c:v>
                </c:pt>
                <c:pt idx="88615">
                  <c:v>45757.413888888892</c:v>
                </c:pt>
                <c:pt idx="88616">
                  <c:v>45995.401388888888</c:v>
                </c:pt>
                <c:pt idx="88617">
                  <c:v>45537.887499999997</c:v>
                </c:pt>
                <c:pt idx="88618">
                  <c:v>45640.461111111108</c:v>
                </c:pt>
                <c:pt idx="88619">
                  <c:v>45937.474305555559</c:v>
                </c:pt>
                <c:pt idx="88620">
                  <c:v>45460.494444444441</c:v>
                </c:pt>
                <c:pt idx="88621">
                  <c:v>45300.913888888892</c:v>
                </c:pt>
                <c:pt idx="88622">
                  <c:v>45869.268750000003</c:v>
                </c:pt>
                <c:pt idx="88623">
                  <c:v>45865.588888888888</c:v>
                </c:pt>
                <c:pt idx="88624">
                  <c:v>45844.521527777782</c:v>
                </c:pt>
                <c:pt idx="88625">
                  <c:v>45878.335416666669</c:v>
                </c:pt>
                <c:pt idx="88626">
                  <c:v>45960.335416666669</c:v>
                </c:pt>
                <c:pt idx="88627">
                  <c:v>46010.179166666669</c:v>
                </c:pt>
                <c:pt idx="88628">
                  <c:v>45891.236111111109</c:v>
                </c:pt>
                <c:pt idx="88629">
                  <c:v>45642.034722222219</c:v>
                </c:pt>
                <c:pt idx="88630">
                  <c:v>45616.521527777782</c:v>
                </c:pt>
                <c:pt idx="88631">
                  <c:v>45623.924305555563</c:v>
                </c:pt>
                <c:pt idx="88632">
                  <c:v>45925.061805555553</c:v>
                </c:pt>
                <c:pt idx="88633">
                  <c:v>45779.488888888889</c:v>
                </c:pt>
                <c:pt idx="88634">
                  <c:v>45779.495833333327</c:v>
                </c:pt>
                <c:pt idx="88635">
                  <c:v>45851.742361111108</c:v>
                </c:pt>
                <c:pt idx="88636">
                  <c:v>45979.786111111112</c:v>
                </c:pt>
                <c:pt idx="88637">
                  <c:v>45841.955555555563</c:v>
                </c:pt>
                <c:pt idx="88638">
                  <c:v>45592.165972222218</c:v>
                </c:pt>
                <c:pt idx="88639">
                  <c:v>45745.78125</c:v>
                </c:pt>
                <c:pt idx="88640">
                  <c:v>45711.932638888888</c:v>
                </c:pt>
                <c:pt idx="88641">
                  <c:v>45553.534722222219</c:v>
                </c:pt>
                <c:pt idx="88642">
                  <c:v>45566.3125</c:v>
                </c:pt>
                <c:pt idx="88643">
                  <c:v>45725.01458333333</c:v>
                </c:pt>
                <c:pt idx="88644">
                  <c:v>45469.636805555558</c:v>
                </c:pt>
                <c:pt idx="88645">
                  <c:v>45599.21597222222</c:v>
                </c:pt>
                <c:pt idx="88646">
                  <c:v>45585.474305555559</c:v>
                </c:pt>
                <c:pt idx="88647">
                  <c:v>45306.479861111111</c:v>
                </c:pt>
                <c:pt idx="88648">
                  <c:v>45375.758333333331</c:v>
                </c:pt>
                <c:pt idx="88649">
                  <c:v>45575.852083333331</c:v>
                </c:pt>
                <c:pt idx="88650">
                  <c:v>45883.573611111111</c:v>
                </c:pt>
                <c:pt idx="88651">
                  <c:v>45870.970138888893</c:v>
                </c:pt>
                <c:pt idx="88652">
                  <c:v>45569.630555555559</c:v>
                </c:pt>
                <c:pt idx="88653">
                  <c:v>45500.584027777782</c:v>
                </c:pt>
                <c:pt idx="88654">
                  <c:v>45632.257638888892</c:v>
                </c:pt>
                <c:pt idx="88655">
                  <c:v>45580.947222222218</c:v>
                </c:pt>
                <c:pt idx="88656">
                  <c:v>45603.30972222222</c:v>
                </c:pt>
                <c:pt idx="88657">
                  <c:v>45587.556250000001</c:v>
                </c:pt>
                <c:pt idx="88658">
                  <c:v>45399.56527777778</c:v>
                </c:pt>
                <c:pt idx="88659">
                  <c:v>45782.525000000001</c:v>
                </c:pt>
                <c:pt idx="88660">
                  <c:v>45968.397222222222</c:v>
                </c:pt>
                <c:pt idx="88661">
                  <c:v>45911.60833333333</c:v>
                </c:pt>
                <c:pt idx="88662">
                  <c:v>45790.591666666667</c:v>
                </c:pt>
                <c:pt idx="88663">
                  <c:v>45780.519444444442</c:v>
                </c:pt>
                <c:pt idx="88664">
                  <c:v>45910.324305555558</c:v>
                </c:pt>
                <c:pt idx="88665">
                  <c:v>45869.746527777781</c:v>
                </c:pt>
                <c:pt idx="88666">
                  <c:v>45810.563888888893</c:v>
                </c:pt>
                <c:pt idx="88667">
                  <c:v>45761.470833333333</c:v>
                </c:pt>
                <c:pt idx="88668">
                  <c:v>45701.856249999997</c:v>
                </c:pt>
                <c:pt idx="88669">
                  <c:v>45548.73333333333</c:v>
                </c:pt>
                <c:pt idx="88670">
                  <c:v>45960.292361111111</c:v>
                </c:pt>
                <c:pt idx="88671">
                  <c:v>45992.570138888892</c:v>
                </c:pt>
                <c:pt idx="88672">
                  <c:v>46006.352777777778</c:v>
                </c:pt>
                <c:pt idx="88673">
                  <c:v>45971.356944444437</c:v>
                </c:pt>
                <c:pt idx="88674">
                  <c:v>46010.415972222218</c:v>
                </c:pt>
                <c:pt idx="88675">
                  <c:v>45947.484722222223</c:v>
                </c:pt>
                <c:pt idx="88676">
                  <c:v>45985.296527777777</c:v>
                </c:pt>
                <c:pt idx="88677">
                  <c:v>45791.080555555563</c:v>
                </c:pt>
                <c:pt idx="88678">
                  <c:v>45922.073611111111</c:v>
                </c:pt>
                <c:pt idx="88679">
                  <c:v>45894.058333333327</c:v>
                </c:pt>
                <c:pt idx="88680">
                  <c:v>45975.581944444442</c:v>
                </c:pt>
                <c:pt idx="88681">
                  <c:v>45909.04583333333</c:v>
                </c:pt>
                <c:pt idx="88682">
                  <c:v>46003.133333333331</c:v>
                </c:pt>
                <c:pt idx="88683">
                  <c:v>45980.061111111107</c:v>
                </c:pt>
                <c:pt idx="88684">
                  <c:v>45882.712500000001</c:v>
                </c:pt>
                <c:pt idx="88685">
                  <c:v>45948.925694444442</c:v>
                </c:pt>
                <c:pt idx="88686">
                  <c:v>45929.652083333327</c:v>
                </c:pt>
                <c:pt idx="88687">
                  <c:v>46020.702777777777</c:v>
                </c:pt>
                <c:pt idx="88688">
                  <c:v>45796.834027777782</c:v>
                </c:pt>
                <c:pt idx="88689">
                  <c:v>45708.915277777778</c:v>
                </c:pt>
                <c:pt idx="88690">
                  <c:v>45676.465277777781</c:v>
                </c:pt>
                <c:pt idx="88691">
                  <c:v>45556.504166666673</c:v>
                </c:pt>
                <c:pt idx="88692">
                  <c:v>45854.531944444447</c:v>
                </c:pt>
                <c:pt idx="88693">
                  <c:v>45954.402083333327</c:v>
                </c:pt>
                <c:pt idx="88694">
                  <c:v>45985.482638888891</c:v>
                </c:pt>
                <c:pt idx="88695">
                  <c:v>45909.613194444442</c:v>
                </c:pt>
                <c:pt idx="88696">
                  <c:v>45880.558333333327</c:v>
                </c:pt>
                <c:pt idx="88697">
                  <c:v>45923.695833333331</c:v>
                </c:pt>
                <c:pt idx="88698">
                  <c:v>45762.890277777777</c:v>
                </c:pt>
                <c:pt idx="88699">
                  <c:v>45679.109027777777</c:v>
                </c:pt>
                <c:pt idx="88700">
                  <c:v>45916.003472222219</c:v>
                </c:pt>
                <c:pt idx="88701">
                  <c:v>46012.00277777778</c:v>
                </c:pt>
                <c:pt idx="88702">
                  <c:v>45859.068749999999</c:v>
                </c:pt>
                <c:pt idx="88703">
                  <c:v>45523.477083333331</c:v>
                </c:pt>
                <c:pt idx="88704">
                  <c:v>45575.224305555559</c:v>
                </c:pt>
                <c:pt idx="88705">
                  <c:v>45868.522916666669</c:v>
                </c:pt>
                <c:pt idx="88706">
                  <c:v>45541.027083333327</c:v>
                </c:pt>
                <c:pt idx="88707">
                  <c:v>45496.644444444442</c:v>
                </c:pt>
                <c:pt idx="88708">
                  <c:v>45487.649305555547</c:v>
                </c:pt>
                <c:pt idx="88709">
                  <c:v>45321.419444444437</c:v>
                </c:pt>
                <c:pt idx="88710">
                  <c:v>45323.467361111107</c:v>
                </c:pt>
                <c:pt idx="88711">
                  <c:v>45564.466666666667</c:v>
                </c:pt>
                <c:pt idx="88712">
                  <c:v>45433.382638888892</c:v>
                </c:pt>
                <c:pt idx="88713">
                  <c:v>45677.886805555558</c:v>
                </c:pt>
                <c:pt idx="88714">
                  <c:v>45605.729166666657</c:v>
                </c:pt>
                <c:pt idx="88715">
                  <c:v>45330.613194444442</c:v>
                </c:pt>
                <c:pt idx="88716">
                  <c:v>45967.750694444447</c:v>
                </c:pt>
                <c:pt idx="88717">
                  <c:v>45954.548611111109</c:v>
                </c:pt>
                <c:pt idx="88718">
                  <c:v>45947.821527777778</c:v>
                </c:pt>
                <c:pt idx="88719">
                  <c:v>46007.574305555558</c:v>
                </c:pt>
                <c:pt idx="88720">
                  <c:v>45943.381944444453</c:v>
                </c:pt>
                <c:pt idx="88721">
                  <c:v>45990.311805555553</c:v>
                </c:pt>
                <c:pt idx="88722">
                  <c:v>45978.429166666669</c:v>
                </c:pt>
                <c:pt idx="88723">
                  <c:v>45853.438194444447</c:v>
                </c:pt>
                <c:pt idx="88724">
                  <c:v>45897.45416666667</c:v>
                </c:pt>
                <c:pt idx="88725">
                  <c:v>45890.586805555547</c:v>
                </c:pt>
                <c:pt idx="88726">
                  <c:v>45667.450694444437</c:v>
                </c:pt>
                <c:pt idx="88727">
                  <c:v>45769.993750000001</c:v>
                </c:pt>
                <c:pt idx="88728">
                  <c:v>45884.686111111107</c:v>
                </c:pt>
                <c:pt idx="88729">
                  <c:v>45409.885416666657</c:v>
                </c:pt>
                <c:pt idx="88730">
                  <c:v>45545.90347222222</c:v>
                </c:pt>
                <c:pt idx="88731">
                  <c:v>46011.695138888892</c:v>
                </c:pt>
                <c:pt idx="88732">
                  <c:v>45933.425000000003</c:v>
                </c:pt>
                <c:pt idx="88733">
                  <c:v>45982.737500000003</c:v>
                </c:pt>
                <c:pt idx="88734">
                  <c:v>45408.472916666673</c:v>
                </c:pt>
                <c:pt idx="88735">
                  <c:v>45324.56527777778</c:v>
                </c:pt>
                <c:pt idx="88736">
                  <c:v>45803.456944444442</c:v>
                </c:pt>
                <c:pt idx="88737">
                  <c:v>45315.432638888888</c:v>
                </c:pt>
                <c:pt idx="88738">
                  <c:v>45900.967361111107</c:v>
                </c:pt>
                <c:pt idx="88739">
                  <c:v>45837.706250000003</c:v>
                </c:pt>
                <c:pt idx="88740">
                  <c:v>45759.808333333327</c:v>
                </c:pt>
                <c:pt idx="88741">
                  <c:v>45985.588194444441</c:v>
                </c:pt>
                <c:pt idx="88742">
                  <c:v>45757.810416666667</c:v>
                </c:pt>
                <c:pt idx="88743">
                  <c:v>45938.271527777782</c:v>
                </c:pt>
                <c:pt idx="88744">
                  <c:v>46022.415277777778</c:v>
                </c:pt>
                <c:pt idx="88745">
                  <c:v>45784.551388888889</c:v>
                </c:pt>
                <c:pt idx="88746">
                  <c:v>45974.465277777781</c:v>
                </c:pt>
                <c:pt idx="88747">
                  <c:v>45421.449305555558</c:v>
                </c:pt>
                <c:pt idx="88748">
                  <c:v>45487.755555555559</c:v>
                </c:pt>
                <c:pt idx="88749">
                  <c:v>45813.710416666669</c:v>
                </c:pt>
                <c:pt idx="88750">
                  <c:v>45914.572222222218</c:v>
                </c:pt>
                <c:pt idx="88751">
                  <c:v>45932.779861111107</c:v>
                </c:pt>
                <c:pt idx="88752">
                  <c:v>45591.548611111109</c:v>
                </c:pt>
                <c:pt idx="88753">
                  <c:v>45611.088194444441</c:v>
                </c:pt>
                <c:pt idx="88754">
                  <c:v>45732.988194444442</c:v>
                </c:pt>
                <c:pt idx="88755">
                  <c:v>45762.520833333343</c:v>
                </c:pt>
                <c:pt idx="88756">
                  <c:v>45642.474999999999</c:v>
                </c:pt>
                <c:pt idx="88757">
                  <c:v>45349.740972222222</c:v>
                </c:pt>
                <c:pt idx="88758">
                  <c:v>45815.686805555553</c:v>
                </c:pt>
                <c:pt idx="88759">
                  <c:v>45585.671527777777</c:v>
                </c:pt>
                <c:pt idx="88760">
                  <c:v>45874.055555555547</c:v>
                </c:pt>
                <c:pt idx="88761">
                  <c:v>45327.279166666667</c:v>
                </c:pt>
                <c:pt idx="88762">
                  <c:v>45475.161111111112</c:v>
                </c:pt>
                <c:pt idx="88763">
                  <c:v>45754.195833333331</c:v>
                </c:pt>
                <c:pt idx="88764">
                  <c:v>45782.398611111108</c:v>
                </c:pt>
                <c:pt idx="88765">
                  <c:v>45631.753472222219</c:v>
                </c:pt>
                <c:pt idx="88766">
                  <c:v>45817.303472222222</c:v>
                </c:pt>
                <c:pt idx="88767">
                  <c:v>45601.290277777778</c:v>
                </c:pt>
                <c:pt idx="88768">
                  <c:v>45742.779166666667</c:v>
                </c:pt>
                <c:pt idx="88769">
                  <c:v>45676.804166666669</c:v>
                </c:pt>
                <c:pt idx="88770">
                  <c:v>45625.388194444437</c:v>
                </c:pt>
                <c:pt idx="88771">
                  <c:v>45996.357638888891</c:v>
                </c:pt>
                <c:pt idx="88772">
                  <c:v>45842.880555555559</c:v>
                </c:pt>
                <c:pt idx="88773">
                  <c:v>45711.572222222218</c:v>
                </c:pt>
                <c:pt idx="88774">
                  <c:v>45776.058333333327</c:v>
                </c:pt>
                <c:pt idx="88775">
                  <c:v>45947.503472222219</c:v>
                </c:pt>
                <c:pt idx="88776">
                  <c:v>45734.470138888893</c:v>
                </c:pt>
                <c:pt idx="88777">
                  <c:v>45330.643750000003</c:v>
                </c:pt>
                <c:pt idx="88778">
                  <c:v>45817.662499999999</c:v>
                </c:pt>
                <c:pt idx="88779">
                  <c:v>45567.368750000001</c:v>
                </c:pt>
                <c:pt idx="88780">
                  <c:v>45329.479861111111</c:v>
                </c:pt>
                <c:pt idx="88781">
                  <c:v>45441.404861111107</c:v>
                </c:pt>
                <c:pt idx="88782">
                  <c:v>45329.443055555559</c:v>
                </c:pt>
                <c:pt idx="88783">
                  <c:v>45676.628472222219</c:v>
                </c:pt>
                <c:pt idx="88784">
                  <c:v>45643.573611111111</c:v>
                </c:pt>
                <c:pt idx="88785">
                  <c:v>45639.387499999997</c:v>
                </c:pt>
                <c:pt idx="88786">
                  <c:v>45643.568749999999</c:v>
                </c:pt>
                <c:pt idx="88787">
                  <c:v>45640.431944444441</c:v>
                </c:pt>
                <c:pt idx="88788">
                  <c:v>45645.434027777781</c:v>
                </c:pt>
                <c:pt idx="88789">
                  <c:v>45541.910416666673</c:v>
                </c:pt>
                <c:pt idx="88790">
                  <c:v>45686.655555555553</c:v>
                </c:pt>
                <c:pt idx="88791">
                  <c:v>45421.756249999999</c:v>
                </c:pt>
                <c:pt idx="88792">
                  <c:v>45808.646527777782</c:v>
                </c:pt>
                <c:pt idx="88793">
                  <c:v>45513.490972222222</c:v>
                </c:pt>
                <c:pt idx="88794">
                  <c:v>45456.49722222222</c:v>
                </c:pt>
                <c:pt idx="88795">
                  <c:v>45416.404166666667</c:v>
                </c:pt>
                <c:pt idx="88796">
                  <c:v>45568.803472222222</c:v>
                </c:pt>
                <c:pt idx="88797">
                  <c:v>45358.45416666667</c:v>
                </c:pt>
                <c:pt idx="88798">
                  <c:v>45672.67291666667</c:v>
                </c:pt>
                <c:pt idx="88799">
                  <c:v>45340.857638888891</c:v>
                </c:pt>
                <c:pt idx="88800">
                  <c:v>45989.988888888889</c:v>
                </c:pt>
                <c:pt idx="88801">
                  <c:v>46020.692361111112</c:v>
                </c:pt>
                <c:pt idx="88802">
                  <c:v>45733.981249999997</c:v>
                </c:pt>
                <c:pt idx="88803">
                  <c:v>45702.995833333327</c:v>
                </c:pt>
                <c:pt idx="88804">
                  <c:v>45993.909722222219</c:v>
                </c:pt>
                <c:pt idx="88805">
                  <c:v>45778.935416666667</c:v>
                </c:pt>
                <c:pt idx="88806">
                  <c:v>45814.154166666667</c:v>
                </c:pt>
                <c:pt idx="88807">
                  <c:v>45877.894444444442</c:v>
                </c:pt>
                <c:pt idx="88808">
                  <c:v>45962.845833333333</c:v>
                </c:pt>
                <c:pt idx="88809">
                  <c:v>45587.580555555563</c:v>
                </c:pt>
                <c:pt idx="88810">
                  <c:v>45890.71597222222</c:v>
                </c:pt>
                <c:pt idx="88811">
                  <c:v>45376.52847222222</c:v>
                </c:pt>
                <c:pt idx="88812">
                  <c:v>45332.810416666667</c:v>
                </c:pt>
                <c:pt idx="88813">
                  <c:v>45518.636805555558</c:v>
                </c:pt>
                <c:pt idx="88814">
                  <c:v>45579.711805555547</c:v>
                </c:pt>
                <c:pt idx="88815">
                  <c:v>45942.819444444453</c:v>
                </c:pt>
                <c:pt idx="88816">
                  <c:v>45604.916666666657</c:v>
                </c:pt>
                <c:pt idx="88817">
                  <c:v>45864.943055555559</c:v>
                </c:pt>
                <c:pt idx="88818">
                  <c:v>45671.684027777781</c:v>
                </c:pt>
                <c:pt idx="88819">
                  <c:v>45685.347222222219</c:v>
                </c:pt>
                <c:pt idx="88820">
                  <c:v>45746.322222222218</c:v>
                </c:pt>
                <c:pt idx="88821">
                  <c:v>45699.457638888889</c:v>
                </c:pt>
                <c:pt idx="88822">
                  <c:v>45978.545138888891</c:v>
                </c:pt>
                <c:pt idx="88823">
                  <c:v>45712.480555555558</c:v>
                </c:pt>
                <c:pt idx="88824">
                  <c:v>45856.837500000001</c:v>
                </c:pt>
                <c:pt idx="88825">
                  <c:v>45611.69027777778</c:v>
                </c:pt>
                <c:pt idx="88826">
                  <c:v>45640.938194444447</c:v>
                </c:pt>
                <c:pt idx="88827">
                  <c:v>46014.682638888888</c:v>
                </c:pt>
                <c:pt idx="88828">
                  <c:v>45806.531944444447</c:v>
                </c:pt>
                <c:pt idx="88829">
                  <c:v>45374.175000000003</c:v>
                </c:pt>
                <c:pt idx="88830">
                  <c:v>45725.659722222219</c:v>
                </c:pt>
                <c:pt idx="88831">
                  <c:v>45653.387499999997</c:v>
                </c:pt>
                <c:pt idx="88832">
                  <c:v>45819.424305555563</c:v>
                </c:pt>
                <c:pt idx="88833">
                  <c:v>46011.469444444447</c:v>
                </c:pt>
                <c:pt idx="88834">
                  <c:v>46011.470833333333</c:v>
                </c:pt>
                <c:pt idx="88835">
                  <c:v>45600.405555555553</c:v>
                </c:pt>
                <c:pt idx="88836">
                  <c:v>45836.415972222218</c:v>
                </c:pt>
                <c:pt idx="88837">
                  <c:v>45527.47152777778</c:v>
                </c:pt>
                <c:pt idx="88838">
                  <c:v>45660.505555555559</c:v>
                </c:pt>
                <c:pt idx="88839">
                  <c:v>45763.612500000003</c:v>
                </c:pt>
                <c:pt idx="88840">
                  <c:v>45936.676388888889</c:v>
                </c:pt>
                <c:pt idx="88841">
                  <c:v>45831.607638888891</c:v>
                </c:pt>
                <c:pt idx="88842">
                  <c:v>45983.768055555563</c:v>
                </c:pt>
                <c:pt idx="88843">
                  <c:v>45485.479166666657</c:v>
                </c:pt>
                <c:pt idx="88844">
                  <c:v>45629.318749999999</c:v>
                </c:pt>
                <c:pt idx="88845">
                  <c:v>46009.702777777777</c:v>
                </c:pt>
                <c:pt idx="88846">
                  <c:v>45907.688888888893</c:v>
                </c:pt>
                <c:pt idx="88847">
                  <c:v>45447.711805555547</c:v>
                </c:pt>
                <c:pt idx="88848">
                  <c:v>45698.643055555563</c:v>
                </c:pt>
                <c:pt idx="88849">
                  <c:v>45361.462500000001</c:v>
                </c:pt>
                <c:pt idx="88850">
                  <c:v>45851.729166666657</c:v>
                </c:pt>
                <c:pt idx="88851">
                  <c:v>45298.061805555553</c:v>
                </c:pt>
                <c:pt idx="88852">
                  <c:v>45850.145138888889</c:v>
                </c:pt>
                <c:pt idx="88853">
                  <c:v>45699.053472222222</c:v>
                </c:pt>
                <c:pt idx="88854">
                  <c:v>45711.70416666667</c:v>
                </c:pt>
                <c:pt idx="88855">
                  <c:v>45574.632638888892</c:v>
                </c:pt>
                <c:pt idx="88856">
                  <c:v>45593.736805555563</c:v>
                </c:pt>
                <c:pt idx="88857">
                  <c:v>45653.679166666669</c:v>
                </c:pt>
                <c:pt idx="88858">
                  <c:v>45685.625</c:v>
                </c:pt>
                <c:pt idx="88859">
                  <c:v>45622.711805555547</c:v>
                </c:pt>
                <c:pt idx="88860">
                  <c:v>45707.597916666673</c:v>
                </c:pt>
                <c:pt idx="88861">
                  <c:v>45595.65</c:v>
                </c:pt>
                <c:pt idx="88862">
                  <c:v>45294.686805555553</c:v>
                </c:pt>
                <c:pt idx="88863">
                  <c:v>45692.861111111109</c:v>
                </c:pt>
                <c:pt idx="88864">
                  <c:v>45723.970138888893</c:v>
                </c:pt>
                <c:pt idx="88865">
                  <c:v>45739.787499999999</c:v>
                </c:pt>
                <c:pt idx="88866">
                  <c:v>45653.915277777778</c:v>
                </c:pt>
                <c:pt idx="88867">
                  <c:v>45889.397222222222</c:v>
                </c:pt>
                <c:pt idx="88868">
                  <c:v>45521.534722222219</c:v>
                </c:pt>
                <c:pt idx="88869">
                  <c:v>45936.871527777781</c:v>
                </c:pt>
                <c:pt idx="88870">
                  <c:v>45477.377083333333</c:v>
                </c:pt>
                <c:pt idx="88871">
                  <c:v>45798.660416666673</c:v>
                </c:pt>
                <c:pt idx="88872">
                  <c:v>45893.459722222222</c:v>
                </c:pt>
                <c:pt idx="88873">
                  <c:v>45527.904861111107</c:v>
                </c:pt>
                <c:pt idx="88874">
                  <c:v>45472.507638888892</c:v>
                </c:pt>
                <c:pt idx="88875">
                  <c:v>45811.85833333333</c:v>
                </c:pt>
                <c:pt idx="88876">
                  <c:v>45451.573611111111</c:v>
                </c:pt>
                <c:pt idx="88877">
                  <c:v>45864.857638888891</c:v>
                </c:pt>
                <c:pt idx="88878">
                  <c:v>46012.680555555547</c:v>
                </c:pt>
                <c:pt idx="88879">
                  <c:v>45485.522222222222</c:v>
                </c:pt>
                <c:pt idx="88880">
                  <c:v>45903.546527777777</c:v>
                </c:pt>
                <c:pt idx="88881">
                  <c:v>45872.710416666669</c:v>
                </c:pt>
                <c:pt idx="88882">
                  <c:v>45905.855555555558</c:v>
                </c:pt>
                <c:pt idx="88883">
                  <c:v>45990.84375</c:v>
                </c:pt>
                <c:pt idx="88884">
                  <c:v>45773.850694444453</c:v>
                </c:pt>
                <c:pt idx="88885">
                  <c:v>45845.604861111111</c:v>
                </c:pt>
                <c:pt idx="88886">
                  <c:v>45992.054861111108</c:v>
                </c:pt>
                <c:pt idx="88887">
                  <c:v>45893.908333333333</c:v>
                </c:pt>
                <c:pt idx="88888">
                  <c:v>45974.875</c:v>
                </c:pt>
                <c:pt idx="88889">
                  <c:v>45767.71875</c:v>
                </c:pt>
                <c:pt idx="88890">
                  <c:v>45790.805555555547</c:v>
                </c:pt>
                <c:pt idx="88891">
                  <c:v>45789.087500000001</c:v>
                </c:pt>
                <c:pt idx="88892">
                  <c:v>45934.32916666667</c:v>
                </c:pt>
                <c:pt idx="88893">
                  <c:v>45887.866666666669</c:v>
                </c:pt>
                <c:pt idx="88894">
                  <c:v>45793.245138888888</c:v>
                </c:pt>
                <c:pt idx="88895">
                  <c:v>45810.277083333327</c:v>
                </c:pt>
                <c:pt idx="88896">
                  <c:v>45916.553472222222</c:v>
                </c:pt>
                <c:pt idx="88897">
                  <c:v>45992.686111111107</c:v>
                </c:pt>
                <c:pt idx="88898">
                  <c:v>45781.913888888892</c:v>
                </c:pt>
                <c:pt idx="88899">
                  <c:v>45764.486805555563</c:v>
                </c:pt>
                <c:pt idx="88900">
                  <c:v>45310.625694444447</c:v>
                </c:pt>
                <c:pt idx="88901">
                  <c:v>45403.48541666667</c:v>
                </c:pt>
                <c:pt idx="88902">
                  <c:v>45471.592361111107</c:v>
                </c:pt>
                <c:pt idx="88903">
                  <c:v>45531.690972222219</c:v>
                </c:pt>
                <c:pt idx="88904">
                  <c:v>45807.332638888889</c:v>
                </c:pt>
                <c:pt idx="88905">
                  <c:v>45736.5625</c:v>
                </c:pt>
                <c:pt idx="88906">
                  <c:v>45748.320138888892</c:v>
                </c:pt>
                <c:pt idx="88907">
                  <c:v>45718.847222222219</c:v>
                </c:pt>
                <c:pt idx="88908">
                  <c:v>45964.536111111112</c:v>
                </c:pt>
                <c:pt idx="88909">
                  <c:v>45856.714583333327</c:v>
                </c:pt>
                <c:pt idx="88910">
                  <c:v>45414.363194444442</c:v>
                </c:pt>
                <c:pt idx="88911">
                  <c:v>45762.453472222223</c:v>
                </c:pt>
                <c:pt idx="88912">
                  <c:v>45778.418055555558</c:v>
                </c:pt>
                <c:pt idx="88913">
                  <c:v>45795.997916666667</c:v>
                </c:pt>
                <c:pt idx="88914">
                  <c:v>45873.865972222222</c:v>
                </c:pt>
                <c:pt idx="88915">
                  <c:v>45449.647916666669</c:v>
                </c:pt>
                <c:pt idx="88916">
                  <c:v>45839.658333333333</c:v>
                </c:pt>
                <c:pt idx="88917">
                  <c:v>45805.779861111107</c:v>
                </c:pt>
                <c:pt idx="88918">
                  <c:v>45679.390277777777</c:v>
                </c:pt>
                <c:pt idx="88919">
                  <c:v>45316.602777777778</c:v>
                </c:pt>
                <c:pt idx="88920">
                  <c:v>45526.334722222222</c:v>
                </c:pt>
                <c:pt idx="88921">
                  <c:v>45467.460416666669</c:v>
                </c:pt>
                <c:pt idx="88922">
                  <c:v>45590.443055555559</c:v>
                </c:pt>
                <c:pt idx="88923">
                  <c:v>45871.70416666667</c:v>
                </c:pt>
                <c:pt idx="88924">
                  <c:v>45710.553472222222</c:v>
                </c:pt>
                <c:pt idx="88925">
                  <c:v>45557.532638888893</c:v>
                </c:pt>
                <c:pt idx="88926">
                  <c:v>45636.416666666657</c:v>
                </c:pt>
                <c:pt idx="88927">
                  <c:v>45298.660416666673</c:v>
                </c:pt>
                <c:pt idx="88928">
                  <c:v>45500.667361111111</c:v>
                </c:pt>
                <c:pt idx="88929">
                  <c:v>45542.566666666673</c:v>
                </c:pt>
                <c:pt idx="88930">
                  <c:v>45706.327777777777</c:v>
                </c:pt>
                <c:pt idx="88931">
                  <c:v>45518.865277777782</c:v>
                </c:pt>
                <c:pt idx="88932">
                  <c:v>45581.132638888892</c:v>
                </c:pt>
                <c:pt idx="88933">
                  <c:v>45492.929166666669</c:v>
                </c:pt>
                <c:pt idx="88934">
                  <c:v>45542.12777777778</c:v>
                </c:pt>
                <c:pt idx="88935">
                  <c:v>45625.726388888892</c:v>
                </c:pt>
                <c:pt idx="88936">
                  <c:v>45553.130555555559</c:v>
                </c:pt>
                <c:pt idx="88937">
                  <c:v>45497.137499999997</c:v>
                </c:pt>
                <c:pt idx="88938">
                  <c:v>45484.520833333343</c:v>
                </c:pt>
                <c:pt idx="88939">
                  <c:v>45564.296527777777</c:v>
                </c:pt>
                <c:pt idx="88940">
                  <c:v>45880.488194444442</c:v>
                </c:pt>
                <c:pt idx="88941">
                  <c:v>45458.462500000001</c:v>
                </c:pt>
                <c:pt idx="88942">
                  <c:v>45480.461111111108</c:v>
                </c:pt>
                <c:pt idx="88943">
                  <c:v>45684.744444444441</c:v>
                </c:pt>
                <c:pt idx="88944">
                  <c:v>45512.936111111107</c:v>
                </c:pt>
                <c:pt idx="88945">
                  <c:v>45428.5</c:v>
                </c:pt>
                <c:pt idx="88946">
                  <c:v>45644.407638888893</c:v>
                </c:pt>
                <c:pt idx="88947">
                  <c:v>45616.811805555553</c:v>
                </c:pt>
                <c:pt idx="88948">
                  <c:v>45573.655555555553</c:v>
                </c:pt>
                <c:pt idx="88949">
                  <c:v>45522.640277777777</c:v>
                </c:pt>
                <c:pt idx="88950">
                  <c:v>45469.494444444441</c:v>
                </c:pt>
                <c:pt idx="88951">
                  <c:v>45668.868055555547</c:v>
                </c:pt>
                <c:pt idx="88952">
                  <c:v>45540.620833333327</c:v>
                </c:pt>
                <c:pt idx="88953">
                  <c:v>45752.754166666673</c:v>
                </c:pt>
                <c:pt idx="88954">
                  <c:v>45365.722916666673</c:v>
                </c:pt>
                <c:pt idx="88955">
                  <c:v>45967.493750000001</c:v>
                </c:pt>
                <c:pt idx="88956">
                  <c:v>45428.809027777781</c:v>
                </c:pt>
                <c:pt idx="88957">
                  <c:v>45507.436805555553</c:v>
                </c:pt>
                <c:pt idx="88958">
                  <c:v>45686.525000000001</c:v>
                </c:pt>
                <c:pt idx="88959">
                  <c:v>45827.520833333343</c:v>
                </c:pt>
                <c:pt idx="88960">
                  <c:v>45938.759027777778</c:v>
                </c:pt>
                <c:pt idx="88961">
                  <c:v>45994.543055555558</c:v>
                </c:pt>
                <c:pt idx="88962">
                  <c:v>45860.59652777778</c:v>
                </c:pt>
                <c:pt idx="88963">
                  <c:v>45718.638194444437</c:v>
                </c:pt>
                <c:pt idx="88964">
                  <c:v>45866.399305555547</c:v>
                </c:pt>
                <c:pt idx="88965">
                  <c:v>45763.742361111108</c:v>
                </c:pt>
                <c:pt idx="88966">
                  <c:v>45679.918749999997</c:v>
                </c:pt>
                <c:pt idx="88967">
                  <c:v>45487.133333333331</c:v>
                </c:pt>
                <c:pt idx="88968">
                  <c:v>45600.914583333331</c:v>
                </c:pt>
                <c:pt idx="88969">
                  <c:v>45443.97152777778</c:v>
                </c:pt>
                <c:pt idx="88970">
                  <c:v>45734.05972222222</c:v>
                </c:pt>
                <c:pt idx="88971">
                  <c:v>45639.157638888893</c:v>
                </c:pt>
                <c:pt idx="88972">
                  <c:v>45567.697916666657</c:v>
                </c:pt>
                <c:pt idx="88973">
                  <c:v>45529.570138888892</c:v>
                </c:pt>
                <c:pt idx="88974">
                  <c:v>46008.529861111107</c:v>
                </c:pt>
                <c:pt idx="88975">
                  <c:v>45348.013194444437</c:v>
                </c:pt>
                <c:pt idx="88976">
                  <c:v>45802.892361111109</c:v>
                </c:pt>
                <c:pt idx="88977">
                  <c:v>45415.881249999999</c:v>
                </c:pt>
                <c:pt idx="88978">
                  <c:v>45728.46875</c:v>
                </c:pt>
                <c:pt idx="88979">
                  <c:v>45925.770138888889</c:v>
                </c:pt>
                <c:pt idx="88980">
                  <c:v>45859.79583333333</c:v>
                </c:pt>
                <c:pt idx="88981">
                  <c:v>45415.861805555563</c:v>
                </c:pt>
                <c:pt idx="88982">
                  <c:v>45356.426388888889</c:v>
                </c:pt>
                <c:pt idx="88983">
                  <c:v>45961.345138888893</c:v>
                </c:pt>
                <c:pt idx="88984">
                  <c:v>45773.309027777781</c:v>
                </c:pt>
                <c:pt idx="88985">
                  <c:v>45961.338888888888</c:v>
                </c:pt>
                <c:pt idx="88986">
                  <c:v>45899.331944444442</c:v>
                </c:pt>
                <c:pt idx="88987">
                  <c:v>45737.435416666667</c:v>
                </c:pt>
                <c:pt idx="88988">
                  <c:v>45724.579861111109</c:v>
                </c:pt>
                <c:pt idx="88989">
                  <c:v>45711.515277777777</c:v>
                </c:pt>
                <c:pt idx="88990">
                  <c:v>45728.59652777778</c:v>
                </c:pt>
                <c:pt idx="88991">
                  <c:v>45783.788888888892</c:v>
                </c:pt>
                <c:pt idx="88992">
                  <c:v>45932.388888888891</c:v>
                </c:pt>
                <c:pt idx="88993">
                  <c:v>45632.669444444437</c:v>
                </c:pt>
                <c:pt idx="88994">
                  <c:v>45839.395833333343</c:v>
                </c:pt>
                <c:pt idx="88995">
                  <c:v>45907.765972222223</c:v>
                </c:pt>
                <c:pt idx="88996">
                  <c:v>45950.49722222222</c:v>
                </c:pt>
                <c:pt idx="88997">
                  <c:v>45736.436805555553</c:v>
                </c:pt>
                <c:pt idx="88998">
                  <c:v>45405.270833333343</c:v>
                </c:pt>
                <c:pt idx="88999">
                  <c:v>45460.853472222218</c:v>
                </c:pt>
                <c:pt idx="89000">
                  <c:v>45495.645833333343</c:v>
                </c:pt>
                <c:pt idx="89001">
                  <c:v>45430.972222222219</c:v>
                </c:pt>
                <c:pt idx="89002">
                  <c:v>45362.768750000003</c:v>
                </c:pt>
                <c:pt idx="89003">
                  <c:v>45576.214583333327</c:v>
                </c:pt>
                <c:pt idx="89004">
                  <c:v>45593.729861111111</c:v>
                </c:pt>
                <c:pt idx="89005">
                  <c:v>45609.006249999999</c:v>
                </c:pt>
                <c:pt idx="89006">
                  <c:v>45665.285416666673</c:v>
                </c:pt>
                <c:pt idx="89007">
                  <c:v>45582.839583333327</c:v>
                </c:pt>
                <c:pt idx="89008">
                  <c:v>45590.487500000003</c:v>
                </c:pt>
                <c:pt idx="89009">
                  <c:v>45798.501388888893</c:v>
                </c:pt>
                <c:pt idx="89010">
                  <c:v>45880.379861111112</c:v>
                </c:pt>
                <c:pt idx="89011">
                  <c:v>45930.413888888892</c:v>
                </c:pt>
                <c:pt idx="89012">
                  <c:v>45861.393055555563</c:v>
                </c:pt>
                <c:pt idx="89013">
                  <c:v>46009.704861111109</c:v>
                </c:pt>
                <c:pt idx="89014">
                  <c:v>45585.734722222223</c:v>
                </c:pt>
                <c:pt idx="89015">
                  <c:v>45303.665277777778</c:v>
                </c:pt>
                <c:pt idx="89016">
                  <c:v>45299.786111111112</c:v>
                </c:pt>
                <c:pt idx="89017">
                  <c:v>45462.685416666667</c:v>
                </c:pt>
                <c:pt idx="89018">
                  <c:v>45470.697222222218</c:v>
                </c:pt>
                <c:pt idx="89019">
                  <c:v>45463.419444444437</c:v>
                </c:pt>
                <c:pt idx="89020">
                  <c:v>45308.879166666673</c:v>
                </c:pt>
                <c:pt idx="89021">
                  <c:v>45298.71597222222</c:v>
                </c:pt>
                <c:pt idx="89022">
                  <c:v>45623.73333333333</c:v>
                </c:pt>
                <c:pt idx="89023">
                  <c:v>45695.008333333331</c:v>
                </c:pt>
                <c:pt idx="89024">
                  <c:v>45764.452777777777</c:v>
                </c:pt>
                <c:pt idx="89025">
                  <c:v>45726.147916666669</c:v>
                </c:pt>
                <c:pt idx="89026">
                  <c:v>45665.756249999999</c:v>
                </c:pt>
                <c:pt idx="89027">
                  <c:v>45975.652777777781</c:v>
                </c:pt>
                <c:pt idx="89028">
                  <c:v>45716.594444444447</c:v>
                </c:pt>
                <c:pt idx="89029">
                  <c:v>45510.720138888893</c:v>
                </c:pt>
                <c:pt idx="89030">
                  <c:v>45630.518750000003</c:v>
                </c:pt>
                <c:pt idx="89031">
                  <c:v>45616.554166666669</c:v>
                </c:pt>
                <c:pt idx="89032">
                  <c:v>45601.350694444453</c:v>
                </c:pt>
                <c:pt idx="89033">
                  <c:v>45572.720833333333</c:v>
                </c:pt>
                <c:pt idx="89034">
                  <c:v>45851.577777777777</c:v>
                </c:pt>
                <c:pt idx="89035">
                  <c:v>45822.794444444437</c:v>
                </c:pt>
                <c:pt idx="89036">
                  <c:v>45822.806250000001</c:v>
                </c:pt>
                <c:pt idx="89037">
                  <c:v>45467.820138888892</c:v>
                </c:pt>
                <c:pt idx="89038">
                  <c:v>45341.37777777778</c:v>
                </c:pt>
                <c:pt idx="89039">
                  <c:v>45292.694444444453</c:v>
                </c:pt>
                <c:pt idx="89040">
                  <c:v>45935.35</c:v>
                </c:pt>
                <c:pt idx="89041">
                  <c:v>45584.602083333331</c:v>
                </c:pt>
                <c:pt idx="89042">
                  <c:v>46002.786111111112</c:v>
                </c:pt>
                <c:pt idx="89043">
                  <c:v>46013.890277777777</c:v>
                </c:pt>
                <c:pt idx="89044">
                  <c:v>45554.665277777778</c:v>
                </c:pt>
                <c:pt idx="89045">
                  <c:v>45799.427777777782</c:v>
                </c:pt>
                <c:pt idx="89046">
                  <c:v>45754.487500000003</c:v>
                </c:pt>
                <c:pt idx="89047">
                  <c:v>45887.647222222222</c:v>
                </c:pt>
                <c:pt idx="89048">
                  <c:v>45774.756249999999</c:v>
                </c:pt>
                <c:pt idx="89049">
                  <c:v>45837.899305555547</c:v>
                </c:pt>
                <c:pt idx="89050">
                  <c:v>45778.626388888893</c:v>
                </c:pt>
                <c:pt idx="89051">
                  <c:v>45874.782638888893</c:v>
                </c:pt>
                <c:pt idx="89052">
                  <c:v>45851.436111111107</c:v>
                </c:pt>
                <c:pt idx="89053">
                  <c:v>45863.441666666673</c:v>
                </c:pt>
                <c:pt idx="89054">
                  <c:v>45823.870833333327</c:v>
                </c:pt>
                <c:pt idx="89055">
                  <c:v>45831.707638888889</c:v>
                </c:pt>
                <c:pt idx="89056">
                  <c:v>45810.576388888891</c:v>
                </c:pt>
                <c:pt idx="89057">
                  <c:v>45792.495833333327</c:v>
                </c:pt>
                <c:pt idx="89058">
                  <c:v>45854.758333333331</c:v>
                </c:pt>
                <c:pt idx="89059">
                  <c:v>45622.720138888893</c:v>
                </c:pt>
                <c:pt idx="89060">
                  <c:v>46006.882638888892</c:v>
                </c:pt>
                <c:pt idx="89061">
                  <c:v>45306.472222222219</c:v>
                </c:pt>
                <c:pt idx="89062">
                  <c:v>45659.686805555553</c:v>
                </c:pt>
                <c:pt idx="89063">
                  <c:v>45682.864583333343</c:v>
                </c:pt>
                <c:pt idx="89064">
                  <c:v>45683.874305555553</c:v>
                </c:pt>
                <c:pt idx="89065">
                  <c:v>45683.874305555553</c:v>
                </c:pt>
                <c:pt idx="89066">
                  <c:v>45746.895138888889</c:v>
                </c:pt>
                <c:pt idx="89067">
                  <c:v>45683.874305555553</c:v>
                </c:pt>
                <c:pt idx="89068">
                  <c:v>45600.353472222218</c:v>
                </c:pt>
                <c:pt idx="89069">
                  <c:v>45624.47152777778</c:v>
                </c:pt>
                <c:pt idx="89070">
                  <c:v>45600.353472222218</c:v>
                </c:pt>
                <c:pt idx="89071">
                  <c:v>45600.353472222218</c:v>
                </c:pt>
                <c:pt idx="89072">
                  <c:v>45624.47152777778</c:v>
                </c:pt>
                <c:pt idx="89073">
                  <c:v>45746.895138888889</c:v>
                </c:pt>
                <c:pt idx="89074">
                  <c:v>45746.895138888889</c:v>
                </c:pt>
                <c:pt idx="89075">
                  <c:v>45624.47152777778</c:v>
                </c:pt>
                <c:pt idx="89076">
                  <c:v>45438.723611111112</c:v>
                </c:pt>
                <c:pt idx="89077">
                  <c:v>45924.46597222222</c:v>
                </c:pt>
                <c:pt idx="89078">
                  <c:v>45464.549305555563</c:v>
                </c:pt>
                <c:pt idx="89079">
                  <c:v>45934.569444444453</c:v>
                </c:pt>
                <c:pt idx="89080">
                  <c:v>45992.434027777781</c:v>
                </c:pt>
                <c:pt idx="89081">
                  <c:v>45868.786111111112</c:v>
                </c:pt>
                <c:pt idx="89082">
                  <c:v>45505.533333333333</c:v>
                </c:pt>
                <c:pt idx="89083">
                  <c:v>45813.525694444441</c:v>
                </c:pt>
                <c:pt idx="89084">
                  <c:v>45951.95</c:v>
                </c:pt>
                <c:pt idx="89085">
                  <c:v>45923.461805555547</c:v>
                </c:pt>
                <c:pt idx="89086">
                  <c:v>45713.75</c:v>
                </c:pt>
                <c:pt idx="89087">
                  <c:v>45984.455555555563</c:v>
                </c:pt>
                <c:pt idx="89088">
                  <c:v>46014.511805555558</c:v>
                </c:pt>
                <c:pt idx="89089">
                  <c:v>45687.475694444453</c:v>
                </c:pt>
                <c:pt idx="89090">
                  <c:v>45756.436111111107</c:v>
                </c:pt>
                <c:pt idx="89091">
                  <c:v>45890.489583333343</c:v>
                </c:pt>
                <c:pt idx="89092">
                  <c:v>45805.790972222218</c:v>
                </c:pt>
                <c:pt idx="89093">
                  <c:v>45544.695138888892</c:v>
                </c:pt>
                <c:pt idx="89094">
                  <c:v>45792.904861111107</c:v>
                </c:pt>
                <c:pt idx="89095">
                  <c:v>45318.781944444447</c:v>
                </c:pt>
                <c:pt idx="89096">
                  <c:v>45557.426388888889</c:v>
                </c:pt>
                <c:pt idx="89097">
                  <c:v>45915.760416666657</c:v>
                </c:pt>
                <c:pt idx="89098">
                  <c:v>45917.699305555558</c:v>
                </c:pt>
                <c:pt idx="89099">
                  <c:v>45689.625</c:v>
                </c:pt>
                <c:pt idx="89100">
                  <c:v>45807.647222222222</c:v>
                </c:pt>
                <c:pt idx="89101">
                  <c:v>45988.702777777777</c:v>
                </c:pt>
                <c:pt idx="89102">
                  <c:v>45748.823611111111</c:v>
                </c:pt>
                <c:pt idx="89103">
                  <c:v>45657.438194444447</c:v>
                </c:pt>
                <c:pt idx="89104">
                  <c:v>45455.672222222223</c:v>
                </c:pt>
                <c:pt idx="89105">
                  <c:v>45882.607638888891</c:v>
                </c:pt>
                <c:pt idx="89106">
                  <c:v>45985.660416666673</c:v>
                </c:pt>
                <c:pt idx="89107">
                  <c:v>45885.644444444442</c:v>
                </c:pt>
                <c:pt idx="89108">
                  <c:v>45840.77847222222</c:v>
                </c:pt>
                <c:pt idx="89109">
                  <c:v>45870.645138888889</c:v>
                </c:pt>
                <c:pt idx="89110">
                  <c:v>45910.568055555559</c:v>
                </c:pt>
                <c:pt idx="89111">
                  <c:v>45972.739583333343</c:v>
                </c:pt>
                <c:pt idx="89112">
                  <c:v>45813.636111111111</c:v>
                </c:pt>
                <c:pt idx="89113">
                  <c:v>45938.392361111109</c:v>
                </c:pt>
                <c:pt idx="89114">
                  <c:v>45530.421527777777</c:v>
                </c:pt>
                <c:pt idx="89115">
                  <c:v>45400.6</c:v>
                </c:pt>
                <c:pt idx="89116">
                  <c:v>45792.694444444453</c:v>
                </c:pt>
                <c:pt idx="89117">
                  <c:v>45563.37777777778</c:v>
                </c:pt>
                <c:pt idx="89118">
                  <c:v>45583.445833333331</c:v>
                </c:pt>
                <c:pt idx="89119">
                  <c:v>45718.490277777782</c:v>
                </c:pt>
                <c:pt idx="89120">
                  <c:v>45557.756944444453</c:v>
                </c:pt>
                <c:pt idx="89121">
                  <c:v>45651.481249999997</c:v>
                </c:pt>
                <c:pt idx="89122">
                  <c:v>45764.423611111109</c:v>
                </c:pt>
                <c:pt idx="89123">
                  <c:v>45778.542361111111</c:v>
                </c:pt>
                <c:pt idx="89124">
                  <c:v>45814.722222222219</c:v>
                </c:pt>
                <c:pt idx="89125">
                  <c:v>45856.498611111107</c:v>
                </c:pt>
                <c:pt idx="89126">
                  <c:v>45823.744444444441</c:v>
                </c:pt>
                <c:pt idx="89127">
                  <c:v>45739.12222222222</c:v>
                </c:pt>
                <c:pt idx="89128">
                  <c:v>45835.468055555553</c:v>
                </c:pt>
                <c:pt idx="89129">
                  <c:v>45653.538194444453</c:v>
                </c:pt>
                <c:pt idx="89130">
                  <c:v>45828.637499999997</c:v>
                </c:pt>
                <c:pt idx="89131">
                  <c:v>45569.959722222222</c:v>
                </c:pt>
                <c:pt idx="89132">
                  <c:v>45503.478472222218</c:v>
                </c:pt>
                <c:pt idx="89133">
                  <c:v>45658.788888888892</c:v>
                </c:pt>
                <c:pt idx="89134">
                  <c:v>45577.720138888893</c:v>
                </c:pt>
                <c:pt idx="89135">
                  <c:v>45629.537499999999</c:v>
                </c:pt>
                <c:pt idx="89136">
                  <c:v>45926.399305555547</c:v>
                </c:pt>
                <c:pt idx="89137">
                  <c:v>46006.388888888891</c:v>
                </c:pt>
                <c:pt idx="89138">
                  <c:v>45413.843055555553</c:v>
                </c:pt>
                <c:pt idx="89139">
                  <c:v>45526.027777777781</c:v>
                </c:pt>
                <c:pt idx="89140">
                  <c:v>45475.469444444447</c:v>
                </c:pt>
                <c:pt idx="89141">
                  <c:v>45590.632638888892</c:v>
                </c:pt>
                <c:pt idx="89142">
                  <c:v>45690.818055555559</c:v>
                </c:pt>
                <c:pt idx="89143">
                  <c:v>45924.611805555563</c:v>
                </c:pt>
                <c:pt idx="89144">
                  <c:v>45981.384027777778</c:v>
                </c:pt>
                <c:pt idx="89145">
                  <c:v>45936.390277777777</c:v>
                </c:pt>
                <c:pt idx="89146">
                  <c:v>45867.542361111111</c:v>
                </c:pt>
                <c:pt idx="89147">
                  <c:v>45839.436805555553</c:v>
                </c:pt>
                <c:pt idx="89148">
                  <c:v>45735.578472222223</c:v>
                </c:pt>
                <c:pt idx="89149">
                  <c:v>45865.477083333331</c:v>
                </c:pt>
                <c:pt idx="89150">
                  <c:v>45745.820833333331</c:v>
                </c:pt>
                <c:pt idx="89151">
                  <c:v>45745.820833333331</c:v>
                </c:pt>
                <c:pt idx="89152">
                  <c:v>45719.844444444447</c:v>
                </c:pt>
                <c:pt idx="89153">
                  <c:v>45719.844444444447</c:v>
                </c:pt>
                <c:pt idx="89154">
                  <c:v>45865.477083333331</c:v>
                </c:pt>
                <c:pt idx="89155">
                  <c:v>45735.578472222223</c:v>
                </c:pt>
                <c:pt idx="89156">
                  <c:v>45966.862500000003</c:v>
                </c:pt>
                <c:pt idx="89157">
                  <c:v>45966.862500000003</c:v>
                </c:pt>
                <c:pt idx="89158">
                  <c:v>45798.941666666673</c:v>
                </c:pt>
                <c:pt idx="89159">
                  <c:v>45760.520833333343</c:v>
                </c:pt>
                <c:pt idx="89160">
                  <c:v>45760.520833333343</c:v>
                </c:pt>
                <c:pt idx="89161">
                  <c:v>45690.751388888893</c:v>
                </c:pt>
                <c:pt idx="89162">
                  <c:v>45798.941666666673</c:v>
                </c:pt>
                <c:pt idx="89163">
                  <c:v>45683.904166666667</c:v>
                </c:pt>
                <c:pt idx="89164">
                  <c:v>45683.904166666667</c:v>
                </c:pt>
                <c:pt idx="89165">
                  <c:v>45690.751388888893</c:v>
                </c:pt>
                <c:pt idx="89166">
                  <c:v>45320.356249999997</c:v>
                </c:pt>
                <c:pt idx="89167">
                  <c:v>45447.643750000003</c:v>
                </c:pt>
                <c:pt idx="89168">
                  <c:v>46015.807638888888</c:v>
                </c:pt>
                <c:pt idx="89169">
                  <c:v>45421.8</c:v>
                </c:pt>
                <c:pt idx="89170">
                  <c:v>45736.025694444441</c:v>
                </c:pt>
                <c:pt idx="89171">
                  <c:v>45588.753472222219</c:v>
                </c:pt>
                <c:pt idx="89172">
                  <c:v>45503.490277777782</c:v>
                </c:pt>
                <c:pt idx="89173">
                  <c:v>45428.715277777781</c:v>
                </c:pt>
                <c:pt idx="89174">
                  <c:v>45839.487500000003</c:v>
                </c:pt>
                <c:pt idx="89175">
                  <c:v>45700.884722222218</c:v>
                </c:pt>
                <c:pt idx="89176">
                  <c:v>45691.401388888888</c:v>
                </c:pt>
                <c:pt idx="89177">
                  <c:v>45387.472916666673</c:v>
                </c:pt>
                <c:pt idx="89178">
                  <c:v>45700.405555555553</c:v>
                </c:pt>
                <c:pt idx="89179">
                  <c:v>45516.839583333327</c:v>
                </c:pt>
                <c:pt idx="89180">
                  <c:v>45831.131944444453</c:v>
                </c:pt>
                <c:pt idx="89181">
                  <c:v>45867.584722222222</c:v>
                </c:pt>
                <c:pt idx="89182">
                  <c:v>45671.075694444437</c:v>
                </c:pt>
                <c:pt idx="89183">
                  <c:v>45799.083333333343</c:v>
                </c:pt>
                <c:pt idx="89184">
                  <c:v>45739.62777777778</c:v>
                </c:pt>
                <c:pt idx="89185">
                  <c:v>45950.811111111107</c:v>
                </c:pt>
                <c:pt idx="89186">
                  <c:v>45917.871527777781</c:v>
                </c:pt>
                <c:pt idx="89187">
                  <c:v>45822.398611111108</c:v>
                </c:pt>
                <c:pt idx="89188">
                  <c:v>45974.823611111111</c:v>
                </c:pt>
                <c:pt idx="89189">
                  <c:v>45875.490277777782</c:v>
                </c:pt>
                <c:pt idx="89190">
                  <c:v>45889.864583333343</c:v>
                </c:pt>
                <c:pt idx="89191">
                  <c:v>45789.418749999997</c:v>
                </c:pt>
                <c:pt idx="89192">
                  <c:v>45978.589583333327</c:v>
                </c:pt>
                <c:pt idx="89193">
                  <c:v>45924.590277777781</c:v>
                </c:pt>
                <c:pt idx="89194">
                  <c:v>45882.647916666669</c:v>
                </c:pt>
                <c:pt idx="89195">
                  <c:v>45514.513888888891</c:v>
                </c:pt>
                <c:pt idx="89196">
                  <c:v>45646.602083333331</c:v>
                </c:pt>
                <c:pt idx="89197">
                  <c:v>45591.5</c:v>
                </c:pt>
                <c:pt idx="89198">
                  <c:v>45698.592361111107</c:v>
                </c:pt>
                <c:pt idx="89199">
                  <c:v>45960.905555555553</c:v>
                </c:pt>
                <c:pt idx="89200">
                  <c:v>45960.90347222222</c:v>
                </c:pt>
                <c:pt idx="89201">
                  <c:v>45676.888194444437</c:v>
                </c:pt>
                <c:pt idx="89202">
                  <c:v>45769.854166666657</c:v>
                </c:pt>
                <c:pt idx="89203">
                  <c:v>45599.71875</c:v>
                </c:pt>
                <c:pt idx="89204">
                  <c:v>45613.836111111108</c:v>
                </c:pt>
                <c:pt idx="89205">
                  <c:v>45590.652777777781</c:v>
                </c:pt>
                <c:pt idx="89206">
                  <c:v>45461.671527777777</c:v>
                </c:pt>
                <c:pt idx="89207">
                  <c:v>45568.871527777781</c:v>
                </c:pt>
                <c:pt idx="89208">
                  <c:v>45560.008333333331</c:v>
                </c:pt>
                <c:pt idx="89209">
                  <c:v>45484.660416666673</c:v>
                </c:pt>
                <c:pt idx="89210">
                  <c:v>45434.697222222218</c:v>
                </c:pt>
                <c:pt idx="89211">
                  <c:v>45640.611111111109</c:v>
                </c:pt>
                <c:pt idx="89212">
                  <c:v>45752.425694444442</c:v>
                </c:pt>
                <c:pt idx="89213">
                  <c:v>45477.693749999999</c:v>
                </c:pt>
                <c:pt idx="89214">
                  <c:v>45896.482638888891</c:v>
                </c:pt>
                <c:pt idx="89215">
                  <c:v>45308.288194444453</c:v>
                </c:pt>
                <c:pt idx="89216">
                  <c:v>45844.511805555558</c:v>
                </c:pt>
                <c:pt idx="89217">
                  <c:v>45778.578472222223</c:v>
                </c:pt>
                <c:pt idx="89218">
                  <c:v>45818.351388888892</c:v>
                </c:pt>
                <c:pt idx="89219">
                  <c:v>45365.740972222222</c:v>
                </c:pt>
                <c:pt idx="89220">
                  <c:v>45770.62777777778</c:v>
                </c:pt>
                <c:pt idx="89221">
                  <c:v>45731.430555555547</c:v>
                </c:pt>
                <c:pt idx="89222">
                  <c:v>45483.627083333333</c:v>
                </c:pt>
                <c:pt idx="89223">
                  <c:v>45516.259722222218</c:v>
                </c:pt>
                <c:pt idx="89224">
                  <c:v>45462.465277777781</c:v>
                </c:pt>
                <c:pt idx="89225">
                  <c:v>45445.304861111108</c:v>
                </c:pt>
                <c:pt idx="89226">
                  <c:v>45541.761805555558</c:v>
                </c:pt>
                <c:pt idx="89227">
                  <c:v>45498.40902777778</c:v>
                </c:pt>
                <c:pt idx="89228">
                  <c:v>45741.590277777781</c:v>
                </c:pt>
                <c:pt idx="89229">
                  <c:v>45423.897916666669</c:v>
                </c:pt>
                <c:pt idx="89230">
                  <c:v>45783.838194444441</c:v>
                </c:pt>
                <c:pt idx="89231">
                  <c:v>45975.836111111108</c:v>
                </c:pt>
                <c:pt idx="89232">
                  <c:v>45394.668055555558</c:v>
                </c:pt>
                <c:pt idx="89233">
                  <c:v>45934.686805555553</c:v>
                </c:pt>
                <c:pt idx="89234">
                  <c:v>45924.638888888891</c:v>
                </c:pt>
                <c:pt idx="89235">
                  <c:v>45793.895833333343</c:v>
                </c:pt>
                <c:pt idx="89236">
                  <c:v>45686.845138888893</c:v>
                </c:pt>
                <c:pt idx="89237">
                  <c:v>45583.445138888892</c:v>
                </c:pt>
                <c:pt idx="89238">
                  <c:v>45803.863888888889</c:v>
                </c:pt>
                <c:pt idx="89239">
                  <c:v>45627.746527777781</c:v>
                </c:pt>
                <c:pt idx="89240">
                  <c:v>46006.497916666667</c:v>
                </c:pt>
                <c:pt idx="89241">
                  <c:v>45636.484027777777</c:v>
                </c:pt>
                <c:pt idx="89242">
                  <c:v>45636.484027777777</c:v>
                </c:pt>
                <c:pt idx="89243">
                  <c:v>45990.388194444437</c:v>
                </c:pt>
                <c:pt idx="89244">
                  <c:v>45667.433333333327</c:v>
                </c:pt>
                <c:pt idx="89245">
                  <c:v>45736.826388888891</c:v>
                </c:pt>
                <c:pt idx="89246">
                  <c:v>45882.041666666657</c:v>
                </c:pt>
                <c:pt idx="89247">
                  <c:v>45783.447916666657</c:v>
                </c:pt>
                <c:pt idx="89248">
                  <c:v>45757.344444444447</c:v>
                </c:pt>
                <c:pt idx="89249">
                  <c:v>45887.648611111108</c:v>
                </c:pt>
                <c:pt idx="89250">
                  <c:v>45610.663888888892</c:v>
                </c:pt>
                <c:pt idx="89251">
                  <c:v>45868.786805555559</c:v>
                </c:pt>
                <c:pt idx="89252">
                  <c:v>45778.632638888892</c:v>
                </c:pt>
                <c:pt idx="89253">
                  <c:v>45953.781944444447</c:v>
                </c:pt>
                <c:pt idx="89254">
                  <c:v>45778.133333333331</c:v>
                </c:pt>
                <c:pt idx="89255">
                  <c:v>45953.781944444447</c:v>
                </c:pt>
                <c:pt idx="89256">
                  <c:v>45625.508333333331</c:v>
                </c:pt>
                <c:pt idx="89257">
                  <c:v>45625.508333333331</c:v>
                </c:pt>
                <c:pt idx="89258">
                  <c:v>45953.781944444447</c:v>
                </c:pt>
                <c:pt idx="89259">
                  <c:v>45656.3125</c:v>
                </c:pt>
                <c:pt idx="89260">
                  <c:v>45778.133333333331</c:v>
                </c:pt>
                <c:pt idx="89261">
                  <c:v>45625.508333333331</c:v>
                </c:pt>
                <c:pt idx="89262">
                  <c:v>45656.3125</c:v>
                </c:pt>
                <c:pt idx="89263">
                  <c:v>45726.542361111111</c:v>
                </c:pt>
                <c:pt idx="89264">
                  <c:v>45778.133333333331</c:v>
                </c:pt>
                <c:pt idx="89265">
                  <c:v>45726.542361111111</c:v>
                </c:pt>
                <c:pt idx="89266">
                  <c:v>45726.542361111111</c:v>
                </c:pt>
                <c:pt idx="89267">
                  <c:v>45656.3125</c:v>
                </c:pt>
                <c:pt idx="89268">
                  <c:v>45595.654166666667</c:v>
                </c:pt>
                <c:pt idx="89269">
                  <c:v>45514.69027777778</c:v>
                </c:pt>
                <c:pt idx="89270">
                  <c:v>45624.770138888889</c:v>
                </c:pt>
                <c:pt idx="89271">
                  <c:v>45908.413888888892</c:v>
                </c:pt>
                <c:pt idx="89272">
                  <c:v>45932.634722222218</c:v>
                </c:pt>
                <c:pt idx="89273">
                  <c:v>45992.265972222223</c:v>
                </c:pt>
                <c:pt idx="89274">
                  <c:v>45916.824999999997</c:v>
                </c:pt>
                <c:pt idx="89275">
                  <c:v>45959.488194444442</c:v>
                </c:pt>
                <c:pt idx="89276">
                  <c:v>45604.60833333333</c:v>
                </c:pt>
                <c:pt idx="89277">
                  <c:v>45610.754861111112</c:v>
                </c:pt>
                <c:pt idx="89278">
                  <c:v>45642.590277777781</c:v>
                </c:pt>
                <c:pt idx="89279">
                  <c:v>45701.609027777777</c:v>
                </c:pt>
                <c:pt idx="89280">
                  <c:v>45915.604861111111</c:v>
                </c:pt>
                <c:pt idx="89281">
                  <c:v>45482.673611111109</c:v>
                </c:pt>
                <c:pt idx="89282">
                  <c:v>45751.67083333333</c:v>
                </c:pt>
                <c:pt idx="89283">
                  <c:v>45834.490277777782</c:v>
                </c:pt>
                <c:pt idx="89284">
                  <c:v>45852.531944444447</c:v>
                </c:pt>
                <c:pt idx="89285">
                  <c:v>45813.482638888891</c:v>
                </c:pt>
                <c:pt idx="89286">
                  <c:v>45884.734722222223</c:v>
                </c:pt>
                <c:pt idx="89287">
                  <c:v>45785.692361111112</c:v>
                </c:pt>
                <c:pt idx="89288">
                  <c:v>45714.748611111107</c:v>
                </c:pt>
                <c:pt idx="89289">
                  <c:v>45746.847916666673</c:v>
                </c:pt>
                <c:pt idx="89290">
                  <c:v>45717.865277777782</c:v>
                </c:pt>
                <c:pt idx="89291">
                  <c:v>45880.361111111109</c:v>
                </c:pt>
                <c:pt idx="89292">
                  <c:v>45922.559027777781</c:v>
                </c:pt>
                <c:pt idx="89293">
                  <c:v>45783.607638888891</c:v>
                </c:pt>
                <c:pt idx="89294">
                  <c:v>45708.611805555563</c:v>
                </c:pt>
                <c:pt idx="89295">
                  <c:v>45749.500694444447</c:v>
                </c:pt>
                <c:pt idx="89296">
                  <c:v>45730.397222222222</c:v>
                </c:pt>
                <c:pt idx="89297">
                  <c:v>45742.519444444442</c:v>
                </c:pt>
                <c:pt idx="89298">
                  <c:v>45312.612500000003</c:v>
                </c:pt>
                <c:pt idx="89299">
                  <c:v>45752.450694444437</c:v>
                </c:pt>
                <c:pt idx="89300">
                  <c:v>45466.640277777777</c:v>
                </c:pt>
                <c:pt idx="89301">
                  <c:v>45972.619444444441</c:v>
                </c:pt>
                <c:pt idx="89302">
                  <c:v>46003.5</c:v>
                </c:pt>
                <c:pt idx="89303">
                  <c:v>45990.571527777778</c:v>
                </c:pt>
                <c:pt idx="89304">
                  <c:v>45928.652777777781</c:v>
                </c:pt>
                <c:pt idx="89305">
                  <c:v>45935.901388888888</c:v>
                </c:pt>
                <c:pt idx="89306">
                  <c:v>45670.675000000003</c:v>
                </c:pt>
                <c:pt idx="89307">
                  <c:v>45790.644444444442</c:v>
                </c:pt>
                <c:pt idx="89308">
                  <c:v>45495.395833333343</c:v>
                </c:pt>
                <c:pt idx="89309">
                  <c:v>45342.743055555547</c:v>
                </c:pt>
                <c:pt idx="89310">
                  <c:v>45313.654166666667</c:v>
                </c:pt>
                <c:pt idx="89311">
                  <c:v>45373.738194444442</c:v>
                </c:pt>
                <c:pt idx="89312">
                  <c:v>45423.529861111107</c:v>
                </c:pt>
                <c:pt idx="89313">
                  <c:v>45930.835416666669</c:v>
                </c:pt>
                <c:pt idx="89314">
                  <c:v>45687.85</c:v>
                </c:pt>
                <c:pt idx="89315">
                  <c:v>45620.637499999997</c:v>
                </c:pt>
                <c:pt idx="89316">
                  <c:v>45814.9</c:v>
                </c:pt>
                <c:pt idx="89317">
                  <c:v>45779.577777777777</c:v>
                </c:pt>
                <c:pt idx="89318">
                  <c:v>45876.759027777778</c:v>
                </c:pt>
                <c:pt idx="89319">
                  <c:v>46018.620138888888</c:v>
                </c:pt>
                <c:pt idx="89320">
                  <c:v>45903.841666666667</c:v>
                </c:pt>
                <c:pt idx="89321">
                  <c:v>45898.681250000001</c:v>
                </c:pt>
                <c:pt idx="89322">
                  <c:v>45681.784722222219</c:v>
                </c:pt>
                <c:pt idx="89323">
                  <c:v>45997.572222222218</c:v>
                </c:pt>
                <c:pt idx="89324">
                  <c:v>45636.731249999997</c:v>
                </c:pt>
                <c:pt idx="89325">
                  <c:v>45876.779861111107</c:v>
                </c:pt>
                <c:pt idx="89326">
                  <c:v>45728.79791666667</c:v>
                </c:pt>
                <c:pt idx="89327">
                  <c:v>45703.439583333333</c:v>
                </c:pt>
                <c:pt idx="89328">
                  <c:v>45941.871527777781</c:v>
                </c:pt>
                <c:pt idx="89329">
                  <c:v>45448.318749999999</c:v>
                </c:pt>
                <c:pt idx="89330">
                  <c:v>45349.502083333333</c:v>
                </c:pt>
                <c:pt idx="89331">
                  <c:v>45513.729166666657</c:v>
                </c:pt>
                <c:pt idx="89332">
                  <c:v>45415.631944444453</c:v>
                </c:pt>
                <c:pt idx="89333">
                  <c:v>45380.37777777778</c:v>
                </c:pt>
                <c:pt idx="89334">
                  <c:v>45478.290972222218</c:v>
                </c:pt>
                <c:pt idx="89335">
                  <c:v>45538.955555555563</c:v>
                </c:pt>
                <c:pt idx="89336">
                  <c:v>45795.928472222222</c:v>
                </c:pt>
                <c:pt idx="89337">
                  <c:v>45584.085416666669</c:v>
                </c:pt>
                <c:pt idx="89338">
                  <c:v>45836.690972222219</c:v>
                </c:pt>
                <c:pt idx="89339">
                  <c:v>45441.634722222218</c:v>
                </c:pt>
                <c:pt idx="89340">
                  <c:v>45772.32916666667</c:v>
                </c:pt>
                <c:pt idx="89341">
                  <c:v>45834.327777777777</c:v>
                </c:pt>
                <c:pt idx="89342">
                  <c:v>45800.466666666667</c:v>
                </c:pt>
                <c:pt idx="89343">
                  <c:v>46007.661111111112</c:v>
                </c:pt>
                <c:pt idx="89344">
                  <c:v>45867.563194444447</c:v>
                </c:pt>
                <c:pt idx="89345">
                  <c:v>45975.495833333327</c:v>
                </c:pt>
                <c:pt idx="89346">
                  <c:v>45655.479166666657</c:v>
                </c:pt>
                <c:pt idx="89347">
                  <c:v>45377.55972222222</c:v>
                </c:pt>
                <c:pt idx="89348">
                  <c:v>45852.337500000001</c:v>
                </c:pt>
                <c:pt idx="89349">
                  <c:v>45535.428472222222</c:v>
                </c:pt>
                <c:pt idx="89350">
                  <c:v>45882.693749999999</c:v>
                </c:pt>
                <c:pt idx="89351">
                  <c:v>45915.511111111111</c:v>
                </c:pt>
                <c:pt idx="89352">
                  <c:v>45894.619444444441</c:v>
                </c:pt>
                <c:pt idx="89353">
                  <c:v>45803.571527777778</c:v>
                </c:pt>
                <c:pt idx="89354">
                  <c:v>45817.616666666669</c:v>
                </c:pt>
                <c:pt idx="89355">
                  <c:v>45845.681250000001</c:v>
                </c:pt>
                <c:pt idx="89356">
                  <c:v>45706.536805555559</c:v>
                </c:pt>
                <c:pt idx="89357">
                  <c:v>45671.701388888891</c:v>
                </c:pt>
                <c:pt idx="89358">
                  <c:v>45692.477777777778</c:v>
                </c:pt>
                <c:pt idx="89359">
                  <c:v>45538.65347222222</c:v>
                </c:pt>
                <c:pt idx="89360">
                  <c:v>45608.420138888891</c:v>
                </c:pt>
                <c:pt idx="89361">
                  <c:v>45737.459027777782</c:v>
                </c:pt>
                <c:pt idx="89362">
                  <c:v>45583.324305555558</c:v>
                </c:pt>
                <c:pt idx="89363">
                  <c:v>45761.328472222223</c:v>
                </c:pt>
                <c:pt idx="89364">
                  <c:v>45824.763194444437</c:v>
                </c:pt>
                <c:pt idx="89365">
                  <c:v>45988.54791666667</c:v>
                </c:pt>
                <c:pt idx="89366">
                  <c:v>45855.399305555547</c:v>
                </c:pt>
                <c:pt idx="89367">
                  <c:v>45936.479861111111</c:v>
                </c:pt>
                <c:pt idx="89368">
                  <c:v>45894.85</c:v>
                </c:pt>
                <c:pt idx="89369">
                  <c:v>45863.751388888893</c:v>
                </c:pt>
                <c:pt idx="89370">
                  <c:v>45822.84097222222</c:v>
                </c:pt>
                <c:pt idx="89371">
                  <c:v>45641.935416666667</c:v>
                </c:pt>
                <c:pt idx="89372">
                  <c:v>45642.463888888888</c:v>
                </c:pt>
                <c:pt idx="89373">
                  <c:v>45663.770138888889</c:v>
                </c:pt>
                <c:pt idx="89374">
                  <c:v>45784.88958333333</c:v>
                </c:pt>
                <c:pt idx="89375">
                  <c:v>45407.852777777778</c:v>
                </c:pt>
                <c:pt idx="89376">
                  <c:v>45541.826388888891</c:v>
                </c:pt>
                <c:pt idx="89377">
                  <c:v>45725.663888888892</c:v>
                </c:pt>
                <c:pt idx="89378">
                  <c:v>45471.686805555553</c:v>
                </c:pt>
                <c:pt idx="89379">
                  <c:v>45607.463194444441</c:v>
                </c:pt>
                <c:pt idx="89380">
                  <c:v>45502.634027777778</c:v>
                </c:pt>
                <c:pt idx="89381">
                  <c:v>45689.84097222222</c:v>
                </c:pt>
                <c:pt idx="89382">
                  <c:v>45425.40902777778</c:v>
                </c:pt>
                <c:pt idx="89383">
                  <c:v>45840.53125</c:v>
                </c:pt>
                <c:pt idx="89384">
                  <c:v>45416.148611111108</c:v>
                </c:pt>
                <c:pt idx="89385">
                  <c:v>45828.855555555558</c:v>
                </c:pt>
                <c:pt idx="89386">
                  <c:v>45852.748611111107</c:v>
                </c:pt>
                <c:pt idx="89387">
                  <c:v>45901.65625</c:v>
                </c:pt>
                <c:pt idx="89388">
                  <c:v>45901.65625</c:v>
                </c:pt>
                <c:pt idx="89389">
                  <c:v>45752.626388888893</c:v>
                </c:pt>
                <c:pt idx="89390">
                  <c:v>45663.67291666667</c:v>
                </c:pt>
                <c:pt idx="89391">
                  <c:v>45752.626388888893</c:v>
                </c:pt>
                <c:pt idx="89392">
                  <c:v>45663.67291666667</c:v>
                </c:pt>
                <c:pt idx="89393">
                  <c:v>45778.363194444442</c:v>
                </c:pt>
                <c:pt idx="89394">
                  <c:v>45589.837500000001</c:v>
                </c:pt>
                <c:pt idx="89395">
                  <c:v>45891.658333333333</c:v>
                </c:pt>
                <c:pt idx="89396">
                  <c:v>45794.95208333333</c:v>
                </c:pt>
                <c:pt idx="89397">
                  <c:v>45794.95208333333</c:v>
                </c:pt>
                <c:pt idx="89398">
                  <c:v>45821.152777777781</c:v>
                </c:pt>
                <c:pt idx="89399">
                  <c:v>45891.658333333333</c:v>
                </c:pt>
                <c:pt idx="89400">
                  <c:v>45826.675000000003</c:v>
                </c:pt>
                <c:pt idx="89401">
                  <c:v>45826.675000000003</c:v>
                </c:pt>
                <c:pt idx="89402">
                  <c:v>45821.152777777781</c:v>
                </c:pt>
                <c:pt idx="89403">
                  <c:v>45726.618750000001</c:v>
                </c:pt>
                <c:pt idx="89404">
                  <c:v>45772.75277777778</c:v>
                </c:pt>
                <c:pt idx="89405">
                  <c:v>45772.756249999999</c:v>
                </c:pt>
                <c:pt idx="89406">
                  <c:v>45801.939583333333</c:v>
                </c:pt>
                <c:pt idx="89407">
                  <c:v>45747.416666666657</c:v>
                </c:pt>
                <c:pt idx="89408">
                  <c:v>45625.859722222223</c:v>
                </c:pt>
                <c:pt idx="89409">
                  <c:v>45741.679861111108</c:v>
                </c:pt>
                <c:pt idx="89410">
                  <c:v>45992.527083333327</c:v>
                </c:pt>
                <c:pt idx="89411">
                  <c:v>45729.058333333327</c:v>
                </c:pt>
                <c:pt idx="89412">
                  <c:v>45677.070138888892</c:v>
                </c:pt>
                <c:pt idx="89413">
                  <c:v>45807.828472222223</c:v>
                </c:pt>
                <c:pt idx="89414">
                  <c:v>45886.043749999997</c:v>
                </c:pt>
                <c:pt idx="89415">
                  <c:v>45980.518055555563</c:v>
                </c:pt>
                <c:pt idx="89416">
                  <c:v>45989.594444444447</c:v>
                </c:pt>
                <c:pt idx="89417">
                  <c:v>45641.580555555563</c:v>
                </c:pt>
                <c:pt idx="89418">
                  <c:v>45502.404166666667</c:v>
                </c:pt>
                <c:pt idx="89419">
                  <c:v>45491.367361111108</c:v>
                </c:pt>
                <c:pt idx="89420">
                  <c:v>45478.466666666667</c:v>
                </c:pt>
                <c:pt idx="89421">
                  <c:v>45516.418055555558</c:v>
                </c:pt>
                <c:pt idx="89422">
                  <c:v>45845.886111111111</c:v>
                </c:pt>
                <c:pt idx="89423">
                  <c:v>45338.756249999999</c:v>
                </c:pt>
                <c:pt idx="89424">
                  <c:v>45338.756249999999</c:v>
                </c:pt>
                <c:pt idx="89425">
                  <c:v>45845.886111111111</c:v>
                </c:pt>
                <c:pt idx="89426">
                  <c:v>45298.751388888893</c:v>
                </c:pt>
                <c:pt idx="89427">
                  <c:v>45298.751388888893</c:v>
                </c:pt>
                <c:pt idx="89428">
                  <c:v>45539.634722222218</c:v>
                </c:pt>
                <c:pt idx="89429">
                  <c:v>45565.527083333327</c:v>
                </c:pt>
                <c:pt idx="89430">
                  <c:v>45565.527083333327</c:v>
                </c:pt>
                <c:pt idx="89431">
                  <c:v>45375.554166666669</c:v>
                </c:pt>
                <c:pt idx="89432">
                  <c:v>45539.634722222218</c:v>
                </c:pt>
                <c:pt idx="89433">
                  <c:v>45845.7</c:v>
                </c:pt>
                <c:pt idx="89434">
                  <c:v>45845.714583333327</c:v>
                </c:pt>
                <c:pt idx="89435">
                  <c:v>45375.554166666669</c:v>
                </c:pt>
                <c:pt idx="89436">
                  <c:v>45845.7</c:v>
                </c:pt>
                <c:pt idx="89437">
                  <c:v>45845.714583333327</c:v>
                </c:pt>
                <c:pt idx="89438">
                  <c:v>45809.613194444442</c:v>
                </c:pt>
                <c:pt idx="89439">
                  <c:v>45749.790277777778</c:v>
                </c:pt>
                <c:pt idx="89440">
                  <c:v>45960.84097222222</c:v>
                </c:pt>
                <c:pt idx="89441">
                  <c:v>45966.658333333333</c:v>
                </c:pt>
                <c:pt idx="89442">
                  <c:v>46018.604861111111</c:v>
                </c:pt>
                <c:pt idx="89443">
                  <c:v>45845.700694444437</c:v>
                </c:pt>
                <c:pt idx="89444">
                  <c:v>45834.852777777778</c:v>
                </c:pt>
                <c:pt idx="89445">
                  <c:v>45808.548611111109</c:v>
                </c:pt>
                <c:pt idx="89446">
                  <c:v>46021.698611111111</c:v>
                </c:pt>
                <c:pt idx="89447">
                  <c:v>45318.34097222222</c:v>
                </c:pt>
                <c:pt idx="89448">
                  <c:v>46011.863888888889</c:v>
                </c:pt>
                <c:pt idx="89449">
                  <c:v>45714.6875</c:v>
                </c:pt>
                <c:pt idx="89450">
                  <c:v>45461.697222222218</c:v>
                </c:pt>
                <c:pt idx="89451">
                  <c:v>45665.928472222222</c:v>
                </c:pt>
                <c:pt idx="89452">
                  <c:v>45942.543749999997</c:v>
                </c:pt>
                <c:pt idx="89453">
                  <c:v>45981.605555555558</c:v>
                </c:pt>
                <c:pt idx="89454">
                  <c:v>45503.667361111111</c:v>
                </c:pt>
                <c:pt idx="89455">
                  <c:v>46009.012499999997</c:v>
                </c:pt>
                <c:pt idx="89456">
                  <c:v>45752.845833333333</c:v>
                </c:pt>
                <c:pt idx="89457">
                  <c:v>45950.809027777781</c:v>
                </c:pt>
                <c:pt idx="89458">
                  <c:v>45958.442361111112</c:v>
                </c:pt>
                <c:pt idx="89459">
                  <c:v>45797.502083333333</c:v>
                </c:pt>
                <c:pt idx="89460">
                  <c:v>45834.29791666667</c:v>
                </c:pt>
                <c:pt idx="89461">
                  <c:v>45989.286111111112</c:v>
                </c:pt>
                <c:pt idx="89462">
                  <c:v>45976.658333333333</c:v>
                </c:pt>
                <c:pt idx="89463">
                  <c:v>45928.695833333331</c:v>
                </c:pt>
                <c:pt idx="89464">
                  <c:v>45919.788194444453</c:v>
                </c:pt>
                <c:pt idx="89465">
                  <c:v>45400.707638888889</c:v>
                </c:pt>
                <c:pt idx="89466">
                  <c:v>45576.70416666667</c:v>
                </c:pt>
                <c:pt idx="89467">
                  <c:v>45418.811805555553</c:v>
                </c:pt>
                <c:pt idx="89468">
                  <c:v>45728.848611111112</c:v>
                </c:pt>
                <c:pt idx="89469">
                  <c:v>45705.770138888889</c:v>
                </c:pt>
                <c:pt idx="89470">
                  <c:v>45519.490972222222</c:v>
                </c:pt>
                <c:pt idx="89471">
                  <c:v>45421.805555555547</c:v>
                </c:pt>
                <c:pt idx="89472">
                  <c:v>45950.479861111111</c:v>
                </c:pt>
                <c:pt idx="89473">
                  <c:v>45823.927083333343</c:v>
                </c:pt>
                <c:pt idx="89474">
                  <c:v>45851.102083333331</c:v>
                </c:pt>
                <c:pt idx="89475">
                  <c:v>45679.770138888889</c:v>
                </c:pt>
                <c:pt idx="89476">
                  <c:v>45740.194444444453</c:v>
                </c:pt>
                <c:pt idx="89477">
                  <c:v>45769.950694444437</c:v>
                </c:pt>
                <c:pt idx="89478">
                  <c:v>45610.508333333331</c:v>
                </c:pt>
                <c:pt idx="89479">
                  <c:v>45667.348611111112</c:v>
                </c:pt>
                <c:pt idx="89480">
                  <c:v>45427.615277777782</c:v>
                </c:pt>
                <c:pt idx="89481">
                  <c:v>45404.459027777782</c:v>
                </c:pt>
                <c:pt idx="89482">
                  <c:v>45879.555555555547</c:v>
                </c:pt>
                <c:pt idx="89483">
                  <c:v>45324.921527777777</c:v>
                </c:pt>
                <c:pt idx="89484">
                  <c:v>45691.152777777781</c:v>
                </c:pt>
                <c:pt idx="89485">
                  <c:v>45540.980555555558</c:v>
                </c:pt>
                <c:pt idx="89486">
                  <c:v>45718.76666666667</c:v>
                </c:pt>
                <c:pt idx="89487">
                  <c:v>45760.806944444441</c:v>
                </c:pt>
                <c:pt idx="89488">
                  <c:v>45853.602083333331</c:v>
                </c:pt>
                <c:pt idx="89489">
                  <c:v>45741.569444444453</c:v>
                </c:pt>
                <c:pt idx="89490">
                  <c:v>45769.738888888889</c:v>
                </c:pt>
                <c:pt idx="89491">
                  <c:v>45824.001388888893</c:v>
                </c:pt>
                <c:pt idx="89492">
                  <c:v>45776.606249999997</c:v>
                </c:pt>
                <c:pt idx="89493">
                  <c:v>45698.461805555547</c:v>
                </c:pt>
                <c:pt idx="89494">
                  <c:v>45810.614583333343</c:v>
                </c:pt>
                <c:pt idx="89495">
                  <c:v>45755.417361111111</c:v>
                </c:pt>
                <c:pt idx="89496">
                  <c:v>45564.717361111107</c:v>
                </c:pt>
                <c:pt idx="89497">
                  <c:v>45742.318055555559</c:v>
                </c:pt>
                <c:pt idx="89498">
                  <c:v>46013.436805555553</c:v>
                </c:pt>
                <c:pt idx="89499">
                  <c:v>45905.691666666673</c:v>
                </c:pt>
                <c:pt idx="89500">
                  <c:v>45732.861805555563</c:v>
                </c:pt>
                <c:pt idx="89501">
                  <c:v>45670.70416666667</c:v>
                </c:pt>
                <c:pt idx="89502">
                  <c:v>45880.670138888891</c:v>
                </c:pt>
                <c:pt idx="89503">
                  <c:v>45904.742361111108</c:v>
                </c:pt>
                <c:pt idx="89504">
                  <c:v>45937.866666666669</c:v>
                </c:pt>
                <c:pt idx="89505">
                  <c:v>45546.395833333343</c:v>
                </c:pt>
                <c:pt idx="89506">
                  <c:v>45564.831944444442</c:v>
                </c:pt>
                <c:pt idx="89507">
                  <c:v>45482.37222222222</c:v>
                </c:pt>
                <c:pt idx="89508">
                  <c:v>45430.806944444441</c:v>
                </c:pt>
                <c:pt idx="89509">
                  <c:v>45461.394444444442</c:v>
                </c:pt>
                <c:pt idx="89510">
                  <c:v>45512.673611111109</c:v>
                </c:pt>
                <c:pt idx="89511">
                  <c:v>45560.443055555559</c:v>
                </c:pt>
                <c:pt idx="89512">
                  <c:v>45621.511111111111</c:v>
                </c:pt>
                <c:pt idx="89513">
                  <c:v>45489.94027777778</c:v>
                </c:pt>
                <c:pt idx="89514">
                  <c:v>45671.234722222223</c:v>
                </c:pt>
                <c:pt idx="89515">
                  <c:v>45824.842361111107</c:v>
                </c:pt>
                <c:pt idx="89516">
                  <c:v>45981.902083333327</c:v>
                </c:pt>
                <c:pt idx="89517">
                  <c:v>45384.552777777782</c:v>
                </c:pt>
                <c:pt idx="89518">
                  <c:v>45913.527777777781</c:v>
                </c:pt>
                <c:pt idx="89519">
                  <c:v>45801.744444444441</c:v>
                </c:pt>
                <c:pt idx="89520">
                  <c:v>45653.509722222218</c:v>
                </c:pt>
                <c:pt idx="89521">
                  <c:v>45971.816666666673</c:v>
                </c:pt>
                <c:pt idx="89522">
                  <c:v>45848.42291666667</c:v>
                </c:pt>
                <c:pt idx="89523">
                  <c:v>45743.932638888888</c:v>
                </c:pt>
                <c:pt idx="89524">
                  <c:v>45809.373611111107</c:v>
                </c:pt>
                <c:pt idx="89525">
                  <c:v>45875.362500000003</c:v>
                </c:pt>
                <c:pt idx="89526">
                  <c:v>45899.69027777778</c:v>
                </c:pt>
                <c:pt idx="89527">
                  <c:v>45764.797222222223</c:v>
                </c:pt>
                <c:pt idx="89528">
                  <c:v>45351.547222222223</c:v>
                </c:pt>
                <c:pt idx="89529">
                  <c:v>45437.974999999999</c:v>
                </c:pt>
                <c:pt idx="89530">
                  <c:v>45397.958333333343</c:v>
                </c:pt>
                <c:pt idx="89531">
                  <c:v>45675.875694444447</c:v>
                </c:pt>
                <c:pt idx="89532">
                  <c:v>45747.343055555553</c:v>
                </c:pt>
                <c:pt idx="89533">
                  <c:v>45947.420138888891</c:v>
                </c:pt>
                <c:pt idx="89534">
                  <c:v>45984.572916666657</c:v>
                </c:pt>
                <c:pt idx="89535">
                  <c:v>45900.749305555553</c:v>
                </c:pt>
                <c:pt idx="89536">
                  <c:v>45698.794444444437</c:v>
                </c:pt>
                <c:pt idx="89537">
                  <c:v>45673.815972222219</c:v>
                </c:pt>
                <c:pt idx="89538">
                  <c:v>45602.890972222223</c:v>
                </c:pt>
                <c:pt idx="89539">
                  <c:v>45345.727083333331</c:v>
                </c:pt>
                <c:pt idx="89540">
                  <c:v>45760.446527777778</c:v>
                </c:pt>
                <c:pt idx="89541">
                  <c:v>45934.026388888888</c:v>
                </c:pt>
                <c:pt idx="89542">
                  <c:v>45964.92291666667</c:v>
                </c:pt>
                <c:pt idx="89543">
                  <c:v>45989.008333333331</c:v>
                </c:pt>
                <c:pt idx="89544">
                  <c:v>45417.759027777778</c:v>
                </c:pt>
                <c:pt idx="89545">
                  <c:v>45543.509027777778</c:v>
                </c:pt>
                <c:pt idx="89546">
                  <c:v>45453.556944444441</c:v>
                </c:pt>
                <c:pt idx="89547">
                  <c:v>45573.446527777778</c:v>
                </c:pt>
                <c:pt idx="89548">
                  <c:v>45447.640277777777</c:v>
                </c:pt>
                <c:pt idx="89549">
                  <c:v>45498.82708333333</c:v>
                </c:pt>
                <c:pt idx="89550">
                  <c:v>45692.849305555559</c:v>
                </c:pt>
                <c:pt idx="89551">
                  <c:v>45623.706944444442</c:v>
                </c:pt>
                <c:pt idx="89552">
                  <c:v>45835.762499999997</c:v>
                </c:pt>
                <c:pt idx="89553">
                  <c:v>45725.597916666673</c:v>
                </c:pt>
                <c:pt idx="89554">
                  <c:v>45957.415972222218</c:v>
                </c:pt>
                <c:pt idx="89555">
                  <c:v>45866.706944444442</c:v>
                </c:pt>
                <c:pt idx="89556">
                  <c:v>45868.561805555553</c:v>
                </c:pt>
                <c:pt idx="89557">
                  <c:v>45678.382638888892</c:v>
                </c:pt>
                <c:pt idx="89558">
                  <c:v>45323.427083333343</c:v>
                </c:pt>
                <c:pt idx="89559">
                  <c:v>45523.568055555559</c:v>
                </c:pt>
                <c:pt idx="89560">
                  <c:v>45730.398611111108</c:v>
                </c:pt>
                <c:pt idx="89561">
                  <c:v>45429.640277777777</c:v>
                </c:pt>
                <c:pt idx="89562">
                  <c:v>45399.820138888892</c:v>
                </c:pt>
                <c:pt idx="89563">
                  <c:v>45682.904861111107</c:v>
                </c:pt>
                <c:pt idx="89564">
                  <c:v>45957.588194444441</c:v>
                </c:pt>
                <c:pt idx="89565">
                  <c:v>46019.642361111109</c:v>
                </c:pt>
                <c:pt idx="89566">
                  <c:v>45656.67083333333</c:v>
                </c:pt>
                <c:pt idx="89567">
                  <c:v>45821.78125</c:v>
                </c:pt>
                <c:pt idx="89568">
                  <c:v>45300.871527777781</c:v>
                </c:pt>
                <c:pt idx="89569">
                  <c:v>45397.739583333343</c:v>
                </c:pt>
                <c:pt idx="89570">
                  <c:v>45952.449305555558</c:v>
                </c:pt>
                <c:pt idx="89571">
                  <c:v>45363.684027777781</c:v>
                </c:pt>
                <c:pt idx="89572">
                  <c:v>45838.093055555553</c:v>
                </c:pt>
                <c:pt idx="89573">
                  <c:v>45807.4</c:v>
                </c:pt>
                <c:pt idx="89574">
                  <c:v>45791.589583333327</c:v>
                </c:pt>
                <c:pt idx="89575">
                  <c:v>45726.870138888888</c:v>
                </c:pt>
                <c:pt idx="89576">
                  <c:v>45899.606944444437</c:v>
                </c:pt>
                <c:pt idx="89577">
                  <c:v>46006.865972222222</c:v>
                </c:pt>
                <c:pt idx="89578">
                  <c:v>45987.527777777781</c:v>
                </c:pt>
                <c:pt idx="89579">
                  <c:v>45927.429166666669</c:v>
                </c:pt>
                <c:pt idx="89580">
                  <c:v>45713.877083333333</c:v>
                </c:pt>
                <c:pt idx="89581">
                  <c:v>45863.291666666657</c:v>
                </c:pt>
                <c:pt idx="89582">
                  <c:v>45825.908333333333</c:v>
                </c:pt>
                <c:pt idx="89583">
                  <c:v>45967.768055555563</c:v>
                </c:pt>
                <c:pt idx="89584">
                  <c:v>45750.390972222223</c:v>
                </c:pt>
                <c:pt idx="89585">
                  <c:v>45666.497916666667</c:v>
                </c:pt>
                <c:pt idx="89586">
                  <c:v>45919.51458333333</c:v>
                </c:pt>
                <c:pt idx="89587">
                  <c:v>45793.56527777778</c:v>
                </c:pt>
                <c:pt idx="89588">
                  <c:v>45595.82916666667</c:v>
                </c:pt>
                <c:pt idx="89589">
                  <c:v>45622.013888888891</c:v>
                </c:pt>
                <c:pt idx="89590">
                  <c:v>45596.905555555553</c:v>
                </c:pt>
                <c:pt idx="89591">
                  <c:v>45844.843055555553</c:v>
                </c:pt>
                <c:pt idx="89592">
                  <c:v>45887.84652777778</c:v>
                </c:pt>
                <c:pt idx="89593">
                  <c:v>45936.552777777782</c:v>
                </c:pt>
                <c:pt idx="89594">
                  <c:v>45858.875</c:v>
                </c:pt>
                <c:pt idx="89595">
                  <c:v>45870.861805555563</c:v>
                </c:pt>
                <c:pt idx="89596">
                  <c:v>45861.395833333343</c:v>
                </c:pt>
                <c:pt idx="89597">
                  <c:v>45903.602777777778</c:v>
                </c:pt>
                <c:pt idx="89598">
                  <c:v>45916.695833333331</c:v>
                </c:pt>
                <c:pt idx="89599">
                  <c:v>45390.342361111107</c:v>
                </c:pt>
                <c:pt idx="89600">
                  <c:v>45985.494444444441</c:v>
                </c:pt>
                <c:pt idx="89601">
                  <c:v>45885.434027777781</c:v>
                </c:pt>
                <c:pt idx="89602">
                  <c:v>45895.45416666667</c:v>
                </c:pt>
                <c:pt idx="89603">
                  <c:v>45949.927083333343</c:v>
                </c:pt>
                <c:pt idx="89604">
                  <c:v>45654.036805555559</c:v>
                </c:pt>
                <c:pt idx="89605">
                  <c:v>45763.870833333327</c:v>
                </c:pt>
                <c:pt idx="89606">
                  <c:v>45426.40625</c:v>
                </c:pt>
                <c:pt idx="89607">
                  <c:v>45483.529166666667</c:v>
                </c:pt>
                <c:pt idx="89608">
                  <c:v>45491.036111111112</c:v>
                </c:pt>
                <c:pt idx="89609">
                  <c:v>45721.510416666657</c:v>
                </c:pt>
                <c:pt idx="89610">
                  <c:v>45454.03402777778</c:v>
                </c:pt>
                <c:pt idx="89611">
                  <c:v>45454.098611111112</c:v>
                </c:pt>
                <c:pt idx="89612">
                  <c:v>45639.802083333343</c:v>
                </c:pt>
                <c:pt idx="89613">
                  <c:v>45573.331944444442</c:v>
                </c:pt>
                <c:pt idx="89614">
                  <c:v>45763.749305555553</c:v>
                </c:pt>
                <c:pt idx="89615">
                  <c:v>45557.724999999999</c:v>
                </c:pt>
                <c:pt idx="89616">
                  <c:v>45504.585416666669</c:v>
                </c:pt>
                <c:pt idx="89617">
                  <c:v>45624.504861111112</c:v>
                </c:pt>
                <c:pt idx="89618">
                  <c:v>45622.96875</c:v>
                </c:pt>
                <c:pt idx="89619">
                  <c:v>45624.105555555558</c:v>
                </c:pt>
                <c:pt idx="89620">
                  <c:v>45624.654166666667</c:v>
                </c:pt>
                <c:pt idx="89621">
                  <c:v>45860.228472222218</c:v>
                </c:pt>
                <c:pt idx="89622">
                  <c:v>45915.813194444447</c:v>
                </c:pt>
                <c:pt idx="89623">
                  <c:v>45881.463888888888</c:v>
                </c:pt>
                <c:pt idx="89624">
                  <c:v>45939.256249999999</c:v>
                </c:pt>
                <c:pt idx="89625">
                  <c:v>45830.54791666667</c:v>
                </c:pt>
                <c:pt idx="89626">
                  <c:v>45368.393055555563</c:v>
                </c:pt>
                <c:pt idx="89627">
                  <c:v>45316.611111111109</c:v>
                </c:pt>
                <c:pt idx="89628">
                  <c:v>45310.513194444437</c:v>
                </c:pt>
                <c:pt idx="89629">
                  <c:v>45884.331944444442</c:v>
                </c:pt>
                <c:pt idx="89630">
                  <c:v>45826.914583333331</c:v>
                </c:pt>
                <c:pt idx="89631">
                  <c:v>45516.713888888888</c:v>
                </c:pt>
                <c:pt idx="89632">
                  <c:v>45717.768750000003</c:v>
                </c:pt>
                <c:pt idx="89633">
                  <c:v>45985.466666666667</c:v>
                </c:pt>
                <c:pt idx="89634">
                  <c:v>46023.569444444453</c:v>
                </c:pt>
                <c:pt idx="89635">
                  <c:v>45941.467361111107</c:v>
                </c:pt>
                <c:pt idx="89636">
                  <c:v>45763.552777777782</c:v>
                </c:pt>
                <c:pt idx="89637">
                  <c:v>45600.3125</c:v>
                </c:pt>
                <c:pt idx="89638">
                  <c:v>45863.613888888889</c:v>
                </c:pt>
                <c:pt idx="89639">
                  <c:v>45546.875</c:v>
                </c:pt>
                <c:pt idx="89640">
                  <c:v>45632.413194444453</c:v>
                </c:pt>
                <c:pt idx="89641">
                  <c:v>45634.802083333343</c:v>
                </c:pt>
                <c:pt idx="89642">
                  <c:v>45645.925000000003</c:v>
                </c:pt>
                <c:pt idx="89643">
                  <c:v>45636.829861111109</c:v>
                </c:pt>
                <c:pt idx="89644">
                  <c:v>45565.904166666667</c:v>
                </c:pt>
                <c:pt idx="89645">
                  <c:v>45599.961805555547</c:v>
                </c:pt>
                <c:pt idx="89646">
                  <c:v>45489.97152777778</c:v>
                </c:pt>
                <c:pt idx="89647">
                  <c:v>45620.806250000001</c:v>
                </c:pt>
                <c:pt idx="89648">
                  <c:v>45585.057638888888</c:v>
                </c:pt>
                <c:pt idx="89649">
                  <c:v>45539.018750000003</c:v>
                </c:pt>
                <c:pt idx="89650">
                  <c:v>45395.682638888888</c:v>
                </c:pt>
                <c:pt idx="89651">
                  <c:v>45709.429861111108</c:v>
                </c:pt>
                <c:pt idx="89652">
                  <c:v>45527.829861111109</c:v>
                </c:pt>
                <c:pt idx="89653">
                  <c:v>45644.429166666669</c:v>
                </c:pt>
                <c:pt idx="89654">
                  <c:v>45340.997916666667</c:v>
                </c:pt>
                <c:pt idx="89655">
                  <c:v>45989.539583333331</c:v>
                </c:pt>
                <c:pt idx="89656">
                  <c:v>45361.464583333327</c:v>
                </c:pt>
                <c:pt idx="89657">
                  <c:v>45992.438888888893</c:v>
                </c:pt>
                <c:pt idx="89658">
                  <c:v>45953.979166666657</c:v>
                </c:pt>
                <c:pt idx="89659">
                  <c:v>45960.661111111112</c:v>
                </c:pt>
                <c:pt idx="89660">
                  <c:v>45853.978472222218</c:v>
                </c:pt>
                <c:pt idx="89661">
                  <c:v>45868.716666666667</c:v>
                </c:pt>
                <c:pt idx="89662">
                  <c:v>45883.522222222222</c:v>
                </c:pt>
                <c:pt idx="89663">
                  <c:v>45613.615972222222</c:v>
                </c:pt>
                <c:pt idx="89664">
                  <c:v>45376.727083333331</c:v>
                </c:pt>
                <c:pt idx="89665">
                  <c:v>45883.504861111112</c:v>
                </c:pt>
                <c:pt idx="89666">
                  <c:v>45370.583333333343</c:v>
                </c:pt>
                <c:pt idx="89667">
                  <c:v>45465.579861111109</c:v>
                </c:pt>
                <c:pt idx="89668">
                  <c:v>45649.943749999999</c:v>
                </c:pt>
                <c:pt idx="89669">
                  <c:v>45529.752083333333</c:v>
                </c:pt>
                <c:pt idx="89670">
                  <c:v>45967.77847222222</c:v>
                </c:pt>
                <c:pt idx="89671">
                  <c:v>45880.55</c:v>
                </c:pt>
                <c:pt idx="89672">
                  <c:v>45650.510416666657</c:v>
                </c:pt>
                <c:pt idx="89673">
                  <c:v>45904.577777777777</c:v>
                </c:pt>
                <c:pt idx="89674">
                  <c:v>45320.457638888889</c:v>
                </c:pt>
                <c:pt idx="89675">
                  <c:v>45305.794444444437</c:v>
                </c:pt>
                <c:pt idx="89676">
                  <c:v>45528.526388888888</c:v>
                </c:pt>
                <c:pt idx="89677">
                  <c:v>45405.870833333327</c:v>
                </c:pt>
                <c:pt idx="89678">
                  <c:v>45896.793749999997</c:v>
                </c:pt>
                <c:pt idx="89679">
                  <c:v>45970.84652777778</c:v>
                </c:pt>
                <c:pt idx="89680">
                  <c:v>45970.84652777778</c:v>
                </c:pt>
                <c:pt idx="89681">
                  <c:v>46021.42291666667</c:v>
                </c:pt>
                <c:pt idx="89682">
                  <c:v>46021.42291666667</c:v>
                </c:pt>
                <c:pt idx="89683">
                  <c:v>45442.059027777781</c:v>
                </c:pt>
                <c:pt idx="89684">
                  <c:v>45497.815972222219</c:v>
                </c:pt>
                <c:pt idx="89685">
                  <c:v>45890.223611111112</c:v>
                </c:pt>
                <c:pt idx="89686">
                  <c:v>45638.272916666669</c:v>
                </c:pt>
                <c:pt idx="89687">
                  <c:v>45764.517361111109</c:v>
                </c:pt>
                <c:pt idx="89688">
                  <c:v>45854.636111111111</c:v>
                </c:pt>
                <c:pt idx="89689">
                  <c:v>45620.224999999999</c:v>
                </c:pt>
                <c:pt idx="89690">
                  <c:v>45726.872916666667</c:v>
                </c:pt>
                <c:pt idx="89691">
                  <c:v>45950.727777777778</c:v>
                </c:pt>
                <c:pt idx="89692">
                  <c:v>45933.731944444437</c:v>
                </c:pt>
                <c:pt idx="89693">
                  <c:v>45735.160416666673</c:v>
                </c:pt>
                <c:pt idx="89694">
                  <c:v>45908.01458333333</c:v>
                </c:pt>
                <c:pt idx="89695">
                  <c:v>45802.722222222219</c:v>
                </c:pt>
                <c:pt idx="89696">
                  <c:v>45818.599305555559</c:v>
                </c:pt>
                <c:pt idx="89697">
                  <c:v>45794.724999999999</c:v>
                </c:pt>
                <c:pt idx="89698">
                  <c:v>45810.890972222223</c:v>
                </c:pt>
                <c:pt idx="89699">
                  <c:v>46005.787499999999</c:v>
                </c:pt>
                <c:pt idx="89700">
                  <c:v>45927.064583333333</c:v>
                </c:pt>
                <c:pt idx="89701">
                  <c:v>45972.970138888893</c:v>
                </c:pt>
                <c:pt idx="89702">
                  <c:v>45995.477777777778</c:v>
                </c:pt>
                <c:pt idx="89703">
                  <c:v>45995.47152777778</c:v>
                </c:pt>
                <c:pt idx="89704">
                  <c:v>45987.675000000003</c:v>
                </c:pt>
                <c:pt idx="89705">
                  <c:v>45552.605555555558</c:v>
                </c:pt>
                <c:pt idx="89706">
                  <c:v>45721.436805555553</c:v>
                </c:pt>
                <c:pt idx="89707">
                  <c:v>45678.658333333333</c:v>
                </c:pt>
                <c:pt idx="89708">
                  <c:v>45663.693749999999</c:v>
                </c:pt>
                <c:pt idx="89709">
                  <c:v>45524.539583333331</c:v>
                </c:pt>
                <c:pt idx="89710">
                  <c:v>45531.662499999999</c:v>
                </c:pt>
                <c:pt idx="89711">
                  <c:v>45335.734722222223</c:v>
                </c:pt>
                <c:pt idx="89712">
                  <c:v>45366.474999999999</c:v>
                </c:pt>
                <c:pt idx="89713">
                  <c:v>45298.670138888891</c:v>
                </c:pt>
                <c:pt idx="89714">
                  <c:v>45915.331250000003</c:v>
                </c:pt>
                <c:pt idx="89715">
                  <c:v>45950.558333333327</c:v>
                </c:pt>
                <c:pt idx="89716">
                  <c:v>45988.447916666657</c:v>
                </c:pt>
                <c:pt idx="89717">
                  <c:v>45648.776388888888</c:v>
                </c:pt>
                <c:pt idx="89718">
                  <c:v>45905.631249999999</c:v>
                </c:pt>
                <c:pt idx="89719">
                  <c:v>45541.737500000003</c:v>
                </c:pt>
                <c:pt idx="89720">
                  <c:v>45748.731944444437</c:v>
                </c:pt>
                <c:pt idx="89721">
                  <c:v>45836.396527777782</c:v>
                </c:pt>
                <c:pt idx="89722">
                  <c:v>45535.476388888892</c:v>
                </c:pt>
                <c:pt idx="89723">
                  <c:v>45790.995833333327</c:v>
                </c:pt>
                <c:pt idx="89724">
                  <c:v>46022.154166666667</c:v>
                </c:pt>
                <c:pt idx="89725">
                  <c:v>45511.419444444437</c:v>
                </c:pt>
                <c:pt idx="89726">
                  <c:v>45402.227777777778</c:v>
                </c:pt>
                <c:pt idx="89727">
                  <c:v>45602.529861111107</c:v>
                </c:pt>
                <c:pt idx="89728">
                  <c:v>45682.338194444441</c:v>
                </c:pt>
                <c:pt idx="89729">
                  <c:v>45846.708333333343</c:v>
                </c:pt>
                <c:pt idx="89730">
                  <c:v>45816.607638888891</c:v>
                </c:pt>
                <c:pt idx="89731">
                  <c:v>45881.712500000001</c:v>
                </c:pt>
                <c:pt idx="89732">
                  <c:v>45790.706250000003</c:v>
                </c:pt>
                <c:pt idx="89733">
                  <c:v>45781.664583333331</c:v>
                </c:pt>
                <c:pt idx="89734">
                  <c:v>45805.662499999999</c:v>
                </c:pt>
                <c:pt idx="89735">
                  <c:v>45853.693055555559</c:v>
                </c:pt>
                <c:pt idx="89736">
                  <c:v>45522.777083333327</c:v>
                </c:pt>
                <c:pt idx="89737">
                  <c:v>45323.504166666673</c:v>
                </c:pt>
                <c:pt idx="89738">
                  <c:v>45762.581944444442</c:v>
                </c:pt>
                <c:pt idx="89739">
                  <c:v>45401.789583333331</c:v>
                </c:pt>
                <c:pt idx="89740">
                  <c:v>45593.5</c:v>
                </c:pt>
                <c:pt idx="89741">
                  <c:v>45811.929861111108</c:v>
                </c:pt>
                <c:pt idx="89742">
                  <c:v>45841.554861111108</c:v>
                </c:pt>
                <c:pt idx="89743">
                  <c:v>45872.510416666657</c:v>
                </c:pt>
                <c:pt idx="89744">
                  <c:v>45775.563888888893</c:v>
                </c:pt>
                <c:pt idx="89745">
                  <c:v>45931.673611111109</c:v>
                </c:pt>
                <c:pt idx="89746">
                  <c:v>45743.357638888891</c:v>
                </c:pt>
                <c:pt idx="89747">
                  <c:v>45790.606944444437</c:v>
                </c:pt>
                <c:pt idx="89748">
                  <c:v>45761.597222222219</c:v>
                </c:pt>
                <c:pt idx="89749">
                  <c:v>45551.504166666673</c:v>
                </c:pt>
                <c:pt idx="89750">
                  <c:v>45567.385416666657</c:v>
                </c:pt>
                <c:pt idx="89751">
                  <c:v>45969.772916666669</c:v>
                </c:pt>
                <c:pt idx="89752">
                  <c:v>45314.441666666673</c:v>
                </c:pt>
                <c:pt idx="89753">
                  <c:v>45625.258333333331</c:v>
                </c:pt>
                <c:pt idx="89754">
                  <c:v>45463.428472222222</c:v>
                </c:pt>
                <c:pt idx="89755">
                  <c:v>45862.15</c:v>
                </c:pt>
                <c:pt idx="89756">
                  <c:v>45306.593055555553</c:v>
                </c:pt>
                <c:pt idx="89757">
                  <c:v>45969.772916666669</c:v>
                </c:pt>
                <c:pt idx="89758">
                  <c:v>45314.441666666673</c:v>
                </c:pt>
                <c:pt idx="89759">
                  <c:v>45551.504166666673</c:v>
                </c:pt>
                <c:pt idx="89760">
                  <c:v>45463.428472222222</c:v>
                </c:pt>
                <c:pt idx="89761">
                  <c:v>45567.385416666657</c:v>
                </c:pt>
                <c:pt idx="89762">
                  <c:v>45902.219444444447</c:v>
                </c:pt>
                <c:pt idx="89763">
                  <c:v>45902.219444444447</c:v>
                </c:pt>
                <c:pt idx="89764">
                  <c:v>45625.258333333331</c:v>
                </c:pt>
                <c:pt idx="89765">
                  <c:v>45862.15</c:v>
                </c:pt>
                <c:pt idx="89766">
                  <c:v>45472.493750000001</c:v>
                </c:pt>
                <c:pt idx="89767">
                  <c:v>45472.493750000001</c:v>
                </c:pt>
                <c:pt idx="89768">
                  <c:v>45306.593055555553</c:v>
                </c:pt>
                <c:pt idx="89769">
                  <c:v>45571.90902777778</c:v>
                </c:pt>
                <c:pt idx="89770">
                  <c:v>45534.957638888889</c:v>
                </c:pt>
                <c:pt idx="89771">
                  <c:v>45673.707638888889</c:v>
                </c:pt>
                <c:pt idx="89772">
                  <c:v>45637.750694444447</c:v>
                </c:pt>
                <c:pt idx="89773">
                  <c:v>45709.82708333333</c:v>
                </c:pt>
                <c:pt idx="89774">
                  <c:v>45519.009027777778</c:v>
                </c:pt>
                <c:pt idx="89775">
                  <c:v>45779.574305555558</c:v>
                </c:pt>
                <c:pt idx="89776">
                  <c:v>45540.990277777782</c:v>
                </c:pt>
                <c:pt idx="89777">
                  <c:v>45405.497916666667</c:v>
                </c:pt>
                <c:pt idx="89778">
                  <c:v>45816.589583333327</c:v>
                </c:pt>
                <c:pt idx="89779">
                  <c:v>45382.822916666657</c:v>
                </c:pt>
                <c:pt idx="89780">
                  <c:v>45490.035416666673</c:v>
                </c:pt>
                <c:pt idx="89781">
                  <c:v>45464.763194444437</c:v>
                </c:pt>
                <c:pt idx="89782">
                  <c:v>45458.993055555547</c:v>
                </c:pt>
                <c:pt idx="89783">
                  <c:v>45509.436805555553</c:v>
                </c:pt>
                <c:pt idx="89784">
                  <c:v>45693.705555555563</c:v>
                </c:pt>
                <c:pt idx="89785">
                  <c:v>45620.056250000001</c:v>
                </c:pt>
                <c:pt idx="89786">
                  <c:v>45775.335416666669</c:v>
                </c:pt>
                <c:pt idx="89787">
                  <c:v>45565.186805555553</c:v>
                </c:pt>
                <c:pt idx="89788">
                  <c:v>45484.830555555563</c:v>
                </c:pt>
                <c:pt idx="89789">
                  <c:v>45542.744444444441</c:v>
                </c:pt>
                <c:pt idx="89790">
                  <c:v>45690.404861111107</c:v>
                </c:pt>
                <c:pt idx="89791">
                  <c:v>45542.736111111109</c:v>
                </c:pt>
                <c:pt idx="89792">
                  <c:v>45637.770138888889</c:v>
                </c:pt>
                <c:pt idx="89793">
                  <c:v>45442.636805555558</c:v>
                </c:pt>
                <c:pt idx="89794">
                  <c:v>45408.289583333331</c:v>
                </c:pt>
                <c:pt idx="89795">
                  <c:v>45621.65625</c:v>
                </c:pt>
                <c:pt idx="89796">
                  <c:v>45520.875</c:v>
                </c:pt>
                <c:pt idx="89797">
                  <c:v>45575.936805555553</c:v>
                </c:pt>
                <c:pt idx="89798">
                  <c:v>45812.505555555559</c:v>
                </c:pt>
                <c:pt idx="89799">
                  <c:v>45710.306944444441</c:v>
                </c:pt>
                <c:pt idx="89800">
                  <c:v>46021.918749999997</c:v>
                </c:pt>
                <c:pt idx="89801">
                  <c:v>46004.654861111107</c:v>
                </c:pt>
                <c:pt idx="89802">
                  <c:v>45958.790972222218</c:v>
                </c:pt>
                <c:pt idx="89803">
                  <c:v>45876.051388888889</c:v>
                </c:pt>
                <c:pt idx="89804">
                  <c:v>45511.95208333333</c:v>
                </c:pt>
                <c:pt idx="89805">
                  <c:v>45784.438888888893</c:v>
                </c:pt>
                <c:pt idx="89806">
                  <c:v>45751.261805555558</c:v>
                </c:pt>
                <c:pt idx="89807">
                  <c:v>45988.863194444442</c:v>
                </c:pt>
                <c:pt idx="89808">
                  <c:v>45956.347916666673</c:v>
                </c:pt>
                <c:pt idx="89809">
                  <c:v>45941.259722222218</c:v>
                </c:pt>
                <c:pt idx="89810">
                  <c:v>45925.809027777781</c:v>
                </c:pt>
                <c:pt idx="89811">
                  <c:v>45703.587500000001</c:v>
                </c:pt>
                <c:pt idx="89812">
                  <c:v>45460.899305555547</c:v>
                </c:pt>
                <c:pt idx="89813">
                  <c:v>45558.857638888891</c:v>
                </c:pt>
                <c:pt idx="89814">
                  <c:v>45632.46597222222</c:v>
                </c:pt>
                <c:pt idx="89815">
                  <c:v>45456.314583333333</c:v>
                </c:pt>
                <c:pt idx="89816">
                  <c:v>45422.330555555563</c:v>
                </c:pt>
                <c:pt idx="89817">
                  <c:v>45384.589583333327</c:v>
                </c:pt>
                <c:pt idx="89818">
                  <c:v>45456.401388888888</c:v>
                </c:pt>
                <c:pt idx="89819">
                  <c:v>45409.574305555558</c:v>
                </c:pt>
                <c:pt idx="89820">
                  <c:v>45392.470138888893</c:v>
                </c:pt>
                <c:pt idx="89821">
                  <c:v>45475.336805555547</c:v>
                </c:pt>
                <c:pt idx="89822">
                  <c:v>45617.441666666673</c:v>
                </c:pt>
                <c:pt idx="89823">
                  <c:v>45596.426388888889</c:v>
                </c:pt>
                <c:pt idx="89824">
                  <c:v>45567.545138888891</c:v>
                </c:pt>
                <c:pt idx="89825">
                  <c:v>45821.790277777778</c:v>
                </c:pt>
                <c:pt idx="89826">
                  <c:v>45969.474999999999</c:v>
                </c:pt>
                <c:pt idx="89827">
                  <c:v>45916.286111111112</c:v>
                </c:pt>
                <c:pt idx="89828">
                  <c:v>45665.591666666667</c:v>
                </c:pt>
                <c:pt idx="89829">
                  <c:v>46012.697222222218</c:v>
                </c:pt>
                <c:pt idx="89830">
                  <c:v>45655.663194444453</c:v>
                </c:pt>
                <c:pt idx="89831">
                  <c:v>45791.255555555559</c:v>
                </c:pt>
                <c:pt idx="89832">
                  <c:v>45501.73541666667</c:v>
                </c:pt>
                <c:pt idx="89833">
                  <c:v>45779.90902777778</c:v>
                </c:pt>
                <c:pt idx="89834">
                  <c:v>45345.342361111107</c:v>
                </c:pt>
                <c:pt idx="89835">
                  <c:v>45790.631249999999</c:v>
                </c:pt>
                <c:pt idx="89836">
                  <c:v>45772.620138888888</c:v>
                </c:pt>
                <c:pt idx="89837">
                  <c:v>45720.809027777781</c:v>
                </c:pt>
                <c:pt idx="89838">
                  <c:v>45808.832638888889</c:v>
                </c:pt>
                <c:pt idx="89839">
                  <c:v>45740.849305555559</c:v>
                </c:pt>
                <c:pt idx="89840">
                  <c:v>45811.503472222219</c:v>
                </c:pt>
                <c:pt idx="89841">
                  <c:v>45825.464583333327</c:v>
                </c:pt>
                <c:pt idx="89842">
                  <c:v>45852.489583333343</c:v>
                </c:pt>
                <c:pt idx="89843">
                  <c:v>45894.492361111108</c:v>
                </c:pt>
                <c:pt idx="89844">
                  <c:v>45380.455555555563</c:v>
                </c:pt>
                <c:pt idx="89845">
                  <c:v>45612.388888888891</c:v>
                </c:pt>
                <c:pt idx="89846">
                  <c:v>45977.436111111107</c:v>
                </c:pt>
                <c:pt idx="89847">
                  <c:v>45616.399305555547</c:v>
                </c:pt>
                <c:pt idx="89848">
                  <c:v>45653.395138888889</c:v>
                </c:pt>
                <c:pt idx="89849">
                  <c:v>45625.854166666657</c:v>
                </c:pt>
                <c:pt idx="89850">
                  <c:v>45888.356944444437</c:v>
                </c:pt>
                <c:pt idx="89851">
                  <c:v>45672.801388888889</c:v>
                </c:pt>
                <c:pt idx="89852">
                  <c:v>46005.429861111108</c:v>
                </c:pt>
                <c:pt idx="89853">
                  <c:v>45767.583333333343</c:v>
                </c:pt>
                <c:pt idx="89854">
                  <c:v>45942.840277777781</c:v>
                </c:pt>
                <c:pt idx="89855">
                  <c:v>45758.65</c:v>
                </c:pt>
                <c:pt idx="89856">
                  <c:v>45640.46875</c:v>
                </c:pt>
                <c:pt idx="89857">
                  <c:v>45515.461111111108</c:v>
                </c:pt>
                <c:pt idx="89858">
                  <c:v>45510.333333333343</c:v>
                </c:pt>
                <c:pt idx="89859">
                  <c:v>45501.65902777778</c:v>
                </c:pt>
                <c:pt idx="89860">
                  <c:v>46019.509027777778</c:v>
                </c:pt>
                <c:pt idx="89861">
                  <c:v>45779.40625</c:v>
                </c:pt>
                <c:pt idx="89862">
                  <c:v>45935.734027777777</c:v>
                </c:pt>
                <c:pt idx="89863">
                  <c:v>45846.38958333333</c:v>
                </c:pt>
                <c:pt idx="89864">
                  <c:v>45309.410416666673</c:v>
                </c:pt>
                <c:pt idx="89865">
                  <c:v>45470.682638888888</c:v>
                </c:pt>
                <c:pt idx="89866">
                  <c:v>45903.584722222222</c:v>
                </c:pt>
                <c:pt idx="89867">
                  <c:v>46017.427777777782</c:v>
                </c:pt>
                <c:pt idx="89868">
                  <c:v>45946.54791666667</c:v>
                </c:pt>
                <c:pt idx="89869">
                  <c:v>45892.508333333331</c:v>
                </c:pt>
                <c:pt idx="89870">
                  <c:v>45967.911805555559</c:v>
                </c:pt>
                <c:pt idx="89871">
                  <c:v>45988.772916666669</c:v>
                </c:pt>
                <c:pt idx="89872">
                  <c:v>45915.525000000001</c:v>
                </c:pt>
                <c:pt idx="89873">
                  <c:v>45970.34652777778</c:v>
                </c:pt>
                <c:pt idx="89874">
                  <c:v>45930.302777777782</c:v>
                </c:pt>
                <c:pt idx="89875">
                  <c:v>45945.290972222218</c:v>
                </c:pt>
                <c:pt idx="89876">
                  <c:v>45986.258333333331</c:v>
                </c:pt>
                <c:pt idx="89877">
                  <c:v>45904.29791666667</c:v>
                </c:pt>
                <c:pt idx="89878">
                  <c:v>46003.931250000001</c:v>
                </c:pt>
                <c:pt idx="89879">
                  <c:v>45719.666666666657</c:v>
                </c:pt>
                <c:pt idx="89880">
                  <c:v>45749.459722222222</c:v>
                </c:pt>
                <c:pt idx="89881">
                  <c:v>45782.789583333331</c:v>
                </c:pt>
                <c:pt idx="89882">
                  <c:v>45697.536111111112</c:v>
                </c:pt>
                <c:pt idx="89883">
                  <c:v>45809.705555555563</c:v>
                </c:pt>
                <c:pt idx="89884">
                  <c:v>45938.270833333343</c:v>
                </c:pt>
                <c:pt idx="89885">
                  <c:v>45891.779166666667</c:v>
                </c:pt>
                <c:pt idx="89886">
                  <c:v>45998.716666666667</c:v>
                </c:pt>
                <c:pt idx="89887">
                  <c:v>46015.629861111112</c:v>
                </c:pt>
                <c:pt idx="89888">
                  <c:v>45978.652083333327</c:v>
                </c:pt>
                <c:pt idx="89889">
                  <c:v>45950.675694444442</c:v>
                </c:pt>
                <c:pt idx="89890">
                  <c:v>45666.94027777778</c:v>
                </c:pt>
                <c:pt idx="89891">
                  <c:v>45628.238888888889</c:v>
                </c:pt>
                <c:pt idx="89892">
                  <c:v>45731.547222222223</c:v>
                </c:pt>
                <c:pt idx="89893">
                  <c:v>45628.238888888889</c:v>
                </c:pt>
                <c:pt idx="89894">
                  <c:v>45693.90902777778</c:v>
                </c:pt>
                <c:pt idx="89895">
                  <c:v>45731.547222222223</c:v>
                </c:pt>
                <c:pt idx="89896">
                  <c:v>45666.94027777778</c:v>
                </c:pt>
                <c:pt idx="89897">
                  <c:v>45693.90902777778</c:v>
                </c:pt>
                <c:pt idx="89898">
                  <c:v>45622.907638888893</c:v>
                </c:pt>
                <c:pt idx="89899">
                  <c:v>45783.71597222222</c:v>
                </c:pt>
                <c:pt idx="89900">
                  <c:v>45607.835416666669</c:v>
                </c:pt>
                <c:pt idx="89901">
                  <c:v>45845.684027777781</c:v>
                </c:pt>
                <c:pt idx="89902">
                  <c:v>46021.963194444441</c:v>
                </c:pt>
                <c:pt idx="89903">
                  <c:v>45945.38958333333</c:v>
                </c:pt>
                <c:pt idx="89904">
                  <c:v>45874.526388888888</c:v>
                </c:pt>
                <c:pt idx="89905">
                  <c:v>45900.314583333333</c:v>
                </c:pt>
                <c:pt idx="89906">
                  <c:v>45591.51666666667</c:v>
                </c:pt>
                <c:pt idx="89907">
                  <c:v>45893.868055555547</c:v>
                </c:pt>
                <c:pt idx="89908">
                  <c:v>45625.270138888889</c:v>
                </c:pt>
                <c:pt idx="89909">
                  <c:v>45707.643750000003</c:v>
                </c:pt>
                <c:pt idx="89910">
                  <c:v>45600.574999999997</c:v>
                </c:pt>
                <c:pt idx="89911">
                  <c:v>45745.509722222218</c:v>
                </c:pt>
                <c:pt idx="89912">
                  <c:v>45772.720833333333</c:v>
                </c:pt>
                <c:pt idx="89913">
                  <c:v>45811.84375</c:v>
                </c:pt>
                <c:pt idx="89914">
                  <c:v>45841.479166666657</c:v>
                </c:pt>
                <c:pt idx="89915">
                  <c:v>45873.625</c:v>
                </c:pt>
                <c:pt idx="89916">
                  <c:v>45778.723611111112</c:v>
                </c:pt>
                <c:pt idx="89917">
                  <c:v>45703.84652777778</c:v>
                </c:pt>
                <c:pt idx="89918">
                  <c:v>45406.487500000003</c:v>
                </c:pt>
                <c:pt idx="89919">
                  <c:v>45881.765277777777</c:v>
                </c:pt>
                <c:pt idx="89920">
                  <c:v>45851.584027777782</c:v>
                </c:pt>
                <c:pt idx="89921">
                  <c:v>45899.852083333331</c:v>
                </c:pt>
                <c:pt idx="89922">
                  <c:v>45595.772916666669</c:v>
                </c:pt>
                <c:pt idx="89923">
                  <c:v>45958.853472222218</c:v>
                </c:pt>
                <c:pt idx="89924">
                  <c:v>45693.283333333333</c:v>
                </c:pt>
                <c:pt idx="89925">
                  <c:v>45796.384722222218</c:v>
                </c:pt>
                <c:pt idx="89926">
                  <c:v>45749.507638888892</c:v>
                </c:pt>
                <c:pt idx="89927">
                  <c:v>45852.361111111109</c:v>
                </c:pt>
                <c:pt idx="89928">
                  <c:v>45755.379166666673</c:v>
                </c:pt>
                <c:pt idx="89929">
                  <c:v>45778.645138888889</c:v>
                </c:pt>
                <c:pt idx="89930">
                  <c:v>45859.932638888888</c:v>
                </c:pt>
                <c:pt idx="89931">
                  <c:v>45890.354166666657</c:v>
                </c:pt>
                <c:pt idx="89932">
                  <c:v>45952.63958333333</c:v>
                </c:pt>
                <c:pt idx="89933">
                  <c:v>46020.943055555559</c:v>
                </c:pt>
                <c:pt idx="89934">
                  <c:v>45401.474999999999</c:v>
                </c:pt>
                <c:pt idx="89935">
                  <c:v>45901.599305555559</c:v>
                </c:pt>
                <c:pt idx="89936">
                  <c:v>45627.663888888892</c:v>
                </c:pt>
                <c:pt idx="89937">
                  <c:v>45450.447222222218</c:v>
                </c:pt>
                <c:pt idx="89938">
                  <c:v>45693.334722222222</c:v>
                </c:pt>
                <c:pt idx="89939">
                  <c:v>45433.345138888893</c:v>
                </c:pt>
                <c:pt idx="89940">
                  <c:v>45353.663888888892</c:v>
                </c:pt>
                <c:pt idx="89941">
                  <c:v>45660.690972222219</c:v>
                </c:pt>
                <c:pt idx="89942">
                  <c:v>45686.869444444441</c:v>
                </c:pt>
                <c:pt idx="89943">
                  <c:v>45309.609722222223</c:v>
                </c:pt>
                <c:pt idx="89944">
                  <c:v>45324.956944444442</c:v>
                </c:pt>
                <c:pt idx="89945">
                  <c:v>45295.204861111109</c:v>
                </c:pt>
                <c:pt idx="89946">
                  <c:v>46008.671527777777</c:v>
                </c:pt>
                <c:pt idx="89947">
                  <c:v>45979.843055555553</c:v>
                </c:pt>
                <c:pt idx="89948">
                  <c:v>45960.51458333333</c:v>
                </c:pt>
                <c:pt idx="89949">
                  <c:v>45322.295138888891</c:v>
                </c:pt>
                <c:pt idx="89950">
                  <c:v>45624.780555555553</c:v>
                </c:pt>
                <c:pt idx="89951">
                  <c:v>45622.387499999997</c:v>
                </c:pt>
                <c:pt idx="89952">
                  <c:v>45381.599305555559</c:v>
                </c:pt>
                <c:pt idx="89953">
                  <c:v>45968.869444444441</c:v>
                </c:pt>
                <c:pt idx="89954">
                  <c:v>45625.423611111109</c:v>
                </c:pt>
                <c:pt idx="89955">
                  <c:v>45795.67291666667</c:v>
                </c:pt>
                <c:pt idx="89956">
                  <c:v>45988.831250000003</c:v>
                </c:pt>
                <c:pt idx="89957">
                  <c:v>45664.831250000003</c:v>
                </c:pt>
                <c:pt idx="89958">
                  <c:v>45430.67291666667</c:v>
                </c:pt>
                <c:pt idx="89959">
                  <c:v>45726.620138888888</c:v>
                </c:pt>
                <c:pt idx="89960">
                  <c:v>45771.679861111108</c:v>
                </c:pt>
                <c:pt idx="89961">
                  <c:v>45835.630555555559</c:v>
                </c:pt>
                <c:pt idx="89962">
                  <c:v>45989.4375</c:v>
                </c:pt>
                <c:pt idx="89963">
                  <c:v>45776.457638888889</c:v>
                </c:pt>
                <c:pt idx="89964">
                  <c:v>45296.050694444442</c:v>
                </c:pt>
                <c:pt idx="89965">
                  <c:v>45544.683333333327</c:v>
                </c:pt>
                <c:pt idx="89966">
                  <c:v>45669.021527777782</c:v>
                </c:pt>
                <c:pt idx="89967">
                  <c:v>45596.477083333331</c:v>
                </c:pt>
                <c:pt idx="89968">
                  <c:v>45392.944444444453</c:v>
                </c:pt>
                <c:pt idx="89969">
                  <c:v>45390.676388888889</c:v>
                </c:pt>
                <c:pt idx="89970">
                  <c:v>45470.977083333331</c:v>
                </c:pt>
                <c:pt idx="89971">
                  <c:v>45881.662499999999</c:v>
                </c:pt>
                <c:pt idx="89972">
                  <c:v>45980.237500000003</c:v>
                </c:pt>
                <c:pt idx="89973">
                  <c:v>45980.237500000003</c:v>
                </c:pt>
                <c:pt idx="89974">
                  <c:v>45697.699305555558</c:v>
                </c:pt>
                <c:pt idx="89975">
                  <c:v>45306.602083333331</c:v>
                </c:pt>
                <c:pt idx="89976">
                  <c:v>45873.845833333333</c:v>
                </c:pt>
                <c:pt idx="89977">
                  <c:v>45891.803472222222</c:v>
                </c:pt>
                <c:pt idx="89978">
                  <c:v>45303.783333333333</c:v>
                </c:pt>
                <c:pt idx="89979">
                  <c:v>45297.196527777778</c:v>
                </c:pt>
                <c:pt idx="89980">
                  <c:v>45884.741666666669</c:v>
                </c:pt>
                <c:pt idx="89981">
                  <c:v>45313.670138888891</c:v>
                </c:pt>
                <c:pt idx="89982">
                  <c:v>45952.863194444442</c:v>
                </c:pt>
                <c:pt idx="89983">
                  <c:v>45707.430555555547</c:v>
                </c:pt>
                <c:pt idx="89984">
                  <c:v>45576.456250000003</c:v>
                </c:pt>
                <c:pt idx="89985">
                  <c:v>45782.845138888893</c:v>
                </c:pt>
                <c:pt idx="89986">
                  <c:v>46003.275000000001</c:v>
                </c:pt>
                <c:pt idx="89987">
                  <c:v>46010.819444444453</c:v>
                </c:pt>
                <c:pt idx="89988">
                  <c:v>45799.504861111112</c:v>
                </c:pt>
                <c:pt idx="89989">
                  <c:v>45867.85</c:v>
                </c:pt>
                <c:pt idx="89990">
                  <c:v>45916.743055555547</c:v>
                </c:pt>
                <c:pt idx="89991">
                  <c:v>45989.787499999999</c:v>
                </c:pt>
                <c:pt idx="89992">
                  <c:v>46016.725694444453</c:v>
                </c:pt>
                <c:pt idx="89993">
                  <c:v>45973.510416666657</c:v>
                </c:pt>
                <c:pt idx="89994">
                  <c:v>45581.645138888889</c:v>
                </c:pt>
                <c:pt idx="89995">
                  <c:v>45776.675000000003</c:v>
                </c:pt>
                <c:pt idx="89996">
                  <c:v>45595.9375</c:v>
                </c:pt>
                <c:pt idx="89997">
                  <c:v>45565.583333333343</c:v>
                </c:pt>
                <c:pt idx="89998">
                  <c:v>45919.768055555563</c:v>
                </c:pt>
                <c:pt idx="89999">
                  <c:v>45985.393750000003</c:v>
                </c:pt>
                <c:pt idx="90000">
                  <c:v>45913.848611111112</c:v>
                </c:pt>
                <c:pt idx="90001">
                  <c:v>45904.59097222222</c:v>
                </c:pt>
                <c:pt idx="90002">
                  <c:v>45823.743055555547</c:v>
                </c:pt>
                <c:pt idx="90003">
                  <c:v>45843.836805555547</c:v>
                </c:pt>
                <c:pt idx="90004">
                  <c:v>45909.435416666667</c:v>
                </c:pt>
                <c:pt idx="90005">
                  <c:v>45669.598611111112</c:v>
                </c:pt>
                <c:pt idx="90006">
                  <c:v>45954.469444444447</c:v>
                </c:pt>
                <c:pt idx="90007">
                  <c:v>45767.693749999999</c:v>
                </c:pt>
                <c:pt idx="90008">
                  <c:v>45899.818055555559</c:v>
                </c:pt>
                <c:pt idx="90009">
                  <c:v>45936.875694444447</c:v>
                </c:pt>
                <c:pt idx="90010">
                  <c:v>46002.603472222218</c:v>
                </c:pt>
                <c:pt idx="90011">
                  <c:v>45924.761805555558</c:v>
                </c:pt>
                <c:pt idx="90012">
                  <c:v>45947.489583333343</c:v>
                </c:pt>
                <c:pt idx="90013">
                  <c:v>45996.959027777782</c:v>
                </c:pt>
                <c:pt idx="90014">
                  <c:v>45885.919444444437</c:v>
                </c:pt>
                <c:pt idx="90015">
                  <c:v>45885.919444444437</c:v>
                </c:pt>
                <c:pt idx="90016">
                  <c:v>45985.621527777781</c:v>
                </c:pt>
                <c:pt idx="90017">
                  <c:v>45876.70208333333</c:v>
                </c:pt>
                <c:pt idx="90018">
                  <c:v>45985.621527777781</c:v>
                </c:pt>
                <c:pt idx="90019">
                  <c:v>45876.70208333333</c:v>
                </c:pt>
                <c:pt idx="90020">
                  <c:v>46000.849305555559</c:v>
                </c:pt>
                <c:pt idx="90021">
                  <c:v>45945.901388888888</c:v>
                </c:pt>
                <c:pt idx="90022">
                  <c:v>45827.941666666673</c:v>
                </c:pt>
                <c:pt idx="90023">
                  <c:v>45888.603472222218</c:v>
                </c:pt>
                <c:pt idx="90024">
                  <c:v>45388.456250000003</c:v>
                </c:pt>
                <c:pt idx="90025">
                  <c:v>45966.249305555553</c:v>
                </c:pt>
                <c:pt idx="90026">
                  <c:v>45604.604166666657</c:v>
                </c:pt>
                <c:pt idx="90027">
                  <c:v>45702.380555555559</c:v>
                </c:pt>
                <c:pt idx="90028">
                  <c:v>45538.574305555558</c:v>
                </c:pt>
                <c:pt idx="90029">
                  <c:v>45848.543055555558</c:v>
                </c:pt>
                <c:pt idx="90030">
                  <c:v>45992.506249999999</c:v>
                </c:pt>
                <c:pt idx="90031">
                  <c:v>45853.669444444437</c:v>
                </c:pt>
                <c:pt idx="90032">
                  <c:v>45391.240972222222</c:v>
                </c:pt>
                <c:pt idx="90033">
                  <c:v>45602.452777777777</c:v>
                </c:pt>
                <c:pt idx="90034">
                  <c:v>45327.287499999999</c:v>
                </c:pt>
                <c:pt idx="90035">
                  <c:v>45428.444444444453</c:v>
                </c:pt>
                <c:pt idx="90036">
                  <c:v>45341.411111111112</c:v>
                </c:pt>
                <c:pt idx="90037">
                  <c:v>45456.282638888893</c:v>
                </c:pt>
                <c:pt idx="90038">
                  <c:v>45721.435416666667</c:v>
                </c:pt>
                <c:pt idx="90039">
                  <c:v>45845.741666666669</c:v>
                </c:pt>
                <c:pt idx="90040">
                  <c:v>45479.670138888891</c:v>
                </c:pt>
                <c:pt idx="90041">
                  <c:v>45753.250694444447</c:v>
                </c:pt>
                <c:pt idx="90042">
                  <c:v>45698.893055555563</c:v>
                </c:pt>
                <c:pt idx="90043">
                  <c:v>45717.805555555547</c:v>
                </c:pt>
                <c:pt idx="90044">
                  <c:v>45746.731944444437</c:v>
                </c:pt>
                <c:pt idx="90045">
                  <c:v>45749.602083333331</c:v>
                </c:pt>
                <c:pt idx="90046">
                  <c:v>45685.558333333327</c:v>
                </c:pt>
                <c:pt idx="90047">
                  <c:v>45712.794444444437</c:v>
                </c:pt>
                <c:pt idx="90048">
                  <c:v>45796.602083333331</c:v>
                </c:pt>
                <c:pt idx="90049">
                  <c:v>45443.405555555553</c:v>
                </c:pt>
                <c:pt idx="90050">
                  <c:v>45641.429166666669</c:v>
                </c:pt>
                <c:pt idx="90051">
                  <c:v>45480.377083333333</c:v>
                </c:pt>
                <c:pt idx="90052">
                  <c:v>45422.484027777777</c:v>
                </c:pt>
                <c:pt idx="90053">
                  <c:v>45524.381249999999</c:v>
                </c:pt>
                <c:pt idx="90054">
                  <c:v>45573.038194444453</c:v>
                </c:pt>
                <c:pt idx="90055">
                  <c:v>45897.798611111109</c:v>
                </c:pt>
                <c:pt idx="90056">
                  <c:v>45845.830555555563</c:v>
                </c:pt>
                <c:pt idx="90057">
                  <c:v>45936.543749999997</c:v>
                </c:pt>
                <c:pt idx="90058">
                  <c:v>45817.884027777778</c:v>
                </c:pt>
                <c:pt idx="90059">
                  <c:v>45921.429861111108</c:v>
                </c:pt>
                <c:pt idx="90060">
                  <c:v>45830.38958333333</c:v>
                </c:pt>
                <c:pt idx="90061">
                  <c:v>45844.634027777778</c:v>
                </c:pt>
                <c:pt idx="90062">
                  <c:v>45525.339583333327</c:v>
                </c:pt>
                <c:pt idx="90063">
                  <c:v>45294.519444444442</c:v>
                </c:pt>
                <c:pt idx="90064">
                  <c:v>45827.335416666669</c:v>
                </c:pt>
                <c:pt idx="90065">
                  <c:v>45801.163194444453</c:v>
                </c:pt>
                <c:pt idx="90066">
                  <c:v>45771.668055555558</c:v>
                </c:pt>
                <c:pt idx="90067">
                  <c:v>45759.725694444453</c:v>
                </c:pt>
                <c:pt idx="90068">
                  <c:v>45729.842361111107</c:v>
                </c:pt>
                <c:pt idx="90069">
                  <c:v>45729.855555555558</c:v>
                </c:pt>
                <c:pt idx="90070">
                  <c:v>45883.438194444447</c:v>
                </c:pt>
                <c:pt idx="90071">
                  <c:v>45960.679166666669</c:v>
                </c:pt>
                <c:pt idx="90072">
                  <c:v>45628.396527777782</c:v>
                </c:pt>
                <c:pt idx="90073">
                  <c:v>45994.382638888892</c:v>
                </c:pt>
                <c:pt idx="90074">
                  <c:v>45397.542361111111</c:v>
                </c:pt>
                <c:pt idx="90075">
                  <c:v>45535.974999999999</c:v>
                </c:pt>
                <c:pt idx="90076">
                  <c:v>45921.953472222223</c:v>
                </c:pt>
                <c:pt idx="90077">
                  <c:v>45598.401388888888</c:v>
                </c:pt>
                <c:pt idx="90078">
                  <c:v>45912.45208333333</c:v>
                </c:pt>
                <c:pt idx="90079">
                  <c:v>45447.34652777778</c:v>
                </c:pt>
                <c:pt idx="90080">
                  <c:v>45545.647222222222</c:v>
                </c:pt>
                <c:pt idx="90081">
                  <c:v>45604.802777777782</c:v>
                </c:pt>
                <c:pt idx="90082">
                  <c:v>45959.724305555559</c:v>
                </c:pt>
                <c:pt idx="90083">
                  <c:v>45578.366666666669</c:v>
                </c:pt>
                <c:pt idx="90084">
                  <c:v>45980.865277777782</c:v>
                </c:pt>
                <c:pt idx="90085">
                  <c:v>45564.457638888889</c:v>
                </c:pt>
                <c:pt idx="90086">
                  <c:v>45341.835416666669</c:v>
                </c:pt>
                <c:pt idx="90087">
                  <c:v>45544.657638888893</c:v>
                </c:pt>
                <c:pt idx="90088">
                  <c:v>45877.335416666669</c:v>
                </c:pt>
                <c:pt idx="90089">
                  <c:v>45785.904861111107</c:v>
                </c:pt>
                <c:pt idx="90090">
                  <c:v>45790.886111111111</c:v>
                </c:pt>
                <c:pt idx="90091">
                  <c:v>45434.67291666667</c:v>
                </c:pt>
                <c:pt idx="90092">
                  <c:v>45544.258333333331</c:v>
                </c:pt>
                <c:pt idx="90093">
                  <c:v>45749.739583333343</c:v>
                </c:pt>
                <c:pt idx="90094">
                  <c:v>45749.739583333343</c:v>
                </c:pt>
                <c:pt idx="90095">
                  <c:v>45839.405555555553</c:v>
                </c:pt>
                <c:pt idx="90096">
                  <c:v>45773.364583333343</c:v>
                </c:pt>
                <c:pt idx="90097">
                  <c:v>45822.689583333333</c:v>
                </c:pt>
                <c:pt idx="90098">
                  <c:v>45705.840277777781</c:v>
                </c:pt>
                <c:pt idx="90099">
                  <c:v>45932.488888888889</c:v>
                </c:pt>
                <c:pt idx="90100">
                  <c:v>45878.549305555563</c:v>
                </c:pt>
                <c:pt idx="90101">
                  <c:v>45688.956944444442</c:v>
                </c:pt>
                <c:pt idx="90102">
                  <c:v>45775.296527777777</c:v>
                </c:pt>
                <c:pt idx="90103">
                  <c:v>45855.356249999997</c:v>
                </c:pt>
                <c:pt idx="90104">
                  <c:v>45918.335416666669</c:v>
                </c:pt>
                <c:pt idx="90105">
                  <c:v>45954.307638888888</c:v>
                </c:pt>
                <c:pt idx="90106">
                  <c:v>45730.379861111112</c:v>
                </c:pt>
                <c:pt idx="90107">
                  <c:v>45712.365972222222</c:v>
                </c:pt>
                <c:pt idx="90108">
                  <c:v>45498.693055555559</c:v>
                </c:pt>
                <c:pt idx="90109">
                  <c:v>45712.775000000001</c:v>
                </c:pt>
                <c:pt idx="90110">
                  <c:v>45477.754861111112</c:v>
                </c:pt>
                <c:pt idx="90111">
                  <c:v>45675.625694444447</c:v>
                </c:pt>
                <c:pt idx="90112">
                  <c:v>45508.815972222219</c:v>
                </c:pt>
                <c:pt idx="90113">
                  <c:v>45470.302083333343</c:v>
                </c:pt>
                <c:pt idx="90114">
                  <c:v>45488.878472222219</c:v>
                </c:pt>
                <c:pt idx="90115">
                  <c:v>45787.586805555547</c:v>
                </c:pt>
                <c:pt idx="90116">
                  <c:v>45734.629166666673</c:v>
                </c:pt>
                <c:pt idx="90117">
                  <c:v>45760.487500000003</c:v>
                </c:pt>
                <c:pt idx="90118">
                  <c:v>45837.284722222219</c:v>
                </c:pt>
                <c:pt idx="90119">
                  <c:v>45894.708333333343</c:v>
                </c:pt>
                <c:pt idx="90120">
                  <c:v>45570.788888888892</c:v>
                </c:pt>
                <c:pt idx="90121">
                  <c:v>45678.609027777777</c:v>
                </c:pt>
                <c:pt idx="90122">
                  <c:v>45936.392361111109</c:v>
                </c:pt>
                <c:pt idx="90123">
                  <c:v>45740.686805555553</c:v>
                </c:pt>
                <c:pt idx="90124">
                  <c:v>45971.588888888888</c:v>
                </c:pt>
                <c:pt idx="90125">
                  <c:v>45825.487500000003</c:v>
                </c:pt>
                <c:pt idx="90126">
                  <c:v>45790.873611111107</c:v>
                </c:pt>
                <c:pt idx="90127">
                  <c:v>45902.507638888892</c:v>
                </c:pt>
                <c:pt idx="90128">
                  <c:v>45861.38958333333</c:v>
                </c:pt>
                <c:pt idx="90129">
                  <c:v>45372.67291666667</c:v>
                </c:pt>
                <c:pt idx="90130">
                  <c:v>45523.890277777777</c:v>
                </c:pt>
                <c:pt idx="90131">
                  <c:v>45497.912499999999</c:v>
                </c:pt>
                <c:pt idx="90132">
                  <c:v>45481.93472222222</c:v>
                </c:pt>
                <c:pt idx="90133">
                  <c:v>45557.905555555553</c:v>
                </c:pt>
                <c:pt idx="90134">
                  <c:v>45530.840277777781</c:v>
                </c:pt>
                <c:pt idx="90135">
                  <c:v>45957.73541666667</c:v>
                </c:pt>
                <c:pt idx="90136">
                  <c:v>46018.598611111112</c:v>
                </c:pt>
                <c:pt idx="90137">
                  <c:v>45989.326388888891</c:v>
                </c:pt>
                <c:pt idx="90138">
                  <c:v>45608.079861111109</c:v>
                </c:pt>
                <c:pt idx="90139">
                  <c:v>45314.629861111112</c:v>
                </c:pt>
                <c:pt idx="90140">
                  <c:v>45982.498611111107</c:v>
                </c:pt>
                <c:pt idx="90141">
                  <c:v>45713.582638888889</c:v>
                </c:pt>
                <c:pt idx="90142">
                  <c:v>45488.824999999997</c:v>
                </c:pt>
                <c:pt idx="90143">
                  <c:v>45874.585416666669</c:v>
                </c:pt>
                <c:pt idx="90144">
                  <c:v>45894.723611111112</c:v>
                </c:pt>
                <c:pt idx="90145">
                  <c:v>45926.961805555547</c:v>
                </c:pt>
                <c:pt idx="90146">
                  <c:v>46018.015972222223</c:v>
                </c:pt>
                <c:pt idx="90147">
                  <c:v>45878.42291666667</c:v>
                </c:pt>
                <c:pt idx="90148">
                  <c:v>45982.976388888892</c:v>
                </c:pt>
                <c:pt idx="90149">
                  <c:v>45386.606249999997</c:v>
                </c:pt>
                <c:pt idx="90150">
                  <c:v>45392.499305555553</c:v>
                </c:pt>
                <c:pt idx="90151">
                  <c:v>45388.85833333333</c:v>
                </c:pt>
                <c:pt idx="90152">
                  <c:v>46011.844444444447</c:v>
                </c:pt>
                <c:pt idx="90153">
                  <c:v>45391.506944444453</c:v>
                </c:pt>
                <c:pt idx="90154">
                  <c:v>45522.560416666667</c:v>
                </c:pt>
                <c:pt idx="90155">
                  <c:v>45874.463888888888</c:v>
                </c:pt>
                <c:pt idx="90156">
                  <c:v>45839.711805555547</c:v>
                </c:pt>
                <c:pt idx="90157">
                  <c:v>45704.519444444442</c:v>
                </c:pt>
                <c:pt idx="90158">
                  <c:v>45484.540277777778</c:v>
                </c:pt>
                <c:pt idx="90159">
                  <c:v>45588.631249999999</c:v>
                </c:pt>
                <c:pt idx="90160">
                  <c:v>45457.536111111112</c:v>
                </c:pt>
                <c:pt idx="90161">
                  <c:v>45588.473611111112</c:v>
                </c:pt>
                <c:pt idx="90162">
                  <c:v>45586.856249999997</c:v>
                </c:pt>
                <c:pt idx="90163">
                  <c:v>45486.410416666673</c:v>
                </c:pt>
                <c:pt idx="90164">
                  <c:v>45628.943055555559</c:v>
                </c:pt>
                <c:pt idx="90165">
                  <c:v>45479.632638888892</c:v>
                </c:pt>
                <c:pt idx="90166">
                  <c:v>46005.71875</c:v>
                </c:pt>
                <c:pt idx="90167">
                  <c:v>45979.593055555553</c:v>
                </c:pt>
                <c:pt idx="90168">
                  <c:v>45961.779166666667</c:v>
                </c:pt>
                <c:pt idx="90169">
                  <c:v>45634.77847222222</c:v>
                </c:pt>
                <c:pt idx="90170">
                  <c:v>45442.593055555553</c:v>
                </c:pt>
                <c:pt idx="90171">
                  <c:v>45532.768055555563</c:v>
                </c:pt>
                <c:pt idx="90172">
                  <c:v>45497.899305555547</c:v>
                </c:pt>
                <c:pt idx="90173">
                  <c:v>45557.345138888893</c:v>
                </c:pt>
                <c:pt idx="90174">
                  <c:v>45455.59652777778</c:v>
                </c:pt>
                <c:pt idx="90175">
                  <c:v>45484.604861111111</c:v>
                </c:pt>
                <c:pt idx="90176">
                  <c:v>45495.436111111107</c:v>
                </c:pt>
                <c:pt idx="90177">
                  <c:v>45407.603472222218</c:v>
                </c:pt>
                <c:pt idx="90178">
                  <c:v>45547.975694444453</c:v>
                </c:pt>
                <c:pt idx="90179">
                  <c:v>45664.902777777781</c:v>
                </c:pt>
                <c:pt idx="90180">
                  <c:v>45917.692361111112</c:v>
                </c:pt>
                <c:pt idx="90181">
                  <c:v>45452.925000000003</c:v>
                </c:pt>
                <c:pt idx="90182">
                  <c:v>45995.813888888893</c:v>
                </c:pt>
                <c:pt idx="90183">
                  <c:v>45498.601388888892</c:v>
                </c:pt>
                <c:pt idx="90184">
                  <c:v>45793.726388888892</c:v>
                </c:pt>
                <c:pt idx="90185">
                  <c:v>45509.749305555553</c:v>
                </c:pt>
                <c:pt idx="90186">
                  <c:v>45500.820833333331</c:v>
                </c:pt>
                <c:pt idx="90187">
                  <c:v>45434.774305555547</c:v>
                </c:pt>
                <c:pt idx="90188">
                  <c:v>45342.28402777778</c:v>
                </c:pt>
                <c:pt idx="90189">
                  <c:v>45351.604166666657</c:v>
                </c:pt>
                <c:pt idx="90190">
                  <c:v>45338.561805555553</c:v>
                </c:pt>
                <c:pt idx="90191">
                  <c:v>45347.490972222222</c:v>
                </c:pt>
                <c:pt idx="90192">
                  <c:v>45717.002083333333</c:v>
                </c:pt>
                <c:pt idx="90193">
                  <c:v>45337.720138888893</c:v>
                </c:pt>
                <c:pt idx="90194">
                  <c:v>45707.98333333333</c:v>
                </c:pt>
                <c:pt idx="90195">
                  <c:v>45830.964583333327</c:v>
                </c:pt>
                <c:pt idx="90196">
                  <c:v>45338.53402777778</c:v>
                </c:pt>
                <c:pt idx="90197">
                  <c:v>45931.000694444447</c:v>
                </c:pt>
                <c:pt idx="90198">
                  <c:v>45795.772222222222</c:v>
                </c:pt>
                <c:pt idx="90199">
                  <c:v>45852.818055555559</c:v>
                </c:pt>
                <c:pt idx="90200">
                  <c:v>45945.706250000003</c:v>
                </c:pt>
                <c:pt idx="90201">
                  <c:v>45761.96875</c:v>
                </c:pt>
                <c:pt idx="90202">
                  <c:v>45653.790277777778</c:v>
                </c:pt>
                <c:pt idx="90203">
                  <c:v>45741.380555555559</c:v>
                </c:pt>
                <c:pt idx="90204">
                  <c:v>45712.550694444442</c:v>
                </c:pt>
                <c:pt idx="90205">
                  <c:v>45997.629166666673</c:v>
                </c:pt>
                <c:pt idx="90206">
                  <c:v>45908.504861111112</c:v>
                </c:pt>
                <c:pt idx="90207">
                  <c:v>45547.972222222219</c:v>
                </c:pt>
                <c:pt idx="90208">
                  <c:v>45908.515972222223</c:v>
                </c:pt>
                <c:pt idx="90209">
                  <c:v>45904.652083333327</c:v>
                </c:pt>
                <c:pt idx="90210">
                  <c:v>45887.617361111108</c:v>
                </c:pt>
                <c:pt idx="90211">
                  <c:v>45990.379166666673</c:v>
                </c:pt>
                <c:pt idx="90212">
                  <c:v>45941.436111111107</c:v>
                </c:pt>
                <c:pt idx="90213">
                  <c:v>45845.728472222218</c:v>
                </c:pt>
                <c:pt idx="90214">
                  <c:v>45577.464583333327</c:v>
                </c:pt>
                <c:pt idx="90215">
                  <c:v>45568.680555555547</c:v>
                </c:pt>
                <c:pt idx="90216">
                  <c:v>45597.60833333333</c:v>
                </c:pt>
                <c:pt idx="90217">
                  <c:v>45732.52847222222</c:v>
                </c:pt>
                <c:pt idx="90218">
                  <c:v>45358.369444444441</c:v>
                </c:pt>
                <c:pt idx="90219">
                  <c:v>45698.344444444447</c:v>
                </c:pt>
                <c:pt idx="90220">
                  <c:v>45835.431944444441</c:v>
                </c:pt>
                <c:pt idx="90221">
                  <c:v>45981.57916666667</c:v>
                </c:pt>
                <c:pt idx="90222">
                  <c:v>45678.813194444447</c:v>
                </c:pt>
                <c:pt idx="90223">
                  <c:v>45660.377083333333</c:v>
                </c:pt>
                <c:pt idx="90224">
                  <c:v>45705.966666666667</c:v>
                </c:pt>
                <c:pt idx="90225">
                  <c:v>45624.011111111111</c:v>
                </c:pt>
                <c:pt idx="90226">
                  <c:v>45954.8</c:v>
                </c:pt>
                <c:pt idx="90227">
                  <c:v>45971.491666666669</c:v>
                </c:pt>
                <c:pt idx="90228">
                  <c:v>45952.308333333327</c:v>
                </c:pt>
                <c:pt idx="90229">
                  <c:v>45860.529861111107</c:v>
                </c:pt>
                <c:pt idx="90230">
                  <c:v>45828.1</c:v>
                </c:pt>
                <c:pt idx="90231">
                  <c:v>45618.682638888888</c:v>
                </c:pt>
                <c:pt idx="90232">
                  <c:v>45656.518055555563</c:v>
                </c:pt>
                <c:pt idx="90233">
                  <c:v>45635.607638888891</c:v>
                </c:pt>
                <c:pt idx="90234">
                  <c:v>45813.819444444453</c:v>
                </c:pt>
                <c:pt idx="90235">
                  <c:v>45907.643750000003</c:v>
                </c:pt>
                <c:pt idx="90236">
                  <c:v>45776.666666666657</c:v>
                </c:pt>
                <c:pt idx="90237">
                  <c:v>45888.351388888892</c:v>
                </c:pt>
                <c:pt idx="90238">
                  <c:v>45866.431944444441</c:v>
                </c:pt>
                <c:pt idx="90239">
                  <c:v>45840.299305555563</c:v>
                </c:pt>
                <c:pt idx="90240">
                  <c:v>45820.322222222218</c:v>
                </c:pt>
                <c:pt idx="90241">
                  <c:v>45693.869444444441</c:v>
                </c:pt>
                <c:pt idx="90242">
                  <c:v>45489.570138888892</c:v>
                </c:pt>
                <c:pt idx="90243">
                  <c:v>45508.520833333343</c:v>
                </c:pt>
                <c:pt idx="90244">
                  <c:v>45884.557638888888</c:v>
                </c:pt>
                <c:pt idx="90245">
                  <c:v>45538.53125</c:v>
                </c:pt>
                <c:pt idx="90246">
                  <c:v>45570.655555555553</c:v>
                </c:pt>
                <c:pt idx="90247">
                  <c:v>45980.630555555559</c:v>
                </c:pt>
                <c:pt idx="90248">
                  <c:v>45913.709027777782</c:v>
                </c:pt>
                <c:pt idx="90249">
                  <c:v>46020.409722222219</c:v>
                </c:pt>
                <c:pt idx="90250">
                  <c:v>45352.595138888893</c:v>
                </c:pt>
                <c:pt idx="90251">
                  <c:v>45807.904166666667</c:v>
                </c:pt>
                <c:pt idx="90252">
                  <c:v>45842.822916666657</c:v>
                </c:pt>
                <c:pt idx="90253">
                  <c:v>45879.736805555563</c:v>
                </c:pt>
                <c:pt idx="90254">
                  <c:v>45805.621527777781</c:v>
                </c:pt>
                <c:pt idx="90255">
                  <c:v>45759.425000000003</c:v>
                </c:pt>
                <c:pt idx="90256">
                  <c:v>45786.645833333343</c:v>
                </c:pt>
                <c:pt idx="90257">
                  <c:v>45764.806944444441</c:v>
                </c:pt>
                <c:pt idx="90258">
                  <c:v>45746.59375</c:v>
                </c:pt>
                <c:pt idx="90259">
                  <c:v>45821.56527777778</c:v>
                </c:pt>
                <c:pt idx="90260">
                  <c:v>45608.265277777777</c:v>
                </c:pt>
                <c:pt idx="90261">
                  <c:v>45779.488888888889</c:v>
                </c:pt>
                <c:pt idx="90262">
                  <c:v>45530.524305555547</c:v>
                </c:pt>
                <c:pt idx="90263">
                  <c:v>45571.59097222222</c:v>
                </c:pt>
                <c:pt idx="90264">
                  <c:v>45694.486111111109</c:v>
                </c:pt>
                <c:pt idx="90265">
                  <c:v>45500.752083333333</c:v>
                </c:pt>
                <c:pt idx="90266">
                  <c:v>45894.837500000001</c:v>
                </c:pt>
                <c:pt idx="90267">
                  <c:v>45890.835416666669</c:v>
                </c:pt>
                <c:pt idx="90268">
                  <c:v>45897.886805555558</c:v>
                </c:pt>
                <c:pt idx="90269">
                  <c:v>45902.796527777777</c:v>
                </c:pt>
                <c:pt idx="90270">
                  <c:v>45919.856944444437</c:v>
                </c:pt>
                <c:pt idx="90271">
                  <c:v>45878.638194444437</c:v>
                </c:pt>
                <c:pt idx="90272">
                  <c:v>45965.947222222218</c:v>
                </c:pt>
                <c:pt idx="90273">
                  <c:v>45931.755555555559</c:v>
                </c:pt>
                <c:pt idx="90274">
                  <c:v>45777.675694444442</c:v>
                </c:pt>
                <c:pt idx="90275">
                  <c:v>45639.448611111111</c:v>
                </c:pt>
                <c:pt idx="90276">
                  <c:v>45671.759027777778</c:v>
                </c:pt>
                <c:pt idx="90277">
                  <c:v>45558.342361111107</c:v>
                </c:pt>
                <c:pt idx="90278">
                  <c:v>45311.658333333333</c:v>
                </c:pt>
                <c:pt idx="90279">
                  <c:v>45692.82708333333</c:v>
                </c:pt>
                <c:pt idx="90280">
                  <c:v>45427.769444444442</c:v>
                </c:pt>
                <c:pt idx="90281">
                  <c:v>45780.402777777781</c:v>
                </c:pt>
                <c:pt idx="90282">
                  <c:v>45459.640972222223</c:v>
                </c:pt>
                <c:pt idx="90283">
                  <c:v>45484.723611111112</c:v>
                </c:pt>
                <c:pt idx="90284">
                  <c:v>45545.927777777782</c:v>
                </c:pt>
                <c:pt idx="90285">
                  <c:v>45444.841666666667</c:v>
                </c:pt>
                <c:pt idx="90286">
                  <c:v>45629.445138888892</c:v>
                </c:pt>
                <c:pt idx="90287">
                  <c:v>45627.927083333343</c:v>
                </c:pt>
                <c:pt idx="90288">
                  <c:v>45430.677083333343</c:v>
                </c:pt>
                <c:pt idx="90289">
                  <c:v>46007.668055555558</c:v>
                </c:pt>
                <c:pt idx="90290">
                  <c:v>45965.474999999999</c:v>
                </c:pt>
                <c:pt idx="90291">
                  <c:v>46007.902777777781</c:v>
                </c:pt>
                <c:pt idx="90292">
                  <c:v>45878.606944444437</c:v>
                </c:pt>
                <c:pt idx="90293">
                  <c:v>45774.685416666667</c:v>
                </c:pt>
                <c:pt idx="90294">
                  <c:v>45817.868750000001</c:v>
                </c:pt>
                <c:pt idx="90295">
                  <c:v>45309.801388888889</c:v>
                </c:pt>
                <c:pt idx="90296">
                  <c:v>45958.619444444441</c:v>
                </c:pt>
                <c:pt idx="90297">
                  <c:v>45927.586111111108</c:v>
                </c:pt>
                <c:pt idx="90298">
                  <c:v>45652.433333333327</c:v>
                </c:pt>
                <c:pt idx="90299">
                  <c:v>45728.713194444441</c:v>
                </c:pt>
                <c:pt idx="90300">
                  <c:v>45622.741666666669</c:v>
                </c:pt>
                <c:pt idx="90301">
                  <c:v>45844.37222222222</c:v>
                </c:pt>
                <c:pt idx="90302">
                  <c:v>45950.506944444453</c:v>
                </c:pt>
                <c:pt idx="90303">
                  <c:v>45906.274305555547</c:v>
                </c:pt>
                <c:pt idx="90304">
                  <c:v>45923.293749999997</c:v>
                </c:pt>
                <c:pt idx="90305">
                  <c:v>45600.340277777781</c:v>
                </c:pt>
                <c:pt idx="90306">
                  <c:v>45576.293055555558</c:v>
                </c:pt>
                <c:pt idx="90307">
                  <c:v>45618.320138888892</c:v>
                </c:pt>
                <c:pt idx="90308">
                  <c:v>45842.836805555547</c:v>
                </c:pt>
                <c:pt idx="90309">
                  <c:v>45961.336805555547</c:v>
                </c:pt>
                <c:pt idx="90310">
                  <c:v>45879.550694444442</c:v>
                </c:pt>
                <c:pt idx="90311">
                  <c:v>45926.92083333333</c:v>
                </c:pt>
                <c:pt idx="90312">
                  <c:v>45787.633333333331</c:v>
                </c:pt>
                <c:pt idx="90313">
                  <c:v>45916.411111111112</c:v>
                </c:pt>
                <c:pt idx="90314">
                  <c:v>45962.772222222222</c:v>
                </c:pt>
                <c:pt idx="90315">
                  <c:v>45877.563194444447</c:v>
                </c:pt>
                <c:pt idx="90316">
                  <c:v>45844.722222222219</c:v>
                </c:pt>
                <c:pt idx="90317">
                  <c:v>46017.602777777778</c:v>
                </c:pt>
                <c:pt idx="90318">
                  <c:v>45380.772222222222</c:v>
                </c:pt>
                <c:pt idx="90319">
                  <c:v>45632.511111111111</c:v>
                </c:pt>
                <c:pt idx="90320">
                  <c:v>45790.804861111108</c:v>
                </c:pt>
                <c:pt idx="90321">
                  <c:v>45596.334027777782</c:v>
                </c:pt>
                <c:pt idx="90322">
                  <c:v>45567.690972222219</c:v>
                </c:pt>
                <c:pt idx="90323">
                  <c:v>45590.950694444437</c:v>
                </c:pt>
                <c:pt idx="90324">
                  <c:v>45657.363888888889</c:v>
                </c:pt>
                <c:pt idx="90325">
                  <c:v>45562.113194444442</c:v>
                </c:pt>
                <c:pt idx="90326">
                  <c:v>45778.597916666673</c:v>
                </c:pt>
                <c:pt idx="90327">
                  <c:v>45887.561805555553</c:v>
                </c:pt>
                <c:pt idx="90328">
                  <c:v>45778.597916666673</c:v>
                </c:pt>
                <c:pt idx="90329">
                  <c:v>45868.523611111108</c:v>
                </c:pt>
                <c:pt idx="90330">
                  <c:v>46013.612500000003</c:v>
                </c:pt>
                <c:pt idx="90331">
                  <c:v>45913.38958333333</c:v>
                </c:pt>
                <c:pt idx="90332">
                  <c:v>45868.523611111108</c:v>
                </c:pt>
                <c:pt idx="90333">
                  <c:v>45943.583333333343</c:v>
                </c:pt>
                <c:pt idx="90334">
                  <c:v>45943.583333333343</c:v>
                </c:pt>
                <c:pt idx="90335">
                  <c:v>45887.561805555553</c:v>
                </c:pt>
                <c:pt idx="90336">
                  <c:v>45913.38958333333</c:v>
                </c:pt>
                <c:pt idx="90337">
                  <c:v>46013.612500000003</c:v>
                </c:pt>
                <c:pt idx="90338">
                  <c:v>45327.395833333343</c:v>
                </c:pt>
                <c:pt idx="90339">
                  <c:v>45918.963888888888</c:v>
                </c:pt>
                <c:pt idx="90340">
                  <c:v>45698.803472222222</c:v>
                </c:pt>
                <c:pt idx="90341">
                  <c:v>45928.353472222218</c:v>
                </c:pt>
                <c:pt idx="90342">
                  <c:v>45820.061805555553</c:v>
                </c:pt>
                <c:pt idx="90343">
                  <c:v>45738.237500000003</c:v>
                </c:pt>
                <c:pt idx="90344">
                  <c:v>45738.237500000003</c:v>
                </c:pt>
                <c:pt idx="90345">
                  <c:v>45820.061805555553</c:v>
                </c:pt>
                <c:pt idx="90346">
                  <c:v>45429.298611111109</c:v>
                </c:pt>
                <c:pt idx="90347">
                  <c:v>45456.270833333343</c:v>
                </c:pt>
                <c:pt idx="90348">
                  <c:v>45512.597222222219</c:v>
                </c:pt>
                <c:pt idx="90349">
                  <c:v>45821.316666666673</c:v>
                </c:pt>
                <c:pt idx="90350">
                  <c:v>45520.269444444442</c:v>
                </c:pt>
                <c:pt idx="90351">
                  <c:v>45478.460416666669</c:v>
                </c:pt>
                <c:pt idx="90352">
                  <c:v>45843.649305555547</c:v>
                </c:pt>
                <c:pt idx="90353">
                  <c:v>45920.986111111109</c:v>
                </c:pt>
                <c:pt idx="90354">
                  <c:v>45970.547222222223</c:v>
                </c:pt>
                <c:pt idx="90355">
                  <c:v>45923.492361111108</c:v>
                </c:pt>
                <c:pt idx="90356">
                  <c:v>45481.339583333327</c:v>
                </c:pt>
                <c:pt idx="90357">
                  <c:v>45414.455555555563</c:v>
                </c:pt>
                <c:pt idx="90358">
                  <c:v>45874.509722222218</c:v>
                </c:pt>
                <c:pt idx="90359">
                  <c:v>45654.225694444453</c:v>
                </c:pt>
                <c:pt idx="90360">
                  <c:v>45904.271527777782</c:v>
                </c:pt>
                <c:pt idx="90361">
                  <c:v>45959.716666666667</c:v>
                </c:pt>
                <c:pt idx="90362">
                  <c:v>45991.550694444442</c:v>
                </c:pt>
                <c:pt idx="90363">
                  <c:v>45903.73541666667</c:v>
                </c:pt>
                <c:pt idx="90364">
                  <c:v>45947.082638888889</c:v>
                </c:pt>
                <c:pt idx="90365">
                  <c:v>45978.438888888893</c:v>
                </c:pt>
                <c:pt idx="90366">
                  <c:v>45989.762499999997</c:v>
                </c:pt>
                <c:pt idx="90367">
                  <c:v>45644.612500000003</c:v>
                </c:pt>
                <c:pt idx="90368">
                  <c:v>45917.72152777778</c:v>
                </c:pt>
                <c:pt idx="90369">
                  <c:v>45321.668749999997</c:v>
                </c:pt>
                <c:pt idx="90370">
                  <c:v>45656.836805555547</c:v>
                </c:pt>
                <c:pt idx="90371">
                  <c:v>45975.042361111111</c:v>
                </c:pt>
                <c:pt idx="90372">
                  <c:v>45975.042361111111</c:v>
                </c:pt>
                <c:pt idx="90373">
                  <c:v>45975.042361111111</c:v>
                </c:pt>
                <c:pt idx="90374">
                  <c:v>45975.042361111111</c:v>
                </c:pt>
                <c:pt idx="90375">
                  <c:v>45975.042361111111</c:v>
                </c:pt>
                <c:pt idx="90376">
                  <c:v>45705.045138888891</c:v>
                </c:pt>
                <c:pt idx="90377">
                  <c:v>45705.045138888891</c:v>
                </c:pt>
                <c:pt idx="90378">
                  <c:v>45705.045138888891</c:v>
                </c:pt>
                <c:pt idx="90379">
                  <c:v>45975.042361111111</c:v>
                </c:pt>
                <c:pt idx="90380">
                  <c:v>45669.828472222223</c:v>
                </c:pt>
                <c:pt idx="90381">
                  <c:v>45705.045138888891</c:v>
                </c:pt>
                <c:pt idx="90382">
                  <c:v>45849.479861111111</c:v>
                </c:pt>
                <c:pt idx="90383">
                  <c:v>45849.479861111111</c:v>
                </c:pt>
                <c:pt idx="90384">
                  <c:v>45849.479861111111</c:v>
                </c:pt>
                <c:pt idx="90385">
                  <c:v>45849.479861111111</c:v>
                </c:pt>
                <c:pt idx="90386">
                  <c:v>45849.479861111111</c:v>
                </c:pt>
                <c:pt idx="90387">
                  <c:v>45625.352777777778</c:v>
                </c:pt>
                <c:pt idx="90388">
                  <c:v>45625.352777777778</c:v>
                </c:pt>
                <c:pt idx="90389">
                  <c:v>45625.352777777778</c:v>
                </c:pt>
                <c:pt idx="90390">
                  <c:v>45625.352777777778</c:v>
                </c:pt>
                <c:pt idx="90391">
                  <c:v>45625.352777777778</c:v>
                </c:pt>
                <c:pt idx="90392">
                  <c:v>45625.352777777778</c:v>
                </c:pt>
                <c:pt idx="90393">
                  <c:v>45669.828472222223</c:v>
                </c:pt>
                <c:pt idx="90394">
                  <c:v>45669.828472222223</c:v>
                </c:pt>
                <c:pt idx="90395">
                  <c:v>45669.828472222223</c:v>
                </c:pt>
                <c:pt idx="90396">
                  <c:v>45669.828472222223</c:v>
                </c:pt>
                <c:pt idx="90397">
                  <c:v>45669.828472222223</c:v>
                </c:pt>
                <c:pt idx="90398">
                  <c:v>45669.828472222223</c:v>
                </c:pt>
                <c:pt idx="90399">
                  <c:v>45705.045138888891</c:v>
                </c:pt>
                <c:pt idx="90400">
                  <c:v>45705.045138888891</c:v>
                </c:pt>
                <c:pt idx="90401">
                  <c:v>45705.045138888891</c:v>
                </c:pt>
                <c:pt idx="90402">
                  <c:v>45625.352777777778</c:v>
                </c:pt>
                <c:pt idx="90403">
                  <c:v>45975.042361111111</c:v>
                </c:pt>
                <c:pt idx="90404">
                  <c:v>45587.770138888889</c:v>
                </c:pt>
                <c:pt idx="90405">
                  <c:v>45587.770138888889</c:v>
                </c:pt>
                <c:pt idx="90406">
                  <c:v>45890.043055555558</c:v>
                </c:pt>
                <c:pt idx="90407">
                  <c:v>45922.45</c:v>
                </c:pt>
                <c:pt idx="90408">
                  <c:v>45890.043055555558</c:v>
                </c:pt>
                <c:pt idx="90409">
                  <c:v>45890.043055555558</c:v>
                </c:pt>
                <c:pt idx="90410">
                  <c:v>45890.043055555558</c:v>
                </c:pt>
                <c:pt idx="90411">
                  <c:v>45922.45</c:v>
                </c:pt>
                <c:pt idx="90412">
                  <c:v>45815.094444444447</c:v>
                </c:pt>
                <c:pt idx="90413">
                  <c:v>45922.45</c:v>
                </c:pt>
                <c:pt idx="90414">
                  <c:v>45922.45</c:v>
                </c:pt>
                <c:pt idx="90415">
                  <c:v>45922.45</c:v>
                </c:pt>
                <c:pt idx="90416">
                  <c:v>45774.118055555547</c:v>
                </c:pt>
                <c:pt idx="90417">
                  <c:v>45922.45</c:v>
                </c:pt>
                <c:pt idx="90418">
                  <c:v>45815.094444444447</c:v>
                </c:pt>
                <c:pt idx="90419">
                  <c:v>45815.094444444447</c:v>
                </c:pt>
                <c:pt idx="90420">
                  <c:v>45815.094444444447</c:v>
                </c:pt>
                <c:pt idx="90421">
                  <c:v>45738.981249999997</c:v>
                </c:pt>
                <c:pt idx="90422">
                  <c:v>45738.981249999997</c:v>
                </c:pt>
                <c:pt idx="90423">
                  <c:v>45738.981249999997</c:v>
                </c:pt>
                <c:pt idx="90424">
                  <c:v>45738.981249999997</c:v>
                </c:pt>
                <c:pt idx="90425">
                  <c:v>45738.981249999997</c:v>
                </c:pt>
                <c:pt idx="90426">
                  <c:v>45738.981249999997</c:v>
                </c:pt>
                <c:pt idx="90427">
                  <c:v>45738.981249999997</c:v>
                </c:pt>
                <c:pt idx="90428">
                  <c:v>45774.118055555547</c:v>
                </c:pt>
                <c:pt idx="90429">
                  <c:v>45774.118055555547</c:v>
                </c:pt>
                <c:pt idx="90430">
                  <c:v>45815.094444444447</c:v>
                </c:pt>
                <c:pt idx="90431">
                  <c:v>45815.094444444447</c:v>
                </c:pt>
                <c:pt idx="90432">
                  <c:v>45815.094444444447</c:v>
                </c:pt>
                <c:pt idx="90433">
                  <c:v>45774.118055555547</c:v>
                </c:pt>
                <c:pt idx="90434">
                  <c:v>45922.45</c:v>
                </c:pt>
                <c:pt idx="90435">
                  <c:v>45774.118055555547</c:v>
                </c:pt>
                <c:pt idx="90436">
                  <c:v>45849.479861111111</c:v>
                </c:pt>
                <c:pt idx="90437">
                  <c:v>45774.118055555547</c:v>
                </c:pt>
                <c:pt idx="90438">
                  <c:v>45587.770138888889</c:v>
                </c:pt>
                <c:pt idx="90439">
                  <c:v>45849.479861111111</c:v>
                </c:pt>
                <c:pt idx="90440">
                  <c:v>45587.770138888889</c:v>
                </c:pt>
                <c:pt idx="90441">
                  <c:v>45587.770138888889</c:v>
                </c:pt>
                <c:pt idx="90442">
                  <c:v>45587.770138888889</c:v>
                </c:pt>
                <c:pt idx="90443">
                  <c:v>45587.770138888889</c:v>
                </c:pt>
                <c:pt idx="90444">
                  <c:v>46002.45</c:v>
                </c:pt>
                <c:pt idx="90445">
                  <c:v>46002.45</c:v>
                </c:pt>
                <c:pt idx="90446">
                  <c:v>46002.45</c:v>
                </c:pt>
                <c:pt idx="90447">
                  <c:v>46002.45</c:v>
                </c:pt>
                <c:pt idx="90448">
                  <c:v>46002.45</c:v>
                </c:pt>
                <c:pt idx="90449">
                  <c:v>45890.043055555558</c:v>
                </c:pt>
                <c:pt idx="90450">
                  <c:v>46002.45</c:v>
                </c:pt>
                <c:pt idx="90451">
                  <c:v>45774.118055555547</c:v>
                </c:pt>
                <c:pt idx="90452">
                  <c:v>46002.45</c:v>
                </c:pt>
                <c:pt idx="90453">
                  <c:v>45890.043055555558</c:v>
                </c:pt>
                <c:pt idx="90454">
                  <c:v>45890.043055555558</c:v>
                </c:pt>
                <c:pt idx="90455">
                  <c:v>45873.65902777778</c:v>
                </c:pt>
                <c:pt idx="90456">
                  <c:v>46020.798611111109</c:v>
                </c:pt>
                <c:pt idx="90457">
                  <c:v>45948.474999999999</c:v>
                </c:pt>
                <c:pt idx="90458">
                  <c:v>45782.553472222222</c:v>
                </c:pt>
                <c:pt idx="90459">
                  <c:v>45961.661111111112</c:v>
                </c:pt>
                <c:pt idx="90460">
                  <c:v>45328.820833333331</c:v>
                </c:pt>
                <c:pt idx="90461">
                  <c:v>45397.314583333333</c:v>
                </c:pt>
                <c:pt idx="90462">
                  <c:v>45614.673611111109</c:v>
                </c:pt>
                <c:pt idx="90463">
                  <c:v>45520.728472222218</c:v>
                </c:pt>
                <c:pt idx="90464">
                  <c:v>45977.53402777778</c:v>
                </c:pt>
                <c:pt idx="90465">
                  <c:v>45493.464583333327</c:v>
                </c:pt>
                <c:pt idx="90466">
                  <c:v>45703.447222222218</c:v>
                </c:pt>
                <c:pt idx="90467">
                  <c:v>45548.51458333333</c:v>
                </c:pt>
                <c:pt idx="90468">
                  <c:v>46002.597222222219</c:v>
                </c:pt>
                <c:pt idx="90469">
                  <c:v>46005.524305555547</c:v>
                </c:pt>
                <c:pt idx="90470">
                  <c:v>45956.647916666669</c:v>
                </c:pt>
                <c:pt idx="90471">
                  <c:v>45938.673611111109</c:v>
                </c:pt>
                <c:pt idx="90472">
                  <c:v>45974.472222222219</c:v>
                </c:pt>
                <c:pt idx="90473">
                  <c:v>46011.59375</c:v>
                </c:pt>
                <c:pt idx="90474">
                  <c:v>45877.754166666673</c:v>
                </c:pt>
                <c:pt idx="90475">
                  <c:v>45886.691666666673</c:v>
                </c:pt>
                <c:pt idx="90476">
                  <c:v>45931.489583333343</c:v>
                </c:pt>
                <c:pt idx="90477">
                  <c:v>46008.543749999997</c:v>
                </c:pt>
                <c:pt idx="90478">
                  <c:v>46013.309027777781</c:v>
                </c:pt>
                <c:pt idx="90479">
                  <c:v>45944.488888888889</c:v>
                </c:pt>
                <c:pt idx="90480">
                  <c:v>45964.747916666667</c:v>
                </c:pt>
                <c:pt idx="90481">
                  <c:v>45979.461111111108</c:v>
                </c:pt>
                <c:pt idx="90482">
                  <c:v>45986.6</c:v>
                </c:pt>
                <c:pt idx="90483">
                  <c:v>46007.836111111108</c:v>
                </c:pt>
                <c:pt idx="90484">
                  <c:v>45896.529166666667</c:v>
                </c:pt>
                <c:pt idx="90485">
                  <c:v>45326.751388888893</c:v>
                </c:pt>
                <c:pt idx="90486">
                  <c:v>45834.277083333327</c:v>
                </c:pt>
                <c:pt idx="90487">
                  <c:v>45622.894444444442</c:v>
                </c:pt>
                <c:pt idx="90488">
                  <c:v>45984.436111111107</c:v>
                </c:pt>
                <c:pt idx="90489">
                  <c:v>45973.503472222219</c:v>
                </c:pt>
                <c:pt idx="90490">
                  <c:v>45953.882638888892</c:v>
                </c:pt>
                <c:pt idx="90491">
                  <c:v>45940.288194444453</c:v>
                </c:pt>
                <c:pt idx="90492">
                  <c:v>45990.606944444437</c:v>
                </c:pt>
                <c:pt idx="90493">
                  <c:v>46009.772916666669</c:v>
                </c:pt>
                <c:pt idx="90494">
                  <c:v>45926.166666666657</c:v>
                </c:pt>
                <c:pt idx="90495">
                  <c:v>45880.582638888889</c:v>
                </c:pt>
                <c:pt idx="90496">
                  <c:v>45908.453472222223</c:v>
                </c:pt>
                <c:pt idx="90497">
                  <c:v>45963.839583333327</c:v>
                </c:pt>
                <c:pt idx="90498">
                  <c:v>45355.785416666673</c:v>
                </c:pt>
                <c:pt idx="90499">
                  <c:v>45349.92083333333</c:v>
                </c:pt>
                <c:pt idx="90500">
                  <c:v>45809.373611111107</c:v>
                </c:pt>
                <c:pt idx="90501">
                  <c:v>45541.53402777778</c:v>
                </c:pt>
                <c:pt idx="90502">
                  <c:v>45963.53402777778</c:v>
                </c:pt>
                <c:pt idx="90503">
                  <c:v>45371.538194444453</c:v>
                </c:pt>
                <c:pt idx="90504">
                  <c:v>45914.527777777781</c:v>
                </c:pt>
                <c:pt idx="90505">
                  <c:v>45774.747916666667</c:v>
                </c:pt>
                <c:pt idx="90506">
                  <c:v>45591.896527777782</c:v>
                </c:pt>
                <c:pt idx="90507">
                  <c:v>45946.645833333343</c:v>
                </c:pt>
                <c:pt idx="90508">
                  <c:v>45981.629166666673</c:v>
                </c:pt>
                <c:pt idx="90509">
                  <c:v>46010.464583333327</c:v>
                </c:pt>
                <c:pt idx="90510">
                  <c:v>45945.62222222222</c:v>
                </c:pt>
                <c:pt idx="90511">
                  <c:v>45456.522916666669</c:v>
                </c:pt>
                <c:pt idx="90512">
                  <c:v>45669.520833333343</c:v>
                </c:pt>
                <c:pt idx="90513">
                  <c:v>45773.475694444453</c:v>
                </c:pt>
                <c:pt idx="90514">
                  <c:v>45697.279166666667</c:v>
                </c:pt>
                <c:pt idx="90515">
                  <c:v>45501.811111111107</c:v>
                </c:pt>
                <c:pt idx="90516">
                  <c:v>45560.557638888888</c:v>
                </c:pt>
                <c:pt idx="90517">
                  <c:v>45563.054861111108</c:v>
                </c:pt>
                <c:pt idx="90518">
                  <c:v>45623.102777777778</c:v>
                </c:pt>
                <c:pt idx="90519">
                  <c:v>45731.079861111109</c:v>
                </c:pt>
                <c:pt idx="90520">
                  <c:v>45679.493055555547</c:v>
                </c:pt>
                <c:pt idx="90521">
                  <c:v>45528.167361111111</c:v>
                </c:pt>
                <c:pt idx="90522">
                  <c:v>45602.768750000003</c:v>
                </c:pt>
                <c:pt idx="90523">
                  <c:v>45819.882638888892</c:v>
                </c:pt>
                <c:pt idx="90524">
                  <c:v>45389.713194444441</c:v>
                </c:pt>
                <c:pt idx="90525">
                  <c:v>45889.507638888892</c:v>
                </c:pt>
                <c:pt idx="90526">
                  <c:v>45835.686111111107</c:v>
                </c:pt>
                <c:pt idx="90527">
                  <c:v>45968.606944444437</c:v>
                </c:pt>
                <c:pt idx="90528">
                  <c:v>45686.731944444437</c:v>
                </c:pt>
                <c:pt idx="90529">
                  <c:v>45501.951388888891</c:v>
                </c:pt>
                <c:pt idx="90530">
                  <c:v>45923.756249999999</c:v>
                </c:pt>
                <c:pt idx="90531">
                  <c:v>45975.493055555547</c:v>
                </c:pt>
                <c:pt idx="90532">
                  <c:v>45792.736111111109</c:v>
                </c:pt>
                <c:pt idx="90533">
                  <c:v>45844.369444444441</c:v>
                </c:pt>
                <c:pt idx="90534">
                  <c:v>45343.660416666673</c:v>
                </c:pt>
                <c:pt idx="90535">
                  <c:v>45343.660416666673</c:v>
                </c:pt>
                <c:pt idx="90536">
                  <c:v>45343.660416666673</c:v>
                </c:pt>
                <c:pt idx="90537">
                  <c:v>45929.579861111109</c:v>
                </c:pt>
                <c:pt idx="90538">
                  <c:v>45929.579861111109</c:v>
                </c:pt>
                <c:pt idx="90539">
                  <c:v>45617.407638888893</c:v>
                </c:pt>
                <c:pt idx="90540">
                  <c:v>45929.579861111109</c:v>
                </c:pt>
                <c:pt idx="90541">
                  <c:v>45617.407638888893</c:v>
                </c:pt>
                <c:pt idx="90542">
                  <c:v>45617.407638888893</c:v>
                </c:pt>
                <c:pt idx="90543">
                  <c:v>45840.695833333331</c:v>
                </c:pt>
                <c:pt idx="90544">
                  <c:v>45840.695833333331</c:v>
                </c:pt>
                <c:pt idx="90545">
                  <c:v>45558.472916666673</c:v>
                </c:pt>
                <c:pt idx="90546">
                  <c:v>45840.695833333331</c:v>
                </c:pt>
                <c:pt idx="90547">
                  <c:v>45558.472916666673</c:v>
                </c:pt>
                <c:pt idx="90548">
                  <c:v>45558.472916666673</c:v>
                </c:pt>
                <c:pt idx="90549">
                  <c:v>45512.629861111112</c:v>
                </c:pt>
                <c:pt idx="90550">
                  <c:v>45512.629861111112</c:v>
                </c:pt>
                <c:pt idx="90551">
                  <c:v>45512.629861111112</c:v>
                </c:pt>
                <c:pt idx="90552">
                  <c:v>45883.557638888888</c:v>
                </c:pt>
                <c:pt idx="90553">
                  <c:v>45586.450694444437</c:v>
                </c:pt>
                <c:pt idx="90554">
                  <c:v>45586.450694444437</c:v>
                </c:pt>
                <c:pt idx="90555">
                  <c:v>45377.632638888892</c:v>
                </c:pt>
                <c:pt idx="90556">
                  <c:v>45883.557638888888</c:v>
                </c:pt>
                <c:pt idx="90557">
                  <c:v>45586.450694444437</c:v>
                </c:pt>
                <c:pt idx="90558">
                  <c:v>45377.632638888892</c:v>
                </c:pt>
                <c:pt idx="90559">
                  <c:v>45377.632638888892</c:v>
                </c:pt>
                <c:pt idx="90560">
                  <c:v>45883.557638888888</c:v>
                </c:pt>
                <c:pt idx="90561">
                  <c:v>45798.51458333333</c:v>
                </c:pt>
                <c:pt idx="90562">
                  <c:v>45823.615277777782</c:v>
                </c:pt>
                <c:pt idx="90563">
                  <c:v>45757.422222222223</c:v>
                </c:pt>
                <c:pt idx="90564">
                  <c:v>45740.504166666673</c:v>
                </c:pt>
                <c:pt idx="90565">
                  <c:v>46000.820138888892</c:v>
                </c:pt>
                <c:pt idx="90566">
                  <c:v>45851.642361111109</c:v>
                </c:pt>
                <c:pt idx="90567">
                  <c:v>45974.80972222222</c:v>
                </c:pt>
                <c:pt idx="90568">
                  <c:v>45931.470833333333</c:v>
                </c:pt>
                <c:pt idx="90569">
                  <c:v>45582.417361111111</c:v>
                </c:pt>
                <c:pt idx="90570">
                  <c:v>45623.390277777777</c:v>
                </c:pt>
                <c:pt idx="90571">
                  <c:v>45833.673611111109</c:v>
                </c:pt>
                <c:pt idx="90572">
                  <c:v>45591.530555555553</c:v>
                </c:pt>
                <c:pt idx="90573">
                  <c:v>45601.366666666669</c:v>
                </c:pt>
                <c:pt idx="90574">
                  <c:v>45795.435416666667</c:v>
                </c:pt>
                <c:pt idx="90575">
                  <c:v>45817.570833333331</c:v>
                </c:pt>
                <c:pt idx="90576">
                  <c:v>46005.379861111112</c:v>
                </c:pt>
                <c:pt idx="90577">
                  <c:v>45472.667361111111</c:v>
                </c:pt>
                <c:pt idx="90578">
                  <c:v>45927.546527777777</c:v>
                </c:pt>
                <c:pt idx="90579">
                  <c:v>45954.009722222218</c:v>
                </c:pt>
                <c:pt idx="90580">
                  <c:v>45583.994444444441</c:v>
                </c:pt>
                <c:pt idx="90581">
                  <c:v>45593.72152777778</c:v>
                </c:pt>
                <c:pt idx="90582">
                  <c:v>45777.909722222219</c:v>
                </c:pt>
                <c:pt idx="90583">
                  <c:v>45878.352777777778</c:v>
                </c:pt>
                <c:pt idx="90584">
                  <c:v>45657.000694444447</c:v>
                </c:pt>
                <c:pt idx="90585">
                  <c:v>46011.993750000001</c:v>
                </c:pt>
                <c:pt idx="90586">
                  <c:v>45959.090277777781</c:v>
                </c:pt>
                <c:pt idx="90587">
                  <c:v>45895.852777777778</c:v>
                </c:pt>
                <c:pt idx="90588">
                  <c:v>45897.439583333333</c:v>
                </c:pt>
                <c:pt idx="90589">
                  <c:v>45378.574999999997</c:v>
                </c:pt>
                <c:pt idx="90590">
                  <c:v>45346.790277777778</c:v>
                </c:pt>
                <c:pt idx="90591">
                  <c:v>45623.438194444447</c:v>
                </c:pt>
                <c:pt idx="90592">
                  <c:v>45615.84097222222</c:v>
                </c:pt>
                <c:pt idx="90593">
                  <c:v>45594.143055555563</c:v>
                </c:pt>
                <c:pt idx="90594">
                  <c:v>45655.054166666669</c:v>
                </c:pt>
                <c:pt idx="90595">
                  <c:v>45787.682638888888</c:v>
                </c:pt>
                <c:pt idx="90596">
                  <c:v>45664.590277777781</c:v>
                </c:pt>
                <c:pt idx="90597">
                  <c:v>45310.457638888889</c:v>
                </c:pt>
                <c:pt idx="90598">
                  <c:v>45656.439583333333</c:v>
                </c:pt>
                <c:pt idx="90599">
                  <c:v>45912.546527777777</c:v>
                </c:pt>
                <c:pt idx="90600">
                  <c:v>45743.874305555553</c:v>
                </c:pt>
                <c:pt idx="90601">
                  <c:v>45739.42083333333</c:v>
                </c:pt>
                <c:pt idx="90602">
                  <c:v>45768.393750000003</c:v>
                </c:pt>
                <c:pt idx="90603">
                  <c:v>45697.57708333333</c:v>
                </c:pt>
                <c:pt idx="90604">
                  <c:v>45814.499305555553</c:v>
                </c:pt>
                <c:pt idx="90605">
                  <c:v>45629.529861111107</c:v>
                </c:pt>
                <c:pt idx="90606">
                  <c:v>45732.551388888889</c:v>
                </c:pt>
                <c:pt idx="90607">
                  <c:v>45809.40347222222</c:v>
                </c:pt>
                <c:pt idx="90608">
                  <c:v>45623.612500000003</c:v>
                </c:pt>
                <c:pt idx="90609">
                  <c:v>45698.740972222222</c:v>
                </c:pt>
                <c:pt idx="90610">
                  <c:v>45741.344444444447</c:v>
                </c:pt>
                <c:pt idx="90611">
                  <c:v>45949.759027777778</c:v>
                </c:pt>
                <c:pt idx="90612">
                  <c:v>45442.499305555553</c:v>
                </c:pt>
                <c:pt idx="90613">
                  <c:v>45449.895833333343</c:v>
                </c:pt>
                <c:pt idx="90614">
                  <c:v>45316.064583333333</c:v>
                </c:pt>
                <c:pt idx="90615">
                  <c:v>45688.795138888891</c:v>
                </c:pt>
                <c:pt idx="90616">
                  <c:v>45438.411805555559</c:v>
                </c:pt>
                <c:pt idx="90617">
                  <c:v>45929.741666666669</c:v>
                </c:pt>
                <c:pt idx="90618">
                  <c:v>45884.831944444442</c:v>
                </c:pt>
                <c:pt idx="90619">
                  <c:v>45832.904166666667</c:v>
                </c:pt>
                <c:pt idx="90620">
                  <c:v>45560.634027777778</c:v>
                </c:pt>
                <c:pt idx="90621">
                  <c:v>45330.445138888892</c:v>
                </c:pt>
                <c:pt idx="90622">
                  <c:v>45731.461111111108</c:v>
                </c:pt>
                <c:pt idx="90623">
                  <c:v>46002.922222222223</c:v>
                </c:pt>
                <c:pt idx="90624">
                  <c:v>45945.618750000001</c:v>
                </c:pt>
                <c:pt idx="90625">
                  <c:v>45817.661805555559</c:v>
                </c:pt>
                <c:pt idx="90626">
                  <c:v>45741.75</c:v>
                </c:pt>
                <c:pt idx="90627">
                  <c:v>45831.553472222222</c:v>
                </c:pt>
                <c:pt idx="90628">
                  <c:v>45688.65625</c:v>
                </c:pt>
                <c:pt idx="90629">
                  <c:v>45767.643750000003</c:v>
                </c:pt>
                <c:pt idx="90630">
                  <c:v>45714.640972222223</c:v>
                </c:pt>
                <c:pt idx="90631">
                  <c:v>45854.670138888891</c:v>
                </c:pt>
                <c:pt idx="90632">
                  <c:v>46007.294444444437</c:v>
                </c:pt>
                <c:pt idx="90633">
                  <c:v>46009.584722222222</c:v>
                </c:pt>
                <c:pt idx="90634">
                  <c:v>46013.262499999997</c:v>
                </c:pt>
                <c:pt idx="90635">
                  <c:v>45424.839583333327</c:v>
                </c:pt>
                <c:pt idx="90636">
                  <c:v>45971.45208333333</c:v>
                </c:pt>
                <c:pt idx="90637">
                  <c:v>45633.557638888888</c:v>
                </c:pt>
                <c:pt idx="90638">
                  <c:v>45987.765972222223</c:v>
                </c:pt>
                <c:pt idx="90639">
                  <c:v>45683.45</c:v>
                </c:pt>
                <c:pt idx="90640">
                  <c:v>45715.365972222222</c:v>
                </c:pt>
                <c:pt idx="90641">
                  <c:v>45735.45</c:v>
                </c:pt>
                <c:pt idx="90642">
                  <c:v>45700.894444444442</c:v>
                </c:pt>
                <c:pt idx="90643">
                  <c:v>45660.935416666667</c:v>
                </c:pt>
                <c:pt idx="90644">
                  <c:v>45583.984722222223</c:v>
                </c:pt>
                <c:pt idx="90645">
                  <c:v>45957.027083333327</c:v>
                </c:pt>
                <c:pt idx="90646">
                  <c:v>45823.67291666667</c:v>
                </c:pt>
                <c:pt idx="90647">
                  <c:v>45960.490972222222</c:v>
                </c:pt>
                <c:pt idx="90648">
                  <c:v>45664.304861111108</c:v>
                </c:pt>
                <c:pt idx="90649">
                  <c:v>45449.040277777778</c:v>
                </c:pt>
                <c:pt idx="90650">
                  <c:v>46021.893055555563</c:v>
                </c:pt>
                <c:pt idx="90651">
                  <c:v>45812.854861111111</c:v>
                </c:pt>
                <c:pt idx="90652">
                  <c:v>45448.231944444437</c:v>
                </c:pt>
                <c:pt idx="90653">
                  <c:v>45448.231944444437</c:v>
                </c:pt>
                <c:pt idx="90654">
                  <c:v>45448.231944444437</c:v>
                </c:pt>
                <c:pt idx="90655">
                  <c:v>45812.854861111111</c:v>
                </c:pt>
                <c:pt idx="90656">
                  <c:v>45958.771527777782</c:v>
                </c:pt>
                <c:pt idx="90657">
                  <c:v>45331.555555555547</c:v>
                </c:pt>
                <c:pt idx="90658">
                  <c:v>45456.402777777781</c:v>
                </c:pt>
                <c:pt idx="90659">
                  <c:v>45456.402777777781</c:v>
                </c:pt>
                <c:pt idx="90660">
                  <c:v>45958.771527777782</c:v>
                </c:pt>
                <c:pt idx="90661">
                  <c:v>45958.771527777782</c:v>
                </c:pt>
                <c:pt idx="90662">
                  <c:v>45812.854861111111</c:v>
                </c:pt>
                <c:pt idx="90663">
                  <c:v>45975.79583333333</c:v>
                </c:pt>
                <c:pt idx="90664">
                  <c:v>45975.79583333333</c:v>
                </c:pt>
                <c:pt idx="90665">
                  <c:v>45331.555555555547</c:v>
                </c:pt>
                <c:pt idx="90666">
                  <c:v>45331.555555555547</c:v>
                </c:pt>
                <c:pt idx="90667">
                  <c:v>45975.79583333333</c:v>
                </c:pt>
                <c:pt idx="90668">
                  <c:v>45456.402777777781</c:v>
                </c:pt>
                <c:pt idx="90669">
                  <c:v>45885.490972222222</c:v>
                </c:pt>
                <c:pt idx="90670">
                  <c:v>45708.718055555553</c:v>
                </c:pt>
                <c:pt idx="90671">
                  <c:v>46006.867361111108</c:v>
                </c:pt>
                <c:pt idx="90672">
                  <c:v>45984.854166666657</c:v>
                </c:pt>
                <c:pt idx="90673">
                  <c:v>45713.859027777777</c:v>
                </c:pt>
                <c:pt idx="90674">
                  <c:v>45917.295138888891</c:v>
                </c:pt>
                <c:pt idx="90675">
                  <c:v>45514.84097222222</c:v>
                </c:pt>
                <c:pt idx="90676">
                  <c:v>46018.592361111107</c:v>
                </c:pt>
                <c:pt idx="90677">
                  <c:v>45918.745833333327</c:v>
                </c:pt>
                <c:pt idx="90678">
                  <c:v>45982.575694444437</c:v>
                </c:pt>
                <c:pt idx="90679">
                  <c:v>45859.945138888892</c:v>
                </c:pt>
                <c:pt idx="90680">
                  <c:v>45876.551388888889</c:v>
                </c:pt>
                <c:pt idx="90681">
                  <c:v>45674.974305555559</c:v>
                </c:pt>
                <c:pt idx="90682">
                  <c:v>45973.461805555547</c:v>
                </c:pt>
                <c:pt idx="90683">
                  <c:v>45778.87222222222</c:v>
                </c:pt>
                <c:pt idx="90684">
                  <c:v>45543.793055555558</c:v>
                </c:pt>
                <c:pt idx="90685">
                  <c:v>45507.07916666667</c:v>
                </c:pt>
                <c:pt idx="90686">
                  <c:v>45847.020138888889</c:v>
                </c:pt>
                <c:pt idx="90687">
                  <c:v>45988.758333333331</c:v>
                </c:pt>
                <c:pt idx="90688">
                  <c:v>45704.491666666669</c:v>
                </c:pt>
                <c:pt idx="90689">
                  <c:v>45782.73541666667</c:v>
                </c:pt>
                <c:pt idx="90690">
                  <c:v>45600.876388888893</c:v>
                </c:pt>
                <c:pt idx="90691">
                  <c:v>45543.51666666667</c:v>
                </c:pt>
                <c:pt idx="90692">
                  <c:v>45579.789583333331</c:v>
                </c:pt>
                <c:pt idx="90693">
                  <c:v>45560.794444444437</c:v>
                </c:pt>
                <c:pt idx="90694">
                  <c:v>45723.5625</c:v>
                </c:pt>
                <c:pt idx="90695">
                  <c:v>45621.923611111109</c:v>
                </c:pt>
                <c:pt idx="90696">
                  <c:v>45303.647222222222</c:v>
                </c:pt>
                <c:pt idx="90697">
                  <c:v>45775.568055555559</c:v>
                </c:pt>
                <c:pt idx="90698">
                  <c:v>45323.800694444442</c:v>
                </c:pt>
                <c:pt idx="90699">
                  <c:v>45992.195833333331</c:v>
                </c:pt>
                <c:pt idx="90700">
                  <c:v>45327.856944444437</c:v>
                </c:pt>
                <c:pt idx="90701">
                  <c:v>45939.307638888888</c:v>
                </c:pt>
                <c:pt idx="90702">
                  <c:v>45719.420138888891</c:v>
                </c:pt>
                <c:pt idx="90703">
                  <c:v>45373.79791666667</c:v>
                </c:pt>
                <c:pt idx="90704">
                  <c:v>45367.453472222223</c:v>
                </c:pt>
                <c:pt idx="90705">
                  <c:v>45888.931944444441</c:v>
                </c:pt>
                <c:pt idx="90706">
                  <c:v>45714.760416666657</c:v>
                </c:pt>
                <c:pt idx="90707">
                  <c:v>45521.422222222223</c:v>
                </c:pt>
                <c:pt idx="90708">
                  <c:v>45643.313194444447</c:v>
                </c:pt>
                <c:pt idx="90709">
                  <c:v>45455.911111111112</c:v>
                </c:pt>
                <c:pt idx="90710">
                  <c:v>45997.680555555547</c:v>
                </c:pt>
                <c:pt idx="90711">
                  <c:v>45765.369444444441</c:v>
                </c:pt>
                <c:pt idx="90712">
                  <c:v>45770.544444444437</c:v>
                </c:pt>
                <c:pt idx="90713">
                  <c:v>45814.875</c:v>
                </c:pt>
                <c:pt idx="90714">
                  <c:v>45634.845138888893</c:v>
                </c:pt>
                <c:pt idx="90715">
                  <c:v>45772.571527777778</c:v>
                </c:pt>
                <c:pt idx="90716">
                  <c:v>45770.472222222219</c:v>
                </c:pt>
                <c:pt idx="90717">
                  <c:v>45449.65902777778</c:v>
                </c:pt>
                <c:pt idx="90718">
                  <c:v>45741.734722222223</c:v>
                </c:pt>
                <c:pt idx="90719">
                  <c:v>46005.659722222219</c:v>
                </c:pt>
                <c:pt idx="90720">
                  <c:v>45902.572916666657</c:v>
                </c:pt>
                <c:pt idx="90721">
                  <c:v>45579.573611111111</c:v>
                </c:pt>
                <c:pt idx="90722">
                  <c:v>46003.508333333331</c:v>
                </c:pt>
                <c:pt idx="90723">
                  <c:v>45805.57916666667</c:v>
                </c:pt>
                <c:pt idx="90724">
                  <c:v>45871.464583333327</c:v>
                </c:pt>
                <c:pt idx="90725">
                  <c:v>45743.557638888888</c:v>
                </c:pt>
                <c:pt idx="90726">
                  <c:v>45939.269444444442</c:v>
                </c:pt>
                <c:pt idx="90727">
                  <c:v>45403.747916666667</c:v>
                </c:pt>
                <c:pt idx="90728">
                  <c:v>45293.50277777778</c:v>
                </c:pt>
                <c:pt idx="90729">
                  <c:v>46004.665277777778</c:v>
                </c:pt>
                <c:pt idx="90730">
                  <c:v>46011.388194444437</c:v>
                </c:pt>
                <c:pt idx="90731">
                  <c:v>45985.842361111107</c:v>
                </c:pt>
                <c:pt idx="90732">
                  <c:v>45745.419444444437</c:v>
                </c:pt>
                <c:pt idx="90733">
                  <c:v>45731.631944444453</c:v>
                </c:pt>
                <c:pt idx="90734">
                  <c:v>45733.539583333331</c:v>
                </c:pt>
                <c:pt idx="90735">
                  <c:v>45365.488888888889</c:v>
                </c:pt>
                <c:pt idx="90736">
                  <c:v>45662.340277777781</c:v>
                </c:pt>
                <c:pt idx="90737">
                  <c:v>45365.488888888889</c:v>
                </c:pt>
                <c:pt idx="90738">
                  <c:v>45825.54583333333</c:v>
                </c:pt>
                <c:pt idx="90739">
                  <c:v>45733.539583333331</c:v>
                </c:pt>
                <c:pt idx="90740">
                  <c:v>45379.167361111111</c:v>
                </c:pt>
                <c:pt idx="90741">
                  <c:v>45825.54583333333</c:v>
                </c:pt>
                <c:pt idx="90742">
                  <c:v>45734.536111111112</c:v>
                </c:pt>
                <c:pt idx="90743">
                  <c:v>45733.54791666667</c:v>
                </c:pt>
                <c:pt idx="90744">
                  <c:v>45733.54791666667</c:v>
                </c:pt>
                <c:pt idx="90745">
                  <c:v>45700.720833333333</c:v>
                </c:pt>
                <c:pt idx="90746">
                  <c:v>45731.631944444453</c:v>
                </c:pt>
                <c:pt idx="90747">
                  <c:v>45379.167361111111</c:v>
                </c:pt>
                <c:pt idx="90748">
                  <c:v>45734.536111111112</c:v>
                </c:pt>
                <c:pt idx="90749">
                  <c:v>45662.340277777781</c:v>
                </c:pt>
                <c:pt idx="90750">
                  <c:v>45700.720833333333</c:v>
                </c:pt>
                <c:pt idx="90751">
                  <c:v>45741.924305555563</c:v>
                </c:pt>
                <c:pt idx="90752">
                  <c:v>45636.727083333331</c:v>
                </c:pt>
                <c:pt idx="90753">
                  <c:v>45400.695138888892</c:v>
                </c:pt>
                <c:pt idx="90754">
                  <c:v>45879.885416666657</c:v>
                </c:pt>
                <c:pt idx="90755">
                  <c:v>45407.681944444441</c:v>
                </c:pt>
                <c:pt idx="90756">
                  <c:v>45924.630555555559</c:v>
                </c:pt>
                <c:pt idx="90757">
                  <c:v>45951.04791666667</c:v>
                </c:pt>
                <c:pt idx="90758">
                  <c:v>45876.074305555558</c:v>
                </c:pt>
                <c:pt idx="90759">
                  <c:v>45927.794444444437</c:v>
                </c:pt>
                <c:pt idx="90760">
                  <c:v>45806.806250000001</c:v>
                </c:pt>
                <c:pt idx="90761">
                  <c:v>45739.651388888888</c:v>
                </c:pt>
                <c:pt idx="90762">
                  <c:v>45877.563888888893</c:v>
                </c:pt>
                <c:pt idx="90763">
                  <c:v>45703.646527777782</c:v>
                </c:pt>
                <c:pt idx="90764">
                  <c:v>45809.661805555559</c:v>
                </c:pt>
                <c:pt idx="90765">
                  <c:v>45674.809027777781</c:v>
                </c:pt>
                <c:pt idx="90766">
                  <c:v>45615.729861111111</c:v>
                </c:pt>
                <c:pt idx="90767">
                  <c:v>45680.67083333333</c:v>
                </c:pt>
                <c:pt idx="90768">
                  <c:v>45674.422222222223</c:v>
                </c:pt>
                <c:pt idx="90769">
                  <c:v>45674.59375</c:v>
                </c:pt>
                <c:pt idx="90770">
                  <c:v>45674.590277777781</c:v>
                </c:pt>
                <c:pt idx="90771">
                  <c:v>45814.566666666673</c:v>
                </c:pt>
                <c:pt idx="90772">
                  <c:v>45803.969444444447</c:v>
                </c:pt>
                <c:pt idx="90773">
                  <c:v>45874.98333333333</c:v>
                </c:pt>
                <c:pt idx="90774">
                  <c:v>45914.576388888891</c:v>
                </c:pt>
                <c:pt idx="90775">
                  <c:v>45747.932638888888</c:v>
                </c:pt>
                <c:pt idx="90776">
                  <c:v>45808.744444444441</c:v>
                </c:pt>
                <c:pt idx="90777">
                  <c:v>45837.870138888888</c:v>
                </c:pt>
                <c:pt idx="90778">
                  <c:v>45980.730555555558</c:v>
                </c:pt>
                <c:pt idx="90779">
                  <c:v>45726.705555555563</c:v>
                </c:pt>
                <c:pt idx="90780">
                  <c:v>45600.384027777778</c:v>
                </c:pt>
                <c:pt idx="90781">
                  <c:v>45779.279861111107</c:v>
                </c:pt>
                <c:pt idx="90782">
                  <c:v>45468.643055555563</c:v>
                </c:pt>
                <c:pt idx="90783">
                  <c:v>45445.492361111108</c:v>
                </c:pt>
                <c:pt idx="90784">
                  <c:v>45429.462500000001</c:v>
                </c:pt>
                <c:pt idx="90785">
                  <c:v>45722.527083333327</c:v>
                </c:pt>
                <c:pt idx="90786">
                  <c:v>45664.6875</c:v>
                </c:pt>
                <c:pt idx="90787">
                  <c:v>45859.80972222222</c:v>
                </c:pt>
                <c:pt idx="90788">
                  <c:v>45682.398611111108</c:v>
                </c:pt>
                <c:pt idx="90789">
                  <c:v>45789.440972222219</c:v>
                </c:pt>
                <c:pt idx="90790">
                  <c:v>45766.479166666657</c:v>
                </c:pt>
                <c:pt idx="90791">
                  <c:v>45868.407638888893</c:v>
                </c:pt>
                <c:pt idx="90792">
                  <c:v>45830.727777777778</c:v>
                </c:pt>
                <c:pt idx="90793">
                  <c:v>45949.75</c:v>
                </c:pt>
                <c:pt idx="90794">
                  <c:v>45964.67291666667</c:v>
                </c:pt>
                <c:pt idx="90795">
                  <c:v>45981.45208333333</c:v>
                </c:pt>
                <c:pt idx="90796">
                  <c:v>45927.834722222222</c:v>
                </c:pt>
                <c:pt idx="90797">
                  <c:v>45481.836111111108</c:v>
                </c:pt>
                <c:pt idx="90798">
                  <c:v>45365.375</c:v>
                </c:pt>
                <c:pt idx="90799">
                  <c:v>45992.432638888888</c:v>
                </c:pt>
                <c:pt idx="90800">
                  <c:v>45954.429166666669</c:v>
                </c:pt>
                <c:pt idx="90801">
                  <c:v>45857.509027777778</c:v>
                </c:pt>
                <c:pt idx="90802">
                  <c:v>45770.748611111107</c:v>
                </c:pt>
                <c:pt idx="90803">
                  <c:v>45761.813888888893</c:v>
                </c:pt>
                <c:pt idx="90804">
                  <c:v>45954.293749999997</c:v>
                </c:pt>
                <c:pt idx="90805">
                  <c:v>45747.261805555558</c:v>
                </c:pt>
                <c:pt idx="90806">
                  <c:v>45797.293055555558</c:v>
                </c:pt>
                <c:pt idx="90807">
                  <c:v>45959.410416666673</c:v>
                </c:pt>
                <c:pt idx="90808">
                  <c:v>45852.435416666667</c:v>
                </c:pt>
                <c:pt idx="90809">
                  <c:v>45913.574305555558</c:v>
                </c:pt>
                <c:pt idx="90810">
                  <c:v>45782.943749999999</c:v>
                </c:pt>
                <c:pt idx="90811">
                  <c:v>46004.372916666667</c:v>
                </c:pt>
                <c:pt idx="90812">
                  <c:v>45940.681944444441</c:v>
                </c:pt>
                <c:pt idx="90813">
                  <c:v>45967.459027777782</c:v>
                </c:pt>
                <c:pt idx="90814">
                  <c:v>46003.927083333343</c:v>
                </c:pt>
                <c:pt idx="90815">
                  <c:v>45980.355555555558</c:v>
                </c:pt>
                <c:pt idx="90816">
                  <c:v>45714.685416666667</c:v>
                </c:pt>
                <c:pt idx="90817">
                  <c:v>45295.829861111109</c:v>
                </c:pt>
                <c:pt idx="90818">
                  <c:v>46009.324999999997</c:v>
                </c:pt>
                <c:pt idx="90819">
                  <c:v>45744.635416666657</c:v>
                </c:pt>
                <c:pt idx="90820">
                  <c:v>45732.835416666669</c:v>
                </c:pt>
                <c:pt idx="90821">
                  <c:v>45732.820138888892</c:v>
                </c:pt>
                <c:pt idx="90822">
                  <c:v>45755.443055555559</c:v>
                </c:pt>
                <c:pt idx="90823">
                  <c:v>45736.467361111107</c:v>
                </c:pt>
                <c:pt idx="90824">
                  <c:v>45565.734027777777</c:v>
                </c:pt>
                <c:pt idx="90825">
                  <c:v>45750.78402777778</c:v>
                </c:pt>
                <c:pt idx="90826">
                  <c:v>45504.447222222218</c:v>
                </c:pt>
                <c:pt idx="90827">
                  <c:v>45971.51458333333</c:v>
                </c:pt>
                <c:pt idx="90828">
                  <c:v>45879.819444444453</c:v>
                </c:pt>
                <c:pt idx="90829">
                  <c:v>45727.779861111107</c:v>
                </c:pt>
                <c:pt idx="90830">
                  <c:v>45784.824999999997</c:v>
                </c:pt>
                <c:pt idx="90831">
                  <c:v>45830.783333333333</c:v>
                </c:pt>
                <c:pt idx="90832">
                  <c:v>45949.871527777781</c:v>
                </c:pt>
                <c:pt idx="90833">
                  <c:v>45926.435416666667</c:v>
                </c:pt>
                <c:pt idx="90834">
                  <c:v>45900.059027777781</c:v>
                </c:pt>
                <c:pt idx="90835">
                  <c:v>45827.340277777781</c:v>
                </c:pt>
                <c:pt idx="90836">
                  <c:v>45833.785416666673</c:v>
                </c:pt>
                <c:pt idx="90837">
                  <c:v>45759.531944444447</c:v>
                </c:pt>
                <c:pt idx="90838">
                  <c:v>45376.666666666657</c:v>
                </c:pt>
                <c:pt idx="90839">
                  <c:v>45452.801388888889</c:v>
                </c:pt>
                <c:pt idx="90840">
                  <c:v>45490.447222222218</c:v>
                </c:pt>
                <c:pt idx="90841">
                  <c:v>45408.561111111107</c:v>
                </c:pt>
                <c:pt idx="90842">
                  <c:v>45854.251388888893</c:v>
                </c:pt>
                <c:pt idx="90843">
                  <c:v>45981.382638888892</c:v>
                </c:pt>
                <c:pt idx="90844">
                  <c:v>45915.542361111111</c:v>
                </c:pt>
                <c:pt idx="90845">
                  <c:v>45792.554166666669</c:v>
                </c:pt>
                <c:pt idx="90846">
                  <c:v>45794.26458333333</c:v>
                </c:pt>
                <c:pt idx="90847">
                  <c:v>45629.270833333343</c:v>
                </c:pt>
                <c:pt idx="90848">
                  <c:v>45664.865972222222</c:v>
                </c:pt>
                <c:pt idx="90849">
                  <c:v>45969.268055555563</c:v>
                </c:pt>
                <c:pt idx="90850">
                  <c:v>45930.869444444441</c:v>
                </c:pt>
                <c:pt idx="90851">
                  <c:v>45836.622916666667</c:v>
                </c:pt>
                <c:pt idx="90852">
                  <c:v>45899.709027777782</c:v>
                </c:pt>
                <c:pt idx="90853">
                  <c:v>45766.279861111107</c:v>
                </c:pt>
                <c:pt idx="90854">
                  <c:v>45755.240277777782</c:v>
                </c:pt>
                <c:pt idx="90855">
                  <c:v>45606.27847222222</c:v>
                </c:pt>
                <c:pt idx="90856">
                  <c:v>45981.335416666669</c:v>
                </c:pt>
                <c:pt idx="90857">
                  <c:v>46015.552083333343</c:v>
                </c:pt>
                <c:pt idx="90858">
                  <c:v>45980.395833333343</c:v>
                </c:pt>
                <c:pt idx="90859">
                  <c:v>45871.685416666667</c:v>
                </c:pt>
                <c:pt idx="90860">
                  <c:v>45625.783333333333</c:v>
                </c:pt>
                <c:pt idx="90861">
                  <c:v>45826.82916666667</c:v>
                </c:pt>
                <c:pt idx="90862">
                  <c:v>45938.418749999997</c:v>
                </c:pt>
                <c:pt idx="90863">
                  <c:v>45755.274305555547</c:v>
                </c:pt>
                <c:pt idx="90864">
                  <c:v>46009.225694444453</c:v>
                </c:pt>
                <c:pt idx="90865">
                  <c:v>45934.413194444453</c:v>
                </c:pt>
                <c:pt idx="90866">
                  <c:v>45992.480555555558</c:v>
                </c:pt>
                <c:pt idx="90867">
                  <c:v>45975.539583333331</c:v>
                </c:pt>
                <c:pt idx="90868">
                  <c:v>45951.623611111107</c:v>
                </c:pt>
                <c:pt idx="90869">
                  <c:v>46013.374305555553</c:v>
                </c:pt>
                <c:pt idx="90870">
                  <c:v>46023.11041666667</c:v>
                </c:pt>
                <c:pt idx="90871">
                  <c:v>45360.709027777782</c:v>
                </c:pt>
                <c:pt idx="90872">
                  <c:v>45797.532638888893</c:v>
                </c:pt>
                <c:pt idx="90873">
                  <c:v>45732.881944444453</c:v>
                </c:pt>
                <c:pt idx="90874">
                  <c:v>45662.770138888889</c:v>
                </c:pt>
                <c:pt idx="90875">
                  <c:v>45839.490972222222</c:v>
                </c:pt>
                <c:pt idx="90876">
                  <c:v>45884.47152777778</c:v>
                </c:pt>
                <c:pt idx="90877">
                  <c:v>45633.611805555563</c:v>
                </c:pt>
                <c:pt idx="90878">
                  <c:v>45513.502083333333</c:v>
                </c:pt>
                <c:pt idx="90879">
                  <c:v>45563.486111111109</c:v>
                </c:pt>
                <c:pt idx="90880">
                  <c:v>45531.982638888891</c:v>
                </c:pt>
                <c:pt idx="90881">
                  <c:v>45983.724305555559</c:v>
                </c:pt>
                <c:pt idx="90882">
                  <c:v>45842.450694444437</c:v>
                </c:pt>
                <c:pt idx="90883">
                  <c:v>46009.31527777778</c:v>
                </c:pt>
                <c:pt idx="90884">
                  <c:v>45906.127083333333</c:v>
                </c:pt>
                <c:pt idx="90885">
                  <c:v>45941.388194444437</c:v>
                </c:pt>
                <c:pt idx="90886">
                  <c:v>45923.517361111109</c:v>
                </c:pt>
                <c:pt idx="90887">
                  <c:v>45963.486805555563</c:v>
                </c:pt>
                <c:pt idx="90888">
                  <c:v>45897.073611111111</c:v>
                </c:pt>
                <c:pt idx="90889">
                  <c:v>45840.554861111108</c:v>
                </c:pt>
                <c:pt idx="90890">
                  <c:v>45993.87777777778</c:v>
                </c:pt>
                <c:pt idx="90891">
                  <c:v>45606.506944444453</c:v>
                </c:pt>
                <c:pt idx="90892">
                  <c:v>45850.59375</c:v>
                </c:pt>
                <c:pt idx="90893">
                  <c:v>46017.652777777781</c:v>
                </c:pt>
                <c:pt idx="90894">
                  <c:v>45850.671527777777</c:v>
                </c:pt>
                <c:pt idx="90895">
                  <c:v>45887.848611111112</c:v>
                </c:pt>
                <c:pt idx="90896">
                  <c:v>45779.708333333343</c:v>
                </c:pt>
                <c:pt idx="90897">
                  <c:v>45812.787499999999</c:v>
                </c:pt>
                <c:pt idx="90898">
                  <c:v>45500.965277777781</c:v>
                </c:pt>
                <c:pt idx="90899">
                  <c:v>45443.55972222222</c:v>
                </c:pt>
                <c:pt idx="90900">
                  <c:v>45724.165972222218</c:v>
                </c:pt>
                <c:pt idx="90901">
                  <c:v>45633.70208333333</c:v>
                </c:pt>
                <c:pt idx="90902">
                  <c:v>45699.410416666673</c:v>
                </c:pt>
                <c:pt idx="90903">
                  <c:v>45678.855555555558</c:v>
                </c:pt>
                <c:pt idx="90904">
                  <c:v>45742.811111111107</c:v>
                </c:pt>
                <c:pt idx="90905">
                  <c:v>45779.836111111108</c:v>
                </c:pt>
                <c:pt idx="90906">
                  <c:v>45720.780555555553</c:v>
                </c:pt>
                <c:pt idx="90907">
                  <c:v>45761.745833333327</c:v>
                </c:pt>
                <c:pt idx="90908">
                  <c:v>45516.738194444442</c:v>
                </c:pt>
                <c:pt idx="90909">
                  <c:v>45467.762499999997</c:v>
                </c:pt>
                <c:pt idx="90910">
                  <c:v>45761.824999999997</c:v>
                </c:pt>
                <c:pt idx="90911">
                  <c:v>45454.784722222219</c:v>
                </c:pt>
                <c:pt idx="90912">
                  <c:v>45453.822916666657</c:v>
                </c:pt>
                <c:pt idx="90913">
                  <c:v>45919.566666666673</c:v>
                </c:pt>
                <c:pt idx="90914">
                  <c:v>45821.810416666667</c:v>
                </c:pt>
                <c:pt idx="90915">
                  <c:v>45712.701388888891</c:v>
                </c:pt>
                <c:pt idx="90916">
                  <c:v>45739.463194444441</c:v>
                </c:pt>
                <c:pt idx="90917">
                  <c:v>45623.420138888891</c:v>
                </c:pt>
                <c:pt idx="90918">
                  <c:v>46002.497916666667</c:v>
                </c:pt>
                <c:pt idx="90919">
                  <c:v>45885.941666666673</c:v>
                </c:pt>
                <c:pt idx="90920">
                  <c:v>45316.088194444441</c:v>
                </c:pt>
                <c:pt idx="90921">
                  <c:v>45642.895833333343</c:v>
                </c:pt>
                <c:pt idx="90922">
                  <c:v>45990.814583333333</c:v>
                </c:pt>
                <c:pt idx="90923">
                  <c:v>45745.776388888888</c:v>
                </c:pt>
                <c:pt idx="90924">
                  <c:v>45295.395138888889</c:v>
                </c:pt>
                <c:pt idx="90925">
                  <c:v>45621.695138888892</c:v>
                </c:pt>
                <c:pt idx="90926">
                  <c:v>45807.549305555563</c:v>
                </c:pt>
                <c:pt idx="90927">
                  <c:v>45790.335416666669</c:v>
                </c:pt>
                <c:pt idx="90928">
                  <c:v>45804.377083333333</c:v>
                </c:pt>
                <c:pt idx="90929">
                  <c:v>45824.583333333343</c:v>
                </c:pt>
                <c:pt idx="90930">
                  <c:v>45750.613194444442</c:v>
                </c:pt>
                <c:pt idx="90931">
                  <c:v>45769.254166666673</c:v>
                </c:pt>
                <c:pt idx="90932">
                  <c:v>45792.456250000003</c:v>
                </c:pt>
                <c:pt idx="90933">
                  <c:v>45787.574999999997</c:v>
                </c:pt>
                <c:pt idx="90934">
                  <c:v>45834.695833333331</c:v>
                </c:pt>
                <c:pt idx="90935">
                  <c:v>45814.737500000003</c:v>
                </c:pt>
                <c:pt idx="90936">
                  <c:v>45761.802777777782</c:v>
                </c:pt>
                <c:pt idx="90937">
                  <c:v>45486.849305555559</c:v>
                </c:pt>
                <c:pt idx="90938">
                  <c:v>45652.388194444437</c:v>
                </c:pt>
                <c:pt idx="90939">
                  <c:v>45620.593055555553</c:v>
                </c:pt>
                <c:pt idx="90940">
                  <c:v>45774.5625</c:v>
                </c:pt>
                <c:pt idx="90941">
                  <c:v>45877.943749999999</c:v>
                </c:pt>
                <c:pt idx="90942">
                  <c:v>45718.470138888893</c:v>
                </c:pt>
                <c:pt idx="90943">
                  <c:v>45850.907638888893</c:v>
                </c:pt>
                <c:pt idx="90944">
                  <c:v>45822.865972222222</c:v>
                </c:pt>
                <c:pt idx="90945">
                  <c:v>45578.503472222219</c:v>
                </c:pt>
                <c:pt idx="90946">
                  <c:v>45715.782638888893</c:v>
                </c:pt>
                <c:pt idx="90947">
                  <c:v>45302.788888888892</c:v>
                </c:pt>
                <c:pt idx="90948">
                  <c:v>45653.402083333327</c:v>
                </c:pt>
                <c:pt idx="90949">
                  <c:v>45925.414583333331</c:v>
                </c:pt>
                <c:pt idx="90950">
                  <c:v>45787.695138888892</c:v>
                </c:pt>
                <c:pt idx="90951">
                  <c:v>45914.740972222222</c:v>
                </c:pt>
                <c:pt idx="90952">
                  <c:v>45992.461111111108</c:v>
                </c:pt>
                <c:pt idx="90953">
                  <c:v>45523.613888888889</c:v>
                </c:pt>
                <c:pt idx="90954">
                  <c:v>45557.606249999997</c:v>
                </c:pt>
                <c:pt idx="90955">
                  <c:v>45579.852777777778</c:v>
                </c:pt>
                <c:pt idx="90956">
                  <c:v>45624.545138888891</c:v>
                </c:pt>
                <c:pt idx="90957">
                  <c:v>45544.004861111112</c:v>
                </c:pt>
                <c:pt idx="90958">
                  <c:v>45925.947222222218</c:v>
                </c:pt>
                <c:pt idx="90959">
                  <c:v>45799.791666666657</c:v>
                </c:pt>
                <c:pt idx="90960">
                  <c:v>45893.756249999999</c:v>
                </c:pt>
                <c:pt idx="90961">
                  <c:v>45311.543749999997</c:v>
                </c:pt>
                <c:pt idx="90962">
                  <c:v>45828.304166666669</c:v>
                </c:pt>
                <c:pt idx="90963">
                  <c:v>46010.917361111111</c:v>
                </c:pt>
                <c:pt idx="90964">
                  <c:v>45959.32916666667</c:v>
                </c:pt>
                <c:pt idx="90965">
                  <c:v>45772.668055555558</c:v>
                </c:pt>
                <c:pt idx="90966">
                  <c:v>45801.431944444441</c:v>
                </c:pt>
                <c:pt idx="90967">
                  <c:v>45764.448611111111</c:v>
                </c:pt>
                <c:pt idx="90968">
                  <c:v>45458.072916666657</c:v>
                </c:pt>
                <c:pt idx="90969">
                  <c:v>45716.554166666669</c:v>
                </c:pt>
                <c:pt idx="90970">
                  <c:v>45859.505555555559</c:v>
                </c:pt>
                <c:pt idx="90971">
                  <c:v>45795.569444444453</c:v>
                </c:pt>
                <c:pt idx="90972">
                  <c:v>45889.320138888892</c:v>
                </c:pt>
                <c:pt idx="90973">
                  <c:v>45765.328472222223</c:v>
                </c:pt>
                <c:pt idx="90974">
                  <c:v>45889.262499999997</c:v>
                </c:pt>
                <c:pt idx="90975">
                  <c:v>45980.941666666673</c:v>
                </c:pt>
                <c:pt idx="90976">
                  <c:v>45885.779166666667</c:v>
                </c:pt>
                <c:pt idx="90977">
                  <c:v>45970.408333333333</c:v>
                </c:pt>
                <c:pt idx="90978">
                  <c:v>45628.536805555559</c:v>
                </c:pt>
                <c:pt idx="90979">
                  <c:v>45293.381249999999</c:v>
                </c:pt>
                <c:pt idx="90980">
                  <c:v>45358.361805555563</c:v>
                </c:pt>
                <c:pt idx="90981">
                  <c:v>45423.705555555563</c:v>
                </c:pt>
                <c:pt idx="90982">
                  <c:v>45379.678472222222</c:v>
                </c:pt>
                <c:pt idx="90983">
                  <c:v>45656.651388888888</c:v>
                </c:pt>
                <c:pt idx="90984">
                  <c:v>45650.854166666657</c:v>
                </c:pt>
                <c:pt idx="90985">
                  <c:v>45696.629861111112</c:v>
                </c:pt>
                <c:pt idx="90986">
                  <c:v>45611.431944444441</c:v>
                </c:pt>
                <c:pt idx="90987">
                  <c:v>45998.614583333343</c:v>
                </c:pt>
                <c:pt idx="90988">
                  <c:v>45668.811805555553</c:v>
                </c:pt>
                <c:pt idx="90989">
                  <c:v>45995.823611111111</c:v>
                </c:pt>
                <c:pt idx="90990">
                  <c:v>45823.793749999997</c:v>
                </c:pt>
                <c:pt idx="90991">
                  <c:v>45785.324305555558</c:v>
                </c:pt>
                <c:pt idx="90992">
                  <c:v>45732.385416666657</c:v>
                </c:pt>
                <c:pt idx="90993">
                  <c:v>45732.399305555547</c:v>
                </c:pt>
                <c:pt idx="90994">
                  <c:v>45790.716666666667</c:v>
                </c:pt>
                <c:pt idx="90995">
                  <c:v>45474.814583333333</c:v>
                </c:pt>
                <c:pt idx="90996">
                  <c:v>45647.61041666667</c:v>
                </c:pt>
                <c:pt idx="90997">
                  <c:v>45474.814583333333</c:v>
                </c:pt>
                <c:pt idx="90998">
                  <c:v>45647.61041666667</c:v>
                </c:pt>
                <c:pt idx="90999">
                  <c:v>45482.522222222222</c:v>
                </c:pt>
                <c:pt idx="91000">
                  <c:v>45482.522222222222</c:v>
                </c:pt>
                <c:pt idx="91001">
                  <c:v>45852.743055555547</c:v>
                </c:pt>
                <c:pt idx="91002">
                  <c:v>45852.743055555547</c:v>
                </c:pt>
                <c:pt idx="91003">
                  <c:v>45488.850694444453</c:v>
                </c:pt>
                <c:pt idx="91004">
                  <c:v>45666.563888888893</c:v>
                </c:pt>
                <c:pt idx="91005">
                  <c:v>45670.720833333333</c:v>
                </c:pt>
                <c:pt idx="91006">
                  <c:v>45765.784722222219</c:v>
                </c:pt>
                <c:pt idx="91007">
                  <c:v>45651.736805555563</c:v>
                </c:pt>
                <c:pt idx="91008">
                  <c:v>45694.71875</c:v>
                </c:pt>
                <c:pt idx="91009">
                  <c:v>45601.568055555559</c:v>
                </c:pt>
                <c:pt idx="91010">
                  <c:v>45628.742361111108</c:v>
                </c:pt>
                <c:pt idx="91011">
                  <c:v>45294.829861111109</c:v>
                </c:pt>
                <c:pt idx="91012">
                  <c:v>45629.61041666667</c:v>
                </c:pt>
                <c:pt idx="91013">
                  <c:v>45550.666666666657</c:v>
                </c:pt>
                <c:pt idx="91014">
                  <c:v>45764.663888888892</c:v>
                </c:pt>
                <c:pt idx="91015">
                  <c:v>45618.847916666673</c:v>
                </c:pt>
                <c:pt idx="91016">
                  <c:v>45941.492361111108</c:v>
                </c:pt>
                <c:pt idx="91017">
                  <c:v>45764.663888888892</c:v>
                </c:pt>
                <c:pt idx="91018">
                  <c:v>45870.734722222223</c:v>
                </c:pt>
                <c:pt idx="91019">
                  <c:v>45660.429861111108</c:v>
                </c:pt>
                <c:pt idx="91020">
                  <c:v>45967.932638888888</c:v>
                </c:pt>
                <c:pt idx="91021">
                  <c:v>45941.492361111108</c:v>
                </c:pt>
                <c:pt idx="91022">
                  <c:v>45870.734722222223</c:v>
                </c:pt>
                <c:pt idx="91023">
                  <c:v>45660.429861111108</c:v>
                </c:pt>
                <c:pt idx="91024">
                  <c:v>45967.932638888888</c:v>
                </c:pt>
                <c:pt idx="91025">
                  <c:v>45967.932638888888</c:v>
                </c:pt>
                <c:pt idx="91026">
                  <c:v>45660.429861111108</c:v>
                </c:pt>
                <c:pt idx="91027">
                  <c:v>45764.663888888892</c:v>
                </c:pt>
                <c:pt idx="91028">
                  <c:v>46001.561805555553</c:v>
                </c:pt>
                <c:pt idx="91029">
                  <c:v>45618.847916666673</c:v>
                </c:pt>
                <c:pt idx="91030">
                  <c:v>45941.492361111108</c:v>
                </c:pt>
                <c:pt idx="91031">
                  <c:v>45870.734722222223</c:v>
                </c:pt>
                <c:pt idx="91032">
                  <c:v>45795.390277777777</c:v>
                </c:pt>
                <c:pt idx="91033">
                  <c:v>45795.390277777777</c:v>
                </c:pt>
                <c:pt idx="91034">
                  <c:v>46001.561805555553</c:v>
                </c:pt>
                <c:pt idx="91035">
                  <c:v>46001.561805555553</c:v>
                </c:pt>
                <c:pt idx="91036">
                  <c:v>45618.847916666673</c:v>
                </c:pt>
                <c:pt idx="91037">
                  <c:v>45795.390277777777</c:v>
                </c:pt>
                <c:pt idx="91038">
                  <c:v>45851.357638888891</c:v>
                </c:pt>
                <c:pt idx="91039">
                  <c:v>45936.611805555563</c:v>
                </c:pt>
                <c:pt idx="91040">
                  <c:v>45988.464583333327</c:v>
                </c:pt>
                <c:pt idx="91041">
                  <c:v>45810.855555555558</c:v>
                </c:pt>
                <c:pt idx="91042">
                  <c:v>45481.69027777778</c:v>
                </c:pt>
                <c:pt idx="91043">
                  <c:v>45703.973611111112</c:v>
                </c:pt>
                <c:pt idx="91044">
                  <c:v>45653.046527777777</c:v>
                </c:pt>
                <c:pt idx="91045">
                  <c:v>45546.082638888889</c:v>
                </c:pt>
                <c:pt idx="91046">
                  <c:v>45566.749305555553</c:v>
                </c:pt>
                <c:pt idx="91047">
                  <c:v>45500.953472222223</c:v>
                </c:pt>
                <c:pt idx="91048">
                  <c:v>45673.771527777782</c:v>
                </c:pt>
                <c:pt idx="91049">
                  <c:v>45888.431250000001</c:v>
                </c:pt>
                <c:pt idx="91050">
                  <c:v>45940.772916666669</c:v>
                </c:pt>
                <c:pt idx="91051">
                  <c:v>45886.386805555558</c:v>
                </c:pt>
                <c:pt idx="91052">
                  <c:v>46006.427777777782</c:v>
                </c:pt>
                <c:pt idx="91053">
                  <c:v>45923.474305555559</c:v>
                </c:pt>
                <c:pt idx="91054">
                  <c:v>45853.602083333331</c:v>
                </c:pt>
                <c:pt idx="91055">
                  <c:v>45896.753472222219</c:v>
                </c:pt>
                <c:pt idx="91056">
                  <c:v>45916.12222222222</c:v>
                </c:pt>
                <c:pt idx="91057">
                  <c:v>45975.122916666667</c:v>
                </c:pt>
                <c:pt idx="91058">
                  <c:v>46011.660416666673</c:v>
                </c:pt>
                <c:pt idx="91059">
                  <c:v>45840.883333333331</c:v>
                </c:pt>
                <c:pt idx="91060">
                  <c:v>46001.474999999999</c:v>
                </c:pt>
                <c:pt idx="91061">
                  <c:v>45980.543055555558</c:v>
                </c:pt>
                <c:pt idx="91062">
                  <c:v>45954.270138888889</c:v>
                </c:pt>
                <c:pt idx="91063">
                  <c:v>45381.696527777778</c:v>
                </c:pt>
                <c:pt idx="91064">
                  <c:v>45791.618055555547</c:v>
                </c:pt>
                <c:pt idx="91065">
                  <c:v>45549.50277777778</c:v>
                </c:pt>
                <c:pt idx="91066">
                  <c:v>45847.365972222222</c:v>
                </c:pt>
                <c:pt idx="91067">
                  <c:v>45930.026388888888</c:v>
                </c:pt>
                <c:pt idx="91068">
                  <c:v>45833.947222222218</c:v>
                </c:pt>
                <c:pt idx="91069">
                  <c:v>45867.586111111108</c:v>
                </c:pt>
                <c:pt idx="91070">
                  <c:v>45821.033333333333</c:v>
                </c:pt>
                <c:pt idx="91071">
                  <c:v>45903.513194444437</c:v>
                </c:pt>
                <c:pt idx="91072">
                  <c:v>45982.37222222222</c:v>
                </c:pt>
                <c:pt idx="91073">
                  <c:v>45806.26458333333</c:v>
                </c:pt>
                <c:pt idx="91074">
                  <c:v>45628.768750000003</c:v>
                </c:pt>
                <c:pt idx="91075">
                  <c:v>45543.613888888889</c:v>
                </c:pt>
                <c:pt idx="91076">
                  <c:v>45685.367361111108</c:v>
                </c:pt>
                <c:pt idx="91077">
                  <c:v>45800.549305555563</c:v>
                </c:pt>
                <c:pt idx="91078">
                  <c:v>45436.682638888888</c:v>
                </c:pt>
                <c:pt idx="91079">
                  <c:v>45925.97152777778</c:v>
                </c:pt>
                <c:pt idx="91080">
                  <c:v>45986.365972222222</c:v>
                </c:pt>
                <c:pt idx="91081">
                  <c:v>45920.52847222222</c:v>
                </c:pt>
                <c:pt idx="91082">
                  <c:v>45991.702777777777</c:v>
                </c:pt>
                <c:pt idx="91083">
                  <c:v>45486.777083333327</c:v>
                </c:pt>
                <c:pt idx="91084">
                  <c:v>45444.481249999997</c:v>
                </c:pt>
                <c:pt idx="91085">
                  <c:v>45644.758333333331</c:v>
                </c:pt>
                <c:pt idx="91086">
                  <c:v>45567.718055555553</c:v>
                </c:pt>
                <c:pt idx="91087">
                  <c:v>45402.659722222219</c:v>
                </c:pt>
                <c:pt idx="91088">
                  <c:v>45922.551388888889</c:v>
                </c:pt>
                <c:pt idx="91089">
                  <c:v>45974.495138888888</c:v>
                </c:pt>
                <c:pt idx="91090">
                  <c:v>46002.756944444453</c:v>
                </c:pt>
                <c:pt idx="91091">
                  <c:v>45492.810416666667</c:v>
                </c:pt>
                <c:pt idx="91092">
                  <c:v>45512.499305555553</c:v>
                </c:pt>
                <c:pt idx="91093">
                  <c:v>45835.61041666667</c:v>
                </c:pt>
                <c:pt idx="91094">
                  <c:v>45541.570833333331</c:v>
                </c:pt>
                <c:pt idx="91095">
                  <c:v>45512.499305555553</c:v>
                </c:pt>
                <c:pt idx="91096">
                  <c:v>45835.61041666667</c:v>
                </c:pt>
                <c:pt idx="91097">
                  <c:v>45492.810416666667</c:v>
                </c:pt>
                <c:pt idx="91098">
                  <c:v>45541.570833333331</c:v>
                </c:pt>
                <c:pt idx="91099">
                  <c:v>45781.128472222219</c:v>
                </c:pt>
                <c:pt idx="91100">
                  <c:v>45770.420138888891</c:v>
                </c:pt>
                <c:pt idx="91101">
                  <c:v>45856.6</c:v>
                </c:pt>
                <c:pt idx="91102">
                  <c:v>45725.492361111108</c:v>
                </c:pt>
                <c:pt idx="91103">
                  <c:v>45817.78402777778</c:v>
                </c:pt>
                <c:pt idx="91104">
                  <c:v>45917.49722222222</c:v>
                </c:pt>
                <c:pt idx="91105">
                  <c:v>45836.100694444453</c:v>
                </c:pt>
                <c:pt idx="91106">
                  <c:v>45561.359722222223</c:v>
                </c:pt>
                <c:pt idx="91107">
                  <c:v>45850.790972222218</c:v>
                </c:pt>
                <c:pt idx="91108">
                  <c:v>45652.961111111108</c:v>
                </c:pt>
                <c:pt idx="91109">
                  <c:v>45444.532638888893</c:v>
                </c:pt>
                <c:pt idx="91110">
                  <c:v>45747.401388888888</c:v>
                </c:pt>
                <c:pt idx="91111">
                  <c:v>45944.505555555559</c:v>
                </c:pt>
                <c:pt idx="91112">
                  <c:v>45648.6875</c:v>
                </c:pt>
                <c:pt idx="91113">
                  <c:v>45718.690972222219</c:v>
                </c:pt>
                <c:pt idx="91114">
                  <c:v>45679.64166666667</c:v>
                </c:pt>
                <c:pt idx="91115">
                  <c:v>46014.880555555559</c:v>
                </c:pt>
                <c:pt idx="91116">
                  <c:v>45870.522916666669</c:v>
                </c:pt>
                <c:pt idx="91117">
                  <c:v>45627.481249999997</c:v>
                </c:pt>
                <c:pt idx="91118">
                  <c:v>45803.491666666669</c:v>
                </c:pt>
                <c:pt idx="91119">
                  <c:v>45812.953472222223</c:v>
                </c:pt>
                <c:pt idx="91120">
                  <c:v>45783.521527777782</c:v>
                </c:pt>
                <c:pt idx="91121">
                  <c:v>45824.533333333333</c:v>
                </c:pt>
                <c:pt idx="91122">
                  <c:v>45398.742361111108</c:v>
                </c:pt>
                <c:pt idx="91123">
                  <c:v>45536.599305555559</c:v>
                </c:pt>
                <c:pt idx="91124">
                  <c:v>45558.602083333331</c:v>
                </c:pt>
                <c:pt idx="91125">
                  <c:v>45678.818055555559</c:v>
                </c:pt>
                <c:pt idx="91126">
                  <c:v>45920.40625</c:v>
                </c:pt>
                <c:pt idx="91127">
                  <c:v>45688.681944444441</c:v>
                </c:pt>
                <c:pt idx="91128">
                  <c:v>45488.743750000001</c:v>
                </c:pt>
                <c:pt idx="91129">
                  <c:v>45945.421527777777</c:v>
                </c:pt>
                <c:pt idx="91130">
                  <c:v>45952.506249999999</c:v>
                </c:pt>
                <c:pt idx="91131">
                  <c:v>45694.368750000001</c:v>
                </c:pt>
                <c:pt idx="91132">
                  <c:v>45951.477083333331</c:v>
                </c:pt>
                <c:pt idx="91133">
                  <c:v>45620.3125</c:v>
                </c:pt>
                <c:pt idx="91134">
                  <c:v>45792.897916666669</c:v>
                </c:pt>
                <c:pt idx="91135">
                  <c:v>45490.359027777777</c:v>
                </c:pt>
                <c:pt idx="91136">
                  <c:v>45870.918055555558</c:v>
                </c:pt>
                <c:pt idx="91137">
                  <c:v>45315.822916666657</c:v>
                </c:pt>
                <c:pt idx="91138">
                  <c:v>45627.541666666657</c:v>
                </c:pt>
                <c:pt idx="91139">
                  <c:v>45693.441666666673</c:v>
                </c:pt>
                <c:pt idx="91140">
                  <c:v>45693.433333333327</c:v>
                </c:pt>
                <c:pt idx="91141">
                  <c:v>45861.69027777778</c:v>
                </c:pt>
                <c:pt idx="91142">
                  <c:v>45975.818749999999</c:v>
                </c:pt>
                <c:pt idx="91143">
                  <c:v>45780.601388888892</c:v>
                </c:pt>
                <c:pt idx="91144">
                  <c:v>45668.977083333331</c:v>
                </c:pt>
                <c:pt idx="91145">
                  <c:v>45732.480555555558</c:v>
                </c:pt>
                <c:pt idx="91146">
                  <c:v>45768.724999999999</c:v>
                </c:pt>
                <c:pt idx="91147">
                  <c:v>45932.354861111111</c:v>
                </c:pt>
                <c:pt idx="91148">
                  <c:v>45748.359722222223</c:v>
                </c:pt>
                <c:pt idx="91149">
                  <c:v>45776.48333333333</c:v>
                </c:pt>
                <c:pt idx="91150">
                  <c:v>45769.588194444441</c:v>
                </c:pt>
                <c:pt idx="91151">
                  <c:v>45626.660416666673</c:v>
                </c:pt>
                <c:pt idx="91152">
                  <c:v>45506.579861111109</c:v>
                </c:pt>
                <c:pt idx="91153">
                  <c:v>45825.271527777782</c:v>
                </c:pt>
                <c:pt idx="91154">
                  <c:v>45855.729166666657</c:v>
                </c:pt>
                <c:pt idx="91155">
                  <c:v>45798.848611111112</c:v>
                </c:pt>
                <c:pt idx="91156">
                  <c:v>45881.736805555563</c:v>
                </c:pt>
                <c:pt idx="91157">
                  <c:v>45791.634722222218</c:v>
                </c:pt>
                <c:pt idx="91158">
                  <c:v>45813.75277777778</c:v>
                </c:pt>
                <c:pt idx="91159">
                  <c:v>45821.679166666669</c:v>
                </c:pt>
                <c:pt idx="91160">
                  <c:v>45921.710416666669</c:v>
                </c:pt>
                <c:pt idx="91161">
                  <c:v>45932.362500000003</c:v>
                </c:pt>
                <c:pt idx="91162">
                  <c:v>45921.710416666669</c:v>
                </c:pt>
                <c:pt idx="91163">
                  <c:v>45821.679166666669</c:v>
                </c:pt>
                <c:pt idx="91164">
                  <c:v>45988.617361111108</c:v>
                </c:pt>
                <c:pt idx="91165">
                  <c:v>45988.617361111108</c:v>
                </c:pt>
                <c:pt idx="91166">
                  <c:v>45932.362500000003</c:v>
                </c:pt>
                <c:pt idx="91167">
                  <c:v>45879.701388888891</c:v>
                </c:pt>
                <c:pt idx="91168">
                  <c:v>45879.701388888891</c:v>
                </c:pt>
                <c:pt idx="91169">
                  <c:v>45918.634722222218</c:v>
                </c:pt>
                <c:pt idx="91170">
                  <c:v>45834.268750000003</c:v>
                </c:pt>
                <c:pt idx="91171">
                  <c:v>45876.802083333343</c:v>
                </c:pt>
                <c:pt idx="91172">
                  <c:v>45763.474305555559</c:v>
                </c:pt>
                <c:pt idx="91173">
                  <c:v>45782.379166666673</c:v>
                </c:pt>
                <c:pt idx="91174">
                  <c:v>45889.571527777778</c:v>
                </c:pt>
                <c:pt idx="91175">
                  <c:v>45874.629166666673</c:v>
                </c:pt>
                <c:pt idx="91176">
                  <c:v>45951.55</c:v>
                </c:pt>
                <c:pt idx="91177">
                  <c:v>45672.532638888893</c:v>
                </c:pt>
                <c:pt idx="91178">
                  <c:v>46002.557638888888</c:v>
                </c:pt>
                <c:pt idx="91179">
                  <c:v>45591.28402777778</c:v>
                </c:pt>
                <c:pt idx="91180">
                  <c:v>45989.293055555558</c:v>
                </c:pt>
                <c:pt idx="91181">
                  <c:v>45765.609722222223</c:v>
                </c:pt>
                <c:pt idx="91182">
                  <c:v>45959.713194444441</c:v>
                </c:pt>
                <c:pt idx="91183">
                  <c:v>45935.52847222222</c:v>
                </c:pt>
                <c:pt idx="91184">
                  <c:v>45502.341666666667</c:v>
                </c:pt>
                <c:pt idx="91185">
                  <c:v>45757.814583333333</c:v>
                </c:pt>
                <c:pt idx="91186">
                  <c:v>45777.852083333331</c:v>
                </c:pt>
                <c:pt idx="91187">
                  <c:v>45688.60833333333</c:v>
                </c:pt>
                <c:pt idx="91188">
                  <c:v>45467.586805555547</c:v>
                </c:pt>
                <c:pt idx="91189">
                  <c:v>45873.606944444437</c:v>
                </c:pt>
                <c:pt idx="91190">
                  <c:v>45703.870833333327</c:v>
                </c:pt>
                <c:pt idx="91191">
                  <c:v>45677.600694444453</c:v>
                </c:pt>
                <c:pt idx="91192">
                  <c:v>45609.899305555547</c:v>
                </c:pt>
                <c:pt idx="91193">
                  <c:v>45378.07708333333</c:v>
                </c:pt>
                <c:pt idx="91194">
                  <c:v>45409.902777777781</c:v>
                </c:pt>
                <c:pt idx="91195">
                  <c:v>45351.521527777782</c:v>
                </c:pt>
                <c:pt idx="91196">
                  <c:v>45868.084722222222</c:v>
                </c:pt>
                <c:pt idx="91197">
                  <c:v>45640.67291666667</c:v>
                </c:pt>
                <c:pt idx="91198">
                  <c:v>45640.67291666667</c:v>
                </c:pt>
                <c:pt idx="91199">
                  <c:v>45666.875</c:v>
                </c:pt>
                <c:pt idx="91200">
                  <c:v>45677.345833333333</c:v>
                </c:pt>
                <c:pt idx="91201">
                  <c:v>45677.345833333333</c:v>
                </c:pt>
                <c:pt idx="91202">
                  <c:v>45621.288194444453</c:v>
                </c:pt>
                <c:pt idx="91203">
                  <c:v>45621.288194444453</c:v>
                </c:pt>
                <c:pt idx="91204">
                  <c:v>45666.875</c:v>
                </c:pt>
                <c:pt idx="91205">
                  <c:v>45798.553472222222</c:v>
                </c:pt>
                <c:pt idx="91206">
                  <c:v>45863.576388888891</c:v>
                </c:pt>
                <c:pt idx="91207">
                  <c:v>45998.409722222219</c:v>
                </c:pt>
                <c:pt idx="91208">
                  <c:v>45644.545138888891</c:v>
                </c:pt>
                <c:pt idx="91209">
                  <c:v>45993.734722222223</c:v>
                </c:pt>
                <c:pt idx="91210">
                  <c:v>45581.614583333343</c:v>
                </c:pt>
                <c:pt idx="91211">
                  <c:v>45768.795138888891</c:v>
                </c:pt>
                <c:pt idx="91212">
                  <c:v>45640.464583333327</c:v>
                </c:pt>
                <c:pt idx="91213">
                  <c:v>45788.706250000003</c:v>
                </c:pt>
                <c:pt idx="91214">
                  <c:v>45789.430555555547</c:v>
                </c:pt>
                <c:pt idx="91215">
                  <c:v>45600.574305555558</c:v>
                </c:pt>
                <c:pt idx="91216">
                  <c:v>45739.465277777781</c:v>
                </c:pt>
                <c:pt idx="91217">
                  <c:v>45768.46597222222</c:v>
                </c:pt>
                <c:pt idx="91218">
                  <c:v>45541.797222222223</c:v>
                </c:pt>
                <c:pt idx="91219">
                  <c:v>45314.6875</c:v>
                </c:pt>
                <c:pt idx="91220">
                  <c:v>45672.605555555558</c:v>
                </c:pt>
                <c:pt idx="91221">
                  <c:v>45519.907638888893</c:v>
                </c:pt>
                <c:pt idx="91222">
                  <c:v>45329.68472222222</c:v>
                </c:pt>
                <c:pt idx="91223">
                  <c:v>45578.675000000003</c:v>
                </c:pt>
                <c:pt idx="91224">
                  <c:v>45355.495833333327</c:v>
                </c:pt>
                <c:pt idx="91225">
                  <c:v>45480.925694444442</c:v>
                </c:pt>
                <c:pt idx="91226">
                  <c:v>45506.4375</c:v>
                </c:pt>
                <c:pt idx="91227">
                  <c:v>45553.779861111107</c:v>
                </c:pt>
                <c:pt idx="91228">
                  <c:v>45801.408333333333</c:v>
                </c:pt>
                <c:pt idx="91229">
                  <c:v>45722.518750000003</c:v>
                </c:pt>
                <c:pt idx="91230">
                  <c:v>45706.248611111107</c:v>
                </c:pt>
                <c:pt idx="91231">
                  <c:v>45642.463194444441</c:v>
                </c:pt>
                <c:pt idx="91232">
                  <c:v>45508.48541666667</c:v>
                </c:pt>
                <c:pt idx="91233">
                  <c:v>45538.40625</c:v>
                </c:pt>
                <c:pt idx="91234">
                  <c:v>45606.463194444441</c:v>
                </c:pt>
                <c:pt idx="91235">
                  <c:v>45642.28402777778</c:v>
                </c:pt>
                <c:pt idx="91236">
                  <c:v>45811.427083333343</c:v>
                </c:pt>
                <c:pt idx="91237">
                  <c:v>45584.800000000003</c:v>
                </c:pt>
                <c:pt idx="91238">
                  <c:v>45566.37222222222</c:v>
                </c:pt>
                <c:pt idx="91239">
                  <c:v>45683.899305555547</c:v>
                </c:pt>
                <c:pt idx="91240">
                  <c:v>45719.259722222218</c:v>
                </c:pt>
                <c:pt idx="91241">
                  <c:v>45996.93472222222</c:v>
                </c:pt>
                <c:pt idx="91242">
                  <c:v>45743.28125</c:v>
                </c:pt>
                <c:pt idx="91243">
                  <c:v>45743.28125</c:v>
                </c:pt>
                <c:pt idx="91244">
                  <c:v>45623.647916666669</c:v>
                </c:pt>
                <c:pt idx="91245">
                  <c:v>45623.647916666669</c:v>
                </c:pt>
                <c:pt idx="91246">
                  <c:v>45785.478472222218</c:v>
                </c:pt>
                <c:pt idx="91247">
                  <c:v>45773.468055555553</c:v>
                </c:pt>
                <c:pt idx="91248">
                  <c:v>45686.151388888888</c:v>
                </c:pt>
                <c:pt idx="91249">
                  <c:v>45714.250694444447</c:v>
                </c:pt>
                <c:pt idx="91250">
                  <c:v>45714.250694444447</c:v>
                </c:pt>
                <c:pt idx="91251">
                  <c:v>45773.468055555553</c:v>
                </c:pt>
                <c:pt idx="91252">
                  <c:v>45785.478472222218</c:v>
                </c:pt>
                <c:pt idx="91253">
                  <c:v>45686.151388888888</c:v>
                </c:pt>
                <c:pt idx="91254">
                  <c:v>45896.73541666667</c:v>
                </c:pt>
                <c:pt idx="91255">
                  <c:v>45967.868750000001</c:v>
                </c:pt>
                <c:pt idx="91256">
                  <c:v>45743.513888888891</c:v>
                </c:pt>
                <c:pt idx="91257">
                  <c:v>45584.616666666669</c:v>
                </c:pt>
                <c:pt idx="91258">
                  <c:v>45670.6</c:v>
                </c:pt>
                <c:pt idx="91259">
                  <c:v>45562.947222222218</c:v>
                </c:pt>
                <c:pt idx="91260">
                  <c:v>45550.489583333343</c:v>
                </c:pt>
                <c:pt idx="91261">
                  <c:v>45791.631249999999</c:v>
                </c:pt>
                <c:pt idx="91262">
                  <c:v>45596.87222222222</c:v>
                </c:pt>
                <c:pt idx="91263">
                  <c:v>45723.588194444441</c:v>
                </c:pt>
                <c:pt idx="91264">
                  <c:v>45806.529166666667</c:v>
                </c:pt>
                <c:pt idx="91265">
                  <c:v>45774.800694444442</c:v>
                </c:pt>
                <c:pt idx="91266">
                  <c:v>45734.474999999999</c:v>
                </c:pt>
                <c:pt idx="91267">
                  <c:v>45764.552083333343</c:v>
                </c:pt>
                <c:pt idx="91268">
                  <c:v>45812.51458333333</c:v>
                </c:pt>
                <c:pt idx="91269">
                  <c:v>45739.7</c:v>
                </c:pt>
                <c:pt idx="91270">
                  <c:v>45880.53125</c:v>
                </c:pt>
                <c:pt idx="91271">
                  <c:v>46021.425694444442</c:v>
                </c:pt>
                <c:pt idx="91272">
                  <c:v>45689.512499999997</c:v>
                </c:pt>
                <c:pt idx="91273">
                  <c:v>45920.696527777778</c:v>
                </c:pt>
                <c:pt idx="91274">
                  <c:v>45516.506944444453</c:v>
                </c:pt>
                <c:pt idx="91275">
                  <c:v>45695.720138888893</c:v>
                </c:pt>
                <c:pt idx="91276">
                  <c:v>45545.580555555563</c:v>
                </c:pt>
                <c:pt idx="91277">
                  <c:v>45370.740277777782</c:v>
                </c:pt>
                <c:pt idx="91278">
                  <c:v>45565.691666666673</c:v>
                </c:pt>
                <c:pt idx="91279">
                  <c:v>45446.709722222222</c:v>
                </c:pt>
                <c:pt idx="91280">
                  <c:v>45405.542361111111</c:v>
                </c:pt>
                <c:pt idx="91281">
                  <c:v>45477.240972222222</c:v>
                </c:pt>
                <c:pt idx="91282">
                  <c:v>45829.22152777778</c:v>
                </c:pt>
                <c:pt idx="91283">
                  <c:v>45425.51458333333</c:v>
                </c:pt>
                <c:pt idx="91284">
                  <c:v>45496.175694444442</c:v>
                </c:pt>
                <c:pt idx="91285">
                  <c:v>45478.90902777778</c:v>
                </c:pt>
                <c:pt idx="91286">
                  <c:v>45371.936111111107</c:v>
                </c:pt>
                <c:pt idx="91287">
                  <c:v>45417.484027777777</c:v>
                </c:pt>
                <c:pt idx="91288">
                  <c:v>45455.92291666667</c:v>
                </c:pt>
                <c:pt idx="91289">
                  <c:v>45453.429861111108</c:v>
                </c:pt>
                <c:pt idx="91290">
                  <c:v>45685.556250000001</c:v>
                </c:pt>
                <c:pt idx="91291">
                  <c:v>45301.777777777781</c:v>
                </c:pt>
                <c:pt idx="91292">
                  <c:v>45487.499305555553</c:v>
                </c:pt>
                <c:pt idx="91293">
                  <c:v>45860.372916666667</c:v>
                </c:pt>
                <c:pt idx="91294">
                  <c:v>45818.563194444447</c:v>
                </c:pt>
                <c:pt idx="91295">
                  <c:v>45726.586111111108</c:v>
                </c:pt>
                <c:pt idx="91296">
                  <c:v>45752.371527777781</c:v>
                </c:pt>
                <c:pt idx="91297">
                  <c:v>45919.399305555547</c:v>
                </c:pt>
                <c:pt idx="91298">
                  <c:v>45940.612500000003</c:v>
                </c:pt>
                <c:pt idx="91299">
                  <c:v>45971.393750000003</c:v>
                </c:pt>
                <c:pt idx="91300">
                  <c:v>45539.484027777777</c:v>
                </c:pt>
                <c:pt idx="91301">
                  <c:v>46005.147916666669</c:v>
                </c:pt>
                <c:pt idx="91302">
                  <c:v>45949.652777777781</c:v>
                </c:pt>
                <c:pt idx="91303">
                  <c:v>45588.682638888888</c:v>
                </c:pt>
                <c:pt idx="91304">
                  <c:v>45958.581250000003</c:v>
                </c:pt>
                <c:pt idx="91305">
                  <c:v>45784.545138888891</c:v>
                </c:pt>
                <c:pt idx="91306">
                  <c:v>45902.382638888892</c:v>
                </c:pt>
                <c:pt idx="91307">
                  <c:v>45936.632638888892</c:v>
                </c:pt>
                <c:pt idx="91308">
                  <c:v>45985.474305555559</c:v>
                </c:pt>
                <c:pt idx="91309">
                  <c:v>45584.928472222222</c:v>
                </c:pt>
                <c:pt idx="91310">
                  <c:v>45411.017361111109</c:v>
                </c:pt>
                <c:pt idx="91311">
                  <c:v>45415.883333333331</c:v>
                </c:pt>
                <c:pt idx="91312">
                  <c:v>45759.577777777777</c:v>
                </c:pt>
                <c:pt idx="91313">
                  <c:v>45929.896527777782</c:v>
                </c:pt>
                <c:pt idx="91314">
                  <c:v>45883.953472222223</c:v>
                </c:pt>
                <c:pt idx="91315">
                  <c:v>45929.331250000003</c:v>
                </c:pt>
                <c:pt idx="91316">
                  <c:v>45382.806250000001</c:v>
                </c:pt>
                <c:pt idx="91317">
                  <c:v>45768.695138888892</c:v>
                </c:pt>
                <c:pt idx="91318">
                  <c:v>45439.481944444437</c:v>
                </c:pt>
                <c:pt idx="91319">
                  <c:v>45513.807638888888</c:v>
                </c:pt>
                <c:pt idx="91320">
                  <c:v>45410.522222222222</c:v>
                </c:pt>
                <c:pt idx="91321">
                  <c:v>45972.561805555553</c:v>
                </c:pt>
                <c:pt idx="91322">
                  <c:v>45874.554166666669</c:v>
                </c:pt>
                <c:pt idx="91323">
                  <c:v>45743.783333333333</c:v>
                </c:pt>
                <c:pt idx="91324">
                  <c:v>45785.513888888891</c:v>
                </c:pt>
                <c:pt idx="91325">
                  <c:v>45701.668749999997</c:v>
                </c:pt>
                <c:pt idx="91326">
                  <c:v>45723.70416666667</c:v>
                </c:pt>
                <c:pt idx="91327">
                  <c:v>45687.881249999999</c:v>
                </c:pt>
                <c:pt idx="91328">
                  <c:v>45965.977777777778</c:v>
                </c:pt>
                <c:pt idx="91329">
                  <c:v>45739.079861111109</c:v>
                </c:pt>
                <c:pt idx="91330">
                  <c:v>45879.206250000003</c:v>
                </c:pt>
                <c:pt idx="91331">
                  <c:v>45327.431944444441</c:v>
                </c:pt>
                <c:pt idx="91332">
                  <c:v>45315.415277777778</c:v>
                </c:pt>
                <c:pt idx="91333">
                  <c:v>45861.786111111112</c:v>
                </c:pt>
                <c:pt idx="91334">
                  <c:v>45420.620833333327</c:v>
                </c:pt>
                <c:pt idx="91335">
                  <c:v>45620.900694444441</c:v>
                </c:pt>
                <c:pt idx="91336">
                  <c:v>45880.515277777777</c:v>
                </c:pt>
                <c:pt idx="91337">
                  <c:v>45658.343055555553</c:v>
                </c:pt>
                <c:pt idx="91338">
                  <c:v>45573.938888888893</c:v>
                </c:pt>
                <c:pt idx="91339">
                  <c:v>45691.897916666669</c:v>
                </c:pt>
                <c:pt idx="91340">
                  <c:v>45610.261805555558</c:v>
                </c:pt>
                <c:pt idx="91341">
                  <c:v>45957.662499999999</c:v>
                </c:pt>
                <c:pt idx="91342">
                  <c:v>45950.397916666669</c:v>
                </c:pt>
                <c:pt idx="91343">
                  <c:v>45917.86041666667</c:v>
                </c:pt>
                <c:pt idx="91344">
                  <c:v>45746.754861111112</c:v>
                </c:pt>
                <c:pt idx="91345">
                  <c:v>45901.179166666669</c:v>
                </c:pt>
                <c:pt idx="91346">
                  <c:v>45931.043749999997</c:v>
                </c:pt>
                <c:pt idx="91347">
                  <c:v>45999.693055555559</c:v>
                </c:pt>
                <c:pt idx="91348">
                  <c:v>45816.902083333327</c:v>
                </c:pt>
                <c:pt idx="91349">
                  <c:v>45971.535416666673</c:v>
                </c:pt>
                <c:pt idx="91350">
                  <c:v>45742.210416666669</c:v>
                </c:pt>
                <c:pt idx="91351">
                  <c:v>45684.777083333327</c:v>
                </c:pt>
                <c:pt idx="91352">
                  <c:v>45574.775694444441</c:v>
                </c:pt>
                <c:pt idx="91353">
                  <c:v>45776.611111111109</c:v>
                </c:pt>
                <c:pt idx="91354">
                  <c:v>45918.513194444437</c:v>
                </c:pt>
                <c:pt idx="91355">
                  <c:v>45500.511111111111</c:v>
                </c:pt>
                <c:pt idx="91356">
                  <c:v>45791.774305555547</c:v>
                </c:pt>
                <c:pt idx="91357">
                  <c:v>45391.811805555553</c:v>
                </c:pt>
                <c:pt idx="91358">
                  <c:v>45401.716666666667</c:v>
                </c:pt>
                <c:pt idx="91359">
                  <c:v>46018.777083333327</c:v>
                </c:pt>
                <c:pt idx="91360">
                  <c:v>45475.412499999999</c:v>
                </c:pt>
                <c:pt idx="91361">
                  <c:v>45919.818055555559</c:v>
                </c:pt>
                <c:pt idx="91362">
                  <c:v>45870.450694444437</c:v>
                </c:pt>
                <c:pt idx="91363">
                  <c:v>45818.098611111112</c:v>
                </c:pt>
                <c:pt idx="91364">
                  <c:v>45756.584027777782</c:v>
                </c:pt>
                <c:pt idx="91365">
                  <c:v>45502.43472222222</c:v>
                </c:pt>
                <c:pt idx="91366">
                  <c:v>45769.206944444442</c:v>
                </c:pt>
                <c:pt idx="91367">
                  <c:v>45811.810416666667</c:v>
                </c:pt>
                <c:pt idx="91368">
                  <c:v>45798.30972222222</c:v>
                </c:pt>
                <c:pt idx="91369">
                  <c:v>45436.504861111112</c:v>
                </c:pt>
                <c:pt idx="91370">
                  <c:v>45523.76666666667</c:v>
                </c:pt>
                <c:pt idx="91371">
                  <c:v>45335.511805555558</c:v>
                </c:pt>
                <c:pt idx="91372">
                  <c:v>45677.552777777782</c:v>
                </c:pt>
                <c:pt idx="91373">
                  <c:v>45719.788888888892</c:v>
                </c:pt>
                <c:pt idx="91374">
                  <c:v>45687.591666666667</c:v>
                </c:pt>
                <c:pt idx="91375">
                  <c:v>45715.579861111109</c:v>
                </c:pt>
                <c:pt idx="91376">
                  <c:v>45625.745138888888</c:v>
                </c:pt>
                <c:pt idx="91377">
                  <c:v>45428.454861111109</c:v>
                </c:pt>
                <c:pt idx="91378">
                  <c:v>45390.650694444441</c:v>
                </c:pt>
                <c:pt idx="91379">
                  <c:v>45616.577777777777</c:v>
                </c:pt>
                <c:pt idx="91380">
                  <c:v>45890.876388888893</c:v>
                </c:pt>
                <c:pt idx="91381">
                  <c:v>46011.851388888892</c:v>
                </c:pt>
                <c:pt idx="91382">
                  <c:v>45576.505555555559</c:v>
                </c:pt>
                <c:pt idx="91383">
                  <c:v>45410.625</c:v>
                </c:pt>
                <c:pt idx="91384">
                  <c:v>45664.304861111108</c:v>
                </c:pt>
                <c:pt idx="91385">
                  <c:v>45835.51458333333</c:v>
                </c:pt>
                <c:pt idx="91386">
                  <c:v>45292.469444444447</c:v>
                </c:pt>
                <c:pt idx="91387">
                  <c:v>45476.692361111112</c:v>
                </c:pt>
                <c:pt idx="91388">
                  <c:v>45378.635416666657</c:v>
                </c:pt>
                <c:pt idx="91389">
                  <c:v>45628.559027777781</c:v>
                </c:pt>
                <c:pt idx="91390">
                  <c:v>45906.498611111107</c:v>
                </c:pt>
                <c:pt idx="91391">
                  <c:v>45984.384027777778</c:v>
                </c:pt>
                <c:pt idx="91392">
                  <c:v>45891.5625</c:v>
                </c:pt>
                <c:pt idx="91393">
                  <c:v>45924.333333333343</c:v>
                </c:pt>
                <c:pt idx="91394">
                  <c:v>45872.368750000001</c:v>
                </c:pt>
                <c:pt idx="91395">
                  <c:v>45760.383333333331</c:v>
                </c:pt>
                <c:pt idx="91396">
                  <c:v>45739.73541666667</c:v>
                </c:pt>
                <c:pt idx="91397">
                  <c:v>45729.489583333343</c:v>
                </c:pt>
                <c:pt idx="91398">
                  <c:v>45783.508333333331</c:v>
                </c:pt>
                <c:pt idx="91399">
                  <c:v>45953.584027777782</c:v>
                </c:pt>
                <c:pt idx="91400">
                  <c:v>45828.393055555563</c:v>
                </c:pt>
                <c:pt idx="91401">
                  <c:v>45745.421527777777</c:v>
                </c:pt>
                <c:pt idx="91402">
                  <c:v>45304.064583333333</c:v>
                </c:pt>
                <c:pt idx="91403">
                  <c:v>45298.238194444442</c:v>
                </c:pt>
                <c:pt idx="91404">
                  <c:v>45298.238194444442</c:v>
                </c:pt>
                <c:pt idx="91405">
                  <c:v>45658.690972222219</c:v>
                </c:pt>
                <c:pt idx="91406">
                  <c:v>45658.690972222219</c:v>
                </c:pt>
                <c:pt idx="91407">
                  <c:v>45304.064583333333</c:v>
                </c:pt>
                <c:pt idx="91408">
                  <c:v>45745.421527777777</c:v>
                </c:pt>
                <c:pt idx="91409">
                  <c:v>45781.728472222218</c:v>
                </c:pt>
                <c:pt idx="91410">
                  <c:v>45754.790277777778</c:v>
                </c:pt>
                <c:pt idx="91411">
                  <c:v>45786.481944444437</c:v>
                </c:pt>
                <c:pt idx="91412">
                  <c:v>45427.011805555558</c:v>
                </c:pt>
                <c:pt idx="91413">
                  <c:v>45973.286805555559</c:v>
                </c:pt>
                <c:pt idx="91414">
                  <c:v>45934.526388888888</c:v>
                </c:pt>
                <c:pt idx="91415">
                  <c:v>45909.54791666667</c:v>
                </c:pt>
                <c:pt idx="91416">
                  <c:v>45909.559027777781</c:v>
                </c:pt>
                <c:pt idx="91417">
                  <c:v>45962.306944444441</c:v>
                </c:pt>
                <c:pt idx="91418">
                  <c:v>46016.929166666669</c:v>
                </c:pt>
                <c:pt idx="91419">
                  <c:v>45999.271527777782</c:v>
                </c:pt>
                <c:pt idx="91420">
                  <c:v>45962.339583333327</c:v>
                </c:pt>
                <c:pt idx="91421">
                  <c:v>45842.612500000003</c:v>
                </c:pt>
                <c:pt idx="91422">
                  <c:v>45863.837500000001</c:v>
                </c:pt>
                <c:pt idx="91423">
                  <c:v>45771.792361111111</c:v>
                </c:pt>
                <c:pt idx="91424">
                  <c:v>45852.780555555553</c:v>
                </c:pt>
                <c:pt idx="91425">
                  <c:v>45912.682638888888</c:v>
                </c:pt>
                <c:pt idx="91426">
                  <c:v>46000.551388888889</c:v>
                </c:pt>
                <c:pt idx="91427">
                  <c:v>45679.344444444447</c:v>
                </c:pt>
                <c:pt idx="91428">
                  <c:v>45958.465277777781</c:v>
                </c:pt>
                <c:pt idx="91429">
                  <c:v>45569.678472222222</c:v>
                </c:pt>
                <c:pt idx="91430">
                  <c:v>45313.602083333331</c:v>
                </c:pt>
                <c:pt idx="91431">
                  <c:v>45942.459722222222</c:v>
                </c:pt>
                <c:pt idx="91432">
                  <c:v>45585.509722222218</c:v>
                </c:pt>
                <c:pt idx="91433">
                  <c:v>45642.647222222222</c:v>
                </c:pt>
                <c:pt idx="91434">
                  <c:v>45748.322222222218</c:v>
                </c:pt>
                <c:pt idx="91435">
                  <c:v>45864.460416666669</c:v>
                </c:pt>
                <c:pt idx="91436">
                  <c:v>45890.333333333343</c:v>
                </c:pt>
                <c:pt idx="91437">
                  <c:v>45597.386111111111</c:v>
                </c:pt>
                <c:pt idx="91438">
                  <c:v>45685.415277777778</c:v>
                </c:pt>
                <c:pt idx="91439">
                  <c:v>45913.365277777782</c:v>
                </c:pt>
                <c:pt idx="91440">
                  <c:v>45491.799305555563</c:v>
                </c:pt>
                <c:pt idx="91441">
                  <c:v>45826.197916666657</c:v>
                </c:pt>
                <c:pt idx="91442">
                  <c:v>45620.750694444447</c:v>
                </c:pt>
                <c:pt idx="91443">
                  <c:v>45912.843055555553</c:v>
                </c:pt>
                <c:pt idx="91444">
                  <c:v>45510.864583333343</c:v>
                </c:pt>
                <c:pt idx="91445">
                  <c:v>45785.103472222218</c:v>
                </c:pt>
                <c:pt idx="91446">
                  <c:v>45425.619444444441</c:v>
                </c:pt>
                <c:pt idx="91447">
                  <c:v>45643.038194444453</c:v>
                </c:pt>
                <c:pt idx="91448">
                  <c:v>45341.193749999999</c:v>
                </c:pt>
                <c:pt idx="91449">
                  <c:v>45792.598611111112</c:v>
                </c:pt>
                <c:pt idx="91450">
                  <c:v>45537.26666666667</c:v>
                </c:pt>
                <c:pt idx="91451">
                  <c:v>45324.263194444437</c:v>
                </c:pt>
                <c:pt idx="91452">
                  <c:v>45631.622916666667</c:v>
                </c:pt>
                <c:pt idx="91453">
                  <c:v>45750.972222222219</c:v>
                </c:pt>
                <c:pt idx="91454">
                  <c:v>45922.845833333333</c:v>
                </c:pt>
                <c:pt idx="91455">
                  <c:v>45982.719444444447</c:v>
                </c:pt>
                <c:pt idx="91456">
                  <c:v>45939.320833333331</c:v>
                </c:pt>
                <c:pt idx="91457">
                  <c:v>45888.605555555558</c:v>
                </c:pt>
                <c:pt idx="91458">
                  <c:v>46005.737500000003</c:v>
                </c:pt>
                <c:pt idx="91459">
                  <c:v>45968.243750000001</c:v>
                </c:pt>
                <c:pt idx="91460">
                  <c:v>45711.532638888893</c:v>
                </c:pt>
                <c:pt idx="91461">
                  <c:v>45790.711111111108</c:v>
                </c:pt>
                <c:pt idx="91462">
                  <c:v>45847.901388888888</c:v>
                </c:pt>
                <c:pt idx="91463">
                  <c:v>46012.831250000003</c:v>
                </c:pt>
                <c:pt idx="91464">
                  <c:v>45921.474999999999</c:v>
                </c:pt>
                <c:pt idx="91465">
                  <c:v>45808.282638888893</c:v>
                </c:pt>
                <c:pt idx="91466">
                  <c:v>45990.227083333331</c:v>
                </c:pt>
                <c:pt idx="91467">
                  <c:v>45990.227083333331</c:v>
                </c:pt>
                <c:pt idx="91468">
                  <c:v>45808.282638888893</c:v>
                </c:pt>
                <c:pt idx="91469">
                  <c:v>46023.237500000003</c:v>
                </c:pt>
                <c:pt idx="91470">
                  <c:v>46023.237500000003</c:v>
                </c:pt>
                <c:pt idx="91471">
                  <c:v>45747.956250000003</c:v>
                </c:pt>
                <c:pt idx="91472">
                  <c:v>45783.902083333327</c:v>
                </c:pt>
                <c:pt idx="91473">
                  <c:v>45628.448611111111</c:v>
                </c:pt>
                <c:pt idx="91474">
                  <c:v>45989.86041666667</c:v>
                </c:pt>
                <c:pt idx="91475">
                  <c:v>45562.402777777781</c:v>
                </c:pt>
                <c:pt idx="91476">
                  <c:v>45561.65625</c:v>
                </c:pt>
                <c:pt idx="91477">
                  <c:v>45376.575694444437</c:v>
                </c:pt>
                <c:pt idx="91478">
                  <c:v>45323.690972222219</c:v>
                </c:pt>
                <c:pt idx="91479">
                  <c:v>45605.918749999997</c:v>
                </c:pt>
                <c:pt idx="91480">
                  <c:v>45890.260416666657</c:v>
                </c:pt>
                <c:pt idx="91481">
                  <c:v>45764.288194444453</c:v>
                </c:pt>
                <c:pt idx="91482">
                  <c:v>45965.603472222218</c:v>
                </c:pt>
                <c:pt idx="91483">
                  <c:v>45795.402083333327</c:v>
                </c:pt>
                <c:pt idx="91484">
                  <c:v>45795.397222222222</c:v>
                </c:pt>
                <c:pt idx="91485">
                  <c:v>45659.769444444442</c:v>
                </c:pt>
                <c:pt idx="91486">
                  <c:v>45898.796527777777</c:v>
                </c:pt>
                <c:pt idx="91487">
                  <c:v>45718.634722222218</c:v>
                </c:pt>
                <c:pt idx="91488">
                  <c:v>45795.831944444442</c:v>
                </c:pt>
                <c:pt idx="91489">
                  <c:v>45601.755555555559</c:v>
                </c:pt>
                <c:pt idx="91490">
                  <c:v>45706.815972222219</c:v>
                </c:pt>
                <c:pt idx="91491">
                  <c:v>45920.743055555547</c:v>
                </c:pt>
                <c:pt idx="91492">
                  <c:v>45561.579861111109</c:v>
                </c:pt>
                <c:pt idx="91493">
                  <c:v>45646.740277777782</c:v>
                </c:pt>
                <c:pt idx="91494">
                  <c:v>45596.501388888893</c:v>
                </c:pt>
                <c:pt idx="91495">
                  <c:v>45711.593055555553</c:v>
                </c:pt>
                <c:pt idx="91496">
                  <c:v>45500.427777777782</c:v>
                </c:pt>
                <c:pt idx="91497">
                  <c:v>45346.363888888889</c:v>
                </c:pt>
                <c:pt idx="91498">
                  <c:v>45411.511805555558</c:v>
                </c:pt>
                <c:pt idx="91499">
                  <c:v>45867.517361111109</c:v>
                </c:pt>
                <c:pt idx="91500">
                  <c:v>45999.461111111108</c:v>
                </c:pt>
                <c:pt idx="91501">
                  <c:v>45999.461111111108</c:v>
                </c:pt>
                <c:pt idx="91502">
                  <c:v>45999.461111111108</c:v>
                </c:pt>
                <c:pt idx="91503">
                  <c:v>45645.553472222222</c:v>
                </c:pt>
                <c:pt idx="91504">
                  <c:v>45925.472222222219</c:v>
                </c:pt>
                <c:pt idx="91505">
                  <c:v>45331.618750000001</c:v>
                </c:pt>
                <c:pt idx="91506">
                  <c:v>45925.472222222219</c:v>
                </c:pt>
                <c:pt idx="91507">
                  <c:v>45331.617361111108</c:v>
                </c:pt>
                <c:pt idx="91508">
                  <c:v>45925.472222222219</c:v>
                </c:pt>
                <c:pt idx="91509">
                  <c:v>45331.617361111108</c:v>
                </c:pt>
                <c:pt idx="91510">
                  <c:v>45645.553472222222</c:v>
                </c:pt>
                <c:pt idx="91511">
                  <c:v>45331.617361111108</c:v>
                </c:pt>
                <c:pt idx="91512">
                  <c:v>45331.618750000001</c:v>
                </c:pt>
                <c:pt idx="91513">
                  <c:v>45331.618750000001</c:v>
                </c:pt>
                <c:pt idx="91514">
                  <c:v>45968.556250000001</c:v>
                </c:pt>
                <c:pt idx="91515">
                  <c:v>45867.517361111109</c:v>
                </c:pt>
                <c:pt idx="91516">
                  <c:v>45968.556250000001</c:v>
                </c:pt>
                <c:pt idx="91517">
                  <c:v>45867.517361111109</c:v>
                </c:pt>
                <c:pt idx="91518">
                  <c:v>45645.553472222222</c:v>
                </c:pt>
                <c:pt idx="91519">
                  <c:v>45968.556250000001</c:v>
                </c:pt>
                <c:pt idx="91520">
                  <c:v>45469.537499999999</c:v>
                </c:pt>
                <c:pt idx="91521">
                  <c:v>45435.709027777782</c:v>
                </c:pt>
                <c:pt idx="91522">
                  <c:v>45723.404861111107</c:v>
                </c:pt>
                <c:pt idx="91523">
                  <c:v>45948.470833333333</c:v>
                </c:pt>
                <c:pt idx="91524">
                  <c:v>45937.741666666669</c:v>
                </c:pt>
                <c:pt idx="91525">
                  <c:v>45828.493750000001</c:v>
                </c:pt>
                <c:pt idx="91526">
                  <c:v>45561.727083333331</c:v>
                </c:pt>
                <c:pt idx="91527">
                  <c:v>45837.460416666669</c:v>
                </c:pt>
                <c:pt idx="91528">
                  <c:v>45939.15902777778</c:v>
                </c:pt>
                <c:pt idx="91529">
                  <c:v>45978.542361111111</c:v>
                </c:pt>
                <c:pt idx="91530">
                  <c:v>45906.03402777778</c:v>
                </c:pt>
                <c:pt idx="91531">
                  <c:v>45825.60833333333</c:v>
                </c:pt>
                <c:pt idx="91532">
                  <c:v>45825.60833333333</c:v>
                </c:pt>
                <c:pt idx="91533">
                  <c:v>45439.780555555553</c:v>
                </c:pt>
                <c:pt idx="91534">
                  <c:v>45673.867361111108</c:v>
                </c:pt>
                <c:pt idx="91535">
                  <c:v>45673.867361111108</c:v>
                </c:pt>
                <c:pt idx="91536">
                  <c:v>45439.780555555553</c:v>
                </c:pt>
                <c:pt idx="91537">
                  <c:v>45984.78125</c:v>
                </c:pt>
                <c:pt idx="91538">
                  <c:v>45956.738194444442</c:v>
                </c:pt>
                <c:pt idx="91539">
                  <c:v>46019.106944444437</c:v>
                </c:pt>
                <c:pt idx="91540">
                  <c:v>45929.872916666667</c:v>
                </c:pt>
                <c:pt idx="91541">
                  <c:v>45950.340277777781</c:v>
                </c:pt>
                <c:pt idx="91542">
                  <c:v>45395.09097222222</c:v>
                </c:pt>
                <c:pt idx="91543">
                  <c:v>45395.09097222222</c:v>
                </c:pt>
                <c:pt idx="91544">
                  <c:v>45678.053472222222</c:v>
                </c:pt>
                <c:pt idx="91545">
                  <c:v>45678.053472222222</c:v>
                </c:pt>
                <c:pt idx="91546">
                  <c:v>45339.785416666673</c:v>
                </c:pt>
                <c:pt idx="91547">
                  <c:v>45404.936111111107</c:v>
                </c:pt>
                <c:pt idx="91548">
                  <c:v>45472.907638888893</c:v>
                </c:pt>
                <c:pt idx="91549">
                  <c:v>45899.956250000003</c:v>
                </c:pt>
                <c:pt idx="91550">
                  <c:v>45973.564583333333</c:v>
                </c:pt>
                <c:pt idx="91551">
                  <c:v>45959.450694444437</c:v>
                </c:pt>
                <c:pt idx="91552">
                  <c:v>45973.564583333333</c:v>
                </c:pt>
                <c:pt idx="91553">
                  <c:v>45973.564583333333</c:v>
                </c:pt>
                <c:pt idx="91554">
                  <c:v>45408.701388888891</c:v>
                </c:pt>
                <c:pt idx="91555">
                  <c:v>45408.701388888891</c:v>
                </c:pt>
                <c:pt idx="91556">
                  <c:v>45303.629861111112</c:v>
                </c:pt>
                <c:pt idx="91557">
                  <c:v>45408.701388888891</c:v>
                </c:pt>
                <c:pt idx="91558">
                  <c:v>45834.840277777781</c:v>
                </c:pt>
                <c:pt idx="91559">
                  <c:v>45834.840277777781</c:v>
                </c:pt>
                <c:pt idx="91560">
                  <c:v>45303.629861111112</c:v>
                </c:pt>
                <c:pt idx="91561">
                  <c:v>45834.840277777781</c:v>
                </c:pt>
                <c:pt idx="91562">
                  <c:v>45959.450694444437</c:v>
                </c:pt>
                <c:pt idx="91563">
                  <c:v>45316.883333333331</c:v>
                </c:pt>
                <c:pt idx="91564">
                  <c:v>45316.883333333331</c:v>
                </c:pt>
                <c:pt idx="91565">
                  <c:v>45959.450694444437</c:v>
                </c:pt>
                <c:pt idx="91566">
                  <c:v>45450.535416666673</c:v>
                </c:pt>
                <c:pt idx="91567">
                  <c:v>45430.609027777777</c:v>
                </c:pt>
                <c:pt idx="91568">
                  <c:v>45316.883333333331</c:v>
                </c:pt>
                <c:pt idx="91569">
                  <c:v>45450.535416666673</c:v>
                </c:pt>
                <c:pt idx="91570">
                  <c:v>45430.609027777777</c:v>
                </c:pt>
                <c:pt idx="91571">
                  <c:v>45899.956250000003</c:v>
                </c:pt>
                <c:pt idx="91572">
                  <c:v>45899.956250000003</c:v>
                </c:pt>
                <c:pt idx="91573">
                  <c:v>45450.535416666673</c:v>
                </c:pt>
                <c:pt idx="91574">
                  <c:v>45430.609027777777</c:v>
                </c:pt>
                <c:pt idx="91575">
                  <c:v>45303.629861111112</c:v>
                </c:pt>
                <c:pt idx="91576">
                  <c:v>45895.563888888893</c:v>
                </c:pt>
                <c:pt idx="91577">
                  <c:v>45706.63958333333</c:v>
                </c:pt>
                <c:pt idx="91578">
                  <c:v>45887.567361111112</c:v>
                </c:pt>
                <c:pt idx="91579">
                  <c:v>45409.533333333333</c:v>
                </c:pt>
                <c:pt idx="91580">
                  <c:v>45466.521527777782</c:v>
                </c:pt>
                <c:pt idx="91581">
                  <c:v>45353.638194444437</c:v>
                </c:pt>
                <c:pt idx="91582">
                  <c:v>45827.78125</c:v>
                </c:pt>
                <c:pt idx="91583">
                  <c:v>45931.645138888889</c:v>
                </c:pt>
                <c:pt idx="91584">
                  <c:v>45841.206250000003</c:v>
                </c:pt>
                <c:pt idx="91585">
                  <c:v>45961.820833333331</c:v>
                </c:pt>
                <c:pt idx="91586">
                  <c:v>45993.456250000003</c:v>
                </c:pt>
                <c:pt idx="91587">
                  <c:v>45862.750694444447</c:v>
                </c:pt>
                <c:pt idx="91588">
                  <c:v>45836.352083333331</c:v>
                </c:pt>
                <c:pt idx="91589">
                  <c:v>45711.795138888891</c:v>
                </c:pt>
                <c:pt idx="91590">
                  <c:v>45931.952777777777</c:v>
                </c:pt>
                <c:pt idx="91591">
                  <c:v>45568.884027777778</c:v>
                </c:pt>
                <c:pt idx="91592">
                  <c:v>45851.54583333333</c:v>
                </c:pt>
                <c:pt idx="91593">
                  <c:v>45707.445138888892</c:v>
                </c:pt>
                <c:pt idx="91594">
                  <c:v>45681.540972222218</c:v>
                </c:pt>
                <c:pt idx="91595">
                  <c:v>45847.701388888891</c:v>
                </c:pt>
                <c:pt idx="91596">
                  <c:v>45701.578472222223</c:v>
                </c:pt>
                <c:pt idx="91597">
                  <c:v>45830.647222222222</c:v>
                </c:pt>
                <c:pt idx="91598">
                  <c:v>45356.62222222222</c:v>
                </c:pt>
                <c:pt idx="91599">
                  <c:v>45794.541666666657</c:v>
                </c:pt>
                <c:pt idx="91600">
                  <c:v>45980.570138888892</c:v>
                </c:pt>
                <c:pt idx="91601">
                  <c:v>45989.711111111108</c:v>
                </c:pt>
                <c:pt idx="91602">
                  <c:v>45992.421527777777</c:v>
                </c:pt>
                <c:pt idx="91603">
                  <c:v>45794.44027777778</c:v>
                </c:pt>
                <c:pt idx="91604">
                  <c:v>45992.40625</c:v>
                </c:pt>
                <c:pt idx="91605">
                  <c:v>45749.881249999999</c:v>
                </c:pt>
                <c:pt idx="91606">
                  <c:v>45873.790972222218</c:v>
                </c:pt>
                <c:pt idx="91607">
                  <c:v>45638.716666666667</c:v>
                </c:pt>
                <c:pt idx="91608">
                  <c:v>45638.716666666667</c:v>
                </c:pt>
                <c:pt idx="91609">
                  <c:v>45869.397222222222</c:v>
                </c:pt>
                <c:pt idx="91610">
                  <c:v>45838.602083333331</c:v>
                </c:pt>
                <c:pt idx="91611">
                  <c:v>45628.938194444447</c:v>
                </c:pt>
                <c:pt idx="91612">
                  <c:v>45781.425694444442</c:v>
                </c:pt>
                <c:pt idx="91613">
                  <c:v>45866.521527777782</c:v>
                </c:pt>
                <c:pt idx="91614">
                  <c:v>45651.555555555547</c:v>
                </c:pt>
                <c:pt idx="91615">
                  <c:v>45817.770138888889</c:v>
                </c:pt>
                <c:pt idx="91616">
                  <c:v>45931.590277777781</c:v>
                </c:pt>
                <c:pt idx="91617">
                  <c:v>45368.677777777782</c:v>
                </c:pt>
                <c:pt idx="91618">
                  <c:v>45877.459027777782</c:v>
                </c:pt>
                <c:pt idx="91619">
                  <c:v>45991.479166666657</c:v>
                </c:pt>
                <c:pt idx="91620">
                  <c:v>45926.910416666673</c:v>
                </c:pt>
                <c:pt idx="91621">
                  <c:v>45909.96597222222</c:v>
                </c:pt>
                <c:pt idx="91622">
                  <c:v>45775.854166666657</c:v>
                </c:pt>
                <c:pt idx="91623">
                  <c:v>45334.665972222218</c:v>
                </c:pt>
                <c:pt idx="91624">
                  <c:v>45531.540277777778</c:v>
                </c:pt>
                <c:pt idx="91625">
                  <c:v>45714.459027777782</c:v>
                </c:pt>
                <c:pt idx="91626">
                  <c:v>45525.350694444453</c:v>
                </c:pt>
                <c:pt idx="91627">
                  <c:v>45879.616666666669</c:v>
                </c:pt>
                <c:pt idx="91628">
                  <c:v>45480.513888888891</c:v>
                </c:pt>
                <c:pt idx="91629">
                  <c:v>45600.387499999997</c:v>
                </c:pt>
                <c:pt idx="91630">
                  <c:v>45823.82708333333</c:v>
                </c:pt>
                <c:pt idx="91631">
                  <c:v>45980.70416666667</c:v>
                </c:pt>
                <c:pt idx="91632">
                  <c:v>45584.723611111112</c:v>
                </c:pt>
                <c:pt idx="91633">
                  <c:v>45588.615972222222</c:v>
                </c:pt>
                <c:pt idx="91634">
                  <c:v>45947.491666666669</c:v>
                </c:pt>
                <c:pt idx="91635">
                  <c:v>46006.468055555553</c:v>
                </c:pt>
                <c:pt idx="91636">
                  <c:v>45945.525000000001</c:v>
                </c:pt>
                <c:pt idx="91637">
                  <c:v>45304.945138888892</c:v>
                </c:pt>
                <c:pt idx="91638">
                  <c:v>45394.552083333343</c:v>
                </c:pt>
                <c:pt idx="91639">
                  <c:v>45328.851388888892</c:v>
                </c:pt>
                <c:pt idx="91640">
                  <c:v>45364.836111111108</c:v>
                </c:pt>
                <c:pt idx="91641">
                  <c:v>45891.490972222222</c:v>
                </c:pt>
                <c:pt idx="91642">
                  <c:v>45876.526388888888</c:v>
                </c:pt>
                <c:pt idx="91643">
                  <c:v>45924.092361111107</c:v>
                </c:pt>
                <c:pt idx="91644">
                  <c:v>45854.656944444447</c:v>
                </c:pt>
                <c:pt idx="91645">
                  <c:v>45842.088888888888</c:v>
                </c:pt>
                <c:pt idx="91646">
                  <c:v>45443.757638888892</c:v>
                </c:pt>
                <c:pt idx="91647">
                  <c:v>45502.67083333333</c:v>
                </c:pt>
                <c:pt idx="91648">
                  <c:v>45615.586111111108</c:v>
                </c:pt>
                <c:pt idx="91649">
                  <c:v>45532.613888888889</c:v>
                </c:pt>
                <c:pt idx="91650">
                  <c:v>45540.54791666667</c:v>
                </c:pt>
                <c:pt idx="91651">
                  <c:v>45547.804166666669</c:v>
                </c:pt>
                <c:pt idx="91652">
                  <c:v>45650.472222222219</c:v>
                </c:pt>
                <c:pt idx="91653">
                  <c:v>45750.281944444447</c:v>
                </c:pt>
                <c:pt idx="91654">
                  <c:v>45629.586111111108</c:v>
                </c:pt>
                <c:pt idx="91655">
                  <c:v>45611.703472222223</c:v>
                </c:pt>
                <c:pt idx="91656">
                  <c:v>45796.643750000003</c:v>
                </c:pt>
                <c:pt idx="91657">
                  <c:v>45949.574305555558</c:v>
                </c:pt>
                <c:pt idx="91658">
                  <c:v>46004.615972222222</c:v>
                </c:pt>
                <c:pt idx="91659">
                  <c:v>45898.598611111112</c:v>
                </c:pt>
                <c:pt idx="91660">
                  <c:v>45922.763194444437</c:v>
                </c:pt>
                <c:pt idx="91661">
                  <c:v>45948.765277777777</c:v>
                </c:pt>
                <c:pt idx="91662">
                  <c:v>45604.343055555553</c:v>
                </c:pt>
                <c:pt idx="91663">
                  <c:v>45670.362500000003</c:v>
                </c:pt>
                <c:pt idx="91664">
                  <c:v>45890.844444444447</c:v>
                </c:pt>
                <c:pt idx="91665">
                  <c:v>45937.731249999997</c:v>
                </c:pt>
                <c:pt idx="91666">
                  <c:v>45407.227083333331</c:v>
                </c:pt>
                <c:pt idx="91667">
                  <c:v>45761.415277777778</c:v>
                </c:pt>
                <c:pt idx="91668">
                  <c:v>45844.777083333327</c:v>
                </c:pt>
                <c:pt idx="91669">
                  <c:v>45761.420138888891</c:v>
                </c:pt>
                <c:pt idx="91670">
                  <c:v>45656.619444444441</c:v>
                </c:pt>
                <c:pt idx="91671">
                  <c:v>45906.392361111109</c:v>
                </c:pt>
                <c:pt idx="91672">
                  <c:v>45419.663194444453</c:v>
                </c:pt>
                <c:pt idx="91673">
                  <c:v>45294.042361111111</c:v>
                </c:pt>
                <c:pt idx="91674">
                  <c:v>45787.461111111108</c:v>
                </c:pt>
                <c:pt idx="91675">
                  <c:v>45791.55972222222</c:v>
                </c:pt>
                <c:pt idx="91676">
                  <c:v>45386.847222222219</c:v>
                </c:pt>
                <c:pt idx="91677">
                  <c:v>45948.872916666667</c:v>
                </c:pt>
                <c:pt idx="91678">
                  <c:v>45748.556944444441</c:v>
                </c:pt>
                <c:pt idx="91679">
                  <c:v>45882.656944444447</c:v>
                </c:pt>
                <c:pt idx="91680">
                  <c:v>45807.574305555558</c:v>
                </c:pt>
                <c:pt idx="91681">
                  <c:v>45962.089583333327</c:v>
                </c:pt>
                <c:pt idx="91682">
                  <c:v>45962.089583333327</c:v>
                </c:pt>
                <c:pt idx="91683">
                  <c:v>45993.751388888893</c:v>
                </c:pt>
                <c:pt idx="91684">
                  <c:v>45882.656944444447</c:v>
                </c:pt>
                <c:pt idx="91685">
                  <c:v>45993.751388888893</c:v>
                </c:pt>
                <c:pt idx="91686">
                  <c:v>45790.454861111109</c:v>
                </c:pt>
                <c:pt idx="91687">
                  <c:v>45790.454861111109</c:v>
                </c:pt>
                <c:pt idx="91688">
                  <c:v>45748.556944444441</c:v>
                </c:pt>
                <c:pt idx="91689">
                  <c:v>45807.574305555558</c:v>
                </c:pt>
                <c:pt idx="91690">
                  <c:v>45312.578472222223</c:v>
                </c:pt>
                <c:pt idx="91691">
                  <c:v>45707.640972222223</c:v>
                </c:pt>
                <c:pt idx="91692">
                  <c:v>45567.318749999999</c:v>
                </c:pt>
                <c:pt idx="91693">
                  <c:v>45572.377083333333</c:v>
                </c:pt>
                <c:pt idx="91694">
                  <c:v>45568.320138888892</c:v>
                </c:pt>
                <c:pt idx="91695">
                  <c:v>45750.52847222222</c:v>
                </c:pt>
                <c:pt idx="91696">
                  <c:v>45521.04791666667</c:v>
                </c:pt>
                <c:pt idx="91697">
                  <c:v>45501.000694444447</c:v>
                </c:pt>
                <c:pt idx="91698">
                  <c:v>45483.589583333327</c:v>
                </c:pt>
                <c:pt idx="91699">
                  <c:v>45991.940972222219</c:v>
                </c:pt>
                <c:pt idx="91700">
                  <c:v>45971.956944444442</c:v>
                </c:pt>
                <c:pt idx="91701">
                  <c:v>46011.503472222219</c:v>
                </c:pt>
                <c:pt idx="91702">
                  <c:v>45526.697222222218</c:v>
                </c:pt>
                <c:pt idx="91703">
                  <c:v>45541.767361111109</c:v>
                </c:pt>
                <c:pt idx="91704">
                  <c:v>45540.76458333333</c:v>
                </c:pt>
                <c:pt idx="91705">
                  <c:v>45561.761805555558</c:v>
                </c:pt>
                <c:pt idx="91706">
                  <c:v>45912.401388888888</c:v>
                </c:pt>
                <c:pt idx="91707">
                  <c:v>45971.48541666667</c:v>
                </c:pt>
                <c:pt idx="91708">
                  <c:v>45924.67083333333</c:v>
                </c:pt>
                <c:pt idx="91709">
                  <c:v>45960.454861111109</c:v>
                </c:pt>
                <c:pt idx="91710">
                  <c:v>45898.149305555547</c:v>
                </c:pt>
                <c:pt idx="91711">
                  <c:v>45830.294444444437</c:v>
                </c:pt>
                <c:pt idx="91712">
                  <c:v>45835.393750000003</c:v>
                </c:pt>
                <c:pt idx="91713">
                  <c:v>45961.4375</c:v>
                </c:pt>
                <c:pt idx="91714">
                  <c:v>46001.261805555558</c:v>
                </c:pt>
                <c:pt idx="91715">
                  <c:v>45925.275000000001</c:v>
                </c:pt>
                <c:pt idx="91716">
                  <c:v>45925.256944444453</c:v>
                </c:pt>
                <c:pt idx="91717">
                  <c:v>46019.597222222219</c:v>
                </c:pt>
                <c:pt idx="91718">
                  <c:v>45919.531944444447</c:v>
                </c:pt>
                <c:pt idx="91719">
                  <c:v>45957.742361111108</c:v>
                </c:pt>
                <c:pt idx="91720">
                  <c:v>45864.863194444442</c:v>
                </c:pt>
                <c:pt idx="91721">
                  <c:v>45718.319444444453</c:v>
                </c:pt>
                <c:pt idx="91722">
                  <c:v>46007.616666666669</c:v>
                </c:pt>
                <c:pt idx="91723">
                  <c:v>45795.922222222223</c:v>
                </c:pt>
                <c:pt idx="91724">
                  <c:v>45654.585416666669</c:v>
                </c:pt>
                <c:pt idx="91725">
                  <c:v>45351.981249999997</c:v>
                </c:pt>
                <c:pt idx="91726">
                  <c:v>45362.688194444447</c:v>
                </c:pt>
                <c:pt idx="91727">
                  <c:v>45874.443055555559</c:v>
                </c:pt>
                <c:pt idx="91728">
                  <c:v>45427.70416666667</c:v>
                </c:pt>
                <c:pt idx="91729">
                  <c:v>45859.719444444447</c:v>
                </c:pt>
                <c:pt idx="91730">
                  <c:v>45670.681944444441</c:v>
                </c:pt>
                <c:pt idx="91731">
                  <c:v>45725.615277777782</c:v>
                </c:pt>
                <c:pt idx="91732">
                  <c:v>45673.501388888893</c:v>
                </c:pt>
                <c:pt idx="91733">
                  <c:v>45980.729166666657</c:v>
                </c:pt>
                <c:pt idx="91734">
                  <c:v>45757.675000000003</c:v>
                </c:pt>
                <c:pt idx="91735">
                  <c:v>45797.830555555563</c:v>
                </c:pt>
                <c:pt idx="91736">
                  <c:v>45838.790972222218</c:v>
                </c:pt>
                <c:pt idx="91737">
                  <c:v>45817.538888888892</c:v>
                </c:pt>
                <c:pt idx="91738">
                  <c:v>45870.63958333333</c:v>
                </c:pt>
                <c:pt idx="91739">
                  <c:v>45776.341666666667</c:v>
                </c:pt>
                <c:pt idx="91740">
                  <c:v>45891.827777777777</c:v>
                </c:pt>
                <c:pt idx="91741">
                  <c:v>45679.538888888892</c:v>
                </c:pt>
                <c:pt idx="91742">
                  <c:v>45752.643055555563</c:v>
                </c:pt>
                <c:pt idx="91743">
                  <c:v>45987.438194444447</c:v>
                </c:pt>
                <c:pt idx="91744">
                  <c:v>45428.808333333327</c:v>
                </c:pt>
                <c:pt idx="91745">
                  <c:v>45690.777083333327</c:v>
                </c:pt>
                <c:pt idx="91746">
                  <c:v>45538.73541666667</c:v>
                </c:pt>
                <c:pt idx="91747">
                  <c:v>45823.750694444447</c:v>
                </c:pt>
                <c:pt idx="91748">
                  <c:v>45594.7</c:v>
                </c:pt>
                <c:pt idx="91749">
                  <c:v>46018.497916666667</c:v>
                </c:pt>
                <c:pt idx="91750">
                  <c:v>45986.588888888888</c:v>
                </c:pt>
                <c:pt idx="91751">
                  <c:v>45977.910416666673</c:v>
                </c:pt>
                <c:pt idx="91752">
                  <c:v>45833.695138888892</c:v>
                </c:pt>
                <c:pt idx="91753">
                  <c:v>45877.745138888888</c:v>
                </c:pt>
                <c:pt idx="91754">
                  <c:v>45952.958333333343</c:v>
                </c:pt>
                <c:pt idx="91755">
                  <c:v>45823.890277777777</c:v>
                </c:pt>
                <c:pt idx="91756">
                  <c:v>45893.736111111109</c:v>
                </c:pt>
                <c:pt idx="91757">
                  <c:v>45992.634027777778</c:v>
                </c:pt>
                <c:pt idx="91758">
                  <c:v>45968.526388888888</c:v>
                </c:pt>
                <c:pt idx="91759">
                  <c:v>45914.43472222222</c:v>
                </c:pt>
                <c:pt idx="91760">
                  <c:v>45904.429166666669</c:v>
                </c:pt>
                <c:pt idx="91761">
                  <c:v>45992.738194444442</c:v>
                </c:pt>
                <c:pt idx="91762">
                  <c:v>45667.359722222223</c:v>
                </c:pt>
                <c:pt idx="91763">
                  <c:v>45618.769444444442</c:v>
                </c:pt>
                <c:pt idx="91764">
                  <c:v>45593.740277777782</c:v>
                </c:pt>
                <c:pt idx="91765">
                  <c:v>45577.727083333331</c:v>
                </c:pt>
                <c:pt idx="91766">
                  <c:v>45673.689583333333</c:v>
                </c:pt>
                <c:pt idx="91767">
                  <c:v>45721.770833333343</c:v>
                </c:pt>
                <c:pt idx="91768">
                  <c:v>45608.712500000001</c:v>
                </c:pt>
                <c:pt idx="91769">
                  <c:v>45928.493750000001</c:v>
                </c:pt>
                <c:pt idx="91770">
                  <c:v>45857.843055555553</c:v>
                </c:pt>
                <c:pt idx="91771">
                  <c:v>45890.507638888892</c:v>
                </c:pt>
                <c:pt idx="91772">
                  <c:v>45952.679166666669</c:v>
                </c:pt>
                <c:pt idx="91773">
                  <c:v>46023.464583333327</c:v>
                </c:pt>
                <c:pt idx="91774">
                  <c:v>45893.575694444437</c:v>
                </c:pt>
                <c:pt idx="91775">
                  <c:v>45796.845138888893</c:v>
                </c:pt>
                <c:pt idx="91776">
                  <c:v>45963.318055555559</c:v>
                </c:pt>
                <c:pt idx="91777">
                  <c:v>45836.82916666667</c:v>
                </c:pt>
                <c:pt idx="91778">
                  <c:v>45326.364583333343</c:v>
                </c:pt>
                <c:pt idx="91779">
                  <c:v>45339.624305555553</c:v>
                </c:pt>
                <c:pt idx="91780">
                  <c:v>45296.581944444442</c:v>
                </c:pt>
                <c:pt idx="91781">
                  <c:v>45877.716666666667</c:v>
                </c:pt>
                <c:pt idx="91782">
                  <c:v>45855.50277777778</c:v>
                </c:pt>
                <c:pt idx="91783">
                  <c:v>45763.791666666657</c:v>
                </c:pt>
                <c:pt idx="91784">
                  <c:v>45861.415972222218</c:v>
                </c:pt>
                <c:pt idx="91785">
                  <c:v>45743.51458333333</c:v>
                </c:pt>
                <c:pt idx="91786">
                  <c:v>45917.484027777777</c:v>
                </c:pt>
                <c:pt idx="91787">
                  <c:v>45847.788194444453</c:v>
                </c:pt>
                <c:pt idx="91788">
                  <c:v>45884.272222222222</c:v>
                </c:pt>
                <c:pt idx="91789">
                  <c:v>45757.462500000001</c:v>
                </c:pt>
                <c:pt idx="91790">
                  <c:v>45816.743750000001</c:v>
                </c:pt>
                <c:pt idx="91791">
                  <c:v>46010.563888888893</c:v>
                </c:pt>
                <c:pt idx="91792">
                  <c:v>45945.499305555553</c:v>
                </c:pt>
                <c:pt idx="91793">
                  <c:v>45741.558333333327</c:v>
                </c:pt>
                <c:pt idx="91794">
                  <c:v>45890.448611111111</c:v>
                </c:pt>
                <c:pt idx="91795">
                  <c:v>45741.557638888888</c:v>
                </c:pt>
                <c:pt idx="91796">
                  <c:v>45737.585416666669</c:v>
                </c:pt>
                <c:pt idx="91797">
                  <c:v>45741.585416666669</c:v>
                </c:pt>
                <c:pt idx="91798">
                  <c:v>45312.923611111109</c:v>
                </c:pt>
                <c:pt idx="91799">
                  <c:v>45999.447222222218</c:v>
                </c:pt>
                <c:pt idx="91800">
                  <c:v>45734.915972222218</c:v>
                </c:pt>
                <c:pt idx="91801">
                  <c:v>45309.029861111107</c:v>
                </c:pt>
                <c:pt idx="91802">
                  <c:v>45332.595833333333</c:v>
                </c:pt>
                <c:pt idx="91803">
                  <c:v>45397.486805555563</c:v>
                </c:pt>
                <c:pt idx="91804">
                  <c:v>45381.000694444447</c:v>
                </c:pt>
                <c:pt idx="91805">
                  <c:v>45800.789583333331</c:v>
                </c:pt>
                <c:pt idx="91806">
                  <c:v>45366.543055555558</c:v>
                </c:pt>
                <c:pt idx="91807">
                  <c:v>45300.967361111107</c:v>
                </c:pt>
                <c:pt idx="91808">
                  <c:v>45383.583333333343</c:v>
                </c:pt>
                <c:pt idx="91809">
                  <c:v>45976.73541666667</c:v>
                </c:pt>
                <c:pt idx="91810">
                  <c:v>45834.324999999997</c:v>
                </c:pt>
                <c:pt idx="91811">
                  <c:v>45949.748611111107</c:v>
                </c:pt>
                <c:pt idx="91812">
                  <c:v>45957.677777777782</c:v>
                </c:pt>
                <c:pt idx="91813">
                  <c:v>45671.408333333333</c:v>
                </c:pt>
                <c:pt idx="91814">
                  <c:v>45644.802777777782</c:v>
                </c:pt>
                <c:pt idx="91815">
                  <c:v>45665.92083333333</c:v>
                </c:pt>
                <c:pt idx="91816">
                  <c:v>45939.454861111109</c:v>
                </c:pt>
                <c:pt idx="91817">
                  <c:v>45773.743750000001</c:v>
                </c:pt>
                <c:pt idx="91818">
                  <c:v>45781.727777777778</c:v>
                </c:pt>
                <c:pt idx="91819">
                  <c:v>45486.410416666673</c:v>
                </c:pt>
                <c:pt idx="91820">
                  <c:v>45796.513194444437</c:v>
                </c:pt>
                <c:pt idx="91821">
                  <c:v>45543.405555555553</c:v>
                </c:pt>
                <c:pt idx="91822">
                  <c:v>45553.972916666673</c:v>
                </c:pt>
                <c:pt idx="91823">
                  <c:v>45559.740277777782</c:v>
                </c:pt>
                <c:pt idx="91824">
                  <c:v>45663.615972222222</c:v>
                </c:pt>
                <c:pt idx="91825">
                  <c:v>45546.799305555563</c:v>
                </c:pt>
                <c:pt idx="91826">
                  <c:v>45943.793749999997</c:v>
                </c:pt>
                <c:pt idx="91827">
                  <c:v>45920.586805555547</c:v>
                </c:pt>
                <c:pt idx="91828">
                  <c:v>45842.694444444453</c:v>
                </c:pt>
                <c:pt idx="91829">
                  <c:v>45842.694444444453</c:v>
                </c:pt>
                <c:pt idx="91830">
                  <c:v>45943.793749999997</c:v>
                </c:pt>
                <c:pt idx="91831">
                  <c:v>45987.86041666667</c:v>
                </c:pt>
                <c:pt idx="91832">
                  <c:v>45920.586805555547</c:v>
                </c:pt>
                <c:pt idx="91833">
                  <c:v>45987.86041666667</c:v>
                </c:pt>
                <c:pt idx="91834">
                  <c:v>45869.620833333327</c:v>
                </c:pt>
                <c:pt idx="91835">
                  <c:v>45869.620833333327</c:v>
                </c:pt>
                <c:pt idx="91836">
                  <c:v>45891.736111111109</c:v>
                </c:pt>
                <c:pt idx="91837">
                  <c:v>45813.88958333333</c:v>
                </c:pt>
                <c:pt idx="91838">
                  <c:v>45772.317361111112</c:v>
                </c:pt>
                <c:pt idx="91839">
                  <c:v>45772.317361111112</c:v>
                </c:pt>
                <c:pt idx="91840">
                  <c:v>45813.88958333333</c:v>
                </c:pt>
                <c:pt idx="91841">
                  <c:v>45891.736111111109</c:v>
                </c:pt>
                <c:pt idx="91842">
                  <c:v>45747.851388888892</c:v>
                </c:pt>
                <c:pt idx="91843">
                  <c:v>45671.674305555563</c:v>
                </c:pt>
                <c:pt idx="91844">
                  <c:v>45820.767361111109</c:v>
                </c:pt>
                <c:pt idx="91845">
                  <c:v>45432.52847222222</c:v>
                </c:pt>
                <c:pt idx="91846">
                  <c:v>45580.688888888893</c:v>
                </c:pt>
                <c:pt idx="91847">
                  <c:v>45665.375694444447</c:v>
                </c:pt>
                <c:pt idx="91848">
                  <c:v>45645.98333333333</c:v>
                </c:pt>
                <c:pt idx="91849">
                  <c:v>45783.598611111112</c:v>
                </c:pt>
                <c:pt idx="91850">
                  <c:v>45640.257638888892</c:v>
                </c:pt>
                <c:pt idx="91851">
                  <c:v>45983.538194444453</c:v>
                </c:pt>
                <c:pt idx="91852">
                  <c:v>45683.787499999999</c:v>
                </c:pt>
                <c:pt idx="91853">
                  <c:v>45697.539583333331</c:v>
                </c:pt>
                <c:pt idx="91854">
                  <c:v>45706.673611111109</c:v>
                </c:pt>
                <c:pt idx="91855">
                  <c:v>45719.380555555559</c:v>
                </c:pt>
                <c:pt idx="91856">
                  <c:v>45727.845138888893</c:v>
                </c:pt>
                <c:pt idx="91857">
                  <c:v>45352.755555555559</c:v>
                </c:pt>
                <c:pt idx="91858">
                  <c:v>45635.732638888891</c:v>
                </c:pt>
                <c:pt idx="91859">
                  <c:v>45538.618750000001</c:v>
                </c:pt>
                <c:pt idx="91860">
                  <c:v>45593.418055555558</c:v>
                </c:pt>
                <c:pt idx="91861">
                  <c:v>45509.779861111107</c:v>
                </c:pt>
                <c:pt idx="91862">
                  <c:v>45974.696527777778</c:v>
                </c:pt>
                <c:pt idx="91863">
                  <c:v>45908.447222222218</c:v>
                </c:pt>
                <c:pt idx="91864">
                  <c:v>45984.722222222219</c:v>
                </c:pt>
                <c:pt idx="91865">
                  <c:v>45937.924305555563</c:v>
                </c:pt>
                <c:pt idx="91866">
                  <c:v>45851.486805555563</c:v>
                </c:pt>
                <c:pt idx="91867">
                  <c:v>45773.716666666667</c:v>
                </c:pt>
                <c:pt idx="91868">
                  <c:v>45815.719444444447</c:v>
                </c:pt>
                <c:pt idx="91869">
                  <c:v>45815.719444444447</c:v>
                </c:pt>
                <c:pt idx="91870">
                  <c:v>45849.478472222218</c:v>
                </c:pt>
                <c:pt idx="91871">
                  <c:v>45965.745833333327</c:v>
                </c:pt>
                <c:pt idx="91872">
                  <c:v>45965.745833333327</c:v>
                </c:pt>
                <c:pt idx="91873">
                  <c:v>45815.719444444447</c:v>
                </c:pt>
                <c:pt idx="91874">
                  <c:v>45849.478472222218</c:v>
                </c:pt>
                <c:pt idx="91875">
                  <c:v>45980.459722222222</c:v>
                </c:pt>
                <c:pt idx="91876">
                  <c:v>45980.459722222222</c:v>
                </c:pt>
                <c:pt idx="91877">
                  <c:v>45849.478472222218</c:v>
                </c:pt>
                <c:pt idx="91878">
                  <c:v>45980.459722222222</c:v>
                </c:pt>
                <c:pt idx="91879">
                  <c:v>45965.745833333327</c:v>
                </c:pt>
                <c:pt idx="91880">
                  <c:v>45915.709027777782</c:v>
                </c:pt>
                <c:pt idx="91881">
                  <c:v>45915.709027777782</c:v>
                </c:pt>
                <c:pt idx="91882">
                  <c:v>45915.709027777782</c:v>
                </c:pt>
                <c:pt idx="91883">
                  <c:v>45630.265972222223</c:v>
                </c:pt>
                <c:pt idx="91884">
                  <c:v>45390.2</c:v>
                </c:pt>
                <c:pt idx="91885">
                  <c:v>45630.88958333333</c:v>
                </c:pt>
                <c:pt idx="91886">
                  <c:v>45903.545138888891</c:v>
                </c:pt>
                <c:pt idx="91887">
                  <c:v>45551.490972222222</c:v>
                </c:pt>
                <c:pt idx="91888">
                  <c:v>45617.488194444442</c:v>
                </c:pt>
                <c:pt idx="91889">
                  <c:v>45971.750694444447</c:v>
                </c:pt>
                <c:pt idx="91890">
                  <c:v>45552.915972222218</c:v>
                </c:pt>
                <c:pt idx="91891">
                  <c:v>45925.587500000001</c:v>
                </c:pt>
                <c:pt idx="91892">
                  <c:v>45310.311805555553</c:v>
                </c:pt>
                <c:pt idx="91893">
                  <c:v>45751.681944444441</c:v>
                </c:pt>
                <c:pt idx="91894">
                  <c:v>45723.62777777778</c:v>
                </c:pt>
                <c:pt idx="91895">
                  <c:v>45947.801388888889</c:v>
                </c:pt>
                <c:pt idx="91896">
                  <c:v>45482.54583333333</c:v>
                </c:pt>
                <c:pt idx="91897">
                  <c:v>45600.913888888892</c:v>
                </c:pt>
                <c:pt idx="91898">
                  <c:v>45797.402083333327</c:v>
                </c:pt>
                <c:pt idx="91899">
                  <c:v>45687.438888888893</c:v>
                </c:pt>
                <c:pt idx="91900">
                  <c:v>45973.583333333343</c:v>
                </c:pt>
                <c:pt idx="91901">
                  <c:v>45987.456944444442</c:v>
                </c:pt>
                <c:pt idx="91902">
                  <c:v>45803.418749999997</c:v>
                </c:pt>
                <c:pt idx="91903">
                  <c:v>45881.452777777777</c:v>
                </c:pt>
                <c:pt idx="91904">
                  <c:v>45796.504166666673</c:v>
                </c:pt>
                <c:pt idx="91905">
                  <c:v>45908.441666666673</c:v>
                </c:pt>
                <c:pt idx="91906">
                  <c:v>45801.876388888893</c:v>
                </c:pt>
                <c:pt idx="91907">
                  <c:v>45643.681250000001</c:v>
                </c:pt>
                <c:pt idx="91908">
                  <c:v>46013.423611111109</c:v>
                </c:pt>
                <c:pt idx="91909">
                  <c:v>45673.511111111111</c:v>
                </c:pt>
                <c:pt idx="91910">
                  <c:v>45707.706944444442</c:v>
                </c:pt>
                <c:pt idx="91911">
                  <c:v>45513.713888888888</c:v>
                </c:pt>
                <c:pt idx="91912">
                  <c:v>45832.643055555563</c:v>
                </c:pt>
                <c:pt idx="91913">
                  <c:v>45792.557638888888</c:v>
                </c:pt>
                <c:pt idx="91914">
                  <c:v>45779.570138888892</c:v>
                </c:pt>
                <c:pt idx="91915">
                  <c:v>45940.668749999997</c:v>
                </c:pt>
                <c:pt idx="91916">
                  <c:v>45462.875694444447</c:v>
                </c:pt>
                <c:pt idx="91917">
                  <c:v>45772.606249999997</c:v>
                </c:pt>
                <c:pt idx="91918">
                  <c:v>45309.920138888891</c:v>
                </c:pt>
                <c:pt idx="91919">
                  <c:v>45387.87777777778</c:v>
                </c:pt>
                <c:pt idx="91920">
                  <c:v>45571.826388888891</c:v>
                </c:pt>
                <c:pt idx="91921">
                  <c:v>45854.792361111111</c:v>
                </c:pt>
                <c:pt idx="91922">
                  <c:v>45620.613194444442</c:v>
                </c:pt>
                <c:pt idx="91923">
                  <c:v>45888.463194444441</c:v>
                </c:pt>
                <c:pt idx="91924">
                  <c:v>45744.45208333333</c:v>
                </c:pt>
                <c:pt idx="91925">
                  <c:v>45740.392361111109</c:v>
                </c:pt>
                <c:pt idx="91926">
                  <c:v>45539.620833333327</c:v>
                </c:pt>
                <c:pt idx="91927">
                  <c:v>45293.429861111108</c:v>
                </c:pt>
                <c:pt idx="91928">
                  <c:v>45786.504861111112</c:v>
                </c:pt>
                <c:pt idx="91929">
                  <c:v>45570.456250000003</c:v>
                </c:pt>
                <c:pt idx="91930">
                  <c:v>45640.900694444441</c:v>
                </c:pt>
                <c:pt idx="91931">
                  <c:v>45725.600694444453</c:v>
                </c:pt>
                <c:pt idx="91932">
                  <c:v>45968.387499999997</c:v>
                </c:pt>
                <c:pt idx="91933">
                  <c:v>45370.729861111111</c:v>
                </c:pt>
                <c:pt idx="91934">
                  <c:v>45582.375694444447</c:v>
                </c:pt>
                <c:pt idx="91935">
                  <c:v>45822.476388888892</c:v>
                </c:pt>
                <c:pt idx="91936">
                  <c:v>45963.012499999997</c:v>
                </c:pt>
                <c:pt idx="91937">
                  <c:v>45722.689583333333</c:v>
                </c:pt>
                <c:pt idx="91938">
                  <c:v>45863.672222222223</c:v>
                </c:pt>
                <c:pt idx="91939">
                  <c:v>45523.904166666667</c:v>
                </c:pt>
                <c:pt idx="91940">
                  <c:v>45960.613194444442</c:v>
                </c:pt>
                <c:pt idx="91941">
                  <c:v>45763.390972222223</c:v>
                </c:pt>
                <c:pt idx="91942">
                  <c:v>45745.800694444442</c:v>
                </c:pt>
                <c:pt idx="91943">
                  <c:v>45716.861111111109</c:v>
                </c:pt>
                <c:pt idx="91944">
                  <c:v>45754.436805555553</c:v>
                </c:pt>
                <c:pt idx="91945">
                  <c:v>45754.436805555553</c:v>
                </c:pt>
                <c:pt idx="91946">
                  <c:v>45794.86041666667</c:v>
                </c:pt>
                <c:pt idx="91947">
                  <c:v>45754.436805555553</c:v>
                </c:pt>
                <c:pt idx="91948">
                  <c:v>45657.651388888888</c:v>
                </c:pt>
                <c:pt idx="91949">
                  <c:v>45974.179166666669</c:v>
                </c:pt>
                <c:pt idx="91950">
                  <c:v>45657.651388888888</c:v>
                </c:pt>
                <c:pt idx="91951">
                  <c:v>45916.45</c:v>
                </c:pt>
                <c:pt idx="91952">
                  <c:v>45916.45</c:v>
                </c:pt>
                <c:pt idx="91953">
                  <c:v>45754.436805555553</c:v>
                </c:pt>
                <c:pt idx="91954">
                  <c:v>45754.196527777778</c:v>
                </c:pt>
                <c:pt idx="91955">
                  <c:v>45916.45</c:v>
                </c:pt>
                <c:pt idx="91956">
                  <c:v>45754.436805555553</c:v>
                </c:pt>
                <c:pt idx="91957">
                  <c:v>45754.436805555553</c:v>
                </c:pt>
                <c:pt idx="91958">
                  <c:v>45659.479861111111</c:v>
                </c:pt>
                <c:pt idx="91959">
                  <c:v>45657.651388888888</c:v>
                </c:pt>
                <c:pt idx="91960">
                  <c:v>45753.087500000001</c:v>
                </c:pt>
                <c:pt idx="91961">
                  <c:v>45753.087500000001</c:v>
                </c:pt>
                <c:pt idx="91962">
                  <c:v>45753.087500000001</c:v>
                </c:pt>
                <c:pt idx="91963">
                  <c:v>45716.861111111109</c:v>
                </c:pt>
                <c:pt idx="91964">
                  <c:v>45753.087500000001</c:v>
                </c:pt>
                <c:pt idx="91965">
                  <c:v>45753.087500000001</c:v>
                </c:pt>
                <c:pt idx="91966">
                  <c:v>45753.087500000001</c:v>
                </c:pt>
                <c:pt idx="91967">
                  <c:v>45794.86041666667</c:v>
                </c:pt>
                <c:pt idx="91968">
                  <c:v>45716.861111111109</c:v>
                </c:pt>
                <c:pt idx="91969">
                  <c:v>45657.651388888888</c:v>
                </c:pt>
                <c:pt idx="91970">
                  <c:v>45716.861111111109</c:v>
                </c:pt>
                <c:pt idx="91971">
                  <c:v>45659.479861111111</c:v>
                </c:pt>
                <c:pt idx="91972">
                  <c:v>45659.479861111111</c:v>
                </c:pt>
                <c:pt idx="91973">
                  <c:v>45794.86041666667</c:v>
                </c:pt>
                <c:pt idx="91974">
                  <c:v>45657.651388888888</c:v>
                </c:pt>
                <c:pt idx="91975">
                  <c:v>45716.861111111109</c:v>
                </c:pt>
                <c:pt idx="91976">
                  <c:v>45885.20208333333</c:v>
                </c:pt>
                <c:pt idx="91977">
                  <c:v>45974.179166666669</c:v>
                </c:pt>
                <c:pt idx="91978">
                  <c:v>45794.86041666667</c:v>
                </c:pt>
                <c:pt idx="91979">
                  <c:v>45754.196527777778</c:v>
                </c:pt>
                <c:pt idx="91980">
                  <c:v>45974.179166666669</c:v>
                </c:pt>
                <c:pt idx="91981">
                  <c:v>45885.20208333333</c:v>
                </c:pt>
                <c:pt idx="91982">
                  <c:v>45659.479861111111</c:v>
                </c:pt>
                <c:pt idx="91983">
                  <c:v>45794.86041666667</c:v>
                </c:pt>
                <c:pt idx="91984">
                  <c:v>45885.20208333333</c:v>
                </c:pt>
                <c:pt idx="91985">
                  <c:v>45885.20208333333</c:v>
                </c:pt>
                <c:pt idx="91986">
                  <c:v>45659.479861111111</c:v>
                </c:pt>
                <c:pt idx="91987">
                  <c:v>45716.861111111109</c:v>
                </c:pt>
                <c:pt idx="91988">
                  <c:v>45657.651388888888</c:v>
                </c:pt>
                <c:pt idx="91989">
                  <c:v>45885.20208333333</c:v>
                </c:pt>
                <c:pt idx="91990">
                  <c:v>45974.179166666669</c:v>
                </c:pt>
                <c:pt idx="91991">
                  <c:v>45754.196527777778</c:v>
                </c:pt>
                <c:pt idx="91992">
                  <c:v>45794.86041666667</c:v>
                </c:pt>
                <c:pt idx="91993">
                  <c:v>45754.196527777778</c:v>
                </c:pt>
                <c:pt idx="91994">
                  <c:v>45754.196527777778</c:v>
                </c:pt>
                <c:pt idx="91995">
                  <c:v>45754.196527777778</c:v>
                </c:pt>
                <c:pt idx="91996">
                  <c:v>45916.45</c:v>
                </c:pt>
                <c:pt idx="91997">
                  <c:v>45974.179166666669</c:v>
                </c:pt>
                <c:pt idx="91998">
                  <c:v>45916.45</c:v>
                </c:pt>
                <c:pt idx="91999">
                  <c:v>45916.45</c:v>
                </c:pt>
                <c:pt idx="92000">
                  <c:v>45659.479861111111</c:v>
                </c:pt>
                <c:pt idx="92001">
                  <c:v>45974.179166666669</c:v>
                </c:pt>
                <c:pt idx="92002">
                  <c:v>45885.20208333333</c:v>
                </c:pt>
                <c:pt idx="92003">
                  <c:v>45752.574999999997</c:v>
                </c:pt>
                <c:pt idx="92004">
                  <c:v>45820.190972222219</c:v>
                </c:pt>
                <c:pt idx="92005">
                  <c:v>45776.82708333333</c:v>
                </c:pt>
                <c:pt idx="92006">
                  <c:v>45759.650694444441</c:v>
                </c:pt>
                <c:pt idx="92007">
                  <c:v>45526.677777777782</c:v>
                </c:pt>
                <c:pt idx="92008">
                  <c:v>45853.518750000003</c:v>
                </c:pt>
                <c:pt idx="92009">
                  <c:v>45698.788888888892</c:v>
                </c:pt>
                <c:pt idx="92010">
                  <c:v>45335.8</c:v>
                </c:pt>
                <c:pt idx="92011">
                  <c:v>45355.465277777781</c:v>
                </c:pt>
                <c:pt idx="92012">
                  <c:v>45319.440972222219</c:v>
                </c:pt>
                <c:pt idx="92013">
                  <c:v>45785.469444444447</c:v>
                </c:pt>
                <c:pt idx="92014">
                  <c:v>45588.090277777781</c:v>
                </c:pt>
                <c:pt idx="92015">
                  <c:v>45655.665972222218</c:v>
                </c:pt>
                <c:pt idx="92016">
                  <c:v>45980.677777777782</c:v>
                </c:pt>
                <c:pt idx="92017">
                  <c:v>45353.57708333333</c:v>
                </c:pt>
                <c:pt idx="92018">
                  <c:v>45709.698611111111</c:v>
                </c:pt>
                <c:pt idx="92019">
                  <c:v>45791.908333333333</c:v>
                </c:pt>
                <c:pt idx="92020">
                  <c:v>45611.706250000003</c:v>
                </c:pt>
                <c:pt idx="92021">
                  <c:v>45880.513194444437</c:v>
                </c:pt>
                <c:pt idx="92022">
                  <c:v>45984.793055555558</c:v>
                </c:pt>
                <c:pt idx="92023">
                  <c:v>45770.677777777782</c:v>
                </c:pt>
                <c:pt idx="92024">
                  <c:v>45978.871527777781</c:v>
                </c:pt>
                <c:pt idx="92025">
                  <c:v>45618.364583333343</c:v>
                </c:pt>
                <c:pt idx="92026">
                  <c:v>45628.580555555563</c:v>
                </c:pt>
                <c:pt idx="92027">
                  <c:v>45800.768750000003</c:v>
                </c:pt>
                <c:pt idx="92028">
                  <c:v>46020.732638888891</c:v>
                </c:pt>
                <c:pt idx="92029">
                  <c:v>45721.79583333333</c:v>
                </c:pt>
                <c:pt idx="92030">
                  <c:v>45721.79583333333</c:v>
                </c:pt>
                <c:pt idx="92031">
                  <c:v>46020.732638888891</c:v>
                </c:pt>
                <c:pt idx="92032">
                  <c:v>45684.719444444447</c:v>
                </c:pt>
                <c:pt idx="92033">
                  <c:v>45684.719444444447</c:v>
                </c:pt>
                <c:pt idx="92034">
                  <c:v>45538.804166666669</c:v>
                </c:pt>
                <c:pt idx="92035">
                  <c:v>45842.445833333331</c:v>
                </c:pt>
                <c:pt idx="92036">
                  <c:v>45797.752083333333</c:v>
                </c:pt>
                <c:pt idx="92037">
                  <c:v>45833.743750000001</c:v>
                </c:pt>
                <c:pt idx="92038">
                  <c:v>45771.62777777778</c:v>
                </c:pt>
                <c:pt idx="92039">
                  <c:v>45725.99722222222</c:v>
                </c:pt>
                <c:pt idx="92040">
                  <c:v>45747.051388888889</c:v>
                </c:pt>
                <c:pt idx="92041">
                  <c:v>45462.5625</c:v>
                </c:pt>
                <c:pt idx="92042">
                  <c:v>45687.460416666669</c:v>
                </c:pt>
                <c:pt idx="92043">
                  <c:v>45498.404861111107</c:v>
                </c:pt>
                <c:pt idx="92044">
                  <c:v>45856.468055555553</c:v>
                </c:pt>
                <c:pt idx="92045">
                  <c:v>46018.582638888889</c:v>
                </c:pt>
                <c:pt idx="92046">
                  <c:v>45578.65625</c:v>
                </c:pt>
                <c:pt idx="92047">
                  <c:v>45794.027777777781</c:v>
                </c:pt>
                <c:pt idx="92048">
                  <c:v>45993.097222222219</c:v>
                </c:pt>
                <c:pt idx="92049">
                  <c:v>45852.633333333331</c:v>
                </c:pt>
                <c:pt idx="92050">
                  <c:v>45796.924305555563</c:v>
                </c:pt>
                <c:pt idx="92051">
                  <c:v>46008.009027777778</c:v>
                </c:pt>
                <c:pt idx="92052">
                  <c:v>45917.706944444442</c:v>
                </c:pt>
                <c:pt idx="92053">
                  <c:v>45831.779166666667</c:v>
                </c:pt>
                <c:pt idx="92054">
                  <c:v>45779.725694444453</c:v>
                </c:pt>
                <c:pt idx="92055">
                  <c:v>45978.612500000003</c:v>
                </c:pt>
                <c:pt idx="92056">
                  <c:v>45949.612500000003</c:v>
                </c:pt>
                <c:pt idx="92057">
                  <c:v>45832.411111111112</c:v>
                </c:pt>
                <c:pt idx="92058">
                  <c:v>45751.043749999997</c:v>
                </c:pt>
                <c:pt idx="92059">
                  <c:v>45564.240277777782</c:v>
                </c:pt>
                <c:pt idx="92060">
                  <c:v>45712.636111111111</c:v>
                </c:pt>
                <c:pt idx="92061">
                  <c:v>45742.45208333333</c:v>
                </c:pt>
                <c:pt idx="92062">
                  <c:v>45343.354861111111</c:v>
                </c:pt>
                <c:pt idx="92063">
                  <c:v>45293.513194444437</c:v>
                </c:pt>
                <c:pt idx="92064">
                  <c:v>45314.803472222222</c:v>
                </c:pt>
                <c:pt idx="92065">
                  <c:v>45974.427777777782</c:v>
                </c:pt>
                <c:pt idx="92066">
                  <c:v>45912.668055555558</c:v>
                </c:pt>
                <c:pt idx="92067">
                  <c:v>46010.909722222219</c:v>
                </c:pt>
                <c:pt idx="92068">
                  <c:v>45906.841666666667</c:v>
                </c:pt>
                <c:pt idx="92069">
                  <c:v>45941.774305555547</c:v>
                </c:pt>
                <c:pt idx="92070">
                  <c:v>46023.133333333331</c:v>
                </c:pt>
                <c:pt idx="92071">
                  <c:v>45696.912499999999</c:v>
                </c:pt>
                <c:pt idx="92072">
                  <c:v>45928.643750000003</c:v>
                </c:pt>
                <c:pt idx="92073">
                  <c:v>45958.035416666673</c:v>
                </c:pt>
                <c:pt idx="92074">
                  <c:v>46001.48541666667</c:v>
                </c:pt>
                <c:pt idx="92075">
                  <c:v>45883.461805555547</c:v>
                </c:pt>
                <c:pt idx="92076">
                  <c:v>45559.054166666669</c:v>
                </c:pt>
                <c:pt idx="92077">
                  <c:v>45738.576388888891</c:v>
                </c:pt>
                <c:pt idx="92078">
                  <c:v>45513.42083333333</c:v>
                </c:pt>
                <c:pt idx="92079">
                  <c:v>45844.382638888892</c:v>
                </c:pt>
                <c:pt idx="92080">
                  <c:v>45541.395138888889</c:v>
                </c:pt>
                <c:pt idx="92081">
                  <c:v>45694.821527777778</c:v>
                </c:pt>
                <c:pt idx="92082">
                  <c:v>45749.804861111108</c:v>
                </c:pt>
                <c:pt idx="92083">
                  <c:v>45937.455555555563</c:v>
                </c:pt>
                <c:pt idx="92084">
                  <c:v>45741.770138888889</c:v>
                </c:pt>
                <c:pt idx="92085">
                  <c:v>45761.665972222218</c:v>
                </c:pt>
                <c:pt idx="92086">
                  <c:v>45759.094444444447</c:v>
                </c:pt>
                <c:pt idx="92087">
                  <c:v>45876.798611111109</c:v>
                </c:pt>
                <c:pt idx="92088">
                  <c:v>45794.972222222219</c:v>
                </c:pt>
                <c:pt idx="92089">
                  <c:v>45959.009027777778</c:v>
                </c:pt>
                <c:pt idx="92090">
                  <c:v>45893.350694444453</c:v>
                </c:pt>
                <c:pt idx="92091">
                  <c:v>45841.746527777781</c:v>
                </c:pt>
                <c:pt idx="92092">
                  <c:v>45913.029861111107</c:v>
                </c:pt>
                <c:pt idx="92093">
                  <c:v>45824.935416666667</c:v>
                </c:pt>
                <c:pt idx="92094">
                  <c:v>45840.781944444447</c:v>
                </c:pt>
                <c:pt idx="92095">
                  <c:v>45619.466666666667</c:v>
                </c:pt>
                <c:pt idx="92096">
                  <c:v>45686.377083333333</c:v>
                </c:pt>
                <c:pt idx="92097">
                  <c:v>45328.682638888888</c:v>
                </c:pt>
                <c:pt idx="92098">
                  <c:v>45453.588888888888</c:v>
                </c:pt>
                <c:pt idx="92099">
                  <c:v>45531.64166666667</c:v>
                </c:pt>
                <c:pt idx="92100">
                  <c:v>45412.538194444453</c:v>
                </c:pt>
                <c:pt idx="92101">
                  <c:v>45461.398611111108</c:v>
                </c:pt>
                <c:pt idx="92102">
                  <c:v>45461.290972222218</c:v>
                </c:pt>
                <c:pt idx="92103">
                  <c:v>45869.80972222222</c:v>
                </c:pt>
                <c:pt idx="92104">
                  <c:v>45807.381944444453</c:v>
                </c:pt>
                <c:pt idx="92105">
                  <c:v>45841.015972222223</c:v>
                </c:pt>
                <c:pt idx="92106">
                  <c:v>45929.762499999997</c:v>
                </c:pt>
                <c:pt idx="92107">
                  <c:v>45776.341666666667</c:v>
                </c:pt>
                <c:pt idx="92108">
                  <c:v>45547.618055555547</c:v>
                </c:pt>
                <c:pt idx="92109">
                  <c:v>45713.444444444453</c:v>
                </c:pt>
                <c:pt idx="92110">
                  <c:v>45300.940972222219</c:v>
                </c:pt>
                <c:pt idx="92111">
                  <c:v>45342.732638888891</c:v>
                </c:pt>
                <c:pt idx="92112">
                  <c:v>45880.488194444442</c:v>
                </c:pt>
                <c:pt idx="92113">
                  <c:v>45753.388888888891</c:v>
                </c:pt>
                <c:pt idx="92114">
                  <c:v>45898.071527777778</c:v>
                </c:pt>
                <c:pt idx="92115">
                  <c:v>45989.063888888893</c:v>
                </c:pt>
                <c:pt idx="92116">
                  <c:v>45931.488194444442</c:v>
                </c:pt>
                <c:pt idx="92117">
                  <c:v>45991.929861111108</c:v>
                </c:pt>
                <c:pt idx="92118">
                  <c:v>45960.96875</c:v>
                </c:pt>
                <c:pt idx="92119">
                  <c:v>45889.027083333327</c:v>
                </c:pt>
                <c:pt idx="92120">
                  <c:v>45973.547222222223</c:v>
                </c:pt>
                <c:pt idx="92121">
                  <c:v>45380.30972222222</c:v>
                </c:pt>
                <c:pt idx="92122">
                  <c:v>45308.774305555547</c:v>
                </c:pt>
                <c:pt idx="92123">
                  <c:v>45418.424305555563</c:v>
                </c:pt>
                <c:pt idx="92124">
                  <c:v>45415.716666666667</c:v>
                </c:pt>
                <c:pt idx="92125">
                  <c:v>45342.396527777782</c:v>
                </c:pt>
                <c:pt idx="92126">
                  <c:v>45355.930555555547</c:v>
                </c:pt>
                <c:pt idx="92127">
                  <c:v>45377.426388888889</c:v>
                </c:pt>
                <c:pt idx="92128">
                  <c:v>45363.568055555559</c:v>
                </c:pt>
                <c:pt idx="92129">
                  <c:v>45522.85833333333</c:v>
                </c:pt>
                <c:pt idx="92130">
                  <c:v>45485.815972222219</c:v>
                </c:pt>
                <c:pt idx="92131">
                  <c:v>45922.587500000001</c:v>
                </c:pt>
                <c:pt idx="92132">
                  <c:v>45354.85833333333</c:v>
                </c:pt>
                <c:pt idx="92133">
                  <c:v>45871.55</c:v>
                </c:pt>
                <c:pt idx="92134">
                  <c:v>45395.034722222219</c:v>
                </c:pt>
                <c:pt idx="92135">
                  <c:v>45660.450694444437</c:v>
                </c:pt>
                <c:pt idx="92136">
                  <c:v>45732.295138888891</c:v>
                </c:pt>
                <c:pt idx="92137">
                  <c:v>45948.552777777782</c:v>
                </c:pt>
                <c:pt idx="92138">
                  <c:v>45999.426388888889</c:v>
                </c:pt>
                <c:pt idx="92139">
                  <c:v>45929.634722222218</c:v>
                </c:pt>
                <c:pt idx="92140">
                  <c:v>45834.553472222222</c:v>
                </c:pt>
                <c:pt idx="92141">
                  <c:v>45834.553472222222</c:v>
                </c:pt>
                <c:pt idx="92142">
                  <c:v>45929.634722222218</c:v>
                </c:pt>
                <c:pt idx="92143">
                  <c:v>46021.968055555553</c:v>
                </c:pt>
                <c:pt idx="92144">
                  <c:v>46011.169444444437</c:v>
                </c:pt>
                <c:pt idx="92145">
                  <c:v>45838.281944444447</c:v>
                </c:pt>
                <c:pt idx="92146">
                  <c:v>45767.019444444442</c:v>
                </c:pt>
                <c:pt idx="92147">
                  <c:v>45701.663888888892</c:v>
                </c:pt>
                <c:pt idx="92148">
                  <c:v>45668.390972222223</c:v>
                </c:pt>
                <c:pt idx="92149">
                  <c:v>45692.361805555563</c:v>
                </c:pt>
                <c:pt idx="92150">
                  <c:v>45682.445833333331</c:v>
                </c:pt>
                <c:pt idx="92151">
                  <c:v>45751.599305555559</c:v>
                </c:pt>
                <c:pt idx="92152">
                  <c:v>45919.404166666667</c:v>
                </c:pt>
                <c:pt idx="92153">
                  <c:v>45840.40625</c:v>
                </c:pt>
                <c:pt idx="92154">
                  <c:v>45355.759027777778</c:v>
                </c:pt>
                <c:pt idx="92155">
                  <c:v>45761.659722222219</c:v>
                </c:pt>
                <c:pt idx="92156">
                  <c:v>45867.879166666673</c:v>
                </c:pt>
                <c:pt idx="92157">
                  <c:v>45830.761805555558</c:v>
                </c:pt>
                <c:pt idx="92158">
                  <c:v>45992.724305555559</c:v>
                </c:pt>
                <c:pt idx="92159">
                  <c:v>45914.95208333333</c:v>
                </c:pt>
                <c:pt idx="92160">
                  <c:v>45884.322916666657</c:v>
                </c:pt>
                <c:pt idx="92161">
                  <c:v>45981.40902777778</c:v>
                </c:pt>
                <c:pt idx="92162">
                  <c:v>45904.442361111112</c:v>
                </c:pt>
                <c:pt idx="92163">
                  <c:v>45923.355555555558</c:v>
                </c:pt>
                <c:pt idx="92164">
                  <c:v>45931.595138888893</c:v>
                </c:pt>
                <c:pt idx="92165">
                  <c:v>46003.350694444453</c:v>
                </c:pt>
                <c:pt idx="92166">
                  <c:v>45626.529166666667</c:v>
                </c:pt>
                <c:pt idx="92167">
                  <c:v>46006.456944444442</c:v>
                </c:pt>
                <c:pt idx="92168">
                  <c:v>45620.683333333327</c:v>
                </c:pt>
                <c:pt idx="92169">
                  <c:v>45926.0625</c:v>
                </c:pt>
                <c:pt idx="92170">
                  <c:v>45634.775000000001</c:v>
                </c:pt>
                <c:pt idx="92171">
                  <c:v>45774.771527777782</c:v>
                </c:pt>
                <c:pt idx="92172">
                  <c:v>45664.294444444437</c:v>
                </c:pt>
                <c:pt idx="92173">
                  <c:v>46015.413194444453</c:v>
                </c:pt>
                <c:pt idx="92174">
                  <c:v>45519.767361111109</c:v>
                </c:pt>
                <c:pt idx="92175">
                  <c:v>46014.917361111111</c:v>
                </c:pt>
                <c:pt idx="92176">
                  <c:v>45713.404166666667</c:v>
                </c:pt>
                <c:pt idx="92177">
                  <c:v>45785.754166666673</c:v>
                </c:pt>
                <c:pt idx="92178">
                  <c:v>45707.07708333333</c:v>
                </c:pt>
                <c:pt idx="92179">
                  <c:v>45719.772222222222</c:v>
                </c:pt>
                <c:pt idx="92180">
                  <c:v>45656.431250000001</c:v>
                </c:pt>
                <c:pt idx="92181">
                  <c:v>45643.574999999997</c:v>
                </c:pt>
                <c:pt idx="92182">
                  <c:v>45372.961805555547</c:v>
                </c:pt>
                <c:pt idx="92183">
                  <c:v>45656.416666666657</c:v>
                </c:pt>
                <c:pt idx="92184">
                  <c:v>45747.902777777781</c:v>
                </c:pt>
                <c:pt idx="92185">
                  <c:v>45749.570833333331</c:v>
                </c:pt>
                <c:pt idx="92186">
                  <c:v>45700.423611111109</c:v>
                </c:pt>
                <c:pt idx="92187">
                  <c:v>45702.554166666669</c:v>
                </c:pt>
                <c:pt idx="92188">
                  <c:v>45444.544444444437</c:v>
                </c:pt>
                <c:pt idx="92189">
                  <c:v>45321.082638888889</c:v>
                </c:pt>
                <c:pt idx="92190">
                  <c:v>45754.749305555553</c:v>
                </c:pt>
                <c:pt idx="92191">
                  <c:v>45814.275694444441</c:v>
                </c:pt>
                <c:pt idx="92192">
                  <c:v>45776.746527777781</c:v>
                </c:pt>
                <c:pt idx="92193">
                  <c:v>45865.75277777778</c:v>
                </c:pt>
                <c:pt idx="92194">
                  <c:v>45870.517361111109</c:v>
                </c:pt>
                <c:pt idx="92195">
                  <c:v>45896.602777777778</c:v>
                </c:pt>
                <c:pt idx="92196">
                  <c:v>45800.71597222222</c:v>
                </c:pt>
                <c:pt idx="92197">
                  <c:v>45405.765972222223</c:v>
                </c:pt>
                <c:pt idx="92198">
                  <c:v>45367.517361111109</c:v>
                </c:pt>
                <c:pt idx="92199">
                  <c:v>45592.82708333333</c:v>
                </c:pt>
                <c:pt idx="92200">
                  <c:v>45976.504166666673</c:v>
                </c:pt>
                <c:pt idx="92201">
                  <c:v>46023.444444444453</c:v>
                </c:pt>
                <c:pt idx="92202">
                  <c:v>45661.594444444447</c:v>
                </c:pt>
                <c:pt idx="92203">
                  <c:v>46023.444444444453</c:v>
                </c:pt>
                <c:pt idx="92204">
                  <c:v>45661.594444444447</c:v>
                </c:pt>
                <c:pt idx="92205">
                  <c:v>45976.504166666673</c:v>
                </c:pt>
                <c:pt idx="92206">
                  <c:v>45395.852777777778</c:v>
                </c:pt>
                <c:pt idx="92207">
                  <c:v>45907.424305555563</c:v>
                </c:pt>
                <c:pt idx="92208">
                  <c:v>45730.613194444442</c:v>
                </c:pt>
                <c:pt idx="92209">
                  <c:v>45727.625694444447</c:v>
                </c:pt>
                <c:pt idx="92210">
                  <c:v>45736.665277777778</c:v>
                </c:pt>
                <c:pt idx="92211">
                  <c:v>45522.605555555558</c:v>
                </c:pt>
                <c:pt idx="92212">
                  <c:v>45549.654861111107</c:v>
                </c:pt>
                <c:pt idx="92213">
                  <c:v>45526.637499999997</c:v>
                </c:pt>
                <c:pt idx="92214">
                  <c:v>45503.474305555559</c:v>
                </c:pt>
                <c:pt idx="92215">
                  <c:v>45979.588194444441</c:v>
                </c:pt>
                <c:pt idx="92216">
                  <c:v>45929.53125</c:v>
                </c:pt>
                <c:pt idx="92217">
                  <c:v>45677.668055555558</c:v>
                </c:pt>
                <c:pt idx="92218">
                  <c:v>45860.566666666673</c:v>
                </c:pt>
                <c:pt idx="92219">
                  <c:v>45734.175694444442</c:v>
                </c:pt>
                <c:pt idx="92220">
                  <c:v>45307.693055555559</c:v>
                </c:pt>
                <c:pt idx="92221">
                  <c:v>45765.45208333333</c:v>
                </c:pt>
                <c:pt idx="92222">
                  <c:v>45705.850694444453</c:v>
                </c:pt>
                <c:pt idx="92223">
                  <c:v>45716.529861111107</c:v>
                </c:pt>
                <c:pt idx="92224">
                  <c:v>45658.724999999999</c:v>
                </c:pt>
                <c:pt idx="92225">
                  <c:v>45791.3</c:v>
                </c:pt>
                <c:pt idx="92226">
                  <c:v>45753.632638888892</c:v>
                </c:pt>
                <c:pt idx="92227">
                  <c:v>45832.684027777781</c:v>
                </c:pt>
                <c:pt idx="92228">
                  <c:v>45643.409722222219</c:v>
                </c:pt>
                <c:pt idx="92229">
                  <c:v>45796.54583333333</c:v>
                </c:pt>
                <c:pt idx="92230">
                  <c:v>45918.340277777781</c:v>
                </c:pt>
                <c:pt idx="92231">
                  <c:v>45751.826388888891</c:v>
                </c:pt>
                <c:pt idx="92232">
                  <c:v>45444.365972222222</c:v>
                </c:pt>
                <c:pt idx="92233">
                  <c:v>45793.576388888891</c:v>
                </c:pt>
                <c:pt idx="92234">
                  <c:v>45737.342361111107</c:v>
                </c:pt>
                <c:pt idx="92235">
                  <c:v>45808.268750000003</c:v>
                </c:pt>
                <c:pt idx="92236">
                  <c:v>45766.322222222218</c:v>
                </c:pt>
                <c:pt idx="92237">
                  <c:v>45810.481944444437</c:v>
                </c:pt>
                <c:pt idx="92238">
                  <c:v>45751.336805555547</c:v>
                </c:pt>
                <c:pt idx="92239">
                  <c:v>45909.777083333327</c:v>
                </c:pt>
                <c:pt idx="92240">
                  <c:v>45970.688194444447</c:v>
                </c:pt>
                <c:pt idx="92241">
                  <c:v>45778.740972222222</c:v>
                </c:pt>
                <c:pt idx="92242">
                  <c:v>45846.65625</c:v>
                </c:pt>
                <c:pt idx="92243">
                  <c:v>45742.715277777781</c:v>
                </c:pt>
                <c:pt idx="92244">
                  <c:v>46011.772916666669</c:v>
                </c:pt>
                <c:pt idx="92245">
                  <c:v>45839.865277777782</c:v>
                </c:pt>
                <c:pt idx="92246">
                  <c:v>45839.956250000003</c:v>
                </c:pt>
                <c:pt idx="92247">
                  <c:v>45738.689583333333</c:v>
                </c:pt>
                <c:pt idx="92248">
                  <c:v>45679.353472222218</c:v>
                </c:pt>
                <c:pt idx="92249">
                  <c:v>45757.3125</c:v>
                </c:pt>
                <c:pt idx="92250">
                  <c:v>45539.422222222223</c:v>
                </c:pt>
                <c:pt idx="92251">
                  <c:v>45691.525694444441</c:v>
                </c:pt>
                <c:pt idx="92252">
                  <c:v>45526.77847222222</c:v>
                </c:pt>
                <c:pt idx="92253">
                  <c:v>46023.611111111109</c:v>
                </c:pt>
                <c:pt idx="92254">
                  <c:v>45572.565972222219</c:v>
                </c:pt>
                <c:pt idx="92255">
                  <c:v>45548.56527777778</c:v>
                </c:pt>
                <c:pt idx="92256">
                  <c:v>45945.754166666673</c:v>
                </c:pt>
                <c:pt idx="92257">
                  <c:v>45902.620833333327</c:v>
                </c:pt>
                <c:pt idx="92258">
                  <c:v>45319.870138888888</c:v>
                </c:pt>
                <c:pt idx="92259">
                  <c:v>45698.615972222222</c:v>
                </c:pt>
                <c:pt idx="92260">
                  <c:v>45523.467361111107</c:v>
                </c:pt>
                <c:pt idx="92261">
                  <c:v>45804.584027777782</c:v>
                </c:pt>
                <c:pt idx="92262">
                  <c:v>45522.736111111109</c:v>
                </c:pt>
                <c:pt idx="92263">
                  <c:v>45523.467361111107</c:v>
                </c:pt>
                <c:pt idx="92264">
                  <c:v>45460.036805555559</c:v>
                </c:pt>
                <c:pt idx="92265">
                  <c:v>45596.503472222219</c:v>
                </c:pt>
                <c:pt idx="92266">
                  <c:v>45698.543749999997</c:v>
                </c:pt>
                <c:pt idx="92267">
                  <c:v>45596.504861111112</c:v>
                </c:pt>
                <c:pt idx="92268">
                  <c:v>45944.868750000001</c:v>
                </c:pt>
                <c:pt idx="92269">
                  <c:v>45446.638194444437</c:v>
                </c:pt>
                <c:pt idx="92270">
                  <c:v>45402.439583333333</c:v>
                </c:pt>
                <c:pt idx="92271">
                  <c:v>45987.480555555558</c:v>
                </c:pt>
                <c:pt idx="92272">
                  <c:v>45468.29791666667</c:v>
                </c:pt>
                <c:pt idx="92273">
                  <c:v>45423.44027777778</c:v>
                </c:pt>
                <c:pt idx="92274">
                  <c:v>45433.359722222223</c:v>
                </c:pt>
                <c:pt idx="92275">
                  <c:v>45441.819444444453</c:v>
                </c:pt>
                <c:pt idx="92276">
                  <c:v>45837.548611111109</c:v>
                </c:pt>
                <c:pt idx="92277">
                  <c:v>46005.784722222219</c:v>
                </c:pt>
                <c:pt idx="92278">
                  <c:v>45748.857638888891</c:v>
                </c:pt>
                <c:pt idx="92279">
                  <c:v>45658.972222222219</c:v>
                </c:pt>
                <c:pt idx="92280">
                  <c:v>45713.625</c:v>
                </c:pt>
                <c:pt idx="92281">
                  <c:v>45803.57708333333</c:v>
                </c:pt>
                <c:pt idx="92282">
                  <c:v>45777.493055555547</c:v>
                </c:pt>
                <c:pt idx="92283">
                  <c:v>45626.71597222222</c:v>
                </c:pt>
                <c:pt idx="92284">
                  <c:v>45635.576388888891</c:v>
                </c:pt>
                <c:pt idx="92285">
                  <c:v>45365.752083333333</c:v>
                </c:pt>
                <c:pt idx="92286">
                  <c:v>45501.532638888893</c:v>
                </c:pt>
                <c:pt idx="92287">
                  <c:v>45705.661805555559</c:v>
                </c:pt>
                <c:pt idx="92288">
                  <c:v>45501.532638888893</c:v>
                </c:pt>
                <c:pt idx="92289">
                  <c:v>45705.661805555559</c:v>
                </c:pt>
                <c:pt idx="92290">
                  <c:v>45365.752083333333</c:v>
                </c:pt>
                <c:pt idx="92291">
                  <c:v>45890.335416666669</c:v>
                </c:pt>
                <c:pt idx="92292">
                  <c:v>45890.335416666669</c:v>
                </c:pt>
                <c:pt idx="92293">
                  <c:v>45880.59097222222</c:v>
                </c:pt>
                <c:pt idx="92294">
                  <c:v>45710.715277777781</c:v>
                </c:pt>
                <c:pt idx="92295">
                  <c:v>45883.765972222223</c:v>
                </c:pt>
                <c:pt idx="92296">
                  <c:v>45710.715277777781</c:v>
                </c:pt>
                <c:pt idx="92297">
                  <c:v>45883.765972222223</c:v>
                </c:pt>
                <c:pt idx="92298">
                  <c:v>45675.915972222218</c:v>
                </c:pt>
                <c:pt idx="92299">
                  <c:v>45675.93472222222</c:v>
                </c:pt>
                <c:pt idx="92300">
                  <c:v>45469.8</c:v>
                </c:pt>
                <c:pt idx="92301">
                  <c:v>45404.660416666673</c:v>
                </c:pt>
                <c:pt idx="92302">
                  <c:v>45639.498611111107</c:v>
                </c:pt>
                <c:pt idx="92303">
                  <c:v>45709.690972222219</c:v>
                </c:pt>
                <c:pt idx="92304">
                  <c:v>45558.554166666669</c:v>
                </c:pt>
                <c:pt idx="92305">
                  <c:v>45679.493750000001</c:v>
                </c:pt>
                <c:pt idx="92306">
                  <c:v>45737.908333333333</c:v>
                </c:pt>
                <c:pt idx="92307">
                  <c:v>45609.901388888888</c:v>
                </c:pt>
                <c:pt idx="92308">
                  <c:v>45719.930555555547</c:v>
                </c:pt>
                <c:pt idx="92309">
                  <c:v>45954.929861111108</c:v>
                </c:pt>
                <c:pt idx="92310">
                  <c:v>45824.599305555559</c:v>
                </c:pt>
                <c:pt idx="92311">
                  <c:v>45782.759722222218</c:v>
                </c:pt>
                <c:pt idx="92312">
                  <c:v>45709.817361111112</c:v>
                </c:pt>
                <c:pt idx="92313">
                  <c:v>45501.995138888888</c:v>
                </c:pt>
                <c:pt idx="92314">
                  <c:v>45303.381249999999</c:v>
                </c:pt>
                <c:pt idx="92315">
                  <c:v>45319.870833333327</c:v>
                </c:pt>
                <c:pt idx="92316">
                  <c:v>45354.824305555558</c:v>
                </c:pt>
                <c:pt idx="92317">
                  <c:v>45670.571527777778</c:v>
                </c:pt>
                <c:pt idx="92318">
                  <c:v>45944.424305555563</c:v>
                </c:pt>
                <c:pt idx="92319">
                  <c:v>45626.859722222223</c:v>
                </c:pt>
                <c:pt idx="92320">
                  <c:v>45831.626388888893</c:v>
                </c:pt>
                <c:pt idx="92321">
                  <c:v>45653.923611111109</c:v>
                </c:pt>
                <c:pt idx="92322">
                  <c:v>45831.626388888893</c:v>
                </c:pt>
                <c:pt idx="92323">
                  <c:v>45653.923611111109</c:v>
                </c:pt>
                <c:pt idx="92324">
                  <c:v>45944.424305555563</c:v>
                </c:pt>
                <c:pt idx="92325">
                  <c:v>45992.480555555558</c:v>
                </c:pt>
                <c:pt idx="92326">
                  <c:v>45657.43472222222</c:v>
                </c:pt>
                <c:pt idx="92327">
                  <c:v>45943.754861111112</c:v>
                </c:pt>
                <c:pt idx="92328">
                  <c:v>45670.571527777778</c:v>
                </c:pt>
                <c:pt idx="92329">
                  <c:v>45943.754861111112</c:v>
                </c:pt>
                <c:pt idx="92330">
                  <c:v>45626.859722222223</c:v>
                </c:pt>
                <c:pt idx="92331">
                  <c:v>45657.43472222222</c:v>
                </c:pt>
                <c:pt idx="92332">
                  <c:v>45992.480555555558</c:v>
                </c:pt>
                <c:pt idx="92333">
                  <c:v>45656.797222222223</c:v>
                </c:pt>
                <c:pt idx="92334">
                  <c:v>45779.275694444441</c:v>
                </c:pt>
                <c:pt idx="92335">
                  <c:v>45982.835416666669</c:v>
                </c:pt>
                <c:pt idx="92336">
                  <c:v>45553.511111111111</c:v>
                </c:pt>
                <c:pt idx="92337">
                  <c:v>45553.520833333343</c:v>
                </c:pt>
                <c:pt idx="92338">
                  <c:v>45908.429861111108</c:v>
                </c:pt>
                <c:pt idx="92339">
                  <c:v>45302.454861111109</c:v>
                </c:pt>
                <c:pt idx="92340">
                  <c:v>45616.606249999997</c:v>
                </c:pt>
                <c:pt idx="92341">
                  <c:v>45314.680555555547</c:v>
                </c:pt>
                <c:pt idx="92342">
                  <c:v>45364.695138888892</c:v>
                </c:pt>
                <c:pt idx="92343">
                  <c:v>45526.751388888893</c:v>
                </c:pt>
                <c:pt idx="92344">
                  <c:v>45822.854166666657</c:v>
                </c:pt>
                <c:pt idx="92345">
                  <c:v>45582.711805555547</c:v>
                </c:pt>
                <c:pt idx="92346">
                  <c:v>45742.837500000001</c:v>
                </c:pt>
                <c:pt idx="92347">
                  <c:v>45624.94027777778</c:v>
                </c:pt>
                <c:pt idx="92348">
                  <c:v>45462.872916666667</c:v>
                </c:pt>
                <c:pt idx="92349">
                  <c:v>45878.788194444453</c:v>
                </c:pt>
                <c:pt idx="92350">
                  <c:v>45893.871527777781</c:v>
                </c:pt>
                <c:pt idx="92351">
                  <c:v>45785.56527777778</c:v>
                </c:pt>
                <c:pt idx="92352">
                  <c:v>45967.742361111108</c:v>
                </c:pt>
                <c:pt idx="92353">
                  <c:v>45618.767361111109</c:v>
                </c:pt>
                <c:pt idx="92354">
                  <c:v>45617.750694444447</c:v>
                </c:pt>
                <c:pt idx="92355">
                  <c:v>45900.618055555547</c:v>
                </c:pt>
                <c:pt idx="92356">
                  <c:v>45622.678472222222</c:v>
                </c:pt>
                <c:pt idx="92357">
                  <c:v>45772.615277777782</c:v>
                </c:pt>
                <c:pt idx="92358">
                  <c:v>45594.886805555558</c:v>
                </c:pt>
                <c:pt idx="92359">
                  <c:v>45636.376388888893</c:v>
                </c:pt>
                <c:pt idx="92360">
                  <c:v>45686.210416666669</c:v>
                </c:pt>
                <c:pt idx="92361">
                  <c:v>45716.279166666667</c:v>
                </c:pt>
                <c:pt idx="92362">
                  <c:v>45721.638194444437</c:v>
                </c:pt>
                <c:pt idx="92363">
                  <c:v>45734.739583333343</c:v>
                </c:pt>
                <c:pt idx="92364">
                  <c:v>45337.938194444447</c:v>
                </c:pt>
                <c:pt idx="92365">
                  <c:v>45639.95</c:v>
                </c:pt>
                <c:pt idx="92366">
                  <c:v>45399.020138888889</c:v>
                </c:pt>
                <c:pt idx="92367">
                  <c:v>45627.334722222222</c:v>
                </c:pt>
                <c:pt idx="92368">
                  <c:v>45665.892361111109</c:v>
                </c:pt>
                <c:pt idx="92369">
                  <c:v>45949.836111111108</c:v>
                </c:pt>
                <c:pt idx="92370">
                  <c:v>45846.459722222222</c:v>
                </c:pt>
                <c:pt idx="92371">
                  <c:v>45782.780555555553</c:v>
                </c:pt>
                <c:pt idx="92372">
                  <c:v>45978.415972222218</c:v>
                </c:pt>
                <c:pt idx="92373">
                  <c:v>45976.470138888893</c:v>
                </c:pt>
                <c:pt idx="92374">
                  <c:v>45976.474305555559</c:v>
                </c:pt>
                <c:pt idx="92375">
                  <c:v>45982.924305555563</c:v>
                </c:pt>
                <c:pt idx="92376">
                  <c:v>45947.95</c:v>
                </c:pt>
                <c:pt idx="92377">
                  <c:v>45811.6</c:v>
                </c:pt>
                <c:pt idx="92378">
                  <c:v>45867.731249999997</c:v>
                </c:pt>
                <c:pt idx="92379">
                  <c:v>45772.863194444442</c:v>
                </c:pt>
                <c:pt idx="92380">
                  <c:v>45912.809027777781</c:v>
                </c:pt>
                <c:pt idx="92381">
                  <c:v>45737.830555555563</c:v>
                </c:pt>
                <c:pt idx="92382">
                  <c:v>45539.654166666667</c:v>
                </c:pt>
                <c:pt idx="92383">
                  <c:v>45633.976388888892</c:v>
                </c:pt>
                <c:pt idx="92384">
                  <c:v>45589.556944444441</c:v>
                </c:pt>
                <c:pt idx="92385">
                  <c:v>45894.775000000001</c:v>
                </c:pt>
                <c:pt idx="92386">
                  <c:v>45681.780555555553</c:v>
                </c:pt>
                <c:pt idx="92387">
                  <c:v>45376.570138888892</c:v>
                </c:pt>
                <c:pt idx="92388">
                  <c:v>45649.382638888892</c:v>
                </c:pt>
                <c:pt idx="92389">
                  <c:v>45573.869444444441</c:v>
                </c:pt>
                <c:pt idx="92390">
                  <c:v>45646.415277777778</c:v>
                </c:pt>
                <c:pt idx="92391">
                  <c:v>45663.839583333327</c:v>
                </c:pt>
                <c:pt idx="92392">
                  <c:v>45693.45208333333</c:v>
                </c:pt>
                <c:pt idx="92393">
                  <c:v>45674.445833333331</c:v>
                </c:pt>
                <c:pt idx="92394">
                  <c:v>45923.864583333343</c:v>
                </c:pt>
                <c:pt idx="92395">
                  <c:v>45992.856944444437</c:v>
                </c:pt>
                <c:pt idx="92396">
                  <c:v>45941.543749999997</c:v>
                </c:pt>
                <c:pt idx="92397">
                  <c:v>45820.856944444437</c:v>
                </c:pt>
                <c:pt idx="92398">
                  <c:v>45845.497916666667</c:v>
                </c:pt>
                <c:pt idx="92399">
                  <c:v>45858.505555555559</c:v>
                </c:pt>
                <c:pt idx="92400">
                  <c:v>45813.503472222219</c:v>
                </c:pt>
                <c:pt idx="92401">
                  <c:v>45793.320833333331</c:v>
                </c:pt>
                <c:pt idx="92402">
                  <c:v>45619.755555555559</c:v>
                </c:pt>
                <c:pt idx="92403">
                  <c:v>45687.831944444442</c:v>
                </c:pt>
                <c:pt idx="92404">
                  <c:v>45949.503472222219</c:v>
                </c:pt>
                <c:pt idx="92405">
                  <c:v>45909.930555555547</c:v>
                </c:pt>
                <c:pt idx="92406">
                  <c:v>45919.543055555558</c:v>
                </c:pt>
                <c:pt idx="92407">
                  <c:v>45918.69027777778</c:v>
                </c:pt>
                <c:pt idx="92408">
                  <c:v>45926.525000000001</c:v>
                </c:pt>
                <c:pt idx="92409">
                  <c:v>45905.737500000003</c:v>
                </c:pt>
                <c:pt idx="92410">
                  <c:v>45932.84097222222</c:v>
                </c:pt>
                <c:pt idx="92411">
                  <c:v>45586.863194444442</c:v>
                </c:pt>
                <c:pt idx="92412">
                  <c:v>45586.856249999997</c:v>
                </c:pt>
                <c:pt idx="92413">
                  <c:v>45634.527777777781</c:v>
                </c:pt>
                <c:pt idx="92414">
                  <c:v>45410.568749999999</c:v>
                </c:pt>
                <c:pt idx="92415">
                  <c:v>45430.802777777782</c:v>
                </c:pt>
                <c:pt idx="92416">
                  <c:v>45844.827777777777</c:v>
                </c:pt>
                <c:pt idx="92417">
                  <c:v>45414.899305555547</c:v>
                </c:pt>
                <c:pt idx="92418">
                  <c:v>45716.697222222218</c:v>
                </c:pt>
                <c:pt idx="92419">
                  <c:v>45787.493055555547</c:v>
                </c:pt>
                <c:pt idx="92420">
                  <c:v>45674.826388888891</c:v>
                </c:pt>
                <c:pt idx="92421">
                  <c:v>45661.545138888891</c:v>
                </c:pt>
                <c:pt idx="92422">
                  <c:v>45761.82916666667</c:v>
                </c:pt>
                <c:pt idx="92423">
                  <c:v>45722.602777777778</c:v>
                </c:pt>
                <c:pt idx="92424">
                  <c:v>45627.526388888888</c:v>
                </c:pt>
                <c:pt idx="92425">
                  <c:v>45840.745138888888</c:v>
                </c:pt>
                <c:pt idx="92426">
                  <c:v>45941.796527777777</c:v>
                </c:pt>
                <c:pt idx="92427">
                  <c:v>45391.416666666657</c:v>
                </c:pt>
                <c:pt idx="92428">
                  <c:v>46006.421527777777</c:v>
                </c:pt>
                <c:pt idx="92429">
                  <c:v>45659.408333333333</c:v>
                </c:pt>
                <c:pt idx="92430">
                  <c:v>45728.579861111109</c:v>
                </c:pt>
                <c:pt idx="92431">
                  <c:v>45385.670138888891</c:v>
                </c:pt>
                <c:pt idx="92432">
                  <c:v>45435.724305555559</c:v>
                </c:pt>
                <c:pt idx="92433">
                  <c:v>45342.717361111107</c:v>
                </c:pt>
                <c:pt idx="92434">
                  <c:v>45407.796527777777</c:v>
                </c:pt>
                <c:pt idx="92435">
                  <c:v>45298.509027777778</c:v>
                </c:pt>
                <c:pt idx="92436">
                  <c:v>45391.593055555553</c:v>
                </c:pt>
                <c:pt idx="92437">
                  <c:v>45704.607638888891</c:v>
                </c:pt>
                <c:pt idx="92438">
                  <c:v>45870.397222222222</c:v>
                </c:pt>
                <c:pt idx="92439">
                  <c:v>45305.595138888893</c:v>
                </c:pt>
                <c:pt idx="92440">
                  <c:v>45820.035416666673</c:v>
                </c:pt>
                <c:pt idx="92441">
                  <c:v>45969.761805555558</c:v>
                </c:pt>
                <c:pt idx="92442">
                  <c:v>45888.46597222222</c:v>
                </c:pt>
                <c:pt idx="92443">
                  <c:v>45936.425000000003</c:v>
                </c:pt>
                <c:pt idx="92444">
                  <c:v>45934.417361111111</c:v>
                </c:pt>
                <c:pt idx="92445">
                  <c:v>45905.918749999997</c:v>
                </c:pt>
                <c:pt idx="92446">
                  <c:v>45986.573611111111</c:v>
                </c:pt>
                <c:pt idx="92447">
                  <c:v>45973.009722222218</c:v>
                </c:pt>
                <c:pt idx="92448">
                  <c:v>45870.444444444453</c:v>
                </c:pt>
                <c:pt idx="92449">
                  <c:v>45870.444444444453</c:v>
                </c:pt>
                <c:pt idx="92450">
                  <c:v>45806.367361111108</c:v>
                </c:pt>
                <c:pt idx="92451">
                  <c:v>45715.794444444437</c:v>
                </c:pt>
                <c:pt idx="92452">
                  <c:v>45715.794444444437</c:v>
                </c:pt>
                <c:pt idx="92453">
                  <c:v>45828.884027777778</c:v>
                </c:pt>
                <c:pt idx="92454">
                  <c:v>45723.90902777778</c:v>
                </c:pt>
                <c:pt idx="92455">
                  <c:v>45723.90902777778</c:v>
                </c:pt>
                <c:pt idx="92456">
                  <c:v>45828.884027777778</c:v>
                </c:pt>
                <c:pt idx="92457">
                  <c:v>45610.32916666667</c:v>
                </c:pt>
                <c:pt idx="92458">
                  <c:v>45446.388194444437</c:v>
                </c:pt>
                <c:pt idx="92459">
                  <c:v>45621.568749999999</c:v>
                </c:pt>
                <c:pt idx="92460">
                  <c:v>45477.718055555553</c:v>
                </c:pt>
                <c:pt idx="92461">
                  <c:v>45673.609722222223</c:v>
                </c:pt>
                <c:pt idx="92462">
                  <c:v>45815.615277777782</c:v>
                </c:pt>
                <c:pt idx="92463">
                  <c:v>45608.759027777778</c:v>
                </c:pt>
                <c:pt idx="92464">
                  <c:v>45687.69027777778</c:v>
                </c:pt>
                <c:pt idx="92465">
                  <c:v>45745.910416666673</c:v>
                </c:pt>
                <c:pt idx="92466">
                  <c:v>45804.725694444453</c:v>
                </c:pt>
                <c:pt idx="92467">
                  <c:v>45896.839583333327</c:v>
                </c:pt>
                <c:pt idx="92468">
                  <c:v>45916.897222222222</c:v>
                </c:pt>
                <c:pt idx="92469">
                  <c:v>45916.897222222222</c:v>
                </c:pt>
                <c:pt idx="92470">
                  <c:v>45652.01666666667</c:v>
                </c:pt>
                <c:pt idx="92471">
                  <c:v>45594.167361111111</c:v>
                </c:pt>
                <c:pt idx="92472">
                  <c:v>45603.365972222222</c:v>
                </c:pt>
                <c:pt idx="92473">
                  <c:v>45991.963888888888</c:v>
                </c:pt>
                <c:pt idx="92474">
                  <c:v>45633.559027777781</c:v>
                </c:pt>
                <c:pt idx="92475">
                  <c:v>45784.995833333327</c:v>
                </c:pt>
                <c:pt idx="92476">
                  <c:v>45671.473611111112</c:v>
                </c:pt>
                <c:pt idx="92477">
                  <c:v>45300.734722222223</c:v>
                </c:pt>
                <c:pt idx="92478">
                  <c:v>45572.407638888893</c:v>
                </c:pt>
                <c:pt idx="92479">
                  <c:v>45570.586805555547</c:v>
                </c:pt>
                <c:pt idx="92480">
                  <c:v>45724.803472222222</c:v>
                </c:pt>
                <c:pt idx="92481">
                  <c:v>45361.890277777777</c:v>
                </c:pt>
                <c:pt idx="92482">
                  <c:v>45640.474999999999</c:v>
                </c:pt>
                <c:pt idx="92483">
                  <c:v>45338.745138888888</c:v>
                </c:pt>
                <c:pt idx="92484">
                  <c:v>45543.576388888891</c:v>
                </c:pt>
                <c:pt idx="92485">
                  <c:v>45994.642361111109</c:v>
                </c:pt>
                <c:pt idx="92486">
                  <c:v>45730.59652777778</c:v>
                </c:pt>
                <c:pt idx="92487">
                  <c:v>45688.686111111107</c:v>
                </c:pt>
                <c:pt idx="92488">
                  <c:v>45712.652083333327</c:v>
                </c:pt>
                <c:pt idx="92489">
                  <c:v>45764.718055555553</c:v>
                </c:pt>
                <c:pt idx="92490">
                  <c:v>45823.650694444441</c:v>
                </c:pt>
                <c:pt idx="92491">
                  <c:v>45617.90347222222</c:v>
                </c:pt>
                <c:pt idx="92492">
                  <c:v>45577.526388888888</c:v>
                </c:pt>
                <c:pt idx="92493">
                  <c:v>45904.431250000001</c:v>
                </c:pt>
                <c:pt idx="92494">
                  <c:v>45796.507638888892</c:v>
                </c:pt>
                <c:pt idx="92495">
                  <c:v>45538.633333333331</c:v>
                </c:pt>
                <c:pt idx="92496">
                  <c:v>45444.527777777781</c:v>
                </c:pt>
                <c:pt idx="92497">
                  <c:v>45549.731944444437</c:v>
                </c:pt>
                <c:pt idx="92498">
                  <c:v>45882.62222222222</c:v>
                </c:pt>
                <c:pt idx="92499">
                  <c:v>45701.70208333333</c:v>
                </c:pt>
                <c:pt idx="92500">
                  <c:v>45756.219444444447</c:v>
                </c:pt>
                <c:pt idx="92501">
                  <c:v>45467.739583333343</c:v>
                </c:pt>
                <c:pt idx="92502">
                  <c:v>45836.70416666667</c:v>
                </c:pt>
                <c:pt idx="92503">
                  <c:v>45338.556250000001</c:v>
                </c:pt>
                <c:pt idx="92504">
                  <c:v>45359.609722222223</c:v>
                </c:pt>
                <c:pt idx="92505">
                  <c:v>45809.566666666673</c:v>
                </c:pt>
                <c:pt idx="92506">
                  <c:v>45347.554861111108</c:v>
                </c:pt>
                <c:pt idx="92507">
                  <c:v>45413.693055555559</c:v>
                </c:pt>
                <c:pt idx="92508">
                  <c:v>45574.533333333333</c:v>
                </c:pt>
                <c:pt idx="92509">
                  <c:v>45750.959722222222</c:v>
                </c:pt>
                <c:pt idx="92510">
                  <c:v>45748.609722222223</c:v>
                </c:pt>
                <c:pt idx="92511">
                  <c:v>45944.440972222219</c:v>
                </c:pt>
                <c:pt idx="92512">
                  <c:v>45630.942361111112</c:v>
                </c:pt>
                <c:pt idx="92513">
                  <c:v>45711.87777777778</c:v>
                </c:pt>
                <c:pt idx="92514">
                  <c:v>45711.279166666667</c:v>
                </c:pt>
                <c:pt idx="92515">
                  <c:v>45961.356944444437</c:v>
                </c:pt>
                <c:pt idx="92516">
                  <c:v>46016.632638888892</c:v>
                </c:pt>
                <c:pt idx="92517">
                  <c:v>45989.451388888891</c:v>
                </c:pt>
                <c:pt idx="92518">
                  <c:v>45936.422222222223</c:v>
                </c:pt>
                <c:pt idx="92519">
                  <c:v>45743.82916666667</c:v>
                </c:pt>
                <c:pt idx="92520">
                  <c:v>45793.494444444441</c:v>
                </c:pt>
                <c:pt idx="92521">
                  <c:v>45737.504861111112</c:v>
                </c:pt>
                <c:pt idx="92522">
                  <c:v>45762.770833333343</c:v>
                </c:pt>
                <c:pt idx="92523">
                  <c:v>45786.035416666673</c:v>
                </c:pt>
                <c:pt idx="92524">
                  <c:v>45578.765972222223</c:v>
                </c:pt>
                <c:pt idx="92525">
                  <c:v>45742.863888888889</c:v>
                </c:pt>
                <c:pt idx="92526">
                  <c:v>45652.482638888891</c:v>
                </c:pt>
                <c:pt idx="92527">
                  <c:v>45499.624305555553</c:v>
                </c:pt>
                <c:pt idx="92528">
                  <c:v>45747.85</c:v>
                </c:pt>
                <c:pt idx="92529">
                  <c:v>45805.398611111108</c:v>
                </c:pt>
                <c:pt idx="92530">
                  <c:v>45951.347222222219</c:v>
                </c:pt>
                <c:pt idx="92531">
                  <c:v>45652.463194444441</c:v>
                </c:pt>
                <c:pt idx="92532">
                  <c:v>45376.59375</c:v>
                </c:pt>
                <c:pt idx="92533">
                  <c:v>45503.725694444453</c:v>
                </c:pt>
                <c:pt idx="92534">
                  <c:v>45317.619444444441</c:v>
                </c:pt>
                <c:pt idx="92535">
                  <c:v>45763.613194444442</c:v>
                </c:pt>
                <c:pt idx="92536">
                  <c:v>45585.879861111112</c:v>
                </c:pt>
                <c:pt idx="92537">
                  <c:v>45381.540277777778</c:v>
                </c:pt>
                <c:pt idx="92538">
                  <c:v>45432.68472222222</c:v>
                </c:pt>
                <c:pt idx="92539">
                  <c:v>45911.795138888891</c:v>
                </c:pt>
                <c:pt idx="92540">
                  <c:v>45449.605555555558</c:v>
                </c:pt>
                <c:pt idx="92541">
                  <c:v>45729.34375</c:v>
                </c:pt>
                <c:pt idx="92542">
                  <c:v>45683.85</c:v>
                </c:pt>
                <c:pt idx="92543">
                  <c:v>45994.463888888888</c:v>
                </c:pt>
                <c:pt idx="92544">
                  <c:v>45309.396527777782</c:v>
                </c:pt>
                <c:pt idx="92545">
                  <c:v>45320.805555555547</c:v>
                </c:pt>
                <c:pt idx="92546">
                  <c:v>45311.595833333333</c:v>
                </c:pt>
                <c:pt idx="92547">
                  <c:v>45673.400694444441</c:v>
                </c:pt>
                <c:pt idx="92548">
                  <c:v>45879.50277777778</c:v>
                </c:pt>
                <c:pt idx="92549">
                  <c:v>45670.395138888889</c:v>
                </c:pt>
                <c:pt idx="92550">
                  <c:v>45855.424305555563</c:v>
                </c:pt>
                <c:pt idx="92551">
                  <c:v>45823.474999999999</c:v>
                </c:pt>
                <c:pt idx="92552">
                  <c:v>45774.668055555558</c:v>
                </c:pt>
                <c:pt idx="92553">
                  <c:v>45560.544444444437</c:v>
                </c:pt>
                <c:pt idx="92554">
                  <c:v>45441.822916666657</c:v>
                </c:pt>
                <c:pt idx="92555">
                  <c:v>45420.87777777778</c:v>
                </c:pt>
                <c:pt idx="92556">
                  <c:v>45907.336111111108</c:v>
                </c:pt>
                <c:pt idx="92557">
                  <c:v>45627.445833333331</c:v>
                </c:pt>
                <c:pt idx="92558">
                  <c:v>45378.521527777782</c:v>
                </c:pt>
                <c:pt idx="92559">
                  <c:v>45297.629861111112</c:v>
                </c:pt>
                <c:pt idx="92560">
                  <c:v>45825.776388888888</c:v>
                </c:pt>
                <c:pt idx="92561">
                  <c:v>45572.913194444453</c:v>
                </c:pt>
                <c:pt idx="92562">
                  <c:v>45675.202777777777</c:v>
                </c:pt>
                <c:pt idx="92563">
                  <c:v>45590.020138888889</c:v>
                </c:pt>
                <c:pt idx="92564">
                  <c:v>45878.038888888892</c:v>
                </c:pt>
                <c:pt idx="92565">
                  <c:v>45427.652083333327</c:v>
                </c:pt>
                <c:pt idx="92566">
                  <c:v>45787.023611111108</c:v>
                </c:pt>
                <c:pt idx="92567">
                  <c:v>45607.989583333343</c:v>
                </c:pt>
                <c:pt idx="92568">
                  <c:v>45618.556250000001</c:v>
                </c:pt>
                <c:pt idx="92569">
                  <c:v>45340.6875</c:v>
                </c:pt>
                <c:pt idx="92570">
                  <c:v>45585.363888888889</c:v>
                </c:pt>
                <c:pt idx="92571">
                  <c:v>45557.59375</c:v>
                </c:pt>
                <c:pt idx="92572">
                  <c:v>45989.611111111109</c:v>
                </c:pt>
                <c:pt idx="92573">
                  <c:v>45534.592361111107</c:v>
                </c:pt>
                <c:pt idx="92574">
                  <c:v>45573.677083333343</c:v>
                </c:pt>
                <c:pt idx="92575">
                  <c:v>45534.57708333333</c:v>
                </c:pt>
                <c:pt idx="92576">
                  <c:v>45943.148611111108</c:v>
                </c:pt>
                <c:pt idx="92577">
                  <c:v>45934.282638888893</c:v>
                </c:pt>
                <c:pt idx="92578">
                  <c:v>45924.020138888889</c:v>
                </c:pt>
                <c:pt idx="92579">
                  <c:v>45914.076388888891</c:v>
                </c:pt>
                <c:pt idx="92580">
                  <c:v>45835.870833333327</c:v>
                </c:pt>
                <c:pt idx="92581">
                  <c:v>45689.839583333327</c:v>
                </c:pt>
                <c:pt idx="92582">
                  <c:v>45849.824999999997</c:v>
                </c:pt>
                <c:pt idx="92583">
                  <c:v>45363.38958333333</c:v>
                </c:pt>
                <c:pt idx="92584">
                  <c:v>45912.345138888893</c:v>
                </c:pt>
                <c:pt idx="92585">
                  <c:v>46010.603472222218</c:v>
                </c:pt>
                <c:pt idx="92586">
                  <c:v>45990.424305555563</c:v>
                </c:pt>
                <c:pt idx="92587">
                  <c:v>45760.475694444453</c:v>
                </c:pt>
                <c:pt idx="92588">
                  <c:v>45781.561805555553</c:v>
                </c:pt>
                <c:pt idx="92589">
                  <c:v>45833.800694444442</c:v>
                </c:pt>
                <c:pt idx="92590">
                  <c:v>45804.879861111112</c:v>
                </c:pt>
                <c:pt idx="92591">
                  <c:v>45745.451388888891</c:v>
                </c:pt>
                <c:pt idx="92592">
                  <c:v>45855.795138888891</c:v>
                </c:pt>
                <c:pt idx="92593">
                  <c:v>45598.540972222218</c:v>
                </c:pt>
                <c:pt idx="92594">
                  <c:v>45342.440972222219</c:v>
                </c:pt>
                <c:pt idx="92595">
                  <c:v>45970.809027777781</c:v>
                </c:pt>
                <c:pt idx="92596">
                  <c:v>45806.535416666673</c:v>
                </c:pt>
                <c:pt idx="92597">
                  <c:v>45379.459722222222</c:v>
                </c:pt>
                <c:pt idx="92598">
                  <c:v>45532.536805555559</c:v>
                </c:pt>
                <c:pt idx="92599">
                  <c:v>45647.442361111112</c:v>
                </c:pt>
                <c:pt idx="92600">
                  <c:v>45743.774305555547</c:v>
                </c:pt>
                <c:pt idx="92601">
                  <c:v>45526.433333333327</c:v>
                </c:pt>
                <c:pt idx="92602">
                  <c:v>45679.840277777781</c:v>
                </c:pt>
                <c:pt idx="92603">
                  <c:v>45631.660416666673</c:v>
                </c:pt>
                <c:pt idx="92604">
                  <c:v>45590.509027777778</c:v>
                </c:pt>
                <c:pt idx="92605">
                  <c:v>45744.479861111111</c:v>
                </c:pt>
                <c:pt idx="92606">
                  <c:v>45833.504166666673</c:v>
                </c:pt>
                <c:pt idx="92607">
                  <c:v>45599.681944444441</c:v>
                </c:pt>
                <c:pt idx="92608">
                  <c:v>45538.815972222219</c:v>
                </c:pt>
                <c:pt idx="92609">
                  <c:v>45653.545138888891</c:v>
                </c:pt>
                <c:pt idx="92610">
                  <c:v>45624.950694444437</c:v>
                </c:pt>
                <c:pt idx="92611">
                  <c:v>45419.479861111111</c:v>
                </c:pt>
                <c:pt idx="92612">
                  <c:v>45659.423611111109</c:v>
                </c:pt>
                <c:pt idx="92613">
                  <c:v>45506.783333333333</c:v>
                </c:pt>
                <c:pt idx="92614">
                  <c:v>45407.645833333343</c:v>
                </c:pt>
                <c:pt idx="92615">
                  <c:v>45657.623611111107</c:v>
                </c:pt>
                <c:pt idx="92616">
                  <c:v>45526.834027777782</c:v>
                </c:pt>
                <c:pt idx="92617">
                  <c:v>45875.711805555547</c:v>
                </c:pt>
                <c:pt idx="92618">
                  <c:v>45448.618055555547</c:v>
                </c:pt>
                <c:pt idx="92619">
                  <c:v>45409.902777777781</c:v>
                </c:pt>
                <c:pt idx="92620">
                  <c:v>45464.716666666667</c:v>
                </c:pt>
                <c:pt idx="92621">
                  <c:v>45478.85</c:v>
                </c:pt>
                <c:pt idx="92622">
                  <c:v>45757.338194444441</c:v>
                </c:pt>
                <c:pt idx="92623">
                  <c:v>45686.273611111108</c:v>
                </c:pt>
                <c:pt idx="92624">
                  <c:v>45614.349305555559</c:v>
                </c:pt>
                <c:pt idx="92625">
                  <c:v>45677.457638888889</c:v>
                </c:pt>
                <c:pt idx="92626">
                  <c:v>45562.757638888892</c:v>
                </c:pt>
                <c:pt idx="92627">
                  <c:v>45677.459027777782</c:v>
                </c:pt>
                <c:pt idx="92628">
                  <c:v>45817.591666666667</c:v>
                </c:pt>
                <c:pt idx="92629">
                  <c:v>45648.665972222218</c:v>
                </c:pt>
                <c:pt idx="92630">
                  <c:v>45665.857638888891</c:v>
                </c:pt>
                <c:pt idx="92631">
                  <c:v>45752.988194444442</c:v>
                </c:pt>
                <c:pt idx="92632">
                  <c:v>45783.961111111108</c:v>
                </c:pt>
                <c:pt idx="92633">
                  <c:v>45627.117361111108</c:v>
                </c:pt>
                <c:pt idx="92634">
                  <c:v>45579.791666666657</c:v>
                </c:pt>
                <c:pt idx="92635">
                  <c:v>45753.760416666657</c:v>
                </c:pt>
                <c:pt idx="92636">
                  <c:v>45979.636805555558</c:v>
                </c:pt>
                <c:pt idx="92637">
                  <c:v>45738.781944444447</c:v>
                </c:pt>
                <c:pt idx="92638">
                  <c:v>46006.430555555547</c:v>
                </c:pt>
                <c:pt idx="92639">
                  <c:v>45625.636111111111</c:v>
                </c:pt>
                <c:pt idx="92640">
                  <c:v>45807.704861111109</c:v>
                </c:pt>
                <c:pt idx="92641">
                  <c:v>45797.077777777777</c:v>
                </c:pt>
                <c:pt idx="92642">
                  <c:v>45786.287499999999</c:v>
                </c:pt>
                <c:pt idx="92643">
                  <c:v>45778.280555555553</c:v>
                </c:pt>
                <c:pt idx="92644">
                  <c:v>45771.000694444447</c:v>
                </c:pt>
                <c:pt idx="92645">
                  <c:v>45606.961111111108</c:v>
                </c:pt>
                <c:pt idx="92646">
                  <c:v>45529.982638888891</c:v>
                </c:pt>
                <c:pt idx="92647">
                  <c:v>46005.940972222219</c:v>
                </c:pt>
                <c:pt idx="92648">
                  <c:v>45723.475694444453</c:v>
                </c:pt>
                <c:pt idx="92649">
                  <c:v>45834.372916666667</c:v>
                </c:pt>
                <c:pt idx="92650">
                  <c:v>45684.593055555553</c:v>
                </c:pt>
                <c:pt idx="92651">
                  <c:v>45962.438194444447</c:v>
                </c:pt>
                <c:pt idx="92652">
                  <c:v>45915.569444444453</c:v>
                </c:pt>
                <c:pt idx="92653">
                  <c:v>45915.565972222219</c:v>
                </c:pt>
                <c:pt idx="92654">
                  <c:v>45919.199305555558</c:v>
                </c:pt>
                <c:pt idx="92655">
                  <c:v>45926.606944444437</c:v>
                </c:pt>
                <c:pt idx="92656">
                  <c:v>45950.310416666667</c:v>
                </c:pt>
                <c:pt idx="92657">
                  <c:v>45763.714583333327</c:v>
                </c:pt>
                <c:pt idx="92658">
                  <c:v>45710.68472222222</c:v>
                </c:pt>
                <c:pt idx="92659">
                  <c:v>45592.772222222222</c:v>
                </c:pt>
                <c:pt idx="92660">
                  <c:v>45653.743055555547</c:v>
                </c:pt>
                <c:pt idx="92661">
                  <c:v>45993.320833333331</c:v>
                </c:pt>
                <c:pt idx="92662">
                  <c:v>45923.556250000001</c:v>
                </c:pt>
                <c:pt idx="92663">
                  <c:v>45870.984027777777</c:v>
                </c:pt>
                <c:pt idx="92664">
                  <c:v>45630.56527777778</c:v>
                </c:pt>
                <c:pt idx="92665">
                  <c:v>45681.707638888889</c:v>
                </c:pt>
                <c:pt idx="92666">
                  <c:v>45631.718055555553</c:v>
                </c:pt>
                <c:pt idx="92667">
                  <c:v>45888.630555555559</c:v>
                </c:pt>
                <c:pt idx="92668">
                  <c:v>45300.614583333343</c:v>
                </c:pt>
                <c:pt idx="92669">
                  <c:v>45843.8</c:v>
                </c:pt>
                <c:pt idx="92670">
                  <c:v>45662.574305555558</c:v>
                </c:pt>
                <c:pt idx="92671">
                  <c:v>45873.840277777781</c:v>
                </c:pt>
                <c:pt idx="92672">
                  <c:v>45926.227083333331</c:v>
                </c:pt>
                <c:pt idx="92673">
                  <c:v>45787.620138888888</c:v>
                </c:pt>
                <c:pt idx="92674">
                  <c:v>45665.572222222218</c:v>
                </c:pt>
                <c:pt idx="92675">
                  <c:v>45744.851388888892</c:v>
                </c:pt>
                <c:pt idx="92676">
                  <c:v>45407.473611111112</c:v>
                </c:pt>
                <c:pt idx="92677">
                  <c:v>45662.609027777777</c:v>
                </c:pt>
                <c:pt idx="92678">
                  <c:v>45476.873611111107</c:v>
                </c:pt>
                <c:pt idx="92679">
                  <c:v>45558.38958333333</c:v>
                </c:pt>
                <c:pt idx="92680">
                  <c:v>45588.573611111111</c:v>
                </c:pt>
                <c:pt idx="92681">
                  <c:v>45621.713888888888</c:v>
                </c:pt>
                <c:pt idx="92682">
                  <c:v>45522.796527777777</c:v>
                </c:pt>
                <c:pt idx="92683">
                  <c:v>45882.774305555547</c:v>
                </c:pt>
                <c:pt idx="92684">
                  <c:v>45959.547222222223</c:v>
                </c:pt>
                <c:pt idx="92685">
                  <c:v>45717.563194444447</c:v>
                </c:pt>
                <c:pt idx="92686">
                  <c:v>45389.756944444453</c:v>
                </c:pt>
                <c:pt idx="92687">
                  <c:v>45349.648611111108</c:v>
                </c:pt>
                <c:pt idx="92688">
                  <c:v>45543.487500000003</c:v>
                </c:pt>
                <c:pt idx="92689">
                  <c:v>45665.575694444437</c:v>
                </c:pt>
                <c:pt idx="92690">
                  <c:v>45732.329861111109</c:v>
                </c:pt>
                <c:pt idx="92691">
                  <c:v>45344.666666666657</c:v>
                </c:pt>
                <c:pt idx="92692">
                  <c:v>45573.788194444453</c:v>
                </c:pt>
                <c:pt idx="92693">
                  <c:v>45686.520138888889</c:v>
                </c:pt>
                <c:pt idx="92694">
                  <c:v>45440.611805555563</c:v>
                </c:pt>
                <c:pt idx="92695">
                  <c:v>45922.821527777778</c:v>
                </c:pt>
                <c:pt idx="92696">
                  <c:v>45922.821527777778</c:v>
                </c:pt>
                <c:pt idx="92697">
                  <c:v>45657.729861111111</c:v>
                </c:pt>
                <c:pt idx="92698">
                  <c:v>45839.495833333327</c:v>
                </c:pt>
                <c:pt idx="92699">
                  <c:v>45814.831944444442</c:v>
                </c:pt>
                <c:pt idx="92700">
                  <c:v>45742.524305555547</c:v>
                </c:pt>
                <c:pt idx="92701">
                  <c:v>45746.463888888888</c:v>
                </c:pt>
                <c:pt idx="92702">
                  <c:v>45782.411111111112</c:v>
                </c:pt>
                <c:pt idx="92703">
                  <c:v>45925.59375</c:v>
                </c:pt>
                <c:pt idx="92704">
                  <c:v>45914.461805555547</c:v>
                </c:pt>
                <c:pt idx="92705">
                  <c:v>45997.78402777778</c:v>
                </c:pt>
                <c:pt idx="92706">
                  <c:v>45523.865972222222</c:v>
                </c:pt>
                <c:pt idx="92707">
                  <c:v>45982.42083333333</c:v>
                </c:pt>
                <c:pt idx="92708">
                  <c:v>45924.682638888888</c:v>
                </c:pt>
                <c:pt idx="92709">
                  <c:v>45796.1</c:v>
                </c:pt>
                <c:pt idx="92710">
                  <c:v>45734.969444444447</c:v>
                </c:pt>
                <c:pt idx="92711">
                  <c:v>45649.425694444442</c:v>
                </c:pt>
                <c:pt idx="92712">
                  <c:v>45583.796527777777</c:v>
                </c:pt>
                <c:pt idx="92713">
                  <c:v>45632.568749999999</c:v>
                </c:pt>
                <c:pt idx="92714">
                  <c:v>45610.5625</c:v>
                </c:pt>
                <c:pt idx="92715">
                  <c:v>45708.686111111107</c:v>
                </c:pt>
                <c:pt idx="92716">
                  <c:v>45754.614583333343</c:v>
                </c:pt>
                <c:pt idx="92717">
                  <c:v>45982.995138888888</c:v>
                </c:pt>
                <c:pt idx="92718">
                  <c:v>46006.679861111108</c:v>
                </c:pt>
                <c:pt idx="92719">
                  <c:v>45394.911805555559</c:v>
                </c:pt>
                <c:pt idx="92720">
                  <c:v>45435.45416666667</c:v>
                </c:pt>
                <c:pt idx="92721">
                  <c:v>45581.208333333343</c:v>
                </c:pt>
                <c:pt idx="92722">
                  <c:v>45537.775000000001</c:v>
                </c:pt>
                <c:pt idx="92723">
                  <c:v>45489.3125</c:v>
                </c:pt>
                <c:pt idx="92724">
                  <c:v>45623.569444444453</c:v>
                </c:pt>
                <c:pt idx="92725">
                  <c:v>45638.553472222222</c:v>
                </c:pt>
                <c:pt idx="92726">
                  <c:v>45608.827777777777</c:v>
                </c:pt>
                <c:pt idx="92727">
                  <c:v>45605.842361111107</c:v>
                </c:pt>
                <c:pt idx="92728">
                  <c:v>45545.336805555547</c:v>
                </c:pt>
                <c:pt idx="92729">
                  <c:v>45813.547222222223</c:v>
                </c:pt>
                <c:pt idx="92730">
                  <c:v>45686.62777777778</c:v>
                </c:pt>
                <c:pt idx="92731">
                  <c:v>45519.455555555563</c:v>
                </c:pt>
                <c:pt idx="92732">
                  <c:v>45544.430555555547</c:v>
                </c:pt>
                <c:pt idx="92733">
                  <c:v>45404.375</c:v>
                </c:pt>
                <c:pt idx="92734">
                  <c:v>45910.47152777778</c:v>
                </c:pt>
                <c:pt idx="92735">
                  <c:v>45510.317361111112</c:v>
                </c:pt>
                <c:pt idx="92736">
                  <c:v>45599.363888888889</c:v>
                </c:pt>
                <c:pt idx="92737">
                  <c:v>45298.62777777778</c:v>
                </c:pt>
                <c:pt idx="92738">
                  <c:v>45991.743750000001</c:v>
                </c:pt>
                <c:pt idx="92739">
                  <c:v>45643.366666666669</c:v>
                </c:pt>
                <c:pt idx="92740">
                  <c:v>45684.732638888891</c:v>
                </c:pt>
                <c:pt idx="92741">
                  <c:v>45550.679166666669</c:v>
                </c:pt>
                <c:pt idx="92742">
                  <c:v>45510.632638888892</c:v>
                </c:pt>
                <c:pt idx="92743">
                  <c:v>45578.521527777782</c:v>
                </c:pt>
                <c:pt idx="92744">
                  <c:v>45728.431250000001</c:v>
                </c:pt>
                <c:pt idx="92745">
                  <c:v>45362.435416666667</c:v>
                </c:pt>
                <c:pt idx="92746">
                  <c:v>45810.504166666673</c:v>
                </c:pt>
                <c:pt idx="92747">
                  <c:v>45989.480555555558</c:v>
                </c:pt>
                <c:pt idx="92748">
                  <c:v>45735.329861111109</c:v>
                </c:pt>
                <c:pt idx="92749">
                  <c:v>45615.433333333327</c:v>
                </c:pt>
                <c:pt idx="92750">
                  <c:v>45829.286805555559</c:v>
                </c:pt>
                <c:pt idx="92751">
                  <c:v>45884.941666666673</c:v>
                </c:pt>
                <c:pt idx="92752">
                  <c:v>45847.065972222219</c:v>
                </c:pt>
                <c:pt idx="92753">
                  <c:v>45853.027777777781</c:v>
                </c:pt>
                <c:pt idx="92754">
                  <c:v>45853.034722222219</c:v>
                </c:pt>
                <c:pt idx="92755">
                  <c:v>45927.127083333333</c:v>
                </c:pt>
                <c:pt idx="92756">
                  <c:v>45901.229166666657</c:v>
                </c:pt>
                <c:pt idx="92757">
                  <c:v>45943.651388888888</c:v>
                </c:pt>
                <c:pt idx="92758">
                  <c:v>45460.375</c:v>
                </c:pt>
                <c:pt idx="92759">
                  <c:v>45486.76666666667</c:v>
                </c:pt>
                <c:pt idx="92760">
                  <c:v>45863.588194444441</c:v>
                </c:pt>
                <c:pt idx="92761">
                  <c:v>45388.981249999997</c:v>
                </c:pt>
                <c:pt idx="92762">
                  <c:v>45791.919444444437</c:v>
                </c:pt>
                <c:pt idx="92763">
                  <c:v>45643.95</c:v>
                </c:pt>
                <c:pt idx="92764">
                  <c:v>45596.910416666673</c:v>
                </c:pt>
                <c:pt idx="92765">
                  <c:v>45713.01458333333</c:v>
                </c:pt>
                <c:pt idx="92766">
                  <c:v>45673.922222222223</c:v>
                </c:pt>
                <c:pt idx="92767">
                  <c:v>45618.958333333343</c:v>
                </c:pt>
                <c:pt idx="92768">
                  <c:v>45982.290277777778</c:v>
                </c:pt>
                <c:pt idx="92769">
                  <c:v>45896.742361111108</c:v>
                </c:pt>
                <c:pt idx="92770">
                  <c:v>45851.945833333331</c:v>
                </c:pt>
                <c:pt idx="92771">
                  <c:v>45821.690972222219</c:v>
                </c:pt>
                <c:pt idx="92772">
                  <c:v>45660.697222222218</c:v>
                </c:pt>
                <c:pt idx="92773">
                  <c:v>45755.637499999997</c:v>
                </c:pt>
                <c:pt idx="92774">
                  <c:v>45686.448611111111</c:v>
                </c:pt>
                <c:pt idx="92775">
                  <c:v>45602.689583333333</c:v>
                </c:pt>
                <c:pt idx="92776">
                  <c:v>45403.90347222222</c:v>
                </c:pt>
                <c:pt idx="92777">
                  <c:v>45857.452777777777</c:v>
                </c:pt>
                <c:pt idx="92778">
                  <c:v>45623.961111111108</c:v>
                </c:pt>
                <c:pt idx="92779">
                  <c:v>45323.534722222219</c:v>
                </c:pt>
                <c:pt idx="92780">
                  <c:v>45958.468055555553</c:v>
                </c:pt>
                <c:pt idx="92781">
                  <c:v>45892.79583333333</c:v>
                </c:pt>
                <c:pt idx="92782">
                  <c:v>45662.59097222222</c:v>
                </c:pt>
                <c:pt idx="92783">
                  <c:v>45754.375</c:v>
                </c:pt>
                <c:pt idx="92784">
                  <c:v>45424.784722222219</c:v>
                </c:pt>
                <c:pt idx="92785">
                  <c:v>45969.670138888891</c:v>
                </c:pt>
                <c:pt idx="92786">
                  <c:v>45824.475694444453</c:v>
                </c:pt>
                <c:pt idx="92787">
                  <c:v>45863.945833333331</c:v>
                </c:pt>
                <c:pt idx="92788">
                  <c:v>45915.374305555553</c:v>
                </c:pt>
                <c:pt idx="92789">
                  <c:v>45805.7</c:v>
                </c:pt>
                <c:pt idx="92790">
                  <c:v>45870.074999999997</c:v>
                </c:pt>
                <c:pt idx="92791">
                  <c:v>45838.943055555559</c:v>
                </c:pt>
                <c:pt idx="92792">
                  <c:v>45845.490972222222</c:v>
                </c:pt>
                <c:pt idx="92793">
                  <c:v>45878.34652777778</c:v>
                </c:pt>
                <c:pt idx="92794">
                  <c:v>45910.474999999999</c:v>
                </c:pt>
                <c:pt idx="92795">
                  <c:v>45931.46597222222</c:v>
                </c:pt>
                <c:pt idx="92796">
                  <c:v>45798.65</c:v>
                </c:pt>
                <c:pt idx="92797">
                  <c:v>45736.73541666667</c:v>
                </c:pt>
                <c:pt idx="92798">
                  <c:v>45733.479166666657</c:v>
                </c:pt>
                <c:pt idx="92799">
                  <c:v>45758.37222222222</c:v>
                </c:pt>
                <c:pt idx="92800">
                  <c:v>45719.490277777782</c:v>
                </c:pt>
                <c:pt idx="92801">
                  <c:v>45948.779861111107</c:v>
                </c:pt>
                <c:pt idx="92802">
                  <c:v>45866.304166666669</c:v>
                </c:pt>
                <c:pt idx="92803">
                  <c:v>45933.506249999999</c:v>
                </c:pt>
                <c:pt idx="92804">
                  <c:v>45550.468055555553</c:v>
                </c:pt>
                <c:pt idx="92805">
                  <c:v>45932.706250000003</c:v>
                </c:pt>
                <c:pt idx="92806">
                  <c:v>45792.803472222222</c:v>
                </c:pt>
                <c:pt idx="92807">
                  <c:v>45842.395833333343</c:v>
                </c:pt>
                <c:pt idx="92808">
                  <c:v>45972.428472222222</c:v>
                </c:pt>
                <c:pt idx="92809">
                  <c:v>45894.063888888893</c:v>
                </c:pt>
                <c:pt idx="92810">
                  <c:v>46016.835416666669</c:v>
                </c:pt>
                <c:pt idx="92811">
                  <c:v>45683.95208333333</c:v>
                </c:pt>
                <c:pt idx="92812">
                  <c:v>45569.611111111109</c:v>
                </c:pt>
                <c:pt idx="92813">
                  <c:v>45932.431250000001</c:v>
                </c:pt>
                <c:pt idx="92814">
                  <c:v>45305.550694444442</c:v>
                </c:pt>
                <c:pt idx="92815">
                  <c:v>45321.649305555547</c:v>
                </c:pt>
                <c:pt idx="92816">
                  <c:v>45835.674305555563</c:v>
                </c:pt>
                <c:pt idx="92817">
                  <c:v>45901.872916666667</c:v>
                </c:pt>
                <c:pt idx="92818">
                  <c:v>45514.310416666667</c:v>
                </c:pt>
                <c:pt idx="92819">
                  <c:v>45628.386805555558</c:v>
                </c:pt>
                <c:pt idx="92820">
                  <c:v>45384.388194444437</c:v>
                </c:pt>
                <c:pt idx="92821">
                  <c:v>45628.386805555558</c:v>
                </c:pt>
                <c:pt idx="92822">
                  <c:v>45384.388194444437</c:v>
                </c:pt>
                <c:pt idx="92823">
                  <c:v>45511.438888888893</c:v>
                </c:pt>
                <c:pt idx="92824">
                  <c:v>45511.438888888893</c:v>
                </c:pt>
                <c:pt idx="92825">
                  <c:v>45937.546527777777</c:v>
                </c:pt>
                <c:pt idx="92826">
                  <c:v>45583.666666666657</c:v>
                </c:pt>
                <c:pt idx="92827">
                  <c:v>45426.523611111108</c:v>
                </c:pt>
                <c:pt idx="92828">
                  <c:v>45611.62777777778</c:v>
                </c:pt>
                <c:pt idx="92829">
                  <c:v>45665.925694444442</c:v>
                </c:pt>
                <c:pt idx="92830">
                  <c:v>45761.59097222222</c:v>
                </c:pt>
                <c:pt idx="92831">
                  <c:v>45761.59097222222</c:v>
                </c:pt>
                <c:pt idx="92832">
                  <c:v>45513.29791666667</c:v>
                </c:pt>
                <c:pt idx="92833">
                  <c:v>45886.250694444447</c:v>
                </c:pt>
                <c:pt idx="92834">
                  <c:v>45886.250694444447</c:v>
                </c:pt>
                <c:pt idx="92835">
                  <c:v>45709.181944444441</c:v>
                </c:pt>
                <c:pt idx="92836">
                  <c:v>45709.181944444441</c:v>
                </c:pt>
                <c:pt idx="92837">
                  <c:v>45696.711111111108</c:v>
                </c:pt>
                <c:pt idx="92838">
                  <c:v>45696.711111111108</c:v>
                </c:pt>
                <c:pt idx="92839">
                  <c:v>45513.29791666667</c:v>
                </c:pt>
                <c:pt idx="92840">
                  <c:v>45300.865972222222</c:v>
                </c:pt>
                <c:pt idx="92841">
                  <c:v>45578.945138888892</c:v>
                </c:pt>
                <c:pt idx="92842">
                  <c:v>45704.027777777781</c:v>
                </c:pt>
                <c:pt idx="92843">
                  <c:v>45719.836111111108</c:v>
                </c:pt>
                <c:pt idx="92844">
                  <c:v>45595.747916666667</c:v>
                </c:pt>
                <c:pt idx="92845">
                  <c:v>45554.745138888888</c:v>
                </c:pt>
                <c:pt idx="92846">
                  <c:v>45763.681944444441</c:v>
                </c:pt>
                <c:pt idx="92847">
                  <c:v>45939.457638888889</c:v>
                </c:pt>
                <c:pt idx="92848">
                  <c:v>45520.543055555558</c:v>
                </c:pt>
                <c:pt idx="92849">
                  <c:v>45910.929861111108</c:v>
                </c:pt>
                <c:pt idx="92850">
                  <c:v>45752.071527777778</c:v>
                </c:pt>
                <c:pt idx="92851">
                  <c:v>45646.515277777777</c:v>
                </c:pt>
                <c:pt idx="92852">
                  <c:v>45646.515277777777</c:v>
                </c:pt>
                <c:pt idx="92853">
                  <c:v>45910.929861111108</c:v>
                </c:pt>
                <c:pt idx="92854">
                  <c:v>45752.071527777778</c:v>
                </c:pt>
                <c:pt idx="92855">
                  <c:v>45418.571527777778</c:v>
                </c:pt>
                <c:pt idx="92856">
                  <c:v>45915.716666666667</c:v>
                </c:pt>
                <c:pt idx="92857">
                  <c:v>45907.761805555558</c:v>
                </c:pt>
                <c:pt idx="92858">
                  <c:v>45679.75</c:v>
                </c:pt>
                <c:pt idx="92859">
                  <c:v>45699.522916666669</c:v>
                </c:pt>
                <c:pt idx="92860">
                  <c:v>45933.624305555553</c:v>
                </c:pt>
                <c:pt idx="92861">
                  <c:v>45757.751388888893</c:v>
                </c:pt>
                <c:pt idx="92862">
                  <c:v>45497.367361111108</c:v>
                </c:pt>
                <c:pt idx="92863">
                  <c:v>45667.474305555559</c:v>
                </c:pt>
                <c:pt idx="92864">
                  <c:v>45630.5625</c:v>
                </c:pt>
                <c:pt idx="92865">
                  <c:v>45652.49722222222</c:v>
                </c:pt>
                <c:pt idx="92866">
                  <c:v>45579.479861111111</c:v>
                </c:pt>
                <c:pt idx="92867">
                  <c:v>45602.585416666669</c:v>
                </c:pt>
                <c:pt idx="92868">
                  <c:v>45960.865277777782</c:v>
                </c:pt>
                <c:pt idx="92869">
                  <c:v>45927.640277777777</c:v>
                </c:pt>
                <c:pt idx="92870">
                  <c:v>45306.718055555553</c:v>
                </c:pt>
                <c:pt idx="92871">
                  <c:v>45630.365277777782</c:v>
                </c:pt>
                <c:pt idx="92872">
                  <c:v>45475.446527777778</c:v>
                </c:pt>
                <c:pt idx="92873">
                  <c:v>45501.743750000001</c:v>
                </c:pt>
                <c:pt idx="92874">
                  <c:v>45618.838888888888</c:v>
                </c:pt>
                <c:pt idx="92875">
                  <c:v>45550.695833333331</c:v>
                </c:pt>
                <c:pt idx="92876">
                  <c:v>45820.866666666669</c:v>
                </c:pt>
                <c:pt idx="92877">
                  <c:v>45414.727083333331</c:v>
                </c:pt>
                <c:pt idx="92878">
                  <c:v>45600.407638888893</c:v>
                </c:pt>
                <c:pt idx="92879">
                  <c:v>45638.277777777781</c:v>
                </c:pt>
                <c:pt idx="92880">
                  <c:v>45519.711805555547</c:v>
                </c:pt>
                <c:pt idx="92881">
                  <c:v>45494.720138888893</c:v>
                </c:pt>
                <c:pt idx="92882">
                  <c:v>45624.822222222218</c:v>
                </c:pt>
                <c:pt idx="92883">
                  <c:v>45888.69027777778</c:v>
                </c:pt>
                <c:pt idx="92884">
                  <c:v>45732.76458333333</c:v>
                </c:pt>
                <c:pt idx="92885">
                  <c:v>45787.072222222218</c:v>
                </c:pt>
                <c:pt idx="92886">
                  <c:v>45710.21597222222</c:v>
                </c:pt>
                <c:pt idx="92887">
                  <c:v>45838.084027777782</c:v>
                </c:pt>
                <c:pt idx="92888">
                  <c:v>45553.509027777778</c:v>
                </c:pt>
                <c:pt idx="92889">
                  <c:v>45712.896527777782</c:v>
                </c:pt>
                <c:pt idx="92890">
                  <c:v>45944.628472222219</c:v>
                </c:pt>
                <c:pt idx="92891">
                  <c:v>45938.559027777781</c:v>
                </c:pt>
                <c:pt idx="92892">
                  <c:v>45992.685416666667</c:v>
                </c:pt>
                <c:pt idx="92893">
                  <c:v>45950.767361111109</c:v>
                </c:pt>
                <c:pt idx="92894">
                  <c:v>45910.144444444442</c:v>
                </c:pt>
                <c:pt idx="92895">
                  <c:v>45992.685416666667</c:v>
                </c:pt>
                <c:pt idx="92896">
                  <c:v>45950.767361111109</c:v>
                </c:pt>
                <c:pt idx="92897">
                  <c:v>45910.144444444442</c:v>
                </c:pt>
                <c:pt idx="92898">
                  <c:v>45886.367361111108</c:v>
                </c:pt>
                <c:pt idx="92899">
                  <c:v>45886.367361111108</c:v>
                </c:pt>
                <c:pt idx="92900">
                  <c:v>46009.5625</c:v>
                </c:pt>
                <c:pt idx="92901">
                  <c:v>45982.4375</c:v>
                </c:pt>
                <c:pt idx="92902">
                  <c:v>45705.917361111111</c:v>
                </c:pt>
                <c:pt idx="92903">
                  <c:v>45989.851388888892</c:v>
                </c:pt>
                <c:pt idx="92904">
                  <c:v>45705.95208333333</c:v>
                </c:pt>
                <c:pt idx="92905">
                  <c:v>45735.832638888889</c:v>
                </c:pt>
                <c:pt idx="92906">
                  <c:v>45678.384722222218</c:v>
                </c:pt>
                <c:pt idx="92907">
                  <c:v>45719.515277777777</c:v>
                </c:pt>
                <c:pt idx="92908">
                  <c:v>45460.293055555558</c:v>
                </c:pt>
                <c:pt idx="92909">
                  <c:v>45854.455555555563</c:v>
                </c:pt>
                <c:pt idx="92910">
                  <c:v>45636.602083333331</c:v>
                </c:pt>
                <c:pt idx="92911">
                  <c:v>45812.043055555558</c:v>
                </c:pt>
                <c:pt idx="92912">
                  <c:v>45754.02847222222</c:v>
                </c:pt>
                <c:pt idx="92913">
                  <c:v>45722.018750000003</c:v>
                </c:pt>
                <c:pt idx="92914">
                  <c:v>45846.776388888888</c:v>
                </c:pt>
                <c:pt idx="92915">
                  <c:v>45696.668055555558</c:v>
                </c:pt>
                <c:pt idx="92916">
                  <c:v>45937.870138888888</c:v>
                </c:pt>
                <c:pt idx="92917">
                  <c:v>45984.475694444453</c:v>
                </c:pt>
                <c:pt idx="92918">
                  <c:v>45818.148611111108</c:v>
                </c:pt>
                <c:pt idx="92919">
                  <c:v>45975.066666666673</c:v>
                </c:pt>
                <c:pt idx="92920">
                  <c:v>46014.654166666667</c:v>
                </c:pt>
                <c:pt idx="92921">
                  <c:v>45509.736111111109</c:v>
                </c:pt>
                <c:pt idx="92922">
                  <c:v>45316.759722222218</c:v>
                </c:pt>
                <c:pt idx="92923">
                  <c:v>45391.72152777778</c:v>
                </c:pt>
                <c:pt idx="92924">
                  <c:v>45411.7</c:v>
                </c:pt>
                <c:pt idx="92925">
                  <c:v>45404.722222222219</c:v>
                </c:pt>
                <c:pt idx="92926">
                  <c:v>45838.759027777778</c:v>
                </c:pt>
                <c:pt idx="92927">
                  <c:v>45463.375694444447</c:v>
                </c:pt>
                <c:pt idx="92928">
                  <c:v>45616.573611111111</c:v>
                </c:pt>
                <c:pt idx="92929">
                  <c:v>45873.402083333327</c:v>
                </c:pt>
                <c:pt idx="92930">
                  <c:v>45968.509722222218</c:v>
                </c:pt>
                <c:pt idx="92931">
                  <c:v>45642.464583333327</c:v>
                </c:pt>
                <c:pt idx="92932">
                  <c:v>45828.526388888888</c:v>
                </c:pt>
                <c:pt idx="92933">
                  <c:v>45923.491666666669</c:v>
                </c:pt>
                <c:pt idx="92934">
                  <c:v>45730.45</c:v>
                </c:pt>
                <c:pt idx="92935">
                  <c:v>45558.761805555558</c:v>
                </c:pt>
                <c:pt idx="92936">
                  <c:v>45800.861805555563</c:v>
                </c:pt>
                <c:pt idx="92937">
                  <c:v>45743.62777777778</c:v>
                </c:pt>
                <c:pt idx="92938">
                  <c:v>45959.682638888888</c:v>
                </c:pt>
                <c:pt idx="92939">
                  <c:v>45800.743750000001</c:v>
                </c:pt>
                <c:pt idx="92940">
                  <c:v>45968.482638888891</c:v>
                </c:pt>
                <c:pt idx="92941">
                  <c:v>45918.422222222223</c:v>
                </c:pt>
                <c:pt idx="92942">
                  <c:v>45792.993750000001</c:v>
                </c:pt>
                <c:pt idx="92943">
                  <c:v>45903.582638888889</c:v>
                </c:pt>
                <c:pt idx="92944">
                  <c:v>45959.09652777778</c:v>
                </c:pt>
                <c:pt idx="92945">
                  <c:v>45928.583333333343</c:v>
                </c:pt>
                <c:pt idx="92946">
                  <c:v>45773.831250000003</c:v>
                </c:pt>
                <c:pt idx="92947">
                  <c:v>45777.447916666657</c:v>
                </c:pt>
                <c:pt idx="92948">
                  <c:v>45737.873611111107</c:v>
                </c:pt>
                <c:pt idx="92949">
                  <c:v>45680.847222222219</c:v>
                </c:pt>
                <c:pt idx="92950">
                  <c:v>45651.530555555553</c:v>
                </c:pt>
                <c:pt idx="92951">
                  <c:v>45570.677777777782</c:v>
                </c:pt>
                <c:pt idx="92952">
                  <c:v>45680.847222222219</c:v>
                </c:pt>
                <c:pt idx="92953">
                  <c:v>45583.046527777777</c:v>
                </c:pt>
                <c:pt idx="92954">
                  <c:v>45708.855555555558</c:v>
                </c:pt>
                <c:pt idx="92955">
                  <c:v>45708.855555555558</c:v>
                </c:pt>
                <c:pt idx="92956">
                  <c:v>45583.046527777777</c:v>
                </c:pt>
                <c:pt idx="92957">
                  <c:v>45570.677777777782</c:v>
                </c:pt>
                <c:pt idx="92958">
                  <c:v>45624.745833333327</c:v>
                </c:pt>
                <c:pt idx="92959">
                  <c:v>45651.530555555553</c:v>
                </c:pt>
                <c:pt idx="92960">
                  <c:v>45624.745833333327</c:v>
                </c:pt>
                <c:pt idx="92961">
                  <c:v>45737.873611111107</c:v>
                </c:pt>
                <c:pt idx="92962">
                  <c:v>45671.481944444437</c:v>
                </c:pt>
                <c:pt idx="92963">
                  <c:v>45733.60833333333</c:v>
                </c:pt>
                <c:pt idx="92964">
                  <c:v>45841.59652777778</c:v>
                </c:pt>
                <c:pt idx="92965">
                  <c:v>45885.220138888893</c:v>
                </c:pt>
                <c:pt idx="92966">
                  <c:v>45975.517361111109</c:v>
                </c:pt>
                <c:pt idx="92967">
                  <c:v>45915.706250000003</c:v>
                </c:pt>
                <c:pt idx="92968">
                  <c:v>45550.923611111109</c:v>
                </c:pt>
                <c:pt idx="92969">
                  <c:v>45365.727083333331</c:v>
                </c:pt>
                <c:pt idx="92970">
                  <c:v>45456.825694444437</c:v>
                </c:pt>
                <c:pt idx="92971">
                  <c:v>45806.884027777778</c:v>
                </c:pt>
                <c:pt idx="92972">
                  <c:v>45525.565972222219</c:v>
                </c:pt>
                <c:pt idx="92973">
                  <c:v>45709.669444444437</c:v>
                </c:pt>
                <c:pt idx="92974">
                  <c:v>45599.863888888889</c:v>
                </c:pt>
                <c:pt idx="92975">
                  <c:v>45680.750694444447</c:v>
                </c:pt>
                <c:pt idx="92976">
                  <c:v>45645.900694444441</c:v>
                </c:pt>
                <c:pt idx="92977">
                  <c:v>45750.826388888891</c:v>
                </c:pt>
                <c:pt idx="92978">
                  <c:v>45883.602083333331</c:v>
                </c:pt>
                <c:pt idx="92979">
                  <c:v>45915.618055555547</c:v>
                </c:pt>
                <c:pt idx="92980">
                  <c:v>45845.447222222218</c:v>
                </c:pt>
                <c:pt idx="92981">
                  <c:v>45952.697916666657</c:v>
                </c:pt>
                <c:pt idx="92982">
                  <c:v>45968.803472222222</c:v>
                </c:pt>
                <c:pt idx="92983">
                  <c:v>45589.965277777781</c:v>
                </c:pt>
                <c:pt idx="92984">
                  <c:v>45922.02847222222</c:v>
                </c:pt>
                <c:pt idx="92985">
                  <c:v>45842.987500000003</c:v>
                </c:pt>
                <c:pt idx="92986">
                  <c:v>45694.488194444442</c:v>
                </c:pt>
                <c:pt idx="92987">
                  <c:v>45954.869444444441</c:v>
                </c:pt>
                <c:pt idx="92988">
                  <c:v>45501.506249999999</c:v>
                </c:pt>
                <c:pt idx="92989">
                  <c:v>45501.506249999999</c:v>
                </c:pt>
                <c:pt idx="92990">
                  <c:v>45562.124305555553</c:v>
                </c:pt>
                <c:pt idx="92991">
                  <c:v>46000.01666666667</c:v>
                </c:pt>
                <c:pt idx="92992">
                  <c:v>45669.76666666667</c:v>
                </c:pt>
                <c:pt idx="92993">
                  <c:v>45677.415277777778</c:v>
                </c:pt>
                <c:pt idx="92994">
                  <c:v>45603.779861111107</c:v>
                </c:pt>
                <c:pt idx="92995">
                  <c:v>46000.01666666667</c:v>
                </c:pt>
                <c:pt idx="92996">
                  <c:v>45603.779861111107</c:v>
                </c:pt>
                <c:pt idx="92997">
                  <c:v>45562.124305555553</c:v>
                </c:pt>
                <c:pt idx="92998">
                  <c:v>45677.415277777778</c:v>
                </c:pt>
                <c:pt idx="92999">
                  <c:v>45669.76666666667</c:v>
                </c:pt>
                <c:pt idx="93000">
                  <c:v>45295.320138888892</c:v>
                </c:pt>
                <c:pt idx="93001">
                  <c:v>45952.258333333331</c:v>
                </c:pt>
                <c:pt idx="93002">
                  <c:v>45756.288888888892</c:v>
                </c:pt>
                <c:pt idx="93003">
                  <c:v>45943.399305555547</c:v>
                </c:pt>
                <c:pt idx="93004">
                  <c:v>45952.258333333331</c:v>
                </c:pt>
                <c:pt idx="93005">
                  <c:v>45831.296527777777</c:v>
                </c:pt>
                <c:pt idx="93006">
                  <c:v>45756.288888888892</c:v>
                </c:pt>
                <c:pt idx="93007">
                  <c:v>45813.935416666667</c:v>
                </c:pt>
                <c:pt idx="93008">
                  <c:v>45831.296527777777</c:v>
                </c:pt>
                <c:pt idx="93009">
                  <c:v>45813.935416666667</c:v>
                </c:pt>
                <c:pt idx="93010">
                  <c:v>45943.399305555547</c:v>
                </c:pt>
                <c:pt idx="93011">
                  <c:v>45945.618750000001</c:v>
                </c:pt>
                <c:pt idx="93012">
                  <c:v>45991.670138888891</c:v>
                </c:pt>
                <c:pt idx="93013">
                  <c:v>45986.409722222219</c:v>
                </c:pt>
                <c:pt idx="93014">
                  <c:v>45708.029166666667</c:v>
                </c:pt>
                <c:pt idx="93015">
                  <c:v>45622.025694444441</c:v>
                </c:pt>
                <c:pt idx="93016">
                  <c:v>45627.658333333333</c:v>
                </c:pt>
                <c:pt idx="93017">
                  <c:v>45656.03402777778</c:v>
                </c:pt>
                <c:pt idx="93018">
                  <c:v>45436.718055555553</c:v>
                </c:pt>
                <c:pt idx="93019">
                  <c:v>45724.974305555559</c:v>
                </c:pt>
                <c:pt idx="93020">
                  <c:v>46022.651388888888</c:v>
                </c:pt>
                <c:pt idx="93021">
                  <c:v>45601.544444444437</c:v>
                </c:pt>
                <c:pt idx="93022">
                  <c:v>45402.510416666657</c:v>
                </c:pt>
                <c:pt idx="93023">
                  <c:v>45543.980555555558</c:v>
                </c:pt>
                <c:pt idx="93024">
                  <c:v>45928.688888888893</c:v>
                </c:pt>
                <c:pt idx="93025">
                  <c:v>45756.522222222222</c:v>
                </c:pt>
                <c:pt idx="93026">
                  <c:v>45942.544444444437</c:v>
                </c:pt>
                <c:pt idx="93027">
                  <c:v>45519.814583333333</c:v>
                </c:pt>
                <c:pt idx="93028">
                  <c:v>45547.878472222219</c:v>
                </c:pt>
                <c:pt idx="93029">
                  <c:v>45494.044444444437</c:v>
                </c:pt>
                <c:pt idx="93030">
                  <c:v>45556.609027777777</c:v>
                </c:pt>
                <c:pt idx="93031">
                  <c:v>45870.918749999997</c:v>
                </c:pt>
                <c:pt idx="93032">
                  <c:v>45453.842361111107</c:v>
                </c:pt>
                <c:pt idx="93033">
                  <c:v>45823.222916666673</c:v>
                </c:pt>
                <c:pt idx="93034">
                  <c:v>45719.535416666673</c:v>
                </c:pt>
                <c:pt idx="93035">
                  <c:v>45719.535416666673</c:v>
                </c:pt>
                <c:pt idx="93036">
                  <c:v>45611.768055555563</c:v>
                </c:pt>
                <c:pt idx="93037">
                  <c:v>45823.222916666673</c:v>
                </c:pt>
                <c:pt idx="93038">
                  <c:v>45611.768055555563</c:v>
                </c:pt>
                <c:pt idx="93039">
                  <c:v>45771.587500000001</c:v>
                </c:pt>
                <c:pt idx="93040">
                  <c:v>45771.587500000001</c:v>
                </c:pt>
                <c:pt idx="93041">
                  <c:v>45670.640972222223</c:v>
                </c:pt>
                <c:pt idx="93042">
                  <c:v>45670.640972222223</c:v>
                </c:pt>
                <c:pt idx="93043">
                  <c:v>45659.647222222222</c:v>
                </c:pt>
                <c:pt idx="93044">
                  <c:v>45461.398611111108</c:v>
                </c:pt>
                <c:pt idx="93045">
                  <c:v>45720.665972222218</c:v>
                </c:pt>
                <c:pt idx="93046">
                  <c:v>45694.85833333333</c:v>
                </c:pt>
                <c:pt idx="93047">
                  <c:v>45712.474999999999</c:v>
                </c:pt>
                <c:pt idx="93048">
                  <c:v>45961.54583333333</c:v>
                </c:pt>
                <c:pt idx="93049">
                  <c:v>45432.003472222219</c:v>
                </c:pt>
                <c:pt idx="93050">
                  <c:v>45553.963194444441</c:v>
                </c:pt>
                <c:pt idx="93051">
                  <c:v>45693.835416666669</c:v>
                </c:pt>
                <c:pt idx="93052">
                  <c:v>45495.081250000003</c:v>
                </c:pt>
                <c:pt idx="93053">
                  <c:v>45674.43472222222</c:v>
                </c:pt>
                <c:pt idx="93054">
                  <c:v>45552.613194444442</c:v>
                </c:pt>
                <c:pt idx="93055">
                  <c:v>45337.763888888891</c:v>
                </c:pt>
                <c:pt idx="93056">
                  <c:v>45931.777777777781</c:v>
                </c:pt>
                <c:pt idx="93057">
                  <c:v>45898.51458333333</c:v>
                </c:pt>
                <c:pt idx="93058">
                  <c:v>45876.570833333331</c:v>
                </c:pt>
                <c:pt idx="93059">
                  <c:v>45948.700694444437</c:v>
                </c:pt>
                <c:pt idx="93060">
                  <c:v>45727.759027777778</c:v>
                </c:pt>
                <c:pt idx="93061">
                  <c:v>45335.844444444447</c:v>
                </c:pt>
                <c:pt idx="93062">
                  <c:v>45791.835416666669</c:v>
                </c:pt>
                <c:pt idx="93063">
                  <c:v>45788.381944444453</c:v>
                </c:pt>
                <c:pt idx="93064">
                  <c:v>45695.447916666657</c:v>
                </c:pt>
                <c:pt idx="93065">
                  <c:v>45979.413888888892</c:v>
                </c:pt>
                <c:pt idx="93066">
                  <c:v>45726.64166666667</c:v>
                </c:pt>
                <c:pt idx="93067">
                  <c:v>45554.791666666657</c:v>
                </c:pt>
                <c:pt idx="93068">
                  <c:v>45546.368750000001</c:v>
                </c:pt>
                <c:pt idx="93069">
                  <c:v>45748.68472222222</c:v>
                </c:pt>
                <c:pt idx="93070">
                  <c:v>45569.520833333343</c:v>
                </c:pt>
                <c:pt idx="93071">
                  <c:v>45630.752083333333</c:v>
                </c:pt>
                <c:pt idx="93072">
                  <c:v>45509.645833333343</c:v>
                </c:pt>
                <c:pt idx="93073">
                  <c:v>45802.84375</c:v>
                </c:pt>
                <c:pt idx="93074">
                  <c:v>45735.727083333331</c:v>
                </c:pt>
                <c:pt idx="93075">
                  <c:v>45402.899305555547</c:v>
                </c:pt>
                <c:pt idx="93076">
                  <c:v>45497.912499999999</c:v>
                </c:pt>
                <c:pt idx="93077">
                  <c:v>45437.744444444441</c:v>
                </c:pt>
                <c:pt idx="93078">
                  <c:v>45390.739583333343</c:v>
                </c:pt>
                <c:pt idx="93079">
                  <c:v>45609.772916666669</c:v>
                </c:pt>
                <c:pt idx="93080">
                  <c:v>45965.513194444437</c:v>
                </c:pt>
                <c:pt idx="93081">
                  <c:v>46000.866666666669</c:v>
                </c:pt>
                <c:pt idx="93082">
                  <c:v>45977.553472222222</c:v>
                </c:pt>
                <c:pt idx="93083">
                  <c:v>45471.934027777781</c:v>
                </c:pt>
                <c:pt idx="93084">
                  <c:v>45638.294444444437</c:v>
                </c:pt>
                <c:pt idx="93085">
                  <c:v>45406.299305555563</c:v>
                </c:pt>
                <c:pt idx="93086">
                  <c:v>45647.34375</c:v>
                </c:pt>
                <c:pt idx="93087">
                  <c:v>45607.352083333331</c:v>
                </c:pt>
                <c:pt idx="93088">
                  <c:v>45761.377083333333</c:v>
                </c:pt>
                <c:pt idx="93089">
                  <c:v>45822.594444444447</c:v>
                </c:pt>
                <c:pt idx="93090">
                  <c:v>45440.313888888893</c:v>
                </c:pt>
                <c:pt idx="93091">
                  <c:v>45420.504166666673</c:v>
                </c:pt>
                <c:pt idx="93092">
                  <c:v>45523.375</c:v>
                </c:pt>
                <c:pt idx="93093">
                  <c:v>45701.452777777777</c:v>
                </c:pt>
                <c:pt idx="93094">
                  <c:v>45743.427083333343</c:v>
                </c:pt>
                <c:pt idx="93095">
                  <c:v>45740.34375</c:v>
                </c:pt>
                <c:pt idx="93096">
                  <c:v>45456.831944444442</c:v>
                </c:pt>
                <c:pt idx="93097">
                  <c:v>45365.897916666669</c:v>
                </c:pt>
                <c:pt idx="93098">
                  <c:v>45398.077777777777</c:v>
                </c:pt>
                <c:pt idx="93099">
                  <c:v>45390.083333333343</c:v>
                </c:pt>
                <c:pt idx="93100">
                  <c:v>45459.407638888893</c:v>
                </c:pt>
                <c:pt idx="93101">
                  <c:v>45725.822222222218</c:v>
                </c:pt>
                <c:pt idx="93102">
                  <c:v>45922.568055555559</c:v>
                </c:pt>
                <c:pt idx="93103">
                  <c:v>45770.26666666667</c:v>
                </c:pt>
                <c:pt idx="93104">
                  <c:v>45811.210416666669</c:v>
                </c:pt>
                <c:pt idx="93105">
                  <c:v>45756.638194444437</c:v>
                </c:pt>
                <c:pt idx="93106">
                  <c:v>45784.556250000001</c:v>
                </c:pt>
                <c:pt idx="93107">
                  <c:v>45855.645833333343</c:v>
                </c:pt>
                <c:pt idx="93108">
                  <c:v>45465.197222222218</c:v>
                </c:pt>
                <c:pt idx="93109">
                  <c:v>45579.70416666667</c:v>
                </c:pt>
                <c:pt idx="93110">
                  <c:v>45429.686111111107</c:v>
                </c:pt>
                <c:pt idx="93111">
                  <c:v>46009.53402777778</c:v>
                </c:pt>
                <c:pt idx="93112">
                  <c:v>45531.362500000003</c:v>
                </c:pt>
                <c:pt idx="93113">
                  <c:v>45531.362500000003</c:v>
                </c:pt>
                <c:pt idx="93114">
                  <c:v>45844.793749999997</c:v>
                </c:pt>
                <c:pt idx="93115">
                  <c:v>45852.449305555558</c:v>
                </c:pt>
                <c:pt idx="93116">
                  <c:v>45962.518750000003</c:v>
                </c:pt>
                <c:pt idx="93117">
                  <c:v>46007.913194444453</c:v>
                </c:pt>
                <c:pt idx="93118">
                  <c:v>45787.537499999999</c:v>
                </c:pt>
                <c:pt idx="93119">
                  <c:v>45722.911111111112</c:v>
                </c:pt>
                <c:pt idx="93120">
                  <c:v>45514.619444444441</c:v>
                </c:pt>
                <c:pt idx="93121">
                  <c:v>46002.586805555547</c:v>
                </c:pt>
                <c:pt idx="93122">
                  <c:v>45978.535416666673</c:v>
                </c:pt>
                <c:pt idx="93123">
                  <c:v>45852.461111111108</c:v>
                </c:pt>
                <c:pt idx="93124">
                  <c:v>45908.549305555563</c:v>
                </c:pt>
                <c:pt idx="93125">
                  <c:v>45861.676388888889</c:v>
                </c:pt>
                <c:pt idx="93126">
                  <c:v>45920.359722222223</c:v>
                </c:pt>
                <c:pt idx="93127">
                  <c:v>45878.512499999997</c:v>
                </c:pt>
                <c:pt idx="93128">
                  <c:v>45471.636805555558</c:v>
                </c:pt>
                <c:pt idx="93129">
                  <c:v>45660.000694444447</c:v>
                </c:pt>
                <c:pt idx="93130">
                  <c:v>45974.482638888891</c:v>
                </c:pt>
                <c:pt idx="93131">
                  <c:v>45745.363194444442</c:v>
                </c:pt>
                <c:pt idx="93132">
                  <c:v>45835.006249999999</c:v>
                </c:pt>
                <c:pt idx="93133">
                  <c:v>45667.401388888888</c:v>
                </c:pt>
                <c:pt idx="93134">
                  <c:v>45604.426388888889</c:v>
                </c:pt>
                <c:pt idx="93135">
                  <c:v>45866.506249999999</c:v>
                </c:pt>
                <c:pt idx="93136">
                  <c:v>45882.62777777778</c:v>
                </c:pt>
                <c:pt idx="93137">
                  <c:v>45617.208333333343</c:v>
                </c:pt>
                <c:pt idx="93138">
                  <c:v>45844.57708333333</c:v>
                </c:pt>
                <c:pt idx="93139">
                  <c:v>45790.80972222222</c:v>
                </c:pt>
                <c:pt idx="93140">
                  <c:v>45748.857638888891</c:v>
                </c:pt>
                <c:pt idx="93141">
                  <c:v>45658.8125</c:v>
                </c:pt>
                <c:pt idx="93142">
                  <c:v>45970.114583333343</c:v>
                </c:pt>
                <c:pt idx="93143">
                  <c:v>45672.636111111111</c:v>
                </c:pt>
                <c:pt idx="93144">
                  <c:v>45968.691666666673</c:v>
                </c:pt>
                <c:pt idx="93145">
                  <c:v>45762.691666666673</c:v>
                </c:pt>
                <c:pt idx="93146">
                  <c:v>45861.587500000001</c:v>
                </c:pt>
                <c:pt idx="93147">
                  <c:v>45600.590277777781</c:v>
                </c:pt>
                <c:pt idx="93148">
                  <c:v>45801.181250000001</c:v>
                </c:pt>
                <c:pt idx="93149">
                  <c:v>46013.281944444447</c:v>
                </c:pt>
                <c:pt idx="93150">
                  <c:v>45810.413194444453</c:v>
                </c:pt>
                <c:pt idx="93151">
                  <c:v>45810.84097222222</c:v>
                </c:pt>
                <c:pt idx="93152">
                  <c:v>45978.536111111112</c:v>
                </c:pt>
                <c:pt idx="93153">
                  <c:v>45614.893055555563</c:v>
                </c:pt>
                <c:pt idx="93154">
                  <c:v>45591.882638888892</c:v>
                </c:pt>
                <c:pt idx="93155">
                  <c:v>45411.866666666669</c:v>
                </c:pt>
                <c:pt idx="93156">
                  <c:v>45757.523611111108</c:v>
                </c:pt>
                <c:pt idx="93157">
                  <c:v>45824.361805555563</c:v>
                </c:pt>
                <c:pt idx="93158">
                  <c:v>45959.43472222222</c:v>
                </c:pt>
                <c:pt idx="93159">
                  <c:v>45871.604861111111</c:v>
                </c:pt>
                <c:pt idx="93160">
                  <c:v>45843.870138888888</c:v>
                </c:pt>
                <c:pt idx="93161">
                  <c:v>45912.323611111111</c:v>
                </c:pt>
                <c:pt idx="93162">
                  <c:v>45869.600694444453</c:v>
                </c:pt>
                <c:pt idx="93163">
                  <c:v>45505.750694444447</c:v>
                </c:pt>
                <c:pt idx="93164">
                  <c:v>45562.315972222219</c:v>
                </c:pt>
                <c:pt idx="93165">
                  <c:v>45775.637499999997</c:v>
                </c:pt>
                <c:pt idx="93166">
                  <c:v>45419.576388888891</c:v>
                </c:pt>
                <c:pt idx="93167">
                  <c:v>45875.350694444453</c:v>
                </c:pt>
                <c:pt idx="93168">
                  <c:v>45886.26458333333</c:v>
                </c:pt>
                <c:pt idx="93169">
                  <c:v>45716.344444444447</c:v>
                </c:pt>
                <c:pt idx="93170">
                  <c:v>45911.822916666657</c:v>
                </c:pt>
                <c:pt idx="93171">
                  <c:v>45308.840277777781</c:v>
                </c:pt>
                <c:pt idx="93172">
                  <c:v>45306.54791666667</c:v>
                </c:pt>
                <c:pt idx="93173">
                  <c:v>45567.547222222223</c:v>
                </c:pt>
                <c:pt idx="93174">
                  <c:v>45825.54791666667</c:v>
                </c:pt>
                <c:pt idx="93175">
                  <c:v>45681.681944444441</c:v>
                </c:pt>
                <c:pt idx="93176">
                  <c:v>45659.673611111109</c:v>
                </c:pt>
                <c:pt idx="93177">
                  <c:v>45687.458333333343</c:v>
                </c:pt>
                <c:pt idx="93178">
                  <c:v>45491.71597222222</c:v>
                </c:pt>
                <c:pt idx="93179">
                  <c:v>45554.63958333333</c:v>
                </c:pt>
                <c:pt idx="93180">
                  <c:v>45951.734722222223</c:v>
                </c:pt>
                <c:pt idx="93181">
                  <c:v>45805.843055555553</c:v>
                </c:pt>
                <c:pt idx="93182">
                  <c:v>45812.916666666657</c:v>
                </c:pt>
                <c:pt idx="93183">
                  <c:v>45783.60833333333</c:v>
                </c:pt>
                <c:pt idx="93184">
                  <c:v>45806.754861111112</c:v>
                </c:pt>
                <c:pt idx="93185">
                  <c:v>45783.611805555563</c:v>
                </c:pt>
                <c:pt idx="93186">
                  <c:v>45775.577777777777</c:v>
                </c:pt>
                <c:pt idx="93187">
                  <c:v>45567.672222222223</c:v>
                </c:pt>
                <c:pt idx="93188">
                  <c:v>45783.738194444442</c:v>
                </c:pt>
                <c:pt idx="93189">
                  <c:v>45898.711805555547</c:v>
                </c:pt>
                <c:pt idx="93190">
                  <c:v>45689.524305555547</c:v>
                </c:pt>
                <c:pt idx="93191">
                  <c:v>45746.738888888889</c:v>
                </c:pt>
                <c:pt idx="93192">
                  <c:v>45617.893055555563</c:v>
                </c:pt>
                <c:pt idx="93193">
                  <c:v>45920.375</c:v>
                </c:pt>
                <c:pt idx="93194">
                  <c:v>45735.572222222218</c:v>
                </c:pt>
                <c:pt idx="93195">
                  <c:v>45879.759027777778</c:v>
                </c:pt>
                <c:pt idx="93196">
                  <c:v>45682.995138888888</c:v>
                </c:pt>
                <c:pt idx="93197">
                  <c:v>45779.043749999997</c:v>
                </c:pt>
                <c:pt idx="93198">
                  <c:v>45954.947916666657</c:v>
                </c:pt>
                <c:pt idx="93199">
                  <c:v>45347.915972222218</c:v>
                </c:pt>
                <c:pt idx="93200">
                  <c:v>45949.004166666673</c:v>
                </c:pt>
                <c:pt idx="93201">
                  <c:v>45475.032638888893</c:v>
                </c:pt>
                <c:pt idx="93202">
                  <c:v>45490.761805555558</c:v>
                </c:pt>
                <c:pt idx="93203">
                  <c:v>45809.494444444441</c:v>
                </c:pt>
                <c:pt idx="93204">
                  <c:v>45809.493055555547</c:v>
                </c:pt>
                <c:pt idx="93205">
                  <c:v>45465.31527777778</c:v>
                </c:pt>
                <c:pt idx="93206">
                  <c:v>45937.225694444453</c:v>
                </c:pt>
                <c:pt idx="93207">
                  <c:v>45978.823611111111</c:v>
                </c:pt>
                <c:pt idx="93208">
                  <c:v>46021.606249999997</c:v>
                </c:pt>
                <c:pt idx="93209">
                  <c:v>45945.761111111111</c:v>
                </c:pt>
                <c:pt idx="93210">
                  <c:v>45969.823611111111</c:v>
                </c:pt>
                <c:pt idx="93211">
                  <c:v>45941.706250000003</c:v>
                </c:pt>
                <c:pt idx="93212">
                  <c:v>45324.467361111107</c:v>
                </c:pt>
                <c:pt idx="93213">
                  <c:v>45716.743750000001</c:v>
                </c:pt>
                <c:pt idx="93214">
                  <c:v>45696.897916666669</c:v>
                </c:pt>
                <c:pt idx="93215">
                  <c:v>45756.734722222223</c:v>
                </c:pt>
                <c:pt idx="93216">
                  <c:v>45934.34097222222</c:v>
                </c:pt>
                <c:pt idx="93217">
                  <c:v>46004.426388888889</c:v>
                </c:pt>
                <c:pt idx="93218">
                  <c:v>45991.979861111111</c:v>
                </c:pt>
                <c:pt idx="93219">
                  <c:v>46020.51458333333</c:v>
                </c:pt>
                <c:pt idx="93220">
                  <c:v>45621.670138888891</c:v>
                </c:pt>
                <c:pt idx="93221">
                  <c:v>45621.670138888891</c:v>
                </c:pt>
                <c:pt idx="93222">
                  <c:v>45995.936805555553</c:v>
                </c:pt>
                <c:pt idx="93223">
                  <c:v>45665.245138888888</c:v>
                </c:pt>
                <c:pt idx="93224">
                  <c:v>45665.245138888888</c:v>
                </c:pt>
                <c:pt idx="93225">
                  <c:v>45467.461805555547</c:v>
                </c:pt>
                <c:pt idx="93226">
                  <c:v>45593.741666666669</c:v>
                </c:pt>
                <c:pt idx="93227">
                  <c:v>45593.741666666669</c:v>
                </c:pt>
                <c:pt idx="93228">
                  <c:v>45467.461805555547</c:v>
                </c:pt>
                <c:pt idx="93229">
                  <c:v>45817.863888888889</c:v>
                </c:pt>
                <c:pt idx="93230">
                  <c:v>45998.904861111107</c:v>
                </c:pt>
                <c:pt idx="93231">
                  <c:v>45991.380555555559</c:v>
                </c:pt>
                <c:pt idx="93232">
                  <c:v>45728.5625</c:v>
                </c:pt>
                <c:pt idx="93233">
                  <c:v>45700.29791666667</c:v>
                </c:pt>
                <c:pt idx="93234">
                  <c:v>45930.515277777777</c:v>
                </c:pt>
                <c:pt idx="93235">
                  <c:v>45666.480555555558</c:v>
                </c:pt>
                <c:pt idx="93236">
                  <c:v>45698.630555555559</c:v>
                </c:pt>
                <c:pt idx="93237">
                  <c:v>45725.756249999999</c:v>
                </c:pt>
                <c:pt idx="93238">
                  <c:v>46013.743750000001</c:v>
                </c:pt>
                <c:pt idx="93239">
                  <c:v>45752.112500000003</c:v>
                </c:pt>
                <c:pt idx="93240">
                  <c:v>45617.930555555547</c:v>
                </c:pt>
                <c:pt idx="93241">
                  <c:v>45610.533333333333</c:v>
                </c:pt>
                <c:pt idx="93242">
                  <c:v>45718.429166666669</c:v>
                </c:pt>
                <c:pt idx="93243">
                  <c:v>45308.40625</c:v>
                </c:pt>
                <c:pt idx="93244">
                  <c:v>45860.643750000003</c:v>
                </c:pt>
                <c:pt idx="93245">
                  <c:v>45595.818749999999</c:v>
                </c:pt>
                <c:pt idx="93246">
                  <c:v>45878.615972222222</c:v>
                </c:pt>
                <c:pt idx="93247">
                  <c:v>45469.731249999997</c:v>
                </c:pt>
                <c:pt idx="93248">
                  <c:v>45836.009027777778</c:v>
                </c:pt>
                <c:pt idx="93249">
                  <c:v>45539.822222222218</c:v>
                </c:pt>
                <c:pt idx="93250">
                  <c:v>45868.386111111111</c:v>
                </c:pt>
                <c:pt idx="93251">
                  <c:v>46014.47152777778</c:v>
                </c:pt>
                <c:pt idx="93252">
                  <c:v>45815.426388888889</c:v>
                </c:pt>
                <c:pt idx="93253">
                  <c:v>45799.30972222222</c:v>
                </c:pt>
                <c:pt idx="93254">
                  <c:v>46014.47152777778</c:v>
                </c:pt>
                <c:pt idx="93255">
                  <c:v>45822.211111111108</c:v>
                </c:pt>
                <c:pt idx="93256">
                  <c:v>45799.30972222222</c:v>
                </c:pt>
                <c:pt idx="93257">
                  <c:v>45822.211111111108</c:v>
                </c:pt>
                <c:pt idx="93258">
                  <c:v>45815.426388888889</c:v>
                </c:pt>
                <c:pt idx="93259">
                  <c:v>46000.355555555558</c:v>
                </c:pt>
                <c:pt idx="93260">
                  <c:v>46000.355555555558</c:v>
                </c:pt>
                <c:pt idx="93261">
                  <c:v>45989.643750000003</c:v>
                </c:pt>
                <c:pt idx="93262">
                  <c:v>45906.452777777777</c:v>
                </c:pt>
                <c:pt idx="93263">
                  <c:v>45952.602777777778</c:v>
                </c:pt>
                <c:pt idx="93264">
                  <c:v>45610.461111111108</c:v>
                </c:pt>
                <c:pt idx="93265">
                  <c:v>45554.135416666657</c:v>
                </c:pt>
                <c:pt idx="93266">
                  <c:v>45826.289583333331</c:v>
                </c:pt>
                <c:pt idx="93267">
                  <c:v>45961.429166666669</c:v>
                </c:pt>
                <c:pt idx="93268">
                  <c:v>45573.206944444442</c:v>
                </c:pt>
                <c:pt idx="93269">
                  <c:v>45707.111111111109</c:v>
                </c:pt>
                <c:pt idx="93270">
                  <c:v>45440.361805555563</c:v>
                </c:pt>
                <c:pt idx="93271">
                  <c:v>45889.558333333327</c:v>
                </c:pt>
                <c:pt idx="93272">
                  <c:v>45563.027083333327</c:v>
                </c:pt>
                <c:pt idx="93273">
                  <c:v>45663.811805555553</c:v>
                </c:pt>
                <c:pt idx="93274">
                  <c:v>45748.634722222218</c:v>
                </c:pt>
                <c:pt idx="93275">
                  <c:v>45456.847222222219</c:v>
                </c:pt>
                <c:pt idx="93276">
                  <c:v>45439.619444444441</c:v>
                </c:pt>
                <c:pt idx="93277">
                  <c:v>45945.259027777778</c:v>
                </c:pt>
                <c:pt idx="93278">
                  <c:v>45998.577777777777</c:v>
                </c:pt>
                <c:pt idx="93279">
                  <c:v>45762.774305555547</c:v>
                </c:pt>
                <c:pt idx="93280">
                  <c:v>45911.164583333331</c:v>
                </c:pt>
                <c:pt idx="93281">
                  <c:v>45948.077777777777</c:v>
                </c:pt>
                <c:pt idx="93282">
                  <c:v>46010.617361111108</c:v>
                </c:pt>
                <c:pt idx="93283">
                  <c:v>46002.910416666673</c:v>
                </c:pt>
                <c:pt idx="93284">
                  <c:v>45931.611805555563</c:v>
                </c:pt>
                <c:pt idx="93285">
                  <c:v>46002.910416666673</c:v>
                </c:pt>
                <c:pt idx="93286">
                  <c:v>46010.617361111108</c:v>
                </c:pt>
                <c:pt idx="93287">
                  <c:v>45977.918749999997</c:v>
                </c:pt>
                <c:pt idx="93288">
                  <c:v>45977.918749999997</c:v>
                </c:pt>
                <c:pt idx="93289">
                  <c:v>45931.611805555563</c:v>
                </c:pt>
                <c:pt idx="93290">
                  <c:v>45710.513888888891</c:v>
                </c:pt>
                <c:pt idx="93291">
                  <c:v>45332.932638888888</c:v>
                </c:pt>
                <c:pt idx="93292">
                  <c:v>45514.322222222218</c:v>
                </c:pt>
                <c:pt idx="93293">
                  <c:v>45339.790277777778</c:v>
                </c:pt>
                <c:pt idx="93294">
                  <c:v>45687.510416666657</c:v>
                </c:pt>
                <c:pt idx="93295">
                  <c:v>45854.897916666669</c:v>
                </c:pt>
                <c:pt idx="93296">
                  <c:v>45377.826388888891</c:v>
                </c:pt>
                <c:pt idx="93297">
                  <c:v>45726.425694444442</c:v>
                </c:pt>
                <c:pt idx="93298">
                  <c:v>45754.431944444441</c:v>
                </c:pt>
                <c:pt idx="93299">
                  <c:v>45851.926388888889</c:v>
                </c:pt>
                <c:pt idx="93300">
                  <c:v>45720.709027777782</c:v>
                </c:pt>
                <c:pt idx="93301">
                  <c:v>45659.951388888891</c:v>
                </c:pt>
                <c:pt idx="93302">
                  <c:v>46014.489583333343</c:v>
                </c:pt>
                <c:pt idx="93303">
                  <c:v>45548.606249999997</c:v>
                </c:pt>
                <c:pt idx="93304">
                  <c:v>45487.556250000001</c:v>
                </c:pt>
                <c:pt idx="93305">
                  <c:v>45677.768750000003</c:v>
                </c:pt>
                <c:pt idx="93306">
                  <c:v>45535.897222222222</c:v>
                </c:pt>
                <c:pt idx="93307">
                  <c:v>45704.555555555547</c:v>
                </c:pt>
                <c:pt idx="93308">
                  <c:v>45814.703472222223</c:v>
                </c:pt>
                <c:pt idx="93309">
                  <c:v>45535.897222222222</c:v>
                </c:pt>
                <c:pt idx="93310">
                  <c:v>45814.703472222223</c:v>
                </c:pt>
                <c:pt idx="93311">
                  <c:v>45704.555555555547</c:v>
                </c:pt>
                <c:pt idx="93312">
                  <c:v>45742.871527777781</c:v>
                </c:pt>
                <c:pt idx="93313">
                  <c:v>45742.871527777781</c:v>
                </c:pt>
                <c:pt idx="93314">
                  <c:v>45963.446527777778</c:v>
                </c:pt>
                <c:pt idx="93315">
                  <c:v>45725.429166666669</c:v>
                </c:pt>
                <c:pt idx="93316">
                  <c:v>45735.570833333331</c:v>
                </c:pt>
                <c:pt idx="93317">
                  <c:v>45723.732638888891</c:v>
                </c:pt>
                <c:pt idx="93318">
                  <c:v>45700.288888888892</c:v>
                </c:pt>
                <c:pt idx="93319">
                  <c:v>45700.924305555563</c:v>
                </c:pt>
                <c:pt idx="93320">
                  <c:v>45983.731249999997</c:v>
                </c:pt>
                <c:pt idx="93321">
                  <c:v>45979.4</c:v>
                </c:pt>
                <c:pt idx="93322">
                  <c:v>45997.836111111108</c:v>
                </c:pt>
                <c:pt idx="93323">
                  <c:v>45959.761111111111</c:v>
                </c:pt>
                <c:pt idx="93324">
                  <c:v>45915.740972222222</c:v>
                </c:pt>
                <c:pt idx="93325">
                  <c:v>45824.740972222222</c:v>
                </c:pt>
                <c:pt idx="93326">
                  <c:v>45856.65625</c:v>
                </c:pt>
                <c:pt idx="93327">
                  <c:v>45769.745833333327</c:v>
                </c:pt>
                <c:pt idx="93328">
                  <c:v>45334.765277777777</c:v>
                </c:pt>
                <c:pt idx="93329">
                  <c:v>45399.738888888889</c:v>
                </c:pt>
                <c:pt idx="93330">
                  <c:v>45731.385416666657</c:v>
                </c:pt>
                <c:pt idx="93331">
                  <c:v>45744.405555555553</c:v>
                </c:pt>
                <c:pt idx="93332">
                  <c:v>45768.759722222218</c:v>
                </c:pt>
                <c:pt idx="93333">
                  <c:v>45702.914583333331</c:v>
                </c:pt>
                <c:pt idx="93334">
                  <c:v>45669.959722222222</c:v>
                </c:pt>
                <c:pt idx="93335">
                  <c:v>45738.807638888888</c:v>
                </c:pt>
                <c:pt idx="93336">
                  <c:v>45673.421527777777</c:v>
                </c:pt>
                <c:pt idx="93337">
                  <c:v>45672.890277777777</c:v>
                </c:pt>
                <c:pt idx="93338">
                  <c:v>45707.86041666667</c:v>
                </c:pt>
                <c:pt idx="93339">
                  <c:v>45769.822222222218</c:v>
                </c:pt>
                <c:pt idx="93340">
                  <c:v>45690.853472222218</c:v>
                </c:pt>
                <c:pt idx="93341">
                  <c:v>45718.481944444437</c:v>
                </c:pt>
                <c:pt idx="93342">
                  <c:v>45823.908333333333</c:v>
                </c:pt>
                <c:pt idx="93343">
                  <c:v>45701.531944444447</c:v>
                </c:pt>
                <c:pt idx="93344">
                  <c:v>45991.386111111111</c:v>
                </c:pt>
                <c:pt idx="93345">
                  <c:v>45462.396527777782</c:v>
                </c:pt>
                <c:pt idx="93346">
                  <c:v>45678.820833333331</c:v>
                </c:pt>
                <c:pt idx="93347">
                  <c:v>45328.026388888888</c:v>
                </c:pt>
                <c:pt idx="93348">
                  <c:v>45551.551388888889</c:v>
                </c:pt>
                <c:pt idx="93349">
                  <c:v>45731.75277777778</c:v>
                </c:pt>
                <c:pt idx="93350">
                  <c:v>45696.688888888893</c:v>
                </c:pt>
                <c:pt idx="93351">
                  <c:v>45744.384027777778</c:v>
                </c:pt>
                <c:pt idx="93352">
                  <c:v>45896.368750000001</c:v>
                </c:pt>
                <c:pt idx="93353">
                  <c:v>45515.753472222219</c:v>
                </c:pt>
                <c:pt idx="93354">
                  <c:v>45997.410416666673</c:v>
                </c:pt>
                <c:pt idx="93355">
                  <c:v>45805.429861111108</c:v>
                </c:pt>
                <c:pt idx="93356">
                  <c:v>45932.165972222218</c:v>
                </c:pt>
                <c:pt idx="93357">
                  <c:v>45849.75277777778</c:v>
                </c:pt>
                <c:pt idx="93358">
                  <c:v>45920.195833333331</c:v>
                </c:pt>
                <c:pt idx="93359">
                  <c:v>45882.804166666669</c:v>
                </c:pt>
                <c:pt idx="93360">
                  <c:v>45987.424305555563</c:v>
                </c:pt>
                <c:pt idx="93361">
                  <c:v>45731.52847222222</c:v>
                </c:pt>
                <c:pt idx="93362">
                  <c:v>45973.010416666657</c:v>
                </c:pt>
                <c:pt idx="93363">
                  <c:v>45323.90347222222</c:v>
                </c:pt>
                <c:pt idx="93364">
                  <c:v>45338.619444444441</c:v>
                </c:pt>
                <c:pt idx="93365">
                  <c:v>45673.861111111109</c:v>
                </c:pt>
                <c:pt idx="93366">
                  <c:v>45596.461805555547</c:v>
                </c:pt>
                <c:pt idx="93367">
                  <c:v>45905.695138888892</c:v>
                </c:pt>
                <c:pt idx="93368">
                  <c:v>45902.810416666667</c:v>
                </c:pt>
                <c:pt idx="93369">
                  <c:v>45414.477083333331</c:v>
                </c:pt>
                <c:pt idx="93370">
                  <c:v>45399.944444444453</c:v>
                </c:pt>
                <c:pt idx="93371">
                  <c:v>45918.509027777778</c:v>
                </c:pt>
                <c:pt idx="93372">
                  <c:v>45679.701388888891</c:v>
                </c:pt>
                <c:pt idx="93373">
                  <c:v>45733.694444444453</c:v>
                </c:pt>
                <c:pt idx="93374">
                  <c:v>45721.295138888891</c:v>
                </c:pt>
                <c:pt idx="93375">
                  <c:v>45614.746527777781</c:v>
                </c:pt>
                <c:pt idx="93376">
                  <c:v>45891.375</c:v>
                </c:pt>
                <c:pt idx="93377">
                  <c:v>45516.629861111112</c:v>
                </c:pt>
                <c:pt idx="93378">
                  <c:v>46002.875694444447</c:v>
                </c:pt>
                <c:pt idx="93379">
                  <c:v>46018.357638888891</c:v>
                </c:pt>
                <c:pt idx="93380">
                  <c:v>45748.480555555558</c:v>
                </c:pt>
                <c:pt idx="93381">
                  <c:v>45688.42083333333</c:v>
                </c:pt>
                <c:pt idx="93382">
                  <c:v>45736.329861111109</c:v>
                </c:pt>
                <c:pt idx="93383">
                  <c:v>45869.871527777781</c:v>
                </c:pt>
                <c:pt idx="93384">
                  <c:v>45340.405555555553</c:v>
                </c:pt>
                <c:pt idx="93385">
                  <c:v>45769.688888888893</c:v>
                </c:pt>
                <c:pt idx="93386">
                  <c:v>45997.570833333331</c:v>
                </c:pt>
                <c:pt idx="93387">
                  <c:v>45677.623611111107</c:v>
                </c:pt>
                <c:pt idx="93388">
                  <c:v>45725.45416666667</c:v>
                </c:pt>
                <c:pt idx="93389">
                  <c:v>45720.783333333333</c:v>
                </c:pt>
                <c:pt idx="93390">
                  <c:v>45731.719444444447</c:v>
                </c:pt>
                <c:pt idx="93391">
                  <c:v>45745.811805555553</c:v>
                </c:pt>
                <c:pt idx="93392">
                  <c:v>45405.620833333327</c:v>
                </c:pt>
                <c:pt idx="93393">
                  <c:v>45420.754861111112</c:v>
                </c:pt>
                <c:pt idx="93394">
                  <c:v>45504.791666666657</c:v>
                </c:pt>
                <c:pt idx="93395">
                  <c:v>45489.875</c:v>
                </c:pt>
                <c:pt idx="93396">
                  <c:v>46007.595833333333</c:v>
                </c:pt>
                <c:pt idx="93397">
                  <c:v>45928.46875</c:v>
                </c:pt>
                <c:pt idx="93398">
                  <c:v>45847.382638888892</c:v>
                </c:pt>
                <c:pt idx="93399">
                  <c:v>45985.48333333333</c:v>
                </c:pt>
                <c:pt idx="93400">
                  <c:v>45886.565972222219</c:v>
                </c:pt>
                <c:pt idx="93401">
                  <c:v>45912.8125</c:v>
                </c:pt>
                <c:pt idx="93402">
                  <c:v>45360.612500000003</c:v>
                </c:pt>
                <c:pt idx="93403">
                  <c:v>46013.65625</c:v>
                </c:pt>
                <c:pt idx="93404">
                  <c:v>45527.377083333333</c:v>
                </c:pt>
                <c:pt idx="93405">
                  <c:v>45428.348611111112</c:v>
                </c:pt>
                <c:pt idx="93406">
                  <c:v>45900.488888888889</c:v>
                </c:pt>
                <c:pt idx="93407">
                  <c:v>45869.415277777778</c:v>
                </c:pt>
                <c:pt idx="93408">
                  <c:v>45987.393055555563</c:v>
                </c:pt>
                <c:pt idx="93409">
                  <c:v>46009.51666666667</c:v>
                </c:pt>
                <c:pt idx="93410">
                  <c:v>45986.757638888892</c:v>
                </c:pt>
                <c:pt idx="93411">
                  <c:v>45698.604861111111</c:v>
                </c:pt>
                <c:pt idx="93412">
                  <c:v>45987.59375</c:v>
                </c:pt>
                <c:pt idx="93413">
                  <c:v>45914.837500000001</c:v>
                </c:pt>
                <c:pt idx="93414">
                  <c:v>45661.001388888893</c:v>
                </c:pt>
                <c:pt idx="93415">
                  <c:v>45452.873611111107</c:v>
                </c:pt>
                <c:pt idx="93416">
                  <c:v>45999.432638888888</c:v>
                </c:pt>
                <c:pt idx="93417">
                  <c:v>45767.407638888893</c:v>
                </c:pt>
                <c:pt idx="93418">
                  <c:v>45997.843055555553</c:v>
                </c:pt>
                <c:pt idx="93419">
                  <c:v>45848.34375</c:v>
                </c:pt>
                <c:pt idx="93420">
                  <c:v>45818.888194444437</c:v>
                </c:pt>
                <c:pt idx="93421">
                  <c:v>45905.961111111108</c:v>
                </c:pt>
                <c:pt idx="93422">
                  <c:v>45838.811805555553</c:v>
                </c:pt>
                <c:pt idx="93423">
                  <c:v>45683.84652777778</c:v>
                </c:pt>
                <c:pt idx="93424">
                  <c:v>45726.804861111108</c:v>
                </c:pt>
                <c:pt idx="93425">
                  <c:v>45761.956250000003</c:v>
                </c:pt>
                <c:pt idx="93426">
                  <c:v>45623.699305555558</c:v>
                </c:pt>
                <c:pt idx="93427">
                  <c:v>45988.686805555553</c:v>
                </c:pt>
                <c:pt idx="93428">
                  <c:v>45910.525694444441</c:v>
                </c:pt>
                <c:pt idx="93429">
                  <c:v>46018.525694444441</c:v>
                </c:pt>
                <c:pt idx="93430">
                  <c:v>45731.709722222222</c:v>
                </c:pt>
                <c:pt idx="93431">
                  <c:v>45853.412499999999</c:v>
                </c:pt>
                <c:pt idx="93432">
                  <c:v>45989.380555555559</c:v>
                </c:pt>
                <c:pt idx="93433">
                  <c:v>45946.543749999997</c:v>
                </c:pt>
                <c:pt idx="93434">
                  <c:v>45927.743750000001</c:v>
                </c:pt>
                <c:pt idx="93435">
                  <c:v>45805.461111111108</c:v>
                </c:pt>
                <c:pt idx="93436">
                  <c:v>46002.72152777778</c:v>
                </c:pt>
                <c:pt idx="93437">
                  <c:v>45736.003472222219</c:v>
                </c:pt>
                <c:pt idx="93438">
                  <c:v>45652.69027777778</c:v>
                </c:pt>
                <c:pt idx="93439">
                  <c:v>45867.498611111107</c:v>
                </c:pt>
                <c:pt idx="93440">
                  <c:v>45594.824999999997</c:v>
                </c:pt>
                <c:pt idx="93441">
                  <c:v>45601.636805555558</c:v>
                </c:pt>
                <c:pt idx="93442">
                  <c:v>45691.790277777778</c:v>
                </c:pt>
                <c:pt idx="93443">
                  <c:v>45953.654166666667</c:v>
                </c:pt>
                <c:pt idx="93444">
                  <c:v>45610.677777777782</c:v>
                </c:pt>
                <c:pt idx="93445">
                  <c:v>45567.905555555553</c:v>
                </c:pt>
                <c:pt idx="93446">
                  <c:v>46017.60833333333</c:v>
                </c:pt>
                <c:pt idx="93447">
                  <c:v>45624.679166666669</c:v>
                </c:pt>
                <c:pt idx="93448">
                  <c:v>45477.396527777782</c:v>
                </c:pt>
                <c:pt idx="93449">
                  <c:v>45466.952777777777</c:v>
                </c:pt>
                <c:pt idx="93450">
                  <c:v>45830.8125</c:v>
                </c:pt>
                <c:pt idx="93451">
                  <c:v>45902.589583333327</c:v>
                </c:pt>
                <c:pt idx="93452">
                  <c:v>45589.929861111108</c:v>
                </c:pt>
                <c:pt idx="93453">
                  <c:v>45589.936111111107</c:v>
                </c:pt>
                <c:pt idx="93454">
                  <c:v>45658.716666666667</c:v>
                </c:pt>
                <c:pt idx="93455">
                  <c:v>45711.655555555553</c:v>
                </c:pt>
                <c:pt idx="93456">
                  <c:v>45505.682638888888</c:v>
                </c:pt>
                <c:pt idx="93457">
                  <c:v>45329.754166666673</c:v>
                </c:pt>
                <c:pt idx="93458">
                  <c:v>45722.227777777778</c:v>
                </c:pt>
                <c:pt idx="93459">
                  <c:v>45856.974999999999</c:v>
                </c:pt>
                <c:pt idx="93460">
                  <c:v>45887.335416666669</c:v>
                </c:pt>
                <c:pt idx="93461">
                  <c:v>45643.056250000001</c:v>
                </c:pt>
                <c:pt idx="93462">
                  <c:v>45643.07708333333</c:v>
                </c:pt>
                <c:pt idx="93463">
                  <c:v>45571.801388888889</c:v>
                </c:pt>
                <c:pt idx="93464">
                  <c:v>45605.531944444447</c:v>
                </c:pt>
                <c:pt idx="93465">
                  <c:v>45355.390972222223</c:v>
                </c:pt>
                <c:pt idx="93466">
                  <c:v>45737.262499999997</c:v>
                </c:pt>
                <c:pt idx="93467">
                  <c:v>45578.341666666667</c:v>
                </c:pt>
                <c:pt idx="93468">
                  <c:v>45967.23541666667</c:v>
                </c:pt>
                <c:pt idx="93469">
                  <c:v>45827.370138888888</c:v>
                </c:pt>
                <c:pt idx="93470">
                  <c:v>45519.582638888889</c:v>
                </c:pt>
                <c:pt idx="93471">
                  <c:v>45763.585416666669</c:v>
                </c:pt>
                <c:pt idx="93472">
                  <c:v>45755.313888888893</c:v>
                </c:pt>
                <c:pt idx="93473">
                  <c:v>45755.313888888893</c:v>
                </c:pt>
                <c:pt idx="93474">
                  <c:v>45763.585416666669</c:v>
                </c:pt>
                <c:pt idx="93475">
                  <c:v>45638.822222222218</c:v>
                </c:pt>
                <c:pt idx="93476">
                  <c:v>45506.430555555547</c:v>
                </c:pt>
                <c:pt idx="93477">
                  <c:v>45531.383333333331</c:v>
                </c:pt>
                <c:pt idx="93478">
                  <c:v>45849.446527777778</c:v>
                </c:pt>
                <c:pt idx="93479">
                  <c:v>45556.884027777778</c:v>
                </c:pt>
                <c:pt idx="93480">
                  <c:v>45510.925000000003</c:v>
                </c:pt>
                <c:pt idx="93481">
                  <c:v>45628.356944444437</c:v>
                </c:pt>
                <c:pt idx="93482">
                  <c:v>45541.954861111109</c:v>
                </c:pt>
                <c:pt idx="93483">
                  <c:v>45852.582638888889</c:v>
                </c:pt>
                <c:pt idx="93484">
                  <c:v>45874.871527777781</c:v>
                </c:pt>
                <c:pt idx="93485">
                  <c:v>45733.311805555553</c:v>
                </c:pt>
                <c:pt idx="93486">
                  <c:v>45933.681944444441</c:v>
                </c:pt>
                <c:pt idx="93487">
                  <c:v>45991.754166666673</c:v>
                </c:pt>
                <c:pt idx="93488">
                  <c:v>45807.508333333331</c:v>
                </c:pt>
                <c:pt idx="93489">
                  <c:v>45777.445833333331</c:v>
                </c:pt>
                <c:pt idx="93490">
                  <c:v>45869.049305555563</c:v>
                </c:pt>
                <c:pt idx="93491">
                  <c:v>45716.595833333333</c:v>
                </c:pt>
                <c:pt idx="93492">
                  <c:v>45638.775694444441</c:v>
                </c:pt>
                <c:pt idx="93493">
                  <c:v>45593.488888888889</c:v>
                </c:pt>
                <c:pt idx="93494">
                  <c:v>45571.814583333333</c:v>
                </c:pt>
                <c:pt idx="93495">
                  <c:v>45621.294444444437</c:v>
                </c:pt>
                <c:pt idx="93496">
                  <c:v>45674.293749999997</c:v>
                </c:pt>
                <c:pt idx="93497">
                  <c:v>45652.351388888892</c:v>
                </c:pt>
                <c:pt idx="93498">
                  <c:v>45806.862500000003</c:v>
                </c:pt>
                <c:pt idx="93499">
                  <c:v>46020.854166666657</c:v>
                </c:pt>
                <c:pt idx="93500">
                  <c:v>45772.543055555558</c:v>
                </c:pt>
                <c:pt idx="93501">
                  <c:v>45452.619444444441</c:v>
                </c:pt>
                <c:pt idx="93502">
                  <c:v>45336.461111111108</c:v>
                </c:pt>
                <c:pt idx="93503">
                  <c:v>46009.493750000001</c:v>
                </c:pt>
                <c:pt idx="93504">
                  <c:v>45406.419444444437</c:v>
                </c:pt>
                <c:pt idx="93505">
                  <c:v>45945.499305555553</c:v>
                </c:pt>
                <c:pt idx="93506">
                  <c:v>45676.454861111109</c:v>
                </c:pt>
                <c:pt idx="93507">
                  <c:v>45683.383333333331</c:v>
                </c:pt>
                <c:pt idx="93508">
                  <c:v>45989.413194444453</c:v>
                </c:pt>
                <c:pt idx="93509">
                  <c:v>45988.736805555563</c:v>
                </c:pt>
                <c:pt idx="93510">
                  <c:v>45779.689583333333</c:v>
                </c:pt>
                <c:pt idx="93511">
                  <c:v>45696.476388888892</c:v>
                </c:pt>
                <c:pt idx="93512">
                  <c:v>45734.775000000001</c:v>
                </c:pt>
                <c:pt idx="93513">
                  <c:v>45643.761111111111</c:v>
                </c:pt>
                <c:pt idx="93514">
                  <c:v>45524.775000000001</c:v>
                </c:pt>
                <c:pt idx="93515">
                  <c:v>45597.554166666669</c:v>
                </c:pt>
                <c:pt idx="93516">
                  <c:v>45887.849305555559</c:v>
                </c:pt>
                <c:pt idx="93517">
                  <c:v>45783.6</c:v>
                </c:pt>
                <c:pt idx="93518">
                  <c:v>45678.815972222219</c:v>
                </c:pt>
                <c:pt idx="93519">
                  <c:v>45758.870833333327</c:v>
                </c:pt>
                <c:pt idx="93520">
                  <c:v>45739.686111111107</c:v>
                </c:pt>
                <c:pt idx="93521">
                  <c:v>45786.011111111111</c:v>
                </c:pt>
                <c:pt idx="93522">
                  <c:v>46008.265972222223</c:v>
                </c:pt>
                <c:pt idx="93523">
                  <c:v>45735.156944444447</c:v>
                </c:pt>
                <c:pt idx="93524">
                  <c:v>46012.536111111112</c:v>
                </c:pt>
                <c:pt idx="93525">
                  <c:v>45821.724305555559</c:v>
                </c:pt>
                <c:pt idx="93526">
                  <c:v>45827.933333333327</c:v>
                </c:pt>
                <c:pt idx="93527">
                  <c:v>45755.614583333343</c:v>
                </c:pt>
                <c:pt idx="93528">
                  <c:v>45776.420138888891</c:v>
                </c:pt>
                <c:pt idx="93529">
                  <c:v>45634.710416666669</c:v>
                </c:pt>
                <c:pt idx="93530">
                  <c:v>45684.558333333327</c:v>
                </c:pt>
                <c:pt idx="93531">
                  <c:v>45722.345833333333</c:v>
                </c:pt>
                <c:pt idx="93532">
                  <c:v>45681.461111111108</c:v>
                </c:pt>
                <c:pt idx="93533">
                  <c:v>45617.951388888891</c:v>
                </c:pt>
                <c:pt idx="93534">
                  <c:v>45401.743055555547</c:v>
                </c:pt>
                <c:pt idx="93535">
                  <c:v>45567.34652777778</c:v>
                </c:pt>
                <c:pt idx="93536">
                  <c:v>45707.685416666667</c:v>
                </c:pt>
                <c:pt idx="93537">
                  <c:v>45834.031944444447</c:v>
                </c:pt>
                <c:pt idx="93538">
                  <c:v>45853.011111111111</c:v>
                </c:pt>
                <c:pt idx="93539">
                  <c:v>45987.022222222222</c:v>
                </c:pt>
                <c:pt idx="93540">
                  <c:v>45984.729166666657</c:v>
                </c:pt>
                <c:pt idx="93541">
                  <c:v>45973.501388888893</c:v>
                </c:pt>
                <c:pt idx="93542">
                  <c:v>46013.852083333331</c:v>
                </c:pt>
                <c:pt idx="93543">
                  <c:v>45928.872916666667</c:v>
                </c:pt>
                <c:pt idx="93544">
                  <c:v>45910.501388888893</c:v>
                </c:pt>
                <c:pt idx="93545">
                  <c:v>45654.195833333331</c:v>
                </c:pt>
                <c:pt idx="93546">
                  <c:v>45896.550694444442</c:v>
                </c:pt>
                <c:pt idx="93547">
                  <c:v>45911.995138888888</c:v>
                </c:pt>
                <c:pt idx="93548">
                  <c:v>45503.055555555547</c:v>
                </c:pt>
                <c:pt idx="93549">
                  <c:v>45701.71597222222</c:v>
                </c:pt>
                <c:pt idx="93550">
                  <c:v>45335.725694444453</c:v>
                </c:pt>
                <c:pt idx="93551">
                  <c:v>45850.052777777782</c:v>
                </c:pt>
                <c:pt idx="93552">
                  <c:v>45341.788194444453</c:v>
                </c:pt>
                <c:pt idx="93553">
                  <c:v>45359.868055555547</c:v>
                </c:pt>
                <c:pt idx="93554">
                  <c:v>45441.686111111107</c:v>
                </c:pt>
                <c:pt idx="93555">
                  <c:v>45386.65902777778</c:v>
                </c:pt>
                <c:pt idx="93556">
                  <c:v>45928.595138888893</c:v>
                </c:pt>
                <c:pt idx="93557">
                  <c:v>45989.100694444453</c:v>
                </c:pt>
                <c:pt idx="93558">
                  <c:v>45897.651388888888</c:v>
                </c:pt>
                <c:pt idx="93559">
                  <c:v>45945.707638888889</c:v>
                </c:pt>
                <c:pt idx="93560">
                  <c:v>46013.370833333327</c:v>
                </c:pt>
                <c:pt idx="93561">
                  <c:v>45980.336805555547</c:v>
                </c:pt>
                <c:pt idx="93562">
                  <c:v>45930.328472222223</c:v>
                </c:pt>
                <c:pt idx="93563">
                  <c:v>45955.634722222218</c:v>
                </c:pt>
                <c:pt idx="93564">
                  <c:v>45660.322916666657</c:v>
                </c:pt>
                <c:pt idx="93565">
                  <c:v>45676.421527777777</c:v>
                </c:pt>
                <c:pt idx="93566">
                  <c:v>45684.344444444447</c:v>
                </c:pt>
                <c:pt idx="93567">
                  <c:v>45432.95416666667</c:v>
                </c:pt>
                <c:pt idx="93568">
                  <c:v>45884.756249999999</c:v>
                </c:pt>
                <c:pt idx="93569">
                  <c:v>45988.54583333333</c:v>
                </c:pt>
                <c:pt idx="93570">
                  <c:v>45837.321527777778</c:v>
                </c:pt>
                <c:pt idx="93571">
                  <c:v>45438.634722222218</c:v>
                </c:pt>
                <c:pt idx="93572">
                  <c:v>45917.340277777781</c:v>
                </c:pt>
                <c:pt idx="93573">
                  <c:v>45636.909722222219</c:v>
                </c:pt>
                <c:pt idx="93574">
                  <c:v>45863.697916666657</c:v>
                </c:pt>
                <c:pt idx="93575">
                  <c:v>45649.851388888892</c:v>
                </c:pt>
                <c:pt idx="93576">
                  <c:v>45833.463194444441</c:v>
                </c:pt>
                <c:pt idx="93577">
                  <c:v>45730.570138888892</c:v>
                </c:pt>
                <c:pt idx="93578">
                  <c:v>45618.377083333333</c:v>
                </c:pt>
                <c:pt idx="93579">
                  <c:v>45637.477083333331</c:v>
                </c:pt>
                <c:pt idx="93580">
                  <c:v>45645.523611111108</c:v>
                </c:pt>
                <c:pt idx="93581">
                  <c:v>45740.729861111111</c:v>
                </c:pt>
                <c:pt idx="93582">
                  <c:v>45891.589583333327</c:v>
                </c:pt>
                <c:pt idx="93583">
                  <c:v>45947.730555555558</c:v>
                </c:pt>
                <c:pt idx="93584">
                  <c:v>45806.570138888892</c:v>
                </c:pt>
                <c:pt idx="93585">
                  <c:v>45860.521527777782</c:v>
                </c:pt>
                <c:pt idx="93586">
                  <c:v>45634.606944444437</c:v>
                </c:pt>
                <c:pt idx="93587">
                  <c:v>45756.211805555547</c:v>
                </c:pt>
                <c:pt idx="93588">
                  <c:v>45335.017361111109</c:v>
                </c:pt>
                <c:pt idx="93589">
                  <c:v>45820.094444444447</c:v>
                </c:pt>
                <c:pt idx="93590">
                  <c:v>45905.672222222223</c:v>
                </c:pt>
                <c:pt idx="93591">
                  <c:v>45923.720833333333</c:v>
                </c:pt>
                <c:pt idx="93592">
                  <c:v>45665.935416666667</c:v>
                </c:pt>
                <c:pt idx="93593">
                  <c:v>45665.935416666667</c:v>
                </c:pt>
                <c:pt idx="93594">
                  <c:v>45929.755555555559</c:v>
                </c:pt>
                <c:pt idx="93595">
                  <c:v>45938.55</c:v>
                </c:pt>
                <c:pt idx="93596">
                  <c:v>45997.711111111108</c:v>
                </c:pt>
                <c:pt idx="93597">
                  <c:v>45929.755555555559</c:v>
                </c:pt>
                <c:pt idx="93598">
                  <c:v>45997.711111111108</c:v>
                </c:pt>
                <c:pt idx="93599">
                  <c:v>45938.55</c:v>
                </c:pt>
                <c:pt idx="93600">
                  <c:v>45379.122916666667</c:v>
                </c:pt>
                <c:pt idx="93601">
                  <c:v>45572.290972222218</c:v>
                </c:pt>
                <c:pt idx="93602">
                  <c:v>45979.865277777782</c:v>
                </c:pt>
                <c:pt idx="93603">
                  <c:v>45745.462500000001</c:v>
                </c:pt>
                <c:pt idx="93604">
                  <c:v>45546.824305555558</c:v>
                </c:pt>
                <c:pt idx="93605">
                  <c:v>45710.604166666657</c:v>
                </c:pt>
                <c:pt idx="93606">
                  <c:v>45694.999305555553</c:v>
                </c:pt>
                <c:pt idx="93607">
                  <c:v>45689.445138888892</c:v>
                </c:pt>
                <c:pt idx="93608">
                  <c:v>45849.431250000001</c:v>
                </c:pt>
                <c:pt idx="93609">
                  <c:v>45791.521527777782</c:v>
                </c:pt>
                <c:pt idx="93610">
                  <c:v>45787.680555555547</c:v>
                </c:pt>
                <c:pt idx="93611">
                  <c:v>45756.519444444442</c:v>
                </c:pt>
                <c:pt idx="93612">
                  <c:v>45473.574305555558</c:v>
                </c:pt>
                <c:pt idx="93613">
                  <c:v>45857.798611111109</c:v>
                </c:pt>
                <c:pt idx="93614">
                  <c:v>45572.836111111108</c:v>
                </c:pt>
                <c:pt idx="93615">
                  <c:v>45688.76458333333</c:v>
                </c:pt>
                <c:pt idx="93616">
                  <c:v>45688.76458333333</c:v>
                </c:pt>
                <c:pt idx="93617">
                  <c:v>46008.797222222223</c:v>
                </c:pt>
                <c:pt idx="93618">
                  <c:v>46008.797222222223</c:v>
                </c:pt>
                <c:pt idx="93619">
                  <c:v>45606.698611111111</c:v>
                </c:pt>
                <c:pt idx="93620">
                  <c:v>45746.345138888893</c:v>
                </c:pt>
                <c:pt idx="93621">
                  <c:v>46023.665277777778</c:v>
                </c:pt>
                <c:pt idx="93622">
                  <c:v>45822.519444444442</c:v>
                </c:pt>
                <c:pt idx="93623">
                  <c:v>45838.526388888888</c:v>
                </c:pt>
                <c:pt idx="93624">
                  <c:v>45975.188194444447</c:v>
                </c:pt>
                <c:pt idx="93625">
                  <c:v>45877.443749999999</c:v>
                </c:pt>
                <c:pt idx="93626">
                  <c:v>45909.855555555558</c:v>
                </c:pt>
                <c:pt idx="93627">
                  <c:v>45705.527083333327</c:v>
                </c:pt>
                <c:pt idx="93628">
                  <c:v>45690.797222222223</c:v>
                </c:pt>
                <c:pt idx="93629">
                  <c:v>45710.683333333327</c:v>
                </c:pt>
                <c:pt idx="93630">
                  <c:v>45720.774305555547</c:v>
                </c:pt>
                <c:pt idx="93631">
                  <c:v>46013.722916666673</c:v>
                </c:pt>
                <c:pt idx="93632">
                  <c:v>45735.629166666673</c:v>
                </c:pt>
                <c:pt idx="93633">
                  <c:v>45827.618750000001</c:v>
                </c:pt>
                <c:pt idx="93634">
                  <c:v>45827.600694444453</c:v>
                </c:pt>
                <c:pt idx="93635">
                  <c:v>45759.774305555547</c:v>
                </c:pt>
                <c:pt idx="93636">
                  <c:v>45722.473611111112</c:v>
                </c:pt>
                <c:pt idx="93637">
                  <c:v>45696.676388888889</c:v>
                </c:pt>
                <c:pt idx="93638">
                  <c:v>45736.912499999999</c:v>
                </c:pt>
                <c:pt idx="93639">
                  <c:v>45708.761805555558</c:v>
                </c:pt>
                <c:pt idx="93640">
                  <c:v>45674.738888888889</c:v>
                </c:pt>
                <c:pt idx="93641">
                  <c:v>45823.821527777778</c:v>
                </c:pt>
                <c:pt idx="93642">
                  <c:v>45751.007638888892</c:v>
                </c:pt>
                <c:pt idx="93643">
                  <c:v>45980.374305555553</c:v>
                </c:pt>
                <c:pt idx="93644">
                  <c:v>45658.088194444441</c:v>
                </c:pt>
                <c:pt idx="93645">
                  <c:v>45673.460416666669</c:v>
                </c:pt>
                <c:pt idx="93646">
                  <c:v>45988.432638888888</c:v>
                </c:pt>
                <c:pt idx="93647">
                  <c:v>45478.670138888891</c:v>
                </c:pt>
                <c:pt idx="93648">
                  <c:v>45647.984027777777</c:v>
                </c:pt>
                <c:pt idx="93649">
                  <c:v>45821.924305555563</c:v>
                </c:pt>
                <c:pt idx="93650">
                  <c:v>45895.480555555558</c:v>
                </c:pt>
                <c:pt idx="93651">
                  <c:v>45901.918749999997</c:v>
                </c:pt>
                <c:pt idx="93652">
                  <c:v>45359.950694444437</c:v>
                </c:pt>
                <c:pt idx="93653">
                  <c:v>45934.074305555558</c:v>
                </c:pt>
                <c:pt idx="93654">
                  <c:v>45829.364583333343</c:v>
                </c:pt>
                <c:pt idx="93655">
                  <c:v>45465.345138888893</c:v>
                </c:pt>
                <c:pt idx="93656">
                  <c:v>45519.529166666667</c:v>
                </c:pt>
                <c:pt idx="93657">
                  <c:v>45805.834722222222</c:v>
                </c:pt>
                <c:pt idx="93658">
                  <c:v>45331.863888888889</c:v>
                </c:pt>
                <c:pt idx="93659">
                  <c:v>45781.970833333333</c:v>
                </c:pt>
                <c:pt idx="93660">
                  <c:v>45574.950694444437</c:v>
                </c:pt>
                <c:pt idx="93661">
                  <c:v>45574.950694444437</c:v>
                </c:pt>
                <c:pt idx="93662">
                  <c:v>45424.800694444442</c:v>
                </c:pt>
                <c:pt idx="93663">
                  <c:v>45781.970833333333</c:v>
                </c:pt>
                <c:pt idx="93664">
                  <c:v>45424.800694444442</c:v>
                </c:pt>
                <c:pt idx="93665">
                  <c:v>45496.640972222223</c:v>
                </c:pt>
                <c:pt idx="93666">
                  <c:v>45496.640972222223</c:v>
                </c:pt>
                <c:pt idx="93667">
                  <c:v>45723.307638888888</c:v>
                </c:pt>
                <c:pt idx="93668">
                  <c:v>45699.65902777778</c:v>
                </c:pt>
                <c:pt idx="93669">
                  <c:v>45609.693055555559</c:v>
                </c:pt>
                <c:pt idx="93670">
                  <c:v>45763.67083333333</c:v>
                </c:pt>
                <c:pt idx="93671">
                  <c:v>45640.499305555553</c:v>
                </c:pt>
                <c:pt idx="93672">
                  <c:v>45627.677777777782</c:v>
                </c:pt>
                <c:pt idx="93673">
                  <c:v>45862.835416666669</c:v>
                </c:pt>
                <c:pt idx="93674">
                  <c:v>45901.523611111108</c:v>
                </c:pt>
                <c:pt idx="93675">
                  <c:v>45452.616666666669</c:v>
                </c:pt>
                <c:pt idx="93676">
                  <c:v>45485.027777777781</c:v>
                </c:pt>
                <c:pt idx="93677">
                  <c:v>45593.493750000001</c:v>
                </c:pt>
                <c:pt idx="93678">
                  <c:v>45545.93472222222</c:v>
                </c:pt>
                <c:pt idx="93679">
                  <c:v>45572.614583333343</c:v>
                </c:pt>
                <c:pt idx="93680">
                  <c:v>45600.566666666673</c:v>
                </c:pt>
                <c:pt idx="93681">
                  <c:v>45904.370138888888</c:v>
                </c:pt>
                <c:pt idx="93682">
                  <c:v>45751.754166666673</c:v>
                </c:pt>
                <c:pt idx="93683">
                  <c:v>45561.47152777778</c:v>
                </c:pt>
                <c:pt idx="93684">
                  <c:v>45676.706250000003</c:v>
                </c:pt>
                <c:pt idx="93685">
                  <c:v>45986.754166666673</c:v>
                </c:pt>
                <c:pt idx="93686">
                  <c:v>45674.661111111112</c:v>
                </c:pt>
                <c:pt idx="93687">
                  <c:v>45646.998611111107</c:v>
                </c:pt>
                <c:pt idx="93688">
                  <c:v>45865.609027777777</c:v>
                </c:pt>
                <c:pt idx="93689">
                  <c:v>45854.987500000003</c:v>
                </c:pt>
                <c:pt idx="93690">
                  <c:v>45817.592361111107</c:v>
                </c:pt>
                <c:pt idx="93691">
                  <c:v>45744.824305555558</c:v>
                </c:pt>
                <c:pt idx="93692">
                  <c:v>45770.722916666673</c:v>
                </c:pt>
                <c:pt idx="93693">
                  <c:v>45756.870138888888</c:v>
                </c:pt>
                <c:pt idx="93694">
                  <c:v>45750.813888888893</c:v>
                </c:pt>
                <c:pt idx="93695">
                  <c:v>45740.854861111111</c:v>
                </c:pt>
                <c:pt idx="93696">
                  <c:v>45755.895138888889</c:v>
                </c:pt>
                <c:pt idx="93697">
                  <c:v>45989.240972222222</c:v>
                </c:pt>
                <c:pt idx="93698">
                  <c:v>45956.433333333327</c:v>
                </c:pt>
                <c:pt idx="93699">
                  <c:v>45861.902777777781</c:v>
                </c:pt>
                <c:pt idx="93700">
                  <c:v>45878.865277777782</c:v>
                </c:pt>
                <c:pt idx="93701">
                  <c:v>45950.4375</c:v>
                </c:pt>
                <c:pt idx="93702">
                  <c:v>45998.59097222222</c:v>
                </c:pt>
                <c:pt idx="93703">
                  <c:v>45930.574999999997</c:v>
                </c:pt>
                <c:pt idx="93704">
                  <c:v>45707.673611111109</c:v>
                </c:pt>
                <c:pt idx="93705">
                  <c:v>45840.648611111108</c:v>
                </c:pt>
                <c:pt idx="93706">
                  <c:v>45583.45416666667</c:v>
                </c:pt>
                <c:pt idx="93707">
                  <c:v>45493.448611111111</c:v>
                </c:pt>
                <c:pt idx="93708">
                  <c:v>45534.834722222222</c:v>
                </c:pt>
                <c:pt idx="93709">
                  <c:v>45508.658333333333</c:v>
                </c:pt>
                <c:pt idx="93710">
                  <c:v>45562.765972222223</c:v>
                </c:pt>
                <c:pt idx="93711">
                  <c:v>45641.317361111112</c:v>
                </c:pt>
                <c:pt idx="93712">
                  <c:v>45319.589583333327</c:v>
                </c:pt>
                <c:pt idx="93713">
                  <c:v>45884.352777777778</c:v>
                </c:pt>
                <c:pt idx="93714">
                  <c:v>45513.681250000001</c:v>
                </c:pt>
                <c:pt idx="93715">
                  <c:v>45694.638888888891</c:v>
                </c:pt>
                <c:pt idx="93716">
                  <c:v>45694.638888888891</c:v>
                </c:pt>
                <c:pt idx="93717">
                  <c:v>45513.681250000001</c:v>
                </c:pt>
                <c:pt idx="93718">
                  <c:v>45506.538194444453</c:v>
                </c:pt>
                <c:pt idx="93719">
                  <c:v>45659.048611111109</c:v>
                </c:pt>
                <c:pt idx="93720">
                  <c:v>45669.113194444442</c:v>
                </c:pt>
                <c:pt idx="93721">
                  <c:v>45553.495138888888</c:v>
                </c:pt>
                <c:pt idx="93722">
                  <c:v>45545.02847222222</c:v>
                </c:pt>
                <c:pt idx="93723">
                  <c:v>45930.609027777777</c:v>
                </c:pt>
                <c:pt idx="93724">
                  <c:v>45571.431250000001</c:v>
                </c:pt>
                <c:pt idx="93725">
                  <c:v>45783.95208333333</c:v>
                </c:pt>
                <c:pt idx="93726">
                  <c:v>45301.906944444447</c:v>
                </c:pt>
                <c:pt idx="93727">
                  <c:v>45600.1</c:v>
                </c:pt>
                <c:pt idx="93728">
                  <c:v>45555.775000000001</c:v>
                </c:pt>
                <c:pt idx="93729">
                  <c:v>45481.073611111111</c:v>
                </c:pt>
                <c:pt idx="93730">
                  <c:v>45735.917361111111</c:v>
                </c:pt>
                <c:pt idx="93731">
                  <c:v>45633.168055555558</c:v>
                </c:pt>
                <c:pt idx="93732">
                  <c:v>45706.059027777781</c:v>
                </c:pt>
                <c:pt idx="93733">
                  <c:v>45760.997916666667</c:v>
                </c:pt>
                <c:pt idx="93734">
                  <c:v>45427.598611111112</c:v>
                </c:pt>
                <c:pt idx="93735">
                  <c:v>45744.574999999997</c:v>
                </c:pt>
                <c:pt idx="93736">
                  <c:v>45856.788194444453</c:v>
                </c:pt>
                <c:pt idx="93737">
                  <c:v>45335.843055555553</c:v>
                </c:pt>
                <c:pt idx="93738">
                  <c:v>45664.943055555559</c:v>
                </c:pt>
                <c:pt idx="93739">
                  <c:v>45663.870138888888</c:v>
                </c:pt>
                <c:pt idx="93740">
                  <c:v>45610.606944444437</c:v>
                </c:pt>
                <c:pt idx="93741">
                  <c:v>45853.436111111107</c:v>
                </c:pt>
                <c:pt idx="93742">
                  <c:v>45453.517361111109</c:v>
                </c:pt>
                <c:pt idx="93743">
                  <c:v>45833.925000000003</c:v>
                </c:pt>
                <c:pt idx="93744">
                  <c:v>45402.747916666667</c:v>
                </c:pt>
                <c:pt idx="93745">
                  <c:v>46021.765972222223</c:v>
                </c:pt>
                <c:pt idx="93746">
                  <c:v>46021.765972222223</c:v>
                </c:pt>
                <c:pt idx="93747">
                  <c:v>45958.522222222222</c:v>
                </c:pt>
                <c:pt idx="93748">
                  <c:v>45977.650694444441</c:v>
                </c:pt>
                <c:pt idx="93749">
                  <c:v>45958.522222222222</c:v>
                </c:pt>
                <c:pt idx="93750">
                  <c:v>45977.650694444441</c:v>
                </c:pt>
                <c:pt idx="93751">
                  <c:v>45698.673611111109</c:v>
                </c:pt>
                <c:pt idx="93752">
                  <c:v>45508.259722222218</c:v>
                </c:pt>
                <c:pt idx="93753">
                  <c:v>45413.565972222219</c:v>
                </c:pt>
                <c:pt idx="93754">
                  <c:v>45295.552777777782</c:v>
                </c:pt>
                <c:pt idx="93755">
                  <c:v>45699.398611111108</c:v>
                </c:pt>
                <c:pt idx="93756">
                  <c:v>45369.547222222223</c:v>
                </c:pt>
                <c:pt idx="93757">
                  <c:v>45890.557638888888</c:v>
                </c:pt>
                <c:pt idx="93758">
                  <c:v>46008.629166666673</c:v>
                </c:pt>
                <c:pt idx="93759">
                  <c:v>46008.629166666673</c:v>
                </c:pt>
                <c:pt idx="93760">
                  <c:v>45890.557638888888</c:v>
                </c:pt>
                <c:pt idx="93761">
                  <c:v>45995.870138888888</c:v>
                </c:pt>
                <c:pt idx="93762">
                  <c:v>45913.775694444441</c:v>
                </c:pt>
                <c:pt idx="93763">
                  <c:v>45975.38958333333</c:v>
                </c:pt>
                <c:pt idx="93764">
                  <c:v>46002.611805555563</c:v>
                </c:pt>
                <c:pt idx="93765">
                  <c:v>45884.729166666657</c:v>
                </c:pt>
                <c:pt idx="93766">
                  <c:v>45929.529861111107</c:v>
                </c:pt>
                <c:pt idx="93767">
                  <c:v>45841.51666666667</c:v>
                </c:pt>
                <c:pt idx="93768">
                  <c:v>45652.959722222222</c:v>
                </c:pt>
                <c:pt idx="93769">
                  <c:v>45635.842361111107</c:v>
                </c:pt>
                <c:pt idx="93770">
                  <c:v>45589.815972222219</c:v>
                </c:pt>
                <c:pt idx="93771">
                  <c:v>45573.406944444447</c:v>
                </c:pt>
                <c:pt idx="93772">
                  <c:v>45614.928472222222</c:v>
                </c:pt>
                <c:pt idx="93773">
                  <c:v>45354.829861111109</c:v>
                </c:pt>
                <c:pt idx="93774">
                  <c:v>45729.677083333343</c:v>
                </c:pt>
                <c:pt idx="93775">
                  <c:v>45366.366666666669</c:v>
                </c:pt>
                <c:pt idx="93776">
                  <c:v>45623.45</c:v>
                </c:pt>
                <c:pt idx="93777">
                  <c:v>45623.45</c:v>
                </c:pt>
                <c:pt idx="93778">
                  <c:v>45826.400000000001</c:v>
                </c:pt>
                <c:pt idx="93779">
                  <c:v>45826.400000000001</c:v>
                </c:pt>
                <c:pt idx="93780">
                  <c:v>45366.366666666669</c:v>
                </c:pt>
                <c:pt idx="93781">
                  <c:v>45729.761111111111</c:v>
                </c:pt>
                <c:pt idx="93782">
                  <c:v>45702.519444444442</c:v>
                </c:pt>
                <c:pt idx="93783">
                  <c:v>45712.535416666673</c:v>
                </c:pt>
                <c:pt idx="93784">
                  <c:v>45622.40625</c:v>
                </c:pt>
                <c:pt idx="93785">
                  <c:v>45907.542361111111</c:v>
                </c:pt>
                <c:pt idx="93786">
                  <c:v>45639.945833333331</c:v>
                </c:pt>
                <c:pt idx="93787">
                  <c:v>45731.82708333333</c:v>
                </c:pt>
                <c:pt idx="93788">
                  <c:v>45604.618750000001</c:v>
                </c:pt>
                <c:pt idx="93789">
                  <c:v>45641.868055555547</c:v>
                </c:pt>
                <c:pt idx="93790">
                  <c:v>45706.777777777781</c:v>
                </c:pt>
                <c:pt idx="93791">
                  <c:v>45531.746527777781</c:v>
                </c:pt>
                <c:pt idx="93792">
                  <c:v>45601.84652777778</c:v>
                </c:pt>
                <c:pt idx="93793">
                  <c:v>45833.886111111111</c:v>
                </c:pt>
                <c:pt idx="93794">
                  <c:v>45569.986805555563</c:v>
                </c:pt>
                <c:pt idx="93795">
                  <c:v>45341.877083333333</c:v>
                </c:pt>
                <c:pt idx="93796">
                  <c:v>45726.972916666673</c:v>
                </c:pt>
                <c:pt idx="93797">
                  <c:v>45684.606944444437</c:v>
                </c:pt>
                <c:pt idx="93798">
                  <c:v>45948.848611111112</c:v>
                </c:pt>
                <c:pt idx="93799">
                  <c:v>45351.261805555558</c:v>
                </c:pt>
                <c:pt idx="93800">
                  <c:v>45768.818749999999</c:v>
                </c:pt>
                <c:pt idx="93801">
                  <c:v>45894.333333333343</c:v>
                </c:pt>
                <c:pt idx="93802">
                  <c:v>45708.372916666667</c:v>
                </c:pt>
                <c:pt idx="93803">
                  <c:v>45944.393750000003</c:v>
                </c:pt>
                <c:pt idx="93804">
                  <c:v>45898.872916666667</c:v>
                </c:pt>
                <c:pt idx="93805">
                  <c:v>45931.897916666669</c:v>
                </c:pt>
                <c:pt idx="93806">
                  <c:v>45874.8125</c:v>
                </c:pt>
                <c:pt idx="93807">
                  <c:v>45988.566666666673</c:v>
                </c:pt>
                <c:pt idx="93808">
                  <c:v>45931.478472222218</c:v>
                </c:pt>
                <c:pt idx="93809">
                  <c:v>45674.841666666667</c:v>
                </c:pt>
                <c:pt idx="93810">
                  <c:v>46013.245138888888</c:v>
                </c:pt>
                <c:pt idx="93811">
                  <c:v>45841.9375</c:v>
                </c:pt>
                <c:pt idx="93812">
                  <c:v>45727.911805555559</c:v>
                </c:pt>
                <c:pt idx="93813">
                  <c:v>45814.578472222223</c:v>
                </c:pt>
                <c:pt idx="93814">
                  <c:v>45540.57708333333</c:v>
                </c:pt>
                <c:pt idx="93815">
                  <c:v>45540.57708333333</c:v>
                </c:pt>
                <c:pt idx="93816">
                  <c:v>45679.306250000001</c:v>
                </c:pt>
                <c:pt idx="93817">
                  <c:v>45604.420138888891</c:v>
                </c:pt>
                <c:pt idx="93818">
                  <c:v>45604.420138888891</c:v>
                </c:pt>
                <c:pt idx="93819">
                  <c:v>45679.306250000001</c:v>
                </c:pt>
                <c:pt idx="93820">
                  <c:v>45741.67083333333</c:v>
                </c:pt>
                <c:pt idx="93821">
                  <c:v>45447.072222222218</c:v>
                </c:pt>
                <c:pt idx="93822">
                  <c:v>45866.609722222223</c:v>
                </c:pt>
                <c:pt idx="93823">
                  <c:v>45611.910416666673</c:v>
                </c:pt>
                <c:pt idx="93824">
                  <c:v>45583.615972222222</c:v>
                </c:pt>
                <c:pt idx="93825">
                  <c:v>45997.902083333327</c:v>
                </c:pt>
                <c:pt idx="93826">
                  <c:v>45691.030555555553</c:v>
                </c:pt>
                <c:pt idx="93827">
                  <c:v>45757.800694444442</c:v>
                </c:pt>
                <c:pt idx="93828">
                  <c:v>45821.847222222219</c:v>
                </c:pt>
                <c:pt idx="93829">
                  <c:v>45767.710416666669</c:v>
                </c:pt>
                <c:pt idx="93830">
                  <c:v>45806.957638888889</c:v>
                </c:pt>
                <c:pt idx="93831">
                  <c:v>45824.410416666673</c:v>
                </c:pt>
                <c:pt idx="93832">
                  <c:v>45787.535416666673</c:v>
                </c:pt>
                <c:pt idx="93833">
                  <c:v>45831.455555555563</c:v>
                </c:pt>
                <c:pt idx="93834">
                  <c:v>45821.841666666667</c:v>
                </c:pt>
                <c:pt idx="93835">
                  <c:v>45795.923611111109</c:v>
                </c:pt>
                <c:pt idx="93836">
                  <c:v>45676.382638888892</c:v>
                </c:pt>
                <c:pt idx="93837">
                  <c:v>45725.76458333333</c:v>
                </c:pt>
                <c:pt idx="93838">
                  <c:v>45694.595138888893</c:v>
                </c:pt>
                <c:pt idx="93839">
                  <c:v>45934.976388888892</c:v>
                </c:pt>
                <c:pt idx="93840">
                  <c:v>46002.977083333331</c:v>
                </c:pt>
                <c:pt idx="93841">
                  <c:v>45513.87777777778</c:v>
                </c:pt>
                <c:pt idx="93842">
                  <c:v>45964.87222222222</c:v>
                </c:pt>
                <c:pt idx="93843">
                  <c:v>45918.820833333331</c:v>
                </c:pt>
                <c:pt idx="93844">
                  <c:v>45930.413194444453</c:v>
                </c:pt>
                <c:pt idx="93845">
                  <c:v>45683.638888888891</c:v>
                </c:pt>
                <c:pt idx="93846">
                  <c:v>45849.694444444453</c:v>
                </c:pt>
                <c:pt idx="93847">
                  <c:v>45623.195138888892</c:v>
                </c:pt>
                <c:pt idx="93848">
                  <c:v>45697.914583333331</c:v>
                </c:pt>
                <c:pt idx="93849">
                  <c:v>45739.994444444441</c:v>
                </c:pt>
                <c:pt idx="93850">
                  <c:v>45935.942361111112</c:v>
                </c:pt>
                <c:pt idx="93851">
                  <c:v>45508.919444444437</c:v>
                </c:pt>
                <c:pt idx="93852">
                  <c:v>45306.678472222222</c:v>
                </c:pt>
                <c:pt idx="93853">
                  <c:v>45686.304166666669</c:v>
                </c:pt>
                <c:pt idx="93854">
                  <c:v>45686.304166666669</c:v>
                </c:pt>
                <c:pt idx="93855">
                  <c:v>45306.678472222222</c:v>
                </c:pt>
                <c:pt idx="93856">
                  <c:v>45588.261805555558</c:v>
                </c:pt>
                <c:pt idx="93857">
                  <c:v>45676.493055555547</c:v>
                </c:pt>
                <c:pt idx="93858">
                  <c:v>45735.237500000003</c:v>
                </c:pt>
                <c:pt idx="93859">
                  <c:v>45662.061111111107</c:v>
                </c:pt>
                <c:pt idx="93860">
                  <c:v>45681.79791666667</c:v>
                </c:pt>
                <c:pt idx="93861">
                  <c:v>45643.29583333333</c:v>
                </c:pt>
                <c:pt idx="93862">
                  <c:v>45685.392361111109</c:v>
                </c:pt>
                <c:pt idx="93863">
                  <c:v>45811.909722222219</c:v>
                </c:pt>
                <c:pt idx="93864">
                  <c:v>45685.392361111109</c:v>
                </c:pt>
                <c:pt idx="93865">
                  <c:v>45811.909722222219</c:v>
                </c:pt>
                <c:pt idx="93866">
                  <c:v>45827.727083333331</c:v>
                </c:pt>
                <c:pt idx="93867">
                  <c:v>45827.727083333331</c:v>
                </c:pt>
                <c:pt idx="93868">
                  <c:v>45740.46597222222</c:v>
                </c:pt>
                <c:pt idx="93869">
                  <c:v>45346.8125</c:v>
                </c:pt>
                <c:pt idx="93870">
                  <c:v>45669.479861111111</c:v>
                </c:pt>
                <c:pt idx="93871">
                  <c:v>45353.459027777782</c:v>
                </c:pt>
                <c:pt idx="93872">
                  <c:v>45990.652777777781</c:v>
                </c:pt>
                <c:pt idx="93873">
                  <c:v>46008.994444444441</c:v>
                </c:pt>
                <c:pt idx="93874">
                  <c:v>45365.556250000001</c:v>
                </c:pt>
                <c:pt idx="93875">
                  <c:v>45338.386805555558</c:v>
                </c:pt>
                <c:pt idx="93876">
                  <c:v>45785.655555555553</c:v>
                </c:pt>
                <c:pt idx="93877">
                  <c:v>45325.595138888893</c:v>
                </c:pt>
                <c:pt idx="93878">
                  <c:v>45530.855555555558</c:v>
                </c:pt>
                <c:pt idx="93879">
                  <c:v>45609.283333333333</c:v>
                </c:pt>
                <c:pt idx="93880">
                  <c:v>45548.430555555547</c:v>
                </c:pt>
                <c:pt idx="93881">
                  <c:v>45937.527777777781</c:v>
                </c:pt>
                <c:pt idx="93882">
                  <c:v>45826.505555555559</c:v>
                </c:pt>
                <c:pt idx="93883">
                  <c:v>45978.678472222222</c:v>
                </c:pt>
                <c:pt idx="93884">
                  <c:v>45969.617361111108</c:v>
                </c:pt>
                <c:pt idx="93885">
                  <c:v>45981.929166666669</c:v>
                </c:pt>
                <c:pt idx="93886">
                  <c:v>45990.946527777778</c:v>
                </c:pt>
                <c:pt idx="93887">
                  <c:v>45964.658333333333</c:v>
                </c:pt>
                <c:pt idx="93888">
                  <c:v>45572.372916666667</c:v>
                </c:pt>
                <c:pt idx="93889">
                  <c:v>45629.491666666669</c:v>
                </c:pt>
                <c:pt idx="93890">
                  <c:v>45660.404166666667</c:v>
                </c:pt>
                <c:pt idx="93891">
                  <c:v>45672.432638888888</c:v>
                </c:pt>
                <c:pt idx="93892">
                  <c:v>45764.679861111108</c:v>
                </c:pt>
                <c:pt idx="93893">
                  <c:v>45464.015972222223</c:v>
                </c:pt>
                <c:pt idx="93894">
                  <c:v>45974.423611111109</c:v>
                </c:pt>
                <c:pt idx="93895">
                  <c:v>45531.414583333331</c:v>
                </c:pt>
                <c:pt idx="93896">
                  <c:v>45574.652777777781</c:v>
                </c:pt>
                <c:pt idx="93897">
                  <c:v>45513.438888888893</c:v>
                </c:pt>
                <c:pt idx="93898">
                  <c:v>45458.563888888893</c:v>
                </c:pt>
                <c:pt idx="93899">
                  <c:v>45823.618055555547</c:v>
                </c:pt>
                <c:pt idx="93900">
                  <c:v>45399.603472222218</c:v>
                </c:pt>
                <c:pt idx="93901">
                  <c:v>45510.761805555558</c:v>
                </c:pt>
                <c:pt idx="93902">
                  <c:v>45364.643055555563</c:v>
                </c:pt>
                <c:pt idx="93903">
                  <c:v>45903.710416666669</c:v>
                </c:pt>
                <c:pt idx="93904">
                  <c:v>45354.377083333333</c:v>
                </c:pt>
                <c:pt idx="93905">
                  <c:v>45665.838888888888</c:v>
                </c:pt>
                <c:pt idx="93906">
                  <c:v>45626.081944444442</c:v>
                </c:pt>
                <c:pt idx="93907">
                  <c:v>45455.90902777778</c:v>
                </c:pt>
                <c:pt idx="93908">
                  <c:v>45690.515277777777</c:v>
                </c:pt>
                <c:pt idx="93909">
                  <c:v>45813.301388888889</c:v>
                </c:pt>
                <c:pt idx="93910">
                  <c:v>45855.643750000003</c:v>
                </c:pt>
                <c:pt idx="93911">
                  <c:v>45986.614583333343</c:v>
                </c:pt>
                <c:pt idx="93912">
                  <c:v>45839.436805555553</c:v>
                </c:pt>
                <c:pt idx="93913">
                  <c:v>45389.553472222222</c:v>
                </c:pt>
                <c:pt idx="93914">
                  <c:v>46000.546527777777</c:v>
                </c:pt>
                <c:pt idx="93915">
                  <c:v>45874.470833333333</c:v>
                </c:pt>
                <c:pt idx="93916">
                  <c:v>46020.759027777778</c:v>
                </c:pt>
                <c:pt idx="93917">
                  <c:v>45782.443055555559</c:v>
                </c:pt>
                <c:pt idx="93918">
                  <c:v>45452.911805555559</c:v>
                </c:pt>
                <c:pt idx="93919">
                  <c:v>45452.911805555559</c:v>
                </c:pt>
                <c:pt idx="93920">
                  <c:v>45870.618055555547</c:v>
                </c:pt>
                <c:pt idx="93921">
                  <c:v>46004.743750000001</c:v>
                </c:pt>
                <c:pt idx="93922">
                  <c:v>45897.929166666669</c:v>
                </c:pt>
                <c:pt idx="93923">
                  <c:v>45902.424305555563</c:v>
                </c:pt>
                <c:pt idx="93924">
                  <c:v>45523.402083333327</c:v>
                </c:pt>
                <c:pt idx="93925">
                  <c:v>45420.738194444442</c:v>
                </c:pt>
                <c:pt idx="93926">
                  <c:v>45489.944444444453</c:v>
                </c:pt>
                <c:pt idx="93927">
                  <c:v>45460.802777777782</c:v>
                </c:pt>
                <c:pt idx="93928">
                  <c:v>45394.181250000001</c:v>
                </c:pt>
                <c:pt idx="93929">
                  <c:v>45348.581250000003</c:v>
                </c:pt>
                <c:pt idx="93930">
                  <c:v>45913.455555555563</c:v>
                </c:pt>
                <c:pt idx="93931">
                  <c:v>45679.524305555547</c:v>
                </c:pt>
                <c:pt idx="93932">
                  <c:v>45731.765972222223</c:v>
                </c:pt>
                <c:pt idx="93933">
                  <c:v>45561.506249999999</c:v>
                </c:pt>
                <c:pt idx="93934">
                  <c:v>45515.823611111111</c:v>
                </c:pt>
                <c:pt idx="93935">
                  <c:v>45601.84375</c:v>
                </c:pt>
                <c:pt idx="93936">
                  <c:v>45763.837500000001</c:v>
                </c:pt>
                <c:pt idx="93937">
                  <c:v>45848.87777777778</c:v>
                </c:pt>
                <c:pt idx="93938">
                  <c:v>45969.595138888893</c:v>
                </c:pt>
                <c:pt idx="93939">
                  <c:v>45369.659722222219</c:v>
                </c:pt>
                <c:pt idx="93940">
                  <c:v>45745.755555555559</c:v>
                </c:pt>
                <c:pt idx="93941">
                  <c:v>45953.609722222223</c:v>
                </c:pt>
                <c:pt idx="93942">
                  <c:v>45707.265277777777</c:v>
                </c:pt>
                <c:pt idx="93943">
                  <c:v>45763.239583333343</c:v>
                </c:pt>
                <c:pt idx="93944">
                  <c:v>45672.300694444442</c:v>
                </c:pt>
                <c:pt idx="93945">
                  <c:v>45930.697916666657</c:v>
                </c:pt>
                <c:pt idx="93946">
                  <c:v>45775.254166666673</c:v>
                </c:pt>
                <c:pt idx="93947">
                  <c:v>45714.022222222222</c:v>
                </c:pt>
                <c:pt idx="93948">
                  <c:v>45324.401388888888</c:v>
                </c:pt>
                <c:pt idx="93949">
                  <c:v>45696.893055555563</c:v>
                </c:pt>
                <c:pt idx="93950">
                  <c:v>45579.546527777777</c:v>
                </c:pt>
                <c:pt idx="93951">
                  <c:v>45605.868055555547</c:v>
                </c:pt>
                <c:pt idx="93952">
                  <c:v>45699.661805555559</c:v>
                </c:pt>
                <c:pt idx="93953">
                  <c:v>45771.920138888891</c:v>
                </c:pt>
                <c:pt idx="93954">
                  <c:v>45755.76666666667</c:v>
                </c:pt>
                <c:pt idx="93955">
                  <c:v>45684.073611111111</c:v>
                </c:pt>
                <c:pt idx="93956">
                  <c:v>45545.137499999997</c:v>
                </c:pt>
                <c:pt idx="93957">
                  <c:v>45877.120833333327</c:v>
                </c:pt>
                <c:pt idx="93958">
                  <c:v>45411.140277777777</c:v>
                </c:pt>
                <c:pt idx="93959">
                  <c:v>45366.643055555563</c:v>
                </c:pt>
                <c:pt idx="93960">
                  <c:v>45624.178472222222</c:v>
                </c:pt>
                <c:pt idx="93961">
                  <c:v>45412.306250000001</c:v>
                </c:pt>
                <c:pt idx="93962">
                  <c:v>45323.806250000001</c:v>
                </c:pt>
                <c:pt idx="93963">
                  <c:v>45457.654861111107</c:v>
                </c:pt>
                <c:pt idx="93964">
                  <c:v>45481.861805555563</c:v>
                </c:pt>
                <c:pt idx="93965">
                  <c:v>45338.38958333333</c:v>
                </c:pt>
                <c:pt idx="93966">
                  <c:v>45533.290972222218</c:v>
                </c:pt>
                <c:pt idx="93967">
                  <c:v>45950.539583333331</c:v>
                </c:pt>
                <c:pt idx="93968">
                  <c:v>45752.586111111108</c:v>
                </c:pt>
                <c:pt idx="93969">
                  <c:v>45723.685416666667</c:v>
                </c:pt>
                <c:pt idx="93970">
                  <c:v>45950.393750000003</c:v>
                </c:pt>
                <c:pt idx="93971">
                  <c:v>45895.612500000003</c:v>
                </c:pt>
                <c:pt idx="93972">
                  <c:v>45923.594444444447</c:v>
                </c:pt>
                <c:pt idx="93973">
                  <c:v>45988.533333333333</c:v>
                </c:pt>
                <c:pt idx="93974">
                  <c:v>45743.942361111112</c:v>
                </c:pt>
                <c:pt idx="93975">
                  <c:v>45892.945833333331</c:v>
                </c:pt>
                <c:pt idx="93976">
                  <c:v>45792.866666666669</c:v>
                </c:pt>
                <c:pt idx="93977">
                  <c:v>45568.782638888893</c:v>
                </c:pt>
                <c:pt idx="93978">
                  <c:v>45634.515277777777</c:v>
                </c:pt>
                <c:pt idx="93979">
                  <c:v>45615.781944444447</c:v>
                </c:pt>
                <c:pt idx="93980">
                  <c:v>45593.513888888891</c:v>
                </c:pt>
                <c:pt idx="93981">
                  <c:v>45633.386111111111</c:v>
                </c:pt>
                <c:pt idx="93982">
                  <c:v>45942.577777777777</c:v>
                </c:pt>
                <c:pt idx="93983">
                  <c:v>45628.555555555547</c:v>
                </c:pt>
                <c:pt idx="93984">
                  <c:v>45427.663194444453</c:v>
                </c:pt>
                <c:pt idx="93985">
                  <c:v>45863.453472222223</c:v>
                </c:pt>
                <c:pt idx="93986">
                  <c:v>45560.36041666667</c:v>
                </c:pt>
                <c:pt idx="93987">
                  <c:v>45917.489583333343</c:v>
                </c:pt>
                <c:pt idx="93988">
                  <c:v>45604.54583333333</c:v>
                </c:pt>
                <c:pt idx="93989">
                  <c:v>45803.443055555559</c:v>
                </c:pt>
                <c:pt idx="93990">
                  <c:v>45378.675000000003</c:v>
                </c:pt>
                <c:pt idx="93991">
                  <c:v>45896.791666666657</c:v>
                </c:pt>
                <c:pt idx="93992">
                  <c:v>45964.412499999999</c:v>
                </c:pt>
                <c:pt idx="93993">
                  <c:v>45659.574305555558</c:v>
                </c:pt>
                <c:pt idx="93994">
                  <c:v>45853.445138888892</c:v>
                </c:pt>
                <c:pt idx="93995">
                  <c:v>45693.786805555559</c:v>
                </c:pt>
                <c:pt idx="93996">
                  <c:v>45685.532638888893</c:v>
                </c:pt>
                <c:pt idx="93997">
                  <c:v>45614.609722222223</c:v>
                </c:pt>
                <c:pt idx="93998">
                  <c:v>45583.865972222222</c:v>
                </c:pt>
                <c:pt idx="93999">
                  <c:v>45574.113194444442</c:v>
                </c:pt>
                <c:pt idx="94000">
                  <c:v>45687.624305555553</c:v>
                </c:pt>
                <c:pt idx="94001">
                  <c:v>45582.452777777777</c:v>
                </c:pt>
                <c:pt idx="94002">
                  <c:v>45673.745138888888</c:v>
                </c:pt>
                <c:pt idx="94003">
                  <c:v>45662.05972222222</c:v>
                </c:pt>
                <c:pt idx="94004">
                  <c:v>45933.63958333333</c:v>
                </c:pt>
                <c:pt idx="94005">
                  <c:v>45899.654861111107</c:v>
                </c:pt>
                <c:pt idx="94006">
                  <c:v>46016.600694444453</c:v>
                </c:pt>
                <c:pt idx="94007">
                  <c:v>45805.705555555563</c:v>
                </c:pt>
                <c:pt idx="94008">
                  <c:v>45607.398611111108</c:v>
                </c:pt>
                <c:pt idx="94009">
                  <c:v>45809.59652777778</c:v>
                </c:pt>
                <c:pt idx="94010">
                  <c:v>45805.5625</c:v>
                </c:pt>
                <c:pt idx="94011">
                  <c:v>45491.453472222223</c:v>
                </c:pt>
                <c:pt idx="94012">
                  <c:v>45748.751388888893</c:v>
                </c:pt>
                <c:pt idx="94013">
                  <c:v>45491.459027777782</c:v>
                </c:pt>
                <c:pt idx="94014">
                  <c:v>45606.505555555559</c:v>
                </c:pt>
                <c:pt idx="94015">
                  <c:v>45665.792361111111</c:v>
                </c:pt>
                <c:pt idx="94016">
                  <c:v>45525.331944444442</c:v>
                </c:pt>
                <c:pt idx="94017">
                  <c:v>45726.892361111109</c:v>
                </c:pt>
                <c:pt idx="94018">
                  <c:v>45525.331944444442</c:v>
                </c:pt>
                <c:pt idx="94019">
                  <c:v>45558.329861111109</c:v>
                </c:pt>
                <c:pt idx="94020">
                  <c:v>45726.892361111109</c:v>
                </c:pt>
                <c:pt idx="94021">
                  <c:v>45313.568749999999</c:v>
                </c:pt>
                <c:pt idx="94022">
                  <c:v>45401.395138888889</c:v>
                </c:pt>
                <c:pt idx="94023">
                  <c:v>45401.395138888889</c:v>
                </c:pt>
                <c:pt idx="94024">
                  <c:v>45558.329861111109</c:v>
                </c:pt>
                <c:pt idx="94025">
                  <c:v>45313.568749999999</c:v>
                </c:pt>
                <c:pt idx="94026">
                  <c:v>45815.777777777781</c:v>
                </c:pt>
                <c:pt idx="94027">
                  <c:v>45826.331944444442</c:v>
                </c:pt>
                <c:pt idx="94028">
                  <c:v>45803.744444444441</c:v>
                </c:pt>
                <c:pt idx="94029">
                  <c:v>45694.725694444453</c:v>
                </c:pt>
                <c:pt idx="94030">
                  <c:v>45476.947916666657</c:v>
                </c:pt>
                <c:pt idx="94031">
                  <c:v>45426.160416666673</c:v>
                </c:pt>
                <c:pt idx="94032">
                  <c:v>45604.886805555558</c:v>
                </c:pt>
                <c:pt idx="94033">
                  <c:v>45526.807638888888</c:v>
                </c:pt>
                <c:pt idx="94034">
                  <c:v>45686.501388888893</c:v>
                </c:pt>
                <c:pt idx="94035">
                  <c:v>46020.777083333327</c:v>
                </c:pt>
                <c:pt idx="94036">
                  <c:v>45889.893750000003</c:v>
                </c:pt>
                <c:pt idx="94037">
                  <c:v>45840.828472222223</c:v>
                </c:pt>
                <c:pt idx="94038">
                  <c:v>45947.656944444447</c:v>
                </c:pt>
                <c:pt idx="94039">
                  <c:v>45999.638194444437</c:v>
                </c:pt>
                <c:pt idx="94040">
                  <c:v>45803.400694444441</c:v>
                </c:pt>
                <c:pt idx="94041">
                  <c:v>45439.348611111112</c:v>
                </c:pt>
                <c:pt idx="94042">
                  <c:v>45307.829861111109</c:v>
                </c:pt>
                <c:pt idx="94043">
                  <c:v>45601.70208333333</c:v>
                </c:pt>
                <c:pt idx="94044">
                  <c:v>45996.848611111112</c:v>
                </c:pt>
                <c:pt idx="94045">
                  <c:v>46021.417361111111</c:v>
                </c:pt>
                <c:pt idx="94046">
                  <c:v>45929.481944444437</c:v>
                </c:pt>
                <c:pt idx="94047">
                  <c:v>45949.404861111107</c:v>
                </c:pt>
                <c:pt idx="94048">
                  <c:v>45947.588194444441</c:v>
                </c:pt>
                <c:pt idx="94049">
                  <c:v>45622.911805555559</c:v>
                </c:pt>
                <c:pt idx="94050">
                  <c:v>45337.69027777778</c:v>
                </c:pt>
                <c:pt idx="94051">
                  <c:v>45806.420138888891</c:v>
                </c:pt>
                <c:pt idx="94052">
                  <c:v>45591.349305555559</c:v>
                </c:pt>
                <c:pt idx="94053">
                  <c:v>45501.609722222223</c:v>
                </c:pt>
                <c:pt idx="94054">
                  <c:v>45552.277083333327</c:v>
                </c:pt>
                <c:pt idx="94055">
                  <c:v>45551.333333333343</c:v>
                </c:pt>
                <c:pt idx="94056">
                  <c:v>45386.630555555559</c:v>
                </c:pt>
                <c:pt idx="94057">
                  <c:v>45396.668055555558</c:v>
                </c:pt>
                <c:pt idx="94058">
                  <c:v>45837.097916666673</c:v>
                </c:pt>
                <c:pt idx="94059">
                  <c:v>45898.143055555563</c:v>
                </c:pt>
                <c:pt idx="94060">
                  <c:v>45964.451388888891</c:v>
                </c:pt>
                <c:pt idx="94061">
                  <c:v>45964.102777777778</c:v>
                </c:pt>
                <c:pt idx="94062">
                  <c:v>45470.454861111109</c:v>
                </c:pt>
                <c:pt idx="94063">
                  <c:v>45760.970138888893</c:v>
                </c:pt>
                <c:pt idx="94064">
                  <c:v>46018.45</c:v>
                </c:pt>
                <c:pt idx="94065">
                  <c:v>45940.729166666657</c:v>
                </c:pt>
                <c:pt idx="94066">
                  <c:v>45938.689583333333</c:v>
                </c:pt>
                <c:pt idx="94067">
                  <c:v>45590.574305555558</c:v>
                </c:pt>
                <c:pt idx="94068">
                  <c:v>45769.604166666657</c:v>
                </c:pt>
                <c:pt idx="94069">
                  <c:v>45901.44027777778</c:v>
                </c:pt>
                <c:pt idx="94070">
                  <c:v>45566.762499999997</c:v>
                </c:pt>
                <c:pt idx="94071">
                  <c:v>45915.69027777778</c:v>
                </c:pt>
                <c:pt idx="94072">
                  <c:v>46000.802777777782</c:v>
                </c:pt>
                <c:pt idx="94073">
                  <c:v>45298.456250000003</c:v>
                </c:pt>
                <c:pt idx="94074">
                  <c:v>45866.558333333327</c:v>
                </c:pt>
                <c:pt idx="94075">
                  <c:v>45765.136111111111</c:v>
                </c:pt>
                <c:pt idx="94076">
                  <c:v>45708.012499999997</c:v>
                </c:pt>
                <c:pt idx="94077">
                  <c:v>45547.773611111108</c:v>
                </c:pt>
                <c:pt idx="94078">
                  <c:v>45610.01666666667</c:v>
                </c:pt>
                <c:pt idx="94079">
                  <c:v>45991.140277777777</c:v>
                </c:pt>
                <c:pt idx="94080">
                  <c:v>45973.387499999997</c:v>
                </c:pt>
                <c:pt idx="94081">
                  <c:v>45352.765277777777</c:v>
                </c:pt>
                <c:pt idx="94082">
                  <c:v>45854.474305555559</c:v>
                </c:pt>
                <c:pt idx="94083">
                  <c:v>45844.644444444442</c:v>
                </c:pt>
                <c:pt idx="94084">
                  <c:v>45855.814583333333</c:v>
                </c:pt>
                <c:pt idx="94085">
                  <c:v>45796.566666666673</c:v>
                </c:pt>
                <c:pt idx="94086">
                  <c:v>45784.509027777778</c:v>
                </c:pt>
                <c:pt idx="94087">
                  <c:v>45957.540972222218</c:v>
                </c:pt>
                <c:pt idx="94088">
                  <c:v>45312.633333333331</c:v>
                </c:pt>
                <c:pt idx="94089">
                  <c:v>45539.585416666669</c:v>
                </c:pt>
                <c:pt idx="94090">
                  <c:v>45389.884027777778</c:v>
                </c:pt>
                <c:pt idx="94091">
                  <c:v>45447.390277777777</c:v>
                </c:pt>
                <c:pt idx="94092">
                  <c:v>45911.481249999997</c:v>
                </c:pt>
                <c:pt idx="94093">
                  <c:v>45793.447222222218</c:v>
                </c:pt>
                <c:pt idx="94094">
                  <c:v>45911.481249999997</c:v>
                </c:pt>
                <c:pt idx="94095">
                  <c:v>45793.447222222218</c:v>
                </c:pt>
                <c:pt idx="94096">
                  <c:v>45506.351388888892</c:v>
                </c:pt>
                <c:pt idx="94097">
                  <c:v>45847.363194444442</c:v>
                </c:pt>
                <c:pt idx="94098">
                  <c:v>46013.427777777782</c:v>
                </c:pt>
                <c:pt idx="94099">
                  <c:v>45590.568749999999</c:v>
                </c:pt>
                <c:pt idx="94100">
                  <c:v>45436.406944444447</c:v>
                </c:pt>
                <c:pt idx="94101">
                  <c:v>45551.753472222219</c:v>
                </c:pt>
                <c:pt idx="94102">
                  <c:v>45813.575694444437</c:v>
                </c:pt>
                <c:pt idx="94103">
                  <c:v>45738.504861111112</c:v>
                </c:pt>
                <c:pt idx="94104">
                  <c:v>45697.609027777777</c:v>
                </c:pt>
                <c:pt idx="94105">
                  <c:v>45716.279166666667</c:v>
                </c:pt>
                <c:pt idx="94106">
                  <c:v>45774.791666666657</c:v>
                </c:pt>
                <c:pt idx="94107">
                  <c:v>45435.629166666673</c:v>
                </c:pt>
                <c:pt idx="94108">
                  <c:v>45485.425000000003</c:v>
                </c:pt>
                <c:pt idx="94109">
                  <c:v>45470.414583333331</c:v>
                </c:pt>
                <c:pt idx="94110">
                  <c:v>45448.434027777781</c:v>
                </c:pt>
                <c:pt idx="94111">
                  <c:v>45759.054861111108</c:v>
                </c:pt>
                <c:pt idx="94112">
                  <c:v>45692.042361111111</c:v>
                </c:pt>
                <c:pt idx="94113">
                  <c:v>45654.03402777778</c:v>
                </c:pt>
                <c:pt idx="94114">
                  <c:v>45574.870138888888</c:v>
                </c:pt>
                <c:pt idx="94115">
                  <c:v>45403.551388888889</c:v>
                </c:pt>
                <c:pt idx="94116">
                  <c:v>45862.877083333333</c:v>
                </c:pt>
                <c:pt idx="94117">
                  <c:v>45510.526388888888</c:v>
                </c:pt>
                <c:pt idx="94118">
                  <c:v>45361.849305555559</c:v>
                </c:pt>
                <c:pt idx="94119">
                  <c:v>45345.468055555553</c:v>
                </c:pt>
                <c:pt idx="94120">
                  <c:v>45321.668749999997</c:v>
                </c:pt>
                <c:pt idx="94121">
                  <c:v>45299.489583333343</c:v>
                </c:pt>
                <c:pt idx="94122">
                  <c:v>45760.767361111109</c:v>
                </c:pt>
                <c:pt idx="94123">
                  <c:v>45737.313194444447</c:v>
                </c:pt>
                <c:pt idx="94124">
                  <c:v>45776.502083333333</c:v>
                </c:pt>
                <c:pt idx="94125">
                  <c:v>45769.536805555559</c:v>
                </c:pt>
                <c:pt idx="94126">
                  <c:v>45746.90347222222</c:v>
                </c:pt>
                <c:pt idx="94127">
                  <c:v>45791.341666666667</c:v>
                </c:pt>
                <c:pt idx="94128">
                  <c:v>45896.736805555563</c:v>
                </c:pt>
                <c:pt idx="94129">
                  <c:v>45823.972916666673</c:v>
                </c:pt>
                <c:pt idx="94130">
                  <c:v>45986.352777777778</c:v>
                </c:pt>
                <c:pt idx="94131">
                  <c:v>45943.498611111107</c:v>
                </c:pt>
                <c:pt idx="94132">
                  <c:v>45986.822222222218</c:v>
                </c:pt>
                <c:pt idx="94133">
                  <c:v>45949.35</c:v>
                </c:pt>
                <c:pt idx="94134">
                  <c:v>45965.827777777777</c:v>
                </c:pt>
                <c:pt idx="94135">
                  <c:v>45914.448611111111</c:v>
                </c:pt>
                <c:pt idx="94136">
                  <c:v>45783.927083333343</c:v>
                </c:pt>
                <c:pt idx="94137">
                  <c:v>45846.177083333343</c:v>
                </c:pt>
                <c:pt idx="94138">
                  <c:v>45658.428472222222</c:v>
                </c:pt>
                <c:pt idx="94139">
                  <c:v>45826.922222222223</c:v>
                </c:pt>
                <c:pt idx="94140">
                  <c:v>45850.558333333327</c:v>
                </c:pt>
                <c:pt idx="94141">
                  <c:v>45950.67083333333</c:v>
                </c:pt>
                <c:pt idx="94142">
                  <c:v>45621.645833333343</c:v>
                </c:pt>
                <c:pt idx="94143">
                  <c:v>45877.206250000003</c:v>
                </c:pt>
                <c:pt idx="94144">
                  <c:v>46015.229166666657</c:v>
                </c:pt>
                <c:pt idx="94145">
                  <c:v>45697.211805555547</c:v>
                </c:pt>
                <c:pt idx="94146">
                  <c:v>45937.927777777782</c:v>
                </c:pt>
                <c:pt idx="94147">
                  <c:v>45937.927777777782</c:v>
                </c:pt>
                <c:pt idx="94148">
                  <c:v>45567.816666666673</c:v>
                </c:pt>
                <c:pt idx="94149">
                  <c:v>45782.541666666657</c:v>
                </c:pt>
                <c:pt idx="94150">
                  <c:v>45409.436111111107</c:v>
                </c:pt>
                <c:pt idx="94151">
                  <c:v>45928.593055555553</c:v>
                </c:pt>
                <c:pt idx="94152">
                  <c:v>45343.020138888889</c:v>
                </c:pt>
                <c:pt idx="94153">
                  <c:v>45605.753472222219</c:v>
                </c:pt>
                <c:pt idx="94154">
                  <c:v>45780.600694444453</c:v>
                </c:pt>
                <c:pt idx="94155">
                  <c:v>45848.993750000001</c:v>
                </c:pt>
                <c:pt idx="94156">
                  <c:v>45672.619444444441</c:v>
                </c:pt>
                <c:pt idx="94157">
                  <c:v>45509.899305555547</c:v>
                </c:pt>
                <c:pt idx="94158">
                  <c:v>45508.773611111108</c:v>
                </c:pt>
                <c:pt idx="94159">
                  <c:v>45926.5</c:v>
                </c:pt>
                <c:pt idx="94160">
                  <c:v>46003.586111111108</c:v>
                </c:pt>
                <c:pt idx="94161">
                  <c:v>45873.603472222218</c:v>
                </c:pt>
                <c:pt idx="94162">
                  <c:v>45964.623611111107</c:v>
                </c:pt>
                <c:pt idx="94163">
                  <c:v>45998.913888888892</c:v>
                </c:pt>
                <c:pt idx="94164">
                  <c:v>45840.444444444453</c:v>
                </c:pt>
                <c:pt idx="94165">
                  <c:v>45873.603472222218</c:v>
                </c:pt>
                <c:pt idx="94166">
                  <c:v>45964.623611111107</c:v>
                </c:pt>
                <c:pt idx="94167">
                  <c:v>45998.913888888892</c:v>
                </c:pt>
                <c:pt idx="94168">
                  <c:v>45840.444444444453</c:v>
                </c:pt>
                <c:pt idx="94169">
                  <c:v>45379.920138888891</c:v>
                </c:pt>
                <c:pt idx="94170">
                  <c:v>45738.677083333343</c:v>
                </c:pt>
                <c:pt idx="94171">
                  <c:v>45789.426388888889</c:v>
                </c:pt>
                <c:pt idx="94172">
                  <c:v>45831.834027777782</c:v>
                </c:pt>
                <c:pt idx="94173">
                  <c:v>45888.631944444453</c:v>
                </c:pt>
                <c:pt idx="94174">
                  <c:v>45690.026388888888</c:v>
                </c:pt>
                <c:pt idx="94175">
                  <c:v>45503.541666666657</c:v>
                </c:pt>
                <c:pt idx="94176">
                  <c:v>45465.081944444442</c:v>
                </c:pt>
                <c:pt idx="94177">
                  <c:v>45422.987500000003</c:v>
                </c:pt>
                <c:pt idx="94178">
                  <c:v>45551.71875</c:v>
                </c:pt>
                <c:pt idx="94179">
                  <c:v>45614.57916666667</c:v>
                </c:pt>
                <c:pt idx="94180">
                  <c:v>45777.57708333333</c:v>
                </c:pt>
                <c:pt idx="94181">
                  <c:v>45721.524305555547</c:v>
                </c:pt>
                <c:pt idx="94182">
                  <c:v>45408.384027777778</c:v>
                </c:pt>
                <c:pt idx="94183">
                  <c:v>45368.362500000003</c:v>
                </c:pt>
                <c:pt idx="94184">
                  <c:v>45749.849305555559</c:v>
                </c:pt>
                <c:pt idx="94185">
                  <c:v>45962.611111111109</c:v>
                </c:pt>
                <c:pt idx="94186">
                  <c:v>45768.811805555553</c:v>
                </c:pt>
                <c:pt idx="94187">
                  <c:v>45856.837500000001</c:v>
                </c:pt>
                <c:pt idx="94188">
                  <c:v>45886.804861111108</c:v>
                </c:pt>
                <c:pt idx="94189">
                  <c:v>45894.499305555553</c:v>
                </c:pt>
                <c:pt idx="94190">
                  <c:v>45915.429166666669</c:v>
                </c:pt>
                <c:pt idx="94191">
                  <c:v>45966.387499999997</c:v>
                </c:pt>
                <c:pt idx="94192">
                  <c:v>45811.493750000001</c:v>
                </c:pt>
                <c:pt idx="94193">
                  <c:v>45826.161805555559</c:v>
                </c:pt>
                <c:pt idx="94194">
                  <c:v>45633.645833333343</c:v>
                </c:pt>
                <c:pt idx="94195">
                  <c:v>45783.46597222222</c:v>
                </c:pt>
                <c:pt idx="94196">
                  <c:v>45513.059027777781</c:v>
                </c:pt>
                <c:pt idx="94197">
                  <c:v>45757.980555555558</c:v>
                </c:pt>
                <c:pt idx="94198">
                  <c:v>45452.555555555547</c:v>
                </c:pt>
                <c:pt idx="94199">
                  <c:v>45428.887499999997</c:v>
                </c:pt>
                <c:pt idx="94200">
                  <c:v>45740.745138888888</c:v>
                </c:pt>
                <c:pt idx="94201">
                  <c:v>45729.578472222223</c:v>
                </c:pt>
                <c:pt idx="94202">
                  <c:v>45754.652083333327</c:v>
                </c:pt>
                <c:pt idx="94203">
                  <c:v>45754.652083333327</c:v>
                </c:pt>
                <c:pt idx="94204">
                  <c:v>45781.87222222222</c:v>
                </c:pt>
                <c:pt idx="94205">
                  <c:v>45781.87222222222</c:v>
                </c:pt>
                <c:pt idx="94206">
                  <c:v>45624.387499999997</c:v>
                </c:pt>
                <c:pt idx="94207">
                  <c:v>45673.329861111109</c:v>
                </c:pt>
                <c:pt idx="94208">
                  <c:v>45649.34375</c:v>
                </c:pt>
                <c:pt idx="94209">
                  <c:v>45425.663194444453</c:v>
                </c:pt>
                <c:pt idx="94210">
                  <c:v>45456.409722222219</c:v>
                </c:pt>
                <c:pt idx="94211">
                  <c:v>45714.638194444437</c:v>
                </c:pt>
                <c:pt idx="94212">
                  <c:v>45963.7</c:v>
                </c:pt>
                <c:pt idx="94213">
                  <c:v>45454.829861111109</c:v>
                </c:pt>
                <c:pt idx="94214">
                  <c:v>45520.501388888893</c:v>
                </c:pt>
                <c:pt idx="94215">
                  <c:v>45580.48333333333</c:v>
                </c:pt>
                <c:pt idx="94216">
                  <c:v>45492.794444444437</c:v>
                </c:pt>
                <c:pt idx="94217">
                  <c:v>45553.59097222222</c:v>
                </c:pt>
                <c:pt idx="94218">
                  <c:v>45696.907638888893</c:v>
                </c:pt>
                <c:pt idx="94219">
                  <c:v>45575.777777777781</c:v>
                </c:pt>
                <c:pt idx="94220">
                  <c:v>45599.842361111107</c:v>
                </c:pt>
                <c:pt idx="94221">
                  <c:v>45620.422222222223</c:v>
                </c:pt>
                <c:pt idx="94222">
                  <c:v>45633.574305555558</c:v>
                </c:pt>
                <c:pt idx="94223">
                  <c:v>45543.862500000003</c:v>
                </c:pt>
                <c:pt idx="94224">
                  <c:v>45509.388888888891</c:v>
                </c:pt>
                <c:pt idx="94225">
                  <c:v>45385.571527777778</c:v>
                </c:pt>
                <c:pt idx="94226">
                  <c:v>45639.390277777777</c:v>
                </c:pt>
                <c:pt idx="94227">
                  <c:v>45571.798611111109</c:v>
                </c:pt>
                <c:pt idx="94228">
                  <c:v>45714.727777777778</c:v>
                </c:pt>
                <c:pt idx="94229">
                  <c:v>45798.443055555559</c:v>
                </c:pt>
                <c:pt idx="94230">
                  <c:v>45950.738194444442</c:v>
                </c:pt>
                <c:pt idx="94231">
                  <c:v>45962.444444444453</c:v>
                </c:pt>
                <c:pt idx="94232">
                  <c:v>45878.800694444442</c:v>
                </c:pt>
                <c:pt idx="94233">
                  <c:v>45905.813888888893</c:v>
                </c:pt>
                <c:pt idx="94234">
                  <c:v>45863.241666666669</c:v>
                </c:pt>
                <c:pt idx="94235">
                  <c:v>45761.85</c:v>
                </c:pt>
                <c:pt idx="94236">
                  <c:v>45761.356249999997</c:v>
                </c:pt>
                <c:pt idx="94237">
                  <c:v>45680.42291666667</c:v>
                </c:pt>
                <c:pt idx="94238">
                  <c:v>45599.411805555559</c:v>
                </c:pt>
                <c:pt idx="94239">
                  <c:v>45808.581944444442</c:v>
                </c:pt>
                <c:pt idx="94240">
                  <c:v>45778.880555555559</c:v>
                </c:pt>
                <c:pt idx="94241">
                  <c:v>45699.600694444453</c:v>
                </c:pt>
                <c:pt idx="94242">
                  <c:v>45831.786805555559</c:v>
                </c:pt>
                <c:pt idx="94243">
                  <c:v>45831.78125</c:v>
                </c:pt>
                <c:pt idx="94244">
                  <c:v>45989.712500000001</c:v>
                </c:pt>
                <c:pt idx="94245">
                  <c:v>45457.881249999999</c:v>
                </c:pt>
                <c:pt idx="94246">
                  <c:v>45876.59375</c:v>
                </c:pt>
                <c:pt idx="94247">
                  <c:v>45468.543055555558</c:v>
                </c:pt>
                <c:pt idx="94248">
                  <c:v>45775.526388888888</c:v>
                </c:pt>
                <c:pt idx="94249">
                  <c:v>45760.675694444442</c:v>
                </c:pt>
                <c:pt idx="94250">
                  <c:v>45475.440972222219</c:v>
                </c:pt>
                <c:pt idx="94251">
                  <c:v>45787.308333333327</c:v>
                </c:pt>
                <c:pt idx="94252">
                  <c:v>45633.384027777778</c:v>
                </c:pt>
                <c:pt idx="94253">
                  <c:v>45453.518750000003</c:v>
                </c:pt>
                <c:pt idx="94254">
                  <c:v>46001.634027777778</c:v>
                </c:pt>
                <c:pt idx="94255">
                  <c:v>45818.275694444441</c:v>
                </c:pt>
                <c:pt idx="94256">
                  <c:v>45708.587500000001</c:v>
                </c:pt>
                <c:pt idx="94257">
                  <c:v>45569.556250000001</c:v>
                </c:pt>
                <c:pt idx="94258">
                  <c:v>45748.939583333333</c:v>
                </c:pt>
                <c:pt idx="94259">
                  <c:v>45782.001388888893</c:v>
                </c:pt>
                <c:pt idx="94260">
                  <c:v>45817.53402777778</c:v>
                </c:pt>
                <c:pt idx="94261">
                  <c:v>45661.779861111107</c:v>
                </c:pt>
                <c:pt idx="94262">
                  <c:v>45765.65</c:v>
                </c:pt>
                <c:pt idx="94263">
                  <c:v>46019.387499999997</c:v>
                </c:pt>
                <c:pt idx="94264">
                  <c:v>45680.558333333327</c:v>
                </c:pt>
                <c:pt idx="94265">
                  <c:v>45604.515972222223</c:v>
                </c:pt>
                <c:pt idx="94266">
                  <c:v>45770.259027777778</c:v>
                </c:pt>
                <c:pt idx="94267">
                  <c:v>45933.273611111108</c:v>
                </c:pt>
                <c:pt idx="94268">
                  <c:v>45643.987500000003</c:v>
                </c:pt>
                <c:pt idx="94269">
                  <c:v>45549.840277777781</c:v>
                </c:pt>
                <c:pt idx="94270">
                  <c:v>45600.789583333331</c:v>
                </c:pt>
                <c:pt idx="94271">
                  <c:v>45652.397916666669</c:v>
                </c:pt>
                <c:pt idx="94272">
                  <c:v>45574.536805555559</c:v>
                </c:pt>
                <c:pt idx="94273">
                  <c:v>45622.915277777778</c:v>
                </c:pt>
                <c:pt idx="94274">
                  <c:v>45986.25277777778</c:v>
                </c:pt>
                <c:pt idx="94275">
                  <c:v>45961.497916666667</c:v>
                </c:pt>
                <c:pt idx="94276">
                  <c:v>45657.620138888888</c:v>
                </c:pt>
                <c:pt idx="94277">
                  <c:v>45717.435416666667</c:v>
                </c:pt>
                <c:pt idx="94278">
                  <c:v>45694.938194444447</c:v>
                </c:pt>
                <c:pt idx="94279">
                  <c:v>45694.938194444447</c:v>
                </c:pt>
                <c:pt idx="94280">
                  <c:v>45717.435416666667</c:v>
                </c:pt>
                <c:pt idx="94281">
                  <c:v>45729.857638888891</c:v>
                </c:pt>
                <c:pt idx="94282">
                  <c:v>45729.857638888891</c:v>
                </c:pt>
                <c:pt idx="94283">
                  <c:v>45678.871527777781</c:v>
                </c:pt>
                <c:pt idx="94284">
                  <c:v>45657.620138888888</c:v>
                </c:pt>
                <c:pt idx="94285">
                  <c:v>45704.905555555553</c:v>
                </c:pt>
                <c:pt idx="94286">
                  <c:v>45704.905555555553</c:v>
                </c:pt>
                <c:pt idx="94287">
                  <c:v>45678.871527777781</c:v>
                </c:pt>
                <c:pt idx="94288">
                  <c:v>45320.513194444437</c:v>
                </c:pt>
                <c:pt idx="94289">
                  <c:v>45481.712500000001</c:v>
                </c:pt>
                <c:pt idx="94290">
                  <c:v>45482.431944444441</c:v>
                </c:pt>
                <c:pt idx="94291">
                  <c:v>45599.481249999997</c:v>
                </c:pt>
                <c:pt idx="94292">
                  <c:v>45960.275694444441</c:v>
                </c:pt>
                <c:pt idx="94293">
                  <c:v>45985.702777777777</c:v>
                </c:pt>
                <c:pt idx="94294">
                  <c:v>45908.741666666669</c:v>
                </c:pt>
                <c:pt idx="94295">
                  <c:v>45829.503472222219</c:v>
                </c:pt>
                <c:pt idx="94296">
                  <c:v>45990.345833333333</c:v>
                </c:pt>
                <c:pt idx="94297">
                  <c:v>45863.30972222222</c:v>
                </c:pt>
                <c:pt idx="94298">
                  <c:v>45801.620833333327</c:v>
                </c:pt>
                <c:pt idx="94299">
                  <c:v>45829.503472222219</c:v>
                </c:pt>
                <c:pt idx="94300">
                  <c:v>45863.30972222222</c:v>
                </c:pt>
                <c:pt idx="94301">
                  <c:v>45908.741666666669</c:v>
                </c:pt>
                <c:pt idx="94302">
                  <c:v>45990.345833333333</c:v>
                </c:pt>
                <c:pt idx="94303">
                  <c:v>45801.620833333327</c:v>
                </c:pt>
                <c:pt idx="94304">
                  <c:v>45894.339583333327</c:v>
                </c:pt>
                <c:pt idx="94305">
                  <c:v>45834.270138888889</c:v>
                </c:pt>
                <c:pt idx="94306">
                  <c:v>45735.268055555563</c:v>
                </c:pt>
                <c:pt idx="94307">
                  <c:v>45397.25277777778</c:v>
                </c:pt>
                <c:pt idx="94308">
                  <c:v>45690.862500000003</c:v>
                </c:pt>
                <c:pt idx="94309">
                  <c:v>45667.560416666667</c:v>
                </c:pt>
                <c:pt idx="94310">
                  <c:v>45876.463194444441</c:v>
                </c:pt>
                <c:pt idx="94311">
                  <c:v>45938.683333333327</c:v>
                </c:pt>
                <c:pt idx="94312">
                  <c:v>45716.620138888888</c:v>
                </c:pt>
                <c:pt idx="94313">
                  <c:v>45365.909722222219</c:v>
                </c:pt>
                <c:pt idx="94314">
                  <c:v>45434.398611111108</c:v>
                </c:pt>
                <c:pt idx="94315">
                  <c:v>45315.917361111111</c:v>
                </c:pt>
                <c:pt idx="94316">
                  <c:v>45295.880555555559</c:v>
                </c:pt>
                <c:pt idx="94317">
                  <c:v>45575.578472222223</c:v>
                </c:pt>
                <c:pt idx="94318">
                  <c:v>45540.688888888893</c:v>
                </c:pt>
                <c:pt idx="94319">
                  <c:v>45668.768750000003</c:v>
                </c:pt>
                <c:pt idx="94320">
                  <c:v>45812.77847222222</c:v>
                </c:pt>
                <c:pt idx="94321">
                  <c:v>45830.947222222218</c:v>
                </c:pt>
                <c:pt idx="94322">
                  <c:v>45802.666666666657</c:v>
                </c:pt>
                <c:pt idx="94323">
                  <c:v>45582.972916666673</c:v>
                </c:pt>
                <c:pt idx="94324">
                  <c:v>45317.056944444441</c:v>
                </c:pt>
                <c:pt idx="94325">
                  <c:v>45559.963194444441</c:v>
                </c:pt>
                <c:pt idx="94326">
                  <c:v>45706.90347222222</c:v>
                </c:pt>
                <c:pt idx="94327">
                  <c:v>46021.454861111109</c:v>
                </c:pt>
                <c:pt idx="94328">
                  <c:v>45309.140277777777</c:v>
                </c:pt>
                <c:pt idx="94329">
                  <c:v>45871.90625</c:v>
                </c:pt>
                <c:pt idx="94330">
                  <c:v>45559.100694444453</c:v>
                </c:pt>
                <c:pt idx="94331">
                  <c:v>45340.574305555558</c:v>
                </c:pt>
                <c:pt idx="94332">
                  <c:v>45422.464583333327</c:v>
                </c:pt>
                <c:pt idx="94333">
                  <c:v>45523.543055555558</c:v>
                </c:pt>
                <c:pt idx="94334">
                  <c:v>45860.561111111107</c:v>
                </c:pt>
                <c:pt idx="94335">
                  <c:v>45440.953472222223</c:v>
                </c:pt>
                <c:pt idx="94336">
                  <c:v>45931.314583333333</c:v>
                </c:pt>
                <c:pt idx="94337">
                  <c:v>45570.556944444441</c:v>
                </c:pt>
                <c:pt idx="94338">
                  <c:v>45848.533333333333</c:v>
                </c:pt>
                <c:pt idx="94339">
                  <c:v>45674.454861111109</c:v>
                </c:pt>
                <c:pt idx="94340">
                  <c:v>45819.713888888888</c:v>
                </c:pt>
                <c:pt idx="94341">
                  <c:v>45629.503472222219</c:v>
                </c:pt>
                <c:pt idx="94342">
                  <c:v>45735.801388888889</c:v>
                </c:pt>
                <c:pt idx="94343">
                  <c:v>45665.646527777782</c:v>
                </c:pt>
                <c:pt idx="94344">
                  <c:v>45665.634027777778</c:v>
                </c:pt>
                <c:pt idx="94345">
                  <c:v>45683.717361111107</c:v>
                </c:pt>
                <c:pt idx="94346">
                  <c:v>45955.452777777777</c:v>
                </c:pt>
                <c:pt idx="94347">
                  <c:v>45987.118055555547</c:v>
                </c:pt>
                <c:pt idx="94348">
                  <c:v>45999.407638888893</c:v>
                </c:pt>
                <c:pt idx="94349">
                  <c:v>45780.482638888891</c:v>
                </c:pt>
                <c:pt idx="94350">
                  <c:v>46006.503472222219</c:v>
                </c:pt>
                <c:pt idx="94351">
                  <c:v>45980.634722222218</c:v>
                </c:pt>
                <c:pt idx="94352">
                  <c:v>45845.874305555553</c:v>
                </c:pt>
                <c:pt idx="94353">
                  <c:v>45888.777083333327</c:v>
                </c:pt>
                <c:pt idx="94354">
                  <c:v>45914.539583333331</c:v>
                </c:pt>
                <c:pt idx="94355">
                  <c:v>45850.884027777778</c:v>
                </c:pt>
                <c:pt idx="94356">
                  <c:v>45855.727777777778</c:v>
                </c:pt>
                <c:pt idx="94357">
                  <c:v>45777.386111111111</c:v>
                </c:pt>
                <c:pt idx="94358">
                  <c:v>45523.661111111112</c:v>
                </c:pt>
                <c:pt idx="94359">
                  <c:v>45859.692361111112</c:v>
                </c:pt>
                <c:pt idx="94360">
                  <c:v>45433.38958333333</c:v>
                </c:pt>
                <c:pt idx="94361">
                  <c:v>45631.521527777782</c:v>
                </c:pt>
                <c:pt idx="94362">
                  <c:v>45334.697916666657</c:v>
                </c:pt>
                <c:pt idx="94363">
                  <c:v>45960.282638888893</c:v>
                </c:pt>
                <c:pt idx="94364">
                  <c:v>45747.327777777777</c:v>
                </c:pt>
                <c:pt idx="94365">
                  <c:v>45456.959722222222</c:v>
                </c:pt>
                <c:pt idx="94366">
                  <c:v>45788.336111111108</c:v>
                </c:pt>
                <c:pt idx="94367">
                  <c:v>45667.478472222218</c:v>
                </c:pt>
                <c:pt idx="94368">
                  <c:v>45795.482638888891</c:v>
                </c:pt>
                <c:pt idx="94369">
                  <c:v>45484.48333333333</c:v>
                </c:pt>
                <c:pt idx="94370">
                  <c:v>45779.807638888888</c:v>
                </c:pt>
                <c:pt idx="94371">
                  <c:v>45836.585416666669</c:v>
                </c:pt>
                <c:pt idx="94372">
                  <c:v>45313.595138888893</c:v>
                </c:pt>
                <c:pt idx="94373">
                  <c:v>45355.433333333327</c:v>
                </c:pt>
                <c:pt idx="94374">
                  <c:v>45435.388888888891</c:v>
                </c:pt>
                <c:pt idx="94375">
                  <c:v>45593.430555555547</c:v>
                </c:pt>
                <c:pt idx="94376">
                  <c:v>45723.887499999997</c:v>
                </c:pt>
                <c:pt idx="94377">
                  <c:v>45674.770138888889</c:v>
                </c:pt>
                <c:pt idx="94378">
                  <c:v>45746.963194444441</c:v>
                </c:pt>
                <c:pt idx="94379">
                  <c:v>45674.703472222223</c:v>
                </c:pt>
                <c:pt idx="94380">
                  <c:v>45643.743750000001</c:v>
                </c:pt>
                <c:pt idx="94381">
                  <c:v>45717.597222222219</c:v>
                </c:pt>
                <c:pt idx="94382">
                  <c:v>45743.405555555553</c:v>
                </c:pt>
                <c:pt idx="94383">
                  <c:v>45698.425000000003</c:v>
                </c:pt>
                <c:pt idx="94384">
                  <c:v>45800.463194444441</c:v>
                </c:pt>
                <c:pt idx="94385">
                  <c:v>45928.498611111107</c:v>
                </c:pt>
                <c:pt idx="94386">
                  <c:v>45981.114583333343</c:v>
                </c:pt>
                <c:pt idx="94387">
                  <c:v>45939.384027777778</c:v>
                </c:pt>
                <c:pt idx="94388">
                  <c:v>45995.008333333331</c:v>
                </c:pt>
                <c:pt idx="94389">
                  <c:v>45947.791666666657</c:v>
                </c:pt>
                <c:pt idx="94390">
                  <c:v>45950.571527777778</c:v>
                </c:pt>
                <c:pt idx="94391">
                  <c:v>45693.9</c:v>
                </c:pt>
                <c:pt idx="94392">
                  <c:v>45390.703472222223</c:v>
                </c:pt>
                <c:pt idx="94393">
                  <c:v>45878.490277777782</c:v>
                </c:pt>
                <c:pt idx="94394">
                  <c:v>45362.689583333333</c:v>
                </c:pt>
                <c:pt idx="94395">
                  <c:v>45889.651388888888</c:v>
                </c:pt>
                <c:pt idx="94396">
                  <c:v>45872.724305555559</c:v>
                </c:pt>
                <c:pt idx="94397">
                  <c:v>45737.824305555558</c:v>
                </c:pt>
                <c:pt idx="94398">
                  <c:v>45389.56527777778</c:v>
                </c:pt>
                <c:pt idx="94399">
                  <c:v>45811.712500000001</c:v>
                </c:pt>
                <c:pt idx="94400">
                  <c:v>45405.781944444447</c:v>
                </c:pt>
                <c:pt idx="94401">
                  <c:v>45935.540972222218</c:v>
                </c:pt>
                <c:pt idx="94402">
                  <c:v>45439.554166666669</c:v>
                </c:pt>
                <c:pt idx="94403">
                  <c:v>45728.116666666669</c:v>
                </c:pt>
                <c:pt idx="94404">
                  <c:v>45552.690972222219</c:v>
                </c:pt>
                <c:pt idx="94405">
                  <c:v>45845.518750000003</c:v>
                </c:pt>
                <c:pt idx="94406">
                  <c:v>45487.569444444453</c:v>
                </c:pt>
                <c:pt idx="94407">
                  <c:v>45873.765277777777</c:v>
                </c:pt>
                <c:pt idx="94408">
                  <c:v>45816.089583333327</c:v>
                </c:pt>
                <c:pt idx="94409">
                  <c:v>45756.386111111111</c:v>
                </c:pt>
                <c:pt idx="94410">
                  <c:v>45934.960416666669</c:v>
                </c:pt>
                <c:pt idx="94411">
                  <c:v>46020.803472222222</c:v>
                </c:pt>
                <c:pt idx="94412">
                  <c:v>45624.57708333333</c:v>
                </c:pt>
                <c:pt idx="94413">
                  <c:v>45781.763194444437</c:v>
                </c:pt>
                <c:pt idx="94414">
                  <c:v>45785.761805555558</c:v>
                </c:pt>
                <c:pt idx="94415">
                  <c:v>45821.57916666667</c:v>
                </c:pt>
                <c:pt idx="94416">
                  <c:v>45809.949305555558</c:v>
                </c:pt>
                <c:pt idx="94417">
                  <c:v>45998.930555555547</c:v>
                </c:pt>
                <c:pt idx="94418">
                  <c:v>45945.894444444442</c:v>
                </c:pt>
                <c:pt idx="94419">
                  <c:v>45518.652083333327</c:v>
                </c:pt>
                <c:pt idx="94420">
                  <c:v>45758.776388888888</c:v>
                </c:pt>
                <c:pt idx="94421">
                  <c:v>45574.319444444453</c:v>
                </c:pt>
                <c:pt idx="94422">
                  <c:v>45495.813194444447</c:v>
                </c:pt>
                <c:pt idx="94423">
                  <c:v>45608.740277777782</c:v>
                </c:pt>
                <c:pt idx="94424">
                  <c:v>45519.911805555559</c:v>
                </c:pt>
                <c:pt idx="94425">
                  <c:v>45337.56527777778</c:v>
                </c:pt>
                <c:pt idx="94426">
                  <c:v>45318.822222222218</c:v>
                </c:pt>
                <c:pt idx="94427">
                  <c:v>45320.479861111111</c:v>
                </c:pt>
                <c:pt idx="94428">
                  <c:v>45661.788194444453</c:v>
                </c:pt>
                <c:pt idx="94429">
                  <c:v>45961.149305555547</c:v>
                </c:pt>
                <c:pt idx="94430">
                  <c:v>45838.765277777777</c:v>
                </c:pt>
                <c:pt idx="94431">
                  <c:v>45699.40902777778</c:v>
                </c:pt>
                <c:pt idx="94432">
                  <c:v>45771.75</c:v>
                </c:pt>
                <c:pt idx="94433">
                  <c:v>45772.577777777777</c:v>
                </c:pt>
                <c:pt idx="94434">
                  <c:v>45964.263888888891</c:v>
                </c:pt>
                <c:pt idx="94435">
                  <c:v>45677.012499999997</c:v>
                </c:pt>
                <c:pt idx="94436">
                  <c:v>45618.01458333333</c:v>
                </c:pt>
                <c:pt idx="94437">
                  <c:v>45400.481249999997</c:v>
                </c:pt>
                <c:pt idx="94438">
                  <c:v>45515.986111111109</c:v>
                </c:pt>
                <c:pt idx="94439">
                  <c:v>45331.692361111112</c:v>
                </c:pt>
                <c:pt idx="94440">
                  <c:v>45978.674305555563</c:v>
                </c:pt>
                <c:pt idx="94441">
                  <c:v>45762.760416666657</c:v>
                </c:pt>
                <c:pt idx="94442">
                  <c:v>45722.919444444437</c:v>
                </c:pt>
                <c:pt idx="94443">
                  <c:v>45643.698611111111</c:v>
                </c:pt>
                <c:pt idx="94444">
                  <c:v>45881.87777777778</c:v>
                </c:pt>
                <c:pt idx="94445">
                  <c:v>45833.068055555559</c:v>
                </c:pt>
                <c:pt idx="94446">
                  <c:v>45881.87777777778</c:v>
                </c:pt>
                <c:pt idx="94447">
                  <c:v>45881.87777777778</c:v>
                </c:pt>
                <c:pt idx="94448">
                  <c:v>46000.07708333333</c:v>
                </c:pt>
                <c:pt idx="94449">
                  <c:v>46000.07708333333</c:v>
                </c:pt>
                <c:pt idx="94450">
                  <c:v>45833.068055555559</c:v>
                </c:pt>
                <c:pt idx="94451">
                  <c:v>46000.07708333333</c:v>
                </c:pt>
                <c:pt idx="94452">
                  <c:v>45833.068055555559</c:v>
                </c:pt>
                <c:pt idx="94453">
                  <c:v>45829.828472222223</c:v>
                </c:pt>
                <c:pt idx="94454">
                  <c:v>45865.939583333333</c:v>
                </c:pt>
                <c:pt idx="94455">
                  <c:v>45797.881944444453</c:v>
                </c:pt>
                <c:pt idx="94456">
                  <c:v>45757.838194444441</c:v>
                </c:pt>
                <c:pt idx="94457">
                  <c:v>45927.734027777777</c:v>
                </c:pt>
                <c:pt idx="94458">
                  <c:v>45631.845833333333</c:v>
                </c:pt>
                <c:pt idx="94459">
                  <c:v>45384.750694444447</c:v>
                </c:pt>
                <c:pt idx="94460">
                  <c:v>45461.744444444441</c:v>
                </c:pt>
                <c:pt idx="94461">
                  <c:v>45374.634722222218</c:v>
                </c:pt>
                <c:pt idx="94462">
                  <c:v>45374.634722222218</c:v>
                </c:pt>
                <c:pt idx="94463">
                  <c:v>45409.527083333327</c:v>
                </c:pt>
                <c:pt idx="94464">
                  <c:v>45409.527083333327</c:v>
                </c:pt>
                <c:pt idx="94465">
                  <c:v>45393.881249999999</c:v>
                </c:pt>
                <c:pt idx="94466">
                  <c:v>45393.881249999999</c:v>
                </c:pt>
                <c:pt idx="94467">
                  <c:v>45712.675000000003</c:v>
                </c:pt>
                <c:pt idx="94468">
                  <c:v>45712.675000000003</c:v>
                </c:pt>
                <c:pt idx="94469">
                  <c:v>45656.638888888891</c:v>
                </c:pt>
                <c:pt idx="94470">
                  <c:v>45950.30972222222</c:v>
                </c:pt>
                <c:pt idx="94471">
                  <c:v>45873.652083333327</c:v>
                </c:pt>
                <c:pt idx="94472">
                  <c:v>45887.461805555547</c:v>
                </c:pt>
                <c:pt idx="94473">
                  <c:v>45605.649305555547</c:v>
                </c:pt>
                <c:pt idx="94474">
                  <c:v>45571.972916666673</c:v>
                </c:pt>
                <c:pt idx="94475">
                  <c:v>45707.479166666657</c:v>
                </c:pt>
                <c:pt idx="94476">
                  <c:v>45895.455555555563</c:v>
                </c:pt>
                <c:pt idx="94477">
                  <c:v>45683.532638888893</c:v>
                </c:pt>
                <c:pt idx="94478">
                  <c:v>45958.453472222223</c:v>
                </c:pt>
                <c:pt idx="94479">
                  <c:v>45687.647222222222</c:v>
                </c:pt>
                <c:pt idx="94480">
                  <c:v>45719.39166666667</c:v>
                </c:pt>
                <c:pt idx="94481">
                  <c:v>45604.624305555553</c:v>
                </c:pt>
                <c:pt idx="94482">
                  <c:v>45691.442361111112</c:v>
                </c:pt>
                <c:pt idx="94483">
                  <c:v>45539.701388888891</c:v>
                </c:pt>
                <c:pt idx="94484">
                  <c:v>45453.401388888888</c:v>
                </c:pt>
                <c:pt idx="94485">
                  <c:v>45451.17291666667</c:v>
                </c:pt>
                <c:pt idx="94486">
                  <c:v>45994.317361111112</c:v>
                </c:pt>
                <c:pt idx="94487">
                  <c:v>45898.77847222222</c:v>
                </c:pt>
                <c:pt idx="94488">
                  <c:v>46010.323611111111</c:v>
                </c:pt>
                <c:pt idx="94489">
                  <c:v>45943.730555555558</c:v>
                </c:pt>
                <c:pt idx="94490">
                  <c:v>45751.591666666667</c:v>
                </c:pt>
                <c:pt idx="94491">
                  <c:v>45896.169444444437</c:v>
                </c:pt>
                <c:pt idx="94492">
                  <c:v>45644.212500000001</c:v>
                </c:pt>
                <c:pt idx="94493">
                  <c:v>45616.220833333333</c:v>
                </c:pt>
                <c:pt idx="94494">
                  <c:v>45451.98541666667</c:v>
                </c:pt>
                <c:pt idx="94495">
                  <c:v>45533.612500000003</c:v>
                </c:pt>
                <c:pt idx="94496">
                  <c:v>45533.470138888893</c:v>
                </c:pt>
                <c:pt idx="94497">
                  <c:v>45549.782638888893</c:v>
                </c:pt>
                <c:pt idx="94498">
                  <c:v>45507.371527777781</c:v>
                </c:pt>
                <c:pt idx="94499">
                  <c:v>45831.45</c:v>
                </c:pt>
                <c:pt idx="94500">
                  <c:v>45936.878472222219</c:v>
                </c:pt>
                <c:pt idx="94501">
                  <c:v>45799.55</c:v>
                </c:pt>
                <c:pt idx="94502">
                  <c:v>46009.527777777781</c:v>
                </c:pt>
                <c:pt idx="94503">
                  <c:v>45941.649305555547</c:v>
                </c:pt>
                <c:pt idx="94504">
                  <c:v>45865.461805555547</c:v>
                </c:pt>
                <c:pt idx="94505">
                  <c:v>45601.45208333333</c:v>
                </c:pt>
                <c:pt idx="94506">
                  <c:v>45834.447916666657</c:v>
                </c:pt>
                <c:pt idx="94507">
                  <c:v>45395.54583333333</c:v>
                </c:pt>
                <c:pt idx="94508">
                  <c:v>45630.595833333333</c:v>
                </c:pt>
                <c:pt idx="94509">
                  <c:v>46013.511111111111</c:v>
                </c:pt>
                <c:pt idx="94510">
                  <c:v>45992.586805555547</c:v>
                </c:pt>
                <c:pt idx="94511">
                  <c:v>45294.988888888889</c:v>
                </c:pt>
                <c:pt idx="94512">
                  <c:v>45794.581250000003</c:v>
                </c:pt>
                <c:pt idx="94513">
                  <c:v>46017.627083333333</c:v>
                </c:pt>
                <c:pt idx="94514">
                  <c:v>45739.580555555563</c:v>
                </c:pt>
                <c:pt idx="94515">
                  <c:v>45691.750694444447</c:v>
                </c:pt>
                <c:pt idx="94516">
                  <c:v>45947.586805555547</c:v>
                </c:pt>
                <c:pt idx="94517">
                  <c:v>45649.893055555563</c:v>
                </c:pt>
                <c:pt idx="94518">
                  <c:v>45720.265972222223</c:v>
                </c:pt>
                <c:pt idx="94519">
                  <c:v>45962.44027777778</c:v>
                </c:pt>
                <c:pt idx="94520">
                  <c:v>45686.348611111112</c:v>
                </c:pt>
                <c:pt idx="94521">
                  <c:v>45714.464583333327</c:v>
                </c:pt>
                <c:pt idx="94522">
                  <c:v>45935.580555555563</c:v>
                </c:pt>
                <c:pt idx="94523">
                  <c:v>45672.480555555558</c:v>
                </c:pt>
                <c:pt idx="94524">
                  <c:v>45698.438888888893</c:v>
                </c:pt>
                <c:pt idx="94525">
                  <c:v>45909.717361111107</c:v>
                </c:pt>
                <c:pt idx="94526">
                  <c:v>45784.38958333333</c:v>
                </c:pt>
                <c:pt idx="94527">
                  <c:v>45735.510416666657</c:v>
                </c:pt>
                <c:pt idx="94528">
                  <c:v>45806.469444444447</c:v>
                </c:pt>
                <c:pt idx="94529">
                  <c:v>45862.495138888888</c:v>
                </c:pt>
                <c:pt idx="94530">
                  <c:v>45375.5625</c:v>
                </c:pt>
                <c:pt idx="94531">
                  <c:v>45672.013888888891</c:v>
                </c:pt>
                <c:pt idx="94532">
                  <c:v>45488.456250000003</c:v>
                </c:pt>
                <c:pt idx="94533">
                  <c:v>45549.427083333343</c:v>
                </c:pt>
                <c:pt idx="94534">
                  <c:v>45807.950694444437</c:v>
                </c:pt>
                <c:pt idx="94535">
                  <c:v>45715.779861111107</c:v>
                </c:pt>
                <c:pt idx="94536">
                  <c:v>45436.670138888891</c:v>
                </c:pt>
                <c:pt idx="94537">
                  <c:v>45594.518055555563</c:v>
                </c:pt>
                <c:pt idx="94538">
                  <c:v>45323.504166666673</c:v>
                </c:pt>
                <c:pt idx="94539">
                  <c:v>45660.728472222218</c:v>
                </c:pt>
                <c:pt idx="94540">
                  <c:v>45879.665277777778</c:v>
                </c:pt>
                <c:pt idx="94541">
                  <c:v>45699.008333333331</c:v>
                </c:pt>
                <c:pt idx="94542">
                  <c:v>45682.998611111107</c:v>
                </c:pt>
                <c:pt idx="94543">
                  <c:v>45711.881944444453</c:v>
                </c:pt>
                <c:pt idx="94544">
                  <c:v>45669.76666666667</c:v>
                </c:pt>
                <c:pt idx="94545">
                  <c:v>45658.020833333343</c:v>
                </c:pt>
                <c:pt idx="94546">
                  <c:v>45617.345833333333</c:v>
                </c:pt>
                <c:pt idx="94547">
                  <c:v>45599.814583333333</c:v>
                </c:pt>
                <c:pt idx="94548">
                  <c:v>45730.76458333333</c:v>
                </c:pt>
                <c:pt idx="94549">
                  <c:v>45652.656944444447</c:v>
                </c:pt>
                <c:pt idx="94550">
                  <c:v>45370.40902777778</c:v>
                </c:pt>
                <c:pt idx="94551">
                  <c:v>45703.418749999997</c:v>
                </c:pt>
                <c:pt idx="94552">
                  <c:v>45715.652777777781</c:v>
                </c:pt>
                <c:pt idx="94553">
                  <c:v>45846.28402777778</c:v>
                </c:pt>
                <c:pt idx="94554">
                  <c:v>45891.395833333343</c:v>
                </c:pt>
                <c:pt idx="94555">
                  <c:v>45726.894444444442</c:v>
                </c:pt>
                <c:pt idx="94556">
                  <c:v>45516.50277777778</c:v>
                </c:pt>
                <c:pt idx="94557">
                  <c:v>46011.470138888893</c:v>
                </c:pt>
                <c:pt idx="94558">
                  <c:v>45399.792361111111</c:v>
                </c:pt>
                <c:pt idx="94559">
                  <c:v>45731.430555555547</c:v>
                </c:pt>
                <c:pt idx="94560">
                  <c:v>45429.401388888888</c:v>
                </c:pt>
                <c:pt idx="94561">
                  <c:v>45720.912499999999</c:v>
                </c:pt>
                <c:pt idx="94562">
                  <c:v>45440.697916666657</c:v>
                </c:pt>
                <c:pt idx="94563">
                  <c:v>45989.824999999997</c:v>
                </c:pt>
                <c:pt idx="94564">
                  <c:v>45745.26458333333</c:v>
                </c:pt>
                <c:pt idx="94565">
                  <c:v>45959.165277777778</c:v>
                </c:pt>
                <c:pt idx="94566">
                  <c:v>45893.707638888889</c:v>
                </c:pt>
                <c:pt idx="94567">
                  <c:v>45377.833333333343</c:v>
                </c:pt>
                <c:pt idx="94568">
                  <c:v>45717.305555555547</c:v>
                </c:pt>
                <c:pt idx="94569">
                  <c:v>45716.636805555558</c:v>
                </c:pt>
                <c:pt idx="94570">
                  <c:v>45989.418055555558</c:v>
                </c:pt>
                <c:pt idx="94571">
                  <c:v>45449.370833333327</c:v>
                </c:pt>
                <c:pt idx="94572">
                  <c:v>45715.408333333333</c:v>
                </c:pt>
                <c:pt idx="94573">
                  <c:v>45714.556944444441</c:v>
                </c:pt>
                <c:pt idx="94574">
                  <c:v>45594.458333333343</c:v>
                </c:pt>
                <c:pt idx="94575">
                  <c:v>45361.475694444453</c:v>
                </c:pt>
                <c:pt idx="94576">
                  <c:v>45606.792361111111</c:v>
                </c:pt>
                <c:pt idx="94577">
                  <c:v>45501.436805555553</c:v>
                </c:pt>
                <c:pt idx="94578">
                  <c:v>45919.588194444441</c:v>
                </c:pt>
                <c:pt idx="94579">
                  <c:v>45923.616666666669</c:v>
                </c:pt>
                <c:pt idx="94580">
                  <c:v>45761.996527777781</c:v>
                </c:pt>
                <c:pt idx="94581">
                  <c:v>45966.683333333327</c:v>
                </c:pt>
                <c:pt idx="94582">
                  <c:v>45682.536111111112</c:v>
                </c:pt>
                <c:pt idx="94583">
                  <c:v>45722.814583333333</c:v>
                </c:pt>
                <c:pt idx="94584">
                  <c:v>45946.522222222222</c:v>
                </c:pt>
                <c:pt idx="94585">
                  <c:v>45728.511805555558</c:v>
                </c:pt>
                <c:pt idx="94586">
                  <c:v>45658.927083333343</c:v>
                </c:pt>
                <c:pt idx="94587">
                  <c:v>45357.727083333331</c:v>
                </c:pt>
                <c:pt idx="94588">
                  <c:v>45730.368750000001</c:v>
                </c:pt>
                <c:pt idx="94589">
                  <c:v>45942.556944444441</c:v>
                </c:pt>
                <c:pt idx="94590">
                  <c:v>46002.592361111107</c:v>
                </c:pt>
                <c:pt idx="94591">
                  <c:v>46002.592361111107</c:v>
                </c:pt>
                <c:pt idx="94592">
                  <c:v>45650.116666666669</c:v>
                </c:pt>
                <c:pt idx="94593">
                  <c:v>45929.574305555558</c:v>
                </c:pt>
                <c:pt idx="94594">
                  <c:v>45650.116666666669</c:v>
                </c:pt>
                <c:pt idx="94595">
                  <c:v>45929.574305555558</c:v>
                </c:pt>
                <c:pt idx="94596">
                  <c:v>45942.556944444441</c:v>
                </c:pt>
                <c:pt idx="94597">
                  <c:v>45644.340277777781</c:v>
                </c:pt>
                <c:pt idx="94598">
                  <c:v>45719.586111111108</c:v>
                </c:pt>
                <c:pt idx="94599">
                  <c:v>45337.001388888893</c:v>
                </c:pt>
                <c:pt idx="94600">
                  <c:v>45548.89166666667</c:v>
                </c:pt>
                <c:pt idx="94601">
                  <c:v>45506.791666666657</c:v>
                </c:pt>
                <c:pt idx="94602">
                  <c:v>45294.434027777781</c:v>
                </c:pt>
                <c:pt idx="94603">
                  <c:v>45637.302777777782</c:v>
                </c:pt>
                <c:pt idx="94604">
                  <c:v>45973.513888888891</c:v>
                </c:pt>
                <c:pt idx="94605">
                  <c:v>45843.897916666669</c:v>
                </c:pt>
                <c:pt idx="94606">
                  <c:v>45821.918055555558</c:v>
                </c:pt>
                <c:pt idx="94607">
                  <c:v>45803.275694444441</c:v>
                </c:pt>
                <c:pt idx="94608">
                  <c:v>45460.75277777778</c:v>
                </c:pt>
                <c:pt idx="94609">
                  <c:v>45883.793749999997</c:v>
                </c:pt>
                <c:pt idx="94610">
                  <c:v>45768.680555555547</c:v>
                </c:pt>
                <c:pt idx="94611">
                  <c:v>45790.493750000001</c:v>
                </c:pt>
                <c:pt idx="94612">
                  <c:v>45864.936805555553</c:v>
                </c:pt>
                <c:pt idx="94613">
                  <c:v>45737.90625</c:v>
                </c:pt>
                <c:pt idx="94614">
                  <c:v>45698.838888888888</c:v>
                </c:pt>
                <c:pt idx="94615">
                  <c:v>45889.87222222222</c:v>
                </c:pt>
                <c:pt idx="94616">
                  <c:v>45958.770138888889</c:v>
                </c:pt>
                <c:pt idx="94617">
                  <c:v>45704.956944444442</c:v>
                </c:pt>
                <c:pt idx="94618">
                  <c:v>45762.55</c:v>
                </c:pt>
                <c:pt idx="94619">
                  <c:v>45999.960416666669</c:v>
                </c:pt>
                <c:pt idx="94620">
                  <c:v>45924.621527777781</c:v>
                </c:pt>
                <c:pt idx="94621">
                  <c:v>45793.979861111111</c:v>
                </c:pt>
                <c:pt idx="94622">
                  <c:v>45721.534722222219</c:v>
                </c:pt>
                <c:pt idx="94623">
                  <c:v>45558.743750000001</c:v>
                </c:pt>
                <c:pt idx="94624">
                  <c:v>45326.288194444453</c:v>
                </c:pt>
                <c:pt idx="94625">
                  <c:v>45857.227083333331</c:v>
                </c:pt>
                <c:pt idx="94626">
                  <c:v>45887.945138888892</c:v>
                </c:pt>
                <c:pt idx="94627">
                  <c:v>45927.131944444453</c:v>
                </c:pt>
                <c:pt idx="94628">
                  <c:v>45332.186111111107</c:v>
                </c:pt>
                <c:pt idx="94629">
                  <c:v>45321.375694444447</c:v>
                </c:pt>
                <c:pt idx="94630">
                  <c:v>45652.390277777777</c:v>
                </c:pt>
                <c:pt idx="94631">
                  <c:v>45329.143750000003</c:v>
                </c:pt>
                <c:pt idx="94632">
                  <c:v>45698.142361111109</c:v>
                </c:pt>
                <c:pt idx="94633">
                  <c:v>45423.885416666657</c:v>
                </c:pt>
                <c:pt idx="94634">
                  <c:v>45488.405555555553</c:v>
                </c:pt>
                <c:pt idx="94635">
                  <c:v>45944.896527777782</c:v>
                </c:pt>
                <c:pt idx="94636">
                  <c:v>45853.423611111109</c:v>
                </c:pt>
                <c:pt idx="94637">
                  <c:v>45866.613194444442</c:v>
                </c:pt>
                <c:pt idx="94638">
                  <c:v>45839.400694444441</c:v>
                </c:pt>
                <c:pt idx="94639">
                  <c:v>45942.493750000001</c:v>
                </c:pt>
                <c:pt idx="94640">
                  <c:v>45701.688888888893</c:v>
                </c:pt>
                <c:pt idx="94641">
                  <c:v>45749.631944444453</c:v>
                </c:pt>
                <c:pt idx="94642">
                  <c:v>45650.82916666667</c:v>
                </c:pt>
                <c:pt idx="94643">
                  <c:v>45863.442361111112</c:v>
                </c:pt>
                <c:pt idx="94644">
                  <c:v>45778.652083333327</c:v>
                </c:pt>
                <c:pt idx="94645">
                  <c:v>45943.397222222222</c:v>
                </c:pt>
                <c:pt idx="94646">
                  <c:v>45943.397222222222</c:v>
                </c:pt>
                <c:pt idx="94647">
                  <c:v>46018.775000000001</c:v>
                </c:pt>
                <c:pt idx="94648">
                  <c:v>46018.775000000001</c:v>
                </c:pt>
                <c:pt idx="94649">
                  <c:v>45563.707638888889</c:v>
                </c:pt>
                <c:pt idx="94650">
                  <c:v>45855.382638888892</c:v>
                </c:pt>
                <c:pt idx="94651">
                  <c:v>45305.436111111107</c:v>
                </c:pt>
                <c:pt idx="94652">
                  <c:v>45473.768055555563</c:v>
                </c:pt>
                <c:pt idx="94653">
                  <c:v>45684.768750000003</c:v>
                </c:pt>
                <c:pt idx="94654">
                  <c:v>45497.820833333331</c:v>
                </c:pt>
                <c:pt idx="94655">
                  <c:v>45688.027777777781</c:v>
                </c:pt>
                <c:pt idx="94656">
                  <c:v>45839.698611111111</c:v>
                </c:pt>
                <c:pt idx="94657">
                  <c:v>45782.948611111111</c:v>
                </c:pt>
                <c:pt idx="94658">
                  <c:v>45796.623611111107</c:v>
                </c:pt>
                <c:pt idx="94659">
                  <c:v>45318.56527777778</c:v>
                </c:pt>
                <c:pt idx="94660">
                  <c:v>45664.78125</c:v>
                </c:pt>
                <c:pt idx="94661">
                  <c:v>46005.374305555553</c:v>
                </c:pt>
                <c:pt idx="94662">
                  <c:v>45801.365972222222</c:v>
                </c:pt>
                <c:pt idx="94663">
                  <c:v>46001.422222222223</c:v>
                </c:pt>
                <c:pt idx="94664">
                  <c:v>45708.51458333333</c:v>
                </c:pt>
                <c:pt idx="94665">
                  <c:v>45680.789583333331</c:v>
                </c:pt>
                <c:pt idx="94666">
                  <c:v>45651.484722222223</c:v>
                </c:pt>
                <c:pt idx="94667">
                  <c:v>45658.936111111107</c:v>
                </c:pt>
                <c:pt idx="94668">
                  <c:v>45778.819444444453</c:v>
                </c:pt>
                <c:pt idx="94669">
                  <c:v>45778.819444444453</c:v>
                </c:pt>
                <c:pt idx="94670">
                  <c:v>45658.936111111107</c:v>
                </c:pt>
                <c:pt idx="94671">
                  <c:v>45651.484722222223</c:v>
                </c:pt>
                <c:pt idx="94672">
                  <c:v>45511.756944444453</c:v>
                </c:pt>
                <c:pt idx="94673">
                  <c:v>45988.311111111107</c:v>
                </c:pt>
                <c:pt idx="94674">
                  <c:v>45561.758333333331</c:v>
                </c:pt>
                <c:pt idx="94675">
                  <c:v>45826.420138888891</c:v>
                </c:pt>
                <c:pt idx="94676">
                  <c:v>45652.434027777781</c:v>
                </c:pt>
                <c:pt idx="94677">
                  <c:v>45678.821527777778</c:v>
                </c:pt>
                <c:pt idx="94678">
                  <c:v>45493.357638888891</c:v>
                </c:pt>
                <c:pt idx="94679">
                  <c:v>45393.772916666669</c:v>
                </c:pt>
                <c:pt idx="94680">
                  <c:v>45964.488888888889</c:v>
                </c:pt>
                <c:pt idx="94681">
                  <c:v>45792.302777777782</c:v>
                </c:pt>
                <c:pt idx="94682">
                  <c:v>45723.071527777778</c:v>
                </c:pt>
                <c:pt idx="94683">
                  <c:v>45691.8125</c:v>
                </c:pt>
                <c:pt idx="94684">
                  <c:v>46010.625694444447</c:v>
                </c:pt>
                <c:pt idx="94685">
                  <c:v>45937.744444444441</c:v>
                </c:pt>
                <c:pt idx="94686">
                  <c:v>45295.863888888889</c:v>
                </c:pt>
                <c:pt idx="94687">
                  <c:v>45930.375694444447</c:v>
                </c:pt>
                <c:pt idx="94688">
                  <c:v>45765.529861111107</c:v>
                </c:pt>
                <c:pt idx="94689">
                  <c:v>45634.988888888889</c:v>
                </c:pt>
                <c:pt idx="94690">
                  <c:v>45912.611805555563</c:v>
                </c:pt>
                <c:pt idx="94691">
                  <c:v>45917.302777777782</c:v>
                </c:pt>
                <c:pt idx="94692">
                  <c:v>45889.369444444441</c:v>
                </c:pt>
                <c:pt idx="94693">
                  <c:v>45950.270833333343</c:v>
                </c:pt>
                <c:pt idx="94694">
                  <c:v>45999.429166666669</c:v>
                </c:pt>
                <c:pt idx="94695">
                  <c:v>46010.59652777778</c:v>
                </c:pt>
                <c:pt idx="94696">
                  <c:v>45642.396527777782</c:v>
                </c:pt>
                <c:pt idx="94697">
                  <c:v>45986.82916666667</c:v>
                </c:pt>
                <c:pt idx="94698">
                  <c:v>45448.019444444442</c:v>
                </c:pt>
                <c:pt idx="94699">
                  <c:v>45881.717361111107</c:v>
                </c:pt>
                <c:pt idx="94700">
                  <c:v>45496.656944444447</c:v>
                </c:pt>
                <c:pt idx="94701">
                  <c:v>45467.900694444441</c:v>
                </c:pt>
                <c:pt idx="94702">
                  <c:v>45376.835416666669</c:v>
                </c:pt>
                <c:pt idx="94703">
                  <c:v>45392.543749999997</c:v>
                </c:pt>
                <c:pt idx="94704">
                  <c:v>45301.590277777781</c:v>
                </c:pt>
                <c:pt idx="94705">
                  <c:v>45363.493750000001</c:v>
                </c:pt>
                <c:pt idx="94706">
                  <c:v>45405.549305555563</c:v>
                </c:pt>
                <c:pt idx="94707">
                  <c:v>45550.405555555553</c:v>
                </c:pt>
                <c:pt idx="94708">
                  <c:v>45981.538888888892</c:v>
                </c:pt>
                <c:pt idx="94709">
                  <c:v>45732.458333333343</c:v>
                </c:pt>
                <c:pt idx="94710">
                  <c:v>45437.796527777777</c:v>
                </c:pt>
                <c:pt idx="94711">
                  <c:v>45517.284722222219</c:v>
                </c:pt>
                <c:pt idx="94712">
                  <c:v>45345.355555555558</c:v>
                </c:pt>
                <c:pt idx="94713">
                  <c:v>45670.731944444437</c:v>
                </c:pt>
                <c:pt idx="94714">
                  <c:v>45478.748611111107</c:v>
                </c:pt>
                <c:pt idx="94715">
                  <c:v>45843.720138888893</c:v>
                </c:pt>
                <c:pt idx="94716">
                  <c:v>45622.856944444437</c:v>
                </c:pt>
                <c:pt idx="94717">
                  <c:v>45843.713888888888</c:v>
                </c:pt>
                <c:pt idx="94718">
                  <c:v>45984.800694444442</c:v>
                </c:pt>
                <c:pt idx="94719">
                  <c:v>45869.84375</c:v>
                </c:pt>
                <c:pt idx="94720">
                  <c:v>45795.806944444441</c:v>
                </c:pt>
                <c:pt idx="94721">
                  <c:v>45759.375694444447</c:v>
                </c:pt>
                <c:pt idx="94722">
                  <c:v>45422.401388888888</c:v>
                </c:pt>
                <c:pt idx="94723">
                  <c:v>45603.945138888892</c:v>
                </c:pt>
                <c:pt idx="94724">
                  <c:v>45992.924305555563</c:v>
                </c:pt>
                <c:pt idx="94725">
                  <c:v>45594.861805555563</c:v>
                </c:pt>
                <c:pt idx="94726">
                  <c:v>45830.323611111111</c:v>
                </c:pt>
                <c:pt idx="94727">
                  <c:v>45326.833333333343</c:v>
                </c:pt>
                <c:pt idx="94728">
                  <c:v>45656.070138888892</c:v>
                </c:pt>
                <c:pt idx="94729">
                  <c:v>45453.621527777781</c:v>
                </c:pt>
                <c:pt idx="94730">
                  <c:v>45565.745138888888</c:v>
                </c:pt>
                <c:pt idx="94731">
                  <c:v>45627.620138888888</c:v>
                </c:pt>
                <c:pt idx="94732">
                  <c:v>45507.674305555563</c:v>
                </c:pt>
                <c:pt idx="94733">
                  <c:v>45585.739583333343</c:v>
                </c:pt>
                <c:pt idx="94734">
                  <c:v>45793.411111111112</c:v>
                </c:pt>
                <c:pt idx="94735">
                  <c:v>45563.638888888891</c:v>
                </c:pt>
                <c:pt idx="94736">
                  <c:v>45895.93472222222</c:v>
                </c:pt>
                <c:pt idx="94737">
                  <c:v>46020.462500000001</c:v>
                </c:pt>
                <c:pt idx="94738">
                  <c:v>45914.627083333333</c:v>
                </c:pt>
                <c:pt idx="94739">
                  <c:v>45318.326388888891</c:v>
                </c:pt>
                <c:pt idx="94740">
                  <c:v>46007.638888888891</c:v>
                </c:pt>
                <c:pt idx="94741">
                  <c:v>45805.054861111108</c:v>
                </c:pt>
                <c:pt idx="94742">
                  <c:v>45922.97152777778</c:v>
                </c:pt>
                <c:pt idx="94743">
                  <c:v>45615.738194444442</c:v>
                </c:pt>
                <c:pt idx="94744">
                  <c:v>45919.199305555558</c:v>
                </c:pt>
                <c:pt idx="94745">
                  <c:v>45345.535416666673</c:v>
                </c:pt>
                <c:pt idx="94746">
                  <c:v>45298.613888888889</c:v>
                </c:pt>
                <c:pt idx="94747">
                  <c:v>45994.326388888891</c:v>
                </c:pt>
                <c:pt idx="94748">
                  <c:v>45360.368750000001</c:v>
                </c:pt>
                <c:pt idx="94749">
                  <c:v>45986.613194444442</c:v>
                </c:pt>
                <c:pt idx="94750">
                  <c:v>45352.298611111109</c:v>
                </c:pt>
                <c:pt idx="94751">
                  <c:v>45761.239583333343</c:v>
                </c:pt>
                <c:pt idx="94752">
                  <c:v>45293.32708333333</c:v>
                </c:pt>
                <c:pt idx="94753">
                  <c:v>45809.745138888888</c:v>
                </c:pt>
                <c:pt idx="94754">
                  <c:v>45431.703472222223</c:v>
                </c:pt>
                <c:pt idx="94755">
                  <c:v>45704.368055555547</c:v>
                </c:pt>
                <c:pt idx="94756">
                  <c:v>45777.55972222222</c:v>
                </c:pt>
                <c:pt idx="94757">
                  <c:v>45776.821527777778</c:v>
                </c:pt>
                <c:pt idx="94758">
                  <c:v>45787.560416666667</c:v>
                </c:pt>
                <c:pt idx="94759">
                  <c:v>45783.693749999999</c:v>
                </c:pt>
                <c:pt idx="94760">
                  <c:v>46011.540277777778</c:v>
                </c:pt>
                <c:pt idx="94761">
                  <c:v>45906.963888888888</c:v>
                </c:pt>
                <c:pt idx="94762">
                  <c:v>45908.696527777778</c:v>
                </c:pt>
                <c:pt idx="94763">
                  <c:v>45413.53402777778</c:v>
                </c:pt>
                <c:pt idx="94764">
                  <c:v>45341.795138888891</c:v>
                </c:pt>
                <c:pt idx="94765">
                  <c:v>45296.549305555563</c:v>
                </c:pt>
                <c:pt idx="94766">
                  <c:v>45368.556944444441</c:v>
                </c:pt>
                <c:pt idx="94767">
                  <c:v>45459.984722222223</c:v>
                </c:pt>
                <c:pt idx="94768">
                  <c:v>45823.824305555558</c:v>
                </c:pt>
                <c:pt idx="94769">
                  <c:v>45471.305555555547</c:v>
                </c:pt>
                <c:pt idx="94770">
                  <c:v>45604.786111111112</c:v>
                </c:pt>
                <c:pt idx="94771">
                  <c:v>45963.477083333331</c:v>
                </c:pt>
                <c:pt idx="94772">
                  <c:v>45694.784722222219</c:v>
                </c:pt>
                <c:pt idx="94773">
                  <c:v>45590.306944444441</c:v>
                </c:pt>
                <c:pt idx="94774">
                  <c:v>45832.51666666667</c:v>
                </c:pt>
                <c:pt idx="94775">
                  <c:v>45392.47152777778</c:v>
                </c:pt>
                <c:pt idx="94776">
                  <c:v>45538.522916666669</c:v>
                </c:pt>
                <c:pt idx="94777">
                  <c:v>45835.815972222219</c:v>
                </c:pt>
                <c:pt idx="94778">
                  <c:v>45795.462500000001</c:v>
                </c:pt>
                <c:pt idx="94779">
                  <c:v>45848.671527777777</c:v>
                </c:pt>
                <c:pt idx="94780">
                  <c:v>45842.838194444441</c:v>
                </c:pt>
                <c:pt idx="94781">
                  <c:v>45851.821527777778</c:v>
                </c:pt>
                <c:pt idx="94782">
                  <c:v>45876.456250000003</c:v>
                </c:pt>
                <c:pt idx="94783">
                  <c:v>45994.463194444441</c:v>
                </c:pt>
                <c:pt idx="94784">
                  <c:v>45978.54791666667</c:v>
                </c:pt>
                <c:pt idx="94785">
                  <c:v>45669.768055555563</c:v>
                </c:pt>
                <c:pt idx="94786">
                  <c:v>45633.947916666657</c:v>
                </c:pt>
                <c:pt idx="94787">
                  <c:v>45925.381249999999</c:v>
                </c:pt>
                <c:pt idx="94788">
                  <c:v>45761.838888888888</c:v>
                </c:pt>
                <c:pt idx="94789">
                  <c:v>45633.947916666657</c:v>
                </c:pt>
                <c:pt idx="94790">
                  <c:v>45761.838888888888</c:v>
                </c:pt>
                <c:pt idx="94791">
                  <c:v>45836.593055555553</c:v>
                </c:pt>
                <c:pt idx="94792">
                  <c:v>45836.593055555553</c:v>
                </c:pt>
                <c:pt idx="94793">
                  <c:v>45669.768055555563</c:v>
                </c:pt>
                <c:pt idx="94794">
                  <c:v>45925.381249999999</c:v>
                </c:pt>
                <c:pt idx="94795">
                  <c:v>46022.763194444437</c:v>
                </c:pt>
                <c:pt idx="94796">
                  <c:v>46022.763194444437</c:v>
                </c:pt>
                <c:pt idx="94797">
                  <c:v>45763.410416666673</c:v>
                </c:pt>
                <c:pt idx="94798">
                  <c:v>45597.425694444442</c:v>
                </c:pt>
                <c:pt idx="94799">
                  <c:v>45583.901388888888</c:v>
                </c:pt>
                <c:pt idx="94800">
                  <c:v>45609.720138888893</c:v>
                </c:pt>
                <c:pt idx="94801">
                  <c:v>45555.84652777778</c:v>
                </c:pt>
                <c:pt idx="94802">
                  <c:v>45672.910416666673</c:v>
                </c:pt>
                <c:pt idx="94803">
                  <c:v>45767.552083333343</c:v>
                </c:pt>
                <c:pt idx="94804">
                  <c:v>45737.822222222218</c:v>
                </c:pt>
                <c:pt idx="94805">
                  <c:v>45784.491666666669</c:v>
                </c:pt>
                <c:pt idx="94806">
                  <c:v>45704.078472222223</c:v>
                </c:pt>
                <c:pt idx="94807">
                  <c:v>45705.673611111109</c:v>
                </c:pt>
                <c:pt idx="94808">
                  <c:v>45458.728472222218</c:v>
                </c:pt>
                <c:pt idx="94809">
                  <c:v>45467.93472222222</c:v>
                </c:pt>
                <c:pt idx="94810">
                  <c:v>45673.512499999997</c:v>
                </c:pt>
                <c:pt idx="94811">
                  <c:v>46011.669444444437</c:v>
                </c:pt>
                <c:pt idx="94812">
                  <c:v>45728.901388888888</c:v>
                </c:pt>
                <c:pt idx="94813">
                  <c:v>45823.618055555547</c:v>
                </c:pt>
                <c:pt idx="94814">
                  <c:v>45390.809027777781</c:v>
                </c:pt>
                <c:pt idx="94815">
                  <c:v>45358.824999999997</c:v>
                </c:pt>
                <c:pt idx="94816">
                  <c:v>46022.43472222222</c:v>
                </c:pt>
                <c:pt idx="94817">
                  <c:v>45957.406944444447</c:v>
                </c:pt>
                <c:pt idx="94818">
                  <c:v>45574.730555555558</c:v>
                </c:pt>
                <c:pt idx="94819">
                  <c:v>46003.351388888892</c:v>
                </c:pt>
                <c:pt idx="94820">
                  <c:v>45695.566666666673</c:v>
                </c:pt>
                <c:pt idx="94821">
                  <c:v>45641.486805555563</c:v>
                </c:pt>
                <c:pt idx="94822">
                  <c:v>45883.642361111109</c:v>
                </c:pt>
                <c:pt idx="94823">
                  <c:v>45994.493750000001</c:v>
                </c:pt>
                <c:pt idx="94824">
                  <c:v>45353.974305555559</c:v>
                </c:pt>
                <c:pt idx="94825">
                  <c:v>45552.511111111111</c:v>
                </c:pt>
                <c:pt idx="94826">
                  <c:v>45581.677777777782</c:v>
                </c:pt>
                <c:pt idx="94827">
                  <c:v>45619.709027777782</c:v>
                </c:pt>
                <c:pt idx="94828">
                  <c:v>45311.67291666667</c:v>
                </c:pt>
                <c:pt idx="94829">
                  <c:v>45970.929861111108</c:v>
                </c:pt>
                <c:pt idx="94830">
                  <c:v>45981.084722222222</c:v>
                </c:pt>
                <c:pt idx="94831">
                  <c:v>45488.53402777778</c:v>
                </c:pt>
                <c:pt idx="94832">
                  <c:v>45765.584722222222</c:v>
                </c:pt>
                <c:pt idx="94833">
                  <c:v>45422.456250000003</c:v>
                </c:pt>
                <c:pt idx="94834">
                  <c:v>45909.664583333331</c:v>
                </c:pt>
                <c:pt idx="94835">
                  <c:v>45387.660416666673</c:v>
                </c:pt>
                <c:pt idx="94836">
                  <c:v>45386.56527777778</c:v>
                </c:pt>
                <c:pt idx="94837">
                  <c:v>45742.412499999999</c:v>
                </c:pt>
                <c:pt idx="94838">
                  <c:v>45729.556944444441</c:v>
                </c:pt>
                <c:pt idx="94839">
                  <c:v>45562.902083333327</c:v>
                </c:pt>
                <c:pt idx="94840">
                  <c:v>45609.954861111109</c:v>
                </c:pt>
                <c:pt idx="94841">
                  <c:v>45305.745138888888</c:v>
                </c:pt>
                <c:pt idx="94842">
                  <c:v>45896.681944444441</c:v>
                </c:pt>
                <c:pt idx="94843">
                  <c:v>45568.850694444453</c:v>
                </c:pt>
                <c:pt idx="94844">
                  <c:v>45667.510416666657</c:v>
                </c:pt>
                <c:pt idx="94845">
                  <c:v>45887.34652777778</c:v>
                </c:pt>
                <c:pt idx="94846">
                  <c:v>45964.543749999997</c:v>
                </c:pt>
                <c:pt idx="94847">
                  <c:v>45380.732638888891</c:v>
                </c:pt>
                <c:pt idx="94848">
                  <c:v>45632.826388888891</c:v>
                </c:pt>
                <c:pt idx="94849">
                  <c:v>45532.751388888893</c:v>
                </c:pt>
                <c:pt idx="94850">
                  <c:v>46016.464583333327</c:v>
                </c:pt>
                <c:pt idx="94851">
                  <c:v>45894.534722222219</c:v>
                </c:pt>
                <c:pt idx="94852">
                  <c:v>45790.012499999997</c:v>
                </c:pt>
                <c:pt idx="94853">
                  <c:v>45802.925000000003</c:v>
                </c:pt>
                <c:pt idx="94854">
                  <c:v>45910.307638888888</c:v>
                </c:pt>
                <c:pt idx="94855">
                  <c:v>45833.465277777781</c:v>
                </c:pt>
                <c:pt idx="94856">
                  <c:v>45936.304166666669</c:v>
                </c:pt>
                <c:pt idx="94857">
                  <c:v>45862.354861111111</c:v>
                </c:pt>
                <c:pt idx="94858">
                  <c:v>45536.44027777778</c:v>
                </c:pt>
                <c:pt idx="94859">
                  <c:v>45636.550694444442</c:v>
                </c:pt>
                <c:pt idx="94860">
                  <c:v>45971.620138888888</c:v>
                </c:pt>
                <c:pt idx="94861">
                  <c:v>45722.579861111109</c:v>
                </c:pt>
                <c:pt idx="94862">
                  <c:v>45810.508333333331</c:v>
                </c:pt>
                <c:pt idx="94863">
                  <c:v>45773.60833333333</c:v>
                </c:pt>
                <c:pt idx="94864">
                  <c:v>45628.593055555553</c:v>
                </c:pt>
                <c:pt idx="94865">
                  <c:v>45519.538194444453</c:v>
                </c:pt>
                <c:pt idx="94866">
                  <c:v>45417.599305555559</c:v>
                </c:pt>
                <c:pt idx="94867">
                  <c:v>45333.384722222218</c:v>
                </c:pt>
                <c:pt idx="94868">
                  <c:v>45554.553472222222</c:v>
                </c:pt>
                <c:pt idx="94869">
                  <c:v>45337.558333333327</c:v>
                </c:pt>
                <c:pt idx="94870">
                  <c:v>45455.433333333327</c:v>
                </c:pt>
                <c:pt idx="94871">
                  <c:v>45938.836805555547</c:v>
                </c:pt>
                <c:pt idx="94872">
                  <c:v>45468.109722222223</c:v>
                </c:pt>
                <c:pt idx="94873">
                  <c:v>45676.661111111112</c:v>
                </c:pt>
                <c:pt idx="94874">
                  <c:v>45717.714583333327</c:v>
                </c:pt>
                <c:pt idx="94875">
                  <c:v>45761.473611111112</c:v>
                </c:pt>
                <c:pt idx="94876">
                  <c:v>45457.910416666673</c:v>
                </c:pt>
                <c:pt idx="94877">
                  <c:v>45893.344444444447</c:v>
                </c:pt>
                <c:pt idx="94878">
                  <c:v>45900.652083333327</c:v>
                </c:pt>
                <c:pt idx="94879">
                  <c:v>45457.910416666673</c:v>
                </c:pt>
                <c:pt idx="94880">
                  <c:v>45353.912499999999</c:v>
                </c:pt>
                <c:pt idx="94881">
                  <c:v>45900.652083333327</c:v>
                </c:pt>
                <c:pt idx="94882">
                  <c:v>45893.344444444447</c:v>
                </c:pt>
                <c:pt idx="94883">
                  <c:v>45353.912499999999</c:v>
                </c:pt>
                <c:pt idx="94884">
                  <c:v>45950.618750000001</c:v>
                </c:pt>
                <c:pt idx="94885">
                  <c:v>45686.82916666667</c:v>
                </c:pt>
                <c:pt idx="94886">
                  <c:v>45950.618750000001</c:v>
                </c:pt>
                <c:pt idx="94887">
                  <c:v>45826.677083333343</c:v>
                </c:pt>
                <c:pt idx="94888">
                  <c:v>45532.712500000001</c:v>
                </c:pt>
                <c:pt idx="94889">
                  <c:v>45826.677083333343</c:v>
                </c:pt>
                <c:pt idx="94890">
                  <c:v>45722.290972222218</c:v>
                </c:pt>
                <c:pt idx="94891">
                  <c:v>45586.229166666657</c:v>
                </c:pt>
                <c:pt idx="94892">
                  <c:v>45722.290972222218</c:v>
                </c:pt>
                <c:pt idx="94893">
                  <c:v>45532.712500000001</c:v>
                </c:pt>
                <c:pt idx="94894">
                  <c:v>45686.82916666667</c:v>
                </c:pt>
                <c:pt idx="94895">
                  <c:v>45586.229166666657</c:v>
                </c:pt>
                <c:pt idx="94896">
                  <c:v>46009.850694444453</c:v>
                </c:pt>
                <c:pt idx="94897">
                  <c:v>45998.54583333333</c:v>
                </c:pt>
                <c:pt idx="94898">
                  <c:v>45712.551388888889</c:v>
                </c:pt>
                <c:pt idx="94899">
                  <c:v>45773.503472222219</c:v>
                </c:pt>
                <c:pt idx="94900">
                  <c:v>45867.929861111108</c:v>
                </c:pt>
                <c:pt idx="94901">
                  <c:v>45747.731249999997</c:v>
                </c:pt>
                <c:pt idx="94902">
                  <c:v>45908.479861111111</c:v>
                </c:pt>
                <c:pt idx="94903">
                  <c:v>45818.824305555558</c:v>
                </c:pt>
                <c:pt idx="94904">
                  <c:v>45757.744444444441</c:v>
                </c:pt>
                <c:pt idx="94905">
                  <c:v>45774.706944444442</c:v>
                </c:pt>
                <c:pt idx="94906">
                  <c:v>45848.949305555558</c:v>
                </c:pt>
                <c:pt idx="94907">
                  <c:v>45990.015277777777</c:v>
                </c:pt>
                <c:pt idx="94908">
                  <c:v>45669</c:v>
                </c:pt>
                <c:pt idx="94909">
                  <c:v>45992.035416666673</c:v>
                </c:pt>
                <c:pt idx="94910">
                  <c:v>45626.815972222219</c:v>
                </c:pt>
                <c:pt idx="94911">
                  <c:v>45567.792361111111</c:v>
                </c:pt>
                <c:pt idx="94912">
                  <c:v>45475.656944444447</c:v>
                </c:pt>
                <c:pt idx="94913">
                  <c:v>45607.543749999997</c:v>
                </c:pt>
                <c:pt idx="94914">
                  <c:v>45831.324999999997</c:v>
                </c:pt>
                <c:pt idx="94915">
                  <c:v>45356.055555555547</c:v>
                </c:pt>
                <c:pt idx="94916">
                  <c:v>45415.323611111111</c:v>
                </c:pt>
                <c:pt idx="94917">
                  <c:v>45978.474305555559</c:v>
                </c:pt>
                <c:pt idx="94918">
                  <c:v>45983.453472222223</c:v>
                </c:pt>
                <c:pt idx="94919">
                  <c:v>45376.689583333333</c:v>
                </c:pt>
                <c:pt idx="94920">
                  <c:v>45351.69027777778</c:v>
                </c:pt>
                <c:pt idx="94921">
                  <c:v>45330.692361111112</c:v>
                </c:pt>
                <c:pt idx="94922">
                  <c:v>45927.669444444437</c:v>
                </c:pt>
                <c:pt idx="94923">
                  <c:v>45817.551388888889</c:v>
                </c:pt>
                <c:pt idx="94924">
                  <c:v>45790.743055555547</c:v>
                </c:pt>
                <c:pt idx="94925">
                  <c:v>46006.513888888891</c:v>
                </c:pt>
                <c:pt idx="94926">
                  <c:v>45860.442361111112</c:v>
                </c:pt>
                <c:pt idx="94927">
                  <c:v>45693.577777777777</c:v>
                </c:pt>
                <c:pt idx="94928">
                  <c:v>45566.703472222223</c:v>
                </c:pt>
                <c:pt idx="94929">
                  <c:v>45860.623611111107</c:v>
                </c:pt>
                <c:pt idx="94930">
                  <c:v>45637.541666666657</c:v>
                </c:pt>
                <c:pt idx="94931">
                  <c:v>45735.793055555558</c:v>
                </c:pt>
                <c:pt idx="94932">
                  <c:v>45950.811805555553</c:v>
                </c:pt>
                <c:pt idx="94933">
                  <c:v>45923.84375</c:v>
                </c:pt>
                <c:pt idx="94934">
                  <c:v>45870.499305555553</c:v>
                </c:pt>
                <c:pt idx="94935">
                  <c:v>45784.1</c:v>
                </c:pt>
                <c:pt idx="94936">
                  <c:v>45563.040972222218</c:v>
                </c:pt>
                <c:pt idx="94937">
                  <c:v>45874.293055555558</c:v>
                </c:pt>
                <c:pt idx="94938">
                  <c:v>45688.032638888893</c:v>
                </c:pt>
                <c:pt idx="94939">
                  <c:v>45655.92291666667</c:v>
                </c:pt>
                <c:pt idx="94940">
                  <c:v>45400.256249999999</c:v>
                </c:pt>
                <c:pt idx="94941">
                  <c:v>45916.709027777782</c:v>
                </c:pt>
                <c:pt idx="94942">
                  <c:v>45856.03125</c:v>
                </c:pt>
                <c:pt idx="94943">
                  <c:v>45682.169444444437</c:v>
                </c:pt>
                <c:pt idx="94944">
                  <c:v>45706.020833333343</c:v>
                </c:pt>
                <c:pt idx="94945">
                  <c:v>45525.595138888893</c:v>
                </c:pt>
                <c:pt idx="94946">
                  <c:v>45640.06527777778</c:v>
                </c:pt>
                <c:pt idx="94947">
                  <c:v>46020.554861111108</c:v>
                </c:pt>
                <c:pt idx="94948">
                  <c:v>46023.881249999999</c:v>
                </c:pt>
                <c:pt idx="94949">
                  <c:v>45746.861805555563</c:v>
                </c:pt>
                <c:pt idx="94950">
                  <c:v>45815.486111111109</c:v>
                </c:pt>
                <c:pt idx="94951">
                  <c:v>45595.722916666673</c:v>
                </c:pt>
                <c:pt idx="94952">
                  <c:v>45712.496527777781</c:v>
                </c:pt>
                <c:pt idx="94953">
                  <c:v>45359.645138888889</c:v>
                </c:pt>
                <c:pt idx="94954">
                  <c:v>45359.645138888889</c:v>
                </c:pt>
                <c:pt idx="94955">
                  <c:v>45429.675694444442</c:v>
                </c:pt>
                <c:pt idx="94956">
                  <c:v>45495.491666666669</c:v>
                </c:pt>
                <c:pt idx="94957">
                  <c:v>45495.491666666669</c:v>
                </c:pt>
                <c:pt idx="94958">
                  <c:v>45544.546527777777</c:v>
                </c:pt>
                <c:pt idx="94959">
                  <c:v>45544.546527777777</c:v>
                </c:pt>
                <c:pt idx="94960">
                  <c:v>45429.675694444442</c:v>
                </c:pt>
                <c:pt idx="94961">
                  <c:v>45405.447916666657</c:v>
                </c:pt>
                <c:pt idx="94962">
                  <c:v>45460.873611111107</c:v>
                </c:pt>
                <c:pt idx="94963">
                  <c:v>45418.302083333343</c:v>
                </c:pt>
                <c:pt idx="94964">
                  <c:v>45318.574999999997</c:v>
                </c:pt>
                <c:pt idx="94965">
                  <c:v>45342.966666666667</c:v>
                </c:pt>
                <c:pt idx="94966">
                  <c:v>45300.970833333333</c:v>
                </c:pt>
                <c:pt idx="94967">
                  <c:v>45444.938194444447</c:v>
                </c:pt>
                <c:pt idx="94968">
                  <c:v>45889.874305555553</c:v>
                </c:pt>
                <c:pt idx="94969">
                  <c:v>45741.56527777778</c:v>
                </c:pt>
                <c:pt idx="94970">
                  <c:v>45637.850694444453</c:v>
                </c:pt>
                <c:pt idx="94971">
                  <c:v>45514.862500000003</c:v>
                </c:pt>
                <c:pt idx="94972">
                  <c:v>46000.897222222222</c:v>
                </c:pt>
                <c:pt idx="94973">
                  <c:v>46000.491666666669</c:v>
                </c:pt>
                <c:pt idx="94974">
                  <c:v>46013.322222222218</c:v>
                </c:pt>
                <c:pt idx="94975">
                  <c:v>45501.799305555563</c:v>
                </c:pt>
                <c:pt idx="94976">
                  <c:v>45510.527083333327</c:v>
                </c:pt>
                <c:pt idx="94977">
                  <c:v>45609.581944444442</c:v>
                </c:pt>
                <c:pt idx="94978">
                  <c:v>45523.850694444453</c:v>
                </c:pt>
                <c:pt idx="94979">
                  <c:v>45402.615277777782</c:v>
                </c:pt>
                <c:pt idx="94980">
                  <c:v>45640.323611111111</c:v>
                </c:pt>
                <c:pt idx="94981">
                  <c:v>45908.395833333343</c:v>
                </c:pt>
                <c:pt idx="94982">
                  <c:v>45934.276388888888</c:v>
                </c:pt>
                <c:pt idx="94983">
                  <c:v>45783.472222222219</c:v>
                </c:pt>
                <c:pt idx="94984">
                  <c:v>45692.446527777778</c:v>
                </c:pt>
                <c:pt idx="94985">
                  <c:v>45732.265277777777</c:v>
                </c:pt>
                <c:pt idx="94986">
                  <c:v>45997.981249999997</c:v>
                </c:pt>
                <c:pt idx="94987">
                  <c:v>46002.867361111108</c:v>
                </c:pt>
                <c:pt idx="94988">
                  <c:v>45950.804166666669</c:v>
                </c:pt>
                <c:pt idx="94989">
                  <c:v>45853.456250000003</c:v>
                </c:pt>
                <c:pt idx="94990">
                  <c:v>45556.405555555553</c:v>
                </c:pt>
                <c:pt idx="94991">
                  <c:v>45733.628472222219</c:v>
                </c:pt>
                <c:pt idx="94992">
                  <c:v>45741.669444444437</c:v>
                </c:pt>
                <c:pt idx="94993">
                  <c:v>45750.793055555558</c:v>
                </c:pt>
                <c:pt idx="94994">
                  <c:v>45450.46597222222</c:v>
                </c:pt>
                <c:pt idx="94995">
                  <c:v>45309.301388888889</c:v>
                </c:pt>
                <c:pt idx="94996">
                  <c:v>45366.456944444442</c:v>
                </c:pt>
                <c:pt idx="94997">
                  <c:v>45360.704861111109</c:v>
                </c:pt>
                <c:pt idx="94998">
                  <c:v>45801.765972222223</c:v>
                </c:pt>
                <c:pt idx="94999">
                  <c:v>46023.667361111111</c:v>
                </c:pt>
                <c:pt idx="95000">
                  <c:v>46021.479166666657</c:v>
                </c:pt>
                <c:pt idx="95001">
                  <c:v>46010.726388888892</c:v>
                </c:pt>
                <c:pt idx="95002">
                  <c:v>46005.912499999999</c:v>
                </c:pt>
                <c:pt idx="95003">
                  <c:v>45659.65625</c:v>
                </c:pt>
                <c:pt idx="95004">
                  <c:v>45693.765277777777</c:v>
                </c:pt>
                <c:pt idx="95005">
                  <c:v>45772.407638888893</c:v>
                </c:pt>
                <c:pt idx="95006">
                  <c:v>45467.450694444437</c:v>
                </c:pt>
                <c:pt idx="95007">
                  <c:v>45706.594444444447</c:v>
                </c:pt>
                <c:pt idx="95008">
                  <c:v>45905.063888888893</c:v>
                </c:pt>
                <c:pt idx="95009">
                  <c:v>45994.157638888893</c:v>
                </c:pt>
                <c:pt idx="95010">
                  <c:v>45700.256944444453</c:v>
                </c:pt>
                <c:pt idx="95011">
                  <c:v>45416.779861111107</c:v>
                </c:pt>
                <c:pt idx="95012">
                  <c:v>45599.203472222223</c:v>
                </c:pt>
                <c:pt idx="95013">
                  <c:v>45866.570833333331</c:v>
                </c:pt>
                <c:pt idx="95014">
                  <c:v>45690.75</c:v>
                </c:pt>
                <c:pt idx="95015">
                  <c:v>45349.563194444447</c:v>
                </c:pt>
                <c:pt idx="95016">
                  <c:v>45406.847222222219</c:v>
                </c:pt>
                <c:pt idx="95017">
                  <c:v>45835.6875</c:v>
                </c:pt>
                <c:pt idx="95018">
                  <c:v>45401.835416666669</c:v>
                </c:pt>
                <c:pt idx="95019">
                  <c:v>45918.754166666673</c:v>
                </c:pt>
                <c:pt idx="95020">
                  <c:v>45866.518750000003</c:v>
                </c:pt>
                <c:pt idx="95021">
                  <c:v>45847.902777777781</c:v>
                </c:pt>
                <c:pt idx="95022">
                  <c:v>45788.690972222219</c:v>
                </c:pt>
                <c:pt idx="95023">
                  <c:v>45683.728472222218</c:v>
                </c:pt>
                <c:pt idx="95024">
                  <c:v>45922.798611111109</c:v>
                </c:pt>
                <c:pt idx="95025">
                  <c:v>45600.762499999997</c:v>
                </c:pt>
                <c:pt idx="95026">
                  <c:v>45942.462500000001</c:v>
                </c:pt>
                <c:pt idx="95027">
                  <c:v>45830.636111111111</c:v>
                </c:pt>
                <c:pt idx="95028">
                  <c:v>45782.421527777777</c:v>
                </c:pt>
                <c:pt idx="95029">
                  <c:v>46013.7</c:v>
                </c:pt>
                <c:pt idx="95030">
                  <c:v>45519.575694444437</c:v>
                </c:pt>
                <c:pt idx="95031">
                  <c:v>45985.335416666669</c:v>
                </c:pt>
                <c:pt idx="95032">
                  <c:v>45866.834027777782</c:v>
                </c:pt>
                <c:pt idx="95033">
                  <c:v>45990.768750000003</c:v>
                </c:pt>
                <c:pt idx="95034">
                  <c:v>45407.463194444441</c:v>
                </c:pt>
                <c:pt idx="95035">
                  <c:v>45740.84652777778</c:v>
                </c:pt>
                <c:pt idx="95036">
                  <c:v>45865.572222222218</c:v>
                </c:pt>
                <c:pt idx="95037">
                  <c:v>45750.924305555563</c:v>
                </c:pt>
                <c:pt idx="95038">
                  <c:v>45558.604166666657</c:v>
                </c:pt>
                <c:pt idx="95039">
                  <c:v>45604.27847222222</c:v>
                </c:pt>
                <c:pt idx="95040">
                  <c:v>45935.3</c:v>
                </c:pt>
                <c:pt idx="95041">
                  <c:v>45745.686805555553</c:v>
                </c:pt>
                <c:pt idx="95042">
                  <c:v>45681.635416666657</c:v>
                </c:pt>
                <c:pt idx="95043">
                  <c:v>45745.686805555553</c:v>
                </c:pt>
                <c:pt idx="95044">
                  <c:v>45681.635416666657</c:v>
                </c:pt>
                <c:pt idx="95045">
                  <c:v>45443.275000000001</c:v>
                </c:pt>
                <c:pt idx="95046">
                  <c:v>45487.840277777781</c:v>
                </c:pt>
                <c:pt idx="95047">
                  <c:v>45784.75</c:v>
                </c:pt>
                <c:pt idx="95048">
                  <c:v>45691.00277777778</c:v>
                </c:pt>
                <c:pt idx="95049">
                  <c:v>45869.553472222222</c:v>
                </c:pt>
                <c:pt idx="95050">
                  <c:v>46011.535416666673</c:v>
                </c:pt>
                <c:pt idx="95051">
                  <c:v>45874.480555555558</c:v>
                </c:pt>
                <c:pt idx="95052">
                  <c:v>46015.336111111108</c:v>
                </c:pt>
                <c:pt idx="95053">
                  <c:v>45847.472916666673</c:v>
                </c:pt>
                <c:pt idx="95054">
                  <c:v>45562.328472222223</c:v>
                </c:pt>
                <c:pt idx="95055">
                  <c:v>45562.328472222223</c:v>
                </c:pt>
                <c:pt idx="95056">
                  <c:v>45650.457638888889</c:v>
                </c:pt>
                <c:pt idx="95057">
                  <c:v>45846.838194444441</c:v>
                </c:pt>
                <c:pt idx="95058">
                  <c:v>45846.838194444441</c:v>
                </c:pt>
                <c:pt idx="95059">
                  <c:v>46015.336111111108</c:v>
                </c:pt>
                <c:pt idx="95060">
                  <c:v>45650.457638888889</c:v>
                </c:pt>
                <c:pt idx="95061">
                  <c:v>45628.383333333331</c:v>
                </c:pt>
                <c:pt idx="95062">
                  <c:v>45628.383333333331</c:v>
                </c:pt>
                <c:pt idx="95063">
                  <c:v>45847.472916666673</c:v>
                </c:pt>
                <c:pt idx="95064">
                  <c:v>45827.06527777778</c:v>
                </c:pt>
                <c:pt idx="95065">
                  <c:v>45835.478472222218</c:v>
                </c:pt>
                <c:pt idx="95066">
                  <c:v>45875.451388888891</c:v>
                </c:pt>
                <c:pt idx="95067">
                  <c:v>45946.881944444453</c:v>
                </c:pt>
                <c:pt idx="95068">
                  <c:v>45848.909722222219</c:v>
                </c:pt>
                <c:pt idx="95069">
                  <c:v>45574.840277777781</c:v>
                </c:pt>
                <c:pt idx="95070">
                  <c:v>46008.945833333331</c:v>
                </c:pt>
                <c:pt idx="95071">
                  <c:v>45650.854166666657</c:v>
                </c:pt>
                <c:pt idx="95072">
                  <c:v>45539.8</c:v>
                </c:pt>
                <c:pt idx="95073">
                  <c:v>45914.720833333333</c:v>
                </c:pt>
                <c:pt idx="95074">
                  <c:v>45856.481249999997</c:v>
                </c:pt>
                <c:pt idx="95075">
                  <c:v>45769.443749999999</c:v>
                </c:pt>
                <c:pt idx="95076">
                  <c:v>45947.411805555559</c:v>
                </c:pt>
                <c:pt idx="95077">
                  <c:v>46006.932638888888</c:v>
                </c:pt>
                <c:pt idx="95078">
                  <c:v>45335.34652777778</c:v>
                </c:pt>
                <c:pt idx="95079">
                  <c:v>45478.52847222222</c:v>
                </c:pt>
                <c:pt idx="95080">
                  <c:v>45349.145138888889</c:v>
                </c:pt>
                <c:pt idx="95081">
                  <c:v>45805.749305555553</c:v>
                </c:pt>
                <c:pt idx="95082">
                  <c:v>45823.772916666669</c:v>
                </c:pt>
                <c:pt idx="95083">
                  <c:v>45917.590277777781</c:v>
                </c:pt>
                <c:pt idx="95084">
                  <c:v>45882.504166666673</c:v>
                </c:pt>
                <c:pt idx="95085">
                  <c:v>45809.46875</c:v>
                </c:pt>
                <c:pt idx="95086">
                  <c:v>45950.279166666667</c:v>
                </c:pt>
                <c:pt idx="95087">
                  <c:v>45846.913888888892</c:v>
                </c:pt>
                <c:pt idx="95088">
                  <c:v>45883.954861111109</c:v>
                </c:pt>
                <c:pt idx="95089">
                  <c:v>45466.402083333327</c:v>
                </c:pt>
                <c:pt idx="95090">
                  <c:v>45967.757638888892</c:v>
                </c:pt>
                <c:pt idx="95091">
                  <c:v>45398.952777777777</c:v>
                </c:pt>
                <c:pt idx="95092">
                  <c:v>45742.439583333333</c:v>
                </c:pt>
                <c:pt idx="95093">
                  <c:v>45795.779861111107</c:v>
                </c:pt>
                <c:pt idx="95094">
                  <c:v>45314.674305555563</c:v>
                </c:pt>
                <c:pt idx="95095">
                  <c:v>45795.782638888893</c:v>
                </c:pt>
                <c:pt idx="95096">
                  <c:v>45720.979166666657</c:v>
                </c:pt>
                <c:pt idx="95097">
                  <c:v>45786.963194444441</c:v>
                </c:pt>
                <c:pt idx="95098">
                  <c:v>45660.883333333331</c:v>
                </c:pt>
                <c:pt idx="95099">
                  <c:v>45598.802777777782</c:v>
                </c:pt>
                <c:pt idx="95100">
                  <c:v>45921.313888888893</c:v>
                </c:pt>
                <c:pt idx="95101">
                  <c:v>45925.888194444437</c:v>
                </c:pt>
                <c:pt idx="95102">
                  <c:v>45807.649305555547</c:v>
                </c:pt>
                <c:pt idx="95103">
                  <c:v>45699.414583333331</c:v>
                </c:pt>
                <c:pt idx="95104">
                  <c:v>45790.902083333327</c:v>
                </c:pt>
                <c:pt idx="95105">
                  <c:v>45501.881249999999</c:v>
                </c:pt>
                <c:pt idx="95106">
                  <c:v>45748.804166666669</c:v>
                </c:pt>
                <c:pt idx="95107">
                  <c:v>45533.513888888891</c:v>
                </c:pt>
                <c:pt idx="95108">
                  <c:v>45785.779166666667</c:v>
                </c:pt>
                <c:pt idx="95109">
                  <c:v>45937.895833333343</c:v>
                </c:pt>
                <c:pt idx="95110">
                  <c:v>45785.779166666667</c:v>
                </c:pt>
                <c:pt idx="95111">
                  <c:v>45937.895833333343</c:v>
                </c:pt>
                <c:pt idx="95112">
                  <c:v>45785.779166666667</c:v>
                </c:pt>
                <c:pt idx="95113">
                  <c:v>45785.779166666667</c:v>
                </c:pt>
                <c:pt idx="95114">
                  <c:v>45993.802777777782</c:v>
                </c:pt>
                <c:pt idx="95115">
                  <c:v>45937.895833333343</c:v>
                </c:pt>
                <c:pt idx="95116">
                  <c:v>45993.802777777782</c:v>
                </c:pt>
                <c:pt idx="95117">
                  <c:v>45993.802777777782</c:v>
                </c:pt>
                <c:pt idx="95118">
                  <c:v>45835.755555555559</c:v>
                </c:pt>
                <c:pt idx="95119">
                  <c:v>45835.755555555559</c:v>
                </c:pt>
                <c:pt idx="95120">
                  <c:v>45937.895833333343</c:v>
                </c:pt>
                <c:pt idx="95121">
                  <c:v>45835.755555555559</c:v>
                </c:pt>
                <c:pt idx="95122">
                  <c:v>45993.802777777782</c:v>
                </c:pt>
                <c:pt idx="95123">
                  <c:v>45835.755555555559</c:v>
                </c:pt>
                <c:pt idx="95124">
                  <c:v>45538.359027777777</c:v>
                </c:pt>
                <c:pt idx="95125">
                  <c:v>45446.383333333331</c:v>
                </c:pt>
                <c:pt idx="95126">
                  <c:v>45665.373611111107</c:v>
                </c:pt>
                <c:pt idx="95127">
                  <c:v>45503.35833333333</c:v>
                </c:pt>
                <c:pt idx="95128">
                  <c:v>45475.9375</c:v>
                </c:pt>
                <c:pt idx="95129">
                  <c:v>45475.9375</c:v>
                </c:pt>
                <c:pt idx="95130">
                  <c:v>45742.45</c:v>
                </c:pt>
                <c:pt idx="95131">
                  <c:v>45621.893055555563</c:v>
                </c:pt>
                <c:pt idx="95132">
                  <c:v>45315.413194444453</c:v>
                </c:pt>
                <c:pt idx="95133">
                  <c:v>45621.893055555563</c:v>
                </c:pt>
                <c:pt idx="95134">
                  <c:v>45742.45</c:v>
                </c:pt>
                <c:pt idx="95135">
                  <c:v>45826.479861111111</c:v>
                </c:pt>
                <c:pt idx="95136">
                  <c:v>45315.413194444453</c:v>
                </c:pt>
                <c:pt idx="95137">
                  <c:v>45826.479861111111</c:v>
                </c:pt>
                <c:pt idx="95138">
                  <c:v>45748.998611111107</c:v>
                </c:pt>
                <c:pt idx="95139">
                  <c:v>45748.998611111107</c:v>
                </c:pt>
                <c:pt idx="95140">
                  <c:v>45586.089583333327</c:v>
                </c:pt>
                <c:pt idx="95141">
                  <c:v>45793.234027777777</c:v>
                </c:pt>
                <c:pt idx="95142">
                  <c:v>45983.718055555553</c:v>
                </c:pt>
                <c:pt idx="95143">
                  <c:v>45915.640277777777</c:v>
                </c:pt>
                <c:pt idx="95144">
                  <c:v>45651.872916666667</c:v>
                </c:pt>
                <c:pt idx="95145">
                  <c:v>45954.804166666669</c:v>
                </c:pt>
                <c:pt idx="95146">
                  <c:v>45915.640277777777</c:v>
                </c:pt>
                <c:pt idx="95147">
                  <c:v>45586.089583333327</c:v>
                </c:pt>
                <c:pt idx="95148">
                  <c:v>45567.657638888893</c:v>
                </c:pt>
                <c:pt idx="95149">
                  <c:v>45567.657638888893</c:v>
                </c:pt>
                <c:pt idx="95150">
                  <c:v>45651.872916666667</c:v>
                </c:pt>
                <c:pt idx="95151">
                  <c:v>45567.657638888893</c:v>
                </c:pt>
                <c:pt idx="95152">
                  <c:v>45793.234027777777</c:v>
                </c:pt>
                <c:pt idx="95153">
                  <c:v>45567.657638888893</c:v>
                </c:pt>
                <c:pt idx="95154">
                  <c:v>45873.616666666669</c:v>
                </c:pt>
                <c:pt idx="95155">
                  <c:v>45793.234027777777</c:v>
                </c:pt>
                <c:pt idx="95156">
                  <c:v>45915.640277777777</c:v>
                </c:pt>
                <c:pt idx="95157">
                  <c:v>45793.234027777777</c:v>
                </c:pt>
                <c:pt idx="95158">
                  <c:v>45954.804166666669</c:v>
                </c:pt>
                <c:pt idx="95159">
                  <c:v>45651.872916666667</c:v>
                </c:pt>
                <c:pt idx="95160">
                  <c:v>45983.718055555553</c:v>
                </c:pt>
                <c:pt idx="95161">
                  <c:v>45983.718055555553</c:v>
                </c:pt>
                <c:pt idx="95162">
                  <c:v>45954.804166666669</c:v>
                </c:pt>
                <c:pt idx="95163">
                  <c:v>45915.640277777777</c:v>
                </c:pt>
                <c:pt idx="95164">
                  <c:v>45873.616666666669</c:v>
                </c:pt>
                <c:pt idx="95165">
                  <c:v>45586.089583333327</c:v>
                </c:pt>
                <c:pt idx="95166">
                  <c:v>45748.998611111107</c:v>
                </c:pt>
                <c:pt idx="95167">
                  <c:v>45873.616666666669</c:v>
                </c:pt>
                <c:pt idx="95168">
                  <c:v>45873.616666666669</c:v>
                </c:pt>
                <c:pt idx="95169">
                  <c:v>45748.998611111107</c:v>
                </c:pt>
                <c:pt idx="95170">
                  <c:v>45586.089583333327</c:v>
                </c:pt>
                <c:pt idx="95171">
                  <c:v>45651.872916666667</c:v>
                </c:pt>
                <c:pt idx="95172">
                  <c:v>45983.718055555553</c:v>
                </c:pt>
                <c:pt idx="95173">
                  <c:v>45954.804166666669</c:v>
                </c:pt>
                <c:pt idx="95174">
                  <c:v>45748.340277777781</c:v>
                </c:pt>
                <c:pt idx="95175">
                  <c:v>45774.503472222219</c:v>
                </c:pt>
                <c:pt idx="95176">
                  <c:v>45856.673611111109</c:v>
                </c:pt>
                <c:pt idx="95177">
                  <c:v>45879.936111111107</c:v>
                </c:pt>
                <c:pt idx="95178">
                  <c:v>45583.761111111111</c:v>
                </c:pt>
                <c:pt idx="95179">
                  <c:v>45626.741666666669</c:v>
                </c:pt>
                <c:pt idx="95180">
                  <c:v>45616.765972222223</c:v>
                </c:pt>
                <c:pt idx="95181">
                  <c:v>45656.920138888891</c:v>
                </c:pt>
                <c:pt idx="95182">
                  <c:v>45859.115972222222</c:v>
                </c:pt>
                <c:pt idx="95183">
                  <c:v>45681.06527777778</c:v>
                </c:pt>
                <c:pt idx="95184">
                  <c:v>45727.511111111111</c:v>
                </c:pt>
                <c:pt idx="95185">
                  <c:v>45708.531944444447</c:v>
                </c:pt>
                <c:pt idx="95186">
                  <c:v>45672.975694444453</c:v>
                </c:pt>
                <c:pt idx="95187">
                  <c:v>45721.588194444441</c:v>
                </c:pt>
                <c:pt idx="95188">
                  <c:v>45776.993055555547</c:v>
                </c:pt>
                <c:pt idx="95189">
                  <c:v>45915.424305555563</c:v>
                </c:pt>
                <c:pt idx="95190">
                  <c:v>45889.291666666657</c:v>
                </c:pt>
                <c:pt idx="95191">
                  <c:v>45992.708333333343</c:v>
                </c:pt>
                <c:pt idx="95192">
                  <c:v>45310.399305555547</c:v>
                </c:pt>
                <c:pt idx="95193">
                  <c:v>45594.463888888888</c:v>
                </c:pt>
                <c:pt idx="95194">
                  <c:v>45558.523611111108</c:v>
                </c:pt>
                <c:pt idx="95195">
                  <c:v>45447.51666666667</c:v>
                </c:pt>
                <c:pt idx="95196">
                  <c:v>46015.668055555558</c:v>
                </c:pt>
                <c:pt idx="95197">
                  <c:v>45961.831944444442</c:v>
                </c:pt>
                <c:pt idx="95198">
                  <c:v>45779.553472222222</c:v>
                </c:pt>
                <c:pt idx="95199">
                  <c:v>45735.015972222223</c:v>
                </c:pt>
                <c:pt idx="95200">
                  <c:v>45710.853472222218</c:v>
                </c:pt>
                <c:pt idx="95201">
                  <c:v>45673.9</c:v>
                </c:pt>
                <c:pt idx="95202">
                  <c:v>45737.148611111108</c:v>
                </c:pt>
                <c:pt idx="95203">
                  <c:v>45910.67083333333</c:v>
                </c:pt>
                <c:pt idx="95204">
                  <c:v>46010.46875</c:v>
                </c:pt>
                <c:pt idx="95205">
                  <c:v>46009.841666666667</c:v>
                </c:pt>
                <c:pt idx="95206">
                  <c:v>45941.643055555563</c:v>
                </c:pt>
                <c:pt idx="95207">
                  <c:v>46010.472222222219</c:v>
                </c:pt>
                <c:pt idx="95208">
                  <c:v>46019.689583333333</c:v>
                </c:pt>
                <c:pt idx="95209">
                  <c:v>46008.461111111108</c:v>
                </c:pt>
                <c:pt idx="95210">
                  <c:v>46018.90347222222</c:v>
                </c:pt>
                <c:pt idx="95211">
                  <c:v>46018.90347222222</c:v>
                </c:pt>
                <c:pt idx="95212">
                  <c:v>45362.922222222223</c:v>
                </c:pt>
                <c:pt idx="95213">
                  <c:v>45841.852777777778</c:v>
                </c:pt>
                <c:pt idx="95214">
                  <c:v>45841.852777777778</c:v>
                </c:pt>
                <c:pt idx="95215">
                  <c:v>45362.922222222223</c:v>
                </c:pt>
                <c:pt idx="95216">
                  <c:v>45864.62222222222</c:v>
                </c:pt>
                <c:pt idx="95217">
                  <c:v>45746.436805555553</c:v>
                </c:pt>
                <c:pt idx="95218">
                  <c:v>45703.827777777777</c:v>
                </c:pt>
                <c:pt idx="95219">
                  <c:v>45898.557638888888</c:v>
                </c:pt>
                <c:pt idx="95220">
                  <c:v>45920.515972222223</c:v>
                </c:pt>
                <c:pt idx="95221">
                  <c:v>45991.691666666673</c:v>
                </c:pt>
                <c:pt idx="95222">
                  <c:v>46000.695833333331</c:v>
                </c:pt>
                <c:pt idx="95223">
                  <c:v>45536.23541666667</c:v>
                </c:pt>
                <c:pt idx="95224">
                  <c:v>45434.908333333333</c:v>
                </c:pt>
                <c:pt idx="95225">
                  <c:v>45909.781944444447</c:v>
                </c:pt>
                <c:pt idx="95226">
                  <c:v>45754.64166666667</c:v>
                </c:pt>
                <c:pt idx="95227">
                  <c:v>45699.615972222222</c:v>
                </c:pt>
                <c:pt idx="95228">
                  <c:v>45905.492361111108</c:v>
                </c:pt>
                <c:pt idx="95229">
                  <c:v>45990.109027777777</c:v>
                </c:pt>
                <c:pt idx="95230">
                  <c:v>45905.517361111109</c:v>
                </c:pt>
                <c:pt idx="95231">
                  <c:v>45447.935416666667</c:v>
                </c:pt>
                <c:pt idx="95232">
                  <c:v>45425.961805555547</c:v>
                </c:pt>
                <c:pt idx="95233">
                  <c:v>45845.590277777781</c:v>
                </c:pt>
                <c:pt idx="95234">
                  <c:v>45895.834027777782</c:v>
                </c:pt>
                <c:pt idx="95235">
                  <c:v>45589.73541666667</c:v>
                </c:pt>
                <c:pt idx="95236">
                  <c:v>45772.851388888892</c:v>
                </c:pt>
                <c:pt idx="95237">
                  <c:v>45977.658333333333</c:v>
                </c:pt>
                <c:pt idx="95238">
                  <c:v>45891.638888888891</c:v>
                </c:pt>
                <c:pt idx="95239">
                  <c:v>45618.488888888889</c:v>
                </c:pt>
                <c:pt idx="95240">
                  <c:v>45578.527777777781</c:v>
                </c:pt>
                <c:pt idx="95241">
                  <c:v>45361.507638888892</c:v>
                </c:pt>
                <c:pt idx="95242">
                  <c:v>45595.754861111112</c:v>
                </c:pt>
                <c:pt idx="95243">
                  <c:v>45382.539583333331</c:v>
                </c:pt>
                <c:pt idx="95244">
                  <c:v>45687.324999999997</c:v>
                </c:pt>
                <c:pt idx="95245">
                  <c:v>45496.472222222219</c:v>
                </c:pt>
                <c:pt idx="95246">
                  <c:v>45331.761805555558</c:v>
                </c:pt>
                <c:pt idx="95247">
                  <c:v>45480.474999999999</c:v>
                </c:pt>
                <c:pt idx="95248">
                  <c:v>45936.49722222222</c:v>
                </c:pt>
                <c:pt idx="95249">
                  <c:v>45921.713194444441</c:v>
                </c:pt>
                <c:pt idx="95250">
                  <c:v>45936.499305555553</c:v>
                </c:pt>
                <c:pt idx="95251">
                  <c:v>45522.477777777778</c:v>
                </c:pt>
                <c:pt idx="95252">
                  <c:v>45489.678472222222</c:v>
                </c:pt>
                <c:pt idx="95253">
                  <c:v>45561.761111111111</c:v>
                </c:pt>
                <c:pt idx="95254">
                  <c:v>45430.68472222222</c:v>
                </c:pt>
                <c:pt idx="95255">
                  <c:v>45956.632638888892</c:v>
                </c:pt>
                <c:pt idx="95256">
                  <c:v>45971.456250000003</c:v>
                </c:pt>
                <c:pt idx="95257">
                  <c:v>45875.605555555558</c:v>
                </c:pt>
                <c:pt idx="95258">
                  <c:v>45736.911111111112</c:v>
                </c:pt>
                <c:pt idx="95259">
                  <c:v>45882.834027777782</c:v>
                </c:pt>
                <c:pt idx="95260">
                  <c:v>45767.074999999997</c:v>
                </c:pt>
                <c:pt idx="95261">
                  <c:v>45789.600694444453</c:v>
                </c:pt>
                <c:pt idx="95262">
                  <c:v>45812.845138888893</c:v>
                </c:pt>
                <c:pt idx="95263">
                  <c:v>45859.917361111111</c:v>
                </c:pt>
                <c:pt idx="95264">
                  <c:v>45824.409722222219</c:v>
                </c:pt>
                <c:pt idx="95265">
                  <c:v>45777.558333333327</c:v>
                </c:pt>
                <c:pt idx="95266">
                  <c:v>45713.597916666673</c:v>
                </c:pt>
                <c:pt idx="95267">
                  <c:v>45673.882638888892</c:v>
                </c:pt>
                <c:pt idx="95268">
                  <c:v>45807.582638888889</c:v>
                </c:pt>
                <c:pt idx="95269">
                  <c:v>45768.636805555558</c:v>
                </c:pt>
                <c:pt idx="95270">
                  <c:v>45716.477777777778</c:v>
                </c:pt>
                <c:pt idx="95271">
                  <c:v>45716.479861111111</c:v>
                </c:pt>
                <c:pt idx="95272">
                  <c:v>45743.602777777778</c:v>
                </c:pt>
                <c:pt idx="95273">
                  <c:v>45866.648611111108</c:v>
                </c:pt>
                <c:pt idx="95274">
                  <c:v>45982.8125</c:v>
                </c:pt>
                <c:pt idx="95275">
                  <c:v>45665.387499999997</c:v>
                </c:pt>
                <c:pt idx="95276">
                  <c:v>45765.728472222218</c:v>
                </c:pt>
                <c:pt idx="95277">
                  <c:v>45849.404166666667</c:v>
                </c:pt>
                <c:pt idx="95278">
                  <c:v>45557.691666666673</c:v>
                </c:pt>
                <c:pt idx="95279">
                  <c:v>45888.647222222222</c:v>
                </c:pt>
                <c:pt idx="95280">
                  <c:v>45963.68472222222</c:v>
                </c:pt>
                <c:pt idx="95281">
                  <c:v>45704.688888888893</c:v>
                </c:pt>
                <c:pt idx="95282">
                  <c:v>45451.611111111109</c:v>
                </c:pt>
                <c:pt idx="95283">
                  <c:v>45511.822222222218</c:v>
                </c:pt>
                <c:pt idx="95284">
                  <c:v>45904.316666666673</c:v>
                </c:pt>
                <c:pt idx="95285">
                  <c:v>45311.725694444453</c:v>
                </c:pt>
                <c:pt idx="95286">
                  <c:v>45669.841666666667</c:v>
                </c:pt>
                <c:pt idx="95287">
                  <c:v>45404.443055555559</c:v>
                </c:pt>
                <c:pt idx="95288">
                  <c:v>46022.474999999999</c:v>
                </c:pt>
                <c:pt idx="95289">
                  <c:v>45670.451388888891</c:v>
                </c:pt>
                <c:pt idx="95290">
                  <c:v>45984.754166666673</c:v>
                </c:pt>
                <c:pt idx="95291">
                  <c:v>45875.761805555558</c:v>
                </c:pt>
                <c:pt idx="95292">
                  <c:v>45759.398611111108</c:v>
                </c:pt>
                <c:pt idx="95293">
                  <c:v>45803.613194444442</c:v>
                </c:pt>
                <c:pt idx="95294">
                  <c:v>45961.024305555547</c:v>
                </c:pt>
                <c:pt idx="95295">
                  <c:v>45898.047222222223</c:v>
                </c:pt>
                <c:pt idx="95296">
                  <c:v>46022.113194444442</c:v>
                </c:pt>
                <c:pt idx="95297">
                  <c:v>45915.96875</c:v>
                </c:pt>
                <c:pt idx="95298">
                  <c:v>45822.487500000003</c:v>
                </c:pt>
                <c:pt idx="95299">
                  <c:v>45806.765972222223</c:v>
                </c:pt>
                <c:pt idx="95300">
                  <c:v>45770.526388888888</c:v>
                </c:pt>
                <c:pt idx="95301">
                  <c:v>45807.441666666673</c:v>
                </c:pt>
                <c:pt idx="95302">
                  <c:v>45926.052777777782</c:v>
                </c:pt>
                <c:pt idx="95303">
                  <c:v>45807.477083333331</c:v>
                </c:pt>
                <c:pt idx="95304">
                  <c:v>45874.535416666673</c:v>
                </c:pt>
                <c:pt idx="95305">
                  <c:v>45868.965277777781</c:v>
                </c:pt>
                <c:pt idx="95306">
                  <c:v>45382.752083333333</c:v>
                </c:pt>
                <c:pt idx="95307">
                  <c:v>45868.51666666667</c:v>
                </c:pt>
                <c:pt idx="95308">
                  <c:v>45563.699305555558</c:v>
                </c:pt>
                <c:pt idx="95309">
                  <c:v>45708.875</c:v>
                </c:pt>
                <c:pt idx="95310">
                  <c:v>45603.603472222218</c:v>
                </c:pt>
                <c:pt idx="95311">
                  <c:v>45708.974305555559</c:v>
                </c:pt>
                <c:pt idx="95312">
                  <c:v>45672.936805555553</c:v>
                </c:pt>
                <c:pt idx="95313">
                  <c:v>45574.701388888891</c:v>
                </c:pt>
                <c:pt idx="95314">
                  <c:v>45631.886111111111</c:v>
                </c:pt>
                <c:pt idx="95315">
                  <c:v>45785.775000000001</c:v>
                </c:pt>
                <c:pt idx="95316">
                  <c:v>45889.265277777777</c:v>
                </c:pt>
                <c:pt idx="95317">
                  <c:v>45915.372916666667</c:v>
                </c:pt>
                <c:pt idx="95318">
                  <c:v>45958.404861111107</c:v>
                </c:pt>
                <c:pt idx="95319">
                  <c:v>45944.788888888892</c:v>
                </c:pt>
                <c:pt idx="95320">
                  <c:v>46012.751388888893</c:v>
                </c:pt>
                <c:pt idx="95321">
                  <c:v>45944.788888888892</c:v>
                </c:pt>
                <c:pt idx="95322">
                  <c:v>46012.751388888893</c:v>
                </c:pt>
                <c:pt idx="95323">
                  <c:v>45898.993750000001</c:v>
                </c:pt>
                <c:pt idx="95324">
                  <c:v>45898.993750000001</c:v>
                </c:pt>
                <c:pt idx="95325">
                  <c:v>45978.164583333331</c:v>
                </c:pt>
                <c:pt idx="95326">
                  <c:v>46007.497916666667</c:v>
                </c:pt>
                <c:pt idx="95327">
                  <c:v>45766.348611111112</c:v>
                </c:pt>
                <c:pt idx="95328">
                  <c:v>45910.465277777781</c:v>
                </c:pt>
                <c:pt idx="95329">
                  <c:v>45810.050694444442</c:v>
                </c:pt>
                <c:pt idx="95330">
                  <c:v>45962.543055555558</c:v>
                </c:pt>
                <c:pt idx="95331">
                  <c:v>45738.977777777778</c:v>
                </c:pt>
                <c:pt idx="95332">
                  <c:v>46023.900694444441</c:v>
                </c:pt>
                <c:pt idx="95333">
                  <c:v>45946.498611111107</c:v>
                </c:pt>
                <c:pt idx="95334">
                  <c:v>45999.569444444453</c:v>
                </c:pt>
                <c:pt idx="95335">
                  <c:v>45890.475694444453</c:v>
                </c:pt>
                <c:pt idx="95336">
                  <c:v>45988.470833333333</c:v>
                </c:pt>
                <c:pt idx="95337">
                  <c:v>45588.008333333331</c:v>
                </c:pt>
                <c:pt idx="95338">
                  <c:v>45456.698611111111</c:v>
                </c:pt>
                <c:pt idx="95339">
                  <c:v>45614.445138888892</c:v>
                </c:pt>
                <c:pt idx="95340">
                  <c:v>45989.768055555563</c:v>
                </c:pt>
                <c:pt idx="95341">
                  <c:v>45377.813194444447</c:v>
                </c:pt>
                <c:pt idx="95342">
                  <c:v>45681.431944444441</c:v>
                </c:pt>
                <c:pt idx="95343">
                  <c:v>45578.21875</c:v>
                </c:pt>
                <c:pt idx="95344">
                  <c:v>45712.890277777777</c:v>
                </c:pt>
                <c:pt idx="95345">
                  <c:v>45328.538194444453</c:v>
                </c:pt>
                <c:pt idx="95346">
                  <c:v>45690.4375</c:v>
                </c:pt>
                <c:pt idx="95347">
                  <c:v>45925.531944444447</c:v>
                </c:pt>
                <c:pt idx="95348">
                  <c:v>45992.244444444441</c:v>
                </c:pt>
                <c:pt idx="95349">
                  <c:v>45716.636111111111</c:v>
                </c:pt>
                <c:pt idx="95350">
                  <c:v>45343.945138888892</c:v>
                </c:pt>
                <c:pt idx="95351">
                  <c:v>45740.634027777778</c:v>
                </c:pt>
                <c:pt idx="95352">
                  <c:v>45791.648611111108</c:v>
                </c:pt>
                <c:pt idx="95353">
                  <c:v>45835.996527777781</c:v>
                </c:pt>
                <c:pt idx="95354">
                  <c:v>45986.613194444442</c:v>
                </c:pt>
                <c:pt idx="95355">
                  <c:v>45919.939583333333</c:v>
                </c:pt>
                <c:pt idx="95356">
                  <c:v>45911.222222222219</c:v>
                </c:pt>
                <c:pt idx="95357">
                  <c:v>45548.89166666667</c:v>
                </c:pt>
                <c:pt idx="95358">
                  <c:v>45802.814583333333</c:v>
                </c:pt>
                <c:pt idx="95359">
                  <c:v>45802.820833333331</c:v>
                </c:pt>
                <c:pt idx="95360">
                  <c:v>45802.820833333331</c:v>
                </c:pt>
                <c:pt idx="95361">
                  <c:v>45548.89166666667</c:v>
                </c:pt>
                <c:pt idx="95362">
                  <c:v>45802.814583333333</c:v>
                </c:pt>
                <c:pt idx="95363">
                  <c:v>45621.472222222219</c:v>
                </c:pt>
                <c:pt idx="95364">
                  <c:v>45841.520138888889</c:v>
                </c:pt>
                <c:pt idx="95365">
                  <c:v>46018.893055555563</c:v>
                </c:pt>
                <c:pt idx="95366">
                  <c:v>46019.974305555559</c:v>
                </c:pt>
                <c:pt idx="95367">
                  <c:v>46018.893055555563</c:v>
                </c:pt>
                <c:pt idx="95368">
                  <c:v>46019.974305555559</c:v>
                </c:pt>
                <c:pt idx="95369">
                  <c:v>45841.520138888889</c:v>
                </c:pt>
                <c:pt idx="95370">
                  <c:v>45690.70208333333</c:v>
                </c:pt>
                <c:pt idx="95371">
                  <c:v>45620.726388888892</c:v>
                </c:pt>
                <c:pt idx="95372">
                  <c:v>45459.76666666667</c:v>
                </c:pt>
                <c:pt idx="95373">
                  <c:v>45780.501388888893</c:v>
                </c:pt>
                <c:pt idx="95374">
                  <c:v>45954.572222222218</c:v>
                </c:pt>
                <c:pt idx="95375">
                  <c:v>45481.43472222222</c:v>
                </c:pt>
                <c:pt idx="95376">
                  <c:v>45866.46875</c:v>
                </c:pt>
                <c:pt idx="95377">
                  <c:v>45836.035416666673</c:v>
                </c:pt>
                <c:pt idx="95378">
                  <c:v>45854.831944444442</c:v>
                </c:pt>
                <c:pt idx="95379">
                  <c:v>45775.927083333343</c:v>
                </c:pt>
                <c:pt idx="95380">
                  <c:v>45760.920138888891</c:v>
                </c:pt>
                <c:pt idx="95381">
                  <c:v>45814.420138888891</c:v>
                </c:pt>
                <c:pt idx="95382">
                  <c:v>45792.915277777778</c:v>
                </c:pt>
                <c:pt idx="95383">
                  <c:v>45624.864583333343</c:v>
                </c:pt>
                <c:pt idx="95384">
                  <c:v>45769.924305555563</c:v>
                </c:pt>
                <c:pt idx="95385">
                  <c:v>45618.636111111111</c:v>
                </c:pt>
                <c:pt idx="95386">
                  <c:v>45661.777777777781</c:v>
                </c:pt>
                <c:pt idx="95387">
                  <c:v>45598.645138888889</c:v>
                </c:pt>
                <c:pt idx="95388">
                  <c:v>45703.546527777777</c:v>
                </c:pt>
                <c:pt idx="95389">
                  <c:v>45357.856249999997</c:v>
                </c:pt>
                <c:pt idx="95390">
                  <c:v>45881.17083333333</c:v>
                </c:pt>
                <c:pt idx="95391">
                  <c:v>45330.280555555553</c:v>
                </c:pt>
                <c:pt idx="95392">
                  <c:v>45371.770833333343</c:v>
                </c:pt>
                <c:pt idx="95393">
                  <c:v>45881.571527777778</c:v>
                </c:pt>
                <c:pt idx="95394">
                  <c:v>45489.995833333327</c:v>
                </c:pt>
                <c:pt idx="95395">
                  <c:v>45471.915972222218</c:v>
                </c:pt>
                <c:pt idx="95396">
                  <c:v>45522.744444444441</c:v>
                </c:pt>
                <c:pt idx="95397">
                  <c:v>45444.947222222218</c:v>
                </c:pt>
                <c:pt idx="95398">
                  <c:v>45738.517361111109</c:v>
                </c:pt>
                <c:pt idx="95399">
                  <c:v>45613.3125</c:v>
                </c:pt>
                <c:pt idx="95400">
                  <c:v>45962.758333333331</c:v>
                </c:pt>
                <c:pt idx="95401">
                  <c:v>45530.710416666669</c:v>
                </c:pt>
                <c:pt idx="95402">
                  <c:v>45498.883333333331</c:v>
                </c:pt>
                <c:pt idx="95403">
                  <c:v>46008.964583333327</c:v>
                </c:pt>
                <c:pt idx="95404">
                  <c:v>45989.75</c:v>
                </c:pt>
                <c:pt idx="95405">
                  <c:v>45913.859027777777</c:v>
                </c:pt>
                <c:pt idx="95406">
                  <c:v>46011.649305555547</c:v>
                </c:pt>
                <c:pt idx="95407">
                  <c:v>45978.254861111112</c:v>
                </c:pt>
                <c:pt idx="95408">
                  <c:v>45980.732638888891</c:v>
                </c:pt>
                <c:pt idx="95409">
                  <c:v>45980.75</c:v>
                </c:pt>
                <c:pt idx="95410">
                  <c:v>45980.75</c:v>
                </c:pt>
                <c:pt idx="95411">
                  <c:v>45980.732638888891</c:v>
                </c:pt>
                <c:pt idx="95412">
                  <c:v>45980.75</c:v>
                </c:pt>
                <c:pt idx="95413">
                  <c:v>45978.254861111112</c:v>
                </c:pt>
                <c:pt idx="95414">
                  <c:v>45978.254861111112</c:v>
                </c:pt>
                <c:pt idx="95415">
                  <c:v>45977.75277777778</c:v>
                </c:pt>
                <c:pt idx="95416">
                  <c:v>45980.732638888891</c:v>
                </c:pt>
                <c:pt idx="95417">
                  <c:v>45977.75277777778</c:v>
                </c:pt>
                <c:pt idx="95418">
                  <c:v>45977.75277777778</c:v>
                </c:pt>
                <c:pt idx="95419">
                  <c:v>45749.00277777778</c:v>
                </c:pt>
                <c:pt idx="95420">
                  <c:v>45749.421527777777</c:v>
                </c:pt>
                <c:pt idx="95421">
                  <c:v>45936.884027777778</c:v>
                </c:pt>
                <c:pt idx="95422">
                  <c:v>46016.5625</c:v>
                </c:pt>
                <c:pt idx="95423">
                  <c:v>45860.462500000001</c:v>
                </c:pt>
                <c:pt idx="95424">
                  <c:v>45869.51666666667</c:v>
                </c:pt>
                <c:pt idx="95425">
                  <c:v>45790.506249999999</c:v>
                </c:pt>
                <c:pt idx="95426">
                  <c:v>45796.59375</c:v>
                </c:pt>
                <c:pt idx="95427">
                  <c:v>45429.531944444447</c:v>
                </c:pt>
                <c:pt idx="95428">
                  <c:v>45545.861111111109</c:v>
                </c:pt>
                <c:pt idx="95429">
                  <c:v>45663.453472222223</c:v>
                </c:pt>
                <c:pt idx="95430">
                  <c:v>45850.055555555547</c:v>
                </c:pt>
                <c:pt idx="95431">
                  <c:v>45353.652083333327</c:v>
                </c:pt>
                <c:pt idx="95432">
                  <c:v>45944.417361111111</c:v>
                </c:pt>
                <c:pt idx="95433">
                  <c:v>45926.576388888891</c:v>
                </c:pt>
                <c:pt idx="95434">
                  <c:v>45899.98541666667</c:v>
                </c:pt>
                <c:pt idx="95435">
                  <c:v>45803.970138888893</c:v>
                </c:pt>
                <c:pt idx="95436">
                  <c:v>45337.060416666667</c:v>
                </c:pt>
                <c:pt idx="95437">
                  <c:v>45978.438194444447</c:v>
                </c:pt>
                <c:pt idx="95438">
                  <c:v>45978.438194444447</c:v>
                </c:pt>
                <c:pt idx="95439">
                  <c:v>45959.857638888891</c:v>
                </c:pt>
                <c:pt idx="95440">
                  <c:v>45802.90625</c:v>
                </c:pt>
                <c:pt idx="95441">
                  <c:v>45667.597916666673</c:v>
                </c:pt>
                <c:pt idx="95442">
                  <c:v>45422.489583333343</c:v>
                </c:pt>
                <c:pt idx="95443">
                  <c:v>45355.612500000003</c:v>
                </c:pt>
                <c:pt idx="95444">
                  <c:v>45667.597916666673</c:v>
                </c:pt>
                <c:pt idx="95445">
                  <c:v>45355.612500000003</c:v>
                </c:pt>
                <c:pt idx="95446">
                  <c:v>45355.612500000003</c:v>
                </c:pt>
                <c:pt idx="95447">
                  <c:v>45355.612500000003</c:v>
                </c:pt>
                <c:pt idx="95448">
                  <c:v>45959.857638888891</c:v>
                </c:pt>
                <c:pt idx="95449">
                  <c:v>45667.597916666673</c:v>
                </c:pt>
                <c:pt idx="95450">
                  <c:v>45959.857638888891</c:v>
                </c:pt>
                <c:pt idx="95451">
                  <c:v>45959.857638888891</c:v>
                </c:pt>
                <c:pt idx="95452">
                  <c:v>45802.90625</c:v>
                </c:pt>
                <c:pt idx="95453">
                  <c:v>45422.489583333343</c:v>
                </c:pt>
                <c:pt idx="95454">
                  <c:v>45802.90625</c:v>
                </c:pt>
                <c:pt idx="95455">
                  <c:v>45802.90625</c:v>
                </c:pt>
                <c:pt idx="95456">
                  <c:v>45978.438194444447</c:v>
                </c:pt>
                <c:pt idx="95457">
                  <c:v>45422.489583333343</c:v>
                </c:pt>
                <c:pt idx="95458">
                  <c:v>45667.597916666673</c:v>
                </c:pt>
                <c:pt idx="95459">
                  <c:v>45978.438194444447</c:v>
                </c:pt>
                <c:pt idx="95460">
                  <c:v>45422.489583333343</c:v>
                </c:pt>
                <c:pt idx="95461">
                  <c:v>45361.840277777781</c:v>
                </c:pt>
                <c:pt idx="95462">
                  <c:v>46010.518750000003</c:v>
                </c:pt>
                <c:pt idx="95463">
                  <c:v>45653.815972222219</c:v>
                </c:pt>
                <c:pt idx="95464">
                  <c:v>45665.536805555559</c:v>
                </c:pt>
                <c:pt idx="95465">
                  <c:v>45845.679861111108</c:v>
                </c:pt>
                <c:pt idx="95466">
                  <c:v>45513.529861111107</c:v>
                </c:pt>
                <c:pt idx="95467">
                  <c:v>45361.92083333333</c:v>
                </c:pt>
                <c:pt idx="95468">
                  <c:v>45638.529861111107</c:v>
                </c:pt>
                <c:pt idx="95469">
                  <c:v>45335.46875</c:v>
                </c:pt>
                <c:pt idx="95470">
                  <c:v>45778.445833333331</c:v>
                </c:pt>
                <c:pt idx="95471">
                  <c:v>45859.419444444437</c:v>
                </c:pt>
                <c:pt idx="95472">
                  <c:v>45820.839583333327</c:v>
                </c:pt>
                <c:pt idx="95473">
                  <c:v>45984.954861111109</c:v>
                </c:pt>
                <c:pt idx="95474">
                  <c:v>45874.911111111112</c:v>
                </c:pt>
                <c:pt idx="95475">
                  <c:v>45992.137499999997</c:v>
                </c:pt>
                <c:pt idx="95476">
                  <c:v>45908.738888888889</c:v>
                </c:pt>
                <c:pt idx="95477">
                  <c:v>45902.863194444442</c:v>
                </c:pt>
                <c:pt idx="95478">
                  <c:v>45487.436111111107</c:v>
                </c:pt>
                <c:pt idx="95479">
                  <c:v>45657.609722222223</c:v>
                </c:pt>
                <c:pt idx="95480">
                  <c:v>45958.188888888893</c:v>
                </c:pt>
                <c:pt idx="95481">
                  <c:v>45779.373611111107</c:v>
                </c:pt>
                <c:pt idx="95482">
                  <c:v>45866.62777777778</c:v>
                </c:pt>
                <c:pt idx="95483">
                  <c:v>45820.631944444453</c:v>
                </c:pt>
                <c:pt idx="95484">
                  <c:v>45929.944444444453</c:v>
                </c:pt>
                <c:pt idx="95485">
                  <c:v>45811.78125</c:v>
                </c:pt>
                <c:pt idx="95486">
                  <c:v>45866.646527777782</c:v>
                </c:pt>
                <c:pt idx="95487">
                  <c:v>45363.646527777782</c:v>
                </c:pt>
                <c:pt idx="95488">
                  <c:v>45957.598611111112</c:v>
                </c:pt>
                <c:pt idx="95489">
                  <c:v>45969.47152777778</c:v>
                </c:pt>
                <c:pt idx="95490">
                  <c:v>45417.642361111109</c:v>
                </c:pt>
                <c:pt idx="95491">
                  <c:v>45907.315972222219</c:v>
                </c:pt>
                <c:pt idx="95492">
                  <c:v>45456.530555555553</c:v>
                </c:pt>
                <c:pt idx="95493">
                  <c:v>45681.584722222222</c:v>
                </c:pt>
                <c:pt idx="95494">
                  <c:v>45495.861111111109</c:v>
                </c:pt>
                <c:pt idx="95495">
                  <c:v>45820.680555555547</c:v>
                </c:pt>
                <c:pt idx="95496">
                  <c:v>45348.441666666673</c:v>
                </c:pt>
                <c:pt idx="95497">
                  <c:v>45775.751388888893</c:v>
                </c:pt>
                <c:pt idx="95498">
                  <c:v>45821.615277777782</c:v>
                </c:pt>
                <c:pt idx="95499">
                  <c:v>45930.661805555559</c:v>
                </c:pt>
                <c:pt idx="95500">
                  <c:v>45881.591666666667</c:v>
                </c:pt>
                <c:pt idx="95501">
                  <c:v>45329.84375</c:v>
                </c:pt>
                <c:pt idx="95502">
                  <c:v>45757.673611111109</c:v>
                </c:pt>
                <c:pt idx="95503">
                  <c:v>45308.280555555553</c:v>
                </c:pt>
                <c:pt idx="95504">
                  <c:v>45374.620833333327</c:v>
                </c:pt>
                <c:pt idx="95505">
                  <c:v>45925.40902777778</c:v>
                </c:pt>
                <c:pt idx="95506">
                  <c:v>45721.429861111108</c:v>
                </c:pt>
                <c:pt idx="95507">
                  <c:v>45799.504166666673</c:v>
                </c:pt>
                <c:pt idx="95508">
                  <c:v>45827.775000000001</c:v>
                </c:pt>
                <c:pt idx="95509">
                  <c:v>45596.745833333327</c:v>
                </c:pt>
                <c:pt idx="95510">
                  <c:v>45764.581944444442</c:v>
                </c:pt>
                <c:pt idx="95511">
                  <c:v>45596.745833333327</c:v>
                </c:pt>
                <c:pt idx="95512">
                  <c:v>45764.581944444442</c:v>
                </c:pt>
                <c:pt idx="95513">
                  <c:v>45827.775000000001</c:v>
                </c:pt>
                <c:pt idx="95514">
                  <c:v>45893.841666666667</c:v>
                </c:pt>
                <c:pt idx="95515">
                  <c:v>45842.720138888893</c:v>
                </c:pt>
                <c:pt idx="95516">
                  <c:v>45938.810416666667</c:v>
                </c:pt>
                <c:pt idx="95517">
                  <c:v>45994.824305555558</c:v>
                </c:pt>
                <c:pt idx="95518">
                  <c:v>45905.722916666673</c:v>
                </c:pt>
                <c:pt idx="95519">
                  <c:v>45999.712500000001</c:v>
                </c:pt>
                <c:pt idx="95520">
                  <c:v>45870.518750000003</c:v>
                </c:pt>
                <c:pt idx="95521">
                  <c:v>45933.78402777778</c:v>
                </c:pt>
                <c:pt idx="95522">
                  <c:v>45732.864583333343</c:v>
                </c:pt>
                <c:pt idx="95523">
                  <c:v>45775.27847222222</c:v>
                </c:pt>
                <c:pt idx="95524">
                  <c:v>45748.915277777778</c:v>
                </c:pt>
                <c:pt idx="95525">
                  <c:v>45949.491666666669</c:v>
                </c:pt>
                <c:pt idx="95526">
                  <c:v>45984.89166666667</c:v>
                </c:pt>
                <c:pt idx="95527">
                  <c:v>46023.513194444437</c:v>
                </c:pt>
                <c:pt idx="95528">
                  <c:v>45745.759027777778</c:v>
                </c:pt>
                <c:pt idx="95529">
                  <c:v>45757.362500000003</c:v>
                </c:pt>
                <c:pt idx="95530">
                  <c:v>45561.515972222223</c:v>
                </c:pt>
                <c:pt idx="95531">
                  <c:v>45913.507638888892</c:v>
                </c:pt>
                <c:pt idx="95532">
                  <c:v>45517</c:v>
                </c:pt>
                <c:pt idx="95533">
                  <c:v>45653.862500000003</c:v>
                </c:pt>
                <c:pt idx="95534">
                  <c:v>45323.095833333333</c:v>
                </c:pt>
                <c:pt idx="95535">
                  <c:v>45989.191666666673</c:v>
                </c:pt>
                <c:pt idx="95536">
                  <c:v>45841.790277777778</c:v>
                </c:pt>
                <c:pt idx="95537">
                  <c:v>45927.573611111111</c:v>
                </c:pt>
                <c:pt idx="95538">
                  <c:v>45975.849305555559</c:v>
                </c:pt>
                <c:pt idx="95539">
                  <c:v>45411.531944444447</c:v>
                </c:pt>
                <c:pt idx="95540">
                  <c:v>45801.946527777778</c:v>
                </c:pt>
                <c:pt idx="95541">
                  <c:v>45381.515972222223</c:v>
                </c:pt>
                <c:pt idx="95542">
                  <c:v>45818.094444444447</c:v>
                </c:pt>
                <c:pt idx="95543">
                  <c:v>45328.532638888893</c:v>
                </c:pt>
                <c:pt idx="95544">
                  <c:v>45713.648611111108</c:v>
                </c:pt>
                <c:pt idx="95545">
                  <c:v>45831.587500000001</c:v>
                </c:pt>
                <c:pt idx="95546">
                  <c:v>45768.499305555553</c:v>
                </c:pt>
                <c:pt idx="95547">
                  <c:v>45421.320138888892</c:v>
                </c:pt>
                <c:pt idx="95548">
                  <c:v>45347.396527777782</c:v>
                </c:pt>
                <c:pt idx="95549">
                  <c:v>45859.808333333327</c:v>
                </c:pt>
                <c:pt idx="95550">
                  <c:v>45992.651388888888</c:v>
                </c:pt>
                <c:pt idx="95551">
                  <c:v>45980.828472222223</c:v>
                </c:pt>
                <c:pt idx="95552">
                  <c:v>45918.859722222223</c:v>
                </c:pt>
                <c:pt idx="95553">
                  <c:v>45905.90902777778</c:v>
                </c:pt>
                <c:pt idx="95554">
                  <c:v>45853.397222222222</c:v>
                </c:pt>
                <c:pt idx="95555">
                  <c:v>45847.680555555547</c:v>
                </c:pt>
                <c:pt idx="95556">
                  <c:v>45392.765972222223</c:v>
                </c:pt>
                <c:pt idx="95557">
                  <c:v>45393.381249999999</c:v>
                </c:pt>
                <c:pt idx="95558">
                  <c:v>45801.986111111109</c:v>
                </c:pt>
                <c:pt idx="95559">
                  <c:v>45587.676388888889</c:v>
                </c:pt>
                <c:pt idx="95560">
                  <c:v>45684.302777777782</c:v>
                </c:pt>
                <c:pt idx="95561">
                  <c:v>45830.124305555553</c:v>
                </c:pt>
                <c:pt idx="95562">
                  <c:v>45741.862500000003</c:v>
                </c:pt>
                <c:pt idx="95563">
                  <c:v>45633.356249999997</c:v>
                </c:pt>
                <c:pt idx="95564">
                  <c:v>45912.217361111107</c:v>
                </c:pt>
                <c:pt idx="95565">
                  <c:v>45764.742361111108</c:v>
                </c:pt>
                <c:pt idx="95566">
                  <c:v>45821.173611111109</c:v>
                </c:pt>
                <c:pt idx="95567">
                  <c:v>45827.490277777782</c:v>
                </c:pt>
                <c:pt idx="95568">
                  <c:v>45817.64166666667</c:v>
                </c:pt>
                <c:pt idx="95569">
                  <c:v>45679.793055555558</c:v>
                </c:pt>
                <c:pt idx="95570">
                  <c:v>45607.659722222219</c:v>
                </c:pt>
                <c:pt idx="95571">
                  <c:v>45912.616666666669</c:v>
                </c:pt>
                <c:pt idx="95572">
                  <c:v>45503.679861111108</c:v>
                </c:pt>
                <c:pt idx="95573">
                  <c:v>45527.882638888892</c:v>
                </c:pt>
                <c:pt idx="95574">
                  <c:v>45750.941666666673</c:v>
                </c:pt>
                <c:pt idx="95575">
                  <c:v>45518.804166666669</c:v>
                </c:pt>
                <c:pt idx="95576">
                  <c:v>45873.894444444442</c:v>
                </c:pt>
                <c:pt idx="95577">
                  <c:v>45687.614583333343</c:v>
                </c:pt>
                <c:pt idx="95578">
                  <c:v>45529.797222222223</c:v>
                </c:pt>
                <c:pt idx="95579">
                  <c:v>45485.792361111111</c:v>
                </c:pt>
                <c:pt idx="95580">
                  <c:v>45561.256249999999</c:v>
                </c:pt>
                <c:pt idx="95581">
                  <c:v>45520.907638888893</c:v>
                </c:pt>
                <c:pt idx="95582">
                  <c:v>45468.697916666657</c:v>
                </c:pt>
                <c:pt idx="95583">
                  <c:v>45468.697916666657</c:v>
                </c:pt>
                <c:pt idx="95584">
                  <c:v>45981.973611111112</c:v>
                </c:pt>
                <c:pt idx="95585">
                  <c:v>45954.988888888889</c:v>
                </c:pt>
                <c:pt idx="95586">
                  <c:v>45887.602083333331</c:v>
                </c:pt>
                <c:pt idx="95587">
                  <c:v>45508.749305555553</c:v>
                </c:pt>
                <c:pt idx="95588">
                  <c:v>46003.401388888888</c:v>
                </c:pt>
                <c:pt idx="95589">
                  <c:v>45888.895138888889</c:v>
                </c:pt>
                <c:pt idx="95590">
                  <c:v>46002.588888888888</c:v>
                </c:pt>
                <c:pt idx="95591">
                  <c:v>45950.60833333333</c:v>
                </c:pt>
                <c:pt idx="95592">
                  <c:v>45519.132638888892</c:v>
                </c:pt>
                <c:pt idx="95593">
                  <c:v>45491.143055555563</c:v>
                </c:pt>
                <c:pt idx="95594">
                  <c:v>45895.261805555558</c:v>
                </c:pt>
                <c:pt idx="95595">
                  <c:v>45870.515277777777</c:v>
                </c:pt>
                <c:pt idx="95596">
                  <c:v>45754.963194444441</c:v>
                </c:pt>
                <c:pt idx="95597">
                  <c:v>45754.966666666667</c:v>
                </c:pt>
                <c:pt idx="95598">
                  <c:v>45753.017361111109</c:v>
                </c:pt>
                <c:pt idx="95599">
                  <c:v>45865.364583333343</c:v>
                </c:pt>
                <c:pt idx="95600">
                  <c:v>45401.32916666667</c:v>
                </c:pt>
                <c:pt idx="95601">
                  <c:v>45669.53402777778</c:v>
                </c:pt>
                <c:pt idx="95602">
                  <c:v>45618.301388888889</c:v>
                </c:pt>
                <c:pt idx="95603">
                  <c:v>45584.679166666669</c:v>
                </c:pt>
                <c:pt idx="95604">
                  <c:v>45616.931944444441</c:v>
                </c:pt>
                <c:pt idx="95605">
                  <c:v>45625.944444444453</c:v>
                </c:pt>
                <c:pt idx="95606">
                  <c:v>45584.679166666669</c:v>
                </c:pt>
                <c:pt idx="95607">
                  <c:v>45695.97152777778</c:v>
                </c:pt>
                <c:pt idx="95608">
                  <c:v>45695.97152777778</c:v>
                </c:pt>
                <c:pt idx="95609">
                  <c:v>45616.931944444441</c:v>
                </c:pt>
                <c:pt idx="95610">
                  <c:v>45814.71597222222</c:v>
                </c:pt>
                <c:pt idx="95611">
                  <c:v>45814.71597222222</c:v>
                </c:pt>
                <c:pt idx="95612">
                  <c:v>45625.944444444453</c:v>
                </c:pt>
                <c:pt idx="95613">
                  <c:v>45493.915972222218</c:v>
                </c:pt>
                <c:pt idx="95614">
                  <c:v>45662.115972222222</c:v>
                </c:pt>
                <c:pt idx="95615">
                  <c:v>45447.526388888888</c:v>
                </c:pt>
                <c:pt idx="95616">
                  <c:v>45809.727777777778</c:v>
                </c:pt>
                <c:pt idx="95617">
                  <c:v>45890.811111111107</c:v>
                </c:pt>
                <c:pt idx="95618">
                  <c:v>45989.551388888889</c:v>
                </c:pt>
                <c:pt idx="95619">
                  <c:v>45945.573611111111</c:v>
                </c:pt>
                <c:pt idx="95620">
                  <c:v>45908.544444444437</c:v>
                </c:pt>
                <c:pt idx="95621">
                  <c:v>45979.843055555553</c:v>
                </c:pt>
                <c:pt idx="95622">
                  <c:v>45748.754166666673</c:v>
                </c:pt>
                <c:pt idx="95623">
                  <c:v>45325.46597222222</c:v>
                </c:pt>
                <c:pt idx="95624">
                  <c:v>45749.04583333333</c:v>
                </c:pt>
                <c:pt idx="95625">
                  <c:v>45405.845138888893</c:v>
                </c:pt>
                <c:pt idx="95626">
                  <c:v>45441.723611111112</c:v>
                </c:pt>
                <c:pt idx="95627">
                  <c:v>45802.779861111107</c:v>
                </c:pt>
                <c:pt idx="95628">
                  <c:v>45452.513888888891</c:v>
                </c:pt>
                <c:pt idx="95629">
                  <c:v>45562.373611111107</c:v>
                </c:pt>
                <c:pt idx="95630">
                  <c:v>45820.46597222222</c:v>
                </c:pt>
                <c:pt idx="95631">
                  <c:v>45739.632638888892</c:v>
                </c:pt>
                <c:pt idx="95632">
                  <c:v>45799.822222222218</c:v>
                </c:pt>
                <c:pt idx="95633">
                  <c:v>45902.438888888893</c:v>
                </c:pt>
                <c:pt idx="95634">
                  <c:v>45656.799305555563</c:v>
                </c:pt>
                <c:pt idx="95635">
                  <c:v>45848.624305555553</c:v>
                </c:pt>
                <c:pt idx="95636">
                  <c:v>45666.421527777777</c:v>
                </c:pt>
                <c:pt idx="95637">
                  <c:v>45772.992361111108</c:v>
                </c:pt>
                <c:pt idx="95638">
                  <c:v>45971.581944444442</c:v>
                </c:pt>
                <c:pt idx="95639">
                  <c:v>45979.428472222222</c:v>
                </c:pt>
                <c:pt idx="95640">
                  <c:v>45477.394444444442</c:v>
                </c:pt>
                <c:pt idx="95641">
                  <c:v>45810.592361111107</c:v>
                </c:pt>
                <c:pt idx="95642">
                  <c:v>45308.765972222223</c:v>
                </c:pt>
                <c:pt idx="95643">
                  <c:v>45590.628472222219</c:v>
                </c:pt>
                <c:pt idx="95644">
                  <c:v>45687.676388888889</c:v>
                </c:pt>
                <c:pt idx="95645">
                  <c:v>45351.87222222222</c:v>
                </c:pt>
                <c:pt idx="95646">
                  <c:v>45377.532638888893</c:v>
                </c:pt>
                <c:pt idx="95647">
                  <c:v>45606.636111111111</c:v>
                </c:pt>
                <c:pt idx="95648">
                  <c:v>45722.76666666667</c:v>
                </c:pt>
                <c:pt idx="95649">
                  <c:v>45706.409722222219</c:v>
                </c:pt>
                <c:pt idx="95650">
                  <c:v>45662.723611111112</c:v>
                </c:pt>
                <c:pt idx="95651">
                  <c:v>45679.707638888889</c:v>
                </c:pt>
                <c:pt idx="95652">
                  <c:v>45901.734722222223</c:v>
                </c:pt>
                <c:pt idx="95653">
                  <c:v>45674.79791666667</c:v>
                </c:pt>
                <c:pt idx="95654">
                  <c:v>45680.412499999999</c:v>
                </c:pt>
                <c:pt idx="95655">
                  <c:v>45628.393055555563</c:v>
                </c:pt>
                <c:pt idx="95656">
                  <c:v>45480.773611111108</c:v>
                </c:pt>
                <c:pt idx="95657">
                  <c:v>45795.418055555558</c:v>
                </c:pt>
                <c:pt idx="95658">
                  <c:v>45399.736805555563</c:v>
                </c:pt>
                <c:pt idx="95659">
                  <c:v>45754.630555555559</c:v>
                </c:pt>
                <c:pt idx="95660">
                  <c:v>45442.577777777777</c:v>
                </c:pt>
                <c:pt idx="95661">
                  <c:v>45454.371527777781</c:v>
                </c:pt>
                <c:pt idx="95662">
                  <c:v>45781.54791666667</c:v>
                </c:pt>
                <c:pt idx="95663">
                  <c:v>45939.772916666669</c:v>
                </c:pt>
                <c:pt idx="95664">
                  <c:v>45841.839583333327</c:v>
                </c:pt>
                <c:pt idx="95665">
                  <c:v>45353.563194444447</c:v>
                </c:pt>
                <c:pt idx="95666">
                  <c:v>45687.786111111112</c:v>
                </c:pt>
                <c:pt idx="95667">
                  <c:v>45627.45208333333</c:v>
                </c:pt>
                <c:pt idx="95668">
                  <c:v>45521.76666666667</c:v>
                </c:pt>
                <c:pt idx="95669">
                  <c:v>45321.18472222222</c:v>
                </c:pt>
                <c:pt idx="95670">
                  <c:v>45522.536805555559</c:v>
                </c:pt>
                <c:pt idx="95671">
                  <c:v>45851.732638888891</c:v>
                </c:pt>
                <c:pt idx="95672">
                  <c:v>45861.49722222222</c:v>
                </c:pt>
                <c:pt idx="95673">
                  <c:v>45869.506249999999</c:v>
                </c:pt>
                <c:pt idx="95674">
                  <c:v>45847.650694444441</c:v>
                </c:pt>
                <c:pt idx="95675">
                  <c:v>45908.810416666667</c:v>
                </c:pt>
                <c:pt idx="95676">
                  <c:v>45781.488194444442</c:v>
                </c:pt>
                <c:pt idx="95677">
                  <c:v>45718.570833333331</c:v>
                </c:pt>
                <c:pt idx="95678">
                  <c:v>45905.95208333333</c:v>
                </c:pt>
                <c:pt idx="95679">
                  <c:v>45706.839583333327</c:v>
                </c:pt>
                <c:pt idx="95680">
                  <c:v>45741.359722222223</c:v>
                </c:pt>
                <c:pt idx="95681">
                  <c:v>45808.956250000003</c:v>
                </c:pt>
                <c:pt idx="95682">
                  <c:v>45873.487500000003</c:v>
                </c:pt>
                <c:pt idx="95683">
                  <c:v>45915.989583333343</c:v>
                </c:pt>
                <c:pt idx="95684">
                  <c:v>45593.836111111108</c:v>
                </c:pt>
                <c:pt idx="95685">
                  <c:v>45689.793749999997</c:v>
                </c:pt>
                <c:pt idx="95686">
                  <c:v>45807.597222222219</c:v>
                </c:pt>
                <c:pt idx="95687">
                  <c:v>45936.555555555547</c:v>
                </c:pt>
                <c:pt idx="95688">
                  <c:v>45985.53402777778</c:v>
                </c:pt>
                <c:pt idx="95689">
                  <c:v>45964.771527777782</c:v>
                </c:pt>
                <c:pt idx="95690">
                  <c:v>46010.250694444447</c:v>
                </c:pt>
                <c:pt idx="95691">
                  <c:v>45936.547222222223</c:v>
                </c:pt>
                <c:pt idx="95692">
                  <c:v>45980.367361111108</c:v>
                </c:pt>
                <c:pt idx="95693">
                  <c:v>45916.353472222218</c:v>
                </c:pt>
                <c:pt idx="95694">
                  <c:v>45796.571527777778</c:v>
                </c:pt>
                <c:pt idx="95695">
                  <c:v>45463.978472222218</c:v>
                </c:pt>
                <c:pt idx="95696">
                  <c:v>45395.936111111107</c:v>
                </c:pt>
                <c:pt idx="95697">
                  <c:v>45431.711111111108</c:v>
                </c:pt>
                <c:pt idx="95698">
                  <c:v>45501.841666666667</c:v>
                </c:pt>
                <c:pt idx="95699">
                  <c:v>45763.520833333343</c:v>
                </c:pt>
                <c:pt idx="95700">
                  <c:v>45441.704861111109</c:v>
                </c:pt>
                <c:pt idx="95701">
                  <c:v>45869.466666666667</c:v>
                </c:pt>
                <c:pt idx="95702">
                  <c:v>45876.398611111108</c:v>
                </c:pt>
                <c:pt idx="95703">
                  <c:v>45843.722222222219</c:v>
                </c:pt>
                <c:pt idx="95704">
                  <c:v>45887.800694444442</c:v>
                </c:pt>
                <c:pt idx="95705">
                  <c:v>45867.644444444442</c:v>
                </c:pt>
                <c:pt idx="95706">
                  <c:v>45846.425000000003</c:v>
                </c:pt>
                <c:pt idx="95707">
                  <c:v>45902.706944444442</c:v>
                </c:pt>
                <c:pt idx="95708">
                  <c:v>45908.822916666657</c:v>
                </c:pt>
                <c:pt idx="95709">
                  <c:v>46001.119444444441</c:v>
                </c:pt>
                <c:pt idx="95710">
                  <c:v>45979.699305555558</c:v>
                </c:pt>
                <c:pt idx="95711">
                  <c:v>45761.549305555563</c:v>
                </c:pt>
                <c:pt idx="95712">
                  <c:v>45555.470833333333</c:v>
                </c:pt>
                <c:pt idx="95713">
                  <c:v>45493.552777777782</c:v>
                </c:pt>
                <c:pt idx="95714">
                  <c:v>45555.467361111107</c:v>
                </c:pt>
                <c:pt idx="95715">
                  <c:v>45789.479166666657</c:v>
                </c:pt>
                <c:pt idx="95716">
                  <c:v>45612.9</c:v>
                </c:pt>
                <c:pt idx="95717">
                  <c:v>45946.613194444442</c:v>
                </c:pt>
                <c:pt idx="95718">
                  <c:v>45845.703472222223</c:v>
                </c:pt>
                <c:pt idx="95719">
                  <c:v>45859.522916666669</c:v>
                </c:pt>
                <c:pt idx="95720">
                  <c:v>46013.609027777777</c:v>
                </c:pt>
                <c:pt idx="95721">
                  <c:v>45310.500694444447</c:v>
                </c:pt>
                <c:pt idx="95722">
                  <c:v>45611.46597222222</c:v>
                </c:pt>
                <c:pt idx="95723">
                  <c:v>45400.493055555547</c:v>
                </c:pt>
                <c:pt idx="95724">
                  <c:v>45622.680555555547</c:v>
                </c:pt>
                <c:pt idx="95725">
                  <c:v>45344.352083333331</c:v>
                </c:pt>
                <c:pt idx="95726">
                  <c:v>45397.548611111109</c:v>
                </c:pt>
                <c:pt idx="95727">
                  <c:v>45848.835416666669</c:v>
                </c:pt>
                <c:pt idx="95728">
                  <c:v>45765.692361111112</c:v>
                </c:pt>
                <c:pt idx="95729">
                  <c:v>45926.719444444447</c:v>
                </c:pt>
                <c:pt idx="95730">
                  <c:v>45653.339583333327</c:v>
                </c:pt>
                <c:pt idx="95731">
                  <c:v>45621.847916666673</c:v>
                </c:pt>
                <c:pt idx="95732">
                  <c:v>45637.431944444441</c:v>
                </c:pt>
                <c:pt idx="95733">
                  <c:v>45570.874305555553</c:v>
                </c:pt>
                <c:pt idx="95734">
                  <c:v>45615.57708333333</c:v>
                </c:pt>
                <c:pt idx="95735">
                  <c:v>45752.688888888893</c:v>
                </c:pt>
                <c:pt idx="95736">
                  <c:v>45778.795138888891</c:v>
                </c:pt>
                <c:pt idx="95737">
                  <c:v>45761.850694444453</c:v>
                </c:pt>
                <c:pt idx="95738">
                  <c:v>45798.713888888888</c:v>
                </c:pt>
                <c:pt idx="95739">
                  <c:v>45752.688888888893</c:v>
                </c:pt>
                <c:pt idx="95740">
                  <c:v>45809.713194444441</c:v>
                </c:pt>
                <c:pt idx="95741">
                  <c:v>45809.713194444441</c:v>
                </c:pt>
                <c:pt idx="95742">
                  <c:v>45778.795138888891</c:v>
                </c:pt>
                <c:pt idx="95743">
                  <c:v>45798.713888888888</c:v>
                </c:pt>
                <c:pt idx="95744">
                  <c:v>45761.850694444453</c:v>
                </c:pt>
                <c:pt idx="95745">
                  <c:v>45664.595833333333</c:v>
                </c:pt>
                <c:pt idx="95746">
                  <c:v>45329.418749999997</c:v>
                </c:pt>
                <c:pt idx="95747">
                  <c:v>45985.70208333333</c:v>
                </c:pt>
                <c:pt idx="95748">
                  <c:v>45743.87222222222</c:v>
                </c:pt>
                <c:pt idx="95749">
                  <c:v>45710.775694444441</c:v>
                </c:pt>
                <c:pt idx="95750">
                  <c:v>45771.820138888892</c:v>
                </c:pt>
                <c:pt idx="95751">
                  <c:v>45729.850694444453</c:v>
                </c:pt>
                <c:pt idx="95752">
                  <c:v>45722.427083333343</c:v>
                </c:pt>
                <c:pt idx="95753">
                  <c:v>45766.662499999999</c:v>
                </c:pt>
                <c:pt idx="95754">
                  <c:v>45751.927777777782</c:v>
                </c:pt>
                <c:pt idx="95755">
                  <c:v>45623.950694444437</c:v>
                </c:pt>
                <c:pt idx="95756">
                  <c:v>45526.426388888889</c:v>
                </c:pt>
                <c:pt idx="95757">
                  <c:v>45963.166666666657</c:v>
                </c:pt>
                <c:pt idx="95758">
                  <c:v>45915.792361111111</c:v>
                </c:pt>
                <c:pt idx="95759">
                  <c:v>45854.099305555559</c:v>
                </c:pt>
                <c:pt idx="95760">
                  <c:v>45815.692361111112</c:v>
                </c:pt>
                <c:pt idx="95761">
                  <c:v>45932.005555555559</c:v>
                </c:pt>
                <c:pt idx="95762">
                  <c:v>45882.012499999997</c:v>
                </c:pt>
                <c:pt idx="95763">
                  <c:v>45977.510416666657</c:v>
                </c:pt>
                <c:pt idx="95764">
                  <c:v>45815.693749999999</c:v>
                </c:pt>
                <c:pt idx="95765">
                  <c:v>46018.93472222222</c:v>
                </c:pt>
                <c:pt idx="95766">
                  <c:v>45987.661111111112</c:v>
                </c:pt>
                <c:pt idx="95767">
                  <c:v>45791.589583333327</c:v>
                </c:pt>
                <c:pt idx="95768">
                  <c:v>45730.619444444441</c:v>
                </c:pt>
                <c:pt idx="95769">
                  <c:v>45358.613888888889</c:v>
                </c:pt>
                <c:pt idx="95770">
                  <c:v>45345.413194444453</c:v>
                </c:pt>
                <c:pt idx="95771">
                  <c:v>45836.652083333327</c:v>
                </c:pt>
                <c:pt idx="95772">
                  <c:v>45516.688888888893</c:v>
                </c:pt>
                <c:pt idx="95773">
                  <c:v>45969.797222222223</c:v>
                </c:pt>
                <c:pt idx="95774">
                  <c:v>45399.850694444453</c:v>
                </c:pt>
                <c:pt idx="95775">
                  <c:v>46006.780555555553</c:v>
                </c:pt>
                <c:pt idx="95776">
                  <c:v>45304.640277777777</c:v>
                </c:pt>
                <c:pt idx="95777">
                  <c:v>45724.663194444453</c:v>
                </c:pt>
                <c:pt idx="95778">
                  <c:v>45421.38958333333</c:v>
                </c:pt>
                <c:pt idx="95779">
                  <c:v>45671.71875</c:v>
                </c:pt>
                <c:pt idx="95780">
                  <c:v>45311.974305555559</c:v>
                </c:pt>
                <c:pt idx="95781">
                  <c:v>45926.589583333327</c:v>
                </c:pt>
                <c:pt idx="95782">
                  <c:v>45744.615277777782</c:v>
                </c:pt>
                <c:pt idx="95783">
                  <c:v>45733.625694444447</c:v>
                </c:pt>
                <c:pt idx="95784">
                  <c:v>45832.738888888889</c:v>
                </c:pt>
                <c:pt idx="95785">
                  <c:v>45591.644444444442</c:v>
                </c:pt>
                <c:pt idx="95786">
                  <c:v>45599.345833333333</c:v>
                </c:pt>
                <c:pt idx="95787">
                  <c:v>45603.410416666673</c:v>
                </c:pt>
                <c:pt idx="95788">
                  <c:v>45779.31527777778</c:v>
                </c:pt>
                <c:pt idx="95789">
                  <c:v>45546.423611111109</c:v>
                </c:pt>
                <c:pt idx="95790">
                  <c:v>45821.549305555563</c:v>
                </c:pt>
                <c:pt idx="95791">
                  <c:v>45353.618750000001</c:v>
                </c:pt>
                <c:pt idx="95792">
                  <c:v>45475.938194444447</c:v>
                </c:pt>
                <c:pt idx="95793">
                  <c:v>45818.979861111111</c:v>
                </c:pt>
                <c:pt idx="95794">
                  <c:v>45597.595833333333</c:v>
                </c:pt>
                <c:pt idx="95795">
                  <c:v>45703.48333333333</c:v>
                </c:pt>
                <c:pt idx="95796">
                  <c:v>45420.948611111111</c:v>
                </c:pt>
                <c:pt idx="95797">
                  <c:v>45394.46597222222</c:v>
                </c:pt>
                <c:pt idx="95798">
                  <c:v>45350.996527777781</c:v>
                </c:pt>
                <c:pt idx="95799">
                  <c:v>45680.464583333327</c:v>
                </c:pt>
                <c:pt idx="95800">
                  <c:v>45900.729861111111</c:v>
                </c:pt>
                <c:pt idx="95801">
                  <c:v>45907.681944444441</c:v>
                </c:pt>
                <c:pt idx="95802">
                  <c:v>45834.59097222222</c:v>
                </c:pt>
                <c:pt idx="95803">
                  <c:v>45866.521527777782</c:v>
                </c:pt>
                <c:pt idx="95804">
                  <c:v>45596.481249999997</c:v>
                </c:pt>
                <c:pt idx="95805">
                  <c:v>45658.679166666669</c:v>
                </c:pt>
                <c:pt idx="95806">
                  <c:v>45630.552083333343</c:v>
                </c:pt>
                <c:pt idx="95807">
                  <c:v>45960.734722222223</c:v>
                </c:pt>
                <c:pt idx="95808">
                  <c:v>45740.071527777778</c:v>
                </c:pt>
                <c:pt idx="95809">
                  <c:v>45455.581250000003</c:v>
                </c:pt>
                <c:pt idx="95810">
                  <c:v>45936.637499999997</c:v>
                </c:pt>
                <c:pt idx="95811">
                  <c:v>45321.87222222222</c:v>
                </c:pt>
                <c:pt idx="95812">
                  <c:v>45871.484027777777</c:v>
                </c:pt>
                <c:pt idx="95813">
                  <c:v>45988.984722222223</c:v>
                </c:pt>
                <c:pt idx="95814">
                  <c:v>45912.808333333327</c:v>
                </c:pt>
                <c:pt idx="95815">
                  <c:v>45830.739583333343</c:v>
                </c:pt>
                <c:pt idx="95816">
                  <c:v>46016.211805555547</c:v>
                </c:pt>
                <c:pt idx="95817">
                  <c:v>45775.434027777781</c:v>
                </c:pt>
                <c:pt idx="95818">
                  <c:v>45612.423611111109</c:v>
                </c:pt>
                <c:pt idx="95819">
                  <c:v>45358.801388888889</c:v>
                </c:pt>
                <c:pt idx="95820">
                  <c:v>45467.413888888892</c:v>
                </c:pt>
                <c:pt idx="95821">
                  <c:v>45772.024305555547</c:v>
                </c:pt>
                <c:pt idx="95822">
                  <c:v>45803.79791666667</c:v>
                </c:pt>
                <c:pt idx="95823">
                  <c:v>45899.178472222222</c:v>
                </c:pt>
                <c:pt idx="95824">
                  <c:v>45834.800694444442</c:v>
                </c:pt>
                <c:pt idx="95825">
                  <c:v>45897.421527777777</c:v>
                </c:pt>
                <c:pt idx="95826">
                  <c:v>45987.594444444447</c:v>
                </c:pt>
                <c:pt idx="95827">
                  <c:v>45710.863194444442</c:v>
                </c:pt>
                <c:pt idx="95828">
                  <c:v>45954.863194444442</c:v>
                </c:pt>
                <c:pt idx="95829">
                  <c:v>45853.569444444453</c:v>
                </c:pt>
                <c:pt idx="95830">
                  <c:v>45759.378472222219</c:v>
                </c:pt>
                <c:pt idx="95831">
                  <c:v>45560.559027777781</c:v>
                </c:pt>
                <c:pt idx="95832">
                  <c:v>45962.400694444441</c:v>
                </c:pt>
                <c:pt idx="95833">
                  <c:v>45987.61041666667</c:v>
                </c:pt>
                <c:pt idx="95834">
                  <c:v>45993.472916666673</c:v>
                </c:pt>
                <c:pt idx="95835">
                  <c:v>45822.216666666667</c:v>
                </c:pt>
                <c:pt idx="95836">
                  <c:v>45776.445138888892</c:v>
                </c:pt>
                <c:pt idx="95837">
                  <c:v>46006.882638888892</c:v>
                </c:pt>
                <c:pt idx="95838">
                  <c:v>45930.820833333331</c:v>
                </c:pt>
                <c:pt idx="95839">
                  <c:v>45914.688194444447</c:v>
                </c:pt>
                <c:pt idx="95840">
                  <c:v>45502.463194444441</c:v>
                </c:pt>
                <c:pt idx="95841">
                  <c:v>45749.415972222218</c:v>
                </c:pt>
                <c:pt idx="95842">
                  <c:v>45355.925000000003</c:v>
                </c:pt>
                <c:pt idx="95843">
                  <c:v>45978.490277777782</c:v>
                </c:pt>
                <c:pt idx="95844">
                  <c:v>45664.65902777778</c:v>
                </c:pt>
                <c:pt idx="95845">
                  <c:v>45895.759027777778</c:v>
                </c:pt>
                <c:pt idx="95846">
                  <c:v>45677.785416666673</c:v>
                </c:pt>
                <c:pt idx="95847">
                  <c:v>45895.758333333331</c:v>
                </c:pt>
                <c:pt idx="95848">
                  <c:v>45663.851388888892</c:v>
                </c:pt>
                <c:pt idx="95849">
                  <c:v>45338.673611111109</c:v>
                </c:pt>
                <c:pt idx="95850">
                  <c:v>45372.54791666667</c:v>
                </c:pt>
                <c:pt idx="95851">
                  <c:v>45512.581944444442</c:v>
                </c:pt>
                <c:pt idx="95852">
                  <c:v>45455.252083333333</c:v>
                </c:pt>
                <c:pt idx="95853">
                  <c:v>46019.088888888888</c:v>
                </c:pt>
                <c:pt idx="95854">
                  <c:v>45810.79791666667</c:v>
                </c:pt>
                <c:pt idx="95855">
                  <c:v>45636.912499999999</c:v>
                </c:pt>
                <c:pt idx="95856">
                  <c:v>45476.406944444447</c:v>
                </c:pt>
                <c:pt idx="95857">
                  <c:v>45558.786111111112</c:v>
                </c:pt>
                <c:pt idx="95858">
                  <c:v>45377.845138888893</c:v>
                </c:pt>
                <c:pt idx="95859">
                  <c:v>45928.979861111111</c:v>
                </c:pt>
                <c:pt idx="95860">
                  <c:v>45991.978472222218</c:v>
                </c:pt>
                <c:pt idx="95861">
                  <c:v>45989.643750000003</c:v>
                </c:pt>
                <c:pt idx="95862">
                  <c:v>45954.307638888888</c:v>
                </c:pt>
                <c:pt idx="95863">
                  <c:v>45911.717361111107</c:v>
                </c:pt>
                <c:pt idx="95864">
                  <c:v>45925.776388888888</c:v>
                </c:pt>
                <c:pt idx="95865">
                  <c:v>45892.769444444442</c:v>
                </c:pt>
                <c:pt idx="95866">
                  <c:v>45908.404861111107</c:v>
                </c:pt>
                <c:pt idx="95867">
                  <c:v>45776.723611111112</c:v>
                </c:pt>
                <c:pt idx="95868">
                  <c:v>45890.688888888893</c:v>
                </c:pt>
                <c:pt idx="95869">
                  <c:v>45843.525694444441</c:v>
                </c:pt>
                <c:pt idx="95870">
                  <c:v>45745.678472222222</c:v>
                </c:pt>
                <c:pt idx="95871">
                  <c:v>45921.307638888888</c:v>
                </c:pt>
                <c:pt idx="95872">
                  <c:v>45887.300694444442</c:v>
                </c:pt>
                <c:pt idx="95873">
                  <c:v>45852.894444444442</c:v>
                </c:pt>
                <c:pt idx="95874">
                  <c:v>45932.21875</c:v>
                </c:pt>
                <c:pt idx="95875">
                  <c:v>45533.990277777782</c:v>
                </c:pt>
                <c:pt idx="95876">
                  <c:v>45666.122916666667</c:v>
                </c:pt>
                <c:pt idx="95877">
                  <c:v>45559.787499999999</c:v>
                </c:pt>
                <c:pt idx="95878">
                  <c:v>45591.686805555553</c:v>
                </c:pt>
                <c:pt idx="95879">
                  <c:v>45456.472222222219</c:v>
                </c:pt>
                <c:pt idx="95880">
                  <c:v>45386.354861111111</c:v>
                </c:pt>
                <c:pt idx="95881">
                  <c:v>45498.96597222222</c:v>
                </c:pt>
                <c:pt idx="95882">
                  <c:v>45707.893750000003</c:v>
                </c:pt>
                <c:pt idx="95883">
                  <c:v>45623.74722222222</c:v>
                </c:pt>
                <c:pt idx="95884">
                  <c:v>45623.74722222222</c:v>
                </c:pt>
                <c:pt idx="95885">
                  <c:v>45707.893750000003</c:v>
                </c:pt>
                <c:pt idx="95886">
                  <c:v>45806.643750000003</c:v>
                </c:pt>
                <c:pt idx="95887">
                  <c:v>45771.04583333333</c:v>
                </c:pt>
                <c:pt idx="95888">
                  <c:v>45732.463888888888</c:v>
                </c:pt>
                <c:pt idx="95889">
                  <c:v>45816.072916666657</c:v>
                </c:pt>
                <c:pt idx="95890">
                  <c:v>45361.544444444437</c:v>
                </c:pt>
                <c:pt idx="95891">
                  <c:v>45910.292361111111</c:v>
                </c:pt>
                <c:pt idx="95892">
                  <c:v>45915.397222222222</c:v>
                </c:pt>
                <c:pt idx="95893">
                  <c:v>45785.059027777781</c:v>
                </c:pt>
                <c:pt idx="95894">
                  <c:v>45766.597222222219</c:v>
                </c:pt>
                <c:pt idx="95895">
                  <c:v>45731.46597222222</c:v>
                </c:pt>
                <c:pt idx="95896">
                  <c:v>45749.709722222222</c:v>
                </c:pt>
                <c:pt idx="95897">
                  <c:v>45805.872916666667</c:v>
                </c:pt>
                <c:pt idx="95898">
                  <c:v>45493.834722222222</c:v>
                </c:pt>
                <c:pt idx="95899">
                  <c:v>45456.798611111109</c:v>
                </c:pt>
                <c:pt idx="95900">
                  <c:v>45992.484027777777</c:v>
                </c:pt>
                <c:pt idx="95901">
                  <c:v>45665.786805555559</c:v>
                </c:pt>
                <c:pt idx="95902">
                  <c:v>46018.038194444453</c:v>
                </c:pt>
                <c:pt idx="95903">
                  <c:v>45988.080555555563</c:v>
                </c:pt>
                <c:pt idx="95904">
                  <c:v>45797.407638888893</c:v>
                </c:pt>
                <c:pt idx="95905">
                  <c:v>45590.367361111108</c:v>
                </c:pt>
                <c:pt idx="95906">
                  <c:v>45451.592361111107</c:v>
                </c:pt>
                <c:pt idx="95907">
                  <c:v>45838.968055555553</c:v>
                </c:pt>
                <c:pt idx="95908">
                  <c:v>45727.453472222223</c:v>
                </c:pt>
                <c:pt idx="95909">
                  <c:v>45696.418749999997</c:v>
                </c:pt>
                <c:pt idx="95910">
                  <c:v>45813.381249999999</c:v>
                </c:pt>
                <c:pt idx="95911">
                  <c:v>45665.223611111112</c:v>
                </c:pt>
                <c:pt idx="95912">
                  <c:v>45852.761805555558</c:v>
                </c:pt>
                <c:pt idx="95913">
                  <c:v>45878.713194444441</c:v>
                </c:pt>
                <c:pt idx="95914">
                  <c:v>45992.185416666667</c:v>
                </c:pt>
                <c:pt idx="95915">
                  <c:v>45935.669444444437</c:v>
                </c:pt>
                <c:pt idx="95916">
                  <c:v>45513.747916666667</c:v>
                </c:pt>
                <c:pt idx="95917">
                  <c:v>45429.725694444453</c:v>
                </c:pt>
                <c:pt idx="95918">
                  <c:v>45697.724305555559</c:v>
                </c:pt>
                <c:pt idx="95919">
                  <c:v>45598.410416666673</c:v>
                </c:pt>
                <c:pt idx="95920">
                  <c:v>45686.845833333333</c:v>
                </c:pt>
                <c:pt idx="95921">
                  <c:v>45574.625</c:v>
                </c:pt>
                <c:pt idx="95922">
                  <c:v>45620.763888888891</c:v>
                </c:pt>
                <c:pt idx="95923">
                  <c:v>45931.451388888891</c:v>
                </c:pt>
                <c:pt idx="95924">
                  <c:v>45954.361111111109</c:v>
                </c:pt>
                <c:pt idx="95925">
                  <c:v>46015.550694444442</c:v>
                </c:pt>
                <c:pt idx="95926">
                  <c:v>45992.439583333333</c:v>
                </c:pt>
                <c:pt idx="95927">
                  <c:v>45685.855555555558</c:v>
                </c:pt>
                <c:pt idx="95928">
                  <c:v>45516.55972222222</c:v>
                </c:pt>
                <c:pt idx="95929">
                  <c:v>45946.633333333331</c:v>
                </c:pt>
                <c:pt idx="95930">
                  <c:v>45408.905555555553</c:v>
                </c:pt>
                <c:pt idx="95931">
                  <c:v>45660.428472222222</c:v>
                </c:pt>
                <c:pt idx="95932">
                  <c:v>45761.8125</c:v>
                </c:pt>
                <c:pt idx="95933">
                  <c:v>45583.782638888893</c:v>
                </c:pt>
                <c:pt idx="95934">
                  <c:v>45656.795138888891</c:v>
                </c:pt>
                <c:pt idx="95935">
                  <c:v>45609.490277777782</c:v>
                </c:pt>
                <c:pt idx="95936">
                  <c:v>45938.823611111111</c:v>
                </c:pt>
                <c:pt idx="95937">
                  <c:v>45946.774305555547</c:v>
                </c:pt>
                <c:pt idx="95938">
                  <c:v>45977.82916666667</c:v>
                </c:pt>
                <c:pt idx="95939">
                  <c:v>45736.974305555559</c:v>
                </c:pt>
                <c:pt idx="95940">
                  <c:v>45757.393055555563</c:v>
                </c:pt>
                <c:pt idx="95941">
                  <c:v>45869.638194444437</c:v>
                </c:pt>
                <c:pt idx="95942">
                  <c:v>45779.145833333343</c:v>
                </c:pt>
                <c:pt idx="95943">
                  <c:v>45596.004861111112</c:v>
                </c:pt>
                <c:pt idx="95944">
                  <c:v>45969.692361111112</c:v>
                </c:pt>
                <c:pt idx="95945">
                  <c:v>45990.273611111108</c:v>
                </c:pt>
                <c:pt idx="95946">
                  <c:v>46023.768750000003</c:v>
                </c:pt>
                <c:pt idx="95947">
                  <c:v>45794.052777777782</c:v>
                </c:pt>
                <c:pt idx="95948">
                  <c:v>45604.853472222218</c:v>
                </c:pt>
                <c:pt idx="95949">
                  <c:v>45975.666666666657</c:v>
                </c:pt>
                <c:pt idx="95950">
                  <c:v>46014.427777777782</c:v>
                </c:pt>
                <c:pt idx="95951">
                  <c:v>45950.614583333343</c:v>
                </c:pt>
                <c:pt idx="95952">
                  <c:v>45541.441666666673</c:v>
                </c:pt>
                <c:pt idx="95953">
                  <c:v>45984.927777777782</c:v>
                </c:pt>
                <c:pt idx="95954">
                  <c:v>45425.911805555559</c:v>
                </c:pt>
                <c:pt idx="95955">
                  <c:v>45692.007638888892</c:v>
                </c:pt>
                <c:pt idx="95956">
                  <c:v>45630.579861111109</c:v>
                </c:pt>
                <c:pt idx="95957">
                  <c:v>45669.872916666667</c:v>
                </c:pt>
                <c:pt idx="95958">
                  <c:v>45701.825694444437</c:v>
                </c:pt>
                <c:pt idx="95959">
                  <c:v>45613.934027777781</c:v>
                </c:pt>
                <c:pt idx="95960">
                  <c:v>46009.955555555563</c:v>
                </c:pt>
                <c:pt idx="95961">
                  <c:v>46019.449305555558</c:v>
                </c:pt>
                <c:pt idx="95962">
                  <c:v>45348.763194444437</c:v>
                </c:pt>
                <c:pt idx="95963">
                  <c:v>45532.063194444447</c:v>
                </c:pt>
                <c:pt idx="95964">
                  <c:v>45754.770833333343</c:v>
                </c:pt>
                <c:pt idx="95965">
                  <c:v>45597.632638888892</c:v>
                </c:pt>
                <c:pt idx="95966">
                  <c:v>45782.568749999999</c:v>
                </c:pt>
                <c:pt idx="95967">
                  <c:v>45759.886805555558</c:v>
                </c:pt>
                <c:pt idx="95968">
                  <c:v>45667.406944444447</c:v>
                </c:pt>
                <c:pt idx="95969">
                  <c:v>45688.805555555547</c:v>
                </c:pt>
                <c:pt idx="95970">
                  <c:v>45551.892361111109</c:v>
                </c:pt>
                <c:pt idx="95971">
                  <c:v>45627.832638888889</c:v>
                </c:pt>
                <c:pt idx="95972">
                  <c:v>45783.356944444437</c:v>
                </c:pt>
                <c:pt idx="95973">
                  <c:v>45809.658333333333</c:v>
                </c:pt>
                <c:pt idx="95974">
                  <c:v>45760.847222222219</c:v>
                </c:pt>
                <c:pt idx="95975">
                  <c:v>45412.25</c:v>
                </c:pt>
                <c:pt idx="95976">
                  <c:v>45928.343055555553</c:v>
                </c:pt>
                <c:pt idx="95977">
                  <c:v>45749.818749999999</c:v>
                </c:pt>
                <c:pt idx="95978">
                  <c:v>45810.780555555553</c:v>
                </c:pt>
                <c:pt idx="95979">
                  <c:v>45747.938888888893</c:v>
                </c:pt>
                <c:pt idx="95980">
                  <c:v>45812.664583333331</c:v>
                </c:pt>
                <c:pt idx="95981">
                  <c:v>46011.556250000001</c:v>
                </c:pt>
                <c:pt idx="95982">
                  <c:v>45597.820138888892</c:v>
                </c:pt>
                <c:pt idx="95983">
                  <c:v>45316.449305555558</c:v>
                </c:pt>
                <c:pt idx="95984">
                  <c:v>45531.90902777778</c:v>
                </c:pt>
                <c:pt idx="95985">
                  <c:v>45605.927083333343</c:v>
                </c:pt>
                <c:pt idx="95986">
                  <c:v>45727.491666666669</c:v>
                </c:pt>
                <c:pt idx="95987">
                  <c:v>45839.564583333333</c:v>
                </c:pt>
                <c:pt idx="95988">
                  <c:v>45494.494444444441</c:v>
                </c:pt>
                <c:pt idx="95989">
                  <c:v>45929.859722222223</c:v>
                </c:pt>
                <c:pt idx="95990">
                  <c:v>45860.418055555558</c:v>
                </c:pt>
                <c:pt idx="95991">
                  <c:v>45811.537499999999</c:v>
                </c:pt>
                <c:pt idx="95992">
                  <c:v>45793.634027777778</c:v>
                </c:pt>
                <c:pt idx="95993">
                  <c:v>45833.418055555558</c:v>
                </c:pt>
                <c:pt idx="95994">
                  <c:v>45748.43472222222</c:v>
                </c:pt>
                <c:pt idx="95995">
                  <c:v>45711.61041666667</c:v>
                </c:pt>
                <c:pt idx="95996">
                  <c:v>45698.688888888893</c:v>
                </c:pt>
                <c:pt idx="95997">
                  <c:v>45723.561805555553</c:v>
                </c:pt>
                <c:pt idx="95998">
                  <c:v>45581.400694444441</c:v>
                </c:pt>
                <c:pt idx="95999">
                  <c:v>46016.53125</c:v>
                </c:pt>
                <c:pt idx="96000">
                  <c:v>45937.865972222222</c:v>
                </c:pt>
                <c:pt idx="96001">
                  <c:v>45962.453472222223</c:v>
                </c:pt>
                <c:pt idx="96002">
                  <c:v>45990.386111111111</c:v>
                </c:pt>
                <c:pt idx="96003">
                  <c:v>45950.909722222219</c:v>
                </c:pt>
                <c:pt idx="96004">
                  <c:v>45988.409722222219</c:v>
                </c:pt>
                <c:pt idx="96005">
                  <c:v>45947.87222222222</c:v>
                </c:pt>
                <c:pt idx="96006">
                  <c:v>45971.697222222218</c:v>
                </c:pt>
                <c:pt idx="96007">
                  <c:v>45811.568055555559</c:v>
                </c:pt>
                <c:pt idx="96008">
                  <c:v>45401.958333333343</c:v>
                </c:pt>
                <c:pt idx="96009">
                  <c:v>45292.901388888888</c:v>
                </c:pt>
                <c:pt idx="96010">
                  <c:v>45916.59097222222</c:v>
                </c:pt>
                <c:pt idx="96011">
                  <c:v>45817.37222222222</c:v>
                </c:pt>
                <c:pt idx="96012">
                  <c:v>45863.336111111108</c:v>
                </c:pt>
                <c:pt idx="96013">
                  <c:v>45979.248611111107</c:v>
                </c:pt>
                <c:pt idx="96014">
                  <c:v>45925.404861111107</c:v>
                </c:pt>
                <c:pt idx="96015">
                  <c:v>45873.867361111108</c:v>
                </c:pt>
                <c:pt idx="96016">
                  <c:v>45781.974999999999</c:v>
                </c:pt>
                <c:pt idx="96017">
                  <c:v>45781.890277777777</c:v>
                </c:pt>
                <c:pt idx="96018">
                  <c:v>46014.493055555547</c:v>
                </c:pt>
                <c:pt idx="96019">
                  <c:v>45847.572916666657</c:v>
                </c:pt>
                <c:pt idx="96020">
                  <c:v>45817.69027777778</c:v>
                </c:pt>
                <c:pt idx="96021">
                  <c:v>45732.331250000003</c:v>
                </c:pt>
                <c:pt idx="96022">
                  <c:v>45881.091666666667</c:v>
                </c:pt>
                <c:pt idx="96023">
                  <c:v>45693.429861111108</c:v>
                </c:pt>
                <c:pt idx="96024">
                  <c:v>45911.692361111112</c:v>
                </c:pt>
                <c:pt idx="96025">
                  <c:v>45489.151388888888</c:v>
                </c:pt>
                <c:pt idx="96026">
                  <c:v>45580.953472222223</c:v>
                </c:pt>
                <c:pt idx="96027">
                  <c:v>45653.966666666667</c:v>
                </c:pt>
                <c:pt idx="96028">
                  <c:v>45614.594444444447</c:v>
                </c:pt>
                <c:pt idx="96029">
                  <c:v>45700.418055555558</c:v>
                </c:pt>
                <c:pt idx="96030">
                  <c:v>45943.904166666667</c:v>
                </c:pt>
                <c:pt idx="96031">
                  <c:v>45859.474999999999</c:v>
                </c:pt>
                <c:pt idx="96032">
                  <c:v>45748.442361111112</c:v>
                </c:pt>
                <c:pt idx="96033">
                  <c:v>45604.87777777778</c:v>
                </c:pt>
                <c:pt idx="96034">
                  <c:v>45958.843055555553</c:v>
                </c:pt>
                <c:pt idx="96035">
                  <c:v>45694.730555555558</c:v>
                </c:pt>
                <c:pt idx="96036">
                  <c:v>45666.529166666667</c:v>
                </c:pt>
                <c:pt idx="96037">
                  <c:v>46020.504861111112</c:v>
                </c:pt>
                <c:pt idx="96038">
                  <c:v>45365.447222222218</c:v>
                </c:pt>
                <c:pt idx="96039">
                  <c:v>45565.657638888893</c:v>
                </c:pt>
                <c:pt idx="96040">
                  <c:v>45491.734027777777</c:v>
                </c:pt>
                <c:pt idx="96041">
                  <c:v>45998.654166666667</c:v>
                </c:pt>
                <c:pt idx="96042">
                  <c:v>45950.254166666673</c:v>
                </c:pt>
                <c:pt idx="96043">
                  <c:v>45501.320138888892</c:v>
                </c:pt>
                <c:pt idx="96044">
                  <c:v>45677.743055555547</c:v>
                </c:pt>
                <c:pt idx="96045">
                  <c:v>45710.434027777781</c:v>
                </c:pt>
                <c:pt idx="96046">
                  <c:v>45660.657638888893</c:v>
                </c:pt>
                <c:pt idx="96047">
                  <c:v>45642.459027777782</c:v>
                </c:pt>
                <c:pt idx="96048">
                  <c:v>45833.861111111109</c:v>
                </c:pt>
                <c:pt idx="96049">
                  <c:v>45580.515277777777</c:v>
                </c:pt>
                <c:pt idx="96050">
                  <c:v>45717.886111111111</c:v>
                </c:pt>
                <c:pt idx="96051">
                  <c:v>45540.875694444447</c:v>
                </c:pt>
                <c:pt idx="96052">
                  <c:v>45517.943055555559</c:v>
                </c:pt>
                <c:pt idx="96053">
                  <c:v>45525.4375</c:v>
                </c:pt>
                <c:pt idx="96054">
                  <c:v>45783.326388888891</c:v>
                </c:pt>
                <c:pt idx="96055">
                  <c:v>45384.8125</c:v>
                </c:pt>
                <c:pt idx="96056">
                  <c:v>45385.658333333333</c:v>
                </c:pt>
                <c:pt idx="96057">
                  <c:v>45775.058333333327</c:v>
                </c:pt>
                <c:pt idx="96058">
                  <c:v>45775.54791666667</c:v>
                </c:pt>
                <c:pt idx="96059">
                  <c:v>45769.434027777781</c:v>
                </c:pt>
                <c:pt idx="96060">
                  <c:v>45964.431944444441</c:v>
                </c:pt>
                <c:pt idx="96061">
                  <c:v>45915.45208333333</c:v>
                </c:pt>
                <c:pt idx="96062">
                  <c:v>45886.515972222223</c:v>
                </c:pt>
                <c:pt idx="96063">
                  <c:v>45858.533333333333</c:v>
                </c:pt>
                <c:pt idx="96064">
                  <c:v>45909.545138888891</c:v>
                </c:pt>
                <c:pt idx="96065">
                  <c:v>45618.09097222222</c:v>
                </c:pt>
                <c:pt idx="96066">
                  <c:v>45594.527777777781</c:v>
                </c:pt>
                <c:pt idx="96067">
                  <c:v>45925.5625</c:v>
                </c:pt>
                <c:pt idx="96068">
                  <c:v>45584.394444444442</c:v>
                </c:pt>
                <c:pt idx="96069">
                  <c:v>45654.824305555558</c:v>
                </c:pt>
                <c:pt idx="96070">
                  <c:v>45519.76666666667</c:v>
                </c:pt>
                <c:pt idx="96071">
                  <c:v>45594.984722222223</c:v>
                </c:pt>
                <c:pt idx="96072">
                  <c:v>45709.781944444447</c:v>
                </c:pt>
                <c:pt idx="96073">
                  <c:v>45709.495138888888</c:v>
                </c:pt>
                <c:pt idx="96074">
                  <c:v>45766.701388888891</c:v>
                </c:pt>
                <c:pt idx="96075">
                  <c:v>45607.438194444447</c:v>
                </c:pt>
                <c:pt idx="96076">
                  <c:v>45588.916666666657</c:v>
                </c:pt>
                <c:pt idx="96077">
                  <c:v>45562.487500000003</c:v>
                </c:pt>
                <c:pt idx="96078">
                  <c:v>45393.839583333327</c:v>
                </c:pt>
                <c:pt idx="96079">
                  <c:v>45477.738888888889</c:v>
                </c:pt>
                <c:pt idx="96080">
                  <c:v>45302.739583333343</c:v>
                </c:pt>
                <c:pt idx="96081">
                  <c:v>45936.591666666667</c:v>
                </c:pt>
                <c:pt idx="96082">
                  <c:v>45939.663888888892</c:v>
                </c:pt>
                <c:pt idx="96083">
                  <c:v>45746.716666666667</c:v>
                </c:pt>
                <c:pt idx="96084">
                  <c:v>45774.306944444441</c:v>
                </c:pt>
                <c:pt idx="96085">
                  <c:v>45808.352083333331</c:v>
                </c:pt>
                <c:pt idx="96086">
                  <c:v>45818.794444444437</c:v>
                </c:pt>
                <c:pt idx="96087">
                  <c:v>46010.40625</c:v>
                </c:pt>
                <c:pt idx="96088">
                  <c:v>45942.498611111107</c:v>
                </c:pt>
                <c:pt idx="96089">
                  <c:v>45531.276388888888</c:v>
                </c:pt>
                <c:pt idx="96090">
                  <c:v>45650.321527777778</c:v>
                </c:pt>
                <c:pt idx="96091">
                  <c:v>45367.399305555547</c:v>
                </c:pt>
                <c:pt idx="96092">
                  <c:v>45483.23541666667</c:v>
                </c:pt>
                <c:pt idx="96093">
                  <c:v>45990.60833333333</c:v>
                </c:pt>
                <c:pt idx="96094">
                  <c:v>45980.874305555553</c:v>
                </c:pt>
                <c:pt idx="96095">
                  <c:v>45330.97152777778</c:v>
                </c:pt>
                <c:pt idx="96096">
                  <c:v>45372.59652777778</c:v>
                </c:pt>
                <c:pt idx="96097">
                  <c:v>45747.76458333333</c:v>
                </c:pt>
                <c:pt idx="96098">
                  <c:v>45604.931944444441</c:v>
                </c:pt>
                <c:pt idx="96099">
                  <c:v>45666.824999999997</c:v>
                </c:pt>
                <c:pt idx="96100">
                  <c:v>45748.614583333343</c:v>
                </c:pt>
                <c:pt idx="96101">
                  <c:v>45814.969444444447</c:v>
                </c:pt>
                <c:pt idx="96102">
                  <c:v>45527.3</c:v>
                </c:pt>
                <c:pt idx="96103">
                  <c:v>45653.381944444453</c:v>
                </c:pt>
                <c:pt idx="96104">
                  <c:v>45574.509027777778</c:v>
                </c:pt>
                <c:pt idx="96105">
                  <c:v>45751.969444444447</c:v>
                </c:pt>
                <c:pt idx="96106">
                  <c:v>45773.683333333327</c:v>
                </c:pt>
                <c:pt idx="96107">
                  <c:v>45310.311111111107</c:v>
                </c:pt>
                <c:pt idx="96108">
                  <c:v>45817.42083333333</c:v>
                </c:pt>
                <c:pt idx="96109">
                  <c:v>45939.849305555559</c:v>
                </c:pt>
                <c:pt idx="96110">
                  <c:v>45301.286111111112</c:v>
                </c:pt>
                <c:pt idx="96111">
                  <c:v>45371.613888888889</c:v>
                </c:pt>
                <c:pt idx="96112">
                  <c:v>45906.036111111112</c:v>
                </c:pt>
                <c:pt idx="96113">
                  <c:v>45963.87777777778</c:v>
                </c:pt>
                <c:pt idx="96114">
                  <c:v>45850.39166666667</c:v>
                </c:pt>
                <c:pt idx="96115">
                  <c:v>45774.463888888888</c:v>
                </c:pt>
                <c:pt idx="96116">
                  <c:v>45932.319444444453</c:v>
                </c:pt>
                <c:pt idx="96117">
                  <c:v>45834.886111111111</c:v>
                </c:pt>
                <c:pt idx="96118">
                  <c:v>45873.44027777778</c:v>
                </c:pt>
                <c:pt idx="96119">
                  <c:v>45989.302083333343</c:v>
                </c:pt>
                <c:pt idx="96120">
                  <c:v>45663.681944444441</c:v>
                </c:pt>
                <c:pt idx="96121">
                  <c:v>45670.603472222218</c:v>
                </c:pt>
                <c:pt idx="96122">
                  <c:v>45460.313194444447</c:v>
                </c:pt>
                <c:pt idx="96123">
                  <c:v>45801.616666666669</c:v>
                </c:pt>
                <c:pt idx="96124">
                  <c:v>45485.268750000003</c:v>
                </c:pt>
                <c:pt idx="96125">
                  <c:v>45477.70416666667</c:v>
                </c:pt>
                <c:pt idx="96126">
                  <c:v>45314.652083333327</c:v>
                </c:pt>
                <c:pt idx="96127">
                  <c:v>45910.558333333327</c:v>
                </c:pt>
                <c:pt idx="96128">
                  <c:v>45528.518750000003</c:v>
                </c:pt>
                <c:pt idx="96129">
                  <c:v>45544.245138888888</c:v>
                </c:pt>
                <c:pt idx="96130">
                  <c:v>45569.419444444437</c:v>
                </c:pt>
                <c:pt idx="96131">
                  <c:v>45628.347916666673</c:v>
                </c:pt>
                <c:pt idx="96132">
                  <c:v>45583.380555555559</c:v>
                </c:pt>
                <c:pt idx="96133">
                  <c:v>45762.664583333331</c:v>
                </c:pt>
                <c:pt idx="96134">
                  <c:v>45696.522222222222</c:v>
                </c:pt>
                <c:pt idx="96135">
                  <c:v>45721.954861111109</c:v>
                </c:pt>
                <c:pt idx="96136">
                  <c:v>45656.545138888891</c:v>
                </c:pt>
                <c:pt idx="96137">
                  <c:v>45964.395833333343</c:v>
                </c:pt>
                <c:pt idx="96138">
                  <c:v>45581.649305555547</c:v>
                </c:pt>
                <c:pt idx="96139">
                  <c:v>45999.426388888889</c:v>
                </c:pt>
                <c:pt idx="96140">
                  <c:v>45343.97152777778</c:v>
                </c:pt>
                <c:pt idx="96141">
                  <c:v>45827.943055555559</c:v>
                </c:pt>
                <c:pt idx="96142">
                  <c:v>45521.638194444437</c:v>
                </c:pt>
                <c:pt idx="96143">
                  <c:v>45801.467361111107</c:v>
                </c:pt>
                <c:pt idx="96144">
                  <c:v>45800.911805555559</c:v>
                </c:pt>
                <c:pt idx="96145">
                  <c:v>45709.772222222222</c:v>
                </c:pt>
                <c:pt idx="96146">
                  <c:v>45600.643750000003</c:v>
                </c:pt>
                <c:pt idx="96147">
                  <c:v>45583.467361111107</c:v>
                </c:pt>
                <c:pt idx="96148">
                  <c:v>45629.752083333333</c:v>
                </c:pt>
                <c:pt idx="96149">
                  <c:v>45613.467361111107</c:v>
                </c:pt>
                <c:pt idx="96150">
                  <c:v>45547.793055555558</c:v>
                </c:pt>
                <c:pt idx="96151">
                  <c:v>45489.20416666667</c:v>
                </c:pt>
                <c:pt idx="96152">
                  <c:v>45901.38958333333</c:v>
                </c:pt>
                <c:pt idx="96153">
                  <c:v>45555.404166666667</c:v>
                </c:pt>
                <c:pt idx="96154">
                  <c:v>45554.706250000003</c:v>
                </c:pt>
                <c:pt idx="96155">
                  <c:v>45972.929166666669</c:v>
                </c:pt>
                <c:pt idx="96156">
                  <c:v>45528.969444444447</c:v>
                </c:pt>
                <c:pt idx="96157">
                  <c:v>45620.621527777781</c:v>
                </c:pt>
                <c:pt idx="96158">
                  <c:v>45937.296527777777</c:v>
                </c:pt>
                <c:pt idx="96159">
                  <c:v>45532.40347222222</c:v>
                </c:pt>
                <c:pt idx="96160">
                  <c:v>45877.419444444437</c:v>
                </c:pt>
                <c:pt idx="96161">
                  <c:v>45738.584027777782</c:v>
                </c:pt>
                <c:pt idx="96162">
                  <c:v>45380.644444444442</c:v>
                </c:pt>
                <c:pt idx="96163">
                  <c:v>45942.995833333327</c:v>
                </c:pt>
                <c:pt idx="96164">
                  <c:v>45380.504166666673</c:v>
                </c:pt>
                <c:pt idx="96165">
                  <c:v>45463.458333333343</c:v>
                </c:pt>
                <c:pt idx="96166">
                  <c:v>45655.618750000001</c:v>
                </c:pt>
                <c:pt idx="96167">
                  <c:v>45299.715277777781</c:v>
                </c:pt>
                <c:pt idx="96168">
                  <c:v>45394.402777777781</c:v>
                </c:pt>
                <c:pt idx="96169">
                  <c:v>45656.404861111107</c:v>
                </c:pt>
                <c:pt idx="96170">
                  <c:v>45326.881944444453</c:v>
                </c:pt>
                <c:pt idx="96171">
                  <c:v>45968.478472222218</c:v>
                </c:pt>
                <c:pt idx="96172">
                  <c:v>45936.575694444437</c:v>
                </c:pt>
                <c:pt idx="96173">
                  <c:v>45543.841666666667</c:v>
                </c:pt>
                <c:pt idx="96174">
                  <c:v>45299.563888888893</c:v>
                </c:pt>
                <c:pt idx="96175">
                  <c:v>45661.651388888888</c:v>
                </c:pt>
                <c:pt idx="96176">
                  <c:v>45594.552083333343</c:v>
                </c:pt>
                <c:pt idx="96177">
                  <c:v>45488.367361111108</c:v>
                </c:pt>
                <c:pt idx="96178">
                  <c:v>45797.820833333331</c:v>
                </c:pt>
                <c:pt idx="96179">
                  <c:v>45310.541666666657</c:v>
                </c:pt>
                <c:pt idx="96180">
                  <c:v>45821.711805555547</c:v>
                </c:pt>
                <c:pt idx="96181">
                  <c:v>45769.215277777781</c:v>
                </c:pt>
                <c:pt idx="96182">
                  <c:v>45869.656944444447</c:v>
                </c:pt>
                <c:pt idx="96183">
                  <c:v>45907.93472222222</c:v>
                </c:pt>
                <c:pt idx="96184">
                  <c:v>45713.638888888891</c:v>
                </c:pt>
                <c:pt idx="96185">
                  <c:v>45752.539583333331</c:v>
                </c:pt>
                <c:pt idx="96186">
                  <c:v>45984.921527777777</c:v>
                </c:pt>
                <c:pt idx="96187">
                  <c:v>45612.977777777778</c:v>
                </c:pt>
                <c:pt idx="96188">
                  <c:v>45980.71597222222</c:v>
                </c:pt>
                <c:pt idx="96189">
                  <c:v>45593.002083333333</c:v>
                </c:pt>
                <c:pt idx="96190">
                  <c:v>45838.36041666667</c:v>
                </c:pt>
                <c:pt idx="96191">
                  <c:v>45761.505555555559</c:v>
                </c:pt>
                <c:pt idx="96192">
                  <c:v>45789.324305555558</c:v>
                </c:pt>
                <c:pt idx="96193">
                  <c:v>45894.791666666657</c:v>
                </c:pt>
                <c:pt idx="96194">
                  <c:v>45846.489583333343</c:v>
                </c:pt>
                <c:pt idx="96195">
                  <c:v>45777.859027777777</c:v>
                </c:pt>
                <c:pt idx="96196">
                  <c:v>45980.453472222223</c:v>
                </c:pt>
                <c:pt idx="96197">
                  <c:v>46020.508333333331</c:v>
                </c:pt>
                <c:pt idx="96198">
                  <c:v>45483.563888888893</c:v>
                </c:pt>
                <c:pt idx="96199">
                  <c:v>45499.425694444442</c:v>
                </c:pt>
                <c:pt idx="96200">
                  <c:v>45545.379166666673</c:v>
                </c:pt>
                <c:pt idx="96201">
                  <c:v>45525.404861111107</c:v>
                </c:pt>
                <c:pt idx="96202">
                  <c:v>45557.645138888889</c:v>
                </c:pt>
                <c:pt idx="96203">
                  <c:v>45477.692361111112</c:v>
                </c:pt>
                <c:pt idx="96204">
                  <c:v>45502.693055555559</c:v>
                </c:pt>
                <c:pt idx="96205">
                  <c:v>45518.351388888892</c:v>
                </c:pt>
                <c:pt idx="96206">
                  <c:v>45975.857638888891</c:v>
                </c:pt>
                <c:pt idx="96207">
                  <c:v>45709.395833333343</c:v>
                </c:pt>
                <c:pt idx="96208">
                  <c:v>45960.53125</c:v>
                </c:pt>
                <c:pt idx="96209">
                  <c:v>45604.68472222222</c:v>
                </c:pt>
                <c:pt idx="96210">
                  <c:v>45975.804861111108</c:v>
                </c:pt>
                <c:pt idx="96211">
                  <c:v>45564.862500000003</c:v>
                </c:pt>
                <c:pt idx="96212">
                  <c:v>45694.504861111112</c:v>
                </c:pt>
                <c:pt idx="96213">
                  <c:v>45964.381249999999</c:v>
                </c:pt>
                <c:pt idx="96214">
                  <c:v>45893.72152777778</c:v>
                </c:pt>
                <c:pt idx="96215">
                  <c:v>45600.337500000001</c:v>
                </c:pt>
                <c:pt idx="96216">
                  <c:v>45852.539583333331</c:v>
                </c:pt>
                <c:pt idx="96217">
                  <c:v>45945.593055555553</c:v>
                </c:pt>
                <c:pt idx="96218">
                  <c:v>45806.547222222223</c:v>
                </c:pt>
                <c:pt idx="96219">
                  <c:v>45719.880555555559</c:v>
                </c:pt>
                <c:pt idx="96220">
                  <c:v>45359.620833333327</c:v>
                </c:pt>
                <c:pt idx="96221">
                  <c:v>45485.581250000003</c:v>
                </c:pt>
                <c:pt idx="96222">
                  <c:v>45391.755555555559</c:v>
                </c:pt>
                <c:pt idx="96223">
                  <c:v>45399.613194444442</c:v>
                </c:pt>
                <c:pt idx="96224">
                  <c:v>45940.923611111109</c:v>
                </c:pt>
                <c:pt idx="96225">
                  <c:v>45789.55972222222</c:v>
                </c:pt>
                <c:pt idx="96226">
                  <c:v>45844.734027777777</c:v>
                </c:pt>
                <c:pt idx="96227">
                  <c:v>45891.647916666669</c:v>
                </c:pt>
                <c:pt idx="96228">
                  <c:v>45848.399305555547</c:v>
                </c:pt>
                <c:pt idx="96229">
                  <c:v>45887.900694444441</c:v>
                </c:pt>
                <c:pt idx="96230">
                  <c:v>45867.474305555559</c:v>
                </c:pt>
                <c:pt idx="96231">
                  <c:v>45971.749305555553</c:v>
                </c:pt>
                <c:pt idx="96232">
                  <c:v>46004.488194444442</c:v>
                </c:pt>
                <c:pt idx="96233">
                  <c:v>45908.70208333333</c:v>
                </c:pt>
                <c:pt idx="96234">
                  <c:v>45499.534722222219</c:v>
                </c:pt>
                <c:pt idx="96235">
                  <c:v>45616.65625</c:v>
                </c:pt>
                <c:pt idx="96236">
                  <c:v>45824.661805555559</c:v>
                </c:pt>
                <c:pt idx="96237">
                  <c:v>45815.855555555558</c:v>
                </c:pt>
                <c:pt idx="96238">
                  <c:v>45952.738194444442</c:v>
                </c:pt>
                <c:pt idx="96239">
                  <c:v>45565.811805555553</c:v>
                </c:pt>
                <c:pt idx="96240">
                  <c:v>45702.836805555547</c:v>
                </c:pt>
                <c:pt idx="96241">
                  <c:v>45988.84652777778</c:v>
                </c:pt>
                <c:pt idx="96242">
                  <c:v>45321.436805555553</c:v>
                </c:pt>
                <c:pt idx="96243">
                  <c:v>45805.611805555563</c:v>
                </c:pt>
                <c:pt idx="96244">
                  <c:v>45730.015277777777</c:v>
                </c:pt>
                <c:pt idx="96245">
                  <c:v>45593.564583333333</c:v>
                </c:pt>
                <c:pt idx="96246">
                  <c:v>45322.472916666673</c:v>
                </c:pt>
                <c:pt idx="96247">
                  <c:v>45305.538194444453</c:v>
                </c:pt>
                <c:pt idx="96248">
                  <c:v>45673.73541666667</c:v>
                </c:pt>
                <c:pt idx="96249">
                  <c:v>45550.416666666657</c:v>
                </c:pt>
                <c:pt idx="96250">
                  <c:v>45855.65347222222</c:v>
                </c:pt>
                <c:pt idx="96251">
                  <c:v>45856.895138888889</c:v>
                </c:pt>
                <c:pt idx="96252">
                  <c:v>45926.036111111112</c:v>
                </c:pt>
                <c:pt idx="96253">
                  <c:v>45781.588194444441</c:v>
                </c:pt>
                <c:pt idx="96254">
                  <c:v>45702.875</c:v>
                </c:pt>
                <c:pt idx="96255">
                  <c:v>45772.12777777778</c:v>
                </c:pt>
                <c:pt idx="96256">
                  <c:v>45538.863888888889</c:v>
                </c:pt>
                <c:pt idx="96257">
                  <c:v>45538.847222222219</c:v>
                </c:pt>
                <c:pt idx="96258">
                  <c:v>45677.621527777781</c:v>
                </c:pt>
                <c:pt idx="96259">
                  <c:v>45717.963888888888</c:v>
                </c:pt>
                <c:pt idx="96260">
                  <c:v>45675.836111111108</c:v>
                </c:pt>
                <c:pt idx="96261">
                  <c:v>45695.127083333333</c:v>
                </c:pt>
                <c:pt idx="96262">
                  <c:v>45677.620138888888</c:v>
                </c:pt>
                <c:pt idx="96263">
                  <c:v>45732.50277777778</c:v>
                </c:pt>
                <c:pt idx="96264">
                  <c:v>45703.77847222222</c:v>
                </c:pt>
                <c:pt idx="96265">
                  <c:v>45777.554861111108</c:v>
                </c:pt>
                <c:pt idx="96266">
                  <c:v>45730.362500000003</c:v>
                </c:pt>
                <c:pt idx="96267">
                  <c:v>45767.025000000001</c:v>
                </c:pt>
                <c:pt idx="96268">
                  <c:v>45750.6</c:v>
                </c:pt>
                <c:pt idx="96269">
                  <c:v>45744.414583333331</c:v>
                </c:pt>
                <c:pt idx="96270">
                  <c:v>45716.379861111112</c:v>
                </c:pt>
                <c:pt idx="96271">
                  <c:v>45380.333333333343</c:v>
                </c:pt>
                <c:pt idx="96272">
                  <c:v>45997.801388888889</c:v>
                </c:pt>
                <c:pt idx="96273">
                  <c:v>45728.95416666667</c:v>
                </c:pt>
                <c:pt idx="96274">
                  <c:v>45560.697222222218</c:v>
                </c:pt>
                <c:pt idx="96275">
                  <c:v>45696.696527777778</c:v>
                </c:pt>
                <c:pt idx="96276">
                  <c:v>45654.551388888889</c:v>
                </c:pt>
                <c:pt idx="96277">
                  <c:v>45350.763194444437</c:v>
                </c:pt>
                <c:pt idx="96278">
                  <c:v>45346.679166666669</c:v>
                </c:pt>
                <c:pt idx="96279">
                  <c:v>45712.787499999999</c:v>
                </c:pt>
                <c:pt idx="96280">
                  <c:v>45708.947916666657</c:v>
                </c:pt>
                <c:pt idx="96281">
                  <c:v>45482.652083333327</c:v>
                </c:pt>
                <c:pt idx="96282">
                  <c:v>45682.864583333343</c:v>
                </c:pt>
                <c:pt idx="96283">
                  <c:v>45895.732638888891</c:v>
                </c:pt>
                <c:pt idx="96284">
                  <c:v>45311.423611111109</c:v>
                </c:pt>
                <c:pt idx="96285">
                  <c:v>45990.942361111112</c:v>
                </c:pt>
                <c:pt idx="96286">
                  <c:v>45990.942361111112</c:v>
                </c:pt>
                <c:pt idx="96287">
                  <c:v>45448.584722222222</c:v>
                </c:pt>
                <c:pt idx="96288">
                  <c:v>45705.769444444442</c:v>
                </c:pt>
                <c:pt idx="96289">
                  <c:v>45311.423611111109</c:v>
                </c:pt>
                <c:pt idx="96290">
                  <c:v>45448.584722222222</c:v>
                </c:pt>
                <c:pt idx="96291">
                  <c:v>45705.769444444442</c:v>
                </c:pt>
                <c:pt idx="96292">
                  <c:v>45600.71597222222</c:v>
                </c:pt>
                <c:pt idx="96293">
                  <c:v>45672.000694444447</c:v>
                </c:pt>
                <c:pt idx="96294">
                  <c:v>46004.842361111107</c:v>
                </c:pt>
                <c:pt idx="96295">
                  <c:v>45562.681944444441</c:v>
                </c:pt>
                <c:pt idx="96296">
                  <c:v>45787.400694444441</c:v>
                </c:pt>
                <c:pt idx="96297">
                  <c:v>45704.57916666667</c:v>
                </c:pt>
                <c:pt idx="96298">
                  <c:v>45776.392361111109</c:v>
                </c:pt>
                <c:pt idx="96299">
                  <c:v>45971.762499999997</c:v>
                </c:pt>
                <c:pt idx="96300">
                  <c:v>45893.914583333331</c:v>
                </c:pt>
                <c:pt idx="96301">
                  <c:v>45822.71875</c:v>
                </c:pt>
                <c:pt idx="96302">
                  <c:v>45859.808333333327</c:v>
                </c:pt>
                <c:pt idx="96303">
                  <c:v>45881.945833333331</c:v>
                </c:pt>
                <c:pt idx="96304">
                  <c:v>45794.89166666667</c:v>
                </c:pt>
                <c:pt idx="96305">
                  <c:v>45847.872916666667</c:v>
                </c:pt>
                <c:pt idx="96306">
                  <c:v>45481.455555555563</c:v>
                </c:pt>
                <c:pt idx="96307">
                  <c:v>45480.402083333327</c:v>
                </c:pt>
                <c:pt idx="96308">
                  <c:v>45450.859027777777</c:v>
                </c:pt>
                <c:pt idx="96309">
                  <c:v>45496.845138888893</c:v>
                </c:pt>
                <c:pt idx="96310">
                  <c:v>45976.656944444447</c:v>
                </c:pt>
                <c:pt idx="96311">
                  <c:v>45980.563888888893</c:v>
                </c:pt>
                <c:pt idx="96312">
                  <c:v>46013.84375</c:v>
                </c:pt>
                <c:pt idx="96313">
                  <c:v>45989.802777777782</c:v>
                </c:pt>
                <c:pt idx="96314">
                  <c:v>45677.5625</c:v>
                </c:pt>
                <c:pt idx="96315">
                  <c:v>45385.655555555553</c:v>
                </c:pt>
                <c:pt idx="96316">
                  <c:v>45989.88958333333</c:v>
                </c:pt>
                <c:pt idx="96317">
                  <c:v>45469.803472222222</c:v>
                </c:pt>
                <c:pt idx="96318">
                  <c:v>45854.039583333331</c:v>
                </c:pt>
                <c:pt idx="96319">
                  <c:v>45507.564583333333</c:v>
                </c:pt>
                <c:pt idx="96320">
                  <c:v>45822.798611111109</c:v>
                </c:pt>
                <c:pt idx="96321">
                  <c:v>45655.823611111111</c:v>
                </c:pt>
                <c:pt idx="96322">
                  <c:v>45415.904861111107</c:v>
                </c:pt>
                <c:pt idx="96323">
                  <c:v>45645.806250000001</c:v>
                </c:pt>
                <c:pt idx="96324">
                  <c:v>45688.761805555558</c:v>
                </c:pt>
                <c:pt idx="96325">
                  <c:v>45686.615277777782</c:v>
                </c:pt>
                <c:pt idx="96326">
                  <c:v>45883.51666666667</c:v>
                </c:pt>
                <c:pt idx="96327">
                  <c:v>45822.665277777778</c:v>
                </c:pt>
                <c:pt idx="96328">
                  <c:v>45569.423611111109</c:v>
                </c:pt>
                <c:pt idx="96329">
                  <c:v>45562.181944444441</c:v>
                </c:pt>
                <c:pt idx="96330">
                  <c:v>45652.409722222219</c:v>
                </c:pt>
                <c:pt idx="96331">
                  <c:v>45988.745138888888</c:v>
                </c:pt>
                <c:pt idx="96332">
                  <c:v>45776.363194444442</c:v>
                </c:pt>
                <c:pt idx="96333">
                  <c:v>45548.49722222222</c:v>
                </c:pt>
                <c:pt idx="96334">
                  <c:v>45425.630555555559</c:v>
                </c:pt>
                <c:pt idx="96335">
                  <c:v>45944.496527777781</c:v>
                </c:pt>
                <c:pt idx="96336">
                  <c:v>45721.425000000003</c:v>
                </c:pt>
                <c:pt idx="96337">
                  <c:v>45747.584027777782</c:v>
                </c:pt>
                <c:pt idx="96338">
                  <c:v>45661.486111111109</c:v>
                </c:pt>
                <c:pt idx="96339">
                  <c:v>45744.388194444437</c:v>
                </c:pt>
                <c:pt idx="96340">
                  <c:v>45770.679861111108</c:v>
                </c:pt>
                <c:pt idx="96341">
                  <c:v>46017.9</c:v>
                </c:pt>
                <c:pt idx="96342">
                  <c:v>45927.761111111111</c:v>
                </c:pt>
                <c:pt idx="96343">
                  <c:v>45857.390277777777</c:v>
                </c:pt>
                <c:pt idx="96344">
                  <c:v>45770.365972222222</c:v>
                </c:pt>
                <c:pt idx="96345">
                  <c:v>45849.783333333333</c:v>
                </c:pt>
                <c:pt idx="96346">
                  <c:v>45342.329861111109</c:v>
                </c:pt>
                <c:pt idx="96347">
                  <c:v>45653.380555555559</c:v>
                </c:pt>
                <c:pt idx="96348">
                  <c:v>45408.507638888892</c:v>
                </c:pt>
                <c:pt idx="96349">
                  <c:v>45804.32916666667</c:v>
                </c:pt>
                <c:pt idx="96350">
                  <c:v>45889.261111111111</c:v>
                </c:pt>
                <c:pt idx="96351">
                  <c:v>45925.598611111112</c:v>
                </c:pt>
                <c:pt idx="96352">
                  <c:v>45475.301388888889</c:v>
                </c:pt>
                <c:pt idx="96353">
                  <c:v>45432.301388888889</c:v>
                </c:pt>
                <c:pt idx="96354">
                  <c:v>45974.475694444453</c:v>
                </c:pt>
                <c:pt idx="96355">
                  <c:v>45944.768750000003</c:v>
                </c:pt>
                <c:pt idx="96356">
                  <c:v>46010.649305555547</c:v>
                </c:pt>
                <c:pt idx="96357">
                  <c:v>45744.381249999999</c:v>
                </c:pt>
                <c:pt idx="96358">
                  <c:v>45811.462500000001</c:v>
                </c:pt>
                <c:pt idx="96359">
                  <c:v>45964.409722222219</c:v>
                </c:pt>
                <c:pt idx="96360">
                  <c:v>45294.732638888891</c:v>
                </c:pt>
                <c:pt idx="96361">
                  <c:v>45879.356944444437</c:v>
                </c:pt>
                <c:pt idx="96362">
                  <c:v>45862.375694444447</c:v>
                </c:pt>
                <c:pt idx="96363">
                  <c:v>45706.736805555563</c:v>
                </c:pt>
                <c:pt idx="96364">
                  <c:v>45752.604166666657</c:v>
                </c:pt>
                <c:pt idx="96365">
                  <c:v>45927.896527777782</c:v>
                </c:pt>
                <c:pt idx="96366">
                  <c:v>45931.535416666673</c:v>
                </c:pt>
                <c:pt idx="96367">
                  <c:v>45918.038194444453</c:v>
                </c:pt>
                <c:pt idx="96368">
                  <c:v>45479.486111111109</c:v>
                </c:pt>
                <c:pt idx="96369">
                  <c:v>45447.92291666667</c:v>
                </c:pt>
                <c:pt idx="96370">
                  <c:v>45505.638888888891</c:v>
                </c:pt>
                <c:pt idx="96371">
                  <c:v>45857.671527777777</c:v>
                </c:pt>
                <c:pt idx="96372">
                  <c:v>45966.571527777778</c:v>
                </c:pt>
                <c:pt idx="96373">
                  <c:v>45906.772916666669</c:v>
                </c:pt>
                <c:pt idx="96374">
                  <c:v>46008.546527777777</c:v>
                </c:pt>
                <c:pt idx="96375">
                  <c:v>45476.925694444442</c:v>
                </c:pt>
                <c:pt idx="96376">
                  <c:v>45397.51458333333</c:v>
                </c:pt>
                <c:pt idx="96377">
                  <c:v>45586.470833333333</c:v>
                </c:pt>
                <c:pt idx="96378">
                  <c:v>45521.561805555553</c:v>
                </c:pt>
                <c:pt idx="96379">
                  <c:v>45434.490972222222</c:v>
                </c:pt>
                <c:pt idx="96380">
                  <c:v>45890.59097222222</c:v>
                </c:pt>
                <c:pt idx="96381">
                  <c:v>45554.722222222219</c:v>
                </c:pt>
                <c:pt idx="96382">
                  <c:v>45950.852777777778</c:v>
                </c:pt>
                <c:pt idx="96383">
                  <c:v>45972.552777777782</c:v>
                </c:pt>
                <c:pt idx="96384">
                  <c:v>45808.394444444442</c:v>
                </c:pt>
                <c:pt idx="96385">
                  <c:v>45617.759722222218</c:v>
                </c:pt>
                <c:pt idx="96386">
                  <c:v>45440.46875</c:v>
                </c:pt>
                <c:pt idx="96387">
                  <c:v>45758.260416666657</c:v>
                </c:pt>
                <c:pt idx="96388">
                  <c:v>45422.45208333333</c:v>
                </c:pt>
                <c:pt idx="96389">
                  <c:v>45813.915972222218</c:v>
                </c:pt>
                <c:pt idx="96390">
                  <c:v>45654.59375</c:v>
                </c:pt>
                <c:pt idx="96391">
                  <c:v>45777.415277777778</c:v>
                </c:pt>
                <c:pt idx="96392">
                  <c:v>45636.445833333331</c:v>
                </c:pt>
                <c:pt idx="96393">
                  <c:v>45628.537499999999</c:v>
                </c:pt>
                <c:pt idx="96394">
                  <c:v>45749.663888888892</c:v>
                </c:pt>
                <c:pt idx="96395">
                  <c:v>45626.648611111108</c:v>
                </c:pt>
                <c:pt idx="96396">
                  <c:v>45628.524305555547</c:v>
                </c:pt>
                <c:pt idx="96397">
                  <c:v>45308.818055555559</c:v>
                </c:pt>
                <c:pt idx="96398">
                  <c:v>45311.313194444447</c:v>
                </c:pt>
                <c:pt idx="96399">
                  <c:v>45709.34097222222</c:v>
                </c:pt>
                <c:pt idx="96400">
                  <c:v>45967.545138888891</c:v>
                </c:pt>
                <c:pt idx="96401">
                  <c:v>45612.671527777777</c:v>
                </c:pt>
                <c:pt idx="96402">
                  <c:v>45316.402777777781</c:v>
                </c:pt>
                <c:pt idx="96403">
                  <c:v>45342.518750000003</c:v>
                </c:pt>
                <c:pt idx="96404">
                  <c:v>45303.440972222219</c:v>
                </c:pt>
                <c:pt idx="96405">
                  <c:v>45695.805555555547</c:v>
                </c:pt>
                <c:pt idx="96406">
                  <c:v>45585.363194444442</c:v>
                </c:pt>
                <c:pt idx="96407">
                  <c:v>45639.847916666673</c:v>
                </c:pt>
                <c:pt idx="96408">
                  <c:v>45616.417361111111</c:v>
                </c:pt>
                <c:pt idx="96409">
                  <c:v>45610.554166666669</c:v>
                </c:pt>
                <c:pt idx="96410">
                  <c:v>45348.53402777778</c:v>
                </c:pt>
                <c:pt idx="96411">
                  <c:v>45515.511111111111</c:v>
                </c:pt>
                <c:pt idx="96412">
                  <c:v>45607.552083333343</c:v>
                </c:pt>
                <c:pt idx="96413">
                  <c:v>45515.515972222223</c:v>
                </c:pt>
                <c:pt idx="96414">
                  <c:v>45734.65625</c:v>
                </c:pt>
                <c:pt idx="96415">
                  <c:v>45562.760416666657</c:v>
                </c:pt>
                <c:pt idx="96416">
                  <c:v>45956.848611111112</c:v>
                </c:pt>
                <c:pt idx="96417">
                  <c:v>45880.961111111108</c:v>
                </c:pt>
                <c:pt idx="96418">
                  <c:v>46020.943749999999</c:v>
                </c:pt>
                <c:pt idx="96419">
                  <c:v>45596.48333333333</c:v>
                </c:pt>
                <c:pt idx="96420">
                  <c:v>45437.503472222219</c:v>
                </c:pt>
                <c:pt idx="96421">
                  <c:v>45596.136805555558</c:v>
                </c:pt>
                <c:pt idx="96422">
                  <c:v>45568.897916666669</c:v>
                </c:pt>
                <c:pt idx="96423">
                  <c:v>45504.383333333331</c:v>
                </c:pt>
                <c:pt idx="96424">
                  <c:v>45534.322222222218</c:v>
                </c:pt>
                <c:pt idx="96425">
                  <c:v>45539.761805555558</c:v>
                </c:pt>
                <c:pt idx="96426">
                  <c:v>45418.580555555563</c:v>
                </c:pt>
                <c:pt idx="96427">
                  <c:v>45726.832638888889</c:v>
                </c:pt>
                <c:pt idx="96428">
                  <c:v>45411.976388888892</c:v>
                </c:pt>
                <c:pt idx="96429">
                  <c:v>45810.017361111109</c:v>
                </c:pt>
                <c:pt idx="96430">
                  <c:v>45439.574305555558</c:v>
                </c:pt>
                <c:pt idx="96431">
                  <c:v>45403.786805555559</c:v>
                </c:pt>
                <c:pt idx="96432">
                  <c:v>45969.754166666673</c:v>
                </c:pt>
                <c:pt idx="96433">
                  <c:v>45887.10833333333</c:v>
                </c:pt>
                <c:pt idx="96434">
                  <c:v>45801.20416666667</c:v>
                </c:pt>
                <c:pt idx="96435">
                  <c:v>46013.614583333343</c:v>
                </c:pt>
                <c:pt idx="96436">
                  <c:v>45947.636111111111</c:v>
                </c:pt>
                <c:pt idx="96437">
                  <c:v>45829.92083333333</c:v>
                </c:pt>
                <c:pt idx="96438">
                  <c:v>45571.549305555563</c:v>
                </c:pt>
                <c:pt idx="96439">
                  <c:v>45473.071527777778</c:v>
                </c:pt>
                <c:pt idx="96440">
                  <c:v>45784.323611111111</c:v>
                </c:pt>
                <c:pt idx="96441">
                  <c:v>45867.695833333331</c:v>
                </c:pt>
                <c:pt idx="96442">
                  <c:v>45819.847916666673</c:v>
                </c:pt>
                <c:pt idx="96443">
                  <c:v>45870.530555555553</c:v>
                </c:pt>
                <c:pt idx="96444">
                  <c:v>45889.498611111107</c:v>
                </c:pt>
                <c:pt idx="96445">
                  <c:v>45870.425000000003</c:v>
                </c:pt>
                <c:pt idx="96446">
                  <c:v>45837.600694444453</c:v>
                </c:pt>
                <c:pt idx="96447">
                  <c:v>45298.573611111111</c:v>
                </c:pt>
                <c:pt idx="96448">
                  <c:v>45837.600694444453</c:v>
                </c:pt>
                <c:pt idx="96449">
                  <c:v>45552.888888888891</c:v>
                </c:pt>
                <c:pt idx="96450">
                  <c:v>45298.573611111111</c:v>
                </c:pt>
                <c:pt idx="96451">
                  <c:v>45552.888888888891</c:v>
                </c:pt>
                <c:pt idx="96452">
                  <c:v>45927.318749999999</c:v>
                </c:pt>
                <c:pt idx="96453">
                  <c:v>45951.34375</c:v>
                </c:pt>
                <c:pt idx="96454">
                  <c:v>45639.699305555558</c:v>
                </c:pt>
                <c:pt idx="96455">
                  <c:v>45553.522916666669</c:v>
                </c:pt>
                <c:pt idx="96456">
                  <c:v>45720.563194444447</c:v>
                </c:pt>
                <c:pt idx="96457">
                  <c:v>45343.504861111112</c:v>
                </c:pt>
                <c:pt idx="96458">
                  <c:v>45772.397916666669</c:v>
                </c:pt>
                <c:pt idx="96459">
                  <c:v>45746.366666666669</c:v>
                </c:pt>
                <c:pt idx="96460">
                  <c:v>45785.418749999997</c:v>
                </c:pt>
                <c:pt idx="96461">
                  <c:v>45325.479861111111</c:v>
                </c:pt>
                <c:pt idx="96462">
                  <c:v>45968.546527777777</c:v>
                </c:pt>
                <c:pt idx="96463">
                  <c:v>45564.598611111112</c:v>
                </c:pt>
                <c:pt idx="96464">
                  <c:v>45828.35833333333</c:v>
                </c:pt>
                <c:pt idx="96465">
                  <c:v>45902.420138888891</c:v>
                </c:pt>
                <c:pt idx="96466">
                  <c:v>45909.390277777777</c:v>
                </c:pt>
                <c:pt idx="96467">
                  <c:v>45744.844444444447</c:v>
                </c:pt>
                <c:pt idx="96468">
                  <c:v>45841.869444444441</c:v>
                </c:pt>
                <c:pt idx="96469">
                  <c:v>45944.78125</c:v>
                </c:pt>
                <c:pt idx="96470">
                  <c:v>45939.852083333331</c:v>
                </c:pt>
                <c:pt idx="96471">
                  <c:v>45956.762499999997</c:v>
                </c:pt>
                <c:pt idx="96472">
                  <c:v>45569.670138888891</c:v>
                </c:pt>
                <c:pt idx="96473">
                  <c:v>45513.517361111109</c:v>
                </c:pt>
                <c:pt idx="96474">
                  <c:v>45744.618055555547</c:v>
                </c:pt>
                <c:pt idx="96475">
                  <c:v>45729.51458333333</c:v>
                </c:pt>
                <c:pt idx="96476">
                  <c:v>45748.714583333327</c:v>
                </c:pt>
                <c:pt idx="96477">
                  <c:v>45449.736111111109</c:v>
                </c:pt>
                <c:pt idx="96478">
                  <c:v>45695.477083333331</c:v>
                </c:pt>
                <c:pt idx="96479">
                  <c:v>45784.006249999999</c:v>
                </c:pt>
                <c:pt idx="96480">
                  <c:v>45600.582638888889</c:v>
                </c:pt>
                <c:pt idx="96481">
                  <c:v>45410.910416666673</c:v>
                </c:pt>
                <c:pt idx="96482">
                  <c:v>45603.011111111111</c:v>
                </c:pt>
                <c:pt idx="96483">
                  <c:v>45954.587500000001</c:v>
                </c:pt>
                <c:pt idx="96484">
                  <c:v>45476.511111111111</c:v>
                </c:pt>
                <c:pt idx="96485">
                  <c:v>45596.443055555559</c:v>
                </c:pt>
                <c:pt idx="96486">
                  <c:v>45609.580555555563</c:v>
                </c:pt>
                <c:pt idx="96487">
                  <c:v>45580.521527777782</c:v>
                </c:pt>
                <c:pt idx="96488">
                  <c:v>45351.385416666657</c:v>
                </c:pt>
                <c:pt idx="96489">
                  <c:v>45930.521527777782</c:v>
                </c:pt>
                <c:pt idx="96490">
                  <c:v>46012.647222222222</c:v>
                </c:pt>
                <c:pt idx="96491">
                  <c:v>45777.558333333327</c:v>
                </c:pt>
                <c:pt idx="96492">
                  <c:v>45718.602777777778</c:v>
                </c:pt>
                <c:pt idx="96493">
                  <c:v>45540.415972222218</c:v>
                </c:pt>
                <c:pt idx="96494">
                  <c:v>45659.763194444437</c:v>
                </c:pt>
                <c:pt idx="96495">
                  <c:v>45820.299305555563</c:v>
                </c:pt>
                <c:pt idx="96496">
                  <c:v>45503.024305555547</c:v>
                </c:pt>
                <c:pt idx="96497">
                  <c:v>45408.847222222219</c:v>
                </c:pt>
                <c:pt idx="96498">
                  <c:v>45444.82916666667</c:v>
                </c:pt>
                <c:pt idx="96499">
                  <c:v>45904.665277777778</c:v>
                </c:pt>
                <c:pt idx="96500">
                  <c:v>45686.676388888889</c:v>
                </c:pt>
                <c:pt idx="96501">
                  <c:v>45356.573611111111</c:v>
                </c:pt>
                <c:pt idx="96502">
                  <c:v>45798.129861111112</c:v>
                </c:pt>
                <c:pt idx="96503">
                  <c:v>45826.489583333343</c:v>
                </c:pt>
                <c:pt idx="96504">
                  <c:v>45590.732638888891</c:v>
                </c:pt>
                <c:pt idx="96505">
                  <c:v>45600.545138888891</c:v>
                </c:pt>
                <c:pt idx="96506">
                  <c:v>45847.725694444453</c:v>
                </c:pt>
                <c:pt idx="96507">
                  <c:v>45594.388194444437</c:v>
                </c:pt>
                <c:pt idx="96508">
                  <c:v>45600.679861111108</c:v>
                </c:pt>
                <c:pt idx="96509">
                  <c:v>45845.722222222219</c:v>
                </c:pt>
                <c:pt idx="96510">
                  <c:v>45821.756944444453</c:v>
                </c:pt>
                <c:pt idx="96511">
                  <c:v>45764.53402777778</c:v>
                </c:pt>
                <c:pt idx="96512">
                  <c:v>45698.428472222222</c:v>
                </c:pt>
                <c:pt idx="96513">
                  <c:v>45691.852083333331</c:v>
                </c:pt>
                <c:pt idx="96514">
                  <c:v>45705.831944444442</c:v>
                </c:pt>
                <c:pt idx="96515">
                  <c:v>45310.955555555563</c:v>
                </c:pt>
                <c:pt idx="96516">
                  <c:v>45863.703472222223</c:v>
                </c:pt>
                <c:pt idx="96517">
                  <c:v>45496.442361111112</c:v>
                </c:pt>
                <c:pt idx="96518">
                  <c:v>45794.917361111111</c:v>
                </c:pt>
                <c:pt idx="96519">
                  <c:v>45550.650694444441</c:v>
                </c:pt>
                <c:pt idx="96520">
                  <c:v>45787.161111111112</c:v>
                </c:pt>
                <c:pt idx="96521">
                  <c:v>45766.359027777777</c:v>
                </c:pt>
                <c:pt idx="96522">
                  <c:v>45759.824305555558</c:v>
                </c:pt>
                <c:pt idx="96523">
                  <c:v>45691.086111111108</c:v>
                </c:pt>
                <c:pt idx="96524">
                  <c:v>45795.76458333333</c:v>
                </c:pt>
                <c:pt idx="96525">
                  <c:v>45964.685416666667</c:v>
                </c:pt>
                <c:pt idx="96526">
                  <c:v>45882.795138888891</c:v>
                </c:pt>
                <c:pt idx="96527">
                  <c:v>45582.603472222218</c:v>
                </c:pt>
                <c:pt idx="96528">
                  <c:v>45750.722916666673</c:v>
                </c:pt>
                <c:pt idx="96529">
                  <c:v>45506.575694444437</c:v>
                </c:pt>
                <c:pt idx="96530">
                  <c:v>45680.517361111109</c:v>
                </c:pt>
                <c:pt idx="96531">
                  <c:v>45656.34375</c:v>
                </c:pt>
                <c:pt idx="96532">
                  <c:v>45856.465277777781</c:v>
                </c:pt>
                <c:pt idx="96533">
                  <c:v>45867.518750000003</c:v>
                </c:pt>
                <c:pt idx="96534">
                  <c:v>45796.921527777777</c:v>
                </c:pt>
                <c:pt idx="96535">
                  <c:v>45931.576388888891</c:v>
                </c:pt>
                <c:pt idx="96536">
                  <c:v>45845.40625</c:v>
                </c:pt>
                <c:pt idx="96537">
                  <c:v>45646.881944444453</c:v>
                </c:pt>
                <c:pt idx="96538">
                  <c:v>45716.008333333331</c:v>
                </c:pt>
                <c:pt idx="96539">
                  <c:v>45710.036805555559</c:v>
                </c:pt>
                <c:pt idx="96540">
                  <c:v>45801.945138888892</c:v>
                </c:pt>
                <c:pt idx="96541">
                  <c:v>45787.499305555553</c:v>
                </c:pt>
                <c:pt idx="96542">
                  <c:v>45937.576388888891</c:v>
                </c:pt>
                <c:pt idx="96543">
                  <c:v>45923.744444444441</c:v>
                </c:pt>
                <c:pt idx="96544">
                  <c:v>45937.576388888891</c:v>
                </c:pt>
                <c:pt idx="96545">
                  <c:v>45711.386805555558</c:v>
                </c:pt>
                <c:pt idx="96546">
                  <c:v>45923.744444444441</c:v>
                </c:pt>
                <c:pt idx="96547">
                  <c:v>45711.386805555558</c:v>
                </c:pt>
                <c:pt idx="96548">
                  <c:v>45356.222222222219</c:v>
                </c:pt>
                <c:pt idx="96549">
                  <c:v>45318.507638888892</c:v>
                </c:pt>
                <c:pt idx="96550">
                  <c:v>45869.9</c:v>
                </c:pt>
                <c:pt idx="96551">
                  <c:v>45564.717361111107</c:v>
                </c:pt>
                <c:pt idx="96552">
                  <c:v>45770.476388888892</c:v>
                </c:pt>
                <c:pt idx="96553">
                  <c:v>45547.370138888888</c:v>
                </c:pt>
                <c:pt idx="96554">
                  <c:v>46023.534722222219</c:v>
                </c:pt>
                <c:pt idx="96555">
                  <c:v>45407.40625</c:v>
                </c:pt>
                <c:pt idx="96556">
                  <c:v>45787.947222222218</c:v>
                </c:pt>
                <c:pt idx="96557">
                  <c:v>45860.948611111111</c:v>
                </c:pt>
                <c:pt idx="96558">
                  <c:v>45812.584722222222</c:v>
                </c:pt>
                <c:pt idx="96559">
                  <c:v>45882.857638888891</c:v>
                </c:pt>
                <c:pt idx="96560">
                  <c:v>45563.68472222222</c:v>
                </c:pt>
                <c:pt idx="96561">
                  <c:v>45569.49722222222</c:v>
                </c:pt>
                <c:pt idx="96562">
                  <c:v>45693.633333333331</c:v>
                </c:pt>
                <c:pt idx="96563">
                  <c:v>45592.505555555559</c:v>
                </c:pt>
                <c:pt idx="96564">
                  <c:v>45658.55972222222</c:v>
                </c:pt>
                <c:pt idx="96565">
                  <c:v>45668.548611111109</c:v>
                </c:pt>
                <c:pt idx="96566">
                  <c:v>45681.744444444441</c:v>
                </c:pt>
                <c:pt idx="96567">
                  <c:v>45816.508333333331</c:v>
                </c:pt>
                <c:pt idx="96568">
                  <c:v>45838.412499999999</c:v>
                </c:pt>
                <c:pt idx="96569">
                  <c:v>45792.664583333331</c:v>
                </c:pt>
                <c:pt idx="96570">
                  <c:v>45764.723611111112</c:v>
                </c:pt>
                <c:pt idx="96571">
                  <c:v>45827.601388888892</c:v>
                </c:pt>
                <c:pt idx="96572">
                  <c:v>45666.582638888889</c:v>
                </c:pt>
                <c:pt idx="96573">
                  <c:v>45534.379861111112</c:v>
                </c:pt>
                <c:pt idx="96574">
                  <c:v>45757.816666666673</c:v>
                </c:pt>
                <c:pt idx="96575">
                  <c:v>45761.878472222219</c:v>
                </c:pt>
                <c:pt idx="96576">
                  <c:v>45999.523611111108</c:v>
                </c:pt>
                <c:pt idx="96577">
                  <c:v>45914.473611111112</c:v>
                </c:pt>
                <c:pt idx="96578">
                  <c:v>45957.414583333331</c:v>
                </c:pt>
                <c:pt idx="96579">
                  <c:v>45870.300694444442</c:v>
                </c:pt>
                <c:pt idx="96580">
                  <c:v>45894.905555555553</c:v>
                </c:pt>
                <c:pt idx="96581">
                  <c:v>45890.495138888888</c:v>
                </c:pt>
                <c:pt idx="96582">
                  <c:v>45895.531944444447</c:v>
                </c:pt>
                <c:pt idx="96583">
                  <c:v>45888.404861111107</c:v>
                </c:pt>
                <c:pt idx="96584">
                  <c:v>46018.163194444453</c:v>
                </c:pt>
                <c:pt idx="96585">
                  <c:v>45947.744444444441</c:v>
                </c:pt>
                <c:pt idx="96586">
                  <c:v>45816.582638888889</c:v>
                </c:pt>
                <c:pt idx="96587">
                  <c:v>45663.361805555563</c:v>
                </c:pt>
                <c:pt idx="96588">
                  <c:v>45672.369444444441</c:v>
                </c:pt>
                <c:pt idx="96589">
                  <c:v>45781.413888888892</c:v>
                </c:pt>
                <c:pt idx="96590">
                  <c:v>45597.279166666667</c:v>
                </c:pt>
                <c:pt idx="96591">
                  <c:v>45970.984027777777</c:v>
                </c:pt>
                <c:pt idx="96592">
                  <c:v>45594.004861111112</c:v>
                </c:pt>
                <c:pt idx="96593">
                  <c:v>45594.004861111112</c:v>
                </c:pt>
                <c:pt idx="96594">
                  <c:v>45805.624305555553</c:v>
                </c:pt>
                <c:pt idx="96595">
                  <c:v>45805.624305555553</c:v>
                </c:pt>
                <c:pt idx="96596">
                  <c:v>45805.624305555553</c:v>
                </c:pt>
                <c:pt idx="96597">
                  <c:v>45805.624305555553</c:v>
                </c:pt>
                <c:pt idx="96598">
                  <c:v>45594.004861111112</c:v>
                </c:pt>
                <c:pt idx="96599">
                  <c:v>45970.984027777777</c:v>
                </c:pt>
                <c:pt idx="96600">
                  <c:v>45970.984027777777</c:v>
                </c:pt>
                <c:pt idx="96601">
                  <c:v>45594.004861111112</c:v>
                </c:pt>
                <c:pt idx="96602">
                  <c:v>45970.984027777777</c:v>
                </c:pt>
                <c:pt idx="96603">
                  <c:v>45702.381249999999</c:v>
                </c:pt>
                <c:pt idx="96604">
                  <c:v>45404.76458333333</c:v>
                </c:pt>
                <c:pt idx="96605">
                  <c:v>45594.473611111112</c:v>
                </c:pt>
                <c:pt idx="96606">
                  <c:v>45454.489583333343</c:v>
                </c:pt>
                <c:pt idx="96607">
                  <c:v>45844.777083333327</c:v>
                </c:pt>
                <c:pt idx="96608">
                  <c:v>45803.52847222222</c:v>
                </c:pt>
                <c:pt idx="96609">
                  <c:v>45778.071527777778</c:v>
                </c:pt>
                <c:pt idx="96610">
                  <c:v>45660.519444444442</c:v>
                </c:pt>
                <c:pt idx="96611">
                  <c:v>45927.40625</c:v>
                </c:pt>
                <c:pt idx="96612">
                  <c:v>46011.417361111111</c:v>
                </c:pt>
                <c:pt idx="96613">
                  <c:v>45975.357638888891</c:v>
                </c:pt>
                <c:pt idx="96614">
                  <c:v>45980.410416666673</c:v>
                </c:pt>
                <c:pt idx="96615">
                  <c:v>45413.11041666667</c:v>
                </c:pt>
                <c:pt idx="96616">
                  <c:v>45688.039583333331</c:v>
                </c:pt>
                <c:pt idx="96617">
                  <c:v>45804.73541666667</c:v>
                </c:pt>
                <c:pt idx="96618">
                  <c:v>45769.67083333333</c:v>
                </c:pt>
                <c:pt idx="96619">
                  <c:v>45836.84652777778</c:v>
                </c:pt>
                <c:pt idx="96620">
                  <c:v>45972.822916666657</c:v>
                </c:pt>
                <c:pt idx="96621">
                  <c:v>45886.570138888892</c:v>
                </c:pt>
                <c:pt idx="96622">
                  <c:v>45866.745138888888</c:v>
                </c:pt>
                <c:pt idx="96623">
                  <c:v>45899.622916666667</c:v>
                </c:pt>
                <c:pt idx="96624">
                  <c:v>45863.539583333331</c:v>
                </c:pt>
                <c:pt idx="96625">
                  <c:v>45862.84375</c:v>
                </c:pt>
                <c:pt idx="96626">
                  <c:v>45853.402777777781</c:v>
                </c:pt>
                <c:pt idx="96627">
                  <c:v>45805.580555555563</c:v>
                </c:pt>
                <c:pt idx="96628">
                  <c:v>45860.811805555553</c:v>
                </c:pt>
                <c:pt idx="96629">
                  <c:v>45805.580555555563</c:v>
                </c:pt>
                <c:pt idx="96630">
                  <c:v>45745.399305555547</c:v>
                </c:pt>
                <c:pt idx="96631">
                  <c:v>45892.053472222222</c:v>
                </c:pt>
                <c:pt idx="96632">
                  <c:v>45860.811805555553</c:v>
                </c:pt>
                <c:pt idx="96633">
                  <c:v>45892.053472222222</c:v>
                </c:pt>
                <c:pt idx="96634">
                  <c:v>45745.399305555547</c:v>
                </c:pt>
                <c:pt idx="96635">
                  <c:v>45757.57708333333</c:v>
                </c:pt>
                <c:pt idx="96636">
                  <c:v>45757.57708333333</c:v>
                </c:pt>
                <c:pt idx="96637">
                  <c:v>45825.5</c:v>
                </c:pt>
                <c:pt idx="96638">
                  <c:v>46015.727083333331</c:v>
                </c:pt>
                <c:pt idx="96639">
                  <c:v>45952.747916666667</c:v>
                </c:pt>
                <c:pt idx="96640">
                  <c:v>45753.980555555558</c:v>
                </c:pt>
                <c:pt idx="96641">
                  <c:v>45709.021527777782</c:v>
                </c:pt>
                <c:pt idx="96642">
                  <c:v>45728.511805555558</c:v>
                </c:pt>
                <c:pt idx="96643">
                  <c:v>45740.854861111111</c:v>
                </c:pt>
                <c:pt idx="96644">
                  <c:v>45512.785416666673</c:v>
                </c:pt>
                <c:pt idx="96645">
                  <c:v>45399.454861111109</c:v>
                </c:pt>
                <c:pt idx="96646">
                  <c:v>45576.671527777777</c:v>
                </c:pt>
                <c:pt idx="96647">
                  <c:v>45621.729861111111</c:v>
                </c:pt>
                <c:pt idx="96648">
                  <c:v>45815.863888888889</c:v>
                </c:pt>
                <c:pt idx="96649">
                  <c:v>45491.819444444453</c:v>
                </c:pt>
                <c:pt idx="96650">
                  <c:v>45961.611111111109</c:v>
                </c:pt>
                <c:pt idx="96651">
                  <c:v>45447.529166666667</c:v>
                </c:pt>
                <c:pt idx="96652">
                  <c:v>45379.499305555553</c:v>
                </c:pt>
                <c:pt idx="96653">
                  <c:v>45447.527777777781</c:v>
                </c:pt>
                <c:pt idx="96654">
                  <c:v>45301.656944444447</c:v>
                </c:pt>
                <c:pt idx="96655">
                  <c:v>45301.656944444447</c:v>
                </c:pt>
                <c:pt idx="96656">
                  <c:v>45345.631944444453</c:v>
                </c:pt>
                <c:pt idx="96657">
                  <c:v>45307.457638888889</c:v>
                </c:pt>
                <c:pt idx="96658">
                  <c:v>45307.457638888889</c:v>
                </c:pt>
                <c:pt idx="96659">
                  <c:v>45345.631944444453</c:v>
                </c:pt>
                <c:pt idx="96660">
                  <c:v>45293.644444444442</c:v>
                </c:pt>
                <c:pt idx="96661">
                  <c:v>45330.554166666669</c:v>
                </c:pt>
                <c:pt idx="96662">
                  <c:v>45330.57708333333</c:v>
                </c:pt>
                <c:pt idx="96663">
                  <c:v>45349.626388888893</c:v>
                </c:pt>
                <c:pt idx="96664">
                  <c:v>45308.661805555559</c:v>
                </c:pt>
                <c:pt idx="96665">
                  <c:v>45308.661805555559</c:v>
                </c:pt>
                <c:pt idx="96666">
                  <c:v>45293.644444444442</c:v>
                </c:pt>
                <c:pt idx="96667">
                  <c:v>45293.643750000003</c:v>
                </c:pt>
                <c:pt idx="96668">
                  <c:v>45293.643750000003</c:v>
                </c:pt>
                <c:pt idx="96669">
                  <c:v>45330.554166666669</c:v>
                </c:pt>
                <c:pt idx="96670">
                  <c:v>45330.57708333333</c:v>
                </c:pt>
                <c:pt idx="96671">
                  <c:v>45349.626388888893</c:v>
                </c:pt>
                <c:pt idx="96672">
                  <c:v>45738.643055555563</c:v>
                </c:pt>
                <c:pt idx="96673">
                  <c:v>45295.756944444453</c:v>
                </c:pt>
                <c:pt idx="96674">
                  <c:v>45964.6875</c:v>
                </c:pt>
                <c:pt idx="96675">
                  <c:v>45698.592361111107</c:v>
                </c:pt>
                <c:pt idx="96676">
                  <c:v>45813</c:v>
                </c:pt>
                <c:pt idx="96677">
                  <c:v>45969.5</c:v>
                </c:pt>
                <c:pt idx="96678">
                  <c:v>45518.463888888888</c:v>
                </c:pt>
                <c:pt idx="96679">
                  <c:v>46003.680555555547</c:v>
                </c:pt>
                <c:pt idx="96680">
                  <c:v>45914.65</c:v>
                </c:pt>
                <c:pt idx="96681">
                  <c:v>45941.25277777778</c:v>
                </c:pt>
                <c:pt idx="96682">
                  <c:v>45609.588888888888</c:v>
                </c:pt>
                <c:pt idx="96683">
                  <c:v>45702.771527777782</c:v>
                </c:pt>
                <c:pt idx="96684">
                  <c:v>45676.768055555563</c:v>
                </c:pt>
                <c:pt idx="96685">
                  <c:v>45689.841666666667</c:v>
                </c:pt>
                <c:pt idx="96686">
                  <c:v>45596.501388888893</c:v>
                </c:pt>
                <c:pt idx="96687">
                  <c:v>45533.65347222222</c:v>
                </c:pt>
                <c:pt idx="96688">
                  <c:v>45538.765277777777</c:v>
                </c:pt>
                <c:pt idx="96689">
                  <c:v>45669.527777777781</c:v>
                </c:pt>
                <c:pt idx="96690">
                  <c:v>45632.003472222219</c:v>
                </c:pt>
                <c:pt idx="96691">
                  <c:v>45842.000694444447</c:v>
                </c:pt>
                <c:pt idx="96692">
                  <c:v>45366.006944444453</c:v>
                </c:pt>
                <c:pt idx="96693">
                  <c:v>45702.834027777782</c:v>
                </c:pt>
                <c:pt idx="96694">
                  <c:v>45696.777777777781</c:v>
                </c:pt>
                <c:pt idx="96695">
                  <c:v>45740.810416666667</c:v>
                </c:pt>
                <c:pt idx="96696">
                  <c:v>45417.675694444442</c:v>
                </c:pt>
                <c:pt idx="96697">
                  <c:v>45468.855555555558</c:v>
                </c:pt>
                <c:pt idx="96698">
                  <c:v>45515.4</c:v>
                </c:pt>
                <c:pt idx="96699">
                  <c:v>45970.756944444453</c:v>
                </c:pt>
                <c:pt idx="96700">
                  <c:v>45909.675000000003</c:v>
                </c:pt>
                <c:pt idx="96701">
                  <c:v>45969.404166666667</c:v>
                </c:pt>
                <c:pt idx="96702">
                  <c:v>45562.472222222219</c:v>
                </c:pt>
                <c:pt idx="96703">
                  <c:v>46018.683333333327</c:v>
                </c:pt>
                <c:pt idx="96704">
                  <c:v>45933.636111111111</c:v>
                </c:pt>
                <c:pt idx="96705">
                  <c:v>45982.890972222223</c:v>
                </c:pt>
                <c:pt idx="96706">
                  <c:v>46004.519444444442</c:v>
                </c:pt>
                <c:pt idx="96707">
                  <c:v>45954.345833333333</c:v>
                </c:pt>
                <c:pt idx="96708">
                  <c:v>45966.427777777782</c:v>
                </c:pt>
                <c:pt idx="96709">
                  <c:v>45331.693749999999</c:v>
                </c:pt>
                <c:pt idx="96710">
                  <c:v>45481.523611111108</c:v>
                </c:pt>
                <c:pt idx="96711">
                  <c:v>45815.30972222222</c:v>
                </c:pt>
                <c:pt idx="96712">
                  <c:v>45633.313194444447</c:v>
                </c:pt>
                <c:pt idx="96713">
                  <c:v>45606.365972222222</c:v>
                </c:pt>
                <c:pt idx="96714">
                  <c:v>46004.352777777778</c:v>
                </c:pt>
                <c:pt idx="96715">
                  <c:v>45671.883333333331</c:v>
                </c:pt>
                <c:pt idx="96716">
                  <c:v>45679.338888888888</c:v>
                </c:pt>
                <c:pt idx="96717">
                  <c:v>45688.688194444447</c:v>
                </c:pt>
                <c:pt idx="96718">
                  <c:v>45657.65625</c:v>
                </c:pt>
                <c:pt idx="96719">
                  <c:v>45610.154166666667</c:v>
                </c:pt>
                <c:pt idx="96720">
                  <c:v>45484.793055555558</c:v>
                </c:pt>
                <c:pt idx="96721">
                  <c:v>45342.554166666669</c:v>
                </c:pt>
                <c:pt idx="96722">
                  <c:v>45742.943055555559</c:v>
                </c:pt>
                <c:pt idx="96723">
                  <c:v>45962.006249999999</c:v>
                </c:pt>
                <c:pt idx="96724">
                  <c:v>46023.925694444442</c:v>
                </c:pt>
                <c:pt idx="96725">
                  <c:v>45899.484027777777</c:v>
                </c:pt>
                <c:pt idx="96726">
                  <c:v>45839.041666666657</c:v>
                </c:pt>
                <c:pt idx="96727">
                  <c:v>45664.586805555547</c:v>
                </c:pt>
                <c:pt idx="96728">
                  <c:v>45736.336805555547</c:v>
                </c:pt>
                <c:pt idx="96729">
                  <c:v>45775.341666666667</c:v>
                </c:pt>
                <c:pt idx="96730">
                  <c:v>45677.340277777781</c:v>
                </c:pt>
                <c:pt idx="96731">
                  <c:v>45684.850694444453</c:v>
                </c:pt>
                <c:pt idx="96732">
                  <c:v>45766.675694444442</c:v>
                </c:pt>
                <c:pt idx="96733">
                  <c:v>45996.862500000003</c:v>
                </c:pt>
                <c:pt idx="96734">
                  <c:v>45773.480555555558</c:v>
                </c:pt>
                <c:pt idx="96735">
                  <c:v>45889.95416666667</c:v>
                </c:pt>
                <c:pt idx="96736">
                  <c:v>45741.441666666673</c:v>
                </c:pt>
                <c:pt idx="96737">
                  <c:v>45804.411805555559</c:v>
                </c:pt>
                <c:pt idx="96738">
                  <c:v>45905.481249999997</c:v>
                </c:pt>
                <c:pt idx="96739">
                  <c:v>45784.710416666669</c:v>
                </c:pt>
                <c:pt idx="96740">
                  <c:v>45687.850694444453</c:v>
                </c:pt>
                <c:pt idx="96741">
                  <c:v>45411.820138888892</c:v>
                </c:pt>
                <c:pt idx="96742">
                  <c:v>45536.341666666667</c:v>
                </c:pt>
                <c:pt idx="96743">
                  <c:v>45676.332638888889</c:v>
                </c:pt>
                <c:pt idx="96744">
                  <c:v>45401.38958333333</c:v>
                </c:pt>
                <c:pt idx="96745">
                  <c:v>45677.443749999999</c:v>
                </c:pt>
                <c:pt idx="96746">
                  <c:v>45672.665972222218</c:v>
                </c:pt>
                <c:pt idx="96747">
                  <c:v>45894.633333333331</c:v>
                </c:pt>
                <c:pt idx="96748">
                  <c:v>45679.549305555563</c:v>
                </c:pt>
                <c:pt idx="96749">
                  <c:v>45317.231944444437</c:v>
                </c:pt>
                <c:pt idx="96750">
                  <c:v>45527.7</c:v>
                </c:pt>
                <c:pt idx="96751">
                  <c:v>45383.651388888888</c:v>
                </c:pt>
                <c:pt idx="96752">
                  <c:v>45721.656944444447</c:v>
                </c:pt>
                <c:pt idx="96753">
                  <c:v>45354.635416666657</c:v>
                </c:pt>
                <c:pt idx="96754">
                  <c:v>45414.030555555553</c:v>
                </c:pt>
                <c:pt idx="96755">
                  <c:v>45808.828472222223</c:v>
                </c:pt>
                <c:pt idx="96756">
                  <c:v>45493.693055555559</c:v>
                </c:pt>
                <c:pt idx="96757">
                  <c:v>45692.738194444442</c:v>
                </c:pt>
                <c:pt idx="96758">
                  <c:v>45667.512499999997</c:v>
                </c:pt>
                <c:pt idx="96759">
                  <c:v>45618.847222222219</c:v>
                </c:pt>
                <c:pt idx="96760">
                  <c:v>45591.945833333331</c:v>
                </c:pt>
                <c:pt idx="96761">
                  <c:v>45713.431944444441</c:v>
                </c:pt>
                <c:pt idx="96762">
                  <c:v>45727.414583333331</c:v>
                </c:pt>
                <c:pt idx="96763">
                  <c:v>45710.753472222219</c:v>
                </c:pt>
                <c:pt idx="96764">
                  <c:v>45989.45</c:v>
                </c:pt>
                <c:pt idx="96765">
                  <c:v>45907.40347222222</c:v>
                </c:pt>
                <c:pt idx="96766">
                  <c:v>45762.462500000001</c:v>
                </c:pt>
                <c:pt idx="96767">
                  <c:v>45973.61041666667</c:v>
                </c:pt>
                <c:pt idx="96768">
                  <c:v>45560.561111111107</c:v>
                </c:pt>
                <c:pt idx="96769">
                  <c:v>45434.544444444437</c:v>
                </c:pt>
                <c:pt idx="96770">
                  <c:v>45770.67291666667</c:v>
                </c:pt>
                <c:pt idx="96771">
                  <c:v>45938.527777777781</c:v>
                </c:pt>
                <c:pt idx="96772">
                  <c:v>45515.751388888893</c:v>
                </c:pt>
                <c:pt idx="96773">
                  <c:v>45880.560416666667</c:v>
                </c:pt>
                <c:pt idx="96774">
                  <c:v>45434.138194444437</c:v>
                </c:pt>
                <c:pt idx="96775">
                  <c:v>45915.324999999997</c:v>
                </c:pt>
                <c:pt idx="96776">
                  <c:v>45550.614583333343</c:v>
                </c:pt>
                <c:pt idx="96777">
                  <c:v>45667.436805555553</c:v>
                </c:pt>
                <c:pt idx="96778">
                  <c:v>45898.715277777781</c:v>
                </c:pt>
                <c:pt idx="96779">
                  <c:v>45950.193749999999</c:v>
                </c:pt>
                <c:pt idx="96780">
                  <c:v>45952.230555555558</c:v>
                </c:pt>
                <c:pt idx="96781">
                  <c:v>45796.59652777778</c:v>
                </c:pt>
                <c:pt idx="96782">
                  <c:v>45730.460416666669</c:v>
                </c:pt>
                <c:pt idx="96783">
                  <c:v>45341.621527777781</c:v>
                </c:pt>
                <c:pt idx="96784">
                  <c:v>45660.686111111107</c:v>
                </c:pt>
                <c:pt idx="96785">
                  <c:v>45433.915972222218</c:v>
                </c:pt>
                <c:pt idx="96786">
                  <c:v>45555.352777777778</c:v>
                </c:pt>
                <c:pt idx="96787">
                  <c:v>46018.443749999999</c:v>
                </c:pt>
                <c:pt idx="96788">
                  <c:v>45683.865972222222</c:v>
                </c:pt>
                <c:pt idx="96789">
                  <c:v>45724.443749999999</c:v>
                </c:pt>
                <c:pt idx="96790">
                  <c:v>45403.901388888888</c:v>
                </c:pt>
                <c:pt idx="96791">
                  <c:v>45672.543055555558</c:v>
                </c:pt>
                <c:pt idx="96792">
                  <c:v>45847.716666666667</c:v>
                </c:pt>
                <c:pt idx="96793">
                  <c:v>45708.436111111107</c:v>
                </c:pt>
                <c:pt idx="96794">
                  <c:v>45708.436111111107</c:v>
                </c:pt>
                <c:pt idx="96795">
                  <c:v>45653.390972222223</c:v>
                </c:pt>
                <c:pt idx="96796">
                  <c:v>45847.716666666667</c:v>
                </c:pt>
                <c:pt idx="96797">
                  <c:v>45760.885416666657</c:v>
                </c:pt>
                <c:pt idx="96798">
                  <c:v>45653.390972222223</c:v>
                </c:pt>
                <c:pt idx="96799">
                  <c:v>45760.885416666657</c:v>
                </c:pt>
                <c:pt idx="96800">
                  <c:v>45695.522222222222</c:v>
                </c:pt>
                <c:pt idx="96801">
                  <c:v>46023.356249999997</c:v>
                </c:pt>
                <c:pt idx="96802">
                  <c:v>46014.582638888889</c:v>
                </c:pt>
                <c:pt idx="96803">
                  <c:v>45943.65</c:v>
                </c:pt>
                <c:pt idx="96804">
                  <c:v>45547.664583333331</c:v>
                </c:pt>
                <c:pt idx="96805">
                  <c:v>45520.361805555563</c:v>
                </c:pt>
                <c:pt idx="96806">
                  <c:v>45852.222916666673</c:v>
                </c:pt>
                <c:pt idx="96807">
                  <c:v>45920.686111111107</c:v>
                </c:pt>
                <c:pt idx="96808">
                  <c:v>45901.638888888891</c:v>
                </c:pt>
                <c:pt idx="96809">
                  <c:v>45879.979166666657</c:v>
                </c:pt>
                <c:pt idx="96810">
                  <c:v>45988.446527777778</c:v>
                </c:pt>
                <c:pt idx="96811">
                  <c:v>45936.835416666669</c:v>
                </c:pt>
                <c:pt idx="96812">
                  <c:v>46014.820833333331</c:v>
                </c:pt>
                <c:pt idx="96813">
                  <c:v>45559.911111111112</c:v>
                </c:pt>
                <c:pt idx="96814">
                  <c:v>45716.68472222222</c:v>
                </c:pt>
                <c:pt idx="96815">
                  <c:v>45523.797222222223</c:v>
                </c:pt>
                <c:pt idx="96816">
                  <c:v>45573.731249999997</c:v>
                </c:pt>
                <c:pt idx="96817">
                  <c:v>45881.670138888891</c:v>
                </c:pt>
                <c:pt idx="96818">
                  <c:v>45811.820138888892</c:v>
                </c:pt>
                <c:pt idx="96819">
                  <c:v>45805.005555555559</c:v>
                </c:pt>
                <c:pt idx="96820">
                  <c:v>45676.638194444437</c:v>
                </c:pt>
                <c:pt idx="96821">
                  <c:v>45623.496527777781</c:v>
                </c:pt>
                <c:pt idx="96822">
                  <c:v>45635.594444444447</c:v>
                </c:pt>
                <c:pt idx="96823">
                  <c:v>45598.374305555553</c:v>
                </c:pt>
                <c:pt idx="96824">
                  <c:v>45632.242361111108</c:v>
                </c:pt>
                <c:pt idx="96825">
                  <c:v>45781.122916666667</c:v>
                </c:pt>
                <c:pt idx="96826">
                  <c:v>45795.664583333331</c:v>
                </c:pt>
                <c:pt idx="96827">
                  <c:v>46021.498611111107</c:v>
                </c:pt>
                <c:pt idx="96828">
                  <c:v>45639.748611111107</c:v>
                </c:pt>
                <c:pt idx="96829">
                  <c:v>45941.99722222222</c:v>
                </c:pt>
                <c:pt idx="96830">
                  <c:v>45941.99722222222</c:v>
                </c:pt>
                <c:pt idx="96831">
                  <c:v>45639.748611111107</c:v>
                </c:pt>
                <c:pt idx="96832">
                  <c:v>46021.498611111107</c:v>
                </c:pt>
                <c:pt idx="96833">
                  <c:v>45739.004861111112</c:v>
                </c:pt>
                <c:pt idx="96834">
                  <c:v>45524.48541666667</c:v>
                </c:pt>
                <c:pt idx="96835">
                  <c:v>45491.366666666669</c:v>
                </c:pt>
                <c:pt idx="96836">
                  <c:v>45469.848611111112</c:v>
                </c:pt>
                <c:pt idx="96837">
                  <c:v>45538.481944444437</c:v>
                </c:pt>
                <c:pt idx="96838">
                  <c:v>45478.472916666673</c:v>
                </c:pt>
                <c:pt idx="96839">
                  <c:v>45363.574305555558</c:v>
                </c:pt>
                <c:pt idx="96840">
                  <c:v>45654.002083333333</c:v>
                </c:pt>
                <c:pt idx="96841">
                  <c:v>45532.102083333331</c:v>
                </c:pt>
                <c:pt idx="96842">
                  <c:v>46012.401388888888</c:v>
                </c:pt>
                <c:pt idx="96843">
                  <c:v>45702.455555555563</c:v>
                </c:pt>
                <c:pt idx="96844">
                  <c:v>46015.728472222218</c:v>
                </c:pt>
                <c:pt idx="96845">
                  <c:v>45916.61041666667</c:v>
                </c:pt>
                <c:pt idx="96846">
                  <c:v>45827.572916666657</c:v>
                </c:pt>
                <c:pt idx="96847">
                  <c:v>45366.625</c:v>
                </c:pt>
                <c:pt idx="96848">
                  <c:v>45520.704861111109</c:v>
                </c:pt>
                <c:pt idx="96849">
                  <c:v>45719.604861111111</c:v>
                </c:pt>
                <c:pt idx="96850">
                  <c:v>45699.48333333333</c:v>
                </c:pt>
                <c:pt idx="96851">
                  <c:v>45756.35</c:v>
                </c:pt>
                <c:pt idx="96852">
                  <c:v>45690.945138888892</c:v>
                </c:pt>
                <c:pt idx="96853">
                  <c:v>45403.844444444447</c:v>
                </c:pt>
                <c:pt idx="96854">
                  <c:v>45825.564583333333</c:v>
                </c:pt>
                <c:pt idx="96855">
                  <c:v>45607.881249999999</c:v>
                </c:pt>
                <c:pt idx="96856">
                  <c:v>45618.877083333333</c:v>
                </c:pt>
                <c:pt idx="96857">
                  <c:v>45825.577777777777</c:v>
                </c:pt>
                <c:pt idx="96858">
                  <c:v>45618.968055555553</c:v>
                </c:pt>
                <c:pt idx="96859">
                  <c:v>45917.609722222223</c:v>
                </c:pt>
                <c:pt idx="96860">
                  <c:v>45448.394444444442</c:v>
                </c:pt>
                <c:pt idx="96861">
                  <c:v>45511.369444444441</c:v>
                </c:pt>
                <c:pt idx="96862">
                  <c:v>45470.714583333327</c:v>
                </c:pt>
                <c:pt idx="96863">
                  <c:v>45714.777083333327</c:v>
                </c:pt>
                <c:pt idx="96864">
                  <c:v>45761.949305555558</c:v>
                </c:pt>
                <c:pt idx="96865">
                  <c:v>45893.85833333333</c:v>
                </c:pt>
                <c:pt idx="96866">
                  <c:v>45606.554166666669</c:v>
                </c:pt>
                <c:pt idx="96867">
                  <c:v>45544.738888888889</c:v>
                </c:pt>
                <c:pt idx="96868">
                  <c:v>45776.288194444453</c:v>
                </c:pt>
                <c:pt idx="96869">
                  <c:v>45995.154861111107</c:v>
                </c:pt>
                <c:pt idx="96870">
                  <c:v>45965.640277777777</c:v>
                </c:pt>
                <c:pt idx="96871">
                  <c:v>46012.297222222223</c:v>
                </c:pt>
                <c:pt idx="96872">
                  <c:v>45909.584722222222</c:v>
                </c:pt>
                <c:pt idx="96873">
                  <c:v>45764.361805555563</c:v>
                </c:pt>
                <c:pt idx="96874">
                  <c:v>45759.832638888889</c:v>
                </c:pt>
                <c:pt idx="96875">
                  <c:v>45959.759722222218</c:v>
                </c:pt>
                <c:pt idx="96876">
                  <c:v>45763.894444444442</c:v>
                </c:pt>
                <c:pt idx="96877">
                  <c:v>45888.464583333327</c:v>
                </c:pt>
                <c:pt idx="96878">
                  <c:v>45617.74722222222</c:v>
                </c:pt>
                <c:pt idx="96879">
                  <c:v>45823.431944444441</c:v>
                </c:pt>
                <c:pt idx="96880">
                  <c:v>45464.776388888888</c:v>
                </c:pt>
                <c:pt idx="96881">
                  <c:v>45495.71597222222</c:v>
                </c:pt>
                <c:pt idx="96882">
                  <c:v>45743.3</c:v>
                </c:pt>
                <c:pt idx="96883">
                  <c:v>45752.271527777782</c:v>
                </c:pt>
                <c:pt idx="96884">
                  <c:v>45465.268750000003</c:v>
                </c:pt>
                <c:pt idx="96885">
                  <c:v>45791.609027777777</c:v>
                </c:pt>
                <c:pt idx="96886">
                  <c:v>45747.627083333333</c:v>
                </c:pt>
                <c:pt idx="96887">
                  <c:v>45811.663194444453</c:v>
                </c:pt>
                <c:pt idx="96888">
                  <c:v>45768.738194444442</c:v>
                </c:pt>
                <c:pt idx="96889">
                  <c:v>45729.373611111107</c:v>
                </c:pt>
                <c:pt idx="96890">
                  <c:v>45919.317361111112</c:v>
                </c:pt>
                <c:pt idx="96891">
                  <c:v>45964.015277777777</c:v>
                </c:pt>
                <c:pt idx="96892">
                  <c:v>45931.14166666667</c:v>
                </c:pt>
                <c:pt idx="96893">
                  <c:v>45783.505555555559</c:v>
                </c:pt>
                <c:pt idx="96894">
                  <c:v>45937.895138888889</c:v>
                </c:pt>
                <c:pt idx="96895">
                  <c:v>45614.65347222222</c:v>
                </c:pt>
                <c:pt idx="96896">
                  <c:v>45567.572222222218</c:v>
                </c:pt>
                <c:pt idx="96897">
                  <c:v>45707.646527777782</c:v>
                </c:pt>
                <c:pt idx="96898">
                  <c:v>45609.526388888888</c:v>
                </c:pt>
                <c:pt idx="96899">
                  <c:v>45402.467361111107</c:v>
                </c:pt>
                <c:pt idx="96900">
                  <c:v>45812.420138888891</c:v>
                </c:pt>
                <c:pt idx="96901">
                  <c:v>45690.979166666657</c:v>
                </c:pt>
                <c:pt idx="96902">
                  <c:v>45885.623611111107</c:v>
                </c:pt>
                <c:pt idx="96903">
                  <c:v>45740.354166666657</c:v>
                </c:pt>
                <c:pt idx="96904">
                  <c:v>45713.011111111111</c:v>
                </c:pt>
                <c:pt idx="96905">
                  <c:v>45719.978472222218</c:v>
                </c:pt>
                <c:pt idx="96906">
                  <c:v>45946.269444444442</c:v>
                </c:pt>
                <c:pt idx="96907">
                  <c:v>45937.919444444437</c:v>
                </c:pt>
                <c:pt idx="96908">
                  <c:v>45964.456944444442</c:v>
                </c:pt>
                <c:pt idx="96909">
                  <c:v>45989.529166666667</c:v>
                </c:pt>
                <c:pt idx="96910">
                  <c:v>45783.947222222218</c:v>
                </c:pt>
                <c:pt idx="96911">
                  <c:v>45603.662499999999</c:v>
                </c:pt>
                <c:pt idx="96912">
                  <c:v>45917.356944444437</c:v>
                </c:pt>
                <c:pt idx="96913">
                  <c:v>45981.418055555558</c:v>
                </c:pt>
                <c:pt idx="96914">
                  <c:v>45829.842361111107</c:v>
                </c:pt>
                <c:pt idx="96915">
                  <c:v>45881.602083333331</c:v>
                </c:pt>
                <c:pt idx="96916">
                  <c:v>45971.642361111109</c:v>
                </c:pt>
                <c:pt idx="96917">
                  <c:v>45480.745833333327</c:v>
                </c:pt>
                <c:pt idx="96918">
                  <c:v>45937.693055555559</c:v>
                </c:pt>
                <c:pt idx="96919">
                  <c:v>45456.620138888888</c:v>
                </c:pt>
                <c:pt idx="96920">
                  <c:v>45463.498611111107</c:v>
                </c:pt>
                <c:pt idx="96921">
                  <c:v>45323.780555555553</c:v>
                </c:pt>
                <c:pt idx="96922">
                  <c:v>45668.776388888888</c:v>
                </c:pt>
                <c:pt idx="96923">
                  <c:v>45918.410416666673</c:v>
                </c:pt>
                <c:pt idx="96924">
                  <c:v>45936.504166666673</c:v>
                </c:pt>
                <c:pt idx="96925">
                  <c:v>45914.406944444447</c:v>
                </c:pt>
                <c:pt idx="96926">
                  <c:v>45472.459722222222</c:v>
                </c:pt>
                <c:pt idx="96927">
                  <c:v>45476.6875</c:v>
                </c:pt>
                <c:pt idx="96928">
                  <c:v>45707.45416666667</c:v>
                </c:pt>
                <c:pt idx="96929">
                  <c:v>46014.97152777778</c:v>
                </c:pt>
                <c:pt idx="96930">
                  <c:v>45757.119444444441</c:v>
                </c:pt>
                <c:pt idx="96931">
                  <c:v>45779.684027777781</c:v>
                </c:pt>
                <c:pt idx="96932">
                  <c:v>45734.098611111112</c:v>
                </c:pt>
                <c:pt idx="96933">
                  <c:v>45738.659722222219</c:v>
                </c:pt>
                <c:pt idx="96934">
                  <c:v>45964.972916666673</c:v>
                </c:pt>
                <c:pt idx="96935">
                  <c:v>45775.272222222222</c:v>
                </c:pt>
                <c:pt idx="96936">
                  <c:v>46021.692361111112</c:v>
                </c:pt>
                <c:pt idx="96937">
                  <c:v>45967.31527777778</c:v>
                </c:pt>
                <c:pt idx="96938">
                  <c:v>46020.557638888888</c:v>
                </c:pt>
                <c:pt idx="96939">
                  <c:v>45989.288888888892</c:v>
                </c:pt>
                <c:pt idx="96940">
                  <c:v>45349.290972222218</c:v>
                </c:pt>
                <c:pt idx="96941">
                  <c:v>45742.299305555563</c:v>
                </c:pt>
                <c:pt idx="96942">
                  <c:v>45664.249305555553</c:v>
                </c:pt>
                <c:pt idx="96943">
                  <c:v>45690.643750000003</c:v>
                </c:pt>
                <c:pt idx="96944">
                  <c:v>45966.55972222222</c:v>
                </c:pt>
                <c:pt idx="96945">
                  <c:v>45751.686805555553</c:v>
                </c:pt>
                <c:pt idx="96946">
                  <c:v>45894.715277777781</c:v>
                </c:pt>
                <c:pt idx="96947">
                  <c:v>45783.607638888891</c:v>
                </c:pt>
                <c:pt idx="96948">
                  <c:v>45756.490972222222</c:v>
                </c:pt>
                <c:pt idx="96949">
                  <c:v>45723.397222222222</c:v>
                </c:pt>
                <c:pt idx="96950">
                  <c:v>45752.495138888888</c:v>
                </c:pt>
                <c:pt idx="96951">
                  <c:v>45694.556250000001</c:v>
                </c:pt>
                <c:pt idx="96952">
                  <c:v>45526.661111111112</c:v>
                </c:pt>
                <c:pt idx="96953">
                  <c:v>45363.404166666667</c:v>
                </c:pt>
                <c:pt idx="96954">
                  <c:v>45741.468055555553</c:v>
                </c:pt>
                <c:pt idx="96955">
                  <c:v>45707.136805555558</c:v>
                </c:pt>
                <c:pt idx="96956">
                  <c:v>45562.729166666657</c:v>
                </c:pt>
                <c:pt idx="96957">
                  <c:v>45443.538888888892</c:v>
                </c:pt>
                <c:pt idx="96958">
                  <c:v>45373.447222222218</c:v>
                </c:pt>
                <c:pt idx="96959">
                  <c:v>45767.490972222222</c:v>
                </c:pt>
                <c:pt idx="96960">
                  <c:v>45811.585416666669</c:v>
                </c:pt>
                <c:pt idx="96961">
                  <c:v>45849.745138888888</c:v>
                </c:pt>
                <c:pt idx="96962">
                  <c:v>45836.631944444453</c:v>
                </c:pt>
                <c:pt idx="96963">
                  <c:v>45522.56527777778</c:v>
                </c:pt>
                <c:pt idx="96964">
                  <c:v>45813.27847222222</c:v>
                </c:pt>
                <c:pt idx="96965">
                  <c:v>45635.277083333327</c:v>
                </c:pt>
                <c:pt idx="96966">
                  <c:v>45785.454861111109</c:v>
                </c:pt>
                <c:pt idx="96967">
                  <c:v>45453.845138888893</c:v>
                </c:pt>
                <c:pt idx="96968">
                  <c:v>45448.45416666667</c:v>
                </c:pt>
                <c:pt idx="96969">
                  <c:v>45413.831944444442</c:v>
                </c:pt>
                <c:pt idx="96970">
                  <c:v>45439.047222222223</c:v>
                </c:pt>
                <c:pt idx="96971">
                  <c:v>45747.813888888893</c:v>
                </c:pt>
                <c:pt idx="96972">
                  <c:v>45481.835416666669</c:v>
                </c:pt>
                <c:pt idx="96973">
                  <c:v>45867.90902777778</c:v>
                </c:pt>
                <c:pt idx="96974">
                  <c:v>45828.505555555559</c:v>
                </c:pt>
                <c:pt idx="96975">
                  <c:v>45867.912499999999</c:v>
                </c:pt>
                <c:pt idx="96976">
                  <c:v>45536.859722222223</c:v>
                </c:pt>
                <c:pt idx="96977">
                  <c:v>45521.974305555559</c:v>
                </c:pt>
                <c:pt idx="96978">
                  <c:v>45774.015277777777</c:v>
                </c:pt>
                <c:pt idx="96979">
                  <c:v>45859.339583333327</c:v>
                </c:pt>
                <c:pt idx="96980">
                  <c:v>45869.94027777778</c:v>
                </c:pt>
                <c:pt idx="96981">
                  <c:v>45874.731944444437</c:v>
                </c:pt>
                <c:pt idx="96982">
                  <c:v>45899.543055555558</c:v>
                </c:pt>
                <c:pt idx="96983">
                  <c:v>45956.711111111108</c:v>
                </c:pt>
                <c:pt idx="96984">
                  <c:v>45366.591666666667</c:v>
                </c:pt>
                <c:pt idx="96985">
                  <c:v>45841.88958333333</c:v>
                </c:pt>
                <c:pt idx="96986">
                  <c:v>45666.625694444447</c:v>
                </c:pt>
                <c:pt idx="96987">
                  <c:v>45659.651388888888</c:v>
                </c:pt>
                <c:pt idx="96988">
                  <c:v>45687.541666666657</c:v>
                </c:pt>
                <c:pt idx="96989">
                  <c:v>45715.587500000001</c:v>
                </c:pt>
                <c:pt idx="96990">
                  <c:v>45484.768055555563</c:v>
                </c:pt>
                <c:pt idx="96991">
                  <c:v>45666.370138888888</c:v>
                </c:pt>
                <c:pt idx="96992">
                  <c:v>45804.351388888892</c:v>
                </c:pt>
                <c:pt idx="96993">
                  <c:v>45610.411805555559</c:v>
                </c:pt>
                <c:pt idx="96994">
                  <c:v>45775.493055555547</c:v>
                </c:pt>
                <c:pt idx="96995">
                  <c:v>45511.550694444442</c:v>
                </c:pt>
                <c:pt idx="96996">
                  <c:v>45964.922222222223</c:v>
                </c:pt>
                <c:pt idx="96997">
                  <c:v>45964.922222222223</c:v>
                </c:pt>
                <c:pt idx="96998">
                  <c:v>45511.550694444442</c:v>
                </c:pt>
                <c:pt idx="96999">
                  <c:v>45939.688194444447</c:v>
                </c:pt>
                <c:pt idx="97000">
                  <c:v>45851.490277777782</c:v>
                </c:pt>
                <c:pt idx="97001">
                  <c:v>45892.715277777781</c:v>
                </c:pt>
                <c:pt idx="97002">
                  <c:v>45876.339583333327</c:v>
                </c:pt>
                <c:pt idx="97003">
                  <c:v>45939.688194444447</c:v>
                </c:pt>
                <c:pt idx="97004">
                  <c:v>45876.339583333327</c:v>
                </c:pt>
                <c:pt idx="97005">
                  <c:v>45892.715277777781</c:v>
                </c:pt>
                <c:pt idx="97006">
                  <c:v>45851.490277777782</c:v>
                </c:pt>
                <c:pt idx="97007">
                  <c:v>45839.714583333327</c:v>
                </c:pt>
                <c:pt idx="97008">
                  <c:v>45764.469444444447</c:v>
                </c:pt>
                <c:pt idx="97009">
                  <c:v>46010.929861111108</c:v>
                </c:pt>
                <c:pt idx="97010">
                  <c:v>45990.940972222219</c:v>
                </c:pt>
                <c:pt idx="97011">
                  <c:v>45759.442361111112</c:v>
                </c:pt>
                <c:pt idx="97012">
                  <c:v>45929.780555555553</c:v>
                </c:pt>
                <c:pt idx="97013">
                  <c:v>45913.52847222222</c:v>
                </c:pt>
                <c:pt idx="97014">
                  <c:v>45907.851388888892</c:v>
                </c:pt>
                <c:pt idx="97015">
                  <c:v>45898.613194444442</c:v>
                </c:pt>
                <c:pt idx="97016">
                  <c:v>45409.782638888893</c:v>
                </c:pt>
                <c:pt idx="97017">
                  <c:v>45389.8</c:v>
                </c:pt>
                <c:pt idx="97018">
                  <c:v>45415.387499999997</c:v>
                </c:pt>
                <c:pt idx="97019">
                  <c:v>45456.800000000003</c:v>
                </c:pt>
                <c:pt idx="97020">
                  <c:v>45655.910416666673</c:v>
                </c:pt>
                <c:pt idx="97021">
                  <c:v>45812.939583333333</c:v>
                </c:pt>
                <c:pt idx="97022">
                  <c:v>45903.709722222222</c:v>
                </c:pt>
                <c:pt idx="97023">
                  <c:v>45894.559027777781</c:v>
                </c:pt>
                <c:pt idx="97024">
                  <c:v>45682.742361111108</c:v>
                </c:pt>
                <c:pt idx="97025">
                  <c:v>45713.411111111112</c:v>
                </c:pt>
                <c:pt idx="97026">
                  <c:v>45696.554861111108</c:v>
                </c:pt>
                <c:pt idx="97027">
                  <c:v>45939.745138888888</c:v>
                </c:pt>
                <c:pt idx="97028">
                  <c:v>45971.009027777778</c:v>
                </c:pt>
                <c:pt idx="97029">
                  <c:v>46015.989583333343</c:v>
                </c:pt>
                <c:pt idx="97030">
                  <c:v>45977.345138888893</c:v>
                </c:pt>
                <c:pt idx="97031">
                  <c:v>45989.522916666669</c:v>
                </c:pt>
                <c:pt idx="97032">
                  <c:v>45741.520138888889</c:v>
                </c:pt>
                <c:pt idx="97033">
                  <c:v>45487.552777777782</c:v>
                </c:pt>
                <c:pt idx="97034">
                  <c:v>45924.497916666667</c:v>
                </c:pt>
                <c:pt idx="97035">
                  <c:v>45962.692361111112</c:v>
                </c:pt>
                <c:pt idx="97036">
                  <c:v>46009.07916666667</c:v>
                </c:pt>
                <c:pt idx="97037">
                  <c:v>45604.045138888891</c:v>
                </c:pt>
                <c:pt idx="97038">
                  <c:v>45784.103472222218</c:v>
                </c:pt>
                <c:pt idx="97039">
                  <c:v>45881.597916666673</c:v>
                </c:pt>
                <c:pt idx="97040">
                  <c:v>45458.017361111109</c:v>
                </c:pt>
                <c:pt idx="97041">
                  <c:v>45816.775694444441</c:v>
                </c:pt>
                <c:pt idx="97042">
                  <c:v>45889.923611111109</c:v>
                </c:pt>
                <c:pt idx="97043">
                  <c:v>45749.117361111108</c:v>
                </c:pt>
                <c:pt idx="97044">
                  <c:v>45707.413194444453</c:v>
                </c:pt>
                <c:pt idx="97045">
                  <c:v>45471.444444444453</c:v>
                </c:pt>
                <c:pt idx="97046">
                  <c:v>45504.136805555558</c:v>
                </c:pt>
                <c:pt idx="97047">
                  <c:v>45562.142361111109</c:v>
                </c:pt>
                <c:pt idx="97048">
                  <c:v>45520.84097222222</c:v>
                </c:pt>
                <c:pt idx="97049">
                  <c:v>45870.894444444442</c:v>
                </c:pt>
                <c:pt idx="97050">
                  <c:v>45962.579861111109</c:v>
                </c:pt>
                <c:pt idx="97051">
                  <c:v>45897.622916666667</c:v>
                </c:pt>
                <c:pt idx="97052">
                  <c:v>45845.613888888889</c:v>
                </c:pt>
                <c:pt idx="97053">
                  <c:v>45868.490972222222</c:v>
                </c:pt>
                <c:pt idx="97054">
                  <c:v>45870.477083333331</c:v>
                </c:pt>
                <c:pt idx="97055">
                  <c:v>45838.501388888893</c:v>
                </c:pt>
                <c:pt idx="97056">
                  <c:v>45913.65902777778</c:v>
                </c:pt>
                <c:pt idx="97057">
                  <c:v>45826.506944444453</c:v>
                </c:pt>
                <c:pt idx="97058">
                  <c:v>45462.430555555547</c:v>
                </c:pt>
                <c:pt idx="97059">
                  <c:v>45601.906944444447</c:v>
                </c:pt>
                <c:pt idx="97060">
                  <c:v>45664.963888888888</c:v>
                </c:pt>
                <c:pt idx="97061">
                  <c:v>45769.932638888888</c:v>
                </c:pt>
                <c:pt idx="97062">
                  <c:v>45623.990972222222</c:v>
                </c:pt>
                <c:pt idx="97063">
                  <c:v>45880.381944444453</c:v>
                </c:pt>
                <c:pt idx="97064">
                  <c:v>45854.361805555563</c:v>
                </c:pt>
                <c:pt idx="97065">
                  <c:v>45925.477083333331</c:v>
                </c:pt>
                <c:pt idx="97066">
                  <c:v>45717.929166666669</c:v>
                </c:pt>
                <c:pt idx="97067">
                  <c:v>45973.819444444453</c:v>
                </c:pt>
                <c:pt idx="97068">
                  <c:v>45824.522222222222</c:v>
                </c:pt>
                <c:pt idx="97069">
                  <c:v>45758.857638888891</c:v>
                </c:pt>
                <c:pt idx="97070">
                  <c:v>45905.710416666669</c:v>
                </c:pt>
                <c:pt idx="97071">
                  <c:v>45627.196527777778</c:v>
                </c:pt>
                <c:pt idx="97072">
                  <c:v>45663.709722222222</c:v>
                </c:pt>
                <c:pt idx="97073">
                  <c:v>45697.510416666657</c:v>
                </c:pt>
                <c:pt idx="97074">
                  <c:v>45760.694444444453</c:v>
                </c:pt>
                <c:pt idx="97075">
                  <c:v>45509.615972222222</c:v>
                </c:pt>
                <c:pt idx="97076">
                  <c:v>45916.333333333343</c:v>
                </c:pt>
                <c:pt idx="97077">
                  <c:v>45699.490277777782</c:v>
                </c:pt>
                <c:pt idx="97078">
                  <c:v>45294.905555555553</c:v>
                </c:pt>
                <c:pt idx="97079">
                  <c:v>45917.659722222219</c:v>
                </c:pt>
                <c:pt idx="97080">
                  <c:v>45918.472222222219</c:v>
                </c:pt>
                <c:pt idx="97081">
                  <c:v>45918.470833333333</c:v>
                </c:pt>
                <c:pt idx="97082">
                  <c:v>45972.318055555559</c:v>
                </c:pt>
                <c:pt idx="97083">
                  <c:v>45655.707638888889</c:v>
                </c:pt>
                <c:pt idx="97084">
                  <c:v>45624.482638888891</c:v>
                </c:pt>
                <c:pt idx="97085">
                  <c:v>45599.456250000003</c:v>
                </c:pt>
                <c:pt idx="97086">
                  <c:v>45598.570833333331</c:v>
                </c:pt>
                <c:pt idx="97087">
                  <c:v>45952.411111111112</c:v>
                </c:pt>
                <c:pt idx="97088">
                  <c:v>45392.711805555547</c:v>
                </c:pt>
                <c:pt idx="97089">
                  <c:v>45314.769444444442</c:v>
                </c:pt>
                <c:pt idx="97090">
                  <c:v>45473.61041666667</c:v>
                </c:pt>
                <c:pt idx="97091">
                  <c:v>45951.597222222219</c:v>
                </c:pt>
                <c:pt idx="97092">
                  <c:v>45871.825694444437</c:v>
                </c:pt>
                <c:pt idx="97093">
                  <c:v>45525.689583333333</c:v>
                </c:pt>
                <c:pt idx="97094">
                  <c:v>45783.95208333333</c:v>
                </c:pt>
                <c:pt idx="97095">
                  <c:v>45720.880555555559</c:v>
                </c:pt>
                <c:pt idx="97096">
                  <c:v>45720.880555555559</c:v>
                </c:pt>
                <c:pt idx="97097">
                  <c:v>45753.636805555558</c:v>
                </c:pt>
                <c:pt idx="97098">
                  <c:v>45693.105555555558</c:v>
                </c:pt>
                <c:pt idx="97099">
                  <c:v>45693.105555555558</c:v>
                </c:pt>
                <c:pt idx="97100">
                  <c:v>45753.636805555558</c:v>
                </c:pt>
                <c:pt idx="97101">
                  <c:v>45731.740277777782</c:v>
                </c:pt>
                <c:pt idx="97102">
                  <c:v>45711.783333333333</c:v>
                </c:pt>
                <c:pt idx="97103">
                  <c:v>45773.815972222219</c:v>
                </c:pt>
                <c:pt idx="97104">
                  <c:v>45406.226388888892</c:v>
                </c:pt>
                <c:pt idx="97105">
                  <c:v>45537.693749999999</c:v>
                </c:pt>
                <c:pt idx="97106">
                  <c:v>45894.949305555558</c:v>
                </c:pt>
                <c:pt idx="97107">
                  <c:v>45678.922222222223</c:v>
                </c:pt>
                <c:pt idx="97108">
                  <c:v>45727.467361111107</c:v>
                </c:pt>
                <c:pt idx="97109">
                  <c:v>45998.770833333343</c:v>
                </c:pt>
                <c:pt idx="97110">
                  <c:v>45875.77847222222</c:v>
                </c:pt>
                <c:pt idx="97111">
                  <c:v>45659.430555555547</c:v>
                </c:pt>
                <c:pt idx="97112">
                  <c:v>45658.692361111112</c:v>
                </c:pt>
                <c:pt idx="97113">
                  <c:v>45676.779166666667</c:v>
                </c:pt>
                <c:pt idx="97114">
                  <c:v>45927.680555555547</c:v>
                </c:pt>
                <c:pt idx="97115">
                  <c:v>45937.488194444442</c:v>
                </c:pt>
                <c:pt idx="97116">
                  <c:v>45335.753472222219</c:v>
                </c:pt>
                <c:pt idx="97117">
                  <c:v>45644.926388888889</c:v>
                </c:pt>
                <c:pt idx="97118">
                  <c:v>45321.790277777778</c:v>
                </c:pt>
                <c:pt idx="97119">
                  <c:v>45671.732638888891</c:v>
                </c:pt>
                <c:pt idx="97120">
                  <c:v>45695.670138888891</c:v>
                </c:pt>
                <c:pt idx="97121">
                  <c:v>45686.818749999999</c:v>
                </c:pt>
                <c:pt idx="97122">
                  <c:v>45653.706944444442</c:v>
                </c:pt>
                <c:pt idx="97123">
                  <c:v>45293.576388888891</c:v>
                </c:pt>
                <c:pt idx="97124">
                  <c:v>45894.87777777778</c:v>
                </c:pt>
                <c:pt idx="97125">
                  <c:v>45983.025000000001</c:v>
                </c:pt>
                <c:pt idx="97126">
                  <c:v>45741.919444444437</c:v>
                </c:pt>
                <c:pt idx="97127">
                  <c:v>45764.061805555553</c:v>
                </c:pt>
                <c:pt idx="97128">
                  <c:v>45707.884027777778</c:v>
                </c:pt>
                <c:pt idx="97129">
                  <c:v>45391.768750000003</c:v>
                </c:pt>
                <c:pt idx="97130">
                  <c:v>45386.752083333333</c:v>
                </c:pt>
                <c:pt idx="97131">
                  <c:v>45746.544444444437</c:v>
                </c:pt>
                <c:pt idx="97132">
                  <c:v>45908.954861111109</c:v>
                </c:pt>
                <c:pt idx="97133">
                  <c:v>45998.940972222219</c:v>
                </c:pt>
                <c:pt idx="97134">
                  <c:v>45539.768750000003</c:v>
                </c:pt>
                <c:pt idx="97135">
                  <c:v>45552.415277777778</c:v>
                </c:pt>
                <c:pt idx="97136">
                  <c:v>45584.066666666673</c:v>
                </c:pt>
                <c:pt idx="97137">
                  <c:v>45631.611805555563</c:v>
                </c:pt>
                <c:pt idx="97138">
                  <c:v>45588.228472222218</c:v>
                </c:pt>
                <c:pt idx="97139">
                  <c:v>45558.230555555558</c:v>
                </c:pt>
                <c:pt idx="97140">
                  <c:v>45531.807638888888</c:v>
                </c:pt>
                <c:pt idx="97141">
                  <c:v>45809.372916666667</c:v>
                </c:pt>
                <c:pt idx="97142">
                  <c:v>45654.604861111111</c:v>
                </c:pt>
                <c:pt idx="97143">
                  <c:v>45995.470833333333</c:v>
                </c:pt>
                <c:pt idx="97144">
                  <c:v>45754.62777777778</c:v>
                </c:pt>
                <c:pt idx="97145">
                  <c:v>45539.616666666669</c:v>
                </c:pt>
                <c:pt idx="97146">
                  <c:v>45639.575694444437</c:v>
                </c:pt>
                <c:pt idx="97147">
                  <c:v>45956.633333333331</c:v>
                </c:pt>
                <c:pt idx="97148">
                  <c:v>45799.015972222223</c:v>
                </c:pt>
                <c:pt idx="97149">
                  <c:v>45972.863194444442</c:v>
                </c:pt>
                <c:pt idx="97150">
                  <c:v>46022.455555555563</c:v>
                </c:pt>
                <c:pt idx="97151">
                  <c:v>45698.573611111111</c:v>
                </c:pt>
                <c:pt idx="97152">
                  <c:v>45456.388194444437</c:v>
                </c:pt>
                <c:pt idx="97153">
                  <c:v>45763.335416666669</c:v>
                </c:pt>
                <c:pt idx="97154">
                  <c:v>45763.3125</c:v>
                </c:pt>
                <c:pt idx="97155">
                  <c:v>45998.461805555547</c:v>
                </c:pt>
                <c:pt idx="97156">
                  <c:v>45326.854166666657</c:v>
                </c:pt>
                <c:pt idx="97157">
                  <c:v>45709.841666666667</c:v>
                </c:pt>
                <c:pt idx="97158">
                  <c:v>45738.592361111107</c:v>
                </c:pt>
                <c:pt idx="97159">
                  <c:v>45791.638888888891</c:v>
                </c:pt>
                <c:pt idx="97160">
                  <c:v>45744.667361111111</c:v>
                </c:pt>
                <c:pt idx="97161">
                  <c:v>45629.730555555558</c:v>
                </c:pt>
                <c:pt idx="97162">
                  <c:v>45662.559027777781</c:v>
                </c:pt>
                <c:pt idx="97163">
                  <c:v>45641.586805555547</c:v>
                </c:pt>
                <c:pt idx="97164">
                  <c:v>45750.806944444441</c:v>
                </c:pt>
                <c:pt idx="97165">
                  <c:v>45674.914583333331</c:v>
                </c:pt>
                <c:pt idx="97166">
                  <c:v>45670.338194444441</c:v>
                </c:pt>
                <c:pt idx="97167">
                  <c:v>45834.931250000001</c:v>
                </c:pt>
                <c:pt idx="97168">
                  <c:v>45355.871527777781</c:v>
                </c:pt>
                <c:pt idx="97169">
                  <c:v>45932.667361111111</c:v>
                </c:pt>
                <c:pt idx="97170">
                  <c:v>45551.834027777782</c:v>
                </c:pt>
                <c:pt idx="97171">
                  <c:v>45335.734722222223</c:v>
                </c:pt>
                <c:pt idx="97172">
                  <c:v>45493.436111111107</c:v>
                </c:pt>
                <c:pt idx="97173">
                  <c:v>45675.367361111108</c:v>
                </c:pt>
                <c:pt idx="97174">
                  <c:v>45803.824305555558</c:v>
                </c:pt>
                <c:pt idx="97175">
                  <c:v>45912.826388888891</c:v>
                </c:pt>
                <c:pt idx="97176">
                  <c:v>45912.611805555563</c:v>
                </c:pt>
                <c:pt idx="97177">
                  <c:v>45903.863888888889</c:v>
                </c:pt>
                <c:pt idx="97178">
                  <c:v>45998.756249999999</c:v>
                </c:pt>
                <c:pt idx="97179">
                  <c:v>45941.298611111109</c:v>
                </c:pt>
                <c:pt idx="97180">
                  <c:v>45871.481944444437</c:v>
                </c:pt>
                <c:pt idx="97181">
                  <c:v>45990.495833333327</c:v>
                </c:pt>
                <c:pt idx="97182">
                  <c:v>46010.430555555547</c:v>
                </c:pt>
                <c:pt idx="97183">
                  <c:v>45591.527777777781</c:v>
                </c:pt>
                <c:pt idx="97184">
                  <c:v>45956.524305555547</c:v>
                </c:pt>
                <c:pt idx="97185">
                  <c:v>45572.421527777777</c:v>
                </c:pt>
                <c:pt idx="97186">
                  <c:v>45787.803472222222</c:v>
                </c:pt>
                <c:pt idx="97187">
                  <c:v>45642.921527777777</c:v>
                </c:pt>
                <c:pt idx="97188">
                  <c:v>45529.006249999999</c:v>
                </c:pt>
                <c:pt idx="97189">
                  <c:v>45711.752083333333</c:v>
                </c:pt>
                <c:pt idx="97190">
                  <c:v>45825.32708333333</c:v>
                </c:pt>
                <c:pt idx="97191">
                  <c:v>45843.333333333343</c:v>
                </c:pt>
                <c:pt idx="97192">
                  <c:v>45662.074999999997</c:v>
                </c:pt>
                <c:pt idx="97193">
                  <c:v>45686.973611111112</c:v>
                </c:pt>
                <c:pt idx="97194">
                  <c:v>45926.998611111107</c:v>
                </c:pt>
                <c:pt idx="97195">
                  <c:v>46021.830555555563</c:v>
                </c:pt>
                <c:pt idx="97196">
                  <c:v>45987.525000000001</c:v>
                </c:pt>
                <c:pt idx="97197">
                  <c:v>45679.379861111112</c:v>
                </c:pt>
                <c:pt idx="97198">
                  <c:v>45679.415277777778</c:v>
                </c:pt>
                <c:pt idx="97199">
                  <c:v>45480.310416666667</c:v>
                </c:pt>
                <c:pt idx="97200">
                  <c:v>45627.431250000001</c:v>
                </c:pt>
                <c:pt idx="97201">
                  <c:v>45693.154166666667</c:v>
                </c:pt>
                <c:pt idx="97202">
                  <c:v>45579.688888888893</c:v>
                </c:pt>
                <c:pt idx="97203">
                  <c:v>45376.834722222222</c:v>
                </c:pt>
                <c:pt idx="97204">
                  <c:v>45481.410416666673</c:v>
                </c:pt>
                <c:pt idx="97205">
                  <c:v>45320.657638888893</c:v>
                </c:pt>
                <c:pt idx="97206">
                  <c:v>45491.585416666669</c:v>
                </c:pt>
                <c:pt idx="97207">
                  <c:v>45629.895138888889</c:v>
                </c:pt>
                <c:pt idx="97208">
                  <c:v>45787.79583333333</c:v>
                </c:pt>
                <c:pt idx="97209">
                  <c:v>45989.870833333327</c:v>
                </c:pt>
                <c:pt idx="97210">
                  <c:v>45960.831250000003</c:v>
                </c:pt>
                <c:pt idx="97211">
                  <c:v>45660.553472222222</c:v>
                </c:pt>
                <c:pt idx="97212">
                  <c:v>45889.529166666667</c:v>
                </c:pt>
                <c:pt idx="97213">
                  <c:v>45530.51458333333</c:v>
                </c:pt>
                <c:pt idx="97214">
                  <c:v>45515.368055555547</c:v>
                </c:pt>
                <c:pt idx="97215">
                  <c:v>45899.397222222222</c:v>
                </c:pt>
                <c:pt idx="97216">
                  <c:v>45789.917361111111</c:v>
                </c:pt>
                <c:pt idx="97217">
                  <c:v>45729.677777777782</c:v>
                </c:pt>
                <c:pt idx="97218">
                  <c:v>45978.545138888891</c:v>
                </c:pt>
                <c:pt idx="97219">
                  <c:v>45896.659722222219</c:v>
                </c:pt>
                <c:pt idx="97220">
                  <c:v>45978.545138888891</c:v>
                </c:pt>
                <c:pt idx="97221">
                  <c:v>45631.460416666669</c:v>
                </c:pt>
                <c:pt idx="97222">
                  <c:v>45631.460416666669</c:v>
                </c:pt>
                <c:pt idx="97223">
                  <c:v>45978.551388888889</c:v>
                </c:pt>
                <c:pt idx="97224">
                  <c:v>45896.659722222219</c:v>
                </c:pt>
                <c:pt idx="97225">
                  <c:v>45978.551388888889</c:v>
                </c:pt>
                <c:pt idx="97226">
                  <c:v>45928.724999999999</c:v>
                </c:pt>
                <c:pt idx="97227">
                  <c:v>45928.724999999999</c:v>
                </c:pt>
                <c:pt idx="97228">
                  <c:v>45682.071527777778</c:v>
                </c:pt>
                <c:pt idx="97229">
                  <c:v>45677.763194444437</c:v>
                </c:pt>
                <c:pt idx="97230">
                  <c:v>45702.554166666669</c:v>
                </c:pt>
                <c:pt idx="97231">
                  <c:v>45718.604861111111</c:v>
                </c:pt>
                <c:pt idx="97232">
                  <c:v>45553.732638888891</c:v>
                </c:pt>
                <c:pt idx="97233">
                  <c:v>45816.652083333327</c:v>
                </c:pt>
                <c:pt idx="97234">
                  <c:v>45933.306250000001</c:v>
                </c:pt>
                <c:pt idx="97235">
                  <c:v>45986.799305555563</c:v>
                </c:pt>
                <c:pt idx="97236">
                  <c:v>45833.870833333327</c:v>
                </c:pt>
                <c:pt idx="97237">
                  <c:v>45779.818055555559</c:v>
                </c:pt>
                <c:pt idx="97238">
                  <c:v>45733.760416666657</c:v>
                </c:pt>
                <c:pt idx="97239">
                  <c:v>45919.682638888888</c:v>
                </c:pt>
                <c:pt idx="97240">
                  <c:v>45508.969444444447</c:v>
                </c:pt>
                <c:pt idx="97241">
                  <c:v>45762.574999999997</c:v>
                </c:pt>
                <c:pt idx="97242">
                  <c:v>45615.76666666667</c:v>
                </c:pt>
                <c:pt idx="97243">
                  <c:v>45692.379166666673</c:v>
                </c:pt>
                <c:pt idx="97244">
                  <c:v>45643.724999999999</c:v>
                </c:pt>
                <c:pt idx="97245">
                  <c:v>45903.548611111109</c:v>
                </c:pt>
                <c:pt idx="97246">
                  <c:v>45750.481249999997</c:v>
                </c:pt>
                <c:pt idx="97247">
                  <c:v>45351.617361111108</c:v>
                </c:pt>
                <c:pt idx="97248">
                  <c:v>45769.587500000001</c:v>
                </c:pt>
                <c:pt idx="97249">
                  <c:v>45903.998611111107</c:v>
                </c:pt>
                <c:pt idx="97250">
                  <c:v>45847.671527777777</c:v>
                </c:pt>
                <c:pt idx="97251">
                  <c:v>45890.072222222218</c:v>
                </c:pt>
                <c:pt idx="97252">
                  <c:v>45746.362500000003</c:v>
                </c:pt>
                <c:pt idx="97253">
                  <c:v>45743.508333333331</c:v>
                </c:pt>
                <c:pt idx="97254">
                  <c:v>45757.594444444447</c:v>
                </c:pt>
                <c:pt idx="97255">
                  <c:v>45807.480555555558</c:v>
                </c:pt>
                <c:pt idx="97256">
                  <c:v>45754.084722222222</c:v>
                </c:pt>
                <c:pt idx="97257">
                  <c:v>46023.237500000003</c:v>
                </c:pt>
                <c:pt idx="97258">
                  <c:v>45942.586805555547</c:v>
                </c:pt>
                <c:pt idx="97259">
                  <c:v>45377.833333333343</c:v>
                </c:pt>
                <c:pt idx="97260">
                  <c:v>45913.28125</c:v>
                </c:pt>
                <c:pt idx="97261">
                  <c:v>45880.273611111108</c:v>
                </c:pt>
                <c:pt idx="97262">
                  <c:v>45671.594444444447</c:v>
                </c:pt>
                <c:pt idx="97263">
                  <c:v>45737.736111111109</c:v>
                </c:pt>
                <c:pt idx="97264">
                  <c:v>45451.429166666669</c:v>
                </c:pt>
                <c:pt idx="97265">
                  <c:v>45656.755555555559</c:v>
                </c:pt>
                <c:pt idx="97266">
                  <c:v>45380.925000000003</c:v>
                </c:pt>
                <c:pt idx="97267">
                  <c:v>45793.864583333343</c:v>
                </c:pt>
                <c:pt idx="97268">
                  <c:v>46017.724305555559</c:v>
                </c:pt>
                <c:pt idx="97269">
                  <c:v>45514.518750000003</c:v>
                </c:pt>
                <c:pt idx="97270">
                  <c:v>45574.450694444437</c:v>
                </c:pt>
                <c:pt idx="97271">
                  <c:v>45556.01666666667</c:v>
                </c:pt>
                <c:pt idx="97272">
                  <c:v>45547.982638888891</c:v>
                </c:pt>
                <c:pt idx="97273">
                  <c:v>45520.765972222223</c:v>
                </c:pt>
                <c:pt idx="97274">
                  <c:v>45786.832638888889</c:v>
                </c:pt>
                <c:pt idx="97275">
                  <c:v>45462.308333333327</c:v>
                </c:pt>
                <c:pt idx="97276">
                  <c:v>46004.756944444453</c:v>
                </c:pt>
                <c:pt idx="97277">
                  <c:v>45785.495833333327</c:v>
                </c:pt>
                <c:pt idx="97278">
                  <c:v>45728.791666666657</c:v>
                </c:pt>
                <c:pt idx="97279">
                  <c:v>45299.751388888893</c:v>
                </c:pt>
                <c:pt idx="97280">
                  <c:v>45681.602083333331</c:v>
                </c:pt>
                <c:pt idx="97281">
                  <c:v>45940.654166666667</c:v>
                </c:pt>
                <c:pt idx="97282">
                  <c:v>45750.496527777781</c:v>
                </c:pt>
                <c:pt idx="97283">
                  <c:v>45761.677777777782</c:v>
                </c:pt>
                <c:pt idx="97284">
                  <c:v>45769.65625</c:v>
                </c:pt>
                <c:pt idx="97285">
                  <c:v>45804.384027777778</c:v>
                </c:pt>
                <c:pt idx="97286">
                  <c:v>45450.07916666667</c:v>
                </c:pt>
                <c:pt idx="97287">
                  <c:v>45705.866666666669</c:v>
                </c:pt>
                <c:pt idx="97288">
                  <c:v>45627.65625</c:v>
                </c:pt>
                <c:pt idx="97289">
                  <c:v>45613.911111111112</c:v>
                </c:pt>
                <c:pt idx="97290">
                  <c:v>45438.911111111112</c:v>
                </c:pt>
                <c:pt idx="97291">
                  <c:v>45378.802777777782</c:v>
                </c:pt>
                <c:pt idx="97292">
                  <c:v>45763.863194444442</c:v>
                </c:pt>
                <c:pt idx="97293">
                  <c:v>45714.751388888893</c:v>
                </c:pt>
                <c:pt idx="97294">
                  <c:v>45881.717361111107</c:v>
                </c:pt>
                <c:pt idx="97295">
                  <c:v>45755.455555555563</c:v>
                </c:pt>
                <c:pt idx="97296">
                  <c:v>45773.774305555547</c:v>
                </c:pt>
                <c:pt idx="97297">
                  <c:v>45815.347222222219</c:v>
                </c:pt>
                <c:pt idx="97298">
                  <c:v>45935.365972222222</c:v>
                </c:pt>
                <c:pt idx="97299">
                  <c:v>45847.072916666657</c:v>
                </c:pt>
                <c:pt idx="97300">
                  <c:v>45840.631944444453</c:v>
                </c:pt>
                <c:pt idx="97301">
                  <c:v>45795.604166666657</c:v>
                </c:pt>
                <c:pt idx="97302">
                  <c:v>45864.9375</c:v>
                </c:pt>
                <c:pt idx="97303">
                  <c:v>45356.5</c:v>
                </c:pt>
                <c:pt idx="97304">
                  <c:v>45355.827777777777</c:v>
                </c:pt>
                <c:pt idx="97305">
                  <c:v>45856.450694444437</c:v>
                </c:pt>
                <c:pt idx="97306">
                  <c:v>45492.57708333333</c:v>
                </c:pt>
                <c:pt idx="97307">
                  <c:v>45780.295138888891</c:v>
                </c:pt>
                <c:pt idx="97308">
                  <c:v>45533.755555555559</c:v>
                </c:pt>
                <c:pt idx="97309">
                  <c:v>45581.45208333333</c:v>
                </c:pt>
                <c:pt idx="97310">
                  <c:v>46013.798611111109</c:v>
                </c:pt>
                <c:pt idx="97311">
                  <c:v>45506.720833333333</c:v>
                </c:pt>
                <c:pt idx="97312">
                  <c:v>45769.451388888891</c:v>
                </c:pt>
                <c:pt idx="97313">
                  <c:v>45897.45</c:v>
                </c:pt>
                <c:pt idx="97314">
                  <c:v>45963.926388888889</c:v>
                </c:pt>
                <c:pt idx="97315">
                  <c:v>45715.890277777777</c:v>
                </c:pt>
                <c:pt idx="97316">
                  <c:v>45786.511805555558</c:v>
                </c:pt>
                <c:pt idx="97317">
                  <c:v>45981.347222222219</c:v>
                </c:pt>
                <c:pt idx="97318">
                  <c:v>45982.530555555553</c:v>
                </c:pt>
                <c:pt idx="97319">
                  <c:v>45793.463888888888</c:v>
                </c:pt>
                <c:pt idx="97320">
                  <c:v>45673.354861111111</c:v>
                </c:pt>
                <c:pt idx="97321">
                  <c:v>45743.376388888893</c:v>
                </c:pt>
                <c:pt idx="97322">
                  <c:v>45673.334722222222</c:v>
                </c:pt>
                <c:pt idx="97323">
                  <c:v>45606.53125</c:v>
                </c:pt>
                <c:pt idx="97324">
                  <c:v>45819.740277777782</c:v>
                </c:pt>
                <c:pt idx="97325">
                  <c:v>45679.375</c:v>
                </c:pt>
                <c:pt idx="97326">
                  <c:v>45456.375</c:v>
                </c:pt>
                <c:pt idx="97327">
                  <c:v>45953.509722222218</c:v>
                </c:pt>
                <c:pt idx="97328">
                  <c:v>45562.53125</c:v>
                </c:pt>
                <c:pt idx="97329">
                  <c:v>45831.400694444441</c:v>
                </c:pt>
                <c:pt idx="97330">
                  <c:v>45528.010416666657</c:v>
                </c:pt>
                <c:pt idx="97331">
                  <c:v>45527.993055555547</c:v>
                </c:pt>
                <c:pt idx="97332">
                  <c:v>45815.583333333343</c:v>
                </c:pt>
                <c:pt idx="97333">
                  <c:v>45757.577777777777</c:v>
                </c:pt>
                <c:pt idx="97334">
                  <c:v>45528.466666666667</c:v>
                </c:pt>
                <c:pt idx="97335">
                  <c:v>45689.302777777782</c:v>
                </c:pt>
                <c:pt idx="97336">
                  <c:v>45614.770138888889</c:v>
                </c:pt>
                <c:pt idx="97337">
                  <c:v>45600.568749999999</c:v>
                </c:pt>
                <c:pt idx="97338">
                  <c:v>45586.849305555559</c:v>
                </c:pt>
                <c:pt idx="97339">
                  <c:v>45809.603472222218</c:v>
                </c:pt>
                <c:pt idx="97340">
                  <c:v>45809.603472222218</c:v>
                </c:pt>
                <c:pt idx="97341">
                  <c:v>45849.595138888893</c:v>
                </c:pt>
                <c:pt idx="97342">
                  <c:v>45754.620138888888</c:v>
                </c:pt>
                <c:pt idx="97343">
                  <c:v>45793.656944444447</c:v>
                </c:pt>
                <c:pt idx="97344">
                  <c:v>45793.656944444447</c:v>
                </c:pt>
                <c:pt idx="97345">
                  <c:v>45849.595138888893</c:v>
                </c:pt>
                <c:pt idx="97346">
                  <c:v>45754.620138888888</c:v>
                </c:pt>
                <c:pt idx="97347">
                  <c:v>45681.724305555559</c:v>
                </c:pt>
                <c:pt idx="97348">
                  <c:v>45345.10833333333</c:v>
                </c:pt>
                <c:pt idx="97349">
                  <c:v>45673.999305555553</c:v>
                </c:pt>
                <c:pt idx="97350">
                  <c:v>45765.844444444447</c:v>
                </c:pt>
                <c:pt idx="97351">
                  <c:v>45765.844444444447</c:v>
                </c:pt>
                <c:pt idx="97352">
                  <c:v>45858.728472222218</c:v>
                </c:pt>
                <c:pt idx="97353">
                  <c:v>45353.5625</c:v>
                </c:pt>
                <c:pt idx="97354">
                  <c:v>45473.727083333331</c:v>
                </c:pt>
                <c:pt idx="97355">
                  <c:v>45473.727083333331</c:v>
                </c:pt>
                <c:pt idx="97356">
                  <c:v>45858.728472222218</c:v>
                </c:pt>
                <c:pt idx="97357">
                  <c:v>45353.5625</c:v>
                </c:pt>
                <c:pt idx="97358">
                  <c:v>45850.686805555553</c:v>
                </c:pt>
                <c:pt idx="97359">
                  <c:v>45857.481249999997</c:v>
                </c:pt>
                <c:pt idx="97360">
                  <c:v>45761.135416666657</c:v>
                </c:pt>
                <c:pt idx="97361">
                  <c:v>45733.431250000001</c:v>
                </c:pt>
                <c:pt idx="97362">
                  <c:v>45429.972916666673</c:v>
                </c:pt>
                <c:pt idx="97363">
                  <c:v>45713.961805555547</c:v>
                </c:pt>
                <c:pt idx="97364">
                  <c:v>45830.992361111108</c:v>
                </c:pt>
                <c:pt idx="97365">
                  <c:v>45745.885416666657</c:v>
                </c:pt>
                <c:pt idx="97366">
                  <c:v>45732.585416666669</c:v>
                </c:pt>
                <c:pt idx="97367">
                  <c:v>45898.922222222223</c:v>
                </c:pt>
                <c:pt idx="97368">
                  <c:v>45957.672222222223</c:v>
                </c:pt>
                <c:pt idx="97369">
                  <c:v>45984.588888888888</c:v>
                </c:pt>
                <c:pt idx="97370">
                  <c:v>45787.365277777782</c:v>
                </c:pt>
                <c:pt idx="97371">
                  <c:v>45689.732638888891</c:v>
                </c:pt>
                <c:pt idx="97372">
                  <c:v>45686.224305555559</c:v>
                </c:pt>
                <c:pt idx="97373">
                  <c:v>45710.785416666673</c:v>
                </c:pt>
                <c:pt idx="97374">
                  <c:v>45299.418749999997</c:v>
                </c:pt>
                <c:pt idx="97375">
                  <c:v>45890.723611111112</c:v>
                </c:pt>
                <c:pt idx="97376">
                  <c:v>45890.723611111112</c:v>
                </c:pt>
                <c:pt idx="97377">
                  <c:v>45735.263888888891</c:v>
                </c:pt>
                <c:pt idx="97378">
                  <c:v>45921.477083333331</c:v>
                </c:pt>
                <c:pt idx="97379">
                  <c:v>45777.565972222219</c:v>
                </c:pt>
                <c:pt idx="97380">
                  <c:v>45987.85</c:v>
                </c:pt>
                <c:pt idx="97381">
                  <c:v>45606.789583333331</c:v>
                </c:pt>
                <c:pt idx="97382">
                  <c:v>45591.027083333327</c:v>
                </c:pt>
                <c:pt idx="97383">
                  <c:v>45985.871527777781</c:v>
                </c:pt>
                <c:pt idx="97384">
                  <c:v>45397.590277777781</c:v>
                </c:pt>
                <c:pt idx="97385">
                  <c:v>45353.39166666667</c:v>
                </c:pt>
                <c:pt idx="97386">
                  <c:v>45797.822222222218</c:v>
                </c:pt>
                <c:pt idx="97387">
                  <c:v>45805.572916666657</c:v>
                </c:pt>
                <c:pt idx="97388">
                  <c:v>45900.54583333333</c:v>
                </c:pt>
                <c:pt idx="97389">
                  <c:v>45811.838194444441</c:v>
                </c:pt>
                <c:pt idx="97390">
                  <c:v>45987.625</c:v>
                </c:pt>
                <c:pt idx="97391">
                  <c:v>45884.056250000001</c:v>
                </c:pt>
                <c:pt idx="97392">
                  <c:v>45925.699305555558</c:v>
                </c:pt>
                <c:pt idx="97393">
                  <c:v>45722.796527777777</c:v>
                </c:pt>
                <c:pt idx="97394">
                  <c:v>45796.706944444442</c:v>
                </c:pt>
                <c:pt idx="97395">
                  <c:v>45962.529861111107</c:v>
                </c:pt>
                <c:pt idx="97396">
                  <c:v>45901.222916666673</c:v>
                </c:pt>
                <c:pt idx="97397">
                  <c:v>45811.718055555553</c:v>
                </c:pt>
                <c:pt idx="97398">
                  <c:v>45811.718055555553</c:v>
                </c:pt>
                <c:pt idx="97399">
                  <c:v>45775.058333333327</c:v>
                </c:pt>
                <c:pt idx="97400">
                  <c:v>45901.222916666673</c:v>
                </c:pt>
                <c:pt idx="97401">
                  <c:v>45775.058333333327</c:v>
                </c:pt>
                <c:pt idx="97402">
                  <c:v>46012.32916666667</c:v>
                </c:pt>
                <c:pt idx="97403">
                  <c:v>45984.678472222222</c:v>
                </c:pt>
                <c:pt idx="97404">
                  <c:v>46000.539583333331</c:v>
                </c:pt>
                <c:pt idx="97405">
                  <c:v>45489.443055555559</c:v>
                </c:pt>
                <c:pt idx="97406">
                  <c:v>45907.760416666657</c:v>
                </c:pt>
                <c:pt idx="97407">
                  <c:v>45758.855555555558</c:v>
                </c:pt>
                <c:pt idx="97408">
                  <c:v>45812.837500000001</c:v>
                </c:pt>
                <c:pt idx="97409">
                  <c:v>45779.54791666667</c:v>
                </c:pt>
                <c:pt idx="97410">
                  <c:v>45920.886111111111</c:v>
                </c:pt>
                <c:pt idx="97411">
                  <c:v>45897.712500000001</c:v>
                </c:pt>
                <c:pt idx="97412">
                  <c:v>45954.322916666657</c:v>
                </c:pt>
                <c:pt idx="97413">
                  <c:v>45874.54583333333</c:v>
                </c:pt>
                <c:pt idx="97414">
                  <c:v>45704.820138888892</c:v>
                </c:pt>
                <c:pt idx="97415">
                  <c:v>45736.59097222222</c:v>
                </c:pt>
                <c:pt idx="97416">
                  <c:v>45729.526388888888</c:v>
                </c:pt>
                <c:pt idx="97417">
                  <c:v>45720.076388888891</c:v>
                </c:pt>
                <c:pt idx="97418">
                  <c:v>45665.618750000001</c:v>
                </c:pt>
                <c:pt idx="97419">
                  <c:v>45459.44027777778</c:v>
                </c:pt>
                <c:pt idx="97420">
                  <c:v>45513.374305555553</c:v>
                </c:pt>
                <c:pt idx="97421">
                  <c:v>45839.926388888889</c:v>
                </c:pt>
                <c:pt idx="97422">
                  <c:v>45971.811111111107</c:v>
                </c:pt>
                <c:pt idx="97423">
                  <c:v>45821.306944444441</c:v>
                </c:pt>
                <c:pt idx="97424">
                  <c:v>45790.686805555553</c:v>
                </c:pt>
                <c:pt idx="97425">
                  <c:v>45541.138888888891</c:v>
                </c:pt>
                <c:pt idx="97426">
                  <c:v>45451.225694444453</c:v>
                </c:pt>
                <c:pt idx="97427">
                  <c:v>45691.647222222222</c:v>
                </c:pt>
                <c:pt idx="97428">
                  <c:v>45842.125694444447</c:v>
                </c:pt>
                <c:pt idx="97429">
                  <c:v>45868.482638888891</c:v>
                </c:pt>
                <c:pt idx="97430">
                  <c:v>45855.604861111111</c:v>
                </c:pt>
                <c:pt idx="97431">
                  <c:v>45653.498611111107</c:v>
                </c:pt>
                <c:pt idx="97432">
                  <c:v>45708.820138888892</c:v>
                </c:pt>
                <c:pt idx="97433">
                  <c:v>45690.636111111111</c:v>
                </c:pt>
                <c:pt idx="97434">
                  <c:v>45930.912499999999</c:v>
                </c:pt>
                <c:pt idx="97435">
                  <c:v>45967.816666666673</c:v>
                </c:pt>
                <c:pt idx="97436">
                  <c:v>45984.486805555563</c:v>
                </c:pt>
                <c:pt idx="97437">
                  <c:v>45906.908333333333</c:v>
                </c:pt>
                <c:pt idx="97438">
                  <c:v>45792.395138888889</c:v>
                </c:pt>
                <c:pt idx="97439">
                  <c:v>45748.424305555563</c:v>
                </c:pt>
                <c:pt idx="97440">
                  <c:v>45748.424305555563</c:v>
                </c:pt>
                <c:pt idx="97441">
                  <c:v>45832.786805555559</c:v>
                </c:pt>
                <c:pt idx="97442">
                  <c:v>45792.395138888889</c:v>
                </c:pt>
                <c:pt idx="97443">
                  <c:v>45832.786805555559</c:v>
                </c:pt>
                <c:pt idx="97444">
                  <c:v>45927.4375</c:v>
                </c:pt>
                <c:pt idx="97445">
                  <c:v>45568.332638888889</c:v>
                </c:pt>
                <c:pt idx="97446">
                  <c:v>45534.523611111108</c:v>
                </c:pt>
                <c:pt idx="97447">
                  <c:v>45735.609027777777</c:v>
                </c:pt>
                <c:pt idx="97448">
                  <c:v>46006.946527777778</c:v>
                </c:pt>
                <c:pt idx="97449">
                  <c:v>45722.907638888893</c:v>
                </c:pt>
                <c:pt idx="97450">
                  <c:v>45925.711805555547</c:v>
                </c:pt>
                <c:pt idx="97451">
                  <c:v>45615.554861111108</c:v>
                </c:pt>
                <c:pt idx="97452">
                  <c:v>45323.753472222219</c:v>
                </c:pt>
                <c:pt idx="97453">
                  <c:v>45381.453472222223</c:v>
                </c:pt>
                <c:pt idx="97454">
                  <c:v>45677.654166666667</c:v>
                </c:pt>
                <c:pt idx="97455">
                  <c:v>45317.554166666669</c:v>
                </c:pt>
                <c:pt idx="97456">
                  <c:v>45903.507638888892</c:v>
                </c:pt>
                <c:pt idx="97457">
                  <c:v>45759.78125</c:v>
                </c:pt>
                <c:pt idx="97458">
                  <c:v>45848.734722222223</c:v>
                </c:pt>
                <c:pt idx="97459">
                  <c:v>45852.542361111111</c:v>
                </c:pt>
                <c:pt idx="97460">
                  <c:v>45744.525000000001</c:v>
                </c:pt>
                <c:pt idx="97461">
                  <c:v>45829.780555555553</c:v>
                </c:pt>
                <c:pt idx="97462">
                  <c:v>45805.481249999997</c:v>
                </c:pt>
                <c:pt idx="97463">
                  <c:v>45787.988194444442</c:v>
                </c:pt>
                <c:pt idx="97464">
                  <c:v>45883.425694444442</c:v>
                </c:pt>
                <c:pt idx="97465">
                  <c:v>45706.963194444441</c:v>
                </c:pt>
                <c:pt idx="97466">
                  <c:v>45623.292361111111</c:v>
                </c:pt>
                <c:pt idx="97467">
                  <c:v>45468.90625</c:v>
                </c:pt>
                <c:pt idx="97468">
                  <c:v>45567.292361111111</c:v>
                </c:pt>
                <c:pt idx="97469">
                  <c:v>45923.662499999999</c:v>
                </c:pt>
                <c:pt idx="97470">
                  <c:v>45826.550694444442</c:v>
                </c:pt>
                <c:pt idx="97471">
                  <c:v>45867.427777777782</c:v>
                </c:pt>
                <c:pt idx="97472">
                  <c:v>46007.540972222218</c:v>
                </c:pt>
                <c:pt idx="97473">
                  <c:v>46020.479861111111</c:v>
                </c:pt>
                <c:pt idx="97474">
                  <c:v>45322.90625</c:v>
                </c:pt>
                <c:pt idx="97475">
                  <c:v>45387.625694444447</c:v>
                </c:pt>
                <c:pt idx="97476">
                  <c:v>45414.574999999997</c:v>
                </c:pt>
                <c:pt idx="97477">
                  <c:v>45470.477777777778</c:v>
                </c:pt>
                <c:pt idx="97478">
                  <c:v>45362.809027777781</c:v>
                </c:pt>
                <c:pt idx="97479">
                  <c:v>45426.98541666667</c:v>
                </c:pt>
                <c:pt idx="97480">
                  <c:v>45418.25</c:v>
                </c:pt>
                <c:pt idx="97481">
                  <c:v>45447.292361111111</c:v>
                </c:pt>
                <c:pt idx="97482">
                  <c:v>45574.76666666667</c:v>
                </c:pt>
                <c:pt idx="97483">
                  <c:v>45518.720138888893</c:v>
                </c:pt>
                <c:pt idx="97484">
                  <c:v>45801.944444444453</c:v>
                </c:pt>
                <c:pt idx="97485">
                  <c:v>45801.944444444453</c:v>
                </c:pt>
                <c:pt idx="97486">
                  <c:v>45495.801388888889</c:v>
                </c:pt>
                <c:pt idx="97487">
                  <c:v>45495.801388888889</c:v>
                </c:pt>
                <c:pt idx="97488">
                  <c:v>45760.536805555559</c:v>
                </c:pt>
                <c:pt idx="97489">
                  <c:v>45760.536805555559</c:v>
                </c:pt>
                <c:pt idx="97490">
                  <c:v>45972.681944444441</c:v>
                </c:pt>
                <c:pt idx="97491">
                  <c:v>45972.681944444441</c:v>
                </c:pt>
                <c:pt idx="97492">
                  <c:v>45495.654861111107</c:v>
                </c:pt>
                <c:pt idx="97493">
                  <c:v>45495.654861111107</c:v>
                </c:pt>
                <c:pt idx="97494">
                  <c:v>45458.72152777778</c:v>
                </c:pt>
                <c:pt idx="97495">
                  <c:v>45458.72152777778</c:v>
                </c:pt>
                <c:pt idx="97496">
                  <c:v>45674.07916666667</c:v>
                </c:pt>
                <c:pt idx="97497">
                  <c:v>45803.07916666667</c:v>
                </c:pt>
                <c:pt idx="97498">
                  <c:v>45830.57708333333</c:v>
                </c:pt>
                <c:pt idx="97499">
                  <c:v>45654.958333333343</c:v>
                </c:pt>
                <c:pt idx="97500">
                  <c:v>45711.684027777781</c:v>
                </c:pt>
                <c:pt idx="97501">
                  <c:v>45812.948611111111</c:v>
                </c:pt>
                <c:pt idx="97502">
                  <c:v>45725.759722222218</c:v>
                </c:pt>
                <c:pt idx="97503">
                  <c:v>45339.277083333327</c:v>
                </c:pt>
                <c:pt idx="97504">
                  <c:v>45952.734722222223</c:v>
                </c:pt>
                <c:pt idx="97505">
                  <c:v>45456.07916666667</c:v>
                </c:pt>
                <c:pt idx="97506">
                  <c:v>45932.470833333333</c:v>
                </c:pt>
                <c:pt idx="97507">
                  <c:v>45924.597916666673</c:v>
                </c:pt>
                <c:pt idx="97508">
                  <c:v>45897.666666666657</c:v>
                </c:pt>
                <c:pt idx="97509">
                  <c:v>45593.472916666673</c:v>
                </c:pt>
                <c:pt idx="97510">
                  <c:v>45953.24722222222</c:v>
                </c:pt>
                <c:pt idx="97511">
                  <c:v>45588.894444444442</c:v>
                </c:pt>
                <c:pt idx="97512">
                  <c:v>45606.736805555563</c:v>
                </c:pt>
                <c:pt idx="97513">
                  <c:v>45375.772916666669</c:v>
                </c:pt>
                <c:pt idx="97514">
                  <c:v>45314.877083333333</c:v>
                </c:pt>
                <c:pt idx="97515">
                  <c:v>45777.285416666673</c:v>
                </c:pt>
                <c:pt idx="97516">
                  <c:v>45793.873611111107</c:v>
                </c:pt>
                <c:pt idx="97517">
                  <c:v>45793.873611111107</c:v>
                </c:pt>
                <c:pt idx="97518">
                  <c:v>45818.534722222219</c:v>
                </c:pt>
                <c:pt idx="97519">
                  <c:v>45818.534722222219</c:v>
                </c:pt>
                <c:pt idx="97520">
                  <c:v>45834.531944444447</c:v>
                </c:pt>
                <c:pt idx="97521">
                  <c:v>45735.977083333331</c:v>
                </c:pt>
                <c:pt idx="97522">
                  <c:v>45735.977083333331</c:v>
                </c:pt>
                <c:pt idx="97523">
                  <c:v>45647.399305555547</c:v>
                </c:pt>
                <c:pt idx="97524">
                  <c:v>45602.908333333333</c:v>
                </c:pt>
                <c:pt idx="97525">
                  <c:v>45602.908333333333</c:v>
                </c:pt>
                <c:pt idx="97526">
                  <c:v>45834.531944444447</c:v>
                </c:pt>
                <c:pt idx="97527">
                  <c:v>45647.399305555547</c:v>
                </c:pt>
                <c:pt idx="97528">
                  <c:v>46012.563194444447</c:v>
                </c:pt>
                <c:pt idx="97529">
                  <c:v>45448.401388888888</c:v>
                </c:pt>
                <c:pt idx="97530">
                  <c:v>45462.627083333333</c:v>
                </c:pt>
                <c:pt idx="97531">
                  <c:v>45613.879861111112</c:v>
                </c:pt>
                <c:pt idx="97532">
                  <c:v>45547.663194444453</c:v>
                </c:pt>
                <c:pt idx="97533">
                  <c:v>45488.713888888888</c:v>
                </c:pt>
                <c:pt idx="97534">
                  <c:v>45519.584027777782</c:v>
                </c:pt>
                <c:pt idx="97535">
                  <c:v>45484.380555555559</c:v>
                </c:pt>
                <c:pt idx="97536">
                  <c:v>45512.831944444442</c:v>
                </c:pt>
                <c:pt idx="97537">
                  <c:v>45348.532638888893</c:v>
                </c:pt>
                <c:pt idx="97538">
                  <c:v>45484.911111111112</c:v>
                </c:pt>
                <c:pt idx="97539">
                  <c:v>45569.893750000003</c:v>
                </c:pt>
                <c:pt idx="97540">
                  <c:v>45855.400694444441</c:v>
                </c:pt>
                <c:pt idx="97541">
                  <c:v>45760.419444444437</c:v>
                </c:pt>
                <c:pt idx="97542">
                  <c:v>45967.788888888892</c:v>
                </c:pt>
                <c:pt idx="97543">
                  <c:v>45559.925000000003</c:v>
                </c:pt>
                <c:pt idx="97544">
                  <c:v>45294.074999999997</c:v>
                </c:pt>
                <c:pt idx="97545">
                  <c:v>45831.440972222219</c:v>
                </c:pt>
                <c:pt idx="97546">
                  <c:v>45859.584722222222</c:v>
                </c:pt>
                <c:pt idx="97547">
                  <c:v>45844.438888888893</c:v>
                </c:pt>
                <c:pt idx="97548">
                  <c:v>46020.70208333333</c:v>
                </c:pt>
                <c:pt idx="97549">
                  <c:v>45964.760416666657</c:v>
                </c:pt>
                <c:pt idx="97550">
                  <c:v>45899.813888888893</c:v>
                </c:pt>
                <c:pt idx="97551">
                  <c:v>45738.689583333333</c:v>
                </c:pt>
                <c:pt idx="97552">
                  <c:v>45714.375</c:v>
                </c:pt>
                <c:pt idx="97553">
                  <c:v>45718.638194444437</c:v>
                </c:pt>
                <c:pt idx="97554">
                  <c:v>45703.570833333331</c:v>
                </c:pt>
                <c:pt idx="97555">
                  <c:v>46008.174305555563</c:v>
                </c:pt>
                <c:pt idx="97556">
                  <c:v>45982.739583333343</c:v>
                </c:pt>
                <c:pt idx="97557">
                  <c:v>45976.211111111108</c:v>
                </c:pt>
                <c:pt idx="97558">
                  <c:v>45887.845138888893</c:v>
                </c:pt>
                <c:pt idx="97559">
                  <c:v>45759.87777777778</c:v>
                </c:pt>
                <c:pt idx="97560">
                  <c:v>45912.674305555563</c:v>
                </c:pt>
                <c:pt idx="97561">
                  <c:v>45753.612500000003</c:v>
                </c:pt>
                <c:pt idx="97562">
                  <c:v>45677.636805555558</c:v>
                </c:pt>
                <c:pt idx="97563">
                  <c:v>45948.663888888892</c:v>
                </c:pt>
                <c:pt idx="97564">
                  <c:v>45724.691666666673</c:v>
                </c:pt>
                <c:pt idx="97565">
                  <c:v>45999.786805555559</c:v>
                </c:pt>
                <c:pt idx="97566">
                  <c:v>45822.750694444447</c:v>
                </c:pt>
                <c:pt idx="97567">
                  <c:v>45595.928472222222</c:v>
                </c:pt>
                <c:pt idx="97568">
                  <c:v>45351.677777777782</c:v>
                </c:pt>
                <c:pt idx="97569">
                  <c:v>45884.404166666667</c:v>
                </c:pt>
                <c:pt idx="97570">
                  <c:v>45798.463194444441</c:v>
                </c:pt>
                <c:pt idx="97571">
                  <c:v>45674.806250000001</c:v>
                </c:pt>
                <c:pt idx="97572">
                  <c:v>45845.380555555559</c:v>
                </c:pt>
                <c:pt idx="97573">
                  <c:v>45360.943749999999</c:v>
                </c:pt>
                <c:pt idx="97574">
                  <c:v>45504.625</c:v>
                </c:pt>
                <c:pt idx="97575">
                  <c:v>45482.361805555563</c:v>
                </c:pt>
                <c:pt idx="97576">
                  <c:v>45401.800694444442</c:v>
                </c:pt>
                <c:pt idx="97577">
                  <c:v>45383.445833333331</c:v>
                </c:pt>
                <c:pt idx="97578">
                  <c:v>45365.677083333343</c:v>
                </c:pt>
                <c:pt idx="97579">
                  <c:v>45620.57708333333</c:v>
                </c:pt>
                <c:pt idx="97580">
                  <c:v>45609.605555555558</c:v>
                </c:pt>
                <c:pt idx="97581">
                  <c:v>45714.302777777782</c:v>
                </c:pt>
                <c:pt idx="97582">
                  <c:v>46008.7</c:v>
                </c:pt>
                <c:pt idx="97583">
                  <c:v>45644.323611111111</c:v>
                </c:pt>
                <c:pt idx="97584">
                  <c:v>45564.402083333327</c:v>
                </c:pt>
                <c:pt idx="97585">
                  <c:v>45989.870138888888</c:v>
                </c:pt>
                <c:pt idx="97586">
                  <c:v>45852.831944444442</c:v>
                </c:pt>
                <c:pt idx="97587">
                  <c:v>45818.068749999999</c:v>
                </c:pt>
                <c:pt idx="97588">
                  <c:v>46023.206250000003</c:v>
                </c:pt>
                <c:pt idx="97589">
                  <c:v>45918.574305555558</c:v>
                </c:pt>
                <c:pt idx="97590">
                  <c:v>45808.631944444453</c:v>
                </c:pt>
                <c:pt idx="97591">
                  <c:v>45719.477777777778</c:v>
                </c:pt>
                <c:pt idx="97592">
                  <c:v>45712.322916666657</c:v>
                </c:pt>
                <c:pt idx="97593">
                  <c:v>45623.79791666667</c:v>
                </c:pt>
                <c:pt idx="97594">
                  <c:v>45934.729861111111</c:v>
                </c:pt>
                <c:pt idx="97595">
                  <c:v>45855.438194444447</c:v>
                </c:pt>
                <c:pt idx="97596">
                  <c:v>45923.988194444442</c:v>
                </c:pt>
                <c:pt idx="97597">
                  <c:v>45953.866666666669</c:v>
                </c:pt>
                <c:pt idx="97598">
                  <c:v>45348.726388888892</c:v>
                </c:pt>
                <c:pt idx="97599">
                  <c:v>45564.46875</c:v>
                </c:pt>
                <c:pt idx="97600">
                  <c:v>45826.724999999999</c:v>
                </c:pt>
                <c:pt idx="97601">
                  <c:v>45329.40625</c:v>
                </c:pt>
                <c:pt idx="97602">
                  <c:v>45863.53125</c:v>
                </c:pt>
                <c:pt idx="97603">
                  <c:v>45894.277777777781</c:v>
                </c:pt>
                <c:pt idx="97604">
                  <c:v>45922.175000000003</c:v>
                </c:pt>
                <c:pt idx="97605">
                  <c:v>45607.568749999999</c:v>
                </c:pt>
                <c:pt idx="97606">
                  <c:v>45621.423611111109</c:v>
                </c:pt>
                <c:pt idx="97607">
                  <c:v>45746.999305555553</c:v>
                </c:pt>
                <c:pt idx="97608">
                  <c:v>45823.645138888889</c:v>
                </c:pt>
                <c:pt idx="97609">
                  <c:v>45822.637499999997</c:v>
                </c:pt>
                <c:pt idx="97610">
                  <c:v>45873.263888888891</c:v>
                </c:pt>
                <c:pt idx="97611">
                  <c:v>45514.352777777778</c:v>
                </c:pt>
                <c:pt idx="97612">
                  <c:v>45671.455555555563</c:v>
                </c:pt>
                <c:pt idx="97613">
                  <c:v>45790.478472222218</c:v>
                </c:pt>
                <c:pt idx="97614">
                  <c:v>45859.628472222219</c:v>
                </c:pt>
                <c:pt idx="97615">
                  <c:v>45720.709027777782</c:v>
                </c:pt>
                <c:pt idx="97616">
                  <c:v>45870.550694444442</c:v>
                </c:pt>
                <c:pt idx="97617">
                  <c:v>45439.547222222223</c:v>
                </c:pt>
                <c:pt idx="97618">
                  <c:v>45648.740972222222</c:v>
                </c:pt>
                <c:pt idx="97619">
                  <c:v>45943.616666666669</c:v>
                </c:pt>
                <c:pt idx="97620">
                  <c:v>45980.786805555559</c:v>
                </c:pt>
                <c:pt idx="97621">
                  <c:v>45401.65625</c:v>
                </c:pt>
                <c:pt idx="97622">
                  <c:v>45444.336111111108</c:v>
                </c:pt>
                <c:pt idx="97623">
                  <c:v>45455.930555555547</c:v>
                </c:pt>
                <c:pt idx="97624">
                  <c:v>45471.707638888889</c:v>
                </c:pt>
                <c:pt idx="97625">
                  <c:v>45905.372916666667</c:v>
                </c:pt>
                <c:pt idx="97626">
                  <c:v>45905.372916666667</c:v>
                </c:pt>
                <c:pt idx="97627">
                  <c:v>45770.573611111111</c:v>
                </c:pt>
                <c:pt idx="97628">
                  <c:v>45907.6875</c:v>
                </c:pt>
                <c:pt idx="97629">
                  <c:v>45757.700694444437</c:v>
                </c:pt>
                <c:pt idx="97630">
                  <c:v>45970.349305555559</c:v>
                </c:pt>
                <c:pt idx="97631">
                  <c:v>45469.292361111111</c:v>
                </c:pt>
                <c:pt idx="97632">
                  <c:v>45480.351388888892</c:v>
                </c:pt>
                <c:pt idx="97633">
                  <c:v>45543.56527777778</c:v>
                </c:pt>
                <c:pt idx="97634">
                  <c:v>45808.629861111112</c:v>
                </c:pt>
                <c:pt idx="97635">
                  <c:v>45950.298611111109</c:v>
                </c:pt>
                <c:pt idx="97636">
                  <c:v>45936.384722222218</c:v>
                </c:pt>
                <c:pt idx="97637">
                  <c:v>46012.665972222218</c:v>
                </c:pt>
                <c:pt idx="97638">
                  <c:v>45463.604861111111</c:v>
                </c:pt>
                <c:pt idx="97639">
                  <c:v>45848.709722222222</c:v>
                </c:pt>
                <c:pt idx="97640">
                  <c:v>45692.057638888888</c:v>
                </c:pt>
                <c:pt idx="97641">
                  <c:v>45667.977083333331</c:v>
                </c:pt>
                <c:pt idx="97642">
                  <c:v>45502.897916666669</c:v>
                </c:pt>
                <c:pt idx="97643">
                  <c:v>45714.826388888891</c:v>
                </c:pt>
                <c:pt idx="97644">
                  <c:v>45847.634722222218</c:v>
                </c:pt>
                <c:pt idx="97645">
                  <c:v>45705.679861111108</c:v>
                </c:pt>
                <c:pt idx="97646">
                  <c:v>45763.218055555553</c:v>
                </c:pt>
                <c:pt idx="97647">
                  <c:v>45743.37222222222</c:v>
                </c:pt>
                <c:pt idx="97648">
                  <c:v>45922.805555555547</c:v>
                </c:pt>
                <c:pt idx="97649">
                  <c:v>45838.035416666673</c:v>
                </c:pt>
                <c:pt idx="97650">
                  <c:v>45876.009027777778</c:v>
                </c:pt>
                <c:pt idx="97651">
                  <c:v>45944.826388888891</c:v>
                </c:pt>
                <c:pt idx="97652">
                  <c:v>46006.713888888888</c:v>
                </c:pt>
                <c:pt idx="97653">
                  <c:v>45979.96597222222</c:v>
                </c:pt>
                <c:pt idx="97654">
                  <c:v>45946.411805555559</c:v>
                </c:pt>
                <c:pt idx="97655">
                  <c:v>45923.597916666673</c:v>
                </c:pt>
                <c:pt idx="97656">
                  <c:v>45950.390972222223</c:v>
                </c:pt>
                <c:pt idx="97657">
                  <c:v>45854.431944444441</c:v>
                </c:pt>
                <c:pt idx="97658">
                  <c:v>45888.84652777778</c:v>
                </c:pt>
                <c:pt idx="97659">
                  <c:v>45867.643750000003</c:v>
                </c:pt>
                <c:pt idx="97660">
                  <c:v>45709.095138888893</c:v>
                </c:pt>
                <c:pt idx="97661">
                  <c:v>45798.998611111107</c:v>
                </c:pt>
                <c:pt idx="97662">
                  <c:v>45882.686805555553</c:v>
                </c:pt>
                <c:pt idx="97663">
                  <c:v>45663.689583333333</c:v>
                </c:pt>
                <c:pt idx="97664">
                  <c:v>45628.839583333327</c:v>
                </c:pt>
                <c:pt idx="97665">
                  <c:v>45632.595833333333</c:v>
                </c:pt>
                <c:pt idx="97666">
                  <c:v>45653.506249999999</c:v>
                </c:pt>
                <c:pt idx="97667">
                  <c:v>45531.734027777777</c:v>
                </c:pt>
                <c:pt idx="97668">
                  <c:v>45499.646527777782</c:v>
                </c:pt>
                <c:pt idx="97669">
                  <c:v>45492.702777777777</c:v>
                </c:pt>
                <c:pt idx="97670">
                  <c:v>45773.982638888891</c:v>
                </c:pt>
                <c:pt idx="97671">
                  <c:v>45785.796527777777</c:v>
                </c:pt>
                <c:pt idx="97672">
                  <c:v>45800.550694444442</c:v>
                </c:pt>
                <c:pt idx="97673">
                  <c:v>45750.702777777777</c:v>
                </c:pt>
                <c:pt idx="97674">
                  <c:v>45423.452777777777</c:v>
                </c:pt>
                <c:pt idx="97675">
                  <c:v>45552.534722222219</c:v>
                </c:pt>
                <c:pt idx="97676">
                  <c:v>45640.34375</c:v>
                </c:pt>
                <c:pt idx="97677">
                  <c:v>45934.79583333333</c:v>
                </c:pt>
                <c:pt idx="97678">
                  <c:v>45733.140277777777</c:v>
                </c:pt>
                <c:pt idx="97679">
                  <c:v>45757.948611111111</c:v>
                </c:pt>
                <c:pt idx="97680">
                  <c:v>45770.40347222222</c:v>
                </c:pt>
                <c:pt idx="97681">
                  <c:v>45712.935416666667</c:v>
                </c:pt>
                <c:pt idx="97682">
                  <c:v>45703.583333333343</c:v>
                </c:pt>
                <c:pt idx="97683">
                  <c:v>45470.459722222222</c:v>
                </c:pt>
                <c:pt idx="97684">
                  <c:v>45489.763888888891</c:v>
                </c:pt>
                <c:pt idx="97685">
                  <c:v>45916.543749999997</c:v>
                </c:pt>
                <c:pt idx="97686">
                  <c:v>45734.496527777781</c:v>
                </c:pt>
                <c:pt idx="97687">
                  <c:v>45677.144444444442</c:v>
                </c:pt>
                <c:pt idx="97688">
                  <c:v>45411.022916666669</c:v>
                </c:pt>
                <c:pt idx="97689">
                  <c:v>45929.038888888892</c:v>
                </c:pt>
                <c:pt idx="97690">
                  <c:v>45637.443055555559</c:v>
                </c:pt>
                <c:pt idx="97691">
                  <c:v>45743.602777777778</c:v>
                </c:pt>
                <c:pt idx="97692">
                  <c:v>45466.949305555558</c:v>
                </c:pt>
                <c:pt idx="97693">
                  <c:v>45960.597222222219</c:v>
                </c:pt>
                <c:pt idx="97694">
                  <c:v>45887.438888888893</c:v>
                </c:pt>
                <c:pt idx="97695">
                  <c:v>45686.487500000003</c:v>
                </c:pt>
                <c:pt idx="97696">
                  <c:v>45959.574305555558</c:v>
                </c:pt>
                <c:pt idx="97697">
                  <c:v>45989.566666666673</c:v>
                </c:pt>
                <c:pt idx="97698">
                  <c:v>45714.424305555563</c:v>
                </c:pt>
                <c:pt idx="97699">
                  <c:v>45714.424305555563</c:v>
                </c:pt>
                <c:pt idx="97700">
                  <c:v>45959.574305555558</c:v>
                </c:pt>
                <c:pt idx="97701">
                  <c:v>45686.487500000003</c:v>
                </c:pt>
                <c:pt idx="97702">
                  <c:v>45989.566666666673</c:v>
                </c:pt>
                <c:pt idx="97703">
                  <c:v>45384.388888888891</c:v>
                </c:pt>
                <c:pt idx="97704">
                  <c:v>45330.465277777781</c:v>
                </c:pt>
                <c:pt idx="97705">
                  <c:v>45666.043749999997</c:v>
                </c:pt>
                <c:pt idx="97706">
                  <c:v>45600.452777777777</c:v>
                </c:pt>
                <c:pt idx="97707">
                  <c:v>45666.042361111111</c:v>
                </c:pt>
                <c:pt idx="97708">
                  <c:v>45992.786111111112</c:v>
                </c:pt>
                <c:pt idx="97709">
                  <c:v>45962.949305555558</c:v>
                </c:pt>
                <c:pt idx="97710">
                  <c:v>45991.694444444453</c:v>
                </c:pt>
                <c:pt idx="97711">
                  <c:v>45482.658333333333</c:v>
                </c:pt>
                <c:pt idx="97712">
                  <c:v>45862.419444444437</c:v>
                </c:pt>
                <c:pt idx="97713">
                  <c:v>45856.72152777778</c:v>
                </c:pt>
                <c:pt idx="97714">
                  <c:v>45519.583333333343</c:v>
                </c:pt>
                <c:pt idx="97715">
                  <c:v>46021.477083333331</c:v>
                </c:pt>
                <c:pt idx="97716">
                  <c:v>45293.885416666657</c:v>
                </c:pt>
                <c:pt idx="97717">
                  <c:v>45994.508333333331</c:v>
                </c:pt>
                <c:pt idx="97718">
                  <c:v>45842.888194444437</c:v>
                </c:pt>
                <c:pt idx="97719">
                  <c:v>45730.455555555563</c:v>
                </c:pt>
                <c:pt idx="97720">
                  <c:v>45804.447916666657</c:v>
                </c:pt>
                <c:pt idx="97721">
                  <c:v>45978.797222222223</c:v>
                </c:pt>
                <c:pt idx="97722">
                  <c:v>45807.185416666667</c:v>
                </c:pt>
                <c:pt idx="97723">
                  <c:v>45864.926388888889</c:v>
                </c:pt>
                <c:pt idx="97724">
                  <c:v>45834.475694444453</c:v>
                </c:pt>
                <c:pt idx="97725">
                  <c:v>46022.480555555558</c:v>
                </c:pt>
                <c:pt idx="97726">
                  <c:v>45959.388194444437</c:v>
                </c:pt>
                <c:pt idx="97727">
                  <c:v>45818.442361111112</c:v>
                </c:pt>
                <c:pt idx="97728">
                  <c:v>45483.382638888892</c:v>
                </c:pt>
                <c:pt idx="97729">
                  <c:v>45854.032638888893</c:v>
                </c:pt>
                <c:pt idx="97730">
                  <c:v>45937.147222222222</c:v>
                </c:pt>
                <c:pt idx="97731">
                  <c:v>46009.197222222218</c:v>
                </c:pt>
                <c:pt idx="97732">
                  <c:v>45992.208333333343</c:v>
                </c:pt>
                <c:pt idx="97733">
                  <c:v>45921.393750000003</c:v>
                </c:pt>
                <c:pt idx="97734">
                  <c:v>45786.530555555553</c:v>
                </c:pt>
                <c:pt idx="97735">
                  <c:v>45694.449305555558</c:v>
                </c:pt>
                <c:pt idx="97736">
                  <c:v>45704.506944444453</c:v>
                </c:pt>
                <c:pt idx="97737">
                  <c:v>45748.455555555563</c:v>
                </c:pt>
                <c:pt idx="97738">
                  <c:v>45379.65625</c:v>
                </c:pt>
                <c:pt idx="97739">
                  <c:v>45619.059027777781</c:v>
                </c:pt>
                <c:pt idx="97740">
                  <c:v>45744.372916666667</c:v>
                </c:pt>
                <c:pt idx="97741">
                  <c:v>45699.73333333333</c:v>
                </c:pt>
                <c:pt idx="97742">
                  <c:v>45984.959722222222</c:v>
                </c:pt>
                <c:pt idx="97743">
                  <c:v>45999.470138888893</c:v>
                </c:pt>
                <c:pt idx="97744">
                  <c:v>45638.607638888891</c:v>
                </c:pt>
                <c:pt idx="97745">
                  <c:v>45628.739583333343</c:v>
                </c:pt>
                <c:pt idx="97746">
                  <c:v>45481.871527777781</c:v>
                </c:pt>
                <c:pt idx="97747">
                  <c:v>45567.474999999999</c:v>
                </c:pt>
                <c:pt idx="97748">
                  <c:v>46010.300694444442</c:v>
                </c:pt>
                <c:pt idx="97749">
                  <c:v>45994.379861111112</c:v>
                </c:pt>
                <c:pt idx="97750">
                  <c:v>45982.411805555559</c:v>
                </c:pt>
                <c:pt idx="97751">
                  <c:v>45987.383333333331</c:v>
                </c:pt>
                <c:pt idx="97752">
                  <c:v>45347.842361111107</c:v>
                </c:pt>
                <c:pt idx="97753">
                  <c:v>45536.828472222223</c:v>
                </c:pt>
                <c:pt idx="97754">
                  <c:v>45399.898611111108</c:v>
                </c:pt>
                <c:pt idx="97755">
                  <c:v>45971.807638888888</c:v>
                </c:pt>
                <c:pt idx="97756">
                  <c:v>45833.463194444441</c:v>
                </c:pt>
                <c:pt idx="97757">
                  <c:v>45805.930555555547</c:v>
                </c:pt>
                <c:pt idx="97758">
                  <c:v>45761.807638888888</c:v>
                </c:pt>
                <c:pt idx="97759">
                  <c:v>45970.849305555559</c:v>
                </c:pt>
                <c:pt idx="97760">
                  <c:v>45628.099305555559</c:v>
                </c:pt>
                <c:pt idx="97761">
                  <c:v>45894.640972222223</c:v>
                </c:pt>
                <c:pt idx="97762">
                  <c:v>45788.65347222222</c:v>
                </c:pt>
                <c:pt idx="97763">
                  <c:v>45910.630555555559</c:v>
                </c:pt>
                <c:pt idx="97764">
                  <c:v>45840.74722222222</c:v>
                </c:pt>
                <c:pt idx="97765">
                  <c:v>45558.795138888891</c:v>
                </c:pt>
                <c:pt idx="97766">
                  <c:v>45491.432638888888</c:v>
                </c:pt>
                <c:pt idx="97767">
                  <c:v>45297.525694444441</c:v>
                </c:pt>
                <c:pt idx="97768">
                  <c:v>45758.502083333333</c:v>
                </c:pt>
                <c:pt idx="97769">
                  <c:v>45965.915972222218</c:v>
                </c:pt>
                <c:pt idx="97770">
                  <c:v>45635.811805555553</c:v>
                </c:pt>
                <c:pt idx="97771">
                  <c:v>45481.457638888889</c:v>
                </c:pt>
                <c:pt idx="97772">
                  <c:v>45898.573611111111</c:v>
                </c:pt>
                <c:pt idx="97773">
                  <c:v>45609.53125</c:v>
                </c:pt>
                <c:pt idx="97774">
                  <c:v>45381.311111111107</c:v>
                </c:pt>
                <c:pt idx="97775">
                  <c:v>45452.319444444453</c:v>
                </c:pt>
                <c:pt idx="97776">
                  <c:v>45559.78402777778</c:v>
                </c:pt>
                <c:pt idx="97777">
                  <c:v>45637.408333333333</c:v>
                </c:pt>
                <c:pt idx="97778">
                  <c:v>45797.759027777778</c:v>
                </c:pt>
                <c:pt idx="97779">
                  <c:v>45918.678472222222</c:v>
                </c:pt>
                <c:pt idx="97780">
                  <c:v>45918.678472222222</c:v>
                </c:pt>
                <c:pt idx="97781">
                  <c:v>45381.606249999997</c:v>
                </c:pt>
                <c:pt idx="97782">
                  <c:v>45403.934027777781</c:v>
                </c:pt>
                <c:pt idx="97783">
                  <c:v>45797.759027777778</c:v>
                </c:pt>
                <c:pt idx="97784">
                  <c:v>45403.934027777781</c:v>
                </c:pt>
                <c:pt idx="97785">
                  <c:v>45797.759027777778</c:v>
                </c:pt>
                <c:pt idx="97786">
                  <c:v>45403.934027777781</c:v>
                </c:pt>
                <c:pt idx="97787">
                  <c:v>45865.477083333331</c:v>
                </c:pt>
                <c:pt idx="97788">
                  <c:v>45918.678472222222</c:v>
                </c:pt>
                <c:pt idx="97789">
                  <c:v>46011.411111111112</c:v>
                </c:pt>
                <c:pt idx="97790">
                  <c:v>45865.477083333331</c:v>
                </c:pt>
                <c:pt idx="97791">
                  <c:v>45865.477083333331</c:v>
                </c:pt>
                <c:pt idx="97792">
                  <c:v>45381.606249999997</c:v>
                </c:pt>
                <c:pt idx="97793">
                  <c:v>45381.606249999997</c:v>
                </c:pt>
                <c:pt idx="97794">
                  <c:v>46011.411111111112</c:v>
                </c:pt>
                <c:pt idx="97795">
                  <c:v>46011.411111111112</c:v>
                </c:pt>
                <c:pt idx="97796">
                  <c:v>45541.935416666667</c:v>
                </c:pt>
                <c:pt idx="97797">
                  <c:v>45608.69027777778</c:v>
                </c:pt>
                <c:pt idx="97798">
                  <c:v>45838.665972222218</c:v>
                </c:pt>
                <c:pt idx="97799">
                  <c:v>45567.447222222218</c:v>
                </c:pt>
                <c:pt idx="97800">
                  <c:v>45297.85</c:v>
                </c:pt>
                <c:pt idx="97801">
                  <c:v>45701.970138888893</c:v>
                </c:pt>
                <c:pt idx="97802">
                  <c:v>45656.102083333331</c:v>
                </c:pt>
                <c:pt idx="97803">
                  <c:v>45772.888194444437</c:v>
                </c:pt>
                <c:pt idx="97804">
                  <c:v>45887.36041666667</c:v>
                </c:pt>
                <c:pt idx="97805">
                  <c:v>45945.771527777782</c:v>
                </c:pt>
                <c:pt idx="97806">
                  <c:v>45990.481249999997</c:v>
                </c:pt>
                <c:pt idx="97807">
                  <c:v>45942.763194444437</c:v>
                </c:pt>
                <c:pt idx="97808">
                  <c:v>45889.951388888891</c:v>
                </c:pt>
                <c:pt idx="97809">
                  <c:v>45914.688888888893</c:v>
                </c:pt>
                <c:pt idx="97810">
                  <c:v>45741.488194444442</c:v>
                </c:pt>
                <c:pt idx="97811">
                  <c:v>45992.814583333333</c:v>
                </c:pt>
                <c:pt idx="97812">
                  <c:v>45418.458333333343</c:v>
                </c:pt>
                <c:pt idx="97813">
                  <c:v>46001.427777777782</c:v>
                </c:pt>
                <c:pt idx="97814">
                  <c:v>45969.947916666657</c:v>
                </c:pt>
                <c:pt idx="97815">
                  <c:v>45951.666666666657</c:v>
                </c:pt>
                <c:pt idx="97816">
                  <c:v>45978.931944444441</c:v>
                </c:pt>
                <c:pt idx="97817">
                  <c:v>45995.409722222219</c:v>
                </c:pt>
                <c:pt idx="97818">
                  <c:v>45800.48333333333</c:v>
                </c:pt>
                <c:pt idx="97819">
                  <c:v>45855.345833333333</c:v>
                </c:pt>
                <c:pt idx="97820">
                  <c:v>45678.440972222219</c:v>
                </c:pt>
                <c:pt idx="97821">
                  <c:v>45300.584027777782</c:v>
                </c:pt>
                <c:pt idx="97822">
                  <c:v>45437.804861111108</c:v>
                </c:pt>
                <c:pt idx="97823">
                  <c:v>45529.668749999997</c:v>
                </c:pt>
                <c:pt idx="97824">
                  <c:v>45726.569444444453</c:v>
                </c:pt>
                <c:pt idx="97825">
                  <c:v>45781.770833333343</c:v>
                </c:pt>
                <c:pt idx="97826">
                  <c:v>45997.559027777781</c:v>
                </c:pt>
                <c:pt idx="97827">
                  <c:v>45971.519444444442</c:v>
                </c:pt>
                <c:pt idx="97828">
                  <c:v>45565.620138888888</c:v>
                </c:pt>
                <c:pt idx="97829">
                  <c:v>45560.853472222218</c:v>
                </c:pt>
                <c:pt idx="97830">
                  <c:v>45776.706944444442</c:v>
                </c:pt>
                <c:pt idx="97831">
                  <c:v>45982.54791666667</c:v>
                </c:pt>
                <c:pt idx="97832">
                  <c:v>45824.888194444437</c:v>
                </c:pt>
                <c:pt idx="97833">
                  <c:v>45735.888194444437</c:v>
                </c:pt>
                <c:pt idx="97834">
                  <c:v>45378.533333333333</c:v>
                </c:pt>
                <c:pt idx="97835">
                  <c:v>45653.259027777778</c:v>
                </c:pt>
                <c:pt idx="97836">
                  <c:v>45758.445833333331</c:v>
                </c:pt>
                <c:pt idx="97837">
                  <c:v>45967.537499999999</c:v>
                </c:pt>
                <c:pt idx="97838">
                  <c:v>45894.606249999997</c:v>
                </c:pt>
                <c:pt idx="97839">
                  <c:v>45991.769444444442</c:v>
                </c:pt>
                <c:pt idx="97840">
                  <c:v>45948.541666666657</c:v>
                </c:pt>
                <c:pt idx="97841">
                  <c:v>45971.800694444442</c:v>
                </c:pt>
                <c:pt idx="97842">
                  <c:v>45786.508333333331</c:v>
                </c:pt>
                <c:pt idx="97843">
                  <c:v>45793.422222222223</c:v>
                </c:pt>
                <c:pt idx="97844">
                  <c:v>45821.496527777781</c:v>
                </c:pt>
                <c:pt idx="97845">
                  <c:v>45777.440972222219</c:v>
                </c:pt>
                <c:pt idx="97846">
                  <c:v>45761.564583333333</c:v>
                </c:pt>
                <c:pt idx="97847">
                  <c:v>45768.218055555553</c:v>
                </c:pt>
                <c:pt idx="97848">
                  <c:v>46007.819444444453</c:v>
                </c:pt>
                <c:pt idx="97849">
                  <c:v>45965.303472222222</c:v>
                </c:pt>
                <c:pt idx="97850">
                  <c:v>45985.798611111109</c:v>
                </c:pt>
                <c:pt idx="97851">
                  <c:v>45971.431250000001</c:v>
                </c:pt>
                <c:pt idx="97852">
                  <c:v>45986.707638888889</c:v>
                </c:pt>
                <c:pt idx="97853">
                  <c:v>45855.821527777778</c:v>
                </c:pt>
                <c:pt idx="97854">
                  <c:v>45930.373611111107</c:v>
                </c:pt>
                <c:pt idx="97855">
                  <c:v>45980.722916666673</c:v>
                </c:pt>
                <c:pt idx="97856">
                  <c:v>45885.815972222219</c:v>
                </c:pt>
                <c:pt idx="97857">
                  <c:v>45490.518750000003</c:v>
                </c:pt>
                <c:pt idx="97858">
                  <c:v>45512.513888888891</c:v>
                </c:pt>
                <c:pt idx="97859">
                  <c:v>45891.529166666667</c:v>
                </c:pt>
                <c:pt idx="97860">
                  <c:v>45884.590277777781</c:v>
                </c:pt>
                <c:pt idx="97861">
                  <c:v>45896.439583333333</c:v>
                </c:pt>
                <c:pt idx="97862">
                  <c:v>45891.534722222219</c:v>
                </c:pt>
                <c:pt idx="97863">
                  <c:v>45723.75</c:v>
                </c:pt>
                <c:pt idx="97864">
                  <c:v>45319.759027777778</c:v>
                </c:pt>
                <c:pt idx="97865">
                  <c:v>45352.472916666673</c:v>
                </c:pt>
                <c:pt idx="97866">
                  <c:v>45671.379166666673</c:v>
                </c:pt>
                <c:pt idx="97867">
                  <c:v>45957.611111111109</c:v>
                </c:pt>
                <c:pt idx="97868">
                  <c:v>45527.380555555559</c:v>
                </c:pt>
                <c:pt idx="97869">
                  <c:v>45751.637499999997</c:v>
                </c:pt>
                <c:pt idx="97870">
                  <c:v>45723.78125</c:v>
                </c:pt>
                <c:pt idx="97871">
                  <c:v>45829.781944444447</c:v>
                </c:pt>
                <c:pt idx="97872">
                  <c:v>45710.865277777782</c:v>
                </c:pt>
                <c:pt idx="97873">
                  <c:v>45751.456944444442</c:v>
                </c:pt>
                <c:pt idx="97874">
                  <c:v>45952.82708333333</c:v>
                </c:pt>
                <c:pt idx="97875">
                  <c:v>45948.529861111107</c:v>
                </c:pt>
                <c:pt idx="97876">
                  <c:v>45957.465277777781</c:v>
                </c:pt>
                <c:pt idx="97877">
                  <c:v>45912.654861111107</c:v>
                </c:pt>
                <c:pt idx="97878">
                  <c:v>45402.406944444447</c:v>
                </c:pt>
                <c:pt idx="97879">
                  <c:v>45784.15</c:v>
                </c:pt>
                <c:pt idx="97880">
                  <c:v>45406.897222222222</c:v>
                </c:pt>
                <c:pt idx="97881">
                  <c:v>45373.970833333333</c:v>
                </c:pt>
                <c:pt idx="97882">
                  <c:v>45818.822222222218</c:v>
                </c:pt>
                <c:pt idx="97883">
                  <c:v>45820.604861111111</c:v>
                </c:pt>
                <c:pt idx="97884">
                  <c:v>45860.882638888892</c:v>
                </c:pt>
                <c:pt idx="97885">
                  <c:v>45883.43472222222</c:v>
                </c:pt>
                <c:pt idx="97886">
                  <c:v>45891.394444444442</c:v>
                </c:pt>
                <c:pt idx="97887">
                  <c:v>45919.240277777782</c:v>
                </c:pt>
                <c:pt idx="97888">
                  <c:v>45879.768750000003</c:v>
                </c:pt>
                <c:pt idx="97889">
                  <c:v>45891.595138888893</c:v>
                </c:pt>
                <c:pt idx="97890">
                  <c:v>45894.642361111109</c:v>
                </c:pt>
                <c:pt idx="97891">
                  <c:v>45906.620138888888</c:v>
                </c:pt>
                <c:pt idx="97892">
                  <c:v>45771.726388888892</c:v>
                </c:pt>
                <c:pt idx="97893">
                  <c:v>45876.369444444441</c:v>
                </c:pt>
                <c:pt idx="97894">
                  <c:v>46019.763194444437</c:v>
                </c:pt>
                <c:pt idx="97895">
                  <c:v>45697.604861111111</c:v>
                </c:pt>
                <c:pt idx="97896">
                  <c:v>45598.691666666673</c:v>
                </c:pt>
                <c:pt idx="97897">
                  <c:v>45844.737500000003</c:v>
                </c:pt>
                <c:pt idx="97898">
                  <c:v>45751.388194444437</c:v>
                </c:pt>
                <c:pt idx="97899">
                  <c:v>45719.678472222222</c:v>
                </c:pt>
                <c:pt idx="97900">
                  <c:v>45581.530555555553</c:v>
                </c:pt>
                <c:pt idx="97901">
                  <c:v>45573.480555555558</c:v>
                </c:pt>
                <c:pt idx="97902">
                  <c:v>45581.532638888893</c:v>
                </c:pt>
                <c:pt idx="97903">
                  <c:v>45748.535416666673</c:v>
                </c:pt>
                <c:pt idx="97904">
                  <c:v>45439.15347222222</c:v>
                </c:pt>
                <c:pt idx="97905">
                  <c:v>45552.133333333331</c:v>
                </c:pt>
                <c:pt idx="97906">
                  <c:v>45634.728472222218</c:v>
                </c:pt>
                <c:pt idx="97907">
                  <c:v>45972.677083333343</c:v>
                </c:pt>
                <c:pt idx="97908">
                  <c:v>45310.427777777782</c:v>
                </c:pt>
                <c:pt idx="97909">
                  <c:v>45306.643055555563</c:v>
                </c:pt>
                <c:pt idx="97910">
                  <c:v>45730.665277777778</c:v>
                </c:pt>
                <c:pt idx="97911">
                  <c:v>45649.1</c:v>
                </c:pt>
                <c:pt idx="97912">
                  <c:v>45657.9</c:v>
                </c:pt>
                <c:pt idx="97913">
                  <c:v>45653.804861111108</c:v>
                </c:pt>
                <c:pt idx="97914">
                  <c:v>45973.957638888889</c:v>
                </c:pt>
                <c:pt idx="97915">
                  <c:v>46022.754166666673</c:v>
                </c:pt>
                <c:pt idx="97916">
                  <c:v>45906.422222222223</c:v>
                </c:pt>
                <c:pt idx="97917">
                  <c:v>45573.599305555559</c:v>
                </c:pt>
                <c:pt idx="97918">
                  <c:v>45857.589583333327</c:v>
                </c:pt>
                <c:pt idx="97919">
                  <c:v>45774.256944444453</c:v>
                </c:pt>
                <c:pt idx="97920">
                  <c:v>45798.759027777778</c:v>
                </c:pt>
                <c:pt idx="97921">
                  <c:v>45829.753472222219</c:v>
                </c:pt>
                <c:pt idx="97922">
                  <c:v>45873.822916666657</c:v>
                </c:pt>
                <c:pt idx="97923">
                  <c:v>45496.214583333327</c:v>
                </c:pt>
                <c:pt idx="97924">
                  <c:v>45626.132638888892</c:v>
                </c:pt>
                <c:pt idx="97925">
                  <c:v>45765.178472222222</c:v>
                </c:pt>
                <c:pt idx="97926">
                  <c:v>45943.449305555558</c:v>
                </c:pt>
                <c:pt idx="97927">
                  <c:v>45939.404166666667</c:v>
                </c:pt>
                <c:pt idx="97928">
                  <c:v>45935.911805555559</c:v>
                </c:pt>
                <c:pt idx="97929">
                  <c:v>45796.619444444441</c:v>
                </c:pt>
                <c:pt idx="97930">
                  <c:v>45868.504861111112</c:v>
                </c:pt>
                <c:pt idx="97931">
                  <c:v>45757.87777777778</c:v>
                </c:pt>
                <c:pt idx="97932">
                  <c:v>45876.676388888889</c:v>
                </c:pt>
                <c:pt idx="97933">
                  <c:v>45871.839583333327</c:v>
                </c:pt>
                <c:pt idx="97934">
                  <c:v>45881.602083333331</c:v>
                </c:pt>
                <c:pt idx="97935">
                  <c:v>45909.642361111109</c:v>
                </c:pt>
                <c:pt idx="97936">
                  <c:v>45910.446527777778</c:v>
                </c:pt>
                <c:pt idx="97937">
                  <c:v>45624.765277777777</c:v>
                </c:pt>
                <c:pt idx="97938">
                  <c:v>45698.602083333331</c:v>
                </c:pt>
                <c:pt idx="97939">
                  <c:v>45763.293055555558</c:v>
                </c:pt>
                <c:pt idx="97940">
                  <c:v>45889.32916666667</c:v>
                </c:pt>
                <c:pt idx="97941">
                  <c:v>45737.570138888892</c:v>
                </c:pt>
                <c:pt idx="97942">
                  <c:v>45751.256249999999</c:v>
                </c:pt>
                <c:pt idx="97943">
                  <c:v>45378.680555555547</c:v>
                </c:pt>
                <c:pt idx="97944">
                  <c:v>45672.477777777778</c:v>
                </c:pt>
                <c:pt idx="97945">
                  <c:v>45580.92291666667</c:v>
                </c:pt>
                <c:pt idx="97946">
                  <c:v>45401.419444444437</c:v>
                </c:pt>
                <c:pt idx="97947">
                  <c:v>45764.61041666667</c:v>
                </c:pt>
                <c:pt idx="97948">
                  <c:v>45956.65902777778</c:v>
                </c:pt>
                <c:pt idx="97949">
                  <c:v>45836.602777777778</c:v>
                </c:pt>
                <c:pt idx="97950">
                  <c:v>45643.64166666667</c:v>
                </c:pt>
                <c:pt idx="97951">
                  <c:v>45319.629861111112</c:v>
                </c:pt>
                <c:pt idx="97952">
                  <c:v>45890.838194444441</c:v>
                </c:pt>
                <c:pt idx="97953">
                  <c:v>45392.808333333327</c:v>
                </c:pt>
                <c:pt idx="97954">
                  <c:v>45537.513888888891</c:v>
                </c:pt>
                <c:pt idx="97955">
                  <c:v>45642.479166666657</c:v>
                </c:pt>
                <c:pt idx="97956">
                  <c:v>45537.513888888891</c:v>
                </c:pt>
                <c:pt idx="97957">
                  <c:v>45642.479166666657</c:v>
                </c:pt>
                <c:pt idx="97958">
                  <c:v>45780.276388888888</c:v>
                </c:pt>
                <c:pt idx="97959">
                  <c:v>45811.633333333331</c:v>
                </c:pt>
                <c:pt idx="97960">
                  <c:v>45727.780555555553</c:v>
                </c:pt>
                <c:pt idx="97961">
                  <c:v>45983.427777777782</c:v>
                </c:pt>
                <c:pt idx="97962">
                  <c:v>45927.943749999999</c:v>
                </c:pt>
                <c:pt idx="97963">
                  <c:v>45919.447916666657</c:v>
                </c:pt>
                <c:pt idx="97964">
                  <c:v>45894.540972222218</c:v>
                </c:pt>
                <c:pt idx="97965">
                  <c:v>45875.65347222222</c:v>
                </c:pt>
                <c:pt idx="97966">
                  <c:v>45726.575694444437</c:v>
                </c:pt>
                <c:pt idx="97967">
                  <c:v>46015.63958333333</c:v>
                </c:pt>
                <c:pt idx="97968">
                  <c:v>45808.478472222218</c:v>
                </c:pt>
                <c:pt idx="97969">
                  <c:v>45819.980555555558</c:v>
                </c:pt>
                <c:pt idx="97970">
                  <c:v>45855.818055555559</c:v>
                </c:pt>
                <c:pt idx="97971">
                  <c:v>45788.515972222223</c:v>
                </c:pt>
                <c:pt idx="97972">
                  <c:v>45729.573611111111</c:v>
                </c:pt>
                <c:pt idx="97973">
                  <c:v>45838.814583333333</c:v>
                </c:pt>
                <c:pt idx="97974">
                  <c:v>45749.737500000003</c:v>
                </c:pt>
                <c:pt idx="97975">
                  <c:v>45798.80972222222</c:v>
                </c:pt>
                <c:pt idx="97976">
                  <c:v>45722.688888888893</c:v>
                </c:pt>
                <c:pt idx="97977">
                  <c:v>45607.763194444437</c:v>
                </c:pt>
                <c:pt idx="97978">
                  <c:v>45743.073611111111</c:v>
                </c:pt>
                <c:pt idx="97979">
                  <c:v>45972.509722222218</c:v>
                </c:pt>
                <c:pt idx="97980">
                  <c:v>45763.489583333343</c:v>
                </c:pt>
                <c:pt idx="97981">
                  <c:v>45300.645833333343</c:v>
                </c:pt>
                <c:pt idx="97982">
                  <c:v>45300.869444444441</c:v>
                </c:pt>
                <c:pt idx="97983">
                  <c:v>45722.484722222223</c:v>
                </c:pt>
                <c:pt idx="97984">
                  <c:v>45932.556944444441</c:v>
                </c:pt>
                <c:pt idx="97985">
                  <c:v>45810.512499999997</c:v>
                </c:pt>
                <c:pt idx="97986">
                  <c:v>45832.788888888892</c:v>
                </c:pt>
                <c:pt idx="97987">
                  <c:v>45711.726388888892</c:v>
                </c:pt>
                <c:pt idx="97988">
                  <c:v>45717.650694444441</c:v>
                </c:pt>
                <c:pt idx="97989">
                  <c:v>45749.765277777777</c:v>
                </c:pt>
                <c:pt idx="97990">
                  <c:v>45908.619444444441</c:v>
                </c:pt>
                <c:pt idx="97991">
                  <c:v>45955.680555555547</c:v>
                </c:pt>
                <c:pt idx="97992">
                  <c:v>45860.540972222218</c:v>
                </c:pt>
                <c:pt idx="97993">
                  <c:v>45450.536111111112</c:v>
                </c:pt>
                <c:pt idx="97994">
                  <c:v>45356.50277777778</c:v>
                </c:pt>
                <c:pt idx="97995">
                  <c:v>45327.555555555547</c:v>
                </c:pt>
                <c:pt idx="97996">
                  <c:v>45943.872916666667</c:v>
                </c:pt>
                <c:pt idx="97997">
                  <c:v>45546.506944444453</c:v>
                </c:pt>
                <c:pt idx="97998">
                  <c:v>45498.499305555553</c:v>
                </c:pt>
                <c:pt idx="97999">
                  <c:v>45481.668055555558</c:v>
                </c:pt>
                <c:pt idx="98000">
                  <c:v>45442.5625</c:v>
                </c:pt>
                <c:pt idx="98001">
                  <c:v>45782.361111111109</c:v>
                </c:pt>
                <c:pt idx="98002">
                  <c:v>45544.711805555547</c:v>
                </c:pt>
                <c:pt idx="98003">
                  <c:v>45888.754861111112</c:v>
                </c:pt>
                <c:pt idx="98004">
                  <c:v>46012.489583333343</c:v>
                </c:pt>
                <c:pt idx="98005">
                  <c:v>45569.963888888888</c:v>
                </c:pt>
                <c:pt idx="98006">
                  <c:v>45982.354861111111</c:v>
                </c:pt>
                <c:pt idx="98007">
                  <c:v>45990.728472222218</c:v>
                </c:pt>
                <c:pt idx="98008">
                  <c:v>45750.925694444442</c:v>
                </c:pt>
                <c:pt idx="98009">
                  <c:v>45548.908333333333</c:v>
                </c:pt>
                <c:pt idx="98010">
                  <c:v>45414.76666666667</c:v>
                </c:pt>
                <c:pt idx="98011">
                  <c:v>45829.614583333343</c:v>
                </c:pt>
                <c:pt idx="98012">
                  <c:v>45677.980555555558</c:v>
                </c:pt>
                <c:pt idx="98013">
                  <c:v>45492.581250000003</c:v>
                </c:pt>
                <c:pt idx="98014">
                  <c:v>45756.847916666673</c:v>
                </c:pt>
                <c:pt idx="98015">
                  <c:v>45816.689583333333</c:v>
                </c:pt>
                <c:pt idx="98016">
                  <c:v>45841.838888888888</c:v>
                </c:pt>
                <c:pt idx="98017">
                  <c:v>45752.798611111109</c:v>
                </c:pt>
                <c:pt idx="98018">
                  <c:v>45886</c:v>
                </c:pt>
                <c:pt idx="98019">
                  <c:v>45364.161111111112</c:v>
                </c:pt>
                <c:pt idx="98020">
                  <c:v>45624.927083333343</c:v>
                </c:pt>
                <c:pt idx="98021">
                  <c:v>46019.713194444441</c:v>
                </c:pt>
                <c:pt idx="98022">
                  <c:v>45692.822916666657</c:v>
                </c:pt>
                <c:pt idx="98023">
                  <c:v>45751.875</c:v>
                </c:pt>
                <c:pt idx="98024">
                  <c:v>45619.531944444447</c:v>
                </c:pt>
                <c:pt idx="98025">
                  <c:v>45938.386805555558</c:v>
                </c:pt>
                <c:pt idx="98026">
                  <c:v>45546.875694444447</c:v>
                </c:pt>
                <c:pt idx="98027">
                  <c:v>45546.875694444447</c:v>
                </c:pt>
                <c:pt idx="98028">
                  <c:v>46023.761805555558</c:v>
                </c:pt>
                <c:pt idx="98029">
                  <c:v>45989.738194444442</c:v>
                </c:pt>
                <c:pt idx="98030">
                  <c:v>45575.688194444447</c:v>
                </c:pt>
                <c:pt idx="98031">
                  <c:v>45632.916666666657</c:v>
                </c:pt>
                <c:pt idx="98032">
                  <c:v>45312.375694444447</c:v>
                </c:pt>
                <c:pt idx="98033">
                  <c:v>45420.771527777782</c:v>
                </c:pt>
                <c:pt idx="98034">
                  <c:v>45640.849305555559</c:v>
                </c:pt>
                <c:pt idx="98035">
                  <c:v>45322.600694444453</c:v>
                </c:pt>
                <c:pt idx="98036">
                  <c:v>45965.694444444453</c:v>
                </c:pt>
                <c:pt idx="98037">
                  <c:v>45949.978472222218</c:v>
                </c:pt>
                <c:pt idx="98038">
                  <c:v>45866.974305555559</c:v>
                </c:pt>
                <c:pt idx="98039">
                  <c:v>45299.443055555559</c:v>
                </c:pt>
                <c:pt idx="98040">
                  <c:v>45299.4375</c:v>
                </c:pt>
                <c:pt idx="98041">
                  <c:v>45557.901388888888</c:v>
                </c:pt>
                <c:pt idx="98042">
                  <c:v>45299.429166666669</c:v>
                </c:pt>
                <c:pt idx="98043">
                  <c:v>45568.444444444453</c:v>
                </c:pt>
                <c:pt idx="98044">
                  <c:v>45820.46597222222</c:v>
                </c:pt>
                <c:pt idx="98045">
                  <c:v>45840</c:v>
                </c:pt>
                <c:pt idx="98046">
                  <c:v>45963.436805555553</c:v>
                </c:pt>
                <c:pt idx="98047">
                  <c:v>45910.788888888892</c:v>
                </c:pt>
                <c:pt idx="98048">
                  <c:v>45690.476388888892</c:v>
                </c:pt>
                <c:pt idx="98049">
                  <c:v>45490.588888888888</c:v>
                </c:pt>
                <c:pt idx="98050">
                  <c:v>46020.748611111107</c:v>
                </c:pt>
                <c:pt idx="98051">
                  <c:v>45435.938888888893</c:v>
                </c:pt>
                <c:pt idx="98052">
                  <c:v>45435.938888888893</c:v>
                </c:pt>
                <c:pt idx="98053">
                  <c:v>45646.216666666667</c:v>
                </c:pt>
                <c:pt idx="98054">
                  <c:v>45646.216666666667</c:v>
                </c:pt>
                <c:pt idx="98055">
                  <c:v>45633.59375</c:v>
                </c:pt>
                <c:pt idx="98056">
                  <c:v>45633.59375</c:v>
                </c:pt>
                <c:pt idx="98057">
                  <c:v>45432.851388888892</c:v>
                </c:pt>
                <c:pt idx="98058">
                  <c:v>45432.851388888892</c:v>
                </c:pt>
                <c:pt idx="98059">
                  <c:v>45886.790277777778</c:v>
                </c:pt>
                <c:pt idx="98060">
                  <c:v>45808.912499999999</c:v>
                </c:pt>
                <c:pt idx="98061">
                  <c:v>45859.844444444447</c:v>
                </c:pt>
                <c:pt idx="98062">
                  <c:v>45821.819444444453</c:v>
                </c:pt>
                <c:pt idx="98063">
                  <c:v>45946.068749999999</c:v>
                </c:pt>
                <c:pt idx="98064">
                  <c:v>45704.814583333333</c:v>
                </c:pt>
                <c:pt idx="98065">
                  <c:v>45736.288888888892</c:v>
                </c:pt>
                <c:pt idx="98066">
                  <c:v>45769.569444444453</c:v>
                </c:pt>
                <c:pt idx="98067">
                  <c:v>45817.431944444441</c:v>
                </c:pt>
                <c:pt idx="98068">
                  <c:v>45835.462500000001</c:v>
                </c:pt>
                <c:pt idx="98069">
                  <c:v>45845.497916666667</c:v>
                </c:pt>
                <c:pt idx="98070">
                  <c:v>45820.489583333343</c:v>
                </c:pt>
                <c:pt idx="98071">
                  <c:v>45820.472916666673</c:v>
                </c:pt>
                <c:pt idx="98072">
                  <c:v>45789.597222222219</c:v>
                </c:pt>
                <c:pt idx="98073">
                  <c:v>45967.061805555553</c:v>
                </c:pt>
                <c:pt idx="98074">
                  <c:v>45901.648611111108</c:v>
                </c:pt>
                <c:pt idx="98075">
                  <c:v>45989.532638888893</c:v>
                </c:pt>
                <c:pt idx="98076">
                  <c:v>45977.404166666667</c:v>
                </c:pt>
                <c:pt idx="98077">
                  <c:v>46023.536111111112</c:v>
                </c:pt>
                <c:pt idx="98078">
                  <c:v>45808.813194444447</c:v>
                </c:pt>
                <c:pt idx="98079">
                  <c:v>45813.64166666667</c:v>
                </c:pt>
                <c:pt idx="98080">
                  <c:v>45911.395833333343</c:v>
                </c:pt>
                <c:pt idx="98081">
                  <c:v>45995.794444444437</c:v>
                </c:pt>
                <c:pt idx="98082">
                  <c:v>45675.463194444441</c:v>
                </c:pt>
                <c:pt idx="98083">
                  <c:v>45663.193055555559</c:v>
                </c:pt>
                <c:pt idx="98084">
                  <c:v>45708.394444444442</c:v>
                </c:pt>
                <c:pt idx="98085">
                  <c:v>45934.914583333331</c:v>
                </c:pt>
                <c:pt idx="98086">
                  <c:v>45807.750694444447</c:v>
                </c:pt>
                <c:pt idx="98087">
                  <c:v>45828.659722222219</c:v>
                </c:pt>
                <c:pt idx="98088">
                  <c:v>45858.385416666657</c:v>
                </c:pt>
                <c:pt idx="98089">
                  <c:v>45824.449305555558</c:v>
                </c:pt>
                <c:pt idx="98090">
                  <c:v>45896.86041666667</c:v>
                </c:pt>
                <c:pt idx="98091">
                  <c:v>45496.638888888891</c:v>
                </c:pt>
                <c:pt idx="98092">
                  <c:v>45620.77847222222</c:v>
                </c:pt>
                <c:pt idx="98093">
                  <c:v>45566.780555555553</c:v>
                </c:pt>
                <c:pt idx="98094">
                  <c:v>45670.540972222218</c:v>
                </c:pt>
                <c:pt idx="98095">
                  <c:v>45984.822222222218</c:v>
                </c:pt>
                <c:pt idx="98096">
                  <c:v>45657.722222222219</c:v>
                </c:pt>
                <c:pt idx="98097">
                  <c:v>45888.816666666673</c:v>
                </c:pt>
                <c:pt idx="98098">
                  <c:v>45767.789583333331</c:v>
                </c:pt>
                <c:pt idx="98099">
                  <c:v>45525.663888888892</c:v>
                </c:pt>
                <c:pt idx="98100">
                  <c:v>45963.686111111107</c:v>
                </c:pt>
                <c:pt idx="98101">
                  <c:v>45716.785416666673</c:v>
                </c:pt>
                <c:pt idx="98102">
                  <c:v>45851.881944444453</c:v>
                </c:pt>
                <c:pt idx="98103">
                  <c:v>45907.092361111107</c:v>
                </c:pt>
                <c:pt idx="98104">
                  <c:v>45940.46875</c:v>
                </c:pt>
                <c:pt idx="98105">
                  <c:v>45964.376388888893</c:v>
                </c:pt>
                <c:pt idx="98106">
                  <c:v>45964.376388888893</c:v>
                </c:pt>
                <c:pt idx="98107">
                  <c:v>45945.665277777778</c:v>
                </c:pt>
                <c:pt idx="98108">
                  <c:v>45779.856249999997</c:v>
                </c:pt>
                <c:pt idx="98109">
                  <c:v>45836.848611111112</c:v>
                </c:pt>
                <c:pt idx="98110">
                  <c:v>45675.703472222223</c:v>
                </c:pt>
                <c:pt idx="98111">
                  <c:v>45726.875</c:v>
                </c:pt>
                <c:pt idx="98112">
                  <c:v>45400.078472222223</c:v>
                </c:pt>
                <c:pt idx="98113">
                  <c:v>45754.489583333343</c:v>
                </c:pt>
                <c:pt idx="98114">
                  <c:v>45943.316666666673</c:v>
                </c:pt>
                <c:pt idx="98115">
                  <c:v>45873.384722222218</c:v>
                </c:pt>
                <c:pt idx="98116">
                  <c:v>45629.487500000003</c:v>
                </c:pt>
                <c:pt idx="98117">
                  <c:v>45484.647222222222</c:v>
                </c:pt>
                <c:pt idx="98118">
                  <c:v>45684.446527777778</c:v>
                </c:pt>
                <c:pt idx="98119">
                  <c:v>45439.375694444447</c:v>
                </c:pt>
                <c:pt idx="98120">
                  <c:v>45552.472222222219</c:v>
                </c:pt>
                <c:pt idx="98121">
                  <c:v>45747.706944444442</c:v>
                </c:pt>
                <c:pt idx="98122">
                  <c:v>45841.590277777781</c:v>
                </c:pt>
                <c:pt idx="98123">
                  <c:v>45953.4375</c:v>
                </c:pt>
                <c:pt idx="98124">
                  <c:v>45523.633333333331</c:v>
                </c:pt>
                <c:pt idx="98125">
                  <c:v>45884.575694444437</c:v>
                </c:pt>
                <c:pt idx="98126">
                  <c:v>45581.723611111112</c:v>
                </c:pt>
                <c:pt idx="98127">
                  <c:v>45506.441666666673</c:v>
                </c:pt>
                <c:pt idx="98128">
                  <c:v>45506.440972222219</c:v>
                </c:pt>
                <c:pt idx="98129">
                  <c:v>45791.706250000003</c:v>
                </c:pt>
                <c:pt idx="98130">
                  <c:v>45983.421527777777</c:v>
                </c:pt>
                <c:pt idx="98131">
                  <c:v>45979.404861111107</c:v>
                </c:pt>
                <c:pt idx="98132">
                  <c:v>45974.39166666667</c:v>
                </c:pt>
                <c:pt idx="98133">
                  <c:v>45697.429861111108</c:v>
                </c:pt>
                <c:pt idx="98134">
                  <c:v>45604.474999999999</c:v>
                </c:pt>
                <c:pt idx="98135">
                  <c:v>45679.195833333331</c:v>
                </c:pt>
                <c:pt idx="98136">
                  <c:v>45987.354861111111</c:v>
                </c:pt>
                <c:pt idx="98137">
                  <c:v>45987.354861111111</c:v>
                </c:pt>
                <c:pt idx="98138">
                  <c:v>46014.725694444453</c:v>
                </c:pt>
                <c:pt idx="98139">
                  <c:v>46014.725694444453</c:v>
                </c:pt>
                <c:pt idx="98140">
                  <c:v>45625.477777777778</c:v>
                </c:pt>
                <c:pt idx="98141">
                  <c:v>45941.042361111111</c:v>
                </c:pt>
                <c:pt idx="98142">
                  <c:v>45657.359722222223</c:v>
                </c:pt>
                <c:pt idx="98143">
                  <c:v>45657.207638888889</c:v>
                </c:pt>
                <c:pt idx="98144">
                  <c:v>45657.183333333327</c:v>
                </c:pt>
                <c:pt idx="98145">
                  <c:v>46011.018055555563</c:v>
                </c:pt>
                <c:pt idx="98146">
                  <c:v>45879.918055555558</c:v>
                </c:pt>
                <c:pt idx="98147">
                  <c:v>45879.918055555558</c:v>
                </c:pt>
                <c:pt idx="98148">
                  <c:v>46005.056944444441</c:v>
                </c:pt>
                <c:pt idx="98149">
                  <c:v>46005.056944444441</c:v>
                </c:pt>
                <c:pt idx="98150">
                  <c:v>45694.888194444437</c:v>
                </c:pt>
                <c:pt idx="98151">
                  <c:v>45628.947222222218</c:v>
                </c:pt>
                <c:pt idx="98152">
                  <c:v>45593.881249999999</c:v>
                </c:pt>
                <c:pt idx="98153">
                  <c:v>45820.915277777778</c:v>
                </c:pt>
                <c:pt idx="98154">
                  <c:v>45859.89166666667</c:v>
                </c:pt>
                <c:pt idx="98155">
                  <c:v>45858.65902777778</c:v>
                </c:pt>
                <c:pt idx="98156">
                  <c:v>45611.597916666673</c:v>
                </c:pt>
                <c:pt idx="98157">
                  <c:v>45428.493750000001</c:v>
                </c:pt>
                <c:pt idx="98158">
                  <c:v>45365.811111111107</c:v>
                </c:pt>
                <c:pt idx="98159">
                  <c:v>45488.877083333333</c:v>
                </c:pt>
                <c:pt idx="98160">
                  <c:v>45354.71875</c:v>
                </c:pt>
                <c:pt idx="98161">
                  <c:v>45656.62777777778</c:v>
                </c:pt>
                <c:pt idx="98162">
                  <c:v>45662.638888888891</c:v>
                </c:pt>
                <c:pt idx="98163">
                  <c:v>45774.967361111107</c:v>
                </c:pt>
                <c:pt idx="98164">
                  <c:v>45715.804166666669</c:v>
                </c:pt>
                <c:pt idx="98165">
                  <c:v>45836.368055555547</c:v>
                </c:pt>
                <c:pt idx="98166">
                  <c:v>45990.385416666657</c:v>
                </c:pt>
                <c:pt idx="98167">
                  <c:v>45990.597222222219</c:v>
                </c:pt>
                <c:pt idx="98168">
                  <c:v>45890.599305555559</c:v>
                </c:pt>
                <c:pt idx="98169">
                  <c:v>45852.288194444453</c:v>
                </c:pt>
                <c:pt idx="98170">
                  <c:v>45472.383333333331</c:v>
                </c:pt>
                <c:pt idx="98171">
                  <c:v>45814.563194444447</c:v>
                </c:pt>
                <c:pt idx="98172">
                  <c:v>45418.585416666669</c:v>
                </c:pt>
                <c:pt idx="98173">
                  <c:v>45351.945833333331</c:v>
                </c:pt>
                <c:pt idx="98174">
                  <c:v>45713.594444444447</c:v>
                </c:pt>
                <c:pt idx="98175">
                  <c:v>45997.657638888893</c:v>
                </c:pt>
                <c:pt idx="98176">
                  <c:v>45433.585416666669</c:v>
                </c:pt>
                <c:pt idx="98177">
                  <c:v>45455.290277777778</c:v>
                </c:pt>
                <c:pt idx="98178">
                  <c:v>45731.711805555547</c:v>
                </c:pt>
                <c:pt idx="98179">
                  <c:v>45677.965277777781</c:v>
                </c:pt>
                <c:pt idx="98180">
                  <c:v>45739.966666666667</c:v>
                </c:pt>
                <c:pt idx="98181">
                  <c:v>45919.709722222222</c:v>
                </c:pt>
                <c:pt idx="98182">
                  <c:v>45893.883333333331</c:v>
                </c:pt>
                <c:pt idx="98183">
                  <c:v>45905.51666666667</c:v>
                </c:pt>
                <c:pt idx="98184">
                  <c:v>45768.810416666667</c:v>
                </c:pt>
                <c:pt idx="98185">
                  <c:v>46012.943749999999</c:v>
                </c:pt>
                <c:pt idx="98186">
                  <c:v>45942.64166666667</c:v>
                </c:pt>
                <c:pt idx="98187">
                  <c:v>45533.64166666667</c:v>
                </c:pt>
                <c:pt idx="98188">
                  <c:v>45776.92083333333</c:v>
                </c:pt>
                <c:pt idx="98189">
                  <c:v>45517.348611111112</c:v>
                </c:pt>
                <c:pt idx="98190">
                  <c:v>45574.898611111108</c:v>
                </c:pt>
                <c:pt idx="98191">
                  <c:v>45714.814583333333</c:v>
                </c:pt>
                <c:pt idx="98192">
                  <c:v>45721.930555555547</c:v>
                </c:pt>
                <c:pt idx="98193">
                  <c:v>45740.55972222222</c:v>
                </c:pt>
                <c:pt idx="98194">
                  <c:v>45307.663888888892</c:v>
                </c:pt>
                <c:pt idx="98195">
                  <c:v>45583.769444444442</c:v>
                </c:pt>
                <c:pt idx="98196">
                  <c:v>45944.435416666667</c:v>
                </c:pt>
                <c:pt idx="98197">
                  <c:v>45412.411805555559</c:v>
                </c:pt>
                <c:pt idx="98198">
                  <c:v>45616.6875</c:v>
                </c:pt>
                <c:pt idx="98199">
                  <c:v>45523.345833333333</c:v>
                </c:pt>
                <c:pt idx="98200">
                  <c:v>45481.427777777782</c:v>
                </c:pt>
                <c:pt idx="98201">
                  <c:v>45547.784722222219</c:v>
                </c:pt>
                <c:pt idx="98202">
                  <c:v>45988.526388888888</c:v>
                </c:pt>
                <c:pt idx="98203">
                  <c:v>45966.513194444437</c:v>
                </c:pt>
                <c:pt idx="98204">
                  <c:v>45864.760416666657</c:v>
                </c:pt>
                <c:pt idx="98205">
                  <c:v>45731.533333333333</c:v>
                </c:pt>
                <c:pt idx="98206">
                  <c:v>45666.845138888893</c:v>
                </c:pt>
                <c:pt idx="98207">
                  <c:v>45656.64166666667</c:v>
                </c:pt>
                <c:pt idx="98208">
                  <c:v>45428.77847222222</c:v>
                </c:pt>
                <c:pt idx="98209">
                  <c:v>45836.847222222219</c:v>
                </c:pt>
                <c:pt idx="98210">
                  <c:v>45826.555555555547</c:v>
                </c:pt>
                <c:pt idx="98211">
                  <c:v>45717.65625</c:v>
                </c:pt>
                <c:pt idx="98212">
                  <c:v>45309.751388888893</c:v>
                </c:pt>
                <c:pt idx="98213">
                  <c:v>45913.501388888893</c:v>
                </c:pt>
                <c:pt idx="98214">
                  <c:v>45476.772222222222</c:v>
                </c:pt>
                <c:pt idx="98215">
                  <c:v>45736.631944444453</c:v>
                </c:pt>
                <c:pt idx="98216">
                  <c:v>45728.594444444447</c:v>
                </c:pt>
                <c:pt idx="98217">
                  <c:v>45470.935416666667</c:v>
                </c:pt>
                <c:pt idx="98218">
                  <c:v>45425.936111111107</c:v>
                </c:pt>
                <c:pt idx="98219">
                  <c:v>45488.385416666657</c:v>
                </c:pt>
                <c:pt idx="98220">
                  <c:v>45958.522916666669</c:v>
                </c:pt>
                <c:pt idx="98221">
                  <c:v>45925.40625</c:v>
                </c:pt>
                <c:pt idx="98222">
                  <c:v>45922.656944444447</c:v>
                </c:pt>
                <c:pt idx="98223">
                  <c:v>45862.665277777778</c:v>
                </c:pt>
                <c:pt idx="98224">
                  <c:v>45917.282638888893</c:v>
                </c:pt>
                <c:pt idx="98225">
                  <c:v>45702.722222222219</c:v>
                </c:pt>
                <c:pt idx="98226">
                  <c:v>45702.722222222219</c:v>
                </c:pt>
                <c:pt idx="98227">
                  <c:v>45457.636805555558</c:v>
                </c:pt>
                <c:pt idx="98228">
                  <c:v>45596.606944444437</c:v>
                </c:pt>
                <c:pt idx="98229">
                  <c:v>45948.442361111112</c:v>
                </c:pt>
                <c:pt idx="98230">
                  <c:v>45782.707638888889</c:v>
                </c:pt>
                <c:pt idx="98231">
                  <c:v>45826.384722222218</c:v>
                </c:pt>
                <c:pt idx="98232">
                  <c:v>45887.914583333331</c:v>
                </c:pt>
                <c:pt idx="98233">
                  <c:v>45614.370833333327</c:v>
                </c:pt>
                <c:pt idx="98234">
                  <c:v>46014.619444444441</c:v>
                </c:pt>
                <c:pt idx="98235">
                  <c:v>45897.581250000003</c:v>
                </c:pt>
                <c:pt idx="98236">
                  <c:v>45914.586111111108</c:v>
                </c:pt>
                <c:pt idx="98237">
                  <c:v>45305.995833333327</c:v>
                </c:pt>
                <c:pt idx="98238">
                  <c:v>45894.377083333333</c:v>
                </c:pt>
                <c:pt idx="98239">
                  <c:v>45712.897916666669</c:v>
                </c:pt>
                <c:pt idx="98240">
                  <c:v>45989.79791666667</c:v>
                </c:pt>
                <c:pt idx="98241">
                  <c:v>45482.97152777778</c:v>
                </c:pt>
                <c:pt idx="98242">
                  <c:v>45500.765972222223</c:v>
                </c:pt>
                <c:pt idx="98243">
                  <c:v>45985.267361111109</c:v>
                </c:pt>
                <c:pt idx="98244">
                  <c:v>45757.739583333343</c:v>
                </c:pt>
                <c:pt idx="98245">
                  <c:v>45609.603472222218</c:v>
                </c:pt>
                <c:pt idx="98246">
                  <c:v>45373.649305555547</c:v>
                </c:pt>
                <c:pt idx="98247">
                  <c:v>45487.818055555559</c:v>
                </c:pt>
                <c:pt idx="98248">
                  <c:v>45498.736805555563</c:v>
                </c:pt>
                <c:pt idx="98249">
                  <c:v>45491.752083333333</c:v>
                </c:pt>
                <c:pt idx="98250">
                  <c:v>45478.69027777778</c:v>
                </c:pt>
                <c:pt idx="98251">
                  <c:v>45555.652083333327</c:v>
                </c:pt>
                <c:pt idx="98252">
                  <c:v>45305.45208333333</c:v>
                </c:pt>
                <c:pt idx="98253">
                  <c:v>45953.612500000003</c:v>
                </c:pt>
                <c:pt idx="98254">
                  <c:v>45751.536111111112</c:v>
                </c:pt>
                <c:pt idx="98255">
                  <c:v>45630.628472222219</c:v>
                </c:pt>
                <c:pt idx="98256">
                  <c:v>45699.509027777778</c:v>
                </c:pt>
                <c:pt idx="98257">
                  <c:v>45575.550694444442</c:v>
                </c:pt>
                <c:pt idx="98258">
                  <c:v>45776.931250000001</c:v>
                </c:pt>
                <c:pt idx="98259">
                  <c:v>45896.355555555558</c:v>
                </c:pt>
                <c:pt idx="98260">
                  <c:v>45729.552777777782</c:v>
                </c:pt>
                <c:pt idx="98261">
                  <c:v>45804.60833333333</c:v>
                </c:pt>
                <c:pt idx="98262">
                  <c:v>45854.447916666657</c:v>
                </c:pt>
                <c:pt idx="98263">
                  <c:v>45761.734027777777</c:v>
                </c:pt>
                <c:pt idx="98264">
                  <c:v>45854.446527777778</c:v>
                </c:pt>
                <c:pt idx="98265">
                  <c:v>45716.013194444437</c:v>
                </c:pt>
                <c:pt idx="98266">
                  <c:v>45524.530555555553</c:v>
                </c:pt>
                <c:pt idx="98267">
                  <c:v>45491.456250000003</c:v>
                </c:pt>
                <c:pt idx="98268">
                  <c:v>45491.461111111108</c:v>
                </c:pt>
                <c:pt idx="98269">
                  <c:v>45656.598611111112</c:v>
                </c:pt>
                <c:pt idx="98270">
                  <c:v>45441.427777777782</c:v>
                </c:pt>
                <c:pt idx="98271">
                  <c:v>45810.606944444437</c:v>
                </c:pt>
                <c:pt idx="98272">
                  <c:v>46002.55</c:v>
                </c:pt>
                <c:pt idx="98273">
                  <c:v>45374.770833333343</c:v>
                </c:pt>
                <c:pt idx="98274">
                  <c:v>46007.530555555553</c:v>
                </c:pt>
                <c:pt idx="98275">
                  <c:v>45874.393055555563</c:v>
                </c:pt>
                <c:pt idx="98276">
                  <c:v>45659.388888888891</c:v>
                </c:pt>
                <c:pt idx="98277">
                  <c:v>45684.779166666667</c:v>
                </c:pt>
                <c:pt idx="98278">
                  <c:v>45720.875</c:v>
                </c:pt>
                <c:pt idx="98279">
                  <c:v>45709.430555555547</c:v>
                </c:pt>
                <c:pt idx="98280">
                  <c:v>45947.407638888893</c:v>
                </c:pt>
                <c:pt idx="98281">
                  <c:v>45881.542361111111</c:v>
                </c:pt>
                <c:pt idx="98282">
                  <c:v>45971.635416666657</c:v>
                </c:pt>
                <c:pt idx="98283">
                  <c:v>45573.347916666673</c:v>
                </c:pt>
                <c:pt idx="98284">
                  <c:v>45947.995833333327</c:v>
                </c:pt>
                <c:pt idx="98285">
                  <c:v>45651.664583333331</c:v>
                </c:pt>
                <c:pt idx="98286">
                  <c:v>45867.529861111107</c:v>
                </c:pt>
                <c:pt idx="98287">
                  <c:v>45735.730555555558</c:v>
                </c:pt>
                <c:pt idx="98288">
                  <c:v>45503.875</c:v>
                </c:pt>
                <c:pt idx="98289">
                  <c:v>45638.286111111112</c:v>
                </c:pt>
                <c:pt idx="98290">
                  <c:v>45420.518055555563</c:v>
                </c:pt>
                <c:pt idx="98291">
                  <c:v>45848.992361111108</c:v>
                </c:pt>
                <c:pt idx="98292">
                  <c:v>45957.750694444447</c:v>
                </c:pt>
                <c:pt idx="98293">
                  <c:v>45908.727777777778</c:v>
                </c:pt>
                <c:pt idx="98294">
                  <c:v>45809.663888888892</c:v>
                </c:pt>
                <c:pt idx="98295">
                  <c:v>45321.701388888891</c:v>
                </c:pt>
                <c:pt idx="98296">
                  <c:v>45624.829861111109</c:v>
                </c:pt>
                <c:pt idx="98297">
                  <c:v>45776.787499999999</c:v>
                </c:pt>
                <c:pt idx="98298">
                  <c:v>45704.676388888889</c:v>
                </c:pt>
                <c:pt idx="98299">
                  <c:v>45729.609722222223</c:v>
                </c:pt>
                <c:pt idx="98300">
                  <c:v>45405.591666666667</c:v>
                </c:pt>
                <c:pt idx="98301">
                  <c:v>45698.724999999999</c:v>
                </c:pt>
                <c:pt idx="98302">
                  <c:v>45342.347222222219</c:v>
                </c:pt>
                <c:pt idx="98303">
                  <c:v>45567.874305555553</c:v>
                </c:pt>
                <c:pt idx="98304">
                  <c:v>45649.595833333333</c:v>
                </c:pt>
                <c:pt idx="98305">
                  <c:v>45844.824305555558</c:v>
                </c:pt>
                <c:pt idx="98306">
                  <c:v>45844.824305555558</c:v>
                </c:pt>
                <c:pt idx="98307">
                  <c:v>45469.011111111111</c:v>
                </c:pt>
                <c:pt idx="98308">
                  <c:v>45462.009722222218</c:v>
                </c:pt>
                <c:pt idx="98309">
                  <c:v>45462.009722222218</c:v>
                </c:pt>
                <c:pt idx="98310">
                  <c:v>45469.011111111111</c:v>
                </c:pt>
                <c:pt idx="98311">
                  <c:v>45821.075694444437</c:v>
                </c:pt>
                <c:pt idx="98312">
                  <c:v>45975.927777777782</c:v>
                </c:pt>
                <c:pt idx="98313">
                  <c:v>45823.652777777781</c:v>
                </c:pt>
                <c:pt idx="98314">
                  <c:v>45973.936111111107</c:v>
                </c:pt>
                <c:pt idx="98315">
                  <c:v>45931.940972222219</c:v>
                </c:pt>
                <c:pt idx="98316">
                  <c:v>45730.575694444437</c:v>
                </c:pt>
                <c:pt idx="98317">
                  <c:v>46022.727777777778</c:v>
                </c:pt>
                <c:pt idx="98318">
                  <c:v>45501.795138888891</c:v>
                </c:pt>
                <c:pt idx="98319">
                  <c:v>45388.859722222223</c:v>
                </c:pt>
                <c:pt idx="98320">
                  <c:v>45819.623611111107</c:v>
                </c:pt>
                <c:pt idx="98321">
                  <c:v>46021.604166666657</c:v>
                </c:pt>
                <c:pt idx="98322">
                  <c:v>45708.563194444447</c:v>
                </c:pt>
                <c:pt idx="98323">
                  <c:v>45912.673611111109</c:v>
                </c:pt>
                <c:pt idx="98324">
                  <c:v>45989.831250000003</c:v>
                </c:pt>
                <c:pt idx="98325">
                  <c:v>45828.64166666667</c:v>
                </c:pt>
                <c:pt idx="98326">
                  <c:v>45979.874305555553</c:v>
                </c:pt>
                <c:pt idx="98327">
                  <c:v>45740.78125</c:v>
                </c:pt>
                <c:pt idx="98328">
                  <c:v>45648.442361111112</c:v>
                </c:pt>
                <c:pt idx="98329">
                  <c:v>45980.88958333333</c:v>
                </c:pt>
                <c:pt idx="98330">
                  <c:v>45989.993055555547</c:v>
                </c:pt>
                <c:pt idx="98331">
                  <c:v>45622.354861111111</c:v>
                </c:pt>
                <c:pt idx="98332">
                  <c:v>45322.780555555553</c:v>
                </c:pt>
                <c:pt idx="98333">
                  <c:v>45460.72152777778</c:v>
                </c:pt>
                <c:pt idx="98334">
                  <c:v>45737.045138888891</c:v>
                </c:pt>
                <c:pt idx="98335">
                  <c:v>45757.195138888892</c:v>
                </c:pt>
                <c:pt idx="98336">
                  <c:v>45698.588888888888</c:v>
                </c:pt>
                <c:pt idx="98337">
                  <c:v>45874.477083333331</c:v>
                </c:pt>
                <c:pt idx="98338">
                  <c:v>45726.29791666667</c:v>
                </c:pt>
                <c:pt idx="98339">
                  <c:v>45323.84652777778</c:v>
                </c:pt>
                <c:pt idx="98340">
                  <c:v>45310.769444444442</c:v>
                </c:pt>
                <c:pt idx="98341">
                  <c:v>45712.752083333333</c:v>
                </c:pt>
                <c:pt idx="98342">
                  <c:v>45605.583333333343</c:v>
                </c:pt>
                <c:pt idx="98343">
                  <c:v>45505.831944444442</c:v>
                </c:pt>
                <c:pt idx="98344">
                  <c:v>45759.654166666667</c:v>
                </c:pt>
                <c:pt idx="98345">
                  <c:v>45929.991666666669</c:v>
                </c:pt>
                <c:pt idx="98346">
                  <c:v>45655.32708333333</c:v>
                </c:pt>
                <c:pt idx="98347">
                  <c:v>45587.654861111107</c:v>
                </c:pt>
                <c:pt idx="98348">
                  <c:v>45615.606249999997</c:v>
                </c:pt>
                <c:pt idx="98349">
                  <c:v>45560.065972222219</c:v>
                </c:pt>
                <c:pt idx="98350">
                  <c:v>45717.725694444453</c:v>
                </c:pt>
                <c:pt idx="98351">
                  <c:v>45898.468055555553</c:v>
                </c:pt>
                <c:pt idx="98352">
                  <c:v>45522.787499999999</c:v>
                </c:pt>
                <c:pt idx="98353">
                  <c:v>45793.543749999997</c:v>
                </c:pt>
                <c:pt idx="98354">
                  <c:v>45961.083333333343</c:v>
                </c:pt>
                <c:pt idx="98355">
                  <c:v>45994.00277777778</c:v>
                </c:pt>
                <c:pt idx="98356">
                  <c:v>45848.674305555563</c:v>
                </c:pt>
                <c:pt idx="98357">
                  <c:v>45840.59375</c:v>
                </c:pt>
                <c:pt idx="98358">
                  <c:v>45914.638194444437</c:v>
                </c:pt>
                <c:pt idx="98359">
                  <c:v>45876.365277777782</c:v>
                </c:pt>
                <c:pt idx="98360">
                  <c:v>45683.620138888888</c:v>
                </c:pt>
                <c:pt idx="98361">
                  <c:v>45558.567361111112</c:v>
                </c:pt>
                <c:pt idx="98362">
                  <c:v>45631.625694444447</c:v>
                </c:pt>
                <c:pt idx="98363">
                  <c:v>45631.645138888889</c:v>
                </c:pt>
                <c:pt idx="98364">
                  <c:v>45631.637499999997</c:v>
                </c:pt>
                <c:pt idx="98365">
                  <c:v>45877.615277777782</c:v>
                </c:pt>
                <c:pt idx="98366">
                  <c:v>45697.413888888892</c:v>
                </c:pt>
                <c:pt idx="98367">
                  <c:v>45631.643055555563</c:v>
                </c:pt>
                <c:pt idx="98368">
                  <c:v>45519.679166666669</c:v>
                </c:pt>
                <c:pt idx="98369">
                  <c:v>45530.911805555559</c:v>
                </c:pt>
                <c:pt idx="98370">
                  <c:v>45353.494444444441</c:v>
                </c:pt>
                <c:pt idx="98371">
                  <c:v>45322.32916666667</c:v>
                </c:pt>
                <c:pt idx="98372">
                  <c:v>45916.758333333331</c:v>
                </c:pt>
                <c:pt idx="98373">
                  <c:v>45732.531944444447</c:v>
                </c:pt>
                <c:pt idx="98374">
                  <c:v>45765.142361111109</c:v>
                </c:pt>
                <c:pt idx="98375">
                  <c:v>45931.82916666667</c:v>
                </c:pt>
                <c:pt idx="98376">
                  <c:v>45679.902083333327</c:v>
                </c:pt>
                <c:pt idx="98377">
                  <c:v>45951.521527777782</c:v>
                </c:pt>
                <c:pt idx="98378">
                  <c:v>45932.554861111108</c:v>
                </c:pt>
                <c:pt idx="98379">
                  <c:v>45605.740277777782</c:v>
                </c:pt>
                <c:pt idx="98380">
                  <c:v>45832.436805555553</c:v>
                </c:pt>
                <c:pt idx="98381">
                  <c:v>45381.843055555553</c:v>
                </c:pt>
                <c:pt idx="98382">
                  <c:v>45745.390277777777</c:v>
                </c:pt>
                <c:pt idx="98383">
                  <c:v>45894.406944444447</c:v>
                </c:pt>
                <c:pt idx="98384">
                  <c:v>45877.397916666669</c:v>
                </c:pt>
                <c:pt idx="98385">
                  <c:v>45778.74722222222</c:v>
                </c:pt>
                <c:pt idx="98386">
                  <c:v>45786.808333333327</c:v>
                </c:pt>
                <c:pt idx="98387">
                  <c:v>45387.453472222223</c:v>
                </c:pt>
                <c:pt idx="98388">
                  <c:v>45359.605555555558</c:v>
                </c:pt>
                <c:pt idx="98389">
                  <c:v>45694.959027777782</c:v>
                </c:pt>
                <c:pt idx="98390">
                  <c:v>45342.756944444453</c:v>
                </c:pt>
                <c:pt idx="98391">
                  <c:v>45724.543749999997</c:v>
                </c:pt>
                <c:pt idx="98392">
                  <c:v>45724.543749999997</c:v>
                </c:pt>
                <c:pt idx="98393">
                  <c:v>45722.529166666667</c:v>
                </c:pt>
                <c:pt idx="98394">
                  <c:v>45722.529166666667</c:v>
                </c:pt>
                <c:pt idx="98395">
                  <c:v>45981.365277777782</c:v>
                </c:pt>
                <c:pt idx="98396">
                  <c:v>45918.524305555547</c:v>
                </c:pt>
                <c:pt idx="98397">
                  <c:v>45918.524305555547</c:v>
                </c:pt>
                <c:pt idx="98398">
                  <c:v>46023.256944444453</c:v>
                </c:pt>
                <c:pt idx="98399">
                  <c:v>46023.256944444453</c:v>
                </c:pt>
                <c:pt idx="98400">
                  <c:v>45981.365277777782</c:v>
                </c:pt>
                <c:pt idx="98401">
                  <c:v>45316.563194444447</c:v>
                </c:pt>
                <c:pt idx="98402">
                  <c:v>45700.392361111109</c:v>
                </c:pt>
                <c:pt idx="98403">
                  <c:v>45326.484027777777</c:v>
                </c:pt>
                <c:pt idx="98404">
                  <c:v>46007.825694444437</c:v>
                </c:pt>
                <c:pt idx="98405">
                  <c:v>46002.550694444442</c:v>
                </c:pt>
                <c:pt idx="98406">
                  <c:v>46002.550694444442</c:v>
                </c:pt>
                <c:pt idx="98407">
                  <c:v>45973.734722222223</c:v>
                </c:pt>
                <c:pt idx="98408">
                  <c:v>45973.734722222223</c:v>
                </c:pt>
                <c:pt idx="98409">
                  <c:v>45757.622916666667</c:v>
                </c:pt>
                <c:pt idx="98410">
                  <c:v>45757.622916666667</c:v>
                </c:pt>
                <c:pt idx="98411">
                  <c:v>45569.784722222219</c:v>
                </c:pt>
                <c:pt idx="98412">
                  <c:v>45662.584722222222</c:v>
                </c:pt>
                <c:pt idx="98413">
                  <c:v>45761.842361111107</c:v>
                </c:pt>
                <c:pt idx="98414">
                  <c:v>45425.674305555563</c:v>
                </c:pt>
                <c:pt idx="98415">
                  <c:v>45918.738888888889</c:v>
                </c:pt>
                <c:pt idx="98416">
                  <c:v>45960.693055555559</c:v>
                </c:pt>
                <c:pt idx="98417">
                  <c:v>45402.418055555558</c:v>
                </c:pt>
                <c:pt idx="98418">
                  <c:v>45914.765972222223</c:v>
                </c:pt>
                <c:pt idx="98419">
                  <c:v>46007.841666666667</c:v>
                </c:pt>
                <c:pt idx="98420">
                  <c:v>45360.804166666669</c:v>
                </c:pt>
                <c:pt idx="98421">
                  <c:v>45912.352777777778</c:v>
                </c:pt>
                <c:pt idx="98422">
                  <c:v>45912.352777777778</c:v>
                </c:pt>
                <c:pt idx="98423">
                  <c:v>45881.475694444453</c:v>
                </c:pt>
                <c:pt idx="98424">
                  <c:v>45758.336111111108</c:v>
                </c:pt>
                <c:pt idx="98425">
                  <c:v>45708.490972222222</c:v>
                </c:pt>
                <c:pt idx="98426">
                  <c:v>45758.336111111108</c:v>
                </c:pt>
                <c:pt idx="98427">
                  <c:v>45360.804166666669</c:v>
                </c:pt>
                <c:pt idx="98428">
                  <c:v>45708.490972222222</c:v>
                </c:pt>
                <c:pt idx="98429">
                  <c:v>45881.475694444453</c:v>
                </c:pt>
                <c:pt idx="98430">
                  <c:v>45691.431944444441</c:v>
                </c:pt>
                <c:pt idx="98431">
                  <c:v>45790.667361111111</c:v>
                </c:pt>
                <c:pt idx="98432">
                  <c:v>45946.505555555559</c:v>
                </c:pt>
                <c:pt idx="98433">
                  <c:v>45600.805555555547</c:v>
                </c:pt>
                <c:pt idx="98434">
                  <c:v>45767.875</c:v>
                </c:pt>
                <c:pt idx="98435">
                  <c:v>45754.798611111109</c:v>
                </c:pt>
                <c:pt idx="98436">
                  <c:v>45813.327777777777</c:v>
                </c:pt>
                <c:pt idx="98437">
                  <c:v>45336.269444444442</c:v>
                </c:pt>
                <c:pt idx="98438">
                  <c:v>45855.677083333343</c:v>
                </c:pt>
                <c:pt idx="98439">
                  <c:v>45917.292361111111</c:v>
                </c:pt>
                <c:pt idx="98440">
                  <c:v>45855.677083333343</c:v>
                </c:pt>
                <c:pt idx="98441">
                  <c:v>45917.292361111111</c:v>
                </c:pt>
                <c:pt idx="98442">
                  <c:v>45565.576388888891</c:v>
                </c:pt>
                <c:pt idx="98443">
                  <c:v>46018.557638888888</c:v>
                </c:pt>
                <c:pt idx="98444">
                  <c:v>45336.269444444442</c:v>
                </c:pt>
                <c:pt idx="98445">
                  <c:v>46018.557638888888</c:v>
                </c:pt>
                <c:pt idx="98446">
                  <c:v>45565.576388888891</c:v>
                </c:pt>
                <c:pt idx="98447">
                  <c:v>45480.532638888893</c:v>
                </c:pt>
                <c:pt idx="98448">
                  <c:v>45315.89166666667</c:v>
                </c:pt>
                <c:pt idx="98449">
                  <c:v>45743.611111111109</c:v>
                </c:pt>
                <c:pt idx="98450">
                  <c:v>45942.990277777782</c:v>
                </c:pt>
                <c:pt idx="98451">
                  <c:v>45775.325694444437</c:v>
                </c:pt>
                <c:pt idx="98452">
                  <c:v>45768.546527777777</c:v>
                </c:pt>
                <c:pt idx="98453">
                  <c:v>45782.781944444447</c:v>
                </c:pt>
                <c:pt idx="98454">
                  <c:v>45565.651388888888</c:v>
                </c:pt>
                <c:pt idx="98455">
                  <c:v>45708.04791666667</c:v>
                </c:pt>
                <c:pt idx="98456">
                  <c:v>45885.725694444453</c:v>
                </c:pt>
                <c:pt idx="98457">
                  <c:v>45786.822916666657</c:v>
                </c:pt>
                <c:pt idx="98458">
                  <c:v>45789.886805555558</c:v>
                </c:pt>
                <c:pt idx="98459">
                  <c:v>45840.678472222222</c:v>
                </c:pt>
                <c:pt idx="98460">
                  <c:v>45686.64166666667</c:v>
                </c:pt>
                <c:pt idx="98461">
                  <c:v>45653.965277777781</c:v>
                </c:pt>
                <c:pt idx="98462">
                  <c:v>46000.427777777782</c:v>
                </c:pt>
                <c:pt idx="98463">
                  <c:v>45908.536111111112</c:v>
                </c:pt>
                <c:pt idx="98464">
                  <c:v>45961.628472222219</c:v>
                </c:pt>
                <c:pt idx="98465">
                  <c:v>46020.611111111109</c:v>
                </c:pt>
                <c:pt idx="98466">
                  <c:v>45989.820138888892</c:v>
                </c:pt>
                <c:pt idx="98467">
                  <c:v>45835.95208333333</c:v>
                </c:pt>
                <c:pt idx="98468">
                  <c:v>45847.48333333333</c:v>
                </c:pt>
                <c:pt idx="98469">
                  <c:v>45594.601388888892</c:v>
                </c:pt>
                <c:pt idx="98470">
                  <c:v>45597.73333333333</c:v>
                </c:pt>
                <c:pt idx="98471">
                  <c:v>45668.502083333333</c:v>
                </c:pt>
                <c:pt idx="98472">
                  <c:v>45592.470138888893</c:v>
                </c:pt>
                <c:pt idx="98473">
                  <c:v>45625.643055555563</c:v>
                </c:pt>
                <c:pt idx="98474">
                  <c:v>45879.650694444441</c:v>
                </c:pt>
                <c:pt idx="98475">
                  <c:v>45835.679861111108</c:v>
                </c:pt>
                <c:pt idx="98476">
                  <c:v>45728.46597222222</c:v>
                </c:pt>
                <c:pt idx="98477">
                  <c:v>46011.95416666667</c:v>
                </c:pt>
                <c:pt idx="98478">
                  <c:v>46011.95</c:v>
                </c:pt>
                <c:pt idx="98479">
                  <c:v>46023.958333333343</c:v>
                </c:pt>
                <c:pt idx="98480">
                  <c:v>45807.296527777777</c:v>
                </c:pt>
                <c:pt idx="98481">
                  <c:v>45777.287499999999</c:v>
                </c:pt>
                <c:pt idx="98482">
                  <c:v>45992.754166666673</c:v>
                </c:pt>
                <c:pt idx="98483">
                  <c:v>45921.747916666667</c:v>
                </c:pt>
                <c:pt idx="98484">
                  <c:v>45921.747916666667</c:v>
                </c:pt>
                <c:pt idx="98485">
                  <c:v>45992.754166666673</c:v>
                </c:pt>
                <c:pt idx="98486">
                  <c:v>45992.754166666673</c:v>
                </c:pt>
                <c:pt idx="98487">
                  <c:v>45921.747916666667</c:v>
                </c:pt>
                <c:pt idx="98488">
                  <c:v>45974.381944444453</c:v>
                </c:pt>
                <c:pt idx="98489">
                  <c:v>45879.723611111112</c:v>
                </c:pt>
                <c:pt idx="98490">
                  <c:v>45909.748611111107</c:v>
                </c:pt>
                <c:pt idx="98491">
                  <c:v>45797.513888888891</c:v>
                </c:pt>
                <c:pt idx="98492">
                  <c:v>45863.454861111109</c:v>
                </c:pt>
                <c:pt idx="98493">
                  <c:v>45876.657638888893</c:v>
                </c:pt>
                <c:pt idx="98494">
                  <c:v>45946.336111111108</c:v>
                </c:pt>
                <c:pt idx="98495">
                  <c:v>45922.114583333343</c:v>
                </c:pt>
                <c:pt idx="98496">
                  <c:v>45922.438194444447</c:v>
                </c:pt>
                <c:pt idx="98497">
                  <c:v>45841.356249999997</c:v>
                </c:pt>
                <c:pt idx="98498">
                  <c:v>45866.313194444447</c:v>
                </c:pt>
                <c:pt idx="98499">
                  <c:v>45482.188888888893</c:v>
                </c:pt>
                <c:pt idx="98500">
                  <c:v>45861.871527777781</c:v>
                </c:pt>
                <c:pt idx="98501">
                  <c:v>45964.51666666667</c:v>
                </c:pt>
                <c:pt idx="98502">
                  <c:v>45708.34375</c:v>
                </c:pt>
                <c:pt idx="98503">
                  <c:v>45810.292361111111</c:v>
                </c:pt>
                <c:pt idx="98504">
                  <c:v>45957.588888888888</c:v>
                </c:pt>
                <c:pt idx="98505">
                  <c:v>45472.000694444447</c:v>
                </c:pt>
                <c:pt idx="98506">
                  <c:v>45776.605555555558</c:v>
                </c:pt>
                <c:pt idx="98507">
                  <c:v>45472.000694444447</c:v>
                </c:pt>
                <c:pt idx="98508">
                  <c:v>45902.647916666669</c:v>
                </c:pt>
                <c:pt idx="98509">
                  <c:v>45902.647916666669</c:v>
                </c:pt>
                <c:pt idx="98510">
                  <c:v>45353.668055555558</c:v>
                </c:pt>
                <c:pt idx="98511">
                  <c:v>45353.668055555558</c:v>
                </c:pt>
                <c:pt idx="98512">
                  <c:v>45562.679861111108</c:v>
                </c:pt>
                <c:pt idx="98513">
                  <c:v>45562.679861111108</c:v>
                </c:pt>
                <c:pt idx="98514">
                  <c:v>45776.605555555558</c:v>
                </c:pt>
                <c:pt idx="98515">
                  <c:v>45957.588888888888</c:v>
                </c:pt>
                <c:pt idx="98516">
                  <c:v>45596.78402777778</c:v>
                </c:pt>
                <c:pt idx="98517">
                  <c:v>45960.586111111108</c:v>
                </c:pt>
                <c:pt idx="98518">
                  <c:v>45841.5625</c:v>
                </c:pt>
                <c:pt idx="98519">
                  <c:v>45491.509027777778</c:v>
                </c:pt>
                <c:pt idx="98520">
                  <c:v>45722.318055555559</c:v>
                </c:pt>
                <c:pt idx="98521">
                  <c:v>45524.45208333333</c:v>
                </c:pt>
                <c:pt idx="98522">
                  <c:v>45758.348611111112</c:v>
                </c:pt>
                <c:pt idx="98523">
                  <c:v>45393.361805555563</c:v>
                </c:pt>
                <c:pt idx="98524">
                  <c:v>45725.769444444442</c:v>
                </c:pt>
                <c:pt idx="98525">
                  <c:v>45940.538194444453</c:v>
                </c:pt>
                <c:pt idx="98526">
                  <c:v>45882.882638888892</c:v>
                </c:pt>
                <c:pt idx="98527">
                  <c:v>45821.418055555558</c:v>
                </c:pt>
                <c:pt idx="98528">
                  <c:v>45766.495833333327</c:v>
                </c:pt>
                <c:pt idx="98529">
                  <c:v>45793.57708333333</c:v>
                </c:pt>
                <c:pt idx="98530">
                  <c:v>45836.65902777778</c:v>
                </c:pt>
                <c:pt idx="98531">
                  <c:v>45803.661111111112</c:v>
                </c:pt>
                <c:pt idx="98532">
                  <c:v>45676.704861111109</c:v>
                </c:pt>
                <c:pt idx="98533">
                  <c:v>45688.802083333343</c:v>
                </c:pt>
                <c:pt idx="98534">
                  <c:v>45882.786111111112</c:v>
                </c:pt>
                <c:pt idx="98535">
                  <c:v>45833.767361111109</c:v>
                </c:pt>
                <c:pt idx="98536">
                  <c:v>45338.686805555553</c:v>
                </c:pt>
                <c:pt idx="98537">
                  <c:v>45618.515277777777</c:v>
                </c:pt>
                <c:pt idx="98538">
                  <c:v>45297.399305555547</c:v>
                </c:pt>
                <c:pt idx="98539">
                  <c:v>45607.547222222223</c:v>
                </c:pt>
                <c:pt idx="98540">
                  <c:v>45714.595138888893</c:v>
                </c:pt>
                <c:pt idx="98541">
                  <c:v>45602.595138888893</c:v>
                </c:pt>
                <c:pt idx="98542">
                  <c:v>45931.882638888892</c:v>
                </c:pt>
                <c:pt idx="98543">
                  <c:v>45769.892361111109</c:v>
                </c:pt>
                <c:pt idx="98544">
                  <c:v>45711.536111111112</c:v>
                </c:pt>
                <c:pt idx="98545">
                  <c:v>45458.586111111108</c:v>
                </c:pt>
                <c:pt idx="98546">
                  <c:v>45958.515277777777</c:v>
                </c:pt>
                <c:pt idx="98547">
                  <c:v>45472.512499999997</c:v>
                </c:pt>
                <c:pt idx="98548">
                  <c:v>45648.377083333333</c:v>
                </c:pt>
                <c:pt idx="98549">
                  <c:v>45741.909722222219</c:v>
                </c:pt>
                <c:pt idx="98550">
                  <c:v>45784.55</c:v>
                </c:pt>
                <c:pt idx="98551">
                  <c:v>45862.904861111107</c:v>
                </c:pt>
                <c:pt idx="98552">
                  <c:v>45746.504861111112</c:v>
                </c:pt>
                <c:pt idx="98553">
                  <c:v>45777.672222222223</c:v>
                </c:pt>
                <c:pt idx="98554">
                  <c:v>45644.447222222218</c:v>
                </c:pt>
                <c:pt idx="98555">
                  <c:v>45716.019444444442</c:v>
                </c:pt>
                <c:pt idx="98556">
                  <c:v>45696.694444444453</c:v>
                </c:pt>
                <c:pt idx="98557">
                  <c:v>45767.727777777778</c:v>
                </c:pt>
                <c:pt idx="98558">
                  <c:v>45360.790277777778</c:v>
                </c:pt>
                <c:pt idx="98559">
                  <c:v>45535.875</c:v>
                </c:pt>
                <c:pt idx="98560">
                  <c:v>45869.975694444453</c:v>
                </c:pt>
                <c:pt idx="98561">
                  <c:v>45906.659722222219</c:v>
                </c:pt>
                <c:pt idx="98562">
                  <c:v>45995.863888888889</c:v>
                </c:pt>
                <c:pt idx="98563">
                  <c:v>45301.388194444437</c:v>
                </c:pt>
                <c:pt idx="98564">
                  <c:v>45787.793055555558</c:v>
                </c:pt>
                <c:pt idx="98565">
                  <c:v>45642.950694444437</c:v>
                </c:pt>
                <c:pt idx="98566">
                  <c:v>45916.37777777778</c:v>
                </c:pt>
                <c:pt idx="98567">
                  <c:v>45773.518750000003</c:v>
                </c:pt>
                <c:pt idx="98568">
                  <c:v>45691.665972222218</c:v>
                </c:pt>
                <c:pt idx="98569">
                  <c:v>45899.668055555558</c:v>
                </c:pt>
                <c:pt idx="98570">
                  <c:v>45899.67291666667</c:v>
                </c:pt>
                <c:pt idx="98571">
                  <c:v>45902.401388888888</c:v>
                </c:pt>
                <c:pt idx="98572">
                  <c:v>45902.400000000001</c:v>
                </c:pt>
                <c:pt idx="98573">
                  <c:v>45812.73541666667</c:v>
                </c:pt>
                <c:pt idx="98574">
                  <c:v>45867.059027777781</c:v>
                </c:pt>
                <c:pt idx="98575">
                  <c:v>45692.021527777782</c:v>
                </c:pt>
                <c:pt idx="98576">
                  <c:v>45998.372916666667</c:v>
                </c:pt>
                <c:pt idx="98577">
                  <c:v>45784.515277777777</c:v>
                </c:pt>
                <c:pt idx="98578">
                  <c:v>45705.435416666667</c:v>
                </c:pt>
                <c:pt idx="98579">
                  <c:v>45705.435416666667</c:v>
                </c:pt>
                <c:pt idx="98580">
                  <c:v>45764.563194444447</c:v>
                </c:pt>
                <c:pt idx="98581">
                  <c:v>45676.754166666673</c:v>
                </c:pt>
                <c:pt idx="98582">
                  <c:v>45708.28125</c:v>
                </c:pt>
                <c:pt idx="98583">
                  <c:v>45588.512499999997</c:v>
                </c:pt>
                <c:pt idx="98584">
                  <c:v>45383.543749999997</c:v>
                </c:pt>
                <c:pt idx="98585">
                  <c:v>45364.509027777778</c:v>
                </c:pt>
                <c:pt idx="98586">
                  <c:v>45449.372916666667</c:v>
                </c:pt>
                <c:pt idx="98587">
                  <c:v>45961.738194444442</c:v>
                </c:pt>
                <c:pt idx="98588">
                  <c:v>45692.736805555563</c:v>
                </c:pt>
                <c:pt idx="98589">
                  <c:v>45582.318749999999</c:v>
                </c:pt>
                <c:pt idx="98590">
                  <c:v>45791.018055555563</c:v>
                </c:pt>
                <c:pt idx="98591">
                  <c:v>45958.657638888893</c:v>
                </c:pt>
                <c:pt idx="98592">
                  <c:v>45656.482638888891</c:v>
                </c:pt>
                <c:pt idx="98593">
                  <c:v>45532.688194444447</c:v>
                </c:pt>
                <c:pt idx="98594">
                  <c:v>45782.543749999997</c:v>
                </c:pt>
                <c:pt idx="98595">
                  <c:v>45771.742361111108</c:v>
                </c:pt>
                <c:pt idx="98596">
                  <c:v>45792.77847222222</c:v>
                </c:pt>
                <c:pt idx="98597">
                  <c:v>45799.397222222222</c:v>
                </c:pt>
                <c:pt idx="98598">
                  <c:v>45728.789583333331</c:v>
                </c:pt>
                <c:pt idx="98599">
                  <c:v>45734.855555555558</c:v>
                </c:pt>
                <c:pt idx="98600">
                  <c:v>45728.779166666667</c:v>
                </c:pt>
                <c:pt idx="98601">
                  <c:v>45628.234722222223</c:v>
                </c:pt>
                <c:pt idx="98602">
                  <c:v>45774.704861111109</c:v>
                </c:pt>
                <c:pt idx="98603">
                  <c:v>45629.788194444453</c:v>
                </c:pt>
                <c:pt idx="98604">
                  <c:v>45741.884027777778</c:v>
                </c:pt>
                <c:pt idx="98605">
                  <c:v>45740.671527777777</c:v>
                </c:pt>
                <c:pt idx="98606">
                  <c:v>45828.820138888892</c:v>
                </c:pt>
                <c:pt idx="98607">
                  <c:v>45762.591666666667</c:v>
                </c:pt>
                <c:pt idx="98608">
                  <c:v>45410.681250000001</c:v>
                </c:pt>
                <c:pt idx="98609">
                  <c:v>45475.618750000001</c:v>
                </c:pt>
                <c:pt idx="98610">
                  <c:v>45796.508333333331</c:v>
                </c:pt>
                <c:pt idx="98611">
                  <c:v>45375.571527777778</c:v>
                </c:pt>
                <c:pt idx="98612">
                  <c:v>45844.786111111112</c:v>
                </c:pt>
                <c:pt idx="98613">
                  <c:v>45865.915972222218</c:v>
                </c:pt>
                <c:pt idx="98614">
                  <c:v>45727.288194444453</c:v>
                </c:pt>
                <c:pt idx="98615">
                  <c:v>45657.388194444437</c:v>
                </c:pt>
                <c:pt idx="98616">
                  <c:v>45997.681944444441</c:v>
                </c:pt>
                <c:pt idx="98617">
                  <c:v>45676.759722222218</c:v>
                </c:pt>
                <c:pt idx="98618">
                  <c:v>45602.6875</c:v>
                </c:pt>
                <c:pt idx="98619">
                  <c:v>45802.899305555547</c:v>
                </c:pt>
                <c:pt idx="98620">
                  <c:v>45751.3125</c:v>
                </c:pt>
                <c:pt idx="98621">
                  <c:v>45729.876388888893</c:v>
                </c:pt>
                <c:pt idx="98622">
                  <c:v>45549.787499999999</c:v>
                </c:pt>
                <c:pt idx="98623">
                  <c:v>45634.5625</c:v>
                </c:pt>
                <c:pt idx="98624">
                  <c:v>45738.752083333333</c:v>
                </c:pt>
                <c:pt idx="98625">
                  <c:v>45797.540972222218</c:v>
                </c:pt>
                <c:pt idx="98626">
                  <c:v>45942.086111111108</c:v>
                </c:pt>
                <c:pt idx="98627">
                  <c:v>45693.7</c:v>
                </c:pt>
                <c:pt idx="98628">
                  <c:v>45352.813194444447</c:v>
                </c:pt>
                <c:pt idx="98629">
                  <c:v>45564.353472222218</c:v>
                </c:pt>
                <c:pt idx="98630">
                  <c:v>45520.581250000003</c:v>
                </c:pt>
                <c:pt idx="98631">
                  <c:v>45617.7</c:v>
                </c:pt>
                <c:pt idx="98632">
                  <c:v>45587.45416666667</c:v>
                </c:pt>
                <c:pt idx="98633">
                  <c:v>45664.744444444441</c:v>
                </c:pt>
                <c:pt idx="98634">
                  <c:v>45497.774305555547</c:v>
                </c:pt>
                <c:pt idx="98635">
                  <c:v>45509.675000000003</c:v>
                </c:pt>
                <c:pt idx="98636">
                  <c:v>45737.373611111107</c:v>
                </c:pt>
                <c:pt idx="98637">
                  <c:v>45310.686111111107</c:v>
                </c:pt>
                <c:pt idx="98638">
                  <c:v>45368.807638888888</c:v>
                </c:pt>
                <c:pt idx="98639">
                  <c:v>45800.71597222222</c:v>
                </c:pt>
                <c:pt idx="98640">
                  <c:v>45793.694444444453</c:v>
                </c:pt>
                <c:pt idx="98641">
                  <c:v>45512.834722222222</c:v>
                </c:pt>
                <c:pt idx="98642">
                  <c:v>45777.394444444442</c:v>
                </c:pt>
                <c:pt idx="98643">
                  <c:v>45497.842361111107</c:v>
                </c:pt>
                <c:pt idx="98644">
                  <c:v>45497.842361111107</c:v>
                </c:pt>
                <c:pt idx="98645">
                  <c:v>45557.167361111111</c:v>
                </c:pt>
                <c:pt idx="98646">
                  <c:v>45777.394444444442</c:v>
                </c:pt>
                <c:pt idx="98647">
                  <c:v>45793.694444444453</c:v>
                </c:pt>
                <c:pt idx="98648">
                  <c:v>45751.950694444437</c:v>
                </c:pt>
                <c:pt idx="98649">
                  <c:v>45512.834722222222</c:v>
                </c:pt>
                <c:pt idx="98650">
                  <c:v>45475.005555555559</c:v>
                </c:pt>
                <c:pt idx="98651">
                  <c:v>45557.167361111111</c:v>
                </c:pt>
                <c:pt idx="98652">
                  <c:v>45475.005555555559</c:v>
                </c:pt>
                <c:pt idx="98653">
                  <c:v>45751.950694444437</c:v>
                </c:pt>
                <c:pt idx="98654">
                  <c:v>45798.45</c:v>
                </c:pt>
                <c:pt idx="98655">
                  <c:v>45775.515972222223</c:v>
                </c:pt>
                <c:pt idx="98656">
                  <c:v>45729.642361111109</c:v>
                </c:pt>
                <c:pt idx="98657">
                  <c:v>45748.779166666667</c:v>
                </c:pt>
                <c:pt idx="98658">
                  <c:v>45477.635416666657</c:v>
                </c:pt>
                <c:pt idx="98659">
                  <c:v>45790.965277777781</c:v>
                </c:pt>
                <c:pt idx="98660">
                  <c:v>45514.511111111111</c:v>
                </c:pt>
                <c:pt idx="98661">
                  <c:v>45424.28125</c:v>
                </c:pt>
                <c:pt idx="98662">
                  <c:v>46023.390972222223</c:v>
                </c:pt>
                <c:pt idx="98663">
                  <c:v>45681.522916666669</c:v>
                </c:pt>
                <c:pt idx="98664">
                  <c:v>45910.85833333333</c:v>
                </c:pt>
                <c:pt idx="98665">
                  <c:v>45812.833333333343</c:v>
                </c:pt>
                <c:pt idx="98666">
                  <c:v>45664.4375</c:v>
                </c:pt>
                <c:pt idx="98667">
                  <c:v>45659.387499999997</c:v>
                </c:pt>
                <c:pt idx="98668">
                  <c:v>45569.666666666657</c:v>
                </c:pt>
                <c:pt idx="98669">
                  <c:v>45791.803472222222</c:v>
                </c:pt>
                <c:pt idx="98670">
                  <c:v>45591.866666666669</c:v>
                </c:pt>
                <c:pt idx="98671">
                  <c:v>45751.88958333333</c:v>
                </c:pt>
                <c:pt idx="98672">
                  <c:v>45642.682638888888</c:v>
                </c:pt>
                <c:pt idx="98673">
                  <c:v>45516.886111111111</c:v>
                </c:pt>
                <c:pt idx="98674">
                  <c:v>45821.550694444442</c:v>
                </c:pt>
                <c:pt idx="98675">
                  <c:v>45824.548611111109</c:v>
                </c:pt>
                <c:pt idx="98676">
                  <c:v>45827.413194444453</c:v>
                </c:pt>
                <c:pt idx="98677">
                  <c:v>45863.824999999997</c:v>
                </c:pt>
                <c:pt idx="98678">
                  <c:v>45704.627083333333</c:v>
                </c:pt>
                <c:pt idx="98679">
                  <c:v>45704.627083333333</c:v>
                </c:pt>
                <c:pt idx="98680">
                  <c:v>45863.824999999997</c:v>
                </c:pt>
                <c:pt idx="98681">
                  <c:v>45944.046527777777</c:v>
                </c:pt>
                <c:pt idx="98682">
                  <c:v>45944.046527777777</c:v>
                </c:pt>
                <c:pt idx="98683">
                  <c:v>45775.441666666673</c:v>
                </c:pt>
                <c:pt idx="98684">
                  <c:v>46018.658333333333</c:v>
                </c:pt>
                <c:pt idx="98685">
                  <c:v>45744.692361111112</c:v>
                </c:pt>
                <c:pt idx="98686">
                  <c:v>45845.606249999997</c:v>
                </c:pt>
                <c:pt idx="98687">
                  <c:v>45989.465277777781</c:v>
                </c:pt>
                <c:pt idx="98688">
                  <c:v>45755.915972222218</c:v>
                </c:pt>
                <c:pt idx="98689">
                  <c:v>45805.713194444441</c:v>
                </c:pt>
                <c:pt idx="98690">
                  <c:v>45367.859027777777</c:v>
                </c:pt>
                <c:pt idx="98691">
                  <c:v>45785.914583333331</c:v>
                </c:pt>
                <c:pt idx="98692">
                  <c:v>45384.272222222222</c:v>
                </c:pt>
                <c:pt idx="98693">
                  <c:v>45861.570833333331</c:v>
                </c:pt>
                <c:pt idx="98694">
                  <c:v>45857.742361111108</c:v>
                </c:pt>
                <c:pt idx="98695">
                  <c:v>45734.668749999997</c:v>
                </c:pt>
                <c:pt idx="98696">
                  <c:v>45720.533333333333</c:v>
                </c:pt>
                <c:pt idx="98697">
                  <c:v>45650.838194444441</c:v>
                </c:pt>
                <c:pt idx="98698">
                  <c:v>45639.806944444441</c:v>
                </c:pt>
                <c:pt idx="98699">
                  <c:v>45629.252083333333</c:v>
                </c:pt>
                <c:pt idx="98700">
                  <c:v>45486.509027777778</c:v>
                </c:pt>
                <c:pt idx="98701">
                  <c:v>45760.029166666667</c:v>
                </c:pt>
                <c:pt idx="98702">
                  <c:v>45354.835416666669</c:v>
                </c:pt>
                <c:pt idx="98703">
                  <c:v>45721.701388888891</c:v>
                </c:pt>
                <c:pt idx="98704">
                  <c:v>45665.717361111107</c:v>
                </c:pt>
                <c:pt idx="98705">
                  <c:v>45470.536111111112</c:v>
                </c:pt>
                <c:pt idx="98706">
                  <c:v>45459.732638888891</c:v>
                </c:pt>
                <c:pt idx="98707">
                  <c:v>45828.524305555547</c:v>
                </c:pt>
                <c:pt idx="98708">
                  <c:v>45414.630555555559</c:v>
                </c:pt>
                <c:pt idx="98709">
                  <c:v>45977.977083333331</c:v>
                </c:pt>
                <c:pt idx="98710">
                  <c:v>45925.807638888888</c:v>
                </c:pt>
              </c:numCache>
            </c:numRef>
          </c:cat>
          <c:val>
            <c:numRef>
              <c:f>Canadavapes!$G$2:$G$98712</c:f>
              <c:numCache>
                <c:formatCode>General</c:formatCode>
                <c:ptCount val="98711"/>
                <c:pt idx="0">
                  <c:v>97.36</c:v>
                </c:pt>
                <c:pt idx="1">
                  <c:v>239.97</c:v>
                </c:pt>
                <c:pt idx="2">
                  <c:v>184.97</c:v>
                </c:pt>
                <c:pt idx="3">
                  <c:v>159.97999999999999</c:v>
                </c:pt>
                <c:pt idx="4">
                  <c:v>199.96</c:v>
                </c:pt>
                <c:pt idx="5">
                  <c:v>149.97</c:v>
                </c:pt>
                <c:pt idx="6">
                  <c:v>278.95</c:v>
                </c:pt>
                <c:pt idx="7">
                  <c:v>263.95999999999998</c:v>
                </c:pt>
                <c:pt idx="8">
                  <c:v>111.98</c:v>
                </c:pt>
                <c:pt idx="9">
                  <c:v>169.98</c:v>
                </c:pt>
                <c:pt idx="10">
                  <c:v>197.97</c:v>
                </c:pt>
                <c:pt idx="11">
                  <c:v>254.97</c:v>
                </c:pt>
                <c:pt idx="12">
                  <c:v>249.38</c:v>
                </c:pt>
                <c:pt idx="13">
                  <c:v>172.97</c:v>
                </c:pt>
                <c:pt idx="14">
                  <c:v>212.56</c:v>
                </c:pt>
                <c:pt idx="15">
                  <c:v>197.97</c:v>
                </c:pt>
                <c:pt idx="16">
                  <c:v>197.97</c:v>
                </c:pt>
                <c:pt idx="17">
                  <c:v>131.97999999999999</c:v>
                </c:pt>
                <c:pt idx="18">
                  <c:v>165.04</c:v>
                </c:pt>
                <c:pt idx="19">
                  <c:v>169.98</c:v>
                </c:pt>
                <c:pt idx="20">
                  <c:v>169.98</c:v>
                </c:pt>
                <c:pt idx="21">
                  <c:v>254.97</c:v>
                </c:pt>
                <c:pt idx="22">
                  <c:v>169.98</c:v>
                </c:pt>
                <c:pt idx="23">
                  <c:v>158.97999999999999</c:v>
                </c:pt>
                <c:pt idx="24">
                  <c:v>131.97999999999999</c:v>
                </c:pt>
                <c:pt idx="25">
                  <c:v>169.98</c:v>
                </c:pt>
                <c:pt idx="26">
                  <c:v>190.3</c:v>
                </c:pt>
                <c:pt idx="27">
                  <c:v>131.97999999999999</c:v>
                </c:pt>
                <c:pt idx="28">
                  <c:v>263.95999999999998</c:v>
                </c:pt>
                <c:pt idx="29">
                  <c:v>240.48</c:v>
                </c:pt>
                <c:pt idx="30">
                  <c:v>169.98</c:v>
                </c:pt>
                <c:pt idx="31">
                  <c:v>197.97</c:v>
                </c:pt>
                <c:pt idx="32">
                  <c:v>199.96</c:v>
                </c:pt>
                <c:pt idx="33">
                  <c:v>145.97</c:v>
                </c:pt>
                <c:pt idx="34">
                  <c:v>131.97999999999999</c:v>
                </c:pt>
                <c:pt idx="35">
                  <c:v>229.39</c:v>
                </c:pt>
                <c:pt idx="36">
                  <c:v>263.95999999999998</c:v>
                </c:pt>
                <c:pt idx="37">
                  <c:v>169.98</c:v>
                </c:pt>
                <c:pt idx="38">
                  <c:v>199.96</c:v>
                </c:pt>
                <c:pt idx="39">
                  <c:v>354.95</c:v>
                </c:pt>
                <c:pt idx="40">
                  <c:v>216.72</c:v>
                </c:pt>
                <c:pt idx="41">
                  <c:v>55.97</c:v>
                </c:pt>
                <c:pt idx="42">
                  <c:v>131.97999999999999</c:v>
                </c:pt>
                <c:pt idx="43">
                  <c:v>169.98</c:v>
                </c:pt>
                <c:pt idx="44">
                  <c:v>169.98</c:v>
                </c:pt>
                <c:pt idx="45">
                  <c:v>131.97999999999999</c:v>
                </c:pt>
                <c:pt idx="46">
                  <c:v>341.06</c:v>
                </c:pt>
                <c:pt idx="47">
                  <c:v>160.94999999999999</c:v>
                </c:pt>
                <c:pt idx="48">
                  <c:v>131.97999999999999</c:v>
                </c:pt>
                <c:pt idx="49">
                  <c:v>263.95999999999998</c:v>
                </c:pt>
                <c:pt idx="50">
                  <c:v>74.02</c:v>
                </c:pt>
                <c:pt idx="51">
                  <c:v>263.95999999999998</c:v>
                </c:pt>
                <c:pt idx="52">
                  <c:v>169.98</c:v>
                </c:pt>
                <c:pt idx="53">
                  <c:v>254.97</c:v>
                </c:pt>
                <c:pt idx="54">
                  <c:v>159.97999999999999</c:v>
                </c:pt>
                <c:pt idx="55">
                  <c:v>238.96</c:v>
                </c:pt>
                <c:pt idx="56">
                  <c:v>197.97</c:v>
                </c:pt>
                <c:pt idx="57">
                  <c:v>254.97</c:v>
                </c:pt>
                <c:pt idx="58">
                  <c:v>254.97</c:v>
                </c:pt>
                <c:pt idx="59">
                  <c:v>437.93</c:v>
                </c:pt>
                <c:pt idx="60">
                  <c:v>456.92</c:v>
                </c:pt>
                <c:pt idx="61">
                  <c:v>335.96</c:v>
                </c:pt>
                <c:pt idx="62">
                  <c:v>433.55</c:v>
                </c:pt>
                <c:pt idx="63">
                  <c:v>408.36</c:v>
                </c:pt>
                <c:pt idx="64">
                  <c:v>339.5</c:v>
                </c:pt>
                <c:pt idx="65">
                  <c:v>433.55</c:v>
                </c:pt>
                <c:pt idx="66">
                  <c:v>357.88</c:v>
                </c:pt>
                <c:pt idx="67">
                  <c:v>362.42</c:v>
                </c:pt>
                <c:pt idx="68">
                  <c:v>408.55</c:v>
                </c:pt>
                <c:pt idx="69">
                  <c:v>429.31</c:v>
                </c:pt>
                <c:pt idx="70">
                  <c:v>348.99</c:v>
                </c:pt>
                <c:pt idx="71">
                  <c:v>288.43</c:v>
                </c:pt>
                <c:pt idx="72">
                  <c:v>453.49</c:v>
                </c:pt>
                <c:pt idx="73">
                  <c:v>192.52</c:v>
                </c:pt>
                <c:pt idx="74">
                  <c:v>339.31</c:v>
                </c:pt>
                <c:pt idx="75">
                  <c:v>157.97</c:v>
                </c:pt>
                <c:pt idx="76">
                  <c:v>243.96</c:v>
                </c:pt>
                <c:pt idx="77">
                  <c:v>395.35</c:v>
                </c:pt>
                <c:pt idx="78">
                  <c:v>430.95</c:v>
                </c:pt>
                <c:pt idx="79">
                  <c:v>447.5</c:v>
                </c:pt>
                <c:pt idx="80">
                  <c:v>339.5</c:v>
                </c:pt>
                <c:pt idx="81">
                  <c:v>433.55</c:v>
                </c:pt>
                <c:pt idx="82">
                  <c:v>339.31</c:v>
                </c:pt>
                <c:pt idx="83">
                  <c:v>305.45</c:v>
                </c:pt>
                <c:pt idx="84">
                  <c:v>304.82</c:v>
                </c:pt>
                <c:pt idx="85">
                  <c:v>908.51</c:v>
                </c:pt>
                <c:pt idx="86">
                  <c:v>798.48</c:v>
                </c:pt>
                <c:pt idx="87">
                  <c:v>834.82</c:v>
                </c:pt>
                <c:pt idx="88">
                  <c:v>772.4</c:v>
                </c:pt>
                <c:pt idx="89">
                  <c:v>659.9</c:v>
                </c:pt>
                <c:pt idx="90">
                  <c:v>799.68</c:v>
                </c:pt>
                <c:pt idx="91">
                  <c:v>343.87</c:v>
                </c:pt>
                <c:pt idx="92">
                  <c:v>852.89</c:v>
                </c:pt>
                <c:pt idx="93">
                  <c:v>854.09</c:v>
                </c:pt>
                <c:pt idx="94">
                  <c:v>908.51</c:v>
                </c:pt>
                <c:pt idx="95">
                  <c:v>303.63</c:v>
                </c:pt>
                <c:pt idx="96">
                  <c:v>42.31</c:v>
                </c:pt>
                <c:pt idx="97">
                  <c:v>799.68</c:v>
                </c:pt>
                <c:pt idx="98">
                  <c:v>814.75</c:v>
                </c:pt>
                <c:pt idx="99">
                  <c:v>88.77</c:v>
                </c:pt>
                <c:pt idx="100">
                  <c:v>163.37</c:v>
                </c:pt>
                <c:pt idx="101">
                  <c:v>68.97</c:v>
                </c:pt>
                <c:pt idx="102">
                  <c:v>238.42</c:v>
                </c:pt>
                <c:pt idx="103">
                  <c:v>95.25</c:v>
                </c:pt>
                <c:pt idx="104">
                  <c:v>90.81</c:v>
                </c:pt>
                <c:pt idx="105">
                  <c:v>150.78</c:v>
                </c:pt>
                <c:pt idx="106">
                  <c:v>119.96</c:v>
                </c:pt>
                <c:pt idx="107">
                  <c:v>114.95</c:v>
                </c:pt>
                <c:pt idx="108">
                  <c:v>114.72</c:v>
                </c:pt>
                <c:pt idx="109">
                  <c:v>191.93</c:v>
                </c:pt>
                <c:pt idx="110">
                  <c:v>151.47</c:v>
                </c:pt>
                <c:pt idx="111">
                  <c:v>238.14</c:v>
                </c:pt>
                <c:pt idx="112">
                  <c:v>77.28</c:v>
                </c:pt>
                <c:pt idx="113">
                  <c:v>151.44</c:v>
                </c:pt>
                <c:pt idx="114">
                  <c:v>169.01</c:v>
                </c:pt>
                <c:pt idx="115">
                  <c:v>137.94</c:v>
                </c:pt>
                <c:pt idx="116">
                  <c:v>151.44</c:v>
                </c:pt>
                <c:pt idx="117">
                  <c:v>102.75</c:v>
                </c:pt>
                <c:pt idx="118">
                  <c:v>151.94</c:v>
                </c:pt>
                <c:pt idx="119">
                  <c:v>178.95</c:v>
                </c:pt>
                <c:pt idx="120">
                  <c:v>138.55000000000001</c:v>
                </c:pt>
                <c:pt idx="121">
                  <c:v>156.96</c:v>
                </c:pt>
                <c:pt idx="122">
                  <c:v>89.97</c:v>
                </c:pt>
                <c:pt idx="123">
                  <c:v>130.55000000000001</c:v>
                </c:pt>
                <c:pt idx="124">
                  <c:v>191.77</c:v>
                </c:pt>
                <c:pt idx="125">
                  <c:v>123.95</c:v>
                </c:pt>
                <c:pt idx="126">
                  <c:v>123.56</c:v>
                </c:pt>
                <c:pt idx="127">
                  <c:v>59.08</c:v>
                </c:pt>
                <c:pt idx="128">
                  <c:v>119.06</c:v>
                </c:pt>
                <c:pt idx="129">
                  <c:v>66.81</c:v>
                </c:pt>
                <c:pt idx="130">
                  <c:v>89.07</c:v>
                </c:pt>
                <c:pt idx="131">
                  <c:v>90.03</c:v>
                </c:pt>
                <c:pt idx="132">
                  <c:v>112.24</c:v>
                </c:pt>
                <c:pt idx="133">
                  <c:v>66.98</c:v>
                </c:pt>
                <c:pt idx="134">
                  <c:v>68.19</c:v>
                </c:pt>
                <c:pt idx="135">
                  <c:v>89.21</c:v>
                </c:pt>
                <c:pt idx="136">
                  <c:v>89.97</c:v>
                </c:pt>
                <c:pt idx="137">
                  <c:v>100.96</c:v>
                </c:pt>
                <c:pt idx="138">
                  <c:v>69.98</c:v>
                </c:pt>
                <c:pt idx="139">
                  <c:v>151.44</c:v>
                </c:pt>
                <c:pt idx="140">
                  <c:v>151.44</c:v>
                </c:pt>
                <c:pt idx="141">
                  <c:v>68.97</c:v>
                </c:pt>
                <c:pt idx="142">
                  <c:v>83.97</c:v>
                </c:pt>
                <c:pt idx="143">
                  <c:v>122.98</c:v>
                </c:pt>
                <c:pt idx="144">
                  <c:v>176.43</c:v>
                </c:pt>
                <c:pt idx="145">
                  <c:v>446.33</c:v>
                </c:pt>
                <c:pt idx="146">
                  <c:v>151.65</c:v>
                </c:pt>
                <c:pt idx="147">
                  <c:v>90.72</c:v>
                </c:pt>
                <c:pt idx="148">
                  <c:v>74.98</c:v>
                </c:pt>
                <c:pt idx="149">
                  <c:v>127.36</c:v>
                </c:pt>
                <c:pt idx="150">
                  <c:v>104.18</c:v>
                </c:pt>
                <c:pt idx="151">
                  <c:v>98.27</c:v>
                </c:pt>
                <c:pt idx="152">
                  <c:v>130.44999999999999</c:v>
                </c:pt>
                <c:pt idx="153">
                  <c:v>127.96</c:v>
                </c:pt>
                <c:pt idx="154">
                  <c:v>119.96</c:v>
                </c:pt>
                <c:pt idx="155">
                  <c:v>119.36</c:v>
                </c:pt>
                <c:pt idx="156">
                  <c:v>250.93</c:v>
                </c:pt>
                <c:pt idx="157">
                  <c:v>130.66</c:v>
                </c:pt>
                <c:pt idx="158">
                  <c:v>108.96</c:v>
                </c:pt>
                <c:pt idx="159">
                  <c:v>257.95</c:v>
                </c:pt>
                <c:pt idx="160">
                  <c:v>164.03</c:v>
                </c:pt>
                <c:pt idx="161">
                  <c:v>84.14</c:v>
                </c:pt>
                <c:pt idx="162">
                  <c:v>252.42</c:v>
                </c:pt>
                <c:pt idx="163">
                  <c:v>332.04</c:v>
                </c:pt>
                <c:pt idx="164">
                  <c:v>254.97</c:v>
                </c:pt>
                <c:pt idx="165">
                  <c:v>251.38</c:v>
                </c:pt>
                <c:pt idx="166">
                  <c:v>174.96</c:v>
                </c:pt>
                <c:pt idx="167">
                  <c:v>81.59</c:v>
                </c:pt>
                <c:pt idx="168">
                  <c:v>136.79</c:v>
                </c:pt>
                <c:pt idx="169">
                  <c:v>329.95</c:v>
                </c:pt>
                <c:pt idx="170">
                  <c:v>76.489999999999995</c:v>
                </c:pt>
                <c:pt idx="171">
                  <c:v>134.97999999999999</c:v>
                </c:pt>
                <c:pt idx="172">
                  <c:v>78.19</c:v>
                </c:pt>
                <c:pt idx="173">
                  <c:v>197.97</c:v>
                </c:pt>
                <c:pt idx="174">
                  <c:v>273.95999999999998</c:v>
                </c:pt>
                <c:pt idx="175">
                  <c:v>263.95999999999998</c:v>
                </c:pt>
                <c:pt idx="176">
                  <c:v>144.47999999999999</c:v>
                </c:pt>
                <c:pt idx="177">
                  <c:v>252.42</c:v>
                </c:pt>
                <c:pt idx="178">
                  <c:v>323.16000000000003</c:v>
                </c:pt>
                <c:pt idx="179">
                  <c:v>249.87</c:v>
                </c:pt>
                <c:pt idx="180">
                  <c:v>76.489999999999995</c:v>
                </c:pt>
                <c:pt idx="181">
                  <c:v>318.54000000000002</c:v>
                </c:pt>
                <c:pt idx="182">
                  <c:v>83.61</c:v>
                </c:pt>
                <c:pt idx="183">
                  <c:v>254.97</c:v>
                </c:pt>
                <c:pt idx="184">
                  <c:v>115.88</c:v>
                </c:pt>
                <c:pt idx="185">
                  <c:v>254.97</c:v>
                </c:pt>
                <c:pt idx="186">
                  <c:v>169.98</c:v>
                </c:pt>
                <c:pt idx="187">
                  <c:v>329.95</c:v>
                </c:pt>
                <c:pt idx="188">
                  <c:v>389.34</c:v>
                </c:pt>
                <c:pt idx="189">
                  <c:v>282.95</c:v>
                </c:pt>
                <c:pt idx="190">
                  <c:v>453.88</c:v>
                </c:pt>
                <c:pt idx="191">
                  <c:v>348.52</c:v>
                </c:pt>
                <c:pt idx="192">
                  <c:v>502.92</c:v>
                </c:pt>
                <c:pt idx="193">
                  <c:v>485.35</c:v>
                </c:pt>
                <c:pt idx="194">
                  <c:v>421.98</c:v>
                </c:pt>
                <c:pt idx="195">
                  <c:v>527.91999999999996</c:v>
                </c:pt>
                <c:pt idx="196">
                  <c:v>537.91999999999996</c:v>
                </c:pt>
                <c:pt idx="197">
                  <c:v>414.95</c:v>
                </c:pt>
                <c:pt idx="198">
                  <c:v>547.5</c:v>
                </c:pt>
                <c:pt idx="199">
                  <c:v>71.98</c:v>
                </c:pt>
                <c:pt idx="200">
                  <c:v>509.94</c:v>
                </c:pt>
                <c:pt idx="201">
                  <c:v>395.94</c:v>
                </c:pt>
                <c:pt idx="202">
                  <c:v>426.51</c:v>
                </c:pt>
                <c:pt idx="203">
                  <c:v>417.89</c:v>
                </c:pt>
                <c:pt idx="204">
                  <c:v>317.92</c:v>
                </c:pt>
                <c:pt idx="205">
                  <c:v>423.92</c:v>
                </c:pt>
                <c:pt idx="206">
                  <c:v>161.94</c:v>
                </c:pt>
                <c:pt idx="207">
                  <c:v>254.97</c:v>
                </c:pt>
                <c:pt idx="208">
                  <c:v>252.95</c:v>
                </c:pt>
                <c:pt idx="209">
                  <c:v>286.95</c:v>
                </c:pt>
                <c:pt idx="210">
                  <c:v>265.16000000000003</c:v>
                </c:pt>
                <c:pt idx="211">
                  <c:v>356.33</c:v>
                </c:pt>
                <c:pt idx="212">
                  <c:v>307.93</c:v>
                </c:pt>
                <c:pt idx="213">
                  <c:v>445.06</c:v>
                </c:pt>
                <c:pt idx="214">
                  <c:v>303.74</c:v>
                </c:pt>
                <c:pt idx="215">
                  <c:v>348.8</c:v>
                </c:pt>
                <c:pt idx="216">
                  <c:v>347.34</c:v>
                </c:pt>
                <c:pt idx="217">
                  <c:v>329.95</c:v>
                </c:pt>
                <c:pt idx="218">
                  <c:v>363.94</c:v>
                </c:pt>
                <c:pt idx="219">
                  <c:v>256.17</c:v>
                </c:pt>
                <c:pt idx="220">
                  <c:v>436.77</c:v>
                </c:pt>
                <c:pt idx="221">
                  <c:v>363.94</c:v>
                </c:pt>
                <c:pt idx="222">
                  <c:v>289.14</c:v>
                </c:pt>
                <c:pt idx="223">
                  <c:v>393.92</c:v>
                </c:pt>
                <c:pt idx="224">
                  <c:v>265.16000000000003</c:v>
                </c:pt>
                <c:pt idx="225">
                  <c:v>426.15</c:v>
                </c:pt>
                <c:pt idx="226">
                  <c:v>250.36</c:v>
                </c:pt>
                <c:pt idx="227">
                  <c:v>254.97</c:v>
                </c:pt>
                <c:pt idx="228">
                  <c:v>254.97</c:v>
                </c:pt>
                <c:pt idx="229">
                  <c:v>254.97</c:v>
                </c:pt>
                <c:pt idx="230">
                  <c:v>304.95999999999998</c:v>
                </c:pt>
                <c:pt idx="231">
                  <c:v>477.34</c:v>
                </c:pt>
                <c:pt idx="232">
                  <c:v>221.95</c:v>
                </c:pt>
                <c:pt idx="233">
                  <c:v>424.95</c:v>
                </c:pt>
                <c:pt idx="234">
                  <c:v>326.98</c:v>
                </c:pt>
                <c:pt idx="235">
                  <c:v>332.35</c:v>
                </c:pt>
                <c:pt idx="236">
                  <c:v>489.89</c:v>
                </c:pt>
                <c:pt idx="237">
                  <c:v>532.85</c:v>
                </c:pt>
                <c:pt idx="238">
                  <c:v>411.9</c:v>
                </c:pt>
                <c:pt idx="239">
                  <c:v>455.8</c:v>
                </c:pt>
                <c:pt idx="240">
                  <c:v>419.91</c:v>
                </c:pt>
                <c:pt idx="241">
                  <c:v>420.41</c:v>
                </c:pt>
                <c:pt idx="242">
                  <c:v>479.77</c:v>
                </c:pt>
                <c:pt idx="243">
                  <c:v>299.94</c:v>
                </c:pt>
                <c:pt idx="244">
                  <c:v>293.41000000000003</c:v>
                </c:pt>
                <c:pt idx="245">
                  <c:v>559.87</c:v>
                </c:pt>
                <c:pt idx="246">
                  <c:v>499.9</c:v>
                </c:pt>
                <c:pt idx="247">
                  <c:v>361.9</c:v>
                </c:pt>
                <c:pt idx="248">
                  <c:v>437.18</c:v>
                </c:pt>
                <c:pt idx="249">
                  <c:v>293.17</c:v>
                </c:pt>
                <c:pt idx="250">
                  <c:v>514.84</c:v>
                </c:pt>
                <c:pt idx="251">
                  <c:v>380.16</c:v>
                </c:pt>
                <c:pt idx="252">
                  <c:v>450.4</c:v>
                </c:pt>
                <c:pt idx="253">
                  <c:v>252.93</c:v>
                </c:pt>
                <c:pt idx="254">
                  <c:v>599.88</c:v>
                </c:pt>
                <c:pt idx="255">
                  <c:v>329.91</c:v>
                </c:pt>
                <c:pt idx="256">
                  <c:v>186.44</c:v>
                </c:pt>
                <c:pt idx="257">
                  <c:v>415.28</c:v>
                </c:pt>
                <c:pt idx="258">
                  <c:v>340.43</c:v>
                </c:pt>
                <c:pt idx="259">
                  <c:v>355.95</c:v>
                </c:pt>
                <c:pt idx="260">
                  <c:v>254.97</c:v>
                </c:pt>
                <c:pt idx="261">
                  <c:v>169.98</c:v>
                </c:pt>
                <c:pt idx="262">
                  <c:v>254.97</c:v>
                </c:pt>
                <c:pt idx="263">
                  <c:v>169.98</c:v>
                </c:pt>
                <c:pt idx="264">
                  <c:v>237.56</c:v>
                </c:pt>
                <c:pt idx="265">
                  <c:v>263.95999999999998</c:v>
                </c:pt>
                <c:pt idx="266">
                  <c:v>13.49</c:v>
                </c:pt>
                <c:pt idx="267">
                  <c:v>185.97</c:v>
                </c:pt>
                <c:pt idx="268">
                  <c:v>270.95999999999998</c:v>
                </c:pt>
                <c:pt idx="269">
                  <c:v>387.94</c:v>
                </c:pt>
                <c:pt idx="270">
                  <c:v>263.95999999999998</c:v>
                </c:pt>
                <c:pt idx="271">
                  <c:v>262.95999999999998</c:v>
                </c:pt>
                <c:pt idx="272">
                  <c:v>397.92</c:v>
                </c:pt>
                <c:pt idx="273">
                  <c:v>311.91000000000003</c:v>
                </c:pt>
                <c:pt idx="274">
                  <c:v>270.95999999999998</c:v>
                </c:pt>
                <c:pt idx="275">
                  <c:v>156.97</c:v>
                </c:pt>
                <c:pt idx="276">
                  <c:v>355.95</c:v>
                </c:pt>
                <c:pt idx="277">
                  <c:v>246.97</c:v>
                </c:pt>
                <c:pt idx="278">
                  <c:v>270.95999999999998</c:v>
                </c:pt>
                <c:pt idx="279">
                  <c:v>270.95999999999998</c:v>
                </c:pt>
                <c:pt idx="280">
                  <c:v>262.94</c:v>
                </c:pt>
                <c:pt idx="281">
                  <c:v>270.95999999999998</c:v>
                </c:pt>
                <c:pt idx="282">
                  <c:v>270.95999999999998</c:v>
                </c:pt>
                <c:pt idx="283">
                  <c:v>254.97</c:v>
                </c:pt>
                <c:pt idx="284">
                  <c:v>339.96</c:v>
                </c:pt>
                <c:pt idx="285">
                  <c:v>263.95999999999998</c:v>
                </c:pt>
                <c:pt idx="286">
                  <c:v>330.95</c:v>
                </c:pt>
                <c:pt idx="287">
                  <c:v>309.93</c:v>
                </c:pt>
                <c:pt idx="288">
                  <c:v>336.15</c:v>
                </c:pt>
                <c:pt idx="289">
                  <c:v>189.57</c:v>
                </c:pt>
                <c:pt idx="290">
                  <c:v>181.47</c:v>
                </c:pt>
                <c:pt idx="291">
                  <c:v>321.43</c:v>
                </c:pt>
                <c:pt idx="292">
                  <c:v>235.26</c:v>
                </c:pt>
                <c:pt idx="293">
                  <c:v>206.46</c:v>
                </c:pt>
                <c:pt idx="294">
                  <c:v>216.46</c:v>
                </c:pt>
                <c:pt idx="295">
                  <c:v>174.47</c:v>
                </c:pt>
                <c:pt idx="296">
                  <c:v>219.96</c:v>
                </c:pt>
                <c:pt idx="297">
                  <c:v>216.26</c:v>
                </c:pt>
                <c:pt idx="298">
                  <c:v>199.47</c:v>
                </c:pt>
                <c:pt idx="299">
                  <c:v>196.47</c:v>
                </c:pt>
                <c:pt idx="300">
                  <c:v>199.47</c:v>
                </c:pt>
                <c:pt idx="301">
                  <c:v>391.43</c:v>
                </c:pt>
                <c:pt idx="302">
                  <c:v>199.47</c:v>
                </c:pt>
                <c:pt idx="303">
                  <c:v>197.47</c:v>
                </c:pt>
                <c:pt idx="304">
                  <c:v>212.96</c:v>
                </c:pt>
                <c:pt idx="305">
                  <c:v>196.27</c:v>
                </c:pt>
                <c:pt idx="306">
                  <c:v>211.46</c:v>
                </c:pt>
                <c:pt idx="307">
                  <c:v>221.26</c:v>
                </c:pt>
                <c:pt idx="308">
                  <c:v>220.26</c:v>
                </c:pt>
                <c:pt idx="309">
                  <c:v>216.46</c:v>
                </c:pt>
                <c:pt idx="310">
                  <c:v>214.46</c:v>
                </c:pt>
                <c:pt idx="311">
                  <c:v>189.46</c:v>
                </c:pt>
                <c:pt idx="312">
                  <c:v>215.26</c:v>
                </c:pt>
                <c:pt idx="313">
                  <c:v>201.27</c:v>
                </c:pt>
                <c:pt idx="314">
                  <c:v>189.46</c:v>
                </c:pt>
                <c:pt idx="315">
                  <c:v>200.46</c:v>
                </c:pt>
                <c:pt idx="316">
                  <c:v>199.47</c:v>
                </c:pt>
                <c:pt idx="317">
                  <c:v>-3</c:v>
                </c:pt>
                <c:pt idx="318">
                  <c:v>191.46</c:v>
                </c:pt>
                <c:pt idx="319">
                  <c:v>199.47</c:v>
                </c:pt>
                <c:pt idx="320">
                  <c:v>201.27</c:v>
                </c:pt>
                <c:pt idx="321">
                  <c:v>499.41</c:v>
                </c:pt>
                <c:pt idx="322">
                  <c:v>211.46</c:v>
                </c:pt>
                <c:pt idx="323">
                  <c:v>174.47</c:v>
                </c:pt>
                <c:pt idx="324">
                  <c:v>181.47</c:v>
                </c:pt>
                <c:pt idx="325">
                  <c:v>199.47</c:v>
                </c:pt>
                <c:pt idx="326">
                  <c:v>172.47</c:v>
                </c:pt>
                <c:pt idx="327">
                  <c:v>199.47</c:v>
                </c:pt>
                <c:pt idx="328">
                  <c:v>218.46</c:v>
                </c:pt>
                <c:pt idx="329">
                  <c:v>199.47</c:v>
                </c:pt>
                <c:pt idx="330">
                  <c:v>212.46</c:v>
                </c:pt>
                <c:pt idx="331">
                  <c:v>195.93</c:v>
                </c:pt>
                <c:pt idx="332">
                  <c:v>530.91999999999996</c:v>
                </c:pt>
                <c:pt idx="333">
                  <c:v>252.06</c:v>
                </c:pt>
                <c:pt idx="334">
                  <c:v>734.34</c:v>
                </c:pt>
                <c:pt idx="335">
                  <c:v>529.41999999999996</c:v>
                </c:pt>
                <c:pt idx="336">
                  <c:v>529.41999999999996</c:v>
                </c:pt>
                <c:pt idx="337">
                  <c:v>661.4</c:v>
                </c:pt>
                <c:pt idx="338">
                  <c:v>527.91999999999996</c:v>
                </c:pt>
                <c:pt idx="339">
                  <c:v>615.89</c:v>
                </c:pt>
                <c:pt idx="340">
                  <c:v>529.41999999999996</c:v>
                </c:pt>
                <c:pt idx="341">
                  <c:v>529.41999999999996</c:v>
                </c:pt>
                <c:pt idx="342">
                  <c:v>789.36</c:v>
                </c:pt>
                <c:pt idx="343">
                  <c:v>530.91999999999996</c:v>
                </c:pt>
                <c:pt idx="344">
                  <c:v>691.21</c:v>
                </c:pt>
                <c:pt idx="345">
                  <c:v>582.88</c:v>
                </c:pt>
                <c:pt idx="346">
                  <c:v>518.34</c:v>
                </c:pt>
                <c:pt idx="347">
                  <c:v>662.01</c:v>
                </c:pt>
                <c:pt idx="348">
                  <c:v>518.86</c:v>
                </c:pt>
                <c:pt idx="349">
                  <c:v>527.91999999999996</c:v>
                </c:pt>
                <c:pt idx="350">
                  <c:v>636.4</c:v>
                </c:pt>
                <c:pt idx="351">
                  <c:v>565.11</c:v>
                </c:pt>
                <c:pt idx="352">
                  <c:v>207.95</c:v>
                </c:pt>
                <c:pt idx="353">
                  <c:v>187.96</c:v>
                </c:pt>
                <c:pt idx="354">
                  <c:v>219.97</c:v>
                </c:pt>
                <c:pt idx="355">
                  <c:v>254.97</c:v>
                </c:pt>
                <c:pt idx="356">
                  <c:v>254.97</c:v>
                </c:pt>
                <c:pt idx="357">
                  <c:v>187.96</c:v>
                </c:pt>
                <c:pt idx="358">
                  <c:v>294.94</c:v>
                </c:pt>
                <c:pt idx="359">
                  <c:v>169.98</c:v>
                </c:pt>
                <c:pt idx="360">
                  <c:v>169.98</c:v>
                </c:pt>
                <c:pt idx="361">
                  <c:v>583.88</c:v>
                </c:pt>
                <c:pt idx="362">
                  <c:v>184.95</c:v>
                </c:pt>
                <c:pt idx="363">
                  <c:v>187.96</c:v>
                </c:pt>
                <c:pt idx="364">
                  <c:v>254.97</c:v>
                </c:pt>
                <c:pt idx="365">
                  <c:v>169.98</c:v>
                </c:pt>
                <c:pt idx="366">
                  <c:v>254.97</c:v>
                </c:pt>
                <c:pt idx="367">
                  <c:v>254.97</c:v>
                </c:pt>
                <c:pt idx="368">
                  <c:v>254.97</c:v>
                </c:pt>
                <c:pt idx="369">
                  <c:v>292.94</c:v>
                </c:pt>
                <c:pt idx="370">
                  <c:v>254.97</c:v>
                </c:pt>
                <c:pt idx="371">
                  <c:v>206.96</c:v>
                </c:pt>
                <c:pt idx="372">
                  <c:v>247.95</c:v>
                </c:pt>
                <c:pt idx="373">
                  <c:v>254.97</c:v>
                </c:pt>
                <c:pt idx="374">
                  <c:v>207.95</c:v>
                </c:pt>
                <c:pt idx="375">
                  <c:v>263.95999999999998</c:v>
                </c:pt>
                <c:pt idx="376">
                  <c:v>3.92</c:v>
                </c:pt>
                <c:pt idx="377">
                  <c:v>233.93</c:v>
                </c:pt>
                <c:pt idx="378">
                  <c:v>172.97</c:v>
                </c:pt>
                <c:pt idx="379">
                  <c:v>224.94</c:v>
                </c:pt>
                <c:pt idx="380">
                  <c:v>263.95999999999998</c:v>
                </c:pt>
                <c:pt idx="381">
                  <c:v>78.900000000000006</c:v>
                </c:pt>
                <c:pt idx="382">
                  <c:v>254.97</c:v>
                </c:pt>
                <c:pt idx="383">
                  <c:v>19.28</c:v>
                </c:pt>
                <c:pt idx="384">
                  <c:v>197.97</c:v>
                </c:pt>
                <c:pt idx="385">
                  <c:v>-9.98</c:v>
                </c:pt>
                <c:pt idx="386">
                  <c:v>272.95</c:v>
                </c:pt>
                <c:pt idx="387">
                  <c:v>254.97</c:v>
                </c:pt>
                <c:pt idx="388">
                  <c:v>264.95</c:v>
                </c:pt>
                <c:pt idx="389">
                  <c:v>272.95</c:v>
                </c:pt>
                <c:pt idx="390">
                  <c:v>221.55</c:v>
                </c:pt>
                <c:pt idx="391">
                  <c:v>254.97</c:v>
                </c:pt>
                <c:pt idx="392">
                  <c:v>659.9</c:v>
                </c:pt>
                <c:pt idx="393">
                  <c:v>119.96</c:v>
                </c:pt>
                <c:pt idx="394">
                  <c:v>339.96</c:v>
                </c:pt>
                <c:pt idx="395">
                  <c:v>611.84</c:v>
                </c:pt>
                <c:pt idx="396">
                  <c:v>119.96</c:v>
                </c:pt>
                <c:pt idx="397">
                  <c:v>339.96</c:v>
                </c:pt>
                <c:pt idx="398">
                  <c:v>99.98</c:v>
                </c:pt>
                <c:pt idx="399">
                  <c:v>339.96</c:v>
                </c:pt>
                <c:pt idx="400">
                  <c:v>169.98</c:v>
                </c:pt>
                <c:pt idx="401">
                  <c:v>263.95999999999998</c:v>
                </c:pt>
                <c:pt idx="402">
                  <c:v>169.98</c:v>
                </c:pt>
                <c:pt idx="403">
                  <c:v>659.9</c:v>
                </c:pt>
                <c:pt idx="404">
                  <c:v>849.9</c:v>
                </c:pt>
                <c:pt idx="405">
                  <c:v>59.95</c:v>
                </c:pt>
                <c:pt idx="406">
                  <c:v>169.98</c:v>
                </c:pt>
                <c:pt idx="407">
                  <c:v>169.42</c:v>
                </c:pt>
                <c:pt idx="408">
                  <c:v>679.92</c:v>
                </c:pt>
                <c:pt idx="409">
                  <c:v>149.94</c:v>
                </c:pt>
                <c:pt idx="410">
                  <c:v>191.72</c:v>
                </c:pt>
                <c:pt idx="411">
                  <c:v>339.96</c:v>
                </c:pt>
                <c:pt idx="412">
                  <c:v>149.94</c:v>
                </c:pt>
                <c:pt idx="413">
                  <c:v>375.9</c:v>
                </c:pt>
                <c:pt idx="414">
                  <c:v>764.91</c:v>
                </c:pt>
                <c:pt idx="415">
                  <c:v>159.97999999999999</c:v>
                </c:pt>
                <c:pt idx="416">
                  <c:v>199.97</c:v>
                </c:pt>
                <c:pt idx="417">
                  <c:v>187.97</c:v>
                </c:pt>
                <c:pt idx="418">
                  <c:v>126.98</c:v>
                </c:pt>
                <c:pt idx="419">
                  <c:v>137.97999999999999</c:v>
                </c:pt>
                <c:pt idx="420">
                  <c:v>224.04</c:v>
                </c:pt>
                <c:pt idx="421">
                  <c:v>137.97999999999999</c:v>
                </c:pt>
                <c:pt idx="422">
                  <c:v>159.97999999999999</c:v>
                </c:pt>
                <c:pt idx="423">
                  <c:v>235.95</c:v>
                </c:pt>
                <c:pt idx="424">
                  <c:v>209.97</c:v>
                </c:pt>
                <c:pt idx="425">
                  <c:v>126.98</c:v>
                </c:pt>
                <c:pt idx="426">
                  <c:v>129.97999999999999</c:v>
                </c:pt>
                <c:pt idx="427">
                  <c:v>159.97999999999999</c:v>
                </c:pt>
                <c:pt idx="428">
                  <c:v>51.96</c:v>
                </c:pt>
                <c:pt idx="429">
                  <c:v>159.97999999999999</c:v>
                </c:pt>
                <c:pt idx="430">
                  <c:v>140.97</c:v>
                </c:pt>
                <c:pt idx="431">
                  <c:v>209.97</c:v>
                </c:pt>
                <c:pt idx="432">
                  <c:v>159.97999999999999</c:v>
                </c:pt>
                <c:pt idx="433">
                  <c:v>163.97</c:v>
                </c:pt>
                <c:pt idx="434">
                  <c:v>99.98</c:v>
                </c:pt>
                <c:pt idx="435">
                  <c:v>209.97</c:v>
                </c:pt>
                <c:pt idx="436">
                  <c:v>199.97</c:v>
                </c:pt>
                <c:pt idx="437">
                  <c:v>199.35</c:v>
                </c:pt>
                <c:pt idx="438">
                  <c:v>209.97</c:v>
                </c:pt>
                <c:pt idx="439">
                  <c:v>140.97</c:v>
                </c:pt>
                <c:pt idx="440">
                  <c:v>149.97999999999999</c:v>
                </c:pt>
                <c:pt idx="441">
                  <c:v>126.98</c:v>
                </c:pt>
                <c:pt idx="442">
                  <c:v>159.97999999999999</c:v>
                </c:pt>
                <c:pt idx="443">
                  <c:v>140.97</c:v>
                </c:pt>
                <c:pt idx="444">
                  <c:v>209.97</c:v>
                </c:pt>
                <c:pt idx="445">
                  <c:v>209.97</c:v>
                </c:pt>
                <c:pt idx="446">
                  <c:v>209.97</c:v>
                </c:pt>
                <c:pt idx="447">
                  <c:v>191.95</c:v>
                </c:pt>
                <c:pt idx="448">
                  <c:v>79.98</c:v>
                </c:pt>
                <c:pt idx="449">
                  <c:v>116.98</c:v>
                </c:pt>
                <c:pt idx="450">
                  <c:v>129.97999999999999</c:v>
                </c:pt>
                <c:pt idx="451">
                  <c:v>126.98</c:v>
                </c:pt>
                <c:pt idx="452">
                  <c:v>209.97</c:v>
                </c:pt>
                <c:pt idx="453">
                  <c:v>49.92</c:v>
                </c:pt>
                <c:pt idx="454">
                  <c:v>79.989999999999995</c:v>
                </c:pt>
                <c:pt idx="455">
                  <c:v>149.97999999999999</c:v>
                </c:pt>
                <c:pt idx="456">
                  <c:v>159.97999999999999</c:v>
                </c:pt>
                <c:pt idx="457">
                  <c:v>127.98</c:v>
                </c:pt>
                <c:pt idx="458">
                  <c:v>209.97</c:v>
                </c:pt>
                <c:pt idx="459">
                  <c:v>209.97</c:v>
                </c:pt>
                <c:pt idx="460">
                  <c:v>165.97</c:v>
                </c:pt>
                <c:pt idx="461">
                  <c:v>126.98</c:v>
                </c:pt>
                <c:pt idx="462">
                  <c:v>159.97999999999999</c:v>
                </c:pt>
                <c:pt idx="463">
                  <c:v>151.97</c:v>
                </c:pt>
                <c:pt idx="464">
                  <c:v>116.98</c:v>
                </c:pt>
                <c:pt idx="465">
                  <c:v>159.97999999999999</c:v>
                </c:pt>
                <c:pt idx="466">
                  <c:v>501.34</c:v>
                </c:pt>
                <c:pt idx="467">
                  <c:v>273.87</c:v>
                </c:pt>
                <c:pt idx="468">
                  <c:v>65.989999999999995</c:v>
                </c:pt>
                <c:pt idx="469">
                  <c:v>339.96</c:v>
                </c:pt>
                <c:pt idx="470">
                  <c:v>557.9</c:v>
                </c:pt>
                <c:pt idx="471">
                  <c:v>1393.06</c:v>
                </c:pt>
                <c:pt idx="472">
                  <c:v>189.16</c:v>
                </c:pt>
                <c:pt idx="473">
                  <c:v>834.91</c:v>
                </c:pt>
                <c:pt idx="474">
                  <c:v>247.24</c:v>
                </c:pt>
                <c:pt idx="475">
                  <c:v>-1.2</c:v>
                </c:pt>
                <c:pt idx="476">
                  <c:v>710.84</c:v>
                </c:pt>
                <c:pt idx="477">
                  <c:v>819.86</c:v>
                </c:pt>
                <c:pt idx="478">
                  <c:v>1007.82</c:v>
                </c:pt>
                <c:pt idx="479">
                  <c:v>424.85</c:v>
                </c:pt>
                <c:pt idx="480">
                  <c:v>399.95</c:v>
                </c:pt>
                <c:pt idx="481">
                  <c:v>399.95</c:v>
                </c:pt>
                <c:pt idx="482">
                  <c:v>399.95</c:v>
                </c:pt>
                <c:pt idx="483">
                  <c:v>319.89999999999998</c:v>
                </c:pt>
                <c:pt idx="484">
                  <c:v>66.25</c:v>
                </c:pt>
                <c:pt idx="485">
                  <c:v>524.85</c:v>
                </c:pt>
                <c:pt idx="486">
                  <c:v>359.9</c:v>
                </c:pt>
                <c:pt idx="487">
                  <c:v>419.9</c:v>
                </c:pt>
                <c:pt idx="488">
                  <c:v>459.9</c:v>
                </c:pt>
                <c:pt idx="489">
                  <c:v>459.9</c:v>
                </c:pt>
                <c:pt idx="490">
                  <c:v>419.9</c:v>
                </c:pt>
                <c:pt idx="491">
                  <c:v>459.9</c:v>
                </c:pt>
                <c:pt idx="492">
                  <c:v>401.25</c:v>
                </c:pt>
                <c:pt idx="493">
                  <c:v>359.9</c:v>
                </c:pt>
                <c:pt idx="494">
                  <c:v>359.9</c:v>
                </c:pt>
                <c:pt idx="495">
                  <c:v>451.91</c:v>
                </c:pt>
                <c:pt idx="496">
                  <c:v>459.9</c:v>
                </c:pt>
                <c:pt idx="497">
                  <c:v>451.91</c:v>
                </c:pt>
                <c:pt idx="498">
                  <c:v>399.95</c:v>
                </c:pt>
                <c:pt idx="499">
                  <c:v>459.9</c:v>
                </c:pt>
                <c:pt idx="500">
                  <c:v>359.9</c:v>
                </c:pt>
                <c:pt idx="501">
                  <c:v>429.9</c:v>
                </c:pt>
                <c:pt idx="502">
                  <c:v>71.430000000000007</c:v>
                </c:pt>
                <c:pt idx="503">
                  <c:v>214.06</c:v>
                </c:pt>
                <c:pt idx="504">
                  <c:v>100.98</c:v>
                </c:pt>
                <c:pt idx="505">
                  <c:v>84.99</c:v>
                </c:pt>
                <c:pt idx="506">
                  <c:v>169.98</c:v>
                </c:pt>
                <c:pt idx="507">
                  <c:v>253.96</c:v>
                </c:pt>
                <c:pt idx="508">
                  <c:v>168.56</c:v>
                </c:pt>
                <c:pt idx="509">
                  <c:v>84.99</c:v>
                </c:pt>
                <c:pt idx="510">
                  <c:v>84.99</c:v>
                </c:pt>
                <c:pt idx="511">
                  <c:v>118.2</c:v>
                </c:pt>
                <c:pt idx="512">
                  <c:v>121.97</c:v>
                </c:pt>
                <c:pt idx="513">
                  <c:v>60.98</c:v>
                </c:pt>
                <c:pt idx="514">
                  <c:v>79.959999999999994</c:v>
                </c:pt>
                <c:pt idx="515">
                  <c:v>170.96</c:v>
                </c:pt>
                <c:pt idx="516">
                  <c:v>119.97</c:v>
                </c:pt>
                <c:pt idx="517">
                  <c:v>179.12</c:v>
                </c:pt>
                <c:pt idx="518">
                  <c:v>235.95</c:v>
                </c:pt>
                <c:pt idx="519">
                  <c:v>84.99</c:v>
                </c:pt>
                <c:pt idx="520">
                  <c:v>53.97</c:v>
                </c:pt>
                <c:pt idx="521">
                  <c:v>226.94</c:v>
                </c:pt>
                <c:pt idx="522">
                  <c:v>196.95</c:v>
                </c:pt>
                <c:pt idx="523">
                  <c:v>113.15</c:v>
                </c:pt>
                <c:pt idx="524">
                  <c:v>114.98</c:v>
                </c:pt>
                <c:pt idx="525">
                  <c:v>113.86</c:v>
                </c:pt>
                <c:pt idx="526">
                  <c:v>122.97</c:v>
                </c:pt>
                <c:pt idx="527">
                  <c:v>84.99</c:v>
                </c:pt>
                <c:pt idx="528">
                  <c:v>138.46</c:v>
                </c:pt>
                <c:pt idx="529">
                  <c:v>237.96</c:v>
                </c:pt>
                <c:pt idx="530">
                  <c:v>271.83999999999997</c:v>
                </c:pt>
                <c:pt idx="531">
                  <c:v>84.99</c:v>
                </c:pt>
                <c:pt idx="532">
                  <c:v>183.95</c:v>
                </c:pt>
                <c:pt idx="533">
                  <c:v>238.96</c:v>
                </c:pt>
                <c:pt idx="534">
                  <c:v>187.32</c:v>
                </c:pt>
                <c:pt idx="535">
                  <c:v>100.98</c:v>
                </c:pt>
                <c:pt idx="536">
                  <c:v>84.99</c:v>
                </c:pt>
                <c:pt idx="537">
                  <c:v>172.95</c:v>
                </c:pt>
                <c:pt idx="538">
                  <c:v>173.94</c:v>
                </c:pt>
                <c:pt idx="539">
                  <c:v>114.98</c:v>
                </c:pt>
                <c:pt idx="540">
                  <c:v>155.97</c:v>
                </c:pt>
                <c:pt idx="541">
                  <c:v>84.99</c:v>
                </c:pt>
                <c:pt idx="542">
                  <c:v>75.650000000000006</c:v>
                </c:pt>
                <c:pt idx="543">
                  <c:v>167.97</c:v>
                </c:pt>
                <c:pt idx="544">
                  <c:v>244.54</c:v>
                </c:pt>
                <c:pt idx="545">
                  <c:v>215.95</c:v>
                </c:pt>
                <c:pt idx="546">
                  <c:v>103.98</c:v>
                </c:pt>
                <c:pt idx="547">
                  <c:v>339.96</c:v>
                </c:pt>
                <c:pt idx="548">
                  <c:v>310.52</c:v>
                </c:pt>
                <c:pt idx="549">
                  <c:v>197.95</c:v>
                </c:pt>
                <c:pt idx="550">
                  <c:v>254.97</c:v>
                </c:pt>
                <c:pt idx="551">
                  <c:v>339.96</c:v>
                </c:pt>
                <c:pt idx="552">
                  <c:v>509.94</c:v>
                </c:pt>
                <c:pt idx="553">
                  <c:v>254.97</c:v>
                </c:pt>
                <c:pt idx="554">
                  <c:v>121.98</c:v>
                </c:pt>
                <c:pt idx="555">
                  <c:v>509.94</c:v>
                </c:pt>
                <c:pt idx="556">
                  <c:v>255.66</c:v>
                </c:pt>
                <c:pt idx="557">
                  <c:v>169.98</c:v>
                </c:pt>
                <c:pt idx="558">
                  <c:v>339.96</c:v>
                </c:pt>
                <c:pt idx="559">
                  <c:v>272.95999999999998</c:v>
                </c:pt>
                <c:pt idx="560">
                  <c:v>254.97</c:v>
                </c:pt>
                <c:pt idx="561">
                  <c:v>263.95999999999998</c:v>
                </c:pt>
                <c:pt idx="562">
                  <c:v>172.97</c:v>
                </c:pt>
                <c:pt idx="563">
                  <c:v>254.97</c:v>
                </c:pt>
                <c:pt idx="564">
                  <c:v>254.97</c:v>
                </c:pt>
                <c:pt idx="565">
                  <c:v>136.76</c:v>
                </c:pt>
                <c:pt idx="566">
                  <c:v>197.97</c:v>
                </c:pt>
                <c:pt idx="567">
                  <c:v>155.97</c:v>
                </c:pt>
                <c:pt idx="568">
                  <c:v>339.96</c:v>
                </c:pt>
                <c:pt idx="569">
                  <c:v>334.95</c:v>
                </c:pt>
                <c:pt idx="570">
                  <c:v>254.97</c:v>
                </c:pt>
                <c:pt idx="571">
                  <c:v>121.98</c:v>
                </c:pt>
                <c:pt idx="572">
                  <c:v>254.97</c:v>
                </c:pt>
                <c:pt idx="573">
                  <c:v>254.97</c:v>
                </c:pt>
                <c:pt idx="574">
                  <c:v>197.97</c:v>
                </c:pt>
                <c:pt idx="575">
                  <c:v>249.26</c:v>
                </c:pt>
                <c:pt idx="576">
                  <c:v>375.94</c:v>
                </c:pt>
                <c:pt idx="577">
                  <c:v>339.96</c:v>
                </c:pt>
                <c:pt idx="578">
                  <c:v>263.95999999999998</c:v>
                </c:pt>
                <c:pt idx="579">
                  <c:v>169.98</c:v>
                </c:pt>
                <c:pt idx="580">
                  <c:v>242.96</c:v>
                </c:pt>
                <c:pt idx="581">
                  <c:v>329.95</c:v>
                </c:pt>
                <c:pt idx="582">
                  <c:v>254.97</c:v>
                </c:pt>
                <c:pt idx="583">
                  <c:v>254.97</c:v>
                </c:pt>
                <c:pt idx="584">
                  <c:v>339.96</c:v>
                </c:pt>
                <c:pt idx="585">
                  <c:v>339.96</c:v>
                </c:pt>
                <c:pt idx="586">
                  <c:v>197.97</c:v>
                </c:pt>
                <c:pt idx="587">
                  <c:v>254.97</c:v>
                </c:pt>
                <c:pt idx="588">
                  <c:v>263.95999999999998</c:v>
                </c:pt>
                <c:pt idx="589">
                  <c:v>339.96</c:v>
                </c:pt>
                <c:pt idx="590">
                  <c:v>272.95999999999998</c:v>
                </c:pt>
                <c:pt idx="591">
                  <c:v>129.85</c:v>
                </c:pt>
                <c:pt idx="592">
                  <c:v>106.37</c:v>
                </c:pt>
                <c:pt idx="593">
                  <c:v>102.06</c:v>
                </c:pt>
                <c:pt idx="594">
                  <c:v>108.75</c:v>
                </c:pt>
                <c:pt idx="595">
                  <c:v>107.45</c:v>
                </c:pt>
                <c:pt idx="596">
                  <c:v>89.05</c:v>
                </c:pt>
                <c:pt idx="597">
                  <c:v>121.36</c:v>
                </c:pt>
                <c:pt idx="598">
                  <c:v>83.6</c:v>
                </c:pt>
                <c:pt idx="599">
                  <c:v>89.95</c:v>
                </c:pt>
                <c:pt idx="600">
                  <c:v>106.37</c:v>
                </c:pt>
                <c:pt idx="601">
                  <c:v>110.31</c:v>
                </c:pt>
                <c:pt idx="602">
                  <c:v>106.37</c:v>
                </c:pt>
                <c:pt idx="603">
                  <c:v>107.45</c:v>
                </c:pt>
                <c:pt idx="604">
                  <c:v>136</c:v>
                </c:pt>
                <c:pt idx="605">
                  <c:v>91.33</c:v>
                </c:pt>
                <c:pt idx="606">
                  <c:v>106.37</c:v>
                </c:pt>
                <c:pt idx="607">
                  <c:v>107.45</c:v>
                </c:pt>
                <c:pt idx="608">
                  <c:v>106.37</c:v>
                </c:pt>
                <c:pt idx="609">
                  <c:v>106.37</c:v>
                </c:pt>
                <c:pt idx="610">
                  <c:v>106.37</c:v>
                </c:pt>
                <c:pt idx="611">
                  <c:v>89.1</c:v>
                </c:pt>
                <c:pt idx="612">
                  <c:v>106.37</c:v>
                </c:pt>
                <c:pt idx="613">
                  <c:v>57.08</c:v>
                </c:pt>
                <c:pt idx="614">
                  <c:v>89.95</c:v>
                </c:pt>
                <c:pt idx="615">
                  <c:v>107.45</c:v>
                </c:pt>
                <c:pt idx="616">
                  <c:v>105</c:v>
                </c:pt>
                <c:pt idx="617">
                  <c:v>90.93</c:v>
                </c:pt>
                <c:pt idx="618">
                  <c:v>89.23</c:v>
                </c:pt>
                <c:pt idx="619">
                  <c:v>89.05</c:v>
                </c:pt>
                <c:pt idx="620">
                  <c:v>107.45</c:v>
                </c:pt>
                <c:pt idx="621">
                  <c:v>106.37</c:v>
                </c:pt>
                <c:pt idx="622">
                  <c:v>107.45</c:v>
                </c:pt>
                <c:pt idx="623">
                  <c:v>107.45</c:v>
                </c:pt>
                <c:pt idx="624">
                  <c:v>106.37</c:v>
                </c:pt>
                <c:pt idx="625">
                  <c:v>106.37</c:v>
                </c:pt>
                <c:pt idx="626">
                  <c:v>115.49</c:v>
                </c:pt>
                <c:pt idx="627">
                  <c:v>45.51</c:v>
                </c:pt>
                <c:pt idx="628">
                  <c:v>106.37</c:v>
                </c:pt>
                <c:pt idx="629">
                  <c:v>89.05</c:v>
                </c:pt>
                <c:pt idx="630">
                  <c:v>106.37</c:v>
                </c:pt>
                <c:pt idx="631">
                  <c:v>100.39</c:v>
                </c:pt>
                <c:pt idx="632">
                  <c:v>88.57</c:v>
                </c:pt>
                <c:pt idx="633">
                  <c:v>106.54</c:v>
                </c:pt>
                <c:pt idx="634">
                  <c:v>45.26</c:v>
                </c:pt>
                <c:pt idx="635">
                  <c:v>106.14</c:v>
                </c:pt>
                <c:pt idx="636">
                  <c:v>107.45</c:v>
                </c:pt>
                <c:pt idx="637">
                  <c:v>128.94</c:v>
                </c:pt>
                <c:pt idx="638">
                  <c:v>106.37</c:v>
                </c:pt>
                <c:pt idx="639">
                  <c:v>106.37</c:v>
                </c:pt>
                <c:pt idx="640">
                  <c:v>87.1</c:v>
                </c:pt>
                <c:pt idx="641">
                  <c:v>89.05</c:v>
                </c:pt>
                <c:pt idx="642">
                  <c:v>101.21</c:v>
                </c:pt>
                <c:pt idx="643">
                  <c:v>107.45</c:v>
                </c:pt>
                <c:pt idx="644">
                  <c:v>136.97999999999999</c:v>
                </c:pt>
                <c:pt idx="645">
                  <c:v>89.05</c:v>
                </c:pt>
                <c:pt idx="646">
                  <c:v>105.3</c:v>
                </c:pt>
                <c:pt idx="647">
                  <c:v>89.05</c:v>
                </c:pt>
                <c:pt idx="648">
                  <c:v>129.36000000000001</c:v>
                </c:pt>
                <c:pt idx="649">
                  <c:v>89.05</c:v>
                </c:pt>
                <c:pt idx="650">
                  <c:v>70.66</c:v>
                </c:pt>
                <c:pt idx="651">
                  <c:v>107.45</c:v>
                </c:pt>
                <c:pt idx="652">
                  <c:v>84.35</c:v>
                </c:pt>
                <c:pt idx="653">
                  <c:v>63.9</c:v>
                </c:pt>
                <c:pt idx="654">
                  <c:v>106.37</c:v>
                </c:pt>
                <c:pt idx="655">
                  <c:v>56.13</c:v>
                </c:pt>
                <c:pt idx="656">
                  <c:v>89.05</c:v>
                </c:pt>
                <c:pt idx="657">
                  <c:v>106.37</c:v>
                </c:pt>
                <c:pt idx="658">
                  <c:v>104.37</c:v>
                </c:pt>
                <c:pt idx="659">
                  <c:v>89.05</c:v>
                </c:pt>
                <c:pt idx="660">
                  <c:v>89.95</c:v>
                </c:pt>
                <c:pt idx="661">
                  <c:v>102.32</c:v>
                </c:pt>
                <c:pt idx="662">
                  <c:v>97.07</c:v>
                </c:pt>
                <c:pt idx="663">
                  <c:v>46.27</c:v>
                </c:pt>
                <c:pt idx="664">
                  <c:v>74.94</c:v>
                </c:pt>
                <c:pt idx="665">
                  <c:v>107.45</c:v>
                </c:pt>
                <c:pt idx="666">
                  <c:v>107.45</c:v>
                </c:pt>
                <c:pt idx="667">
                  <c:v>106.37</c:v>
                </c:pt>
                <c:pt idx="668">
                  <c:v>106.37</c:v>
                </c:pt>
                <c:pt idx="669">
                  <c:v>89.95</c:v>
                </c:pt>
                <c:pt idx="670">
                  <c:v>106.8</c:v>
                </c:pt>
                <c:pt idx="671">
                  <c:v>84.38</c:v>
                </c:pt>
                <c:pt idx="672">
                  <c:v>107.45</c:v>
                </c:pt>
                <c:pt idx="673">
                  <c:v>143.93</c:v>
                </c:pt>
                <c:pt idx="674">
                  <c:v>84.1</c:v>
                </c:pt>
                <c:pt idx="675">
                  <c:v>104.94</c:v>
                </c:pt>
                <c:pt idx="676">
                  <c:v>99.79</c:v>
                </c:pt>
                <c:pt idx="677">
                  <c:v>107.45</c:v>
                </c:pt>
                <c:pt idx="678">
                  <c:v>107.45</c:v>
                </c:pt>
                <c:pt idx="679">
                  <c:v>106.37</c:v>
                </c:pt>
                <c:pt idx="680">
                  <c:v>104.94</c:v>
                </c:pt>
                <c:pt idx="681">
                  <c:v>106.37</c:v>
                </c:pt>
                <c:pt idx="682">
                  <c:v>106.37</c:v>
                </c:pt>
                <c:pt idx="683">
                  <c:v>89.72</c:v>
                </c:pt>
                <c:pt idx="684">
                  <c:v>106.59</c:v>
                </c:pt>
                <c:pt idx="685">
                  <c:v>84.1</c:v>
                </c:pt>
                <c:pt idx="686">
                  <c:v>107.28</c:v>
                </c:pt>
                <c:pt idx="687">
                  <c:v>84.88</c:v>
                </c:pt>
                <c:pt idx="688">
                  <c:v>106.55</c:v>
                </c:pt>
                <c:pt idx="689">
                  <c:v>89.05</c:v>
                </c:pt>
                <c:pt idx="690">
                  <c:v>107.45</c:v>
                </c:pt>
                <c:pt idx="691">
                  <c:v>106.37</c:v>
                </c:pt>
                <c:pt idx="692">
                  <c:v>258.45</c:v>
                </c:pt>
                <c:pt idx="693">
                  <c:v>265.45999999999998</c:v>
                </c:pt>
                <c:pt idx="694">
                  <c:v>263.95999999999998</c:v>
                </c:pt>
                <c:pt idx="695">
                  <c:v>265.26</c:v>
                </c:pt>
                <c:pt idx="696">
                  <c:v>319.42</c:v>
                </c:pt>
                <c:pt idx="697">
                  <c:v>79.98</c:v>
                </c:pt>
                <c:pt idx="698">
                  <c:v>293.94</c:v>
                </c:pt>
                <c:pt idx="699">
                  <c:v>278.95</c:v>
                </c:pt>
                <c:pt idx="700">
                  <c:v>323.94</c:v>
                </c:pt>
                <c:pt idx="701">
                  <c:v>265.45999999999998</c:v>
                </c:pt>
                <c:pt idx="702">
                  <c:v>184.26</c:v>
                </c:pt>
                <c:pt idx="703">
                  <c:v>265.45999999999998</c:v>
                </c:pt>
                <c:pt idx="704">
                  <c:v>312.42</c:v>
                </c:pt>
                <c:pt idx="705">
                  <c:v>269.45</c:v>
                </c:pt>
                <c:pt idx="706">
                  <c:v>325.44</c:v>
                </c:pt>
                <c:pt idx="707">
                  <c:v>263.44</c:v>
                </c:pt>
                <c:pt idx="708">
                  <c:v>194.45</c:v>
                </c:pt>
                <c:pt idx="709">
                  <c:v>59.96</c:v>
                </c:pt>
                <c:pt idx="710">
                  <c:v>395.94</c:v>
                </c:pt>
                <c:pt idx="711">
                  <c:v>339.96</c:v>
                </c:pt>
                <c:pt idx="712">
                  <c:v>395.94</c:v>
                </c:pt>
                <c:pt idx="713">
                  <c:v>314.95999999999998</c:v>
                </c:pt>
                <c:pt idx="714">
                  <c:v>342.82</c:v>
                </c:pt>
                <c:pt idx="715">
                  <c:v>329.84</c:v>
                </c:pt>
                <c:pt idx="716">
                  <c:v>328.83</c:v>
                </c:pt>
                <c:pt idx="717">
                  <c:v>54.99</c:v>
                </c:pt>
                <c:pt idx="718">
                  <c:v>226.14</c:v>
                </c:pt>
                <c:pt idx="719">
                  <c:v>54.97</c:v>
                </c:pt>
                <c:pt idx="720">
                  <c:v>339.96</c:v>
                </c:pt>
                <c:pt idx="721">
                  <c:v>431.45</c:v>
                </c:pt>
                <c:pt idx="722">
                  <c:v>339.96</c:v>
                </c:pt>
                <c:pt idx="723">
                  <c:v>377.94</c:v>
                </c:pt>
                <c:pt idx="724">
                  <c:v>17.29</c:v>
                </c:pt>
                <c:pt idx="725">
                  <c:v>639.9</c:v>
                </c:pt>
                <c:pt idx="726">
                  <c:v>339.96</c:v>
                </c:pt>
                <c:pt idx="727">
                  <c:v>339.96</c:v>
                </c:pt>
                <c:pt idx="728">
                  <c:v>428.32</c:v>
                </c:pt>
                <c:pt idx="729">
                  <c:v>83.28</c:v>
                </c:pt>
                <c:pt idx="730">
                  <c:v>329.95</c:v>
                </c:pt>
                <c:pt idx="731">
                  <c:v>56.97</c:v>
                </c:pt>
                <c:pt idx="732">
                  <c:v>263.95999999999998</c:v>
                </c:pt>
                <c:pt idx="733">
                  <c:v>1055.6500000000001</c:v>
                </c:pt>
                <c:pt idx="734">
                  <c:v>396.18</c:v>
                </c:pt>
                <c:pt idx="735">
                  <c:v>593.91</c:v>
                </c:pt>
                <c:pt idx="736">
                  <c:v>361.28</c:v>
                </c:pt>
                <c:pt idx="737">
                  <c:v>51.96</c:v>
                </c:pt>
                <c:pt idx="738">
                  <c:v>1177.8599999999999</c:v>
                </c:pt>
                <c:pt idx="739">
                  <c:v>1199.7</c:v>
                </c:pt>
                <c:pt idx="740">
                  <c:v>550.28</c:v>
                </c:pt>
                <c:pt idx="741">
                  <c:v>197.97</c:v>
                </c:pt>
                <c:pt idx="742">
                  <c:v>402.45</c:v>
                </c:pt>
                <c:pt idx="743">
                  <c:v>84.99</c:v>
                </c:pt>
                <c:pt idx="744">
                  <c:v>84.99</c:v>
                </c:pt>
                <c:pt idx="745">
                  <c:v>54.98</c:v>
                </c:pt>
                <c:pt idx="746">
                  <c:v>84.99</c:v>
                </c:pt>
                <c:pt idx="747">
                  <c:v>65.989999999999995</c:v>
                </c:pt>
                <c:pt idx="748">
                  <c:v>71.989999999999995</c:v>
                </c:pt>
                <c:pt idx="749">
                  <c:v>71.989999999999995</c:v>
                </c:pt>
                <c:pt idx="750">
                  <c:v>65.989999999999995</c:v>
                </c:pt>
                <c:pt idx="751">
                  <c:v>70.989999999999995</c:v>
                </c:pt>
                <c:pt idx="752">
                  <c:v>70.989999999999995</c:v>
                </c:pt>
                <c:pt idx="753">
                  <c:v>54.98</c:v>
                </c:pt>
                <c:pt idx="754">
                  <c:v>84.99</c:v>
                </c:pt>
                <c:pt idx="755">
                  <c:v>84.99</c:v>
                </c:pt>
                <c:pt idx="756">
                  <c:v>54.98</c:v>
                </c:pt>
                <c:pt idx="757">
                  <c:v>54.98</c:v>
                </c:pt>
                <c:pt idx="758">
                  <c:v>84.99</c:v>
                </c:pt>
                <c:pt idx="759">
                  <c:v>84.99</c:v>
                </c:pt>
                <c:pt idx="760">
                  <c:v>32</c:v>
                </c:pt>
                <c:pt idx="761">
                  <c:v>32</c:v>
                </c:pt>
                <c:pt idx="762">
                  <c:v>84.99</c:v>
                </c:pt>
                <c:pt idx="763">
                  <c:v>84.99</c:v>
                </c:pt>
                <c:pt idx="764">
                  <c:v>84.99</c:v>
                </c:pt>
                <c:pt idx="765">
                  <c:v>84.99</c:v>
                </c:pt>
                <c:pt idx="766">
                  <c:v>65.989999999999995</c:v>
                </c:pt>
                <c:pt idx="767">
                  <c:v>65.989999999999995</c:v>
                </c:pt>
                <c:pt idx="768">
                  <c:v>68.989999999999995</c:v>
                </c:pt>
                <c:pt idx="769">
                  <c:v>10</c:v>
                </c:pt>
                <c:pt idx="770">
                  <c:v>68.989999999999995</c:v>
                </c:pt>
                <c:pt idx="771">
                  <c:v>84.99</c:v>
                </c:pt>
                <c:pt idx="772">
                  <c:v>84.99</c:v>
                </c:pt>
                <c:pt idx="773">
                  <c:v>84.99</c:v>
                </c:pt>
                <c:pt idx="774">
                  <c:v>84.99</c:v>
                </c:pt>
                <c:pt idx="775">
                  <c:v>84.99</c:v>
                </c:pt>
                <c:pt idx="776">
                  <c:v>68.989999999999995</c:v>
                </c:pt>
                <c:pt idx="777">
                  <c:v>76.989999999999995</c:v>
                </c:pt>
                <c:pt idx="778">
                  <c:v>76.989999999999995</c:v>
                </c:pt>
                <c:pt idx="779">
                  <c:v>68.989999999999995</c:v>
                </c:pt>
                <c:pt idx="780">
                  <c:v>65.989999999999995</c:v>
                </c:pt>
                <c:pt idx="781">
                  <c:v>64.989999999999995</c:v>
                </c:pt>
                <c:pt idx="782">
                  <c:v>64.989999999999995</c:v>
                </c:pt>
                <c:pt idx="783">
                  <c:v>65.989999999999995</c:v>
                </c:pt>
                <c:pt idx="784">
                  <c:v>84.99</c:v>
                </c:pt>
                <c:pt idx="785">
                  <c:v>84.99</c:v>
                </c:pt>
                <c:pt idx="786">
                  <c:v>10</c:v>
                </c:pt>
                <c:pt idx="787">
                  <c:v>65.989999999999995</c:v>
                </c:pt>
                <c:pt idx="788">
                  <c:v>91.68</c:v>
                </c:pt>
                <c:pt idx="789">
                  <c:v>91.68</c:v>
                </c:pt>
                <c:pt idx="790">
                  <c:v>84.99</c:v>
                </c:pt>
                <c:pt idx="791">
                  <c:v>79.33</c:v>
                </c:pt>
                <c:pt idx="792">
                  <c:v>79.33</c:v>
                </c:pt>
                <c:pt idx="793">
                  <c:v>65.989999999999995</c:v>
                </c:pt>
                <c:pt idx="794">
                  <c:v>65.989999999999995</c:v>
                </c:pt>
                <c:pt idx="795">
                  <c:v>84.99</c:v>
                </c:pt>
                <c:pt idx="796">
                  <c:v>84.99</c:v>
                </c:pt>
                <c:pt idx="797">
                  <c:v>84.99</c:v>
                </c:pt>
                <c:pt idx="798">
                  <c:v>84.99</c:v>
                </c:pt>
                <c:pt idx="799">
                  <c:v>51.29</c:v>
                </c:pt>
                <c:pt idx="800">
                  <c:v>51.29</c:v>
                </c:pt>
                <c:pt idx="801">
                  <c:v>65.989999999999995</c:v>
                </c:pt>
                <c:pt idx="802">
                  <c:v>84.99</c:v>
                </c:pt>
                <c:pt idx="803">
                  <c:v>84.99</c:v>
                </c:pt>
                <c:pt idx="804">
                  <c:v>64.790000000000006</c:v>
                </c:pt>
                <c:pt idx="805">
                  <c:v>65.33</c:v>
                </c:pt>
                <c:pt idx="806">
                  <c:v>64.790000000000006</c:v>
                </c:pt>
                <c:pt idx="807">
                  <c:v>65.33</c:v>
                </c:pt>
                <c:pt idx="808">
                  <c:v>65.989999999999995</c:v>
                </c:pt>
                <c:pt idx="809">
                  <c:v>84.99</c:v>
                </c:pt>
                <c:pt idx="810">
                  <c:v>74.989999999999995</c:v>
                </c:pt>
                <c:pt idx="811">
                  <c:v>84.99</c:v>
                </c:pt>
                <c:pt idx="812">
                  <c:v>74.989999999999995</c:v>
                </c:pt>
                <c:pt idx="813">
                  <c:v>65.989999999999995</c:v>
                </c:pt>
                <c:pt idx="814">
                  <c:v>84.99</c:v>
                </c:pt>
                <c:pt idx="815">
                  <c:v>84.99</c:v>
                </c:pt>
                <c:pt idx="816">
                  <c:v>84.99</c:v>
                </c:pt>
                <c:pt idx="817">
                  <c:v>68.989999999999995</c:v>
                </c:pt>
                <c:pt idx="818">
                  <c:v>84.99</c:v>
                </c:pt>
                <c:pt idx="819">
                  <c:v>84.99</c:v>
                </c:pt>
                <c:pt idx="820">
                  <c:v>65.989999999999995</c:v>
                </c:pt>
                <c:pt idx="821">
                  <c:v>56.23</c:v>
                </c:pt>
                <c:pt idx="822">
                  <c:v>65.989999999999995</c:v>
                </c:pt>
                <c:pt idx="823">
                  <c:v>56.23</c:v>
                </c:pt>
                <c:pt idx="824">
                  <c:v>90.98</c:v>
                </c:pt>
                <c:pt idx="825">
                  <c:v>90.98</c:v>
                </c:pt>
                <c:pt idx="826">
                  <c:v>68.989999999999995</c:v>
                </c:pt>
                <c:pt idx="827">
                  <c:v>68.989999999999995</c:v>
                </c:pt>
                <c:pt idx="828">
                  <c:v>79.98</c:v>
                </c:pt>
                <c:pt idx="829">
                  <c:v>84.99</c:v>
                </c:pt>
                <c:pt idx="830">
                  <c:v>84.99</c:v>
                </c:pt>
                <c:pt idx="831">
                  <c:v>65.989999999999995</c:v>
                </c:pt>
                <c:pt idx="832">
                  <c:v>79.98</c:v>
                </c:pt>
                <c:pt idx="833">
                  <c:v>114.98</c:v>
                </c:pt>
                <c:pt idx="834">
                  <c:v>65.989999999999995</c:v>
                </c:pt>
                <c:pt idx="835">
                  <c:v>84.99</c:v>
                </c:pt>
                <c:pt idx="836">
                  <c:v>114.98</c:v>
                </c:pt>
                <c:pt idx="837">
                  <c:v>84.99</c:v>
                </c:pt>
                <c:pt idx="838">
                  <c:v>65.33</c:v>
                </c:pt>
                <c:pt idx="839">
                  <c:v>84.99</c:v>
                </c:pt>
                <c:pt idx="840">
                  <c:v>84.99</c:v>
                </c:pt>
                <c:pt idx="841">
                  <c:v>84.99</c:v>
                </c:pt>
                <c:pt idx="842">
                  <c:v>65.989999999999995</c:v>
                </c:pt>
                <c:pt idx="843">
                  <c:v>84.99</c:v>
                </c:pt>
                <c:pt idx="844">
                  <c:v>65.33</c:v>
                </c:pt>
                <c:pt idx="845">
                  <c:v>65.989999999999995</c:v>
                </c:pt>
                <c:pt idx="846">
                  <c:v>65.989999999999995</c:v>
                </c:pt>
                <c:pt idx="847">
                  <c:v>84.99</c:v>
                </c:pt>
                <c:pt idx="848">
                  <c:v>80.98</c:v>
                </c:pt>
                <c:pt idx="849">
                  <c:v>84.99</c:v>
                </c:pt>
                <c:pt idx="850">
                  <c:v>80.98</c:v>
                </c:pt>
                <c:pt idx="851">
                  <c:v>99.98</c:v>
                </c:pt>
                <c:pt idx="852">
                  <c:v>77.739999999999995</c:v>
                </c:pt>
                <c:pt idx="853">
                  <c:v>84.99</c:v>
                </c:pt>
                <c:pt idx="854">
                  <c:v>65.989999999999995</c:v>
                </c:pt>
                <c:pt idx="855">
                  <c:v>65.989999999999995</c:v>
                </c:pt>
                <c:pt idx="856">
                  <c:v>84.99</c:v>
                </c:pt>
                <c:pt idx="857">
                  <c:v>84.99</c:v>
                </c:pt>
                <c:pt idx="858">
                  <c:v>77.739999999999995</c:v>
                </c:pt>
                <c:pt idx="859">
                  <c:v>84.99</c:v>
                </c:pt>
                <c:pt idx="860">
                  <c:v>161.30000000000001</c:v>
                </c:pt>
                <c:pt idx="861">
                  <c:v>84.99</c:v>
                </c:pt>
                <c:pt idx="862">
                  <c:v>161.30000000000001</c:v>
                </c:pt>
                <c:pt idx="863">
                  <c:v>84.99</c:v>
                </c:pt>
                <c:pt idx="864">
                  <c:v>104.98</c:v>
                </c:pt>
                <c:pt idx="865">
                  <c:v>40</c:v>
                </c:pt>
                <c:pt idx="866">
                  <c:v>104.98</c:v>
                </c:pt>
                <c:pt idx="867">
                  <c:v>84.99</c:v>
                </c:pt>
                <c:pt idx="868">
                  <c:v>84.99</c:v>
                </c:pt>
                <c:pt idx="869">
                  <c:v>84.99</c:v>
                </c:pt>
                <c:pt idx="870">
                  <c:v>65.989999999999995</c:v>
                </c:pt>
                <c:pt idx="871">
                  <c:v>65.989999999999995</c:v>
                </c:pt>
                <c:pt idx="872">
                  <c:v>84.99</c:v>
                </c:pt>
                <c:pt idx="873">
                  <c:v>40</c:v>
                </c:pt>
                <c:pt idx="874">
                  <c:v>99.98</c:v>
                </c:pt>
                <c:pt idx="875">
                  <c:v>65.989999999999995</c:v>
                </c:pt>
                <c:pt idx="876">
                  <c:v>84.99</c:v>
                </c:pt>
                <c:pt idx="877">
                  <c:v>68.989999999999995</c:v>
                </c:pt>
                <c:pt idx="878">
                  <c:v>40</c:v>
                </c:pt>
                <c:pt idx="879">
                  <c:v>84.99</c:v>
                </c:pt>
                <c:pt idx="880">
                  <c:v>40</c:v>
                </c:pt>
                <c:pt idx="881">
                  <c:v>84.99</c:v>
                </c:pt>
                <c:pt idx="882">
                  <c:v>84.99</c:v>
                </c:pt>
                <c:pt idx="883">
                  <c:v>65.989999999999995</c:v>
                </c:pt>
                <c:pt idx="884">
                  <c:v>68.989999999999995</c:v>
                </c:pt>
                <c:pt idx="885">
                  <c:v>84.99</c:v>
                </c:pt>
                <c:pt idx="886">
                  <c:v>79.989999999999995</c:v>
                </c:pt>
                <c:pt idx="887">
                  <c:v>65.33</c:v>
                </c:pt>
                <c:pt idx="888">
                  <c:v>40</c:v>
                </c:pt>
                <c:pt idx="889">
                  <c:v>79.989999999999995</c:v>
                </c:pt>
                <c:pt idx="890">
                  <c:v>84.99</c:v>
                </c:pt>
                <c:pt idx="891">
                  <c:v>74.989999999999995</c:v>
                </c:pt>
                <c:pt idx="892">
                  <c:v>84.99</c:v>
                </c:pt>
                <c:pt idx="893">
                  <c:v>84.99</c:v>
                </c:pt>
                <c:pt idx="894">
                  <c:v>84.99</c:v>
                </c:pt>
                <c:pt idx="895">
                  <c:v>84.99</c:v>
                </c:pt>
                <c:pt idx="896">
                  <c:v>65.989999999999995</c:v>
                </c:pt>
                <c:pt idx="897">
                  <c:v>77.33</c:v>
                </c:pt>
                <c:pt idx="898">
                  <c:v>65.989999999999995</c:v>
                </c:pt>
                <c:pt idx="899">
                  <c:v>74.989999999999995</c:v>
                </c:pt>
                <c:pt idx="900">
                  <c:v>84.99</c:v>
                </c:pt>
                <c:pt idx="901">
                  <c:v>84.99</c:v>
                </c:pt>
                <c:pt idx="902">
                  <c:v>68.989999999999995</c:v>
                </c:pt>
                <c:pt idx="903">
                  <c:v>65.989999999999995</c:v>
                </c:pt>
                <c:pt idx="904">
                  <c:v>84.99</c:v>
                </c:pt>
                <c:pt idx="905">
                  <c:v>40</c:v>
                </c:pt>
                <c:pt idx="906">
                  <c:v>65.33</c:v>
                </c:pt>
                <c:pt idx="907">
                  <c:v>40</c:v>
                </c:pt>
                <c:pt idx="908">
                  <c:v>84.99</c:v>
                </c:pt>
                <c:pt idx="909">
                  <c:v>65.989999999999995</c:v>
                </c:pt>
                <c:pt idx="910">
                  <c:v>84.99</c:v>
                </c:pt>
                <c:pt idx="911">
                  <c:v>40</c:v>
                </c:pt>
                <c:pt idx="912">
                  <c:v>84.99</c:v>
                </c:pt>
                <c:pt idx="913">
                  <c:v>77.33</c:v>
                </c:pt>
                <c:pt idx="914">
                  <c:v>84.99</c:v>
                </c:pt>
                <c:pt idx="915">
                  <c:v>65.989999999999995</c:v>
                </c:pt>
                <c:pt idx="916">
                  <c:v>84.99</c:v>
                </c:pt>
                <c:pt idx="917">
                  <c:v>247.96</c:v>
                </c:pt>
                <c:pt idx="918">
                  <c:v>172.97</c:v>
                </c:pt>
                <c:pt idx="919">
                  <c:v>277.95999999999998</c:v>
                </c:pt>
                <c:pt idx="920">
                  <c:v>150.97</c:v>
                </c:pt>
                <c:pt idx="921">
                  <c:v>237.96</c:v>
                </c:pt>
                <c:pt idx="922">
                  <c:v>237.96</c:v>
                </c:pt>
                <c:pt idx="923">
                  <c:v>197.97</c:v>
                </c:pt>
                <c:pt idx="924">
                  <c:v>197.97</c:v>
                </c:pt>
                <c:pt idx="925">
                  <c:v>99.66</c:v>
                </c:pt>
                <c:pt idx="926">
                  <c:v>299.94</c:v>
                </c:pt>
                <c:pt idx="927">
                  <c:v>149.97</c:v>
                </c:pt>
                <c:pt idx="928">
                  <c:v>197.97</c:v>
                </c:pt>
                <c:pt idx="929">
                  <c:v>178.17</c:v>
                </c:pt>
                <c:pt idx="930">
                  <c:v>150.97</c:v>
                </c:pt>
                <c:pt idx="931">
                  <c:v>197.97</c:v>
                </c:pt>
                <c:pt idx="932">
                  <c:v>799.8</c:v>
                </c:pt>
                <c:pt idx="933">
                  <c:v>156.97</c:v>
                </c:pt>
                <c:pt idx="934">
                  <c:v>197.97</c:v>
                </c:pt>
                <c:pt idx="935">
                  <c:v>572.5</c:v>
                </c:pt>
                <c:pt idx="936">
                  <c:v>131.97999999999999</c:v>
                </c:pt>
                <c:pt idx="937">
                  <c:v>172.97</c:v>
                </c:pt>
                <c:pt idx="938">
                  <c:v>131.97999999999999</c:v>
                </c:pt>
                <c:pt idx="939">
                  <c:v>233.96</c:v>
                </c:pt>
                <c:pt idx="940">
                  <c:v>267.93</c:v>
                </c:pt>
                <c:pt idx="941">
                  <c:v>223.16</c:v>
                </c:pt>
                <c:pt idx="942">
                  <c:v>175.95</c:v>
                </c:pt>
                <c:pt idx="943">
                  <c:v>149.97</c:v>
                </c:pt>
                <c:pt idx="944">
                  <c:v>161.97</c:v>
                </c:pt>
                <c:pt idx="945">
                  <c:v>131.97999999999999</c:v>
                </c:pt>
                <c:pt idx="946">
                  <c:v>131.97999999999999</c:v>
                </c:pt>
                <c:pt idx="947">
                  <c:v>224.37</c:v>
                </c:pt>
                <c:pt idx="948">
                  <c:v>143.27000000000001</c:v>
                </c:pt>
                <c:pt idx="949">
                  <c:v>2168.9</c:v>
                </c:pt>
                <c:pt idx="950">
                  <c:v>985.83</c:v>
                </c:pt>
                <c:pt idx="951">
                  <c:v>985.83</c:v>
                </c:pt>
                <c:pt idx="952">
                  <c:v>1319.8</c:v>
                </c:pt>
                <c:pt idx="953">
                  <c:v>2168.9</c:v>
                </c:pt>
                <c:pt idx="954">
                  <c:v>1319.8</c:v>
                </c:pt>
                <c:pt idx="955">
                  <c:v>84.99</c:v>
                </c:pt>
                <c:pt idx="956">
                  <c:v>84.97</c:v>
                </c:pt>
                <c:pt idx="957">
                  <c:v>214.02</c:v>
                </c:pt>
                <c:pt idx="958">
                  <c:v>126.05</c:v>
                </c:pt>
                <c:pt idx="959">
                  <c:v>131.97999999999999</c:v>
                </c:pt>
                <c:pt idx="960">
                  <c:v>169.98</c:v>
                </c:pt>
                <c:pt idx="961">
                  <c:v>84.99</c:v>
                </c:pt>
                <c:pt idx="962">
                  <c:v>84.99</c:v>
                </c:pt>
                <c:pt idx="963">
                  <c:v>72.989999999999995</c:v>
                </c:pt>
                <c:pt idx="964">
                  <c:v>169.98</c:v>
                </c:pt>
                <c:pt idx="965">
                  <c:v>131.97999999999999</c:v>
                </c:pt>
                <c:pt idx="966">
                  <c:v>51.29</c:v>
                </c:pt>
                <c:pt idx="967">
                  <c:v>158.18</c:v>
                </c:pt>
                <c:pt idx="968">
                  <c:v>84.99</c:v>
                </c:pt>
                <c:pt idx="969">
                  <c:v>134.58000000000001</c:v>
                </c:pt>
                <c:pt idx="970">
                  <c:v>53.98</c:v>
                </c:pt>
                <c:pt idx="971">
                  <c:v>236.95</c:v>
                </c:pt>
                <c:pt idx="972">
                  <c:v>121.98</c:v>
                </c:pt>
                <c:pt idx="973">
                  <c:v>171.28</c:v>
                </c:pt>
                <c:pt idx="974">
                  <c:v>169.98</c:v>
                </c:pt>
                <c:pt idx="975">
                  <c:v>126.28</c:v>
                </c:pt>
                <c:pt idx="976">
                  <c:v>169.98</c:v>
                </c:pt>
                <c:pt idx="977">
                  <c:v>179.97</c:v>
                </c:pt>
                <c:pt idx="978">
                  <c:v>131.97999999999999</c:v>
                </c:pt>
                <c:pt idx="979">
                  <c:v>169.98</c:v>
                </c:pt>
                <c:pt idx="980">
                  <c:v>54.99</c:v>
                </c:pt>
                <c:pt idx="981">
                  <c:v>169.98</c:v>
                </c:pt>
                <c:pt idx="982">
                  <c:v>169.98</c:v>
                </c:pt>
                <c:pt idx="983">
                  <c:v>176.17</c:v>
                </c:pt>
                <c:pt idx="984">
                  <c:v>169.98</c:v>
                </c:pt>
                <c:pt idx="985">
                  <c:v>179.72</c:v>
                </c:pt>
                <c:pt idx="986">
                  <c:v>169.98</c:v>
                </c:pt>
                <c:pt idx="987">
                  <c:v>169.98</c:v>
                </c:pt>
                <c:pt idx="988">
                  <c:v>54.99</c:v>
                </c:pt>
                <c:pt idx="989">
                  <c:v>94.96</c:v>
                </c:pt>
                <c:pt idx="990">
                  <c:v>118.46</c:v>
                </c:pt>
                <c:pt idx="991">
                  <c:v>149.97</c:v>
                </c:pt>
                <c:pt idx="992">
                  <c:v>65.989999999999995</c:v>
                </c:pt>
                <c:pt idx="993">
                  <c:v>144.97</c:v>
                </c:pt>
                <c:pt idx="994">
                  <c:v>51.29</c:v>
                </c:pt>
                <c:pt idx="995">
                  <c:v>131.97999999999999</c:v>
                </c:pt>
                <c:pt idx="996">
                  <c:v>254.97</c:v>
                </c:pt>
                <c:pt idx="997">
                  <c:v>159.30000000000001</c:v>
                </c:pt>
                <c:pt idx="998">
                  <c:v>169.98</c:v>
                </c:pt>
                <c:pt idx="999">
                  <c:v>135.96</c:v>
                </c:pt>
                <c:pt idx="1000">
                  <c:v>134.97999999999999</c:v>
                </c:pt>
                <c:pt idx="1001">
                  <c:v>132.78</c:v>
                </c:pt>
                <c:pt idx="1002">
                  <c:v>199.96</c:v>
                </c:pt>
                <c:pt idx="1003">
                  <c:v>212.2</c:v>
                </c:pt>
                <c:pt idx="1004">
                  <c:v>133.28</c:v>
                </c:pt>
                <c:pt idx="1005">
                  <c:v>84.99</c:v>
                </c:pt>
                <c:pt idx="1006">
                  <c:v>172.58</c:v>
                </c:pt>
                <c:pt idx="1007">
                  <c:v>239.54</c:v>
                </c:pt>
                <c:pt idx="1008">
                  <c:v>319.39</c:v>
                </c:pt>
                <c:pt idx="1009">
                  <c:v>240.74</c:v>
                </c:pt>
                <c:pt idx="1010">
                  <c:v>287.45</c:v>
                </c:pt>
                <c:pt idx="1011">
                  <c:v>281.54000000000002</c:v>
                </c:pt>
                <c:pt idx="1012">
                  <c:v>159.69999999999999</c:v>
                </c:pt>
                <c:pt idx="1013">
                  <c:v>282.75</c:v>
                </c:pt>
                <c:pt idx="1014">
                  <c:v>227.56</c:v>
                </c:pt>
                <c:pt idx="1015">
                  <c:v>319.39</c:v>
                </c:pt>
                <c:pt idx="1016">
                  <c:v>232.79</c:v>
                </c:pt>
                <c:pt idx="1017">
                  <c:v>319.39</c:v>
                </c:pt>
                <c:pt idx="1018">
                  <c:v>209.29</c:v>
                </c:pt>
                <c:pt idx="1019">
                  <c:v>239.54</c:v>
                </c:pt>
                <c:pt idx="1020">
                  <c:v>319.39</c:v>
                </c:pt>
                <c:pt idx="1021">
                  <c:v>151.71</c:v>
                </c:pt>
                <c:pt idx="1022">
                  <c:v>309.81</c:v>
                </c:pt>
                <c:pt idx="1023">
                  <c:v>296.72000000000003</c:v>
                </c:pt>
                <c:pt idx="1024">
                  <c:v>239.54</c:v>
                </c:pt>
                <c:pt idx="1025">
                  <c:v>239.54</c:v>
                </c:pt>
                <c:pt idx="1026">
                  <c:v>239.54</c:v>
                </c:pt>
                <c:pt idx="1027">
                  <c:v>159.69999999999999</c:v>
                </c:pt>
                <c:pt idx="1028">
                  <c:v>159.69999999999999</c:v>
                </c:pt>
                <c:pt idx="1029">
                  <c:v>319.39</c:v>
                </c:pt>
                <c:pt idx="1030">
                  <c:v>147.6</c:v>
                </c:pt>
                <c:pt idx="1031">
                  <c:v>239.54</c:v>
                </c:pt>
                <c:pt idx="1032">
                  <c:v>169.98</c:v>
                </c:pt>
                <c:pt idx="1033">
                  <c:v>169.98</c:v>
                </c:pt>
                <c:pt idx="1034">
                  <c:v>169.98</c:v>
                </c:pt>
                <c:pt idx="1035">
                  <c:v>304.94</c:v>
                </c:pt>
                <c:pt idx="1036">
                  <c:v>169.98</c:v>
                </c:pt>
                <c:pt idx="1037">
                  <c:v>154.52000000000001</c:v>
                </c:pt>
                <c:pt idx="1038">
                  <c:v>169.98</c:v>
                </c:pt>
                <c:pt idx="1039">
                  <c:v>84.99</c:v>
                </c:pt>
                <c:pt idx="1040">
                  <c:v>169.98</c:v>
                </c:pt>
                <c:pt idx="1041">
                  <c:v>169.98</c:v>
                </c:pt>
                <c:pt idx="1042">
                  <c:v>96.98</c:v>
                </c:pt>
                <c:pt idx="1043">
                  <c:v>159.97999999999999</c:v>
                </c:pt>
                <c:pt idx="1044">
                  <c:v>184.97</c:v>
                </c:pt>
                <c:pt idx="1045">
                  <c:v>169.98</c:v>
                </c:pt>
                <c:pt idx="1046">
                  <c:v>169.98</c:v>
                </c:pt>
                <c:pt idx="1047">
                  <c:v>106.97</c:v>
                </c:pt>
                <c:pt idx="1048">
                  <c:v>184.97</c:v>
                </c:pt>
                <c:pt idx="1049">
                  <c:v>304.94</c:v>
                </c:pt>
                <c:pt idx="1050">
                  <c:v>96.98</c:v>
                </c:pt>
                <c:pt idx="1051">
                  <c:v>154.52000000000001</c:v>
                </c:pt>
                <c:pt idx="1052">
                  <c:v>169.98</c:v>
                </c:pt>
                <c:pt idx="1053">
                  <c:v>169.98</c:v>
                </c:pt>
                <c:pt idx="1054">
                  <c:v>169.98</c:v>
                </c:pt>
                <c:pt idx="1055">
                  <c:v>84.99</c:v>
                </c:pt>
                <c:pt idx="1056">
                  <c:v>159.97999999999999</c:v>
                </c:pt>
                <c:pt idx="1057">
                  <c:v>106.97</c:v>
                </c:pt>
                <c:pt idx="1058">
                  <c:v>84.99</c:v>
                </c:pt>
                <c:pt idx="1059">
                  <c:v>84.99</c:v>
                </c:pt>
                <c:pt idx="1060">
                  <c:v>159.97999999999999</c:v>
                </c:pt>
                <c:pt idx="1061">
                  <c:v>84.99</c:v>
                </c:pt>
                <c:pt idx="1062">
                  <c:v>263.95999999999998</c:v>
                </c:pt>
                <c:pt idx="1063">
                  <c:v>84.99</c:v>
                </c:pt>
                <c:pt idx="1064">
                  <c:v>84.99</c:v>
                </c:pt>
                <c:pt idx="1065">
                  <c:v>169.98</c:v>
                </c:pt>
                <c:pt idx="1066">
                  <c:v>169.98</c:v>
                </c:pt>
                <c:pt idx="1067">
                  <c:v>263.95999999999998</c:v>
                </c:pt>
                <c:pt idx="1068">
                  <c:v>263.95999999999998</c:v>
                </c:pt>
                <c:pt idx="1069">
                  <c:v>263.95999999999998</c:v>
                </c:pt>
                <c:pt idx="1070">
                  <c:v>169.98</c:v>
                </c:pt>
                <c:pt idx="1071">
                  <c:v>206.97</c:v>
                </c:pt>
                <c:pt idx="1072">
                  <c:v>84.99</c:v>
                </c:pt>
                <c:pt idx="1073">
                  <c:v>84.99</c:v>
                </c:pt>
                <c:pt idx="1074">
                  <c:v>84.99</c:v>
                </c:pt>
                <c:pt idx="1075">
                  <c:v>237.96</c:v>
                </c:pt>
                <c:pt idx="1076">
                  <c:v>169.98</c:v>
                </c:pt>
                <c:pt idx="1077">
                  <c:v>169.98</c:v>
                </c:pt>
                <c:pt idx="1078">
                  <c:v>237.96</c:v>
                </c:pt>
                <c:pt idx="1079">
                  <c:v>206.97</c:v>
                </c:pt>
                <c:pt idx="1080">
                  <c:v>66.239999999999995</c:v>
                </c:pt>
                <c:pt idx="1081">
                  <c:v>66.239999999999995</c:v>
                </c:pt>
                <c:pt idx="1082">
                  <c:v>159.97999999999999</c:v>
                </c:pt>
                <c:pt idx="1083">
                  <c:v>84.99</c:v>
                </c:pt>
                <c:pt idx="1084">
                  <c:v>84.99</c:v>
                </c:pt>
                <c:pt idx="1085">
                  <c:v>169.98</c:v>
                </c:pt>
                <c:pt idx="1086">
                  <c:v>84.99</c:v>
                </c:pt>
                <c:pt idx="1087">
                  <c:v>254.96</c:v>
                </c:pt>
                <c:pt idx="1088">
                  <c:v>78.37</c:v>
                </c:pt>
                <c:pt idx="1089">
                  <c:v>169.98</c:v>
                </c:pt>
                <c:pt idx="1090">
                  <c:v>169.98</c:v>
                </c:pt>
                <c:pt idx="1091">
                  <c:v>123.16</c:v>
                </c:pt>
                <c:pt idx="1092">
                  <c:v>169.98</c:v>
                </c:pt>
                <c:pt idx="1093">
                  <c:v>78.37</c:v>
                </c:pt>
                <c:pt idx="1094">
                  <c:v>153.97999999999999</c:v>
                </c:pt>
                <c:pt idx="1095">
                  <c:v>153.97999999999999</c:v>
                </c:pt>
                <c:pt idx="1096">
                  <c:v>345.75</c:v>
                </c:pt>
                <c:pt idx="1097">
                  <c:v>345.75</c:v>
                </c:pt>
                <c:pt idx="1098">
                  <c:v>123.16</c:v>
                </c:pt>
                <c:pt idx="1099">
                  <c:v>169.98</c:v>
                </c:pt>
                <c:pt idx="1100">
                  <c:v>254.96</c:v>
                </c:pt>
                <c:pt idx="1101">
                  <c:v>84.99</c:v>
                </c:pt>
                <c:pt idx="1102">
                  <c:v>84.99</c:v>
                </c:pt>
                <c:pt idx="1103">
                  <c:v>169.98</c:v>
                </c:pt>
                <c:pt idx="1104">
                  <c:v>169.98</c:v>
                </c:pt>
                <c:pt idx="1105">
                  <c:v>169.98</c:v>
                </c:pt>
                <c:pt idx="1106">
                  <c:v>84.99</c:v>
                </c:pt>
                <c:pt idx="1107">
                  <c:v>169.98</c:v>
                </c:pt>
                <c:pt idx="1108">
                  <c:v>108.27</c:v>
                </c:pt>
                <c:pt idx="1109">
                  <c:v>149.97</c:v>
                </c:pt>
                <c:pt idx="1110">
                  <c:v>110.97</c:v>
                </c:pt>
                <c:pt idx="1111">
                  <c:v>162.46</c:v>
                </c:pt>
                <c:pt idx="1112">
                  <c:v>84.99</c:v>
                </c:pt>
                <c:pt idx="1113">
                  <c:v>99.98</c:v>
                </c:pt>
                <c:pt idx="1114">
                  <c:v>154.52000000000001</c:v>
                </c:pt>
                <c:pt idx="1115">
                  <c:v>64.98</c:v>
                </c:pt>
                <c:pt idx="1116">
                  <c:v>69.989999999999995</c:v>
                </c:pt>
                <c:pt idx="1117">
                  <c:v>155.97</c:v>
                </c:pt>
                <c:pt idx="1118">
                  <c:v>89.8</c:v>
                </c:pt>
                <c:pt idx="1119">
                  <c:v>142.9</c:v>
                </c:pt>
                <c:pt idx="1120">
                  <c:v>99.98</c:v>
                </c:pt>
                <c:pt idx="1121">
                  <c:v>106.73</c:v>
                </c:pt>
                <c:pt idx="1122">
                  <c:v>62.98</c:v>
                </c:pt>
                <c:pt idx="1123">
                  <c:v>147.97</c:v>
                </c:pt>
                <c:pt idx="1124">
                  <c:v>184.94</c:v>
                </c:pt>
                <c:pt idx="1125">
                  <c:v>95.72</c:v>
                </c:pt>
                <c:pt idx="1126">
                  <c:v>174.97</c:v>
                </c:pt>
                <c:pt idx="1127">
                  <c:v>354.94</c:v>
                </c:pt>
                <c:pt idx="1128">
                  <c:v>76.02</c:v>
                </c:pt>
                <c:pt idx="1129">
                  <c:v>84.99</c:v>
                </c:pt>
                <c:pt idx="1130">
                  <c:v>97.98</c:v>
                </c:pt>
                <c:pt idx="1131">
                  <c:v>240.93</c:v>
                </c:pt>
                <c:pt idx="1132">
                  <c:v>157.46</c:v>
                </c:pt>
                <c:pt idx="1133">
                  <c:v>131.97999999999999</c:v>
                </c:pt>
                <c:pt idx="1134">
                  <c:v>147.97999999999999</c:v>
                </c:pt>
                <c:pt idx="1135">
                  <c:v>84.99</c:v>
                </c:pt>
                <c:pt idx="1136">
                  <c:v>144.97</c:v>
                </c:pt>
                <c:pt idx="1137">
                  <c:v>158.44999999999999</c:v>
                </c:pt>
                <c:pt idx="1138">
                  <c:v>107.79</c:v>
                </c:pt>
                <c:pt idx="1139">
                  <c:v>114.97</c:v>
                </c:pt>
                <c:pt idx="1140">
                  <c:v>39.99</c:v>
                </c:pt>
                <c:pt idx="1141">
                  <c:v>65.989999999999995</c:v>
                </c:pt>
                <c:pt idx="1142">
                  <c:v>68.989999999999995</c:v>
                </c:pt>
                <c:pt idx="1143">
                  <c:v>112.97</c:v>
                </c:pt>
                <c:pt idx="1144">
                  <c:v>65.989999999999995</c:v>
                </c:pt>
                <c:pt idx="1145">
                  <c:v>96.98</c:v>
                </c:pt>
                <c:pt idx="1146">
                  <c:v>110.97</c:v>
                </c:pt>
                <c:pt idx="1147">
                  <c:v>84.99</c:v>
                </c:pt>
                <c:pt idx="1148">
                  <c:v>140.94999999999999</c:v>
                </c:pt>
                <c:pt idx="1149">
                  <c:v>79.97</c:v>
                </c:pt>
                <c:pt idx="1150">
                  <c:v>170.9</c:v>
                </c:pt>
                <c:pt idx="1151">
                  <c:v>185.94</c:v>
                </c:pt>
                <c:pt idx="1152">
                  <c:v>84.99</c:v>
                </c:pt>
                <c:pt idx="1153">
                  <c:v>50.48</c:v>
                </c:pt>
                <c:pt idx="1154">
                  <c:v>183.96</c:v>
                </c:pt>
                <c:pt idx="1155">
                  <c:v>314.95999999999998</c:v>
                </c:pt>
                <c:pt idx="1156">
                  <c:v>369.94</c:v>
                </c:pt>
                <c:pt idx="1157">
                  <c:v>254.97</c:v>
                </c:pt>
                <c:pt idx="1158">
                  <c:v>339.96</c:v>
                </c:pt>
                <c:pt idx="1159">
                  <c:v>119.96</c:v>
                </c:pt>
                <c:pt idx="1160">
                  <c:v>197.97</c:v>
                </c:pt>
                <c:pt idx="1161">
                  <c:v>288.97000000000003</c:v>
                </c:pt>
                <c:pt idx="1162">
                  <c:v>218.97</c:v>
                </c:pt>
                <c:pt idx="1163">
                  <c:v>415.4</c:v>
                </c:pt>
                <c:pt idx="1164">
                  <c:v>169.98</c:v>
                </c:pt>
                <c:pt idx="1165">
                  <c:v>564.91</c:v>
                </c:pt>
                <c:pt idx="1166">
                  <c:v>254.97</c:v>
                </c:pt>
                <c:pt idx="1167">
                  <c:v>336.39</c:v>
                </c:pt>
                <c:pt idx="1168">
                  <c:v>188.97</c:v>
                </c:pt>
                <c:pt idx="1169">
                  <c:v>339.96</c:v>
                </c:pt>
                <c:pt idx="1170">
                  <c:v>159.94999999999999</c:v>
                </c:pt>
                <c:pt idx="1171">
                  <c:v>254.97</c:v>
                </c:pt>
                <c:pt idx="1172">
                  <c:v>169.98</c:v>
                </c:pt>
                <c:pt idx="1173">
                  <c:v>172.97</c:v>
                </c:pt>
                <c:pt idx="1174">
                  <c:v>305.95999999999998</c:v>
                </c:pt>
                <c:pt idx="1175">
                  <c:v>254.97</c:v>
                </c:pt>
                <c:pt idx="1176">
                  <c:v>339.96</c:v>
                </c:pt>
                <c:pt idx="1177">
                  <c:v>333.96</c:v>
                </c:pt>
                <c:pt idx="1178">
                  <c:v>433.17</c:v>
                </c:pt>
                <c:pt idx="1179">
                  <c:v>39.99</c:v>
                </c:pt>
                <c:pt idx="1180">
                  <c:v>332.67</c:v>
                </c:pt>
                <c:pt idx="1181">
                  <c:v>197.97</c:v>
                </c:pt>
                <c:pt idx="1182">
                  <c:v>254.97</c:v>
                </c:pt>
                <c:pt idx="1183">
                  <c:v>180.54</c:v>
                </c:pt>
                <c:pt idx="1184">
                  <c:v>144.47999999999999</c:v>
                </c:pt>
                <c:pt idx="1185">
                  <c:v>169.98</c:v>
                </c:pt>
                <c:pt idx="1186">
                  <c:v>235.95</c:v>
                </c:pt>
                <c:pt idx="1187">
                  <c:v>170.96</c:v>
                </c:pt>
                <c:pt idx="1188">
                  <c:v>229.47</c:v>
                </c:pt>
                <c:pt idx="1189">
                  <c:v>109.98</c:v>
                </c:pt>
                <c:pt idx="1190">
                  <c:v>197.97</c:v>
                </c:pt>
                <c:pt idx="1191">
                  <c:v>254.97</c:v>
                </c:pt>
                <c:pt idx="1192">
                  <c:v>229.97</c:v>
                </c:pt>
                <c:pt idx="1193">
                  <c:v>254.97</c:v>
                </c:pt>
                <c:pt idx="1194">
                  <c:v>254.97</c:v>
                </c:pt>
                <c:pt idx="1195">
                  <c:v>254.97</c:v>
                </c:pt>
                <c:pt idx="1196">
                  <c:v>169.98</c:v>
                </c:pt>
                <c:pt idx="1197">
                  <c:v>169.98</c:v>
                </c:pt>
                <c:pt idx="1198">
                  <c:v>169.98</c:v>
                </c:pt>
                <c:pt idx="1199">
                  <c:v>172.97</c:v>
                </c:pt>
                <c:pt idx="1200">
                  <c:v>178.17</c:v>
                </c:pt>
                <c:pt idx="1201">
                  <c:v>254.97</c:v>
                </c:pt>
                <c:pt idx="1202">
                  <c:v>99.98</c:v>
                </c:pt>
                <c:pt idx="1203">
                  <c:v>254.97</c:v>
                </c:pt>
                <c:pt idx="1204">
                  <c:v>210.45</c:v>
                </c:pt>
                <c:pt idx="1205">
                  <c:v>304.95999999999998</c:v>
                </c:pt>
                <c:pt idx="1206">
                  <c:v>172.97</c:v>
                </c:pt>
                <c:pt idx="1207">
                  <c:v>254.97</c:v>
                </c:pt>
                <c:pt idx="1208">
                  <c:v>65.989999999999995</c:v>
                </c:pt>
                <c:pt idx="1209">
                  <c:v>199.96</c:v>
                </c:pt>
                <c:pt idx="1210">
                  <c:v>197.97</c:v>
                </c:pt>
                <c:pt idx="1211">
                  <c:v>227.95</c:v>
                </c:pt>
                <c:pt idx="1212">
                  <c:v>254.97</c:v>
                </c:pt>
                <c:pt idx="1213">
                  <c:v>339.96</c:v>
                </c:pt>
                <c:pt idx="1214">
                  <c:v>339.96</c:v>
                </c:pt>
                <c:pt idx="1215">
                  <c:v>237.41</c:v>
                </c:pt>
                <c:pt idx="1216">
                  <c:v>261.32</c:v>
                </c:pt>
                <c:pt idx="1217">
                  <c:v>164.88</c:v>
                </c:pt>
                <c:pt idx="1218">
                  <c:v>254.97</c:v>
                </c:pt>
                <c:pt idx="1219">
                  <c:v>254.97</c:v>
                </c:pt>
                <c:pt idx="1220">
                  <c:v>236.32</c:v>
                </c:pt>
                <c:pt idx="1221">
                  <c:v>339.96</c:v>
                </c:pt>
                <c:pt idx="1222">
                  <c:v>254.81</c:v>
                </c:pt>
                <c:pt idx="1223">
                  <c:v>254.97</c:v>
                </c:pt>
                <c:pt idx="1224">
                  <c:v>254.97</c:v>
                </c:pt>
                <c:pt idx="1225">
                  <c:v>261.32</c:v>
                </c:pt>
                <c:pt idx="1226">
                  <c:v>254.97</c:v>
                </c:pt>
                <c:pt idx="1227">
                  <c:v>254.97</c:v>
                </c:pt>
                <c:pt idx="1228">
                  <c:v>65.989999999999995</c:v>
                </c:pt>
                <c:pt idx="1229">
                  <c:v>263.95999999999998</c:v>
                </c:pt>
                <c:pt idx="1230">
                  <c:v>339.96</c:v>
                </c:pt>
                <c:pt idx="1231">
                  <c:v>195.33</c:v>
                </c:pt>
                <c:pt idx="1232">
                  <c:v>331.28</c:v>
                </c:pt>
                <c:pt idx="1233">
                  <c:v>261.98</c:v>
                </c:pt>
                <c:pt idx="1234">
                  <c:v>168.65</c:v>
                </c:pt>
                <c:pt idx="1235">
                  <c:v>246.02</c:v>
                </c:pt>
                <c:pt idx="1236">
                  <c:v>232.95</c:v>
                </c:pt>
                <c:pt idx="1237">
                  <c:v>231.96</c:v>
                </c:pt>
                <c:pt idx="1238">
                  <c:v>338.14</c:v>
                </c:pt>
                <c:pt idx="1239">
                  <c:v>169.98</c:v>
                </c:pt>
                <c:pt idx="1240">
                  <c:v>229.47</c:v>
                </c:pt>
                <c:pt idx="1241">
                  <c:v>224.95</c:v>
                </c:pt>
                <c:pt idx="1242">
                  <c:v>197.97</c:v>
                </c:pt>
                <c:pt idx="1243">
                  <c:v>254.97</c:v>
                </c:pt>
                <c:pt idx="1244">
                  <c:v>254.97</c:v>
                </c:pt>
                <c:pt idx="1245">
                  <c:v>151.97</c:v>
                </c:pt>
                <c:pt idx="1246">
                  <c:v>148.94999999999999</c:v>
                </c:pt>
                <c:pt idx="1247">
                  <c:v>134.97999999999999</c:v>
                </c:pt>
                <c:pt idx="1248">
                  <c:v>254.97</c:v>
                </c:pt>
                <c:pt idx="1249">
                  <c:v>250.47</c:v>
                </c:pt>
                <c:pt idx="1250">
                  <c:v>183.16</c:v>
                </c:pt>
                <c:pt idx="1251">
                  <c:v>291.69</c:v>
                </c:pt>
                <c:pt idx="1252">
                  <c:v>195.55</c:v>
                </c:pt>
                <c:pt idx="1253">
                  <c:v>169.98</c:v>
                </c:pt>
                <c:pt idx="1254">
                  <c:v>254.97</c:v>
                </c:pt>
                <c:pt idx="1255">
                  <c:v>89.97</c:v>
                </c:pt>
                <c:pt idx="1256">
                  <c:v>254.97</c:v>
                </c:pt>
                <c:pt idx="1257">
                  <c:v>221.57</c:v>
                </c:pt>
                <c:pt idx="1258">
                  <c:v>169.98</c:v>
                </c:pt>
                <c:pt idx="1259">
                  <c:v>118.83</c:v>
                </c:pt>
                <c:pt idx="1260">
                  <c:v>-38.25</c:v>
                </c:pt>
                <c:pt idx="1261">
                  <c:v>272.95999999999998</c:v>
                </c:pt>
                <c:pt idx="1262">
                  <c:v>267.95</c:v>
                </c:pt>
                <c:pt idx="1263">
                  <c:v>209.87</c:v>
                </c:pt>
                <c:pt idx="1264">
                  <c:v>84.99</c:v>
                </c:pt>
                <c:pt idx="1265">
                  <c:v>169.98</c:v>
                </c:pt>
                <c:pt idx="1266">
                  <c:v>180.49</c:v>
                </c:pt>
                <c:pt idx="1267">
                  <c:v>121.98</c:v>
                </c:pt>
                <c:pt idx="1268">
                  <c:v>169.98</c:v>
                </c:pt>
                <c:pt idx="1269">
                  <c:v>166.48</c:v>
                </c:pt>
                <c:pt idx="1270">
                  <c:v>169.98</c:v>
                </c:pt>
                <c:pt idx="1271">
                  <c:v>169.98</c:v>
                </c:pt>
                <c:pt idx="1272">
                  <c:v>187.96</c:v>
                </c:pt>
                <c:pt idx="1273">
                  <c:v>121.98</c:v>
                </c:pt>
                <c:pt idx="1274">
                  <c:v>153.97999999999999</c:v>
                </c:pt>
                <c:pt idx="1275">
                  <c:v>169.98</c:v>
                </c:pt>
                <c:pt idx="1276">
                  <c:v>152.97999999999999</c:v>
                </c:pt>
                <c:pt idx="1277">
                  <c:v>176.97</c:v>
                </c:pt>
                <c:pt idx="1278">
                  <c:v>188.97</c:v>
                </c:pt>
                <c:pt idx="1279">
                  <c:v>176.97</c:v>
                </c:pt>
                <c:pt idx="1280">
                  <c:v>152.97999999999999</c:v>
                </c:pt>
                <c:pt idx="1281">
                  <c:v>169.98</c:v>
                </c:pt>
                <c:pt idx="1282">
                  <c:v>35</c:v>
                </c:pt>
                <c:pt idx="1283">
                  <c:v>190.97</c:v>
                </c:pt>
                <c:pt idx="1284">
                  <c:v>84.99</c:v>
                </c:pt>
                <c:pt idx="1285">
                  <c:v>158.54</c:v>
                </c:pt>
                <c:pt idx="1286">
                  <c:v>161.71</c:v>
                </c:pt>
                <c:pt idx="1287">
                  <c:v>84.99</c:v>
                </c:pt>
                <c:pt idx="1288">
                  <c:v>169.98</c:v>
                </c:pt>
                <c:pt idx="1289">
                  <c:v>137.97999999999999</c:v>
                </c:pt>
                <c:pt idx="1290">
                  <c:v>131.97999999999999</c:v>
                </c:pt>
                <c:pt idx="1291">
                  <c:v>109.96</c:v>
                </c:pt>
                <c:pt idx="1292">
                  <c:v>190.97</c:v>
                </c:pt>
                <c:pt idx="1293">
                  <c:v>169.98</c:v>
                </c:pt>
                <c:pt idx="1294">
                  <c:v>131.97999999999999</c:v>
                </c:pt>
                <c:pt idx="1295">
                  <c:v>114.96</c:v>
                </c:pt>
                <c:pt idx="1296">
                  <c:v>149.97</c:v>
                </c:pt>
                <c:pt idx="1297">
                  <c:v>92.07</c:v>
                </c:pt>
                <c:pt idx="1298">
                  <c:v>178.97</c:v>
                </c:pt>
                <c:pt idx="1299">
                  <c:v>169.98</c:v>
                </c:pt>
                <c:pt idx="1300">
                  <c:v>18.989999999999998</c:v>
                </c:pt>
                <c:pt idx="1301">
                  <c:v>293.55</c:v>
                </c:pt>
                <c:pt idx="1302">
                  <c:v>263.95999999999998</c:v>
                </c:pt>
                <c:pt idx="1303">
                  <c:v>263.95999999999998</c:v>
                </c:pt>
                <c:pt idx="1304">
                  <c:v>270.77</c:v>
                </c:pt>
                <c:pt idx="1305">
                  <c:v>263.95999999999998</c:v>
                </c:pt>
                <c:pt idx="1306">
                  <c:v>244.75</c:v>
                </c:pt>
                <c:pt idx="1307">
                  <c:v>263.95999999999998</c:v>
                </c:pt>
                <c:pt idx="1308">
                  <c:v>263.95999999999998</c:v>
                </c:pt>
                <c:pt idx="1309">
                  <c:v>263.95999999999998</c:v>
                </c:pt>
                <c:pt idx="1310">
                  <c:v>217.96</c:v>
                </c:pt>
                <c:pt idx="1311">
                  <c:v>237.56</c:v>
                </c:pt>
                <c:pt idx="1312">
                  <c:v>237.56</c:v>
                </c:pt>
                <c:pt idx="1313">
                  <c:v>239.94</c:v>
                </c:pt>
                <c:pt idx="1314">
                  <c:v>339.96</c:v>
                </c:pt>
                <c:pt idx="1315">
                  <c:v>399.92</c:v>
                </c:pt>
                <c:pt idx="1316">
                  <c:v>439.94</c:v>
                </c:pt>
                <c:pt idx="1317">
                  <c:v>279.92</c:v>
                </c:pt>
                <c:pt idx="1318">
                  <c:v>339.96</c:v>
                </c:pt>
                <c:pt idx="1319">
                  <c:v>99.96</c:v>
                </c:pt>
                <c:pt idx="1320">
                  <c:v>369.14</c:v>
                </c:pt>
                <c:pt idx="1321">
                  <c:v>359.92</c:v>
                </c:pt>
                <c:pt idx="1322">
                  <c:v>389.62</c:v>
                </c:pt>
                <c:pt idx="1323">
                  <c:v>389.95</c:v>
                </c:pt>
                <c:pt idx="1324">
                  <c:v>462.52</c:v>
                </c:pt>
                <c:pt idx="1325">
                  <c:v>509.94</c:v>
                </c:pt>
                <c:pt idx="1326">
                  <c:v>452.93</c:v>
                </c:pt>
                <c:pt idx="1327">
                  <c:v>339.96</c:v>
                </c:pt>
                <c:pt idx="1328">
                  <c:v>191.94</c:v>
                </c:pt>
                <c:pt idx="1329">
                  <c:v>419.72</c:v>
                </c:pt>
                <c:pt idx="1330">
                  <c:v>319.92</c:v>
                </c:pt>
                <c:pt idx="1331">
                  <c:v>239.94</c:v>
                </c:pt>
                <c:pt idx="1332">
                  <c:v>399.92</c:v>
                </c:pt>
                <c:pt idx="1333">
                  <c:v>99.96</c:v>
                </c:pt>
                <c:pt idx="1334">
                  <c:v>237.62</c:v>
                </c:pt>
                <c:pt idx="1335">
                  <c:v>238.96</c:v>
                </c:pt>
                <c:pt idx="1336">
                  <c:v>263.95999999999998</c:v>
                </c:pt>
                <c:pt idx="1337">
                  <c:v>263.95999999999998</c:v>
                </c:pt>
                <c:pt idx="1338">
                  <c:v>263.95999999999998</c:v>
                </c:pt>
                <c:pt idx="1339">
                  <c:v>238.96</c:v>
                </c:pt>
                <c:pt idx="1340">
                  <c:v>263.95999999999998</c:v>
                </c:pt>
                <c:pt idx="1341">
                  <c:v>263.95999999999998</c:v>
                </c:pt>
                <c:pt idx="1342">
                  <c:v>263.95999999999998</c:v>
                </c:pt>
                <c:pt idx="1343">
                  <c:v>131.97999999999999</c:v>
                </c:pt>
                <c:pt idx="1344">
                  <c:v>424.95</c:v>
                </c:pt>
                <c:pt idx="1345">
                  <c:v>238.96</c:v>
                </c:pt>
                <c:pt idx="1346">
                  <c:v>118.02</c:v>
                </c:pt>
                <c:pt idx="1347">
                  <c:v>509.94</c:v>
                </c:pt>
                <c:pt idx="1348">
                  <c:v>670.57</c:v>
                </c:pt>
                <c:pt idx="1349">
                  <c:v>125.6</c:v>
                </c:pt>
                <c:pt idx="1350">
                  <c:v>423.63</c:v>
                </c:pt>
                <c:pt idx="1351">
                  <c:v>304.95999999999998</c:v>
                </c:pt>
                <c:pt idx="1352">
                  <c:v>254.97</c:v>
                </c:pt>
                <c:pt idx="1353">
                  <c:v>197.97</c:v>
                </c:pt>
                <c:pt idx="1354">
                  <c:v>172.97</c:v>
                </c:pt>
                <c:pt idx="1355">
                  <c:v>146.97</c:v>
                </c:pt>
                <c:pt idx="1356">
                  <c:v>288.95</c:v>
                </c:pt>
                <c:pt idx="1357">
                  <c:v>269.95999999999998</c:v>
                </c:pt>
                <c:pt idx="1358">
                  <c:v>269.95999999999998</c:v>
                </c:pt>
                <c:pt idx="1359">
                  <c:v>216.96</c:v>
                </c:pt>
                <c:pt idx="1360">
                  <c:v>231.95</c:v>
                </c:pt>
                <c:pt idx="1361">
                  <c:v>225.27</c:v>
                </c:pt>
                <c:pt idx="1362">
                  <c:v>197.97</c:v>
                </c:pt>
                <c:pt idx="1363">
                  <c:v>269.95999999999998</c:v>
                </c:pt>
                <c:pt idx="1364">
                  <c:v>254.25</c:v>
                </c:pt>
                <c:pt idx="1365">
                  <c:v>229.97</c:v>
                </c:pt>
                <c:pt idx="1366">
                  <c:v>190.14</c:v>
                </c:pt>
                <c:pt idx="1367">
                  <c:v>254.97</c:v>
                </c:pt>
                <c:pt idx="1368">
                  <c:v>224.97</c:v>
                </c:pt>
                <c:pt idx="1369">
                  <c:v>172.97</c:v>
                </c:pt>
                <c:pt idx="1370">
                  <c:v>254.97</c:v>
                </c:pt>
                <c:pt idx="1371">
                  <c:v>288.95</c:v>
                </c:pt>
                <c:pt idx="1372">
                  <c:v>254.97</c:v>
                </c:pt>
                <c:pt idx="1373">
                  <c:v>254.97</c:v>
                </c:pt>
                <c:pt idx="1374">
                  <c:v>254.97</c:v>
                </c:pt>
                <c:pt idx="1375">
                  <c:v>254.97</c:v>
                </c:pt>
                <c:pt idx="1376">
                  <c:v>159.96</c:v>
                </c:pt>
                <c:pt idx="1377">
                  <c:v>197.97</c:v>
                </c:pt>
                <c:pt idx="1378">
                  <c:v>159.69999999999999</c:v>
                </c:pt>
                <c:pt idx="1379">
                  <c:v>81.05</c:v>
                </c:pt>
                <c:pt idx="1380">
                  <c:v>239.54</c:v>
                </c:pt>
                <c:pt idx="1381">
                  <c:v>146.37</c:v>
                </c:pt>
                <c:pt idx="1382">
                  <c:v>239.54</c:v>
                </c:pt>
                <c:pt idx="1383">
                  <c:v>244.38</c:v>
                </c:pt>
                <c:pt idx="1384">
                  <c:v>-131.97999999999999</c:v>
                </c:pt>
                <c:pt idx="1385">
                  <c:v>269.95999999999998</c:v>
                </c:pt>
                <c:pt idx="1386">
                  <c:v>257.43</c:v>
                </c:pt>
                <c:pt idx="1387">
                  <c:v>101.01</c:v>
                </c:pt>
                <c:pt idx="1388">
                  <c:v>159.69999999999999</c:v>
                </c:pt>
                <c:pt idx="1389">
                  <c:v>239.54</c:v>
                </c:pt>
                <c:pt idx="1390">
                  <c:v>239.54</c:v>
                </c:pt>
                <c:pt idx="1391">
                  <c:v>131.97999999999999</c:v>
                </c:pt>
                <c:pt idx="1392">
                  <c:v>80.98</c:v>
                </c:pt>
                <c:pt idx="1393">
                  <c:v>79.849999999999994</c:v>
                </c:pt>
                <c:pt idx="1394">
                  <c:v>203.22</c:v>
                </c:pt>
                <c:pt idx="1395">
                  <c:v>177.83</c:v>
                </c:pt>
                <c:pt idx="1396">
                  <c:v>254.97</c:v>
                </c:pt>
                <c:pt idx="1397">
                  <c:v>269.95999999999998</c:v>
                </c:pt>
                <c:pt idx="1398">
                  <c:v>97.99</c:v>
                </c:pt>
                <c:pt idx="1399">
                  <c:v>159.69999999999999</c:v>
                </c:pt>
                <c:pt idx="1400">
                  <c:v>159.69999999999999</c:v>
                </c:pt>
                <c:pt idx="1401">
                  <c:v>159.69999999999999</c:v>
                </c:pt>
                <c:pt idx="1402">
                  <c:v>79.849999999999994</c:v>
                </c:pt>
                <c:pt idx="1403">
                  <c:v>159.69999999999999</c:v>
                </c:pt>
                <c:pt idx="1404">
                  <c:v>177.83</c:v>
                </c:pt>
                <c:pt idx="1405">
                  <c:v>163.07</c:v>
                </c:pt>
                <c:pt idx="1406">
                  <c:v>226.22</c:v>
                </c:pt>
                <c:pt idx="1407">
                  <c:v>339.96</c:v>
                </c:pt>
                <c:pt idx="1408">
                  <c:v>384.94</c:v>
                </c:pt>
                <c:pt idx="1409">
                  <c:v>324.87</c:v>
                </c:pt>
                <c:pt idx="1410">
                  <c:v>295.95</c:v>
                </c:pt>
                <c:pt idx="1411">
                  <c:v>289.74</c:v>
                </c:pt>
                <c:pt idx="1412">
                  <c:v>339.96</c:v>
                </c:pt>
                <c:pt idx="1413">
                  <c:v>371.58</c:v>
                </c:pt>
                <c:pt idx="1414">
                  <c:v>339.96</c:v>
                </c:pt>
                <c:pt idx="1415">
                  <c:v>238.96</c:v>
                </c:pt>
                <c:pt idx="1416">
                  <c:v>283.95</c:v>
                </c:pt>
                <c:pt idx="1417">
                  <c:v>339.96</c:v>
                </c:pt>
                <c:pt idx="1418">
                  <c:v>305.95999999999998</c:v>
                </c:pt>
                <c:pt idx="1419">
                  <c:v>283.95</c:v>
                </c:pt>
                <c:pt idx="1420">
                  <c:v>330.16</c:v>
                </c:pt>
                <c:pt idx="1421">
                  <c:v>359.95</c:v>
                </c:pt>
                <c:pt idx="1422">
                  <c:v>348.03</c:v>
                </c:pt>
                <c:pt idx="1423">
                  <c:v>204.62</c:v>
                </c:pt>
                <c:pt idx="1424">
                  <c:v>128.77000000000001</c:v>
                </c:pt>
                <c:pt idx="1425">
                  <c:v>169.98</c:v>
                </c:pt>
                <c:pt idx="1426">
                  <c:v>169.98</c:v>
                </c:pt>
                <c:pt idx="1427">
                  <c:v>307.95999999999998</c:v>
                </c:pt>
                <c:pt idx="1428">
                  <c:v>131.97999999999999</c:v>
                </c:pt>
                <c:pt idx="1429">
                  <c:v>100.98</c:v>
                </c:pt>
                <c:pt idx="1430">
                  <c:v>131.97999999999999</c:v>
                </c:pt>
                <c:pt idx="1431">
                  <c:v>169.98</c:v>
                </c:pt>
                <c:pt idx="1432">
                  <c:v>189.97</c:v>
                </c:pt>
                <c:pt idx="1433">
                  <c:v>151.97</c:v>
                </c:pt>
                <c:pt idx="1434">
                  <c:v>204.97</c:v>
                </c:pt>
                <c:pt idx="1435">
                  <c:v>169.98</c:v>
                </c:pt>
                <c:pt idx="1436">
                  <c:v>169.98</c:v>
                </c:pt>
                <c:pt idx="1437">
                  <c:v>198.23</c:v>
                </c:pt>
                <c:pt idx="1438">
                  <c:v>170.97</c:v>
                </c:pt>
                <c:pt idx="1439">
                  <c:v>169.98</c:v>
                </c:pt>
                <c:pt idx="1440">
                  <c:v>160.94</c:v>
                </c:pt>
                <c:pt idx="1441">
                  <c:v>169.98</c:v>
                </c:pt>
                <c:pt idx="1442">
                  <c:v>189.97</c:v>
                </c:pt>
                <c:pt idx="1443">
                  <c:v>131.97999999999999</c:v>
                </c:pt>
                <c:pt idx="1444">
                  <c:v>169.98</c:v>
                </c:pt>
                <c:pt idx="1445">
                  <c:v>119.96</c:v>
                </c:pt>
                <c:pt idx="1446">
                  <c:v>254.97</c:v>
                </c:pt>
                <c:pt idx="1447">
                  <c:v>226.96</c:v>
                </c:pt>
                <c:pt idx="1448">
                  <c:v>229.97</c:v>
                </c:pt>
                <c:pt idx="1449">
                  <c:v>131.97999999999999</c:v>
                </c:pt>
                <c:pt idx="1450">
                  <c:v>189.97</c:v>
                </c:pt>
                <c:pt idx="1451">
                  <c:v>131.97999999999999</c:v>
                </c:pt>
                <c:pt idx="1452">
                  <c:v>151.97</c:v>
                </c:pt>
                <c:pt idx="1453">
                  <c:v>169.98</c:v>
                </c:pt>
                <c:pt idx="1454">
                  <c:v>169.98</c:v>
                </c:pt>
                <c:pt idx="1455">
                  <c:v>169.98</c:v>
                </c:pt>
                <c:pt idx="1456">
                  <c:v>197.97</c:v>
                </c:pt>
                <c:pt idx="1457">
                  <c:v>131.97999999999999</c:v>
                </c:pt>
                <c:pt idx="1458">
                  <c:v>105.58</c:v>
                </c:pt>
                <c:pt idx="1459">
                  <c:v>170.96</c:v>
                </c:pt>
                <c:pt idx="1460">
                  <c:v>145.97</c:v>
                </c:pt>
                <c:pt idx="1461">
                  <c:v>131.97999999999999</c:v>
                </c:pt>
                <c:pt idx="1462">
                  <c:v>263.95999999999998</c:v>
                </c:pt>
                <c:pt idx="1463">
                  <c:v>159.96</c:v>
                </c:pt>
                <c:pt idx="1464">
                  <c:v>199.96</c:v>
                </c:pt>
                <c:pt idx="1465">
                  <c:v>197.97</c:v>
                </c:pt>
                <c:pt idx="1466">
                  <c:v>138.58000000000001</c:v>
                </c:pt>
                <c:pt idx="1467">
                  <c:v>79.98</c:v>
                </c:pt>
                <c:pt idx="1468">
                  <c:v>84.99</c:v>
                </c:pt>
                <c:pt idx="1469">
                  <c:v>170.96</c:v>
                </c:pt>
                <c:pt idx="1470">
                  <c:v>117.96</c:v>
                </c:pt>
                <c:pt idx="1471">
                  <c:v>197.97</c:v>
                </c:pt>
                <c:pt idx="1472">
                  <c:v>248.95</c:v>
                </c:pt>
                <c:pt idx="1473">
                  <c:v>172.97</c:v>
                </c:pt>
                <c:pt idx="1474">
                  <c:v>308.92</c:v>
                </c:pt>
                <c:pt idx="1475">
                  <c:v>100.98</c:v>
                </c:pt>
                <c:pt idx="1476">
                  <c:v>131.97999999999999</c:v>
                </c:pt>
                <c:pt idx="1477">
                  <c:v>144.97</c:v>
                </c:pt>
                <c:pt idx="1478">
                  <c:v>171.65</c:v>
                </c:pt>
                <c:pt idx="1479">
                  <c:v>131.97999999999999</c:v>
                </c:pt>
                <c:pt idx="1480">
                  <c:v>113.23</c:v>
                </c:pt>
                <c:pt idx="1481">
                  <c:v>178.17</c:v>
                </c:pt>
                <c:pt idx="1482">
                  <c:v>210.95</c:v>
                </c:pt>
                <c:pt idx="1483">
                  <c:v>131.97999999999999</c:v>
                </c:pt>
                <c:pt idx="1484">
                  <c:v>145.97</c:v>
                </c:pt>
                <c:pt idx="1485">
                  <c:v>144.97</c:v>
                </c:pt>
                <c:pt idx="1486">
                  <c:v>195.55</c:v>
                </c:pt>
                <c:pt idx="1487">
                  <c:v>131.97999999999999</c:v>
                </c:pt>
                <c:pt idx="1488">
                  <c:v>84.99</c:v>
                </c:pt>
                <c:pt idx="1489">
                  <c:v>134.97999999999999</c:v>
                </c:pt>
                <c:pt idx="1490">
                  <c:v>84.99</c:v>
                </c:pt>
                <c:pt idx="1491">
                  <c:v>66.7</c:v>
                </c:pt>
                <c:pt idx="1492">
                  <c:v>57.98</c:v>
                </c:pt>
                <c:pt idx="1493">
                  <c:v>84.99</c:v>
                </c:pt>
                <c:pt idx="1494">
                  <c:v>134.97999999999999</c:v>
                </c:pt>
                <c:pt idx="1495">
                  <c:v>79.98</c:v>
                </c:pt>
                <c:pt idx="1496">
                  <c:v>83.97</c:v>
                </c:pt>
                <c:pt idx="1497">
                  <c:v>84.99</c:v>
                </c:pt>
                <c:pt idx="1498">
                  <c:v>84.99</c:v>
                </c:pt>
                <c:pt idx="1499">
                  <c:v>79.98</c:v>
                </c:pt>
                <c:pt idx="1500">
                  <c:v>70.709999999999994</c:v>
                </c:pt>
                <c:pt idx="1501">
                  <c:v>79.98</c:v>
                </c:pt>
                <c:pt idx="1502">
                  <c:v>127.98</c:v>
                </c:pt>
                <c:pt idx="1503">
                  <c:v>134.97999999999999</c:v>
                </c:pt>
                <c:pt idx="1504">
                  <c:v>169.98</c:v>
                </c:pt>
                <c:pt idx="1505">
                  <c:v>134.97999999999999</c:v>
                </c:pt>
                <c:pt idx="1506">
                  <c:v>169.98</c:v>
                </c:pt>
                <c:pt idx="1507">
                  <c:v>110.98</c:v>
                </c:pt>
                <c:pt idx="1508">
                  <c:v>84.99</c:v>
                </c:pt>
                <c:pt idx="1509">
                  <c:v>110.96</c:v>
                </c:pt>
                <c:pt idx="1510">
                  <c:v>84.99</c:v>
                </c:pt>
                <c:pt idx="1511">
                  <c:v>84.99</c:v>
                </c:pt>
                <c:pt idx="1512">
                  <c:v>84.99</c:v>
                </c:pt>
                <c:pt idx="1513">
                  <c:v>89.98</c:v>
                </c:pt>
                <c:pt idx="1514">
                  <c:v>169.98</c:v>
                </c:pt>
                <c:pt idx="1515">
                  <c:v>78.989999999999995</c:v>
                </c:pt>
                <c:pt idx="1516">
                  <c:v>124.97</c:v>
                </c:pt>
                <c:pt idx="1517">
                  <c:v>84.99</c:v>
                </c:pt>
                <c:pt idx="1518">
                  <c:v>84.99</c:v>
                </c:pt>
                <c:pt idx="1519">
                  <c:v>93.97</c:v>
                </c:pt>
                <c:pt idx="1520">
                  <c:v>84.99</c:v>
                </c:pt>
                <c:pt idx="1521">
                  <c:v>127.98</c:v>
                </c:pt>
                <c:pt idx="1522">
                  <c:v>134.97999999999999</c:v>
                </c:pt>
                <c:pt idx="1523">
                  <c:v>169.98</c:v>
                </c:pt>
                <c:pt idx="1524">
                  <c:v>92.98</c:v>
                </c:pt>
                <c:pt idx="1525">
                  <c:v>72.94</c:v>
                </c:pt>
                <c:pt idx="1526">
                  <c:v>65.989999999999995</c:v>
                </c:pt>
                <c:pt idx="1527">
                  <c:v>55.98</c:v>
                </c:pt>
                <c:pt idx="1528">
                  <c:v>120.98</c:v>
                </c:pt>
                <c:pt idx="1529">
                  <c:v>84.99</c:v>
                </c:pt>
                <c:pt idx="1530">
                  <c:v>84.99</c:v>
                </c:pt>
                <c:pt idx="1531">
                  <c:v>64.98</c:v>
                </c:pt>
                <c:pt idx="1532">
                  <c:v>84.99</c:v>
                </c:pt>
                <c:pt idx="1533">
                  <c:v>169.98</c:v>
                </c:pt>
                <c:pt idx="1534">
                  <c:v>76.17</c:v>
                </c:pt>
                <c:pt idx="1535">
                  <c:v>79.98</c:v>
                </c:pt>
                <c:pt idx="1536">
                  <c:v>84.99</c:v>
                </c:pt>
                <c:pt idx="1537">
                  <c:v>56.98</c:v>
                </c:pt>
                <c:pt idx="1538">
                  <c:v>221.43</c:v>
                </c:pt>
                <c:pt idx="1539">
                  <c:v>1094.74</c:v>
                </c:pt>
                <c:pt idx="1540">
                  <c:v>1896.82</c:v>
                </c:pt>
                <c:pt idx="1541">
                  <c:v>1364.64</c:v>
                </c:pt>
                <c:pt idx="1542">
                  <c:v>135.41999999999999</c:v>
                </c:pt>
                <c:pt idx="1543">
                  <c:v>201.95</c:v>
                </c:pt>
                <c:pt idx="1544">
                  <c:v>99.96</c:v>
                </c:pt>
                <c:pt idx="1545">
                  <c:v>289.94</c:v>
                </c:pt>
                <c:pt idx="1546">
                  <c:v>198.46</c:v>
                </c:pt>
                <c:pt idx="1547">
                  <c:v>339.96</c:v>
                </c:pt>
                <c:pt idx="1548">
                  <c:v>206.97</c:v>
                </c:pt>
                <c:pt idx="1549">
                  <c:v>369.94</c:v>
                </c:pt>
                <c:pt idx="1550">
                  <c:v>119.97</c:v>
                </c:pt>
                <c:pt idx="1551">
                  <c:v>124.98</c:v>
                </c:pt>
                <c:pt idx="1552">
                  <c:v>339.96</c:v>
                </c:pt>
                <c:pt idx="1553">
                  <c:v>300.95</c:v>
                </c:pt>
                <c:pt idx="1554">
                  <c:v>293.95999999999998</c:v>
                </c:pt>
                <c:pt idx="1555">
                  <c:v>360.93</c:v>
                </c:pt>
                <c:pt idx="1556">
                  <c:v>349.9</c:v>
                </c:pt>
                <c:pt idx="1557">
                  <c:v>59.98</c:v>
                </c:pt>
                <c:pt idx="1558">
                  <c:v>303.92</c:v>
                </c:pt>
                <c:pt idx="1559">
                  <c:v>349.9</c:v>
                </c:pt>
                <c:pt idx="1560">
                  <c:v>260.76</c:v>
                </c:pt>
                <c:pt idx="1561">
                  <c:v>99.96</c:v>
                </c:pt>
                <c:pt idx="1562">
                  <c:v>369.94</c:v>
                </c:pt>
                <c:pt idx="1563">
                  <c:v>339.96</c:v>
                </c:pt>
                <c:pt idx="1564">
                  <c:v>69.98</c:v>
                </c:pt>
                <c:pt idx="1565">
                  <c:v>169.98</c:v>
                </c:pt>
                <c:pt idx="1566">
                  <c:v>379.59</c:v>
                </c:pt>
                <c:pt idx="1567">
                  <c:v>424.95</c:v>
                </c:pt>
                <c:pt idx="1568">
                  <c:v>166.87</c:v>
                </c:pt>
                <c:pt idx="1569">
                  <c:v>131.97999999999999</c:v>
                </c:pt>
                <c:pt idx="1570">
                  <c:v>172.97</c:v>
                </c:pt>
                <c:pt idx="1571">
                  <c:v>254.97</c:v>
                </c:pt>
                <c:pt idx="1572">
                  <c:v>183.09</c:v>
                </c:pt>
                <c:pt idx="1573">
                  <c:v>67.97</c:v>
                </c:pt>
                <c:pt idx="1574">
                  <c:v>254.97</c:v>
                </c:pt>
                <c:pt idx="1575">
                  <c:v>138.58000000000001</c:v>
                </c:pt>
                <c:pt idx="1576">
                  <c:v>94.52</c:v>
                </c:pt>
                <c:pt idx="1577">
                  <c:v>365.95</c:v>
                </c:pt>
                <c:pt idx="1578">
                  <c:v>339.96</c:v>
                </c:pt>
                <c:pt idx="1579">
                  <c:v>169.98</c:v>
                </c:pt>
                <c:pt idx="1580">
                  <c:v>76.489999999999995</c:v>
                </c:pt>
                <c:pt idx="1581">
                  <c:v>339.96</c:v>
                </c:pt>
                <c:pt idx="1582">
                  <c:v>76.489999999999995</c:v>
                </c:pt>
                <c:pt idx="1583">
                  <c:v>55.96</c:v>
                </c:pt>
                <c:pt idx="1584">
                  <c:v>282.95</c:v>
                </c:pt>
                <c:pt idx="1585">
                  <c:v>131.97999999999999</c:v>
                </c:pt>
                <c:pt idx="1586">
                  <c:v>119.97</c:v>
                </c:pt>
                <c:pt idx="1587">
                  <c:v>91.98</c:v>
                </c:pt>
                <c:pt idx="1588">
                  <c:v>334.86</c:v>
                </c:pt>
                <c:pt idx="1589">
                  <c:v>55.96</c:v>
                </c:pt>
                <c:pt idx="1590">
                  <c:v>254.97</c:v>
                </c:pt>
                <c:pt idx="1591">
                  <c:v>508.09</c:v>
                </c:pt>
                <c:pt idx="1592">
                  <c:v>58.98</c:v>
                </c:pt>
                <c:pt idx="1593">
                  <c:v>96.58</c:v>
                </c:pt>
                <c:pt idx="1594">
                  <c:v>121.98</c:v>
                </c:pt>
                <c:pt idx="1595">
                  <c:v>254.97</c:v>
                </c:pt>
                <c:pt idx="1596">
                  <c:v>254.97</c:v>
                </c:pt>
                <c:pt idx="1597">
                  <c:v>339.96</c:v>
                </c:pt>
                <c:pt idx="1598">
                  <c:v>107.96</c:v>
                </c:pt>
                <c:pt idx="1599">
                  <c:v>246.63</c:v>
                </c:pt>
                <c:pt idx="1600">
                  <c:v>251.57</c:v>
                </c:pt>
                <c:pt idx="1601">
                  <c:v>131.97999999999999</c:v>
                </c:pt>
                <c:pt idx="1602">
                  <c:v>69.98</c:v>
                </c:pt>
                <c:pt idx="1603">
                  <c:v>334.01</c:v>
                </c:pt>
                <c:pt idx="1604">
                  <c:v>172.97</c:v>
                </c:pt>
                <c:pt idx="1605">
                  <c:v>254.97</c:v>
                </c:pt>
                <c:pt idx="1606">
                  <c:v>34.979999999999997</c:v>
                </c:pt>
                <c:pt idx="1607">
                  <c:v>328.37</c:v>
                </c:pt>
                <c:pt idx="1608">
                  <c:v>84.99</c:v>
                </c:pt>
                <c:pt idx="1609">
                  <c:v>254.97</c:v>
                </c:pt>
                <c:pt idx="1610">
                  <c:v>223.94</c:v>
                </c:pt>
                <c:pt idx="1611">
                  <c:v>119.97</c:v>
                </c:pt>
                <c:pt idx="1612">
                  <c:v>1619.46</c:v>
                </c:pt>
                <c:pt idx="1613">
                  <c:v>1502.14</c:v>
                </c:pt>
                <c:pt idx="1614">
                  <c:v>771.52</c:v>
                </c:pt>
                <c:pt idx="1615">
                  <c:v>1739.42</c:v>
                </c:pt>
                <c:pt idx="1616">
                  <c:v>1799.4</c:v>
                </c:pt>
                <c:pt idx="1617">
                  <c:v>1199.5999999999999</c:v>
                </c:pt>
                <c:pt idx="1618">
                  <c:v>1939.3</c:v>
                </c:pt>
                <c:pt idx="1619">
                  <c:v>166.98</c:v>
                </c:pt>
                <c:pt idx="1620">
                  <c:v>169.98</c:v>
                </c:pt>
                <c:pt idx="1621">
                  <c:v>163.97</c:v>
                </c:pt>
                <c:pt idx="1622">
                  <c:v>168.28</c:v>
                </c:pt>
                <c:pt idx="1623">
                  <c:v>163.24</c:v>
                </c:pt>
                <c:pt idx="1624">
                  <c:v>64.67</c:v>
                </c:pt>
                <c:pt idx="1625">
                  <c:v>139.97999999999999</c:v>
                </c:pt>
                <c:pt idx="1626">
                  <c:v>168.28</c:v>
                </c:pt>
                <c:pt idx="1627">
                  <c:v>169.98</c:v>
                </c:pt>
                <c:pt idx="1628">
                  <c:v>158.28</c:v>
                </c:pt>
                <c:pt idx="1629">
                  <c:v>148.65</c:v>
                </c:pt>
                <c:pt idx="1630">
                  <c:v>198.26</c:v>
                </c:pt>
                <c:pt idx="1631">
                  <c:v>130.47999999999999</c:v>
                </c:pt>
                <c:pt idx="1632">
                  <c:v>152.80000000000001</c:v>
                </c:pt>
                <c:pt idx="1633">
                  <c:v>159.13</c:v>
                </c:pt>
                <c:pt idx="1634">
                  <c:v>169.98</c:v>
                </c:pt>
                <c:pt idx="1635">
                  <c:v>130.47999999999999</c:v>
                </c:pt>
                <c:pt idx="1636">
                  <c:v>81.75</c:v>
                </c:pt>
                <c:pt idx="1637">
                  <c:v>163.61000000000001</c:v>
                </c:pt>
                <c:pt idx="1638">
                  <c:v>169.98</c:v>
                </c:pt>
                <c:pt idx="1639">
                  <c:v>168.28</c:v>
                </c:pt>
                <c:pt idx="1640">
                  <c:v>259.45</c:v>
                </c:pt>
                <c:pt idx="1641">
                  <c:v>128.68</c:v>
                </c:pt>
                <c:pt idx="1642">
                  <c:v>152.97999999999999</c:v>
                </c:pt>
                <c:pt idx="1643">
                  <c:v>168.28</c:v>
                </c:pt>
                <c:pt idx="1644">
                  <c:v>288.97000000000003</c:v>
                </c:pt>
                <c:pt idx="1645">
                  <c:v>169.98</c:v>
                </c:pt>
                <c:pt idx="1646">
                  <c:v>129.07</c:v>
                </c:pt>
                <c:pt idx="1647">
                  <c:v>196.96</c:v>
                </c:pt>
                <c:pt idx="1648">
                  <c:v>163.75</c:v>
                </c:pt>
                <c:pt idx="1649">
                  <c:v>169.98</c:v>
                </c:pt>
                <c:pt idx="1650">
                  <c:v>10.99</c:v>
                </c:pt>
                <c:pt idx="1651">
                  <c:v>305.94</c:v>
                </c:pt>
                <c:pt idx="1652">
                  <c:v>147.96</c:v>
                </c:pt>
                <c:pt idx="1653">
                  <c:v>226.94</c:v>
                </c:pt>
                <c:pt idx="1654">
                  <c:v>254.95</c:v>
                </c:pt>
                <c:pt idx="1655">
                  <c:v>139.94999999999999</c:v>
                </c:pt>
                <c:pt idx="1656">
                  <c:v>234.93</c:v>
                </c:pt>
                <c:pt idx="1657">
                  <c:v>235.95</c:v>
                </c:pt>
                <c:pt idx="1658">
                  <c:v>140.94999999999999</c:v>
                </c:pt>
                <c:pt idx="1659">
                  <c:v>239.97</c:v>
                </c:pt>
                <c:pt idx="1660">
                  <c:v>319.95999999999998</c:v>
                </c:pt>
                <c:pt idx="1661">
                  <c:v>289.95999999999998</c:v>
                </c:pt>
                <c:pt idx="1662">
                  <c:v>328.93</c:v>
                </c:pt>
                <c:pt idx="1663">
                  <c:v>100.96</c:v>
                </c:pt>
                <c:pt idx="1664">
                  <c:v>287.93</c:v>
                </c:pt>
                <c:pt idx="1665">
                  <c:v>384.92</c:v>
                </c:pt>
                <c:pt idx="1666">
                  <c:v>302.92</c:v>
                </c:pt>
                <c:pt idx="1667">
                  <c:v>138.91999999999999</c:v>
                </c:pt>
                <c:pt idx="1668">
                  <c:v>254.24</c:v>
                </c:pt>
                <c:pt idx="1669">
                  <c:v>324.95999999999998</c:v>
                </c:pt>
                <c:pt idx="1670">
                  <c:v>210.95</c:v>
                </c:pt>
                <c:pt idx="1671">
                  <c:v>319.95999999999998</c:v>
                </c:pt>
                <c:pt idx="1672">
                  <c:v>265.95</c:v>
                </c:pt>
                <c:pt idx="1673">
                  <c:v>239.97</c:v>
                </c:pt>
                <c:pt idx="1674">
                  <c:v>322.93</c:v>
                </c:pt>
                <c:pt idx="1675">
                  <c:v>239.97</c:v>
                </c:pt>
                <c:pt idx="1676">
                  <c:v>131.97999999999999</c:v>
                </c:pt>
                <c:pt idx="1677">
                  <c:v>131.97999999999999</c:v>
                </c:pt>
                <c:pt idx="1678">
                  <c:v>131.94999999999999</c:v>
                </c:pt>
                <c:pt idx="1679">
                  <c:v>334.32</c:v>
                </c:pt>
                <c:pt idx="1680">
                  <c:v>314.95999999999998</c:v>
                </c:pt>
                <c:pt idx="1681">
                  <c:v>139.97999999999999</c:v>
                </c:pt>
                <c:pt idx="1682">
                  <c:v>130.68</c:v>
                </c:pt>
                <c:pt idx="1683">
                  <c:v>169.98</c:v>
                </c:pt>
                <c:pt idx="1684">
                  <c:v>339.96</c:v>
                </c:pt>
                <c:pt idx="1685">
                  <c:v>225.44</c:v>
                </c:pt>
                <c:pt idx="1686">
                  <c:v>65.989999999999995</c:v>
                </c:pt>
                <c:pt idx="1687">
                  <c:v>131.97999999999999</c:v>
                </c:pt>
                <c:pt idx="1688">
                  <c:v>339.96</c:v>
                </c:pt>
                <c:pt idx="1689">
                  <c:v>163.83000000000001</c:v>
                </c:pt>
                <c:pt idx="1690">
                  <c:v>169.98</c:v>
                </c:pt>
                <c:pt idx="1691">
                  <c:v>128.05000000000001</c:v>
                </c:pt>
                <c:pt idx="1692">
                  <c:v>322.95999999999998</c:v>
                </c:pt>
                <c:pt idx="1693">
                  <c:v>287.16000000000003</c:v>
                </c:pt>
                <c:pt idx="1694">
                  <c:v>339.96</c:v>
                </c:pt>
                <c:pt idx="1695">
                  <c:v>148.03</c:v>
                </c:pt>
                <c:pt idx="1696">
                  <c:v>336.56</c:v>
                </c:pt>
                <c:pt idx="1697">
                  <c:v>159.32</c:v>
                </c:pt>
                <c:pt idx="1698">
                  <c:v>130</c:v>
                </c:pt>
                <c:pt idx="1699">
                  <c:v>169.98</c:v>
                </c:pt>
                <c:pt idx="1700">
                  <c:v>131.97999999999999</c:v>
                </c:pt>
                <c:pt idx="1701">
                  <c:v>339.96</c:v>
                </c:pt>
                <c:pt idx="1702">
                  <c:v>339.96</c:v>
                </c:pt>
                <c:pt idx="1703">
                  <c:v>239.97</c:v>
                </c:pt>
                <c:pt idx="1704">
                  <c:v>137.97999999999999</c:v>
                </c:pt>
                <c:pt idx="1705">
                  <c:v>135.97999999999999</c:v>
                </c:pt>
                <c:pt idx="1706">
                  <c:v>159.97</c:v>
                </c:pt>
                <c:pt idx="1707">
                  <c:v>129.28</c:v>
                </c:pt>
                <c:pt idx="1708">
                  <c:v>94.98</c:v>
                </c:pt>
                <c:pt idx="1709">
                  <c:v>159.97999999999999</c:v>
                </c:pt>
                <c:pt idx="1710">
                  <c:v>189.96</c:v>
                </c:pt>
                <c:pt idx="1711">
                  <c:v>159.97999999999999</c:v>
                </c:pt>
                <c:pt idx="1712">
                  <c:v>174.97</c:v>
                </c:pt>
                <c:pt idx="1713">
                  <c:v>172.96</c:v>
                </c:pt>
                <c:pt idx="1714">
                  <c:v>139.97999999999999</c:v>
                </c:pt>
                <c:pt idx="1715">
                  <c:v>119.98</c:v>
                </c:pt>
                <c:pt idx="1716">
                  <c:v>125.98</c:v>
                </c:pt>
                <c:pt idx="1717">
                  <c:v>174.97</c:v>
                </c:pt>
                <c:pt idx="1718">
                  <c:v>159.97999999999999</c:v>
                </c:pt>
                <c:pt idx="1719">
                  <c:v>157.97</c:v>
                </c:pt>
                <c:pt idx="1720">
                  <c:v>171.97</c:v>
                </c:pt>
                <c:pt idx="1721">
                  <c:v>239.97</c:v>
                </c:pt>
                <c:pt idx="1722">
                  <c:v>176.96</c:v>
                </c:pt>
                <c:pt idx="1723">
                  <c:v>136.97</c:v>
                </c:pt>
                <c:pt idx="1724">
                  <c:v>119.98</c:v>
                </c:pt>
                <c:pt idx="1725">
                  <c:v>121.98</c:v>
                </c:pt>
                <c:pt idx="1726">
                  <c:v>159.97999999999999</c:v>
                </c:pt>
                <c:pt idx="1727">
                  <c:v>85.98</c:v>
                </c:pt>
                <c:pt idx="1728">
                  <c:v>174.56</c:v>
                </c:pt>
                <c:pt idx="1729">
                  <c:v>174.97</c:v>
                </c:pt>
                <c:pt idx="1730">
                  <c:v>131.97999999999999</c:v>
                </c:pt>
                <c:pt idx="1731">
                  <c:v>169.98</c:v>
                </c:pt>
                <c:pt idx="1732">
                  <c:v>197.97</c:v>
                </c:pt>
                <c:pt idx="1733">
                  <c:v>159.32</c:v>
                </c:pt>
                <c:pt idx="1734">
                  <c:v>169.98</c:v>
                </c:pt>
                <c:pt idx="1735">
                  <c:v>197.97</c:v>
                </c:pt>
                <c:pt idx="1736">
                  <c:v>129.07</c:v>
                </c:pt>
                <c:pt idx="1737">
                  <c:v>131.97999999999999</c:v>
                </c:pt>
                <c:pt idx="1738">
                  <c:v>169.98</c:v>
                </c:pt>
                <c:pt idx="1739">
                  <c:v>257.83</c:v>
                </c:pt>
                <c:pt idx="1740">
                  <c:v>254.97</c:v>
                </c:pt>
                <c:pt idx="1741">
                  <c:v>254.97</c:v>
                </c:pt>
                <c:pt idx="1742">
                  <c:v>111.21</c:v>
                </c:pt>
                <c:pt idx="1743">
                  <c:v>169.98</c:v>
                </c:pt>
                <c:pt idx="1744">
                  <c:v>169.98</c:v>
                </c:pt>
                <c:pt idx="1745">
                  <c:v>84.99</c:v>
                </c:pt>
                <c:pt idx="1746">
                  <c:v>169.98</c:v>
                </c:pt>
                <c:pt idx="1747">
                  <c:v>254.97</c:v>
                </c:pt>
                <c:pt idx="1748">
                  <c:v>172.97</c:v>
                </c:pt>
                <c:pt idx="1749">
                  <c:v>158.71</c:v>
                </c:pt>
                <c:pt idx="1750">
                  <c:v>131.97999999999999</c:v>
                </c:pt>
                <c:pt idx="1751">
                  <c:v>169.98</c:v>
                </c:pt>
                <c:pt idx="1752">
                  <c:v>246.25</c:v>
                </c:pt>
                <c:pt idx="1753">
                  <c:v>169.98</c:v>
                </c:pt>
                <c:pt idx="1754">
                  <c:v>169.98</c:v>
                </c:pt>
                <c:pt idx="1755">
                  <c:v>197.97</c:v>
                </c:pt>
                <c:pt idx="1756">
                  <c:v>159.97999999999999</c:v>
                </c:pt>
                <c:pt idx="1757">
                  <c:v>254.97</c:v>
                </c:pt>
                <c:pt idx="1758">
                  <c:v>383.93</c:v>
                </c:pt>
                <c:pt idx="1759">
                  <c:v>337.26</c:v>
                </c:pt>
                <c:pt idx="1760">
                  <c:v>314.95999999999998</c:v>
                </c:pt>
                <c:pt idx="1761">
                  <c:v>266.56</c:v>
                </c:pt>
                <c:pt idx="1762">
                  <c:v>367.7</c:v>
                </c:pt>
                <c:pt idx="1763">
                  <c:v>292.69</c:v>
                </c:pt>
                <c:pt idx="1764">
                  <c:v>529.98</c:v>
                </c:pt>
                <c:pt idx="1765">
                  <c:v>243.26</c:v>
                </c:pt>
                <c:pt idx="1766">
                  <c:v>309.91000000000003</c:v>
                </c:pt>
                <c:pt idx="1767">
                  <c:v>149.94999999999999</c:v>
                </c:pt>
                <c:pt idx="1768">
                  <c:v>129.06</c:v>
                </c:pt>
                <c:pt idx="1769">
                  <c:v>235.95</c:v>
                </c:pt>
                <c:pt idx="1770">
                  <c:v>235.95</c:v>
                </c:pt>
                <c:pt idx="1771">
                  <c:v>216.96</c:v>
                </c:pt>
                <c:pt idx="1772">
                  <c:v>235.95</c:v>
                </c:pt>
                <c:pt idx="1773">
                  <c:v>172.97</c:v>
                </c:pt>
                <c:pt idx="1774">
                  <c:v>197.97</c:v>
                </c:pt>
                <c:pt idx="1775">
                  <c:v>37.979999999999997</c:v>
                </c:pt>
                <c:pt idx="1776">
                  <c:v>197.97</c:v>
                </c:pt>
                <c:pt idx="1777">
                  <c:v>169.98</c:v>
                </c:pt>
                <c:pt idx="1778">
                  <c:v>197.97</c:v>
                </c:pt>
                <c:pt idx="1779">
                  <c:v>271.94</c:v>
                </c:pt>
                <c:pt idx="1780">
                  <c:v>235.95</c:v>
                </c:pt>
                <c:pt idx="1781">
                  <c:v>220.44</c:v>
                </c:pt>
                <c:pt idx="1782">
                  <c:v>235.95</c:v>
                </c:pt>
                <c:pt idx="1783">
                  <c:v>197.97</c:v>
                </c:pt>
                <c:pt idx="1784">
                  <c:v>197.97</c:v>
                </c:pt>
                <c:pt idx="1785">
                  <c:v>235.95</c:v>
                </c:pt>
                <c:pt idx="1786">
                  <c:v>235.95</c:v>
                </c:pt>
                <c:pt idx="1787">
                  <c:v>235.95</c:v>
                </c:pt>
                <c:pt idx="1788">
                  <c:v>216.96</c:v>
                </c:pt>
                <c:pt idx="1789">
                  <c:v>235.95</c:v>
                </c:pt>
                <c:pt idx="1790">
                  <c:v>235.95</c:v>
                </c:pt>
                <c:pt idx="1791">
                  <c:v>197.97</c:v>
                </c:pt>
                <c:pt idx="1792">
                  <c:v>197.97</c:v>
                </c:pt>
                <c:pt idx="1793">
                  <c:v>197.97</c:v>
                </c:pt>
                <c:pt idx="1794">
                  <c:v>235.95</c:v>
                </c:pt>
                <c:pt idx="1795">
                  <c:v>235.95</c:v>
                </c:pt>
                <c:pt idx="1796">
                  <c:v>172.97</c:v>
                </c:pt>
                <c:pt idx="1797">
                  <c:v>235.95</c:v>
                </c:pt>
                <c:pt idx="1798">
                  <c:v>263.95999999999998</c:v>
                </c:pt>
                <c:pt idx="1799">
                  <c:v>197.97</c:v>
                </c:pt>
                <c:pt idx="1800">
                  <c:v>235.95</c:v>
                </c:pt>
                <c:pt idx="1801">
                  <c:v>235.95</c:v>
                </c:pt>
                <c:pt idx="1802">
                  <c:v>254.97</c:v>
                </c:pt>
                <c:pt idx="1803">
                  <c:v>238.97</c:v>
                </c:pt>
                <c:pt idx="1804">
                  <c:v>245.48</c:v>
                </c:pt>
                <c:pt idx="1805">
                  <c:v>245.06</c:v>
                </c:pt>
                <c:pt idx="1806">
                  <c:v>252.42</c:v>
                </c:pt>
                <c:pt idx="1807">
                  <c:v>226.37</c:v>
                </c:pt>
                <c:pt idx="1808">
                  <c:v>197.97</c:v>
                </c:pt>
                <c:pt idx="1809">
                  <c:v>254.97</c:v>
                </c:pt>
                <c:pt idx="1810">
                  <c:v>195.39</c:v>
                </c:pt>
                <c:pt idx="1811">
                  <c:v>197.97</c:v>
                </c:pt>
                <c:pt idx="1812">
                  <c:v>229.97</c:v>
                </c:pt>
                <c:pt idx="1813">
                  <c:v>195.99</c:v>
                </c:pt>
                <c:pt idx="1814">
                  <c:v>339.96</c:v>
                </c:pt>
                <c:pt idx="1815">
                  <c:v>252.42</c:v>
                </c:pt>
                <c:pt idx="1816">
                  <c:v>197.97</c:v>
                </c:pt>
                <c:pt idx="1817">
                  <c:v>257.93</c:v>
                </c:pt>
                <c:pt idx="1818">
                  <c:v>254.97</c:v>
                </c:pt>
                <c:pt idx="1819">
                  <c:v>178.17</c:v>
                </c:pt>
                <c:pt idx="1820">
                  <c:v>252.42</c:v>
                </c:pt>
                <c:pt idx="1821">
                  <c:v>197.97</c:v>
                </c:pt>
                <c:pt idx="1822">
                  <c:v>241.77</c:v>
                </c:pt>
                <c:pt idx="1823">
                  <c:v>172.97</c:v>
                </c:pt>
                <c:pt idx="1824">
                  <c:v>254.97</c:v>
                </c:pt>
                <c:pt idx="1825">
                  <c:v>241.42</c:v>
                </c:pt>
                <c:pt idx="1826">
                  <c:v>182.13</c:v>
                </c:pt>
                <c:pt idx="1827">
                  <c:v>254.97</c:v>
                </c:pt>
                <c:pt idx="1828">
                  <c:v>178.17</c:v>
                </c:pt>
                <c:pt idx="1829">
                  <c:v>249.87</c:v>
                </c:pt>
                <c:pt idx="1830">
                  <c:v>197.97</c:v>
                </c:pt>
                <c:pt idx="1831">
                  <c:v>250.44</c:v>
                </c:pt>
                <c:pt idx="1832">
                  <c:v>146.1</c:v>
                </c:pt>
                <c:pt idx="1833">
                  <c:v>159.69999999999999</c:v>
                </c:pt>
                <c:pt idx="1834">
                  <c:v>135.74</c:v>
                </c:pt>
                <c:pt idx="1835">
                  <c:v>188.03</c:v>
                </c:pt>
                <c:pt idx="1836">
                  <c:v>147.6</c:v>
                </c:pt>
                <c:pt idx="1837">
                  <c:v>159.69999999999999</c:v>
                </c:pt>
                <c:pt idx="1838">
                  <c:v>159.69999999999999</c:v>
                </c:pt>
                <c:pt idx="1839">
                  <c:v>159.69999999999999</c:v>
                </c:pt>
                <c:pt idx="1840">
                  <c:v>159.69999999999999</c:v>
                </c:pt>
                <c:pt idx="1841">
                  <c:v>96.79</c:v>
                </c:pt>
                <c:pt idx="1842">
                  <c:v>159.69999999999999</c:v>
                </c:pt>
                <c:pt idx="1843">
                  <c:v>159.69999999999999</c:v>
                </c:pt>
                <c:pt idx="1844">
                  <c:v>159.69999999999999</c:v>
                </c:pt>
                <c:pt idx="1845">
                  <c:v>159.69999999999999</c:v>
                </c:pt>
                <c:pt idx="1846">
                  <c:v>159.69999999999999</c:v>
                </c:pt>
                <c:pt idx="1847">
                  <c:v>147.6</c:v>
                </c:pt>
                <c:pt idx="1848">
                  <c:v>159.69999999999999</c:v>
                </c:pt>
                <c:pt idx="1849">
                  <c:v>159.69999999999999</c:v>
                </c:pt>
                <c:pt idx="1850">
                  <c:v>202.03</c:v>
                </c:pt>
                <c:pt idx="1851">
                  <c:v>159.69999999999999</c:v>
                </c:pt>
                <c:pt idx="1852">
                  <c:v>139.56</c:v>
                </c:pt>
                <c:pt idx="1853">
                  <c:v>147.6</c:v>
                </c:pt>
                <c:pt idx="1854">
                  <c:v>159.69999999999999</c:v>
                </c:pt>
                <c:pt idx="1855">
                  <c:v>159.69999999999999</c:v>
                </c:pt>
                <c:pt idx="1856">
                  <c:v>79.989999999999995</c:v>
                </c:pt>
                <c:pt idx="1857">
                  <c:v>147.6</c:v>
                </c:pt>
                <c:pt idx="1858">
                  <c:v>145.15</c:v>
                </c:pt>
                <c:pt idx="1859">
                  <c:v>147.6</c:v>
                </c:pt>
                <c:pt idx="1860">
                  <c:v>159.69999999999999</c:v>
                </c:pt>
                <c:pt idx="1861">
                  <c:v>159.69999999999999</c:v>
                </c:pt>
                <c:pt idx="1862">
                  <c:v>159.69999999999999</c:v>
                </c:pt>
                <c:pt idx="1863">
                  <c:v>162.09</c:v>
                </c:pt>
                <c:pt idx="1864">
                  <c:v>162.09</c:v>
                </c:pt>
                <c:pt idx="1865">
                  <c:v>211.69</c:v>
                </c:pt>
                <c:pt idx="1866">
                  <c:v>162.09</c:v>
                </c:pt>
                <c:pt idx="1867">
                  <c:v>162.33000000000001</c:v>
                </c:pt>
                <c:pt idx="1868">
                  <c:v>162.33000000000001</c:v>
                </c:pt>
                <c:pt idx="1869">
                  <c:v>162.09</c:v>
                </c:pt>
                <c:pt idx="1870">
                  <c:v>162.09</c:v>
                </c:pt>
                <c:pt idx="1871">
                  <c:v>162.09</c:v>
                </c:pt>
                <c:pt idx="1872">
                  <c:v>162.09</c:v>
                </c:pt>
                <c:pt idx="1873">
                  <c:v>211.69</c:v>
                </c:pt>
                <c:pt idx="1874">
                  <c:v>162.09</c:v>
                </c:pt>
                <c:pt idx="1875">
                  <c:v>162.09</c:v>
                </c:pt>
                <c:pt idx="1876">
                  <c:v>138.61000000000001</c:v>
                </c:pt>
                <c:pt idx="1877">
                  <c:v>138.61000000000001</c:v>
                </c:pt>
                <c:pt idx="1878">
                  <c:v>162.33000000000001</c:v>
                </c:pt>
                <c:pt idx="1879">
                  <c:v>162.09</c:v>
                </c:pt>
                <c:pt idx="1880">
                  <c:v>162.33000000000001</c:v>
                </c:pt>
                <c:pt idx="1881">
                  <c:v>138.13999999999999</c:v>
                </c:pt>
                <c:pt idx="1882">
                  <c:v>162.33000000000001</c:v>
                </c:pt>
                <c:pt idx="1883">
                  <c:v>138.13999999999999</c:v>
                </c:pt>
                <c:pt idx="1884">
                  <c:v>162.33000000000001</c:v>
                </c:pt>
                <c:pt idx="1885">
                  <c:v>162.09</c:v>
                </c:pt>
                <c:pt idx="1886">
                  <c:v>162.09</c:v>
                </c:pt>
                <c:pt idx="1887">
                  <c:v>162.09</c:v>
                </c:pt>
                <c:pt idx="1888">
                  <c:v>162.09</c:v>
                </c:pt>
                <c:pt idx="1889">
                  <c:v>154.11000000000001</c:v>
                </c:pt>
                <c:pt idx="1890">
                  <c:v>154.11000000000001</c:v>
                </c:pt>
                <c:pt idx="1891">
                  <c:v>241.94</c:v>
                </c:pt>
                <c:pt idx="1892">
                  <c:v>241.94</c:v>
                </c:pt>
                <c:pt idx="1893">
                  <c:v>162.33000000000001</c:v>
                </c:pt>
                <c:pt idx="1894">
                  <c:v>162.33000000000001</c:v>
                </c:pt>
                <c:pt idx="1895">
                  <c:v>162.33000000000001</c:v>
                </c:pt>
                <c:pt idx="1896">
                  <c:v>162.33000000000001</c:v>
                </c:pt>
                <c:pt idx="1897">
                  <c:v>162.09</c:v>
                </c:pt>
                <c:pt idx="1898">
                  <c:v>162.09</c:v>
                </c:pt>
                <c:pt idx="1899">
                  <c:v>151.69</c:v>
                </c:pt>
                <c:pt idx="1900">
                  <c:v>162.09</c:v>
                </c:pt>
                <c:pt idx="1901">
                  <c:v>151.69</c:v>
                </c:pt>
                <c:pt idx="1902">
                  <c:v>162.09</c:v>
                </c:pt>
                <c:pt idx="1903">
                  <c:v>162.09</c:v>
                </c:pt>
                <c:pt idx="1904">
                  <c:v>159.69999999999999</c:v>
                </c:pt>
                <c:pt idx="1905">
                  <c:v>149.99</c:v>
                </c:pt>
                <c:pt idx="1906">
                  <c:v>162.09</c:v>
                </c:pt>
                <c:pt idx="1907">
                  <c:v>149.99</c:v>
                </c:pt>
                <c:pt idx="1908">
                  <c:v>159.69999999999999</c:v>
                </c:pt>
                <c:pt idx="1909">
                  <c:v>162.09</c:v>
                </c:pt>
                <c:pt idx="1910">
                  <c:v>162.09</c:v>
                </c:pt>
                <c:pt idx="1911">
                  <c:v>84.99</c:v>
                </c:pt>
                <c:pt idx="1912">
                  <c:v>131.97999999999999</c:v>
                </c:pt>
                <c:pt idx="1913">
                  <c:v>169.98</c:v>
                </c:pt>
                <c:pt idx="1914">
                  <c:v>84.99</c:v>
                </c:pt>
                <c:pt idx="1915">
                  <c:v>84.99</c:v>
                </c:pt>
                <c:pt idx="1916">
                  <c:v>124.98</c:v>
                </c:pt>
                <c:pt idx="1917">
                  <c:v>65.989999999999995</c:v>
                </c:pt>
                <c:pt idx="1918">
                  <c:v>141.97999999999999</c:v>
                </c:pt>
                <c:pt idx="1919">
                  <c:v>188.97</c:v>
                </c:pt>
                <c:pt idx="1920">
                  <c:v>84.99</c:v>
                </c:pt>
                <c:pt idx="1921">
                  <c:v>65.989999999999995</c:v>
                </c:pt>
                <c:pt idx="1922">
                  <c:v>49.99</c:v>
                </c:pt>
                <c:pt idx="1923">
                  <c:v>84.99</c:v>
                </c:pt>
                <c:pt idx="1924">
                  <c:v>84.99</c:v>
                </c:pt>
                <c:pt idx="1925">
                  <c:v>78.099999999999994</c:v>
                </c:pt>
                <c:pt idx="1926">
                  <c:v>131.97999999999999</c:v>
                </c:pt>
                <c:pt idx="1927">
                  <c:v>65.989999999999995</c:v>
                </c:pt>
                <c:pt idx="1928">
                  <c:v>84.99</c:v>
                </c:pt>
                <c:pt idx="1929">
                  <c:v>84.99</c:v>
                </c:pt>
                <c:pt idx="1930">
                  <c:v>134.97999999999999</c:v>
                </c:pt>
                <c:pt idx="1931">
                  <c:v>84.99</c:v>
                </c:pt>
                <c:pt idx="1932">
                  <c:v>79.89</c:v>
                </c:pt>
                <c:pt idx="1933">
                  <c:v>131.97999999999999</c:v>
                </c:pt>
                <c:pt idx="1934">
                  <c:v>103.98</c:v>
                </c:pt>
                <c:pt idx="1935">
                  <c:v>84.99</c:v>
                </c:pt>
                <c:pt idx="1936">
                  <c:v>131.97999999999999</c:v>
                </c:pt>
                <c:pt idx="1937">
                  <c:v>84.99</c:v>
                </c:pt>
                <c:pt idx="1938">
                  <c:v>65.989999999999995</c:v>
                </c:pt>
                <c:pt idx="1939">
                  <c:v>84.99</c:v>
                </c:pt>
                <c:pt idx="1940">
                  <c:v>84.99</c:v>
                </c:pt>
                <c:pt idx="1941">
                  <c:v>81.59</c:v>
                </c:pt>
                <c:pt idx="1942">
                  <c:v>84.98</c:v>
                </c:pt>
                <c:pt idx="1943">
                  <c:v>84.99</c:v>
                </c:pt>
                <c:pt idx="1944">
                  <c:v>84.99</c:v>
                </c:pt>
                <c:pt idx="1945">
                  <c:v>84.99</c:v>
                </c:pt>
                <c:pt idx="1946">
                  <c:v>84.99</c:v>
                </c:pt>
                <c:pt idx="1947">
                  <c:v>72.05</c:v>
                </c:pt>
                <c:pt idx="1948">
                  <c:v>84.99</c:v>
                </c:pt>
                <c:pt idx="1949">
                  <c:v>84.99</c:v>
                </c:pt>
                <c:pt idx="1950">
                  <c:v>84.98</c:v>
                </c:pt>
                <c:pt idx="1951">
                  <c:v>84.99</c:v>
                </c:pt>
                <c:pt idx="1952">
                  <c:v>84.99</c:v>
                </c:pt>
                <c:pt idx="1953">
                  <c:v>84.99</c:v>
                </c:pt>
                <c:pt idx="1954">
                  <c:v>169.98</c:v>
                </c:pt>
                <c:pt idx="1955">
                  <c:v>84.99</c:v>
                </c:pt>
                <c:pt idx="1956">
                  <c:v>84.99</c:v>
                </c:pt>
                <c:pt idx="1957">
                  <c:v>154.97999999999999</c:v>
                </c:pt>
                <c:pt idx="1958">
                  <c:v>84.99</c:v>
                </c:pt>
                <c:pt idx="1959">
                  <c:v>84.99</c:v>
                </c:pt>
                <c:pt idx="1960">
                  <c:v>57.86</c:v>
                </c:pt>
                <c:pt idx="1961">
                  <c:v>84.99</c:v>
                </c:pt>
                <c:pt idx="1962">
                  <c:v>65.989999999999995</c:v>
                </c:pt>
                <c:pt idx="1963">
                  <c:v>84.99</c:v>
                </c:pt>
                <c:pt idx="1964">
                  <c:v>65.989999999999995</c:v>
                </c:pt>
                <c:pt idx="1965">
                  <c:v>84.99</c:v>
                </c:pt>
                <c:pt idx="1966">
                  <c:v>84.99</c:v>
                </c:pt>
                <c:pt idx="1967">
                  <c:v>84.99</c:v>
                </c:pt>
                <c:pt idx="1968">
                  <c:v>84.99</c:v>
                </c:pt>
                <c:pt idx="1969">
                  <c:v>84.99</c:v>
                </c:pt>
                <c:pt idx="1970">
                  <c:v>84.99</c:v>
                </c:pt>
                <c:pt idx="1971">
                  <c:v>65.989999999999995</c:v>
                </c:pt>
                <c:pt idx="1972">
                  <c:v>169.98</c:v>
                </c:pt>
                <c:pt idx="1973">
                  <c:v>84.99</c:v>
                </c:pt>
                <c:pt idx="1974">
                  <c:v>61.96</c:v>
                </c:pt>
                <c:pt idx="1975">
                  <c:v>61.96</c:v>
                </c:pt>
                <c:pt idx="1976">
                  <c:v>61.96</c:v>
                </c:pt>
                <c:pt idx="1977">
                  <c:v>71.95</c:v>
                </c:pt>
                <c:pt idx="1978">
                  <c:v>71.95</c:v>
                </c:pt>
                <c:pt idx="1979">
                  <c:v>126.92</c:v>
                </c:pt>
                <c:pt idx="1980">
                  <c:v>61.96</c:v>
                </c:pt>
                <c:pt idx="1981">
                  <c:v>52.2</c:v>
                </c:pt>
                <c:pt idx="1982">
                  <c:v>71.95</c:v>
                </c:pt>
                <c:pt idx="1983">
                  <c:v>71.95</c:v>
                </c:pt>
                <c:pt idx="1984">
                  <c:v>126.92</c:v>
                </c:pt>
                <c:pt idx="1985">
                  <c:v>52.2</c:v>
                </c:pt>
                <c:pt idx="1986">
                  <c:v>159.06</c:v>
                </c:pt>
                <c:pt idx="1987">
                  <c:v>168.28</c:v>
                </c:pt>
                <c:pt idx="1988">
                  <c:v>157.1</c:v>
                </c:pt>
                <c:pt idx="1989">
                  <c:v>65.989999999999995</c:v>
                </c:pt>
                <c:pt idx="1990">
                  <c:v>225.27</c:v>
                </c:pt>
                <c:pt idx="1991">
                  <c:v>63.67</c:v>
                </c:pt>
                <c:pt idx="1992">
                  <c:v>163.43</c:v>
                </c:pt>
                <c:pt idx="1993">
                  <c:v>169.13</c:v>
                </c:pt>
                <c:pt idx="1994">
                  <c:v>167.42</c:v>
                </c:pt>
                <c:pt idx="1995">
                  <c:v>84.14</c:v>
                </c:pt>
                <c:pt idx="1996">
                  <c:v>131.97999999999999</c:v>
                </c:pt>
                <c:pt idx="1997">
                  <c:v>64.010000000000005</c:v>
                </c:pt>
                <c:pt idx="1998">
                  <c:v>128.36000000000001</c:v>
                </c:pt>
                <c:pt idx="1999">
                  <c:v>168.28</c:v>
                </c:pt>
                <c:pt idx="2000">
                  <c:v>74.819999999999993</c:v>
                </c:pt>
                <c:pt idx="2001">
                  <c:v>271.95</c:v>
                </c:pt>
                <c:pt idx="2002">
                  <c:v>255.96</c:v>
                </c:pt>
                <c:pt idx="2003">
                  <c:v>166.97</c:v>
                </c:pt>
                <c:pt idx="2004">
                  <c:v>59.39</c:v>
                </c:pt>
                <c:pt idx="2005">
                  <c:v>84.14</c:v>
                </c:pt>
                <c:pt idx="2006">
                  <c:v>84.99</c:v>
                </c:pt>
                <c:pt idx="2007">
                  <c:v>82.63</c:v>
                </c:pt>
                <c:pt idx="2008">
                  <c:v>169.98</c:v>
                </c:pt>
                <c:pt idx="2009">
                  <c:v>83.29</c:v>
                </c:pt>
                <c:pt idx="2010">
                  <c:v>169.98</c:v>
                </c:pt>
                <c:pt idx="2011">
                  <c:v>62.37</c:v>
                </c:pt>
                <c:pt idx="2012">
                  <c:v>167.43</c:v>
                </c:pt>
                <c:pt idx="2013">
                  <c:v>121.98</c:v>
                </c:pt>
                <c:pt idx="2014">
                  <c:v>97.97</c:v>
                </c:pt>
                <c:pt idx="2015">
                  <c:v>251.7</c:v>
                </c:pt>
                <c:pt idx="2016">
                  <c:v>169.98</c:v>
                </c:pt>
                <c:pt idx="2017">
                  <c:v>169.98</c:v>
                </c:pt>
                <c:pt idx="2018">
                  <c:v>1061.98</c:v>
                </c:pt>
                <c:pt idx="2019">
                  <c:v>490.21</c:v>
                </c:pt>
                <c:pt idx="2020">
                  <c:v>373.92</c:v>
                </c:pt>
                <c:pt idx="2021">
                  <c:v>271.92</c:v>
                </c:pt>
                <c:pt idx="2022">
                  <c:v>659.9</c:v>
                </c:pt>
                <c:pt idx="2023">
                  <c:v>638.88</c:v>
                </c:pt>
                <c:pt idx="2024">
                  <c:v>985.86</c:v>
                </c:pt>
                <c:pt idx="2025">
                  <c:v>272.66000000000003</c:v>
                </c:pt>
                <c:pt idx="2026">
                  <c:v>764.91</c:v>
                </c:pt>
                <c:pt idx="2027">
                  <c:v>165.93</c:v>
                </c:pt>
                <c:pt idx="2028">
                  <c:v>224.72</c:v>
                </c:pt>
                <c:pt idx="2029">
                  <c:v>169.98</c:v>
                </c:pt>
                <c:pt idx="2030">
                  <c:v>169.98</c:v>
                </c:pt>
                <c:pt idx="2031">
                  <c:v>169.98</c:v>
                </c:pt>
                <c:pt idx="2032">
                  <c:v>185.97</c:v>
                </c:pt>
                <c:pt idx="2033">
                  <c:v>169.98</c:v>
                </c:pt>
                <c:pt idx="2034">
                  <c:v>269.97000000000003</c:v>
                </c:pt>
                <c:pt idx="2035">
                  <c:v>164.72</c:v>
                </c:pt>
                <c:pt idx="2036">
                  <c:v>166.96</c:v>
                </c:pt>
                <c:pt idx="2037">
                  <c:v>169.98</c:v>
                </c:pt>
                <c:pt idx="2038">
                  <c:v>169.98</c:v>
                </c:pt>
                <c:pt idx="2039">
                  <c:v>166.58</c:v>
                </c:pt>
                <c:pt idx="2040">
                  <c:v>165.73</c:v>
                </c:pt>
                <c:pt idx="2041">
                  <c:v>169.98</c:v>
                </c:pt>
                <c:pt idx="2042">
                  <c:v>261.14999999999998</c:v>
                </c:pt>
                <c:pt idx="2043">
                  <c:v>169.98</c:v>
                </c:pt>
                <c:pt idx="2044">
                  <c:v>100.98</c:v>
                </c:pt>
                <c:pt idx="2045">
                  <c:v>169.98</c:v>
                </c:pt>
                <c:pt idx="2046">
                  <c:v>175.97</c:v>
                </c:pt>
                <c:pt idx="2047">
                  <c:v>169.98</c:v>
                </c:pt>
                <c:pt idx="2048">
                  <c:v>127.36</c:v>
                </c:pt>
                <c:pt idx="2049">
                  <c:v>172.97</c:v>
                </c:pt>
                <c:pt idx="2050">
                  <c:v>148.97</c:v>
                </c:pt>
                <c:pt idx="2051">
                  <c:v>167.27</c:v>
                </c:pt>
                <c:pt idx="2052">
                  <c:v>185.97</c:v>
                </c:pt>
                <c:pt idx="2053">
                  <c:v>156.06</c:v>
                </c:pt>
                <c:pt idx="2054">
                  <c:v>55.98</c:v>
                </c:pt>
                <c:pt idx="2055">
                  <c:v>112.97</c:v>
                </c:pt>
                <c:pt idx="2056">
                  <c:v>169.98</c:v>
                </c:pt>
                <c:pt idx="2057">
                  <c:v>169.98</c:v>
                </c:pt>
                <c:pt idx="2058">
                  <c:v>184.97</c:v>
                </c:pt>
                <c:pt idx="2059">
                  <c:v>167.96</c:v>
                </c:pt>
                <c:pt idx="2060">
                  <c:v>131.97999999999999</c:v>
                </c:pt>
                <c:pt idx="2061">
                  <c:v>160.77000000000001</c:v>
                </c:pt>
                <c:pt idx="2062">
                  <c:v>144.97</c:v>
                </c:pt>
                <c:pt idx="2063">
                  <c:v>132.47999999999999</c:v>
                </c:pt>
                <c:pt idx="2064">
                  <c:v>144.97</c:v>
                </c:pt>
                <c:pt idx="2065">
                  <c:v>151.97</c:v>
                </c:pt>
                <c:pt idx="2066">
                  <c:v>131.97999999999999</c:v>
                </c:pt>
                <c:pt idx="2067">
                  <c:v>203.96</c:v>
                </c:pt>
                <c:pt idx="2068">
                  <c:v>188.97</c:v>
                </c:pt>
                <c:pt idx="2069">
                  <c:v>182.97</c:v>
                </c:pt>
                <c:pt idx="2070">
                  <c:v>131.97999999999999</c:v>
                </c:pt>
                <c:pt idx="2071">
                  <c:v>131.97999999999999</c:v>
                </c:pt>
                <c:pt idx="2072">
                  <c:v>155.97</c:v>
                </c:pt>
                <c:pt idx="2073">
                  <c:v>188.96</c:v>
                </c:pt>
                <c:pt idx="2074">
                  <c:v>188.97</c:v>
                </c:pt>
                <c:pt idx="2075">
                  <c:v>173.47</c:v>
                </c:pt>
                <c:pt idx="2076">
                  <c:v>450.41</c:v>
                </c:pt>
                <c:pt idx="2077">
                  <c:v>188.97</c:v>
                </c:pt>
                <c:pt idx="2078">
                  <c:v>59.98</c:v>
                </c:pt>
                <c:pt idx="2079">
                  <c:v>188.97</c:v>
                </c:pt>
                <c:pt idx="2080">
                  <c:v>144.97</c:v>
                </c:pt>
                <c:pt idx="2081">
                  <c:v>169.98</c:v>
                </c:pt>
                <c:pt idx="2082">
                  <c:v>150.18</c:v>
                </c:pt>
                <c:pt idx="2083">
                  <c:v>121.98</c:v>
                </c:pt>
                <c:pt idx="2084">
                  <c:v>145.47</c:v>
                </c:pt>
                <c:pt idx="2085">
                  <c:v>184.97</c:v>
                </c:pt>
                <c:pt idx="2086">
                  <c:v>131.97999999999999</c:v>
                </c:pt>
                <c:pt idx="2087">
                  <c:v>131.97999999999999</c:v>
                </c:pt>
                <c:pt idx="2088">
                  <c:v>270.73</c:v>
                </c:pt>
                <c:pt idx="2089">
                  <c:v>159.41999999999999</c:v>
                </c:pt>
                <c:pt idx="2090">
                  <c:v>-56.44</c:v>
                </c:pt>
                <c:pt idx="2091">
                  <c:v>287.92</c:v>
                </c:pt>
                <c:pt idx="2092">
                  <c:v>66.430000000000007</c:v>
                </c:pt>
                <c:pt idx="2093">
                  <c:v>411.92</c:v>
                </c:pt>
                <c:pt idx="2094">
                  <c:v>440.29</c:v>
                </c:pt>
                <c:pt idx="2095">
                  <c:v>417.56</c:v>
                </c:pt>
                <c:pt idx="2096">
                  <c:v>191.96</c:v>
                </c:pt>
                <c:pt idx="2097">
                  <c:v>308.94</c:v>
                </c:pt>
                <c:pt idx="2098">
                  <c:v>84.66</c:v>
                </c:pt>
                <c:pt idx="2099">
                  <c:v>80.97</c:v>
                </c:pt>
                <c:pt idx="2100">
                  <c:v>339.96</c:v>
                </c:pt>
                <c:pt idx="2101">
                  <c:v>384.95</c:v>
                </c:pt>
                <c:pt idx="2102">
                  <c:v>224.42</c:v>
                </c:pt>
                <c:pt idx="2103">
                  <c:v>469.69</c:v>
                </c:pt>
                <c:pt idx="2104">
                  <c:v>81.05</c:v>
                </c:pt>
                <c:pt idx="2105">
                  <c:v>289.64</c:v>
                </c:pt>
                <c:pt idx="2106">
                  <c:v>422.92</c:v>
                </c:pt>
                <c:pt idx="2107">
                  <c:v>425.04</c:v>
                </c:pt>
                <c:pt idx="2108">
                  <c:v>253.93</c:v>
                </c:pt>
                <c:pt idx="2109">
                  <c:v>59.96</c:v>
                </c:pt>
                <c:pt idx="2110">
                  <c:v>389.48</c:v>
                </c:pt>
                <c:pt idx="2111">
                  <c:v>555.9</c:v>
                </c:pt>
                <c:pt idx="2112">
                  <c:v>395.94</c:v>
                </c:pt>
                <c:pt idx="2113">
                  <c:v>1039.47</c:v>
                </c:pt>
                <c:pt idx="2114">
                  <c:v>169.98</c:v>
                </c:pt>
                <c:pt idx="2115">
                  <c:v>177.95</c:v>
                </c:pt>
                <c:pt idx="2116">
                  <c:v>159.77000000000001</c:v>
                </c:pt>
                <c:pt idx="2117">
                  <c:v>131.97999999999999</c:v>
                </c:pt>
                <c:pt idx="2118">
                  <c:v>169.98</c:v>
                </c:pt>
                <c:pt idx="2119">
                  <c:v>125.84</c:v>
                </c:pt>
                <c:pt idx="2120">
                  <c:v>169.98</c:v>
                </c:pt>
                <c:pt idx="2121">
                  <c:v>169.98</c:v>
                </c:pt>
                <c:pt idx="2122">
                  <c:v>169.98</c:v>
                </c:pt>
                <c:pt idx="2123">
                  <c:v>169.98</c:v>
                </c:pt>
                <c:pt idx="2124">
                  <c:v>187.97</c:v>
                </c:pt>
                <c:pt idx="2125">
                  <c:v>159.97999999999999</c:v>
                </c:pt>
                <c:pt idx="2126">
                  <c:v>187.97</c:v>
                </c:pt>
                <c:pt idx="2127">
                  <c:v>131.97999999999999</c:v>
                </c:pt>
                <c:pt idx="2128">
                  <c:v>169.98</c:v>
                </c:pt>
                <c:pt idx="2129">
                  <c:v>121.98</c:v>
                </c:pt>
                <c:pt idx="2130">
                  <c:v>149.97</c:v>
                </c:pt>
                <c:pt idx="2131">
                  <c:v>187.97</c:v>
                </c:pt>
                <c:pt idx="2132">
                  <c:v>187.97</c:v>
                </c:pt>
                <c:pt idx="2133">
                  <c:v>121.98</c:v>
                </c:pt>
                <c:pt idx="2134">
                  <c:v>169.98</c:v>
                </c:pt>
                <c:pt idx="2135">
                  <c:v>140.37</c:v>
                </c:pt>
                <c:pt idx="2136">
                  <c:v>79.98</c:v>
                </c:pt>
                <c:pt idx="2137">
                  <c:v>177.97</c:v>
                </c:pt>
                <c:pt idx="2138">
                  <c:v>156.78</c:v>
                </c:pt>
                <c:pt idx="2139">
                  <c:v>169.98</c:v>
                </c:pt>
                <c:pt idx="2140">
                  <c:v>169.98</c:v>
                </c:pt>
                <c:pt idx="2141">
                  <c:v>169.98</c:v>
                </c:pt>
                <c:pt idx="2142">
                  <c:v>319.95999999999998</c:v>
                </c:pt>
                <c:pt idx="2143">
                  <c:v>319.95999999999998</c:v>
                </c:pt>
                <c:pt idx="2144">
                  <c:v>243.96</c:v>
                </c:pt>
                <c:pt idx="2145">
                  <c:v>243.96</c:v>
                </c:pt>
                <c:pt idx="2146">
                  <c:v>243.96</c:v>
                </c:pt>
                <c:pt idx="2147">
                  <c:v>319.95999999999998</c:v>
                </c:pt>
                <c:pt idx="2148">
                  <c:v>319.95999999999998</c:v>
                </c:pt>
                <c:pt idx="2149">
                  <c:v>163.65</c:v>
                </c:pt>
                <c:pt idx="2150">
                  <c:v>218.96</c:v>
                </c:pt>
                <c:pt idx="2151">
                  <c:v>257.92</c:v>
                </c:pt>
                <c:pt idx="2152">
                  <c:v>182.97</c:v>
                </c:pt>
                <c:pt idx="2153">
                  <c:v>294.95999999999998</c:v>
                </c:pt>
                <c:pt idx="2154">
                  <c:v>319.95999999999998</c:v>
                </c:pt>
                <c:pt idx="2155">
                  <c:v>319.95999999999998</c:v>
                </c:pt>
                <c:pt idx="2156">
                  <c:v>319.95999999999998</c:v>
                </c:pt>
                <c:pt idx="2157">
                  <c:v>319.95999999999998</c:v>
                </c:pt>
                <c:pt idx="2158">
                  <c:v>319.95999999999998</c:v>
                </c:pt>
                <c:pt idx="2159">
                  <c:v>243.96</c:v>
                </c:pt>
                <c:pt idx="2160">
                  <c:v>243.96</c:v>
                </c:pt>
                <c:pt idx="2161">
                  <c:v>319.95999999999998</c:v>
                </c:pt>
                <c:pt idx="2162">
                  <c:v>319.95999999999998</c:v>
                </c:pt>
                <c:pt idx="2163">
                  <c:v>319.95999999999998</c:v>
                </c:pt>
                <c:pt idx="2164">
                  <c:v>243.96</c:v>
                </c:pt>
                <c:pt idx="2165">
                  <c:v>319.95999999999998</c:v>
                </c:pt>
                <c:pt idx="2166">
                  <c:v>319.95999999999998</c:v>
                </c:pt>
                <c:pt idx="2167">
                  <c:v>319.95999999999998</c:v>
                </c:pt>
                <c:pt idx="2168">
                  <c:v>587.88</c:v>
                </c:pt>
                <c:pt idx="2169">
                  <c:v>471.9</c:v>
                </c:pt>
                <c:pt idx="2170">
                  <c:v>395.94</c:v>
                </c:pt>
                <c:pt idx="2171">
                  <c:v>553.9</c:v>
                </c:pt>
                <c:pt idx="2172">
                  <c:v>527.91999999999996</c:v>
                </c:pt>
                <c:pt idx="2173">
                  <c:v>553.9</c:v>
                </c:pt>
                <c:pt idx="2174">
                  <c:v>587.88</c:v>
                </c:pt>
                <c:pt idx="2175">
                  <c:v>216.95</c:v>
                </c:pt>
                <c:pt idx="2176">
                  <c:v>527.91999999999996</c:v>
                </c:pt>
                <c:pt idx="2177">
                  <c:v>263.95999999999998</c:v>
                </c:pt>
                <c:pt idx="2178">
                  <c:v>613.86</c:v>
                </c:pt>
                <c:pt idx="2179">
                  <c:v>603.88</c:v>
                </c:pt>
                <c:pt idx="2180">
                  <c:v>527.91999999999996</c:v>
                </c:pt>
                <c:pt idx="2181">
                  <c:v>131.97999999999999</c:v>
                </c:pt>
                <c:pt idx="2182">
                  <c:v>115.97</c:v>
                </c:pt>
                <c:pt idx="2183">
                  <c:v>109.64</c:v>
                </c:pt>
                <c:pt idx="2184">
                  <c:v>75.98</c:v>
                </c:pt>
                <c:pt idx="2185">
                  <c:v>196.96</c:v>
                </c:pt>
                <c:pt idx="2186">
                  <c:v>178.17</c:v>
                </c:pt>
                <c:pt idx="2187">
                  <c:v>121.98</c:v>
                </c:pt>
                <c:pt idx="2188">
                  <c:v>253.95</c:v>
                </c:pt>
                <c:pt idx="2189">
                  <c:v>131.97999999999999</c:v>
                </c:pt>
                <c:pt idx="2190">
                  <c:v>212.96</c:v>
                </c:pt>
                <c:pt idx="2191">
                  <c:v>131.97999999999999</c:v>
                </c:pt>
                <c:pt idx="2192">
                  <c:v>131.97999999999999</c:v>
                </c:pt>
                <c:pt idx="2193">
                  <c:v>131.97999999999999</c:v>
                </c:pt>
                <c:pt idx="2194">
                  <c:v>95.43</c:v>
                </c:pt>
                <c:pt idx="2195">
                  <c:v>60.99</c:v>
                </c:pt>
                <c:pt idx="2196">
                  <c:v>65.989999999999995</c:v>
                </c:pt>
                <c:pt idx="2197">
                  <c:v>197.97</c:v>
                </c:pt>
                <c:pt idx="2198">
                  <c:v>121.98</c:v>
                </c:pt>
                <c:pt idx="2199">
                  <c:v>156.38999999999999</c:v>
                </c:pt>
                <c:pt idx="2200">
                  <c:v>131.97999999999999</c:v>
                </c:pt>
                <c:pt idx="2201">
                  <c:v>212.96</c:v>
                </c:pt>
                <c:pt idx="2202">
                  <c:v>80.34</c:v>
                </c:pt>
                <c:pt idx="2203">
                  <c:v>132.66</c:v>
                </c:pt>
                <c:pt idx="2204">
                  <c:v>71.98</c:v>
                </c:pt>
                <c:pt idx="2205">
                  <c:v>121.98</c:v>
                </c:pt>
                <c:pt idx="2206">
                  <c:v>254.97</c:v>
                </c:pt>
                <c:pt idx="2207">
                  <c:v>199.97</c:v>
                </c:pt>
                <c:pt idx="2208">
                  <c:v>248.95</c:v>
                </c:pt>
                <c:pt idx="2209">
                  <c:v>197.97</c:v>
                </c:pt>
                <c:pt idx="2210">
                  <c:v>219.97</c:v>
                </c:pt>
                <c:pt idx="2211">
                  <c:v>200.83</c:v>
                </c:pt>
                <c:pt idx="2212">
                  <c:v>284.95</c:v>
                </c:pt>
                <c:pt idx="2213">
                  <c:v>197.97</c:v>
                </c:pt>
                <c:pt idx="2214">
                  <c:v>281.45</c:v>
                </c:pt>
                <c:pt idx="2215">
                  <c:v>214.96</c:v>
                </c:pt>
                <c:pt idx="2216">
                  <c:v>254.97</c:v>
                </c:pt>
                <c:pt idx="2217">
                  <c:v>254.97</c:v>
                </c:pt>
                <c:pt idx="2218">
                  <c:v>288.95</c:v>
                </c:pt>
                <c:pt idx="2219">
                  <c:v>256.45999999999998</c:v>
                </c:pt>
                <c:pt idx="2220">
                  <c:v>639.84</c:v>
                </c:pt>
                <c:pt idx="2221">
                  <c:v>516.53</c:v>
                </c:pt>
                <c:pt idx="2222">
                  <c:v>472.94</c:v>
                </c:pt>
                <c:pt idx="2223">
                  <c:v>507.92</c:v>
                </c:pt>
                <c:pt idx="2224">
                  <c:v>370.34</c:v>
                </c:pt>
                <c:pt idx="2225">
                  <c:v>506.39</c:v>
                </c:pt>
                <c:pt idx="2226">
                  <c:v>342.32</c:v>
                </c:pt>
                <c:pt idx="2227">
                  <c:v>380.83</c:v>
                </c:pt>
                <c:pt idx="2228">
                  <c:v>639.91999999999996</c:v>
                </c:pt>
                <c:pt idx="2229">
                  <c:v>484.13</c:v>
                </c:pt>
                <c:pt idx="2230">
                  <c:v>401.59</c:v>
                </c:pt>
                <c:pt idx="2231">
                  <c:v>415.52</c:v>
                </c:pt>
                <c:pt idx="2232">
                  <c:v>561.42999999999995</c:v>
                </c:pt>
                <c:pt idx="2233">
                  <c:v>531.16</c:v>
                </c:pt>
                <c:pt idx="2234">
                  <c:v>389.93</c:v>
                </c:pt>
                <c:pt idx="2235">
                  <c:v>370.34</c:v>
                </c:pt>
                <c:pt idx="2236">
                  <c:v>562.67999999999995</c:v>
                </c:pt>
                <c:pt idx="2237">
                  <c:v>497.73</c:v>
                </c:pt>
                <c:pt idx="2238">
                  <c:v>111.98</c:v>
                </c:pt>
                <c:pt idx="2239">
                  <c:v>159.97999999999999</c:v>
                </c:pt>
                <c:pt idx="2240">
                  <c:v>110.98</c:v>
                </c:pt>
                <c:pt idx="2241">
                  <c:v>147.97999999999999</c:v>
                </c:pt>
                <c:pt idx="2242">
                  <c:v>121.97</c:v>
                </c:pt>
                <c:pt idx="2243">
                  <c:v>159.97999999999999</c:v>
                </c:pt>
                <c:pt idx="2244">
                  <c:v>110.98</c:v>
                </c:pt>
                <c:pt idx="2245">
                  <c:v>159.97999999999999</c:v>
                </c:pt>
                <c:pt idx="2246">
                  <c:v>111.98</c:v>
                </c:pt>
                <c:pt idx="2247">
                  <c:v>121.98</c:v>
                </c:pt>
                <c:pt idx="2248">
                  <c:v>159.97999999999999</c:v>
                </c:pt>
                <c:pt idx="2249">
                  <c:v>123.18</c:v>
                </c:pt>
                <c:pt idx="2250">
                  <c:v>159.97999999999999</c:v>
                </c:pt>
                <c:pt idx="2251">
                  <c:v>121.98</c:v>
                </c:pt>
                <c:pt idx="2252">
                  <c:v>124.98</c:v>
                </c:pt>
                <c:pt idx="2253">
                  <c:v>156.78</c:v>
                </c:pt>
                <c:pt idx="2254">
                  <c:v>159.97999999999999</c:v>
                </c:pt>
                <c:pt idx="2255">
                  <c:v>110.98</c:v>
                </c:pt>
                <c:pt idx="2256">
                  <c:v>159.97999999999999</c:v>
                </c:pt>
                <c:pt idx="2257">
                  <c:v>159.97999999999999</c:v>
                </c:pt>
                <c:pt idx="2258">
                  <c:v>121.98</c:v>
                </c:pt>
                <c:pt idx="2259">
                  <c:v>149.97999999999999</c:v>
                </c:pt>
                <c:pt idx="2260">
                  <c:v>159.97999999999999</c:v>
                </c:pt>
                <c:pt idx="2261">
                  <c:v>121.98</c:v>
                </c:pt>
                <c:pt idx="2262">
                  <c:v>121.98</c:v>
                </c:pt>
                <c:pt idx="2263">
                  <c:v>121.98</c:v>
                </c:pt>
                <c:pt idx="2264">
                  <c:v>121.98</c:v>
                </c:pt>
                <c:pt idx="2265">
                  <c:v>128.19999999999999</c:v>
                </c:pt>
                <c:pt idx="2266">
                  <c:v>159.97999999999999</c:v>
                </c:pt>
                <c:pt idx="2267">
                  <c:v>121.98</c:v>
                </c:pt>
                <c:pt idx="2268">
                  <c:v>110.98</c:v>
                </c:pt>
                <c:pt idx="2269">
                  <c:v>105.98</c:v>
                </c:pt>
                <c:pt idx="2270">
                  <c:v>110.98</c:v>
                </c:pt>
                <c:pt idx="2271">
                  <c:v>110.98</c:v>
                </c:pt>
                <c:pt idx="2272">
                  <c:v>121.98</c:v>
                </c:pt>
                <c:pt idx="2273">
                  <c:v>159.97999999999999</c:v>
                </c:pt>
                <c:pt idx="2274">
                  <c:v>159.97999999999999</c:v>
                </c:pt>
                <c:pt idx="2275">
                  <c:v>79.989999999999995</c:v>
                </c:pt>
                <c:pt idx="2276">
                  <c:v>236.11</c:v>
                </c:pt>
                <c:pt idx="2277">
                  <c:v>317.43</c:v>
                </c:pt>
                <c:pt idx="2278">
                  <c:v>263.73</c:v>
                </c:pt>
                <c:pt idx="2279">
                  <c:v>241.94</c:v>
                </c:pt>
                <c:pt idx="2280">
                  <c:v>339.94</c:v>
                </c:pt>
                <c:pt idx="2281">
                  <c:v>209.29</c:v>
                </c:pt>
                <c:pt idx="2282">
                  <c:v>271.11</c:v>
                </c:pt>
                <c:pt idx="2283">
                  <c:v>309.63</c:v>
                </c:pt>
                <c:pt idx="2284">
                  <c:v>176.24</c:v>
                </c:pt>
                <c:pt idx="2285">
                  <c:v>310.14</c:v>
                </c:pt>
                <c:pt idx="2286">
                  <c:v>322.02999999999997</c:v>
                </c:pt>
                <c:pt idx="2287">
                  <c:v>271.83</c:v>
                </c:pt>
                <c:pt idx="2288">
                  <c:v>195.98</c:v>
                </c:pt>
                <c:pt idx="2289">
                  <c:v>360.69</c:v>
                </c:pt>
                <c:pt idx="2290">
                  <c:v>365.37</c:v>
                </c:pt>
                <c:pt idx="2291">
                  <c:v>169.82</c:v>
                </c:pt>
                <c:pt idx="2292">
                  <c:v>85.97</c:v>
                </c:pt>
                <c:pt idx="2293">
                  <c:v>84.98</c:v>
                </c:pt>
                <c:pt idx="2294">
                  <c:v>55.99</c:v>
                </c:pt>
                <c:pt idx="2295">
                  <c:v>259.94</c:v>
                </c:pt>
                <c:pt idx="2296">
                  <c:v>249.95</c:v>
                </c:pt>
                <c:pt idx="2297">
                  <c:v>181.72</c:v>
                </c:pt>
                <c:pt idx="2298">
                  <c:v>329.92</c:v>
                </c:pt>
                <c:pt idx="2299">
                  <c:v>199.96</c:v>
                </c:pt>
                <c:pt idx="2300">
                  <c:v>199.96</c:v>
                </c:pt>
                <c:pt idx="2301">
                  <c:v>249.95</c:v>
                </c:pt>
                <c:pt idx="2302">
                  <c:v>199.96</c:v>
                </c:pt>
                <c:pt idx="2303">
                  <c:v>211.94</c:v>
                </c:pt>
                <c:pt idx="2304">
                  <c:v>296.93</c:v>
                </c:pt>
                <c:pt idx="2305">
                  <c:v>349.93</c:v>
                </c:pt>
                <c:pt idx="2306">
                  <c:v>149.97</c:v>
                </c:pt>
                <c:pt idx="2307">
                  <c:v>299.94</c:v>
                </c:pt>
                <c:pt idx="2308">
                  <c:v>227.94</c:v>
                </c:pt>
                <c:pt idx="2309">
                  <c:v>239.94</c:v>
                </c:pt>
                <c:pt idx="2310">
                  <c:v>302.54000000000002</c:v>
                </c:pt>
                <c:pt idx="2311">
                  <c:v>249.95</c:v>
                </c:pt>
                <c:pt idx="2312">
                  <c:v>239.94</c:v>
                </c:pt>
                <c:pt idx="2313">
                  <c:v>265.48</c:v>
                </c:pt>
                <c:pt idx="2314">
                  <c:v>392.91</c:v>
                </c:pt>
                <c:pt idx="2315">
                  <c:v>169.98</c:v>
                </c:pt>
                <c:pt idx="2316">
                  <c:v>334.94</c:v>
                </c:pt>
                <c:pt idx="2317">
                  <c:v>169.98</c:v>
                </c:pt>
                <c:pt idx="2318">
                  <c:v>260.95999999999998</c:v>
                </c:pt>
                <c:pt idx="2319">
                  <c:v>339.96</c:v>
                </c:pt>
                <c:pt idx="2320">
                  <c:v>339.96</c:v>
                </c:pt>
                <c:pt idx="2321">
                  <c:v>354.74</c:v>
                </c:pt>
                <c:pt idx="2322">
                  <c:v>10.99</c:v>
                </c:pt>
                <c:pt idx="2323">
                  <c:v>-84.99</c:v>
                </c:pt>
                <c:pt idx="2324">
                  <c:v>254.93</c:v>
                </c:pt>
                <c:pt idx="2325">
                  <c:v>311.92</c:v>
                </c:pt>
                <c:pt idx="2326">
                  <c:v>329.96</c:v>
                </c:pt>
                <c:pt idx="2327">
                  <c:v>367.13</c:v>
                </c:pt>
                <c:pt idx="2328">
                  <c:v>291.95</c:v>
                </c:pt>
                <c:pt idx="2329">
                  <c:v>280.94</c:v>
                </c:pt>
                <c:pt idx="2330">
                  <c:v>379.53</c:v>
                </c:pt>
                <c:pt idx="2331">
                  <c:v>315.95</c:v>
                </c:pt>
                <c:pt idx="2332">
                  <c:v>270.95</c:v>
                </c:pt>
                <c:pt idx="2333">
                  <c:v>424.93</c:v>
                </c:pt>
                <c:pt idx="2334">
                  <c:v>354.95</c:v>
                </c:pt>
                <c:pt idx="2335">
                  <c:v>254.76</c:v>
                </c:pt>
                <c:pt idx="2336">
                  <c:v>105.98</c:v>
                </c:pt>
                <c:pt idx="2337">
                  <c:v>246.7</c:v>
                </c:pt>
                <c:pt idx="2338">
                  <c:v>234.43</c:v>
                </c:pt>
                <c:pt idx="2339">
                  <c:v>246.76</c:v>
                </c:pt>
                <c:pt idx="2340">
                  <c:v>154.96</c:v>
                </c:pt>
                <c:pt idx="2341">
                  <c:v>316.95</c:v>
                </c:pt>
                <c:pt idx="2342">
                  <c:v>254.97</c:v>
                </c:pt>
                <c:pt idx="2343">
                  <c:v>424.95</c:v>
                </c:pt>
                <c:pt idx="2344">
                  <c:v>301.94</c:v>
                </c:pt>
                <c:pt idx="2345">
                  <c:v>389.95</c:v>
                </c:pt>
                <c:pt idx="2346">
                  <c:v>303.95</c:v>
                </c:pt>
                <c:pt idx="2347">
                  <c:v>79.989999999999995</c:v>
                </c:pt>
                <c:pt idx="2348">
                  <c:v>79.989999999999995</c:v>
                </c:pt>
                <c:pt idx="2349">
                  <c:v>244.97</c:v>
                </c:pt>
                <c:pt idx="2350">
                  <c:v>159.97999999999999</c:v>
                </c:pt>
                <c:pt idx="2351">
                  <c:v>169.98</c:v>
                </c:pt>
                <c:pt idx="2352">
                  <c:v>373.44</c:v>
                </c:pt>
                <c:pt idx="2353">
                  <c:v>336.55</c:v>
                </c:pt>
                <c:pt idx="2354">
                  <c:v>249.95</c:v>
                </c:pt>
                <c:pt idx="2355">
                  <c:v>159.97999999999999</c:v>
                </c:pt>
                <c:pt idx="2356">
                  <c:v>154.43</c:v>
                </c:pt>
                <c:pt idx="2357">
                  <c:v>169.98</c:v>
                </c:pt>
                <c:pt idx="2358">
                  <c:v>79.989999999999995</c:v>
                </c:pt>
                <c:pt idx="2359">
                  <c:v>149.97</c:v>
                </c:pt>
                <c:pt idx="2360">
                  <c:v>122.71</c:v>
                </c:pt>
                <c:pt idx="2361">
                  <c:v>79.989999999999995</c:v>
                </c:pt>
                <c:pt idx="2362">
                  <c:v>263.95999999999998</c:v>
                </c:pt>
                <c:pt idx="2363">
                  <c:v>84.98</c:v>
                </c:pt>
                <c:pt idx="2364">
                  <c:v>263.95999999999998</c:v>
                </c:pt>
                <c:pt idx="2365">
                  <c:v>237.56</c:v>
                </c:pt>
                <c:pt idx="2366">
                  <c:v>197.97</c:v>
                </c:pt>
                <c:pt idx="2367">
                  <c:v>199.25</c:v>
                </c:pt>
                <c:pt idx="2368">
                  <c:v>186.25</c:v>
                </c:pt>
                <c:pt idx="2369">
                  <c:v>215.26</c:v>
                </c:pt>
                <c:pt idx="2370">
                  <c:v>150.27000000000001</c:v>
                </c:pt>
                <c:pt idx="2371">
                  <c:v>216.26</c:v>
                </c:pt>
                <c:pt idx="2372">
                  <c:v>197.97</c:v>
                </c:pt>
                <c:pt idx="2373">
                  <c:v>216.26</c:v>
                </c:pt>
                <c:pt idx="2374">
                  <c:v>213.96</c:v>
                </c:pt>
                <c:pt idx="2375">
                  <c:v>188.96</c:v>
                </c:pt>
                <c:pt idx="2376">
                  <c:v>199.47</c:v>
                </c:pt>
                <c:pt idx="2377">
                  <c:v>226.95</c:v>
                </c:pt>
                <c:pt idx="2378">
                  <c:v>147.91</c:v>
                </c:pt>
                <c:pt idx="2379">
                  <c:v>200.97</c:v>
                </c:pt>
                <c:pt idx="2380">
                  <c:v>216.96</c:v>
                </c:pt>
                <c:pt idx="2381">
                  <c:v>191.07</c:v>
                </c:pt>
                <c:pt idx="2382">
                  <c:v>200.97</c:v>
                </c:pt>
                <c:pt idx="2383">
                  <c:v>178.17</c:v>
                </c:pt>
                <c:pt idx="2384">
                  <c:v>215.96</c:v>
                </c:pt>
                <c:pt idx="2385">
                  <c:v>212.84</c:v>
                </c:pt>
                <c:pt idx="2386">
                  <c:v>216.26</c:v>
                </c:pt>
                <c:pt idx="2387">
                  <c:v>216.26</c:v>
                </c:pt>
                <c:pt idx="2388">
                  <c:v>216.26</c:v>
                </c:pt>
                <c:pt idx="2389">
                  <c:v>187.96</c:v>
                </c:pt>
                <c:pt idx="2390">
                  <c:v>214.46</c:v>
                </c:pt>
                <c:pt idx="2391">
                  <c:v>192.56</c:v>
                </c:pt>
                <c:pt idx="2392">
                  <c:v>345.93</c:v>
                </c:pt>
                <c:pt idx="2393">
                  <c:v>208.51</c:v>
                </c:pt>
                <c:pt idx="2394">
                  <c:v>176.97</c:v>
                </c:pt>
                <c:pt idx="2395">
                  <c:v>268.14999999999998</c:v>
                </c:pt>
                <c:pt idx="2396">
                  <c:v>288.95</c:v>
                </c:pt>
                <c:pt idx="2397">
                  <c:v>263.95999999999998</c:v>
                </c:pt>
                <c:pt idx="2398">
                  <c:v>84.99</c:v>
                </c:pt>
                <c:pt idx="2399">
                  <c:v>114.97</c:v>
                </c:pt>
                <c:pt idx="2400">
                  <c:v>150.97</c:v>
                </c:pt>
                <c:pt idx="2401">
                  <c:v>314.93</c:v>
                </c:pt>
                <c:pt idx="2402">
                  <c:v>263.95999999999998</c:v>
                </c:pt>
                <c:pt idx="2403">
                  <c:v>169.98</c:v>
                </c:pt>
                <c:pt idx="2404">
                  <c:v>332.81</c:v>
                </c:pt>
                <c:pt idx="2405">
                  <c:v>179.46</c:v>
                </c:pt>
                <c:pt idx="2406">
                  <c:v>339.96</c:v>
                </c:pt>
                <c:pt idx="2407">
                  <c:v>293.94</c:v>
                </c:pt>
                <c:pt idx="2408">
                  <c:v>178.96</c:v>
                </c:pt>
                <c:pt idx="2409">
                  <c:v>131.83000000000001</c:v>
                </c:pt>
                <c:pt idx="2410">
                  <c:v>143.72</c:v>
                </c:pt>
                <c:pt idx="2411">
                  <c:v>319.39</c:v>
                </c:pt>
                <c:pt idx="2412">
                  <c:v>239.54</c:v>
                </c:pt>
                <c:pt idx="2413">
                  <c:v>181.46</c:v>
                </c:pt>
                <c:pt idx="2414">
                  <c:v>191.13</c:v>
                </c:pt>
                <c:pt idx="2415">
                  <c:v>326.85000000000002</c:v>
                </c:pt>
                <c:pt idx="2416">
                  <c:v>209.29</c:v>
                </c:pt>
                <c:pt idx="2417">
                  <c:v>215.59</c:v>
                </c:pt>
                <c:pt idx="2418">
                  <c:v>135.5</c:v>
                </c:pt>
                <c:pt idx="2419">
                  <c:v>239.54</c:v>
                </c:pt>
                <c:pt idx="2420">
                  <c:v>61.67</c:v>
                </c:pt>
                <c:pt idx="2421">
                  <c:v>239.54</c:v>
                </c:pt>
                <c:pt idx="2422">
                  <c:v>239.54</c:v>
                </c:pt>
                <c:pt idx="2423">
                  <c:v>65.3</c:v>
                </c:pt>
                <c:pt idx="2424">
                  <c:v>107.63</c:v>
                </c:pt>
                <c:pt idx="2425">
                  <c:v>76.16</c:v>
                </c:pt>
                <c:pt idx="2426">
                  <c:v>352.04</c:v>
                </c:pt>
                <c:pt idx="2427">
                  <c:v>322.99</c:v>
                </c:pt>
                <c:pt idx="2428">
                  <c:v>0</c:v>
                </c:pt>
                <c:pt idx="2429">
                  <c:v>82.26</c:v>
                </c:pt>
                <c:pt idx="2430">
                  <c:v>113.7</c:v>
                </c:pt>
                <c:pt idx="2431">
                  <c:v>241.95</c:v>
                </c:pt>
                <c:pt idx="2432">
                  <c:v>127.47</c:v>
                </c:pt>
                <c:pt idx="2433">
                  <c:v>108.78</c:v>
                </c:pt>
                <c:pt idx="2434">
                  <c:v>79.989999999999995</c:v>
                </c:pt>
                <c:pt idx="2435">
                  <c:v>177.32</c:v>
                </c:pt>
                <c:pt idx="2436">
                  <c:v>143.01</c:v>
                </c:pt>
                <c:pt idx="2437">
                  <c:v>150.63999999999999</c:v>
                </c:pt>
                <c:pt idx="2438">
                  <c:v>250.66</c:v>
                </c:pt>
                <c:pt idx="2439">
                  <c:v>184.97</c:v>
                </c:pt>
                <c:pt idx="2440">
                  <c:v>148.72</c:v>
                </c:pt>
                <c:pt idx="2441">
                  <c:v>166.28</c:v>
                </c:pt>
                <c:pt idx="2442">
                  <c:v>131.97999999999999</c:v>
                </c:pt>
                <c:pt idx="2443">
                  <c:v>173.18</c:v>
                </c:pt>
                <c:pt idx="2444">
                  <c:v>239.97</c:v>
                </c:pt>
                <c:pt idx="2445">
                  <c:v>153.4</c:v>
                </c:pt>
                <c:pt idx="2446">
                  <c:v>179.97</c:v>
                </c:pt>
                <c:pt idx="2447">
                  <c:v>130.78</c:v>
                </c:pt>
                <c:pt idx="2448">
                  <c:v>159.97999999999999</c:v>
                </c:pt>
                <c:pt idx="2449">
                  <c:v>162.9</c:v>
                </c:pt>
                <c:pt idx="2450">
                  <c:v>242.96</c:v>
                </c:pt>
                <c:pt idx="2451">
                  <c:v>212.65</c:v>
                </c:pt>
                <c:pt idx="2452">
                  <c:v>169.98</c:v>
                </c:pt>
                <c:pt idx="2453">
                  <c:v>182.97</c:v>
                </c:pt>
                <c:pt idx="2454">
                  <c:v>182.97</c:v>
                </c:pt>
                <c:pt idx="2455">
                  <c:v>169.98</c:v>
                </c:pt>
                <c:pt idx="2456">
                  <c:v>182.97</c:v>
                </c:pt>
                <c:pt idx="2457">
                  <c:v>169.98</c:v>
                </c:pt>
                <c:pt idx="2458">
                  <c:v>182.97</c:v>
                </c:pt>
                <c:pt idx="2459">
                  <c:v>182.97</c:v>
                </c:pt>
                <c:pt idx="2460">
                  <c:v>169.98</c:v>
                </c:pt>
                <c:pt idx="2461">
                  <c:v>169.98</c:v>
                </c:pt>
                <c:pt idx="2462">
                  <c:v>182.97</c:v>
                </c:pt>
                <c:pt idx="2463">
                  <c:v>169.98</c:v>
                </c:pt>
                <c:pt idx="2464">
                  <c:v>169.98</c:v>
                </c:pt>
                <c:pt idx="2465">
                  <c:v>169.17</c:v>
                </c:pt>
                <c:pt idx="2466">
                  <c:v>159.97999999999999</c:v>
                </c:pt>
                <c:pt idx="2467">
                  <c:v>169.98</c:v>
                </c:pt>
                <c:pt idx="2468">
                  <c:v>182.97</c:v>
                </c:pt>
                <c:pt idx="2469">
                  <c:v>169.98</c:v>
                </c:pt>
                <c:pt idx="2470">
                  <c:v>169.98</c:v>
                </c:pt>
                <c:pt idx="2471">
                  <c:v>169.98</c:v>
                </c:pt>
                <c:pt idx="2472">
                  <c:v>169.98</c:v>
                </c:pt>
                <c:pt idx="2473">
                  <c:v>169.98</c:v>
                </c:pt>
                <c:pt idx="2474">
                  <c:v>169.98</c:v>
                </c:pt>
                <c:pt idx="2475">
                  <c:v>169.98</c:v>
                </c:pt>
                <c:pt idx="2476">
                  <c:v>254.97</c:v>
                </c:pt>
                <c:pt idx="2477">
                  <c:v>254.97</c:v>
                </c:pt>
                <c:pt idx="2478">
                  <c:v>150.97</c:v>
                </c:pt>
                <c:pt idx="2479">
                  <c:v>131.97999999999999</c:v>
                </c:pt>
                <c:pt idx="2480">
                  <c:v>159.97999999999999</c:v>
                </c:pt>
                <c:pt idx="2481">
                  <c:v>169.17</c:v>
                </c:pt>
                <c:pt idx="2482">
                  <c:v>150.97</c:v>
                </c:pt>
                <c:pt idx="2483">
                  <c:v>131.97999999999999</c:v>
                </c:pt>
                <c:pt idx="2484">
                  <c:v>169.98</c:v>
                </c:pt>
                <c:pt idx="2485">
                  <c:v>131.97999999999999</c:v>
                </c:pt>
                <c:pt idx="2486">
                  <c:v>131.97999999999999</c:v>
                </c:pt>
                <c:pt idx="2487">
                  <c:v>169.98</c:v>
                </c:pt>
                <c:pt idx="2488">
                  <c:v>169.98</c:v>
                </c:pt>
                <c:pt idx="2489">
                  <c:v>121.98</c:v>
                </c:pt>
                <c:pt idx="2490">
                  <c:v>131.97999999999999</c:v>
                </c:pt>
                <c:pt idx="2491">
                  <c:v>131.97999999999999</c:v>
                </c:pt>
                <c:pt idx="2492">
                  <c:v>182.97</c:v>
                </c:pt>
                <c:pt idx="2493">
                  <c:v>131.97999999999999</c:v>
                </c:pt>
                <c:pt idx="2494">
                  <c:v>131.97999999999999</c:v>
                </c:pt>
                <c:pt idx="2495">
                  <c:v>121.98</c:v>
                </c:pt>
                <c:pt idx="2496">
                  <c:v>131.97999999999999</c:v>
                </c:pt>
                <c:pt idx="2497">
                  <c:v>182.97</c:v>
                </c:pt>
                <c:pt idx="2498">
                  <c:v>131.97999999999999</c:v>
                </c:pt>
                <c:pt idx="2499">
                  <c:v>131.97999999999999</c:v>
                </c:pt>
                <c:pt idx="2500">
                  <c:v>169.98</c:v>
                </c:pt>
                <c:pt idx="2501">
                  <c:v>169.98</c:v>
                </c:pt>
                <c:pt idx="2502">
                  <c:v>182.97</c:v>
                </c:pt>
                <c:pt idx="2503">
                  <c:v>169.98</c:v>
                </c:pt>
                <c:pt idx="2504">
                  <c:v>182.97</c:v>
                </c:pt>
                <c:pt idx="2505">
                  <c:v>182.97</c:v>
                </c:pt>
                <c:pt idx="2506">
                  <c:v>131.97999999999999</c:v>
                </c:pt>
                <c:pt idx="2507">
                  <c:v>169.98</c:v>
                </c:pt>
                <c:pt idx="2508">
                  <c:v>79.8</c:v>
                </c:pt>
                <c:pt idx="2509">
                  <c:v>185.5</c:v>
                </c:pt>
                <c:pt idx="2510">
                  <c:v>250.16</c:v>
                </c:pt>
                <c:pt idx="2511">
                  <c:v>276.77999999999997</c:v>
                </c:pt>
                <c:pt idx="2512">
                  <c:v>240.52</c:v>
                </c:pt>
                <c:pt idx="2513">
                  <c:v>143.71</c:v>
                </c:pt>
                <c:pt idx="2514">
                  <c:v>223.17</c:v>
                </c:pt>
                <c:pt idx="2515">
                  <c:v>197.27</c:v>
                </c:pt>
                <c:pt idx="2516">
                  <c:v>182.13</c:v>
                </c:pt>
                <c:pt idx="2517">
                  <c:v>285.39</c:v>
                </c:pt>
                <c:pt idx="2518">
                  <c:v>282.87</c:v>
                </c:pt>
                <c:pt idx="2519">
                  <c:v>209.84</c:v>
                </c:pt>
                <c:pt idx="2520">
                  <c:v>395.09</c:v>
                </c:pt>
                <c:pt idx="2521">
                  <c:v>169.98</c:v>
                </c:pt>
                <c:pt idx="2522">
                  <c:v>180.97</c:v>
                </c:pt>
                <c:pt idx="2523">
                  <c:v>219.97</c:v>
                </c:pt>
                <c:pt idx="2524">
                  <c:v>329.93</c:v>
                </c:pt>
                <c:pt idx="2525">
                  <c:v>211.81</c:v>
                </c:pt>
                <c:pt idx="2526">
                  <c:v>291.05</c:v>
                </c:pt>
                <c:pt idx="2527">
                  <c:v>101.73</c:v>
                </c:pt>
                <c:pt idx="2528">
                  <c:v>339.63</c:v>
                </c:pt>
                <c:pt idx="2529">
                  <c:v>161.72</c:v>
                </c:pt>
                <c:pt idx="2530">
                  <c:v>190.96</c:v>
                </c:pt>
                <c:pt idx="2531">
                  <c:v>94.3</c:v>
                </c:pt>
                <c:pt idx="2532">
                  <c:v>134.97999999999999</c:v>
                </c:pt>
                <c:pt idx="2533">
                  <c:v>231</c:v>
                </c:pt>
                <c:pt idx="2534">
                  <c:v>275.31</c:v>
                </c:pt>
                <c:pt idx="2535">
                  <c:v>127.57</c:v>
                </c:pt>
                <c:pt idx="2536">
                  <c:v>218.27</c:v>
                </c:pt>
                <c:pt idx="2537">
                  <c:v>133.63</c:v>
                </c:pt>
                <c:pt idx="2538">
                  <c:v>132.83000000000001</c:v>
                </c:pt>
                <c:pt idx="2539">
                  <c:v>242.2</c:v>
                </c:pt>
                <c:pt idx="2540">
                  <c:v>82.79</c:v>
                </c:pt>
                <c:pt idx="2541">
                  <c:v>193.87</c:v>
                </c:pt>
                <c:pt idx="2542">
                  <c:v>49.99</c:v>
                </c:pt>
                <c:pt idx="2543">
                  <c:v>152.97999999999999</c:v>
                </c:pt>
                <c:pt idx="2544">
                  <c:v>133.6</c:v>
                </c:pt>
                <c:pt idx="2545">
                  <c:v>120.66</c:v>
                </c:pt>
                <c:pt idx="2546">
                  <c:v>180.37</c:v>
                </c:pt>
                <c:pt idx="2547">
                  <c:v>169.98</c:v>
                </c:pt>
                <c:pt idx="2548">
                  <c:v>152.97999999999999</c:v>
                </c:pt>
                <c:pt idx="2549">
                  <c:v>168.63</c:v>
                </c:pt>
                <c:pt idx="2550">
                  <c:v>180.47</c:v>
                </c:pt>
                <c:pt idx="2551">
                  <c:v>76.489999999999995</c:v>
                </c:pt>
                <c:pt idx="2552">
                  <c:v>129.97999999999999</c:v>
                </c:pt>
                <c:pt idx="2553">
                  <c:v>133.63</c:v>
                </c:pt>
                <c:pt idx="2554">
                  <c:v>159.97999999999999</c:v>
                </c:pt>
                <c:pt idx="2555">
                  <c:v>133.63</c:v>
                </c:pt>
                <c:pt idx="2556">
                  <c:v>168.63</c:v>
                </c:pt>
                <c:pt idx="2557">
                  <c:v>168.63</c:v>
                </c:pt>
                <c:pt idx="2558">
                  <c:v>136.63</c:v>
                </c:pt>
                <c:pt idx="2559">
                  <c:v>131.58000000000001</c:v>
                </c:pt>
                <c:pt idx="2560">
                  <c:v>154.77000000000001</c:v>
                </c:pt>
                <c:pt idx="2561">
                  <c:v>254.97</c:v>
                </c:pt>
                <c:pt idx="2562">
                  <c:v>134.13</c:v>
                </c:pt>
                <c:pt idx="2563">
                  <c:v>219.97</c:v>
                </c:pt>
                <c:pt idx="2564">
                  <c:v>169.98</c:v>
                </c:pt>
                <c:pt idx="2565">
                  <c:v>130.16</c:v>
                </c:pt>
                <c:pt idx="2566">
                  <c:v>79.400000000000006</c:v>
                </c:pt>
                <c:pt idx="2567">
                  <c:v>159.97999999999999</c:v>
                </c:pt>
                <c:pt idx="2568">
                  <c:v>120.53</c:v>
                </c:pt>
                <c:pt idx="2569">
                  <c:v>152.16999999999999</c:v>
                </c:pt>
                <c:pt idx="2570">
                  <c:v>120.46</c:v>
                </c:pt>
                <c:pt idx="2571">
                  <c:v>159.97999999999999</c:v>
                </c:pt>
                <c:pt idx="2572">
                  <c:v>173.46</c:v>
                </c:pt>
                <c:pt idx="2573">
                  <c:v>159.97999999999999</c:v>
                </c:pt>
                <c:pt idx="2574">
                  <c:v>140.97</c:v>
                </c:pt>
                <c:pt idx="2575">
                  <c:v>209.97</c:v>
                </c:pt>
                <c:pt idx="2576">
                  <c:v>156.78</c:v>
                </c:pt>
                <c:pt idx="2577">
                  <c:v>155.56</c:v>
                </c:pt>
                <c:pt idx="2578">
                  <c:v>135.97999999999999</c:v>
                </c:pt>
                <c:pt idx="2579">
                  <c:v>159.97999999999999</c:v>
                </c:pt>
                <c:pt idx="2580">
                  <c:v>159.97999999999999</c:v>
                </c:pt>
                <c:pt idx="2581">
                  <c:v>167.97</c:v>
                </c:pt>
                <c:pt idx="2582">
                  <c:v>175.59</c:v>
                </c:pt>
                <c:pt idx="2583">
                  <c:v>192.95</c:v>
                </c:pt>
                <c:pt idx="2584">
                  <c:v>159.97999999999999</c:v>
                </c:pt>
                <c:pt idx="2585">
                  <c:v>159.97999999999999</c:v>
                </c:pt>
                <c:pt idx="2586">
                  <c:v>109.54</c:v>
                </c:pt>
                <c:pt idx="2587">
                  <c:v>159.97999999999999</c:v>
                </c:pt>
                <c:pt idx="2588">
                  <c:v>156.81</c:v>
                </c:pt>
                <c:pt idx="2589">
                  <c:v>156.09</c:v>
                </c:pt>
                <c:pt idx="2590">
                  <c:v>159.97999999999999</c:v>
                </c:pt>
                <c:pt idx="2591">
                  <c:v>123.48</c:v>
                </c:pt>
                <c:pt idx="2592">
                  <c:v>159.97999999999999</c:v>
                </c:pt>
                <c:pt idx="2593">
                  <c:v>159.97999999999999</c:v>
                </c:pt>
                <c:pt idx="2594">
                  <c:v>159.97999999999999</c:v>
                </c:pt>
                <c:pt idx="2595">
                  <c:v>156.78</c:v>
                </c:pt>
                <c:pt idx="2596">
                  <c:v>159.97999999999999</c:v>
                </c:pt>
                <c:pt idx="2597">
                  <c:v>119.35</c:v>
                </c:pt>
                <c:pt idx="2598">
                  <c:v>159.97999999999999</c:v>
                </c:pt>
                <c:pt idx="2599">
                  <c:v>163.96</c:v>
                </c:pt>
                <c:pt idx="2600">
                  <c:v>163.96</c:v>
                </c:pt>
                <c:pt idx="2601">
                  <c:v>224.94</c:v>
                </c:pt>
                <c:pt idx="2602">
                  <c:v>204.95</c:v>
                </c:pt>
                <c:pt idx="2603">
                  <c:v>186.78</c:v>
                </c:pt>
                <c:pt idx="2604">
                  <c:v>113.97</c:v>
                </c:pt>
                <c:pt idx="2605">
                  <c:v>166.06</c:v>
                </c:pt>
                <c:pt idx="2606">
                  <c:v>213.95</c:v>
                </c:pt>
                <c:pt idx="2607">
                  <c:v>153.49</c:v>
                </c:pt>
                <c:pt idx="2608">
                  <c:v>184.97</c:v>
                </c:pt>
                <c:pt idx="2609">
                  <c:v>193.96</c:v>
                </c:pt>
                <c:pt idx="2610">
                  <c:v>207.79</c:v>
                </c:pt>
                <c:pt idx="2611">
                  <c:v>174.96</c:v>
                </c:pt>
                <c:pt idx="2612">
                  <c:v>235.94</c:v>
                </c:pt>
                <c:pt idx="2613">
                  <c:v>163.96</c:v>
                </c:pt>
                <c:pt idx="2614">
                  <c:v>213.95</c:v>
                </c:pt>
                <c:pt idx="2615">
                  <c:v>193.96</c:v>
                </c:pt>
                <c:pt idx="2616">
                  <c:v>204.96</c:v>
                </c:pt>
                <c:pt idx="2617">
                  <c:v>163.96</c:v>
                </c:pt>
                <c:pt idx="2618">
                  <c:v>223.95</c:v>
                </c:pt>
                <c:pt idx="2619">
                  <c:v>264.93</c:v>
                </c:pt>
                <c:pt idx="2620">
                  <c:v>214.94</c:v>
                </c:pt>
                <c:pt idx="2621">
                  <c:v>215.95</c:v>
                </c:pt>
                <c:pt idx="2622">
                  <c:v>191.96</c:v>
                </c:pt>
                <c:pt idx="2623">
                  <c:v>105.95</c:v>
                </c:pt>
                <c:pt idx="2624">
                  <c:v>65.989999999999995</c:v>
                </c:pt>
                <c:pt idx="2625">
                  <c:v>37.47</c:v>
                </c:pt>
                <c:pt idx="2626">
                  <c:v>355.67</c:v>
                </c:pt>
                <c:pt idx="2627">
                  <c:v>127.06</c:v>
                </c:pt>
                <c:pt idx="2628">
                  <c:v>123.25</c:v>
                </c:pt>
                <c:pt idx="2629">
                  <c:v>263.95999999999998</c:v>
                </c:pt>
                <c:pt idx="2630">
                  <c:v>30.48</c:v>
                </c:pt>
                <c:pt idx="2631">
                  <c:v>411.35</c:v>
                </c:pt>
                <c:pt idx="2632">
                  <c:v>339.96</c:v>
                </c:pt>
                <c:pt idx="2633">
                  <c:v>169.98</c:v>
                </c:pt>
                <c:pt idx="2634">
                  <c:v>422.22</c:v>
                </c:pt>
                <c:pt idx="2635">
                  <c:v>131.97999999999999</c:v>
                </c:pt>
                <c:pt idx="2636">
                  <c:v>72.52</c:v>
                </c:pt>
                <c:pt idx="2637">
                  <c:v>57.45</c:v>
                </c:pt>
                <c:pt idx="2638">
                  <c:v>239.54</c:v>
                </c:pt>
                <c:pt idx="2639">
                  <c:v>337.53</c:v>
                </c:pt>
                <c:pt idx="2640">
                  <c:v>162.15</c:v>
                </c:pt>
                <c:pt idx="2641">
                  <c:v>131.97999999999999</c:v>
                </c:pt>
                <c:pt idx="2642">
                  <c:v>319.39</c:v>
                </c:pt>
                <c:pt idx="2643">
                  <c:v>377.94</c:v>
                </c:pt>
                <c:pt idx="2644">
                  <c:v>261.13</c:v>
                </c:pt>
                <c:pt idx="2645">
                  <c:v>169.98</c:v>
                </c:pt>
                <c:pt idx="2646">
                  <c:v>163.51</c:v>
                </c:pt>
                <c:pt idx="2647">
                  <c:v>336.18</c:v>
                </c:pt>
                <c:pt idx="2648">
                  <c:v>300.04000000000002</c:v>
                </c:pt>
                <c:pt idx="2649">
                  <c:v>260.66000000000003</c:v>
                </c:pt>
                <c:pt idx="2650">
                  <c:v>331.93</c:v>
                </c:pt>
                <c:pt idx="2651">
                  <c:v>234.75</c:v>
                </c:pt>
                <c:pt idx="2652">
                  <c:v>330.62</c:v>
                </c:pt>
                <c:pt idx="2653">
                  <c:v>280.31</c:v>
                </c:pt>
                <c:pt idx="2654">
                  <c:v>336.56</c:v>
                </c:pt>
                <c:pt idx="2655">
                  <c:v>126.82</c:v>
                </c:pt>
                <c:pt idx="2656">
                  <c:v>333.16</c:v>
                </c:pt>
                <c:pt idx="2657">
                  <c:v>169.98</c:v>
                </c:pt>
                <c:pt idx="2658">
                  <c:v>462.93</c:v>
                </c:pt>
                <c:pt idx="2659">
                  <c:v>339.96</c:v>
                </c:pt>
                <c:pt idx="2660">
                  <c:v>283.10000000000002</c:v>
                </c:pt>
                <c:pt idx="2661">
                  <c:v>346.61</c:v>
                </c:pt>
                <c:pt idx="2662">
                  <c:v>250.68</c:v>
                </c:pt>
                <c:pt idx="2663">
                  <c:v>339.96</c:v>
                </c:pt>
                <c:pt idx="2664">
                  <c:v>336.56</c:v>
                </c:pt>
                <c:pt idx="2665">
                  <c:v>236.69</c:v>
                </c:pt>
                <c:pt idx="2666">
                  <c:v>377.94</c:v>
                </c:pt>
                <c:pt idx="2667">
                  <c:v>329.95</c:v>
                </c:pt>
                <c:pt idx="2668">
                  <c:v>250.49</c:v>
                </c:pt>
                <c:pt idx="2669">
                  <c:v>265.95</c:v>
                </c:pt>
                <c:pt idx="2670">
                  <c:v>225.95</c:v>
                </c:pt>
                <c:pt idx="2671">
                  <c:v>183.95</c:v>
                </c:pt>
                <c:pt idx="2672">
                  <c:v>239.54</c:v>
                </c:pt>
                <c:pt idx="2673">
                  <c:v>339.96</c:v>
                </c:pt>
                <c:pt idx="2674">
                  <c:v>281.94</c:v>
                </c:pt>
                <c:pt idx="2675">
                  <c:v>405.93</c:v>
                </c:pt>
                <c:pt idx="2676">
                  <c:v>319.94</c:v>
                </c:pt>
                <c:pt idx="2677">
                  <c:v>339.96</c:v>
                </c:pt>
                <c:pt idx="2678">
                  <c:v>354.95</c:v>
                </c:pt>
                <c:pt idx="2679">
                  <c:v>263.95999999999998</c:v>
                </c:pt>
                <c:pt idx="2680">
                  <c:v>332.96</c:v>
                </c:pt>
                <c:pt idx="2681">
                  <c:v>84.99</c:v>
                </c:pt>
                <c:pt idx="2682">
                  <c:v>344.94</c:v>
                </c:pt>
                <c:pt idx="2683">
                  <c:v>169.98</c:v>
                </c:pt>
                <c:pt idx="2684">
                  <c:v>318.94</c:v>
                </c:pt>
                <c:pt idx="2685">
                  <c:v>346.95</c:v>
                </c:pt>
                <c:pt idx="2686">
                  <c:v>89.98</c:v>
                </c:pt>
                <c:pt idx="2687">
                  <c:v>226.95</c:v>
                </c:pt>
                <c:pt idx="2688">
                  <c:v>201.34</c:v>
                </c:pt>
                <c:pt idx="2689">
                  <c:v>309.94</c:v>
                </c:pt>
                <c:pt idx="2690">
                  <c:v>158.44999999999999</c:v>
                </c:pt>
                <c:pt idx="2691">
                  <c:v>-1.3</c:v>
                </c:pt>
                <c:pt idx="2692">
                  <c:v>324.93</c:v>
                </c:pt>
                <c:pt idx="2693">
                  <c:v>409.92</c:v>
                </c:pt>
                <c:pt idx="2694">
                  <c:v>206.96</c:v>
                </c:pt>
                <c:pt idx="2695">
                  <c:v>362.02</c:v>
                </c:pt>
                <c:pt idx="2696">
                  <c:v>277.93</c:v>
                </c:pt>
                <c:pt idx="2697">
                  <c:v>206.96</c:v>
                </c:pt>
                <c:pt idx="2698">
                  <c:v>211.94</c:v>
                </c:pt>
                <c:pt idx="2699">
                  <c:v>192.96</c:v>
                </c:pt>
                <c:pt idx="2700">
                  <c:v>198.95</c:v>
                </c:pt>
                <c:pt idx="2701">
                  <c:v>201.94</c:v>
                </c:pt>
                <c:pt idx="2702">
                  <c:v>393.93</c:v>
                </c:pt>
                <c:pt idx="2703">
                  <c:v>51.29</c:v>
                </c:pt>
                <c:pt idx="2704">
                  <c:v>358.95</c:v>
                </c:pt>
                <c:pt idx="2705">
                  <c:v>211.94</c:v>
                </c:pt>
                <c:pt idx="2706">
                  <c:v>186.26</c:v>
                </c:pt>
                <c:pt idx="2707">
                  <c:v>51.48</c:v>
                </c:pt>
                <c:pt idx="2708">
                  <c:v>123.97</c:v>
                </c:pt>
                <c:pt idx="2709">
                  <c:v>137.97999999999999</c:v>
                </c:pt>
                <c:pt idx="2710">
                  <c:v>118.95</c:v>
                </c:pt>
                <c:pt idx="2711">
                  <c:v>137.97999999999999</c:v>
                </c:pt>
                <c:pt idx="2712">
                  <c:v>137.97999999999999</c:v>
                </c:pt>
                <c:pt idx="2713">
                  <c:v>139.97999999999999</c:v>
                </c:pt>
                <c:pt idx="2714">
                  <c:v>80.180000000000007</c:v>
                </c:pt>
                <c:pt idx="2715">
                  <c:v>195.96</c:v>
                </c:pt>
                <c:pt idx="2716">
                  <c:v>137.97999999999999</c:v>
                </c:pt>
                <c:pt idx="2717">
                  <c:v>141.97999999999999</c:v>
                </c:pt>
                <c:pt idx="2718">
                  <c:v>107.97</c:v>
                </c:pt>
                <c:pt idx="2719">
                  <c:v>209.93</c:v>
                </c:pt>
                <c:pt idx="2720">
                  <c:v>169.98</c:v>
                </c:pt>
                <c:pt idx="2721">
                  <c:v>94.17</c:v>
                </c:pt>
                <c:pt idx="2722">
                  <c:v>141.29</c:v>
                </c:pt>
                <c:pt idx="2723">
                  <c:v>121.97</c:v>
                </c:pt>
                <c:pt idx="2724">
                  <c:v>126.03</c:v>
                </c:pt>
                <c:pt idx="2725">
                  <c:v>57.97</c:v>
                </c:pt>
                <c:pt idx="2726">
                  <c:v>152.97</c:v>
                </c:pt>
                <c:pt idx="2727">
                  <c:v>151.78</c:v>
                </c:pt>
                <c:pt idx="2728">
                  <c:v>186.27</c:v>
                </c:pt>
                <c:pt idx="2729">
                  <c:v>64.98</c:v>
                </c:pt>
                <c:pt idx="2730">
                  <c:v>142.96</c:v>
                </c:pt>
                <c:pt idx="2731">
                  <c:v>152.97</c:v>
                </c:pt>
                <c:pt idx="2732">
                  <c:v>154.97</c:v>
                </c:pt>
                <c:pt idx="2733">
                  <c:v>145.94999999999999</c:v>
                </c:pt>
                <c:pt idx="2734">
                  <c:v>217.04</c:v>
                </c:pt>
                <c:pt idx="2735">
                  <c:v>140.97</c:v>
                </c:pt>
                <c:pt idx="2736">
                  <c:v>139.97999999999999</c:v>
                </c:pt>
                <c:pt idx="2737">
                  <c:v>187.96</c:v>
                </c:pt>
                <c:pt idx="2738">
                  <c:v>155.94999999999999</c:v>
                </c:pt>
                <c:pt idx="2739">
                  <c:v>187.96</c:v>
                </c:pt>
                <c:pt idx="2740">
                  <c:v>187.96</c:v>
                </c:pt>
                <c:pt idx="2741">
                  <c:v>187.96</c:v>
                </c:pt>
                <c:pt idx="2742">
                  <c:v>159.97999999999999</c:v>
                </c:pt>
                <c:pt idx="2743">
                  <c:v>180.44</c:v>
                </c:pt>
                <c:pt idx="2744">
                  <c:v>183.97</c:v>
                </c:pt>
                <c:pt idx="2745">
                  <c:v>164.09</c:v>
                </c:pt>
                <c:pt idx="2746">
                  <c:v>156.12</c:v>
                </c:pt>
                <c:pt idx="2747">
                  <c:v>139.96</c:v>
                </c:pt>
                <c:pt idx="2748">
                  <c:v>159.97999999999999</c:v>
                </c:pt>
                <c:pt idx="2749">
                  <c:v>251.94</c:v>
                </c:pt>
                <c:pt idx="2750">
                  <c:v>142.86000000000001</c:v>
                </c:pt>
                <c:pt idx="2751">
                  <c:v>159.97999999999999</c:v>
                </c:pt>
                <c:pt idx="2752">
                  <c:v>267.95</c:v>
                </c:pt>
                <c:pt idx="2753">
                  <c:v>187.96</c:v>
                </c:pt>
                <c:pt idx="2754">
                  <c:v>159.97999999999999</c:v>
                </c:pt>
                <c:pt idx="2755">
                  <c:v>183.97</c:v>
                </c:pt>
                <c:pt idx="2756">
                  <c:v>112.97</c:v>
                </c:pt>
                <c:pt idx="2757">
                  <c:v>251.94</c:v>
                </c:pt>
                <c:pt idx="2758">
                  <c:v>58.98</c:v>
                </c:pt>
                <c:pt idx="2759">
                  <c:v>195.95</c:v>
                </c:pt>
                <c:pt idx="2760">
                  <c:v>139.96</c:v>
                </c:pt>
                <c:pt idx="2761">
                  <c:v>219.96</c:v>
                </c:pt>
                <c:pt idx="2762">
                  <c:v>179.96</c:v>
                </c:pt>
                <c:pt idx="2763">
                  <c:v>129.97999999999999</c:v>
                </c:pt>
                <c:pt idx="2764">
                  <c:v>251.94</c:v>
                </c:pt>
                <c:pt idx="2765">
                  <c:v>189.23</c:v>
                </c:pt>
                <c:pt idx="2766">
                  <c:v>151.72</c:v>
                </c:pt>
                <c:pt idx="2767">
                  <c:v>195.95</c:v>
                </c:pt>
                <c:pt idx="2768">
                  <c:v>316.95</c:v>
                </c:pt>
                <c:pt idx="2769">
                  <c:v>301.95999999999998</c:v>
                </c:pt>
                <c:pt idx="2770">
                  <c:v>79.98</c:v>
                </c:pt>
                <c:pt idx="2771">
                  <c:v>181.97</c:v>
                </c:pt>
                <c:pt idx="2772">
                  <c:v>137.97999999999999</c:v>
                </c:pt>
                <c:pt idx="2773">
                  <c:v>79.27</c:v>
                </c:pt>
                <c:pt idx="2774">
                  <c:v>149.97</c:v>
                </c:pt>
                <c:pt idx="2775">
                  <c:v>44.99</c:v>
                </c:pt>
                <c:pt idx="2776">
                  <c:v>173.93</c:v>
                </c:pt>
                <c:pt idx="2777">
                  <c:v>135.97</c:v>
                </c:pt>
                <c:pt idx="2778">
                  <c:v>213.85</c:v>
                </c:pt>
                <c:pt idx="2779">
                  <c:v>120.98</c:v>
                </c:pt>
                <c:pt idx="2780">
                  <c:v>73.989999999999995</c:v>
                </c:pt>
                <c:pt idx="2781">
                  <c:v>169.98</c:v>
                </c:pt>
                <c:pt idx="2782">
                  <c:v>149.96</c:v>
                </c:pt>
                <c:pt idx="2783">
                  <c:v>168.97</c:v>
                </c:pt>
                <c:pt idx="2784">
                  <c:v>137.97999999999999</c:v>
                </c:pt>
                <c:pt idx="2785">
                  <c:v>50.52</c:v>
                </c:pt>
                <c:pt idx="2786">
                  <c:v>134.97999999999999</c:v>
                </c:pt>
                <c:pt idx="2787">
                  <c:v>88.98</c:v>
                </c:pt>
                <c:pt idx="2788">
                  <c:v>150.18</c:v>
                </c:pt>
                <c:pt idx="2789">
                  <c:v>129.96</c:v>
                </c:pt>
                <c:pt idx="2790">
                  <c:v>288.82</c:v>
                </c:pt>
                <c:pt idx="2791">
                  <c:v>79.97</c:v>
                </c:pt>
                <c:pt idx="2792">
                  <c:v>144.47999999999999</c:v>
                </c:pt>
                <c:pt idx="2793">
                  <c:v>169.98</c:v>
                </c:pt>
                <c:pt idx="2794">
                  <c:v>186.97</c:v>
                </c:pt>
                <c:pt idx="2795">
                  <c:v>169.98</c:v>
                </c:pt>
                <c:pt idx="2796">
                  <c:v>158.97999999999999</c:v>
                </c:pt>
                <c:pt idx="2797">
                  <c:v>185.97</c:v>
                </c:pt>
                <c:pt idx="2798">
                  <c:v>169.98</c:v>
                </c:pt>
                <c:pt idx="2799">
                  <c:v>169.98</c:v>
                </c:pt>
                <c:pt idx="2800">
                  <c:v>117.97</c:v>
                </c:pt>
                <c:pt idx="2801">
                  <c:v>169.98</c:v>
                </c:pt>
                <c:pt idx="2802">
                  <c:v>169.98</c:v>
                </c:pt>
                <c:pt idx="2803">
                  <c:v>197.97</c:v>
                </c:pt>
                <c:pt idx="2804">
                  <c:v>162.96</c:v>
                </c:pt>
                <c:pt idx="2805">
                  <c:v>169.98</c:v>
                </c:pt>
                <c:pt idx="2806">
                  <c:v>127.44</c:v>
                </c:pt>
                <c:pt idx="2807">
                  <c:v>169.98</c:v>
                </c:pt>
                <c:pt idx="2808">
                  <c:v>172.97</c:v>
                </c:pt>
                <c:pt idx="2809">
                  <c:v>181.97</c:v>
                </c:pt>
                <c:pt idx="2810">
                  <c:v>166.97</c:v>
                </c:pt>
                <c:pt idx="2811">
                  <c:v>169.98</c:v>
                </c:pt>
                <c:pt idx="2812">
                  <c:v>254.96</c:v>
                </c:pt>
                <c:pt idx="2813">
                  <c:v>169.98</c:v>
                </c:pt>
                <c:pt idx="2814">
                  <c:v>134.77000000000001</c:v>
                </c:pt>
                <c:pt idx="2815">
                  <c:v>169.98</c:v>
                </c:pt>
                <c:pt idx="2816">
                  <c:v>229.96</c:v>
                </c:pt>
                <c:pt idx="2817">
                  <c:v>199.97</c:v>
                </c:pt>
                <c:pt idx="2818">
                  <c:v>169.98</c:v>
                </c:pt>
                <c:pt idx="2819">
                  <c:v>284.95</c:v>
                </c:pt>
                <c:pt idx="2820">
                  <c:v>169.98</c:v>
                </c:pt>
                <c:pt idx="2821">
                  <c:v>153.97999999999999</c:v>
                </c:pt>
                <c:pt idx="2822">
                  <c:v>147.97</c:v>
                </c:pt>
                <c:pt idx="2823">
                  <c:v>208.29</c:v>
                </c:pt>
                <c:pt idx="2824">
                  <c:v>297.43</c:v>
                </c:pt>
                <c:pt idx="2825">
                  <c:v>322.95999999999998</c:v>
                </c:pt>
                <c:pt idx="2826">
                  <c:v>206.25</c:v>
                </c:pt>
                <c:pt idx="2827">
                  <c:v>232.25</c:v>
                </c:pt>
                <c:pt idx="2828">
                  <c:v>296.73</c:v>
                </c:pt>
                <c:pt idx="2829">
                  <c:v>160.53</c:v>
                </c:pt>
                <c:pt idx="2830">
                  <c:v>255.24</c:v>
                </c:pt>
                <c:pt idx="2831">
                  <c:v>249.59</c:v>
                </c:pt>
                <c:pt idx="2832">
                  <c:v>301.19</c:v>
                </c:pt>
                <c:pt idx="2833">
                  <c:v>208.05</c:v>
                </c:pt>
                <c:pt idx="2834">
                  <c:v>264.92</c:v>
                </c:pt>
                <c:pt idx="2835">
                  <c:v>347.19</c:v>
                </c:pt>
                <c:pt idx="2836">
                  <c:v>254.03</c:v>
                </c:pt>
                <c:pt idx="2837">
                  <c:v>439.94</c:v>
                </c:pt>
                <c:pt idx="2838">
                  <c:v>133.91</c:v>
                </c:pt>
                <c:pt idx="2839">
                  <c:v>311.56</c:v>
                </c:pt>
                <c:pt idx="2840">
                  <c:v>254.67</c:v>
                </c:pt>
                <c:pt idx="2841">
                  <c:v>87.47</c:v>
                </c:pt>
                <c:pt idx="2842">
                  <c:v>211.96</c:v>
                </c:pt>
                <c:pt idx="2843">
                  <c:v>226.45</c:v>
                </c:pt>
                <c:pt idx="2844">
                  <c:v>73.08</c:v>
                </c:pt>
                <c:pt idx="2845">
                  <c:v>409.66</c:v>
                </c:pt>
                <c:pt idx="2846">
                  <c:v>395.81</c:v>
                </c:pt>
                <c:pt idx="2847">
                  <c:v>49.58</c:v>
                </c:pt>
                <c:pt idx="2848">
                  <c:v>99.97</c:v>
                </c:pt>
                <c:pt idx="2849">
                  <c:v>65.989999999999995</c:v>
                </c:pt>
                <c:pt idx="2850">
                  <c:v>173.97</c:v>
                </c:pt>
                <c:pt idx="2851">
                  <c:v>292.85000000000002</c:v>
                </c:pt>
                <c:pt idx="2852">
                  <c:v>336.84</c:v>
                </c:pt>
                <c:pt idx="2853">
                  <c:v>424.95</c:v>
                </c:pt>
                <c:pt idx="2854">
                  <c:v>339.96</c:v>
                </c:pt>
                <c:pt idx="2855">
                  <c:v>80.98</c:v>
                </c:pt>
                <c:pt idx="2856">
                  <c:v>69.989999999999995</c:v>
                </c:pt>
                <c:pt idx="2857">
                  <c:v>85.98</c:v>
                </c:pt>
                <c:pt idx="2858">
                  <c:v>328.05</c:v>
                </c:pt>
                <c:pt idx="2859">
                  <c:v>382.46</c:v>
                </c:pt>
                <c:pt idx="2860">
                  <c:v>339.96</c:v>
                </c:pt>
                <c:pt idx="2861">
                  <c:v>424.95</c:v>
                </c:pt>
                <c:pt idx="2862">
                  <c:v>339.96</c:v>
                </c:pt>
                <c:pt idx="2863">
                  <c:v>154.97999999999999</c:v>
                </c:pt>
                <c:pt idx="2864">
                  <c:v>424.95</c:v>
                </c:pt>
                <c:pt idx="2865">
                  <c:v>370.94</c:v>
                </c:pt>
                <c:pt idx="2866">
                  <c:v>424.95</c:v>
                </c:pt>
                <c:pt idx="2867">
                  <c:v>424.95</c:v>
                </c:pt>
                <c:pt idx="2868">
                  <c:v>424.95</c:v>
                </c:pt>
                <c:pt idx="2869">
                  <c:v>329.95</c:v>
                </c:pt>
                <c:pt idx="2870">
                  <c:v>68.98</c:v>
                </c:pt>
                <c:pt idx="2871">
                  <c:v>399.95</c:v>
                </c:pt>
                <c:pt idx="2872">
                  <c:v>424.95</c:v>
                </c:pt>
                <c:pt idx="2873">
                  <c:v>30.93</c:v>
                </c:pt>
                <c:pt idx="2874">
                  <c:v>150.76</c:v>
                </c:pt>
                <c:pt idx="2875">
                  <c:v>424.95</c:v>
                </c:pt>
                <c:pt idx="2876">
                  <c:v>332.96</c:v>
                </c:pt>
                <c:pt idx="2877">
                  <c:v>219.88</c:v>
                </c:pt>
                <c:pt idx="2878">
                  <c:v>254.22</c:v>
                </c:pt>
                <c:pt idx="2879">
                  <c:v>124.58</c:v>
                </c:pt>
                <c:pt idx="2880">
                  <c:v>273.39999999999998</c:v>
                </c:pt>
                <c:pt idx="2881">
                  <c:v>162.08000000000001</c:v>
                </c:pt>
                <c:pt idx="2882">
                  <c:v>270.66000000000003</c:v>
                </c:pt>
                <c:pt idx="2883">
                  <c:v>256.47000000000003</c:v>
                </c:pt>
                <c:pt idx="2884">
                  <c:v>270.02999999999997</c:v>
                </c:pt>
                <c:pt idx="2885">
                  <c:v>323.7</c:v>
                </c:pt>
                <c:pt idx="2886">
                  <c:v>273.39999999999998</c:v>
                </c:pt>
                <c:pt idx="2887">
                  <c:v>253.74</c:v>
                </c:pt>
                <c:pt idx="2888">
                  <c:v>226.22</c:v>
                </c:pt>
                <c:pt idx="2889">
                  <c:v>253.91</c:v>
                </c:pt>
                <c:pt idx="2890">
                  <c:v>286.70999999999998</c:v>
                </c:pt>
                <c:pt idx="2891">
                  <c:v>244.28</c:v>
                </c:pt>
                <c:pt idx="2892">
                  <c:v>465.1</c:v>
                </c:pt>
                <c:pt idx="2893">
                  <c:v>65.989999999999995</c:v>
                </c:pt>
                <c:pt idx="2894">
                  <c:v>450.58</c:v>
                </c:pt>
                <c:pt idx="2895">
                  <c:v>15.3</c:v>
                </c:pt>
                <c:pt idx="2896">
                  <c:v>451.11</c:v>
                </c:pt>
                <c:pt idx="2897">
                  <c:v>467.45</c:v>
                </c:pt>
                <c:pt idx="2898">
                  <c:v>280.14999999999998</c:v>
                </c:pt>
                <c:pt idx="2899">
                  <c:v>302.67</c:v>
                </c:pt>
                <c:pt idx="2900">
                  <c:v>505.75</c:v>
                </c:pt>
                <c:pt idx="2901">
                  <c:v>281.55</c:v>
                </c:pt>
                <c:pt idx="2902">
                  <c:v>383.95</c:v>
                </c:pt>
                <c:pt idx="2903">
                  <c:v>337.11</c:v>
                </c:pt>
                <c:pt idx="2904">
                  <c:v>346.54</c:v>
                </c:pt>
                <c:pt idx="2905">
                  <c:v>231.96</c:v>
                </c:pt>
                <c:pt idx="2906">
                  <c:v>197.97</c:v>
                </c:pt>
                <c:pt idx="2907">
                  <c:v>377.83</c:v>
                </c:pt>
                <c:pt idx="2908">
                  <c:v>338.88</c:v>
                </c:pt>
                <c:pt idx="2909">
                  <c:v>172.97</c:v>
                </c:pt>
                <c:pt idx="2910">
                  <c:v>305.95999999999998</c:v>
                </c:pt>
                <c:pt idx="2911">
                  <c:v>335.8</c:v>
                </c:pt>
                <c:pt idx="2912">
                  <c:v>296.95999999999998</c:v>
                </c:pt>
                <c:pt idx="2913">
                  <c:v>339.96</c:v>
                </c:pt>
                <c:pt idx="2914">
                  <c:v>381.94</c:v>
                </c:pt>
                <c:pt idx="2915">
                  <c:v>193.65</c:v>
                </c:pt>
                <c:pt idx="2916">
                  <c:v>181.97</c:v>
                </c:pt>
                <c:pt idx="2917">
                  <c:v>254.97</c:v>
                </c:pt>
                <c:pt idx="2918">
                  <c:v>237.46</c:v>
                </c:pt>
                <c:pt idx="2919">
                  <c:v>258.45999999999998</c:v>
                </c:pt>
                <c:pt idx="2920">
                  <c:v>308.93</c:v>
                </c:pt>
                <c:pt idx="2921">
                  <c:v>273.33999999999997</c:v>
                </c:pt>
                <c:pt idx="2922">
                  <c:v>249.66</c:v>
                </c:pt>
                <c:pt idx="2923">
                  <c:v>102.07</c:v>
                </c:pt>
                <c:pt idx="2924">
                  <c:v>275.95999999999998</c:v>
                </c:pt>
                <c:pt idx="2925">
                  <c:v>51.96</c:v>
                </c:pt>
                <c:pt idx="2926">
                  <c:v>290.95999999999998</c:v>
                </c:pt>
                <c:pt idx="2927">
                  <c:v>336.56</c:v>
                </c:pt>
                <c:pt idx="2928">
                  <c:v>377.95</c:v>
                </c:pt>
                <c:pt idx="2929">
                  <c:v>210.9</c:v>
                </c:pt>
                <c:pt idx="2930">
                  <c:v>435.77</c:v>
                </c:pt>
                <c:pt idx="2931">
                  <c:v>331.59</c:v>
                </c:pt>
                <c:pt idx="2932">
                  <c:v>126.13</c:v>
                </c:pt>
                <c:pt idx="2933">
                  <c:v>199.96</c:v>
                </c:pt>
                <c:pt idx="2934">
                  <c:v>197.97</c:v>
                </c:pt>
                <c:pt idx="2935">
                  <c:v>299.63</c:v>
                </c:pt>
                <c:pt idx="2936">
                  <c:v>183.97</c:v>
                </c:pt>
                <c:pt idx="2937">
                  <c:v>249.95</c:v>
                </c:pt>
                <c:pt idx="2938">
                  <c:v>254.97</c:v>
                </c:pt>
                <c:pt idx="2939">
                  <c:v>-75.94</c:v>
                </c:pt>
                <c:pt idx="2940">
                  <c:v>197.97</c:v>
                </c:pt>
                <c:pt idx="2941">
                  <c:v>227.96</c:v>
                </c:pt>
                <c:pt idx="2942">
                  <c:v>254.97</c:v>
                </c:pt>
                <c:pt idx="2943">
                  <c:v>214.95</c:v>
                </c:pt>
                <c:pt idx="2944">
                  <c:v>227.95</c:v>
                </c:pt>
                <c:pt idx="2945">
                  <c:v>211.96</c:v>
                </c:pt>
                <c:pt idx="2946">
                  <c:v>278.77</c:v>
                </c:pt>
                <c:pt idx="2947">
                  <c:v>923.86</c:v>
                </c:pt>
                <c:pt idx="2948">
                  <c:v>442.88</c:v>
                </c:pt>
                <c:pt idx="2949">
                  <c:v>329.95</c:v>
                </c:pt>
                <c:pt idx="2950">
                  <c:v>252.92</c:v>
                </c:pt>
                <c:pt idx="2951">
                  <c:v>282.93</c:v>
                </c:pt>
                <c:pt idx="2952">
                  <c:v>119.16</c:v>
                </c:pt>
                <c:pt idx="2953">
                  <c:v>520.91</c:v>
                </c:pt>
                <c:pt idx="2954">
                  <c:v>398.94</c:v>
                </c:pt>
                <c:pt idx="2955">
                  <c:v>197.97</c:v>
                </c:pt>
                <c:pt idx="2956">
                  <c:v>398.94</c:v>
                </c:pt>
                <c:pt idx="2957">
                  <c:v>121.98</c:v>
                </c:pt>
                <c:pt idx="2958">
                  <c:v>527.91999999999996</c:v>
                </c:pt>
                <c:pt idx="2959">
                  <c:v>238.96</c:v>
                </c:pt>
                <c:pt idx="2960">
                  <c:v>179.95</c:v>
                </c:pt>
                <c:pt idx="2961">
                  <c:v>571.33000000000004</c:v>
                </c:pt>
                <c:pt idx="2962">
                  <c:v>553.85</c:v>
                </c:pt>
                <c:pt idx="2963">
                  <c:v>323.77999999999997</c:v>
                </c:pt>
                <c:pt idx="2964">
                  <c:v>379.42</c:v>
                </c:pt>
                <c:pt idx="2965">
                  <c:v>445.41</c:v>
                </c:pt>
                <c:pt idx="2966">
                  <c:v>131.97999999999999</c:v>
                </c:pt>
                <c:pt idx="2967">
                  <c:v>110.98</c:v>
                </c:pt>
                <c:pt idx="2968">
                  <c:v>169.98</c:v>
                </c:pt>
                <c:pt idx="2969">
                  <c:v>54.98</c:v>
                </c:pt>
                <c:pt idx="2970">
                  <c:v>84.99</c:v>
                </c:pt>
                <c:pt idx="2971">
                  <c:v>84.99</c:v>
                </c:pt>
                <c:pt idx="2972">
                  <c:v>84.99</c:v>
                </c:pt>
                <c:pt idx="2973">
                  <c:v>77.69</c:v>
                </c:pt>
                <c:pt idx="2974">
                  <c:v>84.99</c:v>
                </c:pt>
                <c:pt idx="2975">
                  <c:v>84.99</c:v>
                </c:pt>
                <c:pt idx="2976">
                  <c:v>84.99</c:v>
                </c:pt>
                <c:pt idx="2977">
                  <c:v>63.8</c:v>
                </c:pt>
                <c:pt idx="2978">
                  <c:v>134.97999999999999</c:v>
                </c:pt>
                <c:pt idx="2979">
                  <c:v>84.99</c:v>
                </c:pt>
                <c:pt idx="2980">
                  <c:v>177.97</c:v>
                </c:pt>
                <c:pt idx="2981">
                  <c:v>84.99</c:v>
                </c:pt>
                <c:pt idx="2982">
                  <c:v>87.97</c:v>
                </c:pt>
                <c:pt idx="2983">
                  <c:v>84.99</c:v>
                </c:pt>
                <c:pt idx="2984">
                  <c:v>171.97</c:v>
                </c:pt>
                <c:pt idx="2985">
                  <c:v>99.98</c:v>
                </c:pt>
                <c:pt idx="2986">
                  <c:v>84.99</c:v>
                </c:pt>
                <c:pt idx="2987">
                  <c:v>169.98</c:v>
                </c:pt>
                <c:pt idx="2988">
                  <c:v>169.98</c:v>
                </c:pt>
                <c:pt idx="2989">
                  <c:v>169.98</c:v>
                </c:pt>
                <c:pt idx="2990">
                  <c:v>84.99</c:v>
                </c:pt>
                <c:pt idx="2991">
                  <c:v>84.99</c:v>
                </c:pt>
                <c:pt idx="2992">
                  <c:v>211.96</c:v>
                </c:pt>
                <c:pt idx="2993">
                  <c:v>94.98</c:v>
                </c:pt>
                <c:pt idx="2994">
                  <c:v>57.98</c:v>
                </c:pt>
                <c:pt idx="2995">
                  <c:v>84.99</c:v>
                </c:pt>
                <c:pt idx="2996">
                  <c:v>84.99</c:v>
                </c:pt>
                <c:pt idx="2997">
                  <c:v>84.99</c:v>
                </c:pt>
                <c:pt idx="2998">
                  <c:v>84.99</c:v>
                </c:pt>
                <c:pt idx="2999">
                  <c:v>84.99</c:v>
                </c:pt>
                <c:pt idx="3000">
                  <c:v>169.98</c:v>
                </c:pt>
                <c:pt idx="3001">
                  <c:v>74.98</c:v>
                </c:pt>
                <c:pt idx="3002">
                  <c:v>149.61000000000001</c:v>
                </c:pt>
                <c:pt idx="3003">
                  <c:v>497.93</c:v>
                </c:pt>
                <c:pt idx="3004">
                  <c:v>378.53</c:v>
                </c:pt>
                <c:pt idx="3005">
                  <c:v>395.94</c:v>
                </c:pt>
                <c:pt idx="3006">
                  <c:v>254.97</c:v>
                </c:pt>
                <c:pt idx="3007">
                  <c:v>523.92999999999995</c:v>
                </c:pt>
                <c:pt idx="3008">
                  <c:v>474.94</c:v>
                </c:pt>
                <c:pt idx="3009">
                  <c:v>514.92999999999995</c:v>
                </c:pt>
                <c:pt idx="3010">
                  <c:v>493.94</c:v>
                </c:pt>
                <c:pt idx="3011">
                  <c:v>311.93</c:v>
                </c:pt>
                <c:pt idx="3012">
                  <c:v>486.43</c:v>
                </c:pt>
                <c:pt idx="3013">
                  <c:v>338.92</c:v>
                </c:pt>
                <c:pt idx="3014">
                  <c:v>405.92</c:v>
                </c:pt>
                <c:pt idx="3015">
                  <c:v>403.94</c:v>
                </c:pt>
                <c:pt idx="3016">
                  <c:v>169.98</c:v>
                </c:pt>
                <c:pt idx="3017">
                  <c:v>169.98</c:v>
                </c:pt>
                <c:pt idx="3018">
                  <c:v>199.96</c:v>
                </c:pt>
                <c:pt idx="3019">
                  <c:v>144.47999999999999</c:v>
                </c:pt>
                <c:pt idx="3020">
                  <c:v>159.96</c:v>
                </c:pt>
                <c:pt idx="3021">
                  <c:v>131.97999999999999</c:v>
                </c:pt>
                <c:pt idx="3022">
                  <c:v>134.97</c:v>
                </c:pt>
                <c:pt idx="3023">
                  <c:v>254.97</c:v>
                </c:pt>
                <c:pt idx="3024">
                  <c:v>131.97999999999999</c:v>
                </c:pt>
                <c:pt idx="3025">
                  <c:v>172.97</c:v>
                </c:pt>
                <c:pt idx="3026">
                  <c:v>131.97999999999999</c:v>
                </c:pt>
                <c:pt idx="3027">
                  <c:v>126.38</c:v>
                </c:pt>
                <c:pt idx="3028">
                  <c:v>169.98</c:v>
                </c:pt>
                <c:pt idx="3029">
                  <c:v>263.95999999999998</c:v>
                </c:pt>
                <c:pt idx="3030">
                  <c:v>91.97</c:v>
                </c:pt>
                <c:pt idx="3031">
                  <c:v>178.17</c:v>
                </c:pt>
                <c:pt idx="3032">
                  <c:v>83.4</c:v>
                </c:pt>
                <c:pt idx="3033">
                  <c:v>223.35</c:v>
                </c:pt>
                <c:pt idx="3034">
                  <c:v>203.16</c:v>
                </c:pt>
                <c:pt idx="3035">
                  <c:v>246.48</c:v>
                </c:pt>
                <c:pt idx="3036">
                  <c:v>209.93</c:v>
                </c:pt>
                <c:pt idx="3037">
                  <c:v>325.43</c:v>
                </c:pt>
                <c:pt idx="3038">
                  <c:v>233.03</c:v>
                </c:pt>
                <c:pt idx="3039">
                  <c:v>211.96</c:v>
                </c:pt>
                <c:pt idx="3040">
                  <c:v>-211.96</c:v>
                </c:pt>
                <c:pt idx="3041">
                  <c:v>211.96</c:v>
                </c:pt>
                <c:pt idx="3042">
                  <c:v>215.94</c:v>
                </c:pt>
                <c:pt idx="3043">
                  <c:v>170.61</c:v>
                </c:pt>
                <c:pt idx="3044">
                  <c:v>139.26</c:v>
                </c:pt>
                <c:pt idx="3045">
                  <c:v>263.95999999999998</c:v>
                </c:pt>
                <c:pt idx="3046">
                  <c:v>75.67</c:v>
                </c:pt>
                <c:pt idx="3047">
                  <c:v>311.44</c:v>
                </c:pt>
                <c:pt idx="3048">
                  <c:v>131.97999999999999</c:v>
                </c:pt>
                <c:pt idx="3049">
                  <c:v>185.96</c:v>
                </c:pt>
                <c:pt idx="3050">
                  <c:v>263.95999999999998</c:v>
                </c:pt>
                <c:pt idx="3051">
                  <c:v>84.98</c:v>
                </c:pt>
                <c:pt idx="3052">
                  <c:v>156.69999999999999</c:v>
                </c:pt>
                <c:pt idx="3053">
                  <c:v>248.51</c:v>
                </c:pt>
                <c:pt idx="3054">
                  <c:v>238.96</c:v>
                </c:pt>
                <c:pt idx="3055">
                  <c:v>616.85</c:v>
                </c:pt>
                <c:pt idx="3056">
                  <c:v>255.97</c:v>
                </c:pt>
                <c:pt idx="3057">
                  <c:v>339.96</c:v>
                </c:pt>
                <c:pt idx="3058">
                  <c:v>59.99</c:v>
                </c:pt>
                <c:pt idx="3059">
                  <c:v>272.95</c:v>
                </c:pt>
                <c:pt idx="3060">
                  <c:v>263.95999999999998</c:v>
                </c:pt>
                <c:pt idx="3061">
                  <c:v>339.96</c:v>
                </c:pt>
                <c:pt idx="3062">
                  <c:v>78.95</c:v>
                </c:pt>
                <c:pt idx="3063">
                  <c:v>309.42</c:v>
                </c:pt>
                <c:pt idx="3064">
                  <c:v>335.95</c:v>
                </c:pt>
                <c:pt idx="3065">
                  <c:v>725.9</c:v>
                </c:pt>
                <c:pt idx="3066">
                  <c:v>319.95999999999998</c:v>
                </c:pt>
                <c:pt idx="3067">
                  <c:v>254.97</c:v>
                </c:pt>
                <c:pt idx="3068">
                  <c:v>238.97</c:v>
                </c:pt>
                <c:pt idx="3069">
                  <c:v>254.97</c:v>
                </c:pt>
                <c:pt idx="3070">
                  <c:v>304.95999999999998</c:v>
                </c:pt>
                <c:pt idx="3071">
                  <c:v>320.93</c:v>
                </c:pt>
                <c:pt idx="3072">
                  <c:v>287.36</c:v>
                </c:pt>
                <c:pt idx="3073">
                  <c:v>149.96</c:v>
                </c:pt>
                <c:pt idx="3074">
                  <c:v>49.99</c:v>
                </c:pt>
                <c:pt idx="3075">
                  <c:v>237.56</c:v>
                </c:pt>
                <c:pt idx="3076">
                  <c:v>263.95999999999998</c:v>
                </c:pt>
                <c:pt idx="3077">
                  <c:v>326.93</c:v>
                </c:pt>
                <c:pt idx="3078">
                  <c:v>507.92</c:v>
                </c:pt>
                <c:pt idx="3079">
                  <c:v>149.97</c:v>
                </c:pt>
                <c:pt idx="3080">
                  <c:v>456.92</c:v>
                </c:pt>
                <c:pt idx="3081">
                  <c:v>144.94999999999999</c:v>
                </c:pt>
                <c:pt idx="3082">
                  <c:v>391.85</c:v>
                </c:pt>
                <c:pt idx="3083">
                  <c:v>253.95</c:v>
                </c:pt>
                <c:pt idx="3084">
                  <c:v>254.97</c:v>
                </c:pt>
                <c:pt idx="3085">
                  <c:v>179.73</c:v>
                </c:pt>
                <c:pt idx="3086">
                  <c:v>441.92</c:v>
                </c:pt>
                <c:pt idx="3087">
                  <c:v>224.97</c:v>
                </c:pt>
                <c:pt idx="3088">
                  <c:v>183.97</c:v>
                </c:pt>
                <c:pt idx="3089">
                  <c:v>299.94</c:v>
                </c:pt>
                <c:pt idx="3090">
                  <c:v>291</c:v>
                </c:pt>
                <c:pt idx="3091">
                  <c:v>216.72</c:v>
                </c:pt>
                <c:pt idx="3092">
                  <c:v>225.94</c:v>
                </c:pt>
                <c:pt idx="3093">
                  <c:v>388.54</c:v>
                </c:pt>
                <c:pt idx="3094">
                  <c:v>296.94</c:v>
                </c:pt>
                <c:pt idx="3095">
                  <c:v>240.3</c:v>
                </c:pt>
                <c:pt idx="3096">
                  <c:v>278.95</c:v>
                </c:pt>
                <c:pt idx="3097">
                  <c:v>284.72000000000003</c:v>
                </c:pt>
                <c:pt idx="3098">
                  <c:v>271.94</c:v>
                </c:pt>
                <c:pt idx="3099">
                  <c:v>131.97999999999999</c:v>
                </c:pt>
                <c:pt idx="3100">
                  <c:v>119.34</c:v>
                </c:pt>
                <c:pt idx="3101">
                  <c:v>131.97999999999999</c:v>
                </c:pt>
                <c:pt idx="3102">
                  <c:v>131.97999999999999</c:v>
                </c:pt>
                <c:pt idx="3103">
                  <c:v>126.7</c:v>
                </c:pt>
                <c:pt idx="3104">
                  <c:v>131.97999999999999</c:v>
                </c:pt>
                <c:pt idx="3105">
                  <c:v>128.86000000000001</c:v>
                </c:pt>
                <c:pt idx="3106">
                  <c:v>131.97999999999999</c:v>
                </c:pt>
                <c:pt idx="3107">
                  <c:v>121.98</c:v>
                </c:pt>
                <c:pt idx="3108">
                  <c:v>129.34</c:v>
                </c:pt>
                <c:pt idx="3109">
                  <c:v>95.94</c:v>
                </c:pt>
                <c:pt idx="3110">
                  <c:v>169.98</c:v>
                </c:pt>
                <c:pt idx="3111">
                  <c:v>121.96</c:v>
                </c:pt>
                <c:pt idx="3112">
                  <c:v>256.39999999999998</c:v>
                </c:pt>
                <c:pt idx="3113">
                  <c:v>126.7</c:v>
                </c:pt>
                <c:pt idx="3114">
                  <c:v>147.97</c:v>
                </c:pt>
                <c:pt idx="3115">
                  <c:v>179.95</c:v>
                </c:pt>
                <c:pt idx="3116">
                  <c:v>131.97999999999999</c:v>
                </c:pt>
                <c:pt idx="3117">
                  <c:v>131.97999999999999</c:v>
                </c:pt>
                <c:pt idx="3118">
                  <c:v>131.97999999999999</c:v>
                </c:pt>
                <c:pt idx="3119">
                  <c:v>80.959999999999994</c:v>
                </c:pt>
                <c:pt idx="3120">
                  <c:v>131.97999999999999</c:v>
                </c:pt>
                <c:pt idx="3121">
                  <c:v>163.96</c:v>
                </c:pt>
                <c:pt idx="3122">
                  <c:v>131.97999999999999</c:v>
                </c:pt>
                <c:pt idx="3123">
                  <c:v>162.85</c:v>
                </c:pt>
                <c:pt idx="3124">
                  <c:v>146.97</c:v>
                </c:pt>
                <c:pt idx="3125">
                  <c:v>131.97999999999999</c:v>
                </c:pt>
                <c:pt idx="3126">
                  <c:v>131.97999999999999</c:v>
                </c:pt>
                <c:pt idx="3127">
                  <c:v>131.97999999999999</c:v>
                </c:pt>
                <c:pt idx="3128">
                  <c:v>131.97999999999999</c:v>
                </c:pt>
                <c:pt idx="3129">
                  <c:v>125.75</c:v>
                </c:pt>
                <c:pt idx="3130">
                  <c:v>131.37</c:v>
                </c:pt>
                <c:pt idx="3131">
                  <c:v>154.77000000000001</c:v>
                </c:pt>
                <c:pt idx="3132">
                  <c:v>129.34</c:v>
                </c:pt>
                <c:pt idx="3133">
                  <c:v>185.97</c:v>
                </c:pt>
                <c:pt idx="3134">
                  <c:v>165.46</c:v>
                </c:pt>
                <c:pt idx="3135">
                  <c:v>85.96</c:v>
                </c:pt>
                <c:pt idx="3136">
                  <c:v>65.989999999999995</c:v>
                </c:pt>
                <c:pt idx="3137">
                  <c:v>68.66</c:v>
                </c:pt>
                <c:pt idx="3138">
                  <c:v>1.3</c:v>
                </c:pt>
                <c:pt idx="3139">
                  <c:v>63.91</c:v>
                </c:pt>
                <c:pt idx="3140">
                  <c:v>197.97</c:v>
                </c:pt>
                <c:pt idx="3141">
                  <c:v>99.98</c:v>
                </c:pt>
                <c:pt idx="3142">
                  <c:v>199.96</c:v>
                </c:pt>
                <c:pt idx="3143">
                  <c:v>169.98</c:v>
                </c:pt>
                <c:pt idx="3144">
                  <c:v>139.96</c:v>
                </c:pt>
                <c:pt idx="3145">
                  <c:v>115.29</c:v>
                </c:pt>
                <c:pt idx="3146">
                  <c:v>114.97</c:v>
                </c:pt>
                <c:pt idx="3147">
                  <c:v>1.3</c:v>
                </c:pt>
                <c:pt idx="3148">
                  <c:v>471.92</c:v>
                </c:pt>
                <c:pt idx="3149">
                  <c:v>170.44</c:v>
                </c:pt>
                <c:pt idx="3150">
                  <c:v>169.98</c:v>
                </c:pt>
                <c:pt idx="3151">
                  <c:v>169.98</c:v>
                </c:pt>
                <c:pt idx="3152">
                  <c:v>170.97</c:v>
                </c:pt>
                <c:pt idx="3153">
                  <c:v>169.98</c:v>
                </c:pt>
                <c:pt idx="3154">
                  <c:v>440.94</c:v>
                </c:pt>
                <c:pt idx="3155">
                  <c:v>213.96</c:v>
                </c:pt>
                <c:pt idx="3156">
                  <c:v>114.97</c:v>
                </c:pt>
                <c:pt idx="3157">
                  <c:v>131.97999999999999</c:v>
                </c:pt>
                <c:pt idx="3158">
                  <c:v>169.98</c:v>
                </c:pt>
                <c:pt idx="3159">
                  <c:v>11.28</c:v>
                </c:pt>
                <c:pt idx="3160">
                  <c:v>119.96</c:v>
                </c:pt>
                <c:pt idx="3161">
                  <c:v>286.45</c:v>
                </c:pt>
                <c:pt idx="3162">
                  <c:v>184.97</c:v>
                </c:pt>
                <c:pt idx="3163">
                  <c:v>54.96</c:v>
                </c:pt>
                <c:pt idx="3164">
                  <c:v>130.83000000000001</c:v>
                </c:pt>
                <c:pt idx="3165">
                  <c:v>160.27000000000001</c:v>
                </c:pt>
                <c:pt idx="3166">
                  <c:v>149.12</c:v>
                </c:pt>
                <c:pt idx="3167">
                  <c:v>242.96</c:v>
                </c:pt>
                <c:pt idx="3168">
                  <c:v>195.57</c:v>
                </c:pt>
                <c:pt idx="3169">
                  <c:v>144.47999999999999</c:v>
                </c:pt>
                <c:pt idx="3170">
                  <c:v>85.15</c:v>
                </c:pt>
                <c:pt idx="3171">
                  <c:v>232.67</c:v>
                </c:pt>
                <c:pt idx="3172">
                  <c:v>203.14</c:v>
                </c:pt>
                <c:pt idx="3173">
                  <c:v>197.76</c:v>
                </c:pt>
                <c:pt idx="3174">
                  <c:v>138.58000000000001</c:v>
                </c:pt>
                <c:pt idx="3175">
                  <c:v>163.56</c:v>
                </c:pt>
                <c:pt idx="3176">
                  <c:v>151.97999999999999</c:v>
                </c:pt>
                <c:pt idx="3177">
                  <c:v>59.99</c:v>
                </c:pt>
                <c:pt idx="3178">
                  <c:v>147.03</c:v>
                </c:pt>
                <c:pt idx="3179">
                  <c:v>137.97999999999999</c:v>
                </c:pt>
                <c:pt idx="3180">
                  <c:v>129.52000000000001</c:v>
                </c:pt>
                <c:pt idx="3181">
                  <c:v>184.97</c:v>
                </c:pt>
                <c:pt idx="3182">
                  <c:v>121.02</c:v>
                </c:pt>
                <c:pt idx="3183">
                  <c:v>167.97</c:v>
                </c:pt>
                <c:pt idx="3184">
                  <c:v>133.47999999999999</c:v>
                </c:pt>
                <c:pt idx="3185">
                  <c:v>203.87</c:v>
                </c:pt>
                <c:pt idx="3186">
                  <c:v>134.97999999999999</c:v>
                </c:pt>
                <c:pt idx="3187">
                  <c:v>230.97</c:v>
                </c:pt>
                <c:pt idx="3188">
                  <c:v>171.48</c:v>
                </c:pt>
                <c:pt idx="3189">
                  <c:v>94.65</c:v>
                </c:pt>
                <c:pt idx="3190">
                  <c:v>215.5</c:v>
                </c:pt>
                <c:pt idx="3191">
                  <c:v>137.97999999999999</c:v>
                </c:pt>
                <c:pt idx="3192">
                  <c:v>169.98</c:v>
                </c:pt>
                <c:pt idx="3193">
                  <c:v>113.32</c:v>
                </c:pt>
                <c:pt idx="3194">
                  <c:v>149.97</c:v>
                </c:pt>
                <c:pt idx="3195">
                  <c:v>209.96</c:v>
                </c:pt>
                <c:pt idx="3196">
                  <c:v>150.97999999999999</c:v>
                </c:pt>
                <c:pt idx="3197">
                  <c:v>135.65</c:v>
                </c:pt>
                <c:pt idx="3198">
                  <c:v>146.97</c:v>
                </c:pt>
                <c:pt idx="3199">
                  <c:v>246.55</c:v>
                </c:pt>
                <c:pt idx="3200">
                  <c:v>229.93</c:v>
                </c:pt>
                <c:pt idx="3201">
                  <c:v>452.37</c:v>
                </c:pt>
                <c:pt idx="3202">
                  <c:v>532.25</c:v>
                </c:pt>
                <c:pt idx="3203">
                  <c:v>716.11</c:v>
                </c:pt>
                <c:pt idx="3204">
                  <c:v>958.74</c:v>
                </c:pt>
                <c:pt idx="3205">
                  <c:v>139.16</c:v>
                </c:pt>
                <c:pt idx="3206">
                  <c:v>59.97</c:v>
                </c:pt>
                <c:pt idx="3207">
                  <c:v>179.96</c:v>
                </c:pt>
                <c:pt idx="3208">
                  <c:v>159.96</c:v>
                </c:pt>
                <c:pt idx="3209">
                  <c:v>79.959999999999994</c:v>
                </c:pt>
                <c:pt idx="3210">
                  <c:v>128.77000000000001</c:v>
                </c:pt>
                <c:pt idx="3211">
                  <c:v>179.97</c:v>
                </c:pt>
                <c:pt idx="3212">
                  <c:v>135.58000000000001</c:v>
                </c:pt>
                <c:pt idx="3213">
                  <c:v>154.94999999999999</c:v>
                </c:pt>
                <c:pt idx="3214">
                  <c:v>209.96</c:v>
                </c:pt>
                <c:pt idx="3215">
                  <c:v>154.19999999999999</c:v>
                </c:pt>
                <c:pt idx="3216">
                  <c:v>169.98</c:v>
                </c:pt>
                <c:pt idx="3217">
                  <c:v>151.97</c:v>
                </c:pt>
                <c:pt idx="3218">
                  <c:v>192.16</c:v>
                </c:pt>
                <c:pt idx="3219">
                  <c:v>224.24</c:v>
                </c:pt>
                <c:pt idx="3220">
                  <c:v>189.97</c:v>
                </c:pt>
                <c:pt idx="3221">
                  <c:v>170.96</c:v>
                </c:pt>
                <c:pt idx="3222">
                  <c:v>171.96</c:v>
                </c:pt>
                <c:pt idx="3223">
                  <c:v>171.96</c:v>
                </c:pt>
                <c:pt idx="3224">
                  <c:v>151.97</c:v>
                </c:pt>
                <c:pt idx="3225">
                  <c:v>145.94</c:v>
                </c:pt>
                <c:pt idx="3226">
                  <c:v>163.97</c:v>
                </c:pt>
                <c:pt idx="3227">
                  <c:v>199.96</c:v>
                </c:pt>
                <c:pt idx="3228">
                  <c:v>172.97</c:v>
                </c:pt>
                <c:pt idx="3229">
                  <c:v>189.97</c:v>
                </c:pt>
                <c:pt idx="3230">
                  <c:v>151.97</c:v>
                </c:pt>
                <c:pt idx="3231">
                  <c:v>131.97999999999999</c:v>
                </c:pt>
                <c:pt idx="3232">
                  <c:v>152.97999999999999</c:v>
                </c:pt>
                <c:pt idx="3233">
                  <c:v>151.97</c:v>
                </c:pt>
                <c:pt idx="3234">
                  <c:v>124.97</c:v>
                </c:pt>
                <c:pt idx="3235">
                  <c:v>179.97</c:v>
                </c:pt>
                <c:pt idx="3236">
                  <c:v>151.97</c:v>
                </c:pt>
                <c:pt idx="3237">
                  <c:v>189.97</c:v>
                </c:pt>
                <c:pt idx="3238">
                  <c:v>225.95</c:v>
                </c:pt>
                <c:pt idx="3239">
                  <c:v>316.12</c:v>
                </c:pt>
                <c:pt idx="3240">
                  <c:v>368.58</c:v>
                </c:pt>
                <c:pt idx="3241">
                  <c:v>279.95999999999998</c:v>
                </c:pt>
                <c:pt idx="3242">
                  <c:v>424.95</c:v>
                </c:pt>
                <c:pt idx="3243">
                  <c:v>263.95999999999998</c:v>
                </c:pt>
                <c:pt idx="3244">
                  <c:v>284.93</c:v>
                </c:pt>
                <c:pt idx="3245">
                  <c:v>339.96</c:v>
                </c:pt>
                <c:pt idx="3246">
                  <c:v>259.08</c:v>
                </c:pt>
                <c:pt idx="3247">
                  <c:v>224.52</c:v>
                </c:pt>
                <c:pt idx="3248">
                  <c:v>258.42</c:v>
                </c:pt>
                <c:pt idx="3249">
                  <c:v>254.97</c:v>
                </c:pt>
                <c:pt idx="3250">
                  <c:v>287.3</c:v>
                </c:pt>
                <c:pt idx="3251">
                  <c:v>197.97</c:v>
                </c:pt>
                <c:pt idx="3252">
                  <c:v>151.94</c:v>
                </c:pt>
                <c:pt idx="3253">
                  <c:v>211.94</c:v>
                </c:pt>
                <c:pt idx="3254">
                  <c:v>47.97</c:v>
                </c:pt>
                <c:pt idx="3255">
                  <c:v>80.98</c:v>
                </c:pt>
                <c:pt idx="3256">
                  <c:v>107.49</c:v>
                </c:pt>
                <c:pt idx="3257">
                  <c:v>160.86000000000001</c:v>
                </c:pt>
                <c:pt idx="3258">
                  <c:v>202.97</c:v>
                </c:pt>
                <c:pt idx="3259">
                  <c:v>105.98</c:v>
                </c:pt>
                <c:pt idx="3260">
                  <c:v>202.93</c:v>
                </c:pt>
                <c:pt idx="3261">
                  <c:v>146.88</c:v>
                </c:pt>
                <c:pt idx="3262">
                  <c:v>200.93</c:v>
                </c:pt>
                <c:pt idx="3263">
                  <c:v>158.24</c:v>
                </c:pt>
                <c:pt idx="3264">
                  <c:v>129.33000000000001</c:v>
                </c:pt>
                <c:pt idx="3265">
                  <c:v>190.12</c:v>
                </c:pt>
                <c:pt idx="3266">
                  <c:v>146.49</c:v>
                </c:pt>
                <c:pt idx="3267">
                  <c:v>171.95</c:v>
                </c:pt>
                <c:pt idx="3268">
                  <c:v>136.49</c:v>
                </c:pt>
                <c:pt idx="3269">
                  <c:v>142.21</c:v>
                </c:pt>
                <c:pt idx="3270">
                  <c:v>112.96</c:v>
                </c:pt>
                <c:pt idx="3271">
                  <c:v>199</c:v>
                </c:pt>
                <c:pt idx="3272">
                  <c:v>77.959999999999994</c:v>
                </c:pt>
                <c:pt idx="3273">
                  <c:v>127.02</c:v>
                </c:pt>
                <c:pt idx="3274">
                  <c:v>135.96</c:v>
                </c:pt>
                <c:pt idx="3275">
                  <c:v>179.95</c:v>
                </c:pt>
                <c:pt idx="3276">
                  <c:v>174.47</c:v>
                </c:pt>
                <c:pt idx="3277">
                  <c:v>146.37</c:v>
                </c:pt>
                <c:pt idx="3278">
                  <c:v>131.97999999999999</c:v>
                </c:pt>
                <c:pt idx="3279">
                  <c:v>158.47999999999999</c:v>
                </c:pt>
                <c:pt idx="3280">
                  <c:v>136.65</c:v>
                </c:pt>
                <c:pt idx="3281">
                  <c:v>130.5</c:v>
                </c:pt>
                <c:pt idx="3282">
                  <c:v>76.66</c:v>
                </c:pt>
                <c:pt idx="3283">
                  <c:v>146.37</c:v>
                </c:pt>
                <c:pt idx="3284">
                  <c:v>187.94</c:v>
                </c:pt>
                <c:pt idx="3285">
                  <c:v>158.36000000000001</c:v>
                </c:pt>
                <c:pt idx="3286">
                  <c:v>167.96</c:v>
                </c:pt>
                <c:pt idx="3287">
                  <c:v>130.51</c:v>
                </c:pt>
                <c:pt idx="3288">
                  <c:v>131.97999999999999</c:v>
                </c:pt>
                <c:pt idx="3289">
                  <c:v>189.63</c:v>
                </c:pt>
                <c:pt idx="3290">
                  <c:v>155.96</c:v>
                </c:pt>
                <c:pt idx="3291">
                  <c:v>158.63999999999999</c:v>
                </c:pt>
                <c:pt idx="3292">
                  <c:v>84.99</c:v>
                </c:pt>
                <c:pt idx="3293">
                  <c:v>140.61000000000001</c:v>
                </c:pt>
                <c:pt idx="3294">
                  <c:v>90.98</c:v>
                </c:pt>
                <c:pt idx="3295">
                  <c:v>57.98</c:v>
                </c:pt>
                <c:pt idx="3296">
                  <c:v>145.37</c:v>
                </c:pt>
                <c:pt idx="3297">
                  <c:v>76.95</c:v>
                </c:pt>
                <c:pt idx="3298">
                  <c:v>21.99</c:v>
                </c:pt>
                <c:pt idx="3299">
                  <c:v>148.47999999999999</c:v>
                </c:pt>
                <c:pt idx="3300">
                  <c:v>30</c:v>
                </c:pt>
                <c:pt idx="3301">
                  <c:v>79.98</c:v>
                </c:pt>
                <c:pt idx="3302">
                  <c:v>3.48</c:v>
                </c:pt>
                <c:pt idx="3303">
                  <c:v>103.97</c:v>
                </c:pt>
                <c:pt idx="3304">
                  <c:v>99.99</c:v>
                </c:pt>
                <c:pt idx="3305">
                  <c:v>329.95</c:v>
                </c:pt>
                <c:pt idx="3306">
                  <c:v>65.989999999999995</c:v>
                </c:pt>
                <c:pt idx="3307">
                  <c:v>55.96</c:v>
                </c:pt>
                <c:pt idx="3308">
                  <c:v>6</c:v>
                </c:pt>
                <c:pt idx="3309">
                  <c:v>89.98</c:v>
                </c:pt>
                <c:pt idx="3310">
                  <c:v>334.93</c:v>
                </c:pt>
                <c:pt idx="3311">
                  <c:v>245.96</c:v>
                </c:pt>
                <c:pt idx="3312">
                  <c:v>474.93</c:v>
                </c:pt>
                <c:pt idx="3313">
                  <c:v>159.97999999999999</c:v>
                </c:pt>
                <c:pt idx="3314">
                  <c:v>309.95999999999998</c:v>
                </c:pt>
                <c:pt idx="3315">
                  <c:v>329.96</c:v>
                </c:pt>
                <c:pt idx="3316">
                  <c:v>121.98</c:v>
                </c:pt>
                <c:pt idx="3317">
                  <c:v>329.96</c:v>
                </c:pt>
                <c:pt idx="3318">
                  <c:v>428.24</c:v>
                </c:pt>
                <c:pt idx="3319">
                  <c:v>398.95</c:v>
                </c:pt>
                <c:pt idx="3320">
                  <c:v>342.95</c:v>
                </c:pt>
                <c:pt idx="3321">
                  <c:v>292.94</c:v>
                </c:pt>
                <c:pt idx="3322">
                  <c:v>329.96</c:v>
                </c:pt>
                <c:pt idx="3323">
                  <c:v>453.24</c:v>
                </c:pt>
                <c:pt idx="3324">
                  <c:v>499.94</c:v>
                </c:pt>
                <c:pt idx="3325">
                  <c:v>115.96</c:v>
                </c:pt>
                <c:pt idx="3326">
                  <c:v>153.97999999999999</c:v>
                </c:pt>
                <c:pt idx="3327">
                  <c:v>409.95</c:v>
                </c:pt>
                <c:pt idx="3328">
                  <c:v>259.95999999999998</c:v>
                </c:pt>
                <c:pt idx="3329">
                  <c:v>99.98</c:v>
                </c:pt>
                <c:pt idx="3330">
                  <c:v>84.99</c:v>
                </c:pt>
                <c:pt idx="3331">
                  <c:v>429.84</c:v>
                </c:pt>
                <c:pt idx="3332">
                  <c:v>329.96</c:v>
                </c:pt>
                <c:pt idx="3333">
                  <c:v>131.97999999999999</c:v>
                </c:pt>
                <c:pt idx="3334">
                  <c:v>99.98</c:v>
                </c:pt>
                <c:pt idx="3335">
                  <c:v>161.96</c:v>
                </c:pt>
                <c:pt idx="3336">
                  <c:v>92.39</c:v>
                </c:pt>
                <c:pt idx="3337">
                  <c:v>271.95999999999998</c:v>
                </c:pt>
                <c:pt idx="3338">
                  <c:v>145.96</c:v>
                </c:pt>
                <c:pt idx="3339">
                  <c:v>131.97999999999999</c:v>
                </c:pt>
                <c:pt idx="3340">
                  <c:v>241.96</c:v>
                </c:pt>
                <c:pt idx="3341">
                  <c:v>146.97</c:v>
                </c:pt>
                <c:pt idx="3342">
                  <c:v>99.98</c:v>
                </c:pt>
                <c:pt idx="3343">
                  <c:v>146.97</c:v>
                </c:pt>
                <c:pt idx="3344">
                  <c:v>45.88</c:v>
                </c:pt>
                <c:pt idx="3345">
                  <c:v>130.97</c:v>
                </c:pt>
                <c:pt idx="3346">
                  <c:v>131.97999999999999</c:v>
                </c:pt>
                <c:pt idx="3347">
                  <c:v>146.97</c:v>
                </c:pt>
                <c:pt idx="3348">
                  <c:v>146.97</c:v>
                </c:pt>
                <c:pt idx="3349">
                  <c:v>171.97</c:v>
                </c:pt>
                <c:pt idx="3350">
                  <c:v>263.95999999999998</c:v>
                </c:pt>
                <c:pt idx="3351">
                  <c:v>59.96</c:v>
                </c:pt>
                <c:pt idx="3352">
                  <c:v>110.98</c:v>
                </c:pt>
                <c:pt idx="3353">
                  <c:v>131.97999999999999</c:v>
                </c:pt>
                <c:pt idx="3354">
                  <c:v>133.47999999999999</c:v>
                </c:pt>
                <c:pt idx="3355">
                  <c:v>95.17</c:v>
                </c:pt>
                <c:pt idx="3356">
                  <c:v>145.96</c:v>
                </c:pt>
                <c:pt idx="3357">
                  <c:v>68.989999999999995</c:v>
                </c:pt>
                <c:pt idx="3358">
                  <c:v>263.95</c:v>
                </c:pt>
                <c:pt idx="3359">
                  <c:v>65.989999999999995</c:v>
                </c:pt>
                <c:pt idx="3360">
                  <c:v>131.97999999999999</c:v>
                </c:pt>
                <c:pt idx="3361">
                  <c:v>131.97999999999999</c:v>
                </c:pt>
                <c:pt idx="3362">
                  <c:v>78.97</c:v>
                </c:pt>
                <c:pt idx="3363">
                  <c:v>131.97999999999999</c:v>
                </c:pt>
                <c:pt idx="3364">
                  <c:v>131.97999999999999</c:v>
                </c:pt>
                <c:pt idx="3365">
                  <c:v>131.97999999999999</c:v>
                </c:pt>
                <c:pt idx="3366">
                  <c:v>146.97</c:v>
                </c:pt>
                <c:pt idx="3367">
                  <c:v>298.92</c:v>
                </c:pt>
                <c:pt idx="3368">
                  <c:v>136.97</c:v>
                </c:pt>
                <c:pt idx="3369">
                  <c:v>146.97</c:v>
                </c:pt>
                <c:pt idx="3370">
                  <c:v>131.97999999999999</c:v>
                </c:pt>
                <c:pt idx="3371">
                  <c:v>193.55</c:v>
                </c:pt>
                <c:pt idx="3372">
                  <c:v>193.55</c:v>
                </c:pt>
                <c:pt idx="3373">
                  <c:v>193.55</c:v>
                </c:pt>
                <c:pt idx="3374">
                  <c:v>193.55</c:v>
                </c:pt>
                <c:pt idx="3375">
                  <c:v>290.33</c:v>
                </c:pt>
                <c:pt idx="3376">
                  <c:v>193.55</c:v>
                </c:pt>
                <c:pt idx="3377">
                  <c:v>193.55</c:v>
                </c:pt>
                <c:pt idx="3378">
                  <c:v>193.55</c:v>
                </c:pt>
                <c:pt idx="3379">
                  <c:v>241.94</c:v>
                </c:pt>
                <c:pt idx="3380">
                  <c:v>193.55</c:v>
                </c:pt>
                <c:pt idx="3381">
                  <c:v>205.64</c:v>
                </c:pt>
                <c:pt idx="3382">
                  <c:v>193.54</c:v>
                </c:pt>
                <c:pt idx="3383">
                  <c:v>193.55</c:v>
                </c:pt>
                <c:pt idx="3384">
                  <c:v>174.46</c:v>
                </c:pt>
                <c:pt idx="3385">
                  <c:v>241.94</c:v>
                </c:pt>
                <c:pt idx="3386">
                  <c:v>186.98</c:v>
                </c:pt>
                <c:pt idx="3387">
                  <c:v>215.32</c:v>
                </c:pt>
                <c:pt idx="3388">
                  <c:v>145.16</c:v>
                </c:pt>
                <c:pt idx="3389">
                  <c:v>145.15</c:v>
                </c:pt>
                <c:pt idx="3390">
                  <c:v>193.55</c:v>
                </c:pt>
                <c:pt idx="3391">
                  <c:v>193.55</c:v>
                </c:pt>
                <c:pt idx="3392">
                  <c:v>290.33</c:v>
                </c:pt>
                <c:pt idx="3393">
                  <c:v>131.97999999999999</c:v>
                </c:pt>
                <c:pt idx="3394">
                  <c:v>79.98</c:v>
                </c:pt>
                <c:pt idx="3395">
                  <c:v>48.48</c:v>
                </c:pt>
                <c:pt idx="3396">
                  <c:v>65.97</c:v>
                </c:pt>
                <c:pt idx="3397">
                  <c:v>75.98</c:v>
                </c:pt>
                <c:pt idx="3398">
                  <c:v>114.17</c:v>
                </c:pt>
                <c:pt idx="3399">
                  <c:v>99.98</c:v>
                </c:pt>
                <c:pt idx="3400">
                  <c:v>84.99</c:v>
                </c:pt>
                <c:pt idx="3401">
                  <c:v>109.98</c:v>
                </c:pt>
                <c:pt idx="3402">
                  <c:v>82.97</c:v>
                </c:pt>
                <c:pt idx="3403">
                  <c:v>149.97</c:v>
                </c:pt>
                <c:pt idx="3404">
                  <c:v>65.989999999999995</c:v>
                </c:pt>
                <c:pt idx="3405">
                  <c:v>93.98</c:v>
                </c:pt>
                <c:pt idx="3406">
                  <c:v>170.93</c:v>
                </c:pt>
                <c:pt idx="3407">
                  <c:v>78.989999999999995</c:v>
                </c:pt>
                <c:pt idx="3408">
                  <c:v>64.97</c:v>
                </c:pt>
                <c:pt idx="3409">
                  <c:v>260.76</c:v>
                </c:pt>
                <c:pt idx="3410">
                  <c:v>84.98</c:v>
                </c:pt>
                <c:pt idx="3411">
                  <c:v>-22.99</c:v>
                </c:pt>
                <c:pt idx="3412">
                  <c:v>169.98</c:v>
                </c:pt>
                <c:pt idx="3413">
                  <c:v>52.97</c:v>
                </c:pt>
                <c:pt idx="3414">
                  <c:v>71.95</c:v>
                </c:pt>
                <c:pt idx="3415">
                  <c:v>59.98</c:v>
                </c:pt>
                <c:pt idx="3416">
                  <c:v>70.97</c:v>
                </c:pt>
                <c:pt idx="3417">
                  <c:v>59.97</c:v>
                </c:pt>
                <c:pt idx="3418">
                  <c:v>54.97</c:v>
                </c:pt>
                <c:pt idx="3419">
                  <c:v>284.74</c:v>
                </c:pt>
                <c:pt idx="3420">
                  <c:v>194.16</c:v>
                </c:pt>
                <c:pt idx="3421">
                  <c:v>52.98</c:v>
                </c:pt>
                <c:pt idx="3422">
                  <c:v>49.99</c:v>
                </c:pt>
                <c:pt idx="3423">
                  <c:v>67.97</c:v>
                </c:pt>
                <c:pt idx="3424">
                  <c:v>54.97</c:v>
                </c:pt>
                <c:pt idx="3425">
                  <c:v>62.97</c:v>
                </c:pt>
                <c:pt idx="3426">
                  <c:v>50.98</c:v>
                </c:pt>
                <c:pt idx="3427">
                  <c:v>74.97</c:v>
                </c:pt>
                <c:pt idx="3428">
                  <c:v>50.97</c:v>
                </c:pt>
                <c:pt idx="3429">
                  <c:v>60.98</c:v>
                </c:pt>
                <c:pt idx="3430">
                  <c:v>63.97</c:v>
                </c:pt>
                <c:pt idx="3431">
                  <c:v>59.97</c:v>
                </c:pt>
                <c:pt idx="3432">
                  <c:v>99.98</c:v>
                </c:pt>
                <c:pt idx="3433">
                  <c:v>51.97</c:v>
                </c:pt>
                <c:pt idx="3434">
                  <c:v>131.97999999999999</c:v>
                </c:pt>
                <c:pt idx="3435">
                  <c:v>99.98</c:v>
                </c:pt>
                <c:pt idx="3436">
                  <c:v>169.98</c:v>
                </c:pt>
                <c:pt idx="3437">
                  <c:v>168.97</c:v>
                </c:pt>
                <c:pt idx="3438">
                  <c:v>153.97999999999999</c:v>
                </c:pt>
                <c:pt idx="3439">
                  <c:v>131.97999999999999</c:v>
                </c:pt>
                <c:pt idx="3440">
                  <c:v>161.96</c:v>
                </c:pt>
                <c:pt idx="3441">
                  <c:v>184.97</c:v>
                </c:pt>
                <c:pt idx="3442">
                  <c:v>169.98</c:v>
                </c:pt>
                <c:pt idx="3443">
                  <c:v>184.97</c:v>
                </c:pt>
                <c:pt idx="3444">
                  <c:v>131.97999999999999</c:v>
                </c:pt>
                <c:pt idx="3445">
                  <c:v>152.97999999999999</c:v>
                </c:pt>
                <c:pt idx="3446">
                  <c:v>184.97</c:v>
                </c:pt>
                <c:pt idx="3447">
                  <c:v>184.97</c:v>
                </c:pt>
                <c:pt idx="3448">
                  <c:v>169.98</c:v>
                </c:pt>
                <c:pt idx="3449">
                  <c:v>235.97</c:v>
                </c:pt>
                <c:pt idx="3450">
                  <c:v>169.98</c:v>
                </c:pt>
                <c:pt idx="3451">
                  <c:v>169.98</c:v>
                </c:pt>
                <c:pt idx="3452">
                  <c:v>131.97999999999999</c:v>
                </c:pt>
                <c:pt idx="3453">
                  <c:v>136.97</c:v>
                </c:pt>
                <c:pt idx="3454">
                  <c:v>184.97</c:v>
                </c:pt>
                <c:pt idx="3455">
                  <c:v>169.98</c:v>
                </c:pt>
                <c:pt idx="3456">
                  <c:v>89.03</c:v>
                </c:pt>
                <c:pt idx="3457">
                  <c:v>184.59</c:v>
                </c:pt>
                <c:pt idx="3458">
                  <c:v>131.97999999999999</c:v>
                </c:pt>
                <c:pt idx="3459">
                  <c:v>174.97</c:v>
                </c:pt>
                <c:pt idx="3460">
                  <c:v>136.97</c:v>
                </c:pt>
                <c:pt idx="3461">
                  <c:v>169.98</c:v>
                </c:pt>
                <c:pt idx="3462">
                  <c:v>106.47</c:v>
                </c:pt>
                <c:pt idx="3463">
                  <c:v>254.97</c:v>
                </c:pt>
                <c:pt idx="3464">
                  <c:v>258.51</c:v>
                </c:pt>
                <c:pt idx="3465">
                  <c:v>254.97</c:v>
                </c:pt>
                <c:pt idx="3466">
                  <c:v>254.97</c:v>
                </c:pt>
                <c:pt idx="3467">
                  <c:v>169.98</c:v>
                </c:pt>
                <c:pt idx="3468">
                  <c:v>169.98</c:v>
                </c:pt>
                <c:pt idx="3469">
                  <c:v>169.98</c:v>
                </c:pt>
                <c:pt idx="3470">
                  <c:v>263.95999999999998</c:v>
                </c:pt>
                <c:pt idx="3471">
                  <c:v>263.95999999999998</c:v>
                </c:pt>
                <c:pt idx="3472">
                  <c:v>258.51</c:v>
                </c:pt>
                <c:pt idx="3473">
                  <c:v>153.18</c:v>
                </c:pt>
                <c:pt idx="3474">
                  <c:v>137.97999999999999</c:v>
                </c:pt>
                <c:pt idx="3475">
                  <c:v>137.97999999999999</c:v>
                </c:pt>
                <c:pt idx="3476">
                  <c:v>18.989999999999998</c:v>
                </c:pt>
                <c:pt idx="3477">
                  <c:v>169.98</c:v>
                </c:pt>
                <c:pt idx="3478">
                  <c:v>18.989999999999998</c:v>
                </c:pt>
                <c:pt idx="3479">
                  <c:v>169.98</c:v>
                </c:pt>
                <c:pt idx="3480">
                  <c:v>241.37</c:v>
                </c:pt>
                <c:pt idx="3481">
                  <c:v>241.37</c:v>
                </c:pt>
                <c:pt idx="3482">
                  <c:v>279.95</c:v>
                </c:pt>
                <c:pt idx="3483">
                  <c:v>279.95</c:v>
                </c:pt>
                <c:pt idx="3484">
                  <c:v>254.97</c:v>
                </c:pt>
                <c:pt idx="3485">
                  <c:v>254.97</c:v>
                </c:pt>
                <c:pt idx="3486">
                  <c:v>254.97</c:v>
                </c:pt>
                <c:pt idx="3487">
                  <c:v>254.97</c:v>
                </c:pt>
                <c:pt idx="3488">
                  <c:v>169.98</c:v>
                </c:pt>
                <c:pt idx="3489">
                  <c:v>169.98</c:v>
                </c:pt>
                <c:pt idx="3490">
                  <c:v>98.97</c:v>
                </c:pt>
                <c:pt idx="3491">
                  <c:v>169.98</c:v>
                </c:pt>
                <c:pt idx="3492">
                  <c:v>98.97</c:v>
                </c:pt>
                <c:pt idx="3493">
                  <c:v>254.97</c:v>
                </c:pt>
                <c:pt idx="3494">
                  <c:v>254.97</c:v>
                </c:pt>
                <c:pt idx="3495">
                  <c:v>153.18</c:v>
                </c:pt>
                <c:pt idx="3496">
                  <c:v>168.96</c:v>
                </c:pt>
                <c:pt idx="3497">
                  <c:v>254.97</c:v>
                </c:pt>
                <c:pt idx="3498">
                  <c:v>274.95999999999998</c:v>
                </c:pt>
                <c:pt idx="3499">
                  <c:v>274.95999999999998</c:v>
                </c:pt>
                <c:pt idx="3500">
                  <c:v>254.97</c:v>
                </c:pt>
                <c:pt idx="3501">
                  <c:v>254.97</c:v>
                </c:pt>
                <c:pt idx="3502">
                  <c:v>238.06</c:v>
                </c:pt>
                <c:pt idx="3503">
                  <c:v>238.06</c:v>
                </c:pt>
                <c:pt idx="3504">
                  <c:v>168.96</c:v>
                </c:pt>
                <c:pt idx="3505">
                  <c:v>69.989999999999995</c:v>
                </c:pt>
                <c:pt idx="3506">
                  <c:v>167.96</c:v>
                </c:pt>
                <c:pt idx="3507">
                  <c:v>375.94</c:v>
                </c:pt>
                <c:pt idx="3508">
                  <c:v>239.97</c:v>
                </c:pt>
                <c:pt idx="3509">
                  <c:v>169.98</c:v>
                </c:pt>
                <c:pt idx="3510">
                  <c:v>410.91</c:v>
                </c:pt>
                <c:pt idx="3511">
                  <c:v>224.95</c:v>
                </c:pt>
                <c:pt idx="3512">
                  <c:v>326.89999999999998</c:v>
                </c:pt>
                <c:pt idx="3513">
                  <c:v>170.97</c:v>
                </c:pt>
                <c:pt idx="3514">
                  <c:v>178.97</c:v>
                </c:pt>
                <c:pt idx="3515">
                  <c:v>201.96</c:v>
                </c:pt>
                <c:pt idx="3516">
                  <c:v>510.93</c:v>
                </c:pt>
                <c:pt idx="3517">
                  <c:v>130.38</c:v>
                </c:pt>
                <c:pt idx="3518">
                  <c:v>137.97999999999999</c:v>
                </c:pt>
                <c:pt idx="3519">
                  <c:v>99.98</c:v>
                </c:pt>
                <c:pt idx="3520">
                  <c:v>93.98</c:v>
                </c:pt>
                <c:pt idx="3521">
                  <c:v>139.94999999999999</c:v>
                </c:pt>
                <c:pt idx="3522">
                  <c:v>77.98</c:v>
                </c:pt>
                <c:pt idx="3523">
                  <c:v>67.97</c:v>
                </c:pt>
                <c:pt idx="3524">
                  <c:v>137.97999999999999</c:v>
                </c:pt>
                <c:pt idx="3525">
                  <c:v>109.96</c:v>
                </c:pt>
                <c:pt idx="3526">
                  <c:v>153.97</c:v>
                </c:pt>
                <c:pt idx="3527">
                  <c:v>70.989999999999995</c:v>
                </c:pt>
                <c:pt idx="3528">
                  <c:v>74.989999999999995</c:v>
                </c:pt>
                <c:pt idx="3529">
                  <c:v>104.98</c:v>
                </c:pt>
                <c:pt idx="3530">
                  <c:v>96.98</c:v>
                </c:pt>
                <c:pt idx="3531">
                  <c:v>76.489999999999995</c:v>
                </c:pt>
                <c:pt idx="3532">
                  <c:v>85.18</c:v>
                </c:pt>
                <c:pt idx="3533">
                  <c:v>74.98</c:v>
                </c:pt>
                <c:pt idx="3534">
                  <c:v>84.99</c:v>
                </c:pt>
                <c:pt idx="3535">
                  <c:v>99.98</c:v>
                </c:pt>
                <c:pt idx="3536">
                  <c:v>69.98</c:v>
                </c:pt>
                <c:pt idx="3537">
                  <c:v>75.239999999999995</c:v>
                </c:pt>
                <c:pt idx="3538">
                  <c:v>88.98</c:v>
                </c:pt>
                <c:pt idx="3539">
                  <c:v>100.97</c:v>
                </c:pt>
                <c:pt idx="3540">
                  <c:v>100.96</c:v>
                </c:pt>
                <c:pt idx="3541">
                  <c:v>74.989999999999995</c:v>
                </c:pt>
                <c:pt idx="3542">
                  <c:v>119.97</c:v>
                </c:pt>
                <c:pt idx="3543">
                  <c:v>113.96</c:v>
                </c:pt>
                <c:pt idx="3544">
                  <c:v>53.97</c:v>
                </c:pt>
                <c:pt idx="3545">
                  <c:v>71.989999999999995</c:v>
                </c:pt>
                <c:pt idx="3546">
                  <c:v>85.96</c:v>
                </c:pt>
                <c:pt idx="3547">
                  <c:v>134.97999999999999</c:v>
                </c:pt>
                <c:pt idx="3548">
                  <c:v>134.97999999999999</c:v>
                </c:pt>
                <c:pt idx="3549">
                  <c:v>105.98</c:v>
                </c:pt>
                <c:pt idx="3550">
                  <c:v>134.97999999999999</c:v>
                </c:pt>
                <c:pt idx="3551">
                  <c:v>97.98</c:v>
                </c:pt>
                <c:pt idx="3552">
                  <c:v>97.37</c:v>
                </c:pt>
                <c:pt idx="3553">
                  <c:v>84.99</c:v>
                </c:pt>
                <c:pt idx="3554">
                  <c:v>105.98</c:v>
                </c:pt>
                <c:pt idx="3555">
                  <c:v>98.98</c:v>
                </c:pt>
                <c:pt idx="3556">
                  <c:v>147.97</c:v>
                </c:pt>
                <c:pt idx="3557">
                  <c:v>103.86</c:v>
                </c:pt>
                <c:pt idx="3558">
                  <c:v>134.97999999999999</c:v>
                </c:pt>
                <c:pt idx="3559">
                  <c:v>105.98</c:v>
                </c:pt>
                <c:pt idx="3560">
                  <c:v>129.94999999999999</c:v>
                </c:pt>
                <c:pt idx="3561">
                  <c:v>105.98</c:v>
                </c:pt>
                <c:pt idx="3562">
                  <c:v>126.56</c:v>
                </c:pt>
                <c:pt idx="3563">
                  <c:v>134.97999999999999</c:v>
                </c:pt>
                <c:pt idx="3564">
                  <c:v>179.97</c:v>
                </c:pt>
                <c:pt idx="3565">
                  <c:v>134.97999999999999</c:v>
                </c:pt>
                <c:pt idx="3566">
                  <c:v>118.97</c:v>
                </c:pt>
                <c:pt idx="3567">
                  <c:v>84.99</c:v>
                </c:pt>
                <c:pt idx="3568">
                  <c:v>116.5</c:v>
                </c:pt>
                <c:pt idx="3569">
                  <c:v>118.97</c:v>
                </c:pt>
                <c:pt idx="3570">
                  <c:v>11.44</c:v>
                </c:pt>
                <c:pt idx="3571">
                  <c:v>105.98</c:v>
                </c:pt>
                <c:pt idx="3572">
                  <c:v>105.98</c:v>
                </c:pt>
                <c:pt idx="3573">
                  <c:v>97.98</c:v>
                </c:pt>
                <c:pt idx="3574">
                  <c:v>105.98</c:v>
                </c:pt>
                <c:pt idx="3575">
                  <c:v>134.97999999999999</c:v>
                </c:pt>
                <c:pt idx="3576">
                  <c:v>134.97999999999999</c:v>
                </c:pt>
                <c:pt idx="3577">
                  <c:v>105.98</c:v>
                </c:pt>
                <c:pt idx="3578">
                  <c:v>128.1</c:v>
                </c:pt>
                <c:pt idx="3579">
                  <c:v>134.97999999999999</c:v>
                </c:pt>
                <c:pt idx="3580">
                  <c:v>99.98</c:v>
                </c:pt>
                <c:pt idx="3581">
                  <c:v>36.29</c:v>
                </c:pt>
                <c:pt idx="3582">
                  <c:v>127.98</c:v>
                </c:pt>
                <c:pt idx="3583">
                  <c:v>148.97</c:v>
                </c:pt>
                <c:pt idx="3584">
                  <c:v>104.98</c:v>
                </c:pt>
                <c:pt idx="3585">
                  <c:v>127.97</c:v>
                </c:pt>
                <c:pt idx="3586">
                  <c:v>114.98</c:v>
                </c:pt>
                <c:pt idx="3587">
                  <c:v>793.63</c:v>
                </c:pt>
                <c:pt idx="3588">
                  <c:v>642.5</c:v>
                </c:pt>
                <c:pt idx="3589">
                  <c:v>891.57</c:v>
                </c:pt>
                <c:pt idx="3590">
                  <c:v>-225.75</c:v>
                </c:pt>
                <c:pt idx="3591">
                  <c:v>793.07</c:v>
                </c:pt>
                <c:pt idx="3592">
                  <c:v>849.06</c:v>
                </c:pt>
                <c:pt idx="3593">
                  <c:v>159.69999999999999</c:v>
                </c:pt>
                <c:pt idx="3594">
                  <c:v>843.85</c:v>
                </c:pt>
                <c:pt idx="3595">
                  <c:v>244.93</c:v>
                </c:pt>
                <c:pt idx="3596">
                  <c:v>69.989999999999995</c:v>
                </c:pt>
                <c:pt idx="3597">
                  <c:v>204.93</c:v>
                </c:pt>
                <c:pt idx="3598">
                  <c:v>103.98</c:v>
                </c:pt>
                <c:pt idx="3599">
                  <c:v>209.93</c:v>
                </c:pt>
                <c:pt idx="3600">
                  <c:v>244.93</c:v>
                </c:pt>
                <c:pt idx="3601">
                  <c:v>204.93</c:v>
                </c:pt>
                <c:pt idx="3602">
                  <c:v>189.94</c:v>
                </c:pt>
                <c:pt idx="3603">
                  <c:v>119.96</c:v>
                </c:pt>
                <c:pt idx="3604">
                  <c:v>224.93</c:v>
                </c:pt>
                <c:pt idx="3605">
                  <c:v>217.68</c:v>
                </c:pt>
                <c:pt idx="3606">
                  <c:v>244.93</c:v>
                </c:pt>
                <c:pt idx="3607">
                  <c:v>232.05</c:v>
                </c:pt>
                <c:pt idx="3608">
                  <c:v>173.71</c:v>
                </c:pt>
                <c:pt idx="3609">
                  <c:v>194.94</c:v>
                </c:pt>
                <c:pt idx="3610">
                  <c:v>154.97</c:v>
                </c:pt>
                <c:pt idx="3611">
                  <c:v>194.94</c:v>
                </c:pt>
                <c:pt idx="3612">
                  <c:v>184.93</c:v>
                </c:pt>
                <c:pt idx="3613">
                  <c:v>244.93</c:v>
                </c:pt>
                <c:pt idx="3614">
                  <c:v>204.93</c:v>
                </c:pt>
                <c:pt idx="3615">
                  <c:v>244.93</c:v>
                </c:pt>
                <c:pt idx="3616">
                  <c:v>213.92</c:v>
                </c:pt>
                <c:pt idx="3617">
                  <c:v>250.73</c:v>
                </c:pt>
                <c:pt idx="3618">
                  <c:v>229.47</c:v>
                </c:pt>
                <c:pt idx="3619">
                  <c:v>296.29000000000002</c:v>
                </c:pt>
                <c:pt idx="3620">
                  <c:v>209.2</c:v>
                </c:pt>
                <c:pt idx="3621">
                  <c:v>246.99</c:v>
                </c:pt>
                <c:pt idx="3622">
                  <c:v>112.56</c:v>
                </c:pt>
                <c:pt idx="3623">
                  <c:v>116.42</c:v>
                </c:pt>
                <c:pt idx="3624">
                  <c:v>254.97</c:v>
                </c:pt>
                <c:pt idx="3625">
                  <c:v>212.56</c:v>
                </c:pt>
                <c:pt idx="3626">
                  <c:v>169.98</c:v>
                </c:pt>
                <c:pt idx="3627">
                  <c:v>259.22000000000003</c:v>
                </c:pt>
                <c:pt idx="3628">
                  <c:v>246.98</c:v>
                </c:pt>
                <c:pt idx="3629">
                  <c:v>227.85</c:v>
                </c:pt>
                <c:pt idx="3630">
                  <c:v>276.95</c:v>
                </c:pt>
                <c:pt idx="3631">
                  <c:v>254.97</c:v>
                </c:pt>
                <c:pt idx="3632">
                  <c:v>305.95999999999998</c:v>
                </c:pt>
                <c:pt idx="3633">
                  <c:v>242.52</c:v>
                </c:pt>
                <c:pt idx="3634">
                  <c:v>287.83</c:v>
                </c:pt>
                <c:pt idx="3635">
                  <c:v>254.66</c:v>
                </c:pt>
                <c:pt idx="3636">
                  <c:v>95.98</c:v>
                </c:pt>
                <c:pt idx="3637">
                  <c:v>254.97</c:v>
                </c:pt>
                <c:pt idx="3638">
                  <c:v>199.96</c:v>
                </c:pt>
                <c:pt idx="3639">
                  <c:v>248.87</c:v>
                </c:pt>
                <c:pt idx="3640">
                  <c:v>254.97</c:v>
                </c:pt>
                <c:pt idx="3641">
                  <c:v>-84.99</c:v>
                </c:pt>
                <c:pt idx="3642">
                  <c:v>-82.96</c:v>
                </c:pt>
                <c:pt idx="3643">
                  <c:v>-84.99</c:v>
                </c:pt>
                <c:pt idx="3644">
                  <c:v>254.97</c:v>
                </c:pt>
                <c:pt idx="3645">
                  <c:v>234.96</c:v>
                </c:pt>
                <c:pt idx="3646">
                  <c:v>193.61</c:v>
                </c:pt>
                <c:pt idx="3647">
                  <c:v>369.95</c:v>
                </c:pt>
                <c:pt idx="3648">
                  <c:v>313.95</c:v>
                </c:pt>
                <c:pt idx="3649">
                  <c:v>329.95</c:v>
                </c:pt>
                <c:pt idx="3650">
                  <c:v>404.93</c:v>
                </c:pt>
                <c:pt idx="3651">
                  <c:v>339.96</c:v>
                </c:pt>
                <c:pt idx="3652">
                  <c:v>509.94</c:v>
                </c:pt>
                <c:pt idx="3653">
                  <c:v>468.83</c:v>
                </c:pt>
                <c:pt idx="3654">
                  <c:v>477.94</c:v>
                </c:pt>
                <c:pt idx="3655">
                  <c:v>594.92999999999995</c:v>
                </c:pt>
                <c:pt idx="3656">
                  <c:v>351.2</c:v>
                </c:pt>
                <c:pt idx="3657">
                  <c:v>369.95</c:v>
                </c:pt>
                <c:pt idx="3658">
                  <c:v>84.99</c:v>
                </c:pt>
                <c:pt idx="3659">
                  <c:v>137.84</c:v>
                </c:pt>
                <c:pt idx="3660">
                  <c:v>147.55000000000001</c:v>
                </c:pt>
                <c:pt idx="3661">
                  <c:v>131.97999999999999</c:v>
                </c:pt>
                <c:pt idx="3662">
                  <c:v>84.99</c:v>
                </c:pt>
                <c:pt idx="3663">
                  <c:v>84.99</c:v>
                </c:pt>
                <c:pt idx="3664">
                  <c:v>84.99</c:v>
                </c:pt>
                <c:pt idx="3665">
                  <c:v>84.99</c:v>
                </c:pt>
                <c:pt idx="3666">
                  <c:v>59.99</c:v>
                </c:pt>
                <c:pt idx="3667">
                  <c:v>86.98</c:v>
                </c:pt>
                <c:pt idx="3668">
                  <c:v>65.989999999999995</c:v>
                </c:pt>
                <c:pt idx="3669">
                  <c:v>84.99</c:v>
                </c:pt>
                <c:pt idx="3670">
                  <c:v>65.989999999999995</c:v>
                </c:pt>
                <c:pt idx="3671">
                  <c:v>84.99</c:v>
                </c:pt>
                <c:pt idx="3672">
                  <c:v>80.739999999999995</c:v>
                </c:pt>
                <c:pt idx="3673">
                  <c:v>76.489999999999995</c:v>
                </c:pt>
                <c:pt idx="3674">
                  <c:v>84.99</c:v>
                </c:pt>
                <c:pt idx="3675">
                  <c:v>84.99</c:v>
                </c:pt>
                <c:pt idx="3676">
                  <c:v>84.99</c:v>
                </c:pt>
                <c:pt idx="3677">
                  <c:v>119.96</c:v>
                </c:pt>
                <c:pt idx="3678">
                  <c:v>169.98</c:v>
                </c:pt>
                <c:pt idx="3679">
                  <c:v>84.99</c:v>
                </c:pt>
                <c:pt idx="3680">
                  <c:v>88.98</c:v>
                </c:pt>
                <c:pt idx="3681">
                  <c:v>75.09</c:v>
                </c:pt>
                <c:pt idx="3682">
                  <c:v>118.78</c:v>
                </c:pt>
                <c:pt idx="3683">
                  <c:v>84.99</c:v>
                </c:pt>
                <c:pt idx="3684">
                  <c:v>84.99</c:v>
                </c:pt>
                <c:pt idx="3685">
                  <c:v>45.14</c:v>
                </c:pt>
                <c:pt idx="3686">
                  <c:v>84.99</c:v>
                </c:pt>
                <c:pt idx="3687">
                  <c:v>121.98</c:v>
                </c:pt>
                <c:pt idx="3688">
                  <c:v>84.99</c:v>
                </c:pt>
                <c:pt idx="3689">
                  <c:v>84.99</c:v>
                </c:pt>
                <c:pt idx="3690">
                  <c:v>105.98</c:v>
                </c:pt>
                <c:pt idx="3691">
                  <c:v>131.97999999999999</c:v>
                </c:pt>
                <c:pt idx="3692">
                  <c:v>159.97999999999999</c:v>
                </c:pt>
                <c:pt idx="3693">
                  <c:v>84.99</c:v>
                </c:pt>
                <c:pt idx="3694">
                  <c:v>65.989999999999995</c:v>
                </c:pt>
                <c:pt idx="3695">
                  <c:v>65.989999999999995</c:v>
                </c:pt>
                <c:pt idx="3696">
                  <c:v>84.99</c:v>
                </c:pt>
                <c:pt idx="3697">
                  <c:v>84.99</c:v>
                </c:pt>
                <c:pt idx="3698">
                  <c:v>-84.99</c:v>
                </c:pt>
                <c:pt idx="3699">
                  <c:v>169.98</c:v>
                </c:pt>
                <c:pt idx="3700">
                  <c:v>169.98</c:v>
                </c:pt>
                <c:pt idx="3701">
                  <c:v>169.98</c:v>
                </c:pt>
                <c:pt idx="3702">
                  <c:v>169.98</c:v>
                </c:pt>
                <c:pt idx="3703">
                  <c:v>188.97</c:v>
                </c:pt>
                <c:pt idx="3704">
                  <c:v>169.98</c:v>
                </c:pt>
                <c:pt idx="3705">
                  <c:v>169.98</c:v>
                </c:pt>
                <c:pt idx="3706">
                  <c:v>150.97</c:v>
                </c:pt>
                <c:pt idx="3707">
                  <c:v>188.97</c:v>
                </c:pt>
                <c:pt idx="3708">
                  <c:v>188.97</c:v>
                </c:pt>
                <c:pt idx="3709">
                  <c:v>150.97</c:v>
                </c:pt>
                <c:pt idx="3710">
                  <c:v>169.98</c:v>
                </c:pt>
                <c:pt idx="3711">
                  <c:v>169.98</c:v>
                </c:pt>
                <c:pt idx="3712">
                  <c:v>214.97</c:v>
                </c:pt>
                <c:pt idx="3713">
                  <c:v>169.98</c:v>
                </c:pt>
                <c:pt idx="3714">
                  <c:v>169.98</c:v>
                </c:pt>
                <c:pt idx="3715">
                  <c:v>219.45</c:v>
                </c:pt>
                <c:pt idx="3716">
                  <c:v>219.45</c:v>
                </c:pt>
                <c:pt idx="3717">
                  <c:v>169.98</c:v>
                </c:pt>
                <c:pt idx="3718">
                  <c:v>214.97</c:v>
                </c:pt>
                <c:pt idx="3719">
                  <c:v>188.97</c:v>
                </c:pt>
                <c:pt idx="3720">
                  <c:v>219.96</c:v>
                </c:pt>
                <c:pt idx="3721">
                  <c:v>219.96</c:v>
                </c:pt>
                <c:pt idx="3722">
                  <c:v>188.97</c:v>
                </c:pt>
                <c:pt idx="3723">
                  <c:v>188.97</c:v>
                </c:pt>
                <c:pt idx="3724">
                  <c:v>169.98</c:v>
                </c:pt>
                <c:pt idx="3725">
                  <c:v>131.97999999999999</c:v>
                </c:pt>
                <c:pt idx="3726">
                  <c:v>131.97999999999999</c:v>
                </c:pt>
                <c:pt idx="3727">
                  <c:v>199.26</c:v>
                </c:pt>
                <c:pt idx="3728">
                  <c:v>169.98</c:v>
                </c:pt>
                <c:pt idx="3729">
                  <c:v>199.26</c:v>
                </c:pt>
                <c:pt idx="3730">
                  <c:v>169.98</c:v>
                </c:pt>
                <c:pt idx="3731">
                  <c:v>169.98</c:v>
                </c:pt>
                <c:pt idx="3732">
                  <c:v>169.98</c:v>
                </c:pt>
                <c:pt idx="3733">
                  <c:v>169.98</c:v>
                </c:pt>
                <c:pt idx="3734">
                  <c:v>206.96</c:v>
                </c:pt>
                <c:pt idx="3735">
                  <c:v>206.96</c:v>
                </c:pt>
                <c:pt idx="3736">
                  <c:v>169.98</c:v>
                </c:pt>
                <c:pt idx="3737">
                  <c:v>169.98</c:v>
                </c:pt>
                <c:pt idx="3738">
                  <c:v>169.98</c:v>
                </c:pt>
                <c:pt idx="3739">
                  <c:v>131.97999999999999</c:v>
                </c:pt>
                <c:pt idx="3740">
                  <c:v>188.97</c:v>
                </c:pt>
                <c:pt idx="3741">
                  <c:v>304.95999999999998</c:v>
                </c:pt>
                <c:pt idx="3742">
                  <c:v>188.97</c:v>
                </c:pt>
                <c:pt idx="3743">
                  <c:v>131.97999999999999</c:v>
                </c:pt>
                <c:pt idx="3744">
                  <c:v>159.97999999999999</c:v>
                </c:pt>
                <c:pt idx="3745">
                  <c:v>159.97999999999999</c:v>
                </c:pt>
                <c:pt idx="3746">
                  <c:v>153.97</c:v>
                </c:pt>
                <c:pt idx="3747">
                  <c:v>304.95999999999998</c:v>
                </c:pt>
                <c:pt idx="3748">
                  <c:v>153.97</c:v>
                </c:pt>
                <c:pt idx="3749">
                  <c:v>65.989999999999995</c:v>
                </c:pt>
                <c:pt idx="3750">
                  <c:v>196.65</c:v>
                </c:pt>
                <c:pt idx="3751">
                  <c:v>131.97999999999999</c:v>
                </c:pt>
                <c:pt idx="3752">
                  <c:v>131.97999999999999</c:v>
                </c:pt>
                <c:pt idx="3753">
                  <c:v>120.66</c:v>
                </c:pt>
                <c:pt idx="3754">
                  <c:v>108.02</c:v>
                </c:pt>
                <c:pt idx="3755">
                  <c:v>121.98</c:v>
                </c:pt>
                <c:pt idx="3756">
                  <c:v>78.72</c:v>
                </c:pt>
                <c:pt idx="3757">
                  <c:v>89.63</c:v>
                </c:pt>
                <c:pt idx="3758">
                  <c:v>131.97999999999999</c:v>
                </c:pt>
                <c:pt idx="3759">
                  <c:v>130.4</c:v>
                </c:pt>
                <c:pt idx="3760">
                  <c:v>63.59</c:v>
                </c:pt>
                <c:pt idx="3761">
                  <c:v>129.5</c:v>
                </c:pt>
                <c:pt idx="3762">
                  <c:v>65.989999999999995</c:v>
                </c:pt>
                <c:pt idx="3763">
                  <c:v>64.010000000000005</c:v>
                </c:pt>
                <c:pt idx="3764">
                  <c:v>131.97999999999999</c:v>
                </c:pt>
                <c:pt idx="3765">
                  <c:v>131.97999999999999</c:v>
                </c:pt>
                <c:pt idx="3766">
                  <c:v>131.32</c:v>
                </c:pt>
                <c:pt idx="3767">
                  <c:v>130.66</c:v>
                </c:pt>
                <c:pt idx="3768">
                  <c:v>98.16</c:v>
                </c:pt>
                <c:pt idx="3769">
                  <c:v>19.989999999999998</c:v>
                </c:pt>
                <c:pt idx="3770">
                  <c:v>118.78</c:v>
                </c:pt>
                <c:pt idx="3771">
                  <c:v>65.33</c:v>
                </c:pt>
                <c:pt idx="3772">
                  <c:v>171.97</c:v>
                </c:pt>
                <c:pt idx="3773">
                  <c:v>115.71</c:v>
                </c:pt>
                <c:pt idx="3774">
                  <c:v>124.65</c:v>
                </c:pt>
                <c:pt idx="3775">
                  <c:v>84.99</c:v>
                </c:pt>
                <c:pt idx="3776">
                  <c:v>65.989999999999995</c:v>
                </c:pt>
                <c:pt idx="3777">
                  <c:v>197.97</c:v>
                </c:pt>
                <c:pt idx="3778">
                  <c:v>125.38</c:v>
                </c:pt>
                <c:pt idx="3779">
                  <c:v>65.989999999999995</c:v>
                </c:pt>
                <c:pt idx="3780">
                  <c:v>131.97999999999999</c:v>
                </c:pt>
                <c:pt idx="3781">
                  <c:v>92</c:v>
                </c:pt>
                <c:pt idx="3782">
                  <c:v>131.97999999999999</c:v>
                </c:pt>
                <c:pt idx="3783">
                  <c:v>130.66</c:v>
                </c:pt>
                <c:pt idx="3784">
                  <c:v>131.97999999999999</c:v>
                </c:pt>
                <c:pt idx="3785">
                  <c:v>142.21</c:v>
                </c:pt>
                <c:pt idx="3786">
                  <c:v>79.98</c:v>
                </c:pt>
                <c:pt idx="3787">
                  <c:v>64.67</c:v>
                </c:pt>
                <c:pt idx="3788">
                  <c:v>197.97</c:v>
                </c:pt>
                <c:pt idx="3789">
                  <c:v>254.97</c:v>
                </c:pt>
                <c:pt idx="3790">
                  <c:v>162.44999999999999</c:v>
                </c:pt>
                <c:pt idx="3791">
                  <c:v>214.97</c:v>
                </c:pt>
                <c:pt idx="3792">
                  <c:v>169.98</c:v>
                </c:pt>
                <c:pt idx="3793">
                  <c:v>254.97</c:v>
                </c:pt>
                <c:pt idx="3794">
                  <c:v>263.95999999999998</c:v>
                </c:pt>
                <c:pt idx="3795">
                  <c:v>131.97999999999999</c:v>
                </c:pt>
                <c:pt idx="3796">
                  <c:v>236.97</c:v>
                </c:pt>
                <c:pt idx="3797">
                  <c:v>169.98</c:v>
                </c:pt>
                <c:pt idx="3798">
                  <c:v>254.97</c:v>
                </c:pt>
                <c:pt idx="3799">
                  <c:v>339.96</c:v>
                </c:pt>
                <c:pt idx="3800">
                  <c:v>254.97</c:v>
                </c:pt>
                <c:pt idx="3801">
                  <c:v>274.95</c:v>
                </c:pt>
                <c:pt idx="3802">
                  <c:v>169.98</c:v>
                </c:pt>
                <c:pt idx="3803">
                  <c:v>424.95</c:v>
                </c:pt>
                <c:pt idx="3804">
                  <c:v>-169.98</c:v>
                </c:pt>
                <c:pt idx="3805">
                  <c:v>229.97</c:v>
                </c:pt>
                <c:pt idx="3806">
                  <c:v>172.97</c:v>
                </c:pt>
                <c:pt idx="3807">
                  <c:v>119.44</c:v>
                </c:pt>
                <c:pt idx="3808">
                  <c:v>159.97999999999999</c:v>
                </c:pt>
                <c:pt idx="3809">
                  <c:v>254.97</c:v>
                </c:pt>
                <c:pt idx="3810">
                  <c:v>79.849999999999994</c:v>
                </c:pt>
                <c:pt idx="3811">
                  <c:v>217.75</c:v>
                </c:pt>
                <c:pt idx="3812">
                  <c:v>217.75</c:v>
                </c:pt>
                <c:pt idx="3813">
                  <c:v>145.15</c:v>
                </c:pt>
                <c:pt idx="3814">
                  <c:v>169.35</c:v>
                </c:pt>
                <c:pt idx="3815">
                  <c:v>208.07</c:v>
                </c:pt>
                <c:pt idx="3816">
                  <c:v>217.75</c:v>
                </c:pt>
                <c:pt idx="3817">
                  <c:v>217.75</c:v>
                </c:pt>
                <c:pt idx="3818">
                  <c:v>319.23</c:v>
                </c:pt>
                <c:pt idx="3819">
                  <c:v>169.35</c:v>
                </c:pt>
                <c:pt idx="3820">
                  <c:v>217.75</c:v>
                </c:pt>
                <c:pt idx="3821">
                  <c:v>217.75</c:v>
                </c:pt>
                <c:pt idx="3822">
                  <c:v>217.75</c:v>
                </c:pt>
                <c:pt idx="3823">
                  <c:v>217.75</c:v>
                </c:pt>
                <c:pt idx="3824">
                  <c:v>187.22</c:v>
                </c:pt>
                <c:pt idx="3825">
                  <c:v>133.05000000000001</c:v>
                </c:pt>
                <c:pt idx="3826">
                  <c:v>388.55</c:v>
                </c:pt>
                <c:pt idx="3827">
                  <c:v>600.15</c:v>
                </c:pt>
                <c:pt idx="3828">
                  <c:v>299.94</c:v>
                </c:pt>
                <c:pt idx="3829">
                  <c:v>292.95</c:v>
                </c:pt>
                <c:pt idx="3830">
                  <c:v>374.62</c:v>
                </c:pt>
                <c:pt idx="3831">
                  <c:v>121.74</c:v>
                </c:pt>
                <c:pt idx="3832">
                  <c:v>380.43</c:v>
                </c:pt>
                <c:pt idx="3833">
                  <c:v>329.95</c:v>
                </c:pt>
                <c:pt idx="3834">
                  <c:v>307.94</c:v>
                </c:pt>
                <c:pt idx="3835">
                  <c:v>130.44999999999999</c:v>
                </c:pt>
                <c:pt idx="3836">
                  <c:v>212.94</c:v>
                </c:pt>
                <c:pt idx="3837">
                  <c:v>109.96</c:v>
                </c:pt>
                <c:pt idx="3838">
                  <c:v>171.97</c:v>
                </c:pt>
                <c:pt idx="3839">
                  <c:v>179.4</c:v>
                </c:pt>
                <c:pt idx="3840">
                  <c:v>206.94</c:v>
                </c:pt>
                <c:pt idx="3841">
                  <c:v>53.98</c:v>
                </c:pt>
                <c:pt idx="3842">
                  <c:v>121.98</c:v>
                </c:pt>
                <c:pt idx="3843">
                  <c:v>192.56</c:v>
                </c:pt>
                <c:pt idx="3844">
                  <c:v>108.78</c:v>
                </c:pt>
                <c:pt idx="3845">
                  <c:v>189.96</c:v>
                </c:pt>
                <c:pt idx="3846">
                  <c:v>155.96</c:v>
                </c:pt>
                <c:pt idx="3847">
                  <c:v>116.99</c:v>
                </c:pt>
                <c:pt idx="3848">
                  <c:v>131.97999999999999</c:v>
                </c:pt>
                <c:pt idx="3849">
                  <c:v>121.98</c:v>
                </c:pt>
                <c:pt idx="3850">
                  <c:v>174.75</c:v>
                </c:pt>
                <c:pt idx="3851">
                  <c:v>118.78</c:v>
                </c:pt>
                <c:pt idx="3852">
                  <c:v>156.97</c:v>
                </c:pt>
                <c:pt idx="3853">
                  <c:v>201.96</c:v>
                </c:pt>
                <c:pt idx="3854">
                  <c:v>147.97</c:v>
                </c:pt>
                <c:pt idx="3855">
                  <c:v>288.95</c:v>
                </c:pt>
                <c:pt idx="3856">
                  <c:v>117.96</c:v>
                </c:pt>
                <c:pt idx="3857">
                  <c:v>197.97</c:v>
                </c:pt>
                <c:pt idx="3858">
                  <c:v>147.97</c:v>
                </c:pt>
                <c:pt idx="3859">
                  <c:v>103.91</c:v>
                </c:pt>
                <c:pt idx="3860">
                  <c:v>188.97</c:v>
                </c:pt>
                <c:pt idx="3861">
                  <c:v>84.99</c:v>
                </c:pt>
                <c:pt idx="3862">
                  <c:v>96.65</c:v>
                </c:pt>
                <c:pt idx="3863">
                  <c:v>88.97</c:v>
                </c:pt>
                <c:pt idx="3864">
                  <c:v>169.98</c:v>
                </c:pt>
                <c:pt idx="3865">
                  <c:v>194.96</c:v>
                </c:pt>
                <c:pt idx="3866">
                  <c:v>217.95</c:v>
                </c:pt>
                <c:pt idx="3867">
                  <c:v>105.98</c:v>
                </c:pt>
                <c:pt idx="3868">
                  <c:v>79.97</c:v>
                </c:pt>
                <c:pt idx="3869">
                  <c:v>84.99</c:v>
                </c:pt>
                <c:pt idx="3870">
                  <c:v>187.97</c:v>
                </c:pt>
                <c:pt idx="3871">
                  <c:v>177.97</c:v>
                </c:pt>
                <c:pt idx="3872">
                  <c:v>77.510000000000005</c:v>
                </c:pt>
                <c:pt idx="3873">
                  <c:v>168.94</c:v>
                </c:pt>
                <c:pt idx="3874">
                  <c:v>166.97</c:v>
                </c:pt>
                <c:pt idx="3875">
                  <c:v>183.55</c:v>
                </c:pt>
                <c:pt idx="3876">
                  <c:v>105.98</c:v>
                </c:pt>
                <c:pt idx="3877">
                  <c:v>123.97</c:v>
                </c:pt>
                <c:pt idx="3878">
                  <c:v>154.37</c:v>
                </c:pt>
                <c:pt idx="3879">
                  <c:v>226.96</c:v>
                </c:pt>
                <c:pt idx="3880">
                  <c:v>161.86000000000001</c:v>
                </c:pt>
                <c:pt idx="3881">
                  <c:v>84.99</c:v>
                </c:pt>
                <c:pt idx="3882">
                  <c:v>232.96</c:v>
                </c:pt>
                <c:pt idx="3883">
                  <c:v>196.95</c:v>
                </c:pt>
                <c:pt idx="3884">
                  <c:v>118.78</c:v>
                </c:pt>
                <c:pt idx="3885">
                  <c:v>176.33</c:v>
                </c:pt>
                <c:pt idx="3886">
                  <c:v>83.93</c:v>
                </c:pt>
                <c:pt idx="3887">
                  <c:v>139.97999999999999</c:v>
                </c:pt>
                <c:pt idx="3888">
                  <c:v>179.75</c:v>
                </c:pt>
                <c:pt idx="3889">
                  <c:v>116.74</c:v>
                </c:pt>
                <c:pt idx="3890">
                  <c:v>109.99</c:v>
                </c:pt>
                <c:pt idx="3891">
                  <c:v>187.97</c:v>
                </c:pt>
                <c:pt idx="3892">
                  <c:v>100.98</c:v>
                </c:pt>
                <c:pt idx="3893">
                  <c:v>187.97</c:v>
                </c:pt>
                <c:pt idx="3894">
                  <c:v>74.48</c:v>
                </c:pt>
                <c:pt idx="3895">
                  <c:v>108.17</c:v>
                </c:pt>
                <c:pt idx="3896">
                  <c:v>95.69</c:v>
                </c:pt>
                <c:pt idx="3897">
                  <c:v>187.97</c:v>
                </c:pt>
                <c:pt idx="3898">
                  <c:v>146.97</c:v>
                </c:pt>
                <c:pt idx="3899">
                  <c:v>61.17</c:v>
                </c:pt>
                <c:pt idx="3900">
                  <c:v>76.02</c:v>
                </c:pt>
                <c:pt idx="3901">
                  <c:v>121.98</c:v>
                </c:pt>
                <c:pt idx="3902">
                  <c:v>104.98</c:v>
                </c:pt>
                <c:pt idx="3903">
                  <c:v>-33.880000000000003</c:v>
                </c:pt>
                <c:pt idx="3904">
                  <c:v>91.41</c:v>
                </c:pt>
                <c:pt idx="3905">
                  <c:v>169.98</c:v>
                </c:pt>
                <c:pt idx="3906">
                  <c:v>108.97</c:v>
                </c:pt>
                <c:pt idx="3907">
                  <c:v>126.38</c:v>
                </c:pt>
                <c:pt idx="3908">
                  <c:v>131.97999999999999</c:v>
                </c:pt>
                <c:pt idx="3909">
                  <c:v>169.98</c:v>
                </c:pt>
                <c:pt idx="3910">
                  <c:v>186.06</c:v>
                </c:pt>
                <c:pt idx="3911">
                  <c:v>89.97</c:v>
                </c:pt>
                <c:pt idx="3912">
                  <c:v>205.96</c:v>
                </c:pt>
                <c:pt idx="3913">
                  <c:v>164.96</c:v>
                </c:pt>
                <c:pt idx="3914">
                  <c:v>86.96</c:v>
                </c:pt>
                <c:pt idx="3915">
                  <c:v>80.98</c:v>
                </c:pt>
                <c:pt idx="3916">
                  <c:v>151.96</c:v>
                </c:pt>
                <c:pt idx="3917">
                  <c:v>93.66</c:v>
                </c:pt>
                <c:pt idx="3918">
                  <c:v>169.98</c:v>
                </c:pt>
                <c:pt idx="3919">
                  <c:v>86.96</c:v>
                </c:pt>
                <c:pt idx="3920">
                  <c:v>246.95</c:v>
                </c:pt>
                <c:pt idx="3921">
                  <c:v>121.57</c:v>
                </c:pt>
                <c:pt idx="3922">
                  <c:v>79.209999999999994</c:v>
                </c:pt>
                <c:pt idx="3923">
                  <c:v>137.97</c:v>
                </c:pt>
                <c:pt idx="3924">
                  <c:v>163.35</c:v>
                </c:pt>
                <c:pt idx="3925">
                  <c:v>155.01</c:v>
                </c:pt>
                <c:pt idx="3926">
                  <c:v>197.97</c:v>
                </c:pt>
                <c:pt idx="3927">
                  <c:v>131.97999999999999</c:v>
                </c:pt>
                <c:pt idx="3928">
                  <c:v>162.96</c:v>
                </c:pt>
                <c:pt idx="3929">
                  <c:v>146.97</c:v>
                </c:pt>
                <c:pt idx="3930">
                  <c:v>88.98</c:v>
                </c:pt>
                <c:pt idx="3931">
                  <c:v>95.97</c:v>
                </c:pt>
                <c:pt idx="3932">
                  <c:v>77.98</c:v>
                </c:pt>
                <c:pt idx="3933">
                  <c:v>137.97999999999999</c:v>
                </c:pt>
                <c:pt idx="3934">
                  <c:v>126.16</c:v>
                </c:pt>
                <c:pt idx="3935">
                  <c:v>169.98</c:v>
                </c:pt>
                <c:pt idx="3936">
                  <c:v>147.57</c:v>
                </c:pt>
                <c:pt idx="3937">
                  <c:v>183.87</c:v>
                </c:pt>
                <c:pt idx="3938">
                  <c:v>165.03</c:v>
                </c:pt>
                <c:pt idx="3939">
                  <c:v>159.69999999999999</c:v>
                </c:pt>
                <c:pt idx="3940">
                  <c:v>204.43</c:v>
                </c:pt>
                <c:pt idx="3941">
                  <c:v>110.09</c:v>
                </c:pt>
                <c:pt idx="3942">
                  <c:v>181.46</c:v>
                </c:pt>
                <c:pt idx="3943">
                  <c:v>181.45</c:v>
                </c:pt>
                <c:pt idx="3944">
                  <c:v>181.46</c:v>
                </c:pt>
                <c:pt idx="3945">
                  <c:v>208.04</c:v>
                </c:pt>
                <c:pt idx="3946">
                  <c:v>79.849999999999994</c:v>
                </c:pt>
                <c:pt idx="3947">
                  <c:v>181.46</c:v>
                </c:pt>
                <c:pt idx="3948">
                  <c:v>101.62</c:v>
                </c:pt>
                <c:pt idx="3949">
                  <c:v>82.21</c:v>
                </c:pt>
                <c:pt idx="3950">
                  <c:v>181.46</c:v>
                </c:pt>
                <c:pt idx="3951">
                  <c:v>123.38</c:v>
                </c:pt>
                <c:pt idx="3952">
                  <c:v>143.97</c:v>
                </c:pt>
                <c:pt idx="3953">
                  <c:v>203.23</c:v>
                </c:pt>
                <c:pt idx="3954">
                  <c:v>147.56</c:v>
                </c:pt>
                <c:pt idx="3955">
                  <c:v>67.709999999999994</c:v>
                </c:pt>
                <c:pt idx="3956">
                  <c:v>113.7</c:v>
                </c:pt>
                <c:pt idx="3957">
                  <c:v>147.56</c:v>
                </c:pt>
                <c:pt idx="3958">
                  <c:v>203.23</c:v>
                </c:pt>
                <c:pt idx="3959">
                  <c:v>130.63</c:v>
                </c:pt>
                <c:pt idx="3960">
                  <c:v>125.79</c:v>
                </c:pt>
                <c:pt idx="3961">
                  <c:v>125.8</c:v>
                </c:pt>
                <c:pt idx="3962">
                  <c:v>163.44</c:v>
                </c:pt>
                <c:pt idx="3963">
                  <c:v>130.38</c:v>
                </c:pt>
                <c:pt idx="3964">
                  <c:v>174.97</c:v>
                </c:pt>
                <c:pt idx="3965">
                  <c:v>174.97</c:v>
                </c:pt>
                <c:pt idx="3966">
                  <c:v>130.38</c:v>
                </c:pt>
                <c:pt idx="3967">
                  <c:v>146.97</c:v>
                </c:pt>
                <c:pt idx="3968">
                  <c:v>182.97</c:v>
                </c:pt>
                <c:pt idx="3969">
                  <c:v>182.97</c:v>
                </c:pt>
                <c:pt idx="3970">
                  <c:v>99.98</c:v>
                </c:pt>
                <c:pt idx="3971">
                  <c:v>99.98</c:v>
                </c:pt>
                <c:pt idx="3972">
                  <c:v>65.989999999999995</c:v>
                </c:pt>
                <c:pt idx="3973">
                  <c:v>146.97</c:v>
                </c:pt>
                <c:pt idx="3974">
                  <c:v>163.44</c:v>
                </c:pt>
                <c:pt idx="3975">
                  <c:v>128</c:v>
                </c:pt>
                <c:pt idx="3976">
                  <c:v>162.61000000000001</c:v>
                </c:pt>
                <c:pt idx="3977">
                  <c:v>162.61000000000001</c:v>
                </c:pt>
                <c:pt idx="3978">
                  <c:v>134.97999999999999</c:v>
                </c:pt>
                <c:pt idx="3979">
                  <c:v>84.99</c:v>
                </c:pt>
                <c:pt idx="3980">
                  <c:v>84.99</c:v>
                </c:pt>
                <c:pt idx="3981">
                  <c:v>134.97999999999999</c:v>
                </c:pt>
                <c:pt idx="3982">
                  <c:v>41.29</c:v>
                </c:pt>
                <c:pt idx="3983">
                  <c:v>145.97</c:v>
                </c:pt>
                <c:pt idx="3984">
                  <c:v>101.44</c:v>
                </c:pt>
                <c:pt idx="3985">
                  <c:v>101.44</c:v>
                </c:pt>
                <c:pt idx="3986">
                  <c:v>41.29</c:v>
                </c:pt>
                <c:pt idx="3987">
                  <c:v>186.96</c:v>
                </c:pt>
                <c:pt idx="3988">
                  <c:v>95.38</c:v>
                </c:pt>
                <c:pt idx="3989">
                  <c:v>119.98</c:v>
                </c:pt>
                <c:pt idx="3990">
                  <c:v>95.38</c:v>
                </c:pt>
                <c:pt idx="3991">
                  <c:v>84.99</c:v>
                </c:pt>
                <c:pt idx="3992">
                  <c:v>123.98</c:v>
                </c:pt>
                <c:pt idx="3993">
                  <c:v>124.03</c:v>
                </c:pt>
                <c:pt idx="3994">
                  <c:v>139.37</c:v>
                </c:pt>
                <c:pt idx="3995">
                  <c:v>124.03</c:v>
                </c:pt>
                <c:pt idx="3996">
                  <c:v>84.99</c:v>
                </c:pt>
                <c:pt idx="3997">
                  <c:v>139.37</c:v>
                </c:pt>
                <c:pt idx="3998">
                  <c:v>169.98</c:v>
                </c:pt>
                <c:pt idx="3999">
                  <c:v>104.97</c:v>
                </c:pt>
                <c:pt idx="4000">
                  <c:v>104.97</c:v>
                </c:pt>
                <c:pt idx="4001">
                  <c:v>169.98</c:v>
                </c:pt>
                <c:pt idx="4002">
                  <c:v>128</c:v>
                </c:pt>
                <c:pt idx="4003">
                  <c:v>123.98</c:v>
                </c:pt>
                <c:pt idx="4004">
                  <c:v>119.98</c:v>
                </c:pt>
                <c:pt idx="4005">
                  <c:v>145.97</c:v>
                </c:pt>
                <c:pt idx="4006">
                  <c:v>99.98</c:v>
                </c:pt>
                <c:pt idx="4007">
                  <c:v>84.99</c:v>
                </c:pt>
                <c:pt idx="4008">
                  <c:v>84.99</c:v>
                </c:pt>
                <c:pt idx="4009">
                  <c:v>93.65</c:v>
                </c:pt>
                <c:pt idx="4010">
                  <c:v>99.98</c:v>
                </c:pt>
                <c:pt idx="4011">
                  <c:v>99.98</c:v>
                </c:pt>
                <c:pt idx="4012">
                  <c:v>59.97</c:v>
                </c:pt>
                <c:pt idx="4013">
                  <c:v>93.65</c:v>
                </c:pt>
                <c:pt idx="4014">
                  <c:v>59.97</c:v>
                </c:pt>
                <c:pt idx="4015">
                  <c:v>156.97999999999999</c:v>
                </c:pt>
                <c:pt idx="4016">
                  <c:v>156.97999999999999</c:v>
                </c:pt>
                <c:pt idx="4017">
                  <c:v>145.96</c:v>
                </c:pt>
                <c:pt idx="4018">
                  <c:v>99.98</c:v>
                </c:pt>
                <c:pt idx="4019">
                  <c:v>145.96</c:v>
                </c:pt>
                <c:pt idx="4020">
                  <c:v>65.989999999999995</c:v>
                </c:pt>
                <c:pt idx="4021">
                  <c:v>114.97</c:v>
                </c:pt>
                <c:pt idx="4022">
                  <c:v>186.96</c:v>
                </c:pt>
                <c:pt idx="4023">
                  <c:v>84.99</c:v>
                </c:pt>
                <c:pt idx="4024">
                  <c:v>84.99</c:v>
                </c:pt>
                <c:pt idx="4025">
                  <c:v>203.97</c:v>
                </c:pt>
                <c:pt idx="4026">
                  <c:v>203.97</c:v>
                </c:pt>
                <c:pt idx="4027">
                  <c:v>110.37</c:v>
                </c:pt>
                <c:pt idx="4028">
                  <c:v>110.37</c:v>
                </c:pt>
                <c:pt idx="4029">
                  <c:v>114.97</c:v>
                </c:pt>
                <c:pt idx="4030">
                  <c:v>188.69</c:v>
                </c:pt>
                <c:pt idx="4031">
                  <c:v>254.03</c:v>
                </c:pt>
                <c:pt idx="4032">
                  <c:v>111.28</c:v>
                </c:pt>
                <c:pt idx="4033">
                  <c:v>191.11</c:v>
                </c:pt>
                <c:pt idx="4034">
                  <c:v>92.38</c:v>
                </c:pt>
                <c:pt idx="4035">
                  <c:v>31.4</c:v>
                </c:pt>
                <c:pt idx="4036">
                  <c:v>188.69</c:v>
                </c:pt>
                <c:pt idx="4037">
                  <c:v>188.69</c:v>
                </c:pt>
                <c:pt idx="4038">
                  <c:v>125.79</c:v>
                </c:pt>
                <c:pt idx="4039">
                  <c:v>198.37</c:v>
                </c:pt>
                <c:pt idx="4040">
                  <c:v>179.01</c:v>
                </c:pt>
                <c:pt idx="4041">
                  <c:v>212.73</c:v>
                </c:pt>
                <c:pt idx="4042">
                  <c:v>127</c:v>
                </c:pt>
                <c:pt idx="4043">
                  <c:v>125.79</c:v>
                </c:pt>
                <c:pt idx="4044">
                  <c:v>191.3</c:v>
                </c:pt>
                <c:pt idx="4045">
                  <c:v>55.59</c:v>
                </c:pt>
                <c:pt idx="4046">
                  <c:v>246.74</c:v>
                </c:pt>
                <c:pt idx="4047">
                  <c:v>162.08000000000001</c:v>
                </c:pt>
                <c:pt idx="4048">
                  <c:v>119.74</c:v>
                </c:pt>
                <c:pt idx="4049">
                  <c:v>80.41</c:v>
                </c:pt>
                <c:pt idx="4050">
                  <c:v>163.29</c:v>
                </c:pt>
                <c:pt idx="4051">
                  <c:v>261.26</c:v>
                </c:pt>
                <c:pt idx="4052">
                  <c:v>174.18</c:v>
                </c:pt>
                <c:pt idx="4053">
                  <c:v>114.9</c:v>
                </c:pt>
                <c:pt idx="4054">
                  <c:v>78.17</c:v>
                </c:pt>
                <c:pt idx="4055">
                  <c:v>237.06</c:v>
                </c:pt>
                <c:pt idx="4056">
                  <c:v>318.95</c:v>
                </c:pt>
                <c:pt idx="4057">
                  <c:v>131.97999999999999</c:v>
                </c:pt>
                <c:pt idx="4058">
                  <c:v>169.98</c:v>
                </c:pt>
                <c:pt idx="4059">
                  <c:v>169.98</c:v>
                </c:pt>
                <c:pt idx="4060">
                  <c:v>184.97</c:v>
                </c:pt>
                <c:pt idx="4061">
                  <c:v>69.98</c:v>
                </c:pt>
                <c:pt idx="4062">
                  <c:v>184.97</c:v>
                </c:pt>
                <c:pt idx="4063">
                  <c:v>197.97</c:v>
                </c:pt>
                <c:pt idx="4064">
                  <c:v>116.58</c:v>
                </c:pt>
                <c:pt idx="4065">
                  <c:v>174.96</c:v>
                </c:pt>
                <c:pt idx="4066">
                  <c:v>131.97999999999999</c:v>
                </c:pt>
                <c:pt idx="4067">
                  <c:v>184.97</c:v>
                </c:pt>
                <c:pt idx="4068">
                  <c:v>169.98</c:v>
                </c:pt>
                <c:pt idx="4069">
                  <c:v>168.97</c:v>
                </c:pt>
                <c:pt idx="4070">
                  <c:v>147.66999999999999</c:v>
                </c:pt>
                <c:pt idx="4071">
                  <c:v>199.96</c:v>
                </c:pt>
                <c:pt idx="4072">
                  <c:v>169.98</c:v>
                </c:pt>
                <c:pt idx="4073">
                  <c:v>120.97</c:v>
                </c:pt>
                <c:pt idx="4074">
                  <c:v>184.97</c:v>
                </c:pt>
                <c:pt idx="4075">
                  <c:v>194.96</c:v>
                </c:pt>
                <c:pt idx="4076">
                  <c:v>153.97999999999999</c:v>
                </c:pt>
                <c:pt idx="4077">
                  <c:v>169.98</c:v>
                </c:pt>
                <c:pt idx="4078">
                  <c:v>110.08</c:v>
                </c:pt>
                <c:pt idx="4079">
                  <c:v>269.95999999999998</c:v>
                </c:pt>
                <c:pt idx="4080">
                  <c:v>121.98</c:v>
                </c:pt>
                <c:pt idx="4081">
                  <c:v>120.98</c:v>
                </c:pt>
                <c:pt idx="4082">
                  <c:v>254.97</c:v>
                </c:pt>
                <c:pt idx="4083">
                  <c:v>131.97999999999999</c:v>
                </c:pt>
                <c:pt idx="4084">
                  <c:v>121.98</c:v>
                </c:pt>
                <c:pt idx="4085">
                  <c:v>169.98</c:v>
                </c:pt>
                <c:pt idx="4086">
                  <c:v>139.97999999999999</c:v>
                </c:pt>
                <c:pt idx="4087">
                  <c:v>174.97</c:v>
                </c:pt>
                <c:pt idx="4088">
                  <c:v>339.96</c:v>
                </c:pt>
                <c:pt idx="4089">
                  <c:v>169.98</c:v>
                </c:pt>
                <c:pt idx="4090">
                  <c:v>177.97</c:v>
                </c:pt>
                <c:pt idx="4091">
                  <c:v>169.98</c:v>
                </c:pt>
                <c:pt idx="4092">
                  <c:v>169.98</c:v>
                </c:pt>
                <c:pt idx="4093">
                  <c:v>329.95</c:v>
                </c:pt>
                <c:pt idx="4094">
                  <c:v>365.13</c:v>
                </c:pt>
                <c:pt idx="4095">
                  <c:v>414.93</c:v>
                </c:pt>
                <c:pt idx="4096">
                  <c:v>363.51</c:v>
                </c:pt>
                <c:pt idx="4097">
                  <c:v>414.93</c:v>
                </c:pt>
                <c:pt idx="4098">
                  <c:v>375.14</c:v>
                </c:pt>
                <c:pt idx="4099">
                  <c:v>675.07</c:v>
                </c:pt>
                <c:pt idx="4100">
                  <c:v>329.95</c:v>
                </c:pt>
                <c:pt idx="4101">
                  <c:v>301.93</c:v>
                </c:pt>
                <c:pt idx="4102">
                  <c:v>301.93</c:v>
                </c:pt>
                <c:pt idx="4103">
                  <c:v>194.61</c:v>
                </c:pt>
                <c:pt idx="4104">
                  <c:v>194.61</c:v>
                </c:pt>
                <c:pt idx="4105">
                  <c:v>480.94</c:v>
                </c:pt>
                <c:pt idx="4106">
                  <c:v>392.9</c:v>
                </c:pt>
                <c:pt idx="4107">
                  <c:v>392.9</c:v>
                </c:pt>
                <c:pt idx="4108">
                  <c:v>675.07</c:v>
                </c:pt>
                <c:pt idx="4109">
                  <c:v>375.14</c:v>
                </c:pt>
                <c:pt idx="4110">
                  <c:v>69.53</c:v>
                </c:pt>
                <c:pt idx="4111">
                  <c:v>675.96</c:v>
                </c:pt>
                <c:pt idx="4112">
                  <c:v>69.53</c:v>
                </c:pt>
                <c:pt idx="4113">
                  <c:v>395.94</c:v>
                </c:pt>
                <c:pt idx="4114">
                  <c:v>584.92999999999995</c:v>
                </c:pt>
                <c:pt idx="4115">
                  <c:v>584.92999999999995</c:v>
                </c:pt>
                <c:pt idx="4116">
                  <c:v>181.6</c:v>
                </c:pt>
                <c:pt idx="4117">
                  <c:v>529.91999999999996</c:v>
                </c:pt>
                <c:pt idx="4118">
                  <c:v>480.94</c:v>
                </c:pt>
                <c:pt idx="4119">
                  <c:v>675.96</c:v>
                </c:pt>
                <c:pt idx="4120">
                  <c:v>181.6</c:v>
                </c:pt>
                <c:pt idx="4121">
                  <c:v>100.38</c:v>
                </c:pt>
                <c:pt idx="4122">
                  <c:v>100.38</c:v>
                </c:pt>
                <c:pt idx="4123">
                  <c:v>363.51</c:v>
                </c:pt>
                <c:pt idx="4124">
                  <c:v>529.91999999999996</c:v>
                </c:pt>
                <c:pt idx="4125">
                  <c:v>365.13</c:v>
                </c:pt>
                <c:pt idx="4126">
                  <c:v>437.92</c:v>
                </c:pt>
                <c:pt idx="4127">
                  <c:v>395.94</c:v>
                </c:pt>
                <c:pt idx="4128">
                  <c:v>437.92</c:v>
                </c:pt>
                <c:pt idx="4129">
                  <c:v>282.93</c:v>
                </c:pt>
                <c:pt idx="4130">
                  <c:v>131.96</c:v>
                </c:pt>
                <c:pt idx="4131">
                  <c:v>288.94</c:v>
                </c:pt>
                <c:pt idx="4132">
                  <c:v>241.4</c:v>
                </c:pt>
                <c:pt idx="4133">
                  <c:v>263.94</c:v>
                </c:pt>
                <c:pt idx="4134">
                  <c:v>-16.399999999999999</c:v>
                </c:pt>
                <c:pt idx="4135">
                  <c:v>224.37</c:v>
                </c:pt>
                <c:pt idx="4136">
                  <c:v>261.94</c:v>
                </c:pt>
                <c:pt idx="4137">
                  <c:v>366.41</c:v>
                </c:pt>
                <c:pt idx="4138">
                  <c:v>403.92</c:v>
                </c:pt>
                <c:pt idx="4139">
                  <c:v>242.94</c:v>
                </c:pt>
                <c:pt idx="4140">
                  <c:v>29.97</c:v>
                </c:pt>
                <c:pt idx="4141">
                  <c:v>124.93</c:v>
                </c:pt>
                <c:pt idx="4142">
                  <c:v>175.42</c:v>
                </c:pt>
                <c:pt idx="4143">
                  <c:v>65.989999999999995</c:v>
                </c:pt>
                <c:pt idx="4144">
                  <c:v>98.98</c:v>
                </c:pt>
                <c:pt idx="4145">
                  <c:v>65.989999999999995</c:v>
                </c:pt>
                <c:pt idx="4146">
                  <c:v>99.98</c:v>
                </c:pt>
                <c:pt idx="4147">
                  <c:v>145.5</c:v>
                </c:pt>
                <c:pt idx="4148">
                  <c:v>138.49</c:v>
                </c:pt>
                <c:pt idx="4149">
                  <c:v>145.65</c:v>
                </c:pt>
                <c:pt idx="4150">
                  <c:v>83.99</c:v>
                </c:pt>
                <c:pt idx="4151">
                  <c:v>63.67</c:v>
                </c:pt>
                <c:pt idx="4152">
                  <c:v>183.12</c:v>
                </c:pt>
                <c:pt idx="4153">
                  <c:v>139.96</c:v>
                </c:pt>
                <c:pt idx="4154">
                  <c:v>145.5</c:v>
                </c:pt>
                <c:pt idx="4155">
                  <c:v>130.51</c:v>
                </c:pt>
                <c:pt idx="4156">
                  <c:v>120.51</c:v>
                </c:pt>
                <c:pt idx="4157">
                  <c:v>152.97</c:v>
                </c:pt>
                <c:pt idx="4158">
                  <c:v>65.989999999999995</c:v>
                </c:pt>
                <c:pt idx="4159">
                  <c:v>82.99</c:v>
                </c:pt>
                <c:pt idx="4160">
                  <c:v>68.150000000000006</c:v>
                </c:pt>
                <c:pt idx="4161">
                  <c:v>183.12</c:v>
                </c:pt>
                <c:pt idx="4162">
                  <c:v>135.5</c:v>
                </c:pt>
                <c:pt idx="4163">
                  <c:v>163.31</c:v>
                </c:pt>
                <c:pt idx="4164">
                  <c:v>84.99</c:v>
                </c:pt>
                <c:pt idx="4165">
                  <c:v>98.98</c:v>
                </c:pt>
                <c:pt idx="4166">
                  <c:v>99.13</c:v>
                </c:pt>
                <c:pt idx="4167">
                  <c:v>183.12</c:v>
                </c:pt>
                <c:pt idx="4168">
                  <c:v>135.5</c:v>
                </c:pt>
                <c:pt idx="4169">
                  <c:v>145.65</c:v>
                </c:pt>
                <c:pt idx="4170">
                  <c:v>82.45</c:v>
                </c:pt>
                <c:pt idx="4171">
                  <c:v>89.98</c:v>
                </c:pt>
                <c:pt idx="4172">
                  <c:v>14.97</c:v>
                </c:pt>
                <c:pt idx="4173">
                  <c:v>14.99</c:v>
                </c:pt>
                <c:pt idx="4174">
                  <c:v>98.44</c:v>
                </c:pt>
                <c:pt idx="4175">
                  <c:v>172.97</c:v>
                </c:pt>
                <c:pt idx="4176">
                  <c:v>339.96</c:v>
                </c:pt>
                <c:pt idx="4177">
                  <c:v>310.70999999999998</c:v>
                </c:pt>
                <c:pt idx="4178">
                  <c:v>297.81</c:v>
                </c:pt>
                <c:pt idx="4179">
                  <c:v>172.97</c:v>
                </c:pt>
                <c:pt idx="4180">
                  <c:v>339.96</c:v>
                </c:pt>
                <c:pt idx="4181">
                  <c:v>229.95</c:v>
                </c:pt>
                <c:pt idx="4182">
                  <c:v>323.95999999999998</c:v>
                </c:pt>
                <c:pt idx="4183">
                  <c:v>313.88</c:v>
                </c:pt>
                <c:pt idx="4184">
                  <c:v>263.95999999999998</c:v>
                </c:pt>
                <c:pt idx="4185">
                  <c:v>339.96</c:v>
                </c:pt>
                <c:pt idx="4186">
                  <c:v>307.95999999999998</c:v>
                </c:pt>
                <c:pt idx="4187">
                  <c:v>339.81</c:v>
                </c:pt>
                <c:pt idx="4188">
                  <c:v>339.96</c:v>
                </c:pt>
                <c:pt idx="4189">
                  <c:v>159.94</c:v>
                </c:pt>
                <c:pt idx="4190">
                  <c:v>226.42</c:v>
                </c:pt>
                <c:pt idx="4191">
                  <c:v>314.95999999999998</c:v>
                </c:pt>
                <c:pt idx="4192">
                  <c:v>339.96</c:v>
                </c:pt>
                <c:pt idx="4193">
                  <c:v>137.96</c:v>
                </c:pt>
                <c:pt idx="4194">
                  <c:v>280.56</c:v>
                </c:pt>
                <c:pt idx="4195">
                  <c:v>354.95</c:v>
                </c:pt>
                <c:pt idx="4196">
                  <c:v>323.95999999999998</c:v>
                </c:pt>
                <c:pt idx="4197">
                  <c:v>333.16</c:v>
                </c:pt>
                <c:pt idx="4198">
                  <c:v>143.72</c:v>
                </c:pt>
                <c:pt idx="4199">
                  <c:v>159.69999999999999</c:v>
                </c:pt>
                <c:pt idx="4200">
                  <c:v>159.69999999999999</c:v>
                </c:pt>
                <c:pt idx="4201">
                  <c:v>159.69999999999999</c:v>
                </c:pt>
                <c:pt idx="4202">
                  <c:v>127.03</c:v>
                </c:pt>
                <c:pt idx="4203">
                  <c:v>159.69999999999999</c:v>
                </c:pt>
                <c:pt idx="4204">
                  <c:v>159.69999999999999</c:v>
                </c:pt>
                <c:pt idx="4205">
                  <c:v>120.98</c:v>
                </c:pt>
                <c:pt idx="4206">
                  <c:v>159.69999999999999</c:v>
                </c:pt>
                <c:pt idx="4207">
                  <c:v>147.6</c:v>
                </c:pt>
                <c:pt idx="4208">
                  <c:v>159.69999999999999</c:v>
                </c:pt>
                <c:pt idx="4209">
                  <c:v>159.69999999999999</c:v>
                </c:pt>
                <c:pt idx="4210">
                  <c:v>159.69999999999999</c:v>
                </c:pt>
                <c:pt idx="4211">
                  <c:v>143.72</c:v>
                </c:pt>
                <c:pt idx="4212">
                  <c:v>159.69999999999999</c:v>
                </c:pt>
                <c:pt idx="4213">
                  <c:v>143.72</c:v>
                </c:pt>
                <c:pt idx="4214">
                  <c:v>159.69999999999999</c:v>
                </c:pt>
                <c:pt idx="4215">
                  <c:v>159.69999999999999</c:v>
                </c:pt>
                <c:pt idx="4216">
                  <c:v>208.08</c:v>
                </c:pt>
                <c:pt idx="4217">
                  <c:v>159.69999999999999</c:v>
                </c:pt>
                <c:pt idx="4218">
                  <c:v>214.13</c:v>
                </c:pt>
                <c:pt idx="4219">
                  <c:v>154.96</c:v>
                </c:pt>
                <c:pt idx="4220">
                  <c:v>165.81</c:v>
                </c:pt>
                <c:pt idx="4221">
                  <c:v>149.97999999999999</c:v>
                </c:pt>
                <c:pt idx="4222">
                  <c:v>95.24</c:v>
                </c:pt>
                <c:pt idx="4223">
                  <c:v>159.97999999999999</c:v>
                </c:pt>
                <c:pt idx="4224">
                  <c:v>149.96</c:v>
                </c:pt>
                <c:pt idx="4225">
                  <c:v>159.97999999999999</c:v>
                </c:pt>
                <c:pt idx="4226">
                  <c:v>86.32</c:v>
                </c:pt>
                <c:pt idx="4227">
                  <c:v>143.97999999999999</c:v>
                </c:pt>
                <c:pt idx="4228">
                  <c:v>159.97999999999999</c:v>
                </c:pt>
                <c:pt idx="4229">
                  <c:v>185.96</c:v>
                </c:pt>
                <c:pt idx="4230">
                  <c:v>166.97</c:v>
                </c:pt>
                <c:pt idx="4231">
                  <c:v>155.37</c:v>
                </c:pt>
                <c:pt idx="4232">
                  <c:v>104.98</c:v>
                </c:pt>
                <c:pt idx="4233">
                  <c:v>135.97</c:v>
                </c:pt>
                <c:pt idx="4234">
                  <c:v>176.42</c:v>
                </c:pt>
                <c:pt idx="4235">
                  <c:v>173.97</c:v>
                </c:pt>
                <c:pt idx="4236">
                  <c:v>159.97999999999999</c:v>
                </c:pt>
                <c:pt idx="4237">
                  <c:v>155.18</c:v>
                </c:pt>
                <c:pt idx="4238">
                  <c:v>176.96</c:v>
                </c:pt>
                <c:pt idx="4239">
                  <c:v>159.97999999999999</c:v>
                </c:pt>
                <c:pt idx="4240">
                  <c:v>162.78</c:v>
                </c:pt>
                <c:pt idx="4241">
                  <c:v>179.97</c:v>
                </c:pt>
                <c:pt idx="4242">
                  <c:v>159.97999999999999</c:v>
                </c:pt>
                <c:pt idx="4243">
                  <c:v>195.96</c:v>
                </c:pt>
                <c:pt idx="4244">
                  <c:v>159.97999999999999</c:v>
                </c:pt>
                <c:pt idx="4245">
                  <c:v>185.43</c:v>
                </c:pt>
                <c:pt idx="4246">
                  <c:v>181.96</c:v>
                </c:pt>
                <c:pt idx="4247">
                  <c:v>161.47</c:v>
                </c:pt>
                <c:pt idx="4248">
                  <c:v>170.97</c:v>
                </c:pt>
                <c:pt idx="4249">
                  <c:v>110.98</c:v>
                </c:pt>
                <c:pt idx="4250">
                  <c:v>149.28</c:v>
                </c:pt>
                <c:pt idx="4251">
                  <c:v>161.88999999999999</c:v>
                </c:pt>
                <c:pt idx="4252">
                  <c:v>170.96</c:v>
                </c:pt>
                <c:pt idx="4253">
                  <c:v>171.97</c:v>
                </c:pt>
                <c:pt idx="4254">
                  <c:v>159.97999999999999</c:v>
                </c:pt>
                <c:pt idx="4255">
                  <c:v>190.96</c:v>
                </c:pt>
                <c:pt idx="4256">
                  <c:v>338.95</c:v>
                </c:pt>
                <c:pt idx="4257">
                  <c:v>195.96</c:v>
                </c:pt>
                <c:pt idx="4258">
                  <c:v>85.98</c:v>
                </c:pt>
                <c:pt idx="4259">
                  <c:v>104.98</c:v>
                </c:pt>
                <c:pt idx="4260">
                  <c:v>84.99</c:v>
                </c:pt>
                <c:pt idx="4261">
                  <c:v>65.989999999999995</c:v>
                </c:pt>
                <c:pt idx="4262">
                  <c:v>-13.53</c:v>
                </c:pt>
                <c:pt idx="4263">
                  <c:v>34.99</c:v>
                </c:pt>
                <c:pt idx="4264">
                  <c:v>119.98</c:v>
                </c:pt>
                <c:pt idx="4265">
                  <c:v>135.47</c:v>
                </c:pt>
                <c:pt idx="4266">
                  <c:v>84.99</c:v>
                </c:pt>
                <c:pt idx="4267">
                  <c:v>104.98</c:v>
                </c:pt>
                <c:pt idx="4268">
                  <c:v>96.48</c:v>
                </c:pt>
                <c:pt idx="4269">
                  <c:v>84.99</c:v>
                </c:pt>
                <c:pt idx="4270">
                  <c:v>62.69</c:v>
                </c:pt>
                <c:pt idx="4271">
                  <c:v>96.59</c:v>
                </c:pt>
                <c:pt idx="4272">
                  <c:v>84.99</c:v>
                </c:pt>
                <c:pt idx="4273">
                  <c:v>75.88</c:v>
                </c:pt>
                <c:pt idx="4274">
                  <c:v>169.98</c:v>
                </c:pt>
                <c:pt idx="4275">
                  <c:v>135.47</c:v>
                </c:pt>
                <c:pt idx="4276">
                  <c:v>151.97</c:v>
                </c:pt>
                <c:pt idx="4277">
                  <c:v>113.23</c:v>
                </c:pt>
                <c:pt idx="4278">
                  <c:v>84.99</c:v>
                </c:pt>
                <c:pt idx="4279">
                  <c:v>85.98</c:v>
                </c:pt>
                <c:pt idx="4280">
                  <c:v>152.97999999999999</c:v>
                </c:pt>
                <c:pt idx="4281">
                  <c:v>141.97</c:v>
                </c:pt>
                <c:pt idx="4282">
                  <c:v>96.48</c:v>
                </c:pt>
                <c:pt idx="4283">
                  <c:v>139.97</c:v>
                </c:pt>
                <c:pt idx="4284">
                  <c:v>95.08</c:v>
                </c:pt>
                <c:pt idx="4285">
                  <c:v>69.98</c:v>
                </c:pt>
                <c:pt idx="4286">
                  <c:v>116.98</c:v>
                </c:pt>
                <c:pt idx="4287">
                  <c:v>189.97</c:v>
                </c:pt>
                <c:pt idx="4288">
                  <c:v>135.47</c:v>
                </c:pt>
                <c:pt idx="4289">
                  <c:v>85.98</c:v>
                </c:pt>
                <c:pt idx="4290">
                  <c:v>104.98</c:v>
                </c:pt>
                <c:pt idx="4291">
                  <c:v>115.63</c:v>
                </c:pt>
                <c:pt idx="4292">
                  <c:v>96.48</c:v>
                </c:pt>
                <c:pt idx="4293">
                  <c:v>78.010000000000005</c:v>
                </c:pt>
                <c:pt idx="4294">
                  <c:v>254.97</c:v>
                </c:pt>
                <c:pt idx="4295">
                  <c:v>172.97</c:v>
                </c:pt>
                <c:pt idx="4296">
                  <c:v>339.96</c:v>
                </c:pt>
                <c:pt idx="4297">
                  <c:v>160.16999999999999</c:v>
                </c:pt>
                <c:pt idx="4298">
                  <c:v>254.97</c:v>
                </c:pt>
                <c:pt idx="4299">
                  <c:v>284.95</c:v>
                </c:pt>
                <c:pt idx="4300">
                  <c:v>254.97</c:v>
                </c:pt>
                <c:pt idx="4301">
                  <c:v>290.95</c:v>
                </c:pt>
                <c:pt idx="4302">
                  <c:v>224.97</c:v>
                </c:pt>
                <c:pt idx="4303">
                  <c:v>292.95</c:v>
                </c:pt>
                <c:pt idx="4304">
                  <c:v>117.97</c:v>
                </c:pt>
                <c:pt idx="4305">
                  <c:v>197.97</c:v>
                </c:pt>
                <c:pt idx="4306">
                  <c:v>344.95</c:v>
                </c:pt>
                <c:pt idx="4307">
                  <c:v>56.97</c:v>
                </c:pt>
                <c:pt idx="4308">
                  <c:v>216.72</c:v>
                </c:pt>
                <c:pt idx="4309">
                  <c:v>254.97</c:v>
                </c:pt>
                <c:pt idx="4310">
                  <c:v>226.33</c:v>
                </c:pt>
                <c:pt idx="4311">
                  <c:v>197.97</c:v>
                </c:pt>
                <c:pt idx="4312">
                  <c:v>118.97</c:v>
                </c:pt>
                <c:pt idx="4313">
                  <c:v>104.93</c:v>
                </c:pt>
                <c:pt idx="4314">
                  <c:v>104.93</c:v>
                </c:pt>
                <c:pt idx="4315">
                  <c:v>159.96</c:v>
                </c:pt>
                <c:pt idx="4316">
                  <c:v>194.21</c:v>
                </c:pt>
                <c:pt idx="4317">
                  <c:v>194.21</c:v>
                </c:pt>
                <c:pt idx="4318">
                  <c:v>185.91</c:v>
                </c:pt>
                <c:pt idx="4319">
                  <c:v>204.91</c:v>
                </c:pt>
                <c:pt idx="4320">
                  <c:v>204.91</c:v>
                </c:pt>
                <c:pt idx="4321">
                  <c:v>280.36</c:v>
                </c:pt>
                <c:pt idx="4322">
                  <c:v>185.91</c:v>
                </c:pt>
                <c:pt idx="4323">
                  <c:v>185.91</c:v>
                </c:pt>
                <c:pt idx="4324">
                  <c:v>156.26</c:v>
                </c:pt>
                <c:pt idx="4325">
                  <c:v>156.26</c:v>
                </c:pt>
                <c:pt idx="4326">
                  <c:v>84.99</c:v>
                </c:pt>
                <c:pt idx="4327">
                  <c:v>196.93</c:v>
                </c:pt>
                <c:pt idx="4328">
                  <c:v>280.36</c:v>
                </c:pt>
                <c:pt idx="4329">
                  <c:v>159.96</c:v>
                </c:pt>
                <c:pt idx="4330">
                  <c:v>204.91</c:v>
                </c:pt>
                <c:pt idx="4331">
                  <c:v>274.91000000000003</c:v>
                </c:pt>
                <c:pt idx="4332">
                  <c:v>185.91</c:v>
                </c:pt>
                <c:pt idx="4333">
                  <c:v>196.93</c:v>
                </c:pt>
                <c:pt idx="4334">
                  <c:v>84.99</c:v>
                </c:pt>
                <c:pt idx="4335">
                  <c:v>204.91</c:v>
                </c:pt>
                <c:pt idx="4336">
                  <c:v>239</c:v>
                </c:pt>
                <c:pt idx="4337">
                  <c:v>239</c:v>
                </c:pt>
                <c:pt idx="4338">
                  <c:v>143.35</c:v>
                </c:pt>
                <c:pt idx="4339">
                  <c:v>274.91000000000003</c:v>
                </c:pt>
                <c:pt idx="4340">
                  <c:v>143.35</c:v>
                </c:pt>
                <c:pt idx="4341">
                  <c:v>547.38</c:v>
                </c:pt>
                <c:pt idx="4342">
                  <c:v>396.34</c:v>
                </c:pt>
                <c:pt idx="4343">
                  <c:v>489.93</c:v>
                </c:pt>
                <c:pt idx="4344">
                  <c:v>453.65</c:v>
                </c:pt>
                <c:pt idx="4345">
                  <c:v>324.41000000000003</c:v>
                </c:pt>
                <c:pt idx="4346">
                  <c:v>479.09</c:v>
                </c:pt>
                <c:pt idx="4347">
                  <c:v>569.78</c:v>
                </c:pt>
                <c:pt idx="4348">
                  <c:v>401.02</c:v>
                </c:pt>
                <c:pt idx="4349">
                  <c:v>169.98</c:v>
                </c:pt>
                <c:pt idx="4350">
                  <c:v>277.55</c:v>
                </c:pt>
                <c:pt idx="4351">
                  <c:v>154.54</c:v>
                </c:pt>
                <c:pt idx="4352">
                  <c:v>169.98</c:v>
                </c:pt>
                <c:pt idx="4353">
                  <c:v>172.97</c:v>
                </c:pt>
                <c:pt idx="4354">
                  <c:v>130.19</c:v>
                </c:pt>
                <c:pt idx="4355">
                  <c:v>339.96</c:v>
                </c:pt>
                <c:pt idx="4356">
                  <c:v>159.97999999999999</c:v>
                </c:pt>
                <c:pt idx="4357">
                  <c:v>280.95</c:v>
                </c:pt>
                <c:pt idx="4358">
                  <c:v>169.98</c:v>
                </c:pt>
                <c:pt idx="4359">
                  <c:v>332.53</c:v>
                </c:pt>
                <c:pt idx="4360">
                  <c:v>79.989999999999995</c:v>
                </c:pt>
                <c:pt idx="4361">
                  <c:v>134.97999999999999</c:v>
                </c:pt>
                <c:pt idx="4362">
                  <c:v>130.38</c:v>
                </c:pt>
                <c:pt idx="4363">
                  <c:v>159.97999999999999</c:v>
                </c:pt>
                <c:pt idx="4364">
                  <c:v>254.97</c:v>
                </c:pt>
                <c:pt idx="4365">
                  <c:v>142.54</c:v>
                </c:pt>
                <c:pt idx="4366">
                  <c:v>189.97</c:v>
                </c:pt>
                <c:pt idx="4367">
                  <c:v>263.95999999999998</c:v>
                </c:pt>
                <c:pt idx="4368">
                  <c:v>220.18</c:v>
                </c:pt>
                <c:pt idx="4369">
                  <c:v>256.47000000000003</c:v>
                </c:pt>
                <c:pt idx="4370">
                  <c:v>261.31</c:v>
                </c:pt>
                <c:pt idx="4371">
                  <c:v>333.89</c:v>
                </c:pt>
                <c:pt idx="4372">
                  <c:v>-65.989999999999995</c:v>
                </c:pt>
                <c:pt idx="4373">
                  <c:v>68.930000000000007</c:v>
                </c:pt>
                <c:pt idx="4374">
                  <c:v>164.52</c:v>
                </c:pt>
                <c:pt idx="4375">
                  <c:v>267.93</c:v>
                </c:pt>
                <c:pt idx="4376">
                  <c:v>189.93</c:v>
                </c:pt>
                <c:pt idx="4377">
                  <c:v>235.88</c:v>
                </c:pt>
                <c:pt idx="4378">
                  <c:v>84.68</c:v>
                </c:pt>
                <c:pt idx="4379">
                  <c:v>203.24</c:v>
                </c:pt>
                <c:pt idx="4380">
                  <c:v>79.849999999999994</c:v>
                </c:pt>
                <c:pt idx="4381">
                  <c:v>209.29</c:v>
                </c:pt>
                <c:pt idx="4382">
                  <c:v>341.16</c:v>
                </c:pt>
                <c:pt idx="4383">
                  <c:v>159.69999999999999</c:v>
                </c:pt>
                <c:pt idx="4384">
                  <c:v>239.54</c:v>
                </c:pt>
                <c:pt idx="4385">
                  <c:v>215.59</c:v>
                </c:pt>
                <c:pt idx="4386">
                  <c:v>-12.86</c:v>
                </c:pt>
                <c:pt idx="4387">
                  <c:v>159.69999999999999</c:v>
                </c:pt>
                <c:pt idx="4388">
                  <c:v>238.31</c:v>
                </c:pt>
                <c:pt idx="4389">
                  <c:v>145.16</c:v>
                </c:pt>
                <c:pt idx="4390">
                  <c:v>239.54</c:v>
                </c:pt>
                <c:pt idx="4391">
                  <c:v>241.95</c:v>
                </c:pt>
                <c:pt idx="4392">
                  <c:v>115.97</c:v>
                </c:pt>
                <c:pt idx="4393">
                  <c:v>144.05000000000001</c:v>
                </c:pt>
                <c:pt idx="4394">
                  <c:v>134.97</c:v>
                </c:pt>
                <c:pt idx="4395">
                  <c:v>146.97</c:v>
                </c:pt>
                <c:pt idx="4396">
                  <c:v>170.07</c:v>
                </c:pt>
                <c:pt idx="4397">
                  <c:v>114.97</c:v>
                </c:pt>
                <c:pt idx="4398">
                  <c:v>95.48</c:v>
                </c:pt>
                <c:pt idx="4399">
                  <c:v>84.99</c:v>
                </c:pt>
                <c:pt idx="4400">
                  <c:v>137.97999999999999</c:v>
                </c:pt>
                <c:pt idx="4401">
                  <c:v>269.95999999999998</c:v>
                </c:pt>
                <c:pt idx="4402">
                  <c:v>227.95</c:v>
                </c:pt>
                <c:pt idx="4403">
                  <c:v>244.46</c:v>
                </c:pt>
                <c:pt idx="4404">
                  <c:v>164.97</c:v>
                </c:pt>
                <c:pt idx="4405">
                  <c:v>184.97</c:v>
                </c:pt>
                <c:pt idx="4406">
                  <c:v>323.95</c:v>
                </c:pt>
                <c:pt idx="4407">
                  <c:v>127.98</c:v>
                </c:pt>
                <c:pt idx="4408">
                  <c:v>212.96</c:v>
                </c:pt>
                <c:pt idx="4409">
                  <c:v>184.97</c:v>
                </c:pt>
                <c:pt idx="4410">
                  <c:v>166.66</c:v>
                </c:pt>
                <c:pt idx="4411">
                  <c:v>114.97</c:v>
                </c:pt>
                <c:pt idx="4412">
                  <c:v>152.82</c:v>
                </c:pt>
                <c:pt idx="4413">
                  <c:v>180.96</c:v>
                </c:pt>
                <c:pt idx="4414">
                  <c:v>197.97</c:v>
                </c:pt>
                <c:pt idx="4415">
                  <c:v>292.95</c:v>
                </c:pt>
                <c:pt idx="4416">
                  <c:v>293.95</c:v>
                </c:pt>
                <c:pt idx="4417">
                  <c:v>237.96</c:v>
                </c:pt>
                <c:pt idx="4418">
                  <c:v>395.94</c:v>
                </c:pt>
                <c:pt idx="4419">
                  <c:v>398.14</c:v>
                </c:pt>
                <c:pt idx="4420">
                  <c:v>370.86</c:v>
                </c:pt>
                <c:pt idx="4421">
                  <c:v>304.95</c:v>
                </c:pt>
                <c:pt idx="4422">
                  <c:v>329.95</c:v>
                </c:pt>
                <c:pt idx="4423">
                  <c:v>163.96</c:v>
                </c:pt>
                <c:pt idx="4424">
                  <c:v>395.94</c:v>
                </c:pt>
                <c:pt idx="4425">
                  <c:v>395.94</c:v>
                </c:pt>
                <c:pt idx="4426">
                  <c:v>169.98</c:v>
                </c:pt>
                <c:pt idx="4427">
                  <c:v>261.32</c:v>
                </c:pt>
                <c:pt idx="4428">
                  <c:v>169.98</c:v>
                </c:pt>
                <c:pt idx="4429">
                  <c:v>164.79</c:v>
                </c:pt>
                <c:pt idx="4430">
                  <c:v>169.98</c:v>
                </c:pt>
                <c:pt idx="4431">
                  <c:v>131.97999999999999</c:v>
                </c:pt>
                <c:pt idx="4432">
                  <c:v>263.95999999999998</c:v>
                </c:pt>
                <c:pt idx="4433">
                  <c:v>263.95999999999998</c:v>
                </c:pt>
                <c:pt idx="4434">
                  <c:v>169.98</c:v>
                </c:pt>
                <c:pt idx="4435">
                  <c:v>152.97999999999999</c:v>
                </c:pt>
                <c:pt idx="4436">
                  <c:v>169.98</c:v>
                </c:pt>
                <c:pt idx="4437">
                  <c:v>169.98</c:v>
                </c:pt>
                <c:pt idx="4438">
                  <c:v>169.98</c:v>
                </c:pt>
                <c:pt idx="4439">
                  <c:v>253.4</c:v>
                </c:pt>
                <c:pt idx="4440">
                  <c:v>254.97</c:v>
                </c:pt>
                <c:pt idx="4441">
                  <c:v>166.58</c:v>
                </c:pt>
                <c:pt idx="4442">
                  <c:v>166.58</c:v>
                </c:pt>
                <c:pt idx="4443">
                  <c:v>154.88</c:v>
                </c:pt>
                <c:pt idx="4444">
                  <c:v>169.98</c:v>
                </c:pt>
                <c:pt idx="4445">
                  <c:v>238.96</c:v>
                </c:pt>
                <c:pt idx="4446">
                  <c:v>169.98</c:v>
                </c:pt>
                <c:pt idx="4447">
                  <c:v>169.98</c:v>
                </c:pt>
                <c:pt idx="4448">
                  <c:v>131.97999999999999</c:v>
                </c:pt>
                <c:pt idx="4449">
                  <c:v>131.97999999999999</c:v>
                </c:pt>
                <c:pt idx="4450">
                  <c:v>150.97</c:v>
                </c:pt>
                <c:pt idx="4451">
                  <c:v>121.98</c:v>
                </c:pt>
                <c:pt idx="4452">
                  <c:v>131.97999999999999</c:v>
                </c:pt>
                <c:pt idx="4453">
                  <c:v>84.98</c:v>
                </c:pt>
                <c:pt idx="4454">
                  <c:v>140.97</c:v>
                </c:pt>
                <c:pt idx="4455">
                  <c:v>131.97999999999999</c:v>
                </c:pt>
                <c:pt idx="4456">
                  <c:v>146.94</c:v>
                </c:pt>
                <c:pt idx="4457">
                  <c:v>131.97999999999999</c:v>
                </c:pt>
                <c:pt idx="4458">
                  <c:v>289.91000000000003</c:v>
                </c:pt>
                <c:pt idx="4459">
                  <c:v>131.97999999999999</c:v>
                </c:pt>
                <c:pt idx="4460">
                  <c:v>211.96</c:v>
                </c:pt>
                <c:pt idx="4461">
                  <c:v>184.97</c:v>
                </c:pt>
                <c:pt idx="4462">
                  <c:v>219.97</c:v>
                </c:pt>
                <c:pt idx="4463">
                  <c:v>199.94</c:v>
                </c:pt>
                <c:pt idx="4464">
                  <c:v>200.95</c:v>
                </c:pt>
                <c:pt idx="4465">
                  <c:v>171.97</c:v>
                </c:pt>
                <c:pt idx="4466">
                  <c:v>299.89999999999998</c:v>
                </c:pt>
                <c:pt idx="4467">
                  <c:v>59.97</c:v>
                </c:pt>
                <c:pt idx="4468">
                  <c:v>155.88</c:v>
                </c:pt>
                <c:pt idx="4469">
                  <c:v>125.96</c:v>
                </c:pt>
                <c:pt idx="4470">
                  <c:v>229.93</c:v>
                </c:pt>
                <c:pt idx="4471">
                  <c:v>169.95</c:v>
                </c:pt>
                <c:pt idx="4472">
                  <c:v>171.97</c:v>
                </c:pt>
                <c:pt idx="4473">
                  <c:v>169.98</c:v>
                </c:pt>
                <c:pt idx="4474">
                  <c:v>158.87</c:v>
                </c:pt>
                <c:pt idx="4475">
                  <c:v>302.70999999999998</c:v>
                </c:pt>
                <c:pt idx="4476">
                  <c:v>259.92</c:v>
                </c:pt>
                <c:pt idx="4477">
                  <c:v>171.97</c:v>
                </c:pt>
                <c:pt idx="4478">
                  <c:v>171.97</c:v>
                </c:pt>
                <c:pt idx="4479">
                  <c:v>527.77</c:v>
                </c:pt>
                <c:pt idx="4480">
                  <c:v>236.96</c:v>
                </c:pt>
                <c:pt idx="4481">
                  <c:v>577.92999999999995</c:v>
                </c:pt>
                <c:pt idx="4482">
                  <c:v>577.92999999999995</c:v>
                </c:pt>
                <c:pt idx="4483">
                  <c:v>169.98</c:v>
                </c:pt>
                <c:pt idx="4484">
                  <c:v>169.98</c:v>
                </c:pt>
                <c:pt idx="4485">
                  <c:v>169.98</c:v>
                </c:pt>
                <c:pt idx="4486">
                  <c:v>169.98</c:v>
                </c:pt>
                <c:pt idx="4487">
                  <c:v>236.96</c:v>
                </c:pt>
                <c:pt idx="4488">
                  <c:v>169.98</c:v>
                </c:pt>
                <c:pt idx="4489">
                  <c:v>169.98</c:v>
                </c:pt>
                <c:pt idx="4490">
                  <c:v>689.9</c:v>
                </c:pt>
                <c:pt idx="4491">
                  <c:v>217.9</c:v>
                </c:pt>
                <c:pt idx="4492">
                  <c:v>217.9</c:v>
                </c:pt>
                <c:pt idx="4493">
                  <c:v>169.98</c:v>
                </c:pt>
                <c:pt idx="4494">
                  <c:v>689.9</c:v>
                </c:pt>
                <c:pt idx="4495">
                  <c:v>527.77</c:v>
                </c:pt>
                <c:pt idx="4496">
                  <c:v>169.98</c:v>
                </c:pt>
                <c:pt idx="4497">
                  <c:v>182.97</c:v>
                </c:pt>
                <c:pt idx="4498">
                  <c:v>209.21</c:v>
                </c:pt>
                <c:pt idx="4499">
                  <c:v>258.95999999999998</c:v>
                </c:pt>
                <c:pt idx="4500">
                  <c:v>31.28</c:v>
                </c:pt>
                <c:pt idx="4501">
                  <c:v>143.97999999999999</c:v>
                </c:pt>
                <c:pt idx="4502">
                  <c:v>144.47999999999999</c:v>
                </c:pt>
                <c:pt idx="4503">
                  <c:v>131.97999999999999</c:v>
                </c:pt>
                <c:pt idx="4504">
                  <c:v>157.97</c:v>
                </c:pt>
                <c:pt idx="4505">
                  <c:v>182.97</c:v>
                </c:pt>
                <c:pt idx="4506">
                  <c:v>314.95</c:v>
                </c:pt>
                <c:pt idx="4507">
                  <c:v>135.38999999999999</c:v>
                </c:pt>
                <c:pt idx="4508">
                  <c:v>102.22</c:v>
                </c:pt>
                <c:pt idx="4509">
                  <c:v>119.95</c:v>
                </c:pt>
                <c:pt idx="4510">
                  <c:v>29.98</c:v>
                </c:pt>
                <c:pt idx="4511">
                  <c:v>197.96</c:v>
                </c:pt>
                <c:pt idx="4512">
                  <c:v>182.97</c:v>
                </c:pt>
                <c:pt idx="4513">
                  <c:v>247.95</c:v>
                </c:pt>
                <c:pt idx="4514">
                  <c:v>198.4</c:v>
                </c:pt>
                <c:pt idx="4515">
                  <c:v>193.35</c:v>
                </c:pt>
                <c:pt idx="4516">
                  <c:v>169.98</c:v>
                </c:pt>
                <c:pt idx="4517">
                  <c:v>121.65</c:v>
                </c:pt>
                <c:pt idx="4518">
                  <c:v>243.33</c:v>
                </c:pt>
                <c:pt idx="4519">
                  <c:v>219.97</c:v>
                </c:pt>
                <c:pt idx="4520">
                  <c:v>131.97999999999999</c:v>
                </c:pt>
                <c:pt idx="4521">
                  <c:v>169.98</c:v>
                </c:pt>
                <c:pt idx="4522">
                  <c:v>205.49</c:v>
                </c:pt>
                <c:pt idx="4523">
                  <c:v>131.97999999999999</c:v>
                </c:pt>
                <c:pt idx="4524">
                  <c:v>169.98</c:v>
                </c:pt>
                <c:pt idx="4525">
                  <c:v>169.98</c:v>
                </c:pt>
                <c:pt idx="4526">
                  <c:v>169.98</c:v>
                </c:pt>
                <c:pt idx="4527">
                  <c:v>130.85</c:v>
                </c:pt>
                <c:pt idx="4528">
                  <c:v>169.98</c:v>
                </c:pt>
                <c:pt idx="4529">
                  <c:v>169.98</c:v>
                </c:pt>
                <c:pt idx="4530">
                  <c:v>195.96</c:v>
                </c:pt>
                <c:pt idx="4531">
                  <c:v>152.97999999999999</c:v>
                </c:pt>
                <c:pt idx="4532">
                  <c:v>269.95999999999998</c:v>
                </c:pt>
                <c:pt idx="4533">
                  <c:v>339.96</c:v>
                </c:pt>
                <c:pt idx="4534">
                  <c:v>333.16</c:v>
                </c:pt>
                <c:pt idx="4535">
                  <c:v>328.06</c:v>
                </c:pt>
                <c:pt idx="4536">
                  <c:v>247.32</c:v>
                </c:pt>
                <c:pt idx="4537">
                  <c:v>199.94</c:v>
                </c:pt>
                <c:pt idx="4538">
                  <c:v>254.97</c:v>
                </c:pt>
                <c:pt idx="4539">
                  <c:v>339.96</c:v>
                </c:pt>
                <c:pt idx="4540">
                  <c:v>74.94</c:v>
                </c:pt>
                <c:pt idx="4541">
                  <c:v>197.97</c:v>
                </c:pt>
                <c:pt idx="4542">
                  <c:v>254.97</c:v>
                </c:pt>
                <c:pt idx="4543">
                  <c:v>314.95999999999998</c:v>
                </c:pt>
                <c:pt idx="4544">
                  <c:v>192.16</c:v>
                </c:pt>
                <c:pt idx="4545">
                  <c:v>333.16</c:v>
                </c:pt>
                <c:pt idx="4546">
                  <c:v>197.97</c:v>
                </c:pt>
                <c:pt idx="4547">
                  <c:v>339.96</c:v>
                </c:pt>
                <c:pt idx="4548">
                  <c:v>242.22</c:v>
                </c:pt>
                <c:pt idx="4549">
                  <c:v>308.07</c:v>
                </c:pt>
                <c:pt idx="4550">
                  <c:v>314.95999999999998</c:v>
                </c:pt>
                <c:pt idx="4551">
                  <c:v>249.79</c:v>
                </c:pt>
                <c:pt idx="4552">
                  <c:v>339.96</c:v>
                </c:pt>
                <c:pt idx="4553">
                  <c:v>197.97</c:v>
                </c:pt>
                <c:pt idx="4554">
                  <c:v>172.97</c:v>
                </c:pt>
                <c:pt idx="4555">
                  <c:v>268.06</c:v>
                </c:pt>
                <c:pt idx="4556">
                  <c:v>197.97</c:v>
                </c:pt>
                <c:pt idx="4557">
                  <c:v>254.97</c:v>
                </c:pt>
                <c:pt idx="4558">
                  <c:v>254.97</c:v>
                </c:pt>
                <c:pt idx="4559">
                  <c:v>395.94</c:v>
                </c:pt>
                <c:pt idx="4560">
                  <c:v>424.95</c:v>
                </c:pt>
                <c:pt idx="4561">
                  <c:v>424.95</c:v>
                </c:pt>
                <c:pt idx="4562">
                  <c:v>424.95</c:v>
                </c:pt>
                <c:pt idx="4563">
                  <c:v>395.94</c:v>
                </c:pt>
                <c:pt idx="4564">
                  <c:v>416.45</c:v>
                </c:pt>
                <c:pt idx="4565">
                  <c:v>299.95</c:v>
                </c:pt>
                <c:pt idx="4566">
                  <c:v>424.95</c:v>
                </c:pt>
                <c:pt idx="4567">
                  <c:v>299.95</c:v>
                </c:pt>
                <c:pt idx="4568">
                  <c:v>377.2</c:v>
                </c:pt>
                <c:pt idx="4569">
                  <c:v>377.2</c:v>
                </c:pt>
                <c:pt idx="4570">
                  <c:v>420.93</c:v>
                </c:pt>
                <c:pt idx="4571">
                  <c:v>417.69</c:v>
                </c:pt>
                <c:pt idx="4572">
                  <c:v>416.45</c:v>
                </c:pt>
                <c:pt idx="4573">
                  <c:v>420.93</c:v>
                </c:pt>
                <c:pt idx="4574">
                  <c:v>417.69</c:v>
                </c:pt>
                <c:pt idx="4575">
                  <c:v>349.64</c:v>
                </c:pt>
                <c:pt idx="4576">
                  <c:v>339.96</c:v>
                </c:pt>
                <c:pt idx="4577">
                  <c:v>389.95</c:v>
                </c:pt>
                <c:pt idx="4578">
                  <c:v>378.83</c:v>
                </c:pt>
                <c:pt idx="4579">
                  <c:v>305.95999999999998</c:v>
                </c:pt>
                <c:pt idx="4580">
                  <c:v>293.06</c:v>
                </c:pt>
                <c:pt idx="4581">
                  <c:v>288.95</c:v>
                </c:pt>
                <c:pt idx="4582">
                  <c:v>360.95</c:v>
                </c:pt>
                <c:pt idx="4583">
                  <c:v>339.96</c:v>
                </c:pt>
                <c:pt idx="4584">
                  <c:v>339.96</c:v>
                </c:pt>
                <c:pt idx="4585">
                  <c:v>263.95999999999998</c:v>
                </c:pt>
                <c:pt idx="4586">
                  <c:v>339.96</c:v>
                </c:pt>
                <c:pt idx="4587">
                  <c:v>263.95999999999998</c:v>
                </c:pt>
                <c:pt idx="4588">
                  <c:v>243.24</c:v>
                </c:pt>
                <c:pt idx="4589">
                  <c:v>327.94</c:v>
                </c:pt>
                <c:pt idx="4590">
                  <c:v>389.95</c:v>
                </c:pt>
                <c:pt idx="4591">
                  <c:v>334.86</c:v>
                </c:pt>
                <c:pt idx="4592">
                  <c:v>254.97</c:v>
                </c:pt>
                <c:pt idx="4593">
                  <c:v>249.87</c:v>
                </c:pt>
                <c:pt idx="4594">
                  <c:v>254.97</c:v>
                </c:pt>
                <c:pt idx="4595">
                  <c:v>142.16</c:v>
                </c:pt>
                <c:pt idx="4596">
                  <c:v>239.96</c:v>
                </c:pt>
                <c:pt idx="4597">
                  <c:v>322.16000000000003</c:v>
                </c:pt>
                <c:pt idx="4598">
                  <c:v>339.96</c:v>
                </c:pt>
                <c:pt idx="4599">
                  <c:v>284.95</c:v>
                </c:pt>
                <c:pt idx="4600">
                  <c:v>73.97</c:v>
                </c:pt>
                <c:pt idx="4601">
                  <c:v>339.96</c:v>
                </c:pt>
                <c:pt idx="4602">
                  <c:v>240.45</c:v>
                </c:pt>
                <c:pt idx="4603">
                  <c:v>327.36</c:v>
                </c:pt>
                <c:pt idx="4604">
                  <c:v>254.97</c:v>
                </c:pt>
                <c:pt idx="4605">
                  <c:v>131.97999999999999</c:v>
                </c:pt>
                <c:pt idx="4606">
                  <c:v>224.02</c:v>
                </c:pt>
                <c:pt idx="4607">
                  <c:v>254.97</c:v>
                </c:pt>
                <c:pt idx="4608">
                  <c:v>339.96</c:v>
                </c:pt>
                <c:pt idx="4609">
                  <c:v>178.17</c:v>
                </c:pt>
                <c:pt idx="4610">
                  <c:v>323.74</c:v>
                </c:pt>
                <c:pt idx="4611">
                  <c:v>254.97</c:v>
                </c:pt>
                <c:pt idx="4612">
                  <c:v>246.58</c:v>
                </c:pt>
                <c:pt idx="4613">
                  <c:v>244.17</c:v>
                </c:pt>
                <c:pt idx="4614">
                  <c:v>254.97</c:v>
                </c:pt>
                <c:pt idx="4615">
                  <c:v>105.96</c:v>
                </c:pt>
                <c:pt idx="4616">
                  <c:v>229.47</c:v>
                </c:pt>
                <c:pt idx="4617">
                  <c:v>197.97</c:v>
                </c:pt>
                <c:pt idx="4618">
                  <c:v>197.97</c:v>
                </c:pt>
                <c:pt idx="4619">
                  <c:v>172.97</c:v>
                </c:pt>
                <c:pt idx="4620">
                  <c:v>254.97</c:v>
                </c:pt>
                <c:pt idx="4621">
                  <c:v>131.97999999999999</c:v>
                </c:pt>
                <c:pt idx="4622">
                  <c:v>132.16</c:v>
                </c:pt>
                <c:pt idx="4623">
                  <c:v>130.66</c:v>
                </c:pt>
                <c:pt idx="4624">
                  <c:v>122.16</c:v>
                </c:pt>
                <c:pt idx="4625">
                  <c:v>132.16</c:v>
                </c:pt>
                <c:pt idx="4626">
                  <c:v>132.16</c:v>
                </c:pt>
                <c:pt idx="4627">
                  <c:v>132.41999999999999</c:v>
                </c:pt>
                <c:pt idx="4628">
                  <c:v>122.59</c:v>
                </c:pt>
                <c:pt idx="4629">
                  <c:v>132.16</c:v>
                </c:pt>
                <c:pt idx="4630">
                  <c:v>95.15</c:v>
                </c:pt>
                <c:pt idx="4631">
                  <c:v>131.88</c:v>
                </c:pt>
                <c:pt idx="4632">
                  <c:v>104.66</c:v>
                </c:pt>
                <c:pt idx="4633">
                  <c:v>148.47</c:v>
                </c:pt>
                <c:pt idx="4634">
                  <c:v>132.16</c:v>
                </c:pt>
                <c:pt idx="4635">
                  <c:v>132.16</c:v>
                </c:pt>
                <c:pt idx="4636">
                  <c:v>130.66</c:v>
                </c:pt>
                <c:pt idx="4637">
                  <c:v>132.16</c:v>
                </c:pt>
                <c:pt idx="4638">
                  <c:v>131.97999999999999</c:v>
                </c:pt>
                <c:pt idx="4639">
                  <c:v>118.76</c:v>
                </c:pt>
                <c:pt idx="4640">
                  <c:v>132.16</c:v>
                </c:pt>
                <c:pt idx="4641">
                  <c:v>131.97999999999999</c:v>
                </c:pt>
                <c:pt idx="4642">
                  <c:v>132.16</c:v>
                </c:pt>
                <c:pt idx="4643">
                  <c:v>133.47999999999999</c:v>
                </c:pt>
                <c:pt idx="4644">
                  <c:v>133.47999999999999</c:v>
                </c:pt>
                <c:pt idx="4645">
                  <c:v>131.97999999999999</c:v>
                </c:pt>
                <c:pt idx="4646">
                  <c:v>132.16</c:v>
                </c:pt>
                <c:pt idx="4647">
                  <c:v>130.66</c:v>
                </c:pt>
                <c:pt idx="4648">
                  <c:v>132.16</c:v>
                </c:pt>
                <c:pt idx="4649">
                  <c:v>130.66</c:v>
                </c:pt>
                <c:pt idx="4650">
                  <c:v>122.16</c:v>
                </c:pt>
                <c:pt idx="4651">
                  <c:v>132.16</c:v>
                </c:pt>
                <c:pt idx="4652">
                  <c:v>615.78</c:v>
                </c:pt>
                <c:pt idx="4653">
                  <c:v>359.32</c:v>
                </c:pt>
                <c:pt idx="4654">
                  <c:v>342.37</c:v>
                </c:pt>
                <c:pt idx="4655">
                  <c:v>353.25</c:v>
                </c:pt>
                <c:pt idx="4656">
                  <c:v>495.27</c:v>
                </c:pt>
                <c:pt idx="4657">
                  <c:v>342.37</c:v>
                </c:pt>
                <c:pt idx="4658">
                  <c:v>525.04</c:v>
                </c:pt>
                <c:pt idx="4659">
                  <c:v>321.79000000000002</c:v>
                </c:pt>
                <c:pt idx="4660">
                  <c:v>479.09</c:v>
                </c:pt>
                <c:pt idx="4661">
                  <c:v>399.24</c:v>
                </c:pt>
                <c:pt idx="4662">
                  <c:v>131.97999999999999</c:v>
                </c:pt>
                <c:pt idx="4663">
                  <c:v>131.97999999999999</c:v>
                </c:pt>
                <c:pt idx="4664">
                  <c:v>131.97999999999999</c:v>
                </c:pt>
                <c:pt idx="4665">
                  <c:v>129.19999999999999</c:v>
                </c:pt>
                <c:pt idx="4666">
                  <c:v>130.66</c:v>
                </c:pt>
                <c:pt idx="4667">
                  <c:v>120.66</c:v>
                </c:pt>
                <c:pt idx="4668">
                  <c:v>129.19</c:v>
                </c:pt>
                <c:pt idx="4669">
                  <c:v>131.97999999999999</c:v>
                </c:pt>
                <c:pt idx="4670">
                  <c:v>125.98</c:v>
                </c:pt>
                <c:pt idx="4671">
                  <c:v>164.59</c:v>
                </c:pt>
                <c:pt idx="4672">
                  <c:v>131.97999999999999</c:v>
                </c:pt>
                <c:pt idx="4673">
                  <c:v>145.65</c:v>
                </c:pt>
                <c:pt idx="4674">
                  <c:v>129.34</c:v>
                </c:pt>
                <c:pt idx="4675">
                  <c:v>112.18</c:v>
                </c:pt>
                <c:pt idx="4676">
                  <c:v>55.98</c:v>
                </c:pt>
                <c:pt idx="4677">
                  <c:v>126.98</c:v>
                </c:pt>
                <c:pt idx="4678">
                  <c:v>131.97999999999999</c:v>
                </c:pt>
                <c:pt idx="4679">
                  <c:v>131.97999999999999</c:v>
                </c:pt>
                <c:pt idx="4680">
                  <c:v>128.84</c:v>
                </c:pt>
                <c:pt idx="4681">
                  <c:v>128.68</c:v>
                </c:pt>
                <c:pt idx="4682">
                  <c:v>131.97999999999999</c:v>
                </c:pt>
                <c:pt idx="4683">
                  <c:v>172.97</c:v>
                </c:pt>
                <c:pt idx="4684">
                  <c:v>130.66</c:v>
                </c:pt>
                <c:pt idx="4685">
                  <c:v>129.34</c:v>
                </c:pt>
                <c:pt idx="4686">
                  <c:v>126.97</c:v>
                </c:pt>
                <c:pt idx="4687">
                  <c:v>129.34</c:v>
                </c:pt>
                <c:pt idx="4688">
                  <c:v>628.96</c:v>
                </c:pt>
                <c:pt idx="4689">
                  <c:v>628.96</c:v>
                </c:pt>
                <c:pt idx="4690">
                  <c:v>314.48</c:v>
                </c:pt>
                <c:pt idx="4691">
                  <c:v>392.78</c:v>
                </c:pt>
                <c:pt idx="4692">
                  <c:v>622.66999999999996</c:v>
                </c:pt>
                <c:pt idx="4693">
                  <c:v>628.96</c:v>
                </c:pt>
                <c:pt idx="4694">
                  <c:v>610.08000000000004</c:v>
                </c:pt>
                <c:pt idx="4695">
                  <c:v>308.2</c:v>
                </c:pt>
                <c:pt idx="4696">
                  <c:v>628.96</c:v>
                </c:pt>
                <c:pt idx="4697">
                  <c:v>345.93</c:v>
                </c:pt>
                <c:pt idx="4698">
                  <c:v>84.99</c:v>
                </c:pt>
                <c:pt idx="4699">
                  <c:v>323.94</c:v>
                </c:pt>
                <c:pt idx="4700">
                  <c:v>339.75</c:v>
                </c:pt>
                <c:pt idx="4701">
                  <c:v>339.75</c:v>
                </c:pt>
                <c:pt idx="4702">
                  <c:v>358.14</c:v>
                </c:pt>
                <c:pt idx="4703">
                  <c:v>273.95999999999998</c:v>
                </c:pt>
                <c:pt idx="4704">
                  <c:v>84.99</c:v>
                </c:pt>
                <c:pt idx="4705">
                  <c:v>377.82</c:v>
                </c:pt>
                <c:pt idx="4706">
                  <c:v>273.95999999999998</c:v>
                </c:pt>
                <c:pt idx="4707">
                  <c:v>377.82</c:v>
                </c:pt>
                <c:pt idx="4708">
                  <c:v>358.14</c:v>
                </c:pt>
                <c:pt idx="4709">
                  <c:v>207.96</c:v>
                </c:pt>
                <c:pt idx="4710">
                  <c:v>207.96</c:v>
                </c:pt>
                <c:pt idx="4711">
                  <c:v>323.94</c:v>
                </c:pt>
                <c:pt idx="4712">
                  <c:v>192.66</c:v>
                </c:pt>
                <c:pt idx="4713">
                  <c:v>207.96</c:v>
                </c:pt>
                <c:pt idx="4714">
                  <c:v>358.95</c:v>
                </c:pt>
                <c:pt idx="4715">
                  <c:v>192.66</c:v>
                </c:pt>
                <c:pt idx="4716">
                  <c:v>273.95999999999998</c:v>
                </c:pt>
                <c:pt idx="4717">
                  <c:v>207.96</c:v>
                </c:pt>
                <c:pt idx="4718">
                  <c:v>248.9</c:v>
                </c:pt>
                <c:pt idx="4719">
                  <c:v>248.9</c:v>
                </c:pt>
                <c:pt idx="4720">
                  <c:v>358.95</c:v>
                </c:pt>
                <c:pt idx="4721">
                  <c:v>273.95999999999998</c:v>
                </c:pt>
                <c:pt idx="4722">
                  <c:v>193.55</c:v>
                </c:pt>
                <c:pt idx="4723">
                  <c:v>1.2</c:v>
                </c:pt>
                <c:pt idx="4724">
                  <c:v>193.55</c:v>
                </c:pt>
                <c:pt idx="4725">
                  <c:v>164.52</c:v>
                </c:pt>
                <c:pt idx="4726">
                  <c:v>1.2</c:v>
                </c:pt>
                <c:pt idx="4727">
                  <c:v>128.22</c:v>
                </c:pt>
                <c:pt idx="4728">
                  <c:v>212.91</c:v>
                </c:pt>
                <c:pt idx="4729">
                  <c:v>212.31</c:v>
                </c:pt>
                <c:pt idx="4730">
                  <c:v>1.2</c:v>
                </c:pt>
                <c:pt idx="4731">
                  <c:v>193.55</c:v>
                </c:pt>
                <c:pt idx="4732">
                  <c:v>1.2</c:v>
                </c:pt>
                <c:pt idx="4733">
                  <c:v>193.55</c:v>
                </c:pt>
                <c:pt idx="4734">
                  <c:v>27.12</c:v>
                </c:pt>
                <c:pt idx="4735">
                  <c:v>1.2</c:v>
                </c:pt>
                <c:pt idx="4736">
                  <c:v>193.55</c:v>
                </c:pt>
                <c:pt idx="4737">
                  <c:v>193.55</c:v>
                </c:pt>
                <c:pt idx="4738">
                  <c:v>181.91</c:v>
                </c:pt>
                <c:pt idx="4739">
                  <c:v>96.75</c:v>
                </c:pt>
                <c:pt idx="4740">
                  <c:v>133.05000000000001</c:v>
                </c:pt>
                <c:pt idx="4741">
                  <c:v>169.35</c:v>
                </c:pt>
                <c:pt idx="4742">
                  <c:v>131.97999999999999</c:v>
                </c:pt>
                <c:pt idx="4743">
                  <c:v>169.98</c:v>
                </c:pt>
                <c:pt idx="4744">
                  <c:v>131.97999999999999</c:v>
                </c:pt>
                <c:pt idx="4745">
                  <c:v>169.98</c:v>
                </c:pt>
                <c:pt idx="4746">
                  <c:v>131.97999999999999</c:v>
                </c:pt>
                <c:pt idx="4747">
                  <c:v>169.98</c:v>
                </c:pt>
                <c:pt idx="4748">
                  <c:v>188.97</c:v>
                </c:pt>
                <c:pt idx="4749">
                  <c:v>163.18</c:v>
                </c:pt>
                <c:pt idx="4750">
                  <c:v>140.18</c:v>
                </c:pt>
                <c:pt idx="4751">
                  <c:v>143.44999999999999</c:v>
                </c:pt>
                <c:pt idx="4752">
                  <c:v>103.98</c:v>
                </c:pt>
                <c:pt idx="4753">
                  <c:v>131.97999999999999</c:v>
                </c:pt>
                <c:pt idx="4754">
                  <c:v>126.7</c:v>
                </c:pt>
                <c:pt idx="4755">
                  <c:v>159.97999999999999</c:v>
                </c:pt>
                <c:pt idx="4756">
                  <c:v>169.98</c:v>
                </c:pt>
                <c:pt idx="4757">
                  <c:v>169.98</c:v>
                </c:pt>
                <c:pt idx="4758">
                  <c:v>169.98</c:v>
                </c:pt>
                <c:pt idx="4759">
                  <c:v>121.98</c:v>
                </c:pt>
                <c:pt idx="4760">
                  <c:v>188.97</c:v>
                </c:pt>
                <c:pt idx="4761">
                  <c:v>163.44</c:v>
                </c:pt>
                <c:pt idx="4762">
                  <c:v>169.98</c:v>
                </c:pt>
                <c:pt idx="4763">
                  <c:v>163</c:v>
                </c:pt>
                <c:pt idx="4764">
                  <c:v>169.98</c:v>
                </c:pt>
                <c:pt idx="4765">
                  <c:v>169.98</c:v>
                </c:pt>
                <c:pt idx="4766">
                  <c:v>169.98</c:v>
                </c:pt>
                <c:pt idx="4767">
                  <c:v>169.98</c:v>
                </c:pt>
                <c:pt idx="4768">
                  <c:v>161.94999999999999</c:v>
                </c:pt>
                <c:pt idx="4769">
                  <c:v>254.97</c:v>
                </c:pt>
                <c:pt idx="4770">
                  <c:v>254.97</c:v>
                </c:pt>
                <c:pt idx="4771">
                  <c:v>254.97</c:v>
                </c:pt>
                <c:pt idx="4772">
                  <c:v>254.97</c:v>
                </c:pt>
                <c:pt idx="4773">
                  <c:v>197.97</c:v>
                </c:pt>
                <c:pt idx="4774">
                  <c:v>172.97</c:v>
                </c:pt>
                <c:pt idx="4775">
                  <c:v>254.97</c:v>
                </c:pt>
                <c:pt idx="4776">
                  <c:v>197.97</c:v>
                </c:pt>
                <c:pt idx="4777">
                  <c:v>229.97</c:v>
                </c:pt>
                <c:pt idx="4778">
                  <c:v>254.97</c:v>
                </c:pt>
                <c:pt idx="4779">
                  <c:v>254.97</c:v>
                </c:pt>
                <c:pt idx="4780">
                  <c:v>200.18</c:v>
                </c:pt>
                <c:pt idx="4781">
                  <c:v>197.97</c:v>
                </c:pt>
                <c:pt idx="4782">
                  <c:v>254.97</c:v>
                </c:pt>
                <c:pt idx="4783">
                  <c:v>254.97</c:v>
                </c:pt>
                <c:pt idx="4784">
                  <c:v>254.97</c:v>
                </c:pt>
                <c:pt idx="4785">
                  <c:v>254.97</c:v>
                </c:pt>
                <c:pt idx="4786">
                  <c:v>169.98</c:v>
                </c:pt>
                <c:pt idx="4787">
                  <c:v>153.16999999999999</c:v>
                </c:pt>
                <c:pt idx="4788">
                  <c:v>197.97</c:v>
                </c:pt>
                <c:pt idx="4789">
                  <c:v>197.97</c:v>
                </c:pt>
                <c:pt idx="4790">
                  <c:v>197.97</c:v>
                </c:pt>
                <c:pt idx="4791">
                  <c:v>254.97</c:v>
                </c:pt>
                <c:pt idx="4792">
                  <c:v>113.48</c:v>
                </c:pt>
                <c:pt idx="4793">
                  <c:v>65.989999999999995</c:v>
                </c:pt>
                <c:pt idx="4794">
                  <c:v>131.97999999999999</c:v>
                </c:pt>
                <c:pt idx="4795">
                  <c:v>83.98</c:v>
                </c:pt>
                <c:pt idx="4796">
                  <c:v>103.98</c:v>
                </c:pt>
                <c:pt idx="4797">
                  <c:v>131.97999999999999</c:v>
                </c:pt>
                <c:pt idx="4798">
                  <c:v>131.97999999999999</c:v>
                </c:pt>
                <c:pt idx="4799">
                  <c:v>137.08000000000001</c:v>
                </c:pt>
                <c:pt idx="4800">
                  <c:v>83.98</c:v>
                </c:pt>
                <c:pt idx="4801">
                  <c:v>131.97999999999999</c:v>
                </c:pt>
                <c:pt idx="4802">
                  <c:v>131.97999999999999</c:v>
                </c:pt>
                <c:pt idx="4803">
                  <c:v>131.97999999999999</c:v>
                </c:pt>
                <c:pt idx="4804">
                  <c:v>118.78</c:v>
                </c:pt>
                <c:pt idx="4805">
                  <c:v>131.97999999999999</c:v>
                </c:pt>
                <c:pt idx="4806">
                  <c:v>83.98</c:v>
                </c:pt>
                <c:pt idx="4807">
                  <c:v>131.97999999999999</c:v>
                </c:pt>
                <c:pt idx="4808">
                  <c:v>131.97999999999999</c:v>
                </c:pt>
                <c:pt idx="4809">
                  <c:v>131.97999999999999</c:v>
                </c:pt>
                <c:pt idx="4810">
                  <c:v>83.98</c:v>
                </c:pt>
                <c:pt idx="4811">
                  <c:v>110.98</c:v>
                </c:pt>
                <c:pt idx="4812">
                  <c:v>131.97999999999999</c:v>
                </c:pt>
                <c:pt idx="4813">
                  <c:v>83.98</c:v>
                </c:pt>
                <c:pt idx="4814">
                  <c:v>131.97999999999999</c:v>
                </c:pt>
                <c:pt idx="4815">
                  <c:v>108.78</c:v>
                </c:pt>
                <c:pt idx="4816">
                  <c:v>110.98</c:v>
                </c:pt>
                <c:pt idx="4817">
                  <c:v>109.98</c:v>
                </c:pt>
                <c:pt idx="4818">
                  <c:v>79.98</c:v>
                </c:pt>
                <c:pt idx="4819">
                  <c:v>110.98</c:v>
                </c:pt>
                <c:pt idx="4820">
                  <c:v>131.97999999999999</c:v>
                </c:pt>
                <c:pt idx="4821">
                  <c:v>131.97999999999999</c:v>
                </c:pt>
                <c:pt idx="4822">
                  <c:v>75.790000000000006</c:v>
                </c:pt>
                <c:pt idx="4823">
                  <c:v>158.97</c:v>
                </c:pt>
                <c:pt idx="4824">
                  <c:v>131.97999999999999</c:v>
                </c:pt>
                <c:pt idx="4825">
                  <c:v>121.98</c:v>
                </c:pt>
                <c:pt idx="4826">
                  <c:v>141.96</c:v>
                </c:pt>
                <c:pt idx="4827">
                  <c:v>131.97999999999999</c:v>
                </c:pt>
                <c:pt idx="4828">
                  <c:v>103.98</c:v>
                </c:pt>
                <c:pt idx="4829">
                  <c:v>149.97</c:v>
                </c:pt>
                <c:pt idx="4830">
                  <c:v>62.98</c:v>
                </c:pt>
                <c:pt idx="4831">
                  <c:v>131.97999999999999</c:v>
                </c:pt>
                <c:pt idx="4832">
                  <c:v>131.97999999999999</c:v>
                </c:pt>
                <c:pt idx="4833">
                  <c:v>141.04</c:v>
                </c:pt>
                <c:pt idx="4834">
                  <c:v>254.97</c:v>
                </c:pt>
                <c:pt idx="4835">
                  <c:v>169.98</c:v>
                </c:pt>
                <c:pt idx="4836">
                  <c:v>204.97</c:v>
                </c:pt>
                <c:pt idx="4837">
                  <c:v>172.97</c:v>
                </c:pt>
                <c:pt idx="4838">
                  <c:v>201.96</c:v>
                </c:pt>
                <c:pt idx="4839">
                  <c:v>166.97</c:v>
                </c:pt>
                <c:pt idx="4840">
                  <c:v>189.97</c:v>
                </c:pt>
                <c:pt idx="4841">
                  <c:v>157.91</c:v>
                </c:pt>
                <c:pt idx="4842">
                  <c:v>169.98</c:v>
                </c:pt>
                <c:pt idx="4843">
                  <c:v>204.97</c:v>
                </c:pt>
                <c:pt idx="4844">
                  <c:v>166.97</c:v>
                </c:pt>
                <c:pt idx="4845">
                  <c:v>254.97</c:v>
                </c:pt>
                <c:pt idx="4846">
                  <c:v>182.66</c:v>
                </c:pt>
                <c:pt idx="4847">
                  <c:v>169.98</c:v>
                </c:pt>
                <c:pt idx="4848">
                  <c:v>199.97</c:v>
                </c:pt>
                <c:pt idx="4849">
                  <c:v>145.07</c:v>
                </c:pt>
                <c:pt idx="4850">
                  <c:v>259.95</c:v>
                </c:pt>
                <c:pt idx="4851">
                  <c:v>169.98</c:v>
                </c:pt>
                <c:pt idx="4852">
                  <c:v>187.97</c:v>
                </c:pt>
                <c:pt idx="4853">
                  <c:v>162.97</c:v>
                </c:pt>
                <c:pt idx="4854">
                  <c:v>216.72</c:v>
                </c:pt>
                <c:pt idx="4855">
                  <c:v>219.51</c:v>
                </c:pt>
                <c:pt idx="4856">
                  <c:v>278.91000000000003</c:v>
                </c:pt>
                <c:pt idx="4857">
                  <c:v>160.96</c:v>
                </c:pt>
                <c:pt idx="4858">
                  <c:v>84.98</c:v>
                </c:pt>
                <c:pt idx="4859">
                  <c:v>254.97</c:v>
                </c:pt>
                <c:pt idx="4860">
                  <c:v>169.98</c:v>
                </c:pt>
                <c:pt idx="4861">
                  <c:v>239.92</c:v>
                </c:pt>
                <c:pt idx="4862">
                  <c:v>216.93</c:v>
                </c:pt>
                <c:pt idx="4863">
                  <c:v>238.97</c:v>
                </c:pt>
                <c:pt idx="4864">
                  <c:v>223.92</c:v>
                </c:pt>
                <c:pt idx="4865">
                  <c:v>127.99</c:v>
                </c:pt>
                <c:pt idx="4866">
                  <c:v>79.98</c:v>
                </c:pt>
                <c:pt idx="4867">
                  <c:v>239.92</c:v>
                </c:pt>
                <c:pt idx="4868">
                  <c:v>269.91000000000003</c:v>
                </c:pt>
                <c:pt idx="4869">
                  <c:v>239.92</c:v>
                </c:pt>
                <c:pt idx="4870">
                  <c:v>247.92</c:v>
                </c:pt>
                <c:pt idx="4871">
                  <c:v>169.98</c:v>
                </c:pt>
                <c:pt idx="4872">
                  <c:v>239.92</c:v>
                </c:pt>
                <c:pt idx="4873">
                  <c:v>239.92</c:v>
                </c:pt>
                <c:pt idx="4874">
                  <c:v>278.91000000000003</c:v>
                </c:pt>
                <c:pt idx="4875">
                  <c:v>169.98</c:v>
                </c:pt>
                <c:pt idx="4876">
                  <c:v>239.92</c:v>
                </c:pt>
                <c:pt idx="4877">
                  <c:v>254.97</c:v>
                </c:pt>
                <c:pt idx="4878">
                  <c:v>159.97999999999999</c:v>
                </c:pt>
                <c:pt idx="4879">
                  <c:v>224.97</c:v>
                </c:pt>
                <c:pt idx="4880">
                  <c:v>169.98</c:v>
                </c:pt>
                <c:pt idx="4881">
                  <c:v>169.98</c:v>
                </c:pt>
                <c:pt idx="4882">
                  <c:v>169.98</c:v>
                </c:pt>
                <c:pt idx="4883">
                  <c:v>111.98</c:v>
                </c:pt>
                <c:pt idx="4884">
                  <c:v>169.98</c:v>
                </c:pt>
                <c:pt idx="4885">
                  <c:v>-169.98</c:v>
                </c:pt>
                <c:pt idx="4886">
                  <c:v>165.57</c:v>
                </c:pt>
                <c:pt idx="4887">
                  <c:v>161.96</c:v>
                </c:pt>
                <c:pt idx="4888">
                  <c:v>129.6</c:v>
                </c:pt>
                <c:pt idx="4889">
                  <c:v>159.18</c:v>
                </c:pt>
                <c:pt idx="4890">
                  <c:v>158.96</c:v>
                </c:pt>
                <c:pt idx="4891">
                  <c:v>131.97999999999999</c:v>
                </c:pt>
                <c:pt idx="4892">
                  <c:v>-169.98</c:v>
                </c:pt>
                <c:pt idx="4893">
                  <c:v>169.98</c:v>
                </c:pt>
                <c:pt idx="4894">
                  <c:v>169.98</c:v>
                </c:pt>
                <c:pt idx="4895">
                  <c:v>152.97999999999999</c:v>
                </c:pt>
                <c:pt idx="4896">
                  <c:v>169.98</c:v>
                </c:pt>
                <c:pt idx="4897">
                  <c:v>131.97999999999999</c:v>
                </c:pt>
                <c:pt idx="4898">
                  <c:v>169.98</c:v>
                </c:pt>
                <c:pt idx="4899">
                  <c:v>169.98</c:v>
                </c:pt>
                <c:pt idx="4900">
                  <c:v>169.98</c:v>
                </c:pt>
                <c:pt idx="4901">
                  <c:v>112.97</c:v>
                </c:pt>
                <c:pt idx="4902">
                  <c:v>169.98</c:v>
                </c:pt>
                <c:pt idx="4903">
                  <c:v>131.97999999999999</c:v>
                </c:pt>
                <c:pt idx="4904">
                  <c:v>59.99</c:v>
                </c:pt>
                <c:pt idx="4905">
                  <c:v>159.97999999999999</c:v>
                </c:pt>
                <c:pt idx="4906">
                  <c:v>169.98</c:v>
                </c:pt>
                <c:pt idx="4907">
                  <c:v>137.97999999999999</c:v>
                </c:pt>
                <c:pt idx="4908">
                  <c:v>283.95999999999998</c:v>
                </c:pt>
                <c:pt idx="4909">
                  <c:v>131.97999999999999</c:v>
                </c:pt>
                <c:pt idx="4910">
                  <c:v>229.97</c:v>
                </c:pt>
                <c:pt idx="4911">
                  <c:v>131.97999999999999</c:v>
                </c:pt>
                <c:pt idx="4912">
                  <c:v>229.96</c:v>
                </c:pt>
                <c:pt idx="4913">
                  <c:v>189.93</c:v>
                </c:pt>
                <c:pt idx="4914">
                  <c:v>156.18</c:v>
                </c:pt>
                <c:pt idx="4915">
                  <c:v>147.11000000000001</c:v>
                </c:pt>
                <c:pt idx="4916">
                  <c:v>95.18</c:v>
                </c:pt>
                <c:pt idx="4917">
                  <c:v>229.96</c:v>
                </c:pt>
                <c:pt idx="4918">
                  <c:v>147.11000000000001</c:v>
                </c:pt>
                <c:pt idx="4919">
                  <c:v>-2.2799999999999998</c:v>
                </c:pt>
                <c:pt idx="4920">
                  <c:v>-130</c:v>
                </c:pt>
                <c:pt idx="4921">
                  <c:v>155.97</c:v>
                </c:pt>
                <c:pt idx="4922">
                  <c:v>155.97</c:v>
                </c:pt>
                <c:pt idx="4923">
                  <c:v>157.30000000000001</c:v>
                </c:pt>
                <c:pt idx="4924">
                  <c:v>157.30000000000001</c:v>
                </c:pt>
                <c:pt idx="4925">
                  <c:v>244.4</c:v>
                </c:pt>
                <c:pt idx="4926">
                  <c:v>78.59</c:v>
                </c:pt>
                <c:pt idx="4927">
                  <c:v>244.4</c:v>
                </c:pt>
                <c:pt idx="4928">
                  <c:v>95.18</c:v>
                </c:pt>
                <c:pt idx="4929">
                  <c:v>78.59</c:v>
                </c:pt>
                <c:pt idx="4930">
                  <c:v>184.47</c:v>
                </c:pt>
                <c:pt idx="4931">
                  <c:v>137.94999999999999</c:v>
                </c:pt>
                <c:pt idx="4932">
                  <c:v>-2.2799999999999998</c:v>
                </c:pt>
                <c:pt idx="4933">
                  <c:v>137.94999999999999</c:v>
                </c:pt>
                <c:pt idx="4934">
                  <c:v>247.95</c:v>
                </c:pt>
                <c:pt idx="4935">
                  <c:v>240.35</c:v>
                </c:pt>
                <c:pt idx="4936">
                  <c:v>-130</c:v>
                </c:pt>
                <c:pt idx="4937">
                  <c:v>240.35</c:v>
                </c:pt>
                <c:pt idx="4938">
                  <c:v>247.95</c:v>
                </c:pt>
                <c:pt idx="4939">
                  <c:v>121.98</c:v>
                </c:pt>
                <c:pt idx="4940">
                  <c:v>156.18</c:v>
                </c:pt>
                <c:pt idx="4941">
                  <c:v>189.93</c:v>
                </c:pt>
                <c:pt idx="4942">
                  <c:v>659.9</c:v>
                </c:pt>
                <c:pt idx="4943">
                  <c:v>659.9</c:v>
                </c:pt>
                <c:pt idx="4944">
                  <c:v>144.97</c:v>
                </c:pt>
                <c:pt idx="4945">
                  <c:v>144.97</c:v>
                </c:pt>
                <c:pt idx="4946">
                  <c:v>131.97999999999999</c:v>
                </c:pt>
                <c:pt idx="4947">
                  <c:v>189.83</c:v>
                </c:pt>
                <c:pt idx="4948">
                  <c:v>118.97</c:v>
                </c:pt>
                <c:pt idx="4949">
                  <c:v>118.97</c:v>
                </c:pt>
                <c:pt idx="4950">
                  <c:v>189.83</c:v>
                </c:pt>
                <c:pt idx="4951">
                  <c:v>121.98</c:v>
                </c:pt>
                <c:pt idx="4952">
                  <c:v>184.47</c:v>
                </c:pt>
                <c:pt idx="4953">
                  <c:v>159.69999999999999</c:v>
                </c:pt>
                <c:pt idx="4954">
                  <c:v>168.73</c:v>
                </c:pt>
                <c:pt idx="4955">
                  <c:v>168.73</c:v>
                </c:pt>
                <c:pt idx="4956">
                  <c:v>121.98</c:v>
                </c:pt>
                <c:pt idx="4957">
                  <c:v>159.69999999999999</c:v>
                </c:pt>
                <c:pt idx="4958">
                  <c:v>131.97999999999999</c:v>
                </c:pt>
                <c:pt idx="4959">
                  <c:v>121.98</c:v>
                </c:pt>
                <c:pt idx="4960">
                  <c:v>127.88</c:v>
                </c:pt>
                <c:pt idx="4961">
                  <c:v>127.88</c:v>
                </c:pt>
                <c:pt idx="4962">
                  <c:v>267.44</c:v>
                </c:pt>
                <c:pt idx="4963">
                  <c:v>90.07</c:v>
                </c:pt>
                <c:pt idx="4964">
                  <c:v>199.96</c:v>
                </c:pt>
                <c:pt idx="4965">
                  <c:v>65.989999999999995</c:v>
                </c:pt>
                <c:pt idx="4966">
                  <c:v>197.97</c:v>
                </c:pt>
                <c:pt idx="4967">
                  <c:v>95.97</c:v>
                </c:pt>
                <c:pt idx="4968">
                  <c:v>60.98</c:v>
                </c:pt>
                <c:pt idx="4969">
                  <c:v>79.98</c:v>
                </c:pt>
                <c:pt idx="4970">
                  <c:v>207.78</c:v>
                </c:pt>
                <c:pt idx="4971">
                  <c:v>65.989999999999995</c:v>
                </c:pt>
                <c:pt idx="4972">
                  <c:v>131.97999999999999</c:v>
                </c:pt>
                <c:pt idx="4973">
                  <c:v>60.98</c:v>
                </c:pt>
                <c:pt idx="4974">
                  <c:v>53.98</c:v>
                </c:pt>
                <c:pt idx="4975">
                  <c:v>74.77</c:v>
                </c:pt>
                <c:pt idx="4976">
                  <c:v>99.98</c:v>
                </c:pt>
                <c:pt idx="4977">
                  <c:v>185.95</c:v>
                </c:pt>
                <c:pt idx="4978">
                  <c:v>82.31</c:v>
                </c:pt>
                <c:pt idx="4979">
                  <c:v>264.94</c:v>
                </c:pt>
                <c:pt idx="4980">
                  <c:v>252.4</c:v>
                </c:pt>
                <c:pt idx="4981">
                  <c:v>527.91999999999996</c:v>
                </c:pt>
                <c:pt idx="4982">
                  <c:v>-81.59</c:v>
                </c:pt>
                <c:pt idx="4983">
                  <c:v>408.93</c:v>
                </c:pt>
                <c:pt idx="4984">
                  <c:v>531.91</c:v>
                </c:pt>
                <c:pt idx="4985">
                  <c:v>329.95</c:v>
                </c:pt>
                <c:pt idx="4986">
                  <c:v>339.96</c:v>
                </c:pt>
                <c:pt idx="4987">
                  <c:v>584.91</c:v>
                </c:pt>
                <c:pt idx="4988">
                  <c:v>603.89</c:v>
                </c:pt>
                <c:pt idx="4989">
                  <c:v>-78.28</c:v>
                </c:pt>
                <c:pt idx="4990">
                  <c:v>521.9</c:v>
                </c:pt>
                <c:pt idx="4991">
                  <c:v>527.91999999999996</c:v>
                </c:pt>
                <c:pt idx="4992">
                  <c:v>51.28</c:v>
                </c:pt>
                <c:pt idx="4993">
                  <c:v>339.96</c:v>
                </c:pt>
                <c:pt idx="4994">
                  <c:v>543.88</c:v>
                </c:pt>
                <c:pt idx="4995">
                  <c:v>-1.3</c:v>
                </c:pt>
                <c:pt idx="4996">
                  <c:v>339.96</c:v>
                </c:pt>
                <c:pt idx="4997">
                  <c:v>224.3</c:v>
                </c:pt>
                <c:pt idx="4998">
                  <c:v>284.95</c:v>
                </c:pt>
                <c:pt idx="4999">
                  <c:v>292.45999999999998</c:v>
                </c:pt>
                <c:pt idx="5000">
                  <c:v>226.45</c:v>
                </c:pt>
                <c:pt idx="5001">
                  <c:v>369.94</c:v>
                </c:pt>
                <c:pt idx="5002">
                  <c:v>269.3</c:v>
                </c:pt>
                <c:pt idx="5003">
                  <c:v>256.98</c:v>
                </c:pt>
                <c:pt idx="5004">
                  <c:v>383.89</c:v>
                </c:pt>
                <c:pt idx="5005">
                  <c:v>326.43</c:v>
                </c:pt>
                <c:pt idx="5006">
                  <c:v>147.69</c:v>
                </c:pt>
                <c:pt idx="5007">
                  <c:v>164.03</c:v>
                </c:pt>
                <c:pt idx="5008">
                  <c:v>261.24</c:v>
                </c:pt>
                <c:pt idx="5009">
                  <c:v>302.13</c:v>
                </c:pt>
                <c:pt idx="5010">
                  <c:v>184.97</c:v>
                </c:pt>
                <c:pt idx="5011">
                  <c:v>174.97</c:v>
                </c:pt>
                <c:pt idx="5012">
                  <c:v>184.97</c:v>
                </c:pt>
                <c:pt idx="5013">
                  <c:v>184.97</c:v>
                </c:pt>
                <c:pt idx="5014">
                  <c:v>158.69999999999999</c:v>
                </c:pt>
                <c:pt idx="5015">
                  <c:v>146.97</c:v>
                </c:pt>
                <c:pt idx="5016">
                  <c:v>171.74</c:v>
                </c:pt>
                <c:pt idx="5017">
                  <c:v>84.99</c:v>
                </c:pt>
                <c:pt idx="5018">
                  <c:v>184.97</c:v>
                </c:pt>
                <c:pt idx="5019">
                  <c:v>146.97</c:v>
                </c:pt>
                <c:pt idx="5020">
                  <c:v>184.97</c:v>
                </c:pt>
                <c:pt idx="5021">
                  <c:v>184.97</c:v>
                </c:pt>
                <c:pt idx="5022">
                  <c:v>186.96</c:v>
                </c:pt>
                <c:pt idx="5023">
                  <c:v>171.77</c:v>
                </c:pt>
                <c:pt idx="5024">
                  <c:v>260.70999999999998</c:v>
                </c:pt>
                <c:pt idx="5025">
                  <c:v>269.95999999999998</c:v>
                </c:pt>
                <c:pt idx="5026">
                  <c:v>184.97</c:v>
                </c:pt>
                <c:pt idx="5027">
                  <c:v>136.97</c:v>
                </c:pt>
                <c:pt idx="5028">
                  <c:v>184.97</c:v>
                </c:pt>
                <c:pt idx="5029">
                  <c:v>184.97</c:v>
                </c:pt>
                <c:pt idx="5030">
                  <c:v>168.97</c:v>
                </c:pt>
                <c:pt idx="5031">
                  <c:v>184.97</c:v>
                </c:pt>
                <c:pt idx="5032">
                  <c:v>184.97</c:v>
                </c:pt>
                <c:pt idx="5033">
                  <c:v>184.97</c:v>
                </c:pt>
                <c:pt idx="5034">
                  <c:v>184.97</c:v>
                </c:pt>
                <c:pt idx="5035">
                  <c:v>184.97</c:v>
                </c:pt>
                <c:pt idx="5036">
                  <c:v>146.97</c:v>
                </c:pt>
                <c:pt idx="5037">
                  <c:v>105.98</c:v>
                </c:pt>
                <c:pt idx="5038">
                  <c:v>184.97</c:v>
                </c:pt>
                <c:pt idx="5039">
                  <c:v>136.97</c:v>
                </c:pt>
                <c:pt idx="5040">
                  <c:v>184.97</c:v>
                </c:pt>
                <c:pt idx="5041">
                  <c:v>184.97</c:v>
                </c:pt>
                <c:pt idx="5042">
                  <c:v>184.97</c:v>
                </c:pt>
                <c:pt idx="5043">
                  <c:v>144.96</c:v>
                </c:pt>
                <c:pt idx="5044">
                  <c:v>184.97</c:v>
                </c:pt>
                <c:pt idx="5045">
                  <c:v>132.07</c:v>
                </c:pt>
                <c:pt idx="5046">
                  <c:v>258.52</c:v>
                </c:pt>
                <c:pt idx="5047">
                  <c:v>119.96</c:v>
                </c:pt>
                <c:pt idx="5048">
                  <c:v>339.96</c:v>
                </c:pt>
                <c:pt idx="5049">
                  <c:v>339.95</c:v>
                </c:pt>
                <c:pt idx="5050">
                  <c:v>172.97</c:v>
                </c:pt>
                <c:pt idx="5051">
                  <c:v>166.37</c:v>
                </c:pt>
                <c:pt idx="5052">
                  <c:v>172.97</c:v>
                </c:pt>
                <c:pt idx="5053">
                  <c:v>172.97</c:v>
                </c:pt>
                <c:pt idx="5054">
                  <c:v>339.96</c:v>
                </c:pt>
                <c:pt idx="5055">
                  <c:v>309.44</c:v>
                </c:pt>
                <c:pt idx="5056">
                  <c:v>339.96</c:v>
                </c:pt>
                <c:pt idx="5057">
                  <c:v>541.16</c:v>
                </c:pt>
                <c:pt idx="5058">
                  <c:v>239.92</c:v>
                </c:pt>
                <c:pt idx="5059">
                  <c:v>169.98</c:v>
                </c:pt>
                <c:pt idx="5060">
                  <c:v>432.48</c:v>
                </c:pt>
                <c:pt idx="5061">
                  <c:v>168.28</c:v>
                </c:pt>
                <c:pt idx="5062">
                  <c:v>169.98</c:v>
                </c:pt>
                <c:pt idx="5063">
                  <c:v>130</c:v>
                </c:pt>
                <c:pt idx="5064">
                  <c:v>125.38</c:v>
                </c:pt>
                <c:pt idx="5065">
                  <c:v>164.88</c:v>
                </c:pt>
                <c:pt idx="5066">
                  <c:v>129.34</c:v>
                </c:pt>
                <c:pt idx="5067">
                  <c:v>131.97999999999999</c:v>
                </c:pt>
                <c:pt idx="5068">
                  <c:v>168.28</c:v>
                </c:pt>
                <c:pt idx="5069">
                  <c:v>108.78</c:v>
                </c:pt>
                <c:pt idx="5070">
                  <c:v>163.28</c:v>
                </c:pt>
                <c:pt idx="5071">
                  <c:v>169.98</c:v>
                </c:pt>
                <c:pt idx="5072">
                  <c:v>169.98</c:v>
                </c:pt>
                <c:pt idx="5073">
                  <c:v>169.98</c:v>
                </c:pt>
                <c:pt idx="5074">
                  <c:v>166.58</c:v>
                </c:pt>
                <c:pt idx="5075">
                  <c:v>118.99</c:v>
                </c:pt>
                <c:pt idx="5076">
                  <c:v>169.98</c:v>
                </c:pt>
                <c:pt idx="5077">
                  <c:v>114.3</c:v>
                </c:pt>
                <c:pt idx="5078">
                  <c:v>168.78</c:v>
                </c:pt>
                <c:pt idx="5079">
                  <c:v>152.97999999999999</c:v>
                </c:pt>
                <c:pt idx="5080">
                  <c:v>165.38</c:v>
                </c:pt>
                <c:pt idx="5081">
                  <c:v>168.28</c:v>
                </c:pt>
                <c:pt idx="5082">
                  <c:v>98.86</c:v>
                </c:pt>
                <c:pt idx="5083">
                  <c:v>108.28</c:v>
                </c:pt>
                <c:pt idx="5084">
                  <c:v>158.97999999999999</c:v>
                </c:pt>
                <c:pt idx="5085">
                  <c:v>206.53</c:v>
                </c:pt>
                <c:pt idx="5086">
                  <c:v>169.98</c:v>
                </c:pt>
                <c:pt idx="5087">
                  <c:v>295.95999999999998</c:v>
                </c:pt>
                <c:pt idx="5088">
                  <c:v>254.97</c:v>
                </c:pt>
                <c:pt idx="5089">
                  <c:v>353.95</c:v>
                </c:pt>
                <c:pt idx="5090">
                  <c:v>579.9</c:v>
                </c:pt>
                <c:pt idx="5091">
                  <c:v>131.97999999999999</c:v>
                </c:pt>
                <c:pt idx="5092">
                  <c:v>110.09</c:v>
                </c:pt>
                <c:pt idx="5093">
                  <c:v>169.98</c:v>
                </c:pt>
                <c:pt idx="5094">
                  <c:v>249.73</c:v>
                </c:pt>
                <c:pt idx="5095">
                  <c:v>232.64</c:v>
                </c:pt>
                <c:pt idx="5096">
                  <c:v>559.63</c:v>
                </c:pt>
                <c:pt idx="5097">
                  <c:v>199.96</c:v>
                </c:pt>
                <c:pt idx="5098">
                  <c:v>254.97</c:v>
                </c:pt>
                <c:pt idx="5099">
                  <c:v>162.1</c:v>
                </c:pt>
                <c:pt idx="5100">
                  <c:v>164.29</c:v>
                </c:pt>
                <c:pt idx="5101">
                  <c:v>427.9</c:v>
                </c:pt>
                <c:pt idx="5102">
                  <c:v>546.22</c:v>
                </c:pt>
                <c:pt idx="5103">
                  <c:v>258.54000000000002</c:v>
                </c:pt>
                <c:pt idx="5104">
                  <c:v>119.96</c:v>
                </c:pt>
                <c:pt idx="5105">
                  <c:v>299.95999999999998</c:v>
                </c:pt>
                <c:pt idx="5106">
                  <c:v>151.09</c:v>
                </c:pt>
                <c:pt idx="5107">
                  <c:v>89.97</c:v>
                </c:pt>
                <c:pt idx="5108">
                  <c:v>268.95999999999998</c:v>
                </c:pt>
                <c:pt idx="5109">
                  <c:v>268.95999999999998</c:v>
                </c:pt>
                <c:pt idx="5110">
                  <c:v>164.32</c:v>
                </c:pt>
                <c:pt idx="5111">
                  <c:v>241.9</c:v>
                </c:pt>
                <c:pt idx="5112">
                  <c:v>319.91000000000003</c:v>
                </c:pt>
                <c:pt idx="5113">
                  <c:v>422.89</c:v>
                </c:pt>
                <c:pt idx="5114">
                  <c:v>189.24</c:v>
                </c:pt>
                <c:pt idx="5115">
                  <c:v>300.36</c:v>
                </c:pt>
                <c:pt idx="5116">
                  <c:v>155.97999999999999</c:v>
                </c:pt>
                <c:pt idx="5117">
                  <c:v>381.75</c:v>
                </c:pt>
                <c:pt idx="5118">
                  <c:v>279.93</c:v>
                </c:pt>
                <c:pt idx="5119">
                  <c:v>395.92</c:v>
                </c:pt>
                <c:pt idx="5120">
                  <c:v>172.97</c:v>
                </c:pt>
                <c:pt idx="5121">
                  <c:v>131.97999999999999</c:v>
                </c:pt>
                <c:pt idx="5122">
                  <c:v>131.97999999999999</c:v>
                </c:pt>
                <c:pt idx="5123">
                  <c:v>169.98</c:v>
                </c:pt>
                <c:pt idx="5124">
                  <c:v>169.98</c:v>
                </c:pt>
                <c:pt idx="5125">
                  <c:v>112.64</c:v>
                </c:pt>
                <c:pt idx="5126">
                  <c:v>169.98</c:v>
                </c:pt>
                <c:pt idx="5127">
                  <c:v>169.98</c:v>
                </c:pt>
                <c:pt idx="5128">
                  <c:v>184.97</c:v>
                </c:pt>
                <c:pt idx="5129">
                  <c:v>239.97</c:v>
                </c:pt>
                <c:pt idx="5130">
                  <c:v>131.97999999999999</c:v>
                </c:pt>
                <c:pt idx="5131">
                  <c:v>69.989999999999995</c:v>
                </c:pt>
                <c:pt idx="5132">
                  <c:v>169.98</c:v>
                </c:pt>
                <c:pt idx="5133">
                  <c:v>169.98</c:v>
                </c:pt>
                <c:pt idx="5134">
                  <c:v>169.98</c:v>
                </c:pt>
                <c:pt idx="5135">
                  <c:v>184.97</c:v>
                </c:pt>
                <c:pt idx="5136">
                  <c:v>169.98</c:v>
                </c:pt>
                <c:pt idx="5137">
                  <c:v>174.97</c:v>
                </c:pt>
                <c:pt idx="5138">
                  <c:v>197.97</c:v>
                </c:pt>
                <c:pt idx="5139">
                  <c:v>178.17</c:v>
                </c:pt>
                <c:pt idx="5140">
                  <c:v>174.09</c:v>
                </c:pt>
                <c:pt idx="5141">
                  <c:v>254.97</c:v>
                </c:pt>
                <c:pt idx="5142">
                  <c:v>254.97</c:v>
                </c:pt>
                <c:pt idx="5143">
                  <c:v>179.02</c:v>
                </c:pt>
                <c:pt idx="5144">
                  <c:v>144.47999999999999</c:v>
                </c:pt>
                <c:pt idx="5145">
                  <c:v>169.98</c:v>
                </c:pt>
                <c:pt idx="5146">
                  <c:v>172.62</c:v>
                </c:pt>
                <c:pt idx="5147">
                  <c:v>269.95999999999998</c:v>
                </c:pt>
                <c:pt idx="5148">
                  <c:v>269.95999999999998</c:v>
                </c:pt>
                <c:pt idx="5149">
                  <c:v>254.97</c:v>
                </c:pt>
                <c:pt idx="5150">
                  <c:v>169.98</c:v>
                </c:pt>
                <c:pt idx="5151">
                  <c:v>169.98</c:v>
                </c:pt>
                <c:pt idx="5152">
                  <c:v>254.97</c:v>
                </c:pt>
                <c:pt idx="5153">
                  <c:v>263.95999999999998</c:v>
                </c:pt>
                <c:pt idx="5154">
                  <c:v>77.98</c:v>
                </c:pt>
                <c:pt idx="5155">
                  <c:v>182.97</c:v>
                </c:pt>
                <c:pt idx="5156">
                  <c:v>153.43</c:v>
                </c:pt>
                <c:pt idx="5157">
                  <c:v>169.98</c:v>
                </c:pt>
                <c:pt idx="5158">
                  <c:v>182.97</c:v>
                </c:pt>
                <c:pt idx="5159">
                  <c:v>153.61000000000001</c:v>
                </c:pt>
                <c:pt idx="5160">
                  <c:v>74.97</c:v>
                </c:pt>
                <c:pt idx="5161">
                  <c:v>189.97</c:v>
                </c:pt>
                <c:pt idx="5162">
                  <c:v>231.82</c:v>
                </c:pt>
                <c:pt idx="5163">
                  <c:v>130.38</c:v>
                </c:pt>
                <c:pt idx="5164">
                  <c:v>169.98</c:v>
                </c:pt>
                <c:pt idx="5165">
                  <c:v>65.98</c:v>
                </c:pt>
                <c:pt idx="5166">
                  <c:v>137.97999999999999</c:v>
                </c:pt>
                <c:pt idx="5167">
                  <c:v>121.96</c:v>
                </c:pt>
                <c:pt idx="5168">
                  <c:v>150.97</c:v>
                </c:pt>
                <c:pt idx="5169">
                  <c:v>121.98</c:v>
                </c:pt>
                <c:pt idx="5170">
                  <c:v>169.98</c:v>
                </c:pt>
                <c:pt idx="5171">
                  <c:v>144.97</c:v>
                </c:pt>
                <c:pt idx="5172">
                  <c:v>137.97999999999999</c:v>
                </c:pt>
                <c:pt idx="5173">
                  <c:v>189.97</c:v>
                </c:pt>
                <c:pt idx="5174">
                  <c:v>207.97</c:v>
                </c:pt>
                <c:pt idx="5175">
                  <c:v>99.96</c:v>
                </c:pt>
                <c:pt idx="5176">
                  <c:v>223.28</c:v>
                </c:pt>
                <c:pt idx="5177">
                  <c:v>169.98</c:v>
                </c:pt>
                <c:pt idx="5178">
                  <c:v>169.98</c:v>
                </c:pt>
                <c:pt idx="5179">
                  <c:v>173.3</c:v>
                </c:pt>
                <c:pt idx="5180">
                  <c:v>131.97999999999999</c:v>
                </c:pt>
                <c:pt idx="5181">
                  <c:v>159.97999999999999</c:v>
                </c:pt>
                <c:pt idx="5182">
                  <c:v>169.98</c:v>
                </c:pt>
                <c:pt idx="5183">
                  <c:v>169.98</c:v>
                </c:pt>
                <c:pt idx="5184">
                  <c:v>169.98</c:v>
                </c:pt>
                <c:pt idx="5185">
                  <c:v>152.97999999999999</c:v>
                </c:pt>
                <c:pt idx="5186">
                  <c:v>131.97999999999999</c:v>
                </c:pt>
                <c:pt idx="5187">
                  <c:v>206.95</c:v>
                </c:pt>
                <c:pt idx="5188">
                  <c:v>131.97999999999999</c:v>
                </c:pt>
                <c:pt idx="5189">
                  <c:v>178.97</c:v>
                </c:pt>
                <c:pt idx="5190">
                  <c:v>152.97999999999999</c:v>
                </c:pt>
                <c:pt idx="5191">
                  <c:v>254.97</c:v>
                </c:pt>
                <c:pt idx="5192">
                  <c:v>187.96</c:v>
                </c:pt>
                <c:pt idx="5193">
                  <c:v>169.98</c:v>
                </c:pt>
                <c:pt idx="5194">
                  <c:v>169.98</c:v>
                </c:pt>
                <c:pt idx="5195">
                  <c:v>169.98</c:v>
                </c:pt>
                <c:pt idx="5196">
                  <c:v>152.97999999999999</c:v>
                </c:pt>
                <c:pt idx="5197">
                  <c:v>131.97999999999999</c:v>
                </c:pt>
                <c:pt idx="5198">
                  <c:v>131.97999999999999</c:v>
                </c:pt>
                <c:pt idx="5199">
                  <c:v>169.98</c:v>
                </c:pt>
                <c:pt idx="5200">
                  <c:v>187.96</c:v>
                </c:pt>
                <c:pt idx="5201">
                  <c:v>154.96</c:v>
                </c:pt>
                <c:pt idx="5202">
                  <c:v>169.98</c:v>
                </c:pt>
                <c:pt idx="5203">
                  <c:v>131.97999999999999</c:v>
                </c:pt>
                <c:pt idx="5204">
                  <c:v>159.97999999999999</c:v>
                </c:pt>
                <c:pt idx="5205">
                  <c:v>169.98</c:v>
                </c:pt>
                <c:pt idx="5206">
                  <c:v>121.98</c:v>
                </c:pt>
                <c:pt idx="5207">
                  <c:v>65.989999999999995</c:v>
                </c:pt>
                <c:pt idx="5208">
                  <c:v>65.989999999999995</c:v>
                </c:pt>
                <c:pt idx="5209">
                  <c:v>65.989999999999995</c:v>
                </c:pt>
                <c:pt idx="5210">
                  <c:v>65.989999999999995</c:v>
                </c:pt>
                <c:pt idx="5211">
                  <c:v>65.989999999999995</c:v>
                </c:pt>
                <c:pt idx="5212">
                  <c:v>85.98</c:v>
                </c:pt>
                <c:pt idx="5213">
                  <c:v>65.989999999999995</c:v>
                </c:pt>
                <c:pt idx="5214">
                  <c:v>65.989999999999995</c:v>
                </c:pt>
                <c:pt idx="5215">
                  <c:v>65.989999999999995</c:v>
                </c:pt>
                <c:pt idx="5216">
                  <c:v>65.989999999999995</c:v>
                </c:pt>
                <c:pt idx="5217">
                  <c:v>65.989999999999995</c:v>
                </c:pt>
                <c:pt idx="5218">
                  <c:v>65.989999999999995</c:v>
                </c:pt>
                <c:pt idx="5219">
                  <c:v>65.989999999999995</c:v>
                </c:pt>
                <c:pt idx="5220">
                  <c:v>104.97</c:v>
                </c:pt>
                <c:pt idx="5221">
                  <c:v>65.989999999999995</c:v>
                </c:pt>
                <c:pt idx="5222">
                  <c:v>65.989999999999995</c:v>
                </c:pt>
                <c:pt idx="5223">
                  <c:v>85.98</c:v>
                </c:pt>
                <c:pt idx="5224">
                  <c:v>65.989999999999995</c:v>
                </c:pt>
                <c:pt idx="5225">
                  <c:v>100.98</c:v>
                </c:pt>
                <c:pt idx="5226">
                  <c:v>65.989999999999995</c:v>
                </c:pt>
                <c:pt idx="5227">
                  <c:v>65.989999999999995</c:v>
                </c:pt>
                <c:pt idx="5228">
                  <c:v>65.989999999999995</c:v>
                </c:pt>
                <c:pt idx="5229">
                  <c:v>65.989999999999995</c:v>
                </c:pt>
                <c:pt idx="5230">
                  <c:v>65.989999999999995</c:v>
                </c:pt>
                <c:pt idx="5231">
                  <c:v>65.989999999999995</c:v>
                </c:pt>
                <c:pt idx="5232">
                  <c:v>65.989999999999995</c:v>
                </c:pt>
                <c:pt idx="5233">
                  <c:v>65.989999999999995</c:v>
                </c:pt>
                <c:pt idx="5234">
                  <c:v>65.989999999999995</c:v>
                </c:pt>
                <c:pt idx="5235">
                  <c:v>85.98</c:v>
                </c:pt>
                <c:pt idx="5236">
                  <c:v>65.989999999999995</c:v>
                </c:pt>
                <c:pt idx="5237">
                  <c:v>85.98</c:v>
                </c:pt>
                <c:pt idx="5238">
                  <c:v>85.98</c:v>
                </c:pt>
                <c:pt idx="5239">
                  <c:v>131.97999999999999</c:v>
                </c:pt>
                <c:pt idx="5240">
                  <c:v>79.98</c:v>
                </c:pt>
                <c:pt idx="5241">
                  <c:v>65.989999999999995</c:v>
                </c:pt>
                <c:pt idx="5242">
                  <c:v>85.98</c:v>
                </c:pt>
                <c:pt idx="5243">
                  <c:v>65.989999999999995</c:v>
                </c:pt>
                <c:pt idx="5244">
                  <c:v>65.989999999999995</c:v>
                </c:pt>
                <c:pt idx="5245">
                  <c:v>65.989999999999995</c:v>
                </c:pt>
                <c:pt idx="5246">
                  <c:v>65.989999999999995</c:v>
                </c:pt>
                <c:pt idx="5247">
                  <c:v>24.99</c:v>
                </c:pt>
                <c:pt idx="5248">
                  <c:v>65.989999999999995</c:v>
                </c:pt>
                <c:pt idx="5249">
                  <c:v>65.989999999999995</c:v>
                </c:pt>
                <c:pt idx="5250">
                  <c:v>65.989999999999995</c:v>
                </c:pt>
                <c:pt idx="5251">
                  <c:v>64.98</c:v>
                </c:pt>
                <c:pt idx="5252">
                  <c:v>31.98</c:v>
                </c:pt>
                <c:pt idx="5253">
                  <c:v>85.98</c:v>
                </c:pt>
                <c:pt idx="5254">
                  <c:v>65.989999999999995</c:v>
                </c:pt>
                <c:pt idx="5255">
                  <c:v>65.989999999999995</c:v>
                </c:pt>
                <c:pt idx="5256">
                  <c:v>273.58</c:v>
                </c:pt>
                <c:pt idx="5257">
                  <c:v>197.97</c:v>
                </c:pt>
                <c:pt idx="5258">
                  <c:v>145.97</c:v>
                </c:pt>
                <c:pt idx="5259">
                  <c:v>211.96</c:v>
                </c:pt>
                <c:pt idx="5260">
                  <c:v>169.4</c:v>
                </c:pt>
                <c:pt idx="5261">
                  <c:v>163.95</c:v>
                </c:pt>
                <c:pt idx="5262">
                  <c:v>144.08000000000001</c:v>
                </c:pt>
                <c:pt idx="5263">
                  <c:v>276.58999999999997</c:v>
                </c:pt>
                <c:pt idx="5264">
                  <c:v>87.7</c:v>
                </c:pt>
                <c:pt idx="5265">
                  <c:v>254.97</c:v>
                </c:pt>
                <c:pt idx="5266">
                  <c:v>197.97</c:v>
                </c:pt>
                <c:pt idx="5267">
                  <c:v>230.95</c:v>
                </c:pt>
                <c:pt idx="5268">
                  <c:v>169.98</c:v>
                </c:pt>
                <c:pt idx="5269">
                  <c:v>265.14999999999998</c:v>
                </c:pt>
                <c:pt idx="5270">
                  <c:v>197.32</c:v>
                </c:pt>
                <c:pt idx="5271">
                  <c:v>254.97</c:v>
                </c:pt>
                <c:pt idx="5272">
                  <c:v>189.96</c:v>
                </c:pt>
                <c:pt idx="5273">
                  <c:v>183.9</c:v>
                </c:pt>
                <c:pt idx="5274">
                  <c:v>98.48</c:v>
                </c:pt>
                <c:pt idx="5275">
                  <c:v>284.95</c:v>
                </c:pt>
                <c:pt idx="5276">
                  <c:v>337.94</c:v>
                </c:pt>
                <c:pt idx="5277">
                  <c:v>261.32</c:v>
                </c:pt>
                <c:pt idx="5278">
                  <c:v>272.06</c:v>
                </c:pt>
                <c:pt idx="5279">
                  <c:v>259.02</c:v>
                </c:pt>
                <c:pt idx="5280">
                  <c:v>337.2</c:v>
                </c:pt>
                <c:pt idx="5281">
                  <c:v>387.27</c:v>
                </c:pt>
                <c:pt idx="5282">
                  <c:v>319.95999999999998</c:v>
                </c:pt>
                <c:pt idx="5283">
                  <c:v>479.94</c:v>
                </c:pt>
                <c:pt idx="5284">
                  <c:v>334.48</c:v>
                </c:pt>
                <c:pt idx="5285">
                  <c:v>319.95999999999998</c:v>
                </c:pt>
                <c:pt idx="5286">
                  <c:v>189.91</c:v>
                </c:pt>
                <c:pt idx="5287">
                  <c:v>479.94</c:v>
                </c:pt>
                <c:pt idx="5288">
                  <c:v>305.41000000000003</c:v>
                </c:pt>
                <c:pt idx="5289">
                  <c:v>159.97999999999999</c:v>
                </c:pt>
                <c:pt idx="5290">
                  <c:v>479.94</c:v>
                </c:pt>
                <c:pt idx="5291">
                  <c:v>440.92</c:v>
                </c:pt>
                <c:pt idx="5292">
                  <c:v>294.95999999999998</c:v>
                </c:pt>
                <c:pt idx="5293">
                  <c:v>137.97999999999999</c:v>
                </c:pt>
                <c:pt idx="5294">
                  <c:v>209.97</c:v>
                </c:pt>
                <c:pt idx="5295">
                  <c:v>190.94</c:v>
                </c:pt>
                <c:pt idx="5296">
                  <c:v>319.95999999999998</c:v>
                </c:pt>
                <c:pt idx="5297">
                  <c:v>319.95999999999998</c:v>
                </c:pt>
                <c:pt idx="5298">
                  <c:v>111.93</c:v>
                </c:pt>
                <c:pt idx="5299">
                  <c:v>239.97</c:v>
                </c:pt>
                <c:pt idx="5300">
                  <c:v>319.95999999999998</c:v>
                </c:pt>
                <c:pt idx="5301">
                  <c:v>239.97</c:v>
                </c:pt>
                <c:pt idx="5302">
                  <c:v>319.95999999999998</c:v>
                </c:pt>
                <c:pt idx="5303">
                  <c:v>244.11</c:v>
                </c:pt>
                <c:pt idx="5304">
                  <c:v>590.29</c:v>
                </c:pt>
                <c:pt idx="5305">
                  <c:v>343.58</c:v>
                </c:pt>
                <c:pt idx="5306">
                  <c:v>182.55</c:v>
                </c:pt>
                <c:pt idx="5307">
                  <c:v>228.94</c:v>
                </c:pt>
                <c:pt idx="5308">
                  <c:v>319.39</c:v>
                </c:pt>
                <c:pt idx="5309">
                  <c:v>361.73</c:v>
                </c:pt>
                <c:pt idx="5310">
                  <c:v>239.54</c:v>
                </c:pt>
                <c:pt idx="5311">
                  <c:v>343.58</c:v>
                </c:pt>
                <c:pt idx="5312">
                  <c:v>195.96</c:v>
                </c:pt>
                <c:pt idx="5313">
                  <c:v>135.28</c:v>
                </c:pt>
                <c:pt idx="5314">
                  <c:v>107.48</c:v>
                </c:pt>
                <c:pt idx="5315">
                  <c:v>88.6</c:v>
                </c:pt>
                <c:pt idx="5316">
                  <c:v>184.09</c:v>
                </c:pt>
                <c:pt idx="5317">
                  <c:v>105.35</c:v>
                </c:pt>
                <c:pt idx="5318">
                  <c:v>107.48</c:v>
                </c:pt>
                <c:pt idx="5319">
                  <c:v>143.04</c:v>
                </c:pt>
                <c:pt idx="5320">
                  <c:v>122.47</c:v>
                </c:pt>
                <c:pt idx="5321">
                  <c:v>81.42</c:v>
                </c:pt>
                <c:pt idx="5322">
                  <c:v>128.6</c:v>
                </c:pt>
                <c:pt idx="5323">
                  <c:v>81.16</c:v>
                </c:pt>
                <c:pt idx="5324">
                  <c:v>130.84</c:v>
                </c:pt>
                <c:pt idx="5325">
                  <c:v>152.47</c:v>
                </c:pt>
                <c:pt idx="5326">
                  <c:v>66.02</c:v>
                </c:pt>
                <c:pt idx="5327">
                  <c:v>121.98</c:v>
                </c:pt>
                <c:pt idx="5328">
                  <c:v>82.48</c:v>
                </c:pt>
                <c:pt idx="5329">
                  <c:v>67.489999999999995</c:v>
                </c:pt>
                <c:pt idx="5330">
                  <c:v>84.98</c:v>
                </c:pt>
                <c:pt idx="5331">
                  <c:v>67.489999999999995</c:v>
                </c:pt>
                <c:pt idx="5332">
                  <c:v>107.48</c:v>
                </c:pt>
                <c:pt idx="5333">
                  <c:v>211.96</c:v>
                </c:pt>
                <c:pt idx="5334">
                  <c:v>131.16</c:v>
                </c:pt>
                <c:pt idx="5335">
                  <c:v>97.47</c:v>
                </c:pt>
                <c:pt idx="5336">
                  <c:v>133.47999999999999</c:v>
                </c:pt>
                <c:pt idx="5337">
                  <c:v>132.34</c:v>
                </c:pt>
                <c:pt idx="5338">
                  <c:v>128.22999999999999</c:v>
                </c:pt>
                <c:pt idx="5339">
                  <c:v>150.27000000000001</c:v>
                </c:pt>
                <c:pt idx="5340">
                  <c:v>146.97</c:v>
                </c:pt>
                <c:pt idx="5341">
                  <c:v>133.47999999999999</c:v>
                </c:pt>
                <c:pt idx="5342">
                  <c:v>151.96</c:v>
                </c:pt>
                <c:pt idx="5343">
                  <c:v>191.96</c:v>
                </c:pt>
                <c:pt idx="5344">
                  <c:v>155.97</c:v>
                </c:pt>
                <c:pt idx="5345">
                  <c:v>127.96</c:v>
                </c:pt>
                <c:pt idx="5346">
                  <c:v>155.97</c:v>
                </c:pt>
                <c:pt idx="5347">
                  <c:v>65.989999999999995</c:v>
                </c:pt>
                <c:pt idx="5348">
                  <c:v>155.97</c:v>
                </c:pt>
                <c:pt idx="5349">
                  <c:v>138.96</c:v>
                </c:pt>
                <c:pt idx="5350">
                  <c:v>129.97</c:v>
                </c:pt>
                <c:pt idx="5351">
                  <c:v>145.97</c:v>
                </c:pt>
                <c:pt idx="5352">
                  <c:v>191.96</c:v>
                </c:pt>
                <c:pt idx="5353">
                  <c:v>152.06</c:v>
                </c:pt>
                <c:pt idx="5354">
                  <c:v>161.96</c:v>
                </c:pt>
                <c:pt idx="5355">
                  <c:v>145.96</c:v>
                </c:pt>
                <c:pt idx="5356">
                  <c:v>259.91000000000003</c:v>
                </c:pt>
                <c:pt idx="5357">
                  <c:v>110.98</c:v>
                </c:pt>
                <c:pt idx="5358">
                  <c:v>89.97</c:v>
                </c:pt>
                <c:pt idx="5359">
                  <c:v>213.93</c:v>
                </c:pt>
                <c:pt idx="5360">
                  <c:v>161.96</c:v>
                </c:pt>
                <c:pt idx="5361">
                  <c:v>170.96</c:v>
                </c:pt>
                <c:pt idx="5362">
                  <c:v>159.96</c:v>
                </c:pt>
                <c:pt idx="5363">
                  <c:v>125.96</c:v>
                </c:pt>
                <c:pt idx="5364">
                  <c:v>149.97</c:v>
                </c:pt>
                <c:pt idx="5365">
                  <c:v>185.95</c:v>
                </c:pt>
                <c:pt idx="5366">
                  <c:v>145.97</c:v>
                </c:pt>
                <c:pt idx="5367">
                  <c:v>185.95</c:v>
                </c:pt>
                <c:pt idx="5368">
                  <c:v>139.97</c:v>
                </c:pt>
                <c:pt idx="5369">
                  <c:v>170.96</c:v>
                </c:pt>
                <c:pt idx="5370">
                  <c:v>155.97</c:v>
                </c:pt>
                <c:pt idx="5371">
                  <c:v>89.98</c:v>
                </c:pt>
                <c:pt idx="5372">
                  <c:v>135.97</c:v>
                </c:pt>
                <c:pt idx="5373">
                  <c:v>161.96</c:v>
                </c:pt>
                <c:pt idx="5374">
                  <c:v>311.94</c:v>
                </c:pt>
                <c:pt idx="5375">
                  <c:v>184.95</c:v>
                </c:pt>
                <c:pt idx="5376">
                  <c:v>165.97</c:v>
                </c:pt>
                <c:pt idx="5377">
                  <c:v>185.95</c:v>
                </c:pt>
                <c:pt idx="5378">
                  <c:v>159.96</c:v>
                </c:pt>
                <c:pt idx="5379">
                  <c:v>155.97</c:v>
                </c:pt>
                <c:pt idx="5380">
                  <c:v>185.95</c:v>
                </c:pt>
                <c:pt idx="5381">
                  <c:v>147.94</c:v>
                </c:pt>
                <c:pt idx="5382">
                  <c:v>134.97999999999999</c:v>
                </c:pt>
                <c:pt idx="5383">
                  <c:v>105.98</c:v>
                </c:pt>
                <c:pt idx="5384">
                  <c:v>131.79</c:v>
                </c:pt>
                <c:pt idx="5385">
                  <c:v>105.98</c:v>
                </c:pt>
                <c:pt idx="5386">
                  <c:v>114.98</c:v>
                </c:pt>
                <c:pt idx="5387">
                  <c:v>105.98</c:v>
                </c:pt>
                <c:pt idx="5388">
                  <c:v>84.99</c:v>
                </c:pt>
                <c:pt idx="5389">
                  <c:v>120.05</c:v>
                </c:pt>
                <c:pt idx="5390">
                  <c:v>130.97999999999999</c:v>
                </c:pt>
                <c:pt idx="5391">
                  <c:v>-77.86</c:v>
                </c:pt>
                <c:pt idx="5392">
                  <c:v>134.97999999999999</c:v>
                </c:pt>
                <c:pt idx="5393">
                  <c:v>134.97999999999999</c:v>
                </c:pt>
                <c:pt idx="5394">
                  <c:v>208.72</c:v>
                </c:pt>
                <c:pt idx="5395">
                  <c:v>145.97</c:v>
                </c:pt>
                <c:pt idx="5396">
                  <c:v>84.99</c:v>
                </c:pt>
                <c:pt idx="5397">
                  <c:v>98.43</c:v>
                </c:pt>
                <c:pt idx="5398">
                  <c:v>105.98</c:v>
                </c:pt>
                <c:pt idx="5399">
                  <c:v>68.98</c:v>
                </c:pt>
                <c:pt idx="5400">
                  <c:v>94.98</c:v>
                </c:pt>
                <c:pt idx="5401">
                  <c:v>121.97</c:v>
                </c:pt>
                <c:pt idx="5402">
                  <c:v>134.97999999999999</c:v>
                </c:pt>
                <c:pt idx="5403">
                  <c:v>134.97999999999999</c:v>
                </c:pt>
                <c:pt idx="5404">
                  <c:v>134.97999999999999</c:v>
                </c:pt>
                <c:pt idx="5405">
                  <c:v>217.4</c:v>
                </c:pt>
                <c:pt idx="5406">
                  <c:v>134.97999999999999</c:v>
                </c:pt>
                <c:pt idx="5407">
                  <c:v>134.97999999999999</c:v>
                </c:pt>
                <c:pt idx="5408">
                  <c:v>77.86</c:v>
                </c:pt>
                <c:pt idx="5409">
                  <c:v>134.97999999999999</c:v>
                </c:pt>
                <c:pt idx="5410">
                  <c:v>134.97999999999999</c:v>
                </c:pt>
                <c:pt idx="5411">
                  <c:v>461.66</c:v>
                </c:pt>
                <c:pt idx="5412">
                  <c:v>319.95999999999998</c:v>
                </c:pt>
                <c:pt idx="5413">
                  <c:v>166.97</c:v>
                </c:pt>
                <c:pt idx="5414">
                  <c:v>181.61</c:v>
                </c:pt>
                <c:pt idx="5415">
                  <c:v>243.96</c:v>
                </c:pt>
                <c:pt idx="5416">
                  <c:v>319.95999999999998</c:v>
                </c:pt>
                <c:pt idx="5417">
                  <c:v>479.94</c:v>
                </c:pt>
                <c:pt idx="5418">
                  <c:v>239.97</c:v>
                </c:pt>
                <c:pt idx="5419">
                  <c:v>332.94</c:v>
                </c:pt>
                <c:pt idx="5420">
                  <c:v>196.96</c:v>
                </c:pt>
                <c:pt idx="5421">
                  <c:v>261.95</c:v>
                </c:pt>
                <c:pt idx="5422">
                  <c:v>243.96</c:v>
                </c:pt>
                <c:pt idx="5423">
                  <c:v>399.95</c:v>
                </c:pt>
                <c:pt idx="5424">
                  <c:v>115.97</c:v>
                </c:pt>
                <c:pt idx="5425">
                  <c:v>204.97</c:v>
                </c:pt>
                <c:pt idx="5426">
                  <c:v>82.27</c:v>
                </c:pt>
                <c:pt idx="5427">
                  <c:v>159.97999999999999</c:v>
                </c:pt>
                <c:pt idx="5428">
                  <c:v>299.13</c:v>
                </c:pt>
                <c:pt idx="5429">
                  <c:v>330.73</c:v>
                </c:pt>
                <c:pt idx="5430">
                  <c:v>399.95</c:v>
                </c:pt>
                <c:pt idx="5431">
                  <c:v>399.95</c:v>
                </c:pt>
                <c:pt idx="5432">
                  <c:v>399.95</c:v>
                </c:pt>
                <c:pt idx="5433">
                  <c:v>183.57</c:v>
                </c:pt>
                <c:pt idx="5434">
                  <c:v>197.97</c:v>
                </c:pt>
                <c:pt idx="5435">
                  <c:v>197.97</c:v>
                </c:pt>
                <c:pt idx="5436">
                  <c:v>84.99</c:v>
                </c:pt>
                <c:pt idx="5437">
                  <c:v>235.44</c:v>
                </c:pt>
                <c:pt idx="5438">
                  <c:v>186.49</c:v>
                </c:pt>
                <c:pt idx="5439">
                  <c:v>197.97</c:v>
                </c:pt>
                <c:pt idx="5440">
                  <c:v>197.97</c:v>
                </c:pt>
                <c:pt idx="5441">
                  <c:v>171.97</c:v>
                </c:pt>
                <c:pt idx="5442">
                  <c:v>197.97</c:v>
                </c:pt>
                <c:pt idx="5443">
                  <c:v>171.97</c:v>
                </c:pt>
                <c:pt idx="5444">
                  <c:v>84.99</c:v>
                </c:pt>
                <c:pt idx="5445">
                  <c:v>187.53</c:v>
                </c:pt>
                <c:pt idx="5446">
                  <c:v>213.96</c:v>
                </c:pt>
                <c:pt idx="5447">
                  <c:v>191.92</c:v>
                </c:pt>
                <c:pt idx="5448">
                  <c:v>197.97</c:v>
                </c:pt>
                <c:pt idx="5449">
                  <c:v>192.13</c:v>
                </c:pt>
                <c:pt idx="5450">
                  <c:v>267.95999999999998</c:v>
                </c:pt>
                <c:pt idx="5451">
                  <c:v>229.95</c:v>
                </c:pt>
                <c:pt idx="5452">
                  <c:v>181.97</c:v>
                </c:pt>
                <c:pt idx="5453">
                  <c:v>183.95</c:v>
                </c:pt>
                <c:pt idx="5454">
                  <c:v>171.97</c:v>
                </c:pt>
                <c:pt idx="5455">
                  <c:v>197.97</c:v>
                </c:pt>
                <c:pt idx="5456">
                  <c:v>179.94</c:v>
                </c:pt>
                <c:pt idx="5457">
                  <c:v>109.96</c:v>
                </c:pt>
                <c:pt idx="5458">
                  <c:v>149.94999999999999</c:v>
                </c:pt>
                <c:pt idx="5459">
                  <c:v>185.94</c:v>
                </c:pt>
                <c:pt idx="5460">
                  <c:v>144.94999999999999</c:v>
                </c:pt>
                <c:pt idx="5461">
                  <c:v>184.93</c:v>
                </c:pt>
                <c:pt idx="5462">
                  <c:v>188.91</c:v>
                </c:pt>
                <c:pt idx="5463">
                  <c:v>123.96</c:v>
                </c:pt>
                <c:pt idx="5464">
                  <c:v>172.94</c:v>
                </c:pt>
                <c:pt idx="5465">
                  <c:v>146.94999999999999</c:v>
                </c:pt>
                <c:pt idx="5466">
                  <c:v>174.94</c:v>
                </c:pt>
                <c:pt idx="5467">
                  <c:v>179.94</c:v>
                </c:pt>
                <c:pt idx="5468">
                  <c:v>100.26</c:v>
                </c:pt>
                <c:pt idx="5469">
                  <c:v>204.93</c:v>
                </c:pt>
                <c:pt idx="5470">
                  <c:v>168.95</c:v>
                </c:pt>
                <c:pt idx="5471">
                  <c:v>146.94999999999999</c:v>
                </c:pt>
                <c:pt idx="5472">
                  <c:v>100.35</c:v>
                </c:pt>
                <c:pt idx="5473">
                  <c:v>145.94999999999999</c:v>
                </c:pt>
                <c:pt idx="5474">
                  <c:v>215.93</c:v>
                </c:pt>
                <c:pt idx="5475">
                  <c:v>143.94999999999999</c:v>
                </c:pt>
                <c:pt idx="5476">
                  <c:v>179.94</c:v>
                </c:pt>
                <c:pt idx="5477">
                  <c:v>113.96</c:v>
                </c:pt>
                <c:pt idx="5478">
                  <c:v>158.96</c:v>
                </c:pt>
                <c:pt idx="5479">
                  <c:v>64.67</c:v>
                </c:pt>
                <c:pt idx="5480">
                  <c:v>92.37</c:v>
                </c:pt>
                <c:pt idx="5481">
                  <c:v>169.22</c:v>
                </c:pt>
                <c:pt idx="5482">
                  <c:v>196.26</c:v>
                </c:pt>
                <c:pt idx="5483">
                  <c:v>139.97999999999999</c:v>
                </c:pt>
                <c:pt idx="5484">
                  <c:v>65.84</c:v>
                </c:pt>
                <c:pt idx="5485">
                  <c:v>168</c:v>
                </c:pt>
                <c:pt idx="5486">
                  <c:v>129.32</c:v>
                </c:pt>
                <c:pt idx="5487">
                  <c:v>65.33</c:v>
                </c:pt>
                <c:pt idx="5488">
                  <c:v>130.22999999999999</c:v>
                </c:pt>
                <c:pt idx="5489">
                  <c:v>130.28</c:v>
                </c:pt>
                <c:pt idx="5490">
                  <c:v>196.26</c:v>
                </c:pt>
                <c:pt idx="5491">
                  <c:v>233.25</c:v>
                </c:pt>
                <c:pt idx="5492">
                  <c:v>169.29</c:v>
                </c:pt>
                <c:pt idx="5493">
                  <c:v>173.15</c:v>
                </c:pt>
                <c:pt idx="5494">
                  <c:v>98.68</c:v>
                </c:pt>
                <c:pt idx="5495">
                  <c:v>195.98</c:v>
                </c:pt>
                <c:pt idx="5496">
                  <c:v>252.62</c:v>
                </c:pt>
                <c:pt idx="5497">
                  <c:v>131.97999999999999</c:v>
                </c:pt>
                <c:pt idx="5498">
                  <c:v>168</c:v>
                </c:pt>
                <c:pt idx="5499">
                  <c:v>168.28</c:v>
                </c:pt>
                <c:pt idx="5500">
                  <c:v>195.41</c:v>
                </c:pt>
                <c:pt idx="5501">
                  <c:v>169.98</c:v>
                </c:pt>
                <c:pt idx="5502">
                  <c:v>74.28</c:v>
                </c:pt>
                <c:pt idx="5503">
                  <c:v>107.02</c:v>
                </c:pt>
                <c:pt idx="5504">
                  <c:v>168</c:v>
                </c:pt>
                <c:pt idx="5505">
                  <c:v>27.78</c:v>
                </c:pt>
                <c:pt idx="5506">
                  <c:v>-44.66</c:v>
                </c:pt>
                <c:pt idx="5507">
                  <c:v>300.13</c:v>
                </c:pt>
                <c:pt idx="5508">
                  <c:v>159.69999999999999</c:v>
                </c:pt>
                <c:pt idx="5509">
                  <c:v>96.78</c:v>
                </c:pt>
                <c:pt idx="5510">
                  <c:v>159.69999999999999</c:v>
                </c:pt>
                <c:pt idx="5511">
                  <c:v>241.95</c:v>
                </c:pt>
                <c:pt idx="5512">
                  <c:v>319.39</c:v>
                </c:pt>
                <c:pt idx="5513">
                  <c:v>159.69999999999999</c:v>
                </c:pt>
                <c:pt idx="5514">
                  <c:v>191.14</c:v>
                </c:pt>
                <c:pt idx="5515">
                  <c:v>176.87</c:v>
                </c:pt>
                <c:pt idx="5516">
                  <c:v>239.54</c:v>
                </c:pt>
                <c:pt idx="5517">
                  <c:v>159.69999999999999</c:v>
                </c:pt>
                <c:pt idx="5518">
                  <c:v>239.54</c:v>
                </c:pt>
                <c:pt idx="5519">
                  <c:v>239.54</c:v>
                </c:pt>
                <c:pt idx="5520">
                  <c:v>239.54</c:v>
                </c:pt>
                <c:pt idx="5521">
                  <c:v>129.91</c:v>
                </c:pt>
                <c:pt idx="5522">
                  <c:v>176.62</c:v>
                </c:pt>
                <c:pt idx="5523">
                  <c:v>159.69999999999999</c:v>
                </c:pt>
                <c:pt idx="5524">
                  <c:v>147.6</c:v>
                </c:pt>
                <c:pt idx="5525">
                  <c:v>145.16</c:v>
                </c:pt>
                <c:pt idx="5526">
                  <c:v>242.95</c:v>
                </c:pt>
                <c:pt idx="5527">
                  <c:v>459.67</c:v>
                </c:pt>
                <c:pt idx="5528">
                  <c:v>216.05</c:v>
                </c:pt>
                <c:pt idx="5529">
                  <c:v>212.96</c:v>
                </c:pt>
                <c:pt idx="5530">
                  <c:v>202.95</c:v>
                </c:pt>
                <c:pt idx="5531">
                  <c:v>172.97</c:v>
                </c:pt>
                <c:pt idx="5532">
                  <c:v>212.96</c:v>
                </c:pt>
                <c:pt idx="5533">
                  <c:v>172.97</c:v>
                </c:pt>
                <c:pt idx="5534">
                  <c:v>209.72</c:v>
                </c:pt>
                <c:pt idx="5535">
                  <c:v>173.97</c:v>
                </c:pt>
                <c:pt idx="5536">
                  <c:v>197.97</c:v>
                </c:pt>
                <c:pt idx="5537">
                  <c:v>99.98</c:v>
                </c:pt>
                <c:pt idx="5538">
                  <c:v>197.97</c:v>
                </c:pt>
                <c:pt idx="5539">
                  <c:v>242.94</c:v>
                </c:pt>
                <c:pt idx="5540">
                  <c:v>312.25</c:v>
                </c:pt>
                <c:pt idx="5541">
                  <c:v>118.53</c:v>
                </c:pt>
                <c:pt idx="5542">
                  <c:v>159.69999999999999</c:v>
                </c:pt>
                <c:pt idx="5543">
                  <c:v>174.02</c:v>
                </c:pt>
                <c:pt idx="5544">
                  <c:v>72.58</c:v>
                </c:pt>
                <c:pt idx="5545">
                  <c:v>159.69999999999999</c:v>
                </c:pt>
                <c:pt idx="5546">
                  <c:v>239.54</c:v>
                </c:pt>
                <c:pt idx="5547">
                  <c:v>145.16</c:v>
                </c:pt>
                <c:pt idx="5548">
                  <c:v>193.55</c:v>
                </c:pt>
                <c:pt idx="5549">
                  <c:v>147.6</c:v>
                </c:pt>
                <c:pt idx="5550">
                  <c:v>96.78</c:v>
                </c:pt>
                <c:pt idx="5551">
                  <c:v>159.69999999999999</c:v>
                </c:pt>
                <c:pt idx="5552">
                  <c:v>256.47000000000003</c:v>
                </c:pt>
                <c:pt idx="5553">
                  <c:v>64.09</c:v>
                </c:pt>
                <c:pt idx="5554">
                  <c:v>159.69999999999999</c:v>
                </c:pt>
                <c:pt idx="5555">
                  <c:v>84.65</c:v>
                </c:pt>
                <c:pt idx="5556">
                  <c:v>239.54</c:v>
                </c:pt>
                <c:pt idx="5557">
                  <c:v>128.24</c:v>
                </c:pt>
                <c:pt idx="5558">
                  <c:v>375</c:v>
                </c:pt>
                <c:pt idx="5559">
                  <c:v>131.97999999999999</c:v>
                </c:pt>
                <c:pt idx="5560">
                  <c:v>213.96</c:v>
                </c:pt>
                <c:pt idx="5561">
                  <c:v>413.87</c:v>
                </c:pt>
                <c:pt idx="5562">
                  <c:v>174.96</c:v>
                </c:pt>
                <c:pt idx="5563">
                  <c:v>339.96</c:v>
                </c:pt>
                <c:pt idx="5564">
                  <c:v>450.19</c:v>
                </c:pt>
                <c:pt idx="5565">
                  <c:v>339.96</c:v>
                </c:pt>
                <c:pt idx="5566">
                  <c:v>230.02</c:v>
                </c:pt>
                <c:pt idx="5567">
                  <c:v>449.92</c:v>
                </c:pt>
                <c:pt idx="5568">
                  <c:v>340.93</c:v>
                </c:pt>
                <c:pt idx="5569">
                  <c:v>213.96</c:v>
                </c:pt>
                <c:pt idx="5570">
                  <c:v>124.98</c:v>
                </c:pt>
                <c:pt idx="5571">
                  <c:v>49.99</c:v>
                </c:pt>
                <c:pt idx="5572">
                  <c:v>157.91999999999999</c:v>
                </c:pt>
                <c:pt idx="5573">
                  <c:v>143.72</c:v>
                </c:pt>
                <c:pt idx="5574">
                  <c:v>134.97999999999999</c:v>
                </c:pt>
                <c:pt idx="5575">
                  <c:v>146.94</c:v>
                </c:pt>
                <c:pt idx="5576">
                  <c:v>159.69999999999999</c:v>
                </c:pt>
                <c:pt idx="5577">
                  <c:v>159.97999999999999</c:v>
                </c:pt>
                <c:pt idx="5578">
                  <c:v>188.44</c:v>
                </c:pt>
                <c:pt idx="5579">
                  <c:v>219.97</c:v>
                </c:pt>
                <c:pt idx="5580">
                  <c:v>164.55</c:v>
                </c:pt>
                <c:pt idx="5581">
                  <c:v>171.27</c:v>
                </c:pt>
                <c:pt idx="5582">
                  <c:v>159.69999999999999</c:v>
                </c:pt>
                <c:pt idx="5583">
                  <c:v>171.13</c:v>
                </c:pt>
                <c:pt idx="5584">
                  <c:v>170.56</c:v>
                </c:pt>
                <c:pt idx="5585">
                  <c:v>176.86</c:v>
                </c:pt>
                <c:pt idx="5586">
                  <c:v>225.63</c:v>
                </c:pt>
                <c:pt idx="5587">
                  <c:v>224.96</c:v>
                </c:pt>
                <c:pt idx="5588">
                  <c:v>87.07</c:v>
                </c:pt>
                <c:pt idx="5589">
                  <c:v>116.09</c:v>
                </c:pt>
                <c:pt idx="5590">
                  <c:v>87.07</c:v>
                </c:pt>
                <c:pt idx="5591">
                  <c:v>108.82</c:v>
                </c:pt>
                <c:pt idx="5592">
                  <c:v>95.97</c:v>
                </c:pt>
                <c:pt idx="5593">
                  <c:v>263.95999999999998</c:v>
                </c:pt>
                <c:pt idx="5594">
                  <c:v>197.97</c:v>
                </c:pt>
                <c:pt idx="5595">
                  <c:v>293.94</c:v>
                </c:pt>
                <c:pt idx="5596">
                  <c:v>-28.75</c:v>
                </c:pt>
                <c:pt idx="5597">
                  <c:v>89.49</c:v>
                </c:pt>
                <c:pt idx="5598">
                  <c:v>94.52</c:v>
                </c:pt>
                <c:pt idx="5599">
                  <c:v>53.96</c:v>
                </c:pt>
                <c:pt idx="5600">
                  <c:v>131.97999999999999</c:v>
                </c:pt>
                <c:pt idx="5601">
                  <c:v>131.97999999999999</c:v>
                </c:pt>
                <c:pt idx="5602">
                  <c:v>161.96</c:v>
                </c:pt>
                <c:pt idx="5603">
                  <c:v>131.97999999999999</c:v>
                </c:pt>
                <c:pt idx="5604">
                  <c:v>238.96</c:v>
                </c:pt>
                <c:pt idx="5605">
                  <c:v>71.97</c:v>
                </c:pt>
                <c:pt idx="5606">
                  <c:v>153.37</c:v>
                </c:pt>
                <c:pt idx="5607">
                  <c:v>95.97</c:v>
                </c:pt>
                <c:pt idx="5608">
                  <c:v>131.97999999999999</c:v>
                </c:pt>
                <c:pt idx="5609">
                  <c:v>59.96</c:v>
                </c:pt>
                <c:pt idx="5610">
                  <c:v>293.94</c:v>
                </c:pt>
                <c:pt idx="5611">
                  <c:v>206.97</c:v>
                </c:pt>
                <c:pt idx="5612">
                  <c:v>84.99</c:v>
                </c:pt>
                <c:pt idx="5613">
                  <c:v>180.16</c:v>
                </c:pt>
                <c:pt idx="5614">
                  <c:v>149.9</c:v>
                </c:pt>
                <c:pt idx="5615">
                  <c:v>184.97</c:v>
                </c:pt>
                <c:pt idx="5616">
                  <c:v>881.81</c:v>
                </c:pt>
                <c:pt idx="5617">
                  <c:v>114.97</c:v>
                </c:pt>
                <c:pt idx="5618">
                  <c:v>159.96</c:v>
                </c:pt>
                <c:pt idx="5619">
                  <c:v>524.91</c:v>
                </c:pt>
                <c:pt idx="5620">
                  <c:v>53.58</c:v>
                </c:pt>
                <c:pt idx="5621">
                  <c:v>907.82</c:v>
                </c:pt>
                <c:pt idx="5622">
                  <c:v>84.99</c:v>
                </c:pt>
                <c:pt idx="5623">
                  <c:v>84.99</c:v>
                </c:pt>
                <c:pt idx="5624">
                  <c:v>97.97</c:v>
                </c:pt>
                <c:pt idx="5625">
                  <c:v>84.99</c:v>
                </c:pt>
                <c:pt idx="5626">
                  <c:v>157.41999999999999</c:v>
                </c:pt>
                <c:pt idx="5627">
                  <c:v>84.99</c:v>
                </c:pt>
                <c:pt idx="5628">
                  <c:v>114.44</c:v>
                </c:pt>
                <c:pt idx="5629">
                  <c:v>89.97</c:v>
                </c:pt>
                <c:pt idx="5630">
                  <c:v>84.99</c:v>
                </c:pt>
                <c:pt idx="5631">
                  <c:v>275.95999999999998</c:v>
                </c:pt>
                <c:pt idx="5632">
                  <c:v>439.39</c:v>
                </c:pt>
                <c:pt idx="5633">
                  <c:v>84.99</c:v>
                </c:pt>
                <c:pt idx="5634">
                  <c:v>71.989999999999995</c:v>
                </c:pt>
                <c:pt idx="5635">
                  <c:v>74.98</c:v>
                </c:pt>
                <c:pt idx="5636">
                  <c:v>228.48</c:v>
                </c:pt>
                <c:pt idx="5637">
                  <c:v>121.98</c:v>
                </c:pt>
                <c:pt idx="5638">
                  <c:v>87.74</c:v>
                </c:pt>
                <c:pt idx="5639">
                  <c:v>155.18</c:v>
                </c:pt>
                <c:pt idx="5640">
                  <c:v>203.97</c:v>
                </c:pt>
                <c:pt idx="5641">
                  <c:v>133.97999999999999</c:v>
                </c:pt>
                <c:pt idx="5642">
                  <c:v>314.95999999999998</c:v>
                </c:pt>
                <c:pt idx="5643">
                  <c:v>75.98</c:v>
                </c:pt>
                <c:pt idx="5644">
                  <c:v>239.97</c:v>
                </c:pt>
                <c:pt idx="5645">
                  <c:v>74.98</c:v>
                </c:pt>
                <c:pt idx="5646">
                  <c:v>120.01</c:v>
                </c:pt>
                <c:pt idx="5647">
                  <c:v>143.97999999999999</c:v>
                </c:pt>
                <c:pt idx="5648">
                  <c:v>121.98</c:v>
                </c:pt>
                <c:pt idx="5649">
                  <c:v>229.62</c:v>
                </c:pt>
                <c:pt idx="5650">
                  <c:v>121.98</c:v>
                </c:pt>
                <c:pt idx="5651">
                  <c:v>239.97</c:v>
                </c:pt>
                <c:pt idx="5652">
                  <c:v>121.98</c:v>
                </c:pt>
                <c:pt idx="5653">
                  <c:v>159.97999999999999</c:v>
                </c:pt>
                <c:pt idx="5654">
                  <c:v>115.88</c:v>
                </c:pt>
                <c:pt idx="5655">
                  <c:v>253.96</c:v>
                </c:pt>
                <c:pt idx="5656">
                  <c:v>108.5</c:v>
                </c:pt>
                <c:pt idx="5657">
                  <c:v>129.97999999999999</c:v>
                </c:pt>
                <c:pt idx="5658">
                  <c:v>314.95999999999998</c:v>
                </c:pt>
                <c:pt idx="5659">
                  <c:v>74.98</c:v>
                </c:pt>
                <c:pt idx="5660">
                  <c:v>72.540000000000006</c:v>
                </c:pt>
                <c:pt idx="5661">
                  <c:v>159.97999999999999</c:v>
                </c:pt>
                <c:pt idx="5662">
                  <c:v>257.95</c:v>
                </c:pt>
                <c:pt idx="5663">
                  <c:v>60.99</c:v>
                </c:pt>
                <c:pt idx="5664">
                  <c:v>159.97999999999999</c:v>
                </c:pt>
                <c:pt idx="5665">
                  <c:v>79.989999999999995</c:v>
                </c:pt>
                <c:pt idx="5666">
                  <c:v>270.94</c:v>
                </c:pt>
                <c:pt idx="5667">
                  <c:v>139.82</c:v>
                </c:pt>
                <c:pt idx="5668">
                  <c:v>112.97</c:v>
                </c:pt>
                <c:pt idx="5669">
                  <c:v>125.53</c:v>
                </c:pt>
                <c:pt idx="5670">
                  <c:v>140.55000000000001</c:v>
                </c:pt>
                <c:pt idx="5671">
                  <c:v>112.97</c:v>
                </c:pt>
                <c:pt idx="5672">
                  <c:v>63.98</c:v>
                </c:pt>
                <c:pt idx="5673">
                  <c:v>112.97</c:v>
                </c:pt>
                <c:pt idx="5674">
                  <c:v>117.06</c:v>
                </c:pt>
                <c:pt idx="5675">
                  <c:v>185.59</c:v>
                </c:pt>
                <c:pt idx="5676">
                  <c:v>112.97</c:v>
                </c:pt>
                <c:pt idx="5677">
                  <c:v>13.99</c:v>
                </c:pt>
                <c:pt idx="5678">
                  <c:v>106.31</c:v>
                </c:pt>
                <c:pt idx="5679">
                  <c:v>93.97</c:v>
                </c:pt>
                <c:pt idx="5680">
                  <c:v>162.96</c:v>
                </c:pt>
                <c:pt idx="5681">
                  <c:v>112.97</c:v>
                </c:pt>
                <c:pt idx="5682">
                  <c:v>112.97</c:v>
                </c:pt>
                <c:pt idx="5683">
                  <c:v>176.95</c:v>
                </c:pt>
                <c:pt idx="5684">
                  <c:v>117.97</c:v>
                </c:pt>
                <c:pt idx="5685">
                  <c:v>181.95</c:v>
                </c:pt>
                <c:pt idx="5686">
                  <c:v>178.9</c:v>
                </c:pt>
                <c:pt idx="5687">
                  <c:v>150.96</c:v>
                </c:pt>
                <c:pt idx="5688">
                  <c:v>133.96</c:v>
                </c:pt>
                <c:pt idx="5689">
                  <c:v>133.96</c:v>
                </c:pt>
                <c:pt idx="5690">
                  <c:v>53.98</c:v>
                </c:pt>
                <c:pt idx="5691">
                  <c:v>156.28</c:v>
                </c:pt>
                <c:pt idx="5692">
                  <c:v>62.87</c:v>
                </c:pt>
                <c:pt idx="5693">
                  <c:v>72.55</c:v>
                </c:pt>
                <c:pt idx="5694">
                  <c:v>287.82</c:v>
                </c:pt>
                <c:pt idx="5695">
                  <c:v>161.93</c:v>
                </c:pt>
                <c:pt idx="5696">
                  <c:v>256.39</c:v>
                </c:pt>
                <c:pt idx="5697">
                  <c:v>72.55</c:v>
                </c:pt>
                <c:pt idx="5698">
                  <c:v>220.11</c:v>
                </c:pt>
                <c:pt idx="5699">
                  <c:v>155.97999999999999</c:v>
                </c:pt>
                <c:pt idx="5700">
                  <c:v>289.02999999999997</c:v>
                </c:pt>
                <c:pt idx="5701">
                  <c:v>256.39</c:v>
                </c:pt>
                <c:pt idx="5702">
                  <c:v>272.11</c:v>
                </c:pt>
                <c:pt idx="5703">
                  <c:v>235.83</c:v>
                </c:pt>
                <c:pt idx="5704">
                  <c:v>188.68</c:v>
                </c:pt>
                <c:pt idx="5705">
                  <c:v>319.26</c:v>
                </c:pt>
                <c:pt idx="5706">
                  <c:v>165.46</c:v>
                </c:pt>
                <c:pt idx="5707">
                  <c:v>251.55</c:v>
                </c:pt>
                <c:pt idx="5708">
                  <c:v>349.94</c:v>
                </c:pt>
                <c:pt idx="5709">
                  <c:v>269.95</c:v>
                </c:pt>
                <c:pt idx="5710">
                  <c:v>225.95</c:v>
                </c:pt>
                <c:pt idx="5711">
                  <c:v>287.45</c:v>
                </c:pt>
                <c:pt idx="5712">
                  <c:v>411.94</c:v>
                </c:pt>
                <c:pt idx="5713">
                  <c:v>271.99</c:v>
                </c:pt>
                <c:pt idx="5714">
                  <c:v>517.9</c:v>
                </c:pt>
                <c:pt idx="5715">
                  <c:v>547.41</c:v>
                </c:pt>
                <c:pt idx="5716">
                  <c:v>88.98</c:v>
                </c:pt>
                <c:pt idx="5717">
                  <c:v>59.99</c:v>
                </c:pt>
                <c:pt idx="5718">
                  <c:v>27.99</c:v>
                </c:pt>
                <c:pt idx="5719">
                  <c:v>319.95999999999998</c:v>
                </c:pt>
                <c:pt idx="5720">
                  <c:v>355.93</c:v>
                </c:pt>
                <c:pt idx="5721">
                  <c:v>379.92</c:v>
                </c:pt>
                <c:pt idx="5722">
                  <c:v>-287.92</c:v>
                </c:pt>
                <c:pt idx="5723">
                  <c:v>183.96</c:v>
                </c:pt>
                <c:pt idx="5724">
                  <c:v>284.95999999999998</c:v>
                </c:pt>
                <c:pt idx="5725">
                  <c:v>124.29</c:v>
                </c:pt>
                <c:pt idx="5726">
                  <c:v>275.94</c:v>
                </c:pt>
                <c:pt idx="5727">
                  <c:v>275.94</c:v>
                </c:pt>
                <c:pt idx="5728">
                  <c:v>234.55</c:v>
                </c:pt>
                <c:pt idx="5729">
                  <c:v>319.91000000000003</c:v>
                </c:pt>
                <c:pt idx="5730">
                  <c:v>279.68</c:v>
                </c:pt>
                <c:pt idx="5731">
                  <c:v>183.96</c:v>
                </c:pt>
                <c:pt idx="5732">
                  <c:v>183.96</c:v>
                </c:pt>
                <c:pt idx="5733">
                  <c:v>445.03</c:v>
                </c:pt>
                <c:pt idx="5734">
                  <c:v>287.92</c:v>
                </c:pt>
                <c:pt idx="5735">
                  <c:v>367.92</c:v>
                </c:pt>
                <c:pt idx="5736">
                  <c:v>293.04000000000002</c:v>
                </c:pt>
                <c:pt idx="5737">
                  <c:v>137.97</c:v>
                </c:pt>
                <c:pt idx="5738">
                  <c:v>175.94</c:v>
                </c:pt>
                <c:pt idx="5739">
                  <c:v>137.97</c:v>
                </c:pt>
                <c:pt idx="5740">
                  <c:v>113.97</c:v>
                </c:pt>
                <c:pt idx="5741">
                  <c:v>369.94</c:v>
                </c:pt>
                <c:pt idx="5742">
                  <c:v>300.95999999999998</c:v>
                </c:pt>
                <c:pt idx="5743">
                  <c:v>339.96</c:v>
                </c:pt>
                <c:pt idx="5744">
                  <c:v>337.94</c:v>
                </c:pt>
                <c:pt idx="5745">
                  <c:v>184.97</c:v>
                </c:pt>
                <c:pt idx="5746">
                  <c:v>339.96</c:v>
                </c:pt>
                <c:pt idx="5747">
                  <c:v>255.18</c:v>
                </c:pt>
                <c:pt idx="5748">
                  <c:v>1.5</c:v>
                </c:pt>
                <c:pt idx="5749">
                  <c:v>322.92</c:v>
                </c:pt>
                <c:pt idx="5750">
                  <c:v>133.47999999999999</c:v>
                </c:pt>
                <c:pt idx="5751">
                  <c:v>200.97</c:v>
                </c:pt>
                <c:pt idx="5752">
                  <c:v>199.47</c:v>
                </c:pt>
                <c:pt idx="5753">
                  <c:v>218.46</c:v>
                </c:pt>
                <c:pt idx="5754">
                  <c:v>152.47</c:v>
                </c:pt>
                <c:pt idx="5755">
                  <c:v>152.47</c:v>
                </c:pt>
                <c:pt idx="5756">
                  <c:v>133.47999999999999</c:v>
                </c:pt>
                <c:pt idx="5757">
                  <c:v>218.46</c:v>
                </c:pt>
                <c:pt idx="5758">
                  <c:v>214.46</c:v>
                </c:pt>
                <c:pt idx="5759">
                  <c:v>199.47</c:v>
                </c:pt>
                <c:pt idx="5760">
                  <c:v>197.68</c:v>
                </c:pt>
                <c:pt idx="5761">
                  <c:v>199.47</c:v>
                </c:pt>
                <c:pt idx="5762">
                  <c:v>193.46</c:v>
                </c:pt>
                <c:pt idx="5763">
                  <c:v>114.97</c:v>
                </c:pt>
                <c:pt idx="5764">
                  <c:v>284.95</c:v>
                </c:pt>
                <c:pt idx="5765">
                  <c:v>169.98</c:v>
                </c:pt>
                <c:pt idx="5766">
                  <c:v>131.97999999999999</c:v>
                </c:pt>
                <c:pt idx="5767">
                  <c:v>191.96</c:v>
                </c:pt>
                <c:pt idx="5768">
                  <c:v>131.97999999999999</c:v>
                </c:pt>
                <c:pt idx="5769">
                  <c:v>116.51</c:v>
                </c:pt>
                <c:pt idx="5770">
                  <c:v>131.97999999999999</c:v>
                </c:pt>
                <c:pt idx="5771">
                  <c:v>263.95999999999998</c:v>
                </c:pt>
                <c:pt idx="5772">
                  <c:v>169.98</c:v>
                </c:pt>
                <c:pt idx="5773">
                  <c:v>183.99</c:v>
                </c:pt>
                <c:pt idx="5774">
                  <c:v>84.99</c:v>
                </c:pt>
                <c:pt idx="5775">
                  <c:v>169.98</c:v>
                </c:pt>
                <c:pt idx="5776">
                  <c:v>153.96</c:v>
                </c:pt>
                <c:pt idx="5777">
                  <c:v>379.95</c:v>
                </c:pt>
                <c:pt idx="5778">
                  <c:v>199.96</c:v>
                </c:pt>
                <c:pt idx="5779">
                  <c:v>339.96</c:v>
                </c:pt>
                <c:pt idx="5780">
                  <c:v>174.93</c:v>
                </c:pt>
                <c:pt idx="5781">
                  <c:v>490.36</c:v>
                </c:pt>
                <c:pt idx="5782">
                  <c:v>682.42</c:v>
                </c:pt>
                <c:pt idx="5783">
                  <c:v>340.46</c:v>
                </c:pt>
                <c:pt idx="5784">
                  <c:v>680.42</c:v>
                </c:pt>
                <c:pt idx="5785">
                  <c:v>299.94</c:v>
                </c:pt>
                <c:pt idx="5786">
                  <c:v>104.93</c:v>
                </c:pt>
                <c:pt idx="5787">
                  <c:v>339.96</c:v>
                </c:pt>
                <c:pt idx="5788">
                  <c:v>74.95</c:v>
                </c:pt>
                <c:pt idx="5789">
                  <c:v>340.96</c:v>
                </c:pt>
                <c:pt idx="5790">
                  <c:v>680.42</c:v>
                </c:pt>
                <c:pt idx="5791">
                  <c:v>680.42</c:v>
                </c:pt>
                <c:pt idx="5792">
                  <c:v>680.42</c:v>
                </c:pt>
                <c:pt idx="5793">
                  <c:v>4.99</c:v>
                </c:pt>
                <c:pt idx="5794">
                  <c:v>350.93</c:v>
                </c:pt>
                <c:pt idx="5795">
                  <c:v>100.98</c:v>
                </c:pt>
                <c:pt idx="5796">
                  <c:v>64.98</c:v>
                </c:pt>
                <c:pt idx="5797">
                  <c:v>169.98</c:v>
                </c:pt>
                <c:pt idx="5798">
                  <c:v>169.98</c:v>
                </c:pt>
                <c:pt idx="5799">
                  <c:v>169.98</c:v>
                </c:pt>
                <c:pt idx="5800">
                  <c:v>84.99</c:v>
                </c:pt>
                <c:pt idx="5801">
                  <c:v>84.99</c:v>
                </c:pt>
                <c:pt idx="5802">
                  <c:v>84.99</c:v>
                </c:pt>
                <c:pt idx="5803">
                  <c:v>185.97</c:v>
                </c:pt>
                <c:pt idx="5804">
                  <c:v>84.99</c:v>
                </c:pt>
                <c:pt idx="5805">
                  <c:v>84.99</c:v>
                </c:pt>
                <c:pt idx="5806">
                  <c:v>169.98</c:v>
                </c:pt>
                <c:pt idx="5807">
                  <c:v>203.95</c:v>
                </c:pt>
                <c:pt idx="5808">
                  <c:v>169.98</c:v>
                </c:pt>
                <c:pt idx="5809">
                  <c:v>84.99</c:v>
                </c:pt>
                <c:pt idx="5810">
                  <c:v>169.98</c:v>
                </c:pt>
                <c:pt idx="5811">
                  <c:v>153.97</c:v>
                </c:pt>
                <c:pt idx="5812">
                  <c:v>84.99</c:v>
                </c:pt>
                <c:pt idx="5813">
                  <c:v>68.989999999999995</c:v>
                </c:pt>
                <c:pt idx="5814">
                  <c:v>49.99</c:v>
                </c:pt>
                <c:pt idx="5815">
                  <c:v>116.97</c:v>
                </c:pt>
                <c:pt idx="5816">
                  <c:v>84.99</c:v>
                </c:pt>
                <c:pt idx="5817">
                  <c:v>169.98</c:v>
                </c:pt>
                <c:pt idx="5818">
                  <c:v>169.98</c:v>
                </c:pt>
                <c:pt idx="5819">
                  <c:v>116.97</c:v>
                </c:pt>
                <c:pt idx="5820">
                  <c:v>169.98</c:v>
                </c:pt>
                <c:pt idx="5821">
                  <c:v>169.98</c:v>
                </c:pt>
                <c:pt idx="5822">
                  <c:v>169.98</c:v>
                </c:pt>
                <c:pt idx="5823">
                  <c:v>137.97999999999999</c:v>
                </c:pt>
                <c:pt idx="5824">
                  <c:v>84.99</c:v>
                </c:pt>
                <c:pt idx="5825">
                  <c:v>164.97</c:v>
                </c:pt>
                <c:pt idx="5826">
                  <c:v>169.98</c:v>
                </c:pt>
                <c:pt idx="5827">
                  <c:v>124.98</c:v>
                </c:pt>
                <c:pt idx="5828">
                  <c:v>84.99</c:v>
                </c:pt>
                <c:pt idx="5829">
                  <c:v>84.99</c:v>
                </c:pt>
                <c:pt idx="5830">
                  <c:v>187.96</c:v>
                </c:pt>
                <c:pt idx="5831">
                  <c:v>197.97</c:v>
                </c:pt>
                <c:pt idx="5832">
                  <c:v>262.95</c:v>
                </c:pt>
                <c:pt idx="5833">
                  <c:v>168.27</c:v>
                </c:pt>
                <c:pt idx="5834">
                  <c:v>216.96</c:v>
                </c:pt>
                <c:pt idx="5835">
                  <c:v>197.97</c:v>
                </c:pt>
                <c:pt idx="5836">
                  <c:v>200.15</c:v>
                </c:pt>
                <c:pt idx="5837">
                  <c:v>197.97</c:v>
                </c:pt>
                <c:pt idx="5838">
                  <c:v>216.96</c:v>
                </c:pt>
                <c:pt idx="5839">
                  <c:v>237.56</c:v>
                </c:pt>
                <c:pt idx="5840">
                  <c:v>199.96</c:v>
                </c:pt>
                <c:pt idx="5841">
                  <c:v>231.73</c:v>
                </c:pt>
                <c:pt idx="5842">
                  <c:v>172.97</c:v>
                </c:pt>
                <c:pt idx="5843">
                  <c:v>231.95</c:v>
                </c:pt>
                <c:pt idx="5844">
                  <c:v>70.98</c:v>
                </c:pt>
                <c:pt idx="5845">
                  <c:v>155.62</c:v>
                </c:pt>
                <c:pt idx="5846">
                  <c:v>303.95</c:v>
                </c:pt>
                <c:pt idx="5847">
                  <c:v>59.98</c:v>
                </c:pt>
                <c:pt idx="5848">
                  <c:v>254.66</c:v>
                </c:pt>
                <c:pt idx="5849">
                  <c:v>88.97</c:v>
                </c:pt>
                <c:pt idx="5850">
                  <c:v>143.27000000000001</c:v>
                </c:pt>
                <c:pt idx="5851">
                  <c:v>290.04000000000002</c:v>
                </c:pt>
                <c:pt idx="5852">
                  <c:v>183.18</c:v>
                </c:pt>
                <c:pt idx="5853">
                  <c:v>178.17</c:v>
                </c:pt>
                <c:pt idx="5854">
                  <c:v>197.97</c:v>
                </c:pt>
                <c:pt idx="5855">
                  <c:v>168.27</c:v>
                </c:pt>
                <c:pt idx="5856">
                  <c:v>131.97999999999999</c:v>
                </c:pt>
                <c:pt idx="5857">
                  <c:v>131.97999999999999</c:v>
                </c:pt>
                <c:pt idx="5858">
                  <c:v>131.97999999999999</c:v>
                </c:pt>
                <c:pt idx="5859">
                  <c:v>169.98</c:v>
                </c:pt>
                <c:pt idx="5860">
                  <c:v>131.97999999999999</c:v>
                </c:pt>
                <c:pt idx="5861">
                  <c:v>169.98</c:v>
                </c:pt>
                <c:pt idx="5862">
                  <c:v>146.02000000000001</c:v>
                </c:pt>
                <c:pt idx="5863">
                  <c:v>169.98</c:v>
                </c:pt>
                <c:pt idx="5864">
                  <c:v>131.97999999999999</c:v>
                </c:pt>
                <c:pt idx="5865">
                  <c:v>169.98</c:v>
                </c:pt>
                <c:pt idx="5866">
                  <c:v>150.18</c:v>
                </c:pt>
                <c:pt idx="5867">
                  <c:v>169.98</c:v>
                </c:pt>
                <c:pt idx="5868">
                  <c:v>169.98</c:v>
                </c:pt>
                <c:pt idx="5869">
                  <c:v>169.98</c:v>
                </c:pt>
                <c:pt idx="5870">
                  <c:v>121.98</c:v>
                </c:pt>
                <c:pt idx="5871">
                  <c:v>169.98</c:v>
                </c:pt>
                <c:pt idx="5872">
                  <c:v>169.98</c:v>
                </c:pt>
                <c:pt idx="5873">
                  <c:v>169.98</c:v>
                </c:pt>
                <c:pt idx="5874">
                  <c:v>169.98</c:v>
                </c:pt>
                <c:pt idx="5875">
                  <c:v>169.98</c:v>
                </c:pt>
                <c:pt idx="5876">
                  <c:v>574.51</c:v>
                </c:pt>
                <c:pt idx="5877">
                  <c:v>454.93</c:v>
                </c:pt>
                <c:pt idx="5878">
                  <c:v>169.98</c:v>
                </c:pt>
                <c:pt idx="5879">
                  <c:v>169.98</c:v>
                </c:pt>
                <c:pt idx="5880">
                  <c:v>484.91</c:v>
                </c:pt>
                <c:pt idx="5881">
                  <c:v>628.9</c:v>
                </c:pt>
                <c:pt idx="5882">
                  <c:v>305.94</c:v>
                </c:pt>
                <c:pt idx="5883">
                  <c:v>314.45</c:v>
                </c:pt>
                <c:pt idx="5884">
                  <c:v>195.95</c:v>
                </c:pt>
                <c:pt idx="5885">
                  <c:v>185.95</c:v>
                </c:pt>
                <c:pt idx="5886">
                  <c:v>185.95</c:v>
                </c:pt>
                <c:pt idx="5887">
                  <c:v>183.96</c:v>
                </c:pt>
                <c:pt idx="5888">
                  <c:v>236.94</c:v>
                </c:pt>
                <c:pt idx="5889">
                  <c:v>193.96</c:v>
                </c:pt>
                <c:pt idx="5890">
                  <c:v>193.96</c:v>
                </c:pt>
                <c:pt idx="5891">
                  <c:v>236.94</c:v>
                </c:pt>
                <c:pt idx="5892">
                  <c:v>183.96</c:v>
                </c:pt>
                <c:pt idx="5893">
                  <c:v>183.96</c:v>
                </c:pt>
                <c:pt idx="5894">
                  <c:v>212.67</c:v>
                </c:pt>
                <c:pt idx="5895">
                  <c:v>209.96</c:v>
                </c:pt>
                <c:pt idx="5896">
                  <c:v>212.67</c:v>
                </c:pt>
                <c:pt idx="5897">
                  <c:v>195.95</c:v>
                </c:pt>
                <c:pt idx="5898">
                  <c:v>84.99</c:v>
                </c:pt>
                <c:pt idx="5899">
                  <c:v>84.99</c:v>
                </c:pt>
                <c:pt idx="5900">
                  <c:v>184.96</c:v>
                </c:pt>
                <c:pt idx="5901">
                  <c:v>201.15</c:v>
                </c:pt>
                <c:pt idx="5902">
                  <c:v>201.15</c:v>
                </c:pt>
                <c:pt idx="5903">
                  <c:v>207.94</c:v>
                </c:pt>
                <c:pt idx="5904">
                  <c:v>192.92</c:v>
                </c:pt>
                <c:pt idx="5905">
                  <c:v>207.94</c:v>
                </c:pt>
                <c:pt idx="5906">
                  <c:v>192.92</c:v>
                </c:pt>
                <c:pt idx="5907">
                  <c:v>184.96</c:v>
                </c:pt>
                <c:pt idx="5908">
                  <c:v>195.95</c:v>
                </c:pt>
                <c:pt idx="5909">
                  <c:v>209.96</c:v>
                </c:pt>
                <c:pt idx="5910">
                  <c:v>183.96</c:v>
                </c:pt>
                <c:pt idx="5911">
                  <c:v>65.989999999999995</c:v>
                </c:pt>
                <c:pt idx="5912">
                  <c:v>183.96</c:v>
                </c:pt>
                <c:pt idx="5913">
                  <c:v>167.96</c:v>
                </c:pt>
                <c:pt idx="5914">
                  <c:v>195.95</c:v>
                </c:pt>
                <c:pt idx="5915">
                  <c:v>183.96</c:v>
                </c:pt>
                <c:pt idx="5916">
                  <c:v>167.96</c:v>
                </c:pt>
                <c:pt idx="5917">
                  <c:v>203.8</c:v>
                </c:pt>
                <c:pt idx="5918">
                  <c:v>183.96</c:v>
                </c:pt>
                <c:pt idx="5919">
                  <c:v>183.96</c:v>
                </c:pt>
                <c:pt idx="5920">
                  <c:v>65.989999999999995</c:v>
                </c:pt>
                <c:pt idx="5921">
                  <c:v>203.8</c:v>
                </c:pt>
                <c:pt idx="5922">
                  <c:v>131.97999999999999</c:v>
                </c:pt>
                <c:pt idx="5923">
                  <c:v>112.18</c:v>
                </c:pt>
                <c:pt idx="5924">
                  <c:v>126.7</c:v>
                </c:pt>
                <c:pt idx="5925">
                  <c:v>131.97999999999999</c:v>
                </c:pt>
                <c:pt idx="5926">
                  <c:v>131.97999999999999</c:v>
                </c:pt>
                <c:pt idx="5927">
                  <c:v>124.38</c:v>
                </c:pt>
                <c:pt idx="5928">
                  <c:v>131.97999999999999</c:v>
                </c:pt>
                <c:pt idx="5929">
                  <c:v>131.97999999999999</c:v>
                </c:pt>
                <c:pt idx="5930">
                  <c:v>131.97999999999999</c:v>
                </c:pt>
                <c:pt idx="5931">
                  <c:v>124.06</c:v>
                </c:pt>
                <c:pt idx="5932">
                  <c:v>124.25</c:v>
                </c:pt>
                <c:pt idx="5933">
                  <c:v>131.97999999999999</c:v>
                </c:pt>
                <c:pt idx="5934">
                  <c:v>99.98</c:v>
                </c:pt>
                <c:pt idx="5935">
                  <c:v>131.97999999999999</c:v>
                </c:pt>
                <c:pt idx="5936">
                  <c:v>119.96</c:v>
                </c:pt>
                <c:pt idx="5937">
                  <c:v>131.97999999999999</c:v>
                </c:pt>
                <c:pt idx="5938">
                  <c:v>131.97999999999999</c:v>
                </c:pt>
                <c:pt idx="5939">
                  <c:v>131.97999999999999</c:v>
                </c:pt>
                <c:pt idx="5940">
                  <c:v>131.97999999999999</c:v>
                </c:pt>
                <c:pt idx="5941">
                  <c:v>145.97</c:v>
                </c:pt>
                <c:pt idx="5942">
                  <c:v>124.96</c:v>
                </c:pt>
                <c:pt idx="5943">
                  <c:v>131.97999999999999</c:v>
                </c:pt>
                <c:pt idx="5944">
                  <c:v>-131.97999999999999</c:v>
                </c:pt>
                <c:pt idx="5945">
                  <c:v>121.98</c:v>
                </c:pt>
                <c:pt idx="5946">
                  <c:v>131.97999999999999</c:v>
                </c:pt>
                <c:pt idx="5947">
                  <c:v>108.78</c:v>
                </c:pt>
                <c:pt idx="5948">
                  <c:v>249.53</c:v>
                </c:pt>
                <c:pt idx="5949">
                  <c:v>84.99</c:v>
                </c:pt>
                <c:pt idx="5950">
                  <c:v>169.98</c:v>
                </c:pt>
                <c:pt idx="5951">
                  <c:v>90.51</c:v>
                </c:pt>
                <c:pt idx="5952">
                  <c:v>239.97</c:v>
                </c:pt>
                <c:pt idx="5953">
                  <c:v>277.41000000000003</c:v>
                </c:pt>
                <c:pt idx="5954">
                  <c:v>64.989999999999995</c:v>
                </c:pt>
                <c:pt idx="5955">
                  <c:v>223.29</c:v>
                </c:pt>
                <c:pt idx="5956">
                  <c:v>261.04000000000002</c:v>
                </c:pt>
                <c:pt idx="5957">
                  <c:v>323.92</c:v>
                </c:pt>
                <c:pt idx="5958">
                  <c:v>266.75</c:v>
                </c:pt>
                <c:pt idx="5959">
                  <c:v>258.11</c:v>
                </c:pt>
                <c:pt idx="5960">
                  <c:v>249.7</c:v>
                </c:pt>
                <c:pt idx="5961">
                  <c:v>294.94</c:v>
                </c:pt>
                <c:pt idx="5962">
                  <c:v>159.09</c:v>
                </c:pt>
                <c:pt idx="5963">
                  <c:v>181.12</c:v>
                </c:pt>
                <c:pt idx="5964">
                  <c:v>131.97999999999999</c:v>
                </c:pt>
                <c:pt idx="5965">
                  <c:v>131.97999999999999</c:v>
                </c:pt>
                <c:pt idx="5966">
                  <c:v>121.98</c:v>
                </c:pt>
                <c:pt idx="5967">
                  <c:v>131.97999999999999</c:v>
                </c:pt>
                <c:pt idx="5968">
                  <c:v>236.91</c:v>
                </c:pt>
                <c:pt idx="5969">
                  <c:v>197.97</c:v>
                </c:pt>
                <c:pt idx="5970">
                  <c:v>356.35</c:v>
                </c:pt>
                <c:pt idx="5971">
                  <c:v>87.47</c:v>
                </c:pt>
                <c:pt idx="5972">
                  <c:v>105.98</c:v>
                </c:pt>
                <c:pt idx="5973">
                  <c:v>423.87</c:v>
                </c:pt>
                <c:pt idx="5974">
                  <c:v>131.97999999999999</c:v>
                </c:pt>
                <c:pt idx="5975">
                  <c:v>77.98</c:v>
                </c:pt>
                <c:pt idx="5976">
                  <c:v>121.98</c:v>
                </c:pt>
                <c:pt idx="5977">
                  <c:v>131.97999999999999</c:v>
                </c:pt>
                <c:pt idx="5978">
                  <c:v>131.97999999999999</c:v>
                </c:pt>
                <c:pt idx="5979">
                  <c:v>131.97999999999999</c:v>
                </c:pt>
                <c:pt idx="5980">
                  <c:v>147.97</c:v>
                </c:pt>
                <c:pt idx="5981">
                  <c:v>146.97</c:v>
                </c:pt>
                <c:pt idx="5982">
                  <c:v>131.97999999999999</c:v>
                </c:pt>
                <c:pt idx="5983">
                  <c:v>146.97</c:v>
                </c:pt>
                <c:pt idx="5984">
                  <c:v>131.97999999999999</c:v>
                </c:pt>
                <c:pt idx="5985">
                  <c:v>134.97</c:v>
                </c:pt>
                <c:pt idx="5986">
                  <c:v>131.97999999999999</c:v>
                </c:pt>
                <c:pt idx="5987">
                  <c:v>121.98</c:v>
                </c:pt>
                <c:pt idx="5988">
                  <c:v>201.97</c:v>
                </c:pt>
                <c:pt idx="5989">
                  <c:v>131.97999999999999</c:v>
                </c:pt>
                <c:pt idx="5990">
                  <c:v>-131.97999999999999</c:v>
                </c:pt>
                <c:pt idx="5991">
                  <c:v>81.98</c:v>
                </c:pt>
                <c:pt idx="5992">
                  <c:v>80.98</c:v>
                </c:pt>
                <c:pt idx="5993">
                  <c:v>131.97999999999999</c:v>
                </c:pt>
                <c:pt idx="5994">
                  <c:v>71.900000000000006</c:v>
                </c:pt>
                <c:pt idx="5995">
                  <c:v>122.66</c:v>
                </c:pt>
                <c:pt idx="5996">
                  <c:v>164.46</c:v>
                </c:pt>
                <c:pt idx="5997">
                  <c:v>131.97999999999999</c:v>
                </c:pt>
                <c:pt idx="5998">
                  <c:v>498.94</c:v>
                </c:pt>
                <c:pt idx="5999">
                  <c:v>339.96</c:v>
                </c:pt>
                <c:pt idx="6000">
                  <c:v>395.94</c:v>
                </c:pt>
                <c:pt idx="6001">
                  <c:v>408.95</c:v>
                </c:pt>
                <c:pt idx="6002">
                  <c:v>509.94</c:v>
                </c:pt>
                <c:pt idx="6003">
                  <c:v>114.97</c:v>
                </c:pt>
                <c:pt idx="6004">
                  <c:v>176.25</c:v>
                </c:pt>
                <c:pt idx="6005">
                  <c:v>509.94</c:v>
                </c:pt>
                <c:pt idx="6006">
                  <c:v>134.97999999999999</c:v>
                </c:pt>
                <c:pt idx="6007">
                  <c:v>3</c:v>
                </c:pt>
                <c:pt idx="6008">
                  <c:v>133.47999999999999</c:v>
                </c:pt>
                <c:pt idx="6009">
                  <c:v>133.47999999999999</c:v>
                </c:pt>
                <c:pt idx="6010">
                  <c:v>139.47999999999999</c:v>
                </c:pt>
                <c:pt idx="6011">
                  <c:v>155.97</c:v>
                </c:pt>
                <c:pt idx="6012">
                  <c:v>123.48</c:v>
                </c:pt>
                <c:pt idx="6013">
                  <c:v>133.47999999999999</c:v>
                </c:pt>
                <c:pt idx="6014">
                  <c:v>131.97999999999999</c:v>
                </c:pt>
                <c:pt idx="6015">
                  <c:v>199.35</c:v>
                </c:pt>
                <c:pt idx="6016">
                  <c:v>131.97999999999999</c:v>
                </c:pt>
                <c:pt idx="6017">
                  <c:v>101.98</c:v>
                </c:pt>
                <c:pt idx="6018">
                  <c:v>131.97999999999999</c:v>
                </c:pt>
                <c:pt idx="6019">
                  <c:v>134.97999999999999</c:v>
                </c:pt>
                <c:pt idx="6020">
                  <c:v>108.98</c:v>
                </c:pt>
                <c:pt idx="6021">
                  <c:v>131.97999999999999</c:v>
                </c:pt>
                <c:pt idx="6022">
                  <c:v>94.87</c:v>
                </c:pt>
                <c:pt idx="6023">
                  <c:v>131.97999999999999</c:v>
                </c:pt>
                <c:pt idx="6024">
                  <c:v>133.47999999999999</c:v>
                </c:pt>
                <c:pt idx="6025">
                  <c:v>133.47999999999999</c:v>
                </c:pt>
                <c:pt idx="6026">
                  <c:v>154.47</c:v>
                </c:pt>
                <c:pt idx="6027">
                  <c:v>134.97999999999999</c:v>
                </c:pt>
                <c:pt idx="6028">
                  <c:v>106.54</c:v>
                </c:pt>
                <c:pt idx="6029">
                  <c:v>133.47999999999999</c:v>
                </c:pt>
                <c:pt idx="6030">
                  <c:v>123.97</c:v>
                </c:pt>
                <c:pt idx="6031">
                  <c:v>149.36000000000001</c:v>
                </c:pt>
                <c:pt idx="6032">
                  <c:v>123.48</c:v>
                </c:pt>
                <c:pt idx="6033">
                  <c:v>134.97999999999999</c:v>
                </c:pt>
                <c:pt idx="6034">
                  <c:v>126.97</c:v>
                </c:pt>
                <c:pt idx="6035">
                  <c:v>101.48</c:v>
                </c:pt>
                <c:pt idx="6036">
                  <c:v>134.97999999999999</c:v>
                </c:pt>
                <c:pt idx="6037">
                  <c:v>134.97999999999999</c:v>
                </c:pt>
                <c:pt idx="6038">
                  <c:v>108.98</c:v>
                </c:pt>
                <c:pt idx="6039">
                  <c:v>68.989999999999995</c:v>
                </c:pt>
                <c:pt idx="6040">
                  <c:v>169.98</c:v>
                </c:pt>
                <c:pt idx="6041">
                  <c:v>173.97</c:v>
                </c:pt>
                <c:pt idx="6042">
                  <c:v>155.93</c:v>
                </c:pt>
                <c:pt idx="6043">
                  <c:v>206.97</c:v>
                </c:pt>
                <c:pt idx="6044">
                  <c:v>150.84</c:v>
                </c:pt>
                <c:pt idx="6045">
                  <c:v>62.59</c:v>
                </c:pt>
                <c:pt idx="6046">
                  <c:v>172.84</c:v>
                </c:pt>
                <c:pt idx="6047">
                  <c:v>186.57</c:v>
                </c:pt>
                <c:pt idx="6048">
                  <c:v>164.98</c:v>
                </c:pt>
                <c:pt idx="6049">
                  <c:v>171.28</c:v>
                </c:pt>
                <c:pt idx="6050">
                  <c:v>172.58</c:v>
                </c:pt>
                <c:pt idx="6051">
                  <c:v>197.97</c:v>
                </c:pt>
                <c:pt idx="6052">
                  <c:v>188.76</c:v>
                </c:pt>
                <c:pt idx="6053">
                  <c:v>172.58</c:v>
                </c:pt>
                <c:pt idx="6054">
                  <c:v>169.98</c:v>
                </c:pt>
                <c:pt idx="6055">
                  <c:v>227.95</c:v>
                </c:pt>
                <c:pt idx="6056">
                  <c:v>163.74</c:v>
                </c:pt>
                <c:pt idx="6057">
                  <c:v>254.97</c:v>
                </c:pt>
                <c:pt idx="6058">
                  <c:v>84.99</c:v>
                </c:pt>
                <c:pt idx="6059">
                  <c:v>317.86</c:v>
                </c:pt>
                <c:pt idx="6060">
                  <c:v>339.96</c:v>
                </c:pt>
                <c:pt idx="6061">
                  <c:v>314.95999999999998</c:v>
                </c:pt>
                <c:pt idx="6062">
                  <c:v>263.95999999999998</c:v>
                </c:pt>
                <c:pt idx="6063">
                  <c:v>326.98</c:v>
                </c:pt>
                <c:pt idx="6064">
                  <c:v>339.96</c:v>
                </c:pt>
                <c:pt idx="6065">
                  <c:v>238.96</c:v>
                </c:pt>
                <c:pt idx="6066">
                  <c:v>326.36</c:v>
                </c:pt>
                <c:pt idx="6067">
                  <c:v>275.95999999999998</c:v>
                </c:pt>
                <c:pt idx="6068">
                  <c:v>131.97999999999999</c:v>
                </c:pt>
                <c:pt idx="6069">
                  <c:v>70.98</c:v>
                </c:pt>
                <c:pt idx="6070">
                  <c:v>184.97</c:v>
                </c:pt>
                <c:pt idx="6071">
                  <c:v>169.98</c:v>
                </c:pt>
                <c:pt idx="6072">
                  <c:v>84.99</c:v>
                </c:pt>
                <c:pt idx="6073">
                  <c:v>131.97999999999999</c:v>
                </c:pt>
                <c:pt idx="6074">
                  <c:v>131.97999999999999</c:v>
                </c:pt>
                <c:pt idx="6075">
                  <c:v>144.97</c:v>
                </c:pt>
                <c:pt idx="6076">
                  <c:v>126.97</c:v>
                </c:pt>
                <c:pt idx="6077">
                  <c:v>164.97</c:v>
                </c:pt>
                <c:pt idx="6078">
                  <c:v>74.150000000000006</c:v>
                </c:pt>
                <c:pt idx="6079">
                  <c:v>131.97999999999999</c:v>
                </c:pt>
                <c:pt idx="6080">
                  <c:v>169.98</c:v>
                </c:pt>
                <c:pt idx="6081">
                  <c:v>184.97</c:v>
                </c:pt>
                <c:pt idx="6082">
                  <c:v>169.98</c:v>
                </c:pt>
                <c:pt idx="6083">
                  <c:v>169.98</c:v>
                </c:pt>
                <c:pt idx="6084">
                  <c:v>68.989999999999995</c:v>
                </c:pt>
                <c:pt idx="6085">
                  <c:v>131.97999999999999</c:v>
                </c:pt>
                <c:pt idx="6086">
                  <c:v>169.98</c:v>
                </c:pt>
                <c:pt idx="6087">
                  <c:v>169.98</c:v>
                </c:pt>
                <c:pt idx="6088">
                  <c:v>169.98</c:v>
                </c:pt>
                <c:pt idx="6089">
                  <c:v>131.97999999999999</c:v>
                </c:pt>
                <c:pt idx="6090">
                  <c:v>169.98</c:v>
                </c:pt>
                <c:pt idx="6091">
                  <c:v>131.97999999999999</c:v>
                </c:pt>
                <c:pt idx="6092">
                  <c:v>131.97999999999999</c:v>
                </c:pt>
                <c:pt idx="6093">
                  <c:v>131.97999999999999</c:v>
                </c:pt>
                <c:pt idx="6094">
                  <c:v>159.97999999999999</c:v>
                </c:pt>
                <c:pt idx="6095">
                  <c:v>84.99</c:v>
                </c:pt>
                <c:pt idx="6096">
                  <c:v>136.97</c:v>
                </c:pt>
                <c:pt idx="6097">
                  <c:v>159.96</c:v>
                </c:pt>
                <c:pt idx="6098">
                  <c:v>131.97999999999999</c:v>
                </c:pt>
                <c:pt idx="6099">
                  <c:v>161.96</c:v>
                </c:pt>
                <c:pt idx="6100">
                  <c:v>144.47999999999999</c:v>
                </c:pt>
                <c:pt idx="6101">
                  <c:v>159.37</c:v>
                </c:pt>
                <c:pt idx="6102">
                  <c:v>67.489999999999995</c:v>
                </c:pt>
                <c:pt idx="6103">
                  <c:v>152.47</c:v>
                </c:pt>
                <c:pt idx="6104">
                  <c:v>137.97999999999999</c:v>
                </c:pt>
                <c:pt idx="6105">
                  <c:v>80.48</c:v>
                </c:pt>
                <c:pt idx="6106">
                  <c:v>133.47999999999999</c:v>
                </c:pt>
                <c:pt idx="6107">
                  <c:v>172.98</c:v>
                </c:pt>
                <c:pt idx="6108">
                  <c:v>173.17</c:v>
                </c:pt>
                <c:pt idx="6109">
                  <c:v>136.46</c:v>
                </c:pt>
                <c:pt idx="6110">
                  <c:v>63.63</c:v>
                </c:pt>
                <c:pt idx="6111">
                  <c:v>172.98</c:v>
                </c:pt>
                <c:pt idx="6112">
                  <c:v>107.48</c:v>
                </c:pt>
                <c:pt idx="6113">
                  <c:v>107.48</c:v>
                </c:pt>
                <c:pt idx="6114">
                  <c:v>193.46</c:v>
                </c:pt>
                <c:pt idx="6115">
                  <c:v>166.31</c:v>
                </c:pt>
                <c:pt idx="6116">
                  <c:v>80.94</c:v>
                </c:pt>
                <c:pt idx="6117">
                  <c:v>157.44999999999999</c:v>
                </c:pt>
                <c:pt idx="6118">
                  <c:v>73.28</c:v>
                </c:pt>
                <c:pt idx="6119">
                  <c:v>90.47</c:v>
                </c:pt>
                <c:pt idx="6120">
                  <c:v>96.47</c:v>
                </c:pt>
                <c:pt idx="6121">
                  <c:v>103.9</c:v>
                </c:pt>
                <c:pt idx="6122">
                  <c:v>125.45</c:v>
                </c:pt>
                <c:pt idx="6123">
                  <c:v>146.47</c:v>
                </c:pt>
                <c:pt idx="6124">
                  <c:v>80.48</c:v>
                </c:pt>
                <c:pt idx="6125">
                  <c:v>107.48</c:v>
                </c:pt>
                <c:pt idx="6126">
                  <c:v>136.46</c:v>
                </c:pt>
                <c:pt idx="6127">
                  <c:v>149.47</c:v>
                </c:pt>
                <c:pt idx="6128">
                  <c:v>120.47</c:v>
                </c:pt>
                <c:pt idx="6129">
                  <c:v>107.48</c:v>
                </c:pt>
                <c:pt idx="6130">
                  <c:v>180.07</c:v>
                </c:pt>
                <c:pt idx="6131">
                  <c:v>137.97999999999999</c:v>
                </c:pt>
                <c:pt idx="6132">
                  <c:v>54.99</c:v>
                </c:pt>
                <c:pt idx="6133">
                  <c:v>128.02000000000001</c:v>
                </c:pt>
                <c:pt idx="6134">
                  <c:v>85.97</c:v>
                </c:pt>
                <c:pt idx="6135">
                  <c:v>121.98</c:v>
                </c:pt>
                <c:pt idx="6136">
                  <c:v>131.97999999999999</c:v>
                </c:pt>
                <c:pt idx="6137">
                  <c:v>131.97999999999999</c:v>
                </c:pt>
                <c:pt idx="6138">
                  <c:v>131.97999999999999</c:v>
                </c:pt>
                <c:pt idx="6139">
                  <c:v>131.97999999999999</c:v>
                </c:pt>
                <c:pt idx="6140">
                  <c:v>131.97999999999999</c:v>
                </c:pt>
                <c:pt idx="6141">
                  <c:v>131.97999999999999</c:v>
                </c:pt>
                <c:pt idx="6142">
                  <c:v>131.97999999999999</c:v>
                </c:pt>
                <c:pt idx="6143">
                  <c:v>131.97999999999999</c:v>
                </c:pt>
                <c:pt idx="6144">
                  <c:v>131.97999999999999</c:v>
                </c:pt>
                <c:pt idx="6145">
                  <c:v>131.97999999999999</c:v>
                </c:pt>
                <c:pt idx="6146">
                  <c:v>171.97</c:v>
                </c:pt>
                <c:pt idx="6147">
                  <c:v>131.97999999999999</c:v>
                </c:pt>
                <c:pt idx="6148">
                  <c:v>131.97999999999999</c:v>
                </c:pt>
                <c:pt idx="6149">
                  <c:v>122.65</c:v>
                </c:pt>
                <c:pt idx="6150">
                  <c:v>121.02</c:v>
                </c:pt>
                <c:pt idx="6151">
                  <c:v>118.78</c:v>
                </c:pt>
                <c:pt idx="6152">
                  <c:v>121.98</c:v>
                </c:pt>
                <c:pt idx="6153">
                  <c:v>188.97</c:v>
                </c:pt>
                <c:pt idx="6154">
                  <c:v>188.97</c:v>
                </c:pt>
                <c:pt idx="6155">
                  <c:v>119.96</c:v>
                </c:pt>
                <c:pt idx="6156">
                  <c:v>118.97</c:v>
                </c:pt>
                <c:pt idx="6157">
                  <c:v>206.96</c:v>
                </c:pt>
                <c:pt idx="6158">
                  <c:v>171.97</c:v>
                </c:pt>
                <c:pt idx="6159">
                  <c:v>160.62</c:v>
                </c:pt>
                <c:pt idx="6160">
                  <c:v>169.98</c:v>
                </c:pt>
                <c:pt idx="6161">
                  <c:v>152.97999999999999</c:v>
                </c:pt>
                <c:pt idx="6162">
                  <c:v>229.97</c:v>
                </c:pt>
                <c:pt idx="6163">
                  <c:v>167.09</c:v>
                </c:pt>
                <c:pt idx="6164">
                  <c:v>124.98</c:v>
                </c:pt>
                <c:pt idx="6165">
                  <c:v>58.98</c:v>
                </c:pt>
                <c:pt idx="6166">
                  <c:v>169.98</c:v>
                </c:pt>
                <c:pt idx="6167">
                  <c:v>150.97</c:v>
                </c:pt>
                <c:pt idx="6168">
                  <c:v>188.97</c:v>
                </c:pt>
                <c:pt idx="6169">
                  <c:v>79.849999999999994</c:v>
                </c:pt>
                <c:pt idx="6170">
                  <c:v>50.41</c:v>
                </c:pt>
                <c:pt idx="6171">
                  <c:v>79.849999999999994</c:v>
                </c:pt>
                <c:pt idx="6172">
                  <c:v>102.83</c:v>
                </c:pt>
                <c:pt idx="6173">
                  <c:v>55.64</c:v>
                </c:pt>
                <c:pt idx="6174">
                  <c:v>239.54</c:v>
                </c:pt>
                <c:pt idx="6175">
                  <c:v>79.849999999999994</c:v>
                </c:pt>
                <c:pt idx="6176">
                  <c:v>159.69999999999999</c:v>
                </c:pt>
                <c:pt idx="6177">
                  <c:v>159.69999999999999</c:v>
                </c:pt>
                <c:pt idx="6178">
                  <c:v>65.989999999999995</c:v>
                </c:pt>
                <c:pt idx="6179">
                  <c:v>82.63</c:v>
                </c:pt>
                <c:pt idx="6180">
                  <c:v>82.44</c:v>
                </c:pt>
                <c:pt idx="6181">
                  <c:v>169.98</c:v>
                </c:pt>
                <c:pt idx="6182">
                  <c:v>169.98</c:v>
                </c:pt>
                <c:pt idx="6183">
                  <c:v>84.99</c:v>
                </c:pt>
                <c:pt idx="6184">
                  <c:v>168.28</c:v>
                </c:pt>
                <c:pt idx="6185">
                  <c:v>159.78</c:v>
                </c:pt>
                <c:pt idx="6186">
                  <c:v>84.99</c:v>
                </c:pt>
                <c:pt idx="6187">
                  <c:v>84.99</c:v>
                </c:pt>
                <c:pt idx="6188">
                  <c:v>84.99</c:v>
                </c:pt>
                <c:pt idx="6189">
                  <c:v>108.78</c:v>
                </c:pt>
                <c:pt idx="6190">
                  <c:v>130.66</c:v>
                </c:pt>
                <c:pt idx="6191">
                  <c:v>119.34</c:v>
                </c:pt>
                <c:pt idx="6192">
                  <c:v>84.99</c:v>
                </c:pt>
                <c:pt idx="6193">
                  <c:v>169.98</c:v>
                </c:pt>
                <c:pt idx="6194">
                  <c:v>43.33</c:v>
                </c:pt>
                <c:pt idx="6195">
                  <c:v>158.28</c:v>
                </c:pt>
                <c:pt idx="6196">
                  <c:v>82.44</c:v>
                </c:pt>
                <c:pt idx="6197">
                  <c:v>131.97999999999999</c:v>
                </c:pt>
                <c:pt idx="6198">
                  <c:v>84.99</c:v>
                </c:pt>
                <c:pt idx="6199">
                  <c:v>84.99</c:v>
                </c:pt>
                <c:pt idx="6200">
                  <c:v>169.98</c:v>
                </c:pt>
                <c:pt idx="6201">
                  <c:v>84.99</c:v>
                </c:pt>
                <c:pt idx="6202">
                  <c:v>169.98</c:v>
                </c:pt>
                <c:pt idx="6203">
                  <c:v>166.58</c:v>
                </c:pt>
                <c:pt idx="6204">
                  <c:v>118.78</c:v>
                </c:pt>
                <c:pt idx="6205">
                  <c:v>169.98</c:v>
                </c:pt>
                <c:pt idx="6206">
                  <c:v>287.94</c:v>
                </c:pt>
                <c:pt idx="6207">
                  <c:v>308.93</c:v>
                </c:pt>
                <c:pt idx="6208">
                  <c:v>455.9</c:v>
                </c:pt>
                <c:pt idx="6209">
                  <c:v>220.45</c:v>
                </c:pt>
                <c:pt idx="6210">
                  <c:v>455.9</c:v>
                </c:pt>
                <c:pt idx="6211">
                  <c:v>440.91</c:v>
                </c:pt>
                <c:pt idx="6212">
                  <c:v>333.95</c:v>
                </c:pt>
                <c:pt idx="6213">
                  <c:v>263.95999999999998</c:v>
                </c:pt>
                <c:pt idx="6214">
                  <c:v>263.95999999999998</c:v>
                </c:pt>
                <c:pt idx="6215">
                  <c:v>46.47</c:v>
                </c:pt>
                <c:pt idx="6216">
                  <c:v>267.94</c:v>
                </c:pt>
                <c:pt idx="6217">
                  <c:v>308.93</c:v>
                </c:pt>
                <c:pt idx="6218">
                  <c:v>157.94999999999999</c:v>
                </c:pt>
                <c:pt idx="6219">
                  <c:v>157.94999999999999</c:v>
                </c:pt>
                <c:pt idx="6220">
                  <c:v>110.72</c:v>
                </c:pt>
                <c:pt idx="6221">
                  <c:v>91.98</c:v>
                </c:pt>
                <c:pt idx="6222">
                  <c:v>157.94999999999999</c:v>
                </c:pt>
                <c:pt idx="6223">
                  <c:v>147.96</c:v>
                </c:pt>
                <c:pt idx="6224">
                  <c:v>102.95</c:v>
                </c:pt>
                <c:pt idx="6225">
                  <c:v>193.95</c:v>
                </c:pt>
                <c:pt idx="6226">
                  <c:v>134.16</c:v>
                </c:pt>
                <c:pt idx="6227">
                  <c:v>137.97</c:v>
                </c:pt>
                <c:pt idx="6228">
                  <c:v>147.96</c:v>
                </c:pt>
                <c:pt idx="6229">
                  <c:v>147.96</c:v>
                </c:pt>
                <c:pt idx="6230">
                  <c:v>92.96</c:v>
                </c:pt>
                <c:pt idx="6231">
                  <c:v>117.96</c:v>
                </c:pt>
                <c:pt idx="6232">
                  <c:v>142.06</c:v>
                </c:pt>
                <c:pt idx="6233">
                  <c:v>183.96</c:v>
                </c:pt>
                <c:pt idx="6234">
                  <c:v>107.97</c:v>
                </c:pt>
                <c:pt idx="6235">
                  <c:v>112.06</c:v>
                </c:pt>
                <c:pt idx="6236">
                  <c:v>134.94</c:v>
                </c:pt>
                <c:pt idx="6237">
                  <c:v>183.96</c:v>
                </c:pt>
                <c:pt idx="6238">
                  <c:v>111.96</c:v>
                </c:pt>
                <c:pt idx="6239">
                  <c:v>117.96</c:v>
                </c:pt>
                <c:pt idx="6240">
                  <c:v>143.96</c:v>
                </c:pt>
                <c:pt idx="6241">
                  <c:v>147.96</c:v>
                </c:pt>
                <c:pt idx="6242">
                  <c:v>126.59</c:v>
                </c:pt>
                <c:pt idx="6243">
                  <c:v>82.97</c:v>
                </c:pt>
                <c:pt idx="6244">
                  <c:v>157.94999999999999</c:v>
                </c:pt>
                <c:pt idx="6245">
                  <c:v>142.52000000000001</c:v>
                </c:pt>
                <c:pt idx="6246">
                  <c:v>117.96</c:v>
                </c:pt>
                <c:pt idx="6247">
                  <c:v>117.96</c:v>
                </c:pt>
                <c:pt idx="6248">
                  <c:v>179.95</c:v>
                </c:pt>
                <c:pt idx="6249">
                  <c:v>143.96</c:v>
                </c:pt>
                <c:pt idx="6250">
                  <c:v>188.61</c:v>
                </c:pt>
                <c:pt idx="6251">
                  <c:v>341.46</c:v>
                </c:pt>
                <c:pt idx="6252">
                  <c:v>314.95999999999998</c:v>
                </c:pt>
                <c:pt idx="6253">
                  <c:v>131.97999999999999</c:v>
                </c:pt>
                <c:pt idx="6254">
                  <c:v>339.96</c:v>
                </c:pt>
                <c:pt idx="6255">
                  <c:v>489.91</c:v>
                </c:pt>
                <c:pt idx="6256">
                  <c:v>339.96</c:v>
                </c:pt>
                <c:pt idx="6257">
                  <c:v>341.46</c:v>
                </c:pt>
                <c:pt idx="6258">
                  <c:v>339.96</c:v>
                </c:pt>
                <c:pt idx="6259">
                  <c:v>509.94</c:v>
                </c:pt>
                <c:pt idx="6260">
                  <c:v>339.96</c:v>
                </c:pt>
                <c:pt idx="6261">
                  <c:v>329.95</c:v>
                </c:pt>
                <c:pt idx="6262">
                  <c:v>423.92</c:v>
                </c:pt>
                <c:pt idx="6263">
                  <c:v>314.95999999999998</c:v>
                </c:pt>
                <c:pt idx="6264">
                  <c:v>317.94</c:v>
                </c:pt>
                <c:pt idx="6265">
                  <c:v>48.9</c:v>
                </c:pt>
                <c:pt idx="6266">
                  <c:v>343.26</c:v>
                </c:pt>
                <c:pt idx="6267">
                  <c:v>64.98</c:v>
                </c:pt>
                <c:pt idx="6268">
                  <c:v>454.93</c:v>
                </c:pt>
                <c:pt idx="6269">
                  <c:v>170.79</c:v>
                </c:pt>
                <c:pt idx="6270">
                  <c:v>267.95</c:v>
                </c:pt>
                <c:pt idx="6271">
                  <c:v>215.28</c:v>
                </c:pt>
                <c:pt idx="6272">
                  <c:v>254.97</c:v>
                </c:pt>
                <c:pt idx="6273">
                  <c:v>322.39999999999998</c:v>
                </c:pt>
                <c:pt idx="6274">
                  <c:v>331.41</c:v>
                </c:pt>
                <c:pt idx="6275">
                  <c:v>225.95</c:v>
                </c:pt>
                <c:pt idx="6276">
                  <c:v>215.94</c:v>
                </c:pt>
                <c:pt idx="6277">
                  <c:v>274.95999999999998</c:v>
                </c:pt>
                <c:pt idx="6278">
                  <c:v>199.73</c:v>
                </c:pt>
                <c:pt idx="6279">
                  <c:v>252.79</c:v>
                </c:pt>
                <c:pt idx="6280">
                  <c:v>165.74</c:v>
                </c:pt>
                <c:pt idx="6281">
                  <c:v>164.98</c:v>
                </c:pt>
                <c:pt idx="6282">
                  <c:v>254.97</c:v>
                </c:pt>
                <c:pt idx="6283">
                  <c:v>254.97</c:v>
                </c:pt>
                <c:pt idx="6284">
                  <c:v>169.98</c:v>
                </c:pt>
                <c:pt idx="6285">
                  <c:v>169.98</c:v>
                </c:pt>
                <c:pt idx="6286">
                  <c:v>254.97</c:v>
                </c:pt>
                <c:pt idx="6287">
                  <c:v>151.78</c:v>
                </c:pt>
                <c:pt idx="6288">
                  <c:v>242.27</c:v>
                </c:pt>
                <c:pt idx="6289">
                  <c:v>254.97</c:v>
                </c:pt>
                <c:pt idx="6290">
                  <c:v>159.97999999999999</c:v>
                </c:pt>
                <c:pt idx="6291">
                  <c:v>254.97</c:v>
                </c:pt>
                <c:pt idx="6292">
                  <c:v>200.95</c:v>
                </c:pt>
                <c:pt idx="6293">
                  <c:v>254.97</c:v>
                </c:pt>
                <c:pt idx="6294">
                  <c:v>254.97</c:v>
                </c:pt>
                <c:pt idx="6295">
                  <c:v>131.97999999999999</c:v>
                </c:pt>
                <c:pt idx="6296">
                  <c:v>254.97</c:v>
                </c:pt>
                <c:pt idx="6297">
                  <c:v>254.97</c:v>
                </c:pt>
                <c:pt idx="6298">
                  <c:v>229.97</c:v>
                </c:pt>
                <c:pt idx="6299">
                  <c:v>240.43</c:v>
                </c:pt>
                <c:pt idx="6300">
                  <c:v>50.98</c:v>
                </c:pt>
                <c:pt idx="6301">
                  <c:v>274.95</c:v>
                </c:pt>
                <c:pt idx="6302">
                  <c:v>-84.99</c:v>
                </c:pt>
                <c:pt idx="6303">
                  <c:v>254.97</c:v>
                </c:pt>
                <c:pt idx="6304">
                  <c:v>254.97</c:v>
                </c:pt>
                <c:pt idx="6305">
                  <c:v>169.98</c:v>
                </c:pt>
                <c:pt idx="6306">
                  <c:v>84.99</c:v>
                </c:pt>
                <c:pt idx="6307">
                  <c:v>254.97</c:v>
                </c:pt>
                <c:pt idx="6308">
                  <c:v>49.99</c:v>
                </c:pt>
                <c:pt idx="6309">
                  <c:v>99.98</c:v>
                </c:pt>
                <c:pt idx="6310">
                  <c:v>169.98</c:v>
                </c:pt>
                <c:pt idx="6311">
                  <c:v>232.95</c:v>
                </c:pt>
                <c:pt idx="6312">
                  <c:v>131.97999999999999</c:v>
                </c:pt>
                <c:pt idx="6313">
                  <c:v>98.97</c:v>
                </c:pt>
                <c:pt idx="6314">
                  <c:v>121.98</c:v>
                </c:pt>
                <c:pt idx="6315">
                  <c:v>169.98</c:v>
                </c:pt>
                <c:pt idx="6316">
                  <c:v>114.97</c:v>
                </c:pt>
                <c:pt idx="6317">
                  <c:v>183.74</c:v>
                </c:pt>
                <c:pt idx="6318">
                  <c:v>289.95</c:v>
                </c:pt>
                <c:pt idx="6319">
                  <c:v>141.97</c:v>
                </c:pt>
                <c:pt idx="6320">
                  <c:v>169.98</c:v>
                </c:pt>
                <c:pt idx="6321">
                  <c:v>164.97</c:v>
                </c:pt>
                <c:pt idx="6322">
                  <c:v>131.97999999999999</c:v>
                </c:pt>
                <c:pt idx="6323">
                  <c:v>162.96</c:v>
                </c:pt>
                <c:pt idx="6324">
                  <c:v>124.96</c:v>
                </c:pt>
                <c:pt idx="6325">
                  <c:v>-84.99</c:v>
                </c:pt>
                <c:pt idx="6326">
                  <c:v>131.97999999999999</c:v>
                </c:pt>
                <c:pt idx="6327">
                  <c:v>99.98</c:v>
                </c:pt>
                <c:pt idx="6328">
                  <c:v>121.48</c:v>
                </c:pt>
                <c:pt idx="6329">
                  <c:v>169.98</c:v>
                </c:pt>
                <c:pt idx="6330">
                  <c:v>287.94</c:v>
                </c:pt>
                <c:pt idx="6331">
                  <c:v>379.94</c:v>
                </c:pt>
                <c:pt idx="6332">
                  <c:v>289.95999999999998</c:v>
                </c:pt>
                <c:pt idx="6333">
                  <c:v>325.86</c:v>
                </c:pt>
                <c:pt idx="6334">
                  <c:v>249.42</c:v>
                </c:pt>
                <c:pt idx="6335">
                  <c:v>254.97</c:v>
                </c:pt>
                <c:pt idx="6336">
                  <c:v>262.42</c:v>
                </c:pt>
                <c:pt idx="6337">
                  <c:v>169.98</c:v>
                </c:pt>
                <c:pt idx="6338">
                  <c:v>339.96</c:v>
                </c:pt>
                <c:pt idx="6339">
                  <c:v>105.27</c:v>
                </c:pt>
                <c:pt idx="6340">
                  <c:v>282.95</c:v>
                </c:pt>
                <c:pt idx="6341">
                  <c:v>332.94</c:v>
                </c:pt>
                <c:pt idx="6342">
                  <c:v>339.96</c:v>
                </c:pt>
                <c:pt idx="6343">
                  <c:v>279.95999999999998</c:v>
                </c:pt>
                <c:pt idx="6344">
                  <c:v>229.97</c:v>
                </c:pt>
                <c:pt idx="6345">
                  <c:v>131.97999999999999</c:v>
                </c:pt>
                <c:pt idx="6346">
                  <c:v>263.95999999999998</c:v>
                </c:pt>
                <c:pt idx="6347">
                  <c:v>240.4</c:v>
                </c:pt>
                <c:pt idx="6348">
                  <c:v>58.98</c:v>
                </c:pt>
                <c:pt idx="6349">
                  <c:v>72.97</c:v>
                </c:pt>
                <c:pt idx="6350">
                  <c:v>193.96</c:v>
                </c:pt>
                <c:pt idx="6351">
                  <c:v>245.46</c:v>
                </c:pt>
                <c:pt idx="6352">
                  <c:v>172.97</c:v>
                </c:pt>
                <c:pt idx="6353">
                  <c:v>169.98</c:v>
                </c:pt>
                <c:pt idx="6354">
                  <c:v>126.77</c:v>
                </c:pt>
                <c:pt idx="6355">
                  <c:v>137.97999999999999</c:v>
                </c:pt>
                <c:pt idx="6356">
                  <c:v>103.96</c:v>
                </c:pt>
                <c:pt idx="6357">
                  <c:v>161.97999999999999</c:v>
                </c:pt>
                <c:pt idx="6358">
                  <c:v>94.97</c:v>
                </c:pt>
                <c:pt idx="6359">
                  <c:v>146.97</c:v>
                </c:pt>
                <c:pt idx="6360">
                  <c:v>131.97999999999999</c:v>
                </c:pt>
                <c:pt idx="6361">
                  <c:v>152.97</c:v>
                </c:pt>
                <c:pt idx="6362">
                  <c:v>153.97999999999999</c:v>
                </c:pt>
                <c:pt idx="6363">
                  <c:v>153.97999999999999</c:v>
                </c:pt>
                <c:pt idx="6364">
                  <c:v>219.97</c:v>
                </c:pt>
                <c:pt idx="6365">
                  <c:v>169.98</c:v>
                </c:pt>
                <c:pt idx="6366">
                  <c:v>169.98</c:v>
                </c:pt>
                <c:pt idx="6367">
                  <c:v>169.98</c:v>
                </c:pt>
                <c:pt idx="6368">
                  <c:v>169.98</c:v>
                </c:pt>
                <c:pt idx="6369">
                  <c:v>-131.97999999999999</c:v>
                </c:pt>
                <c:pt idx="6370">
                  <c:v>159.97999999999999</c:v>
                </c:pt>
                <c:pt idx="6371">
                  <c:v>131.97999999999999</c:v>
                </c:pt>
                <c:pt idx="6372">
                  <c:v>131.97999999999999</c:v>
                </c:pt>
                <c:pt idx="6373">
                  <c:v>169.98</c:v>
                </c:pt>
                <c:pt idx="6374">
                  <c:v>156.07</c:v>
                </c:pt>
                <c:pt idx="6375">
                  <c:v>131.97999999999999</c:v>
                </c:pt>
                <c:pt idx="6376">
                  <c:v>84.99</c:v>
                </c:pt>
                <c:pt idx="6377">
                  <c:v>131.97999999999999</c:v>
                </c:pt>
                <c:pt idx="6378">
                  <c:v>105.98</c:v>
                </c:pt>
                <c:pt idx="6379">
                  <c:v>153.97999999999999</c:v>
                </c:pt>
                <c:pt idx="6380">
                  <c:v>169.98</c:v>
                </c:pt>
                <c:pt idx="6381">
                  <c:v>105.98</c:v>
                </c:pt>
                <c:pt idx="6382">
                  <c:v>163.18</c:v>
                </c:pt>
                <c:pt idx="6383">
                  <c:v>169.98</c:v>
                </c:pt>
                <c:pt idx="6384">
                  <c:v>169.98</c:v>
                </c:pt>
                <c:pt idx="6385">
                  <c:v>121.98</c:v>
                </c:pt>
                <c:pt idx="6386">
                  <c:v>156.54</c:v>
                </c:pt>
                <c:pt idx="6387">
                  <c:v>216.72</c:v>
                </c:pt>
                <c:pt idx="6388">
                  <c:v>259.76</c:v>
                </c:pt>
                <c:pt idx="6389">
                  <c:v>229.47</c:v>
                </c:pt>
                <c:pt idx="6390">
                  <c:v>265.61</c:v>
                </c:pt>
                <c:pt idx="6391">
                  <c:v>209.08</c:v>
                </c:pt>
                <c:pt idx="6392">
                  <c:v>197.97</c:v>
                </c:pt>
                <c:pt idx="6393">
                  <c:v>243.46</c:v>
                </c:pt>
                <c:pt idx="6394">
                  <c:v>307.87</c:v>
                </c:pt>
                <c:pt idx="6395">
                  <c:v>290.05</c:v>
                </c:pt>
                <c:pt idx="6396">
                  <c:v>202.9</c:v>
                </c:pt>
                <c:pt idx="6397">
                  <c:v>182.8</c:v>
                </c:pt>
                <c:pt idx="6398">
                  <c:v>229.47</c:v>
                </c:pt>
                <c:pt idx="6399">
                  <c:v>268.95999999999998</c:v>
                </c:pt>
                <c:pt idx="6400">
                  <c:v>190.76</c:v>
                </c:pt>
                <c:pt idx="6401">
                  <c:v>170.85</c:v>
                </c:pt>
                <c:pt idx="6402">
                  <c:v>137.97999999999999</c:v>
                </c:pt>
                <c:pt idx="6403">
                  <c:v>249.95</c:v>
                </c:pt>
                <c:pt idx="6404">
                  <c:v>263.95999999999998</c:v>
                </c:pt>
                <c:pt idx="6405">
                  <c:v>131.97999999999999</c:v>
                </c:pt>
                <c:pt idx="6406">
                  <c:v>222.68</c:v>
                </c:pt>
                <c:pt idx="6407">
                  <c:v>131.97999999999999</c:v>
                </c:pt>
                <c:pt idx="6408">
                  <c:v>238.96</c:v>
                </c:pt>
                <c:pt idx="6409">
                  <c:v>83.87</c:v>
                </c:pt>
                <c:pt idx="6410">
                  <c:v>119.96</c:v>
                </c:pt>
                <c:pt idx="6411">
                  <c:v>197.97</c:v>
                </c:pt>
                <c:pt idx="6412">
                  <c:v>197.97</c:v>
                </c:pt>
                <c:pt idx="6413">
                  <c:v>172.97</c:v>
                </c:pt>
                <c:pt idx="6414">
                  <c:v>119.96</c:v>
                </c:pt>
                <c:pt idx="6415">
                  <c:v>614.58000000000004</c:v>
                </c:pt>
                <c:pt idx="6416">
                  <c:v>307.29000000000002</c:v>
                </c:pt>
                <c:pt idx="6417">
                  <c:v>460.94</c:v>
                </c:pt>
                <c:pt idx="6418">
                  <c:v>566.17999999999995</c:v>
                </c:pt>
                <c:pt idx="6419">
                  <c:v>307.29000000000002</c:v>
                </c:pt>
                <c:pt idx="6420">
                  <c:v>307.29000000000002</c:v>
                </c:pt>
                <c:pt idx="6421">
                  <c:v>307.29000000000002</c:v>
                </c:pt>
                <c:pt idx="6422">
                  <c:v>268.57</c:v>
                </c:pt>
                <c:pt idx="6423">
                  <c:v>307.29000000000002</c:v>
                </c:pt>
                <c:pt idx="6424">
                  <c:v>307.29000000000002</c:v>
                </c:pt>
                <c:pt idx="6425">
                  <c:v>307.29000000000002</c:v>
                </c:pt>
                <c:pt idx="6426">
                  <c:v>277.04000000000002</c:v>
                </c:pt>
                <c:pt idx="6427">
                  <c:v>80.97</c:v>
                </c:pt>
                <c:pt idx="6428">
                  <c:v>97.97</c:v>
                </c:pt>
                <c:pt idx="6429">
                  <c:v>94.97</c:v>
                </c:pt>
                <c:pt idx="6430">
                  <c:v>119.97</c:v>
                </c:pt>
                <c:pt idx="6431">
                  <c:v>183.46</c:v>
                </c:pt>
                <c:pt idx="6432">
                  <c:v>59.98</c:v>
                </c:pt>
                <c:pt idx="6433">
                  <c:v>96.2</c:v>
                </c:pt>
                <c:pt idx="6434">
                  <c:v>111.97</c:v>
                </c:pt>
                <c:pt idx="6435">
                  <c:v>88.97</c:v>
                </c:pt>
                <c:pt idx="6436">
                  <c:v>55.97</c:v>
                </c:pt>
                <c:pt idx="6437">
                  <c:v>64.98</c:v>
                </c:pt>
                <c:pt idx="6438">
                  <c:v>77.97</c:v>
                </c:pt>
                <c:pt idx="6439">
                  <c:v>177.95</c:v>
                </c:pt>
                <c:pt idx="6440">
                  <c:v>129.78</c:v>
                </c:pt>
                <c:pt idx="6441">
                  <c:v>96.97</c:v>
                </c:pt>
                <c:pt idx="6442">
                  <c:v>149.96</c:v>
                </c:pt>
                <c:pt idx="6443">
                  <c:v>92.3</c:v>
                </c:pt>
                <c:pt idx="6444">
                  <c:v>84.99</c:v>
                </c:pt>
                <c:pt idx="6445">
                  <c:v>114.96</c:v>
                </c:pt>
                <c:pt idx="6446">
                  <c:v>87.98</c:v>
                </c:pt>
                <c:pt idx="6447">
                  <c:v>127.95</c:v>
                </c:pt>
                <c:pt idx="6448">
                  <c:v>65.98</c:v>
                </c:pt>
                <c:pt idx="6449">
                  <c:v>79.97</c:v>
                </c:pt>
                <c:pt idx="6450">
                  <c:v>135.96</c:v>
                </c:pt>
                <c:pt idx="6451">
                  <c:v>99.98</c:v>
                </c:pt>
                <c:pt idx="6452">
                  <c:v>84.98</c:v>
                </c:pt>
                <c:pt idx="6453">
                  <c:v>55.95</c:v>
                </c:pt>
                <c:pt idx="6454">
                  <c:v>95.72</c:v>
                </c:pt>
                <c:pt idx="6455">
                  <c:v>125.96</c:v>
                </c:pt>
                <c:pt idx="6456">
                  <c:v>115.97</c:v>
                </c:pt>
                <c:pt idx="6457">
                  <c:v>95.27</c:v>
                </c:pt>
                <c:pt idx="6458">
                  <c:v>154.96</c:v>
                </c:pt>
                <c:pt idx="6459">
                  <c:v>159.96</c:v>
                </c:pt>
                <c:pt idx="6460">
                  <c:v>85.21</c:v>
                </c:pt>
                <c:pt idx="6461">
                  <c:v>106.96</c:v>
                </c:pt>
                <c:pt idx="6462">
                  <c:v>142.78</c:v>
                </c:pt>
                <c:pt idx="6463">
                  <c:v>69.98</c:v>
                </c:pt>
                <c:pt idx="6464">
                  <c:v>106.97</c:v>
                </c:pt>
                <c:pt idx="6465">
                  <c:v>185.97</c:v>
                </c:pt>
                <c:pt idx="6466">
                  <c:v>153.96</c:v>
                </c:pt>
                <c:pt idx="6467">
                  <c:v>115.97</c:v>
                </c:pt>
                <c:pt idx="6468">
                  <c:v>96.93</c:v>
                </c:pt>
                <c:pt idx="6469">
                  <c:v>65.98</c:v>
                </c:pt>
                <c:pt idx="6470">
                  <c:v>114.69</c:v>
                </c:pt>
                <c:pt idx="6471">
                  <c:v>118.96</c:v>
                </c:pt>
                <c:pt idx="6472">
                  <c:v>106.97</c:v>
                </c:pt>
                <c:pt idx="6473">
                  <c:v>99.96</c:v>
                </c:pt>
                <c:pt idx="6474">
                  <c:v>115.97</c:v>
                </c:pt>
                <c:pt idx="6475">
                  <c:v>119.97</c:v>
                </c:pt>
                <c:pt idx="6476">
                  <c:v>99.98</c:v>
                </c:pt>
                <c:pt idx="6477">
                  <c:v>101.28</c:v>
                </c:pt>
                <c:pt idx="6478">
                  <c:v>73.97</c:v>
                </c:pt>
                <c:pt idx="6479">
                  <c:v>169.98</c:v>
                </c:pt>
                <c:pt idx="6480">
                  <c:v>169.98</c:v>
                </c:pt>
                <c:pt idx="6481">
                  <c:v>131.97999999999999</c:v>
                </c:pt>
                <c:pt idx="6482">
                  <c:v>131.97999999999999</c:v>
                </c:pt>
                <c:pt idx="6483">
                  <c:v>169.98</c:v>
                </c:pt>
                <c:pt idx="6484">
                  <c:v>99.98</c:v>
                </c:pt>
                <c:pt idx="6485">
                  <c:v>188.97</c:v>
                </c:pt>
                <c:pt idx="6486">
                  <c:v>99.98</c:v>
                </c:pt>
                <c:pt idx="6487">
                  <c:v>144.47999999999999</c:v>
                </c:pt>
                <c:pt idx="6488">
                  <c:v>169.98</c:v>
                </c:pt>
                <c:pt idx="6489">
                  <c:v>169.98</c:v>
                </c:pt>
                <c:pt idx="6490">
                  <c:v>169.98</c:v>
                </c:pt>
                <c:pt idx="6491">
                  <c:v>131.97999999999999</c:v>
                </c:pt>
                <c:pt idx="6492">
                  <c:v>169.98</c:v>
                </c:pt>
                <c:pt idx="6493">
                  <c:v>169.98</c:v>
                </c:pt>
                <c:pt idx="6494">
                  <c:v>169.98</c:v>
                </c:pt>
                <c:pt idx="6495">
                  <c:v>137.97999999999999</c:v>
                </c:pt>
                <c:pt idx="6496">
                  <c:v>121.98</c:v>
                </c:pt>
                <c:pt idx="6497">
                  <c:v>157.85</c:v>
                </c:pt>
                <c:pt idx="6498">
                  <c:v>159.97999999999999</c:v>
                </c:pt>
                <c:pt idx="6499">
                  <c:v>131.97999999999999</c:v>
                </c:pt>
                <c:pt idx="6500">
                  <c:v>150.97</c:v>
                </c:pt>
                <c:pt idx="6501">
                  <c:v>188.97</c:v>
                </c:pt>
                <c:pt idx="6502">
                  <c:v>160.1</c:v>
                </c:pt>
                <c:pt idx="6503">
                  <c:v>169.98</c:v>
                </c:pt>
                <c:pt idx="6504">
                  <c:v>169.98</c:v>
                </c:pt>
                <c:pt idx="6505">
                  <c:v>161.49</c:v>
                </c:pt>
                <c:pt idx="6506">
                  <c:v>91.88</c:v>
                </c:pt>
                <c:pt idx="6507">
                  <c:v>121.98</c:v>
                </c:pt>
                <c:pt idx="6508">
                  <c:v>169.98</c:v>
                </c:pt>
                <c:pt idx="6509">
                  <c:v>169.98</c:v>
                </c:pt>
                <c:pt idx="6510">
                  <c:v>261.64</c:v>
                </c:pt>
                <c:pt idx="6511">
                  <c:v>405.1</c:v>
                </c:pt>
                <c:pt idx="6512">
                  <c:v>337.32</c:v>
                </c:pt>
                <c:pt idx="6513">
                  <c:v>229.96</c:v>
                </c:pt>
                <c:pt idx="6514">
                  <c:v>274.95</c:v>
                </c:pt>
                <c:pt idx="6515">
                  <c:v>245.82</c:v>
                </c:pt>
                <c:pt idx="6516">
                  <c:v>271.92</c:v>
                </c:pt>
                <c:pt idx="6517">
                  <c:v>240.46</c:v>
                </c:pt>
                <c:pt idx="6518">
                  <c:v>266.95999999999998</c:v>
                </c:pt>
                <c:pt idx="6519">
                  <c:v>263.95999999999998</c:v>
                </c:pt>
                <c:pt idx="6520">
                  <c:v>199.96</c:v>
                </c:pt>
                <c:pt idx="6521">
                  <c:v>257.95</c:v>
                </c:pt>
                <c:pt idx="6522">
                  <c:v>265.45999999999998</c:v>
                </c:pt>
                <c:pt idx="6523">
                  <c:v>253.34</c:v>
                </c:pt>
                <c:pt idx="6524">
                  <c:v>172.97</c:v>
                </c:pt>
                <c:pt idx="6525">
                  <c:v>188.07</c:v>
                </c:pt>
                <c:pt idx="6526">
                  <c:v>381.93</c:v>
                </c:pt>
                <c:pt idx="6527">
                  <c:v>193.61</c:v>
                </c:pt>
                <c:pt idx="6528">
                  <c:v>336.14</c:v>
                </c:pt>
                <c:pt idx="6529">
                  <c:v>248.18</c:v>
                </c:pt>
                <c:pt idx="6530">
                  <c:v>288.97000000000003</c:v>
                </c:pt>
                <c:pt idx="6531">
                  <c:v>336.28</c:v>
                </c:pt>
                <c:pt idx="6532">
                  <c:v>84.27</c:v>
                </c:pt>
                <c:pt idx="6533">
                  <c:v>339.96</c:v>
                </c:pt>
                <c:pt idx="6534">
                  <c:v>361.14</c:v>
                </c:pt>
                <c:pt idx="6535">
                  <c:v>367.94</c:v>
                </c:pt>
                <c:pt idx="6536">
                  <c:v>126.35</c:v>
                </c:pt>
                <c:pt idx="6537">
                  <c:v>169.98</c:v>
                </c:pt>
                <c:pt idx="6538">
                  <c:v>83.48</c:v>
                </c:pt>
                <c:pt idx="6539">
                  <c:v>143.97999999999999</c:v>
                </c:pt>
                <c:pt idx="6540">
                  <c:v>186.96</c:v>
                </c:pt>
                <c:pt idx="6541">
                  <c:v>69.989999999999995</c:v>
                </c:pt>
                <c:pt idx="6542">
                  <c:v>160.53</c:v>
                </c:pt>
                <c:pt idx="6543">
                  <c:v>111.97</c:v>
                </c:pt>
                <c:pt idx="6544">
                  <c:v>131.97999999999999</c:v>
                </c:pt>
                <c:pt idx="6545">
                  <c:v>154.91999999999999</c:v>
                </c:pt>
                <c:pt idx="6546">
                  <c:v>84.99</c:v>
                </c:pt>
                <c:pt idx="6547">
                  <c:v>238.97</c:v>
                </c:pt>
                <c:pt idx="6548">
                  <c:v>84.99</c:v>
                </c:pt>
                <c:pt idx="6549">
                  <c:v>284.95</c:v>
                </c:pt>
                <c:pt idx="6550">
                  <c:v>111.97</c:v>
                </c:pt>
                <c:pt idx="6551">
                  <c:v>169.98</c:v>
                </c:pt>
                <c:pt idx="6552">
                  <c:v>199.96</c:v>
                </c:pt>
                <c:pt idx="6553">
                  <c:v>167.97</c:v>
                </c:pt>
                <c:pt idx="6554">
                  <c:v>184.97</c:v>
                </c:pt>
                <c:pt idx="6555">
                  <c:v>169.98</c:v>
                </c:pt>
                <c:pt idx="6556">
                  <c:v>169.98</c:v>
                </c:pt>
                <c:pt idx="6557">
                  <c:v>127.36</c:v>
                </c:pt>
                <c:pt idx="6558">
                  <c:v>224.95</c:v>
                </c:pt>
                <c:pt idx="6559">
                  <c:v>169.98</c:v>
                </c:pt>
                <c:pt idx="6560">
                  <c:v>184.97</c:v>
                </c:pt>
                <c:pt idx="6561">
                  <c:v>64.959999999999994</c:v>
                </c:pt>
                <c:pt idx="6562">
                  <c:v>156.78</c:v>
                </c:pt>
                <c:pt idx="6563">
                  <c:v>126.04</c:v>
                </c:pt>
                <c:pt idx="6564">
                  <c:v>50.97</c:v>
                </c:pt>
                <c:pt idx="6565">
                  <c:v>152.97999999999999</c:v>
                </c:pt>
                <c:pt idx="6566">
                  <c:v>199.78</c:v>
                </c:pt>
                <c:pt idx="6567">
                  <c:v>52.16</c:v>
                </c:pt>
                <c:pt idx="6568">
                  <c:v>169.98</c:v>
                </c:pt>
                <c:pt idx="6569">
                  <c:v>131.97999999999999</c:v>
                </c:pt>
                <c:pt idx="6570">
                  <c:v>154.97</c:v>
                </c:pt>
                <c:pt idx="6571">
                  <c:v>159.97999999999999</c:v>
                </c:pt>
                <c:pt idx="6572">
                  <c:v>169.98</c:v>
                </c:pt>
                <c:pt idx="6573">
                  <c:v>127.98</c:v>
                </c:pt>
                <c:pt idx="6574">
                  <c:v>84.99</c:v>
                </c:pt>
                <c:pt idx="6575">
                  <c:v>169.98</c:v>
                </c:pt>
                <c:pt idx="6576">
                  <c:v>69.98</c:v>
                </c:pt>
                <c:pt idx="6577">
                  <c:v>153.97999999999999</c:v>
                </c:pt>
                <c:pt idx="6578">
                  <c:v>131.97999999999999</c:v>
                </c:pt>
                <c:pt idx="6579">
                  <c:v>91.35</c:v>
                </c:pt>
                <c:pt idx="6580">
                  <c:v>83.98</c:v>
                </c:pt>
                <c:pt idx="6581">
                  <c:v>107.15</c:v>
                </c:pt>
                <c:pt idx="6582">
                  <c:v>71.959999999999994</c:v>
                </c:pt>
                <c:pt idx="6583">
                  <c:v>169.43</c:v>
                </c:pt>
                <c:pt idx="6584">
                  <c:v>134.97999999999999</c:v>
                </c:pt>
                <c:pt idx="6585">
                  <c:v>299.92</c:v>
                </c:pt>
                <c:pt idx="6586">
                  <c:v>254.97</c:v>
                </c:pt>
                <c:pt idx="6587">
                  <c:v>211.95</c:v>
                </c:pt>
                <c:pt idx="6588">
                  <c:v>254.97</c:v>
                </c:pt>
                <c:pt idx="6589">
                  <c:v>348.91</c:v>
                </c:pt>
                <c:pt idx="6590">
                  <c:v>349.91</c:v>
                </c:pt>
                <c:pt idx="6591">
                  <c:v>171.49</c:v>
                </c:pt>
                <c:pt idx="6592">
                  <c:v>199.93</c:v>
                </c:pt>
                <c:pt idx="6593">
                  <c:v>232.93</c:v>
                </c:pt>
                <c:pt idx="6594">
                  <c:v>185.94</c:v>
                </c:pt>
                <c:pt idx="6595">
                  <c:v>78.39</c:v>
                </c:pt>
                <c:pt idx="6596">
                  <c:v>79.989999999999995</c:v>
                </c:pt>
                <c:pt idx="6597">
                  <c:v>73.98</c:v>
                </c:pt>
                <c:pt idx="6598">
                  <c:v>77.34</c:v>
                </c:pt>
                <c:pt idx="6599">
                  <c:v>79.989999999999995</c:v>
                </c:pt>
                <c:pt idx="6600">
                  <c:v>81.97</c:v>
                </c:pt>
                <c:pt idx="6601">
                  <c:v>79.989999999999995</c:v>
                </c:pt>
                <c:pt idx="6602">
                  <c:v>97.36</c:v>
                </c:pt>
                <c:pt idx="6603">
                  <c:v>48.29</c:v>
                </c:pt>
                <c:pt idx="6604">
                  <c:v>46.93</c:v>
                </c:pt>
                <c:pt idx="6605">
                  <c:v>78.39</c:v>
                </c:pt>
                <c:pt idx="6606">
                  <c:v>79.989999999999995</c:v>
                </c:pt>
                <c:pt idx="6607">
                  <c:v>79.989999999999995</c:v>
                </c:pt>
                <c:pt idx="6608">
                  <c:v>65.989999999999995</c:v>
                </c:pt>
                <c:pt idx="6609">
                  <c:v>75.989999999999995</c:v>
                </c:pt>
                <c:pt idx="6610">
                  <c:v>65.989999999999995</c:v>
                </c:pt>
                <c:pt idx="6611">
                  <c:v>107.01</c:v>
                </c:pt>
                <c:pt idx="6612">
                  <c:v>79.989999999999995</c:v>
                </c:pt>
                <c:pt idx="6613">
                  <c:v>79.989999999999995</c:v>
                </c:pt>
                <c:pt idx="6614">
                  <c:v>123.98</c:v>
                </c:pt>
                <c:pt idx="6615">
                  <c:v>65.989999999999995</c:v>
                </c:pt>
                <c:pt idx="6616">
                  <c:v>47.29</c:v>
                </c:pt>
                <c:pt idx="6617">
                  <c:v>101.98</c:v>
                </c:pt>
                <c:pt idx="6618">
                  <c:v>76.790000000000006</c:v>
                </c:pt>
                <c:pt idx="6619">
                  <c:v>87.65</c:v>
                </c:pt>
                <c:pt idx="6620">
                  <c:v>84.99</c:v>
                </c:pt>
                <c:pt idx="6621">
                  <c:v>79.989999999999995</c:v>
                </c:pt>
                <c:pt idx="6622">
                  <c:v>79.989999999999995</c:v>
                </c:pt>
                <c:pt idx="6623">
                  <c:v>159.97999999999999</c:v>
                </c:pt>
                <c:pt idx="6624">
                  <c:v>35.29</c:v>
                </c:pt>
                <c:pt idx="6625">
                  <c:v>65.989999999999995</c:v>
                </c:pt>
                <c:pt idx="6626">
                  <c:v>79.989999999999995</c:v>
                </c:pt>
                <c:pt idx="6627">
                  <c:v>48.29</c:v>
                </c:pt>
                <c:pt idx="6628">
                  <c:v>79.989999999999995</c:v>
                </c:pt>
                <c:pt idx="6629">
                  <c:v>78.39</c:v>
                </c:pt>
                <c:pt idx="6630">
                  <c:v>79.98</c:v>
                </c:pt>
                <c:pt idx="6631">
                  <c:v>92.98</c:v>
                </c:pt>
                <c:pt idx="6632">
                  <c:v>125.97</c:v>
                </c:pt>
                <c:pt idx="6633">
                  <c:v>64.98</c:v>
                </c:pt>
                <c:pt idx="6634">
                  <c:v>108.58</c:v>
                </c:pt>
                <c:pt idx="6635">
                  <c:v>133.46</c:v>
                </c:pt>
                <c:pt idx="6636">
                  <c:v>79.989999999999995</c:v>
                </c:pt>
                <c:pt idx="6637">
                  <c:v>65.989999999999995</c:v>
                </c:pt>
                <c:pt idx="6638">
                  <c:v>91.98</c:v>
                </c:pt>
                <c:pt idx="6639">
                  <c:v>1.3</c:v>
                </c:pt>
                <c:pt idx="6640">
                  <c:v>79.989999999999995</c:v>
                </c:pt>
                <c:pt idx="6641">
                  <c:v>111.97</c:v>
                </c:pt>
                <c:pt idx="6642">
                  <c:v>84.99</c:v>
                </c:pt>
                <c:pt idx="6643">
                  <c:v>79.989999999999995</c:v>
                </c:pt>
                <c:pt idx="6644">
                  <c:v>263.95999999999998</c:v>
                </c:pt>
                <c:pt idx="6645">
                  <c:v>131.97999999999999</c:v>
                </c:pt>
                <c:pt idx="6646">
                  <c:v>263.95999999999998</c:v>
                </c:pt>
                <c:pt idx="6647">
                  <c:v>157.97999999999999</c:v>
                </c:pt>
                <c:pt idx="6648">
                  <c:v>140.97</c:v>
                </c:pt>
                <c:pt idx="6649">
                  <c:v>104.38</c:v>
                </c:pt>
                <c:pt idx="6650">
                  <c:v>151.97</c:v>
                </c:pt>
                <c:pt idx="6651">
                  <c:v>149.97</c:v>
                </c:pt>
                <c:pt idx="6652">
                  <c:v>131.97999999999999</c:v>
                </c:pt>
                <c:pt idx="6653">
                  <c:v>171.96</c:v>
                </c:pt>
                <c:pt idx="6654">
                  <c:v>195.99</c:v>
                </c:pt>
                <c:pt idx="6655">
                  <c:v>190.03</c:v>
                </c:pt>
                <c:pt idx="6656">
                  <c:v>197.97</c:v>
                </c:pt>
                <c:pt idx="6657">
                  <c:v>194.73</c:v>
                </c:pt>
                <c:pt idx="6658">
                  <c:v>119.97</c:v>
                </c:pt>
                <c:pt idx="6659">
                  <c:v>95.66</c:v>
                </c:pt>
                <c:pt idx="6660">
                  <c:v>226.95</c:v>
                </c:pt>
                <c:pt idx="6661">
                  <c:v>197.97</c:v>
                </c:pt>
                <c:pt idx="6662">
                  <c:v>0</c:v>
                </c:pt>
                <c:pt idx="6663">
                  <c:v>2.0499999999999998</c:v>
                </c:pt>
                <c:pt idx="6664">
                  <c:v>227.95</c:v>
                </c:pt>
                <c:pt idx="6665">
                  <c:v>131.97999999999999</c:v>
                </c:pt>
                <c:pt idx="6666">
                  <c:v>277.95</c:v>
                </c:pt>
                <c:pt idx="6667">
                  <c:v>197.97</c:v>
                </c:pt>
                <c:pt idx="6668">
                  <c:v>131.97999999999999</c:v>
                </c:pt>
                <c:pt idx="6669">
                  <c:v>209.07</c:v>
                </c:pt>
                <c:pt idx="6670">
                  <c:v>131.97999999999999</c:v>
                </c:pt>
                <c:pt idx="6671">
                  <c:v>212.96</c:v>
                </c:pt>
                <c:pt idx="6672">
                  <c:v>221.95</c:v>
                </c:pt>
                <c:pt idx="6673">
                  <c:v>197.97</c:v>
                </c:pt>
                <c:pt idx="6674">
                  <c:v>131.97999999999999</c:v>
                </c:pt>
                <c:pt idx="6675">
                  <c:v>197.97</c:v>
                </c:pt>
                <c:pt idx="6676">
                  <c:v>197.97</c:v>
                </c:pt>
                <c:pt idx="6677">
                  <c:v>252.95</c:v>
                </c:pt>
                <c:pt idx="6678">
                  <c:v>179.94</c:v>
                </c:pt>
                <c:pt idx="6679">
                  <c:v>197.97</c:v>
                </c:pt>
                <c:pt idx="6680">
                  <c:v>254.96</c:v>
                </c:pt>
                <c:pt idx="6681">
                  <c:v>254.96</c:v>
                </c:pt>
                <c:pt idx="6682">
                  <c:v>159.97999999999999</c:v>
                </c:pt>
                <c:pt idx="6683">
                  <c:v>201.96</c:v>
                </c:pt>
                <c:pt idx="6684">
                  <c:v>201.96</c:v>
                </c:pt>
                <c:pt idx="6685">
                  <c:v>272.2</c:v>
                </c:pt>
                <c:pt idx="6686">
                  <c:v>338.33</c:v>
                </c:pt>
                <c:pt idx="6687">
                  <c:v>254.96</c:v>
                </c:pt>
                <c:pt idx="6688">
                  <c:v>254.96</c:v>
                </c:pt>
                <c:pt idx="6689">
                  <c:v>280.94</c:v>
                </c:pt>
                <c:pt idx="6690">
                  <c:v>227.94</c:v>
                </c:pt>
                <c:pt idx="6691">
                  <c:v>173.85</c:v>
                </c:pt>
                <c:pt idx="6692">
                  <c:v>334.95</c:v>
                </c:pt>
                <c:pt idx="6693">
                  <c:v>168.28</c:v>
                </c:pt>
                <c:pt idx="6694">
                  <c:v>131.97999999999999</c:v>
                </c:pt>
                <c:pt idx="6695">
                  <c:v>169.98</c:v>
                </c:pt>
                <c:pt idx="6696">
                  <c:v>131.97999999999999</c:v>
                </c:pt>
                <c:pt idx="6697">
                  <c:v>49.99</c:v>
                </c:pt>
                <c:pt idx="6698">
                  <c:v>128.02000000000001</c:v>
                </c:pt>
                <c:pt idx="6699">
                  <c:v>162.52000000000001</c:v>
                </c:pt>
                <c:pt idx="6700">
                  <c:v>169.98</c:v>
                </c:pt>
                <c:pt idx="6701">
                  <c:v>101.98</c:v>
                </c:pt>
                <c:pt idx="6702">
                  <c:v>125.38</c:v>
                </c:pt>
                <c:pt idx="6703">
                  <c:v>158.28</c:v>
                </c:pt>
                <c:pt idx="6704">
                  <c:v>121.98</c:v>
                </c:pt>
                <c:pt idx="6705">
                  <c:v>132.47999999999999</c:v>
                </c:pt>
                <c:pt idx="6706">
                  <c:v>168.28</c:v>
                </c:pt>
                <c:pt idx="6707">
                  <c:v>166.58</c:v>
                </c:pt>
                <c:pt idx="6708">
                  <c:v>129.34</c:v>
                </c:pt>
                <c:pt idx="6709">
                  <c:v>169.98</c:v>
                </c:pt>
                <c:pt idx="6710">
                  <c:v>169.98</c:v>
                </c:pt>
                <c:pt idx="6711">
                  <c:v>148.83000000000001</c:v>
                </c:pt>
                <c:pt idx="6712">
                  <c:v>129.34</c:v>
                </c:pt>
                <c:pt idx="6713">
                  <c:v>117.98</c:v>
                </c:pt>
                <c:pt idx="6714">
                  <c:v>168.47</c:v>
                </c:pt>
                <c:pt idx="6715">
                  <c:v>127.98</c:v>
                </c:pt>
                <c:pt idx="6716">
                  <c:v>137.96</c:v>
                </c:pt>
                <c:pt idx="6717">
                  <c:v>358.95</c:v>
                </c:pt>
                <c:pt idx="6718">
                  <c:v>56.97</c:v>
                </c:pt>
                <c:pt idx="6719">
                  <c:v>53.98</c:v>
                </c:pt>
                <c:pt idx="6720">
                  <c:v>51.77</c:v>
                </c:pt>
                <c:pt idx="6721">
                  <c:v>103.98</c:v>
                </c:pt>
                <c:pt idx="6722">
                  <c:v>49.46</c:v>
                </c:pt>
                <c:pt idx="6723">
                  <c:v>184.97</c:v>
                </c:pt>
                <c:pt idx="6724">
                  <c:v>159.97999999999999</c:v>
                </c:pt>
                <c:pt idx="6725">
                  <c:v>135.46</c:v>
                </c:pt>
                <c:pt idx="6726">
                  <c:v>152.97</c:v>
                </c:pt>
                <c:pt idx="6727">
                  <c:v>169.98</c:v>
                </c:pt>
                <c:pt idx="6728">
                  <c:v>121.98</c:v>
                </c:pt>
                <c:pt idx="6729">
                  <c:v>121.98</c:v>
                </c:pt>
                <c:pt idx="6730">
                  <c:v>169.98</c:v>
                </c:pt>
                <c:pt idx="6731">
                  <c:v>184.97</c:v>
                </c:pt>
                <c:pt idx="6732">
                  <c:v>131.97999999999999</c:v>
                </c:pt>
                <c:pt idx="6733">
                  <c:v>197.97</c:v>
                </c:pt>
                <c:pt idx="6734">
                  <c:v>84.99</c:v>
                </c:pt>
                <c:pt idx="6735">
                  <c:v>131.97999999999999</c:v>
                </c:pt>
                <c:pt idx="6736">
                  <c:v>84.99</c:v>
                </c:pt>
                <c:pt idx="6737">
                  <c:v>184.97</c:v>
                </c:pt>
                <c:pt idx="6738">
                  <c:v>84.99</c:v>
                </c:pt>
                <c:pt idx="6739">
                  <c:v>152.97</c:v>
                </c:pt>
                <c:pt idx="6740">
                  <c:v>169.98</c:v>
                </c:pt>
                <c:pt idx="6741">
                  <c:v>161.25</c:v>
                </c:pt>
                <c:pt idx="6742">
                  <c:v>84.98</c:v>
                </c:pt>
                <c:pt idx="6743">
                  <c:v>197.97</c:v>
                </c:pt>
                <c:pt idx="6744">
                  <c:v>161.25</c:v>
                </c:pt>
                <c:pt idx="6745">
                  <c:v>169.98</c:v>
                </c:pt>
                <c:pt idx="6746">
                  <c:v>84.99</c:v>
                </c:pt>
                <c:pt idx="6747">
                  <c:v>84.99</c:v>
                </c:pt>
                <c:pt idx="6748">
                  <c:v>135.46</c:v>
                </c:pt>
                <c:pt idx="6749">
                  <c:v>184.97</c:v>
                </c:pt>
                <c:pt idx="6750">
                  <c:v>264.97000000000003</c:v>
                </c:pt>
                <c:pt idx="6751">
                  <c:v>169.98</c:v>
                </c:pt>
                <c:pt idx="6752">
                  <c:v>84.99</c:v>
                </c:pt>
                <c:pt idx="6753">
                  <c:v>264.97000000000003</c:v>
                </c:pt>
                <c:pt idx="6754">
                  <c:v>84.99</c:v>
                </c:pt>
                <c:pt idx="6755">
                  <c:v>84.99</c:v>
                </c:pt>
                <c:pt idx="6756">
                  <c:v>159.97999999999999</c:v>
                </c:pt>
                <c:pt idx="6757">
                  <c:v>84.99</c:v>
                </c:pt>
                <c:pt idx="6758">
                  <c:v>83.98</c:v>
                </c:pt>
                <c:pt idx="6759">
                  <c:v>54.07</c:v>
                </c:pt>
                <c:pt idx="6760">
                  <c:v>169.98</c:v>
                </c:pt>
                <c:pt idx="6761">
                  <c:v>83.98</c:v>
                </c:pt>
                <c:pt idx="6762">
                  <c:v>84.99</c:v>
                </c:pt>
                <c:pt idx="6763">
                  <c:v>197.97</c:v>
                </c:pt>
                <c:pt idx="6764">
                  <c:v>54.07</c:v>
                </c:pt>
                <c:pt idx="6765">
                  <c:v>197.97</c:v>
                </c:pt>
                <c:pt idx="6766">
                  <c:v>84.98</c:v>
                </c:pt>
                <c:pt idx="6767">
                  <c:v>51.48</c:v>
                </c:pt>
                <c:pt idx="6768">
                  <c:v>41.29</c:v>
                </c:pt>
                <c:pt idx="6769">
                  <c:v>84.99</c:v>
                </c:pt>
                <c:pt idx="6770">
                  <c:v>50.98</c:v>
                </c:pt>
                <c:pt idx="6771">
                  <c:v>46.29</c:v>
                </c:pt>
                <c:pt idx="6772">
                  <c:v>62.09</c:v>
                </c:pt>
                <c:pt idx="6773">
                  <c:v>62.09</c:v>
                </c:pt>
                <c:pt idx="6774">
                  <c:v>99.98</c:v>
                </c:pt>
                <c:pt idx="6775">
                  <c:v>149.97</c:v>
                </c:pt>
                <c:pt idx="6776">
                  <c:v>69.989999999999995</c:v>
                </c:pt>
                <c:pt idx="6777">
                  <c:v>126.11</c:v>
                </c:pt>
                <c:pt idx="6778">
                  <c:v>83.63</c:v>
                </c:pt>
                <c:pt idx="6779">
                  <c:v>84.99</c:v>
                </c:pt>
                <c:pt idx="6780">
                  <c:v>84.99</c:v>
                </c:pt>
                <c:pt idx="6781">
                  <c:v>84.3</c:v>
                </c:pt>
                <c:pt idx="6782">
                  <c:v>70.989999999999995</c:v>
                </c:pt>
                <c:pt idx="6783">
                  <c:v>51.48</c:v>
                </c:pt>
                <c:pt idx="6784">
                  <c:v>84.99</c:v>
                </c:pt>
                <c:pt idx="6785">
                  <c:v>169.98</c:v>
                </c:pt>
                <c:pt idx="6786">
                  <c:v>113.07</c:v>
                </c:pt>
                <c:pt idx="6787">
                  <c:v>61.73</c:v>
                </c:pt>
                <c:pt idx="6788">
                  <c:v>82.64</c:v>
                </c:pt>
                <c:pt idx="6789">
                  <c:v>62.99</c:v>
                </c:pt>
                <c:pt idx="6790">
                  <c:v>65.989999999999995</c:v>
                </c:pt>
                <c:pt idx="6791">
                  <c:v>78</c:v>
                </c:pt>
                <c:pt idx="6792">
                  <c:v>73.989999999999995</c:v>
                </c:pt>
                <c:pt idx="6793">
                  <c:v>56.09</c:v>
                </c:pt>
                <c:pt idx="6794">
                  <c:v>50.45</c:v>
                </c:pt>
                <c:pt idx="6795">
                  <c:v>47.29</c:v>
                </c:pt>
                <c:pt idx="6796">
                  <c:v>84.99</c:v>
                </c:pt>
                <c:pt idx="6797">
                  <c:v>80.98</c:v>
                </c:pt>
                <c:pt idx="6798">
                  <c:v>85.48</c:v>
                </c:pt>
                <c:pt idx="6799">
                  <c:v>138.96</c:v>
                </c:pt>
                <c:pt idx="6800">
                  <c:v>84.99</c:v>
                </c:pt>
                <c:pt idx="6801">
                  <c:v>66.44</c:v>
                </c:pt>
                <c:pt idx="6802">
                  <c:v>84.99</c:v>
                </c:pt>
                <c:pt idx="6803">
                  <c:v>-1.3</c:v>
                </c:pt>
                <c:pt idx="6804">
                  <c:v>84.99</c:v>
                </c:pt>
                <c:pt idx="6805">
                  <c:v>84.99</c:v>
                </c:pt>
                <c:pt idx="6806">
                  <c:v>84.99</c:v>
                </c:pt>
                <c:pt idx="6807">
                  <c:v>95.38</c:v>
                </c:pt>
                <c:pt idx="6808">
                  <c:v>89.98</c:v>
                </c:pt>
                <c:pt idx="6809">
                  <c:v>82.36</c:v>
                </c:pt>
                <c:pt idx="6810">
                  <c:v>84.99</c:v>
                </c:pt>
                <c:pt idx="6811">
                  <c:v>84.98</c:v>
                </c:pt>
                <c:pt idx="6812">
                  <c:v>294.95999999999998</c:v>
                </c:pt>
                <c:pt idx="6813">
                  <c:v>294.95999999999998</c:v>
                </c:pt>
                <c:pt idx="6814">
                  <c:v>213.96</c:v>
                </c:pt>
                <c:pt idx="6815">
                  <c:v>197.97</c:v>
                </c:pt>
                <c:pt idx="6816">
                  <c:v>206.97</c:v>
                </c:pt>
                <c:pt idx="6817">
                  <c:v>254.97</c:v>
                </c:pt>
                <c:pt idx="6818">
                  <c:v>213.96</c:v>
                </c:pt>
                <c:pt idx="6819">
                  <c:v>197.97</c:v>
                </c:pt>
                <c:pt idx="6820">
                  <c:v>254.97</c:v>
                </c:pt>
                <c:pt idx="6821">
                  <c:v>270.95999999999998</c:v>
                </c:pt>
                <c:pt idx="6822">
                  <c:v>254.97</c:v>
                </c:pt>
                <c:pt idx="6823">
                  <c:v>254.97</c:v>
                </c:pt>
                <c:pt idx="6824">
                  <c:v>131.97999999999999</c:v>
                </c:pt>
                <c:pt idx="6825">
                  <c:v>197.97</c:v>
                </c:pt>
                <c:pt idx="6826">
                  <c:v>121.98</c:v>
                </c:pt>
                <c:pt idx="6827">
                  <c:v>197.97</c:v>
                </c:pt>
                <c:pt idx="6828">
                  <c:v>197.97</c:v>
                </c:pt>
                <c:pt idx="6829">
                  <c:v>159.91999999999999</c:v>
                </c:pt>
                <c:pt idx="6830">
                  <c:v>171.97</c:v>
                </c:pt>
                <c:pt idx="6831">
                  <c:v>247.94</c:v>
                </c:pt>
                <c:pt idx="6832">
                  <c:v>121.98</c:v>
                </c:pt>
                <c:pt idx="6833">
                  <c:v>131.97999999999999</c:v>
                </c:pt>
                <c:pt idx="6834">
                  <c:v>105.98</c:v>
                </c:pt>
                <c:pt idx="6835">
                  <c:v>199.47</c:v>
                </c:pt>
                <c:pt idx="6836">
                  <c:v>131.97999999999999</c:v>
                </c:pt>
                <c:pt idx="6837">
                  <c:v>99.98</c:v>
                </c:pt>
                <c:pt idx="6838">
                  <c:v>137.96</c:v>
                </c:pt>
                <c:pt idx="6839">
                  <c:v>131.97999999999999</c:v>
                </c:pt>
                <c:pt idx="6840">
                  <c:v>173.97</c:v>
                </c:pt>
                <c:pt idx="6841">
                  <c:v>124.15</c:v>
                </c:pt>
                <c:pt idx="6842">
                  <c:v>197.97</c:v>
                </c:pt>
                <c:pt idx="6843">
                  <c:v>117.61</c:v>
                </c:pt>
                <c:pt idx="6844">
                  <c:v>383.32</c:v>
                </c:pt>
                <c:pt idx="6845">
                  <c:v>487.52</c:v>
                </c:pt>
                <c:pt idx="6846">
                  <c:v>65.989999999999995</c:v>
                </c:pt>
                <c:pt idx="6847">
                  <c:v>307.39999999999998</c:v>
                </c:pt>
                <c:pt idx="6848">
                  <c:v>147.6</c:v>
                </c:pt>
                <c:pt idx="6849">
                  <c:v>263.95999999999998</c:v>
                </c:pt>
                <c:pt idx="6850">
                  <c:v>181.97</c:v>
                </c:pt>
                <c:pt idx="6851">
                  <c:v>181.97</c:v>
                </c:pt>
                <c:pt idx="6852">
                  <c:v>280.68</c:v>
                </c:pt>
                <c:pt idx="6853">
                  <c:v>278.95</c:v>
                </c:pt>
                <c:pt idx="6854">
                  <c:v>263.95999999999998</c:v>
                </c:pt>
                <c:pt idx="6855">
                  <c:v>178.17</c:v>
                </c:pt>
                <c:pt idx="6856">
                  <c:v>178.17</c:v>
                </c:pt>
                <c:pt idx="6857">
                  <c:v>232.96</c:v>
                </c:pt>
                <c:pt idx="6858">
                  <c:v>269.51</c:v>
                </c:pt>
                <c:pt idx="6859">
                  <c:v>457.84</c:v>
                </c:pt>
                <c:pt idx="6860">
                  <c:v>99.98</c:v>
                </c:pt>
                <c:pt idx="6861">
                  <c:v>280.68</c:v>
                </c:pt>
                <c:pt idx="6862">
                  <c:v>457.84</c:v>
                </c:pt>
                <c:pt idx="6863">
                  <c:v>232.96</c:v>
                </c:pt>
                <c:pt idx="6864">
                  <c:v>313.95</c:v>
                </c:pt>
                <c:pt idx="6865">
                  <c:v>278.95</c:v>
                </c:pt>
                <c:pt idx="6866">
                  <c:v>269.51</c:v>
                </c:pt>
                <c:pt idx="6867">
                  <c:v>313.95</c:v>
                </c:pt>
                <c:pt idx="6868">
                  <c:v>340.13</c:v>
                </c:pt>
                <c:pt idx="6869">
                  <c:v>340.13</c:v>
                </c:pt>
                <c:pt idx="6870">
                  <c:v>348.24</c:v>
                </c:pt>
                <c:pt idx="6871">
                  <c:v>348.24</c:v>
                </c:pt>
                <c:pt idx="6872">
                  <c:v>99.98</c:v>
                </c:pt>
                <c:pt idx="6873">
                  <c:v>199.96</c:v>
                </c:pt>
                <c:pt idx="6874">
                  <c:v>213.93</c:v>
                </c:pt>
                <c:pt idx="6875">
                  <c:v>339.96</c:v>
                </c:pt>
                <c:pt idx="6876">
                  <c:v>255.96</c:v>
                </c:pt>
                <c:pt idx="6877">
                  <c:v>217.96</c:v>
                </c:pt>
                <c:pt idx="6878">
                  <c:v>174.97</c:v>
                </c:pt>
                <c:pt idx="6879">
                  <c:v>269.95999999999998</c:v>
                </c:pt>
                <c:pt idx="6880">
                  <c:v>339.96</c:v>
                </c:pt>
                <c:pt idx="6881">
                  <c:v>293.93</c:v>
                </c:pt>
                <c:pt idx="6882">
                  <c:v>212.97</c:v>
                </c:pt>
                <c:pt idx="6883">
                  <c:v>77.98</c:v>
                </c:pt>
                <c:pt idx="6884">
                  <c:v>169.98</c:v>
                </c:pt>
                <c:pt idx="6885">
                  <c:v>102.96</c:v>
                </c:pt>
                <c:pt idx="6886">
                  <c:v>113.97</c:v>
                </c:pt>
                <c:pt idx="6887">
                  <c:v>77.97</c:v>
                </c:pt>
                <c:pt idx="6888">
                  <c:v>62.98</c:v>
                </c:pt>
                <c:pt idx="6889">
                  <c:v>99.98</c:v>
                </c:pt>
                <c:pt idx="6890">
                  <c:v>79.98</c:v>
                </c:pt>
                <c:pt idx="6891">
                  <c:v>92.87</c:v>
                </c:pt>
                <c:pt idx="6892">
                  <c:v>79.98</c:v>
                </c:pt>
                <c:pt idx="6893">
                  <c:v>116.82</c:v>
                </c:pt>
                <c:pt idx="6894">
                  <c:v>99.98</c:v>
                </c:pt>
                <c:pt idx="6895">
                  <c:v>99.98</c:v>
                </c:pt>
                <c:pt idx="6896">
                  <c:v>138.96</c:v>
                </c:pt>
                <c:pt idx="6897">
                  <c:v>89.97</c:v>
                </c:pt>
                <c:pt idx="6898">
                  <c:v>98.98</c:v>
                </c:pt>
                <c:pt idx="6899">
                  <c:v>94.31</c:v>
                </c:pt>
                <c:pt idx="6900">
                  <c:v>88.98</c:v>
                </c:pt>
                <c:pt idx="6901">
                  <c:v>90.57</c:v>
                </c:pt>
                <c:pt idx="6902">
                  <c:v>99.98</c:v>
                </c:pt>
                <c:pt idx="6903">
                  <c:v>112.97</c:v>
                </c:pt>
                <c:pt idx="6904">
                  <c:v>105.96</c:v>
                </c:pt>
                <c:pt idx="6905">
                  <c:v>118.53</c:v>
                </c:pt>
                <c:pt idx="6906">
                  <c:v>125.96</c:v>
                </c:pt>
                <c:pt idx="6907">
                  <c:v>113.97</c:v>
                </c:pt>
                <c:pt idx="6908">
                  <c:v>99.98</c:v>
                </c:pt>
                <c:pt idx="6909">
                  <c:v>79.98</c:v>
                </c:pt>
                <c:pt idx="6910">
                  <c:v>99.98</c:v>
                </c:pt>
                <c:pt idx="6911">
                  <c:v>79.98</c:v>
                </c:pt>
                <c:pt idx="6912">
                  <c:v>75.84</c:v>
                </c:pt>
                <c:pt idx="6913">
                  <c:v>108.3</c:v>
                </c:pt>
                <c:pt idx="6914">
                  <c:v>84.98</c:v>
                </c:pt>
                <c:pt idx="6915">
                  <c:v>131.97999999999999</c:v>
                </c:pt>
                <c:pt idx="6916">
                  <c:v>251.82</c:v>
                </c:pt>
                <c:pt idx="6917">
                  <c:v>206.95</c:v>
                </c:pt>
                <c:pt idx="6918">
                  <c:v>26.99</c:v>
                </c:pt>
                <c:pt idx="6919">
                  <c:v>121.98</c:v>
                </c:pt>
                <c:pt idx="6920">
                  <c:v>171.96</c:v>
                </c:pt>
                <c:pt idx="6921">
                  <c:v>155.58000000000001</c:v>
                </c:pt>
                <c:pt idx="6922">
                  <c:v>65.989999999999995</c:v>
                </c:pt>
                <c:pt idx="6923">
                  <c:v>131.97999999999999</c:v>
                </c:pt>
                <c:pt idx="6924">
                  <c:v>151.96</c:v>
                </c:pt>
                <c:pt idx="6925">
                  <c:v>214.95</c:v>
                </c:pt>
                <c:pt idx="6926">
                  <c:v>232.96</c:v>
                </c:pt>
                <c:pt idx="6927">
                  <c:v>131.97999999999999</c:v>
                </c:pt>
                <c:pt idx="6928">
                  <c:v>237.95</c:v>
                </c:pt>
                <c:pt idx="6929">
                  <c:v>197.97</c:v>
                </c:pt>
                <c:pt idx="6930">
                  <c:v>131.97999999999999</c:v>
                </c:pt>
                <c:pt idx="6931">
                  <c:v>101.96</c:v>
                </c:pt>
                <c:pt idx="6932">
                  <c:v>285.44</c:v>
                </c:pt>
                <c:pt idx="6933">
                  <c:v>212.96</c:v>
                </c:pt>
                <c:pt idx="6934">
                  <c:v>212.96</c:v>
                </c:pt>
                <c:pt idx="6935">
                  <c:v>212.96</c:v>
                </c:pt>
                <c:pt idx="6936">
                  <c:v>212.96</c:v>
                </c:pt>
                <c:pt idx="6937">
                  <c:v>212.96</c:v>
                </c:pt>
                <c:pt idx="6938">
                  <c:v>146.97</c:v>
                </c:pt>
                <c:pt idx="6939">
                  <c:v>212.96</c:v>
                </c:pt>
                <c:pt idx="6940">
                  <c:v>212.96</c:v>
                </c:pt>
                <c:pt idx="6941">
                  <c:v>212.96</c:v>
                </c:pt>
                <c:pt idx="6942">
                  <c:v>225.45</c:v>
                </c:pt>
                <c:pt idx="6943">
                  <c:v>242.95</c:v>
                </c:pt>
                <c:pt idx="6944">
                  <c:v>212.96</c:v>
                </c:pt>
                <c:pt idx="6945">
                  <c:v>212.96</c:v>
                </c:pt>
                <c:pt idx="6946">
                  <c:v>165.95</c:v>
                </c:pt>
                <c:pt idx="6947">
                  <c:v>235.97</c:v>
                </c:pt>
                <c:pt idx="6948">
                  <c:v>192.95</c:v>
                </c:pt>
                <c:pt idx="6949">
                  <c:v>197.97</c:v>
                </c:pt>
                <c:pt idx="6950">
                  <c:v>339.96</c:v>
                </c:pt>
                <c:pt idx="6951">
                  <c:v>339.96</c:v>
                </c:pt>
                <c:pt idx="6952">
                  <c:v>339.96</c:v>
                </c:pt>
                <c:pt idx="6953">
                  <c:v>339.96</c:v>
                </c:pt>
                <c:pt idx="6954">
                  <c:v>275.37</c:v>
                </c:pt>
                <c:pt idx="6955">
                  <c:v>339.96</c:v>
                </c:pt>
                <c:pt idx="6956">
                  <c:v>339.96</c:v>
                </c:pt>
                <c:pt idx="6957">
                  <c:v>293.93</c:v>
                </c:pt>
                <c:pt idx="6958">
                  <c:v>294.47000000000003</c:v>
                </c:pt>
                <c:pt idx="6959">
                  <c:v>339.96</c:v>
                </c:pt>
                <c:pt idx="6960">
                  <c:v>426.45</c:v>
                </c:pt>
                <c:pt idx="6961">
                  <c:v>205.93</c:v>
                </c:pt>
                <c:pt idx="6962">
                  <c:v>279.95999999999998</c:v>
                </c:pt>
                <c:pt idx="6963">
                  <c:v>424.95</c:v>
                </c:pt>
                <c:pt idx="6964">
                  <c:v>158.38</c:v>
                </c:pt>
                <c:pt idx="6965">
                  <c:v>159.97999999999999</c:v>
                </c:pt>
                <c:pt idx="6966">
                  <c:v>156.68</c:v>
                </c:pt>
                <c:pt idx="6967">
                  <c:v>20.49</c:v>
                </c:pt>
                <c:pt idx="6968">
                  <c:v>21.24</c:v>
                </c:pt>
                <c:pt idx="6969">
                  <c:v>168.38</c:v>
                </c:pt>
                <c:pt idx="6970">
                  <c:v>20.49</c:v>
                </c:pt>
                <c:pt idx="6971">
                  <c:v>121.98</c:v>
                </c:pt>
                <c:pt idx="6972">
                  <c:v>121.98</c:v>
                </c:pt>
                <c:pt idx="6973">
                  <c:v>148.38</c:v>
                </c:pt>
                <c:pt idx="6974">
                  <c:v>153.5</c:v>
                </c:pt>
                <c:pt idx="6975">
                  <c:v>158.38</c:v>
                </c:pt>
                <c:pt idx="6976">
                  <c:v>120.76</c:v>
                </c:pt>
                <c:pt idx="6977">
                  <c:v>121.98</c:v>
                </c:pt>
                <c:pt idx="6978">
                  <c:v>159.97999999999999</c:v>
                </c:pt>
                <c:pt idx="6979">
                  <c:v>159.97999999999999</c:v>
                </c:pt>
                <c:pt idx="6980">
                  <c:v>74.989999999999995</c:v>
                </c:pt>
                <c:pt idx="6981">
                  <c:v>158.38</c:v>
                </c:pt>
                <c:pt idx="6982">
                  <c:v>158.19</c:v>
                </c:pt>
                <c:pt idx="6983">
                  <c:v>159.97999999999999</c:v>
                </c:pt>
                <c:pt idx="6984">
                  <c:v>158.38</c:v>
                </c:pt>
                <c:pt idx="6985">
                  <c:v>84.99</c:v>
                </c:pt>
                <c:pt idx="6986">
                  <c:v>119.54</c:v>
                </c:pt>
                <c:pt idx="6987">
                  <c:v>111.98</c:v>
                </c:pt>
                <c:pt idx="6988">
                  <c:v>308.93</c:v>
                </c:pt>
                <c:pt idx="6989">
                  <c:v>367.94</c:v>
                </c:pt>
                <c:pt idx="6990">
                  <c:v>326.95</c:v>
                </c:pt>
                <c:pt idx="6991">
                  <c:v>293.94</c:v>
                </c:pt>
                <c:pt idx="6992">
                  <c:v>352.93</c:v>
                </c:pt>
                <c:pt idx="6993">
                  <c:v>172.97</c:v>
                </c:pt>
                <c:pt idx="6994">
                  <c:v>322.95</c:v>
                </c:pt>
                <c:pt idx="6995">
                  <c:v>323.93</c:v>
                </c:pt>
                <c:pt idx="6996">
                  <c:v>313.95</c:v>
                </c:pt>
                <c:pt idx="6997">
                  <c:v>344.95</c:v>
                </c:pt>
                <c:pt idx="6998">
                  <c:v>400.92</c:v>
                </c:pt>
                <c:pt idx="6999">
                  <c:v>225.95</c:v>
                </c:pt>
                <c:pt idx="7000">
                  <c:v>344.49</c:v>
                </c:pt>
                <c:pt idx="7001">
                  <c:v>227.95</c:v>
                </c:pt>
                <c:pt idx="7002">
                  <c:v>244.95</c:v>
                </c:pt>
                <c:pt idx="7003">
                  <c:v>247.96</c:v>
                </c:pt>
                <c:pt idx="7004">
                  <c:v>288.74</c:v>
                </c:pt>
                <c:pt idx="7005">
                  <c:v>147.41999999999999</c:v>
                </c:pt>
                <c:pt idx="7006">
                  <c:v>112</c:v>
                </c:pt>
                <c:pt idx="7007">
                  <c:v>166.58</c:v>
                </c:pt>
                <c:pt idx="7008">
                  <c:v>145.97</c:v>
                </c:pt>
                <c:pt idx="7009">
                  <c:v>63.96</c:v>
                </c:pt>
                <c:pt idx="7010">
                  <c:v>150.58000000000001</c:v>
                </c:pt>
                <c:pt idx="7011">
                  <c:v>131.97999999999999</c:v>
                </c:pt>
                <c:pt idx="7012">
                  <c:v>154.18</c:v>
                </c:pt>
                <c:pt idx="7013">
                  <c:v>169.98</c:v>
                </c:pt>
                <c:pt idx="7014">
                  <c:v>169.98</c:v>
                </c:pt>
                <c:pt idx="7015">
                  <c:v>99.98</c:v>
                </c:pt>
                <c:pt idx="7016">
                  <c:v>152.97999999999999</c:v>
                </c:pt>
                <c:pt idx="7017">
                  <c:v>150.18</c:v>
                </c:pt>
                <c:pt idx="7018">
                  <c:v>113.47</c:v>
                </c:pt>
                <c:pt idx="7019">
                  <c:v>137.97999999999999</c:v>
                </c:pt>
                <c:pt idx="7020">
                  <c:v>171.96</c:v>
                </c:pt>
                <c:pt idx="7021">
                  <c:v>142.97</c:v>
                </c:pt>
                <c:pt idx="7022">
                  <c:v>165.97</c:v>
                </c:pt>
                <c:pt idx="7023">
                  <c:v>131.97999999999999</c:v>
                </c:pt>
                <c:pt idx="7024">
                  <c:v>79.98</c:v>
                </c:pt>
                <c:pt idx="7025">
                  <c:v>136.53</c:v>
                </c:pt>
                <c:pt idx="7026">
                  <c:v>162.97</c:v>
                </c:pt>
                <c:pt idx="7027">
                  <c:v>154.34</c:v>
                </c:pt>
                <c:pt idx="7028">
                  <c:v>156.78</c:v>
                </c:pt>
                <c:pt idx="7029">
                  <c:v>152.97</c:v>
                </c:pt>
                <c:pt idx="7030">
                  <c:v>162.97</c:v>
                </c:pt>
                <c:pt idx="7031">
                  <c:v>123.48</c:v>
                </c:pt>
                <c:pt idx="7032">
                  <c:v>141.46</c:v>
                </c:pt>
                <c:pt idx="7033">
                  <c:v>159.97999999999999</c:v>
                </c:pt>
                <c:pt idx="7034">
                  <c:v>159.97999999999999</c:v>
                </c:pt>
                <c:pt idx="7035">
                  <c:v>163.27000000000001</c:v>
                </c:pt>
                <c:pt idx="7036">
                  <c:v>156.47999999999999</c:v>
                </c:pt>
                <c:pt idx="7037">
                  <c:v>124.97</c:v>
                </c:pt>
                <c:pt idx="7038">
                  <c:v>158.61000000000001</c:v>
                </c:pt>
                <c:pt idx="7039">
                  <c:v>131.18</c:v>
                </c:pt>
                <c:pt idx="7040">
                  <c:v>29.88</c:v>
                </c:pt>
                <c:pt idx="7041">
                  <c:v>162.97</c:v>
                </c:pt>
                <c:pt idx="7042">
                  <c:v>48.98</c:v>
                </c:pt>
                <c:pt idx="7043">
                  <c:v>189.96</c:v>
                </c:pt>
                <c:pt idx="7044">
                  <c:v>159.97999999999999</c:v>
                </c:pt>
                <c:pt idx="7045">
                  <c:v>156.81</c:v>
                </c:pt>
                <c:pt idx="7046">
                  <c:v>122.48</c:v>
                </c:pt>
                <c:pt idx="7047">
                  <c:v>185.97</c:v>
                </c:pt>
                <c:pt idx="7048">
                  <c:v>169.98</c:v>
                </c:pt>
                <c:pt idx="7049">
                  <c:v>169.98</c:v>
                </c:pt>
                <c:pt idx="7050">
                  <c:v>169.98</c:v>
                </c:pt>
                <c:pt idx="7051">
                  <c:v>203.96</c:v>
                </c:pt>
                <c:pt idx="7052">
                  <c:v>143.97999999999999</c:v>
                </c:pt>
                <c:pt idx="7053">
                  <c:v>188.97</c:v>
                </c:pt>
                <c:pt idx="7054">
                  <c:v>131.97999999999999</c:v>
                </c:pt>
                <c:pt idx="7055">
                  <c:v>99.98</c:v>
                </c:pt>
                <c:pt idx="7056">
                  <c:v>188.97</c:v>
                </c:pt>
                <c:pt idx="7057">
                  <c:v>147.97999999999999</c:v>
                </c:pt>
                <c:pt idx="7058">
                  <c:v>169.98</c:v>
                </c:pt>
                <c:pt idx="7059">
                  <c:v>150.97</c:v>
                </c:pt>
                <c:pt idx="7060">
                  <c:v>131.97999999999999</c:v>
                </c:pt>
                <c:pt idx="7061">
                  <c:v>121.98</c:v>
                </c:pt>
                <c:pt idx="7062">
                  <c:v>150.97</c:v>
                </c:pt>
                <c:pt idx="7063">
                  <c:v>169.98</c:v>
                </c:pt>
                <c:pt idx="7064">
                  <c:v>188.97</c:v>
                </c:pt>
                <c:pt idx="7065">
                  <c:v>169.98</c:v>
                </c:pt>
                <c:pt idx="7066">
                  <c:v>130.38</c:v>
                </c:pt>
                <c:pt idx="7067">
                  <c:v>169.98</c:v>
                </c:pt>
                <c:pt idx="7068">
                  <c:v>169.98</c:v>
                </c:pt>
                <c:pt idx="7069">
                  <c:v>169.98</c:v>
                </c:pt>
                <c:pt idx="7070">
                  <c:v>172.97</c:v>
                </c:pt>
                <c:pt idx="7071">
                  <c:v>140.97</c:v>
                </c:pt>
                <c:pt idx="7072">
                  <c:v>178.97</c:v>
                </c:pt>
                <c:pt idx="7073">
                  <c:v>169.98</c:v>
                </c:pt>
                <c:pt idx="7074">
                  <c:v>169.98</c:v>
                </c:pt>
                <c:pt idx="7075">
                  <c:v>169.98</c:v>
                </c:pt>
                <c:pt idx="7076">
                  <c:v>150.97</c:v>
                </c:pt>
                <c:pt idx="7077">
                  <c:v>169.98</c:v>
                </c:pt>
                <c:pt idx="7078">
                  <c:v>137.97999999999999</c:v>
                </c:pt>
                <c:pt idx="7079">
                  <c:v>239.54</c:v>
                </c:pt>
                <c:pt idx="7080">
                  <c:v>245.54</c:v>
                </c:pt>
                <c:pt idx="7081">
                  <c:v>255.1</c:v>
                </c:pt>
                <c:pt idx="7082">
                  <c:v>254.71</c:v>
                </c:pt>
                <c:pt idx="7083">
                  <c:v>254.31</c:v>
                </c:pt>
                <c:pt idx="7084">
                  <c:v>333.85</c:v>
                </c:pt>
                <c:pt idx="7085">
                  <c:v>294.66000000000003</c:v>
                </c:pt>
                <c:pt idx="7086">
                  <c:v>162.09</c:v>
                </c:pt>
                <c:pt idx="7087">
                  <c:v>51.98</c:v>
                </c:pt>
                <c:pt idx="7088">
                  <c:v>237.56</c:v>
                </c:pt>
                <c:pt idx="7089">
                  <c:v>214.96</c:v>
                </c:pt>
                <c:pt idx="7090">
                  <c:v>214.96</c:v>
                </c:pt>
                <c:pt idx="7091">
                  <c:v>323.51</c:v>
                </c:pt>
                <c:pt idx="7092">
                  <c:v>329.95</c:v>
                </c:pt>
                <c:pt idx="7093">
                  <c:v>148.97</c:v>
                </c:pt>
                <c:pt idx="7094">
                  <c:v>293.95</c:v>
                </c:pt>
                <c:pt idx="7095">
                  <c:v>280.95</c:v>
                </c:pt>
                <c:pt idx="7096">
                  <c:v>197.97</c:v>
                </c:pt>
                <c:pt idx="7097">
                  <c:v>16.989999999999998</c:v>
                </c:pt>
                <c:pt idx="7098">
                  <c:v>170.96</c:v>
                </c:pt>
                <c:pt idx="7099">
                  <c:v>176.97</c:v>
                </c:pt>
                <c:pt idx="7100">
                  <c:v>197.97</c:v>
                </c:pt>
                <c:pt idx="7101">
                  <c:v>52.97</c:v>
                </c:pt>
                <c:pt idx="7102">
                  <c:v>69.98</c:v>
                </c:pt>
                <c:pt idx="7103">
                  <c:v>45.7</c:v>
                </c:pt>
                <c:pt idx="7104">
                  <c:v>197.97</c:v>
                </c:pt>
                <c:pt idx="7105">
                  <c:v>-329.14</c:v>
                </c:pt>
                <c:pt idx="7106">
                  <c:v>71.92</c:v>
                </c:pt>
                <c:pt idx="7107">
                  <c:v>254.78</c:v>
                </c:pt>
                <c:pt idx="7108">
                  <c:v>404.88</c:v>
                </c:pt>
                <c:pt idx="7109">
                  <c:v>503.02</c:v>
                </c:pt>
                <c:pt idx="7110">
                  <c:v>509.94</c:v>
                </c:pt>
                <c:pt idx="7111">
                  <c:v>835.84</c:v>
                </c:pt>
                <c:pt idx="7112">
                  <c:v>547.79</c:v>
                </c:pt>
                <c:pt idx="7113">
                  <c:v>679.92</c:v>
                </c:pt>
                <c:pt idx="7114">
                  <c:v>199.96</c:v>
                </c:pt>
                <c:pt idx="7115">
                  <c:v>199.96</c:v>
                </c:pt>
                <c:pt idx="7116">
                  <c:v>299.94</c:v>
                </c:pt>
                <c:pt idx="7117">
                  <c:v>112.97</c:v>
                </c:pt>
                <c:pt idx="7118">
                  <c:v>290.89</c:v>
                </c:pt>
                <c:pt idx="7119">
                  <c:v>237.94</c:v>
                </c:pt>
                <c:pt idx="7120">
                  <c:v>292.52999999999997</c:v>
                </c:pt>
                <c:pt idx="7121">
                  <c:v>225.94</c:v>
                </c:pt>
                <c:pt idx="7122">
                  <c:v>324.89</c:v>
                </c:pt>
                <c:pt idx="7123">
                  <c:v>289.18</c:v>
                </c:pt>
                <c:pt idx="7124">
                  <c:v>275.94</c:v>
                </c:pt>
                <c:pt idx="7125">
                  <c:v>240.27</c:v>
                </c:pt>
                <c:pt idx="7126">
                  <c:v>125.93</c:v>
                </c:pt>
                <c:pt idx="7127">
                  <c:v>214.9</c:v>
                </c:pt>
                <c:pt idx="7128">
                  <c:v>157.72</c:v>
                </c:pt>
                <c:pt idx="7129">
                  <c:v>208.4</c:v>
                </c:pt>
                <c:pt idx="7130">
                  <c:v>141.61000000000001</c:v>
                </c:pt>
                <c:pt idx="7131">
                  <c:v>230.87</c:v>
                </c:pt>
                <c:pt idx="7132">
                  <c:v>214.9</c:v>
                </c:pt>
                <c:pt idx="7133">
                  <c:v>125.93</c:v>
                </c:pt>
                <c:pt idx="7134">
                  <c:v>161.91</c:v>
                </c:pt>
                <c:pt idx="7135">
                  <c:v>179.9</c:v>
                </c:pt>
                <c:pt idx="7136">
                  <c:v>251.86</c:v>
                </c:pt>
                <c:pt idx="7137">
                  <c:v>174.5</c:v>
                </c:pt>
                <c:pt idx="7138">
                  <c:v>80.17</c:v>
                </c:pt>
                <c:pt idx="7139">
                  <c:v>171.92</c:v>
                </c:pt>
                <c:pt idx="7140">
                  <c:v>104.94</c:v>
                </c:pt>
                <c:pt idx="7141">
                  <c:v>380.32</c:v>
                </c:pt>
                <c:pt idx="7142">
                  <c:v>176.48</c:v>
                </c:pt>
                <c:pt idx="7143">
                  <c:v>-193.7</c:v>
                </c:pt>
                <c:pt idx="7144">
                  <c:v>143.93</c:v>
                </c:pt>
                <c:pt idx="7145">
                  <c:v>227.45</c:v>
                </c:pt>
                <c:pt idx="7146">
                  <c:v>107.94</c:v>
                </c:pt>
                <c:pt idx="7147">
                  <c:v>-28.25</c:v>
                </c:pt>
                <c:pt idx="7148">
                  <c:v>939.25</c:v>
                </c:pt>
                <c:pt idx="7149">
                  <c:v>258.39999999999998</c:v>
                </c:pt>
                <c:pt idx="7150">
                  <c:v>254.97</c:v>
                </c:pt>
                <c:pt idx="7151">
                  <c:v>609.5</c:v>
                </c:pt>
                <c:pt idx="7152">
                  <c:v>434.8</c:v>
                </c:pt>
                <c:pt idx="7153">
                  <c:v>309.29000000000002</c:v>
                </c:pt>
                <c:pt idx="7154">
                  <c:v>227.8</c:v>
                </c:pt>
                <c:pt idx="7155">
                  <c:v>169.98</c:v>
                </c:pt>
                <c:pt idx="7156">
                  <c:v>43.45</c:v>
                </c:pt>
                <c:pt idx="7157">
                  <c:v>59.1</c:v>
                </c:pt>
                <c:pt idx="7158">
                  <c:v>81.97</c:v>
                </c:pt>
                <c:pt idx="7159">
                  <c:v>102.97</c:v>
                </c:pt>
                <c:pt idx="7160">
                  <c:v>102.97</c:v>
                </c:pt>
                <c:pt idx="7161">
                  <c:v>68.989999999999995</c:v>
                </c:pt>
                <c:pt idx="7162">
                  <c:v>65.989999999999995</c:v>
                </c:pt>
                <c:pt idx="7163">
                  <c:v>95.48</c:v>
                </c:pt>
                <c:pt idx="7164">
                  <c:v>85.19</c:v>
                </c:pt>
                <c:pt idx="7165">
                  <c:v>103.97</c:v>
                </c:pt>
                <c:pt idx="7166">
                  <c:v>93.98</c:v>
                </c:pt>
                <c:pt idx="7167">
                  <c:v>68.989999999999995</c:v>
                </c:pt>
                <c:pt idx="7168">
                  <c:v>130.38</c:v>
                </c:pt>
                <c:pt idx="7169">
                  <c:v>126.97</c:v>
                </c:pt>
                <c:pt idx="7170">
                  <c:v>50.48</c:v>
                </c:pt>
                <c:pt idx="7171">
                  <c:v>84.99</c:v>
                </c:pt>
                <c:pt idx="7172">
                  <c:v>88.97</c:v>
                </c:pt>
                <c:pt idx="7173">
                  <c:v>73.84</c:v>
                </c:pt>
                <c:pt idx="7174">
                  <c:v>86.97</c:v>
                </c:pt>
                <c:pt idx="7175">
                  <c:v>100.98</c:v>
                </c:pt>
                <c:pt idx="7176">
                  <c:v>117.98</c:v>
                </c:pt>
                <c:pt idx="7177">
                  <c:v>68.989999999999995</c:v>
                </c:pt>
                <c:pt idx="7178">
                  <c:v>51.49</c:v>
                </c:pt>
                <c:pt idx="7179">
                  <c:v>65.989999999999995</c:v>
                </c:pt>
                <c:pt idx="7180">
                  <c:v>58.98</c:v>
                </c:pt>
                <c:pt idx="7181">
                  <c:v>28.47</c:v>
                </c:pt>
                <c:pt idx="7182">
                  <c:v>84.99</c:v>
                </c:pt>
                <c:pt idx="7183">
                  <c:v>93.98</c:v>
                </c:pt>
                <c:pt idx="7184">
                  <c:v>77.98</c:v>
                </c:pt>
                <c:pt idx="7185">
                  <c:v>36.479999999999997</c:v>
                </c:pt>
                <c:pt idx="7186">
                  <c:v>113.96</c:v>
                </c:pt>
                <c:pt idx="7187">
                  <c:v>58.98</c:v>
                </c:pt>
                <c:pt idx="7188">
                  <c:v>65.989999999999995</c:v>
                </c:pt>
                <c:pt idx="7189">
                  <c:v>93.98</c:v>
                </c:pt>
                <c:pt idx="7190">
                  <c:v>88.97</c:v>
                </c:pt>
                <c:pt idx="7191">
                  <c:v>65.989999999999995</c:v>
                </c:pt>
                <c:pt idx="7192">
                  <c:v>197.97</c:v>
                </c:pt>
                <c:pt idx="7193">
                  <c:v>235.95</c:v>
                </c:pt>
                <c:pt idx="7194">
                  <c:v>257.47000000000003</c:v>
                </c:pt>
                <c:pt idx="7195">
                  <c:v>197.97</c:v>
                </c:pt>
                <c:pt idx="7196">
                  <c:v>197.97</c:v>
                </c:pt>
                <c:pt idx="7197">
                  <c:v>257.47000000000003</c:v>
                </c:pt>
                <c:pt idx="7198">
                  <c:v>230.97</c:v>
                </c:pt>
                <c:pt idx="7199">
                  <c:v>235.95</c:v>
                </c:pt>
                <c:pt idx="7200">
                  <c:v>254.97</c:v>
                </c:pt>
                <c:pt idx="7201">
                  <c:v>294.05</c:v>
                </c:pt>
                <c:pt idx="7202">
                  <c:v>255.97</c:v>
                </c:pt>
                <c:pt idx="7203">
                  <c:v>236.45</c:v>
                </c:pt>
                <c:pt idx="7204">
                  <c:v>255.97</c:v>
                </c:pt>
                <c:pt idx="7205">
                  <c:v>235.95</c:v>
                </c:pt>
                <c:pt idx="7206">
                  <c:v>259.94</c:v>
                </c:pt>
                <c:pt idx="7207">
                  <c:v>236.45</c:v>
                </c:pt>
                <c:pt idx="7208">
                  <c:v>294.05</c:v>
                </c:pt>
                <c:pt idx="7209">
                  <c:v>256.07</c:v>
                </c:pt>
                <c:pt idx="7210">
                  <c:v>197.97</c:v>
                </c:pt>
                <c:pt idx="7211">
                  <c:v>50.97</c:v>
                </c:pt>
                <c:pt idx="7212">
                  <c:v>50.97</c:v>
                </c:pt>
                <c:pt idx="7213">
                  <c:v>230.97</c:v>
                </c:pt>
                <c:pt idx="7214">
                  <c:v>230.97</c:v>
                </c:pt>
                <c:pt idx="7215">
                  <c:v>66.989999999999995</c:v>
                </c:pt>
                <c:pt idx="7216">
                  <c:v>259.94</c:v>
                </c:pt>
                <c:pt idx="7217">
                  <c:v>235.95</c:v>
                </c:pt>
                <c:pt idx="7218">
                  <c:v>254.97</c:v>
                </c:pt>
                <c:pt idx="7219">
                  <c:v>256.07</c:v>
                </c:pt>
                <c:pt idx="7220">
                  <c:v>230.97</c:v>
                </c:pt>
                <c:pt idx="7221">
                  <c:v>66.989999999999995</c:v>
                </c:pt>
                <c:pt idx="7222">
                  <c:v>140.63</c:v>
                </c:pt>
                <c:pt idx="7223">
                  <c:v>169.98</c:v>
                </c:pt>
                <c:pt idx="7224">
                  <c:v>87.97</c:v>
                </c:pt>
                <c:pt idx="7225">
                  <c:v>108.97</c:v>
                </c:pt>
                <c:pt idx="7226">
                  <c:v>84.07</c:v>
                </c:pt>
                <c:pt idx="7227">
                  <c:v>116.97</c:v>
                </c:pt>
                <c:pt idx="7228">
                  <c:v>213.95</c:v>
                </c:pt>
                <c:pt idx="7229">
                  <c:v>96.98</c:v>
                </c:pt>
                <c:pt idx="7230">
                  <c:v>81.96</c:v>
                </c:pt>
                <c:pt idx="7231">
                  <c:v>88.48</c:v>
                </c:pt>
                <c:pt idx="7232">
                  <c:v>96.98</c:v>
                </c:pt>
                <c:pt idx="7233">
                  <c:v>96.98</c:v>
                </c:pt>
                <c:pt idx="7234">
                  <c:v>89.97</c:v>
                </c:pt>
                <c:pt idx="7235">
                  <c:v>77.98</c:v>
                </c:pt>
                <c:pt idx="7236">
                  <c:v>96.98</c:v>
                </c:pt>
                <c:pt idx="7237">
                  <c:v>68.989999999999995</c:v>
                </c:pt>
                <c:pt idx="7238">
                  <c:v>96.98</c:v>
                </c:pt>
                <c:pt idx="7239">
                  <c:v>148.96</c:v>
                </c:pt>
                <c:pt idx="7240">
                  <c:v>96.98</c:v>
                </c:pt>
                <c:pt idx="7241">
                  <c:v>96.98</c:v>
                </c:pt>
                <c:pt idx="7242">
                  <c:v>84.99</c:v>
                </c:pt>
                <c:pt idx="7243">
                  <c:v>175.22</c:v>
                </c:pt>
                <c:pt idx="7244">
                  <c:v>193.96</c:v>
                </c:pt>
                <c:pt idx="7245">
                  <c:v>155.96</c:v>
                </c:pt>
                <c:pt idx="7246">
                  <c:v>119.96</c:v>
                </c:pt>
                <c:pt idx="7247">
                  <c:v>144.47999999999999</c:v>
                </c:pt>
                <c:pt idx="7248">
                  <c:v>108.97</c:v>
                </c:pt>
                <c:pt idx="7249">
                  <c:v>123.96</c:v>
                </c:pt>
                <c:pt idx="7250">
                  <c:v>193.96</c:v>
                </c:pt>
                <c:pt idx="7251">
                  <c:v>77.98</c:v>
                </c:pt>
                <c:pt idx="7252">
                  <c:v>124.98</c:v>
                </c:pt>
                <c:pt idx="7253">
                  <c:v>133.41</c:v>
                </c:pt>
                <c:pt idx="7254">
                  <c:v>161.97</c:v>
                </c:pt>
                <c:pt idx="7255">
                  <c:v>59.08</c:v>
                </c:pt>
                <c:pt idx="7256">
                  <c:v>76.489999999999995</c:v>
                </c:pt>
                <c:pt idx="7257">
                  <c:v>77.98</c:v>
                </c:pt>
                <c:pt idx="7258">
                  <c:v>177.96</c:v>
                </c:pt>
                <c:pt idx="7259">
                  <c:v>143.94999999999999</c:v>
                </c:pt>
                <c:pt idx="7260">
                  <c:v>249.94</c:v>
                </c:pt>
                <c:pt idx="7261">
                  <c:v>131.97</c:v>
                </c:pt>
                <c:pt idx="7262">
                  <c:v>579.91999999999996</c:v>
                </c:pt>
                <c:pt idx="7263">
                  <c:v>169.98</c:v>
                </c:pt>
                <c:pt idx="7264">
                  <c:v>330.31</c:v>
                </c:pt>
                <c:pt idx="7265">
                  <c:v>273.48</c:v>
                </c:pt>
                <c:pt idx="7266">
                  <c:v>564.91999999999996</c:v>
                </c:pt>
                <c:pt idx="7267">
                  <c:v>509.94</c:v>
                </c:pt>
                <c:pt idx="7268">
                  <c:v>53.98</c:v>
                </c:pt>
                <c:pt idx="7269">
                  <c:v>457.88</c:v>
                </c:pt>
                <c:pt idx="7270">
                  <c:v>494.93</c:v>
                </c:pt>
                <c:pt idx="7271">
                  <c:v>344.95</c:v>
                </c:pt>
                <c:pt idx="7272">
                  <c:v>197.97</c:v>
                </c:pt>
                <c:pt idx="7273">
                  <c:v>613.9</c:v>
                </c:pt>
                <c:pt idx="7274">
                  <c:v>374.95</c:v>
                </c:pt>
                <c:pt idx="7275">
                  <c:v>169.98</c:v>
                </c:pt>
                <c:pt idx="7276">
                  <c:v>475.1</c:v>
                </c:pt>
                <c:pt idx="7277">
                  <c:v>254.97</c:v>
                </c:pt>
                <c:pt idx="7278">
                  <c:v>188</c:v>
                </c:pt>
                <c:pt idx="7279">
                  <c:v>339.96</c:v>
                </c:pt>
                <c:pt idx="7280">
                  <c:v>251.38</c:v>
                </c:pt>
                <c:pt idx="7281">
                  <c:v>393.3</c:v>
                </c:pt>
                <c:pt idx="7282">
                  <c:v>252.8</c:v>
                </c:pt>
                <c:pt idx="7283">
                  <c:v>283.3</c:v>
                </c:pt>
                <c:pt idx="7284">
                  <c:v>331.08</c:v>
                </c:pt>
                <c:pt idx="7285">
                  <c:v>306.18</c:v>
                </c:pt>
                <c:pt idx="7286">
                  <c:v>339.96</c:v>
                </c:pt>
                <c:pt idx="7287">
                  <c:v>356.4</c:v>
                </c:pt>
                <c:pt idx="7288">
                  <c:v>97.99</c:v>
                </c:pt>
                <c:pt idx="7289">
                  <c:v>79.849999999999994</c:v>
                </c:pt>
                <c:pt idx="7290">
                  <c:v>174.46</c:v>
                </c:pt>
                <c:pt idx="7291">
                  <c:v>177.83</c:v>
                </c:pt>
                <c:pt idx="7292">
                  <c:v>257.68</c:v>
                </c:pt>
                <c:pt idx="7293">
                  <c:v>268.66000000000003</c:v>
                </c:pt>
                <c:pt idx="7294">
                  <c:v>333.97</c:v>
                </c:pt>
                <c:pt idx="7295">
                  <c:v>449.32</c:v>
                </c:pt>
                <c:pt idx="7296">
                  <c:v>325.72000000000003</c:v>
                </c:pt>
                <c:pt idx="7297">
                  <c:v>127.01</c:v>
                </c:pt>
                <c:pt idx="7298">
                  <c:v>159.69999999999999</c:v>
                </c:pt>
                <c:pt idx="7299">
                  <c:v>303.89999999999998</c:v>
                </c:pt>
                <c:pt idx="7300">
                  <c:v>134.29</c:v>
                </c:pt>
                <c:pt idx="7301">
                  <c:v>283.08999999999997</c:v>
                </c:pt>
                <c:pt idx="7302">
                  <c:v>70.989999999999995</c:v>
                </c:pt>
                <c:pt idx="7303">
                  <c:v>551.64</c:v>
                </c:pt>
                <c:pt idx="7304">
                  <c:v>489.59</c:v>
                </c:pt>
                <c:pt idx="7305">
                  <c:v>257.68</c:v>
                </c:pt>
                <c:pt idx="7306">
                  <c:v>162.09</c:v>
                </c:pt>
                <c:pt idx="7307">
                  <c:v>268.37</c:v>
                </c:pt>
                <c:pt idx="7308">
                  <c:v>107.48</c:v>
                </c:pt>
                <c:pt idx="7309">
                  <c:v>67.290000000000006</c:v>
                </c:pt>
                <c:pt idx="7310">
                  <c:v>128.97</c:v>
                </c:pt>
                <c:pt idx="7311">
                  <c:v>107.48</c:v>
                </c:pt>
                <c:pt idx="7312">
                  <c:v>151.97</c:v>
                </c:pt>
                <c:pt idx="7313">
                  <c:v>93.38</c:v>
                </c:pt>
                <c:pt idx="7314">
                  <c:v>220.96</c:v>
                </c:pt>
                <c:pt idx="7315">
                  <c:v>127.47</c:v>
                </c:pt>
                <c:pt idx="7316">
                  <c:v>154.97</c:v>
                </c:pt>
                <c:pt idx="7317">
                  <c:v>67.489999999999995</c:v>
                </c:pt>
                <c:pt idx="7318">
                  <c:v>67.489999999999995</c:v>
                </c:pt>
                <c:pt idx="7319">
                  <c:v>120.19</c:v>
                </c:pt>
                <c:pt idx="7320">
                  <c:v>107.48</c:v>
                </c:pt>
                <c:pt idx="7321">
                  <c:v>159.47</c:v>
                </c:pt>
                <c:pt idx="7322">
                  <c:v>148.96</c:v>
                </c:pt>
                <c:pt idx="7323">
                  <c:v>98.94</c:v>
                </c:pt>
                <c:pt idx="7324">
                  <c:v>67.489999999999995</c:v>
                </c:pt>
                <c:pt idx="7325">
                  <c:v>67.489999999999995</c:v>
                </c:pt>
                <c:pt idx="7326">
                  <c:v>96.11</c:v>
                </c:pt>
                <c:pt idx="7327">
                  <c:v>67.489999999999995</c:v>
                </c:pt>
                <c:pt idx="7328">
                  <c:v>155.27000000000001</c:v>
                </c:pt>
                <c:pt idx="7329">
                  <c:v>67.489999999999995</c:v>
                </c:pt>
                <c:pt idx="7330">
                  <c:v>108.98</c:v>
                </c:pt>
                <c:pt idx="7331">
                  <c:v>107.48</c:v>
                </c:pt>
                <c:pt idx="7332">
                  <c:v>108.98</c:v>
                </c:pt>
                <c:pt idx="7333">
                  <c:v>168.96</c:v>
                </c:pt>
                <c:pt idx="7334">
                  <c:v>107.48</c:v>
                </c:pt>
                <c:pt idx="7335">
                  <c:v>116.39</c:v>
                </c:pt>
                <c:pt idx="7336">
                  <c:v>168.84</c:v>
                </c:pt>
                <c:pt idx="7337">
                  <c:v>121.98</c:v>
                </c:pt>
                <c:pt idx="7338">
                  <c:v>165.57</c:v>
                </c:pt>
                <c:pt idx="7339">
                  <c:v>79.98</c:v>
                </c:pt>
                <c:pt idx="7340">
                  <c:v>110.43</c:v>
                </c:pt>
                <c:pt idx="7341">
                  <c:v>168.14</c:v>
                </c:pt>
                <c:pt idx="7342">
                  <c:v>198.73</c:v>
                </c:pt>
                <c:pt idx="7343">
                  <c:v>105.04</c:v>
                </c:pt>
                <c:pt idx="7344">
                  <c:v>144.77000000000001</c:v>
                </c:pt>
                <c:pt idx="7345">
                  <c:v>125.38</c:v>
                </c:pt>
                <c:pt idx="7346">
                  <c:v>183.97</c:v>
                </c:pt>
                <c:pt idx="7347">
                  <c:v>90.27</c:v>
                </c:pt>
                <c:pt idx="7348">
                  <c:v>122.27</c:v>
                </c:pt>
                <c:pt idx="7349">
                  <c:v>104.52</c:v>
                </c:pt>
                <c:pt idx="7350">
                  <c:v>84.99</c:v>
                </c:pt>
                <c:pt idx="7351">
                  <c:v>146.97</c:v>
                </c:pt>
                <c:pt idx="7352">
                  <c:v>84.99</c:v>
                </c:pt>
                <c:pt idx="7353">
                  <c:v>129.44999999999999</c:v>
                </c:pt>
                <c:pt idx="7354">
                  <c:v>154.46</c:v>
                </c:pt>
                <c:pt idx="7355">
                  <c:v>121.98</c:v>
                </c:pt>
                <c:pt idx="7356">
                  <c:v>84.99</c:v>
                </c:pt>
                <c:pt idx="7357">
                  <c:v>131.97999999999999</c:v>
                </c:pt>
                <c:pt idx="7358">
                  <c:v>169.98</c:v>
                </c:pt>
                <c:pt idx="7359">
                  <c:v>184.97</c:v>
                </c:pt>
                <c:pt idx="7360">
                  <c:v>155.28</c:v>
                </c:pt>
                <c:pt idx="7361">
                  <c:v>83.48</c:v>
                </c:pt>
                <c:pt idx="7362">
                  <c:v>184.97</c:v>
                </c:pt>
                <c:pt idx="7363">
                  <c:v>154.97999999999999</c:v>
                </c:pt>
                <c:pt idx="7364">
                  <c:v>69.989999999999995</c:v>
                </c:pt>
                <c:pt idx="7365">
                  <c:v>80.98</c:v>
                </c:pt>
                <c:pt idx="7366">
                  <c:v>131.97999999999999</c:v>
                </c:pt>
                <c:pt idx="7367">
                  <c:v>169.98</c:v>
                </c:pt>
                <c:pt idx="7368">
                  <c:v>99.98</c:v>
                </c:pt>
                <c:pt idx="7369">
                  <c:v>169.98</c:v>
                </c:pt>
                <c:pt idx="7370">
                  <c:v>692.91</c:v>
                </c:pt>
                <c:pt idx="7371">
                  <c:v>849.9</c:v>
                </c:pt>
                <c:pt idx="7372">
                  <c:v>679.92</c:v>
                </c:pt>
                <c:pt idx="7373">
                  <c:v>502.92</c:v>
                </c:pt>
                <c:pt idx="7374">
                  <c:v>682.02</c:v>
                </c:pt>
                <c:pt idx="7375">
                  <c:v>509.94</c:v>
                </c:pt>
                <c:pt idx="7376">
                  <c:v>50.98</c:v>
                </c:pt>
                <c:pt idx="7377">
                  <c:v>89.47</c:v>
                </c:pt>
                <c:pt idx="7378">
                  <c:v>52.98</c:v>
                </c:pt>
                <c:pt idx="7379">
                  <c:v>65.989999999999995</c:v>
                </c:pt>
                <c:pt idx="7380">
                  <c:v>87.97</c:v>
                </c:pt>
                <c:pt idx="7381">
                  <c:v>87.97</c:v>
                </c:pt>
                <c:pt idx="7382">
                  <c:v>65.989999999999995</c:v>
                </c:pt>
                <c:pt idx="7383">
                  <c:v>65.989999999999995</c:v>
                </c:pt>
                <c:pt idx="7384">
                  <c:v>87.97</c:v>
                </c:pt>
                <c:pt idx="7385">
                  <c:v>65.989999999999995</c:v>
                </c:pt>
                <c:pt idx="7386">
                  <c:v>75.97</c:v>
                </c:pt>
                <c:pt idx="7387">
                  <c:v>99.95</c:v>
                </c:pt>
                <c:pt idx="7388">
                  <c:v>50.98</c:v>
                </c:pt>
                <c:pt idx="7389">
                  <c:v>65.989999999999995</c:v>
                </c:pt>
                <c:pt idx="7390">
                  <c:v>49.98</c:v>
                </c:pt>
                <c:pt idx="7391">
                  <c:v>65.989999999999995</c:v>
                </c:pt>
                <c:pt idx="7392">
                  <c:v>57.49</c:v>
                </c:pt>
                <c:pt idx="7393">
                  <c:v>87.97</c:v>
                </c:pt>
                <c:pt idx="7394">
                  <c:v>41.49</c:v>
                </c:pt>
                <c:pt idx="7395">
                  <c:v>131.97999999999999</c:v>
                </c:pt>
                <c:pt idx="7396">
                  <c:v>76.98</c:v>
                </c:pt>
                <c:pt idx="7397">
                  <c:v>131.97999999999999</c:v>
                </c:pt>
                <c:pt idx="7398">
                  <c:v>65.989999999999995</c:v>
                </c:pt>
                <c:pt idx="7399">
                  <c:v>65.989999999999995</c:v>
                </c:pt>
                <c:pt idx="7400">
                  <c:v>64.48</c:v>
                </c:pt>
                <c:pt idx="7401">
                  <c:v>67.489999999999995</c:v>
                </c:pt>
                <c:pt idx="7402">
                  <c:v>76.98</c:v>
                </c:pt>
                <c:pt idx="7403">
                  <c:v>78.98</c:v>
                </c:pt>
                <c:pt idx="7404">
                  <c:v>56.99</c:v>
                </c:pt>
                <c:pt idx="7405">
                  <c:v>77.849999999999994</c:v>
                </c:pt>
                <c:pt idx="7406">
                  <c:v>64.98</c:v>
                </c:pt>
                <c:pt idx="7407">
                  <c:v>65.989999999999995</c:v>
                </c:pt>
                <c:pt idx="7408">
                  <c:v>65.989999999999995</c:v>
                </c:pt>
                <c:pt idx="7409">
                  <c:v>56.09</c:v>
                </c:pt>
                <c:pt idx="7410">
                  <c:v>67.489999999999995</c:v>
                </c:pt>
                <c:pt idx="7411">
                  <c:v>123.22</c:v>
                </c:pt>
                <c:pt idx="7412">
                  <c:v>76.98</c:v>
                </c:pt>
                <c:pt idx="7413">
                  <c:v>65.989999999999995</c:v>
                </c:pt>
                <c:pt idx="7414">
                  <c:v>78.98</c:v>
                </c:pt>
                <c:pt idx="7415">
                  <c:v>65.989999999999995</c:v>
                </c:pt>
                <c:pt idx="7416">
                  <c:v>57.97</c:v>
                </c:pt>
                <c:pt idx="7417">
                  <c:v>65.989999999999995</c:v>
                </c:pt>
                <c:pt idx="7418">
                  <c:v>71.98</c:v>
                </c:pt>
                <c:pt idx="7419">
                  <c:v>41.49</c:v>
                </c:pt>
                <c:pt idx="7420">
                  <c:v>76.98</c:v>
                </c:pt>
                <c:pt idx="7421">
                  <c:v>-45.2</c:v>
                </c:pt>
                <c:pt idx="7422">
                  <c:v>152.76</c:v>
                </c:pt>
                <c:pt idx="7423">
                  <c:v>152.97999999999999</c:v>
                </c:pt>
                <c:pt idx="7424">
                  <c:v>201.15</c:v>
                </c:pt>
                <c:pt idx="7425">
                  <c:v>275.95999999999998</c:v>
                </c:pt>
                <c:pt idx="7426">
                  <c:v>167.63</c:v>
                </c:pt>
                <c:pt idx="7427">
                  <c:v>217.88</c:v>
                </c:pt>
                <c:pt idx="7428">
                  <c:v>156.78</c:v>
                </c:pt>
                <c:pt idx="7429">
                  <c:v>-127.63</c:v>
                </c:pt>
                <c:pt idx="7430">
                  <c:v>274.91000000000003</c:v>
                </c:pt>
                <c:pt idx="7431">
                  <c:v>169.98</c:v>
                </c:pt>
                <c:pt idx="7432">
                  <c:v>178.47</c:v>
                </c:pt>
                <c:pt idx="7433">
                  <c:v>85.46</c:v>
                </c:pt>
                <c:pt idx="7434">
                  <c:v>84.99</c:v>
                </c:pt>
                <c:pt idx="7435">
                  <c:v>212.83</c:v>
                </c:pt>
                <c:pt idx="7436">
                  <c:v>220.94</c:v>
                </c:pt>
                <c:pt idx="7437">
                  <c:v>120.18</c:v>
                </c:pt>
                <c:pt idx="7438">
                  <c:v>167.8</c:v>
                </c:pt>
                <c:pt idx="7439">
                  <c:v>131.97999999999999</c:v>
                </c:pt>
                <c:pt idx="7440">
                  <c:v>131.08000000000001</c:v>
                </c:pt>
                <c:pt idx="7441">
                  <c:v>148.88</c:v>
                </c:pt>
                <c:pt idx="7442">
                  <c:v>184.97</c:v>
                </c:pt>
                <c:pt idx="7443">
                  <c:v>188.59</c:v>
                </c:pt>
                <c:pt idx="7444">
                  <c:v>84.99</c:v>
                </c:pt>
                <c:pt idx="7445">
                  <c:v>152.97999999999999</c:v>
                </c:pt>
                <c:pt idx="7446">
                  <c:v>129.4</c:v>
                </c:pt>
                <c:pt idx="7447">
                  <c:v>145.97</c:v>
                </c:pt>
                <c:pt idx="7448">
                  <c:v>118.98</c:v>
                </c:pt>
                <c:pt idx="7449">
                  <c:v>131.97999999999999</c:v>
                </c:pt>
                <c:pt idx="7450">
                  <c:v>121.98</c:v>
                </c:pt>
                <c:pt idx="7451">
                  <c:v>134.97999999999999</c:v>
                </c:pt>
                <c:pt idx="7452">
                  <c:v>125.35</c:v>
                </c:pt>
                <c:pt idx="7453">
                  <c:v>75.36</c:v>
                </c:pt>
                <c:pt idx="7454">
                  <c:v>169.98</c:v>
                </c:pt>
                <c:pt idx="7455">
                  <c:v>169.98</c:v>
                </c:pt>
                <c:pt idx="7456">
                  <c:v>181.29</c:v>
                </c:pt>
                <c:pt idx="7457">
                  <c:v>123.56</c:v>
                </c:pt>
                <c:pt idx="7458">
                  <c:v>85.98</c:v>
                </c:pt>
                <c:pt idx="7459">
                  <c:v>159.91</c:v>
                </c:pt>
                <c:pt idx="7460">
                  <c:v>169.98</c:v>
                </c:pt>
                <c:pt idx="7461">
                  <c:v>135.80000000000001</c:v>
                </c:pt>
                <c:pt idx="7462">
                  <c:v>189.93</c:v>
                </c:pt>
                <c:pt idx="7463">
                  <c:v>103.18</c:v>
                </c:pt>
                <c:pt idx="7464">
                  <c:v>134.97999999999999</c:v>
                </c:pt>
                <c:pt idx="7465">
                  <c:v>170.97</c:v>
                </c:pt>
                <c:pt idx="7466">
                  <c:v>169.98</c:v>
                </c:pt>
                <c:pt idx="7467">
                  <c:v>114.73</c:v>
                </c:pt>
                <c:pt idx="7468">
                  <c:v>171.48</c:v>
                </c:pt>
                <c:pt idx="7469">
                  <c:v>163.16</c:v>
                </c:pt>
                <c:pt idx="7470">
                  <c:v>171.27</c:v>
                </c:pt>
                <c:pt idx="7471">
                  <c:v>157.47</c:v>
                </c:pt>
                <c:pt idx="7472">
                  <c:v>159.97999999999999</c:v>
                </c:pt>
                <c:pt idx="7473">
                  <c:v>114.73</c:v>
                </c:pt>
                <c:pt idx="7474">
                  <c:v>169.98</c:v>
                </c:pt>
                <c:pt idx="7475">
                  <c:v>214.97</c:v>
                </c:pt>
                <c:pt idx="7476">
                  <c:v>214.97</c:v>
                </c:pt>
                <c:pt idx="7477">
                  <c:v>113.98</c:v>
                </c:pt>
                <c:pt idx="7478">
                  <c:v>131.97999999999999</c:v>
                </c:pt>
                <c:pt idx="7479">
                  <c:v>171.97</c:v>
                </c:pt>
                <c:pt idx="7480">
                  <c:v>37.99</c:v>
                </c:pt>
                <c:pt idx="7481">
                  <c:v>84.99</c:v>
                </c:pt>
                <c:pt idx="7482">
                  <c:v>84.99</c:v>
                </c:pt>
                <c:pt idx="7483">
                  <c:v>84.99</c:v>
                </c:pt>
                <c:pt idx="7484">
                  <c:v>84.99</c:v>
                </c:pt>
                <c:pt idx="7485">
                  <c:v>84.99</c:v>
                </c:pt>
                <c:pt idx="7486">
                  <c:v>37.479999999999997</c:v>
                </c:pt>
                <c:pt idx="7487">
                  <c:v>84.99</c:v>
                </c:pt>
                <c:pt idx="7488">
                  <c:v>68.17</c:v>
                </c:pt>
                <c:pt idx="7489">
                  <c:v>68.17</c:v>
                </c:pt>
                <c:pt idx="7490">
                  <c:v>169.98</c:v>
                </c:pt>
                <c:pt idx="7491">
                  <c:v>113.98</c:v>
                </c:pt>
                <c:pt idx="7492">
                  <c:v>137.97999999999999</c:v>
                </c:pt>
                <c:pt idx="7493">
                  <c:v>55.98</c:v>
                </c:pt>
                <c:pt idx="7494">
                  <c:v>169.98</c:v>
                </c:pt>
                <c:pt idx="7495">
                  <c:v>84.99</c:v>
                </c:pt>
                <c:pt idx="7496">
                  <c:v>169.98</c:v>
                </c:pt>
                <c:pt idx="7497">
                  <c:v>84.99</c:v>
                </c:pt>
                <c:pt idx="7498">
                  <c:v>134.97999999999999</c:v>
                </c:pt>
                <c:pt idx="7499">
                  <c:v>131.97999999999999</c:v>
                </c:pt>
                <c:pt idx="7500">
                  <c:v>84.99</c:v>
                </c:pt>
                <c:pt idx="7501">
                  <c:v>134.97999999999999</c:v>
                </c:pt>
                <c:pt idx="7502">
                  <c:v>193.16</c:v>
                </c:pt>
                <c:pt idx="7503">
                  <c:v>137.97999999999999</c:v>
                </c:pt>
                <c:pt idx="7504">
                  <c:v>171.97</c:v>
                </c:pt>
                <c:pt idx="7505">
                  <c:v>84.99</c:v>
                </c:pt>
                <c:pt idx="7506">
                  <c:v>55.98</c:v>
                </c:pt>
                <c:pt idx="7507">
                  <c:v>84.99</c:v>
                </c:pt>
                <c:pt idx="7508">
                  <c:v>197.97</c:v>
                </c:pt>
                <c:pt idx="7509">
                  <c:v>37.479999999999997</c:v>
                </c:pt>
                <c:pt idx="7510">
                  <c:v>84.99</c:v>
                </c:pt>
                <c:pt idx="7511">
                  <c:v>197.97</c:v>
                </c:pt>
                <c:pt idx="7512">
                  <c:v>169.98</c:v>
                </c:pt>
                <c:pt idx="7513">
                  <c:v>84.99</c:v>
                </c:pt>
                <c:pt idx="7514">
                  <c:v>37.99</c:v>
                </c:pt>
                <c:pt idx="7515">
                  <c:v>169.98</c:v>
                </c:pt>
                <c:pt idx="7516">
                  <c:v>193.16</c:v>
                </c:pt>
                <c:pt idx="7517">
                  <c:v>84.99</c:v>
                </c:pt>
                <c:pt idx="7518">
                  <c:v>178.17</c:v>
                </c:pt>
                <c:pt idx="7519">
                  <c:v>298.94</c:v>
                </c:pt>
                <c:pt idx="7520">
                  <c:v>163.05000000000001</c:v>
                </c:pt>
                <c:pt idx="7521">
                  <c:v>65.989999999999995</c:v>
                </c:pt>
                <c:pt idx="7522">
                  <c:v>94.97</c:v>
                </c:pt>
                <c:pt idx="7523">
                  <c:v>237.56</c:v>
                </c:pt>
                <c:pt idx="7524">
                  <c:v>253.27</c:v>
                </c:pt>
                <c:pt idx="7525">
                  <c:v>178.17</c:v>
                </c:pt>
                <c:pt idx="7526">
                  <c:v>252.74</c:v>
                </c:pt>
                <c:pt idx="7527">
                  <c:v>151.97999999999999</c:v>
                </c:pt>
                <c:pt idx="7528">
                  <c:v>199.95</c:v>
                </c:pt>
                <c:pt idx="7529">
                  <c:v>237.56</c:v>
                </c:pt>
                <c:pt idx="7530">
                  <c:v>237.56</c:v>
                </c:pt>
                <c:pt idx="7531">
                  <c:v>394.58</c:v>
                </c:pt>
                <c:pt idx="7532">
                  <c:v>336.21</c:v>
                </c:pt>
                <c:pt idx="7533">
                  <c:v>192.87</c:v>
                </c:pt>
                <c:pt idx="7534">
                  <c:v>254.97</c:v>
                </c:pt>
                <c:pt idx="7535">
                  <c:v>168</c:v>
                </c:pt>
                <c:pt idx="7536">
                  <c:v>191.71</c:v>
                </c:pt>
                <c:pt idx="7537">
                  <c:v>163.84</c:v>
                </c:pt>
                <c:pt idx="7538">
                  <c:v>131.97999999999999</c:v>
                </c:pt>
                <c:pt idx="7539">
                  <c:v>424.95</c:v>
                </c:pt>
                <c:pt idx="7540">
                  <c:v>252.42</c:v>
                </c:pt>
                <c:pt idx="7541">
                  <c:v>269.95</c:v>
                </c:pt>
                <c:pt idx="7542">
                  <c:v>243.32</c:v>
                </c:pt>
                <c:pt idx="7543">
                  <c:v>252.42</c:v>
                </c:pt>
                <c:pt idx="7544">
                  <c:v>194.01</c:v>
                </c:pt>
                <c:pt idx="7545">
                  <c:v>178.17</c:v>
                </c:pt>
                <c:pt idx="7546">
                  <c:v>168.3</c:v>
                </c:pt>
                <c:pt idx="7547">
                  <c:v>169.98</c:v>
                </c:pt>
                <c:pt idx="7548">
                  <c:v>216.95</c:v>
                </c:pt>
                <c:pt idx="7549">
                  <c:v>124.97</c:v>
                </c:pt>
                <c:pt idx="7550">
                  <c:v>254.97</c:v>
                </c:pt>
                <c:pt idx="7551">
                  <c:v>169.98</c:v>
                </c:pt>
                <c:pt idx="7552">
                  <c:v>-84.99</c:v>
                </c:pt>
                <c:pt idx="7553">
                  <c:v>247.4</c:v>
                </c:pt>
                <c:pt idx="7554">
                  <c:v>249.95</c:v>
                </c:pt>
                <c:pt idx="7555">
                  <c:v>131.97</c:v>
                </c:pt>
                <c:pt idx="7556">
                  <c:v>67.489999999999995</c:v>
                </c:pt>
                <c:pt idx="7557">
                  <c:v>80.38</c:v>
                </c:pt>
                <c:pt idx="7558">
                  <c:v>80.5</c:v>
                </c:pt>
                <c:pt idx="7559">
                  <c:v>65.33</c:v>
                </c:pt>
                <c:pt idx="7560">
                  <c:v>65.989999999999995</c:v>
                </c:pt>
                <c:pt idx="7561">
                  <c:v>65.180000000000007</c:v>
                </c:pt>
                <c:pt idx="7562">
                  <c:v>83.98</c:v>
                </c:pt>
                <c:pt idx="7563">
                  <c:v>65.989999999999995</c:v>
                </c:pt>
                <c:pt idx="7564">
                  <c:v>110.34</c:v>
                </c:pt>
                <c:pt idx="7565">
                  <c:v>126.01</c:v>
                </c:pt>
                <c:pt idx="7566">
                  <c:v>65.989999999999995</c:v>
                </c:pt>
                <c:pt idx="7567">
                  <c:v>141.54</c:v>
                </c:pt>
                <c:pt idx="7568">
                  <c:v>65.33</c:v>
                </c:pt>
                <c:pt idx="7569">
                  <c:v>65.33</c:v>
                </c:pt>
                <c:pt idx="7570">
                  <c:v>65.989999999999995</c:v>
                </c:pt>
                <c:pt idx="7571">
                  <c:v>89.98</c:v>
                </c:pt>
                <c:pt idx="7572">
                  <c:v>65.33</c:v>
                </c:pt>
                <c:pt idx="7573">
                  <c:v>130.15</c:v>
                </c:pt>
                <c:pt idx="7574">
                  <c:v>65.33</c:v>
                </c:pt>
                <c:pt idx="7575">
                  <c:v>65.33</c:v>
                </c:pt>
                <c:pt idx="7576">
                  <c:v>130.66</c:v>
                </c:pt>
                <c:pt idx="7577">
                  <c:v>64.88</c:v>
                </c:pt>
                <c:pt idx="7578">
                  <c:v>79.84</c:v>
                </c:pt>
                <c:pt idx="7579">
                  <c:v>121.17</c:v>
                </c:pt>
                <c:pt idx="7580">
                  <c:v>50.66</c:v>
                </c:pt>
                <c:pt idx="7581">
                  <c:v>65.33</c:v>
                </c:pt>
                <c:pt idx="7582">
                  <c:v>65.2</c:v>
                </c:pt>
                <c:pt idx="7583">
                  <c:v>65.33</c:v>
                </c:pt>
                <c:pt idx="7584">
                  <c:v>131.32</c:v>
                </c:pt>
                <c:pt idx="7585">
                  <c:v>65.33</c:v>
                </c:pt>
                <c:pt idx="7586">
                  <c:v>83.32</c:v>
                </c:pt>
                <c:pt idx="7587">
                  <c:v>78.31</c:v>
                </c:pt>
                <c:pt idx="7588">
                  <c:v>65.989999999999995</c:v>
                </c:pt>
                <c:pt idx="7589">
                  <c:v>65.33</c:v>
                </c:pt>
                <c:pt idx="7590">
                  <c:v>400.92</c:v>
                </c:pt>
                <c:pt idx="7591">
                  <c:v>454.93</c:v>
                </c:pt>
                <c:pt idx="7592">
                  <c:v>71.09</c:v>
                </c:pt>
                <c:pt idx="7593">
                  <c:v>359.93</c:v>
                </c:pt>
                <c:pt idx="7594">
                  <c:v>395.94</c:v>
                </c:pt>
                <c:pt idx="7595">
                  <c:v>425.92</c:v>
                </c:pt>
                <c:pt idx="7596">
                  <c:v>64.989999999999995</c:v>
                </c:pt>
                <c:pt idx="7597">
                  <c:v>514.91999999999996</c:v>
                </c:pt>
                <c:pt idx="7598">
                  <c:v>471.69</c:v>
                </c:pt>
                <c:pt idx="7599">
                  <c:v>292.93</c:v>
                </c:pt>
                <c:pt idx="7600">
                  <c:v>429.9</c:v>
                </c:pt>
                <c:pt idx="7601">
                  <c:v>291.52999999999997</c:v>
                </c:pt>
                <c:pt idx="7602">
                  <c:v>336.55</c:v>
                </c:pt>
                <c:pt idx="7603">
                  <c:v>584.89</c:v>
                </c:pt>
                <c:pt idx="7604">
                  <c:v>227.95</c:v>
                </c:pt>
                <c:pt idx="7605">
                  <c:v>363.3</c:v>
                </c:pt>
                <c:pt idx="7606">
                  <c:v>388.91</c:v>
                </c:pt>
                <c:pt idx="7607">
                  <c:v>95.97</c:v>
                </c:pt>
                <c:pt idx="7608">
                  <c:v>271.92</c:v>
                </c:pt>
                <c:pt idx="7609">
                  <c:v>235.92</c:v>
                </c:pt>
                <c:pt idx="7610">
                  <c:v>313.89999999999998</c:v>
                </c:pt>
                <c:pt idx="7611">
                  <c:v>212.92</c:v>
                </c:pt>
                <c:pt idx="7612">
                  <c:v>175.95</c:v>
                </c:pt>
                <c:pt idx="7613">
                  <c:v>314.61</c:v>
                </c:pt>
                <c:pt idx="7614">
                  <c:v>207.91</c:v>
                </c:pt>
                <c:pt idx="7615">
                  <c:v>231.94</c:v>
                </c:pt>
                <c:pt idx="7616">
                  <c:v>195.95</c:v>
                </c:pt>
                <c:pt idx="7617">
                  <c:v>290.94</c:v>
                </c:pt>
                <c:pt idx="7618">
                  <c:v>194.35</c:v>
                </c:pt>
                <c:pt idx="7619">
                  <c:v>217.96</c:v>
                </c:pt>
                <c:pt idx="7620">
                  <c:v>242.94</c:v>
                </c:pt>
                <c:pt idx="7621">
                  <c:v>277.91000000000003</c:v>
                </c:pt>
                <c:pt idx="7622">
                  <c:v>241.94</c:v>
                </c:pt>
                <c:pt idx="7623">
                  <c:v>308.91000000000003</c:v>
                </c:pt>
                <c:pt idx="7624">
                  <c:v>146.19999999999999</c:v>
                </c:pt>
                <c:pt idx="7625">
                  <c:v>234.95</c:v>
                </c:pt>
                <c:pt idx="7626">
                  <c:v>245.44</c:v>
                </c:pt>
                <c:pt idx="7627">
                  <c:v>82.77</c:v>
                </c:pt>
                <c:pt idx="7628">
                  <c:v>199.54</c:v>
                </c:pt>
                <c:pt idx="7629">
                  <c:v>146.96</c:v>
                </c:pt>
                <c:pt idx="7630">
                  <c:v>200.69</c:v>
                </c:pt>
                <c:pt idx="7631">
                  <c:v>59.96</c:v>
                </c:pt>
                <c:pt idx="7632">
                  <c:v>285.89999999999998</c:v>
                </c:pt>
                <c:pt idx="7633">
                  <c:v>163.95</c:v>
                </c:pt>
                <c:pt idx="7634">
                  <c:v>199.96</c:v>
                </c:pt>
                <c:pt idx="7635">
                  <c:v>232.91</c:v>
                </c:pt>
                <c:pt idx="7636">
                  <c:v>189.94</c:v>
                </c:pt>
                <c:pt idx="7637">
                  <c:v>161.96</c:v>
                </c:pt>
                <c:pt idx="7638">
                  <c:v>73.48</c:v>
                </c:pt>
                <c:pt idx="7639">
                  <c:v>179.94</c:v>
                </c:pt>
                <c:pt idx="7640">
                  <c:v>176.95</c:v>
                </c:pt>
                <c:pt idx="7641">
                  <c:v>169.98</c:v>
                </c:pt>
                <c:pt idx="7642">
                  <c:v>73.06</c:v>
                </c:pt>
                <c:pt idx="7643">
                  <c:v>84.99</c:v>
                </c:pt>
                <c:pt idx="7644">
                  <c:v>135.96</c:v>
                </c:pt>
                <c:pt idx="7645">
                  <c:v>84.99</c:v>
                </c:pt>
                <c:pt idx="7646">
                  <c:v>110.18</c:v>
                </c:pt>
                <c:pt idx="7647">
                  <c:v>68.989999999999995</c:v>
                </c:pt>
                <c:pt idx="7648">
                  <c:v>115.97</c:v>
                </c:pt>
                <c:pt idx="7649">
                  <c:v>49.99</c:v>
                </c:pt>
                <c:pt idx="7650">
                  <c:v>84.99</c:v>
                </c:pt>
                <c:pt idx="7651">
                  <c:v>135.96</c:v>
                </c:pt>
                <c:pt idx="7652">
                  <c:v>65.989999999999995</c:v>
                </c:pt>
                <c:pt idx="7653">
                  <c:v>78.98</c:v>
                </c:pt>
                <c:pt idx="7654">
                  <c:v>84.99</c:v>
                </c:pt>
                <c:pt idx="7655">
                  <c:v>84.99</c:v>
                </c:pt>
                <c:pt idx="7656">
                  <c:v>135.96</c:v>
                </c:pt>
                <c:pt idx="7657">
                  <c:v>110.97</c:v>
                </c:pt>
                <c:pt idx="7658">
                  <c:v>101.07</c:v>
                </c:pt>
                <c:pt idx="7659">
                  <c:v>50.97</c:v>
                </c:pt>
                <c:pt idx="7660">
                  <c:v>84.99</c:v>
                </c:pt>
                <c:pt idx="7661">
                  <c:v>65.989999999999995</c:v>
                </c:pt>
                <c:pt idx="7662">
                  <c:v>78.98</c:v>
                </c:pt>
                <c:pt idx="7663">
                  <c:v>110.97</c:v>
                </c:pt>
                <c:pt idx="7664">
                  <c:v>97.98</c:v>
                </c:pt>
                <c:pt idx="7665">
                  <c:v>99.98</c:v>
                </c:pt>
                <c:pt idx="7666">
                  <c:v>110.97</c:v>
                </c:pt>
                <c:pt idx="7667">
                  <c:v>65.989999999999995</c:v>
                </c:pt>
                <c:pt idx="7668">
                  <c:v>65.989999999999995</c:v>
                </c:pt>
                <c:pt idx="7669">
                  <c:v>93.67</c:v>
                </c:pt>
                <c:pt idx="7670">
                  <c:v>84.99</c:v>
                </c:pt>
                <c:pt idx="7671">
                  <c:v>157.96</c:v>
                </c:pt>
                <c:pt idx="7672">
                  <c:v>200.96</c:v>
                </c:pt>
                <c:pt idx="7673">
                  <c:v>205.96</c:v>
                </c:pt>
                <c:pt idx="7674">
                  <c:v>134.97</c:v>
                </c:pt>
                <c:pt idx="7675">
                  <c:v>171.88</c:v>
                </c:pt>
                <c:pt idx="7676">
                  <c:v>187.97</c:v>
                </c:pt>
                <c:pt idx="7677">
                  <c:v>182.31</c:v>
                </c:pt>
                <c:pt idx="7678">
                  <c:v>171.28</c:v>
                </c:pt>
                <c:pt idx="7679">
                  <c:v>157.96</c:v>
                </c:pt>
                <c:pt idx="7680">
                  <c:v>84.99</c:v>
                </c:pt>
                <c:pt idx="7681">
                  <c:v>111.16</c:v>
                </c:pt>
                <c:pt idx="7682">
                  <c:v>180.24</c:v>
                </c:pt>
                <c:pt idx="7683">
                  <c:v>85.97</c:v>
                </c:pt>
                <c:pt idx="7684">
                  <c:v>187.97</c:v>
                </c:pt>
                <c:pt idx="7685">
                  <c:v>167.97</c:v>
                </c:pt>
                <c:pt idx="7686">
                  <c:v>157.96</c:v>
                </c:pt>
                <c:pt idx="7687">
                  <c:v>169.98</c:v>
                </c:pt>
                <c:pt idx="7688">
                  <c:v>179.1</c:v>
                </c:pt>
                <c:pt idx="7689">
                  <c:v>169.98</c:v>
                </c:pt>
                <c:pt idx="7690">
                  <c:v>84.99</c:v>
                </c:pt>
                <c:pt idx="7691">
                  <c:v>209.74</c:v>
                </c:pt>
                <c:pt idx="7692">
                  <c:v>169.98</c:v>
                </c:pt>
                <c:pt idx="7693">
                  <c:v>262.29000000000002</c:v>
                </c:pt>
                <c:pt idx="7694">
                  <c:v>84.99</c:v>
                </c:pt>
                <c:pt idx="7695">
                  <c:v>157.43</c:v>
                </c:pt>
                <c:pt idx="7696">
                  <c:v>89.98</c:v>
                </c:pt>
                <c:pt idx="7697">
                  <c:v>266.95</c:v>
                </c:pt>
                <c:pt idx="7698">
                  <c:v>84.99</c:v>
                </c:pt>
                <c:pt idx="7699">
                  <c:v>163.74</c:v>
                </c:pt>
                <c:pt idx="7700">
                  <c:v>188.97</c:v>
                </c:pt>
                <c:pt idx="7701">
                  <c:v>169.98</c:v>
                </c:pt>
                <c:pt idx="7702">
                  <c:v>89.98</c:v>
                </c:pt>
                <c:pt idx="7703">
                  <c:v>131.97999999999999</c:v>
                </c:pt>
                <c:pt idx="7704">
                  <c:v>214.97</c:v>
                </c:pt>
                <c:pt idx="7705">
                  <c:v>169.98</c:v>
                </c:pt>
                <c:pt idx="7706">
                  <c:v>139.72999999999999</c:v>
                </c:pt>
                <c:pt idx="7707">
                  <c:v>169.98</c:v>
                </c:pt>
                <c:pt idx="7708">
                  <c:v>176.43</c:v>
                </c:pt>
                <c:pt idx="7709">
                  <c:v>169.98</c:v>
                </c:pt>
                <c:pt idx="7710">
                  <c:v>254.97</c:v>
                </c:pt>
                <c:pt idx="7711">
                  <c:v>129.97999999999999</c:v>
                </c:pt>
                <c:pt idx="7712">
                  <c:v>-1.5</c:v>
                </c:pt>
                <c:pt idx="7713">
                  <c:v>131.97999999999999</c:v>
                </c:pt>
                <c:pt idx="7714">
                  <c:v>75.989999999999995</c:v>
                </c:pt>
                <c:pt idx="7715">
                  <c:v>169.98</c:v>
                </c:pt>
                <c:pt idx="7716">
                  <c:v>131.97999999999999</c:v>
                </c:pt>
                <c:pt idx="7717">
                  <c:v>-70.739999999999995</c:v>
                </c:pt>
                <c:pt idx="7718">
                  <c:v>118.97</c:v>
                </c:pt>
                <c:pt idx="7719">
                  <c:v>225.58</c:v>
                </c:pt>
                <c:pt idx="7720">
                  <c:v>84.99</c:v>
                </c:pt>
                <c:pt idx="7721">
                  <c:v>76.989999999999995</c:v>
                </c:pt>
                <c:pt idx="7722">
                  <c:v>70.739999999999995</c:v>
                </c:pt>
                <c:pt idx="7723">
                  <c:v>29.48</c:v>
                </c:pt>
                <c:pt idx="7724">
                  <c:v>89.98</c:v>
                </c:pt>
                <c:pt idx="7725">
                  <c:v>189.71</c:v>
                </c:pt>
                <c:pt idx="7726">
                  <c:v>89.98</c:v>
                </c:pt>
                <c:pt idx="7727">
                  <c:v>139.97999999999999</c:v>
                </c:pt>
                <c:pt idx="7728">
                  <c:v>68.989999999999995</c:v>
                </c:pt>
                <c:pt idx="7729">
                  <c:v>131.97999999999999</c:v>
                </c:pt>
                <c:pt idx="7730">
                  <c:v>164.88</c:v>
                </c:pt>
                <c:pt idx="7731">
                  <c:v>169.98</c:v>
                </c:pt>
                <c:pt idx="7732">
                  <c:v>131.97999999999999</c:v>
                </c:pt>
                <c:pt idx="7733">
                  <c:v>121.98</c:v>
                </c:pt>
                <c:pt idx="7734">
                  <c:v>169.98</c:v>
                </c:pt>
                <c:pt idx="7735">
                  <c:v>131.97999999999999</c:v>
                </c:pt>
                <c:pt idx="7736">
                  <c:v>169.98</c:v>
                </c:pt>
                <c:pt idx="7737">
                  <c:v>163.18</c:v>
                </c:pt>
                <c:pt idx="7738">
                  <c:v>130.38</c:v>
                </c:pt>
                <c:pt idx="7739">
                  <c:v>166.97</c:v>
                </c:pt>
                <c:pt idx="7740">
                  <c:v>137.97999999999999</c:v>
                </c:pt>
                <c:pt idx="7741">
                  <c:v>169.98</c:v>
                </c:pt>
                <c:pt idx="7742">
                  <c:v>169.98</c:v>
                </c:pt>
                <c:pt idx="7743">
                  <c:v>169.98</c:v>
                </c:pt>
                <c:pt idx="7744">
                  <c:v>99.98</c:v>
                </c:pt>
                <c:pt idx="7745">
                  <c:v>169.98</c:v>
                </c:pt>
                <c:pt idx="7746">
                  <c:v>168.28</c:v>
                </c:pt>
                <c:pt idx="7747">
                  <c:v>127.02</c:v>
                </c:pt>
                <c:pt idx="7748">
                  <c:v>156.9</c:v>
                </c:pt>
                <c:pt idx="7749">
                  <c:v>169.98</c:v>
                </c:pt>
                <c:pt idx="7750">
                  <c:v>169.98</c:v>
                </c:pt>
                <c:pt idx="7751">
                  <c:v>168.28</c:v>
                </c:pt>
                <c:pt idx="7752">
                  <c:v>137.97999999999999</c:v>
                </c:pt>
                <c:pt idx="7753">
                  <c:v>156.9</c:v>
                </c:pt>
                <c:pt idx="7754">
                  <c:v>169.98</c:v>
                </c:pt>
                <c:pt idx="7755">
                  <c:v>131.97999999999999</c:v>
                </c:pt>
                <c:pt idx="7756">
                  <c:v>131.97999999999999</c:v>
                </c:pt>
                <c:pt idx="7757">
                  <c:v>114.87</c:v>
                </c:pt>
                <c:pt idx="7758">
                  <c:v>55.98</c:v>
                </c:pt>
                <c:pt idx="7759">
                  <c:v>260.06</c:v>
                </c:pt>
                <c:pt idx="7760">
                  <c:v>215.07</c:v>
                </c:pt>
                <c:pt idx="7761">
                  <c:v>226.96</c:v>
                </c:pt>
                <c:pt idx="7762">
                  <c:v>381.93</c:v>
                </c:pt>
                <c:pt idx="7763">
                  <c:v>228.92</c:v>
                </c:pt>
                <c:pt idx="7764">
                  <c:v>49.99</c:v>
                </c:pt>
                <c:pt idx="7765">
                  <c:v>222.46</c:v>
                </c:pt>
                <c:pt idx="7766">
                  <c:v>73.05</c:v>
                </c:pt>
                <c:pt idx="7767">
                  <c:v>274.95999999999998</c:v>
                </c:pt>
                <c:pt idx="7768">
                  <c:v>264.44</c:v>
                </c:pt>
                <c:pt idx="7769">
                  <c:v>269.94</c:v>
                </c:pt>
                <c:pt idx="7770">
                  <c:v>97.96</c:v>
                </c:pt>
                <c:pt idx="7771">
                  <c:v>193.95</c:v>
                </c:pt>
                <c:pt idx="7772">
                  <c:v>233.72</c:v>
                </c:pt>
                <c:pt idx="7773">
                  <c:v>171.86</c:v>
                </c:pt>
                <c:pt idx="7774">
                  <c:v>269.89999999999998</c:v>
                </c:pt>
                <c:pt idx="7775">
                  <c:v>169.98</c:v>
                </c:pt>
                <c:pt idx="7776">
                  <c:v>59.16</c:v>
                </c:pt>
                <c:pt idx="7777">
                  <c:v>65.989999999999995</c:v>
                </c:pt>
                <c:pt idx="7778">
                  <c:v>148.16</c:v>
                </c:pt>
                <c:pt idx="7779">
                  <c:v>83.98</c:v>
                </c:pt>
                <c:pt idx="7780">
                  <c:v>53.97</c:v>
                </c:pt>
                <c:pt idx="7781">
                  <c:v>143.65</c:v>
                </c:pt>
                <c:pt idx="7782">
                  <c:v>110.98</c:v>
                </c:pt>
                <c:pt idx="7783">
                  <c:v>65.989999999999995</c:v>
                </c:pt>
                <c:pt idx="7784">
                  <c:v>84.98</c:v>
                </c:pt>
                <c:pt idx="7785">
                  <c:v>94.98</c:v>
                </c:pt>
                <c:pt idx="7786">
                  <c:v>110.98</c:v>
                </c:pt>
                <c:pt idx="7787">
                  <c:v>100.98</c:v>
                </c:pt>
                <c:pt idx="7788">
                  <c:v>65.989999999999995</c:v>
                </c:pt>
                <c:pt idx="7789">
                  <c:v>83.98</c:v>
                </c:pt>
                <c:pt idx="7790">
                  <c:v>110.98</c:v>
                </c:pt>
                <c:pt idx="7791">
                  <c:v>110.98</c:v>
                </c:pt>
                <c:pt idx="7792">
                  <c:v>99.98</c:v>
                </c:pt>
                <c:pt idx="7793">
                  <c:v>65.989999999999995</c:v>
                </c:pt>
                <c:pt idx="7794">
                  <c:v>110.98</c:v>
                </c:pt>
                <c:pt idx="7795">
                  <c:v>65.989999999999995</c:v>
                </c:pt>
                <c:pt idx="7796">
                  <c:v>110.98</c:v>
                </c:pt>
                <c:pt idx="7797">
                  <c:v>100.98</c:v>
                </c:pt>
                <c:pt idx="7798">
                  <c:v>69.98</c:v>
                </c:pt>
                <c:pt idx="7799">
                  <c:v>84.98</c:v>
                </c:pt>
                <c:pt idx="7800">
                  <c:v>94.97</c:v>
                </c:pt>
                <c:pt idx="7801">
                  <c:v>50.63</c:v>
                </c:pt>
                <c:pt idx="7802">
                  <c:v>108.96</c:v>
                </c:pt>
                <c:pt idx="7803">
                  <c:v>50.98</c:v>
                </c:pt>
                <c:pt idx="7804">
                  <c:v>79.98</c:v>
                </c:pt>
                <c:pt idx="7805">
                  <c:v>97.8</c:v>
                </c:pt>
                <c:pt idx="7806">
                  <c:v>99.98</c:v>
                </c:pt>
                <c:pt idx="7807">
                  <c:v>63.98</c:v>
                </c:pt>
                <c:pt idx="7808">
                  <c:v>99.98</c:v>
                </c:pt>
                <c:pt idx="7809">
                  <c:v>79.98</c:v>
                </c:pt>
                <c:pt idx="7810">
                  <c:v>64.98</c:v>
                </c:pt>
                <c:pt idx="7811">
                  <c:v>84.98</c:v>
                </c:pt>
                <c:pt idx="7812">
                  <c:v>75.69</c:v>
                </c:pt>
                <c:pt idx="7813">
                  <c:v>116.97</c:v>
                </c:pt>
                <c:pt idx="7814">
                  <c:v>102.97</c:v>
                </c:pt>
                <c:pt idx="7815">
                  <c:v>206.19</c:v>
                </c:pt>
                <c:pt idx="7816">
                  <c:v>87.95</c:v>
                </c:pt>
                <c:pt idx="7817">
                  <c:v>153.97</c:v>
                </c:pt>
                <c:pt idx="7818">
                  <c:v>253.96</c:v>
                </c:pt>
                <c:pt idx="7819">
                  <c:v>169.36</c:v>
                </c:pt>
                <c:pt idx="7820">
                  <c:v>188.97</c:v>
                </c:pt>
                <c:pt idx="7821">
                  <c:v>128.97</c:v>
                </c:pt>
                <c:pt idx="7822">
                  <c:v>208.55</c:v>
                </c:pt>
                <c:pt idx="7823">
                  <c:v>184.97</c:v>
                </c:pt>
                <c:pt idx="7824">
                  <c:v>156.97999999999999</c:v>
                </c:pt>
                <c:pt idx="7825">
                  <c:v>65.989999999999995</c:v>
                </c:pt>
                <c:pt idx="7826">
                  <c:v>155.97</c:v>
                </c:pt>
                <c:pt idx="7827">
                  <c:v>47.93</c:v>
                </c:pt>
                <c:pt idx="7828">
                  <c:v>84.97</c:v>
                </c:pt>
                <c:pt idx="7829">
                  <c:v>152.94999999999999</c:v>
                </c:pt>
                <c:pt idx="7830">
                  <c:v>249.94</c:v>
                </c:pt>
                <c:pt idx="7831">
                  <c:v>122.97</c:v>
                </c:pt>
                <c:pt idx="7832">
                  <c:v>126.97</c:v>
                </c:pt>
                <c:pt idx="7833">
                  <c:v>179.96</c:v>
                </c:pt>
                <c:pt idx="7834">
                  <c:v>296.52999999999997</c:v>
                </c:pt>
                <c:pt idx="7835">
                  <c:v>197.97</c:v>
                </c:pt>
                <c:pt idx="7836">
                  <c:v>197.97</c:v>
                </c:pt>
                <c:pt idx="7837">
                  <c:v>131.06</c:v>
                </c:pt>
                <c:pt idx="7838">
                  <c:v>131.97999999999999</c:v>
                </c:pt>
                <c:pt idx="7839">
                  <c:v>197.97</c:v>
                </c:pt>
                <c:pt idx="7840">
                  <c:v>152.97</c:v>
                </c:pt>
                <c:pt idx="7841">
                  <c:v>139.97</c:v>
                </c:pt>
                <c:pt idx="7842">
                  <c:v>121.98</c:v>
                </c:pt>
                <c:pt idx="7843">
                  <c:v>120.98</c:v>
                </c:pt>
                <c:pt idx="7844">
                  <c:v>131.97999999999999</c:v>
                </c:pt>
                <c:pt idx="7845">
                  <c:v>197.97</c:v>
                </c:pt>
                <c:pt idx="7846">
                  <c:v>152.97</c:v>
                </c:pt>
                <c:pt idx="7847">
                  <c:v>149.97</c:v>
                </c:pt>
                <c:pt idx="7848">
                  <c:v>131.97999999999999</c:v>
                </c:pt>
                <c:pt idx="7849">
                  <c:v>131.97999999999999</c:v>
                </c:pt>
                <c:pt idx="7850">
                  <c:v>138.97</c:v>
                </c:pt>
                <c:pt idx="7851">
                  <c:v>17.989999999999998</c:v>
                </c:pt>
                <c:pt idx="7852">
                  <c:v>172.97</c:v>
                </c:pt>
                <c:pt idx="7853">
                  <c:v>131.97999999999999</c:v>
                </c:pt>
                <c:pt idx="7854">
                  <c:v>149.97</c:v>
                </c:pt>
                <c:pt idx="7855">
                  <c:v>142.63</c:v>
                </c:pt>
                <c:pt idx="7856">
                  <c:v>131.97999999999999</c:v>
                </c:pt>
                <c:pt idx="7857">
                  <c:v>152.97</c:v>
                </c:pt>
                <c:pt idx="7858">
                  <c:v>181.97</c:v>
                </c:pt>
                <c:pt idx="7859">
                  <c:v>57.98</c:v>
                </c:pt>
                <c:pt idx="7860">
                  <c:v>84.99</c:v>
                </c:pt>
                <c:pt idx="7861">
                  <c:v>119.96</c:v>
                </c:pt>
                <c:pt idx="7862">
                  <c:v>131.97999999999999</c:v>
                </c:pt>
                <c:pt idx="7863">
                  <c:v>84.99</c:v>
                </c:pt>
                <c:pt idx="7864">
                  <c:v>84.99</c:v>
                </c:pt>
                <c:pt idx="7865">
                  <c:v>84.99</c:v>
                </c:pt>
                <c:pt idx="7866">
                  <c:v>59.98</c:v>
                </c:pt>
                <c:pt idx="7867">
                  <c:v>121.42</c:v>
                </c:pt>
                <c:pt idx="7868">
                  <c:v>59.98</c:v>
                </c:pt>
                <c:pt idx="7869">
                  <c:v>59.98</c:v>
                </c:pt>
                <c:pt idx="7870">
                  <c:v>57.98</c:v>
                </c:pt>
                <c:pt idx="7871">
                  <c:v>84.99</c:v>
                </c:pt>
                <c:pt idx="7872">
                  <c:v>57.98</c:v>
                </c:pt>
                <c:pt idx="7873">
                  <c:v>55.98</c:v>
                </c:pt>
                <c:pt idx="7874">
                  <c:v>59.98</c:v>
                </c:pt>
                <c:pt idx="7875">
                  <c:v>84.99</c:v>
                </c:pt>
                <c:pt idx="7876">
                  <c:v>84.99</c:v>
                </c:pt>
                <c:pt idx="7877">
                  <c:v>62.97</c:v>
                </c:pt>
                <c:pt idx="7878">
                  <c:v>84.99</c:v>
                </c:pt>
                <c:pt idx="7879">
                  <c:v>53.97</c:v>
                </c:pt>
                <c:pt idx="7880">
                  <c:v>53.97</c:v>
                </c:pt>
                <c:pt idx="7881">
                  <c:v>119.96</c:v>
                </c:pt>
                <c:pt idx="7882">
                  <c:v>84.99</c:v>
                </c:pt>
                <c:pt idx="7883">
                  <c:v>62.97</c:v>
                </c:pt>
                <c:pt idx="7884">
                  <c:v>121.42</c:v>
                </c:pt>
                <c:pt idx="7885">
                  <c:v>121.42</c:v>
                </c:pt>
                <c:pt idx="7886">
                  <c:v>84.99</c:v>
                </c:pt>
                <c:pt idx="7887">
                  <c:v>84.99</c:v>
                </c:pt>
                <c:pt idx="7888">
                  <c:v>131.97999999999999</c:v>
                </c:pt>
                <c:pt idx="7889">
                  <c:v>121.42</c:v>
                </c:pt>
                <c:pt idx="7890">
                  <c:v>119.96</c:v>
                </c:pt>
                <c:pt idx="7891">
                  <c:v>59.98</c:v>
                </c:pt>
                <c:pt idx="7892">
                  <c:v>53.97</c:v>
                </c:pt>
                <c:pt idx="7893">
                  <c:v>54.98</c:v>
                </c:pt>
                <c:pt idx="7894">
                  <c:v>211.96</c:v>
                </c:pt>
                <c:pt idx="7895">
                  <c:v>84.99</c:v>
                </c:pt>
                <c:pt idx="7896">
                  <c:v>84.99</c:v>
                </c:pt>
                <c:pt idx="7897">
                  <c:v>131.97999999999999</c:v>
                </c:pt>
                <c:pt idx="7898">
                  <c:v>54.98</c:v>
                </c:pt>
                <c:pt idx="7899">
                  <c:v>54.98</c:v>
                </c:pt>
                <c:pt idx="7900">
                  <c:v>84.99</c:v>
                </c:pt>
                <c:pt idx="7901">
                  <c:v>54.98</c:v>
                </c:pt>
                <c:pt idx="7902">
                  <c:v>84.99</c:v>
                </c:pt>
                <c:pt idx="7903">
                  <c:v>131.97999999999999</c:v>
                </c:pt>
                <c:pt idx="7904">
                  <c:v>52.98</c:v>
                </c:pt>
                <c:pt idx="7905">
                  <c:v>57.98</c:v>
                </c:pt>
                <c:pt idx="7906">
                  <c:v>50.98</c:v>
                </c:pt>
                <c:pt idx="7907">
                  <c:v>131.97999999999999</c:v>
                </c:pt>
                <c:pt idx="7908">
                  <c:v>75.09</c:v>
                </c:pt>
                <c:pt idx="7909">
                  <c:v>75.09</c:v>
                </c:pt>
                <c:pt idx="7910">
                  <c:v>52.98</c:v>
                </c:pt>
                <c:pt idx="7911">
                  <c:v>59.98</c:v>
                </c:pt>
                <c:pt idx="7912">
                  <c:v>158.85</c:v>
                </c:pt>
                <c:pt idx="7913">
                  <c:v>59.98</c:v>
                </c:pt>
                <c:pt idx="7914">
                  <c:v>84.99</c:v>
                </c:pt>
                <c:pt idx="7915">
                  <c:v>131.97999999999999</c:v>
                </c:pt>
                <c:pt idx="7916">
                  <c:v>59.98</c:v>
                </c:pt>
                <c:pt idx="7917">
                  <c:v>131.97999999999999</c:v>
                </c:pt>
                <c:pt idx="7918">
                  <c:v>84.99</c:v>
                </c:pt>
                <c:pt idx="7919">
                  <c:v>84.99</c:v>
                </c:pt>
                <c:pt idx="7920">
                  <c:v>69.97</c:v>
                </c:pt>
                <c:pt idx="7921">
                  <c:v>52.98</c:v>
                </c:pt>
                <c:pt idx="7922">
                  <c:v>75.09</c:v>
                </c:pt>
                <c:pt idx="7923">
                  <c:v>75.09</c:v>
                </c:pt>
                <c:pt idx="7924">
                  <c:v>84.99</c:v>
                </c:pt>
                <c:pt idx="7925">
                  <c:v>119.96</c:v>
                </c:pt>
                <c:pt idx="7926">
                  <c:v>62.97</c:v>
                </c:pt>
                <c:pt idx="7927">
                  <c:v>211.96</c:v>
                </c:pt>
                <c:pt idx="7928">
                  <c:v>131.97999999999999</c:v>
                </c:pt>
                <c:pt idx="7929">
                  <c:v>121.98</c:v>
                </c:pt>
                <c:pt idx="7930">
                  <c:v>131.97999999999999</c:v>
                </c:pt>
                <c:pt idx="7931">
                  <c:v>55.98</c:v>
                </c:pt>
                <c:pt idx="7932">
                  <c:v>131.97999999999999</c:v>
                </c:pt>
                <c:pt idx="7933">
                  <c:v>55.98</c:v>
                </c:pt>
                <c:pt idx="7934">
                  <c:v>131.97999999999999</c:v>
                </c:pt>
                <c:pt idx="7935">
                  <c:v>71.989999999999995</c:v>
                </c:pt>
                <c:pt idx="7936">
                  <c:v>55.98</c:v>
                </c:pt>
                <c:pt idx="7937">
                  <c:v>131.97999999999999</c:v>
                </c:pt>
                <c:pt idx="7938">
                  <c:v>122.18</c:v>
                </c:pt>
                <c:pt idx="7939">
                  <c:v>121.98</c:v>
                </c:pt>
                <c:pt idx="7940">
                  <c:v>122.18</c:v>
                </c:pt>
                <c:pt idx="7941">
                  <c:v>122.18</c:v>
                </c:pt>
                <c:pt idx="7942">
                  <c:v>122.18</c:v>
                </c:pt>
                <c:pt idx="7943">
                  <c:v>131.97999999999999</c:v>
                </c:pt>
                <c:pt idx="7944">
                  <c:v>55.98</c:v>
                </c:pt>
                <c:pt idx="7945">
                  <c:v>55.98</c:v>
                </c:pt>
                <c:pt idx="7946">
                  <c:v>57.97</c:v>
                </c:pt>
                <c:pt idx="7947">
                  <c:v>131.97999999999999</c:v>
                </c:pt>
                <c:pt idx="7948">
                  <c:v>131.97999999999999</c:v>
                </c:pt>
                <c:pt idx="7949">
                  <c:v>131.97999999999999</c:v>
                </c:pt>
                <c:pt idx="7950">
                  <c:v>57.97</c:v>
                </c:pt>
                <c:pt idx="7951">
                  <c:v>71.989999999999995</c:v>
                </c:pt>
                <c:pt idx="7952">
                  <c:v>131.97999999999999</c:v>
                </c:pt>
                <c:pt idx="7953">
                  <c:v>57.97</c:v>
                </c:pt>
                <c:pt idx="7954">
                  <c:v>131.97999999999999</c:v>
                </c:pt>
                <c:pt idx="7955">
                  <c:v>57.97</c:v>
                </c:pt>
                <c:pt idx="7956">
                  <c:v>131.97999999999999</c:v>
                </c:pt>
                <c:pt idx="7957">
                  <c:v>55.98</c:v>
                </c:pt>
                <c:pt idx="7958">
                  <c:v>55.98</c:v>
                </c:pt>
                <c:pt idx="7959">
                  <c:v>55.98</c:v>
                </c:pt>
                <c:pt idx="7960">
                  <c:v>131.97999999999999</c:v>
                </c:pt>
                <c:pt idx="7961">
                  <c:v>55.98</c:v>
                </c:pt>
                <c:pt idx="7962">
                  <c:v>131.97999999999999</c:v>
                </c:pt>
                <c:pt idx="7963">
                  <c:v>121.98</c:v>
                </c:pt>
                <c:pt idx="7964">
                  <c:v>119.96</c:v>
                </c:pt>
                <c:pt idx="7965">
                  <c:v>84.99</c:v>
                </c:pt>
                <c:pt idx="7966">
                  <c:v>84.99</c:v>
                </c:pt>
                <c:pt idx="7967">
                  <c:v>99.98</c:v>
                </c:pt>
                <c:pt idx="7968">
                  <c:v>99.98</c:v>
                </c:pt>
                <c:pt idx="7969">
                  <c:v>84.99</c:v>
                </c:pt>
                <c:pt idx="7970">
                  <c:v>84.99</c:v>
                </c:pt>
                <c:pt idx="7971">
                  <c:v>99.98</c:v>
                </c:pt>
                <c:pt idx="7972">
                  <c:v>99.98</c:v>
                </c:pt>
                <c:pt idx="7973">
                  <c:v>119.96</c:v>
                </c:pt>
                <c:pt idx="7974">
                  <c:v>53.97</c:v>
                </c:pt>
                <c:pt idx="7975">
                  <c:v>55.98</c:v>
                </c:pt>
                <c:pt idx="7976">
                  <c:v>71.989999999999995</c:v>
                </c:pt>
                <c:pt idx="7977">
                  <c:v>84.99</c:v>
                </c:pt>
                <c:pt idx="7978">
                  <c:v>84.99</c:v>
                </c:pt>
                <c:pt idx="7979">
                  <c:v>55.98</c:v>
                </c:pt>
                <c:pt idx="7980">
                  <c:v>84.99</c:v>
                </c:pt>
                <c:pt idx="7981">
                  <c:v>131.97999999999999</c:v>
                </c:pt>
                <c:pt idx="7982">
                  <c:v>131.97999999999999</c:v>
                </c:pt>
                <c:pt idx="7983">
                  <c:v>55.98</c:v>
                </c:pt>
                <c:pt idx="7984">
                  <c:v>131.97999999999999</c:v>
                </c:pt>
                <c:pt idx="7985">
                  <c:v>84.99</c:v>
                </c:pt>
                <c:pt idx="7986">
                  <c:v>71.989999999999995</c:v>
                </c:pt>
                <c:pt idx="7987">
                  <c:v>119.96</c:v>
                </c:pt>
                <c:pt idx="7988">
                  <c:v>55.98</c:v>
                </c:pt>
                <c:pt idx="7989">
                  <c:v>131.97999999999999</c:v>
                </c:pt>
                <c:pt idx="7990">
                  <c:v>55.98</c:v>
                </c:pt>
                <c:pt idx="7991">
                  <c:v>55.98</c:v>
                </c:pt>
                <c:pt idx="7992">
                  <c:v>131.97999999999999</c:v>
                </c:pt>
                <c:pt idx="7993">
                  <c:v>121.98</c:v>
                </c:pt>
                <c:pt idx="7994">
                  <c:v>84.99</c:v>
                </c:pt>
                <c:pt idx="7995">
                  <c:v>131.97999999999999</c:v>
                </c:pt>
                <c:pt idx="7996">
                  <c:v>119.96</c:v>
                </c:pt>
                <c:pt idx="7997">
                  <c:v>62.97</c:v>
                </c:pt>
                <c:pt idx="7998">
                  <c:v>64.47</c:v>
                </c:pt>
                <c:pt idx="7999">
                  <c:v>52.98</c:v>
                </c:pt>
                <c:pt idx="8000">
                  <c:v>55.98</c:v>
                </c:pt>
                <c:pt idx="8001">
                  <c:v>131.97999999999999</c:v>
                </c:pt>
                <c:pt idx="8002">
                  <c:v>131.97999999999999</c:v>
                </c:pt>
                <c:pt idx="8003">
                  <c:v>131.97999999999999</c:v>
                </c:pt>
                <c:pt idx="8004">
                  <c:v>131.97999999999999</c:v>
                </c:pt>
                <c:pt idx="8005">
                  <c:v>131.97999999999999</c:v>
                </c:pt>
                <c:pt idx="8006">
                  <c:v>54.98</c:v>
                </c:pt>
                <c:pt idx="8007">
                  <c:v>99.98</c:v>
                </c:pt>
                <c:pt idx="8008">
                  <c:v>76.489999999999995</c:v>
                </c:pt>
                <c:pt idx="8009">
                  <c:v>54.98</c:v>
                </c:pt>
                <c:pt idx="8010">
                  <c:v>131.97999999999999</c:v>
                </c:pt>
                <c:pt idx="8011">
                  <c:v>121.94</c:v>
                </c:pt>
                <c:pt idx="8012">
                  <c:v>53.97</c:v>
                </c:pt>
                <c:pt idx="8013">
                  <c:v>158.85</c:v>
                </c:pt>
                <c:pt idx="8014">
                  <c:v>54.98</c:v>
                </c:pt>
                <c:pt idx="8015">
                  <c:v>99.98</c:v>
                </c:pt>
                <c:pt idx="8016">
                  <c:v>54.98</c:v>
                </c:pt>
                <c:pt idx="8017">
                  <c:v>99.98</c:v>
                </c:pt>
                <c:pt idx="8018">
                  <c:v>131.97999999999999</c:v>
                </c:pt>
                <c:pt idx="8019">
                  <c:v>50.98</c:v>
                </c:pt>
                <c:pt idx="8020">
                  <c:v>50.98</c:v>
                </c:pt>
                <c:pt idx="8021">
                  <c:v>99.98</c:v>
                </c:pt>
                <c:pt idx="8022">
                  <c:v>131.97999999999999</c:v>
                </c:pt>
                <c:pt idx="8023">
                  <c:v>53.97</c:v>
                </c:pt>
                <c:pt idx="8024">
                  <c:v>131.97999999999999</c:v>
                </c:pt>
                <c:pt idx="8025">
                  <c:v>131.97999999999999</c:v>
                </c:pt>
                <c:pt idx="8026">
                  <c:v>121.94</c:v>
                </c:pt>
                <c:pt idx="8027">
                  <c:v>55.98</c:v>
                </c:pt>
                <c:pt idx="8028">
                  <c:v>114.98</c:v>
                </c:pt>
                <c:pt idx="8029">
                  <c:v>131.97999999999999</c:v>
                </c:pt>
                <c:pt idx="8030">
                  <c:v>131.97999999999999</c:v>
                </c:pt>
                <c:pt idx="8031">
                  <c:v>114.98</c:v>
                </c:pt>
                <c:pt idx="8032">
                  <c:v>131.97999999999999</c:v>
                </c:pt>
                <c:pt idx="8033">
                  <c:v>131.97999999999999</c:v>
                </c:pt>
                <c:pt idx="8034">
                  <c:v>55.98</c:v>
                </c:pt>
                <c:pt idx="8035">
                  <c:v>121.94</c:v>
                </c:pt>
                <c:pt idx="8036">
                  <c:v>131.97999999999999</c:v>
                </c:pt>
                <c:pt idx="8037">
                  <c:v>121.94</c:v>
                </c:pt>
                <c:pt idx="8038">
                  <c:v>84.99</c:v>
                </c:pt>
                <c:pt idx="8039">
                  <c:v>50.98</c:v>
                </c:pt>
                <c:pt idx="8040">
                  <c:v>84.99</c:v>
                </c:pt>
                <c:pt idx="8041">
                  <c:v>114.98</c:v>
                </c:pt>
                <c:pt idx="8042">
                  <c:v>53.97</c:v>
                </c:pt>
                <c:pt idx="8043">
                  <c:v>114.98</c:v>
                </c:pt>
                <c:pt idx="8044">
                  <c:v>158.85</c:v>
                </c:pt>
                <c:pt idx="8045">
                  <c:v>53.97</c:v>
                </c:pt>
                <c:pt idx="8046">
                  <c:v>131.97999999999999</c:v>
                </c:pt>
                <c:pt idx="8047">
                  <c:v>211.96</c:v>
                </c:pt>
                <c:pt idx="8048">
                  <c:v>131.97999999999999</c:v>
                </c:pt>
                <c:pt idx="8049">
                  <c:v>64.47</c:v>
                </c:pt>
                <c:pt idx="8050">
                  <c:v>84.99</c:v>
                </c:pt>
                <c:pt idx="8051">
                  <c:v>211.96</c:v>
                </c:pt>
                <c:pt idx="8052">
                  <c:v>131.97999999999999</c:v>
                </c:pt>
                <c:pt idx="8053">
                  <c:v>131.97999999999999</c:v>
                </c:pt>
                <c:pt idx="8054">
                  <c:v>76.489999999999995</c:v>
                </c:pt>
                <c:pt idx="8055">
                  <c:v>131.97999999999999</c:v>
                </c:pt>
                <c:pt idx="8056">
                  <c:v>131.97999999999999</c:v>
                </c:pt>
                <c:pt idx="8057">
                  <c:v>69.97</c:v>
                </c:pt>
                <c:pt idx="8058">
                  <c:v>64.47</c:v>
                </c:pt>
                <c:pt idx="8059">
                  <c:v>131.97999999999999</c:v>
                </c:pt>
                <c:pt idx="8060">
                  <c:v>64.47</c:v>
                </c:pt>
                <c:pt idx="8061">
                  <c:v>131.97999999999999</c:v>
                </c:pt>
                <c:pt idx="8062">
                  <c:v>84.99</c:v>
                </c:pt>
                <c:pt idx="8063">
                  <c:v>76.489999999999995</c:v>
                </c:pt>
                <c:pt idx="8064">
                  <c:v>131.97999999999999</c:v>
                </c:pt>
                <c:pt idx="8065">
                  <c:v>69.97</c:v>
                </c:pt>
                <c:pt idx="8066">
                  <c:v>158.85</c:v>
                </c:pt>
                <c:pt idx="8067">
                  <c:v>55.98</c:v>
                </c:pt>
                <c:pt idx="8068">
                  <c:v>76.489999999999995</c:v>
                </c:pt>
                <c:pt idx="8069">
                  <c:v>131.97999999999999</c:v>
                </c:pt>
                <c:pt idx="8070">
                  <c:v>69.97</c:v>
                </c:pt>
                <c:pt idx="8071">
                  <c:v>319.95999999999998</c:v>
                </c:pt>
                <c:pt idx="8072">
                  <c:v>309.93</c:v>
                </c:pt>
                <c:pt idx="8073">
                  <c:v>403.8</c:v>
                </c:pt>
                <c:pt idx="8074">
                  <c:v>59.8</c:v>
                </c:pt>
                <c:pt idx="8075">
                  <c:v>220.25</c:v>
                </c:pt>
                <c:pt idx="8076">
                  <c:v>319.95999999999998</c:v>
                </c:pt>
                <c:pt idx="8077">
                  <c:v>319.95999999999998</c:v>
                </c:pt>
                <c:pt idx="8078">
                  <c:v>319.95999999999998</c:v>
                </c:pt>
                <c:pt idx="8079">
                  <c:v>339.96</c:v>
                </c:pt>
                <c:pt idx="8080">
                  <c:v>365.94</c:v>
                </c:pt>
                <c:pt idx="8081">
                  <c:v>280.87</c:v>
                </c:pt>
                <c:pt idx="8082">
                  <c:v>133.97999999999999</c:v>
                </c:pt>
                <c:pt idx="8083">
                  <c:v>174.97</c:v>
                </c:pt>
                <c:pt idx="8084">
                  <c:v>95.47</c:v>
                </c:pt>
                <c:pt idx="8085">
                  <c:v>159.87</c:v>
                </c:pt>
                <c:pt idx="8086">
                  <c:v>93.98</c:v>
                </c:pt>
                <c:pt idx="8087">
                  <c:v>150.94999999999999</c:v>
                </c:pt>
                <c:pt idx="8088">
                  <c:v>135.97</c:v>
                </c:pt>
                <c:pt idx="8089">
                  <c:v>76.48</c:v>
                </c:pt>
                <c:pt idx="8090">
                  <c:v>133.57</c:v>
                </c:pt>
                <c:pt idx="8091">
                  <c:v>107.97</c:v>
                </c:pt>
                <c:pt idx="8092">
                  <c:v>151.97</c:v>
                </c:pt>
                <c:pt idx="8093">
                  <c:v>159.97999999999999</c:v>
                </c:pt>
                <c:pt idx="8094">
                  <c:v>87.28</c:v>
                </c:pt>
                <c:pt idx="8095">
                  <c:v>123.96</c:v>
                </c:pt>
                <c:pt idx="8096">
                  <c:v>74.98</c:v>
                </c:pt>
                <c:pt idx="8097">
                  <c:v>91.98</c:v>
                </c:pt>
                <c:pt idx="8098">
                  <c:v>239.54</c:v>
                </c:pt>
                <c:pt idx="8099">
                  <c:v>239.54</c:v>
                </c:pt>
                <c:pt idx="8100">
                  <c:v>239.54</c:v>
                </c:pt>
                <c:pt idx="8101">
                  <c:v>479.09</c:v>
                </c:pt>
                <c:pt idx="8102">
                  <c:v>202.7</c:v>
                </c:pt>
                <c:pt idx="8103">
                  <c:v>239.54</c:v>
                </c:pt>
                <c:pt idx="8104">
                  <c:v>159.69999999999999</c:v>
                </c:pt>
                <c:pt idx="8105">
                  <c:v>239.54</c:v>
                </c:pt>
                <c:pt idx="8106">
                  <c:v>239.54</c:v>
                </c:pt>
                <c:pt idx="8107">
                  <c:v>233.49</c:v>
                </c:pt>
                <c:pt idx="8108">
                  <c:v>239.54</c:v>
                </c:pt>
                <c:pt idx="8109">
                  <c:v>159.69999999999999</c:v>
                </c:pt>
                <c:pt idx="8110">
                  <c:v>157.26</c:v>
                </c:pt>
                <c:pt idx="8111">
                  <c:v>239.54</c:v>
                </c:pt>
                <c:pt idx="8112">
                  <c:v>239.54</c:v>
                </c:pt>
                <c:pt idx="8113">
                  <c:v>215.59</c:v>
                </c:pt>
                <c:pt idx="8114">
                  <c:v>239.54</c:v>
                </c:pt>
                <c:pt idx="8115">
                  <c:v>239.54</c:v>
                </c:pt>
                <c:pt idx="8116">
                  <c:v>239.54</c:v>
                </c:pt>
                <c:pt idx="8117">
                  <c:v>209.29</c:v>
                </c:pt>
                <c:pt idx="8118">
                  <c:v>239.54</c:v>
                </c:pt>
                <c:pt idx="8119">
                  <c:v>233.49</c:v>
                </c:pt>
                <c:pt idx="8120">
                  <c:v>91.98</c:v>
                </c:pt>
                <c:pt idx="8121">
                  <c:v>75.98</c:v>
                </c:pt>
                <c:pt idx="8122">
                  <c:v>124.98</c:v>
                </c:pt>
                <c:pt idx="8123">
                  <c:v>84.99</c:v>
                </c:pt>
                <c:pt idx="8124">
                  <c:v>54.99</c:v>
                </c:pt>
                <c:pt idx="8125">
                  <c:v>91.98</c:v>
                </c:pt>
                <c:pt idx="8126">
                  <c:v>54.98</c:v>
                </c:pt>
                <c:pt idx="8127">
                  <c:v>159.97999999999999</c:v>
                </c:pt>
                <c:pt idx="8128">
                  <c:v>84.99</c:v>
                </c:pt>
                <c:pt idx="8129">
                  <c:v>169.98</c:v>
                </c:pt>
                <c:pt idx="8130">
                  <c:v>49.98</c:v>
                </c:pt>
                <c:pt idx="8131">
                  <c:v>101.98</c:v>
                </c:pt>
                <c:pt idx="8132">
                  <c:v>84.99</c:v>
                </c:pt>
                <c:pt idx="8133">
                  <c:v>169.98</c:v>
                </c:pt>
                <c:pt idx="8134">
                  <c:v>139.97999999999999</c:v>
                </c:pt>
                <c:pt idx="8135">
                  <c:v>120.97</c:v>
                </c:pt>
                <c:pt idx="8136">
                  <c:v>158.97</c:v>
                </c:pt>
                <c:pt idx="8137">
                  <c:v>54.98</c:v>
                </c:pt>
                <c:pt idx="8138">
                  <c:v>101.98</c:v>
                </c:pt>
                <c:pt idx="8139">
                  <c:v>139.97999999999999</c:v>
                </c:pt>
                <c:pt idx="8140">
                  <c:v>84.99</c:v>
                </c:pt>
                <c:pt idx="8141">
                  <c:v>101.98</c:v>
                </c:pt>
                <c:pt idx="8142">
                  <c:v>70.989999999999995</c:v>
                </c:pt>
                <c:pt idx="8143">
                  <c:v>188.97</c:v>
                </c:pt>
                <c:pt idx="8144">
                  <c:v>194.97</c:v>
                </c:pt>
                <c:pt idx="8145">
                  <c:v>137.97999999999999</c:v>
                </c:pt>
                <c:pt idx="8146">
                  <c:v>55.86</c:v>
                </c:pt>
                <c:pt idx="8147">
                  <c:v>84.99</c:v>
                </c:pt>
                <c:pt idx="8148">
                  <c:v>169.98</c:v>
                </c:pt>
                <c:pt idx="8149">
                  <c:v>103.98</c:v>
                </c:pt>
                <c:pt idx="8150">
                  <c:v>103.98</c:v>
                </c:pt>
                <c:pt idx="8151">
                  <c:v>254.97</c:v>
                </c:pt>
                <c:pt idx="8152">
                  <c:v>84.99</c:v>
                </c:pt>
                <c:pt idx="8153">
                  <c:v>169.98</c:v>
                </c:pt>
                <c:pt idx="8154">
                  <c:v>169.98</c:v>
                </c:pt>
                <c:pt idx="8155">
                  <c:v>173.48</c:v>
                </c:pt>
                <c:pt idx="8156">
                  <c:v>187.96</c:v>
                </c:pt>
                <c:pt idx="8157">
                  <c:v>131.97999999999999</c:v>
                </c:pt>
                <c:pt idx="8158">
                  <c:v>169.98</c:v>
                </c:pt>
                <c:pt idx="8159">
                  <c:v>161.94999999999999</c:v>
                </c:pt>
                <c:pt idx="8160">
                  <c:v>185.97</c:v>
                </c:pt>
                <c:pt idx="8161">
                  <c:v>118.78</c:v>
                </c:pt>
                <c:pt idx="8162">
                  <c:v>121.98</c:v>
                </c:pt>
                <c:pt idx="8163">
                  <c:v>169.98</c:v>
                </c:pt>
                <c:pt idx="8164">
                  <c:v>121.98</c:v>
                </c:pt>
                <c:pt idx="8165">
                  <c:v>169.98</c:v>
                </c:pt>
                <c:pt idx="8166">
                  <c:v>131.97999999999999</c:v>
                </c:pt>
                <c:pt idx="8167">
                  <c:v>169.98</c:v>
                </c:pt>
                <c:pt idx="8168">
                  <c:v>175.97</c:v>
                </c:pt>
                <c:pt idx="8169">
                  <c:v>131.97999999999999</c:v>
                </c:pt>
                <c:pt idx="8170">
                  <c:v>185.97</c:v>
                </c:pt>
                <c:pt idx="8171">
                  <c:v>99.98</c:v>
                </c:pt>
                <c:pt idx="8172">
                  <c:v>169.98</c:v>
                </c:pt>
                <c:pt idx="8173">
                  <c:v>163.28</c:v>
                </c:pt>
                <c:pt idx="8174">
                  <c:v>168.28</c:v>
                </c:pt>
                <c:pt idx="8175">
                  <c:v>151.96</c:v>
                </c:pt>
                <c:pt idx="8176">
                  <c:v>168.28</c:v>
                </c:pt>
                <c:pt idx="8177">
                  <c:v>169.98</c:v>
                </c:pt>
                <c:pt idx="8178">
                  <c:v>121.98</c:v>
                </c:pt>
                <c:pt idx="8179">
                  <c:v>169.98</c:v>
                </c:pt>
                <c:pt idx="8180">
                  <c:v>118.78</c:v>
                </c:pt>
                <c:pt idx="8181">
                  <c:v>164.93</c:v>
                </c:pt>
                <c:pt idx="8182">
                  <c:v>136.28</c:v>
                </c:pt>
                <c:pt idx="8183">
                  <c:v>164.89</c:v>
                </c:pt>
                <c:pt idx="8184">
                  <c:v>131.97999999999999</c:v>
                </c:pt>
                <c:pt idx="8185">
                  <c:v>156.58000000000001</c:v>
                </c:pt>
                <c:pt idx="8186">
                  <c:v>18.600000000000001</c:v>
                </c:pt>
                <c:pt idx="8187">
                  <c:v>156.77000000000001</c:v>
                </c:pt>
                <c:pt idx="8188">
                  <c:v>168.28</c:v>
                </c:pt>
                <c:pt idx="8189">
                  <c:v>168.28</c:v>
                </c:pt>
                <c:pt idx="8190">
                  <c:v>168.28</c:v>
                </c:pt>
                <c:pt idx="8191">
                  <c:v>169.98</c:v>
                </c:pt>
                <c:pt idx="8192">
                  <c:v>168.6</c:v>
                </c:pt>
                <c:pt idx="8193">
                  <c:v>166.58</c:v>
                </c:pt>
                <c:pt idx="8194">
                  <c:v>169.98</c:v>
                </c:pt>
                <c:pt idx="8195">
                  <c:v>121.98</c:v>
                </c:pt>
                <c:pt idx="8196">
                  <c:v>131.97999999999999</c:v>
                </c:pt>
                <c:pt idx="8197">
                  <c:v>169.98</c:v>
                </c:pt>
                <c:pt idx="8198">
                  <c:v>169.98</c:v>
                </c:pt>
                <c:pt idx="8199">
                  <c:v>168.28</c:v>
                </c:pt>
                <c:pt idx="8200">
                  <c:v>131.26</c:v>
                </c:pt>
                <c:pt idx="8201">
                  <c:v>70.88</c:v>
                </c:pt>
                <c:pt idx="8202">
                  <c:v>53.98</c:v>
                </c:pt>
                <c:pt idx="8203">
                  <c:v>254.97</c:v>
                </c:pt>
                <c:pt idx="8204">
                  <c:v>84.99</c:v>
                </c:pt>
                <c:pt idx="8205">
                  <c:v>314.95999999999998</c:v>
                </c:pt>
                <c:pt idx="8206">
                  <c:v>227.77</c:v>
                </c:pt>
                <c:pt idx="8207">
                  <c:v>169.98</c:v>
                </c:pt>
                <c:pt idx="8208">
                  <c:v>73.48</c:v>
                </c:pt>
                <c:pt idx="8209">
                  <c:v>63.57</c:v>
                </c:pt>
                <c:pt idx="8210">
                  <c:v>134.97999999999999</c:v>
                </c:pt>
                <c:pt idx="8211">
                  <c:v>167.43</c:v>
                </c:pt>
                <c:pt idx="8212">
                  <c:v>65.989999999999995</c:v>
                </c:pt>
                <c:pt idx="8213">
                  <c:v>249.87</c:v>
                </c:pt>
                <c:pt idx="8214">
                  <c:v>77.86</c:v>
                </c:pt>
                <c:pt idx="8215">
                  <c:v>263.3</c:v>
                </c:pt>
                <c:pt idx="8216">
                  <c:v>163.51</c:v>
                </c:pt>
                <c:pt idx="8217">
                  <c:v>169.98</c:v>
                </c:pt>
                <c:pt idx="8218">
                  <c:v>166.47</c:v>
                </c:pt>
                <c:pt idx="8219">
                  <c:v>252.42</c:v>
                </c:pt>
                <c:pt idx="8220">
                  <c:v>69.040000000000006</c:v>
                </c:pt>
                <c:pt idx="8221">
                  <c:v>70.930000000000007</c:v>
                </c:pt>
                <c:pt idx="8222">
                  <c:v>167.43</c:v>
                </c:pt>
                <c:pt idx="8223">
                  <c:v>168.14</c:v>
                </c:pt>
                <c:pt idx="8224">
                  <c:v>268.22000000000003</c:v>
                </c:pt>
                <c:pt idx="8225">
                  <c:v>154.99</c:v>
                </c:pt>
                <c:pt idx="8226">
                  <c:v>223.88</c:v>
                </c:pt>
                <c:pt idx="8227">
                  <c:v>182.27</c:v>
                </c:pt>
                <c:pt idx="8228">
                  <c:v>229.47</c:v>
                </c:pt>
                <c:pt idx="8229">
                  <c:v>145.97</c:v>
                </c:pt>
                <c:pt idx="8230">
                  <c:v>253.92</c:v>
                </c:pt>
                <c:pt idx="8231">
                  <c:v>84.99</c:v>
                </c:pt>
                <c:pt idx="8232">
                  <c:v>78.39</c:v>
                </c:pt>
                <c:pt idx="8233">
                  <c:v>65.989999999999995</c:v>
                </c:pt>
                <c:pt idx="8234">
                  <c:v>84.99</c:v>
                </c:pt>
                <c:pt idx="8235">
                  <c:v>108.98</c:v>
                </c:pt>
                <c:pt idx="8236">
                  <c:v>86.98</c:v>
                </c:pt>
                <c:pt idx="8237">
                  <c:v>55.99</c:v>
                </c:pt>
                <c:pt idx="8238">
                  <c:v>86.98</c:v>
                </c:pt>
                <c:pt idx="8239">
                  <c:v>76.489999999999995</c:v>
                </c:pt>
                <c:pt idx="8240">
                  <c:v>59.39</c:v>
                </c:pt>
                <c:pt idx="8241">
                  <c:v>59.39</c:v>
                </c:pt>
                <c:pt idx="8242">
                  <c:v>78.39</c:v>
                </c:pt>
                <c:pt idx="8243">
                  <c:v>84.99</c:v>
                </c:pt>
                <c:pt idx="8244">
                  <c:v>84.99</c:v>
                </c:pt>
                <c:pt idx="8245">
                  <c:v>76.489999999999995</c:v>
                </c:pt>
                <c:pt idx="8246">
                  <c:v>55.99</c:v>
                </c:pt>
                <c:pt idx="8247">
                  <c:v>65.989999999999995</c:v>
                </c:pt>
                <c:pt idx="8248">
                  <c:v>108.98</c:v>
                </c:pt>
                <c:pt idx="8249">
                  <c:v>84.99</c:v>
                </c:pt>
                <c:pt idx="8250">
                  <c:v>169.97</c:v>
                </c:pt>
                <c:pt idx="8251">
                  <c:v>54.96</c:v>
                </c:pt>
                <c:pt idx="8252">
                  <c:v>103.98</c:v>
                </c:pt>
                <c:pt idx="8253">
                  <c:v>64.98</c:v>
                </c:pt>
                <c:pt idx="8254">
                  <c:v>118.98</c:v>
                </c:pt>
                <c:pt idx="8255">
                  <c:v>95.97</c:v>
                </c:pt>
                <c:pt idx="8256">
                  <c:v>76.42</c:v>
                </c:pt>
                <c:pt idx="8257">
                  <c:v>35.979999999999997</c:v>
                </c:pt>
                <c:pt idx="8258">
                  <c:v>76.42</c:v>
                </c:pt>
                <c:pt idx="8259">
                  <c:v>191.36</c:v>
                </c:pt>
                <c:pt idx="8260">
                  <c:v>172.97</c:v>
                </c:pt>
                <c:pt idx="8261">
                  <c:v>84.99</c:v>
                </c:pt>
                <c:pt idx="8262">
                  <c:v>65.989999999999995</c:v>
                </c:pt>
                <c:pt idx="8263">
                  <c:v>64.98</c:v>
                </c:pt>
                <c:pt idx="8264">
                  <c:v>97.98</c:v>
                </c:pt>
                <c:pt idx="8265">
                  <c:v>191.36</c:v>
                </c:pt>
                <c:pt idx="8266">
                  <c:v>65.989999999999995</c:v>
                </c:pt>
                <c:pt idx="8267">
                  <c:v>35.979999999999997</c:v>
                </c:pt>
                <c:pt idx="8268">
                  <c:v>169.97</c:v>
                </c:pt>
                <c:pt idx="8269">
                  <c:v>118.98</c:v>
                </c:pt>
                <c:pt idx="8270">
                  <c:v>65.989999999999995</c:v>
                </c:pt>
                <c:pt idx="8271">
                  <c:v>191.45</c:v>
                </c:pt>
                <c:pt idx="8272">
                  <c:v>65.989999999999995</c:v>
                </c:pt>
                <c:pt idx="8273">
                  <c:v>172.97</c:v>
                </c:pt>
                <c:pt idx="8274">
                  <c:v>84.69</c:v>
                </c:pt>
                <c:pt idx="8275">
                  <c:v>191.45</c:v>
                </c:pt>
                <c:pt idx="8276">
                  <c:v>103.98</c:v>
                </c:pt>
                <c:pt idx="8277">
                  <c:v>54.96</c:v>
                </c:pt>
                <c:pt idx="8278">
                  <c:v>97.98</c:v>
                </c:pt>
                <c:pt idx="8279">
                  <c:v>94.08</c:v>
                </c:pt>
                <c:pt idx="8280">
                  <c:v>84.69</c:v>
                </c:pt>
                <c:pt idx="8281">
                  <c:v>130.96</c:v>
                </c:pt>
                <c:pt idx="8282">
                  <c:v>95.97</c:v>
                </c:pt>
                <c:pt idx="8283">
                  <c:v>94.08</c:v>
                </c:pt>
                <c:pt idx="8284">
                  <c:v>130.96</c:v>
                </c:pt>
                <c:pt idx="8285">
                  <c:v>169.98</c:v>
                </c:pt>
                <c:pt idx="8286">
                  <c:v>115.98</c:v>
                </c:pt>
                <c:pt idx="8287">
                  <c:v>131.97999999999999</c:v>
                </c:pt>
                <c:pt idx="8288">
                  <c:v>229.97</c:v>
                </c:pt>
                <c:pt idx="8289">
                  <c:v>269.95999999999998</c:v>
                </c:pt>
                <c:pt idx="8290">
                  <c:v>229.97</c:v>
                </c:pt>
                <c:pt idx="8291">
                  <c:v>339.96</c:v>
                </c:pt>
                <c:pt idx="8292">
                  <c:v>147.97</c:v>
                </c:pt>
                <c:pt idx="8293">
                  <c:v>169.98</c:v>
                </c:pt>
                <c:pt idx="8294">
                  <c:v>-220.54</c:v>
                </c:pt>
                <c:pt idx="8295">
                  <c:v>254.97</c:v>
                </c:pt>
                <c:pt idx="8296">
                  <c:v>197.97</c:v>
                </c:pt>
                <c:pt idx="8297">
                  <c:v>189.97</c:v>
                </c:pt>
                <c:pt idx="8298">
                  <c:v>339.96</c:v>
                </c:pt>
                <c:pt idx="8299">
                  <c:v>169.98</c:v>
                </c:pt>
                <c:pt idx="8300">
                  <c:v>309.95999999999998</c:v>
                </c:pt>
                <c:pt idx="8301">
                  <c:v>208.76</c:v>
                </c:pt>
                <c:pt idx="8302">
                  <c:v>220.54</c:v>
                </c:pt>
                <c:pt idx="8303">
                  <c:v>420.44</c:v>
                </c:pt>
                <c:pt idx="8304">
                  <c:v>399.24</c:v>
                </c:pt>
                <c:pt idx="8305">
                  <c:v>176.62</c:v>
                </c:pt>
                <c:pt idx="8306">
                  <c:v>375.28</c:v>
                </c:pt>
                <c:pt idx="8307">
                  <c:v>346.23</c:v>
                </c:pt>
                <c:pt idx="8308">
                  <c:v>368.23</c:v>
                </c:pt>
                <c:pt idx="8309">
                  <c:v>459.72</c:v>
                </c:pt>
                <c:pt idx="8310">
                  <c:v>367.78</c:v>
                </c:pt>
                <c:pt idx="8311">
                  <c:v>336.32</c:v>
                </c:pt>
                <c:pt idx="8312">
                  <c:v>470.58</c:v>
                </c:pt>
                <c:pt idx="8313">
                  <c:v>91.92</c:v>
                </c:pt>
                <c:pt idx="8314">
                  <c:v>428.27</c:v>
                </c:pt>
                <c:pt idx="8315">
                  <c:v>314.36</c:v>
                </c:pt>
                <c:pt idx="8316">
                  <c:v>414.66</c:v>
                </c:pt>
                <c:pt idx="8317">
                  <c:v>430.69</c:v>
                </c:pt>
                <c:pt idx="8318">
                  <c:v>337.53</c:v>
                </c:pt>
                <c:pt idx="8319">
                  <c:v>131.97999999999999</c:v>
                </c:pt>
                <c:pt idx="8320">
                  <c:v>46.45</c:v>
                </c:pt>
                <c:pt idx="8321">
                  <c:v>131.97999999999999</c:v>
                </c:pt>
                <c:pt idx="8322">
                  <c:v>131.97999999999999</c:v>
                </c:pt>
                <c:pt idx="8323">
                  <c:v>-13.2</c:v>
                </c:pt>
                <c:pt idx="8324">
                  <c:v>121.98</c:v>
                </c:pt>
                <c:pt idx="8325">
                  <c:v>131.97999999999999</c:v>
                </c:pt>
                <c:pt idx="8326">
                  <c:v>131.97999999999999</c:v>
                </c:pt>
                <c:pt idx="8327">
                  <c:v>131.97999999999999</c:v>
                </c:pt>
                <c:pt idx="8328">
                  <c:v>216.33</c:v>
                </c:pt>
                <c:pt idx="8329">
                  <c:v>121.98</c:v>
                </c:pt>
                <c:pt idx="8330">
                  <c:v>131.97999999999999</c:v>
                </c:pt>
                <c:pt idx="8331">
                  <c:v>206.93</c:v>
                </c:pt>
                <c:pt idx="8332">
                  <c:v>59.95</c:v>
                </c:pt>
                <c:pt idx="8333">
                  <c:v>167.95</c:v>
                </c:pt>
                <c:pt idx="8334">
                  <c:v>113.46</c:v>
                </c:pt>
                <c:pt idx="8335">
                  <c:v>191.94</c:v>
                </c:pt>
                <c:pt idx="8336">
                  <c:v>83.48</c:v>
                </c:pt>
                <c:pt idx="8337">
                  <c:v>131.97999999999999</c:v>
                </c:pt>
                <c:pt idx="8338">
                  <c:v>287.45</c:v>
                </c:pt>
                <c:pt idx="8339">
                  <c:v>289.14</c:v>
                </c:pt>
                <c:pt idx="8340">
                  <c:v>319.39</c:v>
                </c:pt>
                <c:pt idx="8341">
                  <c:v>319.39</c:v>
                </c:pt>
                <c:pt idx="8342">
                  <c:v>319.39</c:v>
                </c:pt>
                <c:pt idx="8343">
                  <c:v>319.39</c:v>
                </c:pt>
                <c:pt idx="8344">
                  <c:v>319.39</c:v>
                </c:pt>
                <c:pt idx="8345">
                  <c:v>319.39</c:v>
                </c:pt>
                <c:pt idx="8346">
                  <c:v>323.98</c:v>
                </c:pt>
                <c:pt idx="8347">
                  <c:v>319.39</c:v>
                </c:pt>
                <c:pt idx="8348">
                  <c:v>296.39999999999998</c:v>
                </c:pt>
                <c:pt idx="8349">
                  <c:v>341.16</c:v>
                </c:pt>
                <c:pt idx="8350">
                  <c:v>319.39</c:v>
                </c:pt>
                <c:pt idx="8351">
                  <c:v>289.14</c:v>
                </c:pt>
                <c:pt idx="8352">
                  <c:v>319.39</c:v>
                </c:pt>
                <c:pt idx="8353">
                  <c:v>341.16</c:v>
                </c:pt>
                <c:pt idx="8354">
                  <c:v>379.87</c:v>
                </c:pt>
                <c:pt idx="8355">
                  <c:v>319.39</c:v>
                </c:pt>
                <c:pt idx="8356">
                  <c:v>228.64</c:v>
                </c:pt>
                <c:pt idx="8357">
                  <c:v>239.54</c:v>
                </c:pt>
                <c:pt idx="8358">
                  <c:v>253.71</c:v>
                </c:pt>
                <c:pt idx="8359">
                  <c:v>239.54</c:v>
                </c:pt>
                <c:pt idx="8360">
                  <c:v>250.08</c:v>
                </c:pt>
                <c:pt idx="8361">
                  <c:v>228.64</c:v>
                </c:pt>
                <c:pt idx="8362">
                  <c:v>324.18</c:v>
                </c:pt>
                <c:pt idx="8363">
                  <c:v>362.92</c:v>
                </c:pt>
                <c:pt idx="8364">
                  <c:v>506.46</c:v>
                </c:pt>
                <c:pt idx="8365">
                  <c:v>546.74</c:v>
                </c:pt>
                <c:pt idx="8366">
                  <c:v>512.5</c:v>
                </c:pt>
                <c:pt idx="8367">
                  <c:v>419.13</c:v>
                </c:pt>
                <c:pt idx="8368">
                  <c:v>521.41</c:v>
                </c:pt>
                <c:pt idx="8369">
                  <c:v>515.79999999999995</c:v>
                </c:pt>
                <c:pt idx="8370">
                  <c:v>287.86</c:v>
                </c:pt>
                <c:pt idx="8371">
                  <c:v>214.11</c:v>
                </c:pt>
                <c:pt idx="8372">
                  <c:v>63.98</c:v>
                </c:pt>
                <c:pt idx="8373">
                  <c:v>203.95</c:v>
                </c:pt>
                <c:pt idx="8374">
                  <c:v>170.99</c:v>
                </c:pt>
                <c:pt idx="8375">
                  <c:v>62.58</c:v>
                </c:pt>
                <c:pt idx="8376">
                  <c:v>130.66</c:v>
                </c:pt>
                <c:pt idx="8377">
                  <c:v>154.24</c:v>
                </c:pt>
                <c:pt idx="8378">
                  <c:v>197.97</c:v>
                </c:pt>
                <c:pt idx="8379">
                  <c:v>195.96</c:v>
                </c:pt>
                <c:pt idx="8380">
                  <c:v>10.47</c:v>
                </c:pt>
                <c:pt idx="8381">
                  <c:v>188.74</c:v>
                </c:pt>
                <c:pt idx="8382">
                  <c:v>127.24</c:v>
                </c:pt>
                <c:pt idx="8383">
                  <c:v>195.99</c:v>
                </c:pt>
                <c:pt idx="8384">
                  <c:v>250.96</c:v>
                </c:pt>
                <c:pt idx="8385">
                  <c:v>169.98</c:v>
                </c:pt>
                <c:pt idx="8386">
                  <c:v>217.92</c:v>
                </c:pt>
                <c:pt idx="8387">
                  <c:v>131.97999999999999</c:v>
                </c:pt>
                <c:pt idx="8388">
                  <c:v>169.98</c:v>
                </c:pt>
                <c:pt idx="8389">
                  <c:v>36.49</c:v>
                </c:pt>
                <c:pt idx="8390">
                  <c:v>169.98</c:v>
                </c:pt>
                <c:pt idx="8391">
                  <c:v>215.34</c:v>
                </c:pt>
                <c:pt idx="8392">
                  <c:v>283.85000000000002</c:v>
                </c:pt>
                <c:pt idx="8393">
                  <c:v>169.98</c:v>
                </c:pt>
                <c:pt idx="8394">
                  <c:v>169.98</c:v>
                </c:pt>
                <c:pt idx="8395">
                  <c:v>121.98</c:v>
                </c:pt>
                <c:pt idx="8396">
                  <c:v>254.97</c:v>
                </c:pt>
                <c:pt idx="8397">
                  <c:v>186.97</c:v>
                </c:pt>
                <c:pt idx="8398">
                  <c:v>169.98</c:v>
                </c:pt>
                <c:pt idx="8399">
                  <c:v>169.98</c:v>
                </c:pt>
                <c:pt idx="8400">
                  <c:v>254.97</c:v>
                </c:pt>
                <c:pt idx="8401">
                  <c:v>254.97</c:v>
                </c:pt>
                <c:pt idx="8402">
                  <c:v>159.97999999999999</c:v>
                </c:pt>
                <c:pt idx="8403">
                  <c:v>131.97999999999999</c:v>
                </c:pt>
                <c:pt idx="8404">
                  <c:v>152.97</c:v>
                </c:pt>
                <c:pt idx="8405">
                  <c:v>256.42</c:v>
                </c:pt>
                <c:pt idx="8406">
                  <c:v>313.92</c:v>
                </c:pt>
                <c:pt idx="8407">
                  <c:v>258.68</c:v>
                </c:pt>
                <c:pt idx="8408">
                  <c:v>297.95</c:v>
                </c:pt>
                <c:pt idx="8409">
                  <c:v>339.96</c:v>
                </c:pt>
                <c:pt idx="8410">
                  <c:v>263.95999999999998</c:v>
                </c:pt>
                <c:pt idx="8411">
                  <c:v>339.96</c:v>
                </c:pt>
                <c:pt idx="8412">
                  <c:v>317.32</c:v>
                </c:pt>
                <c:pt idx="8413">
                  <c:v>263.95999999999998</c:v>
                </c:pt>
                <c:pt idx="8414">
                  <c:v>305.11</c:v>
                </c:pt>
                <c:pt idx="8415">
                  <c:v>144.37</c:v>
                </c:pt>
                <c:pt idx="8416">
                  <c:v>116.97</c:v>
                </c:pt>
                <c:pt idx="8417">
                  <c:v>168.76</c:v>
                </c:pt>
                <c:pt idx="8418">
                  <c:v>137.97999999999999</c:v>
                </c:pt>
                <c:pt idx="8419">
                  <c:v>169.13</c:v>
                </c:pt>
                <c:pt idx="8420">
                  <c:v>84.99</c:v>
                </c:pt>
                <c:pt idx="8421">
                  <c:v>138.5</c:v>
                </c:pt>
                <c:pt idx="8422">
                  <c:v>76.09</c:v>
                </c:pt>
                <c:pt idx="8423">
                  <c:v>136.81</c:v>
                </c:pt>
                <c:pt idx="8424">
                  <c:v>84.99</c:v>
                </c:pt>
                <c:pt idx="8425">
                  <c:v>81.83</c:v>
                </c:pt>
                <c:pt idx="8426">
                  <c:v>84.14</c:v>
                </c:pt>
                <c:pt idx="8427">
                  <c:v>59.49</c:v>
                </c:pt>
                <c:pt idx="8428">
                  <c:v>83.97</c:v>
                </c:pt>
                <c:pt idx="8429">
                  <c:v>169.98</c:v>
                </c:pt>
                <c:pt idx="8430">
                  <c:v>26.49</c:v>
                </c:pt>
                <c:pt idx="8431">
                  <c:v>84.97</c:v>
                </c:pt>
                <c:pt idx="8432">
                  <c:v>131.96</c:v>
                </c:pt>
                <c:pt idx="8433">
                  <c:v>95.13</c:v>
                </c:pt>
                <c:pt idx="8434">
                  <c:v>95.98</c:v>
                </c:pt>
                <c:pt idx="8435">
                  <c:v>100.57</c:v>
                </c:pt>
                <c:pt idx="8436">
                  <c:v>254.97</c:v>
                </c:pt>
                <c:pt idx="8437">
                  <c:v>84.03</c:v>
                </c:pt>
                <c:pt idx="8438">
                  <c:v>84.14</c:v>
                </c:pt>
                <c:pt idx="8439">
                  <c:v>83.28</c:v>
                </c:pt>
                <c:pt idx="8440">
                  <c:v>84.14</c:v>
                </c:pt>
                <c:pt idx="8441">
                  <c:v>83.61</c:v>
                </c:pt>
                <c:pt idx="8442">
                  <c:v>134.97999999999999</c:v>
                </c:pt>
                <c:pt idx="8443">
                  <c:v>78.930000000000007</c:v>
                </c:pt>
                <c:pt idx="8444">
                  <c:v>145.97</c:v>
                </c:pt>
                <c:pt idx="8445">
                  <c:v>84.99</c:v>
                </c:pt>
                <c:pt idx="8446">
                  <c:v>290.93</c:v>
                </c:pt>
                <c:pt idx="8447">
                  <c:v>178.17</c:v>
                </c:pt>
                <c:pt idx="8448">
                  <c:v>255.95</c:v>
                </c:pt>
                <c:pt idx="8449">
                  <c:v>354.94</c:v>
                </c:pt>
                <c:pt idx="8450">
                  <c:v>329.95</c:v>
                </c:pt>
                <c:pt idx="8451">
                  <c:v>237.96</c:v>
                </c:pt>
                <c:pt idx="8452">
                  <c:v>224.93</c:v>
                </c:pt>
                <c:pt idx="8453">
                  <c:v>304.93</c:v>
                </c:pt>
                <c:pt idx="8454">
                  <c:v>282.82</c:v>
                </c:pt>
                <c:pt idx="8455">
                  <c:v>339.96</c:v>
                </c:pt>
                <c:pt idx="8456">
                  <c:v>237.96</c:v>
                </c:pt>
                <c:pt idx="8457">
                  <c:v>339.96</c:v>
                </c:pt>
                <c:pt idx="8458">
                  <c:v>374.95</c:v>
                </c:pt>
                <c:pt idx="8459">
                  <c:v>238.96</c:v>
                </c:pt>
                <c:pt idx="8460">
                  <c:v>339.96</c:v>
                </c:pt>
                <c:pt idx="8461">
                  <c:v>339.96</c:v>
                </c:pt>
                <c:pt idx="8462">
                  <c:v>263.95999999999998</c:v>
                </c:pt>
                <c:pt idx="8463">
                  <c:v>339.96</c:v>
                </c:pt>
                <c:pt idx="8464">
                  <c:v>263.95999999999998</c:v>
                </c:pt>
                <c:pt idx="8465">
                  <c:v>263.95999999999998</c:v>
                </c:pt>
                <c:pt idx="8466">
                  <c:v>305.95999999999998</c:v>
                </c:pt>
                <c:pt idx="8467">
                  <c:v>314.95999999999998</c:v>
                </c:pt>
                <c:pt idx="8468">
                  <c:v>65.97</c:v>
                </c:pt>
                <c:pt idx="8469">
                  <c:v>509.94</c:v>
                </c:pt>
                <c:pt idx="8470">
                  <c:v>343.33</c:v>
                </c:pt>
                <c:pt idx="8471">
                  <c:v>321.26</c:v>
                </c:pt>
                <c:pt idx="8472">
                  <c:v>329.76</c:v>
                </c:pt>
                <c:pt idx="8473">
                  <c:v>312.06</c:v>
                </c:pt>
                <c:pt idx="8474">
                  <c:v>135.97</c:v>
                </c:pt>
                <c:pt idx="8475">
                  <c:v>159.97999999999999</c:v>
                </c:pt>
                <c:pt idx="8476">
                  <c:v>196.96</c:v>
                </c:pt>
                <c:pt idx="8477">
                  <c:v>239.97</c:v>
                </c:pt>
                <c:pt idx="8478">
                  <c:v>268.95</c:v>
                </c:pt>
                <c:pt idx="8479">
                  <c:v>292.47000000000003</c:v>
                </c:pt>
                <c:pt idx="8480">
                  <c:v>182.97</c:v>
                </c:pt>
                <c:pt idx="8481">
                  <c:v>157.97</c:v>
                </c:pt>
                <c:pt idx="8482">
                  <c:v>154.13</c:v>
                </c:pt>
                <c:pt idx="8483">
                  <c:v>143.13999999999999</c:v>
                </c:pt>
                <c:pt idx="8484">
                  <c:v>205.15</c:v>
                </c:pt>
                <c:pt idx="8485">
                  <c:v>-182.97</c:v>
                </c:pt>
                <c:pt idx="8486">
                  <c:v>159.97999999999999</c:v>
                </c:pt>
                <c:pt idx="8487">
                  <c:v>294.95999999999998</c:v>
                </c:pt>
                <c:pt idx="8488">
                  <c:v>159.97999999999999</c:v>
                </c:pt>
                <c:pt idx="8489">
                  <c:v>271.97000000000003</c:v>
                </c:pt>
                <c:pt idx="8490">
                  <c:v>196.96</c:v>
                </c:pt>
                <c:pt idx="8491">
                  <c:v>157.97</c:v>
                </c:pt>
                <c:pt idx="8492">
                  <c:v>121.98</c:v>
                </c:pt>
                <c:pt idx="8493">
                  <c:v>115.88</c:v>
                </c:pt>
                <c:pt idx="8494">
                  <c:v>143.97999999999999</c:v>
                </c:pt>
                <c:pt idx="8495">
                  <c:v>239.97</c:v>
                </c:pt>
                <c:pt idx="8496">
                  <c:v>109.78</c:v>
                </c:pt>
                <c:pt idx="8497">
                  <c:v>153.13999999999999</c:v>
                </c:pt>
                <c:pt idx="8498">
                  <c:v>176.62</c:v>
                </c:pt>
                <c:pt idx="8499">
                  <c:v>79.849999999999994</c:v>
                </c:pt>
                <c:pt idx="8500">
                  <c:v>159.66999999999999</c:v>
                </c:pt>
                <c:pt idx="8501">
                  <c:v>123.38</c:v>
                </c:pt>
                <c:pt idx="8502">
                  <c:v>114.91</c:v>
                </c:pt>
                <c:pt idx="8503">
                  <c:v>116.14</c:v>
                </c:pt>
                <c:pt idx="8504">
                  <c:v>106.44</c:v>
                </c:pt>
                <c:pt idx="8505">
                  <c:v>128.24</c:v>
                </c:pt>
                <c:pt idx="8506">
                  <c:v>152.63999999999999</c:v>
                </c:pt>
                <c:pt idx="8507">
                  <c:v>94.36</c:v>
                </c:pt>
                <c:pt idx="8508">
                  <c:v>90.63</c:v>
                </c:pt>
                <c:pt idx="8509">
                  <c:v>131.97999999999999</c:v>
                </c:pt>
                <c:pt idx="8510">
                  <c:v>179.04</c:v>
                </c:pt>
                <c:pt idx="8511">
                  <c:v>79.849999999999994</c:v>
                </c:pt>
                <c:pt idx="8512">
                  <c:v>116.66</c:v>
                </c:pt>
                <c:pt idx="8513">
                  <c:v>159.69999999999999</c:v>
                </c:pt>
                <c:pt idx="8514">
                  <c:v>79.849999999999994</c:v>
                </c:pt>
                <c:pt idx="8515">
                  <c:v>131.97999999999999</c:v>
                </c:pt>
                <c:pt idx="8516">
                  <c:v>131.97999999999999</c:v>
                </c:pt>
                <c:pt idx="8517">
                  <c:v>131.97999999999999</c:v>
                </c:pt>
                <c:pt idx="8518">
                  <c:v>131.97999999999999</c:v>
                </c:pt>
                <c:pt idx="8519">
                  <c:v>110.74</c:v>
                </c:pt>
                <c:pt idx="8520">
                  <c:v>131.97999999999999</c:v>
                </c:pt>
                <c:pt idx="8521">
                  <c:v>108.96</c:v>
                </c:pt>
                <c:pt idx="8522">
                  <c:v>99.98</c:v>
                </c:pt>
                <c:pt idx="8523">
                  <c:v>84.99</c:v>
                </c:pt>
                <c:pt idx="8524">
                  <c:v>119.97</c:v>
                </c:pt>
                <c:pt idx="8525">
                  <c:v>107.48</c:v>
                </c:pt>
                <c:pt idx="8526">
                  <c:v>56.09</c:v>
                </c:pt>
                <c:pt idx="8527">
                  <c:v>149.97</c:v>
                </c:pt>
                <c:pt idx="8528">
                  <c:v>11.99</c:v>
                </c:pt>
                <c:pt idx="8529">
                  <c:v>113.67</c:v>
                </c:pt>
                <c:pt idx="8530">
                  <c:v>131.97999999999999</c:v>
                </c:pt>
                <c:pt idx="8531">
                  <c:v>80.98</c:v>
                </c:pt>
                <c:pt idx="8532">
                  <c:v>131.97999999999999</c:v>
                </c:pt>
                <c:pt idx="8533">
                  <c:v>131.97999999999999</c:v>
                </c:pt>
                <c:pt idx="8534">
                  <c:v>211.7</c:v>
                </c:pt>
                <c:pt idx="8535">
                  <c:v>271.47000000000003</c:v>
                </c:pt>
                <c:pt idx="8536">
                  <c:v>53.82</c:v>
                </c:pt>
                <c:pt idx="8537">
                  <c:v>285.62</c:v>
                </c:pt>
                <c:pt idx="8538">
                  <c:v>319.39</c:v>
                </c:pt>
                <c:pt idx="8539">
                  <c:v>135.74</c:v>
                </c:pt>
                <c:pt idx="8540">
                  <c:v>319.39</c:v>
                </c:pt>
                <c:pt idx="8541">
                  <c:v>319.39</c:v>
                </c:pt>
                <c:pt idx="8542">
                  <c:v>269.5</c:v>
                </c:pt>
                <c:pt idx="8543">
                  <c:v>309.11</c:v>
                </c:pt>
                <c:pt idx="8544">
                  <c:v>289.14</c:v>
                </c:pt>
                <c:pt idx="8545">
                  <c:v>197.97</c:v>
                </c:pt>
                <c:pt idx="8546">
                  <c:v>241.95</c:v>
                </c:pt>
                <c:pt idx="8547">
                  <c:v>319.39</c:v>
                </c:pt>
                <c:pt idx="8548">
                  <c:v>241.95</c:v>
                </c:pt>
                <c:pt idx="8549">
                  <c:v>116.97</c:v>
                </c:pt>
                <c:pt idx="8550">
                  <c:v>103.98</c:v>
                </c:pt>
                <c:pt idx="8551">
                  <c:v>144.97</c:v>
                </c:pt>
                <c:pt idx="8552">
                  <c:v>100.98</c:v>
                </c:pt>
                <c:pt idx="8553">
                  <c:v>78.98</c:v>
                </c:pt>
                <c:pt idx="8554">
                  <c:v>100.98</c:v>
                </c:pt>
                <c:pt idx="8555">
                  <c:v>68.989999999999995</c:v>
                </c:pt>
                <c:pt idx="8556">
                  <c:v>169.97</c:v>
                </c:pt>
                <c:pt idx="8557">
                  <c:v>91.97</c:v>
                </c:pt>
                <c:pt idx="8558">
                  <c:v>100.98</c:v>
                </c:pt>
                <c:pt idx="8559">
                  <c:v>84.99</c:v>
                </c:pt>
                <c:pt idx="8560">
                  <c:v>100.98</c:v>
                </c:pt>
                <c:pt idx="8561">
                  <c:v>127.97</c:v>
                </c:pt>
                <c:pt idx="8562">
                  <c:v>79.959999999999994</c:v>
                </c:pt>
                <c:pt idx="8563">
                  <c:v>144.97</c:v>
                </c:pt>
                <c:pt idx="8564">
                  <c:v>100.98</c:v>
                </c:pt>
                <c:pt idx="8565">
                  <c:v>100.98</c:v>
                </c:pt>
                <c:pt idx="8566">
                  <c:v>529.89</c:v>
                </c:pt>
                <c:pt idx="8567">
                  <c:v>669.9</c:v>
                </c:pt>
                <c:pt idx="8568">
                  <c:v>679.76</c:v>
                </c:pt>
                <c:pt idx="8569">
                  <c:v>509.94</c:v>
                </c:pt>
                <c:pt idx="8570">
                  <c:v>628.85</c:v>
                </c:pt>
                <c:pt idx="8571">
                  <c:v>179.94</c:v>
                </c:pt>
                <c:pt idx="8572">
                  <c:v>131.96</c:v>
                </c:pt>
                <c:pt idx="8573">
                  <c:v>219.94</c:v>
                </c:pt>
                <c:pt idx="8574">
                  <c:v>197.94</c:v>
                </c:pt>
                <c:pt idx="8575">
                  <c:v>131.96</c:v>
                </c:pt>
                <c:pt idx="8576">
                  <c:v>169.95</c:v>
                </c:pt>
                <c:pt idx="8577">
                  <c:v>204.68</c:v>
                </c:pt>
                <c:pt idx="8578">
                  <c:v>179.94</c:v>
                </c:pt>
                <c:pt idx="8579">
                  <c:v>197.94</c:v>
                </c:pt>
                <c:pt idx="8580">
                  <c:v>72.98</c:v>
                </c:pt>
                <c:pt idx="8581">
                  <c:v>134.94999999999999</c:v>
                </c:pt>
                <c:pt idx="8582">
                  <c:v>207.93</c:v>
                </c:pt>
                <c:pt idx="8583">
                  <c:v>203.68</c:v>
                </c:pt>
                <c:pt idx="8584">
                  <c:v>179.94</c:v>
                </c:pt>
                <c:pt idx="8585">
                  <c:v>119.96</c:v>
                </c:pt>
                <c:pt idx="8586">
                  <c:v>65.989999999999995</c:v>
                </c:pt>
                <c:pt idx="8587">
                  <c:v>359.88</c:v>
                </c:pt>
                <c:pt idx="8588">
                  <c:v>264.93</c:v>
                </c:pt>
                <c:pt idx="8589">
                  <c:v>299.89999999999998</c:v>
                </c:pt>
                <c:pt idx="8590">
                  <c:v>187.94</c:v>
                </c:pt>
                <c:pt idx="8591">
                  <c:v>131.96</c:v>
                </c:pt>
                <c:pt idx="8592">
                  <c:v>93.31</c:v>
                </c:pt>
                <c:pt idx="8593">
                  <c:v>79.72</c:v>
                </c:pt>
                <c:pt idx="8594">
                  <c:v>292.22000000000003</c:v>
                </c:pt>
                <c:pt idx="8595">
                  <c:v>151.94</c:v>
                </c:pt>
                <c:pt idx="8596">
                  <c:v>120.26</c:v>
                </c:pt>
                <c:pt idx="8597">
                  <c:v>209.93</c:v>
                </c:pt>
                <c:pt idx="8598">
                  <c:v>330.75</c:v>
                </c:pt>
                <c:pt idx="8599">
                  <c:v>174.96</c:v>
                </c:pt>
                <c:pt idx="8600">
                  <c:v>89.97</c:v>
                </c:pt>
                <c:pt idx="8601">
                  <c:v>134.54</c:v>
                </c:pt>
                <c:pt idx="8602">
                  <c:v>169.98</c:v>
                </c:pt>
                <c:pt idx="8603">
                  <c:v>97.02</c:v>
                </c:pt>
                <c:pt idx="8604">
                  <c:v>114.97</c:v>
                </c:pt>
                <c:pt idx="8605">
                  <c:v>87.49</c:v>
                </c:pt>
                <c:pt idx="8606">
                  <c:v>46.49</c:v>
                </c:pt>
                <c:pt idx="8607">
                  <c:v>204.44</c:v>
                </c:pt>
                <c:pt idx="8608">
                  <c:v>126.11</c:v>
                </c:pt>
                <c:pt idx="8609">
                  <c:v>118.78</c:v>
                </c:pt>
                <c:pt idx="8610">
                  <c:v>145.97</c:v>
                </c:pt>
                <c:pt idx="8611">
                  <c:v>145.97</c:v>
                </c:pt>
                <c:pt idx="8612">
                  <c:v>121.98</c:v>
                </c:pt>
                <c:pt idx="8613">
                  <c:v>173.97</c:v>
                </c:pt>
                <c:pt idx="8614">
                  <c:v>146.97</c:v>
                </c:pt>
                <c:pt idx="8615">
                  <c:v>131.97999999999999</c:v>
                </c:pt>
                <c:pt idx="8616">
                  <c:v>131.97999999999999</c:v>
                </c:pt>
                <c:pt idx="8617">
                  <c:v>183.97</c:v>
                </c:pt>
                <c:pt idx="8618">
                  <c:v>170.98</c:v>
                </c:pt>
                <c:pt idx="8619">
                  <c:v>151.97</c:v>
                </c:pt>
                <c:pt idx="8620">
                  <c:v>135.96</c:v>
                </c:pt>
                <c:pt idx="8621">
                  <c:v>151.97</c:v>
                </c:pt>
                <c:pt idx="8622">
                  <c:v>59.97</c:v>
                </c:pt>
                <c:pt idx="8623">
                  <c:v>151.97</c:v>
                </c:pt>
                <c:pt idx="8624">
                  <c:v>166.96</c:v>
                </c:pt>
                <c:pt idx="8625">
                  <c:v>166.96</c:v>
                </c:pt>
                <c:pt idx="8626">
                  <c:v>151.97</c:v>
                </c:pt>
                <c:pt idx="8627">
                  <c:v>151.97</c:v>
                </c:pt>
                <c:pt idx="8628">
                  <c:v>176.96</c:v>
                </c:pt>
                <c:pt idx="8629">
                  <c:v>151.97</c:v>
                </c:pt>
                <c:pt idx="8630">
                  <c:v>151.97</c:v>
                </c:pt>
                <c:pt idx="8631">
                  <c:v>150.96</c:v>
                </c:pt>
                <c:pt idx="8632">
                  <c:v>131.97999999999999</c:v>
                </c:pt>
                <c:pt idx="8633">
                  <c:v>105.98</c:v>
                </c:pt>
                <c:pt idx="8634">
                  <c:v>131.97999999999999</c:v>
                </c:pt>
                <c:pt idx="8635">
                  <c:v>115.97</c:v>
                </c:pt>
                <c:pt idx="8636">
                  <c:v>171.96</c:v>
                </c:pt>
                <c:pt idx="8637">
                  <c:v>89.97</c:v>
                </c:pt>
                <c:pt idx="8638">
                  <c:v>125.96</c:v>
                </c:pt>
                <c:pt idx="8639">
                  <c:v>79.19</c:v>
                </c:pt>
                <c:pt idx="8640">
                  <c:v>79.98</c:v>
                </c:pt>
                <c:pt idx="8641">
                  <c:v>82.38</c:v>
                </c:pt>
                <c:pt idx="8642">
                  <c:v>78.319999999999993</c:v>
                </c:pt>
                <c:pt idx="8643">
                  <c:v>50.79</c:v>
                </c:pt>
                <c:pt idx="8644">
                  <c:v>51.04</c:v>
                </c:pt>
                <c:pt idx="8645">
                  <c:v>77.98</c:v>
                </c:pt>
                <c:pt idx="8646">
                  <c:v>90.19</c:v>
                </c:pt>
                <c:pt idx="8647">
                  <c:v>83.26</c:v>
                </c:pt>
                <c:pt idx="8648">
                  <c:v>78.180000000000007</c:v>
                </c:pt>
                <c:pt idx="8649">
                  <c:v>-9.42</c:v>
                </c:pt>
                <c:pt idx="8650">
                  <c:v>65.33</c:v>
                </c:pt>
                <c:pt idx="8651">
                  <c:v>78.319999999999993</c:v>
                </c:pt>
                <c:pt idx="8652">
                  <c:v>88.18</c:v>
                </c:pt>
                <c:pt idx="8653">
                  <c:v>83.51</c:v>
                </c:pt>
                <c:pt idx="8654">
                  <c:v>52.32</c:v>
                </c:pt>
                <c:pt idx="8655">
                  <c:v>84.36</c:v>
                </c:pt>
                <c:pt idx="8656">
                  <c:v>25.44</c:v>
                </c:pt>
                <c:pt idx="8657">
                  <c:v>97.13</c:v>
                </c:pt>
                <c:pt idx="8658">
                  <c:v>78.319999999999993</c:v>
                </c:pt>
                <c:pt idx="8659">
                  <c:v>65.08</c:v>
                </c:pt>
                <c:pt idx="8660">
                  <c:v>65.33</c:v>
                </c:pt>
                <c:pt idx="8661">
                  <c:v>84.14</c:v>
                </c:pt>
                <c:pt idx="8662">
                  <c:v>76.489999999999995</c:v>
                </c:pt>
                <c:pt idx="8663">
                  <c:v>50.31</c:v>
                </c:pt>
                <c:pt idx="8664">
                  <c:v>112.12</c:v>
                </c:pt>
                <c:pt idx="8665">
                  <c:v>122.97</c:v>
                </c:pt>
                <c:pt idx="8666">
                  <c:v>65.2</c:v>
                </c:pt>
                <c:pt idx="8667">
                  <c:v>89.48</c:v>
                </c:pt>
                <c:pt idx="8668">
                  <c:v>65.459999999999994</c:v>
                </c:pt>
                <c:pt idx="8669">
                  <c:v>61.21</c:v>
                </c:pt>
                <c:pt idx="8670">
                  <c:v>51.82</c:v>
                </c:pt>
                <c:pt idx="8671">
                  <c:v>285.83999999999997</c:v>
                </c:pt>
                <c:pt idx="8672">
                  <c:v>214.95</c:v>
                </c:pt>
                <c:pt idx="8673">
                  <c:v>242.92</c:v>
                </c:pt>
                <c:pt idx="8674">
                  <c:v>83.48</c:v>
                </c:pt>
                <c:pt idx="8675">
                  <c:v>238.96</c:v>
                </c:pt>
                <c:pt idx="8676">
                  <c:v>333.51</c:v>
                </c:pt>
                <c:pt idx="8677">
                  <c:v>195.92</c:v>
                </c:pt>
                <c:pt idx="8678">
                  <c:v>399.92</c:v>
                </c:pt>
                <c:pt idx="8679">
                  <c:v>244.93</c:v>
                </c:pt>
                <c:pt idx="8680">
                  <c:v>249.97</c:v>
                </c:pt>
                <c:pt idx="8681">
                  <c:v>344.91</c:v>
                </c:pt>
                <c:pt idx="8682">
                  <c:v>269.95</c:v>
                </c:pt>
                <c:pt idx="8683">
                  <c:v>250.69</c:v>
                </c:pt>
                <c:pt idx="8684">
                  <c:v>383.33</c:v>
                </c:pt>
                <c:pt idx="8685">
                  <c:v>319.95999999999998</c:v>
                </c:pt>
                <c:pt idx="8686">
                  <c:v>319.95999999999998</c:v>
                </c:pt>
                <c:pt idx="8687">
                  <c:v>34.99</c:v>
                </c:pt>
                <c:pt idx="8688">
                  <c:v>223.96</c:v>
                </c:pt>
                <c:pt idx="8689">
                  <c:v>34.99</c:v>
                </c:pt>
                <c:pt idx="8690">
                  <c:v>208.06</c:v>
                </c:pt>
                <c:pt idx="8691">
                  <c:v>263.94</c:v>
                </c:pt>
                <c:pt idx="8692">
                  <c:v>389.94</c:v>
                </c:pt>
                <c:pt idx="8693">
                  <c:v>208.06</c:v>
                </c:pt>
                <c:pt idx="8694">
                  <c:v>389.94</c:v>
                </c:pt>
                <c:pt idx="8695">
                  <c:v>223.96</c:v>
                </c:pt>
                <c:pt idx="8696">
                  <c:v>290.52</c:v>
                </c:pt>
                <c:pt idx="8697">
                  <c:v>150.93</c:v>
                </c:pt>
                <c:pt idx="8698">
                  <c:v>94.34</c:v>
                </c:pt>
                <c:pt idx="8699">
                  <c:v>94.34</c:v>
                </c:pt>
                <c:pt idx="8700">
                  <c:v>294.95999999999998</c:v>
                </c:pt>
                <c:pt idx="8701">
                  <c:v>294.95999999999998</c:v>
                </c:pt>
                <c:pt idx="8702">
                  <c:v>319.95999999999998</c:v>
                </c:pt>
                <c:pt idx="8703">
                  <c:v>319.95999999999998</c:v>
                </c:pt>
                <c:pt idx="8704">
                  <c:v>314.32</c:v>
                </c:pt>
                <c:pt idx="8705">
                  <c:v>150.93</c:v>
                </c:pt>
                <c:pt idx="8706">
                  <c:v>263.94</c:v>
                </c:pt>
                <c:pt idx="8707">
                  <c:v>314.32</c:v>
                </c:pt>
                <c:pt idx="8708">
                  <c:v>319.95999999999998</c:v>
                </c:pt>
                <c:pt idx="8709">
                  <c:v>319.95999999999998</c:v>
                </c:pt>
                <c:pt idx="8710">
                  <c:v>185.34</c:v>
                </c:pt>
                <c:pt idx="8711">
                  <c:v>319.95999999999998</c:v>
                </c:pt>
                <c:pt idx="8712">
                  <c:v>290.52</c:v>
                </c:pt>
                <c:pt idx="8713">
                  <c:v>319.95999999999998</c:v>
                </c:pt>
                <c:pt idx="8714">
                  <c:v>185.34</c:v>
                </c:pt>
                <c:pt idx="8715">
                  <c:v>129.97999999999999</c:v>
                </c:pt>
                <c:pt idx="8716">
                  <c:v>74.89</c:v>
                </c:pt>
                <c:pt idx="8717">
                  <c:v>72.989999999999995</c:v>
                </c:pt>
                <c:pt idx="8718">
                  <c:v>98.98</c:v>
                </c:pt>
                <c:pt idx="8719">
                  <c:v>79.989999999999995</c:v>
                </c:pt>
                <c:pt idx="8720">
                  <c:v>79.989999999999995</c:v>
                </c:pt>
                <c:pt idx="8721">
                  <c:v>92.88</c:v>
                </c:pt>
                <c:pt idx="8722">
                  <c:v>114.6</c:v>
                </c:pt>
                <c:pt idx="8723">
                  <c:v>79.989999999999995</c:v>
                </c:pt>
                <c:pt idx="8724">
                  <c:v>79.989999999999995</c:v>
                </c:pt>
                <c:pt idx="8725">
                  <c:v>60.99</c:v>
                </c:pt>
                <c:pt idx="8726">
                  <c:v>94.98</c:v>
                </c:pt>
                <c:pt idx="8727">
                  <c:v>78.349999999999994</c:v>
                </c:pt>
                <c:pt idx="8728">
                  <c:v>82.38</c:v>
                </c:pt>
                <c:pt idx="8729">
                  <c:v>131.97</c:v>
                </c:pt>
                <c:pt idx="8730">
                  <c:v>94.98</c:v>
                </c:pt>
                <c:pt idx="8731">
                  <c:v>79.989999999999995</c:v>
                </c:pt>
                <c:pt idx="8732">
                  <c:v>60.99</c:v>
                </c:pt>
                <c:pt idx="8733">
                  <c:v>75.98</c:v>
                </c:pt>
                <c:pt idx="8734">
                  <c:v>76.819999999999993</c:v>
                </c:pt>
                <c:pt idx="8735">
                  <c:v>79.989999999999995</c:v>
                </c:pt>
                <c:pt idx="8736">
                  <c:v>79.989999999999995</c:v>
                </c:pt>
                <c:pt idx="8737">
                  <c:v>79.040000000000006</c:v>
                </c:pt>
                <c:pt idx="8738">
                  <c:v>59.22</c:v>
                </c:pt>
                <c:pt idx="8739">
                  <c:v>77.47</c:v>
                </c:pt>
                <c:pt idx="8740">
                  <c:v>79.989999999999995</c:v>
                </c:pt>
                <c:pt idx="8741">
                  <c:v>79.989999999999995</c:v>
                </c:pt>
                <c:pt idx="8742">
                  <c:v>94.98</c:v>
                </c:pt>
                <c:pt idx="8743">
                  <c:v>93.38</c:v>
                </c:pt>
                <c:pt idx="8744">
                  <c:v>94.98</c:v>
                </c:pt>
                <c:pt idx="8745">
                  <c:v>74.45</c:v>
                </c:pt>
                <c:pt idx="8746">
                  <c:v>79.989999999999995</c:v>
                </c:pt>
                <c:pt idx="8747">
                  <c:v>75.98</c:v>
                </c:pt>
                <c:pt idx="8748">
                  <c:v>79.989999999999995</c:v>
                </c:pt>
                <c:pt idx="8749">
                  <c:v>60.99</c:v>
                </c:pt>
                <c:pt idx="8750">
                  <c:v>77.44</c:v>
                </c:pt>
                <c:pt idx="8751">
                  <c:v>79.040000000000006</c:v>
                </c:pt>
                <c:pt idx="8752">
                  <c:v>156.02000000000001</c:v>
                </c:pt>
                <c:pt idx="8753">
                  <c:v>153.38999999999999</c:v>
                </c:pt>
                <c:pt idx="8754">
                  <c:v>159.69999999999999</c:v>
                </c:pt>
                <c:pt idx="8755">
                  <c:v>135.5</c:v>
                </c:pt>
                <c:pt idx="8756">
                  <c:v>227.56</c:v>
                </c:pt>
                <c:pt idx="8757">
                  <c:v>158.41</c:v>
                </c:pt>
                <c:pt idx="8758">
                  <c:v>143.72</c:v>
                </c:pt>
                <c:pt idx="8759">
                  <c:v>171.72</c:v>
                </c:pt>
                <c:pt idx="8760">
                  <c:v>122.63</c:v>
                </c:pt>
                <c:pt idx="8761">
                  <c:v>159.69999999999999</c:v>
                </c:pt>
                <c:pt idx="8762">
                  <c:v>177.59</c:v>
                </c:pt>
                <c:pt idx="8763">
                  <c:v>180.27</c:v>
                </c:pt>
                <c:pt idx="8764">
                  <c:v>164.52</c:v>
                </c:pt>
                <c:pt idx="8765">
                  <c:v>287.93</c:v>
                </c:pt>
                <c:pt idx="8766">
                  <c:v>192.84</c:v>
                </c:pt>
                <c:pt idx="8767">
                  <c:v>158.1</c:v>
                </c:pt>
                <c:pt idx="8768">
                  <c:v>211.94</c:v>
                </c:pt>
                <c:pt idx="8769">
                  <c:v>230.61</c:v>
                </c:pt>
                <c:pt idx="8770">
                  <c:v>236.94</c:v>
                </c:pt>
                <c:pt idx="8771">
                  <c:v>182.57</c:v>
                </c:pt>
                <c:pt idx="8772">
                  <c:v>236.94</c:v>
                </c:pt>
                <c:pt idx="8773">
                  <c:v>197.97</c:v>
                </c:pt>
                <c:pt idx="8774">
                  <c:v>185.95</c:v>
                </c:pt>
                <c:pt idx="8775">
                  <c:v>197.97</c:v>
                </c:pt>
                <c:pt idx="8776">
                  <c:v>197.97</c:v>
                </c:pt>
                <c:pt idx="8777">
                  <c:v>63.83</c:v>
                </c:pt>
                <c:pt idx="8778">
                  <c:v>73.8</c:v>
                </c:pt>
                <c:pt idx="8779">
                  <c:v>71.58</c:v>
                </c:pt>
                <c:pt idx="8780">
                  <c:v>73.8</c:v>
                </c:pt>
                <c:pt idx="8781">
                  <c:v>141.82</c:v>
                </c:pt>
                <c:pt idx="8782">
                  <c:v>73.8</c:v>
                </c:pt>
                <c:pt idx="8783">
                  <c:v>240.54</c:v>
                </c:pt>
                <c:pt idx="8784">
                  <c:v>73.8</c:v>
                </c:pt>
                <c:pt idx="8785">
                  <c:v>153.65</c:v>
                </c:pt>
                <c:pt idx="8786">
                  <c:v>239.54</c:v>
                </c:pt>
                <c:pt idx="8787">
                  <c:v>96.78</c:v>
                </c:pt>
                <c:pt idx="8788">
                  <c:v>173.94</c:v>
                </c:pt>
                <c:pt idx="8789">
                  <c:v>73.8</c:v>
                </c:pt>
                <c:pt idx="8790">
                  <c:v>73.8</c:v>
                </c:pt>
                <c:pt idx="8791">
                  <c:v>76.69</c:v>
                </c:pt>
                <c:pt idx="8792">
                  <c:v>116.14</c:v>
                </c:pt>
                <c:pt idx="8793">
                  <c:v>73.8</c:v>
                </c:pt>
                <c:pt idx="8794">
                  <c:v>195.79</c:v>
                </c:pt>
                <c:pt idx="8795">
                  <c:v>96.78</c:v>
                </c:pt>
                <c:pt idx="8796">
                  <c:v>72.09</c:v>
                </c:pt>
                <c:pt idx="8797">
                  <c:v>70.790000000000006</c:v>
                </c:pt>
                <c:pt idx="8798">
                  <c:v>157.30000000000001</c:v>
                </c:pt>
                <c:pt idx="8799">
                  <c:v>96.78</c:v>
                </c:pt>
                <c:pt idx="8800">
                  <c:v>73.8</c:v>
                </c:pt>
                <c:pt idx="8801">
                  <c:v>131.36000000000001</c:v>
                </c:pt>
                <c:pt idx="8802">
                  <c:v>73.8</c:v>
                </c:pt>
                <c:pt idx="8803">
                  <c:v>111.27</c:v>
                </c:pt>
                <c:pt idx="8804">
                  <c:v>108.88</c:v>
                </c:pt>
                <c:pt idx="8805">
                  <c:v>70.98</c:v>
                </c:pt>
                <c:pt idx="8806">
                  <c:v>147.6</c:v>
                </c:pt>
                <c:pt idx="8807">
                  <c:v>73.8</c:v>
                </c:pt>
                <c:pt idx="8808">
                  <c:v>79.849999999999994</c:v>
                </c:pt>
                <c:pt idx="8809">
                  <c:v>73.8</c:v>
                </c:pt>
                <c:pt idx="8810">
                  <c:v>153.65</c:v>
                </c:pt>
                <c:pt idx="8811">
                  <c:v>96.78</c:v>
                </c:pt>
                <c:pt idx="8812">
                  <c:v>222.97</c:v>
                </c:pt>
                <c:pt idx="8813">
                  <c:v>188.97</c:v>
                </c:pt>
                <c:pt idx="8814">
                  <c:v>231.96</c:v>
                </c:pt>
                <c:pt idx="8815">
                  <c:v>263.95999999999998</c:v>
                </c:pt>
                <c:pt idx="8816">
                  <c:v>243.33</c:v>
                </c:pt>
                <c:pt idx="8817">
                  <c:v>153.97999999999999</c:v>
                </c:pt>
                <c:pt idx="8818">
                  <c:v>215.96</c:v>
                </c:pt>
                <c:pt idx="8819">
                  <c:v>332.44</c:v>
                </c:pt>
                <c:pt idx="8820">
                  <c:v>160.97</c:v>
                </c:pt>
                <c:pt idx="8821">
                  <c:v>470</c:v>
                </c:pt>
                <c:pt idx="8822">
                  <c:v>412.21</c:v>
                </c:pt>
                <c:pt idx="8823">
                  <c:v>448.84</c:v>
                </c:pt>
                <c:pt idx="8824">
                  <c:v>101.01</c:v>
                </c:pt>
                <c:pt idx="8825">
                  <c:v>77.37</c:v>
                </c:pt>
                <c:pt idx="8826">
                  <c:v>68.97</c:v>
                </c:pt>
                <c:pt idx="8827">
                  <c:v>89.97</c:v>
                </c:pt>
                <c:pt idx="8828">
                  <c:v>80.37</c:v>
                </c:pt>
                <c:pt idx="8829">
                  <c:v>119.96</c:v>
                </c:pt>
                <c:pt idx="8830">
                  <c:v>89.97</c:v>
                </c:pt>
                <c:pt idx="8831">
                  <c:v>87.89</c:v>
                </c:pt>
                <c:pt idx="8832">
                  <c:v>58.91</c:v>
                </c:pt>
                <c:pt idx="8833">
                  <c:v>52.48</c:v>
                </c:pt>
                <c:pt idx="8834">
                  <c:v>89.97</c:v>
                </c:pt>
                <c:pt idx="8835">
                  <c:v>89.97</c:v>
                </c:pt>
                <c:pt idx="8836">
                  <c:v>85.97</c:v>
                </c:pt>
                <c:pt idx="8837">
                  <c:v>89.97</c:v>
                </c:pt>
                <c:pt idx="8838">
                  <c:v>83.47</c:v>
                </c:pt>
                <c:pt idx="8839">
                  <c:v>78.97</c:v>
                </c:pt>
                <c:pt idx="8840">
                  <c:v>89.97</c:v>
                </c:pt>
                <c:pt idx="8841">
                  <c:v>89.97</c:v>
                </c:pt>
                <c:pt idx="8842">
                  <c:v>74.97</c:v>
                </c:pt>
                <c:pt idx="8843">
                  <c:v>57.28</c:v>
                </c:pt>
                <c:pt idx="8844">
                  <c:v>89.97</c:v>
                </c:pt>
                <c:pt idx="8845">
                  <c:v>81.97</c:v>
                </c:pt>
                <c:pt idx="8846">
                  <c:v>119.96</c:v>
                </c:pt>
                <c:pt idx="8847">
                  <c:v>89.97</c:v>
                </c:pt>
                <c:pt idx="8848">
                  <c:v>74.97</c:v>
                </c:pt>
                <c:pt idx="8849">
                  <c:v>80.97</c:v>
                </c:pt>
                <c:pt idx="8850">
                  <c:v>62.97</c:v>
                </c:pt>
                <c:pt idx="8851">
                  <c:v>89.96</c:v>
                </c:pt>
                <c:pt idx="8852">
                  <c:v>87.57</c:v>
                </c:pt>
                <c:pt idx="8853">
                  <c:v>80.22</c:v>
                </c:pt>
                <c:pt idx="8854">
                  <c:v>89.97</c:v>
                </c:pt>
                <c:pt idx="8855">
                  <c:v>76.64</c:v>
                </c:pt>
                <c:pt idx="8856">
                  <c:v>85.97</c:v>
                </c:pt>
                <c:pt idx="8857">
                  <c:v>85.97</c:v>
                </c:pt>
                <c:pt idx="8858">
                  <c:v>52.48</c:v>
                </c:pt>
                <c:pt idx="8859">
                  <c:v>103.96</c:v>
                </c:pt>
                <c:pt idx="8860">
                  <c:v>52.48</c:v>
                </c:pt>
                <c:pt idx="8861">
                  <c:v>89.97</c:v>
                </c:pt>
                <c:pt idx="8862">
                  <c:v>62.98</c:v>
                </c:pt>
                <c:pt idx="8863">
                  <c:v>69.400000000000006</c:v>
                </c:pt>
                <c:pt idx="8864">
                  <c:v>49.27</c:v>
                </c:pt>
                <c:pt idx="8865">
                  <c:v>85.97</c:v>
                </c:pt>
                <c:pt idx="8866">
                  <c:v>117.96</c:v>
                </c:pt>
                <c:pt idx="8867">
                  <c:v>187.97</c:v>
                </c:pt>
                <c:pt idx="8868">
                  <c:v>283.89999999999998</c:v>
                </c:pt>
                <c:pt idx="8869">
                  <c:v>387.92</c:v>
                </c:pt>
                <c:pt idx="8870">
                  <c:v>339.96</c:v>
                </c:pt>
                <c:pt idx="8871">
                  <c:v>509.94</c:v>
                </c:pt>
                <c:pt idx="8872">
                  <c:v>369.94</c:v>
                </c:pt>
                <c:pt idx="8873">
                  <c:v>263.95999999999998</c:v>
                </c:pt>
                <c:pt idx="8874">
                  <c:v>438.9</c:v>
                </c:pt>
                <c:pt idx="8875">
                  <c:v>307.92</c:v>
                </c:pt>
                <c:pt idx="8876">
                  <c:v>197.97</c:v>
                </c:pt>
                <c:pt idx="8877">
                  <c:v>254.97</c:v>
                </c:pt>
                <c:pt idx="8878">
                  <c:v>254.97</c:v>
                </c:pt>
                <c:pt idx="8879">
                  <c:v>137.58000000000001</c:v>
                </c:pt>
                <c:pt idx="8880">
                  <c:v>197.97</c:v>
                </c:pt>
                <c:pt idx="8881">
                  <c:v>199.77</c:v>
                </c:pt>
                <c:pt idx="8882">
                  <c:v>197.97</c:v>
                </c:pt>
                <c:pt idx="8883">
                  <c:v>197.97</c:v>
                </c:pt>
                <c:pt idx="8884">
                  <c:v>254.97</c:v>
                </c:pt>
                <c:pt idx="8885">
                  <c:v>161.96</c:v>
                </c:pt>
                <c:pt idx="8886">
                  <c:v>40.49</c:v>
                </c:pt>
                <c:pt idx="8887">
                  <c:v>169.98</c:v>
                </c:pt>
                <c:pt idx="8888">
                  <c:v>59.96</c:v>
                </c:pt>
                <c:pt idx="8889">
                  <c:v>79.98</c:v>
                </c:pt>
                <c:pt idx="8890">
                  <c:v>79.98</c:v>
                </c:pt>
                <c:pt idx="8891">
                  <c:v>127.46</c:v>
                </c:pt>
                <c:pt idx="8892">
                  <c:v>254.97</c:v>
                </c:pt>
                <c:pt idx="8893">
                  <c:v>197.97</c:v>
                </c:pt>
                <c:pt idx="8894">
                  <c:v>129.96</c:v>
                </c:pt>
                <c:pt idx="8895">
                  <c:v>229.97</c:v>
                </c:pt>
                <c:pt idx="8896">
                  <c:v>227.95</c:v>
                </c:pt>
                <c:pt idx="8897">
                  <c:v>254.97</c:v>
                </c:pt>
                <c:pt idx="8898">
                  <c:v>149.97</c:v>
                </c:pt>
                <c:pt idx="8899">
                  <c:v>149.97</c:v>
                </c:pt>
                <c:pt idx="8900">
                  <c:v>157.96</c:v>
                </c:pt>
                <c:pt idx="8901">
                  <c:v>98.97</c:v>
                </c:pt>
                <c:pt idx="8902">
                  <c:v>131.97999999999999</c:v>
                </c:pt>
                <c:pt idx="8903">
                  <c:v>131.97999999999999</c:v>
                </c:pt>
                <c:pt idx="8904">
                  <c:v>37.479999999999997</c:v>
                </c:pt>
                <c:pt idx="8905">
                  <c:v>167.96</c:v>
                </c:pt>
                <c:pt idx="8906">
                  <c:v>119.27</c:v>
                </c:pt>
                <c:pt idx="8907">
                  <c:v>131.97999999999999</c:v>
                </c:pt>
                <c:pt idx="8908">
                  <c:v>164.96</c:v>
                </c:pt>
                <c:pt idx="8909">
                  <c:v>101.94</c:v>
                </c:pt>
                <c:pt idx="8910">
                  <c:v>132.97</c:v>
                </c:pt>
                <c:pt idx="8911">
                  <c:v>207.94</c:v>
                </c:pt>
                <c:pt idx="8912">
                  <c:v>64.98</c:v>
                </c:pt>
                <c:pt idx="8913">
                  <c:v>201.27</c:v>
                </c:pt>
                <c:pt idx="8914">
                  <c:v>145.13999999999999</c:v>
                </c:pt>
                <c:pt idx="8915">
                  <c:v>67.959999999999994</c:v>
                </c:pt>
                <c:pt idx="8916">
                  <c:v>101.97</c:v>
                </c:pt>
                <c:pt idx="8917">
                  <c:v>119.96</c:v>
                </c:pt>
                <c:pt idx="8918">
                  <c:v>207.9</c:v>
                </c:pt>
                <c:pt idx="8919">
                  <c:v>169.98</c:v>
                </c:pt>
                <c:pt idx="8920">
                  <c:v>233.18</c:v>
                </c:pt>
                <c:pt idx="8921">
                  <c:v>237.96</c:v>
                </c:pt>
                <c:pt idx="8922">
                  <c:v>284.95</c:v>
                </c:pt>
                <c:pt idx="8923">
                  <c:v>77.13</c:v>
                </c:pt>
                <c:pt idx="8924">
                  <c:v>150.18</c:v>
                </c:pt>
                <c:pt idx="8925">
                  <c:v>100.98</c:v>
                </c:pt>
                <c:pt idx="8926">
                  <c:v>248.2</c:v>
                </c:pt>
                <c:pt idx="8927">
                  <c:v>97.63</c:v>
                </c:pt>
                <c:pt idx="8928">
                  <c:v>177.17</c:v>
                </c:pt>
                <c:pt idx="8929">
                  <c:v>131.84</c:v>
                </c:pt>
                <c:pt idx="8930">
                  <c:v>242.21</c:v>
                </c:pt>
                <c:pt idx="8931">
                  <c:v>92.48</c:v>
                </c:pt>
                <c:pt idx="8932">
                  <c:v>314.95</c:v>
                </c:pt>
                <c:pt idx="8933">
                  <c:v>373.95</c:v>
                </c:pt>
                <c:pt idx="8934">
                  <c:v>-0.75</c:v>
                </c:pt>
                <c:pt idx="8935">
                  <c:v>73.48</c:v>
                </c:pt>
                <c:pt idx="8936">
                  <c:v>62.57</c:v>
                </c:pt>
                <c:pt idx="8937">
                  <c:v>419.28</c:v>
                </c:pt>
                <c:pt idx="8938">
                  <c:v>108.49</c:v>
                </c:pt>
                <c:pt idx="8939">
                  <c:v>19.739999999999998</c:v>
                </c:pt>
                <c:pt idx="8940">
                  <c:v>266.94</c:v>
                </c:pt>
                <c:pt idx="8941">
                  <c:v>297.82</c:v>
                </c:pt>
                <c:pt idx="8942">
                  <c:v>403.94</c:v>
                </c:pt>
                <c:pt idx="8943">
                  <c:v>323.93</c:v>
                </c:pt>
                <c:pt idx="8944">
                  <c:v>256.87</c:v>
                </c:pt>
                <c:pt idx="8945">
                  <c:v>189.93</c:v>
                </c:pt>
                <c:pt idx="8946">
                  <c:v>577.92999999999995</c:v>
                </c:pt>
                <c:pt idx="8947">
                  <c:v>689.9</c:v>
                </c:pt>
                <c:pt idx="8948">
                  <c:v>356.83</c:v>
                </c:pt>
                <c:pt idx="8949">
                  <c:v>55.17</c:v>
                </c:pt>
                <c:pt idx="8950">
                  <c:v>169.98</c:v>
                </c:pt>
                <c:pt idx="8951">
                  <c:v>344.95</c:v>
                </c:pt>
                <c:pt idx="8952">
                  <c:v>169.98</c:v>
                </c:pt>
                <c:pt idx="8953">
                  <c:v>105.98</c:v>
                </c:pt>
                <c:pt idx="8954">
                  <c:v>120.98</c:v>
                </c:pt>
                <c:pt idx="8955">
                  <c:v>65.989999999999995</c:v>
                </c:pt>
                <c:pt idx="8956">
                  <c:v>84.99</c:v>
                </c:pt>
                <c:pt idx="8957">
                  <c:v>115.97</c:v>
                </c:pt>
                <c:pt idx="8958">
                  <c:v>83.29</c:v>
                </c:pt>
                <c:pt idx="8959">
                  <c:v>82.44</c:v>
                </c:pt>
                <c:pt idx="8960">
                  <c:v>79.89</c:v>
                </c:pt>
                <c:pt idx="8961">
                  <c:v>84.99</c:v>
                </c:pt>
                <c:pt idx="8962">
                  <c:v>82.13</c:v>
                </c:pt>
                <c:pt idx="8963">
                  <c:v>84.99</c:v>
                </c:pt>
                <c:pt idx="8964">
                  <c:v>84.99</c:v>
                </c:pt>
                <c:pt idx="8965">
                  <c:v>83.29</c:v>
                </c:pt>
                <c:pt idx="8966">
                  <c:v>84.99</c:v>
                </c:pt>
                <c:pt idx="8967">
                  <c:v>84.99</c:v>
                </c:pt>
                <c:pt idx="8968">
                  <c:v>84.99</c:v>
                </c:pt>
                <c:pt idx="8969">
                  <c:v>84.99</c:v>
                </c:pt>
                <c:pt idx="8970">
                  <c:v>84.99</c:v>
                </c:pt>
                <c:pt idx="8971">
                  <c:v>84.99</c:v>
                </c:pt>
                <c:pt idx="8972">
                  <c:v>65.989999999999995</c:v>
                </c:pt>
                <c:pt idx="8973">
                  <c:v>84.99</c:v>
                </c:pt>
                <c:pt idx="8974">
                  <c:v>84.99</c:v>
                </c:pt>
                <c:pt idx="8975">
                  <c:v>79.930000000000007</c:v>
                </c:pt>
                <c:pt idx="8976">
                  <c:v>65.989999999999995</c:v>
                </c:pt>
                <c:pt idx="8977">
                  <c:v>81.38</c:v>
                </c:pt>
                <c:pt idx="8978">
                  <c:v>146.97</c:v>
                </c:pt>
                <c:pt idx="8979">
                  <c:v>146.97</c:v>
                </c:pt>
                <c:pt idx="8980">
                  <c:v>115.97</c:v>
                </c:pt>
                <c:pt idx="8981">
                  <c:v>169.98</c:v>
                </c:pt>
                <c:pt idx="8982">
                  <c:v>59.05</c:v>
                </c:pt>
                <c:pt idx="8983">
                  <c:v>94.96</c:v>
                </c:pt>
                <c:pt idx="8984">
                  <c:v>59.05</c:v>
                </c:pt>
                <c:pt idx="8985">
                  <c:v>28.73</c:v>
                </c:pt>
                <c:pt idx="8986">
                  <c:v>146.97</c:v>
                </c:pt>
                <c:pt idx="8987">
                  <c:v>51.49</c:v>
                </c:pt>
                <c:pt idx="8988">
                  <c:v>131.74</c:v>
                </c:pt>
                <c:pt idx="8989">
                  <c:v>131.74</c:v>
                </c:pt>
                <c:pt idx="8990">
                  <c:v>28.73</c:v>
                </c:pt>
                <c:pt idx="8991">
                  <c:v>206.97</c:v>
                </c:pt>
                <c:pt idx="8992">
                  <c:v>103.97</c:v>
                </c:pt>
                <c:pt idx="8993">
                  <c:v>28.73</c:v>
                </c:pt>
                <c:pt idx="8994">
                  <c:v>206.97</c:v>
                </c:pt>
                <c:pt idx="8995">
                  <c:v>206.97</c:v>
                </c:pt>
                <c:pt idx="8996">
                  <c:v>169.98</c:v>
                </c:pt>
                <c:pt idx="8997">
                  <c:v>171.48</c:v>
                </c:pt>
                <c:pt idx="8998">
                  <c:v>171.48</c:v>
                </c:pt>
                <c:pt idx="8999">
                  <c:v>171.48</c:v>
                </c:pt>
                <c:pt idx="9000">
                  <c:v>174.97</c:v>
                </c:pt>
                <c:pt idx="9001">
                  <c:v>115.97</c:v>
                </c:pt>
                <c:pt idx="9002">
                  <c:v>131.74</c:v>
                </c:pt>
                <c:pt idx="9003">
                  <c:v>115.97</c:v>
                </c:pt>
                <c:pt idx="9004">
                  <c:v>51.49</c:v>
                </c:pt>
                <c:pt idx="9005">
                  <c:v>121.98</c:v>
                </c:pt>
                <c:pt idx="9006">
                  <c:v>174.97</c:v>
                </c:pt>
                <c:pt idx="9007">
                  <c:v>54.99</c:v>
                </c:pt>
                <c:pt idx="9008">
                  <c:v>94.96</c:v>
                </c:pt>
                <c:pt idx="9009">
                  <c:v>121.98</c:v>
                </c:pt>
                <c:pt idx="9010">
                  <c:v>121.98</c:v>
                </c:pt>
                <c:pt idx="9011">
                  <c:v>94.96</c:v>
                </c:pt>
                <c:pt idx="9012">
                  <c:v>121.98</c:v>
                </c:pt>
                <c:pt idx="9013">
                  <c:v>127.97</c:v>
                </c:pt>
                <c:pt idx="9014">
                  <c:v>118.99</c:v>
                </c:pt>
                <c:pt idx="9015">
                  <c:v>118.99</c:v>
                </c:pt>
                <c:pt idx="9016">
                  <c:v>118.99</c:v>
                </c:pt>
                <c:pt idx="9017">
                  <c:v>127.97</c:v>
                </c:pt>
                <c:pt idx="9018">
                  <c:v>68.989999999999995</c:v>
                </c:pt>
                <c:pt idx="9019">
                  <c:v>184.97</c:v>
                </c:pt>
                <c:pt idx="9020">
                  <c:v>68.989999999999995</c:v>
                </c:pt>
                <c:pt idx="9021">
                  <c:v>68.989999999999995</c:v>
                </c:pt>
                <c:pt idx="9022">
                  <c:v>121.98</c:v>
                </c:pt>
                <c:pt idx="9023">
                  <c:v>184.97</c:v>
                </c:pt>
                <c:pt idx="9024">
                  <c:v>84.99</c:v>
                </c:pt>
                <c:pt idx="9025">
                  <c:v>103.97</c:v>
                </c:pt>
                <c:pt idx="9026">
                  <c:v>84.99</c:v>
                </c:pt>
                <c:pt idx="9027">
                  <c:v>141.97</c:v>
                </c:pt>
                <c:pt idx="9028">
                  <c:v>169.98</c:v>
                </c:pt>
                <c:pt idx="9029">
                  <c:v>169.98</c:v>
                </c:pt>
                <c:pt idx="9030">
                  <c:v>169.98</c:v>
                </c:pt>
                <c:pt idx="9031">
                  <c:v>174.97</c:v>
                </c:pt>
                <c:pt idx="9032">
                  <c:v>84.99</c:v>
                </c:pt>
                <c:pt idx="9033">
                  <c:v>103.97</c:v>
                </c:pt>
                <c:pt idx="9034">
                  <c:v>59.05</c:v>
                </c:pt>
                <c:pt idx="9035">
                  <c:v>169.98</c:v>
                </c:pt>
                <c:pt idx="9036">
                  <c:v>169.98</c:v>
                </c:pt>
                <c:pt idx="9037">
                  <c:v>169.98</c:v>
                </c:pt>
                <c:pt idx="9038">
                  <c:v>169.98</c:v>
                </c:pt>
                <c:pt idx="9039">
                  <c:v>121.98</c:v>
                </c:pt>
                <c:pt idx="9040">
                  <c:v>127.97</c:v>
                </c:pt>
                <c:pt idx="9041">
                  <c:v>141.97</c:v>
                </c:pt>
                <c:pt idx="9042">
                  <c:v>54.99</c:v>
                </c:pt>
                <c:pt idx="9043">
                  <c:v>141.97</c:v>
                </c:pt>
                <c:pt idx="9044">
                  <c:v>54.99</c:v>
                </c:pt>
                <c:pt idx="9045">
                  <c:v>84.99</c:v>
                </c:pt>
                <c:pt idx="9046">
                  <c:v>184.97</c:v>
                </c:pt>
                <c:pt idx="9047">
                  <c:v>84.99</c:v>
                </c:pt>
                <c:pt idx="9048">
                  <c:v>84.99</c:v>
                </c:pt>
                <c:pt idx="9049">
                  <c:v>131.97999999999999</c:v>
                </c:pt>
                <c:pt idx="9050">
                  <c:v>169.98</c:v>
                </c:pt>
                <c:pt idx="9051">
                  <c:v>169.98</c:v>
                </c:pt>
                <c:pt idx="9052">
                  <c:v>179.97</c:v>
                </c:pt>
                <c:pt idx="9053">
                  <c:v>131.97999999999999</c:v>
                </c:pt>
                <c:pt idx="9054">
                  <c:v>169.98</c:v>
                </c:pt>
                <c:pt idx="9055">
                  <c:v>169.98</c:v>
                </c:pt>
                <c:pt idx="9056">
                  <c:v>179.97</c:v>
                </c:pt>
                <c:pt idx="9057">
                  <c:v>84.99</c:v>
                </c:pt>
                <c:pt idx="9058">
                  <c:v>99.98</c:v>
                </c:pt>
                <c:pt idx="9059">
                  <c:v>99.98</c:v>
                </c:pt>
                <c:pt idx="9060">
                  <c:v>99.98</c:v>
                </c:pt>
                <c:pt idx="9061">
                  <c:v>84.99</c:v>
                </c:pt>
                <c:pt idx="9062">
                  <c:v>194.96</c:v>
                </c:pt>
                <c:pt idx="9063">
                  <c:v>194.96</c:v>
                </c:pt>
                <c:pt idx="9064">
                  <c:v>194.96</c:v>
                </c:pt>
                <c:pt idx="9065">
                  <c:v>84.99</c:v>
                </c:pt>
                <c:pt idx="9066">
                  <c:v>84.99</c:v>
                </c:pt>
                <c:pt idx="9067">
                  <c:v>169.98</c:v>
                </c:pt>
                <c:pt idx="9068">
                  <c:v>84.99</c:v>
                </c:pt>
                <c:pt idx="9069">
                  <c:v>84.99</c:v>
                </c:pt>
                <c:pt idx="9070">
                  <c:v>131.97999999999999</c:v>
                </c:pt>
                <c:pt idx="9071">
                  <c:v>84.99</c:v>
                </c:pt>
                <c:pt idx="9072">
                  <c:v>152.06</c:v>
                </c:pt>
                <c:pt idx="9073">
                  <c:v>131.97999999999999</c:v>
                </c:pt>
                <c:pt idx="9074">
                  <c:v>169.98</c:v>
                </c:pt>
                <c:pt idx="9075">
                  <c:v>169.98</c:v>
                </c:pt>
                <c:pt idx="9076">
                  <c:v>169.98</c:v>
                </c:pt>
                <c:pt idx="9077">
                  <c:v>96.97</c:v>
                </c:pt>
                <c:pt idx="9078">
                  <c:v>96.97</c:v>
                </c:pt>
                <c:pt idx="9079">
                  <c:v>96.97</c:v>
                </c:pt>
                <c:pt idx="9080">
                  <c:v>169.98</c:v>
                </c:pt>
                <c:pt idx="9081">
                  <c:v>254.97</c:v>
                </c:pt>
                <c:pt idx="9082">
                  <c:v>169.98</c:v>
                </c:pt>
                <c:pt idx="9083">
                  <c:v>254.97</c:v>
                </c:pt>
                <c:pt idx="9084">
                  <c:v>254.97</c:v>
                </c:pt>
                <c:pt idx="9085">
                  <c:v>131.97999999999999</c:v>
                </c:pt>
                <c:pt idx="9086">
                  <c:v>169.98</c:v>
                </c:pt>
                <c:pt idx="9087">
                  <c:v>164.08</c:v>
                </c:pt>
                <c:pt idx="9088">
                  <c:v>164.08</c:v>
                </c:pt>
                <c:pt idx="9089">
                  <c:v>164.08</c:v>
                </c:pt>
                <c:pt idx="9090">
                  <c:v>131.97999999999999</c:v>
                </c:pt>
                <c:pt idx="9091">
                  <c:v>179.97</c:v>
                </c:pt>
                <c:pt idx="9092">
                  <c:v>152.06</c:v>
                </c:pt>
                <c:pt idx="9093">
                  <c:v>152.06</c:v>
                </c:pt>
                <c:pt idx="9094">
                  <c:v>169.98</c:v>
                </c:pt>
                <c:pt idx="9095">
                  <c:v>169.98</c:v>
                </c:pt>
                <c:pt idx="9096">
                  <c:v>112.97</c:v>
                </c:pt>
                <c:pt idx="9097">
                  <c:v>169.98</c:v>
                </c:pt>
                <c:pt idx="9098">
                  <c:v>84.99</c:v>
                </c:pt>
                <c:pt idx="9099">
                  <c:v>21.48</c:v>
                </c:pt>
                <c:pt idx="9100">
                  <c:v>21.48</c:v>
                </c:pt>
                <c:pt idx="9101">
                  <c:v>21.48</c:v>
                </c:pt>
                <c:pt idx="9102">
                  <c:v>112.97</c:v>
                </c:pt>
                <c:pt idx="9103">
                  <c:v>74.040000000000006</c:v>
                </c:pt>
                <c:pt idx="9104">
                  <c:v>74.040000000000006</c:v>
                </c:pt>
                <c:pt idx="9105">
                  <c:v>184.97</c:v>
                </c:pt>
                <c:pt idx="9106">
                  <c:v>84.99</c:v>
                </c:pt>
                <c:pt idx="9107">
                  <c:v>84.99</c:v>
                </c:pt>
                <c:pt idx="9108">
                  <c:v>149.97</c:v>
                </c:pt>
                <c:pt idx="9109">
                  <c:v>146.97</c:v>
                </c:pt>
                <c:pt idx="9110">
                  <c:v>146.97</c:v>
                </c:pt>
                <c:pt idx="9111">
                  <c:v>146.97</c:v>
                </c:pt>
                <c:pt idx="9112">
                  <c:v>149.97</c:v>
                </c:pt>
                <c:pt idx="9113">
                  <c:v>183.97</c:v>
                </c:pt>
                <c:pt idx="9114">
                  <c:v>183.97</c:v>
                </c:pt>
                <c:pt idx="9115">
                  <c:v>149.97</c:v>
                </c:pt>
                <c:pt idx="9116">
                  <c:v>164.26</c:v>
                </c:pt>
                <c:pt idx="9117">
                  <c:v>179.97</c:v>
                </c:pt>
                <c:pt idx="9118">
                  <c:v>179.97</c:v>
                </c:pt>
                <c:pt idx="9119">
                  <c:v>179.97</c:v>
                </c:pt>
                <c:pt idx="9120">
                  <c:v>51.49</c:v>
                </c:pt>
                <c:pt idx="9121">
                  <c:v>183.97</c:v>
                </c:pt>
                <c:pt idx="9122">
                  <c:v>169.98</c:v>
                </c:pt>
                <c:pt idx="9123">
                  <c:v>164.26</c:v>
                </c:pt>
                <c:pt idx="9124">
                  <c:v>74.040000000000006</c:v>
                </c:pt>
                <c:pt idx="9125">
                  <c:v>84.99</c:v>
                </c:pt>
                <c:pt idx="9126">
                  <c:v>84.99</c:v>
                </c:pt>
                <c:pt idx="9127">
                  <c:v>184.97</c:v>
                </c:pt>
                <c:pt idx="9128">
                  <c:v>164.26</c:v>
                </c:pt>
                <c:pt idx="9129">
                  <c:v>99.98</c:v>
                </c:pt>
                <c:pt idx="9130">
                  <c:v>84.99</c:v>
                </c:pt>
                <c:pt idx="9131">
                  <c:v>99.98</c:v>
                </c:pt>
                <c:pt idx="9132">
                  <c:v>84.99</c:v>
                </c:pt>
                <c:pt idx="9133">
                  <c:v>112.97</c:v>
                </c:pt>
                <c:pt idx="9134">
                  <c:v>84.99</c:v>
                </c:pt>
                <c:pt idx="9135">
                  <c:v>99.98</c:v>
                </c:pt>
                <c:pt idx="9136">
                  <c:v>184.97</c:v>
                </c:pt>
                <c:pt idx="9137">
                  <c:v>494.94</c:v>
                </c:pt>
                <c:pt idx="9138">
                  <c:v>349.95</c:v>
                </c:pt>
                <c:pt idx="9139">
                  <c:v>79.97</c:v>
                </c:pt>
                <c:pt idx="9140">
                  <c:v>293.95</c:v>
                </c:pt>
                <c:pt idx="9141">
                  <c:v>228.96</c:v>
                </c:pt>
                <c:pt idx="9142">
                  <c:v>204.96</c:v>
                </c:pt>
                <c:pt idx="9143">
                  <c:v>253.96</c:v>
                </c:pt>
                <c:pt idx="9144">
                  <c:v>564.91999999999996</c:v>
                </c:pt>
                <c:pt idx="9145">
                  <c:v>62.97</c:v>
                </c:pt>
                <c:pt idx="9146">
                  <c:v>349.95</c:v>
                </c:pt>
                <c:pt idx="9147">
                  <c:v>408.27</c:v>
                </c:pt>
                <c:pt idx="9148">
                  <c:v>69.98</c:v>
                </c:pt>
                <c:pt idx="9149">
                  <c:v>349.95</c:v>
                </c:pt>
                <c:pt idx="9150">
                  <c:v>126.98</c:v>
                </c:pt>
                <c:pt idx="9151">
                  <c:v>115.86</c:v>
                </c:pt>
                <c:pt idx="9152">
                  <c:v>564.91999999999996</c:v>
                </c:pt>
                <c:pt idx="9153">
                  <c:v>494.94</c:v>
                </c:pt>
                <c:pt idx="9154">
                  <c:v>349.95</c:v>
                </c:pt>
                <c:pt idx="9155">
                  <c:v>49.98</c:v>
                </c:pt>
                <c:pt idx="9156">
                  <c:v>304.89999999999998</c:v>
                </c:pt>
                <c:pt idx="9157">
                  <c:v>155.91</c:v>
                </c:pt>
                <c:pt idx="9158">
                  <c:v>233.98</c:v>
                </c:pt>
                <c:pt idx="9159">
                  <c:v>311.88</c:v>
                </c:pt>
                <c:pt idx="9160">
                  <c:v>140.94</c:v>
                </c:pt>
                <c:pt idx="9161">
                  <c:v>176.92</c:v>
                </c:pt>
                <c:pt idx="9162">
                  <c:v>243.01</c:v>
                </c:pt>
                <c:pt idx="9163">
                  <c:v>219.42</c:v>
                </c:pt>
                <c:pt idx="9164">
                  <c:v>296.37</c:v>
                </c:pt>
                <c:pt idx="9165">
                  <c:v>426.86</c:v>
                </c:pt>
                <c:pt idx="9166">
                  <c:v>210.46</c:v>
                </c:pt>
                <c:pt idx="9167">
                  <c:v>327.47000000000003</c:v>
                </c:pt>
                <c:pt idx="9168">
                  <c:v>350.88</c:v>
                </c:pt>
                <c:pt idx="9169">
                  <c:v>295.83</c:v>
                </c:pt>
                <c:pt idx="9170">
                  <c:v>457.35</c:v>
                </c:pt>
                <c:pt idx="9171">
                  <c:v>190.97</c:v>
                </c:pt>
                <c:pt idx="9172">
                  <c:v>187.97</c:v>
                </c:pt>
                <c:pt idx="9173">
                  <c:v>187.97</c:v>
                </c:pt>
                <c:pt idx="9174">
                  <c:v>206.96</c:v>
                </c:pt>
                <c:pt idx="9175">
                  <c:v>164.95</c:v>
                </c:pt>
                <c:pt idx="9176">
                  <c:v>169.98</c:v>
                </c:pt>
                <c:pt idx="9177">
                  <c:v>162.85</c:v>
                </c:pt>
                <c:pt idx="9178">
                  <c:v>96.86</c:v>
                </c:pt>
                <c:pt idx="9179">
                  <c:v>206.96</c:v>
                </c:pt>
                <c:pt idx="9180">
                  <c:v>105.98</c:v>
                </c:pt>
                <c:pt idx="9181">
                  <c:v>202.96</c:v>
                </c:pt>
                <c:pt idx="9182">
                  <c:v>126.97</c:v>
                </c:pt>
                <c:pt idx="9183">
                  <c:v>195.86</c:v>
                </c:pt>
                <c:pt idx="9184">
                  <c:v>84.99</c:v>
                </c:pt>
                <c:pt idx="9185">
                  <c:v>78.349999999999994</c:v>
                </c:pt>
                <c:pt idx="9186">
                  <c:v>99.98</c:v>
                </c:pt>
                <c:pt idx="9187">
                  <c:v>76.489999999999995</c:v>
                </c:pt>
                <c:pt idx="9188">
                  <c:v>65.989999999999995</c:v>
                </c:pt>
                <c:pt idx="9189">
                  <c:v>84.99</c:v>
                </c:pt>
                <c:pt idx="9190">
                  <c:v>99.98</c:v>
                </c:pt>
                <c:pt idx="9191">
                  <c:v>80.98</c:v>
                </c:pt>
                <c:pt idx="9192">
                  <c:v>84.99</c:v>
                </c:pt>
                <c:pt idx="9193">
                  <c:v>80.98</c:v>
                </c:pt>
                <c:pt idx="9194">
                  <c:v>99.98</c:v>
                </c:pt>
                <c:pt idx="9195">
                  <c:v>65.989999999999995</c:v>
                </c:pt>
                <c:pt idx="9196">
                  <c:v>99.98</c:v>
                </c:pt>
                <c:pt idx="9197">
                  <c:v>99.98</c:v>
                </c:pt>
                <c:pt idx="9198">
                  <c:v>84.99</c:v>
                </c:pt>
                <c:pt idx="9199">
                  <c:v>80.98</c:v>
                </c:pt>
                <c:pt idx="9200">
                  <c:v>84.99</c:v>
                </c:pt>
                <c:pt idx="9201">
                  <c:v>-15</c:v>
                </c:pt>
                <c:pt idx="9202">
                  <c:v>84.99</c:v>
                </c:pt>
                <c:pt idx="9203">
                  <c:v>75.09</c:v>
                </c:pt>
                <c:pt idx="9204">
                  <c:v>80.98</c:v>
                </c:pt>
                <c:pt idx="9205">
                  <c:v>78.180000000000007</c:v>
                </c:pt>
                <c:pt idx="9206">
                  <c:v>84.99</c:v>
                </c:pt>
                <c:pt idx="9207">
                  <c:v>81.790000000000006</c:v>
                </c:pt>
                <c:pt idx="9208">
                  <c:v>58.79</c:v>
                </c:pt>
                <c:pt idx="9209">
                  <c:v>80.98</c:v>
                </c:pt>
                <c:pt idx="9210">
                  <c:v>65.989999999999995</c:v>
                </c:pt>
                <c:pt idx="9211">
                  <c:v>76.489999999999995</c:v>
                </c:pt>
                <c:pt idx="9212">
                  <c:v>293.94</c:v>
                </c:pt>
                <c:pt idx="9213">
                  <c:v>161.97</c:v>
                </c:pt>
                <c:pt idx="9214">
                  <c:v>133.77000000000001</c:v>
                </c:pt>
                <c:pt idx="9215">
                  <c:v>146.97</c:v>
                </c:pt>
                <c:pt idx="9216">
                  <c:v>103.8</c:v>
                </c:pt>
                <c:pt idx="9217">
                  <c:v>215.46</c:v>
                </c:pt>
                <c:pt idx="9218">
                  <c:v>131.97999999999999</c:v>
                </c:pt>
                <c:pt idx="9219">
                  <c:v>156.24</c:v>
                </c:pt>
                <c:pt idx="9220">
                  <c:v>90.96</c:v>
                </c:pt>
                <c:pt idx="9221">
                  <c:v>65.989999999999995</c:v>
                </c:pt>
                <c:pt idx="9222">
                  <c:v>146.97</c:v>
                </c:pt>
                <c:pt idx="9223">
                  <c:v>101.98</c:v>
                </c:pt>
                <c:pt idx="9224">
                  <c:v>146.97</c:v>
                </c:pt>
                <c:pt idx="9225">
                  <c:v>136.97</c:v>
                </c:pt>
                <c:pt idx="9226">
                  <c:v>139.43</c:v>
                </c:pt>
                <c:pt idx="9227">
                  <c:v>131.97999999999999</c:v>
                </c:pt>
                <c:pt idx="9228">
                  <c:v>122.81</c:v>
                </c:pt>
                <c:pt idx="9229">
                  <c:v>107.37</c:v>
                </c:pt>
                <c:pt idx="9230">
                  <c:v>131.97999999999999</c:v>
                </c:pt>
                <c:pt idx="9231">
                  <c:v>131.97999999999999</c:v>
                </c:pt>
                <c:pt idx="9232">
                  <c:v>339.96</c:v>
                </c:pt>
                <c:pt idx="9233">
                  <c:v>323.95999999999998</c:v>
                </c:pt>
                <c:pt idx="9234">
                  <c:v>339.96</c:v>
                </c:pt>
                <c:pt idx="9235">
                  <c:v>339.96</c:v>
                </c:pt>
                <c:pt idx="9236">
                  <c:v>357.95</c:v>
                </c:pt>
                <c:pt idx="9237">
                  <c:v>283.95</c:v>
                </c:pt>
                <c:pt idx="9238">
                  <c:v>97.08</c:v>
                </c:pt>
                <c:pt idx="9239">
                  <c:v>154.96</c:v>
                </c:pt>
                <c:pt idx="9240">
                  <c:v>257.95999999999998</c:v>
                </c:pt>
                <c:pt idx="9241">
                  <c:v>338.46</c:v>
                </c:pt>
                <c:pt idx="9242">
                  <c:v>239.54</c:v>
                </c:pt>
                <c:pt idx="9243">
                  <c:v>285.5</c:v>
                </c:pt>
                <c:pt idx="9244">
                  <c:v>319.39</c:v>
                </c:pt>
                <c:pt idx="9245">
                  <c:v>228.63</c:v>
                </c:pt>
                <c:pt idx="9246">
                  <c:v>336.3</c:v>
                </c:pt>
                <c:pt idx="9247">
                  <c:v>216.53</c:v>
                </c:pt>
                <c:pt idx="9248">
                  <c:v>241.94</c:v>
                </c:pt>
                <c:pt idx="9249">
                  <c:v>239.54</c:v>
                </c:pt>
                <c:pt idx="9250">
                  <c:v>270.97000000000003</c:v>
                </c:pt>
                <c:pt idx="9251">
                  <c:v>433.1</c:v>
                </c:pt>
                <c:pt idx="9252">
                  <c:v>146.36000000000001</c:v>
                </c:pt>
                <c:pt idx="9253">
                  <c:v>239.54</c:v>
                </c:pt>
                <c:pt idx="9254">
                  <c:v>122.19</c:v>
                </c:pt>
                <c:pt idx="9255">
                  <c:v>194.75</c:v>
                </c:pt>
                <c:pt idx="9256">
                  <c:v>262.52</c:v>
                </c:pt>
                <c:pt idx="9257">
                  <c:v>382.3</c:v>
                </c:pt>
                <c:pt idx="9258">
                  <c:v>308.48</c:v>
                </c:pt>
                <c:pt idx="9259">
                  <c:v>76.17</c:v>
                </c:pt>
                <c:pt idx="9260">
                  <c:v>147.6</c:v>
                </c:pt>
                <c:pt idx="9261">
                  <c:v>239.54</c:v>
                </c:pt>
                <c:pt idx="9262">
                  <c:v>159.69999999999999</c:v>
                </c:pt>
                <c:pt idx="9263">
                  <c:v>159.69999999999999</c:v>
                </c:pt>
                <c:pt idx="9264">
                  <c:v>159.69999999999999</c:v>
                </c:pt>
                <c:pt idx="9265">
                  <c:v>208.08</c:v>
                </c:pt>
                <c:pt idx="9266">
                  <c:v>176.62</c:v>
                </c:pt>
                <c:pt idx="9267">
                  <c:v>159.69999999999999</c:v>
                </c:pt>
                <c:pt idx="9268">
                  <c:v>147.6</c:v>
                </c:pt>
                <c:pt idx="9269">
                  <c:v>159.69999999999999</c:v>
                </c:pt>
                <c:pt idx="9270">
                  <c:v>159.69999999999999</c:v>
                </c:pt>
                <c:pt idx="9271">
                  <c:v>159.69999999999999</c:v>
                </c:pt>
                <c:pt idx="9272">
                  <c:v>239.54</c:v>
                </c:pt>
                <c:pt idx="9273">
                  <c:v>159.69999999999999</c:v>
                </c:pt>
                <c:pt idx="9274">
                  <c:v>206.12</c:v>
                </c:pt>
                <c:pt idx="9275">
                  <c:v>143.72</c:v>
                </c:pt>
                <c:pt idx="9276">
                  <c:v>159.69999999999999</c:v>
                </c:pt>
                <c:pt idx="9277">
                  <c:v>159.69999999999999</c:v>
                </c:pt>
                <c:pt idx="9278">
                  <c:v>159.69999999999999</c:v>
                </c:pt>
                <c:pt idx="9279">
                  <c:v>159.69999999999999</c:v>
                </c:pt>
                <c:pt idx="9280">
                  <c:v>159.69999999999999</c:v>
                </c:pt>
                <c:pt idx="9281">
                  <c:v>147.6</c:v>
                </c:pt>
                <c:pt idx="9282">
                  <c:v>499.9</c:v>
                </c:pt>
                <c:pt idx="9283">
                  <c:v>499.9</c:v>
                </c:pt>
                <c:pt idx="9284">
                  <c:v>499.9</c:v>
                </c:pt>
                <c:pt idx="9285">
                  <c:v>499.9</c:v>
                </c:pt>
                <c:pt idx="9286">
                  <c:v>499.9</c:v>
                </c:pt>
                <c:pt idx="9287">
                  <c:v>459.9</c:v>
                </c:pt>
                <c:pt idx="9288">
                  <c:v>499.9</c:v>
                </c:pt>
                <c:pt idx="9289">
                  <c:v>499.9</c:v>
                </c:pt>
                <c:pt idx="9290">
                  <c:v>459.83</c:v>
                </c:pt>
                <c:pt idx="9291">
                  <c:v>359.9</c:v>
                </c:pt>
                <c:pt idx="9292">
                  <c:v>409.88</c:v>
                </c:pt>
                <c:pt idx="9293">
                  <c:v>169.98</c:v>
                </c:pt>
                <c:pt idx="9294">
                  <c:v>169.98</c:v>
                </c:pt>
                <c:pt idx="9295">
                  <c:v>169.98</c:v>
                </c:pt>
                <c:pt idx="9296">
                  <c:v>169.98</c:v>
                </c:pt>
                <c:pt idx="9297">
                  <c:v>108.78</c:v>
                </c:pt>
                <c:pt idx="9298">
                  <c:v>131.97999999999999</c:v>
                </c:pt>
                <c:pt idx="9299">
                  <c:v>169.98</c:v>
                </c:pt>
                <c:pt idx="9300">
                  <c:v>184.97</c:v>
                </c:pt>
                <c:pt idx="9301">
                  <c:v>131.97999999999999</c:v>
                </c:pt>
                <c:pt idx="9302">
                  <c:v>121.98</c:v>
                </c:pt>
                <c:pt idx="9303">
                  <c:v>146.97</c:v>
                </c:pt>
                <c:pt idx="9304">
                  <c:v>146.97</c:v>
                </c:pt>
                <c:pt idx="9305">
                  <c:v>155.15</c:v>
                </c:pt>
                <c:pt idx="9306">
                  <c:v>156.97</c:v>
                </c:pt>
                <c:pt idx="9307">
                  <c:v>146.97</c:v>
                </c:pt>
                <c:pt idx="9308">
                  <c:v>124.92</c:v>
                </c:pt>
                <c:pt idx="9309">
                  <c:v>184.97</c:v>
                </c:pt>
                <c:pt idx="9310">
                  <c:v>219.95</c:v>
                </c:pt>
                <c:pt idx="9311">
                  <c:v>254.97</c:v>
                </c:pt>
                <c:pt idx="9312">
                  <c:v>169.98</c:v>
                </c:pt>
                <c:pt idx="9313">
                  <c:v>169.98</c:v>
                </c:pt>
                <c:pt idx="9314">
                  <c:v>82.44</c:v>
                </c:pt>
                <c:pt idx="9315">
                  <c:v>200.4</c:v>
                </c:pt>
                <c:pt idx="9316">
                  <c:v>169.98</c:v>
                </c:pt>
                <c:pt idx="9317">
                  <c:v>361.94</c:v>
                </c:pt>
                <c:pt idx="9318">
                  <c:v>248.81</c:v>
                </c:pt>
                <c:pt idx="9319">
                  <c:v>197.97</c:v>
                </c:pt>
                <c:pt idx="9320">
                  <c:v>164.55</c:v>
                </c:pt>
                <c:pt idx="9321">
                  <c:v>197.97</c:v>
                </c:pt>
                <c:pt idx="9322">
                  <c:v>166.95</c:v>
                </c:pt>
                <c:pt idx="9323">
                  <c:v>165.27</c:v>
                </c:pt>
                <c:pt idx="9324">
                  <c:v>219.95</c:v>
                </c:pt>
                <c:pt idx="9325">
                  <c:v>198.47</c:v>
                </c:pt>
                <c:pt idx="9326">
                  <c:v>264.45999999999998</c:v>
                </c:pt>
                <c:pt idx="9327">
                  <c:v>190.55</c:v>
                </c:pt>
                <c:pt idx="9328">
                  <c:v>198.47</c:v>
                </c:pt>
                <c:pt idx="9329">
                  <c:v>78.97</c:v>
                </c:pt>
                <c:pt idx="9330">
                  <c:v>66.989999999999995</c:v>
                </c:pt>
                <c:pt idx="9331">
                  <c:v>198.47</c:v>
                </c:pt>
                <c:pt idx="9332">
                  <c:v>127.7</c:v>
                </c:pt>
                <c:pt idx="9333">
                  <c:v>198.47</c:v>
                </c:pt>
                <c:pt idx="9334">
                  <c:v>234.84</c:v>
                </c:pt>
                <c:pt idx="9335">
                  <c:v>50.98</c:v>
                </c:pt>
                <c:pt idx="9336">
                  <c:v>79.989999999999995</c:v>
                </c:pt>
                <c:pt idx="9337">
                  <c:v>79.78</c:v>
                </c:pt>
                <c:pt idx="9338">
                  <c:v>121.98</c:v>
                </c:pt>
                <c:pt idx="9339">
                  <c:v>79.989999999999995</c:v>
                </c:pt>
                <c:pt idx="9340">
                  <c:v>75.63</c:v>
                </c:pt>
                <c:pt idx="9341">
                  <c:v>79.989999999999995</c:v>
                </c:pt>
                <c:pt idx="9342">
                  <c:v>94.98</c:v>
                </c:pt>
                <c:pt idx="9343">
                  <c:v>100.98</c:v>
                </c:pt>
                <c:pt idx="9344">
                  <c:v>79.989999999999995</c:v>
                </c:pt>
                <c:pt idx="9345">
                  <c:v>79.989999999999995</c:v>
                </c:pt>
                <c:pt idx="9346">
                  <c:v>94.98</c:v>
                </c:pt>
                <c:pt idx="9347">
                  <c:v>94.98</c:v>
                </c:pt>
                <c:pt idx="9348">
                  <c:v>66.66</c:v>
                </c:pt>
                <c:pt idx="9349">
                  <c:v>79.989999999999995</c:v>
                </c:pt>
                <c:pt idx="9350">
                  <c:v>79.989999999999995</c:v>
                </c:pt>
                <c:pt idx="9351">
                  <c:v>79.989999999999995</c:v>
                </c:pt>
                <c:pt idx="9352">
                  <c:v>79.989999999999995</c:v>
                </c:pt>
                <c:pt idx="9353">
                  <c:v>79.989999999999995</c:v>
                </c:pt>
                <c:pt idx="9354">
                  <c:v>79.989999999999995</c:v>
                </c:pt>
                <c:pt idx="9355">
                  <c:v>111.98</c:v>
                </c:pt>
                <c:pt idx="9356">
                  <c:v>100.98</c:v>
                </c:pt>
                <c:pt idx="9357">
                  <c:v>94.98</c:v>
                </c:pt>
                <c:pt idx="9358">
                  <c:v>79.989999999999995</c:v>
                </c:pt>
                <c:pt idx="9359">
                  <c:v>82.98</c:v>
                </c:pt>
                <c:pt idx="9360">
                  <c:v>94.98</c:v>
                </c:pt>
                <c:pt idx="9361">
                  <c:v>79.989999999999995</c:v>
                </c:pt>
                <c:pt idx="9362">
                  <c:v>141.97</c:v>
                </c:pt>
                <c:pt idx="9363">
                  <c:v>99.02</c:v>
                </c:pt>
                <c:pt idx="9364">
                  <c:v>84.99</c:v>
                </c:pt>
                <c:pt idx="9365">
                  <c:v>84.99</c:v>
                </c:pt>
                <c:pt idx="9366">
                  <c:v>221.96</c:v>
                </c:pt>
                <c:pt idx="9367">
                  <c:v>112.98</c:v>
                </c:pt>
                <c:pt idx="9368">
                  <c:v>105.91</c:v>
                </c:pt>
                <c:pt idx="9369">
                  <c:v>84.99</c:v>
                </c:pt>
                <c:pt idx="9370">
                  <c:v>61.98</c:v>
                </c:pt>
                <c:pt idx="9371">
                  <c:v>84.99</c:v>
                </c:pt>
                <c:pt idx="9372">
                  <c:v>65.989999999999995</c:v>
                </c:pt>
                <c:pt idx="9373">
                  <c:v>65.989999999999995</c:v>
                </c:pt>
                <c:pt idx="9374">
                  <c:v>177.97</c:v>
                </c:pt>
                <c:pt idx="9375">
                  <c:v>75.97</c:v>
                </c:pt>
                <c:pt idx="9376">
                  <c:v>65.989999999999995</c:v>
                </c:pt>
                <c:pt idx="9377">
                  <c:v>84.99</c:v>
                </c:pt>
                <c:pt idx="9378">
                  <c:v>65.989999999999995</c:v>
                </c:pt>
                <c:pt idx="9379">
                  <c:v>134.97999999999999</c:v>
                </c:pt>
                <c:pt idx="9380">
                  <c:v>234.9</c:v>
                </c:pt>
                <c:pt idx="9381">
                  <c:v>84.99</c:v>
                </c:pt>
                <c:pt idx="9382">
                  <c:v>134.97999999999999</c:v>
                </c:pt>
                <c:pt idx="9383">
                  <c:v>87.47</c:v>
                </c:pt>
                <c:pt idx="9384">
                  <c:v>134.97999999999999</c:v>
                </c:pt>
                <c:pt idx="9385">
                  <c:v>121.98</c:v>
                </c:pt>
                <c:pt idx="9386">
                  <c:v>131.97999999999999</c:v>
                </c:pt>
                <c:pt idx="9387">
                  <c:v>84.99</c:v>
                </c:pt>
                <c:pt idx="9388">
                  <c:v>479.09</c:v>
                </c:pt>
                <c:pt idx="9389">
                  <c:v>237.15</c:v>
                </c:pt>
                <c:pt idx="9390">
                  <c:v>406.46</c:v>
                </c:pt>
                <c:pt idx="9391">
                  <c:v>352.91</c:v>
                </c:pt>
                <c:pt idx="9392">
                  <c:v>307.68</c:v>
                </c:pt>
                <c:pt idx="9393">
                  <c:v>241.93</c:v>
                </c:pt>
                <c:pt idx="9394">
                  <c:v>304.85000000000002</c:v>
                </c:pt>
                <c:pt idx="9395">
                  <c:v>159.69999999999999</c:v>
                </c:pt>
                <c:pt idx="9396">
                  <c:v>319.39</c:v>
                </c:pt>
                <c:pt idx="9397">
                  <c:v>194.76</c:v>
                </c:pt>
                <c:pt idx="9398">
                  <c:v>148.22999999999999</c:v>
                </c:pt>
                <c:pt idx="9399">
                  <c:v>187.49</c:v>
                </c:pt>
                <c:pt idx="9400">
                  <c:v>175.11</c:v>
                </c:pt>
                <c:pt idx="9401">
                  <c:v>159.69999999999999</c:v>
                </c:pt>
                <c:pt idx="9402">
                  <c:v>215.44</c:v>
                </c:pt>
                <c:pt idx="9403">
                  <c:v>159.69999999999999</c:v>
                </c:pt>
                <c:pt idx="9404">
                  <c:v>84.14</c:v>
                </c:pt>
                <c:pt idx="9405">
                  <c:v>198.96</c:v>
                </c:pt>
                <c:pt idx="9406">
                  <c:v>112.18</c:v>
                </c:pt>
                <c:pt idx="9407">
                  <c:v>84.14</c:v>
                </c:pt>
                <c:pt idx="9408">
                  <c:v>104.98</c:v>
                </c:pt>
                <c:pt idx="9409">
                  <c:v>129.12</c:v>
                </c:pt>
                <c:pt idx="9410">
                  <c:v>130.66</c:v>
                </c:pt>
                <c:pt idx="9411">
                  <c:v>84.99</c:v>
                </c:pt>
                <c:pt idx="9412">
                  <c:v>84.99</c:v>
                </c:pt>
                <c:pt idx="9413">
                  <c:v>83.69</c:v>
                </c:pt>
                <c:pt idx="9414">
                  <c:v>159.12</c:v>
                </c:pt>
                <c:pt idx="9415">
                  <c:v>169.98</c:v>
                </c:pt>
                <c:pt idx="9416">
                  <c:v>83.29</c:v>
                </c:pt>
                <c:pt idx="9417">
                  <c:v>84.14</c:v>
                </c:pt>
                <c:pt idx="9418">
                  <c:v>181.96</c:v>
                </c:pt>
                <c:pt idx="9419">
                  <c:v>83</c:v>
                </c:pt>
                <c:pt idx="9420">
                  <c:v>217.29</c:v>
                </c:pt>
                <c:pt idx="9421">
                  <c:v>64.790000000000006</c:v>
                </c:pt>
                <c:pt idx="9422">
                  <c:v>128.22999999999999</c:v>
                </c:pt>
                <c:pt idx="9423">
                  <c:v>150.18</c:v>
                </c:pt>
                <c:pt idx="9424">
                  <c:v>83.29</c:v>
                </c:pt>
                <c:pt idx="9425">
                  <c:v>84.99</c:v>
                </c:pt>
                <c:pt idx="9426">
                  <c:v>158.97999999999999</c:v>
                </c:pt>
                <c:pt idx="9427">
                  <c:v>119.98</c:v>
                </c:pt>
                <c:pt idx="9428">
                  <c:v>184.97</c:v>
                </c:pt>
                <c:pt idx="9429">
                  <c:v>63.97</c:v>
                </c:pt>
                <c:pt idx="9430">
                  <c:v>99.98</c:v>
                </c:pt>
                <c:pt idx="9431">
                  <c:v>113.97</c:v>
                </c:pt>
                <c:pt idx="9432">
                  <c:v>169.98</c:v>
                </c:pt>
                <c:pt idx="9433">
                  <c:v>118.97</c:v>
                </c:pt>
                <c:pt idx="9434">
                  <c:v>93.98</c:v>
                </c:pt>
                <c:pt idx="9435">
                  <c:v>109.57</c:v>
                </c:pt>
                <c:pt idx="9436">
                  <c:v>164.98</c:v>
                </c:pt>
                <c:pt idx="9437">
                  <c:v>137.46</c:v>
                </c:pt>
                <c:pt idx="9438">
                  <c:v>98.98</c:v>
                </c:pt>
                <c:pt idx="9439">
                  <c:v>65.989999999999995</c:v>
                </c:pt>
                <c:pt idx="9440">
                  <c:v>59.98</c:v>
                </c:pt>
                <c:pt idx="9441">
                  <c:v>64.19</c:v>
                </c:pt>
                <c:pt idx="9442">
                  <c:v>169.98</c:v>
                </c:pt>
                <c:pt idx="9443">
                  <c:v>79.98</c:v>
                </c:pt>
                <c:pt idx="9444">
                  <c:v>249.96</c:v>
                </c:pt>
                <c:pt idx="9445">
                  <c:v>138.97</c:v>
                </c:pt>
                <c:pt idx="9446">
                  <c:v>121.98</c:v>
                </c:pt>
                <c:pt idx="9447">
                  <c:v>99.98</c:v>
                </c:pt>
                <c:pt idx="9448">
                  <c:v>255.94</c:v>
                </c:pt>
                <c:pt idx="9449">
                  <c:v>181.97</c:v>
                </c:pt>
                <c:pt idx="9450">
                  <c:v>145.97</c:v>
                </c:pt>
                <c:pt idx="9451">
                  <c:v>119.96</c:v>
                </c:pt>
                <c:pt idx="9452">
                  <c:v>181.97</c:v>
                </c:pt>
                <c:pt idx="9453">
                  <c:v>131.97999999999999</c:v>
                </c:pt>
                <c:pt idx="9454">
                  <c:v>159.96</c:v>
                </c:pt>
                <c:pt idx="9455">
                  <c:v>121.98</c:v>
                </c:pt>
                <c:pt idx="9456">
                  <c:v>119.96</c:v>
                </c:pt>
                <c:pt idx="9457">
                  <c:v>197.97</c:v>
                </c:pt>
                <c:pt idx="9458">
                  <c:v>181.97</c:v>
                </c:pt>
                <c:pt idx="9459">
                  <c:v>121.98</c:v>
                </c:pt>
                <c:pt idx="9460">
                  <c:v>159.96</c:v>
                </c:pt>
                <c:pt idx="9461">
                  <c:v>181.97</c:v>
                </c:pt>
                <c:pt idx="9462">
                  <c:v>131.97999999999999</c:v>
                </c:pt>
                <c:pt idx="9463">
                  <c:v>159.96</c:v>
                </c:pt>
                <c:pt idx="9464">
                  <c:v>63.98</c:v>
                </c:pt>
                <c:pt idx="9465">
                  <c:v>153.97999999999999</c:v>
                </c:pt>
                <c:pt idx="9466">
                  <c:v>188.97</c:v>
                </c:pt>
                <c:pt idx="9467">
                  <c:v>162.69</c:v>
                </c:pt>
                <c:pt idx="9468">
                  <c:v>121.98</c:v>
                </c:pt>
                <c:pt idx="9469">
                  <c:v>169.98</c:v>
                </c:pt>
                <c:pt idx="9470">
                  <c:v>129.97</c:v>
                </c:pt>
                <c:pt idx="9471">
                  <c:v>150.97</c:v>
                </c:pt>
                <c:pt idx="9472">
                  <c:v>115.98</c:v>
                </c:pt>
                <c:pt idx="9473">
                  <c:v>188.97</c:v>
                </c:pt>
                <c:pt idx="9474">
                  <c:v>170.97</c:v>
                </c:pt>
                <c:pt idx="9475">
                  <c:v>188.97</c:v>
                </c:pt>
                <c:pt idx="9476">
                  <c:v>149.96</c:v>
                </c:pt>
                <c:pt idx="9477">
                  <c:v>172.97</c:v>
                </c:pt>
                <c:pt idx="9478">
                  <c:v>139.36000000000001</c:v>
                </c:pt>
                <c:pt idx="9479">
                  <c:v>150.97</c:v>
                </c:pt>
                <c:pt idx="9480">
                  <c:v>287.95</c:v>
                </c:pt>
                <c:pt idx="9481">
                  <c:v>134.97999999999999</c:v>
                </c:pt>
                <c:pt idx="9482">
                  <c:v>339.96</c:v>
                </c:pt>
                <c:pt idx="9483">
                  <c:v>265.93</c:v>
                </c:pt>
                <c:pt idx="9484">
                  <c:v>363.91</c:v>
                </c:pt>
                <c:pt idx="9485">
                  <c:v>115.56</c:v>
                </c:pt>
                <c:pt idx="9486">
                  <c:v>322.94</c:v>
                </c:pt>
                <c:pt idx="9487">
                  <c:v>330.96</c:v>
                </c:pt>
                <c:pt idx="9488">
                  <c:v>304.95999999999998</c:v>
                </c:pt>
                <c:pt idx="9489">
                  <c:v>351.93</c:v>
                </c:pt>
                <c:pt idx="9490">
                  <c:v>254.97</c:v>
                </c:pt>
                <c:pt idx="9491">
                  <c:v>253.79</c:v>
                </c:pt>
                <c:pt idx="9492">
                  <c:v>281.94</c:v>
                </c:pt>
                <c:pt idx="9493">
                  <c:v>-330.96</c:v>
                </c:pt>
                <c:pt idx="9494">
                  <c:v>299.37</c:v>
                </c:pt>
                <c:pt idx="9495">
                  <c:v>163.94</c:v>
                </c:pt>
                <c:pt idx="9496">
                  <c:v>101.98</c:v>
                </c:pt>
                <c:pt idx="9497">
                  <c:v>116.97</c:v>
                </c:pt>
                <c:pt idx="9498">
                  <c:v>84.99</c:v>
                </c:pt>
                <c:pt idx="9499">
                  <c:v>59.98</c:v>
                </c:pt>
                <c:pt idx="9500">
                  <c:v>65.989999999999995</c:v>
                </c:pt>
                <c:pt idx="9501">
                  <c:v>65.989999999999995</c:v>
                </c:pt>
                <c:pt idx="9502">
                  <c:v>84.99</c:v>
                </c:pt>
                <c:pt idx="9503">
                  <c:v>65.989999999999995</c:v>
                </c:pt>
                <c:pt idx="9504">
                  <c:v>102.48</c:v>
                </c:pt>
                <c:pt idx="9505">
                  <c:v>81.22</c:v>
                </c:pt>
                <c:pt idx="9506">
                  <c:v>90.98</c:v>
                </c:pt>
                <c:pt idx="9507">
                  <c:v>94.98</c:v>
                </c:pt>
                <c:pt idx="9508">
                  <c:v>99.97</c:v>
                </c:pt>
                <c:pt idx="9509">
                  <c:v>94.98</c:v>
                </c:pt>
                <c:pt idx="9510">
                  <c:v>101.98</c:v>
                </c:pt>
                <c:pt idx="9511">
                  <c:v>139.97999999999999</c:v>
                </c:pt>
                <c:pt idx="9512">
                  <c:v>84.99</c:v>
                </c:pt>
                <c:pt idx="9513">
                  <c:v>137.97999999999999</c:v>
                </c:pt>
                <c:pt idx="9514">
                  <c:v>80.739999999999995</c:v>
                </c:pt>
                <c:pt idx="9515">
                  <c:v>97.88</c:v>
                </c:pt>
                <c:pt idx="9516">
                  <c:v>85.98</c:v>
                </c:pt>
                <c:pt idx="9517">
                  <c:v>83.16</c:v>
                </c:pt>
                <c:pt idx="9518">
                  <c:v>82.57</c:v>
                </c:pt>
                <c:pt idx="9519">
                  <c:v>85.98</c:v>
                </c:pt>
                <c:pt idx="9520">
                  <c:v>159.65</c:v>
                </c:pt>
                <c:pt idx="9521">
                  <c:v>63.6</c:v>
                </c:pt>
                <c:pt idx="9522">
                  <c:v>152.97999999999999</c:v>
                </c:pt>
                <c:pt idx="9523">
                  <c:v>84.99</c:v>
                </c:pt>
                <c:pt idx="9524">
                  <c:v>159.97</c:v>
                </c:pt>
                <c:pt idx="9525">
                  <c:v>63.47</c:v>
                </c:pt>
                <c:pt idx="9526">
                  <c:v>101.98</c:v>
                </c:pt>
                <c:pt idx="9527">
                  <c:v>65.989999999999995</c:v>
                </c:pt>
                <c:pt idx="9528">
                  <c:v>169.98</c:v>
                </c:pt>
                <c:pt idx="9529">
                  <c:v>22.89</c:v>
                </c:pt>
                <c:pt idx="9530">
                  <c:v>89.89</c:v>
                </c:pt>
                <c:pt idx="9531">
                  <c:v>131.97999999999999</c:v>
                </c:pt>
                <c:pt idx="9532">
                  <c:v>169.98</c:v>
                </c:pt>
                <c:pt idx="9533">
                  <c:v>169.98</c:v>
                </c:pt>
                <c:pt idx="9534">
                  <c:v>164.93</c:v>
                </c:pt>
                <c:pt idx="9535">
                  <c:v>169.98</c:v>
                </c:pt>
                <c:pt idx="9536">
                  <c:v>207.96</c:v>
                </c:pt>
                <c:pt idx="9537">
                  <c:v>131.97999999999999</c:v>
                </c:pt>
                <c:pt idx="9538">
                  <c:v>166.56</c:v>
                </c:pt>
                <c:pt idx="9539">
                  <c:v>159.97999999999999</c:v>
                </c:pt>
                <c:pt idx="9540">
                  <c:v>179.94</c:v>
                </c:pt>
                <c:pt idx="9541">
                  <c:v>169.98</c:v>
                </c:pt>
                <c:pt idx="9542">
                  <c:v>169.98</c:v>
                </c:pt>
                <c:pt idx="9543">
                  <c:v>169.98</c:v>
                </c:pt>
                <c:pt idx="9544">
                  <c:v>163.57</c:v>
                </c:pt>
                <c:pt idx="9545">
                  <c:v>164.74</c:v>
                </c:pt>
                <c:pt idx="9546">
                  <c:v>229.47</c:v>
                </c:pt>
                <c:pt idx="9547">
                  <c:v>177.97</c:v>
                </c:pt>
                <c:pt idx="9548">
                  <c:v>65.989999999999995</c:v>
                </c:pt>
                <c:pt idx="9549">
                  <c:v>189.96</c:v>
                </c:pt>
                <c:pt idx="9550">
                  <c:v>169.98</c:v>
                </c:pt>
                <c:pt idx="9551">
                  <c:v>108.93</c:v>
                </c:pt>
                <c:pt idx="9552">
                  <c:v>263.95999999999998</c:v>
                </c:pt>
                <c:pt idx="9553">
                  <c:v>166.16</c:v>
                </c:pt>
                <c:pt idx="9554">
                  <c:v>119.92</c:v>
                </c:pt>
                <c:pt idx="9555">
                  <c:v>257.95</c:v>
                </c:pt>
                <c:pt idx="9556">
                  <c:v>216.72</c:v>
                </c:pt>
                <c:pt idx="9557">
                  <c:v>219.82</c:v>
                </c:pt>
                <c:pt idx="9558">
                  <c:v>199.96</c:v>
                </c:pt>
                <c:pt idx="9559">
                  <c:v>129.97</c:v>
                </c:pt>
                <c:pt idx="9560">
                  <c:v>144.47999999999999</c:v>
                </c:pt>
                <c:pt idx="9561">
                  <c:v>65.95</c:v>
                </c:pt>
                <c:pt idx="9562">
                  <c:v>80.23</c:v>
                </c:pt>
                <c:pt idx="9563">
                  <c:v>150.18</c:v>
                </c:pt>
                <c:pt idx="9564">
                  <c:v>265.95</c:v>
                </c:pt>
                <c:pt idx="9565">
                  <c:v>205.96</c:v>
                </c:pt>
                <c:pt idx="9566">
                  <c:v>209.96</c:v>
                </c:pt>
                <c:pt idx="9567">
                  <c:v>166.96</c:v>
                </c:pt>
                <c:pt idx="9568">
                  <c:v>65.989999999999995</c:v>
                </c:pt>
                <c:pt idx="9569">
                  <c:v>159.97999999999999</c:v>
                </c:pt>
                <c:pt idx="9570">
                  <c:v>185.07</c:v>
                </c:pt>
                <c:pt idx="9571">
                  <c:v>114.95</c:v>
                </c:pt>
                <c:pt idx="9572">
                  <c:v>85.98</c:v>
                </c:pt>
                <c:pt idx="9573">
                  <c:v>134.97999999999999</c:v>
                </c:pt>
                <c:pt idx="9574">
                  <c:v>161.44999999999999</c:v>
                </c:pt>
                <c:pt idx="9575">
                  <c:v>160.47</c:v>
                </c:pt>
                <c:pt idx="9576">
                  <c:v>189.97</c:v>
                </c:pt>
                <c:pt idx="9577">
                  <c:v>116.37</c:v>
                </c:pt>
                <c:pt idx="9578">
                  <c:v>188.07</c:v>
                </c:pt>
                <c:pt idx="9579">
                  <c:v>189.97</c:v>
                </c:pt>
                <c:pt idx="9580">
                  <c:v>108.5</c:v>
                </c:pt>
                <c:pt idx="9581">
                  <c:v>188.07</c:v>
                </c:pt>
                <c:pt idx="9582">
                  <c:v>169.98</c:v>
                </c:pt>
                <c:pt idx="9583">
                  <c:v>189.97</c:v>
                </c:pt>
                <c:pt idx="9584">
                  <c:v>49.99</c:v>
                </c:pt>
                <c:pt idx="9585">
                  <c:v>87.98</c:v>
                </c:pt>
                <c:pt idx="9586">
                  <c:v>210.32</c:v>
                </c:pt>
                <c:pt idx="9587">
                  <c:v>109.96</c:v>
                </c:pt>
                <c:pt idx="9588">
                  <c:v>189.97</c:v>
                </c:pt>
                <c:pt idx="9589">
                  <c:v>161.26</c:v>
                </c:pt>
                <c:pt idx="9590">
                  <c:v>121.98</c:v>
                </c:pt>
                <c:pt idx="9591">
                  <c:v>159.97999999999999</c:v>
                </c:pt>
                <c:pt idx="9592">
                  <c:v>156.63</c:v>
                </c:pt>
                <c:pt idx="9593">
                  <c:v>159.97999999999999</c:v>
                </c:pt>
                <c:pt idx="9594">
                  <c:v>174.97</c:v>
                </c:pt>
                <c:pt idx="9595">
                  <c:v>75.98</c:v>
                </c:pt>
                <c:pt idx="9596">
                  <c:v>159.97999999999999</c:v>
                </c:pt>
                <c:pt idx="9597">
                  <c:v>159.97999999999999</c:v>
                </c:pt>
                <c:pt idx="9598">
                  <c:v>85.98</c:v>
                </c:pt>
                <c:pt idx="9599">
                  <c:v>121.98</c:v>
                </c:pt>
                <c:pt idx="9600">
                  <c:v>159.97999999999999</c:v>
                </c:pt>
                <c:pt idx="9601">
                  <c:v>165.22</c:v>
                </c:pt>
                <c:pt idx="9602">
                  <c:v>158.38</c:v>
                </c:pt>
                <c:pt idx="9603">
                  <c:v>159.97999999999999</c:v>
                </c:pt>
                <c:pt idx="9604">
                  <c:v>159.97999999999999</c:v>
                </c:pt>
                <c:pt idx="9605">
                  <c:v>159.97999999999999</c:v>
                </c:pt>
                <c:pt idx="9606">
                  <c:v>118.02</c:v>
                </c:pt>
                <c:pt idx="9607">
                  <c:v>149.97999999999999</c:v>
                </c:pt>
                <c:pt idx="9608">
                  <c:v>154.69999999999999</c:v>
                </c:pt>
                <c:pt idx="9609">
                  <c:v>85.98</c:v>
                </c:pt>
                <c:pt idx="9610">
                  <c:v>121.98</c:v>
                </c:pt>
                <c:pt idx="9611">
                  <c:v>105.98</c:v>
                </c:pt>
                <c:pt idx="9612">
                  <c:v>203.96</c:v>
                </c:pt>
                <c:pt idx="9613">
                  <c:v>137.63999999999999</c:v>
                </c:pt>
                <c:pt idx="9614">
                  <c:v>131.97999999999999</c:v>
                </c:pt>
                <c:pt idx="9615">
                  <c:v>128.68</c:v>
                </c:pt>
                <c:pt idx="9616">
                  <c:v>80.66</c:v>
                </c:pt>
                <c:pt idx="9617">
                  <c:v>153.16999999999999</c:v>
                </c:pt>
                <c:pt idx="9618">
                  <c:v>131.97999999999999</c:v>
                </c:pt>
                <c:pt idx="9619">
                  <c:v>117.97</c:v>
                </c:pt>
                <c:pt idx="9620">
                  <c:v>126.27</c:v>
                </c:pt>
                <c:pt idx="9621">
                  <c:v>131.97999999999999</c:v>
                </c:pt>
                <c:pt idx="9622">
                  <c:v>115.98</c:v>
                </c:pt>
                <c:pt idx="9623">
                  <c:v>112.18</c:v>
                </c:pt>
                <c:pt idx="9624">
                  <c:v>131.97999999999999</c:v>
                </c:pt>
                <c:pt idx="9625">
                  <c:v>123.53</c:v>
                </c:pt>
                <c:pt idx="9626">
                  <c:v>165.97</c:v>
                </c:pt>
                <c:pt idx="9627">
                  <c:v>95.57</c:v>
                </c:pt>
                <c:pt idx="9628">
                  <c:v>73.8</c:v>
                </c:pt>
                <c:pt idx="9629">
                  <c:v>128.24</c:v>
                </c:pt>
                <c:pt idx="9630">
                  <c:v>73.8</c:v>
                </c:pt>
                <c:pt idx="9631">
                  <c:v>79.849999999999994</c:v>
                </c:pt>
                <c:pt idx="9632">
                  <c:v>61.69</c:v>
                </c:pt>
                <c:pt idx="9633">
                  <c:v>73.8</c:v>
                </c:pt>
                <c:pt idx="9634">
                  <c:v>219.56</c:v>
                </c:pt>
                <c:pt idx="9635">
                  <c:v>243.96</c:v>
                </c:pt>
                <c:pt idx="9636">
                  <c:v>172.97</c:v>
                </c:pt>
                <c:pt idx="9637">
                  <c:v>479.45</c:v>
                </c:pt>
                <c:pt idx="9638">
                  <c:v>183.96</c:v>
                </c:pt>
                <c:pt idx="9639">
                  <c:v>89.97</c:v>
                </c:pt>
                <c:pt idx="9640">
                  <c:v>200.89</c:v>
                </c:pt>
                <c:pt idx="9641">
                  <c:v>347.91</c:v>
                </c:pt>
                <c:pt idx="9642">
                  <c:v>190.94</c:v>
                </c:pt>
                <c:pt idx="9643">
                  <c:v>65.989999999999995</c:v>
                </c:pt>
                <c:pt idx="9644">
                  <c:v>172.97</c:v>
                </c:pt>
                <c:pt idx="9645">
                  <c:v>-63.96</c:v>
                </c:pt>
                <c:pt idx="9646">
                  <c:v>161.93</c:v>
                </c:pt>
                <c:pt idx="9647">
                  <c:v>99.98</c:v>
                </c:pt>
                <c:pt idx="9648">
                  <c:v>149.97</c:v>
                </c:pt>
                <c:pt idx="9649">
                  <c:v>119.97</c:v>
                </c:pt>
                <c:pt idx="9650">
                  <c:v>99.98</c:v>
                </c:pt>
                <c:pt idx="9651">
                  <c:v>99.98</c:v>
                </c:pt>
                <c:pt idx="9652">
                  <c:v>149.97</c:v>
                </c:pt>
                <c:pt idx="9653">
                  <c:v>149.97</c:v>
                </c:pt>
                <c:pt idx="9654">
                  <c:v>79.98</c:v>
                </c:pt>
                <c:pt idx="9655">
                  <c:v>123.96</c:v>
                </c:pt>
                <c:pt idx="9656">
                  <c:v>119.97</c:v>
                </c:pt>
                <c:pt idx="9657">
                  <c:v>79.98</c:v>
                </c:pt>
                <c:pt idx="9658">
                  <c:v>149.97</c:v>
                </c:pt>
                <c:pt idx="9659">
                  <c:v>123.96</c:v>
                </c:pt>
                <c:pt idx="9660">
                  <c:v>79.97</c:v>
                </c:pt>
                <c:pt idx="9661">
                  <c:v>114.97</c:v>
                </c:pt>
                <c:pt idx="9662">
                  <c:v>149.97</c:v>
                </c:pt>
                <c:pt idx="9663">
                  <c:v>114.97</c:v>
                </c:pt>
                <c:pt idx="9664">
                  <c:v>99.98</c:v>
                </c:pt>
                <c:pt idx="9665">
                  <c:v>84.98</c:v>
                </c:pt>
                <c:pt idx="9666">
                  <c:v>84.98</c:v>
                </c:pt>
                <c:pt idx="9667">
                  <c:v>149.97</c:v>
                </c:pt>
                <c:pt idx="9668">
                  <c:v>119.97</c:v>
                </c:pt>
                <c:pt idx="9669">
                  <c:v>99.98</c:v>
                </c:pt>
                <c:pt idx="9670">
                  <c:v>149.97</c:v>
                </c:pt>
                <c:pt idx="9671">
                  <c:v>99.98</c:v>
                </c:pt>
                <c:pt idx="9672">
                  <c:v>99.98</c:v>
                </c:pt>
                <c:pt idx="9673">
                  <c:v>64.98</c:v>
                </c:pt>
                <c:pt idx="9674">
                  <c:v>149.97</c:v>
                </c:pt>
                <c:pt idx="9675">
                  <c:v>149.97</c:v>
                </c:pt>
                <c:pt idx="9676">
                  <c:v>149.97</c:v>
                </c:pt>
                <c:pt idx="9677">
                  <c:v>149.97</c:v>
                </c:pt>
                <c:pt idx="9678">
                  <c:v>119.97</c:v>
                </c:pt>
                <c:pt idx="9679">
                  <c:v>99.98</c:v>
                </c:pt>
                <c:pt idx="9680">
                  <c:v>80.72</c:v>
                </c:pt>
                <c:pt idx="9681">
                  <c:v>149.97</c:v>
                </c:pt>
                <c:pt idx="9682">
                  <c:v>149.97</c:v>
                </c:pt>
                <c:pt idx="9683">
                  <c:v>64.98</c:v>
                </c:pt>
                <c:pt idx="9684">
                  <c:v>79.97</c:v>
                </c:pt>
                <c:pt idx="9685">
                  <c:v>149.97</c:v>
                </c:pt>
                <c:pt idx="9686">
                  <c:v>99.98</c:v>
                </c:pt>
                <c:pt idx="9687">
                  <c:v>99.98</c:v>
                </c:pt>
                <c:pt idx="9688">
                  <c:v>64.98</c:v>
                </c:pt>
                <c:pt idx="9689">
                  <c:v>64.98</c:v>
                </c:pt>
                <c:pt idx="9690">
                  <c:v>80.72</c:v>
                </c:pt>
                <c:pt idx="9691">
                  <c:v>184.97</c:v>
                </c:pt>
                <c:pt idx="9692">
                  <c:v>184.97</c:v>
                </c:pt>
                <c:pt idx="9693">
                  <c:v>224.97</c:v>
                </c:pt>
                <c:pt idx="9694">
                  <c:v>169.98</c:v>
                </c:pt>
                <c:pt idx="9695">
                  <c:v>195.96</c:v>
                </c:pt>
                <c:pt idx="9696">
                  <c:v>169.98</c:v>
                </c:pt>
                <c:pt idx="9697">
                  <c:v>146.97</c:v>
                </c:pt>
                <c:pt idx="9698">
                  <c:v>165.97</c:v>
                </c:pt>
                <c:pt idx="9699">
                  <c:v>194.96</c:v>
                </c:pt>
                <c:pt idx="9700">
                  <c:v>184.97</c:v>
                </c:pt>
                <c:pt idx="9701">
                  <c:v>163.37</c:v>
                </c:pt>
                <c:pt idx="9702">
                  <c:v>36.479999999999997</c:v>
                </c:pt>
                <c:pt idx="9703">
                  <c:v>184.97</c:v>
                </c:pt>
                <c:pt idx="9704">
                  <c:v>131.97999999999999</c:v>
                </c:pt>
                <c:pt idx="9705">
                  <c:v>131.97999999999999</c:v>
                </c:pt>
                <c:pt idx="9706">
                  <c:v>184.97</c:v>
                </c:pt>
                <c:pt idx="9707">
                  <c:v>103.98</c:v>
                </c:pt>
                <c:pt idx="9708">
                  <c:v>84.99</c:v>
                </c:pt>
                <c:pt idx="9709">
                  <c:v>106.97</c:v>
                </c:pt>
                <c:pt idx="9710">
                  <c:v>84.99</c:v>
                </c:pt>
                <c:pt idx="9711">
                  <c:v>84.99</c:v>
                </c:pt>
                <c:pt idx="9712">
                  <c:v>56.97</c:v>
                </c:pt>
                <c:pt idx="9713">
                  <c:v>84.99</c:v>
                </c:pt>
                <c:pt idx="9714">
                  <c:v>84.99</c:v>
                </c:pt>
                <c:pt idx="9715">
                  <c:v>84.99</c:v>
                </c:pt>
                <c:pt idx="9716">
                  <c:v>134.47</c:v>
                </c:pt>
                <c:pt idx="9717">
                  <c:v>84.98</c:v>
                </c:pt>
                <c:pt idx="9718">
                  <c:v>103.98</c:v>
                </c:pt>
                <c:pt idx="9719">
                  <c:v>103.98</c:v>
                </c:pt>
                <c:pt idx="9720">
                  <c:v>188.97</c:v>
                </c:pt>
                <c:pt idx="9721">
                  <c:v>84.99</c:v>
                </c:pt>
                <c:pt idx="9722">
                  <c:v>84.99</c:v>
                </c:pt>
                <c:pt idx="9723">
                  <c:v>97.78</c:v>
                </c:pt>
                <c:pt idx="9724">
                  <c:v>84.99</c:v>
                </c:pt>
                <c:pt idx="9725">
                  <c:v>84.99</c:v>
                </c:pt>
                <c:pt idx="9726">
                  <c:v>87.7</c:v>
                </c:pt>
                <c:pt idx="9727">
                  <c:v>84.99</c:v>
                </c:pt>
                <c:pt idx="9728">
                  <c:v>103.98</c:v>
                </c:pt>
                <c:pt idx="9729">
                  <c:v>103.98</c:v>
                </c:pt>
                <c:pt idx="9730">
                  <c:v>103.97</c:v>
                </c:pt>
                <c:pt idx="9731">
                  <c:v>84.99</c:v>
                </c:pt>
                <c:pt idx="9732">
                  <c:v>188.97</c:v>
                </c:pt>
                <c:pt idx="9733">
                  <c:v>84.98</c:v>
                </c:pt>
                <c:pt idx="9734">
                  <c:v>105.48</c:v>
                </c:pt>
                <c:pt idx="9735">
                  <c:v>84.98</c:v>
                </c:pt>
                <c:pt idx="9736">
                  <c:v>84.99</c:v>
                </c:pt>
                <c:pt idx="9737">
                  <c:v>84.98</c:v>
                </c:pt>
                <c:pt idx="9738">
                  <c:v>126.98</c:v>
                </c:pt>
                <c:pt idx="9739">
                  <c:v>84.99</c:v>
                </c:pt>
                <c:pt idx="9740">
                  <c:v>103.98</c:v>
                </c:pt>
                <c:pt idx="9741">
                  <c:v>84.98</c:v>
                </c:pt>
                <c:pt idx="9742">
                  <c:v>84.99</c:v>
                </c:pt>
                <c:pt idx="9743">
                  <c:v>103.98</c:v>
                </c:pt>
                <c:pt idx="9744">
                  <c:v>84.99</c:v>
                </c:pt>
                <c:pt idx="9745">
                  <c:v>92.97</c:v>
                </c:pt>
                <c:pt idx="9746">
                  <c:v>208.39</c:v>
                </c:pt>
                <c:pt idx="9747">
                  <c:v>169.11</c:v>
                </c:pt>
                <c:pt idx="9748">
                  <c:v>136.97</c:v>
                </c:pt>
                <c:pt idx="9749">
                  <c:v>194.97</c:v>
                </c:pt>
                <c:pt idx="9750">
                  <c:v>169.98</c:v>
                </c:pt>
                <c:pt idx="9751">
                  <c:v>246.95</c:v>
                </c:pt>
                <c:pt idx="9752">
                  <c:v>169.98</c:v>
                </c:pt>
                <c:pt idx="9753">
                  <c:v>214.96</c:v>
                </c:pt>
                <c:pt idx="9754">
                  <c:v>169.98</c:v>
                </c:pt>
                <c:pt idx="9755">
                  <c:v>169.98</c:v>
                </c:pt>
                <c:pt idx="9756">
                  <c:v>208.96</c:v>
                </c:pt>
                <c:pt idx="9757">
                  <c:v>254.97</c:v>
                </c:pt>
                <c:pt idx="9758">
                  <c:v>175.17</c:v>
                </c:pt>
                <c:pt idx="9759">
                  <c:v>59.97</c:v>
                </c:pt>
                <c:pt idx="9760">
                  <c:v>111.64</c:v>
                </c:pt>
                <c:pt idx="9761">
                  <c:v>59.28</c:v>
                </c:pt>
                <c:pt idx="9762">
                  <c:v>87.57</c:v>
                </c:pt>
                <c:pt idx="9763">
                  <c:v>131.97999999999999</c:v>
                </c:pt>
                <c:pt idx="9764">
                  <c:v>65.989999999999995</c:v>
                </c:pt>
                <c:pt idx="9765">
                  <c:v>99.98</c:v>
                </c:pt>
                <c:pt idx="9766">
                  <c:v>126.45</c:v>
                </c:pt>
                <c:pt idx="9767">
                  <c:v>91.87</c:v>
                </c:pt>
                <c:pt idx="9768">
                  <c:v>157.86000000000001</c:v>
                </c:pt>
                <c:pt idx="9769">
                  <c:v>125.12</c:v>
                </c:pt>
                <c:pt idx="9770">
                  <c:v>118.78</c:v>
                </c:pt>
                <c:pt idx="9771">
                  <c:v>62.98</c:v>
                </c:pt>
                <c:pt idx="9772">
                  <c:v>99.98</c:v>
                </c:pt>
                <c:pt idx="9773">
                  <c:v>125.38</c:v>
                </c:pt>
                <c:pt idx="9774">
                  <c:v>124.82</c:v>
                </c:pt>
                <c:pt idx="9775">
                  <c:v>131.97999999999999</c:v>
                </c:pt>
                <c:pt idx="9776">
                  <c:v>129.03</c:v>
                </c:pt>
                <c:pt idx="9777">
                  <c:v>79.98</c:v>
                </c:pt>
                <c:pt idx="9778">
                  <c:v>131.97999999999999</c:v>
                </c:pt>
                <c:pt idx="9779">
                  <c:v>133.47999999999999</c:v>
                </c:pt>
                <c:pt idx="9780">
                  <c:v>131.97999999999999</c:v>
                </c:pt>
                <c:pt idx="9781">
                  <c:v>131.97999999999999</c:v>
                </c:pt>
                <c:pt idx="9782">
                  <c:v>121.98</c:v>
                </c:pt>
                <c:pt idx="9783">
                  <c:v>-1.5</c:v>
                </c:pt>
                <c:pt idx="9784">
                  <c:v>131.97999999999999</c:v>
                </c:pt>
                <c:pt idx="9785">
                  <c:v>65.989999999999995</c:v>
                </c:pt>
                <c:pt idx="9786">
                  <c:v>99.98</c:v>
                </c:pt>
                <c:pt idx="9787">
                  <c:v>170.95</c:v>
                </c:pt>
                <c:pt idx="9788">
                  <c:v>119.97</c:v>
                </c:pt>
                <c:pt idx="9789">
                  <c:v>224.95</c:v>
                </c:pt>
                <c:pt idx="9790">
                  <c:v>158.96</c:v>
                </c:pt>
                <c:pt idx="9791">
                  <c:v>155.96</c:v>
                </c:pt>
                <c:pt idx="9792">
                  <c:v>104.96</c:v>
                </c:pt>
                <c:pt idx="9793">
                  <c:v>118.78</c:v>
                </c:pt>
                <c:pt idx="9794">
                  <c:v>184.97</c:v>
                </c:pt>
                <c:pt idx="9795">
                  <c:v>188.96</c:v>
                </c:pt>
                <c:pt idx="9796">
                  <c:v>189.97</c:v>
                </c:pt>
                <c:pt idx="9797">
                  <c:v>183.96</c:v>
                </c:pt>
                <c:pt idx="9798">
                  <c:v>186.24</c:v>
                </c:pt>
                <c:pt idx="9799">
                  <c:v>79.849999999999994</c:v>
                </c:pt>
                <c:pt idx="9800">
                  <c:v>202.01</c:v>
                </c:pt>
                <c:pt idx="9801">
                  <c:v>200.81</c:v>
                </c:pt>
                <c:pt idx="9802">
                  <c:v>96.78</c:v>
                </c:pt>
                <c:pt idx="9803">
                  <c:v>84.69</c:v>
                </c:pt>
                <c:pt idx="9804">
                  <c:v>159.69999999999999</c:v>
                </c:pt>
                <c:pt idx="9805">
                  <c:v>104.14</c:v>
                </c:pt>
                <c:pt idx="9806">
                  <c:v>127.42</c:v>
                </c:pt>
                <c:pt idx="9807">
                  <c:v>147.6</c:v>
                </c:pt>
                <c:pt idx="9808">
                  <c:v>159.69999999999999</c:v>
                </c:pt>
                <c:pt idx="9809">
                  <c:v>159.69999999999999</c:v>
                </c:pt>
                <c:pt idx="9810">
                  <c:v>159.69999999999999</c:v>
                </c:pt>
                <c:pt idx="9811">
                  <c:v>159.69999999999999</c:v>
                </c:pt>
                <c:pt idx="9812">
                  <c:v>144.41999999999999</c:v>
                </c:pt>
                <c:pt idx="9813">
                  <c:v>74.319999999999993</c:v>
                </c:pt>
                <c:pt idx="9814">
                  <c:v>79.849999999999994</c:v>
                </c:pt>
                <c:pt idx="9815">
                  <c:v>79.849999999999994</c:v>
                </c:pt>
                <c:pt idx="9816">
                  <c:v>159.69999999999999</c:v>
                </c:pt>
                <c:pt idx="9817">
                  <c:v>195.97</c:v>
                </c:pt>
                <c:pt idx="9818">
                  <c:v>140.34</c:v>
                </c:pt>
                <c:pt idx="9819">
                  <c:v>116.12</c:v>
                </c:pt>
                <c:pt idx="9820">
                  <c:v>284.94</c:v>
                </c:pt>
                <c:pt idx="9821">
                  <c:v>69.97</c:v>
                </c:pt>
                <c:pt idx="9822">
                  <c:v>159.97999999999999</c:v>
                </c:pt>
                <c:pt idx="9823">
                  <c:v>365.45</c:v>
                </c:pt>
                <c:pt idx="9824">
                  <c:v>365.93</c:v>
                </c:pt>
                <c:pt idx="9825">
                  <c:v>159.97999999999999</c:v>
                </c:pt>
                <c:pt idx="9826">
                  <c:v>399.92</c:v>
                </c:pt>
                <c:pt idx="9827">
                  <c:v>57.62</c:v>
                </c:pt>
                <c:pt idx="9828">
                  <c:v>159.97999999999999</c:v>
                </c:pt>
                <c:pt idx="9829">
                  <c:v>287.95999999999998</c:v>
                </c:pt>
                <c:pt idx="9830">
                  <c:v>96.97</c:v>
                </c:pt>
                <c:pt idx="9831">
                  <c:v>159.97999999999999</c:v>
                </c:pt>
                <c:pt idx="9832">
                  <c:v>69.97</c:v>
                </c:pt>
                <c:pt idx="9833">
                  <c:v>159.97999999999999</c:v>
                </c:pt>
                <c:pt idx="9834">
                  <c:v>105.98</c:v>
                </c:pt>
                <c:pt idx="9835">
                  <c:v>96.97</c:v>
                </c:pt>
                <c:pt idx="9836">
                  <c:v>159.97999999999999</c:v>
                </c:pt>
                <c:pt idx="9837">
                  <c:v>101.47</c:v>
                </c:pt>
                <c:pt idx="9838">
                  <c:v>309.95</c:v>
                </c:pt>
                <c:pt idx="9839">
                  <c:v>207.46</c:v>
                </c:pt>
                <c:pt idx="9840">
                  <c:v>300.44</c:v>
                </c:pt>
                <c:pt idx="9841">
                  <c:v>399.92</c:v>
                </c:pt>
                <c:pt idx="9842">
                  <c:v>81.569999999999993</c:v>
                </c:pt>
                <c:pt idx="9843">
                  <c:v>118.78</c:v>
                </c:pt>
                <c:pt idx="9844">
                  <c:v>152.97999999999999</c:v>
                </c:pt>
                <c:pt idx="9845">
                  <c:v>206.97</c:v>
                </c:pt>
                <c:pt idx="9846">
                  <c:v>216.24</c:v>
                </c:pt>
                <c:pt idx="9847">
                  <c:v>225.27</c:v>
                </c:pt>
                <c:pt idx="9848">
                  <c:v>169.98</c:v>
                </c:pt>
                <c:pt idx="9849">
                  <c:v>136.97</c:v>
                </c:pt>
                <c:pt idx="9850">
                  <c:v>176.36</c:v>
                </c:pt>
                <c:pt idx="9851">
                  <c:v>169.98</c:v>
                </c:pt>
                <c:pt idx="9852">
                  <c:v>143.58000000000001</c:v>
                </c:pt>
                <c:pt idx="9853">
                  <c:v>186.5</c:v>
                </c:pt>
                <c:pt idx="9854">
                  <c:v>169.98</c:v>
                </c:pt>
                <c:pt idx="9855">
                  <c:v>152.97999999999999</c:v>
                </c:pt>
                <c:pt idx="9856">
                  <c:v>169.98</c:v>
                </c:pt>
                <c:pt idx="9857">
                  <c:v>217.71</c:v>
                </c:pt>
                <c:pt idx="9858">
                  <c:v>229.47</c:v>
                </c:pt>
                <c:pt idx="9859">
                  <c:v>121.48</c:v>
                </c:pt>
                <c:pt idx="9860">
                  <c:v>167.76</c:v>
                </c:pt>
                <c:pt idx="9861">
                  <c:v>131.97999999999999</c:v>
                </c:pt>
                <c:pt idx="9862">
                  <c:v>-19.96</c:v>
                </c:pt>
                <c:pt idx="9863">
                  <c:v>84.99</c:v>
                </c:pt>
                <c:pt idx="9864">
                  <c:v>143.97999999999999</c:v>
                </c:pt>
                <c:pt idx="9865">
                  <c:v>84.99</c:v>
                </c:pt>
                <c:pt idx="9866">
                  <c:v>143.97999999999999</c:v>
                </c:pt>
                <c:pt idx="9867">
                  <c:v>143.97999999999999</c:v>
                </c:pt>
                <c:pt idx="9868">
                  <c:v>134.9</c:v>
                </c:pt>
                <c:pt idx="9869">
                  <c:v>59.96</c:v>
                </c:pt>
                <c:pt idx="9870">
                  <c:v>65.989999999999995</c:v>
                </c:pt>
                <c:pt idx="9871">
                  <c:v>65.989999999999995</c:v>
                </c:pt>
                <c:pt idx="9872">
                  <c:v>164.26</c:v>
                </c:pt>
                <c:pt idx="9873">
                  <c:v>65.989999999999995</c:v>
                </c:pt>
                <c:pt idx="9874">
                  <c:v>119.98</c:v>
                </c:pt>
                <c:pt idx="9875">
                  <c:v>84.99</c:v>
                </c:pt>
                <c:pt idx="9876">
                  <c:v>0</c:v>
                </c:pt>
                <c:pt idx="9877">
                  <c:v>0</c:v>
                </c:pt>
                <c:pt idx="9878">
                  <c:v>0</c:v>
                </c:pt>
                <c:pt idx="9879">
                  <c:v>-19.96</c:v>
                </c:pt>
                <c:pt idx="9880">
                  <c:v>134.9</c:v>
                </c:pt>
                <c:pt idx="9881">
                  <c:v>119.98</c:v>
                </c:pt>
                <c:pt idx="9882">
                  <c:v>169.92</c:v>
                </c:pt>
                <c:pt idx="9883">
                  <c:v>-19.96</c:v>
                </c:pt>
                <c:pt idx="9884">
                  <c:v>119.98</c:v>
                </c:pt>
                <c:pt idx="9885">
                  <c:v>134.9</c:v>
                </c:pt>
                <c:pt idx="9886">
                  <c:v>131.97999999999999</c:v>
                </c:pt>
                <c:pt idx="9887">
                  <c:v>59.96</c:v>
                </c:pt>
                <c:pt idx="9888">
                  <c:v>298.95999999999998</c:v>
                </c:pt>
                <c:pt idx="9889">
                  <c:v>139.97999999999999</c:v>
                </c:pt>
                <c:pt idx="9890">
                  <c:v>164.26</c:v>
                </c:pt>
                <c:pt idx="9891">
                  <c:v>164.26</c:v>
                </c:pt>
                <c:pt idx="9892">
                  <c:v>205.12</c:v>
                </c:pt>
                <c:pt idx="9893">
                  <c:v>205.12</c:v>
                </c:pt>
                <c:pt idx="9894">
                  <c:v>205.12</c:v>
                </c:pt>
                <c:pt idx="9895">
                  <c:v>238.46</c:v>
                </c:pt>
                <c:pt idx="9896">
                  <c:v>298.95999999999998</c:v>
                </c:pt>
                <c:pt idx="9897">
                  <c:v>238.46</c:v>
                </c:pt>
                <c:pt idx="9898">
                  <c:v>238.46</c:v>
                </c:pt>
                <c:pt idx="9899">
                  <c:v>84.94</c:v>
                </c:pt>
                <c:pt idx="9900">
                  <c:v>84.94</c:v>
                </c:pt>
                <c:pt idx="9901">
                  <c:v>229.97</c:v>
                </c:pt>
                <c:pt idx="9902">
                  <c:v>229.97</c:v>
                </c:pt>
                <c:pt idx="9903">
                  <c:v>68.97</c:v>
                </c:pt>
                <c:pt idx="9904">
                  <c:v>68.97</c:v>
                </c:pt>
                <c:pt idx="9905">
                  <c:v>68.97</c:v>
                </c:pt>
                <c:pt idx="9906">
                  <c:v>84.94</c:v>
                </c:pt>
                <c:pt idx="9907">
                  <c:v>-29.98</c:v>
                </c:pt>
                <c:pt idx="9908">
                  <c:v>298.95999999999998</c:v>
                </c:pt>
                <c:pt idx="9909">
                  <c:v>139.97999999999999</c:v>
                </c:pt>
                <c:pt idx="9910">
                  <c:v>131.97999999999999</c:v>
                </c:pt>
                <c:pt idx="9911">
                  <c:v>131.97999999999999</c:v>
                </c:pt>
                <c:pt idx="9912">
                  <c:v>254.97</c:v>
                </c:pt>
                <c:pt idx="9913">
                  <c:v>254.97</c:v>
                </c:pt>
                <c:pt idx="9914">
                  <c:v>254.97</c:v>
                </c:pt>
                <c:pt idx="9915">
                  <c:v>121.98</c:v>
                </c:pt>
                <c:pt idx="9916">
                  <c:v>121.98</c:v>
                </c:pt>
                <c:pt idx="9917">
                  <c:v>121.98</c:v>
                </c:pt>
                <c:pt idx="9918">
                  <c:v>139.97999999999999</c:v>
                </c:pt>
                <c:pt idx="9919">
                  <c:v>263.95999999999998</c:v>
                </c:pt>
                <c:pt idx="9920">
                  <c:v>178.17</c:v>
                </c:pt>
                <c:pt idx="9921">
                  <c:v>178.17</c:v>
                </c:pt>
                <c:pt idx="9922">
                  <c:v>178.17</c:v>
                </c:pt>
                <c:pt idx="9923">
                  <c:v>59.95</c:v>
                </c:pt>
                <c:pt idx="9924">
                  <c:v>59.95</c:v>
                </c:pt>
                <c:pt idx="9925">
                  <c:v>59.95</c:v>
                </c:pt>
                <c:pt idx="9926">
                  <c:v>85.95</c:v>
                </c:pt>
                <c:pt idx="9927">
                  <c:v>85.95</c:v>
                </c:pt>
                <c:pt idx="9928">
                  <c:v>85.95</c:v>
                </c:pt>
                <c:pt idx="9929">
                  <c:v>-29.98</c:v>
                </c:pt>
                <c:pt idx="9930">
                  <c:v>229.97</c:v>
                </c:pt>
                <c:pt idx="9931">
                  <c:v>197.97</c:v>
                </c:pt>
                <c:pt idx="9932">
                  <c:v>263.95999999999998</c:v>
                </c:pt>
                <c:pt idx="9933">
                  <c:v>59.96</c:v>
                </c:pt>
                <c:pt idx="9934">
                  <c:v>-29.98</c:v>
                </c:pt>
                <c:pt idx="9935">
                  <c:v>197.97</c:v>
                </c:pt>
                <c:pt idx="9936">
                  <c:v>169.92</c:v>
                </c:pt>
                <c:pt idx="9937">
                  <c:v>169.92</c:v>
                </c:pt>
                <c:pt idx="9938">
                  <c:v>197.97</c:v>
                </c:pt>
                <c:pt idx="9939">
                  <c:v>263.95999999999998</c:v>
                </c:pt>
                <c:pt idx="9940">
                  <c:v>400.15</c:v>
                </c:pt>
                <c:pt idx="9941">
                  <c:v>572.53</c:v>
                </c:pt>
                <c:pt idx="9942">
                  <c:v>273.95</c:v>
                </c:pt>
                <c:pt idx="9943">
                  <c:v>355.95</c:v>
                </c:pt>
                <c:pt idx="9944">
                  <c:v>460.92</c:v>
                </c:pt>
                <c:pt idx="9945">
                  <c:v>84.18</c:v>
                </c:pt>
                <c:pt idx="9946">
                  <c:v>509.94</c:v>
                </c:pt>
                <c:pt idx="9947">
                  <c:v>269.95999999999998</c:v>
                </c:pt>
                <c:pt idx="9948">
                  <c:v>509.94</c:v>
                </c:pt>
                <c:pt idx="9949">
                  <c:v>339.96</c:v>
                </c:pt>
                <c:pt idx="9950">
                  <c:v>282.93</c:v>
                </c:pt>
                <c:pt idx="9951">
                  <c:v>266.32</c:v>
                </c:pt>
                <c:pt idx="9952">
                  <c:v>509.94</c:v>
                </c:pt>
                <c:pt idx="9953">
                  <c:v>509.94</c:v>
                </c:pt>
                <c:pt idx="9954">
                  <c:v>325.95</c:v>
                </c:pt>
                <c:pt idx="9955">
                  <c:v>219.97</c:v>
                </c:pt>
                <c:pt idx="9956">
                  <c:v>187.45</c:v>
                </c:pt>
                <c:pt idx="9957">
                  <c:v>254.97</c:v>
                </c:pt>
                <c:pt idx="9958">
                  <c:v>254.97</c:v>
                </c:pt>
                <c:pt idx="9959">
                  <c:v>254.97</c:v>
                </c:pt>
                <c:pt idx="9960">
                  <c:v>254.97</c:v>
                </c:pt>
                <c:pt idx="9961">
                  <c:v>250.45</c:v>
                </c:pt>
                <c:pt idx="9962">
                  <c:v>254.97</c:v>
                </c:pt>
                <c:pt idx="9963">
                  <c:v>254.97</c:v>
                </c:pt>
                <c:pt idx="9964">
                  <c:v>84.01</c:v>
                </c:pt>
                <c:pt idx="9965">
                  <c:v>195.98</c:v>
                </c:pt>
                <c:pt idx="9966">
                  <c:v>244.77</c:v>
                </c:pt>
                <c:pt idx="9967">
                  <c:v>1.3</c:v>
                </c:pt>
                <c:pt idx="9968">
                  <c:v>244.87</c:v>
                </c:pt>
                <c:pt idx="9969">
                  <c:v>119.97</c:v>
                </c:pt>
                <c:pt idx="9970">
                  <c:v>161.96</c:v>
                </c:pt>
                <c:pt idx="9971">
                  <c:v>197.62</c:v>
                </c:pt>
                <c:pt idx="9972">
                  <c:v>79.959999999999994</c:v>
                </c:pt>
                <c:pt idx="9973">
                  <c:v>249.94</c:v>
                </c:pt>
                <c:pt idx="9974">
                  <c:v>105.97</c:v>
                </c:pt>
                <c:pt idx="9975">
                  <c:v>231.94</c:v>
                </c:pt>
                <c:pt idx="9976">
                  <c:v>169.98</c:v>
                </c:pt>
                <c:pt idx="9977">
                  <c:v>271.93</c:v>
                </c:pt>
                <c:pt idx="9978">
                  <c:v>232.35</c:v>
                </c:pt>
                <c:pt idx="9979">
                  <c:v>249.94</c:v>
                </c:pt>
                <c:pt idx="9980">
                  <c:v>158.94999999999999</c:v>
                </c:pt>
                <c:pt idx="9981">
                  <c:v>271.93</c:v>
                </c:pt>
                <c:pt idx="9982">
                  <c:v>201.14</c:v>
                </c:pt>
                <c:pt idx="9983">
                  <c:v>276.92</c:v>
                </c:pt>
                <c:pt idx="9984">
                  <c:v>164.98</c:v>
                </c:pt>
                <c:pt idx="9985">
                  <c:v>239.96</c:v>
                </c:pt>
                <c:pt idx="9986">
                  <c:v>58.97</c:v>
                </c:pt>
                <c:pt idx="9987">
                  <c:v>109.98</c:v>
                </c:pt>
                <c:pt idx="9988">
                  <c:v>78.02</c:v>
                </c:pt>
                <c:pt idx="9989">
                  <c:v>89.98</c:v>
                </c:pt>
                <c:pt idx="9990">
                  <c:v>74.97</c:v>
                </c:pt>
                <c:pt idx="9991">
                  <c:v>169.98</c:v>
                </c:pt>
                <c:pt idx="9992">
                  <c:v>60.98</c:v>
                </c:pt>
                <c:pt idx="9993">
                  <c:v>50.98</c:v>
                </c:pt>
                <c:pt idx="9994">
                  <c:v>84.99</c:v>
                </c:pt>
                <c:pt idx="9995">
                  <c:v>124.97</c:v>
                </c:pt>
                <c:pt idx="9996">
                  <c:v>99.98</c:v>
                </c:pt>
                <c:pt idx="9997">
                  <c:v>84.99</c:v>
                </c:pt>
                <c:pt idx="9998">
                  <c:v>74.98</c:v>
                </c:pt>
                <c:pt idx="9999">
                  <c:v>137.97999999999999</c:v>
                </c:pt>
                <c:pt idx="10000">
                  <c:v>104.98</c:v>
                </c:pt>
                <c:pt idx="10001">
                  <c:v>66.97</c:v>
                </c:pt>
                <c:pt idx="10002">
                  <c:v>54.99</c:v>
                </c:pt>
                <c:pt idx="10003">
                  <c:v>130.38</c:v>
                </c:pt>
                <c:pt idx="10004">
                  <c:v>119.98</c:v>
                </c:pt>
                <c:pt idx="10005">
                  <c:v>84.99</c:v>
                </c:pt>
                <c:pt idx="10006">
                  <c:v>84.99</c:v>
                </c:pt>
                <c:pt idx="10007">
                  <c:v>84.99</c:v>
                </c:pt>
                <c:pt idx="10008">
                  <c:v>88.98</c:v>
                </c:pt>
                <c:pt idx="10009">
                  <c:v>84.99</c:v>
                </c:pt>
                <c:pt idx="10010">
                  <c:v>119.98</c:v>
                </c:pt>
                <c:pt idx="10011">
                  <c:v>131.97999999999999</c:v>
                </c:pt>
                <c:pt idx="10012">
                  <c:v>84.99</c:v>
                </c:pt>
                <c:pt idx="10013">
                  <c:v>59.97</c:v>
                </c:pt>
                <c:pt idx="10014">
                  <c:v>99.98</c:v>
                </c:pt>
                <c:pt idx="10015">
                  <c:v>104.98</c:v>
                </c:pt>
                <c:pt idx="10016">
                  <c:v>69.98</c:v>
                </c:pt>
                <c:pt idx="10017">
                  <c:v>169.98</c:v>
                </c:pt>
                <c:pt idx="10018">
                  <c:v>89.98</c:v>
                </c:pt>
                <c:pt idx="10019">
                  <c:v>104.98</c:v>
                </c:pt>
                <c:pt idx="10020">
                  <c:v>104.98</c:v>
                </c:pt>
                <c:pt idx="10021">
                  <c:v>157.32</c:v>
                </c:pt>
                <c:pt idx="10022">
                  <c:v>164.88</c:v>
                </c:pt>
                <c:pt idx="10023">
                  <c:v>182.96</c:v>
                </c:pt>
                <c:pt idx="10024">
                  <c:v>164.88</c:v>
                </c:pt>
                <c:pt idx="10025">
                  <c:v>169.98</c:v>
                </c:pt>
                <c:pt idx="10026">
                  <c:v>169.98</c:v>
                </c:pt>
                <c:pt idx="10027">
                  <c:v>290.95</c:v>
                </c:pt>
                <c:pt idx="10028">
                  <c:v>199.96</c:v>
                </c:pt>
                <c:pt idx="10029">
                  <c:v>83.48</c:v>
                </c:pt>
                <c:pt idx="10030">
                  <c:v>159.97999999999999</c:v>
                </c:pt>
                <c:pt idx="10031">
                  <c:v>254.96</c:v>
                </c:pt>
                <c:pt idx="10032">
                  <c:v>169.98</c:v>
                </c:pt>
                <c:pt idx="10033">
                  <c:v>169.98</c:v>
                </c:pt>
                <c:pt idx="10034">
                  <c:v>149.97</c:v>
                </c:pt>
                <c:pt idx="10035">
                  <c:v>169.98</c:v>
                </c:pt>
                <c:pt idx="10036">
                  <c:v>169.98</c:v>
                </c:pt>
                <c:pt idx="10037">
                  <c:v>166.47</c:v>
                </c:pt>
                <c:pt idx="10038">
                  <c:v>131.97999999999999</c:v>
                </c:pt>
                <c:pt idx="10039">
                  <c:v>169.98</c:v>
                </c:pt>
                <c:pt idx="10040">
                  <c:v>329.95</c:v>
                </c:pt>
                <c:pt idx="10041">
                  <c:v>199.96</c:v>
                </c:pt>
                <c:pt idx="10042">
                  <c:v>228.93</c:v>
                </c:pt>
                <c:pt idx="10043">
                  <c:v>172.97</c:v>
                </c:pt>
                <c:pt idx="10044">
                  <c:v>238.96</c:v>
                </c:pt>
                <c:pt idx="10045">
                  <c:v>292.95</c:v>
                </c:pt>
                <c:pt idx="10046">
                  <c:v>239.92</c:v>
                </c:pt>
                <c:pt idx="10047">
                  <c:v>254.78</c:v>
                </c:pt>
                <c:pt idx="10048">
                  <c:v>435.93</c:v>
                </c:pt>
                <c:pt idx="10049">
                  <c:v>385.83</c:v>
                </c:pt>
                <c:pt idx="10050">
                  <c:v>65.989999999999995</c:v>
                </c:pt>
                <c:pt idx="10051">
                  <c:v>263.95999999999998</c:v>
                </c:pt>
                <c:pt idx="10052">
                  <c:v>424.95</c:v>
                </c:pt>
                <c:pt idx="10053">
                  <c:v>89.97</c:v>
                </c:pt>
                <c:pt idx="10054">
                  <c:v>367.64</c:v>
                </c:pt>
                <c:pt idx="10055">
                  <c:v>79.98</c:v>
                </c:pt>
                <c:pt idx="10056">
                  <c:v>320.77999999999997</c:v>
                </c:pt>
                <c:pt idx="10057">
                  <c:v>172.97</c:v>
                </c:pt>
                <c:pt idx="10058">
                  <c:v>121.98</c:v>
                </c:pt>
                <c:pt idx="10059">
                  <c:v>501.78</c:v>
                </c:pt>
                <c:pt idx="10060">
                  <c:v>509.94</c:v>
                </c:pt>
                <c:pt idx="10061">
                  <c:v>480.57</c:v>
                </c:pt>
                <c:pt idx="10062">
                  <c:v>377.95</c:v>
                </c:pt>
                <c:pt idx="10063">
                  <c:v>329.94</c:v>
                </c:pt>
                <c:pt idx="10064">
                  <c:v>239.94</c:v>
                </c:pt>
                <c:pt idx="10065">
                  <c:v>445.01</c:v>
                </c:pt>
                <c:pt idx="10066">
                  <c:v>258.95</c:v>
                </c:pt>
                <c:pt idx="10067">
                  <c:v>411.93</c:v>
                </c:pt>
                <c:pt idx="10068">
                  <c:v>569.9</c:v>
                </c:pt>
                <c:pt idx="10069">
                  <c:v>303.95</c:v>
                </c:pt>
                <c:pt idx="10070">
                  <c:v>204.09</c:v>
                </c:pt>
                <c:pt idx="10071">
                  <c:v>167.96</c:v>
                </c:pt>
                <c:pt idx="10072">
                  <c:v>293.94</c:v>
                </c:pt>
                <c:pt idx="10073">
                  <c:v>116.81</c:v>
                </c:pt>
                <c:pt idx="10074">
                  <c:v>237.74</c:v>
                </c:pt>
                <c:pt idx="10075">
                  <c:v>156.74</c:v>
                </c:pt>
                <c:pt idx="10076">
                  <c:v>116.81</c:v>
                </c:pt>
                <c:pt idx="10077">
                  <c:v>313.60000000000002</c:v>
                </c:pt>
                <c:pt idx="10078">
                  <c:v>146.97</c:v>
                </c:pt>
                <c:pt idx="10079">
                  <c:v>146.97</c:v>
                </c:pt>
                <c:pt idx="10080">
                  <c:v>217.76</c:v>
                </c:pt>
                <c:pt idx="10081">
                  <c:v>212.55</c:v>
                </c:pt>
                <c:pt idx="10082">
                  <c:v>156.74</c:v>
                </c:pt>
                <c:pt idx="10083">
                  <c:v>370.33</c:v>
                </c:pt>
                <c:pt idx="10084">
                  <c:v>217.76</c:v>
                </c:pt>
                <c:pt idx="10085">
                  <c:v>237.74</c:v>
                </c:pt>
                <c:pt idx="10086">
                  <c:v>204.09</c:v>
                </c:pt>
                <c:pt idx="10087">
                  <c:v>167.96</c:v>
                </c:pt>
                <c:pt idx="10088">
                  <c:v>212.55</c:v>
                </c:pt>
                <c:pt idx="10089">
                  <c:v>313.60000000000002</c:v>
                </c:pt>
                <c:pt idx="10090">
                  <c:v>293.94</c:v>
                </c:pt>
                <c:pt idx="10091">
                  <c:v>151.96</c:v>
                </c:pt>
                <c:pt idx="10092">
                  <c:v>118.78</c:v>
                </c:pt>
                <c:pt idx="10093">
                  <c:v>151.96</c:v>
                </c:pt>
                <c:pt idx="10094">
                  <c:v>370.33</c:v>
                </c:pt>
                <c:pt idx="10095">
                  <c:v>118.78</c:v>
                </c:pt>
                <c:pt idx="10096">
                  <c:v>169.98</c:v>
                </c:pt>
                <c:pt idx="10097">
                  <c:v>101.97</c:v>
                </c:pt>
                <c:pt idx="10098">
                  <c:v>339.96</c:v>
                </c:pt>
                <c:pt idx="10099">
                  <c:v>169.98</c:v>
                </c:pt>
                <c:pt idx="10100">
                  <c:v>121.98</c:v>
                </c:pt>
                <c:pt idx="10101">
                  <c:v>136.28</c:v>
                </c:pt>
                <c:pt idx="10102">
                  <c:v>131.97999999999999</c:v>
                </c:pt>
                <c:pt idx="10103">
                  <c:v>127.76</c:v>
                </c:pt>
                <c:pt idx="10104">
                  <c:v>131.97999999999999</c:v>
                </c:pt>
                <c:pt idx="10105">
                  <c:v>161.94999999999999</c:v>
                </c:pt>
                <c:pt idx="10106">
                  <c:v>77.709999999999994</c:v>
                </c:pt>
                <c:pt idx="10107">
                  <c:v>131.97999999999999</c:v>
                </c:pt>
                <c:pt idx="10108">
                  <c:v>167.48</c:v>
                </c:pt>
                <c:pt idx="10109">
                  <c:v>169.98</c:v>
                </c:pt>
                <c:pt idx="10110">
                  <c:v>99.98</c:v>
                </c:pt>
                <c:pt idx="10111">
                  <c:v>99.98</c:v>
                </c:pt>
                <c:pt idx="10112">
                  <c:v>169.98</c:v>
                </c:pt>
                <c:pt idx="10113">
                  <c:v>169.98</c:v>
                </c:pt>
                <c:pt idx="10114">
                  <c:v>206.97</c:v>
                </c:pt>
                <c:pt idx="10115">
                  <c:v>84.99</c:v>
                </c:pt>
                <c:pt idx="10116">
                  <c:v>98.94</c:v>
                </c:pt>
                <c:pt idx="10117">
                  <c:v>59.39</c:v>
                </c:pt>
                <c:pt idx="10118">
                  <c:v>119.96</c:v>
                </c:pt>
                <c:pt idx="10119">
                  <c:v>84.99</c:v>
                </c:pt>
                <c:pt idx="10120">
                  <c:v>84.99</c:v>
                </c:pt>
                <c:pt idx="10121">
                  <c:v>60.96</c:v>
                </c:pt>
                <c:pt idx="10122">
                  <c:v>59.99</c:v>
                </c:pt>
                <c:pt idx="10123">
                  <c:v>88.78</c:v>
                </c:pt>
                <c:pt idx="10124">
                  <c:v>65.989999999999995</c:v>
                </c:pt>
                <c:pt idx="10125">
                  <c:v>103.98</c:v>
                </c:pt>
                <c:pt idx="10126">
                  <c:v>84.99</c:v>
                </c:pt>
                <c:pt idx="10127">
                  <c:v>84.99</c:v>
                </c:pt>
                <c:pt idx="10128">
                  <c:v>84.99</c:v>
                </c:pt>
                <c:pt idx="10129">
                  <c:v>153.97999999999999</c:v>
                </c:pt>
                <c:pt idx="10130">
                  <c:v>56.97</c:v>
                </c:pt>
                <c:pt idx="10131">
                  <c:v>121.98</c:v>
                </c:pt>
                <c:pt idx="10132">
                  <c:v>229.97</c:v>
                </c:pt>
                <c:pt idx="10133">
                  <c:v>58.98</c:v>
                </c:pt>
                <c:pt idx="10134">
                  <c:v>59.98</c:v>
                </c:pt>
                <c:pt idx="10135">
                  <c:v>79.98</c:v>
                </c:pt>
                <c:pt idx="10136">
                  <c:v>58.5</c:v>
                </c:pt>
                <c:pt idx="10137">
                  <c:v>110.98</c:v>
                </c:pt>
                <c:pt idx="10138">
                  <c:v>67.489999999999995</c:v>
                </c:pt>
                <c:pt idx="10139">
                  <c:v>130.97</c:v>
                </c:pt>
                <c:pt idx="10140">
                  <c:v>54.48</c:v>
                </c:pt>
                <c:pt idx="10141">
                  <c:v>80.98</c:v>
                </c:pt>
                <c:pt idx="10142">
                  <c:v>65.989999999999995</c:v>
                </c:pt>
                <c:pt idx="10143">
                  <c:v>112.48</c:v>
                </c:pt>
                <c:pt idx="10144">
                  <c:v>55.48</c:v>
                </c:pt>
                <c:pt idx="10145">
                  <c:v>91.48</c:v>
                </c:pt>
                <c:pt idx="10146">
                  <c:v>64.98</c:v>
                </c:pt>
                <c:pt idx="10147">
                  <c:v>56.49</c:v>
                </c:pt>
                <c:pt idx="10148">
                  <c:v>130.26</c:v>
                </c:pt>
                <c:pt idx="10149">
                  <c:v>12.99</c:v>
                </c:pt>
                <c:pt idx="10150">
                  <c:v>67.489999999999995</c:v>
                </c:pt>
                <c:pt idx="10151">
                  <c:v>59.48</c:v>
                </c:pt>
                <c:pt idx="10152">
                  <c:v>71.959999999999994</c:v>
                </c:pt>
                <c:pt idx="10153">
                  <c:v>146.97</c:v>
                </c:pt>
                <c:pt idx="10154">
                  <c:v>65.989999999999995</c:v>
                </c:pt>
                <c:pt idx="10155">
                  <c:v>65.989999999999995</c:v>
                </c:pt>
                <c:pt idx="10156">
                  <c:v>33.729999999999997</c:v>
                </c:pt>
                <c:pt idx="10157">
                  <c:v>58.6</c:v>
                </c:pt>
                <c:pt idx="10158">
                  <c:v>146.97</c:v>
                </c:pt>
                <c:pt idx="10159">
                  <c:v>80.180000000000007</c:v>
                </c:pt>
                <c:pt idx="10160">
                  <c:v>137.94999999999999</c:v>
                </c:pt>
                <c:pt idx="10161">
                  <c:v>107.37</c:v>
                </c:pt>
                <c:pt idx="10162">
                  <c:v>84.47</c:v>
                </c:pt>
                <c:pt idx="10163">
                  <c:v>59.48</c:v>
                </c:pt>
                <c:pt idx="10164">
                  <c:v>84.99</c:v>
                </c:pt>
                <c:pt idx="10165">
                  <c:v>65.989999999999995</c:v>
                </c:pt>
                <c:pt idx="10166">
                  <c:v>84.99</c:v>
                </c:pt>
                <c:pt idx="10167">
                  <c:v>84.99</c:v>
                </c:pt>
                <c:pt idx="10168">
                  <c:v>65.989999999999995</c:v>
                </c:pt>
                <c:pt idx="10169">
                  <c:v>115.98</c:v>
                </c:pt>
                <c:pt idx="10170">
                  <c:v>84.99</c:v>
                </c:pt>
                <c:pt idx="10171">
                  <c:v>84.99</c:v>
                </c:pt>
                <c:pt idx="10172">
                  <c:v>72.239999999999995</c:v>
                </c:pt>
                <c:pt idx="10173">
                  <c:v>79.98</c:v>
                </c:pt>
                <c:pt idx="10174">
                  <c:v>105.98</c:v>
                </c:pt>
                <c:pt idx="10175">
                  <c:v>79.98</c:v>
                </c:pt>
                <c:pt idx="10176">
                  <c:v>84.99</c:v>
                </c:pt>
                <c:pt idx="10177">
                  <c:v>65.989999999999995</c:v>
                </c:pt>
                <c:pt idx="10178">
                  <c:v>153.97999999999999</c:v>
                </c:pt>
                <c:pt idx="10179">
                  <c:v>413.12</c:v>
                </c:pt>
                <c:pt idx="10180">
                  <c:v>163.30000000000001</c:v>
                </c:pt>
                <c:pt idx="10181">
                  <c:v>72.55</c:v>
                </c:pt>
                <c:pt idx="10182">
                  <c:v>319.39</c:v>
                </c:pt>
                <c:pt idx="10183">
                  <c:v>657.72</c:v>
                </c:pt>
                <c:pt idx="10184">
                  <c:v>319.39</c:v>
                </c:pt>
                <c:pt idx="10185">
                  <c:v>203.32</c:v>
                </c:pt>
                <c:pt idx="10186">
                  <c:v>97.97</c:v>
                </c:pt>
                <c:pt idx="10187">
                  <c:v>77.98</c:v>
                </c:pt>
                <c:pt idx="10188">
                  <c:v>65.989999999999995</c:v>
                </c:pt>
                <c:pt idx="10189">
                  <c:v>95.37</c:v>
                </c:pt>
                <c:pt idx="10190">
                  <c:v>91.97</c:v>
                </c:pt>
                <c:pt idx="10191">
                  <c:v>122.1</c:v>
                </c:pt>
                <c:pt idx="10192">
                  <c:v>71.97</c:v>
                </c:pt>
                <c:pt idx="10193">
                  <c:v>65.989999999999995</c:v>
                </c:pt>
                <c:pt idx="10194">
                  <c:v>71.97</c:v>
                </c:pt>
                <c:pt idx="10195">
                  <c:v>119.97</c:v>
                </c:pt>
                <c:pt idx="10196">
                  <c:v>69.94</c:v>
                </c:pt>
                <c:pt idx="10197">
                  <c:v>79.98</c:v>
                </c:pt>
                <c:pt idx="10198">
                  <c:v>103.96</c:v>
                </c:pt>
                <c:pt idx="10199">
                  <c:v>100.3</c:v>
                </c:pt>
                <c:pt idx="10200">
                  <c:v>65.989999999999995</c:v>
                </c:pt>
                <c:pt idx="10201">
                  <c:v>259.89999999999998</c:v>
                </c:pt>
                <c:pt idx="10202">
                  <c:v>1625.67</c:v>
                </c:pt>
                <c:pt idx="10203">
                  <c:v>2047.36</c:v>
                </c:pt>
                <c:pt idx="10204">
                  <c:v>21.28</c:v>
                </c:pt>
                <c:pt idx="10205">
                  <c:v>837.1</c:v>
                </c:pt>
                <c:pt idx="10206">
                  <c:v>839.7</c:v>
                </c:pt>
                <c:pt idx="10207">
                  <c:v>50.98</c:v>
                </c:pt>
                <c:pt idx="10208">
                  <c:v>50.98</c:v>
                </c:pt>
                <c:pt idx="10209">
                  <c:v>50.98</c:v>
                </c:pt>
                <c:pt idx="10210">
                  <c:v>64.98</c:v>
                </c:pt>
                <c:pt idx="10211">
                  <c:v>63.98</c:v>
                </c:pt>
                <c:pt idx="10212">
                  <c:v>62.06</c:v>
                </c:pt>
                <c:pt idx="10213">
                  <c:v>74.98</c:v>
                </c:pt>
                <c:pt idx="10214">
                  <c:v>50.98</c:v>
                </c:pt>
                <c:pt idx="10215">
                  <c:v>50.98</c:v>
                </c:pt>
                <c:pt idx="10216">
                  <c:v>26.29</c:v>
                </c:pt>
                <c:pt idx="10217">
                  <c:v>50.98</c:v>
                </c:pt>
                <c:pt idx="10218">
                  <c:v>26.87</c:v>
                </c:pt>
                <c:pt idx="10219">
                  <c:v>50.98</c:v>
                </c:pt>
                <c:pt idx="10220">
                  <c:v>50.98</c:v>
                </c:pt>
                <c:pt idx="10221">
                  <c:v>50.98</c:v>
                </c:pt>
                <c:pt idx="10222">
                  <c:v>50.98</c:v>
                </c:pt>
                <c:pt idx="10223">
                  <c:v>50.98</c:v>
                </c:pt>
                <c:pt idx="10224">
                  <c:v>50.98</c:v>
                </c:pt>
                <c:pt idx="10225">
                  <c:v>50.98</c:v>
                </c:pt>
                <c:pt idx="10226">
                  <c:v>50.98</c:v>
                </c:pt>
                <c:pt idx="10227">
                  <c:v>64.98</c:v>
                </c:pt>
                <c:pt idx="10228">
                  <c:v>50.98</c:v>
                </c:pt>
                <c:pt idx="10229">
                  <c:v>50.98</c:v>
                </c:pt>
                <c:pt idx="10230">
                  <c:v>62.92</c:v>
                </c:pt>
                <c:pt idx="10231">
                  <c:v>50.98</c:v>
                </c:pt>
                <c:pt idx="10232">
                  <c:v>50.98</c:v>
                </c:pt>
                <c:pt idx="10233">
                  <c:v>76.77</c:v>
                </c:pt>
                <c:pt idx="10234">
                  <c:v>50.98</c:v>
                </c:pt>
                <c:pt idx="10235">
                  <c:v>50.98</c:v>
                </c:pt>
                <c:pt idx="10236">
                  <c:v>68.989999999999995</c:v>
                </c:pt>
                <c:pt idx="10237">
                  <c:v>40.98</c:v>
                </c:pt>
                <c:pt idx="10238">
                  <c:v>63.98</c:v>
                </c:pt>
                <c:pt idx="10239">
                  <c:v>50.98</c:v>
                </c:pt>
                <c:pt idx="10240">
                  <c:v>13.95</c:v>
                </c:pt>
                <c:pt idx="10241">
                  <c:v>50.98</c:v>
                </c:pt>
                <c:pt idx="10242">
                  <c:v>63.98</c:v>
                </c:pt>
                <c:pt idx="10243">
                  <c:v>50.98</c:v>
                </c:pt>
                <c:pt idx="10244">
                  <c:v>50.98</c:v>
                </c:pt>
                <c:pt idx="10245">
                  <c:v>12.53</c:v>
                </c:pt>
                <c:pt idx="10246">
                  <c:v>50.98</c:v>
                </c:pt>
                <c:pt idx="10247">
                  <c:v>15.29</c:v>
                </c:pt>
                <c:pt idx="10248">
                  <c:v>15.29</c:v>
                </c:pt>
                <c:pt idx="10249">
                  <c:v>62.51</c:v>
                </c:pt>
                <c:pt idx="10250">
                  <c:v>50.98</c:v>
                </c:pt>
                <c:pt idx="10251">
                  <c:v>56.49</c:v>
                </c:pt>
                <c:pt idx="10252">
                  <c:v>79.98</c:v>
                </c:pt>
                <c:pt idx="10253">
                  <c:v>15.29</c:v>
                </c:pt>
                <c:pt idx="10254">
                  <c:v>52.97</c:v>
                </c:pt>
                <c:pt idx="10255">
                  <c:v>50.98</c:v>
                </c:pt>
                <c:pt idx="10256">
                  <c:v>131.97999999999999</c:v>
                </c:pt>
                <c:pt idx="10257">
                  <c:v>169.98</c:v>
                </c:pt>
                <c:pt idx="10258">
                  <c:v>159.97999999999999</c:v>
                </c:pt>
                <c:pt idx="10259">
                  <c:v>84.99</c:v>
                </c:pt>
                <c:pt idx="10260">
                  <c:v>119.96</c:v>
                </c:pt>
                <c:pt idx="10261">
                  <c:v>169.98</c:v>
                </c:pt>
                <c:pt idx="10262">
                  <c:v>131.97999999999999</c:v>
                </c:pt>
                <c:pt idx="10263">
                  <c:v>156.44999999999999</c:v>
                </c:pt>
                <c:pt idx="10264">
                  <c:v>131.97999999999999</c:v>
                </c:pt>
                <c:pt idx="10265">
                  <c:v>169.98</c:v>
                </c:pt>
                <c:pt idx="10266">
                  <c:v>147.97</c:v>
                </c:pt>
                <c:pt idx="10267">
                  <c:v>138.97</c:v>
                </c:pt>
                <c:pt idx="10268">
                  <c:v>131.97999999999999</c:v>
                </c:pt>
                <c:pt idx="10269">
                  <c:v>172.97</c:v>
                </c:pt>
                <c:pt idx="10270">
                  <c:v>155.88</c:v>
                </c:pt>
                <c:pt idx="10271">
                  <c:v>115.97</c:v>
                </c:pt>
                <c:pt idx="10272">
                  <c:v>169.98</c:v>
                </c:pt>
                <c:pt idx="10273">
                  <c:v>50.95</c:v>
                </c:pt>
                <c:pt idx="10274">
                  <c:v>115.97</c:v>
                </c:pt>
                <c:pt idx="10275">
                  <c:v>166.97</c:v>
                </c:pt>
                <c:pt idx="10276">
                  <c:v>314.95999999999998</c:v>
                </c:pt>
                <c:pt idx="10277">
                  <c:v>509.94</c:v>
                </c:pt>
                <c:pt idx="10278">
                  <c:v>424.95</c:v>
                </c:pt>
                <c:pt idx="10279">
                  <c:v>-82.09</c:v>
                </c:pt>
                <c:pt idx="10280">
                  <c:v>329.99</c:v>
                </c:pt>
                <c:pt idx="10281">
                  <c:v>340.46</c:v>
                </c:pt>
                <c:pt idx="10282">
                  <c:v>237.56</c:v>
                </c:pt>
                <c:pt idx="10283">
                  <c:v>339.96</c:v>
                </c:pt>
                <c:pt idx="10284">
                  <c:v>339.96</c:v>
                </c:pt>
                <c:pt idx="10285">
                  <c:v>316.86</c:v>
                </c:pt>
                <c:pt idx="10286">
                  <c:v>339.96</c:v>
                </c:pt>
                <c:pt idx="10287">
                  <c:v>263.95999999999998</c:v>
                </c:pt>
                <c:pt idx="10288">
                  <c:v>238.96</c:v>
                </c:pt>
                <c:pt idx="10289">
                  <c:v>371.93</c:v>
                </c:pt>
                <c:pt idx="10290">
                  <c:v>564.03</c:v>
                </c:pt>
                <c:pt idx="10291">
                  <c:v>277.94</c:v>
                </c:pt>
                <c:pt idx="10292">
                  <c:v>340.92</c:v>
                </c:pt>
                <c:pt idx="10293">
                  <c:v>368.13</c:v>
                </c:pt>
                <c:pt idx="10294">
                  <c:v>133.63999999999999</c:v>
                </c:pt>
                <c:pt idx="10295">
                  <c:v>620.99</c:v>
                </c:pt>
                <c:pt idx="10296">
                  <c:v>339.96</c:v>
                </c:pt>
                <c:pt idx="10297">
                  <c:v>188.56</c:v>
                </c:pt>
                <c:pt idx="10298">
                  <c:v>329.95</c:v>
                </c:pt>
                <c:pt idx="10299">
                  <c:v>368.93</c:v>
                </c:pt>
                <c:pt idx="10300">
                  <c:v>424.31</c:v>
                </c:pt>
                <c:pt idx="10301">
                  <c:v>337.21</c:v>
                </c:pt>
                <c:pt idx="10302">
                  <c:v>254.97</c:v>
                </c:pt>
                <c:pt idx="10303">
                  <c:v>414.95</c:v>
                </c:pt>
                <c:pt idx="10304">
                  <c:v>310.18</c:v>
                </c:pt>
                <c:pt idx="10305">
                  <c:v>202.37</c:v>
                </c:pt>
                <c:pt idx="10306">
                  <c:v>103.6</c:v>
                </c:pt>
                <c:pt idx="10307">
                  <c:v>238.84</c:v>
                </c:pt>
                <c:pt idx="10308">
                  <c:v>131.97999999999999</c:v>
                </c:pt>
                <c:pt idx="10309">
                  <c:v>227.66</c:v>
                </c:pt>
                <c:pt idx="10310">
                  <c:v>263.95999999999998</c:v>
                </c:pt>
                <c:pt idx="10311">
                  <c:v>197.97</c:v>
                </c:pt>
                <c:pt idx="10312">
                  <c:v>197.97</c:v>
                </c:pt>
                <c:pt idx="10313">
                  <c:v>178.17</c:v>
                </c:pt>
                <c:pt idx="10314">
                  <c:v>197.97</c:v>
                </c:pt>
                <c:pt idx="10315">
                  <c:v>159.69999999999999</c:v>
                </c:pt>
                <c:pt idx="10316">
                  <c:v>154.69</c:v>
                </c:pt>
                <c:pt idx="10317">
                  <c:v>128.32</c:v>
                </c:pt>
                <c:pt idx="10318">
                  <c:v>61.69</c:v>
                </c:pt>
                <c:pt idx="10319">
                  <c:v>125.82</c:v>
                </c:pt>
                <c:pt idx="10320">
                  <c:v>120.98</c:v>
                </c:pt>
                <c:pt idx="10321">
                  <c:v>143.72</c:v>
                </c:pt>
                <c:pt idx="10322">
                  <c:v>159.69999999999999</c:v>
                </c:pt>
                <c:pt idx="10323">
                  <c:v>77.42</c:v>
                </c:pt>
                <c:pt idx="10324">
                  <c:v>83.47</c:v>
                </c:pt>
                <c:pt idx="10325">
                  <c:v>166.93</c:v>
                </c:pt>
                <c:pt idx="10326">
                  <c:v>167.38</c:v>
                </c:pt>
                <c:pt idx="10327">
                  <c:v>136.22999999999999</c:v>
                </c:pt>
                <c:pt idx="10328">
                  <c:v>79.849999999999994</c:v>
                </c:pt>
                <c:pt idx="10329">
                  <c:v>147.6</c:v>
                </c:pt>
                <c:pt idx="10330">
                  <c:v>96.78</c:v>
                </c:pt>
                <c:pt idx="10331">
                  <c:v>151.59</c:v>
                </c:pt>
                <c:pt idx="10332">
                  <c:v>79.849999999999994</c:v>
                </c:pt>
                <c:pt idx="10333">
                  <c:v>116.38</c:v>
                </c:pt>
                <c:pt idx="10334">
                  <c:v>120.98</c:v>
                </c:pt>
                <c:pt idx="10335">
                  <c:v>104.38</c:v>
                </c:pt>
                <c:pt idx="10336">
                  <c:v>159.69999999999999</c:v>
                </c:pt>
                <c:pt idx="10337">
                  <c:v>102.83</c:v>
                </c:pt>
                <c:pt idx="10338">
                  <c:v>112.5</c:v>
                </c:pt>
                <c:pt idx="10339">
                  <c:v>67.87</c:v>
                </c:pt>
                <c:pt idx="10340">
                  <c:v>289.38</c:v>
                </c:pt>
                <c:pt idx="10341">
                  <c:v>159.69999999999999</c:v>
                </c:pt>
                <c:pt idx="10342">
                  <c:v>223.91</c:v>
                </c:pt>
                <c:pt idx="10343">
                  <c:v>454.83</c:v>
                </c:pt>
                <c:pt idx="10344">
                  <c:v>287.93</c:v>
                </c:pt>
                <c:pt idx="10345">
                  <c:v>256.47000000000003</c:v>
                </c:pt>
                <c:pt idx="10346">
                  <c:v>141.47999999999999</c:v>
                </c:pt>
                <c:pt idx="10347">
                  <c:v>123.98</c:v>
                </c:pt>
                <c:pt idx="10348">
                  <c:v>95.38</c:v>
                </c:pt>
                <c:pt idx="10349">
                  <c:v>134.97999999999999</c:v>
                </c:pt>
                <c:pt idx="10350">
                  <c:v>169.98</c:v>
                </c:pt>
                <c:pt idx="10351">
                  <c:v>153.97</c:v>
                </c:pt>
                <c:pt idx="10352">
                  <c:v>134.97999999999999</c:v>
                </c:pt>
                <c:pt idx="10353">
                  <c:v>52.97</c:v>
                </c:pt>
                <c:pt idx="10354">
                  <c:v>122.8</c:v>
                </c:pt>
                <c:pt idx="10355">
                  <c:v>99.98</c:v>
                </c:pt>
                <c:pt idx="10356">
                  <c:v>169.98</c:v>
                </c:pt>
                <c:pt idx="10357">
                  <c:v>134.97999999999999</c:v>
                </c:pt>
                <c:pt idx="10358">
                  <c:v>103.98</c:v>
                </c:pt>
                <c:pt idx="10359">
                  <c:v>139.96</c:v>
                </c:pt>
                <c:pt idx="10360">
                  <c:v>96.98</c:v>
                </c:pt>
                <c:pt idx="10361">
                  <c:v>84.99</c:v>
                </c:pt>
                <c:pt idx="10362">
                  <c:v>125.22</c:v>
                </c:pt>
                <c:pt idx="10363">
                  <c:v>124.08</c:v>
                </c:pt>
                <c:pt idx="10364">
                  <c:v>113.78</c:v>
                </c:pt>
                <c:pt idx="10365">
                  <c:v>134.97999999999999</c:v>
                </c:pt>
                <c:pt idx="10366">
                  <c:v>131.97999999999999</c:v>
                </c:pt>
                <c:pt idx="10367">
                  <c:v>171.97</c:v>
                </c:pt>
                <c:pt idx="10368">
                  <c:v>131.93</c:v>
                </c:pt>
                <c:pt idx="10369">
                  <c:v>92.94</c:v>
                </c:pt>
                <c:pt idx="10370">
                  <c:v>104.97</c:v>
                </c:pt>
                <c:pt idx="10371">
                  <c:v>169.98</c:v>
                </c:pt>
                <c:pt idx="10372">
                  <c:v>303.92</c:v>
                </c:pt>
                <c:pt idx="10373">
                  <c:v>159.97999999999999</c:v>
                </c:pt>
                <c:pt idx="10374">
                  <c:v>151.97</c:v>
                </c:pt>
                <c:pt idx="10375">
                  <c:v>164.98</c:v>
                </c:pt>
                <c:pt idx="10376">
                  <c:v>109.97</c:v>
                </c:pt>
                <c:pt idx="10377">
                  <c:v>149.13999999999999</c:v>
                </c:pt>
                <c:pt idx="10378">
                  <c:v>137.97999999999999</c:v>
                </c:pt>
                <c:pt idx="10379">
                  <c:v>275.95999999999998</c:v>
                </c:pt>
                <c:pt idx="10380">
                  <c:v>359.95</c:v>
                </c:pt>
                <c:pt idx="10381">
                  <c:v>170.45</c:v>
                </c:pt>
                <c:pt idx="10382">
                  <c:v>102.97</c:v>
                </c:pt>
                <c:pt idx="10383">
                  <c:v>99.98</c:v>
                </c:pt>
                <c:pt idx="10384">
                  <c:v>169.98</c:v>
                </c:pt>
                <c:pt idx="10385">
                  <c:v>59.97</c:v>
                </c:pt>
                <c:pt idx="10386">
                  <c:v>132.54</c:v>
                </c:pt>
                <c:pt idx="10387">
                  <c:v>124.97</c:v>
                </c:pt>
                <c:pt idx="10388">
                  <c:v>65.19</c:v>
                </c:pt>
                <c:pt idx="10389">
                  <c:v>169.98</c:v>
                </c:pt>
                <c:pt idx="10390">
                  <c:v>160.32</c:v>
                </c:pt>
                <c:pt idx="10391">
                  <c:v>264.94</c:v>
                </c:pt>
                <c:pt idx="10392">
                  <c:v>179.96</c:v>
                </c:pt>
                <c:pt idx="10393">
                  <c:v>199.96</c:v>
                </c:pt>
                <c:pt idx="10394">
                  <c:v>254.21</c:v>
                </c:pt>
                <c:pt idx="10395">
                  <c:v>132.41999999999999</c:v>
                </c:pt>
                <c:pt idx="10396">
                  <c:v>84.99</c:v>
                </c:pt>
                <c:pt idx="10397">
                  <c:v>113.97</c:v>
                </c:pt>
                <c:pt idx="10398">
                  <c:v>100.48</c:v>
                </c:pt>
                <c:pt idx="10399">
                  <c:v>183.97</c:v>
                </c:pt>
                <c:pt idx="10400">
                  <c:v>84.99</c:v>
                </c:pt>
                <c:pt idx="10401">
                  <c:v>81.8</c:v>
                </c:pt>
                <c:pt idx="10402">
                  <c:v>134.97999999999999</c:v>
                </c:pt>
                <c:pt idx="10403">
                  <c:v>76.489999999999995</c:v>
                </c:pt>
                <c:pt idx="10404">
                  <c:v>98.98</c:v>
                </c:pt>
                <c:pt idx="10405">
                  <c:v>82.98</c:v>
                </c:pt>
                <c:pt idx="10406">
                  <c:v>56.06</c:v>
                </c:pt>
                <c:pt idx="10407">
                  <c:v>145.97</c:v>
                </c:pt>
                <c:pt idx="10408">
                  <c:v>84.99</c:v>
                </c:pt>
                <c:pt idx="10409">
                  <c:v>98.98</c:v>
                </c:pt>
                <c:pt idx="10410">
                  <c:v>134.97999999999999</c:v>
                </c:pt>
                <c:pt idx="10411">
                  <c:v>98.98</c:v>
                </c:pt>
                <c:pt idx="10412">
                  <c:v>172.46</c:v>
                </c:pt>
                <c:pt idx="10413">
                  <c:v>84.99</c:v>
                </c:pt>
                <c:pt idx="10414">
                  <c:v>95.15</c:v>
                </c:pt>
                <c:pt idx="10415">
                  <c:v>78.430000000000007</c:v>
                </c:pt>
                <c:pt idx="10416">
                  <c:v>185.46</c:v>
                </c:pt>
                <c:pt idx="10417">
                  <c:v>137.97999999999999</c:v>
                </c:pt>
                <c:pt idx="10418">
                  <c:v>65.989999999999995</c:v>
                </c:pt>
                <c:pt idx="10419">
                  <c:v>98.98</c:v>
                </c:pt>
                <c:pt idx="10420">
                  <c:v>95.9</c:v>
                </c:pt>
                <c:pt idx="10421">
                  <c:v>84.99</c:v>
                </c:pt>
                <c:pt idx="10422">
                  <c:v>84.99</c:v>
                </c:pt>
                <c:pt idx="10423">
                  <c:v>183.97</c:v>
                </c:pt>
                <c:pt idx="10424">
                  <c:v>68.989999999999995</c:v>
                </c:pt>
                <c:pt idx="10425">
                  <c:v>95.01</c:v>
                </c:pt>
                <c:pt idx="10426">
                  <c:v>98.98</c:v>
                </c:pt>
                <c:pt idx="10427">
                  <c:v>183.97</c:v>
                </c:pt>
                <c:pt idx="10428">
                  <c:v>95.09</c:v>
                </c:pt>
                <c:pt idx="10429">
                  <c:v>65.989999999999995</c:v>
                </c:pt>
                <c:pt idx="10430">
                  <c:v>81.38</c:v>
                </c:pt>
                <c:pt idx="10431">
                  <c:v>149.38</c:v>
                </c:pt>
                <c:pt idx="10432">
                  <c:v>97.98</c:v>
                </c:pt>
                <c:pt idx="10433">
                  <c:v>113.97</c:v>
                </c:pt>
                <c:pt idx="10434">
                  <c:v>98.98</c:v>
                </c:pt>
                <c:pt idx="10435">
                  <c:v>121.98</c:v>
                </c:pt>
                <c:pt idx="10436">
                  <c:v>158.97</c:v>
                </c:pt>
                <c:pt idx="10437">
                  <c:v>65.989999999999995</c:v>
                </c:pt>
                <c:pt idx="10438">
                  <c:v>183.97</c:v>
                </c:pt>
                <c:pt idx="10439">
                  <c:v>65.989999999999995</c:v>
                </c:pt>
                <c:pt idx="10440">
                  <c:v>46.29</c:v>
                </c:pt>
                <c:pt idx="10441">
                  <c:v>65.989999999999995</c:v>
                </c:pt>
                <c:pt idx="10442">
                  <c:v>84.99</c:v>
                </c:pt>
                <c:pt idx="10443">
                  <c:v>65.989999999999995</c:v>
                </c:pt>
                <c:pt idx="10444">
                  <c:v>198.96</c:v>
                </c:pt>
                <c:pt idx="10445">
                  <c:v>46.29</c:v>
                </c:pt>
                <c:pt idx="10446">
                  <c:v>65.989999999999995</c:v>
                </c:pt>
                <c:pt idx="10447">
                  <c:v>84.99</c:v>
                </c:pt>
                <c:pt idx="10448">
                  <c:v>84.99</c:v>
                </c:pt>
                <c:pt idx="10449">
                  <c:v>93.95</c:v>
                </c:pt>
                <c:pt idx="10450">
                  <c:v>84.99</c:v>
                </c:pt>
                <c:pt idx="10451">
                  <c:v>59.97</c:v>
                </c:pt>
                <c:pt idx="10452">
                  <c:v>122.19</c:v>
                </c:pt>
                <c:pt idx="10453">
                  <c:v>59.96</c:v>
                </c:pt>
                <c:pt idx="10454">
                  <c:v>65.989999999999995</c:v>
                </c:pt>
                <c:pt idx="10455">
                  <c:v>25.29</c:v>
                </c:pt>
                <c:pt idx="10456">
                  <c:v>80.98</c:v>
                </c:pt>
                <c:pt idx="10457">
                  <c:v>84.99</c:v>
                </c:pt>
                <c:pt idx="10458">
                  <c:v>84.99</c:v>
                </c:pt>
                <c:pt idx="10459">
                  <c:v>41.29</c:v>
                </c:pt>
                <c:pt idx="10460">
                  <c:v>65.989999999999995</c:v>
                </c:pt>
                <c:pt idx="10461">
                  <c:v>84.99</c:v>
                </c:pt>
                <c:pt idx="10462">
                  <c:v>84.99</c:v>
                </c:pt>
                <c:pt idx="10463">
                  <c:v>41.29</c:v>
                </c:pt>
                <c:pt idx="10464">
                  <c:v>103.97</c:v>
                </c:pt>
                <c:pt idx="10465">
                  <c:v>84.99</c:v>
                </c:pt>
                <c:pt idx="10466">
                  <c:v>84.99</c:v>
                </c:pt>
                <c:pt idx="10467">
                  <c:v>124.95</c:v>
                </c:pt>
                <c:pt idx="10468">
                  <c:v>84.99</c:v>
                </c:pt>
                <c:pt idx="10469">
                  <c:v>131.97999999999999</c:v>
                </c:pt>
                <c:pt idx="10470">
                  <c:v>59.96</c:v>
                </c:pt>
                <c:pt idx="10471">
                  <c:v>39.29</c:v>
                </c:pt>
                <c:pt idx="10472">
                  <c:v>154.93</c:v>
                </c:pt>
                <c:pt idx="10473">
                  <c:v>23.29</c:v>
                </c:pt>
                <c:pt idx="10474">
                  <c:v>84.99</c:v>
                </c:pt>
                <c:pt idx="10475">
                  <c:v>-44.99</c:v>
                </c:pt>
                <c:pt idx="10476">
                  <c:v>50.33</c:v>
                </c:pt>
                <c:pt idx="10477">
                  <c:v>95.97</c:v>
                </c:pt>
                <c:pt idx="10478">
                  <c:v>75.98</c:v>
                </c:pt>
                <c:pt idx="10479">
                  <c:v>169.98</c:v>
                </c:pt>
                <c:pt idx="10480">
                  <c:v>46.29</c:v>
                </c:pt>
                <c:pt idx="10481">
                  <c:v>108.98</c:v>
                </c:pt>
                <c:pt idx="10482">
                  <c:v>84.99</c:v>
                </c:pt>
                <c:pt idx="10483">
                  <c:v>84.99</c:v>
                </c:pt>
                <c:pt idx="10484">
                  <c:v>46.94</c:v>
                </c:pt>
                <c:pt idx="10485">
                  <c:v>46.29</c:v>
                </c:pt>
                <c:pt idx="10486">
                  <c:v>84.99</c:v>
                </c:pt>
                <c:pt idx="10487">
                  <c:v>65.989999999999995</c:v>
                </c:pt>
                <c:pt idx="10488">
                  <c:v>25.29</c:v>
                </c:pt>
                <c:pt idx="10489">
                  <c:v>39.29</c:v>
                </c:pt>
                <c:pt idx="10490">
                  <c:v>191.94</c:v>
                </c:pt>
                <c:pt idx="10491">
                  <c:v>84.99</c:v>
                </c:pt>
                <c:pt idx="10492">
                  <c:v>64.97</c:v>
                </c:pt>
                <c:pt idx="10493">
                  <c:v>169.96</c:v>
                </c:pt>
                <c:pt idx="10494">
                  <c:v>105.98</c:v>
                </c:pt>
                <c:pt idx="10495">
                  <c:v>81.89</c:v>
                </c:pt>
                <c:pt idx="10496">
                  <c:v>71.98</c:v>
                </c:pt>
                <c:pt idx="10497">
                  <c:v>134.96</c:v>
                </c:pt>
                <c:pt idx="10498">
                  <c:v>84.99</c:v>
                </c:pt>
                <c:pt idx="10499">
                  <c:v>84.99</c:v>
                </c:pt>
                <c:pt idx="10500">
                  <c:v>59.98</c:v>
                </c:pt>
                <c:pt idx="10501">
                  <c:v>84.99</c:v>
                </c:pt>
                <c:pt idx="10502">
                  <c:v>137.97999999999999</c:v>
                </c:pt>
                <c:pt idx="10503">
                  <c:v>65.989999999999995</c:v>
                </c:pt>
                <c:pt idx="10504">
                  <c:v>169.98</c:v>
                </c:pt>
                <c:pt idx="10505">
                  <c:v>62.69</c:v>
                </c:pt>
                <c:pt idx="10506">
                  <c:v>65.989999999999995</c:v>
                </c:pt>
                <c:pt idx="10507">
                  <c:v>65.989999999999995</c:v>
                </c:pt>
                <c:pt idx="10508">
                  <c:v>65.989999999999995</c:v>
                </c:pt>
                <c:pt idx="10509">
                  <c:v>169.98</c:v>
                </c:pt>
                <c:pt idx="10510">
                  <c:v>152.97</c:v>
                </c:pt>
                <c:pt idx="10511">
                  <c:v>65.989999999999995</c:v>
                </c:pt>
                <c:pt idx="10512">
                  <c:v>65.989999999999995</c:v>
                </c:pt>
                <c:pt idx="10513">
                  <c:v>87.94</c:v>
                </c:pt>
                <c:pt idx="10514">
                  <c:v>59.39</c:v>
                </c:pt>
                <c:pt idx="10515">
                  <c:v>65.989999999999995</c:v>
                </c:pt>
                <c:pt idx="10516">
                  <c:v>75.97</c:v>
                </c:pt>
                <c:pt idx="10517">
                  <c:v>169.98</c:v>
                </c:pt>
                <c:pt idx="10518">
                  <c:v>65.989999999999995</c:v>
                </c:pt>
                <c:pt idx="10519">
                  <c:v>200.96</c:v>
                </c:pt>
                <c:pt idx="10520">
                  <c:v>169.98</c:v>
                </c:pt>
                <c:pt idx="10521">
                  <c:v>169.98</c:v>
                </c:pt>
                <c:pt idx="10522">
                  <c:v>84.99</c:v>
                </c:pt>
                <c:pt idx="10523">
                  <c:v>153.97999999999999</c:v>
                </c:pt>
                <c:pt idx="10524">
                  <c:v>65.989999999999995</c:v>
                </c:pt>
                <c:pt idx="10525">
                  <c:v>59.39</c:v>
                </c:pt>
                <c:pt idx="10526">
                  <c:v>202</c:v>
                </c:pt>
                <c:pt idx="10527">
                  <c:v>169.34</c:v>
                </c:pt>
                <c:pt idx="10528">
                  <c:v>176.5</c:v>
                </c:pt>
                <c:pt idx="10529">
                  <c:v>113.7</c:v>
                </c:pt>
                <c:pt idx="10530">
                  <c:v>149.96</c:v>
                </c:pt>
                <c:pt idx="10531">
                  <c:v>70.11</c:v>
                </c:pt>
                <c:pt idx="10532">
                  <c:v>177.79</c:v>
                </c:pt>
                <c:pt idx="10533">
                  <c:v>164.49</c:v>
                </c:pt>
                <c:pt idx="10534">
                  <c:v>169.59</c:v>
                </c:pt>
                <c:pt idx="10535">
                  <c:v>147.56</c:v>
                </c:pt>
                <c:pt idx="10536">
                  <c:v>82.25</c:v>
                </c:pt>
                <c:pt idx="10537">
                  <c:v>154.63</c:v>
                </c:pt>
                <c:pt idx="10538">
                  <c:v>202</c:v>
                </c:pt>
                <c:pt idx="10539">
                  <c:v>244.34</c:v>
                </c:pt>
                <c:pt idx="10540">
                  <c:v>147.56</c:v>
                </c:pt>
                <c:pt idx="10541">
                  <c:v>219.97</c:v>
                </c:pt>
                <c:pt idx="10542">
                  <c:v>282.60000000000002</c:v>
                </c:pt>
                <c:pt idx="10543">
                  <c:v>254.95</c:v>
                </c:pt>
                <c:pt idx="10544">
                  <c:v>229.76</c:v>
                </c:pt>
                <c:pt idx="10545">
                  <c:v>236.49</c:v>
                </c:pt>
                <c:pt idx="10546">
                  <c:v>272.39</c:v>
                </c:pt>
                <c:pt idx="10547">
                  <c:v>284.95</c:v>
                </c:pt>
                <c:pt idx="10548">
                  <c:v>211.96</c:v>
                </c:pt>
                <c:pt idx="10549">
                  <c:v>232.21</c:v>
                </c:pt>
                <c:pt idx="10550">
                  <c:v>232.11</c:v>
                </c:pt>
                <c:pt idx="10551">
                  <c:v>183.96</c:v>
                </c:pt>
                <c:pt idx="10552">
                  <c:v>49.99</c:v>
                </c:pt>
                <c:pt idx="10553">
                  <c:v>140.34</c:v>
                </c:pt>
                <c:pt idx="10554">
                  <c:v>159.69999999999999</c:v>
                </c:pt>
                <c:pt idx="10555">
                  <c:v>145.16</c:v>
                </c:pt>
                <c:pt idx="10556">
                  <c:v>119.05</c:v>
                </c:pt>
                <c:pt idx="10557">
                  <c:v>96.78</c:v>
                </c:pt>
                <c:pt idx="10558">
                  <c:v>159.69999999999999</c:v>
                </c:pt>
                <c:pt idx="10559">
                  <c:v>108.86</c:v>
                </c:pt>
                <c:pt idx="10560">
                  <c:v>71.05</c:v>
                </c:pt>
                <c:pt idx="10561">
                  <c:v>96.78</c:v>
                </c:pt>
                <c:pt idx="10562">
                  <c:v>159.69999999999999</c:v>
                </c:pt>
                <c:pt idx="10563">
                  <c:v>159.69999999999999</c:v>
                </c:pt>
                <c:pt idx="10564">
                  <c:v>79.849999999999994</c:v>
                </c:pt>
                <c:pt idx="10565">
                  <c:v>79.849999999999994</c:v>
                </c:pt>
                <c:pt idx="10566">
                  <c:v>147.6</c:v>
                </c:pt>
                <c:pt idx="10567">
                  <c:v>128.24</c:v>
                </c:pt>
                <c:pt idx="10568">
                  <c:v>96.78</c:v>
                </c:pt>
                <c:pt idx="10569">
                  <c:v>145.16</c:v>
                </c:pt>
                <c:pt idx="10570">
                  <c:v>96.78</c:v>
                </c:pt>
                <c:pt idx="10571">
                  <c:v>159.69999999999999</c:v>
                </c:pt>
                <c:pt idx="10572">
                  <c:v>193.55</c:v>
                </c:pt>
                <c:pt idx="10573">
                  <c:v>153.22</c:v>
                </c:pt>
                <c:pt idx="10574">
                  <c:v>82.25</c:v>
                </c:pt>
                <c:pt idx="10575">
                  <c:v>159.69999999999999</c:v>
                </c:pt>
                <c:pt idx="10576">
                  <c:v>113.97</c:v>
                </c:pt>
                <c:pt idx="10577">
                  <c:v>164.94</c:v>
                </c:pt>
                <c:pt idx="10578">
                  <c:v>122.97</c:v>
                </c:pt>
                <c:pt idx="10579">
                  <c:v>160.13</c:v>
                </c:pt>
                <c:pt idx="10580">
                  <c:v>84.99</c:v>
                </c:pt>
                <c:pt idx="10581">
                  <c:v>83.97</c:v>
                </c:pt>
                <c:pt idx="10582">
                  <c:v>84.99</c:v>
                </c:pt>
                <c:pt idx="10583">
                  <c:v>118.78</c:v>
                </c:pt>
                <c:pt idx="10584">
                  <c:v>133.22999999999999</c:v>
                </c:pt>
                <c:pt idx="10585">
                  <c:v>256.99</c:v>
                </c:pt>
                <c:pt idx="10586">
                  <c:v>169.98</c:v>
                </c:pt>
                <c:pt idx="10587">
                  <c:v>121.98</c:v>
                </c:pt>
                <c:pt idx="10588">
                  <c:v>58.98</c:v>
                </c:pt>
                <c:pt idx="10589">
                  <c:v>79.05</c:v>
                </c:pt>
                <c:pt idx="10590">
                  <c:v>364.95</c:v>
                </c:pt>
                <c:pt idx="10591">
                  <c:v>339.96</c:v>
                </c:pt>
                <c:pt idx="10592">
                  <c:v>93.58</c:v>
                </c:pt>
                <c:pt idx="10593">
                  <c:v>139.97999999999999</c:v>
                </c:pt>
                <c:pt idx="10594">
                  <c:v>169.98</c:v>
                </c:pt>
                <c:pt idx="10595">
                  <c:v>131.97999999999999</c:v>
                </c:pt>
                <c:pt idx="10596">
                  <c:v>169.98</c:v>
                </c:pt>
                <c:pt idx="10597">
                  <c:v>169.98</c:v>
                </c:pt>
                <c:pt idx="10598">
                  <c:v>263.95999999999998</c:v>
                </c:pt>
                <c:pt idx="10599">
                  <c:v>196.02</c:v>
                </c:pt>
                <c:pt idx="10600">
                  <c:v>139.79</c:v>
                </c:pt>
                <c:pt idx="10601">
                  <c:v>239.14</c:v>
                </c:pt>
                <c:pt idx="10602">
                  <c:v>214.53</c:v>
                </c:pt>
                <c:pt idx="10603">
                  <c:v>215.88</c:v>
                </c:pt>
                <c:pt idx="10604">
                  <c:v>187.98</c:v>
                </c:pt>
                <c:pt idx="10605">
                  <c:v>213.74</c:v>
                </c:pt>
                <c:pt idx="10606">
                  <c:v>217.76</c:v>
                </c:pt>
                <c:pt idx="10607">
                  <c:v>249.96</c:v>
                </c:pt>
                <c:pt idx="10608">
                  <c:v>76.08</c:v>
                </c:pt>
                <c:pt idx="10609">
                  <c:v>150.18</c:v>
                </c:pt>
                <c:pt idx="10610">
                  <c:v>156.97</c:v>
                </c:pt>
                <c:pt idx="10611">
                  <c:v>69.97</c:v>
                </c:pt>
                <c:pt idx="10612">
                  <c:v>129.41999999999999</c:v>
                </c:pt>
                <c:pt idx="10613">
                  <c:v>199.96</c:v>
                </c:pt>
                <c:pt idx="10614">
                  <c:v>131.5</c:v>
                </c:pt>
                <c:pt idx="10615">
                  <c:v>124.97</c:v>
                </c:pt>
                <c:pt idx="10616">
                  <c:v>90.98</c:v>
                </c:pt>
                <c:pt idx="10617">
                  <c:v>64.97</c:v>
                </c:pt>
                <c:pt idx="10618">
                  <c:v>84.99</c:v>
                </c:pt>
                <c:pt idx="10619">
                  <c:v>189.96</c:v>
                </c:pt>
                <c:pt idx="10620">
                  <c:v>65.989999999999995</c:v>
                </c:pt>
                <c:pt idx="10621">
                  <c:v>72.98</c:v>
                </c:pt>
                <c:pt idx="10622">
                  <c:v>169.98</c:v>
                </c:pt>
                <c:pt idx="10623">
                  <c:v>140.65</c:v>
                </c:pt>
                <c:pt idx="10624">
                  <c:v>275.95999999999998</c:v>
                </c:pt>
                <c:pt idx="10625">
                  <c:v>65.989999999999995</c:v>
                </c:pt>
                <c:pt idx="10626">
                  <c:v>62.97</c:v>
                </c:pt>
                <c:pt idx="10627">
                  <c:v>75.95</c:v>
                </c:pt>
                <c:pt idx="10628">
                  <c:v>119.96</c:v>
                </c:pt>
                <c:pt idx="10629">
                  <c:v>144.47999999999999</c:v>
                </c:pt>
                <c:pt idx="10630">
                  <c:v>94.96</c:v>
                </c:pt>
                <c:pt idx="10631">
                  <c:v>134.97999999999999</c:v>
                </c:pt>
                <c:pt idx="10632">
                  <c:v>62.97</c:v>
                </c:pt>
                <c:pt idx="10633">
                  <c:v>169.98</c:v>
                </c:pt>
                <c:pt idx="10634">
                  <c:v>152.97999999999999</c:v>
                </c:pt>
                <c:pt idx="10635">
                  <c:v>176.77</c:v>
                </c:pt>
                <c:pt idx="10636">
                  <c:v>121.98</c:v>
                </c:pt>
                <c:pt idx="10637">
                  <c:v>147.96</c:v>
                </c:pt>
                <c:pt idx="10638">
                  <c:v>147.96</c:v>
                </c:pt>
                <c:pt idx="10639">
                  <c:v>258.95999999999998</c:v>
                </c:pt>
                <c:pt idx="10640">
                  <c:v>174.96</c:v>
                </c:pt>
                <c:pt idx="10641">
                  <c:v>121.98</c:v>
                </c:pt>
                <c:pt idx="10642">
                  <c:v>187.96</c:v>
                </c:pt>
                <c:pt idx="10643">
                  <c:v>140.97</c:v>
                </c:pt>
                <c:pt idx="10644">
                  <c:v>187.96</c:v>
                </c:pt>
                <c:pt idx="10645">
                  <c:v>227.95</c:v>
                </c:pt>
                <c:pt idx="10646">
                  <c:v>281.94</c:v>
                </c:pt>
                <c:pt idx="10647">
                  <c:v>147.96</c:v>
                </c:pt>
                <c:pt idx="10648">
                  <c:v>71.069999999999993</c:v>
                </c:pt>
                <c:pt idx="10649">
                  <c:v>121.98</c:v>
                </c:pt>
                <c:pt idx="10650">
                  <c:v>199.96</c:v>
                </c:pt>
                <c:pt idx="10651">
                  <c:v>260.95999999999998</c:v>
                </c:pt>
                <c:pt idx="10652">
                  <c:v>121.98</c:v>
                </c:pt>
                <c:pt idx="10653">
                  <c:v>187.96</c:v>
                </c:pt>
                <c:pt idx="10654">
                  <c:v>196.95</c:v>
                </c:pt>
                <c:pt idx="10655">
                  <c:v>107.96</c:v>
                </c:pt>
                <c:pt idx="10656">
                  <c:v>73.98</c:v>
                </c:pt>
                <c:pt idx="10657">
                  <c:v>159.97999999999999</c:v>
                </c:pt>
                <c:pt idx="10658">
                  <c:v>121.98</c:v>
                </c:pt>
                <c:pt idx="10659">
                  <c:v>107.96</c:v>
                </c:pt>
                <c:pt idx="10660">
                  <c:v>281.94</c:v>
                </c:pt>
                <c:pt idx="10661">
                  <c:v>295.92</c:v>
                </c:pt>
                <c:pt idx="10662">
                  <c:v>206.95</c:v>
                </c:pt>
                <c:pt idx="10663">
                  <c:v>73.98</c:v>
                </c:pt>
                <c:pt idx="10664">
                  <c:v>179.97</c:v>
                </c:pt>
                <c:pt idx="10665">
                  <c:v>187.96</c:v>
                </c:pt>
                <c:pt idx="10666">
                  <c:v>84.99</c:v>
                </c:pt>
                <c:pt idx="10667">
                  <c:v>99.98</c:v>
                </c:pt>
                <c:pt idx="10668">
                  <c:v>134.97999999999999</c:v>
                </c:pt>
                <c:pt idx="10669">
                  <c:v>134.97999999999999</c:v>
                </c:pt>
                <c:pt idx="10670">
                  <c:v>134.97999999999999</c:v>
                </c:pt>
                <c:pt idx="10671">
                  <c:v>84.99</c:v>
                </c:pt>
                <c:pt idx="10672">
                  <c:v>84.99</c:v>
                </c:pt>
                <c:pt idx="10673">
                  <c:v>85.97</c:v>
                </c:pt>
                <c:pt idx="10674">
                  <c:v>169.98</c:v>
                </c:pt>
                <c:pt idx="10675">
                  <c:v>84.99</c:v>
                </c:pt>
                <c:pt idx="10676">
                  <c:v>138.22</c:v>
                </c:pt>
                <c:pt idx="10677">
                  <c:v>89.98</c:v>
                </c:pt>
                <c:pt idx="10678">
                  <c:v>84.99</c:v>
                </c:pt>
                <c:pt idx="10679">
                  <c:v>131.97999999999999</c:v>
                </c:pt>
                <c:pt idx="10680">
                  <c:v>159.97999999999999</c:v>
                </c:pt>
                <c:pt idx="10681">
                  <c:v>131.97999999999999</c:v>
                </c:pt>
                <c:pt idx="10682">
                  <c:v>164.5</c:v>
                </c:pt>
                <c:pt idx="10683">
                  <c:v>84.99</c:v>
                </c:pt>
                <c:pt idx="10684">
                  <c:v>134.97999999999999</c:v>
                </c:pt>
                <c:pt idx="10685">
                  <c:v>80.98</c:v>
                </c:pt>
                <c:pt idx="10686">
                  <c:v>142.97</c:v>
                </c:pt>
                <c:pt idx="10687">
                  <c:v>131.97999999999999</c:v>
                </c:pt>
                <c:pt idx="10688">
                  <c:v>142.97</c:v>
                </c:pt>
                <c:pt idx="10689">
                  <c:v>131.97999999999999</c:v>
                </c:pt>
                <c:pt idx="10690">
                  <c:v>131.97999999999999</c:v>
                </c:pt>
                <c:pt idx="10691">
                  <c:v>146.97</c:v>
                </c:pt>
                <c:pt idx="10692">
                  <c:v>131.97999999999999</c:v>
                </c:pt>
                <c:pt idx="10693">
                  <c:v>181.97</c:v>
                </c:pt>
                <c:pt idx="10694">
                  <c:v>121.98</c:v>
                </c:pt>
                <c:pt idx="10695">
                  <c:v>131.97999999999999</c:v>
                </c:pt>
                <c:pt idx="10696">
                  <c:v>96.93</c:v>
                </c:pt>
                <c:pt idx="10697">
                  <c:v>112.97</c:v>
                </c:pt>
                <c:pt idx="10698">
                  <c:v>49.99</c:v>
                </c:pt>
                <c:pt idx="10699">
                  <c:v>183.96</c:v>
                </c:pt>
                <c:pt idx="10700">
                  <c:v>171.97</c:v>
                </c:pt>
                <c:pt idx="10701">
                  <c:v>128.46</c:v>
                </c:pt>
                <c:pt idx="10702">
                  <c:v>116.97</c:v>
                </c:pt>
                <c:pt idx="10703">
                  <c:v>69.709999999999994</c:v>
                </c:pt>
                <c:pt idx="10704">
                  <c:v>244.95</c:v>
                </c:pt>
                <c:pt idx="10705">
                  <c:v>254.97</c:v>
                </c:pt>
                <c:pt idx="10706">
                  <c:v>260.12</c:v>
                </c:pt>
                <c:pt idx="10707">
                  <c:v>328.94</c:v>
                </c:pt>
                <c:pt idx="10708">
                  <c:v>384.09</c:v>
                </c:pt>
                <c:pt idx="10709">
                  <c:v>262.11</c:v>
                </c:pt>
                <c:pt idx="10710">
                  <c:v>219.97</c:v>
                </c:pt>
                <c:pt idx="10711">
                  <c:v>335.11</c:v>
                </c:pt>
                <c:pt idx="10712">
                  <c:v>84.99</c:v>
                </c:pt>
                <c:pt idx="10713">
                  <c:v>137.97999999999999</c:v>
                </c:pt>
                <c:pt idx="10714">
                  <c:v>87.47</c:v>
                </c:pt>
                <c:pt idx="10715">
                  <c:v>131.97999999999999</c:v>
                </c:pt>
                <c:pt idx="10716">
                  <c:v>84.99</c:v>
                </c:pt>
                <c:pt idx="10717">
                  <c:v>99.98</c:v>
                </c:pt>
                <c:pt idx="10718">
                  <c:v>114.97</c:v>
                </c:pt>
                <c:pt idx="10719">
                  <c:v>99.98</c:v>
                </c:pt>
                <c:pt idx="10720">
                  <c:v>102.12</c:v>
                </c:pt>
                <c:pt idx="10721">
                  <c:v>84.99</c:v>
                </c:pt>
                <c:pt idx="10722">
                  <c:v>131.97999999999999</c:v>
                </c:pt>
                <c:pt idx="10723">
                  <c:v>84.99</c:v>
                </c:pt>
                <c:pt idx="10724">
                  <c:v>84.99</c:v>
                </c:pt>
                <c:pt idx="10725">
                  <c:v>89.29</c:v>
                </c:pt>
                <c:pt idx="10726">
                  <c:v>84.99</c:v>
                </c:pt>
                <c:pt idx="10727">
                  <c:v>84.98</c:v>
                </c:pt>
                <c:pt idx="10728">
                  <c:v>114.97</c:v>
                </c:pt>
                <c:pt idx="10729">
                  <c:v>84.99</c:v>
                </c:pt>
                <c:pt idx="10730">
                  <c:v>99.98</c:v>
                </c:pt>
                <c:pt idx="10731">
                  <c:v>84.99</c:v>
                </c:pt>
                <c:pt idx="10732">
                  <c:v>108.78</c:v>
                </c:pt>
                <c:pt idx="10733">
                  <c:v>84.99</c:v>
                </c:pt>
                <c:pt idx="10734">
                  <c:v>65.989999999999995</c:v>
                </c:pt>
                <c:pt idx="10735">
                  <c:v>59.98</c:v>
                </c:pt>
                <c:pt idx="10736">
                  <c:v>65.989999999999995</c:v>
                </c:pt>
                <c:pt idx="10737">
                  <c:v>81.98</c:v>
                </c:pt>
                <c:pt idx="10738">
                  <c:v>65.989999999999995</c:v>
                </c:pt>
                <c:pt idx="10739">
                  <c:v>26.99</c:v>
                </c:pt>
                <c:pt idx="10740">
                  <c:v>89.98</c:v>
                </c:pt>
                <c:pt idx="10741">
                  <c:v>65.989999999999995</c:v>
                </c:pt>
                <c:pt idx="10742">
                  <c:v>65.989999999999995</c:v>
                </c:pt>
                <c:pt idx="10743">
                  <c:v>65.989999999999995</c:v>
                </c:pt>
                <c:pt idx="10744">
                  <c:v>59.98</c:v>
                </c:pt>
                <c:pt idx="10745">
                  <c:v>105.97</c:v>
                </c:pt>
                <c:pt idx="10746">
                  <c:v>68.97</c:v>
                </c:pt>
                <c:pt idx="10747">
                  <c:v>59.98</c:v>
                </c:pt>
                <c:pt idx="10748">
                  <c:v>65.989999999999995</c:v>
                </c:pt>
                <c:pt idx="10749">
                  <c:v>92.98</c:v>
                </c:pt>
                <c:pt idx="10750">
                  <c:v>59.98</c:v>
                </c:pt>
                <c:pt idx="10751">
                  <c:v>65.989999999999995</c:v>
                </c:pt>
                <c:pt idx="10752">
                  <c:v>65.98</c:v>
                </c:pt>
                <c:pt idx="10753">
                  <c:v>75.97</c:v>
                </c:pt>
                <c:pt idx="10754">
                  <c:v>77.98</c:v>
                </c:pt>
                <c:pt idx="10755">
                  <c:v>75.97</c:v>
                </c:pt>
                <c:pt idx="10756">
                  <c:v>59.98</c:v>
                </c:pt>
                <c:pt idx="10757">
                  <c:v>65.989999999999995</c:v>
                </c:pt>
                <c:pt idx="10758">
                  <c:v>65.989999999999995</c:v>
                </c:pt>
                <c:pt idx="10759">
                  <c:v>56.91</c:v>
                </c:pt>
                <c:pt idx="10760">
                  <c:v>62.99</c:v>
                </c:pt>
                <c:pt idx="10761">
                  <c:v>60.19</c:v>
                </c:pt>
                <c:pt idx="10762">
                  <c:v>81.98</c:v>
                </c:pt>
                <c:pt idx="10763">
                  <c:v>61.7</c:v>
                </c:pt>
                <c:pt idx="10764">
                  <c:v>65.989999999999995</c:v>
                </c:pt>
                <c:pt idx="10765">
                  <c:v>51.48</c:v>
                </c:pt>
                <c:pt idx="10766">
                  <c:v>65.989999999999995</c:v>
                </c:pt>
                <c:pt idx="10767">
                  <c:v>197.94</c:v>
                </c:pt>
                <c:pt idx="10768">
                  <c:v>234.92</c:v>
                </c:pt>
                <c:pt idx="10769">
                  <c:v>212.94</c:v>
                </c:pt>
                <c:pt idx="10770">
                  <c:v>151.35</c:v>
                </c:pt>
                <c:pt idx="10771">
                  <c:v>285.92</c:v>
                </c:pt>
                <c:pt idx="10772">
                  <c:v>218.94</c:v>
                </c:pt>
                <c:pt idx="10773">
                  <c:v>-41.96</c:v>
                </c:pt>
                <c:pt idx="10774">
                  <c:v>167.95</c:v>
                </c:pt>
                <c:pt idx="10775">
                  <c:v>300.91000000000003</c:v>
                </c:pt>
                <c:pt idx="10776">
                  <c:v>207.86</c:v>
                </c:pt>
                <c:pt idx="10777">
                  <c:v>105.96</c:v>
                </c:pt>
                <c:pt idx="10778">
                  <c:v>236.93</c:v>
                </c:pt>
                <c:pt idx="10779">
                  <c:v>245.93</c:v>
                </c:pt>
                <c:pt idx="10780">
                  <c:v>161.94</c:v>
                </c:pt>
                <c:pt idx="10781">
                  <c:v>121.96</c:v>
                </c:pt>
                <c:pt idx="10782">
                  <c:v>131.96</c:v>
                </c:pt>
                <c:pt idx="10783">
                  <c:v>253.04</c:v>
                </c:pt>
                <c:pt idx="10784">
                  <c:v>285.91000000000003</c:v>
                </c:pt>
                <c:pt idx="10785">
                  <c:v>255.03</c:v>
                </c:pt>
                <c:pt idx="10786">
                  <c:v>178.94</c:v>
                </c:pt>
                <c:pt idx="10787">
                  <c:v>187.94</c:v>
                </c:pt>
                <c:pt idx="10788">
                  <c:v>212.59</c:v>
                </c:pt>
                <c:pt idx="10789">
                  <c:v>211.95</c:v>
                </c:pt>
                <c:pt idx="10790">
                  <c:v>104.97</c:v>
                </c:pt>
                <c:pt idx="10791">
                  <c:v>131.97999999999999</c:v>
                </c:pt>
                <c:pt idx="10792">
                  <c:v>98.98</c:v>
                </c:pt>
                <c:pt idx="10793">
                  <c:v>111.98</c:v>
                </c:pt>
                <c:pt idx="10794">
                  <c:v>104.96</c:v>
                </c:pt>
                <c:pt idx="10795">
                  <c:v>181.95</c:v>
                </c:pt>
                <c:pt idx="10796">
                  <c:v>119.96</c:v>
                </c:pt>
                <c:pt idx="10797">
                  <c:v>115.97</c:v>
                </c:pt>
                <c:pt idx="10798">
                  <c:v>129.93</c:v>
                </c:pt>
                <c:pt idx="10799">
                  <c:v>86.97</c:v>
                </c:pt>
                <c:pt idx="10800">
                  <c:v>133.77000000000001</c:v>
                </c:pt>
                <c:pt idx="10801">
                  <c:v>208.95</c:v>
                </c:pt>
                <c:pt idx="10802">
                  <c:v>151.97</c:v>
                </c:pt>
                <c:pt idx="10803">
                  <c:v>142.84</c:v>
                </c:pt>
                <c:pt idx="10804">
                  <c:v>131.97999999999999</c:v>
                </c:pt>
                <c:pt idx="10805">
                  <c:v>134.94999999999999</c:v>
                </c:pt>
                <c:pt idx="10806">
                  <c:v>65.989999999999995</c:v>
                </c:pt>
                <c:pt idx="10807">
                  <c:v>99.96</c:v>
                </c:pt>
                <c:pt idx="10808">
                  <c:v>89.97</c:v>
                </c:pt>
                <c:pt idx="10809">
                  <c:v>54.98</c:v>
                </c:pt>
                <c:pt idx="10810">
                  <c:v>54.98</c:v>
                </c:pt>
                <c:pt idx="10811">
                  <c:v>146.97</c:v>
                </c:pt>
                <c:pt idx="10812">
                  <c:v>2.99</c:v>
                </c:pt>
                <c:pt idx="10813">
                  <c:v>146.97</c:v>
                </c:pt>
                <c:pt idx="10814">
                  <c:v>121.97</c:v>
                </c:pt>
                <c:pt idx="10815">
                  <c:v>107.94</c:v>
                </c:pt>
                <c:pt idx="10816">
                  <c:v>113.96</c:v>
                </c:pt>
                <c:pt idx="10817">
                  <c:v>142.96</c:v>
                </c:pt>
                <c:pt idx="10818">
                  <c:v>149.97</c:v>
                </c:pt>
                <c:pt idx="10819">
                  <c:v>214.95</c:v>
                </c:pt>
                <c:pt idx="10820">
                  <c:v>131.97999999999999</c:v>
                </c:pt>
                <c:pt idx="10821">
                  <c:v>146.97</c:v>
                </c:pt>
                <c:pt idx="10822">
                  <c:v>131.97999999999999</c:v>
                </c:pt>
                <c:pt idx="10823">
                  <c:v>228.23</c:v>
                </c:pt>
                <c:pt idx="10824">
                  <c:v>65.989999999999995</c:v>
                </c:pt>
                <c:pt idx="10825">
                  <c:v>135.82</c:v>
                </c:pt>
                <c:pt idx="10826">
                  <c:v>90.94</c:v>
                </c:pt>
                <c:pt idx="10827">
                  <c:v>65.989999999999995</c:v>
                </c:pt>
                <c:pt idx="10828">
                  <c:v>84.99</c:v>
                </c:pt>
                <c:pt idx="10829">
                  <c:v>81.98</c:v>
                </c:pt>
                <c:pt idx="10830">
                  <c:v>65.989999999999995</c:v>
                </c:pt>
                <c:pt idx="10831">
                  <c:v>84.99</c:v>
                </c:pt>
                <c:pt idx="10832">
                  <c:v>84.99</c:v>
                </c:pt>
                <c:pt idx="10833">
                  <c:v>92.98</c:v>
                </c:pt>
                <c:pt idx="10834">
                  <c:v>65.989999999999995</c:v>
                </c:pt>
                <c:pt idx="10835">
                  <c:v>84.99</c:v>
                </c:pt>
                <c:pt idx="10836">
                  <c:v>84.99</c:v>
                </c:pt>
                <c:pt idx="10837">
                  <c:v>84.99</c:v>
                </c:pt>
                <c:pt idx="10838">
                  <c:v>84.99</c:v>
                </c:pt>
                <c:pt idx="10839">
                  <c:v>65.989999999999995</c:v>
                </c:pt>
                <c:pt idx="10840">
                  <c:v>104.98</c:v>
                </c:pt>
                <c:pt idx="10841">
                  <c:v>84.99</c:v>
                </c:pt>
                <c:pt idx="10842">
                  <c:v>84.99</c:v>
                </c:pt>
                <c:pt idx="10843">
                  <c:v>84.99</c:v>
                </c:pt>
                <c:pt idx="10844">
                  <c:v>84.99</c:v>
                </c:pt>
                <c:pt idx="10845">
                  <c:v>99.98</c:v>
                </c:pt>
                <c:pt idx="10846">
                  <c:v>84.99</c:v>
                </c:pt>
                <c:pt idx="10847">
                  <c:v>84.99</c:v>
                </c:pt>
                <c:pt idx="10848">
                  <c:v>84.99</c:v>
                </c:pt>
                <c:pt idx="10849">
                  <c:v>65.989999999999995</c:v>
                </c:pt>
                <c:pt idx="10850">
                  <c:v>65.989999999999995</c:v>
                </c:pt>
                <c:pt idx="10851">
                  <c:v>84.99</c:v>
                </c:pt>
                <c:pt idx="10852">
                  <c:v>84.99</c:v>
                </c:pt>
                <c:pt idx="10853">
                  <c:v>119.98</c:v>
                </c:pt>
                <c:pt idx="10854">
                  <c:v>65.989999999999995</c:v>
                </c:pt>
                <c:pt idx="10855">
                  <c:v>81.98</c:v>
                </c:pt>
                <c:pt idx="10856">
                  <c:v>65.989999999999995</c:v>
                </c:pt>
                <c:pt idx="10857">
                  <c:v>104.98</c:v>
                </c:pt>
                <c:pt idx="10858">
                  <c:v>84.99</c:v>
                </c:pt>
                <c:pt idx="10859">
                  <c:v>104.98</c:v>
                </c:pt>
                <c:pt idx="10860">
                  <c:v>84.99</c:v>
                </c:pt>
                <c:pt idx="10861">
                  <c:v>65.989999999999995</c:v>
                </c:pt>
                <c:pt idx="10862">
                  <c:v>81.98</c:v>
                </c:pt>
                <c:pt idx="10863">
                  <c:v>81.98</c:v>
                </c:pt>
                <c:pt idx="10864">
                  <c:v>81.98</c:v>
                </c:pt>
                <c:pt idx="10865">
                  <c:v>65.989999999999995</c:v>
                </c:pt>
                <c:pt idx="10866">
                  <c:v>81.98</c:v>
                </c:pt>
                <c:pt idx="10867">
                  <c:v>84.99</c:v>
                </c:pt>
                <c:pt idx="10868">
                  <c:v>134.97</c:v>
                </c:pt>
                <c:pt idx="10869">
                  <c:v>15.49</c:v>
                </c:pt>
                <c:pt idx="10870">
                  <c:v>225.93</c:v>
                </c:pt>
                <c:pt idx="10871">
                  <c:v>207.93</c:v>
                </c:pt>
                <c:pt idx="10872">
                  <c:v>99.96</c:v>
                </c:pt>
                <c:pt idx="10873">
                  <c:v>94.95</c:v>
                </c:pt>
                <c:pt idx="10874">
                  <c:v>116.84</c:v>
                </c:pt>
                <c:pt idx="10875">
                  <c:v>119.96</c:v>
                </c:pt>
                <c:pt idx="10876">
                  <c:v>119.96</c:v>
                </c:pt>
                <c:pt idx="10877">
                  <c:v>89.97</c:v>
                </c:pt>
                <c:pt idx="10878">
                  <c:v>59.98</c:v>
                </c:pt>
                <c:pt idx="10879">
                  <c:v>169.94</c:v>
                </c:pt>
                <c:pt idx="10880">
                  <c:v>193.94</c:v>
                </c:pt>
                <c:pt idx="10881">
                  <c:v>221.92</c:v>
                </c:pt>
                <c:pt idx="10882">
                  <c:v>184.27</c:v>
                </c:pt>
                <c:pt idx="10883">
                  <c:v>184.97</c:v>
                </c:pt>
                <c:pt idx="10884">
                  <c:v>150.27000000000001</c:v>
                </c:pt>
                <c:pt idx="10885">
                  <c:v>120.66</c:v>
                </c:pt>
                <c:pt idx="10886">
                  <c:v>130.46</c:v>
                </c:pt>
                <c:pt idx="10887">
                  <c:v>148.97</c:v>
                </c:pt>
                <c:pt idx="10888">
                  <c:v>89.98</c:v>
                </c:pt>
                <c:pt idx="10889">
                  <c:v>158</c:v>
                </c:pt>
                <c:pt idx="10890">
                  <c:v>173.47</c:v>
                </c:pt>
                <c:pt idx="10891">
                  <c:v>128.80000000000001</c:v>
                </c:pt>
                <c:pt idx="10892">
                  <c:v>166.38</c:v>
                </c:pt>
                <c:pt idx="10893">
                  <c:v>196.65</c:v>
                </c:pt>
                <c:pt idx="10894">
                  <c:v>169.98</c:v>
                </c:pt>
                <c:pt idx="10895">
                  <c:v>89.97</c:v>
                </c:pt>
                <c:pt idx="10896">
                  <c:v>169.98</c:v>
                </c:pt>
                <c:pt idx="10897">
                  <c:v>104.97</c:v>
                </c:pt>
                <c:pt idx="10898">
                  <c:v>155.96</c:v>
                </c:pt>
                <c:pt idx="10899">
                  <c:v>84.98</c:v>
                </c:pt>
                <c:pt idx="10900">
                  <c:v>105.98</c:v>
                </c:pt>
                <c:pt idx="10901">
                  <c:v>65.64</c:v>
                </c:pt>
                <c:pt idx="10902">
                  <c:v>145.41999999999999</c:v>
                </c:pt>
                <c:pt idx="10903">
                  <c:v>54.97</c:v>
                </c:pt>
                <c:pt idx="10904">
                  <c:v>119.97</c:v>
                </c:pt>
                <c:pt idx="10905">
                  <c:v>173.97</c:v>
                </c:pt>
                <c:pt idx="10906">
                  <c:v>130.38</c:v>
                </c:pt>
                <c:pt idx="10907">
                  <c:v>127.98</c:v>
                </c:pt>
                <c:pt idx="10908">
                  <c:v>84.98</c:v>
                </c:pt>
                <c:pt idx="10909">
                  <c:v>84.99</c:v>
                </c:pt>
                <c:pt idx="10910">
                  <c:v>109.95</c:v>
                </c:pt>
                <c:pt idx="10911">
                  <c:v>84.99</c:v>
                </c:pt>
                <c:pt idx="10912">
                  <c:v>134.97999999999999</c:v>
                </c:pt>
                <c:pt idx="10913">
                  <c:v>80.97</c:v>
                </c:pt>
                <c:pt idx="10914">
                  <c:v>134.97999999999999</c:v>
                </c:pt>
                <c:pt idx="10915">
                  <c:v>63.05</c:v>
                </c:pt>
                <c:pt idx="10916">
                  <c:v>69.98</c:v>
                </c:pt>
                <c:pt idx="10917">
                  <c:v>84.99</c:v>
                </c:pt>
                <c:pt idx="10918">
                  <c:v>195.35</c:v>
                </c:pt>
                <c:pt idx="10919">
                  <c:v>70.989999999999995</c:v>
                </c:pt>
                <c:pt idx="10920">
                  <c:v>139.94999999999999</c:v>
                </c:pt>
                <c:pt idx="10921">
                  <c:v>84.99</c:v>
                </c:pt>
                <c:pt idx="10922">
                  <c:v>169.98</c:v>
                </c:pt>
                <c:pt idx="10923">
                  <c:v>205.67</c:v>
                </c:pt>
                <c:pt idx="10924">
                  <c:v>84.99</c:v>
                </c:pt>
                <c:pt idx="10925">
                  <c:v>131.97999999999999</c:v>
                </c:pt>
                <c:pt idx="10926">
                  <c:v>207.96</c:v>
                </c:pt>
                <c:pt idx="10927">
                  <c:v>207.96</c:v>
                </c:pt>
                <c:pt idx="10928">
                  <c:v>153.47</c:v>
                </c:pt>
                <c:pt idx="10929">
                  <c:v>153.47</c:v>
                </c:pt>
                <c:pt idx="10930">
                  <c:v>68.98</c:v>
                </c:pt>
                <c:pt idx="10931">
                  <c:v>188.97</c:v>
                </c:pt>
                <c:pt idx="10932">
                  <c:v>68.98</c:v>
                </c:pt>
                <c:pt idx="10933">
                  <c:v>149.34</c:v>
                </c:pt>
                <c:pt idx="10934">
                  <c:v>149.34</c:v>
                </c:pt>
                <c:pt idx="10935">
                  <c:v>131.97999999999999</c:v>
                </c:pt>
                <c:pt idx="10936">
                  <c:v>131.97999999999999</c:v>
                </c:pt>
                <c:pt idx="10937">
                  <c:v>169.98</c:v>
                </c:pt>
                <c:pt idx="10938">
                  <c:v>131.97999999999999</c:v>
                </c:pt>
                <c:pt idx="10939">
                  <c:v>169.98</c:v>
                </c:pt>
                <c:pt idx="10940">
                  <c:v>65.989999999999995</c:v>
                </c:pt>
                <c:pt idx="10941">
                  <c:v>65.989999999999995</c:v>
                </c:pt>
                <c:pt idx="10942">
                  <c:v>131.97999999999999</c:v>
                </c:pt>
                <c:pt idx="10943">
                  <c:v>188.97</c:v>
                </c:pt>
                <c:pt idx="10944">
                  <c:v>227.94</c:v>
                </c:pt>
                <c:pt idx="10945">
                  <c:v>207.96</c:v>
                </c:pt>
                <c:pt idx="10946">
                  <c:v>150.97</c:v>
                </c:pt>
                <c:pt idx="10947">
                  <c:v>150.97</c:v>
                </c:pt>
                <c:pt idx="10948">
                  <c:v>131.97999999999999</c:v>
                </c:pt>
                <c:pt idx="10949">
                  <c:v>207.96</c:v>
                </c:pt>
                <c:pt idx="10950">
                  <c:v>227.94</c:v>
                </c:pt>
                <c:pt idx="10951">
                  <c:v>260.83</c:v>
                </c:pt>
                <c:pt idx="10952">
                  <c:v>49.97</c:v>
                </c:pt>
                <c:pt idx="10953">
                  <c:v>276.49</c:v>
                </c:pt>
                <c:pt idx="10954">
                  <c:v>309.72000000000003</c:v>
                </c:pt>
                <c:pt idx="10955">
                  <c:v>145.97</c:v>
                </c:pt>
                <c:pt idx="10956">
                  <c:v>157.32</c:v>
                </c:pt>
                <c:pt idx="10957">
                  <c:v>279.13</c:v>
                </c:pt>
                <c:pt idx="10958">
                  <c:v>62.98</c:v>
                </c:pt>
                <c:pt idx="10959">
                  <c:v>75.87</c:v>
                </c:pt>
                <c:pt idx="10960">
                  <c:v>152.96</c:v>
                </c:pt>
                <c:pt idx="10961">
                  <c:v>36.04</c:v>
                </c:pt>
                <c:pt idx="10962">
                  <c:v>112.62</c:v>
                </c:pt>
                <c:pt idx="10963">
                  <c:v>62.98</c:v>
                </c:pt>
                <c:pt idx="10964">
                  <c:v>209.97</c:v>
                </c:pt>
                <c:pt idx="10965">
                  <c:v>309.95999999999998</c:v>
                </c:pt>
                <c:pt idx="10966">
                  <c:v>134.97999999999999</c:v>
                </c:pt>
                <c:pt idx="10967">
                  <c:v>395.94</c:v>
                </c:pt>
                <c:pt idx="10968">
                  <c:v>75.97</c:v>
                </c:pt>
                <c:pt idx="10969">
                  <c:v>187.97</c:v>
                </c:pt>
                <c:pt idx="10970">
                  <c:v>121.98</c:v>
                </c:pt>
                <c:pt idx="10971">
                  <c:v>644.91999999999996</c:v>
                </c:pt>
                <c:pt idx="10972">
                  <c:v>216.97</c:v>
                </c:pt>
                <c:pt idx="10973">
                  <c:v>159.97999999999999</c:v>
                </c:pt>
                <c:pt idx="10974">
                  <c:v>169.98</c:v>
                </c:pt>
                <c:pt idx="10975">
                  <c:v>62.98</c:v>
                </c:pt>
                <c:pt idx="10976">
                  <c:v>169.98</c:v>
                </c:pt>
                <c:pt idx="10977">
                  <c:v>169.98</c:v>
                </c:pt>
                <c:pt idx="10978">
                  <c:v>238.96</c:v>
                </c:pt>
                <c:pt idx="10979">
                  <c:v>190.97</c:v>
                </c:pt>
                <c:pt idx="10980">
                  <c:v>164.88</c:v>
                </c:pt>
                <c:pt idx="10981">
                  <c:v>70.97</c:v>
                </c:pt>
                <c:pt idx="10982">
                  <c:v>169.98</c:v>
                </c:pt>
                <c:pt idx="10983">
                  <c:v>101.47</c:v>
                </c:pt>
                <c:pt idx="10984">
                  <c:v>169.98</c:v>
                </c:pt>
                <c:pt idx="10985">
                  <c:v>126.51</c:v>
                </c:pt>
                <c:pt idx="10986">
                  <c:v>152.66999999999999</c:v>
                </c:pt>
                <c:pt idx="10987">
                  <c:v>53.98</c:v>
                </c:pt>
                <c:pt idx="10988">
                  <c:v>96.97</c:v>
                </c:pt>
                <c:pt idx="10989">
                  <c:v>96.97</c:v>
                </c:pt>
                <c:pt idx="10990">
                  <c:v>124.92</c:v>
                </c:pt>
                <c:pt idx="10991">
                  <c:v>98.98</c:v>
                </c:pt>
                <c:pt idx="10992">
                  <c:v>79.98</c:v>
                </c:pt>
                <c:pt idx="10993">
                  <c:v>109.97</c:v>
                </c:pt>
                <c:pt idx="10994">
                  <c:v>69.98</c:v>
                </c:pt>
                <c:pt idx="10995">
                  <c:v>84.99</c:v>
                </c:pt>
                <c:pt idx="10996">
                  <c:v>84.99</c:v>
                </c:pt>
                <c:pt idx="10997">
                  <c:v>211.96</c:v>
                </c:pt>
                <c:pt idx="10998">
                  <c:v>211.96</c:v>
                </c:pt>
                <c:pt idx="10999">
                  <c:v>251.94</c:v>
                </c:pt>
                <c:pt idx="11000">
                  <c:v>291.94</c:v>
                </c:pt>
                <c:pt idx="11001">
                  <c:v>84.99</c:v>
                </c:pt>
                <c:pt idx="11002">
                  <c:v>278.8</c:v>
                </c:pt>
                <c:pt idx="11003">
                  <c:v>190.59</c:v>
                </c:pt>
                <c:pt idx="11004">
                  <c:v>188.96</c:v>
                </c:pt>
                <c:pt idx="11005">
                  <c:v>153.46</c:v>
                </c:pt>
                <c:pt idx="11006">
                  <c:v>119.97</c:v>
                </c:pt>
                <c:pt idx="11007">
                  <c:v>118.98</c:v>
                </c:pt>
                <c:pt idx="11008">
                  <c:v>172.97</c:v>
                </c:pt>
                <c:pt idx="11009">
                  <c:v>156.58000000000001</c:v>
                </c:pt>
                <c:pt idx="11010">
                  <c:v>168.58</c:v>
                </c:pt>
                <c:pt idx="11011">
                  <c:v>99.98</c:v>
                </c:pt>
                <c:pt idx="11012">
                  <c:v>149.97999999999999</c:v>
                </c:pt>
                <c:pt idx="11013">
                  <c:v>160.96</c:v>
                </c:pt>
                <c:pt idx="11014">
                  <c:v>172.79</c:v>
                </c:pt>
                <c:pt idx="11015">
                  <c:v>79.98</c:v>
                </c:pt>
                <c:pt idx="11016">
                  <c:v>217.46</c:v>
                </c:pt>
                <c:pt idx="11017">
                  <c:v>198.98</c:v>
                </c:pt>
                <c:pt idx="11018">
                  <c:v>174.97</c:v>
                </c:pt>
                <c:pt idx="11019">
                  <c:v>245.95</c:v>
                </c:pt>
                <c:pt idx="11020">
                  <c:v>343.94</c:v>
                </c:pt>
                <c:pt idx="11021">
                  <c:v>263.95999999999998</c:v>
                </c:pt>
                <c:pt idx="11022">
                  <c:v>197.97</c:v>
                </c:pt>
                <c:pt idx="11023">
                  <c:v>252.6</c:v>
                </c:pt>
                <c:pt idx="11024">
                  <c:v>112.97</c:v>
                </c:pt>
                <c:pt idx="11025">
                  <c:v>237.56</c:v>
                </c:pt>
                <c:pt idx="11026">
                  <c:v>165.47</c:v>
                </c:pt>
                <c:pt idx="11027">
                  <c:v>78.98</c:v>
                </c:pt>
                <c:pt idx="11028">
                  <c:v>109.98</c:v>
                </c:pt>
                <c:pt idx="11029">
                  <c:v>131.06</c:v>
                </c:pt>
                <c:pt idx="11030">
                  <c:v>169.98</c:v>
                </c:pt>
                <c:pt idx="11031">
                  <c:v>179.96</c:v>
                </c:pt>
                <c:pt idx="11032">
                  <c:v>191.21</c:v>
                </c:pt>
                <c:pt idx="11033">
                  <c:v>196.97</c:v>
                </c:pt>
                <c:pt idx="11034">
                  <c:v>170.54</c:v>
                </c:pt>
                <c:pt idx="11035">
                  <c:v>137.72</c:v>
                </c:pt>
                <c:pt idx="11036">
                  <c:v>201.51</c:v>
                </c:pt>
                <c:pt idx="11037">
                  <c:v>138.57</c:v>
                </c:pt>
                <c:pt idx="11038">
                  <c:v>240.89</c:v>
                </c:pt>
                <c:pt idx="11039">
                  <c:v>116.97</c:v>
                </c:pt>
                <c:pt idx="11040">
                  <c:v>-355.95</c:v>
                </c:pt>
                <c:pt idx="11041">
                  <c:v>61.98</c:v>
                </c:pt>
                <c:pt idx="11042">
                  <c:v>254.97</c:v>
                </c:pt>
                <c:pt idx="11043">
                  <c:v>355.95</c:v>
                </c:pt>
                <c:pt idx="11044">
                  <c:v>147.16</c:v>
                </c:pt>
                <c:pt idx="11045">
                  <c:v>131.97999999999999</c:v>
                </c:pt>
                <c:pt idx="11046">
                  <c:v>158.61000000000001</c:v>
                </c:pt>
                <c:pt idx="11047">
                  <c:v>339.96</c:v>
                </c:pt>
                <c:pt idx="11048">
                  <c:v>131.97999999999999</c:v>
                </c:pt>
                <c:pt idx="11049">
                  <c:v>295.94</c:v>
                </c:pt>
                <c:pt idx="11050">
                  <c:v>247.77</c:v>
                </c:pt>
                <c:pt idx="11051">
                  <c:v>254.97</c:v>
                </c:pt>
                <c:pt idx="11052">
                  <c:v>339.96</c:v>
                </c:pt>
                <c:pt idx="11053">
                  <c:v>280.95999999999998</c:v>
                </c:pt>
                <c:pt idx="11054">
                  <c:v>169.98</c:v>
                </c:pt>
                <c:pt idx="11055">
                  <c:v>147.97</c:v>
                </c:pt>
                <c:pt idx="11056">
                  <c:v>339.96</c:v>
                </c:pt>
                <c:pt idx="11057">
                  <c:v>247.47</c:v>
                </c:pt>
                <c:pt idx="11058">
                  <c:v>339.96</c:v>
                </c:pt>
                <c:pt idx="11059">
                  <c:v>314.95999999999998</c:v>
                </c:pt>
                <c:pt idx="11060">
                  <c:v>69.989999999999995</c:v>
                </c:pt>
                <c:pt idx="11061">
                  <c:v>232.08</c:v>
                </c:pt>
                <c:pt idx="11062">
                  <c:v>339.96</c:v>
                </c:pt>
                <c:pt idx="11063">
                  <c:v>254.97</c:v>
                </c:pt>
                <c:pt idx="11064">
                  <c:v>154.58000000000001</c:v>
                </c:pt>
                <c:pt idx="11065">
                  <c:v>154.15</c:v>
                </c:pt>
                <c:pt idx="11066">
                  <c:v>159.97999999999999</c:v>
                </c:pt>
                <c:pt idx="11067">
                  <c:v>219.97</c:v>
                </c:pt>
                <c:pt idx="11068">
                  <c:v>159.97999999999999</c:v>
                </c:pt>
                <c:pt idx="11069">
                  <c:v>159.97999999999999</c:v>
                </c:pt>
                <c:pt idx="11070">
                  <c:v>240.69</c:v>
                </c:pt>
                <c:pt idx="11071">
                  <c:v>159.97999999999999</c:v>
                </c:pt>
                <c:pt idx="11072">
                  <c:v>219.97</c:v>
                </c:pt>
                <c:pt idx="11073">
                  <c:v>159.97999999999999</c:v>
                </c:pt>
                <c:pt idx="11074">
                  <c:v>154.15</c:v>
                </c:pt>
                <c:pt idx="11075">
                  <c:v>159.97999999999999</c:v>
                </c:pt>
                <c:pt idx="11076">
                  <c:v>213.96</c:v>
                </c:pt>
                <c:pt idx="11077">
                  <c:v>131.97999999999999</c:v>
                </c:pt>
                <c:pt idx="11078">
                  <c:v>169.98</c:v>
                </c:pt>
                <c:pt idx="11079">
                  <c:v>169.98</c:v>
                </c:pt>
                <c:pt idx="11080">
                  <c:v>135.97</c:v>
                </c:pt>
                <c:pt idx="11081">
                  <c:v>155.44</c:v>
                </c:pt>
                <c:pt idx="11082">
                  <c:v>155.44</c:v>
                </c:pt>
                <c:pt idx="11083">
                  <c:v>131.97999999999999</c:v>
                </c:pt>
                <c:pt idx="11084">
                  <c:v>154.58000000000001</c:v>
                </c:pt>
                <c:pt idx="11085">
                  <c:v>154.28</c:v>
                </c:pt>
                <c:pt idx="11086">
                  <c:v>213.96</c:v>
                </c:pt>
                <c:pt idx="11087">
                  <c:v>131.97999999999999</c:v>
                </c:pt>
                <c:pt idx="11088">
                  <c:v>135.97</c:v>
                </c:pt>
                <c:pt idx="11089">
                  <c:v>159.97999999999999</c:v>
                </c:pt>
                <c:pt idx="11090">
                  <c:v>159.97999999999999</c:v>
                </c:pt>
                <c:pt idx="11091">
                  <c:v>131.97999999999999</c:v>
                </c:pt>
                <c:pt idx="11092">
                  <c:v>154.28</c:v>
                </c:pt>
                <c:pt idx="11093">
                  <c:v>240.69</c:v>
                </c:pt>
                <c:pt idx="11094">
                  <c:v>399.92</c:v>
                </c:pt>
                <c:pt idx="11095">
                  <c:v>214.92</c:v>
                </c:pt>
                <c:pt idx="11096">
                  <c:v>339.96</c:v>
                </c:pt>
                <c:pt idx="11097">
                  <c:v>161.96</c:v>
                </c:pt>
                <c:pt idx="11098">
                  <c:v>263.95999999999998</c:v>
                </c:pt>
                <c:pt idx="11099">
                  <c:v>254.97</c:v>
                </c:pt>
                <c:pt idx="11100">
                  <c:v>247.37</c:v>
                </c:pt>
                <c:pt idx="11101">
                  <c:v>323.95999999999998</c:v>
                </c:pt>
                <c:pt idx="11102">
                  <c:v>184.97</c:v>
                </c:pt>
                <c:pt idx="11103">
                  <c:v>263.95999999999998</c:v>
                </c:pt>
                <c:pt idx="11104">
                  <c:v>146.94999999999999</c:v>
                </c:pt>
                <c:pt idx="11105">
                  <c:v>147.96</c:v>
                </c:pt>
                <c:pt idx="11106">
                  <c:v>59.94</c:v>
                </c:pt>
                <c:pt idx="11107">
                  <c:v>132.88</c:v>
                </c:pt>
                <c:pt idx="11108">
                  <c:v>143.94999999999999</c:v>
                </c:pt>
                <c:pt idx="11109">
                  <c:v>136.93</c:v>
                </c:pt>
                <c:pt idx="11110">
                  <c:v>61.96</c:v>
                </c:pt>
                <c:pt idx="11111">
                  <c:v>130.91</c:v>
                </c:pt>
                <c:pt idx="11112">
                  <c:v>71.930000000000007</c:v>
                </c:pt>
                <c:pt idx="11113">
                  <c:v>190.91</c:v>
                </c:pt>
                <c:pt idx="11114">
                  <c:v>250.93</c:v>
                </c:pt>
                <c:pt idx="11115">
                  <c:v>76.95</c:v>
                </c:pt>
                <c:pt idx="11116">
                  <c:v>94.97</c:v>
                </c:pt>
                <c:pt idx="11117">
                  <c:v>147.96</c:v>
                </c:pt>
                <c:pt idx="11118">
                  <c:v>59.94</c:v>
                </c:pt>
                <c:pt idx="11119">
                  <c:v>180.94</c:v>
                </c:pt>
                <c:pt idx="11120">
                  <c:v>73.98</c:v>
                </c:pt>
                <c:pt idx="11121">
                  <c:v>59.94</c:v>
                </c:pt>
                <c:pt idx="11122">
                  <c:v>209.93</c:v>
                </c:pt>
                <c:pt idx="11123">
                  <c:v>68.97</c:v>
                </c:pt>
                <c:pt idx="11124">
                  <c:v>101.95</c:v>
                </c:pt>
                <c:pt idx="11125">
                  <c:v>75.319999999999993</c:v>
                </c:pt>
                <c:pt idx="11126">
                  <c:v>65.989999999999995</c:v>
                </c:pt>
                <c:pt idx="11127">
                  <c:v>65.989999999999995</c:v>
                </c:pt>
                <c:pt idx="11128">
                  <c:v>53.97</c:v>
                </c:pt>
                <c:pt idx="11129">
                  <c:v>65.33</c:v>
                </c:pt>
                <c:pt idx="11130">
                  <c:v>65.33</c:v>
                </c:pt>
                <c:pt idx="11131">
                  <c:v>53.97</c:v>
                </c:pt>
                <c:pt idx="11132">
                  <c:v>65.989999999999995</c:v>
                </c:pt>
                <c:pt idx="11133">
                  <c:v>84.44</c:v>
                </c:pt>
                <c:pt idx="11134">
                  <c:v>65.989999999999995</c:v>
                </c:pt>
                <c:pt idx="11135">
                  <c:v>64.37</c:v>
                </c:pt>
                <c:pt idx="11136">
                  <c:v>84.44</c:v>
                </c:pt>
                <c:pt idx="11137">
                  <c:v>74.319999999999993</c:v>
                </c:pt>
                <c:pt idx="11138">
                  <c:v>80.98</c:v>
                </c:pt>
                <c:pt idx="11139">
                  <c:v>74.319999999999993</c:v>
                </c:pt>
                <c:pt idx="11140">
                  <c:v>75.319999999999993</c:v>
                </c:pt>
                <c:pt idx="11141">
                  <c:v>80.98</c:v>
                </c:pt>
                <c:pt idx="11142">
                  <c:v>65.33</c:v>
                </c:pt>
                <c:pt idx="11143">
                  <c:v>65.33</c:v>
                </c:pt>
                <c:pt idx="11144">
                  <c:v>65.23</c:v>
                </c:pt>
                <c:pt idx="11145">
                  <c:v>55.31</c:v>
                </c:pt>
                <c:pt idx="11146">
                  <c:v>65.23</c:v>
                </c:pt>
                <c:pt idx="11147">
                  <c:v>53.1</c:v>
                </c:pt>
                <c:pt idx="11148">
                  <c:v>65.989999999999995</c:v>
                </c:pt>
                <c:pt idx="11149">
                  <c:v>65.989999999999995</c:v>
                </c:pt>
                <c:pt idx="11150">
                  <c:v>80.13</c:v>
                </c:pt>
                <c:pt idx="11151">
                  <c:v>80.13</c:v>
                </c:pt>
                <c:pt idx="11152">
                  <c:v>65.33</c:v>
                </c:pt>
                <c:pt idx="11153">
                  <c:v>65.14</c:v>
                </c:pt>
                <c:pt idx="11154">
                  <c:v>90.48</c:v>
                </c:pt>
                <c:pt idx="11155">
                  <c:v>90.48</c:v>
                </c:pt>
                <c:pt idx="11156">
                  <c:v>65.14</c:v>
                </c:pt>
                <c:pt idx="11157">
                  <c:v>35.99</c:v>
                </c:pt>
                <c:pt idx="11158">
                  <c:v>55.31</c:v>
                </c:pt>
                <c:pt idx="11159">
                  <c:v>65.989999999999995</c:v>
                </c:pt>
                <c:pt idx="11160">
                  <c:v>74.319999999999993</c:v>
                </c:pt>
                <c:pt idx="11161">
                  <c:v>95.16</c:v>
                </c:pt>
                <c:pt idx="11162">
                  <c:v>95.16</c:v>
                </c:pt>
                <c:pt idx="11163">
                  <c:v>65.33</c:v>
                </c:pt>
                <c:pt idx="11164">
                  <c:v>74.319999999999993</c:v>
                </c:pt>
                <c:pt idx="11165">
                  <c:v>74.98</c:v>
                </c:pt>
                <c:pt idx="11166">
                  <c:v>53.1</c:v>
                </c:pt>
                <c:pt idx="11167">
                  <c:v>84.32</c:v>
                </c:pt>
                <c:pt idx="11168">
                  <c:v>74.98</c:v>
                </c:pt>
                <c:pt idx="11169">
                  <c:v>74.98</c:v>
                </c:pt>
                <c:pt idx="11170">
                  <c:v>65.989999999999995</c:v>
                </c:pt>
                <c:pt idx="11171">
                  <c:v>84.32</c:v>
                </c:pt>
                <c:pt idx="11172">
                  <c:v>35.99</c:v>
                </c:pt>
                <c:pt idx="11173">
                  <c:v>74.98</c:v>
                </c:pt>
                <c:pt idx="11174">
                  <c:v>64.37</c:v>
                </c:pt>
                <c:pt idx="11175">
                  <c:v>65.150000000000006</c:v>
                </c:pt>
                <c:pt idx="11176">
                  <c:v>60.53</c:v>
                </c:pt>
                <c:pt idx="11177">
                  <c:v>74.319999999999993</c:v>
                </c:pt>
                <c:pt idx="11178">
                  <c:v>65.989999999999995</c:v>
                </c:pt>
                <c:pt idx="11179">
                  <c:v>65.150000000000006</c:v>
                </c:pt>
                <c:pt idx="11180">
                  <c:v>86.96</c:v>
                </c:pt>
                <c:pt idx="11181">
                  <c:v>86.96</c:v>
                </c:pt>
                <c:pt idx="11182">
                  <c:v>74.319999999999993</c:v>
                </c:pt>
                <c:pt idx="11183">
                  <c:v>65.989999999999995</c:v>
                </c:pt>
                <c:pt idx="11184">
                  <c:v>65.989999999999995</c:v>
                </c:pt>
                <c:pt idx="11185">
                  <c:v>65.03</c:v>
                </c:pt>
                <c:pt idx="11186">
                  <c:v>60.53</c:v>
                </c:pt>
                <c:pt idx="11187">
                  <c:v>65.069999999999993</c:v>
                </c:pt>
                <c:pt idx="11188">
                  <c:v>74.23</c:v>
                </c:pt>
                <c:pt idx="11189">
                  <c:v>83.22</c:v>
                </c:pt>
                <c:pt idx="11190">
                  <c:v>65.069999999999993</c:v>
                </c:pt>
                <c:pt idx="11191">
                  <c:v>83.22</c:v>
                </c:pt>
                <c:pt idx="11192">
                  <c:v>83.97</c:v>
                </c:pt>
                <c:pt idx="11193">
                  <c:v>65.989999999999995</c:v>
                </c:pt>
                <c:pt idx="11194">
                  <c:v>64.37</c:v>
                </c:pt>
                <c:pt idx="11195">
                  <c:v>64.37</c:v>
                </c:pt>
                <c:pt idx="11196">
                  <c:v>83.97</c:v>
                </c:pt>
                <c:pt idx="11197">
                  <c:v>65.430000000000007</c:v>
                </c:pt>
                <c:pt idx="11198">
                  <c:v>65.03</c:v>
                </c:pt>
                <c:pt idx="11199">
                  <c:v>65.989999999999995</c:v>
                </c:pt>
                <c:pt idx="11200">
                  <c:v>65.430000000000007</c:v>
                </c:pt>
                <c:pt idx="11201">
                  <c:v>65.989999999999995</c:v>
                </c:pt>
                <c:pt idx="11202">
                  <c:v>74.23</c:v>
                </c:pt>
                <c:pt idx="11203">
                  <c:v>169.98</c:v>
                </c:pt>
                <c:pt idx="11204">
                  <c:v>169.98</c:v>
                </c:pt>
                <c:pt idx="11205">
                  <c:v>159.32</c:v>
                </c:pt>
                <c:pt idx="11206">
                  <c:v>159.63</c:v>
                </c:pt>
                <c:pt idx="11207">
                  <c:v>169.98</c:v>
                </c:pt>
                <c:pt idx="11208">
                  <c:v>84.99</c:v>
                </c:pt>
                <c:pt idx="11209">
                  <c:v>197.97</c:v>
                </c:pt>
                <c:pt idx="11210">
                  <c:v>184.97</c:v>
                </c:pt>
                <c:pt idx="11211">
                  <c:v>169.98</c:v>
                </c:pt>
                <c:pt idx="11212">
                  <c:v>116.98</c:v>
                </c:pt>
                <c:pt idx="11213">
                  <c:v>159.97999999999999</c:v>
                </c:pt>
                <c:pt idx="11214">
                  <c:v>169.98</c:v>
                </c:pt>
                <c:pt idx="11215">
                  <c:v>184.97</c:v>
                </c:pt>
                <c:pt idx="11216">
                  <c:v>197.97</c:v>
                </c:pt>
                <c:pt idx="11217">
                  <c:v>197.97</c:v>
                </c:pt>
                <c:pt idx="11218">
                  <c:v>154.19999999999999</c:v>
                </c:pt>
                <c:pt idx="11219">
                  <c:v>169.98</c:v>
                </c:pt>
                <c:pt idx="11220">
                  <c:v>169.98</c:v>
                </c:pt>
                <c:pt idx="11221">
                  <c:v>169.98</c:v>
                </c:pt>
                <c:pt idx="11222">
                  <c:v>169.98</c:v>
                </c:pt>
                <c:pt idx="11223">
                  <c:v>169.98</c:v>
                </c:pt>
                <c:pt idx="11224">
                  <c:v>169.98</c:v>
                </c:pt>
                <c:pt idx="11225">
                  <c:v>172.97</c:v>
                </c:pt>
                <c:pt idx="11226">
                  <c:v>197.97</c:v>
                </c:pt>
                <c:pt idx="11227">
                  <c:v>169.98</c:v>
                </c:pt>
                <c:pt idx="11228">
                  <c:v>137.97999999999999</c:v>
                </c:pt>
                <c:pt idx="11229">
                  <c:v>84.99</c:v>
                </c:pt>
                <c:pt idx="11230">
                  <c:v>169.98</c:v>
                </c:pt>
                <c:pt idx="11231">
                  <c:v>116.27</c:v>
                </c:pt>
                <c:pt idx="11232">
                  <c:v>125.93</c:v>
                </c:pt>
                <c:pt idx="11233">
                  <c:v>166.26</c:v>
                </c:pt>
                <c:pt idx="11234">
                  <c:v>151.27000000000001</c:v>
                </c:pt>
                <c:pt idx="11235">
                  <c:v>93.98</c:v>
                </c:pt>
                <c:pt idx="11236">
                  <c:v>166.26</c:v>
                </c:pt>
                <c:pt idx="11237">
                  <c:v>101.28</c:v>
                </c:pt>
                <c:pt idx="11238">
                  <c:v>121.26</c:v>
                </c:pt>
                <c:pt idx="11239">
                  <c:v>151.27000000000001</c:v>
                </c:pt>
                <c:pt idx="11240">
                  <c:v>151.27000000000001</c:v>
                </c:pt>
                <c:pt idx="11241">
                  <c:v>99.98</c:v>
                </c:pt>
                <c:pt idx="11242">
                  <c:v>102.58</c:v>
                </c:pt>
                <c:pt idx="11243">
                  <c:v>151.27000000000001</c:v>
                </c:pt>
                <c:pt idx="11244">
                  <c:v>96.27</c:v>
                </c:pt>
                <c:pt idx="11245">
                  <c:v>136.26</c:v>
                </c:pt>
                <c:pt idx="11246">
                  <c:v>93.47</c:v>
                </c:pt>
                <c:pt idx="11247">
                  <c:v>164.98</c:v>
                </c:pt>
                <c:pt idx="11248">
                  <c:v>137.97999999999999</c:v>
                </c:pt>
                <c:pt idx="11249">
                  <c:v>148.47999999999999</c:v>
                </c:pt>
                <c:pt idx="11250">
                  <c:v>71.989999999999995</c:v>
                </c:pt>
                <c:pt idx="11251">
                  <c:v>120.98</c:v>
                </c:pt>
                <c:pt idx="11252">
                  <c:v>159.97999999999999</c:v>
                </c:pt>
                <c:pt idx="11253">
                  <c:v>224.97</c:v>
                </c:pt>
                <c:pt idx="11254">
                  <c:v>90.97</c:v>
                </c:pt>
                <c:pt idx="11255">
                  <c:v>105.98</c:v>
                </c:pt>
                <c:pt idx="11256">
                  <c:v>361.93</c:v>
                </c:pt>
                <c:pt idx="11257">
                  <c:v>424.95</c:v>
                </c:pt>
                <c:pt idx="11258">
                  <c:v>158.97</c:v>
                </c:pt>
                <c:pt idx="11259">
                  <c:v>329.95</c:v>
                </c:pt>
                <c:pt idx="11260">
                  <c:v>402.03</c:v>
                </c:pt>
                <c:pt idx="11261">
                  <c:v>329.95</c:v>
                </c:pt>
                <c:pt idx="11262">
                  <c:v>286.8</c:v>
                </c:pt>
                <c:pt idx="11263">
                  <c:v>420.86</c:v>
                </c:pt>
                <c:pt idx="11264">
                  <c:v>499.39</c:v>
                </c:pt>
                <c:pt idx="11265">
                  <c:v>333.92</c:v>
                </c:pt>
                <c:pt idx="11266">
                  <c:v>395.94</c:v>
                </c:pt>
                <c:pt idx="11267">
                  <c:v>232.95</c:v>
                </c:pt>
                <c:pt idx="11268">
                  <c:v>461.79</c:v>
                </c:pt>
                <c:pt idx="11269">
                  <c:v>252.36</c:v>
                </c:pt>
                <c:pt idx="11270">
                  <c:v>382.46</c:v>
                </c:pt>
                <c:pt idx="11271">
                  <c:v>472.43</c:v>
                </c:pt>
                <c:pt idx="11272">
                  <c:v>131.97999999999999</c:v>
                </c:pt>
                <c:pt idx="11273">
                  <c:v>323.92</c:v>
                </c:pt>
                <c:pt idx="11274">
                  <c:v>74.95</c:v>
                </c:pt>
                <c:pt idx="11275">
                  <c:v>424.95</c:v>
                </c:pt>
                <c:pt idx="11276">
                  <c:v>395.94</c:v>
                </c:pt>
                <c:pt idx="11277">
                  <c:v>339.96</c:v>
                </c:pt>
                <c:pt idx="11278">
                  <c:v>413.94</c:v>
                </c:pt>
                <c:pt idx="11279">
                  <c:v>243.97</c:v>
                </c:pt>
                <c:pt idx="11280">
                  <c:v>254.97</c:v>
                </c:pt>
                <c:pt idx="11281">
                  <c:v>-20</c:v>
                </c:pt>
                <c:pt idx="11282">
                  <c:v>74.97</c:v>
                </c:pt>
                <c:pt idx="11283">
                  <c:v>129.9</c:v>
                </c:pt>
                <c:pt idx="11284">
                  <c:v>162.55000000000001</c:v>
                </c:pt>
                <c:pt idx="11285">
                  <c:v>238.12</c:v>
                </c:pt>
                <c:pt idx="11286">
                  <c:v>169.98</c:v>
                </c:pt>
                <c:pt idx="11287">
                  <c:v>169.98</c:v>
                </c:pt>
                <c:pt idx="11288">
                  <c:v>212.86</c:v>
                </c:pt>
                <c:pt idx="11289">
                  <c:v>169.98</c:v>
                </c:pt>
                <c:pt idx="11290">
                  <c:v>306.27</c:v>
                </c:pt>
                <c:pt idx="11291">
                  <c:v>246.7</c:v>
                </c:pt>
                <c:pt idx="11292">
                  <c:v>186.88</c:v>
                </c:pt>
                <c:pt idx="11293">
                  <c:v>78.55</c:v>
                </c:pt>
                <c:pt idx="11294">
                  <c:v>130.32</c:v>
                </c:pt>
                <c:pt idx="11295">
                  <c:v>237.96</c:v>
                </c:pt>
                <c:pt idx="11296">
                  <c:v>171.97</c:v>
                </c:pt>
                <c:pt idx="11297">
                  <c:v>87.98</c:v>
                </c:pt>
                <c:pt idx="11298">
                  <c:v>166.97</c:v>
                </c:pt>
                <c:pt idx="11299">
                  <c:v>91.98</c:v>
                </c:pt>
                <c:pt idx="11300">
                  <c:v>156.06</c:v>
                </c:pt>
                <c:pt idx="11301">
                  <c:v>56.34</c:v>
                </c:pt>
                <c:pt idx="11302">
                  <c:v>164.98</c:v>
                </c:pt>
                <c:pt idx="11303">
                  <c:v>171.97</c:v>
                </c:pt>
                <c:pt idx="11304">
                  <c:v>68.989999999999995</c:v>
                </c:pt>
                <c:pt idx="11305">
                  <c:v>99.98</c:v>
                </c:pt>
                <c:pt idx="11306">
                  <c:v>116.98</c:v>
                </c:pt>
                <c:pt idx="11307">
                  <c:v>84.99</c:v>
                </c:pt>
                <c:pt idx="11308">
                  <c:v>74.959999999999994</c:v>
                </c:pt>
                <c:pt idx="11309">
                  <c:v>104.36</c:v>
                </c:pt>
                <c:pt idx="11310">
                  <c:v>14.7</c:v>
                </c:pt>
                <c:pt idx="11311">
                  <c:v>89.95</c:v>
                </c:pt>
                <c:pt idx="11312">
                  <c:v>172.97</c:v>
                </c:pt>
                <c:pt idx="11313">
                  <c:v>263.95999999999998</c:v>
                </c:pt>
                <c:pt idx="11314">
                  <c:v>263.95999999999998</c:v>
                </c:pt>
                <c:pt idx="11315">
                  <c:v>172.97</c:v>
                </c:pt>
                <c:pt idx="11316">
                  <c:v>197.97</c:v>
                </c:pt>
                <c:pt idx="11317">
                  <c:v>242.96</c:v>
                </c:pt>
                <c:pt idx="11318">
                  <c:v>179.97</c:v>
                </c:pt>
                <c:pt idx="11319">
                  <c:v>204.97</c:v>
                </c:pt>
                <c:pt idx="11320">
                  <c:v>189.96</c:v>
                </c:pt>
                <c:pt idx="11321">
                  <c:v>182.94</c:v>
                </c:pt>
                <c:pt idx="11322">
                  <c:v>204.96</c:v>
                </c:pt>
                <c:pt idx="11323">
                  <c:v>187.95</c:v>
                </c:pt>
                <c:pt idx="11324">
                  <c:v>194.77</c:v>
                </c:pt>
                <c:pt idx="11325">
                  <c:v>209.96</c:v>
                </c:pt>
                <c:pt idx="11326">
                  <c:v>194.97</c:v>
                </c:pt>
                <c:pt idx="11327">
                  <c:v>239.91</c:v>
                </c:pt>
                <c:pt idx="11328">
                  <c:v>179.97</c:v>
                </c:pt>
                <c:pt idx="11329">
                  <c:v>189.96</c:v>
                </c:pt>
                <c:pt idx="11330">
                  <c:v>120.95</c:v>
                </c:pt>
                <c:pt idx="11331">
                  <c:v>203.94</c:v>
                </c:pt>
                <c:pt idx="11332">
                  <c:v>169.98</c:v>
                </c:pt>
                <c:pt idx="11333">
                  <c:v>80.180000000000007</c:v>
                </c:pt>
                <c:pt idx="11334">
                  <c:v>99.98</c:v>
                </c:pt>
                <c:pt idx="11335">
                  <c:v>99.98</c:v>
                </c:pt>
                <c:pt idx="11336">
                  <c:v>165.17</c:v>
                </c:pt>
                <c:pt idx="11337">
                  <c:v>99.98</c:v>
                </c:pt>
                <c:pt idx="11338">
                  <c:v>99.98</c:v>
                </c:pt>
                <c:pt idx="11339">
                  <c:v>64.98</c:v>
                </c:pt>
                <c:pt idx="11340">
                  <c:v>160.9</c:v>
                </c:pt>
                <c:pt idx="11341">
                  <c:v>99.98</c:v>
                </c:pt>
                <c:pt idx="11342">
                  <c:v>83.48</c:v>
                </c:pt>
                <c:pt idx="11343">
                  <c:v>99.98</c:v>
                </c:pt>
                <c:pt idx="11344">
                  <c:v>84.99</c:v>
                </c:pt>
                <c:pt idx="11345">
                  <c:v>184.97</c:v>
                </c:pt>
                <c:pt idx="11346">
                  <c:v>114.97</c:v>
                </c:pt>
                <c:pt idx="11347">
                  <c:v>99.98</c:v>
                </c:pt>
                <c:pt idx="11348">
                  <c:v>109.56</c:v>
                </c:pt>
                <c:pt idx="11349">
                  <c:v>64.98</c:v>
                </c:pt>
                <c:pt idx="11350">
                  <c:v>143.74</c:v>
                </c:pt>
                <c:pt idx="11351">
                  <c:v>99.98</c:v>
                </c:pt>
                <c:pt idx="11352">
                  <c:v>184.97</c:v>
                </c:pt>
                <c:pt idx="11353">
                  <c:v>76.28</c:v>
                </c:pt>
                <c:pt idx="11354">
                  <c:v>84.99</c:v>
                </c:pt>
                <c:pt idx="11355">
                  <c:v>167.96</c:v>
                </c:pt>
                <c:pt idx="11356">
                  <c:v>152.97</c:v>
                </c:pt>
                <c:pt idx="11357">
                  <c:v>84.99</c:v>
                </c:pt>
                <c:pt idx="11358">
                  <c:v>64.98</c:v>
                </c:pt>
                <c:pt idx="11359">
                  <c:v>99.98</c:v>
                </c:pt>
                <c:pt idx="11360">
                  <c:v>184.97</c:v>
                </c:pt>
                <c:pt idx="11361">
                  <c:v>84.99</c:v>
                </c:pt>
                <c:pt idx="11362">
                  <c:v>71.38</c:v>
                </c:pt>
                <c:pt idx="11363">
                  <c:v>138.78</c:v>
                </c:pt>
                <c:pt idx="11364">
                  <c:v>84.99</c:v>
                </c:pt>
                <c:pt idx="11365">
                  <c:v>99.98</c:v>
                </c:pt>
                <c:pt idx="11366">
                  <c:v>84.99</c:v>
                </c:pt>
                <c:pt idx="11367">
                  <c:v>84.99</c:v>
                </c:pt>
                <c:pt idx="11368">
                  <c:v>84.99</c:v>
                </c:pt>
                <c:pt idx="11369">
                  <c:v>118.17</c:v>
                </c:pt>
                <c:pt idx="11370">
                  <c:v>99.98</c:v>
                </c:pt>
                <c:pt idx="11371">
                  <c:v>74.790000000000006</c:v>
                </c:pt>
                <c:pt idx="11372">
                  <c:v>174.97</c:v>
                </c:pt>
                <c:pt idx="11373">
                  <c:v>99.98</c:v>
                </c:pt>
                <c:pt idx="11374">
                  <c:v>99.98</c:v>
                </c:pt>
                <c:pt idx="11375">
                  <c:v>169.98</c:v>
                </c:pt>
                <c:pt idx="11376">
                  <c:v>64.98</c:v>
                </c:pt>
                <c:pt idx="11377">
                  <c:v>103.98</c:v>
                </c:pt>
                <c:pt idx="11378">
                  <c:v>84.99</c:v>
                </c:pt>
                <c:pt idx="11379">
                  <c:v>275.95999999999998</c:v>
                </c:pt>
                <c:pt idx="11380">
                  <c:v>110.48</c:v>
                </c:pt>
                <c:pt idx="11381">
                  <c:v>76.489999999999995</c:v>
                </c:pt>
                <c:pt idx="11382">
                  <c:v>81.069999999999993</c:v>
                </c:pt>
                <c:pt idx="11383">
                  <c:v>169.98</c:v>
                </c:pt>
                <c:pt idx="11384">
                  <c:v>93.98</c:v>
                </c:pt>
                <c:pt idx="11385">
                  <c:v>172.97</c:v>
                </c:pt>
                <c:pt idx="11386">
                  <c:v>84.99</c:v>
                </c:pt>
                <c:pt idx="11387">
                  <c:v>84.99</c:v>
                </c:pt>
                <c:pt idx="11388">
                  <c:v>52.76</c:v>
                </c:pt>
                <c:pt idx="11389">
                  <c:v>84.99</c:v>
                </c:pt>
                <c:pt idx="11390">
                  <c:v>144.47999999999999</c:v>
                </c:pt>
                <c:pt idx="11391">
                  <c:v>248.96</c:v>
                </c:pt>
                <c:pt idx="11392">
                  <c:v>84.99</c:v>
                </c:pt>
                <c:pt idx="11393">
                  <c:v>84.99</c:v>
                </c:pt>
                <c:pt idx="11394">
                  <c:v>151.16</c:v>
                </c:pt>
                <c:pt idx="11395">
                  <c:v>104.13</c:v>
                </c:pt>
                <c:pt idx="11396">
                  <c:v>51.98</c:v>
                </c:pt>
                <c:pt idx="11397">
                  <c:v>59.98</c:v>
                </c:pt>
                <c:pt idx="11398">
                  <c:v>68.989999999999995</c:v>
                </c:pt>
                <c:pt idx="11399">
                  <c:v>52.97</c:v>
                </c:pt>
                <c:pt idx="11400">
                  <c:v>65.989999999999995</c:v>
                </c:pt>
                <c:pt idx="11401">
                  <c:v>68.989999999999995</c:v>
                </c:pt>
                <c:pt idx="11402">
                  <c:v>82.2</c:v>
                </c:pt>
                <c:pt idx="11403">
                  <c:v>66.88</c:v>
                </c:pt>
                <c:pt idx="11404">
                  <c:v>84.99</c:v>
                </c:pt>
                <c:pt idx="11405">
                  <c:v>81.91</c:v>
                </c:pt>
                <c:pt idx="11406">
                  <c:v>68.989999999999995</c:v>
                </c:pt>
                <c:pt idx="11407">
                  <c:v>68.989999999999995</c:v>
                </c:pt>
                <c:pt idx="11408">
                  <c:v>58.98</c:v>
                </c:pt>
                <c:pt idx="11409">
                  <c:v>68.989999999999995</c:v>
                </c:pt>
                <c:pt idx="11410">
                  <c:v>54.98</c:v>
                </c:pt>
                <c:pt idx="11411">
                  <c:v>68.989999999999995</c:v>
                </c:pt>
                <c:pt idx="11412">
                  <c:v>63.79</c:v>
                </c:pt>
                <c:pt idx="11413">
                  <c:v>131.97999999999999</c:v>
                </c:pt>
                <c:pt idx="11414">
                  <c:v>59.98</c:v>
                </c:pt>
                <c:pt idx="11415">
                  <c:v>71.989999999999995</c:v>
                </c:pt>
                <c:pt idx="11416">
                  <c:v>73.98</c:v>
                </c:pt>
                <c:pt idx="11417">
                  <c:v>50.98</c:v>
                </c:pt>
                <c:pt idx="11418">
                  <c:v>169.98</c:v>
                </c:pt>
                <c:pt idx="11419">
                  <c:v>59.98</c:v>
                </c:pt>
                <c:pt idx="11420">
                  <c:v>59.53</c:v>
                </c:pt>
                <c:pt idx="11421">
                  <c:v>84.99</c:v>
                </c:pt>
                <c:pt idx="11422">
                  <c:v>79.98</c:v>
                </c:pt>
                <c:pt idx="11423">
                  <c:v>65.989999999999995</c:v>
                </c:pt>
                <c:pt idx="11424">
                  <c:v>50.48</c:v>
                </c:pt>
                <c:pt idx="11425">
                  <c:v>76.900000000000006</c:v>
                </c:pt>
                <c:pt idx="11426">
                  <c:v>147.97</c:v>
                </c:pt>
                <c:pt idx="11427">
                  <c:v>129.18</c:v>
                </c:pt>
                <c:pt idx="11428">
                  <c:v>131.97999999999999</c:v>
                </c:pt>
                <c:pt idx="11429">
                  <c:v>196.52</c:v>
                </c:pt>
                <c:pt idx="11430">
                  <c:v>80.66</c:v>
                </c:pt>
                <c:pt idx="11431">
                  <c:v>199.96</c:v>
                </c:pt>
                <c:pt idx="11432">
                  <c:v>131.97999999999999</c:v>
                </c:pt>
                <c:pt idx="11433">
                  <c:v>238.96</c:v>
                </c:pt>
                <c:pt idx="11434">
                  <c:v>120.04</c:v>
                </c:pt>
                <c:pt idx="11435">
                  <c:v>128.52000000000001</c:v>
                </c:pt>
                <c:pt idx="11436">
                  <c:v>142.07</c:v>
                </c:pt>
                <c:pt idx="11437">
                  <c:v>121.98</c:v>
                </c:pt>
                <c:pt idx="11438">
                  <c:v>147.97</c:v>
                </c:pt>
                <c:pt idx="11439">
                  <c:v>129.18</c:v>
                </c:pt>
                <c:pt idx="11440">
                  <c:v>237.56</c:v>
                </c:pt>
                <c:pt idx="11441">
                  <c:v>131.97999999999999</c:v>
                </c:pt>
                <c:pt idx="11442">
                  <c:v>130.66</c:v>
                </c:pt>
                <c:pt idx="11443">
                  <c:v>53.98</c:v>
                </c:pt>
                <c:pt idx="11444">
                  <c:v>147.97</c:v>
                </c:pt>
                <c:pt idx="11445">
                  <c:v>131.97999999999999</c:v>
                </c:pt>
                <c:pt idx="11446">
                  <c:v>131.97999999999999</c:v>
                </c:pt>
                <c:pt idx="11447">
                  <c:v>131.97999999999999</c:v>
                </c:pt>
                <c:pt idx="11448">
                  <c:v>279.95</c:v>
                </c:pt>
                <c:pt idx="11449">
                  <c:v>86.09</c:v>
                </c:pt>
                <c:pt idx="11450">
                  <c:v>86.09</c:v>
                </c:pt>
                <c:pt idx="11451">
                  <c:v>84.14</c:v>
                </c:pt>
                <c:pt idx="11452">
                  <c:v>65.989999999999995</c:v>
                </c:pt>
                <c:pt idx="11453">
                  <c:v>131.97999999999999</c:v>
                </c:pt>
                <c:pt idx="11454">
                  <c:v>85.14</c:v>
                </c:pt>
                <c:pt idx="11455">
                  <c:v>84.14</c:v>
                </c:pt>
                <c:pt idx="11456">
                  <c:v>82.3</c:v>
                </c:pt>
                <c:pt idx="11457">
                  <c:v>82.3</c:v>
                </c:pt>
                <c:pt idx="11458">
                  <c:v>169.36</c:v>
                </c:pt>
                <c:pt idx="11459">
                  <c:v>131.97999999999999</c:v>
                </c:pt>
                <c:pt idx="11460">
                  <c:v>65.989999999999995</c:v>
                </c:pt>
                <c:pt idx="11461">
                  <c:v>65.989999999999995</c:v>
                </c:pt>
                <c:pt idx="11462">
                  <c:v>131.97999999999999</c:v>
                </c:pt>
                <c:pt idx="11463">
                  <c:v>105.98</c:v>
                </c:pt>
                <c:pt idx="11464">
                  <c:v>96.28</c:v>
                </c:pt>
                <c:pt idx="11465">
                  <c:v>85.99</c:v>
                </c:pt>
                <c:pt idx="11466">
                  <c:v>85.99</c:v>
                </c:pt>
                <c:pt idx="11467">
                  <c:v>84.97</c:v>
                </c:pt>
                <c:pt idx="11468">
                  <c:v>84.97</c:v>
                </c:pt>
                <c:pt idx="11469">
                  <c:v>96.28</c:v>
                </c:pt>
                <c:pt idx="11470">
                  <c:v>57.35</c:v>
                </c:pt>
                <c:pt idx="11471">
                  <c:v>57.35</c:v>
                </c:pt>
                <c:pt idx="11472">
                  <c:v>105.98</c:v>
                </c:pt>
                <c:pt idx="11473">
                  <c:v>86.09</c:v>
                </c:pt>
                <c:pt idx="11474">
                  <c:v>86.09</c:v>
                </c:pt>
                <c:pt idx="11475">
                  <c:v>145.97999999999999</c:v>
                </c:pt>
                <c:pt idx="11476">
                  <c:v>84.99</c:v>
                </c:pt>
                <c:pt idx="11477">
                  <c:v>84.99</c:v>
                </c:pt>
                <c:pt idx="11478">
                  <c:v>169.36</c:v>
                </c:pt>
                <c:pt idx="11479">
                  <c:v>145.97999999999999</c:v>
                </c:pt>
                <c:pt idx="11480">
                  <c:v>85.14</c:v>
                </c:pt>
                <c:pt idx="11481">
                  <c:v>130.66</c:v>
                </c:pt>
                <c:pt idx="11482">
                  <c:v>131.97999999999999</c:v>
                </c:pt>
                <c:pt idx="11483">
                  <c:v>86.09</c:v>
                </c:pt>
                <c:pt idx="11484">
                  <c:v>65.989999999999995</c:v>
                </c:pt>
                <c:pt idx="11485">
                  <c:v>65.989999999999995</c:v>
                </c:pt>
                <c:pt idx="11486">
                  <c:v>93.98</c:v>
                </c:pt>
                <c:pt idx="11487">
                  <c:v>79.540000000000006</c:v>
                </c:pt>
                <c:pt idx="11488">
                  <c:v>86.09</c:v>
                </c:pt>
                <c:pt idx="11489">
                  <c:v>93.98</c:v>
                </c:pt>
                <c:pt idx="11490">
                  <c:v>130.66</c:v>
                </c:pt>
                <c:pt idx="11491">
                  <c:v>65.989999999999995</c:v>
                </c:pt>
                <c:pt idx="11492">
                  <c:v>79.540000000000006</c:v>
                </c:pt>
                <c:pt idx="11493">
                  <c:v>32.979999999999997</c:v>
                </c:pt>
                <c:pt idx="11494">
                  <c:v>280.75</c:v>
                </c:pt>
                <c:pt idx="11495">
                  <c:v>199.96</c:v>
                </c:pt>
                <c:pt idx="11496">
                  <c:v>199.96</c:v>
                </c:pt>
                <c:pt idx="11497">
                  <c:v>327.92</c:v>
                </c:pt>
                <c:pt idx="11498">
                  <c:v>51.98</c:v>
                </c:pt>
                <c:pt idx="11499">
                  <c:v>280.75</c:v>
                </c:pt>
                <c:pt idx="11500">
                  <c:v>199.94</c:v>
                </c:pt>
                <c:pt idx="11501">
                  <c:v>254.97</c:v>
                </c:pt>
                <c:pt idx="11502">
                  <c:v>252.95</c:v>
                </c:pt>
                <c:pt idx="11503">
                  <c:v>252.95</c:v>
                </c:pt>
                <c:pt idx="11504">
                  <c:v>254.97</c:v>
                </c:pt>
                <c:pt idx="11505">
                  <c:v>131.97999999999999</c:v>
                </c:pt>
                <c:pt idx="11506">
                  <c:v>169.98</c:v>
                </c:pt>
                <c:pt idx="11507">
                  <c:v>199.94</c:v>
                </c:pt>
                <c:pt idx="11508">
                  <c:v>32.979999999999997</c:v>
                </c:pt>
                <c:pt idx="11509">
                  <c:v>169.98</c:v>
                </c:pt>
                <c:pt idx="11510">
                  <c:v>169.98</c:v>
                </c:pt>
                <c:pt idx="11511">
                  <c:v>51.98</c:v>
                </c:pt>
                <c:pt idx="11512">
                  <c:v>79.98</c:v>
                </c:pt>
                <c:pt idx="11513">
                  <c:v>327.92</c:v>
                </c:pt>
                <c:pt idx="11514">
                  <c:v>169.98</c:v>
                </c:pt>
                <c:pt idx="11515">
                  <c:v>79.98</c:v>
                </c:pt>
                <c:pt idx="11516">
                  <c:v>131.97999999999999</c:v>
                </c:pt>
                <c:pt idx="11517">
                  <c:v>291.95999999999998</c:v>
                </c:pt>
                <c:pt idx="11518">
                  <c:v>169.98</c:v>
                </c:pt>
                <c:pt idx="11519">
                  <c:v>291.95999999999998</c:v>
                </c:pt>
                <c:pt idx="11520">
                  <c:v>169.98</c:v>
                </c:pt>
                <c:pt idx="11521">
                  <c:v>182.97</c:v>
                </c:pt>
                <c:pt idx="11522">
                  <c:v>239.97</c:v>
                </c:pt>
                <c:pt idx="11523">
                  <c:v>182.97</c:v>
                </c:pt>
                <c:pt idx="11524">
                  <c:v>168.33</c:v>
                </c:pt>
                <c:pt idx="11525">
                  <c:v>239.97</c:v>
                </c:pt>
                <c:pt idx="11526">
                  <c:v>157.97</c:v>
                </c:pt>
                <c:pt idx="11527">
                  <c:v>169.98</c:v>
                </c:pt>
                <c:pt idx="11528">
                  <c:v>254.97</c:v>
                </c:pt>
                <c:pt idx="11529">
                  <c:v>69.989999999999995</c:v>
                </c:pt>
                <c:pt idx="11530">
                  <c:v>74.95</c:v>
                </c:pt>
                <c:pt idx="11531">
                  <c:v>269.95999999999998</c:v>
                </c:pt>
                <c:pt idx="11532">
                  <c:v>268.93</c:v>
                </c:pt>
                <c:pt idx="11533">
                  <c:v>69.989999999999995</c:v>
                </c:pt>
                <c:pt idx="11534">
                  <c:v>269.95999999999998</c:v>
                </c:pt>
                <c:pt idx="11535">
                  <c:v>185.96</c:v>
                </c:pt>
                <c:pt idx="11536">
                  <c:v>325.7</c:v>
                </c:pt>
                <c:pt idx="11537">
                  <c:v>82.16</c:v>
                </c:pt>
                <c:pt idx="11538">
                  <c:v>65.989999999999995</c:v>
                </c:pt>
                <c:pt idx="11539">
                  <c:v>65.989999999999995</c:v>
                </c:pt>
                <c:pt idx="11540">
                  <c:v>65.989999999999995</c:v>
                </c:pt>
                <c:pt idx="11541">
                  <c:v>50.63</c:v>
                </c:pt>
                <c:pt idx="11542">
                  <c:v>65.989999999999995</c:v>
                </c:pt>
                <c:pt idx="11543">
                  <c:v>131.97999999999999</c:v>
                </c:pt>
                <c:pt idx="11544">
                  <c:v>65.989999999999995</c:v>
                </c:pt>
                <c:pt idx="11545">
                  <c:v>84.14</c:v>
                </c:pt>
                <c:pt idx="11546">
                  <c:v>-50.63</c:v>
                </c:pt>
                <c:pt idx="11547">
                  <c:v>84.14</c:v>
                </c:pt>
                <c:pt idx="11548">
                  <c:v>65.989999999999995</c:v>
                </c:pt>
                <c:pt idx="11549">
                  <c:v>84.99</c:v>
                </c:pt>
                <c:pt idx="11550">
                  <c:v>64.010000000000005</c:v>
                </c:pt>
                <c:pt idx="11551">
                  <c:v>84.99</c:v>
                </c:pt>
                <c:pt idx="11552">
                  <c:v>84.99</c:v>
                </c:pt>
                <c:pt idx="11553">
                  <c:v>84.14</c:v>
                </c:pt>
                <c:pt idx="11554">
                  <c:v>84.99</c:v>
                </c:pt>
                <c:pt idx="11555">
                  <c:v>65.989999999999995</c:v>
                </c:pt>
                <c:pt idx="11556">
                  <c:v>78.98</c:v>
                </c:pt>
                <c:pt idx="11557">
                  <c:v>61.11</c:v>
                </c:pt>
                <c:pt idx="11558">
                  <c:v>83.29</c:v>
                </c:pt>
                <c:pt idx="11559">
                  <c:v>87.71</c:v>
                </c:pt>
                <c:pt idx="11560">
                  <c:v>147.6</c:v>
                </c:pt>
                <c:pt idx="11561">
                  <c:v>146.86000000000001</c:v>
                </c:pt>
                <c:pt idx="11562">
                  <c:v>122.19</c:v>
                </c:pt>
                <c:pt idx="11563">
                  <c:v>79.819999999999993</c:v>
                </c:pt>
                <c:pt idx="11564">
                  <c:v>122.19</c:v>
                </c:pt>
                <c:pt idx="11565">
                  <c:v>147.6</c:v>
                </c:pt>
                <c:pt idx="11566">
                  <c:v>73.8</c:v>
                </c:pt>
                <c:pt idx="11567">
                  <c:v>73.06</c:v>
                </c:pt>
                <c:pt idx="11568">
                  <c:v>122.19</c:v>
                </c:pt>
                <c:pt idx="11569">
                  <c:v>84.82</c:v>
                </c:pt>
                <c:pt idx="11570">
                  <c:v>72.930000000000007</c:v>
                </c:pt>
                <c:pt idx="11571">
                  <c:v>72.89</c:v>
                </c:pt>
                <c:pt idx="11572">
                  <c:v>153.65</c:v>
                </c:pt>
                <c:pt idx="11573">
                  <c:v>72.319999999999993</c:v>
                </c:pt>
                <c:pt idx="11574">
                  <c:v>175.15</c:v>
                </c:pt>
                <c:pt idx="11575">
                  <c:v>134.29</c:v>
                </c:pt>
                <c:pt idx="11576">
                  <c:v>87.1</c:v>
                </c:pt>
                <c:pt idx="11577">
                  <c:v>307.94</c:v>
                </c:pt>
                <c:pt idx="11578">
                  <c:v>389.95</c:v>
                </c:pt>
                <c:pt idx="11579">
                  <c:v>292.95</c:v>
                </c:pt>
                <c:pt idx="11580">
                  <c:v>339.96</c:v>
                </c:pt>
                <c:pt idx="11581">
                  <c:v>426.9</c:v>
                </c:pt>
                <c:pt idx="11582">
                  <c:v>297.33999999999997</c:v>
                </c:pt>
                <c:pt idx="11583">
                  <c:v>458.73</c:v>
                </c:pt>
                <c:pt idx="11584">
                  <c:v>458.95</c:v>
                </c:pt>
                <c:pt idx="11585">
                  <c:v>256.45999999999998</c:v>
                </c:pt>
                <c:pt idx="11586">
                  <c:v>254.97</c:v>
                </c:pt>
                <c:pt idx="11587">
                  <c:v>254.97</c:v>
                </c:pt>
                <c:pt idx="11588">
                  <c:v>287.44</c:v>
                </c:pt>
                <c:pt idx="11589">
                  <c:v>229.47</c:v>
                </c:pt>
                <c:pt idx="11590">
                  <c:v>199.09</c:v>
                </c:pt>
                <c:pt idx="11591">
                  <c:v>159.69999999999999</c:v>
                </c:pt>
                <c:pt idx="11592">
                  <c:v>157.55000000000001</c:v>
                </c:pt>
                <c:pt idx="11593">
                  <c:v>189.34</c:v>
                </c:pt>
                <c:pt idx="11594">
                  <c:v>131.62</c:v>
                </c:pt>
                <c:pt idx="11595">
                  <c:v>181.08</c:v>
                </c:pt>
                <c:pt idx="11596">
                  <c:v>187.83</c:v>
                </c:pt>
                <c:pt idx="11597">
                  <c:v>159.69999999999999</c:v>
                </c:pt>
                <c:pt idx="11598">
                  <c:v>151.71</c:v>
                </c:pt>
                <c:pt idx="11599">
                  <c:v>159.69999999999999</c:v>
                </c:pt>
                <c:pt idx="11600">
                  <c:v>159.69999999999999</c:v>
                </c:pt>
                <c:pt idx="11601">
                  <c:v>159.69999999999999</c:v>
                </c:pt>
                <c:pt idx="11602">
                  <c:v>132.36000000000001</c:v>
                </c:pt>
                <c:pt idx="11603">
                  <c:v>159.69999999999999</c:v>
                </c:pt>
                <c:pt idx="11604">
                  <c:v>395.94</c:v>
                </c:pt>
                <c:pt idx="11605">
                  <c:v>424.95</c:v>
                </c:pt>
                <c:pt idx="11606">
                  <c:v>424.95</c:v>
                </c:pt>
                <c:pt idx="11607">
                  <c:v>352.36</c:v>
                </c:pt>
                <c:pt idx="11608">
                  <c:v>567.4</c:v>
                </c:pt>
                <c:pt idx="11609">
                  <c:v>426.45</c:v>
                </c:pt>
                <c:pt idx="11610">
                  <c:v>152.97</c:v>
                </c:pt>
                <c:pt idx="11611">
                  <c:v>199.96</c:v>
                </c:pt>
                <c:pt idx="11612">
                  <c:v>219.97</c:v>
                </c:pt>
                <c:pt idx="11613">
                  <c:v>254.97</c:v>
                </c:pt>
                <c:pt idx="11614">
                  <c:v>206.96</c:v>
                </c:pt>
                <c:pt idx="11615">
                  <c:v>247.96</c:v>
                </c:pt>
                <c:pt idx="11616">
                  <c:v>209.97</c:v>
                </c:pt>
                <c:pt idx="11617">
                  <c:v>159.97999999999999</c:v>
                </c:pt>
                <c:pt idx="11618">
                  <c:v>254.97</c:v>
                </c:pt>
                <c:pt idx="11619">
                  <c:v>254.97</c:v>
                </c:pt>
                <c:pt idx="11620">
                  <c:v>171.97</c:v>
                </c:pt>
                <c:pt idx="11621">
                  <c:v>185.96</c:v>
                </c:pt>
                <c:pt idx="11622">
                  <c:v>237.95</c:v>
                </c:pt>
                <c:pt idx="11623">
                  <c:v>169.98</c:v>
                </c:pt>
                <c:pt idx="11624">
                  <c:v>169.98</c:v>
                </c:pt>
                <c:pt idx="11625">
                  <c:v>254.97</c:v>
                </c:pt>
                <c:pt idx="11626">
                  <c:v>229.97</c:v>
                </c:pt>
                <c:pt idx="11627">
                  <c:v>254.97</c:v>
                </c:pt>
                <c:pt idx="11628">
                  <c:v>105.98</c:v>
                </c:pt>
                <c:pt idx="11629">
                  <c:v>254.97</c:v>
                </c:pt>
                <c:pt idx="11630">
                  <c:v>254.97</c:v>
                </c:pt>
                <c:pt idx="11631">
                  <c:v>132.97999999999999</c:v>
                </c:pt>
                <c:pt idx="11632">
                  <c:v>159.69999999999999</c:v>
                </c:pt>
                <c:pt idx="11633">
                  <c:v>215.27</c:v>
                </c:pt>
                <c:pt idx="11634">
                  <c:v>159.69999999999999</c:v>
                </c:pt>
                <c:pt idx="11635">
                  <c:v>147.6</c:v>
                </c:pt>
                <c:pt idx="11636">
                  <c:v>239.54</c:v>
                </c:pt>
                <c:pt idx="11637">
                  <c:v>159.69999999999999</c:v>
                </c:pt>
                <c:pt idx="11638">
                  <c:v>205.65</c:v>
                </c:pt>
                <c:pt idx="11639">
                  <c:v>147.6</c:v>
                </c:pt>
                <c:pt idx="11640">
                  <c:v>239.54</c:v>
                </c:pt>
                <c:pt idx="11641">
                  <c:v>159.69999999999999</c:v>
                </c:pt>
                <c:pt idx="11642">
                  <c:v>263.36</c:v>
                </c:pt>
                <c:pt idx="11643">
                  <c:v>258.68</c:v>
                </c:pt>
                <c:pt idx="11644">
                  <c:v>293.94</c:v>
                </c:pt>
                <c:pt idx="11645">
                  <c:v>263.95999999999998</c:v>
                </c:pt>
                <c:pt idx="11646">
                  <c:v>307.01</c:v>
                </c:pt>
                <c:pt idx="11647">
                  <c:v>185.7</c:v>
                </c:pt>
                <c:pt idx="11648">
                  <c:v>323.94</c:v>
                </c:pt>
                <c:pt idx="11649">
                  <c:v>260.87</c:v>
                </c:pt>
                <c:pt idx="11650">
                  <c:v>263.95999999999998</c:v>
                </c:pt>
                <c:pt idx="11651">
                  <c:v>263.95999999999998</c:v>
                </c:pt>
                <c:pt idx="11652">
                  <c:v>159.96</c:v>
                </c:pt>
                <c:pt idx="11653">
                  <c:v>199.96</c:v>
                </c:pt>
                <c:pt idx="11654">
                  <c:v>199.96</c:v>
                </c:pt>
                <c:pt idx="11655">
                  <c:v>192.9</c:v>
                </c:pt>
                <c:pt idx="11656">
                  <c:v>214.95</c:v>
                </c:pt>
                <c:pt idx="11657">
                  <c:v>199.96</c:v>
                </c:pt>
                <c:pt idx="11658">
                  <c:v>199.96</c:v>
                </c:pt>
                <c:pt idx="11659">
                  <c:v>159.96</c:v>
                </c:pt>
                <c:pt idx="11660">
                  <c:v>134.94999999999999</c:v>
                </c:pt>
                <c:pt idx="11661">
                  <c:v>199.96</c:v>
                </c:pt>
                <c:pt idx="11662">
                  <c:v>199.96</c:v>
                </c:pt>
                <c:pt idx="11663">
                  <c:v>197.97</c:v>
                </c:pt>
                <c:pt idx="11664">
                  <c:v>339.96</c:v>
                </c:pt>
                <c:pt idx="11665">
                  <c:v>113.31</c:v>
                </c:pt>
                <c:pt idx="11666">
                  <c:v>509.94</c:v>
                </c:pt>
                <c:pt idx="11667">
                  <c:v>439.94</c:v>
                </c:pt>
                <c:pt idx="11668">
                  <c:v>484.94</c:v>
                </c:pt>
                <c:pt idx="11669">
                  <c:v>238.96</c:v>
                </c:pt>
                <c:pt idx="11670">
                  <c:v>39.479999999999997</c:v>
                </c:pt>
                <c:pt idx="11671">
                  <c:v>32.799999999999997</c:v>
                </c:pt>
                <c:pt idx="11672">
                  <c:v>159.69999999999999</c:v>
                </c:pt>
                <c:pt idx="11673">
                  <c:v>140.34</c:v>
                </c:pt>
                <c:pt idx="11674">
                  <c:v>257.68</c:v>
                </c:pt>
                <c:pt idx="11675">
                  <c:v>177.83</c:v>
                </c:pt>
                <c:pt idx="11676">
                  <c:v>216.76</c:v>
                </c:pt>
                <c:pt idx="11677">
                  <c:v>160.88999999999999</c:v>
                </c:pt>
                <c:pt idx="11678">
                  <c:v>139.11000000000001</c:v>
                </c:pt>
                <c:pt idx="11679">
                  <c:v>258.88</c:v>
                </c:pt>
                <c:pt idx="11680">
                  <c:v>208.07</c:v>
                </c:pt>
                <c:pt idx="11681">
                  <c:v>147.6</c:v>
                </c:pt>
                <c:pt idx="11682">
                  <c:v>130.47999999999999</c:v>
                </c:pt>
                <c:pt idx="11683">
                  <c:v>169.98</c:v>
                </c:pt>
                <c:pt idx="11684">
                  <c:v>161.27000000000001</c:v>
                </c:pt>
                <c:pt idx="11685">
                  <c:v>178.57</c:v>
                </c:pt>
                <c:pt idx="11686">
                  <c:v>165.36</c:v>
                </c:pt>
                <c:pt idx="11687">
                  <c:v>84.99</c:v>
                </c:pt>
                <c:pt idx="11688">
                  <c:v>96.98</c:v>
                </c:pt>
                <c:pt idx="11689">
                  <c:v>84.99</c:v>
                </c:pt>
                <c:pt idx="11690">
                  <c:v>84.99</c:v>
                </c:pt>
                <c:pt idx="11691">
                  <c:v>206.97</c:v>
                </c:pt>
                <c:pt idx="11692">
                  <c:v>181.97</c:v>
                </c:pt>
                <c:pt idx="11693">
                  <c:v>171.97</c:v>
                </c:pt>
                <c:pt idx="11694">
                  <c:v>131.97999999999999</c:v>
                </c:pt>
                <c:pt idx="11695">
                  <c:v>-1.95</c:v>
                </c:pt>
                <c:pt idx="11696">
                  <c:v>84.99</c:v>
                </c:pt>
                <c:pt idx="11697">
                  <c:v>150.18</c:v>
                </c:pt>
                <c:pt idx="11698">
                  <c:v>84.99</c:v>
                </c:pt>
                <c:pt idx="11699">
                  <c:v>24.23</c:v>
                </c:pt>
                <c:pt idx="11700">
                  <c:v>172.97</c:v>
                </c:pt>
                <c:pt idx="11701">
                  <c:v>199.96</c:v>
                </c:pt>
                <c:pt idx="11702">
                  <c:v>169.98</c:v>
                </c:pt>
                <c:pt idx="11703">
                  <c:v>85.97</c:v>
                </c:pt>
                <c:pt idx="11704">
                  <c:v>155.96</c:v>
                </c:pt>
                <c:pt idx="11705">
                  <c:v>175.95</c:v>
                </c:pt>
                <c:pt idx="11706">
                  <c:v>139.97</c:v>
                </c:pt>
                <c:pt idx="11707">
                  <c:v>151.97</c:v>
                </c:pt>
                <c:pt idx="11708">
                  <c:v>64.98</c:v>
                </c:pt>
                <c:pt idx="11709">
                  <c:v>109.97</c:v>
                </c:pt>
                <c:pt idx="11710">
                  <c:v>117.97</c:v>
                </c:pt>
                <c:pt idx="11711">
                  <c:v>131.97999999999999</c:v>
                </c:pt>
                <c:pt idx="11712">
                  <c:v>131.97999999999999</c:v>
                </c:pt>
                <c:pt idx="11713">
                  <c:v>99.97</c:v>
                </c:pt>
                <c:pt idx="11714">
                  <c:v>64.98</c:v>
                </c:pt>
                <c:pt idx="11715">
                  <c:v>99.97</c:v>
                </c:pt>
                <c:pt idx="11716">
                  <c:v>179.96</c:v>
                </c:pt>
                <c:pt idx="11717">
                  <c:v>179.95</c:v>
                </c:pt>
                <c:pt idx="11718">
                  <c:v>81.98</c:v>
                </c:pt>
                <c:pt idx="11719">
                  <c:v>85.98</c:v>
                </c:pt>
                <c:pt idx="11720">
                  <c:v>70.98</c:v>
                </c:pt>
                <c:pt idx="11721">
                  <c:v>251.95</c:v>
                </c:pt>
                <c:pt idx="11722">
                  <c:v>232.96</c:v>
                </c:pt>
                <c:pt idx="11723">
                  <c:v>151.97</c:v>
                </c:pt>
                <c:pt idx="11724">
                  <c:v>85.98</c:v>
                </c:pt>
                <c:pt idx="11725">
                  <c:v>232.96</c:v>
                </c:pt>
                <c:pt idx="11726">
                  <c:v>65.989999999999995</c:v>
                </c:pt>
                <c:pt idx="11727">
                  <c:v>155.96</c:v>
                </c:pt>
                <c:pt idx="11728">
                  <c:v>109.97</c:v>
                </c:pt>
                <c:pt idx="11729">
                  <c:v>79.98</c:v>
                </c:pt>
                <c:pt idx="11730">
                  <c:v>79.98</c:v>
                </c:pt>
                <c:pt idx="11731">
                  <c:v>93.97</c:v>
                </c:pt>
                <c:pt idx="11732">
                  <c:v>59.98</c:v>
                </c:pt>
                <c:pt idx="11733">
                  <c:v>59.98</c:v>
                </c:pt>
                <c:pt idx="11734">
                  <c:v>133.97</c:v>
                </c:pt>
                <c:pt idx="11735">
                  <c:v>133.97</c:v>
                </c:pt>
                <c:pt idx="11736">
                  <c:v>179.96</c:v>
                </c:pt>
                <c:pt idx="11737">
                  <c:v>167.96</c:v>
                </c:pt>
                <c:pt idx="11738">
                  <c:v>131.97999999999999</c:v>
                </c:pt>
                <c:pt idx="11739">
                  <c:v>167.96</c:v>
                </c:pt>
                <c:pt idx="11740">
                  <c:v>151.97</c:v>
                </c:pt>
                <c:pt idx="11741">
                  <c:v>81.98</c:v>
                </c:pt>
                <c:pt idx="11742">
                  <c:v>144.97</c:v>
                </c:pt>
                <c:pt idx="11743">
                  <c:v>251.95</c:v>
                </c:pt>
                <c:pt idx="11744">
                  <c:v>65.989999999999995</c:v>
                </c:pt>
                <c:pt idx="11745">
                  <c:v>175.95</c:v>
                </c:pt>
                <c:pt idx="11746">
                  <c:v>139.97</c:v>
                </c:pt>
                <c:pt idx="11747">
                  <c:v>131.97999999999999</c:v>
                </c:pt>
                <c:pt idx="11748">
                  <c:v>70.98</c:v>
                </c:pt>
                <c:pt idx="11749">
                  <c:v>131.97999999999999</c:v>
                </c:pt>
                <c:pt idx="11750">
                  <c:v>151.97</c:v>
                </c:pt>
                <c:pt idx="11751">
                  <c:v>131.97999999999999</c:v>
                </c:pt>
                <c:pt idx="11752">
                  <c:v>117.97</c:v>
                </c:pt>
                <c:pt idx="11753">
                  <c:v>144.97</c:v>
                </c:pt>
                <c:pt idx="11754">
                  <c:v>93.97</c:v>
                </c:pt>
                <c:pt idx="11755">
                  <c:v>179.95</c:v>
                </c:pt>
                <c:pt idx="11756">
                  <c:v>85.97</c:v>
                </c:pt>
                <c:pt idx="11757">
                  <c:v>238.96</c:v>
                </c:pt>
                <c:pt idx="11758">
                  <c:v>339.96</c:v>
                </c:pt>
                <c:pt idx="11759">
                  <c:v>339.96</c:v>
                </c:pt>
                <c:pt idx="11760">
                  <c:v>263.95999999999998</c:v>
                </c:pt>
                <c:pt idx="11761">
                  <c:v>263.95999999999998</c:v>
                </c:pt>
                <c:pt idx="11762">
                  <c:v>339.96</c:v>
                </c:pt>
                <c:pt idx="11763">
                  <c:v>339.96</c:v>
                </c:pt>
                <c:pt idx="11764">
                  <c:v>339.96</c:v>
                </c:pt>
                <c:pt idx="11765">
                  <c:v>339.96</c:v>
                </c:pt>
                <c:pt idx="11766">
                  <c:v>339.96</c:v>
                </c:pt>
                <c:pt idx="11767">
                  <c:v>339.96</c:v>
                </c:pt>
                <c:pt idx="11768">
                  <c:v>153.88999999999999</c:v>
                </c:pt>
                <c:pt idx="11769">
                  <c:v>339.96</c:v>
                </c:pt>
                <c:pt idx="11770">
                  <c:v>339.96</c:v>
                </c:pt>
                <c:pt idx="11771">
                  <c:v>131.97999999999999</c:v>
                </c:pt>
                <c:pt idx="11772">
                  <c:v>197.97</c:v>
                </c:pt>
                <c:pt idx="11773">
                  <c:v>197.97</c:v>
                </c:pt>
                <c:pt idx="11774">
                  <c:v>172.97</c:v>
                </c:pt>
                <c:pt idx="11775">
                  <c:v>131.97999999999999</c:v>
                </c:pt>
                <c:pt idx="11776">
                  <c:v>197.97</c:v>
                </c:pt>
                <c:pt idx="11777">
                  <c:v>131.97999999999999</c:v>
                </c:pt>
                <c:pt idx="11778">
                  <c:v>184.97</c:v>
                </c:pt>
                <c:pt idx="11779">
                  <c:v>129.80000000000001</c:v>
                </c:pt>
                <c:pt idx="11780">
                  <c:v>146.97</c:v>
                </c:pt>
                <c:pt idx="11781">
                  <c:v>146.97</c:v>
                </c:pt>
                <c:pt idx="11782">
                  <c:v>160.86000000000001</c:v>
                </c:pt>
                <c:pt idx="11783">
                  <c:v>197.97</c:v>
                </c:pt>
                <c:pt idx="11784">
                  <c:v>169.98</c:v>
                </c:pt>
                <c:pt idx="11785">
                  <c:v>197.97</c:v>
                </c:pt>
                <c:pt idx="11786">
                  <c:v>551.91999999999996</c:v>
                </c:pt>
                <c:pt idx="11787">
                  <c:v>329.95</c:v>
                </c:pt>
                <c:pt idx="11788">
                  <c:v>423.92</c:v>
                </c:pt>
                <c:pt idx="11789">
                  <c:v>184.96</c:v>
                </c:pt>
                <c:pt idx="11790">
                  <c:v>339.96</c:v>
                </c:pt>
                <c:pt idx="11791">
                  <c:v>369.94</c:v>
                </c:pt>
                <c:pt idx="11792">
                  <c:v>263.95999999999998</c:v>
                </c:pt>
                <c:pt idx="11793">
                  <c:v>263.95999999999998</c:v>
                </c:pt>
                <c:pt idx="11794">
                  <c:v>394.2</c:v>
                </c:pt>
                <c:pt idx="11795">
                  <c:v>187.96</c:v>
                </c:pt>
                <c:pt idx="11796">
                  <c:v>148.96</c:v>
                </c:pt>
                <c:pt idx="11797">
                  <c:v>136.94999999999999</c:v>
                </c:pt>
                <c:pt idx="11798">
                  <c:v>148.96</c:v>
                </c:pt>
                <c:pt idx="11799">
                  <c:v>136.94999999999999</c:v>
                </c:pt>
                <c:pt idx="11800">
                  <c:v>187.96</c:v>
                </c:pt>
                <c:pt idx="11801">
                  <c:v>214.96</c:v>
                </c:pt>
                <c:pt idx="11802">
                  <c:v>131.97999999999999</c:v>
                </c:pt>
                <c:pt idx="11803">
                  <c:v>131.97999999999999</c:v>
                </c:pt>
                <c:pt idx="11804">
                  <c:v>271.7</c:v>
                </c:pt>
                <c:pt idx="11805">
                  <c:v>131.88999999999999</c:v>
                </c:pt>
                <c:pt idx="11806">
                  <c:v>134.97999999999999</c:v>
                </c:pt>
                <c:pt idx="11807">
                  <c:v>131.88999999999999</c:v>
                </c:pt>
                <c:pt idx="11808">
                  <c:v>134.97999999999999</c:v>
                </c:pt>
                <c:pt idx="11809">
                  <c:v>156.43</c:v>
                </c:pt>
                <c:pt idx="11810">
                  <c:v>271.7</c:v>
                </c:pt>
                <c:pt idx="11811">
                  <c:v>293.95</c:v>
                </c:pt>
                <c:pt idx="11812">
                  <c:v>156.43</c:v>
                </c:pt>
                <c:pt idx="11813">
                  <c:v>293.95</c:v>
                </c:pt>
                <c:pt idx="11814">
                  <c:v>254.97</c:v>
                </c:pt>
                <c:pt idx="11815">
                  <c:v>197.97</c:v>
                </c:pt>
                <c:pt idx="11816">
                  <c:v>197.97</c:v>
                </c:pt>
                <c:pt idx="11817">
                  <c:v>254.97</c:v>
                </c:pt>
                <c:pt idx="11818">
                  <c:v>84.99</c:v>
                </c:pt>
                <c:pt idx="11819">
                  <c:v>84.99</c:v>
                </c:pt>
                <c:pt idx="11820">
                  <c:v>171.97</c:v>
                </c:pt>
                <c:pt idx="11821">
                  <c:v>214.96</c:v>
                </c:pt>
                <c:pt idx="11822">
                  <c:v>171.97</c:v>
                </c:pt>
                <c:pt idx="11823">
                  <c:v>350.42</c:v>
                </c:pt>
                <c:pt idx="11824">
                  <c:v>232.96</c:v>
                </c:pt>
                <c:pt idx="11825">
                  <c:v>114.46</c:v>
                </c:pt>
                <c:pt idx="11826">
                  <c:v>200.66</c:v>
                </c:pt>
                <c:pt idx="11827">
                  <c:v>304.44</c:v>
                </c:pt>
                <c:pt idx="11828">
                  <c:v>285.45</c:v>
                </c:pt>
                <c:pt idx="11829">
                  <c:v>138.34</c:v>
                </c:pt>
                <c:pt idx="11830">
                  <c:v>241.95</c:v>
                </c:pt>
                <c:pt idx="11831">
                  <c:v>251.32</c:v>
                </c:pt>
                <c:pt idx="11832">
                  <c:v>157.97</c:v>
                </c:pt>
                <c:pt idx="11833">
                  <c:v>104.06</c:v>
                </c:pt>
                <c:pt idx="11834">
                  <c:v>179.44</c:v>
                </c:pt>
                <c:pt idx="11835">
                  <c:v>262.63</c:v>
                </c:pt>
                <c:pt idx="11836">
                  <c:v>98.51</c:v>
                </c:pt>
                <c:pt idx="11837">
                  <c:v>245.46</c:v>
                </c:pt>
                <c:pt idx="11838">
                  <c:v>121.98</c:v>
                </c:pt>
                <c:pt idx="11839">
                  <c:v>56.97</c:v>
                </c:pt>
                <c:pt idx="11840">
                  <c:v>56.54</c:v>
                </c:pt>
                <c:pt idx="11841">
                  <c:v>169.98</c:v>
                </c:pt>
                <c:pt idx="11842">
                  <c:v>169.98</c:v>
                </c:pt>
                <c:pt idx="11843">
                  <c:v>169.98</c:v>
                </c:pt>
                <c:pt idx="11844">
                  <c:v>188.97</c:v>
                </c:pt>
                <c:pt idx="11845">
                  <c:v>169.98</c:v>
                </c:pt>
                <c:pt idx="11846">
                  <c:v>121.98</c:v>
                </c:pt>
                <c:pt idx="11847">
                  <c:v>71.98</c:v>
                </c:pt>
                <c:pt idx="11848">
                  <c:v>169.98</c:v>
                </c:pt>
                <c:pt idx="11849">
                  <c:v>131.97999999999999</c:v>
                </c:pt>
                <c:pt idx="11850">
                  <c:v>169.98</c:v>
                </c:pt>
                <c:pt idx="11851">
                  <c:v>169.98</c:v>
                </c:pt>
                <c:pt idx="11852">
                  <c:v>188.97</c:v>
                </c:pt>
                <c:pt idx="11853">
                  <c:v>65.989999999999995</c:v>
                </c:pt>
                <c:pt idx="11854">
                  <c:v>169.98</c:v>
                </c:pt>
                <c:pt idx="11855">
                  <c:v>169.98</c:v>
                </c:pt>
                <c:pt idx="11856">
                  <c:v>161.47999999999999</c:v>
                </c:pt>
                <c:pt idx="11857">
                  <c:v>169.98</c:v>
                </c:pt>
                <c:pt idx="11858">
                  <c:v>169.98</c:v>
                </c:pt>
                <c:pt idx="11859">
                  <c:v>65.989999999999995</c:v>
                </c:pt>
                <c:pt idx="11860">
                  <c:v>137.81</c:v>
                </c:pt>
                <c:pt idx="11861">
                  <c:v>84.99</c:v>
                </c:pt>
                <c:pt idx="11862">
                  <c:v>169.98</c:v>
                </c:pt>
                <c:pt idx="11863">
                  <c:v>198.16</c:v>
                </c:pt>
                <c:pt idx="11864">
                  <c:v>188.97</c:v>
                </c:pt>
                <c:pt idx="11865">
                  <c:v>84.99</c:v>
                </c:pt>
                <c:pt idx="11866">
                  <c:v>169.98</c:v>
                </c:pt>
                <c:pt idx="11867">
                  <c:v>84.99</c:v>
                </c:pt>
                <c:pt idx="11868">
                  <c:v>79.97</c:v>
                </c:pt>
                <c:pt idx="11869">
                  <c:v>131.97999999999999</c:v>
                </c:pt>
                <c:pt idx="11870">
                  <c:v>131.97999999999999</c:v>
                </c:pt>
                <c:pt idx="11871">
                  <c:v>125.24</c:v>
                </c:pt>
                <c:pt idx="11872">
                  <c:v>129.34</c:v>
                </c:pt>
                <c:pt idx="11873">
                  <c:v>131.97999999999999</c:v>
                </c:pt>
                <c:pt idx="11874">
                  <c:v>131.97999999999999</c:v>
                </c:pt>
                <c:pt idx="11875">
                  <c:v>121.98</c:v>
                </c:pt>
                <c:pt idx="11876">
                  <c:v>131.97999999999999</c:v>
                </c:pt>
                <c:pt idx="11877">
                  <c:v>131.97999999999999</c:v>
                </c:pt>
                <c:pt idx="11878">
                  <c:v>131.97999999999999</c:v>
                </c:pt>
                <c:pt idx="11879">
                  <c:v>109.61</c:v>
                </c:pt>
                <c:pt idx="11880">
                  <c:v>131.97999999999999</c:v>
                </c:pt>
                <c:pt idx="11881">
                  <c:v>131.97999999999999</c:v>
                </c:pt>
                <c:pt idx="11882">
                  <c:v>128.02000000000001</c:v>
                </c:pt>
                <c:pt idx="11883">
                  <c:v>145.97</c:v>
                </c:pt>
                <c:pt idx="11884">
                  <c:v>131.97999999999999</c:v>
                </c:pt>
                <c:pt idx="11885">
                  <c:v>131.97999999999999</c:v>
                </c:pt>
                <c:pt idx="11886">
                  <c:v>101.48</c:v>
                </c:pt>
                <c:pt idx="11887">
                  <c:v>119.96</c:v>
                </c:pt>
                <c:pt idx="11888">
                  <c:v>131.97999999999999</c:v>
                </c:pt>
                <c:pt idx="11889">
                  <c:v>118.78</c:v>
                </c:pt>
                <c:pt idx="11890">
                  <c:v>131.97999999999999</c:v>
                </c:pt>
                <c:pt idx="11891">
                  <c:v>131.97999999999999</c:v>
                </c:pt>
                <c:pt idx="11892">
                  <c:v>131.97999999999999</c:v>
                </c:pt>
                <c:pt idx="11893">
                  <c:v>131.97999999999999</c:v>
                </c:pt>
                <c:pt idx="11894">
                  <c:v>125.56</c:v>
                </c:pt>
                <c:pt idx="11895">
                  <c:v>131.97999999999999</c:v>
                </c:pt>
                <c:pt idx="11896">
                  <c:v>131.97999999999999</c:v>
                </c:pt>
                <c:pt idx="11897">
                  <c:v>140.69</c:v>
                </c:pt>
                <c:pt idx="11898">
                  <c:v>131.97999999999999</c:v>
                </c:pt>
                <c:pt idx="11899">
                  <c:v>120.1</c:v>
                </c:pt>
                <c:pt idx="11900">
                  <c:v>121.98</c:v>
                </c:pt>
                <c:pt idx="11901">
                  <c:v>131.97999999999999</c:v>
                </c:pt>
                <c:pt idx="11902">
                  <c:v>131.97999999999999</c:v>
                </c:pt>
                <c:pt idx="11903">
                  <c:v>254.97</c:v>
                </c:pt>
                <c:pt idx="11904">
                  <c:v>180.99</c:v>
                </c:pt>
                <c:pt idx="11905">
                  <c:v>168.15</c:v>
                </c:pt>
                <c:pt idx="11906">
                  <c:v>162.66999999999999</c:v>
                </c:pt>
                <c:pt idx="11907">
                  <c:v>171.91</c:v>
                </c:pt>
                <c:pt idx="11908">
                  <c:v>300.01</c:v>
                </c:pt>
                <c:pt idx="11909">
                  <c:v>97.16</c:v>
                </c:pt>
                <c:pt idx="11910">
                  <c:v>222.17</c:v>
                </c:pt>
                <c:pt idx="11911">
                  <c:v>194.91</c:v>
                </c:pt>
                <c:pt idx="11912">
                  <c:v>197.97</c:v>
                </c:pt>
                <c:pt idx="11913">
                  <c:v>206.97</c:v>
                </c:pt>
                <c:pt idx="11914">
                  <c:v>130.38</c:v>
                </c:pt>
                <c:pt idx="11915">
                  <c:v>137.97999999999999</c:v>
                </c:pt>
                <c:pt idx="11916">
                  <c:v>157.97</c:v>
                </c:pt>
                <c:pt idx="11917">
                  <c:v>179.97</c:v>
                </c:pt>
                <c:pt idx="11918">
                  <c:v>207.94</c:v>
                </c:pt>
                <c:pt idx="11919">
                  <c:v>138.76</c:v>
                </c:pt>
                <c:pt idx="11920">
                  <c:v>179.52</c:v>
                </c:pt>
                <c:pt idx="11921">
                  <c:v>144.18</c:v>
                </c:pt>
                <c:pt idx="11922">
                  <c:v>172.97</c:v>
                </c:pt>
                <c:pt idx="11923">
                  <c:v>131.97999999999999</c:v>
                </c:pt>
                <c:pt idx="11924">
                  <c:v>118.78</c:v>
                </c:pt>
                <c:pt idx="11925">
                  <c:v>169.98</c:v>
                </c:pt>
                <c:pt idx="11926">
                  <c:v>170.96</c:v>
                </c:pt>
                <c:pt idx="11927">
                  <c:v>137.97999999999999</c:v>
                </c:pt>
                <c:pt idx="11928">
                  <c:v>169.98</c:v>
                </c:pt>
                <c:pt idx="11929">
                  <c:v>172.96</c:v>
                </c:pt>
                <c:pt idx="11930">
                  <c:v>151.96</c:v>
                </c:pt>
                <c:pt idx="11931">
                  <c:v>169.98</c:v>
                </c:pt>
                <c:pt idx="11932">
                  <c:v>137.97999999999999</c:v>
                </c:pt>
                <c:pt idx="11933">
                  <c:v>145.97999999999999</c:v>
                </c:pt>
                <c:pt idx="11934">
                  <c:v>169.98</c:v>
                </c:pt>
                <c:pt idx="11935">
                  <c:v>165.35</c:v>
                </c:pt>
                <c:pt idx="11936">
                  <c:v>153.97999999999999</c:v>
                </c:pt>
                <c:pt idx="11937">
                  <c:v>345.66</c:v>
                </c:pt>
                <c:pt idx="11938">
                  <c:v>325.93</c:v>
                </c:pt>
                <c:pt idx="11939">
                  <c:v>114.97</c:v>
                </c:pt>
                <c:pt idx="11940">
                  <c:v>164.98</c:v>
                </c:pt>
                <c:pt idx="11941">
                  <c:v>187.95</c:v>
                </c:pt>
                <c:pt idx="11942">
                  <c:v>164.98</c:v>
                </c:pt>
                <c:pt idx="11943">
                  <c:v>323.95</c:v>
                </c:pt>
                <c:pt idx="11944">
                  <c:v>268.94</c:v>
                </c:pt>
                <c:pt idx="11945">
                  <c:v>244.97</c:v>
                </c:pt>
                <c:pt idx="11946">
                  <c:v>238.94</c:v>
                </c:pt>
                <c:pt idx="11947">
                  <c:v>216.96</c:v>
                </c:pt>
                <c:pt idx="11948">
                  <c:v>148.44999999999999</c:v>
                </c:pt>
                <c:pt idx="11949">
                  <c:v>302.95999999999998</c:v>
                </c:pt>
                <c:pt idx="11950">
                  <c:v>329.96</c:v>
                </c:pt>
                <c:pt idx="11951">
                  <c:v>164.98</c:v>
                </c:pt>
                <c:pt idx="11952">
                  <c:v>270.94</c:v>
                </c:pt>
                <c:pt idx="11953">
                  <c:v>314.12</c:v>
                </c:pt>
                <c:pt idx="11954">
                  <c:v>329.96</c:v>
                </c:pt>
                <c:pt idx="11955">
                  <c:v>184.95</c:v>
                </c:pt>
                <c:pt idx="11956">
                  <c:v>51.96</c:v>
                </c:pt>
                <c:pt idx="11957">
                  <c:v>51.96</c:v>
                </c:pt>
                <c:pt idx="11958">
                  <c:v>62.97</c:v>
                </c:pt>
                <c:pt idx="11959">
                  <c:v>75.959999999999994</c:v>
                </c:pt>
                <c:pt idx="11960">
                  <c:v>74.45</c:v>
                </c:pt>
                <c:pt idx="11961">
                  <c:v>51.44</c:v>
                </c:pt>
                <c:pt idx="11962">
                  <c:v>51.96</c:v>
                </c:pt>
                <c:pt idx="11963">
                  <c:v>50.29</c:v>
                </c:pt>
                <c:pt idx="11964">
                  <c:v>51.44</c:v>
                </c:pt>
                <c:pt idx="11965">
                  <c:v>51.96</c:v>
                </c:pt>
                <c:pt idx="11966">
                  <c:v>51.96</c:v>
                </c:pt>
                <c:pt idx="11967">
                  <c:v>51.96</c:v>
                </c:pt>
                <c:pt idx="11968">
                  <c:v>50.92</c:v>
                </c:pt>
                <c:pt idx="11969">
                  <c:v>106.96</c:v>
                </c:pt>
                <c:pt idx="11970">
                  <c:v>72.41</c:v>
                </c:pt>
                <c:pt idx="11971">
                  <c:v>75.98</c:v>
                </c:pt>
                <c:pt idx="11972">
                  <c:v>65.989999999999995</c:v>
                </c:pt>
                <c:pt idx="11973">
                  <c:v>64.41</c:v>
                </c:pt>
                <c:pt idx="11974">
                  <c:v>65.989999999999995</c:v>
                </c:pt>
                <c:pt idx="11975">
                  <c:v>69.97</c:v>
                </c:pt>
                <c:pt idx="11976">
                  <c:v>85.98</c:v>
                </c:pt>
                <c:pt idx="11977">
                  <c:v>65.989999999999995</c:v>
                </c:pt>
                <c:pt idx="11978">
                  <c:v>75.98</c:v>
                </c:pt>
                <c:pt idx="11979">
                  <c:v>69.98</c:v>
                </c:pt>
                <c:pt idx="11980">
                  <c:v>65.989999999999995</c:v>
                </c:pt>
                <c:pt idx="11981">
                  <c:v>65.989999999999995</c:v>
                </c:pt>
                <c:pt idx="11982">
                  <c:v>95.97</c:v>
                </c:pt>
                <c:pt idx="11983">
                  <c:v>73.8</c:v>
                </c:pt>
                <c:pt idx="11984">
                  <c:v>85.98</c:v>
                </c:pt>
                <c:pt idx="11985">
                  <c:v>75.98</c:v>
                </c:pt>
                <c:pt idx="11986">
                  <c:v>75.98</c:v>
                </c:pt>
                <c:pt idx="11987">
                  <c:v>75.98</c:v>
                </c:pt>
                <c:pt idx="11988">
                  <c:v>75.98</c:v>
                </c:pt>
                <c:pt idx="11989">
                  <c:v>78.75</c:v>
                </c:pt>
                <c:pt idx="11990">
                  <c:v>81.98</c:v>
                </c:pt>
                <c:pt idx="11991">
                  <c:v>75.98</c:v>
                </c:pt>
                <c:pt idx="11992">
                  <c:v>166.96</c:v>
                </c:pt>
                <c:pt idx="11993">
                  <c:v>85.97</c:v>
                </c:pt>
                <c:pt idx="11994">
                  <c:v>56.76</c:v>
                </c:pt>
                <c:pt idx="11995">
                  <c:v>50.48</c:v>
                </c:pt>
                <c:pt idx="11996">
                  <c:v>54.99</c:v>
                </c:pt>
                <c:pt idx="11997">
                  <c:v>124.97</c:v>
                </c:pt>
                <c:pt idx="11998">
                  <c:v>84.99</c:v>
                </c:pt>
                <c:pt idx="11999">
                  <c:v>169.98</c:v>
                </c:pt>
                <c:pt idx="12000">
                  <c:v>53.35</c:v>
                </c:pt>
                <c:pt idx="12001">
                  <c:v>169.98</c:v>
                </c:pt>
                <c:pt idx="12002">
                  <c:v>62.97</c:v>
                </c:pt>
                <c:pt idx="12003">
                  <c:v>54.99</c:v>
                </c:pt>
                <c:pt idx="12004">
                  <c:v>150.18</c:v>
                </c:pt>
                <c:pt idx="12005">
                  <c:v>65.19</c:v>
                </c:pt>
                <c:pt idx="12006">
                  <c:v>70.989999999999995</c:v>
                </c:pt>
                <c:pt idx="12007">
                  <c:v>99.98</c:v>
                </c:pt>
                <c:pt idx="12008">
                  <c:v>70.989999999999995</c:v>
                </c:pt>
                <c:pt idx="12009">
                  <c:v>79.959999999999994</c:v>
                </c:pt>
                <c:pt idx="12010">
                  <c:v>54.99</c:v>
                </c:pt>
                <c:pt idx="12011">
                  <c:v>234.45</c:v>
                </c:pt>
                <c:pt idx="12012">
                  <c:v>107.97</c:v>
                </c:pt>
                <c:pt idx="12013">
                  <c:v>137.97999999999999</c:v>
                </c:pt>
                <c:pt idx="12014">
                  <c:v>0</c:v>
                </c:pt>
                <c:pt idx="12015">
                  <c:v>99.98</c:v>
                </c:pt>
                <c:pt idx="12016">
                  <c:v>72.989999999999995</c:v>
                </c:pt>
                <c:pt idx="12017">
                  <c:v>89.98</c:v>
                </c:pt>
                <c:pt idx="12018">
                  <c:v>52.99</c:v>
                </c:pt>
                <c:pt idx="12019">
                  <c:v>24.92</c:v>
                </c:pt>
                <c:pt idx="12020">
                  <c:v>89.98</c:v>
                </c:pt>
                <c:pt idx="12021">
                  <c:v>58.99</c:v>
                </c:pt>
                <c:pt idx="12022">
                  <c:v>199.96</c:v>
                </c:pt>
                <c:pt idx="12023">
                  <c:v>177.97</c:v>
                </c:pt>
                <c:pt idx="12024">
                  <c:v>58.64</c:v>
                </c:pt>
                <c:pt idx="12025">
                  <c:v>68.989999999999995</c:v>
                </c:pt>
                <c:pt idx="12026">
                  <c:v>65.19</c:v>
                </c:pt>
                <c:pt idx="12027">
                  <c:v>65.989999999999995</c:v>
                </c:pt>
                <c:pt idx="12028">
                  <c:v>50.99</c:v>
                </c:pt>
                <c:pt idx="12029">
                  <c:v>54.99</c:v>
                </c:pt>
                <c:pt idx="12030">
                  <c:v>65.19</c:v>
                </c:pt>
                <c:pt idx="12031">
                  <c:v>71.989999999999995</c:v>
                </c:pt>
                <c:pt idx="12032">
                  <c:v>134.97999999999999</c:v>
                </c:pt>
                <c:pt idx="12033">
                  <c:v>118.53</c:v>
                </c:pt>
                <c:pt idx="12034">
                  <c:v>114.52</c:v>
                </c:pt>
                <c:pt idx="12035">
                  <c:v>151.21</c:v>
                </c:pt>
                <c:pt idx="12036">
                  <c:v>155.62</c:v>
                </c:pt>
                <c:pt idx="12037">
                  <c:v>93.38</c:v>
                </c:pt>
                <c:pt idx="12038">
                  <c:v>84.68</c:v>
                </c:pt>
                <c:pt idx="12039">
                  <c:v>159.69999999999999</c:v>
                </c:pt>
                <c:pt idx="12040">
                  <c:v>223.8</c:v>
                </c:pt>
                <c:pt idx="12041">
                  <c:v>128.24</c:v>
                </c:pt>
                <c:pt idx="12042">
                  <c:v>120.97</c:v>
                </c:pt>
                <c:pt idx="12043">
                  <c:v>128.24</c:v>
                </c:pt>
                <c:pt idx="12044">
                  <c:v>134.97999999999999</c:v>
                </c:pt>
                <c:pt idx="12045">
                  <c:v>128.24</c:v>
                </c:pt>
                <c:pt idx="12046">
                  <c:v>155.68</c:v>
                </c:pt>
                <c:pt idx="12047">
                  <c:v>128.24</c:v>
                </c:pt>
                <c:pt idx="12048">
                  <c:v>159.69999999999999</c:v>
                </c:pt>
                <c:pt idx="12049">
                  <c:v>131.85</c:v>
                </c:pt>
                <c:pt idx="12050">
                  <c:v>90.96</c:v>
                </c:pt>
                <c:pt idx="12051">
                  <c:v>159.69999999999999</c:v>
                </c:pt>
                <c:pt idx="12052">
                  <c:v>159.69999999999999</c:v>
                </c:pt>
                <c:pt idx="12053">
                  <c:v>122.22</c:v>
                </c:pt>
                <c:pt idx="12054">
                  <c:v>96.78</c:v>
                </c:pt>
                <c:pt idx="12055">
                  <c:v>84.97</c:v>
                </c:pt>
                <c:pt idx="12056">
                  <c:v>89.97</c:v>
                </c:pt>
                <c:pt idx="12057">
                  <c:v>89.97</c:v>
                </c:pt>
                <c:pt idx="12058">
                  <c:v>84.97</c:v>
                </c:pt>
                <c:pt idx="12059">
                  <c:v>59.98</c:v>
                </c:pt>
                <c:pt idx="12060">
                  <c:v>365.92</c:v>
                </c:pt>
                <c:pt idx="12061">
                  <c:v>225.81</c:v>
                </c:pt>
                <c:pt idx="12062">
                  <c:v>12.99</c:v>
                </c:pt>
                <c:pt idx="12063">
                  <c:v>257.93</c:v>
                </c:pt>
                <c:pt idx="12064">
                  <c:v>74.97</c:v>
                </c:pt>
                <c:pt idx="12065">
                  <c:v>335.65</c:v>
                </c:pt>
                <c:pt idx="12066">
                  <c:v>169.98</c:v>
                </c:pt>
                <c:pt idx="12067">
                  <c:v>84.86</c:v>
                </c:pt>
                <c:pt idx="12068">
                  <c:v>139.12</c:v>
                </c:pt>
                <c:pt idx="12069">
                  <c:v>94.97</c:v>
                </c:pt>
                <c:pt idx="12070">
                  <c:v>80.98</c:v>
                </c:pt>
                <c:pt idx="12071">
                  <c:v>114.57</c:v>
                </c:pt>
                <c:pt idx="12072">
                  <c:v>84.97</c:v>
                </c:pt>
                <c:pt idx="12073">
                  <c:v>65.989999999999995</c:v>
                </c:pt>
                <c:pt idx="12074">
                  <c:v>80.98</c:v>
                </c:pt>
                <c:pt idx="12075">
                  <c:v>80.98</c:v>
                </c:pt>
                <c:pt idx="12076">
                  <c:v>145.97</c:v>
                </c:pt>
                <c:pt idx="12077">
                  <c:v>145.97</c:v>
                </c:pt>
                <c:pt idx="12078">
                  <c:v>80.98</c:v>
                </c:pt>
                <c:pt idx="12079">
                  <c:v>146.97</c:v>
                </c:pt>
                <c:pt idx="12080">
                  <c:v>99.98</c:v>
                </c:pt>
                <c:pt idx="12081">
                  <c:v>112.18</c:v>
                </c:pt>
                <c:pt idx="12082">
                  <c:v>79.98</c:v>
                </c:pt>
                <c:pt idx="12083">
                  <c:v>103.26</c:v>
                </c:pt>
                <c:pt idx="12084">
                  <c:v>79.98</c:v>
                </c:pt>
                <c:pt idx="12085">
                  <c:v>131.97999999999999</c:v>
                </c:pt>
                <c:pt idx="12086">
                  <c:v>195.55</c:v>
                </c:pt>
                <c:pt idx="12087">
                  <c:v>65.989999999999995</c:v>
                </c:pt>
                <c:pt idx="12088">
                  <c:v>173.36</c:v>
                </c:pt>
                <c:pt idx="12089">
                  <c:v>80.98</c:v>
                </c:pt>
                <c:pt idx="12090">
                  <c:v>82.35</c:v>
                </c:pt>
                <c:pt idx="12091">
                  <c:v>131.97999999999999</c:v>
                </c:pt>
                <c:pt idx="12092">
                  <c:v>307.92</c:v>
                </c:pt>
                <c:pt idx="12093">
                  <c:v>275.94</c:v>
                </c:pt>
                <c:pt idx="12094">
                  <c:v>319.95999999999998</c:v>
                </c:pt>
                <c:pt idx="12095">
                  <c:v>84.99</c:v>
                </c:pt>
                <c:pt idx="12096">
                  <c:v>327.92</c:v>
                </c:pt>
                <c:pt idx="12097">
                  <c:v>127.96</c:v>
                </c:pt>
                <c:pt idx="12098">
                  <c:v>153.96</c:v>
                </c:pt>
                <c:pt idx="12099">
                  <c:v>159.97999999999999</c:v>
                </c:pt>
                <c:pt idx="12100">
                  <c:v>159.97999999999999</c:v>
                </c:pt>
                <c:pt idx="12101">
                  <c:v>108.96</c:v>
                </c:pt>
                <c:pt idx="12102">
                  <c:v>319.95999999999998</c:v>
                </c:pt>
                <c:pt idx="12103">
                  <c:v>323.91000000000003</c:v>
                </c:pt>
                <c:pt idx="12104">
                  <c:v>399.95</c:v>
                </c:pt>
                <c:pt idx="12105">
                  <c:v>289.24</c:v>
                </c:pt>
                <c:pt idx="12106">
                  <c:v>214.95</c:v>
                </c:pt>
                <c:pt idx="12107">
                  <c:v>57.95</c:v>
                </c:pt>
                <c:pt idx="12108">
                  <c:v>96</c:v>
                </c:pt>
                <c:pt idx="12109">
                  <c:v>169.98</c:v>
                </c:pt>
                <c:pt idx="12110">
                  <c:v>54.97</c:v>
                </c:pt>
                <c:pt idx="12111">
                  <c:v>169.98</c:v>
                </c:pt>
                <c:pt idx="12112">
                  <c:v>71.97</c:v>
                </c:pt>
                <c:pt idx="12113">
                  <c:v>60.98</c:v>
                </c:pt>
                <c:pt idx="12114">
                  <c:v>60.42</c:v>
                </c:pt>
                <c:pt idx="12115">
                  <c:v>169.98</c:v>
                </c:pt>
                <c:pt idx="12116">
                  <c:v>56.96</c:v>
                </c:pt>
                <c:pt idx="12117">
                  <c:v>17.88</c:v>
                </c:pt>
                <c:pt idx="12118">
                  <c:v>120.97</c:v>
                </c:pt>
                <c:pt idx="12119">
                  <c:v>84.99</c:v>
                </c:pt>
                <c:pt idx="12120">
                  <c:v>164.76</c:v>
                </c:pt>
                <c:pt idx="12121">
                  <c:v>169.98</c:v>
                </c:pt>
                <c:pt idx="12122">
                  <c:v>181.96</c:v>
                </c:pt>
                <c:pt idx="12123">
                  <c:v>58.96</c:v>
                </c:pt>
                <c:pt idx="12124">
                  <c:v>84.99</c:v>
                </c:pt>
                <c:pt idx="12125">
                  <c:v>230.96</c:v>
                </c:pt>
                <c:pt idx="12126">
                  <c:v>84.99</c:v>
                </c:pt>
                <c:pt idx="12127">
                  <c:v>169.98</c:v>
                </c:pt>
                <c:pt idx="12128">
                  <c:v>99.98</c:v>
                </c:pt>
                <c:pt idx="12129">
                  <c:v>169.98</c:v>
                </c:pt>
                <c:pt idx="12130">
                  <c:v>269.95999999999998</c:v>
                </c:pt>
                <c:pt idx="12131">
                  <c:v>57.95</c:v>
                </c:pt>
                <c:pt idx="12132">
                  <c:v>134.97999999999999</c:v>
                </c:pt>
                <c:pt idx="12133">
                  <c:v>169.98</c:v>
                </c:pt>
                <c:pt idx="12134">
                  <c:v>79.98</c:v>
                </c:pt>
                <c:pt idx="12135">
                  <c:v>219.97</c:v>
                </c:pt>
                <c:pt idx="12136">
                  <c:v>219.97</c:v>
                </c:pt>
                <c:pt idx="12137">
                  <c:v>57.96</c:v>
                </c:pt>
                <c:pt idx="12138">
                  <c:v>169.98</c:v>
                </c:pt>
                <c:pt idx="12139">
                  <c:v>134.97999999999999</c:v>
                </c:pt>
                <c:pt idx="12140">
                  <c:v>56.95</c:v>
                </c:pt>
                <c:pt idx="12141">
                  <c:v>169.98</c:v>
                </c:pt>
                <c:pt idx="12142">
                  <c:v>70.97</c:v>
                </c:pt>
                <c:pt idx="12143">
                  <c:v>179.09</c:v>
                </c:pt>
                <c:pt idx="12144">
                  <c:v>240.96</c:v>
                </c:pt>
                <c:pt idx="12145">
                  <c:v>197.97</c:v>
                </c:pt>
                <c:pt idx="12146">
                  <c:v>263.95999999999998</c:v>
                </c:pt>
                <c:pt idx="12147">
                  <c:v>145.97</c:v>
                </c:pt>
                <c:pt idx="12148">
                  <c:v>197.97</c:v>
                </c:pt>
                <c:pt idx="12149">
                  <c:v>304.95</c:v>
                </c:pt>
                <c:pt idx="12150">
                  <c:v>197.97</c:v>
                </c:pt>
                <c:pt idx="12151">
                  <c:v>197.97</c:v>
                </c:pt>
                <c:pt idx="12152">
                  <c:v>97.85</c:v>
                </c:pt>
                <c:pt idx="12153">
                  <c:v>145.97</c:v>
                </c:pt>
                <c:pt idx="12154">
                  <c:v>80.98</c:v>
                </c:pt>
                <c:pt idx="12155">
                  <c:v>75.98</c:v>
                </c:pt>
                <c:pt idx="12156">
                  <c:v>145.97</c:v>
                </c:pt>
                <c:pt idx="12157">
                  <c:v>161.96</c:v>
                </c:pt>
                <c:pt idx="12158">
                  <c:v>95.97</c:v>
                </c:pt>
                <c:pt idx="12159">
                  <c:v>131.97999999999999</c:v>
                </c:pt>
                <c:pt idx="12160">
                  <c:v>95.97</c:v>
                </c:pt>
                <c:pt idx="12161">
                  <c:v>80.98</c:v>
                </c:pt>
                <c:pt idx="12162">
                  <c:v>105.98</c:v>
                </c:pt>
                <c:pt idx="12163">
                  <c:v>80.98</c:v>
                </c:pt>
                <c:pt idx="12164">
                  <c:v>131.97999999999999</c:v>
                </c:pt>
                <c:pt idx="12165">
                  <c:v>79.92</c:v>
                </c:pt>
                <c:pt idx="12166">
                  <c:v>84.99</c:v>
                </c:pt>
                <c:pt idx="12167">
                  <c:v>131.97999999999999</c:v>
                </c:pt>
                <c:pt idx="12168">
                  <c:v>119.26</c:v>
                </c:pt>
                <c:pt idx="12169">
                  <c:v>112.18</c:v>
                </c:pt>
                <c:pt idx="12170">
                  <c:v>64.59</c:v>
                </c:pt>
                <c:pt idx="12171">
                  <c:v>131.97999999999999</c:v>
                </c:pt>
                <c:pt idx="12172">
                  <c:v>65.989999999999995</c:v>
                </c:pt>
                <c:pt idx="12173">
                  <c:v>105.98</c:v>
                </c:pt>
                <c:pt idx="12174">
                  <c:v>175.95</c:v>
                </c:pt>
                <c:pt idx="12175">
                  <c:v>100.32</c:v>
                </c:pt>
                <c:pt idx="12176">
                  <c:v>-1.3</c:v>
                </c:pt>
                <c:pt idx="12177">
                  <c:v>136.87</c:v>
                </c:pt>
                <c:pt idx="12178">
                  <c:v>182.2</c:v>
                </c:pt>
                <c:pt idx="12179">
                  <c:v>169.98</c:v>
                </c:pt>
                <c:pt idx="12180">
                  <c:v>228.27</c:v>
                </c:pt>
                <c:pt idx="12181">
                  <c:v>59.39</c:v>
                </c:pt>
                <c:pt idx="12182">
                  <c:v>221.96</c:v>
                </c:pt>
                <c:pt idx="12183">
                  <c:v>100.42</c:v>
                </c:pt>
                <c:pt idx="12184">
                  <c:v>65.989999999999995</c:v>
                </c:pt>
                <c:pt idx="12185">
                  <c:v>184.97</c:v>
                </c:pt>
                <c:pt idx="12186">
                  <c:v>163.63999999999999</c:v>
                </c:pt>
                <c:pt idx="12187">
                  <c:v>169.98</c:v>
                </c:pt>
                <c:pt idx="12188">
                  <c:v>221.96</c:v>
                </c:pt>
                <c:pt idx="12189">
                  <c:v>99.98</c:v>
                </c:pt>
                <c:pt idx="12190">
                  <c:v>51.29</c:v>
                </c:pt>
                <c:pt idx="12191">
                  <c:v>74.38</c:v>
                </c:pt>
                <c:pt idx="12192">
                  <c:v>83.29</c:v>
                </c:pt>
                <c:pt idx="12193">
                  <c:v>169.98</c:v>
                </c:pt>
                <c:pt idx="12194">
                  <c:v>162.93</c:v>
                </c:pt>
                <c:pt idx="12195">
                  <c:v>159.97999999999999</c:v>
                </c:pt>
                <c:pt idx="12196">
                  <c:v>169.98</c:v>
                </c:pt>
                <c:pt idx="12197">
                  <c:v>169.98</c:v>
                </c:pt>
                <c:pt idx="12198">
                  <c:v>73.08</c:v>
                </c:pt>
                <c:pt idx="12199">
                  <c:v>169.98</c:v>
                </c:pt>
                <c:pt idx="12200">
                  <c:v>131.97999999999999</c:v>
                </c:pt>
                <c:pt idx="12201">
                  <c:v>131.97999999999999</c:v>
                </c:pt>
                <c:pt idx="12202">
                  <c:v>84.98</c:v>
                </c:pt>
                <c:pt idx="12203">
                  <c:v>203.96</c:v>
                </c:pt>
                <c:pt idx="12204">
                  <c:v>179.96</c:v>
                </c:pt>
                <c:pt idx="12205">
                  <c:v>169.98</c:v>
                </c:pt>
                <c:pt idx="12206">
                  <c:v>137.97999999999999</c:v>
                </c:pt>
                <c:pt idx="12207">
                  <c:v>169.98</c:v>
                </c:pt>
                <c:pt idx="12208">
                  <c:v>84.98</c:v>
                </c:pt>
                <c:pt idx="12209">
                  <c:v>137.97999999999999</c:v>
                </c:pt>
                <c:pt idx="12210">
                  <c:v>84.99</c:v>
                </c:pt>
                <c:pt idx="12211">
                  <c:v>121.98</c:v>
                </c:pt>
                <c:pt idx="12212">
                  <c:v>169.98</c:v>
                </c:pt>
                <c:pt idx="12213">
                  <c:v>169.98</c:v>
                </c:pt>
                <c:pt idx="12214">
                  <c:v>65.989999999999995</c:v>
                </c:pt>
                <c:pt idx="12215">
                  <c:v>131.97999999999999</c:v>
                </c:pt>
                <c:pt idx="12216">
                  <c:v>119.97</c:v>
                </c:pt>
                <c:pt idx="12217">
                  <c:v>79.98</c:v>
                </c:pt>
                <c:pt idx="12218">
                  <c:v>79.98</c:v>
                </c:pt>
                <c:pt idx="12219">
                  <c:v>163.38</c:v>
                </c:pt>
                <c:pt idx="12220">
                  <c:v>84.99</c:v>
                </c:pt>
                <c:pt idx="12221">
                  <c:v>169.98</c:v>
                </c:pt>
                <c:pt idx="12222">
                  <c:v>149.97</c:v>
                </c:pt>
                <c:pt idx="12223">
                  <c:v>146.51</c:v>
                </c:pt>
                <c:pt idx="12224">
                  <c:v>137.97999999999999</c:v>
                </c:pt>
                <c:pt idx="12225">
                  <c:v>169.98</c:v>
                </c:pt>
                <c:pt idx="12226">
                  <c:v>131.97999999999999</c:v>
                </c:pt>
                <c:pt idx="12227">
                  <c:v>169.98</c:v>
                </c:pt>
                <c:pt idx="12228">
                  <c:v>169.98</c:v>
                </c:pt>
                <c:pt idx="12229">
                  <c:v>412.58</c:v>
                </c:pt>
                <c:pt idx="12230">
                  <c:v>316.75</c:v>
                </c:pt>
                <c:pt idx="12231">
                  <c:v>147.62</c:v>
                </c:pt>
                <c:pt idx="12232">
                  <c:v>85.98</c:v>
                </c:pt>
                <c:pt idx="12233">
                  <c:v>84.99</c:v>
                </c:pt>
                <c:pt idx="12234">
                  <c:v>133.49</c:v>
                </c:pt>
                <c:pt idx="12235">
                  <c:v>134.13</c:v>
                </c:pt>
                <c:pt idx="12236">
                  <c:v>114.73</c:v>
                </c:pt>
                <c:pt idx="12237">
                  <c:v>58.26</c:v>
                </c:pt>
                <c:pt idx="12238">
                  <c:v>78.760000000000005</c:v>
                </c:pt>
                <c:pt idx="12239">
                  <c:v>105.98</c:v>
                </c:pt>
                <c:pt idx="12240">
                  <c:v>134.97999999999999</c:v>
                </c:pt>
                <c:pt idx="12241">
                  <c:v>130.97999999999999</c:v>
                </c:pt>
                <c:pt idx="12242">
                  <c:v>78.64</c:v>
                </c:pt>
                <c:pt idx="12243">
                  <c:v>72.239999999999995</c:v>
                </c:pt>
                <c:pt idx="12244">
                  <c:v>98.63</c:v>
                </c:pt>
                <c:pt idx="12245">
                  <c:v>112.47</c:v>
                </c:pt>
                <c:pt idx="12246">
                  <c:v>169.98</c:v>
                </c:pt>
                <c:pt idx="12247">
                  <c:v>79.36</c:v>
                </c:pt>
                <c:pt idx="12248">
                  <c:v>84.99</c:v>
                </c:pt>
                <c:pt idx="12249">
                  <c:v>163.77000000000001</c:v>
                </c:pt>
                <c:pt idx="12250">
                  <c:v>83.64</c:v>
                </c:pt>
                <c:pt idx="12251">
                  <c:v>134.13</c:v>
                </c:pt>
                <c:pt idx="12252">
                  <c:v>64.13</c:v>
                </c:pt>
                <c:pt idx="12253">
                  <c:v>131.97999999999999</c:v>
                </c:pt>
                <c:pt idx="12254">
                  <c:v>145.65</c:v>
                </c:pt>
                <c:pt idx="12255">
                  <c:v>142.05000000000001</c:v>
                </c:pt>
                <c:pt idx="12256">
                  <c:v>129.34</c:v>
                </c:pt>
                <c:pt idx="12257">
                  <c:v>136.97</c:v>
                </c:pt>
                <c:pt idx="12258">
                  <c:v>129.6</c:v>
                </c:pt>
                <c:pt idx="12259">
                  <c:v>172.97</c:v>
                </c:pt>
                <c:pt idx="12260">
                  <c:v>102.64</c:v>
                </c:pt>
                <c:pt idx="12261">
                  <c:v>131.97999999999999</c:v>
                </c:pt>
                <c:pt idx="12262">
                  <c:v>361.94</c:v>
                </c:pt>
                <c:pt idx="12263">
                  <c:v>339.96</c:v>
                </c:pt>
                <c:pt idx="12264">
                  <c:v>389.95</c:v>
                </c:pt>
                <c:pt idx="12265">
                  <c:v>389.95</c:v>
                </c:pt>
                <c:pt idx="12266">
                  <c:v>339.96</c:v>
                </c:pt>
                <c:pt idx="12267">
                  <c:v>323.92</c:v>
                </c:pt>
                <c:pt idx="12268">
                  <c:v>361.94</c:v>
                </c:pt>
                <c:pt idx="12269">
                  <c:v>486.7</c:v>
                </c:pt>
                <c:pt idx="12270">
                  <c:v>486.7</c:v>
                </c:pt>
                <c:pt idx="12271">
                  <c:v>323.92</c:v>
                </c:pt>
                <c:pt idx="12272">
                  <c:v>333.96</c:v>
                </c:pt>
                <c:pt idx="12273">
                  <c:v>325.95</c:v>
                </c:pt>
                <c:pt idx="12274">
                  <c:v>159.97999999999999</c:v>
                </c:pt>
                <c:pt idx="12275">
                  <c:v>113.97</c:v>
                </c:pt>
                <c:pt idx="12276">
                  <c:v>254.97</c:v>
                </c:pt>
                <c:pt idx="12277">
                  <c:v>187.97</c:v>
                </c:pt>
                <c:pt idx="12278">
                  <c:v>132.26</c:v>
                </c:pt>
                <c:pt idx="12279">
                  <c:v>139.96</c:v>
                </c:pt>
                <c:pt idx="12280">
                  <c:v>169.98</c:v>
                </c:pt>
                <c:pt idx="12281">
                  <c:v>169.98</c:v>
                </c:pt>
                <c:pt idx="12282">
                  <c:v>115.97</c:v>
                </c:pt>
                <c:pt idx="12283">
                  <c:v>79.98</c:v>
                </c:pt>
                <c:pt idx="12284">
                  <c:v>339.96</c:v>
                </c:pt>
                <c:pt idx="12285">
                  <c:v>125.96</c:v>
                </c:pt>
                <c:pt idx="12286">
                  <c:v>254.97</c:v>
                </c:pt>
                <c:pt idx="12287">
                  <c:v>169.98</c:v>
                </c:pt>
                <c:pt idx="12288">
                  <c:v>169.98</c:v>
                </c:pt>
                <c:pt idx="12289">
                  <c:v>155.97999999999999</c:v>
                </c:pt>
                <c:pt idx="12290">
                  <c:v>254.97</c:v>
                </c:pt>
                <c:pt idx="12291">
                  <c:v>272.95999999999998</c:v>
                </c:pt>
                <c:pt idx="12292">
                  <c:v>413.93</c:v>
                </c:pt>
                <c:pt idx="12293">
                  <c:v>169.98</c:v>
                </c:pt>
                <c:pt idx="12294">
                  <c:v>109.98</c:v>
                </c:pt>
                <c:pt idx="12295">
                  <c:v>118.96</c:v>
                </c:pt>
                <c:pt idx="12296">
                  <c:v>130.38</c:v>
                </c:pt>
                <c:pt idx="12297">
                  <c:v>111.48</c:v>
                </c:pt>
                <c:pt idx="12298">
                  <c:v>164.97</c:v>
                </c:pt>
                <c:pt idx="12299">
                  <c:v>98.98</c:v>
                </c:pt>
                <c:pt idx="12300">
                  <c:v>123.09</c:v>
                </c:pt>
                <c:pt idx="12301">
                  <c:v>137.72999999999999</c:v>
                </c:pt>
                <c:pt idx="12302">
                  <c:v>169.98</c:v>
                </c:pt>
                <c:pt idx="12303">
                  <c:v>83.28</c:v>
                </c:pt>
                <c:pt idx="12304">
                  <c:v>108.97</c:v>
                </c:pt>
                <c:pt idx="12305">
                  <c:v>44.99</c:v>
                </c:pt>
                <c:pt idx="12306">
                  <c:v>119.97</c:v>
                </c:pt>
                <c:pt idx="12307">
                  <c:v>159.97999999999999</c:v>
                </c:pt>
                <c:pt idx="12308">
                  <c:v>90.48</c:v>
                </c:pt>
                <c:pt idx="12309">
                  <c:v>89.98</c:v>
                </c:pt>
                <c:pt idx="12310">
                  <c:v>94.98</c:v>
                </c:pt>
                <c:pt idx="12311">
                  <c:v>153.96</c:v>
                </c:pt>
                <c:pt idx="12312">
                  <c:v>109.98</c:v>
                </c:pt>
                <c:pt idx="12313">
                  <c:v>94.98</c:v>
                </c:pt>
                <c:pt idx="12314">
                  <c:v>74.98</c:v>
                </c:pt>
                <c:pt idx="12315">
                  <c:v>106.46</c:v>
                </c:pt>
                <c:pt idx="12316">
                  <c:v>182.46</c:v>
                </c:pt>
                <c:pt idx="12317">
                  <c:v>169.98</c:v>
                </c:pt>
                <c:pt idx="12318">
                  <c:v>89.98</c:v>
                </c:pt>
                <c:pt idx="12319">
                  <c:v>339.96</c:v>
                </c:pt>
                <c:pt idx="12320">
                  <c:v>479.15</c:v>
                </c:pt>
                <c:pt idx="12321">
                  <c:v>129.28</c:v>
                </c:pt>
                <c:pt idx="12322">
                  <c:v>115.98</c:v>
                </c:pt>
                <c:pt idx="12323">
                  <c:v>85.48</c:v>
                </c:pt>
                <c:pt idx="12324">
                  <c:v>131.97999999999999</c:v>
                </c:pt>
                <c:pt idx="12325">
                  <c:v>90.23</c:v>
                </c:pt>
                <c:pt idx="12326">
                  <c:v>147.83000000000001</c:v>
                </c:pt>
                <c:pt idx="12327">
                  <c:v>131.97999999999999</c:v>
                </c:pt>
                <c:pt idx="12328">
                  <c:v>254.97</c:v>
                </c:pt>
                <c:pt idx="12329">
                  <c:v>94.98</c:v>
                </c:pt>
                <c:pt idx="12330">
                  <c:v>110.98</c:v>
                </c:pt>
                <c:pt idx="12331">
                  <c:v>65.989999999999995</c:v>
                </c:pt>
                <c:pt idx="12332">
                  <c:v>131.97999999999999</c:v>
                </c:pt>
                <c:pt idx="12333">
                  <c:v>84.99</c:v>
                </c:pt>
                <c:pt idx="12334">
                  <c:v>62.69</c:v>
                </c:pt>
                <c:pt idx="12335">
                  <c:v>83.13</c:v>
                </c:pt>
                <c:pt idx="12336">
                  <c:v>98.34</c:v>
                </c:pt>
                <c:pt idx="12337">
                  <c:v>65.989999999999995</c:v>
                </c:pt>
                <c:pt idx="12338">
                  <c:v>84.99</c:v>
                </c:pt>
                <c:pt idx="12339">
                  <c:v>65.989999999999995</c:v>
                </c:pt>
                <c:pt idx="12340">
                  <c:v>65.989999999999995</c:v>
                </c:pt>
                <c:pt idx="12341">
                  <c:v>84.99</c:v>
                </c:pt>
                <c:pt idx="12342">
                  <c:v>65.989999999999995</c:v>
                </c:pt>
                <c:pt idx="12343">
                  <c:v>84.14</c:v>
                </c:pt>
                <c:pt idx="12344">
                  <c:v>65.989999999999995</c:v>
                </c:pt>
                <c:pt idx="12345">
                  <c:v>65.989999999999995</c:v>
                </c:pt>
                <c:pt idx="12346">
                  <c:v>83.98</c:v>
                </c:pt>
                <c:pt idx="12347">
                  <c:v>84.99</c:v>
                </c:pt>
                <c:pt idx="12348">
                  <c:v>100.98</c:v>
                </c:pt>
                <c:pt idx="12349">
                  <c:v>65.989999999999995</c:v>
                </c:pt>
                <c:pt idx="12350">
                  <c:v>65.989999999999995</c:v>
                </c:pt>
                <c:pt idx="12351">
                  <c:v>61.87</c:v>
                </c:pt>
                <c:pt idx="12352">
                  <c:v>65.989999999999995</c:v>
                </c:pt>
                <c:pt idx="12353">
                  <c:v>81.98</c:v>
                </c:pt>
                <c:pt idx="12354">
                  <c:v>128.84</c:v>
                </c:pt>
                <c:pt idx="12355">
                  <c:v>81.98</c:v>
                </c:pt>
                <c:pt idx="12356">
                  <c:v>65.989999999999995</c:v>
                </c:pt>
                <c:pt idx="12357">
                  <c:v>223.12</c:v>
                </c:pt>
                <c:pt idx="12358">
                  <c:v>71.97</c:v>
                </c:pt>
                <c:pt idx="12359">
                  <c:v>206.95</c:v>
                </c:pt>
                <c:pt idx="12360">
                  <c:v>201.13</c:v>
                </c:pt>
                <c:pt idx="12361">
                  <c:v>269.91000000000003</c:v>
                </c:pt>
                <c:pt idx="12362">
                  <c:v>95.98</c:v>
                </c:pt>
                <c:pt idx="12363">
                  <c:v>50.98</c:v>
                </c:pt>
                <c:pt idx="12364">
                  <c:v>236.94</c:v>
                </c:pt>
                <c:pt idx="12365">
                  <c:v>184.97</c:v>
                </c:pt>
                <c:pt idx="12366">
                  <c:v>240.96</c:v>
                </c:pt>
                <c:pt idx="12367">
                  <c:v>258.95999999999998</c:v>
                </c:pt>
                <c:pt idx="12368">
                  <c:v>215.37</c:v>
                </c:pt>
                <c:pt idx="12369">
                  <c:v>265.95999999999998</c:v>
                </c:pt>
                <c:pt idx="12370">
                  <c:v>180.97</c:v>
                </c:pt>
                <c:pt idx="12371">
                  <c:v>95.98</c:v>
                </c:pt>
                <c:pt idx="12372">
                  <c:v>276.95</c:v>
                </c:pt>
                <c:pt idx="12373">
                  <c:v>265.95999999999998</c:v>
                </c:pt>
                <c:pt idx="12374">
                  <c:v>241.95</c:v>
                </c:pt>
                <c:pt idx="12375">
                  <c:v>64.98</c:v>
                </c:pt>
                <c:pt idx="12376">
                  <c:v>145.97</c:v>
                </c:pt>
                <c:pt idx="12377">
                  <c:v>92.98</c:v>
                </c:pt>
                <c:pt idx="12378">
                  <c:v>191.96</c:v>
                </c:pt>
                <c:pt idx="12379">
                  <c:v>54.98</c:v>
                </c:pt>
                <c:pt idx="12380">
                  <c:v>131.97999999999999</c:v>
                </c:pt>
                <c:pt idx="12381">
                  <c:v>131.97999999999999</c:v>
                </c:pt>
                <c:pt idx="12382">
                  <c:v>118.78</c:v>
                </c:pt>
                <c:pt idx="12383">
                  <c:v>131.97999999999999</c:v>
                </c:pt>
                <c:pt idx="12384">
                  <c:v>104.36</c:v>
                </c:pt>
                <c:pt idx="12385">
                  <c:v>131.97999999999999</c:v>
                </c:pt>
                <c:pt idx="12386">
                  <c:v>121.98</c:v>
                </c:pt>
                <c:pt idx="12387">
                  <c:v>131.97999999999999</c:v>
                </c:pt>
                <c:pt idx="12388">
                  <c:v>94.97</c:v>
                </c:pt>
                <c:pt idx="12389">
                  <c:v>115.38</c:v>
                </c:pt>
                <c:pt idx="12390">
                  <c:v>65.989999999999995</c:v>
                </c:pt>
                <c:pt idx="12391">
                  <c:v>171.97</c:v>
                </c:pt>
                <c:pt idx="12392">
                  <c:v>74.95</c:v>
                </c:pt>
                <c:pt idx="12393">
                  <c:v>131.97999999999999</c:v>
                </c:pt>
                <c:pt idx="12394">
                  <c:v>131.97999999999999</c:v>
                </c:pt>
                <c:pt idx="12395">
                  <c:v>131.97999999999999</c:v>
                </c:pt>
                <c:pt idx="12396">
                  <c:v>131.97999999999999</c:v>
                </c:pt>
                <c:pt idx="12397">
                  <c:v>82.49</c:v>
                </c:pt>
                <c:pt idx="12398">
                  <c:v>131.97999999999999</c:v>
                </c:pt>
                <c:pt idx="12399">
                  <c:v>105.98</c:v>
                </c:pt>
                <c:pt idx="12400">
                  <c:v>67.98</c:v>
                </c:pt>
                <c:pt idx="12401">
                  <c:v>65.989999999999995</c:v>
                </c:pt>
                <c:pt idx="12402">
                  <c:v>131.97999999999999</c:v>
                </c:pt>
                <c:pt idx="12403">
                  <c:v>131.97999999999999</c:v>
                </c:pt>
                <c:pt idx="12404">
                  <c:v>146.97</c:v>
                </c:pt>
                <c:pt idx="12405">
                  <c:v>65.989999999999995</c:v>
                </c:pt>
                <c:pt idx="12406">
                  <c:v>131.97999999999999</c:v>
                </c:pt>
                <c:pt idx="12407">
                  <c:v>175.97</c:v>
                </c:pt>
                <c:pt idx="12408">
                  <c:v>159.97999999999999</c:v>
                </c:pt>
                <c:pt idx="12409">
                  <c:v>183.96</c:v>
                </c:pt>
                <c:pt idx="12410">
                  <c:v>183.96</c:v>
                </c:pt>
                <c:pt idx="12411">
                  <c:v>141.97</c:v>
                </c:pt>
                <c:pt idx="12412">
                  <c:v>79.989999999999995</c:v>
                </c:pt>
                <c:pt idx="12413">
                  <c:v>129.97999999999999</c:v>
                </c:pt>
                <c:pt idx="12414">
                  <c:v>81.58</c:v>
                </c:pt>
                <c:pt idx="12415">
                  <c:v>79.989999999999995</c:v>
                </c:pt>
                <c:pt idx="12416">
                  <c:v>121.98</c:v>
                </c:pt>
                <c:pt idx="12417">
                  <c:v>79.989999999999995</c:v>
                </c:pt>
                <c:pt idx="12418">
                  <c:v>133.97</c:v>
                </c:pt>
                <c:pt idx="12419">
                  <c:v>95.17</c:v>
                </c:pt>
                <c:pt idx="12420">
                  <c:v>79.989999999999995</c:v>
                </c:pt>
                <c:pt idx="12421">
                  <c:v>117.89</c:v>
                </c:pt>
                <c:pt idx="12422">
                  <c:v>135.96</c:v>
                </c:pt>
                <c:pt idx="12423">
                  <c:v>79.989999999999995</c:v>
                </c:pt>
                <c:pt idx="12424">
                  <c:v>120.76</c:v>
                </c:pt>
                <c:pt idx="12425">
                  <c:v>239.97</c:v>
                </c:pt>
                <c:pt idx="12426">
                  <c:v>65.989999999999995</c:v>
                </c:pt>
                <c:pt idx="12427">
                  <c:v>140.34</c:v>
                </c:pt>
                <c:pt idx="12428">
                  <c:v>159.69999999999999</c:v>
                </c:pt>
                <c:pt idx="12429">
                  <c:v>140.34</c:v>
                </c:pt>
                <c:pt idx="12430">
                  <c:v>195.98</c:v>
                </c:pt>
                <c:pt idx="12431">
                  <c:v>225.24</c:v>
                </c:pt>
                <c:pt idx="12432">
                  <c:v>159.69999999999999</c:v>
                </c:pt>
                <c:pt idx="12433">
                  <c:v>120.98</c:v>
                </c:pt>
                <c:pt idx="12434">
                  <c:v>159.69999999999999</c:v>
                </c:pt>
                <c:pt idx="12435">
                  <c:v>179.04</c:v>
                </c:pt>
                <c:pt idx="12436">
                  <c:v>209.29</c:v>
                </c:pt>
                <c:pt idx="12437">
                  <c:v>147.6</c:v>
                </c:pt>
                <c:pt idx="12438">
                  <c:v>185.11</c:v>
                </c:pt>
                <c:pt idx="12439">
                  <c:v>159.69999999999999</c:v>
                </c:pt>
                <c:pt idx="12440">
                  <c:v>161.13999999999999</c:v>
                </c:pt>
                <c:pt idx="12441">
                  <c:v>179.04</c:v>
                </c:pt>
                <c:pt idx="12442">
                  <c:v>159.69999999999999</c:v>
                </c:pt>
                <c:pt idx="12443">
                  <c:v>182.67</c:v>
                </c:pt>
                <c:pt idx="12444">
                  <c:v>159.69999999999999</c:v>
                </c:pt>
                <c:pt idx="12445">
                  <c:v>159.69999999999999</c:v>
                </c:pt>
                <c:pt idx="12446">
                  <c:v>159.69999999999999</c:v>
                </c:pt>
                <c:pt idx="12447">
                  <c:v>120.98</c:v>
                </c:pt>
                <c:pt idx="12448">
                  <c:v>146.13</c:v>
                </c:pt>
                <c:pt idx="12449">
                  <c:v>159.69999999999999</c:v>
                </c:pt>
                <c:pt idx="12450">
                  <c:v>107.21</c:v>
                </c:pt>
                <c:pt idx="12451">
                  <c:v>159.69999999999999</c:v>
                </c:pt>
                <c:pt idx="12452">
                  <c:v>159.69999999999999</c:v>
                </c:pt>
                <c:pt idx="12453">
                  <c:v>120.66</c:v>
                </c:pt>
                <c:pt idx="12454">
                  <c:v>159.69999999999999</c:v>
                </c:pt>
                <c:pt idx="12455">
                  <c:v>153.09</c:v>
                </c:pt>
                <c:pt idx="12456">
                  <c:v>159.69999999999999</c:v>
                </c:pt>
                <c:pt idx="12457">
                  <c:v>193.55</c:v>
                </c:pt>
                <c:pt idx="12458">
                  <c:v>123.4</c:v>
                </c:pt>
                <c:pt idx="12459">
                  <c:v>153.62</c:v>
                </c:pt>
                <c:pt idx="12460">
                  <c:v>147.6</c:v>
                </c:pt>
                <c:pt idx="12461">
                  <c:v>159.69999999999999</c:v>
                </c:pt>
                <c:pt idx="12462">
                  <c:v>122.14</c:v>
                </c:pt>
                <c:pt idx="12463">
                  <c:v>143.25</c:v>
                </c:pt>
                <c:pt idx="12464">
                  <c:v>168.18</c:v>
                </c:pt>
                <c:pt idx="12465">
                  <c:v>180.07</c:v>
                </c:pt>
                <c:pt idx="12466">
                  <c:v>152.43</c:v>
                </c:pt>
                <c:pt idx="12467">
                  <c:v>189.02</c:v>
                </c:pt>
                <c:pt idx="12468">
                  <c:v>168.28</c:v>
                </c:pt>
                <c:pt idx="12469">
                  <c:v>158.53</c:v>
                </c:pt>
                <c:pt idx="12470">
                  <c:v>128.06</c:v>
                </c:pt>
                <c:pt idx="12471">
                  <c:v>179.97</c:v>
                </c:pt>
                <c:pt idx="12472">
                  <c:v>459.91</c:v>
                </c:pt>
                <c:pt idx="12473">
                  <c:v>182.93</c:v>
                </c:pt>
                <c:pt idx="12474">
                  <c:v>89.98</c:v>
                </c:pt>
                <c:pt idx="12475">
                  <c:v>145.97</c:v>
                </c:pt>
                <c:pt idx="12476">
                  <c:v>231.09</c:v>
                </c:pt>
                <c:pt idx="12477">
                  <c:v>308.69</c:v>
                </c:pt>
                <c:pt idx="12478">
                  <c:v>239.97</c:v>
                </c:pt>
                <c:pt idx="12479">
                  <c:v>239.97</c:v>
                </c:pt>
                <c:pt idx="12480">
                  <c:v>165.53</c:v>
                </c:pt>
                <c:pt idx="12481">
                  <c:v>239.97</c:v>
                </c:pt>
                <c:pt idx="12482">
                  <c:v>181.17</c:v>
                </c:pt>
                <c:pt idx="12483">
                  <c:v>157.97</c:v>
                </c:pt>
                <c:pt idx="12484">
                  <c:v>155.52000000000001</c:v>
                </c:pt>
                <c:pt idx="12485">
                  <c:v>233.61</c:v>
                </c:pt>
                <c:pt idx="12486">
                  <c:v>239.97</c:v>
                </c:pt>
                <c:pt idx="12487">
                  <c:v>99.98</c:v>
                </c:pt>
                <c:pt idx="12488">
                  <c:v>105.98</c:v>
                </c:pt>
                <c:pt idx="12489">
                  <c:v>159.97999999999999</c:v>
                </c:pt>
                <c:pt idx="12490">
                  <c:v>184.97</c:v>
                </c:pt>
                <c:pt idx="12491">
                  <c:v>99.98</c:v>
                </c:pt>
                <c:pt idx="12492">
                  <c:v>176.57</c:v>
                </c:pt>
                <c:pt idx="12493">
                  <c:v>184.97</c:v>
                </c:pt>
                <c:pt idx="12494">
                  <c:v>76.69</c:v>
                </c:pt>
                <c:pt idx="12495">
                  <c:v>114.98</c:v>
                </c:pt>
                <c:pt idx="12496">
                  <c:v>80.98</c:v>
                </c:pt>
                <c:pt idx="12497">
                  <c:v>120.97</c:v>
                </c:pt>
                <c:pt idx="12498">
                  <c:v>75.900000000000006</c:v>
                </c:pt>
                <c:pt idx="12499">
                  <c:v>184.97</c:v>
                </c:pt>
                <c:pt idx="12500">
                  <c:v>99.98</c:v>
                </c:pt>
                <c:pt idx="12501">
                  <c:v>133.77000000000001</c:v>
                </c:pt>
                <c:pt idx="12502">
                  <c:v>179.12</c:v>
                </c:pt>
                <c:pt idx="12503">
                  <c:v>79.959999999999994</c:v>
                </c:pt>
                <c:pt idx="12504">
                  <c:v>121.98</c:v>
                </c:pt>
                <c:pt idx="12505">
                  <c:v>111.98</c:v>
                </c:pt>
                <c:pt idx="12506">
                  <c:v>121.98</c:v>
                </c:pt>
                <c:pt idx="12507">
                  <c:v>121.98</c:v>
                </c:pt>
                <c:pt idx="12508">
                  <c:v>121.98</c:v>
                </c:pt>
                <c:pt idx="12509">
                  <c:v>141.97</c:v>
                </c:pt>
                <c:pt idx="12510">
                  <c:v>121.98</c:v>
                </c:pt>
                <c:pt idx="12511">
                  <c:v>149.96</c:v>
                </c:pt>
                <c:pt idx="12512">
                  <c:v>145.76</c:v>
                </c:pt>
                <c:pt idx="12513">
                  <c:v>121.98</c:v>
                </c:pt>
                <c:pt idx="12514">
                  <c:v>157.96</c:v>
                </c:pt>
                <c:pt idx="12515">
                  <c:v>121.98</c:v>
                </c:pt>
                <c:pt idx="12516">
                  <c:v>137.97</c:v>
                </c:pt>
                <c:pt idx="12517">
                  <c:v>111.98</c:v>
                </c:pt>
                <c:pt idx="12518">
                  <c:v>95.98</c:v>
                </c:pt>
                <c:pt idx="12519">
                  <c:v>164.96</c:v>
                </c:pt>
                <c:pt idx="12520">
                  <c:v>161.96</c:v>
                </c:pt>
                <c:pt idx="12521">
                  <c:v>304.95</c:v>
                </c:pt>
                <c:pt idx="12522">
                  <c:v>404.95</c:v>
                </c:pt>
                <c:pt idx="12523">
                  <c:v>399.95</c:v>
                </c:pt>
                <c:pt idx="12524">
                  <c:v>304.95</c:v>
                </c:pt>
                <c:pt idx="12525">
                  <c:v>72.5</c:v>
                </c:pt>
                <c:pt idx="12526">
                  <c:v>123.93</c:v>
                </c:pt>
                <c:pt idx="12527">
                  <c:v>68.98</c:v>
                </c:pt>
                <c:pt idx="12528">
                  <c:v>109.95</c:v>
                </c:pt>
                <c:pt idx="12529">
                  <c:v>98.97</c:v>
                </c:pt>
                <c:pt idx="12530">
                  <c:v>107.94</c:v>
                </c:pt>
                <c:pt idx="12531">
                  <c:v>104.95</c:v>
                </c:pt>
                <c:pt idx="12532">
                  <c:v>79.98</c:v>
                </c:pt>
                <c:pt idx="12533">
                  <c:v>111.11</c:v>
                </c:pt>
                <c:pt idx="12534">
                  <c:v>29.49</c:v>
                </c:pt>
                <c:pt idx="12535">
                  <c:v>179.91</c:v>
                </c:pt>
                <c:pt idx="12536">
                  <c:v>122.93</c:v>
                </c:pt>
                <c:pt idx="12537">
                  <c:v>86.95</c:v>
                </c:pt>
                <c:pt idx="12538">
                  <c:v>71.959999999999994</c:v>
                </c:pt>
                <c:pt idx="12539">
                  <c:v>175.9</c:v>
                </c:pt>
                <c:pt idx="12540">
                  <c:v>141.91999999999999</c:v>
                </c:pt>
                <c:pt idx="12541">
                  <c:v>70.97</c:v>
                </c:pt>
                <c:pt idx="12542">
                  <c:v>87.97</c:v>
                </c:pt>
                <c:pt idx="12543">
                  <c:v>109.28</c:v>
                </c:pt>
                <c:pt idx="12544">
                  <c:v>156.91</c:v>
                </c:pt>
                <c:pt idx="12545">
                  <c:v>114.97</c:v>
                </c:pt>
                <c:pt idx="12546">
                  <c:v>89.98</c:v>
                </c:pt>
                <c:pt idx="12547">
                  <c:v>84.98</c:v>
                </c:pt>
                <c:pt idx="12548">
                  <c:v>117.94</c:v>
                </c:pt>
                <c:pt idx="12549">
                  <c:v>125.89</c:v>
                </c:pt>
                <c:pt idx="12550">
                  <c:v>120.93</c:v>
                </c:pt>
                <c:pt idx="12551">
                  <c:v>61.69</c:v>
                </c:pt>
                <c:pt idx="12552">
                  <c:v>107.96</c:v>
                </c:pt>
                <c:pt idx="12553">
                  <c:v>48.29</c:v>
                </c:pt>
                <c:pt idx="12554">
                  <c:v>112.97</c:v>
                </c:pt>
                <c:pt idx="12555">
                  <c:v>129.93</c:v>
                </c:pt>
                <c:pt idx="12556">
                  <c:v>79.98</c:v>
                </c:pt>
                <c:pt idx="12557">
                  <c:v>114.97</c:v>
                </c:pt>
                <c:pt idx="12558">
                  <c:v>139.93</c:v>
                </c:pt>
                <c:pt idx="12559">
                  <c:v>109.35</c:v>
                </c:pt>
                <c:pt idx="12560">
                  <c:v>149.44</c:v>
                </c:pt>
                <c:pt idx="12561">
                  <c:v>150.13999999999999</c:v>
                </c:pt>
                <c:pt idx="12562">
                  <c:v>110.81</c:v>
                </c:pt>
                <c:pt idx="12563">
                  <c:v>159.25</c:v>
                </c:pt>
                <c:pt idx="12564">
                  <c:v>72.239999999999995</c:v>
                </c:pt>
                <c:pt idx="12565">
                  <c:v>130.96</c:v>
                </c:pt>
                <c:pt idx="12566">
                  <c:v>16.07</c:v>
                </c:pt>
                <c:pt idx="12567">
                  <c:v>187.15</c:v>
                </c:pt>
                <c:pt idx="12568">
                  <c:v>114.21</c:v>
                </c:pt>
                <c:pt idx="12569">
                  <c:v>191.96</c:v>
                </c:pt>
                <c:pt idx="12570">
                  <c:v>73.760000000000005</c:v>
                </c:pt>
                <c:pt idx="12571">
                  <c:v>94.97</c:v>
                </c:pt>
                <c:pt idx="12572">
                  <c:v>416.91</c:v>
                </c:pt>
                <c:pt idx="12573">
                  <c:v>55.68</c:v>
                </c:pt>
                <c:pt idx="12574">
                  <c:v>99.98</c:v>
                </c:pt>
                <c:pt idx="12575">
                  <c:v>68.989999999999995</c:v>
                </c:pt>
                <c:pt idx="12576">
                  <c:v>89.98</c:v>
                </c:pt>
                <c:pt idx="12577">
                  <c:v>338.56</c:v>
                </c:pt>
                <c:pt idx="12578">
                  <c:v>338.56</c:v>
                </c:pt>
                <c:pt idx="12579">
                  <c:v>338.56</c:v>
                </c:pt>
                <c:pt idx="12580">
                  <c:v>338.56</c:v>
                </c:pt>
                <c:pt idx="12581">
                  <c:v>314.36</c:v>
                </c:pt>
                <c:pt idx="12582">
                  <c:v>338.56</c:v>
                </c:pt>
                <c:pt idx="12583">
                  <c:v>338.56</c:v>
                </c:pt>
                <c:pt idx="12584">
                  <c:v>314.36</c:v>
                </c:pt>
                <c:pt idx="12585">
                  <c:v>120.95</c:v>
                </c:pt>
                <c:pt idx="12586">
                  <c:v>344.6</c:v>
                </c:pt>
                <c:pt idx="12587">
                  <c:v>314.36</c:v>
                </c:pt>
                <c:pt idx="12588">
                  <c:v>314.36</c:v>
                </c:pt>
                <c:pt idx="12589">
                  <c:v>124.95</c:v>
                </c:pt>
                <c:pt idx="12590">
                  <c:v>84.99</c:v>
                </c:pt>
                <c:pt idx="12591">
                  <c:v>59.98</c:v>
                </c:pt>
                <c:pt idx="12592">
                  <c:v>179.94</c:v>
                </c:pt>
                <c:pt idx="12593">
                  <c:v>54.63</c:v>
                </c:pt>
                <c:pt idx="12594">
                  <c:v>231.89</c:v>
                </c:pt>
                <c:pt idx="12595">
                  <c:v>200.42</c:v>
                </c:pt>
                <c:pt idx="12596">
                  <c:v>89.97</c:v>
                </c:pt>
                <c:pt idx="12597">
                  <c:v>200.56</c:v>
                </c:pt>
                <c:pt idx="12598">
                  <c:v>121.97</c:v>
                </c:pt>
                <c:pt idx="12599">
                  <c:v>114.97</c:v>
                </c:pt>
                <c:pt idx="12600">
                  <c:v>209.93</c:v>
                </c:pt>
                <c:pt idx="12601">
                  <c:v>229.92</c:v>
                </c:pt>
                <c:pt idx="12602">
                  <c:v>269.91000000000003</c:v>
                </c:pt>
                <c:pt idx="12603">
                  <c:v>209.93</c:v>
                </c:pt>
                <c:pt idx="12604">
                  <c:v>119.96</c:v>
                </c:pt>
                <c:pt idx="12605">
                  <c:v>207.44</c:v>
                </c:pt>
                <c:pt idx="12606">
                  <c:v>199.92</c:v>
                </c:pt>
                <c:pt idx="12607">
                  <c:v>289.91000000000003</c:v>
                </c:pt>
                <c:pt idx="12608">
                  <c:v>172.97</c:v>
                </c:pt>
                <c:pt idx="12609">
                  <c:v>197.97</c:v>
                </c:pt>
                <c:pt idx="12610">
                  <c:v>254.97</c:v>
                </c:pt>
                <c:pt idx="12611">
                  <c:v>197.97</c:v>
                </c:pt>
                <c:pt idx="12612">
                  <c:v>169.98</c:v>
                </c:pt>
                <c:pt idx="12613">
                  <c:v>84.99</c:v>
                </c:pt>
                <c:pt idx="12614">
                  <c:v>197.97</c:v>
                </c:pt>
                <c:pt idx="12615">
                  <c:v>229.97</c:v>
                </c:pt>
                <c:pt idx="12616">
                  <c:v>169.98</c:v>
                </c:pt>
                <c:pt idx="12617">
                  <c:v>-84.99</c:v>
                </c:pt>
                <c:pt idx="12618">
                  <c:v>254.97</c:v>
                </c:pt>
                <c:pt idx="12619">
                  <c:v>169.98</c:v>
                </c:pt>
                <c:pt idx="12620">
                  <c:v>169.98</c:v>
                </c:pt>
                <c:pt idx="12621">
                  <c:v>169.98</c:v>
                </c:pt>
                <c:pt idx="12622">
                  <c:v>172.97</c:v>
                </c:pt>
                <c:pt idx="12623">
                  <c:v>197.97</c:v>
                </c:pt>
                <c:pt idx="12624">
                  <c:v>254.97</c:v>
                </c:pt>
                <c:pt idx="12625">
                  <c:v>254.97</c:v>
                </c:pt>
                <c:pt idx="12626">
                  <c:v>169.98</c:v>
                </c:pt>
                <c:pt idx="12627">
                  <c:v>254.97</c:v>
                </c:pt>
                <c:pt idx="12628">
                  <c:v>254.97</c:v>
                </c:pt>
                <c:pt idx="12629">
                  <c:v>339.96</c:v>
                </c:pt>
                <c:pt idx="12630">
                  <c:v>223.56</c:v>
                </c:pt>
                <c:pt idx="12631">
                  <c:v>52.55</c:v>
                </c:pt>
                <c:pt idx="12632">
                  <c:v>319.39</c:v>
                </c:pt>
                <c:pt idx="12633">
                  <c:v>199.78</c:v>
                </c:pt>
                <c:pt idx="12634">
                  <c:v>360.51</c:v>
                </c:pt>
                <c:pt idx="12635">
                  <c:v>159.69999999999999</c:v>
                </c:pt>
                <c:pt idx="12636">
                  <c:v>239.54</c:v>
                </c:pt>
                <c:pt idx="12637">
                  <c:v>158.1</c:v>
                </c:pt>
                <c:pt idx="12638">
                  <c:v>232.25</c:v>
                </c:pt>
                <c:pt idx="12639">
                  <c:v>154.97999999999999</c:v>
                </c:pt>
                <c:pt idx="12640">
                  <c:v>218.94</c:v>
                </c:pt>
                <c:pt idx="12641">
                  <c:v>159.69999999999999</c:v>
                </c:pt>
                <c:pt idx="12642">
                  <c:v>239.54</c:v>
                </c:pt>
                <c:pt idx="12643">
                  <c:v>169.98</c:v>
                </c:pt>
                <c:pt idx="12644">
                  <c:v>169.98</c:v>
                </c:pt>
                <c:pt idx="12645">
                  <c:v>169.98</c:v>
                </c:pt>
                <c:pt idx="12646">
                  <c:v>197.97</c:v>
                </c:pt>
                <c:pt idx="12647">
                  <c:v>169.98</c:v>
                </c:pt>
                <c:pt idx="12648">
                  <c:v>169.98</c:v>
                </c:pt>
                <c:pt idx="12649">
                  <c:v>169.98</c:v>
                </c:pt>
                <c:pt idx="12650">
                  <c:v>254.97</c:v>
                </c:pt>
                <c:pt idx="12651">
                  <c:v>131.97999999999999</c:v>
                </c:pt>
                <c:pt idx="12652">
                  <c:v>169.98</c:v>
                </c:pt>
                <c:pt idx="12653">
                  <c:v>84.99</c:v>
                </c:pt>
                <c:pt idx="12654">
                  <c:v>169.98</c:v>
                </c:pt>
                <c:pt idx="12655">
                  <c:v>129.97</c:v>
                </c:pt>
                <c:pt idx="12656">
                  <c:v>59.98</c:v>
                </c:pt>
                <c:pt idx="12657">
                  <c:v>123.97</c:v>
                </c:pt>
                <c:pt idx="12658">
                  <c:v>84.97</c:v>
                </c:pt>
                <c:pt idx="12659">
                  <c:v>130.96</c:v>
                </c:pt>
                <c:pt idx="12660">
                  <c:v>59.98</c:v>
                </c:pt>
                <c:pt idx="12661">
                  <c:v>65.989999999999995</c:v>
                </c:pt>
                <c:pt idx="12662">
                  <c:v>89.97</c:v>
                </c:pt>
                <c:pt idx="12663">
                  <c:v>152.46</c:v>
                </c:pt>
                <c:pt idx="12664">
                  <c:v>85.77</c:v>
                </c:pt>
                <c:pt idx="12665">
                  <c:v>114.31</c:v>
                </c:pt>
                <c:pt idx="12666">
                  <c:v>192.95</c:v>
                </c:pt>
                <c:pt idx="12667">
                  <c:v>65.989999999999995</c:v>
                </c:pt>
                <c:pt idx="12668">
                  <c:v>89.97</c:v>
                </c:pt>
                <c:pt idx="12669">
                  <c:v>59.98</c:v>
                </c:pt>
                <c:pt idx="12670">
                  <c:v>124.95</c:v>
                </c:pt>
                <c:pt idx="12671">
                  <c:v>89.97</c:v>
                </c:pt>
                <c:pt idx="12672">
                  <c:v>146.97</c:v>
                </c:pt>
                <c:pt idx="12673">
                  <c:v>58.31</c:v>
                </c:pt>
                <c:pt idx="12674">
                  <c:v>89.97</c:v>
                </c:pt>
                <c:pt idx="12675">
                  <c:v>61.97</c:v>
                </c:pt>
                <c:pt idx="12676">
                  <c:v>50.33</c:v>
                </c:pt>
                <c:pt idx="12677">
                  <c:v>69.98</c:v>
                </c:pt>
                <c:pt idx="12678">
                  <c:v>83.96</c:v>
                </c:pt>
                <c:pt idx="12679">
                  <c:v>88.97</c:v>
                </c:pt>
                <c:pt idx="12680">
                  <c:v>190.96</c:v>
                </c:pt>
                <c:pt idx="12681">
                  <c:v>159.96</c:v>
                </c:pt>
                <c:pt idx="12682">
                  <c:v>97.96</c:v>
                </c:pt>
                <c:pt idx="12683">
                  <c:v>135.97</c:v>
                </c:pt>
                <c:pt idx="12684">
                  <c:v>103.97</c:v>
                </c:pt>
                <c:pt idx="12685">
                  <c:v>159.96</c:v>
                </c:pt>
                <c:pt idx="12686">
                  <c:v>87.96</c:v>
                </c:pt>
                <c:pt idx="12687">
                  <c:v>159.96</c:v>
                </c:pt>
                <c:pt idx="12688">
                  <c:v>103.97</c:v>
                </c:pt>
                <c:pt idx="12689">
                  <c:v>88.97</c:v>
                </c:pt>
                <c:pt idx="12690">
                  <c:v>103.97</c:v>
                </c:pt>
                <c:pt idx="12691">
                  <c:v>65.989999999999995</c:v>
                </c:pt>
                <c:pt idx="12692">
                  <c:v>73.97</c:v>
                </c:pt>
                <c:pt idx="12693">
                  <c:v>103.97</c:v>
                </c:pt>
                <c:pt idx="12694">
                  <c:v>103.97</c:v>
                </c:pt>
                <c:pt idx="12695">
                  <c:v>73.97</c:v>
                </c:pt>
                <c:pt idx="12696">
                  <c:v>103.97</c:v>
                </c:pt>
                <c:pt idx="12697">
                  <c:v>159.96</c:v>
                </c:pt>
                <c:pt idx="12698">
                  <c:v>117.96</c:v>
                </c:pt>
                <c:pt idx="12699">
                  <c:v>190.96</c:v>
                </c:pt>
                <c:pt idx="12700">
                  <c:v>117.96</c:v>
                </c:pt>
                <c:pt idx="12701">
                  <c:v>147.96</c:v>
                </c:pt>
                <c:pt idx="12702">
                  <c:v>103.97</c:v>
                </c:pt>
                <c:pt idx="12703">
                  <c:v>159.96</c:v>
                </c:pt>
                <c:pt idx="12704">
                  <c:v>127.96</c:v>
                </c:pt>
                <c:pt idx="12705">
                  <c:v>88.97</c:v>
                </c:pt>
                <c:pt idx="12706">
                  <c:v>117.96</c:v>
                </c:pt>
                <c:pt idx="12707">
                  <c:v>89.45</c:v>
                </c:pt>
                <c:pt idx="12708">
                  <c:v>117.96</c:v>
                </c:pt>
                <c:pt idx="12709">
                  <c:v>103.97</c:v>
                </c:pt>
                <c:pt idx="12710">
                  <c:v>168.28</c:v>
                </c:pt>
                <c:pt idx="12711">
                  <c:v>168.13</c:v>
                </c:pt>
                <c:pt idx="12712">
                  <c:v>88.85</c:v>
                </c:pt>
                <c:pt idx="12713">
                  <c:v>164.93</c:v>
                </c:pt>
                <c:pt idx="12714">
                  <c:v>168.28</c:v>
                </c:pt>
                <c:pt idx="12715">
                  <c:v>168.28</c:v>
                </c:pt>
                <c:pt idx="12716">
                  <c:v>169.98</c:v>
                </c:pt>
                <c:pt idx="12717">
                  <c:v>166.58</c:v>
                </c:pt>
                <c:pt idx="12718">
                  <c:v>141.97999999999999</c:v>
                </c:pt>
                <c:pt idx="12719">
                  <c:v>295.95999999999998</c:v>
                </c:pt>
                <c:pt idx="12720">
                  <c:v>504.9</c:v>
                </c:pt>
                <c:pt idx="12721">
                  <c:v>169.98</c:v>
                </c:pt>
                <c:pt idx="12722">
                  <c:v>163.38999999999999</c:v>
                </c:pt>
                <c:pt idx="12723">
                  <c:v>131.97999999999999</c:v>
                </c:pt>
                <c:pt idx="12724">
                  <c:v>169.98</c:v>
                </c:pt>
                <c:pt idx="12725">
                  <c:v>169.98</c:v>
                </c:pt>
                <c:pt idx="12726">
                  <c:v>169.98</c:v>
                </c:pt>
                <c:pt idx="12727">
                  <c:v>159.46</c:v>
                </c:pt>
                <c:pt idx="12728">
                  <c:v>168.28</c:v>
                </c:pt>
                <c:pt idx="12729">
                  <c:v>163.46</c:v>
                </c:pt>
                <c:pt idx="12730">
                  <c:v>84.99</c:v>
                </c:pt>
                <c:pt idx="12731">
                  <c:v>169.98</c:v>
                </c:pt>
                <c:pt idx="12732">
                  <c:v>199.37</c:v>
                </c:pt>
                <c:pt idx="12733">
                  <c:v>189.97</c:v>
                </c:pt>
                <c:pt idx="12734">
                  <c:v>169.98</c:v>
                </c:pt>
                <c:pt idx="12735">
                  <c:v>203.12</c:v>
                </c:pt>
                <c:pt idx="12736">
                  <c:v>178.96</c:v>
                </c:pt>
                <c:pt idx="12737">
                  <c:v>193.96</c:v>
                </c:pt>
                <c:pt idx="12738">
                  <c:v>134.97999999999999</c:v>
                </c:pt>
                <c:pt idx="12739">
                  <c:v>81.87</c:v>
                </c:pt>
                <c:pt idx="12740">
                  <c:v>146.25</c:v>
                </c:pt>
                <c:pt idx="12741">
                  <c:v>179.95</c:v>
                </c:pt>
                <c:pt idx="12742">
                  <c:v>80.08</c:v>
                </c:pt>
                <c:pt idx="12743">
                  <c:v>102.97</c:v>
                </c:pt>
                <c:pt idx="12744">
                  <c:v>134.97999999999999</c:v>
                </c:pt>
                <c:pt idx="12745">
                  <c:v>178.96</c:v>
                </c:pt>
                <c:pt idx="12746">
                  <c:v>99.98</c:v>
                </c:pt>
                <c:pt idx="12747">
                  <c:v>99.95</c:v>
                </c:pt>
                <c:pt idx="12748">
                  <c:v>236.5</c:v>
                </c:pt>
                <c:pt idx="12749">
                  <c:v>228.63</c:v>
                </c:pt>
                <c:pt idx="12750">
                  <c:v>254.97</c:v>
                </c:pt>
                <c:pt idx="12751">
                  <c:v>215.36</c:v>
                </c:pt>
                <c:pt idx="12752">
                  <c:v>290.44</c:v>
                </c:pt>
                <c:pt idx="12753">
                  <c:v>408.92</c:v>
                </c:pt>
                <c:pt idx="12754">
                  <c:v>195.97</c:v>
                </c:pt>
                <c:pt idx="12755">
                  <c:v>172.17</c:v>
                </c:pt>
                <c:pt idx="12756">
                  <c:v>208.08</c:v>
                </c:pt>
                <c:pt idx="12757">
                  <c:v>159.69999999999999</c:v>
                </c:pt>
                <c:pt idx="12758">
                  <c:v>237.37</c:v>
                </c:pt>
                <c:pt idx="12759">
                  <c:v>442.07</c:v>
                </c:pt>
                <c:pt idx="12760">
                  <c:v>53.97</c:v>
                </c:pt>
                <c:pt idx="12761">
                  <c:v>121.98</c:v>
                </c:pt>
                <c:pt idx="12762">
                  <c:v>131.97</c:v>
                </c:pt>
                <c:pt idx="12763">
                  <c:v>131.97999999999999</c:v>
                </c:pt>
                <c:pt idx="12764">
                  <c:v>131.97999999999999</c:v>
                </c:pt>
                <c:pt idx="12765">
                  <c:v>117.85</c:v>
                </c:pt>
                <c:pt idx="12766">
                  <c:v>131.97999999999999</c:v>
                </c:pt>
                <c:pt idx="12767">
                  <c:v>131.97999999999999</c:v>
                </c:pt>
                <c:pt idx="12768">
                  <c:v>82.97</c:v>
                </c:pt>
                <c:pt idx="12769">
                  <c:v>169.98</c:v>
                </c:pt>
                <c:pt idx="12770">
                  <c:v>296.93</c:v>
                </c:pt>
                <c:pt idx="12771">
                  <c:v>131.97999999999999</c:v>
                </c:pt>
                <c:pt idx="12772">
                  <c:v>131.97999999999999</c:v>
                </c:pt>
                <c:pt idx="12773">
                  <c:v>339.96</c:v>
                </c:pt>
                <c:pt idx="12774">
                  <c:v>339.96</c:v>
                </c:pt>
                <c:pt idx="12775">
                  <c:v>139.9</c:v>
                </c:pt>
                <c:pt idx="12776">
                  <c:v>144.41999999999999</c:v>
                </c:pt>
                <c:pt idx="12777">
                  <c:v>169.98</c:v>
                </c:pt>
                <c:pt idx="12778">
                  <c:v>164.88</c:v>
                </c:pt>
                <c:pt idx="12779">
                  <c:v>339.96</c:v>
                </c:pt>
                <c:pt idx="12780">
                  <c:v>263.95999999999998</c:v>
                </c:pt>
                <c:pt idx="12781">
                  <c:v>159.97999999999999</c:v>
                </c:pt>
                <c:pt idx="12782">
                  <c:v>169.98</c:v>
                </c:pt>
                <c:pt idx="12783">
                  <c:v>339.96</c:v>
                </c:pt>
                <c:pt idx="12784">
                  <c:v>263.95999999999998</c:v>
                </c:pt>
                <c:pt idx="12785">
                  <c:v>169.98</c:v>
                </c:pt>
                <c:pt idx="12786">
                  <c:v>169.98</c:v>
                </c:pt>
                <c:pt idx="12787">
                  <c:v>339.96</c:v>
                </c:pt>
                <c:pt idx="12788">
                  <c:v>169.98</c:v>
                </c:pt>
                <c:pt idx="12789">
                  <c:v>121.98</c:v>
                </c:pt>
                <c:pt idx="12790">
                  <c:v>128.47999999999999</c:v>
                </c:pt>
                <c:pt idx="12791">
                  <c:v>136.46</c:v>
                </c:pt>
                <c:pt idx="12792">
                  <c:v>72.540000000000006</c:v>
                </c:pt>
                <c:pt idx="12793">
                  <c:v>49.59</c:v>
                </c:pt>
                <c:pt idx="12794">
                  <c:v>77.42</c:v>
                </c:pt>
                <c:pt idx="12795">
                  <c:v>84.66</c:v>
                </c:pt>
                <c:pt idx="12796">
                  <c:v>43.54</c:v>
                </c:pt>
                <c:pt idx="12797">
                  <c:v>71.37</c:v>
                </c:pt>
                <c:pt idx="12798">
                  <c:v>145.16</c:v>
                </c:pt>
                <c:pt idx="12799">
                  <c:v>54.94</c:v>
                </c:pt>
                <c:pt idx="12800">
                  <c:v>136.69</c:v>
                </c:pt>
                <c:pt idx="12801">
                  <c:v>102.83</c:v>
                </c:pt>
                <c:pt idx="12802">
                  <c:v>125.8</c:v>
                </c:pt>
                <c:pt idx="12803">
                  <c:v>108.88</c:v>
                </c:pt>
                <c:pt idx="12804">
                  <c:v>45.26</c:v>
                </c:pt>
                <c:pt idx="12805">
                  <c:v>125.8</c:v>
                </c:pt>
                <c:pt idx="12806">
                  <c:v>129.43</c:v>
                </c:pt>
                <c:pt idx="12807">
                  <c:v>-125.8</c:v>
                </c:pt>
                <c:pt idx="12808">
                  <c:v>79.849999999999994</c:v>
                </c:pt>
                <c:pt idx="12809">
                  <c:v>72.58</c:v>
                </c:pt>
                <c:pt idx="12810">
                  <c:v>79.849999999999994</c:v>
                </c:pt>
                <c:pt idx="12811">
                  <c:v>55.65</c:v>
                </c:pt>
                <c:pt idx="12812">
                  <c:v>96.78</c:v>
                </c:pt>
                <c:pt idx="12813">
                  <c:v>71.349999999999994</c:v>
                </c:pt>
                <c:pt idx="12814">
                  <c:v>104.63</c:v>
                </c:pt>
                <c:pt idx="12815">
                  <c:v>111.91</c:v>
                </c:pt>
                <c:pt idx="12816">
                  <c:v>66.53</c:v>
                </c:pt>
                <c:pt idx="12817">
                  <c:v>99.98</c:v>
                </c:pt>
                <c:pt idx="12818">
                  <c:v>114.97</c:v>
                </c:pt>
                <c:pt idx="12819">
                  <c:v>138.05000000000001</c:v>
                </c:pt>
                <c:pt idx="12820">
                  <c:v>83.97</c:v>
                </c:pt>
                <c:pt idx="12821">
                  <c:v>108.96</c:v>
                </c:pt>
                <c:pt idx="12822">
                  <c:v>111.96</c:v>
                </c:pt>
                <c:pt idx="12823">
                  <c:v>54.99</c:v>
                </c:pt>
                <c:pt idx="12824">
                  <c:v>114.95</c:v>
                </c:pt>
                <c:pt idx="12825">
                  <c:v>144.94999999999999</c:v>
                </c:pt>
                <c:pt idx="12826">
                  <c:v>111.96</c:v>
                </c:pt>
                <c:pt idx="12827">
                  <c:v>83.97</c:v>
                </c:pt>
                <c:pt idx="12828">
                  <c:v>147.49</c:v>
                </c:pt>
                <c:pt idx="12829">
                  <c:v>84.97</c:v>
                </c:pt>
                <c:pt idx="12830">
                  <c:v>139.94999999999999</c:v>
                </c:pt>
                <c:pt idx="12831">
                  <c:v>114.97</c:v>
                </c:pt>
                <c:pt idx="12832">
                  <c:v>139.94999999999999</c:v>
                </c:pt>
                <c:pt idx="12833">
                  <c:v>117.96</c:v>
                </c:pt>
                <c:pt idx="12834">
                  <c:v>139.97999999999999</c:v>
                </c:pt>
                <c:pt idx="12835">
                  <c:v>114.97</c:v>
                </c:pt>
                <c:pt idx="12836">
                  <c:v>-27.99</c:v>
                </c:pt>
                <c:pt idx="12837">
                  <c:v>104.97</c:v>
                </c:pt>
                <c:pt idx="12838">
                  <c:v>111.96</c:v>
                </c:pt>
                <c:pt idx="12839">
                  <c:v>84.99</c:v>
                </c:pt>
                <c:pt idx="12840">
                  <c:v>83.97</c:v>
                </c:pt>
                <c:pt idx="12841">
                  <c:v>88.87</c:v>
                </c:pt>
                <c:pt idx="12842">
                  <c:v>84.99</c:v>
                </c:pt>
                <c:pt idx="12843">
                  <c:v>99.98</c:v>
                </c:pt>
                <c:pt idx="12844">
                  <c:v>129.96</c:v>
                </c:pt>
                <c:pt idx="12845">
                  <c:v>99.96</c:v>
                </c:pt>
                <c:pt idx="12846">
                  <c:v>68.989999999999995</c:v>
                </c:pt>
                <c:pt idx="12847">
                  <c:v>159.94</c:v>
                </c:pt>
                <c:pt idx="12848">
                  <c:v>184.95</c:v>
                </c:pt>
                <c:pt idx="12849">
                  <c:v>111.96</c:v>
                </c:pt>
                <c:pt idx="12850">
                  <c:v>129.96</c:v>
                </c:pt>
                <c:pt idx="12851">
                  <c:v>114.97</c:v>
                </c:pt>
                <c:pt idx="12852">
                  <c:v>201.97</c:v>
                </c:pt>
                <c:pt idx="12853">
                  <c:v>141.16</c:v>
                </c:pt>
                <c:pt idx="12854">
                  <c:v>124.78</c:v>
                </c:pt>
                <c:pt idx="12855">
                  <c:v>84.99</c:v>
                </c:pt>
                <c:pt idx="12856">
                  <c:v>161.96</c:v>
                </c:pt>
                <c:pt idx="12857">
                  <c:v>146.97</c:v>
                </c:pt>
                <c:pt idx="12858">
                  <c:v>146.97</c:v>
                </c:pt>
                <c:pt idx="12859">
                  <c:v>227.95</c:v>
                </c:pt>
                <c:pt idx="12860">
                  <c:v>137.72</c:v>
                </c:pt>
                <c:pt idx="12861">
                  <c:v>194.45</c:v>
                </c:pt>
                <c:pt idx="12862">
                  <c:v>146.97</c:v>
                </c:pt>
                <c:pt idx="12863">
                  <c:v>169.98</c:v>
                </c:pt>
                <c:pt idx="12864">
                  <c:v>169.98</c:v>
                </c:pt>
                <c:pt idx="12865">
                  <c:v>131.97999999999999</c:v>
                </c:pt>
                <c:pt idx="12866">
                  <c:v>148.47</c:v>
                </c:pt>
                <c:pt idx="12867">
                  <c:v>146.97</c:v>
                </c:pt>
                <c:pt idx="12868">
                  <c:v>154.19</c:v>
                </c:pt>
                <c:pt idx="12869">
                  <c:v>136.97</c:v>
                </c:pt>
                <c:pt idx="12870">
                  <c:v>133.97</c:v>
                </c:pt>
                <c:pt idx="12871">
                  <c:v>131.97999999999999</c:v>
                </c:pt>
                <c:pt idx="12872">
                  <c:v>143.97</c:v>
                </c:pt>
                <c:pt idx="12873">
                  <c:v>153.96</c:v>
                </c:pt>
                <c:pt idx="12874">
                  <c:v>159.97999999999999</c:v>
                </c:pt>
                <c:pt idx="12875">
                  <c:v>121.98</c:v>
                </c:pt>
                <c:pt idx="12876">
                  <c:v>159.97999999999999</c:v>
                </c:pt>
                <c:pt idx="12877">
                  <c:v>149.13</c:v>
                </c:pt>
                <c:pt idx="12878">
                  <c:v>121.98</c:v>
                </c:pt>
                <c:pt idx="12879">
                  <c:v>159.97999999999999</c:v>
                </c:pt>
                <c:pt idx="12880">
                  <c:v>159.38</c:v>
                </c:pt>
                <c:pt idx="12881">
                  <c:v>121.98</c:v>
                </c:pt>
                <c:pt idx="12882">
                  <c:v>153.53</c:v>
                </c:pt>
                <c:pt idx="12883">
                  <c:v>121.98</c:v>
                </c:pt>
                <c:pt idx="12884">
                  <c:v>159.97999999999999</c:v>
                </c:pt>
                <c:pt idx="12885">
                  <c:v>159.97999999999999</c:v>
                </c:pt>
                <c:pt idx="12886">
                  <c:v>159.97999999999999</c:v>
                </c:pt>
                <c:pt idx="12887">
                  <c:v>121.97</c:v>
                </c:pt>
                <c:pt idx="12888">
                  <c:v>159.97999999999999</c:v>
                </c:pt>
                <c:pt idx="12889">
                  <c:v>159.97999999999999</c:v>
                </c:pt>
                <c:pt idx="12890">
                  <c:v>121.98</c:v>
                </c:pt>
                <c:pt idx="12891">
                  <c:v>159.97999999999999</c:v>
                </c:pt>
                <c:pt idx="12892">
                  <c:v>159.97999999999999</c:v>
                </c:pt>
                <c:pt idx="12893">
                  <c:v>159.97999999999999</c:v>
                </c:pt>
                <c:pt idx="12894">
                  <c:v>121.98</c:v>
                </c:pt>
                <c:pt idx="12895">
                  <c:v>159.97999999999999</c:v>
                </c:pt>
                <c:pt idx="12896">
                  <c:v>239.97</c:v>
                </c:pt>
                <c:pt idx="12897">
                  <c:v>159.97999999999999</c:v>
                </c:pt>
                <c:pt idx="12898">
                  <c:v>76.88</c:v>
                </c:pt>
                <c:pt idx="12899">
                  <c:v>159.97999999999999</c:v>
                </c:pt>
                <c:pt idx="12900">
                  <c:v>149.97</c:v>
                </c:pt>
                <c:pt idx="12901">
                  <c:v>84.99</c:v>
                </c:pt>
                <c:pt idx="12902">
                  <c:v>50.49</c:v>
                </c:pt>
                <c:pt idx="12903">
                  <c:v>65.989999999999995</c:v>
                </c:pt>
                <c:pt idx="12904">
                  <c:v>71.989999999999995</c:v>
                </c:pt>
                <c:pt idx="12905">
                  <c:v>54.76</c:v>
                </c:pt>
                <c:pt idx="12906">
                  <c:v>65.989999999999995</c:v>
                </c:pt>
                <c:pt idx="12907">
                  <c:v>84.99</c:v>
                </c:pt>
                <c:pt idx="12908">
                  <c:v>94.98</c:v>
                </c:pt>
                <c:pt idx="12909">
                  <c:v>99.98</c:v>
                </c:pt>
                <c:pt idx="12910">
                  <c:v>225.84</c:v>
                </c:pt>
                <c:pt idx="12911">
                  <c:v>120.98</c:v>
                </c:pt>
                <c:pt idx="12912">
                  <c:v>389.34</c:v>
                </c:pt>
                <c:pt idx="12913">
                  <c:v>263.95999999999998</c:v>
                </c:pt>
                <c:pt idx="12914">
                  <c:v>64.069999999999993</c:v>
                </c:pt>
                <c:pt idx="12915">
                  <c:v>67.97</c:v>
                </c:pt>
                <c:pt idx="12916">
                  <c:v>195.98</c:v>
                </c:pt>
                <c:pt idx="12917">
                  <c:v>62.47</c:v>
                </c:pt>
                <c:pt idx="12918">
                  <c:v>395.94</c:v>
                </c:pt>
                <c:pt idx="12919">
                  <c:v>258.68</c:v>
                </c:pt>
                <c:pt idx="12920">
                  <c:v>322.87</c:v>
                </c:pt>
                <c:pt idx="12921">
                  <c:v>127.42</c:v>
                </c:pt>
                <c:pt idx="12922">
                  <c:v>84.07</c:v>
                </c:pt>
                <c:pt idx="12923">
                  <c:v>254.97</c:v>
                </c:pt>
                <c:pt idx="12924">
                  <c:v>254.97</c:v>
                </c:pt>
                <c:pt idx="12925">
                  <c:v>164.26</c:v>
                </c:pt>
                <c:pt idx="12926">
                  <c:v>132.61000000000001</c:v>
                </c:pt>
                <c:pt idx="12927">
                  <c:v>443.66</c:v>
                </c:pt>
                <c:pt idx="12928">
                  <c:v>372.55</c:v>
                </c:pt>
                <c:pt idx="12929">
                  <c:v>238.96</c:v>
                </c:pt>
                <c:pt idx="12930">
                  <c:v>84.99</c:v>
                </c:pt>
                <c:pt idx="12931">
                  <c:v>509.94</c:v>
                </c:pt>
                <c:pt idx="12932">
                  <c:v>424.95</c:v>
                </c:pt>
                <c:pt idx="12933">
                  <c:v>509.94</c:v>
                </c:pt>
                <c:pt idx="12934">
                  <c:v>130.97</c:v>
                </c:pt>
                <c:pt idx="12935">
                  <c:v>99</c:v>
                </c:pt>
                <c:pt idx="12936">
                  <c:v>100.98</c:v>
                </c:pt>
                <c:pt idx="12937">
                  <c:v>113.82</c:v>
                </c:pt>
                <c:pt idx="12938">
                  <c:v>71.37</c:v>
                </c:pt>
                <c:pt idx="12939">
                  <c:v>176.78</c:v>
                </c:pt>
                <c:pt idx="12940">
                  <c:v>161.97</c:v>
                </c:pt>
                <c:pt idx="12941">
                  <c:v>142.76</c:v>
                </c:pt>
                <c:pt idx="12942">
                  <c:v>120.73</c:v>
                </c:pt>
                <c:pt idx="12943">
                  <c:v>82.89</c:v>
                </c:pt>
                <c:pt idx="12944">
                  <c:v>58.43</c:v>
                </c:pt>
                <c:pt idx="12945">
                  <c:v>60.99</c:v>
                </c:pt>
                <c:pt idx="12946">
                  <c:v>124.12</c:v>
                </c:pt>
                <c:pt idx="12947">
                  <c:v>75.2</c:v>
                </c:pt>
                <c:pt idx="12948">
                  <c:v>139.01</c:v>
                </c:pt>
                <c:pt idx="12949">
                  <c:v>60.99</c:v>
                </c:pt>
                <c:pt idx="12950">
                  <c:v>139.53</c:v>
                </c:pt>
                <c:pt idx="12951">
                  <c:v>147.22999999999999</c:v>
                </c:pt>
                <c:pt idx="12952">
                  <c:v>116.97</c:v>
                </c:pt>
                <c:pt idx="12953">
                  <c:v>53.98</c:v>
                </c:pt>
                <c:pt idx="12954">
                  <c:v>53.21</c:v>
                </c:pt>
                <c:pt idx="12955">
                  <c:v>226.95</c:v>
                </c:pt>
                <c:pt idx="12956">
                  <c:v>171.25</c:v>
                </c:pt>
                <c:pt idx="12957">
                  <c:v>71.44</c:v>
                </c:pt>
                <c:pt idx="12958">
                  <c:v>142.55000000000001</c:v>
                </c:pt>
                <c:pt idx="12959">
                  <c:v>300.36</c:v>
                </c:pt>
                <c:pt idx="12960">
                  <c:v>254.97</c:v>
                </c:pt>
                <c:pt idx="12961">
                  <c:v>284.61</c:v>
                </c:pt>
                <c:pt idx="12962">
                  <c:v>206.97</c:v>
                </c:pt>
                <c:pt idx="12963">
                  <c:v>312.95999999999998</c:v>
                </c:pt>
                <c:pt idx="12964">
                  <c:v>229.97</c:v>
                </c:pt>
                <c:pt idx="12965">
                  <c:v>75.959999999999994</c:v>
                </c:pt>
                <c:pt idx="12966">
                  <c:v>274.94</c:v>
                </c:pt>
                <c:pt idx="12967">
                  <c:v>197.97</c:v>
                </c:pt>
                <c:pt idx="12968">
                  <c:v>304.95999999999998</c:v>
                </c:pt>
                <c:pt idx="12969">
                  <c:v>197.97</c:v>
                </c:pt>
                <c:pt idx="12970">
                  <c:v>329.95</c:v>
                </c:pt>
                <c:pt idx="12971">
                  <c:v>181.96</c:v>
                </c:pt>
                <c:pt idx="12972">
                  <c:v>98.98</c:v>
                </c:pt>
                <c:pt idx="12973">
                  <c:v>183.95</c:v>
                </c:pt>
                <c:pt idx="12974">
                  <c:v>53.98</c:v>
                </c:pt>
                <c:pt idx="12975">
                  <c:v>84.99</c:v>
                </c:pt>
                <c:pt idx="12976">
                  <c:v>184.94</c:v>
                </c:pt>
                <c:pt idx="12977">
                  <c:v>156.5</c:v>
                </c:pt>
                <c:pt idx="12978">
                  <c:v>137.96</c:v>
                </c:pt>
                <c:pt idx="12979">
                  <c:v>163.54</c:v>
                </c:pt>
                <c:pt idx="12980">
                  <c:v>98.98</c:v>
                </c:pt>
                <c:pt idx="12981">
                  <c:v>55.94</c:v>
                </c:pt>
                <c:pt idx="12982">
                  <c:v>169.98</c:v>
                </c:pt>
                <c:pt idx="12983">
                  <c:v>84.99</c:v>
                </c:pt>
                <c:pt idx="12984">
                  <c:v>112.18</c:v>
                </c:pt>
                <c:pt idx="12985">
                  <c:v>169.98</c:v>
                </c:pt>
                <c:pt idx="12986">
                  <c:v>127.31</c:v>
                </c:pt>
                <c:pt idx="12987">
                  <c:v>112.97</c:v>
                </c:pt>
                <c:pt idx="12988">
                  <c:v>130.97999999999999</c:v>
                </c:pt>
                <c:pt idx="12989">
                  <c:v>169.98</c:v>
                </c:pt>
                <c:pt idx="12990">
                  <c:v>198.26</c:v>
                </c:pt>
                <c:pt idx="12991">
                  <c:v>51.96</c:v>
                </c:pt>
                <c:pt idx="12992">
                  <c:v>76.959999999999994</c:v>
                </c:pt>
                <c:pt idx="12993">
                  <c:v>146.41999999999999</c:v>
                </c:pt>
                <c:pt idx="12994">
                  <c:v>214.61</c:v>
                </c:pt>
                <c:pt idx="12995">
                  <c:v>99.98</c:v>
                </c:pt>
                <c:pt idx="12996">
                  <c:v>65.989999999999995</c:v>
                </c:pt>
                <c:pt idx="12997">
                  <c:v>124.18</c:v>
                </c:pt>
                <c:pt idx="12998">
                  <c:v>167.16</c:v>
                </c:pt>
                <c:pt idx="12999">
                  <c:v>55.96</c:v>
                </c:pt>
                <c:pt idx="13000">
                  <c:v>339.96</c:v>
                </c:pt>
                <c:pt idx="13001">
                  <c:v>169.98</c:v>
                </c:pt>
                <c:pt idx="13002">
                  <c:v>169.98</c:v>
                </c:pt>
                <c:pt idx="13003">
                  <c:v>134.97</c:v>
                </c:pt>
                <c:pt idx="13004">
                  <c:v>-81.59</c:v>
                </c:pt>
                <c:pt idx="13005">
                  <c:v>339.96</c:v>
                </c:pt>
                <c:pt idx="13006">
                  <c:v>326.36</c:v>
                </c:pt>
                <c:pt idx="13007">
                  <c:v>263.95999999999998</c:v>
                </c:pt>
                <c:pt idx="13008">
                  <c:v>130.66</c:v>
                </c:pt>
                <c:pt idx="13009">
                  <c:v>263.95999999999998</c:v>
                </c:pt>
                <c:pt idx="13010">
                  <c:v>339.96</c:v>
                </c:pt>
                <c:pt idx="13011">
                  <c:v>314.95999999999998</c:v>
                </c:pt>
                <c:pt idx="13012">
                  <c:v>339.96</c:v>
                </c:pt>
                <c:pt idx="13013">
                  <c:v>339.96</c:v>
                </c:pt>
                <c:pt idx="13014">
                  <c:v>169.98</c:v>
                </c:pt>
                <c:pt idx="13015">
                  <c:v>339.96</c:v>
                </c:pt>
                <c:pt idx="13016">
                  <c:v>339.96</c:v>
                </c:pt>
                <c:pt idx="13017">
                  <c:v>99.98</c:v>
                </c:pt>
                <c:pt idx="13018">
                  <c:v>44.23</c:v>
                </c:pt>
                <c:pt idx="13019">
                  <c:v>339.96</c:v>
                </c:pt>
                <c:pt idx="13020">
                  <c:v>339.96</c:v>
                </c:pt>
                <c:pt idx="13021">
                  <c:v>263.95999999999998</c:v>
                </c:pt>
                <c:pt idx="13022">
                  <c:v>263.95999999999998</c:v>
                </c:pt>
                <c:pt idx="13023">
                  <c:v>314.95999999999998</c:v>
                </c:pt>
                <c:pt idx="13024">
                  <c:v>85.98</c:v>
                </c:pt>
                <c:pt idx="13025">
                  <c:v>84.98</c:v>
                </c:pt>
                <c:pt idx="13026">
                  <c:v>68.989999999999995</c:v>
                </c:pt>
                <c:pt idx="13027">
                  <c:v>68.989999999999995</c:v>
                </c:pt>
                <c:pt idx="13028">
                  <c:v>68.989999999999995</c:v>
                </c:pt>
                <c:pt idx="13029">
                  <c:v>69.290000000000006</c:v>
                </c:pt>
                <c:pt idx="13030">
                  <c:v>65.989999999999995</c:v>
                </c:pt>
                <c:pt idx="13031">
                  <c:v>65.989999999999995</c:v>
                </c:pt>
                <c:pt idx="13032">
                  <c:v>68.989999999999995</c:v>
                </c:pt>
                <c:pt idx="13033">
                  <c:v>103.98</c:v>
                </c:pt>
                <c:pt idx="13034">
                  <c:v>68.989999999999995</c:v>
                </c:pt>
                <c:pt idx="13035">
                  <c:v>88.98</c:v>
                </c:pt>
                <c:pt idx="13036">
                  <c:v>68.989999999999995</c:v>
                </c:pt>
                <c:pt idx="13037">
                  <c:v>68.989999999999995</c:v>
                </c:pt>
                <c:pt idx="13038">
                  <c:v>68.989999999999995</c:v>
                </c:pt>
                <c:pt idx="13039">
                  <c:v>69.290000000000006</c:v>
                </c:pt>
                <c:pt idx="13040">
                  <c:v>68.989999999999995</c:v>
                </c:pt>
                <c:pt idx="13041">
                  <c:v>59.99</c:v>
                </c:pt>
                <c:pt idx="13042">
                  <c:v>69.290000000000006</c:v>
                </c:pt>
                <c:pt idx="13043">
                  <c:v>108.98</c:v>
                </c:pt>
                <c:pt idx="13044">
                  <c:v>69.290000000000006</c:v>
                </c:pt>
                <c:pt idx="13045">
                  <c:v>68.989999999999995</c:v>
                </c:pt>
                <c:pt idx="13046">
                  <c:v>82.49</c:v>
                </c:pt>
                <c:pt idx="13047">
                  <c:v>84.99</c:v>
                </c:pt>
                <c:pt idx="13048">
                  <c:v>93.33</c:v>
                </c:pt>
                <c:pt idx="13049">
                  <c:v>49.48</c:v>
                </c:pt>
                <c:pt idx="13050">
                  <c:v>98.13</c:v>
                </c:pt>
                <c:pt idx="13051">
                  <c:v>65.989999999999995</c:v>
                </c:pt>
                <c:pt idx="13052">
                  <c:v>99.98</c:v>
                </c:pt>
                <c:pt idx="13053">
                  <c:v>99.98</c:v>
                </c:pt>
                <c:pt idx="13054">
                  <c:v>94.97</c:v>
                </c:pt>
                <c:pt idx="13055">
                  <c:v>96.26</c:v>
                </c:pt>
                <c:pt idx="13056">
                  <c:v>99.98</c:v>
                </c:pt>
                <c:pt idx="13057">
                  <c:v>99.98</c:v>
                </c:pt>
                <c:pt idx="13058">
                  <c:v>61.3</c:v>
                </c:pt>
                <c:pt idx="13059">
                  <c:v>99.98</c:v>
                </c:pt>
                <c:pt idx="13060">
                  <c:v>54.99</c:v>
                </c:pt>
                <c:pt idx="13061">
                  <c:v>99.98</c:v>
                </c:pt>
                <c:pt idx="13062">
                  <c:v>65.989999999999995</c:v>
                </c:pt>
                <c:pt idx="13063">
                  <c:v>99.98</c:v>
                </c:pt>
                <c:pt idx="13064">
                  <c:v>99.97</c:v>
                </c:pt>
                <c:pt idx="13065">
                  <c:v>99.98</c:v>
                </c:pt>
                <c:pt idx="13066">
                  <c:v>79.66</c:v>
                </c:pt>
                <c:pt idx="13067">
                  <c:v>99.98</c:v>
                </c:pt>
                <c:pt idx="13068">
                  <c:v>160.27000000000001</c:v>
                </c:pt>
                <c:pt idx="13069">
                  <c:v>84.99</c:v>
                </c:pt>
                <c:pt idx="13070">
                  <c:v>215.59</c:v>
                </c:pt>
                <c:pt idx="13071">
                  <c:v>130.66</c:v>
                </c:pt>
                <c:pt idx="13072">
                  <c:v>96.78</c:v>
                </c:pt>
                <c:pt idx="13073">
                  <c:v>108.86</c:v>
                </c:pt>
                <c:pt idx="13074">
                  <c:v>122</c:v>
                </c:pt>
                <c:pt idx="13075">
                  <c:v>208.07</c:v>
                </c:pt>
                <c:pt idx="13076">
                  <c:v>175.41</c:v>
                </c:pt>
                <c:pt idx="13077">
                  <c:v>173.72</c:v>
                </c:pt>
                <c:pt idx="13078">
                  <c:v>149.04</c:v>
                </c:pt>
                <c:pt idx="13079">
                  <c:v>145.15</c:v>
                </c:pt>
                <c:pt idx="13080">
                  <c:v>129.56</c:v>
                </c:pt>
                <c:pt idx="13081">
                  <c:v>170.56</c:v>
                </c:pt>
                <c:pt idx="13082">
                  <c:v>67.98</c:v>
                </c:pt>
                <c:pt idx="13083">
                  <c:v>59.98</c:v>
                </c:pt>
                <c:pt idx="13084">
                  <c:v>59.98</c:v>
                </c:pt>
                <c:pt idx="13085">
                  <c:v>93.97</c:v>
                </c:pt>
                <c:pt idx="13086">
                  <c:v>75.98</c:v>
                </c:pt>
                <c:pt idx="13087">
                  <c:v>123.97</c:v>
                </c:pt>
                <c:pt idx="13088">
                  <c:v>15.29</c:v>
                </c:pt>
                <c:pt idx="13089">
                  <c:v>194.96</c:v>
                </c:pt>
                <c:pt idx="13090">
                  <c:v>93.97</c:v>
                </c:pt>
                <c:pt idx="13091">
                  <c:v>-75.98</c:v>
                </c:pt>
                <c:pt idx="13092">
                  <c:v>123.46</c:v>
                </c:pt>
                <c:pt idx="13093">
                  <c:v>59.98</c:v>
                </c:pt>
                <c:pt idx="13094">
                  <c:v>67.98</c:v>
                </c:pt>
                <c:pt idx="13095">
                  <c:v>61.55</c:v>
                </c:pt>
                <c:pt idx="13096">
                  <c:v>112.97</c:v>
                </c:pt>
                <c:pt idx="13097">
                  <c:v>75.98</c:v>
                </c:pt>
                <c:pt idx="13098">
                  <c:v>139.97999999999999</c:v>
                </c:pt>
                <c:pt idx="13099">
                  <c:v>59.98</c:v>
                </c:pt>
                <c:pt idx="13100">
                  <c:v>134.97999999999999</c:v>
                </c:pt>
                <c:pt idx="13101">
                  <c:v>123.96</c:v>
                </c:pt>
                <c:pt idx="13102">
                  <c:v>59.98</c:v>
                </c:pt>
                <c:pt idx="13103">
                  <c:v>74.97</c:v>
                </c:pt>
                <c:pt idx="13104">
                  <c:v>93.97</c:v>
                </c:pt>
                <c:pt idx="13105">
                  <c:v>227.94</c:v>
                </c:pt>
                <c:pt idx="13106">
                  <c:v>49.99</c:v>
                </c:pt>
                <c:pt idx="13107">
                  <c:v>159.96</c:v>
                </c:pt>
                <c:pt idx="13108">
                  <c:v>134.97999999999999</c:v>
                </c:pt>
                <c:pt idx="13109">
                  <c:v>59.98</c:v>
                </c:pt>
                <c:pt idx="13110">
                  <c:v>44.89</c:v>
                </c:pt>
                <c:pt idx="13111">
                  <c:v>59.98</c:v>
                </c:pt>
                <c:pt idx="13112">
                  <c:v>75.98</c:v>
                </c:pt>
                <c:pt idx="13113">
                  <c:v>144.97</c:v>
                </c:pt>
                <c:pt idx="13114">
                  <c:v>165.95</c:v>
                </c:pt>
                <c:pt idx="13115">
                  <c:v>55.96</c:v>
                </c:pt>
                <c:pt idx="13116">
                  <c:v>114.97</c:v>
                </c:pt>
                <c:pt idx="13117">
                  <c:v>177.94</c:v>
                </c:pt>
                <c:pt idx="13118">
                  <c:v>59.98</c:v>
                </c:pt>
                <c:pt idx="13119">
                  <c:v>59.98</c:v>
                </c:pt>
                <c:pt idx="13120">
                  <c:v>59.98</c:v>
                </c:pt>
                <c:pt idx="13121">
                  <c:v>44.99</c:v>
                </c:pt>
                <c:pt idx="13122">
                  <c:v>59.98</c:v>
                </c:pt>
                <c:pt idx="13123">
                  <c:v>71.989999999999995</c:v>
                </c:pt>
                <c:pt idx="13124">
                  <c:v>84.99</c:v>
                </c:pt>
                <c:pt idx="13125">
                  <c:v>99.98</c:v>
                </c:pt>
                <c:pt idx="13126">
                  <c:v>99.98</c:v>
                </c:pt>
                <c:pt idx="13127">
                  <c:v>59.98</c:v>
                </c:pt>
                <c:pt idx="13128">
                  <c:v>104.98</c:v>
                </c:pt>
                <c:pt idx="13129">
                  <c:v>104.98</c:v>
                </c:pt>
                <c:pt idx="13130">
                  <c:v>139.96</c:v>
                </c:pt>
                <c:pt idx="13131">
                  <c:v>71.989999999999995</c:v>
                </c:pt>
                <c:pt idx="13132">
                  <c:v>109.97</c:v>
                </c:pt>
                <c:pt idx="13133">
                  <c:v>139.96</c:v>
                </c:pt>
                <c:pt idx="13134">
                  <c:v>59.98</c:v>
                </c:pt>
                <c:pt idx="13135">
                  <c:v>64.98</c:v>
                </c:pt>
                <c:pt idx="13136">
                  <c:v>69.98</c:v>
                </c:pt>
                <c:pt idx="13137">
                  <c:v>73.989999999999995</c:v>
                </c:pt>
                <c:pt idx="13138">
                  <c:v>69.98</c:v>
                </c:pt>
                <c:pt idx="13139">
                  <c:v>69.98</c:v>
                </c:pt>
                <c:pt idx="13140">
                  <c:v>99.97</c:v>
                </c:pt>
                <c:pt idx="13141">
                  <c:v>70.78</c:v>
                </c:pt>
                <c:pt idx="13142">
                  <c:v>64.98</c:v>
                </c:pt>
                <c:pt idx="13143">
                  <c:v>70.78</c:v>
                </c:pt>
                <c:pt idx="13144">
                  <c:v>99.97</c:v>
                </c:pt>
                <c:pt idx="13145">
                  <c:v>170.97</c:v>
                </c:pt>
                <c:pt idx="13146">
                  <c:v>84.98</c:v>
                </c:pt>
                <c:pt idx="13147">
                  <c:v>170.97</c:v>
                </c:pt>
                <c:pt idx="13148">
                  <c:v>84.98</c:v>
                </c:pt>
                <c:pt idx="13149">
                  <c:v>169.98</c:v>
                </c:pt>
                <c:pt idx="13150">
                  <c:v>119.97</c:v>
                </c:pt>
                <c:pt idx="13151">
                  <c:v>169.98</c:v>
                </c:pt>
                <c:pt idx="13152">
                  <c:v>144.47999999999999</c:v>
                </c:pt>
                <c:pt idx="13153">
                  <c:v>144.47999999999999</c:v>
                </c:pt>
                <c:pt idx="13154">
                  <c:v>109.97</c:v>
                </c:pt>
                <c:pt idx="13155">
                  <c:v>54.98</c:v>
                </c:pt>
                <c:pt idx="13156">
                  <c:v>119.97</c:v>
                </c:pt>
                <c:pt idx="13157">
                  <c:v>54.98</c:v>
                </c:pt>
                <c:pt idx="13158">
                  <c:v>73.989999999999995</c:v>
                </c:pt>
                <c:pt idx="13159">
                  <c:v>69.98</c:v>
                </c:pt>
                <c:pt idx="13160">
                  <c:v>84.99</c:v>
                </c:pt>
                <c:pt idx="13161">
                  <c:v>81.98</c:v>
                </c:pt>
                <c:pt idx="13162">
                  <c:v>169.96</c:v>
                </c:pt>
                <c:pt idx="13163">
                  <c:v>139.97</c:v>
                </c:pt>
                <c:pt idx="13164">
                  <c:v>169.98</c:v>
                </c:pt>
                <c:pt idx="13165">
                  <c:v>99.98</c:v>
                </c:pt>
                <c:pt idx="13166">
                  <c:v>169.98</c:v>
                </c:pt>
                <c:pt idx="13167">
                  <c:v>79.98</c:v>
                </c:pt>
                <c:pt idx="13168">
                  <c:v>109.97</c:v>
                </c:pt>
                <c:pt idx="13169">
                  <c:v>139.97</c:v>
                </c:pt>
                <c:pt idx="13170">
                  <c:v>243.21</c:v>
                </c:pt>
                <c:pt idx="13171">
                  <c:v>84.99</c:v>
                </c:pt>
                <c:pt idx="13172">
                  <c:v>243.21</c:v>
                </c:pt>
                <c:pt idx="13173">
                  <c:v>91.97</c:v>
                </c:pt>
                <c:pt idx="13174">
                  <c:v>169.96</c:v>
                </c:pt>
                <c:pt idx="13175">
                  <c:v>84.99</c:v>
                </c:pt>
                <c:pt idx="13176">
                  <c:v>84.99</c:v>
                </c:pt>
                <c:pt idx="13177">
                  <c:v>107.97</c:v>
                </c:pt>
                <c:pt idx="13178">
                  <c:v>92.98</c:v>
                </c:pt>
                <c:pt idx="13179">
                  <c:v>110.98</c:v>
                </c:pt>
                <c:pt idx="13180">
                  <c:v>110.98</c:v>
                </c:pt>
                <c:pt idx="13181">
                  <c:v>81.98</c:v>
                </c:pt>
                <c:pt idx="13182">
                  <c:v>107.97</c:v>
                </c:pt>
                <c:pt idx="13183">
                  <c:v>91.97</c:v>
                </c:pt>
                <c:pt idx="13184">
                  <c:v>96.97</c:v>
                </c:pt>
                <c:pt idx="13185">
                  <c:v>84.99</c:v>
                </c:pt>
                <c:pt idx="13186">
                  <c:v>96.97</c:v>
                </c:pt>
                <c:pt idx="13187">
                  <c:v>169.96</c:v>
                </c:pt>
                <c:pt idx="13188">
                  <c:v>169.96</c:v>
                </c:pt>
                <c:pt idx="13189">
                  <c:v>109.97</c:v>
                </c:pt>
                <c:pt idx="13190">
                  <c:v>99.98</c:v>
                </c:pt>
                <c:pt idx="13191">
                  <c:v>79.98</c:v>
                </c:pt>
                <c:pt idx="13192">
                  <c:v>92.98</c:v>
                </c:pt>
                <c:pt idx="13193">
                  <c:v>168.22</c:v>
                </c:pt>
                <c:pt idx="13194">
                  <c:v>252.42</c:v>
                </c:pt>
                <c:pt idx="13195">
                  <c:v>194.92</c:v>
                </c:pt>
                <c:pt idx="13196">
                  <c:v>228.27</c:v>
                </c:pt>
                <c:pt idx="13197">
                  <c:v>254.97</c:v>
                </c:pt>
                <c:pt idx="13198">
                  <c:v>89.41</c:v>
                </c:pt>
                <c:pt idx="13199">
                  <c:v>59.39</c:v>
                </c:pt>
                <c:pt idx="13200">
                  <c:v>229.47</c:v>
                </c:pt>
                <c:pt idx="13201">
                  <c:v>260.56</c:v>
                </c:pt>
                <c:pt idx="13202">
                  <c:v>117.84</c:v>
                </c:pt>
                <c:pt idx="13203">
                  <c:v>229.47</c:v>
                </c:pt>
                <c:pt idx="13204">
                  <c:v>131.97999999999999</c:v>
                </c:pt>
                <c:pt idx="13205">
                  <c:v>173.97</c:v>
                </c:pt>
                <c:pt idx="13206">
                  <c:v>125.97</c:v>
                </c:pt>
                <c:pt idx="13207">
                  <c:v>229.47</c:v>
                </c:pt>
                <c:pt idx="13208">
                  <c:v>169.98</c:v>
                </c:pt>
                <c:pt idx="13209">
                  <c:v>229.47</c:v>
                </c:pt>
                <c:pt idx="13210">
                  <c:v>242.47</c:v>
                </c:pt>
                <c:pt idx="13211">
                  <c:v>161.47999999999999</c:v>
                </c:pt>
                <c:pt idx="13212">
                  <c:v>169.98</c:v>
                </c:pt>
                <c:pt idx="13213">
                  <c:v>249.87</c:v>
                </c:pt>
                <c:pt idx="13214">
                  <c:v>252.33</c:v>
                </c:pt>
                <c:pt idx="13215">
                  <c:v>164.88</c:v>
                </c:pt>
                <c:pt idx="13216">
                  <c:v>172.96</c:v>
                </c:pt>
                <c:pt idx="13217">
                  <c:v>251.17</c:v>
                </c:pt>
                <c:pt idx="13218">
                  <c:v>294.86</c:v>
                </c:pt>
                <c:pt idx="13219">
                  <c:v>129.51</c:v>
                </c:pt>
                <c:pt idx="13220">
                  <c:v>269.95999999999998</c:v>
                </c:pt>
                <c:pt idx="13221">
                  <c:v>230.62</c:v>
                </c:pt>
                <c:pt idx="13222">
                  <c:v>375.03</c:v>
                </c:pt>
                <c:pt idx="13223">
                  <c:v>-33.56</c:v>
                </c:pt>
                <c:pt idx="13224">
                  <c:v>220.95</c:v>
                </c:pt>
                <c:pt idx="13225">
                  <c:v>167.43</c:v>
                </c:pt>
                <c:pt idx="13226">
                  <c:v>109.98</c:v>
                </c:pt>
                <c:pt idx="13227">
                  <c:v>120.97</c:v>
                </c:pt>
                <c:pt idx="13228">
                  <c:v>169.98</c:v>
                </c:pt>
                <c:pt idx="13229">
                  <c:v>160.77000000000001</c:v>
                </c:pt>
                <c:pt idx="13230">
                  <c:v>114.97</c:v>
                </c:pt>
                <c:pt idx="13231">
                  <c:v>99.98</c:v>
                </c:pt>
                <c:pt idx="13232">
                  <c:v>124.98</c:v>
                </c:pt>
                <c:pt idx="13233">
                  <c:v>124.98</c:v>
                </c:pt>
                <c:pt idx="13234">
                  <c:v>120.97</c:v>
                </c:pt>
                <c:pt idx="13235">
                  <c:v>169.98</c:v>
                </c:pt>
                <c:pt idx="13236">
                  <c:v>134.97999999999999</c:v>
                </c:pt>
                <c:pt idx="13237">
                  <c:v>142.43</c:v>
                </c:pt>
                <c:pt idx="13238">
                  <c:v>169.98</c:v>
                </c:pt>
                <c:pt idx="13239">
                  <c:v>189.96</c:v>
                </c:pt>
                <c:pt idx="13240">
                  <c:v>169.98</c:v>
                </c:pt>
                <c:pt idx="13241">
                  <c:v>164.98</c:v>
                </c:pt>
                <c:pt idx="13242">
                  <c:v>129.97999999999999</c:v>
                </c:pt>
                <c:pt idx="13243">
                  <c:v>169.98</c:v>
                </c:pt>
                <c:pt idx="13244">
                  <c:v>134.97999999999999</c:v>
                </c:pt>
                <c:pt idx="13245">
                  <c:v>169.98</c:v>
                </c:pt>
                <c:pt idx="13246">
                  <c:v>169.98</c:v>
                </c:pt>
                <c:pt idx="13247">
                  <c:v>164.98</c:v>
                </c:pt>
                <c:pt idx="13248">
                  <c:v>216.72</c:v>
                </c:pt>
                <c:pt idx="13249">
                  <c:v>219.97</c:v>
                </c:pt>
                <c:pt idx="13250">
                  <c:v>216.72</c:v>
                </c:pt>
                <c:pt idx="13251">
                  <c:v>169.98</c:v>
                </c:pt>
                <c:pt idx="13252">
                  <c:v>84.99</c:v>
                </c:pt>
                <c:pt idx="13253">
                  <c:v>169.98</c:v>
                </c:pt>
                <c:pt idx="13254">
                  <c:v>293.14</c:v>
                </c:pt>
                <c:pt idx="13255">
                  <c:v>164.98</c:v>
                </c:pt>
                <c:pt idx="13256">
                  <c:v>293.14</c:v>
                </c:pt>
                <c:pt idx="13257">
                  <c:v>84.99</c:v>
                </c:pt>
                <c:pt idx="13258">
                  <c:v>219.97</c:v>
                </c:pt>
                <c:pt idx="13259">
                  <c:v>99.98</c:v>
                </c:pt>
                <c:pt idx="13260">
                  <c:v>99.98</c:v>
                </c:pt>
                <c:pt idx="13261">
                  <c:v>169.98</c:v>
                </c:pt>
                <c:pt idx="13262">
                  <c:v>169.98</c:v>
                </c:pt>
                <c:pt idx="13263">
                  <c:v>169.98</c:v>
                </c:pt>
                <c:pt idx="13264">
                  <c:v>169.98</c:v>
                </c:pt>
                <c:pt idx="13265">
                  <c:v>161.97999999999999</c:v>
                </c:pt>
                <c:pt idx="13266">
                  <c:v>164.98</c:v>
                </c:pt>
                <c:pt idx="13267">
                  <c:v>129.97999999999999</c:v>
                </c:pt>
                <c:pt idx="13268">
                  <c:v>169.98</c:v>
                </c:pt>
                <c:pt idx="13269">
                  <c:v>124.98</c:v>
                </c:pt>
                <c:pt idx="13270">
                  <c:v>158.97</c:v>
                </c:pt>
                <c:pt idx="13271">
                  <c:v>134.97999999999999</c:v>
                </c:pt>
                <c:pt idx="13272">
                  <c:v>169.98</c:v>
                </c:pt>
                <c:pt idx="13273">
                  <c:v>158.97</c:v>
                </c:pt>
                <c:pt idx="13274">
                  <c:v>190.97</c:v>
                </c:pt>
                <c:pt idx="13275">
                  <c:v>169.98</c:v>
                </c:pt>
                <c:pt idx="13276">
                  <c:v>281.85000000000002</c:v>
                </c:pt>
                <c:pt idx="13277">
                  <c:v>158.97</c:v>
                </c:pt>
                <c:pt idx="13278">
                  <c:v>164.98</c:v>
                </c:pt>
                <c:pt idx="13279">
                  <c:v>124.98</c:v>
                </c:pt>
                <c:pt idx="13280">
                  <c:v>169.98</c:v>
                </c:pt>
                <c:pt idx="13281">
                  <c:v>171.87</c:v>
                </c:pt>
                <c:pt idx="13282">
                  <c:v>281.85000000000002</c:v>
                </c:pt>
                <c:pt idx="13283">
                  <c:v>171.87</c:v>
                </c:pt>
                <c:pt idx="13284">
                  <c:v>161.97999999999999</c:v>
                </c:pt>
                <c:pt idx="13285">
                  <c:v>190.97</c:v>
                </c:pt>
                <c:pt idx="13286">
                  <c:v>158.97</c:v>
                </c:pt>
                <c:pt idx="13287">
                  <c:v>164.98</c:v>
                </c:pt>
                <c:pt idx="13288">
                  <c:v>169.98</c:v>
                </c:pt>
                <c:pt idx="13289">
                  <c:v>185.96</c:v>
                </c:pt>
                <c:pt idx="13290">
                  <c:v>355.9</c:v>
                </c:pt>
                <c:pt idx="13291">
                  <c:v>65.62</c:v>
                </c:pt>
                <c:pt idx="13292">
                  <c:v>243.94</c:v>
                </c:pt>
                <c:pt idx="13293">
                  <c:v>125.98</c:v>
                </c:pt>
                <c:pt idx="13294">
                  <c:v>131.97999999999999</c:v>
                </c:pt>
                <c:pt idx="13295">
                  <c:v>281.92</c:v>
                </c:pt>
                <c:pt idx="13296">
                  <c:v>331.93</c:v>
                </c:pt>
                <c:pt idx="13297">
                  <c:v>131.97999999999999</c:v>
                </c:pt>
                <c:pt idx="13298">
                  <c:v>84.99</c:v>
                </c:pt>
                <c:pt idx="13299">
                  <c:v>104.98</c:v>
                </c:pt>
                <c:pt idx="13300">
                  <c:v>107.98</c:v>
                </c:pt>
                <c:pt idx="13301">
                  <c:v>84.99</c:v>
                </c:pt>
                <c:pt idx="13302">
                  <c:v>84.99</c:v>
                </c:pt>
                <c:pt idx="13303">
                  <c:v>84.99</c:v>
                </c:pt>
                <c:pt idx="13304">
                  <c:v>84.99</c:v>
                </c:pt>
                <c:pt idx="13305">
                  <c:v>77.760000000000005</c:v>
                </c:pt>
                <c:pt idx="13306">
                  <c:v>84.99</c:v>
                </c:pt>
                <c:pt idx="13307">
                  <c:v>78.77</c:v>
                </c:pt>
                <c:pt idx="13308">
                  <c:v>84.99</c:v>
                </c:pt>
                <c:pt idx="13309">
                  <c:v>84.99</c:v>
                </c:pt>
                <c:pt idx="13310">
                  <c:v>77.64</c:v>
                </c:pt>
                <c:pt idx="13311">
                  <c:v>84.99</c:v>
                </c:pt>
                <c:pt idx="13312">
                  <c:v>142.63</c:v>
                </c:pt>
                <c:pt idx="13313">
                  <c:v>84.99</c:v>
                </c:pt>
                <c:pt idx="13314">
                  <c:v>84.99</c:v>
                </c:pt>
                <c:pt idx="13315">
                  <c:v>84.99</c:v>
                </c:pt>
                <c:pt idx="13316">
                  <c:v>84.99</c:v>
                </c:pt>
                <c:pt idx="13317">
                  <c:v>139.97</c:v>
                </c:pt>
                <c:pt idx="13318">
                  <c:v>84.99</c:v>
                </c:pt>
                <c:pt idx="13319">
                  <c:v>84.99</c:v>
                </c:pt>
                <c:pt idx="13320">
                  <c:v>68.989999999999995</c:v>
                </c:pt>
                <c:pt idx="13321">
                  <c:v>104.98</c:v>
                </c:pt>
                <c:pt idx="13322">
                  <c:v>329.95</c:v>
                </c:pt>
                <c:pt idx="13323">
                  <c:v>304.70999999999998</c:v>
                </c:pt>
                <c:pt idx="13324">
                  <c:v>304.95</c:v>
                </c:pt>
                <c:pt idx="13325">
                  <c:v>329.95</c:v>
                </c:pt>
                <c:pt idx="13326">
                  <c:v>329.95</c:v>
                </c:pt>
                <c:pt idx="13327">
                  <c:v>169.98</c:v>
                </c:pt>
                <c:pt idx="13328">
                  <c:v>278.79000000000002</c:v>
                </c:pt>
                <c:pt idx="13329">
                  <c:v>329.95</c:v>
                </c:pt>
                <c:pt idx="13330">
                  <c:v>119.84</c:v>
                </c:pt>
                <c:pt idx="13331">
                  <c:v>146.37</c:v>
                </c:pt>
                <c:pt idx="13332">
                  <c:v>172.48</c:v>
                </c:pt>
                <c:pt idx="13333">
                  <c:v>286.95</c:v>
                </c:pt>
                <c:pt idx="13334">
                  <c:v>169.98</c:v>
                </c:pt>
                <c:pt idx="13335">
                  <c:v>146.22</c:v>
                </c:pt>
                <c:pt idx="13336">
                  <c:v>167.27</c:v>
                </c:pt>
                <c:pt idx="13337">
                  <c:v>170.48</c:v>
                </c:pt>
                <c:pt idx="13338">
                  <c:v>284.95</c:v>
                </c:pt>
                <c:pt idx="13339">
                  <c:v>67.98</c:v>
                </c:pt>
                <c:pt idx="13340">
                  <c:v>169.98</c:v>
                </c:pt>
                <c:pt idx="13341">
                  <c:v>-2.5</c:v>
                </c:pt>
                <c:pt idx="13342">
                  <c:v>169.98</c:v>
                </c:pt>
                <c:pt idx="13343">
                  <c:v>213.96</c:v>
                </c:pt>
                <c:pt idx="13344">
                  <c:v>170.73</c:v>
                </c:pt>
                <c:pt idx="13345">
                  <c:v>245.94</c:v>
                </c:pt>
                <c:pt idx="13346">
                  <c:v>169.98</c:v>
                </c:pt>
                <c:pt idx="13347">
                  <c:v>201.96</c:v>
                </c:pt>
                <c:pt idx="13348">
                  <c:v>104.47</c:v>
                </c:pt>
                <c:pt idx="13349">
                  <c:v>253.96</c:v>
                </c:pt>
                <c:pt idx="13350">
                  <c:v>182.97</c:v>
                </c:pt>
                <c:pt idx="13351">
                  <c:v>100.98</c:v>
                </c:pt>
                <c:pt idx="13352">
                  <c:v>232.33</c:v>
                </c:pt>
                <c:pt idx="13353">
                  <c:v>55.96</c:v>
                </c:pt>
                <c:pt idx="13354">
                  <c:v>182.97</c:v>
                </c:pt>
                <c:pt idx="13355">
                  <c:v>96.98</c:v>
                </c:pt>
                <c:pt idx="13356">
                  <c:v>239.97</c:v>
                </c:pt>
                <c:pt idx="13357">
                  <c:v>157.97</c:v>
                </c:pt>
                <c:pt idx="13358">
                  <c:v>234.57</c:v>
                </c:pt>
                <c:pt idx="13359">
                  <c:v>63.33</c:v>
                </c:pt>
                <c:pt idx="13360">
                  <c:v>182.97</c:v>
                </c:pt>
                <c:pt idx="13361">
                  <c:v>242.95</c:v>
                </c:pt>
                <c:pt idx="13362">
                  <c:v>121.98</c:v>
                </c:pt>
                <c:pt idx="13363">
                  <c:v>239.97</c:v>
                </c:pt>
                <c:pt idx="13364">
                  <c:v>203.97</c:v>
                </c:pt>
                <c:pt idx="13365">
                  <c:v>228.56</c:v>
                </c:pt>
                <c:pt idx="13366">
                  <c:v>59.99</c:v>
                </c:pt>
                <c:pt idx="13367">
                  <c:v>239.97</c:v>
                </c:pt>
                <c:pt idx="13368">
                  <c:v>291.58999999999997</c:v>
                </c:pt>
                <c:pt idx="13369">
                  <c:v>278.86</c:v>
                </c:pt>
                <c:pt idx="13370">
                  <c:v>239.97</c:v>
                </c:pt>
                <c:pt idx="13371">
                  <c:v>260.75</c:v>
                </c:pt>
                <c:pt idx="13372">
                  <c:v>65.989999999999995</c:v>
                </c:pt>
                <c:pt idx="13373">
                  <c:v>84.99</c:v>
                </c:pt>
                <c:pt idx="13374">
                  <c:v>84.99</c:v>
                </c:pt>
                <c:pt idx="13375">
                  <c:v>84.99</c:v>
                </c:pt>
                <c:pt idx="13376">
                  <c:v>65.989999999999995</c:v>
                </c:pt>
                <c:pt idx="13377">
                  <c:v>65.989999999999995</c:v>
                </c:pt>
                <c:pt idx="13378">
                  <c:v>65.989999999999995</c:v>
                </c:pt>
                <c:pt idx="13379">
                  <c:v>65.989999999999995</c:v>
                </c:pt>
                <c:pt idx="13380">
                  <c:v>65.989999999999995</c:v>
                </c:pt>
                <c:pt idx="13381">
                  <c:v>84.99</c:v>
                </c:pt>
                <c:pt idx="13382">
                  <c:v>65.989999999999995</c:v>
                </c:pt>
                <c:pt idx="13383">
                  <c:v>84.99</c:v>
                </c:pt>
                <c:pt idx="13384">
                  <c:v>84.99</c:v>
                </c:pt>
                <c:pt idx="13385">
                  <c:v>84.99</c:v>
                </c:pt>
                <c:pt idx="13386">
                  <c:v>84.99</c:v>
                </c:pt>
                <c:pt idx="13387">
                  <c:v>68.989999999999995</c:v>
                </c:pt>
                <c:pt idx="13388">
                  <c:v>76.489999999999995</c:v>
                </c:pt>
                <c:pt idx="13389">
                  <c:v>84.99</c:v>
                </c:pt>
                <c:pt idx="13390">
                  <c:v>84.99</c:v>
                </c:pt>
                <c:pt idx="13391">
                  <c:v>65.989999999999995</c:v>
                </c:pt>
                <c:pt idx="13392">
                  <c:v>663.25</c:v>
                </c:pt>
                <c:pt idx="13393">
                  <c:v>547.74</c:v>
                </c:pt>
                <c:pt idx="13394">
                  <c:v>319.39</c:v>
                </c:pt>
                <c:pt idx="13395">
                  <c:v>319.39</c:v>
                </c:pt>
                <c:pt idx="13396">
                  <c:v>65.989999999999995</c:v>
                </c:pt>
                <c:pt idx="13397">
                  <c:v>638.78</c:v>
                </c:pt>
                <c:pt idx="13398">
                  <c:v>65.989999999999995</c:v>
                </c:pt>
                <c:pt idx="13399">
                  <c:v>285.22000000000003</c:v>
                </c:pt>
                <c:pt idx="13400">
                  <c:v>638.78</c:v>
                </c:pt>
                <c:pt idx="13401">
                  <c:v>547.74</c:v>
                </c:pt>
                <c:pt idx="13402">
                  <c:v>638.78</c:v>
                </c:pt>
                <c:pt idx="13403">
                  <c:v>285.22000000000003</c:v>
                </c:pt>
                <c:pt idx="13404">
                  <c:v>304.22000000000003</c:v>
                </c:pt>
                <c:pt idx="13405">
                  <c:v>638.78</c:v>
                </c:pt>
                <c:pt idx="13406">
                  <c:v>304.22000000000003</c:v>
                </c:pt>
                <c:pt idx="13407">
                  <c:v>663.25</c:v>
                </c:pt>
                <c:pt idx="13408">
                  <c:v>479.09</c:v>
                </c:pt>
                <c:pt idx="13409">
                  <c:v>479.09</c:v>
                </c:pt>
                <c:pt idx="13410">
                  <c:v>638.78</c:v>
                </c:pt>
                <c:pt idx="13411">
                  <c:v>638.78</c:v>
                </c:pt>
                <c:pt idx="13412">
                  <c:v>380.44</c:v>
                </c:pt>
                <c:pt idx="13413">
                  <c:v>202.9</c:v>
                </c:pt>
                <c:pt idx="13414">
                  <c:v>380.44</c:v>
                </c:pt>
                <c:pt idx="13415">
                  <c:v>294.76</c:v>
                </c:pt>
                <c:pt idx="13416">
                  <c:v>398.92</c:v>
                </c:pt>
                <c:pt idx="13417">
                  <c:v>209.96</c:v>
                </c:pt>
                <c:pt idx="13418">
                  <c:v>245.86</c:v>
                </c:pt>
                <c:pt idx="13419">
                  <c:v>420.53</c:v>
                </c:pt>
                <c:pt idx="13420">
                  <c:v>294.76</c:v>
                </c:pt>
                <c:pt idx="13421">
                  <c:v>245.86</c:v>
                </c:pt>
                <c:pt idx="13422">
                  <c:v>380.44</c:v>
                </c:pt>
                <c:pt idx="13423">
                  <c:v>294.76</c:v>
                </c:pt>
                <c:pt idx="13424">
                  <c:v>379.9</c:v>
                </c:pt>
                <c:pt idx="13425">
                  <c:v>379.9</c:v>
                </c:pt>
                <c:pt idx="13426">
                  <c:v>398.92</c:v>
                </c:pt>
                <c:pt idx="13427">
                  <c:v>209.96</c:v>
                </c:pt>
                <c:pt idx="13428">
                  <c:v>398.92</c:v>
                </c:pt>
                <c:pt idx="13429">
                  <c:v>336.77</c:v>
                </c:pt>
                <c:pt idx="13430">
                  <c:v>379.9</c:v>
                </c:pt>
                <c:pt idx="13431">
                  <c:v>336.77</c:v>
                </c:pt>
                <c:pt idx="13432">
                  <c:v>209.96</c:v>
                </c:pt>
                <c:pt idx="13433">
                  <c:v>202.9</c:v>
                </c:pt>
                <c:pt idx="13434">
                  <c:v>420.53</c:v>
                </c:pt>
                <c:pt idx="13435">
                  <c:v>336.77</c:v>
                </c:pt>
                <c:pt idx="13436">
                  <c:v>420.53</c:v>
                </c:pt>
                <c:pt idx="13437">
                  <c:v>202.9</c:v>
                </c:pt>
                <c:pt idx="13438">
                  <c:v>245.86</c:v>
                </c:pt>
                <c:pt idx="13439">
                  <c:v>100.98</c:v>
                </c:pt>
                <c:pt idx="13440">
                  <c:v>101.08</c:v>
                </c:pt>
                <c:pt idx="13441">
                  <c:v>100.98</c:v>
                </c:pt>
                <c:pt idx="13442">
                  <c:v>287.45</c:v>
                </c:pt>
                <c:pt idx="13443">
                  <c:v>64.98</c:v>
                </c:pt>
                <c:pt idx="13444">
                  <c:v>367.78</c:v>
                </c:pt>
                <c:pt idx="13445">
                  <c:v>368.99</c:v>
                </c:pt>
                <c:pt idx="13446">
                  <c:v>49.59</c:v>
                </c:pt>
                <c:pt idx="13447">
                  <c:v>64.98</c:v>
                </c:pt>
                <c:pt idx="13448">
                  <c:v>-18.04</c:v>
                </c:pt>
                <c:pt idx="13449">
                  <c:v>558.94000000000005</c:v>
                </c:pt>
                <c:pt idx="13450">
                  <c:v>479.09</c:v>
                </c:pt>
                <c:pt idx="13451">
                  <c:v>219.97</c:v>
                </c:pt>
                <c:pt idx="13452">
                  <c:v>467.17</c:v>
                </c:pt>
                <c:pt idx="13453">
                  <c:v>479.09</c:v>
                </c:pt>
                <c:pt idx="13454">
                  <c:v>319.39</c:v>
                </c:pt>
                <c:pt idx="13455">
                  <c:v>399.24</c:v>
                </c:pt>
                <c:pt idx="13456">
                  <c:v>287.93</c:v>
                </c:pt>
                <c:pt idx="13457">
                  <c:v>78.62</c:v>
                </c:pt>
                <c:pt idx="13458">
                  <c:v>121.98</c:v>
                </c:pt>
                <c:pt idx="13459">
                  <c:v>32.81</c:v>
                </c:pt>
                <c:pt idx="13460">
                  <c:v>131.97999999999999</c:v>
                </c:pt>
                <c:pt idx="13461">
                  <c:v>197.97</c:v>
                </c:pt>
                <c:pt idx="13462">
                  <c:v>31.68</c:v>
                </c:pt>
                <c:pt idx="13463">
                  <c:v>52.6</c:v>
                </c:pt>
                <c:pt idx="13464">
                  <c:v>237.96</c:v>
                </c:pt>
                <c:pt idx="13465">
                  <c:v>184.97</c:v>
                </c:pt>
                <c:pt idx="13466">
                  <c:v>169.98</c:v>
                </c:pt>
                <c:pt idx="13467">
                  <c:v>146.97</c:v>
                </c:pt>
                <c:pt idx="13468">
                  <c:v>132.27000000000001</c:v>
                </c:pt>
                <c:pt idx="13469">
                  <c:v>169.98</c:v>
                </c:pt>
                <c:pt idx="13470">
                  <c:v>184.97</c:v>
                </c:pt>
                <c:pt idx="13471">
                  <c:v>146.97</c:v>
                </c:pt>
                <c:pt idx="13472">
                  <c:v>146.97</c:v>
                </c:pt>
                <c:pt idx="13473">
                  <c:v>169.98</c:v>
                </c:pt>
                <c:pt idx="13474">
                  <c:v>165.17</c:v>
                </c:pt>
                <c:pt idx="13475">
                  <c:v>110.95</c:v>
                </c:pt>
                <c:pt idx="13476">
                  <c:v>174.97</c:v>
                </c:pt>
                <c:pt idx="13477">
                  <c:v>166.47</c:v>
                </c:pt>
                <c:pt idx="13478">
                  <c:v>169.61</c:v>
                </c:pt>
                <c:pt idx="13479">
                  <c:v>131.97999999999999</c:v>
                </c:pt>
                <c:pt idx="13480">
                  <c:v>134.97</c:v>
                </c:pt>
                <c:pt idx="13481">
                  <c:v>121.98</c:v>
                </c:pt>
                <c:pt idx="13482">
                  <c:v>184.97</c:v>
                </c:pt>
                <c:pt idx="13483">
                  <c:v>75.98</c:v>
                </c:pt>
                <c:pt idx="13484">
                  <c:v>160.93</c:v>
                </c:pt>
                <c:pt idx="13485">
                  <c:v>146.97</c:v>
                </c:pt>
                <c:pt idx="13486">
                  <c:v>146.97</c:v>
                </c:pt>
                <c:pt idx="13487">
                  <c:v>121.98</c:v>
                </c:pt>
                <c:pt idx="13488">
                  <c:v>134.97999999999999</c:v>
                </c:pt>
                <c:pt idx="13489">
                  <c:v>53.43</c:v>
                </c:pt>
                <c:pt idx="13490">
                  <c:v>134.97999999999999</c:v>
                </c:pt>
                <c:pt idx="13491">
                  <c:v>134.97999999999999</c:v>
                </c:pt>
                <c:pt idx="13492">
                  <c:v>90.51</c:v>
                </c:pt>
                <c:pt idx="13493">
                  <c:v>131.97999999999999</c:v>
                </c:pt>
                <c:pt idx="13494">
                  <c:v>83.98</c:v>
                </c:pt>
                <c:pt idx="13495">
                  <c:v>163.46</c:v>
                </c:pt>
                <c:pt idx="13496">
                  <c:v>149.97</c:v>
                </c:pt>
                <c:pt idx="13497">
                  <c:v>158.97</c:v>
                </c:pt>
                <c:pt idx="13498">
                  <c:v>82.98</c:v>
                </c:pt>
                <c:pt idx="13499">
                  <c:v>164.96</c:v>
                </c:pt>
                <c:pt idx="13500">
                  <c:v>135.28</c:v>
                </c:pt>
                <c:pt idx="13501">
                  <c:v>124.98</c:v>
                </c:pt>
                <c:pt idx="13502">
                  <c:v>195.96</c:v>
                </c:pt>
                <c:pt idx="13503">
                  <c:v>83.28</c:v>
                </c:pt>
                <c:pt idx="13504">
                  <c:v>364.95</c:v>
                </c:pt>
                <c:pt idx="13505">
                  <c:v>161.74</c:v>
                </c:pt>
                <c:pt idx="13506">
                  <c:v>169.98</c:v>
                </c:pt>
                <c:pt idx="13507">
                  <c:v>263.95999999999998</c:v>
                </c:pt>
                <c:pt idx="13508">
                  <c:v>259.32</c:v>
                </c:pt>
                <c:pt idx="13509">
                  <c:v>169.98</c:v>
                </c:pt>
                <c:pt idx="13510">
                  <c:v>84.99</c:v>
                </c:pt>
                <c:pt idx="13511">
                  <c:v>119.96</c:v>
                </c:pt>
                <c:pt idx="13512">
                  <c:v>298.27</c:v>
                </c:pt>
                <c:pt idx="13513">
                  <c:v>134.97999999999999</c:v>
                </c:pt>
                <c:pt idx="13514">
                  <c:v>169.98</c:v>
                </c:pt>
                <c:pt idx="13515">
                  <c:v>-84.99</c:v>
                </c:pt>
                <c:pt idx="13516">
                  <c:v>254.97</c:v>
                </c:pt>
                <c:pt idx="13517">
                  <c:v>263.95999999999998</c:v>
                </c:pt>
                <c:pt idx="13518">
                  <c:v>169.98</c:v>
                </c:pt>
                <c:pt idx="13519">
                  <c:v>64.959999999999994</c:v>
                </c:pt>
                <c:pt idx="13520">
                  <c:v>254.97</c:v>
                </c:pt>
                <c:pt idx="13521">
                  <c:v>254.97</c:v>
                </c:pt>
                <c:pt idx="13522">
                  <c:v>52.18</c:v>
                </c:pt>
                <c:pt idx="13523">
                  <c:v>254.97</c:v>
                </c:pt>
                <c:pt idx="13524">
                  <c:v>254.97</c:v>
                </c:pt>
                <c:pt idx="13525">
                  <c:v>263.95999999999998</c:v>
                </c:pt>
                <c:pt idx="13526">
                  <c:v>169.98</c:v>
                </c:pt>
                <c:pt idx="13527">
                  <c:v>74.97</c:v>
                </c:pt>
                <c:pt idx="13528">
                  <c:v>84.99</c:v>
                </c:pt>
                <c:pt idx="13529">
                  <c:v>118.47</c:v>
                </c:pt>
                <c:pt idx="13530">
                  <c:v>129.34</c:v>
                </c:pt>
                <c:pt idx="13531">
                  <c:v>169.98</c:v>
                </c:pt>
                <c:pt idx="13532">
                  <c:v>169.98</c:v>
                </c:pt>
                <c:pt idx="13533">
                  <c:v>183.27</c:v>
                </c:pt>
                <c:pt idx="13534">
                  <c:v>166.96</c:v>
                </c:pt>
                <c:pt idx="13535">
                  <c:v>165.2</c:v>
                </c:pt>
                <c:pt idx="13536">
                  <c:v>153.97999999999999</c:v>
                </c:pt>
                <c:pt idx="13537">
                  <c:v>184.97</c:v>
                </c:pt>
                <c:pt idx="13538">
                  <c:v>131.97999999999999</c:v>
                </c:pt>
                <c:pt idx="13539">
                  <c:v>168.28</c:v>
                </c:pt>
                <c:pt idx="13540">
                  <c:v>169.98</c:v>
                </c:pt>
                <c:pt idx="13541">
                  <c:v>84.99</c:v>
                </c:pt>
                <c:pt idx="13542">
                  <c:v>84.99</c:v>
                </c:pt>
                <c:pt idx="13543">
                  <c:v>89.98</c:v>
                </c:pt>
                <c:pt idx="13544">
                  <c:v>127.47</c:v>
                </c:pt>
                <c:pt idx="13545">
                  <c:v>129.97999999999999</c:v>
                </c:pt>
                <c:pt idx="13546">
                  <c:v>169.98</c:v>
                </c:pt>
                <c:pt idx="13547">
                  <c:v>64.66</c:v>
                </c:pt>
                <c:pt idx="13548">
                  <c:v>102.98</c:v>
                </c:pt>
                <c:pt idx="13549">
                  <c:v>102.98</c:v>
                </c:pt>
                <c:pt idx="13550">
                  <c:v>131.97999999999999</c:v>
                </c:pt>
                <c:pt idx="13551">
                  <c:v>169.98</c:v>
                </c:pt>
                <c:pt idx="13552">
                  <c:v>84.99</c:v>
                </c:pt>
                <c:pt idx="13553">
                  <c:v>169.98</c:v>
                </c:pt>
                <c:pt idx="13554">
                  <c:v>134.97999999999999</c:v>
                </c:pt>
                <c:pt idx="13555">
                  <c:v>169.98</c:v>
                </c:pt>
                <c:pt idx="13556">
                  <c:v>169.98</c:v>
                </c:pt>
                <c:pt idx="13557">
                  <c:v>102.98</c:v>
                </c:pt>
                <c:pt idx="13558">
                  <c:v>84.99</c:v>
                </c:pt>
                <c:pt idx="13559">
                  <c:v>124.97</c:v>
                </c:pt>
                <c:pt idx="13560">
                  <c:v>84.99</c:v>
                </c:pt>
                <c:pt idx="13561">
                  <c:v>91.38</c:v>
                </c:pt>
                <c:pt idx="13562">
                  <c:v>95.98</c:v>
                </c:pt>
                <c:pt idx="13563">
                  <c:v>149.97</c:v>
                </c:pt>
                <c:pt idx="13564">
                  <c:v>169.98</c:v>
                </c:pt>
                <c:pt idx="13565">
                  <c:v>199.91</c:v>
                </c:pt>
                <c:pt idx="13566">
                  <c:v>260.95</c:v>
                </c:pt>
                <c:pt idx="13567">
                  <c:v>195.57</c:v>
                </c:pt>
                <c:pt idx="13568">
                  <c:v>248.33</c:v>
                </c:pt>
                <c:pt idx="13569">
                  <c:v>391.95</c:v>
                </c:pt>
                <c:pt idx="13570">
                  <c:v>370.98</c:v>
                </c:pt>
                <c:pt idx="13571">
                  <c:v>124.18</c:v>
                </c:pt>
                <c:pt idx="13572">
                  <c:v>254.97</c:v>
                </c:pt>
                <c:pt idx="13573">
                  <c:v>171.97</c:v>
                </c:pt>
                <c:pt idx="13574">
                  <c:v>94.97</c:v>
                </c:pt>
                <c:pt idx="13575">
                  <c:v>97.98</c:v>
                </c:pt>
                <c:pt idx="13576">
                  <c:v>97.98</c:v>
                </c:pt>
                <c:pt idx="13577">
                  <c:v>84.99</c:v>
                </c:pt>
                <c:pt idx="13578">
                  <c:v>84.99</c:v>
                </c:pt>
                <c:pt idx="13579">
                  <c:v>131.97999999999999</c:v>
                </c:pt>
                <c:pt idx="13580">
                  <c:v>84.99</c:v>
                </c:pt>
                <c:pt idx="13581">
                  <c:v>84.99</c:v>
                </c:pt>
                <c:pt idx="13582">
                  <c:v>84.99</c:v>
                </c:pt>
                <c:pt idx="13583">
                  <c:v>84.99</c:v>
                </c:pt>
                <c:pt idx="13584">
                  <c:v>84.99</c:v>
                </c:pt>
                <c:pt idx="13585">
                  <c:v>79.98</c:v>
                </c:pt>
                <c:pt idx="13586">
                  <c:v>84.99</c:v>
                </c:pt>
                <c:pt idx="13587">
                  <c:v>84.99</c:v>
                </c:pt>
                <c:pt idx="13588">
                  <c:v>84.99</c:v>
                </c:pt>
                <c:pt idx="13589">
                  <c:v>84.99</c:v>
                </c:pt>
                <c:pt idx="13590">
                  <c:v>97.98</c:v>
                </c:pt>
                <c:pt idx="13591">
                  <c:v>126.98</c:v>
                </c:pt>
                <c:pt idx="13592">
                  <c:v>99.97</c:v>
                </c:pt>
                <c:pt idx="13593">
                  <c:v>197.97</c:v>
                </c:pt>
                <c:pt idx="13594">
                  <c:v>209.46</c:v>
                </c:pt>
                <c:pt idx="13595">
                  <c:v>119.97</c:v>
                </c:pt>
                <c:pt idx="13596">
                  <c:v>80.23</c:v>
                </c:pt>
                <c:pt idx="13597">
                  <c:v>131.97999999999999</c:v>
                </c:pt>
                <c:pt idx="13598">
                  <c:v>131.97999999999999</c:v>
                </c:pt>
                <c:pt idx="13599">
                  <c:v>41.09</c:v>
                </c:pt>
                <c:pt idx="13600">
                  <c:v>112.18</c:v>
                </c:pt>
                <c:pt idx="13601">
                  <c:v>105.98</c:v>
                </c:pt>
                <c:pt idx="13602">
                  <c:v>125.97</c:v>
                </c:pt>
                <c:pt idx="13603">
                  <c:v>57.99</c:v>
                </c:pt>
                <c:pt idx="13604">
                  <c:v>273.95999999999998</c:v>
                </c:pt>
                <c:pt idx="13605">
                  <c:v>304.95999999999998</c:v>
                </c:pt>
                <c:pt idx="13606">
                  <c:v>254.97</c:v>
                </c:pt>
                <c:pt idx="13607">
                  <c:v>197.97</c:v>
                </c:pt>
                <c:pt idx="13608">
                  <c:v>178.17</c:v>
                </c:pt>
                <c:pt idx="13609">
                  <c:v>172.97</c:v>
                </c:pt>
                <c:pt idx="13610">
                  <c:v>229.97</c:v>
                </c:pt>
                <c:pt idx="13611">
                  <c:v>150.97</c:v>
                </c:pt>
                <c:pt idx="13612">
                  <c:v>254.97</c:v>
                </c:pt>
                <c:pt idx="13613">
                  <c:v>323.95</c:v>
                </c:pt>
                <c:pt idx="13614">
                  <c:v>254.97</c:v>
                </c:pt>
                <c:pt idx="13615">
                  <c:v>273.95999999999998</c:v>
                </c:pt>
                <c:pt idx="13616">
                  <c:v>229.47</c:v>
                </c:pt>
                <c:pt idx="13617">
                  <c:v>254.97</c:v>
                </c:pt>
                <c:pt idx="13618">
                  <c:v>93.97</c:v>
                </c:pt>
                <c:pt idx="13619">
                  <c:v>105.98</c:v>
                </c:pt>
                <c:pt idx="13620">
                  <c:v>131.97999999999999</c:v>
                </c:pt>
                <c:pt idx="13621">
                  <c:v>85.31</c:v>
                </c:pt>
                <c:pt idx="13622">
                  <c:v>174.97</c:v>
                </c:pt>
                <c:pt idx="13623">
                  <c:v>171.96</c:v>
                </c:pt>
                <c:pt idx="13624">
                  <c:v>133.96</c:v>
                </c:pt>
                <c:pt idx="13625">
                  <c:v>145.97</c:v>
                </c:pt>
                <c:pt idx="13626">
                  <c:v>115.98</c:v>
                </c:pt>
                <c:pt idx="13627">
                  <c:v>104.97</c:v>
                </c:pt>
                <c:pt idx="13628">
                  <c:v>194.47</c:v>
                </c:pt>
                <c:pt idx="13629">
                  <c:v>185.95</c:v>
                </c:pt>
                <c:pt idx="13630">
                  <c:v>171.97</c:v>
                </c:pt>
                <c:pt idx="13631">
                  <c:v>79.98</c:v>
                </c:pt>
                <c:pt idx="13632">
                  <c:v>115.97</c:v>
                </c:pt>
                <c:pt idx="13633">
                  <c:v>131.97999999999999</c:v>
                </c:pt>
                <c:pt idx="13634">
                  <c:v>137.96</c:v>
                </c:pt>
                <c:pt idx="13635">
                  <c:v>171.97</c:v>
                </c:pt>
                <c:pt idx="13636">
                  <c:v>131.97999999999999</c:v>
                </c:pt>
                <c:pt idx="13637">
                  <c:v>119.97</c:v>
                </c:pt>
                <c:pt idx="13638">
                  <c:v>59.98</c:v>
                </c:pt>
                <c:pt idx="13639">
                  <c:v>105.98</c:v>
                </c:pt>
                <c:pt idx="13640">
                  <c:v>143.96</c:v>
                </c:pt>
                <c:pt idx="13641">
                  <c:v>65.989999999999995</c:v>
                </c:pt>
                <c:pt idx="13642">
                  <c:v>197.97</c:v>
                </c:pt>
                <c:pt idx="13643">
                  <c:v>247.75</c:v>
                </c:pt>
                <c:pt idx="13644">
                  <c:v>203.36</c:v>
                </c:pt>
                <c:pt idx="13645">
                  <c:v>208.96</c:v>
                </c:pt>
                <c:pt idx="13646">
                  <c:v>236.96</c:v>
                </c:pt>
                <c:pt idx="13647">
                  <c:v>205.68</c:v>
                </c:pt>
                <c:pt idx="13648">
                  <c:v>222.44</c:v>
                </c:pt>
                <c:pt idx="13649">
                  <c:v>271.73</c:v>
                </c:pt>
                <c:pt idx="13650">
                  <c:v>134.97</c:v>
                </c:pt>
                <c:pt idx="13651">
                  <c:v>139.96</c:v>
                </c:pt>
                <c:pt idx="13652">
                  <c:v>216.31</c:v>
                </c:pt>
                <c:pt idx="13653">
                  <c:v>91.96</c:v>
                </c:pt>
                <c:pt idx="13654">
                  <c:v>206.97</c:v>
                </c:pt>
                <c:pt idx="13655">
                  <c:v>184.96</c:v>
                </c:pt>
                <c:pt idx="13656">
                  <c:v>184.97</c:v>
                </c:pt>
                <c:pt idx="13657">
                  <c:v>134.97</c:v>
                </c:pt>
                <c:pt idx="13658">
                  <c:v>258.94</c:v>
                </c:pt>
                <c:pt idx="13659">
                  <c:v>209.97</c:v>
                </c:pt>
                <c:pt idx="13660">
                  <c:v>169.98</c:v>
                </c:pt>
                <c:pt idx="13661">
                  <c:v>222.47</c:v>
                </c:pt>
                <c:pt idx="13662">
                  <c:v>238.96</c:v>
                </c:pt>
                <c:pt idx="13663">
                  <c:v>218.93</c:v>
                </c:pt>
                <c:pt idx="13664">
                  <c:v>495.98</c:v>
                </c:pt>
                <c:pt idx="13665">
                  <c:v>239.54</c:v>
                </c:pt>
                <c:pt idx="13666">
                  <c:v>391.94</c:v>
                </c:pt>
                <c:pt idx="13667">
                  <c:v>293.95</c:v>
                </c:pt>
                <c:pt idx="13668">
                  <c:v>163.75</c:v>
                </c:pt>
                <c:pt idx="13669">
                  <c:v>251.63</c:v>
                </c:pt>
                <c:pt idx="13670">
                  <c:v>193.55</c:v>
                </c:pt>
                <c:pt idx="13671">
                  <c:v>231.03</c:v>
                </c:pt>
                <c:pt idx="13672">
                  <c:v>287.89999999999998</c:v>
                </c:pt>
                <c:pt idx="13673">
                  <c:v>214.1</c:v>
                </c:pt>
                <c:pt idx="13674">
                  <c:v>378.42</c:v>
                </c:pt>
                <c:pt idx="13675">
                  <c:v>307.27</c:v>
                </c:pt>
                <c:pt idx="13676">
                  <c:v>290.33</c:v>
                </c:pt>
                <c:pt idx="13677">
                  <c:v>67.709999999999994</c:v>
                </c:pt>
                <c:pt idx="13678">
                  <c:v>273.36</c:v>
                </c:pt>
                <c:pt idx="13679">
                  <c:v>210.48</c:v>
                </c:pt>
                <c:pt idx="13680">
                  <c:v>78.98</c:v>
                </c:pt>
                <c:pt idx="13681">
                  <c:v>65.989999999999995</c:v>
                </c:pt>
                <c:pt idx="13682">
                  <c:v>106.98</c:v>
                </c:pt>
                <c:pt idx="13683">
                  <c:v>94.51</c:v>
                </c:pt>
                <c:pt idx="13684">
                  <c:v>65.989999999999995</c:v>
                </c:pt>
                <c:pt idx="13685">
                  <c:v>84.99</c:v>
                </c:pt>
                <c:pt idx="13686">
                  <c:v>65.989999999999995</c:v>
                </c:pt>
                <c:pt idx="13687">
                  <c:v>63.98</c:v>
                </c:pt>
                <c:pt idx="13688">
                  <c:v>59.99</c:v>
                </c:pt>
                <c:pt idx="13689">
                  <c:v>50.99</c:v>
                </c:pt>
                <c:pt idx="13690">
                  <c:v>65.989999999999995</c:v>
                </c:pt>
                <c:pt idx="13691">
                  <c:v>65.989999999999995</c:v>
                </c:pt>
                <c:pt idx="13692">
                  <c:v>34.01</c:v>
                </c:pt>
                <c:pt idx="13693">
                  <c:v>65.989999999999995</c:v>
                </c:pt>
                <c:pt idx="13694">
                  <c:v>65.989999999999995</c:v>
                </c:pt>
                <c:pt idx="13695">
                  <c:v>84.98</c:v>
                </c:pt>
                <c:pt idx="13696">
                  <c:v>65.989999999999995</c:v>
                </c:pt>
                <c:pt idx="13697">
                  <c:v>115.03</c:v>
                </c:pt>
                <c:pt idx="13698">
                  <c:v>65.989999999999995</c:v>
                </c:pt>
                <c:pt idx="13699">
                  <c:v>65.989999999999995</c:v>
                </c:pt>
                <c:pt idx="13700">
                  <c:v>65.989999999999995</c:v>
                </c:pt>
                <c:pt idx="13701">
                  <c:v>65.989999999999995</c:v>
                </c:pt>
                <c:pt idx="13702">
                  <c:v>65.989999999999995</c:v>
                </c:pt>
                <c:pt idx="13703">
                  <c:v>58.98</c:v>
                </c:pt>
                <c:pt idx="13704">
                  <c:v>65.989999999999995</c:v>
                </c:pt>
                <c:pt idx="13705">
                  <c:v>56.09</c:v>
                </c:pt>
                <c:pt idx="13706">
                  <c:v>65.989999999999995</c:v>
                </c:pt>
                <c:pt idx="13707">
                  <c:v>62.69</c:v>
                </c:pt>
                <c:pt idx="13708">
                  <c:v>101.98</c:v>
                </c:pt>
                <c:pt idx="13709">
                  <c:v>65.989999999999995</c:v>
                </c:pt>
                <c:pt idx="13710">
                  <c:v>65.989999999999995</c:v>
                </c:pt>
                <c:pt idx="13711">
                  <c:v>70.98</c:v>
                </c:pt>
                <c:pt idx="13712">
                  <c:v>53.78</c:v>
                </c:pt>
                <c:pt idx="13713">
                  <c:v>84.98</c:v>
                </c:pt>
                <c:pt idx="13714">
                  <c:v>61.62</c:v>
                </c:pt>
                <c:pt idx="13715">
                  <c:v>70.98</c:v>
                </c:pt>
                <c:pt idx="13716">
                  <c:v>67.290000000000006</c:v>
                </c:pt>
                <c:pt idx="13717">
                  <c:v>67.489999999999995</c:v>
                </c:pt>
                <c:pt idx="13718">
                  <c:v>84.97</c:v>
                </c:pt>
                <c:pt idx="13719">
                  <c:v>65.989999999999995</c:v>
                </c:pt>
                <c:pt idx="13720">
                  <c:v>65.989999999999995</c:v>
                </c:pt>
                <c:pt idx="13721">
                  <c:v>57.51</c:v>
                </c:pt>
                <c:pt idx="13722">
                  <c:v>97.97</c:v>
                </c:pt>
                <c:pt idx="13723">
                  <c:v>126.98</c:v>
                </c:pt>
                <c:pt idx="13724">
                  <c:v>60.36</c:v>
                </c:pt>
                <c:pt idx="13725">
                  <c:v>108.78</c:v>
                </c:pt>
                <c:pt idx="13726">
                  <c:v>-14</c:v>
                </c:pt>
                <c:pt idx="13727">
                  <c:v>65.989999999999995</c:v>
                </c:pt>
                <c:pt idx="13728">
                  <c:v>65.989999999999995</c:v>
                </c:pt>
                <c:pt idx="13729">
                  <c:v>65.989999999999995</c:v>
                </c:pt>
                <c:pt idx="13730">
                  <c:v>58.98</c:v>
                </c:pt>
                <c:pt idx="13731">
                  <c:v>65.989999999999995</c:v>
                </c:pt>
                <c:pt idx="13732">
                  <c:v>79.98</c:v>
                </c:pt>
                <c:pt idx="13733">
                  <c:v>54.98</c:v>
                </c:pt>
                <c:pt idx="13734">
                  <c:v>127.49</c:v>
                </c:pt>
                <c:pt idx="13735">
                  <c:v>314.89999999999998</c:v>
                </c:pt>
                <c:pt idx="13736">
                  <c:v>230.93</c:v>
                </c:pt>
                <c:pt idx="13737">
                  <c:v>248.94</c:v>
                </c:pt>
                <c:pt idx="13738">
                  <c:v>185.93</c:v>
                </c:pt>
                <c:pt idx="13739">
                  <c:v>206.95</c:v>
                </c:pt>
                <c:pt idx="13740">
                  <c:v>269.91000000000003</c:v>
                </c:pt>
                <c:pt idx="13741">
                  <c:v>309.89999999999998</c:v>
                </c:pt>
                <c:pt idx="13742">
                  <c:v>278.91000000000003</c:v>
                </c:pt>
                <c:pt idx="13743">
                  <c:v>299.89999999999998</c:v>
                </c:pt>
                <c:pt idx="13744">
                  <c:v>119.96</c:v>
                </c:pt>
                <c:pt idx="13745">
                  <c:v>158.94999999999999</c:v>
                </c:pt>
                <c:pt idx="13746">
                  <c:v>239.92</c:v>
                </c:pt>
                <c:pt idx="13747">
                  <c:v>309.89999999999998</c:v>
                </c:pt>
                <c:pt idx="13748">
                  <c:v>213.24</c:v>
                </c:pt>
                <c:pt idx="13749">
                  <c:v>299.89999999999998</c:v>
                </c:pt>
                <c:pt idx="13750">
                  <c:v>309.89999999999998</c:v>
                </c:pt>
                <c:pt idx="13751">
                  <c:v>234.92</c:v>
                </c:pt>
                <c:pt idx="13752">
                  <c:v>239.92</c:v>
                </c:pt>
                <c:pt idx="13753">
                  <c:v>123.96</c:v>
                </c:pt>
                <c:pt idx="13754">
                  <c:v>309.89999999999998</c:v>
                </c:pt>
                <c:pt idx="13755">
                  <c:v>119.96</c:v>
                </c:pt>
                <c:pt idx="13756">
                  <c:v>222.24</c:v>
                </c:pt>
                <c:pt idx="13757">
                  <c:v>239.54</c:v>
                </c:pt>
                <c:pt idx="13758">
                  <c:v>79.989999999999995</c:v>
                </c:pt>
                <c:pt idx="13759">
                  <c:v>61.69</c:v>
                </c:pt>
                <c:pt idx="13760">
                  <c:v>80.349999999999994</c:v>
                </c:pt>
                <c:pt idx="13761">
                  <c:v>80.349999999999994</c:v>
                </c:pt>
                <c:pt idx="13762">
                  <c:v>80.94</c:v>
                </c:pt>
                <c:pt idx="13763">
                  <c:v>81.05</c:v>
                </c:pt>
                <c:pt idx="13764">
                  <c:v>73.06</c:v>
                </c:pt>
                <c:pt idx="13765">
                  <c:v>95.3</c:v>
                </c:pt>
                <c:pt idx="13766">
                  <c:v>111.28</c:v>
                </c:pt>
                <c:pt idx="13767">
                  <c:v>81.05</c:v>
                </c:pt>
                <c:pt idx="13768">
                  <c:v>97.97</c:v>
                </c:pt>
                <c:pt idx="13769">
                  <c:v>81.05</c:v>
                </c:pt>
                <c:pt idx="13770">
                  <c:v>97.97</c:v>
                </c:pt>
                <c:pt idx="13771">
                  <c:v>79.849999999999994</c:v>
                </c:pt>
                <c:pt idx="13772">
                  <c:v>81.05</c:v>
                </c:pt>
                <c:pt idx="13773">
                  <c:v>81.05</c:v>
                </c:pt>
                <c:pt idx="13774">
                  <c:v>67.69</c:v>
                </c:pt>
                <c:pt idx="13775">
                  <c:v>104.02</c:v>
                </c:pt>
                <c:pt idx="13776">
                  <c:v>79.849999999999994</c:v>
                </c:pt>
                <c:pt idx="13777">
                  <c:v>85.87</c:v>
                </c:pt>
                <c:pt idx="13778">
                  <c:v>209.78</c:v>
                </c:pt>
                <c:pt idx="13779">
                  <c:v>169.98</c:v>
                </c:pt>
                <c:pt idx="13780">
                  <c:v>140.97</c:v>
                </c:pt>
                <c:pt idx="13781">
                  <c:v>111.01</c:v>
                </c:pt>
                <c:pt idx="13782">
                  <c:v>131.97999999999999</c:v>
                </c:pt>
                <c:pt idx="13783">
                  <c:v>169.98</c:v>
                </c:pt>
                <c:pt idx="13784">
                  <c:v>199.47</c:v>
                </c:pt>
                <c:pt idx="13785">
                  <c:v>131.97999999999999</c:v>
                </c:pt>
                <c:pt idx="13786">
                  <c:v>131.97999999999999</c:v>
                </c:pt>
                <c:pt idx="13787">
                  <c:v>131.97999999999999</c:v>
                </c:pt>
                <c:pt idx="13788">
                  <c:v>200.97</c:v>
                </c:pt>
                <c:pt idx="13789">
                  <c:v>128.85</c:v>
                </c:pt>
                <c:pt idx="13790">
                  <c:v>172.96</c:v>
                </c:pt>
                <c:pt idx="13791">
                  <c:v>131.97999999999999</c:v>
                </c:pt>
                <c:pt idx="13792">
                  <c:v>169.98</c:v>
                </c:pt>
                <c:pt idx="13793">
                  <c:v>72.7</c:v>
                </c:pt>
                <c:pt idx="13794">
                  <c:v>97.99</c:v>
                </c:pt>
                <c:pt idx="13795">
                  <c:v>79.849999999999994</c:v>
                </c:pt>
                <c:pt idx="13796">
                  <c:v>79.849999999999994</c:v>
                </c:pt>
                <c:pt idx="13797">
                  <c:v>90.73</c:v>
                </c:pt>
                <c:pt idx="13798">
                  <c:v>101.01</c:v>
                </c:pt>
                <c:pt idx="13799">
                  <c:v>79.849999999999994</c:v>
                </c:pt>
                <c:pt idx="13800">
                  <c:v>79.849999999999994</c:v>
                </c:pt>
                <c:pt idx="13801">
                  <c:v>47.23</c:v>
                </c:pt>
                <c:pt idx="13802">
                  <c:v>48.89</c:v>
                </c:pt>
                <c:pt idx="13803">
                  <c:v>97.99</c:v>
                </c:pt>
                <c:pt idx="13804">
                  <c:v>45.16</c:v>
                </c:pt>
                <c:pt idx="13805">
                  <c:v>50.19</c:v>
                </c:pt>
                <c:pt idx="13806">
                  <c:v>91.03</c:v>
                </c:pt>
                <c:pt idx="13807">
                  <c:v>79.849999999999994</c:v>
                </c:pt>
                <c:pt idx="13808">
                  <c:v>79.849999999999994</c:v>
                </c:pt>
                <c:pt idx="13809">
                  <c:v>79.849999999999994</c:v>
                </c:pt>
                <c:pt idx="13810">
                  <c:v>79.849999999999994</c:v>
                </c:pt>
                <c:pt idx="13811">
                  <c:v>79.849999999999994</c:v>
                </c:pt>
                <c:pt idx="13812">
                  <c:v>97.99</c:v>
                </c:pt>
                <c:pt idx="13813">
                  <c:v>49.59</c:v>
                </c:pt>
                <c:pt idx="13814">
                  <c:v>79.849999999999994</c:v>
                </c:pt>
                <c:pt idx="13815">
                  <c:v>79.849999999999994</c:v>
                </c:pt>
                <c:pt idx="13816">
                  <c:v>79.849999999999994</c:v>
                </c:pt>
                <c:pt idx="13817">
                  <c:v>79.849999999999994</c:v>
                </c:pt>
                <c:pt idx="13818">
                  <c:v>77.97</c:v>
                </c:pt>
                <c:pt idx="13819">
                  <c:v>212.57</c:v>
                </c:pt>
                <c:pt idx="13820">
                  <c:v>86.97</c:v>
                </c:pt>
                <c:pt idx="13821">
                  <c:v>188.97</c:v>
                </c:pt>
                <c:pt idx="13822">
                  <c:v>191.95</c:v>
                </c:pt>
                <c:pt idx="13823">
                  <c:v>131.02000000000001</c:v>
                </c:pt>
                <c:pt idx="13824">
                  <c:v>218.94</c:v>
                </c:pt>
                <c:pt idx="13825">
                  <c:v>218.96</c:v>
                </c:pt>
                <c:pt idx="13826">
                  <c:v>240.93</c:v>
                </c:pt>
                <c:pt idx="13827">
                  <c:v>69.959999999999994</c:v>
                </c:pt>
                <c:pt idx="13828">
                  <c:v>41.98</c:v>
                </c:pt>
                <c:pt idx="13829">
                  <c:v>233.87</c:v>
                </c:pt>
                <c:pt idx="13830">
                  <c:v>169.98</c:v>
                </c:pt>
                <c:pt idx="13831">
                  <c:v>299.94</c:v>
                </c:pt>
                <c:pt idx="13832">
                  <c:v>254.97</c:v>
                </c:pt>
                <c:pt idx="13833">
                  <c:v>167.83</c:v>
                </c:pt>
                <c:pt idx="13834">
                  <c:v>224.96</c:v>
                </c:pt>
                <c:pt idx="13835">
                  <c:v>120.97</c:v>
                </c:pt>
                <c:pt idx="13836">
                  <c:v>263.17</c:v>
                </c:pt>
                <c:pt idx="13837">
                  <c:v>128.94999999999999</c:v>
                </c:pt>
                <c:pt idx="13838">
                  <c:v>329.05</c:v>
                </c:pt>
                <c:pt idx="13839">
                  <c:v>197.97</c:v>
                </c:pt>
                <c:pt idx="13840">
                  <c:v>199.96</c:v>
                </c:pt>
                <c:pt idx="13841">
                  <c:v>66.53</c:v>
                </c:pt>
                <c:pt idx="13842">
                  <c:v>147.56</c:v>
                </c:pt>
                <c:pt idx="13843">
                  <c:v>128.24</c:v>
                </c:pt>
                <c:pt idx="13844">
                  <c:v>128.24</c:v>
                </c:pt>
                <c:pt idx="13845">
                  <c:v>131.72999999999999</c:v>
                </c:pt>
                <c:pt idx="13846">
                  <c:v>115.41</c:v>
                </c:pt>
                <c:pt idx="13847">
                  <c:v>84.66</c:v>
                </c:pt>
                <c:pt idx="13848">
                  <c:v>114.48</c:v>
                </c:pt>
                <c:pt idx="13849">
                  <c:v>128.24</c:v>
                </c:pt>
                <c:pt idx="13850">
                  <c:v>164.51</c:v>
                </c:pt>
                <c:pt idx="13851">
                  <c:v>108.78</c:v>
                </c:pt>
                <c:pt idx="13852">
                  <c:v>213.95</c:v>
                </c:pt>
                <c:pt idx="13853">
                  <c:v>152.97999999999999</c:v>
                </c:pt>
                <c:pt idx="13854">
                  <c:v>165.98</c:v>
                </c:pt>
                <c:pt idx="13855">
                  <c:v>213.95</c:v>
                </c:pt>
                <c:pt idx="13856">
                  <c:v>130</c:v>
                </c:pt>
                <c:pt idx="13857">
                  <c:v>166.27</c:v>
                </c:pt>
                <c:pt idx="13858">
                  <c:v>128.02000000000001</c:v>
                </c:pt>
                <c:pt idx="13859">
                  <c:v>154.54</c:v>
                </c:pt>
                <c:pt idx="13860">
                  <c:v>121.98</c:v>
                </c:pt>
                <c:pt idx="13861">
                  <c:v>189.24</c:v>
                </c:pt>
                <c:pt idx="13862">
                  <c:v>169.98</c:v>
                </c:pt>
                <c:pt idx="13863">
                  <c:v>159.97999999999999</c:v>
                </c:pt>
                <c:pt idx="13864">
                  <c:v>129.24</c:v>
                </c:pt>
                <c:pt idx="13865">
                  <c:v>79.989999999999995</c:v>
                </c:pt>
                <c:pt idx="13866">
                  <c:v>131.97999999999999</c:v>
                </c:pt>
                <c:pt idx="13867">
                  <c:v>163.6</c:v>
                </c:pt>
                <c:pt idx="13868">
                  <c:v>197.97</c:v>
                </c:pt>
                <c:pt idx="13869">
                  <c:v>121.98</c:v>
                </c:pt>
                <c:pt idx="13870">
                  <c:v>169.98</c:v>
                </c:pt>
                <c:pt idx="13871">
                  <c:v>79.989999999999995</c:v>
                </c:pt>
                <c:pt idx="13872">
                  <c:v>79.989999999999995</c:v>
                </c:pt>
                <c:pt idx="13873">
                  <c:v>301.64</c:v>
                </c:pt>
                <c:pt idx="13874">
                  <c:v>224.23</c:v>
                </c:pt>
                <c:pt idx="13875">
                  <c:v>158.91999999999999</c:v>
                </c:pt>
                <c:pt idx="13876">
                  <c:v>218.95</c:v>
                </c:pt>
                <c:pt idx="13877">
                  <c:v>159.97999999999999</c:v>
                </c:pt>
                <c:pt idx="13878">
                  <c:v>266.19</c:v>
                </c:pt>
                <c:pt idx="13879">
                  <c:v>115.57</c:v>
                </c:pt>
                <c:pt idx="13880">
                  <c:v>57.96</c:v>
                </c:pt>
                <c:pt idx="13881">
                  <c:v>159.97999999999999</c:v>
                </c:pt>
                <c:pt idx="13882">
                  <c:v>232.96</c:v>
                </c:pt>
                <c:pt idx="13883">
                  <c:v>165.96</c:v>
                </c:pt>
                <c:pt idx="13884">
                  <c:v>145.88999999999999</c:v>
                </c:pt>
                <c:pt idx="13885">
                  <c:v>109.78</c:v>
                </c:pt>
                <c:pt idx="13886">
                  <c:v>157.97</c:v>
                </c:pt>
                <c:pt idx="13887">
                  <c:v>121.98</c:v>
                </c:pt>
                <c:pt idx="13888">
                  <c:v>159.97999999999999</c:v>
                </c:pt>
                <c:pt idx="13889">
                  <c:v>177.97</c:v>
                </c:pt>
                <c:pt idx="13890">
                  <c:v>160.96</c:v>
                </c:pt>
                <c:pt idx="13891">
                  <c:v>60.99</c:v>
                </c:pt>
                <c:pt idx="13892">
                  <c:v>53.97</c:v>
                </c:pt>
                <c:pt idx="13893">
                  <c:v>159.97999999999999</c:v>
                </c:pt>
                <c:pt idx="13894">
                  <c:v>139.97</c:v>
                </c:pt>
                <c:pt idx="13895">
                  <c:v>159.97999999999999</c:v>
                </c:pt>
                <c:pt idx="13896">
                  <c:v>244.51</c:v>
                </c:pt>
                <c:pt idx="13897">
                  <c:v>154.55000000000001</c:v>
                </c:pt>
                <c:pt idx="13898">
                  <c:v>239.97</c:v>
                </c:pt>
                <c:pt idx="13899">
                  <c:v>348.94</c:v>
                </c:pt>
                <c:pt idx="13900">
                  <c:v>388.02</c:v>
                </c:pt>
                <c:pt idx="13901">
                  <c:v>263.95999999999998</c:v>
                </c:pt>
                <c:pt idx="13902">
                  <c:v>263.95999999999998</c:v>
                </c:pt>
                <c:pt idx="13903">
                  <c:v>212.96</c:v>
                </c:pt>
                <c:pt idx="13904">
                  <c:v>263.95999999999998</c:v>
                </c:pt>
                <c:pt idx="13905">
                  <c:v>263.95999999999998</c:v>
                </c:pt>
                <c:pt idx="13906">
                  <c:v>159.96</c:v>
                </c:pt>
                <c:pt idx="13907">
                  <c:v>284.93</c:v>
                </c:pt>
                <c:pt idx="13908">
                  <c:v>236.93</c:v>
                </c:pt>
                <c:pt idx="13909">
                  <c:v>299.94</c:v>
                </c:pt>
                <c:pt idx="13910">
                  <c:v>89.98</c:v>
                </c:pt>
                <c:pt idx="13911">
                  <c:v>249.95</c:v>
                </c:pt>
                <c:pt idx="13912">
                  <c:v>263.94</c:v>
                </c:pt>
                <c:pt idx="13913">
                  <c:v>299.94</c:v>
                </c:pt>
                <c:pt idx="13914">
                  <c:v>131.97999999999999</c:v>
                </c:pt>
                <c:pt idx="13915">
                  <c:v>65.989999999999995</c:v>
                </c:pt>
                <c:pt idx="13916">
                  <c:v>131.97999999999999</c:v>
                </c:pt>
                <c:pt idx="13917">
                  <c:v>131.97999999999999</c:v>
                </c:pt>
                <c:pt idx="13918">
                  <c:v>131.97999999999999</c:v>
                </c:pt>
                <c:pt idx="13919">
                  <c:v>131.97999999999999</c:v>
                </c:pt>
                <c:pt idx="13920">
                  <c:v>112.18</c:v>
                </c:pt>
                <c:pt idx="13921">
                  <c:v>146.97</c:v>
                </c:pt>
                <c:pt idx="13922">
                  <c:v>124.38</c:v>
                </c:pt>
                <c:pt idx="13923">
                  <c:v>89.98</c:v>
                </c:pt>
                <c:pt idx="13924">
                  <c:v>131.97999999999999</c:v>
                </c:pt>
                <c:pt idx="13925">
                  <c:v>65.989999999999995</c:v>
                </c:pt>
                <c:pt idx="13926">
                  <c:v>146.97</c:v>
                </c:pt>
                <c:pt idx="13927">
                  <c:v>84.98</c:v>
                </c:pt>
                <c:pt idx="13928">
                  <c:v>141.84</c:v>
                </c:pt>
                <c:pt idx="13929">
                  <c:v>141.54</c:v>
                </c:pt>
                <c:pt idx="13930">
                  <c:v>131.97999999999999</c:v>
                </c:pt>
                <c:pt idx="13931">
                  <c:v>131.97999999999999</c:v>
                </c:pt>
                <c:pt idx="13932">
                  <c:v>131.97999999999999</c:v>
                </c:pt>
                <c:pt idx="13933">
                  <c:v>101.98</c:v>
                </c:pt>
                <c:pt idx="13934">
                  <c:v>124.42</c:v>
                </c:pt>
                <c:pt idx="13935">
                  <c:v>197.97</c:v>
                </c:pt>
                <c:pt idx="13936">
                  <c:v>146.97</c:v>
                </c:pt>
                <c:pt idx="13937">
                  <c:v>122.74</c:v>
                </c:pt>
                <c:pt idx="13938">
                  <c:v>101.98</c:v>
                </c:pt>
                <c:pt idx="13939">
                  <c:v>146.97</c:v>
                </c:pt>
                <c:pt idx="13940">
                  <c:v>161.96</c:v>
                </c:pt>
                <c:pt idx="13941">
                  <c:v>79.98</c:v>
                </c:pt>
                <c:pt idx="13942">
                  <c:v>183.95</c:v>
                </c:pt>
                <c:pt idx="13943">
                  <c:v>155.97</c:v>
                </c:pt>
                <c:pt idx="13944">
                  <c:v>105.04</c:v>
                </c:pt>
                <c:pt idx="13945">
                  <c:v>197.97</c:v>
                </c:pt>
                <c:pt idx="13946">
                  <c:v>131.97999999999999</c:v>
                </c:pt>
                <c:pt idx="13947">
                  <c:v>197.97</c:v>
                </c:pt>
                <c:pt idx="13948">
                  <c:v>134.97</c:v>
                </c:pt>
                <c:pt idx="13949">
                  <c:v>121.98</c:v>
                </c:pt>
                <c:pt idx="13950">
                  <c:v>126.83</c:v>
                </c:pt>
                <c:pt idx="13951">
                  <c:v>234.35</c:v>
                </c:pt>
                <c:pt idx="13952">
                  <c:v>138.96</c:v>
                </c:pt>
                <c:pt idx="13953">
                  <c:v>134.97</c:v>
                </c:pt>
                <c:pt idx="13954">
                  <c:v>201.93</c:v>
                </c:pt>
                <c:pt idx="13955">
                  <c:v>289.38</c:v>
                </c:pt>
                <c:pt idx="13956">
                  <c:v>259.93</c:v>
                </c:pt>
                <c:pt idx="13957">
                  <c:v>241.94</c:v>
                </c:pt>
                <c:pt idx="13958">
                  <c:v>109.28</c:v>
                </c:pt>
                <c:pt idx="13959">
                  <c:v>209.97</c:v>
                </c:pt>
                <c:pt idx="13960">
                  <c:v>228.96</c:v>
                </c:pt>
                <c:pt idx="13961">
                  <c:v>163.26</c:v>
                </c:pt>
                <c:pt idx="13962">
                  <c:v>72.680000000000007</c:v>
                </c:pt>
                <c:pt idx="13963">
                  <c:v>165.57</c:v>
                </c:pt>
                <c:pt idx="13964">
                  <c:v>173.95</c:v>
                </c:pt>
                <c:pt idx="13965">
                  <c:v>124.98</c:v>
                </c:pt>
                <c:pt idx="13966">
                  <c:v>124.97</c:v>
                </c:pt>
                <c:pt idx="13967">
                  <c:v>206.51</c:v>
                </c:pt>
                <c:pt idx="13968">
                  <c:v>112.97</c:v>
                </c:pt>
                <c:pt idx="13969">
                  <c:v>169.98</c:v>
                </c:pt>
                <c:pt idx="13970">
                  <c:v>137.97999999999999</c:v>
                </c:pt>
                <c:pt idx="13971">
                  <c:v>241.94</c:v>
                </c:pt>
                <c:pt idx="13972">
                  <c:v>138.96</c:v>
                </c:pt>
                <c:pt idx="13973">
                  <c:v>147.96</c:v>
                </c:pt>
                <c:pt idx="13974">
                  <c:v>96.02</c:v>
                </c:pt>
                <c:pt idx="13975">
                  <c:v>212.2</c:v>
                </c:pt>
                <c:pt idx="13976">
                  <c:v>251.94</c:v>
                </c:pt>
                <c:pt idx="13977">
                  <c:v>164.96</c:v>
                </c:pt>
                <c:pt idx="13978">
                  <c:v>198.95</c:v>
                </c:pt>
                <c:pt idx="13979">
                  <c:v>131.97999999999999</c:v>
                </c:pt>
                <c:pt idx="13980">
                  <c:v>112.96</c:v>
                </c:pt>
                <c:pt idx="13981">
                  <c:v>128.26</c:v>
                </c:pt>
                <c:pt idx="13982">
                  <c:v>147.13999999999999</c:v>
                </c:pt>
                <c:pt idx="13983">
                  <c:v>172.97</c:v>
                </c:pt>
                <c:pt idx="13984">
                  <c:v>129.97999999999999</c:v>
                </c:pt>
                <c:pt idx="13985">
                  <c:v>189.96</c:v>
                </c:pt>
                <c:pt idx="13986">
                  <c:v>169.98</c:v>
                </c:pt>
                <c:pt idx="13987">
                  <c:v>275.74</c:v>
                </c:pt>
                <c:pt idx="13988">
                  <c:v>193.16</c:v>
                </c:pt>
                <c:pt idx="13989">
                  <c:v>192.6</c:v>
                </c:pt>
                <c:pt idx="13990">
                  <c:v>334.38</c:v>
                </c:pt>
                <c:pt idx="13991">
                  <c:v>153.27000000000001</c:v>
                </c:pt>
                <c:pt idx="13992">
                  <c:v>131.97999999999999</c:v>
                </c:pt>
                <c:pt idx="13993">
                  <c:v>130.38</c:v>
                </c:pt>
                <c:pt idx="13994">
                  <c:v>128.97999999999999</c:v>
                </c:pt>
                <c:pt idx="13995">
                  <c:v>295.51</c:v>
                </c:pt>
                <c:pt idx="13996">
                  <c:v>164.28</c:v>
                </c:pt>
                <c:pt idx="13997">
                  <c:v>205.96</c:v>
                </c:pt>
                <c:pt idx="13998">
                  <c:v>130.66</c:v>
                </c:pt>
                <c:pt idx="13999">
                  <c:v>169.98</c:v>
                </c:pt>
                <c:pt idx="14000">
                  <c:v>268.64</c:v>
                </c:pt>
                <c:pt idx="14001">
                  <c:v>161.72999999999999</c:v>
                </c:pt>
                <c:pt idx="14002">
                  <c:v>153.97</c:v>
                </c:pt>
                <c:pt idx="14003">
                  <c:v>209.94</c:v>
                </c:pt>
                <c:pt idx="14004">
                  <c:v>84.99</c:v>
                </c:pt>
                <c:pt idx="14005">
                  <c:v>159.97999999999999</c:v>
                </c:pt>
                <c:pt idx="14006">
                  <c:v>88.38</c:v>
                </c:pt>
                <c:pt idx="14007">
                  <c:v>99.96</c:v>
                </c:pt>
                <c:pt idx="14008">
                  <c:v>19.989999999999998</c:v>
                </c:pt>
                <c:pt idx="14009">
                  <c:v>117.96</c:v>
                </c:pt>
                <c:pt idx="14010">
                  <c:v>178.22</c:v>
                </c:pt>
                <c:pt idx="14011">
                  <c:v>88.98</c:v>
                </c:pt>
                <c:pt idx="14012">
                  <c:v>169.98</c:v>
                </c:pt>
                <c:pt idx="14013">
                  <c:v>119.98</c:v>
                </c:pt>
                <c:pt idx="14014">
                  <c:v>54.84</c:v>
                </c:pt>
                <c:pt idx="14015">
                  <c:v>68.02</c:v>
                </c:pt>
                <c:pt idx="14016">
                  <c:v>139.97999999999999</c:v>
                </c:pt>
                <c:pt idx="14017">
                  <c:v>181.95</c:v>
                </c:pt>
                <c:pt idx="14018">
                  <c:v>104.98</c:v>
                </c:pt>
                <c:pt idx="14019">
                  <c:v>81.599999999999994</c:v>
                </c:pt>
                <c:pt idx="14020">
                  <c:v>135.76</c:v>
                </c:pt>
                <c:pt idx="14021">
                  <c:v>104.98</c:v>
                </c:pt>
                <c:pt idx="14022">
                  <c:v>110.98</c:v>
                </c:pt>
                <c:pt idx="14023">
                  <c:v>82.77</c:v>
                </c:pt>
                <c:pt idx="14024">
                  <c:v>89.08</c:v>
                </c:pt>
                <c:pt idx="14025">
                  <c:v>105.97</c:v>
                </c:pt>
                <c:pt idx="14026">
                  <c:v>165.84</c:v>
                </c:pt>
                <c:pt idx="14027">
                  <c:v>130.38</c:v>
                </c:pt>
                <c:pt idx="14028">
                  <c:v>102.09</c:v>
                </c:pt>
                <c:pt idx="14029">
                  <c:v>105.08</c:v>
                </c:pt>
                <c:pt idx="14030">
                  <c:v>68.989999999999995</c:v>
                </c:pt>
                <c:pt idx="14031">
                  <c:v>76.41</c:v>
                </c:pt>
                <c:pt idx="14032">
                  <c:v>104.13</c:v>
                </c:pt>
                <c:pt idx="14033">
                  <c:v>180.91</c:v>
                </c:pt>
                <c:pt idx="14034">
                  <c:v>124.97</c:v>
                </c:pt>
                <c:pt idx="14035">
                  <c:v>135.9</c:v>
                </c:pt>
                <c:pt idx="14036">
                  <c:v>199.96</c:v>
                </c:pt>
                <c:pt idx="14037">
                  <c:v>131.97999999999999</c:v>
                </c:pt>
                <c:pt idx="14038">
                  <c:v>134.97999999999999</c:v>
                </c:pt>
                <c:pt idx="14039">
                  <c:v>169.98</c:v>
                </c:pt>
                <c:pt idx="14040">
                  <c:v>291.95999999999998</c:v>
                </c:pt>
                <c:pt idx="14041">
                  <c:v>131.97999999999999</c:v>
                </c:pt>
                <c:pt idx="14042">
                  <c:v>251.94</c:v>
                </c:pt>
                <c:pt idx="14043">
                  <c:v>74.989999999999995</c:v>
                </c:pt>
                <c:pt idx="14044">
                  <c:v>68.989999999999995</c:v>
                </c:pt>
                <c:pt idx="14045">
                  <c:v>140.97</c:v>
                </c:pt>
                <c:pt idx="14046">
                  <c:v>288.97000000000003</c:v>
                </c:pt>
                <c:pt idx="14047">
                  <c:v>314.95999999999998</c:v>
                </c:pt>
                <c:pt idx="14048">
                  <c:v>62.47</c:v>
                </c:pt>
                <c:pt idx="14049">
                  <c:v>147.97999999999999</c:v>
                </c:pt>
                <c:pt idx="14050">
                  <c:v>275.95999999999998</c:v>
                </c:pt>
                <c:pt idx="14051">
                  <c:v>339.96</c:v>
                </c:pt>
                <c:pt idx="14052">
                  <c:v>89.98</c:v>
                </c:pt>
                <c:pt idx="14053">
                  <c:v>335.9</c:v>
                </c:pt>
                <c:pt idx="14054">
                  <c:v>84.99</c:v>
                </c:pt>
                <c:pt idx="14055">
                  <c:v>131.97999999999999</c:v>
                </c:pt>
                <c:pt idx="14056">
                  <c:v>169.98</c:v>
                </c:pt>
                <c:pt idx="14057">
                  <c:v>169.98</c:v>
                </c:pt>
                <c:pt idx="14058">
                  <c:v>169.98</c:v>
                </c:pt>
                <c:pt idx="14059">
                  <c:v>131.97999999999999</c:v>
                </c:pt>
                <c:pt idx="14060">
                  <c:v>112.98</c:v>
                </c:pt>
                <c:pt idx="14061">
                  <c:v>169.98</c:v>
                </c:pt>
                <c:pt idx="14062">
                  <c:v>131.97999999999999</c:v>
                </c:pt>
                <c:pt idx="14063">
                  <c:v>184.97</c:v>
                </c:pt>
                <c:pt idx="14064">
                  <c:v>131.97999999999999</c:v>
                </c:pt>
                <c:pt idx="14065">
                  <c:v>131.97999999999999</c:v>
                </c:pt>
                <c:pt idx="14066">
                  <c:v>157.97999999999999</c:v>
                </c:pt>
                <c:pt idx="14067">
                  <c:v>169.98</c:v>
                </c:pt>
                <c:pt idx="14068">
                  <c:v>169.98</c:v>
                </c:pt>
                <c:pt idx="14069">
                  <c:v>169.98</c:v>
                </c:pt>
                <c:pt idx="14070">
                  <c:v>99.98</c:v>
                </c:pt>
                <c:pt idx="14071">
                  <c:v>84.99</c:v>
                </c:pt>
                <c:pt idx="14072">
                  <c:v>184.97</c:v>
                </c:pt>
                <c:pt idx="14073">
                  <c:v>184.97</c:v>
                </c:pt>
                <c:pt idx="14074">
                  <c:v>184.97</c:v>
                </c:pt>
                <c:pt idx="14075">
                  <c:v>169.98</c:v>
                </c:pt>
                <c:pt idx="14076">
                  <c:v>159.97999999999999</c:v>
                </c:pt>
                <c:pt idx="14077">
                  <c:v>99.98</c:v>
                </c:pt>
                <c:pt idx="14078">
                  <c:v>169.98</c:v>
                </c:pt>
                <c:pt idx="14079">
                  <c:v>223.16</c:v>
                </c:pt>
                <c:pt idx="14080">
                  <c:v>254.97</c:v>
                </c:pt>
                <c:pt idx="14081">
                  <c:v>201.96</c:v>
                </c:pt>
                <c:pt idx="14082">
                  <c:v>169.98</c:v>
                </c:pt>
                <c:pt idx="14083">
                  <c:v>172.74</c:v>
                </c:pt>
                <c:pt idx="14084">
                  <c:v>169.98</c:v>
                </c:pt>
                <c:pt idx="14085">
                  <c:v>311.93</c:v>
                </c:pt>
                <c:pt idx="14086">
                  <c:v>169.98</c:v>
                </c:pt>
                <c:pt idx="14087">
                  <c:v>239.17</c:v>
                </c:pt>
                <c:pt idx="14088">
                  <c:v>185.97</c:v>
                </c:pt>
                <c:pt idx="14089">
                  <c:v>229.59</c:v>
                </c:pt>
                <c:pt idx="14090">
                  <c:v>153.97</c:v>
                </c:pt>
                <c:pt idx="14091">
                  <c:v>124.97</c:v>
                </c:pt>
                <c:pt idx="14092">
                  <c:v>254.97</c:v>
                </c:pt>
                <c:pt idx="14093">
                  <c:v>169.98</c:v>
                </c:pt>
                <c:pt idx="14094">
                  <c:v>216.93</c:v>
                </c:pt>
                <c:pt idx="14095">
                  <c:v>187.47</c:v>
                </c:pt>
                <c:pt idx="14096">
                  <c:v>243.57</c:v>
                </c:pt>
                <c:pt idx="14097">
                  <c:v>60.7</c:v>
                </c:pt>
                <c:pt idx="14098">
                  <c:v>86.35</c:v>
                </c:pt>
                <c:pt idx="14099">
                  <c:v>81.52</c:v>
                </c:pt>
                <c:pt idx="14100">
                  <c:v>97.97</c:v>
                </c:pt>
                <c:pt idx="14101">
                  <c:v>50.98</c:v>
                </c:pt>
                <c:pt idx="14102">
                  <c:v>67.98</c:v>
                </c:pt>
                <c:pt idx="14103">
                  <c:v>101.96</c:v>
                </c:pt>
                <c:pt idx="14104">
                  <c:v>81.97</c:v>
                </c:pt>
                <c:pt idx="14105">
                  <c:v>81.400000000000006</c:v>
                </c:pt>
                <c:pt idx="14106">
                  <c:v>78.97</c:v>
                </c:pt>
                <c:pt idx="14107">
                  <c:v>60.98</c:v>
                </c:pt>
                <c:pt idx="14108">
                  <c:v>60.98</c:v>
                </c:pt>
                <c:pt idx="14109">
                  <c:v>69.11</c:v>
                </c:pt>
                <c:pt idx="14110">
                  <c:v>50.97</c:v>
                </c:pt>
                <c:pt idx="14111">
                  <c:v>115.96</c:v>
                </c:pt>
                <c:pt idx="14112">
                  <c:v>126.9</c:v>
                </c:pt>
                <c:pt idx="14113">
                  <c:v>93.1</c:v>
                </c:pt>
                <c:pt idx="14114">
                  <c:v>78.97</c:v>
                </c:pt>
                <c:pt idx="14115">
                  <c:v>125.7</c:v>
                </c:pt>
                <c:pt idx="14116">
                  <c:v>55.98</c:v>
                </c:pt>
                <c:pt idx="14117">
                  <c:v>94.97</c:v>
                </c:pt>
                <c:pt idx="14118">
                  <c:v>68.099999999999994</c:v>
                </c:pt>
                <c:pt idx="14119">
                  <c:v>74.97</c:v>
                </c:pt>
                <c:pt idx="14120">
                  <c:v>85.16</c:v>
                </c:pt>
                <c:pt idx="14121">
                  <c:v>67.98</c:v>
                </c:pt>
                <c:pt idx="14122">
                  <c:v>107.96</c:v>
                </c:pt>
                <c:pt idx="14123">
                  <c:v>92.97</c:v>
                </c:pt>
                <c:pt idx="14124">
                  <c:v>85.51</c:v>
                </c:pt>
                <c:pt idx="14125">
                  <c:v>104.56</c:v>
                </c:pt>
                <c:pt idx="14126">
                  <c:v>114.96</c:v>
                </c:pt>
                <c:pt idx="14127">
                  <c:v>162.21</c:v>
                </c:pt>
                <c:pt idx="14128">
                  <c:v>169.98</c:v>
                </c:pt>
                <c:pt idx="14129">
                  <c:v>169.98</c:v>
                </c:pt>
                <c:pt idx="14130">
                  <c:v>169.98</c:v>
                </c:pt>
                <c:pt idx="14131">
                  <c:v>206.97</c:v>
                </c:pt>
                <c:pt idx="14132">
                  <c:v>162.80000000000001</c:v>
                </c:pt>
                <c:pt idx="14133">
                  <c:v>169.98</c:v>
                </c:pt>
                <c:pt idx="14134">
                  <c:v>156.38</c:v>
                </c:pt>
                <c:pt idx="14135">
                  <c:v>169.98</c:v>
                </c:pt>
                <c:pt idx="14136">
                  <c:v>169.98</c:v>
                </c:pt>
                <c:pt idx="14137">
                  <c:v>254.97</c:v>
                </c:pt>
                <c:pt idx="14138">
                  <c:v>169.98</c:v>
                </c:pt>
                <c:pt idx="14139">
                  <c:v>139.97999999999999</c:v>
                </c:pt>
                <c:pt idx="14140">
                  <c:v>169.98</c:v>
                </c:pt>
                <c:pt idx="14141">
                  <c:v>169.98</c:v>
                </c:pt>
                <c:pt idx="14142">
                  <c:v>169.98</c:v>
                </c:pt>
                <c:pt idx="14143">
                  <c:v>254.97</c:v>
                </c:pt>
                <c:pt idx="14144">
                  <c:v>169.98</c:v>
                </c:pt>
                <c:pt idx="14145">
                  <c:v>121.98</c:v>
                </c:pt>
                <c:pt idx="14146">
                  <c:v>224.5</c:v>
                </c:pt>
                <c:pt idx="14147">
                  <c:v>169.98</c:v>
                </c:pt>
                <c:pt idx="14148">
                  <c:v>124.18</c:v>
                </c:pt>
                <c:pt idx="14149">
                  <c:v>199.96</c:v>
                </c:pt>
                <c:pt idx="14150">
                  <c:v>169.98</c:v>
                </c:pt>
                <c:pt idx="14151">
                  <c:v>144.47999999999999</c:v>
                </c:pt>
                <c:pt idx="14152">
                  <c:v>172.97</c:v>
                </c:pt>
                <c:pt idx="14153">
                  <c:v>161.26</c:v>
                </c:pt>
                <c:pt idx="14154">
                  <c:v>77.040000000000006</c:v>
                </c:pt>
                <c:pt idx="14155">
                  <c:v>150.18</c:v>
                </c:pt>
                <c:pt idx="14156">
                  <c:v>169.98</c:v>
                </c:pt>
                <c:pt idx="14157">
                  <c:v>147.97</c:v>
                </c:pt>
                <c:pt idx="14158">
                  <c:v>163.85</c:v>
                </c:pt>
                <c:pt idx="14159">
                  <c:v>99.98</c:v>
                </c:pt>
                <c:pt idx="14160">
                  <c:v>172.97</c:v>
                </c:pt>
                <c:pt idx="14161">
                  <c:v>169.98</c:v>
                </c:pt>
                <c:pt idx="14162">
                  <c:v>169.98</c:v>
                </c:pt>
                <c:pt idx="14163">
                  <c:v>188.97</c:v>
                </c:pt>
                <c:pt idx="14164">
                  <c:v>169.98</c:v>
                </c:pt>
                <c:pt idx="14165">
                  <c:v>169.98</c:v>
                </c:pt>
                <c:pt idx="14166">
                  <c:v>188.97</c:v>
                </c:pt>
                <c:pt idx="14167">
                  <c:v>169.98</c:v>
                </c:pt>
                <c:pt idx="14168">
                  <c:v>169.98</c:v>
                </c:pt>
                <c:pt idx="14169">
                  <c:v>178.97</c:v>
                </c:pt>
                <c:pt idx="14170">
                  <c:v>188.97</c:v>
                </c:pt>
                <c:pt idx="14171">
                  <c:v>182.97</c:v>
                </c:pt>
                <c:pt idx="14172">
                  <c:v>188.97</c:v>
                </c:pt>
                <c:pt idx="14173">
                  <c:v>188.97</c:v>
                </c:pt>
                <c:pt idx="14174">
                  <c:v>188.97</c:v>
                </c:pt>
                <c:pt idx="14175">
                  <c:v>169.98</c:v>
                </c:pt>
                <c:pt idx="14176">
                  <c:v>188.97</c:v>
                </c:pt>
                <c:pt idx="14177">
                  <c:v>160.97</c:v>
                </c:pt>
                <c:pt idx="14178">
                  <c:v>159.97999999999999</c:v>
                </c:pt>
                <c:pt idx="14179">
                  <c:v>188.97</c:v>
                </c:pt>
                <c:pt idx="14180">
                  <c:v>169.98</c:v>
                </c:pt>
                <c:pt idx="14181">
                  <c:v>188.97</c:v>
                </c:pt>
                <c:pt idx="14182">
                  <c:v>110.98</c:v>
                </c:pt>
                <c:pt idx="14183">
                  <c:v>277.83</c:v>
                </c:pt>
                <c:pt idx="14184">
                  <c:v>226.85</c:v>
                </c:pt>
                <c:pt idx="14185">
                  <c:v>83.98</c:v>
                </c:pt>
                <c:pt idx="14186">
                  <c:v>102.98</c:v>
                </c:pt>
                <c:pt idx="14187">
                  <c:v>97.98</c:v>
                </c:pt>
                <c:pt idx="14188">
                  <c:v>83.98</c:v>
                </c:pt>
                <c:pt idx="14189">
                  <c:v>104.97</c:v>
                </c:pt>
                <c:pt idx="14190">
                  <c:v>104.97</c:v>
                </c:pt>
                <c:pt idx="14191">
                  <c:v>102.98</c:v>
                </c:pt>
                <c:pt idx="14192">
                  <c:v>102.98</c:v>
                </c:pt>
                <c:pt idx="14193">
                  <c:v>83.98</c:v>
                </c:pt>
                <c:pt idx="14194">
                  <c:v>156.96</c:v>
                </c:pt>
                <c:pt idx="14195">
                  <c:v>65.989999999999995</c:v>
                </c:pt>
                <c:pt idx="14196">
                  <c:v>46.29</c:v>
                </c:pt>
                <c:pt idx="14197">
                  <c:v>90.33</c:v>
                </c:pt>
                <c:pt idx="14198">
                  <c:v>102.98</c:v>
                </c:pt>
                <c:pt idx="14199">
                  <c:v>97.98</c:v>
                </c:pt>
                <c:pt idx="14200">
                  <c:v>83.98</c:v>
                </c:pt>
                <c:pt idx="14201">
                  <c:v>102.98</c:v>
                </c:pt>
                <c:pt idx="14202">
                  <c:v>46.29</c:v>
                </c:pt>
                <c:pt idx="14203">
                  <c:v>97.98</c:v>
                </c:pt>
                <c:pt idx="14204">
                  <c:v>102.98</c:v>
                </c:pt>
                <c:pt idx="14205">
                  <c:v>102.98</c:v>
                </c:pt>
                <c:pt idx="14206">
                  <c:v>102.98</c:v>
                </c:pt>
                <c:pt idx="14207">
                  <c:v>83.98</c:v>
                </c:pt>
                <c:pt idx="14208">
                  <c:v>102.98</c:v>
                </c:pt>
                <c:pt idx="14209">
                  <c:v>83.93</c:v>
                </c:pt>
                <c:pt idx="14210">
                  <c:v>129.97999999999999</c:v>
                </c:pt>
                <c:pt idx="14211">
                  <c:v>99.98</c:v>
                </c:pt>
                <c:pt idx="14212">
                  <c:v>84.99</c:v>
                </c:pt>
                <c:pt idx="14213">
                  <c:v>212.96</c:v>
                </c:pt>
                <c:pt idx="14214">
                  <c:v>84.14</c:v>
                </c:pt>
                <c:pt idx="14215">
                  <c:v>104.38</c:v>
                </c:pt>
                <c:pt idx="14216">
                  <c:v>84.99</c:v>
                </c:pt>
                <c:pt idx="14217">
                  <c:v>120.66</c:v>
                </c:pt>
                <c:pt idx="14218">
                  <c:v>111.98</c:v>
                </c:pt>
                <c:pt idx="14219">
                  <c:v>158.63999999999999</c:v>
                </c:pt>
                <c:pt idx="14220">
                  <c:v>84.14</c:v>
                </c:pt>
                <c:pt idx="14221">
                  <c:v>169.98</c:v>
                </c:pt>
                <c:pt idx="14222">
                  <c:v>131.97999999999999</c:v>
                </c:pt>
                <c:pt idx="14223">
                  <c:v>169.98</c:v>
                </c:pt>
                <c:pt idx="14224">
                  <c:v>169.98</c:v>
                </c:pt>
                <c:pt idx="14225">
                  <c:v>169.98</c:v>
                </c:pt>
                <c:pt idx="14226">
                  <c:v>169.98</c:v>
                </c:pt>
                <c:pt idx="14227">
                  <c:v>169.98</c:v>
                </c:pt>
                <c:pt idx="14228">
                  <c:v>157.72</c:v>
                </c:pt>
                <c:pt idx="14229">
                  <c:v>169.98</c:v>
                </c:pt>
                <c:pt idx="14230">
                  <c:v>159.97999999999999</c:v>
                </c:pt>
                <c:pt idx="14231">
                  <c:v>121.98</c:v>
                </c:pt>
                <c:pt idx="14232">
                  <c:v>169.98</c:v>
                </c:pt>
                <c:pt idx="14233">
                  <c:v>169.98</c:v>
                </c:pt>
                <c:pt idx="14234">
                  <c:v>131.97999999999999</c:v>
                </c:pt>
                <c:pt idx="14235">
                  <c:v>104.16</c:v>
                </c:pt>
                <c:pt idx="14236">
                  <c:v>254.97</c:v>
                </c:pt>
                <c:pt idx="14237">
                  <c:v>169.96</c:v>
                </c:pt>
                <c:pt idx="14238">
                  <c:v>119.97</c:v>
                </c:pt>
                <c:pt idx="14239">
                  <c:v>254.97</c:v>
                </c:pt>
                <c:pt idx="14240">
                  <c:v>254.97</c:v>
                </c:pt>
                <c:pt idx="14241">
                  <c:v>248.37</c:v>
                </c:pt>
                <c:pt idx="14242">
                  <c:v>52.31</c:v>
                </c:pt>
                <c:pt idx="14243">
                  <c:v>197.97</c:v>
                </c:pt>
                <c:pt idx="14244">
                  <c:v>254.97</c:v>
                </c:pt>
                <c:pt idx="14245">
                  <c:v>178.48</c:v>
                </c:pt>
                <c:pt idx="14246">
                  <c:v>122.53</c:v>
                </c:pt>
                <c:pt idx="14247">
                  <c:v>254.97</c:v>
                </c:pt>
                <c:pt idx="14248">
                  <c:v>229.97</c:v>
                </c:pt>
                <c:pt idx="14249">
                  <c:v>14.99</c:v>
                </c:pt>
                <c:pt idx="14250">
                  <c:v>178.17</c:v>
                </c:pt>
                <c:pt idx="14251">
                  <c:v>233.32</c:v>
                </c:pt>
                <c:pt idx="14252">
                  <c:v>284.95</c:v>
                </c:pt>
                <c:pt idx="14253">
                  <c:v>292.94</c:v>
                </c:pt>
                <c:pt idx="14254">
                  <c:v>201.95</c:v>
                </c:pt>
                <c:pt idx="14255">
                  <c:v>161.96</c:v>
                </c:pt>
                <c:pt idx="14256">
                  <c:v>169.53</c:v>
                </c:pt>
                <c:pt idx="14257">
                  <c:v>110.96</c:v>
                </c:pt>
                <c:pt idx="14258">
                  <c:v>99.67</c:v>
                </c:pt>
                <c:pt idx="14259">
                  <c:v>201.95</c:v>
                </c:pt>
                <c:pt idx="14260">
                  <c:v>269.91000000000003</c:v>
                </c:pt>
                <c:pt idx="14261">
                  <c:v>258.31</c:v>
                </c:pt>
                <c:pt idx="14262">
                  <c:v>209.93</c:v>
                </c:pt>
                <c:pt idx="14263">
                  <c:v>292.10000000000002</c:v>
                </c:pt>
                <c:pt idx="14264">
                  <c:v>209.93</c:v>
                </c:pt>
                <c:pt idx="14265">
                  <c:v>258.31</c:v>
                </c:pt>
                <c:pt idx="14266">
                  <c:v>239.92</c:v>
                </c:pt>
                <c:pt idx="14267">
                  <c:v>209.93</c:v>
                </c:pt>
                <c:pt idx="14268">
                  <c:v>209.93</c:v>
                </c:pt>
                <c:pt idx="14269">
                  <c:v>239.92</c:v>
                </c:pt>
                <c:pt idx="14270">
                  <c:v>383.88</c:v>
                </c:pt>
                <c:pt idx="14271">
                  <c:v>383.88</c:v>
                </c:pt>
                <c:pt idx="14272">
                  <c:v>209.93</c:v>
                </c:pt>
                <c:pt idx="14273">
                  <c:v>239.92</c:v>
                </c:pt>
                <c:pt idx="14274">
                  <c:v>209.93</c:v>
                </c:pt>
                <c:pt idx="14275">
                  <c:v>239.92</c:v>
                </c:pt>
                <c:pt idx="14276">
                  <c:v>226.5</c:v>
                </c:pt>
                <c:pt idx="14277">
                  <c:v>226.5</c:v>
                </c:pt>
                <c:pt idx="14278">
                  <c:v>292.10000000000002</c:v>
                </c:pt>
                <c:pt idx="14279">
                  <c:v>269.91000000000003</c:v>
                </c:pt>
                <c:pt idx="14280">
                  <c:v>191.94</c:v>
                </c:pt>
                <c:pt idx="14281">
                  <c:v>179.94</c:v>
                </c:pt>
                <c:pt idx="14282">
                  <c:v>239.92</c:v>
                </c:pt>
                <c:pt idx="14283">
                  <c:v>201.54</c:v>
                </c:pt>
                <c:pt idx="14284">
                  <c:v>199.92</c:v>
                </c:pt>
                <c:pt idx="14285">
                  <c:v>239.92</c:v>
                </c:pt>
                <c:pt idx="14286">
                  <c:v>239.92</c:v>
                </c:pt>
                <c:pt idx="14287">
                  <c:v>213.89</c:v>
                </c:pt>
                <c:pt idx="14288">
                  <c:v>239.92</c:v>
                </c:pt>
                <c:pt idx="14289">
                  <c:v>179.94</c:v>
                </c:pt>
                <c:pt idx="14290">
                  <c:v>191.94</c:v>
                </c:pt>
                <c:pt idx="14291">
                  <c:v>213.89</c:v>
                </c:pt>
                <c:pt idx="14292">
                  <c:v>199.92</c:v>
                </c:pt>
                <c:pt idx="14293">
                  <c:v>239.92</c:v>
                </c:pt>
                <c:pt idx="14294">
                  <c:v>201.54</c:v>
                </c:pt>
                <c:pt idx="14295">
                  <c:v>239.92</c:v>
                </c:pt>
                <c:pt idx="14296">
                  <c:v>120.97</c:v>
                </c:pt>
                <c:pt idx="14297">
                  <c:v>198.61</c:v>
                </c:pt>
                <c:pt idx="14298">
                  <c:v>54.98</c:v>
                </c:pt>
                <c:pt idx="14299">
                  <c:v>99.98</c:v>
                </c:pt>
                <c:pt idx="14300">
                  <c:v>18.28</c:v>
                </c:pt>
                <c:pt idx="14301">
                  <c:v>63.97</c:v>
                </c:pt>
                <c:pt idx="14302">
                  <c:v>79.989999999999995</c:v>
                </c:pt>
                <c:pt idx="14303">
                  <c:v>51.29</c:v>
                </c:pt>
                <c:pt idx="14304">
                  <c:v>209.95</c:v>
                </c:pt>
                <c:pt idx="14305">
                  <c:v>166.97</c:v>
                </c:pt>
                <c:pt idx="14306">
                  <c:v>79.47</c:v>
                </c:pt>
                <c:pt idx="14307">
                  <c:v>190.27</c:v>
                </c:pt>
                <c:pt idx="14308">
                  <c:v>135.97</c:v>
                </c:pt>
                <c:pt idx="14309">
                  <c:v>89.98</c:v>
                </c:pt>
                <c:pt idx="14310">
                  <c:v>96.96</c:v>
                </c:pt>
                <c:pt idx="14311">
                  <c:v>186.95</c:v>
                </c:pt>
                <c:pt idx="14312">
                  <c:v>164.98</c:v>
                </c:pt>
                <c:pt idx="14313">
                  <c:v>171.47</c:v>
                </c:pt>
                <c:pt idx="14314">
                  <c:v>169.98</c:v>
                </c:pt>
                <c:pt idx="14315">
                  <c:v>131.97999999999999</c:v>
                </c:pt>
                <c:pt idx="14316">
                  <c:v>172.97</c:v>
                </c:pt>
                <c:pt idx="14317">
                  <c:v>190.97</c:v>
                </c:pt>
                <c:pt idx="14318">
                  <c:v>159.11000000000001</c:v>
                </c:pt>
                <c:pt idx="14319">
                  <c:v>200.96</c:v>
                </c:pt>
                <c:pt idx="14320">
                  <c:v>169.98</c:v>
                </c:pt>
                <c:pt idx="14321">
                  <c:v>169.98</c:v>
                </c:pt>
                <c:pt idx="14322">
                  <c:v>159.97999999999999</c:v>
                </c:pt>
                <c:pt idx="14323">
                  <c:v>169.98</c:v>
                </c:pt>
                <c:pt idx="14324">
                  <c:v>171.98</c:v>
                </c:pt>
                <c:pt idx="14325">
                  <c:v>158.96</c:v>
                </c:pt>
                <c:pt idx="14326">
                  <c:v>117.85</c:v>
                </c:pt>
                <c:pt idx="14327">
                  <c:v>144.96</c:v>
                </c:pt>
                <c:pt idx="14328">
                  <c:v>126.98</c:v>
                </c:pt>
                <c:pt idx="14329">
                  <c:v>97.97</c:v>
                </c:pt>
                <c:pt idx="14330">
                  <c:v>184.96</c:v>
                </c:pt>
                <c:pt idx="14331">
                  <c:v>184.96</c:v>
                </c:pt>
                <c:pt idx="14332">
                  <c:v>140.97</c:v>
                </c:pt>
                <c:pt idx="14333">
                  <c:v>158.96</c:v>
                </c:pt>
                <c:pt idx="14334">
                  <c:v>144.97</c:v>
                </c:pt>
                <c:pt idx="14335">
                  <c:v>158.96</c:v>
                </c:pt>
                <c:pt idx="14336">
                  <c:v>269.95999999999998</c:v>
                </c:pt>
                <c:pt idx="14337">
                  <c:v>76.489999999999995</c:v>
                </c:pt>
                <c:pt idx="14338">
                  <c:v>150.18</c:v>
                </c:pt>
                <c:pt idx="14339">
                  <c:v>165.17</c:v>
                </c:pt>
                <c:pt idx="14340">
                  <c:v>169.98</c:v>
                </c:pt>
                <c:pt idx="14341">
                  <c:v>161.96</c:v>
                </c:pt>
                <c:pt idx="14342">
                  <c:v>84.99</c:v>
                </c:pt>
                <c:pt idx="14343">
                  <c:v>99.98</c:v>
                </c:pt>
                <c:pt idx="14344">
                  <c:v>121.98</c:v>
                </c:pt>
                <c:pt idx="14345">
                  <c:v>169.98</c:v>
                </c:pt>
                <c:pt idx="14346">
                  <c:v>184.97</c:v>
                </c:pt>
                <c:pt idx="14347">
                  <c:v>131.97999999999999</c:v>
                </c:pt>
                <c:pt idx="14348">
                  <c:v>159.97999999999999</c:v>
                </c:pt>
                <c:pt idx="14349">
                  <c:v>84.99</c:v>
                </c:pt>
                <c:pt idx="14350">
                  <c:v>184.97</c:v>
                </c:pt>
                <c:pt idx="14351">
                  <c:v>269.95999999999998</c:v>
                </c:pt>
                <c:pt idx="14352">
                  <c:v>254.97</c:v>
                </c:pt>
                <c:pt idx="14353">
                  <c:v>254.97</c:v>
                </c:pt>
                <c:pt idx="14354">
                  <c:v>254.97</c:v>
                </c:pt>
                <c:pt idx="14355">
                  <c:v>249.97</c:v>
                </c:pt>
                <c:pt idx="14356">
                  <c:v>344.95</c:v>
                </c:pt>
                <c:pt idx="14357">
                  <c:v>220.52</c:v>
                </c:pt>
                <c:pt idx="14358">
                  <c:v>108.98</c:v>
                </c:pt>
                <c:pt idx="14359">
                  <c:v>259.95999999999998</c:v>
                </c:pt>
                <c:pt idx="14360">
                  <c:v>134.97999999999999</c:v>
                </c:pt>
                <c:pt idx="14361">
                  <c:v>254.06</c:v>
                </c:pt>
                <c:pt idx="14362">
                  <c:v>148.57</c:v>
                </c:pt>
                <c:pt idx="14363">
                  <c:v>219.97</c:v>
                </c:pt>
                <c:pt idx="14364">
                  <c:v>184.97</c:v>
                </c:pt>
                <c:pt idx="14365">
                  <c:v>254.97</c:v>
                </c:pt>
                <c:pt idx="14366">
                  <c:v>294.95999999999998</c:v>
                </c:pt>
                <c:pt idx="14367">
                  <c:v>219.97</c:v>
                </c:pt>
                <c:pt idx="14368">
                  <c:v>121.98</c:v>
                </c:pt>
                <c:pt idx="14369">
                  <c:v>159.97999999999999</c:v>
                </c:pt>
                <c:pt idx="14370">
                  <c:v>171.97</c:v>
                </c:pt>
                <c:pt idx="14371">
                  <c:v>178.96</c:v>
                </c:pt>
                <c:pt idx="14372">
                  <c:v>85.57</c:v>
                </c:pt>
                <c:pt idx="14373">
                  <c:v>165.67</c:v>
                </c:pt>
                <c:pt idx="14374">
                  <c:v>155.93</c:v>
                </c:pt>
                <c:pt idx="14375">
                  <c:v>89.98</c:v>
                </c:pt>
                <c:pt idx="14376">
                  <c:v>164.97</c:v>
                </c:pt>
                <c:pt idx="14377">
                  <c:v>64.97</c:v>
                </c:pt>
                <c:pt idx="14378">
                  <c:v>59.96</c:v>
                </c:pt>
                <c:pt idx="14379">
                  <c:v>203.97</c:v>
                </c:pt>
                <c:pt idx="14380">
                  <c:v>69.97</c:v>
                </c:pt>
                <c:pt idx="14381">
                  <c:v>135.86000000000001</c:v>
                </c:pt>
                <c:pt idx="14382">
                  <c:v>228.21</c:v>
                </c:pt>
                <c:pt idx="14383">
                  <c:v>298.22000000000003</c:v>
                </c:pt>
                <c:pt idx="14384">
                  <c:v>63.98</c:v>
                </c:pt>
                <c:pt idx="14385">
                  <c:v>113.96</c:v>
                </c:pt>
                <c:pt idx="14386">
                  <c:v>423.42</c:v>
                </c:pt>
                <c:pt idx="14387">
                  <c:v>342.36</c:v>
                </c:pt>
                <c:pt idx="14388">
                  <c:v>384.37</c:v>
                </c:pt>
                <c:pt idx="14389">
                  <c:v>416.4</c:v>
                </c:pt>
                <c:pt idx="14390">
                  <c:v>399.23</c:v>
                </c:pt>
                <c:pt idx="14391">
                  <c:v>575.84</c:v>
                </c:pt>
                <c:pt idx="14392">
                  <c:v>341.16</c:v>
                </c:pt>
                <c:pt idx="14393">
                  <c:v>413.24</c:v>
                </c:pt>
                <c:pt idx="14394">
                  <c:v>368.99</c:v>
                </c:pt>
                <c:pt idx="14395">
                  <c:v>321.8</c:v>
                </c:pt>
                <c:pt idx="14396">
                  <c:v>399.24</c:v>
                </c:pt>
                <c:pt idx="14397">
                  <c:v>67.98</c:v>
                </c:pt>
                <c:pt idx="14398">
                  <c:v>134.97999999999999</c:v>
                </c:pt>
                <c:pt idx="14399">
                  <c:v>86.8</c:v>
                </c:pt>
                <c:pt idx="14400">
                  <c:v>68.989999999999995</c:v>
                </c:pt>
                <c:pt idx="14401">
                  <c:v>124.98</c:v>
                </c:pt>
                <c:pt idx="14402">
                  <c:v>118.98</c:v>
                </c:pt>
                <c:pt idx="14403">
                  <c:v>131.97999999999999</c:v>
                </c:pt>
                <c:pt idx="14404">
                  <c:v>84.99</c:v>
                </c:pt>
                <c:pt idx="14405">
                  <c:v>120.98</c:v>
                </c:pt>
                <c:pt idx="14406">
                  <c:v>79.98</c:v>
                </c:pt>
                <c:pt idx="14407">
                  <c:v>70.989999999999995</c:v>
                </c:pt>
                <c:pt idx="14408">
                  <c:v>65.19</c:v>
                </c:pt>
                <c:pt idx="14409">
                  <c:v>65.989999999999995</c:v>
                </c:pt>
                <c:pt idx="14410">
                  <c:v>131.97999999999999</c:v>
                </c:pt>
                <c:pt idx="14411">
                  <c:v>60.98</c:v>
                </c:pt>
                <c:pt idx="14412">
                  <c:v>84.99</c:v>
                </c:pt>
                <c:pt idx="14413">
                  <c:v>102.28</c:v>
                </c:pt>
                <c:pt idx="14414">
                  <c:v>84.99</c:v>
                </c:pt>
                <c:pt idx="14415">
                  <c:v>54.98</c:v>
                </c:pt>
                <c:pt idx="14416">
                  <c:v>79.98</c:v>
                </c:pt>
                <c:pt idx="14417">
                  <c:v>65.989999999999995</c:v>
                </c:pt>
                <c:pt idx="14418">
                  <c:v>134.97999999999999</c:v>
                </c:pt>
                <c:pt idx="14419">
                  <c:v>134.97999999999999</c:v>
                </c:pt>
                <c:pt idx="14420">
                  <c:v>69.98</c:v>
                </c:pt>
                <c:pt idx="14421">
                  <c:v>65.989999999999995</c:v>
                </c:pt>
                <c:pt idx="14422">
                  <c:v>70.989999999999995</c:v>
                </c:pt>
                <c:pt idx="14423">
                  <c:v>90.97</c:v>
                </c:pt>
                <c:pt idx="14424">
                  <c:v>94.08</c:v>
                </c:pt>
                <c:pt idx="14425">
                  <c:v>74.98</c:v>
                </c:pt>
                <c:pt idx="14426">
                  <c:v>82.97</c:v>
                </c:pt>
                <c:pt idx="14427">
                  <c:v>161.76</c:v>
                </c:pt>
                <c:pt idx="14428">
                  <c:v>79.849999999999994</c:v>
                </c:pt>
                <c:pt idx="14429">
                  <c:v>142.63999999999999</c:v>
                </c:pt>
                <c:pt idx="14430">
                  <c:v>116.12</c:v>
                </c:pt>
                <c:pt idx="14431">
                  <c:v>160.88999999999999</c:v>
                </c:pt>
                <c:pt idx="14432">
                  <c:v>155.28</c:v>
                </c:pt>
                <c:pt idx="14433">
                  <c:v>157</c:v>
                </c:pt>
                <c:pt idx="14434">
                  <c:v>160.88999999999999</c:v>
                </c:pt>
                <c:pt idx="14435">
                  <c:v>162.33000000000001</c:v>
                </c:pt>
                <c:pt idx="14436">
                  <c:v>97.97</c:v>
                </c:pt>
                <c:pt idx="14437">
                  <c:v>160.19999999999999</c:v>
                </c:pt>
                <c:pt idx="14438">
                  <c:v>154.51</c:v>
                </c:pt>
                <c:pt idx="14439">
                  <c:v>160.88999999999999</c:v>
                </c:pt>
                <c:pt idx="14440">
                  <c:v>160.88999999999999</c:v>
                </c:pt>
                <c:pt idx="14441">
                  <c:v>160.88999999999999</c:v>
                </c:pt>
                <c:pt idx="14442">
                  <c:v>235.79</c:v>
                </c:pt>
                <c:pt idx="14443">
                  <c:v>160.88999999999999</c:v>
                </c:pt>
                <c:pt idx="14444">
                  <c:v>148.79</c:v>
                </c:pt>
                <c:pt idx="14445">
                  <c:v>251.16</c:v>
                </c:pt>
                <c:pt idx="14446">
                  <c:v>197.97</c:v>
                </c:pt>
                <c:pt idx="14447">
                  <c:v>125.35</c:v>
                </c:pt>
                <c:pt idx="14448">
                  <c:v>84.99</c:v>
                </c:pt>
                <c:pt idx="14449">
                  <c:v>263.95999999999998</c:v>
                </c:pt>
                <c:pt idx="14450">
                  <c:v>65.989999999999995</c:v>
                </c:pt>
                <c:pt idx="14451">
                  <c:v>175.36</c:v>
                </c:pt>
                <c:pt idx="14452">
                  <c:v>165.21</c:v>
                </c:pt>
                <c:pt idx="14453">
                  <c:v>171.97</c:v>
                </c:pt>
                <c:pt idx="14454">
                  <c:v>169.98</c:v>
                </c:pt>
                <c:pt idx="14455">
                  <c:v>172.96</c:v>
                </c:pt>
                <c:pt idx="14456">
                  <c:v>341.23</c:v>
                </c:pt>
                <c:pt idx="14457">
                  <c:v>96.27</c:v>
                </c:pt>
                <c:pt idx="14458">
                  <c:v>314.93</c:v>
                </c:pt>
                <c:pt idx="14459">
                  <c:v>241.4</c:v>
                </c:pt>
                <c:pt idx="14460">
                  <c:v>281.23</c:v>
                </c:pt>
                <c:pt idx="14461">
                  <c:v>149.97</c:v>
                </c:pt>
                <c:pt idx="14462">
                  <c:v>290.74</c:v>
                </c:pt>
                <c:pt idx="14463">
                  <c:v>299.94</c:v>
                </c:pt>
                <c:pt idx="14464">
                  <c:v>60.99</c:v>
                </c:pt>
                <c:pt idx="14465">
                  <c:v>169.98</c:v>
                </c:pt>
                <c:pt idx="14466">
                  <c:v>297.95999999999998</c:v>
                </c:pt>
                <c:pt idx="14467">
                  <c:v>131.97999999999999</c:v>
                </c:pt>
                <c:pt idx="14468">
                  <c:v>134.97999999999999</c:v>
                </c:pt>
                <c:pt idx="14469">
                  <c:v>384.95</c:v>
                </c:pt>
                <c:pt idx="14470">
                  <c:v>221.97</c:v>
                </c:pt>
                <c:pt idx="14471">
                  <c:v>121.98</c:v>
                </c:pt>
                <c:pt idx="14472">
                  <c:v>197.97</c:v>
                </c:pt>
                <c:pt idx="14473">
                  <c:v>254.97</c:v>
                </c:pt>
                <c:pt idx="14474">
                  <c:v>107.07</c:v>
                </c:pt>
                <c:pt idx="14475">
                  <c:v>272.95999999999998</c:v>
                </c:pt>
                <c:pt idx="14476">
                  <c:v>339.96</c:v>
                </c:pt>
                <c:pt idx="14477">
                  <c:v>254.97</c:v>
                </c:pt>
                <c:pt idx="14478">
                  <c:v>241.96</c:v>
                </c:pt>
                <c:pt idx="14479">
                  <c:v>197.97</c:v>
                </c:pt>
                <c:pt idx="14480">
                  <c:v>216.72</c:v>
                </c:pt>
                <c:pt idx="14481">
                  <c:v>229.97</c:v>
                </c:pt>
                <c:pt idx="14482">
                  <c:v>99.98</c:v>
                </c:pt>
                <c:pt idx="14483">
                  <c:v>216.35</c:v>
                </c:pt>
                <c:pt idx="14484">
                  <c:v>64.86</c:v>
                </c:pt>
                <c:pt idx="14485">
                  <c:v>254.97</c:v>
                </c:pt>
                <c:pt idx="14486">
                  <c:v>149.97</c:v>
                </c:pt>
                <c:pt idx="14487">
                  <c:v>197.97</c:v>
                </c:pt>
                <c:pt idx="14488">
                  <c:v>197.97</c:v>
                </c:pt>
                <c:pt idx="14489">
                  <c:v>109.78</c:v>
                </c:pt>
                <c:pt idx="14490">
                  <c:v>92.97</c:v>
                </c:pt>
                <c:pt idx="14491">
                  <c:v>165.4</c:v>
                </c:pt>
                <c:pt idx="14492">
                  <c:v>71.63</c:v>
                </c:pt>
                <c:pt idx="14493">
                  <c:v>155.47</c:v>
                </c:pt>
                <c:pt idx="14494">
                  <c:v>-14.97</c:v>
                </c:pt>
                <c:pt idx="14495">
                  <c:v>191.96</c:v>
                </c:pt>
                <c:pt idx="14496">
                  <c:v>159.97999999999999</c:v>
                </c:pt>
                <c:pt idx="14497">
                  <c:v>177.96</c:v>
                </c:pt>
                <c:pt idx="14498">
                  <c:v>86.98</c:v>
                </c:pt>
                <c:pt idx="14499">
                  <c:v>147.97</c:v>
                </c:pt>
                <c:pt idx="14500">
                  <c:v>159.97999999999999</c:v>
                </c:pt>
                <c:pt idx="14501">
                  <c:v>168.97</c:v>
                </c:pt>
                <c:pt idx="14502">
                  <c:v>75.98</c:v>
                </c:pt>
                <c:pt idx="14503">
                  <c:v>75.63</c:v>
                </c:pt>
                <c:pt idx="14504">
                  <c:v>145.9</c:v>
                </c:pt>
                <c:pt idx="14505">
                  <c:v>118.78</c:v>
                </c:pt>
                <c:pt idx="14506">
                  <c:v>176.05</c:v>
                </c:pt>
                <c:pt idx="14507">
                  <c:v>180.96</c:v>
                </c:pt>
                <c:pt idx="14508">
                  <c:v>197.97</c:v>
                </c:pt>
                <c:pt idx="14509">
                  <c:v>197.97</c:v>
                </c:pt>
                <c:pt idx="14510">
                  <c:v>169.98</c:v>
                </c:pt>
                <c:pt idx="14511">
                  <c:v>131.97999999999999</c:v>
                </c:pt>
                <c:pt idx="14512">
                  <c:v>196.06</c:v>
                </c:pt>
                <c:pt idx="14513">
                  <c:v>169.98</c:v>
                </c:pt>
                <c:pt idx="14514">
                  <c:v>169.98</c:v>
                </c:pt>
                <c:pt idx="14515">
                  <c:v>254.97</c:v>
                </c:pt>
                <c:pt idx="14516">
                  <c:v>169.98</c:v>
                </c:pt>
                <c:pt idx="14517">
                  <c:v>134.35</c:v>
                </c:pt>
                <c:pt idx="14518">
                  <c:v>196.96</c:v>
                </c:pt>
                <c:pt idx="14519">
                  <c:v>169.98</c:v>
                </c:pt>
                <c:pt idx="14520">
                  <c:v>231.95</c:v>
                </c:pt>
                <c:pt idx="14521">
                  <c:v>239.06</c:v>
                </c:pt>
                <c:pt idx="14522">
                  <c:v>263.95999999999998</c:v>
                </c:pt>
                <c:pt idx="14523">
                  <c:v>288.97000000000003</c:v>
                </c:pt>
                <c:pt idx="14524">
                  <c:v>237.96</c:v>
                </c:pt>
                <c:pt idx="14525">
                  <c:v>84.99</c:v>
                </c:pt>
                <c:pt idx="14526">
                  <c:v>202.64</c:v>
                </c:pt>
                <c:pt idx="14527">
                  <c:v>197.97</c:v>
                </c:pt>
                <c:pt idx="14528">
                  <c:v>305.95999999999998</c:v>
                </c:pt>
                <c:pt idx="14529">
                  <c:v>305.95999999999998</c:v>
                </c:pt>
                <c:pt idx="14530">
                  <c:v>288.97000000000003</c:v>
                </c:pt>
                <c:pt idx="14531">
                  <c:v>369.94</c:v>
                </c:pt>
                <c:pt idx="14532">
                  <c:v>305.95999999999998</c:v>
                </c:pt>
                <c:pt idx="14533">
                  <c:v>324.17</c:v>
                </c:pt>
                <c:pt idx="14534">
                  <c:v>233.02</c:v>
                </c:pt>
                <c:pt idx="14535">
                  <c:v>336.28</c:v>
                </c:pt>
                <c:pt idx="14536">
                  <c:v>342.79</c:v>
                </c:pt>
                <c:pt idx="14537">
                  <c:v>346.92</c:v>
                </c:pt>
                <c:pt idx="14538">
                  <c:v>259.95999999999998</c:v>
                </c:pt>
                <c:pt idx="14539">
                  <c:v>235.95</c:v>
                </c:pt>
                <c:pt idx="14540">
                  <c:v>504.91</c:v>
                </c:pt>
                <c:pt idx="14541">
                  <c:v>218.91</c:v>
                </c:pt>
                <c:pt idx="14542">
                  <c:v>254.51</c:v>
                </c:pt>
                <c:pt idx="14543">
                  <c:v>292.05</c:v>
                </c:pt>
                <c:pt idx="14544">
                  <c:v>339.95</c:v>
                </c:pt>
                <c:pt idx="14545">
                  <c:v>307.26</c:v>
                </c:pt>
                <c:pt idx="14546">
                  <c:v>267.93</c:v>
                </c:pt>
                <c:pt idx="14547">
                  <c:v>259.95</c:v>
                </c:pt>
                <c:pt idx="14548">
                  <c:v>249.96</c:v>
                </c:pt>
                <c:pt idx="14549">
                  <c:v>179.94</c:v>
                </c:pt>
                <c:pt idx="14550">
                  <c:v>167.9</c:v>
                </c:pt>
                <c:pt idx="14551">
                  <c:v>98.64</c:v>
                </c:pt>
                <c:pt idx="14552">
                  <c:v>130.62</c:v>
                </c:pt>
                <c:pt idx="14553">
                  <c:v>186.89</c:v>
                </c:pt>
                <c:pt idx="14554">
                  <c:v>89.97</c:v>
                </c:pt>
                <c:pt idx="14555">
                  <c:v>204.53</c:v>
                </c:pt>
                <c:pt idx="14556">
                  <c:v>247.92</c:v>
                </c:pt>
                <c:pt idx="14557">
                  <c:v>179.94</c:v>
                </c:pt>
                <c:pt idx="14558">
                  <c:v>259.91000000000003</c:v>
                </c:pt>
                <c:pt idx="14559">
                  <c:v>117.17</c:v>
                </c:pt>
                <c:pt idx="14560">
                  <c:v>264.93</c:v>
                </c:pt>
                <c:pt idx="14561">
                  <c:v>203.75</c:v>
                </c:pt>
                <c:pt idx="14562">
                  <c:v>144.96</c:v>
                </c:pt>
                <c:pt idx="14563">
                  <c:v>239.92</c:v>
                </c:pt>
                <c:pt idx="14564">
                  <c:v>133.62</c:v>
                </c:pt>
                <c:pt idx="14565">
                  <c:v>403.92</c:v>
                </c:pt>
                <c:pt idx="14566">
                  <c:v>311.93</c:v>
                </c:pt>
                <c:pt idx="14567">
                  <c:v>454.65</c:v>
                </c:pt>
                <c:pt idx="14568">
                  <c:v>573.9</c:v>
                </c:pt>
                <c:pt idx="14569">
                  <c:v>435.9</c:v>
                </c:pt>
                <c:pt idx="14570">
                  <c:v>377.92</c:v>
                </c:pt>
                <c:pt idx="14571">
                  <c:v>573.9</c:v>
                </c:pt>
                <c:pt idx="14572">
                  <c:v>359.89</c:v>
                </c:pt>
                <c:pt idx="14573">
                  <c:v>39.479999999999997</c:v>
                </c:pt>
                <c:pt idx="14574">
                  <c:v>252.94</c:v>
                </c:pt>
                <c:pt idx="14575">
                  <c:v>257.95999999999998</c:v>
                </c:pt>
                <c:pt idx="14576">
                  <c:v>252.94</c:v>
                </c:pt>
                <c:pt idx="14577">
                  <c:v>257.95999999999998</c:v>
                </c:pt>
                <c:pt idx="14578">
                  <c:v>256.47000000000003</c:v>
                </c:pt>
                <c:pt idx="14579">
                  <c:v>262.45999999999998</c:v>
                </c:pt>
                <c:pt idx="14580">
                  <c:v>223.26</c:v>
                </c:pt>
                <c:pt idx="14581">
                  <c:v>258.26</c:v>
                </c:pt>
                <c:pt idx="14582">
                  <c:v>34.229999999999997</c:v>
                </c:pt>
                <c:pt idx="14583">
                  <c:v>220.95</c:v>
                </c:pt>
                <c:pt idx="14584">
                  <c:v>139.25</c:v>
                </c:pt>
                <c:pt idx="14585">
                  <c:v>39.479999999999997</c:v>
                </c:pt>
                <c:pt idx="14586">
                  <c:v>258.26</c:v>
                </c:pt>
                <c:pt idx="14587">
                  <c:v>152.96</c:v>
                </c:pt>
                <c:pt idx="14588">
                  <c:v>177.47</c:v>
                </c:pt>
                <c:pt idx="14589">
                  <c:v>262.45999999999998</c:v>
                </c:pt>
                <c:pt idx="14590">
                  <c:v>149.97</c:v>
                </c:pt>
                <c:pt idx="14591">
                  <c:v>57.98</c:v>
                </c:pt>
                <c:pt idx="14592">
                  <c:v>257.95999999999998</c:v>
                </c:pt>
                <c:pt idx="14593">
                  <c:v>103.98</c:v>
                </c:pt>
                <c:pt idx="14594">
                  <c:v>124.45</c:v>
                </c:pt>
                <c:pt idx="14595">
                  <c:v>84.99</c:v>
                </c:pt>
                <c:pt idx="14596">
                  <c:v>113.97</c:v>
                </c:pt>
                <c:pt idx="14597">
                  <c:v>102.76</c:v>
                </c:pt>
                <c:pt idx="14598">
                  <c:v>93.07</c:v>
                </c:pt>
                <c:pt idx="14599">
                  <c:v>111.47</c:v>
                </c:pt>
                <c:pt idx="14600">
                  <c:v>163.96</c:v>
                </c:pt>
                <c:pt idx="14601">
                  <c:v>84.99</c:v>
                </c:pt>
                <c:pt idx="14602">
                  <c:v>65.989999999999995</c:v>
                </c:pt>
                <c:pt idx="14603">
                  <c:v>113.97</c:v>
                </c:pt>
                <c:pt idx="14604">
                  <c:v>93.07</c:v>
                </c:pt>
                <c:pt idx="14605">
                  <c:v>113.97</c:v>
                </c:pt>
                <c:pt idx="14606">
                  <c:v>113.97</c:v>
                </c:pt>
                <c:pt idx="14607">
                  <c:v>104.07</c:v>
                </c:pt>
                <c:pt idx="14608">
                  <c:v>103.98</c:v>
                </c:pt>
                <c:pt idx="14609">
                  <c:v>76.48</c:v>
                </c:pt>
                <c:pt idx="14610">
                  <c:v>79.97</c:v>
                </c:pt>
                <c:pt idx="14611">
                  <c:v>121.46</c:v>
                </c:pt>
                <c:pt idx="14612">
                  <c:v>119.96</c:v>
                </c:pt>
                <c:pt idx="14613">
                  <c:v>89.97</c:v>
                </c:pt>
                <c:pt idx="14614">
                  <c:v>87.47</c:v>
                </c:pt>
                <c:pt idx="14615">
                  <c:v>88.47</c:v>
                </c:pt>
                <c:pt idx="14616">
                  <c:v>114.96</c:v>
                </c:pt>
                <c:pt idx="14617">
                  <c:v>54.14</c:v>
                </c:pt>
                <c:pt idx="14618">
                  <c:v>91.47</c:v>
                </c:pt>
                <c:pt idx="14619">
                  <c:v>96.47</c:v>
                </c:pt>
                <c:pt idx="14620">
                  <c:v>127.95</c:v>
                </c:pt>
                <c:pt idx="14621">
                  <c:v>49.98</c:v>
                </c:pt>
                <c:pt idx="14622">
                  <c:v>111.95</c:v>
                </c:pt>
                <c:pt idx="14623">
                  <c:v>74.97</c:v>
                </c:pt>
                <c:pt idx="14624">
                  <c:v>113.46</c:v>
                </c:pt>
                <c:pt idx="14625">
                  <c:v>91.47</c:v>
                </c:pt>
                <c:pt idx="14626">
                  <c:v>125.96</c:v>
                </c:pt>
                <c:pt idx="14627">
                  <c:v>107.96</c:v>
                </c:pt>
                <c:pt idx="14628">
                  <c:v>83.97</c:v>
                </c:pt>
                <c:pt idx="14629">
                  <c:v>115.46</c:v>
                </c:pt>
                <c:pt idx="14630">
                  <c:v>94.97</c:v>
                </c:pt>
                <c:pt idx="14631">
                  <c:v>123.96</c:v>
                </c:pt>
                <c:pt idx="14632">
                  <c:v>76.44</c:v>
                </c:pt>
                <c:pt idx="14633">
                  <c:v>61.98</c:v>
                </c:pt>
                <c:pt idx="14634">
                  <c:v>66.97</c:v>
                </c:pt>
                <c:pt idx="14635">
                  <c:v>111.96</c:v>
                </c:pt>
                <c:pt idx="14636">
                  <c:v>121.46</c:v>
                </c:pt>
                <c:pt idx="14637">
                  <c:v>177.44</c:v>
                </c:pt>
                <c:pt idx="14638">
                  <c:v>116.96</c:v>
                </c:pt>
                <c:pt idx="14639">
                  <c:v>117.46</c:v>
                </c:pt>
                <c:pt idx="14640">
                  <c:v>114.91</c:v>
                </c:pt>
                <c:pt idx="14641">
                  <c:v>119.46</c:v>
                </c:pt>
                <c:pt idx="14642">
                  <c:v>89.97</c:v>
                </c:pt>
                <c:pt idx="14643">
                  <c:v>119.96</c:v>
                </c:pt>
                <c:pt idx="14644">
                  <c:v>67.98</c:v>
                </c:pt>
                <c:pt idx="14645">
                  <c:v>119.96</c:v>
                </c:pt>
                <c:pt idx="14646">
                  <c:v>53.98</c:v>
                </c:pt>
                <c:pt idx="14647">
                  <c:v>121.46</c:v>
                </c:pt>
                <c:pt idx="14648">
                  <c:v>115.96</c:v>
                </c:pt>
                <c:pt idx="14649">
                  <c:v>59.98</c:v>
                </c:pt>
                <c:pt idx="14650">
                  <c:v>119.96</c:v>
                </c:pt>
                <c:pt idx="14651">
                  <c:v>121.94</c:v>
                </c:pt>
                <c:pt idx="14652">
                  <c:v>84.68</c:v>
                </c:pt>
                <c:pt idx="14653">
                  <c:v>227.4</c:v>
                </c:pt>
                <c:pt idx="14654">
                  <c:v>149.46</c:v>
                </c:pt>
                <c:pt idx="14655">
                  <c:v>183.85</c:v>
                </c:pt>
                <c:pt idx="14656">
                  <c:v>120.98</c:v>
                </c:pt>
                <c:pt idx="14657">
                  <c:v>72.73</c:v>
                </c:pt>
                <c:pt idx="14658">
                  <c:v>139.94999999999999</c:v>
                </c:pt>
                <c:pt idx="14659">
                  <c:v>215.61</c:v>
                </c:pt>
                <c:pt idx="14660">
                  <c:v>114.93</c:v>
                </c:pt>
                <c:pt idx="14661">
                  <c:v>157.83000000000001</c:v>
                </c:pt>
                <c:pt idx="14662">
                  <c:v>184.99</c:v>
                </c:pt>
                <c:pt idx="14663">
                  <c:v>19.989999999999998</c:v>
                </c:pt>
                <c:pt idx="14664">
                  <c:v>410.12</c:v>
                </c:pt>
                <c:pt idx="14665">
                  <c:v>61.69</c:v>
                </c:pt>
                <c:pt idx="14666">
                  <c:v>29.99</c:v>
                </c:pt>
                <c:pt idx="14667">
                  <c:v>147.52000000000001</c:v>
                </c:pt>
                <c:pt idx="14668">
                  <c:v>175.78</c:v>
                </c:pt>
                <c:pt idx="14669">
                  <c:v>120.98</c:v>
                </c:pt>
                <c:pt idx="14670">
                  <c:v>104.02</c:v>
                </c:pt>
                <c:pt idx="14671">
                  <c:v>184.69</c:v>
                </c:pt>
                <c:pt idx="14672">
                  <c:v>-1.2</c:v>
                </c:pt>
                <c:pt idx="14673">
                  <c:v>94.7</c:v>
                </c:pt>
                <c:pt idx="14674">
                  <c:v>68.989999999999995</c:v>
                </c:pt>
                <c:pt idx="14675">
                  <c:v>99.98</c:v>
                </c:pt>
                <c:pt idx="14676">
                  <c:v>54.98</c:v>
                </c:pt>
                <c:pt idx="14677">
                  <c:v>30</c:v>
                </c:pt>
                <c:pt idx="14678">
                  <c:v>40</c:v>
                </c:pt>
                <c:pt idx="14679">
                  <c:v>103.98</c:v>
                </c:pt>
                <c:pt idx="14680">
                  <c:v>146.97</c:v>
                </c:pt>
                <c:pt idx="14681">
                  <c:v>84.99</c:v>
                </c:pt>
                <c:pt idx="14682">
                  <c:v>136.97</c:v>
                </c:pt>
                <c:pt idx="14683">
                  <c:v>122.98</c:v>
                </c:pt>
                <c:pt idx="14684">
                  <c:v>74.97</c:v>
                </c:pt>
                <c:pt idx="14685">
                  <c:v>101.08</c:v>
                </c:pt>
                <c:pt idx="14686">
                  <c:v>164.96</c:v>
                </c:pt>
                <c:pt idx="14687">
                  <c:v>149.97</c:v>
                </c:pt>
                <c:pt idx="14688">
                  <c:v>134.97999999999999</c:v>
                </c:pt>
                <c:pt idx="14689">
                  <c:v>94.97</c:v>
                </c:pt>
                <c:pt idx="14690">
                  <c:v>164.96</c:v>
                </c:pt>
                <c:pt idx="14691">
                  <c:v>54.98</c:v>
                </c:pt>
                <c:pt idx="14692">
                  <c:v>168.97</c:v>
                </c:pt>
                <c:pt idx="14693">
                  <c:v>134.97999999999999</c:v>
                </c:pt>
                <c:pt idx="14694">
                  <c:v>70.709999999999994</c:v>
                </c:pt>
                <c:pt idx="14695">
                  <c:v>114.97</c:v>
                </c:pt>
                <c:pt idx="14696">
                  <c:v>139.97</c:v>
                </c:pt>
                <c:pt idx="14697">
                  <c:v>-1.5</c:v>
                </c:pt>
                <c:pt idx="14698">
                  <c:v>204.45</c:v>
                </c:pt>
                <c:pt idx="14699">
                  <c:v>99.96</c:v>
                </c:pt>
                <c:pt idx="14700">
                  <c:v>165.57</c:v>
                </c:pt>
                <c:pt idx="14701">
                  <c:v>134.94</c:v>
                </c:pt>
                <c:pt idx="14702">
                  <c:v>125.97</c:v>
                </c:pt>
                <c:pt idx="14703">
                  <c:v>184.96</c:v>
                </c:pt>
                <c:pt idx="14704">
                  <c:v>59.99</c:v>
                </c:pt>
                <c:pt idx="14705">
                  <c:v>135.79</c:v>
                </c:pt>
                <c:pt idx="14706">
                  <c:v>137.71</c:v>
                </c:pt>
                <c:pt idx="14707">
                  <c:v>194.46</c:v>
                </c:pt>
                <c:pt idx="14708">
                  <c:v>107.01</c:v>
                </c:pt>
                <c:pt idx="14709">
                  <c:v>137.97999999999999</c:v>
                </c:pt>
                <c:pt idx="14710">
                  <c:v>64.709999999999994</c:v>
                </c:pt>
                <c:pt idx="14711">
                  <c:v>119.96</c:v>
                </c:pt>
                <c:pt idx="14712">
                  <c:v>50.97</c:v>
                </c:pt>
                <c:pt idx="14713">
                  <c:v>63.81</c:v>
                </c:pt>
                <c:pt idx="14714">
                  <c:v>65.19</c:v>
                </c:pt>
                <c:pt idx="14715">
                  <c:v>153.97999999999999</c:v>
                </c:pt>
                <c:pt idx="14716">
                  <c:v>105.98</c:v>
                </c:pt>
                <c:pt idx="14717">
                  <c:v>99.98</c:v>
                </c:pt>
                <c:pt idx="14718">
                  <c:v>84.99</c:v>
                </c:pt>
                <c:pt idx="14719">
                  <c:v>68.989999999999995</c:v>
                </c:pt>
                <c:pt idx="14720">
                  <c:v>241.93</c:v>
                </c:pt>
                <c:pt idx="14721">
                  <c:v>435.41</c:v>
                </c:pt>
                <c:pt idx="14722">
                  <c:v>291.52999999999997</c:v>
                </c:pt>
                <c:pt idx="14723">
                  <c:v>257.67</c:v>
                </c:pt>
                <c:pt idx="14724">
                  <c:v>239.54</c:v>
                </c:pt>
                <c:pt idx="14725">
                  <c:v>291.52999999999997</c:v>
                </c:pt>
                <c:pt idx="14726">
                  <c:v>287.44</c:v>
                </c:pt>
                <c:pt idx="14727">
                  <c:v>291.52999999999997</c:v>
                </c:pt>
                <c:pt idx="14728">
                  <c:v>248.53</c:v>
                </c:pt>
                <c:pt idx="14729">
                  <c:v>254.97</c:v>
                </c:pt>
                <c:pt idx="14730">
                  <c:v>53.97</c:v>
                </c:pt>
                <c:pt idx="14731">
                  <c:v>163.89</c:v>
                </c:pt>
                <c:pt idx="14732">
                  <c:v>193.16</c:v>
                </c:pt>
                <c:pt idx="14733">
                  <c:v>160</c:v>
                </c:pt>
                <c:pt idx="14734">
                  <c:v>290.95</c:v>
                </c:pt>
                <c:pt idx="14735">
                  <c:v>173.96</c:v>
                </c:pt>
                <c:pt idx="14736">
                  <c:v>169.98</c:v>
                </c:pt>
                <c:pt idx="14737">
                  <c:v>260.76</c:v>
                </c:pt>
                <c:pt idx="14738">
                  <c:v>73.17</c:v>
                </c:pt>
                <c:pt idx="14739">
                  <c:v>169.98</c:v>
                </c:pt>
                <c:pt idx="14740">
                  <c:v>159.88</c:v>
                </c:pt>
                <c:pt idx="14741">
                  <c:v>169.98</c:v>
                </c:pt>
                <c:pt idx="14742">
                  <c:v>169.98</c:v>
                </c:pt>
                <c:pt idx="14743">
                  <c:v>249.93</c:v>
                </c:pt>
                <c:pt idx="14744">
                  <c:v>239.93</c:v>
                </c:pt>
                <c:pt idx="14745">
                  <c:v>254.97</c:v>
                </c:pt>
                <c:pt idx="14746">
                  <c:v>93.97</c:v>
                </c:pt>
                <c:pt idx="14747">
                  <c:v>76.44</c:v>
                </c:pt>
                <c:pt idx="14748">
                  <c:v>148.47</c:v>
                </c:pt>
                <c:pt idx="14749">
                  <c:v>65.87</c:v>
                </c:pt>
                <c:pt idx="14750">
                  <c:v>82.48</c:v>
                </c:pt>
                <c:pt idx="14751">
                  <c:v>82.48</c:v>
                </c:pt>
                <c:pt idx="14752">
                  <c:v>65.87</c:v>
                </c:pt>
                <c:pt idx="14753">
                  <c:v>79.98</c:v>
                </c:pt>
                <c:pt idx="14754">
                  <c:v>112.48</c:v>
                </c:pt>
                <c:pt idx="14755">
                  <c:v>65.989999999999995</c:v>
                </c:pt>
                <c:pt idx="14756">
                  <c:v>65.989999999999995</c:v>
                </c:pt>
                <c:pt idx="14757">
                  <c:v>108.01</c:v>
                </c:pt>
                <c:pt idx="14758">
                  <c:v>82.48</c:v>
                </c:pt>
                <c:pt idx="14759">
                  <c:v>82.48</c:v>
                </c:pt>
                <c:pt idx="14760">
                  <c:v>80.98</c:v>
                </c:pt>
                <c:pt idx="14761">
                  <c:v>108.01</c:v>
                </c:pt>
                <c:pt idx="14762">
                  <c:v>80.98</c:v>
                </c:pt>
                <c:pt idx="14763">
                  <c:v>56.48</c:v>
                </c:pt>
                <c:pt idx="14764">
                  <c:v>82.48</c:v>
                </c:pt>
                <c:pt idx="14765">
                  <c:v>82.48</c:v>
                </c:pt>
                <c:pt idx="14766">
                  <c:v>112.48</c:v>
                </c:pt>
                <c:pt idx="14767">
                  <c:v>79.98</c:v>
                </c:pt>
                <c:pt idx="14768">
                  <c:v>148.47</c:v>
                </c:pt>
                <c:pt idx="14769">
                  <c:v>76.44</c:v>
                </c:pt>
                <c:pt idx="14770">
                  <c:v>75.81</c:v>
                </c:pt>
                <c:pt idx="14771">
                  <c:v>79.98</c:v>
                </c:pt>
                <c:pt idx="14772">
                  <c:v>93.97</c:v>
                </c:pt>
                <c:pt idx="14773">
                  <c:v>67.489999999999995</c:v>
                </c:pt>
                <c:pt idx="14774">
                  <c:v>133.47999999999999</c:v>
                </c:pt>
                <c:pt idx="14775">
                  <c:v>79.97</c:v>
                </c:pt>
                <c:pt idx="14776">
                  <c:v>79.97</c:v>
                </c:pt>
                <c:pt idx="14777">
                  <c:v>75.81</c:v>
                </c:pt>
                <c:pt idx="14778">
                  <c:v>81.48</c:v>
                </c:pt>
                <c:pt idx="14779">
                  <c:v>133.47999999999999</c:v>
                </c:pt>
                <c:pt idx="14780">
                  <c:v>81.48</c:v>
                </c:pt>
                <c:pt idx="14781">
                  <c:v>126.47</c:v>
                </c:pt>
                <c:pt idx="14782">
                  <c:v>79.98</c:v>
                </c:pt>
                <c:pt idx="14783">
                  <c:v>67.489999999999995</c:v>
                </c:pt>
                <c:pt idx="14784">
                  <c:v>56.48</c:v>
                </c:pt>
                <c:pt idx="14785">
                  <c:v>120.97</c:v>
                </c:pt>
                <c:pt idx="14786">
                  <c:v>53.98</c:v>
                </c:pt>
                <c:pt idx="14787">
                  <c:v>69.47</c:v>
                </c:pt>
                <c:pt idx="14788">
                  <c:v>120.97</c:v>
                </c:pt>
                <c:pt idx="14789">
                  <c:v>53.98</c:v>
                </c:pt>
                <c:pt idx="14790">
                  <c:v>69.47</c:v>
                </c:pt>
                <c:pt idx="14791">
                  <c:v>126.47</c:v>
                </c:pt>
                <c:pt idx="14792">
                  <c:v>0</c:v>
                </c:pt>
                <c:pt idx="14793">
                  <c:v>137.94</c:v>
                </c:pt>
                <c:pt idx="14794">
                  <c:v>239.92</c:v>
                </c:pt>
                <c:pt idx="14795">
                  <c:v>279.41000000000003</c:v>
                </c:pt>
                <c:pt idx="14796">
                  <c:v>183.92</c:v>
                </c:pt>
                <c:pt idx="14797">
                  <c:v>100.96</c:v>
                </c:pt>
                <c:pt idx="14798">
                  <c:v>133.94999999999999</c:v>
                </c:pt>
                <c:pt idx="14799">
                  <c:v>183.92</c:v>
                </c:pt>
                <c:pt idx="14800">
                  <c:v>201.92</c:v>
                </c:pt>
                <c:pt idx="14801">
                  <c:v>292.89999999999998</c:v>
                </c:pt>
                <c:pt idx="14802">
                  <c:v>137.94</c:v>
                </c:pt>
                <c:pt idx="14803">
                  <c:v>179.94</c:v>
                </c:pt>
                <c:pt idx="14804">
                  <c:v>78.97</c:v>
                </c:pt>
                <c:pt idx="14805">
                  <c:v>299.89999999999998</c:v>
                </c:pt>
                <c:pt idx="14806">
                  <c:v>114.95</c:v>
                </c:pt>
                <c:pt idx="14807">
                  <c:v>125.45</c:v>
                </c:pt>
                <c:pt idx="14808">
                  <c:v>166.94</c:v>
                </c:pt>
                <c:pt idx="14809">
                  <c:v>234.92</c:v>
                </c:pt>
                <c:pt idx="14810">
                  <c:v>104.96</c:v>
                </c:pt>
                <c:pt idx="14811">
                  <c:v>169.93</c:v>
                </c:pt>
                <c:pt idx="14812">
                  <c:v>141.94999999999999</c:v>
                </c:pt>
                <c:pt idx="14813">
                  <c:v>80.97</c:v>
                </c:pt>
                <c:pt idx="14814">
                  <c:v>91.96</c:v>
                </c:pt>
                <c:pt idx="14815">
                  <c:v>91.96</c:v>
                </c:pt>
                <c:pt idx="14816">
                  <c:v>137.94</c:v>
                </c:pt>
                <c:pt idx="14817">
                  <c:v>11.29</c:v>
                </c:pt>
                <c:pt idx="14818">
                  <c:v>146.94</c:v>
                </c:pt>
                <c:pt idx="14819">
                  <c:v>139.62</c:v>
                </c:pt>
                <c:pt idx="14820">
                  <c:v>159.69999999999999</c:v>
                </c:pt>
                <c:pt idx="14821">
                  <c:v>160.88999999999999</c:v>
                </c:pt>
                <c:pt idx="14822">
                  <c:v>183.17</c:v>
                </c:pt>
                <c:pt idx="14823">
                  <c:v>160.88999999999999</c:v>
                </c:pt>
                <c:pt idx="14824">
                  <c:v>121.48</c:v>
                </c:pt>
                <c:pt idx="14825">
                  <c:v>131.97999999999999</c:v>
                </c:pt>
                <c:pt idx="14826">
                  <c:v>434.88</c:v>
                </c:pt>
                <c:pt idx="14827">
                  <c:v>395.94</c:v>
                </c:pt>
                <c:pt idx="14828">
                  <c:v>131.97999999999999</c:v>
                </c:pt>
                <c:pt idx="14829">
                  <c:v>99.98</c:v>
                </c:pt>
                <c:pt idx="14830">
                  <c:v>131.97999999999999</c:v>
                </c:pt>
                <c:pt idx="14831">
                  <c:v>861.8</c:v>
                </c:pt>
                <c:pt idx="14832">
                  <c:v>131.97999999999999</c:v>
                </c:pt>
                <c:pt idx="14833">
                  <c:v>131.97999999999999</c:v>
                </c:pt>
                <c:pt idx="14834">
                  <c:v>131.97999999999999</c:v>
                </c:pt>
                <c:pt idx="14835">
                  <c:v>531.87</c:v>
                </c:pt>
                <c:pt idx="14836">
                  <c:v>196.97</c:v>
                </c:pt>
                <c:pt idx="14837">
                  <c:v>311.94</c:v>
                </c:pt>
                <c:pt idx="14838">
                  <c:v>131.97999999999999</c:v>
                </c:pt>
                <c:pt idx="14839">
                  <c:v>131.97999999999999</c:v>
                </c:pt>
                <c:pt idx="14840">
                  <c:v>131.97999999999999</c:v>
                </c:pt>
                <c:pt idx="14841">
                  <c:v>102.72</c:v>
                </c:pt>
                <c:pt idx="14842">
                  <c:v>203.59</c:v>
                </c:pt>
                <c:pt idx="14843">
                  <c:v>153.04</c:v>
                </c:pt>
                <c:pt idx="14844">
                  <c:v>84.99</c:v>
                </c:pt>
                <c:pt idx="14845">
                  <c:v>172.97</c:v>
                </c:pt>
                <c:pt idx="14846">
                  <c:v>65.989999999999995</c:v>
                </c:pt>
                <c:pt idx="14847">
                  <c:v>149.97999999999999</c:v>
                </c:pt>
                <c:pt idx="14848">
                  <c:v>163.89</c:v>
                </c:pt>
                <c:pt idx="14849">
                  <c:v>144.47999999999999</c:v>
                </c:pt>
                <c:pt idx="14850">
                  <c:v>158.58000000000001</c:v>
                </c:pt>
                <c:pt idx="14851">
                  <c:v>183.97</c:v>
                </c:pt>
                <c:pt idx="14852">
                  <c:v>169.98</c:v>
                </c:pt>
                <c:pt idx="14853">
                  <c:v>131.97999999999999</c:v>
                </c:pt>
                <c:pt idx="14854">
                  <c:v>169.98</c:v>
                </c:pt>
                <c:pt idx="14855">
                  <c:v>254.97</c:v>
                </c:pt>
                <c:pt idx="14856">
                  <c:v>254.97</c:v>
                </c:pt>
                <c:pt idx="14857">
                  <c:v>166.97</c:v>
                </c:pt>
                <c:pt idx="14858">
                  <c:v>169.98</c:v>
                </c:pt>
                <c:pt idx="14859">
                  <c:v>86.38</c:v>
                </c:pt>
                <c:pt idx="14860">
                  <c:v>229.96</c:v>
                </c:pt>
                <c:pt idx="14861">
                  <c:v>149.97</c:v>
                </c:pt>
                <c:pt idx="14862">
                  <c:v>76.489999999999995</c:v>
                </c:pt>
                <c:pt idx="14863">
                  <c:v>124.34</c:v>
                </c:pt>
                <c:pt idx="14864">
                  <c:v>192.16</c:v>
                </c:pt>
                <c:pt idx="14865">
                  <c:v>169.98</c:v>
                </c:pt>
                <c:pt idx="14866">
                  <c:v>339.96</c:v>
                </c:pt>
                <c:pt idx="14867">
                  <c:v>339.96</c:v>
                </c:pt>
                <c:pt idx="14868">
                  <c:v>346.43</c:v>
                </c:pt>
                <c:pt idx="14869">
                  <c:v>197.97</c:v>
                </c:pt>
                <c:pt idx="14870">
                  <c:v>304.95999999999998</c:v>
                </c:pt>
                <c:pt idx="14871">
                  <c:v>280.95</c:v>
                </c:pt>
                <c:pt idx="14872">
                  <c:v>197.97</c:v>
                </c:pt>
                <c:pt idx="14873">
                  <c:v>319.92</c:v>
                </c:pt>
                <c:pt idx="14874">
                  <c:v>172.97</c:v>
                </c:pt>
                <c:pt idx="14875">
                  <c:v>380.9</c:v>
                </c:pt>
                <c:pt idx="14876">
                  <c:v>140.13</c:v>
                </c:pt>
                <c:pt idx="14877">
                  <c:v>80.95</c:v>
                </c:pt>
                <c:pt idx="14878">
                  <c:v>171.48</c:v>
                </c:pt>
                <c:pt idx="14879">
                  <c:v>77.94</c:v>
                </c:pt>
                <c:pt idx="14880">
                  <c:v>247.92</c:v>
                </c:pt>
                <c:pt idx="14881">
                  <c:v>79.94</c:v>
                </c:pt>
                <c:pt idx="14882">
                  <c:v>215.94</c:v>
                </c:pt>
                <c:pt idx="14883">
                  <c:v>187.94</c:v>
                </c:pt>
                <c:pt idx="14884">
                  <c:v>304.92</c:v>
                </c:pt>
                <c:pt idx="14885">
                  <c:v>214.95</c:v>
                </c:pt>
                <c:pt idx="14886">
                  <c:v>213.28</c:v>
                </c:pt>
                <c:pt idx="14887">
                  <c:v>43.91</c:v>
                </c:pt>
                <c:pt idx="14888">
                  <c:v>219.94</c:v>
                </c:pt>
                <c:pt idx="14889">
                  <c:v>219.94</c:v>
                </c:pt>
                <c:pt idx="14890">
                  <c:v>150.26</c:v>
                </c:pt>
                <c:pt idx="14891">
                  <c:v>131.97999999999999</c:v>
                </c:pt>
                <c:pt idx="14892">
                  <c:v>199.96</c:v>
                </c:pt>
                <c:pt idx="14893">
                  <c:v>191.93</c:v>
                </c:pt>
                <c:pt idx="14894">
                  <c:v>209.95</c:v>
                </c:pt>
                <c:pt idx="14895">
                  <c:v>209.94</c:v>
                </c:pt>
                <c:pt idx="14896">
                  <c:v>234.93</c:v>
                </c:pt>
                <c:pt idx="14897">
                  <c:v>219.94</c:v>
                </c:pt>
                <c:pt idx="14898">
                  <c:v>97.52</c:v>
                </c:pt>
                <c:pt idx="14899">
                  <c:v>121.98</c:v>
                </c:pt>
                <c:pt idx="14900">
                  <c:v>155.97</c:v>
                </c:pt>
                <c:pt idx="14901">
                  <c:v>121.98</c:v>
                </c:pt>
                <c:pt idx="14902">
                  <c:v>198.96</c:v>
                </c:pt>
                <c:pt idx="14903">
                  <c:v>120.15</c:v>
                </c:pt>
                <c:pt idx="14904">
                  <c:v>135.97</c:v>
                </c:pt>
                <c:pt idx="14905">
                  <c:v>182.97</c:v>
                </c:pt>
                <c:pt idx="14906">
                  <c:v>121.98</c:v>
                </c:pt>
                <c:pt idx="14907">
                  <c:v>118.01</c:v>
                </c:pt>
                <c:pt idx="14908">
                  <c:v>60.99</c:v>
                </c:pt>
                <c:pt idx="14909">
                  <c:v>171.96</c:v>
                </c:pt>
                <c:pt idx="14910">
                  <c:v>121.98</c:v>
                </c:pt>
                <c:pt idx="14911">
                  <c:v>118.93</c:v>
                </c:pt>
                <c:pt idx="14912">
                  <c:v>60.99</c:v>
                </c:pt>
                <c:pt idx="14913">
                  <c:v>121.98</c:v>
                </c:pt>
                <c:pt idx="14914">
                  <c:v>131.97999999999999</c:v>
                </c:pt>
                <c:pt idx="14915">
                  <c:v>133.44999999999999</c:v>
                </c:pt>
                <c:pt idx="14916">
                  <c:v>152.97</c:v>
                </c:pt>
                <c:pt idx="14917">
                  <c:v>131.97999999999999</c:v>
                </c:pt>
                <c:pt idx="14918">
                  <c:v>131.97999999999999</c:v>
                </c:pt>
                <c:pt idx="14919">
                  <c:v>121.98</c:v>
                </c:pt>
                <c:pt idx="14920">
                  <c:v>121.98</c:v>
                </c:pt>
                <c:pt idx="14921">
                  <c:v>133.47</c:v>
                </c:pt>
                <c:pt idx="14922">
                  <c:v>141.97</c:v>
                </c:pt>
                <c:pt idx="14923">
                  <c:v>131.97999999999999</c:v>
                </c:pt>
                <c:pt idx="14924">
                  <c:v>152.97</c:v>
                </c:pt>
                <c:pt idx="14925">
                  <c:v>186.97</c:v>
                </c:pt>
                <c:pt idx="14926">
                  <c:v>131.97999999999999</c:v>
                </c:pt>
                <c:pt idx="14927">
                  <c:v>131.97999999999999</c:v>
                </c:pt>
                <c:pt idx="14928">
                  <c:v>103.96</c:v>
                </c:pt>
                <c:pt idx="14929">
                  <c:v>211.96</c:v>
                </c:pt>
                <c:pt idx="14930">
                  <c:v>64.930000000000007</c:v>
                </c:pt>
                <c:pt idx="14931">
                  <c:v>65.180000000000007</c:v>
                </c:pt>
                <c:pt idx="14932">
                  <c:v>65.33</c:v>
                </c:pt>
                <c:pt idx="14933">
                  <c:v>65.33</c:v>
                </c:pt>
                <c:pt idx="14934">
                  <c:v>64.67</c:v>
                </c:pt>
                <c:pt idx="14935">
                  <c:v>65.989999999999995</c:v>
                </c:pt>
                <c:pt idx="14936">
                  <c:v>65.33</c:v>
                </c:pt>
                <c:pt idx="14937">
                  <c:v>144.65</c:v>
                </c:pt>
                <c:pt idx="14938">
                  <c:v>65.33</c:v>
                </c:pt>
                <c:pt idx="14939">
                  <c:v>105.32</c:v>
                </c:pt>
                <c:pt idx="14940">
                  <c:v>129.85</c:v>
                </c:pt>
                <c:pt idx="14941">
                  <c:v>151.97</c:v>
                </c:pt>
                <c:pt idx="14942">
                  <c:v>80.98</c:v>
                </c:pt>
                <c:pt idx="14943">
                  <c:v>65.19</c:v>
                </c:pt>
                <c:pt idx="14944">
                  <c:v>124.31</c:v>
                </c:pt>
                <c:pt idx="14945">
                  <c:v>80.319999999999993</c:v>
                </c:pt>
                <c:pt idx="14946">
                  <c:v>65.33</c:v>
                </c:pt>
                <c:pt idx="14947">
                  <c:v>65.989999999999995</c:v>
                </c:pt>
                <c:pt idx="14948">
                  <c:v>131.32</c:v>
                </c:pt>
                <c:pt idx="14949">
                  <c:v>131.97999999999999</c:v>
                </c:pt>
                <c:pt idx="14950">
                  <c:v>39.99</c:v>
                </c:pt>
                <c:pt idx="14951">
                  <c:v>146.31</c:v>
                </c:pt>
                <c:pt idx="14952">
                  <c:v>65.33</c:v>
                </c:pt>
                <c:pt idx="14953">
                  <c:v>65.989999999999995</c:v>
                </c:pt>
                <c:pt idx="14954">
                  <c:v>65.989999999999995</c:v>
                </c:pt>
                <c:pt idx="14955">
                  <c:v>65.33</c:v>
                </c:pt>
                <c:pt idx="14956">
                  <c:v>65.290000000000006</c:v>
                </c:pt>
                <c:pt idx="14957">
                  <c:v>65.33</c:v>
                </c:pt>
                <c:pt idx="14958">
                  <c:v>65.33</c:v>
                </c:pt>
                <c:pt idx="14959">
                  <c:v>65.989999999999995</c:v>
                </c:pt>
                <c:pt idx="14960">
                  <c:v>65.33</c:v>
                </c:pt>
                <c:pt idx="14961">
                  <c:v>105.98</c:v>
                </c:pt>
                <c:pt idx="14962">
                  <c:v>65.33</c:v>
                </c:pt>
                <c:pt idx="14963">
                  <c:v>105.98</c:v>
                </c:pt>
                <c:pt idx="14964">
                  <c:v>126.82</c:v>
                </c:pt>
                <c:pt idx="14965">
                  <c:v>68.72</c:v>
                </c:pt>
                <c:pt idx="14966">
                  <c:v>129.19</c:v>
                </c:pt>
                <c:pt idx="14967">
                  <c:v>84.99</c:v>
                </c:pt>
                <c:pt idx="14968">
                  <c:v>84.99</c:v>
                </c:pt>
                <c:pt idx="14969">
                  <c:v>65.989999999999995</c:v>
                </c:pt>
                <c:pt idx="14970">
                  <c:v>65.989999999999995</c:v>
                </c:pt>
                <c:pt idx="14971">
                  <c:v>65.989999999999995</c:v>
                </c:pt>
                <c:pt idx="14972">
                  <c:v>65.989999999999995</c:v>
                </c:pt>
                <c:pt idx="14973">
                  <c:v>84.99</c:v>
                </c:pt>
                <c:pt idx="14974">
                  <c:v>169.98</c:v>
                </c:pt>
                <c:pt idx="14975">
                  <c:v>84.99</c:v>
                </c:pt>
                <c:pt idx="14976">
                  <c:v>84.99</c:v>
                </c:pt>
                <c:pt idx="14977">
                  <c:v>169.98</c:v>
                </c:pt>
                <c:pt idx="14978">
                  <c:v>84.99</c:v>
                </c:pt>
                <c:pt idx="14979">
                  <c:v>129.97999999999999</c:v>
                </c:pt>
                <c:pt idx="14980">
                  <c:v>169.98</c:v>
                </c:pt>
                <c:pt idx="14981">
                  <c:v>169.98</c:v>
                </c:pt>
                <c:pt idx="14982">
                  <c:v>84.99</c:v>
                </c:pt>
                <c:pt idx="14983">
                  <c:v>84.99</c:v>
                </c:pt>
                <c:pt idx="14984">
                  <c:v>84.99</c:v>
                </c:pt>
                <c:pt idx="14985">
                  <c:v>77.739999999999995</c:v>
                </c:pt>
                <c:pt idx="14986">
                  <c:v>120.43</c:v>
                </c:pt>
                <c:pt idx="14987">
                  <c:v>65.989999999999995</c:v>
                </c:pt>
                <c:pt idx="14988">
                  <c:v>169.98</c:v>
                </c:pt>
                <c:pt idx="14989">
                  <c:v>208.07</c:v>
                </c:pt>
                <c:pt idx="14990">
                  <c:v>83.69</c:v>
                </c:pt>
                <c:pt idx="14991">
                  <c:v>65.989999999999995</c:v>
                </c:pt>
                <c:pt idx="14992">
                  <c:v>65.989999999999995</c:v>
                </c:pt>
                <c:pt idx="14993">
                  <c:v>164.64</c:v>
                </c:pt>
                <c:pt idx="14994">
                  <c:v>169.98</c:v>
                </c:pt>
                <c:pt idx="14995">
                  <c:v>130.31</c:v>
                </c:pt>
                <c:pt idx="14996">
                  <c:v>252.43</c:v>
                </c:pt>
                <c:pt idx="14997">
                  <c:v>145.83000000000001</c:v>
                </c:pt>
                <c:pt idx="14998">
                  <c:v>61.98</c:v>
                </c:pt>
                <c:pt idx="14999">
                  <c:v>204.61</c:v>
                </c:pt>
                <c:pt idx="15000">
                  <c:v>234.62</c:v>
                </c:pt>
                <c:pt idx="15001">
                  <c:v>131.97999999999999</c:v>
                </c:pt>
                <c:pt idx="15002">
                  <c:v>216.01</c:v>
                </c:pt>
                <c:pt idx="15003">
                  <c:v>179.94</c:v>
                </c:pt>
                <c:pt idx="15004">
                  <c:v>179.94</c:v>
                </c:pt>
                <c:pt idx="15005">
                  <c:v>121.98</c:v>
                </c:pt>
                <c:pt idx="15006">
                  <c:v>155.96</c:v>
                </c:pt>
                <c:pt idx="15007">
                  <c:v>155.96</c:v>
                </c:pt>
                <c:pt idx="15008">
                  <c:v>155.96</c:v>
                </c:pt>
                <c:pt idx="15009">
                  <c:v>131.97999999999999</c:v>
                </c:pt>
                <c:pt idx="15010">
                  <c:v>205.95</c:v>
                </c:pt>
                <c:pt idx="15011">
                  <c:v>131.97999999999999</c:v>
                </c:pt>
                <c:pt idx="15012">
                  <c:v>180.62</c:v>
                </c:pt>
                <c:pt idx="15013">
                  <c:v>131.97999999999999</c:v>
                </c:pt>
                <c:pt idx="15014">
                  <c:v>179.94</c:v>
                </c:pt>
                <c:pt idx="15015">
                  <c:v>203.92</c:v>
                </c:pt>
                <c:pt idx="15016">
                  <c:v>165.46</c:v>
                </c:pt>
                <c:pt idx="15017">
                  <c:v>245.93</c:v>
                </c:pt>
                <c:pt idx="15018">
                  <c:v>58.38</c:v>
                </c:pt>
                <c:pt idx="15019">
                  <c:v>59.97</c:v>
                </c:pt>
                <c:pt idx="15020">
                  <c:v>98.16</c:v>
                </c:pt>
                <c:pt idx="15021">
                  <c:v>99.98</c:v>
                </c:pt>
                <c:pt idx="15022">
                  <c:v>65.98</c:v>
                </c:pt>
                <c:pt idx="15023">
                  <c:v>84.97</c:v>
                </c:pt>
                <c:pt idx="15024">
                  <c:v>51.49</c:v>
                </c:pt>
                <c:pt idx="15025">
                  <c:v>-18.989999999999998</c:v>
                </c:pt>
                <c:pt idx="15026">
                  <c:v>112.95</c:v>
                </c:pt>
                <c:pt idx="15027">
                  <c:v>59.84</c:v>
                </c:pt>
                <c:pt idx="15028">
                  <c:v>65.98</c:v>
                </c:pt>
                <c:pt idx="15029">
                  <c:v>65.98</c:v>
                </c:pt>
                <c:pt idx="15030">
                  <c:v>59.37</c:v>
                </c:pt>
                <c:pt idx="15031">
                  <c:v>-79.180000000000007</c:v>
                </c:pt>
                <c:pt idx="15032">
                  <c:v>-39.99</c:v>
                </c:pt>
                <c:pt idx="15033">
                  <c:v>64.319999999999993</c:v>
                </c:pt>
                <c:pt idx="15034">
                  <c:v>54.99</c:v>
                </c:pt>
                <c:pt idx="15035">
                  <c:v>113.47</c:v>
                </c:pt>
                <c:pt idx="15036">
                  <c:v>64.98</c:v>
                </c:pt>
                <c:pt idx="15037">
                  <c:v>84.99</c:v>
                </c:pt>
                <c:pt idx="15038">
                  <c:v>39.99</c:v>
                </c:pt>
                <c:pt idx="15039">
                  <c:v>99.98</c:v>
                </c:pt>
                <c:pt idx="15040">
                  <c:v>84.99</c:v>
                </c:pt>
                <c:pt idx="15041">
                  <c:v>79.98</c:v>
                </c:pt>
                <c:pt idx="15042">
                  <c:v>99.98</c:v>
                </c:pt>
                <c:pt idx="15043">
                  <c:v>80.08</c:v>
                </c:pt>
                <c:pt idx="15044">
                  <c:v>65.98</c:v>
                </c:pt>
                <c:pt idx="15045">
                  <c:v>69.98</c:v>
                </c:pt>
                <c:pt idx="15046">
                  <c:v>44.49</c:v>
                </c:pt>
                <c:pt idx="15047">
                  <c:v>51.49</c:v>
                </c:pt>
                <c:pt idx="15048">
                  <c:v>49.99</c:v>
                </c:pt>
                <c:pt idx="15049">
                  <c:v>79.180000000000007</c:v>
                </c:pt>
                <c:pt idx="15050">
                  <c:v>85.83</c:v>
                </c:pt>
                <c:pt idx="15051">
                  <c:v>115.97</c:v>
                </c:pt>
                <c:pt idx="15052">
                  <c:v>79.75</c:v>
                </c:pt>
                <c:pt idx="15053">
                  <c:v>99.98</c:v>
                </c:pt>
                <c:pt idx="15054">
                  <c:v>63.66</c:v>
                </c:pt>
                <c:pt idx="15055">
                  <c:v>65.98</c:v>
                </c:pt>
                <c:pt idx="15056">
                  <c:v>65.319999999999993</c:v>
                </c:pt>
                <c:pt idx="15057">
                  <c:v>69.98</c:v>
                </c:pt>
                <c:pt idx="15058">
                  <c:v>51.49</c:v>
                </c:pt>
                <c:pt idx="15059">
                  <c:v>79.38</c:v>
                </c:pt>
                <c:pt idx="15060">
                  <c:v>98.82</c:v>
                </c:pt>
                <c:pt idx="15061">
                  <c:v>97.47</c:v>
                </c:pt>
                <c:pt idx="15062">
                  <c:v>84.98</c:v>
                </c:pt>
                <c:pt idx="15063">
                  <c:v>99.98</c:v>
                </c:pt>
                <c:pt idx="15064">
                  <c:v>99.98</c:v>
                </c:pt>
                <c:pt idx="15065">
                  <c:v>64.98</c:v>
                </c:pt>
                <c:pt idx="15066">
                  <c:v>84.99</c:v>
                </c:pt>
                <c:pt idx="15067">
                  <c:v>84.99</c:v>
                </c:pt>
                <c:pt idx="15068">
                  <c:v>99.98</c:v>
                </c:pt>
                <c:pt idx="15069">
                  <c:v>99.98</c:v>
                </c:pt>
                <c:pt idx="15070">
                  <c:v>51.49</c:v>
                </c:pt>
                <c:pt idx="15071">
                  <c:v>65.98</c:v>
                </c:pt>
                <c:pt idx="15072">
                  <c:v>58.98</c:v>
                </c:pt>
                <c:pt idx="15073">
                  <c:v>64.98</c:v>
                </c:pt>
                <c:pt idx="15074">
                  <c:v>69.33</c:v>
                </c:pt>
                <c:pt idx="15075">
                  <c:v>84.99</c:v>
                </c:pt>
                <c:pt idx="15076">
                  <c:v>79.98</c:v>
                </c:pt>
                <c:pt idx="15077">
                  <c:v>84.99</c:v>
                </c:pt>
                <c:pt idx="15078">
                  <c:v>84.99</c:v>
                </c:pt>
                <c:pt idx="15079">
                  <c:v>85.83</c:v>
                </c:pt>
                <c:pt idx="15080">
                  <c:v>84.99</c:v>
                </c:pt>
                <c:pt idx="15081">
                  <c:v>65.989999999999995</c:v>
                </c:pt>
                <c:pt idx="15082">
                  <c:v>137.46</c:v>
                </c:pt>
                <c:pt idx="15083">
                  <c:v>65.989999999999995</c:v>
                </c:pt>
                <c:pt idx="15084">
                  <c:v>81.819999999999993</c:v>
                </c:pt>
                <c:pt idx="15085">
                  <c:v>84.99</c:v>
                </c:pt>
                <c:pt idx="15086">
                  <c:v>65.989999999999995</c:v>
                </c:pt>
                <c:pt idx="15087">
                  <c:v>75.98</c:v>
                </c:pt>
                <c:pt idx="15088">
                  <c:v>99.98</c:v>
                </c:pt>
                <c:pt idx="15089">
                  <c:v>70.989999999999995</c:v>
                </c:pt>
                <c:pt idx="15090">
                  <c:v>72.239999999999995</c:v>
                </c:pt>
                <c:pt idx="15091">
                  <c:v>84.99</c:v>
                </c:pt>
                <c:pt idx="15092">
                  <c:v>84.99</c:v>
                </c:pt>
                <c:pt idx="15093">
                  <c:v>84.99</c:v>
                </c:pt>
                <c:pt idx="15094">
                  <c:v>84.99</c:v>
                </c:pt>
                <c:pt idx="15095">
                  <c:v>84.99</c:v>
                </c:pt>
                <c:pt idx="15096">
                  <c:v>84.99</c:v>
                </c:pt>
                <c:pt idx="15097">
                  <c:v>84.99</c:v>
                </c:pt>
                <c:pt idx="15098">
                  <c:v>84.99</c:v>
                </c:pt>
                <c:pt idx="15099">
                  <c:v>84.99</c:v>
                </c:pt>
                <c:pt idx="15100">
                  <c:v>65.989999999999995</c:v>
                </c:pt>
                <c:pt idx="15101">
                  <c:v>105.98</c:v>
                </c:pt>
                <c:pt idx="15102">
                  <c:v>84.99</c:v>
                </c:pt>
                <c:pt idx="15103">
                  <c:v>84.99</c:v>
                </c:pt>
                <c:pt idx="15104">
                  <c:v>102.98</c:v>
                </c:pt>
                <c:pt idx="15105">
                  <c:v>105.98</c:v>
                </c:pt>
                <c:pt idx="15106">
                  <c:v>84.99</c:v>
                </c:pt>
                <c:pt idx="15107">
                  <c:v>84.99</c:v>
                </c:pt>
                <c:pt idx="15108">
                  <c:v>105.98</c:v>
                </c:pt>
                <c:pt idx="15109">
                  <c:v>65.989999999999995</c:v>
                </c:pt>
                <c:pt idx="15110">
                  <c:v>84.99</c:v>
                </c:pt>
                <c:pt idx="15111">
                  <c:v>57.98</c:v>
                </c:pt>
                <c:pt idx="15112">
                  <c:v>65.989999999999995</c:v>
                </c:pt>
                <c:pt idx="15113">
                  <c:v>84.99</c:v>
                </c:pt>
                <c:pt idx="15114">
                  <c:v>84.99</c:v>
                </c:pt>
                <c:pt idx="15115">
                  <c:v>84.99</c:v>
                </c:pt>
                <c:pt idx="15116">
                  <c:v>89.98</c:v>
                </c:pt>
                <c:pt idx="15117">
                  <c:v>84.99</c:v>
                </c:pt>
                <c:pt idx="15118">
                  <c:v>68.81</c:v>
                </c:pt>
                <c:pt idx="15119">
                  <c:v>84.99</c:v>
                </c:pt>
                <c:pt idx="15120">
                  <c:v>84.99</c:v>
                </c:pt>
                <c:pt idx="15121">
                  <c:v>105.98</c:v>
                </c:pt>
                <c:pt idx="15122">
                  <c:v>68.989999999999995</c:v>
                </c:pt>
                <c:pt idx="15123">
                  <c:v>84.99</c:v>
                </c:pt>
                <c:pt idx="15124">
                  <c:v>84.99</c:v>
                </c:pt>
                <c:pt idx="15125">
                  <c:v>84.99</c:v>
                </c:pt>
                <c:pt idx="15126">
                  <c:v>84.99</c:v>
                </c:pt>
                <c:pt idx="15127">
                  <c:v>84.99</c:v>
                </c:pt>
                <c:pt idx="15128">
                  <c:v>200.05</c:v>
                </c:pt>
                <c:pt idx="15129">
                  <c:v>212.62</c:v>
                </c:pt>
                <c:pt idx="15130">
                  <c:v>122.97</c:v>
                </c:pt>
                <c:pt idx="15131">
                  <c:v>216.96</c:v>
                </c:pt>
                <c:pt idx="15132">
                  <c:v>225.95</c:v>
                </c:pt>
                <c:pt idx="15133">
                  <c:v>263.95999999999998</c:v>
                </c:pt>
                <c:pt idx="15134">
                  <c:v>184.77</c:v>
                </c:pt>
                <c:pt idx="15135">
                  <c:v>263.95999999999998</c:v>
                </c:pt>
                <c:pt idx="15136">
                  <c:v>238.96</c:v>
                </c:pt>
                <c:pt idx="15137">
                  <c:v>263.95999999999998</c:v>
                </c:pt>
                <c:pt idx="15138">
                  <c:v>83.48</c:v>
                </c:pt>
                <c:pt idx="15139">
                  <c:v>97.98</c:v>
                </c:pt>
                <c:pt idx="15140">
                  <c:v>-10</c:v>
                </c:pt>
                <c:pt idx="15141">
                  <c:v>145.37</c:v>
                </c:pt>
                <c:pt idx="15142">
                  <c:v>-5.75</c:v>
                </c:pt>
                <c:pt idx="15143">
                  <c:v>39.99</c:v>
                </c:pt>
                <c:pt idx="15144">
                  <c:v>130.38</c:v>
                </c:pt>
                <c:pt idx="15145">
                  <c:v>98.83</c:v>
                </c:pt>
                <c:pt idx="15146">
                  <c:v>127.98</c:v>
                </c:pt>
                <c:pt idx="15147">
                  <c:v>53.18</c:v>
                </c:pt>
                <c:pt idx="15148">
                  <c:v>84.98</c:v>
                </c:pt>
                <c:pt idx="15149">
                  <c:v>59.98</c:v>
                </c:pt>
                <c:pt idx="15150">
                  <c:v>176.84</c:v>
                </c:pt>
                <c:pt idx="15151">
                  <c:v>54.99</c:v>
                </c:pt>
                <c:pt idx="15152">
                  <c:v>99.29</c:v>
                </c:pt>
                <c:pt idx="15153">
                  <c:v>59.14</c:v>
                </c:pt>
                <c:pt idx="15154">
                  <c:v>278.95</c:v>
                </c:pt>
                <c:pt idx="15155">
                  <c:v>147.12</c:v>
                </c:pt>
                <c:pt idx="15156">
                  <c:v>68.989999999999995</c:v>
                </c:pt>
                <c:pt idx="15157">
                  <c:v>59.98</c:v>
                </c:pt>
                <c:pt idx="15158">
                  <c:v>113.59</c:v>
                </c:pt>
                <c:pt idx="15159">
                  <c:v>68.989999999999995</c:v>
                </c:pt>
                <c:pt idx="15160">
                  <c:v>-13</c:v>
                </c:pt>
                <c:pt idx="15161">
                  <c:v>67.489999999999995</c:v>
                </c:pt>
                <c:pt idx="15162">
                  <c:v>126.98</c:v>
                </c:pt>
                <c:pt idx="15163">
                  <c:v>276.22000000000003</c:v>
                </c:pt>
                <c:pt idx="15164">
                  <c:v>83.69</c:v>
                </c:pt>
                <c:pt idx="15165">
                  <c:v>69.989999999999995</c:v>
                </c:pt>
                <c:pt idx="15166">
                  <c:v>137.29</c:v>
                </c:pt>
                <c:pt idx="15167">
                  <c:v>68.3</c:v>
                </c:pt>
                <c:pt idx="15168">
                  <c:v>119.96</c:v>
                </c:pt>
                <c:pt idx="15169">
                  <c:v>65.61</c:v>
                </c:pt>
                <c:pt idx="15170">
                  <c:v>84.99</c:v>
                </c:pt>
                <c:pt idx="15171">
                  <c:v>80.98</c:v>
                </c:pt>
                <c:pt idx="15172">
                  <c:v>131.97999999999999</c:v>
                </c:pt>
                <c:pt idx="15173">
                  <c:v>113.47</c:v>
                </c:pt>
                <c:pt idx="15174">
                  <c:v>131.97999999999999</c:v>
                </c:pt>
                <c:pt idx="15175">
                  <c:v>65.989999999999995</c:v>
                </c:pt>
                <c:pt idx="15176">
                  <c:v>135.97999999999999</c:v>
                </c:pt>
                <c:pt idx="15177">
                  <c:v>135.97999999999999</c:v>
                </c:pt>
                <c:pt idx="15178">
                  <c:v>113.47</c:v>
                </c:pt>
                <c:pt idx="15179">
                  <c:v>135.97999999999999</c:v>
                </c:pt>
                <c:pt idx="15180">
                  <c:v>86.07</c:v>
                </c:pt>
                <c:pt idx="15181">
                  <c:v>144.72999999999999</c:v>
                </c:pt>
                <c:pt idx="15182">
                  <c:v>86.07</c:v>
                </c:pt>
                <c:pt idx="15183">
                  <c:v>53.43</c:v>
                </c:pt>
                <c:pt idx="15184">
                  <c:v>53.43</c:v>
                </c:pt>
                <c:pt idx="15185">
                  <c:v>80.98</c:v>
                </c:pt>
                <c:pt idx="15186">
                  <c:v>65.989999999999995</c:v>
                </c:pt>
                <c:pt idx="15187">
                  <c:v>80.98</c:v>
                </c:pt>
                <c:pt idx="15188">
                  <c:v>135.97999999999999</c:v>
                </c:pt>
                <c:pt idx="15189">
                  <c:v>-131.97999999999999</c:v>
                </c:pt>
                <c:pt idx="15190">
                  <c:v>67.98</c:v>
                </c:pt>
                <c:pt idx="15191">
                  <c:v>131.97999999999999</c:v>
                </c:pt>
                <c:pt idx="15192">
                  <c:v>131.97999999999999</c:v>
                </c:pt>
                <c:pt idx="15193">
                  <c:v>80.86</c:v>
                </c:pt>
                <c:pt idx="15194">
                  <c:v>80.98</c:v>
                </c:pt>
                <c:pt idx="15195">
                  <c:v>65.989999999999995</c:v>
                </c:pt>
                <c:pt idx="15196">
                  <c:v>65.989999999999995</c:v>
                </c:pt>
                <c:pt idx="15197">
                  <c:v>161.96</c:v>
                </c:pt>
                <c:pt idx="15198">
                  <c:v>67.98</c:v>
                </c:pt>
                <c:pt idx="15199">
                  <c:v>82.47</c:v>
                </c:pt>
                <c:pt idx="15200">
                  <c:v>161.96</c:v>
                </c:pt>
                <c:pt idx="15201">
                  <c:v>65.989999999999995</c:v>
                </c:pt>
                <c:pt idx="15202">
                  <c:v>78.819999999999993</c:v>
                </c:pt>
                <c:pt idx="15203">
                  <c:v>78.819999999999993</c:v>
                </c:pt>
                <c:pt idx="15204">
                  <c:v>95.97</c:v>
                </c:pt>
                <c:pt idx="15205">
                  <c:v>65.989999999999995</c:v>
                </c:pt>
                <c:pt idx="15206">
                  <c:v>95.97</c:v>
                </c:pt>
                <c:pt idx="15207">
                  <c:v>82.47</c:v>
                </c:pt>
                <c:pt idx="15208">
                  <c:v>65.989999999999995</c:v>
                </c:pt>
                <c:pt idx="15209">
                  <c:v>80.86</c:v>
                </c:pt>
                <c:pt idx="15210">
                  <c:v>131.97999999999999</c:v>
                </c:pt>
                <c:pt idx="15211">
                  <c:v>131.97999999999999</c:v>
                </c:pt>
                <c:pt idx="15212">
                  <c:v>65.989999999999995</c:v>
                </c:pt>
                <c:pt idx="15213">
                  <c:v>62.88</c:v>
                </c:pt>
                <c:pt idx="15214">
                  <c:v>161.96</c:v>
                </c:pt>
                <c:pt idx="15215">
                  <c:v>161.96</c:v>
                </c:pt>
                <c:pt idx="15216">
                  <c:v>62.88</c:v>
                </c:pt>
                <c:pt idx="15217">
                  <c:v>144.72999999999999</c:v>
                </c:pt>
                <c:pt idx="15218">
                  <c:v>-131.97999999999999</c:v>
                </c:pt>
                <c:pt idx="15219">
                  <c:v>80.98</c:v>
                </c:pt>
                <c:pt idx="15220">
                  <c:v>80.98</c:v>
                </c:pt>
                <c:pt idx="15221">
                  <c:v>84.99</c:v>
                </c:pt>
                <c:pt idx="15222">
                  <c:v>183.16</c:v>
                </c:pt>
                <c:pt idx="15223">
                  <c:v>19.29</c:v>
                </c:pt>
                <c:pt idx="15224">
                  <c:v>187.97</c:v>
                </c:pt>
                <c:pt idx="15225">
                  <c:v>65.989999999999995</c:v>
                </c:pt>
                <c:pt idx="15226">
                  <c:v>79.989999999999995</c:v>
                </c:pt>
                <c:pt idx="15227">
                  <c:v>79.989999999999995</c:v>
                </c:pt>
                <c:pt idx="15228">
                  <c:v>65.989999999999995</c:v>
                </c:pt>
                <c:pt idx="15229">
                  <c:v>65.989999999999995</c:v>
                </c:pt>
                <c:pt idx="15230">
                  <c:v>65.989999999999995</c:v>
                </c:pt>
                <c:pt idx="15231">
                  <c:v>-1.3</c:v>
                </c:pt>
                <c:pt idx="15232">
                  <c:v>79.989999999999995</c:v>
                </c:pt>
                <c:pt idx="15233">
                  <c:v>79.989999999999995</c:v>
                </c:pt>
                <c:pt idx="15234">
                  <c:v>84.99</c:v>
                </c:pt>
                <c:pt idx="15235">
                  <c:v>79.989999999999995</c:v>
                </c:pt>
                <c:pt idx="15236">
                  <c:v>149.94999999999999</c:v>
                </c:pt>
                <c:pt idx="15237">
                  <c:v>169.98</c:v>
                </c:pt>
                <c:pt idx="15238">
                  <c:v>97.98</c:v>
                </c:pt>
                <c:pt idx="15239">
                  <c:v>-1.3</c:v>
                </c:pt>
                <c:pt idx="15240">
                  <c:v>60.99</c:v>
                </c:pt>
                <c:pt idx="15241">
                  <c:v>115.98</c:v>
                </c:pt>
                <c:pt idx="15242">
                  <c:v>19.29</c:v>
                </c:pt>
                <c:pt idx="15243">
                  <c:v>263.95999999999998</c:v>
                </c:pt>
                <c:pt idx="15244">
                  <c:v>-65.989999999999995</c:v>
                </c:pt>
                <c:pt idx="15245">
                  <c:v>159.97999999999999</c:v>
                </c:pt>
                <c:pt idx="15246">
                  <c:v>19.29</c:v>
                </c:pt>
                <c:pt idx="15247">
                  <c:v>46.29</c:v>
                </c:pt>
                <c:pt idx="15248">
                  <c:v>89.98</c:v>
                </c:pt>
                <c:pt idx="15249">
                  <c:v>67.98</c:v>
                </c:pt>
                <c:pt idx="15250">
                  <c:v>59.98</c:v>
                </c:pt>
                <c:pt idx="15251">
                  <c:v>-1.3</c:v>
                </c:pt>
                <c:pt idx="15252">
                  <c:v>84.99</c:v>
                </c:pt>
                <c:pt idx="15253">
                  <c:v>97.98</c:v>
                </c:pt>
                <c:pt idx="15254">
                  <c:v>309.95</c:v>
                </c:pt>
                <c:pt idx="15255">
                  <c:v>404.95</c:v>
                </c:pt>
                <c:pt idx="15256">
                  <c:v>339.96</c:v>
                </c:pt>
                <c:pt idx="15257">
                  <c:v>424.95</c:v>
                </c:pt>
                <c:pt idx="15258">
                  <c:v>339.96</c:v>
                </c:pt>
                <c:pt idx="15259">
                  <c:v>263.95999999999998</c:v>
                </c:pt>
                <c:pt idx="15260">
                  <c:v>339.96</c:v>
                </c:pt>
                <c:pt idx="15261">
                  <c:v>263.95999999999998</c:v>
                </c:pt>
                <c:pt idx="15262">
                  <c:v>141.97</c:v>
                </c:pt>
                <c:pt idx="15263">
                  <c:v>129.96</c:v>
                </c:pt>
                <c:pt idx="15264">
                  <c:v>171.97</c:v>
                </c:pt>
                <c:pt idx="15265">
                  <c:v>146.97</c:v>
                </c:pt>
                <c:pt idx="15266">
                  <c:v>179.46</c:v>
                </c:pt>
                <c:pt idx="15267">
                  <c:v>175.56</c:v>
                </c:pt>
                <c:pt idx="15268">
                  <c:v>160.96</c:v>
                </c:pt>
                <c:pt idx="15269">
                  <c:v>146.97</c:v>
                </c:pt>
                <c:pt idx="15270">
                  <c:v>212.96</c:v>
                </c:pt>
                <c:pt idx="15271">
                  <c:v>121.98</c:v>
                </c:pt>
                <c:pt idx="15272">
                  <c:v>171.97</c:v>
                </c:pt>
                <c:pt idx="15273">
                  <c:v>146.97</c:v>
                </c:pt>
                <c:pt idx="15274">
                  <c:v>154.69999999999999</c:v>
                </c:pt>
                <c:pt idx="15275">
                  <c:v>164.96</c:v>
                </c:pt>
                <c:pt idx="15276">
                  <c:v>168</c:v>
                </c:pt>
                <c:pt idx="15277">
                  <c:v>131.97999999999999</c:v>
                </c:pt>
                <c:pt idx="15278">
                  <c:v>169.98</c:v>
                </c:pt>
                <c:pt idx="15279">
                  <c:v>132.27000000000001</c:v>
                </c:pt>
                <c:pt idx="15280">
                  <c:v>148.76</c:v>
                </c:pt>
                <c:pt idx="15281">
                  <c:v>50.09</c:v>
                </c:pt>
                <c:pt idx="15282">
                  <c:v>59.98</c:v>
                </c:pt>
                <c:pt idx="15283">
                  <c:v>55.98</c:v>
                </c:pt>
                <c:pt idx="15284">
                  <c:v>93.98</c:v>
                </c:pt>
                <c:pt idx="15285">
                  <c:v>59.98</c:v>
                </c:pt>
                <c:pt idx="15286">
                  <c:v>89.97</c:v>
                </c:pt>
                <c:pt idx="15287">
                  <c:v>90.97</c:v>
                </c:pt>
                <c:pt idx="15288">
                  <c:v>157.97</c:v>
                </c:pt>
                <c:pt idx="15289">
                  <c:v>125.97</c:v>
                </c:pt>
                <c:pt idx="15290">
                  <c:v>59.98</c:v>
                </c:pt>
                <c:pt idx="15291">
                  <c:v>59.98</c:v>
                </c:pt>
                <c:pt idx="15292">
                  <c:v>125.97</c:v>
                </c:pt>
                <c:pt idx="15293">
                  <c:v>125.97</c:v>
                </c:pt>
                <c:pt idx="15294">
                  <c:v>125.97</c:v>
                </c:pt>
                <c:pt idx="15295">
                  <c:v>117.97</c:v>
                </c:pt>
                <c:pt idx="15296">
                  <c:v>146.09</c:v>
                </c:pt>
                <c:pt idx="15297">
                  <c:v>59.98</c:v>
                </c:pt>
                <c:pt idx="15298">
                  <c:v>163.96</c:v>
                </c:pt>
                <c:pt idx="15299">
                  <c:v>117.96</c:v>
                </c:pt>
                <c:pt idx="15300">
                  <c:v>74.98</c:v>
                </c:pt>
                <c:pt idx="15301">
                  <c:v>102.37</c:v>
                </c:pt>
                <c:pt idx="15302">
                  <c:v>99.09</c:v>
                </c:pt>
                <c:pt idx="15303">
                  <c:v>150.96</c:v>
                </c:pt>
                <c:pt idx="15304">
                  <c:v>99.98</c:v>
                </c:pt>
                <c:pt idx="15305">
                  <c:v>90.98</c:v>
                </c:pt>
                <c:pt idx="15306">
                  <c:v>138.97</c:v>
                </c:pt>
                <c:pt idx="15307">
                  <c:v>94.97</c:v>
                </c:pt>
                <c:pt idx="15308">
                  <c:v>119.97</c:v>
                </c:pt>
                <c:pt idx="15309">
                  <c:v>65.989999999999995</c:v>
                </c:pt>
                <c:pt idx="15310">
                  <c:v>94.97</c:v>
                </c:pt>
                <c:pt idx="15311">
                  <c:v>105.97</c:v>
                </c:pt>
                <c:pt idx="15312">
                  <c:v>84.99</c:v>
                </c:pt>
                <c:pt idx="15313">
                  <c:v>55.98</c:v>
                </c:pt>
                <c:pt idx="15314">
                  <c:v>115.97</c:v>
                </c:pt>
                <c:pt idx="15315">
                  <c:v>84.99</c:v>
                </c:pt>
                <c:pt idx="15316">
                  <c:v>189.97</c:v>
                </c:pt>
                <c:pt idx="15317">
                  <c:v>76.98</c:v>
                </c:pt>
                <c:pt idx="15318">
                  <c:v>91.37</c:v>
                </c:pt>
                <c:pt idx="15319">
                  <c:v>152.97</c:v>
                </c:pt>
                <c:pt idx="15320">
                  <c:v>238.96</c:v>
                </c:pt>
                <c:pt idx="15321">
                  <c:v>131.97999999999999</c:v>
                </c:pt>
                <c:pt idx="15322">
                  <c:v>279.13</c:v>
                </c:pt>
                <c:pt idx="15323">
                  <c:v>146.66999999999999</c:v>
                </c:pt>
                <c:pt idx="15324">
                  <c:v>65.989999999999995</c:v>
                </c:pt>
                <c:pt idx="15325">
                  <c:v>181.97</c:v>
                </c:pt>
                <c:pt idx="15326">
                  <c:v>192.14</c:v>
                </c:pt>
                <c:pt idx="15327">
                  <c:v>240.94</c:v>
                </c:pt>
                <c:pt idx="15328">
                  <c:v>223.95</c:v>
                </c:pt>
                <c:pt idx="15329">
                  <c:v>216.72</c:v>
                </c:pt>
                <c:pt idx="15330">
                  <c:v>212.96</c:v>
                </c:pt>
                <c:pt idx="15331">
                  <c:v>254.97</c:v>
                </c:pt>
                <c:pt idx="15332">
                  <c:v>254.97</c:v>
                </c:pt>
                <c:pt idx="15333">
                  <c:v>169.98</c:v>
                </c:pt>
                <c:pt idx="15334">
                  <c:v>197.97</c:v>
                </c:pt>
                <c:pt idx="15335">
                  <c:v>197.97</c:v>
                </c:pt>
                <c:pt idx="15336">
                  <c:v>169.98</c:v>
                </c:pt>
                <c:pt idx="15337">
                  <c:v>279.94</c:v>
                </c:pt>
                <c:pt idx="15338">
                  <c:v>309.95</c:v>
                </c:pt>
                <c:pt idx="15339">
                  <c:v>254.8</c:v>
                </c:pt>
                <c:pt idx="15340">
                  <c:v>279.94</c:v>
                </c:pt>
                <c:pt idx="15341">
                  <c:v>216.72</c:v>
                </c:pt>
                <c:pt idx="15342">
                  <c:v>254.8</c:v>
                </c:pt>
                <c:pt idx="15343">
                  <c:v>212.96</c:v>
                </c:pt>
                <c:pt idx="15344">
                  <c:v>309.95</c:v>
                </c:pt>
                <c:pt idx="15345">
                  <c:v>131.97999999999999</c:v>
                </c:pt>
                <c:pt idx="15346">
                  <c:v>131.97999999999999</c:v>
                </c:pt>
                <c:pt idx="15347">
                  <c:v>131.97999999999999</c:v>
                </c:pt>
                <c:pt idx="15348">
                  <c:v>131.97999999999999</c:v>
                </c:pt>
                <c:pt idx="15349">
                  <c:v>131.97999999999999</c:v>
                </c:pt>
                <c:pt idx="15350">
                  <c:v>131.97999999999999</c:v>
                </c:pt>
                <c:pt idx="15351">
                  <c:v>121.98</c:v>
                </c:pt>
                <c:pt idx="15352">
                  <c:v>171.97</c:v>
                </c:pt>
                <c:pt idx="15353">
                  <c:v>131.97999999999999</c:v>
                </c:pt>
                <c:pt idx="15354">
                  <c:v>131.97999999999999</c:v>
                </c:pt>
                <c:pt idx="15355">
                  <c:v>131.97999999999999</c:v>
                </c:pt>
                <c:pt idx="15356">
                  <c:v>144.47999999999999</c:v>
                </c:pt>
                <c:pt idx="15357">
                  <c:v>59.49</c:v>
                </c:pt>
                <c:pt idx="15358">
                  <c:v>99.98</c:v>
                </c:pt>
                <c:pt idx="15359">
                  <c:v>184.97</c:v>
                </c:pt>
                <c:pt idx="15360">
                  <c:v>94.98</c:v>
                </c:pt>
                <c:pt idx="15361">
                  <c:v>94.98</c:v>
                </c:pt>
                <c:pt idx="15362">
                  <c:v>-4.5</c:v>
                </c:pt>
                <c:pt idx="15363">
                  <c:v>135.37</c:v>
                </c:pt>
                <c:pt idx="15364">
                  <c:v>137.97999999999999</c:v>
                </c:pt>
                <c:pt idx="15365">
                  <c:v>54.99</c:v>
                </c:pt>
                <c:pt idx="15366">
                  <c:v>84.99</c:v>
                </c:pt>
                <c:pt idx="15367">
                  <c:v>75.98</c:v>
                </c:pt>
                <c:pt idx="15368">
                  <c:v>72.239999999999995</c:v>
                </c:pt>
                <c:pt idx="15369">
                  <c:v>59.39</c:v>
                </c:pt>
                <c:pt idx="15370">
                  <c:v>84.99</c:v>
                </c:pt>
                <c:pt idx="15371">
                  <c:v>84.99</c:v>
                </c:pt>
                <c:pt idx="15372">
                  <c:v>84.99</c:v>
                </c:pt>
                <c:pt idx="15373">
                  <c:v>65.989999999999995</c:v>
                </c:pt>
                <c:pt idx="15374">
                  <c:v>55.37</c:v>
                </c:pt>
                <c:pt idx="15375">
                  <c:v>65.989999999999995</c:v>
                </c:pt>
                <c:pt idx="15376">
                  <c:v>65.989999999999995</c:v>
                </c:pt>
                <c:pt idx="15377">
                  <c:v>84.99</c:v>
                </c:pt>
                <c:pt idx="15378">
                  <c:v>75.98</c:v>
                </c:pt>
                <c:pt idx="15379">
                  <c:v>75.09</c:v>
                </c:pt>
                <c:pt idx="15380">
                  <c:v>84.99</c:v>
                </c:pt>
                <c:pt idx="15381">
                  <c:v>65.989999999999995</c:v>
                </c:pt>
                <c:pt idx="15382">
                  <c:v>305.82</c:v>
                </c:pt>
                <c:pt idx="15383">
                  <c:v>337.22</c:v>
                </c:pt>
                <c:pt idx="15384">
                  <c:v>292.39999999999998</c:v>
                </c:pt>
                <c:pt idx="15385">
                  <c:v>135.03</c:v>
                </c:pt>
                <c:pt idx="15386">
                  <c:v>252.09</c:v>
                </c:pt>
                <c:pt idx="15387">
                  <c:v>284.83</c:v>
                </c:pt>
                <c:pt idx="15388">
                  <c:v>272.58</c:v>
                </c:pt>
                <c:pt idx="15389">
                  <c:v>148.47999999999999</c:v>
                </c:pt>
                <c:pt idx="15390">
                  <c:v>62.09</c:v>
                </c:pt>
                <c:pt idx="15391">
                  <c:v>134.97999999999999</c:v>
                </c:pt>
                <c:pt idx="15392">
                  <c:v>143.41999999999999</c:v>
                </c:pt>
                <c:pt idx="15393">
                  <c:v>84.99</c:v>
                </c:pt>
                <c:pt idx="15394">
                  <c:v>148.47999999999999</c:v>
                </c:pt>
                <c:pt idx="15395">
                  <c:v>134.08000000000001</c:v>
                </c:pt>
                <c:pt idx="15396">
                  <c:v>84.99</c:v>
                </c:pt>
                <c:pt idx="15397">
                  <c:v>94.98</c:v>
                </c:pt>
                <c:pt idx="15398">
                  <c:v>164.98</c:v>
                </c:pt>
                <c:pt idx="15399">
                  <c:v>109.98</c:v>
                </c:pt>
                <c:pt idx="15400">
                  <c:v>109.98</c:v>
                </c:pt>
                <c:pt idx="15401">
                  <c:v>-23</c:v>
                </c:pt>
                <c:pt idx="15402">
                  <c:v>140.22999999999999</c:v>
                </c:pt>
                <c:pt idx="15403">
                  <c:v>-20</c:v>
                </c:pt>
                <c:pt idx="15404">
                  <c:v>145.18</c:v>
                </c:pt>
                <c:pt idx="15405">
                  <c:v>79.98</c:v>
                </c:pt>
                <c:pt idx="15406">
                  <c:v>109.98</c:v>
                </c:pt>
                <c:pt idx="15407">
                  <c:v>164.98</c:v>
                </c:pt>
                <c:pt idx="15408">
                  <c:v>93.48</c:v>
                </c:pt>
                <c:pt idx="15409">
                  <c:v>164.98</c:v>
                </c:pt>
                <c:pt idx="15410">
                  <c:v>156.72999999999999</c:v>
                </c:pt>
                <c:pt idx="15411">
                  <c:v>109.98</c:v>
                </c:pt>
                <c:pt idx="15412">
                  <c:v>109.98</c:v>
                </c:pt>
                <c:pt idx="15413">
                  <c:v>164.98</c:v>
                </c:pt>
                <c:pt idx="15414">
                  <c:v>109.98</c:v>
                </c:pt>
                <c:pt idx="15415">
                  <c:v>164.98</c:v>
                </c:pt>
                <c:pt idx="15416">
                  <c:v>151.09</c:v>
                </c:pt>
                <c:pt idx="15417">
                  <c:v>164.98</c:v>
                </c:pt>
                <c:pt idx="15418">
                  <c:v>164.98</c:v>
                </c:pt>
                <c:pt idx="15419">
                  <c:v>146.66999999999999</c:v>
                </c:pt>
                <c:pt idx="15420">
                  <c:v>164.98</c:v>
                </c:pt>
                <c:pt idx="15421">
                  <c:v>159.97999999999999</c:v>
                </c:pt>
                <c:pt idx="15422">
                  <c:v>169.98</c:v>
                </c:pt>
                <c:pt idx="15423">
                  <c:v>143.27000000000001</c:v>
                </c:pt>
                <c:pt idx="15424">
                  <c:v>159.97999999999999</c:v>
                </c:pt>
                <c:pt idx="15425">
                  <c:v>131.97999999999999</c:v>
                </c:pt>
                <c:pt idx="15426">
                  <c:v>161.18</c:v>
                </c:pt>
                <c:pt idx="15427">
                  <c:v>169.98</c:v>
                </c:pt>
                <c:pt idx="15428">
                  <c:v>169.98</c:v>
                </c:pt>
                <c:pt idx="15429">
                  <c:v>184.97</c:v>
                </c:pt>
                <c:pt idx="15430">
                  <c:v>115.98</c:v>
                </c:pt>
                <c:pt idx="15431">
                  <c:v>134.97999999999999</c:v>
                </c:pt>
                <c:pt idx="15432">
                  <c:v>142.97999999999999</c:v>
                </c:pt>
                <c:pt idx="15433">
                  <c:v>134.97999999999999</c:v>
                </c:pt>
                <c:pt idx="15434">
                  <c:v>131.97999999999999</c:v>
                </c:pt>
                <c:pt idx="15435">
                  <c:v>123.04</c:v>
                </c:pt>
                <c:pt idx="15436">
                  <c:v>131.97999999999999</c:v>
                </c:pt>
                <c:pt idx="15437">
                  <c:v>131.97999999999999</c:v>
                </c:pt>
                <c:pt idx="15438">
                  <c:v>150.18</c:v>
                </c:pt>
                <c:pt idx="15439">
                  <c:v>101.98</c:v>
                </c:pt>
                <c:pt idx="15440">
                  <c:v>169.98</c:v>
                </c:pt>
                <c:pt idx="15441">
                  <c:v>137.97999999999999</c:v>
                </c:pt>
                <c:pt idx="15442">
                  <c:v>89.98</c:v>
                </c:pt>
                <c:pt idx="15443">
                  <c:v>134.22999999999999</c:v>
                </c:pt>
                <c:pt idx="15444">
                  <c:v>65.989999999999995</c:v>
                </c:pt>
                <c:pt idx="15445">
                  <c:v>92.38</c:v>
                </c:pt>
                <c:pt idx="15446">
                  <c:v>65.989999999999995</c:v>
                </c:pt>
                <c:pt idx="15447">
                  <c:v>131.97999999999999</c:v>
                </c:pt>
                <c:pt idx="15448">
                  <c:v>124.72</c:v>
                </c:pt>
                <c:pt idx="15449">
                  <c:v>65.989999999999995</c:v>
                </c:pt>
                <c:pt idx="15450">
                  <c:v>131.97999999999999</c:v>
                </c:pt>
                <c:pt idx="15451">
                  <c:v>65.989999999999995</c:v>
                </c:pt>
                <c:pt idx="15452">
                  <c:v>65.989999999999995</c:v>
                </c:pt>
                <c:pt idx="15453">
                  <c:v>131.97999999999999</c:v>
                </c:pt>
                <c:pt idx="15454">
                  <c:v>59.39</c:v>
                </c:pt>
                <c:pt idx="15455">
                  <c:v>65.989999999999995</c:v>
                </c:pt>
                <c:pt idx="15456">
                  <c:v>65.989999999999995</c:v>
                </c:pt>
                <c:pt idx="15457">
                  <c:v>63.97</c:v>
                </c:pt>
                <c:pt idx="15458">
                  <c:v>171.96</c:v>
                </c:pt>
                <c:pt idx="15459">
                  <c:v>68.959999999999994</c:v>
                </c:pt>
                <c:pt idx="15460">
                  <c:v>219.33</c:v>
                </c:pt>
                <c:pt idx="15461">
                  <c:v>137.91</c:v>
                </c:pt>
                <c:pt idx="15462">
                  <c:v>166.91</c:v>
                </c:pt>
                <c:pt idx="15463">
                  <c:v>63.94</c:v>
                </c:pt>
                <c:pt idx="15464">
                  <c:v>169.94</c:v>
                </c:pt>
                <c:pt idx="15465">
                  <c:v>141.91999999999999</c:v>
                </c:pt>
                <c:pt idx="15466">
                  <c:v>191.93</c:v>
                </c:pt>
                <c:pt idx="15467">
                  <c:v>207.81</c:v>
                </c:pt>
                <c:pt idx="15468">
                  <c:v>89.97</c:v>
                </c:pt>
                <c:pt idx="15469">
                  <c:v>116.92</c:v>
                </c:pt>
                <c:pt idx="15470">
                  <c:v>83.97</c:v>
                </c:pt>
                <c:pt idx="15471">
                  <c:v>63.96</c:v>
                </c:pt>
                <c:pt idx="15472">
                  <c:v>126.95</c:v>
                </c:pt>
                <c:pt idx="15473">
                  <c:v>188.81</c:v>
                </c:pt>
                <c:pt idx="15474">
                  <c:v>319.39</c:v>
                </c:pt>
                <c:pt idx="15475">
                  <c:v>185.34</c:v>
                </c:pt>
                <c:pt idx="15476">
                  <c:v>382.26</c:v>
                </c:pt>
                <c:pt idx="15477">
                  <c:v>479.09</c:v>
                </c:pt>
                <c:pt idx="15478">
                  <c:v>386.39</c:v>
                </c:pt>
                <c:pt idx="15479">
                  <c:v>319.39</c:v>
                </c:pt>
                <c:pt idx="15480">
                  <c:v>239.54</c:v>
                </c:pt>
                <c:pt idx="15481">
                  <c:v>239.54</c:v>
                </c:pt>
                <c:pt idx="15482">
                  <c:v>466.41</c:v>
                </c:pt>
                <c:pt idx="15483">
                  <c:v>84.99</c:v>
                </c:pt>
                <c:pt idx="15484">
                  <c:v>169.85</c:v>
                </c:pt>
                <c:pt idx="15485">
                  <c:v>146.97</c:v>
                </c:pt>
                <c:pt idx="15486">
                  <c:v>169.92</c:v>
                </c:pt>
                <c:pt idx="15487">
                  <c:v>84.99</c:v>
                </c:pt>
                <c:pt idx="15488">
                  <c:v>124.93</c:v>
                </c:pt>
                <c:pt idx="15489">
                  <c:v>67.66</c:v>
                </c:pt>
                <c:pt idx="15490">
                  <c:v>169.98</c:v>
                </c:pt>
                <c:pt idx="15491">
                  <c:v>64.98</c:v>
                </c:pt>
                <c:pt idx="15492">
                  <c:v>131.97999999999999</c:v>
                </c:pt>
                <c:pt idx="15493">
                  <c:v>84.99</c:v>
                </c:pt>
                <c:pt idx="15494">
                  <c:v>183</c:v>
                </c:pt>
                <c:pt idx="15495">
                  <c:v>169.89</c:v>
                </c:pt>
                <c:pt idx="15496">
                  <c:v>84.99</c:v>
                </c:pt>
                <c:pt idx="15497">
                  <c:v>184.93</c:v>
                </c:pt>
                <c:pt idx="15498">
                  <c:v>146.97</c:v>
                </c:pt>
                <c:pt idx="15499">
                  <c:v>184.97</c:v>
                </c:pt>
                <c:pt idx="15500">
                  <c:v>159.91</c:v>
                </c:pt>
                <c:pt idx="15501">
                  <c:v>109.07</c:v>
                </c:pt>
                <c:pt idx="15502">
                  <c:v>231.06</c:v>
                </c:pt>
                <c:pt idx="15503">
                  <c:v>258.89</c:v>
                </c:pt>
                <c:pt idx="15504">
                  <c:v>319.39</c:v>
                </c:pt>
                <c:pt idx="15505">
                  <c:v>241.94</c:v>
                </c:pt>
                <c:pt idx="15506">
                  <c:v>287.89</c:v>
                </c:pt>
                <c:pt idx="15507">
                  <c:v>159.69999999999999</c:v>
                </c:pt>
                <c:pt idx="15508">
                  <c:v>131.97999999999999</c:v>
                </c:pt>
                <c:pt idx="15509">
                  <c:v>204.47</c:v>
                </c:pt>
                <c:pt idx="15510">
                  <c:v>60.07</c:v>
                </c:pt>
                <c:pt idx="15511">
                  <c:v>68.989999999999995</c:v>
                </c:pt>
                <c:pt idx="15512">
                  <c:v>164.96</c:v>
                </c:pt>
                <c:pt idx="15513">
                  <c:v>204.97</c:v>
                </c:pt>
                <c:pt idx="15514">
                  <c:v>154.93</c:v>
                </c:pt>
                <c:pt idx="15515">
                  <c:v>209.97</c:v>
                </c:pt>
                <c:pt idx="15516">
                  <c:v>155.41999999999999</c:v>
                </c:pt>
                <c:pt idx="15517">
                  <c:v>169.98</c:v>
                </c:pt>
                <c:pt idx="15518">
                  <c:v>169.98</c:v>
                </c:pt>
                <c:pt idx="15519">
                  <c:v>254.97</c:v>
                </c:pt>
                <c:pt idx="15520">
                  <c:v>197.97</c:v>
                </c:pt>
                <c:pt idx="15521">
                  <c:v>4.99</c:v>
                </c:pt>
                <c:pt idx="15522">
                  <c:v>159.97999999999999</c:v>
                </c:pt>
                <c:pt idx="15523">
                  <c:v>197.97</c:v>
                </c:pt>
                <c:pt idx="15524">
                  <c:v>169.98</c:v>
                </c:pt>
                <c:pt idx="15525">
                  <c:v>189.96</c:v>
                </c:pt>
                <c:pt idx="15526">
                  <c:v>224.96</c:v>
                </c:pt>
                <c:pt idx="15527">
                  <c:v>197.97</c:v>
                </c:pt>
                <c:pt idx="15528">
                  <c:v>164.52</c:v>
                </c:pt>
                <c:pt idx="15529">
                  <c:v>224.97</c:v>
                </c:pt>
                <c:pt idx="15530">
                  <c:v>186.56</c:v>
                </c:pt>
                <c:pt idx="15531">
                  <c:v>84.97</c:v>
                </c:pt>
                <c:pt idx="15532">
                  <c:v>72.28</c:v>
                </c:pt>
                <c:pt idx="15533">
                  <c:v>110.98</c:v>
                </c:pt>
                <c:pt idx="15534">
                  <c:v>97.48</c:v>
                </c:pt>
                <c:pt idx="15535">
                  <c:v>65.989999999999995</c:v>
                </c:pt>
                <c:pt idx="15536">
                  <c:v>26.49</c:v>
                </c:pt>
                <c:pt idx="15537">
                  <c:v>84.99</c:v>
                </c:pt>
                <c:pt idx="15538">
                  <c:v>95.98</c:v>
                </c:pt>
                <c:pt idx="15539">
                  <c:v>95.98</c:v>
                </c:pt>
                <c:pt idx="15540">
                  <c:v>84.99</c:v>
                </c:pt>
                <c:pt idx="15541">
                  <c:v>95.98</c:v>
                </c:pt>
                <c:pt idx="15542">
                  <c:v>70.489999999999995</c:v>
                </c:pt>
                <c:pt idx="15543">
                  <c:v>121.97</c:v>
                </c:pt>
                <c:pt idx="15544">
                  <c:v>74.98</c:v>
                </c:pt>
                <c:pt idx="15545">
                  <c:v>103.98</c:v>
                </c:pt>
                <c:pt idx="15546">
                  <c:v>83.98</c:v>
                </c:pt>
                <c:pt idx="15547">
                  <c:v>84.99</c:v>
                </c:pt>
                <c:pt idx="15548">
                  <c:v>85.98</c:v>
                </c:pt>
                <c:pt idx="15549">
                  <c:v>84.99</c:v>
                </c:pt>
                <c:pt idx="15550">
                  <c:v>109.78</c:v>
                </c:pt>
                <c:pt idx="15551">
                  <c:v>71.989999999999995</c:v>
                </c:pt>
                <c:pt idx="15552">
                  <c:v>121.98</c:v>
                </c:pt>
                <c:pt idx="15553">
                  <c:v>111.98</c:v>
                </c:pt>
                <c:pt idx="15554">
                  <c:v>136.97</c:v>
                </c:pt>
                <c:pt idx="15555">
                  <c:v>119.98</c:v>
                </c:pt>
                <c:pt idx="15556">
                  <c:v>114.32</c:v>
                </c:pt>
                <c:pt idx="15557">
                  <c:v>184.97</c:v>
                </c:pt>
                <c:pt idx="15558">
                  <c:v>134.96</c:v>
                </c:pt>
                <c:pt idx="15559">
                  <c:v>0</c:v>
                </c:pt>
                <c:pt idx="15560">
                  <c:v>163.31</c:v>
                </c:pt>
                <c:pt idx="15561">
                  <c:v>134.96</c:v>
                </c:pt>
                <c:pt idx="15562">
                  <c:v>156.51</c:v>
                </c:pt>
                <c:pt idx="15563">
                  <c:v>161.66</c:v>
                </c:pt>
                <c:pt idx="15564">
                  <c:v>123.46</c:v>
                </c:pt>
                <c:pt idx="15565">
                  <c:v>164.96</c:v>
                </c:pt>
                <c:pt idx="15566">
                  <c:v>164.96</c:v>
                </c:pt>
                <c:pt idx="15567">
                  <c:v>134.94999999999999</c:v>
                </c:pt>
                <c:pt idx="15568">
                  <c:v>114.97</c:v>
                </c:pt>
                <c:pt idx="15569">
                  <c:v>166.26</c:v>
                </c:pt>
                <c:pt idx="15570">
                  <c:v>182.67</c:v>
                </c:pt>
                <c:pt idx="15571">
                  <c:v>128.24</c:v>
                </c:pt>
                <c:pt idx="15572">
                  <c:v>342.37</c:v>
                </c:pt>
                <c:pt idx="15573">
                  <c:v>72.59</c:v>
                </c:pt>
                <c:pt idx="15574">
                  <c:v>319.39</c:v>
                </c:pt>
                <c:pt idx="15575">
                  <c:v>319.39</c:v>
                </c:pt>
                <c:pt idx="15576">
                  <c:v>172.94</c:v>
                </c:pt>
                <c:pt idx="15577">
                  <c:v>114.96</c:v>
                </c:pt>
                <c:pt idx="15578">
                  <c:v>119.96</c:v>
                </c:pt>
                <c:pt idx="15579">
                  <c:v>139.94999999999999</c:v>
                </c:pt>
                <c:pt idx="15580">
                  <c:v>247.92</c:v>
                </c:pt>
                <c:pt idx="15581">
                  <c:v>73.7</c:v>
                </c:pt>
                <c:pt idx="15582">
                  <c:v>119.96</c:v>
                </c:pt>
                <c:pt idx="15583">
                  <c:v>124.95</c:v>
                </c:pt>
                <c:pt idx="15584">
                  <c:v>92.97</c:v>
                </c:pt>
                <c:pt idx="15585">
                  <c:v>139.94999999999999</c:v>
                </c:pt>
                <c:pt idx="15586">
                  <c:v>89.97</c:v>
                </c:pt>
                <c:pt idx="15587">
                  <c:v>195.93</c:v>
                </c:pt>
                <c:pt idx="15588">
                  <c:v>83.97</c:v>
                </c:pt>
                <c:pt idx="15589">
                  <c:v>89.97</c:v>
                </c:pt>
                <c:pt idx="15590">
                  <c:v>61.98</c:v>
                </c:pt>
                <c:pt idx="15591">
                  <c:v>89.97</c:v>
                </c:pt>
                <c:pt idx="15592">
                  <c:v>55.98</c:v>
                </c:pt>
                <c:pt idx="15593">
                  <c:v>149.94999999999999</c:v>
                </c:pt>
                <c:pt idx="15594">
                  <c:v>89.97</c:v>
                </c:pt>
                <c:pt idx="15595">
                  <c:v>119.96</c:v>
                </c:pt>
                <c:pt idx="15596">
                  <c:v>119.96</c:v>
                </c:pt>
                <c:pt idx="15597">
                  <c:v>149.94999999999999</c:v>
                </c:pt>
                <c:pt idx="15598">
                  <c:v>89.97</c:v>
                </c:pt>
                <c:pt idx="15599">
                  <c:v>89.97</c:v>
                </c:pt>
                <c:pt idx="15600">
                  <c:v>860.4</c:v>
                </c:pt>
                <c:pt idx="15601">
                  <c:v>834.84</c:v>
                </c:pt>
                <c:pt idx="15602">
                  <c:v>739.88</c:v>
                </c:pt>
                <c:pt idx="15603">
                  <c:v>743.88</c:v>
                </c:pt>
                <c:pt idx="15604">
                  <c:v>949.88</c:v>
                </c:pt>
                <c:pt idx="15605">
                  <c:v>218.96</c:v>
                </c:pt>
                <c:pt idx="15606">
                  <c:v>429.92</c:v>
                </c:pt>
                <c:pt idx="15607">
                  <c:v>169.98</c:v>
                </c:pt>
                <c:pt idx="15608">
                  <c:v>429.92</c:v>
                </c:pt>
                <c:pt idx="15609">
                  <c:v>249.94</c:v>
                </c:pt>
                <c:pt idx="15610">
                  <c:v>249.9</c:v>
                </c:pt>
                <c:pt idx="15611">
                  <c:v>246.93</c:v>
                </c:pt>
                <c:pt idx="15612">
                  <c:v>109.96</c:v>
                </c:pt>
                <c:pt idx="15613">
                  <c:v>99.98</c:v>
                </c:pt>
                <c:pt idx="15614">
                  <c:v>149.97</c:v>
                </c:pt>
                <c:pt idx="15615">
                  <c:v>21.26</c:v>
                </c:pt>
                <c:pt idx="15616">
                  <c:v>-1.3</c:v>
                </c:pt>
                <c:pt idx="15617">
                  <c:v>51.29</c:v>
                </c:pt>
                <c:pt idx="15618">
                  <c:v>149.97</c:v>
                </c:pt>
                <c:pt idx="15619">
                  <c:v>149.97</c:v>
                </c:pt>
                <c:pt idx="15620">
                  <c:v>247.43</c:v>
                </c:pt>
                <c:pt idx="15621">
                  <c:v>99.98</c:v>
                </c:pt>
                <c:pt idx="15622">
                  <c:v>180.92</c:v>
                </c:pt>
                <c:pt idx="15623">
                  <c:v>322.73</c:v>
                </c:pt>
                <c:pt idx="15624">
                  <c:v>219.92</c:v>
                </c:pt>
                <c:pt idx="15625">
                  <c:v>119.97</c:v>
                </c:pt>
                <c:pt idx="15626">
                  <c:v>190.95</c:v>
                </c:pt>
                <c:pt idx="15627">
                  <c:v>154.97</c:v>
                </c:pt>
                <c:pt idx="15628">
                  <c:v>199.93</c:v>
                </c:pt>
                <c:pt idx="15629">
                  <c:v>177.96</c:v>
                </c:pt>
                <c:pt idx="15630">
                  <c:v>276.94</c:v>
                </c:pt>
                <c:pt idx="15631">
                  <c:v>131.97999999999999</c:v>
                </c:pt>
                <c:pt idx="15632">
                  <c:v>263.54000000000002</c:v>
                </c:pt>
                <c:pt idx="15633">
                  <c:v>148.63</c:v>
                </c:pt>
                <c:pt idx="15634">
                  <c:v>169.96</c:v>
                </c:pt>
                <c:pt idx="15635">
                  <c:v>192.96</c:v>
                </c:pt>
                <c:pt idx="15636">
                  <c:v>171.86</c:v>
                </c:pt>
                <c:pt idx="15637">
                  <c:v>83.48</c:v>
                </c:pt>
                <c:pt idx="15638">
                  <c:v>87.95</c:v>
                </c:pt>
                <c:pt idx="15639">
                  <c:v>129.94999999999999</c:v>
                </c:pt>
                <c:pt idx="15640">
                  <c:v>99.97</c:v>
                </c:pt>
                <c:pt idx="15641">
                  <c:v>55.3</c:v>
                </c:pt>
                <c:pt idx="15642">
                  <c:v>129.94999999999999</c:v>
                </c:pt>
                <c:pt idx="15643">
                  <c:v>99.97</c:v>
                </c:pt>
                <c:pt idx="15644">
                  <c:v>109.95</c:v>
                </c:pt>
                <c:pt idx="15645">
                  <c:v>92.45</c:v>
                </c:pt>
                <c:pt idx="15646">
                  <c:v>59.96</c:v>
                </c:pt>
                <c:pt idx="15647">
                  <c:v>59.96</c:v>
                </c:pt>
                <c:pt idx="15648">
                  <c:v>112.97</c:v>
                </c:pt>
                <c:pt idx="15649">
                  <c:v>254.97</c:v>
                </c:pt>
                <c:pt idx="15650">
                  <c:v>62.33</c:v>
                </c:pt>
                <c:pt idx="15651">
                  <c:v>269.95999999999998</c:v>
                </c:pt>
                <c:pt idx="15652">
                  <c:v>269.95999999999998</c:v>
                </c:pt>
                <c:pt idx="15653">
                  <c:v>284.95</c:v>
                </c:pt>
                <c:pt idx="15654">
                  <c:v>178.17</c:v>
                </c:pt>
                <c:pt idx="15655">
                  <c:v>254.97</c:v>
                </c:pt>
                <c:pt idx="15656">
                  <c:v>284.95</c:v>
                </c:pt>
                <c:pt idx="15657">
                  <c:v>254.97</c:v>
                </c:pt>
                <c:pt idx="15658">
                  <c:v>254.97</c:v>
                </c:pt>
                <c:pt idx="15659">
                  <c:v>172.97</c:v>
                </c:pt>
                <c:pt idx="15660">
                  <c:v>93.98</c:v>
                </c:pt>
                <c:pt idx="15661">
                  <c:v>314.95999999999998</c:v>
                </c:pt>
                <c:pt idx="15662">
                  <c:v>197.97</c:v>
                </c:pt>
                <c:pt idx="15663">
                  <c:v>268.95999999999998</c:v>
                </c:pt>
                <c:pt idx="15664">
                  <c:v>305.94</c:v>
                </c:pt>
                <c:pt idx="15665">
                  <c:v>147.94999999999999</c:v>
                </c:pt>
                <c:pt idx="15666">
                  <c:v>84.99</c:v>
                </c:pt>
                <c:pt idx="15667">
                  <c:v>121.98</c:v>
                </c:pt>
                <c:pt idx="15668">
                  <c:v>131.97999999999999</c:v>
                </c:pt>
                <c:pt idx="15669">
                  <c:v>163.96</c:v>
                </c:pt>
                <c:pt idx="15670">
                  <c:v>167.96</c:v>
                </c:pt>
                <c:pt idx="15671">
                  <c:v>83.98</c:v>
                </c:pt>
                <c:pt idx="15672">
                  <c:v>131.97999999999999</c:v>
                </c:pt>
                <c:pt idx="15673">
                  <c:v>135.87</c:v>
                </c:pt>
                <c:pt idx="15674">
                  <c:v>74.91</c:v>
                </c:pt>
                <c:pt idx="15675">
                  <c:v>169.98</c:v>
                </c:pt>
                <c:pt idx="15676">
                  <c:v>120.98</c:v>
                </c:pt>
                <c:pt idx="15677">
                  <c:v>188.3</c:v>
                </c:pt>
                <c:pt idx="15678">
                  <c:v>98.98</c:v>
                </c:pt>
                <c:pt idx="15679">
                  <c:v>159.69999999999999</c:v>
                </c:pt>
                <c:pt idx="15680">
                  <c:v>159.69999999999999</c:v>
                </c:pt>
                <c:pt idx="15681">
                  <c:v>144.52000000000001</c:v>
                </c:pt>
                <c:pt idx="15682">
                  <c:v>159.69999999999999</c:v>
                </c:pt>
                <c:pt idx="15683">
                  <c:v>159.69999999999999</c:v>
                </c:pt>
                <c:pt idx="15684">
                  <c:v>159.69999999999999</c:v>
                </c:pt>
                <c:pt idx="15685">
                  <c:v>79.849999999999994</c:v>
                </c:pt>
                <c:pt idx="15686">
                  <c:v>71.86</c:v>
                </c:pt>
                <c:pt idx="15687">
                  <c:v>159.69999999999999</c:v>
                </c:pt>
                <c:pt idx="15688">
                  <c:v>152.1</c:v>
                </c:pt>
                <c:pt idx="15689">
                  <c:v>159.69999999999999</c:v>
                </c:pt>
                <c:pt idx="15690">
                  <c:v>159.69999999999999</c:v>
                </c:pt>
                <c:pt idx="15691">
                  <c:v>159.69999999999999</c:v>
                </c:pt>
                <c:pt idx="15692">
                  <c:v>120.98</c:v>
                </c:pt>
                <c:pt idx="15693">
                  <c:v>79.849999999999994</c:v>
                </c:pt>
                <c:pt idx="15694">
                  <c:v>159.69999999999999</c:v>
                </c:pt>
                <c:pt idx="15695">
                  <c:v>61.67</c:v>
                </c:pt>
                <c:pt idx="15696">
                  <c:v>131.97999999999999</c:v>
                </c:pt>
                <c:pt idx="15697">
                  <c:v>105.98</c:v>
                </c:pt>
                <c:pt idx="15698">
                  <c:v>105.98</c:v>
                </c:pt>
                <c:pt idx="15699">
                  <c:v>112.97</c:v>
                </c:pt>
                <c:pt idx="15700">
                  <c:v>120.97</c:v>
                </c:pt>
                <c:pt idx="15701">
                  <c:v>131.97999999999999</c:v>
                </c:pt>
                <c:pt idx="15702">
                  <c:v>95.97</c:v>
                </c:pt>
                <c:pt idx="15703">
                  <c:v>74.38</c:v>
                </c:pt>
                <c:pt idx="15704">
                  <c:v>147.97</c:v>
                </c:pt>
                <c:pt idx="15705">
                  <c:v>135.19999999999999</c:v>
                </c:pt>
                <c:pt idx="15706">
                  <c:v>121.97</c:v>
                </c:pt>
                <c:pt idx="15707">
                  <c:v>95.97</c:v>
                </c:pt>
                <c:pt idx="15708">
                  <c:v>131.97999999999999</c:v>
                </c:pt>
                <c:pt idx="15709">
                  <c:v>115.98</c:v>
                </c:pt>
                <c:pt idx="15710">
                  <c:v>99.98</c:v>
                </c:pt>
                <c:pt idx="15711">
                  <c:v>131.97999999999999</c:v>
                </c:pt>
                <c:pt idx="15712">
                  <c:v>120.97</c:v>
                </c:pt>
                <c:pt idx="15713">
                  <c:v>147.96</c:v>
                </c:pt>
                <c:pt idx="15714">
                  <c:v>80.98</c:v>
                </c:pt>
                <c:pt idx="15715">
                  <c:v>121.97</c:v>
                </c:pt>
                <c:pt idx="15716">
                  <c:v>149.96</c:v>
                </c:pt>
                <c:pt idx="15717">
                  <c:v>131.97999999999999</c:v>
                </c:pt>
                <c:pt idx="15718">
                  <c:v>131.97999999999999</c:v>
                </c:pt>
                <c:pt idx="15719">
                  <c:v>161.96</c:v>
                </c:pt>
                <c:pt idx="15720">
                  <c:v>65.989999999999995</c:v>
                </c:pt>
                <c:pt idx="15721">
                  <c:v>55.67</c:v>
                </c:pt>
                <c:pt idx="15722">
                  <c:v>120.97</c:v>
                </c:pt>
                <c:pt idx="15723">
                  <c:v>131.97999999999999</c:v>
                </c:pt>
                <c:pt idx="15724">
                  <c:v>131.97999999999999</c:v>
                </c:pt>
                <c:pt idx="15725">
                  <c:v>146.97</c:v>
                </c:pt>
                <c:pt idx="15726">
                  <c:v>50.14</c:v>
                </c:pt>
                <c:pt idx="15727">
                  <c:v>95.97</c:v>
                </c:pt>
                <c:pt idx="15728">
                  <c:v>143.97</c:v>
                </c:pt>
                <c:pt idx="15729">
                  <c:v>131.97999999999999</c:v>
                </c:pt>
                <c:pt idx="15730">
                  <c:v>136.97</c:v>
                </c:pt>
                <c:pt idx="15731">
                  <c:v>131.97999999999999</c:v>
                </c:pt>
                <c:pt idx="15732">
                  <c:v>136.97</c:v>
                </c:pt>
                <c:pt idx="15733">
                  <c:v>131.97999999999999</c:v>
                </c:pt>
                <c:pt idx="15734">
                  <c:v>131.97999999999999</c:v>
                </c:pt>
                <c:pt idx="15735">
                  <c:v>131.97999999999999</c:v>
                </c:pt>
                <c:pt idx="15736">
                  <c:v>146.97</c:v>
                </c:pt>
                <c:pt idx="15737">
                  <c:v>131.97999999999999</c:v>
                </c:pt>
                <c:pt idx="15738">
                  <c:v>131.97999999999999</c:v>
                </c:pt>
                <c:pt idx="15739">
                  <c:v>201.97</c:v>
                </c:pt>
                <c:pt idx="15740">
                  <c:v>149.97999999999999</c:v>
                </c:pt>
                <c:pt idx="15741">
                  <c:v>131.97999999999999</c:v>
                </c:pt>
                <c:pt idx="15742">
                  <c:v>79.989999999999995</c:v>
                </c:pt>
                <c:pt idx="15743">
                  <c:v>358.95</c:v>
                </c:pt>
                <c:pt idx="15744">
                  <c:v>415.92</c:v>
                </c:pt>
                <c:pt idx="15745">
                  <c:v>339.96</c:v>
                </c:pt>
                <c:pt idx="15746">
                  <c:v>373.86</c:v>
                </c:pt>
                <c:pt idx="15747">
                  <c:v>261.94</c:v>
                </c:pt>
                <c:pt idx="15748">
                  <c:v>90.98</c:v>
                </c:pt>
                <c:pt idx="15749">
                  <c:v>78.98</c:v>
                </c:pt>
                <c:pt idx="15750">
                  <c:v>87.52</c:v>
                </c:pt>
                <c:pt idx="15751">
                  <c:v>143.4</c:v>
                </c:pt>
                <c:pt idx="15752">
                  <c:v>62.85</c:v>
                </c:pt>
                <c:pt idx="15753">
                  <c:v>131.97999999999999</c:v>
                </c:pt>
                <c:pt idx="15754">
                  <c:v>85.99</c:v>
                </c:pt>
                <c:pt idx="15755">
                  <c:v>129.97</c:v>
                </c:pt>
                <c:pt idx="15756">
                  <c:v>68.989999999999995</c:v>
                </c:pt>
                <c:pt idx="15757">
                  <c:v>84.99</c:v>
                </c:pt>
                <c:pt idx="15758">
                  <c:v>65.94</c:v>
                </c:pt>
                <c:pt idx="15759">
                  <c:v>131.97999999999999</c:v>
                </c:pt>
                <c:pt idx="15760">
                  <c:v>103.18</c:v>
                </c:pt>
                <c:pt idx="15761">
                  <c:v>127.98</c:v>
                </c:pt>
                <c:pt idx="15762">
                  <c:v>160.97999999999999</c:v>
                </c:pt>
                <c:pt idx="15763">
                  <c:v>100.98</c:v>
                </c:pt>
                <c:pt idx="15764">
                  <c:v>65.989999999999995</c:v>
                </c:pt>
                <c:pt idx="15765">
                  <c:v>116.17</c:v>
                </c:pt>
                <c:pt idx="15766">
                  <c:v>80.53</c:v>
                </c:pt>
                <c:pt idx="15767">
                  <c:v>181.97</c:v>
                </c:pt>
                <c:pt idx="15768">
                  <c:v>117.52</c:v>
                </c:pt>
                <c:pt idx="15769">
                  <c:v>65.989999999999995</c:v>
                </c:pt>
                <c:pt idx="15770">
                  <c:v>65.98</c:v>
                </c:pt>
                <c:pt idx="15771">
                  <c:v>164.67</c:v>
                </c:pt>
                <c:pt idx="15772">
                  <c:v>147.49</c:v>
                </c:pt>
                <c:pt idx="15773">
                  <c:v>119.98</c:v>
                </c:pt>
                <c:pt idx="15774">
                  <c:v>119.97</c:v>
                </c:pt>
                <c:pt idx="15775">
                  <c:v>229.97</c:v>
                </c:pt>
                <c:pt idx="15776">
                  <c:v>347.44</c:v>
                </c:pt>
                <c:pt idx="15777">
                  <c:v>169.97</c:v>
                </c:pt>
                <c:pt idx="15778">
                  <c:v>207.49</c:v>
                </c:pt>
                <c:pt idx="15779">
                  <c:v>369.94</c:v>
                </c:pt>
                <c:pt idx="15780">
                  <c:v>369.94</c:v>
                </c:pt>
                <c:pt idx="15781">
                  <c:v>144.97999999999999</c:v>
                </c:pt>
                <c:pt idx="15782">
                  <c:v>254.97</c:v>
                </c:pt>
                <c:pt idx="15783">
                  <c:v>84.99</c:v>
                </c:pt>
                <c:pt idx="15784">
                  <c:v>84.99</c:v>
                </c:pt>
                <c:pt idx="15785">
                  <c:v>84.99</c:v>
                </c:pt>
                <c:pt idx="15786">
                  <c:v>79.040000000000006</c:v>
                </c:pt>
                <c:pt idx="15787">
                  <c:v>137.97999999999999</c:v>
                </c:pt>
                <c:pt idx="15788">
                  <c:v>87.24</c:v>
                </c:pt>
                <c:pt idx="15789">
                  <c:v>169.98</c:v>
                </c:pt>
                <c:pt idx="15790">
                  <c:v>169.98</c:v>
                </c:pt>
                <c:pt idx="15791">
                  <c:v>137.97999999999999</c:v>
                </c:pt>
                <c:pt idx="15792">
                  <c:v>84.99</c:v>
                </c:pt>
                <c:pt idx="15793">
                  <c:v>84.99</c:v>
                </c:pt>
                <c:pt idx="15794">
                  <c:v>65.989999999999995</c:v>
                </c:pt>
                <c:pt idx="15795">
                  <c:v>84.99</c:v>
                </c:pt>
                <c:pt idx="15796">
                  <c:v>84.99</c:v>
                </c:pt>
                <c:pt idx="15797">
                  <c:v>169.98</c:v>
                </c:pt>
                <c:pt idx="15798">
                  <c:v>76.599999999999994</c:v>
                </c:pt>
                <c:pt idx="15799">
                  <c:v>65.989999999999995</c:v>
                </c:pt>
                <c:pt idx="15800">
                  <c:v>65.989999999999995</c:v>
                </c:pt>
                <c:pt idx="15801">
                  <c:v>65.989999999999995</c:v>
                </c:pt>
                <c:pt idx="15802">
                  <c:v>81.59</c:v>
                </c:pt>
                <c:pt idx="15803">
                  <c:v>169.98</c:v>
                </c:pt>
                <c:pt idx="15804">
                  <c:v>131.97999999999999</c:v>
                </c:pt>
                <c:pt idx="15805">
                  <c:v>78.010000000000005</c:v>
                </c:pt>
                <c:pt idx="15806">
                  <c:v>84.99</c:v>
                </c:pt>
                <c:pt idx="15807">
                  <c:v>169.98</c:v>
                </c:pt>
                <c:pt idx="15808">
                  <c:v>131.97999999999999</c:v>
                </c:pt>
                <c:pt idx="15809">
                  <c:v>131.97999999999999</c:v>
                </c:pt>
                <c:pt idx="15810">
                  <c:v>121.98</c:v>
                </c:pt>
                <c:pt idx="15811">
                  <c:v>84.99</c:v>
                </c:pt>
                <c:pt idx="15812">
                  <c:v>65.989999999999995</c:v>
                </c:pt>
                <c:pt idx="15813">
                  <c:v>169.98</c:v>
                </c:pt>
                <c:pt idx="15814">
                  <c:v>165.73</c:v>
                </c:pt>
                <c:pt idx="15815">
                  <c:v>59.59</c:v>
                </c:pt>
                <c:pt idx="15816">
                  <c:v>84.99</c:v>
                </c:pt>
                <c:pt idx="15817">
                  <c:v>130.51</c:v>
                </c:pt>
                <c:pt idx="15818">
                  <c:v>130.51</c:v>
                </c:pt>
                <c:pt idx="15819">
                  <c:v>113.66</c:v>
                </c:pt>
                <c:pt idx="15820">
                  <c:v>78.260000000000005</c:v>
                </c:pt>
                <c:pt idx="15821">
                  <c:v>80.98</c:v>
                </c:pt>
                <c:pt idx="15822">
                  <c:v>65.989999999999995</c:v>
                </c:pt>
                <c:pt idx="15823">
                  <c:v>130.97</c:v>
                </c:pt>
                <c:pt idx="15824">
                  <c:v>100.98</c:v>
                </c:pt>
                <c:pt idx="15825">
                  <c:v>78.459999999999994</c:v>
                </c:pt>
                <c:pt idx="15826">
                  <c:v>69.98</c:v>
                </c:pt>
                <c:pt idx="15827">
                  <c:v>69.98</c:v>
                </c:pt>
                <c:pt idx="15828">
                  <c:v>100.98</c:v>
                </c:pt>
                <c:pt idx="15829">
                  <c:v>65.989999999999995</c:v>
                </c:pt>
                <c:pt idx="15830">
                  <c:v>116.97</c:v>
                </c:pt>
                <c:pt idx="15831">
                  <c:v>116.97</c:v>
                </c:pt>
                <c:pt idx="15832">
                  <c:v>80.98</c:v>
                </c:pt>
                <c:pt idx="15833">
                  <c:v>76.680000000000007</c:v>
                </c:pt>
                <c:pt idx="15834">
                  <c:v>65.989999999999995</c:v>
                </c:pt>
                <c:pt idx="15835">
                  <c:v>72.88</c:v>
                </c:pt>
                <c:pt idx="15836">
                  <c:v>65.989999999999995</c:v>
                </c:pt>
                <c:pt idx="15837">
                  <c:v>78.260000000000005</c:v>
                </c:pt>
                <c:pt idx="15838">
                  <c:v>131.97999999999999</c:v>
                </c:pt>
                <c:pt idx="15839">
                  <c:v>131.97999999999999</c:v>
                </c:pt>
                <c:pt idx="15840">
                  <c:v>120.97</c:v>
                </c:pt>
                <c:pt idx="15841">
                  <c:v>120.97</c:v>
                </c:pt>
                <c:pt idx="15842">
                  <c:v>76.680000000000007</c:v>
                </c:pt>
                <c:pt idx="15843">
                  <c:v>130.97</c:v>
                </c:pt>
                <c:pt idx="15844">
                  <c:v>113.66</c:v>
                </c:pt>
                <c:pt idx="15845">
                  <c:v>142.82</c:v>
                </c:pt>
                <c:pt idx="15846">
                  <c:v>72.88</c:v>
                </c:pt>
                <c:pt idx="15847">
                  <c:v>78.459999999999994</c:v>
                </c:pt>
                <c:pt idx="15848">
                  <c:v>60.63</c:v>
                </c:pt>
                <c:pt idx="15849">
                  <c:v>142.82</c:v>
                </c:pt>
                <c:pt idx="15850">
                  <c:v>131.97999999999999</c:v>
                </c:pt>
                <c:pt idx="15851">
                  <c:v>60.63</c:v>
                </c:pt>
                <c:pt idx="15852">
                  <c:v>131.97999999999999</c:v>
                </c:pt>
                <c:pt idx="15853">
                  <c:v>80.98</c:v>
                </c:pt>
                <c:pt idx="15854">
                  <c:v>89.83</c:v>
                </c:pt>
                <c:pt idx="15855">
                  <c:v>80.98</c:v>
                </c:pt>
                <c:pt idx="15856">
                  <c:v>89.83</c:v>
                </c:pt>
                <c:pt idx="15857">
                  <c:v>220.93</c:v>
                </c:pt>
                <c:pt idx="15858">
                  <c:v>140.94999999999999</c:v>
                </c:pt>
                <c:pt idx="15859">
                  <c:v>208.92</c:v>
                </c:pt>
                <c:pt idx="15860">
                  <c:v>239.93</c:v>
                </c:pt>
                <c:pt idx="15861">
                  <c:v>225.94</c:v>
                </c:pt>
                <c:pt idx="15862">
                  <c:v>121.95</c:v>
                </c:pt>
                <c:pt idx="15863">
                  <c:v>160.37</c:v>
                </c:pt>
                <c:pt idx="15864">
                  <c:v>225.94</c:v>
                </c:pt>
                <c:pt idx="15865">
                  <c:v>301.93</c:v>
                </c:pt>
                <c:pt idx="15866">
                  <c:v>211.95</c:v>
                </c:pt>
                <c:pt idx="15867">
                  <c:v>192.05</c:v>
                </c:pt>
                <c:pt idx="15868">
                  <c:v>218.94</c:v>
                </c:pt>
                <c:pt idx="15869">
                  <c:v>165.13</c:v>
                </c:pt>
                <c:pt idx="15870">
                  <c:v>197.96</c:v>
                </c:pt>
                <c:pt idx="15871">
                  <c:v>158.86000000000001</c:v>
                </c:pt>
                <c:pt idx="15872">
                  <c:v>63.96</c:v>
                </c:pt>
                <c:pt idx="15873">
                  <c:v>159.97</c:v>
                </c:pt>
                <c:pt idx="15874">
                  <c:v>174.37</c:v>
                </c:pt>
                <c:pt idx="15875">
                  <c:v>158.38</c:v>
                </c:pt>
                <c:pt idx="15876">
                  <c:v>280.08</c:v>
                </c:pt>
                <c:pt idx="15877">
                  <c:v>320.85000000000002</c:v>
                </c:pt>
                <c:pt idx="15878">
                  <c:v>33.28</c:v>
                </c:pt>
                <c:pt idx="15879">
                  <c:v>110.53</c:v>
                </c:pt>
                <c:pt idx="15880">
                  <c:v>273.44</c:v>
                </c:pt>
                <c:pt idx="15881">
                  <c:v>186.46</c:v>
                </c:pt>
                <c:pt idx="15882">
                  <c:v>164.98</c:v>
                </c:pt>
                <c:pt idx="15883">
                  <c:v>104.98</c:v>
                </c:pt>
                <c:pt idx="15884">
                  <c:v>175.2</c:v>
                </c:pt>
                <c:pt idx="15885">
                  <c:v>155.08000000000001</c:v>
                </c:pt>
                <c:pt idx="15886">
                  <c:v>394.13</c:v>
                </c:pt>
                <c:pt idx="15887">
                  <c:v>155.63999999999999</c:v>
                </c:pt>
                <c:pt idx="15888">
                  <c:v>48.95</c:v>
                </c:pt>
                <c:pt idx="15889">
                  <c:v>329.96</c:v>
                </c:pt>
                <c:pt idx="15890">
                  <c:v>229.47</c:v>
                </c:pt>
                <c:pt idx="15891">
                  <c:v>65.97</c:v>
                </c:pt>
                <c:pt idx="15892">
                  <c:v>339.96</c:v>
                </c:pt>
                <c:pt idx="15893">
                  <c:v>263.95999999999998</c:v>
                </c:pt>
                <c:pt idx="15894">
                  <c:v>343.94</c:v>
                </c:pt>
                <c:pt idx="15895">
                  <c:v>339.96</c:v>
                </c:pt>
                <c:pt idx="15896">
                  <c:v>259.91000000000003</c:v>
                </c:pt>
                <c:pt idx="15897">
                  <c:v>54.99</c:v>
                </c:pt>
                <c:pt idx="15898">
                  <c:v>40</c:v>
                </c:pt>
                <c:pt idx="15899">
                  <c:v>40</c:v>
                </c:pt>
                <c:pt idx="15900">
                  <c:v>40</c:v>
                </c:pt>
                <c:pt idx="15901">
                  <c:v>65.989999999999995</c:v>
                </c:pt>
                <c:pt idx="15902">
                  <c:v>40</c:v>
                </c:pt>
                <c:pt idx="15903">
                  <c:v>65.989999999999995</c:v>
                </c:pt>
                <c:pt idx="15904">
                  <c:v>65.989999999999995</c:v>
                </c:pt>
                <c:pt idx="15905">
                  <c:v>65.989999999999995</c:v>
                </c:pt>
                <c:pt idx="15906">
                  <c:v>65.989999999999995</c:v>
                </c:pt>
                <c:pt idx="15907">
                  <c:v>65.989999999999995</c:v>
                </c:pt>
                <c:pt idx="15908">
                  <c:v>84.99</c:v>
                </c:pt>
                <c:pt idx="15909">
                  <c:v>65.989999999999995</c:v>
                </c:pt>
                <c:pt idx="15910">
                  <c:v>65.989999999999995</c:v>
                </c:pt>
                <c:pt idx="15911">
                  <c:v>65.989999999999995</c:v>
                </c:pt>
                <c:pt idx="15912">
                  <c:v>113.65</c:v>
                </c:pt>
                <c:pt idx="15913">
                  <c:v>169.97</c:v>
                </c:pt>
                <c:pt idx="15914">
                  <c:v>288.97000000000003</c:v>
                </c:pt>
                <c:pt idx="15915">
                  <c:v>183.97</c:v>
                </c:pt>
                <c:pt idx="15916">
                  <c:v>153.97999999999999</c:v>
                </c:pt>
                <c:pt idx="15917">
                  <c:v>254.97</c:v>
                </c:pt>
                <c:pt idx="15918">
                  <c:v>67.22</c:v>
                </c:pt>
                <c:pt idx="15919">
                  <c:v>161.47999999999999</c:v>
                </c:pt>
                <c:pt idx="15920">
                  <c:v>82.59</c:v>
                </c:pt>
                <c:pt idx="15921">
                  <c:v>82.45</c:v>
                </c:pt>
                <c:pt idx="15922">
                  <c:v>169.98</c:v>
                </c:pt>
                <c:pt idx="15923">
                  <c:v>185.62</c:v>
                </c:pt>
                <c:pt idx="15924">
                  <c:v>214.08</c:v>
                </c:pt>
                <c:pt idx="15925">
                  <c:v>254.12</c:v>
                </c:pt>
                <c:pt idx="15926">
                  <c:v>84.99</c:v>
                </c:pt>
                <c:pt idx="15927">
                  <c:v>145.77000000000001</c:v>
                </c:pt>
                <c:pt idx="15928">
                  <c:v>207.97</c:v>
                </c:pt>
                <c:pt idx="15929">
                  <c:v>84.99</c:v>
                </c:pt>
                <c:pt idx="15930">
                  <c:v>80.05</c:v>
                </c:pt>
                <c:pt idx="15931">
                  <c:v>164.17</c:v>
                </c:pt>
                <c:pt idx="15932">
                  <c:v>129.82</c:v>
                </c:pt>
                <c:pt idx="15933">
                  <c:v>259.92</c:v>
                </c:pt>
                <c:pt idx="15934">
                  <c:v>99.98</c:v>
                </c:pt>
                <c:pt idx="15935">
                  <c:v>233.88</c:v>
                </c:pt>
                <c:pt idx="15936">
                  <c:v>149.94</c:v>
                </c:pt>
                <c:pt idx="15937">
                  <c:v>214.94</c:v>
                </c:pt>
                <c:pt idx="15938">
                  <c:v>203.98</c:v>
                </c:pt>
                <c:pt idx="15939">
                  <c:v>246.51</c:v>
                </c:pt>
                <c:pt idx="15940">
                  <c:v>140.88999999999999</c:v>
                </c:pt>
                <c:pt idx="15941">
                  <c:v>184.94</c:v>
                </c:pt>
                <c:pt idx="15942">
                  <c:v>99.98</c:v>
                </c:pt>
                <c:pt idx="15943">
                  <c:v>104.97</c:v>
                </c:pt>
                <c:pt idx="15944">
                  <c:v>79.959999999999994</c:v>
                </c:pt>
                <c:pt idx="15945">
                  <c:v>30.46</c:v>
                </c:pt>
                <c:pt idx="15946">
                  <c:v>309.94</c:v>
                </c:pt>
                <c:pt idx="15947">
                  <c:v>314.94</c:v>
                </c:pt>
                <c:pt idx="15948">
                  <c:v>79.98</c:v>
                </c:pt>
                <c:pt idx="15949">
                  <c:v>254.97</c:v>
                </c:pt>
                <c:pt idx="15950">
                  <c:v>65.98</c:v>
                </c:pt>
                <c:pt idx="15951">
                  <c:v>127.96</c:v>
                </c:pt>
                <c:pt idx="15952">
                  <c:v>55.98</c:v>
                </c:pt>
                <c:pt idx="15953">
                  <c:v>49.88</c:v>
                </c:pt>
                <c:pt idx="15954">
                  <c:v>59.98</c:v>
                </c:pt>
                <c:pt idx="15955">
                  <c:v>59.98</c:v>
                </c:pt>
                <c:pt idx="15956">
                  <c:v>44.48</c:v>
                </c:pt>
                <c:pt idx="15957">
                  <c:v>34.49</c:v>
                </c:pt>
                <c:pt idx="15958">
                  <c:v>55.98</c:v>
                </c:pt>
                <c:pt idx="15959">
                  <c:v>65.98</c:v>
                </c:pt>
                <c:pt idx="15960">
                  <c:v>51.98</c:v>
                </c:pt>
                <c:pt idx="15961">
                  <c:v>39.49</c:v>
                </c:pt>
                <c:pt idx="15962">
                  <c:v>65.98</c:v>
                </c:pt>
                <c:pt idx="15963">
                  <c:v>55.98</c:v>
                </c:pt>
                <c:pt idx="15964">
                  <c:v>70.98</c:v>
                </c:pt>
                <c:pt idx="15965">
                  <c:v>55.98</c:v>
                </c:pt>
                <c:pt idx="15966">
                  <c:v>65.98</c:v>
                </c:pt>
                <c:pt idx="15967">
                  <c:v>70.98</c:v>
                </c:pt>
                <c:pt idx="15968">
                  <c:v>55.98</c:v>
                </c:pt>
                <c:pt idx="15969">
                  <c:v>71.97</c:v>
                </c:pt>
                <c:pt idx="15970">
                  <c:v>55.98</c:v>
                </c:pt>
                <c:pt idx="15971">
                  <c:v>70.98</c:v>
                </c:pt>
                <c:pt idx="15972">
                  <c:v>48.48</c:v>
                </c:pt>
                <c:pt idx="15973">
                  <c:v>70.98</c:v>
                </c:pt>
                <c:pt idx="15974">
                  <c:v>65.98</c:v>
                </c:pt>
                <c:pt idx="15975">
                  <c:v>14.49</c:v>
                </c:pt>
                <c:pt idx="15976">
                  <c:v>65.98</c:v>
                </c:pt>
                <c:pt idx="15977">
                  <c:v>155.94999999999999</c:v>
                </c:pt>
                <c:pt idx="15978">
                  <c:v>85.97</c:v>
                </c:pt>
                <c:pt idx="15979">
                  <c:v>139.96</c:v>
                </c:pt>
                <c:pt idx="15980">
                  <c:v>89.97</c:v>
                </c:pt>
                <c:pt idx="15981">
                  <c:v>154.97</c:v>
                </c:pt>
                <c:pt idx="15982">
                  <c:v>179.95</c:v>
                </c:pt>
                <c:pt idx="15983">
                  <c:v>74.98</c:v>
                </c:pt>
                <c:pt idx="15984">
                  <c:v>125.16</c:v>
                </c:pt>
                <c:pt idx="15985">
                  <c:v>119.96</c:v>
                </c:pt>
                <c:pt idx="15986">
                  <c:v>99.77</c:v>
                </c:pt>
                <c:pt idx="15987">
                  <c:v>108.97</c:v>
                </c:pt>
                <c:pt idx="15988">
                  <c:v>164.95</c:v>
                </c:pt>
                <c:pt idx="15989">
                  <c:v>75.510000000000005</c:v>
                </c:pt>
                <c:pt idx="15990">
                  <c:v>116.46</c:v>
                </c:pt>
                <c:pt idx="15991">
                  <c:v>139.96</c:v>
                </c:pt>
                <c:pt idx="15992">
                  <c:v>113.97</c:v>
                </c:pt>
                <c:pt idx="15993">
                  <c:v>93.97</c:v>
                </c:pt>
                <c:pt idx="15994">
                  <c:v>59.97</c:v>
                </c:pt>
                <c:pt idx="15995">
                  <c:v>105.97</c:v>
                </c:pt>
                <c:pt idx="15996">
                  <c:v>98.4</c:v>
                </c:pt>
                <c:pt idx="15997">
                  <c:v>109.97</c:v>
                </c:pt>
                <c:pt idx="15998">
                  <c:v>63.97</c:v>
                </c:pt>
                <c:pt idx="15999">
                  <c:v>123.35</c:v>
                </c:pt>
                <c:pt idx="16000">
                  <c:v>139.96</c:v>
                </c:pt>
                <c:pt idx="16001">
                  <c:v>119.63</c:v>
                </c:pt>
                <c:pt idx="16002">
                  <c:v>109.97</c:v>
                </c:pt>
                <c:pt idx="16003">
                  <c:v>229.95</c:v>
                </c:pt>
                <c:pt idx="16004">
                  <c:v>121.48</c:v>
                </c:pt>
                <c:pt idx="16005">
                  <c:v>200.17</c:v>
                </c:pt>
                <c:pt idx="16006">
                  <c:v>134.97999999999999</c:v>
                </c:pt>
                <c:pt idx="16007">
                  <c:v>134.97999999999999</c:v>
                </c:pt>
                <c:pt idx="16008">
                  <c:v>87.47</c:v>
                </c:pt>
                <c:pt idx="16009">
                  <c:v>134.97999999999999</c:v>
                </c:pt>
                <c:pt idx="16010">
                  <c:v>95.38</c:v>
                </c:pt>
                <c:pt idx="16011">
                  <c:v>295.92</c:v>
                </c:pt>
                <c:pt idx="16012">
                  <c:v>295.92</c:v>
                </c:pt>
                <c:pt idx="16013">
                  <c:v>388.87</c:v>
                </c:pt>
                <c:pt idx="16014">
                  <c:v>79.98</c:v>
                </c:pt>
                <c:pt idx="16015">
                  <c:v>221.94</c:v>
                </c:pt>
                <c:pt idx="16016">
                  <c:v>418.48</c:v>
                </c:pt>
                <c:pt idx="16017">
                  <c:v>255.92</c:v>
                </c:pt>
                <c:pt idx="16018">
                  <c:v>107.44</c:v>
                </c:pt>
                <c:pt idx="16019">
                  <c:v>295.92</c:v>
                </c:pt>
                <c:pt idx="16020">
                  <c:v>333.92</c:v>
                </c:pt>
                <c:pt idx="16021">
                  <c:v>169.98</c:v>
                </c:pt>
                <c:pt idx="16022">
                  <c:v>185.24</c:v>
                </c:pt>
                <c:pt idx="16023">
                  <c:v>254.97</c:v>
                </c:pt>
                <c:pt idx="16024">
                  <c:v>243.14</c:v>
                </c:pt>
                <c:pt idx="16025">
                  <c:v>169.98</c:v>
                </c:pt>
                <c:pt idx="16026">
                  <c:v>208.95</c:v>
                </c:pt>
                <c:pt idx="16027">
                  <c:v>124.93</c:v>
                </c:pt>
                <c:pt idx="16028">
                  <c:v>129.97999999999999</c:v>
                </c:pt>
                <c:pt idx="16029">
                  <c:v>258.66000000000003</c:v>
                </c:pt>
                <c:pt idx="16030">
                  <c:v>128.68</c:v>
                </c:pt>
                <c:pt idx="16031">
                  <c:v>104.38</c:v>
                </c:pt>
                <c:pt idx="16032">
                  <c:v>136.68</c:v>
                </c:pt>
                <c:pt idx="16033">
                  <c:v>145.69999999999999</c:v>
                </c:pt>
                <c:pt idx="16034">
                  <c:v>143.66999999999999</c:v>
                </c:pt>
                <c:pt idx="16035">
                  <c:v>129.97999999999999</c:v>
                </c:pt>
                <c:pt idx="16036">
                  <c:v>129.97999999999999</c:v>
                </c:pt>
                <c:pt idx="16037">
                  <c:v>92.34</c:v>
                </c:pt>
                <c:pt idx="16038">
                  <c:v>127.07</c:v>
                </c:pt>
                <c:pt idx="16039">
                  <c:v>219.97</c:v>
                </c:pt>
                <c:pt idx="16040">
                  <c:v>145.5</c:v>
                </c:pt>
                <c:pt idx="16041">
                  <c:v>127.23</c:v>
                </c:pt>
                <c:pt idx="16042">
                  <c:v>129.97999999999999</c:v>
                </c:pt>
                <c:pt idx="16043">
                  <c:v>123.33</c:v>
                </c:pt>
                <c:pt idx="16044">
                  <c:v>131.97</c:v>
                </c:pt>
                <c:pt idx="16045">
                  <c:v>119.93</c:v>
                </c:pt>
                <c:pt idx="16046">
                  <c:v>116.98</c:v>
                </c:pt>
                <c:pt idx="16047">
                  <c:v>112.18</c:v>
                </c:pt>
                <c:pt idx="16048">
                  <c:v>65.989999999999995</c:v>
                </c:pt>
                <c:pt idx="16049">
                  <c:v>131.97999999999999</c:v>
                </c:pt>
                <c:pt idx="16050">
                  <c:v>73.98</c:v>
                </c:pt>
                <c:pt idx="16051">
                  <c:v>65.989999999999995</c:v>
                </c:pt>
                <c:pt idx="16052">
                  <c:v>78.16</c:v>
                </c:pt>
                <c:pt idx="16053">
                  <c:v>65.989999999999995</c:v>
                </c:pt>
                <c:pt idx="16054">
                  <c:v>60.11</c:v>
                </c:pt>
                <c:pt idx="16055">
                  <c:v>62.54</c:v>
                </c:pt>
                <c:pt idx="16056">
                  <c:v>146.97</c:v>
                </c:pt>
                <c:pt idx="16057">
                  <c:v>65.989999999999995</c:v>
                </c:pt>
                <c:pt idx="16058">
                  <c:v>131.97999999999999</c:v>
                </c:pt>
                <c:pt idx="16059">
                  <c:v>65.989999999999995</c:v>
                </c:pt>
                <c:pt idx="16060">
                  <c:v>65.989999999999995</c:v>
                </c:pt>
                <c:pt idx="16061">
                  <c:v>120.98</c:v>
                </c:pt>
                <c:pt idx="16062">
                  <c:v>75.98</c:v>
                </c:pt>
                <c:pt idx="16063">
                  <c:v>80.98</c:v>
                </c:pt>
                <c:pt idx="16064">
                  <c:v>75.97</c:v>
                </c:pt>
                <c:pt idx="16065">
                  <c:v>65.989999999999995</c:v>
                </c:pt>
                <c:pt idx="16066">
                  <c:v>68.989999999999995</c:v>
                </c:pt>
                <c:pt idx="16067">
                  <c:v>41.49</c:v>
                </c:pt>
                <c:pt idx="16068">
                  <c:v>62.47</c:v>
                </c:pt>
                <c:pt idx="16069">
                  <c:v>51.98</c:v>
                </c:pt>
                <c:pt idx="16070">
                  <c:v>79.98</c:v>
                </c:pt>
                <c:pt idx="16071">
                  <c:v>32.24</c:v>
                </c:pt>
                <c:pt idx="16072">
                  <c:v>49.99</c:v>
                </c:pt>
                <c:pt idx="16073">
                  <c:v>41.49</c:v>
                </c:pt>
                <c:pt idx="16074">
                  <c:v>11.49</c:v>
                </c:pt>
                <c:pt idx="16075">
                  <c:v>41.49</c:v>
                </c:pt>
                <c:pt idx="16076">
                  <c:v>57.48</c:v>
                </c:pt>
                <c:pt idx="16077">
                  <c:v>41.49</c:v>
                </c:pt>
                <c:pt idx="16078">
                  <c:v>59.98</c:v>
                </c:pt>
                <c:pt idx="16079">
                  <c:v>55.98</c:v>
                </c:pt>
                <c:pt idx="16080">
                  <c:v>52.99</c:v>
                </c:pt>
                <c:pt idx="16081">
                  <c:v>-1.5</c:v>
                </c:pt>
                <c:pt idx="16082">
                  <c:v>69.98</c:v>
                </c:pt>
                <c:pt idx="16083">
                  <c:v>41.49</c:v>
                </c:pt>
                <c:pt idx="16084">
                  <c:v>65.989999999999995</c:v>
                </c:pt>
                <c:pt idx="16085">
                  <c:v>26.16</c:v>
                </c:pt>
                <c:pt idx="16086">
                  <c:v>13.49</c:v>
                </c:pt>
                <c:pt idx="16087">
                  <c:v>41.49</c:v>
                </c:pt>
                <c:pt idx="16088">
                  <c:v>89.98</c:v>
                </c:pt>
                <c:pt idx="16089">
                  <c:v>65.989999999999995</c:v>
                </c:pt>
                <c:pt idx="16090">
                  <c:v>79.98</c:v>
                </c:pt>
                <c:pt idx="16091">
                  <c:v>41.49</c:v>
                </c:pt>
                <c:pt idx="16092">
                  <c:v>65.989999999999995</c:v>
                </c:pt>
                <c:pt idx="16093">
                  <c:v>79.98</c:v>
                </c:pt>
                <c:pt idx="16094">
                  <c:v>79.98</c:v>
                </c:pt>
                <c:pt idx="16095">
                  <c:v>54.98</c:v>
                </c:pt>
                <c:pt idx="16096">
                  <c:v>51.99</c:v>
                </c:pt>
                <c:pt idx="16097">
                  <c:v>43.48</c:v>
                </c:pt>
                <c:pt idx="16098">
                  <c:v>57.99</c:v>
                </c:pt>
                <c:pt idx="16099">
                  <c:v>64.98</c:v>
                </c:pt>
                <c:pt idx="16100">
                  <c:v>31.49</c:v>
                </c:pt>
                <c:pt idx="16101">
                  <c:v>65.989999999999995</c:v>
                </c:pt>
                <c:pt idx="16102">
                  <c:v>79.98</c:v>
                </c:pt>
                <c:pt idx="16103">
                  <c:v>51.49</c:v>
                </c:pt>
                <c:pt idx="16104">
                  <c:v>79.98</c:v>
                </c:pt>
                <c:pt idx="16105">
                  <c:v>65.989999999999995</c:v>
                </c:pt>
                <c:pt idx="16106">
                  <c:v>272.56</c:v>
                </c:pt>
                <c:pt idx="16107">
                  <c:v>211.42</c:v>
                </c:pt>
                <c:pt idx="16108">
                  <c:v>144.18</c:v>
                </c:pt>
                <c:pt idx="16109">
                  <c:v>169.98</c:v>
                </c:pt>
                <c:pt idx="16110">
                  <c:v>170.81</c:v>
                </c:pt>
                <c:pt idx="16111">
                  <c:v>68.989999999999995</c:v>
                </c:pt>
                <c:pt idx="16112">
                  <c:v>75.09</c:v>
                </c:pt>
                <c:pt idx="16113">
                  <c:v>152.97999999999999</c:v>
                </c:pt>
                <c:pt idx="16114">
                  <c:v>97.22</c:v>
                </c:pt>
                <c:pt idx="16115">
                  <c:v>105.98</c:v>
                </c:pt>
                <c:pt idx="16116">
                  <c:v>84.99</c:v>
                </c:pt>
                <c:pt idx="16117">
                  <c:v>66.8</c:v>
                </c:pt>
                <c:pt idx="16118">
                  <c:v>212.2</c:v>
                </c:pt>
                <c:pt idx="16119">
                  <c:v>139.97999999999999</c:v>
                </c:pt>
                <c:pt idx="16120">
                  <c:v>21.49</c:v>
                </c:pt>
                <c:pt idx="16121">
                  <c:v>99.98</c:v>
                </c:pt>
                <c:pt idx="16122">
                  <c:v>60.99</c:v>
                </c:pt>
                <c:pt idx="16123">
                  <c:v>63.96</c:v>
                </c:pt>
                <c:pt idx="16124">
                  <c:v>39.979999999999997</c:v>
                </c:pt>
                <c:pt idx="16125">
                  <c:v>37.479999999999997</c:v>
                </c:pt>
                <c:pt idx="16126">
                  <c:v>79.989999999999995</c:v>
                </c:pt>
                <c:pt idx="16127">
                  <c:v>47.49</c:v>
                </c:pt>
                <c:pt idx="16128">
                  <c:v>99.96</c:v>
                </c:pt>
                <c:pt idx="16129">
                  <c:v>59.96</c:v>
                </c:pt>
                <c:pt idx="16130">
                  <c:v>77.98</c:v>
                </c:pt>
                <c:pt idx="16131">
                  <c:v>59.96</c:v>
                </c:pt>
                <c:pt idx="16132">
                  <c:v>59.96</c:v>
                </c:pt>
                <c:pt idx="16133">
                  <c:v>76.83</c:v>
                </c:pt>
                <c:pt idx="16134">
                  <c:v>84.96</c:v>
                </c:pt>
                <c:pt idx="16135">
                  <c:v>59.96</c:v>
                </c:pt>
                <c:pt idx="16136">
                  <c:v>50.97</c:v>
                </c:pt>
                <c:pt idx="16137">
                  <c:v>169.98</c:v>
                </c:pt>
                <c:pt idx="16138">
                  <c:v>169.98</c:v>
                </c:pt>
                <c:pt idx="16139">
                  <c:v>150.18</c:v>
                </c:pt>
                <c:pt idx="16140">
                  <c:v>169.98</c:v>
                </c:pt>
                <c:pt idx="16141">
                  <c:v>131.97999999999999</c:v>
                </c:pt>
                <c:pt idx="16142">
                  <c:v>131.97999999999999</c:v>
                </c:pt>
                <c:pt idx="16143">
                  <c:v>142.32</c:v>
                </c:pt>
                <c:pt idx="16144">
                  <c:v>131.97999999999999</c:v>
                </c:pt>
                <c:pt idx="16145">
                  <c:v>158.80000000000001</c:v>
                </c:pt>
                <c:pt idx="16146">
                  <c:v>169.98</c:v>
                </c:pt>
                <c:pt idx="16147">
                  <c:v>169.98</c:v>
                </c:pt>
                <c:pt idx="16148">
                  <c:v>76.489999999999995</c:v>
                </c:pt>
                <c:pt idx="16149">
                  <c:v>84.99</c:v>
                </c:pt>
                <c:pt idx="16150">
                  <c:v>59.98</c:v>
                </c:pt>
                <c:pt idx="16151">
                  <c:v>76.489999999999995</c:v>
                </c:pt>
                <c:pt idx="16152">
                  <c:v>55.26</c:v>
                </c:pt>
                <c:pt idx="16153">
                  <c:v>53.98</c:v>
                </c:pt>
                <c:pt idx="16154">
                  <c:v>89.97</c:v>
                </c:pt>
                <c:pt idx="16155">
                  <c:v>78.98</c:v>
                </c:pt>
                <c:pt idx="16156">
                  <c:v>78.98</c:v>
                </c:pt>
                <c:pt idx="16157">
                  <c:v>57.97</c:v>
                </c:pt>
                <c:pt idx="16158">
                  <c:v>89.97</c:v>
                </c:pt>
                <c:pt idx="16159">
                  <c:v>55.26</c:v>
                </c:pt>
                <c:pt idx="16160">
                  <c:v>75.98</c:v>
                </c:pt>
                <c:pt idx="16161">
                  <c:v>75.98</c:v>
                </c:pt>
                <c:pt idx="16162">
                  <c:v>212.97</c:v>
                </c:pt>
                <c:pt idx="16163">
                  <c:v>53.98</c:v>
                </c:pt>
                <c:pt idx="16164">
                  <c:v>119.96</c:v>
                </c:pt>
                <c:pt idx="16165">
                  <c:v>59.98</c:v>
                </c:pt>
                <c:pt idx="16166">
                  <c:v>108.88</c:v>
                </c:pt>
                <c:pt idx="16167">
                  <c:v>108.88</c:v>
                </c:pt>
                <c:pt idx="16168">
                  <c:v>57.97</c:v>
                </c:pt>
                <c:pt idx="16169">
                  <c:v>89.97</c:v>
                </c:pt>
                <c:pt idx="16170">
                  <c:v>80.739999999999995</c:v>
                </c:pt>
                <c:pt idx="16171">
                  <c:v>92.96</c:v>
                </c:pt>
                <c:pt idx="16172">
                  <c:v>89.97</c:v>
                </c:pt>
                <c:pt idx="16173">
                  <c:v>59.98</c:v>
                </c:pt>
                <c:pt idx="16174">
                  <c:v>59.98</c:v>
                </c:pt>
                <c:pt idx="16175">
                  <c:v>119.96</c:v>
                </c:pt>
                <c:pt idx="16176">
                  <c:v>80.739999999999995</c:v>
                </c:pt>
                <c:pt idx="16177">
                  <c:v>92.96</c:v>
                </c:pt>
                <c:pt idx="16178">
                  <c:v>151.96</c:v>
                </c:pt>
                <c:pt idx="16179">
                  <c:v>212.97</c:v>
                </c:pt>
                <c:pt idx="16180">
                  <c:v>84.99</c:v>
                </c:pt>
                <c:pt idx="16181">
                  <c:v>70.86</c:v>
                </c:pt>
                <c:pt idx="16182">
                  <c:v>70.86</c:v>
                </c:pt>
                <c:pt idx="16183">
                  <c:v>151.96</c:v>
                </c:pt>
                <c:pt idx="16184">
                  <c:v>150.97</c:v>
                </c:pt>
                <c:pt idx="16185">
                  <c:v>128.74</c:v>
                </c:pt>
                <c:pt idx="16186">
                  <c:v>188.97</c:v>
                </c:pt>
                <c:pt idx="16187">
                  <c:v>145.25</c:v>
                </c:pt>
                <c:pt idx="16188">
                  <c:v>148.1</c:v>
                </c:pt>
                <c:pt idx="16189">
                  <c:v>140.97</c:v>
                </c:pt>
                <c:pt idx="16190">
                  <c:v>150.97</c:v>
                </c:pt>
                <c:pt idx="16191">
                  <c:v>152.47</c:v>
                </c:pt>
                <c:pt idx="16192">
                  <c:v>207.75</c:v>
                </c:pt>
                <c:pt idx="16193">
                  <c:v>169.96</c:v>
                </c:pt>
                <c:pt idx="16194">
                  <c:v>118.97</c:v>
                </c:pt>
                <c:pt idx="16195">
                  <c:v>150.97</c:v>
                </c:pt>
                <c:pt idx="16196">
                  <c:v>-23</c:v>
                </c:pt>
                <c:pt idx="16197">
                  <c:v>228.95</c:v>
                </c:pt>
                <c:pt idx="16198">
                  <c:v>241.44</c:v>
                </c:pt>
                <c:pt idx="16199">
                  <c:v>178.17</c:v>
                </c:pt>
                <c:pt idx="16200">
                  <c:v>196.59</c:v>
                </c:pt>
                <c:pt idx="16201">
                  <c:v>211.96</c:v>
                </c:pt>
                <c:pt idx="16202">
                  <c:v>200.95</c:v>
                </c:pt>
                <c:pt idx="16203">
                  <c:v>195.99</c:v>
                </c:pt>
                <c:pt idx="16204">
                  <c:v>217.72</c:v>
                </c:pt>
                <c:pt idx="16205">
                  <c:v>171.97</c:v>
                </c:pt>
                <c:pt idx="16206">
                  <c:v>191.75</c:v>
                </c:pt>
                <c:pt idx="16207">
                  <c:v>200.97</c:v>
                </c:pt>
                <c:pt idx="16208">
                  <c:v>159.96</c:v>
                </c:pt>
                <c:pt idx="16209">
                  <c:v>65.989999999999995</c:v>
                </c:pt>
                <c:pt idx="16210">
                  <c:v>89.98</c:v>
                </c:pt>
                <c:pt idx="16211">
                  <c:v>207.72</c:v>
                </c:pt>
                <c:pt idx="16212">
                  <c:v>126.36</c:v>
                </c:pt>
                <c:pt idx="16213">
                  <c:v>222.65</c:v>
                </c:pt>
                <c:pt idx="16214">
                  <c:v>219.73</c:v>
                </c:pt>
                <c:pt idx="16215">
                  <c:v>82.91</c:v>
                </c:pt>
                <c:pt idx="16216">
                  <c:v>95.98</c:v>
                </c:pt>
                <c:pt idx="16217">
                  <c:v>60.98</c:v>
                </c:pt>
                <c:pt idx="16218">
                  <c:v>58.87</c:v>
                </c:pt>
                <c:pt idx="16219">
                  <c:v>85.97</c:v>
                </c:pt>
                <c:pt idx="16220">
                  <c:v>95.98</c:v>
                </c:pt>
                <c:pt idx="16221">
                  <c:v>84.99</c:v>
                </c:pt>
                <c:pt idx="16222">
                  <c:v>53.97</c:v>
                </c:pt>
                <c:pt idx="16223">
                  <c:v>370.94</c:v>
                </c:pt>
                <c:pt idx="16224">
                  <c:v>449.85</c:v>
                </c:pt>
                <c:pt idx="16225">
                  <c:v>172.18</c:v>
                </c:pt>
                <c:pt idx="16226">
                  <c:v>166.65</c:v>
                </c:pt>
                <c:pt idx="16227">
                  <c:v>277.93</c:v>
                </c:pt>
                <c:pt idx="16228">
                  <c:v>233.92</c:v>
                </c:pt>
                <c:pt idx="16229">
                  <c:v>90.21</c:v>
                </c:pt>
                <c:pt idx="16230">
                  <c:v>17.989999999999998</c:v>
                </c:pt>
                <c:pt idx="16231">
                  <c:v>169.98</c:v>
                </c:pt>
                <c:pt idx="16232">
                  <c:v>213.97</c:v>
                </c:pt>
                <c:pt idx="16233">
                  <c:v>195.57</c:v>
                </c:pt>
                <c:pt idx="16234">
                  <c:v>161.46</c:v>
                </c:pt>
                <c:pt idx="16235">
                  <c:v>153.35</c:v>
                </c:pt>
                <c:pt idx="16236">
                  <c:v>229.97</c:v>
                </c:pt>
                <c:pt idx="16237">
                  <c:v>169.95</c:v>
                </c:pt>
                <c:pt idx="16238">
                  <c:v>258.51</c:v>
                </c:pt>
                <c:pt idx="16239">
                  <c:v>102.98</c:v>
                </c:pt>
                <c:pt idx="16240">
                  <c:v>254.97</c:v>
                </c:pt>
                <c:pt idx="16241">
                  <c:v>137.97999999999999</c:v>
                </c:pt>
                <c:pt idx="16242">
                  <c:v>203.62</c:v>
                </c:pt>
                <c:pt idx="16243">
                  <c:v>66.92</c:v>
                </c:pt>
                <c:pt idx="16244">
                  <c:v>147.41999999999999</c:v>
                </c:pt>
                <c:pt idx="16245">
                  <c:v>149.97</c:v>
                </c:pt>
                <c:pt idx="16246">
                  <c:v>206.97</c:v>
                </c:pt>
                <c:pt idx="16247">
                  <c:v>226.96</c:v>
                </c:pt>
                <c:pt idx="16248">
                  <c:v>134.13</c:v>
                </c:pt>
                <c:pt idx="16249">
                  <c:v>20.79</c:v>
                </c:pt>
                <c:pt idx="16250">
                  <c:v>65.989999999999995</c:v>
                </c:pt>
                <c:pt idx="16251">
                  <c:v>65.989999999999995</c:v>
                </c:pt>
                <c:pt idx="16252">
                  <c:v>150.97</c:v>
                </c:pt>
                <c:pt idx="16253">
                  <c:v>84.99</c:v>
                </c:pt>
                <c:pt idx="16254">
                  <c:v>-1.8</c:v>
                </c:pt>
                <c:pt idx="16255">
                  <c:v>84.98</c:v>
                </c:pt>
                <c:pt idx="16256">
                  <c:v>84.99</c:v>
                </c:pt>
                <c:pt idx="16257">
                  <c:v>65.989999999999995</c:v>
                </c:pt>
                <c:pt idx="16258">
                  <c:v>84.99</c:v>
                </c:pt>
                <c:pt idx="16259">
                  <c:v>65.989999999999995</c:v>
                </c:pt>
                <c:pt idx="16260">
                  <c:v>84.99</c:v>
                </c:pt>
                <c:pt idx="16261">
                  <c:v>84.99</c:v>
                </c:pt>
                <c:pt idx="16262">
                  <c:v>18.989999999999998</c:v>
                </c:pt>
                <c:pt idx="16263">
                  <c:v>84.99</c:v>
                </c:pt>
                <c:pt idx="16264">
                  <c:v>65.989999999999995</c:v>
                </c:pt>
                <c:pt idx="16265">
                  <c:v>84.98</c:v>
                </c:pt>
                <c:pt idx="16266">
                  <c:v>103.98</c:v>
                </c:pt>
                <c:pt idx="16267">
                  <c:v>84.99</c:v>
                </c:pt>
                <c:pt idx="16268">
                  <c:v>103.98</c:v>
                </c:pt>
                <c:pt idx="16269">
                  <c:v>65.989999999999995</c:v>
                </c:pt>
                <c:pt idx="16270">
                  <c:v>169.98</c:v>
                </c:pt>
                <c:pt idx="16271">
                  <c:v>58.98</c:v>
                </c:pt>
                <c:pt idx="16272">
                  <c:v>105.98</c:v>
                </c:pt>
                <c:pt idx="16273">
                  <c:v>65.989999999999995</c:v>
                </c:pt>
                <c:pt idx="16274">
                  <c:v>65.989999999999995</c:v>
                </c:pt>
                <c:pt idx="16275">
                  <c:v>39.99</c:v>
                </c:pt>
                <c:pt idx="16276">
                  <c:v>84.98</c:v>
                </c:pt>
                <c:pt idx="16277">
                  <c:v>169.98</c:v>
                </c:pt>
                <c:pt idx="16278">
                  <c:v>65.989999999999995</c:v>
                </c:pt>
                <c:pt idx="16279">
                  <c:v>39.99</c:v>
                </c:pt>
                <c:pt idx="16280">
                  <c:v>65.989999999999995</c:v>
                </c:pt>
                <c:pt idx="16281">
                  <c:v>84.99</c:v>
                </c:pt>
                <c:pt idx="16282">
                  <c:v>65.989999999999995</c:v>
                </c:pt>
                <c:pt idx="16283">
                  <c:v>84.98</c:v>
                </c:pt>
                <c:pt idx="16284">
                  <c:v>65.989999999999995</c:v>
                </c:pt>
                <c:pt idx="16285">
                  <c:v>114.3</c:v>
                </c:pt>
                <c:pt idx="16286">
                  <c:v>151.07</c:v>
                </c:pt>
                <c:pt idx="16287">
                  <c:v>93.92</c:v>
                </c:pt>
                <c:pt idx="16288">
                  <c:v>120.56</c:v>
                </c:pt>
                <c:pt idx="16289">
                  <c:v>104.46</c:v>
                </c:pt>
                <c:pt idx="16290">
                  <c:v>104.82</c:v>
                </c:pt>
                <c:pt idx="16291">
                  <c:v>64.930000000000007</c:v>
                </c:pt>
                <c:pt idx="16292">
                  <c:v>104.64</c:v>
                </c:pt>
                <c:pt idx="16293">
                  <c:v>65.989999999999995</c:v>
                </c:pt>
                <c:pt idx="16294">
                  <c:v>166.56</c:v>
                </c:pt>
                <c:pt idx="16295">
                  <c:v>80.98</c:v>
                </c:pt>
                <c:pt idx="16296">
                  <c:v>148.44</c:v>
                </c:pt>
                <c:pt idx="16297">
                  <c:v>78.92</c:v>
                </c:pt>
                <c:pt idx="16298">
                  <c:v>129.69</c:v>
                </c:pt>
                <c:pt idx="16299">
                  <c:v>93.31</c:v>
                </c:pt>
                <c:pt idx="16300">
                  <c:v>86.7</c:v>
                </c:pt>
                <c:pt idx="16301">
                  <c:v>121.98</c:v>
                </c:pt>
                <c:pt idx="16302">
                  <c:v>136.97</c:v>
                </c:pt>
                <c:pt idx="16303">
                  <c:v>121.98</c:v>
                </c:pt>
                <c:pt idx="16304">
                  <c:v>166.44</c:v>
                </c:pt>
                <c:pt idx="16305">
                  <c:v>189.96</c:v>
                </c:pt>
                <c:pt idx="16306">
                  <c:v>213.9</c:v>
                </c:pt>
                <c:pt idx="16307">
                  <c:v>145.97</c:v>
                </c:pt>
                <c:pt idx="16308">
                  <c:v>174.67</c:v>
                </c:pt>
                <c:pt idx="16309">
                  <c:v>129.46</c:v>
                </c:pt>
                <c:pt idx="16310">
                  <c:v>169.98</c:v>
                </c:pt>
                <c:pt idx="16311">
                  <c:v>169.97</c:v>
                </c:pt>
                <c:pt idx="16312">
                  <c:v>131.97999999999999</c:v>
                </c:pt>
                <c:pt idx="16313">
                  <c:v>288.33999999999997</c:v>
                </c:pt>
                <c:pt idx="16314">
                  <c:v>117.53</c:v>
                </c:pt>
                <c:pt idx="16315">
                  <c:v>95.98</c:v>
                </c:pt>
                <c:pt idx="16316">
                  <c:v>147.69999999999999</c:v>
                </c:pt>
                <c:pt idx="16317">
                  <c:v>53.83</c:v>
                </c:pt>
                <c:pt idx="16318">
                  <c:v>121.98</c:v>
                </c:pt>
                <c:pt idx="16319">
                  <c:v>138.76</c:v>
                </c:pt>
                <c:pt idx="16320">
                  <c:v>97.96</c:v>
                </c:pt>
                <c:pt idx="16321">
                  <c:v>106.97</c:v>
                </c:pt>
                <c:pt idx="16322">
                  <c:v>65.19</c:v>
                </c:pt>
                <c:pt idx="16323">
                  <c:v>84.99</c:v>
                </c:pt>
                <c:pt idx="16324">
                  <c:v>118.98</c:v>
                </c:pt>
                <c:pt idx="16325">
                  <c:v>84.99</c:v>
                </c:pt>
                <c:pt idx="16326">
                  <c:v>94.96</c:v>
                </c:pt>
                <c:pt idx="16327">
                  <c:v>84.99</c:v>
                </c:pt>
                <c:pt idx="16328">
                  <c:v>76.489999999999995</c:v>
                </c:pt>
                <c:pt idx="16329">
                  <c:v>83.19</c:v>
                </c:pt>
                <c:pt idx="16330">
                  <c:v>84.99</c:v>
                </c:pt>
                <c:pt idx="16331">
                  <c:v>118.98</c:v>
                </c:pt>
                <c:pt idx="16332">
                  <c:v>79.89</c:v>
                </c:pt>
                <c:pt idx="16333">
                  <c:v>103.98</c:v>
                </c:pt>
                <c:pt idx="16334">
                  <c:v>76.14</c:v>
                </c:pt>
                <c:pt idx="16335">
                  <c:v>120.57</c:v>
                </c:pt>
                <c:pt idx="16336">
                  <c:v>118.98</c:v>
                </c:pt>
                <c:pt idx="16337">
                  <c:v>145.96</c:v>
                </c:pt>
                <c:pt idx="16338">
                  <c:v>95.94</c:v>
                </c:pt>
                <c:pt idx="16339">
                  <c:v>241.96</c:v>
                </c:pt>
                <c:pt idx="16340">
                  <c:v>241.96</c:v>
                </c:pt>
                <c:pt idx="16341">
                  <c:v>131.97999999999999</c:v>
                </c:pt>
                <c:pt idx="16342">
                  <c:v>95.94</c:v>
                </c:pt>
                <c:pt idx="16343">
                  <c:v>214.95</c:v>
                </c:pt>
                <c:pt idx="16344">
                  <c:v>99.98</c:v>
                </c:pt>
                <c:pt idx="16345">
                  <c:v>99.98</c:v>
                </c:pt>
                <c:pt idx="16346">
                  <c:v>240.95</c:v>
                </c:pt>
                <c:pt idx="16347">
                  <c:v>240.95</c:v>
                </c:pt>
                <c:pt idx="16348">
                  <c:v>197.97</c:v>
                </c:pt>
                <c:pt idx="16349">
                  <c:v>150.97</c:v>
                </c:pt>
                <c:pt idx="16350">
                  <c:v>243.95</c:v>
                </c:pt>
                <c:pt idx="16351">
                  <c:v>131.97999999999999</c:v>
                </c:pt>
                <c:pt idx="16352">
                  <c:v>197.97</c:v>
                </c:pt>
                <c:pt idx="16353">
                  <c:v>150.97</c:v>
                </c:pt>
                <c:pt idx="16354">
                  <c:v>131.97999999999999</c:v>
                </c:pt>
                <c:pt idx="16355">
                  <c:v>243.95</c:v>
                </c:pt>
                <c:pt idx="16356">
                  <c:v>131.97999999999999</c:v>
                </c:pt>
                <c:pt idx="16357">
                  <c:v>226.85</c:v>
                </c:pt>
                <c:pt idx="16358">
                  <c:v>226.85</c:v>
                </c:pt>
                <c:pt idx="16359">
                  <c:v>166.77</c:v>
                </c:pt>
                <c:pt idx="16360">
                  <c:v>166.77</c:v>
                </c:pt>
                <c:pt idx="16361">
                  <c:v>107.97</c:v>
                </c:pt>
                <c:pt idx="16362">
                  <c:v>107.97</c:v>
                </c:pt>
                <c:pt idx="16363">
                  <c:v>149.97</c:v>
                </c:pt>
                <c:pt idx="16364">
                  <c:v>149.97</c:v>
                </c:pt>
                <c:pt idx="16365">
                  <c:v>169.96</c:v>
                </c:pt>
                <c:pt idx="16366">
                  <c:v>149.96</c:v>
                </c:pt>
                <c:pt idx="16367">
                  <c:v>149.96</c:v>
                </c:pt>
                <c:pt idx="16368">
                  <c:v>99.98</c:v>
                </c:pt>
                <c:pt idx="16369">
                  <c:v>131.97999999999999</c:v>
                </c:pt>
                <c:pt idx="16370">
                  <c:v>131.97999999999999</c:v>
                </c:pt>
                <c:pt idx="16371">
                  <c:v>99.98</c:v>
                </c:pt>
                <c:pt idx="16372">
                  <c:v>131.97999999999999</c:v>
                </c:pt>
                <c:pt idx="16373">
                  <c:v>131.97999999999999</c:v>
                </c:pt>
                <c:pt idx="16374">
                  <c:v>131.97999999999999</c:v>
                </c:pt>
                <c:pt idx="16375">
                  <c:v>131.97999999999999</c:v>
                </c:pt>
                <c:pt idx="16376">
                  <c:v>214.95</c:v>
                </c:pt>
                <c:pt idx="16377">
                  <c:v>59.95</c:v>
                </c:pt>
                <c:pt idx="16378">
                  <c:v>131.97999999999999</c:v>
                </c:pt>
                <c:pt idx="16379">
                  <c:v>131.97999999999999</c:v>
                </c:pt>
                <c:pt idx="16380">
                  <c:v>59.95</c:v>
                </c:pt>
                <c:pt idx="16381">
                  <c:v>169.96</c:v>
                </c:pt>
                <c:pt idx="16382">
                  <c:v>131.97999999999999</c:v>
                </c:pt>
                <c:pt idx="16383">
                  <c:v>197.97</c:v>
                </c:pt>
                <c:pt idx="16384">
                  <c:v>197.97</c:v>
                </c:pt>
                <c:pt idx="16385">
                  <c:v>131.97999999999999</c:v>
                </c:pt>
                <c:pt idx="16386">
                  <c:v>254.97</c:v>
                </c:pt>
                <c:pt idx="16387">
                  <c:v>187.97</c:v>
                </c:pt>
                <c:pt idx="16388">
                  <c:v>91.97</c:v>
                </c:pt>
                <c:pt idx="16389">
                  <c:v>131.97999999999999</c:v>
                </c:pt>
                <c:pt idx="16390">
                  <c:v>105.98</c:v>
                </c:pt>
                <c:pt idx="16391">
                  <c:v>139.97</c:v>
                </c:pt>
                <c:pt idx="16392">
                  <c:v>105.98</c:v>
                </c:pt>
                <c:pt idx="16393">
                  <c:v>131.97999999999999</c:v>
                </c:pt>
                <c:pt idx="16394">
                  <c:v>84.99</c:v>
                </c:pt>
                <c:pt idx="16395">
                  <c:v>131.97999999999999</c:v>
                </c:pt>
                <c:pt idx="16396">
                  <c:v>99.98</c:v>
                </c:pt>
                <c:pt idx="16397">
                  <c:v>131.97999999999999</c:v>
                </c:pt>
                <c:pt idx="16398">
                  <c:v>54.99</c:v>
                </c:pt>
                <c:pt idx="16399">
                  <c:v>109.98</c:v>
                </c:pt>
                <c:pt idx="16400">
                  <c:v>104.38</c:v>
                </c:pt>
                <c:pt idx="16401">
                  <c:v>169.98</c:v>
                </c:pt>
                <c:pt idx="16402">
                  <c:v>199.96</c:v>
                </c:pt>
                <c:pt idx="16403">
                  <c:v>125.38</c:v>
                </c:pt>
                <c:pt idx="16404">
                  <c:v>131.97999999999999</c:v>
                </c:pt>
                <c:pt idx="16405">
                  <c:v>131.97999999999999</c:v>
                </c:pt>
                <c:pt idx="16406">
                  <c:v>131.97999999999999</c:v>
                </c:pt>
                <c:pt idx="16407">
                  <c:v>123.28</c:v>
                </c:pt>
                <c:pt idx="16408">
                  <c:v>121.98</c:v>
                </c:pt>
                <c:pt idx="16409">
                  <c:v>150.97</c:v>
                </c:pt>
                <c:pt idx="16410">
                  <c:v>131.97999999999999</c:v>
                </c:pt>
                <c:pt idx="16411">
                  <c:v>124.06</c:v>
                </c:pt>
                <c:pt idx="16412">
                  <c:v>121.98</c:v>
                </c:pt>
                <c:pt idx="16413">
                  <c:v>131.97999999999999</c:v>
                </c:pt>
                <c:pt idx="16414">
                  <c:v>157.96</c:v>
                </c:pt>
                <c:pt idx="16415">
                  <c:v>105.38</c:v>
                </c:pt>
                <c:pt idx="16416">
                  <c:v>149.26</c:v>
                </c:pt>
                <c:pt idx="16417">
                  <c:v>154.57</c:v>
                </c:pt>
                <c:pt idx="16418">
                  <c:v>187.96</c:v>
                </c:pt>
                <c:pt idx="16419">
                  <c:v>94.98</c:v>
                </c:pt>
                <c:pt idx="16420">
                  <c:v>153.97999999999999</c:v>
                </c:pt>
                <c:pt idx="16421">
                  <c:v>211.9</c:v>
                </c:pt>
                <c:pt idx="16422">
                  <c:v>93.98</c:v>
                </c:pt>
                <c:pt idx="16423">
                  <c:v>90.93</c:v>
                </c:pt>
                <c:pt idx="16424">
                  <c:v>128.91999999999999</c:v>
                </c:pt>
                <c:pt idx="16425">
                  <c:v>84.99</c:v>
                </c:pt>
                <c:pt idx="16426">
                  <c:v>129.96</c:v>
                </c:pt>
                <c:pt idx="16427">
                  <c:v>169.98</c:v>
                </c:pt>
                <c:pt idx="16428">
                  <c:v>53.94</c:v>
                </c:pt>
                <c:pt idx="16429">
                  <c:v>69.959999999999994</c:v>
                </c:pt>
                <c:pt idx="16430">
                  <c:v>65.989999999999995</c:v>
                </c:pt>
                <c:pt idx="16431">
                  <c:v>196.95</c:v>
                </c:pt>
                <c:pt idx="16432">
                  <c:v>50.99</c:v>
                </c:pt>
                <c:pt idx="16433">
                  <c:v>84.99</c:v>
                </c:pt>
                <c:pt idx="16434">
                  <c:v>169.98</c:v>
                </c:pt>
                <c:pt idx="16435">
                  <c:v>234.96</c:v>
                </c:pt>
                <c:pt idx="16436">
                  <c:v>146.69</c:v>
                </c:pt>
                <c:pt idx="16437">
                  <c:v>156.84</c:v>
                </c:pt>
                <c:pt idx="16438">
                  <c:v>169.98</c:v>
                </c:pt>
                <c:pt idx="16439">
                  <c:v>84.99</c:v>
                </c:pt>
                <c:pt idx="16440">
                  <c:v>91.96</c:v>
                </c:pt>
                <c:pt idx="16441">
                  <c:v>134.97</c:v>
                </c:pt>
                <c:pt idx="16442">
                  <c:v>339.96</c:v>
                </c:pt>
                <c:pt idx="16443">
                  <c:v>84.99</c:v>
                </c:pt>
                <c:pt idx="16444">
                  <c:v>509.94</c:v>
                </c:pt>
                <c:pt idx="16445">
                  <c:v>207.97</c:v>
                </c:pt>
                <c:pt idx="16446">
                  <c:v>169.98</c:v>
                </c:pt>
                <c:pt idx="16447">
                  <c:v>339.96</c:v>
                </c:pt>
                <c:pt idx="16448">
                  <c:v>565.91999999999996</c:v>
                </c:pt>
                <c:pt idx="16449">
                  <c:v>81.87</c:v>
                </c:pt>
                <c:pt idx="16450">
                  <c:v>51.96</c:v>
                </c:pt>
                <c:pt idx="16451">
                  <c:v>59.98</c:v>
                </c:pt>
                <c:pt idx="16452">
                  <c:v>84.99</c:v>
                </c:pt>
                <c:pt idx="16453">
                  <c:v>65.989999999999995</c:v>
                </c:pt>
                <c:pt idx="16454">
                  <c:v>65.989999999999995</c:v>
                </c:pt>
                <c:pt idx="16455">
                  <c:v>49.99</c:v>
                </c:pt>
                <c:pt idx="16456">
                  <c:v>65.989999999999995</c:v>
                </c:pt>
                <c:pt idx="16457">
                  <c:v>65.989999999999995</c:v>
                </c:pt>
                <c:pt idx="16458">
                  <c:v>84.99</c:v>
                </c:pt>
                <c:pt idx="16459">
                  <c:v>41.49</c:v>
                </c:pt>
                <c:pt idx="16460">
                  <c:v>84.99</c:v>
                </c:pt>
                <c:pt idx="16461">
                  <c:v>84.99</c:v>
                </c:pt>
                <c:pt idx="16462">
                  <c:v>54.98</c:v>
                </c:pt>
                <c:pt idx="16463">
                  <c:v>74.989999999999995</c:v>
                </c:pt>
                <c:pt idx="16464">
                  <c:v>78.319999999999993</c:v>
                </c:pt>
                <c:pt idx="16465">
                  <c:v>84.99</c:v>
                </c:pt>
                <c:pt idx="16466">
                  <c:v>84.99</c:v>
                </c:pt>
                <c:pt idx="16467">
                  <c:v>84.99</c:v>
                </c:pt>
                <c:pt idx="16468">
                  <c:v>84.99</c:v>
                </c:pt>
                <c:pt idx="16469">
                  <c:v>84.99</c:v>
                </c:pt>
                <c:pt idx="16470">
                  <c:v>84.99</c:v>
                </c:pt>
                <c:pt idx="16471">
                  <c:v>61.6</c:v>
                </c:pt>
                <c:pt idx="16472">
                  <c:v>64.98</c:v>
                </c:pt>
                <c:pt idx="16473">
                  <c:v>64.98</c:v>
                </c:pt>
                <c:pt idx="16474">
                  <c:v>84.99</c:v>
                </c:pt>
                <c:pt idx="16475">
                  <c:v>84.99</c:v>
                </c:pt>
                <c:pt idx="16476">
                  <c:v>65.989999999999995</c:v>
                </c:pt>
                <c:pt idx="16477">
                  <c:v>49.99</c:v>
                </c:pt>
                <c:pt idx="16478">
                  <c:v>84.99</c:v>
                </c:pt>
                <c:pt idx="16479">
                  <c:v>49.99</c:v>
                </c:pt>
                <c:pt idx="16480">
                  <c:v>49.99</c:v>
                </c:pt>
                <c:pt idx="16481">
                  <c:v>199.96</c:v>
                </c:pt>
                <c:pt idx="16482">
                  <c:v>141.96</c:v>
                </c:pt>
                <c:pt idx="16483">
                  <c:v>50.42</c:v>
                </c:pt>
                <c:pt idx="16484">
                  <c:v>50.42</c:v>
                </c:pt>
                <c:pt idx="16485">
                  <c:v>141.96</c:v>
                </c:pt>
                <c:pt idx="16486">
                  <c:v>174.46</c:v>
                </c:pt>
                <c:pt idx="16487">
                  <c:v>199.96</c:v>
                </c:pt>
                <c:pt idx="16488">
                  <c:v>174.46</c:v>
                </c:pt>
                <c:pt idx="16489">
                  <c:v>199.96</c:v>
                </c:pt>
                <c:pt idx="16490">
                  <c:v>199.96</c:v>
                </c:pt>
                <c:pt idx="16491">
                  <c:v>141.96</c:v>
                </c:pt>
                <c:pt idx="16492">
                  <c:v>141.96</c:v>
                </c:pt>
                <c:pt idx="16493">
                  <c:v>254.97</c:v>
                </c:pt>
                <c:pt idx="16494">
                  <c:v>131.97999999999999</c:v>
                </c:pt>
                <c:pt idx="16495">
                  <c:v>123.96</c:v>
                </c:pt>
                <c:pt idx="16496">
                  <c:v>131.97999999999999</c:v>
                </c:pt>
                <c:pt idx="16497">
                  <c:v>123.96</c:v>
                </c:pt>
                <c:pt idx="16498">
                  <c:v>254.97</c:v>
                </c:pt>
                <c:pt idx="16499">
                  <c:v>63.98</c:v>
                </c:pt>
                <c:pt idx="16500">
                  <c:v>63.98</c:v>
                </c:pt>
                <c:pt idx="16501">
                  <c:v>131.97999999999999</c:v>
                </c:pt>
                <c:pt idx="16502">
                  <c:v>169.98</c:v>
                </c:pt>
                <c:pt idx="16503">
                  <c:v>169.98</c:v>
                </c:pt>
                <c:pt idx="16504">
                  <c:v>184.97</c:v>
                </c:pt>
                <c:pt idx="16505">
                  <c:v>188.97</c:v>
                </c:pt>
                <c:pt idx="16506">
                  <c:v>169.98</c:v>
                </c:pt>
                <c:pt idx="16507">
                  <c:v>134.97999999999999</c:v>
                </c:pt>
                <c:pt idx="16508">
                  <c:v>184.97</c:v>
                </c:pt>
                <c:pt idx="16509">
                  <c:v>131.97999999999999</c:v>
                </c:pt>
                <c:pt idx="16510">
                  <c:v>134.97999999999999</c:v>
                </c:pt>
                <c:pt idx="16511">
                  <c:v>169.98</c:v>
                </c:pt>
                <c:pt idx="16512">
                  <c:v>188.97</c:v>
                </c:pt>
                <c:pt idx="16513">
                  <c:v>99.96</c:v>
                </c:pt>
                <c:pt idx="16514">
                  <c:v>84.99</c:v>
                </c:pt>
                <c:pt idx="16515">
                  <c:v>99.98</c:v>
                </c:pt>
                <c:pt idx="16516">
                  <c:v>99.96</c:v>
                </c:pt>
                <c:pt idx="16517">
                  <c:v>76.86</c:v>
                </c:pt>
                <c:pt idx="16518">
                  <c:v>84.99</c:v>
                </c:pt>
                <c:pt idx="16519">
                  <c:v>104.97</c:v>
                </c:pt>
                <c:pt idx="16520">
                  <c:v>134.97999999999999</c:v>
                </c:pt>
                <c:pt idx="16521">
                  <c:v>84.99</c:v>
                </c:pt>
                <c:pt idx="16522">
                  <c:v>101.66</c:v>
                </c:pt>
                <c:pt idx="16523">
                  <c:v>108.97</c:v>
                </c:pt>
                <c:pt idx="16524">
                  <c:v>73.97</c:v>
                </c:pt>
                <c:pt idx="16525">
                  <c:v>122.59</c:v>
                </c:pt>
                <c:pt idx="16526">
                  <c:v>137.97999999999999</c:v>
                </c:pt>
                <c:pt idx="16527">
                  <c:v>104.97</c:v>
                </c:pt>
                <c:pt idx="16528">
                  <c:v>96.98</c:v>
                </c:pt>
                <c:pt idx="16529">
                  <c:v>99.96</c:v>
                </c:pt>
                <c:pt idx="16530">
                  <c:v>79.98</c:v>
                </c:pt>
                <c:pt idx="16531">
                  <c:v>114.96</c:v>
                </c:pt>
                <c:pt idx="16532">
                  <c:v>134.97999999999999</c:v>
                </c:pt>
                <c:pt idx="16533">
                  <c:v>169.98</c:v>
                </c:pt>
                <c:pt idx="16534">
                  <c:v>84.99</c:v>
                </c:pt>
                <c:pt idx="16535">
                  <c:v>79.98</c:v>
                </c:pt>
                <c:pt idx="16536">
                  <c:v>109.95</c:v>
                </c:pt>
                <c:pt idx="16537">
                  <c:v>84.99</c:v>
                </c:pt>
                <c:pt idx="16538">
                  <c:v>84.99</c:v>
                </c:pt>
                <c:pt idx="16539">
                  <c:v>184.83</c:v>
                </c:pt>
                <c:pt idx="16540">
                  <c:v>84.99</c:v>
                </c:pt>
                <c:pt idx="16541">
                  <c:v>113.97</c:v>
                </c:pt>
                <c:pt idx="16542">
                  <c:v>54.98</c:v>
                </c:pt>
                <c:pt idx="16543">
                  <c:v>84.99</c:v>
                </c:pt>
                <c:pt idx="16544">
                  <c:v>99.98</c:v>
                </c:pt>
                <c:pt idx="16545">
                  <c:v>65.989999999999995</c:v>
                </c:pt>
                <c:pt idx="16546">
                  <c:v>64.239999999999995</c:v>
                </c:pt>
                <c:pt idx="16547">
                  <c:v>99.98</c:v>
                </c:pt>
                <c:pt idx="16548">
                  <c:v>82.69</c:v>
                </c:pt>
                <c:pt idx="16549">
                  <c:v>81.319999999999993</c:v>
                </c:pt>
                <c:pt idx="16550">
                  <c:v>93.98</c:v>
                </c:pt>
                <c:pt idx="16551">
                  <c:v>160.96</c:v>
                </c:pt>
                <c:pt idx="16552">
                  <c:v>124.98</c:v>
                </c:pt>
                <c:pt idx="16553">
                  <c:v>102.97</c:v>
                </c:pt>
                <c:pt idx="16554">
                  <c:v>130.97</c:v>
                </c:pt>
                <c:pt idx="16555">
                  <c:v>99.97</c:v>
                </c:pt>
                <c:pt idx="16556">
                  <c:v>81.98</c:v>
                </c:pt>
                <c:pt idx="16557">
                  <c:v>147.25</c:v>
                </c:pt>
                <c:pt idx="16558">
                  <c:v>84.99</c:v>
                </c:pt>
                <c:pt idx="16559">
                  <c:v>133.78</c:v>
                </c:pt>
                <c:pt idx="16560">
                  <c:v>81.16</c:v>
                </c:pt>
                <c:pt idx="16561">
                  <c:v>369.94</c:v>
                </c:pt>
                <c:pt idx="16562">
                  <c:v>449.88</c:v>
                </c:pt>
                <c:pt idx="16563">
                  <c:v>263.95999999999998</c:v>
                </c:pt>
                <c:pt idx="16564">
                  <c:v>423.73</c:v>
                </c:pt>
                <c:pt idx="16565">
                  <c:v>144.94999999999999</c:v>
                </c:pt>
                <c:pt idx="16566">
                  <c:v>84.99</c:v>
                </c:pt>
                <c:pt idx="16567">
                  <c:v>84.99</c:v>
                </c:pt>
                <c:pt idx="16568">
                  <c:v>184.97</c:v>
                </c:pt>
                <c:pt idx="16569">
                  <c:v>170.75</c:v>
                </c:pt>
                <c:pt idx="16570">
                  <c:v>84.99</c:v>
                </c:pt>
                <c:pt idx="16571">
                  <c:v>169.98</c:v>
                </c:pt>
                <c:pt idx="16572">
                  <c:v>153.93</c:v>
                </c:pt>
                <c:pt idx="16573">
                  <c:v>79.98</c:v>
                </c:pt>
                <c:pt idx="16574">
                  <c:v>79.98</c:v>
                </c:pt>
                <c:pt idx="16575">
                  <c:v>169.98</c:v>
                </c:pt>
                <c:pt idx="16576">
                  <c:v>84.99</c:v>
                </c:pt>
                <c:pt idx="16577">
                  <c:v>189.94</c:v>
                </c:pt>
                <c:pt idx="16578">
                  <c:v>131.97999999999999</c:v>
                </c:pt>
                <c:pt idx="16579">
                  <c:v>236.93</c:v>
                </c:pt>
                <c:pt idx="16580">
                  <c:v>189.94</c:v>
                </c:pt>
                <c:pt idx="16581">
                  <c:v>76.38</c:v>
                </c:pt>
                <c:pt idx="16582">
                  <c:v>236.93</c:v>
                </c:pt>
                <c:pt idx="16583">
                  <c:v>131.97999999999999</c:v>
                </c:pt>
                <c:pt idx="16584">
                  <c:v>84.99</c:v>
                </c:pt>
                <c:pt idx="16585">
                  <c:v>184.97</c:v>
                </c:pt>
                <c:pt idx="16586">
                  <c:v>65.989999999999995</c:v>
                </c:pt>
                <c:pt idx="16587">
                  <c:v>76.38</c:v>
                </c:pt>
                <c:pt idx="16588">
                  <c:v>170.75</c:v>
                </c:pt>
                <c:pt idx="16589">
                  <c:v>153.93</c:v>
                </c:pt>
                <c:pt idx="16590">
                  <c:v>65.989999999999995</c:v>
                </c:pt>
                <c:pt idx="16591">
                  <c:v>84.99</c:v>
                </c:pt>
                <c:pt idx="16592">
                  <c:v>84.99</c:v>
                </c:pt>
                <c:pt idx="16593">
                  <c:v>84.99</c:v>
                </c:pt>
                <c:pt idx="16594">
                  <c:v>76.45</c:v>
                </c:pt>
                <c:pt idx="16595">
                  <c:v>131.97999999999999</c:v>
                </c:pt>
                <c:pt idx="16596">
                  <c:v>84.99</c:v>
                </c:pt>
                <c:pt idx="16597">
                  <c:v>65.989999999999995</c:v>
                </c:pt>
                <c:pt idx="16598">
                  <c:v>62.69</c:v>
                </c:pt>
                <c:pt idx="16599">
                  <c:v>109.98</c:v>
                </c:pt>
                <c:pt idx="16600">
                  <c:v>84.99</c:v>
                </c:pt>
                <c:pt idx="16601">
                  <c:v>123.97</c:v>
                </c:pt>
                <c:pt idx="16602">
                  <c:v>109.98</c:v>
                </c:pt>
                <c:pt idx="16603">
                  <c:v>139.96</c:v>
                </c:pt>
                <c:pt idx="16604">
                  <c:v>112.97</c:v>
                </c:pt>
                <c:pt idx="16605">
                  <c:v>104.05</c:v>
                </c:pt>
                <c:pt idx="16606">
                  <c:v>84.99</c:v>
                </c:pt>
                <c:pt idx="16607">
                  <c:v>84.99</c:v>
                </c:pt>
                <c:pt idx="16608">
                  <c:v>121.98</c:v>
                </c:pt>
                <c:pt idx="16609">
                  <c:v>109.98</c:v>
                </c:pt>
                <c:pt idx="16610">
                  <c:v>107.97</c:v>
                </c:pt>
                <c:pt idx="16611">
                  <c:v>84.99</c:v>
                </c:pt>
                <c:pt idx="16612">
                  <c:v>62.97</c:v>
                </c:pt>
                <c:pt idx="16613">
                  <c:v>97.98</c:v>
                </c:pt>
                <c:pt idx="16614">
                  <c:v>84.99</c:v>
                </c:pt>
                <c:pt idx="16615">
                  <c:v>111.96</c:v>
                </c:pt>
                <c:pt idx="16616">
                  <c:v>111.96</c:v>
                </c:pt>
                <c:pt idx="16617">
                  <c:v>111.96</c:v>
                </c:pt>
                <c:pt idx="16618">
                  <c:v>111.96</c:v>
                </c:pt>
                <c:pt idx="16619">
                  <c:v>83.97</c:v>
                </c:pt>
                <c:pt idx="16620">
                  <c:v>106.36</c:v>
                </c:pt>
                <c:pt idx="16621">
                  <c:v>55.98</c:v>
                </c:pt>
                <c:pt idx="16622">
                  <c:v>111.96</c:v>
                </c:pt>
                <c:pt idx="16623">
                  <c:v>111.96</c:v>
                </c:pt>
                <c:pt idx="16624">
                  <c:v>111.96</c:v>
                </c:pt>
                <c:pt idx="16625">
                  <c:v>142.93</c:v>
                </c:pt>
                <c:pt idx="16626">
                  <c:v>111.96</c:v>
                </c:pt>
                <c:pt idx="16627">
                  <c:v>111.96</c:v>
                </c:pt>
                <c:pt idx="16628">
                  <c:v>106.36</c:v>
                </c:pt>
                <c:pt idx="16629">
                  <c:v>96.5</c:v>
                </c:pt>
                <c:pt idx="16630">
                  <c:v>111.96</c:v>
                </c:pt>
                <c:pt idx="16631">
                  <c:v>57.74</c:v>
                </c:pt>
                <c:pt idx="16632">
                  <c:v>106.36</c:v>
                </c:pt>
                <c:pt idx="16633">
                  <c:v>111.96</c:v>
                </c:pt>
                <c:pt idx="16634">
                  <c:v>83.97</c:v>
                </c:pt>
                <c:pt idx="16635">
                  <c:v>111.96</c:v>
                </c:pt>
                <c:pt idx="16636">
                  <c:v>108.6</c:v>
                </c:pt>
                <c:pt idx="16637">
                  <c:v>111.96</c:v>
                </c:pt>
                <c:pt idx="16638">
                  <c:v>111.96</c:v>
                </c:pt>
                <c:pt idx="16639">
                  <c:v>146.97</c:v>
                </c:pt>
                <c:pt idx="16640">
                  <c:v>197.97</c:v>
                </c:pt>
                <c:pt idx="16641">
                  <c:v>128.44999999999999</c:v>
                </c:pt>
                <c:pt idx="16642">
                  <c:v>93.58</c:v>
                </c:pt>
                <c:pt idx="16643">
                  <c:v>184.97</c:v>
                </c:pt>
                <c:pt idx="16644">
                  <c:v>131.86000000000001</c:v>
                </c:pt>
                <c:pt idx="16645">
                  <c:v>64.98</c:v>
                </c:pt>
                <c:pt idx="16646">
                  <c:v>169.98</c:v>
                </c:pt>
                <c:pt idx="16647">
                  <c:v>253.46</c:v>
                </c:pt>
                <c:pt idx="16648">
                  <c:v>84.99</c:v>
                </c:pt>
                <c:pt idx="16649">
                  <c:v>169.98</c:v>
                </c:pt>
                <c:pt idx="16650">
                  <c:v>134.97999999999999</c:v>
                </c:pt>
                <c:pt idx="16651">
                  <c:v>169.98</c:v>
                </c:pt>
                <c:pt idx="16652">
                  <c:v>84.99</c:v>
                </c:pt>
                <c:pt idx="16653">
                  <c:v>367.44</c:v>
                </c:pt>
                <c:pt idx="16654">
                  <c:v>213.68</c:v>
                </c:pt>
                <c:pt idx="16655">
                  <c:v>159.97999999999999</c:v>
                </c:pt>
                <c:pt idx="16656">
                  <c:v>314.76</c:v>
                </c:pt>
                <c:pt idx="16657">
                  <c:v>243.96</c:v>
                </c:pt>
                <c:pt idx="16658">
                  <c:v>319.95999999999998</c:v>
                </c:pt>
                <c:pt idx="16659">
                  <c:v>151.55000000000001</c:v>
                </c:pt>
                <c:pt idx="16660">
                  <c:v>83.48</c:v>
                </c:pt>
                <c:pt idx="16661">
                  <c:v>195.08</c:v>
                </c:pt>
                <c:pt idx="16662">
                  <c:v>108.97</c:v>
                </c:pt>
                <c:pt idx="16663">
                  <c:v>65.989999999999995</c:v>
                </c:pt>
                <c:pt idx="16664">
                  <c:v>79.47</c:v>
                </c:pt>
                <c:pt idx="16665">
                  <c:v>12.29</c:v>
                </c:pt>
                <c:pt idx="16666">
                  <c:v>85.99</c:v>
                </c:pt>
                <c:pt idx="16667">
                  <c:v>24.51</c:v>
                </c:pt>
                <c:pt idx="16668">
                  <c:v>29.6</c:v>
                </c:pt>
                <c:pt idx="16669">
                  <c:v>60.98</c:v>
                </c:pt>
                <c:pt idx="16670">
                  <c:v>49.48</c:v>
                </c:pt>
                <c:pt idx="16671">
                  <c:v>62.68</c:v>
                </c:pt>
                <c:pt idx="16672">
                  <c:v>58.32</c:v>
                </c:pt>
                <c:pt idx="16673">
                  <c:v>128.96</c:v>
                </c:pt>
                <c:pt idx="16674">
                  <c:v>58.23</c:v>
                </c:pt>
                <c:pt idx="16675">
                  <c:v>99.98</c:v>
                </c:pt>
                <c:pt idx="16676">
                  <c:v>66.790000000000006</c:v>
                </c:pt>
                <c:pt idx="16677">
                  <c:v>71.989999999999995</c:v>
                </c:pt>
                <c:pt idx="16678">
                  <c:v>68.989999999999995</c:v>
                </c:pt>
                <c:pt idx="16679">
                  <c:v>59.29</c:v>
                </c:pt>
                <c:pt idx="16680">
                  <c:v>105.18</c:v>
                </c:pt>
                <c:pt idx="16681">
                  <c:v>90.42</c:v>
                </c:pt>
                <c:pt idx="16682">
                  <c:v>101.69</c:v>
                </c:pt>
                <c:pt idx="16683">
                  <c:v>103.18</c:v>
                </c:pt>
                <c:pt idx="16684">
                  <c:v>70.989999999999995</c:v>
                </c:pt>
                <c:pt idx="16685">
                  <c:v>68.989999999999995</c:v>
                </c:pt>
                <c:pt idx="16686">
                  <c:v>68.989999999999995</c:v>
                </c:pt>
                <c:pt idx="16687">
                  <c:v>114.98</c:v>
                </c:pt>
                <c:pt idx="16688">
                  <c:v>104.98</c:v>
                </c:pt>
                <c:pt idx="16689">
                  <c:v>57.98</c:v>
                </c:pt>
                <c:pt idx="16690">
                  <c:v>65.989999999999995</c:v>
                </c:pt>
                <c:pt idx="16691">
                  <c:v>89.98</c:v>
                </c:pt>
                <c:pt idx="16692">
                  <c:v>88.98</c:v>
                </c:pt>
                <c:pt idx="16693">
                  <c:v>134.97999999999999</c:v>
                </c:pt>
                <c:pt idx="16694">
                  <c:v>68.989999999999995</c:v>
                </c:pt>
                <c:pt idx="16695">
                  <c:v>68.989999999999995</c:v>
                </c:pt>
                <c:pt idx="16696">
                  <c:v>84.99</c:v>
                </c:pt>
                <c:pt idx="16697">
                  <c:v>73.989999999999995</c:v>
                </c:pt>
                <c:pt idx="16698">
                  <c:v>99.98</c:v>
                </c:pt>
                <c:pt idx="16699">
                  <c:v>84.99</c:v>
                </c:pt>
                <c:pt idx="16700">
                  <c:v>84.99</c:v>
                </c:pt>
                <c:pt idx="16701">
                  <c:v>120.17</c:v>
                </c:pt>
                <c:pt idx="16702">
                  <c:v>72.239999999999995</c:v>
                </c:pt>
                <c:pt idx="16703">
                  <c:v>88.98</c:v>
                </c:pt>
                <c:pt idx="16704">
                  <c:v>65.989999999999995</c:v>
                </c:pt>
                <c:pt idx="16705">
                  <c:v>644.32000000000005</c:v>
                </c:pt>
                <c:pt idx="16706">
                  <c:v>529.79</c:v>
                </c:pt>
                <c:pt idx="16707">
                  <c:v>1051.3599999999999</c:v>
                </c:pt>
                <c:pt idx="16708">
                  <c:v>183.97</c:v>
                </c:pt>
                <c:pt idx="16709">
                  <c:v>146.59</c:v>
                </c:pt>
                <c:pt idx="16710">
                  <c:v>177.57</c:v>
                </c:pt>
                <c:pt idx="16711">
                  <c:v>169.98</c:v>
                </c:pt>
                <c:pt idx="16712">
                  <c:v>169.98</c:v>
                </c:pt>
                <c:pt idx="16713">
                  <c:v>181.45</c:v>
                </c:pt>
                <c:pt idx="16714">
                  <c:v>149.96</c:v>
                </c:pt>
                <c:pt idx="16715">
                  <c:v>169.98</c:v>
                </c:pt>
                <c:pt idx="16716">
                  <c:v>299.54000000000002</c:v>
                </c:pt>
                <c:pt idx="16717">
                  <c:v>73.8</c:v>
                </c:pt>
                <c:pt idx="16718">
                  <c:v>73.8</c:v>
                </c:pt>
                <c:pt idx="16719">
                  <c:v>73.8</c:v>
                </c:pt>
                <c:pt idx="16720">
                  <c:v>73.8</c:v>
                </c:pt>
                <c:pt idx="16721">
                  <c:v>73.8</c:v>
                </c:pt>
                <c:pt idx="16722">
                  <c:v>73.8</c:v>
                </c:pt>
                <c:pt idx="16723">
                  <c:v>73.8</c:v>
                </c:pt>
                <c:pt idx="16724">
                  <c:v>73.8</c:v>
                </c:pt>
                <c:pt idx="16725">
                  <c:v>73.8</c:v>
                </c:pt>
                <c:pt idx="16726">
                  <c:v>73.8</c:v>
                </c:pt>
                <c:pt idx="16727">
                  <c:v>73.8</c:v>
                </c:pt>
                <c:pt idx="16728">
                  <c:v>73.8</c:v>
                </c:pt>
                <c:pt idx="16729">
                  <c:v>29.98</c:v>
                </c:pt>
                <c:pt idx="16730">
                  <c:v>73.8</c:v>
                </c:pt>
                <c:pt idx="16731">
                  <c:v>147.6</c:v>
                </c:pt>
                <c:pt idx="16732">
                  <c:v>73.8</c:v>
                </c:pt>
                <c:pt idx="16733">
                  <c:v>73.8</c:v>
                </c:pt>
                <c:pt idx="16734">
                  <c:v>220.14</c:v>
                </c:pt>
                <c:pt idx="16735">
                  <c:v>73.8</c:v>
                </c:pt>
                <c:pt idx="16736">
                  <c:v>73.8</c:v>
                </c:pt>
                <c:pt idx="16737">
                  <c:v>73.8</c:v>
                </c:pt>
                <c:pt idx="16738">
                  <c:v>73.8</c:v>
                </c:pt>
                <c:pt idx="16739">
                  <c:v>73.8</c:v>
                </c:pt>
                <c:pt idx="16740">
                  <c:v>73.8</c:v>
                </c:pt>
                <c:pt idx="16741">
                  <c:v>73.8</c:v>
                </c:pt>
                <c:pt idx="16742">
                  <c:v>73.8</c:v>
                </c:pt>
                <c:pt idx="16743">
                  <c:v>73.8</c:v>
                </c:pt>
                <c:pt idx="16744">
                  <c:v>183.87</c:v>
                </c:pt>
                <c:pt idx="16745">
                  <c:v>91.94</c:v>
                </c:pt>
                <c:pt idx="16746">
                  <c:v>73.8</c:v>
                </c:pt>
                <c:pt idx="16747">
                  <c:v>73.8</c:v>
                </c:pt>
                <c:pt idx="16748">
                  <c:v>331.47</c:v>
                </c:pt>
                <c:pt idx="16749">
                  <c:v>73.8</c:v>
                </c:pt>
                <c:pt idx="16750">
                  <c:v>73.8</c:v>
                </c:pt>
                <c:pt idx="16751">
                  <c:v>73.8</c:v>
                </c:pt>
                <c:pt idx="16752">
                  <c:v>1187.82</c:v>
                </c:pt>
                <c:pt idx="16753">
                  <c:v>1223.8599999999999</c:v>
                </c:pt>
                <c:pt idx="16754">
                  <c:v>150.22999999999999</c:v>
                </c:pt>
                <c:pt idx="16755">
                  <c:v>66.540000000000006</c:v>
                </c:pt>
                <c:pt idx="16756">
                  <c:v>123.4</c:v>
                </c:pt>
                <c:pt idx="16757">
                  <c:v>147.6</c:v>
                </c:pt>
                <c:pt idx="16758">
                  <c:v>150.22999999999999</c:v>
                </c:pt>
                <c:pt idx="16759">
                  <c:v>159.97999999999999</c:v>
                </c:pt>
                <c:pt idx="16760">
                  <c:v>166.93</c:v>
                </c:pt>
                <c:pt idx="16761">
                  <c:v>79.989999999999995</c:v>
                </c:pt>
                <c:pt idx="16762">
                  <c:v>165.73</c:v>
                </c:pt>
                <c:pt idx="16763">
                  <c:v>147.6</c:v>
                </c:pt>
                <c:pt idx="16764">
                  <c:v>200.79</c:v>
                </c:pt>
                <c:pt idx="16765">
                  <c:v>151.97999999999999</c:v>
                </c:pt>
                <c:pt idx="16766">
                  <c:v>166.48</c:v>
                </c:pt>
                <c:pt idx="16767">
                  <c:v>143.97999999999999</c:v>
                </c:pt>
                <c:pt idx="16768">
                  <c:v>105.9</c:v>
                </c:pt>
                <c:pt idx="16769">
                  <c:v>125.45</c:v>
                </c:pt>
                <c:pt idx="16770">
                  <c:v>132.83000000000001</c:v>
                </c:pt>
                <c:pt idx="16771">
                  <c:v>147.6</c:v>
                </c:pt>
                <c:pt idx="16772">
                  <c:v>150.22999999999999</c:v>
                </c:pt>
                <c:pt idx="16773">
                  <c:v>150.22999999999999</c:v>
                </c:pt>
                <c:pt idx="16774">
                  <c:v>-121.98</c:v>
                </c:pt>
                <c:pt idx="16775">
                  <c:v>147.6</c:v>
                </c:pt>
                <c:pt idx="16776">
                  <c:v>147.6</c:v>
                </c:pt>
                <c:pt idx="16777">
                  <c:v>-28.26</c:v>
                </c:pt>
                <c:pt idx="16778">
                  <c:v>147.6</c:v>
                </c:pt>
                <c:pt idx="16779">
                  <c:v>150.22999999999999</c:v>
                </c:pt>
                <c:pt idx="16780">
                  <c:v>137.9</c:v>
                </c:pt>
                <c:pt idx="16781">
                  <c:v>159.97999999999999</c:v>
                </c:pt>
                <c:pt idx="16782">
                  <c:v>-147.6</c:v>
                </c:pt>
                <c:pt idx="16783">
                  <c:v>-137.9</c:v>
                </c:pt>
                <c:pt idx="16784">
                  <c:v>135.5</c:v>
                </c:pt>
                <c:pt idx="16785">
                  <c:v>135.5</c:v>
                </c:pt>
                <c:pt idx="16786">
                  <c:v>124.57</c:v>
                </c:pt>
                <c:pt idx="16787">
                  <c:v>147.6</c:v>
                </c:pt>
                <c:pt idx="16788">
                  <c:v>149.94</c:v>
                </c:pt>
                <c:pt idx="16789">
                  <c:v>269.91000000000003</c:v>
                </c:pt>
                <c:pt idx="16790">
                  <c:v>172.44</c:v>
                </c:pt>
                <c:pt idx="16791">
                  <c:v>209.93</c:v>
                </c:pt>
                <c:pt idx="16792">
                  <c:v>206.33</c:v>
                </c:pt>
                <c:pt idx="16793">
                  <c:v>134.41</c:v>
                </c:pt>
                <c:pt idx="16794">
                  <c:v>135.97</c:v>
                </c:pt>
                <c:pt idx="16795">
                  <c:v>142.09</c:v>
                </c:pt>
                <c:pt idx="16796">
                  <c:v>146.97</c:v>
                </c:pt>
                <c:pt idx="16797">
                  <c:v>168.95</c:v>
                </c:pt>
                <c:pt idx="16798">
                  <c:v>155.96</c:v>
                </c:pt>
                <c:pt idx="16799">
                  <c:v>150.97</c:v>
                </c:pt>
                <c:pt idx="16800">
                  <c:v>148.47</c:v>
                </c:pt>
                <c:pt idx="16801">
                  <c:v>146.97</c:v>
                </c:pt>
                <c:pt idx="16802">
                  <c:v>83.97</c:v>
                </c:pt>
                <c:pt idx="16803">
                  <c:v>131.97999999999999</c:v>
                </c:pt>
                <c:pt idx="16804">
                  <c:v>150.27000000000001</c:v>
                </c:pt>
                <c:pt idx="16805">
                  <c:v>131.97999999999999</c:v>
                </c:pt>
                <c:pt idx="16806">
                  <c:v>117.48</c:v>
                </c:pt>
                <c:pt idx="16807">
                  <c:v>146.97</c:v>
                </c:pt>
                <c:pt idx="16808">
                  <c:v>172.67</c:v>
                </c:pt>
                <c:pt idx="16809">
                  <c:v>120.58</c:v>
                </c:pt>
                <c:pt idx="16810">
                  <c:v>99.98</c:v>
                </c:pt>
                <c:pt idx="16811">
                  <c:v>122.98</c:v>
                </c:pt>
                <c:pt idx="16812">
                  <c:v>103.97</c:v>
                </c:pt>
                <c:pt idx="16813">
                  <c:v>89.97</c:v>
                </c:pt>
                <c:pt idx="16814">
                  <c:v>182.97</c:v>
                </c:pt>
                <c:pt idx="16815">
                  <c:v>121.98</c:v>
                </c:pt>
                <c:pt idx="16816">
                  <c:v>22.49</c:v>
                </c:pt>
                <c:pt idx="16817">
                  <c:v>181.97</c:v>
                </c:pt>
                <c:pt idx="16818">
                  <c:v>181.46</c:v>
                </c:pt>
                <c:pt idx="16819">
                  <c:v>169.98</c:v>
                </c:pt>
                <c:pt idx="16820">
                  <c:v>169.98</c:v>
                </c:pt>
                <c:pt idx="16821">
                  <c:v>150.97</c:v>
                </c:pt>
                <c:pt idx="16822">
                  <c:v>261.95</c:v>
                </c:pt>
                <c:pt idx="16823">
                  <c:v>65.47</c:v>
                </c:pt>
                <c:pt idx="16824">
                  <c:v>92.97</c:v>
                </c:pt>
                <c:pt idx="16825">
                  <c:v>144.97</c:v>
                </c:pt>
                <c:pt idx="16826">
                  <c:v>31.49</c:v>
                </c:pt>
                <c:pt idx="16827">
                  <c:v>131.97999999999999</c:v>
                </c:pt>
                <c:pt idx="16828">
                  <c:v>169.98</c:v>
                </c:pt>
                <c:pt idx="16829">
                  <c:v>169.98</c:v>
                </c:pt>
                <c:pt idx="16830">
                  <c:v>74.989999999999995</c:v>
                </c:pt>
                <c:pt idx="16831">
                  <c:v>124.98</c:v>
                </c:pt>
                <c:pt idx="16832">
                  <c:v>81.98</c:v>
                </c:pt>
                <c:pt idx="16833">
                  <c:v>84.15</c:v>
                </c:pt>
                <c:pt idx="16834">
                  <c:v>183.27</c:v>
                </c:pt>
                <c:pt idx="16835">
                  <c:v>130.16</c:v>
                </c:pt>
                <c:pt idx="16836">
                  <c:v>103.14</c:v>
                </c:pt>
                <c:pt idx="16837">
                  <c:v>168.98</c:v>
                </c:pt>
                <c:pt idx="16838">
                  <c:v>68.930000000000007</c:v>
                </c:pt>
                <c:pt idx="16839">
                  <c:v>104.27</c:v>
                </c:pt>
                <c:pt idx="16840">
                  <c:v>94.89</c:v>
                </c:pt>
                <c:pt idx="16841">
                  <c:v>82.67</c:v>
                </c:pt>
                <c:pt idx="16842">
                  <c:v>193.55</c:v>
                </c:pt>
                <c:pt idx="16843">
                  <c:v>84.99</c:v>
                </c:pt>
                <c:pt idx="16844">
                  <c:v>103.98</c:v>
                </c:pt>
                <c:pt idx="16845">
                  <c:v>84.99</c:v>
                </c:pt>
                <c:pt idx="16846">
                  <c:v>139.26</c:v>
                </c:pt>
                <c:pt idx="16847">
                  <c:v>99.98</c:v>
                </c:pt>
                <c:pt idx="16848">
                  <c:v>97.43</c:v>
                </c:pt>
                <c:pt idx="16849">
                  <c:v>83.98</c:v>
                </c:pt>
                <c:pt idx="16850">
                  <c:v>79.03</c:v>
                </c:pt>
                <c:pt idx="16851">
                  <c:v>183.02</c:v>
                </c:pt>
                <c:pt idx="16852">
                  <c:v>84.99</c:v>
                </c:pt>
                <c:pt idx="16853">
                  <c:v>152.93</c:v>
                </c:pt>
                <c:pt idx="16854">
                  <c:v>99.98</c:v>
                </c:pt>
                <c:pt idx="16855">
                  <c:v>193.11</c:v>
                </c:pt>
                <c:pt idx="16856">
                  <c:v>228.12</c:v>
                </c:pt>
                <c:pt idx="16857">
                  <c:v>390.73</c:v>
                </c:pt>
                <c:pt idx="16858">
                  <c:v>315.70999999999998</c:v>
                </c:pt>
                <c:pt idx="16859">
                  <c:v>378.63</c:v>
                </c:pt>
                <c:pt idx="16860">
                  <c:v>457.54</c:v>
                </c:pt>
                <c:pt idx="16861">
                  <c:v>405.94</c:v>
                </c:pt>
                <c:pt idx="16862">
                  <c:v>287.92</c:v>
                </c:pt>
                <c:pt idx="16863">
                  <c:v>159.69999999999999</c:v>
                </c:pt>
                <c:pt idx="16864">
                  <c:v>798.48</c:v>
                </c:pt>
                <c:pt idx="16865">
                  <c:v>350.2</c:v>
                </c:pt>
                <c:pt idx="16866">
                  <c:v>120.98</c:v>
                </c:pt>
                <c:pt idx="16867">
                  <c:v>239.54</c:v>
                </c:pt>
                <c:pt idx="16868">
                  <c:v>57.86</c:v>
                </c:pt>
                <c:pt idx="16869">
                  <c:v>84.62</c:v>
                </c:pt>
                <c:pt idx="16870">
                  <c:v>137.09</c:v>
                </c:pt>
                <c:pt idx="16871">
                  <c:v>84.53</c:v>
                </c:pt>
                <c:pt idx="16872">
                  <c:v>65.989999999999995</c:v>
                </c:pt>
                <c:pt idx="16873">
                  <c:v>186.97</c:v>
                </c:pt>
                <c:pt idx="16874">
                  <c:v>65.13</c:v>
                </c:pt>
                <c:pt idx="16875">
                  <c:v>177.97</c:v>
                </c:pt>
                <c:pt idx="16876">
                  <c:v>374.8</c:v>
                </c:pt>
                <c:pt idx="16877">
                  <c:v>82.08</c:v>
                </c:pt>
                <c:pt idx="16878">
                  <c:v>186.27</c:v>
                </c:pt>
                <c:pt idx="16879">
                  <c:v>74.97</c:v>
                </c:pt>
                <c:pt idx="16880">
                  <c:v>159.97</c:v>
                </c:pt>
                <c:pt idx="16881">
                  <c:v>65.33</c:v>
                </c:pt>
                <c:pt idx="16882">
                  <c:v>85.48</c:v>
                </c:pt>
                <c:pt idx="16883">
                  <c:v>131.12</c:v>
                </c:pt>
                <c:pt idx="16884">
                  <c:v>201.96</c:v>
                </c:pt>
                <c:pt idx="16885">
                  <c:v>229.64</c:v>
                </c:pt>
                <c:pt idx="16886">
                  <c:v>133.63999999999999</c:v>
                </c:pt>
                <c:pt idx="16887">
                  <c:v>49.33</c:v>
                </c:pt>
                <c:pt idx="16888">
                  <c:v>216.72</c:v>
                </c:pt>
                <c:pt idx="16889">
                  <c:v>213.95</c:v>
                </c:pt>
                <c:pt idx="16890">
                  <c:v>232.4</c:v>
                </c:pt>
                <c:pt idx="16891">
                  <c:v>246.54</c:v>
                </c:pt>
                <c:pt idx="16892">
                  <c:v>197.97</c:v>
                </c:pt>
                <c:pt idx="16893">
                  <c:v>289.95</c:v>
                </c:pt>
                <c:pt idx="16894">
                  <c:v>185.96</c:v>
                </c:pt>
                <c:pt idx="16895">
                  <c:v>131.97999999999999</c:v>
                </c:pt>
                <c:pt idx="16896">
                  <c:v>139.18</c:v>
                </c:pt>
                <c:pt idx="16897">
                  <c:v>169.98</c:v>
                </c:pt>
                <c:pt idx="16898">
                  <c:v>183.97</c:v>
                </c:pt>
                <c:pt idx="16899">
                  <c:v>118.78</c:v>
                </c:pt>
                <c:pt idx="16900">
                  <c:v>169.98</c:v>
                </c:pt>
                <c:pt idx="16901">
                  <c:v>169.98</c:v>
                </c:pt>
                <c:pt idx="16902">
                  <c:v>169.98</c:v>
                </c:pt>
                <c:pt idx="16903">
                  <c:v>219.96</c:v>
                </c:pt>
                <c:pt idx="16904">
                  <c:v>169.98</c:v>
                </c:pt>
                <c:pt idx="16905">
                  <c:v>44.99</c:v>
                </c:pt>
                <c:pt idx="16906">
                  <c:v>159.97999999999999</c:v>
                </c:pt>
                <c:pt idx="16907">
                  <c:v>214.97</c:v>
                </c:pt>
                <c:pt idx="16908">
                  <c:v>121.98</c:v>
                </c:pt>
                <c:pt idx="16909">
                  <c:v>62.98</c:v>
                </c:pt>
                <c:pt idx="16910">
                  <c:v>169.98</c:v>
                </c:pt>
                <c:pt idx="16911">
                  <c:v>84.98</c:v>
                </c:pt>
                <c:pt idx="16912">
                  <c:v>166.97</c:v>
                </c:pt>
                <c:pt idx="16913">
                  <c:v>51.29</c:v>
                </c:pt>
                <c:pt idx="16914">
                  <c:v>51.29</c:v>
                </c:pt>
                <c:pt idx="16915">
                  <c:v>149.97</c:v>
                </c:pt>
                <c:pt idx="16916">
                  <c:v>197.97</c:v>
                </c:pt>
                <c:pt idx="16917">
                  <c:v>169.98</c:v>
                </c:pt>
                <c:pt idx="16918">
                  <c:v>279.95999999999998</c:v>
                </c:pt>
                <c:pt idx="16919">
                  <c:v>119.97</c:v>
                </c:pt>
                <c:pt idx="16920">
                  <c:v>149.97</c:v>
                </c:pt>
                <c:pt idx="16921">
                  <c:v>119.97</c:v>
                </c:pt>
                <c:pt idx="16922">
                  <c:v>127.47</c:v>
                </c:pt>
                <c:pt idx="16923">
                  <c:v>94.97</c:v>
                </c:pt>
                <c:pt idx="16924">
                  <c:v>99.97</c:v>
                </c:pt>
                <c:pt idx="16925">
                  <c:v>99.98</c:v>
                </c:pt>
                <c:pt idx="16926">
                  <c:v>130.37</c:v>
                </c:pt>
                <c:pt idx="16927">
                  <c:v>119.97</c:v>
                </c:pt>
                <c:pt idx="16928">
                  <c:v>149.97</c:v>
                </c:pt>
                <c:pt idx="16929">
                  <c:v>149.97</c:v>
                </c:pt>
                <c:pt idx="16930">
                  <c:v>119.97</c:v>
                </c:pt>
                <c:pt idx="16931">
                  <c:v>94.97</c:v>
                </c:pt>
                <c:pt idx="16932">
                  <c:v>99.98</c:v>
                </c:pt>
                <c:pt idx="16933">
                  <c:v>199.97</c:v>
                </c:pt>
                <c:pt idx="16934">
                  <c:v>169.98</c:v>
                </c:pt>
                <c:pt idx="16935">
                  <c:v>191.46</c:v>
                </c:pt>
                <c:pt idx="16936">
                  <c:v>129.78</c:v>
                </c:pt>
                <c:pt idx="16937">
                  <c:v>121.98</c:v>
                </c:pt>
                <c:pt idx="16938">
                  <c:v>131.97999999999999</c:v>
                </c:pt>
                <c:pt idx="16939">
                  <c:v>126.96</c:v>
                </c:pt>
                <c:pt idx="16940">
                  <c:v>169.98</c:v>
                </c:pt>
                <c:pt idx="16941">
                  <c:v>131.97999999999999</c:v>
                </c:pt>
                <c:pt idx="16942">
                  <c:v>112.97</c:v>
                </c:pt>
                <c:pt idx="16943">
                  <c:v>131.97999999999999</c:v>
                </c:pt>
                <c:pt idx="16944">
                  <c:v>169.98</c:v>
                </c:pt>
                <c:pt idx="16945">
                  <c:v>110.83</c:v>
                </c:pt>
                <c:pt idx="16946">
                  <c:v>135.5</c:v>
                </c:pt>
                <c:pt idx="16947">
                  <c:v>146.91999999999999</c:v>
                </c:pt>
                <c:pt idx="16948">
                  <c:v>212.96</c:v>
                </c:pt>
                <c:pt idx="16949">
                  <c:v>144.34</c:v>
                </c:pt>
                <c:pt idx="16950">
                  <c:v>146.97</c:v>
                </c:pt>
                <c:pt idx="16951">
                  <c:v>146.97</c:v>
                </c:pt>
                <c:pt idx="16952">
                  <c:v>131.97999999999999</c:v>
                </c:pt>
                <c:pt idx="16953">
                  <c:v>156.96</c:v>
                </c:pt>
                <c:pt idx="16954">
                  <c:v>169.98</c:v>
                </c:pt>
                <c:pt idx="16955">
                  <c:v>137.97</c:v>
                </c:pt>
                <c:pt idx="16956">
                  <c:v>206.97</c:v>
                </c:pt>
                <c:pt idx="16957">
                  <c:v>62.12</c:v>
                </c:pt>
                <c:pt idx="16958">
                  <c:v>119.96</c:v>
                </c:pt>
                <c:pt idx="16959">
                  <c:v>134.94999999999999</c:v>
                </c:pt>
                <c:pt idx="16960">
                  <c:v>84.99</c:v>
                </c:pt>
                <c:pt idx="16961">
                  <c:v>172.97</c:v>
                </c:pt>
                <c:pt idx="16962">
                  <c:v>168.28</c:v>
                </c:pt>
                <c:pt idx="16963">
                  <c:v>169.98</c:v>
                </c:pt>
                <c:pt idx="16964">
                  <c:v>168.28</c:v>
                </c:pt>
                <c:pt idx="16965">
                  <c:v>168.28</c:v>
                </c:pt>
                <c:pt idx="16966">
                  <c:v>131.97999999999999</c:v>
                </c:pt>
                <c:pt idx="16967">
                  <c:v>167.72</c:v>
                </c:pt>
                <c:pt idx="16968">
                  <c:v>168.28</c:v>
                </c:pt>
                <c:pt idx="16969">
                  <c:v>84.7</c:v>
                </c:pt>
                <c:pt idx="16970">
                  <c:v>205.46</c:v>
                </c:pt>
                <c:pt idx="16971">
                  <c:v>169.98</c:v>
                </c:pt>
                <c:pt idx="16972">
                  <c:v>168.28</c:v>
                </c:pt>
                <c:pt idx="16973">
                  <c:v>89.73</c:v>
                </c:pt>
                <c:pt idx="16974">
                  <c:v>158.28</c:v>
                </c:pt>
                <c:pt idx="16975">
                  <c:v>121.98</c:v>
                </c:pt>
                <c:pt idx="16976">
                  <c:v>167.73</c:v>
                </c:pt>
                <c:pt idx="16977">
                  <c:v>169.98</c:v>
                </c:pt>
                <c:pt idx="16978">
                  <c:v>53.28</c:v>
                </c:pt>
                <c:pt idx="16979">
                  <c:v>168.28</c:v>
                </c:pt>
                <c:pt idx="16980">
                  <c:v>169.98</c:v>
                </c:pt>
                <c:pt idx="16981">
                  <c:v>144.65</c:v>
                </c:pt>
                <c:pt idx="16982">
                  <c:v>169.98</c:v>
                </c:pt>
                <c:pt idx="16983">
                  <c:v>130.91999999999999</c:v>
                </c:pt>
                <c:pt idx="16984">
                  <c:v>112.97</c:v>
                </c:pt>
                <c:pt idx="16985">
                  <c:v>134.97999999999999</c:v>
                </c:pt>
                <c:pt idx="16986">
                  <c:v>100.98</c:v>
                </c:pt>
                <c:pt idx="16987">
                  <c:v>68.989999999999995</c:v>
                </c:pt>
                <c:pt idx="16988">
                  <c:v>84.99</c:v>
                </c:pt>
                <c:pt idx="16989">
                  <c:v>69.33</c:v>
                </c:pt>
                <c:pt idx="16990">
                  <c:v>68.989999999999995</c:v>
                </c:pt>
                <c:pt idx="16991">
                  <c:v>84.99</c:v>
                </c:pt>
                <c:pt idx="16992">
                  <c:v>84.99</c:v>
                </c:pt>
                <c:pt idx="16993">
                  <c:v>114.98</c:v>
                </c:pt>
                <c:pt idx="16994">
                  <c:v>155.96</c:v>
                </c:pt>
                <c:pt idx="16995">
                  <c:v>84.99</c:v>
                </c:pt>
                <c:pt idx="16996">
                  <c:v>134.97</c:v>
                </c:pt>
                <c:pt idx="16997">
                  <c:v>165.96</c:v>
                </c:pt>
                <c:pt idx="16998">
                  <c:v>84.99</c:v>
                </c:pt>
                <c:pt idx="16999">
                  <c:v>84.99</c:v>
                </c:pt>
                <c:pt idx="17000">
                  <c:v>84.99</c:v>
                </c:pt>
                <c:pt idx="17001">
                  <c:v>91.97</c:v>
                </c:pt>
                <c:pt idx="17002">
                  <c:v>96.98</c:v>
                </c:pt>
                <c:pt idx="17003">
                  <c:v>84.99</c:v>
                </c:pt>
                <c:pt idx="17004">
                  <c:v>97.98</c:v>
                </c:pt>
                <c:pt idx="17005">
                  <c:v>131.97999999999999</c:v>
                </c:pt>
                <c:pt idx="17006">
                  <c:v>57.96</c:v>
                </c:pt>
                <c:pt idx="17007">
                  <c:v>126.53</c:v>
                </c:pt>
                <c:pt idx="17008">
                  <c:v>68.989999999999995</c:v>
                </c:pt>
                <c:pt idx="17009">
                  <c:v>94.97</c:v>
                </c:pt>
                <c:pt idx="17010">
                  <c:v>116.97</c:v>
                </c:pt>
                <c:pt idx="17011">
                  <c:v>84.99</c:v>
                </c:pt>
                <c:pt idx="17012">
                  <c:v>84.99</c:v>
                </c:pt>
                <c:pt idx="17013">
                  <c:v>84.99</c:v>
                </c:pt>
                <c:pt idx="17014">
                  <c:v>59.97</c:v>
                </c:pt>
                <c:pt idx="17015">
                  <c:v>92.98</c:v>
                </c:pt>
                <c:pt idx="17016">
                  <c:v>121.96</c:v>
                </c:pt>
                <c:pt idx="17017">
                  <c:v>118.57</c:v>
                </c:pt>
                <c:pt idx="17018">
                  <c:v>139.97</c:v>
                </c:pt>
                <c:pt idx="17019">
                  <c:v>84.99</c:v>
                </c:pt>
                <c:pt idx="17020">
                  <c:v>119.98</c:v>
                </c:pt>
                <c:pt idx="17021">
                  <c:v>184.94</c:v>
                </c:pt>
                <c:pt idx="17022">
                  <c:v>167.94</c:v>
                </c:pt>
                <c:pt idx="17023">
                  <c:v>84.99</c:v>
                </c:pt>
                <c:pt idx="17024">
                  <c:v>84.99</c:v>
                </c:pt>
                <c:pt idx="17025">
                  <c:v>113.96</c:v>
                </c:pt>
                <c:pt idx="17026">
                  <c:v>104.96</c:v>
                </c:pt>
                <c:pt idx="17027">
                  <c:v>144.69999999999999</c:v>
                </c:pt>
                <c:pt idx="17028">
                  <c:v>113.96</c:v>
                </c:pt>
                <c:pt idx="17029">
                  <c:v>132.96</c:v>
                </c:pt>
                <c:pt idx="17030">
                  <c:v>116.97</c:v>
                </c:pt>
                <c:pt idx="17031">
                  <c:v>164.94</c:v>
                </c:pt>
                <c:pt idx="17032">
                  <c:v>113.96</c:v>
                </c:pt>
                <c:pt idx="17033">
                  <c:v>104.98</c:v>
                </c:pt>
                <c:pt idx="17034">
                  <c:v>99.95</c:v>
                </c:pt>
                <c:pt idx="17035">
                  <c:v>116.97</c:v>
                </c:pt>
                <c:pt idx="17036">
                  <c:v>82.92</c:v>
                </c:pt>
                <c:pt idx="17037">
                  <c:v>85.05</c:v>
                </c:pt>
                <c:pt idx="17038">
                  <c:v>80.98</c:v>
                </c:pt>
                <c:pt idx="17039">
                  <c:v>84.99</c:v>
                </c:pt>
                <c:pt idx="17040">
                  <c:v>83.26</c:v>
                </c:pt>
                <c:pt idx="17041">
                  <c:v>68.819999999999993</c:v>
                </c:pt>
                <c:pt idx="17042">
                  <c:v>65.33</c:v>
                </c:pt>
                <c:pt idx="17043">
                  <c:v>59.98</c:v>
                </c:pt>
                <c:pt idx="17044">
                  <c:v>65.44</c:v>
                </c:pt>
                <c:pt idx="17045">
                  <c:v>370.94</c:v>
                </c:pt>
                <c:pt idx="17046">
                  <c:v>65.19</c:v>
                </c:pt>
                <c:pt idx="17047">
                  <c:v>395.94</c:v>
                </c:pt>
                <c:pt idx="17048">
                  <c:v>395.94</c:v>
                </c:pt>
                <c:pt idx="17049">
                  <c:v>78.97</c:v>
                </c:pt>
                <c:pt idx="17050">
                  <c:v>65.19</c:v>
                </c:pt>
                <c:pt idx="17051">
                  <c:v>65.989999999999995</c:v>
                </c:pt>
                <c:pt idx="17052">
                  <c:v>370.94</c:v>
                </c:pt>
                <c:pt idx="17053">
                  <c:v>65.989999999999995</c:v>
                </c:pt>
                <c:pt idx="17054">
                  <c:v>215.96</c:v>
                </c:pt>
                <c:pt idx="17055">
                  <c:v>215.96</c:v>
                </c:pt>
                <c:pt idx="17056">
                  <c:v>281.95</c:v>
                </c:pt>
                <c:pt idx="17057">
                  <c:v>50.47</c:v>
                </c:pt>
                <c:pt idx="17058">
                  <c:v>395.92</c:v>
                </c:pt>
                <c:pt idx="17059">
                  <c:v>281.95</c:v>
                </c:pt>
                <c:pt idx="17060">
                  <c:v>149.97</c:v>
                </c:pt>
                <c:pt idx="17061">
                  <c:v>119.96</c:v>
                </c:pt>
                <c:pt idx="17062">
                  <c:v>149.97</c:v>
                </c:pt>
                <c:pt idx="17063">
                  <c:v>78.97</c:v>
                </c:pt>
                <c:pt idx="17064">
                  <c:v>119.96</c:v>
                </c:pt>
                <c:pt idx="17065">
                  <c:v>395.92</c:v>
                </c:pt>
                <c:pt idx="17066">
                  <c:v>65.989999999999995</c:v>
                </c:pt>
                <c:pt idx="17067">
                  <c:v>50.47</c:v>
                </c:pt>
                <c:pt idx="17068">
                  <c:v>65.989999999999995</c:v>
                </c:pt>
                <c:pt idx="17069">
                  <c:v>188.66</c:v>
                </c:pt>
                <c:pt idx="17070">
                  <c:v>145.38</c:v>
                </c:pt>
                <c:pt idx="17071">
                  <c:v>129.05000000000001</c:v>
                </c:pt>
                <c:pt idx="17072">
                  <c:v>109.97</c:v>
                </c:pt>
                <c:pt idx="17073">
                  <c:v>147.97</c:v>
                </c:pt>
                <c:pt idx="17074">
                  <c:v>163.97</c:v>
                </c:pt>
                <c:pt idx="17075">
                  <c:v>189.96</c:v>
                </c:pt>
                <c:pt idx="17076">
                  <c:v>229.97</c:v>
                </c:pt>
                <c:pt idx="17077">
                  <c:v>159.97999999999999</c:v>
                </c:pt>
                <c:pt idx="17078">
                  <c:v>46.47</c:v>
                </c:pt>
                <c:pt idx="17079">
                  <c:v>121.98</c:v>
                </c:pt>
                <c:pt idx="17080">
                  <c:v>17.239999999999998</c:v>
                </c:pt>
                <c:pt idx="17081">
                  <c:v>60.99</c:v>
                </c:pt>
                <c:pt idx="17082">
                  <c:v>159.97999999999999</c:v>
                </c:pt>
                <c:pt idx="17083">
                  <c:v>159.97999999999999</c:v>
                </c:pt>
                <c:pt idx="17084">
                  <c:v>111.98</c:v>
                </c:pt>
                <c:pt idx="17085">
                  <c:v>79.989999999999995</c:v>
                </c:pt>
                <c:pt idx="17086">
                  <c:v>79.989999999999995</c:v>
                </c:pt>
                <c:pt idx="17087">
                  <c:v>159.97999999999999</c:v>
                </c:pt>
                <c:pt idx="17088">
                  <c:v>159.97999999999999</c:v>
                </c:pt>
                <c:pt idx="17089">
                  <c:v>111.98</c:v>
                </c:pt>
                <c:pt idx="17090">
                  <c:v>79.989999999999995</c:v>
                </c:pt>
                <c:pt idx="17091">
                  <c:v>79.989999999999995</c:v>
                </c:pt>
                <c:pt idx="17092">
                  <c:v>159.97999999999999</c:v>
                </c:pt>
                <c:pt idx="17093">
                  <c:v>121.98</c:v>
                </c:pt>
                <c:pt idx="17094">
                  <c:v>174.97</c:v>
                </c:pt>
                <c:pt idx="17095">
                  <c:v>159.97999999999999</c:v>
                </c:pt>
                <c:pt idx="17096">
                  <c:v>174.97</c:v>
                </c:pt>
                <c:pt idx="17097">
                  <c:v>149.97999999999999</c:v>
                </c:pt>
                <c:pt idx="17098">
                  <c:v>124.97</c:v>
                </c:pt>
                <c:pt idx="17099">
                  <c:v>154.94999999999999</c:v>
                </c:pt>
                <c:pt idx="17100">
                  <c:v>179.94</c:v>
                </c:pt>
                <c:pt idx="17101">
                  <c:v>149.94999999999999</c:v>
                </c:pt>
                <c:pt idx="17102">
                  <c:v>119.96</c:v>
                </c:pt>
                <c:pt idx="17103">
                  <c:v>119.96</c:v>
                </c:pt>
                <c:pt idx="17104">
                  <c:v>149.94</c:v>
                </c:pt>
                <c:pt idx="17105">
                  <c:v>154.94999999999999</c:v>
                </c:pt>
                <c:pt idx="17106">
                  <c:v>119.96</c:v>
                </c:pt>
                <c:pt idx="17107">
                  <c:v>59.98</c:v>
                </c:pt>
                <c:pt idx="17108">
                  <c:v>69.959999999999994</c:v>
                </c:pt>
                <c:pt idx="17109">
                  <c:v>209.93</c:v>
                </c:pt>
                <c:pt idx="17110">
                  <c:v>247.92</c:v>
                </c:pt>
                <c:pt idx="17111">
                  <c:v>119.96</c:v>
                </c:pt>
                <c:pt idx="17112">
                  <c:v>-99.95</c:v>
                </c:pt>
                <c:pt idx="17113">
                  <c:v>179.94</c:v>
                </c:pt>
                <c:pt idx="17114">
                  <c:v>154.94999999999999</c:v>
                </c:pt>
                <c:pt idx="17115">
                  <c:v>148.35</c:v>
                </c:pt>
                <c:pt idx="17116">
                  <c:v>99.95</c:v>
                </c:pt>
                <c:pt idx="17117">
                  <c:v>149.94</c:v>
                </c:pt>
                <c:pt idx="17118">
                  <c:v>29.99</c:v>
                </c:pt>
                <c:pt idx="17119">
                  <c:v>89.97</c:v>
                </c:pt>
                <c:pt idx="17120">
                  <c:v>848.77</c:v>
                </c:pt>
                <c:pt idx="17121">
                  <c:v>263.95999999999998</c:v>
                </c:pt>
                <c:pt idx="17122">
                  <c:v>307.95999999999998</c:v>
                </c:pt>
                <c:pt idx="17123">
                  <c:v>199.96</c:v>
                </c:pt>
                <c:pt idx="17124">
                  <c:v>197.97</c:v>
                </c:pt>
                <c:pt idx="17125">
                  <c:v>169.98</c:v>
                </c:pt>
                <c:pt idx="17126">
                  <c:v>197.96</c:v>
                </c:pt>
                <c:pt idx="17127">
                  <c:v>219.48</c:v>
                </c:pt>
                <c:pt idx="17128">
                  <c:v>160.96</c:v>
                </c:pt>
                <c:pt idx="17129">
                  <c:v>84.98</c:v>
                </c:pt>
                <c:pt idx="17130">
                  <c:v>117.48</c:v>
                </c:pt>
                <c:pt idx="17131">
                  <c:v>89.97</c:v>
                </c:pt>
                <c:pt idx="17132">
                  <c:v>189.97</c:v>
                </c:pt>
                <c:pt idx="17133">
                  <c:v>104.98</c:v>
                </c:pt>
                <c:pt idx="17134">
                  <c:v>134.97999999999999</c:v>
                </c:pt>
                <c:pt idx="17135">
                  <c:v>137.97999999999999</c:v>
                </c:pt>
                <c:pt idx="17136">
                  <c:v>84.99</c:v>
                </c:pt>
                <c:pt idx="17137">
                  <c:v>170.17</c:v>
                </c:pt>
                <c:pt idx="17138">
                  <c:v>169.98</c:v>
                </c:pt>
                <c:pt idx="17139">
                  <c:v>149.81</c:v>
                </c:pt>
                <c:pt idx="17140">
                  <c:v>134.97999999999999</c:v>
                </c:pt>
                <c:pt idx="17141">
                  <c:v>164.48</c:v>
                </c:pt>
                <c:pt idx="17142">
                  <c:v>189.97</c:v>
                </c:pt>
                <c:pt idx="17143">
                  <c:v>135.06</c:v>
                </c:pt>
                <c:pt idx="17144">
                  <c:v>204.97</c:v>
                </c:pt>
                <c:pt idx="17145">
                  <c:v>42.99</c:v>
                </c:pt>
                <c:pt idx="17146">
                  <c:v>101.98</c:v>
                </c:pt>
                <c:pt idx="17147">
                  <c:v>144.22999999999999</c:v>
                </c:pt>
                <c:pt idx="17148">
                  <c:v>84.99</c:v>
                </c:pt>
                <c:pt idx="17149">
                  <c:v>134.97999999999999</c:v>
                </c:pt>
                <c:pt idx="17150">
                  <c:v>185.97</c:v>
                </c:pt>
                <c:pt idx="17151">
                  <c:v>128.97</c:v>
                </c:pt>
                <c:pt idx="17152">
                  <c:v>159.97999999999999</c:v>
                </c:pt>
                <c:pt idx="17153">
                  <c:v>164.98</c:v>
                </c:pt>
                <c:pt idx="17154">
                  <c:v>65.989999999999995</c:v>
                </c:pt>
                <c:pt idx="17155">
                  <c:v>65.989999999999995</c:v>
                </c:pt>
                <c:pt idx="17156">
                  <c:v>60.05</c:v>
                </c:pt>
                <c:pt idx="17157">
                  <c:v>84.99</c:v>
                </c:pt>
                <c:pt idx="17158">
                  <c:v>65.989999999999995</c:v>
                </c:pt>
                <c:pt idx="17159">
                  <c:v>65.989999999999995</c:v>
                </c:pt>
                <c:pt idx="17160">
                  <c:v>65.989999999999995</c:v>
                </c:pt>
                <c:pt idx="17161">
                  <c:v>65.989999999999995</c:v>
                </c:pt>
                <c:pt idx="17162">
                  <c:v>61.39</c:v>
                </c:pt>
                <c:pt idx="17163">
                  <c:v>65.989999999999995</c:v>
                </c:pt>
                <c:pt idx="17164">
                  <c:v>51.49</c:v>
                </c:pt>
                <c:pt idx="17165">
                  <c:v>65.989999999999995</c:v>
                </c:pt>
                <c:pt idx="17166">
                  <c:v>65.989999999999995</c:v>
                </c:pt>
                <c:pt idx="17167">
                  <c:v>65.989999999999995</c:v>
                </c:pt>
                <c:pt idx="17168">
                  <c:v>65.989999999999995</c:v>
                </c:pt>
                <c:pt idx="17169">
                  <c:v>65.989999999999995</c:v>
                </c:pt>
                <c:pt idx="17170">
                  <c:v>65.989999999999995</c:v>
                </c:pt>
                <c:pt idx="17171">
                  <c:v>65.989999999999995</c:v>
                </c:pt>
                <c:pt idx="17172">
                  <c:v>74.290000000000006</c:v>
                </c:pt>
                <c:pt idx="17173">
                  <c:v>65.989999999999995</c:v>
                </c:pt>
                <c:pt idx="17174">
                  <c:v>65.989999999999995</c:v>
                </c:pt>
                <c:pt idx="17175">
                  <c:v>65.989999999999995</c:v>
                </c:pt>
                <c:pt idx="17176">
                  <c:v>65.989999999999995</c:v>
                </c:pt>
                <c:pt idx="17177">
                  <c:v>159.97999999999999</c:v>
                </c:pt>
                <c:pt idx="17178">
                  <c:v>121.98</c:v>
                </c:pt>
                <c:pt idx="17179">
                  <c:v>121.98</c:v>
                </c:pt>
                <c:pt idx="17180">
                  <c:v>239.97</c:v>
                </c:pt>
                <c:pt idx="17181">
                  <c:v>233.03</c:v>
                </c:pt>
                <c:pt idx="17182">
                  <c:v>239.97</c:v>
                </c:pt>
                <c:pt idx="17183">
                  <c:v>159.97999999999999</c:v>
                </c:pt>
                <c:pt idx="17184">
                  <c:v>159.97999999999999</c:v>
                </c:pt>
                <c:pt idx="17185">
                  <c:v>239.97</c:v>
                </c:pt>
                <c:pt idx="17186">
                  <c:v>121.98</c:v>
                </c:pt>
                <c:pt idx="17187">
                  <c:v>17.489999999999998</c:v>
                </c:pt>
                <c:pt idx="17188">
                  <c:v>239.97</c:v>
                </c:pt>
                <c:pt idx="17189">
                  <c:v>159.97999999999999</c:v>
                </c:pt>
                <c:pt idx="17190">
                  <c:v>159.97999999999999</c:v>
                </c:pt>
                <c:pt idx="17191">
                  <c:v>210.95</c:v>
                </c:pt>
                <c:pt idx="17192">
                  <c:v>213.76</c:v>
                </c:pt>
                <c:pt idx="17193">
                  <c:v>239.97</c:v>
                </c:pt>
                <c:pt idx="17194">
                  <c:v>239.97</c:v>
                </c:pt>
                <c:pt idx="17195">
                  <c:v>149.97999999999999</c:v>
                </c:pt>
                <c:pt idx="17196">
                  <c:v>169.98</c:v>
                </c:pt>
                <c:pt idx="17197">
                  <c:v>77.959999999999994</c:v>
                </c:pt>
                <c:pt idx="17198">
                  <c:v>207.59</c:v>
                </c:pt>
                <c:pt idx="17199">
                  <c:v>180.17</c:v>
                </c:pt>
                <c:pt idx="17200">
                  <c:v>193.93</c:v>
                </c:pt>
                <c:pt idx="17201">
                  <c:v>229.95</c:v>
                </c:pt>
                <c:pt idx="17202">
                  <c:v>169.98</c:v>
                </c:pt>
                <c:pt idx="17203">
                  <c:v>146.97</c:v>
                </c:pt>
                <c:pt idx="17204">
                  <c:v>94.71</c:v>
                </c:pt>
                <c:pt idx="17205">
                  <c:v>84.99</c:v>
                </c:pt>
                <c:pt idx="17206">
                  <c:v>55.97</c:v>
                </c:pt>
                <c:pt idx="17207">
                  <c:v>198.95</c:v>
                </c:pt>
                <c:pt idx="17208">
                  <c:v>106.95</c:v>
                </c:pt>
                <c:pt idx="17209">
                  <c:v>66.98</c:v>
                </c:pt>
                <c:pt idx="17210">
                  <c:v>160.54</c:v>
                </c:pt>
                <c:pt idx="17211">
                  <c:v>129.97</c:v>
                </c:pt>
                <c:pt idx="17212">
                  <c:v>149.97</c:v>
                </c:pt>
                <c:pt idx="17213">
                  <c:v>164.98</c:v>
                </c:pt>
                <c:pt idx="17214">
                  <c:v>84.99</c:v>
                </c:pt>
                <c:pt idx="17215">
                  <c:v>94.48</c:v>
                </c:pt>
                <c:pt idx="17216">
                  <c:v>134.97999999999999</c:v>
                </c:pt>
                <c:pt idx="17217">
                  <c:v>192.97</c:v>
                </c:pt>
                <c:pt idx="17218">
                  <c:v>169.98</c:v>
                </c:pt>
                <c:pt idx="17219">
                  <c:v>73.64</c:v>
                </c:pt>
                <c:pt idx="17220">
                  <c:v>186.97</c:v>
                </c:pt>
                <c:pt idx="17221">
                  <c:v>84.99</c:v>
                </c:pt>
                <c:pt idx="17222">
                  <c:v>187.97</c:v>
                </c:pt>
                <c:pt idx="17223">
                  <c:v>169.98</c:v>
                </c:pt>
                <c:pt idx="17224">
                  <c:v>134.97999999999999</c:v>
                </c:pt>
                <c:pt idx="17225">
                  <c:v>134.97999999999999</c:v>
                </c:pt>
                <c:pt idx="17226">
                  <c:v>169.98</c:v>
                </c:pt>
                <c:pt idx="17227">
                  <c:v>169.98</c:v>
                </c:pt>
                <c:pt idx="17228">
                  <c:v>169.98</c:v>
                </c:pt>
                <c:pt idx="17229">
                  <c:v>18.989999999999998</c:v>
                </c:pt>
                <c:pt idx="17230">
                  <c:v>99.98</c:v>
                </c:pt>
                <c:pt idx="17231">
                  <c:v>188.97</c:v>
                </c:pt>
                <c:pt idx="17232">
                  <c:v>169.98</c:v>
                </c:pt>
                <c:pt idx="17233">
                  <c:v>99.98</c:v>
                </c:pt>
                <c:pt idx="17234">
                  <c:v>118.97</c:v>
                </c:pt>
                <c:pt idx="17235">
                  <c:v>169.98</c:v>
                </c:pt>
                <c:pt idx="17236">
                  <c:v>89.98</c:v>
                </c:pt>
                <c:pt idx="17237">
                  <c:v>99.98</c:v>
                </c:pt>
                <c:pt idx="17238">
                  <c:v>150.18</c:v>
                </c:pt>
                <c:pt idx="17239">
                  <c:v>135.66999999999999</c:v>
                </c:pt>
                <c:pt idx="17240">
                  <c:v>188.97</c:v>
                </c:pt>
                <c:pt idx="17241">
                  <c:v>159.97999999999999</c:v>
                </c:pt>
                <c:pt idx="17242">
                  <c:v>169.98</c:v>
                </c:pt>
                <c:pt idx="17243">
                  <c:v>159.97999999999999</c:v>
                </c:pt>
                <c:pt idx="17244">
                  <c:v>169.98</c:v>
                </c:pt>
                <c:pt idx="17245">
                  <c:v>169.98</c:v>
                </c:pt>
                <c:pt idx="17246">
                  <c:v>99.98</c:v>
                </c:pt>
                <c:pt idx="17247">
                  <c:v>169.98</c:v>
                </c:pt>
                <c:pt idx="17248">
                  <c:v>118.97</c:v>
                </c:pt>
                <c:pt idx="17249">
                  <c:v>129.94999999999999</c:v>
                </c:pt>
                <c:pt idx="17250">
                  <c:v>99.97</c:v>
                </c:pt>
                <c:pt idx="17251">
                  <c:v>102.46</c:v>
                </c:pt>
                <c:pt idx="17252">
                  <c:v>153.18</c:v>
                </c:pt>
                <c:pt idx="17253">
                  <c:v>166.93</c:v>
                </c:pt>
                <c:pt idx="17254">
                  <c:v>88.96</c:v>
                </c:pt>
                <c:pt idx="17255">
                  <c:v>91.47</c:v>
                </c:pt>
                <c:pt idx="17256">
                  <c:v>85.97</c:v>
                </c:pt>
                <c:pt idx="17257">
                  <c:v>129.94999999999999</c:v>
                </c:pt>
                <c:pt idx="17258">
                  <c:v>121.96</c:v>
                </c:pt>
                <c:pt idx="17259">
                  <c:v>233.91</c:v>
                </c:pt>
                <c:pt idx="17260">
                  <c:v>140.44999999999999</c:v>
                </c:pt>
                <c:pt idx="17261">
                  <c:v>158.44</c:v>
                </c:pt>
                <c:pt idx="17262">
                  <c:v>167.44</c:v>
                </c:pt>
                <c:pt idx="17263">
                  <c:v>91.47</c:v>
                </c:pt>
                <c:pt idx="17264">
                  <c:v>122.95</c:v>
                </c:pt>
                <c:pt idx="17265">
                  <c:v>121.98</c:v>
                </c:pt>
                <c:pt idx="17266">
                  <c:v>169.98</c:v>
                </c:pt>
                <c:pt idx="17267">
                  <c:v>109.96</c:v>
                </c:pt>
                <c:pt idx="17268">
                  <c:v>131.97999999999999</c:v>
                </c:pt>
                <c:pt idx="17269">
                  <c:v>137.97999999999999</c:v>
                </c:pt>
                <c:pt idx="17270">
                  <c:v>116.98</c:v>
                </c:pt>
                <c:pt idx="17271">
                  <c:v>76.489999999999995</c:v>
                </c:pt>
                <c:pt idx="17272">
                  <c:v>184.74</c:v>
                </c:pt>
                <c:pt idx="17273">
                  <c:v>166.04</c:v>
                </c:pt>
                <c:pt idx="17274">
                  <c:v>59.98</c:v>
                </c:pt>
                <c:pt idx="17275">
                  <c:v>65.989999999999995</c:v>
                </c:pt>
                <c:pt idx="17276">
                  <c:v>151.78</c:v>
                </c:pt>
                <c:pt idx="17277">
                  <c:v>159.97999999999999</c:v>
                </c:pt>
                <c:pt idx="17278">
                  <c:v>84.88</c:v>
                </c:pt>
                <c:pt idx="17279">
                  <c:v>59.97</c:v>
                </c:pt>
                <c:pt idx="17280">
                  <c:v>209.29</c:v>
                </c:pt>
                <c:pt idx="17281">
                  <c:v>159.69999999999999</c:v>
                </c:pt>
                <c:pt idx="17282">
                  <c:v>231.29</c:v>
                </c:pt>
                <c:pt idx="17283">
                  <c:v>159.69999999999999</c:v>
                </c:pt>
                <c:pt idx="17284">
                  <c:v>159.69999999999999</c:v>
                </c:pt>
                <c:pt idx="17285">
                  <c:v>159.69999999999999</c:v>
                </c:pt>
                <c:pt idx="17286">
                  <c:v>159.69999999999999</c:v>
                </c:pt>
                <c:pt idx="17287">
                  <c:v>159.69999999999999</c:v>
                </c:pt>
                <c:pt idx="17288">
                  <c:v>199.96</c:v>
                </c:pt>
                <c:pt idx="17289">
                  <c:v>169.22</c:v>
                </c:pt>
                <c:pt idx="17290">
                  <c:v>290.95</c:v>
                </c:pt>
                <c:pt idx="17291">
                  <c:v>161.59</c:v>
                </c:pt>
                <c:pt idx="17292">
                  <c:v>161.96</c:v>
                </c:pt>
                <c:pt idx="17293">
                  <c:v>228.27</c:v>
                </c:pt>
                <c:pt idx="17294">
                  <c:v>215.97</c:v>
                </c:pt>
                <c:pt idx="17295">
                  <c:v>204.42</c:v>
                </c:pt>
                <c:pt idx="17296">
                  <c:v>167.83</c:v>
                </c:pt>
                <c:pt idx="17297">
                  <c:v>212.31</c:v>
                </c:pt>
                <c:pt idx="17298">
                  <c:v>261.98</c:v>
                </c:pt>
                <c:pt idx="17299">
                  <c:v>85.98</c:v>
                </c:pt>
                <c:pt idx="17300">
                  <c:v>131.96</c:v>
                </c:pt>
                <c:pt idx="17301">
                  <c:v>50.98</c:v>
                </c:pt>
                <c:pt idx="17302">
                  <c:v>153.97</c:v>
                </c:pt>
                <c:pt idx="17303">
                  <c:v>65.989999999999995</c:v>
                </c:pt>
                <c:pt idx="17304">
                  <c:v>142.96</c:v>
                </c:pt>
                <c:pt idx="17305">
                  <c:v>85.97</c:v>
                </c:pt>
                <c:pt idx="17306">
                  <c:v>98.97</c:v>
                </c:pt>
                <c:pt idx="17307">
                  <c:v>154.96</c:v>
                </c:pt>
                <c:pt idx="17308">
                  <c:v>59.98</c:v>
                </c:pt>
                <c:pt idx="17309">
                  <c:v>65.989999999999995</c:v>
                </c:pt>
                <c:pt idx="17310">
                  <c:v>119.66</c:v>
                </c:pt>
                <c:pt idx="17311">
                  <c:v>166.97</c:v>
                </c:pt>
                <c:pt idx="17312">
                  <c:v>65.989999999999995</c:v>
                </c:pt>
                <c:pt idx="17313">
                  <c:v>100.97</c:v>
                </c:pt>
                <c:pt idx="17314">
                  <c:v>131.97999999999999</c:v>
                </c:pt>
                <c:pt idx="17315">
                  <c:v>85.98</c:v>
                </c:pt>
                <c:pt idx="17316">
                  <c:v>105.98</c:v>
                </c:pt>
                <c:pt idx="17317">
                  <c:v>124.98</c:v>
                </c:pt>
                <c:pt idx="17318">
                  <c:v>353.9</c:v>
                </c:pt>
                <c:pt idx="17319">
                  <c:v>298.92</c:v>
                </c:pt>
                <c:pt idx="17320">
                  <c:v>89.94</c:v>
                </c:pt>
                <c:pt idx="17321">
                  <c:v>527.91999999999996</c:v>
                </c:pt>
                <c:pt idx="17322">
                  <c:v>117.97</c:v>
                </c:pt>
                <c:pt idx="17323">
                  <c:v>98.97</c:v>
                </c:pt>
                <c:pt idx="17324">
                  <c:v>145.97999999999999</c:v>
                </c:pt>
                <c:pt idx="17325">
                  <c:v>134.97999999999999</c:v>
                </c:pt>
                <c:pt idx="17326">
                  <c:v>239.95</c:v>
                </c:pt>
                <c:pt idx="17327">
                  <c:v>112.98</c:v>
                </c:pt>
                <c:pt idx="17328">
                  <c:v>160.96</c:v>
                </c:pt>
                <c:pt idx="17329">
                  <c:v>163.46</c:v>
                </c:pt>
                <c:pt idx="17330">
                  <c:v>186.47</c:v>
                </c:pt>
                <c:pt idx="17331">
                  <c:v>153.37</c:v>
                </c:pt>
                <c:pt idx="17332">
                  <c:v>124.98</c:v>
                </c:pt>
                <c:pt idx="17333">
                  <c:v>202.96</c:v>
                </c:pt>
                <c:pt idx="17334">
                  <c:v>161.96</c:v>
                </c:pt>
                <c:pt idx="17335">
                  <c:v>228.85</c:v>
                </c:pt>
                <c:pt idx="17336">
                  <c:v>133.47999999999999</c:v>
                </c:pt>
                <c:pt idx="17337">
                  <c:v>51.49</c:v>
                </c:pt>
                <c:pt idx="17338">
                  <c:v>306.07</c:v>
                </c:pt>
                <c:pt idx="17339">
                  <c:v>242.55</c:v>
                </c:pt>
                <c:pt idx="17340">
                  <c:v>324.20999999999998</c:v>
                </c:pt>
                <c:pt idx="17341">
                  <c:v>137.30000000000001</c:v>
                </c:pt>
                <c:pt idx="17342">
                  <c:v>186.51</c:v>
                </c:pt>
                <c:pt idx="17343">
                  <c:v>316.95</c:v>
                </c:pt>
                <c:pt idx="17344">
                  <c:v>324.20999999999998</c:v>
                </c:pt>
                <c:pt idx="17345">
                  <c:v>115.38</c:v>
                </c:pt>
                <c:pt idx="17346">
                  <c:v>82.97</c:v>
                </c:pt>
                <c:pt idx="17347">
                  <c:v>131.97999999999999</c:v>
                </c:pt>
                <c:pt idx="17348">
                  <c:v>83.48</c:v>
                </c:pt>
                <c:pt idx="17349">
                  <c:v>69.989999999999995</c:v>
                </c:pt>
                <c:pt idx="17350">
                  <c:v>131.97999999999999</c:v>
                </c:pt>
                <c:pt idx="17351">
                  <c:v>63.96</c:v>
                </c:pt>
                <c:pt idx="17352">
                  <c:v>59.96</c:v>
                </c:pt>
                <c:pt idx="17353">
                  <c:v>169.98</c:v>
                </c:pt>
                <c:pt idx="17354">
                  <c:v>59.95</c:v>
                </c:pt>
                <c:pt idx="17355">
                  <c:v>69.989999999999995</c:v>
                </c:pt>
                <c:pt idx="17356">
                  <c:v>121.98</c:v>
                </c:pt>
                <c:pt idx="17357">
                  <c:v>74.95</c:v>
                </c:pt>
                <c:pt idx="17358">
                  <c:v>69.989999999999995</c:v>
                </c:pt>
                <c:pt idx="17359">
                  <c:v>144.47999999999999</c:v>
                </c:pt>
                <c:pt idx="17360">
                  <c:v>158</c:v>
                </c:pt>
                <c:pt idx="17361">
                  <c:v>69.989999999999995</c:v>
                </c:pt>
                <c:pt idx="17362">
                  <c:v>74.95</c:v>
                </c:pt>
                <c:pt idx="17363">
                  <c:v>758.12</c:v>
                </c:pt>
                <c:pt idx="17364">
                  <c:v>207.74</c:v>
                </c:pt>
                <c:pt idx="17365">
                  <c:v>143.97</c:v>
                </c:pt>
                <c:pt idx="17366">
                  <c:v>131.97999999999999</c:v>
                </c:pt>
                <c:pt idx="17367">
                  <c:v>89.08</c:v>
                </c:pt>
                <c:pt idx="17368">
                  <c:v>188.14</c:v>
                </c:pt>
                <c:pt idx="17369">
                  <c:v>202.75</c:v>
                </c:pt>
                <c:pt idx="17370">
                  <c:v>131.97999999999999</c:v>
                </c:pt>
                <c:pt idx="17371">
                  <c:v>131.97999999999999</c:v>
                </c:pt>
                <c:pt idx="17372">
                  <c:v>45.47</c:v>
                </c:pt>
                <c:pt idx="17373">
                  <c:v>206.94</c:v>
                </c:pt>
                <c:pt idx="17374">
                  <c:v>169.98</c:v>
                </c:pt>
                <c:pt idx="17375">
                  <c:v>195.15</c:v>
                </c:pt>
                <c:pt idx="17376">
                  <c:v>169.98</c:v>
                </c:pt>
                <c:pt idx="17377">
                  <c:v>156.82</c:v>
                </c:pt>
                <c:pt idx="17378">
                  <c:v>199.96</c:v>
                </c:pt>
                <c:pt idx="17379">
                  <c:v>146.97</c:v>
                </c:pt>
                <c:pt idx="17380">
                  <c:v>509.94</c:v>
                </c:pt>
                <c:pt idx="17381">
                  <c:v>314.95999999999998</c:v>
                </c:pt>
                <c:pt idx="17382">
                  <c:v>254.97</c:v>
                </c:pt>
                <c:pt idx="17383">
                  <c:v>509.94</c:v>
                </c:pt>
                <c:pt idx="17384">
                  <c:v>679.92</c:v>
                </c:pt>
                <c:pt idx="17385">
                  <c:v>509.94</c:v>
                </c:pt>
                <c:pt idx="17386">
                  <c:v>169.98</c:v>
                </c:pt>
                <c:pt idx="17387">
                  <c:v>229.47</c:v>
                </c:pt>
                <c:pt idx="17388">
                  <c:v>54.98</c:v>
                </c:pt>
                <c:pt idx="17389">
                  <c:v>62.98</c:v>
                </c:pt>
                <c:pt idx="17390">
                  <c:v>154.97</c:v>
                </c:pt>
                <c:pt idx="17391">
                  <c:v>152.28</c:v>
                </c:pt>
                <c:pt idx="17392">
                  <c:v>119.97</c:v>
                </c:pt>
                <c:pt idx="17393">
                  <c:v>206.97</c:v>
                </c:pt>
                <c:pt idx="17394">
                  <c:v>146.96</c:v>
                </c:pt>
                <c:pt idx="17395">
                  <c:v>210.68</c:v>
                </c:pt>
                <c:pt idx="17396">
                  <c:v>168.44</c:v>
                </c:pt>
                <c:pt idx="17397">
                  <c:v>89.97</c:v>
                </c:pt>
                <c:pt idx="17398">
                  <c:v>136.28</c:v>
                </c:pt>
                <c:pt idx="17399">
                  <c:v>226.17</c:v>
                </c:pt>
                <c:pt idx="17400">
                  <c:v>209.68</c:v>
                </c:pt>
                <c:pt idx="17401">
                  <c:v>166.74</c:v>
                </c:pt>
                <c:pt idx="17402">
                  <c:v>168.97</c:v>
                </c:pt>
                <c:pt idx="17403">
                  <c:v>83.1</c:v>
                </c:pt>
                <c:pt idx="17404">
                  <c:v>152.28</c:v>
                </c:pt>
                <c:pt idx="17405">
                  <c:v>137.97999999999999</c:v>
                </c:pt>
                <c:pt idx="17406">
                  <c:v>145.54</c:v>
                </c:pt>
                <c:pt idx="17407">
                  <c:v>142.97999999999999</c:v>
                </c:pt>
                <c:pt idx="17408">
                  <c:v>144.62</c:v>
                </c:pt>
                <c:pt idx="17409">
                  <c:v>94.97</c:v>
                </c:pt>
                <c:pt idx="17410">
                  <c:v>169.98</c:v>
                </c:pt>
                <c:pt idx="17411">
                  <c:v>130.38</c:v>
                </c:pt>
                <c:pt idx="17412">
                  <c:v>168.49</c:v>
                </c:pt>
                <c:pt idx="17413">
                  <c:v>99.28</c:v>
                </c:pt>
                <c:pt idx="17414">
                  <c:v>315.93</c:v>
                </c:pt>
                <c:pt idx="17415">
                  <c:v>367.94</c:v>
                </c:pt>
                <c:pt idx="17416">
                  <c:v>571.51</c:v>
                </c:pt>
                <c:pt idx="17417">
                  <c:v>55.96</c:v>
                </c:pt>
                <c:pt idx="17418">
                  <c:v>169.98</c:v>
                </c:pt>
                <c:pt idx="17419">
                  <c:v>373.36</c:v>
                </c:pt>
                <c:pt idx="17420">
                  <c:v>579.89</c:v>
                </c:pt>
                <c:pt idx="17421">
                  <c:v>242.94</c:v>
                </c:pt>
                <c:pt idx="17422">
                  <c:v>159.96</c:v>
                </c:pt>
                <c:pt idx="17423">
                  <c:v>352.12</c:v>
                </c:pt>
                <c:pt idx="17424">
                  <c:v>145.97</c:v>
                </c:pt>
                <c:pt idx="17425">
                  <c:v>213.94</c:v>
                </c:pt>
                <c:pt idx="17426">
                  <c:v>206.94</c:v>
                </c:pt>
                <c:pt idx="17427">
                  <c:v>214.11</c:v>
                </c:pt>
                <c:pt idx="17428">
                  <c:v>150.80000000000001</c:v>
                </c:pt>
                <c:pt idx="17429">
                  <c:v>275.92</c:v>
                </c:pt>
                <c:pt idx="17430">
                  <c:v>225.67</c:v>
                </c:pt>
                <c:pt idx="17431">
                  <c:v>241.93</c:v>
                </c:pt>
                <c:pt idx="17432">
                  <c:v>145.13</c:v>
                </c:pt>
                <c:pt idx="17433">
                  <c:v>337.39</c:v>
                </c:pt>
                <c:pt idx="17434">
                  <c:v>346.42</c:v>
                </c:pt>
                <c:pt idx="17435">
                  <c:v>331.47</c:v>
                </c:pt>
                <c:pt idx="17436">
                  <c:v>300</c:v>
                </c:pt>
                <c:pt idx="17437">
                  <c:v>-46</c:v>
                </c:pt>
                <c:pt idx="17438">
                  <c:v>166.88</c:v>
                </c:pt>
                <c:pt idx="17439">
                  <c:v>449.98</c:v>
                </c:pt>
                <c:pt idx="17440">
                  <c:v>321.39999999999998</c:v>
                </c:pt>
                <c:pt idx="17441">
                  <c:v>185.05</c:v>
                </c:pt>
                <c:pt idx="17442">
                  <c:v>239.54</c:v>
                </c:pt>
                <c:pt idx="17443">
                  <c:v>127.03</c:v>
                </c:pt>
                <c:pt idx="17444">
                  <c:v>206.87</c:v>
                </c:pt>
                <c:pt idx="17445">
                  <c:v>224.2</c:v>
                </c:pt>
                <c:pt idx="17446">
                  <c:v>24.18</c:v>
                </c:pt>
                <c:pt idx="17447">
                  <c:v>147.6</c:v>
                </c:pt>
                <c:pt idx="17448">
                  <c:v>146.37</c:v>
                </c:pt>
                <c:pt idx="17449">
                  <c:v>215.59</c:v>
                </c:pt>
                <c:pt idx="17450">
                  <c:v>159.69999999999999</c:v>
                </c:pt>
                <c:pt idx="17451">
                  <c:v>159.69999999999999</c:v>
                </c:pt>
                <c:pt idx="17452">
                  <c:v>197.97</c:v>
                </c:pt>
                <c:pt idx="17453">
                  <c:v>265.45999999999998</c:v>
                </c:pt>
                <c:pt idx="17454">
                  <c:v>197.97</c:v>
                </c:pt>
                <c:pt idx="17455">
                  <c:v>199.96</c:v>
                </c:pt>
                <c:pt idx="17456">
                  <c:v>256.33</c:v>
                </c:pt>
                <c:pt idx="17457">
                  <c:v>223.7</c:v>
                </c:pt>
                <c:pt idx="17458">
                  <c:v>194.96</c:v>
                </c:pt>
                <c:pt idx="17459">
                  <c:v>87.98</c:v>
                </c:pt>
                <c:pt idx="17460">
                  <c:v>98.47</c:v>
                </c:pt>
                <c:pt idx="17461">
                  <c:v>149.65</c:v>
                </c:pt>
                <c:pt idx="17462">
                  <c:v>208.48</c:v>
                </c:pt>
                <c:pt idx="17463">
                  <c:v>134.33000000000001</c:v>
                </c:pt>
                <c:pt idx="17464">
                  <c:v>131.97999999999999</c:v>
                </c:pt>
                <c:pt idx="17465">
                  <c:v>131.97999999999999</c:v>
                </c:pt>
                <c:pt idx="17466">
                  <c:v>131.97999999999999</c:v>
                </c:pt>
                <c:pt idx="17467">
                  <c:v>131.97999999999999</c:v>
                </c:pt>
                <c:pt idx="17468">
                  <c:v>130.66</c:v>
                </c:pt>
                <c:pt idx="17469">
                  <c:v>163.37</c:v>
                </c:pt>
                <c:pt idx="17470">
                  <c:v>231.96</c:v>
                </c:pt>
                <c:pt idx="17471">
                  <c:v>131.97999999999999</c:v>
                </c:pt>
                <c:pt idx="17472">
                  <c:v>80.459999999999994</c:v>
                </c:pt>
                <c:pt idx="17473">
                  <c:v>146.38</c:v>
                </c:pt>
                <c:pt idx="17474">
                  <c:v>144.76</c:v>
                </c:pt>
                <c:pt idx="17475">
                  <c:v>97.81</c:v>
                </c:pt>
                <c:pt idx="17476">
                  <c:v>239.54</c:v>
                </c:pt>
                <c:pt idx="17477">
                  <c:v>263.95999999999998</c:v>
                </c:pt>
                <c:pt idx="17478">
                  <c:v>94.98</c:v>
                </c:pt>
                <c:pt idx="17479">
                  <c:v>163.31</c:v>
                </c:pt>
                <c:pt idx="17480">
                  <c:v>163.31</c:v>
                </c:pt>
                <c:pt idx="17481">
                  <c:v>217.75</c:v>
                </c:pt>
                <c:pt idx="17482">
                  <c:v>271.75</c:v>
                </c:pt>
                <c:pt idx="17483">
                  <c:v>127.01</c:v>
                </c:pt>
                <c:pt idx="17484">
                  <c:v>179.96</c:v>
                </c:pt>
                <c:pt idx="17485">
                  <c:v>169.35</c:v>
                </c:pt>
                <c:pt idx="17486">
                  <c:v>92.49</c:v>
                </c:pt>
                <c:pt idx="17487">
                  <c:v>134.97</c:v>
                </c:pt>
                <c:pt idx="17488">
                  <c:v>90.73</c:v>
                </c:pt>
                <c:pt idx="17489">
                  <c:v>44.99</c:v>
                </c:pt>
                <c:pt idx="17490">
                  <c:v>197.97</c:v>
                </c:pt>
                <c:pt idx="17491">
                  <c:v>249.95</c:v>
                </c:pt>
                <c:pt idx="17492">
                  <c:v>225.73</c:v>
                </c:pt>
                <c:pt idx="17493">
                  <c:v>369.92</c:v>
                </c:pt>
                <c:pt idx="17494">
                  <c:v>289.94</c:v>
                </c:pt>
                <c:pt idx="17495">
                  <c:v>155.91999999999999</c:v>
                </c:pt>
                <c:pt idx="17496">
                  <c:v>245.17</c:v>
                </c:pt>
                <c:pt idx="17497">
                  <c:v>249.95</c:v>
                </c:pt>
                <c:pt idx="17498">
                  <c:v>392.9</c:v>
                </c:pt>
                <c:pt idx="17499">
                  <c:v>299.94</c:v>
                </c:pt>
                <c:pt idx="17500">
                  <c:v>81.900000000000006</c:v>
                </c:pt>
                <c:pt idx="17501">
                  <c:v>78.7</c:v>
                </c:pt>
                <c:pt idx="17502">
                  <c:v>84.99</c:v>
                </c:pt>
                <c:pt idx="17503">
                  <c:v>93.77</c:v>
                </c:pt>
                <c:pt idx="17504">
                  <c:v>99.98</c:v>
                </c:pt>
                <c:pt idx="17505">
                  <c:v>99.98</c:v>
                </c:pt>
                <c:pt idx="17506">
                  <c:v>65.989999999999995</c:v>
                </c:pt>
                <c:pt idx="17507">
                  <c:v>78.19</c:v>
                </c:pt>
                <c:pt idx="17508">
                  <c:v>65.180000000000007</c:v>
                </c:pt>
                <c:pt idx="17509">
                  <c:v>75.09</c:v>
                </c:pt>
                <c:pt idx="17510">
                  <c:v>65.989999999999995</c:v>
                </c:pt>
                <c:pt idx="17511">
                  <c:v>80.98</c:v>
                </c:pt>
                <c:pt idx="17512">
                  <c:v>80.98</c:v>
                </c:pt>
                <c:pt idx="17513">
                  <c:v>84.14</c:v>
                </c:pt>
                <c:pt idx="17514">
                  <c:v>80.98</c:v>
                </c:pt>
                <c:pt idx="17515">
                  <c:v>99.98</c:v>
                </c:pt>
                <c:pt idx="17516">
                  <c:v>74.38</c:v>
                </c:pt>
                <c:pt idx="17517">
                  <c:v>201.46</c:v>
                </c:pt>
                <c:pt idx="17518">
                  <c:v>144.97</c:v>
                </c:pt>
                <c:pt idx="17519">
                  <c:v>263.95999999999998</c:v>
                </c:pt>
                <c:pt idx="17520">
                  <c:v>252.96</c:v>
                </c:pt>
                <c:pt idx="17521">
                  <c:v>263.95999999999998</c:v>
                </c:pt>
                <c:pt idx="17522">
                  <c:v>290.47000000000003</c:v>
                </c:pt>
                <c:pt idx="17523">
                  <c:v>277.25</c:v>
                </c:pt>
                <c:pt idx="17524">
                  <c:v>254.97</c:v>
                </c:pt>
                <c:pt idx="17525">
                  <c:v>277.25</c:v>
                </c:pt>
                <c:pt idx="17526">
                  <c:v>183.97</c:v>
                </c:pt>
                <c:pt idx="17527">
                  <c:v>252.96</c:v>
                </c:pt>
                <c:pt idx="17528">
                  <c:v>290.47000000000003</c:v>
                </c:pt>
                <c:pt idx="17529">
                  <c:v>292.26</c:v>
                </c:pt>
                <c:pt idx="17530">
                  <c:v>228.26</c:v>
                </c:pt>
                <c:pt idx="17531">
                  <c:v>136.96</c:v>
                </c:pt>
                <c:pt idx="17532">
                  <c:v>136.96</c:v>
                </c:pt>
                <c:pt idx="17533">
                  <c:v>221.47</c:v>
                </c:pt>
                <c:pt idx="17534">
                  <c:v>144.97</c:v>
                </c:pt>
                <c:pt idx="17535">
                  <c:v>221.47</c:v>
                </c:pt>
                <c:pt idx="17536">
                  <c:v>251.47</c:v>
                </c:pt>
                <c:pt idx="17537">
                  <c:v>251.47</c:v>
                </c:pt>
                <c:pt idx="17538">
                  <c:v>67.959999999999994</c:v>
                </c:pt>
                <c:pt idx="17539">
                  <c:v>67.959999999999994</c:v>
                </c:pt>
                <c:pt idx="17540">
                  <c:v>67.959999999999994</c:v>
                </c:pt>
                <c:pt idx="17541">
                  <c:v>67.959999999999994</c:v>
                </c:pt>
                <c:pt idx="17542">
                  <c:v>201.46</c:v>
                </c:pt>
                <c:pt idx="17543">
                  <c:v>254.97</c:v>
                </c:pt>
                <c:pt idx="17544">
                  <c:v>292.26</c:v>
                </c:pt>
                <c:pt idx="17545">
                  <c:v>228.26</c:v>
                </c:pt>
                <c:pt idx="17546">
                  <c:v>183.97</c:v>
                </c:pt>
                <c:pt idx="17547">
                  <c:v>282.14</c:v>
                </c:pt>
                <c:pt idx="17548">
                  <c:v>151.05000000000001</c:v>
                </c:pt>
                <c:pt idx="17549">
                  <c:v>254.97</c:v>
                </c:pt>
                <c:pt idx="17550">
                  <c:v>80.97</c:v>
                </c:pt>
                <c:pt idx="17551">
                  <c:v>133.96</c:v>
                </c:pt>
                <c:pt idx="17552">
                  <c:v>297.94</c:v>
                </c:pt>
                <c:pt idx="17553">
                  <c:v>143.96</c:v>
                </c:pt>
                <c:pt idx="17554">
                  <c:v>382.93</c:v>
                </c:pt>
                <c:pt idx="17555">
                  <c:v>281.39999999999998</c:v>
                </c:pt>
                <c:pt idx="17556">
                  <c:v>155.36000000000001</c:v>
                </c:pt>
                <c:pt idx="17557">
                  <c:v>307.94</c:v>
                </c:pt>
                <c:pt idx="17558">
                  <c:v>285.39</c:v>
                </c:pt>
                <c:pt idx="17559">
                  <c:v>352.95</c:v>
                </c:pt>
                <c:pt idx="17560">
                  <c:v>168.95</c:v>
                </c:pt>
                <c:pt idx="17561">
                  <c:v>149.96</c:v>
                </c:pt>
                <c:pt idx="17562">
                  <c:v>56.97</c:v>
                </c:pt>
                <c:pt idx="17563">
                  <c:v>59.98</c:v>
                </c:pt>
                <c:pt idx="17564">
                  <c:v>59.98</c:v>
                </c:pt>
                <c:pt idx="17565">
                  <c:v>149.96</c:v>
                </c:pt>
                <c:pt idx="17566">
                  <c:v>143.97</c:v>
                </c:pt>
                <c:pt idx="17567">
                  <c:v>37.270000000000003</c:v>
                </c:pt>
                <c:pt idx="17568">
                  <c:v>119.96</c:v>
                </c:pt>
                <c:pt idx="17569">
                  <c:v>122.85</c:v>
                </c:pt>
                <c:pt idx="17570">
                  <c:v>37.270000000000003</c:v>
                </c:pt>
                <c:pt idx="17571">
                  <c:v>143.97</c:v>
                </c:pt>
                <c:pt idx="17572">
                  <c:v>89.97</c:v>
                </c:pt>
                <c:pt idx="17573">
                  <c:v>89.97</c:v>
                </c:pt>
                <c:pt idx="17574">
                  <c:v>67.97</c:v>
                </c:pt>
                <c:pt idx="17575">
                  <c:v>52.97</c:v>
                </c:pt>
                <c:pt idx="17576">
                  <c:v>89.97</c:v>
                </c:pt>
                <c:pt idx="17577">
                  <c:v>119.96</c:v>
                </c:pt>
                <c:pt idx="17578">
                  <c:v>122.85</c:v>
                </c:pt>
                <c:pt idx="17579">
                  <c:v>199.96</c:v>
                </c:pt>
                <c:pt idx="17580">
                  <c:v>58.97</c:v>
                </c:pt>
                <c:pt idx="17581">
                  <c:v>54.95</c:v>
                </c:pt>
                <c:pt idx="17582">
                  <c:v>89.97</c:v>
                </c:pt>
                <c:pt idx="17583">
                  <c:v>52.97</c:v>
                </c:pt>
                <c:pt idx="17584">
                  <c:v>89.97</c:v>
                </c:pt>
                <c:pt idx="17585">
                  <c:v>119.96</c:v>
                </c:pt>
                <c:pt idx="17586">
                  <c:v>54.95</c:v>
                </c:pt>
                <c:pt idx="17587">
                  <c:v>58.97</c:v>
                </c:pt>
                <c:pt idx="17588">
                  <c:v>67.97</c:v>
                </c:pt>
                <c:pt idx="17589">
                  <c:v>56.97</c:v>
                </c:pt>
                <c:pt idx="17590">
                  <c:v>119.96</c:v>
                </c:pt>
                <c:pt idx="17591">
                  <c:v>199.96</c:v>
                </c:pt>
                <c:pt idx="17592">
                  <c:v>89.97</c:v>
                </c:pt>
                <c:pt idx="17593">
                  <c:v>131.97999999999999</c:v>
                </c:pt>
                <c:pt idx="17594">
                  <c:v>95.97</c:v>
                </c:pt>
                <c:pt idx="17595">
                  <c:v>134.24</c:v>
                </c:pt>
                <c:pt idx="17596">
                  <c:v>95.97</c:v>
                </c:pt>
                <c:pt idx="17597">
                  <c:v>205.95</c:v>
                </c:pt>
                <c:pt idx="17598">
                  <c:v>169.98</c:v>
                </c:pt>
                <c:pt idx="17599">
                  <c:v>193.96</c:v>
                </c:pt>
                <c:pt idx="17600">
                  <c:v>114.97</c:v>
                </c:pt>
                <c:pt idx="17601">
                  <c:v>99.98</c:v>
                </c:pt>
                <c:pt idx="17602">
                  <c:v>169.98</c:v>
                </c:pt>
                <c:pt idx="17603">
                  <c:v>142.84</c:v>
                </c:pt>
                <c:pt idx="17604">
                  <c:v>189.96</c:v>
                </c:pt>
                <c:pt idx="17605">
                  <c:v>169.98</c:v>
                </c:pt>
                <c:pt idx="17606">
                  <c:v>199.96</c:v>
                </c:pt>
                <c:pt idx="17607">
                  <c:v>169.98</c:v>
                </c:pt>
                <c:pt idx="17608">
                  <c:v>199.96</c:v>
                </c:pt>
                <c:pt idx="17609">
                  <c:v>59.96</c:v>
                </c:pt>
                <c:pt idx="17610">
                  <c:v>214.95</c:v>
                </c:pt>
                <c:pt idx="17611">
                  <c:v>197.94</c:v>
                </c:pt>
                <c:pt idx="17612">
                  <c:v>166.96</c:v>
                </c:pt>
                <c:pt idx="17613">
                  <c:v>169.98</c:v>
                </c:pt>
                <c:pt idx="17614">
                  <c:v>144.94999999999999</c:v>
                </c:pt>
                <c:pt idx="17615">
                  <c:v>84.99</c:v>
                </c:pt>
                <c:pt idx="17616">
                  <c:v>65.989999999999995</c:v>
                </c:pt>
                <c:pt idx="17617">
                  <c:v>169.98</c:v>
                </c:pt>
                <c:pt idx="17618">
                  <c:v>224.96</c:v>
                </c:pt>
                <c:pt idx="17619">
                  <c:v>169.98</c:v>
                </c:pt>
                <c:pt idx="17620">
                  <c:v>197.97</c:v>
                </c:pt>
                <c:pt idx="17621">
                  <c:v>65.14</c:v>
                </c:pt>
                <c:pt idx="17622">
                  <c:v>169.98</c:v>
                </c:pt>
                <c:pt idx="17623">
                  <c:v>249.93</c:v>
                </c:pt>
                <c:pt idx="17624">
                  <c:v>169.98</c:v>
                </c:pt>
                <c:pt idx="17625">
                  <c:v>169.98</c:v>
                </c:pt>
                <c:pt idx="17626">
                  <c:v>159.97999999999999</c:v>
                </c:pt>
                <c:pt idx="17627">
                  <c:v>79.98</c:v>
                </c:pt>
                <c:pt idx="17628">
                  <c:v>63.99</c:v>
                </c:pt>
                <c:pt idx="17629">
                  <c:v>55.98</c:v>
                </c:pt>
                <c:pt idx="17630">
                  <c:v>112.98</c:v>
                </c:pt>
                <c:pt idx="17631">
                  <c:v>65.989999999999995</c:v>
                </c:pt>
                <c:pt idx="17632">
                  <c:v>84.99</c:v>
                </c:pt>
                <c:pt idx="17633">
                  <c:v>65.98</c:v>
                </c:pt>
                <c:pt idx="17634">
                  <c:v>84.99</c:v>
                </c:pt>
                <c:pt idx="17635">
                  <c:v>79.34</c:v>
                </c:pt>
                <c:pt idx="17636">
                  <c:v>81.98</c:v>
                </c:pt>
                <c:pt idx="17637">
                  <c:v>84.99</c:v>
                </c:pt>
                <c:pt idx="17638">
                  <c:v>65.989999999999995</c:v>
                </c:pt>
                <c:pt idx="17639">
                  <c:v>64.239999999999995</c:v>
                </c:pt>
                <c:pt idx="17640">
                  <c:v>79.98</c:v>
                </c:pt>
                <c:pt idx="17641">
                  <c:v>81.489999999999995</c:v>
                </c:pt>
                <c:pt idx="17642">
                  <c:v>67.98</c:v>
                </c:pt>
                <c:pt idx="17643">
                  <c:v>84.99</c:v>
                </c:pt>
                <c:pt idx="17644">
                  <c:v>65.989999999999995</c:v>
                </c:pt>
                <c:pt idx="17645">
                  <c:v>65.989999999999995</c:v>
                </c:pt>
                <c:pt idx="17646">
                  <c:v>104.98</c:v>
                </c:pt>
                <c:pt idx="17647">
                  <c:v>81.98</c:v>
                </c:pt>
                <c:pt idx="17648">
                  <c:v>124.98</c:v>
                </c:pt>
                <c:pt idx="17649">
                  <c:v>115.98</c:v>
                </c:pt>
                <c:pt idx="17650">
                  <c:v>152.97</c:v>
                </c:pt>
                <c:pt idx="17651">
                  <c:v>173.96</c:v>
                </c:pt>
                <c:pt idx="17652">
                  <c:v>157.86000000000001</c:v>
                </c:pt>
                <c:pt idx="17653">
                  <c:v>313.94</c:v>
                </c:pt>
                <c:pt idx="17654">
                  <c:v>263.95999999999998</c:v>
                </c:pt>
                <c:pt idx="17655">
                  <c:v>79.98</c:v>
                </c:pt>
                <c:pt idx="17656">
                  <c:v>65.989999999999995</c:v>
                </c:pt>
                <c:pt idx="17657">
                  <c:v>199.93</c:v>
                </c:pt>
                <c:pt idx="17658">
                  <c:v>109.98</c:v>
                </c:pt>
                <c:pt idx="17659">
                  <c:v>131.97999999999999</c:v>
                </c:pt>
                <c:pt idx="17660">
                  <c:v>334.94</c:v>
                </c:pt>
                <c:pt idx="17661">
                  <c:v>252.94</c:v>
                </c:pt>
                <c:pt idx="17662">
                  <c:v>134.97999999999999</c:v>
                </c:pt>
                <c:pt idx="17663">
                  <c:v>266.95999999999998</c:v>
                </c:pt>
                <c:pt idx="17664">
                  <c:v>147.97</c:v>
                </c:pt>
                <c:pt idx="17665">
                  <c:v>138.82</c:v>
                </c:pt>
                <c:pt idx="17666">
                  <c:v>159.97999999999999</c:v>
                </c:pt>
                <c:pt idx="17667">
                  <c:v>117.97</c:v>
                </c:pt>
                <c:pt idx="17668">
                  <c:v>159.97999999999999</c:v>
                </c:pt>
                <c:pt idx="17669">
                  <c:v>130.97</c:v>
                </c:pt>
                <c:pt idx="17670">
                  <c:v>79.98</c:v>
                </c:pt>
                <c:pt idx="17671">
                  <c:v>98.98</c:v>
                </c:pt>
                <c:pt idx="17672">
                  <c:v>159.97</c:v>
                </c:pt>
                <c:pt idx="17673">
                  <c:v>117.97</c:v>
                </c:pt>
                <c:pt idx="17674">
                  <c:v>178.97</c:v>
                </c:pt>
                <c:pt idx="17675">
                  <c:v>98.97</c:v>
                </c:pt>
                <c:pt idx="17676">
                  <c:v>91.98</c:v>
                </c:pt>
                <c:pt idx="17677">
                  <c:v>98.98</c:v>
                </c:pt>
                <c:pt idx="17678">
                  <c:v>121.98</c:v>
                </c:pt>
                <c:pt idx="17679">
                  <c:v>131.97999999999999</c:v>
                </c:pt>
                <c:pt idx="17680">
                  <c:v>53.98</c:v>
                </c:pt>
                <c:pt idx="17681">
                  <c:v>84.99</c:v>
                </c:pt>
                <c:pt idx="17682">
                  <c:v>169.98</c:v>
                </c:pt>
                <c:pt idx="17683">
                  <c:v>79.98</c:v>
                </c:pt>
                <c:pt idx="17684">
                  <c:v>65.989999999999995</c:v>
                </c:pt>
                <c:pt idx="17685">
                  <c:v>84.99</c:v>
                </c:pt>
                <c:pt idx="17686">
                  <c:v>159.97999999999999</c:v>
                </c:pt>
                <c:pt idx="17687">
                  <c:v>77.39</c:v>
                </c:pt>
                <c:pt idx="17688">
                  <c:v>169.98</c:v>
                </c:pt>
                <c:pt idx="17689">
                  <c:v>84.99</c:v>
                </c:pt>
                <c:pt idx="17690">
                  <c:v>137.97999999999999</c:v>
                </c:pt>
                <c:pt idx="17691">
                  <c:v>169.98</c:v>
                </c:pt>
                <c:pt idx="17692">
                  <c:v>84.99</c:v>
                </c:pt>
                <c:pt idx="17693">
                  <c:v>79.98</c:v>
                </c:pt>
                <c:pt idx="17694">
                  <c:v>112.97</c:v>
                </c:pt>
                <c:pt idx="17695">
                  <c:v>183.97</c:v>
                </c:pt>
                <c:pt idx="17696">
                  <c:v>65.989999999999995</c:v>
                </c:pt>
                <c:pt idx="17697">
                  <c:v>65.989999999999995</c:v>
                </c:pt>
                <c:pt idx="17698">
                  <c:v>169.98</c:v>
                </c:pt>
                <c:pt idx="17699">
                  <c:v>72.989999999999995</c:v>
                </c:pt>
                <c:pt idx="17700">
                  <c:v>98.98</c:v>
                </c:pt>
                <c:pt idx="17701">
                  <c:v>169.98</c:v>
                </c:pt>
                <c:pt idx="17702">
                  <c:v>98.98</c:v>
                </c:pt>
                <c:pt idx="17703">
                  <c:v>165.71</c:v>
                </c:pt>
                <c:pt idx="17704">
                  <c:v>169.98</c:v>
                </c:pt>
                <c:pt idx="17705">
                  <c:v>169.98</c:v>
                </c:pt>
                <c:pt idx="17706">
                  <c:v>77.06</c:v>
                </c:pt>
                <c:pt idx="17707">
                  <c:v>84.99</c:v>
                </c:pt>
                <c:pt idx="17708">
                  <c:v>53.98</c:v>
                </c:pt>
                <c:pt idx="17709">
                  <c:v>150.18</c:v>
                </c:pt>
                <c:pt idx="17710">
                  <c:v>171.48</c:v>
                </c:pt>
                <c:pt idx="17711">
                  <c:v>317.89999999999998</c:v>
                </c:pt>
                <c:pt idx="17712">
                  <c:v>94.45</c:v>
                </c:pt>
                <c:pt idx="17713">
                  <c:v>99.84</c:v>
                </c:pt>
                <c:pt idx="17714">
                  <c:v>131.97999999999999</c:v>
                </c:pt>
                <c:pt idx="17715">
                  <c:v>235.12</c:v>
                </c:pt>
                <c:pt idx="17716">
                  <c:v>263.95999999999998</c:v>
                </c:pt>
                <c:pt idx="17717">
                  <c:v>271.94</c:v>
                </c:pt>
                <c:pt idx="17718">
                  <c:v>197.97</c:v>
                </c:pt>
                <c:pt idx="17719">
                  <c:v>158.97</c:v>
                </c:pt>
                <c:pt idx="17720">
                  <c:v>-150.18</c:v>
                </c:pt>
                <c:pt idx="17721">
                  <c:v>79.989999999999995</c:v>
                </c:pt>
                <c:pt idx="17722">
                  <c:v>146.97</c:v>
                </c:pt>
                <c:pt idx="17723">
                  <c:v>78.959999999999994</c:v>
                </c:pt>
                <c:pt idx="17724">
                  <c:v>98.96</c:v>
                </c:pt>
                <c:pt idx="17725">
                  <c:v>198.95</c:v>
                </c:pt>
                <c:pt idx="17726">
                  <c:v>99.98</c:v>
                </c:pt>
                <c:pt idx="17727">
                  <c:v>46.28</c:v>
                </c:pt>
                <c:pt idx="17728">
                  <c:v>197.96</c:v>
                </c:pt>
                <c:pt idx="17729">
                  <c:v>146.97</c:v>
                </c:pt>
                <c:pt idx="17730">
                  <c:v>54.97</c:v>
                </c:pt>
                <c:pt idx="17731">
                  <c:v>59.98</c:v>
                </c:pt>
                <c:pt idx="17732">
                  <c:v>131.97999999999999</c:v>
                </c:pt>
                <c:pt idx="17733">
                  <c:v>80.98</c:v>
                </c:pt>
                <c:pt idx="17734">
                  <c:v>137.46</c:v>
                </c:pt>
                <c:pt idx="17735">
                  <c:v>125.97</c:v>
                </c:pt>
                <c:pt idx="17736">
                  <c:v>32.21</c:v>
                </c:pt>
                <c:pt idx="17737">
                  <c:v>131.97999999999999</c:v>
                </c:pt>
                <c:pt idx="17738">
                  <c:v>75.88</c:v>
                </c:pt>
                <c:pt idx="17739">
                  <c:v>197.94</c:v>
                </c:pt>
                <c:pt idx="17740">
                  <c:v>131.97999999999999</c:v>
                </c:pt>
                <c:pt idx="17741">
                  <c:v>18.989999999999998</c:v>
                </c:pt>
                <c:pt idx="17742">
                  <c:v>77.97</c:v>
                </c:pt>
                <c:pt idx="17743">
                  <c:v>113.94</c:v>
                </c:pt>
                <c:pt idx="17744">
                  <c:v>94.95</c:v>
                </c:pt>
                <c:pt idx="17745">
                  <c:v>131.97999999999999</c:v>
                </c:pt>
                <c:pt idx="17746">
                  <c:v>94.95</c:v>
                </c:pt>
                <c:pt idx="17747">
                  <c:v>94.92</c:v>
                </c:pt>
                <c:pt idx="17748">
                  <c:v>113.94</c:v>
                </c:pt>
                <c:pt idx="17749">
                  <c:v>94.95</c:v>
                </c:pt>
                <c:pt idx="17750">
                  <c:v>94.95</c:v>
                </c:pt>
                <c:pt idx="17751">
                  <c:v>113.94</c:v>
                </c:pt>
                <c:pt idx="17752">
                  <c:v>100.37</c:v>
                </c:pt>
                <c:pt idx="17753">
                  <c:v>207.94</c:v>
                </c:pt>
                <c:pt idx="17754">
                  <c:v>78.98</c:v>
                </c:pt>
                <c:pt idx="17755">
                  <c:v>124.98</c:v>
                </c:pt>
                <c:pt idx="17756">
                  <c:v>97.98</c:v>
                </c:pt>
                <c:pt idx="17757">
                  <c:v>31.93</c:v>
                </c:pt>
                <c:pt idx="17758">
                  <c:v>84.99</c:v>
                </c:pt>
                <c:pt idx="17759">
                  <c:v>84.99</c:v>
                </c:pt>
                <c:pt idx="17760">
                  <c:v>105.98</c:v>
                </c:pt>
                <c:pt idx="17761">
                  <c:v>99.98</c:v>
                </c:pt>
                <c:pt idx="17762">
                  <c:v>97.98</c:v>
                </c:pt>
                <c:pt idx="17763">
                  <c:v>14.99</c:v>
                </c:pt>
                <c:pt idx="17764">
                  <c:v>84.99</c:v>
                </c:pt>
                <c:pt idx="17765">
                  <c:v>159.97999999999999</c:v>
                </c:pt>
                <c:pt idx="17766">
                  <c:v>85.97</c:v>
                </c:pt>
                <c:pt idx="17767">
                  <c:v>78.98</c:v>
                </c:pt>
                <c:pt idx="17768">
                  <c:v>84.99</c:v>
                </c:pt>
                <c:pt idx="17769">
                  <c:v>65.989999999999995</c:v>
                </c:pt>
                <c:pt idx="17770">
                  <c:v>169.98</c:v>
                </c:pt>
                <c:pt idx="17771">
                  <c:v>169.98</c:v>
                </c:pt>
                <c:pt idx="17772">
                  <c:v>169.98</c:v>
                </c:pt>
                <c:pt idx="17773">
                  <c:v>43.49</c:v>
                </c:pt>
                <c:pt idx="17774">
                  <c:v>195.97</c:v>
                </c:pt>
                <c:pt idx="17775">
                  <c:v>99.98</c:v>
                </c:pt>
                <c:pt idx="17776">
                  <c:v>97.98</c:v>
                </c:pt>
                <c:pt idx="17777">
                  <c:v>105.98</c:v>
                </c:pt>
                <c:pt idx="17778">
                  <c:v>170.97</c:v>
                </c:pt>
                <c:pt idx="17779">
                  <c:v>84.99</c:v>
                </c:pt>
                <c:pt idx="17780">
                  <c:v>84.99</c:v>
                </c:pt>
                <c:pt idx="17781">
                  <c:v>217.95</c:v>
                </c:pt>
                <c:pt idx="17782">
                  <c:v>165.97</c:v>
                </c:pt>
                <c:pt idx="17783">
                  <c:v>173.96</c:v>
                </c:pt>
                <c:pt idx="17784">
                  <c:v>173.96</c:v>
                </c:pt>
                <c:pt idx="17785">
                  <c:v>165.97</c:v>
                </c:pt>
                <c:pt idx="17786">
                  <c:v>217.95</c:v>
                </c:pt>
                <c:pt idx="17787">
                  <c:v>119.96</c:v>
                </c:pt>
                <c:pt idx="17788">
                  <c:v>193.95</c:v>
                </c:pt>
                <c:pt idx="17789">
                  <c:v>213.45</c:v>
                </c:pt>
                <c:pt idx="17790">
                  <c:v>179.46</c:v>
                </c:pt>
                <c:pt idx="17791">
                  <c:v>162.96</c:v>
                </c:pt>
                <c:pt idx="17792">
                  <c:v>131.97999999999999</c:v>
                </c:pt>
                <c:pt idx="17793">
                  <c:v>213.45</c:v>
                </c:pt>
                <c:pt idx="17794">
                  <c:v>131.97999999999999</c:v>
                </c:pt>
                <c:pt idx="17795">
                  <c:v>179.46</c:v>
                </c:pt>
                <c:pt idx="17796">
                  <c:v>162.96</c:v>
                </c:pt>
                <c:pt idx="17797">
                  <c:v>197.94</c:v>
                </c:pt>
                <c:pt idx="17798">
                  <c:v>145.97</c:v>
                </c:pt>
                <c:pt idx="17799">
                  <c:v>193.95</c:v>
                </c:pt>
                <c:pt idx="17800">
                  <c:v>199.96</c:v>
                </c:pt>
                <c:pt idx="17801">
                  <c:v>145.97</c:v>
                </c:pt>
                <c:pt idx="17802">
                  <c:v>119.96</c:v>
                </c:pt>
                <c:pt idx="17803">
                  <c:v>197.94</c:v>
                </c:pt>
                <c:pt idx="17804">
                  <c:v>199.96</c:v>
                </c:pt>
                <c:pt idx="17805">
                  <c:v>230.91</c:v>
                </c:pt>
                <c:pt idx="17806">
                  <c:v>139.94999999999999</c:v>
                </c:pt>
                <c:pt idx="17807">
                  <c:v>243.96</c:v>
                </c:pt>
                <c:pt idx="17808">
                  <c:v>199.63</c:v>
                </c:pt>
                <c:pt idx="17809">
                  <c:v>157.97</c:v>
                </c:pt>
                <c:pt idx="17810">
                  <c:v>218.96</c:v>
                </c:pt>
                <c:pt idx="17811">
                  <c:v>182.97</c:v>
                </c:pt>
                <c:pt idx="17812">
                  <c:v>184.07</c:v>
                </c:pt>
                <c:pt idx="17813">
                  <c:v>246.16</c:v>
                </c:pt>
                <c:pt idx="17814">
                  <c:v>185.17</c:v>
                </c:pt>
                <c:pt idx="17815">
                  <c:v>70.14</c:v>
                </c:pt>
                <c:pt idx="17816">
                  <c:v>157.86000000000001</c:v>
                </c:pt>
                <c:pt idx="17817">
                  <c:v>79.849999999999994</c:v>
                </c:pt>
                <c:pt idx="17818">
                  <c:v>120.98</c:v>
                </c:pt>
                <c:pt idx="17819">
                  <c:v>72.58</c:v>
                </c:pt>
                <c:pt idx="17820">
                  <c:v>114.15</c:v>
                </c:pt>
                <c:pt idx="17821">
                  <c:v>111.78</c:v>
                </c:pt>
                <c:pt idx="17822">
                  <c:v>79.05</c:v>
                </c:pt>
                <c:pt idx="17823">
                  <c:v>114.93</c:v>
                </c:pt>
                <c:pt idx="17824">
                  <c:v>157.02000000000001</c:v>
                </c:pt>
                <c:pt idx="17825">
                  <c:v>150.83000000000001</c:v>
                </c:pt>
                <c:pt idx="17826">
                  <c:v>170.58</c:v>
                </c:pt>
                <c:pt idx="17827">
                  <c:v>83.15</c:v>
                </c:pt>
                <c:pt idx="17828">
                  <c:v>111.78</c:v>
                </c:pt>
                <c:pt idx="17829">
                  <c:v>135.74</c:v>
                </c:pt>
                <c:pt idx="17830">
                  <c:v>108.88</c:v>
                </c:pt>
                <c:pt idx="17831">
                  <c:v>145.16</c:v>
                </c:pt>
                <c:pt idx="17832">
                  <c:v>79.849999999999994</c:v>
                </c:pt>
                <c:pt idx="17833">
                  <c:v>100.81</c:v>
                </c:pt>
                <c:pt idx="17834">
                  <c:v>119.45</c:v>
                </c:pt>
                <c:pt idx="17835">
                  <c:v>118.53</c:v>
                </c:pt>
                <c:pt idx="17836">
                  <c:v>163.31</c:v>
                </c:pt>
                <c:pt idx="17837">
                  <c:v>83.96</c:v>
                </c:pt>
                <c:pt idx="17838">
                  <c:v>119.42</c:v>
                </c:pt>
                <c:pt idx="17839">
                  <c:v>70.989999999999995</c:v>
                </c:pt>
                <c:pt idx="17840">
                  <c:v>110.93</c:v>
                </c:pt>
                <c:pt idx="17841">
                  <c:v>71.86</c:v>
                </c:pt>
                <c:pt idx="17842">
                  <c:v>158.07</c:v>
                </c:pt>
                <c:pt idx="17843">
                  <c:v>107.96</c:v>
                </c:pt>
                <c:pt idx="17844">
                  <c:v>159.97999999999999</c:v>
                </c:pt>
                <c:pt idx="17845">
                  <c:v>184.97</c:v>
                </c:pt>
                <c:pt idx="17846">
                  <c:v>212.47</c:v>
                </c:pt>
                <c:pt idx="17847">
                  <c:v>125.38</c:v>
                </c:pt>
                <c:pt idx="17848">
                  <c:v>184.97</c:v>
                </c:pt>
                <c:pt idx="17849">
                  <c:v>150.97999999999999</c:v>
                </c:pt>
                <c:pt idx="17850">
                  <c:v>168.97</c:v>
                </c:pt>
                <c:pt idx="17851">
                  <c:v>169.98</c:v>
                </c:pt>
                <c:pt idx="17852">
                  <c:v>149.97</c:v>
                </c:pt>
                <c:pt idx="17853">
                  <c:v>121.98</c:v>
                </c:pt>
                <c:pt idx="17854">
                  <c:v>192.96</c:v>
                </c:pt>
                <c:pt idx="17855">
                  <c:v>124.17</c:v>
                </c:pt>
                <c:pt idx="17856">
                  <c:v>91.98</c:v>
                </c:pt>
                <c:pt idx="17857">
                  <c:v>137.97</c:v>
                </c:pt>
                <c:pt idx="17858">
                  <c:v>137.97</c:v>
                </c:pt>
                <c:pt idx="17859">
                  <c:v>124.17</c:v>
                </c:pt>
                <c:pt idx="17860">
                  <c:v>137.97</c:v>
                </c:pt>
                <c:pt idx="17861">
                  <c:v>81.47</c:v>
                </c:pt>
                <c:pt idx="17862">
                  <c:v>137.97</c:v>
                </c:pt>
                <c:pt idx="17863">
                  <c:v>157.96</c:v>
                </c:pt>
                <c:pt idx="17864">
                  <c:v>112.97</c:v>
                </c:pt>
                <c:pt idx="17865">
                  <c:v>65.959999999999994</c:v>
                </c:pt>
                <c:pt idx="17866">
                  <c:v>157.94999999999999</c:v>
                </c:pt>
                <c:pt idx="17867">
                  <c:v>95.96</c:v>
                </c:pt>
                <c:pt idx="17868">
                  <c:v>119.97</c:v>
                </c:pt>
                <c:pt idx="17869">
                  <c:v>137.97</c:v>
                </c:pt>
                <c:pt idx="17870">
                  <c:v>137.97</c:v>
                </c:pt>
                <c:pt idx="17871">
                  <c:v>82.97</c:v>
                </c:pt>
                <c:pt idx="17872">
                  <c:v>59.98</c:v>
                </c:pt>
                <c:pt idx="17873">
                  <c:v>75.95</c:v>
                </c:pt>
                <c:pt idx="17874">
                  <c:v>183.96</c:v>
                </c:pt>
                <c:pt idx="17875">
                  <c:v>146.97</c:v>
                </c:pt>
                <c:pt idx="17876">
                  <c:v>107.97</c:v>
                </c:pt>
                <c:pt idx="17877">
                  <c:v>157.96</c:v>
                </c:pt>
                <c:pt idx="17878">
                  <c:v>137.97</c:v>
                </c:pt>
                <c:pt idx="17879">
                  <c:v>65.989999999999995</c:v>
                </c:pt>
                <c:pt idx="17880">
                  <c:v>108.97</c:v>
                </c:pt>
                <c:pt idx="17881">
                  <c:v>169.98</c:v>
                </c:pt>
                <c:pt idx="17882">
                  <c:v>135.97</c:v>
                </c:pt>
                <c:pt idx="17883">
                  <c:v>119.96</c:v>
                </c:pt>
                <c:pt idx="17884">
                  <c:v>59.99</c:v>
                </c:pt>
                <c:pt idx="17885">
                  <c:v>64.760000000000005</c:v>
                </c:pt>
                <c:pt idx="17886">
                  <c:v>121.98</c:v>
                </c:pt>
                <c:pt idx="17887">
                  <c:v>169.98</c:v>
                </c:pt>
                <c:pt idx="17888">
                  <c:v>159.96</c:v>
                </c:pt>
                <c:pt idx="17889">
                  <c:v>66.790000000000006</c:v>
                </c:pt>
                <c:pt idx="17890">
                  <c:v>55.96</c:v>
                </c:pt>
                <c:pt idx="17891">
                  <c:v>65.989999999999995</c:v>
                </c:pt>
                <c:pt idx="17892">
                  <c:v>190.97</c:v>
                </c:pt>
                <c:pt idx="17893">
                  <c:v>95.55</c:v>
                </c:pt>
                <c:pt idx="17894">
                  <c:v>191.91</c:v>
                </c:pt>
                <c:pt idx="17895">
                  <c:v>126.95</c:v>
                </c:pt>
                <c:pt idx="17896">
                  <c:v>66.290000000000006</c:v>
                </c:pt>
                <c:pt idx="17897">
                  <c:v>99.98</c:v>
                </c:pt>
                <c:pt idx="17898">
                  <c:v>105.98</c:v>
                </c:pt>
                <c:pt idx="17899">
                  <c:v>104.98</c:v>
                </c:pt>
                <c:pt idx="17900">
                  <c:v>109.98</c:v>
                </c:pt>
                <c:pt idx="17901">
                  <c:v>84.99</c:v>
                </c:pt>
                <c:pt idx="17902">
                  <c:v>79.36</c:v>
                </c:pt>
                <c:pt idx="17903">
                  <c:v>96.98</c:v>
                </c:pt>
                <c:pt idx="17904">
                  <c:v>171.97</c:v>
                </c:pt>
                <c:pt idx="17905">
                  <c:v>77.98</c:v>
                </c:pt>
                <c:pt idx="17906">
                  <c:v>104.98</c:v>
                </c:pt>
                <c:pt idx="17907">
                  <c:v>96.98</c:v>
                </c:pt>
                <c:pt idx="17908">
                  <c:v>96.98</c:v>
                </c:pt>
                <c:pt idx="17909">
                  <c:v>105.98</c:v>
                </c:pt>
                <c:pt idx="17910">
                  <c:v>104.98</c:v>
                </c:pt>
                <c:pt idx="17911">
                  <c:v>96.98</c:v>
                </c:pt>
                <c:pt idx="17912">
                  <c:v>68.989999999999995</c:v>
                </c:pt>
                <c:pt idx="17913">
                  <c:v>84.99</c:v>
                </c:pt>
                <c:pt idx="17914">
                  <c:v>68.319999999999993</c:v>
                </c:pt>
                <c:pt idx="17915">
                  <c:v>96.98</c:v>
                </c:pt>
                <c:pt idx="17916">
                  <c:v>53.53</c:v>
                </c:pt>
                <c:pt idx="17917">
                  <c:v>77.98</c:v>
                </c:pt>
                <c:pt idx="17918">
                  <c:v>89.97</c:v>
                </c:pt>
                <c:pt idx="17919">
                  <c:v>77.98</c:v>
                </c:pt>
                <c:pt idx="17920">
                  <c:v>84.99</c:v>
                </c:pt>
                <c:pt idx="17921">
                  <c:v>84.99</c:v>
                </c:pt>
                <c:pt idx="17922">
                  <c:v>143.97</c:v>
                </c:pt>
                <c:pt idx="17923">
                  <c:v>50.95</c:v>
                </c:pt>
                <c:pt idx="17924">
                  <c:v>65.989999999999995</c:v>
                </c:pt>
                <c:pt idx="17925">
                  <c:v>84.99</c:v>
                </c:pt>
                <c:pt idx="17926">
                  <c:v>96.98</c:v>
                </c:pt>
                <c:pt idx="17927">
                  <c:v>108.97</c:v>
                </c:pt>
                <c:pt idx="17928">
                  <c:v>51.94</c:v>
                </c:pt>
                <c:pt idx="17929">
                  <c:v>161.96</c:v>
                </c:pt>
                <c:pt idx="17930">
                  <c:v>199.96</c:v>
                </c:pt>
                <c:pt idx="17931">
                  <c:v>99.96</c:v>
                </c:pt>
                <c:pt idx="17932">
                  <c:v>59.96</c:v>
                </c:pt>
                <c:pt idx="17933">
                  <c:v>161.96</c:v>
                </c:pt>
                <c:pt idx="17934">
                  <c:v>119.98</c:v>
                </c:pt>
                <c:pt idx="17935">
                  <c:v>205.95</c:v>
                </c:pt>
                <c:pt idx="17936">
                  <c:v>169.98</c:v>
                </c:pt>
                <c:pt idx="17937">
                  <c:v>169.98</c:v>
                </c:pt>
                <c:pt idx="17938">
                  <c:v>118.39</c:v>
                </c:pt>
                <c:pt idx="17939">
                  <c:v>134.97999999999999</c:v>
                </c:pt>
                <c:pt idx="17940">
                  <c:v>112.47</c:v>
                </c:pt>
                <c:pt idx="17941">
                  <c:v>79.98</c:v>
                </c:pt>
                <c:pt idx="17942">
                  <c:v>121.98</c:v>
                </c:pt>
                <c:pt idx="17943">
                  <c:v>168.28</c:v>
                </c:pt>
                <c:pt idx="17944">
                  <c:v>168.28</c:v>
                </c:pt>
                <c:pt idx="17945">
                  <c:v>254.97</c:v>
                </c:pt>
                <c:pt idx="17946">
                  <c:v>163.65</c:v>
                </c:pt>
                <c:pt idx="17947">
                  <c:v>59.39</c:v>
                </c:pt>
                <c:pt idx="17948">
                  <c:v>168.28</c:v>
                </c:pt>
                <c:pt idx="17949">
                  <c:v>158.28</c:v>
                </c:pt>
                <c:pt idx="17950">
                  <c:v>253.27</c:v>
                </c:pt>
                <c:pt idx="17951">
                  <c:v>294.19</c:v>
                </c:pt>
                <c:pt idx="17952">
                  <c:v>152.97999999999999</c:v>
                </c:pt>
                <c:pt idx="17953">
                  <c:v>254.97</c:v>
                </c:pt>
                <c:pt idx="17954">
                  <c:v>186.44</c:v>
                </c:pt>
                <c:pt idx="17955">
                  <c:v>255.96</c:v>
                </c:pt>
                <c:pt idx="17956">
                  <c:v>135.97999999999999</c:v>
                </c:pt>
                <c:pt idx="17957">
                  <c:v>203.95</c:v>
                </c:pt>
                <c:pt idx="17958">
                  <c:v>167.96</c:v>
                </c:pt>
                <c:pt idx="17959">
                  <c:v>168.28</c:v>
                </c:pt>
                <c:pt idx="17960">
                  <c:v>206.97</c:v>
                </c:pt>
                <c:pt idx="17961">
                  <c:v>169.98</c:v>
                </c:pt>
                <c:pt idx="17962">
                  <c:v>121.98</c:v>
                </c:pt>
                <c:pt idx="17963">
                  <c:v>148.72</c:v>
                </c:pt>
                <c:pt idx="17964">
                  <c:v>59.98</c:v>
                </c:pt>
                <c:pt idx="17965">
                  <c:v>169.98</c:v>
                </c:pt>
                <c:pt idx="17966">
                  <c:v>224.96</c:v>
                </c:pt>
                <c:pt idx="17967">
                  <c:v>141.94999999999999</c:v>
                </c:pt>
                <c:pt idx="17968">
                  <c:v>101.06</c:v>
                </c:pt>
                <c:pt idx="17969">
                  <c:v>154.97</c:v>
                </c:pt>
                <c:pt idx="17970">
                  <c:v>79.34</c:v>
                </c:pt>
                <c:pt idx="17971">
                  <c:v>184.94</c:v>
                </c:pt>
                <c:pt idx="17972">
                  <c:v>80.98</c:v>
                </c:pt>
                <c:pt idx="17973">
                  <c:v>82.78</c:v>
                </c:pt>
                <c:pt idx="17974">
                  <c:v>99.98</c:v>
                </c:pt>
                <c:pt idx="17975">
                  <c:v>99.98</c:v>
                </c:pt>
                <c:pt idx="17976">
                  <c:v>84.99</c:v>
                </c:pt>
                <c:pt idx="17977">
                  <c:v>84.99</c:v>
                </c:pt>
                <c:pt idx="17978">
                  <c:v>84.99</c:v>
                </c:pt>
                <c:pt idx="17979">
                  <c:v>99.98</c:v>
                </c:pt>
                <c:pt idx="17980">
                  <c:v>80.98</c:v>
                </c:pt>
                <c:pt idx="17981">
                  <c:v>131.97999999999999</c:v>
                </c:pt>
                <c:pt idx="17982">
                  <c:v>84.99</c:v>
                </c:pt>
                <c:pt idx="17983">
                  <c:v>121.98</c:v>
                </c:pt>
                <c:pt idx="17984">
                  <c:v>76.84</c:v>
                </c:pt>
                <c:pt idx="17985">
                  <c:v>84.99</c:v>
                </c:pt>
                <c:pt idx="17986">
                  <c:v>98.99</c:v>
                </c:pt>
                <c:pt idx="17987">
                  <c:v>193.63</c:v>
                </c:pt>
                <c:pt idx="17988">
                  <c:v>234.97</c:v>
                </c:pt>
                <c:pt idx="17989">
                  <c:v>193.63</c:v>
                </c:pt>
                <c:pt idx="17990">
                  <c:v>266.45</c:v>
                </c:pt>
                <c:pt idx="17991">
                  <c:v>234.97</c:v>
                </c:pt>
                <c:pt idx="17992">
                  <c:v>248.95</c:v>
                </c:pt>
                <c:pt idx="17993">
                  <c:v>248.95</c:v>
                </c:pt>
                <c:pt idx="17994">
                  <c:v>175.16</c:v>
                </c:pt>
                <c:pt idx="17995">
                  <c:v>175.16</c:v>
                </c:pt>
                <c:pt idx="17996">
                  <c:v>266.45</c:v>
                </c:pt>
                <c:pt idx="17997">
                  <c:v>168.94</c:v>
                </c:pt>
                <c:pt idx="17998">
                  <c:v>66.13</c:v>
                </c:pt>
                <c:pt idx="17999">
                  <c:v>84.99</c:v>
                </c:pt>
                <c:pt idx="18000">
                  <c:v>168.94</c:v>
                </c:pt>
                <c:pt idx="18001">
                  <c:v>83.61</c:v>
                </c:pt>
                <c:pt idx="18002">
                  <c:v>94.54</c:v>
                </c:pt>
                <c:pt idx="18003">
                  <c:v>66.13</c:v>
                </c:pt>
                <c:pt idx="18004">
                  <c:v>116.97</c:v>
                </c:pt>
                <c:pt idx="18005">
                  <c:v>116.97</c:v>
                </c:pt>
                <c:pt idx="18006">
                  <c:v>65.81</c:v>
                </c:pt>
                <c:pt idx="18007">
                  <c:v>65.81</c:v>
                </c:pt>
                <c:pt idx="18008">
                  <c:v>91.98</c:v>
                </c:pt>
                <c:pt idx="18009">
                  <c:v>84.99</c:v>
                </c:pt>
                <c:pt idx="18010">
                  <c:v>98.79</c:v>
                </c:pt>
                <c:pt idx="18011">
                  <c:v>99.29</c:v>
                </c:pt>
                <c:pt idx="18012">
                  <c:v>117.09</c:v>
                </c:pt>
                <c:pt idx="18013">
                  <c:v>99.29</c:v>
                </c:pt>
                <c:pt idx="18014">
                  <c:v>117.09</c:v>
                </c:pt>
                <c:pt idx="18015">
                  <c:v>84.98</c:v>
                </c:pt>
                <c:pt idx="18016">
                  <c:v>101.98</c:v>
                </c:pt>
                <c:pt idx="18017">
                  <c:v>83.61</c:v>
                </c:pt>
                <c:pt idx="18018">
                  <c:v>83.71</c:v>
                </c:pt>
                <c:pt idx="18019">
                  <c:v>84.98</c:v>
                </c:pt>
                <c:pt idx="18020">
                  <c:v>71.33</c:v>
                </c:pt>
                <c:pt idx="18021">
                  <c:v>71.33</c:v>
                </c:pt>
                <c:pt idx="18022">
                  <c:v>83.71</c:v>
                </c:pt>
                <c:pt idx="18023">
                  <c:v>98.79</c:v>
                </c:pt>
                <c:pt idx="18024">
                  <c:v>91.98</c:v>
                </c:pt>
                <c:pt idx="18025">
                  <c:v>101.98</c:v>
                </c:pt>
                <c:pt idx="18026">
                  <c:v>105.96</c:v>
                </c:pt>
                <c:pt idx="18027">
                  <c:v>94.54</c:v>
                </c:pt>
                <c:pt idx="18028">
                  <c:v>99.98</c:v>
                </c:pt>
                <c:pt idx="18029">
                  <c:v>116.97</c:v>
                </c:pt>
                <c:pt idx="18030">
                  <c:v>60.98</c:v>
                </c:pt>
                <c:pt idx="18031">
                  <c:v>60.98</c:v>
                </c:pt>
                <c:pt idx="18032">
                  <c:v>64.010000000000005</c:v>
                </c:pt>
                <c:pt idx="18033">
                  <c:v>64.010000000000005</c:v>
                </c:pt>
                <c:pt idx="18034">
                  <c:v>117.93</c:v>
                </c:pt>
                <c:pt idx="18035">
                  <c:v>82.97</c:v>
                </c:pt>
                <c:pt idx="18036">
                  <c:v>82.97</c:v>
                </c:pt>
                <c:pt idx="18037">
                  <c:v>99.98</c:v>
                </c:pt>
                <c:pt idx="18038">
                  <c:v>86.95</c:v>
                </c:pt>
                <c:pt idx="18039">
                  <c:v>101.98</c:v>
                </c:pt>
                <c:pt idx="18040">
                  <c:v>105.95</c:v>
                </c:pt>
                <c:pt idx="18041">
                  <c:v>105.95</c:v>
                </c:pt>
                <c:pt idx="18042">
                  <c:v>117.93</c:v>
                </c:pt>
                <c:pt idx="18043">
                  <c:v>86.95</c:v>
                </c:pt>
                <c:pt idx="18044">
                  <c:v>79.239999999999995</c:v>
                </c:pt>
                <c:pt idx="18045">
                  <c:v>79.239999999999995</c:v>
                </c:pt>
                <c:pt idx="18046">
                  <c:v>168.11</c:v>
                </c:pt>
                <c:pt idx="18047">
                  <c:v>101.98</c:v>
                </c:pt>
                <c:pt idx="18048">
                  <c:v>59.98</c:v>
                </c:pt>
                <c:pt idx="18049">
                  <c:v>116.97</c:v>
                </c:pt>
                <c:pt idx="18050">
                  <c:v>99.79</c:v>
                </c:pt>
                <c:pt idx="18051">
                  <c:v>130.78</c:v>
                </c:pt>
                <c:pt idx="18052">
                  <c:v>130.78</c:v>
                </c:pt>
                <c:pt idx="18053">
                  <c:v>81.81</c:v>
                </c:pt>
                <c:pt idx="18054">
                  <c:v>81.81</c:v>
                </c:pt>
                <c:pt idx="18055">
                  <c:v>116.97</c:v>
                </c:pt>
                <c:pt idx="18056">
                  <c:v>56.98</c:v>
                </c:pt>
                <c:pt idx="18057">
                  <c:v>56.98</c:v>
                </c:pt>
                <c:pt idx="18058">
                  <c:v>116.97</c:v>
                </c:pt>
                <c:pt idx="18059">
                  <c:v>79.98</c:v>
                </c:pt>
                <c:pt idx="18060">
                  <c:v>99.79</c:v>
                </c:pt>
                <c:pt idx="18061">
                  <c:v>82.98</c:v>
                </c:pt>
                <c:pt idx="18062">
                  <c:v>105.96</c:v>
                </c:pt>
                <c:pt idx="18063">
                  <c:v>83.94</c:v>
                </c:pt>
                <c:pt idx="18064">
                  <c:v>83.94</c:v>
                </c:pt>
                <c:pt idx="18065">
                  <c:v>67.930000000000007</c:v>
                </c:pt>
                <c:pt idx="18066">
                  <c:v>67.930000000000007</c:v>
                </c:pt>
                <c:pt idx="18067">
                  <c:v>168.11</c:v>
                </c:pt>
                <c:pt idx="18068">
                  <c:v>59.98</c:v>
                </c:pt>
                <c:pt idx="18069">
                  <c:v>79.98</c:v>
                </c:pt>
                <c:pt idx="18070">
                  <c:v>82.98</c:v>
                </c:pt>
                <c:pt idx="18071">
                  <c:v>99.18</c:v>
                </c:pt>
                <c:pt idx="18072">
                  <c:v>170.56</c:v>
                </c:pt>
                <c:pt idx="18073">
                  <c:v>159.66999999999999</c:v>
                </c:pt>
                <c:pt idx="18074">
                  <c:v>166.93</c:v>
                </c:pt>
                <c:pt idx="18075">
                  <c:v>115.41</c:v>
                </c:pt>
                <c:pt idx="18076">
                  <c:v>187.49</c:v>
                </c:pt>
                <c:pt idx="18077">
                  <c:v>150.97</c:v>
                </c:pt>
                <c:pt idx="18078">
                  <c:v>202.02</c:v>
                </c:pt>
                <c:pt idx="18079">
                  <c:v>105.22</c:v>
                </c:pt>
                <c:pt idx="18080">
                  <c:v>147.58000000000001</c:v>
                </c:pt>
                <c:pt idx="18081">
                  <c:v>67.489999999999995</c:v>
                </c:pt>
                <c:pt idx="18082">
                  <c:v>49.99</c:v>
                </c:pt>
                <c:pt idx="18083">
                  <c:v>65.989999999999995</c:v>
                </c:pt>
                <c:pt idx="18084">
                  <c:v>84.99</c:v>
                </c:pt>
                <c:pt idx="18085">
                  <c:v>84.99</c:v>
                </c:pt>
                <c:pt idx="18086">
                  <c:v>67.489999999999995</c:v>
                </c:pt>
                <c:pt idx="18087">
                  <c:v>67.489999999999995</c:v>
                </c:pt>
                <c:pt idx="18088">
                  <c:v>67.489999999999995</c:v>
                </c:pt>
                <c:pt idx="18089">
                  <c:v>67.489999999999995</c:v>
                </c:pt>
                <c:pt idx="18090">
                  <c:v>68.989999999999995</c:v>
                </c:pt>
                <c:pt idx="18091">
                  <c:v>77.989999999999995</c:v>
                </c:pt>
                <c:pt idx="18092">
                  <c:v>67.489999999999995</c:v>
                </c:pt>
                <c:pt idx="18093">
                  <c:v>86.49</c:v>
                </c:pt>
                <c:pt idx="18094">
                  <c:v>49.99</c:v>
                </c:pt>
                <c:pt idx="18095">
                  <c:v>66.489999999999995</c:v>
                </c:pt>
                <c:pt idx="18096">
                  <c:v>68.290000000000006</c:v>
                </c:pt>
                <c:pt idx="18097">
                  <c:v>67.489999999999995</c:v>
                </c:pt>
                <c:pt idx="18098">
                  <c:v>65.989999999999995</c:v>
                </c:pt>
                <c:pt idx="18099">
                  <c:v>86.49</c:v>
                </c:pt>
                <c:pt idx="18100">
                  <c:v>67.489999999999995</c:v>
                </c:pt>
                <c:pt idx="18101">
                  <c:v>109.98</c:v>
                </c:pt>
                <c:pt idx="18102">
                  <c:v>83.98</c:v>
                </c:pt>
                <c:pt idx="18103">
                  <c:v>84.99</c:v>
                </c:pt>
                <c:pt idx="18104">
                  <c:v>84.99</c:v>
                </c:pt>
                <c:pt idx="18105">
                  <c:v>84.99</c:v>
                </c:pt>
                <c:pt idx="18106">
                  <c:v>130.38</c:v>
                </c:pt>
                <c:pt idx="18107">
                  <c:v>105.98</c:v>
                </c:pt>
                <c:pt idx="18108">
                  <c:v>109.98</c:v>
                </c:pt>
                <c:pt idx="18109">
                  <c:v>89.98</c:v>
                </c:pt>
                <c:pt idx="18110">
                  <c:v>99.97</c:v>
                </c:pt>
                <c:pt idx="18111">
                  <c:v>169.98</c:v>
                </c:pt>
                <c:pt idx="18112">
                  <c:v>125.97</c:v>
                </c:pt>
                <c:pt idx="18113">
                  <c:v>65.989999999999995</c:v>
                </c:pt>
                <c:pt idx="18114">
                  <c:v>104.98</c:v>
                </c:pt>
                <c:pt idx="18115">
                  <c:v>185.97</c:v>
                </c:pt>
                <c:pt idx="18116">
                  <c:v>118.78</c:v>
                </c:pt>
                <c:pt idx="18117">
                  <c:v>157.36000000000001</c:v>
                </c:pt>
                <c:pt idx="18118">
                  <c:v>169.98</c:v>
                </c:pt>
                <c:pt idx="18119">
                  <c:v>169.98</c:v>
                </c:pt>
                <c:pt idx="18120">
                  <c:v>131.97999999999999</c:v>
                </c:pt>
                <c:pt idx="18121">
                  <c:v>58.2</c:v>
                </c:pt>
                <c:pt idx="18122">
                  <c:v>225.94</c:v>
                </c:pt>
                <c:pt idx="18123">
                  <c:v>89.98</c:v>
                </c:pt>
                <c:pt idx="18124">
                  <c:v>169.98</c:v>
                </c:pt>
                <c:pt idx="18125">
                  <c:v>119.97</c:v>
                </c:pt>
                <c:pt idx="18126">
                  <c:v>149.97</c:v>
                </c:pt>
                <c:pt idx="18127">
                  <c:v>169.98</c:v>
                </c:pt>
                <c:pt idx="18128">
                  <c:v>189.97</c:v>
                </c:pt>
                <c:pt idx="18129">
                  <c:v>59.97</c:v>
                </c:pt>
                <c:pt idx="18130">
                  <c:v>115.97</c:v>
                </c:pt>
                <c:pt idx="18131">
                  <c:v>71.989999999999995</c:v>
                </c:pt>
                <c:pt idx="18132">
                  <c:v>79.989999999999995</c:v>
                </c:pt>
                <c:pt idx="18133">
                  <c:v>79.989999999999995</c:v>
                </c:pt>
                <c:pt idx="18134">
                  <c:v>151.66999999999999</c:v>
                </c:pt>
                <c:pt idx="18135">
                  <c:v>69.510000000000005</c:v>
                </c:pt>
                <c:pt idx="18136">
                  <c:v>79.989999999999995</c:v>
                </c:pt>
                <c:pt idx="18137">
                  <c:v>79.989999999999995</c:v>
                </c:pt>
                <c:pt idx="18138">
                  <c:v>79.989999999999995</c:v>
                </c:pt>
                <c:pt idx="18139">
                  <c:v>59.99</c:v>
                </c:pt>
                <c:pt idx="18140">
                  <c:v>60.99</c:v>
                </c:pt>
                <c:pt idx="18141">
                  <c:v>159.97999999999999</c:v>
                </c:pt>
                <c:pt idx="18142">
                  <c:v>60.99</c:v>
                </c:pt>
                <c:pt idx="18143">
                  <c:v>79.989999999999995</c:v>
                </c:pt>
                <c:pt idx="18144">
                  <c:v>79.88</c:v>
                </c:pt>
                <c:pt idx="18145">
                  <c:v>79.989999999999995</c:v>
                </c:pt>
                <c:pt idx="18146">
                  <c:v>148.66</c:v>
                </c:pt>
                <c:pt idx="18147">
                  <c:v>155.97999999999999</c:v>
                </c:pt>
                <c:pt idx="18148">
                  <c:v>93.98</c:v>
                </c:pt>
                <c:pt idx="18149">
                  <c:v>74.98</c:v>
                </c:pt>
                <c:pt idx="18150">
                  <c:v>79.989999999999995</c:v>
                </c:pt>
                <c:pt idx="18151">
                  <c:v>60.99</c:v>
                </c:pt>
                <c:pt idx="18152">
                  <c:v>132.66999999999999</c:v>
                </c:pt>
                <c:pt idx="18153">
                  <c:v>60.99</c:v>
                </c:pt>
                <c:pt idx="18154">
                  <c:v>79.989999999999995</c:v>
                </c:pt>
                <c:pt idx="18155">
                  <c:v>71.989999999999995</c:v>
                </c:pt>
                <c:pt idx="18156">
                  <c:v>121.97</c:v>
                </c:pt>
                <c:pt idx="18157">
                  <c:v>103.97</c:v>
                </c:pt>
                <c:pt idx="18158">
                  <c:v>221.46</c:v>
                </c:pt>
                <c:pt idx="18159">
                  <c:v>556.87</c:v>
                </c:pt>
                <c:pt idx="18160">
                  <c:v>148.96</c:v>
                </c:pt>
                <c:pt idx="18161">
                  <c:v>180.16</c:v>
                </c:pt>
                <c:pt idx="18162">
                  <c:v>190.96</c:v>
                </c:pt>
                <c:pt idx="18163">
                  <c:v>143.46</c:v>
                </c:pt>
                <c:pt idx="18164">
                  <c:v>148.75</c:v>
                </c:pt>
                <c:pt idx="18165">
                  <c:v>132.75</c:v>
                </c:pt>
                <c:pt idx="18166">
                  <c:v>197.97</c:v>
                </c:pt>
                <c:pt idx="18167">
                  <c:v>168.07</c:v>
                </c:pt>
                <c:pt idx="18168">
                  <c:v>193.95</c:v>
                </c:pt>
                <c:pt idx="18169">
                  <c:v>170.96</c:v>
                </c:pt>
                <c:pt idx="18170">
                  <c:v>112.18</c:v>
                </c:pt>
                <c:pt idx="18171">
                  <c:v>143.27000000000001</c:v>
                </c:pt>
                <c:pt idx="18172">
                  <c:v>171.97</c:v>
                </c:pt>
                <c:pt idx="18173">
                  <c:v>131.97999999999999</c:v>
                </c:pt>
                <c:pt idx="18174">
                  <c:v>185.96</c:v>
                </c:pt>
                <c:pt idx="18175">
                  <c:v>172.97</c:v>
                </c:pt>
                <c:pt idx="18176">
                  <c:v>119.96</c:v>
                </c:pt>
                <c:pt idx="18177">
                  <c:v>169.97</c:v>
                </c:pt>
                <c:pt idx="18178">
                  <c:v>124.96</c:v>
                </c:pt>
                <c:pt idx="18179">
                  <c:v>99.98</c:v>
                </c:pt>
                <c:pt idx="18180">
                  <c:v>147.68</c:v>
                </c:pt>
                <c:pt idx="18181">
                  <c:v>185.96</c:v>
                </c:pt>
                <c:pt idx="18182">
                  <c:v>105.97</c:v>
                </c:pt>
                <c:pt idx="18183">
                  <c:v>105.98</c:v>
                </c:pt>
                <c:pt idx="18184">
                  <c:v>131.97999999999999</c:v>
                </c:pt>
                <c:pt idx="18185">
                  <c:v>263.95999999999998</c:v>
                </c:pt>
                <c:pt idx="18186">
                  <c:v>313.95</c:v>
                </c:pt>
                <c:pt idx="18187">
                  <c:v>185.96</c:v>
                </c:pt>
                <c:pt idx="18188">
                  <c:v>252.88</c:v>
                </c:pt>
                <c:pt idx="18189">
                  <c:v>170.25</c:v>
                </c:pt>
                <c:pt idx="18190">
                  <c:v>171.97</c:v>
                </c:pt>
                <c:pt idx="18191">
                  <c:v>170.25</c:v>
                </c:pt>
                <c:pt idx="18192">
                  <c:v>171.97</c:v>
                </c:pt>
                <c:pt idx="18193">
                  <c:v>41.29</c:v>
                </c:pt>
                <c:pt idx="18194">
                  <c:v>55.98</c:v>
                </c:pt>
                <c:pt idx="18195">
                  <c:v>87.78</c:v>
                </c:pt>
                <c:pt idx="18196">
                  <c:v>41.29</c:v>
                </c:pt>
                <c:pt idx="18197">
                  <c:v>100.98</c:v>
                </c:pt>
                <c:pt idx="18198">
                  <c:v>84.98</c:v>
                </c:pt>
                <c:pt idx="18199">
                  <c:v>100.98</c:v>
                </c:pt>
                <c:pt idx="18200">
                  <c:v>100.98</c:v>
                </c:pt>
                <c:pt idx="18201">
                  <c:v>62.68</c:v>
                </c:pt>
                <c:pt idx="18202">
                  <c:v>81.98</c:v>
                </c:pt>
                <c:pt idx="18203">
                  <c:v>55.98</c:v>
                </c:pt>
                <c:pt idx="18204">
                  <c:v>100.98</c:v>
                </c:pt>
                <c:pt idx="18205">
                  <c:v>170.97</c:v>
                </c:pt>
                <c:pt idx="18206">
                  <c:v>75.97</c:v>
                </c:pt>
                <c:pt idx="18207">
                  <c:v>111.12</c:v>
                </c:pt>
                <c:pt idx="18208">
                  <c:v>100.98</c:v>
                </c:pt>
                <c:pt idx="18209">
                  <c:v>55.98</c:v>
                </c:pt>
                <c:pt idx="18210">
                  <c:v>100.98</c:v>
                </c:pt>
                <c:pt idx="18211">
                  <c:v>100.98</c:v>
                </c:pt>
                <c:pt idx="18212">
                  <c:v>169.98</c:v>
                </c:pt>
                <c:pt idx="18213">
                  <c:v>131.97999999999999</c:v>
                </c:pt>
                <c:pt idx="18214">
                  <c:v>274.95999999999998</c:v>
                </c:pt>
                <c:pt idx="18215">
                  <c:v>220.26</c:v>
                </c:pt>
                <c:pt idx="18216">
                  <c:v>212.95</c:v>
                </c:pt>
                <c:pt idx="18217">
                  <c:v>172.93</c:v>
                </c:pt>
                <c:pt idx="18218">
                  <c:v>159.97999999999999</c:v>
                </c:pt>
                <c:pt idx="18219">
                  <c:v>150.18</c:v>
                </c:pt>
                <c:pt idx="18220">
                  <c:v>79.98</c:v>
                </c:pt>
                <c:pt idx="18221">
                  <c:v>169.98</c:v>
                </c:pt>
                <c:pt idx="18222">
                  <c:v>163.96</c:v>
                </c:pt>
                <c:pt idx="18223">
                  <c:v>264.86</c:v>
                </c:pt>
                <c:pt idx="18224">
                  <c:v>169.98</c:v>
                </c:pt>
                <c:pt idx="18225">
                  <c:v>281.44</c:v>
                </c:pt>
                <c:pt idx="18226">
                  <c:v>449.92</c:v>
                </c:pt>
                <c:pt idx="18227">
                  <c:v>211.92</c:v>
                </c:pt>
                <c:pt idx="18228">
                  <c:v>140.34</c:v>
                </c:pt>
                <c:pt idx="18229">
                  <c:v>165.74</c:v>
                </c:pt>
                <c:pt idx="18230">
                  <c:v>131.13</c:v>
                </c:pt>
                <c:pt idx="18231">
                  <c:v>147.6</c:v>
                </c:pt>
                <c:pt idx="18232">
                  <c:v>159.69999999999999</c:v>
                </c:pt>
                <c:pt idx="18233">
                  <c:v>185.97</c:v>
                </c:pt>
                <c:pt idx="18234">
                  <c:v>152.6</c:v>
                </c:pt>
                <c:pt idx="18235">
                  <c:v>79.84</c:v>
                </c:pt>
                <c:pt idx="18236">
                  <c:v>159.69999999999999</c:v>
                </c:pt>
                <c:pt idx="18237">
                  <c:v>159.69999999999999</c:v>
                </c:pt>
                <c:pt idx="18238">
                  <c:v>159.69999999999999</c:v>
                </c:pt>
                <c:pt idx="18239">
                  <c:v>122.17</c:v>
                </c:pt>
                <c:pt idx="18240">
                  <c:v>120.98</c:v>
                </c:pt>
                <c:pt idx="18241">
                  <c:v>160.88999999999999</c:v>
                </c:pt>
                <c:pt idx="18242">
                  <c:v>159.69999999999999</c:v>
                </c:pt>
                <c:pt idx="18243">
                  <c:v>180.86</c:v>
                </c:pt>
                <c:pt idx="18244">
                  <c:v>147.6</c:v>
                </c:pt>
                <c:pt idx="18245">
                  <c:v>160.88999999999999</c:v>
                </c:pt>
                <c:pt idx="18246">
                  <c:v>64.98</c:v>
                </c:pt>
                <c:pt idx="18247">
                  <c:v>119.98</c:v>
                </c:pt>
                <c:pt idx="18248">
                  <c:v>114.97</c:v>
                </c:pt>
                <c:pt idx="18249">
                  <c:v>207.43</c:v>
                </c:pt>
                <c:pt idx="18250">
                  <c:v>169.98</c:v>
                </c:pt>
                <c:pt idx="18251">
                  <c:v>131.97999999999999</c:v>
                </c:pt>
                <c:pt idx="18252">
                  <c:v>165.97</c:v>
                </c:pt>
                <c:pt idx="18253">
                  <c:v>278.95</c:v>
                </c:pt>
                <c:pt idx="18254">
                  <c:v>169.98</c:v>
                </c:pt>
                <c:pt idx="18255">
                  <c:v>223.66</c:v>
                </c:pt>
                <c:pt idx="18256">
                  <c:v>134.97999999999999</c:v>
                </c:pt>
                <c:pt idx="18257">
                  <c:v>134.97999999999999</c:v>
                </c:pt>
                <c:pt idx="18258">
                  <c:v>170.29</c:v>
                </c:pt>
                <c:pt idx="18259">
                  <c:v>304.42</c:v>
                </c:pt>
                <c:pt idx="18260">
                  <c:v>145.97</c:v>
                </c:pt>
                <c:pt idx="18261">
                  <c:v>169.98</c:v>
                </c:pt>
                <c:pt idx="18262">
                  <c:v>54.99</c:v>
                </c:pt>
                <c:pt idx="18263">
                  <c:v>404.91</c:v>
                </c:pt>
                <c:pt idx="18264">
                  <c:v>89.5</c:v>
                </c:pt>
                <c:pt idx="18265">
                  <c:v>105.94</c:v>
                </c:pt>
                <c:pt idx="18266">
                  <c:v>253.94</c:v>
                </c:pt>
                <c:pt idx="18267">
                  <c:v>54.99</c:v>
                </c:pt>
                <c:pt idx="18268">
                  <c:v>339.96</c:v>
                </c:pt>
                <c:pt idx="18269">
                  <c:v>105.94</c:v>
                </c:pt>
                <c:pt idx="18270">
                  <c:v>253.94</c:v>
                </c:pt>
                <c:pt idx="18271">
                  <c:v>339.96</c:v>
                </c:pt>
                <c:pt idx="18272">
                  <c:v>404.91</c:v>
                </c:pt>
                <c:pt idx="18273">
                  <c:v>89.5</c:v>
                </c:pt>
                <c:pt idx="18274">
                  <c:v>287.94</c:v>
                </c:pt>
                <c:pt idx="18275">
                  <c:v>424.95</c:v>
                </c:pt>
                <c:pt idx="18276">
                  <c:v>247.54</c:v>
                </c:pt>
                <c:pt idx="18277">
                  <c:v>247.54</c:v>
                </c:pt>
                <c:pt idx="18278">
                  <c:v>59.96</c:v>
                </c:pt>
                <c:pt idx="18279">
                  <c:v>135.96</c:v>
                </c:pt>
                <c:pt idx="18280">
                  <c:v>135.96</c:v>
                </c:pt>
                <c:pt idx="18281">
                  <c:v>258.83999999999997</c:v>
                </c:pt>
                <c:pt idx="18282">
                  <c:v>59.96</c:v>
                </c:pt>
                <c:pt idx="18283">
                  <c:v>379.92</c:v>
                </c:pt>
                <c:pt idx="18284">
                  <c:v>379.92</c:v>
                </c:pt>
                <c:pt idx="18285">
                  <c:v>258.83999999999997</c:v>
                </c:pt>
                <c:pt idx="18286">
                  <c:v>424.95</c:v>
                </c:pt>
                <c:pt idx="18287">
                  <c:v>287.94</c:v>
                </c:pt>
                <c:pt idx="18288">
                  <c:v>254.97</c:v>
                </c:pt>
                <c:pt idx="18289">
                  <c:v>224.96</c:v>
                </c:pt>
                <c:pt idx="18290">
                  <c:v>339.96</c:v>
                </c:pt>
                <c:pt idx="18291">
                  <c:v>339.96</c:v>
                </c:pt>
                <c:pt idx="18292">
                  <c:v>224.96</c:v>
                </c:pt>
                <c:pt idx="18293">
                  <c:v>254.97</c:v>
                </c:pt>
                <c:pt idx="18294">
                  <c:v>-1.5</c:v>
                </c:pt>
                <c:pt idx="18295">
                  <c:v>14.49</c:v>
                </c:pt>
                <c:pt idx="18296">
                  <c:v>80.97</c:v>
                </c:pt>
                <c:pt idx="18297">
                  <c:v>65.989999999999995</c:v>
                </c:pt>
                <c:pt idx="18298">
                  <c:v>88.6</c:v>
                </c:pt>
                <c:pt idx="18299">
                  <c:v>59.39</c:v>
                </c:pt>
                <c:pt idx="18300">
                  <c:v>65.989999999999995</c:v>
                </c:pt>
                <c:pt idx="18301">
                  <c:v>65.069999999999993</c:v>
                </c:pt>
                <c:pt idx="18302">
                  <c:v>137.74</c:v>
                </c:pt>
                <c:pt idx="18303">
                  <c:v>69.959999999999994</c:v>
                </c:pt>
                <c:pt idx="18304">
                  <c:v>90.36</c:v>
                </c:pt>
                <c:pt idx="18305">
                  <c:v>52.98</c:v>
                </c:pt>
                <c:pt idx="18306">
                  <c:v>55.77</c:v>
                </c:pt>
                <c:pt idx="18307">
                  <c:v>73.41</c:v>
                </c:pt>
                <c:pt idx="18308">
                  <c:v>123.27</c:v>
                </c:pt>
                <c:pt idx="18309">
                  <c:v>46.73</c:v>
                </c:pt>
                <c:pt idx="18310">
                  <c:v>131.97999999999999</c:v>
                </c:pt>
                <c:pt idx="18311">
                  <c:v>60.99</c:v>
                </c:pt>
                <c:pt idx="18312">
                  <c:v>89.97</c:v>
                </c:pt>
                <c:pt idx="18313">
                  <c:v>96.76</c:v>
                </c:pt>
                <c:pt idx="18314">
                  <c:v>60.99</c:v>
                </c:pt>
                <c:pt idx="18315">
                  <c:v>49.99</c:v>
                </c:pt>
                <c:pt idx="18316">
                  <c:v>60.99</c:v>
                </c:pt>
                <c:pt idx="18317">
                  <c:v>49.99</c:v>
                </c:pt>
                <c:pt idx="18318">
                  <c:v>50.95</c:v>
                </c:pt>
                <c:pt idx="18319">
                  <c:v>227.95</c:v>
                </c:pt>
                <c:pt idx="18320">
                  <c:v>164.96</c:v>
                </c:pt>
                <c:pt idx="18321">
                  <c:v>180.96</c:v>
                </c:pt>
                <c:pt idx="18322">
                  <c:v>197.97</c:v>
                </c:pt>
                <c:pt idx="18323">
                  <c:v>226.95</c:v>
                </c:pt>
                <c:pt idx="18324">
                  <c:v>219.35</c:v>
                </c:pt>
                <c:pt idx="18325">
                  <c:v>105.98</c:v>
                </c:pt>
                <c:pt idx="18326">
                  <c:v>75.98</c:v>
                </c:pt>
                <c:pt idx="18327">
                  <c:v>225.51</c:v>
                </c:pt>
                <c:pt idx="18328">
                  <c:v>209.26</c:v>
                </c:pt>
                <c:pt idx="18329">
                  <c:v>185.96</c:v>
                </c:pt>
                <c:pt idx="18330">
                  <c:v>210.16</c:v>
                </c:pt>
                <c:pt idx="18331">
                  <c:v>197.97</c:v>
                </c:pt>
                <c:pt idx="18332">
                  <c:v>163.44999999999999</c:v>
                </c:pt>
                <c:pt idx="18333">
                  <c:v>197.97</c:v>
                </c:pt>
                <c:pt idx="18334">
                  <c:v>84.99</c:v>
                </c:pt>
                <c:pt idx="18335">
                  <c:v>169.98</c:v>
                </c:pt>
                <c:pt idx="18336">
                  <c:v>169.98</c:v>
                </c:pt>
                <c:pt idx="18337">
                  <c:v>169.98</c:v>
                </c:pt>
                <c:pt idx="18338">
                  <c:v>202.85</c:v>
                </c:pt>
                <c:pt idx="18339">
                  <c:v>169.98</c:v>
                </c:pt>
                <c:pt idx="18340">
                  <c:v>131.97999999999999</c:v>
                </c:pt>
                <c:pt idx="18341">
                  <c:v>169.98</c:v>
                </c:pt>
                <c:pt idx="18342">
                  <c:v>169.98</c:v>
                </c:pt>
                <c:pt idx="18343">
                  <c:v>169.98</c:v>
                </c:pt>
                <c:pt idx="18344">
                  <c:v>184.97</c:v>
                </c:pt>
                <c:pt idx="18345">
                  <c:v>131.97999999999999</c:v>
                </c:pt>
                <c:pt idx="18346">
                  <c:v>139.61000000000001</c:v>
                </c:pt>
                <c:pt idx="18347">
                  <c:v>149.80000000000001</c:v>
                </c:pt>
                <c:pt idx="18348">
                  <c:v>319.39</c:v>
                </c:pt>
                <c:pt idx="18349">
                  <c:v>240.5</c:v>
                </c:pt>
                <c:pt idx="18350">
                  <c:v>120.98</c:v>
                </c:pt>
                <c:pt idx="18351">
                  <c:v>141.88</c:v>
                </c:pt>
                <c:pt idx="18352">
                  <c:v>159.69999999999999</c:v>
                </c:pt>
                <c:pt idx="18353">
                  <c:v>170.82</c:v>
                </c:pt>
                <c:pt idx="18354">
                  <c:v>215.59</c:v>
                </c:pt>
                <c:pt idx="18355">
                  <c:v>135.74</c:v>
                </c:pt>
                <c:pt idx="18356">
                  <c:v>203.59</c:v>
                </c:pt>
                <c:pt idx="18357">
                  <c:v>143.72</c:v>
                </c:pt>
                <c:pt idx="18358">
                  <c:v>169.34</c:v>
                </c:pt>
                <c:pt idx="18359">
                  <c:v>84.99</c:v>
                </c:pt>
                <c:pt idx="18360">
                  <c:v>159.69999999999999</c:v>
                </c:pt>
                <c:pt idx="18361">
                  <c:v>143.72</c:v>
                </c:pt>
                <c:pt idx="18362">
                  <c:v>183.92</c:v>
                </c:pt>
                <c:pt idx="18363">
                  <c:v>84.99</c:v>
                </c:pt>
                <c:pt idx="18364">
                  <c:v>163.96</c:v>
                </c:pt>
                <c:pt idx="18365">
                  <c:v>169.98</c:v>
                </c:pt>
                <c:pt idx="18366">
                  <c:v>191.47</c:v>
                </c:pt>
                <c:pt idx="18367">
                  <c:v>144.41</c:v>
                </c:pt>
                <c:pt idx="18368">
                  <c:v>169.98</c:v>
                </c:pt>
                <c:pt idx="18369">
                  <c:v>166.77</c:v>
                </c:pt>
                <c:pt idx="18370">
                  <c:v>152.97999999999999</c:v>
                </c:pt>
                <c:pt idx="18371">
                  <c:v>159.97999999999999</c:v>
                </c:pt>
                <c:pt idx="18372">
                  <c:v>108.78</c:v>
                </c:pt>
                <c:pt idx="18373">
                  <c:v>118.99</c:v>
                </c:pt>
                <c:pt idx="18374">
                  <c:v>166.58</c:v>
                </c:pt>
                <c:pt idx="18375">
                  <c:v>131.97999999999999</c:v>
                </c:pt>
                <c:pt idx="18376">
                  <c:v>171.97</c:v>
                </c:pt>
                <c:pt idx="18377">
                  <c:v>166.36</c:v>
                </c:pt>
                <c:pt idx="18378">
                  <c:v>169.98</c:v>
                </c:pt>
                <c:pt idx="18379">
                  <c:v>144.47999999999999</c:v>
                </c:pt>
                <c:pt idx="18380">
                  <c:v>126.13</c:v>
                </c:pt>
                <c:pt idx="18381">
                  <c:v>134.97999999999999</c:v>
                </c:pt>
                <c:pt idx="18382">
                  <c:v>169.98</c:v>
                </c:pt>
                <c:pt idx="18383">
                  <c:v>169.98</c:v>
                </c:pt>
                <c:pt idx="18384">
                  <c:v>75.98</c:v>
                </c:pt>
                <c:pt idx="18385">
                  <c:v>100.98</c:v>
                </c:pt>
                <c:pt idx="18386">
                  <c:v>253.96</c:v>
                </c:pt>
                <c:pt idx="18387">
                  <c:v>253.96</c:v>
                </c:pt>
                <c:pt idx="18388">
                  <c:v>187.97</c:v>
                </c:pt>
                <c:pt idx="18389">
                  <c:v>61.12</c:v>
                </c:pt>
                <c:pt idx="18390">
                  <c:v>247.46</c:v>
                </c:pt>
                <c:pt idx="18391">
                  <c:v>157.96</c:v>
                </c:pt>
                <c:pt idx="18392">
                  <c:v>126.98</c:v>
                </c:pt>
                <c:pt idx="18393">
                  <c:v>134.97999999999999</c:v>
                </c:pt>
                <c:pt idx="18394">
                  <c:v>169.98</c:v>
                </c:pt>
                <c:pt idx="18395">
                  <c:v>169.98</c:v>
                </c:pt>
                <c:pt idx="18396">
                  <c:v>154.44999999999999</c:v>
                </c:pt>
                <c:pt idx="18397">
                  <c:v>134.97999999999999</c:v>
                </c:pt>
                <c:pt idx="18398">
                  <c:v>169.98</c:v>
                </c:pt>
                <c:pt idx="18399">
                  <c:v>169.98</c:v>
                </c:pt>
                <c:pt idx="18400">
                  <c:v>149.97</c:v>
                </c:pt>
                <c:pt idx="18401">
                  <c:v>162.03</c:v>
                </c:pt>
                <c:pt idx="18402">
                  <c:v>84.99</c:v>
                </c:pt>
                <c:pt idx="18403">
                  <c:v>124.98</c:v>
                </c:pt>
                <c:pt idx="18404">
                  <c:v>199.97</c:v>
                </c:pt>
                <c:pt idx="18405">
                  <c:v>134.97999999999999</c:v>
                </c:pt>
                <c:pt idx="18406">
                  <c:v>84.99</c:v>
                </c:pt>
                <c:pt idx="18407">
                  <c:v>169.98</c:v>
                </c:pt>
                <c:pt idx="18408">
                  <c:v>150.18</c:v>
                </c:pt>
                <c:pt idx="18409">
                  <c:v>134.97999999999999</c:v>
                </c:pt>
                <c:pt idx="18410">
                  <c:v>124.98</c:v>
                </c:pt>
                <c:pt idx="18411">
                  <c:v>169.98</c:v>
                </c:pt>
                <c:pt idx="18412">
                  <c:v>178.97</c:v>
                </c:pt>
                <c:pt idx="18413">
                  <c:v>84.99</c:v>
                </c:pt>
                <c:pt idx="18414">
                  <c:v>160.08000000000001</c:v>
                </c:pt>
                <c:pt idx="18415">
                  <c:v>134.97999999999999</c:v>
                </c:pt>
                <c:pt idx="18416">
                  <c:v>84.99</c:v>
                </c:pt>
                <c:pt idx="18417">
                  <c:v>339.96</c:v>
                </c:pt>
                <c:pt idx="18418">
                  <c:v>79.98</c:v>
                </c:pt>
                <c:pt idx="18419">
                  <c:v>185.17</c:v>
                </c:pt>
                <c:pt idx="18420">
                  <c:v>339.96</c:v>
                </c:pt>
                <c:pt idx="18421">
                  <c:v>414.93</c:v>
                </c:pt>
                <c:pt idx="18422">
                  <c:v>169.98</c:v>
                </c:pt>
                <c:pt idx="18423">
                  <c:v>229.95</c:v>
                </c:pt>
                <c:pt idx="18424">
                  <c:v>260.95999999999998</c:v>
                </c:pt>
                <c:pt idx="18425">
                  <c:v>181.46</c:v>
                </c:pt>
                <c:pt idx="18426">
                  <c:v>299.94</c:v>
                </c:pt>
                <c:pt idx="18427">
                  <c:v>221.99</c:v>
                </c:pt>
                <c:pt idx="18428">
                  <c:v>120.97</c:v>
                </c:pt>
                <c:pt idx="18429">
                  <c:v>84.99</c:v>
                </c:pt>
                <c:pt idx="18430">
                  <c:v>177.97</c:v>
                </c:pt>
                <c:pt idx="18431">
                  <c:v>161.96</c:v>
                </c:pt>
                <c:pt idx="18432">
                  <c:v>84.99</c:v>
                </c:pt>
                <c:pt idx="18433">
                  <c:v>84.99</c:v>
                </c:pt>
                <c:pt idx="18434">
                  <c:v>104.98</c:v>
                </c:pt>
                <c:pt idx="18435">
                  <c:v>84.98</c:v>
                </c:pt>
                <c:pt idx="18436">
                  <c:v>84.99</c:v>
                </c:pt>
                <c:pt idx="18437">
                  <c:v>82.26</c:v>
                </c:pt>
                <c:pt idx="18438">
                  <c:v>185.97</c:v>
                </c:pt>
                <c:pt idx="18439">
                  <c:v>100.98</c:v>
                </c:pt>
                <c:pt idx="18440">
                  <c:v>119.96</c:v>
                </c:pt>
                <c:pt idx="18441">
                  <c:v>137.97</c:v>
                </c:pt>
                <c:pt idx="18442">
                  <c:v>84.99</c:v>
                </c:pt>
                <c:pt idx="18443">
                  <c:v>56.09</c:v>
                </c:pt>
                <c:pt idx="18444">
                  <c:v>15.99</c:v>
                </c:pt>
                <c:pt idx="18445">
                  <c:v>104.98</c:v>
                </c:pt>
                <c:pt idx="18446">
                  <c:v>84.99</c:v>
                </c:pt>
                <c:pt idx="18447">
                  <c:v>120.97</c:v>
                </c:pt>
                <c:pt idx="18448">
                  <c:v>84.99</c:v>
                </c:pt>
                <c:pt idx="18449">
                  <c:v>65.989999999999995</c:v>
                </c:pt>
                <c:pt idx="18450">
                  <c:v>159.69999999999999</c:v>
                </c:pt>
                <c:pt idx="18451">
                  <c:v>159.69999999999999</c:v>
                </c:pt>
                <c:pt idx="18452">
                  <c:v>159.69999999999999</c:v>
                </c:pt>
                <c:pt idx="18453">
                  <c:v>208.08</c:v>
                </c:pt>
                <c:pt idx="18454">
                  <c:v>159.69999999999999</c:v>
                </c:pt>
                <c:pt idx="18455">
                  <c:v>186.99</c:v>
                </c:pt>
                <c:pt idx="18456">
                  <c:v>159.69999999999999</c:v>
                </c:pt>
                <c:pt idx="18457">
                  <c:v>159.69999999999999</c:v>
                </c:pt>
                <c:pt idx="18458">
                  <c:v>159.69999999999999</c:v>
                </c:pt>
                <c:pt idx="18459">
                  <c:v>159.69999999999999</c:v>
                </c:pt>
                <c:pt idx="18460">
                  <c:v>143.72</c:v>
                </c:pt>
                <c:pt idx="18461">
                  <c:v>136.24</c:v>
                </c:pt>
                <c:pt idx="18462">
                  <c:v>108.98</c:v>
                </c:pt>
                <c:pt idx="18463">
                  <c:v>89.98</c:v>
                </c:pt>
                <c:pt idx="18464">
                  <c:v>131.96</c:v>
                </c:pt>
                <c:pt idx="18465">
                  <c:v>88.63</c:v>
                </c:pt>
                <c:pt idx="18466">
                  <c:v>118.78</c:v>
                </c:pt>
                <c:pt idx="18467">
                  <c:v>163.96</c:v>
                </c:pt>
                <c:pt idx="18468">
                  <c:v>126.97</c:v>
                </c:pt>
                <c:pt idx="18469">
                  <c:v>134.76</c:v>
                </c:pt>
                <c:pt idx="18470">
                  <c:v>155.97</c:v>
                </c:pt>
                <c:pt idx="18471">
                  <c:v>157.96</c:v>
                </c:pt>
                <c:pt idx="18472">
                  <c:v>105.97</c:v>
                </c:pt>
                <c:pt idx="18473">
                  <c:v>89.98</c:v>
                </c:pt>
                <c:pt idx="18474">
                  <c:v>155.97</c:v>
                </c:pt>
                <c:pt idx="18475">
                  <c:v>121.96</c:v>
                </c:pt>
                <c:pt idx="18476">
                  <c:v>99.55</c:v>
                </c:pt>
                <c:pt idx="18477">
                  <c:v>84.99</c:v>
                </c:pt>
                <c:pt idx="18478">
                  <c:v>84.99</c:v>
                </c:pt>
                <c:pt idx="18479">
                  <c:v>103.98</c:v>
                </c:pt>
                <c:pt idx="18480">
                  <c:v>103.98</c:v>
                </c:pt>
                <c:pt idx="18481">
                  <c:v>131.97999999999999</c:v>
                </c:pt>
                <c:pt idx="18482">
                  <c:v>84.18</c:v>
                </c:pt>
                <c:pt idx="18483">
                  <c:v>149.96</c:v>
                </c:pt>
                <c:pt idx="18484">
                  <c:v>84.99</c:v>
                </c:pt>
                <c:pt idx="18485">
                  <c:v>84.99</c:v>
                </c:pt>
                <c:pt idx="18486">
                  <c:v>131.97999999999999</c:v>
                </c:pt>
                <c:pt idx="18487">
                  <c:v>68.989999999999995</c:v>
                </c:pt>
                <c:pt idx="18488">
                  <c:v>87.98</c:v>
                </c:pt>
                <c:pt idx="18489">
                  <c:v>131.97999999999999</c:v>
                </c:pt>
                <c:pt idx="18490">
                  <c:v>84.99</c:v>
                </c:pt>
                <c:pt idx="18491">
                  <c:v>93.98</c:v>
                </c:pt>
                <c:pt idx="18492">
                  <c:v>39.29</c:v>
                </c:pt>
                <c:pt idx="18493">
                  <c:v>84.99</c:v>
                </c:pt>
                <c:pt idx="18494">
                  <c:v>35</c:v>
                </c:pt>
                <c:pt idx="18495">
                  <c:v>84.99</c:v>
                </c:pt>
                <c:pt idx="18496">
                  <c:v>84.99</c:v>
                </c:pt>
                <c:pt idx="18497">
                  <c:v>84.99</c:v>
                </c:pt>
                <c:pt idx="18498">
                  <c:v>131.97999999999999</c:v>
                </c:pt>
                <c:pt idx="18499">
                  <c:v>129.97</c:v>
                </c:pt>
                <c:pt idx="18500">
                  <c:v>84.99</c:v>
                </c:pt>
                <c:pt idx="18501">
                  <c:v>103.98</c:v>
                </c:pt>
                <c:pt idx="18502">
                  <c:v>131.97999999999999</c:v>
                </c:pt>
                <c:pt idx="18503">
                  <c:v>131.97999999999999</c:v>
                </c:pt>
                <c:pt idx="18504">
                  <c:v>131.97999999999999</c:v>
                </c:pt>
                <c:pt idx="18505">
                  <c:v>124.52</c:v>
                </c:pt>
                <c:pt idx="18506">
                  <c:v>131.97999999999999</c:v>
                </c:pt>
                <c:pt idx="18507">
                  <c:v>161.96</c:v>
                </c:pt>
                <c:pt idx="18508">
                  <c:v>119.8</c:v>
                </c:pt>
                <c:pt idx="18509">
                  <c:v>171.97</c:v>
                </c:pt>
                <c:pt idx="18510">
                  <c:v>131.97999999999999</c:v>
                </c:pt>
                <c:pt idx="18511">
                  <c:v>133.47999999999999</c:v>
                </c:pt>
                <c:pt idx="18512">
                  <c:v>131.97999999999999</c:v>
                </c:pt>
                <c:pt idx="18513">
                  <c:v>131.97999999999999</c:v>
                </c:pt>
                <c:pt idx="18514">
                  <c:v>84.99</c:v>
                </c:pt>
                <c:pt idx="18515">
                  <c:v>159.97999999999999</c:v>
                </c:pt>
                <c:pt idx="18516">
                  <c:v>147.08000000000001</c:v>
                </c:pt>
                <c:pt idx="18517">
                  <c:v>169.98</c:v>
                </c:pt>
                <c:pt idx="18518">
                  <c:v>129.18</c:v>
                </c:pt>
                <c:pt idx="18519">
                  <c:v>143.96</c:v>
                </c:pt>
                <c:pt idx="18520">
                  <c:v>118.78</c:v>
                </c:pt>
                <c:pt idx="18521">
                  <c:v>65.989999999999995</c:v>
                </c:pt>
                <c:pt idx="18522">
                  <c:v>169.98</c:v>
                </c:pt>
                <c:pt idx="18523">
                  <c:v>99.98</c:v>
                </c:pt>
                <c:pt idx="18524">
                  <c:v>144.47999999999999</c:v>
                </c:pt>
                <c:pt idx="18525">
                  <c:v>84.99</c:v>
                </c:pt>
                <c:pt idx="18526">
                  <c:v>152.97999999999999</c:v>
                </c:pt>
                <c:pt idx="18527">
                  <c:v>169.98</c:v>
                </c:pt>
                <c:pt idx="18528">
                  <c:v>84.99</c:v>
                </c:pt>
                <c:pt idx="18529">
                  <c:v>169.98</c:v>
                </c:pt>
                <c:pt idx="18530">
                  <c:v>84.99</c:v>
                </c:pt>
                <c:pt idx="18531">
                  <c:v>84.99</c:v>
                </c:pt>
                <c:pt idx="18532">
                  <c:v>169.98</c:v>
                </c:pt>
                <c:pt idx="18533">
                  <c:v>169.98</c:v>
                </c:pt>
                <c:pt idx="18534">
                  <c:v>1.5</c:v>
                </c:pt>
                <c:pt idx="18535">
                  <c:v>175.96</c:v>
                </c:pt>
                <c:pt idx="18536">
                  <c:v>87.98</c:v>
                </c:pt>
                <c:pt idx="18537">
                  <c:v>171.48</c:v>
                </c:pt>
                <c:pt idx="18538">
                  <c:v>131.97999999999999</c:v>
                </c:pt>
                <c:pt idx="18539">
                  <c:v>101.27</c:v>
                </c:pt>
                <c:pt idx="18540">
                  <c:v>265.95</c:v>
                </c:pt>
                <c:pt idx="18541">
                  <c:v>-77.58</c:v>
                </c:pt>
                <c:pt idx="18542">
                  <c:v>280.93</c:v>
                </c:pt>
                <c:pt idx="18543">
                  <c:v>188.95</c:v>
                </c:pt>
                <c:pt idx="18544">
                  <c:v>121.98</c:v>
                </c:pt>
                <c:pt idx="18545">
                  <c:v>128.86000000000001</c:v>
                </c:pt>
                <c:pt idx="18546">
                  <c:v>239.97</c:v>
                </c:pt>
                <c:pt idx="18547">
                  <c:v>239.97</c:v>
                </c:pt>
                <c:pt idx="18548">
                  <c:v>232.74</c:v>
                </c:pt>
                <c:pt idx="18549">
                  <c:v>65.19</c:v>
                </c:pt>
                <c:pt idx="18550">
                  <c:v>72.989999999999995</c:v>
                </c:pt>
                <c:pt idx="18551">
                  <c:v>83.98</c:v>
                </c:pt>
                <c:pt idx="18552">
                  <c:v>146.97</c:v>
                </c:pt>
                <c:pt idx="18553">
                  <c:v>84.99</c:v>
                </c:pt>
                <c:pt idx="18554">
                  <c:v>68.989999999999995</c:v>
                </c:pt>
                <c:pt idx="18555">
                  <c:v>83.98</c:v>
                </c:pt>
                <c:pt idx="18556">
                  <c:v>57.44</c:v>
                </c:pt>
                <c:pt idx="18557">
                  <c:v>73.989999999999995</c:v>
                </c:pt>
                <c:pt idx="18558">
                  <c:v>137.97999999999999</c:v>
                </c:pt>
                <c:pt idx="18559">
                  <c:v>124.98</c:v>
                </c:pt>
                <c:pt idx="18560">
                  <c:v>99.98</c:v>
                </c:pt>
                <c:pt idx="18561">
                  <c:v>131.97999999999999</c:v>
                </c:pt>
                <c:pt idx="18562">
                  <c:v>73.989999999999995</c:v>
                </c:pt>
                <c:pt idx="18563">
                  <c:v>68.989999999999995</c:v>
                </c:pt>
                <c:pt idx="18564">
                  <c:v>80.180000000000007</c:v>
                </c:pt>
                <c:pt idx="18565">
                  <c:v>131.97999999999999</c:v>
                </c:pt>
                <c:pt idx="18566">
                  <c:v>84.99</c:v>
                </c:pt>
                <c:pt idx="18567">
                  <c:v>84.99</c:v>
                </c:pt>
                <c:pt idx="18568">
                  <c:v>84.99</c:v>
                </c:pt>
                <c:pt idx="18569">
                  <c:v>84.99</c:v>
                </c:pt>
                <c:pt idx="18570">
                  <c:v>74.989999999999995</c:v>
                </c:pt>
                <c:pt idx="18571">
                  <c:v>74.989999999999995</c:v>
                </c:pt>
                <c:pt idx="18572">
                  <c:v>73.98</c:v>
                </c:pt>
                <c:pt idx="18573">
                  <c:v>84.99</c:v>
                </c:pt>
                <c:pt idx="18574">
                  <c:v>84.99</c:v>
                </c:pt>
                <c:pt idx="18575">
                  <c:v>84.99</c:v>
                </c:pt>
                <c:pt idx="18576">
                  <c:v>68.989999999999995</c:v>
                </c:pt>
                <c:pt idx="18577">
                  <c:v>84.99</c:v>
                </c:pt>
                <c:pt idx="18578">
                  <c:v>150.18</c:v>
                </c:pt>
                <c:pt idx="18579">
                  <c:v>84.99</c:v>
                </c:pt>
                <c:pt idx="18580">
                  <c:v>150.18</c:v>
                </c:pt>
                <c:pt idx="18581">
                  <c:v>111.98</c:v>
                </c:pt>
                <c:pt idx="18582">
                  <c:v>84.99</c:v>
                </c:pt>
                <c:pt idx="18583">
                  <c:v>169.98</c:v>
                </c:pt>
                <c:pt idx="18584">
                  <c:v>84.99</c:v>
                </c:pt>
                <c:pt idx="18585">
                  <c:v>65.989999999999995</c:v>
                </c:pt>
                <c:pt idx="18586">
                  <c:v>84.99</c:v>
                </c:pt>
                <c:pt idx="18587">
                  <c:v>84.99</c:v>
                </c:pt>
                <c:pt idx="18588">
                  <c:v>65.989999999999995</c:v>
                </c:pt>
                <c:pt idx="18589">
                  <c:v>84.99</c:v>
                </c:pt>
                <c:pt idx="18590">
                  <c:v>65.989999999999995</c:v>
                </c:pt>
                <c:pt idx="18591">
                  <c:v>76.489999999999995</c:v>
                </c:pt>
                <c:pt idx="18592">
                  <c:v>84.99</c:v>
                </c:pt>
                <c:pt idx="18593">
                  <c:v>65.989999999999995</c:v>
                </c:pt>
                <c:pt idx="18594">
                  <c:v>84.99</c:v>
                </c:pt>
                <c:pt idx="18595">
                  <c:v>84.99</c:v>
                </c:pt>
                <c:pt idx="18596">
                  <c:v>76.489999999999995</c:v>
                </c:pt>
                <c:pt idx="18597">
                  <c:v>84.99</c:v>
                </c:pt>
                <c:pt idx="18598">
                  <c:v>84.99</c:v>
                </c:pt>
                <c:pt idx="18599">
                  <c:v>118.78</c:v>
                </c:pt>
                <c:pt idx="18600">
                  <c:v>65.989999999999995</c:v>
                </c:pt>
                <c:pt idx="18601">
                  <c:v>84.99</c:v>
                </c:pt>
                <c:pt idx="18602">
                  <c:v>84.99</c:v>
                </c:pt>
                <c:pt idx="18603">
                  <c:v>65.989999999999995</c:v>
                </c:pt>
                <c:pt idx="18604">
                  <c:v>137.97</c:v>
                </c:pt>
                <c:pt idx="18605">
                  <c:v>201.96</c:v>
                </c:pt>
                <c:pt idx="18606">
                  <c:v>159.97999999999999</c:v>
                </c:pt>
                <c:pt idx="18607">
                  <c:v>279.95</c:v>
                </c:pt>
                <c:pt idx="18608">
                  <c:v>233.94</c:v>
                </c:pt>
                <c:pt idx="18609">
                  <c:v>84.99</c:v>
                </c:pt>
                <c:pt idx="18610">
                  <c:v>169.98</c:v>
                </c:pt>
                <c:pt idx="18611">
                  <c:v>93.95</c:v>
                </c:pt>
                <c:pt idx="18612">
                  <c:v>229.94</c:v>
                </c:pt>
                <c:pt idx="18613">
                  <c:v>169.98</c:v>
                </c:pt>
                <c:pt idx="18614">
                  <c:v>116.97</c:v>
                </c:pt>
                <c:pt idx="18615">
                  <c:v>166.4</c:v>
                </c:pt>
                <c:pt idx="18616">
                  <c:v>187.96</c:v>
                </c:pt>
                <c:pt idx="18617">
                  <c:v>197.96</c:v>
                </c:pt>
                <c:pt idx="18618">
                  <c:v>162.13</c:v>
                </c:pt>
                <c:pt idx="18619">
                  <c:v>99.98</c:v>
                </c:pt>
                <c:pt idx="18620">
                  <c:v>149.97</c:v>
                </c:pt>
                <c:pt idx="18621">
                  <c:v>197.96</c:v>
                </c:pt>
                <c:pt idx="18622">
                  <c:v>197.96</c:v>
                </c:pt>
                <c:pt idx="18623">
                  <c:v>155.09</c:v>
                </c:pt>
                <c:pt idx="18624">
                  <c:v>211.88</c:v>
                </c:pt>
                <c:pt idx="18625">
                  <c:v>169.98</c:v>
                </c:pt>
                <c:pt idx="18626">
                  <c:v>277.38</c:v>
                </c:pt>
                <c:pt idx="18627">
                  <c:v>142.94999999999999</c:v>
                </c:pt>
                <c:pt idx="18628">
                  <c:v>176.94</c:v>
                </c:pt>
                <c:pt idx="18629">
                  <c:v>207.92</c:v>
                </c:pt>
                <c:pt idx="18630">
                  <c:v>-3</c:v>
                </c:pt>
                <c:pt idx="18631">
                  <c:v>185.42</c:v>
                </c:pt>
                <c:pt idx="18632">
                  <c:v>205.42</c:v>
                </c:pt>
                <c:pt idx="18633">
                  <c:v>192.44</c:v>
                </c:pt>
                <c:pt idx="18634">
                  <c:v>234.39</c:v>
                </c:pt>
                <c:pt idx="18635">
                  <c:v>113.46</c:v>
                </c:pt>
                <c:pt idx="18636">
                  <c:v>155.46</c:v>
                </c:pt>
                <c:pt idx="18637">
                  <c:v>133.63</c:v>
                </c:pt>
                <c:pt idx="18638">
                  <c:v>201.41</c:v>
                </c:pt>
                <c:pt idx="18639">
                  <c:v>188.93</c:v>
                </c:pt>
                <c:pt idx="18640">
                  <c:v>214.22</c:v>
                </c:pt>
                <c:pt idx="18641">
                  <c:v>165.94</c:v>
                </c:pt>
                <c:pt idx="18642">
                  <c:v>181.41</c:v>
                </c:pt>
                <c:pt idx="18643">
                  <c:v>81.47</c:v>
                </c:pt>
                <c:pt idx="18644">
                  <c:v>179.93</c:v>
                </c:pt>
                <c:pt idx="18645">
                  <c:v>84.99</c:v>
                </c:pt>
                <c:pt idx="18646">
                  <c:v>99.98</c:v>
                </c:pt>
                <c:pt idx="18647">
                  <c:v>166.58</c:v>
                </c:pt>
                <c:pt idx="18648">
                  <c:v>169.98</c:v>
                </c:pt>
                <c:pt idx="18649">
                  <c:v>99.98</c:v>
                </c:pt>
                <c:pt idx="18650">
                  <c:v>163.18</c:v>
                </c:pt>
                <c:pt idx="18651">
                  <c:v>210.97</c:v>
                </c:pt>
                <c:pt idx="18652">
                  <c:v>169.98</c:v>
                </c:pt>
                <c:pt idx="18653">
                  <c:v>119.97</c:v>
                </c:pt>
                <c:pt idx="18654">
                  <c:v>169.98</c:v>
                </c:pt>
                <c:pt idx="18655">
                  <c:v>254.97</c:v>
                </c:pt>
                <c:pt idx="18656">
                  <c:v>169.98</c:v>
                </c:pt>
                <c:pt idx="18657">
                  <c:v>84.99</c:v>
                </c:pt>
                <c:pt idx="18658">
                  <c:v>169.98</c:v>
                </c:pt>
                <c:pt idx="18659">
                  <c:v>164.33</c:v>
                </c:pt>
                <c:pt idx="18660">
                  <c:v>109.97</c:v>
                </c:pt>
                <c:pt idx="18661">
                  <c:v>84.99</c:v>
                </c:pt>
                <c:pt idx="18662">
                  <c:v>84.99</c:v>
                </c:pt>
                <c:pt idx="18663">
                  <c:v>84.99</c:v>
                </c:pt>
                <c:pt idx="18664">
                  <c:v>169.98</c:v>
                </c:pt>
                <c:pt idx="18665">
                  <c:v>169.98</c:v>
                </c:pt>
                <c:pt idx="18666">
                  <c:v>169.98</c:v>
                </c:pt>
                <c:pt idx="18667">
                  <c:v>151.94</c:v>
                </c:pt>
                <c:pt idx="18668">
                  <c:v>144.47999999999999</c:v>
                </c:pt>
                <c:pt idx="18669">
                  <c:v>227.52</c:v>
                </c:pt>
                <c:pt idx="18670">
                  <c:v>190.61</c:v>
                </c:pt>
                <c:pt idx="18671">
                  <c:v>181.53</c:v>
                </c:pt>
                <c:pt idx="18672">
                  <c:v>181.53</c:v>
                </c:pt>
                <c:pt idx="18673">
                  <c:v>184.97</c:v>
                </c:pt>
                <c:pt idx="18674">
                  <c:v>184.97</c:v>
                </c:pt>
                <c:pt idx="18675">
                  <c:v>144.47999999999999</c:v>
                </c:pt>
                <c:pt idx="18676">
                  <c:v>70.64</c:v>
                </c:pt>
                <c:pt idx="18677">
                  <c:v>169.98</c:v>
                </c:pt>
                <c:pt idx="18678">
                  <c:v>168.97</c:v>
                </c:pt>
                <c:pt idx="18679">
                  <c:v>203.03</c:v>
                </c:pt>
                <c:pt idx="18680">
                  <c:v>169.98</c:v>
                </c:pt>
                <c:pt idx="18681">
                  <c:v>227.52</c:v>
                </c:pt>
                <c:pt idx="18682">
                  <c:v>203.03</c:v>
                </c:pt>
                <c:pt idx="18683">
                  <c:v>168.97</c:v>
                </c:pt>
                <c:pt idx="18684">
                  <c:v>130.49</c:v>
                </c:pt>
                <c:pt idx="18685">
                  <c:v>147.02000000000001</c:v>
                </c:pt>
                <c:pt idx="18686">
                  <c:v>130.49</c:v>
                </c:pt>
                <c:pt idx="18687">
                  <c:v>148.24</c:v>
                </c:pt>
                <c:pt idx="18688">
                  <c:v>148.24</c:v>
                </c:pt>
                <c:pt idx="18689">
                  <c:v>147.02000000000001</c:v>
                </c:pt>
                <c:pt idx="18690">
                  <c:v>70.64</c:v>
                </c:pt>
                <c:pt idx="18691">
                  <c:v>190.61</c:v>
                </c:pt>
                <c:pt idx="18692">
                  <c:v>66.489999999999995</c:v>
                </c:pt>
                <c:pt idx="18693">
                  <c:v>152.63999999999999</c:v>
                </c:pt>
                <c:pt idx="18694">
                  <c:v>183.45</c:v>
                </c:pt>
                <c:pt idx="18695">
                  <c:v>152.63999999999999</c:v>
                </c:pt>
                <c:pt idx="18696">
                  <c:v>66.489999999999995</c:v>
                </c:pt>
                <c:pt idx="18697">
                  <c:v>183.45</c:v>
                </c:pt>
                <c:pt idx="18698">
                  <c:v>214.96</c:v>
                </c:pt>
                <c:pt idx="18699">
                  <c:v>199.97</c:v>
                </c:pt>
                <c:pt idx="18700">
                  <c:v>166.25</c:v>
                </c:pt>
                <c:pt idx="18701">
                  <c:v>169.98</c:v>
                </c:pt>
                <c:pt idx="18702">
                  <c:v>157.97</c:v>
                </c:pt>
                <c:pt idx="18703">
                  <c:v>131.37</c:v>
                </c:pt>
                <c:pt idx="18704">
                  <c:v>154.16999999999999</c:v>
                </c:pt>
                <c:pt idx="18705">
                  <c:v>169.98</c:v>
                </c:pt>
                <c:pt idx="18706">
                  <c:v>157.97</c:v>
                </c:pt>
                <c:pt idx="18707">
                  <c:v>89.98</c:v>
                </c:pt>
                <c:pt idx="18708">
                  <c:v>84.99</c:v>
                </c:pt>
                <c:pt idx="18709">
                  <c:v>84.99</c:v>
                </c:pt>
                <c:pt idx="18710">
                  <c:v>84.99</c:v>
                </c:pt>
                <c:pt idx="18711">
                  <c:v>89.98</c:v>
                </c:pt>
                <c:pt idx="18712">
                  <c:v>131.97999999999999</c:v>
                </c:pt>
                <c:pt idx="18713">
                  <c:v>71.819999999999993</c:v>
                </c:pt>
                <c:pt idx="18714">
                  <c:v>65.989999999999995</c:v>
                </c:pt>
                <c:pt idx="18715">
                  <c:v>39.99</c:v>
                </c:pt>
                <c:pt idx="18716">
                  <c:v>39.99</c:v>
                </c:pt>
                <c:pt idx="18717">
                  <c:v>65.989999999999995</c:v>
                </c:pt>
                <c:pt idx="18718">
                  <c:v>71.819999999999993</c:v>
                </c:pt>
                <c:pt idx="18719">
                  <c:v>19.29</c:v>
                </c:pt>
                <c:pt idx="18720">
                  <c:v>84.99</c:v>
                </c:pt>
                <c:pt idx="18721">
                  <c:v>19.29</c:v>
                </c:pt>
                <c:pt idx="18722">
                  <c:v>84.99</c:v>
                </c:pt>
                <c:pt idx="18723">
                  <c:v>84.99</c:v>
                </c:pt>
                <c:pt idx="18724">
                  <c:v>84.99</c:v>
                </c:pt>
                <c:pt idx="18725">
                  <c:v>84.99</c:v>
                </c:pt>
                <c:pt idx="18726">
                  <c:v>84.99</c:v>
                </c:pt>
                <c:pt idx="18727">
                  <c:v>84.99</c:v>
                </c:pt>
                <c:pt idx="18728">
                  <c:v>84.99</c:v>
                </c:pt>
                <c:pt idx="18729">
                  <c:v>84.99</c:v>
                </c:pt>
                <c:pt idx="18730">
                  <c:v>84.99</c:v>
                </c:pt>
                <c:pt idx="18731">
                  <c:v>131.97999999999999</c:v>
                </c:pt>
                <c:pt idx="18732">
                  <c:v>84.99</c:v>
                </c:pt>
                <c:pt idx="18733">
                  <c:v>131.97999999999999</c:v>
                </c:pt>
                <c:pt idx="18734">
                  <c:v>68.98</c:v>
                </c:pt>
                <c:pt idx="18735">
                  <c:v>84.99</c:v>
                </c:pt>
                <c:pt idx="18736">
                  <c:v>68.98</c:v>
                </c:pt>
                <c:pt idx="18737">
                  <c:v>84.99</c:v>
                </c:pt>
                <c:pt idx="18738">
                  <c:v>84.99</c:v>
                </c:pt>
                <c:pt idx="18739">
                  <c:v>84.99</c:v>
                </c:pt>
                <c:pt idx="18740">
                  <c:v>131.97999999999999</c:v>
                </c:pt>
                <c:pt idx="18741">
                  <c:v>84.99</c:v>
                </c:pt>
                <c:pt idx="18742">
                  <c:v>84.99</c:v>
                </c:pt>
                <c:pt idx="18743">
                  <c:v>84.99</c:v>
                </c:pt>
                <c:pt idx="18744">
                  <c:v>84.99</c:v>
                </c:pt>
                <c:pt idx="18745">
                  <c:v>84.99</c:v>
                </c:pt>
                <c:pt idx="18746">
                  <c:v>84.99</c:v>
                </c:pt>
                <c:pt idx="18747">
                  <c:v>185.94</c:v>
                </c:pt>
                <c:pt idx="18748">
                  <c:v>179.16</c:v>
                </c:pt>
                <c:pt idx="18749">
                  <c:v>158.94999999999999</c:v>
                </c:pt>
                <c:pt idx="18750">
                  <c:v>82.97</c:v>
                </c:pt>
                <c:pt idx="18751">
                  <c:v>107.6</c:v>
                </c:pt>
                <c:pt idx="18752">
                  <c:v>143.19</c:v>
                </c:pt>
                <c:pt idx="18753">
                  <c:v>111.96</c:v>
                </c:pt>
                <c:pt idx="18754">
                  <c:v>89.97</c:v>
                </c:pt>
                <c:pt idx="18755">
                  <c:v>55.98</c:v>
                </c:pt>
                <c:pt idx="18756">
                  <c:v>141.87</c:v>
                </c:pt>
                <c:pt idx="18757">
                  <c:v>145.94</c:v>
                </c:pt>
                <c:pt idx="18758">
                  <c:v>127.96</c:v>
                </c:pt>
                <c:pt idx="18759">
                  <c:v>157.71</c:v>
                </c:pt>
                <c:pt idx="18760">
                  <c:v>123.95</c:v>
                </c:pt>
                <c:pt idx="18761">
                  <c:v>123.96</c:v>
                </c:pt>
                <c:pt idx="18762">
                  <c:v>55.98</c:v>
                </c:pt>
                <c:pt idx="18763">
                  <c:v>111.96</c:v>
                </c:pt>
                <c:pt idx="18764">
                  <c:v>185.94</c:v>
                </c:pt>
                <c:pt idx="18765">
                  <c:v>146.94999999999999</c:v>
                </c:pt>
                <c:pt idx="18766">
                  <c:v>189.94</c:v>
                </c:pt>
                <c:pt idx="18767">
                  <c:v>111.94</c:v>
                </c:pt>
                <c:pt idx="18768">
                  <c:v>191.94</c:v>
                </c:pt>
                <c:pt idx="18769">
                  <c:v>173.92</c:v>
                </c:pt>
                <c:pt idx="18770">
                  <c:v>123.96</c:v>
                </c:pt>
                <c:pt idx="18771">
                  <c:v>88.98</c:v>
                </c:pt>
                <c:pt idx="18772">
                  <c:v>144.47</c:v>
                </c:pt>
                <c:pt idx="18773">
                  <c:v>165.48</c:v>
                </c:pt>
                <c:pt idx="18774">
                  <c:v>84.99</c:v>
                </c:pt>
                <c:pt idx="18775">
                  <c:v>114.97</c:v>
                </c:pt>
                <c:pt idx="18776">
                  <c:v>144.47999999999999</c:v>
                </c:pt>
                <c:pt idx="18777">
                  <c:v>133.16999999999999</c:v>
                </c:pt>
                <c:pt idx="18778">
                  <c:v>84.99</c:v>
                </c:pt>
                <c:pt idx="18779">
                  <c:v>127.52</c:v>
                </c:pt>
                <c:pt idx="18780">
                  <c:v>68.989999999999995</c:v>
                </c:pt>
                <c:pt idx="18781">
                  <c:v>259.95</c:v>
                </c:pt>
                <c:pt idx="18782">
                  <c:v>197.96</c:v>
                </c:pt>
                <c:pt idx="18783">
                  <c:v>84.99</c:v>
                </c:pt>
                <c:pt idx="18784">
                  <c:v>124.97</c:v>
                </c:pt>
                <c:pt idx="18785">
                  <c:v>147.97</c:v>
                </c:pt>
                <c:pt idx="18786">
                  <c:v>134.97999999999999</c:v>
                </c:pt>
                <c:pt idx="18787">
                  <c:v>71.790000000000006</c:v>
                </c:pt>
                <c:pt idx="18788">
                  <c:v>126.97</c:v>
                </c:pt>
                <c:pt idx="18789">
                  <c:v>38.99</c:v>
                </c:pt>
                <c:pt idx="18790">
                  <c:v>94.98</c:v>
                </c:pt>
                <c:pt idx="18791">
                  <c:v>84.99</c:v>
                </c:pt>
                <c:pt idx="18792">
                  <c:v>100.98</c:v>
                </c:pt>
                <c:pt idx="18793">
                  <c:v>60.98</c:v>
                </c:pt>
                <c:pt idx="18794">
                  <c:v>185.32</c:v>
                </c:pt>
                <c:pt idx="18795">
                  <c:v>82.99</c:v>
                </c:pt>
                <c:pt idx="18796">
                  <c:v>84.98</c:v>
                </c:pt>
                <c:pt idx="18797">
                  <c:v>65.989999999999995</c:v>
                </c:pt>
                <c:pt idx="18798">
                  <c:v>84.99</c:v>
                </c:pt>
                <c:pt idx="18799">
                  <c:v>137.97999999999999</c:v>
                </c:pt>
                <c:pt idx="18800">
                  <c:v>114.13</c:v>
                </c:pt>
                <c:pt idx="18801">
                  <c:v>84.99</c:v>
                </c:pt>
                <c:pt idx="18802">
                  <c:v>56.09</c:v>
                </c:pt>
                <c:pt idx="18803">
                  <c:v>84.99</c:v>
                </c:pt>
                <c:pt idx="18804">
                  <c:v>84.99</c:v>
                </c:pt>
                <c:pt idx="18805">
                  <c:v>68.989999999999995</c:v>
                </c:pt>
                <c:pt idx="18806">
                  <c:v>41.49</c:v>
                </c:pt>
                <c:pt idx="18807">
                  <c:v>84.99</c:v>
                </c:pt>
                <c:pt idx="18808">
                  <c:v>70.989999999999995</c:v>
                </c:pt>
                <c:pt idx="18809">
                  <c:v>8.4700000000000006</c:v>
                </c:pt>
                <c:pt idx="18810">
                  <c:v>100.98</c:v>
                </c:pt>
                <c:pt idx="18811">
                  <c:v>55.98</c:v>
                </c:pt>
                <c:pt idx="18812">
                  <c:v>82.49</c:v>
                </c:pt>
                <c:pt idx="18813">
                  <c:v>78.98</c:v>
                </c:pt>
                <c:pt idx="18814">
                  <c:v>74.260000000000005</c:v>
                </c:pt>
                <c:pt idx="18815">
                  <c:v>80.98</c:v>
                </c:pt>
                <c:pt idx="18816">
                  <c:v>74.989999999999995</c:v>
                </c:pt>
                <c:pt idx="18817">
                  <c:v>79.53</c:v>
                </c:pt>
                <c:pt idx="18818">
                  <c:v>68.98</c:v>
                </c:pt>
                <c:pt idx="18819">
                  <c:v>94.98</c:v>
                </c:pt>
                <c:pt idx="18820">
                  <c:v>91.98</c:v>
                </c:pt>
                <c:pt idx="18821">
                  <c:v>65.98</c:v>
                </c:pt>
                <c:pt idx="18822">
                  <c:v>62.69</c:v>
                </c:pt>
                <c:pt idx="18823">
                  <c:v>74.989999999999995</c:v>
                </c:pt>
                <c:pt idx="18824">
                  <c:v>100.25</c:v>
                </c:pt>
                <c:pt idx="18825">
                  <c:v>70.489999999999995</c:v>
                </c:pt>
                <c:pt idx="18826">
                  <c:v>100.98</c:v>
                </c:pt>
                <c:pt idx="18827">
                  <c:v>77.98</c:v>
                </c:pt>
                <c:pt idx="18828">
                  <c:v>65.75</c:v>
                </c:pt>
                <c:pt idx="18829">
                  <c:v>83.13</c:v>
                </c:pt>
                <c:pt idx="18830">
                  <c:v>84.14</c:v>
                </c:pt>
                <c:pt idx="18831">
                  <c:v>72.239999999999995</c:v>
                </c:pt>
                <c:pt idx="18832">
                  <c:v>51.46</c:v>
                </c:pt>
                <c:pt idx="18833">
                  <c:v>191.63</c:v>
                </c:pt>
                <c:pt idx="18834">
                  <c:v>239.92</c:v>
                </c:pt>
                <c:pt idx="18835">
                  <c:v>204.93</c:v>
                </c:pt>
                <c:pt idx="18836">
                  <c:v>107.96</c:v>
                </c:pt>
                <c:pt idx="18837">
                  <c:v>168.11</c:v>
                </c:pt>
                <c:pt idx="18838">
                  <c:v>142.94999999999999</c:v>
                </c:pt>
                <c:pt idx="18839">
                  <c:v>119.95</c:v>
                </c:pt>
                <c:pt idx="18840">
                  <c:v>306.82</c:v>
                </c:pt>
                <c:pt idx="18841">
                  <c:v>139.94999999999999</c:v>
                </c:pt>
                <c:pt idx="18842">
                  <c:v>179.94</c:v>
                </c:pt>
                <c:pt idx="18843">
                  <c:v>91.96</c:v>
                </c:pt>
                <c:pt idx="18844">
                  <c:v>239.92</c:v>
                </c:pt>
                <c:pt idx="18845">
                  <c:v>170.94</c:v>
                </c:pt>
                <c:pt idx="18846">
                  <c:v>86.96</c:v>
                </c:pt>
                <c:pt idx="18847">
                  <c:v>264.91000000000003</c:v>
                </c:pt>
                <c:pt idx="18848">
                  <c:v>166.94</c:v>
                </c:pt>
                <c:pt idx="18849">
                  <c:v>80.97</c:v>
                </c:pt>
                <c:pt idx="18850">
                  <c:v>189.93</c:v>
                </c:pt>
                <c:pt idx="18851">
                  <c:v>209.93</c:v>
                </c:pt>
                <c:pt idx="18852">
                  <c:v>144.97</c:v>
                </c:pt>
                <c:pt idx="18853">
                  <c:v>165.97</c:v>
                </c:pt>
                <c:pt idx="18854">
                  <c:v>143.97</c:v>
                </c:pt>
                <c:pt idx="18855">
                  <c:v>156.96</c:v>
                </c:pt>
                <c:pt idx="18856">
                  <c:v>149.96</c:v>
                </c:pt>
                <c:pt idx="18857">
                  <c:v>143.97</c:v>
                </c:pt>
                <c:pt idx="18858">
                  <c:v>131.97999999999999</c:v>
                </c:pt>
                <c:pt idx="18859">
                  <c:v>114.96</c:v>
                </c:pt>
                <c:pt idx="18860">
                  <c:v>248.46</c:v>
                </c:pt>
                <c:pt idx="18861">
                  <c:v>205.56</c:v>
                </c:pt>
                <c:pt idx="18862">
                  <c:v>150.97</c:v>
                </c:pt>
                <c:pt idx="18863">
                  <c:v>248.46</c:v>
                </c:pt>
                <c:pt idx="18864">
                  <c:v>51.97</c:v>
                </c:pt>
                <c:pt idx="18865">
                  <c:v>51.97</c:v>
                </c:pt>
                <c:pt idx="18866">
                  <c:v>188.97</c:v>
                </c:pt>
                <c:pt idx="18867">
                  <c:v>187.48</c:v>
                </c:pt>
                <c:pt idx="18868">
                  <c:v>205.56</c:v>
                </c:pt>
                <c:pt idx="18869">
                  <c:v>112.18</c:v>
                </c:pt>
                <c:pt idx="18870">
                  <c:v>187.48</c:v>
                </c:pt>
                <c:pt idx="18871">
                  <c:v>169.98</c:v>
                </c:pt>
                <c:pt idx="18872">
                  <c:v>229.47</c:v>
                </c:pt>
                <c:pt idx="18873">
                  <c:v>169.98</c:v>
                </c:pt>
                <c:pt idx="18874">
                  <c:v>121.98</c:v>
                </c:pt>
                <c:pt idx="18875">
                  <c:v>188.97</c:v>
                </c:pt>
                <c:pt idx="18876">
                  <c:v>229.47</c:v>
                </c:pt>
                <c:pt idx="18877">
                  <c:v>112.18</c:v>
                </c:pt>
                <c:pt idx="18878">
                  <c:v>121.98</c:v>
                </c:pt>
                <c:pt idx="18879">
                  <c:v>150.97</c:v>
                </c:pt>
                <c:pt idx="18880">
                  <c:v>159.97999999999999</c:v>
                </c:pt>
                <c:pt idx="18881">
                  <c:v>150.16999999999999</c:v>
                </c:pt>
                <c:pt idx="18882">
                  <c:v>68.98</c:v>
                </c:pt>
                <c:pt idx="18883">
                  <c:v>129.97999999999999</c:v>
                </c:pt>
                <c:pt idx="18884">
                  <c:v>182.97</c:v>
                </c:pt>
                <c:pt idx="18885">
                  <c:v>124.97</c:v>
                </c:pt>
                <c:pt idx="18886">
                  <c:v>159.97999999999999</c:v>
                </c:pt>
                <c:pt idx="18887">
                  <c:v>329.95</c:v>
                </c:pt>
                <c:pt idx="18888">
                  <c:v>303.95</c:v>
                </c:pt>
                <c:pt idx="18889">
                  <c:v>369.94</c:v>
                </c:pt>
                <c:pt idx="18890">
                  <c:v>171.97</c:v>
                </c:pt>
                <c:pt idx="18891">
                  <c:v>371.92</c:v>
                </c:pt>
                <c:pt idx="18892">
                  <c:v>315.49</c:v>
                </c:pt>
                <c:pt idx="18893">
                  <c:v>416.73</c:v>
                </c:pt>
                <c:pt idx="18894">
                  <c:v>419.92</c:v>
                </c:pt>
                <c:pt idx="18895">
                  <c:v>411.52</c:v>
                </c:pt>
                <c:pt idx="18896">
                  <c:v>90.97</c:v>
                </c:pt>
                <c:pt idx="18897">
                  <c:v>80.959999999999994</c:v>
                </c:pt>
                <c:pt idx="18898">
                  <c:v>99.96</c:v>
                </c:pt>
                <c:pt idx="18899">
                  <c:v>56.97</c:v>
                </c:pt>
                <c:pt idx="18900">
                  <c:v>55.98</c:v>
                </c:pt>
                <c:pt idx="18901">
                  <c:v>79.97</c:v>
                </c:pt>
                <c:pt idx="18902">
                  <c:v>110.97</c:v>
                </c:pt>
                <c:pt idx="18903">
                  <c:v>71.88</c:v>
                </c:pt>
                <c:pt idx="18904">
                  <c:v>99.96</c:v>
                </c:pt>
                <c:pt idx="18905">
                  <c:v>59.98</c:v>
                </c:pt>
                <c:pt idx="18906">
                  <c:v>63.96</c:v>
                </c:pt>
                <c:pt idx="18907">
                  <c:v>89.97</c:v>
                </c:pt>
                <c:pt idx="18908">
                  <c:v>89.97</c:v>
                </c:pt>
                <c:pt idx="18909">
                  <c:v>59.98</c:v>
                </c:pt>
                <c:pt idx="18910">
                  <c:v>99.96</c:v>
                </c:pt>
                <c:pt idx="18911">
                  <c:v>91.27</c:v>
                </c:pt>
                <c:pt idx="18912">
                  <c:v>103.96</c:v>
                </c:pt>
                <c:pt idx="18913">
                  <c:v>89.97</c:v>
                </c:pt>
                <c:pt idx="18914">
                  <c:v>89.97</c:v>
                </c:pt>
                <c:pt idx="18915">
                  <c:v>83.39</c:v>
                </c:pt>
                <c:pt idx="18916">
                  <c:v>84.95</c:v>
                </c:pt>
                <c:pt idx="18917">
                  <c:v>87.97</c:v>
                </c:pt>
                <c:pt idx="18918">
                  <c:v>98.95</c:v>
                </c:pt>
                <c:pt idx="18919">
                  <c:v>119.61</c:v>
                </c:pt>
                <c:pt idx="18920">
                  <c:v>131.97999999999999</c:v>
                </c:pt>
                <c:pt idx="18921">
                  <c:v>89.57</c:v>
                </c:pt>
                <c:pt idx="18922">
                  <c:v>131.97999999999999</c:v>
                </c:pt>
                <c:pt idx="18923">
                  <c:v>131.97999999999999</c:v>
                </c:pt>
                <c:pt idx="18924">
                  <c:v>110.45</c:v>
                </c:pt>
                <c:pt idx="18925">
                  <c:v>93.97</c:v>
                </c:pt>
                <c:pt idx="18926">
                  <c:v>131.97999999999999</c:v>
                </c:pt>
                <c:pt idx="18927">
                  <c:v>169.98</c:v>
                </c:pt>
                <c:pt idx="18928">
                  <c:v>169.98</c:v>
                </c:pt>
                <c:pt idx="18929">
                  <c:v>131.97999999999999</c:v>
                </c:pt>
                <c:pt idx="18930">
                  <c:v>159.97999999999999</c:v>
                </c:pt>
                <c:pt idx="18931">
                  <c:v>150.18</c:v>
                </c:pt>
                <c:pt idx="18932">
                  <c:v>69.989999999999995</c:v>
                </c:pt>
                <c:pt idx="18933">
                  <c:v>169.98</c:v>
                </c:pt>
                <c:pt idx="18934">
                  <c:v>69.989999999999995</c:v>
                </c:pt>
                <c:pt idx="18935">
                  <c:v>169.98</c:v>
                </c:pt>
                <c:pt idx="18936">
                  <c:v>161.96</c:v>
                </c:pt>
                <c:pt idx="18937">
                  <c:v>184.97</c:v>
                </c:pt>
                <c:pt idx="18938">
                  <c:v>162.97999999999999</c:v>
                </c:pt>
                <c:pt idx="18939">
                  <c:v>189.97</c:v>
                </c:pt>
                <c:pt idx="18940">
                  <c:v>169.98</c:v>
                </c:pt>
                <c:pt idx="18941">
                  <c:v>169.98</c:v>
                </c:pt>
                <c:pt idx="18942">
                  <c:v>169.98</c:v>
                </c:pt>
                <c:pt idx="18943">
                  <c:v>169.98</c:v>
                </c:pt>
                <c:pt idx="18944">
                  <c:v>169.98</c:v>
                </c:pt>
                <c:pt idx="18945">
                  <c:v>131.97999999999999</c:v>
                </c:pt>
                <c:pt idx="18946">
                  <c:v>121.98</c:v>
                </c:pt>
                <c:pt idx="18947">
                  <c:v>131.97999999999999</c:v>
                </c:pt>
                <c:pt idx="18948">
                  <c:v>78.239999999999995</c:v>
                </c:pt>
                <c:pt idx="18949">
                  <c:v>84.99</c:v>
                </c:pt>
                <c:pt idx="18950">
                  <c:v>169.98</c:v>
                </c:pt>
                <c:pt idx="18951">
                  <c:v>114.97</c:v>
                </c:pt>
                <c:pt idx="18952">
                  <c:v>70.989999999999995</c:v>
                </c:pt>
                <c:pt idx="18953">
                  <c:v>169.98</c:v>
                </c:pt>
                <c:pt idx="18954">
                  <c:v>156.97</c:v>
                </c:pt>
                <c:pt idx="18955">
                  <c:v>169.98</c:v>
                </c:pt>
                <c:pt idx="18956">
                  <c:v>184.97</c:v>
                </c:pt>
                <c:pt idx="18957">
                  <c:v>193.97</c:v>
                </c:pt>
                <c:pt idx="18958">
                  <c:v>169.98</c:v>
                </c:pt>
                <c:pt idx="18959">
                  <c:v>169.98</c:v>
                </c:pt>
                <c:pt idx="18960">
                  <c:v>169.98</c:v>
                </c:pt>
                <c:pt idx="18961">
                  <c:v>99.98</c:v>
                </c:pt>
                <c:pt idx="18962">
                  <c:v>169.98</c:v>
                </c:pt>
                <c:pt idx="18963">
                  <c:v>149.97</c:v>
                </c:pt>
                <c:pt idx="18964">
                  <c:v>159.97999999999999</c:v>
                </c:pt>
                <c:pt idx="18965">
                  <c:v>169.98</c:v>
                </c:pt>
                <c:pt idx="18966">
                  <c:v>169.98</c:v>
                </c:pt>
                <c:pt idx="18967">
                  <c:v>144.96</c:v>
                </c:pt>
                <c:pt idx="18968">
                  <c:v>189.97</c:v>
                </c:pt>
                <c:pt idx="18969">
                  <c:v>144.96</c:v>
                </c:pt>
                <c:pt idx="18970">
                  <c:v>159.5</c:v>
                </c:pt>
                <c:pt idx="18971">
                  <c:v>142.97</c:v>
                </c:pt>
                <c:pt idx="18972">
                  <c:v>178.07</c:v>
                </c:pt>
                <c:pt idx="18973">
                  <c:v>99.97</c:v>
                </c:pt>
                <c:pt idx="18974">
                  <c:v>36.49</c:v>
                </c:pt>
                <c:pt idx="18975">
                  <c:v>-1.5</c:v>
                </c:pt>
                <c:pt idx="18976">
                  <c:v>212.45</c:v>
                </c:pt>
                <c:pt idx="18977">
                  <c:v>41.48</c:v>
                </c:pt>
                <c:pt idx="18978">
                  <c:v>188.26</c:v>
                </c:pt>
                <c:pt idx="18979">
                  <c:v>157.44999999999999</c:v>
                </c:pt>
                <c:pt idx="18980">
                  <c:v>179.97</c:v>
                </c:pt>
                <c:pt idx="18981">
                  <c:v>-1.5</c:v>
                </c:pt>
                <c:pt idx="18982">
                  <c:v>189.97</c:v>
                </c:pt>
                <c:pt idx="18983">
                  <c:v>244.96</c:v>
                </c:pt>
                <c:pt idx="18984">
                  <c:v>157.96</c:v>
                </c:pt>
                <c:pt idx="18985">
                  <c:v>203.31</c:v>
                </c:pt>
                <c:pt idx="18986">
                  <c:v>40.44</c:v>
                </c:pt>
                <c:pt idx="18987">
                  <c:v>225.96</c:v>
                </c:pt>
                <c:pt idx="18988">
                  <c:v>131.97999999999999</c:v>
                </c:pt>
                <c:pt idx="18989">
                  <c:v>256.33999999999997</c:v>
                </c:pt>
                <c:pt idx="18990">
                  <c:v>130</c:v>
                </c:pt>
                <c:pt idx="18991">
                  <c:v>131.97999999999999</c:v>
                </c:pt>
                <c:pt idx="18992">
                  <c:v>195.99</c:v>
                </c:pt>
                <c:pt idx="18993">
                  <c:v>202.33</c:v>
                </c:pt>
                <c:pt idx="18994">
                  <c:v>217.64</c:v>
                </c:pt>
                <c:pt idx="18995">
                  <c:v>137.97999999999999</c:v>
                </c:pt>
                <c:pt idx="18996">
                  <c:v>137.97999999999999</c:v>
                </c:pt>
                <c:pt idx="18997">
                  <c:v>206.97</c:v>
                </c:pt>
                <c:pt idx="18998">
                  <c:v>214.16</c:v>
                </c:pt>
                <c:pt idx="18999">
                  <c:v>79.98</c:v>
                </c:pt>
                <c:pt idx="19000">
                  <c:v>147.46</c:v>
                </c:pt>
                <c:pt idx="19001">
                  <c:v>115.56</c:v>
                </c:pt>
                <c:pt idx="19002">
                  <c:v>84.99</c:v>
                </c:pt>
                <c:pt idx="19003">
                  <c:v>79.98</c:v>
                </c:pt>
                <c:pt idx="19004">
                  <c:v>89.98</c:v>
                </c:pt>
                <c:pt idx="19005">
                  <c:v>199.96</c:v>
                </c:pt>
                <c:pt idx="19006">
                  <c:v>91.78</c:v>
                </c:pt>
                <c:pt idx="19007">
                  <c:v>124.98</c:v>
                </c:pt>
                <c:pt idx="19008">
                  <c:v>164.96</c:v>
                </c:pt>
                <c:pt idx="19009">
                  <c:v>116.64</c:v>
                </c:pt>
                <c:pt idx="19010">
                  <c:v>123.51</c:v>
                </c:pt>
                <c:pt idx="19011">
                  <c:v>139.97</c:v>
                </c:pt>
                <c:pt idx="19012">
                  <c:v>78.98</c:v>
                </c:pt>
                <c:pt idx="19013">
                  <c:v>153.06</c:v>
                </c:pt>
                <c:pt idx="19014">
                  <c:v>134.97999999999999</c:v>
                </c:pt>
                <c:pt idx="19015">
                  <c:v>58.99</c:v>
                </c:pt>
                <c:pt idx="19016">
                  <c:v>100.98</c:v>
                </c:pt>
                <c:pt idx="19017">
                  <c:v>99.98</c:v>
                </c:pt>
                <c:pt idx="19018">
                  <c:v>84.99</c:v>
                </c:pt>
                <c:pt idx="19019">
                  <c:v>84.99</c:v>
                </c:pt>
                <c:pt idx="19020">
                  <c:v>167.76</c:v>
                </c:pt>
                <c:pt idx="19021">
                  <c:v>84.99</c:v>
                </c:pt>
                <c:pt idx="19022">
                  <c:v>108.87</c:v>
                </c:pt>
                <c:pt idx="19023">
                  <c:v>139.97</c:v>
                </c:pt>
                <c:pt idx="19024">
                  <c:v>84.99</c:v>
                </c:pt>
                <c:pt idx="19025">
                  <c:v>104.98</c:v>
                </c:pt>
                <c:pt idx="19026">
                  <c:v>84.99</c:v>
                </c:pt>
                <c:pt idx="19027">
                  <c:v>68.989999999999995</c:v>
                </c:pt>
                <c:pt idx="19028">
                  <c:v>224.96</c:v>
                </c:pt>
                <c:pt idx="19029">
                  <c:v>84.99</c:v>
                </c:pt>
                <c:pt idx="19030">
                  <c:v>67.23</c:v>
                </c:pt>
                <c:pt idx="19031">
                  <c:v>169.35</c:v>
                </c:pt>
                <c:pt idx="19032">
                  <c:v>160.87</c:v>
                </c:pt>
                <c:pt idx="19033">
                  <c:v>181.45</c:v>
                </c:pt>
                <c:pt idx="19034">
                  <c:v>176.01</c:v>
                </c:pt>
                <c:pt idx="19035">
                  <c:v>145.15</c:v>
                </c:pt>
                <c:pt idx="19036">
                  <c:v>181.45</c:v>
                </c:pt>
                <c:pt idx="19037">
                  <c:v>146.62</c:v>
                </c:pt>
                <c:pt idx="19038">
                  <c:v>176.15</c:v>
                </c:pt>
                <c:pt idx="19039">
                  <c:v>170.57</c:v>
                </c:pt>
                <c:pt idx="19040">
                  <c:v>181.45</c:v>
                </c:pt>
                <c:pt idx="19041">
                  <c:v>161.68</c:v>
                </c:pt>
                <c:pt idx="19042">
                  <c:v>146.62</c:v>
                </c:pt>
                <c:pt idx="19043">
                  <c:v>419.76</c:v>
                </c:pt>
                <c:pt idx="19044">
                  <c:v>300.79000000000002</c:v>
                </c:pt>
                <c:pt idx="19045">
                  <c:v>356.74</c:v>
                </c:pt>
                <c:pt idx="19046">
                  <c:v>48.84</c:v>
                </c:pt>
                <c:pt idx="19047">
                  <c:v>638.44000000000005</c:v>
                </c:pt>
                <c:pt idx="19048">
                  <c:v>226.89</c:v>
                </c:pt>
                <c:pt idx="19049">
                  <c:v>501.39</c:v>
                </c:pt>
                <c:pt idx="19050">
                  <c:v>697.13</c:v>
                </c:pt>
                <c:pt idx="19051">
                  <c:v>458.69</c:v>
                </c:pt>
                <c:pt idx="19052">
                  <c:v>75.97</c:v>
                </c:pt>
                <c:pt idx="19053">
                  <c:v>169.98</c:v>
                </c:pt>
                <c:pt idx="19054">
                  <c:v>172.97</c:v>
                </c:pt>
                <c:pt idx="19055">
                  <c:v>89.98</c:v>
                </c:pt>
                <c:pt idx="19056">
                  <c:v>169.98</c:v>
                </c:pt>
                <c:pt idx="19057">
                  <c:v>144.97</c:v>
                </c:pt>
                <c:pt idx="19058">
                  <c:v>169.98</c:v>
                </c:pt>
                <c:pt idx="19059">
                  <c:v>208.95</c:v>
                </c:pt>
                <c:pt idx="19060">
                  <c:v>169.98</c:v>
                </c:pt>
                <c:pt idx="19061">
                  <c:v>29.99</c:v>
                </c:pt>
                <c:pt idx="19062">
                  <c:v>29.99</c:v>
                </c:pt>
                <c:pt idx="19063">
                  <c:v>98.95</c:v>
                </c:pt>
                <c:pt idx="19064">
                  <c:v>232.96</c:v>
                </c:pt>
                <c:pt idx="19065">
                  <c:v>123.21</c:v>
                </c:pt>
                <c:pt idx="19066">
                  <c:v>69.98</c:v>
                </c:pt>
                <c:pt idx="19067">
                  <c:v>69.989999999999995</c:v>
                </c:pt>
                <c:pt idx="19068">
                  <c:v>86.97</c:v>
                </c:pt>
                <c:pt idx="19069">
                  <c:v>92.97</c:v>
                </c:pt>
                <c:pt idx="19070">
                  <c:v>131.97999999999999</c:v>
                </c:pt>
                <c:pt idx="19071">
                  <c:v>126.58</c:v>
                </c:pt>
                <c:pt idx="19072">
                  <c:v>141.96</c:v>
                </c:pt>
                <c:pt idx="19073">
                  <c:v>189.45</c:v>
                </c:pt>
                <c:pt idx="19074">
                  <c:v>145.96</c:v>
                </c:pt>
                <c:pt idx="19075">
                  <c:v>139.96</c:v>
                </c:pt>
                <c:pt idx="19076">
                  <c:v>121.98</c:v>
                </c:pt>
                <c:pt idx="19077">
                  <c:v>265.52999999999997</c:v>
                </c:pt>
                <c:pt idx="19078">
                  <c:v>79.849999999999994</c:v>
                </c:pt>
                <c:pt idx="19079">
                  <c:v>102.83</c:v>
                </c:pt>
                <c:pt idx="19080">
                  <c:v>147.6</c:v>
                </c:pt>
                <c:pt idx="19081">
                  <c:v>193.55</c:v>
                </c:pt>
                <c:pt idx="19082">
                  <c:v>164.52</c:v>
                </c:pt>
                <c:pt idx="19083">
                  <c:v>208.08</c:v>
                </c:pt>
                <c:pt idx="19084">
                  <c:v>169.98</c:v>
                </c:pt>
                <c:pt idx="19085">
                  <c:v>83.35</c:v>
                </c:pt>
                <c:pt idx="19086">
                  <c:v>84.99</c:v>
                </c:pt>
                <c:pt idx="19087">
                  <c:v>112.12</c:v>
                </c:pt>
                <c:pt idx="19088">
                  <c:v>237.95</c:v>
                </c:pt>
                <c:pt idx="19089">
                  <c:v>111.84</c:v>
                </c:pt>
                <c:pt idx="19090">
                  <c:v>169.98</c:v>
                </c:pt>
                <c:pt idx="19091">
                  <c:v>203.72</c:v>
                </c:pt>
                <c:pt idx="19092">
                  <c:v>199.96</c:v>
                </c:pt>
                <c:pt idx="19093">
                  <c:v>82.85</c:v>
                </c:pt>
                <c:pt idx="19094">
                  <c:v>53.98</c:v>
                </c:pt>
                <c:pt idx="19095">
                  <c:v>112.84</c:v>
                </c:pt>
                <c:pt idx="19096">
                  <c:v>157.30000000000001</c:v>
                </c:pt>
                <c:pt idx="19097">
                  <c:v>169.98</c:v>
                </c:pt>
                <c:pt idx="19098">
                  <c:v>81.59</c:v>
                </c:pt>
                <c:pt idx="19099">
                  <c:v>169.98</c:v>
                </c:pt>
                <c:pt idx="19100">
                  <c:v>197.97</c:v>
                </c:pt>
                <c:pt idx="19101">
                  <c:v>197.97</c:v>
                </c:pt>
                <c:pt idx="19102">
                  <c:v>197.97</c:v>
                </c:pt>
                <c:pt idx="19103">
                  <c:v>197.97</c:v>
                </c:pt>
                <c:pt idx="19104">
                  <c:v>197.97</c:v>
                </c:pt>
                <c:pt idx="19105">
                  <c:v>71.989999999999995</c:v>
                </c:pt>
                <c:pt idx="19106">
                  <c:v>197.97</c:v>
                </c:pt>
                <c:pt idx="19107">
                  <c:v>197.97</c:v>
                </c:pt>
                <c:pt idx="19108">
                  <c:v>172.97</c:v>
                </c:pt>
                <c:pt idx="19109">
                  <c:v>197.97</c:v>
                </c:pt>
                <c:pt idx="19110">
                  <c:v>227.93</c:v>
                </c:pt>
                <c:pt idx="19111">
                  <c:v>208.94</c:v>
                </c:pt>
                <c:pt idx="19112">
                  <c:v>199.95</c:v>
                </c:pt>
                <c:pt idx="19113">
                  <c:v>226.03</c:v>
                </c:pt>
                <c:pt idx="19114">
                  <c:v>199.95</c:v>
                </c:pt>
                <c:pt idx="19115">
                  <c:v>199.95</c:v>
                </c:pt>
                <c:pt idx="19116">
                  <c:v>237.94</c:v>
                </c:pt>
                <c:pt idx="19117">
                  <c:v>225.95</c:v>
                </c:pt>
                <c:pt idx="19118">
                  <c:v>199.95</c:v>
                </c:pt>
                <c:pt idx="19119">
                  <c:v>239.94</c:v>
                </c:pt>
                <c:pt idx="19120">
                  <c:v>131.97999999999999</c:v>
                </c:pt>
                <c:pt idx="19121">
                  <c:v>140.97</c:v>
                </c:pt>
                <c:pt idx="19122">
                  <c:v>79.98</c:v>
                </c:pt>
                <c:pt idx="19123">
                  <c:v>159.94999999999999</c:v>
                </c:pt>
                <c:pt idx="19124">
                  <c:v>187.93</c:v>
                </c:pt>
                <c:pt idx="19125">
                  <c:v>79.98</c:v>
                </c:pt>
                <c:pt idx="19126">
                  <c:v>263.95999999999998</c:v>
                </c:pt>
                <c:pt idx="19127">
                  <c:v>67.97</c:v>
                </c:pt>
                <c:pt idx="19128">
                  <c:v>284.95999999999998</c:v>
                </c:pt>
                <c:pt idx="19129">
                  <c:v>199.97</c:v>
                </c:pt>
                <c:pt idx="19130">
                  <c:v>284.95999999999998</c:v>
                </c:pt>
                <c:pt idx="19131">
                  <c:v>252.96</c:v>
                </c:pt>
                <c:pt idx="19132">
                  <c:v>121.96</c:v>
                </c:pt>
                <c:pt idx="19133">
                  <c:v>243.95</c:v>
                </c:pt>
                <c:pt idx="19134">
                  <c:v>197.97</c:v>
                </c:pt>
                <c:pt idx="19135">
                  <c:v>159.97</c:v>
                </c:pt>
                <c:pt idx="19136">
                  <c:v>223.96</c:v>
                </c:pt>
                <c:pt idx="19137">
                  <c:v>69.959999999999994</c:v>
                </c:pt>
                <c:pt idx="19138">
                  <c:v>172.97</c:v>
                </c:pt>
                <c:pt idx="19139">
                  <c:v>239.96</c:v>
                </c:pt>
                <c:pt idx="19140">
                  <c:v>197.97</c:v>
                </c:pt>
                <c:pt idx="19141">
                  <c:v>175.85</c:v>
                </c:pt>
                <c:pt idx="19142">
                  <c:v>88.97</c:v>
                </c:pt>
                <c:pt idx="19143">
                  <c:v>173.94</c:v>
                </c:pt>
                <c:pt idx="19144">
                  <c:v>114.97</c:v>
                </c:pt>
                <c:pt idx="19145">
                  <c:v>119.96</c:v>
                </c:pt>
                <c:pt idx="19146">
                  <c:v>115.97</c:v>
                </c:pt>
                <c:pt idx="19147">
                  <c:v>184.97</c:v>
                </c:pt>
                <c:pt idx="19148">
                  <c:v>127.98</c:v>
                </c:pt>
                <c:pt idx="19149">
                  <c:v>121.98</c:v>
                </c:pt>
                <c:pt idx="19150">
                  <c:v>216.83</c:v>
                </c:pt>
                <c:pt idx="19151">
                  <c:v>204.94</c:v>
                </c:pt>
                <c:pt idx="19152">
                  <c:v>474.91</c:v>
                </c:pt>
                <c:pt idx="19153">
                  <c:v>94.97</c:v>
                </c:pt>
                <c:pt idx="19154">
                  <c:v>340.95</c:v>
                </c:pt>
                <c:pt idx="19155">
                  <c:v>235.96</c:v>
                </c:pt>
                <c:pt idx="19156">
                  <c:v>105.96</c:v>
                </c:pt>
                <c:pt idx="19157">
                  <c:v>146.97</c:v>
                </c:pt>
                <c:pt idx="19158">
                  <c:v>254.97</c:v>
                </c:pt>
                <c:pt idx="19159">
                  <c:v>112.28</c:v>
                </c:pt>
                <c:pt idx="19160">
                  <c:v>254.97</c:v>
                </c:pt>
                <c:pt idx="19161">
                  <c:v>73.42</c:v>
                </c:pt>
                <c:pt idx="19162">
                  <c:v>79.849999999999994</c:v>
                </c:pt>
                <c:pt idx="19163">
                  <c:v>79.849999999999994</c:v>
                </c:pt>
                <c:pt idx="19164">
                  <c:v>79.849999999999994</c:v>
                </c:pt>
                <c:pt idx="19165">
                  <c:v>77.510000000000005</c:v>
                </c:pt>
                <c:pt idx="19166">
                  <c:v>79.849999999999994</c:v>
                </c:pt>
                <c:pt idx="19167">
                  <c:v>55.64</c:v>
                </c:pt>
                <c:pt idx="19168">
                  <c:v>79.849999999999994</c:v>
                </c:pt>
                <c:pt idx="19169">
                  <c:v>79.849999999999994</c:v>
                </c:pt>
                <c:pt idx="19170">
                  <c:v>94.24</c:v>
                </c:pt>
                <c:pt idx="19171">
                  <c:v>84.69</c:v>
                </c:pt>
                <c:pt idx="19172">
                  <c:v>79.849999999999994</c:v>
                </c:pt>
                <c:pt idx="19173">
                  <c:v>114.97</c:v>
                </c:pt>
                <c:pt idx="19174">
                  <c:v>184.97</c:v>
                </c:pt>
                <c:pt idx="19175">
                  <c:v>131.97999999999999</c:v>
                </c:pt>
                <c:pt idx="19176">
                  <c:v>127.5</c:v>
                </c:pt>
                <c:pt idx="19177">
                  <c:v>169.98</c:v>
                </c:pt>
                <c:pt idx="19178">
                  <c:v>169.98</c:v>
                </c:pt>
                <c:pt idx="19179">
                  <c:v>169.98</c:v>
                </c:pt>
                <c:pt idx="19180">
                  <c:v>159.97999999999999</c:v>
                </c:pt>
                <c:pt idx="19181">
                  <c:v>102.18</c:v>
                </c:pt>
                <c:pt idx="19182">
                  <c:v>169.98</c:v>
                </c:pt>
                <c:pt idx="19183">
                  <c:v>156.88</c:v>
                </c:pt>
                <c:pt idx="19184">
                  <c:v>114.98</c:v>
                </c:pt>
                <c:pt idx="19185">
                  <c:v>150.08000000000001</c:v>
                </c:pt>
                <c:pt idx="19186">
                  <c:v>65.989999999999995</c:v>
                </c:pt>
                <c:pt idx="19187">
                  <c:v>83.97</c:v>
                </c:pt>
                <c:pt idx="19188">
                  <c:v>84.99</c:v>
                </c:pt>
                <c:pt idx="19189">
                  <c:v>75.98</c:v>
                </c:pt>
                <c:pt idx="19190">
                  <c:v>94.98</c:v>
                </c:pt>
                <c:pt idx="19191">
                  <c:v>84.99</c:v>
                </c:pt>
                <c:pt idx="19192">
                  <c:v>84.99</c:v>
                </c:pt>
                <c:pt idx="19193">
                  <c:v>110.98</c:v>
                </c:pt>
                <c:pt idx="19194">
                  <c:v>90.98</c:v>
                </c:pt>
                <c:pt idx="19195">
                  <c:v>110.98</c:v>
                </c:pt>
                <c:pt idx="19196">
                  <c:v>75.98</c:v>
                </c:pt>
                <c:pt idx="19197">
                  <c:v>100.98</c:v>
                </c:pt>
                <c:pt idx="19198">
                  <c:v>59.8</c:v>
                </c:pt>
                <c:pt idx="19199">
                  <c:v>100.98</c:v>
                </c:pt>
                <c:pt idx="19200">
                  <c:v>59.8</c:v>
                </c:pt>
                <c:pt idx="19201">
                  <c:v>84.99</c:v>
                </c:pt>
                <c:pt idx="19202">
                  <c:v>94.98</c:v>
                </c:pt>
                <c:pt idx="19203">
                  <c:v>84.99</c:v>
                </c:pt>
                <c:pt idx="19204">
                  <c:v>89.98</c:v>
                </c:pt>
                <c:pt idx="19205">
                  <c:v>99.98</c:v>
                </c:pt>
                <c:pt idx="19206">
                  <c:v>99.98</c:v>
                </c:pt>
                <c:pt idx="19207">
                  <c:v>84.99</c:v>
                </c:pt>
                <c:pt idx="19208">
                  <c:v>84.99</c:v>
                </c:pt>
                <c:pt idx="19209">
                  <c:v>83.97</c:v>
                </c:pt>
                <c:pt idx="19210">
                  <c:v>65.989999999999995</c:v>
                </c:pt>
                <c:pt idx="19211">
                  <c:v>89.98</c:v>
                </c:pt>
                <c:pt idx="19212">
                  <c:v>65.989999999999995</c:v>
                </c:pt>
                <c:pt idx="19213">
                  <c:v>65.989999999999995</c:v>
                </c:pt>
                <c:pt idx="19214">
                  <c:v>84.99</c:v>
                </c:pt>
                <c:pt idx="19215">
                  <c:v>84.99</c:v>
                </c:pt>
                <c:pt idx="19216">
                  <c:v>90.98</c:v>
                </c:pt>
                <c:pt idx="19217">
                  <c:v>84.99</c:v>
                </c:pt>
                <c:pt idx="19218">
                  <c:v>140.96</c:v>
                </c:pt>
                <c:pt idx="19219">
                  <c:v>140.96</c:v>
                </c:pt>
                <c:pt idx="19220">
                  <c:v>195.97</c:v>
                </c:pt>
                <c:pt idx="19221">
                  <c:v>355.67</c:v>
                </c:pt>
                <c:pt idx="19222">
                  <c:v>361.69</c:v>
                </c:pt>
                <c:pt idx="19223">
                  <c:v>595.21</c:v>
                </c:pt>
                <c:pt idx="19224">
                  <c:v>293.95999999999998</c:v>
                </c:pt>
                <c:pt idx="19225">
                  <c:v>159.69999999999999</c:v>
                </c:pt>
                <c:pt idx="19226">
                  <c:v>159.69999999999999</c:v>
                </c:pt>
                <c:pt idx="19227">
                  <c:v>159.69999999999999</c:v>
                </c:pt>
                <c:pt idx="19228">
                  <c:v>155.78</c:v>
                </c:pt>
                <c:pt idx="19229">
                  <c:v>319.39</c:v>
                </c:pt>
                <c:pt idx="19230">
                  <c:v>227.56</c:v>
                </c:pt>
                <c:pt idx="19231">
                  <c:v>167.59</c:v>
                </c:pt>
                <c:pt idx="19232">
                  <c:v>232.25</c:v>
                </c:pt>
                <c:pt idx="19233">
                  <c:v>239.54</c:v>
                </c:pt>
                <c:pt idx="19234">
                  <c:v>159.65</c:v>
                </c:pt>
                <c:pt idx="19235">
                  <c:v>111.3</c:v>
                </c:pt>
                <c:pt idx="19236">
                  <c:v>108.82</c:v>
                </c:pt>
                <c:pt idx="19237">
                  <c:v>159.65</c:v>
                </c:pt>
                <c:pt idx="19238">
                  <c:v>220.15</c:v>
                </c:pt>
                <c:pt idx="19239">
                  <c:v>220.15</c:v>
                </c:pt>
                <c:pt idx="19240">
                  <c:v>123.38</c:v>
                </c:pt>
                <c:pt idx="19241">
                  <c:v>111.3</c:v>
                </c:pt>
                <c:pt idx="19242">
                  <c:v>108.82</c:v>
                </c:pt>
                <c:pt idx="19243">
                  <c:v>134.25</c:v>
                </c:pt>
                <c:pt idx="19244">
                  <c:v>102.57</c:v>
                </c:pt>
                <c:pt idx="19245">
                  <c:v>141.11000000000001</c:v>
                </c:pt>
                <c:pt idx="19246">
                  <c:v>131.83000000000001</c:v>
                </c:pt>
                <c:pt idx="19247">
                  <c:v>131.83000000000001</c:v>
                </c:pt>
                <c:pt idx="19248">
                  <c:v>141.11000000000001</c:v>
                </c:pt>
                <c:pt idx="19249">
                  <c:v>229.83</c:v>
                </c:pt>
                <c:pt idx="19250">
                  <c:v>229.83</c:v>
                </c:pt>
                <c:pt idx="19251">
                  <c:v>134.25</c:v>
                </c:pt>
                <c:pt idx="19252">
                  <c:v>134.29</c:v>
                </c:pt>
                <c:pt idx="19253">
                  <c:v>134.29</c:v>
                </c:pt>
                <c:pt idx="19254">
                  <c:v>236.14</c:v>
                </c:pt>
                <c:pt idx="19255">
                  <c:v>142.74</c:v>
                </c:pt>
                <c:pt idx="19256">
                  <c:v>142.74</c:v>
                </c:pt>
                <c:pt idx="19257">
                  <c:v>157.24</c:v>
                </c:pt>
                <c:pt idx="19258">
                  <c:v>157.24</c:v>
                </c:pt>
                <c:pt idx="19259">
                  <c:v>236.14</c:v>
                </c:pt>
                <c:pt idx="19260">
                  <c:v>102.57</c:v>
                </c:pt>
                <c:pt idx="19261">
                  <c:v>123.38</c:v>
                </c:pt>
                <c:pt idx="19262">
                  <c:v>101.59</c:v>
                </c:pt>
                <c:pt idx="19263">
                  <c:v>101.59</c:v>
                </c:pt>
                <c:pt idx="19264">
                  <c:v>90.24</c:v>
                </c:pt>
                <c:pt idx="19265">
                  <c:v>90.24</c:v>
                </c:pt>
                <c:pt idx="19266">
                  <c:v>61.69</c:v>
                </c:pt>
                <c:pt idx="19267">
                  <c:v>61.69</c:v>
                </c:pt>
                <c:pt idx="19268">
                  <c:v>119.96</c:v>
                </c:pt>
                <c:pt idx="19269">
                  <c:v>108.16</c:v>
                </c:pt>
                <c:pt idx="19270">
                  <c:v>89.97</c:v>
                </c:pt>
                <c:pt idx="19271">
                  <c:v>139.94999999999999</c:v>
                </c:pt>
                <c:pt idx="19272">
                  <c:v>86.67</c:v>
                </c:pt>
                <c:pt idx="19273">
                  <c:v>89.97</c:v>
                </c:pt>
                <c:pt idx="19274">
                  <c:v>59.98</c:v>
                </c:pt>
                <c:pt idx="19275">
                  <c:v>59.98</c:v>
                </c:pt>
                <c:pt idx="19276">
                  <c:v>83.97</c:v>
                </c:pt>
                <c:pt idx="19277">
                  <c:v>99.96</c:v>
                </c:pt>
                <c:pt idx="19278">
                  <c:v>76.47</c:v>
                </c:pt>
                <c:pt idx="19279">
                  <c:v>118.95</c:v>
                </c:pt>
                <c:pt idx="19280">
                  <c:v>88.87</c:v>
                </c:pt>
                <c:pt idx="19281">
                  <c:v>80.97</c:v>
                </c:pt>
                <c:pt idx="19282">
                  <c:v>79.98</c:v>
                </c:pt>
                <c:pt idx="19283">
                  <c:v>83.98</c:v>
                </c:pt>
                <c:pt idx="19284">
                  <c:v>65.989999999999995</c:v>
                </c:pt>
                <c:pt idx="19285">
                  <c:v>65.989999999999995</c:v>
                </c:pt>
                <c:pt idx="19286">
                  <c:v>58.27</c:v>
                </c:pt>
                <c:pt idx="19287">
                  <c:v>131.97999999999999</c:v>
                </c:pt>
                <c:pt idx="19288">
                  <c:v>172.97</c:v>
                </c:pt>
                <c:pt idx="19289">
                  <c:v>224.43</c:v>
                </c:pt>
                <c:pt idx="19290">
                  <c:v>161.96</c:v>
                </c:pt>
                <c:pt idx="19291">
                  <c:v>242.94</c:v>
                </c:pt>
                <c:pt idx="19292">
                  <c:v>227.95</c:v>
                </c:pt>
                <c:pt idx="19293">
                  <c:v>275.43</c:v>
                </c:pt>
                <c:pt idx="19294">
                  <c:v>127.94</c:v>
                </c:pt>
                <c:pt idx="19295">
                  <c:v>206.96</c:v>
                </c:pt>
                <c:pt idx="19296">
                  <c:v>102.98</c:v>
                </c:pt>
                <c:pt idx="19297">
                  <c:v>157.97</c:v>
                </c:pt>
                <c:pt idx="19298">
                  <c:v>137.97999999999999</c:v>
                </c:pt>
                <c:pt idx="19299">
                  <c:v>84.99</c:v>
                </c:pt>
                <c:pt idx="19300">
                  <c:v>84.99</c:v>
                </c:pt>
                <c:pt idx="19301">
                  <c:v>102.98</c:v>
                </c:pt>
                <c:pt idx="19302">
                  <c:v>109.98</c:v>
                </c:pt>
                <c:pt idx="19303">
                  <c:v>79.41</c:v>
                </c:pt>
                <c:pt idx="19304">
                  <c:v>-33.9</c:v>
                </c:pt>
                <c:pt idx="19305">
                  <c:v>151.52000000000001</c:v>
                </c:pt>
                <c:pt idx="19306">
                  <c:v>84.99</c:v>
                </c:pt>
                <c:pt idx="19307">
                  <c:v>84.99</c:v>
                </c:pt>
                <c:pt idx="19308">
                  <c:v>149.97999999999999</c:v>
                </c:pt>
                <c:pt idx="19309">
                  <c:v>79.400000000000006</c:v>
                </c:pt>
                <c:pt idx="19310">
                  <c:v>102.98</c:v>
                </c:pt>
                <c:pt idx="19311">
                  <c:v>-22.6</c:v>
                </c:pt>
                <c:pt idx="19312">
                  <c:v>169.98</c:v>
                </c:pt>
                <c:pt idx="19313">
                  <c:v>82.26</c:v>
                </c:pt>
                <c:pt idx="19314">
                  <c:v>83.99</c:v>
                </c:pt>
                <c:pt idx="19315">
                  <c:v>81.38</c:v>
                </c:pt>
                <c:pt idx="19316">
                  <c:v>84.99</c:v>
                </c:pt>
                <c:pt idx="19317">
                  <c:v>84.99</c:v>
                </c:pt>
                <c:pt idx="19318">
                  <c:v>121.97</c:v>
                </c:pt>
                <c:pt idx="19319">
                  <c:v>102.98</c:v>
                </c:pt>
                <c:pt idx="19320">
                  <c:v>99.13</c:v>
                </c:pt>
                <c:pt idx="19321">
                  <c:v>79.98</c:v>
                </c:pt>
                <c:pt idx="19322">
                  <c:v>129.97999999999999</c:v>
                </c:pt>
                <c:pt idx="19323">
                  <c:v>84.99</c:v>
                </c:pt>
                <c:pt idx="19324">
                  <c:v>82.84</c:v>
                </c:pt>
                <c:pt idx="19325">
                  <c:v>108.98</c:v>
                </c:pt>
                <c:pt idx="19326">
                  <c:v>84.99</c:v>
                </c:pt>
                <c:pt idx="19327">
                  <c:v>84.99</c:v>
                </c:pt>
                <c:pt idx="19328">
                  <c:v>137.97999999999999</c:v>
                </c:pt>
                <c:pt idx="19329">
                  <c:v>109.98</c:v>
                </c:pt>
                <c:pt idx="19330">
                  <c:v>83.29</c:v>
                </c:pt>
                <c:pt idx="19331">
                  <c:v>-20</c:v>
                </c:pt>
                <c:pt idx="19332">
                  <c:v>118.93</c:v>
                </c:pt>
                <c:pt idx="19333">
                  <c:v>84.14</c:v>
                </c:pt>
                <c:pt idx="19334">
                  <c:v>59.39</c:v>
                </c:pt>
                <c:pt idx="19335">
                  <c:v>103.83</c:v>
                </c:pt>
                <c:pt idx="19336">
                  <c:v>83.79</c:v>
                </c:pt>
                <c:pt idx="19337">
                  <c:v>82.63</c:v>
                </c:pt>
                <c:pt idx="19338">
                  <c:v>77.98</c:v>
                </c:pt>
                <c:pt idx="19339">
                  <c:v>70.180000000000007</c:v>
                </c:pt>
                <c:pt idx="19340">
                  <c:v>65.44</c:v>
                </c:pt>
                <c:pt idx="19341">
                  <c:v>84.99</c:v>
                </c:pt>
                <c:pt idx="19342">
                  <c:v>52.76</c:v>
                </c:pt>
                <c:pt idx="19343">
                  <c:v>84.99</c:v>
                </c:pt>
                <c:pt idx="19344">
                  <c:v>75.09</c:v>
                </c:pt>
                <c:pt idx="19345">
                  <c:v>84.99</c:v>
                </c:pt>
                <c:pt idx="19346">
                  <c:v>113.28</c:v>
                </c:pt>
                <c:pt idx="19347">
                  <c:v>76.489999999999995</c:v>
                </c:pt>
                <c:pt idx="19348">
                  <c:v>76.540000000000006</c:v>
                </c:pt>
                <c:pt idx="19349">
                  <c:v>64.27</c:v>
                </c:pt>
                <c:pt idx="19350">
                  <c:v>84.99</c:v>
                </c:pt>
                <c:pt idx="19351">
                  <c:v>84.99</c:v>
                </c:pt>
                <c:pt idx="19352">
                  <c:v>76.489999999999995</c:v>
                </c:pt>
                <c:pt idx="19353">
                  <c:v>653.29999999999995</c:v>
                </c:pt>
                <c:pt idx="19354">
                  <c:v>659.9</c:v>
                </c:pt>
                <c:pt idx="19355">
                  <c:v>659.9</c:v>
                </c:pt>
                <c:pt idx="19356">
                  <c:v>184.97</c:v>
                </c:pt>
                <c:pt idx="19357">
                  <c:v>144.47</c:v>
                </c:pt>
                <c:pt idx="19358">
                  <c:v>242.46</c:v>
                </c:pt>
                <c:pt idx="19359">
                  <c:v>184.97</c:v>
                </c:pt>
                <c:pt idx="19360">
                  <c:v>184.97</c:v>
                </c:pt>
                <c:pt idx="19361">
                  <c:v>273.94</c:v>
                </c:pt>
                <c:pt idx="19362">
                  <c:v>242.96</c:v>
                </c:pt>
                <c:pt idx="19363">
                  <c:v>50.99</c:v>
                </c:pt>
                <c:pt idx="19364">
                  <c:v>291.94</c:v>
                </c:pt>
                <c:pt idx="19365">
                  <c:v>219.46</c:v>
                </c:pt>
                <c:pt idx="19366">
                  <c:v>263.95999999999998</c:v>
                </c:pt>
                <c:pt idx="19367">
                  <c:v>239.54</c:v>
                </c:pt>
                <c:pt idx="19368">
                  <c:v>283.64</c:v>
                </c:pt>
                <c:pt idx="19369">
                  <c:v>239.54</c:v>
                </c:pt>
                <c:pt idx="19370">
                  <c:v>297.55</c:v>
                </c:pt>
                <c:pt idx="19371">
                  <c:v>361.71</c:v>
                </c:pt>
                <c:pt idx="19372">
                  <c:v>159.69999999999999</c:v>
                </c:pt>
                <c:pt idx="19373">
                  <c:v>399.24</c:v>
                </c:pt>
                <c:pt idx="19374">
                  <c:v>319.39</c:v>
                </c:pt>
                <c:pt idx="19375">
                  <c:v>223.21</c:v>
                </c:pt>
                <c:pt idx="19376">
                  <c:v>86.78</c:v>
                </c:pt>
                <c:pt idx="19377">
                  <c:v>71.94</c:v>
                </c:pt>
                <c:pt idx="19378">
                  <c:v>87.94</c:v>
                </c:pt>
                <c:pt idx="19379">
                  <c:v>95.62</c:v>
                </c:pt>
                <c:pt idx="19380">
                  <c:v>89.93</c:v>
                </c:pt>
                <c:pt idx="19381">
                  <c:v>79.94</c:v>
                </c:pt>
                <c:pt idx="19382">
                  <c:v>156.88999999999999</c:v>
                </c:pt>
                <c:pt idx="19383">
                  <c:v>99.93</c:v>
                </c:pt>
                <c:pt idx="19384">
                  <c:v>71.94</c:v>
                </c:pt>
                <c:pt idx="19385">
                  <c:v>84.99</c:v>
                </c:pt>
                <c:pt idx="19386">
                  <c:v>206.97</c:v>
                </c:pt>
                <c:pt idx="19387">
                  <c:v>169.98</c:v>
                </c:pt>
                <c:pt idx="19388">
                  <c:v>254.97</c:v>
                </c:pt>
                <c:pt idx="19389">
                  <c:v>254.97</c:v>
                </c:pt>
                <c:pt idx="19390">
                  <c:v>121.98</c:v>
                </c:pt>
                <c:pt idx="19391">
                  <c:v>183.95</c:v>
                </c:pt>
                <c:pt idx="19392">
                  <c:v>88.76</c:v>
                </c:pt>
                <c:pt idx="19393">
                  <c:v>99.98</c:v>
                </c:pt>
                <c:pt idx="19394">
                  <c:v>177.96</c:v>
                </c:pt>
                <c:pt idx="19395">
                  <c:v>300.93</c:v>
                </c:pt>
                <c:pt idx="19396">
                  <c:v>275.75</c:v>
                </c:pt>
                <c:pt idx="19397">
                  <c:v>201.67</c:v>
                </c:pt>
                <c:pt idx="19398">
                  <c:v>103.98</c:v>
                </c:pt>
                <c:pt idx="19399">
                  <c:v>124.74</c:v>
                </c:pt>
                <c:pt idx="19400">
                  <c:v>253.57</c:v>
                </c:pt>
                <c:pt idx="19401">
                  <c:v>45.48</c:v>
                </c:pt>
                <c:pt idx="19402">
                  <c:v>59.98</c:v>
                </c:pt>
                <c:pt idx="19403">
                  <c:v>131.86000000000001</c:v>
                </c:pt>
                <c:pt idx="19404">
                  <c:v>84.99</c:v>
                </c:pt>
                <c:pt idx="19405">
                  <c:v>84.99</c:v>
                </c:pt>
                <c:pt idx="19406">
                  <c:v>76.489999999999995</c:v>
                </c:pt>
                <c:pt idx="19407">
                  <c:v>130.38</c:v>
                </c:pt>
                <c:pt idx="19408">
                  <c:v>84.99</c:v>
                </c:pt>
                <c:pt idx="19409">
                  <c:v>84.99</c:v>
                </c:pt>
                <c:pt idx="19410">
                  <c:v>84.99</c:v>
                </c:pt>
                <c:pt idx="19411">
                  <c:v>84.99</c:v>
                </c:pt>
                <c:pt idx="19412">
                  <c:v>84.99</c:v>
                </c:pt>
                <c:pt idx="19413">
                  <c:v>84.99</c:v>
                </c:pt>
                <c:pt idx="19414">
                  <c:v>84.99</c:v>
                </c:pt>
                <c:pt idx="19415">
                  <c:v>84.99</c:v>
                </c:pt>
                <c:pt idx="19416">
                  <c:v>71.44</c:v>
                </c:pt>
                <c:pt idx="19417">
                  <c:v>84.99</c:v>
                </c:pt>
                <c:pt idx="19418">
                  <c:v>58.98</c:v>
                </c:pt>
                <c:pt idx="19419">
                  <c:v>89.98</c:v>
                </c:pt>
                <c:pt idx="19420">
                  <c:v>84.99</c:v>
                </c:pt>
                <c:pt idx="19421">
                  <c:v>89.98</c:v>
                </c:pt>
                <c:pt idx="19422">
                  <c:v>84.58</c:v>
                </c:pt>
                <c:pt idx="19423">
                  <c:v>97.04</c:v>
                </c:pt>
                <c:pt idx="19424">
                  <c:v>28.43</c:v>
                </c:pt>
                <c:pt idx="19425">
                  <c:v>89.98</c:v>
                </c:pt>
                <c:pt idx="19426">
                  <c:v>46.29</c:v>
                </c:pt>
                <c:pt idx="19427">
                  <c:v>89.98</c:v>
                </c:pt>
                <c:pt idx="19428">
                  <c:v>89.98</c:v>
                </c:pt>
                <c:pt idx="19429">
                  <c:v>65.989999999999995</c:v>
                </c:pt>
                <c:pt idx="19430">
                  <c:v>89.98</c:v>
                </c:pt>
                <c:pt idx="19431">
                  <c:v>84.99</c:v>
                </c:pt>
                <c:pt idx="19432">
                  <c:v>56.98</c:v>
                </c:pt>
                <c:pt idx="19433">
                  <c:v>129.97999999999999</c:v>
                </c:pt>
                <c:pt idx="19434">
                  <c:v>89.98</c:v>
                </c:pt>
                <c:pt idx="19435">
                  <c:v>89.98</c:v>
                </c:pt>
                <c:pt idx="19436">
                  <c:v>44.54</c:v>
                </c:pt>
                <c:pt idx="19437">
                  <c:v>89.98</c:v>
                </c:pt>
                <c:pt idx="19438">
                  <c:v>89.98</c:v>
                </c:pt>
                <c:pt idx="19439">
                  <c:v>89.98</c:v>
                </c:pt>
                <c:pt idx="19440">
                  <c:v>87.28</c:v>
                </c:pt>
                <c:pt idx="19441">
                  <c:v>84.68</c:v>
                </c:pt>
                <c:pt idx="19442">
                  <c:v>85.93</c:v>
                </c:pt>
                <c:pt idx="19443">
                  <c:v>89.98</c:v>
                </c:pt>
                <c:pt idx="19444">
                  <c:v>89.98</c:v>
                </c:pt>
                <c:pt idx="19445">
                  <c:v>45.16</c:v>
                </c:pt>
                <c:pt idx="19446">
                  <c:v>89.98</c:v>
                </c:pt>
                <c:pt idx="19447">
                  <c:v>89.98</c:v>
                </c:pt>
                <c:pt idx="19448">
                  <c:v>88.18</c:v>
                </c:pt>
                <c:pt idx="19449">
                  <c:v>89.98</c:v>
                </c:pt>
                <c:pt idx="19450">
                  <c:v>36.29</c:v>
                </c:pt>
                <c:pt idx="19451">
                  <c:v>89.98</c:v>
                </c:pt>
                <c:pt idx="19452">
                  <c:v>229.47</c:v>
                </c:pt>
                <c:pt idx="19453">
                  <c:v>68.989999999999995</c:v>
                </c:pt>
                <c:pt idx="19454">
                  <c:v>238.78</c:v>
                </c:pt>
                <c:pt idx="19455">
                  <c:v>146.97</c:v>
                </c:pt>
                <c:pt idx="19456">
                  <c:v>184.97</c:v>
                </c:pt>
                <c:pt idx="19457">
                  <c:v>131.97999999999999</c:v>
                </c:pt>
                <c:pt idx="19458">
                  <c:v>64.98</c:v>
                </c:pt>
                <c:pt idx="19459">
                  <c:v>199.96</c:v>
                </c:pt>
                <c:pt idx="19460">
                  <c:v>131.97999999999999</c:v>
                </c:pt>
                <c:pt idx="19461">
                  <c:v>197.97</c:v>
                </c:pt>
                <c:pt idx="19462">
                  <c:v>146.97</c:v>
                </c:pt>
                <c:pt idx="19463">
                  <c:v>79.98</c:v>
                </c:pt>
                <c:pt idx="19464">
                  <c:v>79.98</c:v>
                </c:pt>
                <c:pt idx="19465">
                  <c:v>159.94999999999999</c:v>
                </c:pt>
                <c:pt idx="19466">
                  <c:v>131.97999999999999</c:v>
                </c:pt>
                <c:pt idx="19467">
                  <c:v>131.97999999999999</c:v>
                </c:pt>
                <c:pt idx="19468">
                  <c:v>105.98</c:v>
                </c:pt>
                <c:pt idx="19469">
                  <c:v>131.97999999999999</c:v>
                </c:pt>
                <c:pt idx="19470">
                  <c:v>131.97999999999999</c:v>
                </c:pt>
                <c:pt idx="19471">
                  <c:v>146.97</c:v>
                </c:pt>
                <c:pt idx="19472">
                  <c:v>131.97999999999999</c:v>
                </c:pt>
                <c:pt idx="19473">
                  <c:v>65.989999999999995</c:v>
                </c:pt>
                <c:pt idx="19474">
                  <c:v>76.34</c:v>
                </c:pt>
                <c:pt idx="19475">
                  <c:v>131.97999999999999</c:v>
                </c:pt>
                <c:pt idx="19476">
                  <c:v>67.98</c:v>
                </c:pt>
                <c:pt idx="19477">
                  <c:v>123.34</c:v>
                </c:pt>
                <c:pt idx="19478">
                  <c:v>302.95</c:v>
                </c:pt>
                <c:pt idx="19479">
                  <c:v>124.13</c:v>
                </c:pt>
                <c:pt idx="19480">
                  <c:v>269.95999999999998</c:v>
                </c:pt>
                <c:pt idx="19481">
                  <c:v>239.97</c:v>
                </c:pt>
                <c:pt idx="19482">
                  <c:v>91.98</c:v>
                </c:pt>
                <c:pt idx="19483">
                  <c:v>244.97</c:v>
                </c:pt>
                <c:pt idx="19484">
                  <c:v>204.97</c:v>
                </c:pt>
                <c:pt idx="19485">
                  <c:v>239.97</c:v>
                </c:pt>
                <c:pt idx="19486">
                  <c:v>334.96</c:v>
                </c:pt>
                <c:pt idx="19487">
                  <c:v>262.05</c:v>
                </c:pt>
                <c:pt idx="19488">
                  <c:v>466.82</c:v>
                </c:pt>
                <c:pt idx="19489">
                  <c:v>164.98</c:v>
                </c:pt>
                <c:pt idx="19490">
                  <c:v>159.97999999999999</c:v>
                </c:pt>
                <c:pt idx="19491">
                  <c:v>234.97</c:v>
                </c:pt>
                <c:pt idx="19492">
                  <c:v>215.97</c:v>
                </c:pt>
                <c:pt idx="19493">
                  <c:v>84.99</c:v>
                </c:pt>
                <c:pt idx="19494">
                  <c:v>197.97</c:v>
                </c:pt>
                <c:pt idx="19495">
                  <c:v>39.479999999999997</c:v>
                </c:pt>
                <c:pt idx="19496">
                  <c:v>39.479999999999997</c:v>
                </c:pt>
                <c:pt idx="19497">
                  <c:v>147.97</c:v>
                </c:pt>
                <c:pt idx="19498">
                  <c:v>179.95</c:v>
                </c:pt>
                <c:pt idx="19499">
                  <c:v>147.97</c:v>
                </c:pt>
                <c:pt idx="19500">
                  <c:v>-199.96</c:v>
                </c:pt>
                <c:pt idx="19501">
                  <c:v>279.92</c:v>
                </c:pt>
                <c:pt idx="19502">
                  <c:v>48.47</c:v>
                </c:pt>
                <c:pt idx="19503">
                  <c:v>229.95</c:v>
                </c:pt>
                <c:pt idx="19504">
                  <c:v>48.47</c:v>
                </c:pt>
                <c:pt idx="19505">
                  <c:v>279.92</c:v>
                </c:pt>
                <c:pt idx="19506">
                  <c:v>-199.96</c:v>
                </c:pt>
                <c:pt idx="19507">
                  <c:v>197.97</c:v>
                </c:pt>
                <c:pt idx="19508">
                  <c:v>179.95</c:v>
                </c:pt>
                <c:pt idx="19509">
                  <c:v>237.96</c:v>
                </c:pt>
                <c:pt idx="19510">
                  <c:v>237.96</c:v>
                </c:pt>
                <c:pt idx="19511">
                  <c:v>229.95</c:v>
                </c:pt>
                <c:pt idx="19512">
                  <c:v>324.79000000000002</c:v>
                </c:pt>
                <c:pt idx="19513">
                  <c:v>324.79000000000002</c:v>
                </c:pt>
                <c:pt idx="19514">
                  <c:v>90.95</c:v>
                </c:pt>
                <c:pt idx="19515">
                  <c:v>90.95</c:v>
                </c:pt>
                <c:pt idx="19516">
                  <c:v>767.77</c:v>
                </c:pt>
                <c:pt idx="19517">
                  <c:v>339.96</c:v>
                </c:pt>
                <c:pt idx="19518">
                  <c:v>127.81</c:v>
                </c:pt>
                <c:pt idx="19519">
                  <c:v>133.94</c:v>
                </c:pt>
                <c:pt idx="19520">
                  <c:v>303.83</c:v>
                </c:pt>
                <c:pt idx="19521">
                  <c:v>254.97</c:v>
                </c:pt>
                <c:pt idx="19522">
                  <c:v>254.97</c:v>
                </c:pt>
                <c:pt idx="19523">
                  <c:v>424.95</c:v>
                </c:pt>
                <c:pt idx="19524">
                  <c:v>67.87</c:v>
                </c:pt>
                <c:pt idx="19525">
                  <c:v>149.97</c:v>
                </c:pt>
                <c:pt idx="19526">
                  <c:v>145.94999999999999</c:v>
                </c:pt>
                <c:pt idx="19527">
                  <c:v>169.98</c:v>
                </c:pt>
                <c:pt idx="19528">
                  <c:v>169.98</c:v>
                </c:pt>
                <c:pt idx="19529">
                  <c:v>169.98</c:v>
                </c:pt>
                <c:pt idx="19530">
                  <c:v>172.97</c:v>
                </c:pt>
                <c:pt idx="19531">
                  <c:v>169.98</c:v>
                </c:pt>
                <c:pt idx="19532">
                  <c:v>169.98</c:v>
                </c:pt>
                <c:pt idx="19533">
                  <c:v>169.98</c:v>
                </c:pt>
                <c:pt idx="19534">
                  <c:v>160.94999999999999</c:v>
                </c:pt>
                <c:pt idx="19535">
                  <c:v>171.48</c:v>
                </c:pt>
                <c:pt idx="19536">
                  <c:v>169.98</c:v>
                </c:pt>
                <c:pt idx="19537">
                  <c:v>84.98</c:v>
                </c:pt>
                <c:pt idx="19538">
                  <c:v>159.97999999999999</c:v>
                </c:pt>
                <c:pt idx="19539">
                  <c:v>131.97999999999999</c:v>
                </c:pt>
                <c:pt idx="19540">
                  <c:v>188.97</c:v>
                </c:pt>
                <c:pt idx="19541">
                  <c:v>207.96</c:v>
                </c:pt>
                <c:pt idx="19542">
                  <c:v>152.97999999999999</c:v>
                </c:pt>
                <c:pt idx="19543">
                  <c:v>188.97</c:v>
                </c:pt>
                <c:pt idx="19544">
                  <c:v>169.98</c:v>
                </c:pt>
                <c:pt idx="19545">
                  <c:v>351.95</c:v>
                </c:pt>
                <c:pt idx="19546">
                  <c:v>339.96</c:v>
                </c:pt>
                <c:pt idx="19547">
                  <c:v>190.16</c:v>
                </c:pt>
                <c:pt idx="19548">
                  <c:v>140.83000000000001</c:v>
                </c:pt>
                <c:pt idx="19549">
                  <c:v>339.96</c:v>
                </c:pt>
                <c:pt idx="19550">
                  <c:v>339.96</c:v>
                </c:pt>
                <c:pt idx="19551">
                  <c:v>96.98</c:v>
                </c:pt>
                <c:pt idx="19552">
                  <c:v>235.15</c:v>
                </c:pt>
                <c:pt idx="19553">
                  <c:v>351.95</c:v>
                </c:pt>
                <c:pt idx="19554">
                  <c:v>266.94</c:v>
                </c:pt>
                <c:pt idx="19555">
                  <c:v>197.97</c:v>
                </c:pt>
                <c:pt idx="19556">
                  <c:v>399.95</c:v>
                </c:pt>
                <c:pt idx="19557">
                  <c:v>266.95999999999998</c:v>
                </c:pt>
                <c:pt idx="19558">
                  <c:v>127.51</c:v>
                </c:pt>
                <c:pt idx="19559">
                  <c:v>271.95</c:v>
                </c:pt>
                <c:pt idx="19560">
                  <c:v>84.99</c:v>
                </c:pt>
                <c:pt idx="19561">
                  <c:v>84.99</c:v>
                </c:pt>
                <c:pt idx="19562">
                  <c:v>73.41</c:v>
                </c:pt>
                <c:pt idx="19563">
                  <c:v>131.97999999999999</c:v>
                </c:pt>
                <c:pt idx="19564">
                  <c:v>150.97</c:v>
                </c:pt>
                <c:pt idx="19565">
                  <c:v>103.98</c:v>
                </c:pt>
                <c:pt idx="19566">
                  <c:v>121.98</c:v>
                </c:pt>
                <c:pt idx="19567">
                  <c:v>110.96</c:v>
                </c:pt>
                <c:pt idx="19568">
                  <c:v>84.99</c:v>
                </c:pt>
                <c:pt idx="19569">
                  <c:v>118.78</c:v>
                </c:pt>
                <c:pt idx="19570">
                  <c:v>131.97999999999999</c:v>
                </c:pt>
                <c:pt idx="19571">
                  <c:v>74.989999999999995</c:v>
                </c:pt>
                <c:pt idx="19572">
                  <c:v>131.97999999999999</c:v>
                </c:pt>
                <c:pt idx="19573">
                  <c:v>168.21</c:v>
                </c:pt>
                <c:pt idx="19574">
                  <c:v>204.26</c:v>
                </c:pt>
                <c:pt idx="19575">
                  <c:v>143.97999999999999</c:v>
                </c:pt>
                <c:pt idx="19576">
                  <c:v>120.3</c:v>
                </c:pt>
                <c:pt idx="19577">
                  <c:v>165.27</c:v>
                </c:pt>
                <c:pt idx="19578">
                  <c:v>168.3</c:v>
                </c:pt>
                <c:pt idx="19579">
                  <c:v>169.98</c:v>
                </c:pt>
                <c:pt idx="19580">
                  <c:v>168.28</c:v>
                </c:pt>
                <c:pt idx="19581">
                  <c:v>141.97999999999999</c:v>
                </c:pt>
                <c:pt idx="19582">
                  <c:v>166.64</c:v>
                </c:pt>
                <c:pt idx="19583">
                  <c:v>166.64</c:v>
                </c:pt>
                <c:pt idx="19584">
                  <c:v>109.98</c:v>
                </c:pt>
                <c:pt idx="19585">
                  <c:v>84.99</c:v>
                </c:pt>
                <c:pt idx="19586">
                  <c:v>80.98</c:v>
                </c:pt>
                <c:pt idx="19587">
                  <c:v>84.99</c:v>
                </c:pt>
                <c:pt idx="19588">
                  <c:v>99.98</c:v>
                </c:pt>
                <c:pt idx="19589">
                  <c:v>80.319999999999993</c:v>
                </c:pt>
                <c:pt idx="19590">
                  <c:v>83.99</c:v>
                </c:pt>
                <c:pt idx="19591">
                  <c:v>84.99</c:v>
                </c:pt>
                <c:pt idx="19592">
                  <c:v>84.99</c:v>
                </c:pt>
                <c:pt idx="19593">
                  <c:v>65.19</c:v>
                </c:pt>
                <c:pt idx="19594">
                  <c:v>83.08</c:v>
                </c:pt>
                <c:pt idx="19595">
                  <c:v>99.98</c:v>
                </c:pt>
                <c:pt idx="19596">
                  <c:v>83.14</c:v>
                </c:pt>
                <c:pt idx="19597">
                  <c:v>84.14</c:v>
                </c:pt>
                <c:pt idx="19598">
                  <c:v>99.98</c:v>
                </c:pt>
                <c:pt idx="19599">
                  <c:v>98.28</c:v>
                </c:pt>
                <c:pt idx="19600">
                  <c:v>65.989999999999995</c:v>
                </c:pt>
                <c:pt idx="19601">
                  <c:v>63.86</c:v>
                </c:pt>
                <c:pt idx="19602">
                  <c:v>64.67</c:v>
                </c:pt>
                <c:pt idx="19603">
                  <c:v>94.98</c:v>
                </c:pt>
                <c:pt idx="19604">
                  <c:v>169.97</c:v>
                </c:pt>
                <c:pt idx="19605">
                  <c:v>53.96</c:v>
                </c:pt>
                <c:pt idx="19606">
                  <c:v>233.45</c:v>
                </c:pt>
                <c:pt idx="19607">
                  <c:v>65.3</c:v>
                </c:pt>
                <c:pt idx="19608">
                  <c:v>177.68</c:v>
                </c:pt>
                <c:pt idx="19609">
                  <c:v>66.5</c:v>
                </c:pt>
                <c:pt idx="19610">
                  <c:v>79.849999999999994</c:v>
                </c:pt>
                <c:pt idx="19611">
                  <c:v>87.07</c:v>
                </c:pt>
                <c:pt idx="19612">
                  <c:v>77.95</c:v>
                </c:pt>
                <c:pt idx="19613">
                  <c:v>75.95</c:v>
                </c:pt>
                <c:pt idx="19614">
                  <c:v>69.989999999999995</c:v>
                </c:pt>
                <c:pt idx="19615">
                  <c:v>67.959999999999994</c:v>
                </c:pt>
                <c:pt idx="19616">
                  <c:v>62.02</c:v>
                </c:pt>
                <c:pt idx="19617">
                  <c:v>55.98</c:v>
                </c:pt>
                <c:pt idx="19618">
                  <c:v>54.98</c:v>
                </c:pt>
                <c:pt idx="19619">
                  <c:v>219.96</c:v>
                </c:pt>
                <c:pt idx="19620">
                  <c:v>259.89999999999998</c:v>
                </c:pt>
                <c:pt idx="19621">
                  <c:v>257.3</c:v>
                </c:pt>
                <c:pt idx="19622">
                  <c:v>259.89999999999998</c:v>
                </c:pt>
                <c:pt idx="19623">
                  <c:v>251.31</c:v>
                </c:pt>
                <c:pt idx="19624">
                  <c:v>32.630000000000003</c:v>
                </c:pt>
                <c:pt idx="19625">
                  <c:v>56.82</c:v>
                </c:pt>
                <c:pt idx="19626">
                  <c:v>48.35</c:v>
                </c:pt>
                <c:pt idx="19627">
                  <c:v>25.39</c:v>
                </c:pt>
                <c:pt idx="19628">
                  <c:v>55.96</c:v>
                </c:pt>
                <c:pt idx="19629">
                  <c:v>55.96</c:v>
                </c:pt>
                <c:pt idx="19630">
                  <c:v>55.96</c:v>
                </c:pt>
                <c:pt idx="19631">
                  <c:v>55.96</c:v>
                </c:pt>
                <c:pt idx="19632">
                  <c:v>79.989999999999995</c:v>
                </c:pt>
                <c:pt idx="19633">
                  <c:v>61.98</c:v>
                </c:pt>
                <c:pt idx="19634">
                  <c:v>77.98</c:v>
                </c:pt>
                <c:pt idx="19635">
                  <c:v>109.98</c:v>
                </c:pt>
                <c:pt idx="19636">
                  <c:v>219.96</c:v>
                </c:pt>
                <c:pt idx="19637">
                  <c:v>121.46</c:v>
                </c:pt>
                <c:pt idx="19638">
                  <c:v>89.98</c:v>
                </c:pt>
                <c:pt idx="19639">
                  <c:v>202.95</c:v>
                </c:pt>
                <c:pt idx="19640">
                  <c:v>219.93</c:v>
                </c:pt>
                <c:pt idx="19641">
                  <c:v>62.96</c:v>
                </c:pt>
                <c:pt idx="19642">
                  <c:v>73.48</c:v>
                </c:pt>
                <c:pt idx="19643">
                  <c:v>119.96</c:v>
                </c:pt>
                <c:pt idx="19644">
                  <c:v>99.96</c:v>
                </c:pt>
                <c:pt idx="19645">
                  <c:v>71.97</c:v>
                </c:pt>
                <c:pt idx="19646">
                  <c:v>74.98</c:v>
                </c:pt>
                <c:pt idx="19647">
                  <c:v>85.98</c:v>
                </c:pt>
                <c:pt idx="19648">
                  <c:v>169.98</c:v>
                </c:pt>
                <c:pt idx="19649">
                  <c:v>109.98</c:v>
                </c:pt>
                <c:pt idx="19650">
                  <c:v>91.98</c:v>
                </c:pt>
                <c:pt idx="19651">
                  <c:v>100.98</c:v>
                </c:pt>
                <c:pt idx="19652">
                  <c:v>81.98</c:v>
                </c:pt>
                <c:pt idx="19653">
                  <c:v>100.98</c:v>
                </c:pt>
                <c:pt idx="19654">
                  <c:v>58.98</c:v>
                </c:pt>
                <c:pt idx="19655">
                  <c:v>84.99</c:v>
                </c:pt>
                <c:pt idx="19656">
                  <c:v>95.97</c:v>
                </c:pt>
                <c:pt idx="19657">
                  <c:v>79.239999999999995</c:v>
                </c:pt>
                <c:pt idx="19658">
                  <c:v>89.55</c:v>
                </c:pt>
                <c:pt idx="19659">
                  <c:v>54.99</c:v>
                </c:pt>
                <c:pt idx="19660">
                  <c:v>84.99</c:v>
                </c:pt>
                <c:pt idx="19661">
                  <c:v>54.99</c:v>
                </c:pt>
                <c:pt idx="19662">
                  <c:v>219.92</c:v>
                </c:pt>
                <c:pt idx="19663">
                  <c:v>63.96</c:v>
                </c:pt>
                <c:pt idx="19664">
                  <c:v>202.91</c:v>
                </c:pt>
                <c:pt idx="19665">
                  <c:v>68.97</c:v>
                </c:pt>
                <c:pt idx="19666">
                  <c:v>52.23</c:v>
                </c:pt>
                <c:pt idx="19667">
                  <c:v>52.23</c:v>
                </c:pt>
                <c:pt idx="19668">
                  <c:v>67.47</c:v>
                </c:pt>
                <c:pt idx="19669">
                  <c:v>67.47</c:v>
                </c:pt>
                <c:pt idx="19670">
                  <c:v>68.97</c:v>
                </c:pt>
                <c:pt idx="19671">
                  <c:v>99.96</c:v>
                </c:pt>
                <c:pt idx="19672">
                  <c:v>99.96</c:v>
                </c:pt>
                <c:pt idx="19673">
                  <c:v>60.98</c:v>
                </c:pt>
                <c:pt idx="19674">
                  <c:v>31.49</c:v>
                </c:pt>
                <c:pt idx="19675">
                  <c:v>51.06</c:v>
                </c:pt>
                <c:pt idx="19676">
                  <c:v>64.989999999999995</c:v>
                </c:pt>
                <c:pt idx="19677">
                  <c:v>64.989999999999995</c:v>
                </c:pt>
                <c:pt idx="19678">
                  <c:v>53.99</c:v>
                </c:pt>
                <c:pt idx="19679">
                  <c:v>165.56</c:v>
                </c:pt>
                <c:pt idx="19680">
                  <c:v>78.64</c:v>
                </c:pt>
                <c:pt idx="19681">
                  <c:v>62.1</c:v>
                </c:pt>
                <c:pt idx="19682">
                  <c:v>101.62</c:v>
                </c:pt>
                <c:pt idx="19683">
                  <c:v>116.14</c:v>
                </c:pt>
                <c:pt idx="19684">
                  <c:v>133.66</c:v>
                </c:pt>
                <c:pt idx="19685">
                  <c:v>122.17</c:v>
                </c:pt>
                <c:pt idx="19686">
                  <c:v>147.6</c:v>
                </c:pt>
                <c:pt idx="19687">
                  <c:v>79.849999999999994</c:v>
                </c:pt>
                <c:pt idx="19688">
                  <c:v>104.04</c:v>
                </c:pt>
                <c:pt idx="19689">
                  <c:v>117.21</c:v>
                </c:pt>
                <c:pt idx="19690">
                  <c:v>79.849999999999994</c:v>
                </c:pt>
                <c:pt idx="19691">
                  <c:v>131.87</c:v>
                </c:pt>
                <c:pt idx="19692">
                  <c:v>79.849999999999994</c:v>
                </c:pt>
                <c:pt idx="19693">
                  <c:v>79.849999999999994</c:v>
                </c:pt>
                <c:pt idx="19694">
                  <c:v>85.28</c:v>
                </c:pt>
                <c:pt idx="19695">
                  <c:v>93.15</c:v>
                </c:pt>
                <c:pt idx="19696">
                  <c:v>70.989999999999995</c:v>
                </c:pt>
                <c:pt idx="19697">
                  <c:v>59.98</c:v>
                </c:pt>
                <c:pt idx="19698">
                  <c:v>99.96</c:v>
                </c:pt>
                <c:pt idx="19699">
                  <c:v>59.38</c:v>
                </c:pt>
                <c:pt idx="19700">
                  <c:v>97.16</c:v>
                </c:pt>
                <c:pt idx="19701">
                  <c:v>29.48</c:v>
                </c:pt>
                <c:pt idx="19702">
                  <c:v>53.98</c:v>
                </c:pt>
                <c:pt idx="19703">
                  <c:v>21.58</c:v>
                </c:pt>
                <c:pt idx="19704">
                  <c:v>82.97</c:v>
                </c:pt>
                <c:pt idx="19705">
                  <c:v>75.98</c:v>
                </c:pt>
                <c:pt idx="19706">
                  <c:v>71.98</c:v>
                </c:pt>
                <c:pt idx="19707">
                  <c:v>129.16</c:v>
                </c:pt>
                <c:pt idx="19708">
                  <c:v>141.62</c:v>
                </c:pt>
                <c:pt idx="19709">
                  <c:v>127.47</c:v>
                </c:pt>
                <c:pt idx="19710">
                  <c:v>126.25</c:v>
                </c:pt>
                <c:pt idx="19711">
                  <c:v>145.91999999999999</c:v>
                </c:pt>
                <c:pt idx="19712">
                  <c:v>129.97999999999999</c:v>
                </c:pt>
                <c:pt idx="19713">
                  <c:v>127.47</c:v>
                </c:pt>
                <c:pt idx="19714">
                  <c:v>172.12</c:v>
                </c:pt>
                <c:pt idx="19715">
                  <c:v>212.46</c:v>
                </c:pt>
                <c:pt idx="19716">
                  <c:v>179.97</c:v>
                </c:pt>
                <c:pt idx="19717">
                  <c:v>73.14</c:v>
                </c:pt>
                <c:pt idx="19718">
                  <c:v>196.51</c:v>
                </c:pt>
                <c:pt idx="19719">
                  <c:v>139.97999999999999</c:v>
                </c:pt>
                <c:pt idx="19720">
                  <c:v>99.98</c:v>
                </c:pt>
                <c:pt idx="19721">
                  <c:v>79.97</c:v>
                </c:pt>
                <c:pt idx="19722">
                  <c:v>241.9</c:v>
                </c:pt>
                <c:pt idx="19723">
                  <c:v>59.96</c:v>
                </c:pt>
                <c:pt idx="19724">
                  <c:v>73.97</c:v>
                </c:pt>
                <c:pt idx="19725">
                  <c:v>144.96</c:v>
                </c:pt>
                <c:pt idx="19726">
                  <c:v>46.49</c:v>
                </c:pt>
                <c:pt idx="19727">
                  <c:v>65.989999999999995</c:v>
                </c:pt>
                <c:pt idx="19728">
                  <c:v>47.48</c:v>
                </c:pt>
                <c:pt idx="19729">
                  <c:v>78.95</c:v>
                </c:pt>
                <c:pt idx="19730">
                  <c:v>139.96</c:v>
                </c:pt>
                <c:pt idx="19731">
                  <c:v>127.32</c:v>
                </c:pt>
                <c:pt idx="19732">
                  <c:v>230.44</c:v>
                </c:pt>
                <c:pt idx="19733">
                  <c:v>-289.76</c:v>
                </c:pt>
                <c:pt idx="19734">
                  <c:v>171.97</c:v>
                </c:pt>
                <c:pt idx="19735">
                  <c:v>149.24</c:v>
                </c:pt>
                <c:pt idx="19736">
                  <c:v>178.17</c:v>
                </c:pt>
                <c:pt idx="19737">
                  <c:v>202.43</c:v>
                </c:pt>
                <c:pt idx="19738">
                  <c:v>121.98</c:v>
                </c:pt>
                <c:pt idx="19739">
                  <c:v>275.95999999999998</c:v>
                </c:pt>
                <c:pt idx="19740">
                  <c:v>169.98</c:v>
                </c:pt>
                <c:pt idx="19741">
                  <c:v>133.96</c:v>
                </c:pt>
                <c:pt idx="19742">
                  <c:v>143.96</c:v>
                </c:pt>
                <c:pt idx="19743">
                  <c:v>31.28</c:v>
                </c:pt>
                <c:pt idx="19744">
                  <c:v>29.98</c:v>
                </c:pt>
                <c:pt idx="19745">
                  <c:v>27.28</c:v>
                </c:pt>
                <c:pt idx="19746">
                  <c:v>79.959999999999994</c:v>
                </c:pt>
                <c:pt idx="19747">
                  <c:v>63.96</c:v>
                </c:pt>
                <c:pt idx="19748">
                  <c:v>74.97</c:v>
                </c:pt>
                <c:pt idx="19749">
                  <c:v>159.96</c:v>
                </c:pt>
                <c:pt idx="19750">
                  <c:v>59.39</c:v>
                </c:pt>
                <c:pt idx="19751">
                  <c:v>39.479999999999997</c:v>
                </c:pt>
                <c:pt idx="19752">
                  <c:v>19.47</c:v>
                </c:pt>
                <c:pt idx="19753">
                  <c:v>131.97999999999999</c:v>
                </c:pt>
                <c:pt idx="19754">
                  <c:v>51.98</c:v>
                </c:pt>
                <c:pt idx="19755">
                  <c:v>23.24</c:v>
                </c:pt>
                <c:pt idx="19756">
                  <c:v>78.27</c:v>
                </c:pt>
                <c:pt idx="19757">
                  <c:v>139.97</c:v>
                </c:pt>
                <c:pt idx="19758">
                  <c:v>131.97999999999999</c:v>
                </c:pt>
                <c:pt idx="19759">
                  <c:v>169.98</c:v>
                </c:pt>
                <c:pt idx="19760">
                  <c:v>169.98</c:v>
                </c:pt>
                <c:pt idx="19761">
                  <c:v>94.97</c:v>
                </c:pt>
                <c:pt idx="19762">
                  <c:v>254.97</c:v>
                </c:pt>
                <c:pt idx="19763">
                  <c:v>258.94</c:v>
                </c:pt>
                <c:pt idx="19764">
                  <c:v>155.94999999999999</c:v>
                </c:pt>
                <c:pt idx="19765">
                  <c:v>131.97999999999999</c:v>
                </c:pt>
                <c:pt idx="19766">
                  <c:v>131.97999999999999</c:v>
                </c:pt>
                <c:pt idx="19767">
                  <c:v>131.97999999999999</c:v>
                </c:pt>
                <c:pt idx="19768">
                  <c:v>161.96</c:v>
                </c:pt>
                <c:pt idx="19769">
                  <c:v>141.94999999999999</c:v>
                </c:pt>
                <c:pt idx="19770">
                  <c:v>131.97999999999999</c:v>
                </c:pt>
                <c:pt idx="19771">
                  <c:v>75.22</c:v>
                </c:pt>
                <c:pt idx="19772">
                  <c:v>71.98</c:v>
                </c:pt>
                <c:pt idx="19773">
                  <c:v>72.98</c:v>
                </c:pt>
                <c:pt idx="19774">
                  <c:v>41.48</c:v>
                </c:pt>
                <c:pt idx="19775">
                  <c:v>15.49</c:v>
                </c:pt>
                <c:pt idx="19776">
                  <c:v>59.98</c:v>
                </c:pt>
                <c:pt idx="19777">
                  <c:v>109.98</c:v>
                </c:pt>
                <c:pt idx="19778">
                  <c:v>41.49</c:v>
                </c:pt>
                <c:pt idx="19779">
                  <c:v>118.97</c:v>
                </c:pt>
                <c:pt idx="19780">
                  <c:v>191.94</c:v>
                </c:pt>
                <c:pt idx="19781">
                  <c:v>21.28</c:v>
                </c:pt>
                <c:pt idx="19782">
                  <c:v>163.96</c:v>
                </c:pt>
                <c:pt idx="19783">
                  <c:v>55.97</c:v>
                </c:pt>
                <c:pt idx="19784">
                  <c:v>79.849999999999994</c:v>
                </c:pt>
                <c:pt idx="19785">
                  <c:v>79.849999999999994</c:v>
                </c:pt>
                <c:pt idx="19786">
                  <c:v>81.05</c:v>
                </c:pt>
                <c:pt idx="19787">
                  <c:v>15.49</c:v>
                </c:pt>
                <c:pt idx="19788">
                  <c:v>65.98</c:v>
                </c:pt>
                <c:pt idx="19789">
                  <c:v>127.96</c:v>
                </c:pt>
                <c:pt idx="19790">
                  <c:v>242.94</c:v>
                </c:pt>
                <c:pt idx="19791">
                  <c:v>254.97</c:v>
                </c:pt>
                <c:pt idx="19792">
                  <c:v>254.97</c:v>
                </c:pt>
                <c:pt idx="19793">
                  <c:v>197.97</c:v>
                </c:pt>
                <c:pt idx="19794">
                  <c:v>254.97</c:v>
                </c:pt>
                <c:pt idx="19795">
                  <c:v>254.97</c:v>
                </c:pt>
                <c:pt idx="19796">
                  <c:v>229.97</c:v>
                </c:pt>
                <c:pt idx="19797">
                  <c:v>84.99</c:v>
                </c:pt>
                <c:pt idx="19798">
                  <c:v>113.96</c:v>
                </c:pt>
                <c:pt idx="19799">
                  <c:v>51.97</c:v>
                </c:pt>
                <c:pt idx="19800">
                  <c:v>51.97</c:v>
                </c:pt>
                <c:pt idx="19801">
                  <c:v>217.95</c:v>
                </c:pt>
                <c:pt idx="19802">
                  <c:v>129.94999999999999</c:v>
                </c:pt>
                <c:pt idx="19803">
                  <c:v>62.98</c:v>
                </c:pt>
                <c:pt idx="19804">
                  <c:v>98.98</c:v>
                </c:pt>
                <c:pt idx="19805">
                  <c:v>132.15</c:v>
                </c:pt>
                <c:pt idx="19806">
                  <c:v>190.95</c:v>
                </c:pt>
                <c:pt idx="19807">
                  <c:v>137.94</c:v>
                </c:pt>
                <c:pt idx="19808">
                  <c:v>109.97</c:v>
                </c:pt>
                <c:pt idx="19809">
                  <c:v>98.97</c:v>
                </c:pt>
                <c:pt idx="19810">
                  <c:v>114.98</c:v>
                </c:pt>
                <c:pt idx="19811">
                  <c:v>201.96</c:v>
                </c:pt>
                <c:pt idx="19812">
                  <c:v>144.53</c:v>
                </c:pt>
                <c:pt idx="19813">
                  <c:v>123.22</c:v>
                </c:pt>
                <c:pt idx="19814">
                  <c:v>83.98</c:v>
                </c:pt>
                <c:pt idx="19815">
                  <c:v>97.16</c:v>
                </c:pt>
                <c:pt idx="19816">
                  <c:v>169.98</c:v>
                </c:pt>
                <c:pt idx="19817">
                  <c:v>59.98</c:v>
                </c:pt>
                <c:pt idx="19818">
                  <c:v>84.99</c:v>
                </c:pt>
                <c:pt idx="19819">
                  <c:v>32.229999999999997</c:v>
                </c:pt>
                <c:pt idx="19820">
                  <c:v>32.229999999999997</c:v>
                </c:pt>
                <c:pt idx="19821">
                  <c:v>31.48</c:v>
                </c:pt>
                <c:pt idx="19822">
                  <c:v>79.98</c:v>
                </c:pt>
                <c:pt idx="19823">
                  <c:v>137.47</c:v>
                </c:pt>
                <c:pt idx="19824">
                  <c:v>51.27</c:v>
                </c:pt>
                <c:pt idx="19825">
                  <c:v>162.31</c:v>
                </c:pt>
                <c:pt idx="19826">
                  <c:v>54.97</c:v>
                </c:pt>
                <c:pt idx="19827">
                  <c:v>77.97</c:v>
                </c:pt>
                <c:pt idx="19828">
                  <c:v>159.94999999999999</c:v>
                </c:pt>
                <c:pt idx="19829">
                  <c:v>83.98</c:v>
                </c:pt>
                <c:pt idx="19830">
                  <c:v>91.96</c:v>
                </c:pt>
                <c:pt idx="19831">
                  <c:v>77.959999999999994</c:v>
                </c:pt>
                <c:pt idx="19832">
                  <c:v>67.98</c:v>
                </c:pt>
                <c:pt idx="19833">
                  <c:v>100.95</c:v>
                </c:pt>
                <c:pt idx="19834">
                  <c:v>98.71</c:v>
                </c:pt>
                <c:pt idx="19835">
                  <c:v>102.97</c:v>
                </c:pt>
                <c:pt idx="19836">
                  <c:v>59.95</c:v>
                </c:pt>
                <c:pt idx="19837">
                  <c:v>158.94</c:v>
                </c:pt>
                <c:pt idx="19838">
                  <c:v>72.239999999999995</c:v>
                </c:pt>
                <c:pt idx="19839">
                  <c:v>76.489999999999995</c:v>
                </c:pt>
                <c:pt idx="19840">
                  <c:v>84.99</c:v>
                </c:pt>
                <c:pt idx="19841">
                  <c:v>50.98</c:v>
                </c:pt>
                <c:pt idx="19842">
                  <c:v>84.99</c:v>
                </c:pt>
                <c:pt idx="19843">
                  <c:v>166.96</c:v>
                </c:pt>
                <c:pt idx="19844">
                  <c:v>55.98</c:v>
                </c:pt>
                <c:pt idx="19845">
                  <c:v>53.98</c:v>
                </c:pt>
                <c:pt idx="19846">
                  <c:v>51.96</c:v>
                </c:pt>
                <c:pt idx="19847">
                  <c:v>58.98</c:v>
                </c:pt>
                <c:pt idx="19848">
                  <c:v>73.48</c:v>
                </c:pt>
                <c:pt idx="19849">
                  <c:v>60.49</c:v>
                </c:pt>
                <c:pt idx="19850">
                  <c:v>60.94</c:v>
                </c:pt>
                <c:pt idx="19851">
                  <c:v>89.52</c:v>
                </c:pt>
                <c:pt idx="19852">
                  <c:v>35.049999999999997</c:v>
                </c:pt>
                <c:pt idx="19853">
                  <c:v>85.99</c:v>
                </c:pt>
                <c:pt idx="19854">
                  <c:v>90.73</c:v>
                </c:pt>
                <c:pt idx="19855">
                  <c:v>62.9</c:v>
                </c:pt>
                <c:pt idx="19856">
                  <c:v>277.45</c:v>
                </c:pt>
                <c:pt idx="19857">
                  <c:v>355.95</c:v>
                </c:pt>
                <c:pt idx="19858">
                  <c:v>320.95</c:v>
                </c:pt>
                <c:pt idx="19859">
                  <c:v>371.94</c:v>
                </c:pt>
                <c:pt idx="19860">
                  <c:v>371.94</c:v>
                </c:pt>
                <c:pt idx="19861">
                  <c:v>286.95</c:v>
                </c:pt>
                <c:pt idx="19862">
                  <c:v>270.95999999999998</c:v>
                </c:pt>
                <c:pt idx="19863">
                  <c:v>339.95</c:v>
                </c:pt>
                <c:pt idx="19864">
                  <c:v>230.32</c:v>
                </c:pt>
                <c:pt idx="19865">
                  <c:v>79.849999999999994</c:v>
                </c:pt>
                <c:pt idx="19866">
                  <c:v>79.849999999999994</c:v>
                </c:pt>
                <c:pt idx="19867">
                  <c:v>79.849999999999994</c:v>
                </c:pt>
                <c:pt idx="19868">
                  <c:v>79.849999999999994</c:v>
                </c:pt>
                <c:pt idx="19869">
                  <c:v>79.849999999999994</c:v>
                </c:pt>
                <c:pt idx="19870">
                  <c:v>79.849999999999994</c:v>
                </c:pt>
                <c:pt idx="19871">
                  <c:v>79.849999999999994</c:v>
                </c:pt>
                <c:pt idx="19872">
                  <c:v>239.54</c:v>
                </c:pt>
                <c:pt idx="19873">
                  <c:v>239.54</c:v>
                </c:pt>
                <c:pt idx="19874">
                  <c:v>239.54</c:v>
                </c:pt>
                <c:pt idx="19875">
                  <c:v>216.94</c:v>
                </c:pt>
                <c:pt idx="19876">
                  <c:v>160.94999999999999</c:v>
                </c:pt>
                <c:pt idx="19877">
                  <c:v>72.55</c:v>
                </c:pt>
                <c:pt idx="19878">
                  <c:v>87.07</c:v>
                </c:pt>
                <c:pt idx="19879">
                  <c:v>79.849999999999994</c:v>
                </c:pt>
                <c:pt idx="19880">
                  <c:v>197.97</c:v>
                </c:pt>
                <c:pt idx="19881">
                  <c:v>131.97999999999999</c:v>
                </c:pt>
                <c:pt idx="19882">
                  <c:v>165.84</c:v>
                </c:pt>
                <c:pt idx="19883">
                  <c:v>131.97999999999999</c:v>
                </c:pt>
                <c:pt idx="19884">
                  <c:v>161.97</c:v>
                </c:pt>
                <c:pt idx="19885">
                  <c:v>121.98</c:v>
                </c:pt>
                <c:pt idx="19886">
                  <c:v>-197.97</c:v>
                </c:pt>
                <c:pt idx="19887">
                  <c:v>131.97999999999999</c:v>
                </c:pt>
                <c:pt idx="19888">
                  <c:v>131.97999999999999</c:v>
                </c:pt>
                <c:pt idx="19889">
                  <c:v>136.68</c:v>
                </c:pt>
                <c:pt idx="19890">
                  <c:v>197.97</c:v>
                </c:pt>
                <c:pt idx="19891">
                  <c:v>121.98</c:v>
                </c:pt>
                <c:pt idx="19892">
                  <c:v>215.46</c:v>
                </c:pt>
                <c:pt idx="19893">
                  <c:v>150.26</c:v>
                </c:pt>
                <c:pt idx="19894">
                  <c:v>197.97</c:v>
                </c:pt>
                <c:pt idx="19895">
                  <c:v>46.47</c:v>
                </c:pt>
                <c:pt idx="19896">
                  <c:v>21.48</c:v>
                </c:pt>
                <c:pt idx="19897">
                  <c:v>64.11</c:v>
                </c:pt>
                <c:pt idx="19898">
                  <c:v>142.49</c:v>
                </c:pt>
                <c:pt idx="19899">
                  <c:v>55.98</c:v>
                </c:pt>
                <c:pt idx="19900">
                  <c:v>50.38</c:v>
                </c:pt>
                <c:pt idx="19901">
                  <c:v>51.98</c:v>
                </c:pt>
                <c:pt idx="19902">
                  <c:v>49.98</c:v>
                </c:pt>
                <c:pt idx="19903">
                  <c:v>65.989999999999995</c:v>
                </c:pt>
                <c:pt idx="19904">
                  <c:v>26.49</c:v>
                </c:pt>
                <c:pt idx="19905">
                  <c:v>65.989999999999995</c:v>
                </c:pt>
                <c:pt idx="19906">
                  <c:v>96.78</c:v>
                </c:pt>
                <c:pt idx="19907">
                  <c:v>142.13999999999999</c:v>
                </c:pt>
                <c:pt idx="19908">
                  <c:v>56.97</c:v>
                </c:pt>
                <c:pt idx="19909">
                  <c:v>84.99</c:v>
                </c:pt>
                <c:pt idx="19910">
                  <c:v>84.99</c:v>
                </c:pt>
                <c:pt idx="19911">
                  <c:v>135.06</c:v>
                </c:pt>
                <c:pt idx="19912">
                  <c:v>135.06</c:v>
                </c:pt>
                <c:pt idx="19913">
                  <c:v>111.96</c:v>
                </c:pt>
                <c:pt idx="19914">
                  <c:v>173.22</c:v>
                </c:pt>
                <c:pt idx="19915">
                  <c:v>102.6</c:v>
                </c:pt>
                <c:pt idx="19916">
                  <c:v>114.79</c:v>
                </c:pt>
                <c:pt idx="19917">
                  <c:v>157.44</c:v>
                </c:pt>
                <c:pt idx="19918">
                  <c:v>104.07</c:v>
                </c:pt>
                <c:pt idx="19919">
                  <c:v>121.97</c:v>
                </c:pt>
                <c:pt idx="19920">
                  <c:v>127.81</c:v>
                </c:pt>
                <c:pt idx="19921">
                  <c:v>52.98</c:v>
                </c:pt>
                <c:pt idx="19922">
                  <c:v>72.97</c:v>
                </c:pt>
                <c:pt idx="19923">
                  <c:v>51.98</c:v>
                </c:pt>
                <c:pt idx="19924">
                  <c:v>31.49</c:v>
                </c:pt>
                <c:pt idx="19925">
                  <c:v>65.3</c:v>
                </c:pt>
                <c:pt idx="19926">
                  <c:v>61.67</c:v>
                </c:pt>
                <c:pt idx="19927">
                  <c:v>65.3</c:v>
                </c:pt>
                <c:pt idx="19928">
                  <c:v>32.04</c:v>
                </c:pt>
                <c:pt idx="19929">
                  <c:v>69.95</c:v>
                </c:pt>
                <c:pt idx="19930">
                  <c:v>85.93</c:v>
                </c:pt>
                <c:pt idx="19931">
                  <c:v>63.96</c:v>
                </c:pt>
                <c:pt idx="19932">
                  <c:v>145.93</c:v>
                </c:pt>
                <c:pt idx="19933">
                  <c:v>69.98</c:v>
                </c:pt>
                <c:pt idx="19934">
                  <c:v>65.97</c:v>
                </c:pt>
                <c:pt idx="19935">
                  <c:v>161.94</c:v>
                </c:pt>
                <c:pt idx="19936">
                  <c:v>81.489999999999995</c:v>
                </c:pt>
                <c:pt idx="19937">
                  <c:v>125.92</c:v>
                </c:pt>
                <c:pt idx="19938">
                  <c:v>194.96</c:v>
                </c:pt>
                <c:pt idx="19939">
                  <c:v>55.98</c:v>
                </c:pt>
                <c:pt idx="19940">
                  <c:v>194.96</c:v>
                </c:pt>
                <c:pt idx="19941">
                  <c:v>169.98</c:v>
                </c:pt>
                <c:pt idx="19942">
                  <c:v>55.98</c:v>
                </c:pt>
                <c:pt idx="19943">
                  <c:v>-49.99</c:v>
                </c:pt>
                <c:pt idx="19944">
                  <c:v>-49.99</c:v>
                </c:pt>
                <c:pt idx="19945">
                  <c:v>79.98</c:v>
                </c:pt>
                <c:pt idx="19946">
                  <c:v>169.98</c:v>
                </c:pt>
                <c:pt idx="19947">
                  <c:v>79.98</c:v>
                </c:pt>
                <c:pt idx="19948">
                  <c:v>56.98</c:v>
                </c:pt>
                <c:pt idx="19949">
                  <c:v>89.97</c:v>
                </c:pt>
                <c:pt idx="19950">
                  <c:v>107.94</c:v>
                </c:pt>
                <c:pt idx="19951">
                  <c:v>19.940000000000001</c:v>
                </c:pt>
                <c:pt idx="19952">
                  <c:v>18.559999999999999</c:v>
                </c:pt>
                <c:pt idx="19953">
                  <c:v>70.77</c:v>
                </c:pt>
                <c:pt idx="19954">
                  <c:v>18.989999999999998</c:v>
                </c:pt>
                <c:pt idx="19955">
                  <c:v>53.22</c:v>
                </c:pt>
                <c:pt idx="19956">
                  <c:v>19.34</c:v>
                </c:pt>
                <c:pt idx="19957">
                  <c:v>82.59</c:v>
                </c:pt>
                <c:pt idx="19958">
                  <c:v>102.14</c:v>
                </c:pt>
                <c:pt idx="19959">
                  <c:v>57.98</c:v>
                </c:pt>
                <c:pt idx="19960">
                  <c:v>67.98</c:v>
                </c:pt>
                <c:pt idx="19961">
                  <c:v>70.97</c:v>
                </c:pt>
                <c:pt idx="19962">
                  <c:v>76.58</c:v>
                </c:pt>
                <c:pt idx="19963">
                  <c:v>117.28</c:v>
                </c:pt>
                <c:pt idx="19964">
                  <c:v>101.97</c:v>
                </c:pt>
                <c:pt idx="19965">
                  <c:v>278.24</c:v>
                </c:pt>
                <c:pt idx="19966">
                  <c:v>275.82</c:v>
                </c:pt>
                <c:pt idx="19967">
                  <c:v>185.97</c:v>
                </c:pt>
                <c:pt idx="19968">
                  <c:v>159.69999999999999</c:v>
                </c:pt>
                <c:pt idx="19969">
                  <c:v>179.04</c:v>
                </c:pt>
                <c:pt idx="19970">
                  <c:v>198.39</c:v>
                </c:pt>
                <c:pt idx="19971">
                  <c:v>147.6</c:v>
                </c:pt>
                <c:pt idx="19972">
                  <c:v>135.47</c:v>
                </c:pt>
                <c:pt idx="19973">
                  <c:v>220.45</c:v>
                </c:pt>
                <c:pt idx="19974">
                  <c:v>147.6</c:v>
                </c:pt>
                <c:pt idx="19975">
                  <c:v>128.24</c:v>
                </c:pt>
                <c:pt idx="19976">
                  <c:v>169.98</c:v>
                </c:pt>
                <c:pt idx="19977">
                  <c:v>159.69999999999999</c:v>
                </c:pt>
                <c:pt idx="19978">
                  <c:v>51.97</c:v>
                </c:pt>
                <c:pt idx="19979">
                  <c:v>50.97</c:v>
                </c:pt>
                <c:pt idx="19980">
                  <c:v>218.97</c:v>
                </c:pt>
                <c:pt idx="19981">
                  <c:v>28.27</c:v>
                </c:pt>
                <c:pt idx="19982">
                  <c:v>20.29</c:v>
                </c:pt>
                <c:pt idx="19983">
                  <c:v>20.94</c:v>
                </c:pt>
                <c:pt idx="19984">
                  <c:v>39.28</c:v>
                </c:pt>
                <c:pt idx="19985">
                  <c:v>39.28</c:v>
                </c:pt>
                <c:pt idx="19986">
                  <c:v>20.94</c:v>
                </c:pt>
                <c:pt idx="19987">
                  <c:v>20.29</c:v>
                </c:pt>
                <c:pt idx="19988">
                  <c:v>28.27</c:v>
                </c:pt>
                <c:pt idx="19989">
                  <c:v>99.99</c:v>
                </c:pt>
                <c:pt idx="19990">
                  <c:v>99.99</c:v>
                </c:pt>
                <c:pt idx="19991">
                  <c:v>95.97</c:v>
                </c:pt>
                <c:pt idx="19992">
                  <c:v>71.959999999999994</c:v>
                </c:pt>
                <c:pt idx="19993">
                  <c:v>50.97</c:v>
                </c:pt>
                <c:pt idx="19994">
                  <c:v>53.96</c:v>
                </c:pt>
                <c:pt idx="19995">
                  <c:v>150.66999999999999</c:v>
                </c:pt>
                <c:pt idx="19996">
                  <c:v>200.88</c:v>
                </c:pt>
                <c:pt idx="19997">
                  <c:v>120.97</c:v>
                </c:pt>
                <c:pt idx="19998">
                  <c:v>138.97999999999999</c:v>
                </c:pt>
                <c:pt idx="19999">
                  <c:v>308.93</c:v>
                </c:pt>
                <c:pt idx="20000">
                  <c:v>70.489999999999995</c:v>
                </c:pt>
                <c:pt idx="20001">
                  <c:v>162.16</c:v>
                </c:pt>
                <c:pt idx="20002">
                  <c:v>60.46</c:v>
                </c:pt>
                <c:pt idx="20003">
                  <c:v>409.95</c:v>
                </c:pt>
                <c:pt idx="20004">
                  <c:v>167.89</c:v>
                </c:pt>
                <c:pt idx="20005">
                  <c:v>172.48</c:v>
                </c:pt>
                <c:pt idx="20006">
                  <c:v>192.47</c:v>
                </c:pt>
                <c:pt idx="20007">
                  <c:v>83.98</c:v>
                </c:pt>
                <c:pt idx="20008">
                  <c:v>51.99</c:v>
                </c:pt>
                <c:pt idx="20009">
                  <c:v>49.99</c:v>
                </c:pt>
                <c:pt idx="20010">
                  <c:v>32.51</c:v>
                </c:pt>
                <c:pt idx="20011">
                  <c:v>15.49</c:v>
                </c:pt>
                <c:pt idx="20012">
                  <c:v>43.49</c:v>
                </c:pt>
                <c:pt idx="20013">
                  <c:v>52.98</c:v>
                </c:pt>
                <c:pt idx="20014">
                  <c:v>84.99</c:v>
                </c:pt>
                <c:pt idx="20015">
                  <c:v>129.97</c:v>
                </c:pt>
                <c:pt idx="20016">
                  <c:v>123.97</c:v>
                </c:pt>
                <c:pt idx="20017">
                  <c:v>92.87</c:v>
                </c:pt>
                <c:pt idx="20018">
                  <c:v>85.98</c:v>
                </c:pt>
                <c:pt idx="20019">
                  <c:v>128.97</c:v>
                </c:pt>
                <c:pt idx="20020">
                  <c:v>154.97999999999999</c:v>
                </c:pt>
                <c:pt idx="20021">
                  <c:v>72.97</c:v>
                </c:pt>
                <c:pt idx="20022">
                  <c:v>60.97</c:v>
                </c:pt>
                <c:pt idx="20023">
                  <c:v>80.959999999999994</c:v>
                </c:pt>
                <c:pt idx="20024">
                  <c:v>54.98</c:v>
                </c:pt>
                <c:pt idx="20025">
                  <c:v>99.9</c:v>
                </c:pt>
                <c:pt idx="20026">
                  <c:v>59.94</c:v>
                </c:pt>
                <c:pt idx="20027">
                  <c:v>149.97</c:v>
                </c:pt>
                <c:pt idx="20028">
                  <c:v>11.29</c:v>
                </c:pt>
                <c:pt idx="20029">
                  <c:v>14.29</c:v>
                </c:pt>
                <c:pt idx="20030">
                  <c:v>105.94</c:v>
                </c:pt>
                <c:pt idx="20031">
                  <c:v>112.18</c:v>
                </c:pt>
                <c:pt idx="20032">
                  <c:v>68.97</c:v>
                </c:pt>
                <c:pt idx="20033">
                  <c:v>-1.3</c:v>
                </c:pt>
                <c:pt idx="20034">
                  <c:v>172.97</c:v>
                </c:pt>
                <c:pt idx="20035">
                  <c:v>-1.3</c:v>
                </c:pt>
                <c:pt idx="20036">
                  <c:v>67.89</c:v>
                </c:pt>
                <c:pt idx="20037">
                  <c:v>56.96</c:v>
                </c:pt>
                <c:pt idx="20038">
                  <c:v>134.97</c:v>
                </c:pt>
                <c:pt idx="20039">
                  <c:v>83.64</c:v>
                </c:pt>
                <c:pt idx="20040">
                  <c:v>100.98</c:v>
                </c:pt>
                <c:pt idx="20041">
                  <c:v>100.98</c:v>
                </c:pt>
                <c:pt idx="20042">
                  <c:v>60.99</c:v>
                </c:pt>
                <c:pt idx="20043">
                  <c:v>60.99</c:v>
                </c:pt>
                <c:pt idx="20044">
                  <c:v>54.98</c:v>
                </c:pt>
                <c:pt idx="20045">
                  <c:v>54.98</c:v>
                </c:pt>
                <c:pt idx="20046">
                  <c:v>90.98</c:v>
                </c:pt>
                <c:pt idx="20047">
                  <c:v>63.14</c:v>
                </c:pt>
                <c:pt idx="20048">
                  <c:v>145.66999999999999</c:v>
                </c:pt>
                <c:pt idx="20049">
                  <c:v>68.87</c:v>
                </c:pt>
                <c:pt idx="20050">
                  <c:v>139.97999999999999</c:v>
                </c:pt>
                <c:pt idx="20051">
                  <c:v>74.97</c:v>
                </c:pt>
                <c:pt idx="20052">
                  <c:v>93.01</c:v>
                </c:pt>
                <c:pt idx="20053">
                  <c:v>143.81</c:v>
                </c:pt>
                <c:pt idx="20054">
                  <c:v>64.98</c:v>
                </c:pt>
                <c:pt idx="20055">
                  <c:v>63.48</c:v>
                </c:pt>
                <c:pt idx="20056">
                  <c:v>61.98</c:v>
                </c:pt>
                <c:pt idx="20057">
                  <c:v>128.68</c:v>
                </c:pt>
                <c:pt idx="20058">
                  <c:v>131.97999999999999</c:v>
                </c:pt>
                <c:pt idx="20059">
                  <c:v>131.97999999999999</c:v>
                </c:pt>
                <c:pt idx="20060">
                  <c:v>131.97999999999999</c:v>
                </c:pt>
                <c:pt idx="20061">
                  <c:v>131.97999999999999</c:v>
                </c:pt>
                <c:pt idx="20062">
                  <c:v>197.97</c:v>
                </c:pt>
                <c:pt idx="20063">
                  <c:v>131.97999999999999</c:v>
                </c:pt>
                <c:pt idx="20064">
                  <c:v>126.7</c:v>
                </c:pt>
                <c:pt idx="20065">
                  <c:v>117.02</c:v>
                </c:pt>
                <c:pt idx="20066">
                  <c:v>130.66</c:v>
                </c:pt>
                <c:pt idx="20067">
                  <c:v>99.98</c:v>
                </c:pt>
                <c:pt idx="20068">
                  <c:v>130.66</c:v>
                </c:pt>
                <c:pt idx="20069">
                  <c:v>131.97999999999999</c:v>
                </c:pt>
                <c:pt idx="20070">
                  <c:v>16.489999999999998</c:v>
                </c:pt>
                <c:pt idx="20071">
                  <c:v>61.96</c:v>
                </c:pt>
                <c:pt idx="20072">
                  <c:v>71.97</c:v>
                </c:pt>
                <c:pt idx="20073">
                  <c:v>52.18</c:v>
                </c:pt>
                <c:pt idx="20074">
                  <c:v>50.97</c:v>
                </c:pt>
                <c:pt idx="20075">
                  <c:v>54.37</c:v>
                </c:pt>
                <c:pt idx="20076">
                  <c:v>57.96</c:v>
                </c:pt>
                <c:pt idx="20077">
                  <c:v>50.97</c:v>
                </c:pt>
                <c:pt idx="20078">
                  <c:v>73.569999999999993</c:v>
                </c:pt>
                <c:pt idx="20079">
                  <c:v>144.31</c:v>
                </c:pt>
                <c:pt idx="20080">
                  <c:v>54.99</c:v>
                </c:pt>
                <c:pt idx="20081">
                  <c:v>54.99</c:v>
                </c:pt>
                <c:pt idx="20082">
                  <c:v>160.96</c:v>
                </c:pt>
                <c:pt idx="20083">
                  <c:v>160.96</c:v>
                </c:pt>
                <c:pt idx="20084">
                  <c:v>186.97</c:v>
                </c:pt>
                <c:pt idx="20085">
                  <c:v>53.97</c:v>
                </c:pt>
                <c:pt idx="20086">
                  <c:v>215.89</c:v>
                </c:pt>
                <c:pt idx="20087">
                  <c:v>213.95</c:v>
                </c:pt>
                <c:pt idx="20088">
                  <c:v>49.98</c:v>
                </c:pt>
                <c:pt idx="20089">
                  <c:v>51.97</c:v>
                </c:pt>
                <c:pt idx="20090">
                  <c:v>55.96</c:v>
                </c:pt>
                <c:pt idx="20091">
                  <c:v>217.28</c:v>
                </c:pt>
                <c:pt idx="20092">
                  <c:v>84.99</c:v>
                </c:pt>
                <c:pt idx="20093">
                  <c:v>320.99</c:v>
                </c:pt>
                <c:pt idx="20094">
                  <c:v>268.95999999999998</c:v>
                </c:pt>
                <c:pt idx="20095">
                  <c:v>268.95999999999998</c:v>
                </c:pt>
                <c:pt idx="20096">
                  <c:v>180.97</c:v>
                </c:pt>
                <c:pt idx="20097">
                  <c:v>51.29</c:v>
                </c:pt>
                <c:pt idx="20098">
                  <c:v>64.989999999999995</c:v>
                </c:pt>
                <c:pt idx="20099">
                  <c:v>64.989999999999995</c:v>
                </c:pt>
                <c:pt idx="20100">
                  <c:v>113.95</c:v>
                </c:pt>
                <c:pt idx="20101">
                  <c:v>99.95</c:v>
                </c:pt>
                <c:pt idx="20102">
                  <c:v>108.85</c:v>
                </c:pt>
                <c:pt idx="20103">
                  <c:v>87.92</c:v>
                </c:pt>
                <c:pt idx="20104">
                  <c:v>49.59</c:v>
                </c:pt>
                <c:pt idx="20105">
                  <c:v>72.55</c:v>
                </c:pt>
                <c:pt idx="20106">
                  <c:v>72.55</c:v>
                </c:pt>
                <c:pt idx="20107">
                  <c:v>76.22</c:v>
                </c:pt>
                <c:pt idx="20108">
                  <c:v>72.58</c:v>
                </c:pt>
                <c:pt idx="20109">
                  <c:v>-72.58</c:v>
                </c:pt>
                <c:pt idx="20110">
                  <c:v>159.69999999999999</c:v>
                </c:pt>
                <c:pt idx="20111">
                  <c:v>233.94</c:v>
                </c:pt>
                <c:pt idx="20112">
                  <c:v>104.92</c:v>
                </c:pt>
                <c:pt idx="20113">
                  <c:v>152.97999999999999</c:v>
                </c:pt>
                <c:pt idx="20114">
                  <c:v>84.99</c:v>
                </c:pt>
                <c:pt idx="20115">
                  <c:v>84.65</c:v>
                </c:pt>
                <c:pt idx="20116">
                  <c:v>151.21</c:v>
                </c:pt>
                <c:pt idx="20117">
                  <c:v>235.85</c:v>
                </c:pt>
                <c:pt idx="20118">
                  <c:v>84.07</c:v>
                </c:pt>
                <c:pt idx="20119">
                  <c:v>226.14</c:v>
                </c:pt>
                <c:pt idx="20120">
                  <c:v>51.29</c:v>
                </c:pt>
                <c:pt idx="20121">
                  <c:v>23.28</c:v>
                </c:pt>
                <c:pt idx="20122">
                  <c:v>73.569999999999993</c:v>
                </c:pt>
                <c:pt idx="20123">
                  <c:v>65.989999999999995</c:v>
                </c:pt>
                <c:pt idx="20124">
                  <c:v>65.989999999999995</c:v>
                </c:pt>
                <c:pt idx="20125">
                  <c:v>65.989999999999995</c:v>
                </c:pt>
                <c:pt idx="20126">
                  <c:v>65.989999999999995</c:v>
                </c:pt>
                <c:pt idx="20127">
                  <c:v>65.989999999999995</c:v>
                </c:pt>
                <c:pt idx="20128">
                  <c:v>60.87</c:v>
                </c:pt>
                <c:pt idx="20129">
                  <c:v>51.09</c:v>
                </c:pt>
                <c:pt idx="20130">
                  <c:v>65.989999999999995</c:v>
                </c:pt>
                <c:pt idx="20131">
                  <c:v>60.87</c:v>
                </c:pt>
                <c:pt idx="20132">
                  <c:v>65.989999999999995</c:v>
                </c:pt>
                <c:pt idx="20133">
                  <c:v>65.989999999999995</c:v>
                </c:pt>
                <c:pt idx="20134">
                  <c:v>51.09</c:v>
                </c:pt>
                <c:pt idx="20135">
                  <c:v>65.989999999999995</c:v>
                </c:pt>
                <c:pt idx="20136">
                  <c:v>65.989999999999995</c:v>
                </c:pt>
                <c:pt idx="20137">
                  <c:v>99.98</c:v>
                </c:pt>
                <c:pt idx="20138">
                  <c:v>65.989999999999995</c:v>
                </c:pt>
                <c:pt idx="20139">
                  <c:v>65.989999999999995</c:v>
                </c:pt>
                <c:pt idx="20140">
                  <c:v>65.989999999999995</c:v>
                </c:pt>
                <c:pt idx="20141">
                  <c:v>65.989999999999995</c:v>
                </c:pt>
                <c:pt idx="20142">
                  <c:v>65.989999999999995</c:v>
                </c:pt>
                <c:pt idx="20143">
                  <c:v>105.98</c:v>
                </c:pt>
                <c:pt idx="20144">
                  <c:v>65.989999999999995</c:v>
                </c:pt>
                <c:pt idx="20145">
                  <c:v>65.989999999999995</c:v>
                </c:pt>
                <c:pt idx="20146">
                  <c:v>65.989999999999995</c:v>
                </c:pt>
                <c:pt idx="20147">
                  <c:v>99.98</c:v>
                </c:pt>
                <c:pt idx="20148">
                  <c:v>65.989999999999995</c:v>
                </c:pt>
                <c:pt idx="20149">
                  <c:v>105.98</c:v>
                </c:pt>
                <c:pt idx="20150">
                  <c:v>65.989999999999995</c:v>
                </c:pt>
                <c:pt idx="20151">
                  <c:v>65.989999999999995</c:v>
                </c:pt>
                <c:pt idx="20152">
                  <c:v>49.99</c:v>
                </c:pt>
                <c:pt idx="20153">
                  <c:v>65.989999999999995</c:v>
                </c:pt>
                <c:pt idx="20154">
                  <c:v>65.989999999999995</c:v>
                </c:pt>
                <c:pt idx="20155">
                  <c:v>65.989999999999995</c:v>
                </c:pt>
                <c:pt idx="20156">
                  <c:v>49.99</c:v>
                </c:pt>
                <c:pt idx="20157">
                  <c:v>65.989999999999995</c:v>
                </c:pt>
                <c:pt idx="20158">
                  <c:v>65.989999999999995</c:v>
                </c:pt>
                <c:pt idx="20159">
                  <c:v>69.98</c:v>
                </c:pt>
                <c:pt idx="20160">
                  <c:v>69.98</c:v>
                </c:pt>
                <c:pt idx="20161">
                  <c:v>73.98</c:v>
                </c:pt>
                <c:pt idx="20162">
                  <c:v>51.96</c:v>
                </c:pt>
                <c:pt idx="20163">
                  <c:v>56.97</c:v>
                </c:pt>
                <c:pt idx="20164">
                  <c:v>104.31</c:v>
                </c:pt>
                <c:pt idx="20165">
                  <c:v>-1.5</c:v>
                </c:pt>
                <c:pt idx="20166">
                  <c:v>39.479999999999997</c:v>
                </c:pt>
                <c:pt idx="20167">
                  <c:v>39.479999999999997</c:v>
                </c:pt>
                <c:pt idx="20168">
                  <c:v>79.98</c:v>
                </c:pt>
                <c:pt idx="20169">
                  <c:v>31.93</c:v>
                </c:pt>
                <c:pt idx="20170">
                  <c:v>84.99</c:v>
                </c:pt>
                <c:pt idx="20171">
                  <c:v>216.93</c:v>
                </c:pt>
                <c:pt idx="20172">
                  <c:v>22.24</c:v>
                </c:pt>
                <c:pt idx="20173">
                  <c:v>84.98</c:v>
                </c:pt>
                <c:pt idx="20174">
                  <c:v>21.49</c:v>
                </c:pt>
                <c:pt idx="20175">
                  <c:v>21.49</c:v>
                </c:pt>
                <c:pt idx="20176">
                  <c:v>23.49</c:v>
                </c:pt>
                <c:pt idx="20177">
                  <c:v>23.49</c:v>
                </c:pt>
                <c:pt idx="20178">
                  <c:v>22.24</c:v>
                </c:pt>
                <c:pt idx="20179">
                  <c:v>59.98</c:v>
                </c:pt>
                <c:pt idx="20180">
                  <c:v>59.96</c:v>
                </c:pt>
                <c:pt idx="20181">
                  <c:v>185.97</c:v>
                </c:pt>
                <c:pt idx="20182">
                  <c:v>85.97</c:v>
                </c:pt>
                <c:pt idx="20183">
                  <c:v>164.94</c:v>
                </c:pt>
                <c:pt idx="20184">
                  <c:v>169.98</c:v>
                </c:pt>
                <c:pt idx="20185">
                  <c:v>131.85</c:v>
                </c:pt>
                <c:pt idx="20186">
                  <c:v>193.46</c:v>
                </c:pt>
                <c:pt idx="20187">
                  <c:v>181.77</c:v>
                </c:pt>
                <c:pt idx="20188">
                  <c:v>105.97</c:v>
                </c:pt>
                <c:pt idx="20189">
                  <c:v>84.99</c:v>
                </c:pt>
                <c:pt idx="20190">
                  <c:v>159.97999999999999</c:v>
                </c:pt>
                <c:pt idx="20191">
                  <c:v>163.18</c:v>
                </c:pt>
                <c:pt idx="20192">
                  <c:v>169.98</c:v>
                </c:pt>
                <c:pt idx="20193">
                  <c:v>140.57</c:v>
                </c:pt>
                <c:pt idx="20194">
                  <c:v>137.97999999999999</c:v>
                </c:pt>
                <c:pt idx="20195">
                  <c:v>131.97999999999999</c:v>
                </c:pt>
                <c:pt idx="20196">
                  <c:v>201.96</c:v>
                </c:pt>
                <c:pt idx="20197">
                  <c:v>139.96</c:v>
                </c:pt>
                <c:pt idx="20198">
                  <c:v>169.98</c:v>
                </c:pt>
                <c:pt idx="20199">
                  <c:v>222.96</c:v>
                </c:pt>
                <c:pt idx="20200">
                  <c:v>59.98</c:v>
                </c:pt>
                <c:pt idx="20201">
                  <c:v>235.15</c:v>
                </c:pt>
                <c:pt idx="20202">
                  <c:v>-52.98</c:v>
                </c:pt>
                <c:pt idx="20203">
                  <c:v>52.98</c:v>
                </c:pt>
                <c:pt idx="20204">
                  <c:v>18.989999999999998</c:v>
                </c:pt>
                <c:pt idx="20205">
                  <c:v>99.99</c:v>
                </c:pt>
                <c:pt idx="20206">
                  <c:v>52.98</c:v>
                </c:pt>
                <c:pt idx="20207">
                  <c:v>52.98</c:v>
                </c:pt>
                <c:pt idx="20208">
                  <c:v>100.97</c:v>
                </c:pt>
                <c:pt idx="20209">
                  <c:v>94.98</c:v>
                </c:pt>
                <c:pt idx="20210">
                  <c:v>102.95</c:v>
                </c:pt>
                <c:pt idx="20211">
                  <c:v>109.96</c:v>
                </c:pt>
                <c:pt idx="20212">
                  <c:v>71.98</c:v>
                </c:pt>
                <c:pt idx="20213">
                  <c:v>79.98</c:v>
                </c:pt>
                <c:pt idx="20214">
                  <c:v>36.090000000000003</c:v>
                </c:pt>
                <c:pt idx="20215">
                  <c:v>59.98</c:v>
                </c:pt>
                <c:pt idx="20216">
                  <c:v>21.08</c:v>
                </c:pt>
                <c:pt idx="20217">
                  <c:v>106.96</c:v>
                </c:pt>
                <c:pt idx="20218">
                  <c:v>155.88</c:v>
                </c:pt>
                <c:pt idx="20219">
                  <c:v>56.97</c:v>
                </c:pt>
                <c:pt idx="20220">
                  <c:v>51.27</c:v>
                </c:pt>
                <c:pt idx="20221">
                  <c:v>56.97</c:v>
                </c:pt>
                <c:pt idx="20222">
                  <c:v>233.57</c:v>
                </c:pt>
                <c:pt idx="20223">
                  <c:v>-79.989999999999995</c:v>
                </c:pt>
                <c:pt idx="20224">
                  <c:v>239.97</c:v>
                </c:pt>
                <c:pt idx="20225">
                  <c:v>159.97999999999999</c:v>
                </c:pt>
                <c:pt idx="20226">
                  <c:v>163.27000000000001</c:v>
                </c:pt>
                <c:pt idx="20227">
                  <c:v>239.97</c:v>
                </c:pt>
                <c:pt idx="20228">
                  <c:v>232.83</c:v>
                </c:pt>
                <c:pt idx="20229">
                  <c:v>239.97</c:v>
                </c:pt>
                <c:pt idx="20230">
                  <c:v>160.26</c:v>
                </c:pt>
                <c:pt idx="20231">
                  <c:v>159.97999999999999</c:v>
                </c:pt>
                <c:pt idx="20232">
                  <c:v>156.94</c:v>
                </c:pt>
                <c:pt idx="20233">
                  <c:v>238.96</c:v>
                </c:pt>
                <c:pt idx="20234">
                  <c:v>239.97</c:v>
                </c:pt>
                <c:pt idx="20235">
                  <c:v>238.37</c:v>
                </c:pt>
                <c:pt idx="20236">
                  <c:v>159.97999999999999</c:v>
                </c:pt>
                <c:pt idx="20237">
                  <c:v>59.96</c:v>
                </c:pt>
                <c:pt idx="20238">
                  <c:v>121.98</c:v>
                </c:pt>
                <c:pt idx="20239">
                  <c:v>238.37</c:v>
                </c:pt>
                <c:pt idx="20240">
                  <c:v>26.49</c:v>
                </c:pt>
                <c:pt idx="20241">
                  <c:v>71.98</c:v>
                </c:pt>
                <c:pt idx="20242">
                  <c:v>94.47</c:v>
                </c:pt>
                <c:pt idx="20243">
                  <c:v>119.97</c:v>
                </c:pt>
                <c:pt idx="20244">
                  <c:v>119.97</c:v>
                </c:pt>
                <c:pt idx="20245">
                  <c:v>109.46</c:v>
                </c:pt>
                <c:pt idx="20246">
                  <c:v>94.47</c:v>
                </c:pt>
                <c:pt idx="20247">
                  <c:v>109.46</c:v>
                </c:pt>
                <c:pt idx="20248">
                  <c:v>78.59</c:v>
                </c:pt>
                <c:pt idx="20249">
                  <c:v>94.31</c:v>
                </c:pt>
                <c:pt idx="20250">
                  <c:v>61.67</c:v>
                </c:pt>
                <c:pt idx="20251">
                  <c:v>88.96</c:v>
                </c:pt>
                <c:pt idx="20252">
                  <c:v>71.94</c:v>
                </c:pt>
                <c:pt idx="20253">
                  <c:v>51.46</c:v>
                </c:pt>
                <c:pt idx="20254">
                  <c:v>79.849999999999994</c:v>
                </c:pt>
                <c:pt idx="20255">
                  <c:v>88.17</c:v>
                </c:pt>
                <c:pt idx="20256">
                  <c:v>66.400000000000006</c:v>
                </c:pt>
                <c:pt idx="20257">
                  <c:v>215.31</c:v>
                </c:pt>
                <c:pt idx="20258">
                  <c:v>215.96</c:v>
                </c:pt>
                <c:pt idx="20259">
                  <c:v>215.96</c:v>
                </c:pt>
                <c:pt idx="20260">
                  <c:v>215.96</c:v>
                </c:pt>
                <c:pt idx="20261">
                  <c:v>215.96</c:v>
                </c:pt>
                <c:pt idx="20262">
                  <c:v>215.96</c:v>
                </c:pt>
                <c:pt idx="20263">
                  <c:v>215.96</c:v>
                </c:pt>
                <c:pt idx="20264">
                  <c:v>72.55</c:v>
                </c:pt>
                <c:pt idx="20265">
                  <c:v>226.45</c:v>
                </c:pt>
                <c:pt idx="20266">
                  <c:v>71.099999999999994</c:v>
                </c:pt>
                <c:pt idx="20267">
                  <c:v>72.55</c:v>
                </c:pt>
                <c:pt idx="20268">
                  <c:v>197.79</c:v>
                </c:pt>
                <c:pt idx="20269">
                  <c:v>71.099999999999994</c:v>
                </c:pt>
                <c:pt idx="20270">
                  <c:v>109.17</c:v>
                </c:pt>
                <c:pt idx="20271">
                  <c:v>71.83</c:v>
                </c:pt>
                <c:pt idx="20272">
                  <c:v>71.099999999999994</c:v>
                </c:pt>
                <c:pt idx="20273">
                  <c:v>65.290000000000006</c:v>
                </c:pt>
                <c:pt idx="20274">
                  <c:v>141.4</c:v>
                </c:pt>
                <c:pt idx="20275">
                  <c:v>95.99</c:v>
                </c:pt>
                <c:pt idx="20276">
                  <c:v>79.98</c:v>
                </c:pt>
                <c:pt idx="20277">
                  <c:v>59.98</c:v>
                </c:pt>
                <c:pt idx="20278">
                  <c:v>50.98</c:v>
                </c:pt>
                <c:pt idx="20279">
                  <c:v>50.98</c:v>
                </c:pt>
                <c:pt idx="20280">
                  <c:v>53.98</c:v>
                </c:pt>
                <c:pt idx="20281">
                  <c:v>215.88</c:v>
                </c:pt>
                <c:pt idx="20282">
                  <c:v>59.96</c:v>
                </c:pt>
                <c:pt idx="20283">
                  <c:v>59.96</c:v>
                </c:pt>
                <c:pt idx="20284">
                  <c:v>149.97</c:v>
                </c:pt>
                <c:pt idx="20285">
                  <c:v>149.97</c:v>
                </c:pt>
                <c:pt idx="20286">
                  <c:v>62.47</c:v>
                </c:pt>
                <c:pt idx="20287">
                  <c:v>69.989999999999995</c:v>
                </c:pt>
                <c:pt idx="20288">
                  <c:v>69.989999999999995</c:v>
                </c:pt>
                <c:pt idx="20289">
                  <c:v>44.04</c:v>
                </c:pt>
                <c:pt idx="20290">
                  <c:v>21.29</c:v>
                </c:pt>
                <c:pt idx="20291">
                  <c:v>84.98</c:v>
                </c:pt>
                <c:pt idx="20292">
                  <c:v>39.380000000000003</c:v>
                </c:pt>
                <c:pt idx="20293">
                  <c:v>79.98</c:v>
                </c:pt>
                <c:pt idx="20294">
                  <c:v>131.97999999999999</c:v>
                </c:pt>
                <c:pt idx="20295">
                  <c:v>131.97999999999999</c:v>
                </c:pt>
                <c:pt idx="20296">
                  <c:v>211.96</c:v>
                </c:pt>
                <c:pt idx="20297">
                  <c:v>70.98</c:v>
                </c:pt>
                <c:pt idx="20298">
                  <c:v>61.98</c:v>
                </c:pt>
                <c:pt idx="20299">
                  <c:v>61.98</c:v>
                </c:pt>
                <c:pt idx="20300">
                  <c:v>129.94999999999999</c:v>
                </c:pt>
                <c:pt idx="20301">
                  <c:v>56.49</c:v>
                </c:pt>
                <c:pt idx="20302">
                  <c:v>108.72</c:v>
                </c:pt>
                <c:pt idx="20303">
                  <c:v>62.63</c:v>
                </c:pt>
                <c:pt idx="20304">
                  <c:v>92.97</c:v>
                </c:pt>
                <c:pt idx="20305">
                  <c:v>53.98</c:v>
                </c:pt>
                <c:pt idx="20306">
                  <c:v>146.97</c:v>
                </c:pt>
                <c:pt idx="20307">
                  <c:v>51.29</c:v>
                </c:pt>
                <c:pt idx="20308">
                  <c:v>83.97</c:v>
                </c:pt>
                <c:pt idx="20309">
                  <c:v>69.98</c:v>
                </c:pt>
                <c:pt idx="20310">
                  <c:v>76.489999999999995</c:v>
                </c:pt>
                <c:pt idx="20311">
                  <c:v>53.98</c:v>
                </c:pt>
                <c:pt idx="20312">
                  <c:v>84.99</c:v>
                </c:pt>
                <c:pt idx="20313">
                  <c:v>259.93</c:v>
                </c:pt>
                <c:pt idx="20314">
                  <c:v>71.98</c:v>
                </c:pt>
                <c:pt idx="20315">
                  <c:v>123.64</c:v>
                </c:pt>
                <c:pt idx="20316">
                  <c:v>29.98</c:v>
                </c:pt>
                <c:pt idx="20317">
                  <c:v>113.46</c:v>
                </c:pt>
                <c:pt idx="20318">
                  <c:v>163.95</c:v>
                </c:pt>
                <c:pt idx="20319">
                  <c:v>99.98</c:v>
                </c:pt>
                <c:pt idx="20320">
                  <c:v>64.98</c:v>
                </c:pt>
                <c:pt idx="20321">
                  <c:v>94.97</c:v>
                </c:pt>
                <c:pt idx="20322">
                  <c:v>159.96</c:v>
                </c:pt>
                <c:pt idx="20323">
                  <c:v>84.98</c:v>
                </c:pt>
                <c:pt idx="20324">
                  <c:v>113.11</c:v>
                </c:pt>
                <c:pt idx="20325">
                  <c:v>120.69</c:v>
                </c:pt>
                <c:pt idx="20326">
                  <c:v>49.99</c:v>
                </c:pt>
                <c:pt idx="20327">
                  <c:v>83.97</c:v>
                </c:pt>
                <c:pt idx="20328">
                  <c:v>93.13</c:v>
                </c:pt>
                <c:pt idx="20329">
                  <c:v>51.76</c:v>
                </c:pt>
                <c:pt idx="20330">
                  <c:v>53.97</c:v>
                </c:pt>
                <c:pt idx="20331">
                  <c:v>22.95</c:v>
                </c:pt>
                <c:pt idx="20332">
                  <c:v>63.96</c:v>
                </c:pt>
                <c:pt idx="20333">
                  <c:v>159.69999999999999</c:v>
                </c:pt>
                <c:pt idx="20334">
                  <c:v>73.8</c:v>
                </c:pt>
                <c:pt idx="20335">
                  <c:v>53.22</c:v>
                </c:pt>
                <c:pt idx="20336">
                  <c:v>62.29</c:v>
                </c:pt>
                <c:pt idx="20337">
                  <c:v>182.67</c:v>
                </c:pt>
                <c:pt idx="20338">
                  <c:v>233.51</c:v>
                </c:pt>
                <c:pt idx="20339">
                  <c:v>181.45</c:v>
                </c:pt>
                <c:pt idx="20340">
                  <c:v>239.54</c:v>
                </c:pt>
                <c:pt idx="20341">
                  <c:v>76.489999999999995</c:v>
                </c:pt>
                <c:pt idx="20342">
                  <c:v>84.98</c:v>
                </c:pt>
                <c:pt idx="20343">
                  <c:v>99.98</c:v>
                </c:pt>
                <c:pt idx="20344">
                  <c:v>114.98</c:v>
                </c:pt>
                <c:pt idx="20345">
                  <c:v>134.97999999999999</c:v>
                </c:pt>
                <c:pt idx="20346">
                  <c:v>79.97</c:v>
                </c:pt>
                <c:pt idx="20347">
                  <c:v>89.55</c:v>
                </c:pt>
                <c:pt idx="20348">
                  <c:v>104.69</c:v>
                </c:pt>
                <c:pt idx="20349">
                  <c:v>175.92</c:v>
                </c:pt>
                <c:pt idx="20350">
                  <c:v>112.97</c:v>
                </c:pt>
                <c:pt idx="20351">
                  <c:v>56.97</c:v>
                </c:pt>
                <c:pt idx="20352">
                  <c:v>155.33000000000001</c:v>
                </c:pt>
                <c:pt idx="20353">
                  <c:v>70.98</c:v>
                </c:pt>
                <c:pt idx="20354">
                  <c:v>77.97</c:v>
                </c:pt>
                <c:pt idx="20355">
                  <c:v>50.98</c:v>
                </c:pt>
                <c:pt idx="20356">
                  <c:v>173.95</c:v>
                </c:pt>
                <c:pt idx="20357">
                  <c:v>163.93</c:v>
                </c:pt>
                <c:pt idx="20358">
                  <c:v>153.75</c:v>
                </c:pt>
                <c:pt idx="20359">
                  <c:v>177.96</c:v>
                </c:pt>
                <c:pt idx="20360">
                  <c:v>162.96</c:v>
                </c:pt>
                <c:pt idx="20361">
                  <c:v>180.96</c:v>
                </c:pt>
                <c:pt idx="20362">
                  <c:v>105.98</c:v>
                </c:pt>
                <c:pt idx="20363">
                  <c:v>185.94</c:v>
                </c:pt>
                <c:pt idx="20364">
                  <c:v>177.96</c:v>
                </c:pt>
                <c:pt idx="20365">
                  <c:v>159.97999999999999</c:v>
                </c:pt>
                <c:pt idx="20366">
                  <c:v>203.95</c:v>
                </c:pt>
                <c:pt idx="20367">
                  <c:v>173.96</c:v>
                </c:pt>
                <c:pt idx="20368">
                  <c:v>177.96</c:v>
                </c:pt>
                <c:pt idx="20369">
                  <c:v>65.98</c:v>
                </c:pt>
                <c:pt idx="20370">
                  <c:v>151.18</c:v>
                </c:pt>
                <c:pt idx="20371">
                  <c:v>50.98</c:v>
                </c:pt>
                <c:pt idx="20372">
                  <c:v>69.989999999999995</c:v>
                </c:pt>
                <c:pt idx="20373">
                  <c:v>84.98</c:v>
                </c:pt>
                <c:pt idx="20374">
                  <c:v>59.49</c:v>
                </c:pt>
                <c:pt idx="20375">
                  <c:v>20.49</c:v>
                </c:pt>
                <c:pt idx="20376">
                  <c:v>63.98</c:v>
                </c:pt>
                <c:pt idx="20377">
                  <c:v>117.76</c:v>
                </c:pt>
                <c:pt idx="20378">
                  <c:v>135.87</c:v>
                </c:pt>
                <c:pt idx="20379">
                  <c:v>67.489999999999995</c:v>
                </c:pt>
                <c:pt idx="20380">
                  <c:v>29.49</c:v>
                </c:pt>
                <c:pt idx="20381">
                  <c:v>97.97</c:v>
                </c:pt>
                <c:pt idx="20382">
                  <c:v>-1.5</c:v>
                </c:pt>
                <c:pt idx="20383">
                  <c:v>84.57</c:v>
                </c:pt>
                <c:pt idx="20384">
                  <c:v>99.97</c:v>
                </c:pt>
                <c:pt idx="20385">
                  <c:v>52.96</c:v>
                </c:pt>
                <c:pt idx="20386">
                  <c:v>49.08</c:v>
                </c:pt>
                <c:pt idx="20387">
                  <c:v>84.98</c:v>
                </c:pt>
                <c:pt idx="20388">
                  <c:v>169.98</c:v>
                </c:pt>
                <c:pt idx="20389">
                  <c:v>89.98</c:v>
                </c:pt>
                <c:pt idx="20390">
                  <c:v>159.44</c:v>
                </c:pt>
                <c:pt idx="20391">
                  <c:v>51.29</c:v>
                </c:pt>
                <c:pt idx="20392">
                  <c:v>121.98</c:v>
                </c:pt>
                <c:pt idx="20393">
                  <c:v>214.97</c:v>
                </c:pt>
                <c:pt idx="20394">
                  <c:v>160.68</c:v>
                </c:pt>
                <c:pt idx="20395">
                  <c:v>131.97999999999999</c:v>
                </c:pt>
                <c:pt idx="20396">
                  <c:v>159.97999999999999</c:v>
                </c:pt>
                <c:pt idx="20397">
                  <c:v>169.98</c:v>
                </c:pt>
                <c:pt idx="20398">
                  <c:v>188.96</c:v>
                </c:pt>
                <c:pt idx="20399">
                  <c:v>54.37</c:v>
                </c:pt>
                <c:pt idx="20400">
                  <c:v>69.989999999999995</c:v>
                </c:pt>
                <c:pt idx="20401">
                  <c:v>96.97</c:v>
                </c:pt>
                <c:pt idx="20402">
                  <c:v>116.97</c:v>
                </c:pt>
                <c:pt idx="20403">
                  <c:v>69.989999999999995</c:v>
                </c:pt>
                <c:pt idx="20404">
                  <c:v>65.98</c:v>
                </c:pt>
                <c:pt idx="20405">
                  <c:v>84.98</c:v>
                </c:pt>
                <c:pt idx="20406">
                  <c:v>62.96</c:v>
                </c:pt>
                <c:pt idx="20407">
                  <c:v>56.67</c:v>
                </c:pt>
                <c:pt idx="20408">
                  <c:v>63.88</c:v>
                </c:pt>
                <c:pt idx="20409">
                  <c:v>63.88</c:v>
                </c:pt>
                <c:pt idx="20410">
                  <c:v>56.67</c:v>
                </c:pt>
                <c:pt idx="20411">
                  <c:v>51.76</c:v>
                </c:pt>
                <c:pt idx="20412">
                  <c:v>51.76</c:v>
                </c:pt>
                <c:pt idx="20413">
                  <c:v>63.88</c:v>
                </c:pt>
                <c:pt idx="20414">
                  <c:v>51.76</c:v>
                </c:pt>
                <c:pt idx="20415">
                  <c:v>63.88</c:v>
                </c:pt>
                <c:pt idx="20416">
                  <c:v>56.67</c:v>
                </c:pt>
                <c:pt idx="20417">
                  <c:v>56.67</c:v>
                </c:pt>
                <c:pt idx="20418">
                  <c:v>56.67</c:v>
                </c:pt>
                <c:pt idx="20419">
                  <c:v>56.67</c:v>
                </c:pt>
                <c:pt idx="20420">
                  <c:v>51.76</c:v>
                </c:pt>
                <c:pt idx="20421">
                  <c:v>63.88</c:v>
                </c:pt>
                <c:pt idx="20422">
                  <c:v>104.27</c:v>
                </c:pt>
                <c:pt idx="20423">
                  <c:v>104.27</c:v>
                </c:pt>
                <c:pt idx="20424">
                  <c:v>51.28</c:v>
                </c:pt>
                <c:pt idx="20425">
                  <c:v>51.28</c:v>
                </c:pt>
                <c:pt idx="20426">
                  <c:v>51.28</c:v>
                </c:pt>
                <c:pt idx="20427">
                  <c:v>51.28</c:v>
                </c:pt>
                <c:pt idx="20428">
                  <c:v>51.28</c:v>
                </c:pt>
                <c:pt idx="20429">
                  <c:v>49.99</c:v>
                </c:pt>
                <c:pt idx="20430">
                  <c:v>49.99</c:v>
                </c:pt>
                <c:pt idx="20431">
                  <c:v>51.76</c:v>
                </c:pt>
                <c:pt idx="20432">
                  <c:v>49.99</c:v>
                </c:pt>
                <c:pt idx="20433">
                  <c:v>49.99</c:v>
                </c:pt>
                <c:pt idx="20434">
                  <c:v>63.88</c:v>
                </c:pt>
                <c:pt idx="20435">
                  <c:v>49.99</c:v>
                </c:pt>
                <c:pt idx="20436">
                  <c:v>104.27</c:v>
                </c:pt>
                <c:pt idx="20437">
                  <c:v>104.27</c:v>
                </c:pt>
                <c:pt idx="20438">
                  <c:v>104.27</c:v>
                </c:pt>
                <c:pt idx="20439">
                  <c:v>104.27</c:v>
                </c:pt>
                <c:pt idx="20440">
                  <c:v>49.99</c:v>
                </c:pt>
                <c:pt idx="20441">
                  <c:v>51.28</c:v>
                </c:pt>
                <c:pt idx="20442">
                  <c:v>51.76</c:v>
                </c:pt>
                <c:pt idx="20443">
                  <c:v>59.38</c:v>
                </c:pt>
                <c:pt idx="20444">
                  <c:v>59.38</c:v>
                </c:pt>
                <c:pt idx="20445">
                  <c:v>59.38</c:v>
                </c:pt>
                <c:pt idx="20446">
                  <c:v>59.38</c:v>
                </c:pt>
                <c:pt idx="20447">
                  <c:v>59.38</c:v>
                </c:pt>
                <c:pt idx="20448">
                  <c:v>59.38</c:v>
                </c:pt>
                <c:pt idx="20449">
                  <c:v>14.99</c:v>
                </c:pt>
                <c:pt idx="20450">
                  <c:v>59.97</c:v>
                </c:pt>
                <c:pt idx="20451">
                  <c:v>155.94</c:v>
                </c:pt>
                <c:pt idx="20452">
                  <c:v>94.47</c:v>
                </c:pt>
                <c:pt idx="20453">
                  <c:v>49.99</c:v>
                </c:pt>
                <c:pt idx="20454">
                  <c:v>74.98</c:v>
                </c:pt>
                <c:pt idx="20455">
                  <c:v>148.97</c:v>
                </c:pt>
                <c:pt idx="20456">
                  <c:v>182.95</c:v>
                </c:pt>
                <c:pt idx="20457">
                  <c:v>59.98</c:v>
                </c:pt>
                <c:pt idx="20458">
                  <c:v>58.97</c:v>
                </c:pt>
                <c:pt idx="20459">
                  <c:v>79.98</c:v>
                </c:pt>
                <c:pt idx="20460">
                  <c:v>59.98</c:v>
                </c:pt>
                <c:pt idx="20461">
                  <c:v>89.97</c:v>
                </c:pt>
                <c:pt idx="20462">
                  <c:v>60.98</c:v>
                </c:pt>
                <c:pt idx="20463">
                  <c:v>99.98</c:v>
                </c:pt>
                <c:pt idx="20464">
                  <c:v>58.77</c:v>
                </c:pt>
                <c:pt idx="20465">
                  <c:v>59.98</c:v>
                </c:pt>
                <c:pt idx="20466">
                  <c:v>77.489999999999995</c:v>
                </c:pt>
                <c:pt idx="20467">
                  <c:v>87</c:v>
                </c:pt>
                <c:pt idx="20468">
                  <c:v>58.78</c:v>
                </c:pt>
                <c:pt idx="20469">
                  <c:v>59.98</c:v>
                </c:pt>
                <c:pt idx="20470">
                  <c:v>67.38</c:v>
                </c:pt>
                <c:pt idx="20471">
                  <c:v>89.97</c:v>
                </c:pt>
                <c:pt idx="20472">
                  <c:v>57.09</c:v>
                </c:pt>
                <c:pt idx="20473">
                  <c:v>89.97</c:v>
                </c:pt>
                <c:pt idx="20474">
                  <c:v>59.97</c:v>
                </c:pt>
                <c:pt idx="20475">
                  <c:v>59.98</c:v>
                </c:pt>
                <c:pt idx="20476">
                  <c:v>98.37</c:v>
                </c:pt>
                <c:pt idx="20477">
                  <c:v>58.48</c:v>
                </c:pt>
                <c:pt idx="20478">
                  <c:v>84.99</c:v>
                </c:pt>
                <c:pt idx="20479">
                  <c:v>58.58</c:v>
                </c:pt>
                <c:pt idx="20480">
                  <c:v>59.98</c:v>
                </c:pt>
                <c:pt idx="20481">
                  <c:v>29.99</c:v>
                </c:pt>
                <c:pt idx="20482">
                  <c:v>59.98</c:v>
                </c:pt>
                <c:pt idx="20483">
                  <c:v>59.98</c:v>
                </c:pt>
                <c:pt idx="20484">
                  <c:v>59.08</c:v>
                </c:pt>
                <c:pt idx="20485">
                  <c:v>64.98</c:v>
                </c:pt>
                <c:pt idx="20486">
                  <c:v>59.98</c:v>
                </c:pt>
                <c:pt idx="20487">
                  <c:v>59.98</c:v>
                </c:pt>
                <c:pt idx="20488">
                  <c:v>87.97</c:v>
                </c:pt>
                <c:pt idx="20489">
                  <c:v>86.09</c:v>
                </c:pt>
                <c:pt idx="20490">
                  <c:v>79.98</c:v>
                </c:pt>
                <c:pt idx="20491">
                  <c:v>59.98</c:v>
                </c:pt>
                <c:pt idx="20492">
                  <c:v>74.98</c:v>
                </c:pt>
                <c:pt idx="20493">
                  <c:v>88.47</c:v>
                </c:pt>
                <c:pt idx="20494">
                  <c:v>113.77</c:v>
                </c:pt>
                <c:pt idx="20495">
                  <c:v>59.95</c:v>
                </c:pt>
                <c:pt idx="20496">
                  <c:v>229.95</c:v>
                </c:pt>
                <c:pt idx="20497">
                  <c:v>209.94</c:v>
                </c:pt>
                <c:pt idx="20498">
                  <c:v>209.93</c:v>
                </c:pt>
                <c:pt idx="20499">
                  <c:v>59.98</c:v>
                </c:pt>
                <c:pt idx="20500">
                  <c:v>63.98</c:v>
                </c:pt>
                <c:pt idx="20501">
                  <c:v>105.97</c:v>
                </c:pt>
                <c:pt idx="20502">
                  <c:v>119.97</c:v>
                </c:pt>
                <c:pt idx="20503">
                  <c:v>89.98</c:v>
                </c:pt>
                <c:pt idx="20504">
                  <c:v>69.98</c:v>
                </c:pt>
                <c:pt idx="20505">
                  <c:v>69.98</c:v>
                </c:pt>
                <c:pt idx="20506">
                  <c:v>53.98</c:v>
                </c:pt>
                <c:pt idx="20507">
                  <c:v>50.98</c:v>
                </c:pt>
                <c:pt idx="20508">
                  <c:v>50.98</c:v>
                </c:pt>
                <c:pt idx="20509">
                  <c:v>53.98</c:v>
                </c:pt>
                <c:pt idx="20510">
                  <c:v>53.98</c:v>
                </c:pt>
                <c:pt idx="20511">
                  <c:v>74.97</c:v>
                </c:pt>
                <c:pt idx="20512">
                  <c:v>80.97</c:v>
                </c:pt>
                <c:pt idx="20513">
                  <c:v>67.489999999999995</c:v>
                </c:pt>
                <c:pt idx="20514">
                  <c:v>86.29</c:v>
                </c:pt>
                <c:pt idx="20515">
                  <c:v>61.98</c:v>
                </c:pt>
                <c:pt idx="20516">
                  <c:v>67.290000000000006</c:v>
                </c:pt>
                <c:pt idx="20517">
                  <c:v>75.47</c:v>
                </c:pt>
                <c:pt idx="20518">
                  <c:v>75.48</c:v>
                </c:pt>
                <c:pt idx="20519">
                  <c:v>67.489999999999995</c:v>
                </c:pt>
                <c:pt idx="20520">
                  <c:v>67.489999999999995</c:v>
                </c:pt>
                <c:pt idx="20521">
                  <c:v>67.489999999999995</c:v>
                </c:pt>
                <c:pt idx="20522">
                  <c:v>65.989999999999995</c:v>
                </c:pt>
                <c:pt idx="20523">
                  <c:v>61.98</c:v>
                </c:pt>
                <c:pt idx="20524">
                  <c:v>84.99</c:v>
                </c:pt>
                <c:pt idx="20525">
                  <c:v>67.489999999999995</c:v>
                </c:pt>
                <c:pt idx="20526">
                  <c:v>52.97</c:v>
                </c:pt>
                <c:pt idx="20527">
                  <c:v>67.489999999999995</c:v>
                </c:pt>
                <c:pt idx="20528">
                  <c:v>67.489999999999995</c:v>
                </c:pt>
                <c:pt idx="20529">
                  <c:v>83.48</c:v>
                </c:pt>
                <c:pt idx="20530">
                  <c:v>56.97</c:v>
                </c:pt>
                <c:pt idx="20531">
                  <c:v>39.479999999999997</c:v>
                </c:pt>
                <c:pt idx="20532">
                  <c:v>39.479999999999997</c:v>
                </c:pt>
                <c:pt idx="20533">
                  <c:v>81.650000000000006</c:v>
                </c:pt>
                <c:pt idx="20534">
                  <c:v>81.650000000000006</c:v>
                </c:pt>
                <c:pt idx="20535">
                  <c:v>112.47</c:v>
                </c:pt>
                <c:pt idx="20536">
                  <c:v>112.47</c:v>
                </c:pt>
                <c:pt idx="20537">
                  <c:v>81.650000000000006</c:v>
                </c:pt>
                <c:pt idx="20538">
                  <c:v>112.47</c:v>
                </c:pt>
                <c:pt idx="20539">
                  <c:v>32.799999999999997</c:v>
                </c:pt>
                <c:pt idx="20540">
                  <c:v>67.48</c:v>
                </c:pt>
                <c:pt idx="20541">
                  <c:v>63.97</c:v>
                </c:pt>
                <c:pt idx="20542">
                  <c:v>55.98</c:v>
                </c:pt>
                <c:pt idx="20543">
                  <c:v>89.77</c:v>
                </c:pt>
                <c:pt idx="20544">
                  <c:v>99.48</c:v>
                </c:pt>
                <c:pt idx="20545">
                  <c:v>51.29</c:v>
                </c:pt>
                <c:pt idx="20546">
                  <c:v>73.48</c:v>
                </c:pt>
                <c:pt idx="20547">
                  <c:v>73.239999999999995</c:v>
                </c:pt>
                <c:pt idx="20548">
                  <c:v>169.98</c:v>
                </c:pt>
                <c:pt idx="20549">
                  <c:v>132.97999999999999</c:v>
                </c:pt>
                <c:pt idx="20550">
                  <c:v>65.989999999999995</c:v>
                </c:pt>
                <c:pt idx="20551">
                  <c:v>61.37</c:v>
                </c:pt>
                <c:pt idx="20552">
                  <c:v>33.479999999999997</c:v>
                </c:pt>
                <c:pt idx="20553">
                  <c:v>131.97999999999999</c:v>
                </c:pt>
                <c:pt idx="20554">
                  <c:v>65.989999999999995</c:v>
                </c:pt>
                <c:pt idx="20555">
                  <c:v>79.98</c:v>
                </c:pt>
                <c:pt idx="20556">
                  <c:v>126.24</c:v>
                </c:pt>
                <c:pt idx="20557">
                  <c:v>155.58000000000001</c:v>
                </c:pt>
                <c:pt idx="20558">
                  <c:v>188.97</c:v>
                </c:pt>
                <c:pt idx="20559">
                  <c:v>139.06</c:v>
                </c:pt>
                <c:pt idx="20560">
                  <c:v>65.989999999999995</c:v>
                </c:pt>
                <c:pt idx="20561">
                  <c:v>60.98</c:v>
                </c:pt>
                <c:pt idx="20562">
                  <c:v>69.97</c:v>
                </c:pt>
                <c:pt idx="20563">
                  <c:v>46.08</c:v>
                </c:pt>
                <c:pt idx="20564">
                  <c:v>68.97</c:v>
                </c:pt>
                <c:pt idx="20565">
                  <c:v>20.29</c:v>
                </c:pt>
                <c:pt idx="20566">
                  <c:v>93.56</c:v>
                </c:pt>
                <c:pt idx="20567">
                  <c:v>98.97</c:v>
                </c:pt>
                <c:pt idx="20568">
                  <c:v>79.98</c:v>
                </c:pt>
                <c:pt idx="20569">
                  <c:v>212.95</c:v>
                </c:pt>
                <c:pt idx="20570">
                  <c:v>161.80000000000001</c:v>
                </c:pt>
                <c:pt idx="20571">
                  <c:v>195.57</c:v>
                </c:pt>
                <c:pt idx="20572">
                  <c:v>125.38</c:v>
                </c:pt>
                <c:pt idx="20573">
                  <c:v>121.98</c:v>
                </c:pt>
                <c:pt idx="20574">
                  <c:v>104.93</c:v>
                </c:pt>
                <c:pt idx="20575">
                  <c:v>131.97999999999999</c:v>
                </c:pt>
                <c:pt idx="20576">
                  <c:v>169.98</c:v>
                </c:pt>
                <c:pt idx="20577">
                  <c:v>137.97999999999999</c:v>
                </c:pt>
                <c:pt idx="20578">
                  <c:v>169.98</c:v>
                </c:pt>
                <c:pt idx="20579">
                  <c:v>152.97999999999999</c:v>
                </c:pt>
                <c:pt idx="20580">
                  <c:v>191.94</c:v>
                </c:pt>
                <c:pt idx="20581">
                  <c:v>164.59</c:v>
                </c:pt>
                <c:pt idx="20582">
                  <c:v>215.97</c:v>
                </c:pt>
                <c:pt idx="20583">
                  <c:v>124.05</c:v>
                </c:pt>
                <c:pt idx="20584">
                  <c:v>152.97999999999999</c:v>
                </c:pt>
                <c:pt idx="20585">
                  <c:v>169.98</c:v>
                </c:pt>
                <c:pt idx="20586">
                  <c:v>152.97999999999999</c:v>
                </c:pt>
                <c:pt idx="20587">
                  <c:v>99.98</c:v>
                </c:pt>
                <c:pt idx="20588">
                  <c:v>161.38999999999999</c:v>
                </c:pt>
                <c:pt idx="20589">
                  <c:v>169.98</c:v>
                </c:pt>
                <c:pt idx="20590">
                  <c:v>57.95</c:v>
                </c:pt>
                <c:pt idx="20591">
                  <c:v>122.36</c:v>
                </c:pt>
                <c:pt idx="20592">
                  <c:v>20.49</c:v>
                </c:pt>
                <c:pt idx="20593">
                  <c:v>123.95</c:v>
                </c:pt>
                <c:pt idx="20594">
                  <c:v>88.97</c:v>
                </c:pt>
                <c:pt idx="20595">
                  <c:v>91.35</c:v>
                </c:pt>
                <c:pt idx="20596">
                  <c:v>51.98</c:v>
                </c:pt>
                <c:pt idx="20597">
                  <c:v>210.97</c:v>
                </c:pt>
                <c:pt idx="20598">
                  <c:v>42.24</c:v>
                </c:pt>
                <c:pt idx="20599">
                  <c:v>98.88</c:v>
                </c:pt>
                <c:pt idx="20600">
                  <c:v>109.98</c:v>
                </c:pt>
                <c:pt idx="20601">
                  <c:v>201.97</c:v>
                </c:pt>
                <c:pt idx="20602">
                  <c:v>329.95</c:v>
                </c:pt>
                <c:pt idx="20603">
                  <c:v>211.96</c:v>
                </c:pt>
                <c:pt idx="20604">
                  <c:v>131.97999999999999</c:v>
                </c:pt>
                <c:pt idx="20605">
                  <c:v>131.97999999999999</c:v>
                </c:pt>
                <c:pt idx="20606">
                  <c:v>227.95</c:v>
                </c:pt>
                <c:pt idx="20607">
                  <c:v>172.25</c:v>
                </c:pt>
                <c:pt idx="20608">
                  <c:v>105.98</c:v>
                </c:pt>
                <c:pt idx="20609">
                  <c:v>99.98</c:v>
                </c:pt>
                <c:pt idx="20610">
                  <c:v>163.46</c:v>
                </c:pt>
                <c:pt idx="20611">
                  <c:v>263.95999999999998</c:v>
                </c:pt>
                <c:pt idx="20612">
                  <c:v>131.97999999999999</c:v>
                </c:pt>
                <c:pt idx="20613">
                  <c:v>131.97999999999999</c:v>
                </c:pt>
                <c:pt idx="20614">
                  <c:v>263.95999999999998</c:v>
                </c:pt>
                <c:pt idx="20615">
                  <c:v>197.97</c:v>
                </c:pt>
                <c:pt idx="20616">
                  <c:v>20.29</c:v>
                </c:pt>
                <c:pt idx="20617">
                  <c:v>93.58</c:v>
                </c:pt>
                <c:pt idx="20618">
                  <c:v>89.99</c:v>
                </c:pt>
                <c:pt idx="20619">
                  <c:v>106.97</c:v>
                </c:pt>
                <c:pt idx="20620">
                  <c:v>31.93</c:v>
                </c:pt>
                <c:pt idx="20621">
                  <c:v>24.49</c:v>
                </c:pt>
                <c:pt idx="20622">
                  <c:v>34.61</c:v>
                </c:pt>
                <c:pt idx="20623">
                  <c:v>36.49</c:v>
                </c:pt>
                <c:pt idx="20624">
                  <c:v>31.49</c:v>
                </c:pt>
                <c:pt idx="20625">
                  <c:v>54.99</c:v>
                </c:pt>
                <c:pt idx="20626">
                  <c:v>40.49</c:v>
                </c:pt>
                <c:pt idx="20627">
                  <c:v>168.26</c:v>
                </c:pt>
                <c:pt idx="20628">
                  <c:v>64.989999999999995</c:v>
                </c:pt>
                <c:pt idx="20629">
                  <c:v>65.97</c:v>
                </c:pt>
                <c:pt idx="20630">
                  <c:v>77.38</c:v>
                </c:pt>
                <c:pt idx="20631">
                  <c:v>84.99</c:v>
                </c:pt>
                <c:pt idx="20632">
                  <c:v>84.99</c:v>
                </c:pt>
                <c:pt idx="20633">
                  <c:v>84.99</c:v>
                </c:pt>
                <c:pt idx="20634">
                  <c:v>84.99</c:v>
                </c:pt>
                <c:pt idx="20635">
                  <c:v>131.97999999999999</c:v>
                </c:pt>
                <c:pt idx="20636">
                  <c:v>169.98</c:v>
                </c:pt>
                <c:pt idx="20637">
                  <c:v>84.99</c:v>
                </c:pt>
                <c:pt idx="20638">
                  <c:v>65.989999999999995</c:v>
                </c:pt>
                <c:pt idx="20639">
                  <c:v>84.99</c:v>
                </c:pt>
                <c:pt idx="20640">
                  <c:v>84.99</c:v>
                </c:pt>
                <c:pt idx="20641">
                  <c:v>168.96</c:v>
                </c:pt>
                <c:pt idx="20642">
                  <c:v>84.99</c:v>
                </c:pt>
                <c:pt idx="20643">
                  <c:v>75.09</c:v>
                </c:pt>
                <c:pt idx="20644">
                  <c:v>84.99</c:v>
                </c:pt>
                <c:pt idx="20645">
                  <c:v>65.989999999999995</c:v>
                </c:pt>
                <c:pt idx="20646">
                  <c:v>194.56</c:v>
                </c:pt>
                <c:pt idx="20647">
                  <c:v>176.13</c:v>
                </c:pt>
                <c:pt idx="20648">
                  <c:v>79.98</c:v>
                </c:pt>
                <c:pt idx="20649">
                  <c:v>121.47</c:v>
                </c:pt>
                <c:pt idx="20650">
                  <c:v>110.98</c:v>
                </c:pt>
                <c:pt idx="20651">
                  <c:v>79.849999999999994</c:v>
                </c:pt>
                <c:pt idx="20652">
                  <c:v>150</c:v>
                </c:pt>
                <c:pt idx="20653">
                  <c:v>83.47</c:v>
                </c:pt>
                <c:pt idx="20654">
                  <c:v>78.63</c:v>
                </c:pt>
                <c:pt idx="20655">
                  <c:v>67.739999999999995</c:v>
                </c:pt>
                <c:pt idx="20656">
                  <c:v>54.98</c:v>
                </c:pt>
                <c:pt idx="20657">
                  <c:v>89.97</c:v>
                </c:pt>
                <c:pt idx="20658">
                  <c:v>64.97</c:v>
                </c:pt>
                <c:pt idx="20659">
                  <c:v>66.489999999999995</c:v>
                </c:pt>
                <c:pt idx="20660">
                  <c:v>163.27000000000001</c:v>
                </c:pt>
                <c:pt idx="20661">
                  <c:v>207.94</c:v>
                </c:pt>
                <c:pt idx="20662">
                  <c:v>67.98</c:v>
                </c:pt>
                <c:pt idx="20663">
                  <c:v>84.99</c:v>
                </c:pt>
                <c:pt idx="20664">
                  <c:v>54.99</c:v>
                </c:pt>
                <c:pt idx="20665">
                  <c:v>23.48</c:v>
                </c:pt>
                <c:pt idx="20666">
                  <c:v>79.98</c:v>
                </c:pt>
                <c:pt idx="20667">
                  <c:v>23.48</c:v>
                </c:pt>
                <c:pt idx="20668">
                  <c:v>23.48</c:v>
                </c:pt>
                <c:pt idx="20669">
                  <c:v>23.48</c:v>
                </c:pt>
                <c:pt idx="20670">
                  <c:v>56.97</c:v>
                </c:pt>
                <c:pt idx="20671">
                  <c:v>75.959999999999994</c:v>
                </c:pt>
                <c:pt idx="20672">
                  <c:v>134.97</c:v>
                </c:pt>
                <c:pt idx="20673">
                  <c:v>76.489999999999995</c:v>
                </c:pt>
                <c:pt idx="20674">
                  <c:v>34.94</c:v>
                </c:pt>
                <c:pt idx="20675">
                  <c:v>35.44</c:v>
                </c:pt>
                <c:pt idx="20676">
                  <c:v>114.98</c:v>
                </c:pt>
                <c:pt idx="20677">
                  <c:v>286.95</c:v>
                </c:pt>
                <c:pt idx="20678">
                  <c:v>166.97</c:v>
                </c:pt>
                <c:pt idx="20679">
                  <c:v>249.97</c:v>
                </c:pt>
                <c:pt idx="20680">
                  <c:v>243.96</c:v>
                </c:pt>
                <c:pt idx="20681">
                  <c:v>293.36</c:v>
                </c:pt>
                <c:pt idx="20682">
                  <c:v>182.96</c:v>
                </c:pt>
                <c:pt idx="20683">
                  <c:v>251.93</c:v>
                </c:pt>
                <c:pt idx="20684">
                  <c:v>156.97</c:v>
                </c:pt>
                <c:pt idx="20685">
                  <c:v>128.01</c:v>
                </c:pt>
                <c:pt idx="20686">
                  <c:v>56.18</c:v>
                </c:pt>
                <c:pt idx="20687">
                  <c:v>174.95</c:v>
                </c:pt>
                <c:pt idx="20688">
                  <c:v>304.92</c:v>
                </c:pt>
                <c:pt idx="20689">
                  <c:v>222.44</c:v>
                </c:pt>
                <c:pt idx="20690">
                  <c:v>236.96</c:v>
                </c:pt>
                <c:pt idx="20691">
                  <c:v>195.45</c:v>
                </c:pt>
                <c:pt idx="20692">
                  <c:v>165.24</c:v>
                </c:pt>
                <c:pt idx="20693">
                  <c:v>96.86</c:v>
                </c:pt>
                <c:pt idx="20694">
                  <c:v>50.83</c:v>
                </c:pt>
                <c:pt idx="20695">
                  <c:v>160.51</c:v>
                </c:pt>
                <c:pt idx="20696">
                  <c:v>229.22</c:v>
                </c:pt>
                <c:pt idx="20697">
                  <c:v>136.06</c:v>
                </c:pt>
                <c:pt idx="20698">
                  <c:v>93.01</c:v>
                </c:pt>
                <c:pt idx="20699">
                  <c:v>92.96</c:v>
                </c:pt>
                <c:pt idx="20700">
                  <c:v>59.97</c:v>
                </c:pt>
                <c:pt idx="20701">
                  <c:v>65.98</c:v>
                </c:pt>
                <c:pt idx="20702">
                  <c:v>-9.99</c:v>
                </c:pt>
                <c:pt idx="20703">
                  <c:v>92.76</c:v>
                </c:pt>
                <c:pt idx="20704">
                  <c:v>116.12</c:v>
                </c:pt>
                <c:pt idx="20705">
                  <c:v>93.86</c:v>
                </c:pt>
                <c:pt idx="20706">
                  <c:v>72.87</c:v>
                </c:pt>
                <c:pt idx="20707">
                  <c:v>96.78</c:v>
                </c:pt>
                <c:pt idx="20708">
                  <c:v>161.12</c:v>
                </c:pt>
                <c:pt idx="20709">
                  <c:v>96.78</c:v>
                </c:pt>
                <c:pt idx="20710">
                  <c:v>116.12</c:v>
                </c:pt>
                <c:pt idx="20711">
                  <c:v>67.739999999999995</c:v>
                </c:pt>
                <c:pt idx="20712">
                  <c:v>95.15</c:v>
                </c:pt>
                <c:pt idx="20713">
                  <c:v>145.15</c:v>
                </c:pt>
                <c:pt idx="20714">
                  <c:v>96.78</c:v>
                </c:pt>
                <c:pt idx="20715">
                  <c:v>67.739999999999995</c:v>
                </c:pt>
                <c:pt idx="20716">
                  <c:v>96.78</c:v>
                </c:pt>
                <c:pt idx="20717">
                  <c:v>113.22</c:v>
                </c:pt>
                <c:pt idx="20718">
                  <c:v>116.12</c:v>
                </c:pt>
                <c:pt idx="20719">
                  <c:v>96.78</c:v>
                </c:pt>
                <c:pt idx="20720">
                  <c:v>193.55</c:v>
                </c:pt>
                <c:pt idx="20721">
                  <c:v>91.92</c:v>
                </c:pt>
                <c:pt idx="20722">
                  <c:v>94.84</c:v>
                </c:pt>
                <c:pt idx="20723">
                  <c:v>226.97</c:v>
                </c:pt>
                <c:pt idx="20724">
                  <c:v>54.99</c:v>
                </c:pt>
                <c:pt idx="20725">
                  <c:v>86.29</c:v>
                </c:pt>
                <c:pt idx="20726">
                  <c:v>67.28</c:v>
                </c:pt>
                <c:pt idx="20727">
                  <c:v>0</c:v>
                </c:pt>
                <c:pt idx="20728">
                  <c:v>87.45</c:v>
                </c:pt>
                <c:pt idx="20729">
                  <c:v>83.96</c:v>
                </c:pt>
                <c:pt idx="20730">
                  <c:v>56.97</c:v>
                </c:pt>
                <c:pt idx="20731">
                  <c:v>49.73</c:v>
                </c:pt>
                <c:pt idx="20732">
                  <c:v>86.14</c:v>
                </c:pt>
                <c:pt idx="20733">
                  <c:v>569.9</c:v>
                </c:pt>
                <c:pt idx="20734">
                  <c:v>288.93</c:v>
                </c:pt>
                <c:pt idx="20735">
                  <c:v>409.95</c:v>
                </c:pt>
                <c:pt idx="20736">
                  <c:v>547.89</c:v>
                </c:pt>
                <c:pt idx="20737">
                  <c:v>495.89</c:v>
                </c:pt>
                <c:pt idx="20738">
                  <c:v>659.84</c:v>
                </c:pt>
                <c:pt idx="20739">
                  <c:v>197.97</c:v>
                </c:pt>
                <c:pt idx="20740">
                  <c:v>206.97</c:v>
                </c:pt>
                <c:pt idx="20741">
                  <c:v>68.97</c:v>
                </c:pt>
                <c:pt idx="20742">
                  <c:v>68.97</c:v>
                </c:pt>
                <c:pt idx="20743">
                  <c:v>68.97</c:v>
                </c:pt>
                <c:pt idx="20744">
                  <c:v>28.49</c:v>
                </c:pt>
                <c:pt idx="20745">
                  <c:v>26.49</c:v>
                </c:pt>
                <c:pt idx="20746">
                  <c:v>26.49</c:v>
                </c:pt>
                <c:pt idx="20747">
                  <c:v>31.49</c:v>
                </c:pt>
                <c:pt idx="20748">
                  <c:v>59.98</c:v>
                </c:pt>
                <c:pt idx="20749">
                  <c:v>55.98</c:v>
                </c:pt>
                <c:pt idx="20750">
                  <c:v>102.97</c:v>
                </c:pt>
                <c:pt idx="20751">
                  <c:v>40.46</c:v>
                </c:pt>
                <c:pt idx="20752">
                  <c:v>46.47</c:v>
                </c:pt>
                <c:pt idx="20753">
                  <c:v>83.48</c:v>
                </c:pt>
                <c:pt idx="20754">
                  <c:v>59.98</c:v>
                </c:pt>
                <c:pt idx="20755">
                  <c:v>191.22</c:v>
                </c:pt>
                <c:pt idx="20756">
                  <c:v>80.98</c:v>
                </c:pt>
                <c:pt idx="20757">
                  <c:v>108.98</c:v>
                </c:pt>
                <c:pt idx="20758">
                  <c:v>134.29</c:v>
                </c:pt>
                <c:pt idx="20759">
                  <c:v>93.63</c:v>
                </c:pt>
                <c:pt idx="20760">
                  <c:v>67.98</c:v>
                </c:pt>
                <c:pt idx="20761">
                  <c:v>33.99</c:v>
                </c:pt>
                <c:pt idx="20762">
                  <c:v>135.96</c:v>
                </c:pt>
                <c:pt idx="20763">
                  <c:v>-67.98</c:v>
                </c:pt>
                <c:pt idx="20764">
                  <c:v>69.989999999999995</c:v>
                </c:pt>
                <c:pt idx="20765">
                  <c:v>69.989999999999995</c:v>
                </c:pt>
                <c:pt idx="20766">
                  <c:v>69.989999999999995</c:v>
                </c:pt>
                <c:pt idx="20767">
                  <c:v>209.97</c:v>
                </c:pt>
                <c:pt idx="20768">
                  <c:v>69.989999999999995</c:v>
                </c:pt>
                <c:pt idx="20769">
                  <c:v>139.97999999999999</c:v>
                </c:pt>
                <c:pt idx="20770">
                  <c:v>59.98</c:v>
                </c:pt>
                <c:pt idx="20771">
                  <c:v>74.97</c:v>
                </c:pt>
                <c:pt idx="20772">
                  <c:v>74.97</c:v>
                </c:pt>
                <c:pt idx="20773">
                  <c:v>65.989999999999995</c:v>
                </c:pt>
                <c:pt idx="20774">
                  <c:v>65.989999999999995</c:v>
                </c:pt>
                <c:pt idx="20775">
                  <c:v>78.69</c:v>
                </c:pt>
                <c:pt idx="20776">
                  <c:v>131.97999999999999</c:v>
                </c:pt>
                <c:pt idx="20777">
                  <c:v>65.989999999999995</c:v>
                </c:pt>
                <c:pt idx="20778">
                  <c:v>121.98</c:v>
                </c:pt>
                <c:pt idx="20779">
                  <c:v>131.97999999999999</c:v>
                </c:pt>
                <c:pt idx="20780">
                  <c:v>103.96</c:v>
                </c:pt>
                <c:pt idx="20781">
                  <c:v>37.28</c:v>
                </c:pt>
                <c:pt idx="20782">
                  <c:v>37.28</c:v>
                </c:pt>
                <c:pt idx="20783">
                  <c:v>71.959999999999994</c:v>
                </c:pt>
                <c:pt idx="20784">
                  <c:v>37.28</c:v>
                </c:pt>
                <c:pt idx="20785">
                  <c:v>129.97999999999999</c:v>
                </c:pt>
                <c:pt idx="20786">
                  <c:v>59.96</c:v>
                </c:pt>
                <c:pt idx="20787">
                  <c:v>59.96</c:v>
                </c:pt>
                <c:pt idx="20788">
                  <c:v>59.96</c:v>
                </c:pt>
                <c:pt idx="20789">
                  <c:v>89.94</c:v>
                </c:pt>
                <c:pt idx="20790">
                  <c:v>53.94</c:v>
                </c:pt>
                <c:pt idx="20791">
                  <c:v>53.94</c:v>
                </c:pt>
                <c:pt idx="20792">
                  <c:v>89.5</c:v>
                </c:pt>
                <c:pt idx="20793">
                  <c:v>138.13</c:v>
                </c:pt>
                <c:pt idx="20794">
                  <c:v>354.95</c:v>
                </c:pt>
                <c:pt idx="20795">
                  <c:v>202.27</c:v>
                </c:pt>
                <c:pt idx="20796">
                  <c:v>254.97</c:v>
                </c:pt>
                <c:pt idx="20797">
                  <c:v>249.96</c:v>
                </c:pt>
                <c:pt idx="20798">
                  <c:v>257.95999999999998</c:v>
                </c:pt>
                <c:pt idx="20799">
                  <c:v>172.97</c:v>
                </c:pt>
                <c:pt idx="20800">
                  <c:v>229.47</c:v>
                </c:pt>
                <c:pt idx="20801">
                  <c:v>254.97</c:v>
                </c:pt>
                <c:pt idx="20802">
                  <c:v>237.26</c:v>
                </c:pt>
                <c:pt idx="20803">
                  <c:v>197.97</c:v>
                </c:pt>
                <c:pt idx="20804">
                  <c:v>81.98</c:v>
                </c:pt>
                <c:pt idx="20805">
                  <c:v>65.989999999999995</c:v>
                </c:pt>
                <c:pt idx="20806">
                  <c:v>147.55000000000001</c:v>
                </c:pt>
                <c:pt idx="20807">
                  <c:v>72.97</c:v>
                </c:pt>
                <c:pt idx="20808">
                  <c:v>72.97</c:v>
                </c:pt>
                <c:pt idx="20809">
                  <c:v>61.94</c:v>
                </c:pt>
                <c:pt idx="20810">
                  <c:v>53.97</c:v>
                </c:pt>
                <c:pt idx="20811">
                  <c:v>51.98</c:v>
                </c:pt>
                <c:pt idx="20812">
                  <c:v>73.97</c:v>
                </c:pt>
                <c:pt idx="20813">
                  <c:v>79.97</c:v>
                </c:pt>
                <c:pt idx="20814">
                  <c:v>25.49</c:v>
                </c:pt>
                <c:pt idx="20815">
                  <c:v>59.98</c:v>
                </c:pt>
                <c:pt idx="20816">
                  <c:v>53.97</c:v>
                </c:pt>
                <c:pt idx="20817">
                  <c:v>49.48</c:v>
                </c:pt>
                <c:pt idx="20818">
                  <c:v>17.489999999999998</c:v>
                </c:pt>
                <c:pt idx="20819">
                  <c:v>99.96</c:v>
                </c:pt>
                <c:pt idx="20820">
                  <c:v>51.28</c:v>
                </c:pt>
                <c:pt idx="20821">
                  <c:v>55.96</c:v>
                </c:pt>
                <c:pt idx="20822">
                  <c:v>39.18</c:v>
                </c:pt>
                <c:pt idx="20823">
                  <c:v>50.34</c:v>
                </c:pt>
                <c:pt idx="20824">
                  <c:v>288.97000000000003</c:v>
                </c:pt>
                <c:pt idx="20825">
                  <c:v>244.71</c:v>
                </c:pt>
                <c:pt idx="20826">
                  <c:v>268.95999999999998</c:v>
                </c:pt>
                <c:pt idx="20827">
                  <c:v>256.45999999999998</c:v>
                </c:pt>
                <c:pt idx="20828">
                  <c:v>169.98</c:v>
                </c:pt>
                <c:pt idx="20829">
                  <c:v>152.97999999999999</c:v>
                </c:pt>
                <c:pt idx="20830">
                  <c:v>169.98</c:v>
                </c:pt>
                <c:pt idx="20831">
                  <c:v>-17</c:v>
                </c:pt>
                <c:pt idx="20832">
                  <c:v>152.97999999999999</c:v>
                </c:pt>
                <c:pt idx="20833">
                  <c:v>142.97999999999999</c:v>
                </c:pt>
                <c:pt idx="20834">
                  <c:v>181.5</c:v>
                </c:pt>
                <c:pt idx="20835">
                  <c:v>305.95999999999998</c:v>
                </c:pt>
                <c:pt idx="20836">
                  <c:v>245.96</c:v>
                </c:pt>
                <c:pt idx="20837">
                  <c:v>68.97</c:v>
                </c:pt>
                <c:pt idx="20838">
                  <c:v>67.59</c:v>
                </c:pt>
                <c:pt idx="20839">
                  <c:v>68.97</c:v>
                </c:pt>
                <c:pt idx="20840">
                  <c:v>63.96</c:v>
                </c:pt>
                <c:pt idx="20841">
                  <c:v>85.98</c:v>
                </c:pt>
                <c:pt idx="20842">
                  <c:v>56.97</c:v>
                </c:pt>
                <c:pt idx="20843">
                  <c:v>151.96</c:v>
                </c:pt>
                <c:pt idx="20844">
                  <c:v>34.229999999999997</c:v>
                </c:pt>
                <c:pt idx="20845">
                  <c:v>95.97</c:v>
                </c:pt>
                <c:pt idx="20846">
                  <c:v>63.96</c:v>
                </c:pt>
                <c:pt idx="20847">
                  <c:v>188.06</c:v>
                </c:pt>
                <c:pt idx="20848">
                  <c:v>343.94</c:v>
                </c:pt>
                <c:pt idx="20849">
                  <c:v>381.91</c:v>
                </c:pt>
                <c:pt idx="20850">
                  <c:v>409.93</c:v>
                </c:pt>
                <c:pt idx="20851">
                  <c:v>370.94</c:v>
                </c:pt>
                <c:pt idx="20852">
                  <c:v>107.94</c:v>
                </c:pt>
                <c:pt idx="20853">
                  <c:v>97.15</c:v>
                </c:pt>
                <c:pt idx="20854">
                  <c:v>204.95</c:v>
                </c:pt>
                <c:pt idx="20855">
                  <c:v>84.98</c:v>
                </c:pt>
                <c:pt idx="20856">
                  <c:v>74.98</c:v>
                </c:pt>
                <c:pt idx="20857">
                  <c:v>74.97</c:v>
                </c:pt>
                <c:pt idx="20858">
                  <c:v>69.98</c:v>
                </c:pt>
                <c:pt idx="20859">
                  <c:v>59.98</c:v>
                </c:pt>
                <c:pt idx="20860">
                  <c:v>82.98</c:v>
                </c:pt>
                <c:pt idx="20861">
                  <c:v>56.97</c:v>
                </c:pt>
                <c:pt idx="20862">
                  <c:v>64.98</c:v>
                </c:pt>
                <c:pt idx="20863">
                  <c:v>104.98</c:v>
                </c:pt>
                <c:pt idx="20864">
                  <c:v>84.99</c:v>
                </c:pt>
                <c:pt idx="20865">
                  <c:v>119.97</c:v>
                </c:pt>
                <c:pt idx="20866">
                  <c:v>187.96</c:v>
                </c:pt>
                <c:pt idx="20867">
                  <c:v>125.38</c:v>
                </c:pt>
                <c:pt idx="20868">
                  <c:v>131.97999999999999</c:v>
                </c:pt>
                <c:pt idx="20869">
                  <c:v>129.34</c:v>
                </c:pt>
                <c:pt idx="20870">
                  <c:v>131.97999999999999</c:v>
                </c:pt>
                <c:pt idx="20871">
                  <c:v>131.97999999999999</c:v>
                </c:pt>
                <c:pt idx="20872">
                  <c:v>249.73</c:v>
                </c:pt>
                <c:pt idx="20873">
                  <c:v>197.97</c:v>
                </c:pt>
                <c:pt idx="20874">
                  <c:v>65.989999999999995</c:v>
                </c:pt>
                <c:pt idx="20875">
                  <c:v>131.97999999999999</c:v>
                </c:pt>
                <c:pt idx="20876">
                  <c:v>41.49</c:v>
                </c:pt>
                <c:pt idx="20877">
                  <c:v>94.98</c:v>
                </c:pt>
                <c:pt idx="20878">
                  <c:v>51.49</c:v>
                </c:pt>
                <c:pt idx="20879">
                  <c:v>106.97</c:v>
                </c:pt>
                <c:pt idx="20880">
                  <c:v>97.97</c:v>
                </c:pt>
                <c:pt idx="20881">
                  <c:v>68.97</c:v>
                </c:pt>
                <c:pt idx="20882">
                  <c:v>50.97</c:v>
                </c:pt>
                <c:pt idx="20883">
                  <c:v>84.99</c:v>
                </c:pt>
                <c:pt idx="20884">
                  <c:v>89.97</c:v>
                </c:pt>
                <c:pt idx="20885">
                  <c:v>59.98</c:v>
                </c:pt>
                <c:pt idx="20886">
                  <c:v>54.98</c:v>
                </c:pt>
                <c:pt idx="20887">
                  <c:v>-89.97</c:v>
                </c:pt>
                <c:pt idx="20888">
                  <c:v>89.97</c:v>
                </c:pt>
                <c:pt idx="20889">
                  <c:v>89.97</c:v>
                </c:pt>
                <c:pt idx="20890">
                  <c:v>87.96</c:v>
                </c:pt>
                <c:pt idx="20891">
                  <c:v>58.97</c:v>
                </c:pt>
                <c:pt idx="20892">
                  <c:v>94.95</c:v>
                </c:pt>
                <c:pt idx="20893">
                  <c:v>54.48</c:v>
                </c:pt>
                <c:pt idx="20894">
                  <c:v>53.97</c:v>
                </c:pt>
                <c:pt idx="20895">
                  <c:v>76.87</c:v>
                </c:pt>
                <c:pt idx="20896">
                  <c:v>159.69999999999999</c:v>
                </c:pt>
                <c:pt idx="20897">
                  <c:v>156.5</c:v>
                </c:pt>
                <c:pt idx="20898">
                  <c:v>137.91999999999999</c:v>
                </c:pt>
                <c:pt idx="20899">
                  <c:v>159.69999999999999</c:v>
                </c:pt>
                <c:pt idx="20900">
                  <c:v>159.69999999999999</c:v>
                </c:pt>
                <c:pt idx="20901">
                  <c:v>159.69999999999999</c:v>
                </c:pt>
                <c:pt idx="20902">
                  <c:v>134.38</c:v>
                </c:pt>
                <c:pt idx="20903">
                  <c:v>159.69999999999999</c:v>
                </c:pt>
                <c:pt idx="20904">
                  <c:v>159.69999999999999</c:v>
                </c:pt>
                <c:pt idx="20905">
                  <c:v>151.96</c:v>
                </c:pt>
                <c:pt idx="20906">
                  <c:v>159.69999999999999</c:v>
                </c:pt>
                <c:pt idx="20907">
                  <c:v>208.35</c:v>
                </c:pt>
                <c:pt idx="20908">
                  <c:v>62.88</c:v>
                </c:pt>
                <c:pt idx="20909">
                  <c:v>70.86</c:v>
                </c:pt>
                <c:pt idx="20910">
                  <c:v>72.55</c:v>
                </c:pt>
                <c:pt idx="20911">
                  <c:v>90.48</c:v>
                </c:pt>
                <c:pt idx="20912">
                  <c:v>83.98</c:v>
                </c:pt>
                <c:pt idx="20913">
                  <c:v>63.96</c:v>
                </c:pt>
                <c:pt idx="20914">
                  <c:v>208.15</c:v>
                </c:pt>
                <c:pt idx="20915">
                  <c:v>91.96</c:v>
                </c:pt>
                <c:pt idx="20916">
                  <c:v>131.96</c:v>
                </c:pt>
                <c:pt idx="20917">
                  <c:v>59.98</c:v>
                </c:pt>
                <c:pt idx="20918">
                  <c:v>144.44999999999999</c:v>
                </c:pt>
                <c:pt idx="20919">
                  <c:v>63.96</c:v>
                </c:pt>
                <c:pt idx="20920">
                  <c:v>63.96</c:v>
                </c:pt>
                <c:pt idx="20921">
                  <c:v>73.98</c:v>
                </c:pt>
                <c:pt idx="20922">
                  <c:v>153.97999999999999</c:v>
                </c:pt>
                <c:pt idx="20923">
                  <c:v>129.96</c:v>
                </c:pt>
                <c:pt idx="20924">
                  <c:v>121.98</c:v>
                </c:pt>
                <c:pt idx="20925">
                  <c:v>123.99</c:v>
                </c:pt>
                <c:pt idx="20926">
                  <c:v>201.94</c:v>
                </c:pt>
                <c:pt idx="20927">
                  <c:v>121.98</c:v>
                </c:pt>
                <c:pt idx="20928">
                  <c:v>148.97</c:v>
                </c:pt>
                <c:pt idx="20929">
                  <c:v>163.96</c:v>
                </c:pt>
                <c:pt idx="20930">
                  <c:v>165.12</c:v>
                </c:pt>
                <c:pt idx="20931">
                  <c:v>184.76</c:v>
                </c:pt>
                <c:pt idx="20932">
                  <c:v>131.97999999999999</c:v>
                </c:pt>
                <c:pt idx="20933">
                  <c:v>15.29</c:v>
                </c:pt>
                <c:pt idx="20934">
                  <c:v>59.99</c:v>
                </c:pt>
                <c:pt idx="20935">
                  <c:v>15.29</c:v>
                </c:pt>
                <c:pt idx="20936">
                  <c:v>59.98</c:v>
                </c:pt>
                <c:pt idx="20937">
                  <c:v>18.23</c:v>
                </c:pt>
                <c:pt idx="20938">
                  <c:v>59.98</c:v>
                </c:pt>
                <c:pt idx="20939">
                  <c:v>54.98</c:v>
                </c:pt>
                <c:pt idx="20940">
                  <c:v>63.96</c:v>
                </c:pt>
                <c:pt idx="20941">
                  <c:v>79.95</c:v>
                </c:pt>
                <c:pt idx="20942">
                  <c:v>63.96</c:v>
                </c:pt>
                <c:pt idx="20943">
                  <c:v>102.95</c:v>
                </c:pt>
                <c:pt idx="20944">
                  <c:v>55.96</c:v>
                </c:pt>
                <c:pt idx="20945">
                  <c:v>131.97999999999999</c:v>
                </c:pt>
                <c:pt idx="20946">
                  <c:v>131.97999999999999</c:v>
                </c:pt>
                <c:pt idx="20947">
                  <c:v>169.98</c:v>
                </c:pt>
                <c:pt idx="20948">
                  <c:v>197.96</c:v>
                </c:pt>
                <c:pt idx="20949">
                  <c:v>137.97999999999999</c:v>
                </c:pt>
                <c:pt idx="20950">
                  <c:v>137.97999999999999</c:v>
                </c:pt>
                <c:pt idx="20951">
                  <c:v>154.69</c:v>
                </c:pt>
                <c:pt idx="20952">
                  <c:v>183.97</c:v>
                </c:pt>
                <c:pt idx="20953">
                  <c:v>131.97999999999999</c:v>
                </c:pt>
                <c:pt idx="20954">
                  <c:v>169.98</c:v>
                </c:pt>
                <c:pt idx="20955">
                  <c:v>137.97999999999999</c:v>
                </c:pt>
                <c:pt idx="20956">
                  <c:v>169.98</c:v>
                </c:pt>
                <c:pt idx="20957">
                  <c:v>131.97999999999999</c:v>
                </c:pt>
                <c:pt idx="20958">
                  <c:v>184.97</c:v>
                </c:pt>
                <c:pt idx="20959">
                  <c:v>137.97999999999999</c:v>
                </c:pt>
                <c:pt idx="20960">
                  <c:v>169.98</c:v>
                </c:pt>
                <c:pt idx="20961">
                  <c:v>163.35</c:v>
                </c:pt>
                <c:pt idx="20962">
                  <c:v>159.97999999999999</c:v>
                </c:pt>
                <c:pt idx="20963">
                  <c:v>23.32</c:v>
                </c:pt>
                <c:pt idx="20964">
                  <c:v>137.97999999999999</c:v>
                </c:pt>
                <c:pt idx="20965">
                  <c:v>53.98</c:v>
                </c:pt>
                <c:pt idx="20966">
                  <c:v>137.97999999999999</c:v>
                </c:pt>
                <c:pt idx="20967">
                  <c:v>116.98</c:v>
                </c:pt>
                <c:pt idx="20968">
                  <c:v>120.98</c:v>
                </c:pt>
                <c:pt idx="20969">
                  <c:v>65.19</c:v>
                </c:pt>
                <c:pt idx="20970">
                  <c:v>96.96</c:v>
                </c:pt>
                <c:pt idx="20971">
                  <c:v>41.97</c:v>
                </c:pt>
                <c:pt idx="20972">
                  <c:v>73.48</c:v>
                </c:pt>
                <c:pt idx="20973">
                  <c:v>125.97</c:v>
                </c:pt>
                <c:pt idx="20974">
                  <c:v>79.87</c:v>
                </c:pt>
                <c:pt idx="20975">
                  <c:v>85.98</c:v>
                </c:pt>
                <c:pt idx="20976">
                  <c:v>85.98</c:v>
                </c:pt>
                <c:pt idx="20977">
                  <c:v>51.29</c:v>
                </c:pt>
                <c:pt idx="20978">
                  <c:v>51.29</c:v>
                </c:pt>
                <c:pt idx="20979">
                  <c:v>108.06</c:v>
                </c:pt>
                <c:pt idx="20980">
                  <c:v>87.47</c:v>
                </c:pt>
                <c:pt idx="20981">
                  <c:v>13.29</c:v>
                </c:pt>
                <c:pt idx="20982">
                  <c:v>13.89</c:v>
                </c:pt>
                <c:pt idx="20983">
                  <c:v>203.97</c:v>
                </c:pt>
                <c:pt idx="20984">
                  <c:v>36.49</c:v>
                </c:pt>
                <c:pt idx="20985">
                  <c:v>84.99</c:v>
                </c:pt>
                <c:pt idx="20986">
                  <c:v>73.989999999999995</c:v>
                </c:pt>
                <c:pt idx="20987">
                  <c:v>106.97</c:v>
                </c:pt>
                <c:pt idx="20988">
                  <c:v>139.97999999999999</c:v>
                </c:pt>
                <c:pt idx="20989">
                  <c:v>100.97</c:v>
                </c:pt>
                <c:pt idx="20990">
                  <c:v>102.96</c:v>
                </c:pt>
                <c:pt idx="20991">
                  <c:v>102.98</c:v>
                </c:pt>
                <c:pt idx="20992">
                  <c:v>19.29</c:v>
                </c:pt>
                <c:pt idx="20993">
                  <c:v>76.489999999999995</c:v>
                </c:pt>
                <c:pt idx="20994">
                  <c:v>63.96</c:v>
                </c:pt>
                <c:pt idx="20995">
                  <c:v>89.93</c:v>
                </c:pt>
                <c:pt idx="20996">
                  <c:v>61.38</c:v>
                </c:pt>
                <c:pt idx="20997">
                  <c:v>125.97</c:v>
                </c:pt>
                <c:pt idx="20998">
                  <c:v>169.98</c:v>
                </c:pt>
                <c:pt idx="20999">
                  <c:v>214.95</c:v>
                </c:pt>
                <c:pt idx="21000">
                  <c:v>90.07</c:v>
                </c:pt>
                <c:pt idx="21001">
                  <c:v>184.97</c:v>
                </c:pt>
                <c:pt idx="21002">
                  <c:v>64.98</c:v>
                </c:pt>
                <c:pt idx="21003">
                  <c:v>171.97</c:v>
                </c:pt>
                <c:pt idx="21004">
                  <c:v>197.6</c:v>
                </c:pt>
                <c:pt idx="21005">
                  <c:v>189.97</c:v>
                </c:pt>
                <c:pt idx="21006">
                  <c:v>76.489999999999995</c:v>
                </c:pt>
                <c:pt idx="21007">
                  <c:v>51.27</c:v>
                </c:pt>
                <c:pt idx="21008">
                  <c:v>79.42</c:v>
                </c:pt>
                <c:pt idx="21009">
                  <c:v>69.98</c:v>
                </c:pt>
                <c:pt idx="21010">
                  <c:v>122.97</c:v>
                </c:pt>
                <c:pt idx="21011">
                  <c:v>63.49</c:v>
                </c:pt>
                <c:pt idx="21012">
                  <c:v>68.95</c:v>
                </c:pt>
                <c:pt idx="21013">
                  <c:v>71.98</c:v>
                </c:pt>
                <c:pt idx="21014">
                  <c:v>84.99</c:v>
                </c:pt>
                <c:pt idx="21015">
                  <c:v>179.93</c:v>
                </c:pt>
                <c:pt idx="21016">
                  <c:v>179.93</c:v>
                </c:pt>
                <c:pt idx="21017">
                  <c:v>206.93</c:v>
                </c:pt>
                <c:pt idx="21018">
                  <c:v>206.93</c:v>
                </c:pt>
                <c:pt idx="21019">
                  <c:v>203.35</c:v>
                </c:pt>
                <c:pt idx="21020">
                  <c:v>50.38</c:v>
                </c:pt>
                <c:pt idx="21021">
                  <c:v>96.87</c:v>
                </c:pt>
                <c:pt idx="21022">
                  <c:v>55.98</c:v>
                </c:pt>
                <c:pt idx="21023">
                  <c:v>59.98</c:v>
                </c:pt>
                <c:pt idx="21024">
                  <c:v>51.48</c:v>
                </c:pt>
                <c:pt idx="21025">
                  <c:v>29.99</c:v>
                </c:pt>
                <c:pt idx="21026">
                  <c:v>131.97999999999999</c:v>
                </c:pt>
                <c:pt idx="21027">
                  <c:v>69.98</c:v>
                </c:pt>
                <c:pt idx="21028">
                  <c:v>131.97999999999999</c:v>
                </c:pt>
                <c:pt idx="21029">
                  <c:v>169.98</c:v>
                </c:pt>
                <c:pt idx="21030">
                  <c:v>65.989999999999995</c:v>
                </c:pt>
                <c:pt idx="21031">
                  <c:v>131.97999999999999</c:v>
                </c:pt>
                <c:pt idx="21032">
                  <c:v>263.95999999999998</c:v>
                </c:pt>
                <c:pt idx="21033">
                  <c:v>60.05</c:v>
                </c:pt>
                <c:pt idx="21034">
                  <c:v>210.94</c:v>
                </c:pt>
                <c:pt idx="21035">
                  <c:v>131.97999999999999</c:v>
                </c:pt>
                <c:pt idx="21036">
                  <c:v>65.989999999999995</c:v>
                </c:pt>
                <c:pt idx="21037">
                  <c:v>131.97999999999999</c:v>
                </c:pt>
                <c:pt idx="21038">
                  <c:v>131.97999999999999</c:v>
                </c:pt>
                <c:pt idx="21039">
                  <c:v>131.97999999999999</c:v>
                </c:pt>
                <c:pt idx="21040">
                  <c:v>206.95</c:v>
                </c:pt>
                <c:pt idx="21041">
                  <c:v>65.989999999999995</c:v>
                </c:pt>
                <c:pt idx="21042">
                  <c:v>197.97</c:v>
                </c:pt>
                <c:pt idx="21043">
                  <c:v>197.97</c:v>
                </c:pt>
                <c:pt idx="21044">
                  <c:v>105.58</c:v>
                </c:pt>
                <c:pt idx="21045">
                  <c:v>86.16</c:v>
                </c:pt>
                <c:pt idx="21046">
                  <c:v>53.97</c:v>
                </c:pt>
                <c:pt idx="21047">
                  <c:v>104.97</c:v>
                </c:pt>
                <c:pt idx="21048">
                  <c:v>202.95</c:v>
                </c:pt>
                <c:pt idx="21049">
                  <c:v>51.83</c:v>
                </c:pt>
                <c:pt idx="21050">
                  <c:v>51.83</c:v>
                </c:pt>
                <c:pt idx="21051">
                  <c:v>53.29</c:v>
                </c:pt>
                <c:pt idx="21052">
                  <c:v>46.24</c:v>
                </c:pt>
                <c:pt idx="21053">
                  <c:v>53.29</c:v>
                </c:pt>
                <c:pt idx="21054">
                  <c:v>46.24</c:v>
                </c:pt>
                <c:pt idx="21055">
                  <c:v>85.97</c:v>
                </c:pt>
                <c:pt idx="21056">
                  <c:v>85.97</c:v>
                </c:pt>
                <c:pt idx="21057">
                  <c:v>202.98</c:v>
                </c:pt>
                <c:pt idx="21058">
                  <c:v>131.97999999999999</c:v>
                </c:pt>
                <c:pt idx="21059">
                  <c:v>58.98</c:v>
                </c:pt>
                <c:pt idx="21060">
                  <c:v>61.47</c:v>
                </c:pt>
                <c:pt idx="21061">
                  <c:v>84.12</c:v>
                </c:pt>
                <c:pt idx="21062">
                  <c:v>67.86</c:v>
                </c:pt>
                <c:pt idx="21063">
                  <c:v>116.12</c:v>
                </c:pt>
                <c:pt idx="21064">
                  <c:v>168.76</c:v>
                </c:pt>
                <c:pt idx="21065">
                  <c:v>159.69999999999999</c:v>
                </c:pt>
                <c:pt idx="21066">
                  <c:v>170.92</c:v>
                </c:pt>
                <c:pt idx="21067">
                  <c:v>126.41</c:v>
                </c:pt>
                <c:pt idx="21068">
                  <c:v>119.28</c:v>
                </c:pt>
                <c:pt idx="21069">
                  <c:v>198.39</c:v>
                </c:pt>
                <c:pt idx="21070">
                  <c:v>141.53</c:v>
                </c:pt>
                <c:pt idx="21071">
                  <c:v>65.989999999999995</c:v>
                </c:pt>
                <c:pt idx="21072">
                  <c:v>59.99</c:v>
                </c:pt>
                <c:pt idx="21073">
                  <c:v>202.75</c:v>
                </c:pt>
                <c:pt idx="21074">
                  <c:v>20.49</c:v>
                </c:pt>
                <c:pt idx="21075">
                  <c:v>149.97999999999999</c:v>
                </c:pt>
                <c:pt idx="21076">
                  <c:v>20.49</c:v>
                </c:pt>
                <c:pt idx="21077">
                  <c:v>20.49</c:v>
                </c:pt>
                <c:pt idx="21078">
                  <c:v>20.49</c:v>
                </c:pt>
                <c:pt idx="21079">
                  <c:v>20.49</c:v>
                </c:pt>
                <c:pt idx="21080">
                  <c:v>20.49</c:v>
                </c:pt>
                <c:pt idx="21081">
                  <c:v>20.49</c:v>
                </c:pt>
                <c:pt idx="21082">
                  <c:v>20.49</c:v>
                </c:pt>
                <c:pt idx="21083">
                  <c:v>20.49</c:v>
                </c:pt>
                <c:pt idx="21084">
                  <c:v>20.49</c:v>
                </c:pt>
                <c:pt idx="21085">
                  <c:v>149.97999999999999</c:v>
                </c:pt>
                <c:pt idx="21086">
                  <c:v>20.49</c:v>
                </c:pt>
                <c:pt idx="21087">
                  <c:v>20.49</c:v>
                </c:pt>
                <c:pt idx="21088">
                  <c:v>20.49</c:v>
                </c:pt>
                <c:pt idx="21089">
                  <c:v>20.49</c:v>
                </c:pt>
                <c:pt idx="21090">
                  <c:v>147.6</c:v>
                </c:pt>
                <c:pt idx="21091">
                  <c:v>76.209999999999994</c:v>
                </c:pt>
                <c:pt idx="21092">
                  <c:v>78.63</c:v>
                </c:pt>
                <c:pt idx="21093">
                  <c:v>72.58</c:v>
                </c:pt>
                <c:pt idx="21094">
                  <c:v>72.58</c:v>
                </c:pt>
                <c:pt idx="21095">
                  <c:v>84.68</c:v>
                </c:pt>
                <c:pt idx="21096">
                  <c:v>66.53</c:v>
                </c:pt>
                <c:pt idx="21097">
                  <c:v>72.540000000000006</c:v>
                </c:pt>
                <c:pt idx="21098">
                  <c:v>129.66</c:v>
                </c:pt>
                <c:pt idx="21099">
                  <c:v>72.94</c:v>
                </c:pt>
                <c:pt idx="21100">
                  <c:v>102.97</c:v>
                </c:pt>
                <c:pt idx="21101">
                  <c:v>177.82</c:v>
                </c:pt>
                <c:pt idx="21102">
                  <c:v>118.91</c:v>
                </c:pt>
                <c:pt idx="21103">
                  <c:v>69.42</c:v>
                </c:pt>
                <c:pt idx="21104">
                  <c:v>95.57</c:v>
                </c:pt>
                <c:pt idx="21105">
                  <c:v>85.8</c:v>
                </c:pt>
                <c:pt idx="21106">
                  <c:v>97.98</c:v>
                </c:pt>
                <c:pt idx="21107">
                  <c:v>76.209999999999994</c:v>
                </c:pt>
                <c:pt idx="21108">
                  <c:v>79.849999999999994</c:v>
                </c:pt>
                <c:pt idx="21109">
                  <c:v>127.5</c:v>
                </c:pt>
                <c:pt idx="21110">
                  <c:v>111.28</c:v>
                </c:pt>
                <c:pt idx="21111">
                  <c:v>61.69</c:v>
                </c:pt>
                <c:pt idx="21112">
                  <c:v>76.209999999999994</c:v>
                </c:pt>
                <c:pt idx="21113">
                  <c:v>117.57</c:v>
                </c:pt>
                <c:pt idx="21114">
                  <c:v>111.28</c:v>
                </c:pt>
                <c:pt idx="21115">
                  <c:v>79.849999999999994</c:v>
                </c:pt>
                <c:pt idx="21116">
                  <c:v>125.79</c:v>
                </c:pt>
                <c:pt idx="21117">
                  <c:v>91.92</c:v>
                </c:pt>
                <c:pt idx="21118">
                  <c:v>104.04</c:v>
                </c:pt>
                <c:pt idx="21119">
                  <c:v>37.49</c:v>
                </c:pt>
                <c:pt idx="21120">
                  <c:v>79.849999999999994</c:v>
                </c:pt>
                <c:pt idx="21121">
                  <c:v>90.71</c:v>
                </c:pt>
                <c:pt idx="21122">
                  <c:v>43.54</c:v>
                </c:pt>
                <c:pt idx="21123">
                  <c:v>94.98</c:v>
                </c:pt>
                <c:pt idx="21124">
                  <c:v>18.239999999999998</c:v>
                </c:pt>
                <c:pt idx="21125">
                  <c:v>83.97</c:v>
                </c:pt>
                <c:pt idx="21126">
                  <c:v>89.97</c:v>
                </c:pt>
                <c:pt idx="21127">
                  <c:v>42.48</c:v>
                </c:pt>
                <c:pt idx="21128">
                  <c:v>102.34</c:v>
                </c:pt>
                <c:pt idx="21129">
                  <c:v>-16.43</c:v>
                </c:pt>
                <c:pt idx="21130">
                  <c:v>78.87</c:v>
                </c:pt>
                <c:pt idx="21131">
                  <c:v>109.9</c:v>
                </c:pt>
                <c:pt idx="21132">
                  <c:v>92.45</c:v>
                </c:pt>
                <c:pt idx="21133">
                  <c:v>69.989999999999995</c:v>
                </c:pt>
                <c:pt idx="21134">
                  <c:v>69.989999999999995</c:v>
                </c:pt>
                <c:pt idx="21135">
                  <c:v>149.97</c:v>
                </c:pt>
                <c:pt idx="21136">
                  <c:v>159.96</c:v>
                </c:pt>
                <c:pt idx="21137">
                  <c:v>159.96</c:v>
                </c:pt>
                <c:pt idx="21138">
                  <c:v>249.95</c:v>
                </c:pt>
                <c:pt idx="21139">
                  <c:v>199.96</c:v>
                </c:pt>
                <c:pt idx="21140">
                  <c:v>159.96</c:v>
                </c:pt>
                <c:pt idx="21141">
                  <c:v>199.96</c:v>
                </c:pt>
                <c:pt idx="21142">
                  <c:v>199.96</c:v>
                </c:pt>
                <c:pt idx="21143">
                  <c:v>119.96</c:v>
                </c:pt>
                <c:pt idx="21144">
                  <c:v>225.95</c:v>
                </c:pt>
                <c:pt idx="21145">
                  <c:v>179.96</c:v>
                </c:pt>
                <c:pt idx="21146">
                  <c:v>199.96</c:v>
                </c:pt>
                <c:pt idx="21147">
                  <c:v>119.96</c:v>
                </c:pt>
                <c:pt idx="21148">
                  <c:v>199.96</c:v>
                </c:pt>
                <c:pt idx="21149">
                  <c:v>249.95</c:v>
                </c:pt>
                <c:pt idx="21150">
                  <c:v>199.96</c:v>
                </c:pt>
                <c:pt idx="21151">
                  <c:v>61.98</c:v>
                </c:pt>
                <c:pt idx="21152">
                  <c:v>123.96</c:v>
                </c:pt>
                <c:pt idx="21153">
                  <c:v>89.08</c:v>
                </c:pt>
                <c:pt idx="21154">
                  <c:v>112.97</c:v>
                </c:pt>
                <c:pt idx="21155">
                  <c:v>59.38</c:v>
                </c:pt>
                <c:pt idx="21156">
                  <c:v>28.48</c:v>
                </c:pt>
                <c:pt idx="21157">
                  <c:v>65.97</c:v>
                </c:pt>
                <c:pt idx="21158">
                  <c:v>57.76</c:v>
                </c:pt>
                <c:pt idx="21159">
                  <c:v>71.989999999999995</c:v>
                </c:pt>
                <c:pt idx="21160">
                  <c:v>78.94</c:v>
                </c:pt>
                <c:pt idx="21161">
                  <c:v>50.96</c:v>
                </c:pt>
                <c:pt idx="21162">
                  <c:v>4.5</c:v>
                </c:pt>
                <c:pt idx="21163">
                  <c:v>98.37</c:v>
                </c:pt>
                <c:pt idx="21164">
                  <c:v>59.97</c:v>
                </c:pt>
                <c:pt idx="21165">
                  <c:v>222.57</c:v>
                </c:pt>
                <c:pt idx="21166">
                  <c:v>13.29</c:v>
                </c:pt>
                <c:pt idx="21167">
                  <c:v>82.86</c:v>
                </c:pt>
                <c:pt idx="21168">
                  <c:v>81.05</c:v>
                </c:pt>
                <c:pt idx="21169">
                  <c:v>72.55</c:v>
                </c:pt>
                <c:pt idx="21170">
                  <c:v>81.05</c:v>
                </c:pt>
                <c:pt idx="21171">
                  <c:v>72.55</c:v>
                </c:pt>
                <c:pt idx="21172">
                  <c:v>187.56</c:v>
                </c:pt>
                <c:pt idx="21173">
                  <c:v>219.97</c:v>
                </c:pt>
                <c:pt idx="21174">
                  <c:v>159.94999999999999</c:v>
                </c:pt>
                <c:pt idx="21175">
                  <c:v>179.96</c:v>
                </c:pt>
                <c:pt idx="21176">
                  <c:v>72.400000000000006</c:v>
                </c:pt>
                <c:pt idx="21177">
                  <c:v>291.13</c:v>
                </c:pt>
                <c:pt idx="21178">
                  <c:v>309.95</c:v>
                </c:pt>
                <c:pt idx="21179">
                  <c:v>222.34</c:v>
                </c:pt>
                <c:pt idx="21180">
                  <c:v>51.96</c:v>
                </c:pt>
                <c:pt idx="21181">
                  <c:v>94.32</c:v>
                </c:pt>
                <c:pt idx="21182">
                  <c:v>71.38</c:v>
                </c:pt>
                <c:pt idx="21183">
                  <c:v>-94.32</c:v>
                </c:pt>
                <c:pt idx="21184">
                  <c:v>51.96</c:v>
                </c:pt>
                <c:pt idx="21185">
                  <c:v>72.58</c:v>
                </c:pt>
                <c:pt idx="21186">
                  <c:v>67.739999999999995</c:v>
                </c:pt>
                <c:pt idx="21187">
                  <c:v>81.64</c:v>
                </c:pt>
                <c:pt idx="21188">
                  <c:v>69.98</c:v>
                </c:pt>
                <c:pt idx="21189">
                  <c:v>44.49</c:v>
                </c:pt>
                <c:pt idx="21190">
                  <c:v>16.489999999999998</c:v>
                </c:pt>
                <c:pt idx="21191">
                  <c:v>44.49</c:v>
                </c:pt>
                <c:pt idx="21192">
                  <c:v>28.23</c:v>
                </c:pt>
                <c:pt idx="21193">
                  <c:v>79.989999999999995</c:v>
                </c:pt>
                <c:pt idx="21194">
                  <c:v>79.989999999999995</c:v>
                </c:pt>
                <c:pt idx="21195">
                  <c:v>117.17</c:v>
                </c:pt>
                <c:pt idx="21196">
                  <c:v>67.98</c:v>
                </c:pt>
                <c:pt idx="21197">
                  <c:v>85.98</c:v>
                </c:pt>
                <c:pt idx="21198">
                  <c:v>71.94</c:v>
                </c:pt>
                <c:pt idx="21199">
                  <c:v>122.19</c:v>
                </c:pt>
                <c:pt idx="21200">
                  <c:v>99.2</c:v>
                </c:pt>
                <c:pt idx="21201">
                  <c:v>99.98</c:v>
                </c:pt>
                <c:pt idx="21202">
                  <c:v>37.93</c:v>
                </c:pt>
                <c:pt idx="21203">
                  <c:v>37.28</c:v>
                </c:pt>
                <c:pt idx="21204">
                  <c:v>83.98</c:v>
                </c:pt>
                <c:pt idx="21205">
                  <c:v>51.94</c:v>
                </c:pt>
                <c:pt idx="21206">
                  <c:v>41.94</c:v>
                </c:pt>
                <c:pt idx="21207">
                  <c:v>85.96</c:v>
                </c:pt>
                <c:pt idx="21208">
                  <c:v>49.28</c:v>
                </c:pt>
                <c:pt idx="21209">
                  <c:v>59.98</c:v>
                </c:pt>
                <c:pt idx="21210">
                  <c:v>112.97</c:v>
                </c:pt>
                <c:pt idx="21211">
                  <c:v>102.97</c:v>
                </c:pt>
                <c:pt idx="21212">
                  <c:v>109.97</c:v>
                </c:pt>
                <c:pt idx="21213">
                  <c:v>64.95</c:v>
                </c:pt>
                <c:pt idx="21214">
                  <c:v>-10.97</c:v>
                </c:pt>
                <c:pt idx="21215">
                  <c:v>34.479999999999997</c:v>
                </c:pt>
                <c:pt idx="21216">
                  <c:v>12.24</c:v>
                </c:pt>
                <c:pt idx="21217">
                  <c:v>70.47</c:v>
                </c:pt>
                <c:pt idx="21218">
                  <c:v>54.99</c:v>
                </c:pt>
                <c:pt idx="21219">
                  <c:v>72.239999999999995</c:v>
                </c:pt>
                <c:pt idx="21220">
                  <c:v>76.489999999999995</c:v>
                </c:pt>
                <c:pt idx="21221">
                  <c:v>99.98</c:v>
                </c:pt>
                <c:pt idx="21222">
                  <c:v>99.98</c:v>
                </c:pt>
                <c:pt idx="21223">
                  <c:v>99.98</c:v>
                </c:pt>
                <c:pt idx="21224">
                  <c:v>199.96</c:v>
                </c:pt>
                <c:pt idx="21225">
                  <c:v>79.98</c:v>
                </c:pt>
                <c:pt idx="21226">
                  <c:v>160.41</c:v>
                </c:pt>
                <c:pt idx="21227">
                  <c:v>209.29</c:v>
                </c:pt>
                <c:pt idx="21228">
                  <c:v>108.88</c:v>
                </c:pt>
                <c:pt idx="21229">
                  <c:v>159.69999999999999</c:v>
                </c:pt>
                <c:pt idx="21230">
                  <c:v>90.75</c:v>
                </c:pt>
                <c:pt idx="21231">
                  <c:v>120.98</c:v>
                </c:pt>
                <c:pt idx="21232">
                  <c:v>120.98</c:v>
                </c:pt>
                <c:pt idx="21233">
                  <c:v>120.98</c:v>
                </c:pt>
                <c:pt idx="21234">
                  <c:v>99.98</c:v>
                </c:pt>
                <c:pt idx="21235">
                  <c:v>99.98</c:v>
                </c:pt>
                <c:pt idx="21236">
                  <c:v>139.94999999999999</c:v>
                </c:pt>
                <c:pt idx="21237">
                  <c:v>88.96</c:v>
                </c:pt>
                <c:pt idx="21238">
                  <c:v>139.97</c:v>
                </c:pt>
                <c:pt idx="21239">
                  <c:v>59.96</c:v>
                </c:pt>
                <c:pt idx="21240">
                  <c:v>157.44</c:v>
                </c:pt>
                <c:pt idx="21241">
                  <c:v>59.99</c:v>
                </c:pt>
                <c:pt idx="21242">
                  <c:v>184.89</c:v>
                </c:pt>
                <c:pt idx="21243">
                  <c:v>214.85</c:v>
                </c:pt>
                <c:pt idx="21244">
                  <c:v>171.18</c:v>
                </c:pt>
                <c:pt idx="21245">
                  <c:v>250.57</c:v>
                </c:pt>
                <c:pt idx="21246">
                  <c:v>282.8</c:v>
                </c:pt>
                <c:pt idx="21247">
                  <c:v>170.55</c:v>
                </c:pt>
                <c:pt idx="21248">
                  <c:v>59.96</c:v>
                </c:pt>
                <c:pt idx="21249">
                  <c:v>213.15</c:v>
                </c:pt>
                <c:pt idx="21250">
                  <c:v>139.9</c:v>
                </c:pt>
                <c:pt idx="21251">
                  <c:v>258.14</c:v>
                </c:pt>
                <c:pt idx="21252">
                  <c:v>327.79</c:v>
                </c:pt>
                <c:pt idx="21253">
                  <c:v>59.98</c:v>
                </c:pt>
                <c:pt idx="21254">
                  <c:v>62.97</c:v>
                </c:pt>
                <c:pt idx="21255">
                  <c:v>84.99</c:v>
                </c:pt>
                <c:pt idx="21256">
                  <c:v>-84.99</c:v>
                </c:pt>
                <c:pt idx="21257">
                  <c:v>59.98</c:v>
                </c:pt>
                <c:pt idx="21258">
                  <c:v>55.98</c:v>
                </c:pt>
                <c:pt idx="21259">
                  <c:v>57.98</c:v>
                </c:pt>
                <c:pt idx="21260">
                  <c:v>85.97</c:v>
                </c:pt>
                <c:pt idx="21261">
                  <c:v>99.96</c:v>
                </c:pt>
                <c:pt idx="21262">
                  <c:v>99.96</c:v>
                </c:pt>
                <c:pt idx="21263">
                  <c:v>31.48</c:v>
                </c:pt>
                <c:pt idx="21264">
                  <c:v>79.97</c:v>
                </c:pt>
                <c:pt idx="21265">
                  <c:v>79.97</c:v>
                </c:pt>
                <c:pt idx="21266">
                  <c:v>65.989999999999995</c:v>
                </c:pt>
                <c:pt idx="21267">
                  <c:v>59.98</c:v>
                </c:pt>
                <c:pt idx="21268">
                  <c:v>74.97</c:v>
                </c:pt>
                <c:pt idx="21269">
                  <c:v>79.95</c:v>
                </c:pt>
                <c:pt idx="21270">
                  <c:v>91.98</c:v>
                </c:pt>
                <c:pt idx="21271">
                  <c:v>59.96</c:v>
                </c:pt>
                <c:pt idx="21272">
                  <c:v>75.87</c:v>
                </c:pt>
                <c:pt idx="21273">
                  <c:v>51.48</c:v>
                </c:pt>
                <c:pt idx="21274">
                  <c:v>121.98</c:v>
                </c:pt>
                <c:pt idx="21275">
                  <c:v>79.97</c:v>
                </c:pt>
                <c:pt idx="21276">
                  <c:v>191.94</c:v>
                </c:pt>
                <c:pt idx="21277">
                  <c:v>79.97</c:v>
                </c:pt>
                <c:pt idx="21278">
                  <c:v>69.989999999999995</c:v>
                </c:pt>
                <c:pt idx="21279">
                  <c:v>69.989999999999995</c:v>
                </c:pt>
                <c:pt idx="21280">
                  <c:v>69.989999999999995</c:v>
                </c:pt>
                <c:pt idx="21281">
                  <c:v>54.99</c:v>
                </c:pt>
                <c:pt idx="21282">
                  <c:v>57.39</c:v>
                </c:pt>
                <c:pt idx="21283">
                  <c:v>72.59</c:v>
                </c:pt>
                <c:pt idx="21284">
                  <c:v>147.69</c:v>
                </c:pt>
                <c:pt idx="21285">
                  <c:v>67.47</c:v>
                </c:pt>
                <c:pt idx="21286">
                  <c:v>65.989999999999995</c:v>
                </c:pt>
                <c:pt idx="21287">
                  <c:v>84.99</c:v>
                </c:pt>
                <c:pt idx="21288">
                  <c:v>202.93</c:v>
                </c:pt>
                <c:pt idx="21289">
                  <c:v>84.99</c:v>
                </c:pt>
                <c:pt idx="21290">
                  <c:v>79.89</c:v>
                </c:pt>
                <c:pt idx="21291">
                  <c:v>65.989999999999995</c:v>
                </c:pt>
                <c:pt idx="21292">
                  <c:v>119.96</c:v>
                </c:pt>
                <c:pt idx="21293">
                  <c:v>61.95</c:v>
                </c:pt>
                <c:pt idx="21294">
                  <c:v>84.99</c:v>
                </c:pt>
                <c:pt idx="21295">
                  <c:v>65.989999999999995</c:v>
                </c:pt>
                <c:pt idx="21296">
                  <c:v>84.99</c:v>
                </c:pt>
                <c:pt idx="21297">
                  <c:v>84.99</c:v>
                </c:pt>
                <c:pt idx="21298">
                  <c:v>82.16</c:v>
                </c:pt>
                <c:pt idx="21299">
                  <c:v>65.989999999999995</c:v>
                </c:pt>
                <c:pt idx="21300">
                  <c:v>80.39</c:v>
                </c:pt>
                <c:pt idx="21301">
                  <c:v>84.99</c:v>
                </c:pt>
                <c:pt idx="21302">
                  <c:v>84.99</c:v>
                </c:pt>
                <c:pt idx="21303">
                  <c:v>84.99</c:v>
                </c:pt>
                <c:pt idx="21304">
                  <c:v>82.44</c:v>
                </c:pt>
                <c:pt idx="21305">
                  <c:v>84.99</c:v>
                </c:pt>
                <c:pt idx="21306">
                  <c:v>119.96</c:v>
                </c:pt>
                <c:pt idx="21307">
                  <c:v>84.99</c:v>
                </c:pt>
                <c:pt idx="21308">
                  <c:v>220.18</c:v>
                </c:pt>
                <c:pt idx="21309">
                  <c:v>220.15</c:v>
                </c:pt>
                <c:pt idx="21310">
                  <c:v>183.7</c:v>
                </c:pt>
                <c:pt idx="21311">
                  <c:v>200.84</c:v>
                </c:pt>
                <c:pt idx="21312">
                  <c:v>134.13</c:v>
                </c:pt>
                <c:pt idx="21313">
                  <c:v>-22.98</c:v>
                </c:pt>
                <c:pt idx="21314">
                  <c:v>84.99</c:v>
                </c:pt>
                <c:pt idx="21315">
                  <c:v>20.49</c:v>
                </c:pt>
                <c:pt idx="21316">
                  <c:v>28.23</c:v>
                </c:pt>
                <c:pt idx="21317">
                  <c:v>137.96</c:v>
                </c:pt>
                <c:pt idx="21318">
                  <c:v>61.67</c:v>
                </c:pt>
                <c:pt idx="21319">
                  <c:v>17.52</c:v>
                </c:pt>
                <c:pt idx="21320">
                  <c:v>32.04</c:v>
                </c:pt>
                <c:pt idx="21321">
                  <c:v>79.84</c:v>
                </c:pt>
                <c:pt idx="21322">
                  <c:v>54.95</c:v>
                </c:pt>
                <c:pt idx="21323">
                  <c:v>87.92</c:v>
                </c:pt>
                <c:pt idx="21324">
                  <c:v>56.05</c:v>
                </c:pt>
                <c:pt idx="21325">
                  <c:v>170.96</c:v>
                </c:pt>
                <c:pt idx="21326">
                  <c:v>193.16</c:v>
                </c:pt>
                <c:pt idx="21327">
                  <c:v>126.16</c:v>
                </c:pt>
                <c:pt idx="21328">
                  <c:v>170.58</c:v>
                </c:pt>
                <c:pt idx="21329">
                  <c:v>169.98</c:v>
                </c:pt>
                <c:pt idx="21330">
                  <c:v>84.99</c:v>
                </c:pt>
                <c:pt idx="21331">
                  <c:v>250.32</c:v>
                </c:pt>
                <c:pt idx="21332">
                  <c:v>193.16</c:v>
                </c:pt>
                <c:pt idx="21333">
                  <c:v>139.41</c:v>
                </c:pt>
                <c:pt idx="21334">
                  <c:v>226.52</c:v>
                </c:pt>
                <c:pt idx="21335">
                  <c:v>51.96</c:v>
                </c:pt>
                <c:pt idx="21336">
                  <c:v>51.96</c:v>
                </c:pt>
                <c:pt idx="21337">
                  <c:v>51.96</c:v>
                </c:pt>
                <c:pt idx="21338">
                  <c:v>75.95</c:v>
                </c:pt>
                <c:pt idx="21339">
                  <c:v>115.41</c:v>
                </c:pt>
                <c:pt idx="21340">
                  <c:v>36.49</c:v>
                </c:pt>
                <c:pt idx="21341">
                  <c:v>50.58</c:v>
                </c:pt>
                <c:pt idx="21342">
                  <c:v>53.98</c:v>
                </c:pt>
                <c:pt idx="21343">
                  <c:v>40.6</c:v>
                </c:pt>
                <c:pt idx="21344">
                  <c:v>84.97</c:v>
                </c:pt>
                <c:pt idx="21345">
                  <c:v>93.94</c:v>
                </c:pt>
                <c:pt idx="21346">
                  <c:v>125.26</c:v>
                </c:pt>
                <c:pt idx="21347">
                  <c:v>24.49</c:v>
                </c:pt>
                <c:pt idx="21348">
                  <c:v>50.98</c:v>
                </c:pt>
                <c:pt idx="21349">
                  <c:v>50.98</c:v>
                </c:pt>
                <c:pt idx="21350">
                  <c:v>64.98</c:v>
                </c:pt>
                <c:pt idx="21351">
                  <c:v>79.98</c:v>
                </c:pt>
                <c:pt idx="21352">
                  <c:v>99.98</c:v>
                </c:pt>
                <c:pt idx="21353">
                  <c:v>99.98</c:v>
                </c:pt>
                <c:pt idx="21354">
                  <c:v>99.98</c:v>
                </c:pt>
                <c:pt idx="21355">
                  <c:v>99.98</c:v>
                </c:pt>
                <c:pt idx="21356">
                  <c:v>93.56</c:v>
                </c:pt>
                <c:pt idx="21357">
                  <c:v>99.98</c:v>
                </c:pt>
                <c:pt idx="21358">
                  <c:v>79.98</c:v>
                </c:pt>
                <c:pt idx="21359">
                  <c:v>99.98</c:v>
                </c:pt>
                <c:pt idx="21360">
                  <c:v>112.34</c:v>
                </c:pt>
                <c:pt idx="21361">
                  <c:v>114.98</c:v>
                </c:pt>
                <c:pt idx="21362">
                  <c:v>69.98</c:v>
                </c:pt>
                <c:pt idx="21363">
                  <c:v>99.98</c:v>
                </c:pt>
                <c:pt idx="21364">
                  <c:v>79.98</c:v>
                </c:pt>
                <c:pt idx="21365">
                  <c:v>119.96</c:v>
                </c:pt>
                <c:pt idx="21366">
                  <c:v>63.97</c:v>
                </c:pt>
                <c:pt idx="21367">
                  <c:v>84.99</c:v>
                </c:pt>
                <c:pt idx="21368">
                  <c:v>99.98</c:v>
                </c:pt>
                <c:pt idx="21369">
                  <c:v>82.98</c:v>
                </c:pt>
                <c:pt idx="21370">
                  <c:v>69.98</c:v>
                </c:pt>
                <c:pt idx="21371">
                  <c:v>81.98</c:v>
                </c:pt>
                <c:pt idx="21372">
                  <c:v>92.55</c:v>
                </c:pt>
                <c:pt idx="21373">
                  <c:v>71.91</c:v>
                </c:pt>
                <c:pt idx="21374">
                  <c:v>97.58</c:v>
                </c:pt>
                <c:pt idx="21375">
                  <c:v>59.98</c:v>
                </c:pt>
                <c:pt idx="21376">
                  <c:v>70.98</c:v>
                </c:pt>
                <c:pt idx="21377">
                  <c:v>51.29</c:v>
                </c:pt>
                <c:pt idx="21378">
                  <c:v>52.18</c:v>
                </c:pt>
                <c:pt idx="21379">
                  <c:v>58.98</c:v>
                </c:pt>
                <c:pt idx="21380">
                  <c:v>82.97</c:v>
                </c:pt>
                <c:pt idx="21381">
                  <c:v>118.95</c:v>
                </c:pt>
                <c:pt idx="21382">
                  <c:v>101.97</c:v>
                </c:pt>
                <c:pt idx="21383">
                  <c:v>99.96</c:v>
                </c:pt>
                <c:pt idx="21384">
                  <c:v>56.97</c:v>
                </c:pt>
                <c:pt idx="21385">
                  <c:v>101.45</c:v>
                </c:pt>
                <c:pt idx="21386">
                  <c:v>94.95</c:v>
                </c:pt>
                <c:pt idx="21387">
                  <c:v>106.96</c:v>
                </c:pt>
                <c:pt idx="21388">
                  <c:v>20.29</c:v>
                </c:pt>
                <c:pt idx="21389">
                  <c:v>39.28</c:v>
                </c:pt>
                <c:pt idx="21390">
                  <c:v>20.29</c:v>
                </c:pt>
                <c:pt idx="21391">
                  <c:v>39.28</c:v>
                </c:pt>
                <c:pt idx="21392">
                  <c:v>39.28</c:v>
                </c:pt>
                <c:pt idx="21393">
                  <c:v>31.48</c:v>
                </c:pt>
                <c:pt idx="21394">
                  <c:v>25.48</c:v>
                </c:pt>
                <c:pt idx="21395">
                  <c:v>32.229999999999997</c:v>
                </c:pt>
                <c:pt idx="21396">
                  <c:v>31.48</c:v>
                </c:pt>
                <c:pt idx="21397">
                  <c:v>31.48</c:v>
                </c:pt>
                <c:pt idx="21398">
                  <c:v>64.95</c:v>
                </c:pt>
                <c:pt idx="21399">
                  <c:v>83.47</c:v>
                </c:pt>
                <c:pt idx="21400">
                  <c:v>123.96</c:v>
                </c:pt>
                <c:pt idx="21401">
                  <c:v>91.96</c:v>
                </c:pt>
                <c:pt idx="21402">
                  <c:v>124.94</c:v>
                </c:pt>
                <c:pt idx="21403">
                  <c:v>86.07</c:v>
                </c:pt>
                <c:pt idx="21404">
                  <c:v>55.96</c:v>
                </c:pt>
                <c:pt idx="21405">
                  <c:v>55.96</c:v>
                </c:pt>
                <c:pt idx="21406">
                  <c:v>197.94</c:v>
                </c:pt>
                <c:pt idx="21407">
                  <c:v>197.96</c:v>
                </c:pt>
                <c:pt idx="21408">
                  <c:v>51.98</c:v>
                </c:pt>
                <c:pt idx="21409">
                  <c:v>59.95</c:v>
                </c:pt>
                <c:pt idx="21410">
                  <c:v>25.48</c:v>
                </c:pt>
                <c:pt idx="21411">
                  <c:v>51.98</c:v>
                </c:pt>
                <c:pt idx="21412">
                  <c:v>179.94</c:v>
                </c:pt>
                <c:pt idx="21413">
                  <c:v>84.99</c:v>
                </c:pt>
                <c:pt idx="21414">
                  <c:v>60.22</c:v>
                </c:pt>
                <c:pt idx="21415">
                  <c:v>179.94</c:v>
                </c:pt>
                <c:pt idx="21416">
                  <c:v>115.97</c:v>
                </c:pt>
                <c:pt idx="21417">
                  <c:v>84.99</c:v>
                </c:pt>
                <c:pt idx="21418">
                  <c:v>106.97</c:v>
                </c:pt>
                <c:pt idx="21419">
                  <c:v>95.98</c:v>
                </c:pt>
                <c:pt idx="21420">
                  <c:v>117.96</c:v>
                </c:pt>
                <c:pt idx="21421">
                  <c:v>131.97999999999999</c:v>
                </c:pt>
                <c:pt idx="21422">
                  <c:v>134.97</c:v>
                </c:pt>
                <c:pt idx="21423">
                  <c:v>146.97</c:v>
                </c:pt>
                <c:pt idx="21424">
                  <c:v>84.99</c:v>
                </c:pt>
                <c:pt idx="21425">
                  <c:v>179.94</c:v>
                </c:pt>
                <c:pt idx="21426">
                  <c:v>84.99</c:v>
                </c:pt>
                <c:pt idx="21427">
                  <c:v>79.86</c:v>
                </c:pt>
                <c:pt idx="21428">
                  <c:v>179.94</c:v>
                </c:pt>
                <c:pt idx="21429">
                  <c:v>241.94</c:v>
                </c:pt>
                <c:pt idx="21430">
                  <c:v>179.94</c:v>
                </c:pt>
                <c:pt idx="21431">
                  <c:v>121.34</c:v>
                </c:pt>
                <c:pt idx="21432">
                  <c:v>115.96</c:v>
                </c:pt>
                <c:pt idx="21433">
                  <c:v>139.94999999999999</c:v>
                </c:pt>
                <c:pt idx="21434">
                  <c:v>106.97</c:v>
                </c:pt>
                <c:pt idx="21435">
                  <c:v>118.96</c:v>
                </c:pt>
                <c:pt idx="21436">
                  <c:v>197.74</c:v>
                </c:pt>
                <c:pt idx="21437">
                  <c:v>48.26</c:v>
                </c:pt>
                <c:pt idx="21438">
                  <c:v>44.17</c:v>
                </c:pt>
                <c:pt idx="21439">
                  <c:v>62.94</c:v>
                </c:pt>
                <c:pt idx="21440">
                  <c:v>139.91999999999999</c:v>
                </c:pt>
                <c:pt idx="21441">
                  <c:v>65.98</c:v>
                </c:pt>
                <c:pt idx="21442">
                  <c:v>65.98</c:v>
                </c:pt>
                <c:pt idx="21443">
                  <c:v>65.98</c:v>
                </c:pt>
                <c:pt idx="21444">
                  <c:v>113.37</c:v>
                </c:pt>
                <c:pt idx="21445">
                  <c:v>84.98</c:v>
                </c:pt>
                <c:pt idx="21446">
                  <c:v>141.97</c:v>
                </c:pt>
                <c:pt idx="21447">
                  <c:v>263.95999999999998</c:v>
                </c:pt>
                <c:pt idx="21448">
                  <c:v>158.38999999999999</c:v>
                </c:pt>
                <c:pt idx="21449">
                  <c:v>169.98</c:v>
                </c:pt>
                <c:pt idx="21450">
                  <c:v>169.98</c:v>
                </c:pt>
                <c:pt idx="21451">
                  <c:v>131.97999999999999</c:v>
                </c:pt>
                <c:pt idx="21452">
                  <c:v>108.98</c:v>
                </c:pt>
                <c:pt idx="21453">
                  <c:v>99.98</c:v>
                </c:pt>
                <c:pt idx="21454">
                  <c:v>137.97999999999999</c:v>
                </c:pt>
                <c:pt idx="21455">
                  <c:v>68.989999999999995</c:v>
                </c:pt>
                <c:pt idx="21456">
                  <c:v>131.97999999999999</c:v>
                </c:pt>
                <c:pt idx="21457">
                  <c:v>108.88</c:v>
                </c:pt>
                <c:pt idx="21458">
                  <c:v>127.01</c:v>
                </c:pt>
                <c:pt idx="21459">
                  <c:v>90.73</c:v>
                </c:pt>
                <c:pt idx="21460">
                  <c:v>84.98</c:v>
                </c:pt>
                <c:pt idx="21461">
                  <c:v>130.94999999999999</c:v>
                </c:pt>
                <c:pt idx="21462">
                  <c:v>94.34</c:v>
                </c:pt>
                <c:pt idx="21463">
                  <c:v>123.38</c:v>
                </c:pt>
                <c:pt idx="21464">
                  <c:v>217.68</c:v>
                </c:pt>
                <c:pt idx="21465">
                  <c:v>315.7</c:v>
                </c:pt>
                <c:pt idx="21466">
                  <c:v>71.150000000000006</c:v>
                </c:pt>
                <c:pt idx="21467">
                  <c:v>131.97999999999999</c:v>
                </c:pt>
                <c:pt idx="21468">
                  <c:v>208.85</c:v>
                </c:pt>
                <c:pt idx="21469">
                  <c:v>131.97999999999999</c:v>
                </c:pt>
                <c:pt idx="21470">
                  <c:v>181.97</c:v>
                </c:pt>
                <c:pt idx="21471">
                  <c:v>103.96</c:v>
                </c:pt>
                <c:pt idx="21472">
                  <c:v>480.9</c:v>
                </c:pt>
                <c:pt idx="21473">
                  <c:v>131.97999999999999</c:v>
                </c:pt>
                <c:pt idx="21474">
                  <c:v>121.98</c:v>
                </c:pt>
                <c:pt idx="21475">
                  <c:v>249.45</c:v>
                </c:pt>
                <c:pt idx="21476">
                  <c:v>71.959999999999994</c:v>
                </c:pt>
                <c:pt idx="21477">
                  <c:v>131.97999999999999</c:v>
                </c:pt>
                <c:pt idx="21478">
                  <c:v>130.61000000000001</c:v>
                </c:pt>
                <c:pt idx="21479">
                  <c:v>130.61000000000001</c:v>
                </c:pt>
                <c:pt idx="21480">
                  <c:v>87.07</c:v>
                </c:pt>
                <c:pt idx="21481">
                  <c:v>89.52</c:v>
                </c:pt>
                <c:pt idx="21482">
                  <c:v>89.52</c:v>
                </c:pt>
                <c:pt idx="21483">
                  <c:v>87.07</c:v>
                </c:pt>
                <c:pt idx="21484">
                  <c:v>107.98</c:v>
                </c:pt>
                <c:pt idx="21485">
                  <c:v>116.97</c:v>
                </c:pt>
                <c:pt idx="21486">
                  <c:v>79.98</c:v>
                </c:pt>
                <c:pt idx="21487">
                  <c:v>196.93</c:v>
                </c:pt>
                <c:pt idx="21488">
                  <c:v>98.25</c:v>
                </c:pt>
                <c:pt idx="21489">
                  <c:v>83.27</c:v>
                </c:pt>
                <c:pt idx="21490">
                  <c:v>-3.29</c:v>
                </c:pt>
                <c:pt idx="21491">
                  <c:v>119.97</c:v>
                </c:pt>
                <c:pt idx="21492">
                  <c:v>119.97</c:v>
                </c:pt>
                <c:pt idx="21493">
                  <c:v>60.97</c:v>
                </c:pt>
                <c:pt idx="21494">
                  <c:v>219.97</c:v>
                </c:pt>
                <c:pt idx="21495">
                  <c:v>169.98</c:v>
                </c:pt>
                <c:pt idx="21496">
                  <c:v>251.93</c:v>
                </c:pt>
                <c:pt idx="21497">
                  <c:v>159.93</c:v>
                </c:pt>
                <c:pt idx="21498">
                  <c:v>124.97</c:v>
                </c:pt>
                <c:pt idx="21499">
                  <c:v>25.99</c:v>
                </c:pt>
                <c:pt idx="21500">
                  <c:v>117.34</c:v>
                </c:pt>
                <c:pt idx="21501">
                  <c:v>204.96</c:v>
                </c:pt>
                <c:pt idx="21502">
                  <c:v>67.989999999999995</c:v>
                </c:pt>
                <c:pt idx="21503">
                  <c:v>128.57</c:v>
                </c:pt>
                <c:pt idx="21504">
                  <c:v>99.99</c:v>
                </c:pt>
                <c:pt idx="21505">
                  <c:v>99.99</c:v>
                </c:pt>
                <c:pt idx="21506">
                  <c:v>199.97</c:v>
                </c:pt>
                <c:pt idx="21507">
                  <c:v>199.96</c:v>
                </c:pt>
                <c:pt idx="21508">
                  <c:v>99.98</c:v>
                </c:pt>
                <c:pt idx="21509">
                  <c:v>99.98</c:v>
                </c:pt>
                <c:pt idx="21510">
                  <c:v>156.47</c:v>
                </c:pt>
                <c:pt idx="21511">
                  <c:v>79.98</c:v>
                </c:pt>
                <c:pt idx="21512">
                  <c:v>79.98</c:v>
                </c:pt>
                <c:pt idx="21513">
                  <c:v>139.97</c:v>
                </c:pt>
                <c:pt idx="21514">
                  <c:v>21.29</c:v>
                </c:pt>
                <c:pt idx="21515">
                  <c:v>21.29</c:v>
                </c:pt>
                <c:pt idx="21516">
                  <c:v>74.97</c:v>
                </c:pt>
                <c:pt idx="21517">
                  <c:v>124.95</c:v>
                </c:pt>
                <c:pt idx="21518">
                  <c:v>124.44</c:v>
                </c:pt>
                <c:pt idx="21519">
                  <c:v>72.55</c:v>
                </c:pt>
                <c:pt idx="21520">
                  <c:v>71.83</c:v>
                </c:pt>
                <c:pt idx="21521">
                  <c:v>72.55</c:v>
                </c:pt>
                <c:pt idx="21522">
                  <c:v>31.28</c:v>
                </c:pt>
                <c:pt idx="21523">
                  <c:v>31.28</c:v>
                </c:pt>
                <c:pt idx="21524">
                  <c:v>119.96</c:v>
                </c:pt>
                <c:pt idx="21525">
                  <c:v>76.47</c:v>
                </c:pt>
                <c:pt idx="21526">
                  <c:v>72.540000000000006</c:v>
                </c:pt>
                <c:pt idx="21527">
                  <c:v>90.69</c:v>
                </c:pt>
                <c:pt idx="21528">
                  <c:v>61.96</c:v>
                </c:pt>
                <c:pt idx="21529">
                  <c:v>50.95</c:v>
                </c:pt>
                <c:pt idx="21530">
                  <c:v>83.48</c:v>
                </c:pt>
                <c:pt idx="21531">
                  <c:v>65.989999999999995</c:v>
                </c:pt>
                <c:pt idx="21532">
                  <c:v>131.97999999999999</c:v>
                </c:pt>
                <c:pt idx="21533">
                  <c:v>84.99</c:v>
                </c:pt>
                <c:pt idx="21534">
                  <c:v>75.97</c:v>
                </c:pt>
                <c:pt idx="21535">
                  <c:v>65.989999999999995</c:v>
                </c:pt>
                <c:pt idx="21536">
                  <c:v>55.98</c:v>
                </c:pt>
                <c:pt idx="21537">
                  <c:v>84.99</c:v>
                </c:pt>
                <c:pt idx="21538">
                  <c:v>171.97</c:v>
                </c:pt>
                <c:pt idx="21539">
                  <c:v>121.97</c:v>
                </c:pt>
                <c:pt idx="21540">
                  <c:v>106.97</c:v>
                </c:pt>
                <c:pt idx="21541">
                  <c:v>58.18</c:v>
                </c:pt>
                <c:pt idx="21542">
                  <c:v>178.96</c:v>
                </c:pt>
                <c:pt idx="21543">
                  <c:v>169.98</c:v>
                </c:pt>
                <c:pt idx="21544">
                  <c:v>169.98</c:v>
                </c:pt>
                <c:pt idx="21545">
                  <c:v>131.97999999999999</c:v>
                </c:pt>
                <c:pt idx="21546">
                  <c:v>65.989999999999995</c:v>
                </c:pt>
                <c:pt idx="21547">
                  <c:v>95.4</c:v>
                </c:pt>
                <c:pt idx="21548">
                  <c:v>99.98</c:v>
                </c:pt>
                <c:pt idx="21549">
                  <c:v>131.97999999999999</c:v>
                </c:pt>
                <c:pt idx="21550">
                  <c:v>65.989999999999995</c:v>
                </c:pt>
                <c:pt idx="21551">
                  <c:v>136.97</c:v>
                </c:pt>
                <c:pt idx="21552">
                  <c:v>83.99</c:v>
                </c:pt>
                <c:pt idx="21553">
                  <c:v>92.48</c:v>
                </c:pt>
                <c:pt idx="21554">
                  <c:v>84.99</c:v>
                </c:pt>
                <c:pt idx="21555">
                  <c:v>65.989999999999995</c:v>
                </c:pt>
                <c:pt idx="21556">
                  <c:v>169.98</c:v>
                </c:pt>
                <c:pt idx="21557">
                  <c:v>188.85</c:v>
                </c:pt>
                <c:pt idx="21558">
                  <c:v>131.97999999999999</c:v>
                </c:pt>
                <c:pt idx="21559">
                  <c:v>155.94</c:v>
                </c:pt>
                <c:pt idx="21560">
                  <c:v>84.99</c:v>
                </c:pt>
                <c:pt idx="21561">
                  <c:v>131.97999999999999</c:v>
                </c:pt>
                <c:pt idx="21562">
                  <c:v>54.99</c:v>
                </c:pt>
                <c:pt idx="21563">
                  <c:v>30.48</c:v>
                </c:pt>
                <c:pt idx="21564">
                  <c:v>79.98</c:v>
                </c:pt>
                <c:pt idx="21565">
                  <c:v>50.46</c:v>
                </c:pt>
                <c:pt idx="21566">
                  <c:v>54.99</c:v>
                </c:pt>
                <c:pt idx="21567">
                  <c:v>74.97</c:v>
                </c:pt>
                <c:pt idx="21568">
                  <c:v>15.49</c:v>
                </c:pt>
                <c:pt idx="21569">
                  <c:v>15.49</c:v>
                </c:pt>
                <c:pt idx="21570">
                  <c:v>30.48</c:v>
                </c:pt>
                <c:pt idx="21571">
                  <c:v>70.97</c:v>
                </c:pt>
                <c:pt idx="21572">
                  <c:v>45.73</c:v>
                </c:pt>
                <c:pt idx="21573">
                  <c:v>197.91</c:v>
                </c:pt>
                <c:pt idx="21574">
                  <c:v>85.89</c:v>
                </c:pt>
                <c:pt idx="21575">
                  <c:v>47.77</c:v>
                </c:pt>
                <c:pt idx="21576">
                  <c:v>68.58</c:v>
                </c:pt>
                <c:pt idx="21577">
                  <c:v>79.98</c:v>
                </c:pt>
                <c:pt idx="21578">
                  <c:v>64.98</c:v>
                </c:pt>
                <c:pt idx="21579">
                  <c:v>66.489999999999995</c:v>
                </c:pt>
                <c:pt idx="21580">
                  <c:v>149.97999999999999</c:v>
                </c:pt>
                <c:pt idx="21581">
                  <c:v>79.98</c:v>
                </c:pt>
                <c:pt idx="21582">
                  <c:v>105.96</c:v>
                </c:pt>
                <c:pt idx="21583">
                  <c:v>89.97</c:v>
                </c:pt>
                <c:pt idx="21584">
                  <c:v>119.97</c:v>
                </c:pt>
                <c:pt idx="21585">
                  <c:v>95.97</c:v>
                </c:pt>
                <c:pt idx="21586">
                  <c:v>182.4</c:v>
                </c:pt>
                <c:pt idx="21587">
                  <c:v>134.94999999999999</c:v>
                </c:pt>
                <c:pt idx="21588">
                  <c:v>159.97</c:v>
                </c:pt>
                <c:pt idx="21589">
                  <c:v>84.96</c:v>
                </c:pt>
                <c:pt idx="21590">
                  <c:v>172.97</c:v>
                </c:pt>
                <c:pt idx="21591">
                  <c:v>134.97</c:v>
                </c:pt>
                <c:pt idx="21592">
                  <c:v>83.97</c:v>
                </c:pt>
                <c:pt idx="21593">
                  <c:v>55.98</c:v>
                </c:pt>
                <c:pt idx="21594">
                  <c:v>55.98</c:v>
                </c:pt>
                <c:pt idx="21595">
                  <c:v>73.8</c:v>
                </c:pt>
                <c:pt idx="21596">
                  <c:v>195.95</c:v>
                </c:pt>
                <c:pt idx="21597">
                  <c:v>195.92</c:v>
                </c:pt>
                <c:pt idx="21598">
                  <c:v>59.97</c:v>
                </c:pt>
                <c:pt idx="21599">
                  <c:v>63.96</c:v>
                </c:pt>
                <c:pt idx="21600">
                  <c:v>129.97999999999999</c:v>
                </c:pt>
                <c:pt idx="21601">
                  <c:v>70.959999999999994</c:v>
                </c:pt>
                <c:pt idx="21602">
                  <c:v>59.49</c:v>
                </c:pt>
                <c:pt idx="21603">
                  <c:v>74.78</c:v>
                </c:pt>
                <c:pt idx="21604">
                  <c:v>-59.49</c:v>
                </c:pt>
                <c:pt idx="21605">
                  <c:v>59.99</c:v>
                </c:pt>
                <c:pt idx="21606">
                  <c:v>62.46</c:v>
                </c:pt>
                <c:pt idx="21607">
                  <c:v>59.39</c:v>
                </c:pt>
                <c:pt idx="21608">
                  <c:v>81.98</c:v>
                </c:pt>
                <c:pt idx="21609">
                  <c:v>65.17</c:v>
                </c:pt>
                <c:pt idx="21610">
                  <c:v>89.32</c:v>
                </c:pt>
                <c:pt idx="21611">
                  <c:v>65.09</c:v>
                </c:pt>
                <c:pt idx="21612">
                  <c:v>65.989999999999995</c:v>
                </c:pt>
                <c:pt idx="21613">
                  <c:v>81.98</c:v>
                </c:pt>
                <c:pt idx="21614">
                  <c:v>65.989999999999995</c:v>
                </c:pt>
                <c:pt idx="21615">
                  <c:v>80.66</c:v>
                </c:pt>
                <c:pt idx="21616">
                  <c:v>49.17</c:v>
                </c:pt>
                <c:pt idx="21617">
                  <c:v>65.989999999999995</c:v>
                </c:pt>
                <c:pt idx="21618">
                  <c:v>65.989999999999995</c:v>
                </c:pt>
                <c:pt idx="21619">
                  <c:v>81.319999999999993</c:v>
                </c:pt>
                <c:pt idx="21620">
                  <c:v>80.66</c:v>
                </c:pt>
                <c:pt idx="21621">
                  <c:v>64.510000000000005</c:v>
                </c:pt>
                <c:pt idx="21622">
                  <c:v>65.489999999999995</c:v>
                </c:pt>
                <c:pt idx="21623">
                  <c:v>56.09</c:v>
                </c:pt>
                <c:pt idx="21624">
                  <c:v>65.989999999999995</c:v>
                </c:pt>
                <c:pt idx="21625">
                  <c:v>64.67</c:v>
                </c:pt>
                <c:pt idx="21626">
                  <c:v>65.33</c:v>
                </c:pt>
                <c:pt idx="21627">
                  <c:v>65.989999999999995</c:v>
                </c:pt>
                <c:pt idx="21628">
                  <c:v>65.989999999999995</c:v>
                </c:pt>
                <c:pt idx="21629">
                  <c:v>62.69</c:v>
                </c:pt>
                <c:pt idx="21630">
                  <c:v>51.87</c:v>
                </c:pt>
                <c:pt idx="21631">
                  <c:v>68.930000000000007</c:v>
                </c:pt>
                <c:pt idx="21632">
                  <c:v>66.510000000000005</c:v>
                </c:pt>
                <c:pt idx="21633">
                  <c:v>32.229999999999997</c:v>
                </c:pt>
                <c:pt idx="21634">
                  <c:v>179.88</c:v>
                </c:pt>
                <c:pt idx="21635">
                  <c:v>98.98</c:v>
                </c:pt>
                <c:pt idx="21636">
                  <c:v>99.98</c:v>
                </c:pt>
                <c:pt idx="21637">
                  <c:v>55.96</c:v>
                </c:pt>
                <c:pt idx="21638">
                  <c:v>55.96</c:v>
                </c:pt>
                <c:pt idx="21639">
                  <c:v>86.96</c:v>
                </c:pt>
                <c:pt idx="21640">
                  <c:v>54.95</c:v>
                </c:pt>
                <c:pt idx="21641">
                  <c:v>71.97</c:v>
                </c:pt>
                <c:pt idx="21642">
                  <c:v>71.959999999999994</c:v>
                </c:pt>
                <c:pt idx="21643">
                  <c:v>68.87</c:v>
                </c:pt>
                <c:pt idx="21644">
                  <c:v>52.24</c:v>
                </c:pt>
                <c:pt idx="21645">
                  <c:v>86.98</c:v>
                </c:pt>
                <c:pt idx="21646">
                  <c:v>113.47</c:v>
                </c:pt>
                <c:pt idx="21647">
                  <c:v>86.98</c:v>
                </c:pt>
                <c:pt idx="21648">
                  <c:v>149.97</c:v>
                </c:pt>
                <c:pt idx="21649">
                  <c:v>65.989999999999995</c:v>
                </c:pt>
                <c:pt idx="21650">
                  <c:v>65.989999999999995</c:v>
                </c:pt>
                <c:pt idx="21651">
                  <c:v>39.99</c:v>
                </c:pt>
                <c:pt idx="21652">
                  <c:v>60.91</c:v>
                </c:pt>
                <c:pt idx="21653">
                  <c:v>59.39</c:v>
                </c:pt>
                <c:pt idx="21654">
                  <c:v>14.39</c:v>
                </c:pt>
                <c:pt idx="21655">
                  <c:v>102.98</c:v>
                </c:pt>
                <c:pt idx="21656">
                  <c:v>72.55</c:v>
                </c:pt>
                <c:pt idx="21657">
                  <c:v>72.55</c:v>
                </c:pt>
                <c:pt idx="21658">
                  <c:v>70.16</c:v>
                </c:pt>
                <c:pt idx="21659">
                  <c:v>177.95</c:v>
                </c:pt>
                <c:pt idx="21660">
                  <c:v>262.92</c:v>
                </c:pt>
                <c:pt idx="21661">
                  <c:v>183.94</c:v>
                </c:pt>
                <c:pt idx="21662">
                  <c:v>140.16</c:v>
                </c:pt>
                <c:pt idx="21663">
                  <c:v>199.96</c:v>
                </c:pt>
                <c:pt idx="21664">
                  <c:v>191.08</c:v>
                </c:pt>
                <c:pt idx="21665">
                  <c:v>195.81</c:v>
                </c:pt>
                <c:pt idx="21666">
                  <c:v>79.98</c:v>
                </c:pt>
                <c:pt idx="21667">
                  <c:v>109.97</c:v>
                </c:pt>
                <c:pt idx="21668">
                  <c:v>84.97</c:v>
                </c:pt>
                <c:pt idx="21669">
                  <c:v>89.97</c:v>
                </c:pt>
                <c:pt idx="21670">
                  <c:v>87.96</c:v>
                </c:pt>
                <c:pt idx="21671">
                  <c:v>59.96</c:v>
                </c:pt>
                <c:pt idx="21672">
                  <c:v>79.98</c:v>
                </c:pt>
                <c:pt idx="21673">
                  <c:v>54.98</c:v>
                </c:pt>
                <c:pt idx="21674">
                  <c:v>53.98</c:v>
                </c:pt>
                <c:pt idx="21675">
                  <c:v>80.97</c:v>
                </c:pt>
                <c:pt idx="21676">
                  <c:v>59.98</c:v>
                </c:pt>
                <c:pt idx="21677">
                  <c:v>131.91999999999999</c:v>
                </c:pt>
                <c:pt idx="21678">
                  <c:v>62.97</c:v>
                </c:pt>
                <c:pt idx="21679">
                  <c:v>55.98</c:v>
                </c:pt>
                <c:pt idx="21680">
                  <c:v>131.97999999999999</c:v>
                </c:pt>
                <c:pt idx="21681">
                  <c:v>130.63999999999999</c:v>
                </c:pt>
                <c:pt idx="21682">
                  <c:v>206.34</c:v>
                </c:pt>
                <c:pt idx="21683">
                  <c:v>130.07</c:v>
                </c:pt>
                <c:pt idx="21684">
                  <c:v>179.96</c:v>
                </c:pt>
                <c:pt idx="21685">
                  <c:v>121.98</c:v>
                </c:pt>
                <c:pt idx="21686">
                  <c:v>112.97</c:v>
                </c:pt>
                <c:pt idx="21687">
                  <c:v>197.95</c:v>
                </c:pt>
                <c:pt idx="21688">
                  <c:v>189.25</c:v>
                </c:pt>
                <c:pt idx="21689">
                  <c:v>50.48</c:v>
                </c:pt>
                <c:pt idx="21690">
                  <c:v>67.739999999999995</c:v>
                </c:pt>
                <c:pt idx="21691">
                  <c:v>159.97999999999999</c:v>
                </c:pt>
                <c:pt idx="21692">
                  <c:v>79.98</c:v>
                </c:pt>
                <c:pt idx="21693">
                  <c:v>76.98</c:v>
                </c:pt>
                <c:pt idx="21694">
                  <c:v>129.97</c:v>
                </c:pt>
                <c:pt idx="21695">
                  <c:v>159.22999999999999</c:v>
                </c:pt>
                <c:pt idx="21696">
                  <c:v>178.97</c:v>
                </c:pt>
                <c:pt idx="21697">
                  <c:v>91.98</c:v>
                </c:pt>
                <c:pt idx="21698">
                  <c:v>121.98</c:v>
                </c:pt>
                <c:pt idx="21699">
                  <c:v>149.97999999999999</c:v>
                </c:pt>
                <c:pt idx="21700">
                  <c:v>121.98</c:v>
                </c:pt>
                <c:pt idx="21701">
                  <c:v>159.97999999999999</c:v>
                </c:pt>
                <c:pt idx="21702">
                  <c:v>159.97999999999999</c:v>
                </c:pt>
                <c:pt idx="21703">
                  <c:v>121.98</c:v>
                </c:pt>
                <c:pt idx="21704">
                  <c:v>159.97999999999999</c:v>
                </c:pt>
                <c:pt idx="21705">
                  <c:v>159.97999999999999</c:v>
                </c:pt>
                <c:pt idx="21706">
                  <c:v>159.97999999999999</c:v>
                </c:pt>
                <c:pt idx="21707">
                  <c:v>91.98</c:v>
                </c:pt>
                <c:pt idx="21708">
                  <c:v>71.680000000000007</c:v>
                </c:pt>
                <c:pt idx="21709">
                  <c:v>71.680000000000007</c:v>
                </c:pt>
                <c:pt idx="21710">
                  <c:v>123.93</c:v>
                </c:pt>
                <c:pt idx="21711">
                  <c:v>61.98</c:v>
                </c:pt>
                <c:pt idx="21712">
                  <c:v>61.98</c:v>
                </c:pt>
                <c:pt idx="21713">
                  <c:v>63.48</c:v>
                </c:pt>
                <c:pt idx="21714">
                  <c:v>31.08</c:v>
                </c:pt>
                <c:pt idx="21715">
                  <c:v>59.95</c:v>
                </c:pt>
                <c:pt idx="21716">
                  <c:v>79.95</c:v>
                </c:pt>
                <c:pt idx="21717">
                  <c:v>69.98</c:v>
                </c:pt>
                <c:pt idx="21718">
                  <c:v>65.989999999999995</c:v>
                </c:pt>
                <c:pt idx="21719">
                  <c:v>59.98</c:v>
                </c:pt>
                <c:pt idx="21720">
                  <c:v>44.71</c:v>
                </c:pt>
                <c:pt idx="21721">
                  <c:v>24.18</c:v>
                </c:pt>
                <c:pt idx="21722">
                  <c:v>22.95</c:v>
                </c:pt>
                <c:pt idx="21723">
                  <c:v>27.47</c:v>
                </c:pt>
                <c:pt idx="21724">
                  <c:v>26.49</c:v>
                </c:pt>
                <c:pt idx="21725">
                  <c:v>31.49</c:v>
                </c:pt>
                <c:pt idx="21726">
                  <c:v>31.49</c:v>
                </c:pt>
                <c:pt idx="21727">
                  <c:v>31.49</c:v>
                </c:pt>
                <c:pt idx="21728">
                  <c:v>31.49</c:v>
                </c:pt>
                <c:pt idx="21729">
                  <c:v>31.49</c:v>
                </c:pt>
                <c:pt idx="21730">
                  <c:v>31.49</c:v>
                </c:pt>
                <c:pt idx="21731">
                  <c:v>31.49</c:v>
                </c:pt>
                <c:pt idx="21732">
                  <c:v>31.49</c:v>
                </c:pt>
                <c:pt idx="21733">
                  <c:v>26.49</c:v>
                </c:pt>
                <c:pt idx="21734">
                  <c:v>31.49</c:v>
                </c:pt>
                <c:pt idx="21735">
                  <c:v>32.24</c:v>
                </c:pt>
                <c:pt idx="21736">
                  <c:v>32.24</c:v>
                </c:pt>
                <c:pt idx="21737">
                  <c:v>32.24</c:v>
                </c:pt>
                <c:pt idx="21738">
                  <c:v>26.49</c:v>
                </c:pt>
                <c:pt idx="21739">
                  <c:v>31.49</c:v>
                </c:pt>
                <c:pt idx="21740">
                  <c:v>31.49</c:v>
                </c:pt>
                <c:pt idx="21741">
                  <c:v>31.49</c:v>
                </c:pt>
                <c:pt idx="21742">
                  <c:v>125.05</c:v>
                </c:pt>
                <c:pt idx="21743">
                  <c:v>239.97</c:v>
                </c:pt>
                <c:pt idx="21744">
                  <c:v>164.98</c:v>
                </c:pt>
                <c:pt idx="21745">
                  <c:v>364.95</c:v>
                </c:pt>
                <c:pt idx="21746">
                  <c:v>239.97</c:v>
                </c:pt>
                <c:pt idx="21747">
                  <c:v>239.97</c:v>
                </c:pt>
                <c:pt idx="21748">
                  <c:v>239.97</c:v>
                </c:pt>
                <c:pt idx="21749">
                  <c:v>239.97</c:v>
                </c:pt>
                <c:pt idx="21750">
                  <c:v>53.97</c:v>
                </c:pt>
                <c:pt idx="21751">
                  <c:v>239.97</c:v>
                </c:pt>
                <c:pt idx="21752">
                  <c:v>249.96</c:v>
                </c:pt>
                <c:pt idx="21753">
                  <c:v>47.24</c:v>
                </c:pt>
                <c:pt idx="21754">
                  <c:v>239.97</c:v>
                </c:pt>
                <c:pt idx="21755">
                  <c:v>267.95</c:v>
                </c:pt>
                <c:pt idx="21756">
                  <c:v>239.97</c:v>
                </c:pt>
                <c:pt idx="21757">
                  <c:v>79.98</c:v>
                </c:pt>
                <c:pt idx="21758">
                  <c:v>53.98</c:v>
                </c:pt>
                <c:pt idx="21759">
                  <c:v>64.989999999999995</c:v>
                </c:pt>
                <c:pt idx="21760">
                  <c:v>128.97</c:v>
                </c:pt>
                <c:pt idx="21761">
                  <c:v>104.04</c:v>
                </c:pt>
                <c:pt idx="21762">
                  <c:v>110.09</c:v>
                </c:pt>
                <c:pt idx="21763">
                  <c:v>71.37</c:v>
                </c:pt>
                <c:pt idx="21764">
                  <c:v>71.37</c:v>
                </c:pt>
                <c:pt idx="21765">
                  <c:v>193.86</c:v>
                </c:pt>
                <c:pt idx="21766">
                  <c:v>62.29</c:v>
                </c:pt>
                <c:pt idx="21767">
                  <c:v>71.86</c:v>
                </c:pt>
                <c:pt idx="21768">
                  <c:v>58.41</c:v>
                </c:pt>
                <c:pt idx="21769">
                  <c:v>58.41</c:v>
                </c:pt>
                <c:pt idx="21770">
                  <c:v>53.97</c:v>
                </c:pt>
                <c:pt idx="21771">
                  <c:v>49.48</c:v>
                </c:pt>
                <c:pt idx="21772">
                  <c:v>49.48</c:v>
                </c:pt>
                <c:pt idx="21773">
                  <c:v>89.23</c:v>
                </c:pt>
                <c:pt idx="21774">
                  <c:v>89.23</c:v>
                </c:pt>
                <c:pt idx="21775">
                  <c:v>53.97</c:v>
                </c:pt>
                <c:pt idx="21776">
                  <c:v>132.13</c:v>
                </c:pt>
                <c:pt idx="21777">
                  <c:v>79.989999999999995</c:v>
                </c:pt>
                <c:pt idx="21778">
                  <c:v>180.2</c:v>
                </c:pt>
                <c:pt idx="21779">
                  <c:v>178.28</c:v>
                </c:pt>
                <c:pt idx="21780">
                  <c:v>84.99</c:v>
                </c:pt>
                <c:pt idx="21781">
                  <c:v>141.94</c:v>
                </c:pt>
                <c:pt idx="21782">
                  <c:v>131.94999999999999</c:v>
                </c:pt>
                <c:pt idx="21783">
                  <c:v>95.98</c:v>
                </c:pt>
                <c:pt idx="21784">
                  <c:v>147.46</c:v>
                </c:pt>
                <c:pt idx="21785">
                  <c:v>190.01</c:v>
                </c:pt>
                <c:pt idx="21786">
                  <c:v>137.65</c:v>
                </c:pt>
                <c:pt idx="21787">
                  <c:v>150.96</c:v>
                </c:pt>
                <c:pt idx="21788">
                  <c:v>95.98</c:v>
                </c:pt>
                <c:pt idx="21789">
                  <c:v>145.36000000000001</c:v>
                </c:pt>
                <c:pt idx="21790">
                  <c:v>176.36</c:v>
                </c:pt>
                <c:pt idx="21791">
                  <c:v>171.2</c:v>
                </c:pt>
                <c:pt idx="21792">
                  <c:v>106.96</c:v>
                </c:pt>
                <c:pt idx="21793">
                  <c:v>109.15</c:v>
                </c:pt>
                <c:pt idx="21794">
                  <c:v>89.97</c:v>
                </c:pt>
                <c:pt idx="21795">
                  <c:v>145.97</c:v>
                </c:pt>
                <c:pt idx="21796">
                  <c:v>162.94999999999999</c:v>
                </c:pt>
                <c:pt idx="21797">
                  <c:v>183.36</c:v>
                </c:pt>
                <c:pt idx="21798">
                  <c:v>118.98</c:v>
                </c:pt>
                <c:pt idx="21799">
                  <c:v>89.98</c:v>
                </c:pt>
                <c:pt idx="21800">
                  <c:v>141.63</c:v>
                </c:pt>
                <c:pt idx="21801">
                  <c:v>25.39</c:v>
                </c:pt>
                <c:pt idx="21802">
                  <c:v>18.13</c:v>
                </c:pt>
                <c:pt idx="21803">
                  <c:v>30.2</c:v>
                </c:pt>
                <c:pt idx="21804">
                  <c:v>63.97</c:v>
                </c:pt>
                <c:pt idx="21805">
                  <c:v>29.48</c:v>
                </c:pt>
                <c:pt idx="21806">
                  <c:v>52.97</c:v>
                </c:pt>
                <c:pt idx="21807">
                  <c:v>79.989999999999995</c:v>
                </c:pt>
                <c:pt idx="21808">
                  <c:v>131.96</c:v>
                </c:pt>
                <c:pt idx="21809">
                  <c:v>110.97</c:v>
                </c:pt>
                <c:pt idx="21810">
                  <c:v>85.97</c:v>
                </c:pt>
                <c:pt idx="21811">
                  <c:v>82.97</c:v>
                </c:pt>
                <c:pt idx="21812">
                  <c:v>45.74</c:v>
                </c:pt>
                <c:pt idx="21813">
                  <c:v>68.98</c:v>
                </c:pt>
                <c:pt idx="21814">
                  <c:v>96.86</c:v>
                </c:pt>
                <c:pt idx="21815">
                  <c:v>50.49</c:v>
                </c:pt>
                <c:pt idx="21816">
                  <c:v>83.29</c:v>
                </c:pt>
                <c:pt idx="21817">
                  <c:v>84.99</c:v>
                </c:pt>
                <c:pt idx="21818">
                  <c:v>167.85</c:v>
                </c:pt>
                <c:pt idx="21819">
                  <c:v>89.98</c:v>
                </c:pt>
                <c:pt idx="21820">
                  <c:v>86.96</c:v>
                </c:pt>
                <c:pt idx="21821">
                  <c:v>102.79</c:v>
                </c:pt>
                <c:pt idx="21822">
                  <c:v>134.97999999999999</c:v>
                </c:pt>
                <c:pt idx="21823">
                  <c:v>83.45</c:v>
                </c:pt>
                <c:pt idx="21824">
                  <c:v>99.98</c:v>
                </c:pt>
                <c:pt idx="21825">
                  <c:v>153.06</c:v>
                </c:pt>
                <c:pt idx="21826">
                  <c:v>58.1</c:v>
                </c:pt>
                <c:pt idx="21827">
                  <c:v>144.97</c:v>
                </c:pt>
                <c:pt idx="21828">
                  <c:v>-102.79</c:v>
                </c:pt>
                <c:pt idx="21829">
                  <c:v>106.13</c:v>
                </c:pt>
                <c:pt idx="21830">
                  <c:v>84.99</c:v>
                </c:pt>
                <c:pt idx="21831">
                  <c:v>84.99</c:v>
                </c:pt>
                <c:pt idx="21832">
                  <c:v>94.71</c:v>
                </c:pt>
                <c:pt idx="21833">
                  <c:v>133.97</c:v>
                </c:pt>
                <c:pt idx="21834">
                  <c:v>84.99</c:v>
                </c:pt>
                <c:pt idx="21835">
                  <c:v>89.98</c:v>
                </c:pt>
                <c:pt idx="21836">
                  <c:v>164.98</c:v>
                </c:pt>
                <c:pt idx="21837">
                  <c:v>84.99</c:v>
                </c:pt>
                <c:pt idx="21838">
                  <c:v>88.48</c:v>
                </c:pt>
                <c:pt idx="21839">
                  <c:v>129.97999999999999</c:v>
                </c:pt>
                <c:pt idx="21840">
                  <c:v>52.38</c:v>
                </c:pt>
                <c:pt idx="21841">
                  <c:v>52.38</c:v>
                </c:pt>
                <c:pt idx="21842">
                  <c:v>50.98</c:v>
                </c:pt>
                <c:pt idx="21843">
                  <c:v>76.47</c:v>
                </c:pt>
                <c:pt idx="21844">
                  <c:v>76.47</c:v>
                </c:pt>
                <c:pt idx="21845">
                  <c:v>89.96</c:v>
                </c:pt>
                <c:pt idx="21846">
                  <c:v>50.98</c:v>
                </c:pt>
                <c:pt idx="21847">
                  <c:v>89.96</c:v>
                </c:pt>
                <c:pt idx="21848">
                  <c:v>46.49</c:v>
                </c:pt>
                <c:pt idx="21849">
                  <c:v>60.33</c:v>
                </c:pt>
                <c:pt idx="21850">
                  <c:v>125.96</c:v>
                </c:pt>
                <c:pt idx="21851">
                  <c:v>68.97</c:v>
                </c:pt>
                <c:pt idx="21852">
                  <c:v>211.65</c:v>
                </c:pt>
                <c:pt idx="21853">
                  <c:v>64.569999999999993</c:v>
                </c:pt>
                <c:pt idx="21854">
                  <c:v>79.98</c:v>
                </c:pt>
                <c:pt idx="21855">
                  <c:v>51.98</c:v>
                </c:pt>
                <c:pt idx="21856">
                  <c:v>50.98</c:v>
                </c:pt>
                <c:pt idx="21857">
                  <c:v>54.98</c:v>
                </c:pt>
                <c:pt idx="21858">
                  <c:v>53.48</c:v>
                </c:pt>
                <c:pt idx="21859">
                  <c:v>51.98</c:v>
                </c:pt>
                <c:pt idx="21860">
                  <c:v>99.98</c:v>
                </c:pt>
                <c:pt idx="21861">
                  <c:v>119.87</c:v>
                </c:pt>
                <c:pt idx="21862">
                  <c:v>129.66</c:v>
                </c:pt>
                <c:pt idx="21863">
                  <c:v>131.97999999999999</c:v>
                </c:pt>
                <c:pt idx="21864">
                  <c:v>56.97</c:v>
                </c:pt>
                <c:pt idx="21865">
                  <c:v>134.97</c:v>
                </c:pt>
                <c:pt idx="21866">
                  <c:v>124.14</c:v>
                </c:pt>
                <c:pt idx="21867">
                  <c:v>73.569999999999993</c:v>
                </c:pt>
                <c:pt idx="21868">
                  <c:v>131.97999999999999</c:v>
                </c:pt>
                <c:pt idx="21869">
                  <c:v>208.31</c:v>
                </c:pt>
                <c:pt idx="21870">
                  <c:v>148.94999999999999</c:v>
                </c:pt>
                <c:pt idx="21871">
                  <c:v>137.97</c:v>
                </c:pt>
                <c:pt idx="21872">
                  <c:v>58.64</c:v>
                </c:pt>
                <c:pt idx="21873">
                  <c:v>65.19</c:v>
                </c:pt>
                <c:pt idx="21874">
                  <c:v>137.94999999999999</c:v>
                </c:pt>
                <c:pt idx="21875">
                  <c:v>67.72</c:v>
                </c:pt>
                <c:pt idx="21876">
                  <c:v>114.16</c:v>
                </c:pt>
                <c:pt idx="21877">
                  <c:v>79.98</c:v>
                </c:pt>
                <c:pt idx="21878">
                  <c:v>124.97</c:v>
                </c:pt>
                <c:pt idx="21879">
                  <c:v>169.98</c:v>
                </c:pt>
                <c:pt idx="21880">
                  <c:v>84.99</c:v>
                </c:pt>
                <c:pt idx="21881">
                  <c:v>103.98</c:v>
                </c:pt>
                <c:pt idx="21882">
                  <c:v>253.48</c:v>
                </c:pt>
                <c:pt idx="21883">
                  <c:v>137.97999999999999</c:v>
                </c:pt>
                <c:pt idx="21884">
                  <c:v>209.96</c:v>
                </c:pt>
                <c:pt idx="21885">
                  <c:v>65.989999999999995</c:v>
                </c:pt>
                <c:pt idx="21886">
                  <c:v>497.91</c:v>
                </c:pt>
                <c:pt idx="21887">
                  <c:v>344.95</c:v>
                </c:pt>
                <c:pt idx="21888">
                  <c:v>65.989999999999995</c:v>
                </c:pt>
                <c:pt idx="21889">
                  <c:v>99.98</c:v>
                </c:pt>
                <c:pt idx="21890">
                  <c:v>202.96</c:v>
                </c:pt>
                <c:pt idx="21891">
                  <c:v>188.97</c:v>
                </c:pt>
                <c:pt idx="21892">
                  <c:v>159.87</c:v>
                </c:pt>
                <c:pt idx="21893">
                  <c:v>65.989999999999995</c:v>
                </c:pt>
                <c:pt idx="21894">
                  <c:v>49.99</c:v>
                </c:pt>
                <c:pt idx="21895">
                  <c:v>161.03</c:v>
                </c:pt>
                <c:pt idx="21896">
                  <c:v>75.98</c:v>
                </c:pt>
                <c:pt idx="21897">
                  <c:v>100.98</c:v>
                </c:pt>
                <c:pt idx="21898">
                  <c:v>54.99</c:v>
                </c:pt>
                <c:pt idx="21899">
                  <c:v>54.99</c:v>
                </c:pt>
                <c:pt idx="21900">
                  <c:v>60.33</c:v>
                </c:pt>
                <c:pt idx="21901">
                  <c:v>70.98</c:v>
                </c:pt>
                <c:pt idx="21902">
                  <c:v>59.95</c:v>
                </c:pt>
                <c:pt idx="21903">
                  <c:v>59.95</c:v>
                </c:pt>
                <c:pt idx="21904">
                  <c:v>71.94</c:v>
                </c:pt>
                <c:pt idx="21905">
                  <c:v>98.95</c:v>
                </c:pt>
                <c:pt idx="21906">
                  <c:v>84.3</c:v>
                </c:pt>
                <c:pt idx="21907">
                  <c:v>83.78</c:v>
                </c:pt>
                <c:pt idx="21908">
                  <c:v>59.39</c:v>
                </c:pt>
                <c:pt idx="21909">
                  <c:v>64.98</c:v>
                </c:pt>
                <c:pt idx="21910">
                  <c:v>137.97999999999999</c:v>
                </c:pt>
                <c:pt idx="21911">
                  <c:v>84.99</c:v>
                </c:pt>
                <c:pt idx="21912">
                  <c:v>59.97</c:v>
                </c:pt>
                <c:pt idx="21913">
                  <c:v>100.32</c:v>
                </c:pt>
                <c:pt idx="21914">
                  <c:v>65.19</c:v>
                </c:pt>
                <c:pt idx="21915">
                  <c:v>118.72</c:v>
                </c:pt>
                <c:pt idx="21916">
                  <c:v>104.98</c:v>
                </c:pt>
                <c:pt idx="21917">
                  <c:v>59.98</c:v>
                </c:pt>
                <c:pt idx="21918">
                  <c:v>79.52</c:v>
                </c:pt>
                <c:pt idx="21919">
                  <c:v>84.99</c:v>
                </c:pt>
                <c:pt idx="21920">
                  <c:v>88.33</c:v>
                </c:pt>
                <c:pt idx="21921">
                  <c:v>84.99</c:v>
                </c:pt>
                <c:pt idx="21922">
                  <c:v>88.13</c:v>
                </c:pt>
                <c:pt idx="21923">
                  <c:v>100.98</c:v>
                </c:pt>
                <c:pt idx="21924">
                  <c:v>120.97</c:v>
                </c:pt>
                <c:pt idx="21925">
                  <c:v>74.98</c:v>
                </c:pt>
                <c:pt idx="21926">
                  <c:v>68.39</c:v>
                </c:pt>
                <c:pt idx="21927">
                  <c:v>85.18</c:v>
                </c:pt>
                <c:pt idx="21928">
                  <c:v>84.99</c:v>
                </c:pt>
                <c:pt idx="21929">
                  <c:v>84.99</c:v>
                </c:pt>
                <c:pt idx="21930">
                  <c:v>129.97</c:v>
                </c:pt>
                <c:pt idx="21931">
                  <c:v>131.15</c:v>
                </c:pt>
                <c:pt idx="21932">
                  <c:v>131.87</c:v>
                </c:pt>
                <c:pt idx="21933">
                  <c:v>79.849999999999994</c:v>
                </c:pt>
                <c:pt idx="21934">
                  <c:v>36.28</c:v>
                </c:pt>
                <c:pt idx="21935">
                  <c:v>118.97</c:v>
                </c:pt>
                <c:pt idx="21936">
                  <c:v>84.99</c:v>
                </c:pt>
                <c:pt idx="21937">
                  <c:v>54.99</c:v>
                </c:pt>
                <c:pt idx="21938">
                  <c:v>54.99</c:v>
                </c:pt>
                <c:pt idx="21939">
                  <c:v>89.98</c:v>
                </c:pt>
                <c:pt idx="21940">
                  <c:v>104.97</c:v>
                </c:pt>
                <c:pt idx="21941">
                  <c:v>92.48</c:v>
                </c:pt>
                <c:pt idx="21942">
                  <c:v>84.99</c:v>
                </c:pt>
                <c:pt idx="21943">
                  <c:v>8.7899999999999991</c:v>
                </c:pt>
                <c:pt idx="21944">
                  <c:v>79.849999999999994</c:v>
                </c:pt>
                <c:pt idx="21945">
                  <c:v>156.82</c:v>
                </c:pt>
                <c:pt idx="21946">
                  <c:v>208.07</c:v>
                </c:pt>
                <c:pt idx="21947">
                  <c:v>192.34</c:v>
                </c:pt>
                <c:pt idx="21948">
                  <c:v>122.19</c:v>
                </c:pt>
                <c:pt idx="21949">
                  <c:v>153.65</c:v>
                </c:pt>
                <c:pt idx="21950">
                  <c:v>160.05000000000001</c:v>
                </c:pt>
                <c:pt idx="21951">
                  <c:v>221.39</c:v>
                </c:pt>
                <c:pt idx="21952">
                  <c:v>134.29</c:v>
                </c:pt>
                <c:pt idx="21953">
                  <c:v>65.319999999999993</c:v>
                </c:pt>
                <c:pt idx="21954">
                  <c:v>159.68</c:v>
                </c:pt>
                <c:pt idx="21955">
                  <c:v>153.65</c:v>
                </c:pt>
                <c:pt idx="21956">
                  <c:v>145.96</c:v>
                </c:pt>
                <c:pt idx="21957">
                  <c:v>141.55000000000001</c:v>
                </c:pt>
                <c:pt idx="21958">
                  <c:v>73.8</c:v>
                </c:pt>
                <c:pt idx="21959">
                  <c:v>233.49</c:v>
                </c:pt>
                <c:pt idx="21960">
                  <c:v>197.18</c:v>
                </c:pt>
                <c:pt idx="21961">
                  <c:v>177.83</c:v>
                </c:pt>
                <c:pt idx="21962">
                  <c:v>153.65</c:v>
                </c:pt>
                <c:pt idx="21963">
                  <c:v>73.8</c:v>
                </c:pt>
                <c:pt idx="21964">
                  <c:v>208.07</c:v>
                </c:pt>
                <c:pt idx="21965">
                  <c:v>72.62</c:v>
                </c:pt>
                <c:pt idx="21966">
                  <c:v>15.99</c:v>
                </c:pt>
                <c:pt idx="21967">
                  <c:v>119.75</c:v>
                </c:pt>
                <c:pt idx="21968">
                  <c:v>112.49</c:v>
                </c:pt>
                <c:pt idx="21969">
                  <c:v>69.989999999999995</c:v>
                </c:pt>
                <c:pt idx="21970">
                  <c:v>62.99</c:v>
                </c:pt>
                <c:pt idx="21971">
                  <c:v>69.989999999999995</c:v>
                </c:pt>
                <c:pt idx="21972">
                  <c:v>170.96</c:v>
                </c:pt>
                <c:pt idx="21973">
                  <c:v>66.13</c:v>
                </c:pt>
                <c:pt idx="21974">
                  <c:v>-44.99</c:v>
                </c:pt>
                <c:pt idx="21975">
                  <c:v>33.28</c:v>
                </c:pt>
                <c:pt idx="21976">
                  <c:v>33.93</c:v>
                </c:pt>
                <c:pt idx="21977">
                  <c:v>33.28</c:v>
                </c:pt>
                <c:pt idx="21978">
                  <c:v>72.55</c:v>
                </c:pt>
                <c:pt idx="21979">
                  <c:v>138.86000000000001</c:v>
                </c:pt>
                <c:pt idx="21980">
                  <c:v>59.96</c:v>
                </c:pt>
                <c:pt idx="21981">
                  <c:v>59.96</c:v>
                </c:pt>
                <c:pt idx="21982">
                  <c:v>254.97</c:v>
                </c:pt>
                <c:pt idx="21983">
                  <c:v>254.97</c:v>
                </c:pt>
                <c:pt idx="21984">
                  <c:v>62.97</c:v>
                </c:pt>
                <c:pt idx="21985">
                  <c:v>254.97</c:v>
                </c:pt>
                <c:pt idx="21986">
                  <c:v>263.95999999999998</c:v>
                </c:pt>
                <c:pt idx="21987">
                  <c:v>285.44</c:v>
                </c:pt>
                <c:pt idx="21988">
                  <c:v>254.97</c:v>
                </c:pt>
                <c:pt idx="21989">
                  <c:v>206.97</c:v>
                </c:pt>
                <c:pt idx="21990">
                  <c:v>254.97</c:v>
                </c:pt>
                <c:pt idx="21991">
                  <c:v>254.97</c:v>
                </c:pt>
                <c:pt idx="21992">
                  <c:v>37.479999999999997</c:v>
                </c:pt>
                <c:pt idx="21993">
                  <c:v>254.97</c:v>
                </c:pt>
                <c:pt idx="21994">
                  <c:v>339.96</c:v>
                </c:pt>
                <c:pt idx="21995">
                  <c:v>57.58</c:v>
                </c:pt>
                <c:pt idx="21996">
                  <c:v>73.98</c:v>
                </c:pt>
                <c:pt idx="21997">
                  <c:v>190.95</c:v>
                </c:pt>
                <c:pt idx="21998">
                  <c:v>47.24</c:v>
                </c:pt>
                <c:pt idx="21999">
                  <c:v>75.98</c:v>
                </c:pt>
                <c:pt idx="22000">
                  <c:v>46.49</c:v>
                </c:pt>
                <c:pt idx="22001">
                  <c:v>25.48</c:v>
                </c:pt>
                <c:pt idx="22002">
                  <c:v>126.96</c:v>
                </c:pt>
                <c:pt idx="22003">
                  <c:v>21.48</c:v>
                </c:pt>
                <c:pt idx="22004">
                  <c:v>69.989999999999995</c:v>
                </c:pt>
                <c:pt idx="22005">
                  <c:v>124.23</c:v>
                </c:pt>
                <c:pt idx="22006">
                  <c:v>194.13</c:v>
                </c:pt>
                <c:pt idx="22007">
                  <c:v>168.97</c:v>
                </c:pt>
                <c:pt idx="22008">
                  <c:v>99.98</c:v>
                </c:pt>
                <c:pt idx="22009">
                  <c:v>178.97</c:v>
                </c:pt>
                <c:pt idx="22010">
                  <c:v>128.02000000000001</c:v>
                </c:pt>
                <c:pt idx="22011">
                  <c:v>99.98</c:v>
                </c:pt>
                <c:pt idx="22012">
                  <c:v>169.98</c:v>
                </c:pt>
                <c:pt idx="22013">
                  <c:v>184.97</c:v>
                </c:pt>
                <c:pt idx="22014">
                  <c:v>102.18</c:v>
                </c:pt>
                <c:pt idx="22015">
                  <c:v>169.98</c:v>
                </c:pt>
                <c:pt idx="22016">
                  <c:v>51.97</c:v>
                </c:pt>
                <c:pt idx="22017">
                  <c:v>84.99</c:v>
                </c:pt>
                <c:pt idx="22018">
                  <c:v>104.97</c:v>
                </c:pt>
                <c:pt idx="22019">
                  <c:v>88.97</c:v>
                </c:pt>
                <c:pt idx="22020">
                  <c:v>93.96</c:v>
                </c:pt>
                <c:pt idx="22021">
                  <c:v>59.98</c:v>
                </c:pt>
                <c:pt idx="22022">
                  <c:v>73.98</c:v>
                </c:pt>
                <c:pt idx="22023">
                  <c:v>59.97</c:v>
                </c:pt>
                <c:pt idx="22024">
                  <c:v>59.97</c:v>
                </c:pt>
                <c:pt idx="22025">
                  <c:v>68.989999999999995</c:v>
                </c:pt>
                <c:pt idx="22026">
                  <c:v>16.29</c:v>
                </c:pt>
                <c:pt idx="22027">
                  <c:v>54.98</c:v>
                </c:pt>
                <c:pt idx="22028">
                  <c:v>16.29</c:v>
                </c:pt>
                <c:pt idx="22029">
                  <c:v>11.29</c:v>
                </c:pt>
                <c:pt idx="22030">
                  <c:v>59.95</c:v>
                </c:pt>
                <c:pt idx="22031">
                  <c:v>29.93</c:v>
                </c:pt>
                <c:pt idx="22032">
                  <c:v>21.94</c:v>
                </c:pt>
                <c:pt idx="22033">
                  <c:v>55.96</c:v>
                </c:pt>
                <c:pt idx="22034">
                  <c:v>59.97</c:v>
                </c:pt>
                <c:pt idx="22035">
                  <c:v>163.98</c:v>
                </c:pt>
                <c:pt idx="22036">
                  <c:v>204.56</c:v>
                </c:pt>
                <c:pt idx="22037">
                  <c:v>229.97</c:v>
                </c:pt>
                <c:pt idx="22038">
                  <c:v>275.33</c:v>
                </c:pt>
                <c:pt idx="22039">
                  <c:v>69.989999999999995</c:v>
                </c:pt>
                <c:pt idx="22040">
                  <c:v>69.989999999999995</c:v>
                </c:pt>
                <c:pt idx="22041">
                  <c:v>169.98</c:v>
                </c:pt>
                <c:pt idx="22042">
                  <c:v>169.98</c:v>
                </c:pt>
                <c:pt idx="22043">
                  <c:v>99.98</c:v>
                </c:pt>
                <c:pt idx="22044">
                  <c:v>275.33</c:v>
                </c:pt>
                <c:pt idx="22045">
                  <c:v>131.97999999999999</c:v>
                </c:pt>
                <c:pt idx="22046">
                  <c:v>131.97999999999999</c:v>
                </c:pt>
                <c:pt idx="22047">
                  <c:v>99.98</c:v>
                </c:pt>
                <c:pt idx="22048">
                  <c:v>204.56</c:v>
                </c:pt>
                <c:pt idx="22049">
                  <c:v>229.97</c:v>
                </c:pt>
                <c:pt idx="22050">
                  <c:v>163.98</c:v>
                </c:pt>
                <c:pt idx="22051">
                  <c:v>181.27</c:v>
                </c:pt>
                <c:pt idx="22052">
                  <c:v>254.97</c:v>
                </c:pt>
                <c:pt idx="22053">
                  <c:v>181.27</c:v>
                </c:pt>
                <c:pt idx="22054">
                  <c:v>163.29</c:v>
                </c:pt>
                <c:pt idx="22055">
                  <c:v>254.97</c:v>
                </c:pt>
                <c:pt idx="22056">
                  <c:v>163.29</c:v>
                </c:pt>
                <c:pt idx="22057">
                  <c:v>59.99</c:v>
                </c:pt>
                <c:pt idx="22058">
                  <c:v>59.99</c:v>
                </c:pt>
                <c:pt idx="22059">
                  <c:v>72.55</c:v>
                </c:pt>
                <c:pt idx="22060">
                  <c:v>72.55</c:v>
                </c:pt>
                <c:pt idx="22061">
                  <c:v>67.930000000000007</c:v>
                </c:pt>
                <c:pt idx="22062">
                  <c:v>64.989999999999995</c:v>
                </c:pt>
                <c:pt idx="22063">
                  <c:v>61.16</c:v>
                </c:pt>
                <c:pt idx="22064">
                  <c:v>64.349999999999994</c:v>
                </c:pt>
                <c:pt idx="22065">
                  <c:v>68.98</c:v>
                </c:pt>
                <c:pt idx="22066">
                  <c:v>57.59</c:v>
                </c:pt>
                <c:pt idx="22067">
                  <c:v>68.98</c:v>
                </c:pt>
                <c:pt idx="22068">
                  <c:v>74.97</c:v>
                </c:pt>
                <c:pt idx="22069">
                  <c:v>55.97</c:v>
                </c:pt>
                <c:pt idx="22070">
                  <c:v>59.98</c:v>
                </c:pt>
                <c:pt idx="22071">
                  <c:v>65.989999999999995</c:v>
                </c:pt>
                <c:pt idx="22072">
                  <c:v>68.97</c:v>
                </c:pt>
                <c:pt idx="22073">
                  <c:v>55.97</c:v>
                </c:pt>
                <c:pt idx="22074">
                  <c:v>59.95</c:v>
                </c:pt>
                <c:pt idx="22075">
                  <c:v>69.98</c:v>
                </c:pt>
                <c:pt idx="22076">
                  <c:v>120.96</c:v>
                </c:pt>
                <c:pt idx="22077">
                  <c:v>65.989999999999995</c:v>
                </c:pt>
                <c:pt idx="22078">
                  <c:v>84.99</c:v>
                </c:pt>
                <c:pt idx="22079">
                  <c:v>65.989999999999995</c:v>
                </c:pt>
                <c:pt idx="22080">
                  <c:v>84.99</c:v>
                </c:pt>
                <c:pt idx="22081">
                  <c:v>82.63</c:v>
                </c:pt>
                <c:pt idx="22082">
                  <c:v>75.97</c:v>
                </c:pt>
                <c:pt idx="22083">
                  <c:v>74.989999999999995</c:v>
                </c:pt>
                <c:pt idx="22084">
                  <c:v>76.510000000000005</c:v>
                </c:pt>
                <c:pt idx="22085">
                  <c:v>100.98</c:v>
                </c:pt>
                <c:pt idx="22086">
                  <c:v>69.98</c:v>
                </c:pt>
                <c:pt idx="22087">
                  <c:v>91.08</c:v>
                </c:pt>
                <c:pt idx="22088">
                  <c:v>100.98</c:v>
                </c:pt>
                <c:pt idx="22089">
                  <c:v>65.98</c:v>
                </c:pt>
                <c:pt idx="22090">
                  <c:v>80.98</c:v>
                </c:pt>
                <c:pt idx="22091">
                  <c:v>67.47</c:v>
                </c:pt>
                <c:pt idx="22092">
                  <c:v>65.989999999999995</c:v>
                </c:pt>
                <c:pt idx="22093">
                  <c:v>-39.53</c:v>
                </c:pt>
                <c:pt idx="22094">
                  <c:v>69.97</c:v>
                </c:pt>
                <c:pt idx="22095">
                  <c:v>26.29</c:v>
                </c:pt>
                <c:pt idx="22096">
                  <c:v>57.98</c:v>
                </c:pt>
                <c:pt idx="22097">
                  <c:v>66.98</c:v>
                </c:pt>
                <c:pt idx="22098">
                  <c:v>55.98</c:v>
                </c:pt>
                <c:pt idx="22099">
                  <c:v>68.97</c:v>
                </c:pt>
                <c:pt idx="22100">
                  <c:v>65.290000000000006</c:v>
                </c:pt>
                <c:pt idx="22101">
                  <c:v>79.849999999999994</c:v>
                </c:pt>
                <c:pt idx="22102">
                  <c:v>40.369999999999997</c:v>
                </c:pt>
                <c:pt idx="22103">
                  <c:v>80.2</c:v>
                </c:pt>
                <c:pt idx="22104">
                  <c:v>171.25</c:v>
                </c:pt>
                <c:pt idx="22105">
                  <c:v>58.98</c:v>
                </c:pt>
                <c:pt idx="22106">
                  <c:v>58.98</c:v>
                </c:pt>
                <c:pt idx="22107">
                  <c:v>140.96</c:v>
                </c:pt>
                <c:pt idx="22108">
                  <c:v>121.98</c:v>
                </c:pt>
                <c:pt idx="22109">
                  <c:v>66.22</c:v>
                </c:pt>
                <c:pt idx="22110">
                  <c:v>108.27</c:v>
                </c:pt>
                <c:pt idx="22111">
                  <c:v>135.28</c:v>
                </c:pt>
                <c:pt idx="22112">
                  <c:v>91.95</c:v>
                </c:pt>
                <c:pt idx="22113">
                  <c:v>115.28</c:v>
                </c:pt>
                <c:pt idx="22114">
                  <c:v>135.28</c:v>
                </c:pt>
                <c:pt idx="22115">
                  <c:v>125.94</c:v>
                </c:pt>
                <c:pt idx="22116">
                  <c:v>191.93</c:v>
                </c:pt>
                <c:pt idx="22117">
                  <c:v>87.67</c:v>
                </c:pt>
                <c:pt idx="22118">
                  <c:v>117.47</c:v>
                </c:pt>
                <c:pt idx="22119">
                  <c:v>92.19</c:v>
                </c:pt>
                <c:pt idx="22120">
                  <c:v>28.49</c:v>
                </c:pt>
                <c:pt idx="22121">
                  <c:v>55.98</c:v>
                </c:pt>
                <c:pt idx="22122">
                  <c:v>96.97</c:v>
                </c:pt>
                <c:pt idx="22123">
                  <c:v>89.98</c:v>
                </c:pt>
                <c:pt idx="22124">
                  <c:v>99.98</c:v>
                </c:pt>
                <c:pt idx="22125">
                  <c:v>105.86</c:v>
                </c:pt>
                <c:pt idx="22126">
                  <c:v>79.98</c:v>
                </c:pt>
                <c:pt idx="22127">
                  <c:v>109.98</c:v>
                </c:pt>
                <c:pt idx="22128">
                  <c:v>81.97</c:v>
                </c:pt>
                <c:pt idx="22129">
                  <c:v>107.98</c:v>
                </c:pt>
                <c:pt idx="22130">
                  <c:v>69.98</c:v>
                </c:pt>
                <c:pt idx="22131">
                  <c:v>119.97</c:v>
                </c:pt>
                <c:pt idx="22132">
                  <c:v>64.98</c:v>
                </c:pt>
                <c:pt idx="22133">
                  <c:v>65.989999999999995</c:v>
                </c:pt>
                <c:pt idx="22134">
                  <c:v>58.98</c:v>
                </c:pt>
                <c:pt idx="22135">
                  <c:v>49.48</c:v>
                </c:pt>
                <c:pt idx="22136">
                  <c:v>47.48</c:v>
                </c:pt>
                <c:pt idx="22137">
                  <c:v>11.49</c:v>
                </c:pt>
                <c:pt idx="22138">
                  <c:v>47.48</c:v>
                </c:pt>
                <c:pt idx="22139">
                  <c:v>61.48</c:v>
                </c:pt>
                <c:pt idx="22140">
                  <c:v>59.98</c:v>
                </c:pt>
                <c:pt idx="22141">
                  <c:v>59.98</c:v>
                </c:pt>
                <c:pt idx="22142">
                  <c:v>99.96</c:v>
                </c:pt>
                <c:pt idx="22143">
                  <c:v>89.97</c:v>
                </c:pt>
                <c:pt idx="22144">
                  <c:v>84.99</c:v>
                </c:pt>
                <c:pt idx="22145">
                  <c:v>84.99</c:v>
                </c:pt>
                <c:pt idx="22146">
                  <c:v>84.99</c:v>
                </c:pt>
                <c:pt idx="22147">
                  <c:v>84.99</c:v>
                </c:pt>
                <c:pt idx="22148">
                  <c:v>131.97999999999999</c:v>
                </c:pt>
                <c:pt idx="22149">
                  <c:v>75.09</c:v>
                </c:pt>
                <c:pt idx="22150">
                  <c:v>84.99</c:v>
                </c:pt>
                <c:pt idx="22151">
                  <c:v>84.99</c:v>
                </c:pt>
                <c:pt idx="22152">
                  <c:v>84.99</c:v>
                </c:pt>
                <c:pt idx="22153">
                  <c:v>65.989999999999995</c:v>
                </c:pt>
                <c:pt idx="22154">
                  <c:v>41.48</c:v>
                </c:pt>
                <c:pt idx="22155">
                  <c:v>55.98</c:v>
                </c:pt>
                <c:pt idx="22156">
                  <c:v>83.97</c:v>
                </c:pt>
                <c:pt idx="22157">
                  <c:v>194.94</c:v>
                </c:pt>
                <c:pt idx="22158">
                  <c:v>119.96</c:v>
                </c:pt>
                <c:pt idx="22159">
                  <c:v>118.97</c:v>
                </c:pt>
                <c:pt idx="22160">
                  <c:v>73.97</c:v>
                </c:pt>
                <c:pt idx="22161">
                  <c:v>189.96</c:v>
                </c:pt>
                <c:pt idx="22162">
                  <c:v>181.95</c:v>
                </c:pt>
                <c:pt idx="22163">
                  <c:v>153.06</c:v>
                </c:pt>
                <c:pt idx="22164">
                  <c:v>139.97</c:v>
                </c:pt>
                <c:pt idx="22165">
                  <c:v>137.97</c:v>
                </c:pt>
                <c:pt idx="22166">
                  <c:v>181.95</c:v>
                </c:pt>
                <c:pt idx="22167">
                  <c:v>55.98</c:v>
                </c:pt>
                <c:pt idx="22168">
                  <c:v>131.96</c:v>
                </c:pt>
                <c:pt idx="22169">
                  <c:v>149.97</c:v>
                </c:pt>
                <c:pt idx="22170">
                  <c:v>149.97</c:v>
                </c:pt>
                <c:pt idx="22171">
                  <c:v>65.98</c:v>
                </c:pt>
                <c:pt idx="22172">
                  <c:v>197.94</c:v>
                </c:pt>
                <c:pt idx="22173">
                  <c:v>97.96</c:v>
                </c:pt>
                <c:pt idx="22174">
                  <c:v>181.95</c:v>
                </c:pt>
                <c:pt idx="22175">
                  <c:v>149.97</c:v>
                </c:pt>
                <c:pt idx="22176">
                  <c:v>231.94</c:v>
                </c:pt>
                <c:pt idx="22177">
                  <c:v>63.96</c:v>
                </c:pt>
                <c:pt idx="22178">
                  <c:v>149.97</c:v>
                </c:pt>
                <c:pt idx="22179">
                  <c:v>149.97</c:v>
                </c:pt>
                <c:pt idx="22180">
                  <c:v>145.97</c:v>
                </c:pt>
                <c:pt idx="22181">
                  <c:v>59.97</c:v>
                </c:pt>
                <c:pt idx="22182">
                  <c:v>132.96</c:v>
                </c:pt>
                <c:pt idx="22183">
                  <c:v>55.97</c:v>
                </c:pt>
                <c:pt idx="22184">
                  <c:v>56.97</c:v>
                </c:pt>
                <c:pt idx="22185">
                  <c:v>131.97999999999999</c:v>
                </c:pt>
                <c:pt idx="22186">
                  <c:v>62.64</c:v>
                </c:pt>
                <c:pt idx="22187">
                  <c:v>84.98</c:v>
                </c:pt>
                <c:pt idx="22188">
                  <c:v>53.96</c:v>
                </c:pt>
                <c:pt idx="22189">
                  <c:v>53.96</c:v>
                </c:pt>
                <c:pt idx="22190">
                  <c:v>87.1</c:v>
                </c:pt>
                <c:pt idx="22191">
                  <c:v>122.19</c:v>
                </c:pt>
                <c:pt idx="22192">
                  <c:v>110.96</c:v>
                </c:pt>
                <c:pt idx="22193">
                  <c:v>79.97</c:v>
                </c:pt>
                <c:pt idx="22194">
                  <c:v>74.95</c:v>
                </c:pt>
                <c:pt idx="22195">
                  <c:v>114.96</c:v>
                </c:pt>
                <c:pt idx="22196">
                  <c:v>53.97</c:v>
                </c:pt>
                <c:pt idx="22197">
                  <c:v>62.09</c:v>
                </c:pt>
                <c:pt idx="22198">
                  <c:v>76.489999999999995</c:v>
                </c:pt>
                <c:pt idx="22199">
                  <c:v>59.96</c:v>
                </c:pt>
                <c:pt idx="22200">
                  <c:v>59.96</c:v>
                </c:pt>
                <c:pt idx="22201">
                  <c:v>159.97999999999999</c:v>
                </c:pt>
                <c:pt idx="22202">
                  <c:v>159.97999999999999</c:v>
                </c:pt>
                <c:pt idx="22203">
                  <c:v>161.28</c:v>
                </c:pt>
                <c:pt idx="22204">
                  <c:v>79.989999999999995</c:v>
                </c:pt>
                <c:pt idx="22205">
                  <c:v>159.97999999999999</c:v>
                </c:pt>
                <c:pt idx="22206">
                  <c:v>159.97</c:v>
                </c:pt>
                <c:pt idx="22207">
                  <c:v>60.99</c:v>
                </c:pt>
                <c:pt idx="22208">
                  <c:v>159.97999999999999</c:v>
                </c:pt>
                <c:pt idx="22209">
                  <c:v>60.99</c:v>
                </c:pt>
                <c:pt idx="22210">
                  <c:v>162.58000000000001</c:v>
                </c:pt>
                <c:pt idx="22211">
                  <c:v>159.97999999999999</c:v>
                </c:pt>
                <c:pt idx="22212">
                  <c:v>159.97999999999999</c:v>
                </c:pt>
                <c:pt idx="22213">
                  <c:v>159.97999999999999</c:v>
                </c:pt>
                <c:pt idx="22214">
                  <c:v>159.97999999999999</c:v>
                </c:pt>
                <c:pt idx="22215">
                  <c:v>162.58000000000001</c:v>
                </c:pt>
                <c:pt idx="22216">
                  <c:v>121.98</c:v>
                </c:pt>
                <c:pt idx="22217">
                  <c:v>162.58000000000001</c:v>
                </c:pt>
                <c:pt idx="22218">
                  <c:v>16.29</c:v>
                </c:pt>
                <c:pt idx="22219">
                  <c:v>60.99</c:v>
                </c:pt>
                <c:pt idx="22220">
                  <c:v>159.97999999999999</c:v>
                </c:pt>
                <c:pt idx="22221">
                  <c:v>104.96</c:v>
                </c:pt>
                <c:pt idx="22222">
                  <c:v>87.52</c:v>
                </c:pt>
                <c:pt idx="22223">
                  <c:v>83.48</c:v>
                </c:pt>
                <c:pt idx="22224">
                  <c:v>73.97</c:v>
                </c:pt>
                <c:pt idx="22225">
                  <c:v>99.96</c:v>
                </c:pt>
                <c:pt idx="22226">
                  <c:v>188.96</c:v>
                </c:pt>
                <c:pt idx="22227">
                  <c:v>188.97</c:v>
                </c:pt>
                <c:pt idx="22228">
                  <c:v>59.98</c:v>
                </c:pt>
                <c:pt idx="22229">
                  <c:v>121.46</c:v>
                </c:pt>
                <c:pt idx="22230">
                  <c:v>206.94</c:v>
                </c:pt>
                <c:pt idx="22231">
                  <c:v>91.96</c:v>
                </c:pt>
                <c:pt idx="22232">
                  <c:v>78.97</c:v>
                </c:pt>
                <c:pt idx="22233">
                  <c:v>82.76</c:v>
                </c:pt>
                <c:pt idx="22234">
                  <c:v>55.98</c:v>
                </c:pt>
                <c:pt idx="22235">
                  <c:v>68.97</c:v>
                </c:pt>
                <c:pt idx="22236">
                  <c:v>55.97</c:v>
                </c:pt>
                <c:pt idx="22237">
                  <c:v>217.43</c:v>
                </c:pt>
                <c:pt idx="22238">
                  <c:v>173.94</c:v>
                </c:pt>
                <c:pt idx="22239">
                  <c:v>59.98</c:v>
                </c:pt>
                <c:pt idx="22240">
                  <c:v>55.98</c:v>
                </c:pt>
                <c:pt idx="22241">
                  <c:v>173.94</c:v>
                </c:pt>
                <c:pt idx="22242">
                  <c:v>157.78</c:v>
                </c:pt>
                <c:pt idx="22243">
                  <c:v>80.97</c:v>
                </c:pt>
                <c:pt idx="22244">
                  <c:v>88.96</c:v>
                </c:pt>
                <c:pt idx="22245">
                  <c:v>78.98</c:v>
                </c:pt>
                <c:pt idx="22246">
                  <c:v>281.39999999999998</c:v>
                </c:pt>
                <c:pt idx="22247">
                  <c:v>57.56</c:v>
                </c:pt>
                <c:pt idx="22248">
                  <c:v>216.94</c:v>
                </c:pt>
                <c:pt idx="22249">
                  <c:v>78.959999999999994</c:v>
                </c:pt>
                <c:pt idx="22250">
                  <c:v>65.98</c:v>
                </c:pt>
                <c:pt idx="22251">
                  <c:v>59.97</c:v>
                </c:pt>
                <c:pt idx="22252">
                  <c:v>69.98</c:v>
                </c:pt>
                <c:pt idx="22253">
                  <c:v>51.98</c:v>
                </c:pt>
                <c:pt idx="22254">
                  <c:v>50.97</c:v>
                </c:pt>
                <c:pt idx="22255">
                  <c:v>125.96</c:v>
                </c:pt>
                <c:pt idx="22256">
                  <c:v>76.97</c:v>
                </c:pt>
                <c:pt idx="22257">
                  <c:v>182.95</c:v>
                </c:pt>
                <c:pt idx="22258">
                  <c:v>110.97</c:v>
                </c:pt>
                <c:pt idx="22259">
                  <c:v>163.94</c:v>
                </c:pt>
                <c:pt idx="22260">
                  <c:v>69.98</c:v>
                </c:pt>
                <c:pt idx="22261">
                  <c:v>45.14</c:v>
                </c:pt>
                <c:pt idx="22262">
                  <c:v>134.97</c:v>
                </c:pt>
                <c:pt idx="22263">
                  <c:v>191.89</c:v>
                </c:pt>
                <c:pt idx="22264">
                  <c:v>63.96</c:v>
                </c:pt>
                <c:pt idx="22265">
                  <c:v>63.96</c:v>
                </c:pt>
                <c:pt idx="22266">
                  <c:v>63.96</c:v>
                </c:pt>
                <c:pt idx="22267">
                  <c:v>63.96</c:v>
                </c:pt>
                <c:pt idx="22268">
                  <c:v>63.96</c:v>
                </c:pt>
                <c:pt idx="22269">
                  <c:v>22.49</c:v>
                </c:pt>
                <c:pt idx="22270">
                  <c:v>52.18</c:v>
                </c:pt>
                <c:pt idx="22271">
                  <c:v>50.98</c:v>
                </c:pt>
                <c:pt idx="22272">
                  <c:v>104.04</c:v>
                </c:pt>
                <c:pt idx="22273">
                  <c:v>74.97</c:v>
                </c:pt>
                <c:pt idx="22274">
                  <c:v>58.97</c:v>
                </c:pt>
                <c:pt idx="22275">
                  <c:v>59.47</c:v>
                </c:pt>
                <c:pt idx="22276">
                  <c:v>69.989999999999995</c:v>
                </c:pt>
                <c:pt idx="22277">
                  <c:v>39.79</c:v>
                </c:pt>
                <c:pt idx="22278">
                  <c:v>169.98</c:v>
                </c:pt>
                <c:pt idx="22279">
                  <c:v>162.18</c:v>
                </c:pt>
                <c:pt idx="22280">
                  <c:v>84.99</c:v>
                </c:pt>
                <c:pt idx="22281">
                  <c:v>137.97999999999999</c:v>
                </c:pt>
                <c:pt idx="22282">
                  <c:v>169.98</c:v>
                </c:pt>
                <c:pt idx="22283">
                  <c:v>139.97999999999999</c:v>
                </c:pt>
                <c:pt idx="22284">
                  <c:v>190.97</c:v>
                </c:pt>
                <c:pt idx="22285">
                  <c:v>190.97</c:v>
                </c:pt>
                <c:pt idx="22286">
                  <c:v>206.97</c:v>
                </c:pt>
                <c:pt idx="22287">
                  <c:v>169.98</c:v>
                </c:pt>
                <c:pt idx="22288">
                  <c:v>169.98</c:v>
                </c:pt>
                <c:pt idx="22289">
                  <c:v>113.87</c:v>
                </c:pt>
                <c:pt idx="22290">
                  <c:v>30.18</c:v>
                </c:pt>
                <c:pt idx="22291">
                  <c:v>169.98</c:v>
                </c:pt>
                <c:pt idx="22292">
                  <c:v>180.97</c:v>
                </c:pt>
                <c:pt idx="22293">
                  <c:v>169.98</c:v>
                </c:pt>
                <c:pt idx="22294">
                  <c:v>65.989999999999995</c:v>
                </c:pt>
                <c:pt idx="22295">
                  <c:v>190.97</c:v>
                </c:pt>
                <c:pt idx="22296">
                  <c:v>159.97999999999999</c:v>
                </c:pt>
                <c:pt idx="22297">
                  <c:v>88.47</c:v>
                </c:pt>
                <c:pt idx="22298">
                  <c:v>33.479999999999997</c:v>
                </c:pt>
                <c:pt idx="22299">
                  <c:v>54.98</c:v>
                </c:pt>
                <c:pt idx="22300">
                  <c:v>35.28</c:v>
                </c:pt>
                <c:pt idx="22301">
                  <c:v>37.479999999999997</c:v>
                </c:pt>
                <c:pt idx="22302">
                  <c:v>35.479999999999997</c:v>
                </c:pt>
                <c:pt idx="22303">
                  <c:v>68.489999999999995</c:v>
                </c:pt>
                <c:pt idx="22304">
                  <c:v>114.27</c:v>
                </c:pt>
                <c:pt idx="22305">
                  <c:v>83.94</c:v>
                </c:pt>
                <c:pt idx="22306">
                  <c:v>69.95</c:v>
                </c:pt>
                <c:pt idx="22307">
                  <c:v>75.959999999999994</c:v>
                </c:pt>
                <c:pt idx="22308">
                  <c:v>187.95</c:v>
                </c:pt>
                <c:pt idx="22309">
                  <c:v>149.94999999999999</c:v>
                </c:pt>
                <c:pt idx="22310">
                  <c:v>119.96</c:v>
                </c:pt>
                <c:pt idx="22311">
                  <c:v>169.94</c:v>
                </c:pt>
                <c:pt idx="22312">
                  <c:v>329.89</c:v>
                </c:pt>
                <c:pt idx="22313">
                  <c:v>199.93</c:v>
                </c:pt>
                <c:pt idx="22314">
                  <c:v>59.98</c:v>
                </c:pt>
                <c:pt idx="22315">
                  <c:v>188.87</c:v>
                </c:pt>
                <c:pt idx="22316">
                  <c:v>109.96</c:v>
                </c:pt>
                <c:pt idx="22317">
                  <c:v>119.96</c:v>
                </c:pt>
                <c:pt idx="22318">
                  <c:v>389.87</c:v>
                </c:pt>
                <c:pt idx="22319">
                  <c:v>59.98</c:v>
                </c:pt>
                <c:pt idx="22320">
                  <c:v>119.96</c:v>
                </c:pt>
                <c:pt idx="22321">
                  <c:v>119.96</c:v>
                </c:pt>
                <c:pt idx="22322">
                  <c:v>239.92</c:v>
                </c:pt>
                <c:pt idx="22323">
                  <c:v>170.83</c:v>
                </c:pt>
                <c:pt idx="22324">
                  <c:v>114.96</c:v>
                </c:pt>
                <c:pt idx="22325">
                  <c:v>119.96</c:v>
                </c:pt>
                <c:pt idx="22326">
                  <c:v>119.96</c:v>
                </c:pt>
                <c:pt idx="22327">
                  <c:v>32.229999999999997</c:v>
                </c:pt>
                <c:pt idx="22328">
                  <c:v>31.48</c:v>
                </c:pt>
                <c:pt idx="22329">
                  <c:v>124.95</c:v>
                </c:pt>
                <c:pt idx="22330">
                  <c:v>86.57</c:v>
                </c:pt>
                <c:pt idx="22331">
                  <c:v>101.96</c:v>
                </c:pt>
                <c:pt idx="22332">
                  <c:v>130.97</c:v>
                </c:pt>
                <c:pt idx="22333">
                  <c:v>59.97</c:v>
                </c:pt>
                <c:pt idx="22334">
                  <c:v>190.76</c:v>
                </c:pt>
                <c:pt idx="22335">
                  <c:v>163.96</c:v>
                </c:pt>
                <c:pt idx="22336">
                  <c:v>147.96</c:v>
                </c:pt>
                <c:pt idx="22337">
                  <c:v>194.96</c:v>
                </c:pt>
                <c:pt idx="22338">
                  <c:v>169.98</c:v>
                </c:pt>
                <c:pt idx="22339">
                  <c:v>138.97</c:v>
                </c:pt>
                <c:pt idx="22340">
                  <c:v>105.96</c:v>
                </c:pt>
                <c:pt idx="22341">
                  <c:v>169.98</c:v>
                </c:pt>
                <c:pt idx="22342">
                  <c:v>134.97999999999999</c:v>
                </c:pt>
                <c:pt idx="22343">
                  <c:v>115.96</c:v>
                </c:pt>
                <c:pt idx="22344">
                  <c:v>144.97999999999999</c:v>
                </c:pt>
                <c:pt idx="22345">
                  <c:v>104.98</c:v>
                </c:pt>
                <c:pt idx="22346">
                  <c:v>145.18</c:v>
                </c:pt>
                <c:pt idx="22347">
                  <c:v>150.91999999999999</c:v>
                </c:pt>
                <c:pt idx="22348">
                  <c:v>100.53</c:v>
                </c:pt>
                <c:pt idx="22349">
                  <c:v>188.86</c:v>
                </c:pt>
                <c:pt idx="22350">
                  <c:v>134.97999999999999</c:v>
                </c:pt>
                <c:pt idx="22351">
                  <c:v>105.98</c:v>
                </c:pt>
                <c:pt idx="22352">
                  <c:v>145.15</c:v>
                </c:pt>
                <c:pt idx="22353">
                  <c:v>61.69</c:v>
                </c:pt>
                <c:pt idx="22354">
                  <c:v>68.930000000000007</c:v>
                </c:pt>
                <c:pt idx="22355">
                  <c:v>68.930000000000007</c:v>
                </c:pt>
                <c:pt idx="22356">
                  <c:v>68.930000000000007</c:v>
                </c:pt>
                <c:pt idx="22357">
                  <c:v>72.55</c:v>
                </c:pt>
                <c:pt idx="22358">
                  <c:v>-58.98</c:v>
                </c:pt>
                <c:pt idx="22359">
                  <c:v>78.98</c:v>
                </c:pt>
                <c:pt idx="22360">
                  <c:v>58.98</c:v>
                </c:pt>
                <c:pt idx="22361">
                  <c:v>56.97</c:v>
                </c:pt>
                <c:pt idx="22362">
                  <c:v>144.94999999999999</c:v>
                </c:pt>
                <c:pt idx="22363">
                  <c:v>59.98</c:v>
                </c:pt>
                <c:pt idx="22364">
                  <c:v>47.98</c:v>
                </c:pt>
                <c:pt idx="22365">
                  <c:v>59.96</c:v>
                </c:pt>
                <c:pt idx="22366">
                  <c:v>204.87</c:v>
                </c:pt>
                <c:pt idx="22367">
                  <c:v>204.87</c:v>
                </c:pt>
                <c:pt idx="22368">
                  <c:v>80.98</c:v>
                </c:pt>
                <c:pt idx="22369">
                  <c:v>106.07</c:v>
                </c:pt>
                <c:pt idx="22370">
                  <c:v>263.95999999999998</c:v>
                </c:pt>
                <c:pt idx="22371">
                  <c:v>-1.2</c:v>
                </c:pt>
                <c:pt idx="22372">
                  <c:v>254.97</c:v>
                </c:pt>
                <c:pt idx="22373">
                  <c:v>16.190000000000001</c:v>
                </c:pt>
                <c:pt idx="22374">
                  <c:v>197.97</c:v>
                </c:pt>
                <c:pt idx="22375">
                  <c:v>254.97</c:v>
                </c:pt>
                <c:pt idx="22376">
                  <c:v>269.95999999999998</c:v>
                </c:pt>
                <c:pt idx="22377">
                  <c:v>16.190000000000001</c:v>
                </c:pt>
                <c:pt idx="22378">
                  <c:v>229.97</c:v>
                </c:pt>
                <c:pt idx="22379">
                  <c:v>197.97</c:v>
                </c:pt>
                <c:pt idx="22380">
                  <c:v>254.97</c:v>
                </c:pt>
                <c:pt idx="22381">
                  <c:v>254.97</c:v>
                </c:pt>
                <c:pt idx="22382">
                  <c:v>169.98</c:v>
                </c:pt>
                <c:pt idx="22383">
                  <c:v>254.97</c:v>
                </c:pt>
                <c:pt idx="22384">
                  <c:v>254.97</c:v>
                </c:pt>
                <c:pt idx="22385">
                  <c:v>254.97</c:v>
                </c:pt>
                <c:pt idx="22386">
                  <c:v>254.97</c:v>
                </c:pt>
                <c:pt idx="22387">
                  <c:v>79.989999999999995</c:v>
                </c:pt>
                <c:pt idx="22388">
                  <c:v>59.96</c:v>
                </c:pt>
                <c:pt idx="22389">
                  <c:v>115.97</c:v>
                </c:pt>
                <c:pt idx="22390">
                  <c:v>99.99</c:v>
                </c:pt>
                <c:pt idx="22391">
                  <c:v>99.99</c:v>
                </c:pt>
                <c:pt idx="22392">
                  <c:v>61.98</c:v>
                </c:pt>
                <c:pt idx="22393">
                  <c:v>-22.98</c:v>
                </c:pt>
                <c:pt idx="22394">
                  <c:v>104.98</c:v>
                </c:pt>
                <c:pt idx="22395">
                  <c:v>101.97</c:v>
                </c:pt>
                <c:pt idx="22396">
                  <c:v>53.98</c:v>
                </c:pt>
                <c:pt idx="22397">
                  <c:v>-54.99</c:v>
                </c:pt>
                <c:pt idx="22398">
                  <c:v>68.989999999999995</c:v>
                </c:pt>
                <c:pt idx="22399">
                  <c:v>118.97</c:v>
                </c:pt>
                <c:pt idx="22400">
                  <c:v>186.95</c:v>
                </c:pt>
                <c:pt idx="22401">
                  <c:v>57.58</c:v>
                </c:pt>
                <c:pt idx="22402">
                  <c:v>65.989999999999995</c:v>
                </c:pt>
                <c:pt idx="22403">
                  <c:v>63.34</c:v>
                </c:pt>
                <c:pt idx="22404">
                  <c:v>119.96</c:v>
                </c:pt>
                <c:pt idx="22405">
                  <c:v>31.48</c:v>
                </c:pt>
                <c:pt idx="22406">
                  <c:v>53.98</c:v>
                </c:pt>
                <c:pt idx="22407">
                  <c:v>67.09</c:v>
                </c:pt>
                <c:pt idx="22408">
                  <c:v>66.62</c:v>
                </c:pt>
                <c:pt idx="22409">
                  <c:v>84.99</c:v>
                </c:pt>
                <c:pt idx="22410">
                  <c:v>82.2</c:v>
                </c:pt>
                <c:pt idx="22411">
                  <c:v>68.989999999999995</c:v>
                </c:pt>
                <c:pt idx="22412">
                  <c:v>77.069999999999993</c:v>
                </c:pt>
                <c:pt idx="22413">
                  <c:v>87.98</c:v>
                </c:pt>
                <c:pt idx="22414">
                  <c:v>54.99</c:v>
                </c:pt>
                <c:pt idx="22415">
                  <c:v>102.43</c:v>
                </c:pt>
                <c:pt idx="22416">
                  <c:v>21.49</c:v>
                </c:pt>
                <c:pt idx="22417">
                  <c:v>51.97</c:v>
                </c:pt>
                <c:pt idx="22418">
                  <c:v>84.99</c:v>
                </c:pt>
                <c:pt idx="22419">
                  <c:v>85.98</c:v>
                </c:pt>
                <c:pt idx="22420">
                  <c:v>104.98</c:v>
                </c:pt>
                <c:pt idx="22421">
                  <c:v>84.99</c:v>
                </c:pt>
                <c:pt idx="22422">
                  <c:v>51.97</c:v>
                </c:pt>
                <c:pt idx="22423">
                  <c:v>124.31</c:v>
                </c:pt>
                <c:pt idx="22424">
                  <c:v>79.34</c:v>
                </c:pt>
                <c:pt idx="22425">
                  <c:v>79.98</c:v>
                </c:pt>
                <c:pt idx="22426">
                  <c:v>-35.979999999999997</c:v>
                </c:pt>
                <c:pt idx="22427">
                  <c:v>84.99</c:v>
                </c:pt>
                <c:pt idx="22428">
                  <c:v>87.6</c:v>
                </c:pt>
                <c:pt idx="22429">
                  <c:v>63.93</c:v>
                </c:pt>
                <c:pt idx="22430">
                  <c:v>85.18</c:v>
                </c:pt>
                <c:pt idx="22431">
                  <c:v>-15.99</c:v>
                </c:pt>
                <c:pt idx="22432">
                  <c:v>84.99</c:v>
                </c:pt>
                <c:pt idx="22433">
                  <c:v>79.98</c:v>
                </c:pt>
                <c:pt idx="22434">
                  <c:v>84.99</c:v>
                </c:pt>
                <c:pt idx="22435">
                  <c:v>137.97</c:v>
                </c:pt>
                <c:pt idx="22436">
                  <c:v>84.99</c:v>
                </c:pt>
                <c:pt idx="22437">
                  <c:v>-2.99</c:v>
                </c:pt>
                <c:pt idx="22438">
                  <c:v>84.99</c:v>
                </c:pt>
                <c:pt idx="22439">
                  <c:v>84.99</c:v>
                </c:pt>
                <c:pt idx="22440">
                  <c:v>64.98</c:v>
                </c:pt>
                <c:pt idx="22441">
                  <c:v>121.95</c:v>
                </c:pt>
                <c:pt idx="22442">
                  <c:v>105.96</c:v>
                </c:pt>
                <c:pt idx="22443">
                  <c:v>68.709999999999994</c:v>
                </c:pt>
                <c:pt idx="22444">
                  <c:v>20.48</c:v>
                </c:pt>
                <c:pt idx="22445">
                  <c:v>178.35</c:v>
                </c:pt>
                <c:pt idx="22446">
                  <c:v>189.97</c:v>
                </c:pt>
                <c:pt idx="22447">
                  <c:v>149.97999999999999</c:v>
                </c:pt>
                <c:pt idx="22448">
                  <c:v>31.28</c:v>
                </c:pt>
                <c:pt idx="22449">
                  <c:v>134.01</c:v>
                </c:pt>
                <c:pt idx="22450">
                  <c:v>42.69</c:v>
                </c:pt>
                <c:pt idx="22451">
                  <c:v>134.01</c:v>
                </c:pt>
                <c:pt idx="22452">
                  <c:v>76.989999999999995</c:v>
                </c:pt>
                <c:pt idx="22453">
                  <c:v>121.98</c:v>
                </c:pt>
                <c:pt idx="22454">
                  <c:v>123.47</c:v>
                </c:pt>
                <c:pt idx="22455">
                  <c:v>79.19</c:v>
                </c:pt>
                <c:pt idx="22456">
                  <c:v>121.98</c:v>
                </c:pt>
                <c:pt idx="22457">
                  <c:v>121.98</c:v>
                </c:pt>
                <c:pt idx="22458">
                  <c:v>121.98</c:v>
                </c:pt>
                <c:pt idx="22459">
                  <c:v>139.97999999999999</c:v>
                </c:pt>
                <c:pt idx="22460">
                  <c:v>42.69</c:v>
                </c:pt>
                <c:pt idx="22461">
                  <c:v>77.790000000000006</c:v>
                </c:pt>
                <c:pt idx="22462">
                  <c:v>139.97999999999999</c:v>
                </c:pt>
                <c:pt idx="22463">
                  <c:v>76.989999999999995</c:v>
                </c:pt>
                <c:pt idx="22464">
                  <c:v>79.989999999999995</c:v>
                </c:pt>
                <c:pt idx="22465">
                  <c:v>79.989999999999995</c:v>
                </c:pt>
                <c:pt idx="22466">
                  <c:v>79.989999999999995</c:v>
                </c:pt>
                <c:pt idx="22467">
                  <c:v>60.99</c:v>
                </c:pt>
                <c:pt idx="22468">
                  <c:v>79.19</c:v>
                </c:pt>
                <c:pt idx="22469">
                  <c:v>94.98</c:v>
                </c:pt>
                <c:pt idx="22470">
                  <c:v>77.790000000000006</c:v>
                </c:pt>
                <c:pt idx="22471">
                  <c:v>60.99</c:v>
                </c:pt>
                <c:pt idx="22472">
                  <c:v>94.98</c:v>
                </c:pt>
                <c:pt idx="22473">
                  <c:v>79.989999999999995</c:v>
                </c:pt>
                <c:pt idx="22474">
                  <c:v>123.47</c:v>
                </c:pt>
                <c:pt idx="22475">
                  <c:v>59.98</c:v>
                </c:pt>
                <c:pt idx="22476">
                  <c:v>61.28</c:v>
                </c:pt>
                <c:pt idx="22477">
                  <c:v>59.98</c:v>
                </c:pt>
                <c:pt idx="22478">
                  <c:v>89.95</c:v>
                </c:pt>
                <c:pt idx="22479">
                  <c:v>99.98</c:v>
                </c:pt>
                <c:pt idx="22480">
                  <c:v>98.47</c:v>
                </c:pt>
                <c:pt idx="22481">
                  <c:v>120.96</c:v>
                </c:pt>
                <c:pt idx="22482">
                  <c:v>77.97</c:v>
                </c:pt>
                <c:pt idx="22483">
                  <c:v>51.97</c:v>
                </c:pt>
                <c:pt idx="22484">
                  <c:v>65.989999999999995</c:v>
                </c:pt>
                <c:pt idx="22485">
                  <c:v>65.989999999999995</c:v>
                </c:pt>
                <c:pt idx="22486">
                  <c:v>134.46</c:v>
                </c:pt>
                <c:pt idx="22487">
                  <c:v>71.319999999999993</c:v>
                </c:pt>
                <c:pt idx="22488">
                  <c:v>102.83</c:v>
                </c:pt>
                <c:pt idx="22489">
                  <c:v>102.83</c:v>
                </c:pt>
                <c:pt idx="22490">
                  <c:v>205.65</c:v>
                </c:pt>
                <c:pt idx="22491">
                  <c:v>68.930000000000007</c:v>
                </c:pt>
                <c:pt idx="22492">
                  <c:v>136.69</c:v>
                </c:pt>
                <c:pt idx="22493">
                  <c:v>67.739999999999995</c:v>
                </c:pt>
                <c:pt idx="22494">
                  <c:v>68.930000000000007</c:v>
                </c:pt>
                <c:pt idx="22495">
                  <c:v>68.930000000000007</c:v>
                </c:pt>
                <c:pt idx="22496">
                  <c:v>66.489999999999995</c:v>
                </c:pt>
                <c:pt idx="22497">
                  <c:v>66.489999999999995</c:v>
                </c:pt>
                <c:pt idx="22498">
                  <c:v>72.53</c:v>
                </c:pt>
                <c:pt idx="22499">
                  <c:v>84.69</c:v>
                </c:pt>
                <c:pt idx="22500">
                  <c:v>31.49</c:v>
                </c:pt>
                <c:pt idx="22501">
                  <c:v>128.44</c:v>
                </c:pt>
                <c:pt idx="22502">
                  <c:v>99.98</c:v>
                </c:pt>
                <c:pt idx="22503">
                  <c:v>120.98</c:v>
                </c:pt>
                <c:pt idx="22504">
                  <c:v>59.39</c:v>
                </c:pt>
                <c:pt idx="22505">
                  <c:v>99.98</c:v>
                </c:pt>
                <c:pt idx="22506">
                  <c:v>65.989999999999995</c:v>
                </c:pt>
                <c:pt idx="22507">
                  <c:v>67.48</c:v>
                </c:pt>
                <c:pt idx="22508">
                  <c:v>170.47</c:v>
                </c:pt>
                <c:pt idx="22509">
                  <c:v>106.97</c:v>
                </c:pt>
                <c:pt idx="22510">
                  <c:v>82.77</c:v>
                </c:pt>
                <c:pt idx="22511">
                  <c:v>81.98</c:v>
                </c:pt>
                <c:pt idx="22512">
                  <c:v>104.98</c:v>
                </c:pt>
                <c:pt idx="22513">
                  <c:v>86.98</c:v>
                </c:pt>
                <c:pt idx="22514">
                  <c:v>99.98</c:v>
                </c:pt>
                <c:pt idx="22515">
                  <c:v>65.989999999999995</c:v>
                </c:pt>
                <c:pt idx="22516">
                  <c:v>193.96</c:v>
                </c:pt>
                <c:pt idx="22517">
                  <c:v>185.94</c:v>
                </c:pt>
                <c:pt idx="22518">
                  <c:v>100.98</c:v>
                </c:pt>
                <c:pt idx="22519">
                  <c:v>84.99</c:v>
                </c:pt>
                <c:pt idx="22520">
                  <c:v>100.98</c:v>
                </c:pt>
                <c:pt idx="22521">
                  <c:v>84.99</c:v>
                </c:pt>
                <c:pt idx="22522">
                  <c:v>185.97</c:v>
                </c:pt>
                <c:pt idx="22523">
                  <c:v>132.77000000000001</c:v>
                </c:pt>
                <c:pt idx="22524">
                  <c:v>185.96</c:v>
                </c:pt>
                <c:pt idx="22525">
                  <c:v>58.97</c:v>
                </c:pt>
                <c:pt idx="22526">
                  <c:v>65.98</c:v>
                </c:pt>
                <c:pt idx="22527">
                  <c:v>54.98</c:v>
                </c:pt>
                <c:pt idx="22528">
                  <c:v>64.98</c:v>
                </c:pt>
                <c:pt idx="22529">
                  <c:v>84.99</c:v>
                </c:pt>
                <c:pt idx="22530">
                  <c:v>65.989999999999995</c:v>
                </c:pt>
                <c:pt idx="22531">
                  <c:v>75.510000000000005</c:v>
                </c:pt>
                <c:pt idx="22532">
                  <c:v>84.99</c:v>
                </c:pt>
                <c:pt idx="22533">
                  <c:v>65.989999999999995</c:v>
                </c:pt>
                <c:pt idx="22534">
                  <c:v>84.99</c:v>
                </c:pt>
                <c:pt idx="22535">
                  <c:v>84.99</c:v>
                </c:pt>
                <c:pt idx="22536">
                  <c:v>79.98</c:v>
                </c:pt>
                <c:pt idx="22537">
                  <c:v>82.98</c:v>
                </c:pt>
                <c:pt idx="22538">
                  <c:v>84.99</c:v>
                </c:pt>
                <c:pt idx="22539">
                  <c:v>84.99</c:v>
                </c:pt>
                <c:pt idx="22540">
                  <c:v>98.98</c:v>
                </c:pt>
                <c:pt idx="22541">
                  <c:v>84.99</c:v>
                </c:pt>
                <c:pt idx="22542">
                  <c:v>84.99</c:v>
                </c:pt>
                <c:pt idx="22543">
                  <c:v>65.989999999999995</c:v>
                </c:pt>
                <c:pt idx="22544">
                  <c:v>84.99</c:v>
                </c:pt>
                <c:pt idx="22545">
                  <c:v>65.989999999999995</c:v>
                </c:pt>
                <c:pt idx="22546">
                  <c:v>84.99</c:v>
                </c:pt>
                <c:pt idx="22547">
                  <c:v>65.989999999999995</c:v>
                </c:pt>
                <c:pt idx="22548">
                  <c:v>84.99</c:v>
                </c:pt>
                <c:pt idx="22549">
                  <c:v>75.09</c:v>
                </c:pt>
                <c:pt idx="22550">
                  <c:v>79.06</c:v>
                </c:pt>
                <c:pt idx="22551">
                  <c:v>98.98</c:v>
                </c:pt>
                <c:pt idx="22552">
                  <c:v>76.41</c:v>
                </c:pt>
                <c:pt idx="22553">
                  <c:v>84.99</c:v>
                </c:pt>
                <c:pt idx="22554">
                  <c:v>101.77</c:v>
                </c:pt>
                <c:pt idx="22555">
                  <c:v>84.99</c:v>
                </c:pt>
                <c:pt idx="22556">
                  <c:v>65.47</c:v>
                </c:pt>
                <c:pt idx="22557">
                  <c:v>55.96</c:v>
                </c:pt>
                <c:pt idx="22558">
                  <c:v>59.95</c:v>
                </c:pt>
                <c:pt idx="22559">
                  <c:v>53.96</c:v>
                </c:pt>
                <c:pt idx="22560">
                  <c:v>71.94</c:v>
                </c:pt>
                <c:pt idx="22561">
                  <c:v>93.96</c:v>
                </c:pt>
                <c:pt idx="22562">
                  <c:v>76.97</c:v>
                </c:pt>
                <c:pt idx="22563">
                  <c:v>14.99</c:v>
                </c:pt>
                <c:pt idx="22564">
                  <c:v>12.49</c:v>
                </c:pt>
                <c:pt idx="22565">
                  <c:v>12.19</c:v>
                </c:pt>
                <c:pt idx="22566">
                  <c:v>76.180000000000007</c:v>
                </c:pt>
                <c:pt idx="22567">
                  <c:v>12.49</c:v>
                </c:pt>
                <c:pt idx="22568">
                  <c:v>14.99</c:v>
                </c:pt>
                <c:pt idx="22569">
                  <c:v>112.48</c:v>
                </c:pt>
                <c:pt idx="22570">
                  <c:v>76.489999999999995</c:v>
                </c:pt>
                <c:pt idx="22571">
                  <c:v>51.94</c:v>
                </c:pt>
                <c:pt idx="22572">
                  <c:v>123.94</c:v>
                </c:pt>
                <c:pt idx="22573">
                  <c:v>49.83</c:v>
                </c:pt>
                <c:pt idx="22574">
                  <c:v>28.24</c:v>
                </c:pt>
                <c:pt idx="22575">
                  <c:v>29.28</c:v>
                </c:pt>
                <c:pt idx="22576">
                  <c:v>53.99</c:v>
                </c:pt>
                <c:pt idx="22577">
                  <c:v>79.98</c:v>
                </c:pt>
                <c:pt idx="22578">
                  <c:v>83.53</c:v>
                </c:pt>
                <c:pt idx="22579">
                  <c:v>84.99</c:v>
                </c:pt>
                <c:pt idx="22580">
                  <c:v>84.99</c:v>
                </c:pt>
                <c:pt idx="22581">
                  <c:v>84.99</c:v>
                </c:pt>
                <c:pt idx="22582">
                  <c:v>84.99</c:v>
                </c:pt>
                <c:pt idx="22583">
                  <c:v>83.29</c:v>
                </c:pt>
                <c:pt idx="22584">
                  <c:v>59.39</c:v>
                </c:pt>
                <c:pt idx="22585">
                  <c:v>78.33</c:v>
                </c:pt>
                <c:pt idx="22586">
                  <c:v>84.99</c:v>
                </c:pt>
                <c:pt idx="22587">
                  <c:v>84.99</c:v>
                </c:pt>
                <c:pt idx="22588">
                  <c:v>79.98</c:v>
                </c:pt>
                <c:pt idx="22589">
                  <c:v>119.97</c:v>
                </c:pt>
                <c:pt idx="22590">
                  <c:v>80.739999999999995</c:v>
                </c:pt>
                <c:pt idx="22591">
                  <c:v>77.180000000000007</c:v>
                </c:pt>
                <c:pt idx="22592">
                  <c:v>84.99</c:v>
                </c:pt>
                <c:pt idx="22593">
                  <c:v>84.99</c:v>
                </c:pt>
                <c:pt idx="22594">
                  <c:v>84.99</c:v>
                </c:pt>
                <c:pt idx="22595">
                  <c:v>169.98</c:v>
                </c:pt>
                <c:pt idx="22596">
                  <c:v>84.99</c:v>
                </c:pt>
                <c:pt idx="22597">
                  <c:v>82.44</c:v>
                </c:pt>
                <c:pt idx="22598">
                  <c:v>50.97</c:v>
                </c:pt>
                <c:pt idx="22599">
                  <c:v>185.43</c:v>
                </c:pt>
                <c:pt idx="22600">
                  <c:v>101.97</c:v>
                </c:pt>
                <c:pt idx="22601">
                  <c:v>83.48</c:v>
                </c:pt>
                <c:pt idx="22602">
                  <c:v>39.979999999999997</c:v>
                </c:pt>
                <c:pt idx="22603">
                  <c:v>40.479999999999997</c:v>
                </c:pt>
                <c:pt idx="22604">
                  <c:v>84.99</c:v>
                </c:pt>
                <c:pt idx="22605">
                  <c:v>85.96</c:v>
                </c:pt>
                <c:pt idx="22606">
                  <c:v>116.95</c:v>
                </c:pt>
                <c:pt idx="22607">
                  <c:v>99.95</c:v>
                </c:pt>
                <c:pt idx="22608">
                  <c:v>99.95</c:v>
                </c:pt>
                <c:pt idx="22609">
                  <c:v>59.28</c:v>
                </c:pt>
                <c:pt idx="22610">
                  <c:v>59.28</c:v>
                </c:pt>
                <c:pt idx="22611">
                  <c:v>41.29</c:v>
                </c:pt>
                <c:pt idx="22612">
                  <c:v>41.29</c:v>
                </c:pt>
                <c:pt idx="22613">
                  <c:v>147.6</c:v>
                </c:pt>
                <c:pt idx="22614">
                  <c:v>159.69999999999999</c:v>
                </c:pt>
                <c:pt idx="22615">
                  <c:v>99.2</c:v>
                </c:pt>
                <c:pt idx="22616">
                  <c:v>159.69999999999999</c:v>
                </c:pt>
                <c:pt idx="22617">
                  <c:v>159.69999999999999</c:v>
                </c:pt>
                <c:pt idx="22618">
                  <c:v>163.07</c:v>
                </c:pt>
                <c:pt idx="22619">
                  <c:v>179.04</c:v>
                </c:pt>
                <c:pt idx="22620">
                  <c:v>198.39</c:v>
                </c:pt>
                <c:pt idx="22621">
                  <c:v>148.79</c:v>
                </c:pt>
                <c:pt idx="22622">
                  <c:v>79.849999999999994</c:v>
                </c:pt>
                <c:pt idx="22623">
                  <c:v>55.96</c:v>
                </c:pt>
                <c:pt idx="22624">
                  <c:v>29.93</c:v>
                </c:pt>
                <c:pt idx="22625">
                  <c:v>26.29</c:v>
                </c:pt>
                <c:pt idx="22626">
                  <c:v>135.46</c:v>
                </c:pt>
                <c:pt idx="22627">
                  <c:v>41.49</c:v>
                </c:pt>
                <c:pt idx="22628">
                  <c:v>29.68</c:v>
                </c:pt>
                <c:pt idx="22629">
                  <c:v>65.540000000000006</c:v>
                </c:pt>
                <c:pt idx="22630">
                  <c:v>58.47</c:v>
                </c:pt>
                <c:pt idx="22631">
                  <c:v>60.99</c:v>
                </c:pt>
                <c:pt idx="22632">
                  <c:v>87.97</c:v>
                </c:pt>
                <c:pt idx="22633">
                  <c:v>84.99</c:v>
                </c:pt>
                <c:pt idx="22634">
                  <c:v>99.98</c:v>
                </c:pt>
                <c:pt idx="22635">
                  <c:v>184.97</c:v>
                </c:pt>
                <c:pt idx="22636">
                  <c:v>184.92</c:v>
                </c:pt>
                <c:pt idx="22637">
                  <c:v>137.94</c:v>
                </c:pt>
                <c:pt idx="22638">
                  <c:v>184.92</c:v>
                </c:pt>
                <c:pt idx="22639">
                  <c:v>137.94</c:v>
                </c:pt>
                <c:pt idx="22640">
                  <c:v>124.98</c:v>
                </c:pt>
                <c:pt idx="22641">
                  <c:v>59.98</c:v>
                </c:pt>
                <c:pt idx="22642">
                  <c:v>159.69999999999999</c:v>
                </c:pt>
                <c:pt idx="22643">
                  <c:v>159.69999999999999</c:v>
                </c:pt>
                <c:pt idx="22644">
                  <c:v>159.69999999999999</c:v>
                </c:pt>
                <c:pt idx="22645">
                  <c:v>159.69999999999999</c:v>
                </c:pt>
                <c:pt idx="22646">
                  <c:v>159.69999999999999</c:v>
                </c:pt>
                <c:pt idx="22647">
                  <c:v>159.69999999999999</c:v>
                </c:pt>
                <c:pt idx="22648">
                  <c:v>135.74</c:v>
                </c:pt>
                <c:pt idx="22649">
                  <c:v>159.69999999999999</c:v>
                </c:pt>
                <c:pt idx="22650">
                  <c:v>176.87</c:v>
                </c:pt>
                <c:pt idx="22651">
                  <c:v>159.69999999999999</c:v>
                </c:pt>
                <c:pt idx="22652">
                  <c:v>159.69999999999999</c:v>
                </c:pt>
                <c:pt idx="22653">
                  <c:v>160.88999999999999</c:v>
                </c:pt>
                <c:pt idx="22654">
                  <c:v>147.6</c:v>
                </c:pt>
                <c:pt idx="22655">
                  <c:v>200.82</c:v>
                </c:pt>
                <c:pt idx="22656">
                  <c:v>159.69999999999999</c:v>
                </c:pt>
                <c:pt idx="22657">
                  <c:v>52.23</c:v>
                </c:pt>
                <c:pt idx="22658">
                  <c:v>59.98</c:v>
                </c:pt>
                <c:pt idx="22659">
                  <c:v>59.98</c:v>
                </c:pt>
                <c:pt idx="22660">
                  <c:v>59.96</c:v>
                </c:pt>
                <c:pt idx="22661">
                  <c:v>62.47</c:v>
                </c:pt>
                <c:pt idx="22662">
                  <c:v>62.47</c:v>
                </c:pt>
                <c:pt idx="22663">
                  <c:v>62.47</c:v>
                </c:pt>
                <c:pt idx="22664">
                  <c:v>69.989999999999995</c:v>
                </c:pt>
                <c:pt idx="22665">
                  <c:v>69.989999999999995</c:v>
                </c:pt>
                <c:pt idx="22666">
                  <c:v>77.97</c:v>
                </c:pt>
                <c:pt idx="22667">
                  <c:v>85.96</c:v>
                </c:pt>
                <c:pt idx="22668">
                  <c:v>23.98</c:v>
                </c:pt>
                <c:pt idx="22669">
                  <c:v>63.98</c:v>
                </c:pt>
                <c:pt idx="22670">
                  <c:v>84.94</c:v>
                </c:pt>
                <c:pt idx="22671">
                  <c:v>449.2</c:v>
                </c:pt>
                <c:pt idx="22672">
                  <c:v>521.85</c:v>
                </c:pt>
                <c:pt idx="22673">
                  <c:v>309.89999999999998</c:v>
                </c:pt>
                <c:pt idx="22674">
                  <c:v>110.96</c:v>
                </c:pt>
                <c:pt idx="22675">
                  <c:v>459.87</c:v>
                </c:pt>
                <c:pt idx="22676">
                  <c:v>480.87</c:v>
                </c:pt>
                <c:pt idx="22677">
                  <c:v>443.88</c:v>
                </c:pt>
                <c:pt idx="22678">
                  <c:v>63.96</c:v>
                </c:pt>
                <c:pt idx="22679">
                  <c:v>113.09</c:v>
                </c:pt>
                <c:pt idx="22680">
                  <c:v>61.18</c:v>
                </c:pt>
                <c:pt idx="22681">
                  <c:v>71.680000000000007</c:v>
                </c:pt>
                <c:pt idx="22682">
                  <c:v>59.99</c:v>
                </c:pt>
                <c:pt idx="22683">
                  <c:v>56.97</c:v>
                </c:pt>
                <c:pt idx="22684">
                  <c:v>51.23</c:v>
                </c:pt>
                <c:pt idx="22685">
                  <c:v>61.98</c:v>
                </c:pt>
                <c:pt idx="22686">
                  <c:v>59.98</c:v>
                </c:pt>
                <c:pt idx="22687">
                  <c:v>131.97999999999999</c:v>
                </c:pt>
                <c:pt idx="22688">
                  <c:v>94.48</c:v>
                </c:pt>
                <c:pt idx="22689">
                  <c:v>164.98</c:v>
                </c:pt>
                <c:pt idx="22690">
                  <c:v>69.98</c:v>
                </c:pt>
                <c:pt idx="22691">
                  <c:v>143.28</c:v>
                </c:pt>
                <c:pt idx="22692">
                  <c:v>88.77</c:v>
                </c:pt>
                <c:pt idx="22693">
                  <c:v>164.98</c:v>
                </c:pt>
                <c:pt idx="22694">
                  <c:v>114.96</c:v>
                </c:pt>
                <c:pt idx="22695">
                  <c:v>55.98</c:v>
                </c:pt>
                <c:pt idx="22696">
                  <c:v>131.97999999999999</c:v>
                </c:pt>
                <c:pt idx="22697">
                  <c:v>200.4</c:v>
                </c:pt>
                <c:pt idx="22698">
                  <c:v>79.989999999999995</c:v>
                </c:pt>
                <c:pt idx="22699">
                  <c:v>119.96</c:v>
                </c:pt>
                <c:pt idx="22700">
                  <c:v>200.4</c:v>
                </c:pt>
                <c:pt idx="22701">
                  <c:v>79.989999999999995</c:v>
                </c:pt>
                <c:pt idx="22702">
                  <c:v>79.989999999999995</c:v>
                </c:pt>
                <c:pt idx="22703">
                  <c:v>116.14</c:v>
                </c:pt>
                <c:pt idx="22704">
                  <c:v>116.14</c:v>
                </c:pt>
                <c:pt idx="22705">
                  <c:v>116.14</c:v>
                </c:pt>
                <c:pt idx="22706">
                  <c:v>99.96</c:v>
                </c:pt>
                <c:pt idx="22707">
                  <c:v>116.14</c:v>
                </c:pt>
                <c:pt idx="22708">
                  <c:v>88.77</c:v>
                </c:pt>
                <c:pt idx="22709">
                  <c:v>200.4</c:v>
                </c:pt>
                <c:pt idx="22710">
                  <c:v>143.28</c:v>
                </c:pt>
                <c:pt idx="22711">
                  <c:v>200.4</c:v>
                </c:pt>
                <c:pt idx="22712">
                  <c:v>143.28</c:v>
                </c:pt>
                <c:pt idx="22713">
                  <c:v>55.98</c:v>
                </c:pt>
                <c:pt idx="22714">
                  <c:v>55.98</c:v>
                </c:pt>
                <c:pt idx="22715">
                  <c:v>55.98</c:v>
                </c:pt>
                <c:pt idx="22716">
                  <c:v>69.98</c:v>
                </c:pt>
                <c:pt idx="22717">
                  <c:v>145.72</c:v>
                </c:pt>
                <c:pt idx="22718">
                  <c:v>77.540000000000006</c:v>
                </c:pt>
                <c:pt idx="22719">
                  <c:v>88.77</c:v>
                </c:pt>
                <c:pt idx="22720">
                  <c:v>143.28</c:v>
                </c:pt>
                <c:pt idx="22721">
                  <c:v>119.96</c:v>
                </c:pt>
                <c:pt idx="22722">
                  <c:v>164.98</c:v>
                </c:pt>
                <c:pt idx="22723">
                  <c:v>114.96</c:v>
                </c:pt>
                <c:pt idx="22724">
                  <c:v>114.96</c:v>
                </c:pt>
                <c:pt idx="22725">
                  <c:v>168.54</c:v>
                </c:pt>
                <c:pt idx="22726">
                  <c:v>114.96</c:v>
                </c:pt>
                <c:pt idx="22727">
                  <c:v>116.4</c:v>
                </c:pt>
                <c:pt idx="22728">
                  <c:v>121.46</c:v>
                </c:pt>
                <c:pt idx="22729">
                  <c:v>116.4</c:v>
                </c:pt>
                <c:pt idx="22730">
                  <c:v>120.1</c:v>
                </c:pt>
                <c:pt idx="22731">
                  <c:v>76.489999999999995</c:v>
                </c:pt>
                <c:pt idx="22732">
                  <c:v>120.1</c:v>
                </c:pt>
                <c:pt idx="22733">
                  <c:v>94.48</c:v>
                </c:pt>
                <c:pt idx="22734">
                  <c:v>120.1</c:v>
                </c:pt>
                <c:pt idx="22735">
                  <c:v>120.1</c:v>
                </c:pt>
                <c:pt idx="22736">
                  <c:v>145.72</c:v>
                </c:pt>
                <c:pt idx="22737">
                  <c:v>98.96</c:v>
                </c:pt>
                <c:pt idx="22738">
                  <c:v>89.07</c:v>
                </c:pt>
                <c:pt idx="22739">
                  <c:v>121.46</c:v>
                </c:pt>
                <c:pt idx="22740">
                  <c:v>76.489999999999995</c:v>
                </c:pt>
                <c:pt idx="22741">
                  <c:v>220.53</c:v>
                </c:pt>
                <c:pt idx="22742">
                  <c:v>76.489999999999995</c:v>
                </c:pt>
                <c:pt idx="22743">
                  <c:v>121.46</c:v>
                </c:pt>
                <c:pt idx="22744">
                  <c:v>116.4</c:v>
                </c:pt>
                <c:pt idx="22745">
                  <c:v>145.72</c:v>
                </c:pt>
                <c:pt idx="22746">
                  <c:v>220.53</c:v>
                </c:pt>
                <c:pt idx="22747">
                  <c:v>145.72</c:v>
                </c:pt>
                <c:pt idx="22748">
                  <c:v>98.96</c:v>
                </c:pt>
                <c:pt idx="22749">
                  <c:v>220.53</c:v>
                </c:pt>
                <c:pt idx="22750">
                  <c:v>69.98</c:v>
                </c:pt>
                <c:pt idx="22751">
                  <c:v>76.489999999999995</c:v>
                </c:pt>
                <c:pt idx="22752">
                  <c:v>69.98</c:v>
                </c:pt>
                <c:pt idx="22753">
                  <c:v>220.53</c:v>
                </c:pt>
                <c:pt idx="22754">
                  <c:v>152.97999999999999</c:v>
                </c:pt>
                <c:pt idx="22755">
                  <c:v>152.97999999999999</c:v>
                </c:pt>
                <c:pt idx="22756">
                  <c:v>89.07</c:v>
                </c:pt>
                <c:pt idx="22757">
                  <c:v>130.66</c:v>
                </c:pt>
                <c:pt idx="22758">
                  <c:v>130.66</c:v>
                </c:pt>
                <c:pt idx="22759">
                  <c:v>130.66</c:v>
                </c:pt>
                <c:pt idx="22760">
                  <c:v>202.39</c:v>
                </c:pt>
                <c:pt idx="22761">
                  <c:v>202.39</c:v>
                </c:pt>
                <c:pt idx="22762">
                  <c:v>66.959999999999994</c:v>
                </c:pt>
                <c:pt idx="22763">
                  <c:v>130.66</c:v>
                </c:pt>
                <c:pt idx="22764">
                  <c:v>66.959999999999994</c:v>
                </c:pt>
                <c:pt idx="22765">
                  <c:v>152.97999999999999</c:v>
                </c:pt>
                <c:pt idx="22766">
                  <c:v>119.96</c:v>
                </c:pt>
                <c:pt idx="22767">
                  <c:v>66.959999999999994</c:v>
                </c:pt>
                <c:pt idx="22768">
                  <c:v>66.959999999999994</c:v>
                </c:pt>
                <c:pt idx="22769">
                  <c:v>89.07</c:v>
                </c:pt>
                <c:pt idx="22770">
                  <c:v>202.39</c:v>
                </c:pt>
                <c:pt idx="22771">
                  <c:v>53.96</c:v>
                </c:pt>
                <c:pt idx="22772">
                  <c:v>118.96</c:v>
                </c:pt>
                <c:pt idx="22773">
                  <c:v>116.4</c:v>
                </c:pt>
                <c:pt idx="22774">
                  <c:v>118.96</c:v>
                </c:pt>
                <c:pt idx="22775">
                  <c:v>79.989999999999995</c:v>
                </c:pt>
                <c:pt idx="22776">
                  <c:v>89.07</c:v>
                </c:pt>
                <c:pt idx="22777">
                  <c:v>202.39</c:v>
                </c:pt>
                <c:pt idx="22778">
                  <c:v>53.96</c:v>
                </c:pt>
                <c:pt idx="22779">
                  <c:v>118.96</c:v>
                </c:pt>
                <c:pt idx="22780">
                  <c:v>121.46</c:v>
                </c:pt>
                <c:pt idx="22781">
                  <c:v>152.97999999999999</c:v>
                </c:pt>
                <c:pt idx="22782">
                  <c:v>118.96</c:v>
                </c:pt>
                <c:pt idx="22783">
                  <c:v>114.96</c:v>
                </c:pt>
                <c:pt idx="22784">
                  <c:v>164.98</c:v>
                </c:pt>
                <c:pt idx="22785">
                  <c:v>104.94</c:v>
                </c:pt>
                <c:pt idx="22786">
                  <c:v>88.77</c:v>
                </c:pt>
                <c:pt idx="22787">
                  <c:v>118.76</c:v>
                </c:pt>
                <c:pt idx="22788">
                  <c:v>119.96</c:v>
                </c:pt>
                <c:pt idx="22789">
                  <c:v>114.96</c:v>
                </c:pt>
                <c:pt idx="22790">
                  <c:v>121.98</c:v>
                </c:pt>
                <c:pt idx="22791">
                  <c:v>98.26</c:v>
                </c:pt>
                <c:pt idx="22792">
                  <c:v>216.72</c:v>
                </c:pt>
                <c:pt idx="22793">
                  <c:v>216.72</c:v>
                </c:pt>
                <c:pt idx="22794">
                  <c:v>99.96</c:v>
                </c:pt>
                <c:pt idx="22795">
                  <c:v>79.989999999999995</c:v>
                </c:pt>
                <c:pt idx="22796">
                  <c:v>79.989999999999995</c:v>
                </c:pt>
                <c:pt idx="22797">
                  <c:v>77.540000000000006</c:v>
                </c:pt>
                <c:pt idx="22798">
                  <c:v>216.72</c:v>
                </c:pt>
                <c:pt idx="22799">
                  <c:v>114.56</c:v>
                </c:pt>
                <c:pt idx="22800">
                  <c:v>79.989999999999995</c:v>
                </c:pt>
                <c:pt idx="22801">
                  <c:v>114.56</c:v>
                </c:pt>
                <c:pt idx="22802">
                  <c:v>114.56</c:v>
                </c:pt>
                <c:pt idx="22803">
                  <c:v>98.96</c:v>
                </c:pt>
                <c:pt idx="22804">
                  <c:v>104.94</c:v>
                </c:pt>
                <c:pt idx="22805">
                  <c:v>168.54</c:v>
                </c:pt>
                <c:pt idx="22806">
                  <c:v>118.76</c:v>
                </c:pt>
                <c:pt idx="22807">
                  <c:v>216.72</c:v>
                </c:pt>
                <c:pt idx="22808">
                  <c:v>77.540000000000006</c:v>
                </c:pt>
                <c:pt idx="22809">
                  <c:v>94.48</c:v>
                </c:pt>
                <c:pt idx="22810">
                  <c:v>98.26</c:v>
                </c:pt>
                <c:pt idx="22811">
                  <c:v>53.96</c:v>
                </c:pt>
                <c:pt idx="22812">
                  <c:v>168.54</c:v>
                </c:pt>
                <c:pt idx="22813">
                  <c:v>152.97999999999999</c:v>
                </c:pt>
                <c:pt idx="22814">
                  <c:v>118.76</c:v>
                </c:pt>
                <c:pt idx="22815">
                  <c:v>206.94</c:v>
                </c:pt>
                <c:pt idx="22816">
                  <c:v>206.94</c:v>
                </c:pt>
                <c:pt idx="22817">
                  <c:v>79.989999999999995</c:v>
                </c:pt>
                <c:pt idx="22818">
                  <c:v>168.54</c:v>
                </c:pt>
                <c:pt idx="22819">
                  <c:v>206.94</c:v>
                </c:pt>
                <c:pt idx="22820">
                  <c:v>131.97999999999999</c:v>
                </c:pt>
                <c:pt idx="22821">
                  <c:v>104.94</c:v>
                </c:pt>
                <c:pt idx="22822">
                  <c:v>152.97999999999999</c:v>
                </c:pt>
                <c:pt idx="22823">
                  <c:v>152.97999999999999</c:v>
                </c:pt>
                <c:pt idx="22824">
                  <c:v>131.97999999999999</c:v>
                </c:pt>
                <c:pt idx="22825">
                  <c:v>152.97999999999999</c:v>
                </c:pt>
                <c:pt idx="22826">
                  <c:v>94.48</c:v>
                </c:pt>
                <c:pt idx="22827">
                  <c:v>121.98</c:v>
                </c:pt>
                <c:pt idx="22828">
                  <c:v>114.56</c:v>
                </c:pt>
                <c:pt idx="22829">
                  <c:v>98.26</c:v>
                </c:pt>
                <c:pt idx="22830">
                  <c:v>98.96</c:v>
                </c:pt>
                <c:pt idx="22831">
                  <c:v>53.96</c:v>
                </c:pt>
                <c:pt idx="22832">
                  <c:v>121.98</c:v>
                </c:pt>
                <c:pt idx="22833">
                  <c:v>121.98</c:v>
                </c:pt>
                <c:pt idx="22834">
                  <c:v>206.94</c:v>
                </c:pt>
                <c:pt idx="22835">
                  <c:v>114.96</c:v>
                </c:pt>
                <c:pt idx="22836">
                  <c:v>99.96</c:v>
                </c:pt>
                <c:pt idx="22837">
                  <c:v>118.76</c:v>
                </c:pt>
                <c:pt idx="22838">
                  <c:v>77.540000000000006</c:v>
                </c:pt>
                <c:pt idx="22839">
                  <c:v>99.96</c:v>
                </c:pt>
                <c:pt idx="22840">
                  <c:v>98.26</c:v>
                </c:pt>
                <c:pt idx="22841">
                  <c:v>104.94</c:v>
                </c:pt>
                <c:pt idx="22842">
                  <c:v>114.96</c:v>
                </c:pt>
                <c:pt idx="22843">
                  <c:v>201.96</c:v>
                </c:pt>
                <c:pt idx="22844">
                  <c:v>165.67</c:v>
                </c:pt>
                <c:pt idx="22845">
                  <c:v>54.99</c:v>
                </c:pt>
                <c:pt idx="22846">
                  <c:v>103.97</c:v>
                </c:pt>
                <c:pt idx="22847">
                  <c:v>34.979999999999997</c:v>
                </c:pt>
                <c:pt idx="22848">
                  <c:v>62.98</c:v>
                </c:pt>
                <c:pt idx="22849">
                  <c:v>68.989999999999995</c:v>
                </c:pt>
                <c:pt idx="22850">
                  <c:v>39.61</c:v>
                </c:pt>
                <c:pt idx="22851">
                  <c:v>17.29</c:v>
                </c:pt>
                <c:pt idx="22852">
                  <c:v>120.98</c:v>
                </c:pt>
                <c:pt idx="22853">
                  <c:v>123.96</c:v>
                </c:pt>
                <c:pt idx="22854">
                  <c:v>123.96</c:v>
                </c:pt>
                <c:pt idx="22855">
                  <c:v>123.96</c:v>
                </c:pt>
                <c:pt idx="22856">
                  <c:v>119.31</c:v>
                </c:pt>
                <c:pt idx="22857">
                  <c:v>92.97</c:v>
                </c:pt>
                <c:pt idx="22858">
                  <c:v>123.96</c:v>
                </c:pt>
                <c:pt idx="22859">
                  <c:v>83.67</c:v>
                </c:pt>
                <c:pt idx="22860">
                  <c:v>123.96</c:v>
                </c:pt>
                <c:pt idx="22861">
                  <c:v>123.96</c:v>
                </c:pt>
                <c:pt idx="22862">
                  <c:v>121.48</c:v>
                </c:pt>
                <c:pt idx="22863">
                  <c:v>123.96</c:v>
                </c:pt>
                <c:pt idx="22864">
                  <c:v>61.98</c:v>
                </c:pt>
                <c:pt idx="22865">
                  <c:v>120.24</c:v>
                </c:pt>
                <c:pt idx="22866">
                  <c:v>92.97</c:v>
                </c:pt>
                <c:pt idx="22867">
                  <c:v>121.48</c:v>
                </c:pt>
                <c:pt idx="22868">
                  <c:v>117.92</c:v>
                </c:pt>
                <c:pt idx="22869">
                  <c:v>123.96</c:v>
                </c:pt>
                <c:pt idx="22870">
                  <c:v>121.48</c:v>
                </c:pt>
                <c:pt idx="22871">
                  <c:v>123.96</c:v>
                </c:pt>
                <c:pt idx="22872">
                  <c:v>117.76</c:v>
                </c:pt>
                <c:pt idx="22873">
                  <c:v>61.98</c:v>
                </c:pt>
                <c:pt idx="22874">
                  <c:v>125.26</c:v>
                </c:pt>
                <c:pt idx="22875">
                  <c:v>118.38</c:v>
                </c:pt>
                <c:pt idx="22876">
                  <c:v>123.96</c:v>
                </c:pt>
                <c:pt idx="22877">
                  <c:v>123.96</c:v>
                </c:pt>
                <c:pt idx="22878">
                  <c:v>87.47</c:v>
                </c:pt>
                <c:pt idx="22879">
                  <c:v>41.29</c:v>
                </c:pt>
                <c:pt idx="22880">
                  <c:v>65.989999999999995</c:v>
                </c:pt>
                <c:pt idx="22881">
                  <c:v>63.98</c:v>
                </c:pt>
                <c:pt idx="22882">
                  <c:v>139.31</c:v>
                </c:pt>
                <c:pt idx="22883">
                  <c:v>26.79</c:v>
                </c:pt>
                <c:pt idx="22884">
                  <c:v>120.98</c:v>
                </c:pt>
                <c:pt idx="22885">
                  <c:v>82.26</c:v>
                </c:pt>
                <c:pt idx="22886">
                  <c:v>123.38</c:v>
                </c:pt>
                <c:pt idx="22887">
                  <c:v>67.739999999999995</c:v>
                </c:pt>
                <c:pt idx="22888">
                  <c:v>61.69</c:v>
                </c:pt>
                <c:pt idx="22889">
                  <c:v>130.63999999999999</c:v>
                </c:pt>
                <c:pt idx="22890">
                  <c:v>33.42</c:v>
                </c:pt>
                <c:pt idx="22891">
                  <c:v>59.95</c:v>
                </c:pt>
                <c:pt idx="22892">
                  <c:v>172.97</c:v>
                </c:pt>
                <c:pt idx="22893">
                  <c:v>85.98</c:v>
                </c:pt>
                <c:pt idx="22894">
                  <c:v>229.97</c:v>
                </c:pt>
                <c:pt idx="22895">
                  <c:v>229.95</c:v>
                </c:pt>
                <c:pt idx="22896">
                  <c:v>240.97</c:v>
                </c:pt>
                <c:pt idx="22897">
                  <c:v>204.97</c:v>
                </c:pt>
                <c:pt idx="22898">
                  <c:v>339.96</c:v>
                </c:pt>
                <c:pt idx="22899">
                  <c:v>124.58</c:v>
                </c:pt>
                <c:pt idx="22900">
                  <c:v>169.98</c:v>
                </c:pt>
                <c:pt idx="22901">
                  <c:v>-229.95</c:v>
                </c:pt>
                <c:pt idx="22902">
                  <c:v>237.96</c:v>
                </c:pt>
                <c:pt idx="22903">
                  <c:v>281.95999999999998</c:v>
                </c:pt>
                <c:pt idx="22904">
                  <c:v>85.98</c:v>
                </c:pt>
                <c:pt idx="22905">
                  <c:v>93.58</c:v>
                </c:pt>
                <c:pt idx="22906">
                  <c:v>183.94</c:v>
                </c:pt>
                <c:pt idx="22907">
                  <c:v>93.96</c:v>
                </c:pt>
                <c:pt idx="22908">
                  <c:v>89.96</c:v>
                </c:pt>
                <c:pt idx="22909">
                  <c:v>99.98</c:v>
                </c:pt>
                <c:pt idx="22910">
                  <c:v>83.93</c:v>
                </c:pt>
                <c:pt idx="22911">
                  <c:v>183.85</c:v>
                </c:pt>
                <c:pt idx="22912">
                  <c:v>72.87</c:v>
                </c:pt>
                <c:pt idx="22913">
                  <c:v>110.97</c:v>
                </c:pt>
                <c:pt idx="22914">
                  <c:v>90.69</c:v>
                </c:pt>
                <c:pt idx="22915">
                  <c:v>93.09</c:v>
                </c:pt>
                <c:pt idx="22916">
                  <c:v>89.98</c:v>
                </c:pt>
                <c:pt idx="22917">
                  <c:v>68.989999999999995</c:v>
                </c:pt>
                <c:pt idx="22918">
                  <c:v>104.97</c:v>
                </c:pt>
                <c:pt idx="22919">
                  <c:v>115.97</c:v>
                </c:pt>
                <c:pt idx="22920">
                  <c:v>99.98</c:v>
                </c:pt>
                <c:pt idx="22921">
                  <c:v>155.94999999999999</c:v>
                </c:pt>
                <c:pt idx="22922">
                  <c:v>131.97999999999999</c:v>
                </c:pt>
                <c:pt idx="22923">
                  <c:v>149.97</c:v>
                </c:pt>
                <c:pt idx="22924">
                  <c:v>193.94</c:v>
                </c:pt>
                <c:pt idx="22925">
                  <c:v>131.97999999999999</c:v>
                </c:pt>
                <c:pt idx="22926">
                  <c:v>24.99</c:v>
                </c:pt>
                <c:pt idx="22927">
                  <c:v>167.94</c:v>
                </c:pt>
                <c:pt idx="22928">
                  <c:v>187.96</c:v>
                </c:pt>
                <c:pt idx="22929">
                  <c:v>82.89</c:v>
                </c:pt>
                <c:pt idx="22930">
                  <c:v>33.93</c:v>
                </c:pt>
                <c:pt idx="22931">
                  <c:v>97.96</c:v>
                </c:pt>
                <c:pt idx="22932">
                  <c:v>33.28</c:v>
                </c:pt>
                <c:pt idx="22933">
                  <c:v>83.66</c:v>
                </c:pt>
                <c:pt idx="22934">
                  <c:v>68.959999999999994</c:v>
                </c:pt>
                <c:pt idx="22935">
                  <c:v>63.98</c:v>
                </c:pt>
                <c:pt idx="22936">
                  <c:v>68.959999999999994</c:v>
                </c:pt>
                <c:pt idx="22937">
                  <c:v>63.98</c:v>
                </c:pt>
                <c:pt idx="22938">
                  <c:v>83.66</c:v>
                </c:pt>
                <c:pt idx="22939">
                  <c:v>44.73</c:v>
                </c:pt>
                <c:pt idx="22940">
                  <c:v>116.49</c:v>
                </c:pt>
                <c:pt idx="22941">
                  <c:v>22.45</c:v>
                </c:pt>
                <c:pt idx="22942">
                  <c:v>71.94</c:v>
                </c:pt>
                <c:pt idx="22943">
                  <c:v>62.92</c:v>
                </c:pt>
                <c:pt idx="22944">
                  <c:v>51.96</c:v>
                </c:pt>
                <c:pt idx="22945">
                  <c:v>55.96</c:v>
                </c:pt>
                <c:pt idx="22946">
                  <c:v>127.64</c:v>
                </c:pt>
                <c:pt idx="22947">
                  <c:v>181.93</c:v>
                </c:pt>
                <c:pt idx="22948">
                  <c:v>186.66</c:v>
                </c:pt>
                <c:pt idx="22949">
                  <c:v>176.37</c:v>
                </c:pt>
                <c:pt idx="22950">
                  <c:v>202.51</c:v>
                </c:pt>
                <c:pt idx="22951">
                  <c:v>176.37</c:v>
                </c:pt>
                <c:pt idx="22952">
                  <c:v>202.51</c:v>
                </c:pt>
                <c:pt idx="22953">
                  <c:v>103.95</c:v>
                </c:pt>
                <c:pt idx="22954">
                  <c:v>117.97</c:v>
                </c:pt>
                <c:pt idx="22955">
                  <c:v>130.01</c:v>
                </c:pt>
                <c:pt idx="22956">
                  <c:v>120.88</c:v>
                </c:pt>
                <c:pt idx="22957">
                  <c:v>135.96</c:v>
                </c:pt>
                <c:pt idx="22958">
                  <c:v>131.97999999999999</c:v>
                </c:pt>
                <c:pt idx="22959">
                  <c:v>65.989999999999995</c:v>
                </c:pt>
                <c:pt idx="22960">
                  <c:v>65.989999999999995</c:v>
                </c:pt>
                <c:pt idx="22961">
                  <c:v>65.989999999999995</c:v>
                </c:pt>
                <c:pt idx="22962">
                  <c:v>131.97999999999999</c:v>
                </c:pt>
                <c:pt idx="22963">
                  <c:v>65.989999999999995</c:v>
                </c:pt>
                <c:pt idx="22964">
                  <c:v>58.99</c:v>
                </c:pt>
                <c:pt idx="22965">
                  <c:v>93.78</c:v>
                </c:pt>
                <c:pt idx="22966">
                  <c:v>79.98</c:v>
                </c:pt>
                <c:pt idx="22967">
                  <c:v>172.97</c:v>
                </c:pt>
                <c:pt idx="22968">
                  <c:v>98.96</c:v>
                </c:pt>
                <c:pt idx="22969">
                  <c:v>85.97</c:v>
                </c:pt>
                <c:pt idx="22970">
                  <c:v>64.989999999999995</c:v>
                </c:pt>
                <c:pt idx="22971">
                  <c:v>119.92</c:v>
                </c:pt>
                <c:pt idx="22972">
                  <c:v>65.319999999999993</c:v>
                </c:pt>
                <c:pt idx="22973">
                  <c:v>63.4</c:v>
                </c:pt>
                <c:pt idx="22974">
                  <c:v>64.11</c:v>
                </c:pt>
                <c:pt idx="22975">
                  <c:v>186.34</c:v>
                </c:pt>
                <c:pt idx="22976">
                  <c:v>117.56</c:v>
                </c:pt>
                <c:pt idx="22977">
                  <c:v>49.99</c:v>
                </c:pt>
                <c:pt idx="22978">
                  <c:v>135.86000000000001</c:v>
                </c:pt>
                <c:pt idx="22979">
                  <c:v>6.99</c:v>
                </c:pt>
                <c:pt idx="22980">
                  <c:v>49.98</c:v>
                </c:pt>
                <c:pt idx="22981">
                  <c:v>59.98</c:v>
                </c:pt>
                <c:pt idx="22982">
                  <c:v>53.98</c:v>
                </c:pt>
                <c:pt idx="22983">
                  <c:v>130.02000000000001</c:v>
                </c:pt>
                <c:pt idx="22984">
                  <c:v>65.98</c:v>
                </c:pt>
                <c:pt idx="22985">
                  <c:v>98.98</c:v>
                </c:pt>
                <c:pt idx="22986">
                  <c:v>204.47</c:v>
                </c:pt>
                <c:pt idx="22987">
                  <c:v>135.97</c:v>
                </c:pt>
                <c:pt idx="22988">
                  <c:v>112.06</c:v>
                </c:pt>
                <c:pt idx="22989">
                  <c:v>99.98</c:v>
                </c:pt>
                <c:pt idx="22990">
                  <c:v>55.98</c:v>
                </c:pt>
                <c:pt idx="22991">
                  <c:v>145.97</c:v>
                </c:pt>
                <c:pt idx="22992">
                  <c:v>134.97</c:v>
                </c:pt>
                <c:pt idx="22993">
                  <c:v>148.44999999999999</c:v>
                </c:pt>
                <c:pt idx="22994">
                  <c:v>125.98</c:v>
                </c:pt>
                <c:pt idx="22995">
                  <c:v>148.97</c:v>
                </c:pt>
                <c:pt idx="22996">
                  <c:v>112.97</c:v>
                </c:pt>
                <c:pt idx="22997">
                  <c:v>88.98</c:v>
                </c:pt>
                <c:pt idx="22998">
                  <c:v>144.47999999999999</c:v>
                </c:pt>
                <c:pt idx="22999">
                  <c:v>156.97</c:v>
                </c:pt>
                <c:pt idx="23000">
                  <c:v>84.99</c:v>
                </c:pt>
                <c:pt idx="23001">
                  <c:v>199.96</c:v>
                </c:pt>
                <c:pt idx="23002">
                  <c:v>68.98</c:v>
                </c:pt>
                <c:pt idx="23003">
                  <c:v>56.97</c:v>
                </c:pt>
                <c:pt idx="23004">
                  <c:v>56.97</c:v>
                </c:pt>
                <c:pt idx="23005">
                  <c:v>60.99</c:v>
                </c:pt>
                <c:pt idx="23006">
                  <c:v>60.99</c:v>
                </c:pt>
                <c:pt idx="23007">
                  <c:v>60.99</c:v>
                </c:pt>
                <c:pt idx="23008">
                  <c:v>67.98</c:v>
                </c:pt>
                <c:pt idx="23009">
                  <c:v>62.98</c:v>
                </c:pt>
                <c:pt idx="23010">
                  <c:v>46.29</c:v>
                </c:pt>
                <c:pt idx="23011">
                  <c:v>68.17</c:v>
                </c:pt>
                <c:pt idx="23012">
                  <c:v>50.98</c:v>
                </c:pt>
                <c:pt idx="23013">
                  <c:v>109.98</c:v>
                </c:pt>
                <c:pt idx="23014">
                  <c:v>100.97</c:v>
                </c:pt>
                <c:pt idx="23015">
                  <c:v>84.99</c:v>
                </c:pt>
                <c:pt idx="23016">
                  <c:v>116.98</c:v>
                </c:pt>
                <c:pt idx="23017">
                  <c:v>84.99</c:v>
                </c:pt>
                <c:pt idx="23018">
                  <c:v>219.94</c:v>
                </c:pt>
                <c:pt idx="23019">
                  <c:v>91.78</c:v>
                </c:pt>
                <c:pt idx="23020">
                  <c:v>76.900000000000006</c:v>
                </c:pt>
                <c:pt idx="23021">
                  <c:v>84.99</c:v>
                </c:pt>
                <c:pt idx="23022">
                  <c:v>94.97</c:v>
                </c:pt>
                <c:pt idx="23023">
                  <c:v>79.98</c:v>
                </c:pt>
                <c:pt idx="23024">
                  <c:v>159.96</c:v>
                </c:pt>
                <c:pt idx="23025">
                  <c:v>153.97999999999999</c:v>
                </c:pt>
                <c:pt idx="23026">
                  <c:v>99.98</c:v>
                </c:pt>
                <c:pt idx="23027">
                  <c:v>84.99</c:v>
                </c:pt>
                <c:pt idx="23028">
                  <c:v>99.98</c:v>
                </c:pt>
                <c:pt idx="23029">
                  <c:v>150.13</c:v>
                </c:pt>
                <c:pt idx="23030">
                  <c:v>99.98</c:v>
                </c:pt>
                <c:pt idx="23031">
                  <c:v>92.98</c:v>
                </c:pt>
                <c:pt idx="23032">
                  <c:v>84.27</c:v>
                </c:pt>
                <c:pt idx="23033">
                  <c:v>64.98</c:v>
                </c:pt>
                <c:pt idx="23034">
                  <c:v>50.98</c:v>
                </c:pt>
                <c:pt idx="23035">
                  <c:v>69.98</c:v>
                </c:pt>
                <c:pt idx="23036">
                  <c:v>57.98</c:v>
                </c:pt>
                <c:pt idx="23037">
                  <c:v>67.98</c:v>
                </c:pt>
                <c:pt idx="23038">
                  <c:v>59.97</c:v>
                </c:pt>
                <c:pt idx="23039">
                  <c:v>131.96</c:v>
                </c:pt>
                <c:pt idx="23040">
                  <c:v>95.96</c:v>
                </c:pt>
                <c:pt idx="23041">
                  <c:v>89.97</c:v>
                </c:pt>
                <c:pt idx="23042">
                  <c:v>117.01</c:v>
                </c:pt>
                <c:pt idx="23043">
                  <c:v>84.69</c:v>
                </c:pt>
                <c:pt idx="23044">
                  <c:v>106.97</c:v>
                </c:pt>
                <c:pt idx="23045">
                  <c:v>77.98</c:v>
                </c:pt>
                <c:pt idx="23046">
                  <c:v>46.78</c:v>
                </c:pt>
                <c:pt idx="23047">
                  <c:v>75.2</c:v>
                </c:pt>
                <c:pt idx="23048">
                  <c:v>199.93</c:v>
                </c:pt>
                <c:pt idx="23049">
                  <c:v>99.96</c:v>
                </c:pt>
                <c:pt idx="23050">
                  <c:v>99.96</c:v>
                </c:pt>
                <c:pt idx="23051">
                  <c:v>68.989999999999995</c:v>
                </c:pt>
                <c:pt idx="23052">
                  <c:v>92.97</c:v>
                </c:pt>
                <c:pt idx="23053">
                  <c:v>65.19</c:v>
                </c:pt>
                <c:pt idx="23054">
                  <c:v>52.22</c:v>
                </c:pt>
                <c:pt idx="23055">
                  <c:v>51.98</c:v>
                </c:pt>
                <c:pt idx="23056">
                  <c:v>47.95</c:v>
                </c:pt>
                <c:pt idx="23057">
                  <c:v>54.99</c:v>
                </c:pt>
                <c:pt idx="23058">
                  <c:v>41.29</c:v>
                </c:pt>
                <c:pt idx="23059">
                  <c:v>54.99</c:v>
                </c:pt>
                <c:pt idx="23060">
                  <c:v>94.98</c:v>
                </c:pt>
                <c:pt idx="23061">
                  <c:v>54.99</c:v>
                </c:pt>
                <c:pt idx="23062">
                  <c:v>56.98</c:v>
                </c:pt>
                <c:pt idx="23063">
                  <c:v>56.48</c:v>
                </c:pt>
                <c:pt idx="23064">
                  <c:v>54.99</c:v>
                </c:pt>
                <c:pt idx="23065">
                  <c:v>51.97</c:v>
                </c:pt>
                <c:pt idx="23066">
                  <c:v>54.99</c:v>
                </c:pt>
                <c:pt idx="23067">
                  <c:v>59.98</c:v>
                </c:pt>
                <c:pt idx="23068">
                  <c:v>28.28</c:v>
                </c:pt>
                <c:pt idx="23069">
                  <c:v>54.99</c:v>
                </c:pt>
                <c:pt idx="23070">
                  <c:v>52.97</c:v>
                </c:pt>
                <c:pt idx="23071">
                  <c:v>91.1</c:v>
                </c:pt>
                <c:pt idx="23072">
                  <c:v>54.97</c:v>
                </c:pt>
                <c:pt idx="23073">
                  <c:v>50.96</c:v>
                </c:pt>
                <c:pt idx="23074">
                  <c:v>56.98</c:v>
                </c:pt>
                <c:pt idx="23075">
                  <c:v>65.19</c:v>
                </c:pt>
                <c:pt idx="23076">
                  <c:v>54.99</c:v>
                </c:pt>
                <c:pt idx="23077">
                  <c:v>70.98</c:v>
                </c:pt>
                <c:pt idx="23078">
                  <c:v>65.98</c:v>
                </c:pt>
                <c:pt idx="23079">
                  <c:v>78.459999999999994</c:v>
                </c:pt>
                <c:pt idx="23080">
                  <c:v>103.98</c:v>
                </c:pt>
                <c:pt idx="23081">
                  <c:v>92.53</c:v>
                </c:pt>
                <c:pt idx="23082">
                  <c:v>108.86</c:v>
                </c:pt>
                <c:pt idx="23083">
                  <c:v>45.33</c:v>
                </c:pt>
                <c:pt idx="23084">
                  <c:v>61.67</c:v>
                </c:pt>
                <c:pt idx="23085">
                  <c:v>185.36</c:v>
                </c:pt>
                <c:pt idx="23086">
                  <c:v>39.229999999999997</c:v>
                </c:pt>
                <c:pt idx="23087">
                  <c:v>39.229999999999997</c:v>
                </c:pt>
                <c:pt idx="23088">
                  <c:v>17.489999999999998</c:v>
                </c:pt>
                <c:pt idx="23089">
                  <c:v>17.489999999999998</c:v>
                </c:pt>
                <c:pt idx="23090">
                  <c:v>159.97999999999999</c:v>
                </c:pt>
                <c:pt idx="23091">
                  <c:v>172.96</c:v>
                </c:pt>
                <c:pt idx="23092">
                  <c:v>84.99</c:v>
                </c:pt>
                <c:pt idx="23093">
                  <c:v>207.96</c:v>
                </c:pt>
                <c:pt idx="23094">
                  <c:v>207.96</c:v>
                </c:pt>
                <c:pt idx="23095">
                  <c:v>118.97</c:v>
                </c:pt>
                <c:pt idx="23096">
                  <c:v>172.04</c:v>
                </c:pt>
                <c:pt idx="23097">
                  <c:v>169.98</c:v>
                </c:pt>
                <c:pt idx="23098">
                  <c:v>188.97</c:v>
                </c:pt>
                <c:pt idx="23099">
                  <c:v>98.97</c:v>
                </c:pt>
                <c:pt idx="23100">
                  <c:v>69.98</c:v>
                </c:pt>
                <c:pt idx="23101">
                  <c:v>111.93</c:v>
                </c:pt>
                <c:pt idx="23102">
                  <c:v>200.8</c:v>
                </c:pt>
                <c:pt idx="23103">
                  <c:v>91.91</c:v>
                </c:pt>
                <c:pt idx="23104">
                  <c:v>108.83</c:v>
                </c:pt>
                <c:pt idx="23105">
                  <c:v>336.56</c:v>
                </c:pt>
                <c:pt idx="23106">
                  <c:v>339.11</c:v>
                </c:pt>
                <c:pt idx="23107">
                  <c:v>252.19</c:v>
                </c:pt>
                <c:pt idx="23108">
                  <c:v>339.96</c:v>
                </c:pt>
                <c:pt idx="23109">
                  <c:v>252.14</c:v>
                </c:pt>
                <c:pt idx="23110">
                  <c:v>82.44</c:v>
                </c:pt>
                <c:pt idx="23111">
                  <c:v>167.56</c:v>
                </c:pt>
                <c:pt idx="23112">
                  <c:v>59.98</c:v>
                </c:pt>
                <c:pt idx="23113">
                  <c:v>69.97</c:v>
                </c:pt>
                <c:pt idx="23114">
                  <c:v>91.76</c:v>
                </c:pt>
                <c:pt idx="23115">
                  <c:v>89.98</c:v>
                </c:pt>
                <c:pt idx="23116">
                  <c:v>109.98</c:v>
                </c:pt>
                <c:pt idx="23117">
                  <c:v>137.97999999999999</c:v>
                </c:pt>
                <c:pt idx="23118">
                  <c:v>113.97</c:v>
                </c:pt>
                <c:pt idx="23119">
                  <c:v>89.98</c:v>
                </c:pt>
                <c:pt idx="23120">
                  <c:v>169.98</c:v>
                </c:pt>
                <c:pt idx="23121">
                  <c:v>122.97</c:v>
                </c:pt>
                <c:pt idx="23122">
                  <c:v>84.99</c:v>
                </c:pt>
                <c:pt idx="23123">
                  <c:v>84.99</c:v>
                </c:pt>
                <c:pt idx="23124">
                  <c:v>84.99</c:v>
                </c:pt>
                <c:pt idx="23125">
                  <c:v>107.38</c:v>
                </c:pt>
                <c:pt idx="23126">
                  <c:v>95.8</c:v>
                </c:pt>
                <c:pt idx="23127">
                  <c:v>55.96</c:v>
                </c:pt>
                <c:pt idx="23128">
                  <c:v>69.39</c:v>
                </c:pt>
                <c:pt idx="23129">
                  <c:v>79.989999999999995</c:v>
                </c:pt>
                <c:pt idx="23130">
                  <c:v>104.45</c:v>
                </c:pt>
                <c:pt idx="23131">
                  <c:v>111.48</c:v>
                </c:pt>
                <c:pt idx="23132">
                  <c:v>61.23</c:v>
                </c:pt>
                <c:pt idx="23133">
                  <c:v>105.24</c:v>
                </c:pt>
                <c:pt idx="23134">
                  <c:v>75.959999999999994</c:v>
                </c:pt>
                <c:pt idx="23135">
                  <c:v>98.87</c:v>
                </c:pt>
                <c:pt idx="23136">
                  <c:v>70.989999999999995</c:v>
                </c:pt>
                <c:pt idx="23137">
                  <c:v>59.96</c:v>
                </c:pt>
                <c:pt idx="23138">
                  <c:v>64.37</c:v>
                </c:pt>
                <c:pt idx="23139">
                  <c:v>59.96</c:v>
                </c:pt>
                <c:pt idx="23140">
                  <c:v>84.99</c:v>
                </c:pt>
                <c:pt idx="23141">
                  <c:v>172.06</c:v>
                </c:pt>
                <c:pt idx="23142">
                  <c:v>99.98</c:v>
                </c:pt>
                <c:pt idx="23143">
                  <c:v>139.97</c:v>
                </c:pt>
                <c:pt idx="23144">
                  <c:v>121.98</c:v>
                </c:pt>
                <c:pt idx="23145">
                  <c:v>84.99</c:v>
                </c:pt>
                <c:pt idx="23146">
                  <c:v>72.239999999999995</c:v>
                </c:pt>
                <c:pt idx="23147">
                  <c:v>166.47</c:v>
                </c:pt>
                <c:pt idx="23148">
                  <c:v>146.97</c:v>
                </c:pt>
                <c:pt idx="23149">
                  <c:v>169.98</c:v>
                </c:pt>
                <c:pt idx="23150">
                  <c:v>99.98</c:v>
                </c:pt>
                <c:pt idx="23151">
                  <c:v>169.98</c:v>
                </c:pt>
                <c:pt idx="23152">
                  <c:v>146.97</c:v>
                </c:pt>
                <c:pt idx="23153">
                  <c:v>152.97</c:v>
                </c:pt>
                <c:pt idx="23154">
                  <c:v>-8.69</c:v>
                </c:pt>
                <c:pt idx="23155">
                  <c:v>54.98</c:v>
                </c:pt>
                <c:pt idx="23156">
                  <c:v>83.98</c:v>
                </c:pt>
                <c:pt idx="23157">
                  <c:v>124.12</c:v>
                </c:pt>
                <c:pt idx="23158">
                  <c:v>149.97</c:v>
                </c:pt>
                <c:pt idx="23159">
                  <c:v>84.99</c:v>
                </c:pt>
                <c:pt idx="23160">
                  <c:v>99.98</c:v>
                </c:pt>
                <c:pt idx="23161">
                  <c:v>84.99</c:v>
                </c:pt>
                <c:pt idx="23162">
                  <c:v>72.56</c:v>
                </c:pt>
                <c:pt idx="23163">
                  <c:v>50.17</c:v>
                </c:pt>
                <c:pt idx="23164">
                  <c:v>62.87</c:v>
                </c:pt>
                <c:pt idx="23165">
                  <c:v>14.49</c:v>
                </c:pt>
                <c:pt idx="23166">
                  <c:v>14.49</c:v>
                </c:pt>
                <c:pt idx="23167">
                  <c:v>59.95</c:v>
                </c:pt>
                <c:pt idx="23168">
                  <c:v>79.959999999999994</c:v>
                </c:pt>
                <c:pt idx="23169">
                  <c:v>100.47</c:v>
                </c:pt>
                <c:pt idx="23170">
                  <c:v>102.83</c:v>
                </c:pt>
                <c:pt idx="23171">
                  <c:v>113.9</c:v>
                </c:pt>
                <c:pt idx="23172">
                  <c:v>65.989999999999995</c:v>
                </c:pt>
                <c:pt idx="23173">
                  <c:v>41.49</c:v>
                </c:pt>
                <c:pt idx="23174">
                  <c:v>65.989999999999995</c:v>
                </c:pt>
                <c:pt idx="23175">
                  <c:v>56.97</c:v>
                </c:pt>
                <c:pt idx="23176">
                  <c:v>82.88</c:v>
                </c:pt>
                <c:pt idx="23177">
                  <c:v>-1.3</c:v>
                </c:pt>
                <c:pt idx="23178">
                  <c:v>334.26</c:v>
                </c:pt>
                <c:pt idx="23179">
                  <c:v>169.98</c:v>
                </c:pt>
                <c:pt idx="23180">
                  <c:v>334.26</c:v>
                </c:pt>
                <c:pt idx="23181">
                  <c:v>81.59</c:v>
                </c:pt>
                <c:pt idx="23182">
                  <c:v>20.29</c:v>
                </c:pt>
                <c:pt idx="23183">
                  <c:v>81.59</c:v>
                </c:pt>
                <c:pt idx="23184">
                  <c:v>169.98</c:v>
                </c:pt>
                <c:pt idx="23185">
                  <c:v>304.95</c:v>
                </c:pt>
                <c:pt idx="23186">
                  <c:v>82.88</c:v>
                </c:pt>
                <c:pt idx="23187">
                  <c:v>-1.3</c:v>
                </c:pt>
                <c:pt idx="23188">
                  <c:v>124.98</c:v>
                </c:pt>
                <c:pt idx="23189">
                  <c:v>169.98</c:v>
                </c:pt>
                <c:pt idx="23190">
                  <c:v>20.29</c:v>
                </c:pt>
                <c:pt idx="23191">
                  <c:v>304.95</c:v>
                </c:pt>
                <c:pt idx="23192">
                  <c:v>169.98</c:v>
                </c:pt>
                <c:pt idx="23193">
                  <c:v>64.989999999999995</c:v>
                </c:pt>
                <c:pt idx="23194">
                  <c:v>64.989999999999995</c:v>
                </c:pt>
                <c:pt idx="23195">
                  <c:v>124.98</c:v>
                </c:pt>
                <c:pt idx="23196">
                  <c:v>183.96</c:v>
                </c:pt>
                <c:pt idx="23197">
                  <c:v>96.78</c:v>
                </c:pt>
                <c:pt idx="23198">
                  <c:v>102.83</c:v>
                </c:pt>
                <c:pt idx="23199">
                  <c:v>39.28</c:v>
                </c:pt>
                <c:pt idx="23200">
                  <c:v>199.57</c:v>
                </c:pt>
                <c:pt idx="23201">
                  <c:v>65.319999999999993</c:v>
                </c:pt>
                <c:pt idx="23202">
                  <c:v>68.930000000000007</c:v>
                </c:pt>
                <c:pt idx="23203">
                  <c:v>65.319999999999993</c:v>
                </c:pt>
                <c:pt idx="23204">
                  <c:v>119.94</c:v>
                </c:pt>
                <c:pt idx="23205">
                  <c:v>63.96</c:v>
                </c:pt>
                <c:pt idx="23206">
                  <c:v>52.98</c:v>
                </c:pt>
                <c:pt idx="23207">
                  <c:v>15.48</c:v>
                </c:pt>
                <c:pt idx="23208">
                  <c:v>65.989999999999995</c:v>
                </c:pt>
                <c:pt idx="23209">
                  <c:v>54.98</c:v>
                </c:pt>
                <c:pt idx="23210">
                  <c:v>65.19</c:v>
                </c:pt>
                <c:pt idx="23211">
                  <c:v>80.98</c:v>
                </c:pt>
                <c:pt idx="23212">
                  <c:v>54.98</c:v>
                </c:pt>
                <c:pt idx="23213">
                  <c:v>65.989999999999995</c:v>
                </c:pt>
                <c:pt idx="23214">
                  <c:v>74.75</c:v>
                </c:pt>
                <c:pt idx="23215">
                  <c:v>80.98</c:v>
                </c:pt>
                <c:pt idx="23216">
                  <c:v>59.98</c:v>
                </c:pt>
                <c:pt idx="23217">
                  <c:v>146.97</c:v>
                </c:pt>
                <c:pt idx="23218">
                  <c:v>79.98</c:v>
                </c:pt>
                <c:pt idx="23219">
                  <c:v>54.98</c:v>
                </c:pt>
                <c:pt idx="23220">
                  <c:v>65.989999999999995</c:v>
                </c:pt>
                <c:pt idx="23221">
                  <c:v>58.91</c:v>
                </c:pt>
                <c:pt idx="23222">
                  <c:v>80.98</c:v>
                </c:pt>
                <c:pt idx="23223">
                  <c:v>65.989999999999995</c:v>
                </c:pt>
                <c:pt idx="23224">
                  <c:v>61.18</c:v>
                </c:pt>
                <c:pt idx="23225">
                  <c:v>59.98</c:v>
                </c:pt>
                <c:pt idx="23226">
                  <c:v>65.989999999999995</c:v>
                </c:pt>
                <c:pt idx="23227">
                  <c:v>69.989999999999995</c:v>
                </c:pt>
                <c:pt idx="23228">
                  <c:v>65.989999999999995</c:v>
                </c:pt>
                <c:pt idx="23229">
                  <c:v>54.98</c:v>
                </c:pt>
                <c:pt idx="23230">
                  <c:v>80.98</c:v>
                </c:pt>
                <c:pt idx="23231">
                  <c:v>80.98</c:v>
                </c:pt>
                <c:pt idx="23232">
                  <c:v>80.98</c:v>
                </c:pt>
                <c:pt idx="23233">
                  <c:v>65.989999999999995</c:v>
                </c:pt>
                <c:pt idx="23234">
                  <c:v>72.55</c:v>
                </c:pt>
                <c:pt idx="23235">
                  <c:v>126.97</c:v>
                </c:pt>
                <c:pt idx="23236">
                  <c:v>68.430000000000007</c:v>
                </c:pt>
                <c:pt idx="23237">
                  <c:v>115.44</c:v>
                </c:pt>
                <c:pt idx="23238">
                  <c:v>54.99</c:v>
                </c:pt>
                <c:pt idx="23239">
                  <c:v>72.58</c:v>
                </c:pt>
                <c:pt idx="23240">
                  <c:v>59.96</c:v>
                </c:pt>
                <c:pt idx="23241">
                  <c:v>53.97</c:v>
                </c:pt>
                <c:pt idx="23242">
                  <c:v>55.44</c:v>
                </c:pt>
                <c:pt idx="23243">
                  <c:v>74.41</c:v>
                </c:pt>
                <c:pt idx="23244">
                  <c:v>52.24</c:v>
                </c:pt>
                <c:pt idx="23245">
                  <c:v>65.989999999999995</c:v>
                </c:pt>
                <c:pt idx="23246">
                  <c:v>124.95</c:v>
                </c:pt>
                <c:pt idx="23247">
                  <c:v>59.98</c:v>
                </c:pt>
                <c:pt idx="23248">
                  <c:v>54.99</c:v>
                </c:pt>
                <c:pt idx="23249">
                  <c:v>54.99</c:v>
                </c:pt>
                <c:pt idx="23250">
                  <c:v>65.33</c:v>
                </c:pt>
                <c:pt idx="23251">
                  <c:v>65.33</c:v>
                </c:pt>
                <c:pt idx="23252">
                  <c:v>65.989999999999995</c:v>
                </c:pt>
                <c:pt idx="23253">
                  <c:v>65.33</c:v>
                </c:pt>
                <c:pt idx="23254">
                  <c:v>65.33</c:v>
                </c:pt>
                <c:pt idx="23255">
                  <c:v>65.989999999999995</c:v>
                </c:pt>
                <c:pt idx="23256">
                  <c:v>68.319999999999993</c:v>
                </c:pt>
                <c:pt idx="23257">
                  <c:v>65.989999999999995</c:v>
                </c:pt>
                <c:pt idx="23258">
                  <c:v>65.33</c:v>
                </c:pt>
                <c:pt idx="23259">
                  <c:v>65.989999999999995</c:v>
                </c:pt>
                <c:pt idx="23260">
                  <c:v>65.33</c:v>
                </c:pt>
                <c:pt idx="23261">
                  <c:v>74.319999999999993</c:v>
                </c:pt>
                <c:pt idx="23262">
                  <c:v>65.33</c:v>
                </c:pt>
                <c:pt idx="23263">
                  <c:v>65.33</c:v>
                </c:pt>
                <c:pt idx="23264">
                  <c:v>65.989999999999995</c:v>
                </c:pt>
                <c:pt idx="23265">
                  <c:v>65.989999999999995</c:v>
                </c:pt>
                <c:pt idx="23266">
                  <c:v>64.650000000000006</c:v>
                </c:pt>
                <c:pt idx="23267">
                  <c:v>67.569999999999993</c:v>
                </c:pt>
                <c:pt idx="23268">
                  <c:v>65.33</c:v>
                </c:pt>
                <c:pt idx="23269">
                  <c:v>65.33</c:v>
                </c:pt>
                <c:pt idx="23270">
                  <c:v>65.989999999999995</c:v>
                </c:pt>
                <c:pt idx="23271">
                  <c:v>65.239999999999995</c:v>
                </c:pt>
                <c:pt idx="23272">
                  <c:v>59.39</c:v>
                </c:pt>
                <c:pt idx="23273">
                  <c:v>74.98</c:v>
                </c:pt>
                <c:pt idx="23274">
                  <c:v>65.33</c:v>
                </c:pt>
                <c:pt idx="23275">
                  <c:v>65.33</c:v>
                </c:pt>
                <c:pt idx="23276">
                  <c:v>65.989999999999995</c:v>
                </c:pt>
                <c:pt idx="23277">
                  <c:v>64.64</c:v>
                </c:pt>
                <c:pt idx="23278">
                  <c:v>20.81</c:v>
                </c:pt>
                <c:pt idx="23279">
                  <c:v>115.98</c:v>
                </c:pt>
                <c:pt idx="23280">
                  <c:v>65.989999999999995</c:v>
                </c:pt>
                <c:pt idx="23281">
                  <c:v>50.36</c:v>
                </c:pt>
                <c:pt idx="23282">
                  <c:v>129.97</c:v>
                </c:pt>
                <c:pt idx="23283">
                  <c:v>67.47</c:v>
                </c:pt>
                <c:pt idx="23284">
                  <c:v>112.57</c:v>
                </c:pt>
                <c:pt idx="23285">
                  <c:v>60.28</c:v>
                </c:pt>
                <c:pt idx="23286">
                  <c:v>105.31</c:v>
                </c:pt>
                <c:pt idx="23287">
                  <c:v>21.49</c:v>
                </c:pt>
                <c:pt idx="23288">
                  <c:v>59.99</c:v>
                </c:pt>
                <c:pt idx="23289">
                  <c:v>119.98</c:v>
                </c:pt>
                <c:pt idx="23290">
                  <c:v>222.97</c:v>
                </c:pt>
                <c:pt idx="23291">
                  <c:v>131.97999999999999</c:v>
                </c:pt>
                <c:pt idx="23292">
                  <c:v>276.95</c:v>
                </c:pt>
                <c:pt idx="23293">
                  <c:v>289.92</c:v>
                </c:pt>
                <c:pt idx="23294">
                  <c:v>548.92999999999995</c:v>
                </c:pt>
                <c:pt idx="23295">
                  <c:v>246.53</c:v>
                </c:pt>
                <c:pt idx="23296">
                  <c:v>323.95</c:v>
                </c:pt>
                <c:pt idx="23297">
                  <c:v>240.97</c:v>
                </c:pt>
                <c:pt idx="23298">
                  <c:v>233.38</c:v>
                </c:pt>
                <c:pt idx="23299">
                  <c:v>63.98</c:v>
                </c:pt>
                <c:pt idx="23300">
                  <c:v>54.99</c:v>
                </c:pt>
                <c:pt idx="23301">
                  <c:v>59.98</c:v>
                </c:pt>
                <c:pt idx="23302">
                  <c:v>59.98</c:v>
                </c:pt>
                <c:pt idx="23303">
                  <c:v>59.98</c:v>
                </c:pt>
                <c:pt idx="23304">
                  <c:v>59.98</c:v>
                </c:pt>
                <c:pt idx="23305">
                  <c:v>59.98</c:v>
                </c:pt>
                <c:pt idx="23306">
                  <c:v>89.97</c:v>
                </c:pt>
                <c:pt idx="23307">
                  <c:v>89.97</c:v>
                </c:pt>
                <c:pt idx="23308">
                  <c:v>59.98</c:v>
                </c:pt>
                <c:pt idx="23309">
                  <c:v>51.48</c:v>
                </c:pt>
                <c:pt idx="23310">
                  <c:v>41.48</c:v>
                </c:pt>
                <c:pt idx="23311">
                  <c:v>54.98</c:v>
                </c:pt>
                <c:pt idx="23312">
                  <c:v>69.989999999999995</c:v>
                </c:pt>
                <c:pt idx="23313">
                  <c:v>64.98</c:v>
                </c:pt>
                <c:pt idx="23314">
                  <c:v>129.97</c:v>
                </c:pt>
                <c:pt idx="23315">
                  <c:v>-99.98</c:v>
                </c:pt>
                <c:pt idx="23316">
                  <c:v>84.99</c:v>
                </c:pt>
                <c:pt idx="23317">
                  <c:v>185.96</c:v>
                </c:pt>
                <c:pt idx="23318">
                  <c:v>366.94</c:v>
                </c:pt>
                <c:pt idx="23319">
                  <c:v>146.97</c:v>
                </c:pt>
                <c:pt idx="23320">
                  <c:v>139.96</c:v>
                </c:pt>
                <c:pt idx="23321">
                  <c:v>105.98</c:v>
                </c:pt>
                <c:pt idx="23322">
                  <c:v>269.95</c:v>
                </c:pt>
                <c:pt idx="23323">
                  <c:v>389.95</c:v>
                </c:pt>
                <c:pt idx="23324">
                  <c:v>229.95</c:v>
                </c:pt>
                <c:pt idx="23325">
                  <c:v>131.97999999999999</c:v>
                </c:pt>
                <c:pt idx="23326">
                  <c:v>-65.989999999999995</c:v>
                </c:pt>
                <c:pt idx="23327">
                  <c:v>178.75</c:v>
                </c:pt>
                <c:pt idx="23328">
                  <c:v>121.96</c:v>
                </c:pt>
                <c:pt idx="23329">
                  <c:v>211.96</c:v>
                </c:pt>
                <c:pt idx="23330">
                  <c:v>128.36000000000001</c:v>
                </c:pt>
                <c:pt idx="23331">
                  <c:v>253.36</c:v>
                </c:pt>
                <c:pt idx="23332">
                  <c:v>146.97</c:v>
                </c:pt>
                <c:pt idx="23333">
                  <c:v>246.96</c:v>
                </c:pt>
                <c:pt idx="23334">
                  <c:v>106.16</c:v>
                </c:pt>
                <c:pt idx="23335">
                  <c:v>89.98</c:v>
                </c:pt>
                <c:pt idx="23336">
                  <c:v>59.98</c:v>
                </c:pt>
                <c:pt idx="23337">
                  <c:v>59.98</c:v>
                </c:pt>
                <c:pt idx="23338">
                  <c:v>59.98</c:v>
                </c:pt>
                <c:pt idx="23339">
                  <c:v>59.98</c:v>
                </c:pt>
                <c:pt idx="23340">
                  <c:v>59.98</c:v>
                </c:pt>
                <c:pt idx="23341">
                  <c:v>119.96</c:v>
                </c:pt>
                <c:pt idx="23342">
                  <c:v>59.98</c:v>
                </c:pt>
                <c:pt idx="23343">
                  <c:v>119.96</c:v>
                </c:pt>
                <c:pt idx="23344">
                  <c:v>89.95</c:v>
                </c:pt>
                <c:pt idx="23345">
                  <c:v>89.95</c:v>
                </c:pt>
                <c:pt idx="23346">
                  <c:v>103.98</c:v>
                </c:pt>
                <c:pt idx="23347">
                  <c:v>84.99</c:v>
                </c:pt>
                <c:pt idx="23348">
                  <c:v>84.99</c:v>
                </c:pt>
                <c:pt idx="23349">
                  <c:v>103.98</c:v>
                </c:pt>
                <c:pt idx="23350">
                  <c:v>76.489999999999995</c:v>
                </c:pt>
                <c:pt idx="23351">
                  <c:v>81.78</c:v>
                </c:pt>
                <c:pt idx="23352">
                  <c:v>174.97</c:v>
                </c:pt>
                <c:pt idx="23353">
                  <c:v>102.28</c:v>
                </c:pt>
                <c:pt idx="23354">
                  <c:v>64.78</c:v>
                </c:pt>
                <c:pt idx="23355">
                  <c:v>84.99</c:v>
                </c:pt>
                <c:pt idx="23356">
                  <c:v>84.99</c:v>
                </c:pt>
                <c:pt idx="23357">
                  <c:v>83.96</c:v>
                </c:pt>
                <c:pt idx="23358">
                  <c:v>104.47</c:v>
                </c:pt>
                <c:pt idx="23359">
                  <c:v>94.97</c:v>
                </c:pt>
                <c:pt idx="23360">
                  <c:v>84.98</c:v>
                </c:pt>
                <c:pt idx="23361">
                  <c:v>78.64</c:v>
                </c:pt>
                <c:pt idx="23362">
                  <c:v>83.1</c:v>
                </c:pt>
                <c:pt idx="23363">
                  <c:v>101.38</c:v>
                </c:pt>
                <c:pt idx="23364">
                  <c:v>84.99</c:v>
                </c:pt>
                <c:pt idx="23365">
                  <c:v>85.98</c:v>
                </c:pt>
                <c:pt idx="23366">
                  <c:v>84.99</c:v>
                </c:pt>
                <c:pt idx="23367">
                  <c:v>102.13</c:v>
                </c:pt>
                <c:pt idx="23368">
                  <c:v>89.97</c:v>
                </c:pt>
                <c:pt idx="23369">
                  <c:v>89.97</c:v>
                </c:pt>
                <c:pt idx="23370">
                  <c:v>59.98</c:v>
                </c:pt>
                <c:pt idx="23371">
                  <c:v>59.98</c:v>
                </c:pt>
                <c:pt idx="23372">
                  <c:v>59.98</c:v>
                </c:pt>
                <c:pt idx="23373">
                  <c:v>127.95</c:v>
                </c:pt>
                <c:pt idx="23374">
                  <c:v>59.98</c:v>
                </c:pt>
                <c:pt idx="23375">
                  <c:v>59.98</c:v>
                </c:pt>
                <c:pt idx="23376">
                  <c:v>51.48</c:v>
                </c:pt>
                <c:pt idx="23377">
                  <c:v>124.95</c:v>
                </c:pt>
                <c:pt idx="23378">
                  <c:v>179.9</c:v>
                </c:pt>
                <c:pt idx="23379">
                  <c:v>89.94</c:v>
                </c:pt>
                <c:pt idx="23380">
                  <c:v>89.94</c:v>
                </c:pt>
                <c:pt idx="23381">
                  <c:v>83.93</c:v>
                </c:pt>
                <c:pt idx="23382">
                  <c:v>95.92</c:v>
                </c:pt>
                <c:pt idx="23383">
                  <c:v>89.97</c:v>
                </c:pt>
                <c:pt idx="23384">
                  <c:v>187.27</c:v>
                </c:pt>
                <c:pt idx="23385">
                  <c:v>168.36</c:v>
                </c:pt>
                <c:pt idx="23386">
                  <c:v>136.28</c:v>
                </c:pt>
                <c:pt idx="23387">
                  <c:v>103.97</c:v>
                </c:pt>
                <c:pt idx="23388">
                  <c:v>93.58</c:v>
                </c:pt>
                <c:pt idx="23389">
                  <c:v>188.97</c:v>
                </c:pt>
                <c:pt idx="23390">
                  <c:v>164.86</c:v>
                </c:pt>
                <c:pt idx="23391">
                  <c:v>84.99</c:v>
                </c:pt>
                <c:pt idx="23392">
                  <c:v>68.989999999999995</c:v>
                </c:pt>
                <c:pt idx="23393">
                  <c:v>84.99</c:v>
                </c:pt>
                <c:pt idx="23394">
                  <c:v>137.94999999999999</c:v>
                </c:pt>
                <c:pt idx="23395">
                  <c:v>159.07</c:v>
                </c:pt>
                <c:pt idx="23396">
                  <c:v>188.97</c:v>
                </c:pt>
                <c:pt idx="23397">
                  <c:v>-1.5</c:v>
                </c:pt>
                <c:pt idx="23398">
                  <c:v>84.99</c:v>
                </c:pt>
                <c:pt idx="23399">
                  <c:v>79.099999999999994</c:v>
                </c:pt>
                <c:pt idx="23400">
                  <c:v>16.489999999999998</c:v>
                </c:pt>
                <c:pt idx="23401">
                  <c:v>202.8</c:v>
                </c:pt>
                <c:pt idx="23402">
                  <c:v>207.96</c:v>
                </c:pt>
                <c:pt idx="23403">
                  <c:v>64.98</c:v>
                </c:pt>
                <c:pt idx="23404">
                  <c:v>54.98</c:v>
                </c:pt>
                <c:pt idx="23405">
                  <c:v>182.94</c:v>
                </c:pt>
                <c:pt idx="23406">
                  <c:v>182.93</c:v>
                </c:pt>
                <c:pt idx="23407">
                  <c:v>91.47</c:v>
                </c:pt>
                <c:pt idx="23408">
                  <c:v>91.47</c:v>
                </c:pt>
                <c:pt idx="23409">
                  <c:v>55.95</c:v>
                </c:pt>
                <c:pt idx="23410">
                  <c:v>66.98</c:v>
                </c:pt>
                <c:pt idx="23411">
                  <c:v>59.98</c:v>
                </c:pt>
                <c:pt idx="23412">
                  <c:v>19.48</c:v>
                </c:pt>
                <c:pt idx="23413">
                  <c:v>198.39</c:v>
                </c:pt>
                <c:pt idx="23414">
                  <c:v>59.99</c:v>
                </c:pt>
                <c:pt idx="23415">
                  <c:v>20.49</c:v>
                </c:pt>
                <c:pt idx="23416">
                  <c:v>20.260000000000002</c:v>
                </c:pt>
                <c:pt idx="23417">
                  <c:v>20.49</c:v>
                </c:pt>
                <c:pt idx="23418">
                  <c:v>20.49</c:v>
                </c:pt>
                <c:pt idx="23419">
                  <c:v>54.99</c:v>
                </c:pt>
                <c:pt idx="23420">
                  <c:v>55.23</c:v>
                </c:pt>
                <c:pt idx="23421">
                  <c:v>89.94</c:v>
                </c:pt>
                <c:pt idx="23422">
                  <c:v>149.97</c:v>
                </c:pt>
                <c:pt idx="23423">
                  <c:v>55.97</c:v>
                </c:pt>
                <c:pt idx="23424">
                  <c:v>55.97</c:v>
                </c:pt>
                <c:pt idx="23425">
                  <c:v>99.98</c:v>
                </c:pt>
                <c:pt idx="23426">
                  <c:v>99.98</c:v>
                </c:pt>
                <c:pt idx="23427">
                  <c:v>115.95</c:v>
                </c:pt>
                <c:pt idx="23428">
                  <c:v>86.96</c:v>
                </c:pt>
                <c:pt idx="23429">
                  <c:v>86.07</c:v>
                </c:pt>
                <c:pt idx="23430">
                  <c:v>149.97</c:v>
                </c:pt>
                <c:pt idx="23431">
                  <c:v>65.989999999999995</c:v>
                </c:pt>
                <c:pt idx="23432">
                  <c:v>115.95</c:v>
                </c:pt>
                <c:pt idx="23433">
                  <c:v>51.48</c:v>
                </c:pt>
                <c:pt idx="23434">
                  <c:v>86.07</c:v>
                </c:pt>
                <c:pt idx="23435">
                  <c:v>51.48</c:v>
                </c:pt>
                <c:pt idx="23436">
                  <c:v>55.97</c:v>
                </c:pt>
                <c:pt idx="23437">
                  <c:v>55.97</c:v>
                </c:pt>
                <c:pt idx="23438">
                  <c:v>86.96</c:v>
                </c:pt>
                <c:pt idx="23439">
                  <c:v>59.97</c:v>
                </c:pt>
                <c:pt idx="23440">
                  <c:v>59.97</c:v>
                </c:pt>
                <c:pt idx="23441">
                  <c:v>-8.2799999999999994</c:v>
                </c:pt>
                <c:pt idx="23442">
                  <c:v>205.46</c:v>
                </c:pt>
                <c:pt idx="23443">
                  <c:v>156.37</c:v>
                </c:pt>
                <c:pt idx="23444">
                  <c:v>205.46</c:v>
                </c:pt>
                <c:pt idx="23445">
                  <c:v>-8.2799999999999994</c:v>
                </c:pt>
                <c:pt idx="23446">
                  <c:v>65.989999999999995</c:v>
                </c:pt>
                <c:pt idx="23447">
                  <c:v>84.99</c:v>
                </c:pt>
                <c:pt idx="23448">
                  <c:v>156.37</c:v>
                </c:pt>
                <c:pt idx="23449">
                  <c:v>84.99</c:v>
                </c:pt>
                <c:pt idx="23450">
                  <c:v>19.34</c:v>
                </c:pt>
                <c:pt idx="23451">
                  <c:v>84.69</c:v>
                </c:pt>
                <c:pt idx="23452">
                  <c:v>84.69</c:v>
                </c:pt>
                <c:pt idx="23453">
                  <c:v>53.43</c:v>
                </c:pt>
                <c:pt idx="23454">
                  <c:v>71.959999999999994</c:v>
                </c:pt>
                <c:pt idx="23455">
                  <c:v>50.98</c:v>
                </c:pt>
                <c:pt idx="23456">
                  <c:v>77.37</c:v>
                </c:pt>
                <c:pt idx="23457">
                  <c:v>50.98</c:v>
                </c:pt>
                <c:pt idx="23458">
                  <c:v>84.98</c:v>
                </c:pt>
                <c:pt idx="23459">
                  <c:v>84.98</c:v>
                </c:pt>
                <c:pt idx="23460">
                  <c:v>70.13</c:v>
                </c:pt>
                <c:pt idx="23461">
                  <c:v>51.49</c:v>
                </c:pt>
                <c:pt idx="23462">
                  <c:v>54.39</c:v>
                </c:pt>
                <c:pt idx="23463">
                  <c:v>51.49</c:v>
                </c:pt>
                <c:pt idx="23464">
                  <c:v>54.39</c:v>
                </c:pt>
                <c:pt idx="23465">
                  <c:v>54.39</c:v>
                </c:pt>
                <c:pt idx="23466">
                  <c:v>54.39</c:v>
                </c:pt>
                <c:pt idx="23467">
                  <c:v>70.13</c:v>
                </c:pt>
                <c:pt idx="23468">
                  <c:v>77.38</c:v>
                </c:pt>
                <c:pt idx="23469">
                  <c:v>101.89</c:v>
                </c:pt>
                <c:pt idx="23470">
                  <c:v>182.21</c:v>
                </c:pt>
                <c:pt idx="23471">
                  <c:v>277.25</c:v>
                </c:pt>
                <c:pt idx="23472">
                  <c:v>234.69</c:v>
                </c:pt>
                <c:pt idx="23473">
                  <c:v>274.60000000000002</c:v>
                </c:pt>
                <c:pt idx="23474">
                  <c:v>209.29</c:v>
                </c:pt>
                <c:pt idx="23475">
                  <c:v>302.42</c:v>
                </c:pt>
                <c:pt idx="23476">
                  <c:v>241.93</c:v>
                </c:pt>
                <c:pt idx="23477">
                  <c:v>377.27</c:v>
                </c:pt>
                <c:pt idx="23478">
                  <c:v>300.25</c:v>
                </c:pt>
                <c:pt idx="23479">
                  <c:v>243.15</c:v>
                </c:pt>
                <c:pt idx="23480">
                  <c:v>105.22</c:v>
                </c:pt>
                <c:pt idx="23481">
                  <c:v>145.16</c:v>
                </c:pt>
                <c:pt idx="23482">
                  <c:v>260.07</c:v>
                </c:pt>
                <c:pt idx="23483">
                  <c:v>303.47000000000003</c:v>
                </c:pt>
                <c:pt idx="23484">
                  <c:v>105.96</c:v>
                </c:pt>
                <c:pt idx="23485">
                  <c:v>178.97</c:v>
                </c:pt>
                <c:pt idx="23486">
                  <c:v>33.479999999999997</c:v>
                </c:pt>
                <c:pt idx="23487">
                  <c:v>17.489999999999998</c:v>
                </c:pt>
                <c:pt idx="23488">
                  <c:v>36.49</c:v>
                </c:pt>
                <c:pt idx="23489">
                  <c:v>65.989999999999995</c:v>
                </c:pt>
                <c:pt idx="23490">
                  <c:v>50.19</c:v>
                </c:pt>
                <c:pt idx="23491">
                  <c:v>133.08000000000001</c:v>
                </c:pt>
                <c:pt idx="23492">
                  <c:v>74.95</c:v>
                </c:pt>
                <c:pt idx="23493">
                  <c:v>82.49</c:v>
                </c:pt>
                <c:pt idx="23494">
                  <c:v>94.95</c:v>
                </c:pt>
                <c:pt idx="23495">
                  <c:v>83.94</c:v>
                </c:pt>
                <c:pt idx="23496">
                  <c:v>181.97</c:v>
                </c:pt>
                <c:pt idx="23497">
                  <c:v>196.65</c:v>
                </c:pt>
                <c:pt idx="23498">
                  <c:v>158.66</c:v>
                </c:pt>
                <c:pt idx="23499">
                  <c:v>120.66</c:v>
                </c:pt>
                <c:pt idx="23500">
                  <c:v>131.97999999999999</c:v>
                </c:pt>
                <c:pt idx="23501">
                  <c:v>99.98</c:v>
                </c:pt>
                <c:pt idx="23502">
                  <c:v>169.98</c:v>
                </c:pt>
                <c:pt idx="23503">
                  <c:v>168.28</c:v>
                </c:pt>
                <c:pt idx="23504">
                  <c:v>128.68</c:v>
                </c:pt>
                <c:pt idx="23505">
                  <c:v>169.38</c:v>
                </c:pt>
                <c:pt idx="23506">
                  <c:v>128.02000000000001</c:v>
                </c:pt>
                <c:pt idx="23507">
                  <c:v>33.28</c:v>
                </c:pt>
                <c:pt idx="23508">
                  <c:v>69.989999999999995</c:v>
                </c:pt>
                <c:pt idx="23509">
                  <c:v>106.97</c:v>
                </c:pt>
                <c:pt idx="23510">
                  <c:v>74.98</c:v>
                </c:pt>
                <c:pt idx="23511">
                  <c:v>127.95</c:v>
                </c:pt>
                <c:pt idx="23512">
                  <c:v>69.989999999999995</c:v>
                </c:pt>
                <c:pt idx="23513">
                  <c:v>119.98</c:v>
                </c:pt>
                <c:pt idx="23514">
                  <c:v>197.41</c:v>
                </c:pt>
                <c:pt idx="23515">
                  <c:v>59.38</c:v>
                </c:pt>
                <c:pt idx="23516">
                  <c:v>311.75</c:v>
                </c:pt>
                <c:pt idx="23517">
                  <c:v>288.97000000000003</c:v>
                </c:pt>
                <c:pt idx="23518">
                  <c:v>254.97</c:v>
                </c:pt>
                <c:pt idx="23519">
                  <c:v>189.96</c:v>
                </c:pt>
                <c:pt idx="23520">
                  <c:v>344.94</c:v>
                </c:pt>
                <c:pt idx="23521">
                  <c:v>304.94</c:v>
                </c:pt>
                <c:pt idx="23522">
                  <c:v>162.77000000000001</c:v>
                </c:pt>
                <c:pt idx="23523">
                  <c:v>187.45</c:v>
                </c:pt>
                <c:pt idx="23524">
                  <c:v>174.05</c:v>
                </c:pt>
                <c:pt idx="23525">
                  <c:v>59.36</c:v>
                </c:pt>
                <c:pt idx="23526">
                  <c:v>59.36</c:v>
                </c:pt>
                <c:pt idx="23527">
                  <c:v>59.96</c:v>
                </c:pt>
                <c:pt idx="23528">
                  <c:v>74.95</c:v>
                </c:pt>
                <c:pt idx="23529">
                  <c:v>76.19</c:v>
                </c:pt>
                <c:pt idx="23530">
                  <c:v>120.98</c:v>
                </c:pt>
                <c:pt idx="23531">
                  <c:v>108.05</c:v>
                </c:pt>
                <c:pt idx="23532">
                  <c:v>179.94</c:v>
                </c:pt>
                <c:pt idx="23533">
                  <c:v>59.95</c:v>
                </c:pt>
                <c:pt idx="23534">
                  <c:v>99.98</c:v>
                </c:pt>
                <c:pt idx="23535">
                  <c:v>89.98</c:v>
                </c:pt>
                <c:pt idx="23536">
                  <c:v>72.55</c:v>
                </c:pt>
                <c:pt idx="23537">
                  <c:v>133.05000000000001</c:v>
                </c:pt>
                <c:pt idx="23538">
                  <c:v>53.96</c:v>
                </c:pt>
                <c:pt idx="23539">
                  <c:v>63.96</c:v>
                </c:pt>
                <c:pt idx="23540">
                  <c:v>63.42</c:v>
                </c:pt>
                <c:pt idx="23541">
                  <c:v>107.07</c:v>
                </c:pt>
                <c:pt idx="23542">
                  <c:v>70.98</c:v>
                </c:pt>
                <c:pt idx="23543">
                  <c:v>12.49</c:v>
                </c:pt>
                <c:pt idx="23544">
                  <c:v>12.49</c:v>
                </c:pt>
                <c:pt idx="23545">
                  <c:v>60.98</c:v>
                </c:pt>
                <c:pt idx="23546">
                  <c:v>74.98</c:v>
                </c:pt>
                <c:pt idx="23547">
                  <c:v>172.26</c:v>
                </c:pt>
                <c:pt idx="23548">
                  <c:v>62.98</c:v>
                </c:pt>
                <c:pt idx="23549">
                  <c:v>271.94</c:v>
                </c:pt>
                <c:pt idx="23550">
                  <c:v>375.92</c:v>
                </c:pt>
                <c:pt idx="23551">
                  <c:v>239.97</c:v>
                </c:pt>
                <c:pt idx="23552">
                  <c:v>239.97</c:v>
                </c:pt>
                <c:pt idx="23553">
                  <c:v>119.93</c:v>
                </c:pt>
                <c:pt idx="23554">
                  <c:v>281.94</c:v>
                </c:pt>
                <c:pt idx="23555">
                  <c:v>294.95999999999998</c:v>
                </c:pt>
                <c:pt idx="23556">
                  <c:v>319.95999999999998</c:v>
                </c:pt>
                <c:pt idx="23557">
                  <c:v>315.94</c:v>
                </c:pt>
                <c:pt idx="23558">
                  <c:v>321.93</c:v>
                </c:pt>
                <c:pt idx="23559">
                  <c:v>347.94</c:v>
                </c:pt>
                <c:pt idx="23560">
                  <c:v>118.53</c:v>
                </c:pt>
                <c:pt idx="23561">
                  <c:v>46.29</c:v>
                </c:pt>
                <c:pt idx="23562">
                  <c:v>79.98</c:v>
                </c:pt>
                <c:pt idx="23563">
                  <c:v>54.99</c:v>
                </c:pt>
                <c:pt idx="23564">
                  <c:v>52.24</c:v>
                </c:pt>
                <c:pt idx="23565">
                  <c:v>57.76</c:v>
                </c:pt>
                <c:pt idx="23566">
                  <c:v>74.97</c:v>
                </c:pt>
                <c:pt idx="23567">
                  <c:v>94.26</c:v>
                </c:pt>
                <c:pt idx="23568">
                  <c:v>59.98</c:v>
                </c:pt>
                <c:pt idx="23569">
                  <c:v>18.71</c:v>
                </c:pt>
                <c:pt idx="23570">
                  <c:v>61.69</c:v>
                </c:pt>
                <c:pt idx="23571">
                  <c:v>91.8</c:v>
                </c:pt>
                <c:pt idx="23572">
                  <c:v>119.97</c:v>
                </c:pt>
                <c:pt idx="23573">
                  <c:v>162.18</c:v>
                </c:pt>
                <c:pt idx="23574">
                  <c:v>150.54</c:v>
                </c:pt>
                <c:pt idx="23575">
                  <c:v>117.96</c:v>
                </c:pt>
                <c:pt idx="23576">
                  <c:v>159.97999999999999</c:v>
                </c:pt>
                <c:pt idx="23577">
                  <c:v>85.49</c:v>
                </c:pt>
                <c:pt idx="23578">
                  <c:v>122.96</c:v>
                </c:pt>
                <c:pt idx="23579">
                  <c:v>72.97</c:v>
                </c:pt>
                <c:pt idx="23580">
                  <c:v>219.94</c:v>
                </c:pt>
                <c:pt idx="23581">
                  <c:v>107.89</c:v>
                </c:pt>
                <c:pt idx="23582">
                  <c:v>129.97999999999999</c:v>
                </c:pt>
                <c:pt idx="23583">
                  <c:v>211.95</c:v>
                </c:pt>
                <c:pt idx="23584">
                  <c:v>172.85</c:v>
                </c:pt>
                <c:pt idx="23585">
                  <c:v>207.1</c:v>
                </c:pt>
                <c:pt idx="23586">
                  <c:v>65.989999999999995</c:v>
                </c:pt>
                <c:pt idx="23587">
                  <c:v>167.94</c:v>
                </c:pt>
                <c:pt idx="23588">
                  <c:v>127.96</c:v>
                </c:pt>
                <c:pt idx="23589">
                  <c:v>146.44999999999999</c:v>
                </c:pt>
                <c:pt idx="23590">
                  <c:v>83.45</c:v>
                </c:pt>
                <c:pt idx="23591">
                  <c:v>94.98</c:v>
                </c:pt>
                <c:pt idx="23592">
                  <c:v>38.49</c:v>
                </c:pt>
                <c:pt idx="23593">
                  <c:v>34.79</c:v>
                </c:pt>
                <c:pt idx="23594">
                  <c:v>38.49</c:v>
                </c:pt>
                <c:pt idx="23595">
                  <c:v>32.94</c:v>
                </c:pt>
                <c:pt idx="23596">
                  <c:v>195.96</c:v>
                </c:pt>
                <c:pt idx="23597">
                  <c:v>82.24</c:v>
                </c:pt>
                <c:pt idx="23598">
                  <c:v>113.7</c:v>
                </c:pt>
                <c:pt idx="23599">
                  <c:v>87.07</c:v>
                </c:pt>
                <c:pt idx="23600">
                  <c:v>108.84</c:v>
                </c:pt>
                <c:pt idx="23601">
                  <c:v>113.97</c:v>
                </c:pt>
                <c:pt idx="23602">
                  <c:v>69.98</c:v>
                </c:pt>
                <c:pt idx="23603">
                  <c:v>108.84</c:v>
                </c:pt>
                <c:pt idx="23604">
                  <c:v>108.84</c:v>
                </c:pt>
                <c:pt idx="23605">
                  <c:v>87.07</c:v>
                </c:pt>
                <c:pt idx="23606">
                  <c:v>87.07</c:v>
                </c:pt>
                <c:pt idx="23607">
                  <c:v>69.98</c:v>
                </c:pt>
                <c:pt idx="23608">
                  <c:v>27.63</c:v>
                </c:pt>
                <c:pt idx="23609">
                  <c:v>56.71</c:v>
                </c:pt>
                <c:pt idx="23610">
                  <c:v>99.97</c:v>
                </c:pt>
                <c:pt idx="23611">
                  <c:v>59.98</c:v>
                </c:pt>
                <c:pt idx="23612">
                  <c:v>19.989999999999998</c:v>
                </c:pt>
                <c:pt idx="23613">
                  <c:v>83.97</c:v>
                </c:pt>
                <c:pt idx="23614">
                  <c:v>93.97</c:v>
                </c:pt>
                <c:pt idx="23615">
                  <c:v>169.98</c:v>
                </c:pt>
                <c:pt idx="23616">
                  <c:v>169.98</c:v>
                </c:pt>
                <c:pt idx="23617">
                  <c:v>158.54</c:v>
                </c:pt>
                <c:pt idx="23618">
                  <c:v>169.98</c:v>
                </c:pt>
                <c:pt idx="23619">
                  <c:v>140.97</c:v>
                </c:pt>
                <c:pt idx="23620">
                  <c:v>169.98</c:v>
                </c:pt>
                <c:pt idx="23621">
                  <c:v>188.97</c:v>
                </c:pt>
                <c:pt idx="23622">
                  <c:v>145.97</c:v>
                </c:pt>
                <c:pt idx="23623">
                  <c:v>169.98</c:v>
                </c:pt>
                <c:pt idx="23624">
                  <c:v>169.98</c:v>
                </c:pt>
                <c:pt idx="23625">
                  <c:v>118.78</c:v>
                </c:pt>
                <c:pt idx="23626">
                  <c:v>190.96</c:v>
                </c:pt>
                <c:pt idx="23627">
                  <c:v>156.97999999999999</c:v>
                </c:pt>
                <c:pt idx="23628">
                  <c:v>169.98</c:v>
                </c:pt>
                <c:pt idx="23629">
                  <c:v>219.97</c:v>
                </c:pt>
                <c:pt idx="23630">
                  <c:v>169.98</c:v>
                </c:pt>
                <c:pt idx="23631">
                  <c:v>161.47</c:v>
                </c:pt>
                <c:pt idx="23632">
                  <c:v>123.12</c:v>
                </c:pt>
                <c:pt idx="23633">
                  <c:v>72.58</c:v>
                </c:pt>
                <c:pt idx="23634">
                  <c:v>125.96</c:v>
                </c:pt>
                <c:pt idx="23635">
                  <c:v>54.38</c:v>
                </c:pt>
                <c:pt idx="23636">
                  <c:v>89.99</c:v>
                </c:pt>
                <c:pt idx="23637">
                  <c:v>79.959999999999994</c:v>
                </c:pt>
                <c:pt idx="23638">
                  <c:v>121.66</c:v>
                </c:pt>
                <c:pt idx="23639">
                  <c:v>193.96</c:v>
                </c:pt>
                <c:pt idx="23640">
                  <c:v>184.44</c:v>
                </c:pt>
                <c:pt idx="23641">
                  <c:v>36.479999999999997</c:v>
                </c:pt>
                <c:pt idx="23642">
                  <c:v>18.489999999999998</c:v>
                </c:pt>
                <c:pt idx="23643">
                  <c:v>36.479999999999997</c:v>
                </c:pt>
                <c:pt idx="23644">
                  <c:v>36.479999999999997</c:v>
                </c:pt>
                <c:pt idx="23645">
                  <c:v>198.39</c:v>
                </c:pt>
                <c:pt idx="23646">
                  <c:v>79.849999999999994</c:v>
                </c:pt>
                <c:pt idx="23647">
                  <c:v>72.59</c:v>
                </c:pt>
                <c:pt idx="23648">
                  <c:v>79.849999999999994</c:v>
                </c:pt>
                <c:pt idx="23649">
                  <c:v>99.2</c:v>
                </c:pt>
                <c:pt idx="23650">
                  <c:v>39.89</c:v>
                </c:pt>
                <c:pt idx="23651">
                  <c:v>79.849999999999994</c:v>
                </c:pt>
                <c:pt idx="23652">
                  <c:v>-1.5</c:v>
                </c:pt>
                <c:pt idx="23653">
                  <c:v>79.849999999999994</c:v>
                </c:pt>
                <c:pt idx="23654">
                  <c:v>79.849999999999994</c:v>
                </c:pt>
                <c:pt idx="23655">
                  <c:v>79.849999999999994</c:v>
                </c:pt>
                <c:pt idx="23656">
                  <c:v>135.74</c:v>
                </c:pt>
                <c:pt idx="23657">
                  <c:v>79.849999999999994</c:v>
                </c:pt>
                <c:pt idx="23658">
                  <c:v>78.63</c:v>
                </c:pt>
                <c:pt idx="23659">
                  <c:v>120.98</c:v>
                </c:pt>
                <c:pt idx="23660">
                  <c:v>62.28</c:v>
                </c:pt>
                <c:pt idx="23661">
                  <c:v>99.2</c:v>
                </c:pt>
                <c:pt idx="23662">
                  <c:v>88.28</c:v>
                </c:pt>
                <c:pt idx="23663">
                  <c:v>91.95</c:v>
                </c:pt>
                <c:pt idx="23664">
                  <c:v>179.98</c:v>
                </c:pt>
                <c:pt idx="23665">
                  <c:v>179.97</c:v>
                </c:pt>
                <c:pt idx="23666">
                  <c:v>135.46</c:v>
                </c:pt>
                <c:pt idx="23667">
                  <c:v>89.98</c:v>
                </c:pt>
                <c:pt idx="23668">
                  <c:v>99.98</c:v>
                </c:pt>
                <c:pt idx="23669">
                  <c:v>634.91999999999996</c:v>
                </c:pt>
                <c:pt idx="23670">
                  <c:v>328.07</c:v>
                </c:pt>
                <c:pt idx="23671">
                  <c:v>187.96</c:v>
                </c:pt>
                <c:pt idx="23672">
                  <c:v>302.94</c:v>
                </c:pt>
                <c:pt idx="23673">
                  <c:v>96.99</c:v>
                </c:pt>
                <c:pt idx="23674">
                  <c:v>169.98</c:v>
                </c:pt>
                <c:pt idx="23675">
                  <c:v>279.95</c:v>
                </c:pt>
                <c:pt idx="23676">
                  <c:v>121.98</c:v>
                </c:pt>
                <c:pt idx="23677">
                  <c:v>89.98</c:v>
                </c:pt>
                <c:pt idx="23678">
                  <c:v>89.98</c:v>
                </c:pt>
                <c:pt idx="23679">
                  <c:v>-89.95</c:v>
                </c:pt>
                <c:pt idx="23680">
                  <c:v>179.96</c:v>
                </c:pt>
                <c:pt idx="23681">
                  <c:v>89.95</c:v>
                </c:pt>
                <c:pt idx="23682">
                  <c:v>179.96</c:v>
                </c:pt>
                <c:pt idx="23683">
                  <c:v>124.98</c:v>
                </c:pt>
                <c:pt idx="23684">
                  <c:v>46.29</c:v>
                </c:pt>
                <c:pt idx="23685">
                  <c:v>84.97</c:v>
                </c:pt>
                <c:pt idx="23686">
                  <c:v>94.98</c:v>
                </c:pt>
                <c:pt idx="23687">
                  <c:v>89.98</c:v>
                </c:pt>
                <c:pt idx="23688">
                  <c:v>54.98</c:v>
                </c:pt>
                <c:pt idx="23689">
                  <c:v>89.98</c:v>
                </c:pt>
                <c:pt idx="23690">
                  <c:v>89.98</c:v>
                </c:pt>
                <c:pt idx="23691">
                  <c:v>89.98</c:v>
                </c:pt>
                <c:pt idx="23692">
                  <c:v>89.98</c:v>
                </c:pt>
                <c:pt idx="23693">
                  <c:v>79.98</c:v>
                </c:pt>
                <c:pt idx="23694">
                  <c:v>79.98</c:v>
                </c:pt>
                <c:pt idx="23695">
                  <c:v>79.98</c:v>
                </c:pt>
                <c:pt idx="23696">
                  <c:v>89.98</c:v>
                </c:pt>
                <c:pt idx="23697">
                  <c:v>89.98</c:v>
                </c:pt>
                <c:pt idx="23698">
                  <c:v>79.98</c:v>
                </c:pt>
                <c:pt idx="23699">
                  <c:v>89.98</c:v>
                </c:pt>
                <c:pt idx="23700">
                  <c:v>89.98</c:v>
                </c:pt>
                <c:pt idx="23701">
                  <c:v>79.98</c:v>
                </c:pt>
                <c:pt idx="23702">
                  <c:v>54.98</c:v>
                </c:pt>
                <c:pt idx="23703">
                  <c:v>34.99</c:v>
                </c:pt>
                <c:pt idx="23704">
                  <c:v>54.98</c:v>
                </c:pt>
                <c:pt idx="23705">
                  <c:v>34.99</c:v>
                </c:pt>
                <c:pt idx="23706">
                  <c:v>54.98</c:v>
                </c:pt>
                <c:pt idx="23707">
                  <c:v>54.98</c:v>
                </c:pt>
                <c:pt idx="23708">
                  <c:v>34.99</c:v>
                </c:pt>
                <c:pt idx="23709">
                  <c:v>34.99</c:v>
                </c:pt>
                <c:pt idx="23710">
                  <c:v>34.99</c:v>
                </c:pt>
                <c:pt idx="23711">
                  <c:v>89.98</c:v>
                </c:pt>
                <c:pt idx="23712">
                  <c:v>55.98</c:v>
                </c:pt>
                <c:pt idx="23713">
                  <c:v>61.98</c:v>
                </c:pt>
                <c:pt idx="23714">
                  <c:v>114.97</c:v>
                </c:pt>
                <c:pt idx="23715">
                  <c:v>64.94</c:v>
                </c:pt>
                <c:pt idx="23716">
                  <c:v>65.989999999999995</c:v>
                </c:pt>
                <c:pt idx="23717">
                  <c:v>104.97</c:v>
                </c:pt>
                <c:pt idx="23718">
                  <c:v>137.97999999999999</c:v>
                </c:pt>
                <c:pt idx="23719">
                  <c:v>0</c:v>
                </c:pt>
                <c:pt idx="23720">
                  <c:v>137.97</c:v>
                </c:pt>
                <c:pt idx="23721">
                  <c:v>73.17</c:v>
                </c:pt>
                <c:pt idx="23722">
                  <c:v>84.38</c:v>
                </c:pt>
                <c:pt idx="23723">
                  <c:v>101.98</c:v>
                </c:pt>
                <c:pt idx="23724">
                  <c:v>55.96</c:v>
                </c:pt>
                <c:pt idx="23725">
                  <c:v>348.58</c:v>
                </c:pt>
                <c:pt idx="23726">
                  <c:v>51.32</c:v>
                </c:pt>
                <c:pt idx="23727">
                  <c:v>121.47</c:v>
                </c:pt>
                <c:pt idx="23728">
                  <c:v>60.44</c:v>
                </c:pt>
                <c:pt idx="23729">
                  <c:v>129.47</c:v>
                </c:pt>
                <c:pt idx="23730">
                  <c:v>105.98</c:v>
                </c:pt>
                <c:pt idx="23731">
                  <c:v>109.98</c:v>
                </c:pt>
                <c:pt idx="23732">
                  <c:v>89.94</c:v>
                </c:pt>
                <c:pt idx="23733">
                  <c:v>89.94</c:v>
                </c:pt>
                <c:pt idx="23734">
                  <c:v>23.24</c:v>
                </c:pt>
                <c:pt idx="23735">
                  <c:v>72.37</c:v>
                </c:pt>
                <c:pt idx="23736">
                  <c:v>81.98</c:v>
                </c:pt>
                <c:pt idx="23737">
                  <c:v>155.94999999999999</c:v>
                </c:pt>
                <c:pt idx="23738">
                  <c:v>155.94999999999999</c:v>
                </c:pt>
                <c:pt idx="23739">
                  <c:v>77.28</c:v>
                </c:pt>
                <c:pt idx="23740">
                  <c:v>77.28</c:v>
                </c:pt>
                <c:pt idx="23741">
                  <c:v>81.98</c:v>
                </c:pt>
                <c:pt idx="23742">
                  <c:v>51.94</c:v>
                </c:pt>
                <c:pt idx="23743">
                  <c:v>51.94</c:v>
                </c:pt>
                <c:pt idx="23744">
                  <c:v>194.77</c:v>
                </c:pt>
                <c:pt idx="23745">
                  <c:v>52.18</c:v>
                </c:pt>
                <c:pt idx="23746">
                  <c:v>64.98</c:v>
                </c:pt>
                <c:pt idx="23747">
                  <c:v>125.8</c:v>
                </c:pt>
                <c:pt idx="23748">
                  <c:v>68.930000000000007</c:v>
                </c:pt>
                <c:pt idx="23749">
                  <c:v>123.47</c:v>
                </c:pt>
                <c:pt idx="23750">
                  <c:v>47.29</c:v>
                </c:pt>
                <c:pt idx="23751">
                  <c:v>20.55</c:v>
                </c:pt>
                <c:pt idx="23752">
                  <c:v>77.39</c:v>
                </c:pt>
                <c:pt idx="23753">
                  <c:v>87.08</c:v>
                </c:pt>
                <c:pt idx="23754">
                  <c:v>25.99</c:v>
                </c:pt>
                <c:pt idx="23755">
                  <c:v>27.99</c:v>
                </c:pt>
                <c:pt idx="23756">
                  <c:v>29.54</c:v>
                </c:pt>
                <c:pt idx="23757">
                  <c:v>53.18</c:v>
                </c:pt>
                <c:pt idx="23758">
                  <c:v>29.49</c:v>
                </c:pt>
                <c:pt idx="23759">
                  <c:v>202.03</c:v>
                </c:pt>
                <c:pt idx="23760">
                  <c:v>120.98</c:v>
                </c:pt>
                <c:pt idx="23761">
                  <c:v>209.29</c:v>
                </c:pt>
                <c:pt idx="23762">
                  <c:v>214.13</c:v>
                </c:pt>
                <c:pt idx="23763">
                  <c:v>185.09</c:v>
                </c:pt>
                <c:pt idx="23764">
                  <c:v>147.6</c:v>
                </c:pt>
                <c:pt idx="23765">
                  <c:v>159.69999999999999</c:v>
                </c:pt>
                <c:pt idx="23766">
                  <c:v>152.19</c:v>
                </c:pt>
                <c:pt idx="23767">
                  <c:v>159.69999999999999</c:v>
                </c:pt>
                <c:pt idx="23768">
                  <c:v>131.97999999999999</c:v>
                </c:pt>
                <c:pt idx="23769">
                  <c:v>63.96</c:v>
                </c:pt>
                <c:pt idx="23770">
                  <c:v>115.16</c:v>
                </c:pt>
                <c:pt idx="23771">
                  <c:v>65.989999999999995</c:v>
                </c:pt>
                <c:pt idx="23772">
                  <c:v>109.98</c:v>
                </c:pt>
                <c:pt idx="23773">
                  <c:v>68.97</c:v>
                </c:pt>
                <c:pt idx="23774">
                  <c:v>37.979999999999997</c:v>
                </c:pt>
                <c:pt idx="23775">
                  <c:v>73.97</c:v>
                </c:pt>
                <c:pt idx="23776">
                  <c:v>69.989999999999995</c:v>
                </c:pt>
                <c:pt idx="23777">
                  <c:v>69.989999999999995</c:v>
                </c:pt>
                <c:pt idx="23778">
                  <c:v>84.99</c:v>
                </c:pt>
                <c:pt idx="23779">
                  <c:v>90.98</c:v>
                </c:pt>
                <c:pt idx="23780">
                  <c:v>175.96</c:v>
                </c:pt>
                <c:pt idx="23781">
                  <c:v>369.74</c:v>
                </c:pt>
                <c:pt idx="23782">
                  <c:v>199.96</c:v>
                </c:pt>
                <c:pt idx="23783">
                  <c:v>239.93</c:v>
                </c:pt>
                <c:pt idx="23784">
                  <c:v>319.91000000000003</c:v>
                </c:pt>
                <c:pt idx="23785">
                  <c:v>199.96</c:v>
                </c:pt>
                <c:pt idx="23786">
                  <c:v>279.93</c:v>
                </c:pt>
                <c:pt idx="23787">
                  <c:v>349.93</c:v>
                </c:pt>
                <c:pt idx="23788">
                  <c:v>331.92</c:v>
                </c:pt>
                <c:pt idx="23789">
                  <c:v>376.41</c:v>
                </c:pt>
                <c:pt idx="23790">
                  <c:v>237.96</c:v>
                </c:pt>
                <c:pt idx="23791">
                  <c:v>149.96</c:v>
                </c:pt>
                <c:pt idx="23792">
                  <c:v>57.98</c:v>
                </c:pt>
                <c:pt idx="23793">
                  <c:v>57.98</c:v>
                </c:pt>
                <c:pt idx="23794">
                  <c:v>59.96</c:v>
                </c:pt>
                <c:pt idx="23795">
                  <c:v>173.21</c:v>
                </c:pt>
                <c:pt idx="23796">
                  <c:v>41.49</c:v>
                </c:pt>
                <c:pt idx="23797">
                  <c:v>92.97</c:v>
                </c:pt>
                <c:pt idx="23798">
                  <c:v>85.97</c:v>
                </c:pt>
                <c:pt idx="23799">
                  <c:v>84.99</c:v>
                </c:pt>
                <c:pt idx="23800">
                  <c:v>93.95</c:v>
                </c:pt>
                <c:pt idx="23801">
                  <c:v>74.97</c:v>
                </c:pt>
                <c:pt idx="23802">
                  <c:v>103.96</c:v>
                </c:pt>
                <c:pt idx="23803">
                  <c:v>97.97</c:v>
                </c:pt>
                <c:pt idx="23804">
                  <c:v>130.79</c:v>
                </c:pt>
                <c:pt idx="23805">
                  <c:v>137.96</c:v>
                </c:pt>
                <c:pt idx="23806">
                  <c:v>81.98</c:v>
                </c:pt>
                <c:pt idx="23807">
                  <c:v>100.95</c:v>
                </c:pt>
                <c:pt idx="23808">
                  <c:v>74.98</c:v>
                </c:pt>
                <c:pt idx="23809">
                  <c:v>97.97</c:v>
                </c:pt>
                <c:pt idx="23810">
                  <c:v>50.97</c:v>
                </c:pt>
                <c:pt idx="23811">
                  <c:v>81.98</c:v>
                </c:pt>
                <c:pt idx="23812">
                  <c:v>110.98</c:v>
                </c:pt>
                <c:pt idx="23813">
                  <c:v>64.58</c:v>
                </c:pt>
                <c:pt idx="23814">
                  <c:v>29.28</c:v>
                </c:pt>
                <c:pt idx="23815">
                  <c:v>75.98</c:v>
                </c:pt>
                <c:pt idx="23816">
                  <c:v>175.43</c:v>
                </c:pt>
                <c:pt idx="23817">
                  <c:v>35.49</c:v>
                </c:pt>
                <c:pt idx="23818">
                  <c:v>191.96</c:v>
                </c:pt>
                <c:pt idx="23819">
                  <c:v>193.55</c:v>
                </c:pt>
                <c:pt idx="23820">
                  <c:v>71.27</c:v>
                </c:pt>
                <c:pt idx="23821">
                  <c:v>98.37</c:v>
                </c:pt>
                <c:pt idx="23822">
                  <c:v>65.33</c:v>
                </c:pt>
                <c:pt idx="23823">
                  <c:v>59.39</c:v>
                </c:pt>
                <c:pt idx="23824">
                  <c:v>75.09</c:v>
                </c:pt>
                <c:pt idx="23825">
                  <c:v>65.23</c:v>
                </c:pt>
                <c:pt idx="23826">
                  <c:v>78.81</c:v>
                </c:pt>
                <c:pt idx="23827">
                  <c:v>82.82</c:v>
                </c:pt>
                <c:pt idx="23828">
                  <c:v>84.98</c:v>
                </c:pt>
                <c:pt idx="23829">
                  <c:v>84.99</c:v>
                </c:pt>
                <c:pt idx="23830">
                  <c:v>83.3</c:v>
                </c:pt>
                <c:pt idx="23831">
                  <c:v>71.790000000000006</c:v>
                </c:pt>
                <c:pt idx="23832">
                  <c:v>99.98</c:v>
                </c:pt>
                <c:pt idx="23833">
                  <c:v>84.99</c:v>
                </c:pt>
                <c:pt idx="23834">
                  <c:v>46.47</c:v>
                </c:pt>
                <c:pt idx="23835">
                  <c:v>37.47</c:v>
                </c:pt>
                <c:pt idx="23836">
                  <c:v>30.73</c:v>
                </c:pt>
                <c:pt idx="23837">
                  <c:v>30.73</c:v>
                </c:pt>
                <c:pt idx="23838">
                  <c:v>138.44</c:v>
                </c:pt>
                <c:pt idx="23839">
                  <c:v>31.48</c:v>
                </c:pt>
                <c:pt idx="23840">
                  <c:v>138.44</c:v>
                </c:pt>
                <c:pt idx="23841">
                  <c:v>30.48</c:v>
                </c:pt>
                <c:pt idx="23842">
                  <c:v>30.48</c:v>
                </c:pt>
                <c:pt idx="23843">
                  <c:v>31.48</c:v>
                </c:pt>
                <c:pt idx="23844">
                  <c:v>174.16</c:v>
                </c:pt>
                <c:pt idx="23845">
                  <c:v>89.98</c:v>
                </c:pt>
                <c:pt idx="23846">
                  <c:v>84.99</c:v>
                </c:pt>
                <c:pt idx="23847">
                  <c:v>26.48</c:v>
                </c:pt>
                <c:pt idx="23848">
                  <c:v>27.48</c:v>
                </c:pt>
                <c:pt idx="23849">
                  <c:v>89.97</c:v>
                </c:pt>
                <c:pt idx="23850">
                  <c:v>124.06</c:v>
                </c:pt>
                <c:pt idx="23851">
                  <c:v>118.36</c:v>
                </c:pt>
                <c:pt idx="23852">
                  <c:v>124.06</c:v>
                </c:pt>
                <c:pt idx="23853">
                  <c:v>53.98</c:v>
                </c:pt>
                <c:pt idx="23854">
                  <c:v>53.98</c:v>
                </c:pt>
                <c:pt idx="23855">
                  <c:v>53.98</c:v>
                </c:pt>
                <c:pt idx="23856">
                  <c:v>53.98</c:v>
                </c:pt>
                <c:pt idx="23857">
                  <c:v>118.36</c:v>
                </c:pt>
                <c:pt idx="23858">
                  <c:v>174.96</c:v>
                </c:pt>
                <c:pt idx="23859">
                  <c:v>69.98</c:v>
                </c:pt>
                <c:pt idx="23860">
                  <c:v>69.98</c:v>
                </c:pt>
                <c:pt idx="23861">
                  <c:v>104.97</c:v>
                </c:pt>
                <c:pt idx="23862">
                  <c:v>157.96</c:v>
                </c:pt>
                <c:pt idx="23863">
                  <c:v>174.94</c:v>
                </c:pt>
                <c:pt idx="23864">
                  <c:v>79.97</c:v>
                </c:pt>
                <c:pt idx="23865">
                  <c:v>251.71</c:v>
                </c:pt>
                <c:pt idx="23866">
                  <c:v>147.91</c:v>
                </c:pt>
                <c:pt idx="23867">
                  <c:v>156.97</c:v>
                </c:pt>
                <c:pt idx="23868">
                  <c:v>169.14</c:v>
                </c:pt>
                <c:pt idx="23869">
                  <c:v>210.71</c:v>
                </c:pt>
                <c:pt idx="23870">
                  <c:v>160.08000000000001</c:v>
                </c:pt>
                <c:pt idx="23871">
                  <c:v>189.97</c:v>
                </c:pt>
                <c:pt idx="23872">
                  <c:v>169.98</c:v>
                </c:pt>
                <c:pt idx="23873">
                  <c:v>224.95</c:v>
                </c:pt>
                <c:pt idx="23874">
                  <c:v>135.97</c:v>
                </c:pt>
                <c:pt idx="23875">
                  <c:v>177.39</c:v>
                </c:pt>
                <c:pt idx="23876">
                  <c:v>132.97</c:v>
                </c:pt>
                <c:pt idx="23877">
                  <c:v>135.97</c:v>
                </c:pt>
                <c:pt idx="23878">
                  <c:v>89.97</c:v>
                </c:pt>
                <c:pt idx="23879">
                  <c:v>84.97</c:v>
                </c:pt>
                <c:pt idx="23880">
                  <c:v>64.97</c:v>
                </c:pt>
                <c:pt idx="23881">
                  <c:v>54.98</c:v>
                </c:pt>
                <c:pt idx="23882">
                  <c:v>54.98</c:v>
                </c:pt>
                <c:pt idx="23883">
                  <c:v>74.97</c:v>
                </c:pt>
                <c:pt idx="23884">
                  <c:v>70.98</c:v>
                </c:pt>
                <c:pt idx="23885">
                  <c:v>51.98</c:v>
                </c:pt>
                <c:pt idx="23886">
                  <c:v>51.98</c:v>
                </c:pt>
                <c:pt idx="23887">
                  <c:v>114.97</c:v>
                </c:pt>
                <c:pt idx="23888">
                  <c:v>51.46</c:v>
                </c:pt>
                <c:pt idx="23889">
                  <c:v>54.98</c:v>
                </c:pt>
                <c:pt idx="23890">
                  <c:v>59.96</c:v>
                </c:pt>
                <c:pt idx="23891">
                  <c:v>117.92</c:v>
                </c:pt>
                <c:pt idx="23892">
                  <c:v>59.98</c:v>
                </c:pt>
                <c:pt idx="23893">
                  <c:v>121.98</c:v>
                </c:pt>
                <c:pt idx="23894">
                  <c:v>128.58000000000001</c:v>
                </c:pt>
                <c:pt idx="23895">
                  <c:v>64.95</c:v>
                </c:pt>
                <c:pt idx="23896">
                  <c:v>200.4</c:v>
                </c:pt>
                <c:pt idx="23897">
                  <c:v>49.99</c:v>
                </c:pt>
                <c:pt idx="23898">
                  <c:v>89.95</c:v>
                </c:pt>
                <c:pt idx="23899">
                  <c:v>59.98</c:v>
                </c:pt>
                <c:pt idx="23900">
                  <c:v>115.97</c:v>
                </c:pt>
                <c:pt idx="23901">
                  <c:v>106.71</c:v>
                </c:pt>
                <c:pt idx="23902">
                  <c:v>85.89</c:v>
                </c:pt>
                <c:pt idx="23903">
                  <c:v>66.47</c:v>
                </c:pt>
                <c:pt idx="23904">
                  <c:v>55.98</c:v>
                </c:pt>
                <c:pt idx="23905">
                  <c:v>51.98</c:v>
                </c:pt>
                <c:pt idx="23906">
                  <c:v>100.45</c:v>
                </c:pt>
                <c:pt idx="23907">
                  <c:v>71.47</c:v>
                </c:pt>
                <c:pt idx="23908">
                  <c:v>62.97</c:v>
                </c:pt>
                <c:pt idx="23909">
                  <c:v>59.96</c:v>
                </c:pt>
                <c:pt idx="23910">
                  <c:v>51.76</c:v>
                </c:pt>
                <c:pt idx="23911">
                  <c:v>137.87</c:v>
                </c:pt>
                <c:pt idx="23912">
                  <c:v>125.79</c:v>
                </c:pt>
                <c:pt idx="23913">
                  <c:v>105.25</c:v>
                </c:pt>
                <c:pt idx="23914">
                  <c:v>125.79</c:v>
                </c:pt>
                <c:pt idx="23915">
                  <c:v>111.78</c:v>
                </c:pt>
                <c:pt idx="23916">
                  <c:v>251.58</c:v>
                </c:pt>
                <c:pt idx="23917">
                  <c:v>142.74</c:v>
                </c:pt>
                <c:pt idx="23918">
                  <c:v>157.25</c:v>
                </c:pt>
                <c:pt idx="23919">
                  <c:v>161.72</c:v>
                </c:pt>
                <c:pt idx="23920">
                  <c:v>143.94999999999999</c:v>
                </c:pt>
                <c:pt idx="23921">
                  <c:v>153.16</c:v>
                </c:pt>
                <c:pt idx="23922">
                  <c:v>125.79</c:v>
                </c:pt>
                <c:pt idx="23923">
                  <c:v>134.27000000000001</c:v>
                </c:pt>
                <c:pt idx="23924">
                  <c:v>134.25</c:v>
                </c:pt>
                <c:pt idx="23925">
                  <c:v>188.69</c:v>
                </c:pt>
                <c:pt idx="23926">
                  <c:v>223.8</c:v>
                </c:pt>
                <c:pt idx="23927">
                  <c:v>169.36</c:v>
                </c:pt>
                <c:pt idx="23928">
                  <c:v>55.96</c:v>
                </c:pt>
                <c:pt idx="23929">
                  <c:v>76.98</c:v>
                </c:pt>
                <c:pt idx="23930">
                  <c:v>53.98</c:v>
                </c:pt>
                <c:pt idx="23931">
                  <c:v>77.97</c:v>
                </c:pt>
                <c:pt idx="23932">
                  <c:v>114.31</c:v>
                </c:pt>
                <c:pt idx="23933">
                  <c:v>62.05</c:v>
                </c:pt>
                <c:pt idx="23934">
                  <c:v>69.989999999999995</c:v>
                </c:pt>
                <c:pt idx="23935">
                  <c:v>31.94</c:v>
                </c:pt>
                <c:pt idx="23936">
                  <c:v>509.94</c:v>
                </c:pt>
                <c:pt idx="23937">
                  <c:v>308.67</c:v>
                </c:pt>
                <c:pt idx="23938">
                  <c:v>36.270000000000003</c:v>
                </c:pt>
                <c:pt idx="23939">
                  <c:v>421.55</c:v>
                </c:pt>
                <c:pt idx="23940">
                  <c:v>197.94</c:v>
                </c:pt>
                <c:pt idx="23941">
                  <c:v>336.8</c:v>
                </c:pt>
                <c:pt idx="23942">
                  <c:v>59.98</c:v>
                </c:pt>
                <c:pt idx="23943">
                  <c:v>113.96</c:v>
                </c:pt>
                <c:pt idx="23944">
                  <c:v>53.98</c:v>
                </c:pt>
                <c:pt idx="23945">
                  <c:v>59.98</c:v>
                </c:pt>
                <c:pt idx="23946">
                  <c:v>59.98</c:v>
                </c:pt>
                <c:pt idx="23947">
                  <c:v>39.479999999999997</c:v>
                </c:pt>
                <c:pt idx="23948">
                  <c:v>77.97</c:v>
                </c:pt>
                <c:pt idx="23949">
                  <c:v>59.97</c:v>
                </c:pt>
                <c:pt idx="23950">
                  <c:v>59.97</c:v>
                </c:pt>
                <c:pt idx="23951">
                  <c:v>53.97</c:v>
                </c:pt>
                <c:pt idx="23952">
                  <c:v>59.97</c:v>
                </c:pt>
                <c:pt idx="23953">
                  <c:v>59.97</c:v>
                </c:pt>
                <c:pt idx="23954">
                  <c:v>53.97</c:v>
                </c:pt>
                <c:pt idx="23955">
                  <c:v>56.97</c:v>
                </c:pt>
                <c:pt idx="23956">
                  <c:v>59.97</c:v>
                </c:pt>
                <c:pt idx="23957">
                  <c:v>50.98</c:v>
                </c:pt>
                <c:pt idx="23958">
                  <c:v>50.95</c:v>
                </c:pt>
                <c:pt idx="23959">
                  <c:v>74.98</c:v>
                </c:pt>
                <c:pt idx="23960">
                  <c:v>59.95</c:v>
                </c:pt>
                <c:pt idx="23961">
                  <c:v>59.95</c:v>
                </c:pt>
                <c:pt idx="23962">
                  <c:v>300.82</c:v>
                </c:pt>
                <c:pt idx="23963">
                  <c:v>261.98</c:v>
                </c:pt>
                <c:pt idx="23964">
                  <c:v>424.5</c:v>
                </c:pt>
                <c:pt idx="23965">
                  <c:v>369.94</c:v>
                </c:pt>
                <c:pt idx="23966">
                  <c:v>338.06</c:v>
                </c:pt>
                <c:pt idx="23967">
                  <c:v>335.68</c:v>
                </c:pt>
                <c:pt idx="23968">
                  <c:v>333.78</c:v>
                </c:pt>
                <c:pt idx="23969">
                  <c:v>53.92</c:v>
                </c:pt>
                <c:pt idx="23970">
                  <c:v>59.97</c:v>
                </c:pt>
                <c:pt idx="23971">
                  <c:v>59.39</c:v>
                </c:pt>
                <c:pt idx="23972">
                  <c:v>43.97</c:v>
                </c:pt>
                <c:pt idx="23973">
                  <c:v>71.97</c:v>
                </c:pt>
                <c:pt idx="23974">
                  <c:v>102.28</c:v>
                </c:pt>
                <c:pt idx="23975">
                  <c:v>54.97</c:v>
                </c:pt>
                <c:pt idx="23976">
                  <c:v>56.97</c:v>
                </c:pt>
                <c:pt idx="23977">
                  <c:v>157.94999999999999</c:v>
                </c:pt>
                <c:pt idx="23978">
                  <c:v>62.96</c:v>
                </c:pt>
                <c:pt idx="23979">
                  <c:v>174.95</c:v>
                </c:pt>
                <c:pt idx="23980">
                  <c:v>51.49</c:v>
                </c:pt>
                <c:pt idx="23981">
                  <c:v>84.99</c:v>
                </c:pt>
                <c:pt idx="23982">
                  <c:v>50.34</c:v>
                </c:pt>
                <c:pt idx="23983">
                  <c:v>99.98</c:v>
                </c:pt>
                <c:pt idx="23984">
                  <c:v>99.98</c:v>
                </c:pt>
                <c:pt idx="23985">
                  <c:v>99.98</c:v>
                </c:pt>
                <c:pt idx="23986">
                  <c:v>84.99</c:v>
                </c:pt>
                <c:pt idx="23987">
                  <c:v>79.98</c:v>
                </c:pt>
                <c:pt idx="23988">
                  <c:v>41.49</c:v>
                </c:pt>
                <c:pt idx="23989">
                  <c:v>84.99</c:v>
                </c:pt>
                <c:pt idx="23990">
                  <c:v>92.33</c:v>
                </c:pt>
                <c:pt idx="23991">
                  <c:v>84.99</c:v>
                </c:pt>
                <c:pt idx="23992">
                  <c:v>84.99</c:v>
                </c:pt>
                <c:pt idx="23993">
                  <c:v>73.989999999999995</c:v>
                </c:pt>
                <c:pt idx="23994">
                  <c:v>41.49</c:v>
                </c:pt>
                <c:pt idx="23995">
                  <c:v>0</c:v>
                </c:pt>
                <c:pt idx="23996">
                  <c:v>99.98</c:v>
                </c:pt>
                <c:pt idx="23997">
                  <c:v>49.99</c:v>
                </c:pt>
                <c:pt idx="23998">
                  <c:v>90.44</c:v>
                </c:pt>
                <c:pt idx="23999">
                  <c:v>99.98</c:v>
                </c:pt>
                <c:pt idx="24000">
                  <c:v>84.99</c:v>
                </c:pt>
                <c:pt idx="24001">
                  <c:v>79.98</c:v>
                </c:pt>
                <c:pt idx="24002">
                  <c:v>44.98</c:v>
                </c:pt>
                <c:pt idx="24003">
                  <c:v>99.98</c:v>
                </c:pt>
                <c:pt idx="24004">
                  <c:v>84.99</c:v>
                </c:pt>
                <c:pt idx="24005">
                  <c:v>79.98</c:v>
                </c:pt>
                <c:pt idx="24006">
                  <c:v>99.98</c:v>
                </c:pt>
                <c:pt idx="24007">
                  <c:v>84.99</c:v>
                </c:pt>
                <c:pt idx="24008">
                  <c:v>99.98</c:v>
                </c:pt>
                <c:pt idx="24009">
                  <c:v>99.98</c:v>
                </c:pt>
                <c:pt idx="24010">
                  <c:v>49.99</c:v>
                </c:pt>
                <c:pt idx="24011">
                  <c:v>41.49</c:v>
                </c:pt>
                <c:pt idx="24012">
                  <c:v>84.99</c:v>
                </c:pt>
                <c:pt idx="24013">
                  <c:v>103.18</c:v>
                </c:pt>
                <c:pt idx="24014">
                  <c:v>79.98</c:v>
                </c:pt>
                <c:pt idx="24015">
                  <c:v>84.99</c:v>
                </c:pt>
                <c:pt idx="24016">
                  <c:v>142.46</c:v>
                </c:pt>
                <c:pt idx="24017">
                  <c:v>28.39</c:v>
                </c:pt>
                <c:pt idx="24018">
                  <c:v>119.98</c:v>
                </c:pt>
                <c:pt idx="24019">
                  <c:v>69.95</c:v>
                </c:pt>
                <c:pt idx="24020">
                  <c:v>39.21</c:v>
                </c:pt>
                <c:pt idx="24021">
                  <c:v>75.959999999999994</c:v>
                </c:pt>
                <c:pt idx="24022">
                  <c:v>113.95</c:v>
                </c:pt>
                <c:pt idx="24023">
                  <c:v>62.47</c:v>
                </c:pt>
                <c:pt idx="24024">
                  <c:v>41.29</c:v>
                </c:pt>
                <c:pt idx="24025">
                  <c:v>63.97</c:v>
                </c:pt>
                <c:pt idx="24026">
                  <c:v>31.48</c:v>
                </c:pt>
                <c:pt idx="24027">
                  <c:v>109.96</c:v>
                </c:pt>
                <c:pt idx="24028">
                  <c:v>237.56</c:v>
                </c:pt>
                <c:pt idx="24029">
                  <c:v>311</c:v>
                </c:pt>
                <c:pt idx="24030">
                  <c:v>123.1</c:v>
                </c:pt>
                <c:pt idx="24031">
                  <c:v>238.96</c:v>
                </c:pt>
                <c:pt idx="24032">
                  <c:v>65.989999999999995</c:v>
                </c:pt>
                <c:pt idx="24033">
                  <c:v>263.95999999999998</c:v>
                </c:pt>
                <c:pt idx="24034">
                  <c:v>266.55</c:v>
                </c:pt>
                <c:pt idx="24035">
                  <c:v>161.47999999999999</c:v>
                </c:pt>
                <c:pt idx="24036">
                  <c:v>169.98</c:v>
                </c:pt>
                <c:pt idx="24037">
                  <c:v>149.47</c:v>
                </c:pt>
                <c:pt idx="24038">
                  <c:v>193.76</c:v>
                </c:pt>
                <c:pt idx="24039">
                  <c:v>105.98</c:v>
                </c:pt>
                <c:pt idx="24040">
                  <c:v>291.95999999999998</c:v>
                </c:pt>
                <c:pt idx="24041">
                  <c:v>127.66</c:v>
                </c:pt>
                <c:pt idx="24042">
                  <c:v>117.98</c:v>
                </c:pt>
                <c:pt idx="24043">
                  <c:v>53.2</c:v>
                </c:pt>
                <c:pt idx="24044">
                  <c:v>39.299999999999997</c:v>
                </c:pt>
                <c:pt idx="24045">
                  <c:v>75</c:v>
                </c:pt>
                <c:pt idx="24046">
                  <c:v>59.98</c:v>
                </c:pt>
                <c:pt idx="24047">
                  <c:v>72.22</c:v>
                </c:pt>
                <c:pt idx="24048">
                  <c:v>57.58</c:v>
                </c:pt>
                <c:pt idx="24049">
                  <c:v>63.96</c:v>
                </c:pt>
                <c:pt idx="24050">
                  <c:v>17.190000000000001</c:v>
                </c:pt>
                <c:pt idx="24051">
                  <c:v>17.79</c:v>
                </c:pt>
                <c:pt idx="24052">
                  <c:v>17.79</c:v>
                </c:pt>
                <c:pt idx="24053">
                  <c:v>17.190000000000001</c:v>
                </c:pt>
                <c:pt idx="24054">
                  <c:v>98.96</c:v>
                </c:pt>
                <c:pt idx="24055">
                  <c:v>77.319999999999993</c:v>
                </c:pt>
                <c:pt idx="24056">
                  <c:v>68.36</c:v>
                </c:pt>
                <c:pt idx="24057">
                  <c:v>104.04</c:v>
                </c:pt>
                <c:pt idx="24058">
                  <c:v>87.1</c:v>
                </c:pt>
                <c:pt idx="24059">
                  <c:v>114.91</c:v>
                </c:pt>
                <c:pt idx="24060">
                  <c:v>76.209999999999994</c:v>
                </c:pt>
                <c:pt idx="24061">
                  <c:v>108.78</c:v>
                </c:pt>
                <c:pt idx="24062">
                  <c:v>82.26</c:v>
                </c:pt>
                <c:pt idx="24063">
                  <c:v>176.05</c:v>
                </c:pt>
                <c:pt idx="24064">
                  <c:v>172.97</c:v>
                </c:pt>
                <c:pt idx="24065">
                  <c:v>105.97</c:v>
                </c:pt>
                <c:pt idx="24066">
                  <c:v>198.95</c:v>
                </c:pt>
                <c:pt idx="24067">
                  <c:v>198.95</c:v>
                </c:pt>
                <c:pt idx="24068">
                  <c:v>159.97999999999999</c:v>
                </c:pt>
                <c:pt idx="24069">
                  <c:v>159.97999999999999</c:v>
                </c:pt>
                <c:pt idx="24070">
                  <c:v>198.95</c:v>
                </c:pt>
                <c:pt idx="24071">
                  <c:v>105.97</c:v>
                </c:pt>
                <c:pt idx="24072">
                  <c:v>172.97</c:v>
                </c:pt>
                <c:pt idx="24073">
                  <c:v>198.95</c:v>
                </c:pt>
                <c:pt idx="24074">
                  <c:v>172.95</c:v>
                </c:pt>
                <c:pt idx="24075">
                  <c:v>102.82</c:v>
                </c:pt>
                <c:pt idx="24076">
                  <c:v>88.18</c:v>
                </c:pt>
                <c:pt idx="24077">
                  <c:v>104.98</c:v>
                </c:pt>
                <c:pt idx="24078">
                  <c:v>59.98</c:v>
                </c:pt>
                <c:pt idx="24079">
                  <c:v>115.97</c:v>
                </c:pt>
                <c:pt idx="24080">
                  <c:v>175.93</c:v>
                </c:pt>
                <c:pt idx="24081">
                  <c:v>66.53</c:v>
                </c:pt>
                <c:pt idx="24082">
                  <c:v>56.52</c:v>
                </c:pt>
                <c:pt idx="24083">
                  <c:v>67.84</c:v>
                </c:pt>
                <c:pt idx="24084">
                  <c:v>59.39</c:v>
                </c:pt>
                <c:pt idx="24085">
                  <c:v>251.74</c:v>
                </c:pt>
                <c:pt idx="24086">
                  <c:v>197.97</c:v>
                </c:pt>
                <c:pt idx="24087">
                  <c:v>197.97</c:v>
                </c:pt>
                <c:pt idx="24088">
                  <c:v>131.97999999999999</c:v>
                </c:pt>
                <c:pt idx="24089">
                  <c:v>197.97</c:v>
                </c:pt>
                <c:pt idx="24090">
                  <c:v>131.97999999999999</c:v>
                </c:pt>
                <c:pt idx="24091">
                  <c:v>197.97</c:v>
                </c:pt>
                <c:pt idx="24092">
                  <c:v>71.069999999999993</c:v>
                </c:pt>
                <c:pt idx="24093">
                  <c:v>94.38</c:v>
                </c:pt>
                <c:pt idx="24094">
                  <c:v>94.38</c:v>
                </c:pt>
                <c:pt idx="24095">
                  <c:v>131.97999999999999</c:v>
                </c:pt>
                <c:pt idx="24096">
                  <c:v>131.97999999999999</c:v>
                </c:pt>
                <c:pt idx="24097">
                  <c:v>131.97999999999999</c:v>
                </c:pt>
                <c:pt idx="24098">
                  <c:v>65.989999999999995</c:v>
                </c:pt>
                <c:pt idx="24099">
                  <c:v>131.97999999999999</c:v>
                </c:pt>
                <c:pt idx="24100">
                  <c:v>197.97</c:v>
                </c:pt>
                <c:pt idx="24101">
                  <c:v>131.97999999999999</c:v>
                </c:pt>
                <c:pt idx="24102">
                  <c:v>131.97999999999999</c:v>
                </c:pt>
                <c:pt idx="24103">
                  <c:v>197.97</c:v>
                </c:pt>
                <c:pt idx="24104">
                  <c:v>103.03</c:v>
                </c:pt>
                <c:pt idx="24105">
                  <c:v>-20.99</c:v>
                </c:pt>
                <c:pt idx="24106">
                  <c:v>147.46</c:v>
                </c:pt>
                <c:pt idx="24107">
                  <c:v>50.98</c:v>
                </c:pt>
                <c:pt idx="24108">
                  <c:v>54.99</c:v>
                </c:pt>
                <c:pt idx="24109">
                  <c:v>117.76</c:v>
                </c:pt>
                <c:pt idx="24110">
                  <c:v>58.78</c:v>
                </c:pt>
                <c:pt idx="24111">
                  <c:v>188.97</c:v>
                </c:pt>
                <c:pt idx="24112">
                  <c:v>107.97</c:v>
                </c:pt>
                <c:pt idx="24113">
                  <c:v>80.98</c:v>
                </c:pt>
                <c:pt idx="24114">
                  <c:v>35.479999999999997</c:v>
                </c:pt>
                <c:pt idx="24115">
                  <c:v>74.98</c:v>
                </c:pt>
                <c:pt idx="24116">
                  <c:v>68.989999999999995</c:v>
                </c:pt>
                <c:pt idx="24117">
                  <c:v>99.98</c:v>
                </c:pt>
                <c:pt idx="24118">
                  <c:v>65.989999999999995</c:v>
                </c:pt>
                <c:pt idx="24119">
                  <c:v>99.98</c:v>
                </c:pt>
                <c:pt idx="24120">
                  <c:v>84.99</c:v>
                </c:pt>
                <c:pt idx="24121">
                  <c:v>99.98</c:v>
                </c:pt>
                <c:pt idx="24122">
                  <c:v>84.99</c:v>
                </c:pt>
                <c:pt idx="24123">
                  <c:v>80.98</c:v>
                </c:pt>
                <c:pt idx="24124">
                  <c:v>99.98</c:v>
                </c:pt>
                <c:pt idx="24125">
                  <c:v>99.98</c:v>
                </c:pt>
                <c:pt idx="24126">
                  <c:v>84.99</c:v>
                </c:pt>
                <c:pt idx="24127">
                  <c:v>84.99</c:v>
                </c:pt>
                <c:pt idx="24128">
                  <c:v>84.99</c:v>
                </c:pt>
                <c:pt idx="24129">
                  <c:v>84.99</c:v>
                </c:pt>
                <c:pt idx="24130">
                  <c:v>131.97999999999999</c:v>
                </c:pt>
                <c:pt idx="24131">
                  <c:v>136.97</c:v>
                </c:pt>
                <c:pt idx="24132">
                  <c:v>169.98</c:v>
                </c:pt>
                <c:pt idx="24133">
                  <c:v>69.97</c:v>
                </c:pt>
                <c:pt idx="24134">
                  <c:v>38.28</c:v>
                </c:pt>
                <c:pt idx="24135">
                  <c:v>48.42</c:v>
                </c:pt>
                <c:pt idx="24136">
                  <c:v>120.95</c:v>
                </c:pt>
                <c:pt idx="24137">
                  <c:v>54.99</c:v>
                </c:pt>
                <c:pt idx="24138">
                  <c:v>81.48</c:v>
                </c:pt>
                <c:pt idx="24139">
                  <c:v>84.99</c:v>
                </c:pt>
                <c:pt idx="24140">
                  <c:v>120.99</c:v>
                </c:pt>
                <c:pt idx="24141">
                  <c:v>68.930000000000007</c:v>
                </c:pt>
                <c:pt idx="24142">
                  <c:v>81.05</c:v>
                </c:pt>
                <c:pt idx="24143">
                  <c:v>108.86</c:v>
                </c:pt>
                <c:pt idx="24144">
                  <c:v>68.989999999999995</c:v>
                </c:pt>
                <c:pt idx="24145">
                  <c:v>96.98</c:v>
                </c:pt>
                <c:pt idx="24146">
                  <c:v>169.98</c:v>
                </c:pt>
                <c:pt idx="24147">
                  <c:v>96.98</c:v>
                </c:pt>
                <c:pt idx="24148">
                  <c:v>113.96</c:v>
                </c:pt>
                <c:pt idx="24149">
                  <c:v>84.99</c:v>
                </c:pt>
                <c:pt idx="24150">
                  <c:v>239.95</c:v>
                </c:pt>
                <c:pt idx="24151">
                  <c:v>105.87</c:v>
                </c:pt>
                <c:pt idx="24152">
                  <c:v>189.97</c:v>
                </c:pt>
                <c:pt idx="24153">
                  <c:v>116.96</c:v>
                </c:pt>
                <c:pt idx="24154">
                  <c:v>84.99</c:v>
                </c:pt>
                <c:pt idx="24155">
                  <c:v>102.56</c:v>
                </c:pt>
                <c:pt idx="24156">
                  <c:v>154.97999999999999</c:v>
                </c:pt>
                <c:pt idx="24157">
                  <c:v>96.98</c:v>
                </c:pt>
                <c:pt idx="24158">
                  <c:v>84.99</c:v>
                </c:pt>
                <c:pt idx="24159">
                  <c:v>169.98</c:v>
                </c:pt>
                <c:pt idx="24160">
                  <c:v>64.400000000000006</c:v>
                </c:pt>
                <c:pt idx="24161">
                  <c:v>84.99</c:v>
                </c:pt>
                <c:pt idx="24162">
                  <c:v>96.98</c:v>
                </c:pt>
                <c:pt idx="24163">
                  <c:v>84.99</c:v>
                </c:pt>
                <c:pt idx="24164">
                  <c:v>161.96</c:v>
                </c:pt>
                <c:pt idx="24165">
                  <c:v>91.61</c:v>
                </c:pt>
                <c:pt idx="24166">
                  <c:v>69.98</c:v>
                </c:pt>
                <c:pt idx="24167">
                  <c:v>169.98</c:v>
                </c:pt>
                <c:pt idx="24168">
                  <c:v>84.99</c:v>
                </c:pt>
                <c:pt idx="24169">
                  <c:v>193.96</c:v>
                </c:pt>
                <c:pt idx="24170">
                  <c:v>66.53</c:v>
                </c:pt>
                <c:pt idx="24171">
                  <c:v>61.67</c:v>
                </c:pt>
                <c:pt idx="24172">
                  <c:v>61.67</c:v>
                </c:pt>
                <c:pt idx="24173">
                  <c:v>84.99</c:v>
                </c:pt>
                <c:pt idx="24174">
                  <c:v>86.97</c:v>
                </c:pt>
                <c:pt idx="24175">
                  <c:v>36.29</c:v>
                </c:pt>
                <c:pt idx="24176">
                  <c:v>51.29</c:v>
                </c:pt>
                <c:pt idx="24177">
                  <c:v>69.989999999999995</c:v>
                </c:pt>
                <c:pt idx="24178">
                  <c:v>80.97</c:v>
                </c:pt>
                <c:pt idx="24179">
                  <c:v>93.96</c:v>
                </c:pt>
                <c:pt idx="24180">
                  <c:v>51.98</c:v>
                </c:pt>
                <c:pt idx="24181">
                  <c:v>79.989999999999995</c:v>
                </c:pt>
                <c:pt idx="24182">
                  <c:v>84.99</c:v>
                </c:pt>
                <c:pt idx="24183">
                  <c:v>60.99</c:v>
                </c:pt>
                <c:pt idx="24184">
                  <c:v>60.99</c:v>
                </c:pt>
                <c:pt idx="24185">
                  <c:v>79.989999999999995</c:v>
                </c:pt>
                <c:pt idx="24186">
                  <c:v>79.989999999999995</c:v>
                </c:pt>
                <c:pt idx="24187">
                  <c:v>79.989999999999995</c:v>
                </c:pt>
                <c:pt idx="24188">
                  <c:v>60.99</c:v>
                </c:pt>
                <c:pt idx="24189">
                  <c:v>79.989999999999995</c:v>
                </c:pt>
                <c:pt idx="24190">
                  <c:v>60.99</c:v>
                </c:pt>
                <c:pt idx="24191">
                  <c:v>60.99</c:v>
                </c:pt>
                <c:pt idx="24192">
                  <c:v>65.98</c:v>
                </c:pt>
                <c:pt idx="24193">
                  <c:v>79.989999999999995</c:v>
                </c:pt>
                <c:pt idx="24194">
                  <c:v>60.99</c:v>
                </c:pt>
                <c:pt idx="24195">
                  <c:v>64</c:v>
                </c:pt>
                <c:pt idx="24196">
                  <c:v>79.989999999999995</c:v>
                </c:pt>
                <c:pt idx="24197">
                  <c:v>79.989999999999995</c:v>
                </c:pt>
                <c:pt idx="24198">
                  <c:v>106.97</c:v>
                </c:pt>
                <c:pt idx="24199">
                  <c:v>95.98</c:v>
                </c:pt>
                <c:pt idx="24200">
                  <c:v>95.98</c:v>
                </c:pt>
                <c:pt idx="24201">
                  <c:v>95.98</c:v>
                </c:pt>
                <c:pt idx="24202">
                  <c:v>60.99</c:v>
                </c:pt>
                <c:pt idx="24203">
                  <c:v>79.989999999999995</c:v>
                </c:pt>
                <c:pt idx="24204">
                  <c:v>84.99</c:v>
                </c:pt>
                <c:pt idx="24205">
                  <c:v>79.989999999999995</c:v>
                </c:pt>
                <c:pt idx="24206">
                  <c:v>60.99</c:v>
                </c:pt>
                <c:pt idx="24207">
                  <c:v>49.27</c:v>
                </c:pt>
                <c:pt idx="24208">
                  <c:v>116.97</c:v>
                </c:pt>
                <c:pt idx="24209">
                  <c:v>72.97</c:v>
                </c:pt>
                <c:pt idx="24210">
                  <c:v>50.97</c:v>
                </c:pt>
                <c:pt idx="24211">
                  <c:v>50.97</c:v>
                </c:pt>
                <c:pt idx="24212">
                  <c:v>62.97</c:v>
                </c:pt>
                <c:pt idx="24213">
                  <c:v>51.28</c:v>
                </c:pt>
                <c:pt idx="24214">
                  <c:v>66.959999999999994</c:v>
                </c:pt>
                <c:pt idx="24215">
                  <c:v>55.96</c:v>
                </c:pt>
                <c:pt idx="24216">
                  <c:v>51.96</c:v>
                </c:pt>
                <c:pt idx="24217">
                  <c:v>170.53</c:v>
                </c:pt>
                <c:pt idx="24218">
                  <c:v>169.98</c:v>
                </c:pt>
                <c:pt idx="24219">
                  <c:v>163.18</c:v>
                </c:pt>
                <c:pt idx="24220">
                  <c:v>168.28</c:v>
                </c:pt>
                <c:pt idx="24221">
                  <c:v>159.97999999999999</c:v>
                </c:pt>
                <c:pt idx="24222">
                  <c:v>169.98</c:v>
                </c:pt>
                <c:pt idx="24223">
                  <c:v>169.98</c:v>
                </c:pt>
                <c:pt idx="24224">
                  <c:v>169.98</c:v>
                </c:pt>
                <c:pt idx="24225">
                  <c:v>169.98</c:v>
                </c:pt>
                <c:pt idx="24226">
                  <c:v>51.97</c:v>
                </c:pt>
                <c:pt idx="24227">
                  <c:v>64.77</c:v>
                </c:pt>
                <c:pt idx="24228">
                  <c:v>54.95</c:v>
                </c:pt>
                <c:pt idx="24229">
                  <c:v>157.91999999999999</c:v>
                </c:pt>
                <c:pt idx="24230">
                  <c:v>71.680000000000007</c:v>
                </c:pt>
                <c:pt idx="24231">
                  <c:v>99.98</c:v>
                </c:pt>
                <c:pt idx="24232">
                  <c:v>70.98</c:v>
                </c:pt>
                <c:pt idx="24233">
                  <c:v>69.98</c:v>
                </c:pt>
                <c:pt idx="24234">
                  <c:v>91.96</c:v>
                </c:pt>
                <c:pt idx="24235">
                  <c:v>80.97</c:v>
                </c:pt>
                <c:pt idx="24236">
                  <c:v>94.97</c:v>
                </c:pt>
                <c:pt idx="24237">
                  <c:v>76.489999999999995</c:v>
                </c:pt>
                <c:pt idx="24238">
                  <c:v>91.96</c:v>
                </c:pt>
                <c:pt idx="24239">
                  <c:v>232.9</c:v>
                </c:pt>
                <c:pt idx="24240">
                  <c:v>232.9</c:v>
                </c:pt>
                <c:pt idx="24241">
                  <c:v>156.91999999999999</c:v>
                </c:pt>
                <c:pt idx="24242">
                  <c:v>112.04</c:v>
                </c:pt>
                <c:pt idx="24243">
                  <c:v>125.93</c:v>
                </c:pt>
                <c:pt idx="24244">
                  <c:v>246.92</c:v>
                </c:pt>
                <c:pt idx="24245">
                  <c:v>156.93</c:v>
                </c:pt>
                <c:pt idx="24246">
                  <c:v>336.19</c:v>
                </c:pt>
                <c:pt idx="24247">
                  <c:v>160.93</c:v>
                </c:pt>
                <c:pt idx="24248">
                  <c:v>-232.9</c:v>
                </c:pt>
                <c:pt idx="24249">
                  <c:v>321.68</c:v>
                </c:pt>
                <c:pt idx="24250">
                  <c:v>170.91</c:v>
                </c:pt>
                <c:pt idx="24251">
                  <c:v>61.97</c:v>
                </c:pt>
                <c:pt idx="24252">
                  <c:v>201.24</c:v>
                </c:pt>
                <c:pt idx="24253">
                  <c:v>121.96</c:v>
                </c:pt>
                <c:pt idx="24254">
                  <c:v>55.98</c:v>
                </c:pt>
                <c:pt idx="24255">
                  <c:v>69.069999999999993</c:v>
                </c:pt>
                <c:pt idx="24256">
                  <c:v>55.15</c:v>
                </c:pt>
                <c:pt idx="24257">
                  <c:v>50.15</c:v>
                </c:pt>
                <c:pt idx="24258">
                  <c:v>66.53</c:v>
                </c:pt>
                <c:pt idx="24259">
                  <c:v>81.05</c:v>
                </c:pt>
                <c:pt idx="24260">
                  <c:v>89.97</c:v>
                </c:pt>
                <c:pt idx="24261">
                  <c:v>80.97</c:v>
                </c:pt>
                <c:pt idx="24262">
                  <c:v>79.989999999999995</c:v>
                </c:pt>
                <c:pt idx="24263">
                  <c:v>90.98</c:v>
                </c:pt>
                <c:pt idx="24264">
                  <c:v>84.99</c:v>
                </c:pt>
                <c:pt idx="24265">
                  <c:v>65.989999999999995</c:v>
                </c:pt>
                <c:pt idx="24266">
                  <c:v>83.21</c:v>
                </c:pt>
                <c:pt idx="24267">
                  <c:v>65.989999999999995</c:v>
                </c:pt>
                <c:pt idx="24268">
                  <c:v>84.99</c:v>
                </c:pt>
                <c:pt idx="24269">
                  <c:v>77.19</c:v>
                </c:pt>
                <c:pt idx="24270">
                  <c:v>80.98</c:v>
                </c:pt>
                <c:pt idx="24271">
                  <c:v>80.98</c:v>
                </c:pt>
                <c:pt idx="24272">
                  <c:v>79.19</c:v>
                </c:pt>
                <c:pt idx="24273">
                  <c:v>84.99</c:v>
                </c:pt>
                <c:pt idx="24274">
                  <c:v>65.989999999999995</c:v>
                </c:pt>
                <c:pt idx="24275">
                  <c:v>65.989999999999995</c:v>
                </c:pt>
                <c:pt idx="24276">
                  <c:v>84.99</c:v>
                </c:pt>
                <c:pt idx="24277">
                  <c:v>65.989999999999995</c:v>
                </c:pt>
                <c:pt idx="24278">
                  <c:v>84.99</c:v>
                </c:pt>
                <c:pt idx="24279">
                  <c:v>84.99</c:v>
                </c:pt>
                <c:pt idx="24280">
                  <c:v>54.99</c:v>
                </c:pt>
                <c:pt idx="24281">
                  <c:v>99.98</c:v>
                </c:pt>
                <c:pt idx="24282">
                  <c:v>84.99</c:v>
                </c:pt>
                <c:pt idx="24283">
                  <c:v>78.14</c:v>
                </c:pt>
                <c:pt idx="24284">
                  <c:v>76.489999999999995</c:v>
                </c:pt>
                <c:pt idx="24285">
                  <c:v>72.239999999999995</c:v>
                </c:pt>
                <c:pt idx="24286">
                  <c:v>65.989999999999995</c:v>
                </c:pt>
                <c:pt idx="24287">
                  <c:v>84.99</c:v>
                </c:pt>
                <c:pt idx="24288">
                  <c:v>65.989999999999995</c:v>
                </c:pt>
                <c:pt idx="24289">
                  <c:v>99.98</c:v>
                </c:pt>
                <c:pt idx="24290">
                  <c:v>170.96</c:v>
                </c:pt>
                <c:pt idx="24291">
                  <c:v>65.33</c:v>
                </c:pt>
                <c:pt idx="24292">
                  <c:v>123.4</c:v>
                </c:pt>
                <c:pt idx="24293">
                  <c:v>94.95</c:v>
                </c:pt>
                <c:pt idx="24294">
                  <c:v>116.12</c:v>
                </c:pt>
                <c:pt idx="24295">
                  <c:v>72.58</c:v>
                </c:pt>
                <c:pt idx="24296">
                  <c:v>50.97</c:v>
                </c:pt>
                <c:pt idx="24297">
                  <c:v>51.96</c:v>
                </c:pt>
                <c:pt idx="24298">
                  <c:v>14.29</c:v>
                </c:pt>
                <c:pt idx="24299">
                  <c:v>39.28</c:v>
                </c:pt>
                <c:pt idx="24300">
                  <c:v>59.96</c:v>
                </c:pt>
                <c:pt idx="24301">
                  <c:v>59.96</c:v>
                </c:pt>
                <c:pt idx="24302">
                  <c:v>53.96</c:v>
                </c:pt>
                <c:pt idx="24303">
                  <c:v>90.71</c:v>
                </c:pt>
                <c:pt idx="24304">
                  <c:v>97.97</c:v>
                </c:pt>
                <c:pt idx="24305">
                  <c:v>38.22</c:v>
                </c:pt>
                <c:pt idx="24306">
                  <c:v>59.96</c:v>
                </c:pt>
                <c:pt idx="24307">
                  <c:v>59.95</c:v>
                </c:pt>
                <c:pt idx="24308">
                  <c:v>59.96</c:v>
                </c:pt>
                <c:pt idx="24309">
                  <c:v>59.96</c:v>
                </c:pt>
                <c:pt idx="24310">
                  <c:v>111.96</c:v>
                </c:pt>
                <c:pt idx="24311">
                  <c:v>123.96</c:v>
                </c:pt>
                <c:pt idx="24312">
                  <c:v>123.96</c:v>
                </c:pt>
                <c:pt idx="24313">
                  <c:v>179.94</c:v>
                </c:pt>
                <c:pt idx="24314">
                  <c:v>123.96</c:v>
                </c:pt>
                <c:pt idx="24315">
                  <c:v>112.73</c:v>
                </c:pt>
                <c:pt idx="24316">
                  <c:v>117.96</c:v>
                </c:pt>
                <c:pt idx="24317">
                  <c:v>119.96</c:v>
                </c:pt>
                <c:pt idx="24318">
                  <c:v>119.96</c:v>
                </c:pt>
                <c:pt idx="24319">
                  <c:v>123.96</c:v>
                </c:pt>
                <c:pt idx="24320">
                  <c:v>24.99</c:v>
                </c:pt>
                <c:pt idx="24321">
                  <c:v>139.94999999999999</c:v>
                </c:pt>
                <c:pt idx="24322">
                  <c:v>118.46</c:v>
                </c:pt>
                <c:pt idx="24323">
                  <c:v>29.99</c:v>
                </c:pt>
                <c:pt idx="24324">
                  <c:v>147.25</c:v>
                </c:pt>
                <c:pt idx="24325">
                  <c:v>117.56</c:v>
                </c:pt>
                <c:pt idx="24326">
                  <c:v>164.34</c:v>
                </c:pt>
                <c:pt idx="24327">
                  <c:v>119.96</c:v>
                </c:pt>
                <c:pt idx="24328">
                  <c:v>119.96</c:v>
                </c:pt>
                <c:pt idx="24329">
                  <c:v>92.64</c:v>
                </c:pt>
                <c:pt idx="24330">
                  <c:v>149.94999999999999</c:v>
                </c:pt>
                <c:pt idx="24331">
                  <c:v>99.96</c:v>
                </c:pt>
                <c:pt idx="24332">
                  <c:v>111.56</c:v>
                </c:pt>
                <c:pt idx="24333">
                  <c:v>114.96</c:v>
                </c:pt>
                <c:pt idx="24334">
                  <c:v>124.97</c:v>
                </c:pt>
                <c:pt idx="24335">
                  <c:v>123.34</c:v>
                </c:pt>
                <c:pt idx="24336">
                  <c:v>61.69</c:v>
                </c:pt>
                <c:pt idx="24337">
                  <c:v>52.98</c:v>
                </c:pt>
                <c:pt idx="24338">
                  <c:v>64.97</c:v>
                </c:pt>
                <c:pt idx="24339">
                  <c:v>68.98</c:v>
                </c:pt>
                <c:pt idx="24340">
                  <c:v>41.99</c:v>
                </c:pt>
                <c:pt idx="24341">
                  <c:v>44.99</c:v>
                </c:pt>
                <c:pt idx="24342">
                  <c:v>102.57</c:v>
                </c:pt>
                <c:pt idx="24343">
                  <c:v>67.97</c:v>
                </c:pt>
                <c:pt idx="24344">
                  <c:v>84.99</c:v>
                </c:pt>
                <c:pt idx="24345">
                  <c:v>111.42</c:v>
                </c:pt>
                <c:pt idx="24346">
                  <c:v>100.98</c:v>
                </c:pt>
                <c:pt idx="24347">
                  <c:v>147.44999999999999</c:v>
                </c:pt>
                <c:pt idx="24348">
                  <c:v>321.72000000000003</c:v>
                </c:pt>
                <c:pt idx="24349">
                  <c:v>83.68</c:v>
                </c:pt>
                <c:pt idx="24350">
                  <c:v>169.98</c:v>
                </c:pt>
                <c:pt idx="24351">
                  <c:v>145.97999999999999</c:v>
                </c:pt>
                <c:pt idx="24352">
                  <c:v>109.71</c:v>
                </c:pt>
                <c:pt idx="24353">
                  <c:v>67.58</c:v>
                </c:pt>
                <c:pt idx="24354">
                  <c:v>84.99</c:v>
                </c:pt>
                <c:pt idx="24355">
                  <c:v>68.989999999999995</c:v>
                </c:pt>
                <c:pt idx="24356">
                  <c:v>114.97</c:v>
                </c:pt>
                <c:pt idx="24357">
                  <c:v>69.98</c:v>
                </c:pt>
                <c:pt idx="24358">
                  <c:v>193.72</c:v>
                </c:pt>
                <c:pt idx="24359">
                  <c:v>147.94</c:v>
                </c:pt>
                <c:pt idx="24360">
                  <c:v>114.97</c:v>
                </c:pt>
                <c:pt idx="24361">
                  <c:v>107.79</c:v>
                </c:pt>
                <c:pt idx="24362">
                  <c:v>64.98</c:v>
                </c:pt>
                <c:pt idx="24363">
                  <c:v>111.07</c:v>
                </c:pt>
                <c:pt idx="24364">
                  <c:v>173.46</c:v>
                </c:pt>
                <c:pt idx="24365">
                  <c:v>56.97</c:v>
                </c:pt>
                <c:pt idx="24366">
                  <c:v>56.97</c:v>
                </c:pt>
                <c:pt idx="24367">
                  <c:v>63.96</c:v>
                </c:pt>
                <c:pt idx="24368">
                  <c:v>51.76</c:v>
                </c:pt>
                <c:pt idx="24369">
                  <c:v>102.98</c:v>
                </c:pt>
                <c:pt idx="24370">
                  <c:v>54.99</c:v>
                </c:pt>
                <c:pt idx="24371">
                  <c:v>167.16</c:v>
                </c:pt>
                <c:pt idx="24372">
                  <c:v>26.19</c:v>
                </c:pt>
                <c:pt idx="24373">
                  <c:v>59.98</c:v>
                </c:pt>
                <c:pt idx="24374">
                  <c:v>50.98</c:v>
                </c:pt>
                <c:pt idx="24375">
                  <c:v>59.38</c:v>
                </c:pt>
                <c:pt idx="24376">
                  <c:v>156.56</c:v>
                </c:pt>
                <c:pt idx="24377">
                  <c:v>68.97</c:v>
                </c:pt>
                <c:pt idx="24378">
                  <c:v>169.98</c:v>
                </c:pt>
                <c:pt idx="24379">
                  <c:v>84.99</c:v>
                </c:pt>
                <c:pt idx="24380">
                  <c:v>84.99</c:v>
                </c:pt>
                <c:pt idx="24381">
                  <c:v>169.98</c:v>
                </c:pt>
                <c:pt idx="24382">
                  <c:v>15.48</c:v>
                </c:pt>
                <c:pt idx="24383">
                  <c:v>48.5</c:v>
                </c:pt>
                <c:pt idx="24384">
                  <c:v>84.99</c:v>
                </c:pt>
                <c:pt idx="24385">
                  <c:v>131.97999999999999</c:v>
                </c:pt>
                <c:pt idx="24386">
                  <c:v>84.99</c:v>
                </c:pt>
                <c:pt idx="24387">
                  <c:v>81.59</c:v>
                </c:pt>
                <c:pt idx="24388">
                  <c:v>83.46</c:v>
                </c:pt>
                <c:pt idx="24389">
                  <c:v>129.97999999999999</c:v>
                </c:pt>
                <c:pt idx="24390">
                  <c:v>151.16999999999999</c:v>
                </c:pt>
                <c:pt idx="24391">
                  <c:v>84.99</c:v>
                </c:pt>
                <c:pt idx="24392">
                  <c:v>39.28</c:v>
                </c:pt>
                <c:pt idx="24393">
                  <c:v>122.97</c:v>
                </c:pt>
                <c:pt idx="24394">
                  <c:v>44.99</c:v>
                </c:pt>
                <c:pt idx="24395">
                  <c:v>130.96</c:v>
                </c:pt>
                <c:pt idx="24396">
                  <c:v>84.99</c:v>
                </c:pt>
                <c:pt idx="24397">
                  <c:v>84.99</c:v>
                </c:pt>
                <c:pt idx="24398">
                  <c:v>169.98</c:v>
                </c:pt>
                <c:pt idx="24399">
                  <c:v>169.98</c:v>
                </c:pt>
                <c:pt idx="24400">
                  <c:v>169.98</c:v>
                </c:pt>
                <c:pt idx="24401">
                  <c:v>199.95</c:v>
                </c:pt>
                <c:pt idx="24402">
                  <c:v>197.97</c:v>
                </c:pt>
                <c:pt idx="24403">
                  <c:v>182.16</c:v>
                </c:pt>
                <c:pt idx="24404">
                  <c:v>197.97</c:v>
                </c:pt>
                <c:pt idx="24405">
                  <c:v>261.95</c:v>
                </c:pt>
                <c:pt idx="24406">
                  <c:v>119.96</c:v>
                </c:pt>
                <c:pt idx="24407">
                  <c:v>134.96</c:v>
                </c:pt>
                <c:pt idx="24408">
                  <c:v>119.97</c:v>
                </c:pt>
                <c:pt idx="24409">
                  <c:v>197.97</c:v>
                </c:pt>
                <c:pt idx="24410">
                  <c:v>187.44</c:v>
                </c:pt>
                <c:pt idx="24411">
                  <c:v>179.95</c:v>
                </c:pt>
                <c:pt idx="24412">
                  <c:v>79.94</c:v>
                </c:pt>
                <c:pt idx="24413">
                  <c:v>74.98</c:v>
                </c:pt>
                <c:pt idx="24414">
                  <c:v>97.98</c:v>
                </c:pt>
                <c:pt idx="24415">
                  <c:v>101.97</c:v>
                </c:pt>
                <c:pt idx="24416">
                  <c:v>67.98</c:v>
                </c:pt>
                <c:pt idx="24417">
                  <c:v>73.98</c:v>
                </c:pt>
                <c:pt idx="24418">
                  <c:v>84.99</c:v>
                </c:pt>
                <c:pt idx="24419">
                  <c:v>84.99</c:v>
                </c:pt>
                <c:pt idx="24420">
                  <c:v>84.99</c:v>
                </c:pt>
                <c:pt idx="24421">
                  <c:v>169.98</c:v>
                </c:pt>
                <c:pt idx="24422">
                  <c:v>79.98</c:v>
                </c:pt>
                <c:pt idx="24423">
                  <c:v>84.99</c:v>
                </c:pt>
                <c:pt idx="24424">
                  <c:v>82.43</c:v>
                </c:pt>
                <c:pt idx="24425">
                  <c:v>184.12</c:v>
                </c:pt>
                <c:pt idx="24426">
                  <c:v>169.13</c:v>
                </c:pt>
                <c:pt idx="24427">
                  <c:v>84.14</c:v>
                </c:pt>
                <c:pt idx="24428">
                  <c:v>82.29</c:v>
                </c:pt>
                <c:pt idx="24429">
                  <c:v>62.98</c:v>
                </c:pt>
                <c:pt idx="24430">
                  <c:v>84.14</c:v>
                </c:pt>
                <c:pt idx="24431">
                  <c:v>84.14</c:v>
                </c:pt>
                <c:pt idx="24432">
                  <c:v>104.66</c:v>
                </c:pt>
                <c:pt idx="24433">
                  <c:v>131.32</c:v>
                </c:pt>
                <c:pt idx="24434">
                  <c:v>84.14</c:v>
                </c:pt>
                <c:pt idx="24435">
                  <c:v>84.99</c:v>
                </c:pt>
                <c:pt idx="24436">
                  <c:v>83.29</c:v>
                </c:pt>
                <c:pt idx="24437">
                  <c:v>184.97</c:v>
                </c:pt>
                <c:pt idx="24438">
                  <c:v>169.98</c:v>
                </c:pt>
                <c:pt idx="24439">
                  <c:v>84.99</c:v>
                </c:pt>
                <c:pt idx="24440">
                  <c:v>84.99</c:v>
                </c:pt>
                <c:pt idx="24441">
                  <c:v>169.98</c:v>
                </c:pt>
                <c:pt idx="24442">
                  <c:v>84.99</c:v>
                </c:pt>
                <c:pt idx="24443">
                  <c:v>84.99</c:v>
                </c:pt>
                <c:pt idx="24444">
                  <c:v>169.98</c:v>
                </c:pt>
                <c:pt idx="24445">
                  <c:v>169.98</c:v>
                </c:pt>
                <c:pt idx="24446">
                  <c:v>169.98</c:v>
                </c:pt>
                <c:pt idx="24447">
                  <c:v>84.99</c:v>
                </c:pt>
                <c:pt idx="24448">
                  <c:v>84.99</c:v>
                </c:pt>
                <c:pt idx="24449">
                  <c:v>84.99</c:v>
                </c:pt>
                <c:pt idx="24450">
                  <c:v>84.99</c:v>
                </c:pt>
                <c:pt idx="24451">
                  <c:v>84.99</c:v>
                </c:pt>
                <c:pt idx="24452">
                  <c:v>77.98</c:v>
                </c:pt>
                <c:pt idx="24453">
                  <c:v>84.99</c:v>
                </c:pt>
                <c:pt idx="24454">
                  <c:v>183.97</c:v>
                </c:pt>
                <c:pt idx="24455">
                  <c:v>113.97</c:v>
                </c:pt>
                <c:pt idx="24456">
                  <c:v>169.98</c:v>
                </c:pt>
                <c:pt idx="24457">
                  <c:v>93.97</c:v>
                </c:pt>
                <c:pt idx="24458">
                  <c:v>150.18</c:v>
                </c:pt>
                <c:pt idx="24459">
                  <c:v>76.48</c:v>
                </c:pt>
                <c:pt idx="24460">
                  <c:v>84.99</c:v>
                </c:pt>
                <c:pt idx="24461">
                  <c:v>173.95</c:v>
                </c:pt>
                <c:pt idx="24462">
                  <c:v>84.99</c:v>
                </c:pt>
                <c:pt idx="24463">
                  <c:v>84.99</c:v>
                </c:pt>
                <c:pt idx="24464">
                  <c:v>84.99</c:v>
                </c:pt>
                <c:pt idx="24465">
                  <c:v>81.31</c:v>
                </c:pt>
                <c:pt idx="24466">
                  <c:v>84.99</c:v>
                </c:pt>
                <c:pt idx="24467">
                  <c:v>58.46</c:v>
                </c:pt>
                <c:pt idx="24468">
                  <c:v>76.489999999999995</c:v>
                </c:pt>
                <c:pt idx="24469">
                  <c:v>84.99</c:v>
                </c:pt>
                <c:pt idx="24470">
                  <c:v>96.15</c:v>
                </c:pt>
                <c:pt idx="24471">
                  <c:v>79.98</c:v>
                </c:pt>
                <c:pt idx="24472">
                  <c:v>81.3</c:v>
                </c:pt>
                <c:pt idx="24473">
                  <c:v>98.98</c:v>
                </c:pt>
                <c:pt idx="24474">
                  <c:v>84.99</c:v>
                </c:pt>
                <c:pt idx="24475">
                  <c:v>112.97</c:v>
                </c:pt>
                <c:pt idx="24476">
                  <c:v>84.99</c:v>
                </c:pt>
                <c:pt idx="24477">
                  <c:v>169.98</c:v>
                </c:pt>
                <c:pt idx="24478">
                  <c:v>169.98</c:v>
                </c:pt>
                <c:pt idx="24479">
                  <c:v>169.98</c:v>
                </c:pt>
                <c:pt idx="24480">
                  <c:v>99.97</c:v>
                </c:pt>
                <c:pt idx="24481">
                  <c:v>72.98</c:v>
                </c:pt>
                <c:pt idx="24482">
                  <c:v>84.99</c:v>
                </c:pt>
                <c:pt idx="24483">
                  <c:v>84.99</c:v>
                </c:pt>
                <c:pt idx="24484">
                  <c:v>169.98</c:v>
                </c:pt>
                <c:pt idx="24485">
                  <c:v>169.98</c:v>
                </c:pt>
                <c:pt idx="24486">
                  <c:v>169.98</c:v>
                </c:pt>
                <c:pt idx="24487">
                  <c:v>84.98</c:v>
                </c:pt>
                <c:pt idx="24488">
                  <c:v>156.57</c:v>
                </c:pt>
                <c:pt idx="24489">
                  <c:v>169.98</c:v>
                </c:pt>
                <c:pt idx="24490">
                  <c:v>163.18</c:v>
                </c:pt>
                <c:pt idx="24491">
                  <c:v>169.98</c:v>
                </c:pt>
                <c:pt idx="24492">
                  <c:v>169.98</c:v>
                </c:pt>
                <c:pt idx="24493">
                  <c:v>197.97</c:v>
                </c:pt>
                <c:pt idx="24494">
                  <c:v>159.97999999999999</c:v>
                </c:pt>
                <c:pt idx="24495">
                  <c:v>131.97999999999999</c:v>
                </c:pt>
                <c:pt idx="24496">
                  <c:v>169.98</c:v>
                </c:pt>
                <c:pt idx="24497">
                  <c:v>151.80000000000001</c:v>
                </c:pt>
                <c:pt idx="24498">
                  <c:v>254.97</c:v>
                </c:pt>
                <c:pt idx="24499">
                  <c:v>172.97</c:v>
                </c:pt>
                <c:pt idx="24500">
                  <c:v>254.97</c:v>
                </c:pt>
                <c:pt idx="24501">
                  <c:v>169.98</c:v>
                </c:pt>
                <c:pt idx="24502">
                  <c:v>162.06</c:v>
                </c:pt>
                <c:pt idx="24503">
                  <c:v>169.96</c:v>
                </c:pt>
                <c:pt idx="24504">
                  <c:v>89.98</c:v>
                </c:pt>
                <c:pt idx="24505">
                  <c:v>79.98</c:v>
                </c:pt>
                <c:pt idx="24506">
                  <c:v>47.48</c:v>
                </c:pt>
                <c:pt idx="24507">
                  <c:v>45.48</c:v>
                </c:pt>
                <c:pt idx="24508">
                  <c:v>59.98</c:v>
                </c:pt>
                <c:pt idx="24509">
                  <c:v>99.98</c:v>
                </c:pt>
                <c:pt idx="24510">
                  <c:v>61.48</c:v>
                </c:pt>
                <c:pt idx="24511">
                  <c:v>109.96</c:v>
                </c:pt>
                <c:pt idx="24512">
                  <c:v>59.98</c:v>
                </c:pt>
                <c:pt idx="24513">
                  <c:v>43.47</c:v>
                </c:pt>
                <c:pt idx="24514">
                  <c:v>15.49</c:v>
                </c:pt>
                <c:pt idx="24515">
                  <c:v>55.96</c:v>
                </c:pt>
                <c:pt idx="24516">
                  <c:v>59.96</c:v>
                </c:pt>
                <c:pt idx="24517">
                  <c:v>59.96</c:v>
                </c:pt>
                <c:pt idx="24518">
                  <c:v>41.47</c:v>
                </c:pt>
                <c:pt idx="24519">
                  <c:v>17.239999999999998</c:v>
                </c:pt>
                <c:pt idx="24520">
                  <c:v>16.489999999999998</c:v>
                </c:pt>
                <c:pt idx="24521">
                  <c:v>16.489999999999998</c:v>
                </c:pt>
                <c:pt idx="24522">
                  <c:v>31.48</c:v>
                </c:pt>
                <c:pt idx="24523">
                  <c:v>16.489999999999998</c:v>
                </c:pt>
                <c:pt idx="24524">
                  <c:v>187.49</c:v>
                </c:pt>
                <c:pt idx="24525">
                  <c:v>66.53</c:v>
                </c:pt>
                <c:pt idx="24526">
                  <c:v>120.96</c:v>
                </c:pt>
                <c:pt idx="24527">
                  <c:v>54.99</c:v>
                </c:pt>
                <c:pt idx="24528">
                  <c:v>59.95</c:v>
                </c:pt>
                <c:pt idx="24529">
                  <c:v>50.96</c:v>
                </c:pt>
                <c:pt idx="24530">
                  <c:v>58.75</c:v>
                </c:pt>
                <c:pt idx="24531">
                  <c:v>171.04</c:v>
                </c:pt>
                <c:pt idx="24532">
                  <c:v>162.46</c:v>
                </c:pt>
                <c:pt idx="24533">
                  <c:v>59.99</c:v>
                </c:pt>
                <c:pt idx="24534">
                  <c:v>65.55</c:v>
                </c:pt>
                <c:pt idx="24535">
                  <c:v>59.99</c:v>
                </c:pt>
                <c:pt idx="24536">
                  <c:v>68.98</c:v>
                </c:pt>
                <c:pt idx="24537">
                  <c:v>185.36</c:v>
                </c:pt>
                <c:pt idx="24538">
                  <c:v>69.989999999999995</c:v>
                </c:pt>
                <c:pt idx="24539">
                  <c:v>99.28</c:v>
                </c:pt>
                <c:pt idx="24540">
                  <c:v>65.989999999999995</c:v>
                </c:pt>
                <c:pt idx="24541">
                  <c:v>51.76</c:v>
                </c:pt>
                <c:pt idx="24542">
                  <c:v>51.48</c:v>
                </c:pt>
                <c:pt idx="24543">
                  <c:v>169.16</c:v>
                </c:pt>
                <c:pt idx="24544">
                  <c:v>109.19</c:v>
                </c:pt>
                <c:pt idx="24545">
                  <c:v>137.97999999999999</c:v>
                </c:pt>
                <c:pt idx="24546">
                  <c:v>129.96</c:v>
                </c:pt>
                <c:pt idx="24547">
                  <c:v>78.98</c:v>
                </c:pt>
                <c:pt idx="24548">
                  <c:v>68.989999999999995</c:v>
                </c:pt>
                <c:pt idx="24549">
                  <c:v>115.18</c:v>
                </c:pt>
                <c:pt idx="24550">
                  <c:v>99.98</c:v>
                </c:pt>
                <c:pt idx="24551">
                  <c:v>86.98</c:v>
                </c:pt>
                <c:pt idx="24552">
                  <c:v>73.989999999999995</c:v>
                </c:pt>
                <c:pt idx="24553">
                  <c:v>120.97</c:v>
                </c:pt>
                <c:pt idx="24554">
                  <c:v>52.2</c:v>
                </c:pt>
                <c:pt idx="24555">
                  <c:v>46.49</c:v>
                </c:pt>
                <c:pt idx="24556">
                  <c:v>59.16</c:v>
                </c:pt>
                <c:pt idx="24557">
                  <c:v>46.49</c:v>
                </c:pt>
                <c:pt idx="24558">
                  <c:v>51.47</c:v>
                </c:pt>
                <c:pt idx="24559">
                  <c:v>118.98</c:v>
                </c:pt>
                <c:pt idx="24560">
                  <c:v>152.83000000000001</c:v>
                </c:pt>
                <c:pt idx="24561">
                  <c:v>168.97</c:v>
                </c:pt>
                <c:pt idx="24562">
                  <c:v>56.97</c:v>
                </c:pt>
                <c:pt idx="24563">
                  <c:v>57.96</c:v>
                </c:pt>
                <c:pt idx="24564">
                  <c:v>56.97</c:v>
                </c:pt>
                <c:pt idx="24565">
                  <c:v>89.95</c:v>
                </c:pt>
                <c:pt idx="24566">
                  <c:v>53.97</c:v>
                </c:pt>
                <c:pt idx="24567">
                  <c:v>19.29</c:v>
                </c:pt>
                <c:pt idx="24568">
                  <c:v>82.97</c:v>
                </c:pt>
                <c:pt idx="24569">
                  <c:v>85.97</c:v>
                </c:pt>
                <c:pt idx="24570">
                  <c:v>184.98</c:v>
                </c:pt>
                <c:pt idx="24571">
                  <c:v>84.99</c:v>
                </c:pt>
                <c:pt idx="24572">
                  <c:v>99.98</c:v>
                </c:pt>
                <c:pt idx="24573">
                  <c:v>71.62</c:v>
                </c:pt>
                <c:pt idx="24574">
                  <c:v>53.12</c:v>
                </c:pt>
                <c:pt idx="24575">
                  <c:v>59.98</c:v>
                </c:pt>
                <c:pt idx="24576">
                  <c:v>59.98</c:v>
                </c:pt>
                <c:pt idx="24577">
                  <c:v>59.98</c:v>
                </c:pt>
                <c:pt idx="24578">
                  <c:v>122.94</c:v>
                </c:pt>
                <c:pt idx="24579">
                  <c:v>53.98</c:v>
                </c:pt>
                <c:pt idx="24580">
                  <c:v>26.99</c:v>
                </c:pt>
                <c:pt idx="24581">
                  <c:v>89.35</c:v>
                </c:pt>
                <c:pt idx="24582">
                  <c:v>59.98</c:v>
                </c:pt>
                <c:pt idx="24583">
                  <c:v>53.98</c:v>
                </c:pt>
                <c:pt idx="24584">
                  <c:v>58.33</c:v>
                </c:pt>
                <c:pt idx="24585">
                  <c:v>59.98</c:v>
                </c:pt>
                <c:pt idx="24586">
                  <c:v>53.98</c:v>
                </c:pt>
                <c:pt idx="24587">
                  <c:v>59.98</c:v>
                </c:pt>
                <c:pt idx="24588">
                  <c:v>85.23</c:v>
                </c:pt>
                <c:pt idx="24589">
                  <c:v>59.97</c:v>
                </c:pt>
                <c:pt idx="24590">
                  <c:v>53.98</c:v>
                </c:pt>
                <c:pt idx="24591">
                  <c:v>74.97</c:v>
                </c:pt>
                <c:pt idx="24592">
                  <c:v>99.96</c:v>
                </c:pt>
                <c:pt idx="24593">
                  <c:v>57.58</c:v>
                </c:pt>
                <c:pt idx="24594">
                  <c:v>59.98</c:v>
                </c:pt>
                <c:pt idx="24595">
                  <c:v>90.46</c:v>
                </c:pt>
                <c:pt idx="24596">
                  <c:v>59.98</c:v>
                </c:pt>
                <c:pt idx="24597">
                  <c:v>54.47</c:v>
                </c:pt>
                <c:pt idx="24598">
                  <c:v>89.07</c:v>
                </c:pt>
                <c:pt idx="24599">
                  <c:v>59.98</c:v>
                </c:pt>
                <c:pt idx="24600">
                  <c:v>53.98</c:v>
                </c:pt>
                <c:pt idx="24601">
                  <c:v>80.97</c:v>
                </c:pt>
                <c:pt idx="24602">
                  <c:v>91.96</c:v>
                </c:pt>
                <c:pt idx="24603">
                  <c:v>61.37</c:v>
                </c:pt>
                <c:pt idx="24604">
                  <c:v>52.69</c:v>
                </c:pt>
                <c:pt idx="24605">
                  <c:v>53.98</c:v>
                </c:pt>
                <c:pt idx="24606">
                  <c:v>78.75</c:v>
                </c:pt>
                <c:pt idx="24607">
                  <c:v>29.99</c:v>
                </c:pt>
                <c:pt idx="24608">
                  <c:v>52.82</c:v>
                </c:pt>
                <c:pt idx="24609">
                  <c:v>79.260000000000005</c:v>
                </c:pt>
                <c:pt idx="24610">
                  <c:v>63.97</c:v>
                </c:pt>
                <c:pt idx="24611">
                  <c:v>53.98</c:v>
                </c:pt>
                <c:pt idx="24612">
                  <c:v>88.2</c:v>
                </c:pt>
                <c:pt idx="24613">
                  <c:v>59.98</c:v>
                </c:pt>
                <c:pt idx="24614">
                  <c:v>137.47999999999999</c:v>
                </c:pt>
                <c:pt idx="24615">
                  <c:v>88.97</c:v>
                </c:pt>
                <c:pt idx="24616">
                  <c:v>54.98</c:v>
                </c:pt>
                <c:pt idx="24617">
                  <c:v>31.48</c:v>
                </c:pt>
                <c:pt idx="24618">
                  <c:v>31.48</c:v>
                </c:pt>
                <c:pt idx="24619">
                  <c:v>25.48</c:v>
                </c:pt>
                <c:pt idx="24620">
                  <c:v>45.87</c:v>
                </c:pt>
                <c:pt idx="24621">
                  <c:v>85.46</c:v>
                </c:pt>
                <c:pt idx="24622">
                  <c:v>29.99</c:v>
                </c:pt>
                <c:pt idx="24623">
                  <c:v>108.88</c:v>
                </c:pt>
                <c:pt idx="24624">
                  <c:v>77.42</c:v>
                </c:pt>
                <c:pt idx="24625">
                  <c:v>99.98</c:v>
                </c:pt>
                <c:pt idx="24626">
                  <c:v>131.55000000000001</c:v>
                </c:pt>
                <c:pt idx="24627">
                  <c:v>131.55000000000001</c:v>
                </c:pt>
                <c:pt idx="24628">
                  <c:v>31.93</c:v>
                </c:pt>
                <c:pt idx="24629">
                  <c:v>31.93</c:v>
                </c:pt>
                <c:pt idx="24630">
                  <c:v>157.94999999999999</c:v>
                </c:pt>
                <c:pt idx="24631">
                  <c:v>169.96</c:v>
                </c:pt>
                <c:pt idx="24632">
                  <c:v>186.77</c:v>
                </c:pt>
                <c:pt idx="24633">
                  <c:v>218.94</c:v>
                </c:pt>
                <c:pt idx="24634">
                  <c:v>119.97</c:v>
                </c:pt>
                <c:pt idx="24635">
                  <c:v>119.96</c:v>
                </c:pt>
                <c:pt idx="24636">
                  <c:v>152.76</c:v>
                </c:pt>
                <c:pt idx="24637">
                  <c:v>136.76</c:v>
                </c:pt>
                <c:pt idx="24638">
                  <c:v>124.07</c:v>
                </c:pt>
                <c:pt idx="24639">
                  <c:v>117.78</c:v>
                </c:pt>
                <c:pt idx="24640">
                  <c:v>69.989999999999995</c:v>
                </c:pt>
                <c:pt idx="24641">
                  <c:v>89.98</c:v>
                </c:pt>
                <c:pt idx="24642">
                  <c:v>79.98</c:v>
                </c:pt>
                <c:pt idx="24643">
                  <c:v>53.76</c:v>
                </c:pt>
                <c:pt idx="24644">
                  <c:v>70.98</c:v>
                </c:pt>
                <c:pt idx="24645">
                  <c:v>77.39</c:v>
                </c:pt>
                <c:pt idx="24646">
                  <c:v>70.13</c:v>
                </c:pt>
                <c:pt idx="24647">
                  <c:v>50.22</c:v>
                </c:pt>
                <c:pt idx="24648">
                  <c:v>33.28</c:v>
                </c:pt>
                <c:pt idx="24649">
                  <c:v>97.08</c:v>
                </c:pt>
                <c:pt idx="24650">
                  <c:v>131.97999999999999</c:v>
                </c:pt>
                <c:pt idx="24651">
                  <c:v>121.98</c:v>
                </c:pt>
                <c:pt idx="24652">
                  <c:v>131.97999999999999</c:v>
                </c:pt>
                <c:pt idx="24653">
                  <c:v>131.97999999999999</c:v>
                </c:pt>
                <c:pt idx="24654">
                  <c:v>131.97999999999999</c:v>
                </c:pt>
                <c:pt idx="24655">
                  <c:v>214.94</c:v>
                </c:pt>
                <c:pt idx="24656">
                  <c:v>138.96</c:v>
                </c:pt>
                <c:pt idx="24657">
                  <c:v>131.97999999999999</c:v>
                </c:pt>
                <c:pt idx="24658">
                  <c:v>131.97999999999999</c:v>
                </c:pt>
                <c:pt idx="24659">
                  <c:v>131.97999999999999</c:v>
                </c:pt>
                <c:pt idx="24660">
                  <c:v>121.98</c:v>
                </c:pt>
                <c:pt idx="24661">
                  <c:v>62.47</c:v>
                </c:pt>
                <c:pt idx="24662">
                  <c:v>99.98</c:v>
                </c:pt>
                <c:pt idx="24663">
                  <c:v>16.29</c:v>
                </c:pt>
                <c:pt idx="24664">
                  <c:v>59.97</c:v>
                </c:pt>
                <c:pt idx="24665">
                  <c:v>50.97</c:v>
                </c:pt>
                <c:pt idx="24666">
                  <c:v>56.97</c:v>
                </c:pt>
                <c:pt idx="24667">
                  <c:v>56.97</c:v>
                </c:pt>
                <c:pt idx="24668">
                  <c:v>167.97</c:v>
                </c:pt>
                <c:pt idx="24669">
                  <c:v>94.95</c:v>
                </c:pt>
                <c:pt idx="24670">
                  <c:v>63.98</c:v>
                </c:pt>
                <c:pt idx="24671">
                  <c:v>99.98</c:v>
                </c:pt>
                <c:pt idx="24672">
                  <c:v>169.98</c:v>
                </c:pt>
                <c:pt idx="24673">
                  <c:v>263.95999999999998</c:v>
                </c:pt>
                <c:pt idx="24674">
                  <c:v>105.98</c:v>
                </c:pt>
                <c:pt idx="24675">
                  <c:v>334.35</c:v>
                </c:pt>
                <c:pt idx="24676">
                  <c:v>131.97999999999999</c:v>
                </c:pt>
                <c:pt idx="24677">
                  <c:v>111.96</c:v>
                </c:pt>
                <c:pt idx="24678">
                  <c:v>55.98</c:v>
                </c:pt>
                <c:pt idx="24679">
                  <c:v>103.95</c:v>
                </c:pt>
                <c:pt idx="24680">
                  <c:v>55.96</c:v>
                </c:pt>
                <c:pt idx="24681">
                  <c:v>55.96</c:v>
                </c:pt>
                <c:pt idx="24682">
                  <c:v>83.94</c:v>
                </c:pt>
                <c:pt idx="24683">
                  <c:v>83.94</c:v>
                </c:pt>
                <c:pt idx="24684">
                  <c:v>170.77</c:v>
                </c:pt>
                <c:pt idx="24685">
                  <c:v>99.18</c:v>
                </c:pt>
                <c:pt idx="24686">
                  <c:v>86.09</c:v>
                </c:pt>
                <c:pt idx="24687">
                  <c:v>56.97</c:v>
                </c:pt>
                <c:pt idx="24688">
                  <c:v>58.64</c:v>
                </c:pt>
                <c:pt idx="24689">
                  <c:v>56.97</c:v>
                </c:pt>
                <c:pt idx="24690">
                  <c:v>58.64</c:v>
                </c:pt>
                <c:pt idx="24691">
                  <c:v>134.07</c:v>
                </c:pt>
                <c:pt idx="24692">
                  <c:v>134.07</c:v>
                </c:pt>
                <c:pt idx="24693">
                  <c:v>167.75</c:v>
                </c:pt>
                <c:pt idx="24694">
                  <c:v>324.95999999999998</c:v>
                </c:pt>
                <c:pt idx="24695">
                  <c:v>308.52</c:v>
                </c:pt>
                <c:pt idx="24696">
                  <c:v>272.93</c:v>
                </c:pt>
                <c:pt idx="24697">
                  <c:v>299.95999999999998</c:v>
                </c:pt>
                <c:pt idx="24698">
                  <c:v>254.96</c:v>
                </c:pt>
                <c:pt idx="24699">
                  <c:v>248.96</c:v>
                </c:pt>
                <c:pt idx="24700">
                  <c:v>404.95</c:v>
                </c:pt>
                <c:pt idx="24701">
                  <c:v>39.07</c:v>
                </c:pt>
                <c:pt idx="24702">
                  <c:v>51.96</c:v>
                </c:pt>
                <c:pt idx="24703">
                  <c:v>63.96</c:v>
                </c:pt>
                <c:pt idx="24704">
                  <c:v>58.88</c:v>
                </c:pt>
                <c:pt idx="24705">
                  <c:v>46.49</c:v>
                </c:pt>
                <c:pt idx="24706">
                  <c:v>59.96</c:v>
                </c:pt>
                <c:pt idx="24707">
                  <c:v>59.97</c:v>
                </c:pt>
                <c:pt idx="24708">
                  <c:v>59.96</c:v>
                </c:pt>
                <c:pt idx="24709">
                  <c:v>59.97</c:v>
                </c:pt>
                <c:pt idx="24710">
                  <c:v>59.96</c:v>
                </c:pt>
                <c:pt idx="24711">
                  <c:v>62.9</c:v>
                </c:pt>
                <c:pt idx="24712">
                  <c:v>102.81</c:v>
                </c:pt>
                <c:pt idx="24713">
                  <c:v>19.989999999999998</c:v>
                </c:pt>
                <c:pt idx="24714">
                  <c:v>30.23</c:v>
                </c:pt>
                <c:pt idx="24715">
                  <c:v>102.83</c:v>
                </c:pt>
                <c:pt idx="24716">
                  <c:v>32.65</c:v>
                </c:pt>
                <c:pt idx="24717">
                  <c:v>197.97</c:v>
                </c:pt>
                <c:pt idx="24718">
                  <c:v>230</c:v>
                </c:pt>
                <c:pt idx="24719">
                  <c:v>131.16</c:v>
                </c:pt>
                <c:pt idx="24720">
                  <c:v>133.37</c:v>
                </c:pt>
                <c:pt idx="24721">
                  <c:v>367.24</c:v>
                </c:pt>
                <c:pt idx="24722">
                  <c:v>141.87</c:v>
                </c:pt>
                <c:pt idx="24723">
                  <c:v>152.97</c:v>
                </c:pt>
                <c:pt idx="24724">
                  <c:v>246.95</c:v>
                </c:pt>
                <c:pt idx="24725">
                  <c:v>177.46</c:v>
                </c:pt>
                <c:pt idx="24726">
                  <c:v>20.49</c:v>
                </c:pt>
                <c:pt idx="24727">
                  <c:v>47.24</c:v>
                </c:pt>
                <c:pt idx="24728">
                  <c:v>190.88</c:v>
                </c:pt>
                <c:pt idx="24729">
                  <c:v>172.97</c:v>
                </c:pt>
                <c:pt idx="24730">
                  <c:v>44.75</c:v>
                </c:pt>
                <c:pt idx="24731">
                  <c:v>111.27</c:v>
                </c:pt>
                <c:pt idx="24732">
                  <c:v>105.22</c:v>
                </c:pt>
                <c:pt idx="24733">
                  <c:v>64.95</c:v>
                </c:pt>
                <c:pt idx="24734">
                  <c:v>65.989999999999995</c:v>
                </c:pt>
                <c:pt idx="24735">
                  <c:v>169.98</c:v>
                </c:pt>
                <c:pt idx="24736">
                  <c:v>169.98</c:v>
                </c:pt>
                <c:pt idx="24737">
                  <c:v>169.98</c:v>
                </c:pt>
                <c:pt idx="24738">
                  <c:v>61.98</c:v>
                </c:pt>
                <c:pt idx="24739">
                  <c:v>56.98</c:v>
                </c:pt>
                <c:pt idx="24740">
                  <c:v>84.99</c:v>
                </c:pt>
                <c:pt idx="24741">
                  <c:v>84.99</c:v>
                </c:pt>
                <c:pt idx="24742">
                  <c:v>57.96</c:v>
                </c:pt>
                <c:pt idx="24743">
                  <c:v>306.91000000000003</c:v>
                </c:pt>
                <c:pt idx="24744">
                  <c:v>199.96</c:v>
                </c:pt>
                <c:pt idx="24745">
                  <c:v>331.92</c:v>
                </c:pt>
                <c:pt idx="24746">
                  <c:v>299.07</c:v>
                </c:pt>
                <c:pt idx="24747">
                  <c:v>97.15</c:v>
                </c:pt>
                <c:pt idx="24748">
                  <c:v>169.98</c:v>
                </c:pt>
                <c:pt idx="24749">
                  <c:v>84.99</c:v>
                </c:pt>
                <c:pt idx="24750">
                  <c:v>84.99</c:v>
                </c:pt>
                <c:pt idx="24751">
                  <c:v>169.98</c:v>
                </c:pt>
                <c:pt idx="24752">
                  <c:v>169.98</c:v>
                </c:pt>
                <c:pt idx="24753">
                  <c:v>169.98</c:v>
                </c:pt>
                <c:pt idx="24754">
                  <c:v>84.99</c:v>
                </c:pt>
                <c:pt idx="24755">
                  <c:v>84.99</c:v>
                </c:pt>
                <c:pt idx="24756">
                  <c:v>169.97</c:v>
                </c:pt>
                <c:pt idx="24757">
                  <c:v>169.97</c:v>
                </c:pt>
                <c:pt idx="24758">
                  <c:v>84.98</c:v>
                </c:pt>
                <c:pt idx="24759">
                  <c:v>84.98</c:v>
                </c:pt>
                <c:pt idx="24760">
                  <c:v>84.98</c:v>
                </c:pt>
                <c:pt idx="24761">
                  <c:v>84.99</c:v>
                </c:pt>
                <c:pt idx="24762">
                  <c:v>100.98</c:v>
                </c:pt>
                <c:pt idx="24763">
                  <c:v>100.98</c:v>
                </c:pt>
                <c:pt idx="24764">
                  <c:v>169.98</c:v>
                </c:pt>
                <c:pt idx="24765">
                  <c:v>152.97</c:v>
                </c:pt>
                <c:pt idx="24766">
                  <c:v>185.97</c:v>
                </c:pt>
                <c:pt idx="24767">
                  <c:v>169.98</c:v>
                </c:pt>
                <c:pt idx="24768">
                  <c:v>84.99</c:v>
                </c:pt>
                <c:pt idx="24769">
                  <c:v>84.99</c:v>
                </c:pt>
                <c:pt idx="24770">
                  <c:v>169.98</c:v>
                </c:pt>
                <c:pt idx="24771">
                  <c:v>134.97999999999999</c:v>
                </c:pt>
                <c:pt idx="24772">
                  <c:v>152.93</c:v>
                </c:pt>
                <c:pt idx="24773">
                  <c:v>169.98</c:v>
                </c:pt>
                <c:pt idx="24774">
                  <c:v>185.97</c:v>
                </c:pt>
                <c:pt idx="24775">
                  <c:v>100.98</c:v>
                </c:pt>
                <c:pt idx="24776">
                  <c:v>100.98</c:v>
                </c:pt>
                <c:pt idx="24777">
                  <c:v>100.98</c:v>
                </c:pt>
                <c:pt idx="24778">
                  <c:v>169.98</c:v>
                </c:pt>
                <c:pt idx="24779">
                  <c:v>185.96</c:v>
                </c:pt>
                <c:pt idx="24780">
                  <c:v>84.98</c:v>
                </c:pt>
                <c:pt idx="24781">
                  <c:v>84.98</c:v>
                </c:pt>
                <c:pt idx="24782">
                  <c:v>69.989999999999995</c:v>
                </c:pt>
                <c:pt idx="24783">
                  <c:v>99.97</c:v>
                </c:pt>
                <c:pt idx="24784">
                  <c:v>169.96</c:v>
                </c:pt>
                <c:pt idx="24785">
                  <c:v>59.99</c:v>
                </c:pt>
                <c:pt idx="24786">
                  <c:v>55.97</c:v>
                </c:pt>
                <c:pt idx="24787">
                  <c:v>26.29</c:v>
                </c:pt>
                <c:pt idx="24788">
                  <c:v>134.97</c:v>
                </c:pt>
                <c:pt idx="24789">
                  <c:v>59.98</c:v>
                </c:pt>
                <c:pt idx="24790">
                  <c:v>49.98</c:v>
                </c:pt>
                <c:pt idx="24791">
                  <c:v>59.98</c:v>
                </c:pt>
                <c:pt idx="24792">
                  <c:v>95.97</c:v>
                </c:pt>
                <c:pt idx="24793">
                  <c:v>73.97</c:v>
                </c:pt>
                <c:pt idx="24794">
                  <c:v>94.96</c:v>
                </c:pt>
                <c:pt idx="24795">
                  <c:v>258.88</c:v>
                </c:pt>
                <c:pt idx="24796">
                  <c:v>197.97</c:v>
                </c:pt>
                <c:pt idx="24797">
                  <c:v>133.96</c:v>
                </c:pt>
                <c:pt idx="24798">
                  <c:v>233.15</c:v>
                </c:pt>
                <c:pt idx="24799">
                  <c:v>151.96</c:v>
                </c:pt>
                <c:pt idx="24800">
                  <c:v>100.97</c:v>
                </c:pt>
                <c:pt idx="24801">
                  <c:v>166.49</c:v>
                </c:pt>
                <c:pt idx="24802">
                  <c:v>65.989999999999995</c:v>
                </c:pt>
                <c:pt idx="24803">
                  <c:v>131.97999999999999</c:v>
                </c:pt>
                <c:pt idx="24804">
                  <c:v>131.97999999999999</c:v>
                </c:pt>
                <c:pt idx="24805">
                  <c:v>41.29</c:v>
                </c:pt>
                <c:pt idx="24806">
                  <c:v>51.29</c:v>
                </c:pt>
                <c:pt idx="24807">
                  <c:v>51.29</c:v>
                </c:pt>
                <c:pt idx="24808">
                  <c:v>117.96</c:v>
                </c:pt>
                <c:pt idx="24809">
                  <c:v>51.97</c:v>
                </c:pt>
                <c:pt idx="24810">
                  <c:v>62.71</c:v>
                </c:pt>
                <c:pt idx="24811">
                  <c:v>27.18</c:v>
                </c:pt>
                <c:pt idx="24812">
                  <c:v>52.22</c:v>
                </c:pt>
                <c:pt idx="24813">
                  <c:v>104.97</c:v>
                </c:pt>
                <c:pt idx="24814">
                  <c:v>61.98</c:v>
                </c:pt>
                <c:pt idx="24815">
                  <c:v>79.98</c:v>
                </c:pt>
                <c:pt idx="24816">
                  <c:v>131.97999999999999</c:v>
                </c:pt>
                <c:pt idx="24817">
                  <c:v>131.97999999999999</c:v>
                </c:pt>
                <c:pt idx="24818">
                  <c:v>212.96</c:v>
                </c:pt>
                <c:pt idx="24819">
                  <c:v>65.989999999999995</c:v>
                </c:pt>
                <c:pt idx="24820">
                  <c:v>131.97999999999999</c:v>
                </c:pt>
                <c:pt idx="24821">
                  <c:v>147.97</c:v>
                </c:pt>
                <c:pt idx="24822">
                  <c:v>169.98</c:v>
                </c:pt>
                <c:pt idx="24823">
                  <c:v>70.709999999999994</c:v>
                </c:pt>
                <c:pt idx="24824">
                  <c:v>65.989999999999995</c:v>
                </c:pt>
                <c:pt idx="24825">
                  <c:v>256.24</c:v>
                </c:pt>
                <c:pt idx="24826">
                  <c:v>79.989999999999995</c:v>
                </c:pt>
                <c:pt idx="24827">
                  <c:v>65.989999999999995</c:v>
                </c:pt>
                <c:pt idx="24828">
                  <c:v>84.57</c:v>
                </c:pt>
                <c:pt idx="24829">
                  <c:v>90.98</c:v>
                </c:pt>
                <c:pt idx="24830">
                  <c:v>-9.98</c:v>
                </c:pt>
                <c:pt idx="24831">
                  <c:v>72.239999999999995</c:v>
                </c:pt>
                <c:pt idx="24832">
                  <c:v>76.489999999999995</c:v>
                </c:pt>
                <c:pt idx="24833">
                  <c:v>9.48</c:v>
                </c:pt>
                <c:pt idx="24834">
                  <c:v>40.94</c:v>
                </c:pt>
                <c:pt idx="24835">
                  <c:v>-19.489999999999998</c:v>
                </c:pt>
                <c:pt idx="24836">
                  <c:v>84.99</c:v>
                </c:pt>
                <c:pt idx="24837">
                  <c:v>45.24</c:v>
                </c:pt>
                <c:pt idx="24838">
                  <c:v>75.099999999999994</c:v>
                </c:pt>
                <c:pt idx="24839">
                  <c:v>85.98</c:v>
                </c:pt>
                <c:pt idx="24840">
                  <c:v>83.48</c:v>
                </c:pt>
                <c:pt idx="24841">
                  <c:v>59.99</c:v>
                </c:pt>
                <c:pt idx="24842">
                  <c:v>101.96</c:v>
                </c:pt>
                <c:pt idx="24843">
                  <c:v>65.989999999999995</c:v>
                </c:pt>
                <c:pt idx="24844">
                  <c:v>65.98</c:v>
                </c:pt>
                <c:pt idx="24845">
                  <c:v>101.97</c:v>
                </c:pt>
                <c:pt idx="24846">
                  <c:v>131.97999999999999</c:v>
                </c:pt>
                <c:pt idx="24847">
                  <c:v>143.96</c:v>
                </c:pt>
                <c:pt idx="24848">
                  <c:v>65.989999999999995</c:v>
                </c:pt>
                <c:pt idx="24849">
                  <c:v>65.989999999999995</c:v>
                </c:pt>
                <c:pt idx="24850">
                  <c:v>80.98</c:v>
                </c:pt>
                <c:pt idx="24851">
                  <c:v>33.869999999999997</c:v>
                </c:pt>
                <c:pt idx="24852">
                  <c:v>65.989999999999995</c:v>
                </c:pt>
                <c:pt idx="24853">
                  <c:v>65.989999999999995</c:v>
                </c:pt>
                <c:pt idx="24854">
                  <c:v>58.98</c:v>
                </c:pt>
                <c:pt idx="24855">
                  <c:v>65.989999999999995</c:v>
                </c:pt>
                <c:pt idx="24856">
                  <c:v>65.989999999999995</c:v>
                </c:pt>
                <c:pt idx="24857">
                  <c:v>65.989999999999995</c:v>
                </c:pt>
                <c:pt idx="24858">
                  <c:v>163.96</c:v>
                </c:pt>
                <c:pt idx="24859">
                  <c:v>197.97</c:v>
                </c:pt>
                <c:pt idx="24860">
                  <c:v>121.98</c:v>
                </c:pt>
                <c:pt idx="24861">
                  <c:v>65.989999999999995</c:v>
                </c:pt>
                <c:pt idx="24862">
                  <c:v>84.98</c:v>
                </c:pt>
                <c:pt idx="24863">
                  <c:v>135.96</c:v>
                </c:pt>
                <c:pt idx="24864">
                  <c:v>65.989999999999995</c:v>
                </c:pt>
                <c:pt idx="24865">
                  <c:v>65.989999999999995</c:v>
                </c:pt>
                <c:pt idx="24866">
                  <c:v>65.989999999999995</c:v>
                </c:pt>
                <c:pt idx="24867">
                  <c:v>65.989999999999995</c:v>
                </c:pt>
                <c:pt idx="24868">
                  <c:v>68.48</c:v>
                </c:pt>
                <c:pt idx="24869">
                  <c:v>169.44</c:v>
                </c:pt>
                <c:pt idx="24870">
                  <c:v>52.98</c:v>
                </c:pt>
                <c:pt idx="24871">
                  <c:v>114.96</c:v>
                </c:pt>
                <c:pt idx="24872">
                  <c:v>76.489999999999995</c:v>
                </c:pt>
                <c:pt idx="24873">
                  <c:v>49.99</c:v>
                </c:pt>
                <c:pt idx="24874">
                  <c:v>51.98</c:v>
                </c:pt>
                <c:pt idx="24875">
                  <c:v>53.78</c:v>
                </c:pt>
                <c:pt idx="24876">
                  <c:v>53.98</c:v>
                </c:pt>
                <c:pt idx="24877">
                  <c:v>59.98</c:v>
                </c:pt>
                <c:pt idx="24878">
                  <c:v>99.98</c:v>
                </c:pt>
                <c:pt idx="24879">
                  <c:v>62.69</c:v>
                </c:pt>
                <c:pt idx="24880">
                  <c:v>84.99</c:v>
                </c:pt>
                <c:pt idx="24881">
                  <c:v>63.45</c:v>
                </c:pt>
                <c:pt idx="24882">
                  <c:v>81.5</c:v>
                </c:pt>
                <c:pt idx="24883">
                  <c:v>84.99</c:v>
                </c:pt>
                <c:pt idx="24884">
                  <c:v>84.99</c:v>
                </c:pt>
                <c:pt idx="24885">
                  <c:v>84.99</c:v>
                </c:pt>
                <c:pt idx="24886">
                  <c:v>84.99</c:v>
                </c:pt>
                <c:pt idx="24887">
                  <c:v>84.99</c:v>
                </c:pt>
                <c:pt idx="24888">
                  <c:v>84.99</c:v>
                </c:pt>
                <c:pt idx="24889">
                  <c:v>82.3</c:v>
                </c:pt>
                <c:pt idx="24890">
                  <c:v>84.99</c:v>
                </c:pt>
                <c:pt idx="24891">
                  <c:v>84.14</c:v>
                </c:pt>
                <c:pt idx="24892">
                  <c:v>83.29</c:v>
                </c:pt>
                <c:pt idx="24893">
                  <c:v>96.27</c:v>
                </c:pt>
                <c:pt idx="24894">
                  <c:v>84.99</c:v>
                </c:pt>
                <c:pt idx="24895">
                  <c:v>65.989999999999995</c:v>
                </c:pt>
                <c:pt idx="24896">
                  <c:v>79.040000000000006</c:v>
                </c:pt>
                <c:pt idx="24897">
                  <c:v>65.989999999999995</c:v>
                </c:pt>
                <c:pt idx="24898">
                  <c:v>84.99</c:v>
                </c:pt>
                <c:pt idx="24899">
                  <c:v>84.99</c:v>
                </c:pt>
                <c:pt idx="24900">
                  <c:v>82.64</c:v>
                </c:pt>
                <c:pt idx="24901">
                  <c:v>84.99</c:v>
                </c:pt>
                <c:pt idx="24902">
                  <c:v>98.98</c:v>
                </c:pt>
                <c:pt idx="24903">
                  <c:v>84.99</c:v>
                </c:pt>
                <c:pt idx="24904">
                  <c:v>59.39</c:v>
                </c:pt>
                <c:pt idx="24905">
                  <c:v>50.46</c:v>
                </c:pt>
                <c:pt idx="24906">
                  <c:v>58.98</c:v>
                </c:pt>
                <c:pt idx="24907">
                  <c:v>52.98</c:v>
                </c:pt>
                <c:pt idx="24908">
                  <c:v>84.98</c:v>
                </c:pt>
                <c:pt idx="24909">
                  <c:v>68.98</c:v>
                </c:pt>
                <c:pt idx="24910">
                  <c:v>99.98</c:v>
                </c:pt>
                <c:pt idx="24911">
                  <c:v>105.97</c:v>
                </c:pt>
                <c:pt idx="24912">
                  <c:v>62.98</c:v>
                </c:pt>
                <c:pt idx="24913">
                  <c:v>84.99</c:v>
                </c:pt>
                <c:pt idx="24914">
                  <c:v>146.97</c:v>
                </c:pt>
                <c:pt idx="24915">
                  <c:v>184.97</c:v>
                </c:pt>
                <c:pt idx="24916">
                  <c:v>146.97</c:v>
                </c:pt>
                <c:pt idx="24917">
                  <c:v>146.97</c:v>
                </c:pt>
                <c:pt idx="24918">
                  <c:v>84.99</c:v>
                </c:pt>
                <c:pt idx="24919">
                  <c:v>184.97</c:v>
                </c:pt>
                <c:pt idx="24920">
                  <c:v>150.41</c:v>
                </c:pt>
                <c:pt idx="24921">
                  <c:v>83.48</c:v>
                </c:pt>
                <c:pt idx="24922">
                  <c:v>174.97</c:v>
                </c:pt>
                <c:pt idx="24923">
                  <c:v>104.97</c:v>
                </c:pt>
                <c:pt idx="24924">
                  <c:v>169.98</c:v>
                </c:pt>
                <c:pt idx="24925">
                  <c:v>169.98</c:v>
                </c:pt>
                <c:pt idx="24926">
                  <c:v>154.97999999999999</c:v>
                </c:pt>
                <c:pt idx="24927">
                  <c:v>114.97</c:v>
                </c:pt>
                <c:pt idx="24928">
                  <c:v>146.97</c:v>
                </c:pt>
                <c:pt idx="24929">
                  <c:v>41.29</c:v>
                </c:pt>
                <c:pt idx="24930">
                  <c:v>94.98</c:v>
                </c:pt>
                <c:pt idx="24931">
                  <c:v>83.97</c:v>
                </c:pt>
                <c:pt idx="24932">
                  <c:v>67.58</c:v>
                </c:pt>
                <c:pt idx="24933">
                  <c:v>36.29</c:v>
                </c:pt>
                <c:pt idx="24934">
                  <c:v>20.94</c:v>
                </c:pt>
                <c:pt idx="24935">
                  <c:v>36.29</c:v>
                </c:pt>
                <c:pt idx="24936">
                  <c:v>36.29</c:v>
                </c:pt>
                <c:pt idx="24937">
                  <c:v>90.98</c:v>
                </c:pt>
                <c:pt idx="24938">
                  <c:v>74.959999999999994</c:v>
                </c:pt>
                <c:pt idx="24939">
                  <c:v>13.49</c:v>
                </c:pt>
                <c:pt idx="24940">
                  <c:v>21.49</c:v>
                </c:pt>
                <c:pt idx="24941">
                  <c:v>21.49</c:v>
                </c:pt>
                <c:pt idx="24942">
                  <c:v>42.23</c:v>
                </c:pt>
                <c:pt idx="24943">
                  <c:v>90.71</c:v>
                </c:pt>
                <c:pt idx="24944">
                  <c:v>92.53</c:v>
                </c:pt>
                <c:pt idx="24945">
                  <c:v>95.98</c:v>
                </c:pt>
                <c:pt idx="24946">
                  <c:v>69.989999999999995</c:v>
                </c:pt>
                <c:pt idx="24947">
                  <c:v>74.81</c:v>
                </c:pt>
                <c:pt idx="24948">
                  <c:v>150.18</c:v>
                </c:pt>
                <c:pt idx="24949">
                  <c:v>108.97</c:v>
                </c:pt>
                <c:pt idx="24950">
                  <c:v>59.95</c:v>
                </c:pt>
                <c:pt idx="24951">
                  <c:v>84.99</c:v>
                </c:pt>
                <c:pt idx="24952">
                  <c:v>139.96</c:v>
                </c:pt>
                <c:pt idx="24953">
                  <c:v>133.96</c:v>
                </c:pt>
                <c:pt idx="24954">
                  <c:v>109.98</c:v>
                </c:pt>
                <c:pt idx="24955">
                  <c:v>206.97</c:v>
                </c:pt>
                <c:pt idx="24956">
                  <c:v>119.97</c:v>
                </c:pt>
                <c:pt idx="24957">
                  <c:v>163.94</c:v>
                </c:pt>
                <c:pt idx="24958">
                  <c:v>59.98</c:v>
                </c:pt>
                <c:pt idx="24959">
                  <c:v>109.98</c:v>
                </c:pt>
                <c:pt idx="24960">
                  <c:v>71.680000000000007</c:v>
                </c:pt>
                <c:pt idx="24961">
                  <c:v>101.97</c:v>
                </c:pt>
                <c:pt idx="24962">
                  <c:v>84.99</c:v>
                </c:pt>
                <c:pt idx="24963">
                  <c:v>86.29</c:v>
                </c:pt>
                <c:pt idx="24964">
                  <c:v>89.98</c:v>
                </c:pt>
                <c:pt idx="24965">
                  <c:v>109.98</c:v>
                </c:pt>
                <c:pt idx="24966">
                  <c:v>113.96</c:v>
                </c:pt>
                <c:pt idx="24967">
                  <c:v>82.23</c:v>
                </c:pt>
                <c:pt idx="24968">
                  <c:v>165.96</c:v>
                </c:pt>
                <c:pt idx="24969">
                  <c:v>31.49</c:v>
                </c:pt>
                <c:pt idx="24970">
                  <c:v>59.98</c:v>
                </c:pt>
                <c:pt idx="24971">
                  <c:v>65.97</c:v>
                </c:pt>
                <c:pt idx="24972">
                  <c:v>53.98</c:v>
                </c:pt>
                <c:pt idx="24973">
                  <c:v>80.98</c:v>
                </c:pt>
                <c:pt idx="24974">
                  <c:v>16.489999999999998</c:v>
                </c:pt>
                <c:pt idx="24975">
                  <c:v>17.239999999999998</c:v>
                </c:pt>
                <c:pt idx="24976">
                  <c:v>17.239999999999998</c:v>
                </c:pt>
                <c:pt idx="24977">
                  <c:v>50.83</c:v>
                </c:pt>
                <c:pt idx="24978">
                  <c:v>114.95</c:v>
                </c:pt>
                <c:pt idx="24979">
                  <c:v>84.99</c:v>
                </c:pt>
                <c:pt idx="24980">
                  <c:v>80.739999999999995</c:v>
                </c:pt>
                <c:pt idx="24981">
                  <c:v>37.270000000000003</c:v>
                </c:pt>
                <c:pt idx="24982">
                  <c:v>339.96</c:v>
                </c:pt>
                <c:pt idx="24983">
                  <c:v>254.97</c:v>
                </c:pt>
                <c:pt idx="24984">
                  <c:v>263.95999999999998</c:v>
                </c:pt>
                <c:pt idx="24985">
                  <c:v>226.64</c:v>
                </c:pt>
                <c:pt idx="24986">
                  <c:v>306.37</c:v>
                </c:pt>
                <c:pt idx="24987">
                  <c:v>339.96</c:v>
                </c:pt>
                <c:pt idx="24988">
                  <c:v>53.63</c:v>
                </c:pt>
                <c:pt idx="24989">
                  <c:v>55.97</c:v>
                </c:pt>
                <c:pt idx="24990">
                  <c:v>55.97</c:v>
                </c:pt>
                <c:pt idx="24991">
                  <c:v>89.98</c:v>
                </c:pt>
                <c:pt idx="24992">
                  <c:v>79.98</c:v>
                </c:pt>
                <c:pt idx="24993">
                  <c:v>100.98</c:v>
                </c:pt>
                <c:pt idx="24994">
                  <c:v>103.96</c:v>
                </c:pt>
                <c:pt idx="24995">
                  <c:v>-72.58</c:v>
                </c:pt>
                <c:pt idx="24996">
                  <c:v>78.63</c:v>
                </c:pt>
                <c:pt idx="24997">
                  <c:v>72.58</c:v>
                </c:pt>
                <c:pt idx="24998">
                  <c:v>104.04</c:v>
                </c:pt>
                <c:pt idx="24999">
                  <c:v>152.96</c:v>
                </c:pt>
                <c:pt idx="25000">
                  <c:v>149.97</c:v>
                </c:pt>
                <c:pt idx="25001">
                  <c:v>136.72999999999999</c:v>
                </c:pt>
                <c:pt idx="25002">
                  <c:v>64.97</c:v>
                </c:pt>
                <c:pt idx="25003">
                  <c:v>237.46</c:v>
                </c:pt>
                <c:pt idx="25004">
                  <c:v>146.94999999999999</c:v>
                </c:pt>
                <c:pt idx="25005">
                  <c:v>72.33</c:v>
                </c:pt>
                <c:pt idx="25006">
                  <c:v>41.98</c:v>
                </c:pt>
                <c:pt idx="25007">
                  <c:v>208.46</c:v>
                </c:pt>
                <c:pt idx="25008">
                  <c:v>124.87</c:v>
                </c:pt>
                <c:pt idx="25009">
                  <c:v>46.97</c:v>
                </c:pt>
                <c:pt idx="25010">
                  <c:v>187.14</c:v>
                </c:pt>
                <c:pt idx="25011">
                  <c:v>91.96</c:v>
                </c:pt>
                <c:pt idx="25012">
                  <c:v>57.35</c:v>
                </c:pt>
                <c:pt idx="25013">
                  <c:v>159.94999999999999</c:v>
                </c:pt>
                <c:pt idx="25014">
                  <c:v>254.64</c:v>
                </c:pt>
                <c:pt idx="25015">
                  <c:v>194.4</c:v>
                </c:pt>
                <c:pt idx="25016">
                  <c:v>148.46</c:v>
                </c:pt>
                <c:pt idx="25017">
                  <c:v>80.739999999999995</c:v>
                </c:pt>
                <c:pt idx="25018">
                  <c:v>182.67</c:v>
                </c:pt>
                <c:pt idx="25019">
                  <c:v>31.18</c:v>
                </c:pt>
                <c:pt idx="25020">
                  <c:v>19.489999999999998</c:v>
                </c:pt>
                <c:pt idx="25021">
                  <c:v>29.48</c:v>
                </c:pt>
                <c:pt idx="25022">
                  <c:v>19.27</c:v>
                </c:pt>
                <c:pt idx="25023">
                  <c:v>19.489999999999998</c:v>
                </c:pt>
                <c:pt idx="25024">
                  <c:v>55.96</c:v>
                </c:pt>
                <c:pt idx="25025">
                  <c:v>55.96</c:v>
                </c:pt>
                <c:pt idx="25026">
                  <c:v>79.98</c:v>
                </c:pt>
                <c:pt idx="25027">
                  <c:v>17.489999999999998</c:v>
                </c:pt>
                <c:pt idx="25028">
                  <c:v>51.47</c:v>
                </c:pt>
                <c:pt idx="25029">
                  <c:v>85.98</c:v>
                </c:pt>
                <c:pt idx="25030">
                  <c:v>79.98</c:v>
                </c:pt>
                <c:pt idx="25031">
                  <c:v>92.98</c:v>
                </c:pt>
                <c:pt idx="25032">
                  <c:v>75.09</c:v>
                </c:pt>
                <c:pt idx="25033">
                  <c:v>50.97</c:v>
                </c:pt>
                <c:pt idx="25034">
                  <c:v>112.13</c:v>
                </c:pt>
                <c:pt idx="25035">
                  <c:v>214.95</c:v>
                </c:pt>
                <c:pt idx="25036">
                  <c:v>197.97</c:v>
                </c:pt>
                <c:pt idx="25037">
                  <c:v>245.93</c:v>
                </c:pt>
                <c:pt idx="25038">
                  <c:v>260.76</c:v>
                </c:pt>
                <c:pt idx="25039">
                  <c:v>242.94</c:v>
                </c:pt>
                <c:pt idx="25040">
                  <c:v>275.93</c:v>
                </c:pt>
                <c:pt idx="25041">
                  <c:v>256.92</c:v>
                </c:pt>
                <c:pt idx="25042">
                  <c:v>167.96</c:v>
                </c:pt>
                <c:pt idx="25043">
                  <c:v>80.94</c:v>
                </c:pt>
                <c:pt idx="25044">
                  <c:v>84.14</c:v>
                </c:pt>
                <c:pt idx="25045">
                  <c:v>84.99</c:v>
                </c:pt>
                <c:pt idx="25046">
                  <c:v>167.94</c:v>
                </c:pt>
                <c:pt idx="25047">
                  <c:v>72.98</c:v>
                </c:pt>
                <c:pt idx="25048">
                  <c:v>30.06</c:v>
                </c:pt>
                <c:pt idx="25049">
                  <c:v>57.96</c:v>
                </c:pt>
                <c:pt idx="25050">
                  <c:v>109.96</c:v>
                </c:pt>
                <c:pt idx="25051">
                  <c:v>74.06</c:v>
                </c:pt>
                <c:pt idx="25052">
                  <c:v>90.93</c:v>
                </c:pt>
                <c:pt idx="25053">
                  <c:v>31.49</c:v>
                </c:pt>
                <c:pt idx="25054">
                  <c:v>31.49</c:v>
                </c:pt>
                <c:pt idx="25055">
                  <c:v>104.98</c:v>
                </c:pt>
                <c:pt idx="25056">
                  <c:v>51.49</c:v>
                </c:pt>
                <c:pt idx="25057">
                  <c:v>287.83999999999997</c:v>
                </c:pt>
                <c:pt idx="25058">
                  <c:v>107.94</c:v>
                </c:pt>
                <c:pt idx="25059">
                  <c:v>69.44</c:v>
                </c:pt>
                <c:pt idx="25060">
                  <c:v>92.97</c:v>
                </c:pt>
                <c:pt idx="25061">
                  <c:v>107.06</c:v>
                </c:pt>
                <c:pt idx="25062">
                  <c:v>143.91999999999999</c:v>
                </c:pt>
                <c:pt idx="25063">
                  <c:v>85.12</c:v>
                </c:pt>
                <c:pt idx="25064">
                  <c:v>88.15</c:v>
                </c:pt>
                <c:pt idx="25065">
                  <c:v>82.14</c:v>
                </c:pt>
                <c:pt idx="25066">
                  <c:v>88.89</c:v>
                </c:pt>
                <c:pt idx="25067">
                  <c:v>107.94</c:v>
                </c:pt>
                <c:pt idx="25068">
                  <c:v>92.97</c:v>
                </c:pt>
                <c:pt idx="25069">
                  <c:v>103.98</c:v>
                </c:pt>
                <c:pt idx="25070">
                  <c:v>123.96</c:v>
                </c:pt>
                <c:pt idx="25071">
                  <c:v>92.97</c:v>
                </c:pt>
                <c:pt idx="25072">
                  <c:v>164.91</c:v>
                </c:pt>
                <c:pt idx="25073">
                  <c:v>59.98</c:v>
                </c:pt>
                <c:pt idx="25074">
                  <c:v>104.97</c:v>
                </c:pt>
                <c:pt idx="25075">
                  <c:v>54.98</c:v>
                </c:pt>
                <c:pt idx="25076">
                  <c:v>54.98</c:v>
                </c:pt>
                <c:pt idx="25077">
                  <c:v>79.459999999999994</c:v>
                </c:pt>
                <c:pt idx="25078">
                  <c:v>68.48</c:v>
                </c:pt>
                <c:pt idx="25079">
                  <c:v>164.94</c:v>
                </c:pt>
                <c:pt idx="25080">
                  <c:v>74.97</c:v>
                </c:pt>
                <c:pt idx="25081">
                  <c:v>89.97</c:v>
                </c:pt>
                <c:pt idx="25082">
                  <c:v>74.97</c:v>
                </c:pt>
                <c:pt idx="25083">
                  <c:v>89.97</c:v>
                </c:pt>
                <c:pt idx="25084">
                  <c:v>74.97</c:v>
                </c:pt>
                <c:pt idx="25085">
                  <c:v>89.97</c:v>
                </c:pt>
                <c:pt idx="25086">
                  <c:v>133.94999999999999</c:v>
                </c:pt>
                <c:pt idx="25087">
                  <c:v>22.47</c:v>
                </c:pt>
                <c:pt idx="25088">
                  <c:v>21.29</c:v>
                </c:pt>
                <c:pt idx="25089">
                  <c:v>23.29</c:v>
                </c:pt>
                <c:pt idx="25090">
                  <c:v>29.28</c:v>
                </c:pt>
                <c:pt idx="25091">
                  <c:v>23.29</c:v>
                </c:pt>
                <c:pt idx="25092">
                  <c:v>121.98</c:v>
                </c:pt>
                <c:pt idx="25093">
                  <c:v>169.98</c:v>
                </c:pt>
                <c:pt idx="25094">
                  <c:v>185.97</c:v>
                </c:pt>
                <c:pt idx="25095">
                  <c:v>169.98</c:v>
                </c:pt>
                <c:pt idx="25096">
                  <c:v>149.97</c:v>
                </c:pt>
                <c:pt idx="25097">
                  <c:v>169.98</c:v>
                </c:pt>
                <c:pt idx="25098">
                  <c:v>175.97</c:v>
                </c:pt>
                <c:pt idx="25099">
                  <c:v>239.97</c:v>
                </c:pt>
                <c:pt idx="25100">
                  <c:v>131.97999999999999</c:v>
                </c:pt>
                <c:pt idx="25101">
                  <c:v>169.98</c:v>
                </c:pt>
                <c:pt idx="25102">
                  <c:v>169.98</c:v>
                </c:pt>
                <c:pt idx="25103">
                  <c:v>185.97</c:v>
                </c:pt>
                <c:pt idx="25104">
                  <c:v>105.84</c:v>
                </c:pt>
                <c:pt idx="25105">
                  <c:v>58.98</c:v>
                </c:pt>
                <c:pt idx="25106">
                  <c:v>55.96</c:v>
                </c:pt>
                <c:pt idx="25107">
                  <c:v>38.24</c:v>
                </c:pt>
                <c:pt idx="25108">
                  <c:v>65.989999999999995</c:v>
                </c:pt>
                <c:pt idx="25109">
                  <c:v>35.19</c:v>
                </c:pt>
                <c:pt idx="25110">
                  <c:v>35.19</c:v>
                </c:pt>
                <c:pt idx="25111">
                  <c:v>65.989999999999995</c:v>
                </c:pt>
                <c:pt idx="25112">
                  <c:v>99.98</c:v>
                </c:pt>
                <c:pt idx="25113">
                  <c:v>170.48</c:v>
                </c:pt>
                <c:pt idx="25114">
                  <c:v>110.96</c:v>
                </c:pt>
                <c:pt idx="25115">
                  <c:v>161.96</c:v>
                </c:pt>
                <c:pt idx="25116">
                  <c:v>80.98</c:v>
                </c:pt>
                <c:pt idx="25117">
                  <c:v>124.55</c:v>
                </c:pt>
                <c:pt idx="25118">
                  <c:v>151.96</c:v>
                </c:pt>
                <c:pt idx="25119">
                  <c:v>149.96</c:v>
                </c:pt>
                <c:pt idx="25120">
                  <c:v>165.46</c:v>
                </c:pt>
                <c:pt idx="25121">
                  <c:v>170.48</c:v>
                </c:pt>
                <c:pt idx="25122">
                  <c:v>85.49</c:v>
                </c:pt>
                <c:pt idx="25123">
                  <c:v>84.98</c:v>
                </c:pt>
                <c:pt idx="25124">
                  <c:v>77.42</c:v>
                </c:pt>
                <c:pt idx="25125">
                  <c:v>62.48</c:v>
                </c:pt>
                <c:pt idx="25126">
                  <c:v>60.48</c:v>
                </c:pt>
                <c:pt idx="25127">
                  <c:v>62.48</c:v>
                </c:pt>
                <c:pt idx="25128">
                  <c:v>89.97</c:v>
                </c:pt>
                <c:pt idx="25129">
                  <c:v>89.97</c:v>
                </c:pt>
                <c:pt idx="25130">
                  <c:v>160.94</c:v>
                </c:pt>
                <c:pt idx="25131">
                  <c:v>181.43</c:v>
                </c:pt>
                <c:pt idx="25132">
                  <c:v>181.43</c:v>
                </c:pt>
                <c:pt idx="25133">
                  <c:v>169.98</c:v>
                </c:pt>
                <c:pt idx="25134">
                  <c:v>84.99</c:v>
                </c:pt>
                <c:pt idx="25135">
                  <c:v>84.99</c:v>
                </c:pt>
                <c:pt idx="25136">
                  <c:v>86.98</c:v>
                </c:pt>
                <c:pt idx="25137">
                  <c:v>84.99</c:v>
                </c:pt>
                <c:pt idx="25138">
                  <c:v>139.97</c:v>
                </c:pt>
                <c:pt idx="25139">
                  <c:v>84.99</c:v>
                </c:pt>
                <c:pt idx="25140">
                  <c:v>84.99</c:v>
                </c:pt>
                <c:pt idx="25141">
                  <c:v>134.97</c:v>
                </c:pt>
                <c:pt idx="25142">
                  <c:v>79.959999999999994</c:v>
                </c:pt>
                <c:pt idx="25143">
                  <c:v>84.99</c:v>
                </c:pt>
                <c:pt idx="25144">
                  <c:v>84.99</c:v>
                </c:pt>
                <c:pt idx="25145">
                  <c:v>78.19</c:v>
                </c:pt>
                <c:pt idx="25146">
                  <c:v>84.99</c:v>
                </c:pt>
                <c:pt idx="25147">
                  <c:v>105.95</c:v>
                </c:pt>
                <c:pt idx="25148">
                  <c:v>104.98</c:v>
                </c:pt>
                <c:pt idx="25149">
                  <c:v>131.97999999999999</c:v>
                </c:pt>
                <c:pt idx="25150">
                  <c:v>121.98</c:v>
                </c:pt>
                <c:pt idx="25151">
                  <c:v>90.71</c:v>
                </c:pt>
                <c:pt idx="25152">
                  <c:v>90.71</c:v>
                </c:pt>
                <c:pt idx="25153">
                  <c:v>59.97</c:v>
                </c:pt>
                <c:pt idx="25154">
                  <c:v>59.97</c:v>
                </c:pt>
                <c:pt idx="25155">
                  <c:v>90.69</c:v>
                </c:pt>
                <c:pt idx="25156">
                  <c:v>90.69</c:v>
                </c:pt>
                <c:pt idx="25157">
                  <c:v>90.69</c:v>
                </c:pt>
                <c:pt idx="25158">
                  <c:v>20.49</c:v>
                </c:pt>
                <c:pt idx="25159">
                  <c:v>20.49</c:v>
                </c:pt>
                <c:pt idx="25160">
                  <c:v>12.49</c:v>
                </c:pt>
                <c:pt idx="25161">
                  <c:v>36.479999999999997</c:v>
                </c:pt>
                <c:pt idx="25162">
                  <c:v>12.49</c:v>
                </c:pt>
                <c:pt idx="25163">
                  <c:v>74.97</c:v>
                </c:pt>
                <c:pt idx="25164">
                  <c:v>89.22</c:v>
                </c:pt>
                <c:pt idx="25165">
                  <c:v>67.489999999999995</c:v>
                </c:pt>
                <c:pt idx="25166">
                  <c:v>41.48</c:v>
                </c:pt>
                <c:pt idx="25167">
                  <c:v>72.97</c:v>
                </c:pt>
                <c:pt idx="25168">
                  <c:v>91.97</c:v>
                </c:pt>
                <c:pt idx="25169">
                  <c:v>78.180000000000007</c:v>
                </c:pt>
                <c:pt idx="25170">
                  <c:v>85.98</c:v>
                </c:pt>
                <c:pt idx="25171">
                  <c:v>160.93</c:v>
                </c:pt>
                <c:pt idx="25172">
                  <c:v>183.92</c:v>
                </c:pt>
                <c:pt idx="25173">
                  <c:v>58.85</c:v>
                </c:pt>
                <c:pt idx="25174">
                  <c:v>137.94</c:v>
                </c:pt>
                <c:pt idx="25175">
                  <c:v>177.71</c:v>
                </c:pt>
                <c:pt idx="25176">
                  <c:v>62.44</c:v>
                </c:pt>
                <c:pt idx="25177">
                  <c:v>183.92</c:v>
                </c:pt>
                <c:pt idx="25178">
                  <c:v>133.94999999999999</c:v>
                </c:pt>
                <c:pt idx="25179">
                  <c:v>68.97</c:v>
                </c:pt>
                <c:pt idx="25180">
                  <c:v>59.97</c:v>
                </c:pt>
                <c:pt idx="25181">
                  <c:v>105.96</c:v>
                </c:pt>
                <c:pt idx="25182">
                  <c:v>183.92</c:v>
                </c:pt>
                <c:pt idx="25183">
                  <c:v>68.97</c:v>
                </c:pt>
                <c:pt idx="25184">
                  <c:v>27.99</c:v>
                </c:pt>
                <c:pt idx="25185">
                  <c:v>98.96</c:v>
                </c:pt>
                <c:pt idx="25186">
                  <c:v>137.94</c:v>
                </c:pt>
                <c:pt idx="25187">
                  <c:v>68.97</c:v>
                </c:pt>
                <c:pt idx="25188">
                  <c:v>183.92</c:v>
                </c:pt>
                <c:pt idx="25189">
                  <c:v>30.78</c:v>
                </c:pt>
                <c:pt idx="25190">
                  <c:v>183.92</c:v>
                </c:pt>
                <c:pt idx="25191">
                  <c:v>68.97</c:v>
                </c:pt>
                <c:pt idx="25192">
                  <c:v>83.96</c:v>
                </c:pt>
                <c:pt idx="25193">
                  <c:v>160.93</c:v>
                </c:pt>
                <c:pt idx="25194">
                  <c:v>-68.97</c:v>
                </c:pt>
                <c:pt idx="25195">
                  <c:v>68.97</c:v>
                </c:pt>
                <c:pt idx="25196">
                  <c:v>59.97</c:v>
                </c:pt>
                <c:pt idx="25197">
                  <c:v>114.95</c:v>
                </c:pt>
                <c:pt idx="25198">
                  <c:v>164.15</c:v>
                </c:pt>
                <c:pt idx="25199">
                  <c:v>41.49</c:v>
                </c:pt>
                <c:pt idx="25200">
                  <c:v>51.48</c:v>
                </c:pt>
                <c:pt idx="25201">
                  <c:v>54.98</c:v>
                </c:pt>
                <c:pt idx="25202">
                  <c:v>74.95</c:v>
                </c:pt>
                <c:pt idx="25203">
                  <c:v>89.19</c:v>
                </c:pt>
                <c:pt idx="25204">
                  <c:v>84.99</c:v>
                </c:pt>
                <c:pt idx="25205">
                  <c:v>70.16</c:v>
                </c:pt>
                <c:pt idx="25206">
                  <c:v>149.56</c:v>
                </c:pt>
                <c:pt idx="25207">
                  <c:v>72.239999999999995</c:v>
                </c:pt>
                <c:pt idx="25208">
                  <c:v>91.77</c:v>
                </c:pt>
                <c:pt idx="25209">
                  <c:v>112.96</c:v>
                </c:pt>
                <c:pt idx="25210">
                  <c:v>99.99</c:v>
                </c:pt>
                <c:pt idx="25211">
                  <c:v>146.97</c:v>
                </c:pt>
                <c:pt idx="25212">
                  <c:v>212.36</c:v>
                </c:pt>
                <c:pt idx="25213">
                  <c:v>131.97999999999999</c:v>
                </c:pt>
                <c:pt idx="25214">
                  <c:v>135.97</c:v>
                </c:pt>
                <c:pt idx="25215">
                  <c:v>197.97</c:v>
                </c:pt>
                <c:pt idx="25216">
                  <c:v>197.97</c:v>
                </c:pt>
                <c:pt idx="25217">
                  <c:v>131.97999999999999</c:v>
                </c:pt>
                <c:pt idx="25218">
                  <c:v>76.069999999999993</c:v>
                </c:pt>
                <c:pt idx="25219">
                  <c:v>163.96</c:v>
                </c:pt>
                <c:pt idx="25220">
                  <c:v>176.36</c:v>
                </c:pt>
                <c:pt idx="25221">
                  <c:v>-176.36</c:v>
                </c:pt>
                <c:pt idx="25222">
                  <c:v>56.97</c:v>
                </c:pt>
                <c:pt idx="25223">
                  <c:v>50.95</c:v>
                </c:pt>
                <c:pt idx="25224">
                  <c:v>75.959999999999994</c:v>
                </c:pt>
                <c:pt idx="25225">
                  <c:v>87.94</c:v>
                </c:pt>
                <c:pt idx="25226">
                  <c:v>163.74</c:v>
                </c:pt>
                <c:pt idx="25227">
                  <c:v>358.95</c:v>
                </c:pt>
                <c:pt idx="25228">
                  <c:v>352.32</c:v>
                </c:pt>
                <c:pt idx="25229">
                  <c:v>377.94</c:v>
                </c:pt>
                <c:pt idx="25230">
                  <c:v>399.95</c:v>
                </c:pt>
                <c:pt idx="25231">
                  <c:v>338.95</c:v>
                </c:pt>
                <c:pt idx="25232">
                  <c:v>339.96</c:v>
                </c:pt>
                <c:pt idx="25233">
                  <c:v>339.96</c:v>
                </c:pt>
                <c:pt idx="25234">
                  <c:v>164.97</c:v>
                </c:pt>
                <c:pt idx="25235">
                  <c:v>164.96</c:v>
                </c:pt>
                <c:pt idx="25236">
                  <c:v>89.98</c:v>
                </c:pt>
                <c:pt idx="25237">
                  <c:v>74.98</c:v>
                </c:pt>
                <c:pt idx="25238">
                  <c:v>42.88</c:v>
                </c:pt>
                <c:pt idx="25239">
                  <c:v>-55.97</c:v>
                </c:pt>
                <c:pt idx="25240">
                  <c:v>55.98</c:v>
                </c:pt>
                <c:pt idx="25241">
                  <c:v>55.97</c:v>
                </c:pt>
                <c:pt idx="25242">
                  <c:v>55.97</c:v>
                </c:pt>
                <c:pt idx="25243">
                  <c:v>75.98</c:v>
                </c:pt>
                <c:pt idx="25244">
                  <c:v>87.27</c:v>
                </c:pt>
                <c:pt idx="25245">
                  <c:v>180.21</c:v>
                </c:pt>
                <c:pt idx="25246">
                  <c:v>89.98</c:v>
                </c:pt>
                <c:pt idx="25247">
                  <c:v>177.05</c:v>
                </c:pt>
                <c:pt idx="25248">
                  <c:v>214.99</c:v>
                </c:pt>
                <c:pt idx="25249">
                  <c:v>180.39</c:v>
                </c:pt>
                <c:pt idx="25250">
                  <c:v>131.97999999999999</c:v>
                </c:pt>
                <c:pt idx="25251">
                  <c:v>65.989999999999995</c:v>
                </c:pt>
                <c:pt idx="25252">
                  <c:v>169.98</c:v>
                </c:pt>
                <c:pt idx="25253">
                  <c:v>121.98</c:v>
                </c:pt>
                <c:pt idx="25254">
                  <c:v>65.989999999999995</c:v>
                </c:pt>
                <c:pt idx="25255">
                  <c:v>169.98</c:v>
                </c:pt>
                <c:pt idx="25256">
                  <c:v>185.97</c:v>
                </c:pt>
                <c:pt idx="25257">
                  <c:v>19.989999999999998</c:v>
                </c:pt>
                <c:pt idx="25258">
                  <c:v>169.98</c:v>
                </c:pt>
                <c:pt idx="25259">
                  <c:v>355.89</c:v>
                </c:pt>
                <c:pt idx="25260">
                  <c:v>69.98</c:v>
                </c:pt>
                <c:pt idx="25261">
                  <c:v>170.55</c:v>
                </c:pt>
                <c:pt idx="25262">
                  <c:v>170.55</c:v>
                </c:pt>
                <c:pt idx="25263">
                  <c:v>99.96</c:v>
                </c:pt>
                <c:pt idx="25264">
                  <c:v>50.97</c:v>
                </c:pt>
                <c:pt idx="25265">
                  <c:v>61.98</c:v>
                </c:pt>
                <c:pt idx="25266">
                  <c:v>52.97</c:v>
                </c:pt>
                <c:pt idx="25267">
                  <c:v>79.98</c:v>
                </c:pt>
                <c:pt idx="25268">
                  <c:v>69.989999999999995</c:v>
                </c:pt>
                <c:pt idx="25269">
                  <c:v>93.96</c:v>
                </c:pt>
                <c:pt idx="25270">
                  <c:v>95.95</c:v>
                </c:pt>
                <c:pt idx="25271">
                  <c:v>69.95</c:v>
                </c:pt>
                <c:pt idx="25272">
                  <c:v>55.98</c:v>
                </c:pt>
                <c:pt idx="25273">
                  <c:v>106.96</c:v>
                </c:pt>
                <c:pt idx="25274">
                  <c:v>149.9</c:v>
                </c:pt>
                <c:pt idx="25275">
                  <c:v>169.98</c:v>
                </c:pt>
                <c:pt idx="25276">
                  <c:v>131.97999999999999</c:v>
                </c:pt>
                <c:pt idx="25277">
                  <c:v>129.30000000000001</c:v>
                </c:pt>
                <c:pt idx="25278">
                  <c:v>119.97</c:v>
                </c:pt>
                <c:pt idx="25279">
                  <c:v>167.34</c:v>
                </c:pt>
                <c:pt idx="25280">
                  <c:v>131.97999999999999</c:v>
                </c:pt>
                <c:pt idx="25281">
                  <c:v>169.98</c:v>
                </c:pt>
                <c:pt idx="25282">
                  <c:v>169.98</c:v>
                </c:pt>
                <c:pt idx="25283">
                  <c:v>63.98</c:v>
                </c:pt>
                <c:pt idx="25284">
                  <c:v>98.98</c:v>
                </c:pt>
                <c:pt idx="25285">
                  <c:v>103.98</c:v>
                </c:pt>
                <c:pt idx="25286">
                  <c:v>58.98</c:v>
                </c:pt>
                <c:pt idx="25287">
                  <c:v>90.78</c:v>
                </c:pt>
                <c:pt idx="25288">
                  <c:v>72.180000000000007</c:v>
                </c:pt>
                <c:pt idx="25289">
                  <c:v>179.89</c:v>
                </c:pt>
                <c:pt idx="25290">
                  <c:v>17.489999999999998</c:v>
                </c:pt>
                <c:pt idx="25291">
                  <c:v>108.47</c:v>
                </c:pt>
                <c:pt idx="25292">
                  <c:v>108.47</c:v>
                </c:pt>
                <c:pt idx="25293">
                  <c:v>108.47</c:v>
                </c:pt>
                <c:pt idx="25294">
                  <c:v>11.48</c:v>
                </c:pt>
                <c:pt idx="25295">
                  <c:v>11.48</c:v>
                </c:pt>
                <c:pt idx="25296">
                  <c:v>108.47</c:v>
                </c:pt>
                <c:pt idx="25297">
                  <c:v>17.489999999999998</c:v>
                </c:pt>
                <c:pt idx="25298">
                  <c:v>94.97</c:v>
                </c:pt>
                <c:pt idx="25299">
                  <c:v>79.989999999999995</c:v>
                </c:pt>
                <c:pt idx="25300">
                  <c:v>67.489999999999995</c:v>
                </c:pt>
                <c:pt idx="25301">
                  <c:v>69.290000000000006</c:v>
                </c:pt>
                <c:pt idx="25302">
                  <c:v>145.27000000000001</c:v>
                </c:pt>
                <c:pt idx="25303">
                  <c:v>79.819999999999993</c:v>
                </c:pt>
                <c:pt idx="25304">
                  <c:v>268.55</c:v>
                </c:pt>
                <c:pt idx="25305">
                  <c:v>260.86</c:v>
                </c:pt>
                <c:pt idx="25306">
                  <c:v>223.79</c:v>
                </c:pt>
                <c:pt idx="25307">
                  <c:v>272.18</c:v>
                </c:pt>
                <c:pt idx="25308">
                  <c:v>223.79</c:v>
                </c:pt>
                <c:pt idx="25309">
                  <c:v>249.66</c:v>
                </c:pt>
                <c:pt idx="25310">
                  <c:v>268.55</c:v>
                </c:pt>
                <c:pt idx="25311">
                  <c:v>316.94</c:v>
                </c:pt>
                <c:pt idx="25312">
                  <c:v>275.81</c:v>
                </c:pt>
                <c:pt idx="25313">
                  <c:v>223.79</c:v>
                </c:pt>
                <c:pt idx="25314">
                  <c:v>272.18</c:v>
                </c:pt>
                <c:pt idx="25315">
                  <c:v>61.98</c:v>
                </c:pt>
                <c:pt idx="25316">
                  <c:v>55.98</c:v>
                </c:pt>
                <c:pt idx="25317">
                  <c:v>47.58</c:v>
                </c:pt>
                <c:pt idx="25318">
                  <c:v>163.96</c:v>
                </c:pt>
                <c:pt idx="25319">
                  <c:v>56.96</c:v>
                </c:pt>
                <c:pt idx="25320">
                  <c:v>48.77</c:v>
                </c:pt>
                <c:pt idx="25321">
                  <c:v>50.97</c:v>
                </c:pt>
                <c:pt idx="25322">
                  <c:v>22.97</c:v>
                </c:pt>
                <c:pt idx="25323">
                  <c:v>61.48</c:v>
                </c:pt>
                <c:pt idx="25324">
                  <c:v>100.98</c:v>
                </c:pt>
                <c:pt idx="25325">
                  <c:v>45.87</c:v>
                </c:pt>
                <c:pt idx="25326">
                  <c:v>50.97</c:v>
                </c:pt>
                <c:pt idx="25327">
                  <c:v>95.13</c:v>
                </c:pt>
                <c:pt idx="25328">
                  <c:v>69.95</c:v>
                </c:pt>
                <c:pt idx="25329">
                  <c:v>169.38</c:v>
                </c:pt>
                <c:pt idx="25330">
                  <c:v>78.790000000000006</c:v>
                </c:pt>
                <c:pt idx="25331">
                  <c:v>64.27</c:v>
                </c:pt>
                <c:pt idx="25332">
                  <c:v>149.37</c:v>
                </c:pt>
                <c:pt idx="25333">
                  <c:v>229.47</c:v>
                </c:pt>
                <c:pt idx="25334">
                  <c:v>114.29</c:v>
                </c:pt>
                <c:pt idx="25335">
                  <c:v>105.73</c:v>
                </c:pt>
                <c:pt idx="25336">
                  <c:v>131.97999999999999</c:v>
                </c:pt>
                <c:pt idx="25337">
                  <c:v>151.94</c:v>
                </c:pt>
                <c:pt idx="25338">
                  <c:v>51.96</c:v>
                </c:pt>
                <c:pt idx="25339">
                  <c:v>79.989999999999995</c:v>
                </c:pt>
                <c:pt idx="25340">
                  <c:v>191.96</c:v>
                </c:pt>
                <c:pt idx="25341">
                  <c:v>59.98</c:v>
                </c:pt>
                <c:pt idx="25342">
                  <c:v>43.28</c:v>
                </c:pt>
                <c:pt idx="25343">
                  <c:v>59.98</c:v>
                </c:pt>
                <c:pt idx="25344">
                  <c:v>90.18</c:v>
                </c:pt>
                <c:pt idx="25345">
                  <c:v>71.98</c:v>
                </c:pt>
                <c:pt idx="25346">
                  <c:v>54.99</c:v>
                </c:pt>
                <c:pt idx="25347">
                  <c:v>54.99</c:v>
                </c:pt>
                <c:pt idx="25348">
                  <c:v>54.99</c:v>
                </c:pt>
                <c:pt idx="25349">
                  <c:v>164.97</c:v>
                </c:pt>
                <c:pt idx="25350">
                  <c:v>156.27000000000001</c:v>
                </c:pt>
                <c:pt idx="25351">
                  <c:v>59.98</c:v>
                </c:pt>
                <c:pt idx="25352">
                  <c:v>104.98</c:v>
                </c:pt>
                <c:pt idx="25353">
                  <c:v>164.95</c:v>
                </c:pt>
                <c:pt idx="25354">
                  <c:v>179</c:v>
                </c:pt>
                <c:pt idx="25355">
                  <c:v>25.28</c:v>
                </c:pt>
                <c:pt idx="25356">
                  <c:v>46.29</c:v>
                </c:pt>
                <c:pt idx="25357">
                  <c:v>46.29</c:v>
                </c:pt>
                <c:pt idx="25358">
                  <c:v>46.29</c:v>
                </c:pt>
                <c:pt idx="25359">
                  <c:v>219.97</c:v>
                </c:pt>
                <c:pt idx="25360">
                  <c:v>219.97</c:v>
                </c:pt>
                <c:pt idx="25361">
                  <c:v>219.97</c:v>
                </c:pt>
                <c:pt idx="25362">
                  <c:v>219.97</c:v>
                </c:pt>
                <c:pt idx="25363">
                  <c:v>146.16999999999999</c:v>
                </c:pt>
                <c:pt idx="25364">
                  <c:v>219.97</c:v>
                </c:pt>
                <c:pt idx="25365">
                  <c:v>171.97</c:v>
                </c:pt>
                <c:pt idx="25366">
                  <c:v>204.19</c:v>
                </c:pt>
                <c:pt idx="25367">
                  <c:v>59.96</c:v>
                </c:pt>
                <c:pt idx="25368">
                  <c:v>53.96</c:v>
                </c:pt>
                <c:pt idx="25369">
                  <c:v>85.98</c:v>
                </c:pt>
                <c:pt idx="25370">
                  <c:v>75.97</c:v>
                </c:pt>
                <c:pt idx="25371">
                  <c:v>54.98</c:v>
                </c:pt>
                <c:pt idx="25372">
                  <c:v>55.42</c:v>
                </c:pt>
                <c:pt idx="25373">
                  <c:v>54.42</c:v>
                </c:pt>
                <c:pt idx="25374">
                  <c:v>22.29</c:v>
                </c:pt>
                <c:pt idx="25375">
                  <c:v>22.29</c:v>
                </c:pt>
                <c:pt idx="25376">
                  <c:v>22.94</c:v>
                </c:pt>
                <c:pt idx="25377">
                  <c:v>27.18</c:v>
                </c:pt>
                <c:pt idx="25378">
                  <c:v>69.97</c:v>
                </c:pt>
                <c:pt idx="25379">
                  <c:v>91.96</c:v>
                </c:pt>
                <c:pt idx="25380">
                  <c:v>51.96</c:v>
                </c:pt>
                <c:pt idx="25381">
                  <c:v>55.96</c:v>
                </c:pt>
                <c:pt idx="25382">
                  <c:v>44.99</c:v>
                </c:pt>
                <c:pt idx="25383">
                  <c:v>59.97</c:v>
                </c:pt>
                <c:pt idx="25384">
                  <c:v>64.98</c:v>
                </c:pt>
                <c:pt idx="25385">
                  <c:v>254.97</c:v>
                </c:pt>
                <c:pt idx="25386">
                  <c:v>176.97</c:v>
                </c:pt>
                <c:pt idx="25387">
                  <c:v>188.17</c:v>
                </c:pt>
                <c:pt idx="25388">
                  <c:v>188.17</c:v>
                </c:pt>
                <c:pt idx="25389">
                  <c:v>274.95999999999998</c:v>
                </c:pt>
                <c:pt idx="25390">
                  <c:v>197.96</c:v>
                </c:pt>
                <c:pt idx="25391">
                  <c:v>254.97</c:v>
                </c:pt>
                <c:pt idx="25392">
                  <c:v>197.96</c:v>
                </c:pt>
                <c:pt idx="25393">
                  <c:v>197.97</c:v>
                </c:pt>
                <c:pt idx="25394">
                  <c:v>176.97</c:v>
                </c:pt>
                <c:pt idx="25395">
                  <c:v>274.95999999999998</c:v>
                </c:pt>
                <c:pt idx="25396">
                  <c:v>197.97</c:v>
                </c:pt>
                <c:pt idx="25397">
                  <c:v>169.98</c:v>
                </c:pt>
                <c:pt idx="25398">
                  <c:v>221.99</c:v>
                </c:pt>
                <c:pt idx="25399">
                  <c:v>221.99</c:v>
                </c:pt>
                <c:pt idx="25400">
                  <c:v>169.98</c:v>
                </c:pt>
                <c:pt idx="25401">
                  <c:v>71.959999999999994</c:v>
                </c:pt>
                <c:pt idx="25402">
                  <c:v>69.98</c:v>
                </c:pt>
                <c:pt idx="25403">
                  <c:v>28.38</c:v>
                </c:pt>
                <c:pt idx="25404">
                  <c:v>46.49</c:v>
                </c:pt>
                <c:pt idx="25405">
                  <c:v>84.3</c:v>
                </c:pt>
                <c:pt idx="25406">
                  <c:v>94.34</c:v>
                </c:pt>
                <c:pt idx="25407">
                  <c:v>34.28</c:v>
                </c:pt>
                <c:pt idx="25408">
                  <c:v>97.97</c:v>
                </c:pt>
                <c:pt idx="25409">
                  <c:v>64.98</c:v>
                </c:pt>
                <c:pt idx="25410">
                  <c:v>30.21</c:v>
                </c:pt>
                <c:pt idx="25411">
                  <c:v>66.53</c:v>
                </c:pt>
                <c:pt idx="25412">
                  <c:v>19.34</c:v>
                </c:pt>
                <c:pt idx="25413">
                  <c:v>1.8</c:v>
                </c:pt>
                <c:pt idx="25414">
                  <c:v>49.99</c:v>
                </c:pt>
                <c:pt idx="25415">
                  <c:v>121.98</c:v>
                </c:pt>
                <c:pt idx="25416">
                  <c:v>133.47999999999999</c:v>
                </c:pt>
                <c:pt idx="25417">
                  <c:v>84.98</c:v>
                </c:pt>
                <c:pt idx="25418">
                  <c:v>22.78</c:v>
                </c:pt>
                <c:pt idx="25419">
                  <c:v>47.91</c:v>
                </c:pt>
                <c:pt idx="25420">
                  <c:v>32.630000000000003</c:v>
                </c:pt>
                <c:pt idx="25421">
                  <c:v>32.630000000000003</c:v>
                </c:pt>
                <c:pt idx="25422">
                  <c:v>58.65</c:v>
                </c:pt>
                <c:pt idx="25423">
                  <c:v>84.99</c:v>
                </c:pt>
                <c:pt idx="25424">
                  <c:v>64.09</c:v>
                </c:pt>
                <c:pt idx="25425">
                  <c:v>59.97</c:v>
                </c:pt>
                <c:pt idx="25426">
                  <c:v>59.97</c:v>
                </c:pt>
                <c:pt idx="25427">
                  <c:v>59.39</c:v>
                </c:pt>
                <c:pt idx="25428">
                  <c:v>51.97</c:v>
                </c:pt>
                <c:pt idx="25429">
                  <c:v>49.98</c:v>
                </c:pt>
                <c:pt idx="25430">
                  <c:v>125.08</c:v>
                </c:pt>
                <c:pt idx="25431">
                  <c:v>43.54</c:v>
                </c:pt>
                <c:pt idx="25432">
                  <c:v>82.97</c:v>
                </c:pt>
                <c:pt idx="25433">
                  <c:v>163.96</c:v>
                </c:pt>
                <c:pt idx="25434">
                  <c:v>163.96</c:v>
                </c:pt>
                <c:pt idx="25435">
                  <c:v>29.48</c:v>
                </c:pt>
                <c:pt idx="25436">
                  <c:v>163.96</c:v>
                </c:pt>
                <c:pt idx="25437">
                  <c:v>124.97</c:v>
                </c:pt>
                <c:pt idx="25438">
                  <c:v>94.97</c:v>
                </c:pt>
                <c:pt idx="25439">
                  <c:v>149.97</c:v>
                </c:pt>
                <c:pt idx="25440">
                  <c:v>110.97</c:v>
                </c:pt>
                <c:pt idx="25441">
                  <c:v>129.97</c:v>
                </c:pt>
                <c:pt idx="25442">
                  <c:v>149.97</c:v>
                </c:pt>
                <c:pt idx="25443">
                  <c:v>149.97</c:v>
                </c:pt>
                <c:pt idx="25444">
                  <c:v>119.97</c:v>
                </c:pt>
                <c:pt idx="25445">
                  <c:v>119.97</c:v>
                </c:pt>
                <c:pt idx="25446">
                  <c:v>119.97</c:v>
                </c:pt>
                <c:pt idx="25447">
                  <c:v>147.94999999999999</c:v>
                </c:pt>
                <c:pt idx="25448">
                  <c:v>149.97</c:v>
                </c:pt>
                <c:pt idx="25449">
                  <c:v>62.16</c:v>
                </c:pt>
                <c:pt idx="25450">
                  <c:v>62.9</c:v>
                </c:pt>
                <c:pt idx="25451">
                  <c:v>33.840000000000003</c:v>
                </c:pt>
                <c:pt idx="25452">
                  <c:v>37.49</c:v>
                </c:pt>
                <c:pt idx="25453">
                  <c:v>63.98</c:v>
                </c:pt>
                <c:pt idx="25454">
                  <c:v>99.98</c:v>
                </c:pt>
                <c:pt idx="25455">
                  <c:v>104.98</c:v>
                </c:pt>
                <c:pt idx="25456">
                  <c:v>58.98</c:v>
                </c:pt>
                <c:pt idx="25457">
                  <c:v>144.81</c:v>
                </c:pt>
                <c:pt idx="25458">
                  <c:v>11.89</c:v>
                </c:pt>
                <c:pt idx="25459">
                  <c:v>19.88</c:v>
                </c:pt>
                <c:pt idx="25460">
                  <c:v>11.29</c:v>
                </c:pt>
                <c:pt idx="25461">
                  <c:v>93.95</c:v>
                </c:pt>
                <c:pt idx="25462">
                  <c:v>41.26</c:v>
                </c:pt>
                <c:pt idx="25463">
                  <c:v>194.92</c:v>
                </c:pt>
                <c:pt idx="25464">
                  <c:v>205.92</c:v>
                </c:pt>
                <c:pt idx="25465">
                  <c:v>59.95</c:v>
                </c:pt>
                <c:pt idx="25466">
                  <c:v>59.96</c:v>
                </c:pt>
                <c:pt idx="25467">
                  <c:v>92.46</c:v>
                </c:pt>
                <c:pt idx="25468">
                  <c:v>114.94</c:v>
                </c:pt>
                <c:pt idx="25469">
                  <c:v>206.93</c:v>
                </c:pt>
                <c:pt idx="25470">
                  <c:v>201.93</c:v>
                </c:pt>
                <c:pt idx="25471">
                  <c:v>84.96</c:v>
                </c:pt>
                <c:pt idx="25472">
                  <c:v>177.82</c:v>
                </c:pt>
                <c:pt idx="25473">
                  <c:v>177.82</c:v>
                </c:pt>
                <c:pt idx="25474">
                  <c:v>177.82</c:v>
                </c:pt>
                <c:pt idx="25475">
                  <c:v>68.930000000000007</c:v>
                </c:pt>
                <c:pt idx="25476">
                  <c:v>72.540000000000006</c:v>
                </c:pt>
                <c:pt idx="25477">
                  <c:v>105.22</c:v>
                </c:pt>
                <c:pt idx="25478">
                  <c:v>60.98</c:v>
                </c:pt>
                <c:pt idx="25479">
                  <c:v>99.98</c:v>
                </c:pt>
                <c:pt idx="25480">
                  <c:v>160.94999999999999</c:v>
                </c:pt>
                <c:pt idx="25481">
                  <c:v>68.989999999999995</c:v>
                </c:pt>
                <c:pt idx="25482">
                  <c:v>153.22999999999999</c:v>
                </c:pt>
                <c:pt idx="25483">
                  <c:v>117.32</c:v>
                </c:pt>
                <c:pt idx="25484">
                  <c:v>128.65</c:v>
                </c:pt>
                <c:pt idx="25485">
                  <c:v>365.35</c:v>
                </c:pt>
                <c:pt idx="25486">
                  <c:v>159.69999999999999</c:v>
                </c:pt>
                <c:pt idx="25487">
                  <c:v>195.97</c:v>
                </c:pt>
                <c:pt idx="25488">
                  <c:v>62.98</c:v>
                </c:pt>
                <c:pt idx="25489">
                  <c:v>97.97</c:v>
                </c:pt>
                <c:pt idx="25490">
                  <c:v>56.97</c:v>
                </c:pt>
                <c:pt idx="25491">
                  <c:v>103.92</c:v>
                </c:pt>
                <c:pt idx="25492">
                  <c:v>160.86000000000001</c:v>
                </c:pt>
                <c:pt idx="25493">
                  <c:v>143.25</c:v>
                </c:pt>
                <c:pt idx="25494">
                  <c:v>54.99</c:v>
                </c:pt>
                <c:pt idx="25495">
                  <c:v>109.98</c:v>
                </c:pt>
                <c:pt idx="25496">
                  <c:v>151.94999999999999</c:v>
                </c:pt>
                <c:pt idx="25497">
                  <c:v>179.94</c:v>
                </c:pt>
                <c:pt idx="25498">
                  <c:v>83.96</c:v>
                </c:pt>
                <c:pt idx="25499">
                  <c:v>65.989999999999995</c:v>
                </c:pt>
                <c:pt idx="25500">
                  <c:v>139.28</c:v>
                </c:pt>
                <c:pt idx="25501">
                  <c:v>83.65</c:v>
                </c:pt>
                <c:pt idx="25502">
                  <c:v>179.94</c:v>
                </c:pt>
                <c:pt idx="25503">
                  <c:v>179.94</c:v>
                </c:pt>
                <c:pt idx="25504">
                  <c:v>119.96</c:v>
                </c:pt>
                <c:pt idx="25505">
                  <c:v>95.94</c:v>
                </c:pt>
                <c:pt idx="25506">
                  <c:v>79.95</c:v>
                </c:pt>
                <c:pt idx="25507">
                  <c:v>27.48</c:v>
                </c:pt>
                <c:pt idx="25508">
                  <c:v>51.96</c:v>
                </c:pt>
                <c:pt idx="25509">
                  <c:v>27.48</c:v>
                </c:pt>
                <c:pt idx="25510">
                  <c:v>24.33</c:v>
                </c:pt>
                <c:pt idx="25511">
                  <c:v>55.96</c:v>
                </c:pt>
                <c:pt idx="25512">
                  <c:v>55.96</c:v>
                </c:pt>
                <c:pt idx="25513">
                  <c:v>55.96</c:v>
                </c:pt>
                <c:pt idx="25514">
                  <c:v>99.98</c:v>
                </c:pt>
                <c:pt idx="25515">
                  <c:v>75.87</c:v>
                </c:pt>
                <c:pt idx="25516">
                  <c:v>1.3</c:v>
                </c:pt>
                <c:pt idx="25517">
                  <c:v>79.959999999999994</c:v>
                </c:pt>
                <c:pt idx="25518">
                  <c:v>80.97</c:v>
                </c:pt>
                <c:pt idx="25519">
                  <c:v>159.96</c:v>
                </c:pt>
                <c:pt idx="25520">
                  <c:v>366.91</c:v>
                </c:pt>
                <c:pt idx="25521">
                  <c:v>254.95</c:v>
                </c:pt>
                <c:pt idx="25522">
                  <c:v>214.95</c:v>
                </c:pt>
                <c:pt idx="25523">
                  <c:v>-45.72</c:v>
                </c:pt>
                <c:pt idx="25524">
                  <c:v>116.07</c:v>
                </c:pt>
                <c:pt idx="25525">
                  <c:v>45.72</c:v>
                </c:pt>
                <c:pt idx="25526">
                  <c:v>103.96</c:v>
                </c:pt>
                <c:pt idx="25527">
                  <c:v>151.96</c:v>
                </c:pt>
                <c:pt idx="25528">
                  <c:v>199.96</c:v>
                </c:pt>
                <c:pt idx="25529">
                  <c:v>159.96</c:v>
                </c:pt>
                <c:pt idx="25530">
                  <c:v>149.97</c:v>
                </c:pt>
                <c:pt idx="25531">
                  <c:v>153.54</c:v>
                </c:pt>
                <c:pt idx="25532">
                  <c:v>159.96</c:v>
                </c:pt>
                <c:pt idx="25533">
                  <c:v>143.86000000000001</c:v>
                </c:pt>
                <c:pt idx="25534">
                  <c:v>229.94</c:v>
                </c:pt>
                <c:pt idx="25535">
                  <c:v>199.96</c:v>
                </c:pt>
                <c:pt idx="25536">
                  <c:v>52.97</c:v>
                </c:pt>
                <c:pt idx="25537">
                  <c:v>50.98</c:v>
                </c:pt>
                <c:pt idx="25538">
                  <c:v>51.98</c:v>
                </c:pt>
                <c:pt idx="25539">
                  <c:v>159.97999999999999</c:v>
                </c:pt>
                <c:pt idx="25540">
                  <c:v>131.97999999999999</c:v>
                </c:pt>
                <c:pt idx="25541">
                  <c:v>57.18</c:v>
                </c:pt>
                <c:pt idx="25542">
                  <c:v>85.47</c:v>
                </c:pt>
                <c:pt idx="25543">
                  <c:v>57.18</c:v>
                </c:pt>
                <c:pt idx="25544">
                  <c:v>39.53</c:v>
                </c:pt>
                <c:pt idx="25545">
                  <c:v>85.17</c:v>
                </c:pt>
                <c:pt idx="25546">
                  <c:v>89.17</c:v>
                </c:pt>
                <c:pt idx="25547">
                  <c:v>113.16</c:v>
                </c:pt>
                <c:pt idx="25548">
                  <c:v>83.97</c:v>
                </c:pt>
                <c:pt idx="25549">
                  <c:v>85.17</c:v>
                </c:pt>
                <c:pt idx="25550">
                  <c:v>77.67</c:v>
                </c:pt>
                <c:pt idx="25551">
                  <c:v>65.180000000000007</c:v>
                </c:pt>
                <c:pt idx="25552">
                  <c:v>57.18</c:v>
                </c:pt>
                <c:pt idx="25553">
                  <c:v>111.96</c:v>
                </c:pt>
                <c:pt idx="25554">
                  <c:v>85.17</c:v>
                </c:pt>
                <c:pt idx="25555">
                  <c:v>86.61</c:v>
                </c:pt>
                <c:pt idx="25556">
                  <c:v>96.47</c:v>
                </c:pt>
                <c:pt idx="25557">
                  <c:v>27.24</c:v>
                </c:pt>
                <c:pt idx="25558">
                  <c:v>59.98</c:v>
                </c:pt>
                <c:pt idx="25559">
                  <c:v>59.98</c:v>
                </c:pt>
                <c:pt idx="25560">
                  <c:v>59.98</c:v>
                </c:pt>
                <c:pt idx="25561">
                  <c:v>59.98</c:v>
                </c:pt>
                <c:pt idx="25562">
                  <c:v>31.49</c:v>
                </c:pt>
                <c:pt idx="25563">
                  <c:v>79.989999999999995</c:v>
                </c:pt>
                <c:pt idx="25564">
                  <c:v>159.97999999999999</c:v>
                </c:pt>
                <c:pt idx="25565">
                  <c:v>31.49</c:v>
                </c:pt>
                <c:pt idx="25566">
                  <c:v>31.49</c:v>
                </c:pt>
                <c:pt idx="25567">
                  <c:v>31.49</c:v>
                </c:pt>
                <c:pt idx="25568">
                  <c:v>59.98</c:v>
                </c:pt>
                <c:pt idx="25569">
                  <c:v>31.49</c:v>
                </c:pt>
                <c:pt idx="25570">
                  <c:v>59.98</c:v>
                </c:pt>
                <c:pt idx="25571">
                  <c:v>59.98</c:v>
                </c:pt>
                <c:pt idx="25572">
                  <c:v>59.98</c:v>
                </c:pt>
                <c:pt idx="25573">
                  <c:v>89.97</c:v>
                </c:pt>
                <c:pt idx="25574">
                  <c:v>61.48</c:v>
                </c:pt>
                <c:pt idx="25575">
                  <c:v>59.98</c:v>
                </c:pt>
                <c:pt idx="25576">
                  <c:v>99.96</c:v>
                </c:pt>
                <c:pt idx="25577">
                  <c:v>159.97999999999999</c:v>
                </c:pt>
                <c:pt idx="25578">
                  <c:v>159.97999999999999</c:v>
                </c:pt>
                <c:pt idx="25579">
                  <c:v>84.99</c:v>
                </c:pt>
                <c:pt idx="25580">
                  <c:v>79.98</c:v>
                </c:pt>
                <c:pt idx="25581">
                  <c:v>79.98</c:v>
                </c:pt>
                <c:pt idx="25582">
                  <c:v>84.99</c:v>
                </c:pt>
                <c:pt idx="25583">
                  <c:v>77.34</c:v>
                </c:pt>
                <c:pt idx="25584">
                  <c:v>84.99</c:v>
                </c:pt>
                <c:pt idx="25585">
                  <c:v>84.99</c:v>
                </c:pt>
                <c:pt idx="25586">
                  <c:v>79.98</c:v>
                </c:pt>
                <c:pt idx="25587">
                  <c:v>84.99</c:v>
                </c:pt>
                <c:pt idx="25588">
                  <c:v>84.99</c:v>
                </c:pt>
                <c:pt idx="25589">
                  <c:v>84.99</c:v>
                </c:pt>
                <c:pt idx="25590">
                  <c:v>79.98</c:v>
                </c:pt>
                <c:pt idx="25591">
                  <c:v>74.540000000000006</c:v>
                </c:pt>
                <c:pt idx="25592">
                  <c:v>84.99</c:v>
                </c:pt>
                <c:pt idx="25593">
                  <c:v>84.99</c:v>
                </c:pt>
                <c:pt idx="25594">
                  <c:v>84.99</c:v>
                </c:pt>
                <c:pt idx="25595">
                  <c:v>84.99</c:v>
                </c:pt>
                <c:pt idx="25596">
                  <c:v>84.99</c:v>
                </c:pt>
                <c:pt idx="25597">
                  <c:v>38.35</c:v>
                </c:pt>
                <c:pt idx="25598">
                  <c:v>76.489999999999995</c:v>
                </c:pt>
                <c:pt idx="25599">
                  <c:v>84.99</c:v>
                </c:pt>
                <c:pt idx="25600">
                  <c:v>84.99</c:v>
                </c:pt>
                <c:pt idx="25601">
                  <c:v>84.99</c:v>
                </c:pt>
                <c:pt idx="25602">
                  <c:v>84.99</c:v>
                </c:pt>
                <c:pt idx="25603">
                  <c:v>79.98</c:v>
                </c:pt>
                <c:pt idx="25604">
                  <c:v>68.989999999999995</c:v>
                </c:pt>
                <c:pt idx="25605">
                  <c:v>79.989999999999995</c:v>
                </c:pt>
                <c:pt idx="25606">
                  <c:v>59.98</c:v>
                </c:pt>
                <c:pt idx="25607">
                  <c:v>99.96</c:v>
                </c:pt>
                <c:pt idx="25608">
                  <c:v>90.97</c:v>
                </c:pt>
                <c:pt idx="25609">
                  <c:v>68.959999999999994</c:v>
                </c:pt>
                <c:pt idx="25610">
                  <c:v>79.98</c:v>
                </c:pt>
                <c:pt idx="25611">
                  <c:v>79.98</c:v>
                </c:pt>
                <c:pt idx="25612">
                  <c:v>15.49</c:v>
                </c:pt>
                <c:pt idx="25613">
                  <c:v>89.97</c:v>
                </c:pt>
                <c:pt idx="25614">
                  <c:v>37.479999999999997</c:v>
                </c:pt>
                <c:pt idx="25615">
                  <c:v>84.99</c:v>
                </c:pt>
                <c:pt idx="25616">
                  <c:v>36.49</c:v>
                </c:pt>
                <c:pt idx="25617">
                  <c:v>21.49</c:v>
                </c:pt>
                <c:pt idx="25618">
                  <c:v>53.98</c:v>
                </c:pt>
                <c:pt idx="25619">
                  <c:v>157.38</c:v>
                </c:pt>
                <c:pt idx="25620">
                  <c:v>159.97999999999999</c:v>
                </c:pt>
                <c:pt idx="25621">
                  <c:v>159.97999999999999</c:v>
                </c:pt>
                <c:pt idx="25622">
                  <c:v>159.97999999999999</c:v>
                </c:pt>
                <c:pt idx="25623">
                  <c:v>103.68</c:v>
                </c:pt>
                <c:pt idx="25624">
                  <c:v>121.98</c:v>
                </c:pt>
                <c:pt idx="25625">
                  <c:v>96.32</c:v>
                </c:pt>
                <c:pt idx="25626">
                  <c:v>111.98</c:v>
                </c:pt>
                <c:pt idx="25627">
                  <c:v>106.86</c:v>
                </c:pt>
                <c:pt idx="25628">
                  <c:v>59.95</c:v>
                </c:pt>
                <c:pt idx="25629">
                  <c:v>99.98</c:v>
                </c:pt>
                <c:pt idx="25630">
                  <c:v>31.49</c:v>
                </c:pt>
                <c:pt idx="25631">
                  <c:v>59.98</c:v>
                </c:pt>
                <c:pt idx="25632">
                  <c:v>59.98</c:v>
                </c:pt>
                <c:pt idx="25633">
                  <c:v>59.98</c:v>
                </c:pt>
                <c:pt idx="25634">
                  <c:v>58.98</c:v>
                </c:pt>
                <c:pt idx="25635">
                  <c:v>58.98</c:v>
                </c:pt>
                <c:pt idx="25636">
                  <c:v>28.23</c:v>
                </c:pt>
                <c:pt idx="25637">
                  <c:v>28.23</c:v>
                </c:pt>
                <c:pt idx="25638">
                  <c:v>59.98</c:v>
                </c:pt>
                <c:pt idx="25639">
                  <c:v>162.71</c:v>
                </c:pt>
                <c:pt idx="25640">
                  <c:v>159.9</c:v>
                </c:pt>
                <c:pt idx="25641">
                  <c:v>39.479999999999997</c:v>
                </c:pt>
                <c:pt idx="25642">
                  <c:v>57.96</c:v>
                </c:pt>
                <c:pt idx="25643">
                  <c:v>53.96</c:v>
                </c:pt>
                <c:pt idx="25644">
                  <c:v>31.48</c:v>
                </c:pt>
                <c:pt idx="25645">
                  <c:v>31.48</c:v>
                </c:pt>
                <c:pt idx="25646">
                  <c:v>31.48</c:v>
                </c:pt>
                <c:pt idx="25647">
                  <c:v>31.48</c:v>
                </c:pt>
                <c:pt idx="25648">
                  <c:v>62.57</c:v>
                </c:pt>
                <c:pt idx="25649">
                  <c:v>155.97999999999999</c:v>
                </c:pt>
                <c:pt idx="25650">
                  <c:v>152.97</c:v>
                </c:pt>
                <c:pt idx="25651">
                  <c:v>283.95999999999998</c:v>
                </c:pt>
                <c:pt idx="25652">
                  <c:v>58.97</c:v>
                </c:pt>
                <c:pt idx="25653">
                  <c:v>58.97</c:v>
                </c:pt>
                <c:pt idx="25654">
                  <c:v>51.98</c:v>
                </c:pt>
                <c:pt idx="25655">
                  <c:v>83.1</c:v>
                </c:pt>
                <c:pt idx="25656">
                  <c:v>283.95999999999998</c:v>
                </c:pt>
                <c:pt idx="25657">
                  <c:v>92.79</c:v>
                </c:pt>
                <c:pt idx="25658">
                  <c:v>92.79</c:v>
                </c:pt>
                <c:pt idx="25659">
                  <c:v>152.97</c:v>
                </c:pt>
                <c:pt idx="25660">
                  <c:v>51.98</c:v>
                </c:pt>
                <c:pt idx="25661">
                  <c:v>59.38</c:v>
                </c:pt>
                <c:pt idx="25662">
                  <c:v>68.989999999999995</c:v>
                </c:pt>
                <c:pt idx="25663">
                  <c:v>84.99</c:v>
                </c:pt>
                <c:pt idx="25664">
                  <c:v>55.98</c:v>
                </c:pt>
                <c:pt idx="25665">
                  <c:v>68.989999999999995</c:v>
                </c:pt>
                <c:pt idx="25666">
                  <c:v>55.98</c:v>
                </c:pt>
                <c:pt idx="25667">
                  <c:v>68.989999999999995</c:v>
                </c:pt>
                <c:pt idx="25668">
                  <c:v>68.989999999999995</c:v>
                </c:pt>
                <c:pt idx="25669">
                  <c:v>84.99</c:v>
                </c:pt>
                <c:pt idx="25670">
                  <c:v>159.97999999999999</c:v>
                </c:pt>
                <c:pt idx="25671">
                  <c:v>65.510000000000005</c:v>
                </c:pt>
                <c:pt idx="25672">
                  <c:v>159.97999999999999</c:v>
                </c:pt>
                <c:pt idx="25673">
                  <c:v>75.09</c:v>
                </c:pt>
                <c:pt idx="25674">
                  <c:v>75.09</c:v>
                </c:pt>
                <c:pt idx="25675">
                  <c:v>71.13</c:v>
                </c:pt>
                <c:pt idx="25676">
                  <c:v>71.98</c:v>
                </c:pt>
                <c:pt idx="25677">
                  <c:v>71.13</c:v>
                </c:pt>
                <c:pt idx="25678">
                  <c:v>71.98</c:v>
                </c:pt>
                <c:pt idx="25679">
                  <c:v>65.510000000000005</c:v>
                </c:pt>
                <c:pt idx="25680">
                  <c:v>59.38</c:v>
                </c:pt>
                <c:pt idx="25681">
                  <c:v>83.1</c:v>
                </c:pt>
                <c:pt idx="25682">
                  <c:v>65.98</c:v>
                </c:pt>
                <c:pt idx="25683">
                  <c:v>65.98</c:v>
                </c:pt>
                <c:pt idx="25684">
                  <c:v>69.98</c:v>
                </c:pt>
                <c:pt idx="25685">
                  <c:v>104.97</c:v>
                </c:pt>
                <c:pt idx="25686">
                  <c:v>165.45</c:v>
                </c:pt>
                <c:pt idx="25687">
                  <c:v>162.44</c:v>
                </c:pt>
                <c:pt idx="25688">
                  <c:v>100.96</c:v>
                </c:pt>
                <c:pt idx="25689">
                  <c:v>93.94</c:v>
                </c:pt>
                <c:pt idx="25690">
                  <c:v>68.36</c:v>
                </c:pt>
                <c:pt idx="25691">
                  <c:v>59.47</c:v>
                </c:pt>
                <c:pt idx="25692">
                  <c:v>99.98</c:v>
                </c:pt>
                <c:pt idx="25693">
                  <c:v>150.94999999999999</c:v>
                </c:pt>
                <c:pt idx="25694">
                  <c:v>424.95</c:v>
                </c:pt>
                <c:pt idx="25695">
                  <c:v>263.95999999999998</c:v>
                </c:pt>
                <c:pt idx="25696">
                  <c:v>218.94</c:v>
                </c:pt>
                <c:pt idx="25697">
                  <c:v>158.07</c:v>
                </c:pt>
                <c:pt idx="25698">
                  <c:v>349.92</c:v>
                </c:pt>
                <c:pt idx="25699">
                  <c:v>355.95</c:v>
                </c:pt>
                <c:pt idx="25700">
                  <c:v>328.91</c:v>
                </c:pt>
                <c:pt idx="25701">
                  <c:v>116.97</c:v>
                </c:pt>
                <c:pt idx="25702">
                  <c:v>41.19</c:v>
                </c:pt>
                <c:pt idx="25703">
                  <c:v>161.97</c:v>
                </c:pt>
                <c:pt idx="25704">
                  <c:v>76.97</c:v>
                </c:pt>
                <c:pt idx="25705">
                  <c:v>84.99</c:v>
                </c:pt>
                <c:pt idx="25706">
                  <c:v>89.94</c:v>
                </c:pt>
                <c:pt idx="25707">
                  <c:v>69.989999999999995</c:v>
                </c:pt>
                <c:pt idx="25708">
                  <c:v>141.66</c:v>
                </c:pt>
                <c:pt idx="25709">
                  <c:v>136.93</c:v>
                </c:pt>
                <c:pt idx="25710">
                  <c:v>257.36</c:v>
                </c:pt>
                <c:pt idx="25711">
                  <c:v>183.96</c:v>
                </c:pt>
                <c:pt idx="25712">
                  <c:v>131.97999999999999</c:v>
                </c:pt>
                <c:pt idx="25713">
                  <c:v>259.48</c:v>
                </c:pt>
                <c:pt idx="25714">
                  <c:v>161.94999999999999</c:v>
                </c:pt>
                <c:pt idx="25715">
                  <c:v>53.97</c:v>
                </c:pt>
                <c:pt idx="25716">
                  <c:v>161.91</c:v>
                </c:pt>
                <c:pt idx="25717">
                  <c:v>161.84</c:v>
                </c:pt>
                <c:pt idx="25718">
                  <c:v>158.96</c:v>
                </c:pt>
                <c:pt idx="25719">
                  <c:v>81.98</c:v>
                </c:pt>
                <c:pt idx="25720">
                  <c:v>76.98</c:v>
                </c:pt>
                <c:pt idx="25721">
                  <c:v>158.93</c:v>
                </c:pt>
                <c:pt idx="25722">
                  <c:v>79.98</c:v>
                </c:pt>
                <c:pt idx="25723">
                  <c:v>65.69</c:v>
                </c:pt>
                <c:pt idx="25724">
                  <c:v>123.77</c:v>
                </c:pt>
                <c:pt idx="25725">
                  <c:v>78.78</c:v>
                </c:pt>
                <c:pt idx="25726">
                  <c:v>320.24</c:v>
                </c:pt>
                <c:pt idx="25727">
                  <c:v>272.19</c:v>
                </c:pt>
                <c:pt idx="25728">
                  <c:v>57.78</c:v>
                </c:pt>
                <c:pt idx="25729">
                  <c:v>30.83</c:v>
                </c:pt>
                <c:pt idx="25730">
                  <c:v>79.319999999999993</c:v>
                </c:pt>
                <c:pt idx="25731">
                  <c:v>64.78</c:v>
                </c:pt>
                <c:pt idx="25732">
                  <c:v>74.709999999999994</c:v>
                </c:pt>
                <c:pt idx="25733">
                  <c:v>75.22</c:v>
                </c:pt>
                <c:pt idx="25734">
                  <c:v>118.25</c:v>
                </c:pt>
                <c:pt idx="25735">
                  <c:v>50.87</c:v>
                </c:pt>
                <c:pt idx="25736">
                  <c:v>50.97</c:v>
                </c:pt>
                <c:pt idx="25737">
                  <c:v>51.98</c:v>
                </c:pt>
                <c:pt idx="25738">
                  <c:v>55.98</c:v>
                </c:pt>
                <c:pt idx="25739">
                  <c:v>175.41</c:v>
                </c:pt>
                <c:pt idx="25740">
                  <c:v>78.63</c:v>
                </c:pt>
                <c:pt idx="25741">
                  <c:v>96.78</c:v>
                </c:pt>
                <c:pt idx="25742">
                  <c:v>50.97</c:v>
                </c:pt>
                <c:pt idx="25743">
                  <c:v>50.97</c:v>
                </c:pt>
                <c:pt idx="25744">
                  <c:v>71.989999999999995</c:v>
                </c:pt>
                <c:pt idx="25745">
                  <c:v>57.98</c:v>
                </c:pt>
                <c:pt idx="25746">
                  <c:v>53.76</c:v>
                </c:pt>
                <c:pt idx="25747">
                  <c:v>49.86</c:v>
                </c:pt>
                <c:pt idx="25748">
                  <c:v>39.99</c:v>
                </c:pt>
                <c:pt idx="25749">
                  <c:v>95.38</c:v>
                </c:pt>
                <c:pt idx="25750">
                  <c:v>105.98</c:v>
                </c:pt>
                <c:pt idx="25751">
                  <c:v>169.98</c:v>
                </c:pt>
                <c:pt idx="25752">
                  <c:v>105.98</c:v>
                </c:pt>
                <c:pt idx="25753">
                  <c:v>124.97</c:v>
                </c:pt>
                <c:pt idx="25754">
                  <c:v>105.98</c:v>
                </c:pt>
                <c:pt idx="25755">
                  <c:v>153.97</c:v>
                </c:pt>
                <c:pt idx="25756">
                  <c:v>105.98</c:v>
                </c:pt>
                <c:pt idx="25757">
                  <c:v>89.98</c:v>
                </c:pt>
                <c:pt idx="25758">
                  <c:v>134.97999999999999</c:v>
                </c:pt>
                <c:pt idx="25759">
                  <c:v>105.98</c:v>
                </c:pt>
                <c:pt idx="25760">
                  <c:v>188.97</c:v>
                </c:pt>
                <c:pt idx="25761">
                  <c:v>169.98</c:v>
                </c:pt>
                <c:pt idx="25762">
                  <c:v>105.98</c:v>
                </c:pt>
                <c:pt idx="25763">
                  <c:v>134.97999999999999</c:v>
                </c:pt>
                <c:pt idx="25764">
                  <c:v>91.97</c:v>
                </c:pt>
                <c:pt idx="25765">
                  <c:v>68.17</c:v>
                </c:pt>
                <c:pt idx="25766">
                  <c:v>51.96</c:v>
                </c:pt>
                <c:pt idx="25767">
                  <c:v>49.28</c:v>
                </c:pt>
                <c:pt idx="25768">
                  <c:v>110.86</c:v>
                </c:pt>
                <c:pt idx="25769">
                  <c:v>89.98</c:v>
                </c:pt>
                <c:pt idx="25770">
                  <c:v>159.96</c:v>
                </c:pt>
                <c:pt idx="25771">
                  <c:v>24.18</c:v>
                </c:pt>
                <c:pt idx="25772">
                  <c:v>65.319999999999993</c:v>
                </c:pt>
                <c:pt idx="25773">
                  <c:v>46.49</c:v>
                </c:pt>
                <c:pt idx="25774">
                  <c:v>67.98</c:v>
                </c:pt>
                <c:pt idx="25775">
                  <c:v>52.24</c:v>
                </c:pt>
                <c:pt idx="25776">
                  <c:v>93.58</c:v>
                </c:pt>
                <c:pt idx="25777">
                  <c:v>158.47</c:v>
                </c:pt>
                <c:pt idx="25778">
                  <c:v>158.47</c:v>
                </c:pt>
                <c:pt idx="25779">
                  <c:v>46.49</c:v>
                </c:pt>
                <c:pt idx="25780">
                  <c:v>40.229999999999997</c:v>
                </c:pt>
                <c:pt idx="25781">
                  <c:v>72.959999999999994</c:v>
                </c:pt>
                <c:pt idx="25782">
                  <c:v>85.46</c:v>
                </c:pt>
                <c:pt idx="25783">
                  <c:v>13.27</c:v>
                </c:pt>
                <c:pt idx="25784">
                  <c:v>58.97</c:v>
                </c:pt>
                <c:pt idx="25785">
                  <c:v>50.38</c:v>
                </c:pt>
                <c:pt idx="25786">
                  <c:v>50.38</c:v>
                </c:pt>
                <c:pt idx="25787">
                  <c:v>67.72</c:v>
                </c:pt>
                <c:pt idx="25788">
                  <c:v>159.69999999999999</c:v>
                </c:pt>
                <c:pt idx="25789">
                  <c:v>147.6</c:v>
                </c:pt>
                <c:pt idx="25790">
                  <c:v>99.2</c:v>
                </c:pt>
                <c:pt idx="25791">
                  <c:v>79.849999999999994</c:v>
                </c:pt>
                <c:pt idx="25792">
                  <c:v>165.9</c:v>
                </c:pt>
                <c:pt idx="25793">
                  <c:v>79.849999999999994</c:v>
                </c:pt>
                <c:pt idx="25794">
                  <c:v>99.2</c:v>
                </c:pt>
                <c:pt idx="25795">
                  <c:v>79.849999999999994</c:v>
                </c:pt>
                <c:pt idx="25796">
                  <c:v>159.69999999999999</c:v>
                </c:pt>
                <c:pt idx="25797">
                  <c:v>67.72</c:v>
                </c:pt>
                <c:pt idx="25798">
                  <c:v>79.849999999999994</c:v>
                </c:pt>
                <c:pt idx="25799">
                  <c:v>159.69999999999999</c:v>
                </c:pt>
                <c:pt idx="25800">
                  <c:v>159.69999999999999</c:v>
                </c:pt>
                <c:pt idx="25801">
                  <c:v>79.849999999999994</c:v>
                </c:pt>
                <c:pt idx="25802">
                  <c:v>159.69999999999999</c:v>
                </c:pt>
                <c:pt idx="25803">
                  <c:v>159.69999999999999</c:v>
                </c:pt>
                <c:pt idx="25804">
                  <c:v>395.94</c:v>
                </c:pt>
                <c:pt idx="25805">
                  <c:v>395.94</c:v>
                </c:pt>
                <c:pt idx="25806">
                  <c:v>370.94</c:v>
                </c:pt>
                <c:pt idx="25807">
                  <c:v>370.94</c:v>
                </c:pt>
                <c:pt idx="25808">
                  <c:v>79.849999999999994</c:v>
                </c:pt>
                <c:pt idx="25809">
                  <c:v>79.849999999999994</c:v>
                </c:pt>
                <c:pt idx="25810">
                  <c:v>165.9</c:v>
                </c:pt>
                <c:pt idx="25811">
                  <c:v>79.849999999999994</c:v>
                </c:pt>
                <c:pt idx="25812">
                  <c:v>395.94</c:v>
                </c:pt>
                <c:pt idx="25813">
                  <c:v>147.6</c:v>
                </c:pt>
                <c:pt idx="25814">
                  <c:v>304.95</c:v>
                </c:pt>
                <c:pt idx="25815">
                  <c:v>395.94</c:v>
                </c:pt>
                <c:pt idx="25816">
                  <c:v>304.95</c:v>
                </c:pt>
                <c:pt idx="25817">
                  <c:v>45.96</c:v>
                </c:pt>
                <c:pt idx="25818">
                  <c:v>62.9</c:v>
                </c:pt>
                <c:pt idx="25819">
                  <c:v>42.08</c:v>
                </c:pt>
                <c:pt idx="25820">
                  <c:v>84.98</c:v>
                </c:pt>
                <c:pt idx="25821">
                  <c:v>76.069999999999993</c:v>
                </c:pt>
                <c:pt idx="25822">
                  <c:v>79.98</c:v>
                </c:pt>
                <c:pt idx="25823">
                  <c:v>59.98</c:v>
                </c:pt>
                <c:pt idx="25824">
                  <c:v>100.96</c:v>
                </c:pt>
                <c:pt idx="25825">
                  <c:v>96.97</c:v>
                </c:pt>
                <c:pt idx="25826">
                  <c:v>63.96</c:v>
                </c:pt>
                <c:pt idx="25827">
                  <c:v>84.99</c:v>
                </c:pt>
                <c:pt idx="25828">
                  <c:v>120.56</c:v>
                </c:pt>
                <c:pt idx="25829">
                  <c:v>84.99</c:v>
                </c:pt>
                <c:pt idx="25830">
                  <c:v>84.99</c:v>
                </c:pt>
                <c:pt idx="25831">
                  <c:v>104.98</c:v>
                </c:pt>
                <c:pt idx="25832">
                  <c:v>79.319999999999993</c:v>
                </c:pt>
                <c:pt idx="25833">
                  <c:v>-63.53</c:v>
                </c:pt>
                <c:pt idx="25834">
                  <c:v>84.99</c:v>
                </c:pt>
                <c:pt idx="25835">
                  <c:v>65.33</c:v>
                </c:pt>
                <c:pt idx="25836">
                  <c:v>63.53</c:v>
                </c:pt>
                <c:pt idx="25837">
                  <c:v>64.14</c:v>
                </c:pt>
                <c:pt idx="25838">
                  <c:v>74.98</c:v>
                </c:pt>
                <c:pt idx="25839">
                  <c:v>72.239999999999995</c:v>
                </c:pt>
                <c:pt idx="25840">
                  <c:v>133.15</c:v>
                </c:pt>
                <c:pt idx="25841">
                  <c:v>76.489999999999995</c:v>
                </c:pt>
                <c:pt idx="25842">
                  <c:v>104.13</c:v>
                </c:pt>
                <c:pt idx="25843">
                  <c:v>48.58</c:v>
                </c:pt>
                <c:pt idx="25844">
                  <c:v>100.43</c:v>
                </c:pt>
                <c:pt idx="25845">
                  <c:v>99.3</c:v>
                </c:pt>
                <c:pt idx="25846">
                  <c:v>83.94</c:v>
                </c:pt>
                <c:pt idx="25847">
                  <c:v>180.17</c:v>
                </c:pt>
                <c:pt idx="25848">
                  <c:v>79.319999999999993</c:v>
                </c:pt>
                <c:pt idx="25849">
                  <c:v>124.07</c:v>
                </c:pt>
                <c:pt idx="25850">
                  <c:v>77.61</c:v>
                </c:pt>
                <c:pt idx="25851">
                  <c:v>65.19</c:v>
                </c:pt>
                <c:pt idx="25852">
                  <c:v>107.98</c:v>
                </c:pt>
                <c:pt idx="25853">
                  <c:v>65.989999999999995</c:v>
                </c:pt>
                <c:pt idx="25854">
                  <c:v>110.97</c:v>
                </c:pt>
                <c:pt idx="25855">
                  <c:v>149.47</c:v>
                </c:pt>
                <c:pt idx="25856">
                  <c:v>49.48</c:v>
                </c:pt>
                <c:pt idx="25857">
                  <c:v>99.98</c:v>
                </c:pt>
                <c:pt idx="25858">
                  <c:v>40.229999999999997</c:v>
                </c:pt>
                <c:pt idx="25859">
                  <c:v>39.479999999999997</c:v>
                </c:pt>
                <c:pt idx="25860">
                  <c:v>56.97</c:v>
                </c:pt>
                <c:pt idx="25861">
                  <c:v>63.96</c:v>
                </c:pt>
                <c:pt idx="25862">
                  <c:v>13.48</c:v>
                </c:pt>
                <c:pt idx="25863">
                  <c:v>55.98</c:v>
                </c:pt>
                <c:pt idx="25864">
                  <c:v>94.98</c:v>
                </c:pt>
                <c:pt idx="25865">
                  <c:v>65.67</c:v>
                </c:pt>
                <c:pt idx="25866">
                  <c:v>159.97999999999999</c:v>
                </c:pt>
                <c:pt idx="25867">
                  <c:v>111.96</c:v>
                </c:pt>
                <c:pt idx="25868">
                  <c:v>51.29</c:v>
                </c:pt>
                <c:pt idx="25869">
                  <c:v>158.86000000000001</c:v>
                </c:pt>
                <c:pt idx="25870">
                  <c:v>55.98</c:v>
                </c:pt>
                <c:pt idx="25871">
                  <c:v>157.46</c:v>
                </c:pt>
                <c:pt idx="25872">
                  <c:v>138.97999999999999</c:v>
                </c:pt>
                <c:pt idx="25873">
                  <c:v>74.25</c:v>
                </c:pt>
                <c:pt idx="25874">
                  <c:v>274.12</c:v>
                </c:pt>
                <c:pt idx="25875">
                  <c:v>159.97999999999999</c:v>
                </c:pt>
                <c:pt idx="25876">
                  <c:v>153.97999999999999</c:v>
                </c:pt>
                <c:pt idx="25877">
                  <c:v>148.97999999999999</c:v>
                </c:pt>
                <c:pt idx="25878">
                  <c:v>71.98</c:v>
                </c:pt>
                <c:pt idx="25879">
                  <c:v>142.11000000000001</c:v>
                </c:pt>
                <c:pt idx="25880">
                  <c:v>54.38</c:v>
                </c:pt>
                <c:pt idx="25881">
                  <c:v>90.06</c:v>
                </c:pt>
                <c:pt idx="25882">
                  <c:v>143.97999999999999</c:v>
                </c:pt>
                <c:pt idx="25883">
                  <c:v>137.41</c:v>
                </c:pt>
                <c:pt idx="25884">
                  <c:v>268.16000000000003</c:v>
                </c:pt>
                <c:pt idx="25885">
                  <c:v>301.95999999999998</c:v>
                </c:pt>
                <c:pt idx="25886">
                  <c:v>97.97</c:v>
                </c:pt>
                <c:pt idx="25887">
                  <c:v>54.99</c:v>
                </c:pt>
                <c:pt idx="25888">
                  <c:v>54.99</c:v>
                </c:pt>
                <c:pt idx="25889">
                  <c:v>54.99</c:v>
                </c:pt>
                <c:pt idx="25890">
                  <c:v>174.19</c:v>
                </c:pt>
                <c:pt idx="25891">
                  <c:v>174.19</c:v>
                </c:pt>
                <c:pt idx="25892">
                  <c:v>108.88</c:v>
                </c:pt>
                <c:pt idx="25893">
                  <c:v>65.3</c:v>
                </c:pt>
                <c:pt idx="25894">
                  <c:v>146.34</c:v>
                </c:pt>
                <c:pt idx="25895">
                  <c:v>146.34</c:v>
                </c:pt>
                <c:pt idx="25896">
                  <c:v>174.17</c:v>
                </c:pt>
                <c:pt idx="25897">
                  <c:v>174.17</c:v>
                </c:pt>
                <c:pt idx="25898">
                  <c:v>87.08</c:v>
                </c:pt>
                <c:pt idx="25899">
                  <c:v>87.08</c:v>
                </c:pt>
                <c:pt idx="25900">
                  <c:v>174.14</c:v>
                </c:pt>
                <c:pt idx="25901">
                  <c:v>77.39</c:v>
                </c:pt>
                <c:pt idx="25902">
                  <c:v>96.74</c:v>
                </c:pt>
                <c:pt idx="25903">
                  <c:v>149.47</c:v>
                </c:pt>
                <c:pt idx="25904">
                  <c:v>80.98</c:v>
                </c:pt>
                <c:pt idx="25905">
                  <c:v>17.68</c:v>
                </c:pt>
                <c:pt idx="25906">
                  <c:v>80.98</c:v>
                </c:pt>
                <c:pt idx="25907">
                  <c:v>31.78</c:v>
                </c:pt>
                <c:pt idx="25908">
                  <c:v>84.98</c:v>
                </c:pt>
                <c:pt idx="25909">
                  <c:v>102.77</c:v>
                </c:pt>
                <c:pt idx="25910">
                  <c:v>71.33</c:v>
                </c:pt>
                <c:pt idx="25911">
                  <c:v>71.33</c:v>
                </c:pt>
                <c:pt idx="25912">
                  <c:v>102.77</c:v>
                </c:pt>
                <c:pt idx="25913">
                  <c:v>158.94999999999999</c:v>
                </c:pt>
                <c:pt idx="25914">
                  <c:v>116.12</c:v>
                </c:pt>
                <c:pt idx="25915">
                  <c:v>84.97</c:v>
                </c:pt>
                <c:pt idx="25916">
                  <c:v>59.97</c:v>
                </c:pt>
                <c:pt idx="25917">
                  <c:v>65.3</c:v>
                </c:pt>
                <c:pt idx="25918">
                  <c:v>44.73</c:v>
                </c:pt>
                <c:pt idx="25919">
                  <c:v>44.73</c:v>
                </c:pt>
                <c:pt idx="25920">
                  <c:v>60.99</c:v>
                </c:pt>
                <c:pt idx="25921">
                  <c:v>28.49</c:v>
                </c:pt>
                <c:pt idx="25922">
                  <c:v>59.98</c:v>
                </c:pt>
                <c:pt idx="25923">
                  <c:v>57.98</c:v>
                </c:pt>
                <c:pt idx="25924">
                  <c:v>99.4</c:v>
                </c:pt>
                <c:pt idx="25925">
                  <c:v>395.94</c:v>
                </c:pt>
                <c:pt idx="25926">
                  <c:v>395.94</c:v>
                </c:pt>
                <c:pt idx="25927">
                  <c:v>383.24</c:v>
                </c:pt>
                <c:pt idx="25928">
                  <c:v>263.95999999999998</c:v>
                </c:pt>
                <c:pt idx="25929">
                  <c:v>356.93</c:v>
                </c:pt>
                <c:pt idx="25930">
                  <c:v>238.96</c:v>
                </c:pt>
                <c:pt idx="25931">
                  <c:v>527.91999999999996</c:v>
                </c:pt>
                <c:pt idx="25932">
                  <c:v>73.48</c:v>
                </c:pt>
                <c:pt idx="25933">
                  <c:v>75.959999999999994</c:v>
                </c:pt>
                <c:pt idx="25934">
                  <c:v>157.22999999999999</c:v>
                </c:pt>
                <c:pt idx="25935">
                  <c:v>79.989999999999995</c:v>
                </c:pt>
                <c:pt idx="25936">
                  <c:v>79.989999999999995</c:v>
                </c:pt>
                <c:pt idx="25937">
                  <c:v>159.97999999999999</c:v>
                </c:pt>
                <c:pt idx="25938">
                  <c:v>69.989999999999995</c:v>
                </c:pt>
                <c:pt idx="25939">
                  <c:v>72.59</c:v>
                </c:pt>
                <c:pt idx="25940">
                  <c:v>80.739999999999995</c:v>
                </c:pt>
                <c:pt idx="25941">
                  <c:v>76.489999999999995</c:v>
                </c:pt>
                <c:pt idx="25942">
                  <c:v>99.98</c:v>
                </c:pt>
                <c:pt idx="25943">
                  <c:v>51.29</c:v>
                </c:pt>
                <c:pt idx="25944">
                  <c:v>97.54</c:v>
                </c:pt>
                <c:pt idx="25945">
                  <c:v>26.29</c:v>
                </c:pt>
                <c:pt idx="25946">
                  <c:v>127.57</c:v>
                </c:pt>
                <c:pt idx="25947">
                  <c:v>159.94999999999999</c:v>
                </c:pt>
                <c:pt idx="25948">
                  <c:v>59.98</c:v>
                </c:pt>
                <c:pt idx="25949">
                  <c:v>104.97</c:v>
                </c:pt>
                <c:pt idx="25950">
                  <c:v>53.97</c:v>
                </c:pt>
                <c:pt idx="25951">
                  <c:v>53.97</c:v>
                </c:pt>
                <c:pt idx="25952">
                  <c:v>50.97</c:v>
                </c:pt>
                <c:pt idx="25953">
                  <c:v>101.51</c:v>
                </c:pt>
                <c:pt idx="25954">
                  <c:v>134.97999999999999</c:v>
                </c:pt>
                <c:pt idx="25955">
                  <c:v>133.26</c:v>
                </c:pt>
                <c:pt idx="25956">
                  <c:v>84.99</c:v>
                </c:pt>
                <c:pt idx="25957">
                  <c:v>105.98</c:v>
                </c:pt>
                <c:pt idx="25958">
                  <c:v>154.97</c:v>
                </c:pt>
                <c:pt idx="25959">
                  <c:v>75.09</c:v>
                </c:pt>
                <c:pt idx="25960">
                  <c:v>134.97999999999999</c:v>
                </c:pt>
                <c:pt idx="25961">
                  <c:v>65.989999999999995</c:v>
                </c:pt>
                <c:pt idx="25962">
                  <c:v>65.989999999999995</c:v>
                </c:pt>
                <c:pt idx="25963">
                  <c:v>134.97999999999999</c:v>
                </c:pt>
                <c:pt idx="25964">
                  <c:v>134.97999999999999</c:v>
                </c:pt>
                <c:pt idx="25965">
                  <c:v>134.97999999999999</c:v>
                </c:pt>
                <c:pt idx="25966">
                  <c:v>84.99</c:v>
                </c:pt>
                <c:pt idx="25967">
                  <c:v>134.97999999999999</c:v>
                </c:pt>
                <c:pt idx="25968">
                  <c:v>127.18</c:v>
                </c:pt>
                <c:pt idx="25969">
                  <c:v>51.93</c:v>
                </c:pt>
                <c:pt idx="25970">
                  <c:v>95.94</c:v>
                </c:pt>
                <c:pt idx="25971">
                  <c:v>63.96</c:v>
                </c:pt>
                <c:pt idx="25972">
                  <c:v>81.97</c:v>
                </c:pt>
                <c:pt idx="25973">
                  <c:v>75.13</c:v>
                </c:pt>
                <c:pt idx="25974">
                  <c:v>173.47</c:v>
                </c:pt>
                <c:pt idx="25975">
                  <c:v>35.68</c:v>
                </c:pt>
                <c:pt idx="25976">
                  <c:v>37.229999999999997</c:v>
                </c:pt>
                <c:pt idx="25977">
                  <c:v>20.49</c:v>
                </c:pt>
                <c:pt idx="25978">
                  <c:v>21.24</c:v>
                </c:pt>
                <c:pt idx="25979">
                  <c:v>21.24</c:v>
                </c:pt>
                <c:pt idx="25980">
                  <c:v>20.49</c:v>
                </c:pt>
                <c:pt idx="25981">
                  <c:v>37.229999999999997</c:v>
                </c:pt>
                <c:pt idx="25982">
                  <c:v>35.68</c:v>
                </c:pt>
                <c:pt idx="25983">
                  <c:v>20.49</c:v>
                </c:pt>
                <c:pt idx="25984">
                  <c:v>20.49</c:v>
                </c:pt>
                <c:pt idx="25985">
                  <c:v>171.95</c:v>
                </c:pt>
                <c:pt idx="25986">
                  <c:v>162.44999999999999</c:v>
                </c:pt>
                <c:pt idx="25987">
                  <c:v>114.95</c:v>
                </c:pt>
                <c:pt idx="25988">
                  <c:v>56.97</c:v>
                </c:pt>
                <c:pt idx="25989">
                  <c:v>829.4</c:v>
                </c:pt>
                <c:pt idx="25990">
                  <c:v>722.42</c:v>
                </c:pt>
                <c:pt idx="25991">
                  <c:v>31.48</c:v>
                </c:pt>
                <c:pt idx="25992">
                  <c:v>339.96</c:v>
                </c:pt>
                <c:pt idx="25993">
                  <c:v>339.96</c:v>
                </c:pt>
                <c:pt idx="25994">
                  <c:v>149.97</c:v>
                </c:pt>
                <c:pt idx="25995">
                  <c:v>339.96</c:v>
                </c:pt>
                <c:pt idx="25996">
                  <c:v>69.98</c:v>
                </c:pt>
                <c:pt idx="25997">
                  <c:v>101.94</c:v>
                </c:pt>
                <c:pt idx="25998">
                  <c:v>66.98</c:v>
                </c:pt>
                <c:pt idx="25999">
                  <c:v>89.98</c:v>
                </c:pt>
                <c:pt idx="26000">
                  <c:v>99.98</c:v>
                </c:pt>
                <c:pt idx="26001">
                  <c:v>99.98</c:v>
                </c:pt>
                <c:pt idx="26002">
                  <c:v>89.98</c:v>
                </c:pt>
                <c:pt idx="26003">
                  <c:v>66.98</c:v>
                </c:pt>
                <c:pt idx="26004">
                  <c:v>84.99</c:v>
                </c:pt>
                <c:pt idx="26005">
                  <c:v>16.46</c:v>
                </c:pt>
                <c:pt idx="26006">
                  <c:v>79.95</c:v>
                </c:pt>
                <c:pt idx="26007">
                  <c:v>65.97</c:v>
                </c:pt>
                <c:pt idx="26008">
                  <c:v>32.49</c:v>
                </c:pt>
                <c:pt idx="26009">
                  <c:v>26.49</c:v>
                </c:pt>
                <c:pt idx="26010">
                  <c:v>34.49</c:v>
                </c:pt>
                <c:pt idx="26011">
                  <c:v>29.49</c:v>
                </c:pt>
                <c:pt idx="26012">
                  <c:v>68.98</c:v>
                </c:pt>
                <c:pt idx="26013">
                  <c:v>87.97</c:v>
                </c:pt>
                <c:pt idx="26014">
                  <c:v>-1.5</c:v>
                </c:pt>
                <c:pt idx="26015">
                  <c:v>51.49</c:v>
                </c:pt>
                <c:pt idx="26016">
                  <c:v>106.96</c:v>
                </c:pt>
                <c:pt idx="26017">
                  <c:v>105.94</c:v>
                </c:pt>
                <c:pt idx="26018">
                  <c:v>51.98</c:v>
                </c:pt>
                <c:pt idx="26019">
                  <c:v>55.78</c:v>
                </c:pt>
                <c:pt idx="26020">
                  <c:v>55.78</c:v>
                </c:pt>
                <c:pt idx="26021">
                  <c:v>58.48</c:v>
                </c:pt>
                <c:pt idx="26022">
                  <c:v>47.68</c:v>
                </c:pt>
                <c:pt idx="26023">
                  <c:v>58.48</c:v>
                </c:pt>
                <c:pt idx="26024">
                  <c:v>47.68</c:v>
                </c:pt>
                <c:pt idx="26025">
                  <c:v>51.98</c:v>
                </c:pt>
                <c:pt idx="26026">
                  <c:v>131.97999999999999</c:v>
                </c:pt>
                <c:pt idx="26027">
                  <c:v>84.99</c:v>
                </c:pt>
                <c:pt idx="26028">
                  <c:v>131.12</c:v>
                </c:pt>
                <c:pt idx="26029">
                  <c:v>167.95</c:v>
                </c:pt>
                <c:pt idx="26030">
                  <c:v>155.96</c:v>
                </c:pt>
                <c:pt idx="26031">
                  <c:v>31.49</c:v>
                </c:pt>
                <c:pt idx="26032">
                  <c:v>388.4</c:v>
                </c:pt>
                <c:pt idx="26033">
                  <c:v>197.97</c:v>
                </c:pt>
                <c:pt idx="26034">
                  <c:v>84.99</c:v>
                </c:pt>
                <c:pt idx="26035">
                  <c:v>-0.5</c:v>
                </c:pt>
                <c:pt idx="26036">
                  <c:v>167.95</c:v>
                </c:pt>
                <c:pt idx="26037">
                  <c:v>193.96</c:v>
                </c:pt>
                <c:pt idx="26038">
                  <c:v>205.95</c:v>
                </c:pt>
                <c:pt idx="26039">
                  <c:v>143.97</c:v>
                </c:pt>
                <c:pt idx="26040">
                  <c:v>84.99</c:v>
                </c:pt>
                <c:pt idx="26041">
                  <c:v>131.97999999999999</c:v>
                </c:pt>
                <c:pt idx="26042">
                  <c:v>20.49</c:v>
                </c:pt>
                <c:pt idx="26043">
                  <c:v>208.94</c:v>
                </c:pt>
                <c:pt idx="26044">
                  <c:v>224.97</c:v>
                </c:pt>
                <c:pt idx="26045">
                  <c:v>59.99</c:v>
                </c:pt>
                <c:pt idx="26046">
                  <c:v>28.28</c:v>
                </c:pt>
                <c:pt idx="26047">
                  <c:v>59.99</c:v>
                </c:pt>
                <c:pt idx="26048">
                  <c:v>78.260000000000005</c:v>
                </c:pt>
                <c:pt idx="26049">
                  <c:v>31.29</c:v>
                </c:pt>
                <c:pt idx="26050">
                  <c:v>24.74</c:v>
                </c:pt>
                <c:pt idx="26051">
                  <c:v>40.270000000000003</c:v>
                </c:pt>
                <c:pt idx="26052">
                  <c:v>51.96</c:v>
                </c:pt>
                <c:pt idx="26053">
                  <c:v>48.05</c:v>
                </c:pt>
                <c:pt idx="26054">
                  <c:v>99.98</c:v>
                </c:pt>
                <c:pt idx="26055">
                  <c:v>133.28</c:v>
                </c:pt>
                <c:pt idx="26056">
                  <c:v>149.97</c:v>
                </c:pt>
                <c:pt idx="26057">
                  <c:v>136.28</c:v>
                </c:pt>
                <c:pt idx="26058">
                  <c:v>105.98</c:v>
                </c:pt>
                <c:pt idx="26059">
                  <c:v>157.33000000000001</c:v>
                </c:pt>
                <c:pt idx="26060">
                  <c:v>149.97</c:v>
                </c:pt>
                <c:pt idx="26061">
                  <c:v>134.97999999999999</c:v>
                </c:pt>
                <c:pt idx="26062">
                  <c:v>95.15</c:v>
                </c:pt>
                <c:pt idx="26063">
                  <c:v>134.97999999999999</c:v>
                </c:pt>
                <c:pt idx="26064">
                  <c:v>129.96</c:v>
                </c:pt>
                <c:pt idx="26065">
                  <c:v>104.66</c:v>
                </c:pt>
                <c:pt idx="26066">
                  <c:v>138.66</c:v>
                </c:pt>
                <c:pt idx="26067">
                  <c:v>142.77000000000001</c:v>
                </c:pt>
                <c:pt idx="26068">
                  <c:v>65.989999999999995</c:v>
                </c:pt>
                <c:pt idx="26069">
                  <c:v>74.13</c:v>
                </c:pt>
                <c:pt idx="26070">
                  <c:v>84.98</c:v>
                </c:pt>
                <c:pt idx="26071">
                  <c:v>61.96</c:v>
                </c:pt>
                <c:pt idx="26072">
                  <c:v>67.48</c:v>
                </c:pt>
                <c:pt idx="26073">
                  <c:v>26.49</c:v>
                </c:pt>
                <c:pt idx="26074">
                  <c:v>53.78</c:v>
                </c:pt>
                <c:pt idx="26075">
                  <c:v>13.29</c:v>
                </c:pt>
                <c:pt idx="26076">
                  <c:v>73.98</c:v>
                </c:pt>
                <c:pt idx="26077">
                  <c:v>84.99</c:v>
                </c:pt>
                <c:pt idx="26078">
                  <c:v>158.96</c:v>
                </c:pt>
                <c:pt idx="26079">
                  <c:v>257.68</c:v>
                </c:pt>
                <c:pt idx="26080">
                  <c:v>-253.15</c:v>
                </c:pt>
                <c:pt idx="26081">
                  <c:v>183.87</c:v>
                </c:pt>
                <c:pt idx="26082">
                  <c:v>175.87</c:v>
                </c:pt>
                <c:pt idx="26083">
                  <c:v>-173.3</c:v>
                </c:pt>
                <c:pt idx="26084">
                  <c:v>175.87</c:v>
                </c:pt>
                <c:pt idx="26085">
                  <c:v>257.68</c:v>
                </c:pt>
                <c:pt idx="26086">
                  <c:v>177.83</c:v>
                </c:pt>
                <c:pt idx="26087">
                  <c:v>253.15</c:v>
                </c:pt>
                <c:pt idx="26088">
                  <c:v>-173.3</c:v>
                </c:pt>
                <c:pt idx="26089">
                  <c:v>173.3</c:v>
                </c:pt>
                <c:pt idx="26090">
                  <c:v>-253.15</c:v>
                </c:pt>
                <c:pt idx="26091">
                  <c:v>183.87</c:v>
                </c:pt>
                <c:pt idx="26092">
                  <c:v>177.83</c:v>
                </c:pt>
                <c:pt idx="26093">
                  <c:v>173.3</c:v>
                </c:pt>
                <c:pt idx="26094">
                  <c:v>231.91</c:v>
                </c:pt>
                <c:pt idx="26095">
                  <c:v>231.91</c:v>
                </c:pt>
                <c:pt idx="26096">
                  <c:v>253.15</c:v>
                </c:pt>
                <c:pt idx="26097">
                  <c:v>56.97</c:v>
                </c:pt>
                <c:pt idx="26098">
                  <c:v>101.97</c:v>
                </c:pt>
                <c:pt idx="26099">
                  <c:v>56.97</c:v>
                </c:pt>
                <c:pt idx="26100">
                  <c:v>101.97</c:v>
                </c:pt>
                <c:pt idx="26101">
                  <c:v>101.97</c:v>
                </c:pt>
                <c:pt idx="26102">
                  <c:v>56.97</c:v>
                </c:pt>
                <c:pt idx="26103">
                  <c:v>63.96</c:v>
                </c:pt>
                <c:pt idx="26104">
                  <c:v>93.58</c:v>
                </c:pt>
                <c:pt idx="26105">
                  <c:v>151.97</c:v>
                </c:pt>
                <c:pt idx="26106">
                  <c:v>92.54</c:v>
                </c:pt>
                <c:pt idx="26107">
                  <c:v>79.84</c:v>
                </c:pt>
                <c:pt idx="26108">
                  <c:v>83.98</c:v>
                </c:pt>
                <c:pt idx="26109">
                  <c:v>56.97</c:v>
                </c:pt>
                <c:pt idx="26110">
                  <c:v>56.97</c:v>
                </c:pt>
                <c:pt idx="26111">
                  <c:v>56.97</c:v>
                </c:pt>
                <c:pt idx="26112">
                  <c:v>171.97</c:v>
                </c:pt>
                <c:pt idx="26113">
                  <c:v>131.97999999999999</c:v>
                </c:pt>
                <c:pt idx="26114">
                  <c:v>84.99</c:v>
                </c:pt>
                <c:pt idx="26115">
                  <c:v>84.99</c:v>
                </c:pt>
                <c:pt idx="26116">
                  <c:v>84.99</c:v>
                </c:pt>
                <c:pt idx="26117">
                  <c:v>77.97</c:v>
                </c:pt>
                <c:pt idx="26118">
                  <c:v>77.97</c:v>
                </c:pt>
                <c:pt idx="26119">
                  <c:v>79.989999999999995</c:v>
                </c:pt>
                <c:pt idx="26120">
                  <c:v>75.98</c:v>
                </c:pt>
                <c:pt idx="26121">
                  <c:v>86.97</c:v>
                </c:pt>
                <c:pt idx="26122">
                  <c:v>68.98</c:v>
                </c:pt>
                <c:pt idx="26123">
                  <c:v>96.78</c:v>
                </c:pt>
                <c:pt idx="26124">
                  <c:v>158.47</c:v>
                </c:pt>
                <c:pt idx="26125">
                  <c:v>68.97</c:v>
                </c:pt>
                <c:pt idx="26126">
                  <c:v>12.49</c:v>
                </c:pt>
                <c:pt idx="26127">
                  <c:v>57.57</c:v>
                </c:pt>
                <c:pt idx="26128">
                  <c:v>156.94999999999999</c:v>
                </c:pt>
                <c:pt idx="26129">
                  <c:v>91.98</c:v>
                </c:pt>
                <c:pt idx="26130">
                  <c:v>140.59</c:v>
                </c:pt>
                <c:pt idx="26131">
                  <c:v>169.98</c:v>
                </c:pt>
                <c:pt idx="26132">
                  <c:v>230.04</c:v>
                </c:pt>
                <c:pt idx="26133">
                  <c:v>157.38</c:v>
                </c:pt>
                <c:pt idx="26134">
                  <c:v>226.96</c:v>
                </c:pt>
                <c:pt idx="26135">
                  <c:v>131.97999999999999</c:v>
                </c:pt>
                <c:pt idx="26136">
                  <c:v>123.48</c:v>
                </c:pt>
                <c:pt idx="26137">
                  <c:v>124.98</c:v>
                </c:pt>
                <c:pt idx="26138">
                  <c:v>81.98</c:v>
                </c:pt>
                <c:pt idx="26139">
                  <c:v>59.98</c:v>
                </c:pt>
                <c:pt idx="26140">
                  <c:v>1.5</c:v>
                </c:pt>
                <c:pt idx="26141">
                  <c:v>84.99</c:v>
                </c:pt>
                <c:pt idx="26142">
                  <c:v>67.959999999999994</c:v>
                </c:pt>
                <c:pt idx="26143">
                  <c:v>169.98</c:v>
                </c:pt>
                <c:pt idx="26144">
                  <c:v>169.98</c:v>
                </c:pt>
                <c:pt idx="26145">
                  <c:v>131.97999999999999</c:v>
                </c:pt>
                <c:pt idx="26146">
                  <c:v>59.39</c:v>
                </c:pt>
                <c:pt idx="26147">
                  <c:v>169.98</c:v>
                </c:pt>
                <c:pt idx="26148">
                  <c:v>69.98</c:v>
                </c:pt>
                <c:pt idx="26149">
                  <c:v>69.98</c:v>
                </c:pt>
                <c:pt idx="26150">
                  <c:v>94.97</c:v>
                </c:pt>
                <c:pt idx="26151">
                  <c:v>86.95</c:v>
                </c:pt>
                <c:pt idx="26152">
                  <c:v>94.97</c:v>
                </c:pt>
                <c:pt idx="26153">
                  <c:v>86.95</c:v>
                </c:pt>
                <c:pt idx="26154">
                  <c:v>171.77</c:v>
                </c:pt>
                <c:pt idx="26155">
                  <c:v>171.77</c:v>
                </c:pt>
                <c:pt idx="26156">
                  <c:v>91.92</c:v>
                </c:pt>
                <c:pt idx="26157">
                  <c:v>79.819999999999993</c:v>
                </c:pt>
                <c:pt idx="26158">
                  <c:v>48.57</c:v>
                </c:pt>
                <c:pt idx="26159">
                  <c:v>51.97</c:v>
                </c:pt>
                <c:pt idx="26160">
                  <c:v>42.23</c:v>
                </c:pt>
                <c:pt idx="26161">
                  <c:v>51.29</c:v>
                </c:pt>
                <c:pt idx="26162">
                  <c:v>39.93</c:v>
                </c:pt>
                <c:pt idx="26163">
                  <c:v>75.959999999999994</c:v>
                </c:pt>
                <c:pt idx="26164">
                  <c:v>79.98</c:v>
                </c:pt>
                <c:pt idx="26165">
                  <c:v>98.98</c:v>
                </c:pt>
                <c:pt idx="26166">
                  <c:v>58.98</c:v>
                </c:pt>
                <c:pt idx="26167">
                  <c:v>157.96</c:v>
                </c:pt>
                <c:pt idx="26168">
                  <c:v>119.96</c:v>
                </c:pt>
                <c:pt idx="26169">
                  <c:v>89.97</c:v>
                </c:pt>
                <c:pt idx="26170">
                  <c:v>89.97</c:v>
                </c:pt>
                <c:pt idx="26171">
                  <c:v>69.97</c:v>
                </c:pt>
                <c:pt idx="26172">
                  <c:v>92.97</c:v>
                </c:pt>
                <c:pt idx="26173">
                  <c:v>69.97</c:v>
                </c:pt>
                <c:pt idx="26174">
                  <c:v>29.99</c:v>
                </c:pt>
                <c:pt idx="26175">
                  <c:v>29.99</c:v>
                </c:pt>
                <c:pt idx="26176">
                  <c:v>119.86</c:v>
                </c:pt>
                <c:pt idx="26177">
                  <c:v>119.96</c:v>
                </c:pt>
                <c:pt idx="26178">
                  <c:v>92.97</c:v>
                </c:pt>
                <c:pt idx="26179">
                  <c:v>119.96</c:v>
                </c:pt>
                <c:pt idx="26180">
                  <c:v>119.96</c:v>
                </c:pt>
                <c:pt idx="26181">
                  <c:v>89.97</c:v>
                </c:pt>
                <c:pt idx="26182">
                  <c:v>85.47</c:v>
                </c:pt>
                <c:pt idx="26183">
                  <c:v>83.67</c:v>
                </c:pt>
                <c:pt idx="26184">
                  <c:v>83.67</c:v>
                </c:pt>
                <c:pt idx="26185">
                  <c:v>149.94999999999999</c:v>
                </c:pt>
                <c:pt idx="26186">
                  <c:v>119.96</c:v>
                </c:pt>
                <c:pt idx="26187">
                  <c:v>149.94999999999999</c:v>
                </c:pt>
                <c:pt idx="26188">
                  <c:v>85.47</c:v>
                </c:pt>
                <c:pt idx="26189">
                  <c:v>119.86</c:v>
                </c:pt>
                <c:pt idx="26190">
                  <c:v>59.98</c:v>
                </c:pt>
                <c:pt idx="26191">
                  <c:v>89.96</c:v>
                </c:pt>
                <c:pt idx="26192">
                  <c:v>92.97</c:v>
                </c:pt>
                <c:pt idx="26193">
                  <c:v>119.96</c:v>
                </c:pt>
                <c:pt idx="26194">
                  <c:v>123.96</c:v>
                </c:pt>
                <c:pt idx="26195">
                  <c:v>59.98</c:v>
                </c:pt>
                <c:pt idx="26196">
                  <c:v>83.67</c:v>
                </c:pt>
                <c:pt idx="26197">
                  <c:v>83.67</c:v>
                </c:pt>
                <c:pt idx="26198">
                  <c:v>112.46</c:v>
                </c:pt>
                <c:pt idx="26199">
                  <c:v>89.97</c:v>
                </c:pt>
                <c:pt idx="26200">
                  <c:v>89.97</c:v>
                </c:pt>
                <c:pt idx="26201">
                  <c:v>112.46</c:v>
                </c:pt>
                <c:pt idx="26202">
                  <c:v>52.68</c:v>
                </c:pt>
                <c:pt idx="26203">
                  <c:v>119.96</c:v>
                </c:pt>
                <c:pt idx="26204">
                  <c:v>89.97</c:v>
                </c:pt>
                <c:pt idx="26205">
                  <c:v>52.68</c:v>
                </c:pt>
                <c:pt idx="26206">
                  <c:v>92.97</c:v>
                </c:pt>
                <c:pt idx="26207">
                  <c:v>89.97</c:v>
                </c:pt>
                <c:pt idx="26208">
                  <c:v>154.94999999999999</c:v>
                </c:pt>
                <c:pt idx="26209">
                  <c:v>139.16</c:v>
                </c:pt>
                <c:pt idx="26210">
                  <c:v>119.96</c:v>
                </c:pt>
                <c:pt idx="26211">
                  <c:v>149.94999999999999</c:v>
                </c:pt>
                <c:pt idx="26212">
                  <c:v>89.97</c:v>
                </c:pt>
                <c:pt idx="26213">
                  <c:v>119.96</c:v>
                </c:pt>
                <c:pt idx="26214">
                  <c:v>154.94999999999999</c:v>
                </c:pt>
                <c:pt idx="26215">
                  <c:v>149.94999999999999</c:v>
                </c:pt>
                <c:pt idx="26216">
                  <c:v>123.96</c:v>
                </c:pt>
                <c:pt idx="26217">
                  <c:v>119.96</c:v>
                </c:pt>
                <c:pt idx="26218">
                  <c:v>119.96</c:v>
                </c:pt>
                <c:pt idx="26219">
                  <c:v>119.96</c:v>
                </c:pt>
                <c:pt idx="26220">
                  <c:v>89.96</c:v>
                </c:pt>
                <c:pt idx="26221">
                  <c:v>139.16</c:v>
                </c:pt>
                <c:pt idx="26222">
                  <c:v>169.98</c:v>
                </c:pt>
                <c:pt idx="26223">
                  <c:v>84.99</c:v>
                </c:pt>
                <c:pt idx="26224">
                  <c:v>84.99</c:v>
                </c:pt>
                <c:pt idx="26225">
                  <c:v>254.97</c:v>
                </c:pt>
                <c:pt idx="26226">
                  <c:v>169.98</c:v>
                </c:pt>
                <c:pt idx="26227">
                  <c:v>-254.97</c:v>
                </c:pt>
                <c:pt idx="26228">
                  <c:v>169.98</c:v>
                </c:pt>
                <c:pt idx="26229">
                  <c:v>56.97</c:v>
                </c:pt>
                <c:pt idx="26230">
                  <c:v>61.69</c:v>
                </c:pt>
                <c:pt idx="26231">
                  <c:v>49.99</c:v>
                </c:pt>
                <c:pt idx="26232">
                  <c:v>61.69</c:v>
                </c:pt>
                <c:pt idx="26233">
                  <c:v>76.08</c:v>
                </c:pt>
                <c:pt idx="26234">
                  <c:v>53.65</c:v>
                </c:pt>
                <c:pt idx="26235">
                  <c:v>52.18</c:v>
                </c:pt>
                <c:pt idx="26236">
                  <c:v>76.92</c:v>
                </c:pt>
                <c:pt idx="26237">
                  <c:v>57.4</c:v>
                </c:pt>
                <c:pt idx="26238">
                  <c:v>52.4</c:v>
                </c:pt>
                <c:pt idx="26239">
                  <c:v>130.94999999999999</c:v>
                </c:pt>
                <c:pt idx="26240">
                  <c:v>132.91</c:v>
                </c:pt>
                <c:pt idx="26241">
                  <c:v>104.44</c:v>
                </c:pt>
                <c:pt idx="26242">
                  <c:v>97.98</c:v>
                </c:pt>
                <c:pt idx="26243">
                  <c:v>93.6</c:v>
                </c:pt>
                <c:pt idx="26244">
                  <c:v>97.98</c:v>
                </c:pt>
                <c:pt idx="26245">
                  <c:v>77.44</c:v>
                </c:pt>
                <c:pt idx="26246">
                  <c:v>55.72</c:v>
                </c:pt>
                <c:pt idx="26247">
                  <c:v>52</c:v>
                </c:pt>
                <c:pt idx="26248">
                  <c:v>169.96</c:v>
                </c:pt>
                <c:pt idx="26249">
                  <c:v>99.97</c:v>
                </c:pt>
                <c:pt idx="26250">
                  <c:v>69.989999999999995</c:v>
                </c:pt>
                <c:pt idx="26251">
                  <c:v>50.49</c:v>
                </c:pt>
                <c:pt idx="26252">
                  <c:v>90.47</c:v>
                </c:pt>
                <c:pt idx="26253">
                  <c:v>0.5</c:v>
                </c:pt>
                <c:pt idx="26254">
                  <c:v>73.180000000000007</c:v>
                </c:pt>
                <c:pt idx="26255">
                  <c:v>73.48</c:v>
                </c:pt>
                <c:pt idx="26256">
                  <c:v>56.97</c:v>
                </c:pt>
                <c:pt idx="26257">
                  <c:v>98.97</c:v>
                </c:pt>
                <c:pt idx="26258">
                  <c:v>72.540000000000006</c:v>
                </c:pt>
                <c:pt idx="26259">
                  <c:v>-97.91</c:v>
                </c:pt>
                <c:pt idx="26260">
                  <c:v>97.91</c:v>
                </c:pt>
                <c:pt idx="26261">
                  <c:v>98.65</c:v>
                </c:pt>
                <c:pt idx="26262">
                  <c:v>29.48</c:v>
                </c:pt>
                <c:pt idx="26263">
                  <c:v>14.49</c:v>
                </c:pt>
                <c:pt idx="26264">
                  <c:v>55.96</c:v>
                </c:pt>
                <c:pt idx="26265">
                  <c:v>29.48</c:v>
                </c:pt>
                <c:pt idx="26266">
                  <c:v>79.989999999999995</c:v>
                </c:pt>
                <c:pt idx="26267">
                  <c:v>99.97</c:v>
                </c:pt>
                <c:pt idx="26268">
                  <c:v>76.48</c:v>
                </c:pt>
                <c:pt idx="26269">
                  <c:v>187.97</c:v>
                </c:pt>
                <c:pt idx="26270">
                  <c:v>99.97</c:v>
                </c:pt>
                <c:pt idx="26271">
                  <c:v>31.47</c:v>
                </c:pt>
                <c:pt idx="26272">
                  <c:v>69.959999999999994</c:v>
                </c:pt>
                <c:pt idx="26273">
                  <c:v>80.98</c:v>
                </c:pt>
                <c:pt idx="26274">
                  <c:v>65.98</c:v>
                </c:pt>
                <c:pt idx="26275">
                  <c:v>79.959999999999994</c:v>
                </c:pt>
                <c:pt idx="26276">
                  <c:v>60.99</c:v>
                </c:pt>
                <c:pt idx="26277">
                  <c:v>154.97999999999999</c:v>
                </c:pt>
                <c:pt idx="26278">
                  <c:v>59.98</c:v>
                </c:pt>
                <c:pt idx="26279">
                  <c:v>94.98</c:v>
                </c:pt>
                <c:pt idx="26280">
                  <c:v>68.989999999999995</c:v>
                </c:pt>
                <c:pt idx="26281">
                  <c:v>69.989999999999995</c:v>
                </c:pt>
                <c:pt idx="26282">
                  <c:v>68.989999999999995</c:v>
                </c:pt>
                <c:pt idx="26283">
                  <c:v>69.989999999999995</c:v>
                </c:pt>
                <c:pt idx="26284">
                  <c:v>79.989999999999995</c:v>
                </c:pt>
                <c:pt idx="26285">
                  <c:v>74.989999999999995</c:v>
                </c:pt>
                <c:pt idx="26286">
                  <c:v>154.94999999999999</c:v>
                </c:pt>
                <c:pt idx="26287">
                  <c:v>154.97</c:v>
                </c:pt>
                <c:pt idx="26288">
                  <c:v>154.97</c:v>
                </c:pt>
                <c:pt idx="26289">
                  <c:v>55.94</c:v>
                </c:pt>
                <c:pt idx="26290">
                  <c:v>46.82</c:v>
                </c:pt>
                <c:pt idx="26291">
                  <c:v>154.97</c:v>
                </c:pt>
                <c:pt idx="26292">
                  <c:v>154.97</c:v>
                </c:pt>
                <c:pt idx="26293">
                  <c:v>111.87</c:v>
                </c:pt>
                <c:pt idx="26294">
                  <c:v>91.87</c:v>
                </c:pt>
                <c:pt idx="26295">
                  <c:v>105.98</c:v>
                </c:pt>
                <c:pt idx="26296">
                  <c:v>84.99</c:v>
                </c:pt>
                <c:pt idx="26297">
                  <c:v>105.98</c:v>
                </c:pt>
                <c:pt idx="26298">
                  <c:v>110.87</c:v>
                </c:pt>
                <c:pt idx="26299">
                  <c:v>105.98</c:v>
                </c:pt>
                <c:pt idx="26300">
                  <c:v>103.44</c:v>
                </c:pt>
                <c:pt idx="26301">
                  <c:v>118.98</c:v>
                </c:pt>
                <c:pt idx="26302">
                  <c:v>99.98</c:v>
                </c:pt>
                <c:pt idx="26303">
                  <c:v>84.99</c:v>
                </c:pt>
                <c:pt idx="26304">
                  <c:v>70.98</c:v>
                </c:pt>
                <c:pt idx="26305">
                  <c:v>110.87</c:v>
                </c:pt>
                <c:pt idx="26306">
                  <c:v>86.98</c:v>
                </c:pt>
                <c:pt idx="26307">
                  <c:v>91.87</c:v>
                </c:pt>
                <c:pt idx="26308">
                  <c:v>81.599999999999994</c:v>
                </c:pt>
                <c:pt idx="26309">
                  <c:v>105.98</c:v>
                </c:pt>
                <c:pt idx="26310">
                  <c:v>95.87</c:v>
                </c:pt>
                <c:pt idx="26311">
                  <c:v>134.97999999999999</c:v>
                </c:pt>
                <c:pt idx="26312">
                  <c:v>84.99</c:v>
                </c:pt>
                <c:pt idx="26313">
                  <c:v>99.98</c:v>
                </c:pt>
                <c:pt idx="26314">
                  <c:v>126.97</c:v>
                </c:pt>
                <c:pt idx="26315">
                  <c:v>71.989999999999995</c:v>
                </c:pt>
                <c:pt idx="26316">
                  <c:v>105.98</c:v>
                </c:pt>
                <c:pt idx="26317">
                  <c:v>105.98</c:v>
                </c:pt>
                <c:pt idx="26318">
                  <c:v>99.98</c:v>
                </c:pt>
                <c:pt idx="26319">
                  <c:v>84.99</c:v>
                </c:pt>
                <c:pt idx="26320">
                  <c:v>47.49</c:v>
                </c:pt>
                <c:pt idx="26321">
                  <c:v>56.97</c:v>
                </c:pt>
                <c:pt idx="26322">
                  <c:v>97.98</c:v>
                </c:pt>
                <c:pt idx="26323">
                  <c:v>65.989999999999995</c:v>
                </c:pt>
                <c:pt idx="26324">
                  <c:v>22.24</c:v>
                </c:pt>
                <c:pt idx="26325">
                  <c:v>42.24</c:v>
                </c:pt>
                <c:pt idx="26326">
                  <c:v>28.49</c:v>
                </c:pt>
                <c:pt idx="26327">
                  <c:v>80.97</c:v>
                </c:pt>
                <c:pt idx="26328">
                  <c:v>28.39</c:v>
                </c:pt>
                <c:pt idx="26329">
                  <c:v>95.37</c:v>
                </c:pt>
                <c:pt idx="26330">
                  <c:v>157.44999999999999</c:v>
                </c:pt>
                <c:pt idx="26331">
                  <c:v>79.98</c:v>
                </c:pt>
                <c:pt idx="26332">
                  <c:v>79.849999999999994</c:v>
                </c:pt>
                <c:pt idx="26333">
                  <c:v>104.04</c:v>
                </c:pt>
                <c:pt idx="26334">
                  <c:v>129.43</c:v>
                </c:pt>
                <c:pt idx="26335">
                  <c:v>79.849999999999994</c:v>
                </c:pt>
                <c:pt idx="26336">
                  <c:v>79.849999999999994</c:v>
                </c:pt>
                <c:pt idx="26337">
                  <c:v>114.87</c:v>
                </c:pt>
                <c:pt idx="26338">
                  <c:v>104.02</c:v>
                </c:pt>
                <c:pt idx="26339">
                  <c:v>104.04</c:v>
                </c:pt>
                <c:pt idx="26340">
                  <c:v>122.19</c:v>
                </c:pt>
                <c:pt idx="26341">
                  <c:v>96.78</c:v>
                </c:pt>
                <c:pt idx="26342">
                  <c:v>84.68</c:v>
                </c:pt>
                <c:pt idx="26343">
                  <c:v>71.86</c:v>
                </c:pt>
                <c:pt idx="26344">
                  <c:v>96.78</c:v>
                </c:pt>
                <c:pt idx="26345">
                  <c:v>79.849999999999994</c:v>
                </c:pt>
                <c:pt idx="26346">
                  <c:v>62.21</c:v>
                </c:pt>
                <c:pt idx="26347">
                  <c:v>127</c:v>
                </c:pt>
                <c:pt idx="26348">
                  <c:v>104.04</c:v>
                </c:pt>
                <c:pt idx="26349">
                  <c:v>47.34</c:v>
                </c:pt>
                <c:pt idx="26350">
                  <c:v>109.98</c:v>
                </c:pt>
                <c:pt idx="26351">
                  <c:v>72.239999999999995</c:v>
                </c:pt>
                <c:pt idx="26352">
                  <c:v>84.99</c:v>
                </c:pt>
                <c:pt idx="26353">
                  <c:v>72.239999999999995</c:v>
                </c:pt>
                <c:pt idx="26354">
                  <c:v>84.99</c:v>
                </c:pt>
                <c:pt idx="26355">
                  <c:v>16.29</c:v>
                </c:pt>
                <c:pt idx="26356">
                  <c:v>16.29</c:v>
                </c:pt>
                <c:pt idx="26357">
                  <c:v>97.95</c:v>
                </c:pt>
                <c:pt idx="26358">
                  <c:v>72.55</c:v>
                </c:pt>
                <c:pt idx="26359">
                  <c:v>169.98</c:v>
                </c:pt>
                <c:pt idx="26360">
                  <c:v>137.97999999999999</c:v>
                </c:pt>
                <c:pt idx="26361">
                  <c:v>99.98</c:v>
                </c:pt>
                <c:pt idx="26362">
                  <c:v>139.97999999999999</c:v>
                </c:pt>
                <c:pt idx="26363">
                  <c:v>169.98</c:v>
                </c:pt>
                <c:pt idx="26364">
                  <c:v>69.98</c:v>
                </c:pt>
                <c:pt idx="26365">
                  <c:v>54.99</c:v>
                </c:pt>
                <c:pt idx="26366">
                  <c:v>131.97999999999999</c:v>
                </c:pt>
                <c:pt idx="26367">
                  <c:v>65.989999999999995</c:v>
                </c:pt>
                <c:pt idx="26368">
                  <c:v>110.98</c:v>
                </c:pt>
                <c:pt idx="26369">
                  <c:v>54.99</c:v>
                </c:pt>
                <c:pt idx="26370">
                  <c:v>65.989999999999995</c:v>
                </c:pt>
                <c:pt idx="26371">
                  <c:v>89.98</c:v>
                </c:pt>
                <c:pt idx="26372">
                  <c:v>169.98</c:v>
                </c:pt>
                <c:pt idx="26373">
                  <c:v>169.98</c:v>
                </c:pt>
                <c:pt idx="26374">
                  <c:v>84.99</c:v>
                </c:pt>
                <c:pt idx="26375">
                  <c:v>65.989999999999995</c:v>
                </c:pt>
                <c:pt idx="26376">
                  <c:v>84.99</c:v>
                </c:pt>
                <c:pt idx="26377">
                  <c:v>54.99</c:v>
                </c:pt>
                <c:pt idx="26378">
                  <c:v>89.98</c:v>
                </c:pt>
                <c:pt idx="26379">
                  <c:v>74.98</c:v>
                </c:pt>
                <c:pt idx="26380">
                  <c:v>110.98</c:v>
                </c:pt>
                <c:pt idx="26381">
                  <c:v>107.97</c:v>
                </c:pt>
                <c:pt idx="26382">
                  <c:v>49.1</c:v>
                </c:pt>
                <c:pt idx="26383">
                  <c:v>89.97</c:v>
                </c:pt>
                <c:pt idx="26384">
                  <c:v>51.97</c:v>
                </c:pt>
                <c:pt idx="26385">
                  <c:v>98.97</c:v>
                </c:pt>
                <c:pt idx="26386">
                  <c:v>69.98</c:v>
                </c:pt>
                <c:pt idx="26387">
                  <c:v>149.96</c:v>
                </c:pt>
                <c:pt idx="26388">
                  <c:v>84.99</c:v>
                </c:pt>
                <c:pt idx="26389">
                  <c:v>71.98</c:v>
                </c:pt>
                <c:pt idx="26390">
                  <c:v>66.98</c:v>
                </c:pt>
                <c:pt idx="26391">
                  <c:v>89.98</c:v>
                </c:pt>
                <c:pt idx="26392">
                  <c:v>91.96</c:v>
                </c:pt>
                <c:pt idx="26393">
                  <c:v>99.98</c:v>
                </c:pt>
                <c:pt idx="26394">
                  <c:v>171.07</c:v>
                </c:pt>
                <c:pt idx="26395">
                  <c:v>241.92</c:v>
                </c:pt>
                <c:pt idx="26396">
                  <c:v>134.97999999999999</c:v>
                </c:pt>
                <c:pt idx="26397">
                  <c:v>37.49</c:v>
                </c:pt>
                <c:pt idx="26398">
                  <c:v>177.95</c:v>
                </c:pt>
                <c:pt idx="26399">
                  <c:v>129.96</c:v>
                </c:pt>
                <c:pt idx="26400">
                  <c:v>149.93</c:v>
                </c:pt>
                <c:pt idx="26401">
                  <c:v>59.96</c:v>
                </c:pt>
                <c:pt idx="26402">
                  <c:v>241.93</c:v>
                </c:pt>
                <c:pt idx="26403">
                  <c:v>205.93</c:v>
                </c:pt>
                <c:pt idx="26404">
                  <c:v>199.83</c:v>
                </c:pt>
                <c:pt idx="26405">
                  <c:v>187.94</c:v>
                </c:pt>
                <c:pt idx="26406">
                  <c:v>155.94</c:v>
                </c:pt>
                <c:pt idx="26407">
                  <c:v>215.98</c:v>
                </c:pt>
                <c:pt idx="26408">
                  <c:v>64.8</c:v>
                </c:pt>
                <c:pt idx="26409">
                  <c:v>154.49</c:v>
                </c:pt>
                <c:pt idx="26410">
                  <c:v>71.33</c:v>
                </c:pt>
                <c:pt idx="26411">
                  <c:v>68.989999999999995</c:v>
                </c:pt>
                <c:pt idx="26412">
                  <c:v>84.99</c:v>
                </c:pt>
                <c:pt idx="26413">
                  <c:v>153.97999999999999</c:v>
                </c:pt>
                <c:pt idx="26414">
                  <c:v>84.99</c:v>
                </c:pt>
                <c:pt idx="26415">
                  <c:v>68.989999999999995</c:v>
                </c:pt>
                <c:pt idx="26416">
                  <c:v>84.99</c:v>
                </c:pt>
                <c:pt idx="26417">
                  <c:v>68.989999999999995</c:v>
                </c:pt>
                <c:pt idx="26418">
                  <c:v>73.989999999999995</c:v>
                </c:pt>
                <c:pt idx="26419">
                  <c:v>102.18</c:v>
                </c:pt>
                <c:pt idx="26420">
                  <c:v>169.98</c:v>
                </c:pt>
                <c:pt idx="26421">
                  <c:v>229.97</c:v>
                </c:pt>
                <c:pt idx="26422">
                  <c:v>69.98</c:v>
                </c:pt>
                <c:pt idx="26423">
                  <c:v>131.97999999999999</c:v>
                </c:pt>
                <c:pt idx="26424">
                  <c:v>137.97999999999999</c:v>
                </c:pt>
                <c:pt idx="26425">
                  <c:v>55.96</c:v>
                </c:pt>
                <c:pt idx="26426">
                  <c:v>242.76</c:v>
                </c:pt>
                <c:pt idx="26427">
                  <c:v>36.14</c:v>
                </c:pt>
                <c:pt idx="26428">
                  <c:v>13.29</c:v>
                </c:pt>
                <c:pt idx="26429">
                  <c:v>101.48</c:v>
                </c:pt>
                <c:pt idx="26430">
                  <c:v>51.97</c:v>
                </c:pt>
                <c:pt idx="26431">
                  <c:v>92.47</c:v>
                </c:pt>
                <c:pt idx="26432">
                  <c:v>29.99</c:v>
                </c:pt>
                <c:pt idx="26433">
                  <c:v>83.94</c:v>
                </c:pt>
                <c:pt idx="26434">
                  <c:v>153.86000000000001</c:v>
                </c:pt>
                <c:pt idx="26435">
                  <c:v>53.97</c:v>
                </c:pt>
                <c:pt idx="26436">
                  <c:v>48.57</c:v>
                </c:pt>
                <c:pt idx="26437">
                  <c:v>53.97</c:v>
                </c:pt>
                <c:pt idx="26438">
                  <c:v>169.84</c:v>
                </c:pt>
                <c:pt idx="26439">
                  <c:v>203.59</c:v>
                </c:pt>
                <c:pt idx="26440">
                  <c:v>89.23</c:v>
                </c:pt>
                <c:pt idx="26441">
                  <c:v>68.989999999999995</c:v>
                </c:pt>
                <c:pt idx="26442">
                  <c:v>145.97999999999999</c:v>
                </c:pt>
                <c:pt idx="26443">
                  <c:v>98.48</c:v>
                </c:pt>
                <c:pt idx="26444">
                  <c:v>97.91</c:v>
                </c:pt>
                <c:pt idx="26445">
                  <c:v>137.97999999999999</c:v>
                </c:pt>
                <c:pt idx="26446">
                  <c:v>173.96</c:v>
                </c:pt>
                <c:pt idx="26447">
                  <c:v>68.989999999999995</c:v>
                </c:pt>
                <c:pt idx="26448">
                  <c:v>73.97</c:v>
                </c:pt>
                <c:pt idx="26449">
                  <c:v>82.47</c:v>
                </c:pt>
                <c:pt idx="26450">
                  <c:v>39.28</c:v>
                </c:pt>
                <c:pt idx="26451">
                  <c:v>108.43</c:v>
                </c:pt>
                <c:pt idx="26452">
                  <c:v>29.55</c:v>
                </c:pt>
                <c:pt idx="26453">
                  <c:v>65.3</c:v>
                </c:pt>
                <c:pt idx="26454">
                  <c:v>80.959999999999994</c:v>
                </c:pt>
                <c:pt idx="26455">
                  <c:v>80.959999999999994</c:v>
                </c:pt>
                <c:pt idx="26456">
                  <c:v>98.95</c:v>
                </c:pt>
                <c:pt idx="26457">
                  <c:v>84.69</c:v>
                </c:pt>
                <c:pt idx="26458">
                  <c:v>84.69</c:v>
                </c:pt>
                <c:pt idx="26459">
                  <c:v>134.97999999999999</c:v>
                </c:pt>
                <c:pt idx="26460">
                  <c:v>177.97</c:v>
                </c:pt>
                <c:pt idx="26461">
                  <c:v>135.72999999999999</c:v>
                </c:pt>
                <c:pt idx="26462">
                  <c:v>101.28</c:v>
                </c:pt>
                <c:pt idx="26463">
                  <c:v>39.99</c:v>
                </c:pt>
                <c:pt idx="26464">
                  <c:v>218.58</c:v>
                </c:pt>
                <c:pt idx="26465">
                  <c:v>165.84</c:v>
                </c:pt>
                <c:pt idx="26466">
                  <c:v>76.489999999999995</c:v>
                </c:pt>
                <c:pt idx="26467">
                  <c:v>167.96</c:v>
                </c:pt>
                <c:pt idx="26468">
                  <c:v>169.35</c:v>
                </c:pt>
                <c:pt idx="26469">
                  <c:v>167.94</c:v>
                </c:pt>
                <c:pt idx="26470">
                  <c:v>72.540000000000006</c:v>
                </c:pt>
                <c:pt idx="26471">
                  <c:v>96.78</c:v>
                </c:pt>
                <c:pt idx="26472">
                  <c:v>72.56</c:v>
                </c:pt>
                <c:pt idx="26473">
                  <c:v>84.66</c:v>
                </c:pt>
                <c:pt idx="26474">
                  <c:v>155.96</c:v>
                </c:pt>
                <c:pt idx="26475">
                  <c:v>59.98</c:v>
                </c:pt>
                <c:pt idx="26476">
                  <c:v>95.96</c:v>
                </c:pt>
                <c:pt idx="26477">
                  <c:v>419.99</c:v>
                </c:pt>
                <c:pt idx="26478">
                  <c:v>97.14</c:v>
                </c:pt>
                <c:pt idx="26479">
                  <c:v>206.97</c:v>
                </c:pt>
                <c:pt idx="26480">
                  <c:v>139.94</c:v>
                </c:pt>
                <c:pt idx="26481">
                  <c:v>824.26</c:v>
                </c:pt>
                <c:pt idx="26482">
                  <c:v>-180.8</c:v>
                </c:pt>
                <c:pt idx="26483">
                  <c:v>250.93</c:v>
                </c:pt>
                <c:pt idx="26484">
                  <c:v>229.97</c:v>
                </c:pt>
                <c:pt idx="26485">
                  <c:v>279.95999999999998</c:v>
                </c:pt>
                <c:pt idx="26486">
                  <c:v>229.97</c:v>
                </c:pt>
                <c:pt idx="26487">
                  <c:v>51.97</c:v>
                </c:pt>
                <c:pt idx="26488">
                  <c:v>51.97</c:v>
                </c:pt>
                <c:pt idx="26489">
                  <c:v>24.99</c:v>
                </c:pt>
                <c:pt idx="26490">
                  <c:v>167.75</c:v>
                </c:pt>
                <c:pt idx="26491">
                  <c:v>88.17</c:v>
                </c:pt>
                <c:pt idx="26492">
                  <c:v>64.989999999999995</c:v>
                </c:pt>
                <c:pt idx="26493">
                  <c:v>68.14</c:v>
                </c:pt>
                <c:pt idx="26494">
                  <c:v>84.99</c:v>
                </c:pt>
                <c:pt idx="26495">
                  <c:v>120.98</c:v>
                </c:pt>
                <c:pt idx="26496">
                  <c:v>197.97</c:v>
                </c:pt>
                <c:pt idx="26497">
                  <c:v>125.46</c:v>
                </c:pt>
                <c:pt idx="26498">
                  <c:v>126.49</c:v>
                </c:pt>
                <c:pt idx="26499">
                  <c:v>224.36</c:v>
                </c:pt>
                <c:pt idx="26500">
                  <c:v>197.92</c:v>
                </c:pt>
                <c:pt idx="26501">
                  <c:v>112.18</c:v>
                </c:pt>
                <c:pt idx="26502">
                  <c:v>131.97999999999999</c:v>
                </c:pt>
                <c:pt idx="26503">
                  <c:v>217.03</c:v>
                </c:pt>
                <c:pt idx="26504">
                  <c:v>-125.46</c:v>
                </c:pt>
                <c:pt idx="26505">
                  <c:v>196.65</c:v>
                </c:pt>
                <c:pt idx="26506">
                  <c:v>190.49</c:v>
                </c:pt>
                <c:pt idx="26507">
                  <c:v>130</c:v>
                </c:pt>
                <c:pt idx="26508">
                  <c:v>53.97</c:v>
                </c:pt>
                <c:pt idx="26509">
                  <c:v>53.97</c:v>
                </c:pt>
                <c:pt idx="26510">
                  <c:v>53.97</c:v>
                </c:pt>
                <c:pt idx="26511">
                  <c:v>101.04</c:v>
                </c:pt>
                <c:pt idx="26512">
                  <c:v>51.98</c:v>
                </c:pt>
                <c:pt idx="26513">
                  <c:v>34.49</c:v>
                </c:pt>
                <c:pt idx="26514">
                  <c:v>67.48</c:v>
                </c:pt>
                <c:pt idx="26515">
                  <c:v>62.98</c:v>
                </c:pt>
                <c:pt idx="26516">
                  <c:v>112.94</c:v>
                </c:pt>
                <c:pt idx="26517">
                  <c:v>31.48</c:v>
                </c:pt>
                <c:pt idx="26518">
                  <c:v>72.97</c:v>
                </c:pt>
                <c:pt idx="26519">
                  <c:v>79.97</c:v>
                </c:pt>
                <c:pt idx="26520">
                  <c:v>54.98</c:v>
                </c:pt>
                <c:pt idx="26521">
                  <c:v>59.47</c:v>
                </c:pt>
                <c:pt idx="26522">
                  <c:v>52.97</c:v>
                </c:pt>
                <c:pt idx="26523">
                  <c:v>183.74</c:v>
                </c:pt>
                <c:pt idx="26524">
                  <c:v>131.97999999999999</c:v>
                </c:pt>
                <c:pt idx="26525">
                  <c:v>152.97</c:v>
                </c:pt>
                <c:pt idx="26526">
                  <c:v>157.86000000000001</c:v>
                </c:pt>
                <c:pt idx="26527">
                  <c:v>152.97</c:v>
                </c:pt>
                <c:pt idx="26528">
                  <c:v>178.85</c:v>
                </c:pt>
                <c:pt idx="26529">
                  <c:v>138.97</c:v>
                </c:pt>
                <c:pt idx="26530">
                  <c:v>173.96</c:v>
                </c:pt>
                <c:pt idx="26531">
                  <c:v>63.88</c:v>
                </c:pt>
                <c:pt idx="26532">
                  <c:v>152.97</c:v>
                </c:pt>
                <c:pt idx="26533">
                  <c:v>110.97</c:v>
                </c:pt>
                <c:pt idx="26534">
                  <c:v>194.95</c:v>
                </c:pt>
                <c:pt idx="26535">
                  <c:v>83.97</c:v>
                </c:pt>
                <c:pt idx="26536">
                  <c:v>68.86</c:v>
                </c:pt>
                <c:pt idx="26537">
                  <c:v>64.989999999999995</c:v>
                </c:pt>
                <c:pt idx="26538">
                  <c:v>97.97</c:v>
                </c:pt>
                <c:pt idx="26539">
                  <c:v>99.99</c:v>
                </c:pt>
                <c:pt idx="26540">
                  <c:v>26.09</c:v>
                </c:pt>
                <c:pt idx="26541">
                  <c:v>31.09</c:v>
                </c:pt>
                <c:pt idx="26542">
                  <c:v>29.09</c:v>
                </c:pt>
                <c:pt idx="26543">
                  <c:v>23.09</c:v>
                </c:pt>
                <c:pt idx="26544">
                  <c:v>69.95</c:v>
                </c:pt>
                <c:pt idx="26545">
                  <c:v>83.98</c:v>
                </c:pt>
                <c:pt idx="26546">
                  <c:v>37.479999999999997</c:v>
                </c:pt>
                <c:pt idx="26547">
                  <c:v>131.97999999999999</c:v>
                </c:pt>
                <c:pt idx="26548">
                  <c:v>131.97999999999999</c:v>
                </c:pt>
                <c:pt idx="26549">
                  <c:v>146.97</c:v>
                </c:pt>
                <c:pt idx="26550">
                  <c:v>131.86000000000001</c:v>
                </c:pt>
                <c:pt idx="26551">
                  <c:v>146.97</c:v>
                </c:pt>
                <c:pt idx="26552">
                  <c:v>157.96</c:v>
                </c:pt>
                <c:pt idx="26553">
                  <c:v>61.18</c:v>
                </c:pt>
                <c:pt idx="26554">
                  <c:v>80.98</c:v>
                </c:pt>
                <c:pt idx="26555">
                  <c:v>80.98</c:v>
                </c:pt>
                <c:pt idx="26556">
                  <c:v>138.87</c:v>
                </c:pt>
                <c:pt idx="26557">
                  <c:v>80.98</c:v>
                </c:pt>
                <c:pt idx="26558">
                  <c:v>121.98</c:v>
                </c:pt>
                <c:pt idx="26559">
                  <c:v>131.97999999999999</c:v>
                </c:pt>
                <c:pt idx="26560">
                  <c:v>155.16999999999999</c:v>
                </c:pt>
                <c:pt idx="26561">
                  <c:v>77.099999999999994</c:v>
                </c:pt>
                <c:pt idx="26562">
                  <c:v>64.98</c:v>
                </c:pt>
                <c:pt idx="26563">
                  <c:v>34.99</c:v>
                </c:pt>
                <c:pt idx="26564">
                  <c:v>57.98</c:v>
                </c:pt>
                <c:pt idx="26565">
                  <c:v>169.98</c:v>
                </c:pt>
                <c:pt idx="26566">
                  <c:v>84.99</c:v>
                </c:pt>
                <c:pt idx="26567">
                  <c:v>169.98</c:v>
                </c:pt>
                <c:pt idx="26568">
                  <c:v>169.98</c:v>
                </c:pt>
                <c:pt idx="26569">
                  <c:v>131.97999999999999</c:v>
                </c:pt>
                <c:pt idx="26570">
                  <c:v>131.97999999999999</c:v>
                </c:pt>
                <c:pt idx="26571">
                  <c:v>98.98</c:v>
                </c:pt>
                <c:pt idx="26572">
                  <c:v>89.98</c:v>
                </c:pt>
                <c:pt idx="26573">
                  <c:v>64.98</c:v>
                </c:pt>
                <c:pt idx="26574">
                  <c:v>154.94999999999999</c:v>
                </c:pt>
                <c:pt idx="26575">
                  <c:v>168.14</c:v>
                </c:pt>
                <c:pt idx="26576">
                  <c:v>154.94</c:v>
                </c:pt>
                <c:pt idx="26577">
                  <c:v>100.39</c:v>
                </c:pt>
                <c:pt idx="26578">
                  <c:v>67.739999999999995</c:v>
                </c:pt>
                <c:pt idx="26579">
                  <c:v>59.96</c:v>
                </c:pt>
                <c:pt idx="26580">
                  <c:v>31.28</c:v>
                </c:pt>
                <c:pt idx="26581">
                  <c:v>59.96</c:v>
                </c:pt>
                <c:pt idx="26582">
                  <c:v>94.95</c:v>
                </c:pt>
                <c:pt idx="26583">
                  <c:v>94.96</c:v>
                </c:pt>
                <c:pt idx="26584">
                  <c:v>59.96</c:v>
                </c:pt>
                <c:pt idx="26585">
                  <c:v>199.92</c:v>
                </c:pt>
                <c:pt idx="26586">
                  <c:v>154.93</c:v>
                </c:pt>
                <c:pt idx="26587">
                  <c:v>75.97</c:v>
                </c:pt>
                <c:pt idx="26588">
                  <c:v>86.93</c:v>
                </c:pt>
                <c:pt idx="26589">
                  <c:v>162.75</c:v>
                </c:pt>
                <c:pt idx="26590">
                  <c:v>172.21</c:v>
                </c:pt>
                <c:pt idx="26591">
                  <c:v>213.27</c:v>
                </c:pt>
                <c:pt idx="26592">
                  <c:v>69.989999999999995</c:v>
                </c:pt>
                <c:pt idx="26593">
                  <c:v>17.489999999999998</c:v>
                </c:pt>
                <c:pt idx="26594">
                  <c:v>13.49</c:v>
                </c:pt>
                <c:pt idx="26595">
                  <c:v>21.49</c:v>
                </c:pt>
                <c:pt idx="26596">
                  <c:v>14.24</c:v>
                </c:pt>
                <c:pt idx="26597">
                  <c:v>96.97</c:v>
                </c:pt>
                <c:pt idx="26598">
                  <c:v>57.76</c:v>
                </c:pt>
                <c:pt idx="26599">
                  <c:v>133.59</c:v>
                </c:pt>
                <c:pt idx="26600">
                  <c:v>133.59</c:v>
                </c:pt>
                <c:pt idx="26601">
                  <c:v>49.99</c:v>
                </c:pt>
                <c:pt idx="26602">
                  <c:v>73.569999999999993</c:v>
                </c:pt>
                <c:pt idx="26603">
                  <c:v>-23</c:v>
                </c:pt>
                <c:pt idx="26604">
                  <c:v>54.99</c:v>
                </c:pt>
                <c:pt idx="26605">
                  <c:v>75.97</c:v>
                </c:pt>
                <c:pt idx="26606">
                  <c:v>67.48</c:v>
                </c:pt>
                <c:pt idx="26607">
                  <c:v>151.94</c:v>
                </c:pt>
                <c:pt idx="26608">
                  <c:v>74.989999999999995</c:v>
                </c:pt>
                <c:pt idx="26609">
                  <c:v>94.99</c:v>
                </c:pt>
                <c:pt idx="26610">
                  <c:v>104.98</c:v>
                </c:pt>
                <c:pt idx="26611">
                  <c:v>179.05</c:v>
                </c:pt>
                <c:pt idx="26612">
                  <c:v>269.89999999999998</c:v>
                </c:pt>
                <c:pt idx="26613">
                  <c:v>309.95999999999998</c:v>
                </c:pt>
                <c:pt idx="26614">
                  <c:v>99.96</c:v>
                </c:pt>
                <c:pt idx="26615">
                  <c:v>229.97</c:v>
                </c:pt>
                <c:pt idx="26616">
                  <c:v>106.97</c:v>
                </c:pt>
                <c:pt idx="26617">
                  <c:v>471.04</c:v>
                </c:pt>
                <c:pt idx="26618">
                  <c:v>151.96</c:v>
                </c:pt>
                <c:pt idx="26619">
                  <c:v>87.97</c:v>
                </c:pt>
                <c:pt idx="26620">
                  <c:v>63.98</c:v>
                </c:pt>
                <c:pt idx="26621">
                  <c:v>99.99</c:v>
                </c:pt>
                <c:pt idx="26622">
                  <c:v>51.96</c:v>
                </c:pt>
                <c:pt idx="26623">
                  <c:v>70.98</c:v>
                </c:pt>
                <c:pt idx="26624">
                  <c:v>151.74</c:v>
                </c:pt>
                <c:pt idx="26625">
                  <c:v>51.96</c:v>
                </c:pt>
                <c:pt idx="26626">
                  <c:v>87.97</c:v>
                </c:pt>
                <c:pt idx="26627">
                  <c:v>64.98</c:v>
                </c:pt>
                <c:pt idx="26628">
                  <c:v>55.39</c:v>
                </c:pt>
                <c:pt idx="26629">
                  <c:v>98.92</c:v>
                </c:pt>
                <c:pt idx="26630">
                  <c:v>84.99</c:v>
                </c:pt>
                <c:pt idx="26631">
                  <c:v>169.97</c:v>
                </c:pt>
                <c:pt idx="26632">
                  <c:v>161.04</c:v>
                </c:pt>
                <c:pt idx="26633">
                  <c:v>99.98</c:v>
                </c:pt>
                <c:pt idx="26634">
                  <c:v>136.97</c:v>
                </c:pt>
                <c:pt idx="26635">
                  <c:v>131.97999999999999</c:v>
                </c:pt>
                <c:pt idx="26636">
                  <c:v>65.989999999999995</c:v>
                </c:pt>
                <c:pt idx="26637">
                  <c:v>99.47</c:v>
                </c:pt>
                <c:pt idx="26638">
                  <c:v>39.89</c:v>
                </c:pt>
                <c:pt idx="26639">
                  <c:v>50.98</c:v>
                </c:pt>
                <c:pt idx="26640">
                  <c:v>59.98</c:v>
                </c:pt>
                <c:pt idx="26641">
                  <c:v>41.49</c:v>
                </c:pt>
                <c:pt idx="26642">
                  <c:v>51.98</c:v>
                </c:pt>
                <c:pt idx="26643">
                  <c:v>108.82</c:v>
                </c:pt>
                <c:pt idx="26644">
                  <c:v>59.47</c:v>
                </c:pt>
                <c:pt idx="26645">
                  <c:v>55.97</c:v>
                </c:pt>
                <c:pt idx="26646">
                  <c:v>27.49</c:v>
                </c:pt>
                <c:pt idx="26647">
                  <c:v>-36.99</c:v>
                </c:pt>
                <c:pt idx="26648">
                  <c:v>38.49</c:v>
                </c:pt>
                <c:pt idx="26649">
                  <c:v>-1.5</c:v>
                </c:pt>
                <c:pt idx="26650">
                  <c:v>53.97</c:v>
                </c:pt>
                <c:pt idx="26651">
                  <c:v>53.97</c:v>
                </c:pt>
                <c:pt idx="26652">
                  <c:v>84.99</c:v>
                </c:pt>
                <c:pt idx="26653">
                  <c:v>137.97999999999999</c:v>
                </c:pt>
                <c:pt idx="26654">
                  <c:v>84.99</c:v>
                </c:pt>
                <c:pt idx="26655">
                  <c:v>152.97999999999999</c:v>
                </c:pt>
                <c:pt idx="26656">
                  <c:v>65.989999999999995</c:v>
                </c:pt>
                <c:pt idx="26657">
                  <c:v>84.99</c:v>
                </c:pt>
                <c:pt idx="26658">
                  <c:v>84.99</c:v>
                </c:pt>
                <c:pt idx="26659">
                  <c:v>65.989999999999995</c:v>
                </c:pt>
                <c:pt idx="26660">
                  <c:v>65.989999999999995</c:v>
                </c:pt>
                <c:pt idx="26661">
                  <c:v>65.989999999999995</c:v>
                </c:pt>
                <c:pt idx="26662">
                  <c:v>84.99</c:v>
                </c:pt>
                <c:pt idx="26663">
                  <c:v>63.89</c:v>
                </c:pt>
                <c:pt idx="26664">
                  <c:v>65.989999999999995</c:v>
                </c:pt>
                <c:pt idx="26665">
                  <c:v>131.97999999999999</c:v>
                </c:pt>
                <c:pt idx="26666">
                  <c:v>84.99</c:v>
                </c:pt>
                <c:pt idx="26667">
                  <c:v>84.99</c:v>
                </c:pt>
                <c:pt idx="26668">
                  <c:v>65.989999999999995</c:v>
                </c:pt>
                <c:pt idx="26669">
                  <c:v>131.97999999999999</c:v>
                </c:pt>
                <c:pt idx="26670">
                  <c:v>84.99</c:v>
                </c:pt>
                <c:pt idx="26671">
                  <c:v>84.99</c:v>
                </c:pt>
                <c:pt idx="26672">
                  <c:v>65.989999999999995</c:v>
                </c:pt>
                <c:pt idx="26673">
                  <c:v>84.99</c:v>
                </c:pt>
                <c:pt idx="26674">
                  <c:v>84.99</c:v>
                </c:pt>
                <c:pt idx="26675">
                  <c:v>84.99</c:v>
                </c:pt>
                <c:pt idx="26676">
                  <c:v>65.989999999999995</c:v>
                </c:pt>
                <c:pt idx="26677">
                  <c:v>75.09</c:v>
                </c:pt>
                <c:pt idx="26678">
                  <c:v>134.97999999999999</c:v>
                </c:pt>
                <c:pt idx="26679">
                  <c:v>134.97999999999999</c:v>
                </c:pt>
                <c:pt idx="26680">
                  <c:v>65.989999999999995</c:v>
                </c:pt>
                <c:pt idx="26681">
                  <c:v>84.99</c:v>
                </c:pt>
                <c:pt idx="26682">
                  <c:v>84.99</c:v>
                </c:pt>
                <c:pt idx="26683">
                  <c:v>153.97999999999999</c:v>
                </c:pt>
                <c:pt idx="26684">
                  <c:v>84.99</c:v>
                </c:pt>
                <c:pt idx="26685">
                  <c:v>68.989999999999995</c:v>
                </c:pt>
                <c:pt idx="26686">
                  <c:v>20.29</c:v>
                </c:pt>
                <c:pt idx="26687">
                  <c:v>51.94</c:v>
                </c:pt>
                <c:pt idx="26688">
                  <c:v>153.93</c:v>
                </c:pt>
                <c:pt idx="26689">
                  <c:v>89.97</c:v>
                </c:pt>
                <c:pt idx="26690">
                  <c:v>67.709999999999994</c:v>
                </c:pt>
                <c:pt idx="26691">
                  <c:v>46.92</c:v>
                </c:pt>
                <c:pt idx="26692">
                  <c:v>31.28</c:v>
                </c:pt>
                <c:pt idx="26693">
                  <c:v>40.49</c:v>
                </c:pt>
                <c:pt idx="26694">
                  <c:v>40.49</c:v>
                </c:pt>
                <c:pt idx="26695">
                  <c:v>89.97</c:v>
                </c:pt>
                <c:pt idx="26696">
                  <c:v>80.97</c:v>
                </c:pt>
                <c:pt idx="26697">
                  <c:v>89.97</c:v>
                </c:pt>
                <c:pt idx="26698">
                  <c:v>89.97</c:v>
                </c:pt>
                <c:pt idx="26699">
                  <c:v>53.98</c:v>
                </c:pt>
                <c:pt idx="26700">
                  <c:v>150.26</c:v>
                </c:pt>
                <c:pt idx="26701">
                  <c:v>77.97</c:v>
                </c:pt>
                <c:pt idx="26702">
                  <c:v>84.97</c:v>
                </c:pt>
                <c:pt idx="26703">
                  <c:v>119.96</c:v>
                </c:pt>
                <c:pt idx="26704">
                  <c:v>65.989999999999995</c:v>
                </c:pt>
                <c:pt idx="26705">
                  <c:v>74.97</c:v>
                </c:pt>
                <c:pt idx="26706">
                  <c:v>89.97</c:v>
                </c:pt>
                <c:pt idx="26707">
                  <c:v>59.98</c:v>
                </c:pt>
                <c:pt idx="26708">
                  <c:v>89.97</c:v>
                </c:pt>
                <c:pt idx="26709">
                  <c:v>89.97</c:v>
                </c:pt>
                <c:pt idx="26710">
                  <c:v>89.97</c:v>
                </c:pt>
                <c:pt idx="26711">
                  <c:v>80.91</c:v>
                </c:pt>
                <c:pt idx="26712">
                  <c:v>81.069999999999993</c:v>
                </c:pt>
                <c:pt idx="26713">
                  <c:v>89.97</c:v>
                </c:pt>
                <c:pt idx="26714">
                  <c:v>83.45</c:v>
                </c:pt>
                <c:pt idx="26715">
                  <c:v>83.45</c:v>
                </c:pt>
                <c:pt idx="26716">
                  <c:v>151.15</c:v>
                </c:pt>
                <c:pt idx="26717">
                  <c:v>117.98</c:v>
                </c:pt>
                <c:pt idx="26718">
                  <c:v>24.68</c:v>
                </c:pt>
                <c:pt idx="26719">
                  <c:v>150.97</c:v>
                </c:pt>
                <c:pt idx="26720">
                  <c:v>74.97</c:v>
                </c:pt>
                <c:pt idx="26721">
                  <c:v>75.959999999999994</c:v>
                </c:pt>
                <c:pt idx="26722">
                  <c:v>125.97</c:v>
                </c:pt>
                <c:pt idx="26723">
                  <c:v>53.57</c:v>
                </c:pt>
                <c:pt idx="26724">
                  <c:v>17.489999999999998</c:v>
                </c:pt>
                <c:pt idx="26725">
                  <c:v>50.97</c:v>
                </c:pt>
                <c:pt idx="26726">
                  <c:v>39.479999999999997</c:v>
                </c:pt>
                <c:pt idx="26727">
                  <c:v>17.489999999999998</c:v>
                </c:pt>
                <c:pt idx="26728">
                  <c:v>55.64</c:v>
                </c:pt>
                <c:pt idx="26729">
                  <c:v>157.26</c:v>
                </c:pt>
                <c:pt idx="26730">
                  <c:v>119.37</c:v>
                </c:pt>
                <c:pt idx="26731">
                  <c:v>92.54</c:v>
                </c:pt>
                <c:pt idx="26732">
                  <c:v>114.54</c:v>
                </c:pt>
                <c:pt idx="26733">
                  <c:v>108.88</c:v>
                </c:pt>
                <c:pt idx="26734">
                  <c:v>153.62</c:v>
                </c:pt>
                <c:pt idx="26735">
                  <c:v>108.88</c:v>
                </c:pt>
                <c:pt idx="26736">
                  <c:v>127.01</c:v>
                </c:pt>
                <c:pt idx="26737">
                  <c:v>121.93</c:v>
                </c:pt>
                <c:pt idx="26738">
                  <c:v>159.68</c:v>
                </c:pt>
                <c:pt idx="26739">
                  <c:v>215.32</c:v>
                </c:pt>
                <c:pt idx="26740">
                  <c:v>128.22</c:v>
                </c:pt>
                <c:pt idx="26741">
                  <c:v>134.29</c:v>
                </c:pt>
                <c:pt idx="26742">
                  <c:v>102.83</c:v>
                </c:pt>
                <c:pt idx="26743">
                  <c:v>37.46</c:v>
                </c:pt>
                <c:pt idx="26744">
                  <c:v>41.49</c:v>
                </c:pt>
                <c:pt idx="26745">
                  <c:v>46.45</c:v>
                </c:pt>
                <c:pt idx="26746">
                  <c:v>101.75</c:v>
                </c:pt>
                <c:pt idx="26747">
                  <c:v>51.76</c:v>
                </c:pt>
                <c:pt idx="26748">
                  <c:v>69.989999999999995</c:v>
                </c:pt>
                <c:pt idx="26749">
                  <c:v>83.48</c:v>
                </c:pt>
                <c:pt idx="26750">
                  <c:v>67.98</c:v>
                </c:pt>
                <c:pt idx="26751">
                  <c:v>85.46</c:v>
                </c:pt>
                <c:pt idx="26752">
                  <c:v>269.95999999999998</c:v>
                </c:pt>
                <c:pt idx="26753">
                  <c:v>269.95999999999998</c:v>
                </c:pt>
                <c:pt idx="26754">
                  <c:v>257.83999999999997</c:v>
                </c:pt>
                <c:pt idx="26755">
                  <c:v>257.83999999999997</c:v>
                </c:pt>
                <c:pt idx="26756">
                  <c:v>205.95</c:v>
                </c:pt>
                <c:pt idx="26757">
                  <c:v>269.95999999999998</c:v>
                </c:pt>
                <c:pt idx="26758">
                  <c:v>197.97</c:v>
                </c:pt>
                <c:pt idx="26759">
                  <c:v>269.95999999999998</c:v>
                </c:pt>
                <c:pt idx="26760">
                  <c:v>269.95999999999998</c:v>
                </c:pt>
                <c:pt idx="26761">
                  <c:v>169.98</c:v>
                </c:pt>
                <c:pt idx="26762">
                  <c:v>197.97</c:v>
                </c:pt>
                <c:pt idx="26763">
                  <c:v>267.26</c:v>
                </c:pt>
                <c:pt idx="26764">
                  <c:v>169.98</c:v>
                </c:pt>
                <c:pt idx="26765">
                  <c:v>269.95999999999998</c:v>
                </c:pt>
                <c:pt idx="26766">
                  <c:v>146.97</c:v>
                </c:pt>
                <c:pt idx="26767">
                  <c:v>169.98</c:v>
                </c:pt>
                <c:pt idx="26768">
                  <c:v>244.96</c:v>
                </c:pt>
                <c:pt idx="26769">
                  <c:v>154.97</c:v>
                </c:pt>
                <c:pt idx="26770">
                  <c:v>185.97</c:v>
                </c:pt>
                <c:pt idx="26771">
                  <c:v>185.97</c:v>
                </c:pt>
                <c:pt idx="26772">
                  <c:v>169.98</c:v>
                </c:pt>
                <c:pt idx="26773">
                  <c:v>244.96</c:v>
                </c:pt>
                <c:pt idx="26774">
                  <c:v>205.95</c:v>
                </c:pt>
                <c:pt idx="26775">
                  <c:v>143.19</c:v>
                </c:pt>
                <c:pt idx="26776">
                  <c:v>146.97</c:v>
                </c:pt>
                <c:pt idx="26777">
                  <c:v>154.97</c:v>
                </c:pt>
                <c:pt idx="26778">
                  <c:v>267.26</c:v>
                </c:pt>
                <c:pt idx="26779">
                  <c:v>143.19</c:v>
                </c:pt>
                <c:pt idx="26780">
                  <c:v>151.96</c:v>
                </c:pt>
                <c:pt idx="26781">
                  <c:v>75.98</c:v>
                </c:pt>
                <c:pt idx="26782">
                  <c:v>75.98</c:v>
                </c:pt>
                <c:pt idx="26783">
                  <c:v>29.98</c:v>
                </c:pt>
                <c:pt idx="26784">
                  <c:v>32.229999999999997</c:v>
                </c:pt>
                <c:pt idx="26785">
                  <c:v>31.48</c:v>
                </c:pt>
                <c:pt idx="26786">
                  <c:v>31.48</c:v>
                </c:pt>
                <c:pt idx="26787">
                  <c:v>54.98</c:v>
                </c:pt>
                <c:pt idx="26788">
                  <c:v>152.97999999999999</c:v>
                </c:pt>
                <c:pt idx="26789">
                  <c:v>152.96</c:v>
                </c:pt>
                <c:pt idx="26790">
                  <c:v>152.97</c:v>
                </c:pt>
                <c:pt idx="26791">
                  <c:v>131.97999999999999</c:v>
                </c:pt>
                <c:pt idx="26792">
                  <c:v>169.98</c:v>
                </c:pt>
                <c:pt idx="26793">
                  <c:v>169.98</c:v>
                </c:pt>
                <c:pt idx="26794">
                  <c:v>159.97999999999999</c:v>
                </c:pt>
                <c:pt idx="26795">
                  <c:v>184.97</c:v>
                </c:pt>
                <c:pt idx="26796">
                  <c:v>175.95</c:v>
                </c:pt>
                <c:pt idx="26797">
                  <c:v>169.98</c:v>
                </c:pt>
                <c:pt idx="26798">
                  <c:v>184.97</c:v>
                </c:pt>
                <c:pt idx="26799">
                  <c:v>185.97</c:v>
                </c:pt>
                <c:pt idx="26800">
                  <c:v>178.17</c:v>
                </c:pt>
                <c:pt idx="26801">
                  <c:v>185.97</c:v>
                </c:pt>
                <c:pt idx="26802">
                  <c:v>100.98</c:v>
                </c:pt>
                <c:pt idx="26803">
                  <c:v>184.97</c:v>
                </c:pt>
                <c:pt idx="26804">
                  <c:v>169.98</c:v>
                </c:pt>
                <c:pt idx="26805">
                  <c:v>234.96</c:v>
                </c:pt>
                <c:pt idx="26806">
                  <c:v>75.13</c:v>
                </c:pt>
                <c:pt idx="26807">
                  <c:v>76.459999999999994</c:v>
                </c:pt>
                <c:pt idx="26808">
                  <c:v>22.48</c:v>
                </c:pt>
                <c:pt idx="26809">
                  <c:v>22.73</c:v>
                </c:pt>
                <c:pt idx="26810">
                  <c:v>11.49</c:v>
                </c:pt>
                <c:pt idx="26811">
                  <c:v>36.479999999999997</c:v>
                </c:pt>
                <c:pt idx="26812">
                  <c:v>19.18</c:v>
                </c:pt>
                <c:pt idx="26813">
                  <c:v>150.18</c:v>
                </c:pt>
                <c:pt idx="26814">
                  <c:v>150.18</c:v>
                </c:pt>
                <c:pt idx="26815">
                  <c:v>39.479999999999997</c:v>
                </c:pt>
                <c:pt idx="26816">
                  <c:v>33.99</c:v>
                </c:pt>
                <c:pt idx="26817">
                  <c:v>133.08000000000001</c:v>
                </c:pt>
                <c:pt idx="26818">
                  <c:v>165.69</c:v>
                </c:pt>
                <c:pt idx="26819">
                  <c:v>149.97</c:v>
                </c:pt>
                <c:pt idx="26820">
                  <c:v>153.97999999999999</c:v>
                </c:pt>
                <c:pt idx="26821">
                  <c:v>84.99</c:v>
                </c:pt>
                <c:pt idx="26822">
                  <c:v>65.989999999999995</c:v>
                </c:pt>
                <c:pt idx="26823">
                  <c:v>84.99</c:v>
                </c:pt>
                <c:pt idx="26824">
                  <c:v>64.98</c:v>
                </c:pt>
                <c:pt idx="26825">
                  <c:v>84.99</c:v>
                </c:pt>
                <c:pt idx="26826">
                  <c:v>84.99</c:v>
                </c:pt>
                <c:pt idx="26827">
                  <c:v>68.989999999999995</c:v>
                </c:pt>
                <c:pt idx="26828">
                  <c:v>84.99</c:v>
                </c:pt>
                <c:pt idx="26829">
                  <c:v>80.180000000000007</c:v>
                </c:pt>
                <c:pt idx="26830">
                  <c:v>68.989999999999995</c:v>
                </c:pt>
                <c:pt idx="26831">
                  <c:v>99.98</c:v>
                </c:pt>
                <c:pt idx="26832">
                  <c:v>99.98</c:v>
                </c:pt>
                <c:pt idx="26833">
                  <c:v>71.489999999999995</c:v>
                </c:pt>
                <c:pt idx="26834">
                  <c:v>84.99</c:v>
                </c:pt>
                <c:pt idx="26835">
                  <c:v>111.98</c:v>
                </c:pt>
                <c:pt idx="26836">
                  <c:v>68.989999999999995</c:v>
                </c:pt>
                <c:pt idx="26837">
                  <c:v>84.99</c:v>
                </c:pt>
                <c:pt idx="26838">
                  <c:v>95.28</c:v>
                </c:pt>
                <c:pt idx="26839">
                  <c:v>68.989999999999995</c:v>
                </c:pt>
                <c:pt idx="26840">
                  <c:v>99.98</c:v>
                </c:pt>
                <c:pt idx="26841">
                  <c:v>137.97999999999999</c:v>
                </c:pt>
                <c:pt idx="26842">
                  <c:v>84.99</c:v>
                </c:pt>
                <c:pt idx="26843">
                  <c:v>99.98</c:v>
                </c:pt>
                <c:pt idx="26844">
                  <c:v>65.989999999999995</c:v>
                </c:pt>
                <c:pt idx="26845">
                  <c:v>62.69</c:v>
                </c:pt>
                <c:pt idx="26846">
                  <c:v>64.98</c:v>
                </c:pt>
                <c:pt idx="26847">
                  <c:v>132.97</c:v>
                </c:pt>
                <c:pt idx="26848">
                  <c:v>89.97</c:v>
                </c:pt>
                <c:pt idx="26849">
                  <c:v>59.98</c:v>
                </c:pt>
                <c:pt idx="26850">
                  <c:v>59.98</c:v>
                </c:pt>
                <c:pt idx="26851">
                  <c:v>89.97</c:v>
                </c:pt>
                <c:pt idx="26852">
                  <c:v>81.97</c:v>
                </c:pt>
                <c:pt idx="26853">
                  <c:v>149.97</c:v>
                </c:pt>
                <c:pt idx="26854">
                  <c:v>149.97</c:v>
                </c:pt>
                <c:pt idx="26855">
                  <c:v>149.97</c:v>
                </c:pt>
                <c:pt idx="26856">
                  <c:v>149.94</c:v>
                </c:pt>
                <c:pt idx="26857">
                  <c:v>149.97</c:v>
                </c:pt>
                <c:pt idx="26858">
                  <c:v>149.97</c:v>
                </c:pt>
                <c:pt idx="26859">
                  <c:v>271.85000000000002</c:v>
                </c:pt>
                <c:pt idx="26860">
                  <c:v>190.16</c:v>
                </c:pt>
                <c:pt idx="26861">
                  <c:v>294.95999999999998</c:v>
                </c:pt>
                <c:pt idx="26862">
                  <c:v>76.87</c:v>
                </c:pt>
                <c:pt idx="26863">
                  <c:v>187.97</c:v>
                </c:pt>
                <c:pt idx="26864">
                  <c:v>187.97</c:v>
                </c:pt>
                <c:pt idx="26865">
                  <c:v>102.97</c:v>
                </c:pt>
                <c:pt idx="26866">
                  <c:v>82.43</c:v>
                </c:pt>
                <c:pt idx="26867">
                  <c:v>41.48</c:v>
                </c:pt>
                <c:pt idx="26868">
                  <c:v>99.99</c:v>
                </c:pt>
                <c:pt idx="26869">
                  <c:v>153.94</c:v>
                </c:pt>
                <c:pt idx="26870">
                  <c:v>149.96</c:v>
                </c:pt>
                <c:pt idx="26871">
                  <c:v>149.94999999999999</c:v>
                </c:pt>
                <c:pt idx="26872">
                  <c:v>59.98</c:v>
                </c:pt>
                <c:pt idx="26873">
                  <c:v>89.97</c:v>
                </c:pt>
                <c:pt idx="26874">
                  <c:v>32.24</c:v>
                </c:pt>
                <c:pt idx="26875">
                  <c:v>32.24</c:v>
                </c:pt>
                <c:pt idx="26876">
                  <c:v>59.98</c:v>
                </c:pt>
                <c:pt idx="26877">
                  <c:v>89.97</c:v>
                </c:pt>
                <c:pt idx="26878">
                  <c:v>59.98</c:v>
                </c:pt>
                <c:pt idx="26879">
                  <c:v>149.94999999999999</c:v>
                </c:pt>
                <c:pt idx="26880">
                  <c:v>79.98</c:v>
                </c:pt>
                <c:pt idx="26881">
                  <c:v>89.97</c:v>
                </c:pt>
                <c:pt idx="26882">
                  <c:v>59.98</c:v>
                </c:pt>
                <c:pt idx="26883">
                  <c:v>147.96</c:v>
                </c:pt>
                <c:pt idx="26884">
                  <c:v>221.94</c:v>
                </c:pt>
                <c:pt idx="26885">
                  <c:v>147.96</c:v>
                </c:pt>
                <c:pt idx="26886">
                  <c:v>147.96</c:v>
                </c:pt>
                <c:pt idx="26887">
                  <c:v>110.97</c:v>
                </c:pt>
                <c:pt idx="26888">
                  <c:v>139.94999999999999</c:v>
                </c:pt>
                <c:pt idx="26889">
                  <c:v>221.94</c:v>
                </c:pt>
                <c:pt idx="26890">
                  <c:v>139.94999999999999</c:v>
                </c:pt>
                <c:pt idx="26891">
                  <c:v>147.96</c:v>
                </c:pt>
                <c:pt idx="26892">
                  <c:v>107.92</c:v>
                </c:pt>
                <c:pt idx="26893">
                  <c:v>202.88</c:v>
                </c:pt>
                <c:pt idx="26894">
                  <c:v>111.96</c:v>
                </c:pt>
                <c:pt idx="26895">
                  <c:v>73.98</c:v>
                </c:pt>
                <c:pt idx="26896">
                  <c:v>147.96</c:v>
                </c:pt>
                <c:pt idx="26897">
                  <c:v>147.96</c:v>
                </c:pt>
                <c:pt idx="26898">
                  <c:v>221.94</c:v>
                </c:pt>
                <c:pt idx="26899">
                  <c:v>110.97</c:v>
                </c:pt>
                <c:pt idx="26900">
                  <c:v>33.479999999999997</c:v>
                </c:pt>
                <c:pt idx="26901">
                  <c:v>56.98</c:v>
                </c:pt>
                <c:pt idx="26902">
                  <c:v>50.98</c:v>
                </c:pt>
                <c:pt idx="26903">
                  <c:v>149.94</c:v>
                </c:pt>
                <c:pt idx="26904">
                  <c:v>149.9</c:v>
                </c:pt>
                <c:pt idx="26905">
                  <c:v>149.9</c:v>
                </c:pt>
                <c:pt idx="26906">
                  <c:v>149.9</c:v>
                </c:pt>
                <c:pt idx="26907">
                  <c:v>149.9</c:v>
                </c:pt>
                <c:pt idx="26908">
                  <c:v>49.43</c:v>
                </c:pt>
                <c:pt idx="26909">
                  <c:v>89.94</c:v>
                </c:pt>
                <c:pt idx="26910">
                  <c:v>166.65</c:v>
                </c:pt>
                <c:pt idx="26911">
                  <c:v>92.87</c:v>
                </c:pt>
                <c:pt idx="26912">
                  <c:v>121.98</c:v>
                </c:pt>
                <c:pt idx="26913">
                  <c:v>65.989999999999995</c:v>
                </c:pt>
                <c:pt idx="26914">
                  <c:v>131.97999999999999</c:v>
                </c:pt>
                <c:pt idx="26915">
                  <c:v>56.98</c:v>
                </c:pt>
                <c:pt idx="26916">
                  <c:v>112.2</c:v>
                </c:pt>
                <c:pt idx="26917">
                  <c:v>43.48</c:v>
                </c:pt>
                <c:pt idx="26918">
                  <c:v>131.97999999999999</c:v>
                </c:pt>
                <c:pt idx="26919">
                  <c:v>135.28</c:v>
                </c:pt>
                <c:pt idx="26920">
                  <c:v>47.97</c:v>
                </c:pt>
                <c:pt idx="26921">
                  <c:v>61.31</c:v>
                </c:pt>
                <c:pt idx="26922">
                  <c:v>126.97</c:v>
                </c:pt>
                <c:pt idx="26923">
                  <c:v>65.989999999999995</c:v>
                </c:pt>
                <c:pt idx="26924">
                  <c:v>136.97</c:v>
                </c:pt>
                <c:pt idx="26925">
                  <c:v>92.87</c:v>
                </c:pt>
                <c:pt idx="26926">
                  <c:v>158.86000000000001</c:v>
                </c:pt>
                <c:pt idx="26927">
                  <c:v>154.47</c:v>
                </c:pt>
                <c:pt idx="26928">
                  <c:v>150.96</c:v>
                </c:pt>
                <c:pt idx="26929">
                  <c:v>54.99</c:v>
                </c:pt>
                <c:pt idx="26930">
                  <c:v>152.06</c:v>
                </c:pt>
                <c:pt idx="26931">
                  <c:v>79.98</c:v>
                </c:pt>
                <c:pt idx="26932">
                  <c:v>191.01</c:v>
                </c:pt>
                <c:pt idx="26933">
                  <c:v>100.32</c:v>
                </c:pt>
                <c:pt idx="26934">
                  <c:v>159.69999999999999</c:v>
                </c:pt>
                <c:pt idx="26935">
                  <c:v>147.6</c:v>
                </c:pt>
                <c:pt idx="26936">
                  <c:v>36.94</c:v>
                </c:pt>
                <c:pt idx="26937">
                  <c:v>101.97</c:v>
                </c:pt>
                <c:pt idx="26938">
                  <c:v>51.29</c:v>
                </c:pt>
                <c:pt idx="26939">
                  <c:v>28.28</c:v>
                </c:pt>
                <c:pt idx="26940">
                  <c:v>91.91</c:v>
                </c:pt>
                <c:pt idx="26941">
                  <c:v>75.959999999999994</c:v>
                </c:pt>
                <c:pt idx="26942">
                  <c:v>56.97</c:v>
                </c:pt>
                <c:pt idx="26943">
                  <c:v>94.97</c:v>
                </c:pt>
                <c:pt idx="26944">
                  <c:v>54.98</c:v>
                </c:pt>
                <c:pt idx="26945">
                  <c:v>59.96</c:v>
                </c:pt>
                <c:pt idx="26946">
                  <c:v>31.08</c:v>
                </c:pt>
                <c:pt idx="26947">
                  <c:v>131.97999999999999</c:v>
                </c:pt>
                <c:pt idx="26948">
                  <c:v>69.989999999999995</c:v>
                </c:pt>
                <c:pt idx="26949">
                  <c:v>125.21</c:v>
                </c:pt>
                <c:pt idx="26950">
                  <c:v>81.98</c:v>
                </c:pt>
                <c:pt idx="26951">
                  <c:v>151.27000000000001</c:v>
                </c:pt>
                <c:pt idx="26952">
                  <c:v>147.97</c:v>
                </c:pt>
                <c:pt idx="26953">
                  <c:v>147.97</c:v>
                </c:pt>
                <c:pt idx="26954">
                  <c:v>137.97</c:v>
                </c:pt>
                <c:pt idx="26955">
                  <c:v>60.95</c:v>
                </c:pt>
                <c:pt idx="26956">
                  <c:v>81.98</c:v>
                </c:pt>
                <c:pt idx="26957">
                  <c:v>147.97</c:v>
                </c:pt>
                <c:pt idx="26958">
                  <c:v>81.98</c:v>
                </c:pt>
                <c:pt idx="26959">
                  <c:v>147.97</c:v>
                </c:pt>
                <c:pt idx="26960">
                  <c:v>147.97</c:v>
                </c:pt>
                <c:pt idx="26961">
                  <c:v>71.489999999999995</c:v>
                </c:pt>
                <c:pt idx="26962">
                  <c:v>140.19</c:v>
                </c:pt>
                <c:pt idx="26963">
                  <c:v>147.97</c:v>
                </c:pt>
                <c:pt idx="26964">
                  <c:v>81.98</c:v>
                </c:pt>
                <c:pt idx="26965">
                  <c:v>147.97</c:v>
                </c:pt>
                <c:pt idx="26966">
                  <c:v>147.97</c:v>
                </c:pt>
                <c:pt idx="26967">
                  <c:v>41.49</c:v>
                </c:pt>
                <c:pt idx="26968">
                  <c:v>41.49</c:v>
                </c:pt>
                <c:pt idx="26969">
                  <c:v>40.49</c:v>
                </c:pt>
                <c:pt idx="26970">
                  <c:v>45.47</c:v>
                </c:pt>
                <c:pt idx="26971">
                  <c:v>94.96</c:v>
                </c:pt>
                <c:pt idx="26972">
                  <c:v>79.98</c:v>
                </c:pt>
                <c:pt idx="26973">
                  <c:v>68.989999999999995</c:v>
                </c:pt>
                <c:pt idx="26974">
                  <c:v>88.91</c:v>
                </c:pt>
                <c:pt idx="26975">
                  <c:v>148.96</c:v>
                </c:pt>
                <c:pt idx="26976">
                  <c:v>8.2899999999999991</c:v>
                </c:pt>
                <c:pt idx="26977">
                  <c:v>51.61</c:v>
                </c:pt>
                <c:pt idx="26978">
                  <c:v>21.49</c:v>
                </c:pt>
                <c:pt idx="26979">
                  <c:v>169.35</c:v>
                </c:pt>
                <c:pt idx="26980">
                  <c:v>62.88</c:v>
                </c:pt>
                <c:pt idx="26981">
                  <c:v>259.33999999999997</c:v>
                </c:pt>
                <c:pt idx="26982">
                  <c:v>208.07</c:v>
                </c:pt>
                <c:pt idx="26983">
                  <c:v>120.15</c:v>
                </c:pt>
                <c:pt idx="26984">
                  <c:v>319.39</c:v>
                </c:pt>
                <c:pt idx="26985">
                  <c:v>140.97</c:v>
                </c:pt>
                <c:pt idx="26986">
                  <c:v>147.57</c:v>
                </c:pt>
                <c:pt idx="26987">
                  <c:v>195.96</c:v>
                </c:pt>
                <c:pt idx="26988">
                  <c:v>382.28</c:v>
                </c:pt>
                <c:pt idx="26989">
                  <c:v>193.55</c:v>
                </c:pt>
                <c:pt idx="26990">
                  <c:v>29.48</c:v>
                </c:pt>
                <c:pt idx="26991">
                  <c:v>110.98</c:v>
                </c:pt>
                <c:pt idx="26992">
                  <c:v>29.49</c:v>
                </c:pt>
                <c:pt idx="26993">
                  <c:v>22.24</c:v>
                </c:pt>
                <c:pt idx="26994">
                  <c:v>29.49</c:v>
                </c:pt>
                <c:pt idx="26995">
                  <c:v>29.49</c:v>
                </c:pt>
                <c:pt idx="26996">
                  <c:v>56.97</c:v>
                </c:pt>
                <c:pt idx="26997">
                  <c:v>91.96</c:v>
                </c:pt>
                <c:pt idx="26998">
                  <c:v>64.989999999999995</c:v>
                </c:pt>
                <c:pt idx="26999">
                  <c:v>54.98</c:v>
                </c:pt>
                <c:pt idx="27000">
                  <c:v>63.96</c:v>
                </c:pt>
                <c:pt idx="27001">
                  <c:v>93.95</c:v>
                </c:pt>
                <c:pt idx="27002">
                  <c:v>54.98</c:v>
                </c:pt>
                <c:pt idx="27003">
                  <c:v>63.96</c:v>
                </c:pt>
                <c:pt idx="27004">
                  <c:v>64.989999999999995</c:v>
                </c:pt>
                <c:pt idx="27005">
                  <c:v>93.95</c:v>
                </c:pt>
                <c:pt idx="27006">
                  <c:v>63.98</c:v>
                </c:pt>
                <c:pt idx="27007">
                  <c:v>72.98</c:v>
                </c:pt>
                <c:pt idx="27008">
                  <c:v>136.94999999999999</c:v>
                </c:pt>
                <c:pt idx="27009">
                  <c:v>62.9</c:v>
                </c:pt>
                <c:pt idx="27010">
                  <c:v>26.6</c:v>
                </c:pt>
                <c:pt idx="27011">
                  <c:v>65.319999999999993</c:v>
                </c:pt>
                <c:pt idx="27012">
                  <c:v>155.06</c:v>
                </c:pt>
                <c:pt idx="27013">
                  <c:v>98.98</c:v>
                </c:pt>
                <c:pt idx="27014">
                  <c:v>197.96</c:v>
                </c:pt>
                <c:pt idx="27015">
                  <c:v>84.99</c:v>
                </c:pt>
                <c:pt idx="27016">
                  <c:v>84.99</c:v>
                </c:pt>
                <c:pt idx="27017">
                  <c:v>80.75</c:v>
                </c:pt>
                <c:pt idx="27018">
                  <c:v>84.99</c:v>
                </c:pt>
                <c:pt idx="27019">
                  <c:v>84.99</c:v>
                </c:pt>
                <c:pt idx="27020">
                  <c:v>79.98</c:v>
                </c:pt>
                <c:pt idx="27021">
                  <c:v>105.98</c:v>
                </c:pt>
                <c:pt idx="27022">
                  <c:v>88.34</c:v>
                </c:pt>
                <c:pt idx="27023">
                  <c:v>131.19999999999999</c:v>
                </c:pt>
                <c:pt idx="27024">
                  <c:v>183.97</c:v>
                </c:pt>
                <c:pt idx="27025">
                  <c:v>84.99</c:v>
                </c:pt>
                <c:pt idx="27026">
                  <c:v>84.99</c:v>
                </c:pt>
                <c:pt idx="27027">
                  <c:v>105.98</c:v>
                </c:pt>
                <c:pt idx="27028">
                  <c:v>164.5</c:v>
                </c:pt>
                <c:pt idx="27029">
                  <c:v>84.99</c:v>
                </c:pt>
                <c:pt idx="27030">
                  <c:v>141.97</c:v>
                </c:pt>
                <c:pt idx="27031">
                  <c:v>98.98</c:v>
                </c:pt>
                <c:pt idx="27032">
                  <c:v>124.98</c:v>
                </c:pt>
                <c:pt idx="27033">
                  <c:v>211.95</c:v>
                </c:pt>
                <c:pt idx="27034">
                  <c:v>162.94999999999999</c:v>
                </c:pt>
                <c:pt idx="27035">
                  <c:v>54.99</c:v>
                </c:pt>
                <c:pt idx="27036">
                  <c:v>46.77</c:v>
                </c:pt>
                <c:pt idx="27037">
                  <c:v>55.98</c:v>
                </c:pt>
                <c:pt idx="27038">
                  <c:v>74.97</c:v>
                </c:pt>
                <c:pt idx="27039">
                  <c:v>148.46</c:v>
                </c:pt>
                <c:pt idx="27040">
                  <c:v>179.96</c:v>
                </c:pt>
                <c:pt idx="27041">
                  <c:v>27.99</c:v>
                </c:pt>
                <c:pt idx="27042">
                  <c:v>269.94</c:v>
                </c:pt>
                <c:pt idx="27043">
                  <c:v>179.96</c:v>
                </c:pt>
                <c:pt idx="27044">
                  <c:v>179.96</c:v>
                </c:pt>
                <c:pt idx="27045">
                  <c:v>89.07</c:v>
                </c:pt>
                <c:pt idx="27046">
                  <c:v>111.96</c:v>
                </c:pt>
                <c:pt idx="27047">
                  <c:v>179.96</c:v>
                </c:pt>
                <c:pt idx="27048">
                  <c:v>203.14</c:v>
                </c:pt>
                <c:pt idx="27049">
                  <c:v>83.97</c:v>
                </c:pt>
                <c:pt idx="27050">
                  <c:v>269.94</c:v>
                </c:pt>
                <c:pt idx="27051">
                  <c:v>269.94</c:v>
                </c:pt>
                <c:pt idx="27052">
                  <c:v>125.95</c:v>
                </c:pt>
                <c:pt idx="27053">
                  <c:v>251.91</c:v>
                </c:pt>
                <c:pt idx="27054">
                  <c:v>179.96</c:v>
                </c:pt>
                <c:pt idx="27055">
                  <c:v>97.98</c:v>
                </c:pt>
                <c:pt idx="27056">
                  <c:v>98.37</c:v>
                </c:pt>
                <c:pt idx="27057">
                  <c:v>41.49</c:v>
                </c:pt>
                <c:pt idx="27058">
                  <c:v>150.96</c:v>
                </c:pt>
                <c:pt idx="27059">
                  <c:v>77.97</c:v>
                </c:pt>
                <c:pt idx="27060">
                  <c:v>72.97</c:v>
                </c:pt>
                <c:pt idx="27061">
                  <c:v>290.94</c:v>
                </c:pt>
                <c:pt idx="27062">
                  <c:v>278.95</c:v>
                </c:pt>
                <c:pt idx="27063">
                  <c:v>108.97</c:v>
                </c:pt>
                <c:pt idx="27064">
                  <c:v>84.99</c:v>
                </c:pt>
                <c:pt idx="27065">
                  <c:v>193.96</c:v>
                </c:pt>
                <c:pt idx="27066">
                  <c:v>278.95</c:v>
                </c:pt>
                <c:pt idx="27067">
                  <c:v>270.48</c:v>
                </c:pt>
                <c:pt idx="27068">
                  <c:v>131.44999999999999</c:v>
                </c:pt>
                <c:pt idx="27069">
                  <c:v>205.95</c:v>
                </c:pt>
                <c:pt idx="27070">
                  <c:v>278.95</c:v>
                </c:pt>
                <c:pt idx="27071">
                  <c:v>278.95</c:v>
                </c:pt>
                <c:pt idx="27072">
                  <c:v>265.94</c:v>
                </c:pt>
                <c:pt idx="27073">
                  <c:v>73.48</c:v>
                </c:pt>
                <c:pt idx="27074">
                  <c:v>162.36000000000001</c:v>
                </c:pt>
                <c:pt idx="27075">
                  <c:v>62.97</c:v>
                </c:pt>
                <c:pt idx="27076">
                  <c:v>99.22</c:v>
                </c:pt>
                <c:pt idx="27077">
                  <c:v>73.98</c:v>
                </c:pt>
                <c:pt idx="27078">
                  <c:v>73.98</c:v>
                </c:pt>
                <c:pt idx="27079">
                  <c:v>65.989999999999995</c:v>
                </c:pt>
                <c:pt idx="27080">
                  <c:v>17.489999999999998</c:v>
                </c:pt>
                <c:pt idx="27081">
                  <c:v>67.989999999999995</c:v>
                </c:pt>
                <c:pt idx="27082">
                  <c:v>79.989999999999995</c:v>
                </c:pt>
                <c:pt idx="27083">
                  <c:v>75.98</c:v>
                </c:pt>
                <c:pt idx="27084">
                  <c:v>51.98</c:v>
                </c:pt>
                <c:pt idx="27085">
                  <c:v>19.989999999999998</c:v>
                </c:pt>
                <c:pt idx="27086">
                  <c:v>79.98</c:v>
                </c:pt>
                <c:pt idx="27087">
                  <c:v>67.98</c:v>
                </c:pt>
                <c:pt idx="27088">
                  <c:v>81.98</c:v>
                </c:pt>
                <c:pt idx="27089">
                  <c:v>65.989999999999995</c:v>
                </c:pt>
                <c:pt idx="27090">
                  <c:v>30.23</c:v>
                </c:pt>
                <c:pt idx="27091">
                  <c:v>104.97</c:v>
                </c:pt>
                <c:pt idx="27092">
                  <c:v>59.98</c:v>
                </c:pt>
                <c:pt idx="27093">
                  <c:v>87.97</c:v>
                </c:pt>
                <c:pt idx="27094">
                  <c:v>67.95</c:v>
                </c:pt>
                <c:pt idx="27095">
                  <c:v>79.98</c:v>
                </c:pt>
                <c:pt idx="27096">
                  <c:v>66.540000000000006</c:v>
                </c:pt>
                <c:pt idx="27097">
                  <c:v>96.78</c:v>
                </c:pt>
                <c:pt idx="27098">
                  <c:v>163.30000000000001</c:v>
                </c:pt>
                <c:pt idx="27099">
                  <c:v>163.31</c:v>
                </c:pt>
                <c:pt idx="27100">
                  <c:v>90.71</c:v>
                </c:pt>
                <c:pt idx="27101">
                  <c:v>72.58</c:v>
                </c:pt>
                <c:pt idx="27102">
                  <c:v>150.97</c:v>
                </c:pt>
                <c:pt idx="27103">
                  <c:v>182.95</c:v>
                </c:pt>
                <c:pt idx="27104">
                  <c:v>137.77000000000001</c:v>
                </c:pt>
                <c:pt idx="27105">
                  <c:v>118.78</c:v>
                </c:pt>
                <c:pt idx="27106">
                  <c:v>150.97</c:v>
                </c:pt>
                <c:pt idx="27107">
                  <c:v>131.97999999999999</c:v>
                </c:pt>
                <c:pt idx="27108">
                  <c:v>150.97</c:v>
                </c:pt>
                <c:pt idx="27109">
                  <c:v>118.78</c:v>
                </c:pt>
                <c:pt idx="27110">
                  <c:v>115.98</c:v>
                </c:pt>
                <c:pt idx="27111">
                  <c:v>131.97999999999999</c:v>
                </c:pt>
                <c:pt idx="27112">
                  <c:v>169.96</c:v>
                </c:pt>
                <c:pt idx="27113">
                  <c:v>115.98</c:v>
                </c:pt>
                <c:pt idx="27114">
                  <c:v>131.97999999999999</c:v>
                </c:pt>
                <c:pt idx="27115">
                  <c:v>169.96</c:v>
                </c:pt>
                <c:pt idx="27116">
                  <c:v>137.77000000000001</c:v>
                </c:pt>
                <c:pt idx="27117">
                  <c:v>131.97999999999999</c:v>
                </c:pt>
                <c:pt idx="27118">
                  <c:v>118.78</c:v>
                </c:pt>
                <c:pt idx="27119">
                  <c:v>69.989999999999995</c:v>
                </c:pt>
                <c:pt idx="27120">
                  <c:v>69.989999999999995</c:v>
                </c:pt>
                <c:pt idx="27121">
                  <c:v>131.97999999999999</c:v>
                </c:pt>
                <c:pt idx="27122">
                  <c:v>131.97999999999999</c:v>
                </c:pt>
                <c:pt idx="27123">
                  <c:v>119.11</c:v>
                </c:pt>
                <c:pt idx="27124">
                  <c:v>131.97999999999999</c:v>
                </c:pt>
                <c:pt idx="27125">
                  <c:v>119.11</c:v>
                </c:pt>
                <c:pt idx="27126">
                  <c:v>131.97999999999999</c:v>
                </c:pt>
                <c:pt idx="27127">
                  <c:v>150.97</c:v>
                </c:pt>
                <c:pt idx="27128">
                  <c:v>150.97</c:v>
                </c:pt>
                <c:pt idx="27129">
                  <c:v>461.93</c:v>
                </c:pt>
                <c:pt idx="27130">
                  <c:v>182.95</c:v>
                </c:pt>
                <c:pt idx="27131">
                  <c:v>461.93</c:v>
                </c:pt>
                <c:pt idx="27132">
                  <c:v>131.97999999999999</c:v>
                </c:pt>
                <c:pt idx="27133">
                  <c:v>135.87</c:v>
                </c:pt>
                <c:pt idx="27134">
                  <c:v>135.87</c:v>
                </c:pt>
                <c:pt idx="27135">
                  <c:v>131.97999999999999</c:v>
                </c:pt>
                <c:pt idx="27136">
                  <c:v>150.97</c:v>
                </c:pt>
                <c:pt idx="27137">
                  <c:v>118.78</c:v>
                </c:pt>
                <c:pt idx="27138">
                  <c:v>90.69</c:v>
                </c:pt>
                <c:pt idx="27139">
                  <c:v>72.55</c:v>
                </c:pt>
                <c:pt idx="27140">
                  <c:v>84.32</c:v>
                </c:pt>
                <c:pt idx="27141">
                  <c:v>66.069999999999993</c:v>
                </c:pt>
                <c:pt idx="27142">
                  <c:v>72.239999999999995</c:v>
                </c:pt>
                <c:pt idx="27143">
                  <c:v>77.98</c:v>
                </c:pt>
                <c:pt idx="27144">
                  <c:v>29.48</c:v>
                </c:pt>
                <c:pt idx="27145">
                  <c:v>71.680000000000007</c:v>
                </c:pt>
                <c:pt idx="27146">
                  <c:v>29.48</c:v>
                </c:pt>
                <c:pt idx="27147">
                  <c:v>63.96</c:v>
                </c:pt>
                <c:pt idx="27148">
                  <c:v>259.89999999999998</c:v>
                </c:pt>
                <c:pt idx="27149">
                  <c:v>259.89999999999998</c:v>
                </c:pt>
                <c:pt idx="27150">
                  <c:v>259.89999999999998</c:v>
                </c:pt>
                <c:pt idx="27151">
                  <c:v>259.89999999999998</c:v>
                </c:pt>
                <c:pt idx="27152">
                  <c:v>259.89999999999998</c:v>
                </c:pt>
                <c:pt idx="27153">
                  <c:v>103.96</c:v>
                </c:pt>
                <c:pt idx="27154">
                  <c:v>259.89999999999998</c:v>
                </c:pt>
                <c:pt idx="27155">
                  <c:v>239.9</c:v>
                </c:pt>
                <c:pt idx="27156">
                  <c:v>259.89999999999998</c:v>
                </c:pt>
                <c:pt idx="27157">
                  <c:v>-239.9</c:v>
                </c:pt>
                <c:pt idx="27158">
                  <c:v>259.89999999999998</c:v>
                </c:pt>
                <c:pt idx="27159">
                  <c:v>259.89999999999998</c:v>
                </c:pt>
                <c:pt idx="27160">
                  <c:v>84.99</c:v>
                </c:pt>
                <c:pt idx="27161">
                  <c:v>65.19</c:v>
                </c:pt>
                <c:pt idx="27162">
                  <c:v>54.87</c:v>
                </c:pt>
                <c:pt idx="27163">
                  <c:v>92.67</c:v>
                </c:pt>
                <c:pt idx="27164">
                  <c:v>65.98</c:v>
                </c:pt>
                <c:pt idx="27165">
                  <c:v>84.12</c:v>
                </c:pt>
                <c:pt idx="27166">
                  <c:v>76.489999999999995</c:v>
                </c:pt>
                <c:pt idx="27167">
                  <c:v>70.98</c:v>
                </c:pt>
                <c:pt idx="27168">
                  <c:v>73.98</c:v>
                </c:pt>
                <c:pt idx="27169">
                  <c:v>60.99</c:v>
                </c:pt>
                <c:pt idx="27170">
                  <c:v>154.97999999999999</c:v>
                </c:pt>
                <c:pt idx="27171">
                  <c:v>58.04</c:v>
                </c:pt>
                <c:pt idx="27172">
                  <c:v>95.98</c:v>
                </c:pt>
                <c:pt idx="27173">
                  <c:v>84.99</c:v>
                </c:pt>
                <c:pt idx="27174">
                  <c:v>84.99</c:v>
                </c:pt>
                <c:pt idx="27175">
                  <c:v>60.99</c:v>
                </c:pt>
                <c:pt idx="27176">
                  <c:v>95.98</c:v>
                </c:pt>
                <c:pt idx="27177">
                  <c:v>153.52000000000001</c:v>
                </c:pt>
                <c:pt idx="27178">
                  <c:v>95.98</c:v>
                </c:pt>
                <c:pt idx="27179">
                  <c:v>80.98</c:v>
                </c:pt>
                <c:pt idx="27180">
                  <c:v>95.98</c:v>
                </c:pt>
                <c:pt idx="27181">
                  <c:v>84.99</c:v>
                </c:pt>
                <c:pt idx="27182">
                  <c:v>84.99</c:v>
                </c:pt>
                <c:pt idx="27183">
                  <c:v>87.47</c:v>
                </c:pt>
                <c:pt idx="27184">
                  <c:v>60.99</c:v>
                </c:pt>
                <c:pt idx="27185">
                  <c:v>60.92</c:v>
                </c:pt>
                <c:pt idx="27186">
                  <c:v>149.97</c:v>
                </c:pt>
                <c:pt idx="27187">
                  <c:v>149.94999999999999</c:v>
                </c:pt>
                <c:pt idx="27188">
                  <c:v>31.94</c:v>
                </c:pt>
                <c:pt idx="27189">
                  <c:v>31.94</c:v>
                </c:pt>
                <c:pt idx="27190">
                  <c:v>59.98</c:v>
                </c:pt>
                <c:pt idx="27191">
                  <c:v>31.28</c:v>
                </c:pt>
                <c:pt idx="27192">
                  <c:v>101.28</c:v>
                </c:pt>
                <c:pt idx="27193">
                  <c:v>149.93</c:v>
                </c:pt>
                <c:pt idx="27194">
                  <c:v>83.48</c:v>
                </c:pt>
                <c:pt idx="27195">
                  <c:v>149.9</c:v>
                </c:pt>
                <c:pt idx="27196">
                  <c:v>149.9</c:v>
                </c:pt>
                <c:pt idx="27197">
                  <c:v>83.48</c:v>
                </c:pt>
                <c:pt idx="27198">
                  <c:v>74.95</c:v>
                </c:pt>
                <c:pt idx="27199">
                  <c:v>89.94</c:v>
                </c:pt>
                <c:pt idx="27200">
                  <c:v>74.95</c:v>
                </c:pt>
                <c:pt idx="27201">
                  <c:v>89.94</c:v>
                </c:pt>
                <c:pt idx="27202">
                  <c:v>73.95</c:v>
                </c:pt>
                <c:pt idx="27203">
                  <c:v>59.96</c:v>
                </c:pt>
                <c:pt idx="27204">
                  <c:v>73.95</c:v>
                </c:pt>
                <c:pt idx="27205">
                  <c:v>59.96</c:v>
                </c:pt>
                <c:pt idx="27206">
                  <c:v>99.98</c:v>
                </c:pt>
                <c:pt idx="27207">
                  <c:v>118.87</c:v>
                </c:pt>
                <c:pt idx="27208">
                  <c:v>79.98</c:v>
                </c:pt>
                <c:pt idx="27209">
                  <c:v>74.98</c:v>
                </c:pt>
                <c:pt idx="27210">
                  <c:v>131.47999999999999</c:v>
                </c:pt>
                <c:pt idx="27211">
                  <c:v>117.97</c:v>
                </c:pt>
                <c:pt idx="27212">
                  <c:v>177.96</c:v>
                </c:pt>
                <c:pt idx="27213">
                  <c:v>108.98</c:v>
                </c:pt>
                <c:pt idx="27214">
                  <c:v>79.98</c:v>
                </c:pt>
                <c:pt idx="27215">
                  <c:v>134.97999999999999</c:v>
                </c:pt>
                <c:pt idx="27216">
                  <c:v>99.98</c:v>
                </c:pt>
                <c:pt idx="27217">
                  <c:v>105.98</c:v>
                </c:pt>
                <c:pt idx="27218">
                  <c:v>161.97</c:v>
                </c:pt>
                <c:pt idx="27219">
                  <c:v>146.97</c:v>
                </c:pt>
                <c:pt idx="27220">
                  <c:v>151.66</c:v>
                </c:pt>
                <c:pt idx="27221">
                  <c:v>59.77</c:v>
                </c:pt>
                <c:pt idx="27222">
                  <c:v>21.29</c:v>
                </c:pt>
                <c:pt idx="27223">
                  <c:v>59.97</c:v>
                </c:pt>
                <c:pt idx="27224">
                  <c:v>71.86</c:v>
                </c:pt>
                <c:pt idx="27225">
                  <c:v>81.05</c:v>
                </c:pt>
                <c:pt idx="27226">
                  <c:v>27.49</c:v>
                </c:pt>
                <c:pt idx="27227">
                  <c:v>27.49</c:v>
                </c:pt>
                <c:pt idx="27228">
                  <c:v>27.49</c:v>
                </c:pt>
                <c:pt idx="27229">
                  <c:v>22.48</c:v>
                </c:pt>
                <c:pt idx="27230">
                  <c:v>31.49</c:v>
                </c:pt>
                <c:pt idx="27231">
                  <c:v>22.48</c:v>
                </c:pt>
                <c:pt idx="27232">
                  <c:v>27.49</c:v>
                </c:pt>
                <c:pt idx="27233">
                  <c:v>31.49</c:v>
                </c:pt>
                <c:pt idx="27234">
                  <c:v>20.49</c:v>
                </c:pt>
                <c:pt idx="27235">
                  <c:v>20.49</c:v>
                </c:pt>
                <c:pt idx="27236">
                  <c:v>65.989999999999995</c:v>
                </c:pt>
                <c:pt idx="27237">
                  <c:v>80.98</c:v>
                </c:pt>
                <c:pt idx="27238">
                  <c:v>90.97</c:v>
                </c:pt>
                <c:pt idx="27239">
                  <c:v>55.98</c:v>
                </c:pt>
                <c:pt idx="27240">
                  <c:v>146.97</c:v>
                </c:pt>
                <c:pt idx="27241">
                  <c:v>29.48</c:v>
                </c:pt>
                <c:pt idx="27242">
                  <c:v>29.48</c:v>
                </c:pt>
                <c:pt idx="27243">
                  <c:v>114.96</c:v>
                </c:pt>
                <c:pt idx="27244">
                  <c:v>84.99</c:v>
                </c:pt>
                <c:pt idx="27245">
                  <c:v>227.37</c:v>
                </c:pt>
                <c:pt idx="27246">
                  <c:v>149.94999999999999</c:v>
                </c:pt>
                <c:pt idx="27247">
                  <c:v>159.97999999999999</c:v>
                </c:pt>
                <c:pt idx="27248">
                  <c:v>215.92</c:v>
                </c:pt>
                <c:pt idx="27249">
                  <c:v>159.97999999999999</c:v>
                </c:pt>
                <c:pt idx="27250">
                  <c:v>114.96</c:v>
                </c:pt>
                <c:pt idx="27251">
                  <c:v>179.94</c:v>
                </c:pt>
                <c:pt idx="27252">
                  <c:v>84.99</c:v>
                </c:pt>
                <c:pt idx="27253">
                  <c:v>63.98</c:v>
                </c:pt>
                <c:pt idx="27254">
                  <c:v>116.97</c:v>
                </c:pt>
                <c:pt idx="27255">
                  <c:v>116.97</c:v>
                </c:pt>
                <c:pt idx="27256">
                  <c:v>119.96</c:v>
                </c:pt>
                <c:pt idx="27257">
                  <c:v>207.92</c:v>
                </c:pt>
                <c:pt idx="27258">
                  <c:v>215.92</c:v>
                </c:pt>
                <c:pt idx="27259">
                  <c:v>119.96</c:v>
                </c:pt>
                <c:pt idx="27260">
                  <c:v>63.98</c:v>
                </c:pt>
                <c:pt idx="27261">
                  <c:v>207.92</c:v>
                </c:pt>
                <c:pt idx="27262">
                  <c:v>251.86</c:v>
                </c:pt>
                <c:pt idx="27263">
                  <c:v>143.91999999999999</c:v>
                </c:pt>
                <c:pt idx="27264">
                  <c:v>251.86</c:v>
                </c:pt>
                <c:pt idx="27265">
                  <c:v>119.96</c:v>
                </c:pt>
                <c:pt idx="27266">
                  <c:v>119.96</c:v>
                </c:pt>
                <c:pt idx="27267">
                  <c:v>74.98</c:v>
                </c:pt>
                <c:pt idx="27268">
                  <c:v>143.91999999999999</c:v>
                </c:pt>
                <c:pt idx="27269">
                  <c:v>74.98</c:v>
                </c:pt>
                <c:pt idx="27270">
                  <c:v>227.37</c:v>
                </c:pt>
                <c:pt idx="27271">
                  <c:v>179.94</c:v>
                </c:pt>
                <c:pt idx="27272">
                  <c:v>149.94999999999999</c:v>
                </c:pt>
                <c:pt idx="27273">
                  <c:v>149.94999999999999</c:v>
                </c:pt>
                <c:pt idx="27274">
                  <c:v>179.9</c:v>
                </c:pt>
                <c:pt idx="27275">
                  <c:v>149.94999999999999</c:v>
                </c:pt>
                <c:pt idx="27276">
                  <c:v>179.9</c:v>
                </c:pt>
                <c:pt idx="27277">
                  <c:v>79.98</c:v>
                </c:pt>
                <c:pt idx="27278">
                  <c:v>22.49</c:v>
                </c:pt>
                <c:pt idx="27279">
                  <c:v>66.98</c:v>
                </c:pt>
                <c:pt idx="27280">
                  <c:v>79.98</c:v>
                </c:pt>
                <c:pt idx="27281">
                  <c:v>93.94</c:v>
                </c:pt>
                <c:pt idx="27282">
                  <c:v>66.959999999999994</c:v>
                </c:pt>
                <c:pt idx="27283">
                  <c:v>51.96</c:v>
                </c:pt>
                <c:pt idx="27284">
                  <c:v>51.96</c:v>
                </c:pt>
                <c:pt idx="27285">
                  <c:v>56.97</c:v>
                </c:pt>
                <c:pt idx="27286">
                  <c:v>96.86</c:v>
                </c:pt>
                <c:pt idx="27287">
                  <c:v>177.83</c:v>
                </c:pt>
                <c:pt idx="27288">
                  <c:v>147.6</c:v>
                </c:pt>
                <c:pt idx="27289">
                  <c:v>329.07</c:v>
                </c:pt>
                <c:pt idx="27290">
                  <c:v>146.37</c:v>
                </c:pt>
                <c:pt idx="27291">
                  <c:v>152.36000000000001</c:v>
                </c:pt>
                <c:pt idx="27292">
                  <c:v>128.24</c:v>
                </c:pt>
                <c:pt idx="27293">
                  <c:v>262.52</c:v>
                </c:pt>
                <c:pt idx="27294">
                  <c:v>159.69999999999999</c:v>
                </c:pt>
                <c:pt idx="27295">
                  <c:v>177.83</c:v>
                </c:pt>
                <c:pt idx="27296">
                  <c:v>159.69999999999999</c:v>
                </c:pt>
                <c:pt idx="27297">
                  <c:v>84.66</c:v>
                </c:pt>
                <c:pt idx="27298">
                  <c:v>65.319999999999993</c:v>
                </c:pt>
                <c:pt idx="27299">
                  <c:v>96.78</c:v>
                </c:pt>
                <c:pt idx="27300">
                  <c:v>36.29</c:v>
                </c:pt>
                <c:pt idx="27301">
                  <c:v>147.96</c:v>
                </c:pt>
                <c:pt idx="27302">
                  <c:v>147.94999999999999</c:v>
                </c:pt>
                <c:pt idx="27303">
                  <c:v>41.49</c:v>
                </c:pt>
                <c:pt idx="27304">
                  <c:v>79.84</c:v>
                </c:pt>
                <c:pt idx="27305">
                  <c:v>31.44</c:v>
                </c:pt>
                <c:pt idx="27306">
                  <c:v>31.44</c:v>
                </c:pt>
                <c:pt idx="27307">
                  <c:v>52.98</c:v>
                </c:pt>
                <c:pt idx="27308">
                  <c:v>93.96</c:v>
                </c:pt>
                <c:pt idx="27309">
                  <c:v>65.989999999999995</c:v>
                </c:pt>
                <c:pt idx="27310">
                  <c:v>65.989999999999995</c:v>
                </c:pt>
                <c:pt idx="27311">
                  <c:v>43.99</c:v>
                </c:pt>
                <c:pt idx="27312">
                  <c:v>62.24</c:v>
                </c:pt>
                <c:pt idx="27313">
                  <c:v>65.989999999999995</c:v>
                </c:pt>
                <c:pt idx="27314">
                  <c:v>85.98</c:v>
                </c:pt>
                <c:pt idx="27315">
                  <c:v>65.989999999999995</c:v>
                </c:pt>
                <c:pt idx="27316">
                  <c:v>56.09</c:v>
                </c:pt>
                <c:pt idx="27317">
                  <c:v>65.989999999999995</c:v>
                </c:pt>
                <c:pt idx="27318">
                  <c:v>65.989999999999995</c:v>
                </c:pt>
                <c:pt idx="27319">
                  <c:v>65.989999999999995</c:v>
                </c:pt>
                <c:pt idx="27320">
                  <c:v>78.14</c:v>
                </c:pt>
                <c:pt idx="27321">
                  <c:v>65.989999999999995</c:v>
                </c:pt>
                <c:pt idx="27322">
                  <c:v>65.989999999999995</c:v>
                </c:pt>
                <c:pt idx="27323">
                  <c:v>65.989999999999995</c:v>
                </c:pt>
                <c:pt idx="27324">
                  <c:v>65.989999999999995</c:v>
                </c:pt>
                <c:pt idx="27325">
                  <c:v>21.49</c:v>
                </c:pt>
                <c:pt idx="27326">
                  <c:v>65.989999999999995</c:v>
                </c:pt>
                <c:pt idx="27327">
                  <c:v>39.68</c:v>
                </c:pt>
                <c:pt idx="27328">
                  <c:v>65.989999999999995</c:v>
                </c:pt>
                <c:pt idx="27329">
                  <c:v>65.989999999999995</c:v>
                </c:pt>
                <c:pt idx="27330">
                  <c:v>65.989999999999995</c:v>
                </c:pt>
                <c:pt idx="27331">
                  <c:v>103.92</c:v>
                </c:pt>
                <c:pt idx="27332">
                  <c:v>51.96</c:v>
                </c:pt>
                <c:pt idx="27333">
                  <c:v>60.46</c:v>
                </c:pt>
                <c:pt idx="27334">
                  <c:v>17.489999999999998</c:v>
                </c:pt>
                <c:pt idx="27335">
                  <c:v>51.29</c:v>
                </c:pt>
                <c:pt idx="27336">
                  <c:v>8.2899999999999991</c:v>
                </c:pt>
                <c:pt idx="27337">
                  <c:v>20.94</c:v>
                </c:pt>
                <c:pt idx="27338">
                  <c:v>63.98</c:v>
                </c:pt>
                <c:pt idx="27339">
                  <c:v>57.28</c:v>
                </c:pt>
                <c:pt idx="27340">
                  <c:v>57.28</c:v>
                </c:pt>
                <c:pt idx="27341">
                  <c:v>10.29</c:v>
                </c:pt>
                <c:pt idx="27342">
                  <c:v>63.98</c:v>
                </c:pt>
                <c:pt idx="27343">
                  <c:v>10.29</c:v>
                </c:pt>
                <c:pt idx="27344">
                  <c:v>25.39</c:v>
                </c:pt>
                <c:pt idx="27345">
                  <c:v>25.39</c:v>
                </c:pt>
                <c:pt idx="27346">
                  <c:v>68.989999999999995</c:v>
                </c:pt>
                <c:pt idx="27347">
                  <c:v>77.38</c:v>
                </c:pt>
                <c:pt idx="27348">
                  <c:v>159.69999999999999</c:v>
                </c:pt>
                <c:pt idx="27349">
                  <c:v>153.31</c:v>
                </c:pt>
                <c:pt idx="27350">
                  <c:v>254.97</c:v>
                </c:pt>
                <c:pt idx="27351">
                  <c:v>159.69999999999999</c:v>
                </c:pt>
                <c:pt idx="27352">
                  <c:v>159.69999999999999</c:v>
                </c:pt>
                <c:pt idx="27353">
                  <c:v>239.54</c:v>
                </c:pt>
                <c:pt idx="27354">
                  <c:v>319.39</c:v>
                </c:pt>
                <c:pt idx="27355">
                  <c:v>169.98</c:v>
                </c:pt>
                <c:pt idx="27356">
                  <c:v>227.72</c:v>
                </c:pt>
                <c:pt idx="27357">
                  <c:v>209.29</c:v>
                </c:pt>
                <c:pt idx="27358">
                  <c:v>161.46</c:v>
                </c:pt>
                <c:pt idx="27359">
                  <c:v>96.11</c:v>
                </c:pt>
                <c:pt idx="27360">
                  <c:v>65.319999999999993</c:v>
                </c:pt>
                <c:pt idx="27361">
                  <c:v>79.98</c:v>
                </c:pt>
                <c:pt idx="27362">
                  <c:v>79.98</c:v>
                </c:pt>
                <c:pt idx="27363">
                  <c:v>79.97</c:v>
                </c:pt>
                <c:pt idx="27364">
                  <c:v>79.98</c:v>
                </c:pt>
                <c:pt idx="27365">
                  <c:v>150.44999999999999</c:v>
                </c:pt>
                <c:pt idx="27366">
                  <c:v>30.48</c:v>
                </c:pt>
                <c:pt idx="27367">
                  <c:v>30.48</c:v>
                </c:pt>
                <c:pt idx="27368">
                  <c:v>288.97000000000003</c:v>
                </c:pt>
                <c:pt idx="27369">
                  <c:v>330.24</c:v>
                </c:pt>
                <c:pt idx="27370">
                  <c:v>243.96</c:v>
                </c:pt>
                <c:pt idx="27371">
                  <c:v>138.77000000000001</c:v>
                </c:pt>
                <c:pt idx="27372">
                  <c:v>188.07</c:v>
                </c:pt>
                <c:pt idx="27373">
                  <c:v>336.56</c:v>
                </c:pt>
                <c:pt idx="27374">
                  <c:v>263.95999999999998</c:v>
                </c:pt>
                <c:pt idx="27375">
                  <c:v>257.10000000000002</c:v>
                </c:pt>
                <c:pt idx="27376">
                  <c:v>261.93</c:v>
                </c:pt>
                <c:pt idx="27377">
                  <c:v>148.72</c:v>
                </c:pt>
                <c:pt idx="27378">
                  <c:v>342.94</c:v>
                </c:pt>
                <c:pt idx="27379">
                  <c:v>53.94</c:v>
                </c:pt>
                <c:pt idx="27380">
                  <c:v>74.66</c:v>
                </c:pt>
                <c:pt idx="27381">
                  <c:v>46.74</c:v>
                </c:pt>
                <c:pt idx="27382">
                  <c:v>46.74</c:v>
                </c:pt>
                <c:pt idx="27383">
                  <c:v>74.66</c:v>
                </c:pt>
                <c:pt idx="27384">
                  <c:v>74.66</c:v>
                </c:pt>
                <c:pt idx="27385">
                  <c:v>60.98</c:v>
                </c:pt>
                <c:pt idx="27386">
                  <c:v>46.74</c:v>
                </c:pt>
                <c:pt idx="27387">
                  <c:v>84.99</c:v>
                </c:pt>
                <c:pt idx="27388">
                  <c:v>84.99</c:v>
                </c:pt>
                <c:pt idx="27389">
                  <c:v>60.98</c:v>
                </c:pt>
                <c:pt idx="27390">
                  <c:v>84.99</c:v>
                </c:pt>
                <c:pt idx="27391">
                  <c:v>60.98</c:v>
                </c:pt>
                <c:pt idx="27392">
                  <c:v>40.229999999999997</c:v>
                </c:pt>
                <c:pt idx="27393">
                  <c:v>53.92</c:v>
                </c:pt>
                <c:pt idx="27394">
                  <c:v>55.96</c:v>
                </c:pt>
                <c:pt idx="27395">
                  <c:v>148.47</c:v>
                </c:pt>
                <c:pt idx="27396">
                  <c:v>39.89</c:v>
                </c:pt>
                <c:pt idx="27397">
                  <c:v>50.19</c:v>
                </c:pt>
                <c:pt idx="27398">
                  <c:v>50.19</c:v>
                </c:pt>
                <c:pt idx="27399">
                  <c:v>37.49</c:v>
                </c:pt>
                <c:pt idx="27400">
                  <c:v>119.03</c:v>
                </c:pt>
                <c:pt idx="27401">
                  <c:v>37.49</c:v>
                </c:pt>
                <c:pt idx="27402">
                  <c:v>39.89</c:v>
                </c:pt>
                <c:pt idx="27403">
                  <c:v>119.03</c:v>
                </c:pt>
                <c:pt idx="27404">
                  <c:v>84.99</c:v>
                </c:pt>
                <c:pt idx="27405">
                  <c:v>124.97</c:v>
                </c:pt>
                <c:pt idx="27406">
                  <c:v>107.98</c:v>
                </c:pt>
                <c:pt idx="27407">
                  <c:v>131.97</c:v>
                </c:pt>
                <c:pt idx="27408">
                  <c:v>169.98</c:v>
                </c:pt>
                <c:pt idx="27409">
                  <c:v>81.569999999999993</c:v>
                </c:pt>
                <c:pt idx="27410">
                  <c:v>84.99</c:v>
                </c:pt>
                <c:pt idx="27411">
                  <c:v>33.47</c:v>
                </c:pt>
                <c:pt idx="27412">
                  <c:v>138.44999999999999</c:v>
                </c:pt>
                <c:pt idx="27413">
                  <c:v>80.98</c:v>
                </c:pt>
                <c:pt idx="27414">
                  <c:v>65.989999999999995</c:v>
                </c:pt>
                <c:pt idx="27415">
                  <c:v>80.97</c:v>
                </c:pt>
                <c:pt idx="27416">
                  <c:v>160.88</c:v>
                </c:pt>
                <c:pt idx="27417">
                  <c:v>147.97</c:v>
                </c:pt>
                <c:pt idx="27418">
                  <c:v>69.989999999999995</c:v>
                </c:pt>
                <c:pt idx="27419">
                  <c:v>77.97</c:v>
                </c:pt>
                <c:pt idx="27420">
                  <c:v>49.99</c:v>
                </c:pt>
                <c:pt idx="27421">
                  <c:v>109.98</c:v>
                </c:pt>
                <c:pt idx="27422">
                  <c:v>159.97999999999999</c:v>
                </c:pt>
                <c:pt idx="27423">
                  <c:v>182.25</c:v>
                </c:pt>
                <c:pt idx="27424">
                  <c:v>62.58</c:v>
                </c:pt>
                <c:pt idx="27425">
                  <c:v>129.97999999999999</c:v>
                </c:pt>
                <c:pt idx="27426">
                  <c:v>182.97</c:v>
                </c:pt>
                <c:pt idx="27427">
                  <c:v>219.96</c:v>
                </c:pt>
                <c:pt idx="27428">
                  <c:v>79.989999999999995</c:v>
                </c:pt>
                <c:pt idx="27429">
                  <c:v>79.989999999999995</c:v>
                </c:pt>
                <c:pt idx="27430">
                  <c:v>59.98</c:v>
                </c:pt>
                <c:pt idx="27431">
                  <c:v>67.98</c:v>
                </c:pt>
                <c:pt idx="27432">
                  <c:v>79.98</c:v>
                </c:pt>
                <c:pt idx="27433">
                  <c:v>147.96</c:v>
                </c:pt>
                <c:pt idx="27434">
                  <c:v>147.96</c:v>
                </c:pt>
                <c:pt idx="27435">
                  <c:v>89.98</c:v>
                </c:pt>
                <c:pt idx="27436">
                  <c:v>57.97</c:v>
                </c:pt>
                <c:pt idx="27437">
                  <c:v>89.96</c:v>
                </c:pt>
                <c:pt idx="27438">
                  <c:v>91.92</c:v>
                </c:pt>
                <c:pt idx="27439">
                  <c:v>68.58</c:v>
                </c:pt>
                <c:pt idx="27440">
                  <c:v>75.09</c:v>
                </c:pt>
                <c:pt idx="27441">
                  <c:v>83.98</c:v>
                </c:pt>
                <c:pt idx="27442">
                  <c:v>145.44999999999999</c:v>
                </c:pt>
                <c:pt idx="27443">
                  <c:v>238.97</c:v>
                </c:pt>
                <c:pt idx="27444">
                  <c:v>246.22</c:v>
                </c:pt>
                <c:pt idx="27445">
                  <c:v>181.97</c:v>
                </c:pt>
                <c:pt idx="27446">
                  <c:v>169.98</c:v>
                </c:pt>
                <c:pt idx="27447">
                  <c:v>193.53</c:v>
                </c:pt>
                <c:pt idx="27448">
                  <c:v>424.95</c:v>
                </c:pt>
                <c:pt idx="27449">
                  <c:v>263.95999999999998</c:v>
                </c:pt>
                <c:pt idx="27450">
                  <c:v>169.98</c:v>
                </c:pt>
                <c:pt idx="27451">
                  <c:v>59.97</c:v>
                </c:pt>
                <c:pt idx="27452">
                  <c:v>127.95</c:v>
                </c:pt>
                <c:pt idx="27453">
                  <c:v>51.49</c:v>
                </c:pt>
                <c:pt idx="27454">
                  <c:v>84.99</c:v>
                </c:pt>
                <c:pt idx="27455">
                  <c:v>89.98</c:v>
                </c:pt>
                <c:pt idx="27456">
                  <c:v>131.97999999999999</c:v>
                </c:pt>
                <c:pt idx="27457">
                  <c:v>119.96</c:v>
                </c:pt>
                <c:pt idx="27458">
                  <c:v>40.49</c:v>
                </c:pt>
                <c:pt idx="27459">
                  <c:v>54.98</c:v>
                </c:pt>
                <c:pt idx="27460">
                  <c:v>51.49</c:v>
                </c:pt>
                <c:pt idx="27461">
                  <c:v>84.98</c:v>
                </c:pt>
                <c:pt idx="27462">
                  <c:v>144.97</c:v>
                </c:pt>
                <c:pt idx="27463">
                  <c:v>144.94999999999999</c:v>
                </c:pt>
                <c:pt idx="27464">
                  <c:v>56.97</c:v>
                </c:pt>
                <c:pt idx="27465">
                  <c:v>14.24</c:v>
                </c:pt>
                <c:pt idx="27466">
                  <c:v>85.96</c:v>
                </c:pt>
                <c:pt idx="27467">
                  <c:v>39.49</c:v>
                </c:pt>
                <c:pt idx="27468">
                  <c:v>99.98</c:v>
                </c:pt>
                <c:pt idx="27469">
                  <c:v>199.96</c:v>
                </c:pt>
                <c:pt idx="27470">
                  <c:v>121.98</c:v>
                </c:pt>
                <c:pt idx="27471">
                  <c:v>132.37</c:v>
                </c:pt>
                <c:pt idx="27472">
                  <c:v>122.48</c:v>
                </c:pt>
                <c:pt idx="27473">
                  <c:v>84.99</c:v>
                </c:pt>
                <c:pt idx="27474">
                  <c:v>95.69</c:v>
                </c:pt>
                <c:pt idx="27475">
                  <c:v>131.97999999999999</c:v>
                </c:pt>
                <c:pt idx="27476">
                  <c:v>150.47</c:v>
                </c:pt>
                <c:pt idx="27477">
                  <c:v>87.07</c:v>
                </c:pt>
                <c:pt idx="27478">
                  <c:v>145.97</c:v>
                </c:pt>
                <c:pt idx="27479">
                  <c:v>84.97</c:v>
                </c:pt>
                <c:pt idx="27480">
                  <c:v>30.23</c:v>
                </c:pt>
                <c:pt idx="27481">
                  <c:v>145.94999999999999</c:v>
                </c:pt>
                <c:pt idx="27482">
                  <c:v>79.849999999999994</c:v>
                </c:pt>
                <c:pt idx="27483">
                  <c:v>159.69999999999999</c:v>
                </c:pt>
                <c:pt idx="27484">
                  <c:v>65.989999999999995</c:v>
                </c:pt>
                <c:pt idx="27485">
                  <c:v>126.72</c:v>
                </c:pt>
                <c:pt idx="27486">
                  <c:v>142.94999999999999</c:v>
                </c:pt>
                <c:pt idx="27487">
                  <c:v>90.98</c:v>
                </c:pt>
                <c:pt idx="27488">
                  <c:v>105.98</c:v>
                </c:pt>
                <c:pt idx="27489">
                  <c:v>80.98</c:v>
                </c:pt>
                <c:pt idx="27490">
                  <c:v>143.94999999999999</c:v>
                </c:pt>
                <c:pt idx="27491">
                  <c:v>116.16</c:v>
                </c:pt>
                <c:pt idx="27492">
                  <c:v>142.94999999999999</c:v>
                </c:pt>
                <c:pt idx="27493">
                  <c:v>124.49</c:v>
                </c:pt>
                <c:pt idx="27494">
                  <c:v>131.97999999999999</c:v>
                </c:pt>
                <c:pt idx="27495">
                  <c:v>65.989999999999995</c:v>
                </c:pt>
                <c:pt idx="27496">
                  <c:v>159.69999999999999</c:v>
                </c:pt>
                <c:pt idx="27497">
                  <c:v>79.849999999999994</c:v>
                </c:pt>
                <c:pt idx="27498">
                  <c:v>79.849999999999994</c:v>
                </c:pt>
                <c:pt idx="27499">
                  <c:v>159.69999999999999</c:v>
                </c:pt>
                <c:pt idx="27500">
                  <c:v>159.69999999999999</c:v>
                </c:pt>
                <c:pt idx="27501">
                  <c:v>159.69999999999999</c:v>
                </c:pt>
                <c:pt idx="27502">
                  <c:v>159.69999999999999</c:v>
                </c:pt>
                <c:pt idx="27503">
                  <c:v>59.2</c:v>
                </c:pt>
                <c:pt idx="27504">
                  <c:v>67.98</c:v>
                </c:pt>
                <c:pt idx="27505">
                  <c:v>11.29</c:v>
                </c:pt>
                <c:pt idx="27506">
                  <c:v>159.69999999999999</c:v>
                </c:pt>
                <c:pt idx="27507">
                  <c:v>159.69999999999999</c:v>
                </c:pt>
                <c:pt idx="27508">
                  <c:v>159.69999999999999</c:v>
                </c:pt>
                <c:pt idx="27509">
                  <c:v>239.97</c:v>
                </c:pt>
                <c:pt idx="27510">
                  <c:v>79.98</c:v>
                </c:pt>
                <c:pt idx="27511">
                  <c:v>86.98</c:v>
                </c:pt>
                <c:pt idx="27512">
                  <c:v>140.97</c:v>
                </c:pt>
                <c:pt idx="27513">
                  <c:v>182.97</c:v>
                </c:pt>
                <c:pt idx="27514">
                  <c:v>77.98</c:v>
                </c:pt>
                <c:pt idx="27515">
                  <c:v>110.97</c:v>
                </c:pt>
                <c:pt idx="27516">
                  <c:v>159.97999999999999</c:v>
                </c:pt>
                <c:pt idx="27517">
                  <c:v>159.69999999999999</c:v>
                </c:pt>
                <c:pt idx="27518">
                  <c:v>67.739999999999995</c:v>
                </c:pt>
                <c:pt idx="27519">
                  <c:v>91.92</c:v>
                </c:pt>
                <c:pt idx="27520">
                  <c:v>79.97</c:v>
                </c:pt>
                <c:pt idx="27521">
                  <c:v>144.47999999999999</c:v>
                </c:pt>
                <c:pt idx="27522">
                  <c:v>57.77</c:v>
                </c:pt>
                <c:pt idx="27523">
                  <c:v>89.23</c:v>
                </c:pt>
                <c:pt idx="27524">
                  <c:v>67.709999999999994</c:v>
                </c:pt>
                <c:pt idx="27525">
                  <c:v>91.8</c:v>
                </c:pt>
                <c:pt idx="27526">
                  <c:v>18.13</c:v>
                </c:pt>
                <c:pt idx="27527">
                  <c:v>18.13</c:v>
                </c:pt>
                <c:pt idx="27528">
                  <c:v>146.96</c:v>
                </c:pt>
                <c:pt idx="27529">
                  <c:v>65.989999999999995</c:v>
                </c:pt>
                <c:pt idx="27530">
                  <c:v>84.99</c:v>
                </c:pt>
                <c:pt idx="27531">
                  <c:v>80.98</c:v>
                </c:pt>
                <c:pt idx="27532">
                  <c:v>65.989999999999995</c:v>
                </c:pt>
                <c:pt idx="27533">
                  <c:v>84.99</c:v>
                </c:pt>
                <c:pt idx="27534">
                  <c:v>114.97</c:v>
                </c:pt>
                <c:pt idx="27535">
                  <c:v>105.98</c:v>
                </c:pt>
                <c:pt idx="27536">
                  <c:v>84.99</c:v>
                </c:pt>
                <c:pt idx="27537">
                  <c:v>76.400000000000006</c:v>
                </c:pt>
                <c:pt idx="27538">
                  <c:v>84.99</c:v>
                </c:pt>
                <c:pt idx="27539">
                  <c:v>84.99</c:v>
                </c:pt>
                <c:pt idx="27540">
                  <c:v>65.39</c:v>
                </c:pt>
                <c:pt idx="27541">
                  <c:v>104.97</c:v>
                </c:pt>
                <c:pt idx="27542">
                  <c:v>123.97</c:v>
                </c:pt>
                <c:pt idx="27543">
                  <c:v>67.959999999999994</c:v>
                </c:pt>
                <c:pt idx="27544">
                  <c:v>146.91999999999999</c:v>
                </c:pt>
                <c:pt idx="27545">
                  <c:v>88.18</c:v>
                </c:pt>
                <c:pt idx="27546">
                  <c:v>159.32</c:v>
                </c:pt>
                <c:pt idx="27547">
                  <c:v>69.150000000000006</c:v>
                </c:pt>
                <c:pt idx="27548">
                  <c:v>75.13</c:v>
                </c:pt>
                <c:pt idx="27549">
                  <c:v>87.07</c:v>
                </c:pt>
                <c:pt idx="27550">
                  <c:v>157.96</c:v>
                </c:pt>
                <c:pt idx="27551">
                  <c:v>89.98</c:v>
                </c:pt>
                <c:pt idx="27552">
                  <c:v>81.11</c:v>
                </c:pt>
                <c:pt idx="27553">
                  <c:v>84.99</c:v>
                </c:pt>
                <c:pt idx="27554">
                  <c:v>84.99</c:v>
                </c:pt>
                <c:pt idx="27555">
                  <c:v>68.989999999999995</c:v>
                </c:pt>
                <c:pt idx="27556">
                  <c:v>-86.48</c:v>
                </c:pt>
                <c:pt idx="27557">
                  <c:v>31.99</c:v>
                </c:pt>
                <c:pt idx="27558">
                  <c:v>79.98</c:v>
                </c:pt>
                <c:pt idx="27559">
                  <c:v>86.48</c:v>
                </c:pt>
                <c:pt idx="27560">
                  <c:v>65.989999999999995</c:v>
                </c:pt>
                <c:pt idx="27561">
                  <c:v>84.99</c:v>
                </c:pt>
                <c:pt idx="27562">
                  <c:v>65.989999999999995</c:v>
                </c:pt>
                <c:pt idx="27563">
                  <c:v>86.48</c:v>
                </c:pt>
                <c:pt idx="27564">
                  <c:v>156.66999999999999</c:v>
                </c:pt>
                <c:pt idx="27565">
                  <c:v>84.99</c:v>
                </c:pt>
                <c:pt idx="27566">
                  <c:v>59.39</c:v>
                </c:pt>
                <c:pt idx="27567">
                  <c:v>84.99</c:v>
                </c:pt>
                <c:pt idx="27568">
                  <c:v>65.989999999999995</c:v>
                </c:pt>
                <c:pt idx="27569">
                  <c:v>78.33</c:v>
                </c:pt>
                <c:pt idx="27570">
                  <c:v>84.99</c:v>
                </c:pt>
                <c:pt idx="27571">
                  <c:v>84.99</c:v>
                </c:pt>
                <c:pt idx="27572">
                  <c:v>84.99</c:v>
                </c:pt>
                <c:pt idx="27573">
                  <c:v>99.98</c:v>
                </c:pt>
                <c:pt idx="27574">
                  <c:v>84.99</c:v>
                </c:pt>
                <c:pt idx="27575">
                  <c:v>62.69</c:v>
                </c:pt>
                <c:pt idx="27576">
                  <c:v>59.88</c:v>
                </c:pt>
                <c:pt idx="27577">
                  <c:v>86.48</c:v>
                </c:pt>
                <c:pt idx="27578">
                  <c:v>84.99</c:v>
                </c:pt>
                <c:pt idx="27579">
                  <c:v>68.989999999999995</c:v>
                </c:pt>
                <c:pt idx="27580">
                  <c:v>56.48</c:v>
                </c:pt>
                <c:pt idx="27581">
                  <c:v>84.99</c:v>
                </c:pt>
                <c:pt idx="27582">
                  <c:v>84.99</c:v>
                </c:pt>
                <c:pt idx="27583">
                  <c:v>135.57</c:v>
                </c:pt>
                <c:pt idx="27584">
                  <c:v>50.98</c:v>
                </c:pt>
                <c:pt idx="27585">
                  <c:v>64.98</c:v>
                </c:pt>
                <c:pt idx="27586">
                  <c:v>31.48</c:v>
                </c:pt>
                <c:pt idx="27587">
                  <c:v>31.48</c:v>
                </c:pt>
                <c:pt idx="27588">
                  <c:v>86.01</c:v>
                </c:pt>
                <c:pt idx="27589">
                  <c:v>72.989999999999995</c:v>
                </c:pt>
                <c:pt idx="27590">
                  <c:v>30.53</c:v>
                </c:pt>
                <c:pt idx="27591">
                  <c:v>16.489999999999998</c:v>
                </c:pt>
                <c:pt idx="27592">
                  <c:v>79.98</c:v>
                </c:pt>
                <c:pt idx="27593">
                  <c:v>143.97999999999999</c:v>
                </c:pt>
                <c:pt idx="27594">
                  <c:v>13.49</c:v>
                </c:pt>
                <c:pt idx="27595">
                  <c:v>61.98</c:v>
                </c:pt>
                <c:pt idx="27596">
                  <c:v>51.49</c:v>
                </c:pt>
                <c:pt idx="27597">
                  <c:v>143.94</c:v>
                </c:pt>
                <c:pt idx="27598">
                  <c:v>20.49</c:v>
                </c:pt>
                <c:pt idx="27599">
                  <c:v>114.98</c:v>
                </c:pt>
                <c:pt idx="27600">
                  <c:v>63.98</c:v>
                </c:pt>
                <c:pt idx="27601">
                  <c:v>64.95</c:v>
                </c:pt>
                <c:pt idx="27602">
                  <c:v>84.14</c:v>
                </c:pt>
                <c:pt idx="27603">
                  <c:v>84.14</c:v>
                </c:pt>
                <c:pt idx="27604">
                  <c:v>83.95</c:v>
                </c:pt>
                <c:pt idx="27605">
                  <c:v>79.61</c:v>
                </c:pt>
                <c:pt idx="27606">
                  <c:v>84.99</c:v>
                </c:pt>
                <c:pt idx="27607">
                  <c:v>84.14</c:v>
                </c:pt>
                <c:pt idx="27608">
                  <c:v>84.14</c:v>
                </c:pt>
                <c:pt idx="27609">
                  <c:v>82.34</c:v>
                </c:pt>
                <c:pt idx="27610">
                  <c:v>103.98</c:v>
                </c:pt>
                <c:pt idx="27611">
                  <c:v>54.64</c:v>
                </c:pt>
                <c:pt idx="27612">
                  <c:v>103.13</c:v>
                </c:pt>
                <c:pt idx="27613">
                  <c:v>120.68</c:v>
                </c:pt>
                <c:pt idx="27614">
                  <c:v>83.95</c:v>
                </c:pt>
                <c:pt idx="27615">
                  <c:v>84.14</c:v>
                </c:pt>
                <c:pt idx="27616">
                  <c:v>112.12</c:v>
                </c:pt>
                <c:pt idx="27617">
                  <c:v>84.99</c:v>
                </c:pt>
                <c:pt idx="27618">
                  <c:v>84.14</c:v>
                </c:pt>
                <c:pt idx="27619">
                  <c:v>84.99</c:v>
                </c:pt>
                <c:pt idx="27620">
                  <c:v>84.14</c:v>
                </c:pt>
                <c:pt idx="27621">
                  <c:v>103.13</c:v>
                </c:pt>
                <c:pt idx="27622">
                  <c:v>169.42</c:v>
                </c:pt>
                <c:pt idx="27623">
                  <c:v>130.66</c:v>
                </c:pt>
                <c:pt idx="27624">
                  <c:v>84.99</c:v>
                </c:pt>
                <c:pt idx="27625">
                  <c:v>53.97</c:v>
                </c:pt>
                <c:pt idx="27626">
                  <c:v>59.98</c:v>
                </c:pt>
                <c:pt idx="27627">
                  <c:v>83.96</c:v>
                </c:pt>
                <c:pt idx="27628">
                  <c:v>41.79</c:v>
                </c:pt>
                <c:pt idx="27629">
                  <c:v>87.28</c:v>
                </c:pt>
                <c:pt idx="27630">
                  <c:v>143.91999999999999</c:v>
                </c:pt>
                <c:pt idx="27631">
                  <c:v>136.47</c:v>
                </c:pt>
                <c:pt idx="27632">
                  <c:v>64.98</c:v>
                </c:pt>
                <c:pt idx="27633">
                  <c:v>66.959999999999994</c:v>
                </c:pt>
                <c:pt idx="27634">
                  <c:v>77.97</c:v>
                </c:pt>
                <c:pt idx="27635">
                  <c:v>105.97</c:v>
                </c:pt>
                <c:pt idx="27636">
                  <c:v>65.989999999999995</c:v>
                </c:pt>
                <c:pt idx="27637">
                  <c:v>299.94</c:v>
                </c:pt>
                <c:pt idx="27638">
                  <c:v>118.78</c:v>
                </c:pt>
                <c:pt idx="27639">
                  <c:v>110.98</c:v>
                </c:pt>
                <c:pt idx="27640">
                  <c:v>119.1</c:v>
                </c:pt>
                <c:pt idx="27641">
                  <c:v>197.97</c:v>
                </c:pt>
                <c:pt idx="27642">
                  <c:v>263.95999999999998</c:v>
                </c:pt>
                <c:pt idx="27643">
                  <c:v>263.95999999999998</c:v>
                </c:pt>
                <c:pt idx="27644">
                  <c:v>125.38</c:v>
                </c:pt>
                <c:pt idx="27645">
                  <c:v>131.97999999999999</c:v>
                </c:pt>
                <c:pt idx="27646">
                  <c:v>194.22</c:v>
                </c:pt>
                <c:pt idx="27647">
                  <c:v>130</c:v>
                </c:pt>
                <c:pt idx="27648">
                  <c:v>123.97</c:v>
                </c:pt>
                <c:pt idx="27649">
                  <c:v>198.05</c:v>
                </c:pt>
                <c:pt idx="27650">
                  <c:v>111.98</c:v>
                </c:pt>
                <c:pt idx="27651">
                  <c:v>125.62</c:v>
                </c:pt>
                <c:pt idx="27652">
                  <c:v>143.57</c:v>
                </c:pt>
                <c:pt idx="27653">
                  <c:v>158.47</c:v>
                </c:pt>
                <c:pt idx="27654">
                  <c:v>158.47</c:v>
                </c:pt>
                <c:pt idx="27655">
                  <c:v>37.479999999999997</c:v>
                </c:pt>
                <c:pt idx="27656">
                  <c:v>17.48</c:v>
                </c:pt>
                <c:pt idx="27657">
                  <c:v>304.95999999999998</c:v>
                </c:pt>
                <c:pt idx="27658">
                  <c:v>254.97</c:v>
                </c:pt>
                <c:pt idx="27659">
                  <c:v>254.97</c:v>
                </c:pt>
                <c:pt idx="27660">
                  <c:v>169.98</c:v>
                </c:pt>
                <c:pt idx="27661">
                  <c:v>87.96</c:v>
                </c:pt>
                <c:pt idx="27662">
                  <c:v>263.95999999999998</c:v>
                </c:pt>
                <c:pt idx="27663">
                  <c:v>199.96</c:v>
                </c:pt>
                <c:pt idx="27664">
                  <c:v>150.15</c:v>
                </c:pt>
                <c:pt idx="27665">
                  <c:v>145.97</c:v>
                </c:pt>
                <c:pt idx="27666">
                  <c:v>69.98</c:v>
                </c:pt>
                <c:pt idx="27667">
                  <c:v>61.97</c:v>
                </c:pt>
                <c:pt idx="27668">
                  <c:v>145.94</c:v>
                </c:pt>
                <c:pt idx="27669">
                  <c:v>41.28</c:v>
                </c:pt>
                <c:pt idx="27670">
                  <c:v>63.96</c:v>
                </c:pt>
                <c:pt idx="27671">
                  <c:v>42.88</c:v>
                </c:pt>
                <c:pt idx="27672">
                  <c:v>91.96</c:v>
                </c:pt>
                <c:pt idx="27673">
                  <c:v>114.89</c:v>
                </c:pt>
                <c:pt idx="27674">
                  <c:v>131.97999999999999</c:v>
                </c:pt>
                <c:pt idx="27675">
                  <c:v>99.98</c:v>
                </c:pt>
                <c:pt idx="27676">
                  <c:v>84.99</c:v>
                </c:pt>
                <c:pt idx="27677">
                  <c:v>81.92</c:v>
                </c:pt>
                <c:pt idx="27678">
                  <c:v>142.97</c:v>
                </c:pt>
                <c:pt idx="27679">
                  <c:v>142.97</c:v>
                </c:pt>
                <c:pt idx="27680">
                  <c:v>57.98</c:v>
                </c:pt>
                <c:pt idx="27681">
                  <c:v>84.99</c:v>
                </c:pt>
                <c:pt idx="27682">
                  <c:v>157.86000000000001</c:v>
                </c:pt>
                <c:pt idx="27683">
                  <c:v>62.98</c:v>
                </c:pt>
                <c:pt idx="27684">
                  <c:v>62.98</c:v>
                </c:pt>
                <c:pt idx="27685">
                  <c:v>142.97</c:v>
                </c:pt>
                <c:pt idx="27686">
                  <c:v>142.97</c:v>
                </c:pt>
                <c:pt idx="27687">
                  <c:v>197.97</c:v>
                </c:pt>
                <c:pt idx="27688">
                  <c:v>172.97</c:v>
                </c:pt>
                <c:pt idx="27689">
                  <c:v>171.94</c:v>
                </c:pt>
                <c:pt idx="27690">
                  <c:v>186.24</c:v>
                </c:pt>
                <c:pt idx="27691">
                  <c:v>212.96</c:v>
                </c:pt>
                <c:pt idx="27692">
                  <c:v>197.97</c:v>
                </c:pt>
                <c:pt idx="27693">
                  <c:v>171.97</c:v>
                </c:pt>
                <c:pt idx="27694">
                  <c:v>197.97</c:v>
                </c:pt>
                <c:pt idx="27695">
                  <c:v>237.96</c:v>
                </c:pt>
                <c:pt idx="27696">
                  <c:v>131.97999999999999</c:v>
                </c:pt>
                <c:pt idx="27697">
                  <c:v>105.93</c:v>
                </c:pt>
                <c:pt idx="27698">
                  <c:v>142.96</c:v>
                </c:pt>
                <c:pt idx="27699">
                  <c:v>87.97</c:v>
                </c:pt>
                <c:pt idx="27700">
                  <c:v>54.99</c:v>
                </c:pt>
                <c:pt idx="27701">
                  <c:v>37.479999999999997</c:v>
                </c:pt>
                <c:pt idx="27702">
                  <c:v>38.229999999999997</c:v>
                </c:pt>
                <c:pt idx="27703">
                  <c:v>37.479999999999997</c:v>
                </c:pt>
                <c:pt idx="27704">
                  <c:v>63.96</c:v>
                </c:pt>
                <c:pt idx="27705">
                  <c:v>78.95</c:v>
                </c:pt>
                <c:pt idx="27706">
                  <c:v>55.97</c:v>
                </c:pt>
                <c:pt idx="27707">
                  <c:v>53.97</c:v>
                </c:pt>
                <c:pt idx="27708">
                  <c:v>31.79</c:v>
                </c:pt>
                <c:pt idx="27709">
                  <c:v>24.79</c:v>
                </c:pt>
                <c:pt idx="27710">
                  <c:v>22.29</c:v>
                </c:pt>
                <c:pt idx="27711">
                  <c:v>31.79</c:v>
                </c:pt>
                <c:pt idx="27712">
                  <c:v>70.98</c:v>
                </c:pt>
                <c:pt idx="27713">
                  <c:v>51.85</c:v>
                </c:pt>
                <c:pt idx="27714">
                  <c:v>50.45</c:v>
                </c:pt>
                <c:pt idx="27715">
                  <c:v>65.989999999999995</c:v>
                </c:pt>
                <c:pt idx="27716">
                  <c:v>64.47</c:v>
                </c:pt>
                <c:pt idx="27717">
                  <c:v>50.33</c:v>
                </c:pt>
                <c:pt idx="27718">
                  <c:v>51.48</c:v>
                </c:pt>
                <c:pt idx="27719">
                  <c:v>21.48</c:v>
                </c:pt>
                <c:pt idx="27720">
                  <c:v>51.59</c:v>
                </c:pt>
                <c:pt idx="27721">
                  <c:v>94.04</c:v>
                </c:pt>
                <c:pt idx="27722">
                  <c:v>50.97</c:v>
                </c:pt>
                <c:pt idx="27723">
                  <c:v>92.63</c:v>
                </c:pt>
                <c:pt idx="27724">
                  <c:v>50.98</c:v>
                </c:pt>
                <c:pt idx="27725">
                  <c:v>49.05</c:v>
                </c:pt>
                <c:pt idx="27726">
                  <c:v>50.96</c:v>
                </c:pt>
                <c:pt idx="27727">
                  <c:v>59.98</c:v>
                </c:pt>
                <c:pt idx="27728">
                  <c:v>61.35</c:v>
                </c:pt>
                <c:pt idx="27729">
                  <c:v>138.46</c:v>
                </c:pt>
                <c:pt idx="27730">
                  <c:v>50.45</c:v>
                </c:pt>
                <c:pt idx="27731">
                  <c:v>51.48</c:v>
                </c:pt>
                <c:pt idx="27732">
                  <c:v>57.98</c:v>
                </c:pt>
                <c:pt idx="27733">
                  <c:v>89.46</c:v>
                </c:pt>
                <c:pt idx="27734">
                  <c:v>50.96</c:v>
                </c:pt>
                <c:pt idx="27735">
                  <c:v>49.99</c:v>
                </c:pt>
                <c:pt idx="27736">
                  <c:v>39.99</c:v>
                </c:pt>
                <c:pt idx="27737">
                  <c:v>61.98</c:v>
                </c:pt>
                <c:pt idx="27738">
                  <c:v>65.989999999999995</c:v>
                </c:pt>
                <c:pt idx="27739">
                  <c:v>-1.23</c:v>
                </c:pt>
                <c:pt idx="27740">
                  <c:v>64.67</c:v>
                </c:pt>
                <c:pt idx="27741">
                  <c:v>62.69</c:v>
                </c:pt>
                <c:pt idx="27742">
                  <c:v>92.98</c:v>
                </c:pt>
                <c:pt idx="27743">
                  <c:v>58.98</c:v>
                </c:pt>
                <c:pt idx="27744">
                  <c:v>50.08</c:v>
                </c:pt>
                <c:pt idx="27745">
                  <c:v>64.69</c:v>
                </c:pt>
                <c:pt idx="27746">
                  <c:v>-107.65</c:v>
                </c:pt>
                <c:pt idx="27747">
                  <c:v>107.65</c:v>
                </c:pt>
                <c:pt idx="27748">
                  <c:v>76.44</c:v>
                </c:pt>
                <c:pt idx="27749">
                  <c:v>62.47</c:v>
                </c:pt>
                <c:pt idx="27750">
                  <c:v>99.99</c:v>
                </c:pt>
                <c:pt idx="27751">
                  <c:v>99.99</c:v>
                </c:pt>
                <c:pt idx="27752">
                  <c:v>144.97</c:v>
                </c:pt>
                <c:pt idx="27753">
                  <c:v>144.97</c:v>
                </c:pt>
                <c:pt idx="27754">
                  <c:v>144.97</c:v>
                </c:pt>
                <c:pt idx="27755">
                  <c:v>144.96</c:v>
                </c:pt>
                <c:pt idx="27756">
                  <c:v>64.53</c:v>
                </c:pt>
                <c:pt idx="27757">
                  <c:v>72.989999999999995</c:v>
                </c:pt>
                <c:pt idx="27758">
                  <c:v>61.31</c:v>
                </c:pt>
                <c:pt idx="27759">
                  <c:v>79.650000000000006</c:v>
                </c:pt>
                <c:pt idx="27760">
                  <c:v>107.61</c:v>
                </c:pt>
                <c:pt idx="27761">
                  <c:v>142.65</c:v>
                </c:pt>
                <c:pt idx="27762">
                  <c:v>167.19</c:v>
                </c:pt>
                <c:pt idx="27763">
                  <c:v>107.53</c:v>
                </c:pt>
                <c:pt idx="27764">
                  <c:v>84.99</c:v>
                </c:pt>
                <c:pt idx="27765">
                  <c:v>89.97</c:v>
                </c:pt>
                <c:pt idx="27766">
                  <c:v>84.14</c:v>
                </c:pt>
                <c:pt idx="27767">
                  <c:v>108.97</c:v>
                </c:pt>
                <c:pt idx="27768">
                  <c:v>84.99</c:v>
                </c:pt>
                <c:pt idx="27769">
                  <c:v>120.96</c:v>
                </c:pt>
                <c:pt idx="27770">
                  <c:v>59.95</c:v>
                </c:pt>
                <c:pt idx="27771">
                  <c:v>82.81</c:v>
                </c:pt>
                <c:pt idx="27772">
                  <c:v>59.95</c:v>
                </c:pt>
                <c:pt idx="27773">
                  <c:v>108.97</c:v>
                </c:pt>
                <c:pt idx="27774">
                  <c:v>193.96</c:v>
                </c:pt>
                <c:pt idx="27775">
                  <c:v>65.989999999999995</c:v>
                </c:pt>
                <c:pt idx="27776">
                  <c:v>79.98</c:v>
                </c:pt>
                <c:pt idx="27777">
                  <c:v>83.4</c:v>
                </c:pt>
                <c:pt idx="27778">
                  <c:v>69.97</c:v>
                </c:pt>
                <c:pt idx="27779">
                  <c:v>83.04</c:v>
                </c:pt>
                <c:pt idx="27780">
                  <c:v>84.14</c:v>
                </c:pt>
                <c:pt idx="27781">
                  <c:v>88.97</c:v>
                </c:pt>
                <c:pt idx="27782">
                  <c:v>55.98</c:v>
                </c:pt>
                <c:pt idx="27783">
                  <c:v>81.97</c:v>
                </c:pt>
                <c:pt idx="27784">
                  <c:v>155.96</c:v>
                </c:pt>
                <c:pt idx="27785">
                  <c:v>74.97</c:v>
                </c:pt>
                <c:pt idx="27786">
                  <c:v>67.47</c:v>
                </c:pt>
                <c:pt idx="27787">
                  <c:v>157.24</c:v>
                </c:pt>
                <c:pt idx="27788">
                  <c:v>94.34</c:v>
                </c:pt>
                <c:pt idx="27789">
                  <c:v>62.9</c:v>
                </c:pt>
                <c:pt idx="27790">
                  <c:v>62.9</c:v>
                </c:pt>
                <c:pt idx="27791">
                  <c:v>94.34</c:v>
                </c:pt>
                <c:pt idx="27792">
                  <c:v>64.95</c:v>
                </c:pt>
                <c:pt idx="27793">
                  <c:v>64.95</c:v>
                </c:pt>
                <c:pt idx="27794">
                  <c:v>157.24</c:v>
                </c:pt>
                <c:pt idx="27795">
                  <c:v>90.73</c:v>
                </c:pt>
                <c:pt idx="27796">
                  <c:v>107.94</c:v>
                </c:pt>
                <c:pt idx="27797">
                  <c:v>71.959999999999994</c:v>
                </c:pt>
                <c:pt idx="27798">
                  <c:v>143.91999999999999</c:v>
                </c:pt>
                <c:pt idx="27799">
                  <c:v>107.94</c:v>
                </c:pt>
                <c:pt idx="27800">
                  <c:v>107.94</c:v>
                </c:pt>
                <c:pt idx="27801">
                  <c:v>104.67</c:v>
                </c:pt>
                <c:pt idx="27802">
                  <c:v>107.94</c:v>
                </c:pt>
                <c:pt idx="27803">
                  <c:v>107.94</c:v>
                </c:pt>
                <c:pt idx="27804">
                  <c:v>99.3</c:v>
                </c:pt>
                <c:pt idx="27805">
                  <c:v>104.94</c:v>
                </c:pt>
                <c:pt idx="27806">
                  <c:v>-17.989999999999998</c:v>
                </c:pt>
                <c:pt idx="27807">
                  <c:v>106.5</c:v>
                </c:pt>
                <c:pt idx="27808">
                  <c:v>107.94</c:v>
                </c:pt>
                <c:pt idx="27809">
                  <c:v>107.94</c:v>
                </c:pt>
                <c:pt idx="27810">
                  <c:v>71.959999999999994</c:v>
                </c:pt>
                <c:pt idx="27811">
                  <c:v>105.78</c:v>
                </c:pt>
                <c:pt idx="27812">
                  <c:v>141.32</c:v>
                </c:pt>
                <c:pt idx="27813">
                  <c:v>107.94</c:v>
                </c:pt>
                <c:pt idx="27814">
                  <c:v>86.95</c:v>
                </c:pt>
                <c:pt idx="27815">
                  <c:v>71.959999999999994</c:v>
                </c:pt>
                <c:pt idx="27816">
                  <c:v>135.76</c:v>
                </c:pt>
                <c:pt idx="27817">
                  <c:v>71.959999999999994</c:v>
                </c:pt>
                <c:pt idx="27818">
                  <c:v>70.88</c:v>
                </c:pt>
                <c:pt idx="27819">
                  <c:v>106.14</c:v>
                </c:pt>
                <c:pt idx="27820">
                  <c:v>143.91999999999999</c:v>
                </c:pt>
                <c:pt idx="27821">
                  <c:v>107.94</c:v>
                </c:pt>
                <c:pt idx="27822">
                  <c:v>106.94</c:v>
                </c:pt>
                <c:pt idx="27823">
                  <c:v>65.989999999999995</c:v>
                </c:pt>
                <c:pt idx="27824">
                  <c:v>64.98</c:v>
                </c:pt>
                <c:pt idx="27825">
                  <c:v>17.489999999999998</c:v>
                </c:pt>
                <c:pt idx="27826">
                  <c:v>37.479999999999997</c:v>
                </c:pt>
                <c:pt idx="27827">
                  <c:v>15.09</c:v>
                </c:pt>
                <c:pt idx="27828">
                  <c:v>61.69</c:v>
                </c:pt>
                <c:pt idx="27829">
                  <c:v>21.29</c:v>
                </c:pt>
                <c:pt idx="27830">
                  <c:v>56.68</c:v>
                </c:pt>
                <c:pt idx="27831">
                  <c:v>57.98</c:v>
                </c:pt>
                <c:pt idx="27832">
                  <c:v>64.11</c:v>
                </c:pt>
                <c:pt idx="27833">
                  <c:v>83.31</c:v>
                </c:pt>
                <c:pt idx="27834">
                  <c:v>59.98</c:v>
                </c:pt>
                <c:pt idx="27835">
                  <c:v>94.95</c:v>
                </c:pt>
                <c:pt idx="27836">
                  <c:v>55.64</c:v>
                </c:pt>
                <c:pt idx="27837">
                  <c:v>12.68</c:v>
                </c:pt>
                <c:pt idx="27838">
                  <c:v>118.02</c:v>
                </c:pt>
                <c:pt idx="27839">
                  <c:v>88.17</c:v>
                </c:pt>
                <c:pt idx="27840">
                  <c:v>73.97</c:v>
                </c:pt>
                <c:pt idx="27841">
                  <c:v>89.98</c:v>
                </c:pt>
                <c:pt idx="27842">
                  <c:v>84.99</c:v>
                </c:pt>
                <c:pt idx="27843">
                  <c:v>69.98</c:v>
                </c:pt>
                <c:pt idx="27844">
                  <c:v>69.98</c:v>
                </c:pt>
                <c:pt idx="27845">
                  <c:v>51.29</c:v>
                </c:pt>
                <c:pt idx="27846">
                  <c:v>66.97</c:v>
                </c:pt>
                <c:pt idx="27847">
                  <c:v>143.94999999999999</c:v>
                </c:pt>
                <c:pt idx="27848">
                  <c:v>70.510000000000005</c:v>
                </c:pt>
                <c:pt idx="27849">
                  <c:v>108.96</c:v>
                </c:pt>
                <c:pt idx="27850">
                  <c:v>69.98</c:v>
                </c:pt>
                <c:pt idx="27851">
                  <c:v>80.56</c:v>
                </c:pt>
                <c:pt idx="27852">
                  <c:v>69.98</c:v>
                </c:pt>
                <c:pt idx="27853">
                  <c:v>69.98</c:v>
                </c:pt>
                <c:pt idx="27854">
                  <c:v>125.97</c:v>
                </c:pt>
                <c:pt idx="27855">
                  <c:v>77.97</c:v>
                </c:pt>
                <c:pt idx="27856">
                  <c:v>67.89</c:v>
                </c:pt>
                <c:pt idx="27857">
                  <c:v>85.98</c:v>
                </c:pt>
                <c:pt idx="27858">
                  <c:v>82.13</c:v>
                </c:pt>
                <c:pt idx="27859">
                  <c:v>61.65</c:v>
                </c:pt>
                <c:pt idx="27860">
                  <c:v>104.98</c:v>
                </c:pt>
                <c:pt idx="27861">
                  <c:v>62.98</c:v>
                </c:pt>
                <c:pt idx="27862">
                  <c:v>62.15</c:v>
                </c:pt>
                <c:pt idx="27863">
                  <c:v>125.23</c:v>
                </c:pt>
                <c:pt idx="27864">
                  <c:v>69.97</c:v>
                </c:pt>
                <c:pt idx="27865">
                  <c:v>57.98</c:v>
                </c:pt>
                <c:pt idx="27866">
                  <c:v>15.99</c:v>
                </c:pt>
                <c:pt idx="27867">
                  <c:v>18.739999999999998</c:v>
                </c:pt>
                <c:pt idx="27868">
                  <c:v>19.93</c:v>
                </c:pt>
                <c:pt idx="27869">
                  <c:v>19.28</c:v>
                </c:pt>
                <c:pt idx="27870">
                  <c:v>19.28</c:v>
                </c:pt>
                <c:pt idx="27871">
                  <c:v>130.46</c:v>
                </c:pt>
                <c:pt idx="27872">
                  <c:v>130.46</c:v>
                </c:pt>
                <c:pt idx="27873">
                  <c:v>110.66</c:v>
                </c:pt>
                <c:pt idx="27874">
                  <c:v>110.66</c:v>
                </c:pt>
                <c:pt idx="27875">
                  <c:v>156.57</c:v>
                </c:pt>
                <c:pt idx="27876">
                  <c:v>71.959999999999994</c:v>
                </c:pt>
                <c:pt idx="27877">
                  <c:v>79.849999999999994</c:v>
                </c:pt>
                <c:pt idx="27878">
                  <c:v>62.29</c:v>
                </c:pt>
                <c:pt idx="27879">
                  <c:v>43.52</c:v>
                </c:pt>
                <c:pt idx="27880">
                  <c:v>84.69</c:v>
                </c:pt>
                <c:pt idx="27881">
                  <c:v>143.97</c:v>
                </c:pt>
                <c:pt idx="27882">
                  <c:v>69.98</c:v>
                </c:pt>
                <c:pt idx="27883">
                  <c:v>135.96</c:v>
                </c:pt>
                <c:pt idx="27884">
                  <c:v>160.94999999999999</c:v>
                </c:pt>
                <c:pt idx="27885">
                  <c:v>131.97999999999999</c:v>
                </c:pt>
                <c:pt idx="27886">
                  <c:v>107.32</c:v>
                </c:pt>
                <c:pt idx="27887">
                  <c:v>125.96</c:v>
                </c:pt>
                <c:pt idx="27888">
                  <c:v>92.39</c:v>
                </c:pt>
                <c:pt idx="27889">
                  <c:v>131.97999999999999</c:v>
                </c:pt>
                <c:pt idx="27890">
                  <c:v>131.97999999999999</c:v>
                </c:pt>
                <c:pt idx="27891">
                  <c:v>72.58</c:v>
                </c:pt>
                <c:pt idx="27892">
                  <c:v>79.989999999999995</c:v>
                </c:pt>
                <c:pt idx="27893">
                  <c:v>58.98</c:v>
                </c:pt>
                <c:pt idx="27894">
                  <c:v>30.49</c:v>
                </c:pt>
                <c:pt idx="27895">
                  <c:v>143.94999999999999</c:v>
                </c:pt>
                <c:pt idx="27896">
                  <c:v>169.98</c:v>
                </c:pt>
                <c:pt idx="27897">
                  <c:v>169.98</c:v>
                </c:pt>
                <c:pt idx="27898">
                  <c:v>148.36000000000001</c:v>
                </c:pt>
                <c:pt idx="27899">
                  <c:v>169.98</c:v>
                </c:pt>
                <c:pt idx="27900">
                  <c:v>121.98</c:v>
                </c:pt>
                <c:pt idx="27901">
                  <c:v>169.98</c:v>
                </c:pt>
                <c:pt idx="27902">
                  <c:v>150.18</c:v>
                </c:pt>
                <c:pt idx="27903">
                  <c:v>131.97999999999999</c:v>
                </c:pt>
                <c:pt idx="27904">
                  <c:v>99.98</c:v>
                </c:pt>
                <c:pt idx="27905">
                  <c:v>137.97999999999999</c:v>
                </c:pt>
                <c:pt idx="27906">
                  <c:v>131.97999999999999</c:v>
                </c:pt>
                <c:pt idx="27907">
                  <c:v>99.98</c:v>
                </c:pt>
                <c:pt idx="27908">
                  <c:v>131.97999999999999</c:v>
                </c:pt>
                <c:pt idx="27909">
                  <c:v>85.96</c:v>
                </c:pt>
                <c:pt idx="27910">
                  <c:v>57.97</c:v>
                </c:pt>
                <c:pt idx="27911">
                  <c:v>67.98</c:v>
                </c:pt>
                <c:pt idx="27912">
                  <c:v>73.98</c:v>
                </c:pt>
                <c:pt idx="27913">
                  <c:v>59.95</c:v>
                </c:pt>
                <c:pt idx="27914">
                  <c:v>83.93</c:v>
                </c:pt>
                <c:pt idx="27915">
                  <c:v>99.42</c:v>
                </c:pt>
                <c:pt idx="27916">
                  <c:v>33.479999999999997</c:v>
                </c:pt>
                <c:pt idx="27917">
                  <c:v>48.99</c:v>
                </c:pt>
                <c:pt idx="27918">
                  <c:v>48.99</c:v>
                </c:pt>
                <c:pt idx="27919">
                  <c:v>59.98</c:v>
                </c:pt>
                <c:pt idx="27920">
                  <c:v>32.39</c:v>
                </c:pt>
                <c:pt idx="27921">
                  <c:v>59.98</c:v>
                </c:pt>
                <c:pt idx="27922">
                  <c:v>108.97</c:v>
                </c:pt>
                <c:pt idx="27923">
                  <c:v>32.39</c:v>
                </c:pt>
                <c:pt idx="27924">
                  <c:v>32.39</c:v>
                </c:pt>
                <c:pt idx="27925">
                  <c:v>108.97</c:v>
                </c:pt>
                <c:pt idx="27926">
                  <c:v>108.97</c:v>
                </c:pt>
                <c:pt idx="27927">
                  <c:v>59.98</c:v>
                </c:pt>
                <c:pt idx="27928">
                  <c:v>48.99</c:v>
                </c:pt>
                <c:pt idx="27929">
                  <c:v>141.35</c:v>
                </c:pt>
                <c:pt idx="27930">
                  <c:v>55.97</c:v>
                </c:pt>
                <c:pt idx="27931">
                  <c:v>53.98</c:v>
                </c:pt>
                <c:pt idx="27932">
                  <c:v>55.97</c:v>
                </c:pt>
                <c:pt idx="27933">
                  <c:v>53.98</c:v>
                </c:pt>
                <c:pt idx="27934">
                  <c:v>59.24</c:v>
                </c:pt>
                <c:pt idx="27935">
                  <c:v>81.37</c:v>
                </c:pt>
                <c:pt idx="27936">
                  <c:v>60.99</c:v>
                </c:pt>
                <c:pt idx="27937">
                  <c:v>85.48</c:v>
                </c:pt>
                <c:pt idx="27938">
                  <c:v>56.02</c:v>
                </c:pt>
                <c:pt idx="27939">
                  <c:v>125.06</c:v>
                </c:pt>
                <c:pt idx="27940">
                  <c:v>140.97</c:v>
                </c:pt>
                <c:pt idx="27941">
                  <c:v>63.47</c:v>
                </c:pt>
                <c:pt idx="27942">
                  <c:v>132.47</c:v>
                </c:pt>
                <c:pt idx="27943">
                  <c:v>108.98</c:v>
                </c:pt>
                <c:pt idx="27944">
                  <c:v>114.95</c:v>
                </c:pt>
                <c:pt idx="27945">
                  <c:v>131.97999999999999</c:v>
                </c:pt>
                <c:pt idx="27946">
                  <c:v>168.55</c:v>
                </c:pt>
                <c:pt idx="27947">
                  <c:v>131.16</c:v>
                </c:pt>
                <c:pt idx="27948">
                  <c:v>67.98</c:v>
                </c:pt>
                <c:pt idx="27949">
                  <c:v>177.24</c:v>
                </c:pt>
                <c:pt idx="27950">
                  <c:v>169.98</c:v>
                </c:pt>
                <c:pt idx="27951">
                  <c:v>82.99</c:v>
                </c:pt>
                <c:pt idx="27952">
                  <c:v>169.98</c:v>
                </c:pt>
                <c:pt idx="27953">
                  <c:v>172.95</c:v>
                </c:pt>
                <c:pt idx="27954">
                  <c:v>141.82</c:v>
                </c:pt>
                <c:pt idx="27955">
                  <c:v>157.96</c:v>
                </c:pt>
                <c:pt idx="27956">
                  <c:v>198.58</c:v>
                </c:pt>
                <c:pt idx="27957">
                  <c:v>198.26</c:v>
                </c:pt>
                <c:pt idx="27958">
                  <c:v>169.13</c:v>
                </c:pt>
                <c:pt idx="27959">
                  <c:v>169.98</c:v>
                </c:pt>
                <c:pt idx="27960">
                  <c:v>113.27</c:v>
                </c:pt>
                <c:pt idx="27961">
                  <c:v>84.99</c:v>
                </c:pt>
                <c:pt idx="27962">
                  <c:v>123.97</c:v>
                </c:pt>
                <c:pt idx="27963">
                  <c:v>19.489999999999998</c:v>
                </c:pt>
                <c:pt idx="27964">
                  <c:v>51.49</c:v>
                </c:pt>
                <c:pt idx="27965">
                  <c:v>63.96</c:v>
                </c:pt>
                <c:pt idx="27966">
                  <c:v>65.98</c:v>
                </c:pt>
                <c:pt idx="27967">
                  <c:v>74.98</c:v>
                </c:pt>
                <c:pt idx="27968">
                  <c:v>57.98</c:v>
                </c:pt>
                <c:pt idx="27969">
                  <c:v>82.97</c:v>
                </c:pt>
                <c:pt idx="27970">
                  <c:v>143.36000000000001</c:v>
                </c:pt>
                <c:pt idx="27971">
                  <c:v>59.99</c:v>
                </c:pt>
                <c:pt idx="27972">
                  <c:v>58.54</c:v>
                </c:pt>
                <c:pt idx="27973">
                  <c:v>143.36000000000001</c:v>
                </c:pt>
                <c:pt idx="27974">
                  <c:v>58.54</c:v>
                </c:pt>
                <c:pt idx="27975">
                  <c:v>59.99</c:v>
                </c:pt>
                <c:pt idx="27976">
                  <c:v>51.94</c:v>
                </c:pt>
                <c:pt idx="27977">
                  <c:v>-1.95</c:v>
                </c:pt>
                <c:pt idx="27978">
                  <c:v>29.49</c:v>
                </c:pt>
                <c:pt idx="27979">
                  <c:v>51.98</c:v>
                </c:pt>
                <c:pt idx="27980">
                  <c:v>51.98</c:v>
                </c:pt>
                <c:pt idx="27981">
                  <c:v>46.72</c:v>
                </c:pt>
                <c:pt idx="27982">
                  <c:v>161.96</c:v>
                </c:pt>
                <c:pt idx="27983">
                  <c:v>176.95</c:v>
                </c:pt>
                <c:pt idx="27984">
                  <c:v>161.96</c:v>
                </c:pt>
                <c:pt idx="27985">
                  <c:v>161.96</c:v>
                </c:pt>
                <c:pt idx="27986">
                  <c:v>161.96</c:v>
                </c:pt>
                <c:pt idx="27987">
                  <c:v>67.489999999999995</c:v>
                </c:pt>
                <c:pt idx="27988">
                  <c:v>163.46</c:v>
                </c:pt>
                <c:pt idx="27989">
                  <c:v>-14.99</c:v>
                </c:pt>
                <c:pt idx="27990">
                  <c:v>177.93</c:v>
                </c:pt>
                <c:pt idx="27991">
                  <c:v>163.46</c:v>
                </c:pt>
                <c:pt idx="27992">
                  <c:v>141.97</c:v>
                </c:pt>
                <c:pt idx="27993">
                  <c:v>143.07</c:v>
                </c:pt>
                <c:pt idx="27994">
                  <c:v>56.97</c:v>
                </c:pt>
                <c:pt idx="27995">
                  <c:v>56.97</c:v>
                </c:pt>
                <c:pt idx="27996">
                  <c:v>53.98</c:v>
                </c:pt>
                <c:pt idx="27997">
                  <c:v>54.98</c:v>
                </c:pt>
                <c:pt idx="27998">
                  <c:v>35.49</c:v>
                </c:pt>
                <c:pt idx="27999">
                  <c:v>76.19</c:v>
                </c:pt>
                <c:pt idx="28000">
                  <c:v>79</c:v>
                </c:pt>
                <c:pt idx="28001">
                  <c:v>142.97</c:v>
                </c:pt>
                <c:pt idx="28002">
                  <c:v>63.99</c:v>
                </c:pt>
                <c:pt idx="28003">
                  <c:v>305.95999999999998</c:v>
                </c:pt>
                <c:pt idx="28004">
                  <c:v>339.96</c:v>
                </c:pt>
                <c:pt idx="28005">
                  <c:v>119.96</c:v>
                </c:pt>
                <c:pt idx="28006">
                  <c:v>208.35</c:v>
                </c:pt>
                <c:pt idx="28007">
                  <c:v>79.98</c:v>
                </c:pt>
                <c:pt idx="28008">
                  <c:v>347.38</c:v>
                </c:pt>
                <c:pt idx="28009">
                  <c:v>80.48</c:v>
                </c:pt>
                <c:pt idx="28010">
                  <c:v>50.46</c:v>
                </c:pt>
                <c:pt idx="28011">
                  <c:v>140.36000000000001</c:v>
                </c:pt>
                <c:pt idx="28012">
                  <c:v>142.76</c:v>
                </c:pt>
                <c:pt idx="28013">
                  <c:v>68.95</c:v>
                </c:pt>
                <c:pt idx="28014">
                  <c:v>82.26</c:v>
                </c:pt>
                <c:pt idx="28015">
                  <c:v>72.58</c:v>
                </c:pt>
                <c:pt idx="28016">
                  <c:v>154.82</c:v>
                </c:pt>
                <c:pt idx="28017">
                  <c:v>74.97</c:v>
                </c:pt>
                <c:pt idx="28018">
                  <c:v>74.97</c:v>
                </c:pt>
                <c:pt idx="28019">
                  <c:v>77.39</c:v>
                </c:pt>
                <c:pt idx="28020">
                  <c:v>77.39</c:v>
                </c:pt>
                <c:pt idx="28021">
                  <c:v>368.99</c:v>
                </c:pt>
                <c:pt idx="28022">
                  <c:v>730.72</c:v>
                </c:pt>
                <c:pt idx="28023">
                  <c:v>798.48</c:v>
                </c:pt>
                <c:pt idx="28024">
                  <c:v>596.07000000000005</c:v>
                </c:pt>
                <c:pt idx="28025">
                  <c:v>139.97999999999999</c:v>
                </c:pt>
                <c:pt idx="28026">
                  <c:v>68.900000000000006</c:v>
                </c:pt>
                <c:pt idx="28027">
                  <c:v>66.489999999999995</c:v>
                </c:pt>
                <c:pt idx="28028">
                  <c:v>19.989999999999998</c:v>
                </c:pt>
                <c:pt idx="28029">
                  <c:v>69.98</c:v>
                </c:pt>
                <c:pt idx="28030">
                  <c:v>69.98</c:v>
                </c:pt>
                <c:pt idx="28031">
                  <c:v>69.98</c:v>
                </c:pt>
                <c:pt idx="28032">
                  <c:v>69.98</c:v>
                </c:pt>
                <c:pt idx="28033">
                  <c:v>69.98</c:v>
                </c:pt>
                <c:pt idx="28034">
                  <c:v>69.98</c:v>
                </c:pt>
                <c:pt idx="28035">
                  <c:v>139.96</c:v>
                </c:pt>
                <c:pt idx="28036">
                  <c:v>139.96</c:v>
                </c:pt>
                <c:pt idx="28037">
                  <c:v>139.96</c:v>
                </c:pt>
                <c:pt idx="28038">
                  <c:v>69.989999999999995</c:v>
                </c:pt>
                <c:pt idx="28039">
                  <c:v>69.989999999999995</c:v>
                </c:pt>
                <c:pt idx="28040">
                  <c:v>51.49</c:v>
                </c:pt>
                <c:pt idx="28041">
                  <c:v>79.989999999999995</c:v>
                </c:pt>
                <c:pt idx="28042">
                  <c:v>69.989999999999995</c:v>
                </c:pt>
                <c:pt idx="28043">
                  <c:v>69.989999999999995</c:v>
                </c:pt>
                <c:pt idx="28044">
                  <c:v>139.97999999999999</c:v>
                </c:pt>
                <c:pt idx="28045">
                  <c:v>139.97999999999999</c:v>
                </c:pt>
                <c:pt idx="28046">
                  <c:v>69.989999999999995</c:v>
                </c:pt>
                <c:pt idx="28047">
                  <c:v>69.989999999999995</c:v>
                </c:pt>
                <c:pt idx="28048">
                  <c:v>11.49</c:v>
                </c:pt>
                <c:pt idx="28049">
                  <c:v>119.96</c:v>
                </c:pt>
                <c:pt idx="28050">
                  <c:v>69.989999999999995</c:v>
                </c:pt>
                <c:pt idx="28051">
                  <c:v>69.989999999999995</c:v>
                </c:pt>
                <c:pt idx="28052">
                  <c:v>139.97999999999999</c:v>
                </c:pt>
                <c:pt idx="28053">
                  <c:v>139.97999999999999</c:v>
                </c:pt>
                <c:pt idx="28054">
                  <c:v>254.97</c:v>
                </c:pt>
                <c:pt idx="28055">
                  <c:v>229.97</c:v>
                </c:pt>
                <c:pt idx="28056">
                  <c:v>256.47000000000003</c:v>
                </c:pt>
                <c:pt idx="28057">
                  <c:v>197.97</c:v>
                </c:pt>
                <c:pt idx="28058">
                  <c:v>137.66999999999999</c:v>
                </c:pt>
                <c:pt idx="28059">
                  <c:v>254.97</c:v>
                </c:pt>
                <c:pt idx="28060">
                  <c:v>139.97</c:v>
                </c:pt>
                <c:pt idx="28061">
                  <c:v>54.98</c:v>
                </c:pt>
                <c:pt idx="28062">
                  <c:v>84.99</c:v>
                </c:pt>
                <c:pt idx="28063">
                  <c:v>54.98</c:v>
                </c:pt>
                <c:pt idx="28064">
                  <c:v>84.99</c:v>
                </c:pt>
                <c:pt idx="28065">
                  <c:v>54.98</c:v>
                </c:pt>
                <c:pt idx="28066">
                  <c:v>84.98</c:v>
                </c:pt>
                <c:pt idx="28067">
                  <c:v>139.96</c:v>
                </c:pt>
                <c:pt idx="28068">
                  <c:v>74.95</c:v>
                </c:pt>
                <c:pt idx="28069">
                  <c:v>139.96</c:v>
                </c:pt>
                <c:pt idx="28070">
                  <c:v>33.840000000000003</c:v>
                </c:pt>
                <c:pt idx="28071">
                  <c:v>66.53</c:v>
                </c:pt>
                <c:pt idx="28072">
                  <c:v>35.07</c:v>
                </c:pt>
                <c:pt idx="28073">
                  <c:v>139.94999999999999</c:v>
                </c:pt>
                <c:pt idx="28074">
                  <c:v>142.25</c:v>
                </c:pt>
                <c:pt idx="28075">
                  <c:v>153.97999999999999</c:v>
                </c:pt>
                <c:pt idx="28076">
                  <c:v>159.97999999999999</c:v>
                </c:pt>
                <c:pt idx="28077">
                  <c:v>169.98</c:v>
                </c:pt>
                <c:pt idx="28078">
                  <c:v>131.97999999999999</c:v>
                </c:pt>
                <c:pt idx="28079">
                  <c:v>169.98</c:v>
                </c:pt>
                <c:pt idx="28080">
                  <c:v>165.96</c:v>
                </c:pt>
                <c:pt idx="28081">
                  <c:v>139.96</c:v>
                </c:pt>
                <c:pt idx="28082">
                  <c:v>157.97999999999999</c:v>
                </c:pt>
                <c:pt idx="28083">
                  <c:v>159.96</c:v>
                </c:pt>
                <c:pt idx="28084">
                  <c:v>140.66999999999999</c:v>
                </c:pt>
                <c:pt idx="28085">
                  <c:v>169.98</c:v>
                </c:pt>
                <c:pt idx="28086">
                  <c:v>131.97999999999999</c:v>
                </c:pt>
                <c:pt idx="28087">
                  <c:v>243.46</c:v>
                </c:pt>
                <c:pt idx="28088">
                  <c:v>121.98</c:v>
                </c:pt>
                <c:pt idx="28089">
                  <c:v>131.97999999999999</c:v>
                </c:pt>
                <c:pt idx="28090">
                  <c:v>67.97</c:v>
                </c:pt>
                <c:pt idx="28091">
                  <c:v>154.63999999999999</c:v>
                </c:pt>
                <c:pt idx="28092">
                  <c:v>169.98</c:v>
                </c:pt>
                <c:pt idx="28093">
                  <c:v>169.98</c:v>
                </c:pt>
                <c:pt idx="28094">
                  <c:v>59.96</c:v>
                </c:pt>
                <c:pt idx="28095">
                  <c:v>22.23</c:v>
                </c:pt>
                <c:pt idx="28096">
                  <c:v>104.97</c:v>
                </c:pt>
                <c:pt idx="28097">
                  <c:v>139.94999999999999</c:v>
                </c:pt>
                <c:pt idx="28098">
                  <c:v>139.9</c:v>
                </c:pt>
                <c:pt idx="28099">
                  <c:v>59.97</c:v>
                </c:pt>
                <c:pt idx="28100">
                  <c:v>41.48</c:v>
                </c:pt>
                <c:pt idx="28101">
                  <c:v>21.49</c:v>
                </c:pt>
                <c:pt idx="28102">
                  <c:v>84.99</c:v>
                </c:pt>
                <c:pt idx="28103">
                  <c:v>53.97</c:v>
                </c:pt>
                <c:pt idx="28104">
                  <c:v>20.49</c:v>
                </c:pt>
                <c:pt idx="28105">
                  <c:v>56.97</c:v>
                </c:pt>
                <c:pt idx="28106">
                  <c:v>69.95</c:v>
                </c:pt>
                <c:pt idx="28107">
                  <c:v>69.95</c:v>
                </c:pt>
                <c:pt idx="28108">
                  <c:v>99.98</c:v>
                </c:pt>
                <c:pt idx="28109">
                  <c:v>174.97</c:v>
                </c:pt>
                <c:pt idx="28110">
                  <c:v>105.98</c:v>
                </c:pt>
                <c:pt idx="28111">
                  <c:v>145.97</c:v>
                </c:pt>
                <c:pt idx="28112">
                  <c:v>145.97</c:v>
                </c:pt>
                <c:pt idx="28113">
                  <c:v>139.9</c:v>
                </c:pt>
                <c:pt idx="28114">
                  <c:v>139.9</c:v>
                </c:pt>
                <c:pt idx="28115">
                  <c:v>80.97</c:v>
                </c:pt>
                <c:pt idx="28116">
                  <c:v>59.95</c:v>
                </c:pt>
                <c:pt idx="28117">
                  <c:v>152.97999999999999</c:v>
                </c:pt>
                <c:pt idx="28118">
                  <c:v>152.97999999999999</c:v>
                </c:pt>
                <c:pt idx="28119">
                  <c:v>152.96</c:v>
                </c:pt>
                <c:pt idx="28120">
                  <c:v>62.97</c:v>
                </c:pt>
                <c:pt idx="28121">
                  <c:v>72.58</c:v>
                </c:pt>
                <c:pt idx="28122">
                  <c:v>81.64</c:v>
                </c:pt>
                <c:pt idx="28123">
                  <c:v>157.97</c:v>
                </c:pt>
                <c:pt idx="28124">
                  <c:v>233.38</c:v>
                </c:pt>
                <c:pt idx="28125">
                  <c:v>216.94</c:v>
                </c:pt>
                <c:pt idx="28126">
                  <c:v>197.97</c:v>
                </c:pt>
                <c:pt idx="28127">
                  <c:v>197.97</c:v>
                </c:pt>
                <c:pt idx="28128">
                  <c:v>363.38</c:v>
                </c:pt>
                <c:pt idx="28129">
                  <c:v>196.7</c:v>
                </c:pt>
                <c:pt idx="28130">
                  <c:v>86.07</c:v>
                </c:pt>
                <c:pt idx="28131">
                  <c:v>141.96</c:v>
                </c:pt>
                <c:pt idx="28132">
                  <c:v>83.97</c:v>
                </c:pt>
                <c:pt idx="28133">
                  <c:v>57.98</c:v>
                </c:pt>
                <c:pt idx="28134">
                  <c:v>139.47</c:v>
                </c:pt>
                <c:pt idx="28135">
                  <c:v>65.05</c:v>
                </c:pt>
                <c:pt idx="28136">
                  <c:v>88.9</c:v>
                </c:pt>
                <c:pt idx="28137">
                  <c:v>69.989999999999995</c:v>
                </c:pt>
                <c:pt idx="28138">
                  <c:v>69.989999999999995</c:v>
                </c:pt>
                <c:pt idx="28139">
                  <c:v>179.95</c:v>
                </c:pt>
                <c:pt idx="28140">
                  <c:v>275.93</c:v>
                </c:pt>
                <c:pt idx="28141">
                  <c:v>114.65</c:v>
                </c:pt>
                <c:pt idx="28142">
                  <c:v>226.8</c:v>
                </c:pt>
                <c:pt idx="28143">
                  <c:v>212.97</c:v>
                </c:pt>
                <c:pt idx="28144">
                  <c:v>254.97</c:v>
                </c:pt>
                <c:pt idx="28145">
                  <c:v>131.97999999999999</c:v>
                </c:pt>
                <c:pt idx="28146">
                  <c:v>225.55</c:v>
                </c:pt>
                <c:pt idx="28147">
                  <c:v>107.97</c:v>
                </c:pt>
                <c:pt idx="28148">
                  <c:v>229.97</c:v>
                </c:pt>
                <c:pt idx="28149">
                  <c:v>201.96</c:v>
                </c:pt>
                <c:pt idx="28150">
                  <c:v>131.97999999999999</c:v>
                </c:pt>
                <c:pt idx="28151">
                  <c:v>169.98</c:v>
                </c:pt>
                <c:pt idx="28152">
                  <c:v>69.290000000000006</c:v>
                </c:pt>
                <c:pt idx="28153">
                  <c:v>69.989999999999995</c:v>
                </c:pt>
                <c:pt idx="28154">
                  <c:v>56.97</c:v>
                </c:pt>
                <c:pt idx="28155">
                  <c:v>56.97</c:v>
                </c:pt>
                <c:pt idx="28156">
                  <c:v>47.75</c:v>
                </c:pt>
                <c:pt idx="28157">
                  <c:v>22.95</c:v>
                </c:pt>
                <c:pt idx="28158">
                  <c:v>49.59</c:v>
                </c:pt>
                <c:pt idx="28159">
                  <c:v>141.62</c:v>
                </c:pt>
                <c:pt idx="28160">
                  <c:v>79.849999999999994</c:v>
                </c:pt>
                <c:pt idx="28161">
                  <c:v>84.99</c:v>
                </c:pt>
                <c:pt idx="28162">
                  <c:v>79.989999999999995</c:v>
                </c:pt>
                <c:pt idx="28163">
                  <c:v>89.97</c:v>
                </c:pt>
                <c:pt idx="28164">
                  <c:v>84.99</c:v>
                </c:pt>
                <c:pt idx="28165">
                  <c:v>58.99</c:v>
                </c:pt>
                <c:pt idx="28166">
                  <c:v>60.98</c:v>
                </c:pt>
                <c:pt idx="28167">
                  <c:v>99.98</c:v>
                </c:pt>
                <c:pt idx="28168">
                  <c:v>64.97</c:v>
                </c:pt>
                <c:pt idx="28169">
                  <c:v>66.22</c:v>
                </c:pt>
                <c:pt idx="28170">
                  <c:v>99.98</c:v>
                </c:pt>
                <c:pt idx="28171">
                  <c:v>60.98</c:v>
                </c:pt>
                <c:pt idx="28172">
                  <c:v>93.91</c:v>
                </c:pt>
                <c:pt idx="28173">
                  <c:v>59.39</c:v>
                </c:pt>
                <c:pt idx="28174">
                  <c:v>74.97</c:v>
                </c:pt>
                <c:pt idx="28175">
                  <c:v>72.66</c:v>
                </c:pt>
                <c:pt idx="28176">
                  <c:v>53.18</c:v>
                </c:pt>
                <c:pt idx="28177">
                  <c:v>62.87</c:v>
                </c:pt>
                <c:pt idx="28178">
                  <c:v>84.99</c:v>
                </c:pt>
                <c:pt idx="28179">
                  <c:v>68.989999999999995</c:v>
                </c:pt>
                <c:pt idx="28180">
                  <c:v>31.48</c:v>
                </c:pt>
                <c:pt idx="28181">
                  <c:v>30.88</c:v>
                </c:pt>
                <c:pt idx="28182">
                  <c:v>41.24</c:v>
                </c:pt>
                <c:pt idx="28183">
                  <c:v>84.99</c:v>
                </c:pt>
                <c:pt idx="28184">
                  <c:v>84.99</c:v>
                </c:pt>
                <c:pt idx="28185">
                  <c:v>53.98</c:v>
                </c:pt>
                <c:pt idx="28186">
                  <c:v>138.97</c:v>
                </c:pt>
                <c:pt idx="28187">
                  <c:v>69.959999999999994</c:v>
                </c:pt>
                <c:pt idx="28188">
                  <c:v>68.959999999999994</c:v>
                </c:pt>
                <c:pt idx="28189">
                  <c:v>53.96</c:v>
                </c:pt>
                <c:pt idx="28190">
                  <c:v>139.96</c:v>
                </c:pt>
                <c:pt idx="28191">
                  <c:v>194.97</c:v>
                </c:pt>
                <c:pt idx="28192">
                  <c:v>242.95</c:v>
                </c:pt>
                <c:pt idx="28193">
                  <c:v>131.97999999999999</c:v>
                </c:pt>
                <c:pt idx="28194">
                  <c:v>156.97</c:v>
                </c:pt>
                <c:pt idx="28195">
                  <c:v>184.21</c:v>
                </c:pt>
                <c:pt idx="28196">
                  <c:v>151.97</c:v>
                </c:pt>
                <c:pt idx="28197">
                  <c:v>69.98</c:v>
                </c:pt>
                <c:pt idx="28198">
                  <c:v>69.98</c:v>
                </c:pt>
                <c:pt idx="28199">
                  <c:v>57.98</c:v>
                </c:pt>
                <c:pt idx="28200">
                  <c:v>28.49</c:v>
                </c:pt>
                <c:pt idx="28201">
                  <c:v>55.98</c:v>
                </c:pt>
                <c:pt idx="28202">
                  <c:v>141.16999999999999</c:v>
                </c:pt>
                <c:pt idx="28203">
                  <c:v>139.91999999999999</c:v>
                </c:pt>
                <c:pt idx="28204">
                  <c:v>61.41</c:v>
                </c:pt>
                <c:pt idx="28205">
                  <c:v>80.98</c:v>
                </c:pt>
                <c:pt idx="28206">
                  <c:v>153.65</c:v>
                </c:pt>
                <c:pt idx="28207">
                  <c:v>130.63999999999999</c:v>
                </c:pt>
                <c:pt idx="28208">
                  <c:v>203.24</c:v>
                </c:pt>
                <c:pt idx="28209">
                  <c:v>210.14</c:v>
                </c:pt>
                <c:pt idx="28210">
                  <c:v>313.33999999999997</c:v>
                </c:pt>
                <c:pt idx="28211">
                  <c:v>313.33999999999997</c:v>
                </c:pt>
                <c:pt idx="28212">
                  <c:v>169.84</c:v>
                </c:pt>
                <c:pt idx="28213">
                  <c:v>114.91</c:v>
                </c:pt>
                <c:pt idx="28214">
                  <c:v>100.39</c:v>
                </c:pt>
                <c:pt idx="28215">
                  <c:v>114.91</c:v>
                </c:pt>
                <c:pt idx="28216">
                  <c:v>145.15</c:v>
                </c:pt>
                <c:pt idx="28217">
                  <c:v>248.66</c:v>
                </c:pt>
                <c:pt idx="28218">
                  <c:v>119.75</c:v>
                </c:pt>
                <c:pt idx="28219">
                  <c:v>130.59</c:v>
                </c:pt>
                <c:pt idx="28220">
                  <c:v>153.65</c:v>
                </c:pt>
                <c:pt idx="28221">
                  <c:v>159.69999999999999</c:v>
                </c:pt>
                <c:pt idx="28222">
                  <c:v>174.49</c:v>
                </c:pt>
                <c:pt idx="28223">
                  <c:v>214.13</c:v>
                </c:pt>
                <c:pt idx="28224">
                  <c:v>68.98</c:v>
                </c:pt>
                <c:pt idx="28225">
                  <c:v>68.98</c:v>
                </c:pt>
                <c:pt idx="28226">
                  <c:v>68.97</c:v>
                </c:pt>
                <c:pt idx="28227">
                  <c:v>68.97</c:v>
                </c:pt>
                <c:pt idx="28228">
                  <c:v>72.959999999999994</c:v>
                </c:pt>
                <c:pt idx="28229">
                  <c:v>67.97</c:v>
                </c:pt>
                <c:pt idx="28230">
                  <c:v>70.47</c:v>
                </c:pt>
                <c:pt idx="28231">
                  <c:v>70.47</c:v>
                </c:pt>
                <c:pt idx="28232">
                  <c:v>83.87</c:v>
                </c:pt>
                <c:pt idx="28233">
                  <c:v>183.68</c:v>
                </c:pt>
                <c:pt idx="28234">
                  <c:v>169.98</c:v>
                </c:pt>
                <c:pt idx="28235">
                  <c:v>158.97</c:v>
                </c:pt>
                <c:pt idx="28236">
                  <c:v>175.5</c:v>
                </c:pt>
                <c:pt idx="28237">
                  <c:v>131.97999999999999</c:v>
                </c:pt>
                <c:pt idx="28238">
                  <c:v>188.97</c:v>
                </c:pt>
                <c:pt idx="28239">
                  <c:v>169.98</c:v>
                </c:pt>
                <c:pt idx="28240">
                  <c:v>134.97999999999999</c:v>
                </c:pt>
                <c:pt idx="28241">
                  <c:v>165.64</c:v>
                </c:pt>
                <c:pt idx="28242">
                  <c:v>144.47999999999999</c:v>
                </c:pt>
                <c:pt idx="28243">
                  <c:v>150.97</c:v>
                </c:pt>
                <c:pt idx="28244">
                  <c:v>169.98</c:v>
                </c:pt>
                <c:pt idx="28245">
                  <c:v>178.97</c:v>
                </c:pt>
                <c:pt idx="28246">
                  <c:v>169.98</c:v>
                </c:pt>
                <c:pt idx="28247">
                  <c:v>65.989999999999995</c:v>
                </c:pt>
                <c:pt idx="28248">
                  <c:v>134.97999999999999</c:v>
                </c:pt>
                <c:pt idx="28249">
                  <c:v>82.26</c:v>
                </c:pt>
                <c:pt idx="28250">
                  <c:v>56.22</c:v>
                </c:pt>
                <c:pt idx="28251">
                  <c:v>50.38</c:v>
                </c:pt>
                <c:pt idx="28252">
                  <c:v>87.96</c:v>
                </c:pt>
                <c:pt idx="28253">
                  <c:v>88.97</c:v>
                </c:pt>
                <c:pt idx="28254">
                  <c:v>51.76</c:v>
                </c:pt>
                <c:pt idx="28255">
                  <c:v>151.96</c:v>
                </c:pt>
                <c:pt idx="28256">
                  <c:v>161.96</c:v>
                </c:pt>
                <c:pt idx="28257">
                  <c:v>146.97</c:v>
                </c:pt>
                <c:pt idx="28258">
                  <c:v>127.07</c:v>
                </c:pt>
                <c:pt idx="28259">
                  <c:v>136.97</c:v>
                </c:pt>
                <c:pt idx="28260">
                  <c:v>161.53</c:v>
                </c:pt>
                <c:pt idx="28261">
                  <c:v>72.58</c:v>
                </c:pt>
                <c:pt idx="28262">
                  <c:v>79.849999999999994</c:v>
                </c:pt>
                <c:pt idx="28263">
                  <c:v>31.49</c:v>
                </c:pt>
                <c:pt idx="28264">
                  <c:v>50.98</c:v>
                </c:pt>
                <c:pt idx="28265">
                  <c:v>38.479999999999997</c:v>
                </c:pt>
                <c:pt idx="28266">
                  <c:v>50.48</c:v>
                </c:pt>
                <c:pt idx="28267">
                  <c:v>89.98</c:v>
                </c:pt>
                <c:pt idx="28268">
                  <c:v>79.849999999999994</c:v>
                </c:pt>
                <c:pt idx="28269">
                  <c:v>72.56</c:v>
                </c:pt>
                <c:pt idx="28270">
                  <c:v>120.95</c:v>
                </c:pt>
                <c:pt idx="28271">
                  <c:v>120.95</c:v>
                </c:pt>
                <c:pt idx="28272">
                  <c:v>152.41</c:v>
                </c:pt>
                <c:pt idx="28273">
                  <c:v>152.41</c:v>
                </c:pt>
                <c:pt idx="28274">
                  <c:v>159.97999999999999</c:v>
                </c:pt>
                <c:pt idx="28275">
                  <c:v>145.97</c:v>
                </c:pt>
                <c:pt idx="28276">
                  <c:v>77.959999999999994</c:v>
                </c:pt>
                <c:pt idx="28277">
                  <c:v>67.98</c:v>
                </c:pt>
                <c:pt idx="28278">
                  <c:v>227.96</c:v>
                </c:pt>
                <c:pt idx="28279">
                  <c:v>77.959999999999994</c:v>
                </c:pt>
                <c:pt idx="28280">
                  <c:v>146.46</c:v>
                </c:pt>
                <c:pt idx="28281">
                  <c:v>193.97</c:v>
                </c:pt>
                <c:pt idx="28282">
                  <c:v>209.94</c:v>
                </c:pt>
                <c:pt idx="28283">
                  <c:v>197.46</c:v>
                </c:pt>
                <c:pt idx="28284">
                  <c:v>198.96</c:v>
                </c:pt>
                <c:pt idx="28285">
                  <c:v>83.48</c:v>
                </c:pt>
                <c:pt idx="28286">
                  <c:v>152.38999999999999</c:v>
                </c:pt>
                <c:pt idx="28287">
                  <c:v>137.97</c:v>
                </c:pt>
                <c:pt idx="28288">
                  <c:v>61.67</c:v>
                </c:pt>
                <c:pt idx="28289">
                  <c:v>102.98</c:v>
                </c:pt>
                <c:pt idx="28290">
                  <c:v>22.24</c:v>
                </c:pt>
                <c:pt idx="28291">
                  <c:v>137.96</c:v>
                </c:pt>
                <c:pt idx="28292">
                  <c:v>89.97</c:v>
                </c:pt>
                <c:pt idx="28293">
                  <c:v>89.97</c:v>
                </c:pt>
                <c:pt idx="28294">
                  <c:v>137.97999999999999</c:v>
                </c:pt>
                <c:pt idx="28295">
                  <c:v>287.93</c:v>
                </c:pt>
                <c:pt idx="28296">
                  <c:v>255.96</c:v>
                </c:pt>
                <c:pt idx="28297">
                  <c:v>197.97</c:v>
                </c:pt>
                <c:pt idx="28298">
                  <c:v>143.72</c:v>
                </c:pt>
                <c:pt idx="28299">
                  <c:v>250.13</c:v>
                </c:pt>
                <c:pt idx="28300">
                  <c:v>192.21</c:v>
                </c:pt>
                <c:pt idx="28301">
                  <c:v>137.97999999999999</c:v>
                </c:pt>
                <c:pt idx="28302">
                  <c:v>137.97999999999999</c:v>
                </c:pt>
                <c:pt idx="28303">
                  <c:v>137.97999999999999</c:v>
                </c:pt>
                <c:pt idx="28304">
                  <c:v>66.540000000000006</c:v>
                </c:pt>
                <c:pt idx="28305">
                  <c:v>85.74</c:v>
                </c:pt>
                <c:pt idx="28306">
                  <c:v>16.489999999999998</c:v>
                </c:pt>
                <c:pt idx="28307">
                  <c:v>57.98</c:v>
                </c:pt>
                <c:pt idx="28308">
                  <c:v>16.489999999999998</c:v>
                </c:pt>
                <c:pt idx="28309">
                  <c:v>17.239999999999998</c:v>
                </c:pt>
                <c:pt idx="28310">
                  <c:v>133.02000000000001</c:v>
                </c:pt>
                <c:pt idx="28311">
                  <c:v>84.97</c:v>
                </c:pt>
                <c:pt idx="28312">
                  <c:v>211.96</c:v>
                </c:pt>
                <c:pt idx="28313">
                  <c:v>280.95</c:v>
                </c:pt>
                <c:pt idx="28314">
                  <c:v>174.97</c:v>
                </c:pt>
                <c:pt idx="28315">
                  <c:v>251.18</c:v>
                </c:pt>
                <c:pt idx="28316">
                  <c:v>346.94</c:v>
                </c:pt>
                <c:pt idx="28317">
                  <c:v>211.96</c:v>
                </c:pt>
                <c:pt idx="28318">
                  <c:v>211.96</c:v>
                </c:pt>
                <c:pt idx="28319">
                  <c:v>59.84</c:v>
                </c:pt>
                <c:pt idx="28320">
                  <c:v>55.36</c:v>
                </c:pt>
                <c:pt idx="28321">
                  <c:v>137.66999999999999</c:v>
                </c:pt>
                <c:pt idx="28322">
                  <c:v>69.989999999999995</c:v>
                </c:pt>
                <c:pt idx="28323">
                  <c:v>69.989999999999995</c:v>
                </c:pt>
                <c:pt idx="28324">
                  <c:v>69.989999999999995</c:v>
                </c:pt>
                <c:pt idx="28325">
                  <c:v>69.989999999999995</c:v>
                </c:pt>
                <c:pt idx="28326">
                  <c:v>69.989999999999995</c:v>
                </c:pt>
                <c:pt idx="28327">
                  <c:v>69.989999999999995</c:v>
                </c:pt>
                <c:pt idx="28328">
                  <c:v>69.989999999999995</c:v>
                </c:pt>
                <c:pt idx="28329">
                  <c:v>499.93</c:v>
                </c:pt>
                <c:pt idx="28330">
                  <c:v>419.92</c:v>
                </c:pt>
                <c:pt idx="28331">
                  <c:v>69.989999999999995</c:v>
                </c:pt>
                <c:pt idx="28332">
                  <c:v>54.98</c:v>
                </c:pt>
                <c:pt idx="28333">
                  <c:v>84.99</c:v>
                </c:pt>
                <c:pt idx="28334">
                  <c:v>84.99</c:v>
                </c:pt>
                <c:pt idx="28335">
                  <c:v>41.94</c:v>
                </c:pt>
                <c:pt idx="28336">
                  <c:v>139.97</c:v>
                </c:pt>
                <c:pt idx="28337">
                  <c:v>46.29</c:v>
                </c:pt>
                <c:pt idx="28338">
                  <c:v>84.99</c:v>
                </c:pt>
                <c:pt idx="28339">
                  <c:v>84.99</c:v>
                </c:pt>
                <c:pt idx="28340">
                  <c:v>46.29</c:v>
                </c:pt>
                <c:pt idx="28341">
                  <c:v>54.98</c:v>
                </c:pt>
                <c:pt idx="28342">
                  <c:v>84.98</c:v>
                </c:pt>
                <c:pt idx="28343">
                  <c:v>144.94999999999999</c:v>
                </c:pt>
                <c:pt idx="28344">
                  <c:v>145.94999999999999</c:v>
                </c:pt>
                <c:pt idx="28345">
                  <c:v>145.94999999999999</c:v>
                </c:pt>
                <c:pt idx="28346">
                  <c:v>154.94999999999999</c:v>
                </c:pt>
                <c:pt idx="28347">
                  <c:v>92.97</c:v>
                </c:pt>
                <c:pt idx="28348">
                  <c:v>92.97</c:v>
                </c:pt>
                <c:pt idx="28349">
                  <c:v>123.96</c:v>
                </c:pt>
                <c:pt idx="28350">
                  <c:v>148.94999999999999</c:v>
                </c:pt>
                <c:pt idx="28351">
                  <c:v>109.19</c:v>
                </c:pt>
                <c:pt idx="28352">
                  <c:v>92.97</c:v>
                </c:pt>
                <c:pt idx="28353">
                  <c:v>123.96</c:v>
                </c:pt>
                <c:pt idx="28354">
                  <c:v>120.96</c:v>
                </c:pt>
                <c:pt idx="28355">
                  <c:v>79.97</c:v>
                </c:pt>
                <c:pt idx="28356">
                  <c:v>116.96</c:v>
                </c:pt>
                <c:pt idx="28357">
                  <c:v>154.94999999999999</c:v>
                </c:pt>
                <c:pt idx="28358">
                  <c:v>145.94999999999999</c:v>
                </c:pt>
                <c:pt idx="28359">
                  <c:v>87.91</c:v>
                </c:pt>
                <c:pt idx="28360">
                  <c:v>142.34</c:v>
                </c:pt>
                <c:pt idx="28361">
                  <c:v>118.13</c:v>
                </c:pt>
                <c:pt idx="28362">
                  <c:v>123.96</c:v>
                </c:pt>
                <c:pt idx="28363">
                  <c:v>107.27</c:v>
                </c:pt>
                <c:pt idx="28364">
                  <c:v>75.569999999999993</c:v>
                </c:pt>
                <c:pt idx="28365">
                  <c:v>139.94999999999999</c:v>
                </c:pt>
                <c:pt idx="28366">
                  <c:v>73.97</c:v>
                </c:pt>
                <c:pt idx="28367">
                  <c:v>65.98</c:v>
                </c:pt>
                <c:pt idx="28368">
                  <c:v>139.94999999999999</c:v>
                </c:pt>
                <c:pt idx="28369">
                  <c:v>41.28</c:v>
                </c:pt>
                <c:pt idx="28370">
                  <c:v>89.98</c:v>
                </c:pt>
                <c:pt idx="28371">
                  <c:v>131.25</c:v>
                </c:pt>
                <c:pt idx="28372">
                  <c:v>111.96</c:v>
                </c:pt>
                <c:pt idx="28373">
                  <c:v>69.95</c:v>
                </c:pt>
                <c:pt idx="28374">
                  <c:v>69.98</c:v>
                </c:pt>
                <c:pt idx="28375">
                  <c:v>179.97</c:v>
                </c:pt>
                <c:pt idx="28376">
                  <c:v>144.97</c:v>
                </c:pt>
                <c:pt idx="28377">
                  <c:v>49.99</c:v>
                </c:pt>
                <c:pt idx="28378">
                  <c:v>128.56</c:v>
                </c:pt>
                <c:pt idx="28379">
                  <c:v>50.97</c:v>
                </c:pt>
                <c:pt idx="28380">
                  <c:v>80.95</c:v>
                </c:pt>
                <c:pt idx="28381">
                  <c:v>104.97</c:v>
                </c:pt>
                <c:pt idx="28382">
                  <c:v>49.99</c:v>
                </c:pt>
                <c:pt idx="28383">
                  <c:v>109.98</c:v>
                </c:pt>
                <c:pt idx="28384">
                  <c:v>56.47</c:v>
                </c:pt>
                <c:pt idx="28385">
                  <c:v>99.98</c:v>
                </c:pt>
                <c:pt idx="28386">
                  <c:v>141.94</c:v>
                </c:pt>
                <c:pt idx="28387">
                  <c:v>99.98</c:v>
                </c:pt>
                <c:pt idx="28388">
                  <c:v>79.989999999999995</c:v>
                </c:pt>
                <c:pt idx="28389">
                  <c:v>129.97999999999999</c:v>
                </c:pt>
                <c:pt idx="28390">
                  <c:v>86.16</c:v>
                </c:pt>
                <c:pt idx="28391">
                  <c:v>79.989999999999995</c:v>
                </c:pt>
                <c:pt idx="28392">
                  <c:v>59.94</c:v>
                </c:pt>
                <c:pt idx="28393">
                  <c:v>85.96</c:v>
                </c:pt>
                <c:pt idx="28394">
                  <c:v>137.46</c:v>
                </c:pt>
                <c:pt idx="28395">
                  <c:v>120.86</c:v>
                </c:pt>
                <c:pt idx="28396">
                  <c:v>10.29</c:v>
                </c:pt>
                <c:pt idx="28397">
                  <c:v>84.92</c:v>
                </c:pt>
                <c:pt idx="28398">
                  <c:v>66.53</c:v>
                </c:pt>
                <c:pt idx="28399">
                  <c:v>80.97</c:v>
                </c:pt>
                <c:pt idx="28400">
                  <c:v>56.09</c:v>
                </c:pt>
                <c:pt idx="28401">
                  <c:v>37.479999999999997</c:v>
                </c:pt>
                <c:pt idx="28402">
                  <c:v>37.479999999999997</c:v>
                </c:pt>
                <c:pt idx="28403">
                  <c:v>73.98</c:v>
                </c:pt>
                <c:pt idx="28404">
                  <c:v>73.98</c:v>
                </c:pt>
                <c:pt idx="28405">
                  <c:v>86.47</c:v>
                </c:pt>
                <c:pt idx="28406">
                  <c:v>44.27</c:v>
                </c:pt>
                <c:pt idx="28407">
                  <c:v>76.97</c:v>
                </c:pt>
                <c:pt idx="28408">
                  <c:v>59.98</c:v>
                </c:pt>
                <c:pt idx="28409">
                  <c:v>56.98</c:v>
                </c:pt>
                <c:pt idx="28410">
                  <c:v>62.98</c:v>
                </c:pt>
                <c:pt idx="28411">
                  <c:v>58.98</c:v>
                </c:pt>
                <c:pt idx="28412">
                  <c:v>77.97</c:v>
                </c:pt>
                <c:pt idx="28413">
                  <c:v>103.98</c:v>
                </c:pt>
                <c:pt idx="28414">
                  <c:v>246.56</c:v>
                </c:pt>
                <c:pt idx="28415">
                  <c:v>169.98</c:v>
                </c:pt>
                <c:pt idx="28416">
                  <c:v>84.99</c:v>
                </c:pt>
                <c:pt idx="28417">
                  <c:v>158.13999999999999</c:v>
                </c:pt>
                <c:pt idx="28418">
                  <c:v>169.98</c:v>
                </c:pt>
                <c:pt idx="28419">
                  <c:v>103.98</c:v>
                </c:pt>
                <c:pt idx="28420">
                  <c:v>156.97</c:v>
                </c:pt>
                <c:pt idx="28421">
                  <c:v>188.97</c:v>
                </c:pt>
                <c:pt idx="28422">
                  <c:v>93.58</c:v>
                </c:pt>
                <c:pt idx="28423">
                  <c:v>76.489999999999995</c:v>
                </c:pt>
                <c:pt idx="28424">
                  <c:v>214.56</c:v>
                </c:pt>
                <c:pt idx="28425">
                  <c:v>247.89</c:v>
                </c:pt>
                <c:pt idx="28426">
                  <c:v>64.989999999999995</c:v>
                </c:pt>
                <c:pt idx="28427">
                  <c:v>151.47999999999999</c:v>
                </c:pt>
                <c:pt idx="28428">
                  <c:v>137.97999999999999</c:v>
                </c:pt>
                <c:pt idx="28429">
                  <c:v>102.48</c:v>
                </c:pt>
                <c:pt idx="28430">
                  <c:v>70.98</c:v>
                </c:pt>
                <c:pt idx="28431">
                  <c:v>65.98</c:v>
                </c:pt>
                <c:pt idx="28432">
                  <c:v>149.96</c:v>
                </c:pt>
                <c:pt idx="28433">
                  <c:v>61.69</c:v>
                </c:pt>
                <c:pt idx="28434">
                  <c:v>89.52</c:v>
                </c:pt>
                <c:pt idx="28435">
                  <c:v>84.97</c:v>
                </c:pt>
                <c:pt idx="28436">
                  <c:v>51.98</c:v>
                </c:pt>
                <c:pt idx="28437">
                  <c:v>18.73</c:v>
                </c:pt>
                <c:pt idx="28438">
                  <c:v>89.98</c:v>
                </c:pt>
                <c:pt idx="28439">
                  <c:v>59.96</c:v>
                </c:pt>
                <c:pt idx="28440">
                  <c:v>286.25</c:v>
                </c:pt>
                <c:pt idx="28441">
                  <c:v>254.97</c:v>
                </c:pt>
                <c:pt idx="28442">
                  <c:v>254.97</c:v>
                </c:pt>
                <c:pt idx="28443">
                  <c:v>274.86</c:v>
                </c:pt>
                <c:pt idx="28444">
                  <c:v>164.9</c:v>
                </c:pt>
                <c:pt idx="28445">
                  <c:v>284.95999999999998</c:v>
                </c:pt>
                <c:pt idx="28446">
                  <c:v>396.91</c:v>
                </c:pt>
                <c:pt idx="28447">
                  <c:v>227.16</c:v>
                </c:pt>
                <c:pt idx="28448">
                  <c:v>103.3</c:v>
                </c:pt>
                <c:pt idx="28449">
                  <c:v>343.88</c:v>
                </c:pt>
                <c:pt idx="28450">
                  <c:v>12.49</c:v>
                </c:pt>
                <c:pt idx="28451">
                  <c:v>13.48</c:v>
                </c:pt>
                <c:pt idx="28452">
                  <c:v>33.479999999999997</c:v>
                </c:pt>
                <c:pt idx="28453">
                  <c:v>46.49</c:v>
                </c:pt>
                <c:pt idx="28454">
                  <c:v>81.87</c:v>
                </c:pt>
                <c:pt idx="28455">
                  <c:v>69.98</c:v>
                </c:pt>
                <c:pt idx="28456">
                  <c:v>30.21</c:v>
                </c:pt>
                <c:pt idx="28457">
                  <c:v>111.28</c:v>
                </c:pt>
                <c:pt idx="28458">
                  <c:v>95.35</c:v>
                </c:pt>
                <c:pt idx="28459">
                  <c:v>54.37</c:v>
                </c:pt>
                <c:pt idx="28460">
                  <c:v>121.98</c:v>
                </c:pt>
                <c:pt idx="28461">
                  <c:v>166.94</c:v>
                </c:pt>
                <c:pt idx="28462">
                  <c:v>395.94</c:v>
                </c:pt>
                <c:pt idx="28463">
                  <c:v>191.93</c:v>
                </c:pt>
                <c:pt idx="28464">
                  <c:v>534.52</c:v>
                </c:pt>
                <c:pt idx="28465">
                  <c:v>197.97</c:v>
                </c:pt>
                <c:pt idx="28466">
                  <c:v>67.98</c:v>
                </c:pt>
                <c:pt idx="28467">
                  <c:v>71.069999999999993</c:v>
                </c:pt>
                <c:pt idx="28468">
                  <c:v>84.98</c:v>
                </c:pt>
                <c:pt idx="28469">
                  <c:v>84.98</c:v>
                </c:pt>
                <c:pt idx="28470">
                  <c:v>70.45</c:v>
                </c:pt>
                <c:pt idx="28471">
                  <c:v>52.07</c:v>
                </c:pt>
                <c:pt idx="28472">
                  <c:v>64.95</c:v>
                </c:pt>
                <c:pt idx="28473">
                  <c:v>76.48</c:v>
                </c:pt>
                <c:pt idx="28474">
                  <c:v>59.98</c:v>
                </c:pt>
                <c:pt idx="28475">
                  <c:v>76.47</c:v>
                </c:pt>
                <c:pt idx="28476">
                  <c:v>59.98</c:v>
                </c:pt>
                <c:pt idx="28477">
                  <c:v>53.29</c:v>
                </c:pt>
                <c:pt idx="28478">
                  <c:v>32.49</c:v>
                </c:pt>
                <c:pt idx="28479">
                  <c:v>61.74</c:v>
                </c:pt>
                <c:pt idx="28480">
                  <c:v>25.18</c:v>
                </c:pt>
                <c:pt idx="28481">
                  <c:v>134.97999999999999</c:v>
                </c:pt>
                <c:pt idx="28482">
                  <c:v>119.96</c:v>
                </c:pt>
                <c:pt idx="28483">
                  <c:v>134.97999999999999</c:v>
                </c:pt>
                <c:pt idx="28484">
                  <c:v>101.97</c:v>
                </c:pt>
                <c:pt idx="28485">
                  <c:v>89.97</c:v>
                </c:pt>
                <c:pt idx="28486">
                  <c:v>99.98</c:v>
                </c:pt>
                <c:pt idx="28487">
                  <c:v>149.94999999999999</c:v>
                </c:pt>
                <c:pt idx="28488">
                  <c:v>119.96</c:v>
                </c:pt>
                <c:pt idx="28489">
                  <c:v>99.98</c:v>
                </c:pt>
                <c:pt idx="28490">
                  <c:v>179.94</c:v>
                </c:pt>
                <c:pt idx="28491">
                  <c:v>102.4</c:v>
                </c:pt>
                <c:pt idx="28492">
                  <c:v>119.96</c:v>
                </c:pt>
                <c:pt idx="28493">
                  <c:v>89.97</c:v>
                </c:pt>
                <c:pt idx="28494">
                  <c:v>168.96</c:v>
                </c:pt>
                <c:pt idx="28495">
                  <c:v>119.96</c:v>
                </c:pt>
                <c:pt idx="28496">
                  <c:v>149.94999999999999</c:v>
                </c:pt>
                <c:pt idx="28497">
                  <c:v>84.39</c:v>
                </c:pt>
                <c:pt idx="28498">
                  <c:v>87.24</c:v>
                </c:pt>
                <c:pt idx="28499">
                  <c:v>139.97</c:v>
                </c:pt>
                <c:pt idx="28500">
                  <c:v>114.97</c:v>
                </c:pt>
                <c:pt idx="28501">
                  <c:v>49.46</c:v>
                </c:pt>
                <c:pt idx="28502">
                  <c:v>139.97</c:v>
                </c:pt>
                <c:pt idx="28503">
                  <c:v>20.190000000000001</c:v>
                </c:pt>
                <c:pt idx="28504">
                  <c:v>139.91999999999999</c:v>
                </c:pt>
                <c:pt idx="28505">
                  <c:v>96.78</c:v>
                </c:pt>
                <c:pt idx="28506">
                  <c:v>42.93</c:v>
                </c:pt>
                <c:pt idx="28507">
                  <c:v>95.08</c:v>
                </c:pt>
                <c:pt idx="28508">
                  <c:v>169.98</c:v>
                </c:pt>
                <c:pt idx="28509">
                  <c:v>156.78</c:v>
                </c:pt>
                <c:pt idx="28510">
                  <c:v>171.97</c:v>
                </c:pt>
                <c:pt idx="28511">
                  <c:v>169.98</c:v>
                </c:pt>
                <c:pt idx="28512">
                  <c:v>75.09</c:v>
                </c:pt>
                <c:pt idx="28513">
                  <c:v>238.96</c:v>
                </c:pt>
                <c:pt idx="28514">
                  <c:v>254.97</c:v>
                </c:pt>
                <c:pt idx="28515">
                  <c:v>210.99</c:v>
                </c:pt>
                <c:pt idx="28516">
                  <c:v>136.13999999999999</c:v>
                </c:pt>
                <c:pt idx="28517">
                  <c:v>94.98</c:v>
                </c:pt>
                <c:pt idx="28518">
                  <c:v>5.74</c:v>
                </c:pt>
                <c:pt idx="28519">
                  <c:v>47.49</c:v>
                </c:pt>
                <c:pt idx="28520">
                  <c:v>135.97</c:v>
                </c:pt>
                <c:pt idx="28521">
                  <c:v>135.96</c:v>
                </c:pt>
                <c:pt idx="28522">
                  <c:v>75.45</c:v>
                </c:pt>
                <c:pt idx="28523">
                  <c:v>76.97</c:v>
                </c:pt>
                <c:pt idx="28524">
                  <c:v>58.98</c:v>
                </c:pt>
                <c:pt idx="28525">
                  <c:v>95.7</c:v>
                </c:pt>
                <c:pt idx="28526">
                  <c:v>53.98</c:v>
                </c:pt>
                <c:pt idx="28527">
                  <c:v>69.98</c:v>
                </c:pt>
                <c:pt idx="28528">
                  <c:v>64.98</c:v>
                </c:pt>
                <c:pt idx="28529">
                  <c:v>69.98</c:v>
                </c:pt>
                <c:pt idx="28530">
                  <c:v>104.97</c:v>
                </c:pt>
                <c:pt idx="28531">
                  <c:v>74.97</c:v>
                </c:pt>
                <c:pt idx="28532">
                  <c:v>69.98</c:v>
                </c:pt>
                <c:pt idx="28533">
                  <c:v>73.98</c:v>
                </c:pt>
                <c:pt idx="28534">
                  <c:v>69.98</c:v>
                </c:pt>
                <c:pt idx="28535">
                  <c:v>73.98</c:v>
                </c:pt>
                <c:pt idx="28536">
                  <c:v>59.98</c:v>
                </c:pt>
                <c:pt idx="28537">
                  <c:v>69.98</c:v>
                </c:pt>
                <c:pt idx="28538">
                  <c:v>62.65</c:v>
                </c:pt>
                <c:pt idx="28539">
                  <c:v>69.98</c:v>
                </c:pt>
                <c:pt idx="28540">
                  <c:v>89.97</c:v>
                </c:pt>
                <c:pt idx="28541">
                  <c:v>71.98</c:v>
                </c:pt>
                <c:pt idx="28542">
                  <c:v>79.98</c:v>
                </c:pt>
                <c:pt idx="28543">
                  <c:v>11.49</c:v>
                </c:pt>
                <c:pt idx="28544">
                  <c:v>51.48</c:v>
                </c:pt>
                <c:pt idx="28545">
                  <c:v>75.97</c:v>
                </c:pt>
                <c:pt idx="28546">
                  <c:v>59.98</c:v>
                </c:pt>
                <c:pt idx="28547">
                  <c:v>19.489999999999998</c:v>
                </c:pt>
                <c:pt idx="28548">
                  <c:v>53.97</c:v>
                </c:pt>
                <c:pt idx="28549">
                  <c:v>53.97</c:v>
                </c:pt>
                <c:pt idx="28550">
                  <c:v>135.87</c:v>
                </c:pt>
                <c:pt idx="28551">
                  <c:v>64.98</c:v>
                </c:pt>
                <c:pt idx="28552">
                  <c:v>74.98</c:v>
                </c:pt>
                <c:pt idx="28553">
                  <c:v>150</c:v>
                </c:pt>
                <c:pt idx="28554">
                  <c:v>60.99</c:v>
                </c:pt>
                <c:pt idx="28555">
                  <c:v>85.98</c:v>
                </c:pt>
                <c:pt idx="28556">
                  <c:v>85.98</c:v>
                </c:pt>
                <c:pt idx="28557">
                  <c:v>85.98</c:v>
                </c:pt>
                <c:pt idx="28558">
                  <c:v>65.989999999999995</c:v>
                </c:pt>
                <c:pt idx="28559">
                  <c:v>85.98</c:v>
                </c:pt>
                <c:pt idx="28560">
                  <c:v>46.48</c:v>
                </c:pt>
                <c:pt idx="28561">
                  <c:v>121.98</c:v>
                </c:pt>
                <c:pt idx="28562">
                  <c:v>65.989999999999995</c:v>
                </c:pt>
                <c:pt idx="28563">
                  <c:v>52.24</c:v>
                </c:pt>
                <c:pt idx="28564">
                  <c:v>65.989999999999995</c:v>
                </c:pt>
                <c:pt idx="28565">
                  <c:v>65.989999999999995</c:v>
                </c:pt>
                <c:pt idx="28566">
                  <c:v>84.97</c:v>
                </c:pt>
                <c:pt idx="28567">
                  <c:v>41.49</c:v>
                </c:pt>
                <c:pt idx="28568">
                  <c:v>65.989999999999995</c:v>
                </c:pt>
                <c:pt idx="28569">
                  <c:v>65.989999999999995</c:v>
                </c:pt>
                <c:pt idx="28570">
                  <c:v>53.99</c:v>
                </c:pt>
                <c:pt idx="28571">
                  <c:v>150</c:v>
                </c:pt>
                <c:pt idx="28572">
                  <c:v>62.47</c:v>
                </c:pt>
                <c:pt idx="28573">
                  <c:v>62.47</c:v>
                </c:pt>
                <c:pt idx="28574">
                  <c:v>150</c:v>
                </c:pt>
                <c:pt idx="28575">
                  <c:v>75</c:v>
                </c:pt>
                <c:pt idx="28576">
                  <c:v>75</c:v>
                </c:pt>
                <c:pt idx="28577">
                  <c:v>149.99</c:v>
                </c:pt>
                <c:pt idx="28578">
                  <c:v>75</c:v>
                </c:pt>
                <c:pt idx="28579">
                  <c:v>75</c:v>
                </c:pt>
                <c:pt idx="28580">
                  <c:v>149.99</c:v>
                </c:pt>
                <c:pt idx="28581">
                  <c:v>59.99</c:v>
                </c:pt>
                <c:pt idx="28582">
                  <c:v>135.76</c:v>
                </c:pt>
                <c:pt idx="28583">
                  <c:v>83.05</c:v>
                </c:pt>
                <c:pt idx="28584">
                  <c:v>73.98</c:v>
                </c:pt>
                <c:pt idx="28585">
                  <c:v>7</c:v>
                </c:pt>
                <c:pt idx="28586">
                  <c:v>7.99</c:v>
                </c:pt>
                <c:pt idx="28587">
                  <c:v>18</c:v>
                </c:pt>
                <c:pt idx="28588">
                  <c:v>7</c:v>
                </c:pt>
                <c:pt idx="28589">
                  <c:v>23.99</c:v>
                </c:pt>
                <c:pt idx="28590">
                  <c:v>-1.3</c:v>
                </c:pt>
                <c:pt idx="28591">
                  <c:v>31.88</c:v>
                </c:pt>
                <c:pt idx="28592">
                  <c:v>73.48</c:v>
                </c:pt>
                <c:pt idx="28593">
                  <c:v>74.98</c:v>
                </c:pt>
                <c:pt idx="28594">
                  <c:v>62.98</c:v>
                </c:pt>
                <c:pt idx="28595">
                  <c:v>74.98</c:v>
                </c:pt>
                <c:pt idx="28596">
                  <c:v>62.98</c:v>
                </c:pt>
                <c:pt idx="28597">
                  <c:v>73.48</c:v>
                </c:pt>
                <c:pt idx="28598">
                  <c:v>86.07</c:v>
                </c:pt>
                <c:pt idx="28599">
                  <c:v>145.97</c:v>
                </c:pt>
                <c:pt idx="28600">
                  <c:v>254.97</c:v>
                </c:pt>
                <c:pt idx="28601">
                  <c:v>229.97</c:v>
                </c:pt>
                <c:pt idx="28602">
                  <c:v>243.46</c:v>
                </c:pt>
                <c:pt idx="28603">
                  <c:v>238.96</c:v>
                </c:pt>
                <c:pt idx="28604">
                  <c:v>212.74</c:v>
                </c:pt>
                <c:pt idx="28605">
                  <c:v>311.94</c:v>
                </c:pt>
                <c:pt idx="28606">
                  <c:v>137.96</c:v>
                </c:pt>
                <c:pt idx="28607">
                  <c:v>68.98</c:v>
                </c:pt>
                <c:pt idx="28608">
                  <c:v>68.97</c:v>
                </c:pt>
                <c:pt idx="28609">
                  <c:v>62.96</c:v>
                </c:pt>
                <c:pt idx="28610">
                  <c:v>74.97</c:v>
                </c:pt>
                <c:pt idx="28611">
                  <c:v>59.98</c:v>
                </c:pt>
                <c:pt idx="28612">
                  <c:v>50.38</c:v>
                </c:pt>
                <c:pt idx="28613">
                  <c:v>29.99</c:v>
                </c:pt>
                <c:pt idx="28614">
                  <c:v>65.989999999999995</c:v>
                </c:pt>
                <c:pt idx="28615">
                  <c:v>69.989999999999995</c:v>
                </c:pt>
                <c:pt idx="28616">
                  <c:v>8.98</c:v>
                </c:pt>
                <c:pt idx="28617">
                  <c:v>62.12</c:v>
                </c:pt>
                <c:pt idx="28618">
                  <c:v>68.069999999999993</c:v>
                </c:pt>
                <c:pt idx="28619">
                  <c:v>168.6</c:v>
                </c:pt>
                <c:pt idx="28620">
                  <c:v>136.72999999999999</c:v>
                </c:pt>
                <c:pt idx="28621">
                  <c:v>150.18</c:v>
                </c:pt>
                <c:pt idx="28622">
                  <c:v>137.18</c:v>
                </c:pt>
                <c:pt idx="28623">
                  <c:v>136.18</c:v>
                </c:pt>
                <c:pt idx="28624">
                  <c:v>77.31</c:v>
                </c:pt>
                <c:pt idx="28625">
                  <c:v>128.41</c:v>
                </c:pt>
                <c:pt idx="28626">
                  <c:v>168.28</c:v>
                </c:pt>
                <c:pt idx="28627">
                  <c:v>123.6</c:v>
                </c:pt>
                <c:pt idx="28628">
                  <c:v>121.98</c:v>
                </c:pt>
                <c:pt idx="28629">
                  <c:v>53.97</c:v>
                </c:pt>
                <c:pt idx="28630">
                  <c:v>57.98</c:v>
                </c:pt>
                <c:pt idx="28631">
                  <c:v>15.91</c:v>
                </c:pt>
                <c:pt idx="28632">
                  <c:v>135.16</c:v>
                </c:pt>
                <c:pt idx="28633">
                  <c:v>128.97999999999999</c:v>
                </c:pt>
                <c:pt idx="28634">
                  <c:v>41.29</c:v>
                </c:pt>
                <c:pt idx="28635">
                  <c:v>87.47</c:v>
                </c:pt>
                <c:pt idx="28636">
                  <c:v>134.97</c:v>
                </c:pt>
                <c:pt idx="28637">
                  <c:v>79.98</c:v>
                </c:pt>
                <c:pt idx="28638">
                  <c:v>54.98</c:v>
                </c:pt>
                <c:pt idx="28639">
                  <c:v>134.97999999999999</c:v>
                </c:pt>
                <c:pt idx="28640">
                  <c:v>134.97999999999999</c:v>
                </c:pt>
                <c:pt idx="28641">
                  <c:v>134.97999999999999</c:v>
                </c:pt>
                <c:pt idx="28642">
                  <c:v>103.95</c:v>
                </c:pt>
                <c:pt idx="28643">
                  <c:v>86.95</c:v>
                </c:pt>
                <c:pt idx="28644">
                  <c:v>292.22000000000003</c:v>
                </c:pt>
                <c:pt idx="28645">
                  <c:v>89.95</c:v>
                </c:pt>
                <c:pt idx="28646">
                  <c:v>53.97</c:v>
                </c:pt>
                <c:pt idx="28647">
                  <c:v>215.88</c:v>
                </c:pt>
                <c:pt idx="28648">
                  <c:v>179.9</c:v>
                </c:pt>
                <c:pt idx="28649">
                  <c:v>284.83999999999997</c:v>
                </c:pt>
                <c:pt idx="28650">
                  <c:v>89.95</c:v>
                </c:pt>
                <c:pt idx="28651">
                  <c:v>156.91</c:v>
                </c:pt>
                <c:pt idx="28652">
                  <c:v>215.88</c:v>
                </c:pt>
                <c:pt idx="28653">
                  <c:v>179.9</c:v>
                </c:pt>
                <c:pt idx="28654">
                  <c:v>179.9</c:v>
                </c:pt>
                <c:pt idx="28655">
                  <c:v>161.91</c:v>
                </c:pt>
                <c:pt idx="28656">
                  <c:v>134.96</c:v>
                </c:pt>
                <c:pt idx="28657">
                  <c:v>33.479999999999997</c:v>
                </c:pt>
                <c:pt idx="28658">
                  <c:v>92.98</c:v>
                </c:pt>
                <c:pt idx="28659">
                  <c:v>41.49</c:v>
                </c:pt>
                <c:pt idx="28660">
                  <c:v>134.97</c:v>
                </c:pt>
                <c:pt idx="28661">
                  <c:v>69.989999999999995</c:v>
                </c:pt>
                <c:pt idx="28662">
                  <c:v>68.989999999999995</c:v>
                </c:pt>
                <c:pt idx="28663">
                  <c:v>65.989999999999995</c:v>
                </c:pt>
                <c:pt idx="28664">
                  <c:v>84.98</c:v>
                </c:pt>
                <c:pt idx="28665">
                  <c:v>41.49</c:v>
                </c:pt>
                <c:pt idx="28666">
                  <c:v>134.97</c:v>
                </c:pt>
                <c:pt idx="28667">
                  <c:v>59.97</c:v>
                </c:pt>
                <c:pt idx="28668">
                  <c:v>74.989999999999995</c:v>
                </c:pt>
                <c:pt idx="28669">
                  <c:v>134.96</c:v>
                </c:pt>
                <c:pt idx="28670">
                  <c:v>71.37</c:v>
                </c:pt>
                <c:pt idx="28671">
                  <c:v>96.79</c:v>
                </c:pt>
                <c:pt idx="28672">
                  <c:v>-18.989999999999998</c:v>
                </c:pt>
                <c:pt idx="28673">
                  <c:v>79.959999999999994</c:v>
                </c:pt>
                <c:pt idx="28674">
                  <c:v>11.49</c:v>
                </c:pt>
                <c:pt idx="28675">
                  <c:v>22.23</c:v>
                </c:pt>
                <c:pt idx="28676">
                  <c:v>75.959999999999994</c:v>
                </c:pt>
                <c:pt idx="28677">
                  <c:v>58.98</c:v>
                </c:pt>
                <c:pt idx="28678">
                  <c:v>68.91</c:v>
                </c:pt>
                <c:pt idx="28679">
                  <c:v>80.08</c:v>
                </c:pt>
                <c:pt idx="28680">
                  <c:v>59.98</c:v>
                </c:pt>
                <c:pt idx="28681">
                  <c:v>74.97</c:v>
                </c:pt>
                <c:pt idx="28682">
                  <c:v>84.96</c:v>
                </c:pt>
                <c:pt idx="28683">
                  <c:v>41.49</c:v>
                </c:pt>
                <c:pt idx="28684">
                  <c:v>31.28</c:v>
                </c:pt>
                <c:pt idx="28685">
                  <c:v>81.97</c:v>
                </c:pt>
                <c:pt idx="28686">
                  <c:v>31.28</c:v>
                </c:pt>
                <c:pt idx="28687">
                  <c:v>117.96</c:v>
                </c:pt>
                <c:pt idx="28688">
                  <c:v>53.96</c:v>
                </c:pt>
                <c:pt idx="28689">
                  <c:v>80.95</c:v>
                </c:pt>
                <c:pt idx="28690">
                  <c:v>62.98</c:v>
                </c:pt>
                <c:pt idx="28691">
                  <c:v>72.959999999999994</c:v>
                </c:pt>
                <c:pt idx="28692">
                  <c:v>61.92</c:v>
                </c:pt>
                <c:pt idx="28693">
                  <c:v>94.33</c:v>
                </c:pt>
                <c:pt idx="28694">
                  <c:v>54.47</c:v>
                </c:pt>
                <c:pt idx="28695">
                  <c:v>148.79</c:v>
                </c:pt>
                <c:pt idx="28696">
                  <c:v>71.98</c:v>
                </c:pt>
                <c:pt idx="28697">
                  <c:v>76.8</c:v>
                </c:pt>
                <c:pt idx="28698">
                  <c:v>349.4</c:v>
                </c:pt>
                <c:pt idx="28699">
                  <c:v>353.88</c:v>
                </c:pt>
                <c:pt idx="28700">
                  <c:v>347.3</c:v>
                </c:pt>
                <c:pt idx="28701">
                  <c:v>179.94</c:v>
                </c:pt>
                <c:pt idx="28702">
                  <c:v>323.89</c:v>
                </c:pt>
                <c:pt idx="28703">
                  <c:v>131.96</c:v>
                </c:pt>
                <c:pt idx="28704">
                  <c:v>349.88</c:v>
                </c:pt>
                <c:pt idx="28705">
                  <c:v>225.92</c:v>
                </c:pt>
                <c:pt idx="28706">
                  <c:v>136.94999999999999</c:v>
                </c:pt>
                <c:pt idx="28707">
                  <c:v>136.93</c:v>
                </c:pt>
                <c:pt idx="28708">
                  <c:v>27.18</c:v>
                </c:pt>
                <c:pt idx="28709">
                  <c:v>46.09</c:v>
                </c:pt>
                <c:pt idx="28710">
                  <c:v>95.57</c:v>
                </c:pt>
                <c:pt idx="28711">
                  <c:v>54.99</c:v>
                </c:pt>
                <c:pt idx="28712">
                  <c:v>136.72999999999999</c:v>
                </c:pt>
                <c:pt idx="28713">
                  <c:v>78.63</c:v>
                </c:pt>
                <c:pt idx="28714">
                  <c:v>148.41999999999999</c:v>
                </c:pt>
                <c:pt idx="28715">
                  <c:v>68.14</c:v>
                </c:pt>
                <c:pt idx="28716">
                  <c:v>63.89</c:v>
                </c:pt>
                <c:pt idx="28717">
                  <c:v>114.97</c:v>
                </c:pt>
                <c:pt idx="28718">
                  <c:v>84.99</c:v>
                </c:pt>
                <c:pt idx="28719">
                  <c:v>72.239999999999995</c:v>
                </c:pt>
                <c:pt idx="28720">
                  <c:v>84.33</c:v>
                </c:pt>
                <c:pt idx="28721">
                  <c:v>59.23</c:v>
                </c:pt>
                <c:pt idx="28722">
                  <c:v>74.97</c:v>
                </c:pt>
                <c:pt idx="28723">
                  <c:v>146.85</c:v>
                </c:pt>
                <c:pt idx="28724">
                  <c:v>148.06</c:v>
                </c:pt>
                <c:pt idx="28725">
                  <c:v>58.47</c:v>
                </c:pt>
                <c:pt idx="28726">
                  <c:v>77.98</c:v>
                </c:pt>
                <c:pt idx="28727">
                  <c:v>111.97</c:v>
                </c:pt>
                <c:pt idx="28728">
                  <c:v>13.49</c:v>
                </c:pt>
                <c:pt idx="28729">
                  <c:v>64.98</c:v>
                </c:pt>
                <c:pt idx="28730">
                  <c:v>68.98</c:v>
                </c:pt>
                <c:pt idx="28731">
                  <c:v>104.98</c:v>
                </c:pt>
                <c:pt idx="28732">
                  <c:v>20.49</c:v>
                </c:pt>
                <c:pt idx="28733">
                  <c:v>133.94999999999999</c:v>
                </c:pt>
                <c:pt idx="28734">
                  <c:v>83.96</c:v>
                </c:pt>
                <c:pt idx="28735">
                  <c:v>83.96</c:v>
                </c:pt>
                <c:pt idx="28736">
                  <c:v>27.18</c:v>
                </c:pt>
                <c:pt idx="28737">
                  <c:v>83.96</c:v>
                </c:pt>
                <c:pt idx="28738">
                  <c:v>83.96</c:v>
                </c:pt>
                <c:pt idx="28739">
                  <c:v>83.96</c:v>
                </c:pt>
                <c:pt idx="28740">
                  <c:v>83.96</c:v>
                </c:pt>
                <c:pt idx="28741">
                  <c:v>83.96</c:v>
                </c:pt>
                <c:pt idx="28742">
                  <c:v>83.96</c:v>
                </c:pt>
                <c:pt idx="28743">
                  <c:v>83.96</c:v>
                </c:pt>
                <c:pt idx="28744">
                  <c:v>83.96</c:v>
                </c:pt>
                <c:pt idx="28745">
                  <c:v>83.96</c:v>
                </c:pt>
                <c:pt idx="28746">
                  <c:v>83.96</c:v>
                </c:pt>
                <c:pt idx="28747">
                  <c:v>83.96</c:v>
                </c:pt>
                <c:pt idx="28748">
                  <c:v>99.98</c:v>
                </c:pt>
                <c:pt idx="28749">
                  <c:v>83.96</c:v>
                </c:pt>
                <c:pt idx="28750">
                  <c:v>183.94</c:v>
                </c:pt>
                <c:pt idx="28751">
                  <c:v>83.96</c:v>
                </c:pt>
                <c:pt idx="28752">
                  <c:v>63.57</c:v>
                </c:pt>
                <c:pt idx="28753">
                  <c:v>83.96</c:v>
                </c:pt>
                <c:pt idx="28754">
                  <c:v>83.96</c:v>
                </c:pt>
                <c:pt idx="28755">
                  <c:v>83.96</c:v>
                </c:pt>
                <c:pt idx="28756">
                  <c:v>83.96</c:v>
                </c:pt>
                <c:pt idx="28757">
                  <c:v>60.48</c:v>
                </c:pt>
                <c:pt idx="28758">
                  <c:v>61.48</c:v>
                </c:pt>
                <c:pt idx="28759">
                  <c:v>62.98</c:v>
                </c:pt>
                <c:pt idx="28760">
                  <c:v>71.98</c:v>
                </c:pt>
                <c:pt idx="28761">
                  <c:v>31.28</c:v>
                </c:pt>
                <c:pt idx="28762">
                  <c:v>96.18</c:v>
                </c:pt>
                <c:pt idx="28763">
                  <c:v>13.29</c:v>
                </c:pt>
                <c:pt idx="28764">
                  <c:v>114.16</c:v>
                </c:pt>
                <c:pt idx="28765">
                  <c:v>147.6</c:v>
                </c:pt>
                <c:pt idx="28766">
                  <c:v>147.6</c:v>
                </c:pt>
                <c:pt idx="28767">
                  <c:v>147.6</c:v>
                </c:pt>
                <c:pt idx="28768">
                  <c:v>73.8</c:v>
                </c:pt>
                <c:pt idx="28769">
                  <c:v>73.8</c:v>
                </c:pt>
                <c:pt idx="28770">
                  <c:v>147.6</c:v>
                </c:pt>
                <c:pt idx="28771">
                  <c:v>65.989999999999995</c:v>
                </c:pt>
                <c:pt idx="28772">
                  <c:v>147.55000000000001</c:v>
                </c:pt>
                <c:pt idx="28773">
                  <c:v>65.98</c:v>
                </c:pt>
                <c:pt idx="28774">
                  <c:v>69.989999999999995</c:v>
                </c:pt>
                <c:pt idx="28775">
                  <c:v>102.42</c:v>
                </c:pt>
                <c:pt idx="28776">
                  <c:v>84.14</c:v>
                </c:pt>
                <c:pt idx="28777">
                  <c:v>169.98</c:v>
                </c:pt>
                <c:pt idx="28778">
                  <c:v>84.99</c:v>
                </c:pt>
                <c:pt idx="28779">
                  <c:v>84.99</c:v>
                </c:pt>
                <c:pt idx="28780">
                  <c:v>79.61</c:v>
                </c:pt>
                <c:pt idx="28781">
                  <c:v>229.97</c:v>
                </c:pt>
                <c:pt idx="28782">
                  <c:v>163.83000000000001</c:v>
                </c:pt>
                <c:pt idx="28783">
                  <c:v>65.989999999999995</c:v>
                </c:pt>
                <c:pt idx="28784">
                  <c:v>150.18</c:v>
                </c:pt>
                <c:pt idx="28785">
                  <c:v>65.989999999999995</c:v>
                </c:pt>
                <c:pt idx="28786">
                  <c:v>75.97</c:v>
                </c:pt>
                <c:pt idx="28787">
                  <c:v>84.99</c:v>
                </c:pt>
                <c:pt idx="28788">
                  <c:v>169.98</c:v>
                </c:pt>
                <c:pt idx="28789">
                  <c:v>118.78</c:v>
                </c:pt>
                <c:pt idx="28790">
                  <c:v>102.96</c:v>
                </c:pt>
                <c:pt idx="28791">
                  <c:v>84.14</c:v>
                </c:pt>
                <c:pt idx="28792">
                  <c:v>84.99</c:v>
                </c:pt>
                <c:pt idx="28793">
                  <c:v>69.989999999999995</c:v>
                </c:pt>
                <c:pt idx="28794">
                  <c:v>74.98</c:v>
                </c:pt>
                <c:pt idx="28795">
                  <c:v>60.97</c:v>
                </c:pt>
                <c:pt idx="28796">
                  <c:v>56.49</c:v>
                </c:pt>
                <c:pt idx="28797">
                  <c:v>11.49</c:v>
                </c:pt>
                <c:pt idx="28798">
                  <c:v>56.49</c:v>
                </c:pt>
                <c:pt idx="28799">
                  <c:v>11.49</c:v>
                </c:pt>
                <c:pt idx="28800">
                  <c:v>55.27</c:v>
                </c:pt>
                <c:pt idx="28801">
                  <c:v>20.09</c:v>
                </c:pt>
                <c:pt idx="28802">
                  <c:v>94.97</c:v>
                </c:pt>
                <c:pt idx="28803">
                  <c:v>146.22</c:v>
                </c:pt>
                <c:pt idx="28804">
                  <c:v>56.49</c:v>
                </c:pt>
                <c:pt idx="28805">
                  <c:v>188.41</c:v>
                </c:pt>
                <c:pt idx="28806">
                  <c:v>59.98</c:v>
                </c:pt>
                <c:pt idx="28807">
                  <c:v>219.97</c:v>
                </c:pt>
                <c:pt idx="28808">
                  <c:v>135.97999999999999</c:v>
                </c:pt>
                <c:pt idx="28809">
                  <c:v>131.97999999999999</c:v>
                </c:pt>
                <c:pt idx="28810">
                  <c:v>65.989999999999995</c:v>
                </c:pt>
                <c:pt idx="28811">
                  <c:v>111.98</c:v>
                </c:pt>
                <c:pt idx="28812">
                  <c:v>169.98</c:v>
                </c:pt>
                <c:pt idx="28813">
                  <c:v>124.18</c:v>
                </c:pt>
                <c:pt idx="28814">
                  <c:v>389.85</c:v>
                </c:pt>
                <c:pt idx="28815">
                  <c:v>65.989999999999995</c:v>
                </c:pt>
                <c:pt idx="28816">
                  <c:v>36.26</c:v>
                </c:pt>
                <c:pt idx="28817">
                  <c:v>119.37</c:v>
                </c:pt>
                <c:pt idx="28818">
                  <c:v>145.94999999999999</c:v>
                </c:pt>
                <c:pt idx="28819">
                  <c:v>91.98</c:v>
                </c:pt>
                <c:pt idx="28820">
                  <c:v>80.97</c:v>
                </c:pt>
                <c:pt idx="28821">
                  <c:v>86.98</c:v>
                </c:pt>
                <c:pt idx="28822">
                  <c:v>65.989999999999995</c:v>
                </c:pt>
                <c:pt idx="28823">
                  <c:v>84.99</c:v>
                </c:pt>
                <c:pt idx="28824">
                  <c:v>84.99</c:v>
                </c:pt>
                <c:pt idx="28825">
                  <c:v>84.99</c:v>
                </c:pt>
                <c:pt idx="28826">
                  <c:v>84.99</c:v>
                </c:pt>
                <c:pt idx="28827">
                  <c:v>60.5</c:v>
                </c:pt>
                <c:pt idx="28828">
                  <c:v>84.99</c:v>
                </c:pt>
                <c:pt idx="28829">
                  <c:v>84.99</c:v>
                </c:pt>
                <c:pt idx="28830">
                  <c:v>84.99</c:v>
                </c:pt>
                <c:pt idx="28831">
                  <c:v>84.99</c:v>
                </c:pt>
                <c:pt idx="28832">
                  <c:v>78.38</c:v>
                </c:pt>
                <c:pt idx="28833">
                  <c:v>65.989999999999995</c:v>
                </c:pt>
                <c:pt idx="28834">
                  <c:v>84.99</c:v>
                </c:pt>
                <c:pt idx="28835">
                  <c:v>95.95</c:v>
                </c:pt>
                <c:pt idx="28836">
                  <c:v>75.959999999999994</c:v>
                </c:pt>
                <c:pt idx="28837">
                  <c:v>124.47</c:v>
                </c:pt>
                <c:pt idx="28838">
                  <c:v>75.959999999999994</c:v>
                </c:pt>
                <c:pt idx="28839">
                  <c:v>56.97</c:v>
                </c:pt>
                <c:pt idx="28840">
                  <c:v>40.49</c:v>
                </c:pt>
                <c:pt idx="28841">
                  <c:v>83.97</c:v>
                </c:pt>
                <c:pt idx="28842">
                  <c:v>49.47</c:v>
                </c:pt>
                <c:pt idx="28843">
                  <c:v>62.98</c:v>
                </c:pt>
                <c:pt idx="28844">
                  <c:v>22.49</c:v>
                </c:pt>
                <c:pt idx="28845">
                  <c:v>37.18</c:v>
                </c:pt>
                <c:pt idx="28846">
                  <c:v>54.99</c:v>
                </c:pt>
                <c:pt idx="28847">
                  <c:v>87.27</c:v>
                </c:pt>
                <c:pt idx="28848">
                  <c:v>37.18</c:v>
                </c:pt>
                <c:pt idx="28849">
                  <c:v>37.18</c:v>
                </c:pt>
                <c:pt idx="28850">
                  <c:v>54.99</c:v>
                </c:pt>
                <c:pt idx="28851">
                  <c:v>87.27</c:v>
                </c:pt>
                <c:pt idx="28852">
                  <c:v>22.49</c:v>
                </c:pt>
                <c:pt idx="28853">
                  <c:v>37.18</c:v>
                </c:pt>
                <c:pt idx="28854">
                  <c:v>33.479999999999997</c:v>
                </c:pt>
                <c:pt idx="28855">
                  <c:v>40.47</c:v>
                </c:pt>
                <c:pt idx="28856">
                  <c:v>157.65</c:v>
                </c:pt>
                <c:pt idx="28857">
                  <c:v>119.96</c:v>
                </c:pt>
                <c:pt idx="28858">
                  <c:v>-201.93</c:v>
                </c:pt>
                <c:pt idx="28859">
                  <c:v>201.93</c:v>
                </c:pt>
                <c:pt idx="28860">
                  <c:v>153.96</c:v>
                </c:pt>
                <c:pt idx="28861">
                  <c:v>133.08000000000001</c:v>
                </c:pt>
                <c:pt idx="28862">
                  <c:v>176.15</c:v>
                </c:pt>
                <c:pt idx="28863">
                  <c:v>112.72</c:v>
                </c:pt>
                <c:pt idx="28864">
                  <c:v>62.96</c:v>
                </c:pt>
                <c:pt idx="28865">
                  <c:v>73.98</c:v>
                </c:pt>
                <c:pt idx="28866">
                  <c:v>59.98</c:v>
                </c:pt>
                <c:pt idx="28867">
                  <c:v>19.34</c:v>
                </c:pt>
                <c:pt idx="28868">
                  <c:v>36.49</c:v>
                </c:pt>
                <c:pt idx="28869">
                  <c:v>20.49</c:v>
                </c:pt>
                <c:pt idx="28870">
                  <c:v>18.59</c:v>
                </c:pt>
                <c:pt idx="28871">
                  <c:v>69.989999999999995</c:v>
                </c:pt>
                <c:pt idx="28872">
                  <c:v>64.989999999999995</c:v>
                </c:pt>
                <c:pt idx="28873">
                  <c:v>134.97999999999999</c:v>
                </c:pt>
                <c:pt idx="28874">
                  <c:v>57.51</c:v>
                </c:pt>
                <c:pt idx="28875">
                  <c:v>56.98</c:v>
                </c:pt>
                <c:pt idx="28876">
                  <c:v>65.989999999999995</c:v>
                </c:pt>
                <c:pt idx="28877">
                  <c:v>75.319999999999993</c:v>
                </c:pt>
                <c:pt idx="28878">
                  <c:v>50.64</c:v>
                </c:pt>
                <c:pt idx="28879">
                  <c:v>55.96</c:v>
                </c:pt>
                <c:pt idx="28880">
                  <c:v>104.21</c:v>
                </c:pt>
                <c:pt idx="28881">
                  <c:v>83.94</c:v>
                </c:pt>
                <c:pt idx="28882">
                  <c:v>112.12</c:v>
                </c:pt>
                <c:pt idx="28883">
                  <c:v>65.17</c:v>
                </c:pt>
                <c:pt idx="28884">
                  <c:v>84.14</c:v>
                </c:pt>
                <c:pt idx="28885">
                  <c:v>84.99</c:v>
                </c:pt>
                <c:pt idx="28886">
                  <c:v>84.75</c:v>
                </c:pt>
                <c:pt idx="28887">
                  <c:v>83.86</c:v>
                </c:pt>
                <c:pt idx="28888">
                  <c:v>61.98</c:v>
                </c:pt>
                <c:pt idx="28889">
                  <c:v>65.33</c:v>
                </c:pt>
                <c:pt idx="28890">
                  <c:v>84.14</c:v>
                </c:pt>
                <c:pt idx="28891">
                  <c:v>61.48</c:v>
                </c:pt>
                <c:pt idx="28892">
                  <c:v>89.12</c:v>
                </c:pt>
                <c:pt idx="28893">
                  <c:v>51.49</c:v>
                </c:pt>
                <c:pt idx="28894">
                  <c:v>16.82</c:v>
                </c:pt>
                <c:pt idx="28895">
                  <c:v>24.86</c:v>
                </c:pt>
                <c:pt idx="28896">
                  <c:v>61.98</c:v>
                </c:pt>
                <c:pt idx="28897">
                  <c:v>79.98</c:v>
                </c:pt>
                <c:pt idx="28898">
                  <c:v>59.97</c:v>
                </c:pt>
                <c:pt idx="28899">
                  <c:v>74.989999999999995</c:v>
                </c:pt>
                <c:pt idx="28900">
                  <c:v>54.99</c:v>
                </c:pt>
                <c:pt idx="28901">
                  <c:v>79.97</c:v>
                </c:pt>
                <c:pt idx="28902">
                  <c:v>54.98</c:v>
                </c:pt>
                <c:pt idx="28903">
                  <c:v>79.97</c:v>
                </c:pt>
                <c:pt idx="28904">
                  <c:v>17.29</c:v>
                </c:pt>
                <c:pt idx="28905">
                  <c:v>64.97</c:v>
                </c:pt>
                <c:pt idx="28906">
                  <c:v>64.97</c:v>
                </c:pt>
                <c:pt idx="28907">
                  <c:v>69.97</c:v>
                </c:pt>
                <c:pt idx="28908">
                  <c:v>69.97</c:v>
                </c:pt>
                <c:pt idx="28909">
                  <c:v>74.97</c:v>
                </c:pt>
                <c:pt idx="28910">
                  <c:v>59.97</c:v>
                </c:pt>
                <c:pt idx="28911">
                  <c:v>124.94</c:v>
                </c:pt>
                <c:pt idx="28912">
                  <c:v>129.94</c:v>
                </c:pt>
                <c:pt idx="28913">
                  <c:v>124.94</c:v>
                </c:pt>
                <c:pt idx="28914">
                  <c:v>99.97</c:v>
                </c:pt>
                <c:pt idx="28915">
                  <c:v>120.94</c:v>
                </c:pt>
                <c:pt idx="28916">
                  <c:v>117.58</c:v>
                </c:pt>
                <c:pt idx="28917">
                  <c:v>94.2</c:v>
                </c:pt>
                <c:pt idx="28918">
                  <c:v>99.95</c:v>
                </c:pt>
                <c:pt idx="28919">
                  <c:v>124.94</c:v>
                </c:pt>
                <c:pt idx="28920">
                  <c:v>99.95</c:v>
                </c:pt>
                <c:pt idx="28921">
                  <c:v>58.94</c:v>
                </c:pt>
                <c:pt idx="28922">
                  <c:v>58.94</c:v>
                </c:pt>
                <c:pt idx="28923">
                  <c:v>45.91</c:v>
                </c:pt>
                <c:pt idx="28924">
                  <c:v>45.91</c:v>
                </c:pt>
                <c:pt idx="28925">
                  <c:v>78.260000000000005</c:v>
                </c:pt>
                <c:pt idx="28926">
                  <c:v>16.29</c:v>
                </c:pt>
                <c:pt idx="28927">
                  <c:v>134.91</c:v>
                </c:pt>
                <c:pt idx="28928">
                  <c:v>134.91</c:v>
                </c:pt>
                <c:pt idx="28929">
                  <c:v>107.93</c:v>
                </c:pt>
                <c:pt idx="28930">
                  <c:v>107.93</c:v>
                </c:pt>
                <c:pt idx="28931">
                  <c:v>134.91</c:v>
                </c:pt>
                <c:pt idx="28932">
                  <c:v>59.96</c:v>
                </c:pt>
                <c:pt idx="28933">
                  <c:v>74.95</c:v>
                </c:pt>
                <c:pt idx="28934">
                  <c:v>59.96</c:v>
                </c:pt>
                <c:pt idx="28935">
                  <c:v>74.95</c:v>
                </c:pt>
                <c:pt idx="28936">
                  <c:v>79.849999999999994</c:v>
                </c:pt>
                <c:pt idx="28937">
                  <c:v>66.53</c:v>
                </c:pt>
                <c:pt idx="28938">
                  <c:v>76.489999999999995</c:v>
                </c:pt>
                <c:pt idx="28939">
                  <c:v>65.989999999999995</c:v>
                </c:pt>
                <c:pt idx="28940">
                  <c:v>151.97</c:v>
                </c:pt>
                <c:pt idx="28941">
                  <c:v>122.08</c:v>
                </c:pt>
                <c:pt idx="28942">
                  <c:v>175.96</c:v>
                </c:pt>
                <c:pt idx="28943">
                  <c:v>125.97</c:v>
                </c:pt>
                <c:pt idx="28944">
                  <c:v>151.97</c:v>
                </c:pt>
                <c:pt idx="28945">
                  <c:v>122.08</c:v>
                </c:pt>
                <c:pt idx="28946">
                  <c:v>125.97</c:v>
                </c:pt>
                <c:pt idx="28947">
                  <c:v>131.97999999999999</c:v>
                </c:pt>
                <c:pt idx="28948">
                  <c:v>175.96</c:v>
                </c:pt>
                <c:pt idx="28949">
                  <c:v>131.97999999999999</c:v>
                </c:pt>
                <c:pt idx="28950">
                  <c:v>136.66999999999999</c:v>
                </c:pt>
                <c:pt idx="28951">
                  <c:v>69.98</c:v>
                </c:pt>
                <c:pt idx="28952">
                  <c:v>89.98</c:v>
                </c:pt>
                <c:pt idx="28953">
                  <c:v>56.24</c:v>
                </c:pt>
                <c:pt idx="28954">
                  <c:v>125.97</c:v>
                </c:pt>
                <c:pt idx="28955">
                  <c:v>56.24</c:v>
                </c:pt>
                <c:pt idx="28956">
                  <c:v>125.97</c:v>
                </c:pt>
                <c:pt idx="28957">
                  <c:v>69.290000000000006</c:v>
                </c:pt>
                <c:pt idx="28958">
                  <c:v>89.98</c:v>
                </c:pt>
                <c:pt idx="28959">
                  <c:v>170.97</c:v>
                </c:pt>
                <c:pt idx="28960">
                  <c:v>102.97</c:v>
                </c:pt>
                <c:pt idx="28961">
                  <c:v>95.97</c:v>
                </c:pt>
                <c:pt idx="28962">
                  <c:v>147.47</c:v>
                </c:pt>
                <c:pt idx="28963">
                  <c:v>131.97999999999999</c:v>
                </c:pt>
                <c:pt idx="28964">
                  <c:v>197.97</c:v>
                </c:pt>
                <c:pt idx="28965">
                  <c:v>79.98</c:v>
                </c:pt>
                <c:pt idx="28966">
                  <c:v>53.99</c:v>
                </c:pt>
                <c:pt idx="28967">
                  <c:v>36.229999999999997</c:v>
                </c:pt>
                <c:pt idx="28968">
                  <c:v>35.479999999999997</c:v>
                </c:pt>
                <c:pt idx="28969">
                  <c:v>68.959999999999994</c:v>
                </c:pt>
                <c:pt idx="28970">
                  <c:v>133.15</c:v>
                </c:pt>
                <c:pt idx="28971">
                  <c:v>133.15</c:v>
                </c:pt>
                <c:pt idx="28972">
                  <c:v>68.959999999999994</c:v>
                </c:pt>
                <c:pt idx="28973">
                  <c:v>65.989999999999995</c:v>
                </c:pt>
                <c:pt idx="28974">
                  <c:v>65.989999999999995</c:v>
                </c:pt>
                <c:pt idx="28975">
                  <c:v>131.97999999999999</c:v>
                </c:pt>
                <c:pt idx="28976">
                  <c:v>79.849999999999994</c:v>
                </c:pt>
                <c:pt idx="28977">
                  <c:v>79.849999999999994</c:v>
                </c:pt>
                <c:pt idx="28978">
                  <c:v>82.25</c:v>
                </c:pt>
                <c:pt idx="28979">
                  <c:v>25.37</c:v>
                </c:pt>
                <c:pt idx="28980">
                  <c:v>206.82</c:v>
                </c:pt>
                <c:pt idx="28981">
                  <c:v>145.16</c:v>
                </c:pt>
                <c:pt idx="28982">
                  <c:v>58.59</c:v>
                </c:pt>
                <c:pt idx="28983">
                  <c:v>96.76</c:v>
                </c:pt>
                <c:pt idx="28984">
                  <c:v>160.69999999999999</c:v>
                </c:pt>
                <c:pt idx="28985">
                  <c:v>147.58000000000001</c:v>
                </c:pt>
                <c:pt idx="28986">
                  <c:v>98.3</c:v>
                </c:pt>
                <c:pt idx="28987">
                  <c:v>159.69999999999999</c:v>
                </c:pt>
                <c:pt idx="28988">
                  <c:v>159.69999999999999</c:v>
                </c:pt>
                <c:pt idx="28989">
                  <c:v>49.59</c:v>
                </c:pt>
                <c:pt idx="28990">
                  <c:v>82.25</c:v>
                </c:pt>
                <c:pt idx="28991">
                  <c:v>159.69999999999999</c:v>
                </c:pt>
                <c:pt idx="28992">
                  <c:v>28.98</c:v>
                </c:pt>
                <c:pt idx="28993">
                  <c:v>131.96</c:v>
                </c:pt>
                <c:pt idx="28994">
                  <c:v>68.98</c:v>
                </c:pt>
                <c:pt idx="28995">
                  <c:v>62.98</c:v>
                </c:pt>
                <c:pt idx="28996">
                  <c:v>123.46</c:v>
                </c:pt>
                <c:pt idx="28997">
                  <c:v>131.96</c:v>
                </c:pt>
                <c:pt idx="28998">
                  <c:v>131.96</c:v>
                </c:pt>
                <c:pt idx="28999">
                  <c:v>168.96</c:v>
                </c:pt>
                <c:pt idx="29000">
                  <c:v>129.97</c:v>
                </c:pt>
                <c:pt idx="29001">
                  <c:v>84.98</c:v>
                </c:pt>
                <c:pt idx="29002">
                  <c:v>188.97</c:v>
                </c:pt>
                <c:pt idx="29003">
                  <c:v>89.97</c:v>
                </c:pt>
                <c:pt idx="29004">
                  <c:v>169.98</c:v>
                </c:pt>
                <c:pt idx="29005">
                  <c:v>97.98</c:v>
                </c:pt>
                <c:pt idx="29006">
                  <c:v>136.97999999999999</c:v>
                </c:pt>
                <c:pt idx="29007">
                  <c:v>101.28</c:v>
                </c:pt>
                <c:pt idx="29008">
                  <c:v>169.98</c:v>
                </c:pt>
                <c:pt idx="29009">
                  <c:v>84.99</c:v>
                </c:pt>
                <c:pt idx="29010">
                  <c:v>109.96</c:v>
                </c:pt>
                <c:pt idx="29011">
                  <c:v>114.96</c:v>
                </c:pt>
                <c:pt idx="29012">
                  <c:v>134.27000000000001</c:v>
                </c:pt>
                <c:pt idx="29013">
                  <c:v>51.48</c:v>
                </c:pt>
                <c:pt idx="29014">
                  <c:v>71.95</c:v>
                </c:pt>
                <c:pt idx="29015">
                  <c:v>131.96</c:v>
                </c:pt>
                <c:pt idx="29016">
                  <c:v>67.98</c:v>
                </c:pt>
                <c:pt idx="29017">
                  <c:v>56.97</c:v>
                </c:pt>
                <c:pt idx="29018">
                  <c:v>74.95</c:v>
                </c:pt>
                <c:pt idx="29019">
                  <c:v>143.57</c:v>
                </c:pt>
                <c:pt idx="29020">
                  <c:v>169.98</c:v>
                </c:pt>
                <c:pt idx="29021">
                  <c:v>65.989999999999995</c:v>
                </c:pt>
                <c:pt idx="29022">
                  <c:v>118.78</c:v>
                </c:pt>
                <c:pt idx="29023">
                  <c:v>194.7</c:v>
                </c:pt>
                <c:pt idx="29024">
                  <c:v>119.96</c:v>
                </c:pt>
                <c:pt idx="29025">
                  <c:v>58.79</c:v>
                </c:pt>
                <c:pt idx="29026">
                  <c:v>98.98</c:v>
                </c:pt>
                <c:pt idx="29027">
                  <c:v>126.58</c:v>
                </c:pt>
                <c:pt idx="29028">
                  <c:v>99.98</c:v>
                </c:pt>
                <c:pt idx="29029">
                  <c:v>254.97</c:v>
                </c:pt>
                <c:pt idx="29030">
                  <c:v>131.97999999999999</c:v>
                </c:pt>
                <c:pt idx="29031">
                  <c:v>169.98</c:v>
                </c:pt>
                <c:pt idx="29032">
                  <c:v>71.95</c:v>
                </c:pt>
                <c:pt idx="29033">
                  <c:v>70.22</c:v>
                </c:pt>
                <c:pt idx="29034">
                  <c:v>59.94</c:v>
                </c:pt>
                <c:pt idx="29035">
                  <c:v>71.94</c:v>
                </c:pt>
                <c:pt idx="29036">
                  <c:v>134.07</c:v>
                </c:pt>
                <c:pt idx="29037">
                  <c:v>63.96</c:v>
                </c:pt>
                <c:pt idx="29038">
                  <c:v>52.97</c:v>
                </c:pt>
                <c:pt idx="29039">
                  <c:v>1.3</c:v>
                </c:pt>
                <c:pt idx="29040">
                  <c:v>101.96</c:v>
                </c:pt>
                <c:pt idx="29041">
                  <c:v>371.94</c:v>
                </c:pt>
                <c:pt idx="29042">
                  <c:v>371.94</c:v>
                </c:pt>
                <c:pt idx="29043">
                  <c:v>101.96</c:v>
                </c:pt>
                <c:pt idx="29044">
                  <c:v>413.94</c:v>
                </c:pt>
                <c:pt idx="29045">
                  <c:v>240.97</c:v>
                </c:pt>
                <c:pt idx="29046">
                  <c:v>172.97</c:v>
                </c:pt>
                <c:pt idx="29047">
                  <c:v>216.96</c:v>
                </c:pt>
                <c:pt idx="29048">
                  <c:v>216.96</c:v>
                </c:pt>
                <c:pt idx="29049">
                  <c:v>240.97</c:v>
                </c:pt>
                <c:pt idx="29050">
                  <c:v>172.97</c:v>
                </c:pt>
                <c:pt idx="29051">
                  <c:v>413.94</c:v>
                </c:pt>
                <c:pt idx="29052">
                  <c:v>93.58</c:v>
                </c:pt>
                <c:pt idx="29053">
                  <c:v>-2.25</c:v>
                </c:pt>
                <c:pt idx="29054">
                  <c:v>40.229999999999997</c:v>
                </c:pt>
                <c:pt idx="29055">
                  <c:v>120.97</c:v>
                </c:pt>
                <c:pt idx="29056">
                  <c:v>64.989999999999995</c:v>
                </c:pt>
                <c:pt idx="29057">
                  <c:v>69.989999999999995</c:v>
                </c:pt>
                <c:pt idx="29058">
                  <c:v>72.58</c:v>
                </c:pt>
                <c:pt idx="29059">
                  <c:v>50.98</c:v>
                </c:pt>
                <c:pt idx="29060">
                  <c:v>92.98</c:v>
                </c:pt>
                <c:pt idx="29061">
                  <c:v>70.16</c:v>
                </c:pt>
                <c:pt idx="29062">
                  <c:v>75</c:v>
                </c:pt>
                <c:pt idx="29063">
                  <c:v>145.16</c:v>
                </c:pt>
                <c:pt idx="29064">
                  <c:v>99.98</c:v>
                </c:pt>
                <c:pt idx="29065">
                  <c:v>106.97</c:v>
                </c:pt>
                <c:pt idx="29066">
                  <c:v>62.37</c:v>
                </c:pt>
                <c:pt idx="29067">
                  <c:v>99.98</c:v>
                </c:pt>
                <c:pt idx="29068">
                  <c:v>99.98</c:v>
                </c:pt>
                <c:pt idx="29069">
                  <c:v>59.97</c:v>
                </c:pt>
                <c:pt idx="29070">
                  <c:v>99.98</c:v>
                </c:pt>
                <c:pt idx="29071">
                  <c:v>52.98</c:v>
                </c:pt>
                <c:pt idx="29072">
                  <c:v>99.98</c:v>
                </c:pt>
                <c:pt idx="29073">
                  <c:v>99.98</c:v>
                </c:pt>
                <c:pt idx="29074">
                  <c:v>99.98</c:v>
                </c:pt>
                <c:pt idx="29075">
                  <c:v>99.98</c:v>
                </c:pt>
                <c:pt idx="29076">
                  <c:v>119.97</c:v>
                </c:pt>
                <c:pt idx="29077">
                  <c:v>197.96</c:v>
                </c:pt>
                <c:pt idx="29078">
                  <c:v>122.97</c:v>
                </c:pt>
                <c:pt idx="29079">
                  <c:v>119.97</c:v>
                </c:pt>
                <c:pt idx="29080">
                  <c:v>99.98</c:v>
                </c:pt>
                <c:pt idx="29081">
                  <c:v>72.28</c:v>
                </c:pt>
                <c:pt idx="29082">
                  <c:v>109.97</c:v>
                </c:pt>
                <c:pt idx="29083">
                  <c:v>99.98</c:v>
                </c:pt>
                <c:pt idx="29084">
                  <c:v>198.96</c:v>
                </c:pt>
                <c:pt idx="29085">
                  <c:v>88.97</c:v>
                </c:pt>
                <c:pt idx="29086">
                  <c:v>69.98</c:v>
                </c:pt>
                <c:pt idx="29087">
                  <c:v>109.97</c:v>
                </c:pt>
                <c:pt idx="29088">
                  <c:v>99.98</c:v>
                </c:pt>
                <c:pt idx="29089">
                  <c:v>99.98</c:v>
                </c:pt>
                <c:pt idx="29090">
                  <c:v>145.16</c:v>
                </c:pt>
                <c:pt idx="29091">
                  <c:v>72.58</c:v>
                </c:pt>
                <c:pt idx="29092">
                  <c:v>72.58</c:v>
                </c:pt>
                <c:pt idx="29093">
                  <c:v>145.16</c:v>
                </c:pt>
                <c:pt idx="29094">
                  <c:v>72.58</c:v>
                </c:pt>
                <c:pt idx="29095">
                  <c:v>72.58</c:v>
                </c:pt>
                <c:pt idx="29096">
                  <c:v>145.13999999999999</c:v>
                </c:pt>
                <c:pt idx="29097">
                  <c:v>47.24</c:v>
                </c:pt>
                <c:pt idx="29098">
                  <c:v>71.47</c:v>
                </c:pt>
                <c:pt idx="29099">
                  <c:v>145.13999999999999</c:v>
                </c:pt>
                <c:pt idx="29100">
                  <c:v>121.98</c:v>
                </c:pt>
                <c:pt idx="29101">
                  <c:v>121.98</c:v>
                </c:pt>
                <c:pt idx="29102">
                  <c:v>254.95</c:v>
                </c:pt>
                <c:pt idx="29103">
                  <c:v>79.17</c:v>
                </c:pt>
                <c:pt idx="29104">
                  <c:v>151.96</c:v>
                </c:pt>
                <c:pt idx="29105">
                  <c:v>121.98</c:v>
                </c:pt>
                <c:pt idx="29106">
                  <c:v>185.95</c:v>
                </c:pt>
                <c:pt idx="29107">
                  <c:v>135.97</c:v>
                </c:pt>
                <c:pt idx="29108">
                  <c:v>157.96</c:v>
                </c:pt>
                <c:pt idx="29109">
                  <c:v>139.69</c:v>
                </c:pt>
                <c:pt idx="29110">
                  <c:v>109.78</c:v>
                </c:pt>
                <c:pt idx="29111">
                  <c:v>159.97999999999999</c:v>
                </c:pt>
                <c:pt idx="29112">
                  <c:v>72.56</c:v>
                </c:pt>
                <c:pt idx="29113">
                  <c:v>72.56</c:v>
                </c:pt>
                <c:pt idx="29114">
                  <c:v>65.989999999999995</c:v>
                </c:pt>
                <c:pt idx="29115">
                  <c:v>65.989999999999995</c:v>
                </c:pt>
                <c:pt idx="29116">
                  <c:v>72.55</c:v>
                </c:pt>
                <c:pt idx="29117">
                  <c:v>72.55</c:v>
                </c:pt>
                <c:pt idx="29118">
                  <c:v>145.1</c:v>
                </c:pt>
                <c:pt idx="29119">
                  <c:v>72.55</c:v>
                </c:pt>
                <c:pt idx="29120">
                  <c:v>72.55</c:v>
                </c:pt>
                <c:pt idx="29121">
                  <c:v>59.95</c:v>
                </c:pt>
                <c:pt idx="29122">
                  <c:v>71.94</c:v>
                </c:pt>
                <c:pt idx="29123">
                  <c:v>94.48</c:v>
                </c:pt>
                <c:pt idx="29124">
                  <c:v>28.38</c:v>
                </c:pt>
                <c:pt idx="29125">
                  <c:v>85.89</c:v>
                </c:pt>
                <c:pt idx="29126">
                  <c:v>49.59</c:v>
                </c:pt>
                <c:pt idx="29127">
                  <c:v>65.33</c:v>
                </c:pt>
                <c:pt idx="29128">
                  <c:v>65.989999999999995</c:v>
                </c:pt>
                <c:pt idx="29129">
                  <c:v>131.31</c:v>
                </c:pt>
                <c:pt idx="29130">
                  <c:v>55.97</c:v>
                </c:pt>
                <c:pt idx="29131">
                  <c:v>75.97</c:v>
                </c:pt>
                <c:pt idx="29132">
                  <c:v>70.13</c:v>
                </c:pt>
                <c:pt idx="29133">
                  <c:v>89.47</c:v>
                </c:pt>
                <c:pt idx="29134">
                  <c:v>55.96</c:v>
                </c:pt>
                <c:pt idx="29135">
                  <c:v>130.97</c:v>
                </c:pt>
                <c:pt idx="29136">
                  <c:v>75.98</c:v>
                </c:pt>
                <c:pt idx="29137">
                  <c:v>54.99</c:v>
                </c:pt>
                <c:pt idx="29138">
                  <c:v>52.24</c:v>
                </c:pt>
                <c:pt idx="29139">
                  <c:v>65.989999999999995</c:v>
                </c:pt>
                <c:pt idx="29140">
                  <c:v>50.97</c:v>
                </c:pt>
                <c:pt idx="29141">
                  <c:v>79.989999999999995</c:v>
                </c:pt>
                <c:pt idx="29142">
                  <c:v>122.47</c:v>
                </c:pt>
                <c:pt idx="29143">
                  <c:v>113.96</c:v>
                </c:pt>
                <c:pt idx="29144">
                  <c:v>77.97</c:v>
                </c:pt>
                <c:pt idx="29145">
                  <c:v>40.229999999999997</c:v>
                </c:pt>
                <c:pt idx="29146">
                  <c:v>122.47</c:v>
                </c:pt>
                <c:pt idx="29147">
                  <c:v>102.97</c:v>
                </c:pt>
                <c:pt idx="29148">
                  <c:v>20.49</c:v>
                </c:pt>
                <c:pt idx="29149">
                  <c:v>21.24</c:v>
                </c:pt>
                <c:pt idx="29150">
                  <c:v>21.24</c:v>
                </c:pt>
                <c:pt idx="29151">
                  <c:v>21.24</c:v>
                </c:pt>
                <c:pt idx="29152">
                  <c:v>143.36000000000001</c:v>
                </c:pt>
                <c:pt idx="29153">
                  <c:v>133.16</c:v>
                </c:pt>
                <c:pt idx="29154">
                  <c:v>65.989999999999995</c:v>
                </c:pt>
                <c:pt idx="29155">
                  <c:v>169.98</c:v>
                </c:pt>
                <c:pt idx="29156">
                  <c:v>169.98</c:v>
                </c:pt>
                <c:pt idx="29157">
                  <c:v>215.05</c:v>
                </c:pt>
                <c:pt idx="29158">
                  <c:v>169.98</c:v>
                </c:pt>
                <c:pt idx="29159">
                  <c:v>156.08000000000001</c:v>
                </c:pt>
                <c:pt idx="29160">
                  <c:v>160.86000000000001</c:v>
                </c:pt>
                <c:pt idx="29161">
                  <c:v>79.959999999999994</c:v>
                </c:pt>
                <c:pt idx="29162">
                  <c:v>131.97999999999999</c:v>
                </c:pt>
                <c:pt idx="29163">
                  <c:v>131.97999999999999</c:v>
                </c:pt>
                <c:pt idx="29164">
                  <c:v>131.97999999999999</c:v>
                </c:pt>
                <c:pt idx="29165">
                  <c:v>65.989999999999995</c:v>
                </c:pt>
                <c:pt idx="29166">
                  <c:v>65.989999999999995</c:v>
                </c:pt>
                <c:pt idx="29167">
                  <c:v>131.97999999999999</c:v>
                </c:pt>
                <c:pt idx="29168">
                  <c:v>131.97999999999999</c:v>
                </c:pt>
                <c:pt idx="29169">
                  <c:v>131.97999999999999</c:v>
                </c:pt>
                <c:pt idx="29170">
                  <c:v>131.97999999999999</c:v>
                </c:pt>
                <c:pt idx="29171">
                  <c:v>92.38</c:v>
                </c:pt>
                <c:pt idx="29172">
                  <c:v>101.96</c:v>
                </c:pt>
                <c:pt idx="29173">
                  <c:v>85.11</c:v>
                </c:pt>
                <c:pt idx="29174">
                  <c:v>65.989999999999995</c:v>
                </c:pt>
                <c:pt idx="29175">
                  <c:v>65.989999999999995</c:v>
                </c:pt>
                <c:pt idx="29176">
                  <c:v>65.989999999999995</c:v>
                </c:pt>
                <c:pt idx="29177">
                  <c:v>65.989999999999995</c:v>
                </c:pt>
                <c:pt idx="29178">
                  <c:v>65.989999999999995</c:v>
                </c:pt>
                <c:pt idx="29179">
                  <c:v>87.97</c:v>
                </c:pt>
                <c:pt idx="29180">
                  <c:v>65.989999999999995</c:v>
                </c:pt>
                <c:pt idx="29181">
                  <c:v>101.5</c:v>
                </c:pt>
                <c:pt idx="29182">
                  <c:v>87.97</c:v>
                </c:pt>
                <c:pt idx="29183">
                  <c:v>58.18</c:v>
                </c:pt>
                <c:pt idx="29184">
                  <c:v>87.97</c:v>
                </c:pt>
                <c:pt idx="29185">
                  <c:v>65.989999999999995</c:v>
                </c:pt>
                <c:pt idx="29186">
                  <c:v>131.97999999999999</c:v>
                </c:pt>
                <c:pt idx="29187">
                  <c:v>65.989999999999995</c:v>
                </c:pt>
                <c:pt idx="29188">
                  <c:v>57.11</c:v>
                </c:pt>
                <c:pt idx="29189">
                  <c:v>65.989999999999995</c:v>
                </c:pt>
                <c:pt idx="29190">
                  <c:v>87.97</c:v>
                </c:pt>
                <c:pt idx="29191">
                  <c:v>68.98</c:v>
                </c:pt>
                <c:pt idx="29192">
                  <c:v>68.98</c:v>
                </c:pt>
                <c:pt idx="29193">
                  <c:v>79.98</c:v>
                </c:pt>
                <c:pt idx="29194">
                  <c:v>52.18</c:v>
                </c:pt>
                <c:pt idx="29195">
                  <c:v>54.94</c:v>
                </c:pt>
                <c:pt idx="29196">
                  <c:v>79.84</c:v>
                </c:pt>
                <c:pt idx="29197">
                  <c:v>32</c:v>
                </c:pt>
                <c:pt idx="29198">
                  <c:v>26.24</c:v>
                </c:pt>
                <c:pt idx="29199">
                  <c:v>28.29</c:v>
                </c:pt>
                <c:pt idx="29200">
                  <c:v>132.94999999999999</c:v>
                </c:pt>
                <c:pt idx="29201">
                  <c:v>132.94999999999999</c:v>
                </c:pt>
                <c:pt idx="29202">
                  <c:v>63.98</c:v>
                </c:pt>
                <c:pt idx="29203">
                  <c:v>68.97</c:v>
                </c:pt>
                <c:pt idx="29204">
                  <c:v>56.97</c:v>
                </c:pt>
                <c:pt idx="29205">
                  <c:v>189.94</c:v>
                </c:pt>
                <c:pt idx="29206">
                  <c:v>32.49</c:v>
                </c:pt>
                <c:pt idx="29207">
                  <c:v>37.979999999999997</c:v>
                </c:pt>
                <c:pt idx="29208">
                  <c:v>62.98</c:v>
                </c:pt>
                <c:pt idx="29209">
                  <c:v>16.29</c:v>
                </c:pt>
                <c:pt idx="29210">
                  <c:v>31.93</c:v>
                </c:pt>
                <c:pt idx="29211">
                  <c:v>75.959999999999994</c:v>
                </c:pt>
                <c:pt idx="29212">
                  <c:v>75.959999999999994</c:v>
                </c:pt>
                <c:pt idx="29213">
                  <c:v>75.959999999999994</c:v>
                </c:pt>
                <c:pt idx="29214">
                  <c:v>75.959999999999994</c:v>
                </c:pt>
                <c:pt idx="29215">
                  <c:v>56.97</c:v>
                </c:pt>
                <c:pt idx="29216">
                  <c:v>56.97</c:v>
                </c:pt>
                <c:pt idx="29217">
                  <c:v>59.96</c:v>
                </c:pt>
                <c:pt idx="29218">
                  <c:v>72.97</c:v>
                </c:pt>
                <c:pt idx="29219">
                  <c:v>142.97</c:v>
                </c:pt>
                <c:pt idx="29220">
                  <c:v>36.479999999999997</c:v>
                </c:pt>
                <c:pt idx="29221">
                  <c:v>36.729999999999997</c:v>
                </c:pt>
                <c:pt idx="29222">
                  <c:v>36.479999999999997</c:v>
                </c:pt>
                <c:pt idx="29223">
                  <c:v>130.47</c:v>
                </c:pt>
                <c:pt idx="29224">
                  <c:v>99.97</c:v>
                </c:pt>
                <c:pt idx="29225">
                  <c:v>34.99</c:v>
                </c:pt>
                <c:pt idx="29226">
                  <c:v>143.94999999999999</c:v>
                </c:pt>
                <c:pt idx="29227">
                  <c:v>95.78</c:v>
                </c:pt>
                <c:pt idx="29228">
                  <c:v>162.63999999999999</c:v>
                </c:pt>
                <c:pt idx="29229">
                  <c:v>130.54</c:v>
                </c:pt>
                <c:pt idx="29230">
                  <c:v>155.63999999999999</c:v>
                </c:pt>
                <c:pt idx="29231">
                  <c:v>130.31</c:v>
                </c:pt>
                <c:pt idx="29232">
                  <c:v>201.96</c:v>
                </c:pt>
                <c:pt idx="29233">
                  <c:v>130.32</c:v>
                </c:pt>
                <c:pt idx="29234">
                  <c:v>158.66</c:v>
                </c:pt>
                <c:pt idx="29235">
                  <c:v>118.27</c:v>
                </c:pt>
                <c:pt idx="29236">
                  <c:v>169.98</c:v>
                </c:pt>
                <c:pt idx="29237">
                  <c:v>68.930000000000007</c:v>
                </c:pt>
                <c:pt idx="29238">
                  <c:v>74.98</c:v>
                </c:pt>
                <c:pt idx="29239">
                  <c:v>74.989999999999995</c:v>
                </c:pt>
                <c:pt idx="29240">
                  <c:v>72.98</c:v>
                </c:pt>
                <c:pt idx="29241">
                  <c:v>57.24</c:v>
                </c:pt>
                <c:pt idx="29242">
                  <c:v>143.72</c:v>
                </c:pt>
                <c:pt idx="29243">
                  <c:v>94.95</c:v>
                </c:pt>
                <c:pt idx="29244">
                  <c:v>64.09</c:v>
                </c:pt>
                <c:pt idx="29245">
                  <c:v>79.47</c:v>
                </c:pt>
                <c:pt idx="29246">
                  <c:v>54.99</c:v>
                </c:pt>
                <c:pt idx="29247">
                  <c:v>57.99</c:v>
                </c:pt>
                <c:pt idx="29248">
                  <c:v>94.02</c:v>
                </c:pt>
                <c:pt idx="29249">
                  <c:v>121.26</c:v>
                </c:pt>
                <c:pt idx="29250">
                  <c:v>60.97</c:v>
                </c:pt>
                <c:pt idx="29251">
                  <c:v>67.459999999999994</c:v>
                </c:pt>
                <c:pt idx="29252">
                  <c:v>187.54</c:v>
                </c:pt>
                <c:pt idx="29253">
                  <c:v>129.97</c:v>
                </c:pt>
                <c:pt idx="29254">
                  <c:v>129.96</c:v>
                </c:pt>
                <c:pt idx="29255">
                  <c:v>129.96</c:v>
                </c:pt>
                <c:pt idx="29256">
                  <c:v>129.97999999999999</c:v>
                </c:pt>
                <c:pt idx="29257">
                  <c:v>129.97999999999999</c:v>
                </c:pt>
                <c:pt idx="29258">
                  <c:v>129.94999999999999</c:v>
                </c:pt>
                <c:pt idx="29259">
                  <c:v>60.99</c:v>
                </c:pt>
                <c:pt idx="29260">
                  <c:v>60.99</c:v>
                </c:pt>
                <c:pt idx="29261">
                  <c:v>56.72</c:v>
                </c:pt>
                <c:pt idx="29262">
                  <c:v>60.99</c:v>
                </c:pt>
                <c:pt idx="29263">
                  <c:v>58.55</c:v>
                </c:pt>
                <c:pt idx="29264">
                  <c:v>60.99</c:v>
                </c:pt>
                <c:pt idx="29265">
                  <c:v>60.99</c:v>
                </c:pt>
                <c:pt idx="29266">
                  <c:v>54.89</c:v>
                </c:pt>
                <c:pt idx="29267">
                  <c:v>60.38</c:v>
                </c:pt>
                <c:pt idx="29268">
                  <c:v>60.99</c:v>
                </c:pt>
                <c:pt idx="29269">
                  <c:v>59.77</c:v>
                </c:pt>
                <c:pt idx="29270">
                  <c:v>60.99</c:v>
                </c:pt>
                <c:pt idx="29271">
                  <c:v>60.99</c:v>
                </c:pt>
                <c:pt idx="29272">
                  <c:v>60.38</c:v>
                </c:pt>
                <c:pt idx="29273">
                  <c:v>60.99</c:v>
                </c:pt>
                <c:pt idx="29274">
                  <c:v>60.99</c:v>
                </c:pt>
                <c:pt idx="29275">
                  <c:v>60.38</c:v>
                </c:pt>
                <c:pt idx="29276">
                  <c:v>60.99</c:v>
                </c:pt>
                <c:pt idx="29277">
                  <c:v>59.77</c:v>
                </c:pt>
                <c:pt idx="29278">
                  <c:v>60.99</c:v>
                </c:pt>
                <c:pt idx="29279">
                  <c:v>60.99</c:v>
                </c:pt>
                <c:pt idx="29280">
                  <c:v>111.98</c:v>
                </c:pt>
                <c:pt idx="29281">
                  <c:v>60.99</c:v>
                </c:pt>
                <c:pt idx="29282">
                  <c:v>60.99</c:v>
                </c:pt>
                <c:pt idx="29283">
                  <c:v>60.99</c:v>
                </c:pt>
                <c:pt idx="29284">
                  <c:v>67.48</c:v>
                </c:pt>
                <c:pt idx="29285">
                  <c:v>53.98</c:v>
                </c:pt>
                <c:pt idx="29286">
                  <c:v>121.46</c:v>
                </c:pt>
                <c:pt idx="29287">
                  <c:v>121.48</c:v>
                </c:pt>
                <c:pt idx="29288">
                  <c:v>129.94999999999999</c:v>
                </c:pt>
                <c:pt idx="29289">
                  <c:v>129.96</c:v>
                </c:pt>
                <c:pt idx="29290">
                  <c:v>112.96</c:v>
                </c:pt>
                <c:pt idx="29291">
                  <c:v>32.24</c:v>
                </c:pt>
                <c:pt idx="29292">
                  <c:v>32.24</c:v>
                </c:pt>
                <c:pt idx="29293">
                  <c:v>31.49</c:v>
                </c:pt>
                <c:pt idx="29294">
                  <c:v>59.98</c:v>
                </c:pt>
                <c:pt idx="29295">
                  <c:v>61.48</c:v>
                </c:pt>
                <c:pt idx="29296">
                  <c:v>61.48</c:v>
                </c:pt>
                <c:pt idx="29297">
                  <c:v>59.98</c:v>
                </c:pt>
                <c:pt idx="29298">
                  <c:v>71.959999999999994</c:v>
                </c:pt>
                <c:pt idx="29299">
                  <c:v>53.97</c:v>
                </c:pt>
                <c:pt idx="29300">
                  <c:v>53.97</c:v>
                </c:pt>
                <c:pt idx="29301">
                  <c:v>103.94</c:v>
                </c:pt>
                <c:pt idx="29302">
                  <c:v>50.97</c:v>
                </c:pt>
                <c:pt idx="29303">
                  <c:v>53.97</c:v>
                </c:pt>
                <c:pt idx="29304">
                  <c:v>64.959999999999994</c:v>
                </c:pt>
                <c:pt idx="29305">
                  <c:v>142.94999999999999</c:v>
                </c:pt>
                <c:pt idx="29306">
                  <c:v>51.98</c:v>
                </c:pt>
                <c:pt idx="29307">
                  <c:v>34.46</c:v>
                </c:pt>
                <c:pt idx="29308">
                  <c:v>68.959999999999994</c:v>
                </c:pt>
                <c:pt idx="29309">
                  <c:v>53.97</c:v>
                </c:pt>
                <c:pt idx="29310">
                  <c:v>14.99</c:v>
                </c:pt>
                <c:pt idx="29311">
                  <c:v>50.97</c:v>
                </c:pt>
                <c:pt idx="29312">
                  <c:v>53.97</c:v>
                </c:pt>
                <c:pt idx="29313">
                  <c:v>53.97</c:v>
                </c:pt>
                <c:pt idx="29314">
                  <c:v>53.97</c:v>
                </c:pt>
                <c:pt idx="29315">
                  <c:v>26.49</c:v>
                </c:pt>
                <c:pt idx="29316">
                  <c:v>74.97</c:v>
                </c:pt>
                <c:pt idx="29317">
                  <c:v>130.97999999999999</c:v>
                </c:pt>
                <c:pt idx="29318">
                  <c:v>130.96</c:v>
                </c:pt>
                <c:pt idx="29319">
                  <c:v>113.98</c:v>
                </c:pt>
                <c:pt idx="29320">
                  <c:v>79.849999999999994</c:v>
                </c:pt>
                <c:pt idx="29321">
                  <c:v>306.04000000000002</c:v>
                </c:pt>
                <c:pt idx="29322">
                  <c:v>257.89</c:v>
                </c:pt>
                <c:pt idx="29323">
                  <c:v>239.54</c:v>
                </c:pt>
                <c:pt idx="29324">
                  <c:v>270.86</c:v>
                </c:pt>
                <c:pt idx="29325">
                  <c:v>384.95</c:v>
                </c:pt>
                <c:pt idx="29326">
                  <c:v>230.07</c:v>
                </c:pt>
                <c:pt idx="29327">
                  <c:v>319.39</c:v>
                </c:pt>
                <c:pt idx="29328">
                  <c:v>344.79</c:v>
                </c:pt>
                <c:pt idx="29329">
                  <c:v>289.14</c:v>
                </c:pt>
                <c:pt idx="29330">
                  <c:v>424.64</c:v>
                </c:pt>
                <c:pt idx="29331">
                  <c:v>59.98</c:v>
                </c:pt>
                <c:pt idx="29332">
                  <c:v>32.85</c:v>
                </c:pt>
                <c:pt idx="29333">
                  <c:v>112.82</c:v>
                </c:pt>
                <c:pt idx="29334">
                  <c:v>71.97</c:v>
                </c:pt>
                <c:pt idx="29335">
                  <c:v>59.97</c:v>
                </c:pt>
                <c:pt idx="29336">
                  <c:v>69.989999999999995</c:v>
                </c:pt>
                <c:pt idx="29337">
                  <c:v>69.989999999999995</c:v>
                </c:pt>
                <c:pt idx="29338">
                  <c:v>35.28</c:v>
                </c:pt>
                <c:pt idx="29339">
                  <c:v>35.28</c:v>
                </c:pt>
                <c:pt idx="29340">
                  <c:v>35.28</c:v>
                </c:pt>
                <c:pt idx="29341">
                  <c:v>78.63</c:v>
                </c:pt>
                <c:pt idx="29342">
                  <c:v>50.19</c:v>
                </c:pt>
                <c:pt idx="29343">
                  <c:v>131.97999999999999</c:v>
                </c:pt>
                <c:pt idx="29344">
                  <c:v>263.95999999999998</c:v>
                </c:pt>
                <c:pt idx="29345">
                  <c:v>263.95999999999998</c:v>
                </c:pt>
                <c:pt idx="29346">
                  <c:v>254.32</c:v>
                </c:pt>
                <c:pt idx="29347">
                  <c:v>263.95999999999998</c:v>
                </c:pt>
                <c:pt idx="29348">
                  <c:v>221.95</c:v>
                </c:pt>
                <c:pt idx="29349">
                  <c:v>219.45</c:v>
                </c:pt>
                <c:pt idx="29350">
                  <c:v>56.97</c:v>
                </c:pt>
                <c:pt idx="29351">
                  <c:v>39.18</c:v>
                </c:pt>
                <c:pt idx="29352">
                  <c:v>84.97</c:v>
                </c:pt>
                <c:pt idx="29353">
                  <c:v>69.989999999999995</c:v>
                </c:pt>
                <c:pt idx="29354">
                  <c:v>51.29</c:v>
                </c:pt>
                <c:pt idx="29355">
                  <c:v>71.680000000000007</c:v>
                </c:pt>
                <c:pt idx="29356">
                  <c:v>51.29</c:v>
                </c:pt>
                <c:pt idx="29357">
                  <c:v>71.680000000000007</c:v>
                </c:pt>
                <c:pt idx="29358">
                  <c:v>75</c:v>
                </c:pt>
                <c:pt idx="29359">
                  <c:v>67.87</c:v>
                </c:pt>
                <c:pt idx="29360">
                  <c:v>129.35</c:v>
                </c:pt>
                <c:pt idx="29361">
                  <c:v>64.069999999999993</c:v>
                </c:pt>
                <c:pt idx="29362">
                  <c:v>159.69999999999999</c:v>
                </c:pt>
                <c:pt idx="29363">
                  <c:v>147.6</c:v>
                </c:pt>
                <c:pt idx="29364">
                  <c:v>175.41</c:v>
                </c:pt>
                <c:pt idx="29365">
                  <c:v>159.69999999999999</c:v>
                </c:pt>
                <c:pt idx="29366">
                  <c:v>191.13</c:v>
                </c:pt>
                <c:pt idx="29367">
                  <c:v>159.69999999999999</c:v>
                </c:pt>
                <c:pt idx="29368">
                  <c:v>179.03</c:v>
                </c:pt>
                <c:pt idx="29369">
                  <c:v>159.69999999999999</c:v>
                </c:pt>
                <c:pt idx="29370">
                  <c:v>175.41</c:v>
                </c:pt>
                <c:pt idx="29371">
                  <c:v>159.69999999999999</c:v>
                </c:pt>
                <c:pt idx="29372">
                  <c:v>319.39</c:v>
                </c:pt>
                <c:pt idx="29373">
                  <c:v>159.69999999999999</c:v>
                </c:pt>
                <c:pt idx="29374">
                  <c:v>159.69999999999999</c:v>
                </c:pt>
                <c:pt idx="29375">
                  <c:v>159.69999999999999</c:v>
                </c:pt>
                <c:pt idx="29376">
                  <c:v>69.989999999999995</c:v>
                </c:pt>
                <c:pt idx="29377">
                  <c:v>59.96</c:v>
                </c:pt>
                <c:pt idx="29378">
                  <c:v>36.26</c:v>
                </c:pt>
                <c:pt idx="29379">
                  <c:v>36.86</c:v>
                </c:pt>
                <c:pt idx="29380">
                  <c:v>36.26</c:v>
                </c:pt>
                <c:pt idx="29381">
                  <c:v>55.96</c:v>
                </c:pt>
                <c:pt idx="29382">
                  <c:v>55.96</c:v>
                </c:pt>
                <c:pt idx="29383">
                  <c:v>142.72999999999999</c:v>
                </c:pt>
                <c:pt idx="29384">
                  <c:v>67.72</c:v>
                </c:pt>
                <c:pt idx="29385">
                  <c:v>74.98</c:v>
                </c:pt>
                <c:pt idx="29386">
                  <c:v>131.46</c:v>
                </c:pt>
                <c:pt idx="29387">
                  <c:v>53.98</c:v>
                </c:pt>
                <c:pt idx="29388">
                  <c:v>99.98</c:v>
                </c:pt>
                <c:pt idx="29389">
                  <c:v>85.97</c:v>
                </c:pt>
                <c:pt idx="29390">
                  <c:v>150.97</c:v>
                </c:pt>
                <c:pt idx="29391">
                  <c:v>65.989999999999995</c:v>
                </c:pt>
                <c:pt idx="29392">
                  <c:v>97.97</c:v>
                </c:pt>
                <c:pt idx="29393">
                  <c:v>129.97</c:v>
                </c:pt>
                <c:pt idx="29394">
                  <c:v>125.96</c:v>
                </c:pt>
                <c:pt idx="29395">
                  <c:v>86.68</c:v>
                </c:pt>
                <c:pt idx="29396">
                  <c:v>131.97999999999999</c:v>
                </c:pt>
                <c:pt idx="29397">
                  <c:v>119.96</c:v>
                </c:pt>
                <c:pt idx="29398">
                  <c:v>131.97999999999999</c:v>
                </c:pt>
                <c:pt idx="29399">
                  <c:v>130.96</c:v>
                </c:pt>
                <c:pt idx="29400">
                  <c:v>134.96</c:v>
                </c:pt>
                <c:pt idx="29401">
                  <c:v>76.97</c:v>
                </c:pt>
                <c:pt idx="29402">
                  <c:v>108.97</c:v>
                </c:pt>
                <c:pt idx="29403">
                  <c:v>89.98</c:v>
                </c:pt>
                <c:pt idx="29404">
                  <c:v>79.98</c:v>
                </c:pt>
                <c:pt idx="29405">
                  <c:v>126.97</c:v>
                </c:pt>
                <c:pt idx="29406">
                  <c:v>131.97999999999999</c:v>
                </c:pt>
                <c:pt idx="29407">
                  <c:v>89.98</c:v>
                </c:pt>
                <c:pt idx="29408">
                  <c:v>73.44</c:v>
                </c:pt>
                <c:pt idx="29409">
                  <c:v>131.36000000000001</c:v>
                </c:pt>
                <c:pt idx="29410">
                  <c:v>60.33</c:v>
                </c:pt>
                <c:pt idx="29411">
                  <c:v>70.959999999999994</c:v>
                </c:pt>
                <c:pt idx="29412">
                  <c:v>111.98</c:v>
                </c:pt>
                <c:pt idx="29413">
                  <c:v>68.97</c:v>
                </c:pt>
                <c:pt idx="29414">
                  <c:v>59.97</c:v>
                </c:pt>
                <c:pt idx="29415">
                  <c:v>55.96</c:v>
                </c:pt>
                <c:pt idx="29416">
                  <c:v>171.31</c:v>
                </c:pt>
                <c:pt idx="29417">
                  <c:v>181.96</c:v>
                </c:pt>
                <c:pt idx="29418">
                  <c:v>219.96</c:v>
                </c:pt>
                <c:pt idx="29419">
                  <c:v>123.22</c:v>
                </c:pt>
                <c:pt idx="29420">
                  <c:v>-1.5</c:v>
                </c:pt>
                <c:pt idx="29421">
                  <c:v>12.99</c:v>
                </c:pt>
                <c:pt idx="29422">
                  <c:v>182.97</c:v>
                </c:pt>
                <c:pt idx="29423">
                  <c:v>195.96</c:v>
                </c:pt>
                <c:pt idx="29424">
                  <c:v>207.96</c:v>
                </c:pt>
                <c:pt idx="29425">
                  <c:v>14.49</c:v>
                </c:pt>
                <c:pt idx="29426">
                  <c:v>159.97999999999999</c:v>
                </c:pt>
                <c:pt idx="29427">
                  <c:v>139.21</c:v>
                </c:pt>
                <c:pt idx="29428">
                  <c:v>182.97</c:v>
                </c:pt>
                <c:pt idx="29429">
                  <c:v>110.25</c:v>
                </c:pt>
                <c:pt idx="29430">
                  <c:v>31.13</c:v>
                </c:pt>
                <c:pt idx="29431">
                  <c:v>84.99</c:v>
                </c:pt>
                <c:pt idx="29432">
                  <c:v>59.99</c:v>
                </c:pt>
                <c:pt idx="29433">
                  <c:v>69.47</c:v>
                </c:pt>
                <c:pt idx="29434">
                  <c:v>129.97999999999999</c:v>
                </c:pt>
                <c:pt idx="29435">
                  <c:v>129.97</c:v>
                </c:pt>
                <c:pt idx="29436">
                  <c:v>129.97</c:v>
                </c:pt>
                <c:pt idx="29437">
                  <c:v>145.15</c:v>
                </c:pt>
                <c:pt idx="29438">
                  <c:v>84.68</c:v>
                </c:pt>
                <c:pt idx="29439">
                  <c:v>128.24</c:v>
                </c:pt>
                <c:pt idx="29440">
                  <c:v>133.08000000000001</c:v>
                </c:pt>
                <c:pt idx="29441">
                  <c:v>128.24</c:v>
                </c:pt>
                <c:pt idx="29442">
                  <c:v>133.96</c:v>
                </c:pt>
                <c:pt idx="29443">
                  <c:v>79.540000000000006</c:v>
                </c:pt>
                <c:pt idx="29444">
                  <c:v>122.78</c:v>
                </c:pt>
                <c:pt idx="29445">
                  <c:v>119.15</c:v>
                </c:pt>
                <c:pt idx="29446">
                  <c:v>139.09</c:v>
                </c:pt>
                <c:pt idx="29447">
                  <c:v>1.2</c:v>
                </c:pt>
                <c:pt idx="29448">
                  <c:v>84.66</c:v>
                </c:pt>
                <c:pt idx="29449">
                  <c:v>72.58</c:v>
                </c:pt>
                <c:pt idx="29450">
                  <c:v>168.14</c:v>
                </c:pt>
                <c:pt idx="29451">
                  <c:v>226.22</c:v>
                </c:pt>
                <c:pt idx="29452">
                  <c:v>73.98</c:v>
                </c:pt>
                <c:pt idx="29453">
                  <c:v>55.98</c:v>
                </c:pt>
                <c:pt idx="29454">
                  <c:v>69.98</c:v>
                </c:pt>
                <c:pt idx="29455">
                  <c:v>59.97</c:v>
                </c:pt>
                <c:pt idx="29456">
                  <c:v>50.94</c:v>
                </c:pt>
                <c:pt idx="29457">
                  <c:v>78.98</c:v>
                </c:pt>
                <c:pt idx="29458">
                  <c:v>35.49</c:v>
                </c:pt>
                <c:pt idx="29459">
                  <c:v>41.49</c:v>
                </c:pt>
                <c:pt idx="29460">
                  <c:v>39.99</c:v>
                </c:pt>
                <c:pt idx="29461">
                  <c:v>84.96</c:v>
                </c:pt>
                <c:pt idx="29462">
                  <c:v>75.98</c:v>
                </c:pt>
                <c:pt idx="29463">
                  <c:v>84.96</c:v>
                </c:pt>
                <c:pt idx="29464">
                  <c:v>75.98</c:v>
                </c:pt>
                <c:pt idx="29465">
                  <c:v>54.99</c:v>
                </c:pt>
                <c:pt idx="29466">
                  <c:v>54.99</c:v>
                </c:pt>
                <c:pt idx="29467">
                  <c:v>70.16</c:v>
                </c:pt>
                <c:pt idx="29468">
                  <c:v>50.97</c:v>
                </c:pt>
                <c:pt idx="29469">
                  <c:v>79.97</c:v>
                </c:pt>
                <c:pt idx="29470">
                  <c:v>70.98</c:v>
                </c:pt>
                <c:pt idx="29471">
                  <c:v>58.98</c:v>
                </c:pt>
                <c:pt idx="29472">
                  <c:v>93.81</c:v>
                </c:pt>
                <c:pt idx="29473">
                  <c:v>193.55</c:v>
                </c:pt>
                <c:pt idx="29474">
                  <c:v>79.849999999999994</c:v>
                </c:pt>
                <c:pt idx="29475">
                  <c:v>182.67</c:v>
                </c:pt>
                <c:pt idx="29476">
                  <c:v>140.34</c:v>
                </c:pt>
                <c:pt idx="29477">
                  <c:v>79.849999999999994</c:v>
                </c:pt>
                <c:pt idx="29478">
                  <c:v>96.78</c:v>
                </c:pt>
                <c:pt idx="29479">
                  <c:v>79.849999999999994</c:v>
                </c:pt>
                <c:pt idx="29480">
                  <c:v>140.34</c:v>
                </c:pt>
                <c:pt idx="29481">
                  <c:v>129.41</c:v>
                </c:pt>
                <c:pt idx="29482">
                  <c:v>62.91</c:v>
                </c:pt>
                <c:pt idx="29483">
                  <c:v>79.849999999999994</c:v>
                </c:pt>
                <c:pt idx="29484">
                  <c:v>232.25</c:v>
                </c:pt>
                <c:pt idx="29485">
                  <c:v>96.78</c:v>
                </c:pt>
                <c:pt idx="29486">
                  <c:v>37.28</c:v>
                </c:pt>
                <c:pt idx="29487">
                  <c:v>40.270000000000003</c:v>
                </c:pt>
                <c:pt idx="29488">
                  <c:v>27.28</c:v>
                </c:pt>
                <c:pt idx="29489">
                  <c:v>50.08</c:v>
                </c:pt>
                <c:pt idx="29490">
                  <c:v>61.49</c:v>
                </c:pt>
                <c:pt idx="29491">
                  <c:v>67.47</c:v>
                </c:pt>
                <c:pt idx="29492">
                  <c:v>60.97</c:v>
                </c:pt>
                <c:pt idx="29493">
                  <c:v>128.47</c:v>
                </c:pt>
                <c:pt idx="29494">
                  <c:v>75.48</c:v>
                </c:pt>
                <c:pt idx="29495">
                  <c:v>62.98</c:v>
                </c:pt>
                <c:pt idx="29496">
                  <c:v>67.48</c:v>
                </c:pt>
                <c:pt idx="29497">
                  <c:v>218.27</c:v>
                </c:pt>
                <c:pt idx="29498">
                  <c:v>84.99</c:v>
                </c:pt>
                <c:pt idx="29499">
                  <c:v>131.97999999999999</c:v>
                </c:pt>
                <c:pt idx="29500">
                  <c:v>169.98</c:v>
                </c:pt>
                <c:pt idx="29501">
                  <c:v>128.82</c:v>
                </c:pt>
                <c:pt idx="29502">
                  <c:v>254.97</c:v>
                </c:pt>
                <c:pt idx="29503">
                  <c:v>254.97</c:v>
                </c:pt>
                <c:pt idx="29504">
                  <c:v>39.99</c:v>
                </c:pt>
                <c:pt idx="29505">
                  <c:v>183.96</c:v>
                </c:pt>
                <c:pt idx="29506">
                  <c:v>309.92</c:v>
                </c:pt>
                <c:pt idx="29507">
                  <c:v>118.78</c:v>
                </c:pt>
                <c:pt idx="29508">
                  <c:v>254.97</c:v>
                </c:pt>
                <c:pt idx="29509">
                  <c:v>193.96</c:v>
                </c:pt>
                <c:pt idx="29510">
                  <c:v>249.97</c:v>
                </c:pt>
                <c:pt idx="29511">
                  <c:v>131.97999999999999</c:v>
                </c:pt>
                <c:pt idx="29512">
                  <c:v>86.97</c:v>
                </c:pt>
                <c:pt idx="29513">
                  <c:v>33.479999999999997</c:v>
                </c:pt>
                <c:pt idx="29514">
                  <c:v>141.55000000000001</c:v>
                </c:pt>
                <c:pt idx="29515">
                  <c:v>141.52000000000001</c:v>
                </c:pt>
                <c:pt idx="29516">
                  <c:v>141.52000000000001</c:v>
                </c:pt>
                <c:pt idx="29517">
                  <c:v>55.47</c:v>
                </c:pt>
                <c:pt idx="29518">
                  <c:v>63.96</c:v>
                </c:pt>
                <c:pt idx="29519">
                  <c:v>79.989999999999995</c:v>
                </c:pt>
                <c:pt idx="29520">
                  <c:v>46.49</c:v>
                </c:pt>
                <c:pt idx="29521">
                  <c:v>127.98</c:v>
                </c:pt>
                <c:pt idx="29522">
                  <c:v>289.92</c:v>
                </c:pt>
                <c:pt idx="29523">
                  <c:v>179.95</c:v>
                </c:pt>
                <c:pt idx="29524">
                  <c:v>157.96</c:v>
                </c:pt>
                <c:pt idx="29525">
                  <c:v>161.97</c:v>
                </c:pt>
                <c:pt idx="29526">
                  <c:v>169.98</c:v>
                </c:pt>
                <c:pt idx="29527">
                  <c:v>198.82</c:v>
                </c:pt>
                <c:pt idx="29528">
                  <c:v>249.93</c:v>
                </c:pt>
                <c:pt idx="29529">
                  <c:v>131.97999999999999</c:v>
                </c:pt>
                <c:pt idx="29530">
                  <c:v>279.18</c:v>
                </c:pt>
                <c:pt idx="29531">
                  <c:v>228.93</c:v>
                </c:pt>
                <c:pt idx="29532">
                  <c:v>59.98</c:v>
                </c:pt>
                <c:pt idx="29533">
                  <c:v>67.98</c:v>
                </c:pt>
                <c:pt idx="29534">
                  <c:v>127.92</c:v>
                </c:pt>
                <c:pt idx="29535">
                  <c:v>120.46</c:v>
                </c:pt>
                <c:pt idx="29536">
                  <c:v>63.96</c:v>
                </c:pt>
                <c:pt idx="29537">
                  <c:v>63.96</c:v>
                </c:pt>
                <c:pt idx="29538">
                  <c:v>71.98</c:v>
                </c:pt>
                <c:pt idx="29539">
                  <c:v>55.96</c:v>
                </c:pt>
                <c:pt idx="29540">
                  <c:v>63.96</c:v>
                </c:pt>
                <c:pt idx="29541">
                  <c:v>63.96</c:v>
                </c:pt>
                <c:pt idx="29542">
                  <c:v>132.94999999999999</c:v>
                </c:pt>
                <c:pt idx="29543">
                  <c:v>63.96</c:v>
                </c:pt>
                <c:pt idx="29544">
                  <c:v>84.66</c:v>
                </c:pt>
                <c:pt idx="29545">
                  <c:v>32.630000000000003</c:v>
                </c:pt>
                <c:pt idx="29546">
                  <c:v>14.99</c:v>
                </c:pt>
                <c:pt idx="29547">
                  <c:v>53.98</c:v>
                </c:pt>
                <c:pt idx="29548">
                  <c:v>86.07</c:v>
                </c:pt>
                <c:pt idx="29549">
                  <c:v>139.97</c:v>
                </c:pt>
                <c:pt idx="29550">
                  <c:v>92.47</c:v>
                </c:pt>
                <c:pt idx="29551">
                  <c:v>139.96</c:v>
                </c:pt>
                <c:pt idx="29552">
                  <c:v>141.1</c:v>
                </c:pt>
                <c:pt idx="29553">
                  <c:v>129.97999999999999</c:v>
                </c:pt>
                <c:pt idx="29554">
                  <c:v>243.47</c:v>
                </c:pt>
                <c:pt idx="29555">
                  <c:v>243.47</c:v>
                </c:pt>
                <c:pt idx="29556">
                  <c:v>184.97</c:v>
                </c:pt>
                <c:pt idx="29557">
                  <c:v>184.97</c:v>
                </c:pt>
                <c:pt idx="29558">
                  <c:v>228.02</c:v>
                </c:pt>
                <c:pt idx="29559">
                  <c:v>120.96</c:v>
                </c:pt>
                <c:pt idx="29560">
                  <c:v>120.96</c:v>
                </c:pt>
                <c:pt idx="29561">
                  <c:v>105.94</c:v>
                </c:pt>
                <c:pt idx="29562">
                  <c:v>237.25</c:v>
                </c:pt>
                <c:pt idx="29563">
                  <c:v>213.12</c:v>
                </c:pt>
                <c:pt idx="29564">
                  <c:v>130.96</c:v>
                </c:pt>
                <c:pt idx="29565">
                  <c:v>237.25</c:v>
                </c:pt>
                <c:pt idx="29566">
                  <c:v>228.02</c:v>
                </c:pt>
                <c:pt idx="29567">
                  <c:v>213.12</c:v>
                </c:pt>
                <c:pt idx="29568">
                  <c:v>105.94</c:v>
                </c:pt>
                <c:pt idx="29569">
                  <c:v>130.96</c:v>
                </c:pt>
                <c:pt idx="29570">
                  <c:v>129.97999999999999</c:v>
                </c:pt>
                <c:pt idx="29571">
                  <c:v>57.59</c:v>
                </c:pt>
                <c:pt idx="29572">
                  <c:v>54.99</c:v>
                </c:pt>
                <c:pt idx="29573">
                  <c:v>54.99</c:v>
                </c:pt>
                <c:pt idx="29574">
                  <c:v>57.59</c:v>
                </c:pt>
                <c:pt idx="29575">
                  <c:v>51.76</c:v>
                </c:pt>
                <c:pt idx="29576">
                  <c:v>75.98</c:v>
                </c:pt>
                <c:pt idx="29577">
                  <c:v>63.97</c:v>
                </c:pt>
                <c:pt idx="29578">
                  <c:v>65.97</c:v>
                </c:pt>
                <c:pt idx="29579">
                  <c:v>26.29</c:v>
                </c:pt>
                <c:pt idx="29580">
                  <c:v>46.29</c:v>
                </c:pt>
                <c:pt idx="29581">
                  <c:v>31.29</c:v>
                </c:pt>
                <c:pt idx="29582">
                  <c:v>83.86</c:v>
                </c:pt>
                <c:pt idx="29583">
                  <c:v>87.97</c:v>
                </c:pt>
                <c:pt idx="29584">
                  <c:v>57.98</c:v>
                </c:pt>
                <c:pt idx="29585">
                  <c:v>89.97</c:v>
                </c:pt>
                <c:pt idx="29586">
                  <c:v>122.96</c:v>
                </c:pt>
                <c:pt idx="29587">
                  <c:v>84.97</c:v>
                </c:pt>
                <c:pt idx="29588">
                  <c:v>117.96</c:v>
                </c:pt>
                <c:pt idx="29589">
                  <c:v>86.97</c:v>
                </c:pt>
                <c:pt idx="29590">
                  <c:v>74.97</c:v>
                </c:pt>
                <c:pt idx="29591">
                  <c:v>79.97</c:v>
                </c:pt>
                <c:pt idx="29592">
                  <c:v>123.26</c:v>
                </c:pt>
                <c:pt idx="29593">
                  <c:v>74.97</c:v>
                </c:pt>
                <c:pt idx="29594">
                  <c:v>90.97</c:v>
                </c:pt>
                <c:pt idx="29595">
                  <c:v>93.27</c:v>
                </c:pt>
                <c:pt idx="29596">
                  <c:v>89.97</c:v>
                </c:pt>
                <c:pt idx="29597">
                  <c:v>59.98</c:v>
                </c:pt>
                <c:pt idx="29598">
                  <c:v>59.98</c:v>
                </c:pt>
                <c:pt idx="29599">
                  <c:v>87.65</c:v>
                </c:pt>
                <c:pt idx="29600">
                  <c:v>93.27</c:v>
                </c:pt>
                <c:pt idx="29601">
                  <c:v>87.97</c:v>
                </c:pt>
                <c:pt idx="29602">
                  <c:v>25.59</c:v>
                </c:pt>
                <c:pt idx="29603">
                  <c:v>92.97</c:v>
                </c:pt>
                <c:pt idx="29604">
                  <c:v>89.72</c:v>
                </c:pt>
                <c:pt idx="29605">
                  <c:v>89.97</c:v>
                </c:pt>
                <c:pt idx="29606">
                  <c:v>82.56</c:v>
                </c:pt>
                <c:pt idx="29607">
                  <c:v>89.97</c:v>
                </c:pt>
                <c:pt idx="29608">
                  <c:v>59.98</c:v>
                </c:pt>
                <c:pt idx="29609">
                  <c:v>84.97</c:v>
                </c:pt>
                <c:pt idx="29610">
                  <c:v>25.93</c:v>
                </c:pt>
                <c:pt idx="29611">
                  <c:v>25.93</c:v>
                </c:pt>
                <c:pt idx="29612">
                  <c:v>29.28</c:v>
                </c:pt>
                <c:pt idx="29613">
                  <c:v>29.28</c:v>
                </c:pt>
                <c:pt idx="29614">
                  <c:v>29.28</c:v>
                </c:pt>
                <c:pt idx="29615">
                  <c:v>29.28</c:v>
                </c:pt>
                <c:pt idx="29616">
                  <c:v>59.96</c:v>
                </c:pt>
                <c:pt idx="29617">
                  <c:v>69.95</c:v>
                </c:pt>
                <c:pt idx="29618">
                  <c:v>69.900000000000006</c:v>
                </c:pt>
                <c:pt idx="29619">
                  <c:v>59.16</c:v>
                </c:pt>
                <c:pt idx="29620">
                  <c:v>89.27</c:v>
                </c:pt>
                <c:pt idx="29621">
                  <c:v>41.96</c:v>
                </c:pt>
                <c:pt idx="29622">
                  <c:v>63.37</c:v>
                </c:pt>
                <c:pt idx="29623">
                  <c:v>64.67</c:v>
                </c:pt>
                <c:pt idx="29624">
                  <c:v>84.99</c:v>
                </c:pt>
                <c:pt idx="29625">
                  <c:v>68.989999999999995</c:v>
                </c:pt>
                <c:pt idx="29626">
                  <c:v>84.99</c:v>
                </c:pt>
                <c:pt idx="29627">
                  <c:v>86.49</c:v>
                </c:pt>
                <c:pt idx="29628">
                  <c:v>70.290000000000006</c:v>
                </c:pt>
                <c:pt idx="29629">
                  <c:v>82.49</c:v>
                </c:pt>
                <c:pt idx="29630">
                  <c:v>84.99</c:v>
                </c:pt>
                <c:pt idx="29631">
                  <c:v>84.99</c:v>
                </c:pt>
                <c:pt idx="29632">
                  <c:v>84.99</c:v>
                </c:pt>
                <c:pt idx="29633">
                  <c:v>84.99</c:v>
                </c:pt>
                <c:pt idx="29634">
                  <c:v>65.989999999999995</c:v>
                </c:pt>
                <c:pt idx="29635">
                  <c:v>84.99</c:v>
                </c:pt>
                <c:pt idx="29636">
                  <c:v>63.66</c:v>
                </c:pt>
                <c:pt idx="29637">
                  <c:v>99.98</c:v>
                </c:pt>
                <c:pt idx="29638">
                  <c:v>79.72</c:v>
                </c:pt>
                <c:pt idx="29639">
                  <c:v>65.989999999999995</c:v>
                </c:pt>
                <c:pt idx="29640">
                  <c:v>80.900000000000006</c:v>
                </c:pt>
                <c:pt idx="29641">
                  <c:v>84.99</c:v>
                </c:pt>
                <c:pt idx="29642">
                  <c:v>84.99</c:v>
                </c:pt>
                <c:pt idx="29643">
                  <c:v>53.96</c:v>
                </c:pt>
                <c:pt idx="29644">
                  <c:v>73.98</c:v>
                </c:pt>
                <c:pt idx="29645">
                  <c:v>33.479999999999997</c:v>
                </c:pt>
                <c:pt idx="29646">
                  <c:v>140.47</c:v>
                </c:pt>
                <c:pt idx="29647">
                  <c:v>22.94</c:v>
                </c:pt>
                <c:pt idx="29648">
                  <c:v>99.2</c:v>
                </c:pt>
                <c:pt idx="29649">
                  <c:v>183.88</c:v>
                </c:pt>
                <c:pt idx="29650">
                  <c:v>79.849999999999994</c:v>
                </c:pt>
                <c:pt idx="29651">
                  <c:v>79.849999999999994</c:v>
                </c:pt>
                <c:pt idx="29652">
                  <c:v>79.849999999999994</c:v>
                </c:pt>
                <c:pt idx="29653">
                  <c:v>159.69999999999999</c:v>
                </c:pt>
                <c:pt idx="29654">
                  <c:v>202.03</c:v>
                </c:pt>
                <c:pt idx="29655">
                  <c:v>112.51</c:v>
                </c:pt>
                <c:pt idx="29656">
                  <c:v>183.88</c:v>
                </c:pt>
                <c:pt idx="29657">
                  <c:v>135.74</c:v>
                </c:pt>
                <c:pt idx="29658">
                  <c:v>142.74</c:v>
                </c:pt>
                <c:pt idx="29659">
                  <c:v>79.849999999999994</c:v>
                </c:pt>
                <c:pt idx="29660">
                  <c:v>79.849999999999994</c:v>
                </c:pt>
                <c:pt idx="29661">
                  <c:v>116.14</c:v>
                </c:pt>
                <c:pt idx="29662">
                  <c:v>79.849999999999994</c:v>
                </c:pt>
                <c:pt idx="29663">
                  <c:v>79.849999999999994</c:v>
                </c:pt>
                <c:pt idx="29664">
                  <c:v>79.849999999999994</c:v>
                </c:pt>
                <c:pt idx="29665">
                  <c:v>116.97</c:v>
                </c:pt>
                <c:pt idx="29666">
                  <c:v>59.39</c:v>
                </c:pt>
                <c:pt idx="29667">
                  <c:v>69.989999999999995</c:v>
                </c:pt>
                <c:pt idx="29668">
                  <c:v>140.34</c:v>
                </c:pt>
                <c:pt idx="29669">
                  <c:v>140.34</c:v>
                </c:pt>
                <c:pt idx="29670">
                  <c:v>64.98</c:v>
                </c:pt>
                <c:pt idx="29671">
                  <c:v>64.33</c:v>
                </c:pt>
                <c:pt idx="29672">
                  <c:v>140.31</c:v>
                </c:pt>
                <c:pt idx="29673">
                  <c:v>140.30000000000001</c:v>
                </c:pt>
                <c:pt idx="29674">
                  <c:v>82.97</c:v>
                </c:pt>
                <c:pt idx="29675">
                  <c:v>56.14</c:v>
                </c:pt>
                <c:pt idx="29676">
                  <c:v>191.14</c:v>
                </c:pt>
                <c:pt idx="29677">
                  <c:v>171.33</c:v>
                </c:pt>
                <c:pt idx="29678">
                  <c:v>120.98</c:v>
                </c:pt>
                <c:pt idx="29679">
                  <c:v>179.04</c:v>
                </c:pt>
                <c:pt idx="29680">
                  <c:v>336.31</c:v>
                </c:pt>
                <c:pt idx="29681">
                  <c:v>319.39</c:v>
                </c:pt>
                <c:pt idx="29682">
                  <c:v>159.69999999999999</c:v>
                </c:pt>
                <c:pt idx="29683">
                  <c:v>69.989999999999995</c:v>
                </c:pt>
                <c:pt idx="29684">
                  <c:v>59.26</c:v>
                </c:pt>
                <c:pt idx="29685">
                  <c:v>68.989999999999995</c:v>
                </c:pt>
                <c:pt idx="29686">
                  <c:v>57.98</c:v>
                </c:pt>
                <c:pt idx="29687">
                  <c:v>84.68</c:v>
                </c:pt>
                <c:pt idx="29688">
                  <c:v>45.96</c:v>
                </c:pt>
                <c:pt idx="29689">
                  <c:v>130.63</c:v>
                </c:pt>
                <c:pt idx="29690">
                  <c:v>65.98</c:v>
                </c:pt>
                <c:pt idx="29691">
                  <c:v>60.98</c:v>
                </c:pt>
                <c:pt idx="29692">
                  <c:v>71.97</c:v>
                </c:pt>
                <c:pt idx="29693">
                  <c:v>71.97</c:v>
                </c:pt>
                <c:pt idx="29694">
                  <c:v>91.96</c:v>
                </c:pt>
                <c:pt idx="29695">
                  <c:v>71.97</c:v>
                </c:pt>
                <c:pt idx="29696">
                  <c:v>104.96</c:v>
                </c:pt>
                <c:pt idx="29697">
                  <c:v>71.97</c:v>
                </c:pt>
                <c:pt idx="29698">
                  <c:v>41.49</c:v>
                </c:pt>
                <c:pt idx="29699">
                  <c:v>76.97</c:v>
                </c:pt>
                <c:pt idx="29700">
                  <c:v>57.97</c:v>
                </c:pt>
                <c:pt idx="29701">
                  <c:v>69.989999999999995</c:v>
                </c:pt>
                <c:pt idx="29702">
                  <c:v>68.98</c:v>
                </c:pt>
                <c:pt idx="29703">
                  <c:v>138.96</c:v>
                </c:pt>
                <c:pt idx="29704">
                  <c:v>127.96</c:v>
                </c:pt>
                <c:pt idx="29705">
                  <c:v>65.989999999999995</c:v>
                </c:pt>
                <c:pt idx="29706">
                  <c:v>69.989999999999995</c:v>
                </c:pt>
                <c:pt idx="29707">
                  <c:v>61.69</c:v>
                </c:pt>
                <c:pt idx="29708">
                  <c:v>128.97</c:v>
                </c:pt>
                <c:pt idx="29709">
                  <c:v>63.98</c:v>
                </c:pt>
                <c:pt idx="29710">
                  <c:v>64.98</c:v>
                </c:pt>
                <c:pt idx="29711">
                  <c:v>66.86</c:v>
                </c:pt>
                <c:pt idx="29712">
                  <c:v>61.98</c:v>
                </c:pt>
                <c:pt idx="29713">
                  <c:v>126.55</c:v>
                </c:pt>
                <c:pt idx="29714">
                  <c:v>108.97</c:v>
                </c:pt>
                <c:pt idx="29715">
                  <c:v>85.96</c:v>
                </c:pt>
                <c:pt idx="29716">
                  <c:v>66.290000000000006</c:v>
                </c:pt>
                <c:pt idx="29717">
                  <c:v>70.98</c:v>
                </c:pt>
                <c:pt idx="29718">
                  <c:v>128.66999999999999</c:v>
                </c:pt>
                <c:pt idx="29719">
                  <c:v>126.4</c:v>
                </c:pt>
                <c:pt idx="29720">
                  <c:v>74.97</c:v>
                </c:pt>
                <c:pt idx="29721">
                  <c:v>51.28</c:v>
                </c:pt>
                <c:pt idx="29722">
                  <c:v>-51.48</c:v>
                </c:pt>
                <c:pt idx="29723">
                  <c:v>51.48</c:v>
                </c:pt>
                <c:pt idx="29724">
                  <c:v>67.98</c:v>
                </c:pt>
                <c:pt idx="29725">
                  <c:v>139.11000000000001</c:v>
                </c:pt>
                <c:pt idx="29726">
                  <c:v>154.35</c:v>
                </c:pt>
                <c:pt idx="29727">
                  <c:v>141.97999999999999</c:v>
                </c:pt>
                <c:pt idx="29728">
                  <c:v>84.99</c:v>
                </c:pt>
                <c:pt idx="29729">
                  <c:v>84.99</c:v>
                </c:pt>
                <c:pt idx="29730">
                  <c:v>169.98</c:v>
                </c:pt>
                <c:pt idx="29731">
                  <c:v>79.98</c:v>
                </c:pt>
                <c:pt idx="29732">
                  <c:v>151.97999999999999</c:v>
                </c:pt>
                <c:pt idx="29733">
                  <c:v>169.98</c:v>
                </c:pt>
                <c:pt idx="29734">
                  <c:v>169.98</c:v>
                </c:pt>
                <c:pt idx="29735">
                  <c:v>121.98</c:v>
                </c:pt>
                <c:pt idx="29736">
                  <c:v>79.959999999999994</c:v>
                </c:pt>
                <c:pt idx="29737">
                  <c:v>131.97999999999999</c:v>
                </c:pt>
                <c:pt idx="29738">
                  <c:v>169.98</c:v>
                </c:pt>
                <c:pt idx="29739">
                  <c:v>79.98</c:v>
                </c:pt>
                <c:pt idx="29740">
                  <c:v>169.98</c:v>
                </c:pt>
                <c:pt idx="29741">
                  <c:v>84.99</c:v>
                </c:pt>
                <c:pt idx="29742">
                  <c:v>169.98</c:v>
                </c:pt>
                <c:pt idx="29743">
                  <c:v>144.97</c:v>
                </c:pt>
                <c:pt idx="29744">
                  <c:v>130.46</c:v>
                </c:pt>
                <c:pt idx="29745">
                  <c:v>117.06</c:v>
                </c:pt>
                <c:pt idx="29746">
                  <c:v>139.1</c:v>
                </c:pt>
                <c:pt idx="29747">
                  <c:v>28.24</c:v>
                </c:pt>
                <c:pt idx="29748">
                  <c:v>84.99</c:v>
                </c:pt>
                <c:pt idx="29749">
                  <c:v>51.98</c:v>
                </c:pt>
                <c:pt idx="29750">
                  <c:v>56.97</c:v>
                </c:pt>
                <c:pt idx="29751">
                  <c:v>31.49</c:v>
                </c:pt>
                <c:pt idx="29752">
                  <c:v>59.98</c:v>
                </c:pt>
                <c:pt idx="29753">
                  <c:v>31.49</c:v>
                </c:pt>
                <c:pt idx="29754">
                  <c:v>17.489999999999998</c:v>
                </c:pt>
                <c:pt idx="29755">
                  <c:v>59.98</c:v>
                </c:pt>
                <c:pt idx="29756">
                  <c:v>17.489999999999998</c:v>
                </c:pt>
                <c:pt idx="29757">
                  <c:v>125.98</c:v>
                </c:pt>
                <c:pt idx="29758">
                  <c:v>36.479999999999997</c:v>
                </c:pt>
                <c:pt idx="29759">
                  <c:v>82.47</c:v>
                </c:pt>
                <c:pt idx="29760">
                  <c:v>125.96</c:v>
                </c:pt>
                <c:pt idx="29761">
                  <c:v>209.97</c:v>
                </c:pt>
                <c:pt idx="29762">
                  <c:v>169.98</c:v>
                </c:pt>
                <c:pt idx="29763">
                  <c:v>131.97999999999999</c:v>
                </c:pt>
                <c:pt idx="29764">
                  <c:v>121.98</c:v>
                </c:pt>
                <c:pt idx="29765">
                  <c:v>84.99</c:v>
                </c:pt>
                <c:pt idx="29766">
                  <c:v>161.66999999999999</c:v>
                </c:pt>
                <c:pt idx="29767">
                  <c:v>84.99</c:v>
                </c:pt>
                <c:pt idx="29768">
                  <c:v>169.98</c:v>
                </c:pt>
                <c:pt idx="29769">
                  <c:v>84.99</c:v>
                </c:pt>
                <c:pt idx="29770">
                  <c:v>188.06</c:v>
                </c:pt>
                <c:pt idx="29771">
                  <c:v>46.49</c:v>
                </c:pt>
                <c:pt idx="29772">
                  <c:v>125.96</c:v>
                </c:pt>
                <c:pt idx="29773">
                  <c:v>65.989999999999995</c:v>
                </c:pt>
                <c:pt idx="29774">
                  <c:v>51.47</c:v>
                </c:pt>
                <c:pt idx="29775">
                  <c:v>139.07</c:v>
                </c:pt>
                <c:pt idx="29776">
                  <c:v>68.98</c:v>
                </c:pt>
                <c:pt idx="29777">
                  <c:v>56.97</c:v>
                </c:pt>
                <c:pt idx="29778">
                  <c:v>68.98</c:v>
                </c:pt>
                <c:pt idx="29779">
                  <c:v>56.97</c:v>
                </c:pt>
                <c:pt idx="29780">
                  <c:v>50.96</c:v>
                </c:pt>
                <c:pt idx="29781">
                  <c:v>74.97</c:v>
                </c:pt>
                <c:pt idx="29782">
                  <c:v>39.08</c:v>
                </c:pt>
                <c:pt idx="29783">
                  <c:v>68.98</c:v>
                </c:pt>
                <c:pt idx="29784">
                  <c:v>24.48</c:v>
                </c:pt>
                <c:pt idx="29785">
                  <c:v>36.47</c:v>
                </c:pt>
                <c:pt idx="29786">
                  <c:v>169.98</c:v>
                </c:pt>
                <c:pt idx="29787">
                  <c:v>234.96</c:v>
                </c:pt>
                <c:pt idx="29788">
                  <c:v>164.73</c:v>
                </c:pt>
                <c:pt idx="29789">
                  <c:v>159.96</c:v>
                </c:pt>
                <c:pt idx="29790">
                  <c:v>119.97</c:v>
                </c:pt>
                <c:pt idx="29791">
                  <c:v>169.98</c:v>
                </c:pt>
                <c:pt idx="29792">
                  <c:v>84.99</c:v>
                </c:pt>
                <c:pt idx="29793">
                  <c:v>156.31</c:v>
                </c:pt>
                <c:pt idx="29794">
                  <c:v>199.96</c:v>
                </c:pt>
                <c:pt idx="29795">
                  <c:v>169.98</c:v>
                </c:pt>
                <c:pt idx="29796">
                  <c:v>149.97</c:v>
                </c:pt>
                <c:pt idx="29797">
                  <c:v>154.96</c:v>
                </c:pt>
                <c:pt idx="29798">
                  <c:v>199.97</c:v>
                </c:pt>
                <c:pt idx="29799">
                  <c:v>184.97</c:v>
                </c:pt>
                <c:pt idx="29800">
                  <c:v>57.98</c:v>
                </c:pt>
                <c:pt idx="29801">
                  <c:v>67.86</c:v>
                </c:pt>
                <c:pt idx="29802">
                  <c:v>51.98</c:v>
                </c:pt>
                <c:pt idx="29803">
                  <c:v>77.400000000000006</c:v>
                </c:pt>
                <c:pt idx="29804">
                  <c:v>127.98</c:v>
                </c:pt>
                <c:pt idx="29805">
                  <c:v>127.98</c:v>
                </c:pt>
                <c:pt idx="29806">
                  <c:v>127.98</c:v>
                </c:pt>
                <c:pt idx="29807">
                  <c:v>127.98</c:v>
                </c:pt>
                <c:pt idx="29808">
                  <c:v>127.97</c:v>
                </c:pt>
                <c:pt idx="29809">
                  <c:v>48.28</c:v>
                </c:pt>
                <c:pt idx="29810">
                  <c:v>68.97</c:v>
                </c:pt>
                <c:pt idx="29811">
                  <c:v>197.97</c:v>
                </c:pt>
                <c:pt idx="29812">
                  <c:v>239.14</c:v>
                </c:pt>
                <c:pt idx="29813">
                  <c:v>225.95</c:v>
                </c:pt>
                <c:pt idx="29814">
                  <c:v>197.97</c:v>
                </c:pt>
                <c:pt idx="29815">
                  <c:v>169.97</c:v>
                </c:pt>
                <c:pt idx="29816">
                  <c:v>51.98</c:v>
                </c:pt>
                <c:pt idx="29817">
                  <c:v>75.98</c:v>
                </c:pt>
                <c:pt idx="29818">
                  <c:v>63.98</c:v>
                </c:pt>
                <c:pt idx="29819">
                  <c:v>63.98</c:v>
                </c:pt>
                <c:pt idx="29820">
                  <c:v>61.98</c:v>
                </c:pt>
                <c:pt idx="29821">
                  <c:v>65.97</c:v>
                </c:pt>
                <c:pt idx="29822">
                  <c:v>74.98</c:v>
                </c:pt>
                <c:pt idx="29823">
                  <c:v>44.28</c:v>
                </c:pt>
                <c:pt idx="29824">
                  <c:v>63.96</c:v>
                </c:pt>
                <c:pt idx="29825">
                  <c:v>63.98</c:v>
                </c:pt>
                <c:pt idx="29826">
                  <c:v>52.18</c:v>
                </c:pt>
                <c:pt idx="29827">
                  <c:v>85.48</c:v>
                </c:pt>
                <c:pt idx="29828">
                  <c:v>61.96</c:v>
                </c:pt>
                <c:pt idx="29829">
                  <c:v>64.760000000000005</c:v>
                </c:pt>
                <c:pt idx="29830">
                  <c:v>323.95999999999998</c:v>
                </c:pt>
                <c:pt idx="29831">
                  <c:v>339.96</c:v>
                </c:pt>
                <c:pt idx="29832">
                  <c:v>323.95999999999998</c:v>
                </c:pt>
                <c:pt idx="29833">
                  <c:v>339.96</c:v>
                </c:pt>
                <c:pt idx="29834">
                  <c:v>269.95999999999998</c:v>
                </c:pt>
                <c:pt idx="29835">
                  <c:v>339.96</c:v>
                </c:pt>
                <c:pt idx="29836">
                  <c:v>169.98</c:v>
                </c:pt>
                <c:pt idx="29837">
                  <c:v>53.97</c:v>
                </c:pt>
                <c:pt idx="29838">
                  <c:v>65.680000000000007</c:v>
                </c:pt>
                <c:pt idx="29839">
                  <c:v>51.97</c:v>
                </c:pt>
                <c:pt idx="29840">
                  <c:v>46.49</c:v>
                </c:pt>
                <c:pt idx="29841">
                  <c:v>70.98</c:v>
                </c:pt>
                <c:pt idx="29842">
                  <c:v>159.97999999999999</c:v>
                </c:pt>
                <c:pt idx="29843">
                  <c:v>59.95</c:v>
                </c:pt>
                <c:pt idx="29844">
                  <c:v>159.97999999999999</c:v>
                </c:pt>
                <c:pt idx="29845">
                  <c:v>59.95</c:v>
                </c:pt>
                <c:pt idx="29846">
                  <c:v>121.98</c:v>
                </c:pt>
                <c:pt idx="29847">
                  <c:v>161.88999999999999</c:v>
                </c:pt>
                <c:pt idx="29848">
                  <c:v>179.97</c:v>
                </c:pt>
                <c:pt idx="29849">
                  <c:v>121.98</c:v>
                </c:pt>
                <c:pt idx="29850">
                  <c:v>179.97</c:v>
                </c:pt>
                <c:pt idx="29851">
                  <c:v>183.96</c:v>
                </c:pt>
                <c:pt idx="29852">
                  <c:v>179.97</c:v>
                </c:pt>
                <c:pt idx="29853">
                  <c:v>59.95</c:v>
                </c:pt>
                <c:pt idx="29854">
                  <c:v>179.97</c:v>
                </c:pt>
                <c:pt idx="29855">
                  <c:v>174.75</c:v>
                </c:pt>
                <c:pt idx="29856">
                  <c:v>179.97</c:v>
                </c:pt>
                <c:pt idx="29857">
                  <c:v>159.97999999999999</c:v>
                </c:pt>
                <c:pt idx="29858">
                  <c:v>69.989999999999995</c:v>
                </c:pt>
                <c:pt idx="29859">
                  <c:v>65.39</c:v>
                </c:pt>
                <c:pt idx="29860">
                  <c:v>59.98</c:v>
                </c:pt>
                <c:pt idx="29861">
                  <c:v>73.97</c:v>
                </c:pt>
                <c:pt idx="29862">
                  <c:v>137.21</c:v>
                </c:pt>
                <c:pt idx="29863">
                  <c:v>20.49</c:v>
                </c:pt>
                <c:pt idx="29864">
                  <c:v>73.48</c:v>
                </c:pt>
                <c:pt idx="29865">
                  <c:v>76.56</c:v>
                </c:pt>
                <c:pt idx="29866">
                  <c:v>131.97999999999999</c:v>
                </c:pt>
                <c:pt idx="29867">
                  <c:v>115.98</c:v>
                </c:pt>
                <c:pt idx="29868">
                  <c:v>131.97999999999999</c:v>
                </c:pt>
                <c:pt idx="29869">
                  <c:v>131.97999999999999</c:v>
                </c:pt>
                <c:pt idx="29870">
                  <c:v>131.97999999999999</c:v>
                </c:pt>
                <c:pt idx="29871">
                  <c:v>131.97999999999999</c:v>
                </c:pt>
                <c:pt idx="29872">
                  <c:v>65.989999999999995</c:v>
                </c:pt>
                <c:pt idx="29873">
                  <c:v>65.989999999999995</c:v>
                </c:pt>
                <c:pt idx="29874">
                  <c:v>131.97999999999999</c:v>
                </c:pt>
                <c:pt idx="29875">
                  <c:v>131.97999999999999</c:v>
                </c:pt>
                <c:pt idx="29876">
                  <c:v>65.989999999999995</c:v>
                </c:pt>
                <c:pt idx="29877">
                  <c:v>125.07</c:v>
                </c:pt>
                <c:pt idx="29878">
                  <c:v>89.94</c:v>
                </c:pt>
                <c:pt idx="29879">
                  <c:v>124.98</c:v>
                </c:pt>
                <c:pt idx="29880">
                  <c:v>124.97</c:v>
                </c:pt>
                <c:pt idx="29881">
                  <c:v>59.98</c:v>
                </c:pt>
                <c:pt idx="29882">
                  <c:v>64.98</c:v>
                </c:pt>
                <c:pt idx="29883">
                  <c:v>69.98</c:v>
                </c:pt>
                <c:pt idx="29884">
                  <c:v>54.98</c:v>
                </c:pt>
                <c:pt idx="29885">
                  <c:v>89.99</c:v>
                </c:pt>
                <c:pt idx="29886">
                  <c:v>124.98</c:v>
                </c:pt>
                <c:pt idx="29887">
                  <c:v>247.59</c:v>
                </c:pt>
                <c:pt idx="29888">
                  <c:v>254.97</c:v>
                </c:pt>
                <c:pt idx="29889">
                  <c:v>245.94</c:v>
                </c:pt>
                <c:pt idx="29890">
                  <c:v>259.41000000000003</c:v>
                </c:pt>
                <c:pt idx="29891">
                  <c:v>266.56</c:v>
                </c:pt>
                <c:pt idx="29892">
                  <c:v>206.97</c:v>
                </c:pt>
                <c:pt idx="29893">
                  <c:v>169.98</c:v>
                </c:pt>
                <c:pt idx="29894">
                  <c:v>169.98</c:v>
                </c:pt>
                <c:pt idx="29895">
                  <c:v>169.98</c:v>
                </c:pt>
                <c:pt idx="29896">
                  <c:v>124.98</c:v>
                </c:pt>
                <c:pt idx="29897">
                  <c:v>124.95</c:v>
                </c:pt>
                <c:pt idx="29898">
                  <c:v>124.98</c:v>
                </c:pt>
                <c:pt idx="29899">
                  <c:v>54.99</c:v>
                </c:pt>
                <c:pt idx="29900">
                  <c:v>69.989999999999995</c:v>
                </c:pt>
                <c:pt idx="29901">
                  <c:v>124.97</c:v>
                </c:pt>
                <c:pt idx="29902">
                  <c:v>59.96</c:v>
                </c:pt>
                <c:pt idx="29903">
                  <c:v>64.98</c:v>
                </c:pt>
                <c:pt idx="29904">
                  <c:v>-23</c:v>
                </c:pt>
                <c:pt idx="29905">
                  <c:v>53.97</c:v>
                </c:pt>
                <c:pt idx="29906">
                  <c:v>54.99</c:v>
                </c:pt>
                <c:pt idx="29907">
                  <c:v>-23</c:v>
                </c:pt>
                <c:pt idx="29908">
                  <c:v>54.99</c:v>
                </c:pt>
                <c:pt idx="29909">
                  <c:v>53.97</c:v>
                </c:pt>
                <c:pt idx="29910">
                  <c:v>89.98</c:v>
                </c:pt>
                <c:pt idx="29911">
                  <c:v>89.98</c:v>
                </c:pt>
                <c:pt idx="29912">
                  <c:v>46.48</c:v>
                </c:pt>
                <c:pt idx="29913">
                  <c:v>144.97</c:v>
                </c:pt>
                <c:pt idx="29914">
                  <c:v>461.42</c:v>
                </c:pt>
                <c:pt idx="29915">
                  <c:v>311.92</c:v>
                </c:pt>
                <c:pt idx="29916">
                  <c:v>319.92</c:v>
                </c:pt>
                <c:pt idx="29917">
                  <c:v>413.94</c:v>
                </c:pt>
                <c:pt idx="29918">
                  <c:v>399.92</c:v>
                </c:pt>
                <c:pt idx="29919">
                  <c:v>361.92</c:v>
                </c:pt>
                <c:pt idx="29920">
                  <c:v>52.23</c:v>
                </c:pt>
                <c:pt idx="29921">
                  <c:v>59.98</c:v>
                </c:pt>
                <c:pt idx="29922">
                  <c:v>124.95</c:v>
                </c:pt>
                <c:pt idx="29923">
                  <c:v>124.95</c:v>
                </c:pt>
                <c:pt idx="29924">
                  <c:v>45.88</c:v>
                </c:pt>
                <c:pt idx="29925">
                  <c:v>70.48</c:v>
                </c:pt>
                <c:pt idx="29926">
                  <c:v>84.45</c:v>
                </c:pt>
                <c:pt idx="29927">
                  <c:v>84.99</c:v>
                </c:pt>
                <c:pt idx="29928">
                  <c:v>87.97</c:v>
                </c:pt>
                <c:pt idx="29929">
                  <c:v>84.99</c:v>
                </c:pt>
                <c:pt idx="29930">
                  <c:v>65.989999999999995</c:v>
                </c:pt>
                <c:pt idx="29931">
                  <c:v>86.19</c:v>
                </c:pt>
                <c:pt idx="29932">
                  <c:v>104.98</c:v>
                </c:pt>
                <c:pt idx="29933">
                  <c:v>125.97</c:v>
                </c:pt>
                <c:pt idx="29934">
                  <c:v>99.98</c:v>
                </c:pt>
                <c:pt idx="29935">
                  <c:v>83.01</c:v>
                </c:pt>
                <c:pt idx="29936">
                  <c:v>84.99</c:v>
                </c:pt>
                <c:pt idx="29937">
                  <c:v>64.98</c:v>
                </c:pt>
                <c:pt idx="29938">
                  <c:v>78.97</c:v>
                </c:pt>
                <c:pt idx="29939">
                  <c:v>73.98</c:v>
                </c:pt>
                <c:pt idx="29940">
                  <c:v>51.95</c:v>
                </c:pt>
                <c:pt idx="29941">
                  <c:v>137.87</c:v>
                </c:pt>
                <c:pt idx="29942">
                  <c:v>68.930000000000007</c:v>
                </c:pt>
                <c:pt idx="29943">
                  <c:v>65.290000000000006</c:v>
                </c:pt>
                <c:pt idx="29944">
                  <c:v>72.55</c:v>
                </c:pt>
                <c:pt idx="29945">
                  <c:v>531.86</c:v>
                </c:pt>
                <c:pt idx="29946">
                  <c:v>108.42</c:v>
                </c:pt>
                <c:pt idx="29947">
                  <c:v>167.24</c:v>
                </c:pt>
                <c:pt idx="29948">
                  <c:v>107.96</c:v>
                </c:pt>
                <c:pt idx="29949">
                  <c:v>69.98</c:v>
                </c:pt>
                <c:pt idx="29950">
                  <c:v>166.26</c:v>
                </c:pt>
                <c:pt idx="29951">
                  <c:v>197.94</c:v>
                </c:pt>
                <c:pt idx="29952">
                  <c:v>154.94</c:v>
                </c:pt>
                <c:pt idx="29953">
                  <c:v>159.26</c:v>
                </c:pt>
                <c:pt idx="29954">
                  <c:v>57.96</c:v>
                </c:pt>
                <c:pt idx="29955">
                  <c:v>78.349999999999994</c:v>
                </c:pt>
                <c:pt idx="29956">
                  <c:v>88.96</c:v>
                </c:pt>
                <c:pt idx="29957">
                  <c:v>230.14</c:v>
                </c:pt>
                <c:pt idx="29958">
                  <c:v>85.94</c:v>
                </c:pt>
                <c:pt idx="29959">
                  <c:v>98.54</c:v>
                </c:pt>
                <c:pt idx="29960">
                  <c:v>17.29</c:v>
                </c:pt>
                <c:pt idx="29961">
                  <c:v>100.98</c:v>
                </c:pt>
                <c:pt idx="29962">
                  <c:v>-59.98</c:v>
                </c:pt>
                <c:pt idx="29963">
                  <c:v>31.94</c:v>
                </c:pt>
                <c:pt idx="29964">
                  <c:v>62.84</c:v>
                </c:pt>
                <c:pt idx="29965">
                  <c:v>59.98</c:v>
                </c:pt>
                <c:pt idx="29966">
                  <c:v>78.63</c:v>
                </c:pt>
                <c:pt idx="29967">
                  <c:v>49.59</c:v>
                </c:pt>
                <c:pt idx="29968">
                  <c:v>68.98</c:v>
                </c:pt>
                <c:pt idx="29969">
                  <c:v>20.29</c:v>
                </c:pt>
                <c:pt idx="29970">
                  <c:v>29.92</c:v>
                </c:pt>
                <c:pt idx="29971">
                  <c:v>59.23</c:v>
                </c:pt>
                <c:pt idx="29972">
                  <c:v>169.98</c:v>
                </c:pt>
                <c:pt idx="29973">
                  <c:v>197.97</c:v>
                </c:pt>
                <c:pt idx="29974">
                  <c:v>169.98</c:v>
                </c:pt>
                <c:pt idx="29975">
                  <c:v>121.98</c:v>
                </c:pt>
                <c:pt idx="29976">
                  <c:v>159.97999999999999</c:v>
                </c:pt>
                <c:pt idx="29977">
                  <c:v>169.98</c:v>
                </c:pt>
                <c:pt idx="29978">
                  <c:v>169.98</c:v>
                </c:pt>
                <c:pt idx="29979">
                  <c:v>169.98</c:v>
                </c:pt>
                <c:pt idx="29980">
                  <c:v>60.83</c:v>
                </c:pt>
                <c:pt idx="29981">
                  <c:v>21.98</c:v>
                </c:pt>
                <c:pt idx="29982">
                  <c:v>49.27</c:v>
                </c:pt>
                <c:pt idx="29983">
                  <c:v>57.96</c:v>
                </c:pt>
                <c:pt idx="29984">
                  <c:v>63.97</c:v>
                </c:pt>
                <c:pt idx="29985">
                  <c:v>62.57</c:v>
                </c:pt>
                <c:pt idx="29986">
                  <c:v>79.98</c:v>
                </c:pt>
                <c:pt idx="29987">
                  <c:v>45.42</c:v>
                </c:pt>
                <c:pt idx="29988">
                  <c:v>52.98</c:v>
                </c:pt>
                <c:pt idx="29989">
                  <c:v>71.87</c:v>
                </c:pt>
                <c:pt idx="29990">
                  <c:v>84.99</c:v>
                </c:pt>
                <c:pt idx="29991">
                  <c:v>95.97</c:v>
                </c:pt>
                <c:pt idx="29992">
                  <c:v>84.99</c:v>
                </c:pt>
                <c:pt idx="29993">
                  <c:v>65.989999999999995</c:v>
                </c:pt>
                <c:pt idx="29994">
                  <c:v>84.99</c:v>
                </c:pt>
                <c:pt idx="29995">
                  <c:v>95.97</c:v>
                </c:pt>
                <c:pt idx="29996">
                  <c:v>99.98</c:v>
                </c:pt>
                <c:pt idx="29997">
                  <c:v>84.99</c:v>
                </c:pt>
                <c:pt idx="29998">
                  <c:v>84.99</c:v>
                </c:pt>
                <c:pt idx="29999">
                  <c:v>99.98</c:v>
                </c:pt>
                <c:pt idx="30000">
                  <c:v>65.989999999999995</c:v>
                </c:pt>
                <c:pt idx="30001">
                  <c:v>149.47</c:v>
                </c:pt>
                <c:pt idx="30002">
                  <c:v>84.99</c:v>
                </c:pt>
                <c:pt idx="30003">
                  <c:v>184.97</c:v>
                </c:pt>
                <c:pt idx="30004">
                  <c:v>84.99</c:v>
                </c:pt>
                <c:pt idx="30005">
                  <c:v>184.97</c:v>
                </c:pt>
                <c:pt idx="30006">
                  <c:v>110.96</c:v>
                </c:pt>
                <c:pt idx="30007">
                  <c:v>143.58000000000001</c:v>
                </c:pt>
                <c:pt idx="30008">
                  <c:v>169.98</c:v>
                </c:pt>
                <c:pt idx="30009">
                  <c:v>131.97999999999999</c:v>
                </c:pt>
                <c:pt idx="30010">
                  <c:v>99.98</c:v>
                </c:pt>
                <c:pt idx="30011">
                  <c:v>45.47</c:v>
                </c:pt>
                <c:pt idx="30012">
                  <c:v>72.88</c:v>
                </c:pt>
                <c:pt idx="30013">
                  <c:v>51.27</c:v>
                </c:pt>
                <c:pt idx="30014">
                  <c:v>135.96</c:v>
                </c:pt>
                <c:pt idx="30015">
                  <c:v>114.16</c:v>
                </c:pt>
                <c:pt idx="30016">
                  <c:v>79.98</c:v>
                </c:pt>
                <c:pt idx="30017">
                  <c:v>107.98</c:v>
                </c:pt>
                <c:pt idx="30018">
                  <c:v>78.97</c:v>
                </c:pt>
                <c:pt idx="30019">
                  <c:v>169.13</c:v>
                </c:pt>
                <c:pt idx="30020">
                  <c:v>84.14</c:v>
                </c:pt>
                <c:pt idx="30021">
                  <c:v>130</c:v>
                </c:pt>
                <c:pt idx="30022">
                  <c:v>131.97999999999999</c:v>
                </c:pt>
                <c:pt idx="30023">
                  <c:v>128.28</c:v>
                </c:pt>
                <c:pt idx="30024">
                  <c:v>170.65</c:v>
                </c:pt>
                <c:pt idx="30025">
                  <c:v>254.97</c:v>
                </c:pt>
                <c:pt idx="30026">
                  <c:v>105.98</c:v>
                </c:pt>
                <c:pt idx="30027">
                  <c:v>131.97999999999999</c:v>
                </c:pt>
                <c:pt idx="30028">
                  <c:v>169.98</c:v>
                </c:pt>
                <c:pt idx="30029">
                  <c:v>83.29</c:v>
                </c:pt>
                <c:pt idx="30030">
                  <c:v>158.26</c:v>
                </c:pt>
                <c:pt idx="30031">
                  <c:v>36.49</c:v>
                </c:pt>
                <c:pt idx="30032">
                  <c:v>79.98</c:v>
                </c:pt>
                <c:pt idx="30033">
                  <c:v>123.95</c:v>
                </c:pt>
                <c:pt idx="30034">
                  <c:v>123.98</c:v>
                </c:pt>
                <c:pt idx="30035">
                  <c:v>123.96</c:v>
                </c:pt>
                <c:pt idx="30036">
                  <c:v>55.96</c:v>
                </c:pt>
                <c:pt idx="30037">
                  <c:v>67.97</c:v>
                </c:pt>
                <c:pt idx="30038">
                  <c:v>68.98</c:v>
                </c:pt>
                <c:pt idx="30039">
                  <c:v>123.96</c:v>
                </c:pt>
                <c:pt idx="30040">
                  <c:v>358.93</c:v>
                </c:pt>
                <c:pt idx="30041">
                  <c:v>237.38</c:v>
                </c:pt>
                <c:pt idx="30042">
                  <c:v>180.81</c:v>
                </c:pt>
                <c:pt idx="30043">
                  <c:v>354.82</c:v>
                </c:pt>
                <c:pt idx="30044">
                  <c:v>208.95</c:v>
                </c:pt>
                <c:pt idx="30045">
                  <c:v>185.96</c:v>
                </c:pt>
                <c:pt idx="30046">
                  <c:v>61.98</c:v>
                </c:pt>
                <c:pt idx="30047">
                  <c:v>61.98</c:v>
                </c:pt>
                <c:pt idx="30048">
                  <c:v>123.96</c:v>
                </c:pt>
                <c:pt idx="30049">
                  <c:v>71.98</c:v>
                </c:pt>
                <c:pt idx="30050">
                  <c:v>51.98</c:v>
                </c:pt>
                <c:pt idx="30051">
                  <c:v>123.96</c:v>
                </c:pt>
                <c:pt idx="30052">
                  <c:v>59.96</c:v>
                </c:pt>
                <c:pt idx="30053">
                  <c:v>59.96</c:v>
                </c:pt>
                <c:pt idx="30054">
                  <c:v>-10</c:v>
                </c:pt>
                <c:pt idx="30055">
                  <c:v>76.97</c:v>
                </c:pt>
                <c:pt idx="30056">
                  <c:v>48.47</c:v>
                </c:pt>
                <c:pt idx="30057">
                  <c:v>31.48</c:v>
                </c:pt>
                <c:pt idx="30058">
                  <c:v>35.479999999999997</c:v>
                </c:pt>
                <c:pt idx="30059">
                  <c:v>31.48</c:v>
                </c:pt>
                <c:pt idx="30060">
                  <c:v>54.98</c:v>
                </c:pt>
                <c:pt idx="30061">
                  <c:v>56.38</c:v>
                </c:pt>
                <c:pt idx="30062">
                  <c:v>287.45</c:v>
                </c:pt>
                <c:pt idx="30063">
                  <c:v>239.54</c:v>
                </c:pt>
                <c:pt idx="30064">
                  <c:v>319.39</c:v>
                </c:pt>
                <c:pt idx="30065">
                  <c:v>302.02999999999997</c:v>
                </c:pt>
                <c:pt idx="30066">
                  <c:v>350.83</c:v>
                </c:pt>
                <c:pt idx="30067">
                  <c:v>315.75</c:v>
                </c:pt>
                <c:pt idx="30068">
                  <c:v>215.34</c:v>
                </c:pt>
                <c:pt idx="30069">
                  <c:v>239.54</c:v>
                </c:pt>
                <c:pt idx="30070">
                  <c:v>203.35</c:v>
                </c:pt>
                <c:pt idx="30071">
                  <c:v>318.91000000000003</c:v>
                </c:pt>
                <c:pt idx="30072">
                  <c:v>62.99</c:v>
                </c:pt>
                <c:pt idx="30073">
                  <c:v>69.989999999999995</c:v>
                </c:pt>
                <c:pt idx="30074">
                  <c:v>124.92</c:v>
                </c:pt>
                <c:pt idx="30075">
                  <c:v>125.97</c:v>
                </c:pt>
                <c:pt idx="30076">
                  <c:v>125.96</c:v>
                </c:pt>
                <c:pt idx="30077">
                  <c:v>75.98</c:v>
                </c:pt>
                <c:pt idx="30078">
                  <c:v>41.29</c:v>
                </c:pt>
                <c:pt idx="30079">
                  <c:v>117.26</c:v>
                </c:pt>
                <c:pt idx="30080">
                  <c:v>152.76</c:v>
                </c:pt>
                <c:pt idx="30081">
                  <c:v>143.97</c:v>
                </c:pt>
                <c:pt idx="30082">
                  <c:v>125.97</c:v>
                </c:pt>
                <c:pt idx="30083">
                  <c:v>104.98</c:v>
                </c:pt>
                <c:pt idx="30084">
                  <c:v>117.97</c:v>
                </c:pt>
                <c:pt idx="30085">
                  <c:v>136.77000000000001</c:v>
                </c:pt>
                <c:pt idx="30086">
                  <c:v>84.99</c:v>
                </c:pt>
                <c:pt idx="30087">
                  <c:v>210.64</c:v>
                </c:pt>
                <c:pt idx="30088">
                  <c:v>78.41</c:v>
                </c:pt>
                <c:pt idx="30089">
                  <c:v>84.99</c:v>
                </c:pt>
                <c:pt idx="30090">
                  <c:v>104.98</c:v>
                </c:pt>
                <c:pt idx="30091">
                  <c:v>113.97</c:v>
                </c:pt>
                <c:pt idx="30092">
                  <c:v>169.98</c:v>
                </c:pt>
                <c:pt idx="30093">
                  <c:v>142.47</c:v>
                </c:pt>
                <c:pt idx="30094">
                  <c:v>128.53</c:v>
                </c:pt>
                <c:pt idx="30095">
                  <c:v>155.84</c:v>
                </c:pt>
                <c:pt idx="30096">
                  <c:v>157.97</c:v>
                </c:pt>
                <c:pt idx="30097">
                  <c:v>66.73</c:v>
                </c:pt>
                <c:pt idx="30098">
                  <c:v>167.53</c:v>
                </c:pt>
                <c:pt idx="30099">
                  <c:v>84.99</c:v>
                </c:pt>
                <c:pt idx="30100">
                  <c:v>68.98</c:v>
                </c:pt>
                <c:pt idx="30101">
                  <c:v>56.97</c:v>
                </c:pt>
                <c:pt idx="30102">
                  <c:v>56.97</c:v>
                </c:pt>
                <c:pt idx="30103">
                  <c:v>68.98</c:v>
                </c:pt>
                <c:pt idx="30104">
                  <c:v>136.68</c:v>
                </c:pt>
                <c:pt idx="30105">
                  <c:v>136.66999999999999</c:v>
                </c:pt>
                <c:pt idx="30106">
                  <c:v>53.97</c:v>
                </c:pt>
                <c:pt idx="30107">
                  <c:v>71.959999999999994</c:v>
                </c:pt>
                <c:pt idx="30108">
                  <c:v>53.97</c:v>
                </c:pt>
                <c:pt idx="30109">
                  <c:v>71.959999999999994</c:v>
                </c:pt>
                <c:pt idx="30110">
                  <c:v>68.95</c:v>
                </c:pt>
                <c:pt idx="30111">
                  <c:v>56.97</c:v>
                </c:pt>
                <c:pt idx="30112">
                  <c:v>69.98</c:v>
                </c:pt>
                <c:pt idx="30113">
                  <c:v>444.89</c:v>
                </c:pt>
                <c:pt idx="30114">
                  <c:v>469.92</c:v>
                </c:pt>
                <c:pt idx="30115">
                  <c:v>427.62</c:v>
                </c:pt>
                <c:pt idx="30116">
                  <c:v>399.92</c:v>
                </c:pt>
                <c:pt idx="30117">
                  <c:v>339.96</c:v>
                </c:pt>
                <c:pt idx="30118">
                  <c:v>65.959999999999994</c:v>
                </c:pt>
                <c:pt idx="30119">
                  <c:v>32.04</c:v>
                </c:pt>
                <c:pt idx="30120">
                  <c:v>33.86</c:v>
                </c:pt>
                <c:pt idx="30121">
                  <c:v>37.18</c:v>
                </c:pt>
                <c:pt idx="30122">
                  <c:v>70.87</c:v>
                </c:pt>
                <c:pt idx="30123">
                  <c:v>54.85</c:v>
                </c:pt>
                <c:pt idx="30124">
                  <c:v>117.29</c:v>
                </c:pt>
                <c:pt idx="30125">
                  <c:v>123.47</c:v>
                </c:pt>
                <c:pt idx="30126">
                  <c:v>317.93</c:v>
                </c:pt>
                <c:pt idx="30127">
                  <c:v>294.95999999999998</c:v>
                </c:pt>
                <c:pt idx="30128">
                  <c:v>273.45999999999998</c:v>
                </c:pt>
                <c:pt idx="30129">
                  <c:v>331.44</c:v>
                </c:pt>
                <c:pt idx="30130">
                  <c:v>123.45</c:v>
                </c:pt>
                <c:pt idx="30131">
                  <c:v>67.7</c:v>
                </c:pt>
                <c:pt idx="30132">
                  <c:v>54.99</c:v>
                </c:pt>
                <c:pt idx="30133">
                  <c:v>61.36</c:v>
                </c:pt>
                <c:pt idx="30134">
                  <c:v>61.98</c:v>
                </c:pt>
                <c:pt idx="30135">
                  <c:v>87.49</c:v>
                </c:pt>
                <c:pt idx="30136">
                  <c:v>134.97999999999999</c:v>
                </c:pt>
                <c:pt idx="30137">
                  <c:v>134.97999999999999</c:v>
                </c:pt>
                <c:pt idx="30138">
                  <c:v>21.29</c:v>
                </c:pt>
                <c:pt idx="30139">
                  <c:v>105.97</c:v>
                </c:pt>
                <c:pt idx="30140">
                  <c:v>162.25</c:v>
                </c:pt>
                <c:pt idx="30141">
                  <c:v>151.96</c:v>
                </c:pt>
                <c:pt idx="30142">
                  <c:v>96.97</c:v>
                </c:pt>
                <c:pt idx="30143">
                  <c:v>89.97</c:v>
                </c:pt>
                <c:pt idx="30144">
                  <c:v>46.27</c:v>
                </c:pt>
                <c:pt idx="30145">
                  <c:v>75.98</c:v>
                </c:pt>
                <c:pt idx="30146">
                  <c:v>177.42</c:v>
                </c:pt>
                <c:pt idx="30147">
                  <c:v>147.47</c:v>
                </c:pt>
                <c:pt idx="30148">
                  <c:v>104.96</c:v>
                </c:pt>
                <c:pt idx="30149">
                  <c:v>124.96</c:v>
                </c:pt>
                <c:pt idx="30150">
                  <c:v>141.94999999999999</c:v>
                </c:pt>
                <c:pt idx="30151">
                  <c:v>89.97</c:v>
                </c:pt>
                <c:pt idx="30152">
                  <c:v>160.25</c:v>
                </c:pt>
                <c:pt idx="30153">
                  <c:v>119.97</c:v>
                </c:pt>
                <c:pt idx="30154">
                  <c:v>167.21</c:v>
                </c:pt>
                <c:pt idx="30155">
                  <c:v>110.97</c:v>
                </c:pt>
                <c:pt idx="30156">
                  <c:v>144.94999999999999</c:v>
                </c:pt>
                <c:pt idx="30157">
                  <c:v>89.97</c:v>
                </c:pt>
                <c:pt idx="30158">
                  <c:v>134.97999999999999</c:v>
                </c:pt>
                <c:pt idx="30159">
                  <c:v>134.97999999999999</c:v>
                </c:pt>
                <c:pt idx="30160">
                  <c:v>50.45</c:v>
                </c:pt>
                <c:pt idx="30161">
                  <c:v>74.97</c:v>
                </c:pt>
                <c:pt idx="30162">
                  <c:v>134.97</c:v>
                </c:pt>
                <c:pt idx="30163">
                  <c:v>125.47</c:v>
                </c:pt>
                <c:pt idx="30164">
                  <c:v>134.96</c:v>
                </c:pt>
                <c:pt idx="30165">
                  <c:v>136.09</c:v>
                </c:pt>
                <c:pt idx="30166">
                  <c:v>55.48</c:v>
                </c:pt>
                <c:pt idx="30167">
                  <c:v>60.48</c:v>
                </c:pt>
                <c:pt idx="30168">
                  <c:v>180.97</c:v>
                </c:pt>
                <c:pt idx="30169">
                  <c:v>194.97</c:v>
                </c:pt>
                <c:pt idx="30170">
                  <c:v>169.98</c:v>
                </c:pt>
                <c:pt idx="30171">
                  <c:v>180.97</c:v>
                </c:pt>
                <c:pt idx="30172">
                  <c:v>71.97</c:v>
                </c:pt>
                <c:pt idx="30173">
                  <c:v>150.82</c:v>
                </c:pt>
                <c:pt idx="30174">
                  <c:v>105.98</c:v>
                </c:pt>
                <c:pt idx="30175">
                  <c:v>169.98</c:v>
                </c:pt>
                <c:pt idx="30176">
                  <c:v>180.97</c:v>
                </c:pt>
                <c:pt idx="30177">
                  <c:v>99.97</c:v>
                </c:pt>
                <c:pt idx="30178">
                  <c:v>60.73</c:v>
                </c:pt>
                <c:pt idx="30179">
                  <c:v>50.48</c:v>
                </c:pt>
                <c:pt idx="30180">
                  <c:v>32.479999999999997</c:v>
                </c:pt>
                <c:pt idx="30181">
                  <c:v>50.96</c:v>
                </c:pt>
                <c:pt idx="30182">
                  <c:v>32.479999999999997</c:v>
                </c:pt>
                <c:pt idx="30183">
                  <c:v>54.95</c:v>
                </c:pt>
                <c:pt idx="30184">
                  <c:v>79.94</c:v>
                </c:pt>
                <c:pt idx="30185">
                  <c:v>68.36</c:v>
                </c:pt>
                <c:pt idx="30186">
                  <c:v>56.97</c:v>
                </c:pt>
                <c:pt idx="30187">
                  <c:v>21.49</c:v>
                </c:pt>
                <c:pt idx="30188">
                  <c:v>67.86</c:v>
                </c:pt>
                <c:pt idx="30189">
                  <c:v>26.38</c:v>
                </c:pt>
                <c:pt idx="30190">
                  <c:v>275.06</c:v>
                </c:pt>
                <c:pt idx="30191">
                  <c:v>300.36</c:v>
                </c:pt>
                <c:pt idx="30192">
                  <c:v>122.97</c:v>
                </c:pt>
                <c:pt idx="30193">
                  <c:v>52.24</c:v>
                </c:pt>
                <c:pt idx="30194">
                  <c:v>45.24</c:v>
                </c:pt>
                <c:pt idx="30195">
                  <c:v>63.95</c:v>
                </c:pt>
                <c:pt idx="30196">
                  <c:v>71.849999999999994</c:v>
                </c:pt>
                <c:pt idx="30197">
                  <c:v>53.98</c:v>
                </c:pt>
                <c:pt idx="30198">
                  <c:v>60.48</c:v>
                </c:pt>
                <c:pt idx="30199">
                  <c:v>122.96</c:v>
                </c:pt>
                <c:pt idx="30200">
                  <c:v>53.97</c:v>
                </c:pt>
                <c:pt idx="30201">
                  <c:v>68.989999999999995</c:v>
                </c:pt>
                <c:pt idx="30202">
                  <c:v>67.98</c:v>
                </c:pt>
                <c:pt idx="30203">
                  <c:v>54.98</c:v>
                </c:pt>
                <c:pt idx="30204">
                  <c:v>76.680000000000007</c:v>
                </c:pt>
                <c:pt idx="30205">
                  <c:v>159.18</c:v>
                </c:pt>
                <c:pt idx="30206">
                  <c:v>184.97</c:v>
                </c:pt>
                <c:pt idx="30207">
                  <c:v>134.97</c:v>
                </c:pt>
                <c:pt idx="30208">
                  <c:v>129.97999999999999</c:v>
                </c:pt>
                <c:pt idx="30209">
                  <c:v>152.97</c:v>
                </c:pt>
                <c:pt idx="30210">
                  <c:v>105.98</c:v>
                </c:pt>
                <c:pt idx="30211">
                  <c:v>149.96</c:v>
                </c:pt>
                <c:pt idx="30212">
                  <c:v>53.98</c:v>
                </c:pt>
                <c:pt idx="30213">
                  <c:v>184.97</c:v>
                </c:pt>
                <c:pt idx="30214">
                  <c:v>169.98</c:v>
                </c:pt>
                <c:pt idx="30215">
                  <c:v>184.97</c:v>
                </c:pt>
                <c:pt idx="30216">
                  <c:v>134.97</c:v>
                </c:pt>
                <c:pt idx="30217">
                  <c:v>169.98</c:v>
                </c:pt>
                <c:pt idx="30218">
                  <c:v>84.99</c:v>
                </c:pt>
                <c:pt idx="30219">
                  <c:v>63.98</c:v>
                </c:pt>
                <c:pt idx="30220">
                  <c:v>12.49</c:v>
                </c:pt>
                <c:pt idx="30221">
                  <c:v>29.48</c:v>
                </c:pt>
                <c:pt idx="30222">
                  <c:v>55.97</c:v>
                </c:pt>
                <c:pt idx="30223">
                  <c:v>65.989999999999995</c:v>
                </c:pt>
                <c:pt idx="30224">
                  <c:v>53.96</c:v>
                </c:pt>
                <c:pt idx="30225">
                  <c:v>124.98</c:v>
                </c:pt>
                <c:pt idx="30226">
                  <c:v>392.17</c:v>
                </c:pt>
                <c:pt idx="30227">
                  <c:v>119.97</c:v>
                </c:pt>
                <c:pt idx="30228">
                  <c:v>79.98</c:v>
                </c:pt>
                <c:pt idx="30229">
                  <c:v>291.94</c:v>
                </c:pt>
                <c:pt idx="30230">
                  <c:v>263.95999999999998</c:v>
                </c:pt>
                <c:pt idx="30231">
                  <c:v>79.98</c:v>
                </c:pt>
                <c:pt idx="30232">
                  <c:v>373.61</c:v>
                </c:pt>
                <c:pt idx="30233">
                  <c:v>257.93</c:v>
                </c:pt>
                <c:pt idx="30234">
                  <c:v>321.58999999999997</c:v>
                </c:pt>
                <c:pt idx="30235">
                  <c:v>395.94</c:v>
                </c:pt>
                <c:pt idx="30236">
                  <c:v>84.99</c:v>
                </c:pt>
                <c:pt idx="30237">
                  <c:v>64.989999999999995</c:v>
                </c:pt>
                <c:pt idx="30238">
                  <c:v>51.29</c:v>
                </c:pt>
                <c:pt idx="30239">
                  <c:v>74.98</c:v>
                </c:pt>
                <c:pt idx="30240">
                  <c:v>54.99</c:v>
                </c:pt>
                <c:pt idx="30241">
                  <c:v>51.29</c:v>
                </c:pt>
                <c:pt idx="30242">
                  <c:v>51.94</c:v>
                </c:pt>
                <c:pt idx="30243">
                  <c:v>124.96</c:v>
                </c:pt>
                <c:pt idx="30244">
                  <c:v>124.96</c:v>
                </c:pt>
                <c:pt idx="30245">
                  <c:v>69.989999999999995</c:v>
                </c:pt>
                <c:pt idx="30246">
                  <c:v>46.27</c:v>
                </c:pt>
                <c:pt idx="30247">
                  <c:v>339.96</c:v>
                </c:pt>
                <c:pt idx="30248">
                  <c:v>264.62</c:v>
                </c:pt>
                <c:pt idx="30249">
                  <c:v>75.959999999999994</c:v>
                </c:pt>
                <c:pt idx="30250">
                  <c:v>228.51</c:v>
                </c:pt>
                <c:pt idx="30251">
                  <c:v>105.96</c:v>
                </c:pt>
                <c:pt idx="30252">
                  <c:v>50.97</c:v>
                </c:pt>
                <c:pt idx="30253">
                  <c:v>73.959999999999994</c:v>
                </c:pt>
                <c:pt idx="30254">
                  <c:v>17.29</c:v>
                </c:pt>
                <c:pt idx="30255">
                  <c:v>17.29</c:v>
                </c:pt>
                <c:pt idx="30256">
                  <c:v>17.29</c:v>
                </c:pt>
                <c:pt idx="30257">
                  <c:v>17.29</c:v>
                </c:pt>
                <c:pt idx="30258">
                  <c:v>-1.3</c:v>
                </c:pt>
                <c:pt idx="30259">
                  <c:v>17.940000000000001</c:v>
                </c:pt>
                <c:pt idx="30260">
                  <c:v>72.58</c:v>
                </c:pt>
                <c:pt idx="30261">
                  <c:v>62.9</c:v>
                </c:pt>
                <c:pt idx="30262">
                  <c:v>65.27</c:v>
                </c:pt>
                <c:pt idx="30263">
                  <c:v>70.12</c:v>
                </c:pt>
                <c:pt idx="30264">
                  <c:v>59.98</c:v>
                </c:pt>
                <c:pt idx="30265">
                  <c:v>64.77</c:v>
                </c:pt>
                <c:pt idx="30266">
                  <c:v>60.76</c:v>
                </c:pt>
                <c:pt idx="30267">
                  <c:v>63.96</c:v>
                </c:pt>
                <c:pt idx="30268">
                  <c:v>67.98</c:v>
                </c:pt>
                <c:pt idx="30269">
                  <c:v>65.97</c:v>
                </c:pt>
                <c:pt idx="30270">
                  <c:v>84.99</c:v>
                </c:pt>
                <c:pt idx="30271">
                  <c:v>194.56</c:v>
                </c:pt>
                <c:pt idx="30272">
                  <c:v>84.99</c:v>
                </c:pt>
                <c:pt idx="30273">
                  <c:v>126.14</c:v>
                </c:pt>
                <c:pt idx="30274">
                  <c:v>86.07</c:v>
                </c:pt>
                <c:pt idx="30275">
                  <c:v>84.99</c:v>
                </c:pt>
                <c:pt idx="30276">
                  <c:v>131.97999999999999</c:v>
                </c:pt>
                <c:pt idx="30277">
                  <c:v>84.99</c:v>
                </c:pt>
                <c:pt idx="30278">
                  <c:v>68.989999999999995</c:v>
                </c:pt>
                <c:pt idx="30279">
                  <c:v>84.99</c:v>
                </c:pt>
                <c:pt idx="30280">
                  <c:v>96.78</c:v>
                </c:pt>
                <c:pt idx="30281">
                  <c:v>39.99</c:v>
                </c:pt>
                <c:pt idx="30282">
                  <c:v>59.95</c:v>
                </c:pt>
                <c:pt idx="30283">
                  <c:v>62.47</c:v>
                </c:pt>
                <c:pt idx="30284">
                  <c:v>-141.94999999999999</c:v>
                </c:pt>
                <c:pt idx="30285">
                  <c:v>141.94999999999999</c:v>
                </c:pt>
                <c:pt idx="30286">
                  <c:v>133.94999999999999</c:v>
                </c:pt>
                <c:pt idx="30287">
                  <c:v>49.99</c:v>
                </c:pt>
                <c:pt idx="30288">
                  <c:v>59.99</c:v>
                </c:pt>
                <c:pt idx="30289">
                  <c:v>13.99</c:v>
                </c:pt>
                <c:pt idx="30290">
                  <c:v>63.97</c:v>
                </c:pt>
                <c:pt idx="30291">
                  <c:v>41.24</c:v>
                </c:pt>
                <c:pt idx="30292">
                  <c:v>60.48</c:v>
                </c:pt>
                <c:pt idx="30293">
                  <c:v>72.97</c:v>
                </c:pt>
                <c:pt idx="30294">
                  <c:v>51.28</c:v>
                </c:pt>
                <c:pt idx="30295">
                  <c:v>109.98</c:v>
                </c:pt>
                <c:pt idx="30296">
                  <c:v>19.489999999999998</c:v>
                </c:pt>
                <c:pt idx="30297">
                  <c:v>124.17</c:v>
                </c:pt>
                <c:pt idx="30298">
                  <c:v>47.49</c:v>
                </c:pt>
                <c:pt idx="30299">
                  <c:v>65.989999999999995</c:v>
                </c:pt>
                <c:pt idx="30300">
                  <c:v>47.49</c:v>
                </c:pt>
                <c:pt idx="30301">
                  <c:v>65.98</c:v>
                </c:pt>
                <c:pt idx="30302">
                  <c:v>65.989999999999995</c:v>
                </c:pt>
                <c:pt idx="30303">
                  <c:v>121.66</c:v>
                </c:pt>
                <c:pt idx="30304">
                  <c:v>80.98</c:v>
                </c:pt>
                <c:pt idx="30305">
                  <c:v>84.98</c:v>
                </c:pt>
                <c:pt idx="30306">
                  <c:v>146.97</c:v>
                </c:pt>
                <c:pt idx="30307">
                  <c:v>131.97999999999999</c:v>
                </c:pt>
                <c:pt idx="30308">
                  <c:v>114.97</c:v>
                </c:pt>
                <c:pt idx="30309">
                  <c:v>131.97999999999999</c:v>
                </c:pt>
                <c:pt idx="30310">
                  <c:v>146.97</c:v>
                </c:pt>
                <c:pt idx="30311">
                  <c:v>99.98</c:v>
                </c:pt>
                <c:pt idx="30312">
                  <c:v>108.88</c:v>
                </c:pt>
                <c:pt idx="30313">
                  <c:v>11.47</c:v>
                </c:pt>
                <c:pt idx="30314">
                  <c:v>70.98</c:v>
                </c:pt>
                <c:pt idx="30315">
                  <c:v>64.959999999999994</c:v>
                </c:pt>
                <c:pt idx="30316">
                  <c:v>56.97</c:v>
                </c:pt>
                <c:pt idx="30317">
                  <c:v>65.98</c:v>
                </c:pt>
                <c:pt idx="30318">
                  <c:v>55.98</c:v>
                </c:pt>
                <c:pt idx="30319">
                  <c:v>71.94</c:v>
                </c:pt>
                <c:pt idx="30320">
                  <c:v>41.49</c:v>
                </c:pt>
                <c:pt idx="30321">
                  <c:v>121.95</c:v>
                </c:pt>
                <c:pt idx="30322">
                  <c:v>63.98</c:v>
                </c:pt>
                <c:pt idx="30323">
                  <c:v>17.489999999999998</c:v>
                </c:pt>
                <c:pt idx="30324">
                  <c:v>55.97</c:v>
                </c:pt>
                <c:pt idx="30325">
                  <c:v>61.69</c:v>
                </c:pt>
                <c:pt idx="30326">
                  <c:v>72.94</c:v>
                </c:pt>
                <c:pt idx="30327">
                  <c:v>33.93</c:v>
                </c:pt>
                <c:pt idx="30328">
                  <c:v>68.989999999999995</c:v>
                </c:pt>
                <c:pt idx="30329">
                  <c:v>84.99</c:v>
                </c:pt>
                <c:pt idx="30330">
                  <c:v>92.98</c:v>
                </c:pt>
                <c:pt idx="30331">
                  <c:v>84.99</c:v>
                </c:pt>
                <c:pt idx="30332">
                  <c:v>17.29</c:v>
                </c:pt>
                <c:pt idx="30333">
                  <c:v>169.98</c:v>
                </c:pt>
                <c:pt idx="30334">
                  <c:v>39.94</c:v>
                </c:pt>
                <c:pt idx="30335">
                  <c:v>84.99</c:v>
                </c:pt>
                <c:pt idx="30336">
                  <c:v>105.98</c:v>
                </c:pt>
                <c:pt idx="30337">
                  <c:v>68.989999999999995</c:v>
                </c:pt>
                <c:pt idx="30338">
                  <c:v>65.989999999999995</c:v>
                </c:pt>
                <c:pt idx="30339">
                  <c:v>79.98</c:v>
                </c:pt>
                <c:pt idx="30340">
                  <c:v>84.99</c:v>
                </c:pt>
                <c:pt idx="30341">
                  <c:v>17.29</c:v>
                </c:pt>
                <c:pt idx="30342">
                  <c:v>79.98</c:v>
                </c:pt>
                <c:pt idx="30343">
                  <c:v>68.989999999999995</c:v>
                </c:pt>
                <c:pt idx="30344">
                  <c:v>57.58</c:v>
                </c:pt>
                <c:pt idx="30345">
                  <c:v>57.58</c:v>
                </c:pt>
                <c:pt idx="30346">
                  <c:v>62.98</c:v>
                </c:pt>
                <c:pt idx="30347">
                  <c:v>62.98</c:v>
                </c:pt>
                <c:pt idx="30348">
                  <c:v>71.86</c:v>
                </c:pt>
                <c:pt idx="30349">
                  <c:v>123.97</c:v>
                </c:pt>
                <c:pt idx="30350">
                  <c:v>66.98</c:v>
                </c:pt>
                <c:pt idx="30351">
                  <c:v>56.98</c:v>
                </c:pt>
                <c:pt idx="30352">
                  <c:v>61.98</c:v>
                </c:pt>
                <c:pt idx="30353">
                  <c:v>61.98</c:v>
                </c:pt>
                <c:pt idx="30354">
                  <c:v>51.96</c:v>
                </c:pt>
                <c:pt idx="30355">
                  <c:v>53.97</c:v>
                </c:pt>
                <c:pt idx="30356">
                  <c:v>9.2899999999999991</c:v>
                </c:pt>
                <c:pt idx="30357">
                  <c:v>159.44</c:v>
                </c:pt>
                <c:pt idx="30358">
                  <c:v>372.5</c:v>
                </c:pt>
                <c:pt idx="30359">
                  <c:v>153.61000000000001</c:v>
                </c:pt>
                <c:pt idx="30360">
                  <c:v>145.15</c:v>
                </c:pt>
                <c:pt idx="30361">
                  <c:v>158.46</c:v>
                </c:pt>
                <c:pt idx="30362">
                  <c:v>181.44</c:v>
                </c:pt>
                <c:pt idx="30363">
                  <c:v>120.98</c:v>
                </c:pt>
                <c:pt idx="30364">
                  <c:v>166.94</c:v>
                </c:pt>
                <c:pt idx="30365">
                  <c:v>418.44</c:v>
                </c:pt>
                <c:pt idx="30366">
                  <c:v>169.34</c:v>
                </c:pt>
                <c:pt idx="30367">
                  <c:v>206.58</c:v>
                </c:pt>
                <c:pt idx="30368">
                  <c:v>183.87</c:v>
                </c:pt>
                <c:pt idx="30369">
                  <c:v>127.01</c:v>
                </c:pt>
                <c:pt idx="30370">
                  <c:v>169.35</c:v>
                </c:pt>
                <c:pt idx="30371">
                  <c:v>123.89</c:v>
                </c:pt>
                <c:pt idx="30372">
                  <c:v>75.98</c:v>
                </c:pt>
                <c:pt idx="30373">
                  <c:v>46.78</c:v>
                </c:pt>
                <c:pt idx="30374">
                  <c:v>24.99</c:v>
                </c:pt>
                <c:pt idx="30375">
                  <c:v>52.23</c:v>
                </c:pt>
                <c:pt idx="30376">
                  <c:v>26.49</c:v>
                </c:pt>
                <c:pt idx="30377">
                  <c:v>69.260000000000005</c:v>
                </c:pt>
                <c:pt idx="30378">
                  <c:v>134.29</c:v>
                </c:pt>
                <c:pt idx="30379">
                  <c:v>134.29</c:v>
                </c:pt>
                <c:pt idx="30380">
                  <c:v>134.29</c:v>
                </c:pt>
                <c:pt idx="30381">
                  <c:v>134.29</c:v>
                </c:pt>
                <c:pt idx="30382">
                  <c:v>50.98</c:v>
                </c:pt>
                <c:pt idx="30383">
                  <c:v>50.98</c:v>
                </c:pt>
                <c:pt idx="30384">
                  <c:v>119.97</c:v>
                </c:pt>
                <c:pt idx="30385">
                  <c:v>106.97</c:v>
                </c:pt>
                <c:pt idx="30386">
                  <c:v>184.93</c:v>
                </c:pt>
                <c:pt idx="30387">
                  <c:v>196.37</c:v>
                </c:pt>
                <c:pt idx="30388">
                  <c:v>177.95</c:v>
                </c:pt>
                <c:pt idx="30389">
                  <c:v>150.94999999999999</c:v>
                </c:pt>
                <c:pt idx="30390">
                  <c:v>126.95</c:v>
                </c:pt>
                <c:pt idx="30391">
                  <c:v>165.94</c:v>
                </c:pt>
                <c:pt idx="30392">
                  <c:v>96.97</c:v>
                </c:pt>
                <c:pt idx="30393">
                  <c:v>92.86</c:v>
                </c:pt>
                <c:pt idx="30394">
                  <c:v>100.97</c:v>
                </c:pt>
                <c:pt idx="30395">
                  <c:v>142.96</c:v>
                </c:pt>
                <c:pt idx="30396">
                  <c:v>98.96</c:v>
                </c:pt>
                <c:pt idx="30397">
                  <c:v>55.98</c:v>
                </c:pt>
                <c:pt idx="30398">
                  <c:v>144.96</c:v>
                </c:pt>
                <c:pt idx="30399">
                  <c:v>180.94</c:v>
                </c:pt>
                <c:pt idx="30400">
                  <c:v>121.45</c:v>
                </c:pt>
                <c:pt idx="30401">
                  <c:v>71.98</c:v>
                </c:pt>
                <c:pt idx="30402">
                  <c:v>107.83</c:v>
                </c:pt>
                <c:pt idx="30403">
                  <c:v>244.93</c:v>
                </c:pt>
                <c:pt idx="30404">
                  <c:v>134.27000000000001</c:v>
                </c:pt>
                <c:pt idx="30405">
                  <c:v>134.27000000000001</c:v>
                </c:pt>
                <c:pt idx="30406">
                  <c:v>72.58</c:v>
                </c:pt>
                <c:pt idx="30407">
                  <c:v>61.67</c:v>
                </c:pt>
                <c:pt idx="30408">
                  <c:v>61.67</c:v>
                </c:pt>
                <c:pt idx="30409">
                  <c:v>72.55</c:v>
                </c:pt>
                <c:pt idx="30410">
                  <c:v>121.48</c:v>
                </c:pt>
                <c:pt idx="30411">
                  <c:v>121.48</c:v>
                </c:pt>
                <c:pt idx="30412">
                  <c:v>113.97</c:v>
                </c:pt>
                <c:pt idx="30413">
                  <c:v>123.45</c:v>
                </c:pt>
                <c:pt idx="30414">
                  <c:v>115.03</c:v>
                </c:pt>
                <c:pt idx="30415">
                  <c:v>70.98</c:v>
                </c:pt>
                <c:pt idx="30416">
                  <c:v>104.97</c:v>
                </c:pt>
                <c:pt idx="30417">
                  <c:v>110.97</c:v>
                </c:pt>
                <c:pt idx="30418">
                  <c:v>108.95</c:v>
                </c:pt>
                <c:pt idx="30419">
                  <c:v>129.97</c:v>
                </c:pt>
                <c:pt idx="30420">
                  <c:v>84.87</c:v>
                </c:pt>
                <c:pt idx="30421">
                  <c:v>160.96</c:v>
                </c:pt>
                <c:pt idx="30422">
                  <c:v>94.98</c:v>
                </c:pt>
                <c:pt idx="30423">
                  <c:v>95.98</c:v>
                </c:pt>
                <c:pt idx="30424">
                  <c:v>89.98</c:v>
                </c:pt>
                <c:pt idx="30425">
                  <c:v>110.98</c:v>
                </c:pt>
                <c:pt idx="30426">
                  <c:v>100.98</c:v>
                </c:pt>
                <c:pt idx="30427">
                  <c:v>99.43</c:v>
                </c:pt>
                <c:pt idx="30428">
                  <c:v>51.96</c:v>
                </c:pt>
                <c:pt idx="30429">
                  <c:v>59.98</c:v>
                </c:pt>
                <c:pt idx="30430">
                  <c:v>123.16</c:v>
                </c:pt>
                <c:pt idx="30431">
                  <c:v>84.99</c:v>
                </c:pt>
                <c:pt idx="30432">
                  <c:v>98.98</c:v>
                </c:pt>
                <c:pt idx="30433">
                  <c:v>181.89</c:v>
                </c:pt>
                <c:pt idx="30434">
                  <c:v>244.53</c:v>
                </c:pt>
                <c:pt idx="30435">
                  <c:v>98.98</c:v>
                </c:pt>
                <c:pt idx="30436">
                  <c:v>82.17</c:v>
                </c:pt>
                <c:pt idx="30437">
                  <c:v>95.98</c:v>
                </c:pt>
                <c:pt idx="30438">
                  <c:v>95.98</c:v>
                </c:pt>
                <c:pt idx="30439">
                  <c:v>244.53</c:v>
                </c:pt>
                <c:pt idx="30440">
                  <c:v>84.93</c:v>
                </c:pt>
                <c:pt idx="30441">
                  <c:v>84.99</c:v>
                </c:pt>
                <c:pt idx="30442">
                  <c:v>82.17</c:v>
                </c:pt>
                <c:pt idx="30443">
                  <c:v>84.93</c:v>
                </c:pt>
                <c:pt idx="30444">
                  <c:v>193.94</c:v>
                </c:pt>
                <c:pt idx="30445">
                  <c:v>121.48</c:v>
                </c:pt>
                <c:pt idx="30446">
                  <c:v>193.94</c:v>
                </c:pt>
                <c:pt idx="30447">
                  <c:v>84.99</c:v>
                </c:pt>
                <c:pt idx="30448">
                  <c:v>84.99</c:v>
                </c:pt>
                <c:pt idx="30449">
                  <c:v>84.99</c:v>
                </c:pt>
                <c:pt idx="30450">
                  <c:v>84.99</c:v>
                </c:pt>
                <c:pt idx="30451">
                  <c:v>84.99</c:v>
                </c:pt>
                <c:pt idx="30452">
                  <c:v>79.05</c:v>
                </c:pt>
                <c:pt idx="30453">
                  <c:v>84.99</c:v>
                </c:pt>
                <c:pt idx="30454">
                  <c:v>79.05</c:v>
                </c:pt>
                <c:pt idx="30455">
                  <c:v>181.89</c:v>
                </c:pt>
                <c:pt idx="30456">
                  <c:v>121.48</c:v>
                </c:pt>
                <c:pt idx="30457">
                  <c:v>120.97</c:v>
                </c:pt>
                <c:pt idx="30458">
                  <c:v>51.49</c:v>
                </c:pt>
                <c:pt idx="30459">
                  <c:v>60.98</c:v>
                </c:pt>
                <c:pt idx="30460">
                  <c:v>120.97</c:v>
                </c:pt>
                <c:pt idx="30461">
                  <c:v>120.97</c:v>
                </c:pt>
                <c:pt idx="30462">
                  <c:v>120.97</c:v>
                </c:pt>
                <c:pt idx="30463">
                  <c:v>16.489999999999998</c:v>
                </c:pt>
                <c:pt idx="30464">
                  <c:v>120.97</c:v>
                </c:pt>
                <c:pt idx="30465">
                  <c:v>60.99</c:v>
                </c:pt>
                <c:pt idx="30466">
                  <c:v>256.89</c:v>
                </c:pt>
                <c:pt idx="30467">
                  <c:v>60.99</c:v>
                </c:pt>
                <c:pt idx="30468">
                  <c:v>60.99</c:v>
                </c:pt>
                <c:pt idx="30469">
                  <c:v>159.97999999999999</c:v>
                </c:pt>
                <c:pt idx="30470">
                  <c:v>143.97999999999999</c:v>
                </c:pt>
                <c:pt idx="30471">
                  <c:v>60.99</c:v>
                </c:pt>
                <c:pt idx="30472">
                  <c:v>143.97999999999999</c:v>
                </c:pt>
                <c:pt idx="30473">
                  <c:v>143.97999999999999</c:v>
                </c:pt>
                <c:pt idx="30474">
                  <c:v>54.89</c:v>
                </c:pt>
                <c:pt idx="30475">
                  <c:v>60.99</c:v>
                </c:pt>
                <c:pt idx="30476">
                  <c:v>223.96</c:v>
                </c:pt>
                <c:pt idx="30477">
                  <c:v>67.78</c:v>
                </c:pt>
                <c:pt idx="30478">
                  <c:v>147.22</c:v>
                </c:pt>
                <c:pt idx="30479">
                  <c:v>83.98</c:v>
                </c:pt>
                <c:pt idx="30480">
                  <c:v>149.97999999999999</c:v>
                </c:pt>
                <c:pt idx="30481">
                  <c:v>135.97999999999999</c:v>
                </c:pt>
                <c:pt idx="30482">
                  <c:v>148.53</c:v>
                </c:pt>
                <c:pt idx="30483">
                  <c:v>129.97999999999999</c:v>
                </c:pt>
                <c:pt idx="30484">
                  <c:v>60.99</c:v>
                </c:pt>
                <c:pt idx="30485">
                  <c:v>31.48</c:v>
                </c:pt>
                <c:pt idx="30486">
                  <c:v>50.98</c:v>
                </c:pt>
                <c:pt idx="30487">
                  <c:v>70.98</c:v>
                </c:pt>
                <c:pt idx="30488">
                  <c:v>75.98</c:v>
                </c:pt>
                <c:pt idx="30489">
                  <c:v>51.98</c:v>
                </c:pt>
                <c:pt idx="30490">
                  <c:v>121.96</c:v>
                </c:pt>
                <c:pt idx="30491">
                  <c:v>60.92</c:v>
                </c:pt>
                <c:pt idx="30492">
                  <c:v>72.55</c:v>
                </c:pt>
                <c:pt idx="30493">
                  <c:v>122.98</c:v>
                </c:pt>
                <c:pt idx="30494">
                  <c:v>122.97</c:v>
                </c:pt>
                <c:pt idx="30495">
                  <c:v>134.97</c:v>
                </c:pt>
                <c:pt idx="30496">
                  <c:v>179.96</c:v>
                </c:pt>
                <c:pt idx="30497">
                  <c:v>179.96</c:v>
                </c:pt>
                <c:pt idx="30498">
                  <c:v>98.98</c:v>
                </c:pt>
                <c:pt idx="30499">
                  <c:v>93.06</c:v>
                </c:pt>
                <c:pt idx="30500">
                  <c:v>179.96</c:v>
                </c:pt>
                <c:pt idx="30501">
                  <c:v>167.66</c:v>
                </c:pt>
                <c:pt idx="30502">
                  <c:v>123.96</c:v>
                </c:pt>
                <c:pt idx="30503">
                  <c:v>179.96</c:v>
                </c:pt>
                <c:pt idx="30504">
                  <c:v>179.96</c:v>
                </c:pt>
                <c:pt idx="30505">
                  <c:v>172.88</c:v>
                </c:pt>
                <c:pt idx="30506">
                  <c:v>111.96</c:v>
                </c:pt>
                <c:pt idx="30507">
                  <c:v>164.96</c:v>
                </c:pt>
                <c:pt idx="30508">
                  <c:v>179.96</c:v>
                </c:pt>
                <c:pt idx="30509">
                  <c:v>134.97</c:v>
                </c:pt>
                <c:pt idx="30510">
                  <c:v>77.459999999999994</c:v>
                </c:pt>
                <c:pt idx="30511">
                  <c:v>122.97</c:v>
                </c:pt>
                <c:pt idx="30512">
                  <c:v>41.49</c:v>
                </c:pt>
                <c:pt idx="30513">
                  <c:v>53.97</c:v>
                </c:pt>
                <c:pt idx="30514">
                  <c:v>68.98</c:v>
                </c:pt>
                <c:pt idx="30515">
                  <c:v>62.99</c:v>
                </c:pt>
                <c:pt idx="30516">
                  <c:v>59.96</c:v>
                </c:pt>
                <c:pt idx="30517">
                  <c:v>63.96</c:v>
                </c:pt>
                <c:pt idx="30518">
                  <c:v>50.86</c:v>
                </c:pt>
                <c:pt idx="30519">
                  <c:v>70.98</c:v>
                </c:pt>
                <c:pt idx="30520">
                  <c:v>213.95</c:v>
                </c:pt>
                <c:pt idx="30521">
                  <c:v>283.93</c:v>
                </c:pt>
                <c:pt idx="30522">
                  <c:v>294.68</c:v>
                </c:pt>
                <c:pt idx="30523">
                  <c:v>206.97</c:v>
                </c:pt>
                <c:pt idx="30524">
                  <c:v>221.96</c:v>
                </c:pt>
                <c:pt idx="30525">
                  <c:v>84.99</c:v>
                </c:pt>
                <c:pt idx="30526">
                  <c:v>256.89</c:v>
                </c:pt>
                <c:pt idx="30527">
                  <c:v>119.96</c:v>
                </c:pt>
                <c:pt idx="30528">
                  <c:v>62.97</c:v>
                </c:pt>
                <c:pt idx="30529">
                  <c:v>70.13</c:v>
                </c:pt>
                <c:pt idx="30530">
                  <c:v>63.11</c:v>
                </c:pt>
                <c:pt idx="30531">
                  <c:v>110.97</c:v>
                </c:pt>
                <c:pt idx="30532">
                  <c:v>110.97</c:v>
                </c:pt>
                <c:pt idx="30533">
                  <c:v>112.96</c:v>
                </c:pt>
                <c:pt idx="30534">
                  <c:v>258.52999999999997</c:v>
                </c:pt>
                <c:pt idx="30535">
                  <c:v>222.09</c:v>
                </c:pt>
                <c:pt idx="30536">
                  <c:v>224.96</c:v>
                </c:pt>
                <c:pt idx="30537">
                  <c:v>194.95</c:v>
                </c:pt>
                <c:pt idx="30538">
                  <c:v>171.97</c:v>
                </c:pt>
                <c:pt idx="30539">
                  <c:v>202.95</c:v>
                </c:pt>
                <c:pt idx="30540">
                  <c:v>291.54000000000002</c:v>
                </c:pt>
                <c:pt idx="30541">
                  <c:v>234.85</c:v>
                </c:pt>
                <c:pt idx="30542">
                  <c:v>66.540000000000006</c:v>
                </c:pt>
                <c:pt idx="30543">
                  <c:v>66.540000000000006</c:v>
                </c:pt>
                <c:pt idx="30544">
                  <c:v>133.08000000000001</c:v>
                </c:pt>
                <c:pt idx="30545">
                  <c:v>133.08000000000001</c:v>
                </c:pt>
                <c:pt idx="30546">
                  <c:v>133.08000000000001</c:v>
                </c:pt>
                <c:pt idx="30547">
                  <c:v>133.08000000000001</c:v>
                </c:pt>
                <c:pt idx="30548">
                  <c:v>133.06</c:v>
                </c:pt>
                <c:pt idx="30549">
                  <c:v>133.06</c:v>
                </c:pt>
                <c:pt idx="30550">
                  <c:v>84.99</c:v>
                </c:pt>
                <c:pt idx="30551">
                  <c:v>57.96</c:v>
                </c:pt>
                <c:pt idx="30552">
                  <c:v>83.98</c:v>
                </c:pt>
                <c:pt idx="30553">
                  <c:v>169.98</c:v>
                </c:pt>
                <c:pt idx="30554">
                  <c:v>93.97</c:v>
                </c:pt>
                <c:pt idx="30555">
                  <c:v>159.97999999999999</c:v>
                </c:pt>
                <c:pt idx="30556">
                  <c:v>55.97</c:v>
                </c:pt>
                <c:pt idx="30557">
                  <c:v>67.98</c:v>
                </c:pt>
                <c:pt idx="30558">
                  <c:v>114.94</c:v>
                </c:pt>
                <c:pt idx="30559">
                  <c:v>60.32</c:v>
                </c:pt>
                <c:pt idx="30560">
                  <c:v>235.9</c:v>
                </c:pt>
                <c:pt idx="30561">
                  <c:v>137.97999999999999</c:v>
                </c:pt>
                <c:pt idx="30562">
                  <c:v>84.99</c:v>
                </c:pt>
                <c:pt idx="30563">
                  <c:v>339.96</c:v>
                </c:pt>
                <c:pt idx="30564">
                  <c:v>84.99</c:v>
                </c:pt>
                <c:pt idx="30565">
                  <c:v>65.989999999999995</c:v>
                </c:pt>
                <c:pt idx="30566">
                  <c:v>884.32</c:v>
                </c:pt>
                <c:pt idx="30567">
                  <c:v>131.96</c:v>
                </c:pt>
                <c:pt idx="30568">
                  <c:v>133.05000000000001</c:v>
                </c:pt>
                <c:pt idx="30569">
                  <c:v>133.05000000000001</c:v>
                </c:pt>
                <c:pt idx="30570">
                  <c:v>133.05000000000001</c:v>
                </c:pt>
                <c:pt idx="30571">
                  <c:v>56.97</c:v>
                </c:pt>
                <c:pt idx="30572">
                  <c:v>62.57</c:v>
                </c:pt>
                <c:pt idx="30573">
                  <c:v>57.57</c:v>
                </c:pt>
                <c:pt idx="30574">
                  <c:v>64.989999999999995</c:v>
                </c:pt>
                <c:pt idx="30575">
                  <c:v>66.489999999999995</c:v>
                </c:pt>
                <c:pt idx="30576">
                  <c:v>66.489999999999995</c:v>
                </c:pt>
                <c:pt idx="30577">
                  <c:v>132.97999999999999</c:v>
                </c:pt>
                <c:pt idx="30578">
                  <c:v>73.19</c:v>
                </c:pt>
                <c:pt idx="30579">
                  <c:v>159.97999999999999</c:v>
                </c:pt>
                <c:pt idx="30580">
                  <c:v>137.97999999999999</c:v>
                </c:pt>
                <c:pt idx="30581">
                  <c:v>169.98</c:v>
                </c:pt>
                <c:pt idx="30582">
                  <c:v>122.97</c:v>
                </c:pt>
                <c:pt idx="30583">
                  <c:v>131.97999999999999</c:v>
                </c:pt>
                <c:pt idx="30584">
                  <c:v>169.98</c:v>
                </c:pt>
                <c:pt idx="30585">
                  <c:v>131.97999999999999</c:v>
                </c:pt>
                <c:pt idx="30586">
                  <c:v>169.98</c:v>
                </c:pt>
                <c:pt idx="30587">
                  <c:v>211.38</c:v>
                </c:pt>
                <c:pt idx="30588">
                  <c:v>169.98</c:v>
                </c:pt>
                <c:pt idx="30589">
                  <c:v>64.98</c:v>
                </c:pt>
                <c:pt idx="30590">
                  <c:v>60.33</c:v>
                </c:pt>
                <c:pt idx="30591">
                  <c:v>51.49</c:v>
                </c:pt>
                <c:pt idx="30592">
                  <c:v>122.37</c:v>
                </c:pt>
                <c:pt idx="30593">
                  <c:v>159.69999999999999</c:v>
                </c:pt>
                <c:pt idx="30594">
                  <c:v>214.11</c:v>
                </c:pt>
                <c:pt idx="30595">
                  <c:v>79.849999999999994</c:v>
                </c:pt>
                <c:pt idx="30596">
                  <c:v>177.83</c:v>
                </c:pt>
                <c:pt idx="30597">
                  <c:v>149.97</c:v>
                </c:pt>
                <c:pt idx="30598">
                  <c:v>72.55</c:v>
                </c:pt>
                <c:pt idx="30599">
                  <c:v>159.69999999999999</c:v>
                </c:pt>
                <c:pt idx="30600">
                  <c:v>293.95999999999998</c:v>
                </c:pt>
                <c:pt idx="30601">
                  <c:v>159.69999999999999</c:v>
                </c:pt>
                <c:pt idx="30602">
                  <c:v>195.97</c:v>
                </c:pt>
                <c:pt idx="30603">
                  <c:v>195.97</c:v>
                </c:pt>
                <c:pt idx="30604">
                  <c:v>183.87</c:v>
                </c:pt>
                <c:pt idx="30605">
                  <c:v>159.69999999999999</c:v>
                </c:pt>
                <c:pt idx="30606">
                  <c:v>123.98</c:v>
                </c:pt>
                <c:pt idx="30607">
                  <c:v>84.66</c:v>
                </c:pt>
                <c:pt idx="30608">
                  <c:v>177.83</c:v>
                </c:pt>
                <c:pt idx="30609">
                  <c:v>159.69999999999999</c:v>
                </c:pt>
                <c:pt idx="30610">
                  <c:v>176.37</c:v>
                </c:pt>
                <c:pt idx="30611">
                  <c:v>56.18</c:v>
                </c:pt>
                <c:pt idx="30612">
                  <c:v>21.58</c:v>
                </c:pt>
                <c:pt idx="30613">
                  <c:v>89.97</c:v>
                </c:pt>
                <c:pt idx="30614">
                  <c:v>71.959999999999994</c:v>
                </c:pt>
                <c:pt idx="30615">
                  <c:v>18.88</c:v>
                </c:pt>
                <c:pt idx="30616">
                  <c:v>104.14</c:v>
                </c:pt>
                <c:pt idx="30617">
                  <c:v>119.98</c:v>
                </c:pt>
                <c:pt idx="30618">
                  <c:v>181.45</c:v>
                </c:pt>
                <c:pt idx="30619">
                  <c:v>297.52</c:v>
                </c:pt>
                <c:pt idx="30620">
                  <c:v>221.39</c:v>
                </c:pt>
                <c:pt idx="30621">
                  <c:v>160.61000000000001</c:v>
                </c:pt>
                <c:pt idx="30622">
                  <c:v>316.88</c:v>
                </c:pt>
                <c:pt idx="30623">
                  <c:v>147.6</c:v>
                </c:pt>
                <c:pt idx="30624">
                  <c:v>146.37</c:v>
                </c:pt>
                <c:pt idx="30625">
                  <c:v>82.26</c:v>
                </c:pt>
                <c:pt idx="30626">
                  <c:v>141.51</c:v>
                </c:pt>
                <c:pt idx="30627">
                  <c:v>290.68</c:v>
                </c:pt>
                <c:pt idx="30628">
                  <c:v>209.33</c:v>
                </c:pt>
                <c:pt idx="30629">
                  <c:v>144.56</c:v>
                </c:pt>
                <c:pt idx="30630">
                  <c:v>169.23</c:v>
                </c:pt>
                <c:pt idx="30631">
                  <c:v>119.97</c:v>
                </c:pt>
                <c:pt idx="30632">
                  <c:v>119.97</c:v>
                </c:pt>
                <c:pt idx="30633">
                  <c:v>119.97</c:v>
                </c:pt>
                <c:pt idx="30634">
                  <c:v>59.98</c:v>
                </c:pt>
                <c:pt idx="30635">
                  <c:v>59.98</c:v>
                </c:pt>
                <c:pt idx="30636">
                  <c:v>59.98</c:v>
                </c:pt>
                <c:pt idx="30637">
                  <c:v>59.98</c:v>
                </c:pt>
                <c:pt idx="30638">
                  <c:v>59.98</c:v>
                </c:pt>
                <c:pt idx="30639">
                  <c:v>59.98</c:v>
                </c:pt>
                <c:pt idx="30640">
                  <c:v>59.98</c:v>
                </c:pt>
                <c:pt idx="30641">
                  <c:v>59.98</c:v>
                </c:pt>
                <c:pt idx="30642">
                  <c:v>111.12</c:v>
                </c:pt>
                <c:pt idx="30643">
                  <c:v>84.99</c:v>
                </c:pt>
                <c:pt idx="30644">
                  <c:v>83.14</c:v>
                </c:pt>
                <c:pt idx="30645">
                  <c:v>84.99</c:v>
                </c:pt>
                <c:pt idx="30646">
                  <c:v>99.98</c:v>
                </c:pt>
                <c:pt idx="30647">
                  <c:v>84.99</c:v>
                </c:pt>
                <c:pt idx="30648">
                  <c:v>99.98</c:v>
                </c:pt>
                <c:pt idx="30649">
                  <c:v>99.98</c:v>
                </c:pt>
                <c:pt idx="30650">
                  <c:v>99.98</c:v>
                </c:pt>
                <c:pt idx="30651">
                  <c:v>65.19</c:v>
                </c:pt>
                <c:pt idx="30652">
                  <c:v>79.98</c:v>
                </c:pt>
                <c:pt idx="30653">
                  <c:v>96.84</c:v>
                </c:pt>
                <c:pt idx="30654">
                  <c:v>79.989999999999995</c:v>
                </c:pt>
                <c:pt idx="30655">
                  <c:v>83.99</c:v>
                </c:pt>
                <c:pt idx="30656">
                  <c:v>97.98</c:v>
                </c:pt>
                <c:pt idx="30657">
                  <c:v>80.39</c:v>
                </c:pt>
                <c:pt idx="30658">
                  <c:v>79.98</c:v>
                </c:pt>
                <c:pt idx="30659">
                  <c:v>89.98</c:v>
                </c:pt>
                <c:pt idx="30660">
                  <c:v>127.56</c:v>
                </c:pt>
                <c:pt idx="30661">
                  <c:v>96.28</c:v>
                </c:pt>
                <c:pt idx="30662">
                  <c:v>99.98</c:v>
                </c:pt>
                <c:pt idx="30663">
                  <c:v>89.98</c:v>
                </c:pt>
                <c:pt idx="30664">
                  <c:v>79.989999999999995</c:v>
                </c:pt>
                <c:pt idx="30665">
                  <c:v>74.97</c:v>
                </c:pt>
                <c:pt idx="30666">
                  <c:v>77.180000000000007</c:v>
                </c:pt>
                <c:pt idx="30667">
                  <c:v>99.98</c:v>
                </c:pt>
                <c:pt idx="30668">
                  <c:v>79.98</c:v>
                </c:pt>
                <c:pt idx="30669">
                  <c:v>71.98</c:v>
                </c:pt>
                <c:pt idx="30670">
                  <c:v>99.98</c:v>
                </c:pt>
                <c:pt idx="30671">
                  <c:v>59.98</c:v>
                </c:pt>
                <c:pt idx="30672">
                  <c:v>59.98</c:v>
                </c:pt>
                <c:pt idx="30673">
                  <c:v>59.98</c:v>
                </c:pt>
                <c:pt idx="30674">
                  <c:v>59.98</c:v>
                </c:pt>
                <c:pt idx="30675">
                  <c:v>119.96</c:v>
                </c:pt>
                <c:pt idx="30676">
                  <c:v>119.96</c:v>
                </c:pt>
                <c:pt idx="30677">
                  <c:v>111.47</c:v>
                </c:pt>
                <c:pt idx="30678">
                  <c:v>67.11</c:v>
                </c:pt>
                <c:pt idx="30679">
                  <c:v>119.98</c:v>
                </c:pt>
                <c:pt idx="30680">
                  <c:v>137.97999999999999</c:v>
                </c:pt>
                <c:pt idx="30681">
                  <c:v>64.64</c:v>
                </c:pt>
                <c:pt idx="30682">
                  <c:v>163.01</c:v>
                </c:pt>
                <c:pt idx="30683">
                  <c:v>213.97</c:v>
                </c:pt>
                <c:pt idx="30684">
                  <c:v>126.37</c:v>
                </c:pt>
                <c:pt idx="30685">
                  <c:v>168.27</c:v>
                </c:pt>
                <c:pt idx="30686">
                  <c:v>209.69</c:v>
                </c:pt>
                <c:pt idx="30687">
                  <c:v>60.33</c:v>
                </c:pt>
                <c:pt idx="30688">
                  <c:v>129.69</c:v>
                </c:pt>
                <c:pt idx="30689">
                  <c:v>89.98</c:v>
                </c:pt>
                <c:pt idx="30690">
                  <c:v>66.44</c:v>
                </c:pt>
                <c:pt idx="30691">
                  <c:v>226.86</c:v>
                </c:pt>
                <c:pt idx="30692">
                  <c:v>119.98</c:v>
                </c:pt>
                <c:pt idx="30693">
                  <c:v>119.95</c:v>
                </c:pt>
                <c:pt idx="30694">
                  <c:v>119.96</c:v>
                </c:pt>
                <c:pt idx="30695">
                  <c:v>51.48</c:v>
                </c:pt>
                <c:pt idx="30696">
                  <c:v>59.98</c:v>
                </c:pt>
                <c:pt idx="30697">
                  <c:v>119.96</c:v>
                </c:pt>
                <c:pt idx="30698">
                  <c:v>26.49</c:v>
                </c:pt>
                <c:pt idx="30699">
                  <c:v>16.489999999999998</c:v>
                </c:pt>
                <c:pt idx="30700">
                  <c:v>41.48</c:v>
                </c:pt>
                <c:pt idx="30701">
                  <c:v>69.97</c:v>
                </c:pt>
                <c:pt idx="30702">
                  <c:v>59.97</c:v>
                </c:pt>
                <c:pt idx="30703">
                  <c:v>59.97</c:v>
                </c:pt>
                <c:pt idx="30704">
                  <c:v>147.96</c:v>
                </c:pt>
                <c:pt idx="30705">
                  <c:v>131.97999999999999</c:v>
                </c:pt>
                <c:pt idx="30706">
                  <c:v>142.96</c:v>
                </c:pt>
                <c:pt idx="30707">
                  <c:v>59.99</c:v>
                </c:pt>
                <c:pt idx="30708">
                  <c:v>59.99</c:v>
                </c:pt>
                <c:pt idx="30709">
                  <c:v>119.95</c:v>
                </c:pt>
                <c:pt idx="30710">
                  <c:v>41.48</c:v>
                </c:pt>
                <c:pt idx="30711">
                  <c:v>69.97</c:v>
                </c:pt>
                <c:pt idx="30712">
                  <c:v>31.48</c:v>
                </c:pt>
                <c:pt idx="30713">
                  <c:v>102.97</c:v>
                </c:pt>
                <c:pt idx="30714">
                  <c:v>119.97</c:v>
                </c:pt>
                <c:pt idx="30715">
                  <c:v>59.97</c:v>
                </c:pt>
                <c:pt idx="30716">
                  <c:v>59.97</c:v>
                </c:pt>
                <c:pt idx="30717">
                  <c:v>114.97</c:v>
                </c:pt>
                <c:pt idx="30718">
                  <c:v>99.98</c:v>
                </c:pt>
                <c:pt idx="30719">
                  <c:v>69.97</c:v>
                </c:pt>
                <c:pt idx="30720">
                  <c:v>74.62</c:v>
                </c:pt>
                <c:pt idx="30721">
                  <c:v>114.97</c:v>
                </c:pt>
                <c:pt idx="30722">
                  <c:v>99.98</c:v>
                </c:pt>
                <c:pt idx="30723">
                  <c:v>99.97</c:v>
                </c:pt>
                <c:pt idx="30724">
                  <c:v>89.98</c:v>
                </c:pt>
                <c:pt idx="30725">
                  <c:v>84.99</c:v>
                </c:pt>
                <c:pt idx="30726">
                  <c:v>94.98</c:v>
                </c:pt>
                <c:pt idx="30727">
                  <c:v>84.99</c:v>
                </c:pt>
                <c:pt idx="30728">
                  <c:v>129.96</c:v>
                </c:pt>
                <c:pt idx="30729">
                  <c:v>65.989999999999995</c:v>
                </c:pt>
                <c:pt idx="30730">
                  <c:v>74.989999999999995</c:v>
                </c:pt>
                <c:pt idx="30731">
                  <c:v>59.98</c:v>
                </c:pt>
                <c:pt idx="30732">
                  <c:v>59.98</c:v>
                </c:pt>
                <c:pt idx="30733">
                  <c:v>59.98</c:v>
                </c:pt>
                <c:pt idx="30734">
                  <c:v>59.98</c:v>
                </c:pt>
                <c:pt idx="30735">
                  <c:v>59.98</c:v>
                </c:pt>
                <c:pt idx="30736">
                  <c:v>59.98</c:v>
                </c:pt>
                <c:pt idx="30737">
                  <c:v>59.98</c:v>
                </c:pt>
                <c:pt idx="30738">
                  <c:v>119.96</c:v>
                </c:pt>
                <c:pt idx="30739">
                  <c:v>119.96</c:v>
                </c:pt>
                <c:pt idx="30740">
                  <c:v>59.98</c:v>
                </c:pt>
                <c:pt idx="30741">
                  <c:v>59.98</c:v>
                </c:pt>
                <c:pt idx="30742">
                  <c:v>119.96</c:v>
                </c:pt>
                <c:pt idx="30743">
                  <c:v>119.96</c:v>
                </c:pt>
                <c:pt idx="30744">
                  <c:v>76.47</c:v>
                </c:pt>
                <c:pt idx="30745">
                  <c:v>76.47</c:v>
                </c:pt>
                <c:pt idx="30746">
                  <c:v>161.94999999999999</c:v>
                </c:pt>
                <c:pt idx="30747">
                  <c:v>115.97</c:v>
                </c:pt>
                <c:pt idx="30748">
                  <c:v>94.07</c:v>
                </c:pt>
                <c:pt idx="30749">
                  <c:v>80.95</c:v>
                </c:pt>
                <c:pt idx="30750">
                  <c:v>345.92</c:v>
                </c:pt>
                <c:pt idx="30751">
                  <c:v>227.92</c:v>
                </c:pt>
                <c:pt idx="30752">
                  <c:v>133.96</c:v>
                </c:pt>
                <c:pt idx="30753">
                  <c:v>81.650000000000006</c:v>
                </c:pt>
                <c:pt idx="30754">
                  <c:v>244.65</c:v>
                </c:pt>
                <c:pt idx="30755">
                  <c:v>159.66</c:v>
                </c:pt>
                <c:pt idx="30756">
                  <c:v>69.98</c:v>
                </c:pt>
                <c:pt idx="30757">
                  <c:v>135.68</c:v>
                </c:pt>
                <c:pt idx="30758">
                  <c:v>118.96</c:v>
                </c:pt>
                <c:pt idx="30759">
                  <c:v>59.98</c:v>
                </c:pt>
                <c:pt idx="30760">
                  <c:v>59.98</c:v>
                </c:pt>
                <c:pt idx="30761">
                  <c:v>59.98</c:v>
                </c:pt>
                <c:pt idx="30762">
                  <c:v>59.98</c:v>
                </c:pt>
                <c:pt idx="30763">
                  <c:v>59.98</c:v>
                </c:pt>
                <c:pt idx="30764">
                  <c:v>59.98</c:v>
                </c:pt>
                <c:pt idx="30765">
                  <c:v>59.98</c:v>
                </c:pt>
                <c:pt idx="30766">
                  <c:v>59.98</c:v>
                </c:pt>
                <c:pt idx="30767">
                  <c:v>119.96</c:v>
                </c:pt>
                <c:pt idx="30768">
                  <c:v>59.98</c:v>
                </c:pt>
                <c:pt idx="30769">
                  <c:v>59.98</c:v>
                </c:pt>
                <c:pt idx="30770">
                  <c:v>59.98</c:v>
                </c:pt>
                <c:pt idx="30771">
                  <c:v>59.98</c:v>
                </c:pt>
                <c:pt idx="30772">
                  <c:v>59.98</c:v>
                </c:pt>
                <c:pt idx="30773">
                  <c:v>59.98</c:v>
                </c:pt>
                <c:pt idx="30774">
                  <c:v>119.96</c:v>
                </c:pt>
                <c:pt idx="30775">
                  <c:v>89.45</c:v>
                </c:pt>
                <c:pt idx="30776">
                  <c:v>62.97</c:v>
                </c:pt>
                <c:pt idx="30777">
                  <c:v>141.33000000000001</c:v>
                </c:pt>
                <c:pt idx="30778">
                  <c:v>93.96</c:v>
                </c:pt>
                <c:pt idx="30779">
                  <c:v>104.95</c:v>
                </c:pt>
                <c:pt idx="30780">
                  <c:v>93.96</c:v>
                </c:pt>
                <c:pt idx="30781">
                  <c:v>98.96</c:v>
                </c:pt>
                <c:pt idx="30782">
                  <c:v>112.97</c:v>
                </c:pt>
                <c:pt idx="30783">
                  <c:v>91.77</c:v>
                </c:pt>
                <c:pt idx="30784">
                  <c:v>110.18</c:v>
                </c:pt>
                <c:pt idx="30785">
                  <c:v>117.95</c:v>
                </c:pt>
                <c:pt idx="30786">
                  <c:v>112.97</c:v>
                </c:pt>
                <c:pt idx="30787">
                  <c:v>125.94</c:v>
                </c:pt>
                <c:pt idx="30788">
                  <c:v>131.93</c:v>
                </c:pt>
                <c:pt idx="30789">
                  <c:v>116.87</c:v>
                </c:pt>
                <c:pt idx="30790">
                  <c:v>62.97</c:v>
                </c:pt>
                <c:pt idx="30791">
                  <c:v>98.98</c:v>
                </c:pt>
                <c:pt idx="30792">
                  <c:v>77.959999999999994</c:v>
                </c:pt>
                <c:pt idx="30793">
                  <c:v>143.94999999999999</c:v>
                </c:pt>
                <c:pt idx="30794">
                  <c:v>72.03</c:v>
                </c:pt>
                <c:pt idx="30795">
                  <c:v>111.82</c:v>
                </c:pt>
                <c:pt idx="30796">
                  <c:v>114.95</c:v>
                </c:pt>
                <c:pt idx="30797">
                  <c:v>77.97</c:v>
                </c:pt>
                <c:pt idx="30798">
                  <c:v>145.94</c:v>
                </c:pt>
                <c:pt idx="30799">
                  <c:v>153.52000000000001</c:v>
                </c:pt>
                <c:pt idx="30800">
                  <c:v>119.96</c:v>
                </c:pt>
                <c:pt idx="30801">
                  <c:v>54.98</c:v>
                </c:pt>
                <c:pt idx="30802">
                  <c:v>52.23</c:v>
                </c:pt>
                <c:pt idx="30803">
                  <c:v>51.48</c:v>
                </c:pt>
                <c:pt idx="30804">
                  <c:v>59.98</c:v>
                </c:pt>
                <c:pt idx="30805">
                  <c:v>119.92</c:v>
                </c:pt>
                <c:pt idx="30806">
                  <c:v>51.48</c:v>
                </c:pt>
                <c:pt idx="30807">
                  <c:v>59.98</c:v>
                </c:pt>
                <c:pt idx="30808">
                  <c:v>56.97</c:v>
                </c:pt>
                <c:pt idx="30809">
                  <c:v>59.95</c:v>
                </c:pt>
                <c:pt idx="30810">
                  <c:v>59.97</c:v>
                </c:pt>
                <c:pt idx="30811">
                  <c:v>55.98</c:v>
                </c:pt>
                <c:pt idx="30812">
                  <c:v>84.98</c:v>
                </c:pt>
                <c:pt idx="30813">
                  <c:v>55.98</c:v>
                </c:pt>
                <c:pt idx="30814">
                  <c:v>95.17</c:v>
                </c:pt>
                <c:pt idx="30815">
                  <c:v>58.98</c:v>
                </c:pt>
                <c:pt idx="30816">
                  <c:v>65.98</c:v>
                </c:pt>
                <c:pt idx="30817">
                  <c:v>55.72</c:v>
                </c:pt>
                <c:pt idx="30818">
                  <c:v>79.180000000000007</c:v>
                </c:pt>
                <c:pt idx="30819">
                  <c:v>61.97</c:v>
                </c:pt>
                <c:pt idx="30820">
                  <c:v>65.98</c:v>
                </c:pt>
                <c:pt idx="30821">
                  <c:v>84.98</c:v>
                </c:pt>
                <c:pt idx="30822">
                  <c:v>51.76</c:v>
                </c:pt>
                <c:pt idx="30823">
                  <c:v>63.88</c:v>
                </c:pt>
                <c:pt idx="30824">
                  <c:v>50.98</c:v>
                </c:pt>
                <c:pt idx="30825">
                  <c:v>57.43</c:v>
                </c:pt>
                <c:pt idx="30826">
                  <c:v>72.239999999999995</c:v>
                </c:pt>
                <c:pt idx="30827">
                  <c:v>65.989999999999995</c:v>
                </c:pt>
                <c:pt idx="30828">
                  <c:v>89.98</c:v>
                </c:pt>
                <c:pt idx="30829">
                  <c:v>63.97</c:v>
                </c:pt>
                <c:pt idx="30830">
                  <c:v>50.38</c:v>
                </c:pt>
                <c:pt idx="30831">
                  <c:v>50.98</c:v>
                </c:pt>
                <c:pt idx="30832">
                  <c:v>72.239999999999995</c:v>
                </c:pt>
                <c:pt idx="30833">
                  <c:v>120.96</c:v>
                </c:pt>
                <c:pt idx="30834">
                  <c:v>59.87</c:v>
                </c:pt>
                <c:pt idx="30835">
                  <c:v>59.96</c:v>
                </c:pt>
                <c:pt idx="30836">
                  <c:v>59.96</c:v>
                </c:pt>
                <c:pt idx="30837">
                  <c:v>59.96</c:v>
                </c:pt>
                <c:pt idx="30838">
                  <c:v>59.96</c:v>
                </c:pt>
                <c:pt idx="30839">
                  <c:v>59.96</c:v>
                </c:pt>
                <c:pt idx="30840">
                  <c:v>59.96</c:v>
                </c:pt>
                <c:pt idx="30841">
                  <c:v>89.98</c:v>
                </c:pt>
                <c:pt idx="30842">
                  <c:v>59.96</c:v>
                </c:pt>
                <c:pt idx="30843">
                  <c:v>59.96</c:v>
                </c:pt>
                <c:pt idx="30844">
                  <c:v>89.98</c:v>
                </c:pt>
                <c:pt idx="30845">
                  <c:v>59.96</c:v>
                </c:pt>
                <c:pt idx="30846">
                  <c:v>59.95</c:v>
                </c:pt>
                <c:pt idx="30847">
                  <c:v>59.95</c:v>
                </c:pt>
                <c:pt idx="30848">
                  <c:v>59.96</c:v>
                </c:pt>
                <c:pt idx="30849">
                  <c:v>59.95</c:v>
                </c:pt>
                <c:pt idx="30850">
                  <c:v>52.07</c:v>
                </c:pt>
                <c:pt idx="30851">
                  <c:v>79.97</c:v>
                </c:pt>
                <c:pt idx="30852">
                  <c:v>131.97999999999999</c:v>
                </c:pt>
                <c:pt idx="30853">
                  <c:v>148.88999999999999</c:v>
                </c:pt>
                <c:pt idx="30854">
                  <c:v>84.99</c:v>
                </c:pt>
                <c:pt idx="30855">
                  <c:v>74.97</c:v>
                </c:pt>
                <c:pt idx="30856">
                  <c:v>28.48</c:v>
                </c:pt>
                <c:pt idx="30857">
                  <c:v>131.97999999999999</c:v>
                </c:pt>
                <c:pt idx="30858">
                  <c:v>123.85</c:v>
                </c:pt>
                <c:pt idx="30859">
                  <c:v>59.98</c:v>
                </c:pt>
                <c:pt idx="30860">
                  <c:v>70.52</c:v>
                </c:pt>
                <c:pt idx="30861">
                  <c:v>103.97</c:v>
                </c:pt>
                <c:pt idx="30862">
                  <c:v>59.98</c:v>
                </c:pt>
                <c:pt idx="30863">
                  <c:v>84.99</c:v>
                </c:pt>
                <c:pt idx="30864">
                  <c:v>61.48</c:v>
                </c:pt>
                <c:pt idx="30865">
                  <c:v>59.98</c:v>
                </c:pt>
                <c:pt idx="30866">
                  <c:v>59.98</c:v>
                </c:pt>
                <c:pt idx="30867">
                  <c:v>150.97</c:v>
                </c:pt>
                <c:pt idx="30868">
                  <c:v>103.98</c:v>
                </c:pt>
                <c:pt idx="30869">
                  <c:v>84.99</c:v>
                </c:pt>
                <c:pt idx="30870">
                  <c:v>141.96</c:v>
                </c:pt>
                <c:pt idx="30871">
                  <c:v>84.99</c:v>
                </c:pt>
                <c:pt idx="30872">
                  <c:v>84.99</c:v>
                </c:pt>
                <c:pt idx="30873">
                  <c:v>59.98</c:v>
                </c:pt>
                <c:pt idx="30874">
                  <c:v>59.98</c:v>
                </c:pt>
                <c:pt idx="30875">
                  <c:v>84.99</c:v>
                </c:pt>
                <c:pt idx="30876">
                  <c:v>93.97</c:v>
                </c:pt>
                <c:pt idx="30877">
                  <c:v>59.95</c:v>
                </c:pt>
                <c:pt idx="30878">
                  <c:v>59.95</c:v>
                </c:pt>
                <c:pt idx="30879">
                  <c:v>59.95</c:v>
                </c:pt>
                <c:pt idx="30880">
                  <c:v>59.95</c:v>
                </c:pt>
                <c:pt idx="30881">
                  <c:v>119.9</c:v>
                </c:pt>
                <c:pt idx="30882">
                  <c:v>84.62</c:v>
                </c:pt>
                <c:pt idx="30883">
                  <c:v>23.48</c:v>
                </c:pt>
                <c:pt idx="30884">
                  <c:v>23.48</c:v>
                </c:pt>
                <c:pt idx="30885">
                  <c:v>24.23</c:v>
                </c:pt>
                <c:pt idx="30886">
                  <c:v>0</c:v>
                </c:pt>
                <c:pt idx="30887">
                  <c:v>23.48</c:v>
                </c:pt>
                <c:pt idx="30888">
                  <c:v>70.98</c:v>
                </c:pt>
                <c:pt idx="30889">
                  <c:v>50.98</c:v>
                </c:pt>
                <c:pt idx="30890">
                  <c:v>97.09</c:v>
                </c:pt>
                <c:pt idx="30891">
                  <c:v>97.09</c:v>
                </c:pt>
                <c:pt idx="30892">
                  <c:v>116.97</c:v>
                </c:pt>
                <c:pt idx="30893">
                  <c:v>116.97</c:v>
                </c:pt>
                <c:pt idx="30894">
                  <c:v>69.98</c:v>
                </c:pt>
                <c:pt idx="30895">
                  <c:v>79.98</c:v>
                </c:pt>
                <c:pt idx="30896">
                  <c:v>69.98</c:v>
                </c:pt>
                <c:pt idx="30897">
                  <c:v>98.56</c:v>
                </c:pt>
                <c:pt idx="30898">
                  <c:v>54.81</c:v>
                </c:pt>
                <c:pt idx="30899">
                  <c:v>54.81</c:v>
                </c:pt>
                <c:pt idx="30900">
                  <c:v>70.47</c:v>
                </c:pt>
                <c:pt idx="30901">
                  <c:v>98.56</c:v>
                </c:pt>
                <c:pt idx="30902">
                  <c:v>123.4</c:v>
                </c:pt>
                <c:pt idx="30903">
                  <c:v>123.4</c:v>
                </c:pt>
                <c:pt idx="30904">
                  <c:v>171.94</c:v>
                </c:pt>
                <c:pt idx="30905">
                  <c:v>68.959999999999994</c:v>
                </c:pt>
                <c:pt idx="30906">
                  <c:v>79.98</c:v>
                </c:pt>
                <c:pt idx="30907">
                  <c:v>70.47</c:v>
                </c:pt>
                <c:pt idx="30908">
                  <c:v>68.959999999999994</c:v>
                </c:pt>
                <c:pt idx="30909">
                  <c:v>171.94</c:v>
                </c:pt>
                <c:pt idx="30910">
                  <c:v>32.85</c:v>
                </c:pt>
                <c:pt idx="30911">
                  <c:v>41.28</c:v>
                </c:pt>
                <c:pt idx="30912">
                  <c:v>71.97</c:v>
                </c:pt>
                <c:pt idx="30913">
                  <c:v>104.54</c:v>
                </c:pt>
                <c:pt idx="30914">
                  <c:v>55.46</c:v>
                </c:pt>
                <c:pt idx="30915">
                  <c:v>4.99</c:v>
                </c:pt>
                <c:pt idx="30916">
                  <c:v>64.78</c:v>
                </c:pt>
                <c:pt idx="30917">
                  <c:v>62.99</c:v>
                </c:pt>
                <c:pt idx="30918">
                  <c:v>63.96</c:v>
                </c:pt>
                <c:pt idx="30919">
                  <c:v>63.96</c:v>
                </c:pt>
                <c:pt idx="30920">
                  <c:v>130.94</c:v>
                </c:pt>
                <c:pt idx="30921">
                  <c:v>73.989999999999995</c:v>
                </c:pt>
                <c:pt idx="30922">
                  <c:v>64.34</c:v>
                </c:pt>
                <c:pt idx="30923">
                  <c:v>62.09</c:v>
                </c:pt>
                <c:pt idx="30924">
                  <c:v>84.14</c:v>
                </c:pt>
                <c:pt idx="30925">
                  <c:v>68.3</c:v>
                </c:pt>
                <c:pt idx="30926">
                  <c:v>58.64</c:v>
                </c:pt>
                <c:pt idx="30927">
                  <c:v>83.98</c:v>
                </c:pt>
                <c:pt idx="30928">
                  <c:v>135.76</c:v>
                </c:pt>
                <c:pt idx="30929">
                  <c:v>71.989999999999995</c:v>
                </c:pt>
                <c:pt idx="30930">
                  <c:v>131.32</c:v>
                </c:pt>
                <c:pt idx="30931">
                  <c:v>68.989999999999995</c:v>
                </c:pt>
                <c:pt idx="30932">
                  <c:v>82.98</c:v>
                </c:pt>
                <c:pt idx="30933">
                  <c:v>121.99</c:v>
                </c:pt>
                <c:pt idx="30934">
                  <c:v>136.83000000000001</c:v>
                </c:pt>
                <c:pt idx="30935">
                  <c:v>64.34</c:v>
                </c:pt>
                <c:pt idx="30936">
                  <c:v>163.63999999999999</c:v>
                </c:pt>
                <c:pt idx="30937">
                  <c:v>169.98</c:v>
                </c:pt>
                <c:pt idx="30938">
                  <c:v>140.97</c:v>
                </c:pt>
                <c:pt idx="30939">
                  <c:v>148.47</c:v>
                </c:pt>
                <c:pt idx="30940">
                  <c:v>82.92</c:v>
                </c:pt>
                <c:pt idx="30941">
                  <c:v>113.47</c:v>
                </c:pt>
                <c:pt idx="30942">
                  <c:v>84.99</c:v>
                </c:pt>
                <c:pt idx="30943">
                  <c:v>59.99</c:v>
                </c:pt>
                <c:pt idx="30944">
                  <c:v>59.99</c:v>
                </c:pt>
                <c:pt idx="30945">
                  <c:v>32.630000000000003</c:v>
                </c:pt>
                <c:pt idx="30946">
                  <c:v>33.229999999999997</c:v>
                </c:pt>
                <c:pt idx="30947">
                  <c:v>32.630000000000003</c:v>
                </c:pt>
                <c:pt idx="30948">
                  <c:v>151.97999999999999</c:v>
                </c:pt>
                <c:pt idx="30949">
                  <c:v>65.989999999999995</c:v>
                </c:pt>
                <c:pt idx="30950">
                  <c:v>101.98</c:v>
                </c:pt>
                <c:pt idx="30951">
                  <c:v>65.989999999999995</c:v>
                </c:pt>
                <c:pt idx="30952">
                  <c:v>99.98</c:v>
                </c:pt>
                <c:pt idx="30953">
                  <c:v>100.98</c:v>
                </c:pt>
                <c:pt idx="30954">
                  <c:v>65.989999999999995</c:v>
                </c:pt>
                <c:pt idx="30955">
                  <c:v>84.99</c:v>
                </c:pt>
                <c:pt idx="30956">
                  <c:v>83.98</c:v>
                </c:pt>
                <c:pt idx="30957">
                  <c:v>84.99</c:v>
                </c:pt>
                <c:pt idx="30958">
                  <c:v>65.989999999999995</c:v>
                </c:pt>
                <c:pt idx="30959">
                  <c:v>84.99</c:v>
                </c:pt>
                <c:pt idx="30960">
                  <c:v>99.98</c:v>
                </c:pt>
                <c:pt idx="30961">
                  <c:v>131.87</c:v>
                </c:pt>
                <c:pt idx="30962">
                  <c:v>131.87</c:v>
                </c:pt>
                <c:pt idx="30963">
                  <c:v>54.98</c:v>
                </c:pt>
                <c:pt idx="30964">
                  <c:v>131.85</c:v>
                </c:pt>
                <c:pt idx="30965">
                  <c:v>121.47</c:v>
                </c:pt>
                <c:pt idx="30966">
                  <c:v>69.989999999999995</c:v>
                </c:pt>
                <c:pt idx="30967">
                  <c:v>16.489999999999998</c:v>
                </c:pt>
                <c:pt idx="30968">
                  <c:v>59.96</c:v>
                </c:pt>
                <c:pt idx="30969">
                  <c:v>59.36</c:v>
                </c:pt>
                <c:pt idx="30970">
                  <c:v>122.19</c:v>
                </c:pt>
                <c:pt idx="30971">
                  <c:v>76.489999999999995</c:v>
                </c:pt>
                <c:pt idx="30972">
                  <c:v>62.69</c:v>
                </c:pt>
                <c:pt idx="30973">
                  <c:v>65.989999999999995</c:v>
                </c:pt>
                <c:pt idx="30974">
                  <c:v>84.98</c:v>
                </c:pt>
                <c:pt idx="30975">
                  <c:v>84.99</c:v>
                </c:pt>
                <c:pt idx="30976">
                  <c:v>68.98</c:v>
                </c:pt>
                <c:pt idx="30977">
                  <c:v>58.21</c:v>
                </c:pt>
                <c:pt idx="30978">
                  <c:v>84.99</c:v>
                </c:pt>
                <c:pt idx="30979">
                  <c:v>59.39</c:v>
                </c:pt>
                <c:pt idx="30980">
                  <c:v>65.989999999999995</c:v>
                </c:pt>
                <c:pt idx="30981">
                  <c:v>113.98</c:v>
                </c:pt>
                <c:pt idx="30982">
                  <c:v>84.99</c:v>
                </c:pt>
                <c:pt idx="30983">
                  <c:v>65.989999999999995</c:v>
                </c:pt>
                <c:pt idx="30984">
                  <c:v>65.989999999999995</c:v>
                </c:pt>
                <c:pt idx="30985">
                  <c:v>74.650000000000006</c:v>
                </c:pt>
                <c:pt idx="30986">
                  <c:v>61.67</c:v>
                </c:pt>
                <c:pt idx="30987">
                  <c:v>60.46</c:v>
                </c:pt>
                <c:pt idx="30988">
                  <c:v>69.97</c:v>
                </c:pt>
                <c:pt idx="30989">
                  <c:v>51.27</c:v>
                </c:pt>
                <c:pt idx="30990">
                  <c:v>101.27</c:v>
                </c:pt>
                <c:pt idx="30991">
                  <c:v>130.38</c:v>
                </c:pt>
                <c:pt idx="30992">
                  <c:v>118.98</c:v>
                </c:pt>
                <c:pt idx="30993">
                  <c:v>84.99</c:v>
                </c:pt>
                <c:pt idx="30994">
                  <c:v>169.98</c:v>
                </c:pt>
                <c:pt idx="30995">
                  <c:v>65.989999999999995</c:v>
                </c:pt>
                <c:pt idx="30996">
                  <c:v>84.99</c:v>
                </c:pt>
                <c:pt idx="30997">
                  <c:v>69.98</c:v>
                </c:pt>
                <c:pt idx="30998">
                  <c:v>65.989999999999995</c:v>
                </c:pt>
                <c:pt idx="30999">
                  <c:v>88.22</c:v>
                </c:pt>
                <c:pt idx="31000">
                  <c:v>171.48</c:v>
                </c:pt>
                <c:pt idx="31001">
                  <c:v>105.98</c:v>
                </c:pt>
                <c:pt idx="31002">
                  <c:v>169.98</c:v>
                </c:pt>
                <c:pt idx="31003">
                  <c:v>84.99</c:v>
                </c:pt>
                <c:pt idx="31004">
                  <c:v>266.98</c:v>
                </c:pt>
                <c:pt idx="31005">
                  <c:v>84.99</c:v>
                </c:pt>
                <c:pt idx="31006">
                  <c:v>156.78</c:v>
                </c:pt>
                <c:pt idx="31007">
                  <c:v>169.98</c:v>
                </c:pt>
                <c:pt idx="31008">
                  <c:v>194.96</c:v>
                </c:pt>
                <c:pt idx="31009">
                  <c:v>153.96</c:v>
                </c:pt>
                <c:pt idx="31010">
                  <c:v>118.97</c:v>
                </c:pt>
                <c:pt idx="31011">
                  <c:v>118.97</c:v>
                </c:pt>
                <c:pt idx="31012">
                  <c:v>119.98</c:v>
                </c:pt>
                <c:pt idx="31013">
                  <c:v>29.98</c:v>
                </c:pt>
                <c:pt idx="31014">
                  <c:v>92.89</c:v>
                </c:pt>
                <c:pt idx="31015">
                  <c:v>119.97</c:v>
                </c:pt>
                <c:pt idx="31016">
                  <c:v>119.97</c:v>
                </c:pt>
                <c:pt idx="31017">
                  <c:v>80.98</c:v>
                </c:pt>
                <c:pt idx="31018">
                  <c:v>119.97</c:v>
                </c:pt>
                <c:pt idx="31019">
                  <c:v>119.97</c:v>
                </c:pt>
                <c:pt idx="31020">
                  <c:v>59.98</c:v>
                </c:pt>
                <c:pt idx="31021">
                  <c:v>59.98</c:v>
                </c:pt>
                <c:pt idx="31022">
                  <c:v>50.48</c:v>
                </c:pt>
                <c:pt idx="31023">
                  <c:v>119.96</c:v>
                </c:pt>
                <c:pt idx="31024">
                  <c:v>59.98</c:v>
                </c:pt>
                <c:pt idx="31025">
                  <c:v>59.98</c:v>
                </c:pt>
                <c:pt idx="31026">
                  <c:v>119.96</c:v>
                </c:pt>
                <c:pt idx="31027">
                  <c:v>119.96</c:v>
                </c:pt>
                <c:pt idx="31028">
                  <c:v>59.98</c:v>
                </c:pt>
                <c:pt idx="31029">
                  <c:v>59.98</c:v>
                </c:pt>
                <c:pt idx="31030">
                  <c:v>119.96</c:v>
                </c:pt>
                <c:pt idx="31031">
                  <c:v>122.96</c:v>
                </c:pt>
                <c:pt idx="31032">
                  <c:v>198.95</c:v>
                </c:pt>
                <c:pt idx="31033">
                  <c:v>143.96</c:v>
                </c:pt>
                <c:pt idx="31034">
                  <c:v>143.96</c:v>
                </c:pt>
                <c:pt idx="31035">
                  <c:v>103.96</c:v>
                </c:pt>
                <c:pt idx="31036">
                  <c:v>107.97</c:v>
                </c:pt>
                <c:pt idx="31037">
                  <c:v>143.96</c:v>
                </c:pt>
                <c:pt idx="31038">
                  <c:v>183.96</c:v>
                </c:pt>
                <c:pt idx="31039">
                  <c:v>-1.5</c:v>
                </c:pt>
                <c:pt idx="31040">
                  <c:v>183.96</c:v>
                </c:pt>
                <c:pt idx="31041">
                  <c:v>37.49</c:v>
                </c:pt>
                <c:pt idx="31042">
                  <c:v>119.96</c:v>
                </c:pt>
                <c:pt idx="31043">
                  <c:v>119.96</c:v>
                </c:pt>
                <c:pt idx="31044">
                  <c:v>120.97</c:v>
                </c:pt>
                <c:pt idx="31045">
                  <c:v>119.9</c:v>
                </c:pt>
                <c:pt idx="31046">
                  <c:v>14.48</c:v>
                </c:pt>
                <c:pt idx="31047">
                  <c:v>59.98</c:v>
                </c:pt>
                <c:pt idx="31048">
                  <c:v>60.96</c:v>
                </c:pt>
                <c:pt idx="31049">
                  <c:v>118.85</c:v>
                </c:pt>
                <c:pt idx="31050">
                  <c:v>65.989999999999995</c:v>
                </c:pt>
                <c:pt idx="31051">
                  <c:v>65.989999999999995</c:v>
                </c:pt>
                <c:pt idx="31052">
                  <c:v>65.989999999999995</c:v>
                </c:pt>
                <c:pt idx="31053">
                  <c:v>65.989999999999995</c:v>
                </c:pt>
                <c:pt idx="31054">
                  <c:v>65.989999999999995</c:v>
                </c:pt>
                <c:pt idx="31055">
                  <c:v>65.989999999999995</c:v>
                </c:pt>
                <c:pt idx="31056">
                  <c:v>65.989999999999995</c:v>
                </c:pt>
                <c:pt idx="31057">
                  <c:v>65.989999999999995</c:v>
                </c:pt>
                <c:pt idx="31058">
                  <c:v>67.489999999999995</c:v>
                </c:pt>
                <c:pt idx="31059">
                  <c:v>65.989999999999995</c:v>
                </c:pt>
                <c:pt idx="31060">
                  <c:v>56.09</c:v>
                </c:pt>
                <c:pt idx="31061">
                  <c:v>65.989999999999995</c:v>
                </c:pt>
                <c:pt idx="31062">
                  <c:v>67.489999999999995</c:v>
                </c:pt>
                <c:pt idx="31063">
                  <c:v>67.489999999999995</c:v>
                </c:pt>
                <c:pt idx="31064">
                  <c:v>67.489999999999995</c:v>
                </c:pt>
                <c:pt idx="31065">
                  <c:v>65.989999999999995</c:v>
                </c:pt>
                <c:pt idx="31066">
                  <c:v>65.989999999999995</c:v>
                </c:pt>
                <c:pt idx="31067">
                  <c:v>67.489999999999995</c:v>
                </c:pt>
                <c:pt idx="31068">
                  <c:v>65.989999999999995</c:v>
                </c:pt>
                <c:pt idx="31069">
                  <c:v>67.39</c:v>
                </c:pt>
                <c:pt idx="31070">
                  <c:v>65.989999999999995</c:v>
                </c:pt>
                <c:pt idx="31071">
                  <c:v>65.989999999999995</c:v>
                </c:pt>
                <c:pt idx="31072">
                  <c:v>67.489999999999995</c:v>
                </c:pt>
                <c:pt idx="31073">
                  <c:v>65.989999999999995</c:v>
                </c:pt>
                <c:pt idx="31074">
                  <c:v>65.989999999999995</c:v>
                </c:pt>
                <c:pt idx="31075">
                  <c:v>65.989999999999995</c:v>
                </c:pt>
                <c:pt idx="31076">
                  <c:v>67.489999999999995</c:v>
                </c:pt>
                <c:pt idx="31077">
                  <c:v>65.989999999999995</c:v>
                </c:pt>
                <c:pt idx="31078">
                  <c:v>56.09</c:v>
                </c:pt>
                <c:pt idx="31079">
                  <c:v>131.97999999999999</c:v>
                </c:pt>
                <c:pt idx="31080">
                  <c:v>65.989999999999995</c:v>
                </c:pt>
                <c:pt idx="31081">
                  <c:v>69.290000000000006</c:v>
                </c:pt>
                <c:pt idx="31082">
                  <c:v>49.99</c:v>
                </c:pt>
                <c:pt idx="31083">
                  <c:v>67.489999999999995</c:v>
                </c:pt>
                <c:pt idx="31084">
                  <c:v>115.98</c:v>
                </c:pt>
                <c:pt idx="31085">
                  <c:v>65.989999999999995</c:v>
                </c:pt>
                <c:pt idx="31086">
                  <c:v>67.489999999999995</c:v>
                </c:pt>
                <c:pt idx="31087">
                  <c:v>65.989999999999995</c:v>
                </c:pt>
                <c:pt idx="31088">
                  <c:v>120.9</c:v>
                </c:pt>
                <c:pt idx="31089">
                  <c:v>65.94</c:v>
                </c:pt>
                <c:pt idx="31090">
                  <c:v>54.95</c:v>
                </c:pt>
                <c:pt idx="31091">
                  <c:v>121.95</c:v>
                </c:pt>
                <c:pt idx="31092">
                  <c:v>68.52</c:v>
                </c:pt>
                <c:pt idx="31093">
                  <c:v>118.5</c:v>
                </c:pt>
                <c:pt idx="31094">
                  <c:v>65.989999999999995</c:v>
                </c:pt>
                <c:pt idx="31095">
                  <c:v>131.97999999999999</c:v>
                </c:pt>
                <c:pt idx="31096">
                  <c:v>65.989999999999995</c:v>
                </c:pt>
                <c:pt idx="31097">
                  <c:v>131.97999999999999</c:v>
                </c:pt>
                <c:pt idx="31098">
                  <c:v>64.67</c:v>
                </c:pt>
                <c:pt idx="31099">
                  <c:v>131.28</c:v>
                </c:pt>
                <c:pt idx="31100">
                  <c:v>63.66</c:v>
                </c:pt>
                <c:pt idx="31101">
                  <c:v>215.46</c:v>
                </c:pt>
                <c:pt idx="31102">
                  <c:v>136.31</c:v>
                </c:pt>
                <c:pt idx="31103">
                  <c:v>65.989999999999995</c:v>
                </c:pt>
                <c:pt idx="31104">
                  <c:v>131.18</c:v>
                </c:pt>
                <c:pt idx="31105">
                  <c:v>129.97999999999999</c:v>
                </c:pt>
                <c:pt idx="31106">
                  <c:v>120.46</c:v>
                </c:pt>
                <c:pt idx="31107">
                  <c:v>71.98</c:v>
                </c:pt>
                <c:pt idx="31108">
                  <c:v>38.49</c:v>
                </c:pt>
                <c:pt idx="31109">
                  <c:v>129.94</c:v>
                </c:pt>
                <c:pt idx="31110">
                  <c:v>24.48</c:v>
                </c:pt>
                <c:pt idx="31111">
                  <c:v>47.75</c:v>
                </c:pt>
                <c:pt idx="31112">
                  <c:v>68.930000000000007</c:v>
                </c:pt>
                <c:pt idx="31113">
                  <c:v>62.68</c:v>
                </c:pt>
                <c:pt idx="31114">
                  <c:v>55.98</c:v>
                </c:pt>
                <c:pt idx="31115">
                  <c:v>20.98</c:v>
                </c:pt>
                <c:pt idx="31116">
                  <c:v>64.95</c:v>
                </c:pt>
                <c:pt idx="31117">
                  <c:v>62.57</c:v>
                </c:pt>
                <c:pt idx="31118">
                  <c:v>141.94999999999999</c:v>
                </c:pt>
                <c:pt idx="31119">
                  <c:v>125.96</c:v>
                </c:pt>
                <c:pt idx="31120">
                  <c:v>131.96</c:v>
                </c:pt>
                <c:pt idx="31121">
                  <c:v>197.94</c:v>
                </c:pt>
                <c:pt idx="31122">
                  <c:v>201.94</c:v>
                </c:pt>
                <c:pt idx="31123">
                  <c:v>197.94</c:v>
                </c:pt>
                <c:pt idx="31124">
                  <c:v>115.96</c:v>
                </c:pt>
                <c:pt idx="31125">
                  <c:v>123.96</c:v>
                </c:pt>
                <c:pt idx="31126">
                  <c:v>56.97</c:v>
                </c:pt>
                <c:pt idx="31127">
                  <c:v>136.94</c:v>
                </c:pt>
                <c:pt idx="31128">
                  <c:v>237.44</c:v>
                </c:pt>
                <c:pt idx="31129">
                  <c:v>131.96</c:v>
                </c:pt>
                <c:pt idx="31130">
                  <c:v>92.97</c:v>
                </c:pt>
                <c:pt idx="31131">
                  <c:v>92.97</c:v>
                </c:pt>
                <c:pt idx="31132">
                  <c:v>152.80000000000001</c:v>
                </c:pt>
                <c:pt idx="31133">
                  <c:v>84.97</c:v>
                </c:pt>
                <c:pt idx="31134">
                  <c:v>160.31</c:v>
                </c:pt>
                <c:pt idx="31135">
                  <c:v>133.96</c:v>
                </c:pt>
                <c:pt idx="31136">
                  <c:v>123.96</c:v>
                </c:pt>
                <c:pt idx="31137">
                  <c:v>127.96</c:v>
                </c:pt>
                <c:pt idx="31138">
                  <c:v>52.98</c:v>
                </c:pt>
                <c:pt idx="31139">
                  <c:v>67.48</c:v>
                </c:pt>
                <c:pt idx="31140">
                  <c:v>120.45</c:v>
                </c:pt>
                <c:pt idx="31141">
                  <c:v>108.86</c:v>
                </c:pt>
                <c:pt idx="31142">
                  <c:v>84.99</c:v>
                </c:pt>
                <c:pt idx="31143">
                  <c:v>84.99</c:v>
                </c:pt>
                <c:pt idx="31144">
                  <c:v>65.989999999999995</c:v>
                </c:pt>
                <c:pt idx="31145">
                  <c:v>123.58</c:v>
                </c:pt>
                <c:pt idx="31146">
                  <c:v>131.97999999999999</c:v>
                </c:pt>
                <c:pt idx="31147">
                  <c:v>73.98</c:v>
                </c:pt>
                <c:pt idx="31148">
                  <c:v>170.95</c:v>
                </c:pt>
                <c:pt idx="31149">
                  <c:v>152.01</c:v>
                </c:pt>
                <c:pt idx="31150">
                  <c:v>62.97</c:v>
                </c:pt>
                <c:pt idx="31151">
                  <c:v>185.43</c:v>
                </c:pt>
                <c:pt idx="31152">
                  <c:v>144.97</c:v>
                </c:pt>
                <c:pt idx="31153">
                  <c:v>121.98</c:v>
                </c:pt>
                <c:pt idx="31154">
                  <c:v>121.98</c:v>
                </c:pt>
                <c:pt idx="31155">
                  <c:v>65.319999999999993</c:v>
                </c:pt>
                <c:pt idx="31156">
                  <c:v>65.319999999999993</c:v>
                </c:pt>
                <c:pt idx="31157">
                  <c:v>130.63999999999999</c:v>
                </c:pt>
                <c:pt idx="31158">
                  <c:v>130.63</c:v>
                </c:pt>
                <c:pt idx="31159">
                  <c:v>50.38</c:v>
                </c:pt>
                <c:pt idx="31160">
                  <c:v>61.28</c:v>
                </c:pt>
                <c:pt idx="31161">
                  <c:v>65.3</c:v>
                </c:pt>
                <c:pt idx="31162">
                  <c:v>65.3</c:v>
                </c:pt>
                <c:pt idx="31163">
                  <c:v>52.16</c:v>
                </c:pt>
                <c:pt idx="31164">
                  <c:v>65.989999999999995</c:v>
                </c:pt>
                <c:pt idx="31165">
                  <c:v>100.27</c:v>
                </c:pt>
                <c:pt idx="31166">
                  <c:v>146.65</c:v>
                </c:pt>
                <c:pt idx="31167">
                  <c:v>131.97999999999999</c:v>
                </c:pt>
                <c:pt idx="31168">
                  <c:v>189.96</c:v>
                </c:pt>
                <c:pt idx="31169">
                  <c:v>162.96</c:v>
                </c:pt>
                <c:pt idx="31170">
                  <c:v>162.96</c:v>
                </c:pt>
                <c:pt idx="31171">
                  <c:v>94.25</c:v>
                </c:pt>
                <c:pt idx="31172">
                  <c:v>94.25</c:v>
                </c:pt>
                <c:pt idx="31173">
                  <c:v>146.65</c:v>
                </c:pt>
                <c:pt idx="31174">
                  <c:v>115.98</c:v>
                </c:pt>
                <c:pt idx="31175">
                  <c:v>132.37</c:v>
                </c:pt>
                <c:pt idx="31176">
                  <c:v>132.37</c:v>
                </c:pt>
                <c:pt idx="31177">
                  <c:v>115.98</c:v>
                </c:pt>
                <c:pt idx="31178">
                  <c:v>75.87</c:v>
                </c:pt>
                <c:pt idx="31179">
                  <c:v>131.97999999999999</c:v>
                </c:pt>
                <c:pt idx="31180">
                  <c:v>131.97999999999999</c:v>
                </c:pt>
                <c:pt idx="31181">
                  <c:v>75.87</c:v>
                </c:pt>
                <c:pt idx="31182">
                  <c:v>131.97999999999999</c:v>
                </c:pt>
                <c:pt idx="31183">
                  <c:v>189.96</c:v>
                </c:pt>
                <c:pt idx="31184">
                  <c:v>120.98</c:v>
                </c:pt>
                <c:pt idx="31185">
                  <c:v>131.97999999999999</c:v>
                </c:pt>
                <c:pt idx="31186">
                  <c:v>118.78</c:v>
                </c:pt>
                <c:pt idx="31187">
                  <c:v>118.78</c:v>
                </c:pt>
                <c:pt idx="31188">
                  <c:v>95.38</c:v>
                </c:pt>
                <c:pt idx="31189">
                  <c:v>95.38</c:v>
                </c:pt>
                <c:pt idx="31190">
                  <c:v>154.77000000000001</c:v>
                </c:pt>
                <c:pt idx="31191">
                  <c:v>154.77000000000001</c:v>
                </c:pt>
                <c:pt idx="31192">
                  <c:v>84.98</c:v>
                </c:pt>
                <c:pt idx="31193">
                  <c:v>131.97999999999999</c:v>
                </c:pt>
                <c:pt idx="31194">
                  <c:v>84.98</c:v>
                </c:pt>
                <c:pt idx="31195">
                  <c:v>142.51</c:v>
                </c:pt>
                <c:pt idx="31196">
                  <c:v>142.51</c:v>
                </c:pt>
                <c:pt idx="31197">
                  <c:v>120.88</c:v>
                </c:pt>
                <c:pt idx="31198">
                  <c:v>120.88</c:v>
                </c:pt>
                <c:pt idx="31199">
                  <c:v>120.98</c:v>
                </c:pt>
                <c:pt idx="31200">
                  <c:v>41.49</c:v>
                </c:pt>
                <c:pt idx="31201">
                  <c:v>195.03</c:v>
                </c:pt>
                <c:pt idx="31202">
                  <c:v>195.03</c:v>
                </c:pt>
                <c:pt idx="31203">
                  <c:v>41.49</c:v>
                </c:pt>
                <c:pt idx="31204">
                  <c:v>118.08</c:v>
                </c:pt>
                <c:pt idx="31205">
                  <c:v>111.27</c:v>
                </c:pt>
                <c:pt idx="31206">
                  <c:v>117.97</c:v>
                </c:pt>
                <c:pt idx="31207">
                  <c:v>117.97</c:v>
                </c:pt>
                <c:pt idx="31208">
                  <c:v>117.96</c:v>
                </c:pt>
                <c:pt idx="31209">
                  <c:v>54.99</c:v>
                </c:pt>
                <c:pt idx="31210">
                  <c:v>21.24</c:v>
                </c:pt>
                <c:pt idx="31211">
                  <c:v>117.97</c:v>
                </c:pt>
                <c:pt idx="31212">
                  <c:v>131.97999999999999</c:v>
                </c:pt>
                <c:pt idx="31213">
                  <c:v>131.97999999999999</c:v>
                </c:pt>
                <c:pt idx="31214">
                  <c:v>121.98</c:v>
                </c:pt>
                <c:pt idx="31215">
                  <c:v>66.98</c:v>
                </c:pt>
                <c:pt idx="31216">
                  <c:v>131.97999999999999</c:v>
                </c:pt>
                <c:pt idx="31217">
                  <c:v>131.97999999999999</c:v>
                </c:pt>
                <c:pt idx="31218">
                  <c:v>169.98</c:v>
                </c:pt>
                <c:pt idx="31219">
                  <c:v>99.98</c:v>
                </c:pt>
                <c:pt idx="31220">
                  <c:v>169.98</c:v>
                </c:pt>
                <c:pt idx="31221">
                  <c:v>169.98</c:v>
                </c:pt>
                <c:pt idx="31222">
                  <c:v>84.99</c:v>
                </c:pt>
                <c:pt idx="31223">
                  <c:v>99.98</c:v>
                </c:pt>
                <c:pt idx="31224">
                  <c:v>131.97999999999999</c:v>
                </c:pt>
                <c:pt idx="31225">
                  <c:v>59.96</c:v>
                </c:pt>
                <c:pt idx="31226">
                  <c:v>45.24</c:v>
                </c:pt>
                <c:pt idx="31227">
                  <c:v>51.98</c:v>
                </c:pt>
                <c:pt idx="31228">
                  <c:v>65.989999999999995</c:v>
                </c:pt>
                <c:pt idx="31229">
                  <c:v>61.98</c:v>
                </c:pt>
                <c:pt idx="31230">
                  <c:v>55.98</c:v>
                </c:pt>
                <c:pt idx="31231">
                  <c:v>58.48</c:v>
                </c:pt>
                <c:pt idx="31232">
                  <c:v>59.97</c:v>
                </c:pt>
                <c:pt idx="31233">
                  <c:v>19.489999999999998</c:v>
                </c:pt>
                <c:pt idx="31234">
                  <c:v>84.98</c:v>
                </c:pt>
                <c:pt idx="31235">
                  <c:v>77.86</c:v>
                </c:pt>
                <c:pt idx="31236">
                  <c:v>131.97999999999999</c:v>
                </c:pt>
                <c:pt idx="31237">
                  <c:v>111.6</c:v>
                </c:pt>
                <c:pt idx="31238">
                  <c:v>105.98</c:v>
                </c:pt>
                <c:pt idx="31239">
                  <c:v>131.97999999999999</c:v>
                </c:pt>
                <c:pt idx="31240">
                  <c:v>156.66</c:v>
                </c:pt>
                <c:pt idx="31241">
                  <c:v>24.08</c:v>
                </c:pt>
                <c:pt idx="31242">
                  <c:v>83.98</c:v>
                </c:pt>
                <c:pt idx="31243">
                  <c:v>131.97999999999999</c:v>
                </c:pt>
                <c:pt idx="31244">
                  <c:v>131.97999999999999</c:v>
                </c:pt>
                <c:pt idx="31245">
                  <c:v>131.97999999999999</c:v>
                </c:pt>
                <c:pt idx="31246">
                  <c:v>79.98</c:v>
                </c:pt>
                <c:pt idx="31247">
                  <c:v>127.47</c:v>
                </c:pt>
                <c:pt idx="31248">
                  <c:v>102.59</c:v>
                </c:pt>
                <c:pt idx="31249">
                  <c:v>119.98</c:v>
                </c:pt>
                <c:pt idx="31250">
                  <c:v>119.98</c:v>
                </c:pt>
                <c:pt idx="31251">
                  <c:v>119.98</c:v>
                </c:pt>
                <c:pt idx="31252">
                  <c:v>119.98</c:v>
                </c:pt>
                <c:pt idx="31253">
                  <c:v>59.99</c:v>
                </c:pt>
                <c:pt idx="31254">
                  <c:v>59.99</c:v>
                </c:pt>
                <c:pt idx="31255">
                  <c:v>119.97</c:v>
                </c:pt>
                <c:pt idx="31256">
                  <c:v>64.98</c:v>
                </c:pt>
                <c:pt idx="31257">
                  <c:v>59.39</c:v>
                </c:pt>
                <c:pt idx="31258">
                  <c:v>84.99</c:v>
                </c:pt>
                <c:pt idx="31259">
                  <c:v>146.97</c:v>
                </c:pt>
                <c:pt idx="31260">
                  <c:v>65.989999999999995</c:v>
                </c:pt>
                <c:pt idx="31261">
                  <c:v>108.17</c:v>
                </c:pt>
                <c:pt idx="31262">
                  <c:v>65.989999999999995</c:v>
                </c:pt>
                <c:pt idx="31263">
                  <c:v>65.989999999999995</c:v>
                </c:pt>
                <c:pt idx="31264">
                  <c:v>79.650000000000006</c:v>
                </c:pt>
                <c:pt idx="31265">
                  <c:v>84.99</c:v>
                </c:pt>
                <c:pt idx="31266">
                  <c:v>73.489999999999995</c:v>
                </c:pt>
                <c:pt idx="31267">
                  <c:v>65.989999999999995</c:v>
                </c:pt>
                <c:pt idx="31268">
                  <c:v>84.99</c:v>
                </c:pt>
                <c:pt idx="31269">
                  <c:v>72.239999999999995</c:v>
                </c:pt>
                <c:pt idx="31270">
                  <c:v>63.98</c:v>
                </c:pt>
                <c:pt idx="31271">
                  <c:v>65.989999999999995</c:v>
                </c:pt>
                <c:pt idx="31272">
                  <c:v>84.99</c:v>
                </c:pt>
                <c:pt idx="31273">
                  <c:v>84.99</c:v>
                </c:pt>
                <c:pt idx="31274">
                  <c:v>93.98</c:v>
                </c:pt>
                <c:pt idx="31275">
                  <c:v>53.96</c:v>
                </c:pt>
                <c:pt idx="31276">
                  <c:v>63.96</c:v>
                </c:pt>
                <c:pt idx="31277">
                  <c:v>59.98</c:v>
                </c:pt>
                <c:pt idx="31278">
                  <c:v>59.98</c:v>
                </c:pt>
                <c:pt idx="31279">
                  <c:v>59.98</c:v>
                </c:pt>
                <c:pt idx="31280">
                  <c:v>61.98</c:v>
                </c:pt>
                <c:pt idx="31281">
                  <c:v>57.98</c:v>
                </c:pt>
                <c:pt idx="31282">
                  <c:v>107.97</c:v>
                </c:pt>
                <c:pt idx="31283">
                  <c:v>51.98</c:v>
                </c:pt>
                <c:pt idx="31284">
                  <c:v>61.97</c:v>
                </c:pt>
                <c:pt idx="31285">
                  <c:v>150.97</c:v>
                </c:pt>
                <c:pt idx="31286">
                  <c:v>58.98</c:v>
                </c:pt>
                <c:pt idx="31287">
                  <c:v>50.58</c:v>
                </c:pt>
                <c:pt idx="31288">
                  <c:v>63.98</c:v>
                </c:pt>
                <c:pt idx="31289">
                  <c:v>63.98</c:v>
                </c:pt>
                <c:pt idx="31290">
                  <c:v>71.97</c:v>
                </c:pt>
                <c:pt idx="31291">
                  <c:v>64.98</c:v>
                </c:pt>
                <c:pt idx="31292">
                  <c:v>69.58</c:v>
                </c:pt>
                <c:pt idx="31293">
                  <c:v>71.959999999999994</c:v>
                </c:pt>
                <c:pt idx="31294">
                  <c:v>55.96</c:v>
                </c:pt>
                <c:pt idx="31295">
                  <c:v>119.96</c:v>
                </c:pt>
                <c:pt idx="31296">
                  <c:v>119.96</c:v>
                </c:pt>
                <c:pt idx="31297">
                  <c:v>41.29</c:v>
                </c:pt>
                <c:pt idx="31298">
                  <c:v>69.98</c:v>
                </c:pt>
                <c:pt idx="31299">
                  <c:v>119.96</c:v>
                </c:pt>
                <c:pt idx="31300">
                  <c:v>119.96</c:v>
                </c:pt>
                <c:pt idx="31301">
                  <c:v>119.96</c:v>
                </c:pt>
                <c:pt idx="31302">
                  <c:v>263.95999999999998</c:v>
                </c:pt>
                <c:pt idx="31303">
                  <c:v>263.95999999999998</c:v>
                </c:pt>
                <c:pt idx="31304">
                  <c:v>199.95</c:v>
                </c:pt>
                <c:pt idx="31305">
                  <c:v>199.95</c:v>
                </c:pt>
                <c:pt idx="31306">
                  <c:v>104.33</c:v>
                </c:pt>
                <c:pt idx="31307">
                  <c:v>128.04</c:v>
                </c:pt>
                <c:pt idx="31308">
                  <c:v>263.95999999999998</c:v>
                </c:pt>
                <c:pt idx="31309">
                  <c:v>51.29</c:v>
                </c:pt>
                <c:pt idx="31310">
                  <c:v>51.28</c:v>
                </c:pt>
                <c:pt idx="31311">
                  <c:v>89.96</c:v>
                </c:pt>
                <c:pt idx="31312">
                  <c:v>21.29</c:v>
                </c:pt>
                <c:pt idx="31313">
                  <c:v>50.98</c:v>
                </c:pt>
                <c:pt idx="31314">
                  <c:v>68.959999999999994</c:v>
                </c:pt>
                <c:pt idx="31315">
                  <c:v>16.29</c:v>
                </c:pt>
                <c:pt idx="31316">
                  <c:v>26.29</c:v>
                </c:pt>
                <c:pt idx="31317">
                  <c:v>51.29</c:v>
                </c:pt>
                <c:pt idx="31318">
                  <c:v>48.78</c:v>
                </c:pt>
                <c:pt idx="31319">
                  <c:v>62.47</c:v>
                </c:pt>
                <c:pt idx="31320">
                  <c:v>72.55</c:v>
                </c:pt>
                <c:pt idx="31321">
                  <c:v>59.96</c:v>
                </c:pt>
                <c:pt idx="31322">
                  <c:v>75.959999999999994</c:v>
                </c:pt>
                <c:pt idx="31323">
                  <c:v>59.96</c:v>
                </c:pt>
                <c:pt idx="31324">
                  <c:v>46.92</c:v>
                </c:pt>
                <c:pt idx="31325">
                  <c:v>59.96</c:v>
                </c:pt>
                <c:pt idx="31326">
                  <c:v>59.96</c:v>
                </c:pt>
                <c:pt idx="31327">
                  <c:v>74.81</c:v>
                </c:pt>
                <c:pt idx="31328">
                  <c:v>81.97</c:v>
                </c:pt>
                <c:pt idx="31329">
                  <c:v>84.99</c:v>
                </c:pt>
                <c:pt idx="31330">
                  <c:v>142.16</c:v>
                </c:pt>
                <c:pt idx="31331">
                  <c:v>96.1</c:v>
                </c:pt>
                <c:pt idx="31332">
                  <c:v>84.99</c:v>
                </c:pt>
                <c:pt idx="31333">
                  <c:v>99.98</c:v>
                </c:pt>
                <c:pt idx="31334">
                  <c:v>150.97</c:v>
                </c:pt>
                <c:pt idx="31335">
                  <c:v>100.98</c:v>
                </c:pt>
                <c:pt idx="31336">
                  <c:v>131.97999999999999</c:v>
                </c:pt>
                <c:pt idx="31337">
                  <c:v>61.25</c:v>
                </c:pt>
                <c:pt idx="31338">
                  <c:v>185.97</c:v>
                </c:pt>
                <c:pt idx="31339">
                  <c:v>105.98</c:v>
                </c:pt>
                <c:pt idx="31340">
                  <c:v>134.97999999999999</c:v>
                </c:pt>
                <c:pt idx="31341">
                  <c:v>134.97999999999999</c:v>
                </c:pt>
                <c:pt idx="31342">
                  <c:v>83.51</c:v>
                </c:pt>
                <c:pt idx="31343">
                  <c:v>137.96</c:v>
                </c:pt>
                <c:pt idx="31344">
                  <c:v>96.45</c:v>
                </c:pt>
                <c:pt idx="31345">
                  <c:v>84.99</c:v>
                </c:pt>
                <c:pt idx="31346">
                  <c:v>84.99</c:v>
                </c:pt>
                <c:pt idx="31347">
                  <c:v>148.94999999999999</c:v>
                </c:pt>
                <c:pt idx="31348">
                  <c:v>59.96</c:v>
                </c:pt>
                <c:pt idx="31349">
                  <c:v>59.96</c:v>
                </c:pt>
                <c:pt idx="31350">
                  <c:v>59.96</c:v>
                </c:pt>
                <c:pt idx="31351">
                  <c:v>59.96</c:v>
                </c:pt>
                <c:pt idx="31352">
                  <c:v>59.96</c:v>
                </c:pt>
                <c:pt idx="31353">
                  <c:v>59.96</c:v>
                </c:pt>
                <c:pt idx="31354">
                  <c:v>127.96</c:v>
                </c:pt>
                <c:pt idx="31355">
                  <c:v>-61.98</c:v>
                </c:pt>
                <c:pt idx="31356">
                  <c:v>127.96</c:v>
                </c:pt>
                <c:pt idx="31357">
                  <c:v>115.16</c:v>
                </c:pt>
                <c:pt idx="31358">
                  <c:v>-61.98</c:v>
                </c:pt>
                <c:pt idx="31359">
                  <c:v>127.96</c:v>
                </c:pt>
                <c:pt idx="31360">
                  <c:v>115.16</c:v>
                </c:pt>
                <c:pt idx="31361">
                  <c:v>-61.98</c:v>
                </c:pt>
                <c:pt idx="31362">
                  <c:v>115.16</c:v>
                </c:pt>
                <c:pt idx="31363">
                  <c:v>55.78</c:v>
                </c:pt>
                <c:pt idx="31364">
                  <c:v>61.98</c:v>
                </c:pt>
                <c:pt idx="31365">
                  <c:v>-127.96</c:v>
                </c:pt>
                <c:pt idx="31366">
                  <c:v>-127.96</c:v>
                </c:pt>
                <c:pt idx="31367">
                  <c:v>55.78</c:v>
                </c:pt>
                <c:pt idx="31368">
                  <c:v>-127.96</c:v>
                </c:pt>
                <c:pt idx="31369">
                  <c:v>55.78</c:v>
                </c:pt>
                <c:pt idx="31370">
                  <c:v>55.78</c:v>
                </c:pt>
                <c:pt idx="31371">
                  <c:v>55.78</c:v>
                </c:pt>
                <c:pt idx="31372">
                  <c:v>61.98</c:v>
                </c:pt>
                <c:pt idx="31373">
                  <c:v>55.78</c:v>
                </c:pt>
                <c:pt idx="31374">
                  <c:v>61.98</c:v>
                </c:pt>
                <c:pt idx="31375">
                  <c:v>61.98</c:v>
                </c:pt>
                <c:pt idx="31376">
                  <c:v>61.98</c:v>
                </c:pt>
                <c:pt idx="31377">
                  <c:v>61.98</c:v>
                </c:pt>
                <c:pt idx="31378">
                  <c:v>117.76</c:v>
                </c:pt>
                <c:pt idx="31379">
                  <c:v>119.47</c:v>
                </c:pt>
                <c:pt idx="31380">
                  <c:v>128.96</c:v>
                </c:pt>
                <c:pt idx="31381">
                  <c:v>117.76</c:v>
                </c:pt>
                <c:pt idx="31382">
                  <c:v>117.76</c:v>
                </c:pt>
                <c:pt idx="31383">
                  <c:v>117.76</c:v>
                </c:pt>
                <c:pt idx="31384">
                  <c:v>117.76</c:v>
                </c:pt>
                <c:pt idx="31385">
                  <c:v>117.76</c:v>
                </c:pt>
                <c:pt idx="31386">
                  <c:v>239.92</c:v>
                </c:pt>
                <c:pt idx="31387">
                  <c:v>239.92</c:v>
                </c:pt>
                <c:pt idx="31388">
                  <c:v>269.91000000000003</c:v>
                </c:pt>
                <c:pt idx="31389">
                  <c:v>209.93</c:v>
                </c:pt>
                <c:pt idx="31390">
                  <c:v>149.94999999999999</c:v>
                </c:pt>
                <c:pt idx="31391">
                  <c:v>302.89999999999998</c:v>
                </c:pt>
                <c:pt idx="31392">
                  <c:v>149.94999999999999</c:v>
                </c:pt>
                <c:pt idx="31393">
                  <c:v>254.92</c:v>
                </c:pt>
                <c:pt idx="31394">
                  <c:v>233.92</c:v>
                </c:pt>
                <c:pt idx="31395">
                  <c:v>119.96</c:v>
                </c:pt>
                <c:pt idx="31396">
                  <c:v>65.989999999999995</c:v>
                </c:pt>
                <c:pt idx="31397">
                  <c:v>-65.989999999999995</c:v>
                </c:pt>
                <c:pt idx="31398">
                  <c:v>118.76</c:v>
                </c:pt>
                <c:pt idx="31399">
                  <c:v>90.74</c:v>
                </c:pt>
                <c:pt idx="31400">
                  <c:v>65.989999999999995</c:v>
                </c:pt>
                <c:pt idx="31401">
                  <c:v>67.709999999999994</c:v>
                </c:pt>
                <c:pt idx="31402">
                  <c:v>62.04</c:v>
                </c:pt>
                <c:pt idx="31403">
                  <c:v>10.26</c:v>
                </c:pt>
                <c:pt idx="31404">
                  <c:v>129.69</c:v>
                </c:pt>
                <c:pt idx="31405">
                  <c:v>203.06</c:v>
                </c:pt>
                <c:pt idx="31406">
                  <c:v>248.94</c:v>
                </c:pt>
                <c:pt idx="31407">
                  <c:v>95.97</c:v>
                </c:pt>
                <c:pt idx="31408">
                  <c:v>178.45</c:v>
                </c:pt>
                <c:pt idx="31409">
                  <c:v>175.96</c:v>
                </c:pt>
                <c:pt idx="31410">
                  <c:v>212.96</c:v>
                </c:pt>
                <c:pt idx="31411">
                  <c:v>64.09</c:v>
                </c:pt>
                <c:pt idx="31412">
                  <c:v>41.7</c:v>
                </c:pt>
                <c:pt idx="31413">
                  <c:v>118.36</c:v>
                </c:pt>
                <c:pt idx="31414">
                  <c:v>129.43</c:v>
                </c:pt>
                <c:pt idx="31415">
                  <c:v>129.43</c:v>
                </c:pt>
                <c:pt idx="31416">
                  <c:v>129.43</c:v>
                </c:pt>
                <c:pt idx="31417">
                  <c:v>65.989999999999995</c:v>
                </c:pt>
                <c:pt idx="31418">
                  <c:v>31.29</c:v>
                </c:pt>
                <c:pt idx="31419">
                  <c:v>139.96</c:v>
                </c:pt>
                <c:pt idx="31420">
                  <c:v>121.96</c:v>
                </c:pt>
                <c:pt idx="31421">
                  <c:v>164.97</c:v>
                </c:pt>
                <c:pt idx="31422">
                  <c:v>169.98</c:v>
                </c:pt>
                <c:pt idx="31423">
                  <c:v>158.91</c:v>
                </c:pt>
                <c:pt idx="31424">
                  <c:v>63.98</c:v>
                </c:pt>
                <c:pt idx="31425">
                  <c:v>99.98</c:v>
                </c:pt>
                <c:pt idx="31426">
                  <c:v>66.98</c:v>
                </c:pt>
                <c:pt idx="31427">
                  <c:v>75.98</c:v>
                </c:pt>
                <c:pt idx="31428">
                  <c:v>80.97</c:v>
                </c:pt>
                <c:pt idx="31429">
                  <c:v>82.98</c:v>
                </c:pt>
                <c:pt idx="31430">
                  <c:v>137.97999999999999</c:v>
                </c:pt>
                <c:pt idx="31431">
                  <c:v>230.7</c:v>
                </c:pt>
                <c:pt idx="31432">
                  <c:v>131.97999999999999</c:v>
                </c:pt>
                <c:pt idx="31433">
                  <c:v>135.24</c:v>
                </c:pt>
                <c:pt idx="31434">
                  <c:v>65.400000000000006</c:v>
                </c:pt>
                <c:pt idx="31435">
                  <c:v>138.97</c:v>
                </c:pt>
                <c:pt idx="31436">
                  <c:v>77.98</c:v>
                </c:pt>
                <c:pt idx="31437">
                  <c:v>139.96</c:v>
                </c:pt>
                <c:pt idx="31438">
                  <c:v>139.96</c:v>
                </c:pt>
                <c:pt idx="31439">
                  <c:v>52.2</c:v>
                </c:pt>
                <c:pt idx="31440">
                  <c:v>64.95</c:v>
                </c:pt>
                <c:pt idx="31441">
                  <c:v>71.349999999999994</c:v>
                </c:pt>
                <c:pt idx="31442">
                  <c:v>71.349999999999994</c:v>
                </c:pt>
                <c:pt idx="31443">
                  <c:v>129.30000000000001</c:v>
                </c:pt>
                <c:pt idx="31444">
                  <c:v>129.30000000000001</c:v>
                </c:pt>
                <c:pt idx="31445">
                  <c:v>51.49</c:v>
                </c:pt>
                <c:pt idx="31446">
                  <c:v>56.98</c:v>
                </c:pt>
                <c:pt idx="31447">
                  <c:v>38.49</c:v>
                </c:pt>
                <c:pt idx="31448">
                  <c:v>69.98</c:v>
                </c:pt>
                <c:pt idx="31449">
                  <c:v>169.98</c:v>
                </c:pt>
                <c:pt idx="31450">
                  <c:v>169.98</c:v>
                </c:pt>
                <c:pt idx="31451">
                  <c:v>84.99</c:v>
                </c:pt>
                <c:pt idx="31452">
                  <c:v>169.98</c:v>
                </c:pt>
                <c:pt idx="31453">
                  <c:v>169.98</c:v>
                </c:pt>
                <c:pt idx="31454">
                  <c:v>169.98</c:v>
                </c:pt>
                <c:pt idx="31455">
                  <c:v>169.88</c:v>
                </c:pt>
                <c:pt idx="31456">
                  <c:v>169.98</c:v>
                </c:pt>
                <c:pt idx="31457">
                  <c:v>169.98</c:v>
                </c:pt>
                <c:pt idx="31458">
                  <c:v>169.98</c:v>
                </c:pt>
                <c:pt idx="31459">
                  <c:v>169.98</c:v>
                </c:pt>
                <c:pt idx="31460">
                  <c:v>169.98</c:v>
                </c:pt>
                <c:pt idx="31461">
                  <c:v>169.98</c:v>
                </c:pt>
                <c:pt idx="31462">
                  <c:v>169.98</c:v>
                </c:pt>
                <c:pt idx="31463">
                  <c:v>159.97999999999999</c:v>
                </c:pt>
                <c:pt idx="31464">
                  <c:v>54.98</c:v>
                </c:pt>
                <c:pt idx="31465">
                  <c:v>61.97</c:v>
                </c:pt>
                <c:pt idx="31466">
                  <c:v>116.97</c:v>
                </c:pt>
                <c:pt idx="31467">
                  <c:v>116.94</c:v>
                </c:pt>
                <c:pt idx="31468">
                  <c:v>69.989999999999995</c:v>
                </c:pt>
                <c:pt idx="31469">
                  <c:v>13.49</c:v>
                </c:pt>
                <c:pt idx="31470">
                  <c:v>13.49</c:v>
                </c:pt>
                <c:pt idx="31471">
                  <c:v>16.489999999999998</c:v>
                </c:pt>
                <c:pt idx="31472">
                  <c:v>17.239999999999998</c:v>
                </c:pt>
                <c:pt idx="31473">
                  <c:v>16.489999999999998</c:v>
                </c:pt>
                <c:pt idx="31474">
                  <c:v>17.239999999999998</c:v>
                </c:pt>
                <c:pt idx="31475">
                  <c:v>69.989999999999995</c:v>
                </c:pt>
                <c:pt idx="31476">
                  <c:v>98.26</c:v>
                </c:pt>
                <c:pt idx="31477">
                  <c:v>56.98</c:v>
                </c:pt>
                <c:pt idx="31478">
                  <c:v>59.98</c:v>
                </c:pt>
                <c:pt idx="31479">
                  <c:v>91.86</c:v>
                </c:pt>
                <c:pt idx="31480">
                  <c:v>17.489999999999998</c:v>
                </c:pt>
                <c:pt idx="31481">
                  <c:v>118.97</c:v>
                </c:pt>
                <c:pt idx="31482">
                  <c:v>62.99</c:v>
                </c:pt>
                <c:pt idx="31483">
                  <c:v>64.489999999999995</c:v>
                </c:pt>
                <c:pt idx="31484">
                  <c:v>84.99</c:v>
                </c:pt>
                <c:pt idx="31485">
                  <c:v>65.989999999999995</c:v>
                </c:pt>
                <c:pt idx="31486">
                  <c:v>84.99</c:v>
                </c:pt>
                <c:pt idx="31487">
                  <c:v>92.12</c:v>
                </c:pt>
                <c:pt idx="31488">
                  <c:v>81.97</c:v>
                </c:pt>
                <c:pt idx="31489">
                  <c:v>84.99</c:v>
                </c:pt>
                <c:pt idx="31490">
                  <c:v>124.37</c:v>
                </c:pt>
                <c:pt idx="31491">
                  <c:v>84.99</c:v>
                </c:pt>
                <c:pt idx="31492">
                  <c:v>72.239999999999995</c:v>
                </c:pt>
                <c:pt idx="31493">
                  <c:v>58.98</c:v>
                </c:pt>
                <c:pt idx="31494">
                  <c:v>118.97</c:v>
                </c:pt>
                <c:pt idx="31495">
                  <c:v>66.98</c:v>
                </c:pt>
                <c:pt idx="31496">
                  <c:v>51.98</c:v>
                </c:pt>
                <c:pt idx="31497">
                  <c:v>118.96</c:v>
                </c:pt>
                <c:pt idx="31498">
                  <c:v>97.97</c:v>
                </c:pt>
                <c:pt idx="31499">
                  <c:v>118.96</c:v>
                </c:pt>
                <c:pt idx="31500">
                  <c:v>97.97</c:v>
                </c:pt>
                <c:pt idx="31501">
                  <c:v>61.98</c:v>
                </c:pt>
                <c:pt idx="31502">
                  <c:v>98.98</c:v>
                </c:pt>
                <c:pt idx="31503">
                  <c:v>11.28</c:v>
                </c:pt>
                <c:pt idx="31504">
                  <c:v>50.98</c:v>
                </c:pt>
                <c:pt idx="31505">
                  <c:v>50.98</c:v>
                </c:pt>
                <c:pt idx="31506">
                  <c:v>8.2899999999999991</c:v>
                </c:pt>
                <c:pt idx="31507">
                  <c:v>52.98</c:v>
                </c:pt>
                <c:pt idx="31508">
                  <c:v>60.48</c:v>
                </c:pt>
                <c:pt idx="31509">
                  <c:v>99.81</c:v>
                </c:pt>
                <c:pt idx="31510">
                  <c:v>155.94</c:v>
                </c:pt>
                <c:pt idx="31511">
                  <c:v>103.96</c:v>
                </c:pt>
                <c:pt idx="31512">
                  <c:v>155.94</c:v>
                </c:pt>
                <c:pt idx="31513">
                  <c:v>103.96</c:v>
                </c:pt>
                <c:pt idx="31514">
                  <c:v>77.97</c:v>
                </c:pt>
                <c:pt idx="31515">
                  <c:v>149.94999999999999</c:v>
                </c:pt>
                <c:pt idx="31516">
                  <c:v>155.94</c:v>
                </c:pt>
                <c:pt idx="31517">
                  <c:v>155.94</c:v>
                </c:pt>
                <c:pt idx="31518">
                  <c:v>89.97</c:v>
                </c:pt>
                <c:pt idx="31519">
                  <c:v>179.94</c:v>
                </c:pt>
                <c:pt idx="31520">
                  <c:v>75.97</c:v>
                </c:pt>
                <c:pt idx="31521">
                  <c:v>119.96</c:v>
                </c:pt>
                <c:pt idx="31522">
                  <c:v>119.96</c:v>
                </c:pt>
                <c:pt idx="31523">
                  <c:v>133.94999999999999</c:v>
                </c:pt>
                <c:pt idx="31524">
                  <c:v>119.96</c:v>
                </c:pt>
                <c:pt idx="31525">
                  <c:v>119.81</c:v>
                </c:pt>
                <c:pt idx="31526">
                  <c:v>119.96</c:v>
                </c:pt>
                <c:pt idx="31527">
                  <c:v>89.97</c:v>
                </c:pt>
                <c:pt idx="31528">
                  <c:v>89.97</c:v>
                </c:pt>
                <c:pt idx="31529">
                  <c:v>129.94999999999999</c:v>
                </c:pt>
                <c:pt idx="31530">
                  <c:v>63.97</c:v>
                </c:pt>
                <c:pt idx="31531">
                  <c:v>119.98</c:v>
                </c:pt>
                <c:pt idx="31532">
                  <c:v>119.96</c:v>
                </c:pt>
                <c:pt idx="31533">
                  <c:v>50.19</c:v>
                </c:pt>
                <c:pt idx="31534">
                  <c:v>50.19</c:v>
                </c:pt>
                <c:pt idx="31535">
                  <c:v>127.95</c:v>
                </c:pt>
                <c:pt idx="31536">
                  <c:v>55.98</c:v>
                </c:pt>
                <c:pt idx="31537">
                  <c:v>63.96</c:v>
                </c:pt>
                <c:pt idx="31538">
                  <c:v>117.76</c:v>
                </c:pt>
                <c:pt idx="31539">
                  <c:v>117.76</c:v>
                </c:pt>
                <c:pt idx="31540">
                  <c:v>117.76</c:v>
                </c:pt>
                <c:pt idx="31541">
                  <c:v>62.98</c:v>
                </c:pt>
                <c:pt idx="31542">
                  <c:v>62.98</c:v>
                </c:pt>
                <c:pt idx="31543">
                  <c:v>68.989999999999995</c:v>
                </c:pt>
                <c:pt idx="31544">
                  <c:v>84.17</c:v>
                </c:pt>
                <c:pt idx="31545">
                  <c:v>124.18</c:v>
                </c:pt>
                <c:pt idx="31546">
                  <c:v>79.44</c:v>
                </c:pt>
                <c:pt idx="31547">
                  <c:v>199.65</c:v>
                </c:pt>
                <c:pt idx="31548">
                  <c:v>84.99</c:v>
                </c:pt>
                <c:pt idx="31549">
                  <c:v>104.97</c:v>
                </c:pt>
                <c:pt idx="31550">
                  <c:v>89.98</c:v>
                </c:pt>
                <c:pt idx="31551">
                  <c:v>99.98</c:v>
                </c:pt>
                <c:pt idx="31552">
                  <c:v>103.98</c:v>
                </c:pt>
                <c:pt idx="31553">
                  <c:v>56.67</c:v>
                </c:pt>
                <c:pt idx="31554">
                  <c:v>95.48</c:v>
                </c:pt>
                <c:pt idx="31555">
                  <c:v>103.98</c:v>
                </c:pt>
                <c:pt idx="31556">
                  <c:v>78.02</c:v>
                </c:pt>
                <c:pt idx="31557">
                  <c:v>155.66</c:v>
                </c:pt>
                <c:pt idx="31558">
                  <c:v>143.41999999999999</c:v>
                </c:pt>
                <c:pt idx="31559">
                  <c:v>63.77</c:v>
                </c:pt>
                <c:pt idx="31560">
                  <c:v>54.99</c:v>
                </c:pt>
                <c:pt idx="31561">
                  <c:v>68.98</c:v>
                </c:pt>
                <c:pt idx="31562">
                  <c:v>128.46</c:v>
                </c:pt>
                <c:pt idx="31563">
                  <c:v>65.989999999999995</c:v>
                </c:pt>
                <c:pt idx="31564">
                  <c:v>65.989999999999995</c:v>
                </c:pt>
                <c:pt idx="31565">
                  <c:v>80.98</c:v>
                </c:pt>
                <c:pt idx="31566">
                  <c:v>54.98</c:v>
                </c:pt>
                <c:pt idx="31567">
                  <c:v>65.989999999999995</c:v>
                </c:pt>
                <c:pt idx="31568">
                  <c:v>65.989999999999995</c:v>
                </c:pt>
                <c:pt idx="31569">
                  <c:v>41.49</c:v>
                </c:pt>
                <c:pt idx="31570">
                  <c:v>65.989999999999995</c:v>
                </c:pt>
                <c:pt idx="31571">
                  <c:v>65.989999999999995</c:v>
                </c:pt>
                <c:pt idx="31572">
                  <c:v>118.36</c:v>
                </c:pt>
                <c:pt idx="31573">
                  <c:v>88.91</c:v>
                </c:pt>
                <c:pt idx="31574">
                  <c:v>29.97</c:v>
                </c:pt>
                <c:pt idx="31575">
                  <c:v>53.97</c:v>
                </c:pt>
                <c:pt idx="31576">
                  <c:v>51.96</c:v>
                </c:pt>
                <c:pt idx="31577">
                  <c:v>128.24</c:v>
                </c:pt>
                <c:pt idx="31578">
                  <c:v>128.24</c:v>
                </c:pt>
                <c:pt idx="31579">
                  <c:v>128.24</c:v>
                </c:pt>
                <c:pt idx="31580">
                  <c:v>65.319999999999993</c:v>
                </c:pt>
                <c:pt idx="31581">
                  <c:v>62.9</c:v>
                </c:pt>
                <c:pt idx="31582">
                  <c:v>70.63</c:v>
                </c:pt>
                <c:pt idx="31583">
                  <c:v>128.21</c:v>
                </c:pt>
                <c:pt idx="31584">
                  <c:v>128.19999999999999</c:v>
                </c:pt>
                <c:pt idx="31585">
                  <c:v>58.98</c:v>
                </c:pt>
                <c:pt idx="31586">
                  <c:v>116.06</c:v>
                </c:pt>
                <c:pt idx="31587">
                  <c:v>115.98</c:v>
                </c:pt>
                <c:pt idx="31588">
                  <c:v>107.48</c:v>
                </c:pt>
                <c:pt idx="31589">
                  <c:v>54.99</c:v>
                </c:pt>
                <c:pt idx="31590">
                  <c:v>61.98</c:v>
                </c:pt>
                <c:pt idx="31591">
                  <c:v>104.97</c:v>
                </c:pt>
                <c:pt idx="31592">
                  <c:v>218.93</c:v>
                </c:pt>
                <c:pt idx="31593">
                  <c:v>47.48</c:v>
                </c:pt>
                <c:pt idx="31594">
                  <c:v>59.98</c:v>
                </c:pt>
                <c:pt idx="31595">
                  <c:v>115.98</c:v>
                </c:pt>
                <c:pt idx="31596">
                  <c:v>57.98</c:v>
                </c:pt>
                <c:pt idx="31597">
                  <c:v>107.03</c:v>
                </c:pt>
                <c:pt idx="31598">
                  <c:v>20.97</c:v>
                </c:pt>
                <c:pt idx="31599">
                  <c:v>116.96</c:v>
                </c:pt>
                <c:pt idx="31600">
                  <c:v>115.97</c:v>
                </c:pt>
                <c:pt idx="31601">
                  <c:v>55.98</c:v>
                </c:pt>
                <c:pt idx="31602">
                  <c:v>59.98</c:v>
                </c:pt>
                <c:pt idx="31603">
                  <c:v>117.97</c:v>
                </c:pt>
                <c:pt idx="31604">
                  <c:v>131.97999999999999</c:v>
                </c:pt>
                <c:pt idx="31605">
                  <c:v>225.95</c:v>
                </c:pt>
                <c:pt idx="31606">
                  <c:v>131.97999999999999</c:v>
                </c:pt>
                <c:pt idx="31607">
                  <c:v>109.28</c:v>
                </c:pt>
                <c:pt idx="31608">
                  <c:v>62.98</c:v>
                </c:pt>
                <c:pt idx="31609">
                  <c:v>54.98</c:v>
                </c:pt>
                <c:pt idx="31610">
                  <c:v>118.97</c:v>
                </c:pt>
                <c:pt idx="31611">
                  <c:v>91.68</c:v>
                </c:pt>
                <c:pt idx="31612">
                  <c:v>96.97</c:v>
                </c:pt>
                <c:pt idx="31613">
                  <c:v>121.98</c:v>
                </c:pt>
                <c:pt idx="31614">
                  <c:v>99.98</c:v>
                </c:pt>
                <c:pt idx="31615">
                  <c:v>110.16</c:v>
                </c:pt>
                <c:pt idx="31616">
                  <c:v>117.76</c:v>
                </c:pt>
                <c:pt idx="31617">
                  <c:v>117.76</c:v>
                </c:pt>
                <c:pt idx="31618">
                  <c:v>56.97</c:v>
                </c:pt>
                <c:pt idx="31619">
                  <c:v>57.98</c:v>
                </c:pt>
                <c:pt idx="31620">
                  <c:v>169.98</c:v>
                </c:pt>
                <c:pt idx="31621">
                  <c:v>254.97</c:v>
                </c:pt>
                <c:pt idx="31622">
                  <c:v>131.97999999999999</c:v>
                </c:pt>
                <c:pt idx="31623">
                  <c:v>55.96</c:v>
                </c:pt>
                <c:pt idx="31624">
                  <c:v>169.98</c:v>
                </c:pt>
                <c:pt idx="31625">
                  <c:v>84.99</c:v>
                </c:pt>
                <c:pt idx="31626">
                  <c:v>238.16</c:v>
                </c:pt>
                <c:pt idx="31627">
                  <c:v>91.96</c:v>
                </c:pt>
                <c:pt idx="31628">
                  <c:v>164.98</c:v>
                </c:pt>
                <c:pt idx="31629">
                  <c:v>159.96</c:v>
                </c:pt>
                <c:pt idx="31630">
                  <c:v>100.98</c:v>
                </c:pt>
                <c:pt idx="31631">
                  <c:v>169.98</c:v>
                </c:pt>
                <c:pt idx="31632">
                  <c:v>72.010000000000005</c:v>
                </c:pt>
                <c:pt idx="31633">
                  <c:v>57.97</c:v>
                </c:pt>
                <c:pt idx="31634">
                  <c:v>107.96</c:v>
                </c:pt>
                <c:pt idx="31635">
                  <c:v>77.98</c:v>
                </c:pt>
                <c:pt idx="31636">
                  <c:v>61.98</c:v>
                </c:pt>
                <c:pt idx="31637">
                  <c:v>99.98</c:v>
                </c:pt>
                <c:pt idx="31638">
                  <c:v>76.98</c:v>
                </c:pt>
                <c:pt idx="31639">
                  <c:v>55.96</c:v>
                </c:pt>
                <c:pt idx="31640">
                  <c:v>68.930000000000007</c:v>
                </c:pt>
                <c:pt idx="31641">
                  <c:v>41.29</c:v>
                </c:pt>
                <c:pt idx="31642">
                  <c:v>65.3</c:v>
                </c:pt>
                <c:pt idx="31643">
                  <c:v>63.44</c:v>
                </c:pt>
                <c:pt idx="31644">
                  <c:v>56.24</c:v>
                </c:pt>
                <c:pt idx="31645">
                  <c:v>47.15</c:v>
                </c:pt>
                <c:pt idx="31646">
                  <c:v>169.98</c:v>
                </c:pt>
                <c:pt idx="31647">
                  <c:v>121.94</c:v>
                </c:pt>
                <c:pt idx="31648">
                  <c:v>169.98</c:v>
                </c:pt>
                <c:pt idx="31649">
                  <c:v>195.96</c:v>
                </c:pt>
                <c:pt idx="31650">
                  <c:v>148.94</c:v>
                </c:pt>
                <c:pt idx="31651">
                  <c:v>132.94999999999999</c:v>
                </c:pt>
                <c:pt idx="31652">
                  <c:v>177.94</c:v>
                </c:pt>
                <c:pt idx="31653">
                  <c:v>117.95</c:v>
                </c:pt>
                <c:pt idx="31654">
                  <c:v>50.97</c:v>
                </c:pt>
                <c:pt idx="31655">
                  <c:v>131.97999999999999</c:v>
                </c:pt>
                <c:pt idx="31656">
                  <c:v>147.97</c:v>
                </c:pt>
                <c:pt idx="31657">
                  <c:v>123.86</c:v>
                </c:pt>
                <c:pt idx="31658">
                  <c:v>120.95</c:v>
                </c:pt>
                <c:pt idx="31659">
                  <c:v>59.38</c:v>
                </c:pt>
                <c:pt idx="31660">
                  <c:v>79.98</c:v>
                </c:pt>
                <c:pt idx="31661">
                  <c:v>41.48</c:v>
                </c:pt>
                <c:pt idx="31662">
                  <c:v>65.19</c:v>
                </c:pt>
                <c:pt idx="31663">
                  <c:v>51.97</c:v>
                </c:pt>
                <c:pt idx="31664">
                  <c:v>127.03</c:v>
                </c:pt>
                <c:pt idx="31665">
                  <c:v>49.47</c:v>
                </c:pt>
                <c:pt idx="31666">
                  <c:v>48.47</c:v>
                </c:pt>
                <c:pt idx="31667">
                  <c:v>127.03</c:v>
                </c:pt>
                <c:pt idx="31668">
                  <c:v>127.01</c:v>
                </c:pt>
                <c:pt idx="31669">
                  <c:v>161.96</c:v>
                </c:pt>
                <c:pt idx="31670">
                  <c:v>159.97999999999999</c:v>
                </c:pt>
                <c:pt idx="31671">
                  <c:v>165.94</c:v>
                </c:pt>
                <c:pt idx="31672">
                  <c:v>214.95</c:v>
                </c:pt>
                <c:pt idx="31673">
                  <c:v>145.97</c:v>
                </c:pt>
                <c:pt idx="31674">
                  <c:v>176.95</c:v>
                </c:pt>
                <c:pt idx="31675">
                  <c:v>199.96</c:v>
                </c:pt>
                <c:pt idx="31676">
                  <c:v>149.97</c:v>
                </c:pt>
                <c:pt idx="31677">
                  <c:v>125.95</c:v>
                </c:pt>
                <c:pt idx="31678">
                  <c:v>126.99</c:v>
                </c:pt>
                <c:pt idx="31679">
                  <c:v>126.99</c:v>
                </c:pt>
                <c:pt idx="31680">
                  <c:v>125.93</c:v>
                </c:pt>
                <c:pt idx="31681">
                  <c:v>65.3</c:v>
                </c:pt>
                <c:pt idx="31682">
                  <c:v>115.98</c:v>
                </c:pt>
                <c:pt idx="31683">
                  <c:v>114.97</c:v>
                </c:pt>
                <c:pt idx="31684">
                  <c:v>119.97</c:v>
                </c:pt>
                <c:pt idx="31685">
                  <c:v>71.98</c:v>
                </c:pt>
                <c:pt idx="31686">
                  <c:v>150.47999999999999</c:v>
                </c:pt>
                <c:pt idx="31687">
                  <c:v>169.98</c:v>
                </c:pt>
                <c:pt idx="31688">
                  <c:v>45.74</c:v>
                </c:pt>
                <c:pt idx="31689">
                  <c:v>169.98</c:v>
                </c:pt>
                <c:pt idx="31690">
                  <c:v>169.96</c:v>
                </c:pt>
                <c:pt idx="31691">
                  <c:v>170.48</c:v>
                </c:pt>
                <c:pt idx="31692">
                  <c:v>119.97</c:v>
                </c:pt>
                <c:pt idx="31693">
                  <c:v>115.96</c:v>
                </c:pt>
                <c:pt idx="31694">
                  <c:v>149.97</c:v>
                </c:pt>
                <c:pt idx="31695">
                  <c:v>79.98</c:v>
                </c:pt>
                <c:pt idx="31696">
                  <c:v>169.98</c:v>
                </c:pt>
                <c:pt idx="31697">
                  <c:v>119.97</c:v>
                </c:pt>
                <c:pt idx="31698">
                  <c:v>149.97</c:v>
                </c:pt>
                <c:pt idx="31699">
                  <c:v>79.98</c:v>
                </c:pt>
                <c:pt idx="31700">
                  <c:v>115.97</c:v>
                </c:pt>
                <c:pt idx="31701">
                  <c:v>58.98</c:v>
                </c:pt>
                <c:pt idx="31702">
                  <c:v>55.98</c:v>
                </c:pt>
                <c:pt idx="31703">
                  <c:v>38.229999999999997</c:v>
                </c:pt>
                <c:pt idx="31704">
                  <c:v>63.98</c:v>
                </c:pt>
                <c:pt idx="31705">
                  <c:v>114.98</c:v>
                </c:pt>
                <c:pt idx="31706">
                  <c:v>99.98</c:v>
                </c:pt>
                <c:pt idx="31707">
                  <c:v>99.98</c:v>
                </c:pt>
                <c:pt idx="31708">
                  <c:v>114.98</c:v>
                </c:pt>
                <c:pt idx="31709">
                  <c:v>114.98</c:v>
                </c:pt>
                <c:pt idx="31710">
                  <c:v>43.48</c:v>
                </c:pt>
                <c:pt idx="31711">
                  <c:v>97.97</c:v>
                </c:pt>
                <c:pt idx="31712">
                  <c:v>29.49</c:v>
                </c:pt>
                <c:pt idx="31713">
                  <c:v>32.49</c:v>
                </c:pt>
                <c:pt idx="31714">
                  <c:v>27.49</c:v>
                </c:pt>
                <c:pt idx="31715">
                  <c:v>130.66</c:v>
                </c:pt>
                <c:pt idx="31716">
                  <c:v>175.96</c:v>
                </c:pt>
                <c:pt idx="31717">
                  <c:v>152.94999999999999</c:v>
                </c:pt>
                <c:pt idx="31718">
                  <c:v>146.31</c:v>
                </c:pt>
                <c:pt idx="31719">
                  <c:v>126.7</c:v>
                </c:pt>
                <c:pt idx="31720">
                  <c:v>179.46</c:v>
                </c:pt>
                <c:pt idx="31721">
                  <c:v>65.989999999999995</c:v>
                </c:pt>
                <c:pt idx="31722">
                  <c:v>80.98</c:v>
                </c:pt>
                <c:pt idx="31723">
                  <c:v>63.86</c:v>
                </c:pt>
                <c:pt idx="31724">
                  <c:v>51.49</c:v>
                </c:pt>
                <c:pt idx="31725">
                  <c:v>46.49</c:v>
                </c:pt>
                <c:pt idx="31726">
                  <c:v>55.96</c:v>
                </c:pt>
                <c:pt idx="31727">
                  <c:v>58.98</c:v>
                </c:pt>
                <c:pt idx="31728">
                  <c:v>51.49</c:v>
                </c:pt>
                <c:pt idx="31729">
                  <c:v>54.98</c:v>
                </c:pt>
                <c:pt idx="31730">
                  <c:v>106.47</c:v>
                </c:pt>
                <c:pt idx="31731">
                  <c:v>31.49</c:v>
                </c:pt>
                <c:pt idx="31732">
                  <c:v>74.98</c:v>
                </c:pt>
                <c:pt idx="31733">
                  <c:v>59.98</c:v>
                </c:pt>
                <c:pt idx="31734">
                  <c:v>59.96</c:v>
                </c:pt>
                <c:pt idx="31735">
                  <c:v>59.96</c:v>
                </c:pt>
                <c:pt idx="31736">
                  <c:v>138.96</c:v>
                </c:pt>
                <c:pt idx="31737">
                  <c:v>59.98</c:v>
                </c:pt>
                <c:pt idx="31738">
                  <c:v>54.98</c:v>
                </c:pt>
                <c:pt idx="31739">
                  <c:v>116.95</c:v>
                </c:pt>
                <c:pt idx="31740">
                  <c:v>59.97</c:v>
                </c:pt>
                <c:pt idx="31741">
                  <c:v>56.97</c:v>
                </c:pt>
                <c:pt idx="31742">
                  <c:v>59.96</c:v>
                </c:pt>
                <c:pt idx="31743">
                  <c:v>56.97</c:v>
                </c:pt>
                <c:pt idx="31744">
                  <c:v>115.92</c:v>
                </c:pt>
                <c:pt idx="31745">
                  <c:v>28.49</c:v>
                </c:pt>
                <c:pt idx="31746">
                  <c:v>17.489999999999998</c:v>
                </c:pt>
                <c:pt idx="31747">
                  <c:v>43.48</c:v>
                </c:pt>
                <c:pt idx="31748">
                  <c:v>59.96</c:v>
                </c:pt>
                <c:pt idx="31749">
                  <c:v>46.47</c:v>
                </c:pt>
                <c:pt idx="31750">
                  <c:v>56.97</c:v>
                </c:pt>
                <c:pt idx="31751">
                  <c:v>59.96</c:v>
                </c:pt>
                <c:pt idx="31752">
                  <c:v>169.92</c:v>
                </c:pt>
                <c:pt idx="31753">
                  <c:v>227.43</c:v>
                </c:pt>
                <c:pt idx="31754">
                  <c:v>223.92</c:v>
                </c:pt>
                <c:pt idx="31755">
                  <c:v>313.89999999999998</c:v>
                </c:pt>
                <c:pt idx="31756">
                  <c:v>195.26</c:v>
                </c:pt>
                <c:pt idx="31757">
                  <c:v>263.91000000000003</c:v>
                </c:pt>
                <c:pt idx="31758">
                  <c:v>137.31</c:v>
                </c:pt>
                <c:pt idx="31759">
                  <c:v>155.30000000000001</c:v>
                </c:pt>
                <c:pt idx="31760">
                  <c:v>58.47</c:v>
                </c:pt>
                <c:pt idx="31761">
                  <c:v>58.47</c:v>
                </c:pt>
                <c:pt idx="31762">
                  <c:v>54.96</c:v>
                </c:pt>
                <c:pt idx="31763">
                  <c:v>51.98</c:v>
                </c:pt>
                <c:pt idx="31764">
                  <c:v>62.88</c:v>
                </c:pt>
                <c:pt idx="31765">
                  <c:v>114.71</c:v>
                </c:pt>
                <c:pt idx="31766">
                  <c:v>59.98</c:v>
                </c:pt>
                <c:pt idx="31767">
                  <c:v>-6</c:v>
                </c:pt>
                <c:pt idx="31768">
                  <c:v>59.98</c:v>
                </c:pt>
                <c:pt idx="31769">
                  <c:v>76.13</c:v>
                </c:pt>
                <c:pt idx="31770">
                  <c:v>65.989999999999995</c:v>
                </c:pt>
                <c:pt idx="31771">
                  <c:v>97.97</c:v>
                </c:pt>
                <c:pt idx="31772">
                  <c:v>65.989999999999995</c:v>
                </c:pt>
                <c:pt idx="31773">
                  <c:v>79.98</c:v>
                </c:pt>
                <c:pt idx="31774">
                  <c:v>65.989999999999995</c:v>
                </c:pt>
                <c:pt idx="31775">
                  <c:v>65.989999999999995</c:v>
                </c:pt>
                <c:pt idx="31776">
                  <c:v>41.49</c:v>
                </c:pt>
                <c:pt idx="31777">
                  <c:v>58.98</c:v>
                </c:pt>
                <c:pt idx="31778">
                  <c:v>79.98</c:v>
                </c:pt>
                <c:pt idx="31779">
                  <c:v>94.98</c:v>
                </c:pt>
                <c:pt idx="31780">
                  <c:v>81.98</c:v>
                </c:pt>
                <c:pt idx="31781">
                  <c:v>60.98</c:v>
                </c:pt>
                <c:pt idx="31782">
                  <c:v>79.98</c:v>
                </c:pt>
                <c:pt idx="31783">
                  <c:v>14.09</c:v>
                </c:pt>
                <c:pt idx="31784">
                  <c:v>79.98</c:v>
                </c:pt>
                <c:pt idx="31785">
                  <c:v>65.989999999999995</c:v>
                </c:pt>
                <c:pt idx="31786">
                  <c:v>65.989999999999995</c:v>
                </c:pt>
                <c:pt idx="31787">
                  <c:v>148.97</c:v>
                </c:pt>
                <c:pt idx="31788">
                  <c:v>69.989999999999995</c:v>
                </c:pt>
                <c:pt idx="31789">
                  <c:v>46.73</c:v>
                </c:pt>
                <c:pt idx="31790">
                  <c:v>56.97</c:v>
                </c:pt>
                <c:pt idx="31791">
                  <c:v>51.76</c:v>
                </c:pt>
                <c:pt idx="31792">
                  <c:v>64.86</c:v>
                </c:pt>
                <c:pt idx="31793">
                  <c:v>56.98</c:v>
                </c:pt>
                <c:pt idx="31794">
                  <c:v>57.56</c:v>
                </c:pt>
                <c:pt idx="31795">
                  <c:v>116.55</c:v>
                </c:pt>
                <c:pt idx="31796">
                  <c:v>196.94</c:v>
                </c:pt>
                <c:pt idx="31797">
                  <c:v>89.07</c:v>
                </c:pt>
                <c:pt idx="31798">
                  <c:v>104.98</c:v>
                </c:pt>
                <c:pt idx="31799">
                  <c:v>106.98</c:v>
                </c:pt>
                <c:pt idx="31800">
                  <c:v>174.95</c:v>
                </c:pt>
                <c:pt idx="31801">
                  <c:v>169.98</c:v>
                </c:pt>
                <c:pt idx="31802">
                  <c:v>106.98</c:v>
                </c:pt>
                <c:pt idx="31803">
                  <c:v>54.99</c:v>
                </c:pt>
                <c:pt idx="31804">
                  <c:v>134.97</c:v>
                </c:pt>
                <c:pt idx="31805">
                  <c:v>104.98</c:v>
                </c:pt>
                <c:pt idx="31806">
                  <c:v>216.96</c:v>
                </c:pt>
                <c:pt idx="31807">
                  <c:v>84.99</c:v>
                </c:pt>
                <c:pt idx="31808">
                  <c:v>179.96</c:v>
                </c:pt>
                <c:pt idx="31809">
                  <c:v>84.99</c:v>
                </c:pt>
                <c:pt idx="31810">
                  <c:v>166.27</c:v>
                </c:pt>
                <c:pt idx="31811">
                  <c:v>116.45</c:v>
                </c:pt>
                <c:pt idx="31812">
                  <c:v>72.489999999999995</c:v>
                </c:pt>
                <c:pt idx="31813">
                  <c:v>60.96</c:v>
                </c:pt>
                <c:pt idx="31814">
                  <c:v>65.989999999999995</c:v>
                </c:pt>
                <c:pt idx="31815">
                  <c:v>94.31</c:v>
                </c:pt>
                <c:pt idx="31816">
                  <c:v>229.47</c:v>
                </c:pt>
                <c:pt idx="31817">
                  <c:v>286.95</c:v>
                </c:pt>
                <c:pt idx="31818">
                  <c:v>464.93</c:v>
                </c:pt>
                <c:pt idx="31819">
                  <c:v>254.9</c:v>
                </c:pt>
                <c:pt idx="31820">
                  <c:v>386.58</c:v>
                </c:pt>
                <c:pt idx="31821">
                  <c:v>335.94</c:v>
                </c:pt>
                <c:pt idx="31822">
                  <c:v>424.92</c:v>
                </c:pt>
                <c:pt idx="31823">
                  <c:v>366.51</c:v>
                </c:pt>
                <c:pt idx="31824">
                  <c:v>68.17</c:v>
                </c:pt>
                <c:pt idx="31825">
                  <c:v>37.49</c:v>
                </c:pt>
                <c:pt idx="31826">
                  <c:v>72.97</c:v>
                </c:pt>
                <c:pt idx="31827">
                  <c:v>72.97</c:v>
                </c:pt>
                <c:pt idx="31828">
                  <c:v>124.98</c:v>
                </c:pt>
                <c:pt idx="31829">
                  <c:v>50.74</c:v>
                </c:pt>
                <c:pt idx="31830">
                  <c:v>45.74</c:v>
                </c:pt>
                <c:pt idx="31831">
                  <c:v>116.07</c:v>
                </c:pt>
                <c:pt idx="31832">
                  <c:v>160.83000000000001</c:v>
                </c:pt>
                <c:pt idx="31833">
                  <c:v>131.97999999999999</c:v>
                </c:pt>
                <c:pt idx="31834">
                  <c:v>85.98</c:v>
                </c:pt>
                <c:pt idx="31835">
                  <c:v>105.94</c:v>
                </c:pt>
                <c:pt idx="31836">
                  <c:v>100.97</c:v>
                </c:pt>
                <c:pt idx="31837">
                  <c:v>129</c:v>
                </c:pt>
                <c:pt idx="31838">
                  <c:v>119.97</c:v>
                </c:pt>
                <c:pt idx="31839">
                  <c:v>69.97</c:v>
                </c:pt>
                <c:pt idx="31840">
                  <c:v>59.99</c:v>
                </c:pt>
                <c:pt idx="31841">
                  <c:v>114.97</c:v>
                </c:pt>
                <c:pt idx="31842">
                  <c:v>113.97</c:v>
                </c:pt>
                <c:pt idx="31843">
                  <c:v>59.98</c:v>
                </c:pt>
                <c:pt idx="31844">
                  <c:v>53.98</c:v>
                </c:pt>
                <c:pt idx="31845">
                  <c:v>53.98</c:v>
                </c:pt>
                <c:pt idx="31846">
                  <c:v>59.98</c:v>
                </c:pt>
                <c:pt idx="31847">
                  <c:v>59.98</c:v>
                </c:pt>
                <c:pt idx="31848">
                  <c:v>53.98</c:v>
                </c:pt>
                <c:pt idx="31849">
                  <c:v>62.98</c:v>
                </c:pt>
                <c:pt idx="31850">
                  <c:v>50.98</c:v>
                </c:pt>
                <c:pt idx="31851">
                  <c:v>79.98</c:v>
                </c:pt>
                <c:pt idx="31852">
                  <c:v>99.98</c:v>
                </c:pt>
                <c:pt idx="31853">
                  <c:v>99.98</c:v>
                </c:pt>
                <c:pt idx="31854">
                  <c:v>79.98</c:v>
                </c:pt>
                <c:pt idx="31855">
                  <c:v>75.97</c:v>
                </c:pt>
                <c:pt idx="31856">
                  <c:v>91.77</c:v>
                </c:pt>
                <c:pt idx="31857">
                  <c:v>77.58</c:v>
                </c:pt>
                <c:pt idx="31858">
                  <c:v>97.48</c:v>
                </c:pt>
                <c:pt idx="31859">
                  <c:v>79.98</c:v>
                </c:pt>
                <c:pt idx="31860">
                  <c:v>75.22</c:v>
                </c:pt>
                <c:pt idx="31861">
                  <c:v>99.18</c:v>
                </c:pt>
                <c:pt idx="31862">
                  <c:v>99.98</c:v>
                </c:pt>
                <c:pt idx="31863">
                  <c:v>98.98</c:v>
                </c:pt>
                <c:pt idx="31864">
                  <c:v>89.98</c:v>
                </c:pt>
                <c:pt idx="31865">
                  <c:v>89.98</c:v>
                </c:pt>
                <c:pt idx="31866">
                  <c:v>82.98</c:v>
                </c:pt>
                <c:pt idx="31867">
                  <c:v>85.98</c:v>
                </c:pt>
                <c:pt idx="31868">
                  <c:v>80.540000000000006</c:v>
                </c:pt>
                <c:pt idx="31869">
                  <c:v>79.98</c:v>
                </c:pt>
                <c:pt idx="31870">
                  <c:v>99.98</c:v>
                </c:pt>
                <c:pt idx="31871">
                  <c:v>98.98</c:v>
                </c:pt>
                <c:pt idx="31872">
                  <c:v>81.98</c:v>
                </c:pt>
                <c:pt idx="31873">
                  <c:v>94.07</c:v>
                </c:pt>
                <c:pt idx="31874">
                  <c:v>74.98</c:v>
                </c:pt>
                <c:pt idx="31875">
                  <c:v>71.98</c:v>
                </c:pt>
                <c:pt idx="31876">
                  <c:v>71.98</c:v>
                </c:pt>
                <c:pt idx="31877">
                  <c:v>114.95</c:v>
                </c:pt>
                <c:pt idx="31878">
                  <c:v>17.489999999999998</c:v>
                </c:pt>
                <c:pt idx="31879">
                  <c:v>87.97</c:v>
                </c:pt>
                <c:pt idx="31880">
                  <c:v>107.28</c:v>
                </c:pt>
                <c:pt idx="31881">
                  <c:v>113.97</c:v>
                </c:pt>
                <c:pt idx="31882">
                  <c:v>64.98</c:v>
                </c:pt>
                <c:pt idx="31883">
                  <c:v>50.98</c:v>
                </c:pt>
                <c:pt idx="31884">
                  <c:v>55.98</c:v>
                </c:pt>
                <c:pt idx="31885">
                  <c:v>59.98</c:v>
                </c:pt>
                <c:pt idx="31886">
                  <c:v>57.98</c:v>
                </c:pt>
                <c:pt idx="31887">
                  <c:v>57.98</c:v>
                </c:pt>
                <c:pt idx="31888">
                  <c:v>115.96</c:v>
                </c:pt>
                <c:pt idx="31889">
                  <c:v>169.98</c:v>
                </c:pt>
                <c:pt idx="31890">
                  <c:v>75.180000000000007</c:v>
                </c:pt>
                <c:pt idx="31891">
                  <c:v>84.99</c:v>
                </c:pt>
                <c:pt idx="31892">
                  <c:v>131.97999999999999</c:v>
                </c:pt>
                <c:pt idx="31893">
                  <c:v>92.24</c:v>
                </c:pt>
                <c:pt idx="31894">
                  <c:v>131.97999999999999</c:v>
                </c:pt>
                <c:pt idx="31895">
                  <c:v>183.97</c:v>
                </c:pt>
                <c:pt idx="31896">
                  <c:v>134.94</c:v>
                </c:pt>
                <c:pt idx="31897">
                  <c:v>121.98</c:v>
                </c:pt>
                <c:pt idx="31898">
                  <c:v>84.99</c:v>
                </c:pt>
                <c:pt idx="31899">
                  <c:v>149.97999999999999</c:v>
                </c:pt>
                <c:pt idx="31900">
                  <c:v>169.91</c:v>
                </c:pt>
                <c:pt idx="31901">
                  <c:v>49.99</c:v>
                </c:pt>
                <c:pt idx="31902">
                  <c:v>169.98</c:v>
                </c:pt>
                <c:pt idx="31903">
                  <c:v>84.99</c:v>
                </c:pt>
                <c:pt idx="31904">
                  <c:v>76.489999999999995</c:v>
                </c:pt>
                <c:pt idx="31905">
                  <c:v>169.98</c:v>
                </c:pt>
                <c:pt idx="31906">
                  <c:v>148.97</c:v>
                </c:pt>
                <c:pt idx="31907">
                  <c:v>169.98</c:v>
                </c:pt>
                <c:pt idx="31908">
                  <c:v>53.98</c:v>
                </c:pt>
                <c:pt idx="31909">
                  <c:v>59.98</c:v>
                </c:pt>
                <c:pt idx="31910">
                  <c:v>53.98</c:v>
                </c:pt>
                <c:pt idx="31911">
                  <c:v>59.98</c:v>
                </c:pt>
                <c:pt idx="31912">
                  <c:v>53.98</c:v>
                </c:pt>
                <c:pt idx="31913">
                  <c:v>59.98</c:v>
                </c:pt>
                <c:pt idx="31914">
                  <c:v>59.98</c:v>
                </c:pt>
                <c:pt idx="31915">
                  <c:v>53.98</c:v>
                </c:pt>
                <c:pt idx="31916">
                  <c:v>53.98</c:v>
                </c:pt>
                <c:pt idx="31917">
                  <c:v>59.98</c:v>
                </c:pt>
                <c:pt idx="31918">
                  <c:v>164.93</c:v>
                </c:pt>
                <c:pt idx="31919">
                  <c:v>152.97999999999999</c:v>
                </c:pt>
                <c:pt idx="31920">
                  <c:v>169.98</c:v>
                </c:pt>
                <c:pt idx="31921">
                  <c:v>164.56</c:v>
                </c:pt>
                <c:pt idx="31922">
                  <c:v>166.58</c:v>
                </c:pt>
                <c:pt idx="31923">
                  <c:v>169.98</c:v>
                </c:pt>
                <c:pt idx="31924">
                  <c:v>169.98</c:v>
                </c:pt>
                <c:pt idx="31925">
                  <c:v>163.28</c:v>
                </c:pt>
                <c:pt idx="31926">
                  <c:v>169.98</c:v>
                </c:pt>
                <c:pt idx="31927">
                  <c:v>164.88</c:v>
                </c:pt>
                <c:pt idx="31928">
                  <c:v>159.97999999999999</c:v>
                </c:pt>
                <c:pt idx="31929">
                  <c:v>169.98</c:v>
                </c:pt>
                <c:pt idx="31930">
                  <c:v>169.98</c:v>
                </c:pt>
                <c:pt idx="31931">
                  <c:v>201.96</c:v>
                </c:pt>
                <c:pt idx="31932">
                  <c:v>55.98</c:v>
                </c:pt>
                <c:pt idx="31933">
                  <c:v>31.93</c:v>
                </c:pt>
                <c:pt idx="31934">
                  <c:v>70.97</c:v>
                </c:pt>
                <c:pt idx="31935">
                  <c:v>116.97</c:v>
                </c:pt>
                <c:pt idx="31936">
                  <c:v>53.98</c:v>
                </c:pt>
                <c:pt idx="31937">
                  <c:v>51.48</c:v>
                </c:pt>
                <c:pt idx="31938">
                  <c:v>62.9</c:v>
                </c:pt>
                <c:pt idx="31939">
                  <c:v>62.9</c:v>
                </c:pt>
                <c:pt idx="31940">
                  <c:v>26.29</c:v>
                </c:pt>
                <c:pt idx="31941">
                  <c:v>113.94</c:v>
                </c:pt>
                <c:pt idx="31942">
                  <c:v>116.96</c:v>
                </c:pt>
                <c:pt idx="31943">
                  <c:v>324.02</c:v>
                </c:pt>
                <c:pt idx="31944">
                  <c:v>376.14</c:v>
                </c:pt>
                <c:pt idx="31945">
                  <c:v>131.97999999999999</c:v>
                </c:pt>
                <c:pt idx="31946">
                  <c:v>339.96</c:v>
                </c:pt>
                <c:pt idx="31947">
                  <c:v>297.47000000000003</c:v>
                </c:pt>
                <c:pt idx="31948">
                  <c:v>305.95999999999998</c:v>
                </c:pt>
                <c:pt idx="31949">
                  <c:v>172.97</c:v>
                </c:pt>
                <c:pt idx="31950">
                  <c:v>125.79</c:v>
                </c:pt>
                <c:pt idx="31951">
                  <c:v>125.79</c:v>
                </c:pt>
                <c:pt idx="31952">
                  <c:v>116.95</c:v>
                </c:pt>
                <c:pt idx="31953">
                  <c:v>125.79</c:v>
                </c:pt>
                <c:pt idx="31954">
                  <c:v>55.97</c:v>
                </c:pt>
                <c:pt idx="31955">
                  <c:v>49.47</c:v>
                </c:pt>
                <c:pt idx="31956">
                  <c:v>59.96</c:v>
                </c:pt>
                <c:pt idx="31957">
                  <c:v>61.96</c:v>
                </c:pt>
                <c:pt idx="31958">
                  <c:v>135.5</c:v>
                </c:pt>
                <c:pt idx="31959">
                  <c:v>147.6</c:v>
                </c:pt>
                <c:pt idx="31960">
                  <c:v>147.6</c:v>
                </c:pt>
                <c:pt idx="31961">
                  <c:v>147.6</c:v>
                </c:pt>
                <c:pt idx="31962">
                  <c:v>147.6</c:v>
                </c:pt>
                <c:pt idx="31963">
                  <c:v>147.6</c:v>
                </c:pt>
                <c:pt idx="31964">
                  <c:v>147.6</c:v>
                </c:pt>
                <c:pt idx="31965">
                  <c:v>147.6</c:v>
                </c:pt>
                <c:pt idx="31966">
                  <c:v>147.6</c:v>
                </c:pt>
                <c:pt idx="31967">
                  <c:v>137.43</c:v>
                </c:pt>
                <c:pt idx="31968">
                  <c:v>100.39</c:v>
                </c:pt>
                <c:pt idx="31969">
                  <c:v>75.87</c:v>
                </c:pt>
                <c:pt idx="31970">
                  <c:v>49.59</c:v>
                </c:pt>
                <c:pt idx="31971">
                  <c:v>66.540000000000006</c:v>
                </c:pt>
                <c:pt idx="31972">
                  <c:v>59.97</c:v>
                </c:pt>
                <c:pt idx="31973">
                  <c:v>59.97</c:v>
                </c:pt>
                <c:pt idx="31974">
                  <c:v>84.99</c:v>
                </c:pt>
                <c:pt idx="31975">
                  <c:v>84.99</c:v>
                </c:pt>
                <c:pt idx="31976">
                  <c:v>53.76</c:v>
                </c:pt>
                <c:pt idx="31977">
                  <c:v>53.76</c:v>
                </c:pt>
                <c:pt idx="31978">
                  <c:v>46.49</c:v>
                </c:pt>
                <c:pt idx="31979">
                  <c:v>55.98</c:v>
                </c:pt>
                <c:pt idx="31980">
                  <c:v>57.98</c:v>
                </c:pt>
                <c:pt idx="31981">
                  <c:v>55.98</c:v>
                </c:pt>
                <c:pt idx="31982">
                  <c:v>46.49</c:v>
                </c:pt>
                <c:pt idx="31983">
                  <c:v>57.98</c:v>
                </c:pt>
                <c:pt idx="31984">
                  <c:v>62.47</c:v>
                </c:pt>
                <c:pt idx="31985">
                  <c:v>62.98</c:v>
                </c:pt>
                <c:pt idx="31986">
                  <c:v>125.19</c:v>
                </c:pt>
                <c:pt idx="31987">
                  <c:v>61.69</c:v>
                </c:pt>
                <c:pt idx="31988">
                  <c:v>63.5</c:v>
                </c:pt>
                <c:pt idx="31989">
                  <c:v>50.48</c:v>
                </c:pt>
                <c:pt idx="31990">
                  <c:v>54.38</c:v>
                </c:pt>
                <c:pt idx="31991">
                  <c:v>46.29</c:v>
                </c:pt>
                <c:pt idx="31992">
                  <c:v>292.68</c:v>
                </c:pt>
                <c:pt idx="31993">
                  <c:v>128.24</c:v>
                </c:pt>
                <c:pt idx="31994">
                  <c:v>287.93</c:v>
                </c:pt>
                <c:pt idx="31995">
                  <c:v>274.61</c:v>
                </c:pt>
                <c:pt idx="31996">
                  <c:v>260.13</c:v>
                </c:pt>
                <c:pt idx="31997">
                  <c:v>389.45</c:v>
                </c:pt>
                <c:pt idx="31998">
                  <c:v>125.08</c:v>
                </c:pt>
                <c:pt idx="31999">
                  <c:v>69.27</c:v>
                </c:pt>
                <c:pt idx="32000">
                  <c:v>51.98</c:v>
                </c:pt>
                <c:pt idx="32001">
                  <c:v>123.96</c:v>
                </c:pt>
                <c:pt idx="32002">
                  <c:v>114.17</c:v>
                </c:pt>
                <c:pt idx="32003">
                  <c:v>114.37</c:v>
                </c:pt>
                <c:pt idx="32004">
                  <c:v>79.98</c:v>
                </c:pt>
                <c:pt idx="32005">
                  <c:v>59.97</c:v>
                </c:pt>
                <c:pt idx="32006">
                  <c:v>55.16</c:v>
                </c:pt>
                <c:pt idx="32007">
                  <c:v>82.07</c:v>
                </c:pt>
                <c:pt idx="32008">
                  <c:v>80.05</c:v>
                </c:pt>
                <c:pt idx="32009">
                  <c:v>67.98</c:v>
                </c:pt>
                <c:pt idx="32010">
                  <c:v>107.97</c:v>
                </c:pt>
                <c:pt idx="32011">
                  <c:v>85.98</c:v>
                </c:pt>
                <c:pt idx="32012">
                  <c:v>58.25</c:v>
                </c:pt>
                <c:pt idx="32013">
                  <c:v>65.989999999999995</c:v>
                </c:pt>
                <c:pt idx="32014">
                  <c:v>51.98</c:v>
                </c:pt>
                <c:pt idx="32015">
                  <c:v>59.98</c:v>
                </c:pt>
                <c:pt idx="32016">
                  <c:v>65.989999999999995</c:v>
                </c:pt>
                <c:pt idx="32017">
                  <c:v>64.98</c:v>
                </c:pt>
                <c:pt idx="32018">
                  <c:v>58.97</c:v>
                </c:pt>
                <c:pt idx="32019">
                  <c:v>57.65</c:v>
                </c:pt>
                <c:pt idx="32020">
                  <c:v>84.98</c:v>
                </c:pt>
                <c:pt idx="32021">
                  <c:v>65.989999999999995</c:v>
                </c:pt>
                <c:pt idx="32022">
                  <c:v>65.989999999999995</c:v>
                </c:pt>
                <c:pt idx="32023">
                  <c:v>54.97</c:v>
                </c:pt>
                <c:pt idx="32024">
                  <c:v>72.98</c:v>
                </c:pt>
                <c:pt idx="32025">
                  <c:v>68.989999999999995</c:v>
                </c:pt>
                <c:pt idx="32026">
                  <c:v>62.89</c:v>
                </c:pt>
                <c:pt idx="32027">
                  <c:v>98.97</c:v>
                </c:pt>
                <c:pt idx="32028">
                  <c:v>79.98</c:v>
                </c:pt>
                <c:pt idx="32029">
                  <c:v>26.38</c:v>
                </c:pt>
                <c:pt idx="32030">
                  <c:v>42.73</c:v>
                </c:pt>
                <c:pt idx="32031">
                  <c:v>21.49</c:v>
                </c:pt>
                <c:pt idx="32032">
                  <c:v>113.97</c:v>
                </c:pt>
                <c:pt idx="32033">
                  <c:v>114.98</c:v>
                </c:pt>
                <c:pt idx="32034">
                  <c:v>59.98</c:v>
                </c:pt>
                <c:pt idx="32035">
                  <c:v>53.98</c:v>
                </c:pt>
                <c:pt idx="32036">
                  <c:v>114.97</c:v>
                </c:pt>
                <c:pt idx="32037">
                  <c:v>74.989999999999995</c:v>
                </c:pt>
                <c:pt idx="32038">
                  <c:v>60.99</c:v>
                </c:pt>
                <c:pt idx="32039">
                  <c:v>159.97999999999999</c:v>
                </c:pt>
                <c:pt idx="32040">
                  <c:v>91.77</c:v>
                </c:pt>
                <c:pt idx="32041">
                  <c:v>60.99</c:v>
                </c:pt>
                <c:pt idx="32042">
                  <c:v>60.99</c:v>
                </c:pt>
                <c:pt idx="32043">
                  <c:v>79.989999999999995</c:v>
                </c:pt>
                <c:pt idx="32044">
                  <c:v>99.98</c:v>
                </c:pt>
                <c:pt idx="32045">
                  <c:v>149.97999999999999</c:v>
                </c:pt>
                <c:pt idx="32046">
                  <c:v>161.86000000000001</c:v>
                </c:pt>
                <c:pt idx="32047">
                  <c:v>65.989999999999995</c:v>
                </c:pt>
                <c:pt idx="32048">
                  <c:v>98.98</c:v>
                </c:pt>
                <c:pt idx="32049">
                  <c:v>79.989999999999995</c:v>
                </c:pt>
                <c:pt idx="32050">
                  <c:v>156.96</c:v>
                </c:pt>
                <c:pt idx="32051">
                  <c:v>79.989999999999995</c:v>
                </c:pt>
                <c:pt idx="32052">
                  <c:v>60.99</c:v>
                </c:pt>
                <c:pt idx="32053">
                  <c:v>79.989999999999995</c:v>
                </c:pt>
                <c:pt idx="32054">
                  <c:v>79.989999999999995</c:v>
                </c:pt>
                <c:pt idx="32055">
                  <c:v>147.47</c:v>
                </c:pt>
                <c:pt idx="32056">
                  <c:v>109.97</c:v>
                </c:pt>
                <c:pt idx="32057">
                  <c:v>79.989999999999995</c:v>
                </c:pt>
                <c:pt idx="32058">
                  <c:v>79.989999999999995</c:v>
                </c:pt>
                <c:pt idx="32059">
                  <c:v>55.44</c:v>
                </c:pt>
                <c:pt idx="32060">
                  <c:v>154.97999999999999</c:v>
                </c:pt>
                <c:pt idx="32061">
                  <c:v>114.97</c:v>
                </c:pt>
                <c:pt idx="32062">
                  <c:v>106.28</c:v>
                </c:pt>
                <c:pt idx="32063">
                  <c:v>51.29</c:v>
                </c:pt>
                <c:pt idx="32064">
                  <c:v>46.29</c:v>
                </c:pt>
                <c:pt idx="32065">
                  <c:v>46.29</c:v>
                </c:pt>
                <c:pt idx="32066">
                  <c:v>51.29</c:v>
                </c:pt>
                <c:pt idx="32067">
                  <c:v>31.28</c:v>
                </c:pt>
                <c:pt idx="32068">
                  <c:v>112.97</c:v>
                </c:pt>
                <c:pt idx="32069">
                  <c:v>60.83</c:v>
                </c:pt>
                <c:pt idx="32070">
                  <c:v>84.99</c:v>
                </c:pt>
                <c:pt idx="32071">
                  <c:v>84.99</c:v>
                </c:pt>
                <c:pt idx="32072">
                  <c:v>98.98</c:v>
                </c:pt>
                <c:pt idx="32073">
                  <c:v>65.989999999999995</c:v>
                </c:pt>
                <c:pt idx="32074">
                  <c:v>131.97999999999999</c:v>
                </c:pt>
                <c:pt idx="32075">
                  <c:v>59.39</c:v>
                </c:pt>
                <c:pt idx="32076">
                  <c:v>105.98</c:v>
                </c:pt>
                <c:pt idx="32077">
                  <c:v>98.32</c:v>
                </c:pt>
                <c:pt idx="32078">
                  <c:v>99.98</c:v>
                </c:pt>
                <c:pt idx="32079">
                  <c:v>84.99</c:v>
                </c:pt>
                <c:pt idx="32080">
                  <c:v>95.97</c:v>
                </c:pt>
                <c:pt idx="32081">
                  <c:v>59.96</c:v>
                </c:pt>
                <c:pt idx="32082">
                  <c:v>54.98</c:v>
                </c:pt>
                <c:pt idx="32083">
                  <c:v>112.96</c:v>
                </c:pt>
                <c:pt idx="32084">
                  <c:v>51.49</c:v>
                </c:pt>
                <c:pt idx="32085">
                  <c:v>44.27</c:v>
                </c:pt>
                <c:pt idx="32086">
                  <c:v>59.96</c:v>
                </c:pt>
                <c:pt idx="32087">
                  <c:v>40.229999999999997</c:v>
                </c:pt>
                <c:pt idx="32088">
                  <c:v>58.96</c:v>
                </c:pt>
                <c:pt idx="32089">
                  <c:v>53.97</c:v>
                </c:pt>
                <c:pt idx="32090">
                  <c:v>56.97</c:v>
                </c:pt>
                <c:pt idx="32091">
                  <c:v>69.989999999999995</c:v>
                </c:pt>
                <c:pt idx="32092">
                  <c:v>63.88</c:v>
                </c:pt>
                <c:pt idx="32093">
                  <c:v>67.84</c:v>
                </c:pt>
                <c:pt idx="32094">
                  <c:v>195.47</c:v>
                </c:pt>
                <c:pt idx="32095">
                  <c:v>279.85000000000002</c:v>
                </c:pt>
                <c:pt idx="32096">
                  <c:v>62.9</c:v>
                </c:pt>
                <c:pt idx="32097">
                  <c:v>61.69</c:v>
                </c:pt>
                <c:pt idx="32098">
                  <c:v>124.59</c:v>
                </c:pt>
                <c:pt idx="32099">
                  <c:v>124.59</c:v>
                </c:pt>
                <c:pt idx="32100">
                  <c:v>124.57</c:v>
                </c:pt>
                <c:pt idx="32101">
                  <c:v>70.98</c:v>
                </c:pt>
                <c:pt idx="32102">
                  <c:v>42.99</c:v>
                </c:pt>
                <c:pt idx="32103">
                  <c:v>49.47</c:v>
                </c:pt>
                <c:pt idx="32104">
                  <c:v>5.98</c:v>
                </c:pt>
                <c:pt idx="32105">
                  <c:v>54.98</c:v>
                </c:pt>
                <c:pt idx="32106">
                  <c:v>52.98</c:v>
                </c:pt>
                <c:pt idx="32107">
                  <c:v>65.3</c:v>
                </c:pt>
                <c:pt idx="32108">
                  <c:v>241.95</c:v>
                </c:pt>
                <c:pt idx="32109">
                  <c:v>200.82</c:v>
                </c:pt>
                <c:pt idx="32110">
                  <c:v>152.44</c:v>
                </c:pt>
                <c:pt idx="32111">
                  <c:v>171.76</c:v>
                </c:pt>
                <c:pt idx="32112">
                  <c:v>214.77</c:v>
                </c:pt>
                <c:pt idx="32113">
                  <c:v>193.55</c:v>
                </c:pt>
                <c:pt idx="32114">
                  <c:v>152.91</c:v>
                </c:pt>
                <c:pt idx="32115">
                  <c:v>56.97</c:v>
                </c:pt>
                <c:pt idx="32116">
                  <c:v>58.48</c:v>
                </c:pt>
                <c:pt idx="32117">
                  <c:v>55.97</c:v>
                </c:pt>
                <c:pt idx="32118">
                  <c:v>112.48</c:v>
                </c:pt>
                <c:pt idx="32119">
                  <c:v>112.46</c:v>
                </c:pt>
                <c:pt idx="32120">
                  <c:v>84.99</c:v>
                </c:pt>
                <c:pt idx="32121">
                  <c:v>60.83</c:v>
                </c:pt>
                <c:pt idx="32122">
                  <c:v>84.99</c:v>
                </c:pt>
                <c:pt idx="32123">
                  <c:v>15.29</c:v>
                </c:pt>
                <c:pt idx="32124">
                  <c:v>85.98</c:v>
                </c:pt>
                <c:pt idx="32125">
                  <c:v>59.99</c:v>
                </c:pt>
                <c:pt idx="32126">
                  <c:v>75.09</c:v>
                </c:pt>
                <c:pt idx="32127">
                  <c:v>65.989999999999995</c:v>
                </c:pt>
                <c:pt idx="32128">
                  <c:v>84.99</c:v>
                </c:pt>
                <c:pt idx="32129">
                  <c:v>84.99</c:v>
                </c:pt>
                <c:pt idx="32130">
                  <c:v>84.99</c:v>
                </c:pt>
                <c:pt idx="32131">
                  <c:v>84.99</c:v>
                </c:pt>
                <c:pt idx="32132">
                  <c:v>31.28</c:v>
                </c:pt>
                <c:pt idx="32133">
                  <c:v>103.37</c:v>
                </c:pt>
                <c:pt idx="32134">
                  <c:v>112.32</c:v>
                </c:pt>
                <c:pt idx="32135">
                  <c:v>122.97</c:v>
                </c:pt>
                <c:pt idx="32136">
                  <c:v>59.99</c:v>
                </c:pt>
                <c:pt idx="32137">
                  <c:v>59.99</c:v>
                </c:pt>
                <c:pt idx="32138">
                  <c:v>59.98</c:v>
                </c:pt>
                <c:pt idx="32139">
                  <c:v>59.98</c:v>
                </c:pt>
                <c:pt idx="32140">
                  <c:v>53.99</c:v>
                </c:pt>
                <c:pt idx="32141">
                  <c:v>243.96</c:v>
                </c:pt>
                <c:pt idx="32142">
                  <c:v>159.97999999999999</c:v>
                </c:pt>
                <c:pt idx="32143">
                  <c:v>159.97999999999999</c:v>
                </c:pt>
                <c:pt idx="32144">
                  <c:v>173.97</c:v>
                </c:pt>
                <c:pt idx="32145">
                  <c:v>93.98</c:v>
                </c:pt>
                <c:pt idx="32146">
                  <c:v>182.37</c:v>
                </c:pt>
                <c:pt idx="32147">
                  <c:v>173.97</c:v>
                </c:pt>
                <c:pt idx="32148">
                  <c:v>159.97999999999999</c:v>
                </c:pt>
                <c:pt idx="32149">
                  <c:v>159.97999999999999</c:v>
                </c:pt>
                <c:pt idx="32150">
                  <c:v>132.34</c:v>
                </c:pt>
                <c:pt idx="32151">
                  <c:v>159.97999999999999</c:v>
                </c:pt>
                <c:pt idx="32152">
                  <c:v>121.98</c:v>
                </c:pt>
                <c:pt idx="32153">
                  <c:v>113.97</c:v>
                </c:pt>
                <c:pt idx="32154">
                  <c:v>113.97</c:v>
                </c:pt>
                <c:pt idx="32155">
                  <c:v>113.97</c:v>
                </c:pt>
                <c:pt idx="32156">
                  <c:v>53.98</c:v>
                </c:pt>
                <c:pt idx="32157">
                  <c:v>177.24</c:v>
                </c:pt>
                <c:pt idx="32158">
                  <c:v>183.92</c:v>
                </c:pt>
                <c:pt idx="32159">
                  <c:v>259.37</c:v>
                </c:pt>
                <c:pt idx="32160">
                  <c:v>176.79</c:v>
                </c:pt>
                <c:pt idx="32161">
                  <c:v>274.89</c:v>
                </c:pt>
                <c:pt idx="32162">
                  <c:v>183.92</c:v>
                </c:pt>
                <c:pt idx="32163">
                  <c:v>183.92</c:v>
                </c:pt>
                <c:pt idx="32164">
                  <c:v>160.93</c:v>
                </c:pt>
                <c:pt idx="32165">
                  <c:v>269.91000000000003</c:v>
                </c:pt>
                <c:pt idx="32166">
                  <c:v>269.91000000000003</c:v>
                </c:pt>
                <c:pt idx="32167">
                  <c:v>112.96</c:v>
                </c:pt>
                <c:pt idx="32168">
                  <c:v>53.98</c:v>
                </c:pt>
                <c:pt idx="32169">
                  <c:v>59.98</c:v>
                </c:pt>
                <c:pt idx="32170">
                  <c:v>51.99</c:v>
                </c:pt>
                <c:pt idx="32171">
                  <c:v>19.940000000000001</c:v>
                </c:pt>
                <c:pt idx="32172">
                  <c:v>19.940000000000001</c:v>
                </c:pt>
                <c:pt idx="32173">
                  <c:v>51.99</c:v>
                </c:pt>
                <c:pt idx="32174">
                  <c:v>51.99</c:v>
                </c:pt>
                <c:pt idx="32175">
                  <c:v>42.5</c:v>
                </c:pt>
                <c:pt idx="32176">
                  <c:v>42.5</c:v>
                </c:pt>
                <c:pt idx="32177">
                  <c:v>19.940000000000001</c:v>
                </c:pt>
                <c:pt idx="32178">
                  <c:v>19.940000000000001</c:v>
                </c:pt>
                <c:pt idx="32179">
                  <c:v>51.99</c:v>
                </c:pt>
                <c:pt idx="32180">
                  <c:v>20.29</c:v>
                </c:pt>
                <c:pt idx="32181">
                  <c:v>42.5</c:v>
                </c:pt>
                <c:pt idx="32182">
                  <c:v>20.29</c:v>
                </c:pt>
                <c:pt idx="32183">
                  <c:v>20.29</c:v>
                </c:pt>
                <c:pt idx="32184">
                  <c:v>42.5</c:v>
                </c:pt>
                <c:pt idx="32185">
                  <c:v>20.29</c:v>
                </c:pt>
                <c:pt idx="32186">
                  <c:v>70.47</c:v>
                </c:pt>
                <c:pt idx="32187">
                  <c:v>19.989999999999998</c:v>
                </c:pt>
                <c:pt idx="32188">
                  <c:v>65.989999999999995</c:v>
                </c:pt>
                <c:pt idx="32189">
                  <c:v>56.97</c:v>
                </c:pt>
                <c:pt idx="32190">
                  <c:v>111.96</c:v>
                </c:pt>
                <c:pt idx="32191">
                  <c:v>59.97</c:v>
                </c:pt>
                <c:pt idx="32192">
                  <c:v>56.97</c:v>
                </c:pt>
                <c:pt idx="32193">
                  <c:v>55.98</c:v>
                </c:pt>
                <c:pt idx="32194">
                  <c:v>55.98</c:v>
                </c:pt>
                <c:pt idx="32195">
                  <c:v>177.83</c:v>
                </c:pt>
                <c:pt idx="32196">
                  <c:v>184.97</c:v>
                </c:pt>
                <c:pt idx="32197">
                  <c:v>209.29</c:v>
                </c:pt>
                <c:pt idx="32198">
                  <c:v>129.96</c:v>
                </c:pt>
                <c:pt idx="32199">
                  <c:v>87.1</c:v>
                </c:pt>
                <c:pt idx="32200">
                  <c:v>-184.97</c:v>
                </c:pt>
                <c:pt idx="32201">
                  <c:v>159.69999999999999</c:v>
                </c:pt>
                <c:pt idx="32202">
                  <c:v>56.97</c:v>
                </c:pt>
                <c:pt idx="32203">
                  <c:v>55.98</c:v>
                </c:pt>
                <c:pt idx="32204">
                  <c:v>55.98</c:v>
                </c:pt>
                <c:pt idx="32205">
                  <c:v>111.96</c:v>
                </c:pt>
                <c:pt idx="32206">
                  <c:v>111.96</c:v>
                </c:pt>
                <c:pt idx="32207">
                  <c:v>55.98</c:v>
                </c:pt>
                <c:pt idx="32208">
                  <c:v>55.98</c:v>
                </c:pt>
                <c:pt idx="32209">
                  <c:v>55.98</c:v>
                </c:pt>
                <c:pt idx="32210">
                  <c:v>55.98</c:v>
                </c:pt>
                <c:pt idx="32211">
                  <c:v>113.94</c:v>
                </c:pt>
                <c:pt idx="32212">
                  <c:v>168.28</c:v>
                </c:pt>
                <c:pt idx="32213">
                  <c:v>56.09</c:v>
                </c:pt>
                <c:pt idx="32214">
                  <c:v>99.19</c:v>
                </c:pt>
                <c:pt idx="32215">
                  <c:v>65.989999999999995</c:v>
                </c:pt>
                <c:pt idx="32216">
                  <c:v>64.39</c:v>
                </c:pt>
                <c:pt idx="32217">
                  <c:v>169.98</c:v>
                </c:pt>
                <c:pt idx="32218">
                  <c:v>168.08</c:v>
                </c:pt>
                <c:pt idx="32219">
                  <c:v>168.97</c:v>
                </c:pt>
                <c:pt idx="32220">
                  <c:v>111.95</c:v>
                </c:pt>
                <c:pt idx="32221">
                  <c:v>54.98</c:v>
                </c:pt>
                <c:pt idx="32222">
                  <c:v>59.97</c:v>
                </c:pt>
                <c:pt idx="32223">
                  <c:v>27.48</c:v>
                </c:pt>
                <c:pt idx="32224">
                  <c:v>75.98</c:v>
                </c:pt>
                <c:pt idx="32225">
                  <c:v>59.96</c:v>
                </c:pt>
                <c:pt idx="32226">
                  <c:v>59.96</c:v>
                </c:pt>
                <c:pt idx="32227">
                  <c:v>59.96</c:v>
                </c:pt>
                <c:pt idx="32228">
                  <c:v>59.96</c:v>
                </c:pt>
                <c:pt idx="32229">
                  <c:v>59.96</c:v>
                </c:pt>
                <c:pt idx="32230">
                  <c:v>54.98</c:v>
                </c:pt>
                <c:pt idx="32231">
                  <c:v>59.95</c:v>
                </c:pt>
                <c:pt idx="32232">
                  <c:v>55.97</c:v>
                </c:pt>
                <c:pt idx="32233">
                  <c:v>47.48</c:v>
                </c:pt>
                <c:pt idx="32234">
                  <c:v>47.48</c:v>
                </c:pt>
                <c:pt idx="32235">
                  <c:v>55.97</c:v>
                </c:pt>
                <c:pt idx="32236">
                  <c:v>20.49</c:v>
                </c:pt>
                <c:pt idx="32237">
                  <c:v>65.989999999999995</c:v>
                </c:pt>
                <c:pt idx="32238">
                  <c:v>65.989999999999995</c:v>
                </c:pt>
                <c:pt idx="32239">
                  <c:v>65.989999999999995</c:v>
                </c:pt>
                <c:pt idx="32240">
                  <c:v>10.49</c:v>
                </c:pt>
                <c:pt idx="32241">
                  <c:v>55.97</c:v>
                </c:pt>
                <c:pt idx="32242">
                  <c:v>62.97</c:v>
                </c:pt>
                <c:pt idx="32243">
                  <c:v>84.98</c:v>
                </c:pt>
                <c:pt idx="32244">
                  <c:v>49.15</c:v>
                </c:pt>
                <c:pt idx="32245">
                  <c:v>68.98</c:v>
                </c:pt>
                <c:pt idx="32246">
                  <c:v>65.989999999999995</c:v>
                </c:pt>
                <c:pt idx="32247">
                  <c:v>39.479999999999997</c:v>
                </c:pt>
                <c:pt idx="32248">
                  <c:v>65.989999999999995</c:v>
                </c:pt>
                <c:pt idx="32249">
                  <c:v>65.989999999999995</c:v>
                </c:pt>
                <c:pt idx="32250">
                  <c:v>111.96</c:v>
                </c:pt>
                <c:pt idx="32251">
                  <c:v>59.96</c:v>
                </c:pt>
                <c:pt idx="32252">
                  <c:v>53.96</c:v>
                </c:pt>
                <c:pt idx="32253">
                  <c:v>33.28</c:v>
                </c:pt>
                <c:pt idx="32254">
                  <c:v>59.98</c:v>
                </c:pt>
                <c:pt idx="32255">
                  <c:v>111.96</c:v>
                </c:pt>
                <c:pt idx="32256">
                  <c:v>19.489999999999998</c:v>
                </c:pt>
                <c:pt idx="32257">
                  <c:v>19.489999999999998</c:v>
                </c:pt>
                <c:pt idx="32258">
                  <c:v>19.489999999999998</c:v>
                </c:pt>
                <c:pt idx="32259">
                  <c:v>59.96</c:v>
                </c:pt>
                <c:pt idx="32260">
                  <c:v>43.48</c:v>
                </c:pt>
                <c:pt idx="32261">
                  <c:v>55.96</c:v>
                </c:pt>
                <c:pt idx="32262">
                  <c:v>55.96</c:v>
                </c:pt>
                <c:pt idx="32263">
                  <c:v>79.98</c:v>
                </c:pt>
                <c:pt idx="32264">
                  <c:v>112.96</c:v>
                </c:pt>
                <c:pt idx="32265">
                  <c:v>77.38</c:v>
                </c:pt>
                <c:pt idx="32266">
                  <c:v>51.49</c:v>
                </c:pt>
                <c:pt idx="32267">
                  <c:v>50.46</c:v>
                </c:pt>
                <c:pt idx="32268">
                  <c:v>50.46</c:v>
                </c:pt>
                <c:pt idx="32269">
                  <c:v>51.49</c:v>
                </c:pt>
                <c:pt idx="32270">
                  <c:v>51.76</c:v>
                </c:pt>
                <c:pt idx="32271">
                  <c:v>51.76</c:v>
                </c:pt>
                <c:pt idx="32272">
                  <c:v>123.38</c:v>
                </c:pt>
                <c:pt idx="32273">
                  <c:v>123.38</c:v>
                </c:pt>
                <c:pt idx="32274">
                  <c:v>65.98</c:v>
                </c:pt>
                <c:pt idx="32275">
                  <c:v>111.57</c:v>
                </c:pt>
                <c:pt idx="32276">
                  <c:v>111.56</c:v>
                </c:pt>
                <c:pt idx="32277">
                  <c:v>65.989999999999995</c:v>
                </c:pt>
                <c:pt idx="32278">
                  <c:v>89.97</c:v>
                </c:pt>
                <c:pt idx="32279">
                  <c:v>84.99</c:v>
                </c:pt>
                <c:pt idx="32280">
                  <c:v>84.99</c:v>
                </c:pt>
                <c:pt idx="32281">
                  <c:v>84.99</c:v>
                </c:pt>
                <c:pt idx="32282">
                  <c:v>89.97</c:v>
                </c:pt>
                <c:pt idx="32283">
                  <c:v>100.98</c:v>
                </c:pt>
                <c:pt idx="32284">
                  <c:v>47.49</c:v>
                </c:pt>
                <c:pt idx="32285">
                  <c:v>99.98</c:v>
                </c:pt>
                <c:pt idx="32286">
                  <c:v>105.98</c:v>
                </c:pt>
                <c:pt idx="32287">
                  <c:v>164.28</c:v>
                </c:pt>
                <c:pt idx="32288">
                  <c:v>99.98</c:v>
                </c:pt>
                <c:pt idx="32289">
                  <c:v>169.98</c:v>
                </c:pt>
                <c:pt idx="32290">
                  <c:v>217.46</c:v>
                </c:pt>
                <c:pt idx="32291">
                  <c:v>84.99</c:v>
                </c:pt>
                <c:pt idx="32292">
                  <c:v>89.97</c:v>
                </c:pt>
                <c:pt idx="32293">
                  <c:v>89.97</c:v>
                </c:pt>
                <c:pt idx="32294">
                  <c:v>74.38</c:v>
                </c:pt>
                <c:pt idx="32295">
                  <c:v>89.97</c:v>
                </c:pt>
                <c:pt idx="32296">
                  <c:v>89.97</c:v>
                </c:pt>
                <c:pt idx="32297">
                  <c:v>123.97</c:v>
                </c:pt>
                <c:pt idx="32298">
                  <c:v>89.97</c:v>
                </c:pt>
                <c:pt idx="32299">
                  <c:v>80.98</c:v>
                </c:pt>
                <c:pt idx="32300">
                  <c:v>127.96</c:v>
                </c:pt>
                <c:pt idx="32301">
                  <c:v>123.12</c:v>
                </c:pt>
                <c:pt idx="32302">
                  <c:v>111.47</c:v>
                </c:pt>
                <c:pt idx="32303">
                  <c:v>61.39</c:v>
                </c:pt>
                <c:pt idx="32304">
                  <c:v>51.98</c:v>
                </c:pt>
                <c:pt idx="32305">
                  <c:v>51.45</c:v>
                </c:pt>
                <c:pt idx="32306">
                  <c:v>59.96</c:v>
                </c:pt>
                <c:pt idx="32307">
                  <c:v>147.96</c:v>
                </c:pt>
                <c:pt idx="32308">
                  <c:v>58.02</c:v>
                </c:pt>
                <c:pt idx="32309">
                  <c:v>97.98</c:v>
                </c:pt>
                <c:pt idx="32310">
                  <c:v>121.98</c:v>
                </c:pt>
                <c:pt idx="32311">
                  <c:v>101.07</c:v>
                </c:pt>
                <c:pt idx="32312">
                  <c:v>108.75</c:v>
                </c:pt>
                <c:pt idx="32313">
                  <c:v>84.98</c:v>
                </c:pt>
                <c:pt idx="32314">
                  <c:v>76.489999999999995</c:v>
                </c:pt>
                <c:pt idx="32315">
                  <c:v>107.03</c:v>
                </c:pt>
                <c:pt idx="32316">
                  <c:v>97.98</c:v>
                </c:pt>
                <c:pt idx="32317">
                  <c:v>84.99</c:v>
                </c:pt>
                <c:pt idx="32318">
                  <c:v>110.97</c:v>
                </c:pt>
                <c:pt idx="32319">
                  <c:v>97.34</c:v>
                </c:pt>
                <c:pt idx="32320">
                  <c:v>147.96</c:v>
                </c:pt>
                <c:pt idx="32321">
                  <c:v>145.97</c:v>
                </c:pt>
                <c:pt idx="32322">
                  <c:v>56.97</c:v>
                </c:pt>
                <c:pt idx="32323">
                  <c:v>64.989999999999995</c:v>
                </c:pt>
                <c:pt idx="32324">
                  <c:v>55.92</c:v>
                </c:pt>
                <c:pt idx="32325">
                  <c:v>55.92</c:v>
                </c:pt>
                <c:pt idx="32326">
                  <c:v>53.98</c:v>
                </c:pt>
                <c:pt idx="32327">
                  <c:v>67.97</c:v>
                </c:pt>
                <c:pt idx="32328">
                  <c:v>59.94</c:v>
                </c:pt>
                <c:pt idx="32329">
                  <c:v>51.38</c:v>
                </c:pt>
                <c:pt idx="32330">
                  <c:v>64.989999999999995</c:v>
                </c:pt>
                <c:pt idx="32331">
                  <c:v>59.99</c:v>
                </c:pt>
                <c:pt idx="32332">
                  <c:v>65.989999999999995</c:v>
                </c:pt>
                <c:pt idx="32333">
                  <c:v>125.38</c:v>
                </c:pt>
                <c:pt idx="32334">
                  <c:v>65.989999999999995</c:v>
                </c:pt>
                <c:pt idx="32335">
                  <c:v>65.989999999999995</c:v>
                </c:pt>
                <c:pt idx="32336">
                  <c:v>99.52</c:v>
                </c:pt>
                <c:pt idx="32337">
                  <c:v>65.989999999999995</c:v>
                </c:pt>
                <c:pt idx="32338">
                  <c:v>65.989999999999995</c:v>
                </c:pt>
                <c:pt idx="32339">
                  <c:v>91.97</c:v>
                </c:pt>
                <c:pt idx="32340">
                  <c:v>78.17</c:v>
                </c:pt>
                <c:pt idx="32341">
                  <c:v>103.97</c:v>
                </c:pt>
                <c:pt idx="32342">
                  <c:v>99.98</c:v>
                </c:pt>
                <c:pt idx="32343">
                  <c:v>56.97</c:v>
                </c:pt>
                <c:pt idx="32344">
                  <c:v>121.67</c:v>
                </c:pt>
                <c:pt idx="32345">
                  <c:v>53.98</c:v>
                </c:pt>
                <c:pt idx="32346">
                  <c:v>58.98</c:v>
                </c:pt>
                <c:pt idx="32347">
                  <c:v>52.98</c:v>
                </c:pt>
                <c:pt idx="32348">
                  <c:v>58.98</c:v>
                </c:pt>
                <c:pt idx="32349">
                  <c:v>254.97</c:v>
                </c:pt>
                <c:pt idx="32350">
                  <c:v>150.18</c:v>
                </c:pt>
                <c:pt idx="32351">
                  <c:v>188.96</c:v>
                </c:pt>
                <c:pt idx="32352">
                  <c:v>213.96</c:v>
                </c:pt>
                <c:pt idx="32353">
                  <c:v>339.95</c:v>
                </c:pt>
                <c:pt idx="32354">
                  <c:v>257.18</c:v>
                </c:pt>
                <c:pt idx="32355">
                  <c:v>339.95</c:v>
                </c:pt>
                <c:pt idx="32356">
                  <c:v>254.97</c:v>
                </c:pt>
                <c:pt idx="32357">
                  <c:v>177.95</c:v>
                </c:pt>
                <c:pt idx="32358">
                  <c:v>55.96</c:v>
                </c:pt>
                <c:pt idx="32359">
                  <c:v>55.99</c:v>
                </c:pt>
                <c:pt idx="32360">
                  <c:v>51.49</c:v>
                </c:pt>
                <c:pt idx="32361">
                  <c:v>50.98</c:v>
                </c:pt>
                <c:pt idx="32362">
                  <c:v>110.98</c:v>
                </c:pt>
                <c:pt idx="32363">
                  <c:v>110.95</c:v>
                </c:pt>
                <c:pt idx="32364">
                  <c:v>43.99</c:v>
                </c:pt>
                <c:pt idx="32365">
                  <c:v>58.48</c:v>
                </c:pt>
                <c:pt idx="32366">
                  <c:v>27.98</c:v>
                </c:pt>
                <c:pt idx="32367">
                  <c:v>24.48</c:v>
                </c:pt>
                <c:pt idx="32368">
                  <c:v>54.97</c:v>
                </c:pt>
                <c:pt idx="32369">
                  <c:v>73.98</c:v>
                </c:pt>
                <c:pt idx="32370">
                  <c:v>50.98</c:v>
                </c:pt>
                <c:pt idx="32371">
                  <c:v>59.98</c:v>
                </c:pt>
                <c:pt idx="32372">
                  <c:v>39.1</c:v>
                </c:pt>
                <c:pt idx="32373">
                  <c:v>41.94</c:v>
                </c:pt>
                <c:pt idx="32374">
                  <c:v>-1.5</c:v>
                </c:pt>
                <c:pt idx="32375">
                  <c:v>36.49</c:v>
                </c:pt>
                <c:pt idx="32376">
                  <c:v>75.959999999999994</c:v>
                </c:pt>
                <c:pt idx="32377">
                  <c:v>51.49</c:v>
                </c:pt>
                <c:pt idx="32378">
                  <c:v>14.49</c:v>
                </c:pt>
                <c:pt idx="32379">
                  <c:v>19.489999999999998</c:v>
                </c:pt>
                <c:pt idx="32380">
                  <c:v>59.95</c:v>
                </c:pt>
                <c:pt idx="32381">
                  <c:v>50.97</c:v>
                </c:pt>
                <c:pt idx="32382">
                  <c:v>55.78</c:v>
                </c:pt>
                <c:pt idx="32383">
                  <c:v>55.98</c:v>
                </c:pt>
                <c:pt idx="32384">
                  <c:v>61.17</c:v>
                </c:pt>
                <c:pt idx="32385">
                  <c:v>129.34</c:v>
                </c:pt>
                <c:pt idx="32386">
                  <c:v>128.68</c:v>
                </c:pt>
                <c:pt idx="32387">
                  <c:v>131.97999999999999</c:v>
                </c:pt>
                <c:pt idx="32388">
                  <c:v>130.66</c:v>
                </c:pt>
                <c:pt idx="32389">
                  <c:v>128.68</c:v>
                </c:pt>
                <c:pt idx="32390">
                  <c:v>179.94</c:v>
                </c:pt>
                <c:pt idx="32391">
                  <c:v>65.989999999999995</c:v>
                </c:pt>
                <c:pt idx="32392">
                  <c:v>59.39</c:v>
                </c:pt>
                <c:pt idx="32393">
                  <c:v>131.97999999999999</c:v>
                </c:pt>
                <c:pt idx="32394">
                  <c:v>59.39</c:v>
                </c:pt>
                <c:pt idx="32395">
                  <c:v>122.19</c:v>
                </c:pt>
                <c:pt idx="32396">
                  <c:v>122.17</c:v>
                </c:pt>
                <c:pt idx="32397">
                  <c:v>122.17</c:v>
                </c:pt>
                <c:pt idx="32398">
                  <c:v>57.58</c:v>
                </c:pt>
                <c:pt idx="32399">
                  <c:v>84.99</c:v>
                </c:pt>
                <c:pt idx="32400">
                  <c:v>84.99</c:v>
                </c:pt>
                <c:pt idx="32401">
                  <c:v>75.98</c:v>
                </c:pt>
                <c:pt idx="32402">
                  <c:v>8.2899999999999991</c:v>
                </c:pt>
                <c:pt idx="32403">
                  <c:v>84.99</c:v>
                </c:pt>
                <c:pt idx="32404">
                  <c:v>84.99</c:v>
                </c:pt>
                <c:pt idx="32405">
                  <c:v>84.99</c:v>
                </c:pt>
                <c:pt idx="32406">
                  <c:v>88.98</c:v>
                </c:pt>
                <c:pt idx="32407">
                  <c:v>56.98</c:v>
                </c:pt>
                <c:pt idx="32408">
                  <c:v>65.989999999999995</c:v>
                </c:pt>
                <c:pt idx="32409">
                  <c:v>22.29</c:v>
                </c:pt>
                <c:pt idx="32410">
                  <c:v>84.99</c:v>
                </c:pt>
                <c:pt idx="32411">
                  <c:v>89.98</c:v>
                </c:pt>
                <c:pt idx="32412">
                  <c:v>16.29</c:v>
                </c:pt>
                <c:pt idx="32413">
                  <c:v>68.989999999999995</c:v>
                </c:pt>
                <c:pt idx="32414">
                  <c:v>124.97</c:v>
                </c:pt>
                <c:pt idx="32415">
                  <c:v>68.989999999999995</c:v>
                </c:pt>
                <c:pt idx="32416">
                  <c:v>84.99</c:v>
                </c:pt>
                <c:pt idx="32417">
                  <c:v>51.29</c:v>
                </c:pt>
                <c:pt idx="32418">
                  <c:v>68.989999999999995</c:v>
                </c:pt>
                <c:pt idx="32419">
                  <c:v>68.989999999999995</c:v>
                </c:pt>
                <c:pt idx="32420">
                  <c:v>65.19</c:v>
                </c:pt>
                <c:pt idx="32421">
                  <c:v>84.99</c:v>
                </c:pt>
                <c:pt idx="32422">
                  <c:v>12.76</c:v>
                </c:pt>
                <c:pt idx="32423">
                  <c:v>65.989999999999995</c:v>
                </c:pt>
                <c:pt idx="32424">
                  <c:v>94.98</c:v>
                </c:pt>
                <c:pt idx="32425">
                  <c:v>84.99</c:v>
                </c:pt>
                <c:pt idx="32426">
                  <c:v>112.46</c:v>
                </c:pt>
                <c:pt idx="32427">
                  <c:v>59.96</c:v>
                </c:pt>
                <c:pt idx="32428">
                  <c:v>54.98</c:v>
                </c:pt>
                <c:pt idx="32429">
                  <c:v>55.98</c:v>
                </c:pt>
                <c:pt idx="32430">
                  <c:v>120.97</c:v>
                </c:pt>
                <c:pt idx="32431">
                  <c:v>120.97</c:v>
                </c:pt>
                <c:pt idx="32432">
                  <c:v>120.96</c:v>
                </c:pt>
                <c:pt idx="32433">
                  <c:v>59.98</c:v>
                </c:pt>
                <c:pt idx="32434">
                  <c:v>50.48</c:v>
                </c:pt>
                <c:pt idx="32435">
                  <c:v>79.98</c:v>
                </c:pt>
                <c:pt idx="32436">
                  <c:v>53.98</c:v>
                </c:pt>
                <c:pt idx="32437">
                  <c:v>65.989999999999995</c:v>
                </c:pt>
                <c:pt idx="32438">
                  <c:v>79.849999999999994</c:v>
                </c:pt>
                <c:pt idx="32439">
                  <c:v>79.260000000000005</c:v>
                </c:pt>
                <c:pt idx="32440">
                  <c:v>94.98</c:v>
                </c:pt>
                <c:pt idx="32441">
                  <c:v>53.98</c:v>
                </c:pt>
                <c:pt idx="32442">
                  <c:v>57.58</c:v>
                </c:pt>
                <c:pt idx="32443">
                  <c:v>113.97</c:v>
                </c:pt>
                <c:pt idx="32444">
                  <c:v>94.98</c:v>
                </c:pt>
                <c:pt idx="32445">
                  <c:v>-84.99</c:v>
                </c:pt>
                <c:pt idx="32446">
                  <c:v>68.989999999999995</c:v>
                </c:pt>
                <c:pt idx="32447">
                  <c:v>84.99</c:v>
                </c:pt>
                <c:pt idx="32448">
                  <c:v>50.22</c:v>
                </c:pt>
                <c:pt idx="32449">
                  <c:v>43.42</c:v>
                </c:pt>
                <c:pt idx="32450">
                  <c:v>63.98</c:v>
                </c:pt>
                <c:pt idx="32451">
                  <c:v>48.47</c:v>
                </c:pt>
                <c:pt idx="32452">
                  <c:v>172.97</c:v>
                </c:pt>
                <c:pt idx="32453">
                  <c:v>53.98</c:v>
                </c:pt>
                <c:pt idx="32454">
                  <c:v>124.98</c:v>
                </c:pt>
                <c:pt idx="32455">
                  <c:v>68.989999999999995</c:v>
                </c:pt>
                <c:pt idx="32456">
                  <c:v>104.48</c:v>
                </c:pt>
                <c:pt idx="32457">
                  <c:v>84.13</c:v>
                </c:pt>
                <c:pt idx="32458">
                  <c:v>98.98</c:v>
                </c:pt>
                <c:pt idx="32459">
                  <c:v>84.99</c:v>
                </c:pt>
                <c:pt idx="32460">
                  <c:v>110.98</c:v>
                </c:pt>
                <c:pt idx="32461">
                  <c:v>105.95</c:v>
                </c:pt>
                <c:pt idx="32462">
                  <c:v>58.49</c:v>
                </c:pt>
                <c:pt idx="32463">
                  <c:v>17.489999999999998</c:v>
                </c:pt>
                <c:pt idx="32464">
                  <c:v>57.45</c:v>
                </c:pt>
                <c:pt idx="32465">
                  <c:v>52.98</c:v>
                </c:pt>
                <c:pt idx="32466">
                  <c:v>52.48</c:v>
                </c:pt>
                <c:pt idx="32467">
                  <c:v>49.48</c:v>
                </c:pt>
                <c:pt idx="32468">
                  <c:v>18.48</c:v>
                </c:pt>
                <c:pt idx="32469">
                  <c:v>48.98</c:v>
                </c:pt>
                <c:pt idx="32470">
                  <c:v>111.32</c:v>
                </c:pt>
                <c:pt idx="32471">
                  <c:v>59.38</c:v>
                </c:pt>
                <c:pt idx="32472">
                  <c:v>50.98</c:v>
                </c:pt>
                <c:pt idx="32473">
                  <c:v>89.95</c:v>
                </c:pt>
                <c:pt idx="32474">
                  <c:v>107.94</c:v>
                </c:pt>
                <c:pt idx="32475">
                  <c:v>107.94</c:v>
                </c:pt>
                <c:pt idx="32476">
                  <c:v>147.93</c:v>
                </c:pt>
                <c:pt idx="32477">
                  <c:v>107.94</c:v>
                </c:pt>
                <c:pt idx="32478">
                  <c:v>137.91999999999999</c:v>
                </c:pt>
                <c:pt idx="32479">
                  <c:v>107.94</c:v>
                </c:pt>
                <c:pt idx="32480">
                  <c:v>79.98</c:v>
                </c:pt>
                <c:pt idx="32481">
                  <c:v>99.97</c:v>
                </c:pt>
                <c:pt idx="32482">
                  <c:v>44.18</c:v>
                </c:pt>
                <c:pt idx="32483">
                  <c:v>66.13</c:v>
                </c:pt>
                <c:pt idx="32484">
                  <c:v>56.16</c:v>
                </c:pt>
                <c:pt idx="32485">
                  <c:v>92.84</c:v>
                </c:pt>
                <c:pt idx="32486">
                  <c:v>54.99</c:v>
                </c:pt>
                <c:pt idx="32487">
                  <c:v>84.99</c:v>
                </c:pt>
                <c:pt idx="32488">
                  <c:v>49.99</c:v>
                </c:pt>
                <c:pt idx="32489">
                  <c:v>84.99</c:v>
                </c:pt>
                <c:pt idx="32490">
                  <c:v>84.99</c:v>
                </c:pt>
                <c:pt idx="32491">
                  <c:v>65.989999999999995</c:v>
                </c:pt>
                <c:pt idx="32492">
                  <c:v>84.99</c:v>
                </c:pt>
                <c:pt idx="32493">
                  <c:v>105.98</c:v>
                </c:pt>
                <c:pt idx="32494">
                  <c:v>84.99</c:v>
                </c:pt>
                <c:pt idx="32495">
                  <c:v>84.99</c:v>
                </c:pt>
                <c:pt idx="32496">
                  <c:v>80.98</c:v>
                </c:pt>
                <c:pt idx="32497">
                  <c:v>99.98</c:v>
                </c:pt>
                <c:pt idx="32498">
                  <c:v>84.99</c:v>
                </c:pt>
                <c:pt idx="32499">
                  <c:v>84.99</c:v>
                </c:pt>
                <c:pt idx="32500">
                  <c:v>84.99</c:v>
                </c:pt>
                <c:pt idx="32501">
                  <c:v>84.99</c:v>
                </c:pt>
                <c:pt idx="32502">
                  <c:v>80.98</c:v>
                </c:pt>
                <c:pt idx="32503">
                  <c:v>59.98</c:v>
                </c:pt>
                <c:pt idx="32504">
                  <c:v>84.99</c:v>
                </c:pt>
                <c:pt idx="32505">
                  <c:v>65.989999999999995</c:v>
                </c:pt>
                <c:pt idx="32506">
                  <c:v>80.98</c:v>
                </c:pt>
                <c:pt idx="32507">
                  <c:v>84.99</c:v>
                </c:pt>
                <c:pt idx="32508">
                  <c:v>84.99</c:v>
                </c:pt>
                <c:pt idx="32509">
                  <c:v>84.99</c:v>
                </c:pt>
                <c:pt idx="32510">
                  <c:v>80.98</c:v>
                </c:pt>
                <c:pt idx="32511">
                  <c:v>84.99</c:v>
                </c:pt>
                <c:pt idx="32512">
                  <c:v>84.99</c:v>
                </c:pt>
                <c:pt idx="32513">
                  <c:v>84.99</c:v>
                </c:pt>
                <c:pt idx="32514">
                  <c:v>84.99</c:v>
                </c:pt>
                <c:pt idx="32515">
                  <c:v>67.06</c:v>
                </c:pt>
                <c:pt idx="32516">
                  <c:v>84.99</c:v>
                </c:pt>
                <c:pt idx="32517">
                  <c:v>65.989999999999995</c:v>
                </c:pt>
                <c:pt idx="32518">
                  <c:v>111.96</c:v>
                </c:pt>
                <c:pt idx="32519">
                  <c:v>59.98</c:v>
                </c:pt>
                <c:pt idx="32520">
                  <c:v>110.97</c:v>
                </c:pt>
                <c:pt idx="32521">
                  <c:v>110.97</c:v>
                </c:pt>
                <c:pt idx="32522">
                  <c:v>54.97</c:v>
                </c:pt>
                <c:pt idx="32523">
                  <c:v>56.97</c:v>
                </c:pt>
                <c:pt idx="32524">
                  <c:v>54.99</c:v>
                </c:pt>
                <c:pt idx="32525">
                  <c:v>109.98</c:v>
                </c:pt>
                <c:pt idx="32526">
                  <c:v>19.940000000000001</c:v>
                </c:pt>
                <c:pt idx="32527">
                  <c:v>24.28</c:v>
                </c:pt>
                <c:pt idx="32528">
                  <c:v>37.28</c:v>
                </c:pt>
                <c:pt idx="32529">
                  <c:v>84.99</c:v>
                </c:pt>
                <c:pt idx="32530">
                  <c:v>65.989999999999995</c:v>
                </c:pt>
                <c:pt idx="32531">
                  <c:v>124.98</c:v>
                </c:pt>
                <c:pt idx="32532">
                  <c:v>84.99</c:v>
                </c:pt>
                <c:pt idx="32533">
                  <c:v>50.98</c:v>
                </c:pt>
                <c:pt idx="32534">
                  <c:v>113.47</c:v>
                </c:pt>
                <c:pt idx="32535">
                  <c:v>169.98</c:v>
                </c:pt>
                <c:pt idx="32536">
                  <c:v>152.97999999999999</c:v>
                </c:pt>
                <c:pt idx="32537">
                  <c:v>134.97999999999999</c:v>
                </c:pt>
                <c:pt idx="32538">
                  <c:v>84.99</c:v>
                </c:pt>
                <c:pt idx="32539">
                  <c:v>52.97</c:v>
                </c:pt>
                <c:pt idx="32540">
                  <c:v>58.95</c:v>
                </c:pt>
                <c:pt idx="32541">
                  <c:v>109.98</c:v>
                </c:pt>
                <c:pt idx="32542">
                  <c:v>59.99</c:v>
                </c:pt>
                <c:pt idx="32543">
                  <c:v>41.49</c:v>
                </c:pt>
                <c:pt idx="32544">
                  <c:v>109.97</c:v>
                </c:pt>
                <c:pt idx="32545">
                  <c:v>59.96</c:v>
                </c:pt>
                <c:pt idx="32546">
                  <c:v>54.98</c:v>
                </c:pt>
                <c:pt idx="32547">
                  <c:v>54.98</c:v>
                </c:pt>
                <c:pt idx="32548">
                  <c:v>92.97</c:v>
                </c:pt>
                <c:pt idx="32549">
                  <c:v>55.98</c:v>
                </c:pt>
                <c:pt idx="32550">
                  <c:v>53.98</c:v>
                </c:pt>
                <c:pt idx="32551">
                  <c:v>72.97</c:v>
                </c:pt>
                <c:pt idx="32552">
                  <c:v>195.87</c:v>
                </c:pt>
                <c:pt idx="32553">
                  <c:v>95.92</c:v>
                </c:pt>
                <c:pt idx="32554">
                  <c:v>257.3</c:v>
                </c:pt>
                <c:pt idx="32555">
                  <c:v>151.9</c:v>
                </c:pt>
                <c:pt idx="32556">
                  <c:v>67.42</c:v>
                </c:pt>
                <c:pt idx="32557">
                  <c:v>221.88</c:v>
                </c:pt>
                <c:pt idx="32558">
                  <c:v>151.9</c:v>
                </c:pt>
                <c:pt idx="32559">
                  <c:v>95.92</c:v>
                </c:pt>
                <c:pt idx="32560">
                  <c:v>131.91</c:v>
                </c:pt>
                <c:pt idx="32561">
                  <c:v>95.92</c:v>
                </c:pt>
                <c:pt idx="32562">
                  <c:v>186.89</c:v>
                </c:pt>
                <c:pt idx="32563">
                  <c:v>101.93</c:v>
                </c:pt>
                <c:pt idx="32564">
                  <c:v>255.84</c:v>
                </c:pt>
                <c:pt idx="32565">
                  <c:v>109.96</c:v>
                </c:pt>
                <c:pt idx="32566">
                  <c:v>109.98</c:v>
                </c:pt>
                <c:pt idx="32567">
                  <c:v>109.98</c:v>
                </c:pt>
                <c:pt idx="32568">
                  <c:v>109.98</c:v>
                </c:pt>
                <c:pt idx="32569">
                  <c:v>109.95</c:v>
                </c:pt>
                <c:pt idx="32570">
                  <c:v>282.95</c:v>
                </c:pt>
                <c:pt idx="32571">
                  <c:v>244.7</c:v>
                </c:pt>
                <c:pt idx="32572">
                  <c:v>169.98</c:v>
                </c:pt>
                <c:pt idx="32573">
                  <c:v>339.96</c:v>
                </c:pt>
                <c:pt idx="32574">
                  <c:v>162.33000000000001</c:v>
                </c:pt>
                <c:pt idx="32575">
                  <c:v>101.48</c:v>
                </c:pt>
                <c:pt idx="32576">
                  <c:v>109.98</c:v>
                </c:pt>
                <c:pt idx="32577">
                  <c:v>194.97</c:v>
                </c:pt>
                <c:pt idx="32578">
                  <c:v>-84.99</c:v>
                </c:pt>
                <c:pt idx="32579">
                  <c:v>109.98</c:v>
                </c:pt>
                <c:pt idx="32580">
                  <c:v>109.97</c:v>
                </c:pt>
                <c:pt idx="32581">
                  <c:v>54.99</c:v>
                </c:pt>
                <c:pt idx="32582">
                  <c:v>54.99</c:v>
                </c:pt>
                <c:pt idx="32583">
                  <c:v>67.47</c:v>
                </c:pt>
                <c:pt idx="32584">
                  <c:v>109.97</c:v>
                </c:pt>
                <c:pt idx="32585">
                  <c:v>67.47</c:v>
                </c:pt>
                <c:pt idx="32586">
                  <c:v>169.98</c:v>
                </c:pt>
                <c:pt idx="32587">
                  <c:v>303.58</c:v>
                </c:pt>
                <c:pt idx="32588">
                  <c:v>229.93</c:v>
                </c:pt>
                <c:pt idx="32589">
                  <c:v>168.34</c:v>
                </c:pt>
                <c:pt idx="32590">
                  <c:v>84.99</c:v>
                </c:pt>
                <c:pt idx="32591">
                  <c:v>212.97</c:v>
                </c:pt>
                <c:pt idx="32592">
                  <c:v>279.95</c:v>
                </c:pt>
                <c:pt idx="32593">
                  <c:v>119.96</c:v>
                </c:pt>
                <c:pt idx="32594">
                  <c:v>249.95</c:v>
                </c:pt>
                <c:pt idx="32595">
                  <c:v>26.49</c:v>
                </c:pt>
                <c:pt idx="32596">
                  <c:v>26.49</c:v>
                </c:pt>
                <c:pt idx="32597">
                  <c:v>31.49</c:v>
                </c:pt>
                <c:pt idx="32598">
                  <c:v>109.97</c:v>
                </c:pt>
                <c:pt idx="32599">
                  <c:v>109.98</c:v>
                </c:pt>
                <c:pt idx="32600">
                  <c:v>109.97</c:v>
                </c:pt>
                <c:pt idx="32601">
                  <c:v>54.98</c:v>
                </c:pt>
                <c:pt idx="32602">
                  <c:v>46.49</c:v>
                </c:pt>
                <c:pt idx="32603">
                  <c:v>51.48</c:v>
                </c:pt>
                <c:pt idx="32604">
                  <c:v>41.47</c:v>
                </c:pt>
                <c:pt idx="32605">
                  <c:v>109.96</c:v>
                </c:pt>
                <c:pt idx="32606">
                  <c:v>54.98</c:v>
                </c:pt>
                <c:pt idx="32607">
                  <c:v>54.98</c:v>
                </c:pt>
                <c:pt idx="32608">
                  <c:v>169.98</c:v>
                </c:pt>
                <c:pt idx="32609">
                  <c:v>169.98</c:v>
                </c:pt>
                <c:pt idx="32610">
                  <c:v>52.23</c:v>
                </c:pt>
                <c:pt idx="32611">
                  <c:v>169.98</c:v>
                </c:pt>
                <c:pt idx="32612">
                  <c:v>84.99</c:v>
                </c:pt>
                <c:pt idx="32613">
                  <c:v>52.23</c:v>
                </c:pt>
                <c:pt idx="32614">
                  <c:v>84.99</c:v>
                </c:pt>
                <c:pt idx="32615">
                  <c:v>169.98</c:v>
                </c:pt>
                <c:pt idx="32616">
                  <c:v>159.97999999999999</c:v>
                </c:pt>
                <c:pt idx="32617">
                  <c:v>169.98</c:v>
                </c:pt>
                <c:pt idx="32618">
                  <c:v>158.80000000000001</c:v>
                </c:pt>
                <c:pt idx="32619">
                  <c:v>169.98</c:v>
                </c:pt>
                <c:pt idx="32620">
                  <c:v>169.98</c:v>
                </c:pt>
                <c:pt idx="32621">
                  <c:v>64.95</c:v>
                </c:pt>
                <c:pt idx="32622">
                  <c:v>169.98</c:v>
                </c:pt>
                <c:pt idx="32623">
                  <c:v>64.95</c:v>
                </c:pt>
                <c:pt idx="32624">
                  <c:v>169.98</c:v>
                </c:pt>
                <c:pt idx="32625">
                  <c:v>159.28</c:v>
                </c:pt>
                <c:pt idx="32626">
                  <c:v>169.98</c:v>
                </c:pt>
                <c:pt idx="32627">
                  <c:v>75.959999999999994</c:v>
                </c:pt>
                <c:pt idx="32628">
                  <c:v>158.80000000000001</c:v>
                </c:pt>
                <c:pt idx="32629">
                  <c:v>254.97</c:v>
                </c:pt>
                <c:pt idx="32630">
                  <c:v>159.28</c:v>
                </c:pt>
                <c:pt idx="32631">
                  <c:v>169.98</c:v>
                </c:pt>
                <c:pt idx="32632">
                  <c:v>169.98</c:v>
                </c:pt>
                <c:pt idx="32633">
                  <c:v>169.98</c:v>
                </c:pt>
                <c:pt idx="32634">
                  <c:v>169.98</c:v>
                </c:pt>
                <c:pt idx="32635">
                  <c:v>254.97</c:v>
                </c:pt>
                <c:pt idx="32636">
                  <c:v>159.97999999999999</c:v>
                </c:pt>
                <c:pt idx="32637">
                  <c:v>75.959999999999994</c:v>
                </c:pt>
                <c:pt idx="32638">
                  <c:v>41.48</c:v>
                </c:pt>
                <c:pt idx="32639">
                  <c:v>59.97</c:v>
                </c:pt>
                <c:pt idx="32640">
                  <c:v>75.959999999999994</c:v>
                </c:pt>
                <c:pt idx="32641">
                  <c:v>21.24</c:v>
                </c:pt>
                <c:pt idx="32642">
                  <c:v>16.489999999999998</c:v>
                </c:pt>
                <c:pt idx="32643">
                  <c:v>17.239999999999998</c:v>
                </c:pt>
                <c:pt idx="32644">
                  <c:v>54.98</c:v>
                </c:pt>
                <c:pt idx="32645">
                  <c:v>63.97</c:v>
                </c:pt>
                <c:pt idx="32646">
                  <c:v>37.47</c:v>
                </c:pt>
                <c:pt idx="32647">
                  <c:v>21.48</c:v>
                </c:pt>
                <c:pt idx="32648">
                  <c:v>21.48</c:v>
                </c:pt>
                <c:pt idx="32649">
                  <c:v>11.49</c:v>
                </c:pt>
                <c:pt idx="32650">
                  <c:v>21.48</c:v>
                </c:pt>
                <c:pt idx="32651">
                  <c:v>21.48</c:v>
                </c:pt>
                <c:pt idx="32652">
                  <c:v>21.48</c:v>
                </c:pt>
                <c:pt idx="32653">
                  <c:v>21.48</c:v>
                </c:pt>
                <c:pt idx="32654">
                  <c:v>11.49</c:v>
                </c:pt>
                <c:pt idx="32655">
                  <c:v>109.78</c:v>
                </c:pt>
                <c:pt idx="32656">
                  <c:v>100.95</c:v>
                </c:pt>
                <c:pt idx="32657">
                  <c:v>84.14</c:v>
                </c:pt>
                <c:pt idx="32658">
                  <c:v>114.97</c:v>
                </c:pt>
                <c:pt idx="32659">
                  <c:v>155.36000000000001</c:v>
                </c:pt>
                <c:pt idx="32660">
                  <c:v>191.94</c:v>
                </c:pt>
                <c:pt idx="32661">
                  <c:v>84.99</c:v>
                </c:pt>
                <c:pt idx="32662">
                  <c:v>83.29</c:v>
                </c:pt>
                <c:pt idx="32663">
                  <c:v>252.45</c:v>
                </c:pt>
                <c:pt idx="32664">
                  <c:v>169.13</c:v>
                </c:pt>
                <c:pt idx="32665">
                  <c:v>167.43</c:v>
                </c:pt>
                <c:pt idx="32666">
                  <c:v>129.96</c:v>
                </c:pt>
                <c:pt idx="32667">
                  <c:v>84.14</c:v>
                </c:pt>
                <c:pt idx="32668">
                  <c:v>65.989999999999995</c:v>
                </c:pt>
                <c:pt idx="32669">
                  <c:v>191.94</c:v>
                </c:pt>
                <c:pt idx="32670">
                  <c:v>83.37</c:v>
                </c:pt>
                <c:pt idx="32671">
                  <c:v>246.94</c:v>
                </c:pt>
                <c:pt idx="32672">
                  <c:v>169.98</c:v>
                </c:pt>
                <c:pt idx="32673">
                  <c:v>110.67</c:v>
                </c:pt>
                <c:pt idx="32674">
                  <c:v>32.51</c:v>
                </c:pt>
                <c:pt idx="32675">
                  <c:v>79.06</c:v>
                </c:pt>
                <c:pt idx="32676">
                  <c:v>61.18</c:v>
                </c:pt>
                <c:pt idx="32677">
                  <c:v>40.49</c:v>
                </c:pt>
                <c:pt idx="32678">
                  <c:v>120.99</c:v>
                </c:pt>
                <c:pt idx="32679">
                  <c:v>120.99</c:v>
                </c:pt>
                <c:pt idx="32680">
                  <c:v>120.99</c:v>
                </c:pt>
                <c:pt idx="32681">
                  <c:v>65.989999999999995</c:v>
                </c:pt>
                <c:pt idx="32682">
                  <c:v>29.48</c:v>
                </c:pt>
                <c:pt idx="32683">
                  <c:v>65.989999999999995</c:v>
                </c:pt>
                <c:pt idx="32684">
                  <c:v>65.989999999999995</c:v>
                </c:pt>
                <c:pt idx="32685">
                  <c:v>65.989999999999995</c:v>
                </c:pt>
                <c:pt idx="32686">
                  <c:v>65.989999999999995</c:v>
                </c:pt>
                <c:pt idx="32687">
                  <c:v>93.97</c:v>
                </c:pt>
                <c:pt idx="32688">
                  <c:v>49.99</c:v>
                </c:pt>
                <c:pt idx="32689">
                  <c:v>49.99</c:v>
                </c:pt>
                <c:pt idx="32690">
                  <c:v>65.989999999999995</c:v>
                </c:pt>
                <c:pt idx="32691">
                  <c:v>65.989999999999995</c:v>
                </c:pt>
                <c:pt idx="32692">
                  <c:v>65.989999999999995</c:v>
                </c:pt>
                <c:pt idx="32693">
                  <c:v>65.989999999999995</c:v>
                </c:pt>
                <c:pt idx="32694">
                  <c:v>65.989999999999995</c:v>
                </c:pt>
                <c:pt idx="32695">
                  <c:v>41.49</c:v>
                </c:pt>
                <c:pt idx="32696">
                  <c:v>65.989999999999995</c:v>
                </c:pt>
                <c:pt idx="32697">
                  <c:v>65.989999999999995</c:v>
                </c:pt>
                <c:pt idx="32698">
                  <c:v>65.989999999999995</c:v>
                </c:pt>
                <c:pt idx="32699">
                  <c:v>65.989999999999995</c:v>
                </c:pt>
                <c:pt idx="32700">
                  <c:v>41.49</c:v>
                </c:pt>
                <c:pt idx="32701">
                  <c:v>65.989999999999995</c:v>
                </c:pt>
                <c:pt idx="32702">
                  <c:v>59.99</c:v>
                </c:pt>
                <c:pt idx="32703">
                  <c:v>65.989999999999995</c:v>
                </c:pt>
                <c:pt idx="32704">
                  <c:v>21.34</c:v>
                </c:pt>
                <c:pt idx="32705">
                  <c:v>67.489999999999995</c:v>
                </c:pt>
                <c:pt idx="32706">
                  <c:v>25.08</c:v>
                </c:pt>
                <c:pt idx="32707">
                  <c:v>65.989999999999995</c:v>
                </c:pt>
                <c:pt idx="32708">
                  <c:v>65.989999999999995</c:v>
                </c:pt>
                <c:pt idx="32709">
                  <c:v>65.989999999999995</c:v>
                </c:pt>
                <c:pt idx="32710">
                  <c:v>120.98</c:v>
                </c:pt>
                <c:pt idx="32711">
                  <c:v>119.98</c:v>
                </c:pt>
                <c:pt idx="32712">
                  <c:v>119.98</c:v>
                </c:pt>
                <c:pt idx="32713">
                  <c:v>59.99</c:v>
                </c:pt>
                <c:pt idx="32714">
                  <c:v>103.98</c:v>
                </c:pt>
                <c:pt idx="32715">
                  <c:v>103.98</c:v>
                </c:pt>
                <c:pt idx="32716">
                  <c:v>59.99</c:v>
                </c:pt>
                <c:pt idx="32717">
                  <c:v>59.99</c:v>
                </c:pt>
                <c:pt idx="32718">
                  <c:v>59.99</c:v>
                </c:pt>
                <c:pt idx="32719">
                  <c:v>120.98</c:v>
                </c:pt>
                <c:pt idx="32720">
                  <c:v>111.48</c:v>
                </c:pt>
                <c:pt idx="32721">
                  <c:v>160.88999999999999</c:v>
                </c:pt>
                <c:pt idx="32722">
                  <c:v>159.69999999999999</c:v>
                </c:pt>
                <c:pt idx="32723">
                  <c:v>159.69999999999999</c:v>
                </c:pt>
                <c:pt idx="32724">
                  <c:v>148.79</c:v>
                </c:pt>
                <c:pt idx="32725">
                  <c:v>118.39</c:v>
                </c:pt>
                <c:pt idx="32726">
                  <c:v>159.69999999999999</c:v>
                </c:pt>
                <c:pt idx="32727">
                  <c:v>159.69999999999999</c:v>
                </c:pt>
                <c:pt idx="32728">
                  <c:v>177.83</c:v>
                </c:pt>
                <c:pt idx="32729">
                  <c:v>159.69999999999999</c:v>
                </c:pt>
                <c:pt idx="32730">
                  <c:v>159.69999999999999</c:v>
                </c:pt>
                <c:pt idx="32731">
                  <c:v>160.88999999999999</c:v>
                </c:pt>
                <c:pt idx="32732">
                  <c:v>148.79</c:v>
                </c:pt>
                <c:pt idx="32733">
                  <c:v>160.88999999999999</c:v>
                </c:pt>
                <c:pt idx="32734">
                  <c:v>122.17</c:v>
                </c:pt>
                <c:pt idx="32735">
                  <c:v>135.74</c:v>
                </c:pt>
                <c:pt idx="32736">
                  <c:v>160.88999999999999</c:v>
                </c:pt>
                <c:pt idx="32737">
                  <c:v>160.88999999999999</c:v>
                </c:pt>
                <c:pt idx="32738">
                  <c:v>120.96</c:v>
                </c:pt>
                <c:pt idx="32739">
                  <c:v>119.96</c:v>
                </c:pt>
                <c:pt idx="32740">
                  <c:v>119.96</c:v>
                </c:pt>
                <c:pt idx="32741">
                  <c:v>50.49</c:v>
                </c:pt>
                <c:pt idx="32742">
                  <c:v>50.49</c:v>
                </c:pt>
                <c:pt idx="32743">
                  <c:v>119.96</c:v>
                </c:pt>
                <c:pt idx="32744">
                  <c:v>100.96</c:v>
                </c:pt>
                <c:pt idx="32745">
                  <c:v>169.98</c:v>
                </c:pt>
                <c:pt idx="32746">
                  <c:v>62.98</c:v>
                </c:pt>
                <c:pt idx="32747">
                  <c:v>130.06</c:v>
                </c:pt>
                <c:pt idx="32748">
                  <c:v>169.98</c:v>
                </c:pt>
                <c:pt idx="32749">
                  <c:v>84.99</c:v>
                </c:pt>
                <c:pt idx="32750">
                  <c:v>84.99</c:v>
                </c:pt>
                <c:pt idx="32751">
                  <c:v>152.72999999999999</c:v>
                </c:pt>
                <c:pt idx="32752">
                  <c:v>43.48</c:v>
                </c:pt>
                <c:pt idx="32753">
                  <c:v>131.37</c:v>
                </c:pt>
                <c:pt idx="32754">
                  <c:v>70.98</c:v>
                </c:pt>
                <c:pt idx="32755">
                  <c:v>84.99</c:v>
                </c:pt>
                <c:pt idx="32756">
                  <c:v>75.09</c:v>
                </c:pt>
                <c:pt idx="32757">
                  <c:v>74.989999999999995</c:v>
                </c:pt>
                <c:pt idx="32758">
                  <c:v>118.78</c:v>
                </c:pt>
                <c:pt idx="32759">
                  <c:v>173.97</c:v>
                </c:pt>
                <c:pt idx="32760">
                  <c:v>184.97</c:v>
                </c:pt>
                <c:pt idx="32761">
                  <c:v>134.97999999999999</c:v>
                </c:pt>
                <c:pt idx="32762">
                  <c:v>166.16</c:v>
                </c:pt>
                <c:pt idx="32763">
                  <c:v>131.86000000000001</c:v>
                </c:pt>
                <c:pt idx="32764">
                  <c:v>87.47</c:v>
                </c:pt>
                <c:pt idx="32765">
                  <c:v>59.97</c:v>
                </c:pt>
                <c:pt idx="32766">
                  <c:v>59.97</c:v>
                </c:pt>
                <c:pt idx="32767">
                  <c:v>51.97</c:v>
                </c:pt>
                <c:pt idx="32768">
                  <c:v>67.959999999999994</c:v>
                </c:pt>
                <c:pt idx="32769">
                  <c:v>119.9</c:v>
                </c:pt>
                <c:pt idx="32770">
                  <c:v>20.48</c:v>
                </c:pt>
                <c:pt idx="32771">
                  <c:v>40.46</c:v>
                </c:pt>
                <c:pt idx="32772">
                  <c:v>30.47</c:v>
                </c:pt>
                <c:pt idx="32773">
                  <c:v>67.48</c:v>
                </c:pt>
                <c:pt idx="32774">
                  <c:v>120.85</c:v>
                </c:pt>
                <c:pt idx="32775">
                  <c:v>68.989999999999995</c:v>
                </c:pt>
                <c:pt idx="32776">
                  <c:v>145.97</c:v>
                </c:pt>
                <c:pt idx="32777">
                  <c:v>68.989999999999995</c:v>
                </c:pt>
                <c:pt idx="32778">
                  <c:v>88.98</c:v>
                </c:pt>
                <c:pt idx="32779">
                  <c:v>81.38</c:v>
                </c:pt>
                <c:pt idx="32780">
                  <c:v>206.97</c:v>
                </c:pt>
                <c:pt idx="32781">
                  <c:v>58.21</c:v>
                </c:pt>
                <c:pt idx="32782">
                  <c:v>62.98</c:v>
                </c:pt>
                <c:pt idx="32783">
                  <c:v>63.33</c:v>
                </c:pt>
                <c:pt idx="32784">
                  <c:v>63.97</c:v>
                </c:pt>
                <c:pt idx="32785">
                  <c:v>84.97</c:v>
                </c:pt>
                <c:pt idx="32786">
                  <c:v>69.98</c:v>
                </c:pt>
                <c:pt idx="32787">
                  <c:v>167.97</c:v>
                </c:pt>
                <c:pt idx="32788">
                  <c:v>79.790000000000006</c:v>
                </c:pt>
                <c:pt idx="32789">
                  <c:v>131.97999999999999</c:v>
                </c:pt>
                <c:pt idx="32790">
                  <c:v>67.12</c:v>
                </c:pt>
                <c:pt idx="32791">
                  <c:v>84.99</c:v>
                </c:pt>
                <c:pt idx="32792">
                  <c:v>85.89</c:v>
                </c:pt>
                <c:pt idx="32793">
                  <c:v>25.39</c:v>
                </c:pt>
                <c:pt idx="32794">
                  <c:v>51.39</c:v>
                </c:pt>
                <c:pt idx="32795">
                  <c:v>58.98</c:v>
                </c:pt>
                <c:pt idx="32796">
                  <c:v>50.36</c:v>
                </c:pt>
                <c:pt idx="32797">
                  <c:v>48.35</c:v>
                </c:pt>
                <c:pt idx="32798">
                  <c:v>54.98</c:v>
                </c:pt>
                <c:pt idx="32799">
                  <c:v>42.24</c:v>
                </c:pt>
                <c:pt idx="32800">
                  <c:v>28.23</c:v>
                </c:pt>
                <c:pt idx="32801">
                  <c:v>68.97</c:v>
                </c:pt>
                <c:pt idx="32802">
                  <c:v>31.49</c:v>
                </c:pt>
                <c:pt idx="32803">
                  <c:v>69.98</c:v>
                </c:pt>
                <c:pt idx="32804">
                  <c:v>65.989999999999995</c:v>
                </c:pt>
                <c:pt idx="32805">
                  <c:v>65.989999999999995</c:v>
                </c:pt>
                <c:pt idx="32806">
                  <c:v>85.98</c:v>
                </c:pt>
                <c:pt idx="32807">
                  <c:v>65.989999999999995</c:v>
                </c:pt>
                <c:pt idx="32808">
                  <c:v>65.989999999999995</c:v>
                </c:pt>
                <c:pt idx="32809">
                  <c:v>85.98</c:v>
                </c:pt>
                <c:pt idx="32810">
                  <c:v>85.98</c:v>
                </c:pt>
                <c:pt idx="32811">
                  <c:v>65.989999999999995</c:v>
                </c:pt>
                <c:pt idx="32812">
                  <c:v>65.989999999999995</c:v>
                </c:pt>
                <c:pt idx="32813">
                  <c:v>65.989999999999995</c:v>
                </c:pt>
                <c:pt idx="32814">
                  <c:v>47.16</c:v>
                </c:pt>
                <c:pt idx="32815">
                  <c:v>65.989999999999995</c:v>
                </c:pt>
                <c:pt idx="32816">
                  <c:v>59.39</c:v>
                </c:pt>
                <c:pt idx="32817">
                  <c:v>59.97</c:v>
                </c:pt>
                <c:pt idx="32818">
                  <c:v>65.989999999999995</c:v>
                </c:pt>
                <c:pt idx="32819">
                  <c:v>1.5</c:v>
                </c:pt>
                <c:pt idx="32820">
                  <c:v>65.989999999999995</c:v>
                </c:pt>
                <c:pt idx="32821">
                  <c:v>65.989999999999995</c:v>
                </c:pt>
                <c:pt idx="32822">
                  <c:v>65.989999999999995</c:v>
                </c:pt>
                <c:pt idx="32823">
                  <c:v>58.85</c:v>
                </c:pt>
                <c:pt idx="32824">
                  <c:v>65.989999999999995</c:v>
                </c:pt>
                <c:pt idx="32825">
                  <c:v>65.989999999999995</c:v>
                </c:pt>
                <c:pt idx="32826">
                  <c:v>65.989999999999995</c:v>
                </c:pt>
                <c:pt idx="32827">
                  <c:v>60.51</c:v>
                </c:pt>
                <c:pt idx="32828">
                  <c:v>65.989999999999995</c:v>
                </c:pt>
                <c:pt idx="32829">
                  <c:v>21.49</c:v>
                </c:pt>
                <c:pt idx="32830">
                  <c:v>65.989999999999995</c:v>
                </c:pt>
                <c:pt idx="32831">
                  <c:v>65.989999999999995</c:v>
                </c:pt>
                <c:pt idx="32832">
                  <c:v>45.06</c:v>
                </c:pt>
                <c:pt idx="32833">
                  <c:v>46.76</c:v>
                </c:pt>
                <c:pt idx="32834">
                  <c:v>20.49</c:v>
                </c:pt>
                <c:pt idx="32835">
                  <c:v>80.95</c:v>
                </c:pt>
                <c:pt idx="32836">
                  <c:v>-46.76</c:v>
                </c:pt>
                <c:pt idx="32837">
                  <c:v>111.96</c:v>
                </c:pt>
                <c:pt idx="32838">
                  <c:v>89.97</c:v>
                </c:pt>
                <c:pt idx="32839">
                  <c:v>110.97</c:v>
                </c:pt>
                <c:pt idx="32840">
                  <c:v>89.97</c:v>
                </c:pt>
                <c:pt idx="32841">
                  <c:v>110.97</c:v>
                </c:pt>
                <c:pt idx="32842">
                  <c:v>55.98</c:v>
                </c:pt>
                <c:pt idx="32843">
                  <c:v>46.29</c:v>
                </c:pt>
                <c:pt idx="32844">
                  <c:v>56.97</c:v>
                </c:pt>
                <c:pt idx="32845">
                  <c:v>53.98</c:v>
                </c:pt>
                <c:pt idx="32846">
                  <c:v>54.99</c:v>
                </c:pt>
                <c:pt idx="32847">
                  <c:v>54.99</c:v>
                </c:pt>
                <c:pt idx="32848">
                  <c:v>60.99</c:v>
                </c:pt>
                <c:pt idx="32849">
                  <c:v>60.99</c:v>
                </c:pt>
                <c:pt idx="32850">
                  <c:v>60.99</c:v>
                </c:pt>
                <c:pt idx="32851">
                  <c:v>60.99</c:v>
                </c:pt>
                <c:pt idx="32852">
                  <c:v>60.99</c:v>
                </c:pt>
                <c:pt idx="32853">
                  <c:v>60.99</c:v>
                </c:pt>
                <c:pt idx="32854">
                  <c:v>38.24</c:v>
                </c:pt>
                <c:pt idx="32855">
                  <c:v>60.99</c:v>
                </c:pt>
                <c:pt idx="32856">
                  <c:v>60.99</c:v>
                </c:pt>
                <c:pt idx="32857">
                  <c:v>119.21</c:v>
                </c:pt>
                <c:pt idx="32858">
                  <c:v>121.98</c:v>
                </c:pt>
                <c:pt idx="32859">
                  <c:v>60.99</c:v>
                </c:pt>
                <c:pt idx="32860">
                  <c:v>60.99</c:v>
                </c:pt>
                <c:pt idx="32861">
                  <c:v>60.99</c:v>
                </c:pt>
                <c:pt idx="32862">
                  <c:v>121.98</c:v>
                </c:pt>
                <c:pt idx="32863">
                  <c:v>55.75</c:v>
                </c:pt>
                <c:pt idx="32864">
                  <c:v>121.98</c:v>
                </c:pt>
                <c:pt idx="32865">
                  <c:v>109.98</c:v>
                </c:pt>
                <c:pt idx="32866">
                  <c:v>56.97</c:v>
                </c:pt>
                <c:pt idx="32867">
                  <c:v>68.36</c:v>
                </c:pt>
                <c:pt idx="32868">
                  <c:v>56.97</c:v>
                </c:pt>
                <c:pt idx="32869">
                  <c:v>53.97</c:v>
                </c:pt>
                <c:pt idx="32870">
                  <c:v>53.97</c:v>
                </c:pt>
                <c:pt idx="32871">
                  <c:v>68.36</c:v>
                </c:pt>
                <c:pt idx="32872">
                  <c:v>110.95</c:v>
                </c:pt>
                <c:pt idx="32873">
                  <c:v>46.29</c:v>
                </c:pt>
                <c:pt idx="32874">
                  <c:v>16.29</c:v>
                </c:pt>
                <c:pt idx="32875">
                  <c:v>109.96</c:v>
                </c:pt>
                <c:pt idx="32876">
                  <c:v>50.98</c:v>
                </c:pt>
                <c:pt idx="32877">
                  <c:v>59.96</c:v>
                </c:pt>
                <c:pt idx="32878">
                  <c:v>50.97</c:v>
                </c:pt>
                <c:pt idx="32879">
                  <c:v>58.97</c:v>
                </c:pt>
                <c:pt idx="32880">
                  <c:v>339.9</c:v>
                </c:pt>
                <c:pt idx="32881">
                  <c:v>160.88999999999999</c:v>
                </c:pt>
                <c:pt idx="32882">
                  <c:v>154.66</c:v>
                </c:pt>
                <c:pt idx="32883">
                  <c:v>148.76</c:v>
                </c:pt>
                <c:pt idx="32884">
                  <c:v>160.88999999999999</c:v>
                </c:pt>
                <c:pt idx="32885">
                  <c:v>160.88999999999999</c:v>
                </c:pt>
                <c:pt idx="32886">
                  <c:v>204.7</c:v>
                </c:pt>
                <c:pt idx="32887">
                  <c:v>322.02999999999997</c:v>
                </c:pt>
                <c:pt idx="32888">
                  <c:v>150.91</c:v>
                </c:pt>
                <c:pt idx="32889">
                  <c:v>148.22</c:v>
                </c:pt>
                <c:pt idx="32890">
                  <c:v>188.72</c:v>
                </c:pt>
                <c:pt idx="32891">
                  <c:v>54.98</c:v>
                </c:pt>
                <c:pt idx="32892">
                  <c:v>54.98</c:v>
                </c:pt>
                <c:pt idx="32893">
                  <c:v>53.98</c:v>
                </c:pt>
                <c:pt idx="32894">
                  <c:v>54.98</c:v>
                </c:pt>
                <c:pt idx="32895">
                  <c:v>108.97</c:v>
                </c:pt>
                <c:pt idx="32896">
                  <c:v>111.87</c:v>
                </c:pt>
                <c:pt idx="32897">
                  <c:v>108.97</c:v>
                </c:pt>
                <c:pt idx="32898">
                  <c:v>31.49</c:v>
                </c:pt>
                <c:pt idx="32899">
                  <c:v>31.49</c:v>
                </c:pt>
                <c:pt idx="32900">
                  <c:v>20.49</c:v>
                </c:pt>
                <c:pt idx="32901">
                  <c:v>55.98</c:v>
                </c:pt>
                <c:pt idx="32902">
                  <c:v>16.239999999999998</c:v>
                </c:pt>
                <c:pt idx="32903">
                  <c:v>57.98</c:v>
                </c:pt>
                <c:pt idx="32904">
                  <c:v>50.95</c:v>
                </c:pt>
                <c:pt idx="32905">
                  <c:v>108.87</c:v>
                </c:pt>
                <c:pt idx="32906">
                  <c:v>108.78</c:v>
                </c:pt>
                <c:pt idx="32907">
                  <c:v>108.78</c:v>
                </c:pt>
                <c:pt idx="32908">
                  <c:v>57.98</c:v>
                </c:pt>
                <c:pt idx="32909">
                  <c:v>118.97</c:v>
                </c:pt>
                <c:pt idx="32910">
                  <c:v>50.97</c:v>
                </c:pt>
                <c:pt idx="32911">
                  <c:v>38.979999999999997</c:v>
                </c:pt>
                <c:pt idx="32912">
                  <c:v>118.85</c:v>
                </c:pt>
                <c:pt idx="32913">
                  <c:v>397.9</c:v>
                </c:pt>
                <c:pt idx="32914">
                  <c:v>218.94</c:v>
                </c:pt>
                <c:pt idx="32915">
                  <c:v>319.95999999999998</c:v>
                </c:pt>
                <c:pt idx="32916">
                  <c:v>253.94</c:v>
                </c:pt>
                <c:pt idx="32917">
                  <c:v>233.06</c:v>
                </c:pt>
                <c:pt idx="32918">
                  <c:v>250.09</c:v>
                </c:pt>
                <c:pt idx="32919">
                  <c:v>334.95</c:v>
                </c:pt>
                <c:pt idx="32920">
                  <c:v>119.77</c:v>
                </c:pt>
                <c:pt idx="32921">
                  <c:v>79.989999999999995</c:v>
                </c:pt>
                <c:pt idx="32922">
                  <c:v>119.75</c:v>
                </c:pt>
                <c:pt idx="32923">
                  <c:v>25.39</c:v>
                </c:pt>
                <c:pt idx="32924">
                  <c:v>84.68</c:v>
                </c:pt>
                <c:pt idx="32925">
                  <c:v>178.74</c:v>
                </c:pt>
                <c:pt idx="32926">
                  <c:v>164.02</c:v>
                </c:pt>
                <c:pt idx="32927">
                  <c:v>162.66999999999999</c:v>
                </c:pt>
                <c:pt idx="32928">
                  <c:v>52.34</c:v>
                </c:pt>
                <c:pt idx="32929">
                  <c:v>59.38</c:v>
                </c:pt>
                <c:pt idx="32930">
                  <c:v>59.38</c:v>
                </c:pt>
                <c:pt idx="32931">
                  <c:v>312.45999999999998</c:v>
                </c:pt>
                <c:pt idx="32932">
                  <c:v>222.24</c:v>
                </c:pt>
                <c:pt idx="32933">
                  <c:v>278.89999999999998</c:v>
                </c:pt>
                <c:pt idx="32934">
                  <c:v>358.8</c:v>
                </c:pt>
                <c:pt idx="32935">
                  <c:v>134.94</c:v>
                </c:pt>
                <c:pt idx="32936">
                  <c:v>167.94</c:v>
                </c:pt>
                <c:pt idx="32937">
                  <c:v>139.94999999999999</c:v>
                </c:pt>
                <c:pt idx="32938">
                  <c:v>335.88</c:v>
                </c:pt>
                <c:pt idx="32939">
                  <c:v>65.3</c:v>
                </c:pt>
                <c:pt idx="32940">
                  <c:v>56.97</c:v>
                </c:pt>
                <c:pt idx="32941">
                  <c:v>51.27</c:v>
                </c:pt>
                <c:pt idx="32942">
                  <c:v>51.27</c:v>
                </c:pt>
                <c:pt idx="32943">
                  <c:v>56.97</c:v>
                </c:pt>
                <c:pt idx="32944">
                  <c:v>56.97</c:v>
                </c:pt>
                <c:pt idx="32945">
                  <c:v>62.87</c:v>
                </c:pt>
                <c:pt idx="32946">
                  <c:v>56.07</c:v>
                </c:pt>
                <c:pt idx="32947">
                  <c:v>108.13</c:v>
                </c:pt>
                <c:pt idx="32948">
                  <c:v>116.44</c:v>
                </c:pt>
                <c:pt idx="32949">
                  <c:v>188.53</c:v>
                </c:pt>
                <c:pt idx="32950">
                  <c:v>181.46</c:v>
                </c:pt>
                <c:pt idx="32951">
                  <c:v>199.6</c:v>
                </c:pt>
                <c:pt idx="32952">
                  <c:v>18.13</c:v>
                </c:pt>
                <c:pt idx="32953">
                  <c:v>134.27000000000001</c:v>
                </c:pt>
                <c:pt idx="32954">
                  <c:v>164.76</c:v>
                </c:pt>
                <c:pt idx="32955">
                  <c:v>97.99</c:v>
                </c:pt>
                <c:pt idx="32956">
                  <c:v>191.14</c:v>
                </c:pt>
                <c:pt idx="32957">
                  <c:v>109.98</c:v>
                </c:pt>
                <c:pt idx="32958">
                  <c:v>109.98</c:v>
                </c:pt>
                <c:pt idx="32959">
                  <c:v>109.98</c:v>
                </c:pt>
                <c:pt idx="32960">
                  <c:v>109.98</c:v>
                </c:pt>
                <c:pt idx="32961">
                  <c:v>54.99</c:v>
                </c:pt>
                <c:pt idx="32962">
                  <c:v>54.99</c:v>
                </c:pt>
                <c:pt idx="32963">
                  <c:v>109.97</c:v>
                </c:pt>
                <c:pt idx="32964">
                  <c:v>69.989999999999995</c:v>
                </c:pt>
                <c:pt idx="32965">
                  <c:v>31.29</c:v>
                </c:pt>
                <c:pt idx="32966">
                  <c:v>163.96</c:v>
                </c:pt>
                <c:pt idx="32967">
                  <c:v>177.95</c:v>
                </c:pt>
                <c:pt idx="32968">
                  <c:v>91.96</c:v>
                </c:pt>
                <c:pt idx="32969">
                  <c:v>144.97</c:v>
                </c:pt>
                <c:pt idx="32970">
                  <c:v>93.95</c:v>
                </c:pt>
                <c:pt idx="32971">
                  <c:v>149.97</c:v>
                </c:pt>
                <c:pt idx="32972">
                  <c:v>185.93</c:v>
                </c:pt>
                <c:pt idx="32973">
                  <c:v>55.96</c:v>
                </c:pt>
                <c:pt idx="32974">
                  <c:v>149.97</c:v>
                </c:pt>
                <c:pt idx="32975">
                  <c:v>149.97</c:v>
                </c:pt>
                <c:pt idx="32976">
                  <c:v>186.38</c:v>
                </c:pt>
                <c:pt idx="32977">
                  <c:v>134.97</c:v>
                </c:pt>
                <c:pt idx="32978">
                  <c:v>77.97</c:v>
                </c:pt>
                <c:pt idx="32979">
                  <c:v>131.34</c:v>
                </c:pt>
                <c:pt idx="32980">
                  <c:v>205.93</c:v>
                </c:pt>
                <c:pt idx="32981">
                  <c:v>177.95</c:v>
                </c:pt>
                <c:pt idx="32982">
                  <c:v>84.98</c:v>
                </c:pt>
                <c:pt idx="32983">
                  <c:v>109.96</c:v>
                </c:pt>
                <c:pt idx="32984">
                  <c:v>54.98</c:v>
                </c:pt>
                <c:pt idx="32985">
                  <c:v>54.98</c:v>
                </c:pt>
                <c:pt idx="32986">
                  <c:v>109.96</c:v>
                </c:pt>
                <c:pt idx="32987">
                  <c:v>43.89</c:v>
                </c:pt>
                <c:pt idx="32988">
                  <c:v>109.95</c:v>
                </c:pt>
                <c:pt idx="32989">
                  <c:v>60.97</c:v>
                </c:pt>
                <c:pt idx="32990">
                  <c:v>40.28</c:v>
                </c:pt>
                <c:pt idx="32991">
                  <c:v>42.33</c:v>
                </c:pt>
                <c:pt idx="32992">
                  <c:v>42.33</c:v>
                </c:pt>
                <c:pt idx="32993">
                  <c:v>141.96</c:v>
                </c:pt>
                <c:pt idx="32994">
                  <c:v>169.98</c:v>
                </c:pt>
                <c:pt idx="32995">
                  <c:v>415.92</c:v>
                </c:pt>
                <c:pt idx="32996">
                  <c:v>229.97</c:v>
                </c:pt>
                <c:pt idx="32997">
                  <c:v>349.95</c:v>
                </c:pt>
                <c:pt idx="32998">
                  <c:v>339.96</c:v>
                </c:pt>
                <c:pt idx="32999">
                  <c:v>216.27</c:v>
                </c:pt>
                <c:pt idx="33000">
                  <c:v>254.97</c:v>
                </c:pt>
                <c:pt idx="33001">
                  <c:v>19.29</c:v>
                </c:pt>
                <c:pt idx="33002">
                  <c:v>53.97</c:v>
                </c:pt>
                <c:pt idx="33003">
                  <c:v>53.97</c:v>
                </c:pt>
                <c:pt idx="33004">
                  <c:v>19.29</c:v>
                </c:pt>
                <c:pt idx="33005">
                  <c:v>19.29</c:v>
                </c:pt>
                <c:pt idx="33006">
                  <c:v>19.29</c:v>
                </c:pt>
                <c:pt idx="33007">
                  <c:v>19.29</c:v>
                </c:pt>
                <c:pt idx="33008">
                  <c:v>19.29</c:v>
                </c:pt>
                <c:pt idx="33009">
                  <c:v>55.98</c:v>
                </c:pt>
                <c:pt idx="33010">
                  <c:v>52.98</c:v>
                </c:pt>
                <c:pt idx="33011">
                  <c:v>54.96</c:v>
                </c:pt>
                <c:pt idx="33012">
                  <c:v>54.96</c:v>
                </c:pt>
                <c:pt idx="33013">
                  <c:v>109.9</c:v>
                </c:pt>
                <c:pt idx="33014">
                  <c:v>107.97</c:v>
                </c:pt>
                <c:pt idx="33015">
                  <c:v>107.96</c:v>
                </c:pt>
                <c:pt idx="33016">
                  <c:v>53.98</c:v>
                </c:pt>
                <c:pt idx="33017">
                  <c:v>269.95999999999998</c:v>
                </c:pt>
                <c:pt idx="33018">
                  <c:v>171.48</c:v>
                </c:pt>
                <c:pt idx="33019">
                  <c:v>254.97</c:v>
                </c:pt>
                <c:pt idx="33020">
                  <c:v>353.67</c:v>
                </c:pt>
                <c:pt idx="33021">
                  <c:v>321.72000000000003</c:v>
                </c:pt>
                <c:pt idx="33022">
                  <c:v>169.98</c:v>
                </c:pt>
                <c:pt idx="33023">
                  <c:v>219.97</c:v>
                </c:pt>
                <c:pt idx="33024">
                  <c:v>82.97</c:v>
                </c:pt>
                <c:pt idx="33025">
                  <c:v>169.98</c:v>
                </c:pt>
                <c:pt idx="33026">
                  <c:v>254.97</c:v>
                </c:pt>
                <c:pt idx="33027">
                  <c:v>51.96</c:v>
                </c:pt>
                <c:pt idx="33028">
                  <c:v>39.479999999999997</c:v>
                </c:pt>
                <c:pt idx="33029">
                  <c:v>51.49</c:v>
                </c:pt>
                <c:pt idx="33030">
                  <c:v>107.97</c:v>
                </c:pt>
                <c:pt idx="33031">
                  <c:v>98.19</c:v>
                </c:pt>
                <c:pt idx="33032">
                  <c:v>326.45999999999998</c:v>
                </c:pt>
                <c:pt idx="33033">
                  <c:v>334.96</c:v>
                </c:pt>
                <c:pt idx="33034">
                  <c:v>169.98</c:v>
                </c:pt>
                <c:pt idx="33035">
                  <c:v>329.94</c:v>
                </c:pt>
                <c:pt idx="33036">
                  <c:v>419.95</c:v>
                </c:pt>
                <c:pt idx="33037">
                  <c:v>87.97</c:v>
                </c:pt>
                <c:pt idx="33038">
                  <c:v>339.96</c:v>
                </c:pt>
                <c:pt idx="33039">
                  <c:v>314.95999999999998</c:v>
                </c:pt>
                <c:pt idx="33040">
                  <c:v>79.98</c:v>
                </c:pt>
                <c:pt idx="33041">
                  <c:v>15.24</c:v>
                </c:pt>
                <c:pt idx="33042">
                  <c:v>99.47</c:v>
                </c:pt>
                <c:pt idx="33043">
                  <c:v>107.94</c:v>
                </c:pt>
                <c:pt idx="33044">
                  <c:v>53.98</c:v>
                </c:pt>
                <c:pt idx="33045">
                  <c:v>53.98</c:v>
                </c:pt>
                <c:pt idx="33046">
                  <c:v>53.98</c:v>
                </c:pt>
                <c:pt idx="33047">
                  <c:v>53.98</c:v>
                </c:pt>
                <c:pt idx="33048">
                  <c:v>53.97</c:v>
                </c:pt>
                <c:pt idx="33049">
                  <c:v>53.97</c:v>
                </c:pt>
                <c:pt idx="33050">
                  <c:v>254.97</c:v>
                </c:pt>
                <c:pt idx="33051">
                  <c:v>109.98</c:v>
                </c:pt>
                <c:pt idx="33052">
                  <c:v>424.95</c:v>
                </c:pt>
                <c:pt idx="33053">
                  <c:v>254.97</c:v>
                </c:pt>
                <c:pt idx="33054">
                  <c:v>65.94</c:v>
                </c:pt>
                <c:pt idx="33055">
                  <c:v>320.91000000000003</c:v>
                </c:pt>
                <c:pt idx="33056">
                  <c:v>159.97999999999999</c:v>
                </c:pt>
                <c:pt idx="33057">
                  <c:v>361.94</c:v>
                </c:pt>
                <c:pt idx="33058">
                  <c:v>184.97</c:v>
                </c:pt>
                <c:pt idx="33059">
                  <c:v>169.98</c:v>
                </c:pt>
                <c:pt idx="33060">
                  <c:v>-115.16</c:v>
                </c:pt>
                <c:pt idx="33061">
                  <c:v>115.16</c:v>
                </c:pt>
                <c:pt idx="33062">
                  <c:v>108.86</c:v>
                </c:pt>
                <c:pt idx="33063">
                  <c:v>53.97</c:v>
                </c:pt>
                <c:pt idx="33064">
                  <c:v>53.97</c:v>
                </c:pt>
                <c:pt idx="33065">
                  <c:v>57.98</c:v>
                </c:pt>
                <c:pt idx="33066">
                  <c:v>42.46</c:v>
                </c:pt>
                <c:pt idx="33067">
                  <c:v>107.91</c:v>
                </c:pt>
                <c:pt idx="33068">
                  <c:v>109.77</c:v>
                </c:pt>
                <c:pt idx="33069">
                  <c:v>37.29</c:v>
                </c:pt>
                <c:pt idx="33070">
                  <c:v>37.29</c:v>
                </c:pt>
                <c:pt idx="33071">
                  <c:v>70.98</c:v>
                </c:pt>
                <c:pt idx="33072">
                  <c:v>68.98</c:v>
                </c:pt>
                <c:pt idx="33073">
                  <c:v>129.97999999999999</c:v>
                </c:pt>
                <c:pt idx="33074">
                  <c:v>60.99</c:v>
                </c:pt>
                <c:pt idx="33075">
                  <c:v>93.98</c:v>
                </c:pt>
                <c:pt idx="33076">
                  <c:v>98.98</c:v>
                </c:pt>
                <c:pt idx="33077">
                  <c:v>219.56</c:v>
                </c:pt>
                <c:pt idx="33078">
                  <c:v>60.99</c:v>
                </c:pt>
                <c:pt idx="33079">
                  <c:v>237.86</c:v>
                </c:pt>
                <c:pt idx="33080">
                  <c:v>159.97999999999999</c:v>
                </c:pt>
                <c:pt idx="33081">
                  <c:v>60.99</c:v>
                </c:pt>
                <c:pt idx="33082">
                  <c:v>151.87</c:v>
                </c:pt>
                <c:pt idx="33083">
                  <c:v>59.98</c:v>
                </c:pt>
                <c:pt idx="33084">
                  <c:v>76.099999999999994</c:v>
                </c:pt>
                <c:pt idx="33085">
                  <c:v>108.93</c:v>
                </c:pt>
                <c:pt idx="33086">
                  <c:v>111.98</c:v>
                </c:pt>
                <c:pt idx="33087">
                  <c:v>399.95</c:v>
                </c:pt>
                <c:pt idx="33088">
                  <c:v>157.97</c:v>
                </c:pt>
                <c:pt idx="33089">
                  <c:v>159.97999999999999</c:v>
                </c:pt>
                <c:pt idx="33090">
                  <c:v>90.98</c:v>
                </c:pt>
                <c:pt idx="33091">
                  <c:v>50.92</c:v>
                </c:pt>
                <c:pt idx="33092">
                  <c:v>56.92</c:v>
                </c:pt>
                <c:pt idx="33093">
                  <c:v>51.98</c:v>
                </c:pt>
                <c:pt idx="33094">
                  <c:v>65.3</c:v>
                </c:pt>
                <c:pt idx="33095">
                  <c:v>117.16</c:v>
                </c:pt>
                <c:pt idx="33096">
                  <c:v>107.6</c:v>
                </c:pt>
                <c:pt idx="33097">
                  <c:v>-117.16</c:v>
                </c:pt>
                <c:pt idx="33098">
                  <c:v>46.27</c:v>
                </c:pt>
                <c:pt idx="33099">
                  <c:v>54.54</c:v>
                </c:pt>
                <c:pt idx="33100">
                  <c:v>197.97</c:v>
                </c:pt>
                <c:pt idx="33101">
                  <c:v>164.01</c:v>
                </c:pt>
                <c:pt idx="33102">
                  <c:v>147.97</c:v>
                </c:pt>
                <c:pt idx="33103">
                  <c:v>294.94</c:v>
                </c:pt>
                <c:pt idx="33104">
                  <c:v>172.97</c:v>
                </c:pt>
                <c:pt idx="33105">
                  <c:v>147.97</c:v>
                </c:pt>
                <c:pt idx="33106">
                  <c:v>131.97999999999999</c:v>
                </c:pt>
                <c:pt idx="33107">
                  <c:v>197.97</c:v>
                </c:pt>
                <c:pt idx="33108">
                  <c:v>197.97</c:v>
                </c:pt>
                <c:pt idx="33109">
                  <c:v>107.6</c:v>
                </c:pt>
                <c:pt idx="33110">
                  <c:v>117.74</c:v>
                </c:pt>
                <c:pt idx="33111">
                  <c:v>31.09</c:v>
                </c:pt>
                <c:pt idx="33112">
                  <c:v>59.98</c:v>
                </c:pt>
                <c:pt idx="33113">
                  <c:v>49.98</c:v>
                </c:pt>
                <c:pt idx="33114">
                  <c:v>195.94</c:v>
                </c:pt>
                <c:pt idx="33115">
                  <c:v>170.53</c:v>
                </c:pt>
                <c:pt idx="33116">
                  <c:v>192.31</c:v>
                </c:pt>
                <c:pt idx="33117">
                  <c:v>182.67</c:v>
                </c:pt>
                <c:pt idx="33118">
                  <c:v>160.88999999999999</c:v>
                </c:pt>
                <c:pt idx="33119">
                  <c:v>125.8</c:v>
                </c:pt>
                <c:pt idx="33120">
                  <c:v>195.95</c:v>
                </c:pt>
                <c:pt idx="33121">
                  <c:v>127.9</c:v>
                </c:pt>
                <c:pt idx="33122">
                  <c:v>208.08</c:v>
                </c:pt>
                <c:pt idx="33123">
                  <c:v>107.44</c:v>
                </c:pt>
                <c:pt idx="33124">
                  <c:v>64.11</c:v>
                </c:pt>
                <c:pt idx="33125">
                  <c:v>54.49</c:v>
                </c:pt>
                <c:pt idx="33126">
                  <c:v>74.959999999999994</c:v>
                </c:pt>
                <c:pt idx="33127">
                  <c:v>39.229999999999997</c:v>
                </c:pt>
                <c:pt idx="33128">
                  <c:v>62.58</c:v>
                </c:pt>
                <c:pt idx="33129">
                  <c:v>54.98</c:v>
                </c:pt>
                <c:pt idx="33130">
                  <c:v>118.54</c:v>
                </c:pt>
                <c:pt idx="33131">
                  <c:v>118.54</c:v>
                </c:pt>
                <c:pt idx="33132">
                  <c:v>118.54</c:v>
                </c:pt>
                <c:pt idx="33133">
                  <c:v>118.53</c:v>
                </c:pt>
                <c:pt idx="33134">
                  <c:v>29.98</c:v>
                </c:pt>
                <c:pt idx="33135">
                  <c:v>79.98</c:v>
                </c:pt>
                <c:pt idx="33136">
                  <c:v>62.94</c:v>
                </c:pt>
                <c:pt idx="33137">
                  <c:v>50.97</c:v>
                </c:pt>
                <c:pt idx="33138">
                  <c:v>114.95</c:v>
                </c:pt>
                <c:pt idx="33139">
                  <c:v>151.06</c:v>
                </c:pt>
                <c:pt idx="33140">
                  <c:v>107.5</c:v>
                </c:pt>
                <c:pt idx="33141">
                  <c:v>59.96</c:v>
                </c:pt>
                <c:pt idx="33142">
                  <c:v>116.98</c:v>
                </c:pt>
                <c:pt idx="33143">
                  <c:v>74.95</c:v>
                </c:pt>
                <c:pt idx="33144">
                  <c:v>69.959999999999994</c:v>
                </c:pt>
                <c:pt idx="33145">
                  <c:v>112.95</c:v>
                </c:pt>
                <c:pt idx="33146">
                  <c:v>87.65</c:v>
                </c:pt>
                <c:pt idx="33147">
                  <c:v>135.94999999999999</c:v>
                </c:pt>
                <c:pt idx="33148">
                  <c:v>107.12</c:v>
                </c:pt>
                <c:pt idx="33149">
                  <c:v>87.52</c:v>
                </c:pt>
                <c:pt idx="33150">
                  <c:v>43.54</c:v>
                </c:pt>
                <c:pt idx="33151">
                  <c:v>65.3</c:v>
                </c:pt>
                <c:pt idx="33152">
                  <c:v>83.47</c:v>
                </c:pt>
                <c:pt idx="33153">
                  <c:v>25.37</c:v>
                </c:pt>
                <c:pt idx="33154">
                  <c:v>56.97</c:v>
                </c:pt>
                <c:pt idx="33155">
                  <c:v>109.98</c:v>
                </c:pt>
                <c:pt idx="33156">
                  <c:v>109.98</c:v>
                </c:pt>
                <c:pt idx="33157">
                  <c:v>109.98</c:v>
                </c:pt>
                <c:pt idx="33158">
                  <c:v>34.99</c:v>
                </c:pt>
                <c:pt idx="33159">
                  <c:v>84.68</c:v>
                </c:pt>
                <c:pt idx="33160">
                  <c:v>108.98</c:v>
                </c:pt>
                <c:pt idx="33161">
                  <c:v>107.95</c:v>
                </c:pt>
                <c:pt idx="33162">
                  <c:v>24.99</c:v>
                </c:pt>
                <c:pt idx="33163">
                  <c:v>108.97</c:v>
                </c:pt>
                <c:pt idx="33164">
                  <c:v>53.98</c:v>
                </c:pt>
                <c:pt idx="33165">
                  <c:v>54.98</c:v>
                </c:pt>
                <c:pt idx="33166">
                  <c:v>108.96</c:v>
                </c:pt>
                <c:pt idx="33167">
                  <c:v>40.28</c:v>
                </c:pt>
                <c:pt idx="33168">
                  <c:v>23.28</c:v>
                </c:pt>
                <c:pt idx="33169">
                  <c:v>26.94</c:v>
                </c:pt>
                <c:pt idx="33170">
                  <c:v>56.97</c:v>
                </c:pt>
                <c:pt idx="33171">
                  <c:v>51.96</c:v>
                </c:pt>
                <c:pt idx="33172">
                  <c:v>106.97</c:v>
                </c:pt>
                <c:pt idx="33173">
                  <c:v>59.98</c:v>
                </c:pt>
                <c:pt idx="33174">
                  <c:v>197.97</c:v>
                </c:pt>
                <c:pt idx="33175">
                  <c:v>84.99</c:v>
                </c:pt>
                <c:pt idx="33176">
                  <c:v>124.37</c:v>
                </c:pt>
                <c:pt idx="33177">
                  <c:v>169.98</c:v>
                </c:pt>
                <c:pt idx="33178">
                  <c:v>260.93</c:v>
                </c:pt>
                <c:pt idx="33179">
                  <c:v>272.52999999999997</c:v>
                </c:pt>
                <c:pt idx="33180">
                  <c:v>168.66</c:v>
                </c:pt>
                <c:pt idx="33181">
                  <c:v>169.98</c:v>
                </c:pt>
                <c:pt idx="33182">
                  <c:v>301.91000000000003</c:v>
                </c:pt>
                <c:pt idx="33183">
                  <c:v>106.97</c:v>
                </c:pt>
                <c:pt idx="33184">
                  <c:v>106.97</c:v>
                </c:pt>
                <c:pt idx="33185">
                  <c:v>106.97</c:v>
                </c:pt>
                <c:pt idx="33186">
                  <c:v>106.97</c:v>
                </c:pt>
                <c:pt idx="33187">
                  <c:v>106.97</c:v>
                </c:pt>
                <c:pt idx="33188">
                  <c:v>59.99</c:v>
                </c:pt>
                <c:pt idx="33189">
                  <c:v>59.99</c:v>
                </c:pt>
                <c:pt idx="33190">
                  <c:v>41.49</c:v>
                </c:pt>
                <c:pt idx="33191">
                  <c:v>56.97</c:v>
                </c:pt>
                <c:pt idx="33192">
                  <c:v>60.52</c:v>
                </c:pt>
                <c:pt idx="33193">
                  <c:v>221.94</c:v>
                </c:pt>
                <c:pt idx="33194">
                  <c:v>199.96</c:v>
                </c:pt>
                <c:pt idx="33195">
                  <c:v>205.94</c:v>
                </c:pt>
                <c:pt idx="33196">
                  <c:v>58.33</c:v>
                </c:pt>
                <c:pt idx="33197">
                  <c:v>255.91</c:v>
                </c:pt>
                <c:pt idx="33198">
                  <c:v>88.95</c:v>
                </c:pt>
                <c:pt idx="33199">
                  <c:v>191.2</c:v>
                </c:pt>
                <c:pt idx="33200">
                  <c:v>169.98</c:v>
                </c:pt>
                <c:pt idx="33201">
                  <c:v>107.86</c:v>
                </c:pt>
                <c:pt idx="33202">
                  <c:v>69.989999999999995</c:v>
                </c:pt>
                <c:pt idx="33203">
                  <c:v>96.98</c:v>
                </c:pt>
                <c:pt idx="33204">
                  <c:v>43.47</c:v>
                </c:pt>
                <c:pt idx="33205">
                  <c:v>9.66</c:v>
                </c:pt>
                <c:pt idx="33206">
                  <c:v>13.29</c:v>
                </c:pt>
                <c:pt idx="33207">
                  <c:v>43.54</c:v>
                </c:pt>
                <c:pt idx="33208">
                  <c:v>13.29</c:v>
                </c:pt>
                <c:pt idx="33209">
                  <c:v>13.24</c:v>
                </c:pt>
                <c:pt idx="33210">
                  <c:v>11.39</c:v>
                </c:pt>
                <c:pt idx="33211">
                  <c:v>60.97</c:v>
                </c:pt>
                <c:pt idx="33212">
                  <c:v>193.41</c:v>
                </c:pt>
                <c:pt idx="33213">
                  <c:v>14.89</c:v>
                </c:pt>
                <c:pt idx="33214">
                  <c:v>20.98</c:v>
                </c:pt>
                <c:pt idx="33215">
                  <c:v>61.98</c:v>
                </c:pt>
                <c:pt idx="33216">
                  <c:v>72.58</c:v>
                </c:pt>
                <c:pt idx="33217">
                  <c:v>83.98</c:v>
                </c:pt>
                <c:pt idx="33218">
                  <c:v>68.23</c:v>
                </c:pt>
                <c:pt idx="33219">
                  <c:v>62.35</c:v>
                </c:pt>
                <c:pt idx="33220">
                  <c:v>65.989999999999995</c:v>
                </c:pt>
                <c:pt idx="33221">
                  <c:v>50.98</c:v>
                </c:pt>
                <c:pt idx="33222">
                  <c:v>73.97</c:v>
                </c:pt>
                <c:pt idx="33223">
                  <c:v>51.29</c:v>
                </c:pt>
                <c:pt idx="33224">
                  <c:v>56.97</c:v>
                </c:pt>
                <c:pt idx="33225">
                  <c:v>51.27</c:v>
                </c:pt>
                <c:pt idx="33226">
                  <c:v>56.97</c:v>
                </c:pt>
                <c:pt idx="33227">
                  <c:v>56.97</c:v>
                </c:pt>
                <c:pt idx="33228">
                  <c:v>51.27</c:v>
                </c:pt>
                <c:pt idx="33229">
                  <c:v>55.96</c:v>
                </c:pt>
                <c:pt idx="33230">
                  <c:v>50.36</c:v>
                </c:pt>
                <c:pt idx="33231">
                  <c:v>65.97</c:v>
                </c:pt>
                <c:pt idx="33232">
                  <c:v>50.32</c:v>
                </c:pt>
                <c:pt idx="33233">
                  <c:v>106.17</c:v>
                </c:pt>
                <c:pt idx="33234">
                  <c:v>52.97</c:v>
                </c:pt>
                <c:pt idx="33235">
                  <c:v>106.16</c:v>
                </c:pt>
                <c:pt idx="33236">
                  <c:v>51.98</c:v>
                </c:pt>
                <c:pt idx="33237">
                  <c:v>45.68</c:v>
                </c:pt>
                <c:pt idx="33238">
                  <c:v>121.98</c:v>
                </c:pt>
                <c:pt idx="33239">
                  <c:v>169.98</c:v>
                </c:pt>
                <c:pt idx="33240">
                  <c:v>169.98</c:v>
                </c:pt>
                <c:pt idx="33241">
                  <c:v>169.98</c:v>
                </c:pt>
                <c:pt idx="33242">
                  <c:v>169.98</c:v>
                </c:pt>
                <c:pt idx="33243">
                  <c:v>131.97999999999999</c:v>
                </c:pt>
                <c:pt idx="33244">
                  <c:v>136.97</c:v>
                </c:pt>
                <c:pt idx="33245">
                  <c:v>131.97999999999999</c:v>
                </c:pt>
                <c:pt idx="33246">
                  <c:v>169.98</c:v>
                </c:pt>
                <c:pt idx="33247">
                  <c:v>131.97999999999999</c:v>
                </c:pt>
                <c:pt idx="33248">
                  <c:v>167.98</c:v>
                </c:pt>
                <c:pt idx="33249">
                  <c:v>187.97</c:v>
                </c:pt>
                <c:pt idx="33250">
                  <c:v>169.98</c:v>
                </c:pt>
                <c:pt idx="33251">
                  <c:v>223.96</c:v>
                </c:pt>
                <c:pt idx="33252">
                  <c:v>62.98</c:v>
                </c:pt>
                <c:pt idx="33253">
                  <c:v>153.97999999999999</c:v>
                </c:pt>
                <c:pt idx="33254">
                  <c:v>7.99</c:v>
                </c:pt>
                <c:pt idx="33255">
                  <c:v>65.989999999999995</c:v>
                </c:pt>
                <c:pt idx="33256">
                  <c:v>25.47</c:v>
                </c:pt>
                <c:pt idx="33257">
                  <c:v>107.97</c:v>
                </c:pt>
                <c:pt idx="33258">
                  <c:v>107.97</c:v>
                </c:pt>
                <c:pt idx="33259">
                  <c:v>172.97</c:v>
                </c:pt>
                <c:pt idx="33260">
                  <c:v>254.97</c:v>
                </c:pt>
                <c:pt idx="33261">
                  <c:v>254.97</c:v>
                </c:pt>
                <c:pt idx="33262">
                  <c:v>-254.97</c:v>
                </c:pt>
                <c:pt idx="33263">
                  <c:v>254.97</c:v>
                </c:pt>
                <c:pt idx="33264">
                  <c:v>254.97</c:v>
                </c:pt>
                <c:pt idx="33265">
                  <c:v>229.97</c:v>
                </c:pt>
                <c:pt idx="33266">
                  <c:v>254.97</c:v>
                </c:pt>
                <c:pt idx="33267">
                  <c:v>254.97</c:v>
                </c:pt>
                <c:pt idx="33268">
                  <c:v>32.630000000000003</c:v>
                </c:pt>
                <c:pt idx="33269">
                  <c:v>107.96</c:v>
                </c:pt>
                <c:pt idx="33270">
                  <c:v>20.29</c:v>
                </c:pt>
                <c:pt idx="33271">
                  <c:v>20.29</c:v>
                </c:pt>
                <c:pt idx="33272">
                  <c:v>41.29</c:v>
                </c:pt>
                <c:pt idx="33273">
                  <c:v>107.94</c:v>
                </c:pt>
                <c:pt idx="33274">
                  <c:v>107.94</c:v>
                </c:pt>
                <c:pt idx="33275">
                  <c:v>53.97</c:v>
                </c:pt>
                <c:pt idx="33276">
                  <c:v>53.97</c:v>
                </c:pt>
                <c:pt idx="33277">
                  <c:v>107.94</c:v>
                </c:pt>
                <c:pt idx="33278">
                  <c:v>53.97</c:v>
                </c:pt>
                <c:pt idx="33279">
                  <c:v>65.959999999999994</c:v>
                </c:pt>
                <c:pt idx="33280">
                  <c:v>65.959999999999994</c:v>
                </c:pt>
                <c:pt idx="33281">
                  <c:v>65.959999999999994</c:v>
                </c:pt>
                <c:pt idx="33282">
                  <c:v>48.28</c:v>
                </c:pt>
                <c:pt idx="33283">
                  <c:v>50.97</c:v>
                </c:pt>
                <c:pt idx="33284">
                  <c:v>107.94</c:v>
                </c:pt>
                <c:pt idx="33285">
                  <c:v>21.29</c:v>
                </c:pt>
                <c:pt idx="33286">
                  <c:v>49.28</c:v>
                </c:pt>
                <c:pt idx="33287">
                  <c:v>11.29</c:v>
                </c:pt>
                <c:pt idx="33288">
                  <c:v>29.99</c:v>
                </c:pt>
                <c:pt idx="33289">
                  <c:v>31.49</c:v>
                </c:pt>
                <c:pt idx="33290">
                  <c:v>31.49</c:v>
                </c:pt>
                <c:pt idx="33291">
                  <c:v>53.94</c:v>
                </c:pt>
                <c:pt idx="33292">
                  <c:v>53.94</c:v>
                </c:pt>
                <c:pt idx="33293">
                  <c:v>105.98</c:v>
                </c:pt>
                <c:pt idx="33294">
                  <c:v>105.98</c:v>
                </c:pt>
                <c:pt idx="33295">
                  <c:v>105.95</c:v>
                </c:pt>
                <c:pt idx="33296">
                  <c:v>105.95</c:v>
                </c:pt>
                <c:pt idx="33297">
                  <c:v>104.97</c:v>
                </c:pt>
                <c:pt idx="33298">
                  <c:v>104.97</c:v>
                </c:pt>
                <c:pt idx="33299">
                  <c:v>63.47</c:v>
                </c:pt>
                <c:pt idx="33300">
                  <c:v>195.82</c:v>
                </c:pt>
                <c:pt idx="33301">
                  <c:v>158.38</c:v>
                </c:pt>
                <c:pt idx="33302">
                  <c:v>157.13999999999999</c:v>
                </c:pt>
                <c:pt idx="33303">
                  <c:v>112.37</c:v>
                </c:pt>
                <c:pt idx="33304">
                  <c:v>157.91</c:v>
                </c:pt>
                <c:pt idx="33305">
                  <c:v>169.98</c:v>
                </c:pt>
                <c:pt idx="33306">
                  <c:v>37.47</c:v>
                </c:pt>
                <c:pt idx="33307">
                  <c:v>59.99</c:v>
                </c:pt>
                <c:pt idx="33308">
                  <c:v>88.96</c:v>
                </c:pt>
                <c:pt idx="33309">
                  <c:v>60.97</c:v>
                </c:pt>
                <c:pt idx="33310">
                  <c:v>54.99</c:v>
                </c:pt>
                <c:pt idx="33311">
                  <c:v>19.739999999999998</c:v>
                </c:pt>
                <c:pt idx="33312">
                  <c:v>81.97</c:v>
                </c:pt>
                <c:pt idx="33313">
                  <c:v>53.97</c:v>
                </c:pt>
                <c:pt idx="33314">
                  <c:v>51.82</c:v>
                </c:pt>
                <c:pt idx="33315">
                  <c:v>59.96</c:v>
                </c:pt>
                <c:pt idx="33316">
                  <c:v>50.97</c:v>
                </c:pt>
                <c:pt idx="33317">
                  <c:v>57.56</c:v>
                </c:pt>
                <c:pt idx="33318">
                  <c:v>51.98</c:v>
                </c:pt>
                <c:pt idx="33319">
                  <c:v>51.98</c:v>
                </c:pt>
                <c:pt idx="33320">
                  <c:v>12</c:v>
                </c:pt>
                <c:pt idx="33321">
                  <c:v>55.98</c:v>
                </c:pt>
                <c:pt idx="33322">
                  <c:v>50.38</c:v>
                </c:pt>
                <c:pt idx="33323">
                  <c:v>55.98</c:v>
                </c:pt>
                <c:pt idx="33324">
                  <c:v>50.38</c:v>
                </c:pt>
                <c:pt idx="33325">
                  <c:v>50.38</c:v>
                </c:pt>
                <c:pt idx="33326">
                  <c:v>50.38</c:v>
                </c:pt>
                <c:pt idx="33327">
                  <c:v>190.93</c:v>
                </c:pt>
                <c:pt idx="33328">
                  <c:v>237.95</c:v>
                </c:pt>
                <c:pt idx="33329">
                  <c:v>110.18</c:v>
                </c:pt>
                <c:pt idx="33330">
                  <c:v>164.96</c:v>
                </c:pt>
                <c:pt idx="33331">
                  <c:v>179.96</c:v>
                </c:pt>
                <c:pt idx="33332">
                  <c:v>69.989999999999995</c:v>
                </c:pt>
                <c:pt idx="33333">
                  <c:v>114.97</c:v>
                </c:pt>
                <c:pt idx="33334">
                  <c:v>56.55</c:v>
                </c:pt>
                <c:pt idx="33335">
                  <c:v>185.97</c:v>
                </c:pt>
                <c:pt idx="33336">
                  <c:v>184.97</c:v>
                </c:pt>
                <c:pt idx="33337">
                  <c:v>121.98</c:v>
                </c:pt>
                <c:pt idx="33338">
                  <c:v>38.909999999999997</c:v>
                </c:pt>
                <c:pt idx="33339">
                  <c:v>57.98</c:v>
                </c:pt>
                <c:pt idx="33340">
                  <c:v>47.68</c:v>
                </c:pt>
                <c:pt idx="33341">
                  <c:v>59.49</c:v>
                </c:pt>
                <c:pt idx="33342">
                  <c:v>105.26</c:v>
                </c:pt>
                <c:pt idx="33343">
                  <c:v>33.08</c:v>
                </c:pt>
                <c:pt idx="33344">
                  <c:v>55.98</c:v>
                </c:pt>
                <c:pt idx="33345">
                  <c:v>106.16</c:v>
                </c:pt>
                <c:pt idx="33346">
                  <c:v>15.71</c:v>
                </c:pt>
                <c:pt idx="33347">
                  <c:v>66.39</c:v>
                </c:pt>
                <c:pt idx="33348">
                  <c:v>107.07</c:v>
                </c:pt>
                <c:pt idx="33349">
                  <c:v>107.07</c:v>
                </c:pt>
                <c:pt idx="33350">
                  <c:v>107.06</c:v>
                </c:pt>
                <c:pt idx="33351">
                  <c:v>124.18</c:v>
                </c:pt>
                <c:pt idx="33352">
                  <c:v>169.98</c:v>
                </c:pt>
                <c:pt idx="33353">
                  <c:v>137.97999999999999</c:v>
                </c:pt>
                <c:pt idx="33354">
                  <c:v>254.97</c:v>
                </c:pt>
                <c:pt idx="33355">
                  <c:v>139.97999999999999</c:v>
                </c:pt>
                <c:pt idx="33356">
                  <c:v>73.239999999999995</c:v>
                </c:pt>
                <c:pt idx="33357">
                  <c:v>98.98</c:v>
                </c:pt>
                <c:pt idx="33358">
                  <c:v>99.98</c:v>
                </c:pt>
                <c:pt idx="33359">
                  <c:v>84.99</c:v>
                </c:pt>
                <c:pt idx="33360">
                  <c:v>73.069999999999993</c:v>
                </c:pt>
                <c:pt idx="33361">
                  <c:v>326.85000000000002</c:v>
                </c:pt>
                <c:pt idx="33362">
                  <c:v>135.97</c:v>
                </c:pt>
                <c:pt idx="33363">
                  <c:v>99.96</c:v>
                </c:pt>
                <c:pt idx="33364">
                  <c:v>83.48</c:v>
                </c:pt>
                <c:pt idx="33365">
                  <c:v>107.06</c:v>
                </c:pt>
                <c:pt idx="33366">
                  <c:v>116.14</c:v>
                </c:pt>
                <c:pt idx="33367">
                  <c:v>87.85</c:v>
                </c:pt>
                <c:pt idx="33368">
                  <c:v>106.97</c:v>
                </c:pt>
                <c:pt idx="33369">
                  <c:v>106.97</c:v>
                </c:pt>
                <c:pt idx="33370">
                  <c:v>106.97</c:v>
                </c:pt>
                <c:pt idx="33371">
                  <c:v>106.96</c:v>
                </c:pt>
                <c:pt idx="33372">
                  <c:v>111.96</c:v>
                </c:pt>
                <c:pt idx="33373">
                  <c:v>111.96</c:v>
                </c:pt>
                <c:pt idx="33374">
                  <c:v>111.96</c:v>
                </c:pt>
                <c:pt idx="33375">
                  <c:v>89.97</c:v>
                </c:pt>
                <c:pt idx="33376">
                  <c:v>139.94999999999999</c:v>
                </c:pt>
                <c:pt idx="33377">
                  <c:v>111.96</c:v>
                </c:pt>
                <c:pt idx="33378">
                  <c:v>85.97</c:v>
                </c:pt>
                <c:pt idx="33379">
                  <c:v>25.99</c:v>
                </c:pt>
                <c:pt idx="33380">
                  <c:v>117.96</c:v>
                </c:pt>
                <c:pt idx="33381">
                  <c:v>59.98</c:v>
                </c:pt>
                <c:pt idx="33382">
                  <c:v>111.96</c:v>
                </c:pt>
                <c:pt idx="33383">
                  <c:v>151.31</c:v>
                </c:pt>
                <c:pt idx="33384">
                  <c:v>137.94999999999999</c:v>
                </c:pt>
                <c:pt idx="33385">
                  <c:v>59.98</c:v>
                </c:pt>
                <c:pt idx="33386">
                  <c:v>59.98</c:v>
                </c:pt>
                <c:pt idx="33387">
                  <c:v>131.96</c:v>
                </c:pt>
                <c:pt idx="33388">
                  <c:v>95.96</c:v>
                </c:pt>
                <c:pt idx="33389">
                  <c:v>131.96</c:v>
                </c:pt>
                <c:pt idx="33390">
                  <c:v>86.97</c:v>
                </c:pt>
                <c:pt idx="33391">
                  <c:v>29.99</c:v>
                </c:pt>
                <c:pt idx="33392">
                  <c:v>51.98</c:v>
                </c:pt>
                <c:pt idx="33393">
                  <c:v>167.94</c:v>
                </c:pt>
                <c:pt idx="33394">
                  <c:v>131.96</c:v>
                </c:pt>
                <c:pt idx="33395">
                  <c:v>83.97</c:v>
                </c:pt>
                <c:pt idx="33396">
                  <c:v>51.98</c:v>
                </c:pt>
                <c:pt idx="33397">
                  <c:v>59.98</c:v>
                </c:pt>
                <c:pt idx="33398">
                  <c:v>89.97</c:v>
                </c:pt>
                <c:pt idx="33399">
                  <c:v>54.99</c:v>
                </c:pt>
                <c:pt idx="33400">
                  <c:v>33.93</c:v>
                </c:pt>
                <c:pt idx="33401">
                  <c:v>26.29</c:v>
                </c:pt>
                <c:pt idx="33402">
                  <c:v>33.29</c:v>
                </c:pt>
                <c:pt idx="33403">
                  <c:v>21.28</c:v>
                </c:pt>
                <c:pt idx="33404">
                  <c:v>55.98</c:v>
                </c:pt>
                <c:pt idx="33405">
                  <c:v>105.98</c:v>
                </c:pt>
                <c:pt idx="33406">
                  <c:v>47.48</c:v>
                </c:pt>
                <c:pt idx="33407">
                  <c:v>40.58</c:v>
                </c:pt>
                <c:pt idx="33408">
                  <c:v>54.96</c:v>
                </c:pt>
                <c:pt idx="33409">
                  <c:v>114.98</c:v>
                </c:pt>
                <c:pt idx="33410">
                  <c:v>118.99</c:v>
                </c:pt>
                <c:pt idx="33411">
                  <c:v>65.989999999999995</c:v>
                </c:pt>
                <c:pt idx="33412">
                  <c:v>181.97</c:v>
                </c:pt>
                <c:pt idx="33413">
                  <c:v>154.97999999999999</c:v>
                </c:pt>
                <c:pt idx="33414">
                  <c:v>181.97</c:v>
                </c:pt>
                <c:pt idx="33415">
                  <c:v>149.47</c:v>
                </c:pt>
                <c:pt idx="33416">
                  <c:v>76.489999999999995</c:v>
                </c:pt>
                <c:pt idx="33417">
                  <c:v>84.99</c:v>
                </c:pt>
                <c:pt idx="33418">
                  <c:v>181.97</c:v>
                </c:pt>
                <c:pt idx="33419">
                  <c:v>169.98</c:v>
                </c:pt>
                <c:pt idx="33420">
                  <c:v>59.39</c:v>
                </c:pt>
                <c:pt idx="33421">
                  <c:v>74.989999999999995</c:v>
                </c:pt>
                <c:pt idx="33422">
                  <c:v>121.98</c:v>
                </c:pt>
                <c:pt idx="33423">
                  <c:v>65.989999999999995</c:v>
                </c:pt>
                <c:pt idx="33424">
                  <c:v>87.98</c:v>
                </c:pt>
                <c:pt idx="33425">
                  <c:v>114.97</c:v>
                </c:pt>
                <c:pt idx="33426">
                  <c:v>104.97</c:v>
                </c:pt>
                <c:pt idx="33427">
                  <c:v>54.98</c:v>
                </c:pt>
                <c:pt idx="33428">
                  <c:v>59.98</c:v>
                </c:pt>
                <c:pt idx="33429">
                  <c:v>92.22</c:v>
                </c:pt>
                <c:pt idx="33430">
                  <c:v>54.98</c:v>
                </c:pt>
                <c:pt idx="33431">
                  <c:v>41.49</c:v>
                </c:pt>
                <c:pt idx="33432">
                  <c:v>-1.5</c:v>
                </c:pt>
                <c:pt idx="33433">
                  <c:v>64.989999999999995</c:v>
                </c:pt>
                <c:pt idx="33434">
                  <c:v>41.49</c:v>
                </c:pt>
                <c:pt idx="33435">
                  <c:v>66.540000000000006</c:v>
                </c:pt>
                <c:pt idx="33436">
                  <c:v>145.16</c:v>
                </c:pt>
                <c:pt idx="33437">
                  <c:v>193.55</c:v>
                </c:pt>
                <c:pt idx="33438">
                  <c:v>281.87</c:v>
                </c:pt>
                <c:pt idx="33439">
                  <c:v>256.47000000000003</c:v>
                </c:pt>
                <c:pt idx="33440">
                  <c:v>207.21</c:v>
                </c:pt>
                <c:pt idx="33441">
                  <c:v>115.41</c:v>
                </c:pt>
                <c:pt idx="33442">
                  <c:v>182.67</c:v>
                </c:pt>
                <c:pt idx="33443">
                  <c:v>181.45</c:v>
                </c:pt>
                <c:pt idx="33444">
                  <c:v>104.98</c:v>
                </c:pt>
                <c:pt idx="33445">
                  <c:v>104.98</c:v>
                </c:pt>
                <c:pt idx="33446">
                  <c:v>104.98</c:v>
                </c:pt>
                <c:pt idx="33447">
                  <c:v>104.98</c:v>
                </c:pt>
                <c:pt idx="33448">
                  <c:v>53.97</c:v>
                </c:pt>
                <c:pt idx="33449">
                  <c:v>41.48</c:v>
                </c:pt>
                <c:pt idx="33450">
                  <c:v>54.98</c:v>
                </c:pt>
                <c:pt idx="33451">
                  <c:v>104.98</c:v>
                </c:pt>
                <c:pt idx="33452">
                  <c:v>104.97</c:v>
                </c:pt>
                <c:pt idx="33453">
                  <c:v>104.97</c:v>
                </c:pt>
                <c:pt idx="33454">
                  <c:v>53.98</c:v>
                </c:pt>
                <c:pt idx="33455">
                  <c:v>45.91</c:v>
                </c:pt>
                <c:pt idx="33456">
                  <c:v>69.959999999999994</c:v>
                </c:pt>
                <c:pt idx="33457">
                  <c:v>93.3</c:v>
                </c:pt>
                <c:pt idx="33458">
                  <c:v>121.96</c:v>
                </c:pt>
                <c:pt idx="33459">
                  <c:v>-0.5</c:v>
                </c:pt>
                <c:pt idx="33460">
                  <c:v>78.95</c:v>
                </c:pt>
                <c:pt idx="33461">
                  <c:v>150.88999999999999</c:v>
                </c:pt>
                <c:pt idx="33462">
                  <c:v>149.96</c:v>
                </c:pt>
                <c:pt idx="33463">
                  <c:v>114.98</c:v>
                </c:pt>
                <c:pt idx="33464">
                  <c:v>169.95</c:v>
                </c:pt>
                <c:pt idx="33465">
                  <c:v>32.24</c:v>
                </c:pt>
                <c:pt idx="33466">
                  <c:v>32.24</c:v>
                </c:pt>
                <c:pt idx="33467">
                  <c:v>59.98</c:v>
                </c:pt>
                <c:pt idx="33468">
                  <c:v>114.93</c:v>
                </c:pt>
                <c:pt idx="33469">
                  <c:v>41.49</c:v>
                </c:pt>
                <c:pt idx="33470">
                  <c:v>54.98</c:v>
                </c:pt>
                <c:pt idx="33471">
                  <c:v>39.479999999999997</c:v>
                </c:pt>
                <c:pt idx="33472">
                  <c:v>56.97</c:v>
                </c:pt>
                <c:pt idx="33473">
                  <c:v>39.479999999999997</c:v>
                </c:pt>
                <c:pt idx="33474">
                  <c:v>56.97</c:v>
                </c:pt>
                <c:pt idx="33475">
                  <c:v>47.22</c:v>
                </c:pt>
                <c:pt idx="33476">
                  <c:v>32.229999999999997</c:v>
                </c:pt>
                <c:pt idx="33477">
                  <c:v>42.24</c:v>
                </c:pt>
                <c:pt idx="33478">
                  <c:v>32.229999999999997</c:v>
                </c:pt>
                <c:pt idx="33479">
                  <c:v>42.24</c:v>
                </c:pt>
                <c:pt idx="33480">
                  <c:v>47.22</c:v>
                </c:pt>
                <c:pt idx="33481">
                  <c:v>104.93</c:v>
                </c:pt>
                <c:pt idx="33482">
                  <c:v>104.93</c:v>
                </c:pt>
                <c:pt idx="33483">
                  <c:v>239.97</c:v>
                </c:pt>
                <c:pt idx="33484">
                  <c:v>159.97999999999999</c:v>
                </c:pt>
                <c:pt idx="33485">
                  <c:v>159.97999999999999</c:v>
                </c:pt>
                <c:pt idx="33486">
                  <c:v>159.97999999999999</c:v>
                </c:pt>
                <c:pt idx="33487">
                  <c:v>149.97999999999999</c:v>
                </c:pt>
                <c:pt idx="33488">
                  <c:v>179.97</c:v>
                </c:pt>
                <c:pt idx="33489">
                  <c:v>149.97999999999999</c:v>
                </c:pt>
                <c:pt idx="33490">
                  <c:v>154.75</c:v>
                </c:pt>
                <c:pt idx="33491">
                  <c:v>159.97999999999999</c:v>
                </c:pt>
                <c:pt idx="33492">
                  <c:v>96.97</c:v>
                </c:pt>
                <c:pt idx="33493">
                  <c:v>141.34</c:v>
                </c:pt>
                <c:pt idx="33494">
                  <c:v>91.98</c:v>
                </c:pt>
                <c:pt idx="33495">
                  <c:v>159.97999999999999</c:v>
                </c:pt>
                <c:pt idx="33496">
                  <c:v>159.97999999999999</c:v>
                </c:pt>
                <c:pt idx="33497">
                  <c:v>51.49</c:v>
                </c:pt>
                <c:pt idx="33498">
                  <c:v>41.49</c:v>
                </c:pt>
                <c:pt idx="33499">
                  <c:v>55.96</c:v>
                </c:pt>
                <c:pt idx="33500">
                  <c:v>49.08</c:v>
                </c:pt>
                <c:pt idx="33501">
                  <c:v>50.08</c:v>
                </c:pt>
                <c:pt idx="33502">
                  <c:v>37.479999999999997</c:v>
                </c:pt>
                <c:pt idx="33503">
                  <c:v>55.98</c:v>
                </c:pt>
                <c:pt idx="33504">
                  <c:v>98.28</c:v>
                </c:pt>
                <c:pt idx="33505">
                  <c:v>51.46</c:v>
                </c:pt>
                <c:pt idx="33506">
                  <c:v>50.32</c:v>
                </c:pt>
                <c:pt idx="33507">
                  <c:v>4.99</c:v>
                </c:pt>
                <c:pt idx="33508">
                  <c:v>84.14</c:v>
                </c:pt>
                <c:pt idx="33509">
                  <c:v>76.489999999999995</c:v>
                </c:pt>
                <c:pt idx="33510">
                  <c:v>159.46</c:v>
                </c:pt>
                <c:pt idx="33511">
                  <c:v>152.97999999999999</c:v>
                </c:pt>
                <c:pt idx="33512">
                  <c:v>67.989999999999995</c:v>
                </c:pt>
                <c:pt idx="33513">
                  <c:v>114.36</c:v>
                </c:pt>
                <c:pt idx="33514">
                  <c:v>45.41</c:v>
                </c:pt>
                <c:pt idx="33515">
                  <c:v>46.01</c:v>
                </c:pt>
                <c:pt idx="33516">
                  <c:v>9.66</c:v>
                </c:pt>
                <c:pt idx="33517">
                  <c:v>104.36</c:v>
                </c:pt>
                <c:pt idx="33518">
                  <c:v>67.459999999999994</c:v>
                </c:pt>
                <c:pt idx="33519">
                  <c:v>-67.459999999999994</c:v>
                </c:pt>
                <c:pt idx="33520">
                  <c:v>279.95</c:v>
                </c:pt>
                <c:pt idx="33521">
                  <c:v>234.95</c:v>
                </c:pt>
                <c:pt idx="33522">
                  <c:v>186.34</c:v>
                </c:pt>
                <c:pt idx="33523">
                  <c:v>187.94</c:v>
                </c:pt>
                <c:pt idx="33524">
                  <c:v>115.98</c:v>
                </c:pt>
                <c:pt idx="33525">
                  <c:v>106.17</c:v>
                </c:pt>
                <c:pt idx="33526">
                  <c:v>95.96</c:v>
                </c:pt>
                <c:pt idx="33527">
                  <c:v>55.98</c:v>
                </c:pt>
                <c:pt idx="33528">
                  <c:v>152.94</c:v>
                </c:pt>
                <c:pt idx="33529">
                  <c:v>159.94999999999999</c:v>
                </c:pt>
                <c:pt idx="33530">
                  <c:v>113.97</c:v>
                </c:pt>
                <c:pt idx="33531">
                  <c:v>196.58</c:v>
                </c:pt>
                <c:pt idx="33532">
                  <c:v>113.97</c:v>
                </c:pt>
                <c:pt idx="33533">
                  <c:v>117.96</c:v>
                </c:pt>
                <c:pt idx="33534">
                  <c:v>100.95</c:v>
                </c:pt>
                <c:pt idx="33535">
                  <c:v>101.96</c:v>
                </c:pt>
                <c:pt idx="33536">
                  <c:v>187.94</c:v>
                </c:pt>
                <c:pt idx="33537">
                  <c:v>113.97</c:v>
                </c:pt>
                <c:pt idx="33538">
                  <c:v>66.13</c:v>
                </c:pt>
                <c:pt idx="33539">
                  <c:v>68.97</c:v>
                </c:pt>
                <c:pt idx="33540">
                  <c:v>111.96</c:v>
                </c:pt>
                <c:pt idx="33541">
                  <c:v>113.97</c:v>
                </c:pt>
                <c:pt idx="33542">
                  <c:v>113.97</c:v>
                </c:pt>
                <c:pt idx="33543">
                  <c:v>103.39</c:v>
                </c:pt>
                <c:pt idx="33544">
                  <c:v>89.97</c:v>
                </c:pt>
                <c:pt idx="33545">
                  <c:v>105.97</c:v>
                </c:pt>
                <c:pt idx="33546">
                  <c:v>105.96</c:v>
                </c:pt>
                <c:pt idx="33547">
                  <c:v>105.96</c:v>
                </c:pt>
                <c:pt idx="33548">
                  <c:v>105.95</c:v>
                </c:pt>
                <c:pt idx="33549">
                  <c:v>39.29</c:v>
                </c:pt>
                <c:pt idx="33550">
                  <c:v>20.29</c:v>
                </c:pt>
                <c:pt idx="33551">
                  <c:v>20.29</c:v>
                </c:pt>
                <c:pt idx="33552">
                  <c:v>53.97</c:v>
                </c:pt>
                <c:pt idx="33553">
                  <c:v>51.96</c:v>
                </c:pt>
                <c:pt idx="33554">
                  <c:v>54.98</c:v>
                </c:pt>
                <c:pt idx="33555">
                  <c:v>132.77000000000001</c:v>
                </c:pt>
                <c:pt idx="33556">
                  <c:v>39.99</c:v>
                </c:pt>
                <c:pt idx="33557">
                  <c:v>131.97999999999999</c:v>
                </c:pt>
                <c:pt idx="33558">
                  <c:v>121.98</c:v>
                </c:pt>
                <c:pt idx="33559">
                  <c:v>124.98</c:v>
                </c:pt>
                <c:pt idx="33560">
                  <c:v>220.55</c:v>
                </c:pt>
                <c:pt idx="33561">
                  <c:v>145.97</c:v>
                </c:pt>
                <c:pt idx="33562">
                  <c:v>126.29</c:v>
                </c:pt>
                <c:pt idx="33563">
                  <c:v>179.46</c:v>
                </c:pt>
                <c:pt idx="33564">
                  <c:v>131.97999999999999</c:v>
                </c:pt>
                <c:pt idx="33565">
                  <c:v>62.47</c:v>
                </c:pt>
                <c:pt idx="33566">
                  <c:v>64.98</c:v>
                </c:pt>
                <c:pt idx="33567">
                  <c:v>30.48</c:v>
                </c:pt>
                <c:pt idx="33568">
                  <c:v>104.97</c:v>
                </c:pt>
                <c:pt idx="33569">
                  <c:v>104.97</c:v>
                </c:pt>
                <c:pt idx="33570">
                  <c:v>51.98</c:v>
                </c:pt>
                <c:pt idx="33571">
                  <c:v>52.98</c:v>
                </c:pt>
                <c:pt idx="33572">
                  <c:v>43.54</c:v>
                </c:pt>
                <c:pt idx="33573">
                  <c:v>71.37</c:v>
                </c:pt>
                <c:pt idx="33574">
                  <c:v>114.91</c:v>
                </c:pt>
                <c:pt idx="33575">
                  <c:v>145.15</c:v>
                </c:pt>
                <c:pt idx="33576">
                  <c:v>193.55</c:v>
                </c:pt>
                <c:pt idx="33577">
                  <c:v>183.61</c:v>
                </c:pt>
                <c:pt idx="33578">
                  <c:v>193.55</c:v>
                </c:pt>
                <c:pt idx="33579">
                  <c:v>278.33999999999997</c:v>
                </c:pt>
                <c:pt idx="33580">
                  <c:v>239.54</c:v>
                </c:pt>
                <c:pt idx="33581">
                  <c:v>312.33</c:v>
                </c:pt>
                <c:pt idx="33582">
                  <c:v>319.39</c:v>
                </c:pt>
                <c:pt idx="33583">
                  <c:v>319.39</c:v>
                </c:pt>
                <c:pt idx="33584">
                  <c:v>56.97</c:v>
                </c:pt>
                <c:pt idx="33585">
                  <c:v>56.97</c:v>
                </c:pt>
                <c:pt idx="33586">
                  <c:v>114.89</c:v>
                </c:pt>
                <c:pt idx="33587">
                  <c:v>50.21</c:v>
                </c:pt>
                <c:pt idx="33588">
                  <c:v>59.96</c:v>
                </c:pt>
                <c:pt idx="33589">
                  <c:v>53.96</c:v>
                </c:pt>
                <c:pt idx="33590">
                  <c:v>64.11</c:v>
                </c:pt>
                <c:pt idx="33591">
                  <c:v>37.479999999999997</c:v>
                </c:pt>
                <c:pt idx="33592">
                  <c:v>61.98</c:v>
                </c:pt>
                <c:pt idx="33593">
                  <c:v>33.49</c:v>
                </c:pt>
                <c:pt idx="33594">
                  <c:v>103.96</c:v>
                </c:pt>
                <c:pt idx="33595">
                  <c:v>95.97</c:v>
                </c:pt>
                <c:pt idx="33596">
                  <c:v>101.97</c:v>
                </c:pt>
                <c:pt idx="33597">
                  <c:v>69.7</c:v>
                </c:pt>
                <c:pt idx="33598">
                  <c:v>103.98</c:v>
                </c:pt>
                <c:pt idx="33599">
                  <c:v>103.98</c:v>
                </c:pt>
                <c:pt idx="33600">
                  <c:v>84.99</c:v>
                </c:pt>
                <c:pt idx="33601">
                  <c:v>84.99</c:v>
                </c:pt>
                <c:pt idx="33602">
                  <c:v>84.99</c:v>
                </c:pt>
                <c:pt idx="33603">
                  <c:v>103.98</c:v>
                </c:pt>
                <c:pt idx="33604">
                  <c:v>84.99</c:v>
                </c:pt>
                <c:pt idx="33605">
                  <c:v>84.99</c:v>
                </c:pt>
                <c:pt idx="33606">
                  <c:v>84.99</c:v>
                </c:pt>
                <c:pt idx="33607">
                  <c:v>103.98</c:v>
                </c:pt>
                <c:pt idx="33608">
                  <c:v>49.99</c:v>
                </c:pt>
                <c:pt idx="33609">
                  <c:v>53.98</c:v>
                </c:pt>
                <c:pt idx="33610">
                  <c:v>103.98</c:v>
                </c:pt>
                <c:pt idx="33611">
                  <c:v>103.96</c:v>
                </c:pt>
                <c:pt idx="33612">
                  <c:v>103.96</c:v>
                </c:pt>
                <c:pt idx="33613">
                  <c:v>86.96</c:v>
                </c:pt>
                <c:pt idx="33614">
                  <c:v>117.94</c:v>
                </c:pt>
                <c:pt idx="33615">
                  <c:v>103.96</c:v>
                </c:pt>
                <c:pt idx="33616">
                  <c:v>31.49</c:v>
                </c:pt>
                <c:pt idx="33617">
                  <c:v>55.48</c:v>
                </c:pt>
                <c:pt idx="33618">
                  <c:v>103.96</c:v>
                </c:pt>
                <c:pt idx="33619">
                  <c:v>51.98</c:v>
                </c:pt>
                <c:pt idx="33620">
                  <c:v>51.98</c:v>
                </c:pt>
                <c:pt idx="33621">
                  <c:v>95.44</c:v>
                </c:pt>
                <c:pt idx="33622">
                  <c:v>37.47</c:v>
                </c:pt>
                <c:pt idx="33623">
                  <c:v>49.46</c:v>
                </c:pt>
                <c:pt idx="33624">
                  <c:v>73.48</c:v>
                </c:pt>
                <c:pt idx="33625">
                  <c:v>73.48</c:v>
                </c:pt>
                <c:pt idx="33626">
                  <c:v>253.96</c:v>
                </c:pt>
                <c:pt idx="33627">
                  <c:v>41.49</c:v>
                </c:pt>
                <c:pt idx="33628">
                  <c:v>45.09</c:v>
                </c:pt>
                <c:pt idx="33629">
                  <c:v>79.989999999999995</c:v>
                </c:pt>
                <c:pt idx="33630">
                  <c:v>51.98</c:v>
                </c:pt>
                <c:pt idx="33631">
                  <c:v>51.98</c:v>
                </c:pt>
                <c:pt idx="33632">
                  <c:v>51.98</c:v>
                </c:pt>
                <c:pt idx="33633">
                  <c:v>51.98</c:v>
                </c:pt>
                <c:pt idx="33634">
                  <c:v>144.68</c:v>
                </c:pt>
                <c:pt idx="33635">
                  <c:v>201.96</c:v>
                </c:pt>
                <c:pt idx="33636">
                  <c:v>79.98</c:v>
                </c:pt>
                <c:pt idx="33637">
                  <c:v>117.25</c:v>
                </c:pt>
                <c:pt idx="33638">
                  <c:v>23.62</c:v>
                </c:pt>
                <c:pt idx="33639">
                  <c:v>145.97</c:v>
                </c:pt>
                <c:pt idx="33640">
                  <c:v>-13.99</c:v>
                </c:pt>
                <c:pt idx="33641">
                  <c:v>100.98</c:v>
                </c:pt>
                <c:pt idx="33642">
                  <c:v>60.99</c:v>
                </c:pt>
                <c:pt idx="33643">
                  <c:v>100.98</c:v>
                </c:pt>
                <c:pt idx="33644">
                  <c:v>121.98</c:v>
                </c:pt>
                <c:pt idx="33645">
                  <c:v>103.48</c:v>
                </c:pt>
                <c:pt idx="33646">
                  <c:v>103.48</c:v>
                </c:pt>
                <c:pt idx="33647">
                  <c:v>51.49</c:v>
                </c:pt>
                <c:pt idx="33648">
                  <c:v>49.99</c:v>
                </c:pt>
                <c:pt idx="33649">
                  <c:v>103.46</c:v>
                </c:pt>
                <c:pt idx="33650">
                  <c:v>103.46</c:v>
                </c:pt>
                <c:pt idx="33651">
                  <c:v>52.16</c:v>
                </c:pt>
                <c:pt idx="33652">
                  <c:v>92.48</c:v>
                </c:pt>
                <c:pt idx="33653">
                  <c:v>279.93</c:v>
                </c:pt>
                <c:pt idx="33654">
                  <c:v>178.93</c:v>
                </c:pt>
                <c:pt idx="33655">
                  <c:v>137.97</c:v>
                </c:pt>
                <c:pt idx="33656">
                  <c:v>172.97</c:v>
                </c:pt>
                <c:pt idx="33657">
                  <c:v>92.48</c:v>
                </c:pt>
                <c:pt idx="33658">
                  <c:v>106.97</c:v>
                </c:pt>
                <c:pt idx="33659">
                  <c:v>227.46</c:v>
                </c:pt>
                <c:pt idx="33660">
                  <c:v>142.47</c:v>
                </c:pt>
                <c:pt idx="33661">
                  <c:v>134.97999999999999</c:v>
                </c:pt>
                <c:pt idx="33662">
                  <c:v>142.47</c:v>
                </c:pt>
                <c:pt idx="33663">
                  <c:v>163.07</c:v>
                </c:pt>
                <c:pt idx="33664">
                  <c:v>103.37</c:v>
                </c:pt>
                <c:pt idx="33665">
                  <c:v>32.83</c:v>
                </c:pt>
                <c:pt idx="33666">
                  <c:v>104.98</c:v>
                </c:pt>
                <c:pt idx="33667">
                  <c:v>104.98</c:v>
                </c:pt>
                <c:pt idx="33668">
                  <c:v>78.97</c:v>
                </c:pt>
                <c:pt idx="33669">
                  <c:v>89.98</c:v>
                </c:pt>
                <c:pt idx="33670">
                  <c:v>86.07</c:v>
                </c:pt>
                <c:pt idx="33671">
                  <c:v>89.98</c:v>
                </c:pt>
                <c:pt idx="33672">
                  <c:v>89.98</c:v>
                </c:pt>
                <c:pt idx="33673">
                  <c:v>84.99</c:v>
                </c:pt>
                <c:pt idx="33674">
                  <c:v>89.98</c:v>
                </c:pt>
                <c:pt idx="33675">
                  <c:v>89.98</c:v>
                </c:pt>
                <c:pt idx="33676">
                  <c:v>65.989999999999995</c:v>
                </c:pt>
                <c:pt idx="33677">
                  <c:v>65.989999999999995</c:v>
                </c:pt>
                <c:pt idx="33678">
                  <c:v>89.98</c:v>
                </c:pt>
                <c:pt idx="33679">
                  <c:v>89.98</c:v>
                </c:pt>
                <c:pt idx="33680">
                  <c:v>79.98</c:v>
                </c:pt>
                <c:pt idx="33681">
                  <c:v>89.98</c:v>
                </c:pt>
                <c:pt idx="33682">
                  <c:v>89.98</c:v>
                </c:pt>
                <c:pt idx="33683">
                  <c:v>65.989999999999995</c:v>
                </c:pt>
                <c:pt idx="33684">
                  <c:v>89.98</c:v>
                </c:pt>
                <c:pt idx="33685">
                  <c:v>104.98</c:v>
                </c:pt>
                <c:pt idx="33686">
                  <c:v>104.98</c:v>
                </c:pt>
                <c:pt idx="33687">
                  <c:v>104.97</c:v>
                </c:pt>
                <c:pt idx="33688">
                  <c:v>93.98</c:v>
                </c:pt>
                <c:pt idx="33689">
                  <c:v>112.97</c:v>
                </c:pt>
                <c:pt idx="33690">
                  <c:v>112.97</c:v>
                </c:pt>
                <c:pt idx="33691">
                  <c:v>104.97</c:v>
                </c:pt>
                <c:pt idx="33692">
                  <c:v>21.99</c:v>
                </c:pt>
                <c:pt idx="33693">
                  <c:v>86.14</c:v>
                </c:pt>
                <c:pt idx="33694">
                  <c:v>115.94</c:v>
                </c:pt>
                <c:pt idx="33695">
                  <c:v>128.97</c:v>
                </c:pt>
                <c:pt idx="33696">
                  <c:v>129.96</c:v>
                </c:pt>
                <c:pt idx="33697">
                  <c:v>84.99</c:v>
                </c:pt>
                <c:pt idx="33698">
                  <c:v>124.97</c:v>
                </c:pt>
                <c:pt idx="33699">
                  <c:v>69.98</c:v>
                </c:pt>
                <c:pt idx="33700">
                  <c:v>143.94999999999999</c:v>
                </c:pt>
                <c:pt idx="33701">
                  <c:v>150.96</c:v>
                </c:pt>
                <c:pt idx="33702">
                  <c:v>127.96</c:v>
                </c:pt>
                <c:pt idx="33703">
                  <c:v>104.97</c:v>
                </c:pt>
                <c:pt idx="33704">
                  <c:v>104.97</c:v>
                </c:pt>
                <c:pt idx="33705">
                  <c:v>112.96</c:v>
                </c:pt>
                <c:pt idx="33706">
                  <c:v>59.98</c:v>
                </c:pt>
                <c:pt idx="33707">
                  <c:v>31.94</c:v>
                </c:pt>
                <c:pt idx="33708">
                  <c:v>112.96</c:v>
                </c:pt>
                <c:pt idx="33709">
                  <c:v>56.29</c:v>
                </c:pt>
                <c:pt idx="33710">
                  <c:v>36.29</c:v>
                </c:pt>
                <c:pt idx="33711">
                  <c:v>51.28</c:v>
                </c:pt>
                <c:pt idx="33712">
                  <c:v>16.29</c:v>
                </c:pt>
                <c:pt idx="33713">
                  <c:v>54.99</c:v>
                </c:pt>
                <c:pt idx="33714">
                  <c:v>16.29</c:v>
                </c:pt>
                <c:pt idx="33715">
                  <c:v>84.99</c:v>
                </c:pt>
                <c:pt idx="33716">
                  <c:v>84.99</c:v>
                </c:pt>
                <c:pt idx="33717">
                  <c:v>169.98</c:v>
                </c:pt>
                <c:pt idx="33718">
                  <c:v>183.97</c:v>
                </c:pt>
                <c:pt idx="33719">
                  <c:v>62.57</c:v>
                </c:pt>
                <c:pt idx="33720">
                  <c:v>65.989999999999995</c:v>
                </c:pt>
                <c:pt idx="33721">
                  <c:v>131.97999999999999</c:v>
                </c:pt>
                <c:pt idx="33722">
                  <c:v>152.06</c:v>
                </c:pt>
                <c:pt idx="33723">
                  <c:v>169.98</c:v>
                </c:pt>
                <c:pt idx="33724">
                  <c:v>169.98</c:v>
                </c:pt>
                <c:pt idx="33725">
                  <c:v>14.99</c:v>
                </c:pt>
                <c:pt idx="33726">
                  <c:v>98.98</c:v>
                </c:pt>
                <c:pt idx="33727">
                  <c:v>152.06</c:v>
                </c:pt>
                <c:pt idx="33728">
                  <c:v>76.709999999999994</c:v>
                </c:pt>
                <c:pt idx="33729">
                  <c:v>73.48</c:v>
                </c:pt>
                <c:pt idx="33730">
                  <c:v>52.97</c:v>
                </c:pt>
                <c:pt idx="33731">
                  <c:v>59.98</c:v>
                </c:pt>
                <c:pt idx="33732">
                  <c:v>36.479999999999997</c:v>
                </c:pt>
                <c:pt idx="33733">
                  <c:v>66.98</c:v>
                </c:pt>
                <c:pt idx="33734">
                  <c:v>41.93</c:v>
                </c:pt>
                <c:pt idx="33735">
                  <c:v>41.93</c:v>
                </c:pt>
                <c:pt idx="33736">
                  <c:v>50.96</c:v>
                </c:pt>
                <c:pt idx="33737">
                  <c:v>53.98</c:v>
                </c:pt>
                <c:pt idx="33738">
                  <c:v>41.29</c:v>
                </c:pt>
                <c:pt idx="33739">
                  <c:v>16.29</c:v>
                </c:pt>
                <c:pt idx="33740">
                  <c:v>16.940000000000001</c:v>
                </c:pt>
                <c:pt idx="33741">
                  <c:v>56.97</c:v>
                </c:pt>
                <c:pt idx="33742">
                  <c:v>197.88</c:v>
                </c:pt>
                <c:pt idx="33743">
                  <c:v>159.69999999999999</c:v>
                </c:pt>
                <c:pt idx="33744">
                  <c:v>159.69999999999999</c:v>
                </c:pt>
                <c:pt idx="33745">
                  <c:v>203.22</c:v>
                </c:pt>
                <c:pt idx="33746">
                  <c:v>159.69999999999999</c:v>
                </c:pt>
                <c:pt idx="33747">
                  <c:v>205.64</c:v>
                </c:pt>
                <c:pt idx="33748">
                  <c:v>104.94</c:v>
                </c:pt>
                <c:pt idx="33749">
                  <c:v>33.93</c:v>
                </c:pt>
                <c:pt idx="33750">
                  <c:v>14.29</c:v>
                </c:pt>
                <c:pt idx="33751">
                  <c:v>27.28</c:v>
                </c:pt>
                <c:pt idx="33752">
                  <c:v>14.29</c:v>
                </c:pt>
                <c:pt idx="33753">
                  <c:v>14.29</c:v>
                </c:pt>
                <c:pt idx="33754">
                  <c:v>142.72999999999999</c:v>
                </c:pt>
                <c:pt idx="33755">
                  <c:v>220.15</c:v>
                </c:pt>
                <c:pt idx="33756">
                  <c:v>93.12</c:v>
                </c:pt>
                <c:pt idx="33757">
                  <c:v>88.29</c:v>
                </c:pt>
                <c:pt idx="33758">
                  <c:v>105.45</c:v>
                </c:pt>
                <c:pt idx="33759">
                  <c:v>148.25</c:v>
                </c:pt>
                <c:pt idx="33760">
                  <c:v>370.13</c:v>
                </c:pt>
                <c:pt idx="33761">
                  <c:v>76.959999999999994</c:v>
                </c:pt>
                <c:pt idx="33762">
                  <c:v>17.489999999999998</c:v>
                </c:pt>
                <c:pt idx="33763">
                  <c:v>102.97</c:v>
                </c:pt>
                <c:pt idx="33764">
                  <c:v>39.99</c:v>
                </c:pt>
                <c:pt idx="33765">
                  <c:v>0</c:v>
                </c:pt>
                <c:pt idx="33766">
                  <c:v>69.989999999999995</c:v>
                </c:pt>
                <c:pt idx="33767">
                  <c:v>29.48</c:v>
                </c:pt>
                <c:pt idx="33768">
                  <c:v>64.989999999999995</c:v>
                </c:pt>
                <c:pt idx="33769">
                  <c:v>102.97</c:v>
                </c:pt>
                <c:pt idx="33770">
                  <c:v>104.02</c:v>
                </c:pt>
                <c:pt idx="33771">
                  <c:v>159.97999999999999</c:v>
                </c:pt>
                <c:pt idx="33772">
                  <c:v>159.6</c:v>
                </c:pt>
                <c:pt idx="33773">
                  <c:v>84.99</c:v>
                </c:pt>
                <c:pt idx="33774">
                  <c:v>150.37</c:v>
                </c:pt>
                <c:pt idx="33775">
                  <c:v>84.99</c:v>
                </c:pt>
                <c:pt idx="33776">
                  <c:v>144.22</c:v>
                </c:pt>
                <c:pt idx="33777">
                  <c:v>73.989999999999995</c:v>
                </c:pt>
                <c:pt idx="33778">
                  <c:v>84.99</c:v>
                </c:pt>
                <c:pt idx="33779">
                  <c:v>99.98</c:v>
                </c:pt>
                <c:pt idx="33780">
                  <c:v>169.98</c:v>
                </c:pt>
                <c:pt idx="33781">
                  <c:v>84.99</c:v>
                </c:pt>
                <c:pt idx="33782">
                  <c:v>119.96</c:v>
                </c:pt>
                <c:pt idx="33783">
                  <c:v>108.97</c:v>
                </c:pt>
                <c:pt idx="33784">
                  <c:v>99.98</c:v>
                </c:pt>
                <c:pt idx="33785">
                  <c:v>134.97999999999999</c:v>
                </c:pt>
                <c:pt idx="33786">
                  <c:v>129.96</c:v>
                </c:pt>
                <c:pt idx="33787">
                  <c:v>169.98</c:v>
                </c:pt>
                <c:pt idx="33788">
                  <c:v>68.989999999999995</c:v>
                </c:pt>
                <c:pt idx="33789">
                  <c:v>154.97</c:v>
                </c:pt>
                <c:pt idx="33790">
                  <c:v>84.99</c:v>
                </c:pt>
                <c:pt idx="33791">
                  <c:v>84.99</c:v>
                </c:pt>
                <c:pt idx="33792">
                  <c:v>54.99</c:v>
                </c:pt>
                <c:pt idx="33793">
                  <c:v>54.99</c:v>
                </c:pt>
                <c:pt idx="33794">
                  <c:v>54.99</c:v>
                </c:pt>
                <c:pt idx="33795">
                  <c:v>54.99</c:v>
                </c:pt>
                <c:pt idx="33796">
                  <c:v>49.48</c:v>
                </c:pt>
                <c:pt idx="33797">
                  <c:v>103.46</c:v>
                </c:pt>
                <c:pt idx="33798">
                  <c:v>134.97</c:v>
                </c:pt>
                <c:pt idx="33799">
                  <c:v>192.23</c:v>
                </c:pt>
                <c:pt idx="33800">
                  <c:v>189.96</c:v>
                </c:pt>
                <c:pt idx="33801">
                  <c:v>129.96</c:v>
                </c:pt>
                <c:pt idx="33802">
                  <c:v>282.75</c:v>
                </c:pt>
                <c:pt idx="33803">
                  <c:v>164.95</c:v>
                </c:pt>
                <c:pt idx="33804">
                  <c:v>196.96</c:v>
                </c:pt>
                <c:pt idx="33805">
                  <c:v>167.19</c:v>
                </c:pt>
                <c:pt idx="33806">
                  <c:v>192.96</c:v>
                </c:pt>
                <c:pt idx="33807">
                  <c:v>154.96</c:v>
                </c:pt>
                <c:pt idx="33808">
                  <c:v>94.33</c:v>
                </c:pt>
                <c:pt idx="33809">
                  <c:v>113.23</c:v>
                </c:pt>
                <c:pt idx="33810">
                  <c:v>53.97</c:v>
                </c:pt>
                <c:pt idx="33811">
                  <c:v>53.94</c:v>
                </c:pt>
                <c:pt idx="33812">
                  <c:v>28.33</c:v>
                </c:pt>
                <c:pt idx="33813">
                  <c:v>24.48</c:v>
                </c:pt>
                <c:pt idx="33814">
                  <c:v>32.67</c:v>
                </c:pt>
                <c:pt idx="33815">
                  <c:v>39.479999999999997</c:v>
                </c:pt>
                <c:pt idx="33816">
                  <c:v>67.959999999999994</c:v>
                </c:pt>
                <c:pt idx="33817">
                  <c:v>103.96</c:v>
                </c:pt>
                <c:pt idx="33818">
                  <c:v>56.4</c:v>
                </c:pt>
                <c:pt idx="33819">
                  <c:v>13.99</c:v>
                </c:pt>
                <c:pt idx="33820">
                  <c:v>56.97</c:v>
                </c:pt>
                <c:pt idx="33821">
                  <c:v>46.49</c:v>
                </c:pt>
                <c:pt idx="33822">
                  <c:v>41.49</c:v>
                </c:pt>
                <c:pt idx="33823">
                  <c:v>32.26</c:v>
                </c:pt>
                <c:pt idx="33824">
                  <c:v>20.49</c:v>
                </c:pt>
                <c:pt idx="33825">
                  <c:v>51.29</c:v>
                </c:pt>
                <c:pt idx="33826">
                  <c:v>49.99</c:v>
                </c:pt>
                <c:pt idx="33827">
                  <c:v>25.97</c:v>
                </c:pt>
                <c:pt idx="33828">
                  <c:v>72.59</c:v>
                </c:pt>
                <c:pt idx="33829">
                  <c:v>63.97</c:v>
                </c:pt>
                <c:pt idx="33830">
                  <c:v>26.23</c:v>
                </c:pt>
                <c:pt idx="33831">
                  <c:v>159.69999999999999</c:v>
                </c:pt>
                <c:pt idx="33832">
                  <c:v>159.69999999999999</c:v>
                </c:pt>
                <c:pt idx="33833">
                  <c:v>159.69999999999999</c:v>
                </c:pt>
                <c:pt idx="33834">
                  <c:v>109.8</c:v>
                </c:pt>
                <c:pt idx="33835">
                  <c:v>147.6</c:v>
                </c:pt>
                <c:pt idx="33836">
                  <c:v>159.69999999999999</c:v>
                </c:pt>
                <c:pt idx="33837">
                  <c:v>147.6</c:v>
                </c:pt>
                <c:pt idx="33838">
                  <c:v>103.98</c:v>
                </c:pt>
                <c:pt idx="33839">
                  <c:v>103.98</c:v>
                </c:pt>
                <c:pt idx="33840">
                  <c:v>103.97</c:v>
                </c:pt>
                <c:pt idx="33841">
                  <c:v>103.97</c:v>
                </c:pt>
                <c:pt idx="33842">
                  <c:v>72.95</c:v>
                </c:pt>
                <c:pt idx="33843">
                  <c:v>103.96</c:v>
                </c:pt>
                <c:pt idx="33844">
                  <c:v>103.96</c:v>
                </c:pt>
                <c:pt idx="33845">
                  <c:v>72.95</c:v>
                </c:pt>
                <c:pt idx="33846">
                  <c:v>44.29</c:v>
                </c:pt>
                <c:pt idx="33847">
                  <c:v>52.18</c:v>
                </c:pt>
                <c:pt idx="33848">
                  <c:v>52.18</c:v>
                </c:pt>
                <c:pt idx="33849">
                  <c:v>80.510000000000005</c:v>
                </c:pt>
                <c:pt idx="33850">
                  <c:v>57.98</c:v>
                </c:pt>
                <c:pt idx="33851">
                  <c:v>57.98</c:v>
                </c:pt>
                <c:pt idx="33852">
                  <c:v>80.510000000000005</c:v>
                </c:pt>
                <c:pt idx="33853">
                  <c:v>57.98</c:v>
                </c:pt>
                <c:pt idx="33854">
                  <c:v>52.18</c:v>
                </c:pt>
                <c:pt idx="33855">
                  <c:v>122.08</c:v>
                </c:pt>
                <c:pt idx="33856">
                  <c:v>168.27</c:v>
                </c:pt>
                <c:pt idx="33857">
                  <c:v>131.97999999999999</c:v>
                </c:pt>
                <c:pt idx="33858">
                  <c:v>172.97</c:v>
                </c:pt>
                <c:pt idx="33859">
                  <c:v>131.97999999999999</c:v>
                </c:pt>
                <c:pt idx="33860">
                  <c:v>252.3</c:v>
                </c:pt>
                <c:pt idx="33861">
                  <c:v>49.26</c:v>
                </c:pt>
                <c:pt idx="33862">
                  <c:v>19.28</c:v>
                </c:pt>
                <c:pt idx="33863">
                  <c:v>20.29</c:v>
                </c:pt>
                <c:pt idx="33864">
                  <c:v>19.28</c:v>
                </c:pt>
                <c:pt idx="33865">
                  <c:v>10.29</c:v>
                </c:pt>
                <c:pt idx="33866">
                  <c:v>51.96</c:v>
                </c:pt>
                <c:pt idx="33867">
                  <c:v>102.97</c:v>
                </c:pt>
                <c:pt idx="33868">
                  <c:v>108.8</c:v>
                </c:pt>
                <c:pt idx="33869">
                  <c:v>49.99</c:v>
                </c:pt>
                <c:pt idx="33870">
                  <c:v>65.989999999999995</c:v>
                </c:pt>
                <c:pt idx="33871">
                  <c:v>131.97999999999999</c:v>
                </c:pt>
                <c:pt idx="33872">
                  <c:v>53.97</c:v>
                </c:pt>
                <c:pt idx="33873">
                  <c:v>89.98</c:v>
                </c:pt>
                <c:pt idx="33874">
                  <c:v>65.989999999999995</c:v>
                </c:pt>
                <c:pt idx="33875">
                  <c:v>79.98</c:v>
                </c:pt>
                <c:pt idx="33876">
                  <c:v>65.989999999999995</c:v>
                </c:pt>
                <c:pt idx="33877">
                  <c:v>84.98</c:v>
                </c:pt>
                <c:pt idx="33878">
                  <c:v>134.97</c:v>
                </c:pt>
                <c:pt idx="33879">
                  <c:v>19.489999999999998</c:v>
                </c:pt>
                <c:pt idx="33880">
                  <c:v>65.989999999999995</c:v>
                </c:pt>
                <c:pt idx="33881">
                  <c:v>65.989999999999995</c:v>
                </c:pt>
                <c:pt idx="33882">
                  <c:v>131.97999999999999</c:v>
                </c:pt>
                <c:pt idx="33883">
                  <c:v>79.98</c:v>
                </c:pt>
                <c:pt idx="33884">
                  <c:v>67.98</c:v>
                </c:pt>
                <c:pt idx="33885">
                  <c:v>37.49</c:v>
                </c:pt>
                <c:pt idx="33886">
                  <c:v>85.47</c:v>
                </c:pt>
                <c:pt idx="33887">
                  <c:v>83.98</c:v>
                </c:pt>
                <c:pt idx="33888">
                  <c:v>38.229999999999997</c:v>
                </c:pt>
                <c:pt idx="33889">
                  <c:v>65.989999999999995</c:v>
                </c:pt>
                <c:pt idx="33890">
                  <c:v>135.28</c:v>
                </c:pt>
                <c:pt idx="33891">
                  <c:v>89.98</c:v>
                </c:pt>
                <c:pt idx="33892">
                  <c:v>131.97999999999999</c:v>
                </c:pt>
                <c:pt idx="33893">
                  <c:v>16.09</c:v>
                </c:pt>
                <c:pt idx="33894">
                  <c:v>69.989999999999995</c:v>
                </c:pt>
                <c:pt idx="33895">
                  <c:v>101.97</c:v>
                </c:pt>
                <c:pt idx="33896">
                  <c:v>101.97</c:v>
                </c:pt>
                <c:pt idx="33897">
                  <c:v>101.97</c:v>
                </c:pt>
                <c:pt idx="33898">
                  <c:v>101.96</c:v>
                </c:pt>
                <c:pt idx="33899">
                  <c:v>101.96</c:v>
                </c:pt>
                <c:pt idx="33900">
                  <c:v>50.97</c:v>
                </c:pt>
                <c:pt idx="33901">
                  <c:v>50.98</c:v>
                </c:pt>
                <c:pt idx="33902">
                  <c:v>99.98</c:v>
                </c:pt>
                <c:pt idx="33903">
                  <c:v>149.97</c:v>
                </c:pt>
                <c:pt idx="33904">
                  <c:v>168.95</c:v>
                </c:pt>
                <c:pt idx="33905">
                  <c:v>139.97</c:v>
                </c:pt>
                <c:pt idx="33906">
                  <c:v>127.47</c:v>
                </c:pt>
                <c:pt idx="33907">
                  <c:v>37.99</c:v>
                </c:pt>
                <c:pt idx="33908">
                  <c:v>101.94</c:v>
                </c:pt>
                <c:pt idx="33909">
                  <c:v>74.98</c:v>
                </c:pt>
                <c:pt idx="33910">
                  <c:v>18.489999999999998</c:v>
                </c:pt>
                <c:pt idx="33911">
                  <c:v>101.96</c:v>
                </c:pt>
                <c:pt idx="33912">
                  <c:v>101.93</c:v>
                </c:pt>
                <c:pt idx="33913">
                  <c:v>50.93</c:v>
                </c:pt>
                <c:pt idx="33914">
                  <c:v>50.93</c:v>
                </c:pt>
                <c:pt idx="33915">
                  <c:v>101.77</c:v>
                </c:pt>
                <c:pt idx="33916">
                  <c:v>-89.99</c:v>
                </c:pt>
                <c:pt idx="33917">
                  <c:v>193.46</c:v>
                </c:pt>
                <c:pt idx="33918">
                  <c:v>77.97</c:v>
                </c:pt>
                <c:pt idx="33919">
                  <c:v>116.97</c:v>
                </c:pt>
                <c:pt idx="33920">
                  <c:v>71.790000000000006</c:v>
                </c:pt>
                <c:pt idx="33921">
                  <c:v>51.29</c:v>
                </c:pt>
                <c:pt idx="33922">
                  <c:v>65.989999999999995</c:v>
                </c:pt>
                <c:pt idx="33923">
                  <c:v>136.96</c:v>
                </c:pt>
                <c:pt idx="33924">
                  <c:v>84.99</c:v>
                </c:pt>
                <c:pt idx="33925">
                  <c:v>69.98</c:v>
                </c:pt>
                <c:pt idx="33926">
                  <c:v>84.99</c:v>
                </c:pt>
                <c:pt idx="33927">
                  <c:v>116.97</c:v>
                </c:pt>
                <c:pt idx="33928">
                  <c:v>51.29</c:v>
                </c:pt>
                <c:pt idx="33929">
                  <c:v>84.99</c:v>
                </c:pt>
                <c:pt idx="33930">
                  <c:v>65.989999999999995</c:v>
                </c:pt>
                <c:pt idx="33931">
                  <c:v>92.98</c:v>
                </c:pt>
                <c:pt idx="33932">
                  <c:v>65.989999999999995</c:v>
                </c:pt>
                <c:pt idx="33933">
                  <c:v>84.99</c:v>
                </c:pt>
                <c:pt idx="33934">
                  <c:v>67.03</c:v>
                </c:pt>
                <c:pt idx="33935">
                  <c:v>99.98</c:v>
                </c:pt>
                <c:pt idx="33936">
                  <c:v>79.98</c:v>
                </c:pt>
                <c:pt idx="33937">
                  <c:v>103.44</c:v>
                </c:pt>
                <c:pt idx="33938">
                  <c:v>49.57</c:v>
                </c:pt>
                <c:pt idx="33939">
                  <c:v>43.54</c:v>
                </c:pt>
                <c:pt idx="33940">
                  <c:v>59.98</c:v>
                </c:pt>
                <c:pt idx="33941">
                  <c:v>51.28</c:v>
                </c:pt>
                <c:pt idx="33942">
                  <c:v>101.46</c:v>
                </c:pt>
                <c:pt idx="33943">
                  <c:v>101.46</c:v>
                </c:pt>
                <c:pt idx="33944">
                  <c:v>52.18</c:v>
                </c:pt>
                <c:pt idx="33945">
                  <c:v>50.98</c:v>
                </c:pt>
                <c:pt idx="33946">
                  <c:v>15.89</c:v>
                </c:pt>
                <c:pt idx="33947">
                  <c:v>26.49</c:v>
                </c:pt>
                <c:pt idx="33948">
                  <c:v>33.479999999999997</c:v>
                </c:pt>
                <c:pt idx="33949">
                  <c:v>41.49</c:v>
                </c:pt>
                <c:pt idx="33950">
                  <c:v>121.98</c:v>
                </c:pt>
                <c:pt idx="33951">
                  <c:v>79.98</c:v>
                </c:pt>
                <c:pt idx="33952">
                  <c:v>131.97999999999999</c:v>
                </c:pt>
                <c:pt idx="33953">
                  <c:v>197.97</c:v>
                </c:pt>
                <c:pt idx="33954">
                  <c:v>188.67</c:v>
                </c:pt>
                <c:pt idx="33955">
                  <c:v>41.49</c:v>
                </c:pt>
                <c:pt idx="33956">
                  <c:v>204.1</c:v>
                </c:pt>
                <c:pt idx="33957">
                  <c:v>121.97</c:v>
                </c:pt>
                <c:pt idx="33958">
                  <c:v>131.97999999999999</c:v>
                </c:pt>
                <c:pt idx="33959">
                  <c:v>99.98</c:v>
                </c:pt>
                <c:pt idx="33960">
                  <c:v>197.97</c:v>
                </c:pt>
                <c:pt idx="33961">
                  <c:v>197.97</c:v>
                </c:pt>
                <c:pt idx="33962">
                  <c:v>197.97</c:v>
                </c:pt>
                <c:pt idx="33963">
                  <c:v>197.97</c:v>
                </c:pt>
                <c:pt idx="33964">
                  <c:v>131.97999999999999</c:v>
                </c:pt>
                <c:pt idx="33965">
                  <c:v>62.99</c:v>
                </c:pt>
                <c:pt idx="33966">
                  <c:v>110.97</c:v>
                </c:pt>
                <c:pt idx="33967">
                  <c:v>51.96</c:v>
                </c:pt>
                <c:pt idx="33968">
                  <c:v>111.78</c:v>
                </c:pt>
                <c:pt idx="33969">
                  <c:v>102.97</c:v>
                </c:pt>
                <c:pt idx="33970">
                  <c:v>102.97</c:v>
                </c:pt>
                <c:pt idx="33971">
                  <c:v>101.97</c:v>
                </c:pt>
                <c:pt idx="33972">
                  <c:v>116.14</c:v>
                </c:pt>
                <c:pt idx="33973">
                  <c:v>159.69999999999999</c:v>
                </c:pt>
                <c:pt idx="33974">
                  <c:v>185.09</c:v>
                </c:pt>
                <c:pt idx="33975">
                  <c:v>185.09</c:v>
                </c:pt>
                <c:pt idx="33976">
                  <c:v>55.07</c:v>
                </c:pt>
                <c:pt idx="33977">
                  <c:v>49.98</c:v>
                </c:pt>
                <c:pt idx="33978">
                  <c:v>39.479999999999997</c:v>
                </c:pt>
                <c:pt idx="33979">
                  <c:v>100.98</c:v>
                </c:pt>
                <c:pt idx="33980">
                  <c:v>100.97</c:v>
                </c:pt>
                <c:pt idx="33981">
                  <c:v>100.98</c:v>
                </c:pt>
                <c:pt idx="33982">
                  <c:v>100.98</c:v>
                </c:pt>
                <c:pt idx="33983">
                  <c:v>65.98</c:v>
                </c:pt>
                <c:pt idx="33984">
                  <c:v>118.3</c:v>
                </c:pt>
                <c:pt idx="33985">
                  <c:v>113.97</c:v>
                </c:pt>
                <c:pt idx="33986">
                  <c:v>71.98</c:v>
                </c:pt>
                <c:pt idx="33987">
                  <c:v>52.97</c:v>
                </c:pt>
                <c:pt idx="33988">
                  <c:v>64.11</c:v>
                </c:pt>
                <c:pt idx="33989">
                  <c:v>98.97</c:v>
                </c:pt>
                <c:pt idx="33990">
                  <c:v>65.98</c:v>
                </c:pt>
                <c:pt idx="33991">
                  <c:v>107.31</c:v>
                </c:pt>
                <c:pt idx="33992">
                  <c:v>98.97</c:v>
                </c:pt>
                <c:pt idx="33993">
                  <c:v>79.98</c:v>
                </c:pt>
                <c:pt idx="33994">
                  <c:v>83.97</c:v>
                </c:pt>
                <c:pt idx="33995">
                  <c:v>73.98</c:v>
                </c:pt>
                <c:pt idx="33996">
                  <c:v>73.98</c:v>
                </c:pt>
                <c:pt idx="33997">
                  <c:v>73.98</c:v>
                </c:pt>
                <c:pt idx="33998">
                  <c:v>73.98</c:v>
                </c:pt>
                <c:pt idx="33999">
                  <c:v>83.97</c:v>
                </c:pt>
                <c:pt idx="34000">
                  <c:v>89.97</c:v>
                </c:pt>
                <c:pt idx="34001">
                  <c:v>81.39</c:v>
                </c:pt>
                <c:pt idx="34002">
                  <c:v>69.98</c:v>
                </c:pt>
                <c:pt idx="34003">
                  <c:v>73.98</c:v>
                </c:pt>
                <c:pt idx="34004">
                  <c:v>77.28</c:v>
                </c:pt>
                <c:pt idx="34005">
                  <c:v>73.98</c:v>
                </c:pt>
                <c:pt idx="34006">
                  <c:v>68.69</c:v>
                </c:pt>
                <c:pt idx="34007">
                  <c:v>73.98</c:v>
                </c:pt>
                <c:pt idx="34008">
                  <c:v>98.97</c:v>
                </c:pt>
                <c:pt idx="34009">
                  <c:v>100.98</c:v>
                </c:pt>
                <c:pt idx="34010">
                  <c:v>37.24</c:v>
                </c:pt>
                <c:pt idx="34011">
                  <c:v>36.49</c:v>
                </c:pt>
                <c:pt idx="34012">
                  <c:v>47.48</c:v>
                </c:pt>
                <c:pt idx="34013">
                  <c:v>100.97</c:v>
                </c:pt>
                <c:pt idx="34014">
                  <c:v>30.23</c:v>
                </c:pt>
                <c:pt idx="34015">
                  <c:v>57.97</c:v>
                </c:pt>
                <c:pt idx="34016">
                  <c:v>100.97</c:v>
                </c:pt>
                <c:pt idx="34017">
                  <c:v>-23</c:v>
                </c:pt>
                <c:pt idx="34018">
                  <c:v>54.99</c:v>
                </c:pt>
                <c:pt idx="34019">
                  <c:v>65.98</c:v>
                </c:pt>
                <c:pt idx="34020">
                  <c:v>26.49</c:v>
                </c:pt>
                <c:pt idx="34021">
                  <c:v>35.049999999999997</c:v>
                </c:pt>
                <c:pt idx="34022">
                  <c:v>24.18</c:v>
                </c:pt>
                <c:pt idx="34023">
                  <c:v>220.95</c:v>
                </c:pt>
                <c:pt idx="34024">
                  <c:v>199.95</c:v>
                </c:pt>
                <c:pt idx="34025">
                  <c:v>94.97</c:v>
                </c:pt>
                <c:pt idx="34026">
                  <c:v>105.98</c:v>
                </c:pt>
                <c:pt idx="34027">
                  <c:v>94.98</c:v>
                </c:pt>
                <c:pt idx="34028">
                  <c:v>151.01</c:v>
                </c:pt>
                <c:pt idx="34029">
                  <c:v>242.21</c:v>
                </c:pt>
                <c:pt idx="34030">
                  <c:v>128.97</c:v>
                </c:pt>
                <c:pt idx="34031">
                  <c:v>119.96</c:v>
                </c:pt>
                <c:pt idx="34032">
                  <c:v>11.29</c:v>
                </c:pt>
                <c:pt idx="34033">
                  <c:v>64.56</c:v>
                </c:pt>
                <c:pt idx="34034">
                  <c:v>161.97</c:v>
                </c:pt>
                <c:pt idx="34035">
                  <c:v>118.47</c:v>
                </c:pt>
                <c:pt idx="34036">
                  <c:v>69.97</c:v>
                </c:pt>
                <c:pt idx="34037">
                  <c:v>79.98</c:v>
                </c:pt>
                <c:pt idx="34038">
                  <c:v>27.43</c:v>
                </c:pt>
                <c:pt idx="34039">
                  <c:v>193.06</c:v>
                </c:pt>
                <c:pt idx="34040">
                  <c:v>115.97</c:v>
                </c:pt>
                <c:pt idx="34041">
                  <c:v>104.97</c:v>
                </c:pt>
                <c:pt idx="34042">
                  <c:v>128.82</c:v>
                </c:pt>
                <c:pt idx="34043">
                  <c:v>119.97</c:v>
                </c:pt>
                <c:pt idx="34044">
                  <c:v>111.3</c:v>
                </c:pt>
                <c:pt idx="34045">
                  <c:v>100.76</c:v>
                </c:pt>
                <c:pt idx="34046">
                  <c:v>111.28</c:v>
                </c:pt>
                <c:pt idx="34047">
                  <c:v>48.57</c:v>
                </c:pt>
                <c:pt idx="34048">
                  <c:v>53.97</c:v>
                </c:pt>
                <c:pt idx="34049">
                  <c:v>77.64</c:v>
                </c:pt>
                <c:pt idx="34050">
                  <c:v>84.99</c:v>
                </c:pt>
                <c:pt idx="34051">
                  <c:v>131.97999999999999</c:v>
                </c:pt>
                <c:pt idx="34052">
                  <c:v>131.97999999999999</c:v>
                </c:pt>
                <c:pt idx="34053">
                  <c:v>131.97999999999999</c:v>
                </c:pt>
                <c:pt idx="34054">
                  <c:v>131.97999999999999</c:v>
                </c:pt>
                <c:pt idx="34055">
                  <c:v>84.99</c:v>
                </c:pt>
                <c:pt idx="34056">
                  <c:v>119.98</c:v>
                </c:pt>
                <c:pt idx="34057">
                  <c:v>84.99</c:v>
                </c:pt>
                <c:pt idx="34058">
                  <c:v>169.98</c:v>
                </c:pt>
                <c:pt idx="34059">
                  <c:v>73.959999999999994</c:v>
                </c:pt>
                <c:pt idx="34060">
                  <c:v>84.99</c:v>
                </c:pt>
                <c:pt idx="34061">
                  <c:v>103.37</c:v>
                </c:pt>
                <c:pt idx="34062">
                  <c:v>26.29</c:v>
                </c:pt>
                <c:pt idx="34063">
                  <c:v>26.29</c:v>
                </c:pt>
                <c:pt idx="34064">
                  <c:v>111.04</c:v>
                </c:pt>
                <c:pt idx="34065">
                  <c:v>111.04</c:v>
                </c:pt>
                <c:pt idx="34066">
                  <c:v>51.97</c:v>
                </c:pt>
                <c:pt idx="34067">
                  <c:v>39.96</c:v>
                </c:pt>
                <c:pt idx="34068">
                  <c:v>109.98</c:v>
                </c:pt>
                <c:pt idx="34069">
                  <c:v>100.48</c:v>
                </c:pt>
                <c:pt idx="34070">
                  <c:v>62.48</c:v>
                </c:pt>
                <c:pt idx="34071">
                  <c:v>69.989999999999995</c:v>
                </c:pt>
                <c:pt idx="34072">
                  <c:v>30.48</c:v>
                </c:pt>
                <c:pt idx="34073">
                  <c:v>14.49</c:v>
                </c:pt>
                <c:pt idx="34074">
                  <c:v>62.46</c:v>
                </c:pt>
                <c:pt idx="34075">
                  <c:v>109.95</c:v>
                </c:pt>
                <c:pt idx="34076">
                  <c:v>79.98</c:v>
                </c:pt>
                <c:pt idx="34077">
                  <c:v>169.98</c:v>
                </c:pt>
                <c:pt idx="34078">
                  <c:v>179.94</c:v>
                </c:pt>
                <c:pt idx="34079">
                  <c:v>84.99</c:v>
                </c:pt>
                <c:pt idx="34080">
                  <c:v>156.96</c:v>
                </c:pt>
                <c:pt idx="34081">
                  <c:v>242.95</c:v>
                </c:pt>
                <c:pt idx="34082">
                  <c:v>238.97</c:v>
                </c:pt>
                <c:pt idx="34083">
                  <c:v>134.97999999999999</c:v>
                </c:pt>
                <c:pt idx="34084">
                  <c:v>169.98</c:v>
                </c:pt>
                <c:pt idx="34085">
                  <c:v>176.97</c:v>
                </c:pt>
                <c:pt idx="34086">
                  <c:v>92.79</c:v>
                </c:pt>
                <c:pt idx="34087">
                  <c:v>195.57</c:v>
                </c:pt>
                <c:pt idx="34088">
                  <c:v>84.99</c:v>
                </c:pt>
                <c:pt idx="34089">
                  <c:v>55.96</c:v>
                </c:pt>
                <c:pt idx="34090">
                  <c:v>110.81</c:v>
                </c:pt>
                <c:pt idx="34091">
                  <c:v>50.13</c:v>
                </c:pt>
                <c:pt idx="34092">
                  <c:v>50.97</c:v>
                </c:pt>
                <c:pt idx="34093">
                  <c:v>101.97</c:v>
                </c:pt>
                <c:pt idx="34094">
                  <c:v>101.97</c:v>
                </c:pt>
                <c:pt idx="34095">
                  <c:v>82.84</c:v>
                </c:pt>
                <c:pt idx="34096">
                  <c:v>101.97</c:v>
                </c:pt>
                <c:pt idx="34097">
                  <c:v>101.97</c:v>
                </c:pt>
                <c:pt idx="34098">
                  <c:v>101.97</c:v>
                </c:pt>
                <c:pt idx="34099">
                  <c:v>99.98</c:v>
                </c:pt>
                <c:pt idx="34100">
                  <c:v>99.98</c:v>
                </c:pt>
                <c:pt idx="34101">
                  <c:v>78.180000000000007</c:v>
                </c:pt>
                <c:pt idx="34102">
                  <c:v>99.98</c:v>
                </c:pt>
                <c:pt idx="34103">
                  <c:v>74.290000000000006</c:v>
                </c:pt>
                <c:pt idx="34104">
                  <c:v>69.98</c:v>
                </c:pt>
                <c:pt idx="34105">
                  <c:v>70.98</c:v>
                </c:pt>
                <c:pt idx="34106">
                  <c:v>99.98</c:v>
                </c:pt>
                <c:pt idx="34107">
                  <c:v>101.28</c:v>
                </c:pt>
                <c:pt idx="34108">
                  <c:v>99.98</c:v>
                </c:pt>
                <c:pt idx="34109">
                  <c:v>97.85</c:v>
                </c:pt>
                <c:pt idx="34110">
                  <c:v>33.28</c:v>
                </c:pt>
                <c:pt idx="34111">
                  <c:v>101.97</c:v>
                </c:pt>
                <c:pt idx="34112">
                  <c:v>-103.27</c:v>
                </c:pt>
                <c:pt idx="34113">
                  <c:v>101.97</c:v>
                </c:pt>
                <c:pt idx="34114">
                  <c:v>103.27</c:v>
                </c:pt>
                <c:pt idx="34115">
                  <c:v>101.97</c:v>
                </c:pt>
                <c:pt idx="34116">
                  <c:v>50.98</c:v>
                </c:pt>
                <c:pt idx="34117">
                  <c:v>50.98</c:v>
                </c:pt>
                <c:pt idx="34118">
                  <c:v>100.17</c:v>
                </c:pt>
                <c:pt idx="34119">
                  <c:v>50.98</c:v>
                </c:pt>
                <c:pt idx="34120">
                  <c:v>50.96</c:v>
                </c:pt>
                <c:pt idx="34121">
                  <c:v>100.06</c:v>
                </c:pt>
                <c:pt idx="34122">
                  <c:v>73.48</c:v>
                </c:pt>
                <c:pt idx="34123">
                  <c:v>73.48</c:v>
                </c:pt>
                <c:pt idx="34124">
                  <c:v>100.06</c:v>
                </c:pt>
                <c:pt idx="34125">
                  <c:v>49.59</c:v>
                </c:pt>
                <c:pt idx="34126">
                  <c:v>41.81</c:v>
                </c:pt>
                <c:pt idx="34127">
                  <c:v>99.99</c:v>
                </c:pt>
                <c:pt idx="34128">
                  <c:v>56.97</c:v>
                </c:pt>
                <c:pt idx="34129">
                  <c:v>121.98</c:v>
                </c:pt>
                <c:pt idx="34130">
                  <c:v>131.97999999999999</c:v>
                </c:pt>
                <c:pt idx="34131">
                  <c:v>131.97999999999999</c:v>
                </c:pt>
                <c:pt idx="34132">
                  <c:v>121.98</c:v>
                </c:pt>
                <c:pt idx="34133">
                  <c:v>131.97999999999999</c:v>
                </c:pt>
                <c:pt idx="34134">
                  <c:v>84.99</c:v>
                </c:pt>
                <c:pt idx="34135">
                  <c:v>131.97999999999999</c:v>
                </c:pt>
                <c:pt idx="34136">
                  <c:v>56.97</c:v>
                </c:pt>
                <c:pt idx="34137">
                  <c:v>99.99</c:v>
                </c:pt>
                <c:pt idx="34138">
                  <c:v>99.99</c:v>
                </c:pt>
                <c:pt idx="34139">
                  <c:v>99.98</c:v>
                </c:pt>
                <c:pt idx="34140">
                  <c:v>99.98</c:v>
                </c:pt>
                <c:pt idx="34141">
                  <c:v>99.98</c:v>
                </c:pt>
                <c:pt idx="34142">
                  <c:v>99.98</c:v>
                </c:pt>
                <c:pt idx="34143">
                  <c:v>99.98</c:v>
                </c:pt>
                <c:pt idx="34144">
                  <c:v>99.98</c:v>
                </c:pt>
                <c:pt idx="34145">
                  <c:v>64.67</c:v>
                </c:pt>
                <c:pt idx="34146">
                  <c:v>188.97</c:v>
                </c:pt>
                <c:pt idx="34147">
                  <c:v>188.97</c:v>
                </c:pt>
                <c:pt idx="34148">
                  <c:v>37.58</c:v>
                </c:pt>
                <c:pt idx="34149">
                  <c:v>130.75</c:v>
                </c:pt>
                <c:pt idx="34150">
                  <c:v>167.43</c:v>
                </c:pt>
                <c:pt idx="34151">
                  <c:v>99.98</c:v>
                </c:pt>
                <c:pt idx="34152">
                  <c:v>99.98</c:v>
                </c:pt>
                <c:pt idx="34153">
                  <c:v>99.98</c:v>
                </c:pt>
                <c:pt idx="34154">
                  <c:v>99.98</c:v>
                </c:pt>
                <c:pt idx="34155">
                  <c:v>99.98</c:v>
                </c:pt>
                <c:pt idx="34156">
                  <c:v>99.98</c:v>
                </c:pt>
                <c:pt idx="34157">
                  <c:v>99.98</c:v>
                </c:pt>
                <c:pt idx="34158">
                  <c:v>99.98</c:v>
                </c:pt>
                <c:pt idx="34159">
                  <c:v>99.98</c:v>
                </c:pt>
                <c:pt idx="34160">
                  <c:v>99.98</c:v>
                </c:pt>
                <c:pt idx="34161">
                  <c:v>17.97</c:v>
                </c:pt>
                <c:pt idx="34162">
                  <c:v>65.989999999999995</c:v>
                </c:pt>
                <c:pt idx="34163">
                  <c:v>65.989999999999995</c:v>
                </c:pt>
                <c:pt idx="34164">
                  <c:v>62.21</c:v>
                </c:pt>
                <c:pt idx="34165">
                  <c:v>65.989999999999995</c:v>
                </c:pt>
                <c:pt idx="34166">
                  <c:v>65.989999999999995</c:v>
                </c:pt>
                <c:pt idx="34167">
                  <c:v>141.83000000000001</c:v>
                </c:pt>
                <c:pt idx="34168">
                  <c:v>65.989999999999995</c:v>
                </c:pt>
                <c:pt idx="34169">
                  <c:v>65.989999999999995</c:v>
                </c:pt>
                <c:pt idx="34170">
                  <c:v>99.98</c:v>
                </c:pt>
                <c:pt idx="34171">
                  <c:v>99.98</c:v>
                </c:pt>
                <c:pt idx="34172">
                  <c:v>99.99</c:v>
                </c:pt>
                <c:pt idx="34173">
                  <c:v>99.98</c:v>
                </c:pt>
                <c:pt idx="34174">
                  <c:v>99.99</c:v>
                </c:pt>
                <c:pt idx="34175">
                  <c:v>99.98</c:v>
                </c:pt>
                <c:pt idx="34176">
                  <c:v>149.97</c:v>
                </c:pt>
                <c:pt idx="34177">
                  <c:v>174.97</c:v>
                </c:pt>
                <c:pt idx="34178">
                  <c:v>74.58</c:v>
                </c:pt>
                <c:pt idx="34179">
                  <c:v>79.98</c:v>
                </c:pt>
                <c:pt idx="34180">
                  <c:v>172.97</c:v>
                </c:pt>
                <c:pt idx="34181">
                  <c:v>65.989999999999995</c:v>
                </c:pt>
                <c:pt idx="34182">
                  <c:v>144.15</c:v>
                </c:pt>
                <c:pt idx="34183">
                  <c:v>197.97</c:v>
                </c:pt>
                <c:pt idx="34184">
                  <c:v>120.97</c:v>
                </c:pt>
                <c:pt idx="34185">
                  <c:v>146.97</c:v>
                </c:pt>
                <c:pt idx="34186">
                  <c:v>131.97999999999999</c:v>
                </c:pt>
                <c:pt idx="34187">
                  <c:v>181.97</c:v>
                </c:pt>
                <c:pt idx="34188">
                  <c:v>159.5</c:v>
                </c:pt>
                <c:pt idx="34189">
                  <c:v>94.22</c:v>
                </c:pt>
                <c:pt idx="34190">
                  <c:v>188.96</c:v>
                </c:pt>
                <c:pt idx="34191">
                  <c:v>65.989999999999995</c:v>
                </c:pt>
                <c:pt idx="34192">
                  <c:v>59.96</c:v>
                </c:pt>
                <c:pt idx="34193">
                  <c:v>57.99</c:v>
                </c:pt>
                <c:pt idx="34194">
                  <c:v>178.17</c:v>
                </c:pt>
                <c:pt idx="34195">
                  <c:v>71.98</c:v>
                </c:pt>
                <c:pt idx="34196">
                  <c:v>-131.97999999999999</c:v>
                </c:pt>
                <c:pt idx="34197">
                  <c:v>65.989999999999995</c:v>
                </c:pt>
                <c:pt idx="34198">
                  <c:v>99.98</c:v>
                </c:pt>
                <c:pt idx="34199">
                  <c:v>99.98</c:v>
                </c:pt>
                <c:pt idx="34200">
                  <c:v>99.98</c:v>
                </c:pt>
                <c:pt idx="34201">
                  <c:v>99.98</c:v>
                </c:pt>
                <c:pt idx="34202">
                  <c:v>99.98</c:v>
                </c:pt>
                <c:pt idx="34203">
                  <c:v>54.98</c:v>
                </c:pt>
                <c:pt idx="34204">
                  <c:v>36.49</c:v>
                </c:pt>
                <c:pt idx="34205">
                  <c:v>99.99</c:v>
                </c:pt>
                <c:pt idx="34206">
                  <c:v>99.98</c:v>
                </c:pt>
                <c:pt idx="34207">
                  <c:v>99.98</c:v>
                </c:pt>
                <c:pt idx="34208">
                  <c:v>91.47</c:v>
                </c:pt>
                <c:pt idx="34209">
                  <c:v>155.93</c:v>
                </c:pt>
                <c:pt idx="34210">
                  <c:v>169.98</c:v>
                </c:pt>
                <c:pt idx="34211">
                  <c:v>99.98</c:v>
                </c:pt>
                <c:pt idx="34212">
                  <c:v>51.29</c:v>
                </c:pt>
                <c:pt idx="34213">
                  <c:v>152.97999999999999</c:v>
                </c:pt>
                <c:pt idx="34214">
                  <c:v>190.97</c:v>
                </c:pt>
                <c:pt idx="34215">
                  <c:v>126.48</c:v>
                </c:pt>
                <c:pt idx="34216">
                  <c:v>92.98</c:v>
                </c:pt>
                <c:pt idx="34217">
                  <c:v>152.97999999999999</c:v>
                </c:pt>
                <c:pt idx="34218">
                  <c:v>169.98</c:v>
                </c:pt>
                <c:pt idx="34219">
                  <c:v>169.98</c:v>
                </c:pt>
                <c:pt idx="34220">
                  <c:v>190.97</c:v>
                </c:pt>
                <c:pt idx="34221">
                  <c:v>155.97</c:v>
                </c:pt>
                <c:pt idx="34222">
                  <c:v>180.97</c:v>
                </c:pt>
                <c:pt idx="34223">
                  <c:v>169.98</c:v>
                </c:pt>
                <c:pt idx="34224">
                  <c:v>99.98</c:v>
                </c:pt>
                <c:pt idx="34225">
                  <c:v>99.98</c:v>
                </c:pt>
                <c:pt idx="34226">
                  <c:v>6.33</c:v>
                </c:pt>
                <c:pt idx="34227">
                  <c:v>38.979999999999997</c:v>
                </c:pt>
                <c:pt idx="34228">
                  <c:v>67.84</c:v>
                </c:pt>
                <c:pt idx="34229">
                  <c:v>-1.2</c:v>
                </c:pt>
                <c:pt idx="34230">
                  <c:v>99.96</c:v>
                </c:pt>
                <c:pt idx="34231">
                  <c:v>99.96</c:v>
                </c:pt>
                <c:pt idx="34232">
                  <c:v>99.98</c:v>
                </c:pt>
                <c:pt idx="34233">
                  <c:v>99.98</c:v>
                </c:pt>
                <c:pt idx="34234">
                  <c:v>99.98</c:v>
                </c:pt>
                <c:pt idx="34235">
                  <c:v>99.98</c:v>
                </c:pt>
                <c:pt idx="34236">
                  <c:v>99.98</c:v>
                </c:pt>
                <c:pt idx="34237">
                  <c:v>157.97999999999999</c:v>
                </c:pt>
                <c:pt idx="34238">
                  <c:v>169.98</c:v>
                </c:pt>
                <c:pt idx="34239">
                  <c:v>215.85</c:v>
                </c:pt>
                <c:pt idx="34240">
                  <c:v>168.18</c:v>
                </c:pt>
                <c:pt idx="34241">
                  <c:v>213.85</c:v>
                </c:pt>
                <c:pt idx="34242">
                  <c:v>210.96</c:v>
                </c:pt>
                <c:pt idx="34243">
                  <c:v>105.97</c:v>
                </c:pt>
                <c:pt idx="34244">
                  <c:v>134.68</c:v>
                </c:pt>
                <c:pt idx="34245">
                  <c:v>124.93</c:v>
                </c:pt>
                <c:pt idx="34246">
                  <c:v>132.38</c:v>
                </c:pt>
                <c:pt idx="34247">
                  <c:v>151.96</c:v>
                </c:pt>
                <c:pt idx="34248">
                  <c:v>179.83</c:v>
                </c:pt>
                <c:pt idx="34249">
                  <c:v>82.98</c:v>
                </c:pt>
                <c:pt idx="34250">
                  <c:v>99.98</c:v>
                </c:pt>
                <c:pt idx="34251">
                  <c:v>99.98</c:v>
                </c:pt>
                <c:pt idx="34252">
                  <c:v>99.98</c:v>
                </c:pt>
                <c:pt idx="34253">
                  <c:v>99.98</c:v>
                </c:pt>
                <c:pt idx="34254">
                  <c:v>99.98</c:v>
                </c:pt>
                <c:pt idx="34255">
                  <c:v>288.97000000000003</c:v>
                </c:pt>
                <c:pt idx="34256">
                  <c:v>217.95</c:v>
                </c:pt>
                <c:pt idx="34257">
                  <c:v>266.95999999999998</c:v>
                </c:pt>
                <c:pt idx="34258">
                  <c:v>-65.989999999999995</c:v>
                </c:pt>
                <c:pt idx="34259">
                  <c:v>169.98</c:v>
                </c:pt>
                <c:pt idx="34260">
                  <c:v>134.38999999999999</c:v>
                </c:pt>
                <c:pt idx="34261">
                  <c:v>169.98</c:v>
                </c:pt>
                <c:pt idx="34262">
                  <c:v>217.95</c:v>
                </c:pt>
                <c:pt idx="34263">
                  <c:v>184.97</c:v>
                </c:pt>
                <c:pt idx="34264">
                  <c:v>314.95999999999998</c:v>
                </c:pt>
                <c:pt idx="34265">
                  <c:v>132.46</c:v>
                </c:pt>
                <c:pt idx="34266">
                  <c:v>52.24</c:v>
                </c:pt>
                <c:pt idx="34267">
                  <c:v>26.49</c:v>
                </c:pt>
                <c:pt idx="34268">
                  <c:v>99.97</c:v>
                </c:pt>
                <c:pt idx="34269">
                  <c:v>91.47</c:v>
                </c:pt>
                <c:pt idx="34270">
                  <c:v>99.96</c:v>
                </c:pt>
                <c:pt idx="34271">
                  <c:v>91.46</c:v>
                </c:pt>
                <c:pt idx="34272">
                  <c:v>99.96</c:v>
                </c:pt>
                <c:pt idx="34273">
                  <c:v>99.96</c:v>
                </c:pt>
                <c:pt idx="34274">
                  <c:v>99.96</c:v>
                </c:pt>
                <c:pt idx="34275">
                  <c:v>99.96</c:v>
                </c:pt>
                <c:pt idx="34276">
                  <c:v>84.99</c:v>
                </c:pt>
                <c:pt idx="34277">
                  <c:v>102.98</c:v>
                </c:pt>
                <c:pt idx="34278">
                  <c:v>163.96</c:v>
                </c:pt>
                <c:pt idx="34279">
                  <c:v>102.98</c:v>
                </c:pt>
                <c:pt idx="34280">
                  <c:v>64.58</c:v>
                </c:pt>
                <c:pt idx="34281">
                  <c:v>127.24</c:v>
                </c:pt>
                <c:pt idx="34282">
                  <c:v>169.98</c:v>
                </c:pt>
                <c:pt idx="34283">
                  <c:v>84.99</c:v>
                </c:pt>
                <c:pt idx="34284">
                  <c:v>167.96</c:v>
                </c:pt>
                <c:pt idx="34285">
                  <c:v>144.47999999999999</c:v>
                </c:pt>
                <c:pt idx="34286">
                  <c:v>169.98</c:v>
                </c:pt>
                <c:pt idx="34287">
                  <c:v>131.97999999999999</c:v>
                </c:pt>
                <c:pt idx="34288">
                  <c:v>84.99</c:v>
                </c:pt>
                <c:pt idx="34289">
                  <c:v>164.02</c:v>
                </c:pt>
                <c:pt idx="34290">
                  <c:v>99.96</c:v>
                </c:pt>
                <c:pt idx="34291">
                  <c:v>32.22</c:v>
                </c:pt>
                <c:pt idx="34292">
                  <c:v>42.21</c:v>
                </c:pt>
                <c:pt idx="34293">
                  <c:v>31.48</c:v>
                </c:pt>
                <c:pt idx="34294">
                  <c:v>59.96</c:v>
                </c:pt>
                <c:pt idx="34295">
                  <c:v>58.97</c:v>
                </c:pt>
                <c:pt idx="34296">
                  <c:v>50.39</c:v>
                </c:pt>
                <c:pt idx="34297">
                  <c:v>76.180000000000007</c:v>
                </c:pt>
                <c:pt idx="34298">
                  <c:v>101.47</c:v>
                </c:pt>
                <c:pt idx="34299">
                  <c:v>38.090000000000003</c:v>
                </c:pt>
                <c:pt idx="34300">
                  <c:v>38.090000000000003</c:v>
                </c:pt>
                <c:pt idx="34301">
                  <c:v>101.46</c:v>
                </c:pt>
                <c:pt idx="34302">
                  <c:v>209.93</c:v>
                </c:pt>
                <c:pt idx="34303">
                  <c:v>150.94999999999999</c:v>
                </c:pt>
                <c:pt idx="34304">
                  <c:v>179.94</c:v>
                </c:pt>
                <c:pt idx="34305">
                  <c:v>155.96</c:v>
                </c:pt>
                <c:pt idx="34306">
                  <c:v>210.95</c:v>
                </c:pt>
                <c:pt idx="34307">
                  <c:v>110.07</c:v>
                </c:pt>
                <c:pt idx="34308">
                  <c:v>49.48</c:v>
                </c:pt>
                <c:pt idx="34309">
                  <c:v>109.93</c:v>
                </c:pt>
                <c:pt idx="34310">
                  <c:v>79.98</c:v>
                </c:pt>
                <c:pt idx="34311">
                  <c:v>19.489999999999998</c:v>
                </c:pt>
                <c:pt idx="34312">
                  <c:v>41.98</c:v>
                </c:pt>
                <c:pt idx="34313">
                  <c:v>62.97</c:v>
                </c:pt>
                <c:pt idx="34314">
                  <c:v>56.98</c:v>
                </c:pt>
                <c:pt idx="34315">
                  <c:v>51.97</c:v>
                </c:pt>
                <c:pt idx="34316">
                  <c:v>95.98</c:v>
                </c:pt>
                <c:pt idx="34317">
                  <c:v>114.97</c:v>
                </c:pt>
                <c:pt idx="34318">
                  <c:v>51.29</c:v>
                </c:pt>
                <c:pt idx="34319">
                  <c:v>332.95</c:v>
                </c:pt>
                <c:pt idx="34320">
                  <c:v>339.96</c:v>
                </c:pt>
                <c:pt idx="34321">
                  <c:v>191.96</c:v>
                </c:pt>
                <c:pt idx="34322">
                  <c:v>191.96</c:v>
                </c:pt>
                <c:pt idx="34323">
                  <c:v>49.48</c:v>
                </c:pt>
                <c:pt idx="34324">
                  <c:v>108.87</c:v>
                </c:pt>
                <c:pt idx="34325">
                  <c:v>108.87</c:v>
                </c:pt>
                <c:pt idx="34326">
                  <c:v>108.86</c:v>
                </c:pt>
                <c:pt idx="34327">
                  <c:v>85.97</c:v>
                </c:pt>
                <c:pt idx="34328">
                  <c:v>135.97</c:v>
                </c:pt>
                <c:pt idx="34329">
                  <c:v>169.98</c:v>
                </c:pt>
                <c:pt idx="34330">
                  <c:v>99.38</c:v>
                </c:pt>
                <c:pt idx="34331">
                  <c:v>229.94</c:v>
                </c:pt>
                <c:pt idx="34332">
                  <c:v>209.97</c:v>
                </c:pt>
                <c:pt idx="34333">
                  <c:v>163.75</c:v>
                </c:pt>
                <c:pt idx="34334">
                  <c:v>89.97</c:v>
                </c:pt>
                <c:pt idx="34335">
                  <c:v>207.94</c:v>
                </c:pt>
                <c:pt idx="34336">
                  <c:v>169.98</c:v>
                </c:pt>
                <c:pt idx="34337">
                  <c:v>76.489999999999995</c:v>
                </c:pt>
                <c:pt idx="34338">
                  <c:v>184.97</c:v>
                </c:pt>
                <c:pt idx="34339">
                  <c:v>171.49</c:v>
                </c:pt>
                <c:pt idx="34340">
                  <c:v>84.98</c:v>
                </c:pt>
                <c:pt idx="34341">
                  <c:v>227.96</c:v>
                </c:pt>
                <c:pt idx="34342">
                  <c:v>221.96</c:v>
                </c:pt>
                <c:pt idx="34343">
                  <c:v>100.98</c:v>
                </c:pt>
                <c:pt idx="34344">
                  <c:v>39.94</c:v>
                </c:pt>
                <c:pt idx="34345">
                  <c:v>39.29</c:v>
                </c:pt>
                <c:pt idx="34346">
                  <c:v>39.93</c:v>
                </c:pt>
                <c:pt idx="34347">
                  <c:v>39.28</c:v>
                </c:pt>
                <c:pt idx="34348">
                  <c:v>100.94</c:v>
                </c:pt>
                <c:pt idx="34349">
                  <c:v>178.95</c:v>
                </c:pt>
                <c:pt idx="34350">
                  <c:v>84.99</c:v>
                </c:pt>
                <c:pt idx="34351">
                  <c:v>15.49</c:v>
                </c:pt>
                <c:pt idx="34352">
                  <c:v>84.99</c:v>
                </c:pt>
                <c:pt idx="34353">
                  <c:v>197.96</c:v>
                </c:pt>
                <c:pt idx="34354">
                  <c:v>214.96</c:v>
                </c:pt>
                <c:pt idx="34355">
                  <c:v>153.97999999999999</c:v>
                </c:pt>
                <c:pt idx="34356">
                  <c:v>169.98</c:v>
                </c:pt>
                <c:pt idx="34357">
                  <c:v>79.98</c:v>
                </c:pt>
                <c:pt idx="34358">
                  <c:v>68.53</c:v>
                </c:pt>
                <c:pt idx="34359">
                  <c:v>84.99</c:v>
                </c:pt>
                <c:pt idx="34360">
                  <c:v>98.98</c:v>
                </c:pt>
                <c:pt idx="34361">
                  <c:v>65.98</c:v>
                </c:pt>
                <c:pt idx="34362">
                  <c:v>94.98</c:v>
                </c:pt>
                <c:pt idx="34363">
                  <c:v>84.99</c:v>
                </c:pt>
                <c:pt idx="34364">
                  <c:v>281.01</c:v>
                </c:pt>
                <c:pt idx="34365">
                  <c:v>84.99</c:v>
                </c:pt>
                <c:pt idx="34366">
                  <c:v>121.98</c:v>
                </c:pt>
                <c:pt idx="34367">
                  <c:v>65.989999999999995</c:v>
                </c:pt>
                <c:pt idx="34368">
                  <c:v>84.99</c:v>
                </c:pt>
                <c:pt idx="34369">
                  <c:v>99.98</c:v>
                </c:pt>
                <c:pt idx="34370">
                  <c:v>71.58</c:v>
                </c:pt>
                <c:pt idx="34371">
                  <c:v>99.98</c:v>
                </c:pt>
                <c:pt idx="34372">
                  <c:v>99.97</c:v>
                </c:pt>
                <c:pt idx="34373">
                  <c:v>99.96</c:v>
                </c:pt>
                <c:pt idx="34374">
                  <c:v>99.96</c:v>
                </c:pt>
                <c:pt idx="34375">
                  <c:v>99.95</c:v>
                </c:pt>
                <c:pt idx="34376">
                  <c:v>40.49</c:v>
                </c:pt>
                <c:pt idx="34377">
                  <c:v>75.98</c:v>
                </c:pt>
                <c:pt idx="34378">
                  <c:v>169.98</c:v>
                </c:pt>
                <c:pt idx="34379">
                  <c:v>53.97</c:v>
                </c:pt>
                <c:pt idx="34380">
                  <c:v>36.479999999999997</c:v>
                </c:pt>
                <c:pt idx="34381">
                  <c:v>71.98</c:v>
                </c:pt>
                <c:pt idx="34382">
                  <c:v>49.48</c:v>
                </c:pt>
                <c:pt idx="34383">
                  <c:v>49.48</c:v>
                </c:pt>
                <c:pt idx="34384">
                  <c:v>71.98</c:v>
                </c:pt>
                <c:pt idx="34385">
                  <c:v>99.88</c:v>
                </c:pt>
                <c:pt idx="34386">
                  <c:v>98.97</c:v>
                </c:pt>
                <c:pt idx="34387">
                  <c:v>98.98</c:v>
                </c:pt>
                <c:pt idx="34388">
                  <c:v>98.97</c:v>
                </c:pt>
                <c:pt idx="34389">
                  <c:v>110.96</c:v>
                </c:pt>
                <c:pt idx="34390">
                  <c:v>99.98</c:v>
                </c:pt>
                <c:pt idx="34391">
                  <c:v>139.97</c:v>
                </c:pt>
                <c:pt idx="34392">
                  <c:v>79.98</c:v>
                </c:pt>
                <c:pt idx="34393">
                  <c:v>113.97</c:v>
                </c:pt>
                <c:pt idx="34394">
                  <c:v>99.98</c:v>
                </c:pt>
                <c:pt idx="34395">
                  <c:v>99.98</c:v>
                </c:pt>
                <c:pt idx="34396">
                  <c:v>119.97</c:v>
                </c:pt>
                <c:pt idx="34397">
                  <c:v>124.94</c:v>
                </c:pt>
                <c:pt idx="34398">
                  <c:v>99.98</c:v>
                </c:pt>
                <c:pt idx="34399">
                  <c:v>99.98</c:v>
                </c:pt>
                <c:pt idx="34400">
                  <c:v>65.989999999999995</c:v>
                </c:pt>
                <c:pt idx="34401">
                  <c:v>98.98</c:v>
                </c:pt>
                <c:pt idx="34402">
                  <c:v>98.97</c:v>
                </c:pt>
                <c:pt idx="34403">
                  <c:v>66.97</c:v>
                </c:pt>
                <c:pt idx="34404">
                  <c:v>23.48</c:v>
                </c:pt>
                <c:pt idx="34405">
                  <c:v>25.97</c:v>
                </c:pt>
                <c:pt idx="34406">
                  <c:v>59.25</c:v>
                </c:pt>
                <c:pt idx="34407">
                  <c:v>39.99</c:v>
                </c:pt>
                <c:pt idx="34408">
                  <c:v>63.98</c:v>
                </c:pt>
                <c:pt idx="34409">
                  <c:v>109</c:v>
                </c:pt>
                <c:pt idx="34410">
                  <c:v>64.03</c:v>
                </c:pt>
                <c:pt idx="34411">
                  <c:v>52.28</c:v>
                </c:pt>
                <c:pt idx="34412">
                  <c:v>169.98</c:v>
                </c:pt>
                <c:pt idx="34413">
                  <c:v>63.98</c:v>
                </c:pt>
                <c:pt idx="34414">
                  <c:v>65.989999999999995</c:v>
                </c:pt>
                <c:pt idx="34415">
                  <c:v>65.989999999999995</c:v>
                </c:pt>
                <c:pt idx="34416">
                  <c:v>79.98</c:v>
                </c:pt>
                <c:pt idx="34417">
                  <c:v>169.98</c:v>
                </c:pt>
                <c:pt idx="34418">
                  <c:v>119.82</c:v>
                </c:pt>
                <c:pt idx="34419">
                  <c:v>65.989999999999995</c:v>
                </c:pt>
                <c:pt idx="34420">
                  <c:v>79.98</c:v>
                </c:pt>
                <c:pt idx="34421">
                  <c:v>78.959999999999994</c:v>
                </c:pt>
                <c:pt idx="34422">
                  <c:v>79.98</c:v>
                </c:pt>
                <c:pt idx="34423">
                  <c:v>158.28</c:v>
                </c:pt>
                <c:pt idx="34424">
                  <c:v>64.67</c:v>
                </c:pt>
                <c:pt idx="34425">
                  <c:v>63.73</c:v>
                </c:pt>
                <c:pt idx="34426">
                  <c:v>64.290000000000006</c:v>
                </c:pt>
                <c:pt idx="34427">
                  <c:v>64.53</c:v>
                </c:pt>
                <c:pt idx="34428">
                  <c:v>64.77</c:v>
                </c:pt>
                <c:pt idx="34429">
                  <c:v>169.32</c:v>
                </c:pt>
                <c:pt idx="34430">
                  <c:v>109</c:v>
                </c:pt>
                <c:pt idx="34431">
                  <c:v>51.96</c:v>
                </c:pt>
                <c:pt idx="34432">
                  <c:v>98.69</c:v>
                </c:pt>
                <c:pt idx="34433">
                  <c:v>90.78</c:v>
                </c:pt>
                <c:pt idx="34434">
                  <c:v>108.88</c:v>
                </c:pt>
                <c:pt idx="34435">
                  <c:v>108.88</c:v>
                </c:pt>
                <c:pt idx="34436">
                  <c:v>108.88</c:v>
                </c:pt>
                <c:pt idx="34437">
                  <c:v>108.88</c:v>
                </c:pt>
                <c:pt idx="34438">
                  <c:v>108.88</c:v>
                </c:pt>
                <c:pt idx="34439">
                  <c:v>108.88</c:v>
                </c:pt>
                <c:pt idx="34440">
                  <c:v>370.86</c:v>
                </c:pt>
                <c:pt idx="34441">
                  <c:v>335.86</c:v>
                </c:pt>
                <c:pt idx="34442">
                  <c:v>183.92</c:v>
                </c:pt>
                <c:pt idx="34443">
                  <c:v>119.94</c:v>
                </c:pt>
                <c:pt idx="34444">
                  <c:v>210.22</c:v>
                </c:pt>
                <c:pt idx="34445">
                  <c:v>269.89999999999998</c:v>
                </c:pt>
                <c:pt idx="34446">
                  <c:v>94.96</c:v>
                </c:pt>
                <c:pt idx="34447">
                  <c:v>249.91</c:v>
                </c:pt>
                <c:pt idx="34448">
                  <c:v>134.93</c:v>
                </c:pt>
                <c:pt idx="34449">
                  <c:v>553.28</c:v>
                </c:pt>
                <c:pt idx="34450">
                  <c:v>108.88</c:v>
                </c:pt>
                <c:pt idx="34451">
                  <c:v>108.88</c:v>
                </c:pt>
                <c:pt idx="34452">
                  <c:v>108.88</c:v>
                </c:pt>
                <c:pt idx="34453">
                  <c:v>108.88</c:v>
                </c:pt>
                <c:pt idx="34454">
                  <c:v>107.97</c:v>
                </c:pt>
                <c:pt idx="34455">
                  <c:v>108.86</c:v>
                </c:pt>
                <c:pt idx="34456">
                  <c:v>108.86</c:v>
                </c:pt>
                <c:pt idx="34457">
                  <c:v>109.97</c:v>
                </c:pt>
                <c:pt idx="34458">
                  <c:v>205.92</c:v>
                </c:pt>
                <c:pt idx="34459">
                  <c:v>148.96</c:v>
                </c:pt>
                <c:pt idx="34460">
                  <c:v>251.94</c:v>
                </c:pt>
                <c:pt idx="34461">
                  <c:v>204.95</c:v>
                </c:pt>
                <c:pt idx="34462">
                  <c:v>80.739999999999995</c:v>
                </c:pt>
                <c:pt idx="34463">
                  <c:v>144.97</c:v>
                </c:pt>
                <c:pt idx="34464">
                  <c:v>190.84</c:v>
                </c:pt>
                <c:pt idx="34465">
                  <c:v>173.94</c:v>
                </c:pt>
                <c:pt idx="34466">
                  <c:v>307.92</c:v>
                </c:pt>
                <c:pt idx="34467">
                  <c:v>220.35</c:v>
                </c:pt>
                <c:pt idx="34468">
                  <c:v>117.41</c:v>
                </c:pt>
                <c:pt idx="34469">
                  <c:v>239.31</c:v>
                </c:pt>
                <c:pt idx="34470">
                  <c:v>108.86</c:v>
                </c:pt>
                <c:pt idx="34471">
                  <c:v>108.86</c:v>
                </c:pt>
                <c:pt idx="34472">
                  <c:v>108.86</c:v>
                </c:pt>
                <c:pt idx="34473">
                  <c:v>108.86</c:v>
                </c:pt>
                <c:pt idx="34474">
                  <c:v>108.86</c:v>
                </c:pt>
                <c:pt idx="34475">
                  <c:v>108.86</c:v>
                </c:pt>
                <c:pt idx="34476">
                  <c:v>107.95</c:v>
                </c:pt>
                <c:pt idx="34477">
                  <c:v>39.28</c:v>
                </c:pt>
                <c:pt idx="34478">
                  <c:v>121.97</c:v>
                </c:pt>
                <c:pt idx="34479">
                  <c:v>65.989999999999995</c:v>
                </c:pt>
                <c:pt idx="34480">
                  <c:v>84.99</c:v>
                </c:pt>
                <c:pt idx="34481">
                  <c:v>111.64</c:v>
                </c:pt>
                <c:pt idx="34482">
                  <c:v>54.89</c:v>
                </c:pt>
                <c:pt idx="34483">
                  <c:v>197.96</c:v>
                </c:pt>
                <c:pt idx="34484">
                  <c:v>204.97</c:v>
                </c:pt>
                <c:pt idx="34485">
                  <c:v>186.95</c:v>
                </c:pt>
                <c:pt idx="34486">
                  <c:v>37.28</c:v>
                </c:pt>
                <c:pt idx="34487">
                  <c:v>39.28</c:v>
                </c:pt>
                <c:pt idx="34488">
                  <c:v>117.97</c:v>
                </c:pt>
                <c:pt idx="34489">
                  <c:v>197.96</c:v>
                </c:pt>
                <c:pt idx="34490">
                  <c:v>39.28</c:v>
                </c:pt>
                <c:pt idx="34491">
                  <c:v>60.99</c:v>
                </c:pt>
                <c:pt idx="34492">
                  <c:v>35.19</c:v>
                </c:pt>
                <c:pt idx="34493">
                  <c:v>56.97</c:v>
                </c:pt>
                <c:pt idx="34494">
                  <c:v>150.26</c:v>
                </c:pt>
                <c:pt idx="34495">
                  <c:v>37.24</c:v>
                </c:pt>
                <c:pt idx="34496">
                  <c:v>31.48</c:v>
                </c:pt>
                <c:pt idx="34497">
                  <c:v>40.369999999999997</c:v>
                </c:pt>
                <c:pt idx="34498">
                  <c:v>50.97</c:v>
                </c:pt>
                <c:pt idx="34499">
                  <c:v>47.48</c:v>
                </c:pt>
                <c:pt idx="34500">
                  <c:v>34.479999999999997</c:v>
                </c:pt>
                <c:pt idx="34501">
                  <c:v>358.13</c:v>
                </c:pt>
                <c:pt idx="34502">
                  <c:v>107.96</c:v>
                </c:pt>
                <c:pt idx="34503">
                  <c:v>99.99</c:v>
                </c:pt>
                <c:pt idx="34504">
                  <c:v>99.99</c:v>
                </c:pt>
                <c:pt idx="34505">
                  <c:v>99.99</c:v>
                </c:pt>
                <c:pt idx="34506">
                  <c:v>99.99</c:v>
                </c:pt>
                <c:pt idx="34507">
                  <c:v>99.99</c:v>
                </c:pt>
                <c:pt idx="34508">
                  <c:v>99.99</c:v>
                </c:pt>
                <c:pt idx="34509">
                  <c:v>99.99</c:v>
                </c:pt>
                <c:pt idx="34510">
                  <c:v>99.99</c:v>
                </c:pt>
                <c:pt idx="34511">
                  <c:v>99.99</c:v>
                </c:pt>
                <c:pt idx="34512">
                  <c:v>65.86</c:v>
                </c:pt>
                <c:pt idx="34513">
                  <c:v>61.67</c:v>
                </c:pt>
                <c:pt idx="34514">
                  <c:v>108.83</c:v>
                </c:pt>
                <c:pt idx="34515">
                  <c:v>92.32</c:v>
                </c:pt>
                <c:pt idx="34516">
                  <c:v>122.19</c:v>
                </c:pt>
                <c:pt idx="34517">
                  <c:v>131.51</c:v>
                </c:pt>
                <c:pt idx="34518">
                  <c:v>104.04</c:v>
                </c:pt>
                <c:pt idx="34519">
                  <c:v>81.05</c:v>
                </c:pt>
                <c:pt idx="34520">
                  <c:v>136.68</c:v>
                </c:pt>
                <c:pt idx="34521">
                  <c:v>67.739999999999995</c:v>
                </c:pt>
                <c:pt idx="34522">
                  <c:v>99.99</c:v>
                </c:pt>
                <c:pt idx="34523">
                  <c:v>99.98</c:v>
                </c:pt>
                <c:pt idx="34524">
                  <c:v>99.98</c:v>
                </c:pt>
                <c:pt idx="34525">
                  <c:v>99.98</c:v>
                </c:pt>
                <c:pt idx="34526">
                  <c:v>99.98</c:v>
                </c:pt>
                <c:pt idx="34527">
                  <c:v>99.98</c:v>
                </c:pt>
                <c:pt idx="34528">
                  <c:v>99.98</c:v>
                </c:pt>
                <c:pt idx="34529">
                  <c:v>99.98</c:v>
                </c:pt>
                <c:pt idx="34530">
                  <c:v>105.97</c:v>
                </c:pt>
                <c:pt idx="34531">
                  <c:v>58.97</c:v>
                </c:pt>
                <c:pt idx="34532">
                  <c:v>153.96</c:v>
                </c:pt>
                <c:pt idx="34533">
                  <c:v>141.97</c:v>
                </c:pt>
                <c:pt idx="34534">
                  <c:v>163.96</c:v>
                </c:pt>
                <c:pt idx="34535">
                  <c:v>105.97</c:v>
                </c:pt>
                <c:pt idx="34536">
                  <c:v>137.96</c:v>
                </c:pt>
                <c:pt idx="34537">
                  <c:v>99.95</c:v>
                </c:pt>
                <c:pt idx="34538">
                  <c:v>105.97</c:v>
                </c:pt>
                <c:pt idx="34539">
                  <c:v>171.96</c:v>
                </c:pt>
                <c:pt idx="34540">
                  <c:v>99.98</c:v>
                </c:pt>
                <c:pt idx="34541">
                  <c:v>99.98</c:v>
                </c:pt>
                <c:pt idx="34542">
                  <c:v>99.98</c:v>
                </c:pt>
                <c:pt idx="34543">
                  <c:v>99.98</c:v>
                </c:pt>
                <c:pt idx="34544">
                  <c:v>99.98</c:v>
                </c:pt>
                <c:pt idx="34545">
                  <c:v>20.49</c:v>
                </c:pt>
                <c:pt idx="34546">
                  <c:v>92.49</c:v>
                </c:pt>
                <c:pt idx="34547">
                  <c:v>106.98</c:v>
                </c:pt>
                <c:pt idx="34548">
                  <c:v>84.98</c:v>
                </c:pt>
                <c:pt idx="34549">
                  <c:v>65.19</c:v>
                </c:pt>
                <c:pt idx="34550">
                  <c:v>169.97</c:v>
                </c:pt>
                <c:pt idx="34551">
                  <c:v>78.819999999999993</c:v>
                </c:pt>
                <c:pt idx="34552">
                  <c:v>71.98</c:v>
                </c:pt>
                <c:pt idx="34553">
                  <c:v>103.98</c:v>
                </c:pt>
                <c:pt idx="34554">
                  <c:v>64.16</c:v>
                </c:pt>
                <c:pt idx="34555">
                  <c:v>105.48</c:v>
                </c:pt>
                <c:pt idx="34556">
                  <c:v>87.99</c:v>
                </c:pt>
                <c:pt idx="34557">
                  <c:v>86.49</c:v>
                </c:pt>
                <c:pt idx="34558">
                  <c:v>106.98</c:v>
                </c:pt>
                <c:pt idx="34559">
                  <c:v>87.98</c:v>
                </c:pt>
                <c:pt idx="34560">
                  <c:v>68.989999999999995</c:v>
                </c:pt>
                <c:pt idx="34561">
                  <c:v>99.98</c:v>
                </c:pt>
                <c:pt idx="34562">
                  <c:v>99.98</c:v>
                </c:pt>
                <c:pt idx="34563">
                  <c:v>99.98</c:v>
                </c:pt>
                <c:pt idx="34564">
                  <c:v>99.98</c:v>
                </c:pt>
                <c:pt idx="34565">
                  <c:v>99.98</c:v>
                </c:pt>
                <c:pt idx="34566">
                  <c:v>99.98</c:v>
                </c:pt>
                <c:pt idx="34567">
                  <c:v>99.98</c:v>
                </c:pt>
                <c:pt idx="34568">
                  <c:v>99.98</c:v>
                </c:pt>
                <c:pt idx="34569">
                  <c:v>99.98</c:v>
                </c:pt>
                <c:pt idx="34570">
                  <c:v>99.98</c:v>
                </c:pt>
                <c:pt idx="34571">
                  <c:v>139.91999999999999</c:v>
                </c:pt>
                <c:pt idx="34572">
                  <c:v>679.92</c:v>
                </c:pt>
                <c:pt idx="34573">
                  <c:v>339.96</c:v>
                </c:pt>
                <c:pt idx="34574">
                  <c:v>697.91</c:v>
                </c:pt>
                <c:pt idx="34575">
                  <c:v>15.92</c:v>
                </c:pt>
                <c:pt idx="34576">
                  <c:v>377.94</c:v>
                </c:pt>
                <c:pt idx="34577">
                  <c:v>55.97</c:v>
                </c:pt>
                <c:pt idx="34578">
                  <c:v>159.96</c:v>
                </c:pt>
                <c:pt idx="34579">
                  <c:v>29.28</c:v>
                </c:pt>
                <c:pt idx="34580">
                  <c:v>99.98</c:v>
                </c:pt>
                <c:pt idx="34581">
                  <c:v>99.98</c:v>
                </c:pt>
                <c:pt idx="34582">
                  <c:v>99.97</c:v>
                </c:pt>
                <c:pt idx="34583">
                  <c:v>69.98</c:v>
                </c:pt>
                <c:pt idx="34584">
                  <c:v>21.29</c:v>
                </c:pt>
                <c:pt idx="34585">
                  <c:v>99.96</c:v>
                </c:pt>
                <c:pt idx="34586">
                  <c:v>99.96</c:v>
                </c:pt>
                <c:pt idx="34587">
                  <c:v>80.97</c:v>
                </c:pt>
                <c:pt idx="34588">
                  <c:v>99.96</c:v>
                </c:pt>
                <c:pt idx="34589">
                  <c:v>99.96</c:v>
                </c:pt>
                <c:pt idx="34590">
                  <c:v>80.97</c:v>
                </c:pt>
                <c:pt idx="34591">
                  <c:v>65.989999999999995</c:v>
                </c:pt>
                <c:pt idx="34592">
                  <c:v>65.989999999999995</c:v>
                </c:pt>
                <c:pt idx="34593">
                  <c:v>65.989999999999995</c:v>
                </c:pt>
                <c:pt idx="34594">
                  <c:v>65.989999999999995</c:v>
                </c:pt>
                <c:pt idx="34595">
                  <c:v>66.03</c:v>
                </c:pt>
                <c:pt idx="34596">
                  <c:v>65.989999999999995</c:v>
                </c:pt>
                <c:pt idx="34597">
                  <c:v>65.989999999999995</c:v>
                </c:pt>
                <c:pt idx="34598">
                  <c:v>95.07</c:v>
                </c:pt>
                <c:pt idx="34599">
                  <c:v>68.989999999999995</c:v>
                </c:pt>
                <c:pt idx="34600">
                  <c:v>79.98</c:v>
                </c:pt>
                <c:pt idx="34601">
                  <c:v>127.14</c:v>
                </c:pt>
                <c:pt idx="34602">
                  <c:v>99.96</c:v>
                </c:pt>
                <c:pt idx="34603">
                  <c:v>91.26</c:v>
                </c:pt>
                <c:pt idx="34604">
                  <c:v>41.28</c:v>
                </c:pt>
                <c:pt idx="34605">
                  <c:v>41.28</c:v>
                </c:pt>
                <c:pt idx="34606">
                  <c:v>41.28</c:v>
                </c:pt>
                <c:pt idx="34607">
                  <c:v>53.97</c:v>
                </c:pt>
                <c:pt idx="34608">
                  <c:v>37.28</c:v>
                </c:pt>
                <c:pt idx="34609">
                  <c:v>74.849999999999994</c:v>
                </c:pt>
                <c:pt idx="34610">
                  <c:v>75.459999999999994</c:v>
                </c:pt>
                <c:pt idx="34611">
                  <c:v>75.89</c:v>
                </c:pt>
                <c:pt idx="34612">
                  <c:v>77.97</c:v>
                </c:pt>
                <c:pt idx="34613">
                  <c:v>77.97</c:v>
                </c:pt>
                <c:pt idx="34614">
                  <c:v>77.97</c:v>
                </c:pt>
                <c:pt idx="34615">
                  <c:v>103.96</c:v>
                </c:pt>
                <c:pt idx="34616">
                  <c:v>103.96</c:v>
                </c:pt>
                <c:pt idx="34617">
                  <c:v>77.97</c:v>
                </c:pt>
                <c:pt idx="34618">
                  <c:v>77.97</c:v>
                </c:pt>
                <c:pt idx="34619">
                  <c:v>77.97</c:v>
                </c:pt>
                <c:pt idx="34620">
                  <c:v>77.97</c:v>
                </c:pt>
                <c:pt idx="34621">
                  <c:v>66.53</c:v>
                </c:pt>
                <c:pt idx="34622">
                  <c:v>56.97</c:v>
                </c:pt>
                <c:pt idx="34623">
                  <c:v>77.97</c:v>
                </c:pt>
                <c:pt idx="34624">
                  <c:v>77.97</c:v>
                </c:pt>
                <c:pt idx="34625">
                  <c:v>67.97</c:v>
                </c:pt>
                <c:pt idx="34626">
                  <c:v>56.97</c:v>
                </c:pt>
                <c:pt idx="34627">
                  <c:v>65.33</c:v>
                </c:pt>
                <c:pt idx="34628">
                  <c:v>77.97</c:v>
                </c:pt>
                <c:pt idx="34629">
                  <c:v>77.97</c:v>
                </c:pt>
                <c:pt idx="34630">
                  <c:v>77.97</c:v>
                </c:pt>
                <c:pt idx="34631">
                  <c:v>51.98</c:v>
                </c:pt>
                <c:pt idx="34632">
                  <c:v>77.97</c:v>
                </c:pt>
                <c:pt idx="34633">
                  <c:v>77.97</c:v>
                </c:pt>
                <c:pt idx="34634">
                  <c:v>77.97</c:v>
                </c:pt>
                <c:pt idx="34635">
                  <c:v>51.98</c:v>
                </c:pt>
                <c:pt idx="34636">
                  <c:v>77.97</c:v>
                </c:pt>
                <c:pt idx="34637">
                  <c:v>59.96</c:v>
                </c:pt>
                <c:pt idx="34638">
                  <c:v>31.28</c:v>
                </c:pt>
                <c:pt idx="34639">
                  <c:v>99.93</c:v>
                </c:pt>
                <c:pt idx="34640">
                  <c:v>98.17</c:v>
                </c:pt>
                <c:pt idx="34641">
                  <c:v>64.98</c:v>
                </c:pt>
                <c:pt idx="34642">
                  <c:v>36.479999999999997</c:v>
                </c:pt>
                <c:pt idx="34643">
                  <c:v>36.479999999999997</c:v>
                </c:pt>
                <c:pt idx="34644">
                  <c:v>47.49</c:v>
                </c:pt>
                <c:pt idx="34645">
                  <c:v>64.98</c:v>
                </c:pt>
                <c:pt idx="34646">
                  <c:v>47.49</c:v>
                </c:pt>
                <c:pt idx="34647">
                  <c:v>64.98</c:v>
                </c:pt>
                <c:pt idx="34648">
                  <c:v>53.08</c:v>
                </c:pt>
                <c:pt idx="34649">
                  <c:v>53.08</c:v>
                </c:pt>
                <c:pt idx="34650">
                  <c:v>53.08</c:v>
                </c:pt>
                <c:pt idx="34651">
                  <c:v>36.479999999999997</c:v>
                </c:pt>
                <c:pt idx="34652">
                  <c:v>47.49</c:v>
                </c:pt>
                <c:pt idx="34653">
                  <c:v>11.49</c:v>
                </c:pt>
                <c:pt idx="34654">
                  <c:v>97.97</c:v>
                </c:pt>
                <c:pt idx="34655">
                  <c:v>97.96</c:v>
                </c:pt>
                <c:pt idx="34656">
                  <c:v>26.49</c:v>
                </c:pt>
                <c:pt idx="34657">
                  <c:v>62.98</c:v>
                </c:pt>
                <c:pt idx="34658">
                  <c:v>97.98</c:v>
                </c:pt>
                <c:pt idx="34659">
                  <c:v>97.98</c:v>
                </c:pt>
                <c:pt idx="34660">
                  <c:v>97.98</c:v>
                </c:pt>
                <c:pt idx="34661">
                  <c:v>97.97</c:v>
                </c:pt>
                <c:pt idx="34662">
                  <c:v>51.49</c:v>
                </c:pt>
                <c:pt idx="34663">
                  <c:v>-1.5</c:v>
                </c:pt>
                <c:pt idx="34664">
                  <c:v>20.49</c:v>
                </c:pt>
                <c:pt idx="34665">
                  <c:v>10.49</c:v>
                </c:pt>
                <c:pt idx="34666">
                  <c:v>131.97999999999999</c:v>
                </c:pt>
                <c:pt idx="34667">
                  <c:v>84.99</c:v>
                </c:pt>
                <c:pt idx="34668">
                  <c:v>131.97999999999999</c:v>
                </c:pt>
                <c:pt idx="34669">
                  <c:v>131.97999999999999</c:v>
                </c:pt>
                <c:pt idx="34670">
                  <c:v>84.99</c:v>
                </c:pt>
                <c:pt idx="34671">
                  <c:v>70.97</c:v>
                </c:pt>
                <c:pt idx="34672">
                  <c:v>92.58</c:v>
                </c:pt>
                <c:pt idx="34673">
                  <c:v>139.97</c:v>
                </c:pt>
                <c:pt idx="34674">
                  <c:v>73.989999999999995</c:v>
                </c:pt>
                <c:pt idx="34675">
                  <c:v>85.97</c:v>
                </c:pt>
                <c:pt idx="34676">
                  <c:v>84.99</c:v>
                </c:pt>
                <c:pt idx="34677">
                  <c:v>131.97999999999999</c:v>
                </c:pt>
                <c:pt idx="34678">
                  <c:v>40.229999999999997</c:v>
                </c:pt>
                <c:pt idx="34679">
                  <c:v>36.49</c:v>
                </c:pt>
                <c:pt idx="34680">
                  <c:v>80.959999999999994</c:v>
                </c:pt>
                <c:pt idx="34681">
                  <c:v>99.66</c:v>
                </c:pt>
                <c:pt idx="34682">
                  <c:v>47.15</c:v>
                </c:pt>
                <c:pt idx="34683">
                  <c:v>59.66</c:v>
                </c:pt>
                <c:pt idx="34684">
                  <c:v>31.28</c:v>
                </c:pt>
                <c:pt idx="34685">
                  <c:v>68.989999999999995</c:v>
                </c:pt>
                <c:pt idx="34686">
                  <c:v>84.99</c:v>
                </c:pt>
                <c:pt idx="34687">
                  <c:v>84.99</c:v>
                </c:pt>
                <c:pt idx="34688">
                  <c:v>78.989999999999995</c:v>
                </c:pt>
                <c:pt idx="34689">
                  <c:v>65.989999999999995</c:v>
                </c:pt>
                <c:pt idx="34690">
                  <c:v>77.989999999999995</c:v>
                </c:pt>
                <c:pt idx="34691">
                  <c:v>65.989999999999995</c:v>
                </c:pt>
                <c:pt idx="34692">
                  <c:v>84.99</c:v>
                </c:pt>
                <c:pt idx="34693">
                  <c:v>84.99</c:v>
                </c:pt>
                <c:pt idx="34694">
                  <c:v>84.99</c:v>
                </c:pt>
                <c:pt idx="34695">
                  <c:v>65.989999999999995</c:v>
                </c:pt>
                <c:pt idx="34696">
                  <c:v>84.99</c:v>
                </c:pt>
                <c:pt idx="34697">
                  <c:v>65.989999999999995</c:v>
                </c:pt>
                <c:pt idx="34698">
                  <c:v>84.99</c:v>
                </c:pt>
                <c:pt idx="34699">
                  <c:v>65.989999999999995</c:v>
                </c:pt>
                <c:pt idx="34700">
                  <c:v>84.99</c:v>
                </c:pt>
                <c:pt idx="34701">
                  <c:v>65.989999999999995</c:v>
                </c:pt>
                <c:pt idx="34702">
                  <c:v>84.99</c:v>
                </c:pt>
                <c:pt idx="34703">
                  <c:v>73.48</c:v>
                </c:pt>
                <c:pt idx="34704">
                  <c:v>169.98</c:v>
                </c:pt>
                <c:pt idx="34705">
                  <c:v>65.989999999999995</c:v>
                </c:pt>
                <c:pt idx="34706">
                  <c:v>169.98</c:v>
                </c:pt>
                <c:pt idx="34707">
                  <c:v>84.99</c:v>
                </c:pt>
                <c:pt idx="34708">
                  <c:v>84.99</c:v>
                </c:pt>
                <c:pt idx="34709">
                  <c:v>84.99</c:v>
                </c:pt>
                <c:pt idx="34710">
                  <c:v>169.98</c:v>
                </c:pt>
                <c:pt idx="34711">
                  <c:v>84.99</c:v>
                </c:pt>
                <c:pt idx="34712">
                  <c:v>50.97</c:v>
                </c:pt>
                <c:pt idx="34713">
                  <c:v>46.77</c:v>
                </c:pt>
                <c:pt idx="34714">
                  <c:v>50.97</c:v>
                </c:pt>
                <c:pt idx="34715">
                  <c:v>-50.97</c:v>
                </c:pt>
                <c:pt idx="34716">
                  <c:v>99.42</c:v>
                </c:pt>
                <c:pt idx="34717">
                  <c:v>106.97</c:v>
                </c:pt>
                <c:pt idx="34718">
                  <c:v>46.74</c:v>
                </c:pt>
                <c:pt idx="34719">
                  <c:v>36.49</c:v>
                </c:pt>
                <c:pt idx="34720">
                  <c:v>-10.9</c:v>
                </c:pt>
                <c:pt idx="34721">
                  <c:v>108.97</c:v>
                </c:pt>
                <c:pt idx="34722">
                  <c:v>35.99</c:v>
                </c:pt>
                <c:pt idx="34723">
                  <c:v>72.58</c:v>
                </c:pt>
                <c:pt idx="34724">
                  <c:v>49.48</c:v>
                </c:pt>
                <c:pt idx="34725">
                  <c:v>97.55</c:v>
                </c:pt>
                <c:pt idx="34726">
                  <c:v>189.44</c:v>
                </c:pt>
                <c:pt idx="34727">
                  <c:v>164.96</c:v>
                </c:pt>
                <c:pt idx="34728">
                  <c:v>84.99</c:v>
                </c:pt>
                <c:pt idx="34729">
                  <c:v>99.98</c:v>
                </c:pt>
                <c:pt idx="34730">
                  <c:v>108.97</c:v>
                </c:pt>
                <c:pt idx="34731">
                  <c:v>84.99</c:v>
                </c:pt>
                <c:pt idx="34732">
                  <c:v>99.98</c:v>
                </c:pt>
                <c:pt idx="34733">
                  <c:v>84.99</c:v>
                </c:pt>
                <c:pt idx="34734">
                  <c:v>102.97</c:v>
                </c:pt>
                <c:pt idx="34735">
                  <c:v>84.99</c:v>
                </c:pt>
                <c:pt idx="34736">
                  <c:v>84.99</c:v>
                </c:pt>
                <c:pt idx="34737">
                  <c:v>114.97</c:v>
                </c:pt>
                <c:pt idx="34738">
                  <c:v>84.99</c:v>
                </c:pt>
                <c:pt idx="34739">
                  <c:v>84.99</c:v>
                </c:pt>
                <c:pt idx="34740">
                  <c:v>123.97</c:v>
                </c:pt>
                <c:pt idx="34741">
                  <c:v>99.98</c:v>
                </c:pt>
                <c:pt idx="34742">
                  <c:v>64.98</c:v>
                </c:pt>
                <c:pt idx="34743">
                  <c:v>149.97</c:v>
                </c:pt>
                <c:pt idx="34744">
                  <c:v>114.97</c:v>
                </c:pt>
                <c:pt idx="34745">
                  <c:v>99.98</c:v>
                </c:pt>
                <c:pt idx="34746">
                  <c:v>98.37</c:v>
                </c:pt>
                <c:pt idx="34747">
                  <c:v>98.37</c:v>
                </c:pt>
                <c:pt idx="34748">
                  <c:v>107.67</c:v>
                </c:pt>
                <c:pt idx="34749">
                  <c:v>107.65</c:v>
                </c:pt>
                <c:pt idx="34750">
                  <c:v>99.96</c:v>
                </c:pt>
                <c:pt idx="34751">
                  <c:v>99.96</c:v>
                </c:pt>
                <c:pt idx="34752">
                  <c:v>99.95</c:v>
                </c:pt>
                <c:pt idx="34753">
                  <c:v>98.98</c:v>
                </c:pt>
                <c:pt idx="34754">
                  <c:v>98.98</c:v>
                </c:pt>
                <c:pt idx="34755">
                  <c:v>98.97</c:v>
                </c:pt>
                <c:pt idx="34756">
                  <c:v>20.94</c:v>
                </c:pt>
                <c:pt idx="34757">
                  <c:v>51.94</c:v>
                </c:pt>
                <c:pt idx="34758">
                  <c:v>98.96</c:v>
                </c:pt>
                <c:pt idx="34759">
                  <c:v>123.96</c:v>
                </c:pt>
                <c:pt idx="34760">
                  <c:v>78.739999999999995</c:v>
                </c:pt>
                <c:pt idx="34761">
                  <c:v>82.6</c:v>
                </c:pt>
                <c:pt idx="34762">
                  <c:v>84.99</c:v>
                </c:pt>
                <c:pt idx="34763">
                  <c:v>65.989999999999995</c:v>
                </c:pt>
                <c:pt idx="34764">
                  <c:v>123.96</c:v>
                </c:pt>
                <c:pt idx="34765">
                  <c:v>65.989999999999995</c:v>
                </c:pt>
                <c:pt idx="34766">
                  <c:v>123.96</c:v>
                </c:pt>
                <c:pt idx="34767">
                  <c:v>65.989999999999995</c:v>
                </c:pt>
                <c:pt idx="34768">
                  <c:v>65.989999999999995</c:v>
                </c:pt>
                <c:pt idx="34769">
                  <c:v>84.99</c:v>
                </c:pt>
                <c:pt idx="34770">
                  <c:v>68.989999999999995</c:v>
                </c:pt>
                <c:pt idx="34771">
                  <c:v>119.96</c:v>
                </c:pt>
                <c:pt idx="34772">
                  <c:v>59.47</c:v>
                </c:pt>
                <c:pt idx="34773">
                  <c:v>65.989999999999995</c:v>
                </c:pt>
                <c:pt idx="34774">
                  <c:v>89.97</c:v>
                </c:pt>
                <c:pt idx="34775">
                  <c:v>85.33</c:v>
                </c:pt>
                <c:pt idx="34776">
                  <c:v>168.86</c:v>
                </c:pt>
                <c:pt idx="34777">
                  <c:v>123.96</c:v>
                </c:pt>
                <c:pt idx="34778">
                  <c:v>84.99</c:v>
                </c:pt>
                <c:pt idx="34779">
                  <c:v>84.99</c:v>
                </c:pt>
                <c:pt idx="34780">
                  <c:v>64.900000000000006</c:v>
                </c:pt>
                <c:pt idx="34781">
                  <c:v>65.989999999999995</c:v>
                </c:pt>
                <c:pt idx="34782">
                  <c:v>36.49</c:v>
                </c:pt>
                <c:pt idx="34783">
                  <c:v>107.18</c:v>
                </c:pt>
                <c:pt idx="34784">
                  <c:v>90.98</c:v>
                </c:pt>
                <c:pt idx="34785">
                  <c:v>110.97</c:v>
                </c:pt>
                <c:pt idx="34786">
                  <c:v>78.540000000000006</c:v>
                </c:pt>
                <c:pt idx="34787">
                  <c:v>110.97</c:v>
                </c:pt>
                <c:pt idx="34788">
                  <c:v>156.97</c:v>
                </c:pt>
                <c:pt idx="34789">
                  <c:v>146.97</c:v>
                </c:pt>
                <c:pt idx="34790">
                  <c:v>176.96</c:v>
                </c:pt>
                <c:pt idx="34791">
                  <c:v>135.96</c:v>
                </c:pt>
                <c:pt idx="34792">
                  <c:v>96.98</c:v>
                </c:pt>
                <c:pt idx="34793">
                  <c:v>96.96</c:v>
                </c:pt>
                <c:pt idx="34794">
                  <c:v>56.97</c:v>
                </c:pt>
                <c:pt idx="34795">
                  <c:v>31.48</c:v>
                </c:pt>
                <c:pt idx="34796">
                  <c:v>106.16</c:v>
                </c:pt>
                <c:pt idx="34797">
                  <c:v>98.57</c:v>
                </c:pt>
                <c:pt idx="34798">
                  <c:v>20.29</c:v>
                </c:pt>
                <c:pt idx="34799">
                  <c:v>105.98</c:v>
                </c:pt>
                <c:pt idx="34800">
                  <c:v>105.96</c:v>
                </c:pt>
                <c:pt idx="34801">
                  <c:v>53.98</c:v>
                </c:pt>
                <c:pt idx="34802">
                  <c:v>101.99</c:v>
                </c:pt>
                <c:pt idx="34803">
                  <c:v>65.989999999999995</c:v>
                </c:pt>
                <c:pt idx="34804">
                  <c:v>99.97</c:v>
                </c:pt>
                <c:pt idx="34805">
                  <c:v>95.38</c:v>
                </c:pt>
                <c:pt idx="34806">
                  <c:v>127.98</c:v>
                </c:pt>
                <c:pt idx="34807">
                  <c:v>150.97</c:v>
                </c:pt>
                <c:pt idx="34808">
                  <c:v>65.989999999999995</c:v>
                </c:pt>
                <c:pt idx="34809">
                  <c:v>148.96</c:v>
                </c:pt>
                <c:pt idx="34810">
                  <c:v>144.97</c:v>
                </c:pt>
                <c:pt idx="34811">
                  <c:v>130.97999999999999</c:v>
                </c:pt>
                <c:pt idx="34812">
                  <c:v>131.97999999999999</c:v>
                </c:pt>
                <c:pt idx="34813">
                  <c:v>121.98</c:v>
                </c:pt>
                <c:pt idx="34814">
                  <c:v>105.98</c:v>
                </c:pt>
                <c:pt idx="34815">
                  <c:v>19.489999999999998</c:v>
                </c:pt>
                <c:pt idx="34816">
                  <c:v>45.88</c:v>
                </c:pt>
                <c:pt idx="34817">
                  <c:v>45.88</c:v>
                </c:pt>
                <c:pt idx="34818">
                  <c:v>79.180000000000007</c:v>
                </c:pt>
                <c:pt idx="34819">
                  <c:v>79.180000000000007</c:v>
                </c:pt>
                <c:pt idx="34820">
                  <c:v>45.19</c:v>
                </c:pt>
                <c:pt idx="34821">
                  <c:v>45.19</c:v>
                </c:pt>
                <c:pt idx="34822">
                  <c:v>45.19</c:v>
                </c:pt>
                <c:pt idx="34823">
                  <c:v>45.88</c:v>
                </c:pt>
                <c:pt idx="34824">
                  <c:v>79.180000000000007</c:v>
                </c:pt>
                <c:pt idx="34825">
                  <c:v>51.28</c:v>
                </c:pt>
                <c:pt idx="34826">
                  <c:v>51.28</c:v>
                </c:pt>
                <c:pt idx="34827">
                  <c:v>51.28</c:v>
                </c:pt>
                <c:pt idx="34828">
                  <c:v>38.229999999999997</c:v>
                </c:pt>
                <c:pt idx="34829">
                  <c:v>37.479999999999997</c:v>
                </c:pt>
                <c:pt idx="34830">
                  <c:v>97.98</c:v>
                </c:pt>
                <c:pt idx="34831">
                  <c:v>214.54</c:v>
                </c:pt>
                <c:pt idx="34832">
                  <c:v>84.99</c:v>
                </c:pt>
                <c:pt idx="34833">
                  <c:v>168.63</c:v>
                </c:pt>
                <c:pt idx="34834">
                  <c:v>169.98</c:v>
                </c:pt>
                <c:pt idx="34835">
                  <c:v>136.47999999999999</c:v>
                </c:pt>
                <c:pt idx="34836">
                  <c:v>171.97</c:v>
                </c:pt>
                <c:pt idx="34837">
                  <c:v>99.98</c:v>
                </c:pt>
                <c:pt idx="34838">
                  <c:v>131.04</c:v>
                </c:pt>
                <c:pt idx="34839">
                  <c:v>197.96</c:v>
                </c:pt>
                <c:pt idx="34840">
                  <c:v>158.96</c:v>
                </c:pt>
                <c:pt idx="34841">
                  <c:v>93.97</c:v>
                </c:pt>
                <c:pt idx="34842">
                  <c:v>97.98</c:v>
                </c:pt>
                <c:pt idx="34843">
                  <c:v>97.98</c:v>
                </c:pt>
                <c:pt idx="34844">
                  <c:v>97.98</c:v>
                </c:pt>
                <c:pt idx="34845">
                  <c:v>97.97</c:v>
                </c:pt>
                <c:pt idx="34846">
                  <c:v>34.29</c:v>
                </c:pt>
                <c:pt idx="34847">
                  <c:v>46.29</c:v>
                </c:pt>
                <c:pt idx="34848">
                  <c:v>55.98</c:v>
                </c:pt>
                <c:pt idx="34849">
                  <c:v>33.28</c:v>
                </c:pt>
                <c:pt idx="34850">
                  <c:v>97.95</c:v>
                </c:pt>
                <c:pt idx="34851">
                  <c:v>169.98</c:v>
                </c:pt>
                <c:pt idx="34852">
                  <c:v>169.98</c:v>
                </c:pt>
                <c:pt idx="34853">
                  <c:v>169.98</c:v>
                </c:pt>
                <c:pt idx="34854">
                  <c:v>131.97999999999999</c:v>
                </c:pt>
                <c:pt idx="34855">
                  <c:v>183.94</c:v>
                </c:pt>
                <c:pt idx="34856">
                  <c:v>86.95</c:v>
                </c:pt>
                <c:pt idx="34857">
                  <c:v>169.98</c:v>
                </c:pt>
                <c:pt idx="34858">
                  <c:v>208.95</c:v>
                </c:pt>
                <c:pt idx="34859">
                  <c:v>164.49</c:v>
                </c:pt>
                <c:pt idx="34860">
                  <c:v>169.98</c:v>
                </c:pt>
                <c:pt idx="34861">
                  <c:v>169.98</c:v>
                </c:pt>
                <c:pt idx="34862">
                  <c:v>134.58000000000001</c:v>
                </c:pt>
                <c:pt idx="34863">
                  <c:v>164.75</c:v>
                </c:pt>
                <c:pt idx="34864">
                  <c:v>119.94</c:v>
                </c:pt>
                <c:pt idx="34865">
                  <c:v>169.98</c:v>
                </c:pt>
                <c:pt idx="34866">
                  <c:v>31.28</c:v>
                </c:pt>
                <c:pt idx="34867">
                  <c:v>57.98</c:v>
                </c:pt>
                <c:pt idx="34868">
                  <c:v>31.44</c:v>
                </c:pt>
                <c:pt idx="34869">
                  <c:v>65.3</c:v>
                </c:pt>
                <c:pt idx="34870">
                  <c:v>97.86</c:v>
                </c:pt>
                <c:pt idx="34871">
                  <c:v>97.86</c:v>
                </c:pt>
                <c:pt idx="34872">
                  <c:v>97.86</c:v>
                </c:pt>
                <c:pt idx="34873">
                  <c:v>453.04</c:v>
                </c:pt>
                <c:pt idx="34874">
                  <c:v>731.88</c:v>
                </c:pt>
                <c:pt idx="34875">
                  <c:v>37.47</c:v>
                </c:pt>
                <c:pt idx="34876">
                  <c:v>49.59</c:v>
                </c:pt>
                <c:pt idx="34877">
                  <c:v>96.95</c:v>
                </c:pt>
                <c:pt idx="34878">
                  <c:v>95.96</c:v>
                </c:pt>
                <c:pt idx="34879">
                  <c:v>-76.489999999999995</c:v>
                </c:pt>
                <c:pt idx="34880">
                  <c:v>139.96</c:v>
                </c:pt>
                <c:pt idx="34881">
                  <c:v>112.18</c:v>
                </c:pt>
                <c:pt idx="34882">
                  <c:v>131.97999999999999</c:v>
                </c:pt>
                <c:pt idx="34883">
                  <c:v>76.489999999999995</c:v>
                </c:pt>
                <c:pt idx="34884">
                  <c:v>172.97</c:v>
                </c:pt>
                <c:pt idx="34885">
                  <c:v>169.98</c:v>
                </c:pt>
                <c:pt idx="34886">
                  <c:v>84.99</c:v>
                </c:pt>
                <c:pt idx="34887">
                  <c:v>149.97</c:v>
                </c:pt>
                <c:pt idx="34888">
                  <c:v>84.99</c:v>
                </c:pt>
                <c:pt idx="34889">
                  <c:v>70.2</c:v>
                </c:pt>
                <c:pt idx="34890">
                  <c:v>95.98</c:v>
                </c:pt>
                <c:pt idx="34891">
                  <c:v>87.48</c:v>
                </c:pt>
                <c:pt idx="34892">
                  <c:v>95.96</c:v>
                </c:pt>
                <c:pt idx="34893">
                  <c:v>69.989999999999995</c:v>
                </c:pt>
                <c:pt idx="34894">
                  <c:v>17.489999999999998</c:v>
                </c:pt>
                <c:pt idx="34895">
                  <c:v>20.49</c:v>
                </c:pt>
                <c:pt idx="34896">
                  <c:v>20.49</c:v>
                </c:pt>
                <c:pt idx="34897">
                  <c:v>29.49</c:v>
                </c:pt>
                <c:pt idx="34898">
                  <c:v>17.489999999999998</c:v>
                </c:pt>
                <c:pt idx="34899">
                  <c:v>29.48</c:v>
                </c:pt>
                <c:pt idx="34900">
                  <c:v>57.96</c:v>
                </c:pt>
                <c:pt idx="34901">
                  <c:v>95.96</c:v>
                </c:pt>
                <c:pt idx="34902">
                  <c:v>95.94</c:v>
                </c:pt>
                <c:pt idx="34903">
                  <c:v>39.479999999999997</c:v>
                </c:pt>
                <c:pt idx="34904">
                  <c:v>39.479999999999997</c:v>
                </c:pt>
                <c:pt idx="34905">
                  <c:v>134.97999999999999</c:v>
                </c:pt>
                <c:pt idx="34906">
                  <c:v>159.76</c:v>
                </c:pt>
                <c:pt idx="34907">
                  <c:v>68.52</c:v>
                </c:pt>
                <c:pt idx="34908">
                  <c:v>89.98</c:v>
                </c:pt>
                <c:pt idx="34909">
                  <c:v>152.97999999999999</c:v>
                </c:pt>
                <c:pt idx="34910">
                  <c:v>-18.989999999999998</c:v>
                </c:pt>
                <c:pt idx="34911">
                  <c:v>59.98</c:v>
                </c:pt>
                <c:pt idx="34912">
                  <c:v>70.989999999999995</c:v>
                </c:pt>
                <c:pt idx="34913">
                  <c:v>118.78</c:v>
                </c:pt>
                <c:pt idx="34914">
                  <c:v>115.98</c:v>
                </c:pt>
                <c:pt idx="34915">
                  <c:v>105.97</c:v>
                </c:pt>
                <c:pt idx="34916">
                  <c:v>119.98</c:v>
                </c:pt>
                <c:pt idx="34917">
                  <c:v>65.989999999999995</c:v>
                </c:pt>
                <c:pt idx="34918">
                  <c:v>65.989999999999995</c:v>
                </c:pt>
                <c:pt idx="34919">
                  <c:v>68.989999999999995</c:v>
                </c:pt>
                <c:pt idx="34920">
                  <c:v>63.93</c:v>
                </c:pt>
                <c:pt idx="34921">
                  <c:v>105.98</c:v>
                </c:pt>
                <c:pt idx="34922">
                  <c:v>91.98</c:v>
                </c:pt>
                <c:pt idx="34923">
                  <c:v>105.98</c:v>
                </c:pt>
                <c:pt idx="34924">
                  <c:v>85.98</c:v>
                </c:pt>
                <c:pt idx="34925">
                  <c:v>131.97999999999999</c:v>
                </c:pt>
                <c:pt idx="34926">
                  <c:v>190.97</c:v>
                </c:pt>
                <c:pt idx="34927">
                  <c:v>69.989999999999995</c:v>
                </c:pt>
                <c:pt idx="34928">
                  <c:v>114.97</c:v>
                </c:pt>
                <c:pt idx="34929">
                  <c:v>104.97</c:v>
                </c:pt>
                <c:pt idx="34930">
                  <c:v>131.97999999999999</c:v>
                </c:pt>
                <c:pt idx="34931">
                  <c:v>159.94999999999999</c:v>
                </c:pt>
                <c:pt idx="34932">
                  <c:v>131.97999999999999</c:v>
                </c:pt>
                <c:pt idx="34933">
                  <c:v>105.58</c:v>
                </c:pt>
                <c:pt idx="34934">
                  <c:v>121.98</c:v>
                </c:pt>
                <c:pt idx="34935">
                  <c:v>44.99</c:v>
                </c:pt>
                <c:pt idx="34936">
                  <c:v>145.97</c:v>
                </c:pt>
                <c:pt idx="34937">
                  <c:v>131.97999999999999</c:v>
                </c:pt>
                <c:pt idx="34938">
                  <c:v>105.84</c:v>
                </c:pt>
                <c:pt idx="34939">
                  <c:v>25.49</c:v>
                </c:pt>
                <c:pt idx="34940">
                  <c:v>43.99</c:v>
                </c:pt>
                <c:pt idx="34941">
                  <c:v>49.88</c:v>
                </c:pt>
                <c:pt idx="34942">
                  <c:v>41.94</c:v>
                </c:pt>
                <c:pt idx="34943">
                  <c:v>42.5</c:v>
                </c:pt>
                <c:pt idx="34944">
                  <c:v>58.02</c:v>
                </c:pt>
                <c:pt idx="34945">
                  <c:v>76.87</c:v>
                </c:pt>
                <c:pt idx="34946">
                  <c:v>31.23</c:v>
                </c:pt>
                <c:pt idx="34947">
                  <c:v>51.98</c:v>
                </c:pt>
                <c:pt idx="34948">
                  <c:v>51.98</c:v>
                </c:pt>
                <c:pt idx="34949">
                  <c:v>31.23</c:v>
                </c:pt>
                <c:pt idx="34950">
                  <c:v>76.87</c:v>
                </c:pt>
                <c:pt idx="34951">
                  <c:v>112.97</c:v>
                </c:pt>
                <c:pt idx="34952">
                  <c:v>126.17</c:v>
                </c:pt>
                <c:pt idx="34953">
                  <c:v>131.97999999999999</c:v>
                </c:pt>
                <c:pt idx="34954">
                  <c:v>183.97</c:v>
                </c:pt>
                <c:pt idx="34955">
                  <c:v>89.98</c:v>
                </c:pt>
                <c:pt idx="34956">
                  <c:v>112.97</c:v>
                </c:pt>
                <c:pt idx="34957">
                  <c:v>104.97</c:v>
                </c:pt>
                <c:pt idx="34958">
                  <c:v>80.98</c:v>
                </c:pt>
                <c:pt idx="34959">
                  <c:v>53.96</c:v>
                </c:pt>
                <c:pt idx="34960">
                  <c:v>84.99</c:v>
                </c:pt>
                <c:pt idx="34961">
                  <c:v>137.94</c:v>
                </c:pt>
                <c:pt idx="34962">
                  <c:v>84.13</c:v>
                </c:pt>
                <c:pt idx="34963">
                  <c:v>159.97999999999999</c:v>
                </c:pt>
                <c:pt idx="34964">
                  <c:v>122.15</c:v>
                </c:pt>
                <c:pt idx="34965">
                  <c:v>105.6</c:v>
                </c:pt>
                <c:pt idx="34966">
                  <c:v>97.16</c:v>
                </c:pt>
                <c:pt idx="34967">
                  <c:v>97.16</c:v>
                </c:pt>
                <c:pt idx="34968">
                  <c:v>68.930000000000007</c:v>
                </c:pt>
                <c:pt idx="34969">
                  <c:v>37.979999999999997</c:v>
                </c:pt>
                <c:pt idx="34970">
                  <c:v>50.98</c:v>
                </c:pt>
                <c:pt idx="34971">
                  <c:v>59.99</c:v>
                </c:pt>
                <c:pt idx="34972">
                  <c:v>41.29</c:v>
                </c:pt>
                <c:pt idx="34973">
                  <c:v>112.57</c:v>
                </c:pt>
                <c:pt idx="34974">
                  <c:v>53.96</c:v>
                </c:pt>
                <c:pt idx="34975">
                  <c:v>41.29</c:v>
                </c:pt>
                <c:pt idx="34976">
                  <c:v>51.48</c:v>
                </c:pt>
                <c:pt idx="34977">
                  <c:v>59.99</c:v>
                </c:pt>
                <c:pt idx="34978">
                  <c:v>51.48</c:v>
                </c:pt>
                <c:pt idx="34979">
                  <c:v>41.29</c:v>
                </c:pt>
                <c:pt idx="34980">
                  <c:v>63.98</c:v>
                </c:pt>
                <c:pt idx="34981">
                  <c:v>51.48</c:v>
                </c:pt>
                <c:pt idx="34982">
                  <c:v>51.48</c:v>
                </c:pt>
                <c:pt idx="34983">
                  <c:v>55.27</c:v>
                </c:pt>
                <c:pt idx="34984">
                  <c:v>52.97</c:v>
                </c:pt>
                <c:pt idx="34985">
                  <c:v>62.46</c:v>
                </c:pt>
                <c:pt idx="34986">
                  <c:v>50.98</c:v>
                </c:pt>
                <c:pt idx="34987">
                  <c:v>51.97</c:v>
                </c:pt>
                <c:pt idx="34988">
                  <c:v>53.98</c:v>
                </c:pt>
                <c:pt idx="34989">
                  <c:v>59.99</c:v>
                </c:pt>
                <c:pt idx="34990">
                  <c:v>51.48</c:v>
                </c:pt>
                <c:pt idx="34991">
                  <c:v>51.48</c:v>
                </c:pt>
                <c:pt idx="34992">
                  <c:v>63.98</c:v>
                </c:pt>
                <c:pt idx="34993">
                  <c:v>51.98</c:v>
                </c:pt>
                <c:pt idx="34994">
                  <c:v>49.48</c:v>
                </c:pt>
                <c:pt idx="34995">
                  <c:v>24.99</c:v>
                </c:pt>
                <c:pt idx="34996">
                  <c:v>74.98</c:v>
                </c:pt>
                <c:pt idx="34997">
                  <c:v>42.99</c:v>
                </c:pt>
                <c:pt idx="34998">
                  <c:v>45.24</c:v>
                </c:pt>
                <c:pt idx="34999">
                  <c:v>96.18</c:v>
                </c:pt>
                <c:pt idx="35000">
                  <c:v>96.98</c:v>
                </c:pt>
                <c:pt idx="35001">
                  <c:v>96.97</c:v>
                </c:pt>
                <c:pt idx="35002">
                  <c:v>96.97</c:v>
                </c:pt>
                <c:pt idx="35003">
                  <c:v>102.97</c:v>
                </c:pt>
                <c:pt idx="35004">
                  <c:v>81.88</c:v>
                </c:pt>
                <c:pt idx="35005">
                  <c:v>159.97</c:v>
                </c:pt>
                <c:pt idx="35006">
                  <c:v>50.48</c:v>
                </c:pt>
                <c:pt idx="35007">
                  <c:v>105.98</c:v>
                </c:pt>
                <c:pt idx="35008">
                  <c:v>169.98</c:v>
                </c:pt>
                <c:pt idx="35009">
                  <c:v>145.97</c:v>
                </c:pt>
                <c:pt idx="35010">
                  <c:v>96.97</c:v>
                </c:pt>
                <c:pt idx="35011">
                  <c:v>105.23</c:v>
                </c:pt>
                <c:pt idx="35012">
                  <c:v>96.97</c:v>
                </c:pt>
                <c:pt idx="35013">
                  <c:v>37.93</c:v>
                </c:pt>
                <c:pt idx="35014">
                  <c:v>16.79</c:v>
                </c:pt>
                <c:pt idx="35015">
                  <c:v>69.989999999999995</c:v>
                </c:pt>
                <c:pt idx="35016">
                  <c:v>9.66</c:v>
                </c:pt>
                <c:pt idx="35017">
                  <c:v>85.75</c:v>
                </c:pt>
                <c:pt idx="35018">
                  <c:v>94.98</c:v>
                </c:pt>
                <c:pt idx="35019">
                  <c:v>94.97</c:v>
                </c:pt>
                <c:pt idx="35020">
                  <c:v>94.97</c:v>
                </c:pt>
                <c:pt idx="35021">
                  <c:v>94.97</c:v>
                </c:pt>
                <c:pt idx="35022">
                  <c:v>94.98</c:v>
                </c:pt>
                <c:pt idx="35023">
                  <c:v>94.98</c:v>
                </c:pt>
                <c:pt idx="35024">
                  <c:v>129.97999999999999</c:v>
                </c:pt>
                <c:pt idx="35025">
                  <c:v>76.489999999999995</c:v>
                </c:pt>
                <c:pt idx="35026">
                  <c:v>117.98</c:v>
                </c:pt>
                <c:pt idx="35027">
                  <c:v>169.98</c:v>
                </c:pt>
                <c:pt idx="35028">
                  <c:v>49.98</c:v>
                </c:pt>
                <c:pt idx="35029">
                  <c:v>149.97999999999999</c:v>
                </c:pt>
                <c:pt idx="35030">
                  <c:v>208.96</c:v>
                </c:pt>
                <c:pt idx="35031">
                  <c:v>45.98</c:v>
                </c:pt>
                <c:pt idx="35032">
                  <c:v>111.97</c:v>
                </c:pt>
                <c:pt idx="35033">
                  <c:v>169.97</c:v>
                </c:pt>
                <c:pt idx="35034">
                  <c:v>104.97</c:v>
                </c:pt>
                <c:pt idx="35035">
                  <c:v>114.98</c:v>
                </c:pt>
                <c:pt idx="35036">
                  <c:v>169.97</c:v>
                </c:pt>
                <c:pt idx="35037">
                  <c:v>99.98</c:v>
                </c:pt>
                <c:pt idx="35038">
                  <c:v>159.96</c:v>
                </c:pt>
                <c:pt idx="35039">
                  <c:v>104.36</c:v>
                </c:pt>
                <c:pt idx="35040">
                  <c:v>64.989999999999995</c:v>
                </c:pt>
                <c:pt idx="35041">
                  <c:v>127.98</c:v>
                </c:pt>
                <c:pt idx="35042">
                  <c:v>99.98</c:v>
                </c:pt>
                <c:pt idx="35043">
                  <c:v>49.99</c:v>
                </c:pt>
                <c:pt idx="35044">
                  <c:v>94.98</c:v>
                </c:pt>
                <c:pt idx="35045">
                  <c:v>94.98</c:v>
                </c:pt>
                <c:pt idx="35046">
                  <c:v>86.48</c:v>
                </c:pt>
                <c:pt idx="35047">
                  <c:v>94.96</c:v>
                </c:pt>
                <c:pt idx="35048">
                  <c:v>20.49</c:v>
                </c:pt>
                <c:pt idx="35049">
                  <c:v>22.49</c:v>
                </c:pt>
                <c:pt idx="35050">
                  <c:v>94.95</c:v>
                </c:pt>
                <c:pt idx="35051">
                  <c:v>77.97</c:v>
                </c:pt>
                <c:pt idx="35052">
                  <c:v>94.97</c:v>
                </c:pt>
                <c:pt idx="35053">
                  <c:v>184.97</c:v>
                </c:pt>
                <c:pt idx="35054">
                  <c:v>84.98</c:v>
                </c:pt>
                <c:pt idx="35055">
                  <c:v>169.98</c:v>
                </c:pt>
                <c:pt idx="35056">
                  <c:v>177.61</c:v>
                </c:pt>
                <c:pt idx="35057">
                  <c:v>169.98</c:v>
                </c:pt>
                <c:pt idx="35058">
                  <c:v>197.97</c:v>
                </c:pt>
                <c:pt idx="35059">
                  <c:v>103.98</c:v>
                </c:pt>
                <c:pt idx="35060">
                  <c:v>31.49</c:v>
                </c:pt>
                <c:pt idx="35061">
                  <c:v>54.98</c:v>
                </c:pt>
                <c:pt idx="35062">
                  <c:v>86.47</c:v>
                </c:pt>
                <c:pt idx="35063">
                  <c:v>26.49</c:v>
                </c:pt>
                <c:pt idx="35064">
                  <c:v>59.98</c:v>
                </c:pt>
                <c:pt idx="35065">
                  <c:v>94.95</c:v>
                </c:pt>
                <c:pt idx="35066">
                  <c:v>31.48</c:v>
                </c:pt>
                <c:pt idx="35067">
                  <c:v>26.49</c:v>
                </c:pt>
                <c:pt idx="35068">
                  <c:v>51.48</c:v>
                </c:pt>
                <c:pt idx="35069">
                  <c:v>119.97</c:v>
                </c:pt>
                <c:pt idx="35070">
                  <c:v>134.97999999999999</c:v>
                </c:pt>
                <c:pt idx="35071">
                  <c:v>168.95</c:v>
                </c:pt>
                <c:pt idx="35072">
                  <c:v>127.96</c:v>
                </c:pt>
                <c:pt idx="35073">
                  <c:v>136.80000000000001</c:v>
                </c:pt>
                <c:pt idx="35074">
                  <c:v>208.18</c:v>
                </c:pt>
                <c:pt idx="35075">
                  <c:v>119.97</c:v>
                </c:pt>
                <c:pt idx="35076">
                  <c:v>134.07</c:v>
                </c:pt>
                <c:pt idx="35077">
                  <c:v>29.48</c:v>
                </c:pt>
                <c:pt idx="35078">
                  <c:v>210.87</c:v>
                </c:pt>
                <c:pt idx="35079">
                  <c:v>148.97</c:v>
                </c:pt>
                <c:pt idx="35080">
                  <c:v>283.89999999999998</c:v>
                </c:pt>
                <c:pt idx="35081">
                  <c:v>148.87</c:v>
                </c:pt>
                <c:pt idx="35082">
                  <c:v>213.92</c:v>
                </c:pt>
                <c:pt idx="35083">
                  <c:v>143.96</c:v>
                </c:pt>
                <c:pt idx="35084">
                  <c:v>94.95</c:v>
                </c:pt>
                <c:pt idx="35085">
                  <c:v>103.97</c:v>
                </c:pt>
                <c:pt idx="35086">
                  <c:v>103.96</c:v>
                </c:pt>
                <c:pt idx="35087">
                  <c:v>31.48</c:v>
                </c:pt>
                <c:pt idx="35088">
                  <c:v>46.47</c:v>
                </c:pt>
                <c:pt idx="35089">
                  <c:v>18.23</c:v>
                </c:pt>
                <c:pt idx="35090">
                  <c:v>27.48</c:v>
                </c:pt>
                <c:pt idx="35091">
                  <c:v>40.17</c:v>
                </c:pt>
                <c:pt idx="35092">
                  <c:v>39.479999999999997</c:v>
                </c:pt>
                <c:pt idx="35093">
                  <c:v>62.09</c:v>
                </c:pt>
                <c:pt idx="35094">
                  <c:v>124.2</c:v>
                </c:pt>
                <c:pt idx="35095">
                  <c:v>99.98</c:v>
                </c:pt>
                <c:pt idx="35096">
                  <c:v>253.95</c:v>
                </c:pt>
                <c:pt idx="35097">
                  <c:v>79.98</c:v>
                </c:pt>
                <c:pt idx="35098">
                  <c:v>134.97999999999999</c:v>
                </c:pt>
                <c:pt idx="35099">
                  <c:v>184.97</c:v>
                </c:pt>
                <c:pt idx="35100">
                  <c:v>257.64999999999998</c:v>
                </c:pt>
                <c:pt idx="35101">
                  <c:v>129.97</c:v>
                </c:pt>
                <c:pt idx="35102">
                  <c:v>134.97999999999999</c:v>
                </c:pt>
                <c:pt idx="35103">
                  <c:v>127.98</c:v>
                </c:pt>
                <c:pt idx="35104">
                  <c:v>99.98</c:v>
                </c:pt>
                <c:pt idx="35105">
                  <c:v>105.98</c:v>
                </c:pt>
                <c:pt idx="35106">
                  <c:v>130.97999999999999</c:v>
                </c:pt>
                <c:pt idx="35107">
                  <c:v>169.98</c:v>
                </c:pt>
                <c:pt idx="35108">
                  <c:v>97.16</c:v>
                </c:pt>
                <c:pt idx="35109">
                  <c:v>20.49</c:v>
                </c:pt>
                <c:pt idx="35110">
                  <c:v>16.489999999999998</c:v>
                </c:pt>
                <c:pt idx="35111">
                  <c:v>22.29</c:v>
                </c:pt>
                <c:pt idx="35112">
                  <c:v>52.49</c:v>
                </c:pt>
                <c:pt idx="35113">
                  <c:v>94.57</c:v>
                </c:pt>
                <c:pt idx="35114">
                  <c:v>68.36</c:v>
                </c:pt>
                <c:pt idx="35115">
                  <c:v>95.37</c:v>
                </c:pt>
                <c:pt idx="35116">
                  <c:v>95.37</c:v>
                </c:pt>
                <c:pt idx="35117">
                  <c:v>68.36</c:v>
                </c:pt>
                <c:pt idx="35118">
                  <c:v>47.22</c:v>
                </c:pt>
                <c:pt idx="35119">
                  <c:v>136.97</c:v>
                </c:pt>
                <c:pt idx="35120">
                  <c:v>46.47</c:v>
                </c:pt>
                <c:pt idx="35121">
                  <c:v>121.98</c:v>
                </c:pt>
                <c:pt idx="35122">
                  <c:v>105.27</c:v>
                </c:pt>
                <c:pt idx="35123">
                  <c:v>121.98</c:v>
                </c:pt>
                <c:pt idx="35124">
                  <c:v>136.97</c:v>
                </c:pt>
                <c:pt idx="35125">
                  <c:v>121.98</c:v>
                </c:pt>
                <c:pt idx="35126">
                  <c:v>26.48</c:v>
                </c:pt>
                <c:pt idx="35127">
                  <c:v>111.98</c:v>
                </c:pt>
                <c:pt idx="35128">
                  <c:v>16.489999999999998</c:v>
                </c:pt>
                <c:pt idx="35129">
                  <c:v>54.99</c:v>
                </c:pt>
                <c:pt idx="35130">
                  <c:v>121.98</c:v>
                </c:pt>
                <c:pt idx="35131">
                  <c:v>60.99</c:v>
                </c:pt>
                <c:pt idx="35132">
                  <c:v>94.48</c:v>
                </c:pt>
                <c:pt idx="35133">
                  <c:v>94.48</c:v>
                </c:pt>
                <c:pt idx="35134">
                  <c:v>26.98</c:v>
                </c:pt>
                <c:pt idx="35135">
                  <c:v>58.97</c:v>
                </c:pt>
                <c:pt idx="35136">
                  <c:v>34.39</c:v>
                </c:pt>
                <c:pt idx="35137">
                  <c:v>59.98</c:v>
                </c:pt>
                <c:pt idx="35138">
                  <c:v>95.17</c:v>
                </c:pt>
                <c:pt idx="35139">
                  <c:v>95.98</c:v>
                </c:pt>
                <c:pt idx="35140">
                  <c:v>94.27</c:v>
                </c:pt>
                <c:pt idx="35141">
                  <c:v>185.07</c:v>
                </c:pt>
                <c:pt idx="35142">
                  <c:v>239.54</c:v>
                </c:pt>
                <c:pt idx="35143">
                  <c:v>489.95</c:v>
                </c:pt>
                <c:pt idx="35144">
                  <c:v>20.49</c:v>
                </c:pt>
                <c:pt idx="35145">
                  <c:v>104.04</c:v>
                </c:pt>
                <c:pt idx="35146">
                  <c:v>104.04</c:v>
                </c:pt>
                <c:pt idx="35147">
                  <c:v>94.98</c:v>
                </c:pt>
                <c:pt idx="35148">
                  <c:v>94.98</c:v>
                </c:pt>
                <c:pt idx="35149">
                  <c:v>94.97</c:v>
                </c:pt>
                <c:pt idx="35150">
                  <c:v>94.96</c:v>
                </c:pt>
                <c:pt idx="35151">
                  <c:v>84.99</c:v>
                </c:pt>
                <c:pt idx="35152">
                  <c:v>118.78</c:v>
                </c:pt>
                <c:pt idx="35153">
                  <c:v>169.98</c:v>
                </c:pt>
                <c:pt idx="35154">
                  <c:v>169.98</c:v>
                </c:pt>
                <c:pt idx="35155">
                  <c:v>84.99</c:v>
                </c:pt>
                <c:pt idx="35156">
                  <c:v>169.98</c:v>
                </c:pt>
                <c:pt idx="35157">
                  <c:v>30.27</c:v>
                </c:pt>
                <c:pt idx="35158">
                  <c:v>99.98</c:v>
                </c:pt>
                <c:pt idx="35159">
                  <c:v>184.97</c:v>
                </c:pt>
                <c:pt idx="35160">
                  <c:v>65.989999999999995</c:v>
                </c:pt>
                <c:pt idx="35161">
                  <c:v>136.97</c:v>
                </c:pt>
                <c:pt idx="35162">
                  <c:v>137.97999999999999</c:v>
                </c:pt>
                <c:pt idx="35163">
                  <c:v>84.99</c:v>
                </c:pt>
                <c:pt idx="35164">
                  <c:v>175.96</c:v>
                </c:pt>
                <c:pt idx="35165">
                  <c:v>99.98</c:v>
                </c:pt>
                <c:pt idx="35166">
                  <c:v>131.97999999999999</c:v>
                </c:pt>
                <c:pt idx="35167">
                  <c:v>-94.95</c:v>
                </c:pt>
                <c:pt idx="35168">
                  <c:v>94.95</c:v>
                </c:pt>
                <c:pt idx="35169">
                  <c:v>94.95</c:v>
                </c:pt>
                <c:pt idx="35170">
                  <c:v>46.49</c:v>
                </c:pt>
                <c:pt idx="35171">
                  <c:v>44.99</c:v>
                </c:pt>
                <c:pt idx="35172">
                  <c:v>82.07</c:v>
                </c:pt>
                <c:pt idx="35173">
                  <c:v>102.96</c:v>
                </c:pt>
                <c:pt idx="35174">
                  <c:v>93.97</c:v>
                </c:pt>
                <c:pt idx="35175">
                  <c:v>59.98</c:v>
                </c:pt>
                <c:pt idx="35176">
                  <c:v>25.49</c:v>
                </c:pt>
                <c:pt idx="35177">
                  <c:v>93.96</c:v>
                </c:pt>
                <c:pt idx="35178">
                  <c:v>93.98</c:v>
                </c:pt>
                <c:pt idx="35179">
                  <c:v>73.98</c:v>
                </c:pt>
                <c:pt idx="35180">
                  <c:v>11.49</c:v>
                </c:pt>
                <c:pt idx="35181">
                  <c:v>42.33</c:v>
                </c:pt>
                <c:pt idx="35182">
                  <c:v>42.33</c:v>
                </c:pt>
                <c:pt idx="35183">
                  <c:v>38.700000000000003</c:v>
                </c:pt>
                <c:pt idx="35184">
                  <c:v>45.96</c:v>
                </c:pt>
                <c:pt idx="35185">
                  <c:v>93.97</c:v>
                </c:pt>
                <c:pt idx="35186">
                  <c:v>38.47</c:v>
                </c:pt>
                <c:pt idx="35187">
                  <c:v>38.47</c:v>
                </c:pt>
                <c:pt idx="35188">
                  <c:v>86.78</c:v>
                </c:pt>
                <c:pt idx="35189">
                  <c:v>93.75</c:v>
                </c:pt>
                <c:pt idx="35190">
                  <c:v>31.24</c:v>
                </c:pt>
                <c:pt idx="35191">
                  <c:v>53.98</c:v>
                </c:pt>
                <c:pt idx="35192">
                  <c:v>159.96</c:v>
                </c:pt>
                <c:pt idx="35193">
                  <c:v>119.96</c:v>
                </c:pt>
                <c:pt idx="35194">
                  <c:v>177.97</c:v>
                </c:pt>
                <c:pt idx="35195">
                  <c:v>215.95</c:v>
                </c:pt>
                <c:pt idx="35196">
                  <c:v>135</c:v>
                </c:pt>
                <c:pt idx="35197">
                  <c:v>295.93</c:v>
                </c:pt>
                <c:pt idx="35198">
                  <c:v>185.4</c:v>
                </c:pt>
                <c:pt idx="35199">
                  <c:v>250.95</c:v>
                </c:pt>
                <c:pt idx="35200">
                  <c:v>229.96</c:v>
                </c:pt>
                <c:pt idx="35201">
                  <c:v>94.47</c:v>
                </c:pt>
                <c:pt idx="35202">
                  <c:v>85.17</c:v>
                </c:pt>
                <c:pt idx="35203">
                  <c:v>94.47</c:v>
                </c:pt>
                <c:pt idx="35204">
                  <c:v>93.57</c:v>
                </c:pt>
                <c:pt idx="35205">
                  <c:v>85.97</c:v>
                </c:pt>
                <c:pt idx="35206">
                  <c:v>169.98</c:v>
                </c:pt>
                <c:pt idx="35207">
                  <c:v>215.41</c:v>
                </c:pt>
                <c:pt idx="35208">
                  <c:v>164.74</c:v>
                </c:pt>
                <c:pt idx="35209">
                  <c:v>182.27</c:v>
                </c:pt>
                <c:pt idx="35210">
                  <c:v>131.97999999999999</c:v>
                </c:pt>
                <c:pt idx="35211">
                  <c:v>169.98</c:v>
                </c:pt>
                <c:pt idx="35212">
                  <c:v>129.79</c:v>
                </c:pt>
                <c:pt idx="35213">
                  <c:v>169.98</c:v>
                </c:pt>
                <c:pt idx="35214">
                  <c:v>169.98</c:v>
                </c:pt>
                <c:pt idx="35215">
                  <c:v>164.77</c:v>
                </c:pt>
                <c:pt idx="35216">
                  <c:v>169.98</c:v>
                </c:pt>
                <c:pt idx="35217">
                  <c:v>112.18</c:v>
                </c:pt>
                <c:pt idx="35218">
                  <c:v>93.47</c:v>
                </c:pt>
                <c:pt idx="35219">
                  <c:v>95.92</c:v>
                </c:pt>
                <c:pt idx="35220">
                  <c:v>22.97</c:v>
                </c:pt>
                <c:pt idx="35221">
                  <c:v>94.98</c:v>
                </c:pt>
                <c:pt idx="35222">
                  <c:v>86.29</c:v>
                </c:pt>
                <c:pt idx="35223">
                  <c:v>51.49</c:v>
                </c:pt>
                <c:pt idx="35224">
                  <c:v>51.49</c:v>
                </c:pt>
                <c:pt idx="35225">
                  <c:v>59.98</c:v>
                </c:pt>
                <c:pt idx="35226">
                  <c:v>59.98</c:v>
                </c:pt>
                <c:pt idx="35227">
                  <c:v>60.58</c:v>
                </c:pt>
                <c:pt idx="35228">
                  <c:v>169.98</c:v>
                </c:pt>
                <c:pt idx="35229">
                  <c:v>169.98</c:v>
                </c:pt>
                <c:pt idx="35230">
                  <c:v>84.99</c:v>
                </c:pt>
                <c:pt idx="35231">
                  <c:v>62.97</c:v>
                </c:pt>
                <c:pt idx="35232">
                  <c:v>62.97</c:v>
                </c:pt>
                <c:pt idx="35233">
                  <c:v>169.98</c:v>
                </c:pt>
                <c:pt idx="35234">
                  <c:v>169.98</c:v>
                </c:pt>
                <c:pt idx="35235">
                  <c:v>76.87</c:v>
                </c:pt>
                <c:pt idx="35236">
                  <c:v>159.27000000000001</c:v>
                </c:pt>
                <c:pt idx="35237">
                  <c:v>70.98</c:v>
                </c:pt>
                <c:pt idx="35238">
                  <c:v>112.96</c:v>
                </c:pt>
                <c:pt idx="35239">
                  <c:v>62.97</c:v>
                </c:pt>
                <c:pt idx="35240">
                  <c:v>130.38</c:v>
                </c:pt>
                <c:pt idx="35241">
                  <c:v>84.99</c:v>
                </c:pt>
                <c:pt idx="35242">
                  <c:v>159.97999999999999</c:v>
                </c:pt>
                <c:pt idx="35243">
                  <c:v>164.35</c:v>
                </c:pt>
                <c:pt idx="35244">
                  <c:v>62.97</c:v>
                </c:pt>
                <c:pt idx="35245">
                  <c:v>94.98</c:v>
                </c:pt>
                <c:pt idx="35246">
                  <c:v>94.98</c:v>
                </c:pt>
                <c:pt idx="35247">
                  <c:v>94.98</c:v>
                </c:pt>
                <c:pt idx="35248">
                  <c:v>94.98</c:v>
                </c:pt>
                <c:pt idx="35249">
                  <c:v>94.97</c:v>
                </c:pt>
                <c:pt idx="35250">
                  <c:v>21.49</c:v>
                </c:pt>
                <c:pt idx="35251">
                  <c:v>16.940000000000001</c:v>
                </c:pt>
                <c:pt idx="35252">
                  <c:v>94.95</c:v>
                </c:pt>
                <c:pt idx="35253">
                  <c:v>144.97</c:v>
                </c:pt>
                <c:pt idx="35254">
                  <c:v>74.97</c:v>
                </c:pt>
                <c:pt idx="35255">
                  <c:v>89.97</c:v>
                </c:pt>
                <c:pt idx="35256">
                  <c:v>89.97</c:v>
                </c:pt>
                <c:pt idx="35257">
                  <c:v>144.94</c:v>
                </c:pt>
                <c:pt idx="35258">
                  <c:v>174.96</c:v>
                </c:pt>
                <c:pt idx="35259">
                  <c:v>151.96</c:v>
                </c:pt>
                <c:pt idx="35260">
                  <c:v>164.95</c:v>
                </c:pt>
                <c:pt idx="35261">
                  <c:v>95.96</c:v>
                </c:pt>
                <c:pt idx="35262">
                  <c:v>64.98</c:v>
                </c:pt>
                <c:pt idx="35263">
                  <c:v>59.98</c:v>
                </c:pt>
                <c:pt idx="35264">
                  <c:v>144.97</c:v>
                </c:pt>
                <c:pt idx="35265">
                  <c:v>89.97</c:v>
                </c:pt>
                <c:pt idx="35266">
                  <c:v>57.98</c:v>
                </c:pt>
                <c:pt idx="35267">
                  <c:v>144.96</c:v>
                </c:pt>
                <c:pt idx="35268">
                  <c:v>134.96</c:v>
                </c:pt>
                <c:pt idx="35269">
                  <c:v>112.97</c:v>
                </c:pt>
                <c:pt idx="35270">
                  <c:v>125.97</c:v>
                </c:pt>
                <c:pt idx="35271">
                  <c:v>94.95</c:v>
                </c:pt>
                <c:pt idx="35272">
                  <c:v>94.95</c:v>
                </c:pt>
                <c:pt idx="35273">
                  <c:v>34.28</c:v>
                </c:pt>
                <c:pt idx="35274">
                  <c:v>43.28</c:v>
                </c:pt>
                <c:pt idx="35275">
                  <c:v>62.9</c:v>
                </c:pt>
                <c:pt idx="35276">
                  <c:v>30.56</c:v>
                </c:pt>
                <c:pt idx="35277">
                  <c:v>30.56</c:v>
                </c:pt>
                <c:pt idx="35278">
                  <c:v>30.56</c:v>
                </c:pt>
                <c:pt idx="35279">
                  <c:v>30.56</c:v>
                </c:pt>
                <c:pt idx="35280">
                  <c:v>62.9</c:v>
                </c:pt>
                <c:pt idx="35281">
                  <c:v>93.97</c:v>
                </c:pt>
                <c:pt idx="35282">
                  <c:v>93.97</c:v>
                </c:pt>
                <c:pt idx="35283">
                  <c:v>96.78</c:v>
                </c:pt>
                <c:pt idx="35284">
                  <c:v>66.08</c:v>
                </c:pt>
                <c:pt idx="35285">
                  <c:v>87.65</c:v>
                </c:pt>
                <c:pt idx="35286">
                  <c:v>67.87</c:v>
                </c:pt>
                <c:pt idx="35287">
                  <c:v>37.49</c:v>
                </c:pt>
                <c:pt idx="35288">
                  <c:v>87.05</c:v>
                </c:pt>
                <c:pt idx="35289">
                  <c:v>67.67</c:v>
                </c:pt>
                <c:pt idx="35290">
                  <c:v>81.61</c:v>
                </c:pt>
                <c:pt idx="35291">
                  <c:v>132.97</c:v>
                </c:pt>
                <c:pt idx="35292">
                  <c:v>101.6</c:v>
                </c:pt>
                <c:pt idx="35293">
                  <c:v>102.83</c:v>
                </c:pt>
                <c:pt idx="35294">
                  <c:v>102.83</c:v>
                </c:pt>
                <c:pt idx="35295">
                  <c:v>102.83</c:v>
                </c:pt>
                <c:pt idx="35296">
                  <c:v>102.83</c:v>
                </c:pt>
                <c:pt idx="35297">
                  <c:v>102.83</c:v>
                </c:pt>
                <c:pt idx="35298">
                  <c:v>102.83</c:v>
                </c:pt>
                <c:pt idx="35299">
                  <c:v>102.83</c:v>
                </c:pt>
                <c:pt idx="35300">
                  <c:v>81.08</c:v>
                </c:pt>
                <c:pt idx="35301">
                  <c:v>304.86</c:v>
                </c:pt>
                <c:pt idx="35302">
                  <c:v>319.39</c:v>
                </c:pt>
                <c:pt idx="35303">
                  <c:v>319.39</c:v>
                </c:pt>
                <c:pt idx="35304">
                  <c:v>159.69999999999999</c:v>
                </c:pt>
                <c:pt idx="35305">
                  <c:v>101.97</c:v>
                </c:pt>
                <c:pt idx="35306">
                  <c:v>102.81</c:v>
                </c:pt>
                <c:pt idx="35307">
                  <c:v>101.96</c:v>
                </c:pt>
                <c:pt idx="35308">
                  <c:v>101.96</c:v>
                </c:pt>
                <c:pt idx="35309">
                  <c:v>16.23</c:v>
                </c:pt>
                <c:pt idx="35310">
                  <c:v>13.98</c:v>
                </c:pt>
                <c:pt idx="35311">
                  <c:v>43.48</c:v>
                </c:pt>
                <c:pt idx="35312">
                  <c:v>61.65</c:v>
                </c:pt>
                <c:pt idx="35313">
                  <c:v>92.98</c:v>
                </c:pt>
                <c:pt idx="35314">
                  <c:v>103.28</c:v>
                </c:pt>
                <c:pt idx="35315">
                  <c:v>229.97</c:v>
                </c:pt>
                <c:pt idx="35316">
                  <c:v>114.98</c:v>
                </c:pt>
                <c:pt idx="35317">
                  <c:v>192.04</c:v>
                </c:pt>
                <c:pt idx="35318">
                  <c:v>254.97</c:v>
                </c:pt>
                <c:pt idx="35319">
                  <c:v>109.15</c:v>
                </c:pt>
                <c:pt idx="35320">
                  <c:v>254.97</c:v>
                </c:pt>
                <c:pt idx="35321">
                  <c:v>84.99</c:v>
                </c:pt>
                <c:pt idx="35322">
                  <c:v>241.67</c:v>
                </c:pt>
                <c:pt idx="35323">
                  <c:v>339.96</c:v>
                </c:pt>
                <c:pt idx="35324">
                  <c:v>254.97</c:v>
                </c:pt>
                <c:pt idx="35325">
                  <c:v>92.98</c:v>
                </c:pt>
                <c:pt idx="35326">
                  <c:v>75.989999999999995</c:v>
                </c:pt>
                <c:pt idx="35327">
                  <c:v>93.13</c:v>
                </c:pt>
                <c:pt idx="35328">
                  <c:v>92.97</c:v>
                </c:pt>
                <c:pt idx="35329">
                  <c:v>92.98</c:v>
                </c:pt>
                <c:pt idx="35330">
                  <c:v>92.98</c:v>
                </c:pt>
                <c:pt idx="35331">
                  <c:v>92.98</c:v>
                </c:pt>
                <c:pt idx="35332">
                  <c:v>92.98</c:v>
                </c:pt>
                <c:pt idx="35333">
                  <c:v>92.98</c:v>
                </c:pt>
                <c:pt idx="35334">
                  <c:v>51.97</c:v>
                </c:pt>
                <c:pt idx="35335">
                  <c:v>50.12</c:v>
                </c:pt>
                <c:pt idx="35336">
                  <c:v>138.97</c:v>
                </c:pt>
                <c:pt idx="35337">
                  <c:v>8.43</c:v>
                </c:pt>
                <c:pt idx="35338">
                  <c:v>84.68</c:v>
                </c:pt>
                <c:pt idx="35339">
                  <c:v>92.95</c:v>
                </c:pt>
                <c:pt idx="35340">
                  <c:v>92.94</c:v>
                </c:pt>
                <c:pt idx="35341">
                  <c:v>20.49</c:v>
                </c:pt>
                <c:pt idx="35342">
                  <c:v>13.49</c:v>
                </c:pt>
                <c:pt idx="35343">
                  <c:v>33.479999999999997</c:v>
                </c:pt>
                <c:pt idx="35344">
                  <c:v>94.55</c:v>
                </c:pt>
                <c:pt idx="35345">
                  <c:v>94.48</c:v>
                </c:pt>
                <c:pt idx="35346">
                  <c:v>169.98</c:v>
                </c:pt>
                <c:pt idx="35347">
                  <c:v>179.96</c:v>
                </c:pt>
                <c:pt idx="35348">
                  <c:v>169.98</c:v>
                </c:pt>
                <c:pt idx="35349">
                  <c:v>341.15</c:v>
                </c:pt>
                <c:pt idx="35350">
                  <c:v>67.98</c:v>
                </c:pt>
                <c:pt idx="35351">
                  <c:v>-42.3</c:v>
                </c:pt>
                <c:pt idx="35352">
                  <c:v>159.77000000000001</c:v>
                </c:pt>
                <c:pt idx="35353">
                  <c:v>94.44</c:v>
                </c:pt>
                <c:pt idx="35354">
                  <c:v>102.33</c:v>
                </c:pt>
                <c:pt idx="35355">
                  <c:v>101.46</c:v>
                </c:pt>
                <c:pt idx="35356">
                  <c:v>101.46</c:v>
                </c:pt>
                <c:pt idx="35357">
                  <c:v>81.28</c:v>
                </c:pt>
                <c:pt idx="35358">
                  <c:v>33.68</c:v>
                </c:pt>
                <c:pt idx="35359">
                  <c:v>50.98</c:v>
                </c:pt>
                <c:pt idx="35360">
                  <c:v>94.98</c:v>
                </c:pt>
                <c:pt idx="35361">
                  <c:v>123.26</c:v>
                </c:pt>
                <c:pt idx="35362">
                  <c:v>88.74</c:v>
                </c:pt>
                <c:pt idx="35363">
                  <c:v>203.38</c:v>
                </c:pt>
                <c:pt idx="35364">
                  <c:v>88.54</c:v>
                </c:pt>
                <c:pt idx="35365">
                  <c:v>136.96</c:v>
                </c:pt>
                <c:pt idx="35366">
                  <c:v>118.42</c:v>
                </c:pt>
                <c:pt idx="35367">
                  <c:v>117.35</c:v>
                </c:pt>
                <c:pt idx="35368">
                  <c:v>118.67</c:v>
                </c:pt>
                <c:pt idx="35369">
                  <c:v>139.03</c:v>
                </c:pt>
                <c:pt idx="35370">
                  <c:v>94.95</c:v>
                </c:pt>
                <c:pt idx="35371">
                  <c:v>84.98</c:v>
                </c:pt>
                <c:pt idx="35372">
                  <c:v>93.97</c:v>
                </c:pt>
                <c:pt idx="35373">
                  <c:v>30.23</c:v>
                </c:pt>
                <c:pt idx="35374">
                  <c:v>54.98</c:v>
                </c:pt>
                <c:pt idx="35375">
                  <c:v>197.97</c:v>
                </c:pt>
                <c:pt idx="35376">
                  <c:v>225.6</c:v>
                </c:pt>
                <c:pt idx="35377">
                  <c:v>152.97999999999999</c:v>
                </c:pt>
                <c:pt idx="35378">
                  <c:v>64.989999999999995</c:v>
                </c:pt>
                <c:pt idx="35379">
                  <c:v>100.98</c:v>
                </c:pt>
                <c:pt idx="35380">
                  <c:v>100.98</c:v>
                </c:pt>
                <c:pt idx="35381">
                  <c:v>10.86</c:v>
                </c:pt>
                <c:pt idx="35382">
                  <c:v>62.29</c:v>
                </c:pt>
                <c:pt idx="35383">
                  <c:v>92.97</c:v>
                </c:pt>
                <c:pt idx="35384">
                  <c:v>44.99</c:v>
                </c:pt>
                <c:pt idx="35385">
                  <c:v>53.98</c:v>
                </c:pt>
                <c:pt idx="35386">
                  <c:v>54.98</c:v>
                </c:pt>
                <c:pt idx="35387">
                  <c:v>101.62</c:v>
                </c:pt>
                <c:pt idx="35388">
                  <c:v>395.94</c:v>
                </c:pt>
                <c:pt idx="35389">
                  <c:v>535.01</c:v>
                </c:pt>
                <c:pt idx="35390">
                  <c:v>509.94</c:v>
                </c:pt>
                <c:pt idx="35391">
                  <c:v>263.95999999999998</c:v>
                </c:pt>
                <c:pt idx="35392">
                  <c:v>33.18</c:v>
                </c:pt>
                <c:pt idx="35393">
                  <c:v>339.96</c:v>
                </c:pt>
                <c:pt idx="35394">
                  <c:v>51.97</c:v>
                </c:pt>
                <c:pt idx="35395">
                  <c:v>101.62</c:v>
                </c:pt>
                <c:pt idx="35396">
                  <c:v>101.6</c:v>
                </c:pt>
                <c:pt idx="35397">
                  <c:v>93.58</c:v>
                </c:pt>
                <c:pt idx="35398">
                  <c:v>93.58</c:v>
                </c:pt>
                <c:pt idx="35399">
                  <c:v>93.58</c:v>
                </c:pt>
                <c:pt idx="35400">
                  <c:v>80.98</c:v>
                </c:pt>
                <c:pt idx="35401">
                  <c:v>80.98</c:v>
                </c:pt>
                <c:pt idx="35402">
                  <c:v>91.96</c:v>
                </c:pt>
                <c:pt idx="35403">
                  <c:v>93.58</c:v>
                </c:pt>
                <c:pt idx="35404">
                  <c:v>106.95</c:v>
                </c:pt>
                <c:pt idx="35405">
                  <c:v>95.96</c:v>
                </c:pt>
                <c:pt idx="35406">
                  <c:v>90.96</c:v>
                </c:pt>
                <c:pt idx="35407">
                  <c:v>90.96</c:v>
                </c:pt>
                <c:pt idx="35408">
                  <c:v>85.96</c:v>
                </c:pt>
                <c:pt idx="35409">
                  <c:v>83.96</c:v>
                </c:pt>
                <c:pt idx="35410">
                  <c:v>79.89</c:v>
                </c:pt>
                <c:pt idx="35411">
                  <c:v>74.97</c:v>
                </c:pt>
                <c:pt idx="35412">
                  <c:v>83.96</c:v>
                </c:pt>
                <c:pt idx="35413">
                  <c:v>79.959999999999994</c:v>
                </c:pt>
                <c:pt idx="35414">
                  <c:v>75.959999999999994</c:v>
                </c:pt>
                <c:pt idx="35415">
                  <c:v>116.37</c:v>
                </c:pt>
                <c:pt idx="35416">
                  <c:v>91.29</c:v>
                </c:pt>
                <c:pt idx="35417">
                  <c:v>16.489999999999998</c:v>
                </c:pt>
                <c:pt idx="35418">
                  <c:v>66.98</c:v>
                </c:pt>
                <c:pt idx="35419">
                  <c:v>91.95</c:v>
                </c:pt>
                <c:pt idx="35420">
                  <c:v>91.95</c:v>
                </c:pt>
                <c:pt idx="35421">
                  <c:v>91.94</c:v>
                </c:pt>
                <c:pt idx="35422">
                  <c:v>92.67</c:v>
                </c:pt>
                <c:pt idx="35423">
                  <c:v>100.98</c:v>
                </c:pt>
                <c:pt idx="35424">
                  <c:v>65.989999999999995</c:v>
                </c:pt>
                <c:pt idx="35425">
                  <c:v>75.98</c:v>
                </c:pt>
                <c:pt idx="35426">
                  <c:v>65.989999999999995</c:v>
                </c:pt>
                <c:pt idx="35427">
                  <c:v>69.98</c:v>
                </c:pt>
                <c:pt idx="35428">
                  <c:v>85.98</c:v>
                </c:pt>
                <c:pt idx="35429">
                  <c:v>65.989999999999995</c:v>
                </c:pt>
                <c:pt idx="35430">
                  <c:v>99.97</c:v>
                </c:pt>
                <c:pt idx="35431">
                  <c:v>120.97</c:v>
                </c:pt>
                <c:pt idx="35432">
                  <c:v>89.96</c:v>
                </c:pt>
                <c:pt idx="35433">
                  <c:v>99.97</c:v>
                </c:pt>
                <c:pt idx="35434">
                  <c:v>91.77</c:v>
                </c:pt>
                <c:pt idx="35435">
                  <c:v>51.98</c:v>
                </c:pt>
                <c:pt idx="35436">
                  <c:v>31.49</c:v>
                </c:pt>
                <c:pt idx="35437">
                  <c:v>93.03</c:v>
                </c:pt>
                <c:pt idx="35438">
                  <c:v>91.37</c:v>
                </c:pt>
                <c:pt idx="35439">
                  <c:v>92.98</c:v>
                </c:pt>
                <c:pt idx="35440">
                  <c:v>339.96</c:v>
                </c:pt>
                <c:pt idx="35441">
                  <c:v>258.68</c:v>
                </c:pt>
                <c:pt idx="35442">
                  <c:v>227.33</c:v>
                </c:pt>
                <c:pt idx="35443">
                  <c:v>261.32</c:v>
                </c:pt>
                <c:pt idx="35444">
                  <c:v>263.95999999999998</c:v>
                </c:pt>
                <c:pt idx="35445">
                  <c:v>254.97</c:v>
                </c:pt>
                <c:pt idx="35446">
                  <c:v>261.32</c:v>
                </c:pt>
                <c:pt idx="35447">
                  <c:v>92.98</c:v>
                </c:pt>
                <c:pt idx="35448">
                  <c:v>92.98</c:v>
                </c:pt>
                <c:pt idx="35449">
                  <c:v>92.98</c:v>
                </c:pt>
                <c:pt idx="35450">
                  <c:v>92.98</c:v>
                </c:pt>
                <c:pt idx="35451">
                  <c:v>92.97</c:v>
                </c:pt>
                <c:pt idx="35452">
                  <c:v>91.35</c:v>
                </c:pt>
                <c:pt idx="35453">
                  <c:v>92.95</c:v>
                </c:pt>
                <c:pt idx="35454">
                  <c:v>131.97999999999999</c:v>
                </c:pt>
                <c:pt idx="35455">
                  <c:v>131.97999999999999</c:v>
                </c:pt>
                <c:pt idx="35456">
                  <c:v>131.97999999999999</c:v>
                </c:pt>
                <c:pt idx="35457">
                  <c:v>131.97999999999999</c:v>
                </c:pt>
                <c:pt idx="35458">
                  <c:v>131.97999999999999</c:v>
                </c:pt>
                <c:pt idx="35459">
                  <c:v>100.44</c:v>
                </c:pt>
                <c:pt idx="35460">
                  <c:v>131.97999999999999</c:v>
                </c:pt>
                <c:pt idx="35461">
                  <c:v>131.97999999999999</c:v>
                </c:pt>
                <c:pt idx="35462">
                  <c:v>131.97999999999999</c:v>
                </c:pt>
                <c:pt idx="35463">
                  <c:v>131.97999999999999</c:v>
                </c:pt>
                <c:pt idx="35464">
                  <c:v>99.99</c:v>
                </c:pt>
                <c:pt idx="35465">
                  <c:v>-18.28</c:v>
                </c:pt>
                <c:pt idx="35466">
                  <c:v>18.28</c:v>
                </c:pt>
                <c:pt idx="35467">
                  <c:v>-159.46</c:v>
                </c:pt>
                <c:pt idx="35468">
                  <c:v>159.46</c:v>
                </c:pt>
                <c:pt idx="35469">
                  <c:v>52.49</c:v>
                </c:pt>
                <c:pt idx="35470">
                  <c:v>83.98</c:v>
                </c:pt>
                <c:pt idx="35471">
                  <c:v>144.94999999999999</c:v>
                </c:pt>
                <c:pt idx="35472">
                  <c:v>199.31</c:v>
                </c:pt>
                <c:pt idx="35473">
                  <c:v>126.98</c:v>
                </c:pt>
                <c:pt idx="35474">
                  <c:v>142.96</c:v>
                </c:pt>
                <c:pt idx="35475">
                  <c:v>114.01</c:v>
                </c:pt>
                <c:pt idx="35476">
                  <c:v>149.94999999999999</c:v>
                </c:pt>
                <c:pt idx="35477">
                  <c:v>149.94999999999999</c:v>
                </c:pt>
                <c:pt idx="35478">
                  <c:v>199.31</c:v>
                </c:pt>
                <c:pt idx="35479">
                  <c:v>119.96</c:v>
                </c:pt>
                <c:pt idx="35480">
                  <c:v>144.94999999999999</c:v>
                </c:pt>
                <c:pt idx="35481">
                  <c:v>59.98</c:v>
                </c:pt>
                <c:pt idx="35482">
                  <c:v>126.98</c:v>
                </c:pt>
                <c:pt idx="35483">
                  <c:v>119.96</c:v>
                </c:pt>
                <c:pt idx="35484">
                  <c:v>88.52</c:v>
                </c:pt>
                <c:pt idx="35485">
                  <c:v>53.98</c:v>
                </c:pt>
                <c:pt idx="35486">
                  <c:v>53.98</c:v>
                </c:pt>
                <c:pt idx="35487">
                  <c:v>119.96</c:v>
                </c:pt>
                <c:pt idx="35488">
                  <c:v>59.98</c:v>
                </c:pt>
                <c:pt idx="35489">
                  <c:v>119.96</c:v>
                </c:pt>
                <c:pt idx="35490">
                  <c:v>88.52</c:v>
                </c:pt>
                <c:pt idx="35491">
                  <c:v>159.24</c:v>
                </c:pt>
                <c:pt idx="35492">
                  <c:v>59.98</c:v>
                </c:pt>
                <c:pt idx="35493">
                  <c:v>114.01</c:v>
                </c:pt>
                <c:pt idx="35494">
                  <c:v>29.99</c:v>
                </c:pt>
                <c:pt idx="35495">
                  <c:v>159.24</c:v>
                </c:pt>
                <c:pt idx="35496">
                  <c:v>126.98</c:v>
                </c:pt>
                <c:pt idx="35497">
                  <c:v>116.98</c:v>
                </c:pt>
                <c:pt idx="35498">
                  <c:v>116.98</c:v>
                </c:pt>
                <c:pt idx="35499">
                  <c:v>29.99</c:v>
                </c:pt>
                <c:pt idx="35500">
                  <c:v>119.96</c:v>
                </c:pt>
                <c:pt idx="35501">
                  <c:v>126.98</c:v>
                </c:pt>
                <c:pt idx="35502">
                  <c:v>142.96</c:v>
                </c:pt>
                <c:pt idx="35503">
                  <c:v>119.96</c:v>
                </c:pt>
                <c:pt idx="35504">
                  <c:v>119.96</c:v>
                </c:pt>
                <c:pt idx="35505">
                  <c:v>119.96</c:v>
                </c:pt>
                <c:pt idx="35506">
                  <c:v>119.96</c:v>
                </c:pt>
                <c:pt idx="35507">
                  <c:v>119.96</c:v>
                </c:pt>
                <c:pt idx="35508">
                  <c:v>59.98</c:v>
                </c:pt>
                <c:pt idx="35509">
                  <c:v>99.98</c:v>
                </c:pt>
                <c:pt idx="35510">
                  <c:v>99.98</c:v>
                </c:pt>
                <c:pt idx="35511">
                  <c:v>99.98</c:v>
                </c:pt>
                <c:pt idx="35512">
                  <c:v>99.98</c:v>
                </c:pt>
                <c:pt idx="35513">
                  <c:v>99.98</c:v>
                </c:pt>
                <c:pt idx="35514">
                  <c:v>99.98</c:v>
                </c:pt>
                <c:pt idx="35515">
                  <c:v>99.98</c:v>
                </c:pt>
                <c:pt idx="35516">
                  <c:v>99.98</c:v>
                </c:pt>
                <c:pt idx="35517">
                  <c:v>76.97</c:v>
                </c:pt>
                <c:pt idx="35518">
                  <c:v>17.989999999999998</c:v>
                </c:pt>
                <c:pt idx="35519">
                  <c:v>105.98</c:v>
                </c:pt>
                <c:pt idx="35520">
                  <c:v>134.97999999999999</c:v>
                </c:pt>
                <c:pt idx="35521">
                  <c:v>131.97999999999999</c:v>
                </c:pt>
                <c:pt idx="35522">
                  <c:v>169.98</c:v>
                </c:pt>
                <c:pt idx="35523">
                  <c:v>121.48</c:v>
                </c:pt>
                <c:pt idx="35524">
                  <c:v>166.97</c:v>
                </c:pt>
                <c:pt idx="35525">
                  <c:v>134.97999999999999</c:v>
                </c:pt>
                <c:pt idx="35526">
                  <c:v>134.97999999999999</c:v>
                </c:pt>
                <c:pt idx="35527">
                  <c:v>134.97999999999999</c:v>
                </c:pt>
                <c:pt idx="35528">
                  <c:v>134.97999999999999</c:v>
                </c:pt>
                <c:pt idx="35529">
                  <c:v>134.97999999999999</c:v>
                </c:pt>
                <c:pt idx="35530">
                  <c:v>134.97999999999999</c:v>
                </c:pt>
                <c:pt idx="35531">
                  <c:v>95.38</c:v>
                </c:pt>
                <c:pt idx="35532">
                  <c:v>89.98</c:v>
                </c:pt>
                <c:pt idx="35533">
                  <c:v>134.97999999999999</c:v>
                </c:pt>
                <c:pt idx="35534">
                  <c:v>121.98</c:v>
                </c:pt>
                <c:pt idx="35535">
                  <c:v>99.96</c:v>
                </c:pt>
                <c:pt idx="35536">
                  <c:v>83.96</c:v>
                </c:pt>
                <c:pt idx="35537">
                  <c:v>36.47</c:v>
                </c:pt>
                <c:pt idx="35538">
                  <c:v>92.83</c:v>
                </c:pt>
                <c:pt idx="35539">
                  <c:v>25.78</c:v>
                </c:pt>
                <c:pt idx="35540">
                  <c:v>60.96</c:v>
                </c:pt>
                <c:pt idx="35541">
                  <c:v>92.72</c:v>
                </c:pt>
                <c:pt idx="35542">
                  <c:v>119.97</c:v>
                </c:pt>
                <c:pt idx="35543">
                  <c:v>139.94999999999999</c:v>
                </c:pt>
                <c:pt idx="35544">
                  <c:v>169.98</c:v>
                </c:pt>
                <c:pt idx="35545">
                  <c:v>74.97</c:v>
                </c:pt>
                <c:pt idx="35546">
                  <c:v>197.97</c:v>
                </c:pt>
                <c:pt idx="35547">
                  <c:v>214.96</c:v>
                </c:pt>
                <c:pt idx="35548">
                  <c:v>254.97</c:v>
                </c:pt>
                <c:pt idx="35549">
                  <c:v>90.98</c:v>
                </c:pt>
                <c:pt idx="35550">
                  <c:v>91.77</c:v>
                </c:pt>
                <c:pt idx="35551">
                  <c:v>82.48</c:v>
                </c:pt>
                <c:pt idx="35552">
                  <c:v>51.48</c:v>
                </c:pt>
                <c:pt idx="35553">
                  <c:v>50.98</c:v>
                </c:pt>
                <c:pt idx="35554">
                  <c:v>31.49</c:v>
                </c:pt>
                <c:pt idx="35555">
                  <c:v>31.49</c:v>
                </c:pt>
                <c:pt idx="35556">
                  <c:v>50.98</c:v>
                </c:pt>
                <c:pt idx="35557">
                  <c:v>51.48</c:v>
                </c:pt>
                <c:pt idx="35558">
                  <c:v>65.989999999999995</c:v>
                </c:pt>
                <c:pt idx="35559">
                  <c:v>66.180000000000007</c:v>
                </c:pt>
                <c:pt idx="35560">
                  <c:v>105.97</c:v>
                </c:pt>
                <c:pt idx="35561">
                  <c:v>65.989999999999995</c:v>
                </c:pt>
                <c:pt idx="35562">
                  <c:v>74.98</c:v>
                </c:pt>
                <c:pt idx="35563">
                  <c:v>191.96</c:v>
                </c:pt>
                <c:pt idx="35564">
                  <c:v>125.97</c:v>
                </c:pt>
                <c:pt idx="35565">
                  <c:v>75.95</c:v>
                </c:pt>
                <c:pt idx="35566">
                  <c:v>185.96</c:v>
                </c:pt>
                <c:pt idx="35567">
                  <c:v>65.989999999999995</c:v>
                </c:pt>
                <c:pt idx="35568">
                  <c:v>95.98</c:v>
                </c:pt>
                <c:pt idx="35569">
                  <c:v>65.989999999999995</c:v>
                </c:pt>
                <c:pt idx="35570">
                  <c:v>90.97</c:v>
                </c:pt>
                <c:pt idx="35571">
                  <c:v>90.95</c:v>
                </c:pt>
                <c:pt idx="35572">
                  <c:v>100.41</c:v>
                </c:pt>
                <c:pt idx="35573">
                  <c:v>100.41</c:v>
                </c:pt>
                <c:pt idx="35574">
                  <c:v>100.41</c:v>
                </c:pt>
                <c:pt idx="35575">
                  <c:v>100.39</c:v>
                </c:pt>
                <c:pt idx="35576">
                  <c:v>254.97</c:v>
                </c:pt>
                <c:pt idx="35577">
                  <c:v>254.97</c:v>
                </c:pt>
                <c:pt idx="35578">
                  <c:v>254.97</c:v>
                </c:pt>
                <c:pt idx="35579">
                  <c:v>169.98</c:v>
                </c:pt>
                <c:pt idx="35580">
                  <c:v>238.08</c:v>
                </c:pt>
                <c:pt idx="35581">
                  <c:v>310.93</c:v>
                </c:pt>
                <c:pt idx="35582">
                  <c:v>282.95</c:v>
                </c:pt>
                <c:pt idx="35583">
                  <c:v>225.27</c:v>
                </c:pt>
                <c:pt idx="35584">
                  <c:v>151.41</c:v>
                </c:pt>
                <c:pt idx="35585">
                  <c:v>100.39</c:v>
                </c:pt>
                <c:pt idx="35586">
                  <c:v>100.39</c:v>
                </c:pt>
                <c:pt idx="35587">
                  <c:v>100.39</c:v>
                </c:pt>
                <c:pt idx="35588">
                  <c:v>100.38</c:v>
                </c:pt>
                <c:pt idx="35589">
                  <c:v>20.55</c:v>
                </c:pt>
                <c:pt idx="35590">
                  <c:v>-1.2</c:v>
                </c:pt>
                <c:pt idx="35591">
                  <c:v>81.02</c:v>
                </c:pt>
                <c:pt idx="35592">
                  <c:v>53.97</c:v>
                </c:pt>
                <c:pt idx="35593">
                  <c:v>29.99</c:v>
                </c:pt>
                <c:pt idx="35594">
                  <c:v>13.99</c:v>
                </c:pt>
                <c:pt idx="35595">
                  <c:v>90.71</c:v>
                </c:pt>
                <c:pt idx="35596">
                  <c:v>90.71</c:v>
                </c:pt>
                <c:pt idx="35597">
                  <c:v>90.71</c:v>
                </c:pt>
                <c:pt idx="35598">
                  <c:v>90.71</c:v>
                </c:pt>
                <c:pt idx="35599">
                  <c:v>90.78</c:v>
                </c:pt>
                <c:pt idx="35600">
                  <c:v>81.040000000000006</c:v>
                </c:pt>
                <c:pt idx="35601">
                  <c:v>81.040000000000006</c:v>
                </c:pt>
                <c:pt idx="35602">
                  <c:v>18.78</c:v>
                </c:pt>
                <c:pt idx="35603">
                  <c:v>70.98</c:v>
                </c:pt>
                <c:pt idx="35604">
                  <c:v>40.47</c:v>
                </c:pt>
                <c:pt idx="35605">
                  <c:v>51.96</c:v>
                </c:pt>
                <c:pt idx="35606">
                  <c:v>-1.5</c:v>
                </c:pt>
                <c:pt idx="35607">
                  <c:v>65.989999999999995</c:v>
                </c:pt>
                <c:pt idx="35608">
                  <c:v>65.989999999999995</c:v>
                </c:pt>
                <c:pt idx="35609">
                  <c:v>65.989999999999995</c:v>
                </c:pt>
                <c:pt idx="35610">
                  <c:v>65.989999999999995</c:v>
                </c:pt>
                <c:pt idx="35611">
                  <c:v>65.989999999999995</c:v>
                </c:pt>
                <c:pt idx="35612">
                  <c:v>65.989999999999995</c:v>
                </c:pt>
                <c:pt idx="35613">
                  <c:v>84.98</c:v>
                </c:pt>
                <c:pt idx="35614">
                  <c:v>65.989999999999995</c:v>
                </c:pt>
                <c:pt idx="35615">
                  <c:v>65.989999999999995</c:v>
                </c:pt>
                <c:pt idx="35616">
                  <c:v>84.98</c:v>
                </c:pt>
                <c:pt idx="35617">
                  <c:v>65.989999999999995</c:v>
                </c:pt>
                <c:pt idx="35618">
                  <c:v>59.39</c:v>
                </c:pt>
                <c:pt idx="35619">
                  <c:v>84.98</c:v>
                </c:pt>
                <c:pt idx="35620">
                  <c:v>65.989999999999995</c:v>
                </c:pt>
                <c:pt idx="35621">
                  <c:v>65.989999999999995</c:v>
                </c:pt>
                <c:pt idx="35622">
                  <c:v>84.98</c:v>
                </c:pt>
                <c:pt idx="35623">
                  <c:v>65.989999999999995</c:v>
                </c:pt>
                <c:pt idx="35624">
                  <c:v>65.989999999999995</c:v>
                </c:pt>
                <c:pt idx="35625">
                  <c:v>65.989999999999995</c:v>
                </c:pt>
                <c:pt idx="35626">
                  <c:v>65.27</c:v>
                </c:pt>
                <c:pt idx="35627">
                  <c:v>33.72</c:v>
                </c:pt>
                <c:pt idx="35628">
                  <c:v>72.849999999999994</c:v>
                </c:pt>
                <c:pt idx="35629">
                  <c:v>116.97</c:v>
                </c:pt>
                <c:pt idx="35630">
                  <c:v>169.98</c:v>
                </c:pt>
                <c:pt idx="35631">
                  <c:v>134.97999999999999</c:v>
                </c:pt>
                <c:pt idx="35632">
                  <c:v>169.98</c:v>
                </c:pt>
                <c:pt idx="35633">
                  <c:v>154.97999999999999</c:v>
                </c:pt>
                <c:pt idx="35634">
                  <c:v>89.98</c:v>
                </c:pt>
                <c:pt idx="35635">
                  <c:v>89.98</c:v>
                </c:pt>
                <c:pt idx="35636">
                  <c:v>134.97999999999999</c:v>
                </c:pt>
                <c:pt idx="35637">
                  <c:v>129.97999999999999</c:v>
                </c:pt>
                <c:pt idx="35638">
                  <c:v>169.98</c:v>
                </c:pt>
                <c:pt idx="35639">
                  <c:v>129.97999999999999</c:v>
                </c:pt>
                <c:pt idx="35640">
                  <c:v>154.97999999999999</c:v>
                </c:pt>
                <c:pt idx="35641">
                  <c:v>235.96</c:v>
                </c:pt>
                <c:pt idx="35642">
                  <c:v>116.97</c:v>
                </c:pt>
                <c:pt idx="35643">
                  <c:v>65.989999999999995</c:v>
                </c:pt>
                <c:pt idx="35644">
                  <c:v>185.97</c:v>
                </c:pt>
                <c:pt idx="35645">
                  <c:v>192.97</c:v>
                </c:pt>
                <c:pt idx="35646">
                  <c:v>185.97</c:v>
                </c:pt>
                <c:pt idx="35647">
                  <c:v>155.97</c:v>
                </c:pt>
                <c:pt idx="35648">
                  <c:v>84.99</c:v>
                </c:pt>
                <c:pt idx="35649">
                  <c:v>199.97</c:v>
                </c:pt>
                <c:pt idx="35650">
                  <c:v>155.97</c:v>
                </c:pt>
                <c:pt idx="35651">
                  <c:v>84.99</c:v>
                </c:pt>
                <c:pt idx="35652">
                  <c:v>84.99</c:v>
                </c:pt>
                <c:pt idx="35653">
                  <c:v>199.97</c:v>
                </c:pt>
                <c:pt idx="35654">
                  <c:v>84.99</c:v>
                </c:pt>
                <c:pt idx="35655">
                  <c:v>79.989999999999995</c:v>
                </c:pt>
                <c:pt idx="35656">
                  <c:v>79.989999999999995</c:v>
                </c:pt>
                <c:pt idx="35657">
                  <c:v>120.96</c:v>
                </c:pt>
                <c:pt idx="35658">
                  <c:v>120.96</c:v>
                </c:pt>
                <c:pt idx="35659">
                  <c:v>171.08</c:v>
                </c:pt>
                <c:pt idx="35660">
                  <c:v>171.08</c:v>
                </c:pt>
                <c:pt idx="35661">
                  <c:v>149.97</c:v>
                </c:pt>
                <c:pt idx="35662">
                  <c:v>149.97</c:v>
                </c:pt>
                <c:pt idx="35663">
                  <c:v>169.98</c:v>
                </c:pt>
                <c:pt idx="35664">
                  <c:v>84.99</c:v>
                </c:pt>
                <c:pt idx="35665">
                  <c:v>235.96</c:v>
                </c:pt>
                <c:pt idx="35666">
                  <c:v>84.99</c:v>
                </c:pt>
                <c:pt idx="35667">
                  <c:v>192.97</c:v>
                </c:pt>
                <c:pt idx="35668">
                  <c:v>65.989999999999995</c:v>
                </c:pt>
                <c:pt idx="35669">
                  <c:v>98.97</c:v>
                </c:pt>
                <c:pt idx="35670">
                  <c:v>98.97</c:v>
                </c:pt>
                <c:pt idx="35671">
                  <c:v>91.96</c:v>
                </c:pt>
                <c:pt idx="35672">
                  <c:v>98.96</c:v>
                </c:pt>
                <c:pt idx="35673">
                  <c:v>15.49</c:v>
                </c:pt>
                <c:pt idx="35674">
                  <c:v>54.97</c:v>
                </c:pt>
                <c:pt idx="35675">
                  <c:v>91.92</c:v>
                </c:pt>
                <c:pt idx="35676">
                  <c:v>-11.99</c:v>
                </c:pt>
                <c:pt idx="35677">
                  <c:v>169.98</c:v>
                </c:pt>
                <c:pt idx="35678">
                  <c:v>170.95</c:v>
                </c:pt>
                <c:pt idx="35679">
                  <c:v>69.959999999999994</c:v>
                </c:pt>
                <c:pt idx="35680">
                  <c:v>255.94</c:v>
                </c:pt>
                <c:pt idx="35681">
                  <c:v>135.96</c:v>
                </c:pt>
                <c:pt idx="35682">
                  <c:v>229.96</c:v>
                </c:pt>
                <c:pt idx="35683">
                  <c:v>219.16</c:v>
                </c:pt>
                <c:pt idx="35684">
                  <c:v>73.959999999999994</c:v>
                </c:pt>
                <c:pt idx="35685">
                  <c:v>131.97999999999999</c:v>
                </c:pt>
                <c:pt idx="35686">
                  <c:v>91.77</c:v>
                </c:pt>
                <c:pt idx="35687">
                  <c:v>56.97</c:v>
                </c:pt>
                <c:pt idx="35688">
                  <c:v>24.68</c:v>
                </c:pt>
                <c:pt idx="35689">
                  <c:v>50.19</c:v>
                </c:pt>
                <c:pt idx="35690">
                  <c:v>25.39</c:v>
                </c:pt>
                <c:pt idx="35691">
                  <c:v>37.47</c:v>
                </c:pt>
                <c:pt idx="35692">
                  <c:v>37.47</c:v>
                </c:pt>
                <c:pt idx="35693">
                  <c:v>38.07</c:v>
                </c:pt>
                <c:pt idx="35694">
                  <c:v>38.07</c:v>
                </c:pt>
                <c:pt idx="35695">
                  <c:v>57.95</c:v>
                </c:pt>
                <c:pt idx="35696">
                  <c:v>237.56</c:v>
                </c:pt>
                <c:pt idx="35697">
                  <c:v>59.95</c:v>
                </c:pt>
                <c:pt idx="35698">
                  <c:v>70.98</c:v>
                </c:pt>
                <c:pt idx="35699">
                  <c:v>78.94</c:v>
                </c:pt>
                <c:pt idx="35700">
                  <c:v>48.46</c:v>
                </c:pt>
                <c:pt idx="35701">
                  <c:v>405.91</c:v>
                </c:pt>
                <c:pt idx="35702">
                  <c:v>-2.25</c:v>
                </c:pt>
                <c:pt idx="35703">
                  <c:v>22.24</c:v>
                </c:pt>
                <c:pt idx="35704">
                  <c:v>128.94999999999999</c:v>
                </c:pt>
                <c:pt idx="35705">
                  <c:v>237.93</c:v>
                </c:pt>
                <c:pt idx="35706">
                  <c:v>89.98</c:v>
                </c:pt>
                <c:pt idx="35707">
                  <c:v>89.98</c:v>
                </c:pt>
                <c:pt idx="35708">
                  <c:v>89.98</c:v>
                </c:pt>
                <c:pt idx="35709">
                  <c:v>89.98</c:v>
                </c:pt>
                <c:pt idx="35710">
                  <c:v>89.98</c:v>
                </c:pt>
                <c:pt idx="35711">
                  <c:v>184.97</c:v>
                </c:pt>
                <c:pt idx="35712">
                  <c:v>119.97</c:v>
                </c:pt>
                <c:pt idx="35713">
                  <c:v>184.97</c:v>
                </c:pt>
                <c:pt idx="35714">
                  <c:v>234.96</c:v>
                </c:pt>
                <c:pt idx="35715">
                  <c:v>39.99</c:v>
                </c:pt>
                <c:pt idx="35716">
                  <c:v>101.83</c:v>
                </c:pt>
                <c:pt idx="35717">
                  <c:v>234.96</c:v>
                </c:pt>
                <c:pt idx="35718">
                  <c:v>169.98</c:v>
                </c:pt>
                <c:pt idx="35719">
                  <c:v>166.47</c:v>
                </c:pt>
                <c:pt idx="35720">
                  <c:v>269.95999999999998</c:v>
                </c:pt>
                <c:pt idx="35721">
                  <c:v>184.97</c:v>
                </c:pt>
                <c:pt idx="35722">
                  <c:v>89.98</c:v>
                </c:pt>
                <c:pt idx="35723">
                  <c:v>89.98</c:v>
                </c:pt>
                <c:pt idx="35724">
                  <c:v>89.98</c:v>
                </c:pt>
                <c:pt idx="35725">
                  <c:v>89.98</c:v>
                </c:pt>
                <c:pt idx="35726">
                  <c:v>89.97</c:v>
                </c:pt>
                <c:pt idx="35727">
                  <c:v>269.91000000000003</c:v>
                </c:pt>
                <c:pt idx="35728">
                  <c:v>257.41000000000003</c:v>
                </c:pt>
                <c:pt idx="35729">
                  <c:v>269.91000000000003</c:v>
                </c:pt>
                <c:pt idx="35730">
                  <c:v>149.94999999999999</c:v>
                </c:pt>
                <c:pt idx="35731">
                  <c:v>149.94999999999999</c:v>
                </c:pt>
                <c:pt idx="35732">
                  <c:v>284.91000000000003</c:v>
                </c:pt>
                <c:pt idx="35733">
                  <c:v>209.93</c:v>
                </c:pt>
                <c:pt idx="35734">
                  <c:v>119.96</c:v>
                </c:pt>
                <c:pt idx="35735">
                  <c:v>171.99</c:v>
                </c:pt>
                <c:pt idx="35736">
                  <c:v>149.94999999999999</c:v>
                </c:pt>
                <c:pt idx="35737">
                  <c:v>74.97</c:v>
                </c:pt>
                <c:pt idx="35738">
                  <c:v>89.99</c:v>
                </c:pt>
                <c:pt idx="35739">
                  <c:v>89.97</c:v>
                </c:pt>
                <c:pt idx="35740">
                  <c:v>89.97</c:v>
                </c:pt>
                <c:pt idx="35741">
                  <c:v>89.99</c:v>
                </c:pt>
                <c:pt idx="35742">
                  <c:v>89.97</c:v>
                </c:pt>
                <c:pt idx="35743">
                  <c:v>89.99</c:v>
                </c:pt>
                <c:pt idx="35744">
                  <c:v>89.97</c:v>
                </c:pt>
                <c:pt idx="35745">
                  <c:v>89.97</c:v>
                </c:pt>
                <c:pt idx="35746">
                  <c:v>89.97</c:v>
                </c:pt>
                <c:pt idx="35747">
                  <c:v>121.98</c:v>
                </c:pt>
                <c:pt idx="35748">
                  <c:v>159.97999999999999</c:v>
                </c:pt>
                <c:pt idx="35749">
                  <c:v>111.98</c:v>
                </c:pt>
                <c:pt idx="35750">
                  <c:v>158.38</c:v>
                </c:pt>
                <c:pt idx="35751">
                  <c:v>159.97999999999999</c:v>
                </c:pt>
                <c:pt idx="35752">
                  <c:v>159.97999999999999</c:v>
                </c:pt>
                <c:pt idx="35753">
                  <c:v>159.97999999999999</c:v>
                </c:pt>
                <c:pt idx="35754">
                  <c:v>159.97999999999999</c:v>
                </c:pt>
                <c:pt idx="35755">
                  <c:v>121.98</c:v>
                </c:pt>
                <c:pt idx="35756">
                  <c:v>121.98</c:v>
                </c:pt>
                <c:pt idx="35757">
                  <c:v>150.91</c:v>
                </c:pt>
                <c:pt idx="35758">
                  <c:v>159.97999999999999</c:v>
                </c:pt>
                <c:pt idx="35759">
                  <c:v>159.97999999999999</c:v>
                </c:pt>
                <c:pt idx="35760">
                  <c:v>159.97999999999999</c:v>
                </c:pt>
                <c:pt idx="35761">
                  <c:v>-159.97999999999999</c:v>
                </c:pt>
                <c:pt idx="35762">
                  <c:v>89.97</c:v>
                </c:pt>
                <c:pt idx="35763">
                  <c:v>89.97</c:v>
                </c:pt>
                <c:pt idx="35764">
                  <c:v>89.97</c:v>
                </c:pt>
                <c:pt idx="35765">
                  <c:v>89.99</c:v>
                </c:pt>
                <c:pt idx="35766">
                  <c:v>89.98</c:v>
                </c:pt>
                <c:pt idx="35767">
                  <c:v>89.98</c:v>
                </c:pt>
                <c:pt idx="35768">
                  <c:v>89.98</c:v>
                </c:pt>
                <c:pt idx="35769">
                  <c:v>78.959999999999994</c:v>
                </c:pt>
                <c:pt idx="35770">
                  <c:v>104.96</c:v>
                </c:pt>
                <c:pt idx="35771">
                  <c:v>164.95</c:v>
                </c:pt>
                <c:pt idx="35772">
                  <c:v>254.97</c:v>
                </c:pt>
                <c:pt idx="35773">
                  <c:v>136.94999999999999</c:v>
                </c:pt>
                <c:pt idx="35774">
                  <c:v>203.94</c:v>
                </c:pt>
                <c:pt idx="35775">
                  <c:v>104.98</c:v>
                </c:pt>
                <c:pt idx="35776">
                  <c:v>121.98</c:v>
                </c:pt>
                <c:pt idx="35777">
                  <c:v>137.97999999999999</c:v>
                </c:pt>
                <c:pt idx="35778">
                  <c:v>169.98</c:v>
                </c:pt>
                <c:pt idx="35779">
                  <c:v>185.96</c:v>
                </c:pt>
                <c:pt idx="35780">
                  <c:v>81.489999999999995</c:v>
                </c:pt>
                <c:pt idx="35781">
                  <c:v>81.489999999999995</c:v>
                </c:pt>
                <c:pt idx="35782">
                  <c:v>89.98</c:v>
                </c:pt>
                <c:pt idx="35783">
                  <c:v>89.98</c:v>
                </c:pt>
                <c:pt idx="35784">
                  <c:v>89.98</c:v>
                </c:pt>
                <c:pt idx="35785">
                  <c:v>89.98</c:v>
                </c:pt>
                <c:pt idx="35786">
                  <c:v>89.98</c:v>
                </c:pt>
                <c:pt idx="35787">
                  <c:v>89.98</c:v>
                </c:pt>
                <c:pt idx="35788">
                  <c:v>89.98</c:v>
                </c:pt>
                <c:pt idx="35789">
                  <c:v>0</c:v>
                </c:pt>
                <c:pt idx="35790">
                  <c:v>89.98</c:v>
                </c:pt>
                <c:pt idx="35791">
                  <c:v>89.98</c:v>
                </c:pt>
                <c:pt idx="35792">
                  <c:v>51.49</c:v>
                </c:pt>
                <c:pt idx="35793">
                  <c:v>89.97</c:v>
                </c:pt>
                <c:pt idx="35794">
                  <c:v>89.97</c:v>
                </c:pt>
                <c:pt idx="35795">
                  <c:v>89.97</c:v>
                </c:pt>
                <c:pt idx="35796">
                  <c:v>18.239999999999998</c:v>
                </c:pt>
                <c:pt idx="35797">
                  <c:v>58.98</c:v>
                </c:pt>
                <c:pt idx="35798">
                  <c:v>59.99</c:v>
                </c:pt>
                <c:pt idx="35799">
                  <c:v>79.989999999999995</c:v>
                </c:pt>
                <c:pt idx="35800">
                  <c:v>79.989999999999995</c:v>
                </c:pt>
                <c:pt idx="35801">
                  <c:v>79.989999999999995</c:v>
                </c:pt>
                <c:pt idx="35802">
                  <c:v>79.989999999999995</c:v>
                </c:pt>
                <c:pt idx="35803">
                  <c:v>79.989999999999995</c:v>
                </c:pt>
                <c:pt idx="35804">
                  <c:v>79.989999999999995</c:v>
                </c:pt>
                <c:pt idx="35805">
                  <c:v>79.989999999999995</c:v>
                </c:pt>
                <c:pt idx="35806">
                  <c:v>79.989999999999995</c:v>
                </c:pt>
                <c:pt idx="35807">
                  <c:v>79.989999999999995</c:v>
                </c:pt>
                <c:pt idx="35808">
                  <c:v>79.989999999999995</c:v>
                </c:pt>
                <c:pt idx="35809">
                  <c:v>79.989999999999995</c:v>
                </c:pt>
                <c:pt idx="35810">
                  <c:v>79.989999999999995</c:v>
                </c:pt>
                <c:pt idx="35811">
                  <c:v>79.989999999999995</c:v>
                </c:pt>
                <c:pt idx="35812">
                  <c:v>79.989999999999995</c:v>
                </c:pt>
                <c:pt idx="35813">
                  <c:v>79.989999999999995</c:v>
                </c:pt>
                <c:pt idx="35814">
                  <c:v>79.989999999999995</c:v>
                </c:pt>
                <c:pt idx="35815">
                  <c:v>79.989999999999995</c:v>
                </c:pt>
                <c:pt idx="35816">
                  <c:v>67.989999999999995</c:v>
                </c:pt>
                <c:pt idx="35817">
                  <c:v>79.989999999999995</c:v>
                </c:pt>
                <c:pt idx="35818">
                  <c:v>79.989999999999995</c:v>
                </c:pt>
                <c:pt idx="35819">
                  <c:v>79.989999999999995</c:v>
                </c:pt>
                <c:pt idx="35820">
                  <c:v>79.989999999999995</c:v>
                </c:pt>
                <c:pt idx="35821">
                  <c:v>79.989999999999995</c:v>
                </c:pt>
                <c:pt idx="35822">
                  <c:v>79.989999999999995</c:v>
                </c:pt>
                <c:pt idx="35823">
                  <c:v>79.989999999999995</c:v>
                </c:pt>
                <c:pt idx="35824">
                  <c:v>89.97</c:v>
                </c:pt>
                <c:pt idx="35825">
                  <c:v>89.97</c:v>
                </c:pt>
                <c:pt idx="35826">
                  <c:v>89.97</c:v>
                </c:pt>
                <c:pt idx="35827">
                  <c:v>89.97</c:v>
                </c:pt>
                <c:pt idx="35828">
                  <c:v>89.97</c:v>
                </c:pt>
                <c:pt idx="35829">
                  <c:v>72.97</c:v>
                </c:pt>
                <c:pt idx="35830">
                  <c:v>89.97</c:v>
                </c:pt>
                <c:pt idx="35831">
                  <c:v>89.97</c:v>
                </c:pt>
                <c:pt idx="35832">
                  <c:v>26.49</c:v>
                </c:pt>
                <c:pt idx="35833">
                  <c:v>46.48</c:v>
                </c:pt>
                <c:pt idx="35834">
                  <c:v>509.94</c:v>
                </c:pt>
                <c:pt idx="35835">
                  <c:v>551.91999999999996</c:v>
                </c:pt>
                <c:pt idx="35836">
                  <c:v>86.07</c:v>
                </c:pt>
                <c:pt idx="35837">
                  <c:v>395.94</c:v>
                </c:pt>
                <c:pt idx="35838">
                  <c:v>509.94</c:v>
                </c:pt>
                <c:pt idx="35839">
                  <c:v>89.97</c:v>
                </c:pt>
                <c:pt idx="35840">
                  <c:v>89.96</c:v>
                </c:pt>
                <c:pt idx="35841">
                  <c:v>89.94</c:v>
                </c:pt>
                <c:pt idx="35842">
                  <c:v>59.98</c:v>
                </c:pt>
                <c:pt idx="35843">
                  <c:v>21.98</c:v>
                </c:pt>
                <c:pt idx="35844">
                  <c:v>89.95</c:v>
                </c:pt>
                <c:pt idx="35845">
                  <c:v>91.47</c:v>
                </c:pt>
                <c:pt idx="35846">
                  <c:v>91.47</c:v>
                </c:pt>
                <c:pt idx="35847">
                  <c:v>91.47</c:v>
                </c:pt>
                <c:pt idx="35848">
                  <c:v>91.47</c:v>
                </c:pt>
                <c:pt idx="35849">
                  <c:v>158.1</c:v>
                </c:pt>
                <c:pt idx="35850">
                  <c:v>159.69999999999999</c:v>
                </c:pt>
                <c:pt idx="35851">
                  <c:v>159.69999999999999</c:v>
                </c:pt>
                <c:pt idx="35852">
                  <c:v>147.6</c:v>
                </c:pt>
                <c:pt idx="35853">
                  <c:v>159.69999999999999</c:v>
                </c:pt>
                <c:pt idx="35854">
                  <c:v>125.16</c:v>
                </c:pt>
                <c:pt idx="35855">
                  <c:v>157.08000000000001</c:v>
                </c:pt>
                <c:pt idx="35856">
                  <c:v>159.69999999999999</c:v>
                </c:pt>
                <c:pt idx="35857">
                  <c:v>159.69999999999999</c:v>
                </c:pt>
                <c:pt idx="35858">
                  <c:v>153.31</c:v>
                </c:pt>
                <c:pt idx="35859">
                  <c:v>120.98</c:v>
                </c:pt>
                <c:pt idx="35860">
                  <c:v>99.2</c:v>
                </c:pt>
                <c:pt idx="35861">
                  <c:v>99.2</c:v>
                </c:pt>
                <c:pt idx="35862">
                  <c:v>99.18</c:v>
                </c:pt>
                <c:pt idx="35863">
                  <c:v>99.18</c:v>
                </c:pt>
                <c:pt idx="35864">
                  <c:v>30.28</c:v>
                </c:pt>
                <c:pt idx="35865">
                  <c:v>50.98</c:v>
                </c:pt>
                <c:pt idx="35866">
                  <c:v>91.97</c:v>
                </c:pt>
                <c:pt idx="35867">
                  <c:v>91.95</c:v>
                </c:pt>
                <c:pt idx="35868">
                  <c:v>98.98</c:v>
                </c:pt>
                <c:pt idx="35869">
                  <c:v>68.989999999999995</c:v>
                </c:pt>
                <c:pt idx="35870">
                  <c:v>68.989999999999995</c:v>
                </c:pt>
                <c:pt idx="35871">
                  <c:v>98.98</c:v>
                </c:pt>
                <c:pt idx="35872">
                  <c:v>59.39</c:v>
                </c:pt>
                <c:pt idx="35873">
                  <c:v>89.98</c:v>
                </c:pt>
                <c:pt idx="35874">
                  <c:v>96.96</c:v>
                </c:pt>
                <c:pt idx="35875">
                  <c:v>99.98</c:v>
                </c:pt>
                <c:pt idx="35876">
                  <c:v>59.39</c:v>
                </c:pt>
                <c:pt idx="35877">
                  <c:v>65.989999999999995</c:v>
                </c:pt>
                <c:pt idx="35878">
                  <c:v>89.98</c:v>
                </c:pt>
                <c:pt idx="35879">
                  <c:v>96.96</c:v>
                </c:pt>
                <c:pt idx="35880">
                  <c:v>99.98</c:v>
                </c:pt>
                <c:pt idx="35881">
                  <c:v>65.989999999999995</c:v>
                </c:pt>
                <c:pt idx="35882">
                  <c:v>79.790000000000006</c:v>
                </c:pt>
                <c:pt idx="35883">
                  <c:v>97.94</c:v>
                </c:pt>
                <c:pt idx="35884">
                  <c:v>45.88</c:v>
                </c:pt>
                <c:pt idx="35885">
                  <c:v>49.99</c:v>
                </c:pt>
                <c:pt idx="35886">
                  <c:v>84.99</c:v>
                </c:pt>
                <c:pt idx="35887">
                  <c:v>136.94999999999999</c:v>
                </c:pt>
                <c:pt idx="35888">
                  <c:v>136.94999999999999</c:v>
                </c:pt>
                <c:pt idx="35889">
                  <c:v>89.98</c:v>
                </c:pt>
                <c:pt idx="35890">
                  <c:v>16.28</c:v>
                </c:pt>
                <c:pt idx="35891">
                  <c:v>90.86</c:v>
                </c:pt>
                <c:pt idx="35892">
                  <c:v>89.23</c:v>
                </c:pt>
                <c:pt idx="35893">
                  <c:v>89.22</c:v>
                </c:pt>
                <c:pt idx="35894">
                  <c:v>89.98</c:v>
                </c:pt>
                <c:pt idx="35895">
                  <c:v>89.98</c:v>
                </c:pt>
                <c:pt idx="35896">
                  <c:v>89.98</c:v>
                </c:pt>
                <c:pt idx="35897">
                  <c:v>89.98</c:v>
                </c:pt>
                <c:pt idx="35898">
                  <c:v>89.98</c:v>
                </c:pt>
                <c:pt idx="35899">
                  <c:v>89.98</c:v>
                </c:pt>
                <c:pt idx="35900">
                  <c:v>214.96</c:v>
                </c:pt>
                <c:pt idx="35901">
                  <c:v>226.95</c:v>
                </c:pt>
                <c:pt idx="35902">
                  <c:v>164.97</c:v>
                </c:pt>
                <c:pt idx="35903">
                  <c:v>241.9</c:v>
                </c:pt>
                <c:pt idx="35904">
                  <c:v>139.97</c:v>
                </c:pt>
                <c:pt idx="35905">
                  <c:v>101.98</c:v>
                </c:pt>
                <c:pt idx="35906">
                  <c:v>196.96</c:v>
                </c:pt>
                <c:pt idx="35907">
                  <c:v>169.96</c:v>
                </c:pt>
                <c:pt idx="35908">
                  <c:v>134.97</c:v>
                </c:pt>
                <c:pt idx="35909">
                  <c:v>84.97</c:v>
                </c:pt>
                <c:pt idx="35910">
                  <c:v>134.97</c:v>
                </c:pt>
                <c:pt idx="35911">
                  <c:v>174.94</c:v>
                </c:pt>
                <c:pt idx="35912">
                  <c:v>264.95</c:v>
                </c:pt>
                <c:pt idx="35913">
                  <c:v>139.94</c:v>
                </c:pt>
                <c:pt idx="35914">
                  <c:v>89.98</c:v>
                </c:pt>
                <c:pt idx="35915">
                  <c:v>89.97</c:v>
                </c:pt>
                <c:pt idx="35916">
                  <c:v>90.77</c:v>
                </c:pt>
                <c:pt idx="35917">
                  <c:v>89.97</c:v>
                </c:pt>
                <c:pt idx="35918">
                  <c:v>89.97</c:v>
                </c:pt>
                <c:pt idx="35919">
                  <c:v>89.95</c:v>
                </c:pt>
                <c:pt idx="35920">
                  <c:v>89.94</c:v>
                </c:pt>
                <c:pt idx="35921">
                  <c:v>82.19</c:v>
                </c:pt>
                <c:pt idx="35922">
                  <c:v>119.98</c:v>
                </c:pt>
                <c:pt idx="35923">
                  <c:v>119.3</c:v>
                </c:pt>
                <c:pt idx="35924">
                  <c:v>64.06</c:v>
                </c:pt>
                <c:pt idx="35925">
                  <c:v>13.89</c:v>
                </c:pt>
                <c:pt idx="35926">
                  <c:v>70.13</c:v>
                </c:pt>
                <c:pt idx="35927">
                  <c:v>88.98</c:v>
                </c:pt>
                <c:pt idx="35928">
                  <c:v>88.98</c:v>
                </c:pt>
                <c:pt idx="35929">
                  <c:v>88.98</c:v>
                </c:pt>
                <c:pt idx="35930">
                  <c:v>88.96</c:v>
                </c:pt>
                <c:pt idx="35931">
                  <c:v>88.96</c:v>
                </c:pt>
                <c:pt idx="35932">
                  <c:v>88.98</c:v>
                </c:pt>
                <c:pt idx="35933">
                  <c:v>88.98</c:v>
                </c:pt>
                <c:pt idx="35934">
                  <c:v>188.69</c:v>
                </c:pt>
                <c:pt idx="35935">
                  <c:v>125.79</c:v>
                </c:pt>
                <c:pt idx="35936">
                  <c:v>157.24</c:v>
                </c:pt>
                <c:pt idx="35937">
                  <c:v>125.79</c:v>
                </c:pt>
                <c:pt idx="35938">
                  <c:v>125.79</c:v>
                </c:pt>
                <c:pt idx="35939">
                  <c:v>147.57</c:v>
                </c:pt>
                <c:pt idx="35940">
                  <c:v>157.24</c:v>
                </c:pt>
                <c:pt idx="35941">
                  <c:v>188.69</c:v>
                </c:pt>
                <c:pt idx="35942">
                  <c:v>303.47000000000003</c:v>
                </c:pt>
                <c:pt idx="35943">
                  <c:v>125.79</c:v>
                </c:pt>
                <c:pt idx="35944">
                  <c:v>51.48</c:v>
                </c:pt>
                <c:pt idx="35945">
                  <c:v>20.49</c:v>
                </c:pt>
                <c:pt idx="35946">
                  <c:v>16.489999999999998</c:v>
                </c:pt>
                <c:pt idx="35947">
                  <c:v>88.97</c:v>
                </c:pt>
                <c:pt idx="35948">
                  <c:v>98.23</c:v>
                </c:pt>
                <c:pt idx="35949">
                  <c:v>41.26</c:v>
                </c:pt>
                <c:pt idx="35950">
                  <c:v>31.87</c:v>
                </c:pt>
                <c:pt idx="35951">
                  <c:v>88.85</c:v>
                </c:pt>
                <c:pt idx="35952">
                  <c:v>97.99</c:v>
                </c:pt>
                <c:pt idx="35953">
                  <c:v>97.99</c:v>
                </c:pt>
                <c:pt idx="35954">
                  <c:v>90.56</c:v>
                </c:pt>
                <c:pt idx="35955">
                  <c:v>142.97999999999999</c:v>
                </c:pt>
                <c:pt idx="35956">
                  <c:v>98.98</c:v>
                </c:pt>
                <c:pt idx="35957">
                  <c:v>152.97999999999999</c:v>
                </c:pt>
                <c:pt idx="35958">
                  <c:v>84.99</c:v>
                </c:pt>
                <c:pt idx="35959">
                  <c:v>158.09</c:v>
                </c:pt>
                <c:pt idx="35960">
                  <c:v>84.99</c:v>
                </c:pt>
                <c:pt idx="35961">
                  <c:v>76.489999999999995</c:v>
                </c:pt>
                <c:pt idx="35962">
                  <c:v>84.99</c:v>
                </c:pt>
                <c:pt idx="35963">
                  <c:v>65.989999999999995</c:v>
                </c:pt>
                <c:pt idx="35964">
                  <c:v>42.62</c:v>
                </c:pt>
                <c:pt idx="35965">
                  <c:v>65.989999999999995</c:v>
                </c:pt>
                <c:pt idx="35966">
                  <c:v>65.989999999999995</c:v>
                </c:pt>
                <c:pt idx="35967">
                  <c:v>65.989999999999995</c:v>
                </c:pt>
                <c:pt idx="35968">
                  <c:v>65.989999999999995</c:v>
                </c:pt>
                <c:pt idx="35969">
                  <c:v>100.07</c:v>
                </c:pt>
                <c:pt idx="35970">
                  <c:v>84.99</c:v>
                </c:pt>
                <c:pt idx="35971">
                  <c:v>84.99</c:v>
                </c:pt>
                <c:pt idx="35972">
                  <c:v>97.71</c:v>
                </c:pt>
                <c:pt idx="35973">
                  <c:v>82.2</c:v>
                </c:pt>
                <c:pt idx="35974">
                  <c:v>84.99</c:v>
                </c:pt>
                <c:pt idx="35975">
                  <c:v>84.99</c:v>
                </c:pt>
                <c:pt idx="35976">
                  <c:v>84.99</c:v>
                </c:pt>
                <c:pt idx="35977">
                  <c:v>49.59</c:v>
                </c:pt>
                <c:pt idx="35978">
                  <c:v>49.59</c:v>
                </c:pt>
                <c:pt idx="35979">
                  <c:v>97.99</c:v>
                </c:pt>
                <c:pt idx="35980">
                  <c:v>97.99</c:v>
                </c:pt>
                <c:pt idx="35981">
                  <c:v>97.99</c:v>
                </c:pt>
                <c:pt idx="35982">
                  <c:v>97.99</c:v>
                </c:pt>
                <c:pt idx="35983">
                  <c:v>97.99</c:v>
                </c:pt>
                <c:pt idx="35984">
                  <c:v>97.97</c:v>
                </c:pt>
                <c:pt idx="35985">
                  <c:v>97.96</c:v>
                </c:pt>
                <c:pt idx="35986">
                  <c:v>-88.27</c:v>
                </c:pt>
                <c:pt idx="35987">
                  <c:v>88.27</c:v>
                </c:pt>
                <c:pt idx="35988">
                  <c:v>97.96</c:v>
                </c:pt>
                <c:pt idx="35989">
                  <c:v>97.95</c:v>
                </c:pt>
                <c:pt idx="35990">
                  <c:v>63.49</c:v>
                </c:pt>
                <c:pt idx="35991">
                  <c:v>70.98</c:v>
                </c:pt>
                <c:pt idx="35992">
                  <c:v>70.98</c:v>
                </c:pt>
                <c:pt idx="35993">
                  <c:v>99.83</c:v>
                </c:pt>
                <c:pt idx="35994">
                  <c:v>1.5</c:v>
                </c:pt>
                <c:pt idx="35995">
                  <c:v>88.57</c:v>
                </c:pt>
                <c:pt idx="35996">
                  <c:v>88.57</c:v>
                </c:pt>
                <c:pt idx="35997">
                  <c:v>89.99</c:v>
                </c:pt>
                <c:pt idx="35998">
                  <c:v>187.97</c:v>
                </c:pt>
                <c:pt idx="35999">
                  <c:v>254.97</c:v>
                </c:pt>
                <c:pt idx="36000">
                  <c:v>254.97</c:v>
                </c:pt>
                <c:pt idx="36001">
                  <c:v>197.97</c:v>
                </c:pt>
                <c:pt idx="36002">
                  <c:v>167.96</c:v>
                </c:pt>
                <c:pt idx="36003">
                  <c:v>169.98</c:v>
                </c:pt>
                <c:pt idx="36004">
                  <c:v>159.97999999999999</c:v>
                </c:pt>
                <c:pt idx="36005">
                  <c:v>237.25</c:v>
                </c:pt>
                <c:pt idx="36006">
                  <c:v>169.98</c:v>
                </c:pt>
                <c:pt idx="36007">
                  <c:v>153.16999999999999</c:v>
                </c:pt>
                <c:pt idx="36008">
                  <c:v>89.99</c:v>
                </c:pt>
                <c:pt idx="36009">
                  <c:v>89.98</c:v>
                </c:pt>
                <c:pt idx="36010">
                  <c:v>263.95999999999998</c:v>
                </c:pt>
                <c:pt idx="36011">
                  <c:v>99.98</c:v>
                </c:pt>
                <c:pt idx="36012">
                  <c:v>254.97</c:v>
                </c:pt>
                <c:pt idx="36013">
                  <c:v>263.95999999999998</c:v>
                </c:pt>
                <c:pt idx="36014">
                  <c:v>229.47</c:v>
                </c:pt>
                <c:pt idx="36015">
                  <c:v>89.98</c:v>
                </c:pt>
                <c:pt idx="36016">
                  <c:v>89.98</c:v>
                </c:pt>
                <c:pt idx="36017">
                  <c:v>89.98</c:v>
                </c:pt>
                <c:pt idx="36018">
                  <c:v>89.98</c:v>
                </c:pt>
                <c:pt idx="36019">
                  <c:v>89.98</c:v>
                </c:pt>
                <c:pt idx="36020">
                  <c:v>89.98</c:v>
                </c:pt>
                <c:pt idx="36021">
                  <c:v>120.97</c:v>
                </c:pt>
                <c:pt idx="36022">
                  <c:v>202.45</c:v>
                </c:pt>
                <c:pt idx="36023">
                  <c:v>134.97999999999999</c:v>
                </c:pt>
                <c:pt idx="36024">
                  <c:v>88.52</c:v>
                </c:pt>
                <c:pt idx="36025">
                  <c:v>197.97</c:v>
                </c:pt>
                <c:pt idx="36026">
                  <c:v>131.97999999999999</c:v>
                </c:pt>
                <c:pt idx="36027">
                  <c:v>148.97</c:v>
                </c:pt>
                <c:pt idx="36028">
                  <c:v>131.19999999999999</c:v>
                </c:pt>
                <c:pt idx="36029">
                  <c:v>58.02</c:v>
                </c:pt>
                <c:pt idx="36030">
                  <c:v>148.56</c:v>
                </c:pt>
                <c:pt idx="36031">
                  <c:v>89.98</c:v>
                </c:pt>
                <c:pt idx="36032">
                  <c:v>89.98</c:v>
                </c:pt>
                <c:pt idx="36033">
                  <c:v>89.98</c:v>
                </c:pt>
                <c:pt idx="36034">
                  <c:v>89.98</c:v>
                </c:pt>
                <c:pt idx="36035">
                  <c:v>89.98</c:v>
                </c:pt>
                <c:pt idx="36036">
                  <c:v>89.98</c:v>
                </c:pt>
                <c:pt idx="36037">
                  <c:v>89.98</c:v>
                </c:pt>
                <c:pt idx="36038">
                  <c:v>89.98</c:v>
                </c:pt>
                <c:pt idx="36039">
                  <c:v>131.97999999999999</c:v>
                </c:pt>
                <c:pt idx="36040">
                  <c:v>131.97999999999999</c:v>
                </c:pt>
                <c:pt idx="36041">
                  <c:v>131.97999999999999</c:v>
                </c:pt>
                <c:pt idx="36042">
                  <c:v>83.48</c:v>
                </c:pt>
                <c:pt idx="36043">
                  <c:v>131.97999999999999</c:v>
                </c:pt>
                <c:pt idx="36044">
                  <c:v>121.98</c:v>
                </c:pt>
                <c:pt idx="36045">
                  <c:v>69.989999999999995</c:v>
                </c:pt>
                <c:pt idx="36046">
                  <c:v>131.97999999999999</c:v>
                </c:pt>
                <c:pt idx="36047">
                  <c:v>131.97999999999999</c:v>
                </c:pt>
                <c:pt idx="36048">
                  <c:v>89.98</c:v>
                </c:pt>
                <c:pt idx="36049">
                  <c:v>89.97</c:v>
                </c:pt>
                <c:pt idx="36050">
                  <c:v>89.98</c:v>
                </c:pt>
                <c:pt idx="36051">
                  <c:v>89.97</c:v>
                </c:pt>
                <c:pt idx="36052">
                  <c:v>89.98</c:v>
                </c:pt>
                <c:pt idx="36053">
                  <c:v>339.96</c:v>
                </c:pt>
                <c:pt idx="36054">
                  <c:v>254.97</c:v>
                </c:pt>
                <c:pt idx="36055">
                  <c:v>299.94</c:v>
                </c:pt>
                <c:pt idx="36056">
                  <c:v>339.96</c:v>
                </c:pt>
                <c:pt idx="36057">
                  <c:v>299.94</c:v>
                </c:pt>
                <c:pt idx="36058">
                  <c:v>254.97</c:v>
                </c:pt>
                <c:pt idx="36059">
                  <c:v>339.96</c:v>
                </c:pt>
                <c:pt idx="36060">
                  <c:v>299.94</c:v>
                </c:pt>
                <c:pt idx="36061">
                  <c:v>339.96</c:v>
                </c:pt>
                <c:pt idx="36062">
                  <c:v>509.94</c:v>
                </c:pt>
                <c:pt idx="36063">
                  <c:v>92.98</c:v>
                </c:pt>
                <c:pt idx="36064">
                  <c:v>92.98</c:v>
                </c:pt>
                <c:pt idx="36065">
                  <c:v>113.97</c:v>
                </c:pt>
                <c:pt idx="36066">
                  <c:v>113.97</c:v>
                </c:pt>
                <c:pt idx="36067">
                  <c:v>299.94</c:v>
                </c:pt>
                <c:pt idx="36068">
                  <c:v>509.94</c:v>
                </c:pt>
                <c:pt idx="36069">
                  <c:v>89.97</c:v>
                </c:pt>
                <c:pt idx="36070">
                  <c:v>89.97</c:v>
                </c:pt>
                <c:pt idx="36071">
                  <c:v>89.97</c:v>
                </c:pt>
                <c:pt idx="36072">
                  <c:v>89.97</c:v>
                </c:pt>
                <c:pt idx="36073">
                  <c:v>89.97</c:v>
                </c:pt>
                <c:pt idx="36074">
                  <c:v>89.98</c:v>
                </c:pt>
                <c:pt idx="36075">
                  <c:v>89.96</c:v>
                </c:pt>
                <c:pt idx="36076">
                  <c:v>203.93</c:v>
                </c:pt>
                <c:pt idx="36077">
                  <c:v>162.65</c:v>
                </c:pt>
                <c:pt idx="36078">
                  <c:v>118.96</c:v>
                </c:pt>
                <c:pt idx="36079">
                  <c:v>119.96</c:v>
                </c:pt>
                <c:pt idx="36080">
                  <c:v>119.96</c:v>
                </c:pt>
                <c:pt idx="36081">
                  <c:v>79.97</c:v>
                </c:pt>
                <c:pt idx="36082">
                  <c:v>51.68</c:v>
                </c:pt>
                <c:pt idx="36083">
                  <c:v>89.97</c:v>
                </c:pt>
                <c:pt idx="36084">
                  <c:v>51.48</c:v>
                </c:pt>
                <c:pt idx="36085">
                  <c:v>236.07</c:v>
                </c:pt>
                <c:pt idx="36086">
                  <c:v>92.97</c:v>
                </c:pt>
                <c:pt idx="36087">
                  <c:v>309.89999999999998</c:v>
                </c:pt>
                <c:pt idx="36088">
                  <c:v>214.93</c:v>
                </c:pt>
                <c:pt idx="36089">
                  <c:v>89.96</c:v>
                </c:pt>
                <c:pt idx="36090">
                  <c:v>89.96</c:v>
                </c:pt>
                <c:pt idx="36091">
                  <c:v>89.95</c:v>
                </c:pt>
                <c:pt idx="36092">
                  <c:v>89.95</c:v>
                </c:pt>
                <c:pt idx="36093">
                  <c:v>89.94</c:v>
                </c:pt>
                <c:pt idx="36094">
                  <c:v>254.97</c:v>
                </c:pt>
                <c:pt idx="36095">
                  <c:v>96.98</c:v>
                </c:pt>
                <c:pt idx="36096">
                  <c:v>111.98</c:v>
                </c:pt>
                <c:pt idx="36097">
                  <c:v>131.97999999999999</c:v>
                </c:pt>
                <c:pt idx="36098">
                  <c:v>169.98</c:v>
                </c:pt>
                <c:pt idx="36099">
                  <c:v>65.989999999999995</c:v>
                </c:pt>
                <c:pt idx="36100">
                  <c:v>131.97999999999999</c:v>
                </c:pt>
                <c:pt idx="36101">
                  <c:v>79.98</c:v>
                </c:pt>
                <c:pt idx="36102">
                  <c:v>339.96</c:v>
                </c:pt>
                <c:pt idx="36103">
                  <c:v>187.19</c:v>
                </c:pt>
                <c:pt idx="36104">
                  <c:v>254.97</c:v>
                </c:pt>
                <c:pt idx="36105">
                  <c:v>365.49</c:v>
                </c:pt>
                <c:pt idx="36106">
                  <c:v>59.98</c:v>
                </c:pt>
                <c:pt idx="36107">
                  <c:v>59.95</c:v>
                </c:pt>
                <c:pt idx="36108">
                  <c:v>21.29</c:v>
                </c:pt>
                <c:pt idx="36109">
                  <c:v>88.37</c:v>
                </c:pt>
                <c:pt idx="36110">
                  <c:v>88.98</c:v>
                </c:pt>
                <c:pt idx="36111">
                  <c:v>35.49</c:v>
                </c:pt>
                <c:pt idx="36112">
                  <c:v>88.17</c:v>
                </c:pt>
                <c:pt idx="36113">
                  <c:v>88.18</c:v>
                </c:pt>
                <c:pt idx="36114">
                  <c:v>80.98</c:v>
                </c:pt>
                <c:pt idx="36115">
                  <c:v>105.47</c:v>
                </c:pt>
                <c:pt idx="36116">
                  <c:v>157.08000000000001</c:v>
                </c:pt>
                <c:pt idx="36117">
                  <c:v>169.98</c:v>
                </c:pt>
                <c:pt idx="36118">
                  <c:v>169.98</c:v>
                </c:pt>
                <c:pt idx="36119">
                  <c:v>144.47999999999999</c:v>
                </c:pt>
                <c:pt idx="36120">
                  <c:v>122.97</c:v>
                </c:pt>
                <c:pt idx="36121">
                  <c:v>187.97</c:v>
                </c:pt>
                <c:pt idx="36122">
                  <c:v>141.97999999999999</c:v>
                </c:pt>
                <c:pt idx="36123">
                  <c:v>169.98</c:v>
                </c:pt>
                <c:pt idx="36124">
                  <c:v>84.99</c:v>
                </c:pt>
                <c:pt idx="36125">
                  <c:v>169.98</c:v>
                </c:pt>
                <c:pt idx="36126">
                  <c:v>148.97</c:v>
                </c:pt>
                <c:pt idx="36127">
                  <c:v>207.96</c:v>
                </c:pt>
                <c:pt idx="36128">
                  <c:v>80.98</c:v>
                </c:pt>
                <c:pt idx="36129">
                  <c:v>87.97</c:v>
                </c:pt>
                <c:pt idx="36130">
                  <c:v>87.97</c:v>
                </c:pt>
                <c:pt idx="36131">
                  <c:v>87.97</c:v>
                </c:pt>
                <c:pt idx="36132">
                  <c:v>79.48</c:v>
                </c:pt>
                <c:pt idx="36133">
                  <c:v>27.49</c:v>
                </c:pt>
                <c:pt idx="36134">
                  <c:v>51.98</c:v>
                </c:pt>
                <c:pt idx="36135">
                  <c:v>79.47</c:v>
                </c:pt>
                <c:pt idx="36136">
                  <c:v>87.98</c:v>
                </c:pt>
                <c:pt idx="36137">
                  <c:v>209.29</c:v>
                </c:pt>
                <c:pt idx="36138">
                  <c:v>287.93</c:v>
                </c:pt>
                <c:pt idx="36139">
                  <c:v>239.52</c:v>
                </c:pt>
                <c:pt idx="36140">
                  <c:v>239.54</c:v>
                </c:pt>
                <c:pt idx="36141">
                  <c:v>239.54</c:v>
                </c:pt>
                <c:pt idx="36142">
                  <c:v>279.41000000000003</c:v>
                </c:pt>
                <c:pt idx="36143">
                  <c:v>239.54</c:v>
                </c:pt>
                <c:pt idx="36144">
                  <c:v>268.33</c:v>
                </c:pt>
                <c:pt idx="36145">
                  <c:v>87.98</c:v>
                </c:pt>
                <c:pt idx="36146">
                  <c:v>87.97</c:v>
                </c:pt>
                <c:pt idx="36147">
                  <c:v>87.97</c:v>
                </c:pt>
                <c:pt idx="36148">
                  <c:v>49.99</c:v>
                </c:pt>
                <c:pt idx="36149">
                  <c:v>20.239999999999998</c:v>
                </c:pt>
                <c:pt idx="36150">
                  <c:v>-49.99</c:v>
                </c:pt>
                <c:pt idx="36151">
                  <c:v>54.99</c:v>
                </c:pt>
                <c:pt idx="36152">
                  <c:v>87.96</c:v>
                </c:pt>
                <c:pt idx="36153">
                  <c:v>39.49</c:v>
                </c:pt>
                <c:pt idx="36154">
                  <c:v>31.48</c:v>
                </c:pt>
                <c:pt idx="36155">
                  <c:v>87.94</c:v>
                </c:pt>
                <c:pt idx="36156">
                  <c:v>96.27</c:v>
                </c:pt>
                <c:pt idx="36157">
                  <c:v>13.09</c:v>
                </c:pt>
                <c:pt idx="36158">
                  <c:v>142.96</c:v>
                </c:pt>
                <c:pt idx="36159">
                  <c:v>131.97999999999999</c:v>
                </c:pt>
                <c:pt idx="36160">
                  <c:v>84.99</c:v>
                </c:pt>
                <c:pt idx="36161">
                  <c:v>147.97</c:v>
                </c:pt>
                <c:pt idx="36162">
                  <c:v>269.95999999999998</c:v>
                </c:pt>
                <c:pt idx="36163">
                  <c:v>99.98</c:v>
                </c:pt>
                <c:pt idx="36164">
                  <c:v>204.95</c:v>
                </c:pt>
                <c:pt idx="36165">
                  <c:v>254.97</c:v>
                </c:pt>
                <c:pt idx="36166">
                  <c:v>184.97</c:v>
                </c:pt>
                <c:pt idx="36167">
                  <c:v>64.88</c:v>
                </c:pt>
                <c:pt idx="36168">
                  <c:v>147.97</c:v>
                </c:pt>
                <c:pt idx="36169">
                  <c:v>137.97999999999999</c:v>
                </c:pt>
                <c:pt idx="36170">
                  <c:v>221.96</c:v>
                </c:pt>
                <c:pt idx="36171">
                  <c:v>181.95</c:v>
                </c:pt>
                <c:pt idx="36172">
                  <c:v>24.49</c:v>
                </c:pt>
                <c:pt idx="36173">
                  <c:v>96.79</c:v>
                </c:pt>
                <c:pt idx="36174">
                  <c:v>96.79</c:v>
                </c:pt>
                <c:pt idx="36175">
                  <c:v>96.78</c:v>
                </c:pt>
                <c:pt idx="36176">
                  <c:v>339.96</c:v>
                </c:pt>
                <c:pt idx="36177">
                  <c:v>110.96</c:v>
                </c:pt>
                <c:pt idx="36178">
                  <c:v>224.37</c:v>
                </c:pt>
                <c:pt idx="36179">
                  <c:v>339.96</c:v>
                </c:pt>
                <c:pt idx="36180">
                  <c:v>329.95</c:v>
                </c:pt>
                <c:pt idx="36181">
                  <c:v>215.36</c:v>
                </c:pt>
                <c:pt idx="36182">
                  <c:v>458.95</c:v>
                </c:pt>
                <c:pt idx="36183">
                  <c:v>49.59</c:v>
                </c:pt>
                <c:pt idx="36184">
                  <c:v>96.78</c:v>
                </c:pt>
                <c:pt idx="36185">
                  <c:v>49.59</c:v>
                </c:pt>
                <c:pt idx="36186">
                  <c:v>96.78</c:v>
                </c:pt>
                <c:pt idx="36187">
                  <c:v>96.78</c:v>
                </c:pt>
                <c:pt idx="36188">
                  <c:v>96.78</c:v>
                </c:pt>
                <c:pt idx="36189">
                  <c:v>96.78</c:v>
                </c:pt>
                <c:pt idx="36190">
                  <c:v>96.78</c:v>
                </c:pt>
                <c:pt idx="36191">
                  <c:v>96.78</c:v>
                </c:pt>
                <c:pt idx="36192">
                  <c:v>96.78</c:v>
                </c:pt>
                <c:pt idx="36193">
                  <c:v>96.78</c:v>
                </c:pt>
                <c:pt idx="36194">
                  <c:v>96.78</c:v>
                </c:pt>
                <c:pt idx="36195">
                  <c:v>33.04</c:v>
                </c:pt>
                <c:pt idx="36196">
                  <c:v>112.48</c:v>
                </c:pt>
                <c:pt idx="36197">
                  <c:v>182.11</c:v>
                </c:pt>
                <c:pt idx="36198">
                  <c:v>243.96</c:v>
                </c:pt>
                <c:pt idx="36199">
                  <c:v>85.49</c:v>
                </c:pt>
                <c:pt idx="36200">
                  <c:v>94.04</c:v>
                </c:pt>
                <c:pt idx="36201">
                  <c:v>226.92</c:v>
                </c:pt>
                <c:pt idx="36202">
                  <c:v>84.95</c:v>
                </c:pt>
                <c:pt idx="36203">
                  <c:v>96.78</c:v>
                </c:pt>
                <c:pt idx="36204">
                  <c:v>89.98</c:v>
                </c:pt>
                <c:pt idx="36205">
                  <c:v>96.78</c:v>
                </c:pt>
                <c:pt idx="36206">
                  <c:v>96.78</c:v>
                </c:pt>
                <c:pt idx="36207">
                  <c:v>96.78</c:v>
                </c:pt>
                <c:pt idx="36208">
                  <c:v>96.78</c:v>
                </c:pt>
                <c:pt idx="36209">
                  <c:v>199.96</c:v>
                </c:pt>
                <c:pt idx="36210">
                  <c:v>117.45</c:v>
                </c:pt>
                <c:pt idx="36211">
                  <c:v>84.99</c:v>
                </c:pt>
                <c:pt idx="36212">
                  <c:v>84.99</c:v>
                </c:pt>
                <c:pt idx="36213">
                  <c:v>59.96</c:v>
                </c:pt>
                <c:pt idx="36214">
                  <c:v>69.97</c:v>
                </c:pt>
                <c:pt idx="36215">
                  <c:v>65.989999999999995</c:v>
                </c:pt>
                <c:pt idx="36216">
                  <c:v>59.96</c:v>
                </c:pt>
                <c:pt idx="36217">
                  <c:v>56.71</c:v>
                </c:pt>
                <c:pt idx="36218">
                  <c:v>64.73</c:v>
                </c:pt>
                <c:pt idx="36219">
                  <c:v>161.96</c:v>
                </c:pt>
                <c:pt idx="36220">
                  <c:v>54.89</c:v>
                </c:pt>
                <c:pt idx="36221">
                  <c:v>96.75</c:v>
                </c:pt>
                <c:pt idx="36222">
                  <c:v>96.75</c:v>
                </c:pt>
                <c:pt idx="36223">
                  <c:v>38.479999999999997</c:v>
                </c:pt>
                <c:pt idx="36224">
                  <c:v>38.479999999999997</c:v>
                </c:pt>
                <c:pt idx="36225">
                  <c:v>96.74</c:v>
                </c:pt>
                <c:pt idx="36226">
                  <c:v>96.74</c:v>
                </c:pt>
                <c:pt idx="36227">
                  <c:v>-2.4</c:v>
                </c:pt>
                <c:pt idx="36228">
                  <c:v>99.13</c:v>
                </c:pt>
                <c:pt idx="36229">
                  <c:v>89.08</c:v>
                </c:pt>
                <c:pt idx="36230">
                  <c:v>89.06</c:v>
                </c:pt>
                <c:pt idx="36231">
                  <c:v>-18.989999999999998</c:v>
                </c:pt>
                <c:pt idx="36232">
                  <c:v>106.46</c:v>
                </c:pt>
                <c:pt idx="36233">
                  <c:v>87.47</c:v>
                </c:pt>
                <c:pt idx="36234">
                  <c:v>181.41</c:v>
                </c:pt>
                <c:pt idx="36235">
                  <c:v>155.47</c:v>
                </c:pt>
                <c:pt idx="36236">
                  <c:v>250.76</c:v>
                </c:pt>
                <c:pt idx="36237">
                  <c:v>87.47</c:v>
                </c:pt>
                <c:pt idx="36238">
                  <c:v>88.98</c:v>
                </c:pt>
                <c:pt idx="36239">
                  <c:v>88.98</c:v>
                </c:pt>
                <c:pt idx="36240">
                  <c:v>64.98</c:v>
                </c:pt>
                <c:pt idx="36241">
                  <c:v>15.29</c:v>
                </c:pt>
                <c:pt idx="36242">
                  <c:v>9.2899999999999991</c:v>
                </c:pt>
                <c:pt idx="36243">
                  <c:v>70.98</c:v>
                </c:pt>
                <c:pt idx="36244">
                  <c:v>71.569999999999993</c:v>
                </c:pt>
                <c:pt idx="36245">
                  <c:v>71.56</c:v>
                </c:pt>
                <c:pt idx="36246">
                  <c:v>54.97</c:v>
                </c:pt>
                <c:pt idx="36247">
                  <c:v>25.28</c:v>
                </c:pt>
                <c:pt idx="36248">
                  <c:v>-38.97</c:v>
                </c:pt>
                <c:pt idx="36249">
                  <c:v>63.37</c:v>
                </c:pt>
                <c:pt idx="36250">
                  <c:v>62.87</c:v>
                </c:pt>
                <c:pt idx="36251">
                  <c:v>37.28</c:v>
                </c:pt>
                <c:pt idx="36252">
                  <c:v>34.28</c:v>
                </c:pt>
                <c:pt idx="36253">
                  <c:v>87.94</c:v>
                </c:pt>
                <c:pt idx="36254">
                  <c:v>86.97</c:v>
                </c:pt>
                <c:pt idx="36255">
                  <c:v>86.97</c:v>
                </c:pt>
                <c:pt idx="36256">
                  <c:v>84.99</c:v>
                </c:pt>
                <c:pt idx="36257">
                  <c:v>20.309999999999999</c:v>
                </c:pt>
                <c:pt idx="36258">
                  <c:v>65.989999999999995</c:v>
                </c:pt>
                <c:pt idx="36259">
                  <c:v>84.99</c:v>
                </c:pt>
                <c:pt idx="36260">
                  <c:v>79.63</c:v>
                </c:pt>
                <c:pt idx="36261">
                  <c:v>51.29</c:v>
                </c:pt>
                <c:pt idx="36262">
                  <c:v>84.99</c:v>
                </c:pt>
                <c:pt idx="36263">
                  <c:v>84.99</c:v>
                </c:pt>
                <c:pt idx="36264">
                  <c:v>21.94</c:v>
                </c:pt>
                <c:pt idx="36265">
                  <c:v>59.11</c:v>
                </c:pt>
                <c:pt idx="36266">
                  <c:v>65.989999999999995</c:v>
                </c:pt>
                <c:pt idx="36267">
                  <c:v>65.989999999999995</c:v>
                </c:pt>
                <c:pt idx="36268">
                  <c:v>61.82</c:v>
                </c:pt>
                <c:pt idx="36269">
                  <c:v>65.989999999999995</c:v>
                </c:pt>
                <c:pt idx="36270">
                  <c:v>21</c:v>
                </c:pt>
                <c:pt idx="36271">
                  <c:v>68.989999999999995</c:v>
                </c:pt>
                <c:pt idx="36272">
                  <c:v>86.98</c:v>
                </c:pt>
                <c:pt idx="36273">
                  <c:v>86.95</c:v>
                </c:pt>
                <c:pt idx="36274">
                  <c:v>79.989999999999995</c:v>
                </c:pt>
                <c:pt idx="36275">
                  <c:v>86.94</c:v>
                </c:pt>
                <c:pt idx="36276">
                  <c:v>86.96</c:v>
                </c:pt>
                <c:pt idx="36277">
                  <c:v>79.98</c:v>
                </c:pt>
                <c:pt idx="36278">
                  <c:v>86.96</c:v>
                </c:pt>
                <c:pt idx="36279">
                  <c:v>99.98</c:v>
                </c:pt>
                <c:pt idx="36280">
                  <c:v>79.959999999999994</c:v>
                </c:pt>
                <c:pt idx="36281">
                  <c:v>169.98</c:v>
                </c:pt>
                <c:pt idx="36282">
                  <c:v>66.13</c:v>
                </c:pt>
                <c:pt idx="36283">
                  <c:v>254.97</c:v>
                </c:pt>
                <c:pt idx="36284">
                  <c:v>241.97</c:v>
                </c:pt>
                <c:pt idx="36285">
                  <c:v>158.47</c:v>
                </c:pt>
                <c:pt idx="36286">
                  <c:v>189.96</c:v>
                </c:pt>
                <c:pt idx="36287">
                  <c:v>254.97</c:v>
                </c:pt>
                <c:pt idx="36288">
                  <c:v>229.47</c:v>
                </c:pt>
                <c:pt idx="36289">
                  <c:v>129.96</c:v>
                </c:pt>
                <c:pt idx="36290">
                  <c:v>159.46</c:v>
                </c:pt>
                <c:pt idx="36291">
                  <c:v>254.97</c:v>
                </c:pt>
                <c:pt idx="36292">
                  <c:v>6.29</c:v>
                </c:pt>
                <c:pt idx="36293">
                  <c:v>25.78</c:v>
                </c:pt>
                <c:pt idx="36294">
                  <c:v>94.99</c:v>
                </c:pt>
                <c:pt idx="36295">
                  <c:v>94.98</c:v>
                </c:pt>
                <c:pt idx="36296">
                  <c:v>94.98</c:v>
                </c:pt>
                <c:pt idx="36297">
                  <c:v>169.98</c:v>
                </c:pt>
                <c:pt idx="36298">
                  <c:v>169.98</c:v>
                </c:pt>
                <c:pt idx="36299">
                  <c:v>169.98</c:v>
                </c:pt>
                <c:pt idx="36300">
                  <c:v>243.46</c:v>
                </c:pt>
                <c:pt idx="36301">
                  <c:v>206.97</c:v>
                </c:pt>
                <c:pt idx="36302">
                  <c:v>248.65</c:v>
                </c:pt>
                <c:pt idx="36303">
                  <c:v>94.98</c:v>
                </c:pt>
                <c:pt idx="36304">
                  <c:v>94.96</c:v>
                </c:pt>
                <c:pt idx="36305">
                  <c:v>20.53</c:v>
                </c:pt>
                <c:pt idx="36306">
                  <c:v>88.14</c:v>
                </c:pt>
                <c:pt idx="36307">
                  <c:v>51.97</c:v>
                </c:pt>
                <c:pt idx="36308">
                  <c:v>101.28</c:v>
                </c:pt>
                <c:pt idx="36309">
                  <c:v>136.96</c:v>
                </c:pt>
                <c:pt idx="36310">
                  <c:v>104.98</c:v>
                </c:pt>
                <c:pt idx="36311">
                  <c:v>169.98</c:v>
                </c:pt>
                <c:pt idx="36312">
                  <c:v>65.989999999999995</c:v>
                </c:pt>
                <c:pt idx="36313">
                  <c:v>55.98</c:v>
                </c:pt>
                <c:pt idx="36314">
                  <c:v>108.97</c:v>
                </c:pt>
                <c:pt idx="36315">
                  <c:v>84.99</c:v>
                </c:pt>
                <c:pt idx="36316">
                  <c:v>104.98</c:v>
                </c:pt>
                <c:pt idx="36317">
                  <c:v>84.99</c:v>
                </c:pt>
                <c:pt idx="36318">
                  <c:v>66.98</c:v>
                </c:pt>
                <c:pt idx="36319">
                  <c:v>77.97</c:v>
                </c:pt>
                <c:pt idx="36320">
                  <c:v>28.07</c:v>
                </c:pt>
                <c:pt idx="36321">
                  <c:v>62.08</c:v>
                </c:pt>
                <c:pt idx="36322">
                  <c:v>29.99</c:v>
                </c:pt>
                <c:pt idx="36323">
                  <c:v>87.98</c:v>
                </c:pt>
                <c:pt idx="36324">
                  <c:v>87.98</c:v>
                </c:pt>
                <c:pt idx="36325">
                  <c:v>87.97</c:v>
                </c:pt>
                <c:pt idx="36326">
                  <c:v>84.99</c:v>
                </c:pt>
                <c:pt idx="36327">
                  <c:v>84.99</c:v>
                </c:pt>
                <c:pt idx="36328">
                  <c:v>84.99</c:v>
                </c:pt>
                <c:pt idx="36329">
                  <c:v>65.989999999999995</c:v>
                </c:pt>
                <c:pt idx="36330">
                  <c:v>84.99</c:v>
                </c:pt>
                <c:pt idx="36331">
                  <c:v>29.28</c:v>
                </c:pt>
                <c:pt idx="36332">
                  <c:v>74.650000000000006</c:v>
                </c:pt>
                <c:pt idx="36333">
                  <c:v>169.98</c:v>
                </c:pt>
                <c:pt idx="36334">
                  <c:v>84.99</c:v>
                </c:pt>
                <c:pt idx="36335">
                  <c:v>84.99</c:v>
                </c:pt>
                <c:pt idx="36336">
                  <c:v>84.99</c:v>
                </c:pt>
                <c:pt idx="36337">
                  <c:v>65.989999999999995</c:v>
                </c:pt>
                <c:pt idx="36338">
                  <c:v>84.99</c:v>
                </c:pt>
                <c:pt idx="36339">
                  <c:v>84.99</c:v>
                </c:pt>
                <c:pt idx="36340">
                  <c:v>65.989999999999995</c:v>
                </c:pt>
                <c:pt idx="36341">
                  <c:v>79.98</c:v>
                </c:pt>
                <c:pt idx="36342">
                  <c:v>110.97</c:v>
                </c:pt>
                <c:pt idx="36343">
                  <c:v>76.489999999999995</c:v>
                </c:pt>
                <c:pt idx="36344">
                  <c:v>123.17</c:v>
                </c:pt>
                <c:pt idx="36345">
                  <c:v>87.97</c:v>
                </c:pt>
                <c:pt idx="36346">
                  <c:v>87.96</c:v>
                </c:pt>
                <c:pt idx="36347">
                  <c:v>58.98</c:v>
                </c:pt>
                <c:pt idx="36348">
                  <c:v>46.94</c:v>
                </c:pt>
                <c:pt idx="36349">
                  <c:v>52.97</c:v>
                </c:pt>
                <c:pt idx="36350">
                  <c:v>66.53</c:v>
                </c:pt>
                <c:pt idx="36351">
                  <c:v>51.29</c:v>
                </c:pt>
                <c:pt idx="36352">
                  <c:v>19.14</c:v>
                </c:pt>
                <c:pt idx="36353">
                  <c:v>158.36000000000001</c:v>
                </c:pt>
                <c:pt idx="36354">
                  <c:v>156.08000000000001</c:v>
                </c:pt>
                <c:pt idx="36355">
                  <c:v>59.41</c:v>
                </c:pt>
                <c:pt idx="36356">
                  <c:v>199.57</c:v>
                </c:pt>
                <c:pt idx="36357">
                  <c:v>208.07</c:v>
                </c:pt>
                <c:pt idx="36358">
                  <c:v>159.69999999999999</c:v>
                </c:pt>
                <c:pt idx="36359">
                  <c:v>79.849999999999994</c:v>
                </c:pt>
                <c:pt idx="36360">
                  <c:v>87.08</c:v>
                </c:pt>
                <c:pt idx="36361">
                  <c:v>159.69999999999999</c:v>
                </c:pt>
                <c:pt idx="36362">
                  <c:v>55.62</c:v>
                </c:pt>
                <c:pt idx="36363">
                  <c:v>86.16</c:v>
                </c:pt>
                <c:pt idx="36364">
                  <c:v>51.76</c:v>
                </c:pt>
                <c:pt idx="36365">
                  <c:v>27.18</c:v>
                </c:pt>
                <c:pt idx="36366">
                  <c:v>65.319999999999993</c:v>
                </c:pt>
                <c:pt idx="36367">
                  <c:v>30.99</c:v>
                </c:pt>
                <c:pt idx="36368">
                  <c:v>86.07</c:v>
                </c:pt>
                <c:pt idx="36369">
                  <c:v>103.98</c:v>
                </c:pt>
                <c:pt idx="36370">
                  <c:v>103.98</c:v>
                </c:pt>
                <c:pt idx="36371">
                  <c:v>144.97999999999999</c:v>
                </c:pt>
                <c:pt idx="36372">
                  <c:v>84.99</c:v>
                </c:pt>
                <c:pt idx="36373">
                  <c:v>84.99</c:v>
                </c:pt>
                <c:pt idx="36374">
                  <c:v>65.989999999999995</c:v>
                </c:pt>
                <c:pt idx="36375">
                  <c:v>84.99</c:v>
                </c:pt>
                <c:pt idx="36376">
                  <c:v>84.99</c:v>
                </c:pt>
                <c:pt idx="36377">
                  <c:v>68.989999999999995</c:v>
                </c:pt>
                <c:pt idx="36378">
                  <c:v>84.99</c:v>
                </c:pt>
                <c:pt idx="36379">
                  <c:v>83.98</c:v>
                </c:pt>
                <c:pt idx="36380">
                  <c:v>84.99</c:v>
                </c:pt>
                <c:pt idx="36381">
                  <c:v>59.39</c:v>
                </c:pt>
                <c:pt idx="36382">
                  <c:v>67.13</c:v>
                </c:pt>
                <c:pt idx="36383">
                  <c:v>54.99</c:v>
                </c:pt>
                <c:pt idx="36384">
                  <c:v>65.989999999999995</c:v>
                </c:pt>
                <c:pt idx="36385">
                  <c:v>84.99</c:v>
                </c:pt>
                <c:pt idx="36386">
                  <c:v>103.98</c:v>
                </c:pt>
                <c:pt idx="36387">
                  <c:v>84.99</c:v>
                </c:pt>
                <c:pt idx="36388">
                  <c:v>84.99</c:v>
                </c:pt>
                <c:pt idx="36389">
                  <c:v>65.989999999999995</c:v>
                </c:pt>
                <c:pt idx="36390">
                  <c:v>102.98</c:v>
                </c:pt>
                <c:pt idx="36391">
                  <c:v>84.99</c:v>
                </c:pt>
                <c:pt idx="36392">
                  <c:v>68.989999999999995</c:v>
                </c:pt>
                <c:pt idx="36393">
                  <c:v>85.98</c:v>
                </c:pt>
                <c:pt idx="36394">
                  <c:v>85.97</c:v>
                </c:pt>
                <c:pt idx="36395">
                  <c:v>85.98</c:v>
                </c:pt>
                <c:pt idx="36396">
                  <c:v>-151.96</c:v>
                </c:pt>
                <c:pt idx="36397">
                  <c:v>151.96</c:v>
                </c:pt>
                <c:pt idx="36398">
                  <c:v>85.97</c:v>
                </c:pt>
                <c:pt idx="36399">
                  <c:v>85.98</c:v>
                </c:pt>
                <c:pt idx="36400">
                  <c:v>44.48</c:v>
                </c:pt>
                <c:pt idx="36401">
                  <c:v>87.47</c:v>
                </c:pt>
                <c:pt idx="36402">
                  <c:v>85.97</c:v>
                </c:pt>
                <c:pt idx="36403">
                  <c:v>199.96</c:v>
                </c:pt>
                <c:pt idx="36404">
                  <c:v>64.98</c:v>
                </c:pt>
                <c:pt idx="36405">
                  <c:v>199.96</c:v>
                </c:pt>
                <c:pt idx="36406">
                  <c:v>199.96</c:v>
                </c:pt>
                <c:pt idx="36407">
                  <c:v>199.96</c:v>
                </c:pt>
                <c:pt idx="36408">
                  <c:v>181.36</c:v>
                </c:pt>
                <c:pt idx="36409">
                  <c:v>199.96</c:v>
                </c:pt>
                <c:pt idx="36410">
                  <c:v>199.96</c:v>
                </c:pt>
                <c:pt idx="36411">
                  <c:v>199.96</c:v>
                </c:pt>
                <c:pt idx="36412">
                  <c:v>84.98</c:v>
                </c:pt>
                <c:pt idx="36413">
                  <c:v>79.98</c:v>
                </c:pt>
                <c:pt idx="36414">
                  <c:v>199.96</c:v>
                </c:pt>
                <c:pt idx="36415">
                  <c:v>85.97</c:v>
                </c:pt>
                <c:pt idx="36416">
                  <c:v>21.48</c:v>
                </c:pt>
                <c:pt idx="36417">
                  <c:v>47.48</c:v>
                </c:pt>
                <c:pt idx="36418">
                  <c:v>87.46</c:v>
                </c:pt>
                <c:pt idx="36419">
                  <c:v>19.47</c:v>
                </c:pt>
                <c:pt idx="36420">
                  <c:v>35</c:v>
                </c:pt>
                <c:pt idx="36421">
                  <c:v>35</c:v>
                </c:pt>
                <c:pt idx="36422">
                  <c:v>66.98</c:v>
                </c:pt>
                <c:pt idx="36423">
                  <c:v>66.98</c:v>
                </c:pt>
                <c:pt idx="36424">
                  <c:v>85.86</c:v>
                </c:pt>
                <c:pt idx="36425">
                  <c:v>85.86</c:v>
                </c:pt>
                <c:pt idx="36426">
                  <c:v>78.98</c:v>
                </c:pt>
                <c:pt idx="36427">
                  <c:v>73.06</c:v>
                </c:pt>
                <c:pt idx="36428">
                  <c:v>84.97</c:v>
                </c:pt>
                <c:pt idx="36429">
                  <c:v>206.97</c:v>
                </c:pt>
                <c:pt idx="36430">
                  <c:v>84.29</c:v>
                </c:pt>
                <c:pt idx="36431">
                  <c:v>67.290000000000006</c:v>
                </c:pt>
                <c:pt idx="36432">
                  <c:v>150.18</c:v>
                </c:pt>
                <c:pt idx="36433">
                  <c:v>59.64</c:v>
                </c:pt>
                <c:pt idx="36434">
                  <c:v>85.61</c:v>
                </c:pt>
                <c:pt idx="36435">
                  <c:v>85.14</c:v>
                </c:pt>
                <c:pt idx="36436">
                  <c:v>196.94</c:v>
                </c:pt>
                <c:pt idx="36437">
                  <c:v>186.76</c:v>
                </c:pt>
                <c:pt idx="36438">
                  <c:v>-23.98</c:v>
                </c:pt>
                <c:pt idx="36439">
                  <c:v>130</c:v>
                </c:pt>
                <c:pt idx="36440">
                  <c:v>87.26</c:v>
                </c:pt>
                <c:pt idx="36441">
                  <c:v>86.47</c:v>
                </c:pt>
                <c:pt idx="36442">
                  <c:v>87.97</c:v>
                </c:pt>
                <c:pt idx="36443">
                  <c:v>75.180000000000007</c:v>
                </c:pt>
                <c:pt idx="36444">
                  <c:v>87.97</c:v>
                </c:pt>
                <c:pt idx="36445">
                  <c:v>75.180000000000007</c:v>
                </c:pt>
                <c:pt idx="36446">
                  <c:v>30.38</c:v>
                </c:pt>
                <c:pt idx="36447">
                  <c:v>46.74</c:v>
                </c:pt>
                <c:pt idx="36448">
                  <c:v>130.63999999999999</c:v>
                </c:pt>
                <c:pt idx="36449">
                  <c:v>96.78</c:v>
                </c:pt>
                <c:pt idx="36450">
                  <c:v>85.89</c:v>
                </c:pt>
                <c:pt idx="36451">
                  <c:v>65.3</c:v>
                </c:pt>
                <c:pt idx="36452">
                  <c:v>115.41</c:v>
                </c:pt>
                <c:pt idx="36453">
                  <c:v>141.51</c:v>
                </c:pt>
                <c:pt idx="36454">
                  <c:v>67.84</c:v>
                </c:pt>
                <c:pt idx="36455">
                  <c:v>-34.99</c:v>
                </c:pt>
                <c:pt idx="36456">
                  <c:v>53.98</c:v>
                </c:pt>
                <c:pt idx="36457">
                  <c:v>67.97</c:v>
                </c:pt>
                <c:pt idx="36458">
                  <c:v>93.58</c:v>
                </c:pt>
                <c:pt idx="36459">
                  <c:v>94.36</c:v>
                </c:pt>
                <c:pt idx="36460">
                  <c:v>86.95</c:v>
                </c:pt>
                <c:pt idx="36461">
                  <c:v>53.97</c:v>
                </c:pt>
                <c:pt idx="36462">
                  <c:v>53.97</c:v>
                </c:pt>
                <c:pt idx="36463">
                  <c:v>86.95</c:v>
                </c:pt>
                <c:pt idx="36464">
                  <c:v>79.98</c:v>
                </c:pt>
                <c:pt idx="36465">
                  <c:v>114.16</c:v>
                </c:pt>
                <c:pt idx="36466">
                  <c:v>19.98</c:v>
                </c:pt>
                <c:pt idx="36467">
                  <c:v>119.84</c:v>
                </c:pt>
                <c:pt idx="36468">
                  <c:v>79.98</c:v>
                </c:pt>
                <c:pt idx="36469">
                  <c:v>93.97</c:v>
                </c:pt>
                <c:pt idx="36470">
                  <c:v>92.98</c:v>
                </c:pt>
                <c:pt idx="36471">
                  <c:v>164.15</c:v>
                </c:pt>
                <c:pt idx="36472">
                  <c:v>118.96</c:v>
                </c:pt>
                <c:pt idx="36473">
                  <c:v>149.85</c:v>
                </c:pt>
                <c:pt idx="36474">
                  <c:v>93.58</c:v>
                </c:pt>
                <c:pt idx="36475">
                  <c:v>86.95</c:v>
                </c:pt>
                <c:pt idx="36476">
                  <c:v>94.36</c:v>
                </c:pt>
                <c:pt idx="36477">
                  <c:v>93.58</c:v>
                </c:pt>
                <c:pt idx="36478">
                  <c:v>86.94</c:v>
                </c:pt>
                <c:pt idx="36479">
                  <c:v>94.34</c:v>
                </c:pt>
                <c:pt idx="36480">
                  <c:v>94.34</c:v>
                </c:pt>
                <c:pt idx="36481">
                  <c:v>94.34</c:v>
                </c:pt>
                <c:pt idx="36482">
                  <c:v>58.98</c:v>
                </c:pt>
                <c:pt idx="36483">
                  <c:v>58.98</c:v>
                </c:pt>
                <c:pt idx="36484">
                  <c:v>9.2899999999999991</c:v>
                </c:pt>
                <c:pt idx="36485">
                  <c:v>9.2899999999999991</c:v>
                </c:pt>
                <c:pt idx="36486">
                  <c:v>59.53</c:v>
                </c:pt>
                <c:pt idx="36487">
                  <c:v>174.97</c:v>
                </c:pt>
                <c:pt idx="36488">
                  <c:v>97.49</c:v>
                </c:pt>
                <c:pt idx="36489">
                  <c:v>247.44</c:v>
                </c:pt>
                <c:pt idx="36490">
                  <c:v>79.989999999999995</c:v>
                </c:pt>
                <c:pt idx="36491">
                  <c:v>163.19</c:v>
                </c:pt>
                <c:pt idx="36492">
                  <c:v>98.97</c:v>
                </c:pt>
                <c:pt idx="36493">
                  <c:v>183.97</c:v>
                </c:pt>
                <c:pt idx="36494">
                  <c:v>79.98</c:v>
                </c:pt>
                <c:pt idx="36495">
                  <c:v>144.32</c:v>
                </c:pt>
                <c:pt idx="36496">
                  <c:v>84</c:v>
                </c:pt>
                <c:pt idx="36497">
                  <c:v>76.69</c:v>
                </c:pt>
                <c:pt idx="36498">
                  <c:v>145.69999999999999</c:v>
                </c:pt>
                <c:pt idx="36499">
                  <c:v>75.98</c:v>
                </c:pt>
                <c:pt idx="36500">
                  <c:v>79.38</c:v>
                </c:pt>
                <c:pt idx="36501">
                  <c:v>88.18</c:v>
                </c:pt>
                <c:pt idx="36502">
                  <c:v>98.13</c:v>
                </c:pt>
                <c:pt idx="36503">
                  <c:v>157.72</c:v>
                </c:pt>
                <c:pt idx="36504">
                  <c:v>86.16</c:v>
                </c:pt>
                <c:pt idx="36505">
                  <c:v>54.98</c:v>
                </c:pt>
                <c:pt idx="36506">
                  <c:v>34.99</c:v>
                </c:pt>
                <c:pt idx="36507">
                  <c:v>54.99</c:v>
                </c:pt>
                <c:pt idx="36508">
                  <c:v>85.98</c:v>
                </c:pt>
                <c:pt idx="36509">
                  <c:v>85.98</c:v>
                </c:pt>
                <c:pt idx="36510">
                  <c:v>85.98</c:v>
                </c:pt>
                <c:pt idx="36511">
                  <c:v>85.98</c:v>
                </c:pt>
                <c:pt idx="36512">
                  <c:v>131.97999999999999</c:v>
                </c:pt>
                <c:pt idx="36513">
                  <c:v>131.97999999999999</c:v>
                </c:pt>
                <c:pt idx="36514">
                  <c:v>0.98</c:v>
                </c:pt>
                <c:pt idx="36515">
                  <c:v>179.46</c:v>
                </c:pt>
                <c:pt idx="36516">
                  <c:v>134.96</c:v>
                </c:pt>
                <c:pt idx="36517">
                  <c:v>76.989999999999995</c:v>
                </c:pt>
                <c:pt idx="36518">
                  <c:v>131.97999999999999</c:v>
                </c:pt>
                <c:pt idx="36519">
                  <c:v>159.97999999999999</c:v>
                </c:pt>
                <c:pt idx="36520">
                  <c:v>105.98</c:v>
                </c:pt>
                <c:pt idx="36521">
                  <c:v>89.97</c:v>
                </c:pt>
                <c:pt idx="36522">
                  <c:v>169.98</c:v>
                </c:pt>
                <c:pt idx="36523">
                  <c:v>169.98</c:v>
                </c:pt>
                <c:pt idx="36524">
                  <c:v>85.98</c:v>
                </c:pt>
                <c:pt idx="36525">
                  <c:v>85.98</c:v>
                </c:pt>
                <c:pt idx="36526">
                  <c:v>58.97</c:v>
                </c:pt>
                <c:pt idx="36527">
                  <c:v>85.06</c:v>
                </c:pt>
                <c:pt idx="36528">
                  <c:v>93.94</c:v>
                </c:pt>
                <c:pt idx="36529">
                  <c:v>84.99</c:v>
                </c:pt>
                <c:pt idx="36530">
                  <c:v>84.99</c:v>
                </c:pt>
                <c:pt idx="36531">
                  <c:v>84.99</c:v>
                </c:pt>
                <c:pt idx="36532">
                  <c:v>84.99</c:v>
                </c:pt>
                <c:pt idx="36533">
                  <c:v>84.99</c:v>
                </c:pt>
                <c:pt idx="36534">
                  <c:v>84.99</c:v>
                </c:pt>
                <c:pt idx="36535">
                  <c:v>84.99</c:v>
                </c:pt>
                <c:pt idx="36536">
                  <c:v>99.95</c:v>
                </c:pt>
                <c:pt idx="36537">
                  <c:v>252.59</c:v>
                </c:pt>
                <c:pt idx="36538">
                  <c:v>84.99</c:v>
                </c:pt>
                <c:pt idx="36539">
                  <c:v>79.17</c:v>
                </c:pt>
                <c:pt idx="36540">
                  <c:v>178.57</c:v>
                </c:pt>
                <c:pt idx="36541">
                  <c:v>84.99</c:v>
                </c:pt>
                <c:pt idx="36542">
                  <c:v>84.99</c:v>
                </c:pt>
                <c:pt idx="36543">
                  <c:v>169.98</c:v>
                </c:pt>
                <c:pt idx="36544">
                  <c:v>80.739999999999995</c:v>
                </c:pt>
                <c:pt idx="36545">
                  <c:v>64.98</c:v>
                </c:pt>
                <c:pt idx="36546">
                  <c:v>84.99</c:v>
                </c:pt>
                <c:pt idx="36547">
                  <c:v>138.96</c:v>
                </c:pt>
                <c:pt idx="36548">
                  <c:v>153.97</c:v>
                </c:pt>
                <c:pt idx="36549">
                  <c:v>134.97999999999999</c:v>
                </c:pt>
                <c:pt idx="36550">
                  <c:v>139.97999999999999</c:v>
                </c:pt>
                <c:pt idx="36551">
                  <c:v>169.98</c:v>
                </c:pt>
                <c:pt idx="36552">
                  <c:v>84.99</c:v>
                </c:pt>
                <c:pt idx="36553">
                  <c:v>84.99</c:v>
                </c:pt>
                <c:pt idx="36554">
                  <c:v>84.98</c:v>
                </c:pt>
                <c:pt idx="36555">
                  <c:v>146.22999999999999</c:v>
                </c:pt>
                <c:pt idx="36556">
                  <c:v>61.98</c:v>
                </c:pt>
                <c:pt idx="36557">
                  <c:v>149.94999999999999</c:v>
                </c:pt>
                <c:pt idx="36558">
                  <c:v>69.98</c:v>
                </c:pt>
                <c:pt idx="36559">
                  <c:v>84.99</c:v>
                </c:pt>
                <c:pt idx="36560">
                  <c:v>84.99</c:v>
                </c:pt>
                <c:pt idx="36561">
                  <c:v>83.49</c:v>
                </c:pt>
                <c:pt idx="36562">
                  <c:v>68.989999999999995</c:v>
                </c:pt>
                <c:pt idx="36563">
                  <c:v>78.98</c:v>
                </c:pt>
                <c:pt idx="36564">
                  <c:v>84.99</c:v>
                </c:pt>
                <c:pt idx="36565">
                  <c:v>83.98</c:v>
                </c:pt>
                <c:pt idx="36566">
                  <c:v>68.14</c:v>
                </c:pt>
                <c:pt idx="36567">
                  <c:v>75.5</c:v>
                </c:pt>
                <c:pt idx="36568">
                  <c:v>61.98</c:v>
                </c:pt>
                <c:pt idx="36569">
                  <c:v>74.989999999999995</c:v>
                </c:pt>
                <c:pt idx="36570">
                  <c:v>68.989999999999995</c:v>
                </c:pt>
                <c:pt idx="36571">
                  <c:v>83.98</c:v>
                </c:pt>
                <c:pt idx="36572">
                  <c:v>80.98</c:v>
                </c:pt>
                <c:pt idx="36573">
                  <c:v>96.18</c:v>
                </c:pt>
                <c:pt idx="36574">
                  <c:v>68.989999999999995</c:v>
                </c:pt>
                <c:pt idx="36575">
                  <c:v>61.98</c:v>
                </c:pt>
                <c:pt idx="36576">
                  <c:v>68.989999999999995</c:v>
                </c:pt>
                <c:pt idx="36577">
                  <c:v>65.989999999999995</c:v>
                </c:pt>
                <c:pt idx="36578">
                  <c:v>68.989999999999995</c:v>
                </c:pt>
                <c:pt idx="36579">
                  <c:v>82.87</c:v>
                </c:pt>
                <c:pt idx="36580">
                  <c:v>62.81</c:v>
                </c:pt>
                <c:pt idx="36581">
                  <c:v>65.989999999999995</c:v>
                </c:pt>
                <c:pt idx="36582">
                  <c:v>83.45</c:v>
                </c:pt>
                <c:pt idx="36583">
                  <c:v>68.989999999999995</c:v>
                </c:pt>
                <c:pt idx="36584">
                  <c:v>63.29</c:v>
                </c:pt>
                <c:pt idx="36585">
                  <c:v>80.98</c:v>
                </c:pt>
                <c:pt idx="36586">
                  <c:v>59.39</c:v>
                </c:pt>
                <c:pt idx="36587">
                  <c:v>59.98</c:v>
                </c:pt>
                <c:pt idx="36588">
                  <c:v>61.98</c:v>
                </c:pt>
                <c:pt idx="36589">
                  <c:v>67.45</c:v>
                </c:pt>
                <c:pt idx="36590">
                  <c:v>65.989999999999995</c:v>
                </c:pt>
                <c:pt idx="36591">
                  <c:v>84.99</c:v>
                </c:pt>
                <c:pt idx="36592">
                  <c:v>84.99</c:v>
                </c:pt>
                <c:pt idx="36593">
                  <c:v>84.99</c:v>
                </c:pt>
                <c:pt idx="36594">
                  <c:v>84.99</c:v>
                </c:pt>
                <c:pt idx="36595">
                  <c:v>84.99</c:v>
                </c:pt>
                <c:pt idx="36596">
                  <c:v>84.99</c:v>
                </c:pt>
                <c:pt idx="36597">
                  <c:v>84.99</c:v>
                </c:pt>
                <c:pt idx="36598">
                  <c:v>19.28</c:v>
                </c:pt>
                <c:pt idx="36599">
                  <c:v>19.28</c:v>
                </c:pt>
                <c:pt idx="36600">
                  <c:v>84.99</c:v>
                </c:pt>
                <c:pt idx="36601">
                  <c:v>18.239999999999998</c:v>
                </c:pt>
                <c:pt idx="36602">
                  <c:v>18.239999999999998</c:v>
                </c:pt>
                <c:pt idx="36603">
                  <c:v>84.99</c:v>
                </c:pt>
                <c:pt idx="36604">
                  <c:v>84.99</c:v>
                </c:pt>
                <c:pt idx="36605">
                  <c:v>84.99</c:v>
                </c:pt>
                <c:pt idx="36606">
                  <c:v>83.61</c:v>
                </c:pt>
                <c:pt idx="36607">
                  <c:v>85.98</c:v>
                </c:pt>
                <c:pt idx="36608">
                  <c:v>114.96</c:v>
                </c:pt>
                <c:pt idx="36609">
                  <c:v>85.98</c:v>
                </c:pt>
                <c:pt idx="36610">
                  <c:v>85.98</c:v>
                </c:pt>
                <c:pt idx="36611">
                  <c:v>140.96</c:v>
                </c:pt>
                <c:pt idx="36612">
                  <c:v>168.04</c:v>
                </c:pt>
                <c:pt idx="36613">
                  <c:v>79.38</c:v>
                </c:pt>
                <c:pt idx="36614">
                  <c:v>85.98</c:v>
                </c:pt>
                <c:pt idx="36615">
                  <c:v>56.72</c:v>
                </c:pt>
                <c:pt idx="36616">
                  <c:v>105.97</c:v>
                </c:pt>
                <c:pt idx="36617">
                  <c:v>104.22</c:v>
                </c:pt>
                <c:pt idx="36618">
                  <c:v>152.15</c:v>
                </c:pt>
                <c:pt idx="36619">
                  <c:v>84.99</c:v>
                </c:pt>
                <c:pt idx="36620">
                  <c:v>84.99</c:v>
                </c:pt>
                <c:pt idx="36621">
                  <c:v>84.99</c:v>
                </c:pt>
                <c:pt idx="36622">
                  <c:v>84.99</c:v>
                </c:pt>
                <c:pt idx="36623">
                  <c:v>84.97</c:v>
                </c:pt>
                <c:pt idx="36624">
                  <c:v>84.99</c:v>
                </c:pt>
                <c:pt idx="36625">
                  <c:v>84.99</c:v>
                </c:pt>
                <c:pt idx="36626">
                  <c:v>84.99</c:v>
                </c:pt>
                <c:pt idx="36627">
                  <c:v>84.99</c:v>
                </c:pt>
                <c:pt idx="36628">
                  <c:v>315.86</c:v>
                </c:pt>
                <c:pt idx="36629">
                  <c:v>248.83</c:v>
                </c:pt>
                <c:pt idx="36630">
                  <c:v>114.1</c:v>
                </c:pt>
                <c:pt idx="36631">
                  <c:v>261.45999999999998</c:v>
                </c:pt>
                <c:pt idx="36632">
                  <c:v>84.99</c:v>
                </c:pt>
                <c:pt idx="36633">
                  <c:v>84.99</c:v>
                </c:pt>
                <c:pt idx="36634">
                  <c:v>84.99</c:v>
                </c:pt>
                <c:pt idx="36635">
                  <c:v>84.99</c:v>
                </c:pt>
                <c:pt idx="36636">
                  <c:v>84.99</c:v>
                </c:pt>
                <c:pt idx="36637">
                  <c:v>77.790000000000006</c:v>
                </c:pt>
                <c:pt idx="36638">
                  <c:v>84.99</c:v>
                </c:pt>
                <c:pt idx="36639">
                  <c:v>84.99</c:v>
                </c:pt>
                <c:pt idx="36640">
                  <c:v>84.99</c:v>
                </c:pt>
                <c:pt idx="36641">
                  <c:v>84.99</c:v>
                </c:pt>
                <c:pt idx="36642">
                  <c:v>59.98</c:v>
                </c:pt>
                <c:pt idx="36643">
                  <c:v>69.98</c:v>
                </c:pt>
                <c:pt idx="36644">
                  <c:v>63.99</c:v>
                </c:pt>
                <c:pt idx="36645">
                  <c:v>69.98</c:v>
                </c:pt>
                <c:pt idx="36646">
                  <c:v>73.97</c:v>
                </c:pt>
                <c:pt idx="36647">
                  <c:v>84.99</c:v>
                </c:pt>
                <c:pt idx="36648">
                  <c:v>84.99</c:v>
                </c:pt>
                <c:pt idx="36649">
                  <c:v>109.98</c:v>
                </c:pt>
                <c:pt idx="36650">
                  <c:v>31.29</c:v>
                </c:pt>
                <c:pt idx="36651">
                  <c:v>70.989999999999995</c:v>
                </c:pt>
                <c:pt idx="36652">
                  <c:v>68.98</c:v>
                </c:pt>
                <c:pt idx="36653">
                  <c:v>83.97</c:v>
                </c:pt>
                <c:pt idx="36654">
                  <c:v>72.97</c:v>
                </c:pt>
                <c:pt idx="36655">
                  <c:v>109.98</c:v>
                </c:pt>
                <c:pt idx="36656">
                  <c:v>93.97</c:v>
                </c:pt>
                <c:pt idx="36657">
                  <c:v>99.17</c:v>
                </c:pt>
                <c:pt idx="36658">
                  <c:v>68.98</c:v>
                </c:pt>
                <c:pt idx="36659">
                  <c:v>68.98</c:v>
                </c:pt>
                <c:pt idx="36660">
                  <c:v>-10</c:v>
                </c:pt>
                <c:pt idx="36661">
                  <c:v>93.97</c:v>
                </c:pt>
                <c:pt idx="36662">
                  <c:v>124.97</c:v>
                </c:pt>
                <c:pt idx="36663">
                  <c:v>169.98</c:v>
                </c:pt>
                <c:pt idx="36664">
                  <c:v>84.99</c:v>
                </c:pt>
                <c:pt idx="36665">
                  <c:v>84.99</c:v>
                </c:pt>
                <c:pt idx="36666">
                  <c:v>84.99</c:v>
                </c:pt>
                <c:pt idx="36667">
                  <c:v>84.99</c:v>
                </c:pt>
                <c:pt idx="36668">
                  <c:v>84.99</c:v>
                </c:pt>
                <c:pt idx="36669">
                  <c:v>84.99</c:v>
                </c:pt>
                <c:pt idx="36670">
                  <c:v>84.99</c:v>
                </c:pt>
                <c:pt idx="36671">
                  <c:v>84.99</c:v>
                </c:pt>
                <c:pt idx="36672">
                  <c:v>84.99</c:v>
                </c:pt>
                <c:pt idx="36673">
                  <c:v>84.99</c:v>
                </c:pt>
                <c:pt idx="36674">
                  <c:v>84.99</c:v>
                </c:pt>
                <c:pt idx="36675">
                  <c:v>65.989999999999995</c:v>
                </c:pt>
                <c:pt idx="36676">
                  <c:v>131.97999999999999</c:v>
                </c:pt>
                <c:pt idx="36677">
                  <c:v>65.989999999999995</c:v>
                </c:pt>
                <c:pt idx="36678">
                  <c:v>65.989999999999995</c:v>
                </c:pt>
                <c:pt idx="36679">
                  <c:v>65.989999999999995</c:v>
                </c:pt>
                <c:pt idx="36680">
                  <c:v>80.98</c:v>
                </c:pt>
                <c:pt idx="36681">
                  <c:v>129.97</c:v>
                </c:pt>
                <c:pt idx="36682">
                  <c:v>65.989999999999995</c:v>
                </c:pt>
                <c:pt idx="36683">
                  <c:v>79.98</c:v>
                </c:pt>
                <c:pt idx="36684">
                  <c:v>65.989999999999995</c:v>
                </c:pt>
                <c:pt idx="36685">
                  <c:v>131.97999999999999</c:v>
                </c:pt>
                <c:pt idx="36686">
                  <c:v>135.97</c:v>
                </c:pt>
                <c:pt idx="36687">
                  <c:v>134.33000000000001</c:v>
                </c:pt>
                <c:pt idx="36688">
                  <c:v>65.989999999999995</c:v>
                </c:pt>
                <c:pt idx="36689">
                  <c:v>131.97999999999999</c:v>
                </c:pt>
                <c:pt idx="36690">
                  <c:v>65.989999999999995</c:v>
                </c:pt>
                <c:pt idx="36691">
                  <c:v>65.989999999999995</c:v>
                </c:pt>
                <c:pt idx="36692">
                  <c:v>65.989999999999995</c:v>
                </c:pt>
                <c:pt idx="36693">
                  <c:v>65.989999999999995</c:v>
                </c:pt>
                <c:pt idx="36694">
                  <c:v>93.97</c:v>
                </c:pt>
                <c:pt idx="36695">
                  <c:v>91.97</c:v>
                </c:pt>
                <c:pt idx="36696">
                  <c:v>99.98</c:v>
                </c:pt>
                <c:pt idx="36697">
                  <c:v>65.989999999999995</c:v>
                </c:pt>
                <c:pt idx="36698">
                  <c:v>65.989999999999995</c:v>
                </c:pt>
                <c:pt idx="36699">
                  <c:v>65.989999999999995</c:v>
                </c:pt>
                <c:pt idx="36700">
                  <c:v>65.989999999999995</c:v>
                </c:pt>
                <c:pt idx="36701">
                  <c:v>86.47</c:v>
                </c:pt>
                <c:pt idx="36702">
                  <c:v>84.98</c:v>
                </c:pt>
                <c:pt idx="36703">
                  <c:v>84.98</c:v>
                </c:pt>
                <c:pt idx="36704">
                  <c:v>84.98</c:v>
                </c:pt>
                <c:pt idx="36705">
                  <c:v>84.98</c:v>
                </c:pt>
                <c:pt idx="36706">
                  <c:v>84.98</c:v>
                </c:pt>
                <c:pt idx="36707">
                  <c:v>84.98</c:v>
                </c:pt>
                <c:pt idx="36708">
                  <c:v>58.98</c:v>
                </c:pt>
                <c:pt idx="36709">
                  <c:v>160.96</c:v>
                </c:pt>
                <c:pt idx="36710">
                  <c:v>148.46</c:v>
                </c:pt>
                <c:pt idx="36711">
                  <c:v>151.81</c:v>
                </c:pt>
                <c:pt idx="36712">
                  <c:v>135.97999999999999</c:v>
                </c:pt>
                <c:pt idx="36713">
                  <c:v>163.46</c:v>
                </c:pt>
                <c:pt idx="36714">
                  <c:v>131.97999999999999</c:v>
                </c:pt>
                <c:pt idx="36715">
                  <c:v>146.97</c:v>
                </c:pt>
                <c:pt idx="36716">
                  <c:v>136.63999999999999</c:v>
                </c:pt>
                <c:pt idx="36717">
                  <c:v>151.96</c:v>
                </c:pt>
                <c:pt idx="36718">
                  <c:v>136.97</c:v>
                </c:pt>
                <c:pt idx="36719">
                  <c:v>146.97</c:v>
                </c:pt>
                <c:pt idx="36720">
                  <c:v>118.78</c:v>
                </c:pt>
                <c:pt idx="36721">
                  <c:v>132.27000000000001</c:v>
                </c:pt>
                <c:pt idx="36722">
                  <c:v>131.97999999999999</c:v>
                </c:pt>
                <c:pt idx="36723">
                  <c:v>84.98</c:v>
                </c:pt>
                <c:pt idx="36724">
                  <c:v>84.98</c:v>
                </c:pt>
                <c:pt idx="36725">
                  <c:v>84.97</c:v>
                </c:pt>
                <c:pt idx="36726">
                  <c:v>84.98</c:v>
                </c:pt>
                <c:pt idx="36727">
                  <c:v>84.98</c:v>
                </c:pt>
                <c:pt idx="36728">
                  <c:v>84.98</c:v>
                </c:pt>
                <c:pt idx="36729">
                  <c:v>84.97</c:v>
                </c:pt>
                <c:pt idx="36730">
                  <c:v>74.97</c:v>
                </c:pt>
                <c:pt idx="36731">
                  <c:v>74.97</c:v>
                </c:pt>
                <c:pt idx="36732">
                  <c:v>84.97</c:v>
                </c:pt>
                <c:pt idx="36733">
                  <c:v>99.98</c:v>
                </c:pt>
                <c:pt idx="36734">
                  <c:v>131.97999999999999</c:v>
                </c:pt>
                <c:pt idx="36735">
                  <c:v>131.97999999999999</c:v>
                </c:pt>
                <c:pt idx="36736">
                  <c:v>64.86</c:v>
                </c:pt>
                <c:pt idx="36737">
                  <c:v>124.46</c:v>
                </c:pt>
                <c:pt idx="36738">
                  <c:v>114.66</c:v>
                </c:pt>
                <c:pt idx="36739">
                  <c:v>149.97</c:v>
                </c:pt>
                <c:pt idx="36740">
                  <c:v>153.69</c:v>
                </c:pt>
                <c:pt idx="36741">
                  <c:v>64.98</c:v>
                </c:pt>
                <c:pt idx="36742">
                  <c:v>152.97</c:v>
                </c:pt>
                <c:pt idx="36743">
                  <c:v>131.97999999999999</c:v>
                </c:pt>
                <c:pt idx="36744">
                  <c:v>131.97999999999999</c:v>
                </c:pt>
                <c:pt idx="36745">
                  <c:v>131.97999999999999</c:v>
                </c:pt>
                <c:pt idx="36746">
                  <c:v>131.97999999999999</c:v>
                </c:pt>
                <c:pt idx="36747">
                  <c:v>131.97999999999999</c:v>
                </c:pt>
                <c:pt idx="36748">
                  <c:v>131.97999999999999</c:v>
                </c:pt>
                <c:pt idx="36749">
                  <c:v>118.78</c:v>
                </c:pt>
                <c:pt idx="36750">
                  <c:v>89.97</c:v>
                </c:pt>
                <c:pt idx="36751">
                  <c:v>54.98</c:v>
                </c:pt>
                <c:pt idx="36752">
                  <c:v>54.98</c:v>
                </c:pt>
                <c:pt idx="36753">
                  <c:v>89.97</c:v>
                </c:pt>
                <c:pt idx="36754">
                  <c:v>-89.97</c:v>
                </c:pt>
                <c:pt idx="36755">
                  <c:v>-89.97</c:v>
                </c:pt>
                <c:pt idx="36756">
                  <c:v>84.97</c:v>
                </c:pt>
                <c:pt idx="36757">
                  <c:v>84.97</c:v>
                </c:pt>
                <c:pt idx="36758">
                  <c:v>32.24</c:v>
                </c:pt>
                <c:pt idx="36759">
                  <c:v>31.49</c:v>
                </c:pt>
                <c:pt idx="36760">
                  <c:v>21.49</c:v>
                </c:pt>
                <c:pt idx="36761">
                  <c:v>54.99</c:v>
                </c:pt>
                <c:pt idx="36762">
                  <c:v>84.96</c:v>
                </c:pt>
                <c:pt idx="36763">
                  <c:v>76.47</c:v>
                </c:pt>
                <c:pt idx="36764">
                  <c:v>84.96</c:v>
                </c:pt>
                <c:pt idx="36765">
                  <c:v>92.98</c:v>
                </c:pt>
                <c:pt idx="36766">
                  <c:v>92.98</c:v>
                </c:pt>
                <c:pt idx="36767">
                  <c:v>92.98</c:v>
                </c:pt>
                <c:pt idx="36768">
                  <c:v>61.67</c:v>
                </c:pt>
                <c:pt idx="36769">
                  <c:v>159.69999999999999</c:v>
                </c:pt>
                <c:pt idx="36770">
                  <c:v>79.849999999999994</c:v>
                </c:pt>
                <c:pt idx="36771">
                  <c:v>90.71</c:v>
                </c:pt>
                <c:pt idx="36772">
                  <c:v>183.88</c:v>
                </c:pt>
                <c:pt idx="36773">
                  <c:v>203.23</c:v>
                </c:pt>
                <c:pt idx="36774">
                  <c:v>159.69999999999999</c:v>
                </c:pt>
                <c:pt idx="36775">
                  <c:v>96.78</c:v>
                </c:pt>
                <c:pt idx="36776">
                  <c:v>44.73</c:v>
                </c:pt>
                <c:pt idx="36777">
                  <c:v>159.69999999999999</c:v>
                </c:pt>
                <c:pt idx="36778">
                  <c:v>159.69999999999999</c:v>
                </c:pt>
                <c:pt idx="36779">
                  <c:v>92.98</c:v>
                </c:pt>
                <c:pt idx="36780">
                  <c:v>92.98</c:v>
                </c:pt>
                <c:pt idx="36781">
                  <c:v>92.97</c:v>
                </c:pt>
                <c:pt idx="36782">
                  <c:v>93.63</c:v>
                </c:pt>
                <c:pt idx="36783">
                  <c:v>84.67</c:v>
                </c:pt>
                <c:pt idx="36784">
                  <c:v>85.98</c:v>
                </c:pt>
                <c:pt idx="36785">
                  <c:v>85.98</c:v>
                </c:pt>
                <c:pt idx="36786">
                  <c:v>85.97</c:v>
                </c:pt>
                <c:pt idx="36787">
                  <c:v>85.97</c:v>
                </c:pt>
                <c:pt idx="36788">
                  <c:v>85.97</c:v>
                </c:pt>
                <c:pt idx="36789">
                  <c:v>136.97</c:v>
                </c:pt>
                <c:pt idx="36790">
                  <c:v>131.97999999999999</c:v>
                </c:pt>
                <c:pt idx="36791">
                  <c:v>131.97999999999999</c:v>
                </c:pt>
                <c:pt idx="36792">
                  <c:v>121.98</c:v>
                </c:pt>
                <c:pt idx="36793">
                  <c:v>121.98</c:v>
                </c:pt>
                <c:pt idx="36794">
                  <c:v>131.97999999999999</c:v>
                </c:pt>
                <c:pt idx="36795">
                  <c:v>145.97</c:v>
                </c:pt>
                <c:pt idx="36796">
                  <c:v>169.98</c:v>
                </c:pt>
                <c:pt idx="36797">
                  <c:v>145.97</c:v>
                </c:pt>
                <c:pt idx="36798">
                  <c:v>159.97999999999999</c:v>
                </c:pt>
                <c:pt idx="36799">
                  <c:v>131.97999999999999</c:v>
                </c:pt>
                <c:pt idx="36800">
                  <c:v>169.98</c:v>
                </c:pt>
                <c:pt idx="36801">
                  <c:v>131.97999999999999</c:v>
                </c:pt>
                <c:pt idx="36802">
                  <c:v>131.97999999999999</c:v>
                </c:pt>
                <c:pt idx="36803">
                  <c:v>136.97</c:v>
                </c:pt>
                <c:pt idx="36804">
                  <c:v>169.98</c:v>
                </c:pt>
                <c:pt idx="36805">
                  <c:v>159.97999999999999</c:v>
                </c:pt>
                <c:pt idx="36806">
                  <c:v>169.98</c:v>
                </c:pt>
                <c:pt idx="36807">
                  <c:v>65.989999999999995</c:v>
                </c:pt>
                <c:pt idx="36808">
                  <c:v>169.98</c:v>
                </c:pt>
                <c:pt idx="36809">
                  <c:v>169.98</c:v>
                </c:pt>
                <c:pt idx="36810">
                  <c:v>169.98</c:v>
                </c:pt>
                <c:pt idx="36811">
                  <c:v>169.98</c:v>
                </c:pt>
                <c:pt idx="36812">
                  <c:v>169.98</c:v>
                </c:pt>
                <c:pt idx="36813">
                  <c:v>169.98</c:v>
                </c:pt>
                <c:pt idx="36814">
                  <c:v>65.989999999999995</c:v>
                </c:pt>
                <c:pt idx="36815">
                  <c:v>169.98</c:v>
                </c:pt>
                <c:pt idx="36816">
                  <c:v>169.98</c:v>
                </c:pt>
                <c:pt idx="36817">
                  <c:v>149.27000000000001</c:v>
                </c:pt>
                <c:pt idx="36818">
                  <c:v>149.27000000000001</c:v>
                </c:pt>
                <c:pt idx="36819">
                  <c:v>85.96</c:v>
                </c:pt>
                <c:pt idx="36820">
                  <c:v>85.95</c:v>
                </c:pt>
                <c:pt idx="36821">
                  <c:v>84.47</c:v>
                </c:pt>
                <c:pt idx="36822">
                  <c:v>31.49</c:v>
                </c:pt>
                <c:pt idx="36823">
                  <c:v>32.24</c:v>
                </c:pt>
                <c:pt idx="36824">
                  <c:v>13.89</c:v>
                </c:pt>
                <c:pt idx="36825">
                  <c:v>72.23</c:v>
                </c:pt>
                <c:pt idx="36826">
                  <c:v>68.989999999999995</c:v>
                </c:pt>
                <c:pt idx="36827">
                  <c:v>81.08</c:v>
                </c:pt>
                <c:pt idx="36828">
                  <c:v>79.459999999999994</c:v>
                </c:pt>
                <c:pt idx="36829">
                  <c:v>55.98</c:v>
                </c:pt>
                <c:pt idx="36830">
                  <c:v>19.489999999999998</c:v>
                </c:pt>
                <c:pt idx="36831">
                  <c:v>59.99</c:v>
                </c:pt>
                <c:pt idx="36832">
                  <c:v>59.49</c:v>
                </c:pt>
                <c:pt idx="36833">
                  <c:v>68.989999999999995</c:v>
                </c:pt>
                <c:pt idx="36834">
                  <c:v>59.98</c:v>
                </c:pt>
                <c:pt idx="36835">
                  <c:v>65.989999999999995</c:v>
                </c:pt>
                <c:pt idx="36836">
                  <c:v>99.98</c:v>
                </c:pt>
                <c:pt idx="36837">
                  <c:v>65.989999999999995</c:v>
                </c:pt>
                <c:pt idx="36838">
                  <c:v>84.99</c:v>
                </c:pt>
                <c:pt idx="36839">
                  <c:v>65.989999999999995</c:v>
                </c:pt>
                <c:pt idx="36840">
                  <c:v>83.18</c:v>
                </c:pt>
                <c:pt idx="36841">
                  <c:v>84.99</c:v>
                </c:pt>
                <c:pt idx="36842">
                  <c:v>65.989999999999995</c:v>
                </c:pt>
                <c:pt idx="36843">
                  <c:v>79.98</c:v>
                </c:pt>
                <c:pt idx="36844">
                  <c:v>84.99</c:v>
                </c:pt>
                <c:pt idx="36845">
                  <c:v>50.98</c:v>
                </c:pt>
                <c:pt idx="36846">
                  <c:v>68.989999999999995</c:v>
                </c:pt>
                <c:pt idx="36847">
                  <c:v>115.98</c:v>
                </c:pt>
                <c:pt idx="36848">
                  <c:v>93.13</c:v>
                </c:pt>
                <c:pt idx="36849">
                  <c:v>93.12</c:v>
                </c:pt>
                <c:pt idx="36850">
                  <c:v>84.97</c:v>
                </c:pt>
                <c:pt idx="36851">
                  <c:v>84.97</c:v>
                </c:pt>
                <c:pt idx="36852">
                  <c:v>93.01</c:v>
                </c:pt>
                <c:pt idx="36853">
                  <c:v>93.01</c:v>
                </c:pt>
                <c:pt idx="36854">
                  <c:v>85.67</c:v>
                </c:pt>
                <c:pt idx="36855">
                  <c:v>85.67</c:v>
                </c:pt>
                <c:pt idx="36856">
                  <c:v>85.67</c:v>
                </c:pt>
                <c:pt idx="36857">
                  <c:v>56.95</c:v>
                </c:pt>
                <c:pt idx="36858">
                  <c:v>36.97</c:v>
                </c:pt>
                <c:pt idx="36859">
                  <c:v>65.989999999999995</c:v>
                </c:pt>
                <c:pt idx="36860">
                  <c:v>85.48</c:v>
                </c:pt>
                <c:pt idx="36861">
                  <c:v>85.48</c:v>
                </c:pt>
                <c:pt idx="36862">
                  <c:v>85.48</c:v>
                </c:pt>
                <c:pt idx="36863">
                  <c:v>83.98</c:v>
                </c:pt>
                <c:pt idx="36864">
                  <c:v>-35.979999999999997</c:v>
                </c:pt>
                <c:pt idx="36865">
                  <c:v>388.84</c:v>
                </c:pt>
                <c:pt idx="36866">
                  <c:v>349.93</c:v>
                </c:pt>
                <c:pt idx="36867">
                  <c:v>84.95</c:v>
                </c:pt>
                <c:pt idx="36868">
                  <c:v>64.09</c:v>
                </c:pt>
                <c:pt idx="36869">
                  <c:v>83.98</c:v>
                </c:pt>
                <c:pt idx="36870">
                  <c:v>83.97</c:v>
                </c:pt>
                <c:pt idx="36871">
                  <c:v>83.98</c:v>
                </c:pt>
                <c:pt idx="36872">
                  <c:v>37.49</c:v>
                </c:pt>
                <c:pt idx="36873">
                  <c:v>30.74</c:v>
                </c:pt>
                <c:pt idx="36874">
                  <c:v>83.98</c:v>
                </c:pt>
                <c:pt idx="36875">
                  <c:v>83.95</c:v>
                </c:pt>
                <c:pt idx="36876">
                  <c:v>372.93</c:v>
                </c:pt>
                <c:pt idx="36877">
                  <c:v>162.97</c:v>
                </c:pt>
                <c:pt idx="36878">
                  <c:v>246.14</c:v>
                </c:pt>
                <c:pt idx="36879">
                  <c:v>254.97</c:v>
                </c:pt>
                <c:pt idx="36880">
                  <c:v>339.96</c:v>
                </c:pt>
                <c:pt idx="36881">
                  <c:v>279.95999999999998</c:v>
                </c:pt>
                <c:pt idx="36882">
                  <c:v>254.97</c:v>
                </c:pt>
                <c:pt idx="36883">
                  <c:v>279.95999999999998</c:v>
                </c:pt>
                <c:pt idx="36884">
                  <c:v>229.97</c:v>
                </c:pt>
                <c:pt idx="36885">
                  <c:v>83.96</c:v>
                </c:pt>
                <c:pt idx="36886">
                  <c:v>63.14</c:v>
                </c:pt>
                <c:pt idx="36887">
                  <c:v>50.97</c:v>
                </c:pt>
                <c:pt idx="36888">
                  <c:v>24.49</c:v>
                </c:pt>
                <c:pt idx="36889">
                  <c:v>24.49</c:v>
                </c:pt>
                <c:pt idx="36890">
                  <c:v>50.97</c:v>
                </c:pt>
                <c:pt idx="36891">
                  <c:v>63.14</c:v>
                </c:pt>
                <c:pt idx="36892">
                  <c:v>83.96</c:v>
                </c:pt>
                <c:pt idx="36893">
                  <c:v>33.479999999999997</c:v>
                </c:pt>
                <c:pt idx="36894">
                  <c:v>33.479999999999997</c:v>
                </c:pt>
                <c:pt idx="36895">
                  <c:v>33.72</c:v>
                </c:pt>
                <c:pt idx="36896">
                  <c:v>39.869999999999997</c:v>
                </c:pt>
                <c:pt idx="36897">
                  <c:v>83.93</c:v>
                </c:pt>
                <c:pt idx="36898">
                  <c:v>83.93</c:v>
                </c:pt>
                <c:pt idx="36899">
                  <c:v>83.87</c:v>
                </c:pt>
                <c:pt idx="36900">
                  <c:v>63.98</c:v>
                </c:pt>
                <c:pt idx="36901">
                  <c:v>68.98</c:v>
                </c:pt>
                <c:pt idx="36902">
                  <c:v>75.959999999999994</c:v>
                </c:pt>
                <c:pt idx="36903">
                  <c:v>64.97</c:v>
                </c:pt>
                <c:pt idx="36904">
                  <c:v>56.97</c:v>
                </c:pt>
                <c:pt idx="36905">
                  <c:v>110.97</c:v>
                </c:pt>
                <c:pt idx="36906">
                  <c:v>67.98</c:v>
                </c:pt>
                <c:pt idx="36907">
                  <c:v>62.93</c:v>
                </c:pt>
                <c:pt idx="36908">
                  <c:v>85.95</c:v>
                </c:pt>
                <c:pt idx="36909">
                  <c:v>89.98</c:v>
                </c:pt>
                <c:pt idx="36910">
                  <c:v>56.97</c:v>
                </c:pt>
                <c:pt idx="36911">
                  <c:v>72.97</c:v>
                </c:pt>
                <c:pt idx="36912">
                  <c:v>59.96</c:v>
                </c:pt>
                <c:pt idx="36913">
                  <c:v>92.54</c:v>
                </c:pt>
                <c:pt idx="36914">
                  <c:v>92.53</c:v>
                </c:pt>
                <c:pt idx="36915">
                  <c:v>92.54</c:v>
                </c:pt>
                <c:pt idx="36916">
                  <c:v>92.54</c:v>
                </c:pt>
                <c:pt idx="36917">
                  <c:v>91.68</c:v>
                </c:pt>
                <c:pt idx="36918">
                  <c:v>91.68</c:v>
                </c:pt>
                <c:pt idx="36919">
                  <c:v>83.67</c:v>
                </c:pt>
                <c:pt idx="36920">
                  <c:v>59.98</c:v>
                </c:pt>
                <c:pt idx="36921">
                  <c:v>89.97</c:v>
                </c:pt>
                <c:pt idx="36922">
                  <c:v>59.98</c:v>
                </c:pt>
                <c:pt idx="36923">
                  <c:v>59.98</c:v>
                </c:pt>
                <c:pt idx="36924">
                  <c:v>79.97</c:v>
                </c:pt>
                <c:pt idx="36925">
                  <c:v>59.98</c:v>
                </c:pt>
                <c:pt idx="36926">
                  <c:v>89.97</c:v>
                </c:pt>
                <c:pt idx="36927">
                  <c:v>59.98</c:v>
                </c:pt>
                <c:pt idx="36928">
                  <c:v>59.98</c:v>
                </c:pt>
                <c:pt idx="36929">
                  <c:v>84.37</c:v>
                </c:pt>
                <c:pt idx="36930">
                  <c:v>54.93</c:v>
                </c:pt>
                <c:pt idx="36931">
                  <c:v>59.98</c:v>
                </c:pt>
                <c:pt idx="36932">
                  <c:v>59.98</c:v>
                </c:pt>
                <c:pt idx="36933">
                  <c:v>59.98</c:v>
                </c:pt>
                <c:pt idx="36934">
                  <c:v>59.98</c:v>
                </c:pt>
                <c:pt idx="36935">
                  <c:v>59.98</c:v>
                </c:pt>
                <c:pt idx="36936">
                  <c:v>109.96</c:v>
                </c:pt>
                <c:pt idx="36937">
                  <c:v>84.99</c:v>
                </c:pt>
                <c:pt idx="36938">
                  <c:v>84.99</c:v>
                </c:pt>
                <c:pt idx="36939">
                  <c:v>84.99</c:v>
                </c:pt>
                <c:pt idx="36940">
                  <c:v>99.98</c:v>
                </c:pt>
                <c:pt idx="36941">
                  <c:v>169.98</c:v>
                </c:pt>
                <c:pt idx="36942">
                  <c:v>162.07</c:v>
                </c:pt>
                <c:pt idx="36943">
                  <c:v>128.94</c:v>
                </c:pt>
                <c:pt idx="36944">
                  <c:v>129.94</c:v>
                </c:pt>
                <c:pt idx="36945">
                  <c:v>293.92</c:v>
                </c:pt>
                <c:pt idx="36946">
                  <c:v>69.95</c:v>
                </c:pt>
                <c:pt idx="36947">
                  <c:v>183.97</c:v>
                </c:pt>
                <c:pt idx="36948">
                  <c:v>158.9</c:v>
                </c:pt>
                <c:pt idx="36949">
                  <c:v>84.99</c:v>
                </c:pt>
                <c:pt idx="36950">
                  <c:v>84.99</c:v>
                </c:pt>
                <c:pt idx="36951">
                  <c:v>84.99</c:v>
                </c:pt>
                <c:pt idx="36952">
                  <c:v>84.99</c:v>
                </c:pt>
                <c:pt idx="36953">
                  <c:v>84.99</c:v>
                </c:pt>
                <c:pt idx="36954">
                  <c:v>84.99</c:v>
                </c:pt>
                <c:pt idx="36955">
                  <c:v>84.99</c:v>
                </c:pt>
                <c:pt idx="36956">
                  <c:v>84.99</c:v>
                </c:pt>
                <c:pt idx="36957">
                  <c:v>84.99</c:v>
                </c:pt>
                <c:pt idx="36958">
                  <c:v>84.99</c:v>
                </c:pt>
                <c:pt idx="36959">
                  <c:v>23.48</c:v>
                </c:pt>
                <c:pt idx="36960">
                  <c:v>90.05</c:v>
                </c:pt>
                <c:pt idx="36961">
                  <c:v>145.97</c:v>
                </c:pt>
                <c:pt idx="36962">
                  <c:v>153.97999999999999</c:v>
                </c:pt>
                <c:pt idx="36963">
                  <c:v>246.73</c:v>
                </c:pt>
                <c:pt idx="36964">
                  <c:v>23.48</c:v>
                </c:pt>
                <c:pt idx="36965">
                  <c:v>95.98</c:v>
                </c:pt>
                <c:pt idx="36966">
                  <c:v>175.46</c:v>
                </c:pt>
                <c:pt idx="36967">
                  <c:v>74.98</c:v>
                </c:pt>
                <c:pt idx="36968">
                  <c:v>41.49</c:v>
                </c:pt>
                <c:pt idx="36969">
                  <c:v>145.97</c:v>
                </c:pt>
                <c:pt idx="36970">
                  <c:v>84.99</c:v>
                </c:pt>
                <c:pt idx="36971">
                  <c:v>152.36000000000001</c:v>
                </c:pt>
                <c:pt idx="36972">
                  <c:v>79.98</c:v>
                </c:pt>
                <c:pt idx="36973">
                  <c:v>106.97</c:v>
                </c:pt>
                <c:pt idx="36974">
                  <c:v>95.98</c:v>
                </c:pt>
                <c:pt idx="36975">
                  <c:v>180.97</c:v>
                </c:pt>
                <c:pt idx="36976">
                  <c:v>95.98</c:v>
                </c:pt>
                <c:pt idx="36977">
                  <c:v>84.99</c:v>
                </c:pt>
                <c:pt idx="36978">
                  <c:v>84.99</c:v>
                </c:pt>
                <c:pt idx="36979">
                  <c:v>84.99</c:v>
                </c:pt>
                <c:pt idx="36980">
                  <c:v>84.99</c:v>
                </c:pt>
                <c:pt idx="36981">
                  <c:v>84.99</c:v>
                </c:pt>
                <c:pt idx="36982">
                  <c:v>84.99</c:v>
                </c:pt>
                <c:pt idx="36983">
                  <c:v>84.99</c:v>
                </c:pt>
                <c:pt idx="36984">
                  <c:v>84.99</c:v>
                </c:pt>
                <c:pt idx="36985">
                  <c:v>159.97999999999999</c:v>
                </c:pt>
                <c:pt idx="36986">
                  <c:v>172.76</c:v>
                </c:pt>
                <c:pt idx="36987">
                  <c:v>254.97</c:v>
                </c:pt>
                <c:pt idx="36988">
                  <c:v>130.41999999999999</c:v>
                </c:pt>
                <c:pt idx="36989">
                  <c:v>269.95999999999998</c:v>
                </c:pt>
                <c:pt idx="36990">
                  <c:v>120.66</c:v>
                </c:pt>
                <c:pt idx="36991">
                  <c:v>84.99</c:v>
                </c:pt>
                <c:pt idx="36992">
                  <c:v>95.97</c:v>
                </c:pt>
                <c:pt idx="36993">
                  <c:v>286.95</c:v>
                </c:pt>
                <c:pt idx="36994">
                  <c:v>250.64</c:v>
                </c:pt>
                <c:pt idx="36995">
                  <c:v>84.99</c:v>
                </c:pt>
                <c:pt idx="36996">
                  <c:v>196.65</c:v>
                </c:pt>
                <c:pt idx="36997">
                  <c:v>84.99</c:v>
                </c:pt>
                <c:pt idx="36998">
                  <c:v>84.99</c:v>
                </c:pt>
                <c:pt idx="36999">
                  <c:v>84.99</c:v>
                </c:pt>
                <c:pt idx="37000">
                  <c:v>84.99</c:v>
                </c:pt>
                <c:pt idx="37001">
                  <c:v>84.99</c:v>
                </c:pt>
                <c:pt idx="37002">
                  <c:v>84.99</c:v>
                </c:pt>
                <c:pt idx="37003">
                  <c:v>84.99</c:v>
                </c:pt>
                <c:pt idx="37004">
                  <c:v>84.99</c:v>
                </c:pt>
                <c:pt idx="37005">
                  <c:v>84.99</c:v>
                </c:pt>
                <c:pt idx="37006">
                  <c:v>84.99</c:v>
                </c:pt>
                <c:pt idx="37007">
                  <c:v>152.97999999999999</c:v>
                </c:pt>
                <c:pt idx="37008">
                  <c:v>116.48</c:v>
                </c:pt>
                <c:pt idx="37009">
                  <c:v>112.18</c:v>
                </c:pt>
                <c:pt idx="37010">
                  <c:v>152.97999999999999</c:v>
                </c:pt>
                <c:pt idx="37011">
                  <c:v>116.48</c:v>
                </c:pt>
                <c:pt idx="37012">
                  <c:v>152.97999999999999</c:v>
                </c:pt>
                <c:pt idx="37013">
                  <c:v>116.48</c:v>
                </c:pt>
                <c:pt idx="37014">
                  <c:v>112.18</c:v>
                </c:pt>
                <c:pt idx="37015">
                  <c:v>116.48</c:v>
                </c:pt>
                <c:pt idx="37016">
                  <c:v>152.97999999999999</c:v>
                </c:pt>
                <c:pt idx="37017">
                  <c:v>144.47999999999999</c:v>
                </c:pt>
                <c:pt idx="37018">
                  <c:v>144.47999999999999</c:v>
                </c:pt>
                <c:pt idx="37019">
                  <c:v>112.18</c:v>
                </c:pt>
                <c:pt idx="37020">
                  <c:v>144.47999999999999</c:v>
                </c:pt>
                <c:pt idx="37021">
                  <c:v>169.98</c:v>
                </c:pt>
                <c:pt idx="37022">
                  <c:v>169.98</c:v>
                </c:pt>
                <c:pt idx="37023">
                  <c:v>169.98</c:v>
                </c:pt>
                <c:pt idx="37024">
                  <c:v>169.98</c:v>
                </c:pt>
                <c:pt idx="37025">
                  <c:v>152.97999999999999</c:v>
                </c:pt>
                <c:pt idx="37026">
                  <c:v>152.97999999999999</c:v>
                </c:pt>
                <c:pt idx="37027">
                  <c:v>152.97999999999999</c:v>
                </c:pt>
                <c:pt idx="37028">
                  <c:v>152.97999999999999</c:v>
                </c:pt>
                <c:pt idx="37029">
                  <c:v>112.18</c:v>
                </c:pt>
                <c:pt idx="37030">
                  <c:v>144.47999999999999</c:v>
                </c:pt>
                <c:pt idx="37031">
                  <c:v>152.97999999999999</c:v>
                </c:pt>
                <c:pt idx="37032">
                  <c:v>136.83000000000001</c:v>
                </c:pt>
                <c:pt idx="37033">
                  <c:v>152.97999999999999</c:v>
                </c:pt>
                <c:pt idx="37034">
                  <c:v>152.97999999999999</c:v>
                </c:pt>
                <c:pt idx="37035">
                  <c:v>152.97999999999999</c:v>
                </c:pt>
                <c:pt idx="37036">
                  <c:v>136.83000000000001</c:v>
                </c:pt>
                <c:pt idx="37037">
                  <c:v>136.83000000000001</c:v>
                </c:pt>
                <c:pt idx="37038">
                  <c:v>136.83000000000001</c:v>
                </c:pt>
                <c:pt idx="37039">
                  <c:v>152.97999999999999</c:v>
                </c:pt>
                <c:pt idx="37040">
                  <c:v>152.97999999999999</c:v>
                </c:pt>
                <c:pt idx="37041">
                  <c:v>152.97999999999999</c:v>
                </c:pt>
                <c:pt idx="37042">
                  <c:v>152.97999999999999</c:v>
                </c:pt>
                <c:pt idx="37043">
                  <c:v>84.99</c:v>
                </c:pt>
                <c:pt idx="37044">
                  <c:v>84.99</c:v>
                </c:pt>
                <c:pt idx="37045">
                  <c:v>84.99</c:v>
                </c:pt>
                <c:pt idx="37046">
                  <c:v>84.99</c:v>
                </c:pt>
                <c:pt idx="37047">
                  <c:v>84.99</c:v>
                </c:pt>
                <c:pt idx="37048">
                  <c:v>84.99</c:v>
                </c:pt>
                <c:pt idx="37049">
                  <c:v>84.98</c:v>
                </c:pt>
                <c:pt idx="37050">
                  <c:v>84.98</c:v>
                </c:pt>
                <c:pt idx="37051">
                  <c:v>84.98</c:v>
                </c:pt>
                <c:pt idx="37052">
                  <c:v>84.98</c:v>
                </c:pt>
                <c:pt idx="37053">
                  <c:v>84.98</c:v>
                </c:pt>
                <c:pt idx="37054">
                  <c:v>84.98</c:v>
                </c:pt>
                <c:pt idx="37055">
                  <c:v>84.97</c:v>
                </c:pt>
                <c:pt idx="37056">
                  <c:v>84.97</c:v>
                </c:pt>
                <c:pt idx="37057">
                  <c:v>113.47</c:v>
                </c:pt>
                <c:pt idx="37058">
                  <c:v>267.08</c:v>
                </c:pt>
                <c:pt idx="37059">
                  <c:v>196.96</c:v>
                </c:pt>
                <c:pt idx="37060">
                  <c:v>212.96</c:v>
                </c:pt>
                <c:pt idx="37061">
                  <c:v>197.97</c:v>
                </c:pt>
                <c:pt idx="37062">
                  <c:v>154.84</c:v>
                </c:pt>
                <c:pt idx="37063">
                  <c:v>344.94</c:v>
                </c:pt>
                <c:pt idx="37064">
                  <c:v>197.97</c:v>
                </c:pt>
                <c:pt idx="37065">
                  <c:v>79.98</c:v>
                </c:pt>
                <c:pt idx="37066">
                  <c:v>171.97</c:v>
                </c:pt>
                <c:pt idx="37067">
                  <c:v>187.96</c:v>
                </c:pt>
                <c:pt idx="37068">
                  <c:v>84.97</c:v>
                </c:pt>
                <c:pt idx="37069">
                  <c:v>84.97</c:v>
                </c:pt>
                <c:pt idx="37070">
                  <c:v>21.29</c:v>
                </c:pt>
                <c:pt idx="37071">
                  <c:v>46.29</c:v>
                </c:pt>
                <c:pt idx="37072">
                  <c:v>84.96</c:v>
                </c:pt>
                <c:pt idx="37073">
                  <c:v>84.96</c:v>
                </c:pt>
                <c:pt idx="37074">
                  <c:v>83.48</c:v>
                </c:pt>
                <c:pt idx="37075">
                  <c:v>31.93</c:v>
                </c:pt>
                <c:pt idx="37076">
                  <c:v>31.28</c:v>
                </c:pt>
                <c:pt idx="37077">
                  <c:v>99.98</c:v>
                </c:pt>
                <c:pt idx="37078">
                  <c:v>84.99</c:v>
                </c:pt>
                <c:pt idx="37079">
                  <c:v>99.98</c:v>
                </c:pt>
                <c:pt idx="37080">
                  <c:v>84.98</c:v>
                </c:pt>
                <c:pt idx="37081">
                  <c:v>99.98</c:v>
                </c:pt>
                <c:pt idx="37082">
                  <c:v>64.98</c:v>
                </c:pt>
                <c:pt idx="37083">
                  <c:v>84.99</c:v>
                </c:pt>
                <c:pt idx="37084">
                  <c:v>80.739999999999995</c:v>
                </c:pt>
                <c:pt idx="37085">
                  <c:v>84.99</c:v>
                </c:pt>
                <c:pt idx="37086">
                  <c:v>87.98</c:v>
                </c:pt>
                <c:pt idx="37087">
                  <c:v>94.98</c:v>
                </c:pt>
                <c:pt idx="37088">
                  <c:v>99.98</c:v>
                </c:pt>
                <c:pt idx="37089">
                  <c:v>64.77</c:v>
                </c:pt>
                <c:pt idx="37090">
                  <c:v>99.98</c:v>
                </c:pt>
                <c:pt idx="37091">
                  <c:v>99.98</c:v>
                </c:pt>
                <c:pt idx="37092">
                  <c:v>103.47</c:v>
                </c:pt>
                <c:pt idx="37093">
                  <c:v>89.98</c:v>
                </c:pt>
                <c:pt idx="37094">
                  <c:v>16.28</c:v>
                </c:pt>
                <c:pt idx="37095">
                  <c:v>91.98</c:v>
                </c:pt>
                <c:pt idx="37096">
                  <c:v>58.98</c:v>
                </c:pt>
                <c:pt idx="37097">
                  <c:v>80.98</c:v>
                </c:pt>
                <c:pt idx="37098">
                  <c:v>84.99</c:v>
                </c:pt>
                <c:pt idx="37099">
                  <c:v>76.489999999999995</c:v>
                </c:pt>
                <c:pt idx="37100">
                  <c:v>39.28</c:v>
                </c:pt>
                <c:pt idx="37101">
                  <c:v>28.27</c:v>
                </c:pt>
                <c:pt idx="37102">
                  <c:v>354.26</c:v>
                </c:pt>
                <c:pt idx="37103">
                  <c:v>315.39</c:v>
                </c:pt>
                <c:pt idx="37104">
                  <c:v>299.93</c:v>
                </c:pt>
                <c:pt idx="37105">
                  <c:v>253.3</c:v>
                </c:pt>
                <c:pt idx="37106">
                  <c:v>230.35</c:v>
                </c:pt>
                <c:pt idx="37107">
                  <c:v>219.97</c:v>
                </c:pt>
                <c:pt idx="37108">
                  <c:v>237.94</c:v>
                </c:pt>
                <c:pt idx="37109">
                  <c:v>193.96</c:v>
                </c:pt>
                <c:pt idx="37110">
                  <c:v>91.94</c:v>
                </c:pt>
                <c:pt idx="37111">
                  <c:v>91.94</c:v>
                </c:pt>
                <c:pt idx="37112">
                  <c:v>83.97</c:v>
                </c:pt>
                <c:pt idx="37113">
                  <c:v>83.97</c:v>
                </c:pt>
                <c:pt idx="37114">
                  <c:v>91.92</c:v>
                </c:pt>
                <c:pt idx="37115">
                  <c:v>83.95</c:v>
                </c:pt>
                <c:pt idx="37116">
                  <c:v>91.9</c:v>
                </c:pt>
                <c:pt idx="37117">
                  <c:v>76.48</c:v>
                </c:pt>
                <c:pt idx="37118">
                  <c:v>133.81</c:v>
                </c:pt>
                <c:pt idx="37119">
                  <c:v>65.989999999999995</c:v>
                </c:pt>
                <c:pt idx="37120">
                  <c:v>82.43</c:v>
                </c:pt>
                <c:pt idx="37121">
                  <c:v>65.989999999999995</c:v>
                </c:pt>
                <c:pt idx="37122">
                  <c:v>65.989999999999995</c:v>
                </c:pt>
                <c:pt idx="37123">
                  <c:v>64.67</c:v>
                </c:pt>
                <c:pt idx="37124">
                  <c:v>65.989999999999995</c:v>
                </c:pt>
                <c:pt idx="37125">
                  <c:v>84.99</c:v>
                </c:pt>
                <c:pt idx="37126">
                  <c:v>71.989999999999995</c:v>
                </c:pt>
                <c:pt idx="37127">
                  <c:v>87.98</c:v>
                </c:pt>
                <c:pt idx="37128">
                  <c:v>83.29</c:v>
                </c:pt>
                <c:pt idx="37129">
                  <c:v>84.14</c:v>
                </c:pt>
                <c:pt idx="37130">
                  <c:v>84.99</c:v>
                </c:pt>
                <c:pt idx="37131">
                  <c:v>97.97</c:v>
                </c:pt>
                <c:pt idx="37132">
                  <c:v>63.31</c:v>
                </c:pt>
                <c:pt idx="37133">
                  <c:v>69.97</c:v>
                </c:pt>
                <c:pt idx="37134">
                  <c:v>65.989999999999995</c:v>
                </c:pt>
                <c:pt idx="37135">
                  <c:v>120.97</c:v>
                </c:pt>
                <c:pt idx="37136">
                  <c:v>65.989999999999995</c:v>
                </c:pt>
                <c:pt idx="37137">
                  <c:v>82.06</c:v>
                </c:pt>
                <c:pt idx="37138">
                  <c:v>84.99</c:v>
                </c:pt>
                <c:pt idx="37139">
                  <c:v>65.989999999999995</c:v>
                </c:pt>
                <c:pt idx="37140">
                  <c:v>65.989999999999995</c:v>
                </c:pt>
                <c:pt idx="37141">
                  <c:v>84.99</c:v>
                </c:pt>
                <c:pt idx="37142">
                  <c:v>80.709999999999994</c:v>
                </c:pt>
                <c:pt idx="37143">
                  <c:v>84.99</c:v>
                </c:pt>
                <c:pt idx="37144">
                  <c:v>120.46</c:v>
                </c:pt>
                <c:pt idx="37145">
                  <c:v>68.989999999999995</c:v>
                </c:pt>
                <c:pt idx="37146">
                  <c:v>91.8</c:v>
                </c:pt>
                <c:pt idx="37147">
                  <c:v>84.58</c:v>
                </c:pt>
                <c:pt idx="37148">
                  <c:v>68.930000000000007</c:v>
                </c:pt>
                <c:pt idx="37149">
                  <c:v>13.29</c:v>
                </c:pt>
                <c:pt idx="37150">
                  <c:v>89.98</c:v>
                </c:pt>
                <c:pt idx="37151">
                  <c:v>134.97999999999999</c:v>
                </c:pt>
                <c:pt idx="37152">
                  <c:v>134.97999999999999</c:v>
                </c:pt>
                <c:pt idx="37153">
                  <c:v>212.97</c:v>
                </c:pt>
                <c:pt idx="37154">
                  <c:v>164.96</c:v>
                </c:pt>
                <c:pt idx="37155">
                  <c:v>171.08</c:v>
                </c:pt>
                <c:pt idx="37156">
                  <c:v>179.96</c:v>
                </c:pt>
                <c:pt idx="37157">
                  <c:v>125.97</c:v>
                </c:pt>
                <c:pt idx="37158">
                  <c:v>125.77</c:v>
                </c:pt>
                <c:pt idx="37159">
                  <c:v>131.97999999999999</c:v>
                </c:pt>
                <c:pt idx="37160">
                  <c:v>154.97999999999999</c:v>
                </c:pt>
                <c:pt idx="37161">
                  <c:v>184.97</c:v>
                </c:pt>
                <c:pt idx="37162">
                  <c:v>56.98</c:v>
                </c:pt>
                <c:pt idx="37163">
                  <c:v>29.99</c:v>
                </c:pt>
                <c:pt idx="37164">
                  <c:v>90.93</c:v>
                </c:pt>
                <c:pt idx="37165">
                  <c:v>84.46</c:v>
                </c:pt>
                <c:pt idx="37166">
                  <c:v>82.98</c:v>
                </c:pt>
                <c:pt idx="37167">
                  <c:v>82.98</c:v>
                </c:pt>
                <c:pt idx="37168">
                  <c:v>82.97</c:v>
                </c:pt>
                <c:pt idx="37169">
                  <c:v>82.98</c:v>
                </c:pt>
                <c:pt idx="37170">
                  <c:v>46.21</c:v>
                </c:pt>
                <c:pt idx="37171">
                  <c:v>111.28</c:v>
                </c:pt>
                <c:pt idx="37172">
                  <c:v>79.81</c:v>
                </c:pt>
                <c:pt idx="37173">
                  <c:v>67.709999999999994</c:v>
                </c:pt>
                <c:pt idx="37174">
                  <c:v>147.6</c:v>
                </c:pt>
                <c:pt idx="37175">
                  <c:v>62.87</c:v>
                </c:pt>
                <c:pt idx="37176">
                  <c:v>67.709999999999994</c:v>
                </c:pt>
                <c:pt idx="37177">
                  <c:v>91.92</c:v>
                </c:pt>
                <c:pt idx="37178">
                  <c:v>67.709999999999994</c:v>
                </c:pt>
                <c:pt idx="37179">
                  <c:v>159.69999999999999</c:v>
                </c:pt>
                <c:pt idx="37180">
                  <c:v>120.98</c:v>
                </c:pt>
                <c:pt idx="37181">
                  <c:v>159.69999999999999</c:v>
                </c:pt>
                <c:pt idx="37182">
                  <c:v>32.630000000000003</c:v>
                </c:pt>
                <c:pt idx="37183">
                  <c:v>82.78</c:v>
                </c:pt>
                <c:pt idx="37184">
                  <c:v>84.99</c:v>
                </c:pt>
                <c:pt idx="37185">
                  <c:v>84.97</c:v>
                </c:pt>
                <c:pt idx="37186">
                  <c:v>84.18</c:v>
                </c:pt>
                <c:pt idx="37187">
                  <c:v>59.96</c:v>
                </c:pt>
                <c:pt idx="37188">
                  <c:v>95.91</c:v>
                </c:pt>
                <c:pt idx="37189">
                  <c:v>73.87</c:v>
                </c:pt>
                <c:pt idx="37190">
                  <c:v>169.98</c:v>
                </c:pt>
                <c:pt idx="37191">
                  <c:v>96.78</c:v>
                </c:pt>
                <c:pt idx="37192">
                  <c:v>169.98</c:v>
                </c:pt>
                <c:pt idx="37193">
                  <c:v>249.97</c:v>
                </c:pt>
                <c:pt idx="37194">
                  <c:v>56.97</c:v>
                </c:pt>
                <c:pt idx="37195">
                  <c:v>169.98</c:v>
                </c:pt>
                <c:pt idx="37196">
                  <c:v>115.95</c:v>
                </c:pt>
                <c:pt idx="37197">
                  <c:v>214.94</c:v>
                </c:pt>
                <c:pt idx="37198">
                  <c:v>21.28</c:v>
                </c:pt>
                <c:pt idx="37199">
                  <c:v>42.5</c:v>
                </c:pt>
                <c:pt idx="37200">
                  <c:v>32.86</c:v>
                </c:pt>
                <c:pt idx="37201">
                  <c:v>75.98</c:v>
                </c:pt>
                <c:pt idx="37202">
                  <c:v>83.98</c:v>
                </c:pt>
                <c:pt idx="37203">
                  <c:v>83.98</c:v>
                </c:pt>
                <c:pt idx="37204">
                  <c:v>-1.2</c:v>
                </c:pt>
                <c:pt idx="37205">
                  <c:v>12.49</c:v>
                </c:pt>
                <c:pt idx="37206">
                  <c:v>79.84</c:v>
                </c:pt>
                <c:pt idx="37207">
                  <c:v>82.96</c:v>
                </c:pt>
                <c:pt idx="37208">
                  <c:v>-82.96</c:v>
                </c:pt>
                <c:pt idx="37209">
                  <c:v>31.02</c:v>
                </c:pt>
                <c:pt idx="37210">
                  <c:v>30.27</c:v>
                </c:pt>
                <c:pt idx="37211">
                  <c:v>254.97</c:v>
                </c:pt>
                <c:pt idx="37212">
                  <c:v>307.95999999999998</c:v>
                </c:pt>
                <c:pt idx="37213">
                  <c:v>62.47</c:v>
                </c:pt>
                <c:pt idx="37214">
                  <c:v>187.46</c:v>
                </c:pt>
                <c:pt idx="37215">
                  <c:v>202.95</c:v>
                </c:pt>
                <c:pt idx="37216">
                  <c:v>94.96</c:v>
                </c:pt>
                <c:pt idx="37217">
                  <c:v>55.98</c:v>
                </c:pt>
                <c:pt idx="37218">
                  <c:v>19.27</c:v>
                </c:pt>
                <c:pt idx="37219">
                  <c:v>83.94</c:v>
                </c:pt>
                <c:pt idx="37220">
                  <c:v>83.94</c:v>
                </c:pt>
                <c:pt idx="37221">
                  <c:v>74.47</c:v>
                </c:pt>
                <c:pt idx="37222">
                  <c:v>82.98</c:v>
                </c:pt>
                <c:pt idx="37223">
                  <c:v>82.98</c:v>
                </c:pt>
                <c:pt idx="37224">
                  <c:v>169.96</c:v>
                </c:pt>
                <c:pt idx="37225">
                  <c:v>82.98</c:v>
                </c:pt>
                <c:pt idx="37226">
                  <c:v>90.74</c:v>
                </c:pt>
                <c:pt idx="37227">
                  <c:v>90.74</c:v>
                </c:pt>
                <c:pt idx="37228">
                  <c:v>90.73</c:v>
                </c:pt>
                <c:pt idx="37229">
                  <c:v>89.98</c:v>
                </c:pt>
                <c:pt idx="37230">
                  <c:v>55.23</c:v>
                </c:pt>
                <c:pt idx="37231">
                  <c:v>69.98</c:v>
                </c:pt>
                <c:pt idx="37232">
                  <c:v>104.98</c:v>
                </c:pt>
                <c:pt idx="37233">
                  <c:v>51.29</c:v>
                </c:pt>
                <c:pt idx="37234">
                  <c:v>54.03</c:v>
                </c:pt>
                <c:pt idx="37235">
                  <c:v>69.98</c:v>
                </c:pt>
                <c:pt idx="37236">
                  <c:v>69.98</c:v>
                </c:pt>
                <c:pt idx="37237">
                  <c:v>51.29</c:v>
                </c:pt>
                <c:pt idx="37238">
                  <c:v>54.99</c:v>
                </c:pt>
                <c:pt idx="37239">
                  <c:v>55.23</c:v>
                </c:pt>
                <c:pt idx="37240">
                  <c:v>69.98</c:v>
                </c:pt>
                <c:pt idx="37241">
                  <c:v>54.03</c:v>
                </c:pt>
                <c:pt idx="37242">
                  <c:v>90.08</c:v>
                </c:pt>
                <c:pt idx="37243">
                  <c:v>54.99</c:v>
                </c:pt>
                <c:pt idx="37244">
                  <c:v>69.98</c:v>
                </c:pt>
                <c:pt idx="37245">
                  <c:v>69.98</c:v>
                </c:pt>
                <c:pt idx="37246">
                  <c:v>104.98</c:v>
                </c:pt>
                <c:pt idx="37247">
                  <c:v>90.08</c:v>
                </c:pt>
                <c:pt idx="37248">
                  <c:v>94.98</c:v>
                </c:pt>
                <c:pt idx="37249">
                  <c:v>94.98</c:v>
                </c:pt>
                <c:pt idx="37250">
                  <c:v>52.98</c:v>
                </c:pt>
                <c:pt idx="37251">
                  <c:v>52.98</c:v>
                </c:pt>
                <c:pt idx="37252">
                  <c:v>94.98</c:v>
                </c:pt>
                <c:pt idx="37253">
                  <c:v>31.28</c:v>
                </c:pt>
                <c:pt idx="37254">
                  <c:v>94.98</c:v>
                </c:pt>
                <c:pt idx="37255">
                  <c:v>31.28</c:v>
                </c:pt>
                <c:pt idx="37256">
                  <c:v>90.73</c:v>
                </c:pt>
                <c:pt idx="37257">
                  <c:v>90.73</c:v>
                </c:pt>
                <c:pt idx="37258">
                  <c:v>89.98</c:v>
                </c:pt>
                <c:pt idx="37259">
                  <c:v>89.98</c:v>
                </c:pt>
                <c:pt idx="37260">
                  <c:v>89.98</c:v>
                </c:pt>
                <c:pt idx="37261">
                  <c:v>90.73</c:v>
                </c:pt>
                <c:pt idx="37262">
                  <c:v>89.98</c:v>
                </c:pt>
                <c:pt idx="37263">
                  <c:v>89.97</c:v>
                </c:pt>
                <c:pt idx="37264">
                  <c:v>89.97</c:v>
                </c:pt>
                <c:pt idx="37265">
                  <c:v>29.28</c:v>
                </c:pt>
                <c:pt idx="37266">
                  <c:v>99.98</c:v>
                </c:pt>
                <c:pt idx="37267">
                  <c:v>51.94</c:v>
                </c:pt>
                <c:pt idx="37268">
                  <c:v>108.74</c:v>
                </c:pt>
                <c:pt idx="37269">
                  <c:v>113.97</c:v>
                </c:pt>
                <c:pt idx="37270">
                  <c:v>84.99</c:v>
                </c:pt>
                <c:pt idx="37271">
                  <c:v>89.98</c:v>
                </c:pt>
                <c:pt idx="37272">
                  <c:v>43.28</c:v>
                </c:pt>
                <c:pt idx="37273">
                  <c:v>99.98</c:v>
                </c:pt>
                <c:pt idx="37274">
                  <c:v>29.28</c:v>
                </c:pt>
                <c:pt idx="37275">
                  <c:v>80.88</c:v>
                </c:pt>
                <c:pt idx="37276">
                  <c:v>84.99</c:v>
                </c:pt>
                <c:pt idx="37277">
                  <c:v>63.98</c:v>
                </c:pt>
                <c:pt idx="37278">
                  <c:v>99.98</c:v>
                </c:pt>
                <c:pt idx="37279">
                  <c:v>113.91</c:v>
                </c:pt>
                <c:pt idx="37280">
                  <c:v>15.29</c:v>
                </c:pt>
                <c:pt idx="37281">
                  <c:v>49.88</c:v>
                </c:pt>
                <c:pt idx="37282">
                  <c:v>84.99</c:v>
                </c:pt>
                <c:pt idx="37283">
                  <c:v>29.28</c:v>
                </c:pt>
                <c:pt idx="37284">
                  <c:v>15.29</c:v>
                </c:pt>
                <c:pt idx="37285">
                  <c:v>99.98</c:v>
                </c:pt>
                <c:pt idx="37286">
                  <c:v>63.98</c:v>
                </c:pt>
                <c:pt idx="37287">
                  <c:v>63.98</c:v>
                </c:pt>
                <c:pt idx="37288">
                  <c:v>41.29</c:v>
                </c:pt>
                <c:pt idx="37289">
                  <c:v>99.98</c:v>
                </c:pt>
                <c:pt idx="37290">
                  <c:v>93.55</c:v>
                </c:pt>
                <c:pt idx="37291">
                  <c:v>98.81</c:v>
                </c:pt>
                <c:pt idx="37292">
                  <c:v>99.98</c:v>
                </c:pt>
                <c:pt idx="37293">
                  <c:v>89.97</c:v>
                </c:pt>
                <c:pt idx="37294">
                  <c:v>89.97</c:v>
                </c:pt>
                <c:pt idx="37295">
                  <c:v>89.97</c:v>
                </c:pt>
                <c:pt idx="37296">
                  <c:v>89.97</c:v>
                </c:pt>
                <c:pt idx="37297">
                  <c:v>89.97</c:v>
                </c:pt>
                <c:pt idx="37298">
                  <c:v>80.48</c:v>
                </c:pt>
                <c:pt idx="37299">
                  <c:v>80.48</c:v>
                </c:pt>
                <c:pt idx="37300">
                  <c:v>121.46</c:v>
                </c:pt>
                <c:pt idx="37301">
                  <c:v>179.95</c:v>
                </c:pt>
                <c:pt idx="37302">
                  <c:v>89.96</c:v>
                </c:pt>
                <c:pt idx="37303">
                  <c:v>20.74</c:v>
                </c:pt>
                <c:pt idx="37304">
                  <c:v>40.74</c:v>
                </c:pt>
                <c:pt idx="37305">
                  <c:v>64.98</c:v>
                </c:pt>
                <c:pt idx="37306">
                  <c:v>15.49</c:v>
                </c:pt>
                <c:pt idx="37307">
                  <c:v>90.71</c:v>
                </c:pt>
                <c:pt idx="37308">
                  <c:v>90.71</c:v>
                </c:pt>
                <c:pt idx="37309">
                  <c:v>64.98</c:v>
                </c:pt>
                <c:pt idx="37310">
                  <c:v>15.49</c:v>
                </c:pt>
                <c:pt idx="37311">
                  <c:v>90.71</c:v>
                </c:pt>
                <c:pt idx="37312">
                  <c:v>87.08</c:v>
                </c:pt>
                <c:pt idx="37313">
                  <c:v>177.83</c:v>
                </c:pt>
                <c:pt idx="37314">
                  <c:v>123.38</c:v>
                </c:pt>
                <c:pt idx="37315">
                  <c:v>39.99</c:v>
                </c:pt>
                <c:pt idx="37316">
                  <c:v>128.24</c:v>
                </c:pt>
                <c:pt idx="37317">
                  <c:v>148.79</c:v>
                </c:pt>
                <c:pt idx="37318">
                  <c:v>158.46</c:v>
                </c:pt>
                <c:pt idx="37319">
                  <c:v>116.14</c:v>
                </c:pt>
                <c:pt idx="37320">
                  <c:v>87.07</c:v>
                </c:pt>
                <c:pt idx="37321">
                  <c:v>150.71</c:v>
                </c:pt>
                <c:pt idx="37322">
                  <c:v>174.2</c:v>
                </c:pt>
                <c:pt idx="37323">
                  <c:v>126.38</c:v>
                </c:pt>
                <c:pt idx="37324">
                  <c:v>114.13</c:v>
                </c:pt>
                <c:pt idx="37325">
                  <c:v>66.53</c:v>
                </c:pt>
                <c:pt idx="37326">
                  <c:v>111.28</c:v>
                </c:pt>
                <c:pt idx="37327">
                  <c:v>110.06</c:v>
                </c:pt>
                <c:pt idx="37328">
                  <c:v>90.69</c:v>
                </c:pt>
                <c:pt idx="37329">
                  <c:v>89.9</c:v>
                </c:pt>
                <c:pt idx="37330">
                  <c:v>81.05</c:v>
                </c:pt>
                <c:pt idx="37331">
                  <c:v>81.05</c:v>
                </c:pt>
                <c:pt idx="37332">
                  <c:v>81.05</c:v>
                </c:pt>
                <c:pt idx="37333">
                  <c:v>181.97</c:v>
                </c:pt>
                <c:pt idx="37334">
                  <c:v>223.85</c:v>
                </c:pt>
                <c:pt idx="37335">
                  <c:v>353.94</c:v>
                </c:pt>
                <c:pt idx="37336">
                  <c:v>357.93</c:v>
                </c:pt>
                <c:pt idx="37337">
                  <c:v>9.66</c:v>
                </c:pt>
                <c:pt idx="37338">
                  <c:v>48.78</c:v>
                </c:pt>
                <c:pt idx="37339">
                  <c:v>17.29</c:v>
                </c:pt>
                <c:pt idx="37340">
                  <c:v>63.28</c:v>
                </c:pt>
                <c:pt idx="37341">
                  <c:v>81.97</c:v>
                </c:pt>
                <c:pt idx="37342">
                  <c:v>63.28</c:v>
                </c:pt>
                <c:pt idx="37343">
                  <c:v>79.989999999999995</c:v>
                </c:pt>
                <c:pt idx="37344">
                  <c:v>71.92</c:v>
                </c:pt>
                <c:pt idx="37345">
                  <c:v>34.99</c:v>
                </c:pt>
                <c:pt idx="37346">
                  <c:v>79.989999999999995</c:v>
                </c:pt>
                <c:pt idx="37347">
                  <c:v>35.479999999999997</c:v>
                </c:pt>
                <c:pt idx="37348">
                  <c:v>79.989999999999995</c:v>
                </c:pt>
                <c:pt idx="37349">
                  <c:v>79.989999999999995</c:v>
                </c:pt>
                <c:pt idx="37350">
                  <c:v>-1.5</c:v>
                </c:pt>
                <c:pt idx="37351">
                  <c:v>117.96</c:v>
                </c:pt>
                <c:pt idx="37352">
                  <c:v>97.98</c:v>
                </c:pt>
                <c:pt idx="37353">
                  <c:v>79.989999999999995</c:v>
                </c:pt>
                <c:pt idx="37354">
                  <c:v>79.989999999999995</c:v>
                </c:pt>
                <c:pt idx="37355">
                  <c:v>60.99</c:v>
                </c:pt>
                <c:pt idx="37356">
                  <c:v>111.97</c:v>
                </c:pt>
                <c:pt idx="37357">
                  <c:v>79.989999999999995</c:v>
                </c:pt>
                <c:pt idx="37358">
                  <c:v>79.989999999999995</c:v>
                </c:pt>
                <c:pt idx="37359">
                  <c:v>50.98</c:v>
                </c:pt>
                <c:pt idx="37360">
                  <c:v>65.959999999999994</c:v>
                </c:pt>
                <c:pt idx="37361">
                  <c:v>182.97</c:v>
                </c:pt>
                <c:pt idx="37362">
                  <c:v>51.47</c:v>
                </c:pt>
                <c:pt idx="37363">
                  <c:v>89.38</c:v>
                </c:pt>
                <c:pt idx="37364">
                  <c:v>113.97</c:v>
                </c:pt>
                <c:pt idx="37365">
                  <c:v>-1.5</c:v>
                </c:pt>
                <c:pt idx="37366">
                  <c:v>79.989999999999995</c:v>
                </c:pt>
                <c:pt idx="37367">
                  <c:v>81.97</c:v>
                </c:pt>
                <c:pt idx="37368">
                  <c:v>81.97</c:v>
                </c:pt>
                <c:pt idx="37369">
                  <c:v>81.97</c:v>
                </c:pt>
                <c:pt idx="37370">
                  <c:v>73.459999999999994</c:v>
                </c:pt>
                <c:pt idx="37371">
                  <c:v>81.97</c:v>
                </c:pt>
                <c:pt idx="37372">
                  <c:v>71.33</c:v>
                </c:pt>
                <c:pt idx="37373">
                  <c:v>81.88</c:v>
                </c:pt>
                <c:pt idx="37374">
                  <c:v>90.36</c:v>
                </c:pt>
                <c:pt idx="37375">
                  <c:v>171.97</c:v>
                </c:pt>
                <c:pt idx="37376">
                  <c:v>84.99</c:v>
                </c:pt>
                <c:pt idx="37377">
                  <c:v>78.540000000000006</c:v>
                </c:pt>
                <c:pt idx="37378">
                  <c:v>169.98</c:v>
                </c:pt>
                <c:pt idx="37379">
                  <c:v>68.989999999999995</c:v>
                </c:pt>
                <c:pt idx="37380">
                  <c:v>124.97</c:v>
                </c:pt>
                <c:pt idx="37381">
                  <c:v>188.97</c:v>
                </c:pt>
                <c:pt idx="37382">
                  <c:v>150.97</c:v>
                </c:pt>
                <c:pt idx="37383">
                  <c:v>84.99</c:v>
                </c:pt>
                <c:pt idx="37384">
                  <c:v>131.97999999999999</c:v>
                </c:pt>
                <c:pt idx="37385">
                  <c:v>169.98</c:v>
                </c:pt>
                <c:pt idx="37386">
                  <c:v>107.65</c:v>
                </c:pt>
                <c:pt idx="37387">
                  <c:v>156.97</c:v>
                </c:pt>
                <c:pt idx="37388">
                  <c:v>19.34</c:v>
                </c:pt>
                <c:pt idx="37389">
                  <c:v>37.47</c:v>
                </c:pt>
                <c:pt idx="37390">
                  <c:v>14.99</c:v>
                </c:pt>
                <c:pt idx="37391">
                  <c:v>30.81</c:v>
                </c:pt>
                <c:pt idx="37392">
                  <c:v>30.81</c:v>
                </c:pt>
                <c:pt idx="37393">
                  <c:v>22.27</c:v>
                </c:pt>
                <c:pt idx="37394">
                  <c:v>69.180000000000007</c:v>
                </c:pt>
                <c:pt idx="37395">
                  <c:v>69.180000000000007</c:v>
                </c:pt>
                <c:pt idx="37396">
                  <c:v>142.94999999999999</c:v>
                </c:pt>
                <c:pt idx="37397">
                  <c:v>169.98</c:v>
                </c:pt>
                <c:pt idx="37398">
                  <c:v>99.9</c:v>
                </c:pt>
                <c:pt idx="37399">
                  <c:v>172.97</c:v>
                </c:pt>
                <c:pt idx="37400">
                  <c:v>169.98</c:v>
                </c:pt>
                <c:pt idx="37401">
                  <c:v>169.98</c:v>
                </c:pt>
                <c:pt idx="37402">
                  <c:v>56.97</c:v>
                </c:pt>
                <c:pt idx="37403">
                  <c:v>275.95999999999998</c:v>
                </c:pt>
                <c:pt idx="37404">
                  <c:v>190.77</c:v>
                </c:pt>
                <c:pt idx="37405">
                  <c:v>65.989999999999995</c:v>
                </c:pt>
                <c:pt idx="37406">
                  <c:v>73.180000000000007</c:v>
                </c:pt>
                <c:pt idx="37407">
                  <c:v>82.98</c:v>
                </c:pt>
                <c:pt idx="37408">
                  <c:v>82.97</c:v>
                </c:pt>
                <c:pt idx="37409">
                  <c:v>59.98</c:v>
                </c:pt>
                <c:pt idx="37410">
                  <c:v>59.98</c:v>
                </c:pt>
                <c:pt idx="37411">
                  <c:v>41.29</c:v>
                </c:pt>
                <c:pt idx="37412">
                  <c:v>41.29</c:v>
                </c:pt>
                <c:pt idx="37413">
                  <c:v>82.96</c:v>
                </c:pt>
                <c:pt idx="37414">
                  <c:v>84.99</c:v>
                </c:pt>
                <c:pt idx="37415">
                  <c:v>96.98</c:v>
                </c:pt>
                <c:pt idx="37416">
                  <c:v>96.98</c:v>
                </c:pt>
                <c:pt idx="37417">
                  <c:v>84.99</c:v>
                </c:pt>
                <c:pt idx="37418">
                  <c:v>96.98</c:v>
                </c:pt>
                <c:pt idx="37419">
                  <c:v>84.99</c:v>
                </c:pt>
                <c:pt idx="37420">
                  <c:v>169.98</c:v>
                </c:pt>
                <c:pt idx="37421">
                  <c:v>120.96</c:v>
                </c:pt>
                <c:pt idx="37422">
                  <c:v>96.98</c:v>
                </c:pt>
                <c:pt idx="37423">
                  <c:v>96.98</c:v>
                </c:pt>
                <c:pt idx="37424">
                  <c:v>84.99</c:v>
                </c:pt>
                <c:pt idx="37425">
                  <c:v>96.98</c:v>
                </c:pt>
                <c:pt idx="37426">
                  <c:v>96.98</c:v>
                </c:pt>
                <c:pt idx="37427">
                  <c:v>193.96</c:v>
                </c:pt>
                <c:pt idx="37428">
                  <c:v>96.98</c:v>
                </c:pt>
                <c:pt idx="37429">
                  <c:v>193.96</c:v>
                </c:pt>
                <c:pt idx="37430">
                  <c:v>96.98</c:v>
                </c:pt>
                <c:pt idx="37431">
                  <c:v>84.99</c:v>
                </c:pt>
                <c:pt idx="37432">
                  <c:v>96.98</c:v>
                </c:pt>
                <c:pt idx="37433">
                  <c:v>74.97</c:v>
                </c:pt>
                <c:pt idx="37434">
                  <c:v>82.76</c:v>
                </c:pt>
                <c:pt idx="37435">
                  <c:v>89.76</c:v>
                </c:pt>
                <c:pt idx="37436">
                  <c:v>81.97</c:v>
                </c:pt>
                <c:pt idx="37437">
                  <c:v>25.49</c:v>
                </c:pt>
                <c:pt idx="37438">
                  <c:v>53.98</c:v>
                </c:pt>
                <c:pt idx="37439">
                  <c:v>88.95</c:v>
                </c:pt>
                <c:pt idx="37440">
                  <c:v>89.52</c:v>
                </c:pt>
                <c:pt idx="37441">
                  <c:v>89.52</c:v>
                </c:pt>
                <c:pt idx="37442">
                  <c:v>89.5</c:v>
                </c:pt>
                <c:pt idx="37443">
                  <c:v>89.5</c:v>
                </c:pt>
                <c:pt idx="37444">
                  <c:v>18.79</c:v>
                </c:pt>
                <c:pt idx="37445">
                  <c:v>46.28</c:v>
                </c:pt>
                <c:pt idx="37446">
                  <c:v>80.98</c:v>
                </c:pt>
                <c:pt idx="37447">
                  <c:v>208.85</c:v>
                </c:pt>
                <c:pt idx="37448">
                  <c:v>126.97</c:v>
                </c:pt>
                <c:pt idx="37449">
                  <c:v>95.96</c:v>
                </c:pt>
                <c:pt idx="37450">
                  <c:v>228.96</c:v>
                </c:pt>
                <c:pt idx="37451">
                  <c:v>211.95</c:v>
                </c:pt>
                <c:pt idx="37452">
                  <c:v>179.96</c:v>
                </c:pt>
                <c:pt idx="37453">
                  <c:v>80.97</c:v>
                </c:pt>
                <c:pt idx="37454">
                  <c:v>80.98</c:v>
                </c:pt>
                <c:pt idx="37455">
                  <c:v>80.98</c:v>
                </c:pt>
                <c:pt idx="37456">
                  <c:v>80.959999999999994</c:v>
                </c:pt>
                <c:pt idx="37457">
                  <c:v>80.98</c:v>
                </c:pt>
                <c:pt idx="37458">
                  <c:v>80.98</c:v>
                </c:pt>
                <c:pt idx="37459">
                  <c:v>80.98</c:v>
                </c:pt>
                <c:pt idx="37460">
                  <c:v>80.959999999999994</c:v>
                </c:pt>
                <c:pt idx="37461">
                  <c:v>65.989999999999995</c:v>
                </c:pt>
                <c:pt idx="37462">
                  <c:v>103.97</c:v>
                </c:pt>
                <c:pt idx="37463">
                  <c:v>65.989999999999995</c:v>
                </c:pt>
                <c:pt idx="37464">
                  <c:v>65.989999999999995</c:v>
                </c:pt>
                <c:pt idx="37465">
                  <c:v>65.989999999999995</c:v>
                </c:pt>
                <c:pt idx="37466">
                  <c:v>79.98</c:v>
                </c:pt>
                <c:pt idx="37467">
                  <c:v>75.98</c:v>
                </c:pt>
                <c:pt idx="37468">
                  <c:v>117.89</c:v>
                </c:pt>
                <c:pt idx="37469">
                  <c:v>59.98</c:v>
                </c:pt>
                <c:pt idx="37470">
                  <c:v>172.96</c:v>
                </c:pt>
                <c:pt idx="37471">
                  <c:v>99.88</c:v>
                </c:pt>
                <c:pt idx="37472">
                  <c:v>169.96</c:v>
                </c:pt>
                <c:pt idx="37473">
                  <c:v>84.98</c:v>
                </c:pt>
                <c:pt idx="37474">
                  <c:v>59.73</c:v>
                </c:pt>
                <c:pt idx="37475">
                  <c:v>148.97</c:v>
                </c:pt>
                <c:pt idx="37476">
                  <c:v>56.97</c:v>
                </c:pt>
                <c:pt idx="37477">
                  <c:v>95.98</c:v>
                </c:pt>
                <c:pt idx="37478">
                  <c:v>80.98</c:v>
                </c:pt>
                <c:pt idx="37479">
                  <c:v>80.97</c:v>
                </c:pt>
                <c:pt idx="37480">
                  <c:v>80.97</c:v>
                </c:pt>
                <c:pt idx="37481">
                  <c:v>54.99</c:v>
                </c:pt>
                <c:pt idx="37482">
                  <c:v>17.489999999999998</c:v>
                </c:pt>
                <c:pt idx="37483">
                  <c:v>19.489999999999998</c:v>
                </c:pt>
                <c:pt idx="37484">
                  <c:v>19.489999999999998</c:v>
                </c:pt>
                <c:pt idx="37485">
                  <c:v>16.489999999999998</c:v>
                </c:pt>
                <c:pt idx="37486">
                  <c:v>16.489999999999998</c:v>
                </c:pt>
                <c:pt idx="37487">
                  <c:v>19.489999999999998</c:v>
                </c:pt>
                <c:pt idx="37488">
                  <c:v>19.489999999999998</c:v>
                </c:pt>
                <c:pt idx="37489">
                  <c:v>19.489999999999998</c:v>
                </c:pt>
                <c:pt idx="37490">
                  <c:v>19.489999999999998</c:v>
                </c:pt>
                <c:pt idx="37491">
                  <c:v>19.489999999999998</c:v>
                </c:pt>
                <c:pt idx="37492">
                  <c:v>19.489999999999998</c:v>
                </c:pt>
                <c:pt idx="37493">
                  <c:v>80.94</c:v>
                </c:pt>
                <c:pt idx="37494">
                  <c:v>80.95</c:v>
                </c:pt>
                <c:pt idx="37495">
                  <c:v>125.34</c:v>
                </c:pt>
                <c:pt idx="37496">
                  <c:v>68.97</c:v>
                </c:pt>
                <c:pt idx="37497">
                  <c:v>52.96</c:v>
                </c:pt>
                <c:pt idx="37498">
                  <c:v>89.97</c:v>
                </c:pt>
                <c:pt idx="37499">
                  <c:v>79.98</c:v>
                </c:pt>
                <c:pt idx="37500">
                  <c:v>109.96</c:v>
                </c:pt>
                <c:pt idx="37501">
                  <c:v>84.99</c:v>
                </c:pt>
                <c:pt idx="37502">
                  <c:v>118.97</c:v>
                </c:pt>
                <c:pt idx="37503">
                  <c:v>82.96</c:v>
                </c:pt>
                <c:pt idx="37504">
                  <c:v>26.58</c:v>
                </c:pt>
                <c:pt idx="37505">
                  <c:v>24.18</c:v>
                </c:pt>
                <c:pt idx="37506">
                  <c:v>81.97</c:v>
                </c:pt>
                <c:pt idx="37507">
                  <c:v>81.97</c:v>
                </c:pt>
                <c:pt idx="37508">
                  <c:v>81.97</c:v>
                </c:pt>
                <c:pt idx="37509">
                  <c:v>81.97</c:v>
                </c:pt>
                <c:pt idx="37510">
                  <c:v>149.97</c:v>
                </c:pt>
                <c:pt idx="37511">
                  <c:v>184.97</c:v>
                </c:pt>
                <c:pt idx="37512">
                  <c:v>131.97999999999999</c:v>
                </c:pt>
                <c:pt idx="37513">
                  <c:v>127.98</c:v>
                </c:pt>
                <c:pt idx="37514">
                  <c:v>95.97</c:v>
                </c:pt>
                <c:pt idx="37515">
                  <c:v>79.98</c:v>
                </c:pt>
                <c:pt idx="37516">
                  <c:v>44.29</c:v>
                </c:pt>
                <c:pt idx="37517">
                  <c:v>84.99</c:v>
                </c:pt>
                <c:pt idx="37518">
                  <c:v>119.97</c:v>
                </c:pt>
                <c:pt idx="37519">
                  <c:v>134.97999999999999</c:v>
                </c:pt>
                <c:pt idx="37520">
                  <c:v>169.98</c:v>
                </c:pt>
                <c:pt idx="37521">
                  <c:v>169.98</c:v>
                </c:pt>
                <c:pt idx="37522">
                  <c:v>36.49</c:v>
                </c:pt>
                <c:pt idx="37523">
                  <c:v>168.37</c:v>
                </c:pt>
                <c:pt idx="37524">
                  <c:v>169.98</c:v>
                </c:pt>
                <c:pt idx="37525">
                  <c:v>169.98</c:v>
                </c:pt>
                <c:pt idx="37526">
                  <c:v>119.97</c:v>
                </c:pt>
                <c:pt idx="37527">
                  <c:v>62.84</c:v>
                </c:pt>
                <c:pt idx="37528">
                  <c:v>81.97</c:v>
                </c:pt>
                <c:pt idx="37529">
                  <c:v>62.82</c:v>
                </c:pt>
                <c:pt idx="37530">
                  <c:v>88.91</c:v>
                </c:pt>
                <c:pt idx="37531">
                  <c:v>37.479999999999997</c:v>
                </c:pt>
                <c:pt idx="37532">
                  <c:v>34.5</c:v>
                </c:pt>
                <c:pt idx="37533">
                  <c:v>88.86</c:v>
                </c:pt>
                <c:pt idx="37534">
                  <c:v>73.98</c:v>
                </c:pt>
                <c:pt idx="37535">
                  <c:v>55.98</c:v>
                </c:pt>
                <c:pt idx="37536">
                  <c:v>87.97</c:v>
                </c:pt>
                <c:pt idx="37537">
                  <c:v>87.96</c:v>
                </c:pt>
                <c:pt idx="37538">
                  <c:v>114.98</c:v>
                </c:pt>
                <c:pt idx="37539">
                  <c:v>79.98</c:v>
                </c:pt>
                <c:pt idx="37540">
                  <c:v>114.98</c:v>
                </c:pt>
                <c:pt idx="37541">
                  <c:v>84.99</c:v>
                </c:pt>
                <c:pt idx="37542">
                  <c:v>84.99</c:v>
                </c:pt>
                <c:pt idx="37543">
                  <c:v>159.96</c:v>
                </c:pt>
                <c:pt idx="37544">
                  <c:v>105.97</c:v>
                </c:pt>
                <c:pt idx="37545">
                  <c:v>95.98</c:v>
                </c:pt>
                <c:pt idx="37546">
                  <c:v>84.99</c:v>
                </c:pt>
                <c:pt idx="37547">
                  <c:v>68.989999999999995</c:v>
                </c:pt>
                <c:pt idx="37548">
                  <c:v>84.99</c:v>
                </c:pt>
                <c:pt idx="37549">
                  <c:v>156.94</c:v>
                </c:pt>
                <c:pt idx="37550">
                  <c:v>108.98</c:v>
                </c:pt>
                <c:pt idx="37551">
                  <c:v>144.97</c:v>
                </c:pt>
                <c:pt idx="37552">
                  <c:v>69.98</c:v>
                </c:pt>
                <c:pt idx="37553">
                  <c:v>95.97</c:v>
                </c:pt>
                <c:pt idx="37554">
                  <c:v>74.97</c:v>
                </c:pt>
                <c:pt idx="37555">
                  <c:v>79.98</c:v>
                </c:pt>
                <c:pt idx="37556">
                  <c:v>106.98</c:v>
                </c:pt>
                <c:pt idx="37557">
                  <c:v>80.98</c:v>
                </c:pt>
                <c:pt idx="37558">
                  <c:v>87.86</c:v>
                </c:pt>
                <c:pt idx="37559">
                  <c:v>16.920000000000002</c:v>
                </c:pt>
                <c:pt idx="37560">
                  <c:v>61.17</c:v>
                </c:pt>
                <c:pt idx="37561">
                  <c:v>81.569999999999993</c:v>
                </c:pt>
                <c:pt idx="37562">
                  <c:v>81.569999999999993</c:v>
                </c:pt>
                <c:pt idx="37563">
                  <c:v>61.17</c:v>
                </c:pt>
                <c:pt idx="37564">
                  <c:v>80.08</c:v>
                </c:pt>
                <c:pt idx="37565">
                  <c:v>106.16</c:v>
                </c:pt>
                <c:pt idx="37566">
                  <c:v>144.94</c:v>
                </c:pt>
                <c:pt idx="37567">
                  <c:v>175.59</c:v>
                </c:pt>
                <c:pt idx="37568">
                  <c:v>195.55</c:v>
                </c:pt>
                <c:pt idx="37569">
                  <c:v>152.16</c:v>
                </c:pt>
                <c:pt idx="37570">
                  <c:v>248.89</c:v>
                </c:pt>
                <c:pt idx="37571">
                  <c:v>349.92</c:v>
                </c:pt>
                <c:pt idx="37572">
                  <c:v>133.96</c:v>
                </c:pt>
                <c:pt idx="37573">
                  <c:v>187.16</c:v>
                </c:pt>
                <c:pt idx="37574">
                  <c:v>146.76</c:v>
                </c:pt>
                <c:pt idx="37575">
                  <c:v>189.27</c:v>
                </c:pt>
                <c:pt idx="37576">
                  <c:v>142.94999999999999</c:v>
                </c:pt>
                <c:pt idx="37577">
                  <c:v>170.06</c:v>
                </c:pt>
                <c:pt idx="37578">
                  <c:v>79.989999999999995</c:v>
                </c:pt>
                <c:pt idx="37579">
                  <c:v>79.989999999999995</c:v>
                </c:pt>
                <c:pt idx="37580">
                  <c:v>79.98</c:v>
                </c:pt>
                <c:pt idx="37581">
                  <c:v>-1.5</c:v>
                </c:pt>
                <c:pt idx="37582">
                  <c:v>81.48</c:v>
                </c:pt>
                <c:pt idx="37583">
                  <c:v>79.98</c:v>
                </c:pt>
                <c:pt idx="37584">
                  <c:v>79.98</c:v>
                </c:pt>
                <c:pt idx="37585">
                  <c:v>79.98</c:v>
                </c:pt>
                <c:pt idx="37586">
                  <c:v>404.88</c:v>
                </c:pt>
                <c:pt idx="37587">
                  <c:v>399.9</c:v>
                </c:pt>
                <c:pt idx="37588">
                  <c:v>359.91</c:v>
                </c:pt>
                <c:pt idx="37589">
                  <c:v>395.94</c:v>
                </c:pt>
                <c:pt idx="37590">
                  <c:v>79.98</c:v>
                </c:pt>
                <c:pt idx="37591">
                  <c:v>79.98</c:v>
                </c:pt>
                <c:pt idx="37592">
                  <c:v>79.98</c:v>
                </c:pt>
                <c:pt idx="37593">
                  <c:v>79.98</c:v>
                </c:pt>
                <c:pt idx="37594">
                  <c:v>71.489999999999995</c:v>
                </c:pt>
                <c:pt idx="37595">
                  <c:v>79.98</c:v>
                </c:pt>
                <c:pt idx="37596">
                  <c:v>237.54</c:v>
                </c:pt>
                <c:pt idx="37597">
                  <c:v>194.36</c:v>
                </c:pt>
                <c:pt idx="37598">
                  <c:v>350.93</c:v>
                </c:pt>
                <c:pt idx="37599">
                  <c:v>79.989999999999995</c:v>
                </c:pt>
                <c:pt idx="37600">
                  <c:v>79.989999999999995</c:v>
                </c:pt>
                <c:pt idx="37601">
                  <c:v>79.989999999999995</c:v>
                </c:pt>
                <c:pt idx="37602">
                  <c:v>79.989999999999995</c:v>
                </c:pt>
                <c:pt idx="37603">
                  <c:v>79.97</c:v>
                </c:pt>
                <c:pt idx="37604">
                  <c:v>62.98</c:v>
                </c:pt>
                <c:pt idx="37605">
                  <c:v>79.989999999999995</c:v>
                </c:pt>
                <c:pt idx="37606">
                  <c:v>204.43</c:v>
                </c:pt>
                <c:pt idx="37607">
                  <c:v>240.42</c:v>
                </c:pt>
                <c:pt idx="37608">
                  <c:v>435.35</c:v>
                </c:pt>
                <c:pt idx="37609">
                  <c:v>242.42</c:v>
                </c:pt>
                <c:pt idx="37610">
                  <c:v>300.39999999999998</c:v>
                </c:pt>
                <c:pt idx="37611">
                  <c:v>230.62</c:v>
                </c:pt>
                <c:pt idx="37612">
                  <c:v>242.42</c:v>
                </c:pt>
                <c:pt idx="37613">
                  <c:v>270.41000000000003</c:v>
                </c:pt>
                <c:pt idx="37614">
                  <c:v>449.82</c:v>
                </c:pt>
                <c:pt idx="37615">
                  <c:v>-435.35</c:v>
                </c:pt>
                <c:pt idx="37616">
                  <c:v>88.31</c:v>
                </c:pt>
                <c:pt idx="37617">
                  <c:v>79.98</c:v>
                </c:pt>
                <c:pt idx="37618">
                  <c:v>79.98</c:v>
                </c:pt>
                <c:pt idx="37619">
                  <c:v>79.98</c:v>
                </c:pt>
                <c:pt idx="37620">
                  <c:v>31.49</c:v>
                </c:pt>
                <c:pt idx="37621">
                  <c:v>27.24</c:v>
                </c:pt>
                <c:pt idx="37622">
                  <c:v>79.98</c:v>
                </c:pt>
                <c:pt idx="37623">
                  <c:v>100.97</c:v>
                </c:pt>
                <c:pt idx="37624">
                  <c:v>58.59</c:v>
                </c:pt>
                <c:pt idx="37625">
                  <c:v>102.95</c:v>
                </c:pt>
                <c:pt idx="37626">
                  <c:v>59.96</c:v>
                </c:pt>
                <c:pt idx="37627">
                  <c:v>88.31</c:v>
                </c:pt>
                <c:pt idx="37628">
                  <c:v>79.98</c:v>
                </c:pt>
                <c:pt idx="37629">
                  <c:v>79.98</c:v>
                </c:pt>
                <c:pt idx="37630">
                  <c:v>79.98</c:v>
                </c:pt>
                <c:pt idx="37631">
                  <c:v>79.98</c:v>
                </c:pt>
                <c:pt idx="37632">
                  <c:v>79.98</c:v>
                </c:pt>
                <c:pt idx="37633">
                  <c:v>79.98</c:v>
                </c:pt>
                <c:pt idx="37634">
                  <c:v>32.24</c:v>
                </c:pt>
                <c:pt idx="37635">
                  <c:v>26.49</c:v>
                </c:pt>
                <c:pt idx="37636">
                  <c:v>424.95</c:v>
                </c:pt>
                <c:pt idx="37637">
                  <c:v>467.74</c:v>
                </c:pt>
                <c:pt idx="37638">
                  <c:v>594.92999999999995</c:v>
                </c:pt>
                <c:pt idx="37639">
                  <c:v>79.98</c:v>
                </c:pt>
                <c:pt idx="37640">
                  <c:v>27.24</c:v>
                </c:pt>
                <c:pt idx="37641">
                  <c:v>27.24</c:v>
                </c:pt>
                <c:pt idx="37642">
                  <c:v>79.98</c:v>
                </c:pt>
                <c:pt idx="37643">
                  <c:v>16.489999999999998</c:v>
                </c:pt>
                <c:pt idx="37644">
                  <c:v>54.98</c:v>
                </c:pt>
                <c:pt idx="37645">
                  <c:v>79.98</c:v>
                </c:pt>
                <c:pt idx="37646">
                  <c:v>79.98</c:v>
                </c:pt>
                <c:pt idx="37647">
                  <c:v>54.48</c:v>
                </c:pt>
                <c:pt idx="37648">
                  <c:v>123.54</c:v>
                </c:pt>
                <c:pt idx="37649">
                  <c:v>115.05</c:v>
                </c:pt>
                <c:pt idx="37650">
                  <c:v>104.04</c:v>
                </c:pt>
                <c:pt idx="37651">
                  <c:v>159.69999999999999</c:v>
                </c:pt>
                <c:pt idx="37652">
                  <c:v>108.86</c:v>
                </c:pt>
                <c:pt idx="37653">
                  <c:v>71.48</c:v>
                </c:pt>
                <c:pt idx="37654">
                  <c:v>79.98</c:v>
                </c:pt>
                <c:pt idx="37655">
                  <c:v>79.97</c:v>
                </c:pt>
                <c:pt idx="37656">
                  <c:v>79.97</c:v>
                </c:pt>
                <c:pt idx="37657">
                  <c:v>114.97</c:v>
                </c:pt>
                <c:pt idx="37658">
                  <c:v>169.98</c:v>
                </c:pt>
                <c:pt idx="37659">
                  <c:v>83.48</c:v>
                </c:pt>
                <c:pt idx="37660">
                  <c:v>184.97</c:v>
                </c:pt>
                <c:pt idx="37661">
                  <c:v>89.01</c:v>
                </c:pt>
                <c:pt idx="37662">
                  <c:v>154.97999999999999</c:v>
                </c:pt>
                <c:pt idx="37663">
                  <c:v>169.98</c:v>
                </c:pt>
                <c:pt idx="37664">
                  <c:v>65.989999999999995</c:v>
                </c:pt>
                <c:pt idx="37665">
                  <c:v>169.98</c:v>
                </c:pt>
                <c:pt idx="37666">
                  <c:v>99.98</c:v>
                </c:pt>
                <c:pt idx="37667">
                  <c:v>131.97999999999999</c:v>
                </c:pt>
                <c:pt idx="37668">
                  <c:v>169.98</c:v>
                </c:pt>
                <c:pt idx="37669">
                  <c:v>61.36</c:v>
                </c:pt>
                <c:pt idx="37670">
                  <c:v>169.98</c:v>
                </c:pt>
                <c:pt idx="37671">
                  <c:v>169.98</c:v>
                </c:pt>
                <c:pt idx="37672">
                  <c:v>99.98</c:v>
                </c:pt>
                <c:pt idx="37673">
                  <c:v>79.97</c:v>
                </c:pt>
                <c:pt idx="37674">
                  <c:v>41.48</c:v>
                </c:pt>
                <c:pt idx="37675">
                  <c:v>79.959999999999994</c:v>
                </c:pt>
                <c:pt idx="37676">
                  <c:v>62.96</c:v>
                </c:pt>
                <c:pt idx="37677">
                  <c:v>88.28</c:v>
                </c:pt>
                <c:pt idx="37678">
                  <c:v>79.959999999999994</c:v>
                </c:pt>
                <c:pt idx="37679">
                  <c:v>21.49</c:v>
                </c:pt>
                <c:pt idx="37680">
                  <c:v>41.48</c:v>
                </c:pt>
                <c:pt idx="37681">
                  <c:v>20.29</c:v>
                </c:pt>
                <c:pt idx="37682">
                  <c:v>234.68</c:v>
                </c:pt>
                <c:pt idx="37683">
                  <c:v>150.72999999999999</c:v>
                </c:pt>
                <c:pt idx="37684">
                  <c:v>232.87</c:v>
                </c:pt>
                <c:pt idx="37685">
                  <c:v>188.97</c:v>
                </c:pt>
                <c:pt idx="37686">
                  <c:v>20.29</c:v>
                </c:pt>
                <c:pt idx="37687">
                  <c:v>216.72</c:v>
                </c:pt>
                <c:pt idx="37688">
                  <c:v>244.21</c:v>
                </c:pt>
                <c:pt idx="37689">
                  <c:v>84.99</c:v>
                </c:pt>
                <c:pt idx="37690">
                  <c:v>254.97</c:v>
                </c:pt>
                <c:pt idx="37691">
                  <c:v>87.98</c:v>
                </c:pt>
                <c:pt idx="37692">
                  <c:v>84.99</c:v>
                </c:pt>
                <c:pt idx="37693">
                  <c:v>28.38</c:v>
                </c:pt>
                <c:pt idx="37694">
                  <c:v>79.95</c:v>
                </c:pt>
                <c:pt idx="37695">
                  <c:v>79.95</c:v>
                </c:pt>
                <c:pt idx="37696">
                  <c:v>79.95</c:v>
                </c:pt>
                <c:pt idx="37697">
                  <c:v>79.95</c:v>
                </c:pt>
                <c:pt idx="37698">
                  <c:v>62.94</c:v>
                </c:pt>
                <c:pt idx="37699">
                  <c:v>79.87</c:v>
                </c:pt>
                <c:pt idx="37700">
                  <c:v>79.87</c:v>
                </c:pt>
                <c:pt idx="37701">
                  <c:v>81.98</c:v>
                </c:pt>
                <c:pt idx="37702">
                  <c:v>76.98</c:v>
                </c:pt>
                <c:pt idx="37703">
                  <c:v>84.99</c:v>
                </c:pt>
                <c:pt idx="37704">
                  <c:v>47.57</c:v>
                </c:pt>
                <c:pt idx="37705">
                  <c:v>49.74</c:v>
                </c:pt>
                <c:pt idx="37706">
                  <c:v>85.99</c:v>
                </c:pt>
                <c:pt idx="37707">
                  <c:v>56.09</c:v>
                </c:pt>
                <c:pt idx="37708">
                  <c:v>84.14</c:v>
                </c:pt>
                <c:pt idx="37709">
                  <c:v>54.99</c:v>
                </c:pt>
                <c:pt idx="37710">
                  <c:v>50.98</c:v>
                </c:pt>
                <c:pt idx="37711">
                  <c:v>69.98</c:v>
                </c:pt>
                <c:pt idx="37712">
                  <c:v>99.98</c:v>
                </c:pt>
                <c:pt idx="37713">
                  <c:v>50.98</c:v>
                </c:pt>
                <c:pt idx="37714">
                  <c:v>50.98</c:v>
                </c:pt>
                <c:pt idx="37715">
                  <c:v>75.290000000000006</c:v>
                </c:pt>
                <c:pt idx="37716">
                  <c:v>84.99</c:v>
                </c:pt>
                <c:pt idx="37717">
                  <c:v>50.98</c:v>
                </c:pt>
                <c:pt idx="37718">
                  <c:v>84.99</c:v>
                </c:pt>
                <c:pt idx="37719">
                  <c:v>50.48</c:v>
                </c:pt>
                <c:pt idx="37720">
                  <c:v>152.06</c:v>
                </c:pt>
                <c:pt idx="37721">
                  <c:v>19.34</c:v>
                </c:pt>
                <c:pt idx="37722">
                  <c:v>49.59</c:v>
                </c:pt>
                <c:pt idx="37723">
                  <c:v>80.98</c:v>
                </c:pt>
                <c:pt idx="37724">
                  <c:v>80.98</c:v>
                </c:pt>
                <c:pt idx="37725">
                  <c:v>80.98</c:v>
                </c:pt>
                <c:pt idx="37726">
                  <c:v>101.28</c:v>
                </c:pt>
                <c:pt idx="37727">
                  <c:v>119.98</c:v>
                </c:pt>
                <c:pt idx="37728">
                  <c:v>106.58</c:v>
                </c:pt>
                <c:pt idx="37729">
                  <c:v>87.59</c:v>
                </c:pt>
                <c:pt idx="37730">
                  <c:v>128.97</c:v>
                </c:pt>
                <c:pt idx="37731">
                  <c:v>207.96</c:v>
                </c:pt>
                <c:pt idx="37732">
                  <c:v>201.69</c:v>
                </c:pt>
                <c:pt idx="37733">
                  <c:v>207.96</c:v>
                </c:pt>
                <c:pt idx="37734">
                  <c:v>175.96</c:v>
                </c:pt>
                <c:pt idx="37735">
                  <c:v>135.94</c:v>
                </c:pt>
                <c:pt idx="37736">
                  <c:v>162.83000000000001</c:v>
                </c:pt>
                <c:pt idx="37737">
                  <c:v>87.59</c:v>
                </c:pt>
                <c:pt idx="37738">
                  <c:v>30.28</c:v>
                </c:pt>
                <c:pt idx="37739">
                  <c:v>122.97</c:v>
                </c:pt>
                <c:pt idx="37740">
                  <c:v>194.73</c:v>
                </c:pt>
                <c:pt idx="37741">
                  <c:v>80.97</c:v>
                </c:pt>
                <c:pt idx="37742">
                  <c:v>80.97</c:v>
                </c:pt>
                <c:pt idx="37743">
                  <c:v>80.97</c:v>
                </c:pt>
                <c:pt idx="37744">
                  <c:v>15.29</c:v>
                </c:pt>
                <c:pt idx="37745">
                  <c:v>43.94</c:v>
                </c:pt>
                <c:pt idx="37746">
                  <c:v>26.29</c:v>
                </c:pt>
                <c:pt idx="37747">
                  <c:v>14.29</c:v>
                </c:pt>
                <c:pt idx="37748">
                  <c:v>14.29</c:v>
                </c:pt>
                <c:pt idx="37749">
                  <c:v>43.92</c:v>
                </c:pt>
                <c:pt idx="37750">
                  <c:v>87.11</c:v>
                </c:pt>
                <c:pt idx="37751">
                  <c:v>17.29</c:v>
                </c:pt>
                <c:pt idx="37752">
                  <c:v>141.94999999999999</c:v>
                </c:pt>
                <c:pt idx="37753">
                  <c:v>102.26</c:v>
                </c:pt>
                <c:pt idx="37754">
                  <c:v>215.42</c:v>
                </c:pt>
                <c:pt idx="37755">
                  <c:v>119.96</c:v>
                </c:pt>
                <c:pt idx="37756">
                  <c:v>119.14</c:v>
                </c:pt>
                <c:pt idx="37757">
                  <c:v>219.69</c:v>
                </c:pt>
                <c:pt idx="37758">
                  <c:v>193.6</c:v>
                </c:pt>
                <c:pt idx="37759">
                  <c:v>172.58</c:v>
                </c:pt>
                <c:pt idx="37760">
                  <c:v>188.22</c:v>
                </c:pt>
                <c:pt idx="37761">
                  <c:v>185.56</c:v>
                </c:pt>
                <c:pt idx="37762">
                  <c:v>221.22</c:v>
                </c:pt>
                <c:pt idx="37763">
                  <c:v>54.98</c:v>
                </c:pt>
                <c:pt idx="37764">
                  <c:v>16.489999999999998</c:v>
                </c:pt>
                <c:pt idx="37765">
                  <c:v>62.96</c:v>
                </c:pt>
                <c:pt idx="37766">
                  <c:v>65.53</c:v>
                </c:pt>
                <c:pt idx="37767">
                  <c:v>86.97</c:v>
                </c:pt>
                <c:pt idx="37768">
                  <c:v>86.96</c:v>
                </c:pt>
                <c:pt idx="37769">
                  <c:v>150.96</c:v>
                </c:pt>
                <c:pt idx="37770">
                  <c:v>144.96</c:v>
                </c:pt>
                <c:pt idx="37771">
                  <c:v>144.96</c:v>
                </c:pt>
                <c:pt idx="37772">
                  <c:v>157.96</c:v>
                </c:pt>
                <c:pt idx="37773">
                  <c:v>150.96</c:v>
                </c:pt>
                <c:pt idx="37774">
                  <c:v>49.99</c:v>
                </c:pt>
                <c:pt idx="37775">
                  <c:v>49.99</c:v>
                </c:pt>
                <c:pt idx="37776">
                  <c:v>83.96</c:v>
                </c:pt>
                <c:pt idx="37777">
                  <c:v>83.96</c:v>
                </c:pt>
                <c:pt idx="37778">
                  <c:v>-150.96</c:v>
                </c:pt>
                <c:pt idx="37779">
                  <c:v>91.97</c:v>
                </c:pt>
                <c:pt idx="37780">
                  <c:v>-150.96</c:v>
                </c:pt>
                <c:pt idx="37781">
                  <c:v>150.96</c:v>
                </c:pt>
                <c:pt idx="37782">
                  <c:v>150.96</c:v>
                </c:pt>
                <c:pt idx="37783">
                  <c:v>91.97</c:v>
                </c:pt>
                <c:pt idx="37784">
                  <c:v>99.98</c:v>
                </c:pt>
                <c:pt idx="37785">
                  <c:v>82.37</c:v>
                </c:pt>
                <c:pt idx="37786">
                  <c:v>82.37</c:v>
                </c:pt>
                <c:pt idx="37787">
                  <c:v>157.96</c:v>
                </c:pt>
                <c:pt idx="37788">
                  <c:v>181.74</c:v>
                </c:pt>
                <c:pt idx="37789">
                  <c:v>181.74</c:v>
                </c:pt>
                <c:pt idx="37790">
                  <c:v>99.98</c:v>
                </c:pt>
                <c:pt idx="37791">
                  <c:v>222.2</c:v>
                </c:pt>
                <c:pt idx="37792">
                  <c:v>222.2</c:v>
                </c:pt>
                <c:pt idx="37793">
                  <c:v>80.709999999999994</c:v>
                </c:pt>
                <c:pt idx="37794">
                  <c:v>79.989999999999995</c:v>
                </c:pt>
                <c:pt idx="37795">
                  <c:v>65.989999999999995</c:v>
                </c:pt>
                <c:pt idx="37796">
                  <c:v>55.78</c:v>
                </c:pt>
                <c:pt idx="37797">
                  <c:v>54.99</c:v>
                </c:pt>
                <c:pt idx="37798">
                  <c:v>65.989999999999995</c:v>
                </c:pt>
                <c:pt idx="37799">
                  <c:v>65.989999999999995</c:v>
                </c:pt>
                <c:pt idx="37800">
                  <c:v>65.989999999999995</c:v>
                </c:pt>
                <c:pt idx="37801">
                  <c:v>110.39</c:v>
                </c:pt>
                <c:pt idx="37802">
                  <c:v>89.98</c:v>
                </c:pt>
                <c:pt idx="37803">
                  <c:v>89.98</c:v>
                </c:pt>
                <c:pt idx="37804">
                  <c:v>86.97</c:v>
                </c:pt>
                <c:pt idx="37805">
                  <c:v>89.98</c:v>
                </c:pt>
                <c:pt idx="37806">
                  <c:v>85.98</c:v>
                </c:pt>
                <c:pt idx="37807">
                  <c:v>79.98</c:v>
                </c:pt>
                <c:pt idx="37808">
                  <c:v>79.98</c:v>
                </c:pt>
                <c:pt idx="37809">
                  <c:v>79.98</c:v>
                </c:pt>
                <c:pt idx="37810">
                  <c:v>79.98</c:v>
                </c:pt>
                <c:pt idx="37811">
                  <c:v>79.98</c:v>
                </c:pt>
                <c:pt idx="37812">
                  <c:v>79.98</c:v>
                </c:pt>
                <c:pt idx="37813">
                  <c:v>79.98</c:v>
                </c:pt>
                <c:pt idx="37814">
                  <c:v>79.959999999999994</c:v>
                </c:pt>
                <c:pt idx="37815">
                  <c:v>99.98</c:v>
                </c:pt>
                <c:pt idx="37816">
                  <c:v>329.95</c:v>
                </c:pt>
                <c:pt idx="37817">
                  <c:v>344.94</c:v>
                </c:pt>
                <c:pt idx="37818">
                  <c:v>254.97</c:v>
                </c:pt>
                <c:pt idx="37819">
                  <c:v>57.98</c:v>
                </c:pt>
                <c:pt idx="37820">
                  <c:v>57.98</c:v>
                </c:pt>
                <c:pt idx="37821">
                  <c:v>57.98</c:v>
                </c:pt>
                <c:pt idx="37822">
                  <c:v>99.98</c:v>
                </c:pt>
                <c:pt idx="37823">
                  <c:v>57.98</c:v>
                </c:pt>
                <c:pt idx="37824">
                  <c:v>329.95</c:v>
                </c:pt>
                <c:pt idx="37825">
                  <c:v>254.97</c:v>
                </c:pt>
                <c:pt idx="37826">
                  <c:v>493.92</c:v>
                </c:pt>
                <c:pt idx="37827">
                  <c:v>57.98</c:v>
                </c:pt>
                <c:pt idx="37828">
                  <c:v>493.92</c:v>
                </c:pt>
                <c:pt idx="37829">
                  <c:v>57.98</c:v>
                </c:pt>
                <c:pt idx="37830">
                  <c:v>344.94</c:v>
                </c:pt>
                <c:pt idx="37831">
                  <c:v>31.44</c:v>
                </c:pt>
                <c:pt idx="37832">
                  <c:v>32.04</c:v>
                </c:pt>
                <c:pt idx="37833">
                  <c:v>37.479999999999997</c:v>
                </c:pt>
                <c:pt idx="37834">
                  <c:v>12.59</c:v>
                </c:pt>
                <c:pt idx="37835">
                  <c:v>32.75</c:v>
                </c:pt>
                <c:pt idx="37836">
                  <c:v>13.29</c:v>
                </c:pt>
                <c:pt idx="37837">
                  <c:v>78.97</c:v>
                </c:pt>
                <c:pt idx="37838">
                  <c:v>145.97</c:v>
                </c:pt>
                <c:pt idx="37839">
                  <c:v>168.03</c:v>
                </c:pt>
                <c:pt idx="37840">
                  <c:v>194.96</c:v>
                </c:pt>
                <c:pt idx="37841">
                  <c:v>166.97</c:v>
                </c:pt>
                <c:pt idx="37842">
                  <c:v>178.44</c:v>
                </c:pt>
                <c:pt idx="37843">
                  <c:v>194.78</c:v>
                </c:pt>
                <c:pt idx="37844">
                  <c:v>169.98</c:v>
                </c:pt>
                <c:pt idx="37845">
                  <c:v>166.58</c:v>
                </c:pt>
                <c:pt idx="37846">
                  <c:v>153.97999999999999</c:v>
                </c:pt>
                <c:pt idx="37847">
                  <c:v>134.97999999999999</c:v>
                </c:pt>
                <c:pt idx="37848">
                  <c:v>205.95</c:v>
                </c:pt>
                <c:pt idx="37849">
                  <c:v>200.85</c:v>
                </c:pt>
                <c:pt idx="37850">
                  <c:v>78.97</c:v>
                </c:pt>
                <c:pt idx="37851">
                  <c:v>78.959999999999994</c:v>
                </c:pt>
                <c:pt idx="37852">
                  <c:v>78.98</c:v>
                </c:pt>
                <c:pt idx="37853">
                  <c:v>78.97</c:v>
                </c:pt>
                <c:pt idx="37854">
                  <c:v>78.97</c:v>
                </c:pt>
                <c:pt idx="37855">
                  <c:v>87.11</c:v>
                </c:pt>
                <c:pt idx="37856">
                  <c:v>87.11</c:v>
                </c:pt>
                <c:pt idx="37857">
                  <c:v>87.1</c:v>
                </c:pt>
                <c:pt idx="37858">
                  <c:v>64.930000000000007</c:v>
                </c:pt>
                <c:pt idx="37859">
                  <c:v>131.97999999999999</c:v>
                </c:pt>
                <c:pt idx="37860">
                  <c:v>129.34</c:v>
                </c:pt>
                <c:pt idx="37861">
                  <c:v>130.66</c:v>
                </c:pt>
                <c:pt idx="37862">
                  <c:v>105.98</c:v>
                </c:pt>
                <c:pt idx="37863">
                  <c:v>64.27</c:v>
                </c:pt>
                <c:pt idx="37864">
                  <c:v>131.97999999999999</c:v>
                </c:pt>
                <c:pt idx="37865">
                  <c:v>65.989999999999995</c:v>
                </c:pt>
                <c:pt idx="37866">
                  <c:v>131.97999999999999</c:v>
                </c:pt>
                <c:pt idx="37867">
                  <c:v>87.1</c:v>
                </c:pt>
                <c:pt idx="37868">
                  <c:v>87.1</c:v>
                </c:pt>
                <c:pt idx="37869">
                  <c:v>87.1</c:v>
                </c:pt>
                <c:pt idx="37870">
                  <c:v>87.1</c:v>
                </c:pt>
                <c:pt idx="37871">
                  <c:v>80.97</c:v>
                </c:pt>
                <c:pt idx="37872">
                  <c:v>87.08</c:v>
                </c:pt>
                <c:pt idx="37873">
                  <c:v>78.87</c:v>
                </c:pt>
                <c:pt idx="37874">
                  <c:v>87.07</c:v>
                </c:pt>
                <c:pt idx="37875">
                  <c:v>106.97</c:v>
                </c:pt>
                <c:pt idx="37876">
                  <c:v>77.95</c:v>
                </c:pt>
                <c:pt idx="37877">
                  <c:v>95.97</c:v>
                </c:pt>
                <c:pt idx="37878">
                  <c:v>79.989999999999995</c:v>
                </c:pt>
                <c:pt idx="37879">
                  <c:v>61.98</c:v>
                </c:pt>
                <c:pt idx="37880">
                  <c:v>61.98</c:v>
                </c:pt>
                <c:pt idx="37881">
                  <c:v>58.7</c:v>
                </c:pt>
                <c:pt idx="37882">
                  <c:v>89.9</c:v>
                </c:pt>
                <c:pt idx="37883">
                  <c:v>134.97</c:v>
                </c:pt>
                <c:pt idx="37884">
                  <c:v>98.97</c:v>
                </c:pt>
                <c:pt idx="37885">
                  <c:v>94.98</c:v>
                </c:pt>
                <c:pt idx="37886">
                  <c:v>79.98</c:v>
                </c:pt>
                <c:pt idx="37887">
                  <c:v>79.98</c:v>
                </c:pt>
                <c:pt idx="37888">
                  <c:v>98.97</c:v>
                </c:pt>
                <c:pt idx="37889">
                  <c:v>94.98</c:v>
                </c:pt>
                <c:pt idx="37890">
                  <c:v>87.07</c:v>
                </c:pt>
                <c:pt idx="37891">
                  <c:v>86.34</c:v>
                </c:pt>
                <c:pt idx="37892">
                  <c:v>78.72</c:v>
                </c:pt>
                <c:pt idx="37893">
                  <c:v>78.72</c:v>
                </c:pt>
                <c:pt idx="37894">
                  <c:v>79.989999999999995</c:v>
                </c:pt>
                <c:pt idx="37895">
                  <c:v>79.989999999999995</c:v>
                </c:pt>
                <c:pt idx="37896">
                  <c:v>79.989999999999995</c:v>
                </c:pt>
                <c:pt idx="37897">
                  <c:v>79.989999999999995</c:v>
                </c:pt>
                <c:pt idx="37898">
                  <c:v>79.989999999999995</c:v>
                </c:pt>
                <c:pt idx="37899">
                  <c:v>79.989999999999995</c:v>
                </c:pt>
                <c:pt idx="37900">
                  <c:v>79.989999999999995</c:v>
                </c:pt>
                <c:pt idx="37901">
                  <c:v>-79.989999999999995</c:v>
                </c:pt>
                <c:pt idx="37902">
                  <c:v>79.989999999999995</c:v>
                </c:pt>
                <c:pt idx="37903">
                  <c:v>79.989999999999995</c:v>
                </c:pt>
                <c:pt idx="37904">
                  <c:v>79.98</c:v>
                </c:pt>
                <c:pt idx="37905">
                  <c:v>79.98</c:v>
                </c:pt>
                <c:pt idx="37906">
                  <c:v>159.69999999999999</c:v>
                </c:pt>
                <c:pt idx="37907">
                  <c:v>159.69999999999999</c:v>
                </c:pt>
                <c:pt idx="37908">
                  <c:v>159.69999999999999</c:v>
                </c:pt>
                <c:pt idx="37909">
                  <c:v>159.69999999999999</c:v>
                </c:pt>
                <c:pt idx="37910">
                  <c:v>189.69</c:v>
                </c:pt>
                <c:pt idx="37911">
                  <c:v>159.69999999999999</c:v>
                </c:pt>
                <c:pt idx="37912">
                  <c:v>159.69999999999999</c:v>
                </c:pt>
                <c:pt idx="37913">
                  <c:v>160.88999999999999</c:v>
                </c:pt>
                <c:pt idx="37914">
                  <c:v>246.77</c:v>
                </c:pt>
                <c:pt idx="37915">
                  <c:v>79.98</c:v>
                </c:pt>
                <c:pt idx="37916">
                  <c:v>79.98</c:v>
                </c:pt>
                <c:pt idx="37917">
                  <c:v>79.98</c:v>
                </c:pt>
                <c:pt idx="37918">
                  <c:v>71.290000000000006</c:v>
                </c:pt>
                <c:pt idx="37919">
                  <c:v>53.89</c:v>
                </c:pt>
                <c:pt idx="37920">
                  <c:v>62.59</c:v>
                </c:pt>
                <c:pt idx="37921">
                  <c:v>84.99</c:v>
                </c:pt>
                <c:pt idx="37922">
                  <c:v>96.98</c:v>
                </c:pt>
                <c:pt idx="37923">
                  <c:v>79.989999999999995</c:v>
                </c:pt>
                <c:pt idx="37924">
                  <c:v>84.99</c:v>
                </c:pt>
                <c:pt idx="37925">
                  <c:v>96.98</c:v>
                </c:pt>
                <c:pt idx="37926">
                  <c:v>60.99</c:v>
                </c:pt>
                <c:pt idx="37927">
                  <c:v>96.98</c:v>
                </c:pt>
                <c:pt idx="37928">
                  <c:v>96.98</c:v>
                </c:pt>
                <c:pt idx="37929">
                  <c:v>96.98</c:v>
                </c:pt>
                <c:pt idx="37930">
                  <c:v>77.98</c:v>
                </c:pt>
                <c:pt idx="37931">
                  <c:v>49.99</c:v>
                </c:pt>
                <c:pt idx="37932">
                  <c:v>77.98</c:v>
                </c:pt>
                <c:pt idx="37933">
                  <c:v>65.989999999999995</c:v>
                </c:pt>
                <c:pt idx="37934">
                  <c:v>84.99</c:v>
                </c:pt>
                <c:pt idx="37935">
                  <c:v>65.989999999999995</c:v>
                </c:pt>
                <c:pt idx="37936">
                  <c:v>73.97</c:v>
                </c:pt>
                <c:pt idx="37937">
                  <c:v>81.2</c:v>
                </c:pt>
                <c:pt idx="37938">
                  <c:v>96.98</c:v>
                </c:pt>
                <c:pt idx="37939">
                  <c:v>84.99</c:v>
                </c:pt>
                <c:pt idx="37940">
                  <c:v>79.98</c:v>
                </c:pt>
                <c:pt idx="37941">
                  <c:v>79.98</c:v>
                </c:pt>
                <c:pt idx="37942">
                  <c:v>44.73</c:v>
                </c:pt>
                <c:pt idx="37943">
                  <c:v>22.97</c:v>
                </c:pt>
                <c:pt idx="37944">
                  <c:v>79.98</c:v>
                </c:pt>
                <c:pt idx="37945">
                  <c:v>62.59</c:v>
                </c:pt>
                <c:pt idx="37946">
                  <c:v>71.290000000000006</c:v>
                </c:pt>
                <c:pt idx="37947">
                  <c:v>151.96</c:v>
                </c:pt>
                <c:pt idx="37948">
                  <c:v>151.69999999999999</c:v>
                </c:pt>
                <c:pt idx="37949">
                  <c:v>145.97</c:v>
                </c:pt>
                <c:pt idx="37950">
                  <c:v>79.98</c:v>
                </c:pt>
                <c:pt idx="37951">
                  <c:v>79.98</c:v>
                </c:pt>
                <c:pt idx="37952">
                  <c:v>79.98</c:v>
                </c:pt>
                <c:pt idx="37953">
                  <c:v>229.96</c:v>
                </c:pt>
                <c:pt idx="37954">
                  <c:v>248.56</c:v>
                </c:pt>
                <c:pt idx="37955">
                  <c:v>277.95</c:v>
                </c:pt>
                <c:pt idx="37956">
                  <c:v>243.9</c:v>
                </c:pt>
                <c:pt idx="37957">
                  <c:v>146.16999999999999</c:v>
                </c:pt>
                <c:pt idx="37958">
                  <c:v>277.95</c:v>
                </c:pt>
                <c:pt idx="37959">
                  <c:v>131.97999999999999</c:v>
                </c:pt>
                <c:pt idx="37960">
                  <c:v>237.96</c:v>
                </c:pt>
                <c:pt idx="37961">
                  <c:v>131.97999999999999</c:v>
                </c:pt>
                <c:pt idx="37962">
                  <c:v>169.98</c:v>
                </c:pt>
                <c:pt idx="37963">
                  <c:v>267.95</c:v>
                </c:pt>
                <c:pt idx="37964">
                  <c:v>79.97</c:v>
                </c:pt>
                <c:pt idx="37965">
                  <c:v>79.97</c:v>
                </c:pt>
                <c:pt idx="37966">
                  <c:v>79.959999999999994</c:v>
                </c:pt>
                <c:pt idx="37967">
                  <c:v>21.29</c:v>
                </c:pt>
                <c:pt idx="37968">
                  <c:v>41.28</c:v>
                </c:pt>
                <c:pt idx="37969">
                  <c:v>21.29</c:v>
                </c:pt>
                <c:pt idx="37970">
                  <c:v>41.28</c:v>
                </c:pt>
                <c:pt idx="37971">
                  <c:v>21.94</c:v>
                </c:pt>
                <c:pt idx="37972">
                  <c:v>21.94</c:v>
                </c:pt>
                <c:pt idx="37973">
                  <c:v>147.58000000000001</c:v>
                </c:pt>
                <c:pt idx="37974">
                  <c:v>128.24</c:v>
                </c:pt>
                <c:pt idx="37975">
                  <c:v>182.67</c:v>
                </c:pt>
                <c:pt idx="37976">
                  <c:v>128.24</c:v>
                </c:pt>
                <c:pt idx="37977">
                  <c:v>139.11000000000001</c:v>
                </c:pt>
                <c:pt idx="37978">
                  <c:v>185.09</c:v>
                </c:pt>
                <c:pt idx="37979">
                  <c:v>172.99</c:v>
                </c:pt>
                <c:pt idx="37980">
                  <c:v>153.63</c:v>
                </c:pt>
                <c:pt idx="37981">
                  <c:v>79.95</c:v>
                </c:pt>
                <c:pt idx="37982">
                  <c:v>51.98</c:v>
                </c:pt>
                <c:pt idx="37983">
                  <c:v>51.98</c:v>
                </c:pt>
                <c:pt idx="37984">
                  <c:v>67.709999999999994</c:v>
                </c:pt>
                <c:pt idx="37985">
                  <c:v>67.709999999999994</c:v>
                </c:pt>
                <c:pt idx="37986">
                  <c:v>86.73</c:v>
                </c:pt>
                <c:pt idx="37987">
                  <c:v>67.709999999999994</c:v>
                </c:pt>
                <c:pt idx="37988">
                  <c:v>86.73</c:v>
                </c:pt>
                <c:pt idx="37989">
                  <c:v>51.98</c:v>
                </c:pt>
                <c:pt idx="37990">
                  <c:v>86.73</c:v>
                </c:pt>
                <c:pt idx="37991">
                  <c:v>85.98</c:v>
                </c:pt>
                <c:pt idx="37992">
                  <c:v>85.98</c:v>
                </c:pt>
                <c:pt idx="37993">
                  <c:v>79.180000000000007</c:v>
                </c:pt>
                <c:pt idx="37994">
                  <c:v>54.83</c:v>
                </c:pt>
                <c:pt idx="37995">
                  <c:v>16.29</c:v>
                </c:pt>
                <c:pt idx="37996">
                  <c:v>185.96</c:v>
                </c:pt>
                <c:pt idx="37997">
                  <c:v>84.99</c:v>
                </c:pt>
                <c:pt idx="37998">
                  <c:v>134.97999999999999</c:v>
                </c:pt>
                <c:pt idx="37999">
                  <c:v>142.55000000000001</c:v>
                </c:pt>
                <c:pt idx="38000">
                  <c:v>190.41</c:v>
                </c:pt>
                <c:pt idx="38001">
                  <c:v>98.98</c:v>
                </c:pt>
                <c:pt idx="38002">
                  <c:v>138.57</c:v>
                </c:pt>
                <c:pt idx="38003">
                  <c:v>243.46</c:v>
                </c:pt>
                <c:pt idx="38004">
                  <c:v>229.97</c:v>
                </c:pt>
                <c:pt idx="38005">
                  <c:v>154.44999999999999</c:v>
                </c:pt>
                <c:pt idx="38006">
                  <c:v>125.96</c:v>
                </c:pt>
                <c:pt idx="38007">
                  <c:v>99.98</c:v>
                </c:pt>
                <c:pt idx="38008">
                  <c:v>79.02</c:v>
                </c:pt>
                <c:pt idx="38009">
                  <c:v>78.97</c:v>
                </c:pt>
                <c:pt idx="38010">
                  <c:v>78.97</c:v>
                </c:pt>
                <c:pt idx="38011">
                  <c:v>78.97</c:v>
                </c:pt>
                <c:pt idx="38012">
                  <c:v>64.98</c:v>
                </c:pt>
                <c:pt idx="38013">
                  <c:v>-51.98</c:v>
                </c:pt>
                <c:pt idx="38014">
                  <c:v>-64.98</c:v>
                </c:pt>
                <c:pt idx="38015">
                  <c:v>51.98</c:v>
                </c:pt>
                <c:pt idx="38016">
                  <c:v>78.959999999999994</c:v>
                </c:pt>
                <c:pt idx="38017">
                  <c:v>78.959999999999994</c:v>
                </c:pt>
                <c:pt idx="38018">
                  <c:v>78.260000000000005</c:v>
                </c:pt>
                <c:pt idx="38019">
                  <c:v>71.98</c:v>
                </c:pt>
                <c:pt idx="38020">
                  <c:v>169.98</c:v>
                </c:pt>
                <c:pt idx="38021">
                  <c:v>169.98</c:v>
                </c:pt>
                <c:pt idx="38022">
                  <c:v>215.87</c:v>
                </c:pt>
                <c:pt idx="38023">
                  <c:v>130.54</c:v>
                </c:pt>
                <c:pt idx="38024">
                  <c:v>134.97</c:v>
                </c:pt>
                <c:pt idx="38025">
                  <c:v>169.98</c:v>
                </c:pt>
                <c:pt idx="38026">
                  <c:v>131.97999999999999</c:v>
                </c:pt>
                <c:pt idx="38027">
                  <c:v>60.97</c:v>
                </c:pt>
                <c:pt idx="38028">
                  <c:v>60.97</c:v>
                </c:pt>
                <c:pt idx="38029">
                  <c:v>78.17</c:v>
                </c:pt>
                <c:pt idx="38030">
                  <c:v>64.08</c:v>
                </c:pt>
                <c:pt idx="38031">
                  <c:v>79.459999999999994</c:v>
                </c:pt>
                <c:pt idx="38032">
                  <c:v>15.49</c:v>
                </c:pt>
                <c:pt idx="38033">
                  <c:v>45.47</c:v>
                </c:pt>
                <c:pt idx="38034">
                  <c:v>169.98</c:v>
                </c:pt>
                <c:pt idx="38035">
                  <c:v>119.98</c:v>
                </c:pt>
                <c:pt idx="38036">
                  <c:v>104.98</c:v>
                </c:pt>
                <c:pt idx="38037">
                  <c:v>169.98</c:v>
                </c:pt>
                <c:pt idx="38038">
                  <c:v>105.98</c:v>
                </c:pt>
                <c:pt idx="38039">
                  <c:v>84.99</c:v>
                </c:pt>
                <c:pt idx="38040">
                  <c:v>169.98</c:v>
                </c:pt>
                <c:pt idx="38041">
                  <c:v>84.98</c:v>
                </c:pt>
                <c:pt idx="38042">
                  <c:v>169.98</c:v>
                </c:pt>
                <c:pt idx="38043">
                  <c:v>124.97</c:v>
                </c:pt>
                <c:pt idx="38044">
                  <c:v>104.98</c:v>
                </c:pt>
                <c:pt idx="38045">
                  <c:v>169.98</c:v>
                </c:pt>
                <c:pt idx="38046">
                  <c:v>163.96</c:v>
                </c:pt>
                <c:pt idx="38047">
                  <c:v>84.99</c:v>
                </c:pt>
                <c:pt idx="38048">
                  <c:v>153.97999999999999</c:v>
                </c:pt>
                <c:pt idx="38049">
                  <c:v>77.97</c:v>
                </c:pt>
                <c:pt idx="38050">
                  <c:v>77.97</c:v>
                </c:pt>
                <c:pt idx="38051">
                  <c:v>-25.98</c:v>
                </c:pt>
                <c:pt idx="38052">
                  <c:v>52.97</c:v>
                </c:pt>
                <c:pt idx="38053">
                  <c:v>50.97</c:v>
                </c:pt>
                <c:pt idx="38054">
                  <c:v>77.94</c:v>
                </c:pt>
                <c:pt idx="38055">
                  <c:v>79.98</c:v>
                </c:pt>
                <c:pt idx="38056">
                  <c:v>259.95999999999998</c:v>
                </c:pt>
                <c:pt idx="38057">
                  <c:v>59.99</c:v>
                </c:pt>
                <c:pt idx="38058">
                  <c:v>206.94</c:v>
                </c:pt>
                <c:pt idx="38059">
                  <c:v>292.12</c:v>
                </c:pt>
                <c:pt idx="38060">
                  <c:v>522.5</c:v>
                </c:pt>
                <c:pt idx="38061">
                  <c:v>98.98</c:v>
                </c:pt>
                <c:pt idx="38062">
                  <c:v>454.93</c:v>
                </c:pt>
                <c:pt idx="38063">
                  <c:v>391.93</c:v>
                </c:pt>
                <c:pt idx="38064">
                  <c:v>79.98</c:v>
                </c:pt>
                <c:pt idx="38065">
                  <c:v>79.97</c:v>
                </c:pt>
                <c:pt idx="38066">
                  <c:v>86.01</c:v>
                </c:pt>
                <c:pt idx="38067">
                  <c:v>85.99</c:v>
                </c:pt>
                <c:pt idx="38068">
                  <c:v>85.99</c:v>
                </c:pt>
                <c:pt idx="38069">
                  <c:v>189.96</c:v>
                </c:pt>
                <c:pt idx="38070">
                  <c:v>86.36</c:v>
                </c:pt>
                <c:pt idx="38071">
                  <c:v>197.97</c:v>
                </c:pt>
                <c:pt idx="38072">
                  <c:v>157.96</c:v>
                </c:pt>
                <c:pt idx="38073">
                  <c:v>189.96</c:v>
                </c:pt>
                <c:pt idx="38074">
                  <c:v>158.16</c:v>
                </c:pt>
                <c:pt idx="38075">
                  <c:v>85.89</c:v>
                </c:pt>
                <c:pt idx="38076">
                  <c:v>85.89</c:v>
                </c:pt>
                <c:pt idx="38077">
                  <c:v>85.89</c:v>
                </c:pt>
                <c:pt idx="38078">
                  <c:v>85.87</c:v>
                </c:pt>
                <c:pt idx="38079">
                  <c:v>37.24</c:v>
                </c:pt>
                <c:pt idx="38080">
                  <c:v>19.489999999999998</c:v>
                </c:pt>
                <c:pt idx="38081">
                  <c:v>85.74</c:v>
                </c:pt>
                <c:pt idx="38082">
                  <c:v>169.96</c:v>
                </c:pt>
                <c:pt idx="38083">
                  <c:v>153.97999999999999</c:v>
                </c:pt>
                <c:pt idx="38084">
                  <c:v>153.97</c:v>
                </c:pt>
                <c:pt idx="38085">
                  <c:v>197.97</c:v>
                </c:pt>
                <c:pt idx="38086">
                  <c:v>167.49</c:v>
                </c:pt>
                <c:pt idx="38087">
                  <c:v>148.11000000000001</c:v>
                </c:pt>
                <c:pt idx="38088">
                  <c:v>267.61</c:v>
                </c:pt>
                <c:pt idx="38089">
                  <c:v>156.97</c:v>
                </c:pt>
                <c:pt idx="38090">
                  <c:v>170.26</c:v>
                </c:pt>
                <c:pt idx="38091">
                  <c:v>169.98</c:v>
                </c:pt>
                <c:pt idx="38092">
                  <c:v>84.99</c:v>
                </c:pt>
                <c:pt idx="38093">
                  <c:v>84.99</c:v>
                </c:pt>
                <c:pt idx="38094">
                  <c:v>84.99</c:v>
                </c:pt>
                <c:pt idx="38095">
                  <c:v>158.94999999999999</c:v>
                </c:pt>
                <c:pt idx="38096">
                  <c:v>159.96</c:v>
                </c:pt>
                <c:pt idx="38097">
                  <c:v>153.97</c:v>
                </c:pt>
                <c:pt idx="38098">
                  <c:v>131.96</c:v>
                </c:pt>
                <c:pt idx="38099">
                  <c:v>132.28</c:v>
                </c:pt>
                <c:pt idx="38100">
                  <c:v>84.99</c:v>
                </c:pt>
                <c:pt idx="38101">
                  <c:v>84.99</c:v>
                </c:pt>
                <c:pt idx="38102">
                  <c:v>84.99</c:v>
                </c:pt>
                <c:pt idx="38103">
                  <c:v>84.99</c:v>
                </c:pt>
                <c:pt idx="38104">
                  <c:v>84.99</c:v>
                </c:pt>
                <c:pt idx="38105">
                  <c:v>84.99</c:v>
                </c:pt>
                <c:pt idx="38106">
                  <c:v>84.99</c:v>
                </c:pt>
                <c:pt idx="38107">
                  <c:v>84.99</c:v>
                </c:pt>
                <c:pt idx="38108">
                  <c:v>84.99</c:v>
                </c:pt>
                <c:pt idx="38109">
                  <c:v>84.99</c:v>
                </c:pt>
                <c:pt idx="38110">
                  <c:v>78.959999999999994</c:v>
                </c:pt>
                <c:pt idx="38111">
                  <c:v>84.98</c:v>
                </c:pt>
                <c:pt idx="38112">
                  <c:v>84.97</c:v>
                </c:pt>
                <c:pt idx="38113">
                  <c:v>59.98</c:v>
                </c:pt>
                <c:pt idx="38114">
                  <c:v>48.23</c:v>
                </c:pt>
                <c:pt idx="38115">
                  <c:v>4.24</c:v>
                </c:pt>
                <c:pt idx="38116">
                  <c:v>58.98</c:v>
                </c:pt>
                <c:pt idx="38117">
                  <c:v>98.8</c:v>
                </c:pt>
                <c:pt idx="38118">
                  <c:v>49.87</c:v>
                </c:pt>
                <c:pt idx="38119">
                  <c:v>53.94</c:v>
                </c:pt>
                <c:pt idx="38120">
                  <c:v>53.94</c:v>
                </c:pt>
                <c:pt idx="38121">
                  <c:v>55.89</c:v>
                </c:pt>
                <c:pt idx="38122">
                  <c:v>67.97</c:v>
                </c:pt>
                <c:pt idx="38123">
                  <c:v>58.98</c:v>
                </c:pt>
                <c:pt idx="38124">
                  <c:v>50.97</c:v>
                </c:pt>
                <c:pt idx="38125">
                  <c:v>53.4</c:v>
                </c:pt>
                <c:pt idx="38126">
                  <c:v>67.97</c:v>
                </c:pt>
                <c:pt idx="38127">
                  <c:v>58.98</c:v>
                </c:pt>
                <c:pt idx="38128">
                  <c:v>74.510000000000005</c:v>
                </c:pt>
                <c:pt idx="38129">
                  <c:v>49.99</c:v>
                </c:pt>
                <c:pt idx="38130">
                  <c:v>58.98</c:v>
                </c:pt>
                <c:pt idx="38131">
                  <c:v>58.98</c:v>
                </c:pt>
                <c:pt idx="38132">
                  <c:v>53.94</c:v>
                </c:pt>
                <c:pt idx="38133">
                  <c:v>58.98</c:v>
                </c:pt>
                <c:pt idx="38134">
                  <c:v>59.98</c:v>
                </c:pt>
                <c:pt idx="38135">
                  <c:v>58.98</c:v>
                </c:pt>
                <c:pt idx="38136">
                  <c:v>56.96</c:v>
                </c:pt>
                <c:pt idx="38137">
                  <c:v>56.94</c:v>
                </c:pt>
                <c:pt idx="38138">
                  <c:v>58.96</c:v>
                </c:pt>
                <c:pt idx="38139">
                  <c:v>58.98</c:v>
                </c:pt>
                <c:pt idx="38140">
                  <c:v>54.93</c:v>
                </c:pt>
                <c:pt idx="38141">
                  <c:v>50.04</c:v>
                </c:pt>
                <c:pt idx="38142">
                  <c:v>78.87</c:v>
                </c:pt>
                <c:pt idx="38143">
                  <c:v>77.47</c:v>
                </c:pt>
                <c:pt idx="38144">
                  <c:v>56.83</c:v>
                </c:pt>
                <c:pt idx="38145">
                  <c:v>77.38</c:v>
                </c:pt>
                <c:pt idx="38146">
                  <c:v>50.19</c:v>
                </c:pt>
                <c:pt idx="38147">
                  <c:v>19.989999999999998</c:v>
                </c:pt>
                <c:pt idx="38148">
                  <c:v>59.98</c:v>
                </c:pt>
                <c:pt idx="38149">
                  <c:v>77.37</c:v>
                </c:pt>
                <c:pt idx="38150">
                  <c:v>84.55</c:v>
                </c:pt>
                <c:pt idx="38151">
                  <c:v>77.099999999999994</c:v>
                </c:pt>
                <c:pt idx="38152">
                  <c:v>169.98</c:v>
                </c:pt>
                <c:pt idx="38153">
                  <c:v>171.28</c:v>
                </c:pt>
                <c:pt idx="38154">
                  <c:v>104.98</c:v>
                </c:pt>
                <c:pt idx="38155">
                  <c:v>169.98</c:v>
                </c:pt>
                <c:pt idx="38156">
                  <c:v>186.68</c:v>
                </c:pt>
                <c:pt idx="38157">
                  <c:v>93.94</c:v>
                </c:pt>
                <c:pt idx="38158">
                  <c:v>51.97</c:v>
                </c:pt>
                <c:pt idx="38159">
                  <c:v>76.97</c:v>
                </c:pt>
                <c:pt idx="38160">
                  <c:v>76.959999999999994</c:v>
                </c:pt>
                <c:pt idx="38161">
                  <c:v>76.97</c:v>
                </c:pt>
                <c:pt idx="38162">
                  <c:v>76.95</c:v>
                </c:pt>
                <c:pt idx="38163">
                  <c:v>64.98</c:v>
                </c:pt>
                <c:pt idx="38164">
                  <c:v>14.99</c:v>
                </c:pt>
                <c:pt idx="38165">
                  <c:v>55.17</c:v>
                </c:pt>
                <c:pt idx="38166">
                  <c:v>55.59</c:v>
                </c:pt>
                <c:pt idx="38167">
                  <c:v>214.09</c:v>
                </c:pt>
                <c:pt idx="38168">
                  <c:v>134.24</c:v>
                </c:pt>
                <c:pt idx="38169">
                  <c:v>239.5</c:v>
                </c:pt>
                <c:pt idx="38170">
                  <c:v>65.27</c:v>
                </c:pt>
                <c:pt idx="38171">
                  <c:v>120.2</c:v>
                </c:pt>
                <c:pt idx="38172">
                  <c:v>24.79</c:v>
                </c:pt>
                <c:pt idx="38173">
                  <c:v>65.27</c:v>
                </c:pt>
                <c:pt idx="38174">
                  <c:v>134.24</c:v>
                </c:pt>
                <c:pt idx="38175">
                  <c:v>55.59</c:v>
                </c:pt>
                <c:pt idx="38176">
                  <c:v>192.33</c:v>
                </c:pt>
                <c:pt idx="38177">
                  <c:v>214.09</c:v>
                </c:pt>
                <c:pt idx="38178">
                  <c:v>101.56</c:v>
                </c:pt>
                <c:pt idx="38179">
                  <c:v>65.27</c:v>
                </c:pt>
                <c:pt idx="38180">
                  <c:v>84.9</c:v>
                </c:pt>
                <c:pt idx="38181">
                  <c:v>76.87</c:v>
                </c:pt>
                <c:pt idx="38182">
                  <c:v>76.87</c:v>
                </c:pt>
                <c:pt idx="38183">
                  <c:v>84.69</c:v>
                </c:pt>
                <c:pt idx="38184">
                  <c:v>84.68</c:v>
                </c:pt>
                <c:pt idx="38185">
                  <c:v>84.68</c:v>
                </c:pt>
                <c:pt idx="38186">
                  <c:v>131.97999999999999</c:v>
                </c:pt>
                <c:pt idx="38187">
                  <c:v>125.38</c:v>
                </c:pt>
                <c:pt idx="38188">
                  <c:v>121.98</c:v>
                </c:pt>
                <c:pt idx="38189">
                  <c:v>131.97999999999999</c:v>
                </c:pt>
                <c:pt idx="38190">
                  <c:v>84.68</c:v>
                </c:pt>
                <c:pt idx="38191">
                  <c:v>84.68</c:v>
                </c:pt>
                <c:pt idx="38192">
                  <c:v>83.98</c:v>
                </c:pt>
                <c:pt idx="38193">
                  <c:v>84.68</c:v>
                </c:pt>
                <c:pt idx="38194">
                  <c:v>84.68</c:v>
                </c:pt>
                <c:pt idx="38195">
                  <c:v>84.68</c:v>
                </c:pt>
                <c:pt idx="38196">
                  <c:v>84.66</c:v>
                </c:pt>
                <c:pt idx="38197">
                  <c:v>94.98</c:v>
                </c:pt>
                <c:pt idx="38198">
                  <c:v>134.97999999999999</c:v>
                </c:pt>
                <c:pt idx="38199">
                  <c:v>99.98</c:v>
                </c:pt>
                <c:pt idx="38200">
                  <c:v>169.98</c:v>
                </c:pt>
                <c:pt idx="38201">
                  <c:v>134.97999999999999</c:v>
                </c:pt>
                <c:pt idx="38202">
                  <c:v>118.97</c:v>
                </c:pt>
                <c:pt idx="38203">
                  <c:v>188.97</c:v>
                </c:pt>
                <c:pt idx="38204">
                  <c:v>134.97999999999999</c:v>
                </c:pt>
                <c:pt idx="38205">
                  <c:v>68.98</c:v>
                </c:pt>
                <c:pt idx="38206">
                  <c:v>84.99</c:v>
                </c:pt>
                <c:pt idx="38207">
                  <c:v>10.82</c:v>
                </c:pt>
                <c:pt idx="38208">
                  <c:v>238.96</c:v>
                </c:pt>
                <c:pt idx="38209">
                  <c:v>118.97</c:v>
                </c:pt>
                <c:pt idx="38210">
                  <c:v>77.319999999999993</c:v>
                </c:pt>
                <c:pt idx="38211">
                  <c:v>84.64</c:v>
                </c:pt>
                <c:pt idx="38212">
                  <c:v>77.98</c:v>
                </c:pt>
                <c:pt idx="38213">
                  <c:v>77.98</c:v>
                </c:pt>
                <c:pt idx="38214">
                  <c:v>131.97999999999999</c:v>
                </c:pt>
                <c:pt idx="38215">
                  <c:v>169.98</c:v>
                </c:pt>
                <c:pt idx="38216">
                  <c:v>169.46</c:v>
                </c:pt>
                <c:pt idx="38217">
                  <c:v>153.11000000000001</c:v>
                </c:pt>
                <c:pt idx="38218">
                  <c:v>169.98</c:v>
                </c:pt>
                <c:pt idx="38219">
                  <c:v>169.98</c:v>
                </c:pt>
                <c:pt idx="38220">
                  <c:v>73.48</c:v>
                </c:pt>
                <c:pt idx="38221">
                  <c:v>169.98</c:v>
                </c:pt>
                <c:pt idx="38222">
                  <c:v>169.98</c:v>
                </c:pt>
                <c:pt idx="38223">
                  <c:v>68.989999999999995</c:v>
                </c:pt>
                <c:pt idx="38224">
                  <c:v>169.98</c:v>
                </c:pt>
                <c:pt idx="38225">
                  <c:v>131.97999999999999</c:v>
                </c:pt>
                <c:pt idx="38226">
                  <c:v>118.98</c:v>
                </c:pt>
                <c:pt idx="38227">
                  <c:v>77.98</c:v>
                </c:pt>
                <c:pt idx="38228">
                  <c:v>77.98</c:v>
                </c:pt>
                <c:pt idx="38229">
                  <c:v>77.98</c:v>
                </c:pt>
                <c:pt idx="38230">
                  <c:v>77.97</c:v>
                </c:pt>
                <c:pt idx="38231">
                  <c:v>77.959999999999994</c:v>
                </c:pt>
                <c:pt idx="38232">
                  <c:v>77.97</c:v>
                </c:pt>
                <c:pt idx="38233">
                  <c:v>77.95</c:v>
                </c:pt>
                <c:pt idx="38234">
                  <c:v>122.9</c:v>
                </c:pt>
                <c:pt idx="38235">
                  <c:v>123.96</c:v>
                </c:pt>
                <c:pt idx="38236">
                  <c:v>65.989999999999995</c:v>
                </c:pt>
                <c:pt idx="38237">
                  <c:v>65.989999999999995</c:v>
                </c:pt>
                <c:pt idx="38238">
                  <c:v>123.95</c:v>
                </c:pt>
                <c:pt idx="38239">
                  <c:v>105.97</c:v>
                </c:pt>
                <c:pt idx="38240">
                  <c:v>105.97</c:v>
                </c:pt>
                <c:pt idx="38241">
                  <c:v>85.98</c:v>
                </c:pt>
                <c:pt idx="38242">
                  <c:v>105.97</c:v>
                </c:pt>
                <c:pt idx="38243">
                  <c:v>65.989999999999995</c:v>
                </c:pt>
                <c:pt idx="38244">
                  <c:v>65.989999999999995</c:v>
                </c:pt>
                <c:pt idx="38245">
                  <c:v>105.97</c:v>
                </c:pt>
                <c:pt idx="38246">
                  <c:v>120.96</c:v>
                </c:pt>
                <c:pt idx="38247">
                  <c:v>85.98</c:v>
                </c:pt>
                <c:pt idx="38248">
                  <c:v>151.97</c:v>
                </c:pt>
                <c:pt idx="38249">
                  <c:v>104.96</c:v>
                </c:pt>
                <c:pt idx="38250">
                  <c:v>105.97</c:v>
                </c:pt>
                <c:pt idx="38251">
                  <c:v>65.989999999999995</c:v>
                </c:pt>
                <c:pt idx="38252">
                  <c:v>105.97</c:v>
                </c:pt>
                <c:pt idx="38253">
                  <c:v>65.989999999999995</c:v>
                </c:pt>
                <c:pt idx="38254">
                  <c:v>49.99</c:v>
                </c:pt>
                <c:pt idx="38255">
                  <c:v>77.94</c:v>
                </c:pt>
                <c:pt idx="38256">
                  <c:v>77.94</c:v>
                </c:pt>
                <c:pt idx="38257">
                  <c:v>15.49</c:v>
                </c:pt>
                <c:pt idx="38258">
                  <c:v>40.24</c:v>
                </c:pt>
                <c:pt idx="38259">
                  <c:v>76.489999999999995</c:v>
                </c:pt>
                <c:pt idx="38260">
                  <c:v>76.489999999999995</c:v>
                </c:pt>
                <c:pt idx="38261">
                  <c:v>76.489999999999995</c:v>
                </c:pt>
                <c:pt idx="38262">
                  <c:v>76.489999999999995</c:v>
                </c:pt>
                <c:pt idx="38263">
                  <c:v>76.489999999999995</c:v>
                </c:pt>
                <c:pt idx="38264">
                  <c:v>84.99</c:v>
                </c:pt>
                <c:pt idx="38265">
                  <c:v>84.99</c:v>
                </c:pt>
                <c:pt idx="38266">
                  <c:v>52.24</c:v>
                </c:pt>
                <c:pt idx="38267">
                  <c:v>52.24</c:v>
                </c:pt>
                <c:pt idx="38268">
                  <c:v>52.24</c:v>
                </c:pt>
                <c:pt idx="38269">
                  <c:v>84.99</c:v>
                </c:pt>
                <c:pt idx="38270">
                  <c:v>41.49</c:v>
                </c:pt>
                <c:pt idx="38271">
                  <c:v>65.989999999999995</c:v>
                </c:pt>
                <c:pt idx="38272">
                  <c:v>84.99</c:v>
                </c:pt>
                <c:pt idx="38273">
                  <c:v>52.24</c:v>
                </c:pt>
                <c:pt idx="38274">
                  <c:v>51.49</c:v>
                </c:pt>
                <c:pt idx="38275">
                  <c:v>51.49</c:v>
                </c:pt>
                <c:pt idx="38276">
                  <c:v>73.989999999999995</c:v>
                </c:pt>
                <c:pt idx="38277">
                  <c:v>41.49</c:v>
                </c:pt>
                <c:pt idx="38278">
                  <c:v>41.49</c:v>
                </c:pt>
                <c:pt idx="38279">
                  <c:v>31.49</c:v>
                </c:pt>
                <c:pt idx="38280">
                  <c:v>65.989999999999995</c:v>
                </c:pt>
                <c:pt idx="38281">
                  <c:v>-84.99</c:v>
                </c:pt>
                <c:pt idx="38282">
                  <c:v>84.99</c:v>
                </c:pt>
                <c:pt idx="38283">
                  <c:v>31.49</c:v>
                </c:pt>
                <c:pt idx="38284">
                  <c:v>42.24</c:v>
                </c:pt>
                <c:pt idx="38285">
                  <c:v>51.49</c:v>
                </c:pt>
                <c:pt idx="38286">
                  <c:v>84.99</c:v>
                </c:pt>
                <c:pt idx="38287">
                  <c:v>52.24</c:v>
                </c:pt>
                <c:pt idx="38288">
                  <c:v>42.24</c:v>
                </c:pt>
                <c:pt idx="38289">
                  <c:v>46.49</c:v>
                </c:pt>
                <c:pt idx="38290">
                  <c:v>42.99</c:v>
                </c:pt>
                <c:pt idx="38291">
                  <c:v>42.24</c:v>
                </c:pt>
                <c:pt idx="38292">
                  <c:v>84.99</c:v>
                </c:pt>
                <c:pt idx="38293">
                  <c:v>31.49</c:v>
                </c:pt>
                <c:pt idx="38294">
                  <c:v>51.49</c:v>
                </c:pt>
                <c:pt idx="38295">
                  <c:v>51.49</c:v>
                </c:pt>
                <c:pt idx="38296">
                  <c:v>76.48</c:v>
                </c:pt>
                <c:pt idx="38297">
                  <c:v>76.489999999999995</c:v>
                </c:pt>
                <c:pt idx="38298">
                  <c:v>76.47</c:v>
                </c:pt>
                <c:pt idx="38299">
                  <c:v>76.47</c:v>
                </c:pt>
                <c:pt idx="38300">
                  <c:v>76.47</c:v>
                </c:pt>
                <c:pt idx="38301">
                  <c:v>83.68</c:v>
                </c:pt>
                <c:pt idx="38302">
                  <c:v>26.66</c:v>
                </c:pt>
                <c:pt idx="38303">
                  <c:v>29.28</c:v>
                </c:pt>
                <c:pt idx="38304">
                  <c:v>76.98</c:v>
                </c:pt>
                <c:pt idx="38305">
                  <c:v>221.39</c:v>
                </c:pt>
                <c:pt idx="38306">
                  <c:v>130.63</c:v>
                </c:pt>
                <c:pt idx="38307">
                  <c:v>186.29</c:v>
                </c:pt>
                <c:pt idx="38308">
                  <c:v>11.29</c:v>
                </c:pt>
                <c:pt idx="38309">
                  <c:v>57.58</c:v>
                </c:pt>
                <c:pt idx="38310">
                  <c:v>76.87</c:v>
                </c:pt>
                <c:pt idx="38311">
                  <c:v>76.87</c:v>
                </c:pt>
                <c:pt idx="38312">
                  <c:v>76.87</c:v>
                </c:pt>
                <c:pt idx="38313">
                  <c:v>63.13</c:v>
                </c:pt>
                <c:pt idx="38314">
                  <c:v>69.989999999999995</c:v>
                </c:pt>
                <c:pt idx="38315">
                  <c:v>69.989999999999995</c:v>
                </c:pt>
                <c:pt idx="38316">
                  <c:v>77.38</c:v>
                </c:pt>
                <c:pt idx="38317">
                  <c:v>69.95</c:v>
                </c:pt>
                <c:pt idx="38318">
                  <c:v>129.44999999999999</c:v>
                </c:pt>
                <c:pt idx="38319">
                  <c:v>135.97</c:v>
                </c:pt>
                <c:pt idx="38320">
                  <c:v>60.99</c:v>
                </c:pt>
                <c:pt idx="38321">
                  <c:v>60.99</c:v>
                </c:pt>
                <c:pt idx="38322">
                  <c:v>110.01</c:v>
                </c:pt>
                <c:pt idx="38323">
                  <c:v>79.989999999999995</c:v>
                </c:pt>
                <c:pt idx="38324">
                  <c:v>60.99</c:v>
                </c:pt>
                <c:pt idx="38325">
                  <c:v>60.99</c:v>
                </c:pt>
                <c:pt idx="38326">
                  <c:v>157.97</c:v>
                </c:pt>
                <c:pt idx="38327">
                  <c:v>74.98</c:v>
                </c:pt>
                <c:pt idx="38328">
                  <c:v>58.97</c:v>
                </c:pt>
                <c:pt idx="38329">
                  <c:v>63.73</c:v>
                </c:pt>
                <c:pt idx="38330">
                  <c:v>60.99</c:v>
                </c:pt>
                <c:pt idx="38331">
                  <c:v>75.98</c:v>
                </c:pt>
                <c:pt idx="38332">
                  <c:v>75.97</c:v>
                </c:pt>
                <c:pt idx="38333">
                  <c:v>67.48</c:v>
                </c:pt>
                <c:pt idx="38334">
                  <c:v>75.98</c:v>
                </c:pt>
                <c:pt idx="38335">
                  <c:v>75.959999999999994</c:v>
                </c:pt>
                <c:pt idx="38336">
                  <c:v>75.97</c:v>
                </c:pt>
                <c:pt idx="38337">
                  <c:v>75.98</c:v>
                </c:pt>
                <c:pt idx="38338">
                  <c:v>75.97</c:v>
                </c:pt>
                <c:pt idx="38339">
                  <c:v>59.96</c:v>
                </c:pt>
                <c:pt idx="38340">
                  <c:v>314.89999999999998</c:v>
                </c:pt>
                <c:pt idx="38341">
                  <c:v>399.92</c:v>
                </c:pt>
                <c:pt idx="38342">
                  <c:v>339.89</c:v>
                </c:pt>
                <c:pt idx="38343">
                  <c:v>75.959999999999994</c:v>
                </c:pt>
                <c:pt idx="38344">
                  <c:v>24.49</c:v>
                </c:pt>
                <c:pt idx="38345">
                  <c:v>34.479999999999997</c:v>
                </c:pt>
                <c:pt idx="38346">
                  <c:v>26.48</c:v>
                </c:pt>
                <c:pt idx="38347">
                  <c:v>32.49</c:v>
                </c:pt>
                <c:pt idx="38348">
                  <c:v>24.49</c:v>
                </c:pt>
                <c:pt idx="38349">
                  <c:v>34.479999999999997</c:v>
                </c:pt>
                <c:pt idx="38350">
                  <c:v>75.959999999999994</c:v>
                </c:pt>
                <c:pt idx="38351">
                  <c:v>-6</c:v>
                </c:pt>
                <c:pt idx="38352">
                  <c:v>83.98</c:v>
                </c:pt>
                <c:pt idx="38353">
                  <c:v>75.959999999999994</c:v>
                </c:pt>
                <c:pt idx="38354">
                  <c:v>77.98</c:v>
                </c:pt>
                <c:pt idx="38355">
                  <c:v>84.99</c:v>
                </c:pt>
                <c:pt idx="38356">
                  <c:v>65.19</c:v>
                </c:pt>
                <c:pt idx="38357">
                  <c:v>221.96</c:v>
                </c:pt>
                <c:pt idx="38358">
                  <c:v>130.38</c:v>
                </c:pt>
                <c:pt idx="38359">
                  <c:v>55.96</c:v>
                </c:pt>
                <c:pt idx="38360">
                  <c:v>78.64</c:v>
                </c:pt>
                <c:pt idx="38361">
                  <c:v>83.34</c:v>
                </c:pt>
                <c:pt idx="38362">
                  <c:v>137.97999999999999</c:v>
                </c:pt>
                <c:pt idx="38363">
                  <c:v>122.97</c:v>
                </c:pt>
                <c:pt idx="38364">
                  <c:v>68.989999999999995</c:v>
                </c:pt>
                <c:pt idx="38365">
                  <c:v>75.959999999999994</c:v>
                </c:pt>
                <c:pt idx="38366">
                  <c:v>32.49</c:v>
                </c:pt>
                <c:pt idx="38367">
                  <c:v>26.49</c:v>
                </c:pt>
                <c:pt idx="38368">
                  <c:v>13.27</c:v>
                </c:pt>
                <c:pt idx="38369">
                  <c:v>60.96</c:v>
                </c:pt>
                <c:pt idx="38370">
                  <c:v>75.87</c:v>
                </c:pt>
                <c:pt idx="38371">
                  <c:v>10.99</c:v>
                </c:pt>
                <c:pt idx="38372">
                  <c:v>67.48</c:v>
                </c:pt>
                <c:pt idx="38373">
                  <c:v>73.28</c:v>
                </c:pt>
                <c:pt idx="38374">
                  <c:v>122.98</c:v>
                </c:pt>
                <c:pt idx="38375">
                  <c:v>89.1</c:v>
                </c:pt>
                <c:pt idx="38376">
                  <c:v>174.97</c:v>
                </c:pt>
                <c:pt idx="38377">
                  <c:v>79.989999999999995</c:v>
                </c:pt>
                <c:pt idx="38378">
                  <c:v>79.989999999999995</c:v>
                </c:pt>
                <c:pt idx="38379">
                  <c:v>79.989999999999995</c:v>
                </c:pt>
                <c:pt idx="38380">
                  <c:v>94.98</c:v>
                </c:pt>
                <c:pt idx="38381">
                  <c:v>122.98</c:v>
                </c:pt>
                <c:pt idx="38382">
                  <c:v>71.989999999999995</c:v>
                </c:pt>
                <c:pt idx="38383">
                  <c:v>79.989999999999995</c:v>
                </c:pt>
                <c:pt idx="38384">
                  <c:v>79.989999999999995</c:v>
                </c:pt>
                <c:pt idx="38385">
                  <c:v>76.180000000000007</c:v>
                </c:pt>
                <c:pt idx="38386">
                  <c:v>159.97999999999999</c:v>
                </c:pt>
                <c:pt idx="38387">
                  <c:v>93.98</c:v>
                </c:pt>
                <c:pt idx="38388">
                  <c:v>85.48</c:v>
                </c:pt>
                <c:pt idx="38389">
                  <c:v>100.28</c:v>
                </c:pt>
                <c:pt idx="38390">
                  <c:v>64.98</c:v>
                </c:pt>
                <c:pt idx="38391">
                  <c:v>143.97999999999999</c:v>
                </c:pt>
                <c:pt idx="38392">
                  <c:v>149.97999999999999</c:v>
                </c:pt>
                <c:pt idx="38393">
                  <c:v>77.099999999999994</c:v>
                </c:pt>
                <c:pt idx="38394">
                  <c:v>82.98</c:v>
                </c:pt>
                <c:pt idx="38395">
                  <c:v>82.97</c:v>
                </c:pt>
                <c:pt idx="38396">
                  <c:v>76.97</c:v>
                </c:pt>
                <c:pt idx="38397">
                  <c:v>59.96</c:v>
                </c:pt>
                <c:pt idx="38398">
                  <c:v>76.97</c:v>
                </c:pt>
                <c:pt idx="38399">
                  <c:v>59.57</c:v>
                </c:pt>
                <c:pt idx="38400">
                  <c:v>76.959999999999994</c:v>
                </c:pt>
                <c:pt idx="38401">
                  <c:v>20.29</c:v>
                </c:pt>
                <c:pt idx="38402">
                  <c:v>56.97</c:v>
                </c:pt>
                <c:pt idx="38403">
                  <c:v>23.28</c:v>
                </c:pt>
                <c:pt idx="38404">
                  <c:v>36.28</c:v>
                </c:pt>
                <c:pt idx="38405">
                  <c:v>23.28</c:v>
                </c:pt>
                <c:pt idx="38406">
                  <c:v>36.28</c:v>
                </c:pt>
                <c:pt idx="38407">
                  <c:v>83.47</c:v>
                </c:pt>
                <c:pt idx="38408">
                  <c:v>83.47</c:v>
                </c:pt>
                <c:pt idx="38409">
                  <c:v>83.47</c:v>
                </c:pt>
                <c:pt idx="38410">
                  <c:v>65.989999999999995</c:v>
                </c:pt>
                <c:pt idx="38411">
                  <c:v>65.989999999999995</c:v>
                </c:pt>
                <c:pt idx="38412">
                  <c:v>65.989999999999995</c:v>
                </c:pt>
                <c:pt idx="38413">
                  <c:v>65.989999999999995</c:v>
                </c:pt>
                <c:pt idx="38414">
                  <c:v>60.21</c:v>
                </c:pt>
                <c:pt idx="38415">
                  <c:v>65.989999999999995</c:v>
                </c:pt>
                <c:pt idx="38416">
                  <c:v>65.989999999999995</c:v>
                </c:pt>
                <c:pt idx="38417">
                  <c:v>65.989999999999995</c:v>
                </c:pt>
                <c:pt idx="38418">
                  <c:v>65.989999999999995</c:v>
                </c:pt>
                <c:pt idx="38419">
                  <c:v>51.49</c:v>
                </c:pt>
                <c:pt idx="38420">
                  <c:v>65.989999999999995</c:v>
                </c:pt>
                <c:pt idx="38421">
                  <c:v>65.989999999999995</c:v>
                </c:pt>
                <c:pt idx="38422">
                  <c:v>62.69</c:v>
                </c:pt>
                <c:pt idx="38423">
                  <c:v>65.989999999999995</c:v>
                </c:pt>
                <c:pt idx="38424">
                  <c:v>65.989999999999995</c:v>
                </c:pt>
                <c:pt idx="38425">
                  <c:v>65.989999999999995</c:v>
                </c:pt>
                <c:pt idx="38426">
                  <c:v>65.989999999999995</c:v>
                </c:pt>
                <c:pt idx="38427">
                  <c:v>59.75</c:v>
                </c:pt>
                <c:pt idx="38428">
                  <c:v>83.47</c:v>
                </c:pt>
                <c:pt idx="38429">
                  <c:v>83.47</c:v>
                </c:pt>
                <c:pt idx="38430">
                  <c:v>83.45</c:v>
                </c:pt>
                <c:pt idx="38431">
                  <c:v>83.33</c:v>
                </c:pt>
                <c:pt idx="38432">
                  <c:v>73.77</c:v>
                </c:pt>
                <c:pt idx="38433">
                  <c:v>95.97</c:v>
                </c:pt>
                <c:pt idx="38434">
                  <c:v>94.98</c:v>
                </c:pt>
                <c:pt idx="38435">
                  <c:v>99.98</c:v>
                </c:pt>
                <c:pt idx="38436">
                  <c:v>131.97999999999999</c:v>
                </c:pt>
                <c:pt idx="38437">
                  <c:v>73.77</c:v>
                </c:pt>
                <c:pt idx="38438">
                  <c:v>73.75</c:v>
                </c:pt>
                <c:pt idx="38439">
                  <c:v>73.75</c:v>
                </c:pt>
                <c:pt idx="38440">
                  <c:v>75.98</c:v>
                </c:pt>
                <c:pt idx="38441">
                  <c:v>75.98</c:v>
                </c:pt>
                <c:pt idx="38442">
                  <c:v>75.98</c:v>
                </c:pt>
                <c:pt idx="38443">
                  <c:v>49.98</c:v>
                </c:pt>
                <c:pt idx="38444">
                  <c:v>46.28</c:v>
                </c:pt>
                <c:pt idx="38445">
                  <c:v>76.489999999999995</c:v>
                </c:pt>
                <c:pt idx="38446">
                  <c:v>76.489999999999995</c:v>
                </c:pt>
                <c:pt idx="38447">
                  <c:v>76.489999999999995</c:v>
                </c:pt>
                <c:pt idx="38448">
                  <c:v>76.489999999999995</c:v>
                </c:pt>
                <c:pt idx="38449">
                  <c:v>76.489999999999995</c:v>
                </c:pt>
                <c:pt idx="38450">
                  <c:v>76.489999999999995</c:v>
                </c:pt>
                <c:pt idx="38451">
                  <c:v>76.489999999999995</c:v>
                </c:pt>
                <c:pt idx="38452">
                  <c:v>76.489999999999995</c:v>
                </c:pt>
                <c:pt idx="38453">
                  <c:v>76.48</c:v>
                </c:pt>
                <c:pt idx="38454">
                  <c:v>76.459999999999994</c:v>
                </c:pt>
                <c:pt idx="38455">
                  <c:v>102.74</c:v>
                </c:pt>
                <c:pt idx="38456">
                  <c:v>85.97</c:v>
                </c:pt>
                <c:pt idx="38457">
                  <c:v>21.49</c:v>
                </c:pt>
                <c:pt idx="38458">
                  <c:v>74.98</c:v>
                </c:pt>
                <c:pt idx="38459">
                  <c:v>41.49</c:v>
                </c:pt>
                <c:pt idx="38460">
                  <c:v>55.98</c:v>
                </c:pt>
                <c:pt idx="38461">
                  <c:v>92.98</c:v>
                </c:pt>
                <c:pt idx="38462">
                  <c:v>49.99</c:v>
                </c:pt>
                <c:pt idx="38463">
                  <c:v>50.98</c:v>
                </c:pt>
                <c:pt idx="38464">
                  <c:v>137.94999999999999</c:v>
                </c:pt>
                <c:pt idx="38465">
                  <c:v>65.98</c:v>
                </c:pt>
                <c:pt idx="38466">
                  <c:v>135.96</c:v>
                </c:pt>
                <c:pt idx="38467">
                  <c:v>119.97</c:v>
                </c:pt>
                <c:pt idx="38468">
                  <c:v>99.97</c:v>
                </c:pt>
                <c:pt idx="38469">
                  <c:v>71.930000000000007</c:v>
                </c:pt>
                <c:pt idx="38470">
                  <c:v>137.96</c:v>
                </c:pt>
                <c:pt idx="38471">
                  <c:v>19.989999999999998</c:v>
                </c:pt>
                <c:pt idx="38472">
                  <c:v>54.98</c:v>
                </c:pt>
                <c:pt idx="38473">
                  <c:v>74.98</c:v>
                </c:pt>
                <c:pt idx="38474">
                  <c:v>75.09</c:v>
                </c:pt>
                <c:pt idx="38475">
                  <c:v>74.98</c:v>
                </c:pt>
                <c:pt idx="38476">
                  <c:v>99.98</c:v>
                </c:pt>
                <c:pt idx="38477">
                  <c:v>84.99</c:v>
                </c:pt>
                <c:pt idx="38478">
                  <c:v>99.98</c:v>
                </c:pt>
                <c:pt idx="38479">
                  <c:v>94.96</c:v>
                </c:pt>
                <c:pt idx="38480">
                  <c:v>84.99</c:v>
                </c:pt>
                <c:pt idx="38481">
                  <c:v>95.97</c:v>
                </c:pt>
                <c:pt idx="38482">
                  <c:v>80.98</c:v>
                </c:pt>
                <c:pt idx="38483">
                  <c:v>90.79</c:v>
                </c:pt>
                <c:pt idx="38484">
                  <c:v>99.98</c:v>
                </c:pt>
                <c:pt idx="38485">
                  <c:v>75.09</c:v>
                </c:pt>
                <c:pt idx="38486">
                  <c:v>75.09</c:v>
                </c:pt>
                <c:pt idx="38487">
                  <c:v>65.989999999999995</c:v>
                </c:pt>
                <c:pt idx="38488">
                  <c:v>69.989999999999995</c:v>
                </c:pt>
                <c:pt idx="38489">
                  <c:v>80.98</c:v>
                </c:pt>
                <c:pt idx="38490">
                  <c:v>74.98</c:v>
                </c:pt>
                <c:pt idx="38491">
                  <c:v>74.98</c:v>
                </c:pt>
                <c:pt idx="38492">
                  <c:v>49.49</c:v>
                </c:pt>
                <c:pt idx="38493">
                  <c:v>74.989999999999995</c:v>
                </c:pt>
                <c:pt idx="38494">
                  <c:v>66.48</c:v>
                </c:pt>
                <c:pt idx="38495">
                  <c:v>74.989999999999995</c:v>
                </c:pt>
                <c:pt idx="38496">
                  <c:v>74.97</c:v>
                </c:pt>
                <c:pt idx="38497">
                  <c:v>74.97</c:v>
                </c:pt>
                <c:pt idx="38498">
                  <c:v>252.42</c:v>
                </c:pt>
                <c:pt idx="38499">
                  <c:v>202.27</c:v>
                </c:pt>
                <c:pt idx="38500">
                  <c:v>254.97</c:v>
                </c:pt>
                <c:pt idx="38501">
                  <c:v>219.97</c:v>
                </c:pt>
                <c:pt idx="38502">
                  <c:v>224.29</c:v>
                </c:pt>
                <c:pt idx="38503">
                  <c:v>329.95</c:v>
                </c:pt>
                <c:pt idx="38504">
                  <c:v>252.42</c:v>
                </c:pt>
                <c:pt idx="38505">
                  <c:v>131.97999999999999</c:v>
                </c:pt>
                <c:pt idx="38506">
                  <c:v>74.97</c:v>
                </c:pt>
                <c:pt idx="38507">
                  <c:v>57.98</c:v>
                </c:pt>
                <c:pt idx="38508">
                  <c:v>74.97</c:v>
                </c:pt>
                <c:pt idx="38509">
                  <c:v>74.97</c:v>
                </c:pt>
                <c:pt idx="38510">
                  <c:v>74.97</c:v>
                </c:pt>
                <c:pt idx="38511">
                  <c:v>74.98</c:v>
                </c:pt>
                <c:pt idx="38512">
                  <c:v>74.98</c:v>
                </c:pt>
                <c:pt idx="38513">
                  <c:v>74.98</c:v>
                </c:pt>
                <c:pt idx="38514">
                  <c:v>151.97</c:v>
                </c:pt>
                <c:pt idx="38515">
                  <c:v>65.989999999999995</c:v>
                </c:pt>
                <c:pt idx="38516">
                  <c:v>121.98</c:v>
                </c:pt>
                <c:pt idx="38517">
                  <c:v>259.8</c:v>
                </c:pt>
                <c:pt idx="38518">
                  <c:v>141.97</c:v>
                </c:pt>
                <c:pt idx="38519">
                  <c:v>151.97</c:v>
                </c:pt>
                <c:pt idx="38520">
                  <c:v>59.37</c:v>
                </c:pt>
                <c:pt idx="38521">
                  <c:v>74.98</c:v>
                </c:pt>
                <c:pt idx="38522">
                  <c:v>74.98</c:v>
                </c:pt>
                <c:pt idx="38523">
                  <c:v>74.97</c:v>
                </c:pt>
                <c:pt idx="38524">
                  <c:v>74.97</c:v>
                </c:pt>
                <c:pt idx="38525">
                  <c:v>66.48</c:v>
                </c:pt>
                <c:pt idx="38526">
                  <c:v>108.86</c:v>
                </c:pt>
                <c:pt idx="38527">
                  <c:v>220.96</c:v>
                </c:pt>
                <c:pt idx="38528">
                  <c:v>225.94</c:v>
                </c:pt>
                <c:pt idx="38529">
                  <c:v>209.95</c:v>
                </c:pt>
                <c:pt idx="38530">
                  <c:v>124.97</c:v>
                </c:pt>
                <c:pt idx="38531">
                  <c:v>70.959999999999994</c:v>
                </c:pt>
                <c:pt idx="38532">
                  <c:v>173.95</c:v>
                </c:pt>
                <c:pt idx="38533">
                  <c:v>169.98</c:v>
                </c:pt>
                <c:pt idx="38534">
                  <c:v>-15.99</c:v>
                </c:pt>
                <c:pt idx="38535">
                  <c:v>102.05</c:v>
                </c:pt>
                <c:pt idx="38536">
                  <c:v>74.97</c:v>
                </c:pt>
                <c:pt idx="38537">
                  <c:v>74.98</c:v>
                </c:pt>
                <c:pt idx="38538">
                  <c:v>74.97</c:v>
                </c:pt>
                <c:pt idx="38539">
                  <c:v>32.24</c:v>
                </c:pt>
                <c:pt idx="38540">
                  <c:v>17.239999999999998</c:v>
                </c:pt>
                <c:pt idx="38541">
                  <c:v>74.97</c:v>
                </c:pt>
                <c:pt idx="38542">
                  <c:v>74.97</c:v>
                </c:pt>
                <c:pt idx="38543">
                  <c:v>74.97</c:v>
                </c:pt>
                <c:pt idx="38544">
                  <c:v>74.97</c:v>
                </c:pt>
                <c:pt idx="38545">
                  <c:v>74.97</c:v>
                </c:pt>
                <c:pt idx="38546">
                  <c:v>161.96</c:v>
                </c:pt>
                <c:pt idx="38547">
                  <c:v>131.97999999999999</c:v>
                </c:pt>
                <c:pt idx="38548">
                  <c:v>171.97</c:v>
                </c:pt>
                <c:pt idx="38549">
                  <c:v>194.45</c:v>
                </c:pt>
                <c:pt idx="38550">
                  <c:v>61.58</c:v>
                </c:pt>
                <c:pt idx="38551">
                  <c:v>138.49</c:v>
                </c:pt>
                <c:pt idx="38552">
                  <c:v>74.97</c:v>
                </c:pt>
                <c:pt idx="38553">
                  <c:v>74.97</c:v>
                </c:pt>
                <c:pt idx="38554">
                  <c:v>74.97</c:v>
                </c:pt>
                <c:pt idx="38555">
                  <c:v>50.97</c:v>
                </c:pt>
                <c:pt idx="38556">
                  <c:v>50.97</c:v>
                </c:pt>
                <c:pt idx="38557">
                  <c:v>22.24</c:v>
                </c:pt>
                <c:pt idx="38558">
                  <c:v>31.48</c:v>
                </c:pt>
                <c:pt idx="38559">
                  <c:v>74.95</c:v>
                </c:pt>
                <c:pt idx="38560">
                  <c:v>74.95</c:v>
                </c:pt>
                <c:pt idx="38561">
                  <c:v>82.74</c:v>
                </c:pt>
                <c:pt idx="38562">
                  <c:v>75.569999999999993</c:v>
                </c:pt>
                <c:pt idx="38563">
                  <c:v>103.77</c:v>
                </c:pt>
                <c:pt idx="38564">
                  <c:v>84.14</c:v>
                </c:pt>
                <c:pt idx="38565">
                  <c:v>73.989999999999995</c:v>
                </c:pt>
                <c:pt idx="38566">
                  <c:v>224.17</c:v>
                </c:pt>
                <c:pt idx="38567">
                  <c:v>83.93</c:v>
                </c:pt>
                <c:pt idx="38568">
                  <c:v>70.989999999999995</c:v>
                </c:pt>
                <c:pt idx="38569">
                  <c:v>84.99</c:v>
                </c:pt>
                <c:pt idx="38570">
                  <c:v>131.96</c:v>
                </c:pt>
                <c:pt idx="38571">
                  <c:v>84.99</c:v>
                </c:pt>
                <c:pt idx="38572">
                  <c:v>82.73</c:v>
                </c:pt>
                <c:pt idx="38573">
                  <c:v>87.28</c:v>
                </c:pt>
                <c:pt idx="38574">
                  <c:v>84.99</c:v>
                </c:pt>
                <c:pt idx="38575">
                  <c:v>82.73</c:v>
                </c:pt>
                <c:pt idx="38576">
                  <c:v>82.73</c:v>
                </c:pt>
                <c:pt idx="38577">
                  <c:v>72.489999999999995</c:v>
                </c:pt>
                <c:pt idx="38578">
                  <c:v>51.99</c:v>
                </c:pt>
                <c:pt idx="38579">
                  <c:v>21.99</c:v>
                </c:pt>
                <c:pt idx="38580">
                  <c:v>75.98</c:v>
                </c:pt>
                <c:pt idx="38581">
                  <c:v>75.98</c:v>
                </c:pt>
                <c:pt idx="38582">
                  <c:v>84.14</c:v>
                </c:pt>
                <c:pt idx="38583">
                  <c:v>78.849999999999994</c:v>
                </c:pt>
                <c:pt idx="38584">
                  <c:v>84.33</c:v>
                </c:pt>
                <c:pt idx="38585">
                  <c:v>56.98</c:v>
                </c:pt>
                <c:pt idx="38586">
                  <c:v>87.12</c:v>
                </c:pt>
                <c:pt idx="38587">
                  <c:v>105.32</c:v>
                </c:pt>
                <c:pt idx="38588">
                  <c:v>84.14</c:v>
                </c:pt>
                <c:pt idx="38589">
                  <c:v>64.33</c:v>
                </c:pt>
                <c:pt idx="38590">
                  <c:v>75.09</c:v>
                </c:pt>
                <c:pt idx="38591">
                  <c:v>84.14</c:v>
                </c:pt>
                <c:pt idx="38592">
                  <c:v>131.59</c:v>
                </c:pt>
                <c:pt idx="38593">
                  <c:v>84.99</c:v>
                </c:pt>
                <c:pt idx="38594">
                  <c:v>84.99</c:v>
                </c:pt>
                <c:pt idx="38595">
                  <c:v>84.99</c:v>
                </c:pt>
                <c:pt idx="38596">
                  <c:v>114.97</c:v>
                </c:pt>
                <c:pt idx="38597">
                  <c:v>65.19</c:v>
                </c:pt>
                <c:pt idx="38598">
                  <c:v>84.13</c:v>
                </c:pt>
                <c:pt idx="38599">
                  <c:v>84.14</c:v>
                </c:pt>
                <c:pt idx="38600">
                  <c:v>84.14</c:v>
                </c:pt>
                <c:pt idx="38601">
                  <c:v>83.29</c:v>
                </c:pt>
                <c:pt idx="38602">
                  <c:v>75.98</c:v>
                </c:pt>
                <c:pt idx="38603">
                  <c:v>75.98</c:v>
                </c:pt>
                <c:pt idx="38604">
                  <c:v>75.98</c:v>
                </c:pt>
                <c:pt idx="38605">
                  <c:v>75.97</c:v>
                </c:pt>
                <c:pt idx="38606">
                  <c:v>75.97</c:v>
                </c:pt>
                <c:pt idx="38607">
                  <c:v>75.959999999999994</c:v>
                </c:pt>
                <c:pt idx="38608">
                  <c:v>75.959999999999994</c:v>
                </c:pt>
                <c:pt idx="38609">
                  <c:v>114.97</c:v>
                </c:pt>
                <c:pt idx="38610">
                  <c:v>153.97999999999999</c:v>
                </c:pt>
                <c:pt idx="38611">
                  <c:v>86.36</c:v>
                </c:pt>
                <c:pt idx="38612">
                  <c:v>236.94</c:v>
                </c:pt>
                <c:pt idx="38613">
                  <c:v>29.05</c:v>
                </c:pt>
                <c:pt idx="38614">
                  <c:v>364.92</c:v>
                </c:pt>
                <c:pt idx="38615">
                  <c:v>114.97</c:v>
                </c:pt>
                <c:pt idx="38616">
                  <c:v>75.959999999999994</c:v>
                </c:pt>
                <c:pt idx="38617">
                  <c:v>75.959999999999994</c:v>
                </c:pt>
                <c:pt idx="38618">
                  <c:v>75.959999999999994</c:v>
                </c:pt>
                <c:pt idx="38619">
                  <c:v>75.959999999999994</c:v>
                </c:pt>
                <c:pt idx="38620">
                  <c:v>75.959999999999994</c:v>
                </c:pt>
                <c:pt idx="38621">
                  <c:v>75.959999999999994</c:v>
                </c:pt>
                <c:pt idx="38622">
                  <c:v>75.959999999999994</c:v>
                </c:pt>
                <c:pt idx="38623">
                  <c:v>75.959999999999994</c:v>
                </c:pt>
                <c:pt idx="38624">
                  <c:v>169.98</c:v>
                </c:pt>
                <c:pt idx="38625">
                  <c:v>39.99</c:v>
                </c:pt>
                <c:pt idx="38626">
                  <c:v>164.35</c:v>
                </c:pt>
                <c:pt idx="38627">
                  <c:v>249.96</c:v>
                </c:pt>
                <c:pt idx="38628">
                  <c:v>82.97</c:v>
                </c:pt>
                <c:pt idx="38629">
                  <c:v>57.98</c:v>
                </c:pt>
                <c:pt idx="38630">
                  <c:v>133.04</c:v>
                </c:pt>
                <c:pt idx="38631">
                  <c:v>124.18</c:v>
                </c:pt>
                <c:pt idx="38632">
                  <c:v>169.98</c:v>
                </c:pt>
                <c:pt idx="38633">
                  <c:v>130.28</c:v>
                </c:pt>
                <c:pt idx="38634">
                  <c:v>169.98</c:v>
                </c:pt>
                <c:pt idx="38635">
                  <c:v>223.95</c:v>
                </c:pt>
                <c:pt idx="38636">
                  <c:v>169.98</c:v>
                </c:pt>
                <c:pt idx="38637">
                  <c:v>241.94</c:v>
                </c:pt>
                <c:pt idx="38638">
                  <c:v>91.95</c:v>
                </c:pt>
                <c:pt idx="38639">
                  <c:v>50.95</c:v>
                </c:pt>
                <c:pt idx="38640">
                  <c:v>7.29</c:v>
                </c:pt>
                <c:pt idx="38641">
                  <c:v>7.29</c:v>
                </c:pt>
                <c:pt idx="38642">
                  <c:v>13.28</c:v>
                </c:pt>
                <c:pt idx="38643">
                  <c:v>13.28</c:v>
                </c:pt>
                <c:pt idx="38644">
                  <c:v>75.87</c:v>
                </c:pt>
                <c:pt idx="38645">
                  <c:v>75.87</c:v>
                </c:pt>
                <c:pt idx="38646">
                  <c:v>82.26</c:v>
                </c:pt>
                <c:pt idx="38647">
                  <c:v>82.26</c:v>
                </c:pt>
                <c:pt idx="38648">
                  <c:v>82.24</c:v>
                </c:pt>
                <c:pt idx="38649">
                  <c:v>82.23</c:v>
                </c:pt>
                <c:pt idx="38650">
                  <c:v>149.97</c:v>
                </c:pt>
                <c:pt idx="38651">
                  <c:v>141.96</c:v>
                </c:pt>
                <c:pt idx="38652">
                  <c:v>119.97</c:v>
                </c:pt>
                <c:pt idx="38653">
                  <c:v>151.06</c:v>
                </c:pt>
                <c:pt idx="38654">
                  <c:v>81.98</c:v>
                </c:pt>
                <c:pt idx="38655">
                  <c:v>179.46</c:v>
                </c:pt>
                <c:pt idx="38656">
                  <c:v>114.97</c:v>
                </c:pt>
                <c:pt idx="38657">
                  <c:v>131.97999999999999</c:v>
                </c:pt>
                <c:pt idx="38658">
                  <c:v>131.97999999999999</c:v>
                </c:pt>
                <c:pt idx="38659">
                  <c:v>99.98</c:v>
                </c:pt>
                <c:pt idx="38660">
                  <c:v>104.97</c:v>
                </c:pt>
                <c:pt idx="38661">
                  <c:v>145.97</c:v>
                </c:pt>
                <c:pt idx="38662">
                  <c:v>99.98</c:v>
                </c:pt>
                <c:pt idx="38663">
                  <c:v>82.23</c:v>
                </c:pt>
                <c:pt idx="38664">
                  <c:v>11.49</c:v>
                </c:pt>
                <c:pt idx="38665">
                  <c:v>54.99</c:v>
                </c:pt>
                <c:pt idx="38666">
                  <c:v>11.28</c:v>
                </c:pt>
                <c:pt idx="38667">
                  <c:v>62.98</c:v>
                </c:pt>
                <c:pt idx="38668">
                  <c:v>3.49</c:v>
                </c:pt>
                <c:pt idx="38669">
                  <c:v>81.47</c:v>
                </c:pt>
                <c:pt idx="38670">
                  <c:v>74.989999999999995</c:v>
                </c:pt>
                <c:pt idx="38671">
                  <c:v>74.98</c:v>
                </c:pt>
                <c:pt idx="38672">
                  <c:v>131.97999999999999</c:v>
                </c:pt>
                <c:pt idx="38673">
                  <c:v>169.98</c:v>
                </c:pt>
                <c:pt idx="38674">
                  <c:v>103.94</c:v>
                </c:pt>
                <c:pt idx="38675">
                  <c:v>169.98</c:v>
                </c:pt>
                <c:pt idx="38676">
                  <c:v>163.41999999999999</c:v>
                </c:pt>
                <c:pt idx="38677">
                  <c:v>84.99</c:v>
                </c:pt>
                <c:pt idx="38678">
                  <c:v>169.98</c:v>
                </c:pt>
                <c:pt idx="38679">
                  <c:v>159.97999999999999</c:v>
                </c:pt>
                <c:pt idx="38680">
                  <c:v>169.98</c:v>
                </c:pt>
                <c:pt idx="38681">
                  <c:v>169.98</c:v>
                </c:pt>
                <c:pt idx="38682">
                  <c:v>157.88999999999999</c:v>
                </c:pt>
                <c:pt idx="38683">
                  <c:v>84.99</c:v>
                </c:pt>
                <c:pt idx="38684">
                  <c:v>118.78</c:v>
                </c:pt>
                <c:pt idx="38685">
                  <c:v>82.35</c:v>
                </c:pt>
                <c:pt idx="38686">
                  <c:v>169.98</c:v>
                </c:pt>
                <c:pt idx="38687">
                  <c:v>74.98</c:v>
                </c:pt>
                <c:pt idx="38688">
                  <c:v>74.97</c:v>
                </c:pt>
                <c:pt idx="38689">
                  <c:v>74.680000000000007</c:v>
                </c:pt>
                <c:pt idx="38690">
                  <c:v>73.98</c:v>
                </c:pt>
                <c:pt idx="38691">
                  <c:v>159.58000000000001</c:v>
                </c:pt>
                <c:pt idx="38692">
                  <c:v>152.97999999999999</c:v>
                </c:pt>
                <c:pt idx="38693">
                  <c:v>152.97999999999999</c:v>
                </c:pt>
                <c:pt idx="38694">
                  <c:v>144.47999999999999</c:v>
                </c:pt>
                <c:pt idx="38695">
                  <c:v>156.97999999999999</c:v>
                </c:pt>
                <c:pt idx="38696">
                  <c:v>131.08000000000001</c:v>
                </c:pt>
                <c:pt idx="38697">
                  <c:v>144.47999999999999</c:v>
                </c:pt>
                <c:pt idx="38698">
                  <c:v>152.97999999999999</c:v>
                </c:pt>
                <c:pt idx="38699">
                  <c:v>124.96</c:v>
                </c:pt>
                <c:pt idx="38700">
                  <c:v>166.97</c:v>
                </c:pt>
                <c:pt idx="38701">
                  <c:v>152.97999999999999</c:v>
                </c:pt>
                <c:pt idx="38702">
                  <c:v>89.98</c:v>
                </c:pt>
                <c:pt idx="38703">
                  <c:v>149.30000000000001</c:v>
                </c:pt>
                <c:pt idx="38704">
                  <c:v>73.98</c:v>
                </c:pt>
                <c:pt idx="38705">
                  <c:v>73.98</c:v>
                </c:pt>
                <c:pt idx="38706">
                  <c:v>73.98</c:v>
                </c:pt>
                <c:pt idx="38707">
                  <c:v>73.98</c:v>
                </c:pt>
                <c:pt idx="38708">
                  <c:v>73.98</c:v>
                </c:pt>
                <c:pt idx="38709">
                  <c:v>73.98</c:v>
                </c:pt>
                <c:pt idx="38710">
                  <c:v>73.98</c:v>
                </c:pt>
                <c:pt idx="38711">
                  <c:v>73.98</c:v>
                </c:pt>
                <c:pt idx="38712">
                  <c:v>73.98</c:v>
                </c:pt>
                <c:pt idx="38713">
                  <c:v>187.95</c:v>
                </c:pt>
                <c:pt idx="38714">
                  <c:v>79.97</c:v>
                </c:pt>
                <c:pt idx="38715">
                  <c:v>59.98</c:v>
                </c:pt>
                <c:pt idx="38716">
                  <c:v>56.99</c:v>
                </c:pt>
                <c:pt idx="38717">
                  <c:v>55.36</c:v>
                </c:pt>
                <c:pt idx="38718">
                  <c:v>59.98</c:v>
                </c:pt>
                <c:pt idx="38719">
                  <c:v>157.97</c:v>
                </c:pt>
                <c:pt idx="38720">
                  <c:v>59.98</c:v>
                </c:pt>
                <c:pt idx="38721">
                  <c:v>59.98</c:v>
                </c:pt>
                <c:pt idx="38722">
                  <c:v>89.97</c:v>
                </c:pt>
                <c:pt idx="38723">
                  <c:v>59.98</c:v>
                </c:pt>
                <c:pt idx="38724">
                  <c:v>59.98</c:v>
                </c:pt>
                <c:pt idx="38725">
                  <c:v>59.98</c:v>
                </c:pt>
                <c:pt idx="38726">
                  <c:v>73.97</c:v>
                </c:pt>
                <c:pt idx="38727">
                  <c:v>73.97</c:v>
                </c:pt>
                <c:pt idx="38728">
                  <c:v>73.98</c:v>
                </c:pt>
                <c:pt idx="38729">
                  <c:v>73.98</c:v>
                </c:pt>
                <c:pt idx="38730">
                  <c:v>11.48</c:v>
                </c:pt>
                <c:pt idx="38731">
                  <c:v>53.99</c:v>
                </c:pt>
                <c:pt idx="38732">
                  <c:v>80.98</c:v>
                </c:pt>
                <c:pt idx="38733">
                  <c:v>56.97</c:v>
                </c:pt>
                <c:pt idx="38734">
                  <c:v>65.989999999999995</c:v>
                </c:pt>
                <c:pt idx="38735">
                  <c:v>77.97</c:v>
                </c:pt>
                <c:pt idx="38736">
                  <c:v>154.96</c:v>
                </c:pt>
                <c:pt idx="38737">
                  <c:v>56.97</c:v>
                </c:pt>
                <c:pt idx="38738">
                  <c:v>94.96</c:v>
                </c:pt>
                <c:pt idx="38739">
                  <c:v>46.5</c:v>
                </c:pt>
                <c:pt idx="38740">
                  <c:v>58.98</c:v>
                </c:pt>
                <c:pt idx="38741">
                  <c:v>117.97</c:v>
                </c:pt>
                <c:pt idx="38742">
                  <c:v>65.989999999999995</c:v>
                </c:pt>
                <c:pt idx="38743">
                  <c:v>79.989999999999995</c:v>
                </c:pt>
                <c:pt idx="38744">
                  <c:v>65.989999999999995</c:v>
                </c:pt>
                <c:pt idx="38745">
                  <c:v>16.489999999999998</c:v>
                </c:pt>
                <c:pt idx="38746">
                  <c:v>54.99</c:v>
                </c:pt>
                <c:pt idx="38747">
                  <c:v>80.97</c:v>
                </c:pt>
                <c:pt idx="38748">
                  <c:v>80.98</c:v>
                </c:pt>
                <c:pt idx="38749">
                  <c:v>26.73</c:v>
                </c:pt>
                <c:pt idx="38750">
                  <c:v>25.74</c:v>
                </c:pt>
                <c:pt idx="38751">
                  <c:v>84.98</c:v>
                </c:pt>
                <c:pt idx="38752">
                  <c:v>79.98</c:v>
                </c:pt>
                <c:pt idx="38753">
                  <c:v>51.28</c:v>
                </c:pt>
                <c:pt idx="38754">
                  <c:v>98.98</c:v>
                </c:pt>
                <c:pt idx="38755">
                  <c:v>93.98</c:v>
                </c:pt>
                <c:pt idx="38756">
                  <c:v>97.98</c:v>
                </c:pt>
                <c:pt idx="38757">
                  <c:v>104.93</c:v>
                </c:pt>
                <c:pt idx="38758">
                  <c:v>122.97</c:v>
                </c:pt>
                <c:pt idx="38759">
                  <c:v>112.97</c:v>
                </c:pt>
                <c:pt idx="38760">
                  <c:v>71.98</c:v>
                </c:pt>
                <c:pt idx="38761">
                  <c:v>90.98</c:v>
                </c:pt>
                <c:pt idx="38762">
                  <c:v>83.28</c:v>
                </c:pt>
                <c:pt idx="38763">
                  <c:v>71.959999999999994</c:v>
                </c:pt>
                <c:pt idx="38764">
                  <c:v>73.760000000000005</c:v>
                </c:pt>
                <c:pt idx="38765">
                  <c:v>73.77</c:v>
                </c:pt>
                <c:pt idx="38766">
                  <c:v>73.77</c:v>
                </c:pt>
                <c:pt idx="38767">
                  <c:v>74.989999999999995</c:v>
                </c:pt>
                <c:pt idx="38768">
                  <c:v>74.989999999999995</c:v>
                </c:pt>
                <c:pt idx="38769">
                  <c:v>74.989999999999995</c:v>
                </c:pt>
                <c:pt idx="38770">
                  <c:v>79.989999999999995</c:v>
                </c:pt>
                <c:pt idx="38771">
                  <c:v>77.930000000000007</c:v>
                </c:pt>
                <c:pt idx="38772">
                  <c:v>79.989999999999995</c:v>
                </c:pt>
                <c:pt idx="38773">
                  <c:v>58.55</c:v>
                </c:pt>
                <c:pt idx="38774">
                  <c:v>79.19</c:v>
                </c:pt>
                <c:pt idx="38775">
                  <c:v>79.989999999999995</c:v>
                </c:pt>
                <c:pt idx="38776">
                  <c:v>79.989999999999995</c:v>
                </c:pt>
                <c:pt idx="38777">
                  <c:v>78.39</c:v>
                </c:pt>
                <c:pt idx="38778">
                  <c:v>79.19</c:v>
                </c:pt>
                <c:pt idx="38779">
                  <c:v>60.99</c:v>
                </c:pt>
                <c:pt idx="38780">
                  <c:v>79.19</c:v>
                </c:pt>
                <c:pt idx="38781">
                  <c:v>79.989999999999995</c:v>
                </c:pt>
                <c:pt idx="38782">
                  <c:v>79.989999999999995</c:v>
                </c:pt>
                <c:pt idx="38783">
                  <c:v>60.99</c:v>
                </c:pt>
                <c:pt idx="38784">
                  <c:v>60.99</c:v>
                </c:pt>
                <c:pt idx="38785">
                  <c:v>79.989999999999995</c:v>
                </c:pt>
                <c:pt idx="38786">
                  <c:v>60.38</c:v>
                </c:pt>
                <c:pt idx="38787">
                  <c:v>79.38</c:v>
                </c:pt>
                <c:pt idx="38788">
                  <c:v>79.19</c:v>
                </c:pt>
                <c:pt idx="38789">
                  <c:v>79.989999999999995</c:v>
                </c:pt>
                <c:pt idx="38790">
                  <c:v>79.989999999999995</c:v>
                </c:pt>
                <c:pt idx="38791">
                  <c:v>79.989999999999995</c:v>
                </c:pt>
                <c:pt idx="38792">
                  <c:v>45.09</c:v>
                </c:pt>
                <c:pt idx="38793">
                  <c:v>79.989999999999995</c:v>
                </c:pt>
                <c:pt idx="38794">
                  <c:v>74.989999999999995</c:v>
                </c:pt>
                <c:pt idx="38795">
                  <c:v>74.989999999999995</c:v>
                </c:pt>
                <c:pt idx="38796">
                  <c:v>74.989999999999995</c:v>
                </c:pt>
                <c:pt idx="38797">
                  <c:v>74.989999999999995</c:v>
                </c:pt>
                <c:pt idx="38798">
                  <c:v>74.98</c:v>
                </c:pt>
                <c:pt idx="38799">
                  <c:v>57.59</c:v>
                </c:pt>
                <c:pt idx="38800">
                  <c:v>57.59</c:v>
                </c:pt>
                <c:pt idx="38801">
                  <c:v>56.97</c:v>
                </c:pt>
                <c:pt idx="38802">
                  <c:v>74.98</c:v>
                </c:pt>
                <c:pt idx="38803">
                  <c:v>74.98</c:v>
                </c:pt>
                <c:pt idx="38804">
                  <c:v>48.89</c:v>
                </c:pt>
                <c:pt idx="38805">
                  <c:v>74.98</c:v>
                </c:pt>
                <c:pt idx="38806">
                  <c:v>74.97</c:v>
                </c:pt>
                <c:pt idx="38807">
                  <c:v>94.97</c:v>
                </c:pt>
                <c:pt idx="38808">
                  <c:v>149.97</c:v>
                </c:pt>
                <c:pt idx="38809">
                  <c:v>145.97</c:v>
                </c:pt>
                <c:pt idx="38810">
                  <c:v>281.45999999999998</c:v>
                </c:pt>
                <c:pt idx="38811">
                  <c:v>203.54</c:v>
                </c:pt>
                <c:pt idx="38812">
                  <c:v>221.47</c:v>
                </c:pt>
                <c:pt idx="38813">
                  <c:v>123.97</c:v>
                </c:pt>
                <c:pt idx="38814">
                  <c:v>74.97</c:v>
                </c:pt>
                <c:pt idx="38815">
                  <c:v>34.93</c:v>
                </c:pt>
                <c:pt idx="38816">
                  <c:v>34.93</c:v>
                </c:pt>
                <c:pt idx="38817">
                  <c:v>74.97</c:v>
                </c:pt>
                <c:pt idx="38818">
                  <c:v>74.97</c:v>
                </c:pt>
                <c:pt idx="38819">
                  <c:v>74.97</c:v>
                </c:pt>
                <c:pt idx="38820">
                  <c:v>74.97</c:v>
                </c:pt>
                <c:pt idx="38821">
                  <c:v>74.97</c:v>
                </c:pt>
                <c:pt idx="38822">
                  <c:v>74.95</c:v>
                </c:pt>
                <c:pt idx="38823">
                  <c:v>109.95</c:v>
                </c:pt>
                <c:pt idx="38824">
                  <c:v>119.96</c:v>
                </c:pt>
                <c:pt idx="38825">
                  <c:v>89.97</c:v>
                </c:pt>
                <c:pt idx="38826">
                  <c:v>119.96</c:v>
                </c:pt>
                <c:pt idx="38827">
                  <c:v>119.96</c:v>
                </c:pt>
                <c:pt idx="38828">
                  <c:v>119.96</c:v>
                </c:pt>
                <c:pt idx="38829">
                  <c:v>119.96</c:v>
                </c:pt>
                <c:pt idx="38830">
                  <c:v>119.96</c:v>
                </c:pt>
                <c:pt idx="38831">
                  <c:v>110.97</c:v>
                </c:pt>
                <c:pt idx="38832">
                  <c:v>119.96</c:v>
                </c:pt>
                <c:pt idx="38833">
                  <c:v>159.24</c:v>
                </c:pt>
                <c:pt idx="38834">
                  <c:v>114.96</c:v>
                </c:pt>
                <c:pt idx="38835">
                  <c:v>111.14</c:v>
                </c:pt>
                <c:pt idx="38836">
                  <c:v>99.95</c:v>
                </c:pt>
                <c:pt idx="38837">
                  <c:v>112.47</c:v>
                </c:pt>
                <c:pt idx="38838">
                  <c:v>119.96</c:v>
                </c:pt>
                <c:pt idx="38839">
                  <c:v>73.569999999999993</c:v>
                </c:pt>
                <c:pt idx="38840">
                  <c:v>73.48</c:v>
                </c:pt>
                <c:pt idx="38841">
                  <c:v>5.97</c:v>
                </c:pt>
                <c:pt idx="38842">
                  <c:v>5.97</c:v>
                </c:pt>
                <c:pt idx="38843">
                  <c:v>73.48</c:v>
                </c:pt>
                <c:pt idx="38844">
                  <c:v>73.48</c:v>
                </c:pt>
                <c:pt idx="38845">
                  <c:v>73.48</c:v>
                </c:pt>
                <c:pt idx="38846">
                  <c:v>73.48</c:v>
                </c:pt>
                <c:pt idx="38847">
                  <c:v>73.48</c:v>
                </c:pt>
                <c:pt idx="38848">
                  <c:v>81.05</c:v>
                </c:pt>
                <c:pt idx="38849">
                  <c:v>169.98</c:v>
                </c:pt>
                <c:pt idx="38850">
                  <c:v>169.98</c:v>
                </c:pt>
                <c:pt idx="38851">
                  <c:v>169.98</c:v>
                </c:pt>
                <c:pt idx="38852">
                  <c:v>84.99</c:v>
                </c:pt>
                <c:pt idx="38853">
                  <c:v>84.99</c:v>
                </c:pt>
                <c:pt idx="38854">
                  <c:v>84.99</c:v>
                </c:pt>
                <c:pt idx="38855">
                  <c:v>169.98</c:v>
                </c:pt>
                <c:pt idx="38856">
                  <c:v>169.98</c:v>
                </c:pt>
                <c:pt idx="38857">
                  <c:v>169.98</c:v>
                </c:pt>
                <c:pt idx="38858">
                  <c:v>84.99</c:v>
                </c:pt>
                <c:pt idx="38859">
                  <c:v>84.99</c:v>
                </c:pt>
                <c:pt idx="38860">
                  <c:v>84.99</c:v>
                </c:pt>
                <c:pt idx="38861">
                  <c:v>169.98</c:v>
                </c:pt>
                <c:pt idx="38862">
                  <c:v>163.34</c:v>
                </c:pt>
                <c:pt idx="38863">
                  <c:v>163.34</c:v>
                </c:pt>
                <c:pt idx="38864">
                  <c:v>68.989999999999995</c:v>
                </c:pt>
                <c:pt idx="38865">
                  <c:v>68.989999999999995</c:v>
                </c:pt>
                <c:pt idx="38866">
                  <c:v>169.98</c:v>
                </c:pt>
                <c:pt idx="38867">
                  <c:v>84.99</c:v>
                </c:pt>
                <c:pt idx="38868">
                  <c:v>169.98</c:v>
                </c:pt>
                <c:pt idx="38869">
                  <c:v>84.99</c:v>
                </c:pt>
                <c:pt idx="38870">
                  <c:v>132.34</c:v>
                </c:pt>
                <c:pt idx="38871">
                  <c:v>169.98</c:v>
                </c:pt>
                <c:pt idx="38872">
                  <c:v>169.98</c:v>
                </c:pt>
                <c:pt idx="38873">
                  <c:v>169.98</c:v>
                </c:pt>
                <c:pt idx="38874">
                  <c:v>169.98</c:v>
                </c:pt>
                <c:pt idx="38875">
                  <c:v>169.98</c:v>
                </c:pt>
                <c:pt idx="38876">
                  <c:v>169.98</c:v>
                </c:pt>
                <c:pt idx="38877">
                  <c:v>169.98</c:v>
                </c:pt>
                <c:pt idx="38878">
                  <c:v>169.98</c:v>
                </c:pt>
                <c:pt idx="38879">
                  <c:v>132.34</c:v>
                </c:pt>
                <c:pt idx="38880">
                  <c:v>169.98</c:v>
                </c:pt>
                <c:pt idx="38881">
                  <c:v>81.03</c:v>
                </c:pt>
                <c:pt idx="38882">
                  <c:v>81.02</c:v>
                </c:pt>
                <c:pt idx="38883">
                  <c:v>81.02</c:v>
                </c:pt>
                <c:pt idx="38884">
                  <c:v>73.98</c:v>
                </c:pt>
                <c:pt idx="38885">
                  <c:v>67.47</c:v>
                </c:pt>
                <c:pt idx="38886">
                  <c:v>73.98</c:v>
                </c:pt>
                <c:pt idx="38887">
                  <c:v>73.98</c:v>
                </c:pt>
                <c:pt idx="38888">
                  <c:v>73.98</c:v>
                </c:pt>
                <c:pt idx="38889">
                  <c:v>73.98</c:v>
                </c:pt>
                <c:pt idx="38890">
                  <c:v>73.97</c:v>
                </c:pt>
                <c:pt idx="38891">
                  <c:v>73.959999999999994</c:v>
                </c:pt>
                <c:pt idx="38892">
                  <c:v>169.98</c:v>
                </c:pt>
                <c:pt idx="38893">
                  <c:v>131.97999999999999</c:v>
                </c:pt>
                <c:pt idx="38894">
                  <c:v>75.459999999999994</c:v>
                </c:pt>
                <c:pt idx="38895">
                  <c:v>169.98</c:v>
                </c:pt>
                <c:pt idx="38896">
                  <c:v>169.98</c:v>
                </c:pt>
                <c:pt idx="38897">
                  <c:v>84.99</c:v>
                </c:pt>
                <c:pt idx="38898">
                  <c:v>84.99</c:v>
                </c:pt>
                <c:pt idx="38899">
                  <c:v>111.98</c:v>
                </c:pt>
                <c:pt idx="38900">
                  <c:v>32.24</c:v>
                </c:pt>
                <c:pt idx="38901">
                  <c:v>28.68</c:v>
                </c:pt>
                <c:pt idx="38902">
                  <c:v>73.17</c:v>
                </c:pt>
                <c:pt idx="38903">
                  <c:v>51.49</c:v>
                </c:pt>
                <c:pt idx="38904">
                  <c:v>19.489999999999998</c:v>
                </c:pt>
                <c:pt idx="38905">
                  <c:v>79.989999999999995</c:v>
                </c:pt>
                <c:pt idx="38906">
                  <c:v>65.989999999999995</c:v>
                </c:pt>
                <c:pt idx="38907">
                  <c:v>65.989999999999995</c:v>
                </c:pt>
                <c:pt idx="38908">
                  <c:v>48.88</c:v>
                </c:pt>
                <c:pt idx="38909">
                  <c:v>65.989999999999995</c:v>
                </c:pt>
                <c:pt idx="38910">
                  <c:v>8.98</c:v>
                </c:pt>
                <c:pt idx="38911">
                  <c:v>52.99</c:v>
                </c:pt>
                <c:pt idx="38912">
                  <c:v>58.97</c:v>
                </c:pt>
                <c:pt idx="38913">
                  <c:v>67.489999999999995</c:v>
                </c:pt>
                <c:pt idx="38914">
                  <c:v>69.98</c:v>
                </c:pt>
                <c:pt idx="38915">
                  <c:v>65.989999999999995</c:v>
                </c:pt>
                <c:pt idx="38916">
                  <c:v>65.989999999999995</c:v>
                </c:pt>
                <c:pt idx="38917">
                  <c:v>72.25</c:v>
                </c:pt>
                <c:pt idx="38918">
                  <c:v>88.98</c:v>
                </c:pt>
                <c:pt idx="38919">
                  <c:v>67.75</c:v>
                </c:pt>
                <c:pt idx="38920">
                  <c:v>79.98</c:v>
                </c:pt>
                <c:pt idx="38921">
                  <c:v>79.98</c:v>
                </c:pt>
                <c:pt idx="38922">
                  <c:v>66.180000000000007</c:v>
                </c:pt>
                <c:pt idx="38923">
                  <c:v>59.97</c:v>
                </c:pt>
                <c:pt idx="38924">
                  <c:v>82.98</c:v>
                </c:pt>
                <c:pt idx="38925">
                  <c:v>68.989999999999995</c:v>
                </c:pt>
                <c:pt idx="38926">
                  <c:v>91.18</c:v>
                </c:pt>
                <c:pt idx="38927">
                  <c:v>99.98</c:v>
                </c:pt>
                <c:pt idx="38928">
                  <c:v>63.77</c:v>
                </c:pt>
                <c:pt idx="38929">
                  <c:v>79.989999999999995</c:v>
                </c:pt>
                <c:pt idx="38930">
                  <c:v>79.989999999999995</c:v>
                </c:pt>
                <c:pt idx="38931">
                  <c:v>74.98</c:v>
                </c:pt>
                <c:pt idx="38932">
                  <c:v>79.98</c:v>
                </c:pt>
                <c:pt idx="38933">
                  <c:v>65.989999999999995</c:v>
                </c:pt>
                <c:pt idx="38934">
                  <c:v>171.97</c:v>
                </c:pt>
                <c:pt idx="38935">
                  <c:v>131.97999999999999</c:v>
                </c:pt>
                <c:pt idx="38936">
                  <c:v>131.97999999999999</c:v>
                </c:pt>
                <c:pt idx="38937">
                  <c:v>131.97999999999999</c:v>
                </c:pt>
                <c:pt idx="38938">
                  <c:v>155.96</c:v>
                </c:pt>
                <c:pt idx="38939">
                  <c:v>155.96</c:v>
                </c:pt>
                <c:pt idx="38940">
                  <c:v>121.98</c:v>
                </c:pt>
                <c:pt idx="38941">
                  <c:v>131.97999999999999</c:v>
                </c:pt>
                <c:pt idx="38942">
                  <c:v>131.97999999999999</c:v>
                </c:pt>
                <c:pt idx="38943">
                  <c:v>131.97999999999999</c:v>
                </c:pt>
                <c:pt idx="38944">
                  <c:v>134.37</c:v>
                </c:pt>
                <c:pt idx="38945">
                  <c:v>79.98</c:v>
                </c:pt>
                <c:pt idx="38946">
                  <c:v>79.98</c:v>
                </c:pt>
                <c:pt idx="38947">
                  <c:v>79.98</c:v>
                </c:pt>
                <c:pt idx="38948">
                  <c:v>79.98</c:v>
                </c:pt>
                <c:pt idx="38949">
                  <c:v>60.98</c:v>
                </c:pt>
                <c:pt idx="38950">
                  <c:v>249.97</c:v>
                </c:pt>
                <c:pt idx="38951">
                  <c:v>189.97</c:v>
                </c:pt>
                <c:pt idx="38952">
                  <c:v>351.94</c:v>
                </c:pt>
                <c:pt idx="38953">
                  <c:v>170.96</c:v>
                </c:pt>
                <c:pt idx="38954">
                  <c:v>159.97999999999999</c:v>
                </c:pt>
                <c:pt idx="38955">
                  <c:v>180.97</c:v>
                </c:pt>
                <c:pt idx="38956">
                  <c:v>103.98</c:v>
                </c:pt>
                <c:pt idx="38957">
                  <c:v>244.97</c:v>
                </c:pt>
                <c:pt idx="38958">
                  <c:v>148.37</c:v>
                </c:pt>
                <c:pt idx="38959">
                  <c:v>274.95999999999998</c:v>
                </c:pt>
                <c:pt idx="38960">
                  <c:v>79.97</c:v>
                </c:pt>
                <c:pt idx="38961">
                  <c:v>79.95</c:v>
                </c:pt>
                <c:pt idx="38962">
                  <c:v>40.479999999999997</c:v>
                </c:pt>
                <c:pt idx="38963">
                  <c:v>20.49</c:v>
                </c:pt>
                <c:pt idx="38964">
                  <c:v>13.89</c:v>
                </c:pt>
                <c:pt idx="38965">
                  <c:v>38.07</c:v>
                </c:pt>
                <c:pt idx="38966">
                  <c:v>72.98</c:v>
                </c:pt>
                <c:pt idx="38967">
                  <c:v>103.98</c:v>
                </c:pt>
                <c:pt idx="38968">
                  <c:v>55.75</c:v>
                </c:pt>
                <c:pt idx="38969">
                  <c:v>134.97999999999999</c:v>
                </c:pt>
                <c:pt idx="38970">
                  <c:v>142.94999999999999</c:v>
                </c:pt>
                <c:pt idx="38971">
                  <c:v>84.99</c:v>
                </c:pt>
                <c:pt idx="38972">
                  <c:v>86.88</c:v>
                </c:pt>
                <c:pt idx="38973">
                  <c:v>80.760000000000005</c:v>
                </c:pt>
                <c:pt idx="38974">
                  <c:v>117.95</c:v>
                </c:pt>
                <c:pt idx="38975">
                  <c:v>68.989999999999995</c:v>
                </c:pt>
                <c:pt idx="38976">
                  <c:v>97.42</c:v>
                </c:pt>
                <c:pt idx="38977">
                  <c:v>90.09</c:v>
                </c:pt>
                <c:pt idx="38978">
                  <c:v>72.97</c:v>
                </c:pt>
                <c:pt idx="38979">
                  <c:v>49.99</c:v>
                </c:pt>
                <c:pt idx="38980">
                  <c:v>72.97</c:v>
                </c:pt>
                <c:pt idx="38981">
                  <c:v>72.97</c:v>
                </c:pt>
                <c:pt idx="38982">
                  <c:v>72.97</c:v>
                </c:pt>
                <c:pt idx="38983">
                  <c:v>72.97</c:v>
                </c:pt>
                <c:pt idx="38984">
                  <c:v>-192.75</c:v>
                </c:pt>
                <c:pt idx="38985">
                  <c:v>192.75</c:v>
                </c:pt>
                <c:pt idx="38986">
                  <c:v>25.48</c:v>
                </c:pt>
                <c:pt idx="38987">
                  <c:v>25.48</c:v>
                </c:pt>
                <c:pt idx="38988">
                  <c:v>25.48</c:v>
                </c:pt>
                <c:pt idx="38989">
                  <c:v>26.23</c:v>
                </c:pt>
                <c:pt idx="38990">
                  <c:v>25.48</c:v>
                </c:pt>
                <c:pt idx="38991">
                  <c:v>26.23</c:v>
                </c:pt>
                <c:pt idx="38992">
                  <c:v>169.98</c:v>
                </c:pt>
                <c:pt idx="38993">
                  <c:v>166.58</c:v>
                </c:pt>
                <c:pt idx="38994">
                  <c:v>179.97</c:v>
                </c:pt>
                <c:pt idx="38995">
                  <c:v>169.98</c:v>
                </c:pt>
                <c:pt idx="38996">
                  <c:v>169.98</c:v>
                </c:pt>
                <c:pt idx="38997">
                  <c:v>131.97999999999999</c:v>
                </c:pt>
                <c:pt idx="38998">
                  <c:v>168.28</c:v>
                </c:pt>
                <c:pt idx="38999">
                  <c:v>126.47</c:v>
                </c:pt>
                <c:pt idx="39000">
                  <c:v>131.97999999999999</c:v>
                </c:pt>
                <c:pt idx="39001">
                  <c:v>47.57</c:v>
                </c:pt>
                <c:pt idx="39002">
                  <c:v>188.64</c:v>
                </c:pt>
                <c:pt idx="39003">
                  <c:v>166.96</c:v>
                </c:pt>
                <c:pt idx="39004">
                  <c:v>68.48</c:v>
                </c:pt>
                <c:pt idx="39005">
                  <c:v>55.96</c:v>
                </c:pt>
                <c:pt idx="39006">
                  <c:v>106.67</c:v>
                </c:pt>
                <c:pt idx="39007">
                  <c:v>-106.67</c:v>
                </c:pt>
                <c:pt idx="39008">
                  <c:v>17.489999999999998</c:v>
                </c:pt>
                <c:pt idx="39009">
                  <c:v>34.229999999999997</c:v>
                </c:pt>
                <c:pt idx="39010">
                  <c:v>55.98</c:v>
                </c:pt>
                <c:pt idx="39011">
                  <c:v>55.98</c:v>
                </c:pt>
                <c:pt idx="39012">
                  <c:v>72.88</c:v>
                </c:pt>
                <c:pt idx="39013">
                  <c:v>73.48</c:v>
                </c:pt>
                <c:pt idx="39014">
                  <c:v>73.48</c:v>
                </c:pt>
                <c:pt idx="39015">
                  <c:v>309.45999999999998</c:v>
                </c:pt>
                <c:pt idx="39016">
                  <c:v>254.97</c:v>
                </c:pt>
                <c:pt idx="39017">
                  <c:v>339.96</c:v>
                </c:pt>
                <c:pt idx="39018">
                  <c:v>80.36</c:v>
                </c:pt>
                <c:pt idx="39019">
                  <c:v>73.98</c:v>
                </c:pt>
                <c:pt idx="39020">
                  <c:v>55.96</c:v>
                </c:pt>
                <c:pt idx="39021">
                  <c:v>55.96</c:v>
                </c:pt>
                <c:pt idx="39022">
                  <c:v>73.98</c:v>
                </c:pt>
                <c:pt idx="39023">
                  <c:v>73.98</c:v>
                </c:pt>
                <c:pt idx="39024">
                  <c:v>73.97</c:v>
                </c:pt>
                <c:pt idx="39025">
                  <c:v>73.97</c:v>
                </c:pt>
                <c:pt idx="39026">
                  <c:v>65.28</c:v>
                </c:pt>
                <c:pt idx="39027">
                  <c:v>131.97999999999999</c:v>
                </c:pt>
                <c:pt idx="39028">
                  <c:v>194.16</c:v>
                </c:pt>
                <c:pt idx="39029">
                  <c:v>147.97</c:v>
                </c:pt>
                <c:pt idx="39030">
                  <c:v>191.78</c:v>
                </c:pt>
                <c:pt idx="39031">
                  <c:v>131.97999999999999</c:v>
                </c:pt>
                <c:pt idx="39032">
                  <c:v>13.28</c:v>
                </c:pt>
                <c:pt idx="39033">
                  <c:v>51.97</c:v>
                </c:pt>
                <c:pt idx="39034">
                  <c:v>32.51</c:v>
                </c:pt>
                <c:pt idx="39035">
                  <c:v>73.83</c:v>
                </c:pt>
                <c:pt idx="39036">
                  <c:v>80.08</c:v>
                </c:pt>
                <c:pt idx="39037">
                  <c:v>26.48</c:v>
                </c:pt>
                <c:pt idx="39038">
                  <c:v>24.73</c:v>
                </c:pt>
                <c:pt idx="39039">
                  <c:v>74.95</c:v>
                </c:pt>
                <c:pt idx="39040">
                  <c:v>254.97</c:v>
                </c:pt>
                <c:pt idx="39041">
                  <c:v>104.93</c:v>
                </c:pt>
                <c:pt idx="39042">
                  <c:v>107.94</c:v>
                </c:pt>
                <c:pt idx="39043">
                  <c:v>188.94</c:v>
                </c:pt>
                <c:pt idx="39044">
                  <c:v>120.97</c:v>
                </c:pt>
                <c:pt idx="39045">
                  <c:v>94.95</c:v>
                </c:pt>
                <c:pt idx="39046">
                  <c:v>150.02000000000001</c:v>
                </c:pt>
                <c:pt idx="39047">
                  <c:v>195.57</c:v>
                </c:pt>
                <c:pt idx="39048">
                  <c:v>107.94</c:v>
                </c:pt>
                <c:pt idx="39049">
                  <c:v>162.47999999999999</c:v>
                </c:pt>
                <c:pt idx="39050">
                  <c:v>107.94</c:v>
                </c:pt>
                <c:pt idx="39051">
                  <c:v>74.95</c:v>
                </c:pt>
                <c:pt idx="39052">
                  <c:v>207.92</c:v>
                </c:pt>
                <c:pt idx="39053">
                  <c:v>72.97</c:v>
                </c:pt>
                <c:pt idx="39054">
                  <c:v>72.97</c:v>
                </c:pt>
                <c:pt idx="39055">
                  <c:v>61.96</c:v>
                </c:pt>
                <c:pt idx="39056">
                  <c:v>98.98</c:v>
                </c:pt>
                <c:pt idx="39057">
                  <c:v>98.98</c:v>
                </c:pt>
                <c:pt idx="39058">
                  <c:v>158.96</c:v>
                </c:pt>
                <c:pt idx="39059">
                  <c:v>112.97</c:v>
                </c:pt>
                <c:pt idx="39060">
                  <c:v>112.97</c:v>
                </c:pt>
                <c:pt idx="39061">
                  <c:v>169.98</c:v>
                </c:pt>
                <c:pt idx="39062">
                  <c:v>56.09</c:v>
                </c:pt>
                <c:pt idx="39063">
                  <c:v>93.97</c:v>
                </c:pt>
                <c:pt idx="39064">
                  <c:v>158.97999999999999</c:v>
                </c:pt>
                <c:pt idx="39065">
                  <c:v>93.97</c:v>
                </c:pt>
                <c:pt idx="39066">
                  <c:v>155.94999999999999</c:v>
                </c:pt>
                <c:pt idx="39067">
                  <c:v>98.98</c:v>
                </c:pt>
                <c:pt idx="39068">
                  <c:v>79.849999999999994</c:v>
                </c:pt>
                <c:pt idx="39069">
                  <c:v>79.849999999999994</c:v>
                </c:pt>
                <c:pt idx="39070">
                  <c:v>79.849999999999994</c:v>
                </c:pt>
                <c:pt idx="39071">
                  <c:v>79.849999999999994</c:v>
                </c:pt>
                <c:pt idx="39072">
                  <c:v>79.849999999999994</c:v>
                </c:pt>
                <c:pt idx="39073">
                  <c:v>79.849999999999994</c:v>
                </c:pt>
                <c:pt idx="39074">
                  <c:v>79.849999999999994</c:v>
                </c:pt>
                <c:pt idx="39075">
                  <c:v>84.99</c:v>
                </c:pt>
                <c:pt idx="39076">
                  <c:v>131.97999999999999</c:v>
                </c:pt>
                <c:pt idx="39077">
                  <c:v>123.97</c:v>
                </c:pt>
                <c:pt idx="39078">
                  <c:v>65.989999999999995</c:v>
                </c:pt>
                <c:pt idx="39079">
                  <c:v>93.74</c:v>
                </c:pt>
                <c:pt idx="39080">
                  <c:v>105.98</c:v>
                </c:pt>
                <c:pt idx="39081">
                  <c:v>115.97</c:v>
                </c:pt>
                <c:pt idx="39082">
                  <c:v>84.99</c:v>
                </c:pt>
                <c:pt idx="39083">
                  <c:v>100.98</c:v>
                </c:pt>
                <c:pt idx="39084">
                  <c:v>84.99</c:v>
                </c:pt>
                <c:pt idx="39085">
                  <c:v>79.98</c:v>
                </c:pt>
                <c:pt idx="39086">
                  <c:v>85.98</c:v>
                </c:pt>
                <c:pt idx="39087">
                  <c:v>128.62</c:v>
                </c:pt>
                <c:pt idx="39088">
                  <c:v>84.99</c:v>
                </c:pt>
                <c:pt idx="39089">
                  <c:v>79.849999999999994</c:v>
                </c:pt>
                <c:pt idx="39090">
                  <c:v>79.849999999999994</c:v>
                </c:pt>
                <c:pt idx="39091">
                  <c:v>79.849999999999994</c:v>
                </c:pt>
                <c:pt idx="39092">
                  <c:v>79.849999999999994</c:v>
                </c:pt>
                <c:pt idx="39093">
                  <c:v>79.849999999999994</c:v>
                </c:pt>
                <c:pt idx="39094">
                  <c:v>79.849999999999994</c:v>
                </c:pt>
                <c:pt idx="39095">
                  <c:v>79.849999999999994</c:v>
                </c:pt>
                <c:pt idx="39096">
                  <c:v>79.849999999999994</c:v>
                </c:pt>
                <c:pt idx="39097">
                  <c:v>79.849999999999994</c:v>
                </c:pt>
                <c:pt idx="39098">
                  <c:v>79.849999999999994</c:v>
                </c:pt>
                <c:pt idx="39099">
                  <c:v>295.95</c:v>
                </c:pt>
                <c:pt idx="39100">
                  <c:v>84.99</c:v>
                </c:pt>
                <c:pt idx="39101">
                  <c:v>95.98</c:v>
                </c:pt>
                <c:pt idx="39102">
                  <c:v>-84.99</c:v>
                </c:pt>
                <c:pt idx="39103">
                  <c:v>169.98</c:v>
                </c:pt>
                <c:pt idx="39104">
                  <c:v>141.97</c:v>
                </c:pt>
                <c:pt idx="39105">
                  <c:v>198.27</c:v>
                </c:pt>
                <c:pt idx="39106">
                  <c:v>79.98</c:v>
                </c:pt>
                <c:pt idx="39107">
                  <c:v>95.98</c:v>
                </c:pt>
                <c:pt idx="39108">
                  <c:v>93.97</c:v>
                </c:pt>
                <c:pt idx="39109">
                  <c:v>84.99</c:v>
                </c:pt>
                <c:pt idx="39110">
                  <c:v>165.96</c:v>
                </c:pt>
                <c:pt idx="39111">
                  <c:v>84.99</c:v>
                </c:pt>
                <c:pt idx="39112">
                  <c:v>79.849999999999994</c:v>
                </c:pt>
                <c:pt idx="39113">
                  <c:v>79.849999999999994</c:v>
                </c:pt>
                <c:pt idx="39114">
                  <c:v>79.849999999999994</c:v>
                </c:pt>
                <c:pt idx="39115">
                  <c:v>79.849999999999994</c:v>
                </c:pt>
                <c:pt idx="39116">
                  <c:v>79.849999999999994</c:v>
                </c:pt>
                <c:pt idx="39117">
                  <c:v>79.849999999999994</c:v>
                </c:pt>
                <c:pt idx="39118">
                  <c:v>79.849999999999994</c:v>
                </c:pt>
                <c:pt idx="39119">
                  <c:v>79.849999999999994</c:v>
                </c:pt>
                <c:pt idx="39120">
                  <c:v>79.84</c:v>
                </c:pt>
                <c:pt idx="39121">
                  <c:v>84.98</c:v>
                </c:pt>
                <c:pt idx="39122">
                  <c:v>99.98</c:v>
                </c:pt>
                <c:pt idx="39123">
                  <c:v>119.96</c:v>
                </c:pt>
                <c:pt idx="39124">
                  <c:v>99.98</c:v>
                </c:pt>
                <c:pt idx="39125">
                  <c:v>99.98</c:v>
                </c:pt>
                <c:pt idx="39126">
                  <c:v>79.98</c:v>
                </c:pt>
                <c:pt idx="39127">
                  <c:v>99.98</c:v>
                </c:pt>
                <c:pt idx="39128">
                  <c:v>89.98</c:v>
                </c:pt>
                <c:pt idx="39129">
                  <c:v>71.98</c:v>
                </c:pt>
                <c:pt idx="39130">
                  <c:v>79.98</c:v>
                </c:pt>
                <c:pt idx="39131">
                  <c:v>99.98</c:v>
                </c:pt>
                <c:pt idx="39132">
                  <c:v>90.74</c:v>
                </c:pt>
                <c:pt idx="39133">
                  <c:v>89.98</c:v>
                </c:pt>
                <c:pt idx="39134">
                  <c:v>69.98</c:v>
                </c:pt>
                <c:pt idx="39135">
                  <c:v>79.84</c:v>
                </c:pt>
                <c:pt idx="39136">
                  <c:v>79.84</c:v>
                </c:pt>
                <c:pt idx="39137">
                  <c:v>79.84</c:v>
                </c:pt>
                <c:pt idx="39138">
                  <c:v>73.56</c:v>
                </c:pt>
                <c:pt idx="39139">
                  <c:v>79.17</c:v>
                </c:pt>
                <c:pt idx="39140">
                  <c:v>79.819999999999993</c:v>
                </c:pt>
                <c:pt idx="39141">
                  <c:v>79.819999999999993</c:v>
                </c:pt>
                <c:pt idx="39142">
                  <c:v>79.819999999999993</c:v>
                </c:pt>
                <c:pt idx="39143">
                  <c:v>72.88</c:v>
                </c:pt>
                <c:pt idx="39144">
                  <c:v>72.239999999999995</c:v>
                </c:pt>
                <c:pt idx="39145">
                  <c:v>55.41</c:v>
                </c:pt>
                <c:pt idx="39146">
                  <c:v>55.41</c:v>
                </c:pt>
                <c:pt idx="39147">
                  <c:v>72.239999999999995</c:v>
                </c:pt>
                <c:pt idx="39148">
                  <c:v>89.94</c:v>
                </c:pt>
                <c:pt idx="39149">
                  <c:v>165.94</c:v>
                </c:pt>
                <c:pt idx="39150">
                  <c:v>72.239999999999995</c:v>
                </c:pt>
                <c:pt idx="39151">
                  <c:v>73.48</c:v>
                </c:pt>
                <c:pt idx="39152">
                  <c:v>73.48</c:v>
                </c:pt>
                <c:pt idx="39153">
                  <c:v>103.98</c:v>
                </c:pt>
                <c:pt idx="39154">
                  <c:v>59.39</c:v>
                </c:pt>
                <c:pt idx="39155">
                  <c:v>169.98</c:v>
                </c:pt>
                <c:pt idx="39156">
                  <c:v>135.91999999999999</c:v>
                </c:pt>
                <c:pt idx="39157">
                  <c:v>169.98</c:v>
                </c:pt>
                <c:pt idx="39158">
                  <c:v>131.97999999999999</c:v>
                </c:pt>
                <c:pt idx="39159">
                  <c:v>151.58000000000001</c:v>
                </c:pt>
                <c:pt idx="39160">
                  <c:v>153.97999999999999</c:v>
                </c:pt>
                <c:pt idx="39161">
                  <c:v>65.989999999999995</c:v>
                </c:pt>
                <c:pt idx="39162">
                  <c:v>131.97999999999999</c:v>
                </c:pt>
                <c:pt idx="39163">
                  <c:v>75.78</c:v>
                </c:pt>
                <c:pt idx="39164">
                  <c:v>120.97</c:v>
                </c:pt>
                <c:pt idx="39165">
                  <c:v>131.9</c:v>
                </c:pt>
                <c:pt idx="39166">
                  <c:v>79.7</c:v>
                </c:pt>
                <c:pt idx="39167">
                  <c:v>29.62</c:v>
                </c:pt>
                <c:pt idx="39168">
                  <c:v>14.73</c:v>
                </c:pt>
                <c:pt idx="39169">
                  <c:v>-1.2</c:v>
                </c:pt>
                <c:pt idx="39170">
                  <c:v>47.15</c:v>
                </c:pt>
                <c:pt idx="39171">
                  <c:v>24.18</c:v>
                </c:pt>
                <c:pt idx="39172">
                  <c:v>59.97</c:v>
                </c:pt>
                <c:pt idx="39173">
                  <c:v>19.989999999999998</c:v>
                </c:pt>
                <c:pt idx="39174">
                  <c:v>78.98</c:v>
                </c:pt>
                <c:pt idx="39175">
                  <c:v>78.98</c:v>
                </c:pt>
                <c:pt idx="39176">
                  <c:v>73.98</c:v>
                </c:pt>
                <c:pt idx="39177">
                  <c:v>20.55</c:v>
                </c:pt>
                <c:pt idx="39178">
                  <c:v>39.89</c:v>
                </c:pt>
                <c:pt idx="39179">
                  <c:v>159.97999999999999</c:v>
                </c:pt>
                <c:pt idx="39180">
                  <c:v>169.98</c:v>
                </c:pt>
                <c:pt idx="39181">
                  <c:v>169.98</c:v>
                </c:pt>
                <c:pt idx="39182">
                  <c:v>99.25</c:v>
                </c:pt>
                <c:pt idx="39183">
                  <c:v>164.88</c:v>
                </c:pt>
                <c:pt idx="39184">
                  <c:v>164.88</c:v>
                </c:pt>
                <c:pt idx="39185">
                  <c:v>68.38</c:v>
                </c:pt>
                <c:pt idx="39186">
                  <c:v>70.97</c:v>
                </c:pt>
                <c:pt idx="39187">
                  <c:v>167.34</c:v>
                </c:pt>
                <c:pt idx="39188">
                  <c:v>131.97999999999999</c:v>
                </c:pt>
                <c:pt idx="39189">
                  <c:v>70.97</c:v>
                </c:pt>
                <c:pt idx="39190">
                  <c:v>68.38</c:v>
                </c:pt>
                <c:pt idx="39191">
                  <c:v>131.97999999999999</c:v>
                </c:pt>
                <c:pt idx="39192">
                  <c:v>63.98</c:v>
                </c:pt>
                <c:pt idx="39193">
                  <c:v>63.98</c:v>
                </c:pt>
                <c:pt idx="39194">
                  <c:v>169.98</c:v>
                </c:pt>
                <c:pt idx="39195">
                  <c:v>169.98</c:v>
                </c:pt>
                <c:pt idx="39196">
                  <c:v>169.98</c:v>
                </c:pt>
                <c:pt idx="39197">
                  <c:v>169.98</c:v>
                </c:pt>
                <c:pt idx="39198">
                  <c:v>99.25</c:v>
                </c:pt>
                <c:pt idx="39199">
                  <c:v>163.18</c:v>
                </c:pt>
                <c:pt idx="39200">
                  <c:v>159.97999999999999</c:v>
                </c:pt>
                <c:pt idx="39201">
                  <c:v>54.97</c:v>
                </c:pt>
                <c:pt idx="39202">
                  <c:v>169.98</c:v>
                </c:pt>
                <c:pt idx="39203">
                  <c:v>169.98</c:v>
                </c:pt>
                <c:pt idx="39204">
                  <c:v>54.97</c:v>
                </c:pt>
                <c:pt idx="39205">
                  <c:v>169.98</c:v>
                </c:pt>
                <c:pt idx="39206">
                  <c:v>169.98</c:v>
                </c:pt>
                <c:pt idx="39207">
                  <c:v>166.58</c:v>
                </c:pt>
                <c:pt idx="39208">
                  <c:v>166.58</c:v>
                </c:pt>
                <c:pt idx="39209">
                  <c:v>131.97999999999999</c:v>
                </c:pt>
                <c:pt idx="39210">
                  <c:v>131.97999999999999</c:v>
                </c:pt>
                <c:pt idx="39211">
                  <c:v>99.16</c:v>
                </c:pt>
                <c:pt idx="39212">
                  <c:v>167.34</c:v>
                </c:pt>
                <c:pt idx="39213">
                  <c:v>163.18</c:v>
                </c:pt>
                <c:pt idx="39214">
                  <c:v>99.16</c:v>
                </c:pt>
                <c:pt idx="39215">
                  <c:v>71.98</c:v>
                </c:pt>
                <c:pt idx="39216">
                  <c:v>71.98</c:v>
                </c:pt>
                <c:pt idx="39217">
                  <c:v>71.989999999999995</c:v>
                </c:pt>
                <c:pt idx="39218">
                  <c:v>71.97</c:v>
                </c:pt>
                <c:pt idx="39219">
                  <c:v>71.97</c:v>
                </c:pt>
                <c:pt idx="39220">
                  <c:v>169.98</c:v>
                </c:pt>
                <c:pt idx="39221">
                  <c:v>65.989999999999995</c:v>
                </c:pt>
                <c:pt idx="39222">
                  <c:v>131.97999999999999</c:v>
                </c:pt>
                <c:pt idx="39223">
                  <c:v>84.99</c:v>
                </c:pt>
                <c:pt idx="39224">
                  <c:v>65.989999999999995</c:v>
                </c:pt>
                <c:pt idx="39225">
                  <c:v>153.97999999999999</c:v>
                </c:pt>
                <c:pt idx="39226">
                  <c:v>65.989999999999995</c:v>
                </c:pt>
                <c:pt idx="39227">
                  <c:v>65.989999999999995</c:v>
                </c:pt>
                <c:pt idx="39228">
                  <c:v>84.99</c:v>
                </c:pt>
                <c:pt idx="39229">
                  <c:v>65.989999999999995</c:v>
                </c:pt>
                <c:pt idx="39230">
                  <c:v>169.98</c:v>
                </c:pt>
                <c:pt idx="39231">
                  <c:v>65.989999999999995</c:v>
                </c:pt>
                <c:pt idx="39232">
                  <c:v>105.98</c:v>
                </c:pt>
                <c:pt idx="39233">
                  <c:v>84.99</c:v>
                </c:pt>
                <c:pt idx="39234">
                  <c:v>84.99</c:v>
                </c:pt>
                <c:pt idx="39235">
                  <c:v>65.989999999999995</c:v>
                </c:pt>
                <c:pt idx="39236">
                  <c:v>65.989999999999995</c:v>
                </c:pt>
                <c:pt idx="39237">
                  <c:v>84.99</c:v>
                </c:pt>
                <c:pt idx="39238">
                  <c:v>105.98</c:v>
                </c:pt>
                <c:pt idx="39239">
                  <c:v>169.98</c:v>
                </c:pt>
                <c:pt idx="39240">
                  <c:v>65.989999999999995</c:v>
                </c:pt>
                <c:pt idx="39241">
                  <c:v>71.98</c:v>
                </c:pt>
                <c:pt idx="39242">
                  <c:v>71.98</c:v>
                </c:pt>
                <c:pt idx="39243">
                  <c:v>71.959999999999994</c:v>
                </c:pt>
                <c:pt idx="39244">
                  <c:v>101.98</c:v>
                </c:pt>
                <c:pt idx="39245">
                  <c:v>229.97</c:v>
                </c:pt>
                <c:pt idx="39246">
                  <c:v>121.98</c:v>
                </c:pt>
                <c:pt idx="39247">
                  <c:v>71.989999999999995</c:v>
                </c:pt>
                <c:pt idx="39248">
                  <c:v>137.97999999999999</c:v>
                </c:pt>
                <c:pt idx="39249">
                  <c:v>82.4</c:v>
                </c:pt>
                <c:pt idx="39250">
                  <c:v>125.6</c:v>
                </c:pt>
                <c:pt idx="39251">
                  <c:v>84.99</c:v>
                </c:pt>
                <c:pt idx="39252">
                  <c:v>95.86</c:v>
                </c:pt>
                <c:pt idx="39253">
                  <c:v>71.97</c:v>
                </c:pt>
                <c:pt idx="39254">
                  <c:v>71.97</c:v>
                </c:pt>
                <c:pt idx="39255">
                  <c:v>71.959999999999994</c:v>
                </c:pt>
                <c:pt idx="39256">
                  <c:v>71.959999999999994</c:v>
                </c:pt>
                <c:pt idx="39257">
                  <c:v>26.49</c:v>
                </c:pt>
                <c:pt idx="39258">
                  <c:v>159.97</c:v>
                </c:pt>
                <c:pt idx="39259">
                  <c:v>79.98</c:v>
                </c:pt>
                <c:pt idx="39260">
                  <c:v>83.85</c:v>
                </c:pt>
                <c:pt idx="39261">
                  <c:v>126.47</c:v>
                </c:pt>
                <c:pt idx="39262">
                  <c:v>84.99</c:v>
                </c:pt>
                <c:pt idx="39263">
                  <c:v>112.97</c:v>
                </c:pt>
                <c:pt idx="39264">
                  <c:v>87.99</c:v>
                </c:pt>
                <c:pt idx="39265">
                  <c:v>71.959999999999994</c:v>
                </c:pt>
                <c:pt idx="39266">
                  <c:v>71.959999999999994</c:v>
                </c:pt>
                <c:pt idx="39267">
                  <c:v>71.959999999999994</c:v>
                </c:pt>
                <c:pt idx="39268">
                  <c:v>71.959999999999994</c:v>
                </c:pt>
                <c:pt idx="39269">
                  <c:v>71.94</c:v>
                </c:pt>
                <c:pt idx="39270">
                  <c:v>73.17</c:v>
                </c:pt>
                <c:pt idx="39271">
                  <c:v>65.989999999999995</c:v>
                </c:pt>
                <c:pt idx="39272">
                  <c:v>65.989999999999995</c:v>
                </c:pt>
                <c:pt idx="39273">
                  <c:v>65.989999999999995</c:v>
                </c:pt>
                <c:pt idx="39274">
                  <c:v>149.94999999999999</c:v>
                </c:pt>
                <c:pt idx="39275">
                  <c:v>238.97</c:v>
                </c:pt>
                <c:pt idx="39276">
                  <c:v>-29.99</c:v>
                </c:pt>
                <c:pt idx="39277">
                  <c:v>169.25</c:v>
                </c:pt>
                <c:pt idx="39278">
                  <c:v>173.44</c:v>
                </c:pt>
                <c:pt idx="39279">
                  <c:v>326.92</c:v>
                </c:pt>
                <c:pt idx="39280">
                  <c:v>209.97</c:v>
                </c:pt>
                <c:pt idx="39281">
                  <c:v>203.93</c:v>
                </c:pt>
                <c:pt idx="39282">
                  <c:v>106.96</c:v>
                </c:pt>
                <c:pt idx="39283">
                  <c:v>114.96</c:v>
                </c:pt>
                <c:pt idx="39284">
                  <c:v>65.98</c:v>
                </c:pt>
                <c:pt idx="39285">
                  <c:v>46.89</c:v>
                </c:pt>
                <c:pt idx="39286">
                  <c:v>72.97</c:v>
                </c:pt>
                <c:pt idx="39287">
                  <c:v>72.97</c:v>
                </c:pt>
                <c:pt idx="39288">
                  <c:v>72.97</c:v>
                </c:pt>
                <c:pt idx="39289">
                  <c:v>54.99</c:v>
                </c:pt>
                <c:pt idx="39290">
                  <c:v>72.959999999999994</c:v>
                </c:pt>
                <c:pt idx="39291">
                  <c:v>43.74</c:v>
                </c:pt>
                <c:pt idx="39292">
                  <c:v>91.97</c:v>
                </c:pt>
                <c:pt idx="39293">
                  <c:v>81.97</c:v>
                </c:pt>
                <c:pt idx="39294">
                  <c:v>79.98</c:v>
                </c:pt>
                <c:pt idx="39295">
                  <c:v>91.97</c:v>
                </c:pt>
                <c:pt idx="39296">
                  <c:v>105.98</c:v>
                </c:pt>
                <c:pt idx="39297">
                  <c:v>96.96</c:v>
                </c:pt>
                <c:pt idx="39298">
                  <c:v>69.98</c:v>
                </c:pt>
                <c:pt idx="39299">
                  <c:v>64.98</c:v>
                </c:pt>
                <c:pt idx="39300">
                  <c:v>111.37</c:v>
                </c:pt>
                <c:pt idx="39301">
                  <c:v>55.57</c:v>
                </c:pt>
                <c:pt idx="39302">
                  <c:v>72.95</c:v>
                </c:pt>
                <c:pt idx="39303">
                  <c:v>36.29</c:v>
                </c:pt>
                <c:pt idx="39304">
                  <c:v>19.28</c:v>
                </c:pt>
                <c:pt idx="39305">
                  <c:v>71.680000000000007</c:v>
                </c:pt>
                <c:pt idx="39306">
                  <c:v>71.680000000000007</c:v>
                </c:pt>
                <c:pt idx="39307">
                  <c:v>39.299999999999997</c:v>
                </c:pt>
                <c:pt idx="39308">
                  <c:v>30.24</c:v>
                </c:pt>
                <c:pt idx="39309">
                  <c:v>41.49</c:v>
                </c:pt>
                <c:pt idx="39310">
                  <c:v>70.989999999999995</c:v>
                </c:pt>
                <c:pt idx="39311">
                  <c:v>85.18</c:v>
                </c:pt>
                <c:pt idx="39312">
                  <c:v>95.38</c:v>
                </c:pt>
                <c:pt idx="39313">
                  <c:v>84.99</c:v>
                </c:pt>
                <c:pt idx="39314">
                  <c:v>71.989999999999995</c:v>
                </c:pt>
                <c:pt idx="39315">
                  <c:v>56.09</c:v>
                </c:pt>
                <c:pt idx="39316">
                  <c:v>119.98</c:v>
                </c:pt>
                <c:pt idx="39317">
                  <c:v>59.39</c:v>
                </c:pt>
                <c:pt idx="39318">
                  <c:v>66.97</c:v>
                </c:pt>
                <c:pt idx="39319">
                  <c:v>68.989999999999995</c:v>
                </c:pt>
                <c:pt idx="39320">
                  <c:v>76.489999999999995</c:v>
                </c:pt>
                <c:pt idx="39321">
                  <c:v>84.99</c:v>
                </c:pt>
                <c:pt idx="39322">
                  <c:v>181.96</c:v>
                </c:pt>
                <c:pt idx="39323">
                  <c:v>53.29</c:v>
                </c:pt>
                <c:pt idx="39324">
                  <c:v>-133.96</c:v>
                </c:pt>
                <c:pt idx="39325">
                  <c:v>78.27</c:v>
                </c:pt>
                <c:pt idx="39326">
                  <c:v>133.96</c:v>
                </c:pt>
                <c:pt idx="39327">
                  <c:v>71.98</c:v>
                </c:pt>
                <c:pt idx="39328">
                  <c:v>52.18</c:v>
                </c:pt>
                <c:pt idx="39329">
                  <c:v>71.98</c:v>
                </c:pt>
                <c:pt idx="39330">
                  <c:v>52.18</c:v>
                </c:pt>
                <c:pt idx="39331">
                  <c:v>71.98</c:v>
                </c:pt>
                <c:pt idx="39332">
                  <c:v>71.37</c:v>
                </c:pt>
                <c:pt idx="39333">
                  <c:v>84.99</c:v>
                </c:pt>
                <c:pt idx="39334">
                  <c:v>59.98</c:v>
                </c:pt>
                <c:pt idx="39335">
                  <c:v>84.99</c:v>
                </c:pt>
                <c:pt idx="39336">
                  <c:v>84.99</c:v>
                </c:pt>
                <c:pt idx="39337">
                  <c:v>84.99</c:v>
                </c:pt>
                <c:pt idx="39338">
                  <c:v>99.98</c:v>
                </c:pt>
                <c:pt idx="39339">
                  <c:v>79.98</c:v>
                </c:pt>
                <c:pt idx="39340">
                  <c:v>59.98</c:v>
                </c:pt>
                <c:pt idx="39341">
                  <c:v>84.99</c:v>
                </c:pt>
                <c:pt idx="39342">
                  <c:v>84.99</c:v>
                </c:pt>
                <c:pt idx="39343">
                  <c:v>84.99</c:v>
                </c:pt>
                <c:pt idx="39344">
                  <c:v>74.97</c:v>
                </c:pt>
                <c:pt idx="39345">
                  <c:v>89.97</c:v>
                </c:pt>
                <c:pt idx="39346">
                  <c:v>84.99</c:v>
                </c:pt>
                <c:pt idx="39347">
                  <c:v>99.98</c:v>
                </c:pt>
                <c:pt idx="39348">
                  <c:v>59.98</c:v>
                </c:pt>
                <c:pt idx="39349">
                  <c:v>39.479999999999997</c:v>
                </c:pt>
                <c:pt idx="39350">
                  <c:v>119.96</c:v>
                </c:pt>
                <c:pt idx="39351">
                  <c:v>84.99</c:v>
                </c:pt>
                <c:pt idx="39352">
                  <c:v>68.989999999999995</c:v>
                </c:pt>
                <c:pt idx="39353">
                  <c:v>74.97</c:v>
                </c:pt>
                <c:pt idx="39354">
                  <c:v>68.989999999999995</c:v>
                </c:pt>
                <c:pt idx="39355">
                  <c:v>84.99</c:v>
                </c:pt>
                <c:pt idx="39356">
                  <c:v>89.97</c:v>
                </c:pt>
                <c:pt idx="39357">
                  <c:v>59.98</c:v>
                </c:pt>
                <c:pt idx="39358">
                  <c:v>71.959999999999994</c:v>
                </c:pt>
                <c:pt idx="39359">
                  <c:v>70.13</c:v>
                </c:pt>
                <c:pt idx="39360">
                  <c:v>8.99</c:v>
                </c:pt>
                <c:pt idx="39361">
                  <c:v>53.76</c:v>
                </c:pt>
                <c:pt idx="39362">
                  <c:v>9.49</c:v>
                </c:pt>
                <c:pt idx="39363">
                  <c:v>78.64</c:v>
                </c:pt>
                <c:pt idx="39364">
                  <c:v>78.64</c:v>
                </c:pt>
                <c:pt idx="39365">
                  <c:v>78.64</c:v>
                </c:pt>
                <c:pt idx="39366">
                  <c:v>78.64</c:v>
                </c:pt>
                <c:pt idx="39367">
                  <c:v>184.97</c:v>
                </c:pt>
                <c:pt idx="39368">
                  <c:v>114.82</c:v>
                </c:pt>
                <c:pt idx="39369">
                  <c:v>104.66</c:v>
                </c:pt>
                <c:pt idx="39370">
                  <c:v>49.66</c:v>
                </c:pt>
                <c:pt idx="39371">
                  <c:v>85.99</c:v>
                </c:pt>
                <c:pt idx="39372">
                  <c:v>130.82</c:v>
                </c:pt>
                <c:pt idx="39373">
                  <c:v>129.6</c:v>
                </c:pt>
                <c:pt idx="39374">
                  <c:v>78.64</c:v>
                </c:pt>
                <c:pt idx="39375">
                  <c:v>78.63</c:v>
                </c:pt>
                <c:pt idx="39376">
                  <c:v>78.63</c:v>
                </c:pt>
                <c:pt idx="39377">
                  <c:v>78.63</c:v>
                </c:pt>
                <c:pt idx="39378">
                  <c:v>78.63</c:v>
                </c:pt>
                <c:pt idx="39379">
                  <c:v>78.63</c:v>
                </c:pt>
                <c:pt idx="39380">
                  <c:v>78.63</c:v>
                </c:pt>
                <c:pt idx="39381">
                  <c:v>78.63</c:v>
                </c:pt>
                <c:pt idx="39382">
                  <c:v>78.63</c:v>
                </c:pt>
                <c:pt idx="39383">
                  <c:v>150.94999999999999</c:v>
                </c:pt>
                <c:pt idx="39384">
                  <c:v>77.97</c:v>
                </c:pt>
                <c:pt idx="39385">
                  <c:v>78.59</c:v>
                </c:pt>
                <c:pt idx="39386">
                  <c:v>71.08</c:v>
                </c:pt>
                <c:pt idx="39387">
                  <c:v>71.06</c:v>
                </c:pt>
                <c:pt idx="39388">
                  <c:v>239.97</c:v>
                </c:pt>
                <c:pt idx="39389">
                  <c:v>189.95</c:v>
                </c:pt>
                <c:pt idx="39390">
                  <c:v>207.96</c:v>
                </c:pt>
                <c:pt idx="39391">
                  <c:v>159.97999999999999</c:v>
                </c:pt>
                <c:pt idx="39392">
                  <c:v>159.97999999999999</c:v>
                </c:pt>
                <c:pt idx="39393">
                  <c:v>139.97</c:v>
                </c:pt>
                <c:pt idx="39394">
                  <c:v>70.98</c:v>
                </c:pt>
                <c:pt idx="39395">
                  <c:v>70.98</c:v>
                </c:pt>
                <c:pt idx="39396">
                  <c:v>70.98</c:v>
                </c:pt>
                <c:pt idx="39397">
                  <c:v>70.98</c:v>
                </c:pt>
                <c:pt idx="39398">
                  <c:v>70.97</c:v>
                </c:pt>
                <c:pt idx="39399">
                  <c:v>70.98</c:v>
                </c:pt>
                <c:pt idx="39400">
                  <c:v>226.27</c:v>
                </c:pt>
                <c:pt idx="39401">
                  <c:v>159.69999999999999</c:v>
                </c:pt>
                <c:pt idx="39402">
                  <c:v>114.9</c:v>
                </c:pt>
                <c:pt idx="39403">
                  <c:v>227.43</c:v>
                </c:pt>
                <c:pt idx="39404">
                  <c:v>239.54</c:v>
                </c:pt>
                <c:pt idx="39405">
                  <c:v>239.54</c:v>
                </c:pt>
                <c:pt idx="39406">
                  <c:v>36.78</c:v>
                </c:pt>
                <c:pt idx="39407">
                  <c:v>232.61</c:v>
                </c:pt>
                <c:pt idx="39408">
                  <c:v>239.54</c:v>
                </c:pt>
                <c:pt idx="39409">
                  <c:v>239.54</c:v>
                </c:pt>
                <c:pt idx="39410">
                  <c:v>254.05</c:v>
                </c:pt>
                <c:pt idx="39411">
                  <c:v>29.98</c:v>
                </c:pt>
                <c:pt idx="39412">
                  <c:v>227.56</c:v>
                </c:pt>
                <c:pt idx="39413">
                  <c:v>70.98</c:v>
                </c:pt>
                <c:pt idx="39414">
                  <c:v>70.98</c:v>
                </c:pt>
                <c:pt idx="39415">
                  <c:v>70.98</c:v>
                </c:pt>
                <c:pt idx="39416">
                  <c:v>70.98</c:v>
                </c:pt>
                <c:pt idx="39417">
                  <c:v>70.98</c:v>
                </c:pt>
                <c:pt idx="39418">
                  <c:v>70.98</c:v>
                </c:pt>
                <c:pt idx="39419">
                  <c:v>70.98</c:v>
                </c:pt>
                <c:pt idx="39420">
                  <c:v>70.98</c:v>
                </c:pt>
                <c:pt idx="39421">
                  <c:v>70.98</c:v>
                </c:pt>
                <c:pt idx="39422">
                  <c:v>70.98</c:v>
                </c:pt>
                <c:pt idx="39423">
                  <c:v>128.47</c:v>
                </c:pt>
                <c:pt idx="39424">
                  <c:v>193.94</c:v>
                </c:pt>
                <c:pt idx="39425">
                  <c:v>70.959999999999994</c:v>
                </c:pt>
                <c:pt idx="39426">
                  <c:v>31.44</c:v>
                </c:pt>
                <c:pt idx="39427">
                  <c:v>27.81</c:v>
                </c:pt>
                <c:pt idx="39428">
                  <c:v>27.48</c:v>
                </c:pt>
                <c:pt idx="39429">
                  <c:v>26.49</c:v>
                </c:pt>
                <c:pt idx="39430">
                  <c:v>50.98</c:v>
                </c:pt>
                <c:pt idx="39431">
                  <c:v>63.38</c:v>
                </c:pt>
                <c:pt idx="39432">
                  <c:v>161.91</c:v>
                </c:pt>
                <c:pt idx="39433">
                  <c:v>50.97</c:v>
                </c:pt>
                <c:pt idx="39434">
                  <c:v>194.89</c:v>
                </c:pt>
                <c:pt idx="39435">
                  <c:v>99.69</c:v>
                </c:pt>
                <c:pt idx="39436">
                  <c:v>194.89</c:v>
                </c:pt>
                <c:pt idx="39437">
                  <c:v>179.9</c:v>
                </c:pt>
                <c:pt idx="39438">
                  <c:v>107.94</c:v>
                </c:pt>
                <c:pt idx="39439">
                  <c:v>167.75</c:v>
                </c:pt>
                <c:pt idx="39440">
                  <c:v>125.93</c:v>
                </c:pt>
                <c:pt idx="39441">
                  <c:v>269.85000000000002</c:v>
                </c:pt>
                <c:pt idx="39442">
                  <c:v>156.21</c:v>
                </c:pt>
                <c:pt idx="39443">
                  <c:v>71.989999999999995</c:v>
                </c:pt>
                <c:pt idx="39444">
                  <c:v>52.85</c:v>
                </c:pt>
                <c:pt idx="39445">
                  <c:v>71.97</c:v>
                </c:pt>
                <c:pt idx="39446">
                  <c:v>71.97</c:v>
                </c:pt>
                <c:pt idx="39447">
                  <c:v>71.97</c:v>
                </c:pt>
                <c:pt idx="39448">
                  <c:v>71.959999999999994</c:v>
                </c:pt>
                <c:pt idx="39449">
                  <c:v>67.97</c:v>
                </c:pt>
                <c:pt idx="39450">
                  <c:v>71.959999999999994</c:v>
                </c:pt>
                <c:pt idx="39451">
                  <c:v>71.959999999999994</c:v>
                </c:pt>
                <c:pt idx="39452">
                  <c:v>71.959999999999994</c:v>
                </c:pt>
                <c:pt idx="39453">
                  <c:v>71.959999999999994</c:v>
                </c:pt>
                <c:pt idx="39454">
                  <c:v>71.959999999999994</c:v>
                </c:pt>
                <c:pt idx="39455">
                  <c:v>341.16</c:v>
                </c:pt>
                <c:pt idx="39456">
                  <c:v>665.63</c:v>
                </c:pt>
                <c:pt idx="39457">
                  <c:v>105.34</c:v>
                </c:pt>
                <c:pt idx="39458">
                  <c:v>186.3</c:v>
                </c:pt>
                <c:pt idx="39459">
                  <c:v>479.09</c:v>
                </c:pt>
                <c:pt idx="39460">
                  <c:v>270.52</c:v>
                </c:pt>
                <c:pt idx="39461">
                  <c:v>134.01</c:v>
                </c:pt>
                <c:pt idx="39462">
                  <c:v>248.25</c:v>
                </c:pt>
                <c:pt idx="39463">
                  <c:v>71.94</c:v>
                </c:pt>
                <c:pt idx="39464">
                  <c:v>71.94</c:v>
                </c:pt>
                <c:pt idx="39465">
                  <c:v>71.94</c:v>
                </c:pt>
                <c:pt idx="39466">
                  <c:v>64.98</c:v>
                </c:pt>
                <c:pt idx="39467">
                  <c:v>64.98</c:v>
                </c:pt>
                <c:pt idx="39468">
                  <c:v>78</c:v>
                </c:pt>
                <c:pt idx="39469">
                  <c:v>41.98</c:v>
                </c:pt>
                <c:pt idx="39470">
                  <c:v>49.98</c:v>
                </c:pt>
                <c:pt idx="39471">
                  <c:v>94.96</c:v>
                </c:pt>
                <c:pt idx="39472">
                  <c:v>111.48</c:v>
                </c:pt>
                <c:pt idx="39473">
                  <c:v>197.97</c:v>
                </c:pt>
                <c:pt idx="39474">
                  <c:v>197.97</c:v>
                </c:pt>
                <c:pt idx="39475">
                  <c:v>151.97</c:v>
                </c:pt>
                <c:pt idx="39476">
                  <c:v>135.96</c:v>
                </c:pt>
                <c:pt idx="39477">
                  <c:v>153.46</c:v>
                </c:pt>
                <c:pt idx="39478">
                  <c:v>71.680000000000007</c:v>
                </c:pt>
                <c:pt idx="39479">
                  <c:v>71.680000000000007</c:v>
                </c:pt>
                <c:pt idx="39480">
                  <c:v>70.98</c:v>
                </c:pt>
                <c:pt idx="39481">
                  <c:v>70.98</c:v>
                </c:pt>
                <c:pt idx="39482">
                  <c:v>51.49</c:v>
                </c:pt>
                <c:pt idx="39483">
                  <c:v>70.98</c:v>
                </c:pt>
                <c:pt idx="39484">
                  <c:v>51.49</c:v>
                </c:pt>
                <c:pt idx="39485">
                  <c:v>70.98</c:v>
                </c:pt>
                <c:pt idx="39486">
                  <c:v>70.98</c:v>
                </c:pt>
                <c:pt idx="39487">
                  <c:v>70.98</c:v>
                </c:pt>
                <c:pt idx="39488">
                  <c:v>28.41</c:v>
                </c:pt>
                <c:pt idx="39489">
                  <c:v>25.39</c:v>
                </c:pt>
                <c:pt idx="39490">
                  <c:v>51.29</c:v>
                </c:pt>
                <c:pt idx="39491">
                  <c:v>69.52</c:v>
                </c:pt>
                <c:pt idx="39492">
                  <c:v>156.96</c:v>
                </c:pt>
                <c:pt idx="39493">
                  <c:v>65.989999999999995</c:v>
                </c:pt>
                <c:pt idx="39494">
                  <c:v>56.09</c:v>
                </c:pt>
                <c:pt idx="39495">
                  <c:v>31.94</c:v>
                </c:pt>
                <c:pt idx="39496">
                  <c:v>29.99</c:v>
                </c:pt>
                <c:pt idx="39497">
                  <c:v>52.35</c:v>
                </c:pt>
                <c:pt idx="39498">
                  <c:v>70.16</c:v>
                </c:pt>
                <c:pt idx="39499">
                  <c:v>15.99</c:v>
                </c:pt>
                <c:pt idx="39500">
                  <c:v>185.97</c:v>
                </c:pt>
                <c:pt idx="39501">
                  <c:v>61.02</c:v>
                </c:pt>
                <c:pt idx="39502">
                  <c:v>77.5</c:v>
                </c:pt>
                <c:pt idx="39503">
                  <c:v>137.97</c:v>
                </c:pt>
                <c:pt idx="39504">
                  <c:v>65.989999999999995</c:v>
                </c:pt>
                <c:pt idx="39505">
                  <c:v>54.99</c:v>
                </c:pt>
                <c:pt idx="39506">
                  <c:v>77.42</c:v>
                </c:pt>
                <c:pt idx="39507">
                  <c:v>77.42</c:v>
                </c:pt>
                <c:pt idx="39508">
                  <c:v>77.42</c:v>
                </c:pt>
                <c:pt idx="39509">
                  <c:v>77.42</c:v>
                </c:pt>
                <c:pt idx="39510">
                  <c:v>77.400000000000006</c:v>
                </c:pt>
                <c:pt idx="39511">
                  <c:v>131.97999999999999</c:v>
                </c:pt>
                <c:pt idx="39512">
                  <c:v>188.1</c:v>
                </c:pt>
                <c:pt idx="39513">
                  <c:v>-1.5</c:v>
                </c:pt>
                <c:pt idx="39514">
                  <c:v>197.96</c:v>
                </c:pt>
                <c:pt idx="39515">
                  <c:v>144.47999999999999</c:v>
                </c:pt>
                <c:pt idx="39516">
                  <c:v>218.66</c:v>
                </c:pt>
                <c:pt idx="39517">
                  <c:v>29.48</c:v>
                </c:pt>
                <c:pt idx="39518">
                  <c:v>223.96</c:v>
                </c:pt>
                <c:pt idx="39519">
                  <c:v>169.98</c:v>
                </c:pt>
                <c:pt idx="39520">
                  <c:v>169.98</c:v>
                </c:pt>
                <c:pt idx="39521">
                  <c:v>178.16</c:v>
                </c:pt>
                <c:pt idx="39522">
                  <c:v>197.96</c:v>
                </c:pt>
                <c:pt idx="39523">
                  <c:v>77.39</c:v>
                </c:pt>
                <c:pt idx="39524">
                  <c:v>77.39</c:v>
                </c:pt>
                <c:pt idx="39525">
                  <c:v>77.39</c:v>
                </c:pt>
                <c:pt idx="39526">
                  <c:v>77.39</c:v>
                </c:pt>
                <c:pt idx="39527">
                  <c:v>77.39</c:v>
                </c:pt>
                <c:pt idx="39528">
                  <c:v>27.18</c:v>
                </c:pt>
                <c:pt idx="39529">
                  <c:v>27.18</c:v>
                </c:pt>
                <c:pt idx="39530">
                  <c:v>63.97</c:v>
                </c:pt>
                <c:pt idx="39531">
                  <c:v>6.99</c:v>
                </c:pt>
                <c:pt idx="39532">
                  <c:v>76.87</c:v>
                </c:pt>
                <c:pt idx="39533">
                  <c:v>-7.87</c:v>
                </c:pt>
                <c:pt idx="39534">
                  <c:v>67.72</c:v>
                </c:pt>
                <c:pt idx="39535">
                  <c:v>9.98</c:v>
                </c:pt>
                <c:pt idx="39536">
                  <c:v>60.98</c:v>
                </c:pt>
                <c:pt idx="39537">
                  <c:v>60.99</c:v>
                </c:pt>
                <c:pt idx="39538">
                  <c:v>37.19</c:v>
                </c:pt>
                <c:pt idx="39539">
                  <c:v>62.09</c:v>
                </c:pt>
                <c:pt idx="39540">
                  <c:v>115.97</c:v>
                </c:pt>
                <c:pt idx="39541">
                  <c:v>69.989999999999995</c:v>
                </c:pt>
                <c:pt idx="39542">
                  <c:v>69.989999999999995</c:v>
                </c:pt>
                <c:pt idx="39543">
                  <c:v>69.989999999999995</c:v>
                </c:pt>
                <c:pt idx="39544">
                  <c:v>69.989999999999995</c:v>
                </c:pt>
                <c:pt idx="39545">
                  <c:v>69.98</c:v>
                </c:pt>
                <c:pt idx="39546">
                  <c:v>69.98</c:v>
                </c:pt>
                <c:pt idx="39547">
                  <c:v>77.290000000000006</c:v>
                </c:pt>
                <c:pt idx="39548">
                  <c:v>69.98</c:v>
                </c:pt>
                <c:pt idx="39549">
                  <c:v>59.98</c:v>
                </c:pt>
                <c:pt idx="39550">
                  <c:v>54.18</c:v>
                </c:pt>
                <c:pt idx="39551">
                  <c:v>89.07</c:v>
                </c:pt>
                <c:pt idx="39552">
                  <c:v>57.98</c:v>
                </c:pt>
                <c:pt idx="39553">
                  <c:v>59.98</c:v>
                </c:pt>
                <c:pt idx="39554">
                  <c:v>68.97</c:v>
                </c:pt>
                <c:pt idx="39555">
                  <c:v>55.4</c:v>
                </c:pt>
                <c:pt idx="39556">
                  <c:v>61.98</c:v>
                </c:pt>
                <c:pt idx="39557">
                  <c:v>59.42</c:v>
                </c:pt>
                <c:pt idx="39558">
                  <c:v>71.97</c:v>
                </c:pt>
                <c:pt idx="39559">
                  <c:v>59.98</c:v>
                </c:pt>
                <c:pt idx="39560">
                  <c:v>66.22</c:v>
                </c:pt>
                <c:pt idx="39561">
                  <c:v>59.98</c:v>
                </c:pt>
                <c:pt idx="39562">
                  <c:v>59.38</c:v>
                </c:pt>
                <c:pt idx="39563">
                  <c:v>68.97</c:v>
                </c:pt>
                <c:pt idx="39564">
                  <c:v>59.98</c:v>
                </c:pt>
                <c:pt idx="39565">
                  <c:v>60.28</c:v>
                </c:pt>
                <c:pt idx="39566">
                  <c:v>55.98</c:v>
                </c:pt>
                <c:pt idx="39567">
                  <c:v>88.59</c:v>
                </c:pt>
                <c:pt idx="39568">
                  <c:v>89.07</c:v>
                </c:pt>
                <c:pt idx="39569">
                  <c:v>92.97</c:v>
                </c:pt>
                <c:pt idx="39570">
                  <c:v>59.98</c:v>
                </c:pt>
                <c:pt idx="39571">
                  <c:v>55.98</c:v>
                </c:pt>
                <c:pt idx="39572">
                  <c:v>99.96</c:v>
                </c:pt>
                <c:pt idx="39573">
                  <c:v>66.75</c:v>
                </c:pt>
                <c:pt idx="39574">
                  <c:v>59.38</c:v>
                </c:pt>
                <c:pt idx="39575">
                  <c:v>119.96</c:v>
                </c:pt>
                <c:pt idx="39576">
                  <c:v>59.98</c:v>
                </c:pt>
                <c:pt idx="39577">
                  <c:v>58.78</c:v>
                </c:pt>
                <c:pt idx="39578">
                  <c:v>54.98</c:v>
                </c:pt>
                <c:pt idx="39579">
                  <c:v>77.290000000000006</c:v>
                </c:pt>
                <c:pt idx="39580">
                  <c:v>69.98</c:v>
                </c:pt>
                <c:pt idx="39581">
                  <c:v>69.98</c:v>
                </c:pt>
                <c:pt idx="39582">
                  <c:v>69.98</c:v>
                </c:pt>
                <c:pt idx="39583">
                  <c:v>69.98</c:v>
                </c:pt>
                <c:pt idx="39584">
                  <c:v>69.98</c:v>
                </c:pt>
                <c:pt idx="39585">
                  <c:v>69.98</c:v>
                </c:pt>
                <c:pt idx="39586">
                  <c:v>69.98</c:v>
                </c:pt>
                <c:pt idx="39587">
                  <c:v>69.98</c:v>
                </c:pt>
                <c:pt idx="39588">
                  <c:v>44.49</c:v>
                </c:pt>
                <c:pt idx="39589">
                  <c:v>182.97</c:v>
                </c:pt>
                <c:pt idx="39590">
                  <c:v>69.989999999999995</c:v>
                </c:pt>
                <c:pt idx="39591">
                  <c:v>214.95</c:v>
                </c:pt>
                <c:pt idx="39592">
                  <c:v>69.989999999999995</c:v>
                </c:pt>
                <c:pt idx="39593">
                  <c:v>71.98</c:v>
                </c:pt>
                <c:pt idx="39594">
                  <c:v>215.94</c:v>
                </c:pt>
                <c:pt idx="39595">
                  <c:v>214.95</c:v>
                </c:pt>
                <c:pt idx="39596">
                  <c:v>49.47</c:v>
                </c:pt>
                <c:pt idx="39597">
                  <c:v>182.97</c:v>
                </c:pt>
                <c:pt idx="39598">
                  <c:v>153.96</c:v>
                </c:pt>
                <c:pt idx="39599">
                  <c:v>33.479999999999997</c:v>
                </c:pt>
                <c:pt idx="39600">
                  <c:v>69.98</c:v>
                </c:pt>
                <c:pt idx="39601">
                  <c:v>69.989999999999995</c:v>
                </c:pt>
                <c:pt idx="39602">
                  <c:v>69.989999999999995</c:v>
                </c:pt>
                <c:pt idx="39603">
                  <c:v>69.989999999999995</c:v>
                </c:pt>
                <c:pt idx="39604">
                  <c:v>79.989999999999995</c:v>
                </c:pt>
                <c:pt idx="39605">
                  <c:v>79.989999999999995</c:v>
                </c:pt>
                <c:pt idx="39606">
                  <c:v>79.989999999999995</c:v>
                </c:pt>
                <c:pt idx="39607">
                  <c:v>79.989999999999995</c:v>
                </c:pt>
                <c:pt idx="39608">
                  <c:v>79.92</c:v>
                </c:pt>
                <c:pt idx="39609">
                  <c:v>79.989999999999995</c:v>
                </c:pt>
                <c:pt idx="39610">
                  <c:v>91.98</c:v>
                </c:pt>
                <c:pt idx="39611">
                  <c:v>79.989999999999995</c:v>
                </c:pt>
                <c:pt idx="39612">
                  <c:v>81.36</c:v>
                </c:pt>
                <c:pt idx="39613">
                  <c:v>79.989999999999995</c:v>
                </c:pt>
                <c:pt idx="39614">
                  <c:v>91.98</c:v>
                </c:pt>
                <c:pt idx="39615">
                  <c:v>69.97</c:v>
                </c:pt>
                <c:pt idx="39616">
                  <c:v>71.239999999999995</c:v>
                </c:pt>
                <c:pt idx="39617">
                  <c:v>79.989999999999995</c:v>
                </c:pt>
                <c:pt idx="39618">
                  <c:v>51.84</c:v>
                </c:pt>
                <c:pt idx="39619">
                  <c:v>100.25</c:v>
                </c:pt>
                <c:pt idx="39620">
                  <c:v>71.459999999999994</c:v>
                </c:pt>
                <c:pt idx="39621">
                  <c:v>72.98</c:v>
                </c:pt>
                <c:pt idx="39622">
                  <c:v>79.989999999999995</c:v>
                </c:pt>
                <c:pt idx="39623">
                  <c:v>91.98</c:v>
                </c:pt>
                <c:pt idx="39624">
                  <c:v>79.989999999999995</c:v>
                </c:pt>
                <c:pt idx="39625">
                  <c:v>79.989999999999995</c:v>
                </c:pt>
                <c:pt idx="39626">
                  <c:v>79.989999999999995</c:v>
                </c:pt>
                <c:pt idx="39627">
                  <c:v>69.989999999999995</c:v>
                </c:pt>
                <c:pt idx="39628">
                  <c:v>69.989999999999995</c:v>
                </c:pt>
                <c:pt idx="39629">
                  <c:v>69.989999999999995</c:v>
                </c:pt>
                <c:pt idx="39630">
                  <c:v>69.989999999999995</c:v>
                </c:pt>
                <c:pt idx="39631">
                  <c:v>69.989999999999995</c:v>
                </c:pt>
                <c:pt idx="39632">
                  <c:v>69.989999999999995</c:v>
                </c:pt>
                <c:pt idx="39633">
                  <c:v>69.989999999999995</c:v>
                </c:pt>
                <c:pt idx="39634">
                  <c:v>69.989999999999995</c:v>
                </c:pt>
                <c:pt idx="39635">
                  <c:v>69.989999999999995</c:v>
                </c:pt>
                <c:pt idx="39636">
                  <c:v>203.95</c:v>
                </c:pt>
                <c:pt idx="39637">
                  <c:v>256.47000000000003</c:v>
                </c:pt>
                <c:pt idx="39638">
                  <c:v>208.08</c:v>
                </c:pt>
                <c:pt idx="39639">
                  <c:v>250.42</c:v>
                </c:pt>
                <c:pt idx="39640">
                  <c:v>355.68</c:v>
                </c:pt>
                <c:pt idx="39641">
                  <c:v>127</c:v>
                </c:pt>
                <c:pt idx="39642">
                  <c:v>199.15</c:v>
                </c:pt>
                <c:pt idx="39643">
                  <c:v>272.19</c:v>
                </c:pt>
                <c:pt idx="39644">
                  <c:v>346</c:v>
                </c:pt>
                <c:pt idx="39645">
                  <c:v>239.54</c:v>
                </c:pt>
                <c:pt idx="39646">
                  <c:v>69.989999999999995</c:v>
                </c:pt>
                <c:pt idx="39647">
                  <c:v>69.989999999999995</c:v>
                </c:pt>
                <c:pt idx="39648">
                  <c:v>69.989999999999995</c:v>
                </c:pt>
                <c:pt idx="39649">
                  <c:v>61.48</c:v>
                </c:pt>
                <c:pt idx="39650">
                  <c:v>69.97</c:v>
                </c:pt>
                <c:pt idx="39651">
                  <c:v>69.989999999999995</c:v>
                </c:pt>
                <c:pt idx="39652">
                  <c:v>69.989999999999995</c:v>
                </c:pt>
                <c:pt idx="39653">
                  <c:v>69.989999999999995</c:v>
                </c:pt>
                <c:pt idx="39654">
                  <c:v>69.989999999999995</c:v>
                </c:pt>
                <c:pt idx="39655">
                  <c:v>69.989999999999995</c:v>
                </c:pt>
                <c:pt idx="39656">
                  <c:v>396.93</c:v>
                </c:pt>
                <c:pt idx="39657">
                  <c:v>267.95</c:v>
                </c:pt>
                <c:pt idx="39658">
                  <c:v>311.94</c:v>
                </c:pt>
                <c:pt idx="39659">
                  <c:v>199.45</c:v>
                </c:pt>
                <c:pt idx="39660">
                  <c:v>216.64</c:v>
                </c:pt>
                <c:pt idx="39661">
                  <c:v>69.989999999999995</c:v>
                </c:pt>
                <c:pt idx="39662">
                  <c:v>69.989999999999995</c:v>
                </c:pt>
                <c:pt idx="39663">
                  <c:v>69.98</c:v>
                </c:pt>
                <c:pt idx="39664">
                  <c:v>69.98</c:v>
                </c:pt>
                <c:pt idx="39665">
                  <c:v>69.98</c:v>
                </c:pt>
                <c:pt idx="39666">
                  <c:v>69.98</c:v>
                </c:pt>
                <c:pt idx="39667">
                  <c:v>69.98</c:v>
                </c:pt>
                <c:pt idx="39668">
                  <c:v>69.959999999999994</c:v>
                </c:pt>
                <c:pt idx="39669">
                  <c:v>59.97</c:v>
                </c:pt>
                <c:pt idx="39670">
                  <c:v>55.77</c:v>
                </c:pt>
                <c:pt idx="39671">
                  <c:v>54.87</c:v>
                </c:pt>
                <c:pt idx="39672">
                  <c:v>58.87</c:v>
                </c:pt>
                <c:pt idx="39673">
                  <c:v>67.459999999999994</c:v>
                </c:pt>
                <c:pt idx="39674">
                  <c:v>59.97</c:v>
                </c:pt>
                <c:pt idx="39675">
                  <c:v>53.97</c:v>
                </c:pt>
                <c:pt idx="39676">
                  <c:v>53.52</c:v>
                </c:pt>
                <c:pt idx="39677">
                  <c:v>52.67</c:v>
                </c:pt>
                <c:pt idx="39678">
                  <c:v>26.49</c:v>
                </c:pt>
                <c:pt idx="39679">
                  <c:v>26.49</c:v>
                </c:pt>
                <c:pt idx="39680">
                  <c:v>69.98</c:v>
                </c:pt>
                <c:pt idx="39681">
                  <c:v>69.959999999999994</c:v>
                </c:pt>
                <c:pt idx="39682">
                  <c:v>61.49</c:v>
                </c:pt>
                <c:pt idx="39683">
                  <c:v>69.98</c:v>
                </c:pt>
                <c:pt idx="39684">
                  <c:v>61.48</c:v>
                </c:pt>
                <c:pt idx="39685">
                  <c:v>44.48</c:v>
                </c:pt>
                <c:pt idx="39686">
                  <c:v>66.97</c:v>
                </c:pt>
                <c:pt idx="39687">
                  <c:v>50.98</c:v>
                </c:pt>
                <c:pt idx="39688">
                  <c:v>71.959999999999994</c:v>
                </c:pt>
                <c:pt idx="39689">
                  <c:v>50.98</c:v>
                </c:pt>
                <c:pt idx="39690">
                  <c:v>21.49</c:v>
                </c:pt>
                <c:pt idx="39691">
                  <c:v>71.959999999999994</c:v>
                </c:pt>
                <c:pt idx="39692">
                  <c:v>21.49</c:v>
                </c:pt>
                <c:pt idx="39693">
                  <c:v>66.97</c:v>
                </c:pt>
                <c:pt idx="39694">
                  <c:v>44.48</c:v>
                </c:pt>
                <c:pt idx="39695">
                  <c:v>61.48</c:v>
                </c:pt>
                <c:pt idx="39696">
                  <c:v>51.48</c:v>
                </c:pt>
                <c:pt idx="39697">
                  <c:v>51.48</c:v>
                </c:pt>
                <c:pt idx="39698">
                  <c:v>61.48</c:v>
                </c:pt>
                <c:pt idx="39699">
                  <c:v>61.48</c:v>
                </c:pt>
                <c:pt idx="39700">
                  <c:v>69.97</c:v>
                </c:pt>
                <c:pt idx="39701">
                  <c:v>69.97</c:v>
                </c:pt>
                <c:pt idx="39702">
                  <c:v>69.98</c:v>
                </c:pt>
                <c:pt idx="39703">
                  <c:v>69.97</c:v>
                </c:pt>
                <c:pt idx="39704">
                  <c:v>69.959999999999994</c:v>
                </c:pt>
                <c:pt idx="39705">
                  <c:v>69.959999999999994</c:v>
                </c:pt>
                <c:pt idx="39706">
                  <c:v>16.489999999999998</c:v>
                </c:pt>
                <c:pt idx="39707">
                  <c:v>36.49</c:v>
                </c:pt>
                <c:pt idx="39708">
                  <c:v>169.98</c:v>
                </c:pt>
                <c:pt idx="39709">
                  <c:v>197.97</c:v>
                </c:pt>
                <c:pt idx="39710">
                  <c:v>161.93</c:v>
                </c:pt>
                <c:pt idx="39711">
                  <c:v>169.98</c:v>
                </c:pt>
                <c:pt idx="39712">
                  <c:v>131.97999999999999</c:v>
                </c:pt>
                <c:pt idx="39713">
                  <c:v>169.98</c:v>
                </c:pt>
                <c:pt idx="39714">
                  <c:v>169.98</c:v>
                </c:pt>
                <c:pt idx="39715">
                  <c:v>169.98</c:v>
                </c:pt>
                <c:pt idx="39716">
                  <c:v>169.98</c:v>
                </c:pt>
                <c:pt idx="39717">
                  <c:v>161.47999999999999</c:v>
                </c:pt>
                <c:pt idx="39718">
                  <c:v>134.97999999999999</c:v>
                </c:pt>
                <c:pt idx="39719">
                  <c:v>130.66</c:v>
                </c:pt>
                <c:pt idx="39720">
                  <c:v>26.49</c:v>
                </c:pt>
                <c:pt idx="39721">
                  <c:v>26.49</c:v>
                </c:pt>
                <c:pt idx="39722">
                  <c:v>26.49</c:v>
                </c:pt>
                <c:pt idx="39723">
                  <c:v>26.49</c:v>
                </c:pt>
                <c:pt idx="39724">
                  <c:v>69.95</c:v>
                </c:pt>
                <c:pt idx="39725">
                  <c:v>61.46</c:v>
                </c:pt>
                <c:pt idx="39726">
                  <c:v>69.95</c:v>
                </c:pt>
                <c:pt idx="39727">
                  <c:v>69.959999999999994</c:v>
                </c:pt>
                <c:pt idx="39728">
                  <c:v>69.959999999999994</c:v>
                </c:pt>
                <c:pt idx="39729">
                  <c:v>11.49</c:v>
                </c:pt>
                <c:pt idx="39730">
                  <c:v>16.489999999999998</c:v>
                </c:pt>
                <c:pt idx="39731">
                  <c:v>16.489999999999998</c:v>
                </c:pt>
                <c:pt idx="39732">
                  <c:v>-31.19</c:v>
                </c:pt>
                <c:pt idx="39733">
                  <c:v>-31.19</c:v>
                </c:pt>
                <c:pt idx="39734">
                  <c:v>29.99</c:v>
                </c:pt>
                <c:pt idx="39735">
                  <c:v>31.19</c:v>
                </c:pt>
                <c:pt idx="39736">
                  <c:v>31.19</c:v>
                </c:pt>
                <c:pt idx="39737">
                  <c:v>31.79</c:v>
                </c:pt>
                <c:pt idx="39738">
                  <c:v>62.96</c:v>
                </c:pt>
                <c:pt idx="39739">
                  <c:v>109.46</c:v>
                </c:pt>
                <c:pt idx="39740">
                  <c:v>71.069999999999993</c:v>
                </c:pt>
                <c:pt idx="39741">
                  <c:v>76.489999999999995</c:v>
                </c:pt>
                <c:pt idx="39742">
                  <c:v>76.489999999999995</c:v>
                </c:pt>
                <c:pt idx="39743">
                  <c:v>71.680000000000007</c:v>
                </c:pt>
                <c:pt idx="39744">
                  <c:v>70.98</c:v>
                </c:pt>
                <c:pt idx="39745">
                  <c:v>70.98</c:v>
                </c:pt>
                <c:pt idx="39746">
                  <c:v>70.98</c:v>
                </c:pt>
                <c:pt idx="39747">
                  <c:v>70.98</c:v>
                </c:pt>
                <c:pt idx="39748">
                  <c:v>70.98</c:v>
                </c:pt>
                <c:pt idx="39749">
                  <c:v>70.98</c:v>
                </c:pt>
                <c:pt idx="39750">
                  <c:v>70.98</c:v>
                </c:pt>
                <c:pt idx="39751">
                  <c:v>141.96</c:v>
                </c:pt>
                <c:pt idx="39752">
                  <c:v>157.25</c:v>
                </c:pt>
                <c:pt idx="39753">
                  <c:v>171.77</c:v>
                </c:pt>
                <c:pt idx="39754">
                  <c:v>131.24</c:v>
                </c:pt>
                <c:pt idx="39755">
                  <c:v>-141.96</c:v>
                </c:pt>
                <c:pt idx="39756">
                  <c:v>195.97</c:v>
                </c:pt>
                <c:pt idx="39757">
                  <c:v>188.7</c:v>
                </c:pt>
                <c:pt idx="39758">
                  <c:v>120.35</c:v>
                </c:pt>
                <c:pt idx="39759">
                  <c:v>211.69</c:v>
                </c:pt>
                <c:pt idx="39760">
                  <c:v>147.88</c:v>
                </c:pt>
                <c:pt idx="39761">
                  <c:v>204.43</c:v>
                </c:pt>
                <c:pt idx="39762">
                  <c:v>131.19</c:v>
                </c:pt>
                <c:pt idx="39763">
                  <c:v>70.97</c:v>
                </c:pt>
                <c:pt idx="39764">
                  <c:v>48.36</c:v>
                </c:pt>
                <c:pt idx="39765">
                  <c:v>69.67</c:v>
                </c:pt>
                <c:pt idx="39766">
                  <c:v>76.8</c:v>
                </c:pt>
                <c:pt idx="39767">
                  <c:v>24.99</c:v>
                </c:pt>
                <c:pt idx="39768">
                  <c:v>115.95</c:v>
                </c:pt>
                <c:pt idx="39769">
                  <c:v>116.97</c:v>
                </c:pt>
                <c:pt idx="39770">
                  <c:v>115.95</c:v>
                </c:pt>
                <c:pt idx="39771">
                  <c:v>146.94999999999999</c:v>
                </c:pt>
                <c:pt idx="39772">
                  <c:v>105.97</c:v>
                </c:pt>
                <c:pt idx="39773">
                  <c:v>115.95</c:v>
                </c:pt>
                <c:pt idx="39774">
                  <c:v>65.989999999999995</c:v>
                </c:pt>
                <c:pt idx="39775">
                  <c:v>99.97</c:v>
                </c:pt>
                <c:pt idx="39776">
                  <c:v>104.97</c:v>
                </c:pt>
                <c:pt idx="39777">
                  <c:v>85.98</c:v>
                </c:pt>
                <c:pt idx="39778">
                  <c:v>99.97</c:v>
                </c:pt>
                <c:pt idx="39779">
                  <c:v>148.94999999999999</c:v>
                </c:pt>
                <c:pt idx="39780">
                  <c:v>69.98</c:v>
                </c:pt>
                <c:pt idx="39781">
                  <c:v>108.97</c:v>
                </c:pt>
                <c:pt idx="39782">
                  <c:v>56.09</c:v>
                </c:pt>
                <c:pt idx="39783">
                  <c:v>69.989999999999995</c:v>
                </c:pt>
                <c:pt idx="39784">
                  <c:v>69.989999999999995</c:v>
                </c:pt>
                <c:pt idx="39785">
                  <c:v>69.989999999999995</c:v>
                </c:pt>
                <c:pt idx="39786">
                  <c:v>69.98</c:v>
                </c:pt>
                <c:pt idx="39787">
                  <c:v>62.29</c:v>
                </c:pt>
                <c:pt idx="39788">
                  <c:v>123.94</c:v>
                </c:pt>
                <c:pt idx="39789">
                  <c:v>99.95</c:v>
                </c:pt>
                <c:pt idx="39790">
                  <c:v>99.98</c:v>
                </c:pt>
                <c:pt idx="39791">
                  <c:v>79.959999999999994</c:v>
                </c:pt>
                <c:pt idx="39792">
                  <c:v>105.97</c:v>
                </c:pt>
                <c:pt idx="39793">
                  <c:v>79.959999999999994</c:v>
                </c:pt>
                <c:pt idx="39794">
                  <c:v>103.94</c:v>
                </c:pt>
                <c:pt idx="39795">
                  <c:v>103.95</c:v>
                </c:pt>
                <c:pt idx="39796">
                  <c:v>111.56</c:v>
                </c:pt>
                <c:pt idx="39797">
                  <c:v>79.959999999999994</c:v>
                </c:pt>
                <c:pt idx="39798">
                  <c:v>79.959999999999994</c:v>
                </c:pt>
                <c:pt idx="39799">
                  <c:v>103.95</c:v>
                </c:pt>
                <c:pt idx="39800">
                  <c:v>69.98</c:v>
                </c:pt>
                <c:pt idx="39801">
                  <c:v>69.98</c:v>
                </c:pt>
                <c:pt idx="39802">
                  <c:v>69.98</c:v>
                </c:pt>
                <c:pt idx="39803">
                  <c:v>69.98</c:v>
                </c:pt>
                <c:pt idx="39804">
                  <c:v>69.98</c:v>
                </c:pt>
                <c:pt idx="39805">
                  <c:v>62.29</c:v>
                </c:pt>
                <c:pt idx="39806">
                  <c:v>62.29</c:v>
                </c:pt>
                <c:pt idx="39807">
                  <c:v>69.98</c:v>
                </c:pt>
                <c:pt idx="39808">
                  <c:v>69.98</c:v>
                </c:pt>
                <c:pt idx="39809">
                  <c:v>69.98</c:v>
                </c:pt>
                <c:pt idx="39810">
                  <c:v>164.97</c:v>
                </c:pt>
                <c:pt idx="39811">
                  <c:v>83.29</c:v>
                </c:pt>
                <c:pt idx="39812">
                  <c:v>83.67</c:v>
                </c:pt>
                <c:pt idx="39813">
                  <c:v>84.99</c:v>
                </c:pt>
                <c:pt idx="39814">
                  <c:v>84.99</c:v>
                </c:pt>
                <c:pt idx="39815">
                  <c:v>83.29</c:v>
                </c:pt>
                <c:pt idx="39816">
                  <c:v>110.47</c:v>
                </c:pt>
                <c:pt idx="39817">
                  <c:v>65.989999999999995</c:v>
                </c:pt>
                <c:pt idx="39818">
                  <c:v>47.49</c:v>
                </c:pt>
                <c:pt idx="39819">
                  <c:v>84.99</c:v>
                </c:pt>
                <c:pt idx="39820">
                  <c:v>83.29</c:v>
                </c:pt>
                <c:pt idx="39821">
                  <c:v>83.29</c:v>
                </c:pt>
                <c:pt idx="39822">
                  <c:v>62.71</c:v>
                </c:pt>
                <c:pt idx="39823">
                  <c:v>84.99</c:v>
                </c:pt>
                <c:pt idx="39824">
                  <c:v>65.989999999999995</c:v>
                </c:pt>
                <c:pt idx="39825">
                  <c:v>75.09</c:v>
                </c:pt>
                <c:pt idx="39826">
                  <c:v>84.99</c:v>
                </c:pt>
                <c:pt idx="39827">
                  <c:v>76.489999999999995</c:v>
                </c:pt>
                <c:pt idx="39828">
                  <c:v>137.97999999999999</c:v>
                </c:pt>
                <c:pt idx="39829">
                  <c:v>84.99</c:v>
                </c:pt>
                <c:pt idx="39830">
                  <c:v>65.989999999999995</c:v>
                </c:pt>
                <c:pt idx="39831">
                  <c:v>62.29</c:v>
                </c:pt>
                <c:pt idx="39832">
                  <c:v>62.29</c:v>
                </c:pt>
                <c:pt idx="39833">
                  <c:v>75.98</c:v>
                </c:pt>
                <c:pt idx="39834">
                  <c:v>75.98</c:v>
                </c:pt>
                <c:pt idx="39835">
                  <c:v>-18.489999999999998</c:v>
                </c:pt>
                <c:pt idx="39836">
                  <c:v>18.489999999999998</c:v>
                </c:pt>
                <c:pt idx="39837">
                  <c:v>66.48</c:v>
                </c:pt>
                <c:pt idx="39838">
                  <c:v>75.97</c:v>
                </c:pt>
                <c:pt idx="39839">
                  <c:v>69.97</c:v>
                </c:pt>
                <c:pt idx="39840">
                  <c:v>75.97</c:v>
                </c:pt>
                <c:pt idx="39841">
                  <c:v>75.97</c:v>
                </c:pt>
                <c:pt idx="39842">
                  <c:v>111.98</c:v>
                </c:pt>
                <c:pt idx="39843">
                  <c:v>121.98</c:v>
                </c:pt>
                <c:pt idx="39844">
                  <c:v>74.98</c:v>
                </c:pt>
                <c:pt idx="39845">
                  <c:v>93.98</c:v>
                </c:pt>
                <c:pt idx="39846">
                  <c:v>79.989999999999995</c:v>
                </c:pt>
                <c:pt idx="39847">
                  <c:v>79.989999999999995</c:v>
                </c:pt>
                <c:pt idx="39848">
                  <c:v>79.989999999999995</c:v>
                </c:pt>
                <c:pt idx="39849">
                  <c:v>93.98</c:v>
                </c:pt>
                <c:pt idx="39850">
                  <c:v>104.73</c:v>
                </c:pt>
                <c:pt idx="39851">
                  <c:v>58.76</c:v>
                </c:pt>
                <c:pt idx="39852">
                  <c:v>60.99</c:v>
                </c:pt>
                <c:pt idx="39853">
                  <c:v>79.989999999999995</c:v>
                </c:pt>
                <c:pt idx="39854">
                  <c:v>79.989999999999995</c:v>
                </c:pt>
                <c:pt idx="39855">
                  <c:v>79.989999999999995</c:v>
                </c:pt>
                <c:pt idx="39856">
                  <c:v>60.99</c:v>
                </c:pt>
                <c:pt idx="39857">
                  <c:v>88.97</c:v>
                </c:pt>
                <c:pt idx="39858">
                  <c:v>66.08</c:v>
                </c:pt>
                <c:pt idx="39859">
                  <c:v>74.98</c:v>
                </c:pt>
                <c:pt idx="39860">
                  <c:v>93.98</c:v>
                </c:pt>
                <c:pt idx="39861">
                  <c:v>79.989999999999995</c:v>
                </c:pt>
                <c:pt idx="39862">
                  <c:v>73.83</c:v>
                </c:pt>
                <c:pt idx="39863">
                  <c:v>93.98</c:v>
                </c:pt>
                <c:pt idx="39864">
                  <c:v>83.67</c:v>
                </c:pt>
                <c:pt idx="39865">
                  <c:v>74.98</c:v>
                </c:pt>
                <c:pt idx="39866">
                  <c:v>75.959999999999994</c:v>
                </c:pt>
                <c:pt idx="39867">
                  <c:v>75.959999999999994</c:v>
                </c:pt>
                <c:pt idx="39868">
                  <c:v>75.959999999999994</c:v>
                </c:pt>
                <c:pt idx="39869">
                  <c:v>75.87</c:v>
                </c:pt>
                <c:pt idx="39870">
                  <c:v>75.87</c:v>
                </c:pt>
                <c:pt idx="39871">
                  <c:v>70.47</c:v>
                </c:pt>
                <c:pt idx="39872">
                  <c:v>76.22</c:v>
                </c:pt>
                <c:pt idx="39873">
                  <c:v>79.849999999999994</c:v>
                </c:pt>
                <c:pt idx="39874">
                  <c:v>79.849999999999994</c:v>
                </c:pt>
                <c:pt idx="39875">
                  <c:v>79.849999999999994</c:v>
                </c:pt>
                <c:pt idx="39876">
                  <c:v>97.99</c:v>
                </c:pt>
                <c:pt idx="39877">
                  <c:v>79.849999999999994</c:v>
                </c:pt>
                <c:pt idx="39878">
                  <c:v>85.89</c:v>
                </c:pt>
                <c:pt idx="39879">
                  <c:v>74.27</c:v>
                </c:pt>
                <c:pt idx="39880">
                  <c:v>79.849999999999994</c:v>
                </c:pt>
                <c:pt idx="39881">
                  <c:v>81.650000000000006</c:v>
                </c:pt>
                <c:pt idx="39882">
                  <c:v>79.849999999999994</c:v>
                </c:pt>
                <c:pt idx="39883">
                  <c:v>79.849999999999994</c:v>
                </c:pt>
                <c:pt idx="39884">
                  <c:v>97.99</c:v>
                </c:pt>
                <c:pt idx="39885">
                  <c:v>97.99</c:v>
                </c:pt>
                <c:pt idx="39886">
                  <c:v>97.99</c:v>
                </c:pt>
                <c:pt idx="39887">
                  <c:v>76.22</c:v>
                </c:pt>
                <c:pt idx="39888">
                  <c:v>76.209999999999994</c:v>
                </c:pt>
                <c:pt idx="39889">
                  <c:v>76.209999999999994</c:v>
                </c:pt>
                <c:pt idx="39890">
                  <c:v>76.209999999999994</c:v>
                </c:pt>
                <c:pt idx="39891">
                  <c:v>76.209999999999994</c:v>
                </c:pt>
                <c:pt idx="39892">
                  <c:v>169.98</c:v>
                </c:pt>
                <c:pt idx="39893">
                  <c:v>169.98</c:v>
                </c:pt>
                <c:pt idx="39894">
                  <c:v>169.98</c:v>
                </c:pt>
                <c:pt idx="39895">
                  <c:v>169.98</c:v>
                </c:pt>
                <c:pt idx="39896">
                  <c:v>169.98</c:v>
                </c:pt>
                <c:pt idx="39897">
                  <c:v>169.98</c:v>
                </c:pt>
                <c:pt idx="39898">
                  <c:v>169.98</c:v>
                </c:pt>
                <c:pt idx="39899">
                  <c:v>169.98</c:v>
                </c:pt>
                <c:pt idx="39900">
                  <c:v>169.98</c:v>
                </c:pt>
                <c:pt idx="39901">
                  <c:v>192.97</c:v>
                </c:pt>
                <c:pt idx="39902">
                  <c:v>169.98</c:v>
                </c:pt>
                <c:pt idx="39903">
                  <c:v>76.19</c:v>
                </c:pt>
                <c:pt idx="39904">
                  <c:v>76.2</c:v>
                </c:pt>
                <c:pt idx="39905">
                  <c:v>68.98</c:v>
                </c:pt>
                <c:pt idx="39906">
                  <c:v>68.98</c:v>
                </c:pt>
                <c:pt idx="39907">
                  <c:v>68.989999999999995</c:v>
                </c:pt>
                <c:pt idx="39908">
                  <c:v>68.989999999999995</c:v>
                </c:pt>
                <c:pt idx="39909">
                  <c:v>68.97</c:v>
                </c:pt>
                <c:pt idx="39910">
                  <c:v>65.989999999999995</c:v>
                </c:pt>
                <c:pt idx="39911">
                  <c:v>200.97</c:v>
                </c:pt>
                <c:pt idx="39912">
                  <c:v>205.47</c:v>
                </c:pt>
                <c:pt idx="39913">
                  <c:v>126.93</c:v>
                </c:pt>
                <c:pt idx="39914">
                  <c:v>153.97</c:v>
                </c:pt>
                <c:pt idx="39915">
                  <c:v>152.97</c:v>
                </c:pt>
                <c:pt idx="39916">
                  <c:v>193.96</c:v>
                </c:pt>
                <c:pt idx="39917">
                  <c:v>153.97</c:v>
                </c:pt>
                <c:pt idx="39918">
                  <c:v>94.78</c:v>
                </c:pt>
                <c:pt idx="39919">
                  <c:v>172.46</c:v>
                </c:pt>
                <c:pt idx="39920">
                  <c:v>68.989999999999995</c:v>
                </c:pt>
                <c:pt idx="39921">
                  <c:v>68.989999999999995</c:v>
                </c:pt>
                <c:pt idx="39922">
                  <c:v>68.989999999999995</c:v>
                </c:pt>
                <c:pt idx="39923">
                  <c:v>68.989999999999995</c:v>
                </c:pt>
                <c:pt idx="39924">
                  <c:v>68.989999999999995</c:v>
                </c:pt>
                <c:pt idx="39925">
                  <c:v>68.97</c:v>
                </c:pt>
                <c:pt idx="39926">
                  <c:v>68.97</c:v>
                </c:pt>
                <c:pt idx="39927">
                  <c:v>68.97</c:v>
                </c:pt>
                <c:pt idx="39928">
                  <c:v>68.989999999999995</c:v>
                </c:pt>
                <c:pt idx="39929">
                  <c:v>68.98</c:v>
                </c:pt>
                <c:pt idx="39930">
                  <c:v>151.46</c:v>
                </c:pt>
                <c:pt idx="39931">
                  <c:v>59.98</c:v>
                </c:pt>
                <c:pt idx="39932">
                  <c:v>79.989999999999995</c:v>
                </c:pt>
                <c:pt idx="39933">
                  <c:v>74.97</c:v>
                </c:pt>
                <c:pt idx="39934">
                  <c:v>59.98</c:v>
                </c:pt>
                <c:pt idx="39935">
                  <c:v>207.95</c:v>
                </c:pt>
                <c:pt idx="39936">
                  <c:v>128.97</c:v>
                </c:pt>
                <c:pt idx="39937">
                  <c:v>59.98</c:v>
                </c:pt>
                <c:pt idx="39938">
                  <c:v>59.98</c:v>
                </c:pt>
                <c:pt idx="39939">
                  <c:v>169.98</c:v>
                </c:pt>
                <c:pt idx="39940">
                  <c:v>0</c:v>
                </c:pt>
                <c:pt idx="39941">
                  <c:v>62.09</c:v>
                </c:pt>
                <c:pt idx="39942">
                  <c:v>80.97</c:v>
                </c:pt>
                <c:pt idx="39943">
                  <c:v>154.96</c:v>
                </c:pt>
                <c:pt idx="39944">
                  <c:v>125.17</c:v>
                </c:pt>
                <c:pt idx="39945">
                  <c:v>59.98</c:v>
                </c:pt>
                <c:pt idx="39946">
                  <c:v>59.98</c:v>
                </c:pt>
                <c:pt idx="39947">
                  <c:v>224.93</c:v>
                </c:pt>
                <c:pt idx="39948">
                  <c:v>75.97</c:v>
                </c:pt>
                <c:pt idx="39949">
                  <c:v>60.99</c:v>
                </c:pt>
                <c:pt idx="39950">
                  <c:v>59.98</c:v>
                </c:pt>
                <c:pt idx="39951">
                  <c:v>68.98</c:v>
                </c:pt>
                <c:pt idx="39952">
                  <c:v>68.98</c:v>
                </c:pt>
                <c:pt idx="39953">
                  <c:v>68.959999999999994</c:v>
                </c:pt>
                <c:pt idx="39954">
                  <c:v>68.98</c:v>
                </c:pt>
                <c:pt idx="39955">
                  <c:v>70.17</c:v>
                </c:pt>
                <c:pt idx="39956">
                  <c:v>70.180000000000007</c:v>
                </c:pt>
                <c:pt idx="39957">
                  <c:v>60.48</c:v>
                </c:pt>
                <c:pt idx="39958">
                  <c:v>68.97</c:v>
                </c:pt>
                <c:pt idx="39959">
                  <c:v>62.07</c:v>
                </c:pt>
                <c:pt idx="39960">
                  <c:v>-62.07</c:v>
                </c:pt>
                <c:pt idx="39961">
                  <c:v>165.97</c:v>
                </c:pt>
                <c:pt idx="39962">
                  <c:v>171.97</c:v>
                </c:pt>
                <c:pt idx="39963">
                  <c:v>131.97999999999999</c:v>
                </c:pt>
                <c:pt idx="39964">
                  <c:v>11.47</c:v>
                </c:pt>
                <c:pt idx="39965">
                  <c:v>66.510000000000005</c:v>
                </c:pt>
                <c:pt idx="39966">
                  <c:v>76.06</c:v>
                </c:pt>
                <c:pt idx="39967">
                  <c:v>69.989999999999995</c:v>
                </c:pt>
                <c:pt idx="39968">
                  <c:v>69.989999999999995</c:v>
                </c:pt>
                <c:pt idx="39969">
                  <c:v>69.989999999999995</c:v>
                </c:pt>
                <c:pt idx="39970">
                  <c:v>84.99</c:v>
                </c:pt>
                <c:pt idx="39971">
                  <c:v>84.99</c:v>
                </c:pt>
                <c:pt idx="39972">
                  <c:v>65.989999999999995</c:v>
                </c:pt>
                <c:pt idx="39973">
                  <c:v>84.99</c:v>
                </c:pt>
                <c:pt idx="39974">
                  <c:v>84.99</c:v>
                </c:pt>
                <c:pt idx="39975">
                  <c:v>36.49</c:v>
                </c:pt>
                <c:pt idx="39976">
                  <c:v>104.98</c:v>
                </c:pt>
                <c:pt idx="39977">
                  <c:v>100.98</c:v>
                </c:pt>
                <c:pt idx="39978">
                  <c:v>84.99</c:v>
                </c:pt>
                <c:pt idx="39979">
                  <c:v>84.99</c:v>
                </c:pt>
                <c:pt idx="39980">
                  <c:v>81.98</c:v>
                </c:pt>
                <c:pt idx="39981">
                  <c:v>65.989999999999995</c:v>
                </c:pt>
                <c:pt idx="39982">
                  <c:v>84.99</c:v>
                </c:pt>
                <c:pt idx="39983">
                  <c:v>59.39</c:v>
                </c:pt>
                <c:pt idx="39984">
                  <c:v>84.99</c:v>
                </c:pt>
                <c:pt idx="39985">
                  <c:v>84.99</c:v>
                </c:pt>
                <c:pt idx="39986">
                  <c:v>84.99</c:v>
                </c:pt>
                <c:pt idx="39987">
                  <c:v>65.989999999999995</c:v>
                </c:pt>
                <c:pt idx="39988">
                  <c:v>84.99</c:v>
                </c:pt>
                <c:pt idx="39989">
                  <c:v>84.99</c:v>
                </c:pt>
                <c:pt idx="39990">
                  <c:v>110.06</c:v>
                </c:pt>
                <c:pt idx="39991">
                  <c:v>76.59</c:v>
                </c:pt>
                <c:pt idx="39992">
                  <c:v>84.99</c:v>
                </c:pt>
                <c:pt idx="39993">
                  <c:v>69.989999999999995</c:v>
                </c:pt>
                <c:pt idx="39994">
                  <c:v>69.989999999999995</c:v>
                </c:pt>
                <c:pt idx="39995">
                  <c:v>69.989999999999995</c:v>
                </c:pt>
                <c:pt idx="39996">
                  <c:v>69.989999999999995</c:v>
                </c:pt>
                <c:pt idx="39997">
                  <c:v>69.989999999999995</c:v>
                </c:pt>
                <c:pt idx="39998">
                  <c:v>69.989999999999995</c:v>
                </c:pt>
                <c:pt idx="39999">
                  <c:v>92.96</c:v>
                </c:pt>
                <c:pt idx="40000">
                  <c:v>77.97</c:v>
                </c:pt>
                <c:pt idx="40001">
                  <c:v>79.959999999999994</c:v>
                </c:pt>
                <c:pt idx="40002">
                  <c:v>84.98</c:v>
                </c:pt>
                <c:pt idx="40003">
                  <c:v>69.989999999999995</c:v>
                </c:pt>
                <c:pt idx="40004">
                  <c:v>69.989999999999995</c:v>
                </c:pt>
                <c:pt idx="40005">
                  <c:v>69.989999999999995</c:v>
                </c:pt>
                <c:pt idx="40006">
                  <c:v>69.989999999999995</c:v>
                </c:pt>
                <c:pt idx="40007">
                  <c:v>69.989999999999995</c:v>
                </c:pt>
                <c:pt idx="40008">
                  <c:v>69.989999999999995</c:v>
                </c:pt>
                <c:pt idx="40009">
                  <c:v>69.989999999999995</c:v>
                </c:pt>
                <c:pt idx="40010">
                  <c:v>69.989999999999995</c:v>
                </c:pt>
                <c:pt idx="40011">
                  <c:v>69.989999999999995</c:v>
                </c:pt>
                <c:pt idx="40012">
                  <c:v>84.99</c:v>
                </c:pt>
                <c:pt idx="40013">
                  <c:v>100.98</c:v>
                </c:pt>
                <c:pt idx="40014">
                  <c:v>56.16</c:v>
                </c:pt>
                <c:pt idx="40015">
                  <c:v>100.98</c:v>
                </c:pt>
                <c:pt idx="40016">
                  <c:v>91.97</c:v>
                </c:pt>
                <c:pt idx="40017">
                  <c:v>159.96</c:v>
                </c:pt>
                <c:pt idx="40018">
                  <c:v>86.96</c:v>
                </c:pt>
                <c:pt idx="40019">
                  <c:v>66.98</c:v>
                </c:pt>
                <c:pt idx="40020">
                  <c:v>52.98</c:v>
                </c:pt>
                <c:pt idx="40021">
                  <c:v>65.989999999999995</c:v>
                </c:pt>
                <c:pt idx="40022">
                  <c:v>75.97</c:v>
                </c:pt>
                <c:pt idx="40023">
                  <c:v>84.99</c:v>
                </c:pt>
                <c:pt idx="40024">
                  <c:v>120.97</c:v>
                </c:pt>
                <c:pt idx="40025">
                  <c:v>69.989999999999995</c:v>
                </c:pt>
                <c:pt idx="40026">
                  <c:v>69.989999999999995</c:v>
                </c:pt>
                <c:pt idx="40027">
                  <c:v>69.989999999999995</c:v>
                </c:pt>
                <c:pt idx="40028">
                  <c:v>119.98</c:v>
                </c:pt>
                <c:pt idx="40029">
                  <c:v>-49.99</c:v>
                </c:pt>
                <c:pt idx="40030">
                  <c:v>69.98</c:v>
                </c:pt>
                <c:pt idx="40031">
                  <c:v>169.98</c:v>
                </c:pt>
                <c:pt idx="40032">
                  <c:v>169.98</c:v>
                </c:pt>
                <c:pt idx="40033">
                  <c:v>169.98</c:v>
                </c:pt>
                <c:pt idx="40034">
                  <c:v>185.97</c:v>
                </c:pt>
                <c:pt idx="40035">
                  <c:v>149.97</c:v>
                </c:pt>
                <c:pt idx="40036">
                  <c:v>169.98</c:v>
                </c:pt>
                <c:pt idx="40037">
                  <c:v>185.97</c:v>
                </c:pt>
                <c:pt idx="40038">
                  <c:v>101.98</c:v>
                </c:pt>
                <c:pt idx="40039">
                  <c:v>254.97</c:v>
                </c:pt>
                <c:pt idx="40040">
                  <c:v>169.98</c:v>
                </c:pt>
                <c:pt idx="40041">
                  <c:v>177.95</c:v>
                </c:pt>
                <c:pt idx="40042">
                  <c:v>69.98</c:v>
                </c:pt>
                <c:pt idx="40043">
                  <c:v>69.98</c:v>
                </c:pt>
                <c:pt idx="40044">
                  <c:v>61.29</c:v>
                </c:pt>
                <c:pt idx="40045">
                  <c:v>69.97</c:v>
                </c:pt>
                <c:pt idx="40046">
                  <c:v>65.989999999999995</c:v>
                </c:pt>
                <c:pt idx="40047">
                  <c:v>102.98</c:v>
                </c:pt>
                <c:pt idx="40048">
                  <c:v>169.98</c:v>
                </c:pt>
                <c:pt idx="40049">
                  <c:v>65.989999999999995</c:v>
                </c:pt>
                <c:pt idx="40050">
                  <c:v>150.18</c:v>
                </c:pt>
                <c:pt idx="40051">
                  <c:v>135.43</c:v>
                </c:pt>
                <c:pt idx="40052">
                  <c:v>84.99</c:v>
                </c:pt>
                <c:pt idx="40053">
                  <c:v>169.98</c:v>
                </c:pt>
                <c:pt idx="40054">
                  <c:v>65.989999999999995</c:v>
                </c:pt>
                <c:pt idx="40055">
                  <c:v>65.989999999999995</c:v>
                </c:pt>
                <c:pt idx="40056">
                  <c:v>169.98</c:v>
                </c:pt>
                <c:pt idx="40057">
                  <c:v>169.98</c:v>
                </c:pt>
                <c:pt idx="40058">
                  <c:v>79.69</c:v>
                </c:pt>
                <c:pt idx="40059">
                  <c:v>183.19</c:v>
                </c:pt>
                <c:pt idx="40060">
                  <c:v>65.989999999999995</c:v>
                </c:pt>
                <c:pt idx="40061">
                  <c:v>169.98</c:v>
                </c:pt>
                <c:pt idx="40062">
                  <c:v>84.99</c:v>
                </c:pt>
                <c:pt idx="40063">
                  <c:v>69.97</c:v>
                </c:pt>
                <c:pt idx="40064">
                  <c:v>69.97</c:v>
                </c:pt>
                <c:pt idx="40065">
                  <c:v>69.97</c:v>
                </c:pt>
                <c:pt idx="40066">
                  <c:v>50.84</c:v>
                </c:pt>
                <c:pt idx="40067">
                  <c:v>61.28</c:v>
                </c:pt>
                <c:pt idx="40068">
                  <c:v>69.97</c:v>
                </c:pt>
                <c:pt idx="40069">
                  <c:v>69.97</c:v>
                </c:pt>
                <c:pt idx="40070">
                  <c:v>128.05000000000001</c:v>
                </c:pt>
                <c:pt idx="40071">
                  <c:v>52.44</c:v>
                </c:pt>
                <c:pt idx="40072">
                  <c:v>87.97</c:v>
                </c:pt>
                <c:pt idx="40073">
                  <c:v>-17.96</c:v>
                </c:pt>
                <c:pt idx="40074">
                  <c:v>98.98</c:v>
                </c:pt>
                <c:pt idx="40075">
                  <c:v>50.98</c:v>
                </c:pt>
                <c:pt idx="40076">
                  <c:v>68.989999999999995</c:v>
                </c:pt>
                <c:pt idx="40077">
                  <c:v>106.97</c:v>
                </c:pt>
                <c:pt idx="40078">
                  <c:v>63.63</c:v>
                </c:pt>
                <c:pt idx="40079">
                  <c:v>99.96</c:v>
                </c:pt>
                <c:pt idx="40080">
                  <c:v>82.98</c:v>
                </c:pt>
                <c:pt idx="40081">
                  <c:v>109.14</c:v>
                </c:pt>
                <c:pt idx="40082">
                  <c:v>60.98</c:v>
                </c:pt>
                <c:pt idx="40083">
                  <c:v>93.65</c:v>
                </c:pt>
                <c:pt idx="40084">
                  <c:v>97.95</c:v>
                </c:pt>
                <c:pt idx="40085">
                  <c:v>98.98</c:v>
                </c:pt>
                <c:pt idx="40086">
                  <c:v>53.98</c:v>
                </c:pt>
                <c:pt idx="40087">
                  <c:v>69.959999999999994</c:v>
                </c:pt>
                <c:pt idx="40088">
                  <c:v>26.29</c:v>
                </c:pt>
                <c:pt idx="40089">
                  <c:v>26.29</c:v>
                </c:pt>
                <c:pt idx="40090">
                  <c:v>16.940000000000001</c:v>
                </c:pt>
                <c:pt idx="40091">
                  <c:v>21.28</c:v>
                </c:pt>
                <c:pt idx="40092">
                  <c:v>31.28</c:v>
                </c:pt>
                <c:pt idx="40093">
                  <c:v>36.270000000000003</c:v>
                </c:pt>
                <c:pt idx="40094">
                  <c:v>16.29</c:v>
                </c:pt>
                <c:pt idx="40095">
                  <c:v>54.66</c:v>
                </c:pt>
                <c:pt idx="40096">
                  <c:v>87.97</c:v>
                </c:pt>
                <c:pt idx="40097">
                  <c:v>72.97</c:v>
                </c:pt>
                <c:pt idx="40098">
                  <c:v>142.05000000000001</c:v>
                </c:pt>
                <c:pt idx="40099">
                  <c:v>146.97</c:v>
                </c:pt>
                <c:pt idx="40100">
                  <c:v>115.96</c:v>
                </c:pt>
                <c:pt idx="40101">
                  <c:v>125.96</c:v>
                </c:pt>
                <c:pt idx="40102">
                  <c:v>129.96</c:v>
                </c:pt>
                <c:pt idx="40103">
                  <c:v>102.97</c:v>
                </c:pt>
                <c:pt idx="40104">
                  <c:v>74.989999999999995</c:v>
                </c:pt>
                <c:pt idx="40105">
                  <c:v>74.98</c:v>
                </c:pt>
                <c:pt idx="40106">
                  <c:v>74.98</c:v>
                </c:pt>
                <c:pt idx="40107">
                  <c:v>74.98</c:v>
                </c:pt>
                <c:pt idx="40108">
                  <c:v>74.98</c:v>
                </c:pt>
                <c:pt idx="40109">
                  <c:v>55.99</c:v>
                </c:pt>
                <c:pt idx="40110">
                  <c:v>74.98</c:v>
                </c:pt>
                <c:pt idx="40111">
                  <c:v>62.98</c:v>
                </c:pt>
                <c:pt idx="40112">
                  <c:v>51.29</c:v>
                </c:pt>
                <c:pt idx="40113">
                  <c:v>159.96</c:v>
                </c:pt>
                <c:pt idx="40114">
                  <c:v>149.83000000000001</c:v>
                </c:pt>
                <c:pt idx="40115">
                  <c:v>248.22</c:v>
                </c:pt>
                <c:pt idx="40116">
                  <c:v>249.95</c:v>
                </c:pt>
                <c:pt idx="40117">
                  <c:v>199.96</c:v>
                </c:pt>
                <c:pt idx="40118">
                  <c:v>159.94999999999999</c:v>
                </c:pt>
                <c:pt idx="40119">
                  <c:v>249.95</c:v>
                </c:pt>
                <c:pt idx="40120">
                  <c:v>74.97</c:v>
                </c:pt>
                <c:pt idx="40121">
                  <c:v>74.97</c:v>
                </c:pt>
                <c:pt idx="40122">
                  <c:v>74.97</c:v>
                </c:pt>
                <c:pt idx="40123">
                  <c:v>74.97</c:v>
                </c:pt>
                <c:pt idx="40124">
                  <c:v>74.97</c:v>
                </c:pt>
                <c:pt idx="40125">
                  <c:v>25.49</c:v>
                </c:pt>
                <c:pt idx="40126">
                  <c:v>30.49</c:v>
                </c:pt>
                <c:pt idx="40127">
                  <c:v>259.95999999999998</c:v>
                </c:pt>
                <c:pt idx="40128">
                  <c:v>169.98</c:v>
                </c:pt>
                <c:pt idx="40129">
                  <c:v>169.98</c:v>
                </c:pt>
                <c:pt idx="40130">
                  <c:v>234.93</c:v>
                </c:pt>
                <c:pt idx="40131">
                  <c:v>54.95</c:v>
                </c:pt>
                <c:pt idx="40132">
                  <c:v>219.97</c:v>
                </c:pt>
                <c:pt idx="40133">
                  <c:v>99.98</c:v>
                </c:pt>
                <c:pt idx="40134">
                  <c:v>219.97</c:v>
                </c:pt>
                <c:pt idx="40135">
                  <c:v>153.97999999999999</c:v>
                </c:pt>
                <c:pt idx="40136">
                  <c:v>169.98</c:v>
                </c:pt>
                <c:pt idx="40137">
                  <c:v>219.97</c:v>
                </c:pt>
                <c:pt idx="40138">
                  <c:v>68.97</c:v>
                </c:pt>
                <c:pt idx="40139">
                  <c:v>51.47</c:v>
                </c:pt>
                <c:pt idx="40140">
                  <c:v>51.47</c:v>
                </c:pt>
                <c:pt idx="40141">
                  <c:v>68.97</c:v>
                </c:pt>
                <c:pt idx="40142">
                  <c:v>68.97</c:v>
                </c:pt>
                <c:pt idx="40143">
                  <c:v>68.37</c:v>
                </c:pt>
                <c:pt idx="40144">
                  <c:v>68.36</c:v>
                </c:pt>
                <c:pt idx="40145">
                  <c:v>68.36</c:v>
                </c:pt>
                <c:pt idx="40146">
                  <c:v>72.989999999999995</c:v>
                </c:pt>
                <c:pt idx="40147">
                  <c:v>169.98</c:v>
                </c:pt>
                <c:pt idx="40148">
                  <c:v>157.97999999999999</c:v>
                </c:pt>
                <c:pt idx="40149">
                  <c:v>169.98</c:v>
                </c:pt>
                <c:pt idx="40150">
                  <c:v>190.97</c:v>
                </c:pt>
                <c:pt idx="40151">
                  <c:v>108.98</c:v>
                </c:pt>
                <c:pt idx="40152">
                  <c:v>192.46</c:v>
                </c:pt>
                <c:pt idx="40153">
                  <c:v>76.489999999999995</c:v>
                </c:pt>
                <c:pt idx="40154">
                  <c:v>38.99</c:v>
                </c:pt>
                <c:pt idx="40155">
                  <c:v>180.97</c:v>
                </c:pt>
                <c:pt idx="40156">
                  <c:v>127.98</c:v>
                </c:pt>
                <c:pt idx="40157">
                  <c:v>150.18</c:v>
                </c:pt>
                <c:pt idx="40158">
                  <c:v>176.51</c:v>
                </c:pt>
                <c:pt idx="40159">
                  <c:v>84.3</c:v>
                </c:pt>
                <c:pt idx="40160">
                  <c:v>170.01</c:v>
                </c:pt>
                <c:pt idx="40161">
                  <c:v>69.989999999999995</c:v>
                </c:pt>
                <c:pt idx="40162">
                  <c:v>69.989999999999995</c:v>
                </c:pt>
                <c:pt idx="40163">
                  <c:v>69.98</c:v>
                </c:pt>
                <c:pt idx="40164">
                  <c:v>13.29</c:v>
                </c:pt>
                <c:pt idx="40165">
                  <c:v>38.090000000000003</c:v>
                </c:pt>
                <c:pt idx="40166">
                  <c:v>61.16</c:v>
                </c:pt>
                <c:pt idx="40167">
                  <c:v>305.94</c:v>
                </c:pt>
                <c:pt idx="40168">
                  <c:v>339.96</c:v>
                </c:pt>
                <c:pt idx="40169">
                  <c:v>229.46</c:v>
                </c:pt>
                <c:pt idx="40170">
                  <c:v>175.72</c:v>
                </c:pt>
                <c:pt idx="40171">
                  <c:v>361.68</c:v>
                </c:pt>
                <c:pt idx="40172">
                  <c:v>169.98</c:v>
                </c:pt>
                <c:pt idx="40173">
                  <c:v>68.069999999999993</c:v>
                </c:pt>
                <c:pt idx="40174">
                  <c:v>75.12</c:v>
                </c:pt>
                <c:pt idx="40175">
                  <c:v>75.12</c:v>
                </c:pt>
                <c:pt idx="40176">
                  <c:v>67.98</c:v>
                </c:pt>
                <c:pt idx="40177">
                  <c:v>84.99</c:v>
                </c:pt>
                <c:pt idx="40178">
                  <c:v>84.99</c:v>
                </c:pt>
                <c:pt idx="40179">
                  <c:v>84.99</c:v>
                </c:pt>
                <c:pt idx="40180">
                  <c:v>68.989999999999995</c:v>
                </c:pt>
                <c:pt idx="40181">
                  <c:v>84.99</c:v>
                </c:pt>
                <c:pt idx="40182">
                  <c:v>54.99</c:v>
                </c:pt>
                <c:pt idx="40183">
                  <c:v>84.99</c:v>
                </c:pt>
                <c:pt idx="40184">
                  <c:v>84.99</c:v>
                </c:pt>
                <c:pt idx="40185">
                  <c:v>85.98</c:v>
                </c:pt>
                <c:pt idx="40186">
                  <c:v>80.88</c:v>
                </c:pt>
                <c:pt idx="40187">
                  <c:v>99.98</c:v>
                </c:pt>
                <c:pt idx="40188">
                  <c:v>82.09</c:v>
                </c:pt>
                <c:pt idx="40189">
                  <c:v>84.99</c:v>
                </c:pt>
                <c:pt idx="40190">
                  <c:v>59.39</c:v>
                </c:pt>
                <c:pt idx="40191">
                  <c:v>84.99</c:v>
                </c:pt>
                <c:pt idx="40192">
                  <c:v>79.040000000000006</c:v>
                </c:pt>
                <c:pt idx="40193">
                  <c:v>84.99</c:v>
                </c:pt>
                <c:pt idx="40194">
                  <c:v>84.99</c:v>
                </c:pt>
                <c:pt idx="40195">
                  <c:v>84.99</c:v>
                </c:pt>
                <c:pt idx="40196">
                  <c:v>169.98</c:v>
                </c:pt>
                <c:pt idx="40197">
                  <c:v>68.989999999999995</c:v>
                </c:pt>
                <c:pt idx="40198">
                  <c:v>97.98</c:v>
                </c:pt>
                <c:pt idx="40199">
                  <c:v>67.98</c:v>
                </c:pt>
                <c:pt idx="40200">
                  <c:v>67.97</c:v>
                </c:pt>
                <c:pt idx="40201">
                  <c:v>67.97</c:v>
                </c:pt>
                <c:pt idx="40202">
                  <c:v>67.98</c:v>
                </c:pt>
                <c:pt idx="40203">
                  <c:v>67.98</c:v>
                </c:pt>
                <c:pt idx="40204">
                  <c:v>67.98</c:v>
                </c:pt>
                <c:pt idx="40205">
                  <c:v>67.98</c:v>
                </c:pt>
                <c:pt idx="40206">
                  <c:v>67.98</c:v>
                </c:pt>
                <c:pt idx="40207">
                  <c:v>73.27</c:v>
                </c:pt>
                <c:pt idx="40208">
                  <c:v>51.97</c:v>
                </c:pt>
                <c:pt idx="40209">
                  <c:v>184.97</c:v>
                </c:pt>
                <c:pt idx="40210">
                  <c:v>169.98</c:v>
                </c:pt>
                <c:pt idx="40211">
                  <c:v>159.97999999999999</c:v>
                </c:pt>
                <c:pt idx="40212">
                  <c:v>89.98</c:v>
                </c:pt>
                <c:pt idx="40213">
                  <c:v>122.97</c:v>
                </c:pt>
                <c:pt idx="40214">
                  <c:v>198.84</c:v>
                </c:pt>
                <c:pt idx="40215">
                  <c:v>210.95</c:v>
                </c:pt>
                <c:pt idx="40216">
                  <c:v>84.99</c:v>
                </c:pt>
                <c:pt idx="40217">
                  <c:v>134.97999999999999</c:v>
                </c:pt>
                <c:pt idx="40218">
                  <c:v>67.97</c:v>
                </c:pt>
                <c:pt idx="40219">
                  <c:v>41.49</c:v>
                </c:pt>
                <c:pt idx="40220">
                  <c:v>41.49</c:v>
                </c:pt>
                <c:pt idx="40221">
                  <c:v>-70.489999999999995</c:v>
                </c:pt>
                <c:pt idx="40222">
                  <c:v>67.97</c:v>
                </c:pt>
                <c:pt idx="40223">
                  <c:v>67.97</c:v>
                </c:pt>
                <c:pt idx="40224">
                  <c:v>70.489999999999995</c:v>
                </c:pt>
                <c:pt idx="40225">
                  <c:v>-70.489999999999995</c:v>
                </c:pt>
                <c:pt idx="40226">
                  <c:v>70.489999999999995</c:v>
                </c:pt>
                <c:pt idx="40227">
                  <c:v>67.97</c:v>
                </c:pt>
                <c:pt idx="40228">
                  <c:v>67.959999999999994</c:v>
                </c:pt>
                <c:pt idx="40229">
                  <c:v>67.959999999999994</c:v>
                </c:pt>
                <c:pt idx="40230">
                  <c:v>67.959999999999994</c:v>
                </c:pt>
                <c:pt idx="40231">
                  <c:v>75</c:v>
                </c:pt>
                <c:pt idx="40232">
                  <c:v>84.99</c:v>
                </c:pt>
                <c:pt idx="40233">
                  <c:v>84.99</c:v>
                </c:pt>
                <c:pt idx="40234">
                  <c:v>83.98</c:v>
                </c:pt>
                <c:pt idx="40235">
                  <c:v>124.39</c:v>
                </c:pt>
                <c:pt idx="40236">
                  <c:v>65.989999999999995</c:v>
                </c:pt>
                <c:pt idx="40237">
                  <c:v>84.99</c:v>
                </c:pt>
                <c:pt idx="40238">
                  <c:v>99.98</c:v>
                </c:pt>
                <c:pt idx="40239">
                  <c:v>84.99</c:v>
                </c:pt>
                <c:pt idx="40240">
                  <c:v>65.989999999999995</c:v>
                </c:pt>
                <c:pt idx="40241">
                  <c:v>84.99</c:v>
                </c:pt>
                <c:pt idx="40242">
                  <c:v>65.989999999999995</c:v>
                </c:pt>
                <c:pt idx="40243">
                  <c:v>84.99</c:v>
                </c:pt>
                <c:pt idx="40244">
                  <c:v>84.99</c:v>
                </c:pt>
                <c:pt idx="40245">
                  <c:v>65.989999999999995</c:v>
                </c:pt>
                <c:pt idx="40246">
                  <c:v>75</c:v>
                </c:pt>
                <c:pt idx="40247">
                  <c:v>74.98</c:v>
                </c:pt>
                <c:pt idx="40248">
                  <c:v>67.86</c:v>
                </c:pt>
                <c:pt idx="40249">
                  <c:v>20.09</c:v>
                </c:pt>
                <c:pt idx="40250">
                  <c:v>26.38</c:v>
                </c:pt>
                <c:pt idx="40251">
                  <c:v>68.989999999999995</c:v>
                </c:pt>
                <c:pt idx="40252">
                  <c:v>68.989999999999995</c:v>
                </c:pt>
                <c:pt idx="40253">
                  <c:v>68.989999999999995</c:v>
                </c:pt>
                <c:pt idx="40254">
                  <c:v>68.989999999999995</c:v>
                </c:pt>
                <c:pt idx="40255">
                  <c:v>68.989999999999995</c:v>
                </c:pt>
                <c:pt idx="40256">
                  <c:v>68.989999999999995</c:v>
                </c:pt>
                <c:pt idx="40257">
                  <c:v>159.97999999999999</c:v>
                </c:pt>
                <c:pt idx="40258">
                  <c:v>159.97999999999999</c:v>
                </c:pt>
                <c:pt idx="40259">
                  <c:v>118.46</c:v>
                </c:pt>
                <c:pt idx="40260">
                  <c:v>159.97999999999999</c:v>
                </c:pt>
                <c:pt idx="40261">
                  <c:v>159.97999999999999</c:v>
                </c:pt>
                <c:pt idx="40262">
                  <c:v>159.97999999999999</c:v>
                </c:pt>
                <c:pt idx="40263">
                  <c:v>139.97999999999999</c:v>
                </c:pt>
                <c:pt idx="40264">
                  <c:v>135.97999999999999</c:v>
                </c:pt>
                <c:pt idx="40265">
                  <c:v>33.090000000000003</c:v>
                </c:pt>
                <c:pt idx="40266">
                  <c:v>149.97999999999999</c:v>
                </c:pt>
                <c:pt idx="40267">
                  <c:v>169.98</c:v>
                </c:pt>
                <c:pt idx="40268">
                  <c:v>159.97999999999999</c:v>
                </c:pt>
                <c:pt idx="40269">
                  <c:v>159.97999999999999</c:v>
                </c:pt>
                <c:pt idx="40270">
                  <c:v>68.98</c:v>
                </c:pt>
                <c:pt idx="40271">
                  <c:v>68.98</c:v>
                </c:pt>
                <c:pt idx="40272">
                  <c:v>68.98</c:v>
                </c:pt>
                <c:pt idx="40273">
                  <c:v>68.98</c:v>
                </c:pt>
                <c:pt idx="40274">
                  <c:v>68.98</c:v>
                </c:pt>
                <c:pt idx="40275">
                  <c:v>68.98</c:v>
                </c:pt>
                <c:pt idx="40276">
                  <c:v>68.98</c:v>
                </c:pt>
                <c:pt idx="40277">
                  <c:v>68.98</c:v>
                </c:pt>
                <c:pt idx="40278">
                  <c:v>68.98</c:v>
                </c:pt>
                <c:pt idx="40279">
                  <c:v>68.98</c:v>
                </c:pt>
                <c:pt idx="40280">
                  <c:v>119.92</c:v>
                </c:pt>
                <c:pt idx="40281">
                  <c:v>89.94</c:v>
                </c:pt>
                <c:pt idx="40282">
                  <c:v>85.44</c:v>
                </c:pt>
                <c:pt idx="40283">
                  <c:v>142.55000000000001</c:v>
                </c:pt>
                <c:pt idx="40284">
                  <c:v>191.12</c:v>
                </c:pt>
                <c:pt idx="40285">
                  <c:v>68.97</c:v>
                </c:pt>
                <c:pt idx="40286">
                  <c:v>68.959999999999994</c:v>
                </c:pt>
                <c:pt idx="40287">
                  <c:v>68.28</c:v>
                </c:pt>
                <c:pt idx="40288">
                  <c:v>17.489999999999998</c:v>
                </c:pt>
                <c:pt idx="40289">
                  <c:v>28.72</c:v>
                </c:pt>
                <c:pt idx="40290">
                  <c:v>8.2899999999999991</c:v>
                </c:pt>
                <c:pt idx="40291">
                  <c:v>73.98</c:v>
                </c:pt>
                <c:pt idx="40292">
                  <c:v>73.97</c:v>
                </c:pt>
                <c:pt idx="40293">
                  <c:v>73.95</c:v>
                </c:pt>
                <c:pt idx="40294">
                  <c:v>67.489999999999995</c:v>
                </c:pt>
                <c:pt idx="40295">
                  <c:v>67.48</c:v>
                </c:pt>
                <c:pt idx="40296">
                  <c:v>67.48</c:v>
                </c:pt>
                <c:pt idx="40297">
                  <c:v>67.47</c:v>
                </c:pt>
                <c:pt idx="40298">
                  <c:v>67.47</c:v>
                </c:pt>
                <c:pt idx="40299">
                  <c:v>152.44999999999999</c:v>
                </c:pt>
                <c:pt idx="40300">
                  <c:v>150.96</c:v>
                </c:pt>
                <c:pt idx="40301">
                  <c:v>195.95</c:v>
                </c:pt>
                <c:pt idx="40302">
                  <c:v>152.44999999999999</c:v>
                </c:pt>
                <c:pt idx="40303">
                  <c:v>152.44999999999999</c:v>
                </c:pt>
                <c:pt idx="40304">
                  <c:v>70.17</c:v>
                </c:pt>
                <c:pt idx="40305">
                  <c:v>188.95</c:v>
                </c:pt>
                <c:pt idx="40306">
                  <c:v>150.96</c:v>
                </c:pt>
                <c:pt idx="40307">
                  <c:v>121.96</c:v>
                </c:pt>
                <c:pt idx="40308">
                  <c:v>103.67</c:v>
                </c:pt>
                <c:pt idx="40309">
                  <c:v>129.46</c:v>
                </c:pt>
                <c:pt idx="40310">
                  <c:v>181.45</c:v>
                </c:pt>
                <c:pt idx="40311">
                  <c:v>121.96</c:v>
                </c:pt>
                <c:pt idx="40312">
                  <c:v>121.96</c:v>
                </c:pt>
                <c:pt idx="40313">
                  <c:v>152.44999999999999</c:v>
                </c:pt>
                <c:pt idx="40314">
                  <c:v>91.97</c:v>
                </c:pt>
                <c:pt idx="40315">
                  <c:v>67.47</c:v>
                </c:pt>
                <c:pt idx="40316">
                  <c:v>67.459999999999994</c:v>
                </c:pt>
                <c:pt idx="40317">
                  <c:v>67.98</c:v>
                </c:pt>
                <c:pt idx="40318">
                  <c:v>67.98</c:v>
                </c:pt>
                <c:pt idx="40319">
                  <c:v>27.38</c:v>
                </c:pt>
                <c:pt idx="40320">
                  <c:v>27.38</c:v>
                </c:pt>
                <c:pt idx="40321">
                  <c:v>74.23</c:v>
                </c:pt>
                <c:pt idx="40322">
                  <c:v>231.94</c:v>
                </c:pt>
                <c:pt idx="40323">
                  <c:v>186.95</c:v>
                </c:pt>
                <c:pt idx="40324">
                  <c:v>241.94</c:v>
                </c:pt>
                <c:pt idx="40325">
                  <c:v>155.94999999999999</c:v>
                </c:pt>
                <c:pt idx="40326">
                  <c:v>241.94</c:v>
                </c:pt>
                <c:pt idx="40327">
                  <c:v>131.96</c:v>
                </c:pt>
                <c:pt idx="40328">
                  <c:v>169.15</c:v>
                </c:pt>
                <c:pt idx="40329">
                  <c:v>200.95</c:v>
                </c:pt>
                <c:pt idx="40330">
                  <c:v>241.94</c:v>
                </c:pt>
                <c:pt idx="40331">
                  <c:v>68.38</c:v>
                </c:pt>
                <c:pt idx="40332">
                  <c:v>68.37</c:v>
                </c:pt>
                <c:pt idx="40333">
                  <c:v>59.85</c:v>
                </c:pt>
                <c:pt idx="40334">
                  <c:v>59.84</c:v>
                </c:pt>
                <c:pt idx="40335">
                  <c:v>74.03</c:v>
                </c:pt>
                <c:pt idx="40336">
                  <c:v>74.03</c:v>
                </c:pt>
                <c:pt idx="40337">
                  <c:v>74</c:v>
                </c:pt>
                <c:pt idx="40338">
                  <c:v>68.17</c:v>
                </c:pt>
                <c:pt idx="40339">
                  <c:v>66.97</c:v>
                </c:pt>
                <c:pt idx="40340">
                  <c:v>89.97</c:v>
                </c:pt>
                <c:pt idx="40341">
                  <c:v>82.96</c:v>
                </c:pt>
                <c:pt idx="40342">
                  <c:v>89.97</c:v>
                </c:pt>
                <c:pt idx="40343">
                  <c:v>74.97</c:v>
                </c:pt>
                <c:pt idx="40344">
                  <c:v>68.97</c:v>
                </c:pt>
                <c:pt idx="40345">
                  <c:v>83.97</c:v>
                </c:pt>
                <c:pt idx="40346">
                  <c:v>68.97</c:v>
                </c:pt>
                <c:pt idx="40347">
                  <c:v>68.97</c:v>
                </c:pt>
                <c:pt idx="40348">
                  <c:v>74.94</c:v>
                </c:pt>
                <c:pt idx="40349">
                  <c:v>49.08</c:v>
                </c:pt>
                <c:pt idx="40350">
                  <c:v>83.97</c:v>
                </c:pt>
                <c:pt idx="40351">
                  <c:v>86.98</c:v>
                </c:pt>
                <c:pt idx="40352">
                  <c:v>84.62</c:v>
                </c:pt>
                <c:pt idx="40353">
                  <c:v>78.959999999999994</c:v>
                </c:pt>
                <c:pt idx="40354">
                  <c:v>68.97</c:v>
                </c:pt>
                <c:pt idx="40355">
                  <c:v>83.97</c:v>
                </c:pt>
                <c:pt idx="40356">
                  <c:v>89.97</c:v>
                </c:pt>
                <c:pt idx="40357">
                  <c:v>50.97</c:v>
                </c:pt>
                <c:pt idx="40358">
                  <c:v>65.98</c:v>
                </c:pt>
                <c:pt idx="40359">
                  <c:v>92.95</c:v>
                </c:pt>
                <c:pt idx="40360">
                  <c:v>50.38</c:v>
                </c:pt>
                <c:pt idx="40361">
                  <c:v>89.97</c:v>
                </c:pt>
                <c:pt idx="40362">
                  <c:v>84.57</c:v>
                </c:pt>
                <c:pt idx="40363">
                  <c:v>89.97</c:v>
                </c:pt>
                <c:pt idx="40364">
                  <c:v>89.97</c:v>
                </c:pt>
                <c:pt idx="40365">
                  <c:v>65.97</c:v>
                </c:pt>
                <c:pt idx="40366">
                  <c:v>66.98</c:v>
                </c:pt>
                <c:pt idx="40367">
                  <c:v>66.98</c:v>
                </c:pt>
                <c:pt idx="40368">
                  <c:v>66.97</c:v>
                </c:pt>
                <c:pt idx="40369">
                  <c:v>67.47</c:v>
                </c:pt>
                <c:pt idx="40370">
                  <c:v>23.38</c:v>
                </c:pt>
                <c:pt idx="40371">
                  <c:v>27.28</c:v>
                </c:pt>
                <c:pt idx="40372">
                  <c:v>73.8</c:v>
                </c:pt>
                <c:pt idx="40373">
                  <c:v>254.97</c:v>
                </c:pt>
                <c:pt idx="40374">
                  <c:v>153.97</c:v>
                </c:pt>
                <c:pt idx="40375">
                  <c:v>169.98</c:v>
                </c:pt>
                <c:pt idx="40376">
                  <c:v>134.97999999999999</c:v>
                </c:pt>
                <c:pt idx="40377">
                  <c:v>169.98</c:v>
                </c:pt>
                <c:pt idx="40378">
                  <c:v>169.98</c:v>
                </c:pt>
                <c:pt idx="40379">
                  <c:v>169.98</c:v>
                </c:pt>
                <c:pt idx="40380">
                  <c:v>199.96</c:v>
                </c:pt>
                <c:pt idx="40381">
                  <c:v>169.98</c:v>
                </c:pt>
                <c:pt idx="40382">
                  <c:v>169.98</c:v>
                </c:pt>
                <c:pt idx="40383">
                  <c:v>68.98</c:v>
                </c:pt>
                <c:pt idx="40384">
                  <c:v>169.98</c:v>
                </c:pt>
                <c:pt idx="40385">
                  <c:v>196.93</c:v>
                </c:pt>
                <c:pt idx="40386">
                  <c:v>73.8</c:v>
                </c:pt>
                <c:pt idx="40387">
                  <c:v>73.8</c:v>
                </c:pt>
                <c:pt idx="40388">
                  <c:v>73.790000000000006</c:v>
                </c:pt>
                <c:pt idx="40389">
                  <c:v>73.790000000000006</c:v>
                </c:pt>
                <c:pt idx="40390">
                  <c:v>73.790000000000006</c:v>
                </c:pt>
                <c:pt idx="40391">
                  <c:v>67.98</c:v>
                </c:pt>
                <c:pt idx="40392">
                  <c:v>67.98</c:v>
                </c:pt>
                <c:pt idx="40393">
                  <c:v>143.96</c:v>
                </c:pt>
                <c:pt idx="40394">
                  <c:v>93.96</c:v>
                </c:pt>
                <c:pt idx="40395">
                  <c:v>61.97</c:v>
                </c:pt>
                <c:pt idx="40396">
                  <c:v>73.98</c:v>
                </c:pt>
                <c:pt idx="40397">
                  <c:v>89.97</c:v>
                </c:pt>
                <c:pt idx="40398">
                  <c:v>59.98</c:v>
                </c:pt>
                <c:pt idx="40399">
                  <c:v>89.97</c:v>
                </c:pt>
                <c:pt idx="40400">
                  <c:v>119.96</c:v>
                </c:pt>
                <c:pt idx="40401">
                  <c:v>157.94999999999999</c:v>
                </c:pt>
                <c:pt idx="40402">
                  <c:v>69.98</c:v>
                </c:pt>
                <c:pt idx="40403">
                  <c:v>59.98</c:v>
                </c:pt>
                <c:pt idx="40404">
                  <c:v>137.96</c:v>
                </c:pt>
                <c:pt idx="40405">
                  <c:v>98.35</c:v>
                </c:pt>
                <c:pt idx="40406">
                  <c:v>67.98</c:v>
                </c:pt>
                <c:pt idx="40407">
                  <c:v>119.96</c:v>
                </c:pt>
                <c:pt idx="40408">
                  <c:v>89.97</c:v>
                </c:pt>
                <c:pt idx="40409">
                  <c:v>106.97</c:v>
                </c:pt>
                <c:pt idx="40410">
                  <c:v>119.96</c:v>
                </c:pt>
                <c:pt idx="40411">
                  <c:v>89.97</c:v>
                </c:pt>
                <c:pt idx="40412">
                  <c:v>105.04</c:v>
                </c:pt>
                <c:pt idx="40413">
                  <c:v>119.96</c:v>
                </c:pt>
                <c:pt idx="40414">
                  <c:v>67.98</c:v>
                </c:pt>
                <c:pt idx="40415">
                  <c:v>67.98</c:v>
                </c:pt>
                <c:pt idx="40416">
                  <c:v>67.98</c:v>
                </c:pt>
                <c:pt idx="40417">
                  <c:v>41.88</c:v>
                </c:pt>
                <c:pt idx="40418">
                  <c:v>67.959999999999994</c:v>
                </c:pt>
                <c:pt idx="40419">
                  <c:v>67.959999999999994</c:v>
                </c:pt>
                <c:pt idx="40420">
                  <c:v>25.28</c:v>
                </c:pt>
                <c:pt idx="40421">
                  <c:v>84.99</c:v>
                </c:pt>
                <c:pt idx="40422">
                  <c:v>54.99</c:v>
                </c:pt>
                <c:pt idx="40423">
                  <c:v>84.99</c:v>
                </c:pt>
                <c:pt idx="40424">
                  <c:v>36.29</c:v>
                </c:pt>
                <c:pt idx="40425">
                  <c:v>74.98</c:v>
                </c:pt>
                <c:pt idx="40426">
                  <c:v>84.99</c:v>
                </c:pt>
                <c:pt idx="40427">
                  <c:v>58.98</c:v>
                </c:pt>
                <c:pt idx="40428">
                  <c:v>84.99</c:v>
                </c:pt>
                <c:pt idx="40429">
                  <c:v>79.98</c:v>
                </c:pt>
                <c:pt idx="40430">
                  <c:v>139.97999999999999</c:v>
                </c:pt>
                <c:pt idx="40431">
                  <c:v>54.99</c:v>
                </c:pt>
                <c:pt idx="40432">
                  <c:v>46.29</c:v>
                </c:pt>
                <c:pt idx="40433">
                  <c:v>54.99</c:v>
                </c:pt>
                <c:pt idx="40434">
                  <c:v>84.99</c:v>
                </c:pt>
                <c:pt idx="40435">
                  <c:v>68.989999999999995</c:v>
                </c:pt>
                <c:pt idx="40436">
                  <c:v>109.98</c:v>
                </c:pt>
                <c:pt idx="40437">
                  <c:v>89.98</c:v>
                </c:pt>
                <c:pt idx="40438">
                  <c:v>31.25</c:v>
                </c:pt>
                <c:pt idx="40439">
                  <c:v>25.26</c:v>
                </c:pt>
                <c:pt idx="40440">
                  <c:v>25.26</c:v>
                </c:pt>
                <c:pt idx="40441">
                  <c:v>25.26</c:v>
                </c:pt>
                <c:pt idx="40442">
                  <c:v>25.26</c:v>
                </c:pt>
                <c:pt idx="40443">
                  <c:v>64.09</c:v>
                </c:pt>
                <c:pt idx="40444">
                  <c:v>79.78</c:v>
                </c:pt>
                <c:pt idx="40445">
                  <c:v>118.98</c:v>
                </c:pt>
                <c:pt idx="40446">
                  <c:v>84.99</c:v>
                </c:pt>
                <c:pt idx="40447">
                  <c:v>137.97999999999999</c:v>
                </c:pt>
                <c:pt idx="40448">
                  <c:v>84.99</c:v>
                </c:pt>
                <c:pt idx="40449">
                  <c:v>145.97</c:v>
                </c:pt>
                <c:pt idx="40450">
                  <c:v>84.99</c:v>
                </c:pt>
                <c:pt idx="40451">
                  <c:v>117.97</c:v>
                </c:pt>
                <c:pt idx="40452">
                  <c:v>131.97999999999999</c:v>
                </c:pt>
                <c:pt idx="40453">
                  <c:v>150.18</c:v>
                </c:pt>
                <c:pt idx="40454">
                  <c:v>131.97999999999999</c:v>
                </c:pt>
                <c:pt idx="40455">
                  <c:v>72.98</c:v>
                </c:pt>
                <c:pt idx="40456">
                  <c:v>66.58</c:v>
                </c:pt>
                <c:pt idx="40457">
                  <c:v>66.56</c:v>
                </c:pt>
                <c:pt idx="40458">
                  <c:v>67.12</c:v>
                </c:pt>
                <c:pt idx="40459">
                  <c:v>51.83</c:v>
                </c:pt>
                <c:pt idx="40460">
                  <c:v>65.989999999999995</c:v>
                </c:pt>
                <c:pt idx="40461">
                  <c:v>119.97</c:v>
                </c:pt>
                <c:pt idx="40462">
                  <c:v>52.48</c:v>
                </c:pt>
                <c:pt idx="40463">
                  <c:v>65.989999999999995</c:v>
                </c:pt>
                <c:pt idx="40464">
                  <c:v>115.98</c:v>
                </c:pt>
                <c:pt idx="40465">
                  <c:v>52.83</c:v>
                </c:pt>
                <c:pt idx="40466">
                  <c:v>65.989999999999995</c:v>
                </c:pt>
                <c:pt idx="40467">
                  <c:v>99.98</c:v>
                </c:pt>
                <c:pt idx="40468">
                  <c:v>124.97</c:v>
                </c:pt>
                <c:pt idx="40469">
                  <c:v>55.99</c:v>
                </c:pt>
                <c:pt idx="40470">
                  <c:v>49.99</c:v>
                </c:pt>
                <c:pt idx="40471">
                  <c:v>-1.5</c:v>
                </c:pt>
                <c:pt idx="40472">
                  <c:v>12.49</c:v>
                </c:pt>
                <c:pt idx="40473">
                  <c:v>111.37</c:v>
                </c:pt>
                <c:pt idx="40474">
                  <c:v>222.95</c:v>
                </c:pt>
                <c:pt idx="40475">
                  <c:v>86.98</c:v>
                </c:pt>
                <c:pt idx="40476">
                  <c:v>125.05</c:v>
                </c:pt>
                <c:pt idx="40477">
                  <c:v>65.989999999999995</c:v>
                </c:pt>
                <c:pt idx="40478">
                  <c:v>83.98</c:v>
                </c:pt>
                <c:pt idx="40479">
                  <c:v>76.180000000000007</c:v>
                </c:pt>
                <c:pt idx="40480">
                  <c:v>69.98</c:v>
                </c:pt>
                <c:pt idx="40481">
                  <c:v>18.989999999999998</c:v>
                </c:pt>
                <c:pt idx="40482">
                  <c:v>67.489999999999995</c:v>
                </c:pt>
                <c:pt idx="40483">
                  <c:v>67.489999999999995</c:v>
                </c:pt>
                <c:pt idx="40484">
                  <c:v>67.48</c:v>
                </c:pt>
                <c:pt idx="40485">
                  <c:v>128.24</c:v>
                </c:pt>
                <c:pt idx="40486">
                  <c:v>159.69999999999999</c:v>
                </c:pt>
                <c:pt idx="40487">
                  <c:v>159.69999999999999</c:v>
                </c:pt>
                <c:pt idx="40488">
                  <c:v>159.69999999999999</c:v>
                </c:pt>
                <c:pt idx="40489">
                  <c:v>209.29</c:v>
                </c:pt>
                <c:pt idx="40490">
                  <c:v>159.69999999999999</c:v>
                </c:pt>
                <c:pt idx="40491">
                  <c:v>183.88</c:v>
                </c:pt>
                <c:pt idx="40492">
                  <c:v>159.69999999999999</c:v>
                </c:pt>
                <c:pt idx="40493">
                  <c:v>47.15</c:v>
                </c:pt>
                <c:pt idx="40494">
                  <c:v>79.849999999999994</c:v>
                </c:pt>
                <c:pt idx="40495">
                  <c:v>164.4</c:v>
                </c:pt>
                <c:pt idx="40496">
                  <c:v>239.54</c:v>
                </c:pt>
                <c:pt idx="40497">
                  <c:v>239.54</c:v>
                </c:pt>
                <c:pt idx="40498">
                  <c:v>67.47</c:v>
                </c:pt>
                <c:pt idx="40499">
                  <c:v>60.99</c:v>
                </c:pt>
                <c:pt idx="40500">
                  <c:v>67.459999999999994</c:v>
                </c:pt>
                <c:pt idx="40501">
                  <c:v>144.49</c:v>
                </c:pt>
                <c:pt idx="40502">
                  <c:v>184.97</c:v>
                </c:pt>
                <c:pt idx="40503">
                  <c:v>84.99</c:v>
                </c:pt>
                <c:pt idx="40504">
                  <c:v>154.97999999999999</c:v>
                </c:pt>
                <c:pt idx="40505">
                  <c:v>114.97</c:v>
                </c:pt>
                <c:pt idx="40506">
                  <c:v>84.99</c:v>
                </c:pt>
                <c:pt idx="40507">
                  <c:v>84.99</c:v>
                </c:pt>
                <c:pt idx="40508">
                  <c:v>84.99</c:v>
                </c:pt>
                <c:pt idx="40509">
                  <c:v>153.97999999999999</c:v>
                </c:pt>
                <c:pt idx="40510">
                  <c:v>84.99</c:v>
                </c:pt>
                <c:pt idx="40511">
                  <c:v>84.99</c:v>
                </c:pt>
                <c:pt idx="40512">
                  <c:v>84.99</c:v>
                </c:pt>
                <c:pt idx="40513">
                  <c:v>84.99</c:v>
                </c:pt>
                <c:pt idx="40514">
                  <c:v>131.5</c:v>
                </c:pt>
                <c:pt idx="40515">
                  <c:v>62.47</c:v>
                </c:pt>
                <c:pt idx="40516">
                  <c:v>66.13</c:v>
                </c:pt>
                <c:pt idx="40517">
                  <c:v>31.49</c:v>
                </c:pt>
                <c:pt idx="40518">
                  <c:v>29.99</c:v>
                </c:pt>
                <c:pt idx="40519">
                  <c:v>31.49</c:v>
                </c:pt>
                <c:pt idx="40520">
                  <c:v>29.99</c:v>
                </c:pt>
                <c:pt idx="40521">
                  <c:v>66.58</c:v>
                </c:pt>
                <c:pt idx="40522">
                  <c:v>65.989999999999995</c:v>
                </c:pt>
                <c:pt idx="40523">
                  <c:v>65.989999999999995</c:v>
                </c:pt>
                <c:pt idx="40524">
                  <c:v>115.98</c:v>
                </c:pt>
                <c:pt idx="40525">
                  <c:v>139.96</c:v>
                </c:pt>
                <c:pt idx="40526">
                  <c:v>131.96</c:v>
                </c:pt>
                <c:pt idx="40527">
                  <c:v>60.92</c:v>
                </c:pt>
                <c:pt idx="40528">
                  <c:v>84.99</c:v>
                </c:pt>
                <c:pt idx="40529">
                  <c:v>124.97</c:v>
                </c:pt>
                <c:pt idx="40530">
                  <c:v>89.97</c:v>
                </c:pt>
                <c:pt idx="40531">
                  <c:v>118.07</c:v>
                </c:pt>
                <c:pt idx="40532">
                  <c:v>100.98</c:v>
                </c:pt>
                <c:pt idx="40533">
                  <c:v>119.98</c:v>
                </c:pt>
                <c:pt idx="40534">
                  <c:v>124.97</c:v>
                </c:pt>
                <c:pt idx="40535">
                  <c:v>104.98</c:v>
                </c:pt>
                <c:pt idx="40536">
                  <c:v>74.97</c:v>
                </c:pt>
                <c:pt idx="40537">
                  <c:v>205.69</c:v>
                </c:pt>
                <c:pt idx="40538">
                  <c:v>53.98</c:v>
                </c:pt>
                <c:pt idx="40539">
                  <c:v>89.97</c:v>
                </c:pt>
                <c:pt idx="40540">
                  <c:v>138.37</c:v>
                </c:pt>
                <c:pt idx="40541">
                  <c:v>65.989999999999995</c:v>
                </c:pt>
                <c:pt idx="40542">
                  <c:v>65.989999999999995</c:v>
                </c:pt>
                <c:pt idx="40543">
                  <c:v>65.989999999999995</c:v>
                </c:pt>
                <c:pt idx="40544">
                  <c:v>65.989999999999995</c:v>
                </c:pt>
                <c:pt idx="40545">
                  <c:v>65.989999999999995</c:v>
                </c:pt>
                <c:pt idx="40546">
                  <c:v>65.989999999999995</c:v>
                </c:pt>
                <c:pt idx="40547">
                  <c:v>65.989999999999995</c:v>
                </c:pt>
                <c:pt idx="40548">
                  <c:v>65.989999999999995</c:v>
                </c:pt>
                <c:pt idx="40549">
                  <c:v>65.989999999999995</c:v>
                </c:pt>
                <c:pt idx="40550">
                  <c:v>65.989999999999995</c:v>
                </c:pt>
                <c:pt idx="40551">
                  <c:v>65.989999999999995</c:v>
                </c:pt>
                <c:pt idx="40552">
                  <c:v>65.989999999999995</c:v>
                </c:pt>
                <c:pt idx="40553">
                  <c:v>65.98</c:v>
                </c:pt>
                <c:pt idx="40554">
                  <c:v>65.98</c:v>
                </c:pt>
                <c:pt idx="40555">
                  <c:v>65.98</c:v>
                </c:pt>
                <c:pt idx="40556">
                  <c:v>65.98</c:v>
                </c:pt>
                <c:pt idx="40557">
                  <c:v>65.98</c:v>
                </c:pt>
                <c:pt idx="40558">
                  <c:v>164.95</c:v>
                </c:pt>
                <c:pt idx="40559">
                  <c:v>97.52</c:v>
                </c:pt>
                <c:pt idx="40560">
                  <c:v>105.97</c:v>
                </c:pt>
                <c:pt idx="40561">
                  <c:v>178.97</c:v>
                </c:pt>
                <c:pt idx="40562">
                  <c:v>95.37</c:v>
                </c:pt>
                <c:pt idx="40563">
                  <c:v>59.47</c:v>
                </c:pt>
                <c:pt idx="40564">
                  <c:v>167.88</c:v>
                </c:pt>
                <c:pt idx="40565">
                  <c:v>182.22</c:v>
                </c:pt>
                <c:pt idx="40566">
                  <c:v>148.97999999999999</c:v>
                </c:pt>
                <c:pt idx="40567">
                  <c:v>164.98</c:v>
                </c:pt>
                <c:pt idx="40568">
                  <c:v>104.98</c:v>
                </c:pt>
                <c:pt idx="40569">
                  <c:v>150.96</c:v>
                </c:pt>
                <c:pt idx="40570">
                  <c:v>69.83</c:v>
                </c:pt>
                <c:pt idx="40571">
                  <c:v>65.959999999999994</c:v>
                </c:pt>
                <c:pt idx="40572">
                  <c:v>146.97</c:v>
                </c:pt>
                <c:pt idx="40573">
                  <c:v>197.73</c:v>
                </c:pt>
                <c:pt idx="40574">
                  <c:v>65.98</c:v>
                </c:pt>
                <c:pt idx="40575">
                  <c:v>65.98</c:v>
                </c:pt>
                <c:pt idx="40576">
                  <c:v>65.98</c:v>
                </c:pt>
                <c:pt idx="40577">
                  <c:v>65.98</c:v>
                </c:pt>
                <c:pt idx="40578">
                  <c:v>65.989999999999995</c:v>
                </c:pt>
                <c:pt idx="40579">
                  <c:v>65.989999999999995</c:v>
                </c:pt>
                <c:pt idx="40580">
                  <c:v>-73.959999999999994</c:v>
                </c:pt>
                <c:pt idx="40581">
                  <c:v>51.58</c:v>
                </c:pt>
                <c:pt idx="40582">
                  <c:v>336.78</c:v>
                </c:pt>
                <c:pt idx="40583">
                  <c:v>239.54</c:v>
                </c:pt>
                <c:pt idx="40584">
                  <c:v>114.89</c:v>
                </c:pt>
                <c:pt idx="40585">
                  <c:v>245.8</c:v>
                </c:pt>
                <c:pt idx="40586">
                  <c:v>153.62</c:v>
                </c:pt>
                <c:pt idx="40587">
                  <c:v>90.73</c:v>
                </c:pt>
                <c:pt idx="40588">
                  <c:v>239.54</c:v>
                </c:pt>
                <c:pt idx="40589">
                  <c:v>188.69</c:v>
                </c:pt>
                <c:pt idx="40590">
                  <c:v>133.08000000000001</c:v>
                </c:pt>
                <c:pt idx="40591">
                  <c:v>65.98</c:v>
                </c:pt>
                <c:pt idx="40592">
                  <c:v>65.959999999999994</c:v>
                </c:pt>
                <c:pt idx="40593">
                  <c:v>65.98</c:v>
                </c:pt>
                <c:pt idx="40594">
                  <c:v>65.98</c:v>
                </c:pt>
                <c:pt idx="40595">
                  <c:v>65.959999999999994</c:v>
                </c:pt>
                <c:pt idx="40596">
                  <c:v>57.47</c:v>
                </c:pt>
                <c:pt idx="40597">
                  <c:v>17.489999999999998</c:v>
                </c:pt>
                <c:pt idx="40598">
                  <c:v>31.49</c:v>
                </c:pt>
                <c:pt idx="40599">
                  <c:v>65.98</c:v>
                </c:pt>
                <c:pt idx="40600">
                  <c:v>65.98</c:v>
                </c:pt>
                <c:pt idx="40601">
                  <c:v>65.98</c:v>
                </c:pt>
                <c:pt idx="40602">
                  <c:v>238.96</c:v>
                </c:pt>
                <c:pt idx="40603">
                  <c:v>319.88</c:v>
                </c:pt>
                <c:pt idx="40604">
                  <c:v>263.95999999999998</c:v>
                </c:pt>
                <c:pt idx="40605">
                  <c:v>238.96</c:v>
                </c:pt>
                <c:pt idx="40606">
                  <c:v>69.959999999999994</c:v>
                </c:pt>
                <c:pt idx="40607">
                  <c:v>313.94</c:v>
                </c:pt>
                <c:pt idx="40608">
                  <c:v>242.31</c:v>
                </c:pt>
                <c:pt idx="40609">
                  <c:v>65.98</c:v>
                </c:pt>
                <c:pt idx="40610">
                  <c:v>65.97</c:v>
                </c:pt>
                <c:pt idx="40611">
                  <c:v>65.959999999999994</c:v>
                </c:pt>
                <c:pt idx="40612">
                  <c:v>65.97</c:v>
                </c:pt>
                <c:pt idx="40613">
                  <c:v>65.97</c:v>
                </c:pt>
                <c:pt idx="40614">
                  <c:v>79.95</c:v>
                </c:pt>
                <c:pt idx="40615">
                  <c:v>-79.95</c:v>
                </c:pt>
                <c:pt idx="40616">
                  <c:v>82.5</c:v>
                </c:pt>
                <c:pt idx="40617">
                  <c:v>104.95</c:v>
                </c:pt>
                <c:pt idx="40618">
                  <c:v>55.98</c:v>
                </c:pt>
                <c:pt idx="40619">
                  <c:v>58.47</c:v>
                </c:pt>
                <c:pt idx="40620">
                  <c:v>77.98</c:v>
                </c:pt>
                <c:pt idx="40621">
                  <c:v>65.98</c:v>
                </c:pt>
                <c:pt idx="40622">
                  <c:v>55.98</c:v>
                </c:pt>
                <c:pt idx="40623">
                  <c:v>74.97</c:v>
                </c:pt>
                <c:pt idx="40624">
                  <c:v>70.97</c:v>
                </c:pt>
                <c:pt idx="40625">
                  <c:v>50.98</c:v>
                </c:pt>
                <c:pt idx="40626">
                  <c:v>65.94</c:v>
                </c:pt>
                <c:pt idx="40627">
                  <c:v>65.94</c:v>
                </c:pt>
                <c:pt idx="40628">
                  <c:v>37.26</c:v>
                </c:pt>
                <c:pt idx="40629">
                  <c:v>37.26</c:v>
                </c:pt>
                <c:pt idx="40630">
                  <c:v>66.98</c:v>
                </c:pt>
                <c:pt idx="40631">
                  <c:v>66.98</c:v>
                </c:pt>
                <c:pt idx="40632">
                  <c:v>11.47</c:v>
                </c:pt>
                <c:pt idx="40633">
                  <c:v>16.920000000000002</c:v>
                </c:pt>
                <c:pt idx="40634">
                  <c:v>10.87</c:v>
                </c:pt>
                <c:pt idx="40635">
                  <c:v>66.97</c:v>
                </c:pt>
                <c:pt idx="40636">
                  <c:v>66.97</c:v>
                </c:pt>
                <c:pt idx="40637">
                  <c:v>80.95</c:v>
                </c:pt>
                <c:pt idx="40638">
                  <c:v>82.98</c:v>
                </c:pt>
                <c:pt idx="40639">
                  <c:v>169.98</c:v>
                </c:pt>
                <c:pt idx="40640">
                  <c:v>101.95</c:v>
                </c:pt>
                <c:pt idx="40641">
                  <c:v>65.680000000000007</c:v>
                </c:pt>
                <c:pt idx="40642">
                  <c:v>82.59</c:v>
                </c:pt>
                <c:pt idx="40643">
                  <c:v>73.3</c:v>
                </c:pt>
                <c:pt idx="40644">
                  <c:v>228.48</c:v>
                </c:pt>
                <c:pt idx="40645">
                  <c:v>150.18</c:v>
                </c:pt>
                <c:pt idx="40646">
                  <c:v>84.98</c:v>
                </c:pt>
                <c:pt idx="40647">
                  <c:v>169.98</c:v>
                </c:pt>
                <c:pt idx="40648">
                  <c:v>66.92</c:v>
                </c:pt>
                <c:pt idx="40649">
                  <c:v>98.98</c:v>
                </c:pt>
                <c:pt idx="40650">
                  <c:v>93.48</c:v>
                </c:pt>
                <c:pt idx="40651">
                  <c:v>75.09</c:v>
                </c:pt>
                <c:pt idx="40652">
                  <c:v>79.98</c:v>
                </c:pt>
                <c:pt idx="40653">
                  <c:v>64.84</c:v>
                </c:pt>
                <c:pt idx="40654">
                  <c:v>116.96</c:v>
                </c:pt>
                <c:pt idx="40655">
                  <c:v>130.94999999999999</c:v>
                </c:pt>
                <c:pt idx="40656">
                  <c:v>72.59</c:v>
                </c:pt>
                <c:pt idx="40657">
                  <c:v>72.59</c:v>
                </c:pt>
                <c:pt idx="40658">
                  <c:v>72.59</c:v>
                </c:pt>
                <c:pt idx="40659">
                  <c:v>72.59</c:v>
                </c:pt>
                <c:pt idx="40660">
                  <c:v>72.58</c:v>
                </c:pt>
                <c:pt idx="40661">
                  <c:v>119.96</c:v>
                </c:pt>
                <c:pt idx="40662">
                  <c:v>119.96</c:v>
                </c:pt>
                <c:pt idx="40663">
                  <c:v>174.96</c:v>
                </c:pt>
                <c:pt idx="40664">
                  <c:v>64.98</c:v>
                </c:pt>
                <c:pt idx="40665">
                  <c:v>99.8</c:v>
                </c:pt>
                <c:pt idx="40666">
                  <c:v>111.97</c:v>
                </c:pt>
                <c:pt idx="40667">
                  <c:v>124.97</c:v>
                </c:pt>
                <c:pt idx="40668">
                  <c:v>84.99</c:v>
                </c:pt>
                <c:pt idx="40669">
                  <c:v>139.96</c:v>
                </c:pt>
                <c:pt idx="40670">
                  <c:v>205.95</c:v>
                </c:pt>
                <c:pt idx="40671">
                  <c:v>131.97999999999999</c:v>
                </c:pt>
                <c:pt idx="40672">
                  <c:v>125.97</c:v>
                </c:pt>
                <c:pt idx="40673">
                  <c:v>72.58</c:v>
                </c:pt>
                <c:pt idx="40674">
                  <c:v>72.58</c:v>
                </c:pt>
                <c:pt idx="40675">
                  <c:v>72.58</c:v>
                </c:pt>
                <c:pt idx="40676">
                  <c:v>72.58</c:v>
                </c:pt>
                <c:pt idx="40677">
                  <c:v>72.58</c:v>
                </c:pt>
                <c:pt idx="40678">
                  <c:v>72.58</c:v>
                </c:pt>
                <c:pt idx="40679">
                  <c:v>31.44</c:v>
                </c:pt>
                <c:pt idx="40680">
                  <c:v>72.58</c:v>
                </c:pt>
                <c:pt idx="40681">
                  <c:v>72.58</c:v>
                </c:pt>
                <c:pt idx="40682">
                  <c:v>31.44</c:v>
                </c:pt>
                <c:pt idx="40683">
                  <c:v>121.01</c:v>
                </c:pt>
                <c:pt idx="40684">
                  <c:v>118.78</c:v>
                </c:pt>
                <c:pt idx="40685">
                  <c:v>117.38</c:v>
                </c:pt>
                <c:pt idx="40686">
                  <c:v>87.98</c:v>
                </c:pt>
                <c:pt idx="40687">
                  <c:v>112.18</c:v>
                </c:pt>
                <c:pt idx="40688">
                  <c:v>131.97999999999999</c:v>
                </c:pt>
                <c:pt idx="40689">
                  <c:v>100.98</c:v>
                </c:pt>
                <c:pt idx="40690">
                  <c:v>137.77000000000001</c:v>
                </c:pt>
                <c:pt idx="40691">
                  <c:v>79.98</c:v>
                </c:pt>
                <c:pt idx="40692">
                  <c:v>93.35</c:v>
                </c:pt>
                <c:pt idx="40693">
                  <c:v>127.76</c:v>
                </c:pt>
                <c:pt idx="40694">
                  <c:v>72.58</c:v>
                </c:pt>
                <c:pt idx="40695">
                  <c:v>72.58</c:v>
                </c:pt>
                <c:pt idx="40696">
                  <c:v>72.58</c:v>
                </c:pt>
                <c:pt idx="40697">
                  <c:v>72.58</c:v>
                </c:pt>
                <c:pt idx="40698">
                  <c:v>72.58</c:v>
                </c:pt>
                <c:pt idx="40699">
                  <c:v>72.58</c:v>
                </c:pt>
                <c:pt idx="40700">
                  <c:v>72.58</c:v>
                </c:pt>
                <c:pt idx="40701">
                  <c:v>72.58</c:v>
                </c:pt>
                <c:pt idx="40702">
                  <c:v>72.58</c:v>
                </c:pt>
                <c:pt idx="40703">
                  <c:v>72.58</c:v>
                </c:pt>
                <c:pt idx="40704">
                  <c:v>201.96</c:v>
                </c:pt>
                <c:pt idx="40705">
                  <c:v>167.43</c:v>
                </c:pt>
                <c:pt idx="40706">
                  <c:v>152.97999999999999</c:v>
                </c:pt>
                <c:pt idx="40707">
                  <c:v>175.85</c:v>
                </c:pt>
                <c:pt idx="40708">
                  <c:v>-18</c:v>
                </c:pt>
                <c:pt idx="40709">
                  <c:v>168.28</c:v>
                </c:pt>
                <c:pt idx="40710">
                  <c:v>168.18</c:v>
                </c:pt>
                <c:pt idx="40711">
                  <c:v>84.99</c:v>
                </c:pt>
                <c:pt idx="40712">
                  <c:v>147.97</c:v>
                </c:pt>
                <c:pt idx="40713">
                  <c:v>201.96</c:v>
                </c:pt>
                <c:pt idx="40714">
                  <c:v>153.47999999999999</c:v>
                </c:pt>
                <c:pt idx="40715">
                  <c:v>139.97999999999999</c:v>
                </c:pt>
                <c:pt idx="40716">
                  <c:v>97.97</c:v>
                </c:pt>
                <c:pt idx="40717">
                  <c:v>71.98</c:v>
                </c:pt>
                <c:pt idx="40718">
                  <c:v>72.58</c:v>
                </c:pt>
                <c:pt idx="40719">
                  <c:v>72.58</c:v>
                </c:pt>
                <c:pt idx="40720">
                  <c:v>72.58</c:v>
                </c:pt>
                <c:pt idx="40721">
                  <c:v>72.58</c:v>
                </c:pt>
                <c:pt idx="40722">
                  <c:v>72.58</c:v>
                </c:pt>
                <c:pt idx="40723">
                  <c:v>72.58</c:v>
                </c:pt>
                <c:pt idx="40724">
                  <c:v>64.39</c:v>
                </c:pt>
                <c:pt idx="40725">
                  <c:v>65.989999999999995</c:v>
                </c:pt>
                <c:pt idx="40726">
                  <c:v>82.86</c:v>
                </c:pt>
                <c:pt idx="40727">
                  <c:v>68.989999999999995</c:v>
                </c:pt>
                <c:pt idx="40728">
                  <c:v>56.09</c:v>
                </c:pt>
                <c:pt idx="40729">
                  <c:v>79.98</c:v>
                </c:pt>
                <c:pt idx="40730">
                  <c:v>79.319999999999993</c:v>
                </c:pt>
                <c:pt idx="40731">
                  <c:v>72.56</c:v>
                </c:pt>
                <c:pt idx="40732">
                  <c:v>71.959999999999994</c:v>
                </c:pt>
                <c:pt idx="40733">
                  <c:v>72.56</c:v>
                </c:pt>
                <c:pt idx="40734">
                  <c:v>72.56</c:v>
                </c:pt>
                <c:pt idx="40735">
                  <c:v>72.56</c:v>
                </c:pt>
                <c:pt idx="40736">
                  <c:v>51.07</c:v>
                </c:pt>
                <c:pt idx="40737">
                  <c:v>72.56</c:v>
                </c:pt>
                <c:pt idx="40738">
                  <c:v>119.96</c:v>
                </c:pt>
                <c:pt idx="40739">
                  <c:v>74.97</c:v>
                </c:pt>
                <c:pt idx="40740">
                  <c:v>72.56</c:v>
                </c:pt>
                <c:pt idx="40741">
                  <c:v>72.56</c:v>
                </c:pt>
                <c:pt idx="40742">
                  <c:v>72.56</c:v>
                </c:pt>
                <c:pt idx="40743">
                  <c:v>72.56</c:v>
                </c:pt>
                <c:pt idx="40744">
                  <c:v>71.959999999999994</c:v>
                </c:pt>
                <c:pt idx="40745">
                  <c:v>72.56</c:v>
                </c:pt>
                <c:pt idx="40746">
                  <c:v>72.56</c:v>
                </c:pt>
                <c:pt idx="40747">
                  <c:v>72.55</c:v>
                </c:pt>
                <c:pt idx="40748">
                  <c:v>72.55</c:v>
                </c:pt>
                <c:pt idx="40749">
                  <c:v>72.55</c:v>
                </c:pt>
                <c:pt idx="40750">
                  <c:v>72.55</c:v>
                </c:pt>
                <c:pt idx="40751">
                  <c:v>72.55</c:v>
                </c:pt>
                <c:pt idx="40752">
                  <c:v>72.55</c:v>
                </c:pt>
                <c:pt idx="40753">
                  <c:v>72.55</c:v>
                </c:pt>
                <c:pt idx="40754">
                  <c:v>72.55</c:v>
                </c:pt>
                <c:pt idx="40755">
                  <c:v>84.99</c:v>
                </c:pt>
                <c:pt idx="40756">
                  <c:v>69.55</c:v>
                </c:pt>
                <c:pt idx="40757">
                  <c:v>81.98</c:v>
                </c:pt>
                <c:pt idx="40758">
                  <c:v>84.99</c:v>
                </c:pt>
                <c:pt idx="40759">
                  <c:v>81.98</c:v>
                </c:pt>
                <c:pt idx="40760">
                  <c:v>99.98</c:v>
                </c:pt>
                <c:pt idx="40761">
                  <c:v>56.09</c:v>
                </c:pt>
                <c:pt idx="40762">
                  <c:v>50.99</c:v>
                </c:pt>
                <c:pt idx="40763">
                  <c:v>65.989999999999995</c:v>
                </c:pt>
                <c:pt idx="40764">
                  <c:v>117.76</c:v>
                </c:pt>
                <c:pt idx="40765">
                  <c:v>100.98</c:v>
                </c:pt>
                <c:pt idx="40766">
                  <c:v>48.98</c:v>
                </c:pt>
                <c:pt idx="40767">
                  <c:v>81.98</c:v>
                </c:pt>
                <c:pt idx="40768">
                  <c:v>100.98</c:v>
                </c:pt>
                <c:pt idx="40769">
                  <c:v>81.98</c:v>
                </c:pt>
                <c:pt idx="40770">
                  <c:v>84.99</c:v>
                </c:pt>
                <c:pt idx="40771">
                  <c:v>100.98</c:v>
                </c:pt>
                <c:pt idx="40772">
                  <c:v>72.540000000000006</c:v>
                </c:pt>
                <c:pt idx="40773">
                  <c:v>71.94</c:v>
                </c:pt>
                <c:pt idx="40774">
                  <c:v>71.92</c:v>
                </c:pt>
                <c:pt idx="40775">
                  <c:v>65.67</c:v>
                </c:pt>
                <c:pt idx="40776">
                  <c:v>31.48</c:v>
                </c:pt>
                <c:pt idx="40777">
                  <c:v>136.28</c:v>
                </c:pt>
                <c:pt idx="40778">
                  <c:v>277.92</c:v>
                </c:pt>
                <c:pt idx="40779">
                  <c:v>318.93</c:v>
                </c:pt>
                <c:pt idx="40780">
                  <c:v>77.349999999999994</c:v>
                </c:pt>
                <c:pt idx="40781">
                  <c:v>132.88999999999999</c:v>
                </c:pt>
                <c:pt idx="40782">
                  <c:v>57.48</c:v>
                </c:pt>
                <c:pt idx="40783">
                  <c:v>66.58</c:v>
                </c:pt>
                <c:pt idx="40784">
                  <c:v>66.58</c:v>
                </c:pt>
                <c:pt idx="40785">
                  <c:v>65.989999999999995</c:v>
                </c:pt>
                <c:pt idx="40786">
                  <c:v>65.989999999999995</c:v>
                </c:pt>
                <c:pt idx="40787">
                  <c:v>68.989999999999995</c:v>
                </c:pt>
                <c:pt idx="40788">
                  <c:v>84.99</c:v>
                </c:pt>
                <c:pt idx="40789">
                  <c:v>64.010000000000005</c:v>
                </c:pt>
                <c:pt idx="40790">
                  <c:v>68.989999999999995</c:v>
                </c:pt>
                <c:pt idx="40791">
                  <c:v>84.99</c:v>
                </c:pt>
                <c:pt idx="40792">
                  <c:v>84.99</c:v>
                </c:pt>
                <c:pt idx="40793">
                  <c:v>76.489999999999995</c:v>
                </c:pt>
                <c:pt idx="40794">
                  <c:v>65.989999999999995</c:v>
                </c:pt>
                <c:pt idx="40795">
                  <c:v>64.81</c:v>
                </c:pt>
                <c:pt idx="40796">
                  <c:v>65.989999999999995</c:v>
                </c:pt>
                <c:pt idx="40797">
                  <c:v>65.989999999999995</c:v>
                </c:pt>
                <c:pt idx="40798">
                  <c:v>65.989999999999995</c:v>
                </c:pt>
                <c:pt idx="40799">
                  <c:v>65.989999999999995</c:v>
                </c:pt>
                <c:pt idx="40800">
                  <c:v>65.989999999999995</c:v>
                </c:pt>
                <c:pt idx="40801">
                  <c:v>65.989999999999995</c:v>
                </c:pt>
                <c:pt idx="40802">
                  <c:v>65.989999999999995</c:v>
                </c:pt>
                <c:pt idx="40803">
                  <c:v>65.989999999999995</c:v>
                </c:pt>
                <c:pt idx="40804">
                  <c:v>65.989999999999995</c:v>
                </c:pt>
                <c:pt idx="40805">
                  <c:v>95.17</c:v>
                </c:pt>
                <c:pt idx="40806">
                  <c:v>134.97</c:v>
                </c:pt>
                <c:pt idx="40807">
                  <c:v>122.47</c:v>
                </c:pt>
                <c:pt idx="40808">
                  <c:v>5.19</c:v>
                </c:pt>
                <c:pt idx="40809">
                  <c:v>171.48</c:v>
                </c:pt>
                <c:pt idx="40810">
                  <c:v>121.98</c:v>
                </c:pt>
                <c:pt idx="40811">
                  <c:v>131.97999999999999</c:v>
                </c:pt>
                <c:pt idx="40812">
                  <c:v>20.49</c:v>
                </c:pt>
                <c:pt idx="40813">
                  <c:v>161.96</c:v>
                </c:pt>
                <c:pt idx="40814">
                  <c:v>131.97999999999999</c:v>
                </c:pt>
                <c:pt idx="40815">
                  <c:v>22.93</c:v>
                </c:pt>
                <c:pt idx="40816">
                  <c:v>87.98</c:v>
                </c:pt>
                <c:pt idx="40817">
                  <c:v>115.98</c:v>
                </c:pt>
                <c:pt idx="40818">
                  <c:v>37.479999999999997</c:v>
                </c:pt>
                <c:pt idx="40819">
                  <c:v>197.97</c:v>
                </c:pt>
                <c:pt idx="40820">
                  <c:v>40.1</c:v>
                </c:pt>
                <c:pt idx="40821">
                  <c:v>131.97999999999999</c:v>
                </c:pt>
                <c:pt idx="40822">
                  <c:v>31.48</c:v>
                </c:pt>
                <c:pt idx="40823">
                  <c:v>65.989999999999995</c:v>
                </c:pt>
                <c:pt idx="40824">
                  <c:v>46.47</c:v>
                </c:pt>
                <c:pt idx="40825">
                  <c:v>31.48</c:v>
                </c:pt>
                <c:pt idx="40826">
                  <c:v>59.98</c:v>
                </c:pt>
                <c:pt idx="40827">
                  <c:v>59.98</c:v>
                </c:pt>
                <c:pt idx="40828">
                  <c:v>59.98</c:v>
                </c:pt>
                <c:pt idx="40829">
                  <c:v>65.19</c:v>
                </c:pt>
                <c:pt idx="40830">
                  <c:v>59.97</c:v>
                </c:pt>
                <c:pt idx="40831">
                  <c:v>59.96</c:v>
                </c:pt>
                <c:pt idx="40832">
                  <c:v>59.96</c:v>
                </c:pt>
                <c:pt idx="40833">
                  <c:v>169.98</c:v>
                </c:pt>
                <c:pt idx="40834">
                  <c:v>217.96</c:v>
                </c:pt>
                <c:pt idx="40835">
                  <c:v>91.98</c:v>
                </c:pt>
                <c:pt idx="40836">
                  <c:v>131.97999999999999</c:v>
                </c:pt>
                <c:pt idx="40837">
                  <c:v>184.97</c:v>
                </c:pt>
                <c:pt idx="40838">
                  <c:v>156.66999999999999</c:v>
                </c:pt>
                <c:pt idx="40839">
                  <c:v>174.97</c:v>
                </c:pt>
                <c:pt idx="40840">
                  <c:v>184.97</c:v>
                </c:pt>
                <c:pt idx="40841">
                  <c:v>169.98</c:v>
                </c:pt>
                <c:pt idx="40842">
                  <c:v>134.97999999999999</c:v>
                </c:pt>
                <c:pt idx="40843">
                  <c:v>104.97</c:v>
                </c:pt>
                <c:pt idx="40844">
                  <c:v>159.61000000000001</c:v>
                </c:pt>
                <c:pt idx="40845">
                  <c:v>59.96</c:v>
                </c:pt>
                <c:pt idx="40846">
                  <c:v>71.97</c:v>
                </c:pt>
                <c:pt idx="40847">
                  <c:v>71.86</c:v>
                </c:pt>
                <c:pt idx="40848">
                  <c:v>71.86</c:v>
                </c:pt>
                <c:pt idx="40849">
                  <c:v>71.86</c:v>
                </c:pt>
                <c:pt idx="40850">
                  <c:v>71.86</c:v>
                </c:pt>
                <c:pt idx="40851">
                  <c:v>71.86</c:v>
                </c:pt>
                <c:pt idx="40852">
                  <c:v>71.86</c:v>
                </c:pt>
                <c:pt idx="40853">
                  <c:v>71.86</c:v>
                </c:pt>
                <c:pt idx="40854">
                  <c:v>71.86</c:v>
                </c:pt>
                <c:pt idx="40855">
                  <c:v>71.86</c:v>
                </c:pt>
                <c:pt idx="40856">
                  <c:v>64.989999999999995</c:v>
                </c:pt>
                <c:pt idx="40857">
                  <c:v>64.989999999999995</c:v>
                </c:pt>
                <c:pt idx="40858">
                  <c:v>64.989999999999995</c:v>
                </c:pt>
                <c:pt idx="40859">
                  <c:v>139.13999999999999</c:v>
                </c:pt>
                <c:pt idx="40860">
                  <c:v>99.98</c:v>
                </c:pt>
                <c:pt idx="40861">
                  <c:v>46.45</c:v>
                </c:pt>
                <c:pt idx="40862">
                  <c:v>147.66999999999999</c:v>
                </c:pt>
                <c:pt idx="40863">
                  <c:v>80.47</c:v>
                </c:pt>
                <c:pt idx="40864">
                  <c:v>130.96</c:v>
                </c:pt>
                <c:pt idx="40865">
                  <c:v>65.989999999999995</c:v>
                </c:pt>
                <c:pt idx="40866">
                  <c:v>65.989999999999995</c:v>
                </c:pt>
                <c:pt idx="40867">
                  <c:v>98.42</c:v>
                </c:pt>
                <c:pt idx="40868">
                  <c:v>81.98</c:v>
                </c:pt>
                <c:pt idx="40869">
                  <c:v>105.98</c:v>
                </c:pt>
                <c:pt idx="40870">
                  <c:v>64.989999999999995</c:v>
                </c:pt>
                <c:pt idx="40871">
                  <c:v>52.24</c:v>
                </c:pt>
                <c:pt idx="40872">
                  <c:v>52.24</c:v>
                </c:pt>
                <c:pt idx="40873">
                  <c:v>52.24</c:v>
                </c:pt>
                <c:pt idx="40874">
                  <c:v>52.24</c:v>
                </c:pt>
                <c:pt idx="40875">
                  <c:v>64.98</c:v>
                </c:pt>
                <c:pt idx="40876">
                  <c:v>52.24</c:v>
                </c:pt>
                <c:pt idx="40877">
                  <c:v>84.99</c:v>
                </c:pt>
                <c:pt idx="40878">
                  <c:v>29.67</c:v>
                </c:pt>
                <c:pt idx="40879">
                  <c:v>128.96</c:v>
                </c:pt>
                <c:pt idx="40880">
                  <c:v>111.96</c:v>
                </c:pt>
                <c:pt idx="40881">
                  <c:v>242.92</c:v>
                </c:pt>
                <c:pt idx="40882">
                  <c:v>114.97</c:v>
                </c:pt>
                <c:pt idx="40883">
                  <c:v>64.98</c:v>
                </c:pt>
                <c:pt idx="40884">
                  <c:v>99.98</c:v>
                </c:pt>
                <c:pt idx="40885">
                  <c:v>99.98</c:v>
                </c:pt>
                <c:pt idx="40886">
                  <c:v>84.98</c:v>
                </c:pt>
                <c:pt idx="40887">
                  <c:v>113.96</c:v>
                </c:pt>
                <c:pt idx="40888">
                  <c:v>54.98</c:v>
                </c:pt>
                <c:pt idx="40889">
                  <c:v>117.96</c:v>
                </c:pt>
                <c:pt idx="40890">
                  <c:v>99.98</c:v>
                </c:pt>
                <c:pt idx="40891">
                  <c:v>84.99</c:v>
                </c:pt>
                <c:pt idx="40892">
                  <c:v>85.06</c:v>
                </c:pt>
                <c:pt idx="40893">
                  <c:v>46.48</c:v>
                </c:pt>
                <c:pt idx="40894">
                  <c:v>84.99</c:v>
                </c:pt>
                <c:pt idx="40895">
                  <c:v>84.99</c:v>
                </c:pt>
                <c:pt idx="40896">
                  <c:v>84.99</c:v>
                </c:pt>
                <c:pt idx="40897">
                  <c:v>99.98</c:v>
                </c:pt>
                <c:pt idx="40898">
                  <c:v>64.98</c:v>
                </c:pt>
                <c:pt idx="40899">
                  <c:v>64.98</c:v>
                </c:pt>
                <c:pt idx="40900">
                  <c:v>64.98</c:v>
                </c:pt>
                <c:pt idx="40901">
                  <c:v>64.989999999999995</c:v>
                </c:pt>
                <c:pt idx="40902">
                  <c:v>52.24</c:v>
                </c:pt>
                <c:pt idx="40903">
                  <c:v>64.989999999999995</c:v>
                </c:pt>
                <c:pt idx="40904">
                  <c:v>64.989999999999995</c:v>
                </c:pt>
                <c:pt idx="40905">
                  <c:v>131.97999999999999</c:v>
                </c:pt>
                <c:pt idx="40906">
                  <c:v>87.97</c:v>
                </c:pt>
                <c:pt idx="40907">
                  <c:v>65.989999999999995</c:v>
                </c:pt>
                <c:pt idx="40908">
                  <c:v>129.57</c:v>
                </c:pt>
                <c:pt idx="40909">
                  <c:v>80.98</c:v>
                </c:pt>
                <c:pt idx="40910">
                  <c:v>117.28</c:v>
                </c:pt>
                <c:pt idx="40911">
                  <c:v>79.040000000000006</c:v>
                </c:pt>
                <c:pt idx="40912">
                  <c:v>121.98</c:v>
                </c:pt>
                <c:pt idx="40913">
                  <c:v>131.46</c:v>
                </c:pt>
                <c:pt idx="40914">
                  <c:v>92.67</c:v>
                </c:pt>
                <c:pt idx="40915">
                  <c:v>94.98</c:v>
                </c:pt>
                <c:pt idx="40916">
                  <c:v>114.97</c:v>
                </c:pt>
                <c:pt idx="40917">
                  <c:v>113.86</c:v>
                </c:pt>
                <c:pt idx="40918">
                  <c:v>84.99</c:v>
                </c:pt>
                <c:pt idx="40919">
                  <c:v>84.99</c:v>
                </c:pt>
                <c:pt idx="40920">
                  <c:v>65.989999999999995</c:v>
                </c:pt>
                <c:pt idx="40921">
                  <c:v>95.46</c:v>
                </c:pt>
                <c:pt idx="40922">
                  <c:v>76.27</c:v>
                </c:pt>
                <c:pt idx="40923">
                  <c:v>65.989999999999995</c:v>
                </c:pt>
                <c:pt idx="40924">
                  <c:v>64.989999999999995</c:v>
                </c:pt>
                <c:pt idx="40925">
                  <c:v>64.989999999999995</c:v>
                </c:pt>
                <c:pt idx="40926">
                  <c:v>52.24</c:v>
                </c:pt>
                <c:pt idx="40927">
                  <c:v>64.989999999999995</c:v>
                </c:pt>
                <c:pt idx="40928">
                  <c:v>52.24</c:v>
                </c:pt>
                <c:pt idx="40929">
                  <c:v>52.24</c:v>
                </c:pt>
                <c:pt idx="40930">
                  <c:v>64.989999999999995</c:v>
                </c:pt>
                <c:pt idx="40931">
                  <c:v>52.24</c:v>
                </c:pt>
                <c:pt idx="40932">
                  <c:v>64.98</c:v>
                </c:pt>
                <c:pt idx="40933">
                  <c:v>54.99</c:v>
                </c:pt>
                <c:pt idx="40934">
                  <c:v>77.98</c:v>
                </c:pt>
                <c:pt idx="40935">
                  <c:v>104.98</c:v>
                </c:pt>
                <c:pt idx="40936">
                  <c:v>105.96</c:v>
                </c:pt>
                <c:pt idx="40937">
                  <c:v>67.88</c:v>
                </c:pt>
                <c:pt idx="40938">
                  <c:v>77.2</c:v>
                </c:pt>
                <c:pt idx="40939">
                  <c:v>129.97</c:v>
                </c:pt>
                <c:pt idx="40940">
                  <c:v>72.97</c:v>
                </c:pt>
                <c:pt idx="40941">
                  <c:v>54.99</c:v>
                </c:pt>
                <c:pt idx="40942">
                  <c:v>74.98</c:v>
                </c:pt>
                <c:pt idx="40943">
                  <c:v>71.989999999999995</c:v>
                </c:pt>
                <c:pt idx="40944">
                  <c:v>120.18</c:v>
                </c:pt>
                <c:pt idx="40945">
                  <c:v>54.3</c:v>
                </c:pt>
                <c:pt idx="40946">
                  <c:v>104.24</c:v>
                </c:pt>
                <c:pt idx="40947">
                  <c:v>145.97</c:v>
                </c:pt>
                <c:pt idx="40948">
                  <c:v>108.96</c:v>
                </c:pt>
                <c:pt idx="40949">
                  <c:v>84.99</c:v>
                </c:pt>
                <c:pt idx="40950">
                  <c:v>84.99</c:v>
                </c:pt>
                <c:pt idx="40951">
                  <c:v>89.96</c:v>
                </c:pt>
                <c:pt idx="40952">
                  <c:v>84.99</c:v>
                </c:pt>
                <c:pt idx="40953">
                  <c:v>53.98</c:v>
                </c:pt>
                <c:pt idx="40954">
                  <c:v>84.99</c:v>
                </c:pt>
                <c:pt idx="40955">
                  <c:v>59.98</c:v>
                </c:pt>
                <c:pt idx="40956">
                  <c:v>52.24</c:v>
                </c:pt>
                <c:pt idx="40957">
                  <c:v>64.97</c:v>
                </c:pt>
                <c:pt idx="40958">
                  <c:v>52.24</c:v>
                </c:pt>
                <c:pt idx="40959">
                  <c:v>64.98</c:v>
                </c:pt>
                <c:pt idx="40960">
                  <c:v>64.98</c:v>
                </c:pt>
                <c:pt idx="40961">
                  <c:v>64.98</c:v>
                </c:pt>
                <c:pt idx="40962">
                  <c:v>64.98</c:v>
                </c:pt>
                <c:pt idx="40963">
                  <c:v>64.98</c:v>
                </c:pt>
                <c:pt idx="40964">
                  <c:v>64.98</c:v>
                </c:pt>
                <c:pt idx="40965">
                  <c:v>64.98</c:v>
                </c:pt>
                <c:pt idx="40966">
                  <c:v>64.98</c:v>
                </c:pt>
                <c:pt idx="40967">
                  <c:v>41.29</c:v>
                </c:pt>
                <c:pt idx="40968">
                  <c:v>99.98</c:v>
                </c:pt>
                <c:pt idx="40969">
                  <c:v>99.98</c:v>
                </c:pt>
                <c:pt idx="40970">
                  <c:v>149.97</c:v>
                </c:pt>
                <c:pt idx="40971">
                  <c:v>64.98</c:v>
                </c:pt>
                <c:pt idx="40972">
                  <c:v>64.98</c:v>
                </c:pt>
                <c:pt idx="40973">
                  <c:v>64.98</c:v>
                </c:pt>
                <c:pt idx="40974">
                  <c:v>30.24</c:v>
                </c:pt>
                <c:pt idx="40975">
                  <c:v>56.49</c:v>
                </c:pt>
                <c:pt idx="40976">
                  <c:v>64.98</c:v>
                </c:pt>
                <c:pt idx="40977">
                  <c:v>52.23</c:v>
                </c:pt>
                <c:pt idx="40978">
                  <c:v>80.739999999999995</c:v>
                </c:pt>
                <c:pt idx="40979">
                  <c:v>65.989999999999995</c:v>
                </c:pt>
                <c:pt idx="40980">
                  <c:v>84.99</c:v>
                </c:pt>
                <c:pt idx="40981">
                  <c:v>68.989999999999995</c:v>
                </c:pt>
                <c:pt idx="40982">
                  <c:v>84.99</c:v>
                </c:pt>
                <c:pt idx="40983">
                  <c:v>84.99</c:v>
                </c:pt>
                <c:pt idx="40984">
                  <c:v>84.99</c:v>
                </c:pt>
                <c:pt idx="40985">
                  <c:v>84.99</c:v>
                </c:pt>
                <c:pt idx="40986">
                  <c:v>84.99</c:v>
                </c:pt>
                <c:pt idx="40987">
                  <c:v>68.989999999999995</c:v>
                </c:pt>
                <c:pt idx="40988">
                  <c:v>84.99</c:v>
                </c:pt>
                <c:pt idx="40989">
                  <c:v>84.99</c:v>
                </c:pt>
                <c:pt idx="40990">
                  <c:v>84.99</c:v>
                </c:pt>
                <c:pt idx="40991">
                  <c:v>84.99</c:v>
                </c:pt>
                <c:pt idx="40992">
                  <c:v>84.99</c:v>
                </c:pt>
                <c:pt idx="40993">
                  <c:v>84.99</c:v>
                </c:pt>
                <c:pt idx="40994">
                  <c:v>79.040000000000006</c:v>
                </c:pt>
                <c:pt idx="40995">
                  <c:v>49.99</c:v>
                </c:pt>
                <c:pt idx="40996">
                  <c:v>84.99</c:v>
                </c:pt>
                <c:pt idx="40997">
                  <c:v>94.98</c:v>
                </c:pt>
                <c:pt idx="40998">
                  <c:v>84.99</c:v>
                </c:pt>
                <c:pt idx="40999">
                  <c:v>81.56</c:v>
                </c:pt>
                <c:pt idx="41000">
                  <c:v>65.989999999999995</c:v>
                </c:pt>
                <c:pt idx="41001">
                  <c:v>65.989999999999995</c:v>
                </c:pt>
                <c:pt idx="41002">
                  <c:v>65.989999999999995</c:v>
                </c:pt>
                <c:pt idx="41003">
                  <c:v>65.989999999999995</c:v>
                </c:pt>
                <c:pt idx="41004">
                  <c:v>65.989999999999995</c:v>
                </c:pt>
                <c:pt idx="41005">
                  <c:v>130.9</c:v>
                </c:pt>
                <c:pt idx="41006">
                  <c:v>130.66</c:v>
                </c:pt>
                <c:pt idx="41007">
                  <c:v>66.650000000000006</c:v>
                </c:pt>
                <c:pt idx="41008">
                  <c:v>24.99</c:v>
                </c:pt>
                <c:pt idx="41009">
                  <c:v>119.16</c:v>
                </c:pt>
                <c:pt idx="41010">
                  <c:v>130.66</c:v>
                </c:pt>
                <c:pt idx="41011">
                  <c:v>89.62</c:v>
                </c:pt>
                <c:pt idx="41012">
                  <c:v>131.07</c:v>
                </c:pt>
                <c:pt idx="41013">
                  <c:v>24.99</c:v>
                </c:pt>
                <c:pt idx="41014">
                  <c:v>104.16</c:v>
                </c:pt>
                <c:pt idx="41015">
                  <c:v>89.41</c:v>
                </c:pt>
                <c:pt idx="41016">
                  <c:v>153.63999999999999</c:v>
                </c:pt>
                <c:pt idx="41017">
                  <c:v>106.96</c:v>
                </c:pt>
                <c:pt idx="41018">
                  <c:v>90.98</c:v>
                </c:pt>
                <c:pt idx="41019">
                  <c:v>65.98</c:v>
                </c:pt>
                <c:pt idx="41020">
                  <c:v>65.98</c:v>
                </c:pt>
                <c:pt idx="41021">
                  <c:v>65.98</c:v>
                </c:pt>
                <c:pt idx="41022">
                  <c:v>103.63</c:v>
                </c:pt>
                <c:pt idx="41023">
                  <c:v>83.94</c:v>
                </c:pt>
                <c:pt idx="41024">
                  <c:v>84.99</c:v>
                </c:pt>
                <c:pt idx="41025">
                  <c:v>132.09</c:v>
                </c:pt>
                <c:pt idx="41026">
                  <c:v>99.98</c:v>
                </c:pt>
                <c:pt idx="41027">
                  <c:v>86.48</c:v>
                </c:pt>
                <c:pt idx="41028">
                  <c:v>133.91999999999999</c:v>
                </c:pt>
                <c:pt idx="41029">
                  <c:v>84.99</c:v>
                </c:pt>
                <c:pt idx="41030">
                  <c:v>84.99</c:v>
                </c:pt>
                <c:pt idx="41031">
                  <c:v>84.99</c:v>
                </c:pt>
                <c:pt idx="41032">
                  <c:v>50.14</c:v>
                </c:pt>
                <c:pt idx="41033">
                  <c:v>134.97999999999999</c:v>
                </c:pt>
                <c:pt idx="41034">
                  <c:v>79.040000000000006</c:v>
                </c:pt>
                <c:pt idx="41035">
                  <c:v>104.13</c:v>
                </c:pt>
                <c:pt idx="41036">
                  <c:v>84.99</c:v>
                </c:pt>
                <c:pt idx="41037">
                  <c:v>134.96</c:v>
                </c:pt>
                <c:pt idx="41038">
                  <c:v>64.98</c:v>
                </c:pt>
                <c:pt idx="41039">
                  <c:v>118.98</c:v>
                </c:pt>
                <c:pt idx="41040">
                  <c:v>79.2</c:v>
                </c:pt>
                <c:pt idx="41041">
                  <c:v>67.14</c:v>
                </c:pt>
                <c:pt idx="41042">
                  <c:v>65.98</c:v>
                </c:pt>
                <c:pt idx="41043">
                  <c:v>65.98</c:v>
                </c:pt>
                <c:pt idx="41044">
                  <c:v>65.98</c:v>
                </c:pt>
                <c:pt idx="41045">
                  <c:v>65.98</c:v>
                </c:pt>
                <c:pt idx="41046">
                  <c:v>65.98</c:v>
                </c:pt>
                <c:pt idx="41047">
                  <c:v>57.28</c:v>
                </c:pt>
                <c:pt idx="41048">
                  <c:v>65.959999999999994</c:v>
                </c:pt>
                <c:pt idx="41049">
                  <c:v>84.99</c:v>
                </c:pt>
                <c:pt idx="41050">
                  <c:v>104.98</c:v>
                </c:pt>
                <c:pt idx="41051">
                  <c:v>68.989999999999995</c:v>
                </c:pt>
                <c:pt idx="41052">
                  <c:v>96.48</c:v>
                </c:pt>
                <c:pt idx="41053">
                  <c:v>146.96</c:v>
                </c:pt>
                <c:pt idx="41054">
                  <c:v>111.98</c:v>
                </c:pt>
                <c:pt idx="41055">
                  <c:v>99.44</c:v>
                </c:pt>
                <c:pt idx="41056">
                  <c:v>79.98</c:v>
                </c:pt>
                <c:pt idx="41057">
                  <c:v>103.98</c:v>
                </c:pt>
                <c:pt idx="41058">
                  <c:v>104.98</c:v>
                </c:pt>
                <c:pt idx="41059">
                  <c:v>84.99</c:v>
                </c:pt>
                <c:pt idx="41060">
                  <c:v>90.98</c:v>
                </c:pt>
                <c:pt idx="41061">
                  <c:v>123.08</c:v>
                </c:pt>
                <c:pt idx="41062">
                  <c:v>84.99</c:v>
                </c:pt>
                <c:pt idx="41063">
                  <c:v>79.33</c:v>
                </c:pt>
                <c:pt idx="41064">
                  <c:v>84.99</c:v>
                </c:pt>
                <c:pt idx="41065">
                  <c:v>65.959999999999994</c:v>
                </c:pt>
                <c:pt idx="41066">
                  <c:v>65.959999999999994</c:v>
                </c:pt>
                <c:pt idx="41067">
                  <c:v>65.959999999999994</c:v>
                </c:pt>
                <c:pt idx="41068">
                  <c:v>65.959999999999994</c:v>
                </c:pt>
                <c:pt idx="41069">
                  <c:v>65.959999999999994</c:v>
                </c:pt>
                <c:pt idx="41070">
                  <c:v>70.98</c:v>
                </c:pt>
                <c:pt idx="41071">
                  <c:v>219.91</c:v>
                </c:pt>
                <c:pt idx="41072">
                  <c:v>198.37</c:v>
                </c:pt>
                <c:pt idx="41073">
                  <c:v>198.37</c:v>
                </c:pt>
                <c:pt idx="41074">
                  <c:v>148.77000000000001</c:v>
                </c:pt>
                <c:pt idx="41075">
                  <c:v>189.88</c:v>
                </c:pt>
                <c:pt idx="41076">
                  <c:v>216.53</c:v>
                </c:pt>
                <c:pt idx="41077">
                  <c:v>248.29</c:v>
                </c:pt>
                <c:pt idx="41078">
                  <c:v>97.99</c:v>
                </c:pt>
                <c:pt idx="41079">
                  <c:v>65.95</c:v>
                </c:pt>
                <c:pt idx="41080">
                  <c:v>70.98</c:v>
                </c:pt>
                <c:pt idx="41081">
                  <c:v>65.94</c:v>
                </c:pt>
                <c:pt idx="41082">
                  <c:v>65.94</c:v>
                </c:pt>
                <c:pt idx="41083">
                  <c:v>70.97</c:v>
                </c:pt>
                <c:pt idx="41084">
                  <c:v>20.49</c:v>
                </c:pt>
                <c:pt idx="41085">
                  <c:v>20.49</c:v>
                </c:pt>
                <c:pt idx="41086">
                  <c:v>70.97</c:v>
                </c:pt>
                <c:pt idx="41087">
                  <c:v>20.49</c:v>
                </c:pt>
                <c:pt idx="41088">
                  <c:v>20.49</c:v>
                </c:pt>
                <c:pt idx="41089">
                  <c:v>70.959999999999994</c:v>
                </c:pt>
                <c:pt idx="41090">
                  <c:v>143.69</c:v>
                </c:pt>
                <c:pt idx="41091">
                  <c:v>149.46</c:v>
                </c:pt>
                <c:pt idx="41092">
                  <c:v>135.47</c:v>
                </c:pt>
                <c:pt idx="41093">
                  <c:v>-149.99</c:v>
                </c:pt>
                <c:pt idx="41094">
                  <c:v>98.12</c:v>
                </c:pt>
                <c:pt idx="41095">
                  <c:v>131.41</c:v>
                </c:pt>
                <c:pt idx="41096">
                  <c:v>203.21</c:v>
                </c:pt>
                <c:pt idx="41097">
                  <c:v>84.64</c:v>
                </c:pt>
                <c:pt idx="41098">
                  <c:v>149.99</c:v>
                </c:pt>
                <c:pt idx="41099">
                  <c:v>101.6</c:v>
                </c:pt>
                <c:pt idx="41100">
                  <c:v>203.21</c:v>
                </c:pt>
                <c:pt idx="41101">
                  <c:v>200.16</c:v>
                </c:pt>
                <c:pt idx="41102">
                  <c:v>135.44</c:v>
                </c:pt>
                <c:pt idx="41103">
                  <c:v>135.47</c:v>
                </c:pt>
                <c:pt idx="41104">
                  <c:v>187.49</c:v>
                </c:pt>
                <c:pt idx="41105">
                  <c:v>149.99</c:v>
                </c:pt>
                <c:pt idx="41106">
                  <c:v>135.47</c:v>
                </c:pt>
                <c:pt idx="41107">
                  <c:v>187.49</c:v>
                </c:pt>
                <c:pt idx="41108">
                  <c:v>64.78</c:v>
                </c:pt>
                <c:pt idx="41109">
                  <c:v>64.760000000000005</c:v>
                </c:pt>
                <c:pt idx="41110">
                  <c:v>71.37</c:v>
                </c:pt>
                <c:pt idx="41111">
                  <c:v>71.37</c:v>
                </c:pt>
                <c:pt idx="41112">
                  <c:v>79.849999999999994</c:v>
                </c:pt>
                <c:pt idx="41113">
                  <c:v>76.569999999999993</c:v>
                </c:pt>
                <c:pt idx="41114">
                  <c:v>114.91</c:v>
                </c:pt>
                <c:pt idx="41115">
                  <c:v>79.849999999999994</c:v>
                </c:pt>
                <c:pt idx="41116">
                  <c:v>79.849999999999994</c:v>
                </c:pt>
                <c:pt idx="41117">
                  <c:v>108.86</c:v>
                </c:pt>
                <c:pt idx="41118">
                  <c:v>107.91</c:v>
                </c:pt>
                <c:pt idx="41119">
                  <c:v>95.56</c:v>
                </c:pt>
                <c:pt idx="41120">
                  <c:v>96.78</c:v>
                </c:pt>
                <c:pt idx="41121">
                  <c:v>125.8</c:v>
                </c:pt>
                <c:pt idx="41122">
                  <c:v>71.37</c:v>
                </c:pt>
                <c:pt idx="41123">
                  <c:v>71.349999999999994</c:v>
                </c:pt>
                <c:pt idx="41124">
                  <c:v>71.349999999999994</c:v>
                </c:pt>
                <c:pt idx="41125">
                  <c:v>65.67</c:v>
                </c:pt>
                <c:pt idx="41126">
                  <c:v>61.69</c:v>
                </c:pt>
                <c:pt idx="41127">
                  <c:v>61.69</c:v>
                </c:pt>
                <c:pt idx="41128">
                  <c:v>61.69</c:v>
                </c:pt>
                <c:pt idx="41129">
                  <c:v>61.69</c:v>
                </c:pt>
                <c:pt idx="41130">
                  <c:v>61.67</c:v>
                </c:pt>
                <c:pt idx="41131">
                  <c:v>64.48</c:v>
                </c:pt>
                <c:pt idx="41132">
                  <c:v>61.65</c:v>
                </c:pt>
                <c:pt idx="41133">
                  <c:v>64.459999999999994</c:v>
                </c:pt>
                <c:pt idx="41134">
                  <c:v>64.98</c:v>
                </c:pt>
                <c:pt idx="41135">
                  <c:v>64.98</c:v>
                </c:pt>
                <c:pt idx="41136">
                  <c:v>169.98</c:v>
                </c:pt>
                <c:pt idx="41137">
                  <c:v>164.24</c:v>
                </c:pt>
                <c:pt idx="41138">
                  <c:v>146.85</c:v>
                </c:pt>
                <c:pt idx="41139">
                  <c:v>229.97</c:v>
                </c:pt>
                <c:pt idx="41140">
                  <c:v>64.98</c:v>
                </c:pt>
                <c:pt idx="41141">
                  <c:v>-7.2</c:v>
                </c:pt>
                <c:pt idx="41142">
                  <c:v>65.989999999999995</c:v>
                </c:pt>
                <c:pt idx="41143">
                  <c:v>64.760000000000005</c:v>
                </c:pt>
                <c:pt idx="41144">
                  <c:v>58.98</c:v>
                </c:pt>
                <c:pt idx="41145">
                  <c:v>70.77</c:v>
                </c:pt>
                <c:pt idx="41146">
                  <c:v>299.93</c:v>
                </c:pt>
                <c:pt idx="41147">
                  <c:v>284.95</c:v>
                </c:pt>
                <c:pt idx="41148">
                  <c:v>307.93</c:v>
                </c:pt>
                <c:pt idx="41149">
                  <c:v>310.31</c:v>
                </c:pt>
                <c:pt idx="41150">
                  <c:v>168.46</c:v>
                </c:pt>
                <c:pt idx="41151">
                  <c:v>384.91</c:v>
                </c:pt>
                <c:pt idx="41152">
                  <c:v>70.760000000000005</c:v>
                </c:pt>
                <c:pt idx="41153">
                  <c:v>70.760000000000005</c:v>
                </c:pt>
                <c:pt idx="41154">
                  <c:v>65.19</c:v>
                </c:pt>
                <c:pt idx="41155">
                  <c:v>63.98</c:v>
                </c:pt>
                <c:pt idx="41156">
                  <c:v>63.98</c:v>
                </c:pt>
                <c:pt idx="41157">
                  <c:v>51.09</c:v>
                </c:pt>
                <c:pt idx="41158">
                  <c:v>63.98</c:v>
                </c:pt>
                <c:pt idx="41159">
                  <c:v>63.98</c:v>
                </c:pt>
                <c:pt idx="41160">
                  <c:v>51.09</c:v>
                </c:pt>
                <c:pt idx="41161">
                  <c:v>94.97</c:v>
                </c:pt>
                <c:pt idx="41162">
                  <c:v>179.99</c:v>
                </c:pt>
                <c:pt idx="41163">
                  <c:v>190.84</c:v>
                </c:pt>
                <c:pt idx="41164">
                  <c:v>197.97</c:v>
                </c:pt>
                <c:pt idx="41165">
                  <c:v>195.99</c:v>
                </c:pt>
                <c:pt idx="41166">
                  <c:v>131.97999999999999</c:v>
                </c:pt>
                <c:pt idx="41167">
                  <c:v>169.64</c:v>
                </c:pt>
                <c:pt idx="41168">
                  <c:v>167.97</c:v>
                </c:pt>
                <c:pt idx="41169">
                  <c:v>303.95</c:v>
                </c:pt>
                <c:pt idx="41170">
                  <c:v>63.98</c:v>
                </c:pt>
                <c:pt idx="41171">
                  <c:v>63.98</c:v>
                </c:pt>
                <c:pt idx="41172">
                  <c:v>63.98</c:v>
                </c:pt>
                <c:pt idx="41173">
                  <c:v>63.97</c:v>
                </c:pt>
                <c:pt idx="41174">
                  <c:v>63.97</c:v>
                </c:pt>
                <c:pt idx="41175">
                  <c:v>63.98</c:v>
                </c:pt>
                <c:pt idx="41176">
                  <c:v>63.98</c:v>
                </c:pt>
                <c:pt idx="41177">
                  <c:v>119.96</c:v>
                </c:pt>
                <c:pt idx="41178">
                  <c:v>119.96</c:v>
                </c:pt>
                <c:pt idx="41179">
                  <c:v>65.64</c:v>
                </c:pt>
                <c:pt idx="41180">
                  <c:v>119.96</c:v>
                </c:pt>
                <c:pt idx="41181">
                  <c:v>111.86</c:v>
                </c:pt>
                <c:pt idx="41182">
                  <c:v>-29.99</c:v>
                </c:pt>
                <c:pt idx="41183">
                  <c:v>119.96</c:v>
                </c:pt>
                <c:pt idx="41184">
                  <c:v>109.96</c:v>
                </c:pt>
                <c:pt idx="41185">
                  <c:v>111.96</c:v>
                </c:pt>
                <c:pt idx="41186">
                  <c:v>69.97</c:v>
                </c:pt>
                <c:pt idx="41187">
                  <c:v>109.96</c:v>
                </c:pt>
                <c:pt idx="41188">
                  <c:v>58.68</c:v>
                </c:pt>
                <c:pt idx="41189">
                  <c:v>105.97</c:v>
                </c:pt>
                <c:pt idx="41190">
                  <c:v>79.959999999999994</c:v>
                </c:pt>
                <c:pt idx="41191">
                  <c:v>54.99</c:v>
                </c:pt>
                <c:pt idx="41192">
                  <c:v>119.96</c:v>
                </c:pt>
                <c:pt idx="41193">
                  <c:v>119.96</c:v>
                </c:pt>
                <c:pt idx="41194">
                  <c:v>59.98</c:v>
                </c:pt>
                <c:pt idx="41195">
                  <c:v>59.94</c:v>
                </c:pt>
                <c:pt idx="41196">
                  <c:v>116.36</c:v>
                </c:pt>
                <c:pt idx="41197">
                  <c:v>63.96</c:v>
                </c:pt>
                <c:pt idx="41198">
                  <c:v>63.96</c:v>
                </c:pt>
                <c:pt idx="41199">
                  <c:v>63.98</c:v>
                </c:pt>
                <c:pt idx="41200">
                  <c:v>63.96</c:v>
                </c:pt>
                <c:pt idx="41201">
                  <c:v>63.96</c:v>
                </c:pt>
                <c:pt idx="41202">
                  <c:v>63.98</c:v>
                </c:pt>
                <c:pt idx="41203">
                  <c:v>63.96</c:v>
                </c:pt>
                <c:pt idx="41204">
                  <c:v>63.97</c:v>
                </c:pt>
                <c:pt idx="41205">
                  <c:v>55.48</c:v>
                </c:pt>
                <c:pt idx="41206">
                  <c:v>50.95</c:v>
                </c:pt>
                <c:pt idx="41207">
                  <c:v>59.95</c:v>
                </c:pt>
                <c:pt idx="41208">
                  <c:v>51.96</c:v>
                </c:pt>
                <c:pt idx="41209">
                  <c:v>89.96</c:v>
                </c:pt>
                <c:pt idx="41210">
                  <c:v>69.95</c:v>
                </c:pt>
                <c:pt idx="41211">
                  <c:v>63.96</c:v>
                </c:pt>
                <c:pt idx="41212">
                  <c:v>63.97</c:v>
                </c:pt>
                <c:pt idx="41213">
                  <c:v>55.47</c:v>
                </c:pt>
                <c:pt idx="41214">
                  <c:v>63.96</c:v>
                </c:pt>
                <c:pt idx="41215">
                  <c:v>63.96</c:v>
                </c:pt>
                <c:pt idx="41216">
                  <c:v>55.46</c:v>
                </c:pt>
                <c:pt idx="41217">
                  <c:v>149.94999999999999</c:v>
                </c:pt>
                <c:pt idx="41218">
                  <c:v>89.97</c:v>
                </c:pt>
                <c:pt idx="41219">
                  <c:v>58.68</c:v>
                </c:pt>
                <c:pt idx="41220">
                  <c:v>166.94</c:v>
                </c:pt>
                <c:pt idx="41221">
                  <c:v>144.55000000000001</c:v>
                </c:pt>
                <c:pt idx="41222">
                  <c:v>149.94999999999999</c:v>
                </c:pt>
                <c:pt idx="41223">
                  <c:v>131.97999999999999</c:v>
                </c:pt>
                <c:pt idx="41224">
                  <c:v>155.74</c:v>
                </c:pt>
                <c:pt idx="41225">
                  <c:v>59.98</c:v>
                </c:pt>
                <c:pt idx="41226">
                  <c:v>59.98</c:v>
                </c:pt>
                <c:pt idx="41227">
                  <c:v>59.98</c:v>
                </c:pt>
                <c:pt idx="41228">
                  <c:v>107.96</c:v>
                </c:pt>
                <c:pt idx="41229">
                  <c:v>119.96</c:v>
                </c:pt>
                <c:pt idx="41230">
                  <c:v>59.98</c:v>
                </c:pt>
                <c:pt idx="41231">
                  <c:v>162.97999999999999</c:v>
                </c:pt>
                <c:pt idx="41232">
                  <c:v>161.94</c:v>
                </c:pt>
                <c:pt idx="41233">
                  <c:v>65.56</c:v>
                </c:pt>
                <c:pt idx="41234">
                  <c:v>69.989999999999995</c:v>
                </c:pt>
                <c:pt idx="41235">
                  <c:v>69.989999999999995</c:v>
                </c:pt>
                <c:pt idx="41236">
                  <c:v>69.989999999999995</c:v>
                </c:pt>
                <c:pt idx="41237">
                  <c:v>76.95</c:v>
                </c:pt>
                <c:pt idx="41238">
                  <c:v>129.94999999999999</c:v>
                </c:pt>
                <c:pt idx="41239">
                  <c:v>77.94</c:v>
                </c:pt>
                <c:pt idx="41240">
                  <c:v>90.98</c:v>
                </c:pt>
                <c:pt idx="41241">
                  <c:v>51.96</c:v>
                </c:pt>
                <c:pt idx="41242">
                  <c:v>90.98</c:v>
                </c:pt>
                <c:pt idx="41243">
                  <c:v>131.97999999999999</c:v>
                </c:pt>
                <c:pt idx="41244">
                  <c:v>128.96</c:v>
                </c:pt>
                <c:pt idx="41245">
                  <c:v>129.01</c:v>
                </c:pt>
                <c:pt idx="41246">
                  <c:v>113.53</c:v>
                </c:pt>
                <c:pt idx="41247">
                  <c:v>51.96</c:v>
                </c:pt>
                <c:pt idx="41248">
                  <c:v>63.96</c:v>
                </c:pt>
                <c:pt idx="41249">
                  <c:v>69.98</c:v>
                </c:pt>
                <c:pt idx="41250">
                  <c:v>60.49</c:v>
                </c:pt>
                <c:pt idx="41251">
                  <c:v>56.24</c:v>
                </c:pt>
                <c:pt idx="41252">
                  <c:v>56.24</c:v>
                </c:pt>
                <c:pt idx="41253">
                  <c:v>60.99</c:v>
                </c:pt>
                <c:pt idx="41254">
                  <c:v>60.48</c:v>
                </c:pt>
                <c:pt idx="41255">
                  <c:v>81.47</c:v>
                </c:pt>
                <c:pt idx="41256">
                  <c:v>99.98</c:v>
                </c:pt>
                <c:pt idx="41257">
                  <c:v>65.989999999999995</c:v>
                </c:pt>
                <c:pt idx="41258">
                  <c:v>49.99</c:v>
                </c:pt>
                <c:pt idx="41259">
                  <c:v>60.48</c:v>
                </c:pt>
                <c:pt idx="41260">
                  <c:v>60.48</c:v>
                </c:pt>
                <c:pt idx="41261">
                  <c:v>60.48</c:v>
                </c:pt>
                <c:pt idx="41262">
                  <c:v>60.48</c:v>
                </c:pt>
                <c:pt idx="41263">
                  <c:v>60.48</c:v>
                </c:pt>
                <c:pt idx="41264">
                  <c:v>60.48</c:v>
                </c:pt>
                <c:pt idx="41265">
                  <c:v>60.48</c:v>
                </c:pt>
                <c:pt idx="41266">
                  <c:v>69.97</c:v>
                </c:pt>
                <c:pt idx="41267">
                  <c:v>79.95</c:v>
                </c:pt>
                <c:pt idx="41268">
                  <c:v>95.94</c:v>
                </c:pt>
                <c:pt idx="41269">
                  <c:v>36.29</c:v>
                </c:pt>
                <c:pt idx="41270">
                  <c:v>79.959999999999994</c:v>
                </c:pt>
                <c:pt idx="41271">
                  <c:v>149.94</c:v>
                </c:pt>
                <c:pt idx="41272">
                  <c:v>63.88</c:v>
                </c:pt>
                <c:pt idx="41273">
                  <c:v>63.88</c:v>
                </c:pt>
                <c:pt idx="41274">
                  <c:v>30.48</c:v>
                </c:pt>
                <c:pt idx="41275">
                  <c:v>15.74</c:v>
                </c:pt>
                <c:pt idx="41276">
                  <c:v>63.88</c:v>
                </c:pt>
                <c:pt idx="41277">
                  <c:v>64.989999999999995</c:v>
                </c:pt>
                <c:pt idx="41278">
                  <c:v>128.97</c:v>
                </c:pt>
                <c:pt idx="41279">
                  <c:v>159.97</c:v>
                </c:pt>
                <c:pt idx="41280">
                  <c:v>79.25</c:v>
                </c:pt>
                <c:pt idx="41281">
                  <c:v>97.98</c:v>
                </c:pt>
                <c:pt idx="41282">
                  <c:v>94.97</c:v>
                </c:pt>
                <c:pt idx="41283">
                  <c:v>104.98</c:v>
                </c:pt>
                <c:pt idx="41284">
                  <c:v>169.98</c:v>
                </c:pt>
                <c:pt idx="41285">
                  <c:v>157.27000000000001</c:v>
                </c:pt>
                <c:pt idx="41286">
                  <c:v>104.97</c:v>
                </c:pt>
                <c:pt idx="41287">
                  <c:v>128.97</c:v>
                </c:pt>
                <c:pt idx="41288">
                  <c:v>152.12</c:v>
                </c:pt>
                <c:pt idx="41289">
                  <c:v>79.59</c:v>
                </c:pt>
                <c:pt idx="41290">
                  <c:v>104.98</c:v>
                </c:pt>
                <c:pt idx="41291">
                  <c:v>139.97999999999999</c:v>
                </c:pt>
                <c:pt idx="41292">
                  <c:v>206.26</c:v>
                </c:pt>
                <c:pt idx="41293">
                  <c:v>95.97</c:v>
                </c:pt>
                <c:pt idx="41294">
                  <c:v>141.28</c:v>
                </c:pt>
                <c:pt idx="41295">
                  <c:v>64.989999999999995</c:v>
                </c:pt>
                <c:pt idx="41296">
                  <c:v>64.989999999999995</c:v>
                </c:pt>
                <c:pt idx="41297">
                  <c:v>64.989999999999995</c:v>
                </c:pt>
                <c:pt idx="41298">
                  <c:v>64.989999999999995</c:v>
                </c:pt>
                <c:pt idx="41299">
                  <c:v>64.989999999999995</c:v>
                </c:pt>
                <c:pt idx="41300">
                  <c:v>64.989999999999995</c:v>
                </c:pt>
                <c:pt idx="41301">
                  <c:v>64.989999999999995</c:v>
                </c:pt>
                <c:pt idx="41302">
                  <c:v>69.709999999999994</c:v>
                </c:pt>
                <c:pt idx="41303">
                  <c:v>89.23</c:v>
                </c:pt>
                <c:pt idx="41304">
                  <c:v>84.99</c:v>
                </c:pt>
                <c:pt idx="41305">
                  <c:v>67.930000000000007</c:v>
                </c:pt>
                <c:pt idx="41306">
                  <c:v>75.98</c:v>
                </c:pt>
                <c:pt idx="41307">
                  <c:v>100.91</c:v>
                </c:pt>
                <c:pt idx="41308">
                  <c:v>68.3</c:v>
                </c:pt>
                <c:pt idx="41309">
                  <c:v>98.44</c:v>
                </c:pt>
                <c:pt idx="41310">
                  <c:v>137.13</c:v>
                </c:pt>
                <c:pt idx="41311">
                  <c:v>99.98</c:v>
                </c:pt>
                <c:pt idx="41312">
                  <c:v>55.98</c:v>
                </c:pt>
                <c:pt idx="41313">
                  <c:v>84.99</c:v>
                </c:pt>
                <c:pt idx="41314">
                  <c:v>76.489999999999995</c:v>
                </c:pt>
                <c:pt idx="41315">
                  <c:v>31.45</c:v>
                </c:pt>
                <c:pt idx="41316">
                  <c:v>98.6</c:v>
                </c:pt>
                <c:pt idx="41317">
                  <c:v>79.98</c:v>
                </c:pt>
                <c:pt idx="41318">
                  <c:v>83.14</c:v>
                </c:pt>
                <c:pt idx="41319">
                  <c:v>126.98</c:v>
                </c:pt>
                <c:pt idx="41320">
                  <c:v>99.98</c:v>
                </c:pt>
                <c:pt idx="41321">
                  <c:v>69.98</c:v>
                </c:pt>
                <c:pt idx="41322">
                  <c:v>70.989999999999995</c:v>
                </c:pt>
                <c:pt idx="41323">
                  <c:v>84.99</c:v>
                </c:pt>
                <c:pt idx="41324">
                  <c:v>64.989999999999995</c:v>
                </c:pt>
                <c:pt idx="41325">
                  <c:v>64.989999999999995</c:v>
                </c:pt>
                <c:pt idx="41326">
                  <c:v>64.989999999999995</c:v>
                </c:pt>
                <c:pt idx="41327">
                  <c:v>64.989999999999995</c:v>
                </c:pt>
                <c:pt idx="41328">
                  <c:v>64.989999999999995</c:v>
                </c:pt>
                <c:pt idx="41329">
                  <c:v>135.96</c:v>
                </c:pt>
                <c:pt idx="41330">
                  <c:v>120.96</c:v>
                </c:pt>
                <c:pt idx="41331">
                  <c:v>134.97</c:v>
                </c:pt>
                <c:pt idx="41332">
                  <c:v>257.25</c:v>
                </c:pt>
                <c:pt idx="41333">
                  <c:v>153.97</c:v>
                </c:pt>
                <c:pt idx="41334">
                  <c:v>155.96</c:v>
                </c:pt>
                <c:pt idx="41335">
                  <c:v>84.99</c:v>
                </c:pt>
                <c:pt idx="41336">
                  <c:v>155.97</c:v>
                </c:pt>
                <c:pt idx="41337">
                  <c:v>64.98</c:v>
                </c:pt>
                <c:pt idx="41338">
                  <c:v>51.94</c:v>
                </c:pt>
                <c:pt idx="41339">
                  <c:v>64.98</c:v>
                </c:pt>
                <c:pt idx="41340">
                  <c:v>64.98</c:v>
                </c:pt>
                <c:pt idx="41341">
                  <c:v>53.97</c:v>
                </c:pt>
                <c:pt idx="41342">
                  <c:v>53.97</c:v>
                </c:pt>
                <c:pt idx="41343">
                  <c:v>53.97</c:v>
                </c:pt>
                <c:pt idx="41344">
                  <c:v>53.97</c:v>
                </c:pt>
                <c:pt idx="41345">
                  <c:v>53.97</c:v>
                </c:pt>
                <c:pt idx="41346">
                  <c:v>53.97</c:v>
                </c:pt>
                <c:pt idx="41347">
                  <c:v>53.97</c:v>
                </c:pt>
                <c:pt idx="41348">
                  <c:v>53.97</c:v>
                </c:pt>
                <c:pt idx="41349">
                  <c:v>53.97</c:v>
                </c:pt>
                <c:pt idx="41350">
                  <c:v>49.65</c:v>
                </c:pt>
                <c:pt idx="41351">
                  <c:v>53.97</c:v>
                </c:pt>
                <c:pt idx="41352">
                  <c:v>53.97</c:v>
                </c:pt>
                <c:pt idx="41353">
                  <c:v>53.97</c:v>
                </c:pt>
                <c:pt idx="41354">
                  <c:v>53.97</c:v>
                </c:pt>
                <c:pt idx="41355">
                  <c:v>53.97</c:v>
                </c:pt>
                <c:pt idx="41356">
                  <c:v>53.97</c:v>
                </c:pt>
                <c:pt idx="41357">
                  <c:v>53.97</c:v>
                </c:pt>
                <c:pt idx="41358">
                  <c:v>71.959999999999994</c:v>
                </c:pt>
                <c:pt idx="41359">
                  <c:v>71.959999999999994</c:v>
                </c:pt>
                <c:pt idx="41360">
                  <c:v>44.7</c:v>
                </c:pt>
                <c:pt idx="41361">
                  <c:v>53.97</c:v>
                </c:pt>
                <c:pt idx="41362">
                  <c:v>64.98</c:v>
                </c:pt>
                <c:pt idx="41363">
                  <c:v>64.98</c:v>
                </c:pt>
                <c:pt idx="41364">
                  <c:v>64.98</c:v>
                </c:pt>
                <c:pt idx="41365">
                  <c:v>64.98</c:v>
                </c:pt>
                <c:pt idx="41366">
                  <c:v>64.98</c:v>
                </c:pt>
                <c:pt idx="41367">
                  <c:v>51.93</c:v>
                </c:pt>
                <c:pt idx="41368">
                  <c:v>51.93</c:v>
                </c:pt>
                <c:pt idx="41369">
                  <c:v>127.98</c:v>
                </c:pt>
                <c:pt idx="41370">
                  <c:v>124.98</c:v>
                </c:pt>
                <c:pt idx="41371">
                  <c:v>103.97</c:v>
                </c:pt>
                <c:pt idx="41372">
                  <c:v>115.18</c:v>
                </c:pt>
                <c:pt idx="41373">
                  <c:v>65.989999999999995</c:v>
                </c:pt>
                <c:pt idx="41374">
                  <c:v>131.97999999999999</c:v>
                </c:pt>
                <c:pt idx="41375">
                  <c:v>84.99</c:v>
                </c:pt>
                <c:pt idx="41376">
                  <c:v>89.98</c:v>
                </c:pt>
                <c:pt idx="41377">
                  <c:v>84.99</c:v>
                </c:pt>
                <c:pt idx="41378">
                  <c:v>79.98</c:v>
                </c:pt>
                <c:pt idx="41379">
                  <c:v>59.39</c:v>
                </c:pt>
                <c:pt idx="41380">
                  <c:v>57.98</c:v>
                </c:pt>
                <c:pt idx="41381">
                  <c:v>117.48</c:v>
                </c:pt>
                <c:pt idx="41382">
                  <c:v>255.96</c:v>
                </c:pt>
                <c:pt idx="41383">
                  <c:v>73.48</c:v>
                </c:pt>
                <c:pt idx="41384">
                  <c:v>169.98</c:v>
                </c:pt>
                <c:pt idx="41385">
                  <c:v>64.97</c:v>
                </c:pt>
                <c:pt idx="41386">
                  <c:v>51.93</c:v>
                </c:pt>
                <c:pt idx="41387">
                  <c:v>16.29</c:v>
                </c:pt>
                <c:pt idx="41388">
                  <c:v>31.28</c:v>
                </c:pt>
                <c:pt idx="41389">
                  <c:v>31.28</c:v>
                </c:pt>
                <c:pt idx="41390">
                  <c:v>16.29</c:v>
                </c:pt>
                <c:pt idx="41391">
                  <c:v>109.78</c:v>
                </c:pt>
                <c:pt idx="41392">
                  <c:v>155.94</c:v>
                </c:pt>
                <c:pt idx="41393">
                  <c:v>119.54</c:v>
                </c:pt>
                <c:pt idx="41394">
                  <c:v>121.98</c:v>
                </c:pt>
                <c:pt idx="41395">
                  <c:v>159.97999999999999</c:v>
                </c:pt>
                <c:pt idx="41396">
                  <c:v>159.97999999999999</c:v>
                </c:pt>
                <c:pt idx="41397">
                  <c:v>64.86</c:v>
                </c:pt>
                <c:pt idx="41398">
                  <c:v>63.72</c:v>
                </c:pt>
                <c:pt idx="41399">
                  <c:v>64.760000000000005</c:v>
                </c:pt>
                <c:pt idx="41400">
                  <c:v>205.95</c:v>
                </c:pt>
                <c:pt idx="41401">
                  <c:v>59.95</c:v>
                </c:pt>
                <c:pt idx="41402">
                  <c:v>84.99</c:v>
                </c:pt>
                <c:pt idx="41403">
                  <c:v>79.989999999999995</c:v>
                </c:pt>
                <c:pt idx="41404">
                  <c:v>54.99</c:v>
                </c:pt>
                <c:pt idx="41405">
                  <c:v>159.94</c:v>
                </c:pt>
                <c:pt idx="41406">
                  <c:v>120.96</c:v>
                </c:pt>
                <c:pt idx="41407">
                  <c:v>76.13</c:v>
                </c:pt>
                <c:pt idx="41408">
                  <c:v>121.98</c:v>
                </c:pt>
                <c:pt idx="41409">
                  <c:v>121.98</c:v>
                </c:pt>
                <c:pt idx="41410">
                  <c:v>79.989999999999995</c:v>
                </c:pt>
                <c:pt idx="41411">
                  <c:v>63.58</c:v>
                </c:pt>
                <c:pt idx="41412">
                  <c:v>58.49</c:v>
                </c:pt>
                <c:pt idx="41413">
                  <c:v>70.16</c:v>
                </c:pt>
                <c:pt idx="41414">
                  <c:v>70.16</c:v>
                </c:pt>
                <c:pt idx="41415">
                  <c:v>70.16</c:v>
                </c:pt>
                <c:pt idx="41416">
                  <c:v>70.16</c:v>
                </c:pt>
                <c:pt idx="41417">
                  <c:v>70.16</c:v>
                </c:pt>
                <c:pt idx="41418">
                  <c:v>70.16</c:v>
                </c:pt>
                <c:pt idx="41419">
                  <c:v>70.16</c:v>
                </c:pt>
                <c:pt idx="41420">
                  <c:v>70.16</c:v>
                </c:pt>
                <c:pt idx="41421">
                  <c:v>70.16</c:v>
                </c:pt>
                <c:pt idx="41422">
                  <c:v>70.16</c:v>
                </c:pt>
                <c:pt idx="41423">
                  <c:v>70.14</c:v>
                </c:pt>
                <c:pt idx="41424">
                  <c:v>79.97</c:v>
                </c:pt>
                <c:pt idx="41425">
                  <c:v>114.97</c:v>
                </c:pt>
                <c:pt idx="41426">
                  <c:v>134.96</c:v>
                </c:pt>
                <c:pt idx="41427">
                  <c:v>60.47</c:v>
                </c:pt>
                <c:pt idx="41428">
                  <c:v>99.98</c:v>
                </c:pt>
                <c:pt idx="41429">
                  <c:v>114.97</c:v>
                </c:pt>
                <c:pt idx="41430">
                  <c:v>99.98</c:v>
                </c:pt>
                <c:pt idx="41431">
                  <c:v>154.96</c:v>
                </c:pt>
                <c:pt idx="41432">
                  <c:v>144.96</c:v>
                </c:pt>
                <c:pt idx="41433">
                  <c:v>134.96</c:v>
                </c:pt>
                <c:pt idx="41434">
                  <c:v>79.97</c:v>
                </c:pt>
                <c:pt idx="41435">
                  <c:v>70.14</c:v>
                </c:pt>
                <c:pt idx="41436">
                  <c:v>70.14</c:v>
                </c:pt>
                <c:pt idx="41437">
                  <c:v>70.13</c:v>
                </c:pt>
                <c:pt idx="41438">
                  <c:v>63.47</c:v>
                </c:pt>
                <c:pt idx="41439">
                  <c:v>63.47</c:v>
                </c:pt>
                <c:pt idx="41440">
                  <c:v>14.99</c:v>
                </c:pt>
                <c:pt idx="41441">
                  <c:v>31.48</c:v>
                </c:pt>
                <c:pt idx="41442">
                  <c:v>206.93</c:v>
                </c:pt>
                <c:pt idx="41443">
                  <c:v>169.98</c:v>
                </c:pt>
                <c:pt idx="41444">
                  <c:v>133.96</c:v>
                </c:pt>
                <c:pt idx="41445">
                  <c:v>40</c:v>
                </c:pt>
                <c:pt idx="41446">
                  <c:v>164.05</c:v>
                </c:pt>
                <c:pt idx="41447">
                  <c:v>169.98</c:v>
                </c:pt>
                <c:pt idx="41448">
                  <c:v>131.97999999999999</c:v>
                </c:pt>
                <c:pt idx="41449">
                  <c:v>64.510000000000005</c:v>
                </c:pt>
                <c:pt idx="41450">
                  <c:v>64.48</c:v>
                </c:pt>
                <c:pt idx="41451">
                  <c:v>64.48</c:v>
                </c:pt>
                <c:pt idx="41452">
                  <c:v>33.96</c:v>
                </c:pt>
                <c:pt idx="41453">
                  <c:v>16.920000000000002</c:v>
                </c:pt>
                <c:pt idx="41454">
                  <c:v>64.48</c:v>
                </c:pt>
                <c:pt idx="41455">
                  <c:v>51.79</c:v>
                </c:pt>
                <c:pt idx="41456">
                  <c:v>84.99</c:v>
                </c:pt>
                <c:pt idx="41457">
                  <c:v>149.96</c:v>
                </c:pt>
                <c:pt idx="41458">
                  <c:v>62.29</c:v>
                </c:pt>
                <c:pt idx="41459">
                  <c:v>79.98</c:v>
                </c:pt>
                <c:pt idx="41460">
                  <c:v>65.989999999999995</c:v>
                </c:pt>
                <c:pt idx="41461">
                  <c:v>134.97999999999999</c:v>
                </c:pt>
                <c:pt idx="41462">
                  <c:v>76.86</c:v>
                </c:pt>
                <c:pt idx="41463">
                  <c:v>80.11</c:v>
                </c:pt>
                <c:pt idx="41464">
                  <c:v>87.97</c:v>
                </c:pt>
                <c:pt idx="41465">
                  <c:v>53.16</c:v>
                </c:pt>
                <c:pt idx="41466">
                  <c:v>167.45</c:v>
                </c:pt>
                <c:pt idx="41467">
                  <c:v>95.98</c:v>
                </c:pt>
                <c:pt idx="41468">
                  <c:v>80.34</c:v>
                </c:pt>
                <c:pt idx="41469">
                  <c:v>55.97</c:v>
                </c:pt>
                <c:pt idx="41470">
                  <c:v>118.97</c:v>
                </c:pt>
                <c:pt idx="41471">
                  <c:v>65.959999999999994</c:v>
                </c:pt>
                <c:pt idx="41472">
                  <c:v>128.97999999999999</c:v>
                </c:pt>
                <c:pt idx="41473">
                  <c:v>91.98</c:v>
                </c:pt>
                <c:pt idx="41474">
                  <c:v>84.98</c:v>
                </c:pt>
                <c:pt idx="41475">
                  <c:v>51.78</c:v>
                </c:pt>
                <c:pt idx="41476">
                  <c:v>149.9</c:v>
                </c:pt>
                <c:pt idx="41477">
                  <c:v>665.78</c:v>
                </c:pt>
                <c:pt idx="41478">
                  <c:v>587.88</c:v>
                </c:pt>
                <c:pt idx="41479">
                  <c:v>-115.57</c:v>
                </c:pt>
                <c:pt idx="41480">
                  <c:v>675.04</c:v>
                </c:pt>
                <c:pt idx="41481">
                  <c:v>69.650000000000006</c:v>
                </c:pt>
                <c:pt idx="41482">
                  <c:v>69.069999999999993</c:v>
                </c:pt>
                <c:pt idx="41483">
                  <c:v>57.98</c:v>
                </c:pt>
                <c:pt idx="41484">
                  <c:v>68.989999999999995</c:v>
                </c:pt>
                <c:pt idx="41485">
                  <c:v>62.99</c:v>
                </c:pt>
                <c:pt idx="41486">
                  <c:v>62.99</c:v>
                </c:pt>
                <c:pt idx="41487">
                  <c:v>68.98</c:v>
                </c:pt>
                <c:pt idx="41488">
                  <c:v>68.98</c:v>
                </c:pt>
                <c:pt idx="41489">
                  <c:v>68.98</c:v>
                </c:pt>
                <c:pt idx="41490">
                  <c:v>62.98</c:v>
                </c:pt>
                <c:pt idx="41491">
                  <c:v>62.97</c:v>
                </c:pt>
                <c:pt idx="41492">
                  <c:v>62.97</c:v>
                </c:pt>
                <c:pt idx="41493">
                  <c:v>62.99</c:v>
                </c:pt>
                <c:pt idx="41494">
                  <c:v>68.97</c:v>
                </c:pt>
                <c:pt idx="41495">
                  <c:v>94.89</c:v>
                </c:pt>
                <c:pt idx="41496">
                  <c:v>57.98</c:v>
                </c:pt>
                <c:pt idx="41497">
                  <c:v>145.94999999999999</c:v>
                </c:pt>
                <c:pt idx="41498">
                  <c:v>91.96</c:v>
                </c:pt>
                <c:pt idx="41499">
                  <c:v>220.46</c:v>
                </c:pt>
                <c:pt idx="41500">
                  <c:v>140.96</c:v>
                </c:pt>
                <c:pt idx="41501">
                  <c:v>69.959999999999994</c:v>
                </c:pt>
                <c:pt idx="41502">
                  <c:v>121.96</c:v>
                </c:pt>
                <c:pt idx="41503">
                  <c:v>125.96</c:v>
                </c:pt>
                <c:pt idx="41504">
                  <c:v>169.97</c:v>
                </c:pt>
                <c:pt idx="41505">
                  <c:v>147.94999999999999</c:v>
                </c:pt>
                <c:pt idx="41506">
                  <c:v>79.97</c:v>
                </c:pt>
                <c:pt idx="41507">
                  <c:v>84.99</c:v>
                </c:pt>
                <c:pt idx="41508">
                  <c:v>132</c:v>
                </c:pt>
                <c:pt idx="41509">
                  <c:v>99.98</c:v>
                </c:pt>
                <c:pt idx="41510">
                  <c:v>63.97</c:v>
                </c:pt>
                <c:pt idx="41511">
                  <c:v>149.97</c:v>
                </c:pt>
                <c:pt idx="41512">
                  <c:v>71.97</c:v>
                </c:pt>
                <c:pt idx="41513">
                  <c:v>62.97</c:v>
                </c:pt>
                <c:pt idx="41514">
                  <c:v>62.98</c:v>
                </c:pt>
                <c:pt idx="41515">
                  <c:v>62.98</c:v>
                </c:pt>
                <c:pt idx="41516">
                  <c:v>62.98</c:v>
                </c:pt>
                <c:pt idx="41517">
                  <c:v>62.98</c:v>
                </c:pt>
                <c:pt idx="41518">
                  <c:v>62.98</c:v>
                </c:pt>
                <c:pt idx="41519">
                  <c:v>220.83</c:v>
                </c:pt>
                <c:pt idx="41520">
                  <c:v>197.97</c:v>
                </c:pt>
                <c:pt idx="41521">
                  <c:v>168.47</c:v>
                </c:pt>
                <c:pt idx="41522">
                  <c:v>158.82</c:v>
                </c:pt>
                <c:pt idx="41523">
                  <c:v>62.98</c:v>
                </c:pt>
                <c:pt idx="41524">
                  <c:v>62.98</c:v>
                </c:pt>
                <c:pt idx="41525">
                  <c:v>42.49</c:v>
                </c:pt>
                <c:pt idx="41526">
                  <c:v>7.49</c:v>
                </c:pt>
                <c:pt idx="41527">
                  <c:v>62.98</c:v>
                </c:pt>
                <c:pt idx="41528">
                  <c:v>34.49</c:v>
                </c:pt>
                <c:pt idx="41529">
                  <c:v>11.49</c:v>
                </c:pt>
                <c:pt idx="41530">
                  <c:v>62.97</c:v>
                </c:pt>
                <c:pt idx="41531">
                  <c:v>62.97</c:v>
                </c:pt>
                <c:pt idx="41532">
                  <c:v>62.97</c:v>
                </c:pt>
                <c:pt idx="41533">
                  <c:v>67.72</c:v>
                </c:pt>
                <c:pt idx="41534">
                  <c:v>52.09</c:v>
                </c:pt>
                <c:pt idx="41535">
                  <c:v>67.36</c:v>
                </c:pt>
                <c:pt idx="41536">
                  <c:v>121.91</c:v>
                </c:pt>
                <c:pt idx="41537">
                  <c:v>96.75</c:v>
                </c:pt>
                <c:pt idx="41538">
                  <c:v>62.97</c:v>
                </c:pt>
                <c:pt idx="41539">
                  <c:v>62.97</c:v>
                </c:pt>
                <c:pt idx="41540">
                  <c:v>62.97</c:v>
                </c:pt>
                <c:pt idx="41541">
                  <c:v>62.96</c:v>
                </c:pt>
                <c:pt idx="41542">
                  <c:v>62.96</c:v>
                </c:pt>
                <c:pt idx="41543">
                  <c:v>16.489999999999998</c:v>
                </c:pt>
                <c:pt idx="41544">
                  <c:v>50.21</c:v>
                </c:pt>
                <c:pt idx="41545">
                  <c:v>89.98</c:v>
                </c:pt>
                <c:pt idx="41546">
                  <c:v>89.98</c:v>
                </c:pt>
                <c:pt idx="41547">
                  <c:v>249.37</c:v>
                </c:pt>
                <c:pt idx="41548">
                  <c:v>254.96</c:v>
                </c:pt>
                <c:pt idx="41549">
                  <c:v>84.99</c:v>
                </c:pt>
                <c:pt idx="41550">
                  <c:v>183.97</c:v>
                </c:pt>
                <c:pt idx="41551">
                  <c:v>169.98</c:v>
                </c:pt>
                <c:pt idx="41552">
                  <c:v>152.97999999999999</c:v>
                </c:pt>
                <c:pt idx="41553">
                  <c:v>169.98</c:v>
                </c:pt>
                <c:pt idx="41554">
                  <c:v>272.95</c:v>
                </c:pt>
                <c:pt idx="41555">
                  <c:v>152.96</c:v>
                </c:pt>
                <c:pt idx="41556">
                  <c:v>50.21</c:v>
                </c:pt>
                <c:pt idx="41557">
                  <c:v>50.21</c:v>
                </c:pt>
                <c:pt idx="41558">
                  <c:v>63.47</c:v>
                </c:pt>
                <c:pt idx="41559">
                  <c:v>47.97</c:v>
                </c:pt>
                <c:pt idx="41560">
                  <c:v>63.98</c:v>
                </c:pt>
                <c:pt idx="41561">
                  <c:v>63.98</c:v>
                </c:pt>
                <c:pt idx="41562">
                  <c:v>63.98</c:v>
                </c:pt>
                <c:pt idx="41563">
                  <c:v>169.98</c:v>
                </c:pt>
                <c:pt idx="41564">
                  <c:v>200.26</c:v>
                </c:pt>
                <c:pt idx="41565">
                  <c:v>206.97</c:v>
                </c:pt>
                <c:pt idx="41566">
                  <c:v>206.97</c:v>
                </c:pt>
                <c:pt idx="41567">
                  <c:v>195.57</c:v>
                </c:pt>
                <c:pt idx="41568">
                  <c:v>159.43</c:v>
                </c:pt>
                <c:pt idx="41569">
                  <c:v>56.97</c:v>
                </c:pt>
                <c:pt idx="41570">
                  <c:v>146.94</c:v>
                </c:pt>
                <c:pt idx="41571">
                  <c:v>56.97</c:v>
                </c:pt>
                <c:pt idx="41572">
                  <c:v>63.98</c:v>
                </c:pt>
                <c:pt idx="41573">
                  <c:v>63.98</c:v>
                </c:pt>
                <c:pt idx="41574">
                  <c:v>63.98</c:v>
                </c:pt>
                <c:pt idx="41575">
                  <c:v>63.98</c:v>
                </c:pt>
                <c:pt idx="41576">
                  <c:v>63.98</c:v>
                </c:pt>
                <c:pt idx="41577">
                  <c:v>63.98</c:v>
                </c:pt>
                <c:pt idx="41578">
                  <c:v>63.98</c:v>
                </c:pt>
                <c:pt idx="41579">
                  <c:v>84.99</c:v>
                </c:pt>
                <c:pt idx="41580">
                  <c:v>131.97999999999999</c:v>
                </c:pt>
                <c:pt idx="41581">
                  <c:v>65.989999999999995</c:v>
                </c:pt>
                <c:pt idx="41582">
                  <c:v>165.3</c:v>
                </c:pt>
                <c:pt idx="41583">
                  <c:v>51.29</c:v>
                </c:pt>
                <c:pt idx="41584">
                  <c:v>54.99</c:v>
                </c:pt>
                <c:pt idx="41585">
                  <c:v>82.98</c:v>
                </c:pt>
                <c:pt idx="41586">
                  <c:v>106.98</c:v>
                </c:pt>
                <c:pt idx="41587">
                  <c:v>64.98</c:v>
                </c:pt>
                <c:pt idx="41588">
                  <c:v>109.98</c:v>
                </c:pt>
                <c:pt idx="41589">
                  <c:v>84.99</c:v>
                </c:pt>
                <c:pt idx="41590">
                  <c:v>65.64</c:v>
                </c:pt>
                <c:pt idx="41591">
                  <c:v>86.14</c:v>
                </c:pt>
                <c:pt idx="41592">
                  <c:v>87.98</c:v>
                </c:pt>
                <c:pt idx="41593">
                  <c:v>92.98</c:v>
                </c:pt>
                <c:pt idx="41594">
                  <c:v>54.99</c:v>
                </c:pt>
                <c:pt idx="41595">
                  <c:v>63.97</c:v>
                </c:pt>
                <c:pt idx="41596">
                  <c:v>63.96</c:v>
                </c:pt>
                <c:pt idx="41597">
                  <c:v>71.98</c:v>
                </c:pt>
                <c:pt idx="41598">
                  <c:v>67.95</c:v>
                </c:pt>
                <c:pt idx="41599">
                  <c:v>61.98</c:v>
                </c:pt>
                <c:pt idx="41600">
                  <c:v>65.78</c:v>
                </c:pt>
                <c:pt idx="41601">
                  <c:v>55.1</c:v>
                </c:pt>
                <c:pt idx="41602">
                  <c:v>56.42</c:v>
                </c:pt>
                <c:pt idx="41603">
                  <c:v>63.98</c:v>
                </c:pt>
                <c:pt idx="41604">
                  <c:v>118.96</c:v>
                </c:pt>
                <c:pt idx="41605">
                  <c:v>87.36</c:v>
                </c:pt>
                <c:pt idx="41606">
                  <c:v>57.82</c:v>
                </c:pt>
                <c:pt idx="41607">
                  <c:v>114.95</c:v>
                </c:pt>
                <c:pt idx="41608">
                  <c:v>151.94999999999999</c:v>
                </c:pt>
                <c:pt idx="41609">
                  <c:v>65.180000000000007</c:v>
                </c:pt>
                <c:pt idx="41610">
                  <c:v>59.22</c:v>
                </c:pt>
                <c:pt idx="41611">
                  <c:v>59.98</c:v>
                </c:pt>
                <c:pt idx="41612">
                  <c:v>87.97</c:v>
                </c:pt>
                <c:pt idx="41613">
                  <c:v>62.98</c:v>
                </c:pt>
                <c:pt idx="41614">
                  <c:v>61.98</c:v>
                </c:pt>
                <c:pt idx="41615">
                  <c:v>75.31</c:v>
                </c:pt>
                <c:pt idx="41616">
                  <c:v>95.97</c:v>
                </c:pt>
                <c:pt idx="41617">
                  <c:v>85.37</c:v>
                </c:pt>
                <c:pt idx="41618">
                  <c:v>163.66999999999999</c:v>
                </c:pt>
                <c:pt idx="41619">
                  <c:v>57.6</c:v>
                </c:pt>
                <c:pt idx="41620">
                  <c:v>64.98</c:v>
                </c:pt>
                <c:pt idx="41621">
                  <c:v>63.96</c:v>
                </c:pt>
                <c:pt idx="41622">
                  <c:v>63.96</c:v>
                </c:pt>
                <c:pt idx="41623">
                  <c:v>63.96</c:v>
                </c:pt>
                <c:pt idx="41624">
                  <c:v>63.96</c:v>
                </c:pt>
                <c:pt idx="41625">
                  <c:v>63.96</c:v>
                </c:pt>
                <c:pt idx="41626">
                  <c:v>20.29</c:v>
                </c:pt>
                <c:pt idx="41627">
                  <c:v>26.28</c:v>
                </c:pt>
                <c:pt idx="41628">
                  <c:v>63.96</c:v>
                </c:pt>
                <c:pt idx="41629">
                  <c:v>63.96</c:v>
                </c:pt>
                <c:pt idx="41630">
                  <c:v>83.97</c:v>
                </c:pt>
                <c:pt idx="41631">
                  <c:v>95.97</c:v>
                </c:pt>
                <c:pt idx="41632">
                  <c:v>95.97</c:v>
                </c:pt>
                <c:pt idx="41633">
                  <c:v>113.97</c:v>
                </c:pt>
                <c:pt idx="41634">
                  <c:v>111.96</c:v>
                </c:pt>
                <c:pt idx="41635">
                  <c:v>95.97</c:v>
                </c:pt>
                <c:pt idx="41636">
                  <c:v>98.97</c:v>
                </c:pt>
                <c:pt idx="41637">
                  <c:v>51.97</c:v>
                </c:pt>
                <c:pt idx="41638">
                  <c:v>95.97</c:v>
                </c:pt>
                <c:pt idx="41639">
                  <c:v>63.97</c:v>
                </c:pt>
                <c:pt idx="41640">
                  <c:v>98.97</c:v>
                </c:pt>
                <c:pt idx="41641">
                  <c:v>127.96</c:v>
                </c:pt>
                <c:pt idx="41642">
                  <c:v>88.97</c:v>
                </c:pt>
                <c:pt idx="41643">
                  <c:v>95.97</c:v>
                </c:pt>
                <c:pt idx="41644">
                  <c:v>59.98</c:v>
                </c:pt>
                <c:pt idx="41645">
                  <c:v>85.91</c:v>
                </c:pt>
                <c:pt idx="41646">
                  <c:v>81.97</c:v>
                </c:pt>
                <c:pt idx="41647">
                  <c:v>71.97</c:v>
                </c:pt>
                <c:pt idx="41648">
                  <c:v>83.97</c:v>
                </c:pt>
                <c:pt idx="41649">
                  <c:v>137.94999999999999</c:v>
                </c:pt>
                <c:pt idx="41650">
                  <c:v>95.97</c:v>
                </c:pt>
                <c:pt idx="41651">
                  <c:v>84.99</c:v>
                </c:pt>
                <c:pt idx="41652">
                  <c:v>84.99</c:v>
                </c:pt>
                <c:pt idx="41653">
                  <c:v>84.99</c:v>
                </c:pt>
                <c:pt idx="41654">
                  <c:v>99.98</c:v>
                </c:pt>
                <c:pt idx="41655">
                  <c:v>95.68</c:v>
                </c:pt>
                <c:pt idx="41656">
                  <c:v>59.98</c:v>
                </c:pt>
                <c:pt idx="41657">
                  <c:v>84.99</c:v>
                </c:pt>
                <c:pt idx="41658">
                  <c:v>84.99</c:v>
                </c:pt>
                <c:pt idx="41659">
                  <c:v>84.99</c:v>
                </c:pt>
                <c:pt idx="41660">
                  <c:v>84.99</c:v>
                </c:pt>
                <c:pt idx="41661">
                  <c:v>84.99</c:v>
                </c:pt>
                <c:pt idx="41662">
                  <c:v>84.99</c:v>
                </c:pt>
                <c:pt idx="41663">
                  <c:v>84.99</c:v>
                </c:pt>
                <c:pt idx="41664">
                  <c:v>84.99</c:v>
                </c:pt>
                <c:pt idx="41665">
                  <c:v>99.98</c:v>
                </c:pt>
                <c:pt idx="41666">
                  <c:v>109.72</c:v>
                </c:pt>
                <c:pt idx="41667">
                  <c:v>87.48</c:v>
                </c:pt>
                <c:pt idx="41668">
                  <c:v>99.98</c:v>
                </c:pt>
                <c:pt idx="41669">
                  <c:v>84.99</c:v>
                </c:pt>
                <c:pt idx="41670">
                  <c:v>95.58</c:v>
                </c:pt>
                <c:pt idx="41671">
                  <c:v>84.99</c:v>
                </c:pt>
                <c:pt idx="41672">
                  <c:v>62.57</c:v>
                </c:pt>
                <c:pt idx="41673">
                  <c:v>68.489999999999995</c:v>
                </c:pt>
                <c:pt idx="41674">
                  <c:v>63.58</c:v>
                </c:pt>
                <c:pt idx="41675">
                  <c:v>49.73</c:v>
                </c:pt>
                <c:pt idx="41676">
                  <c:v>62.98</c:v>
                </c:pt>
                <c:pt idx="41677">
                  <c:v>62.98</c:v>
                </c:pt>
                <c:pt idx="41678">
                  <c:v>68.95</c:v>
                </c:pt>
                <c:pt idx="41679">
                  <c:v>68.95</c:v>
                </c:pt>
                <c:pt idx="41680">
                  <c:v>68.95</c:v>
                </c:pt>
                <c:pt idx="41681">
                  <c:v>62.97</c:v>
                </c:pt>
                <c:pt idx="41682">
                  <c:v>84.99</c:v>
                </c:pt>
                <c:pt idx="41683">
                  <c:v>134.97999999999999</c:v>
                </c:pt>
                <c:pt idx="41684">
                  <c:v>84.99</c:v>
                </c:pt>
                <c:pt idx="41685">
                  <c:v>131.97999999999999</c:v>
                </c:pt>
                <c:pt idx="41686">
                  <c:v>134.97999999999999</c:v>
                </c:pt>
                <c:pt idx="41687">
                  <c:v>84.99</c:v>
                </c:pt>
                <c:pt idx="41688">
                  <c:v>84.99</c:v>
                </c:pt>
                <c:pt idx="41689">
                  <c:v>84.99</c:v>
                </c:pt>
                <c:pt idx="41690">
                  <c:v>114.73</c:v>
                </c:pt>
                <c:pt idx="41691">
                  <c:v>68.989999999999995</c:v>
                </c:pt>
                <c:pt idx="41692">
                  <c:v>84.99</c:v>
                </c:pt>
                <c:pt idx="41693">
                  <c:v>134.97999999999999</c:v>
                </c:pt>
                <c:pt idx="41694">
                  <c:v>68.989999999999995</c:v>
                </c:pt>
                <c:pt idx="41695">
                  <c:v>65.989999999999995</c:v>
                </c:pt>
                <c:pt idx="41696">
                  <c:v>65.989999999999995</c:v>
                </c:pt>
                <c:pt idx="41697">
                  <c:v>84.99</c:v>
                </c:pt>
                <c:pt idx="41698">
                  <c:v>131.97999999999999</c:v>
                </c:pt>
                <c:pt idx="41699">
                  <c:v>84.99</c:v>
                </c:pt>
                <c:pt idx="41700">
                  <c:v>84.99</c:v>
                </c:pt>
                <c:pt idx="41701">
                  <c:v>84.99</c:v>
                </c:pt>
                <c:pt idx="41702">
                  <c:v>68.930000000000007</c:v>
                </c:pt>
                <c:pt idx="41703">
                  <c:v>68.930000000000007</c:v>
                </c:pt>
                <c:pt idx="41704">
                  <c:v>68.930000000000007</c:v>
                </c:pt>
                <c:pt idx="41705">
                  <c:v>68.930000000000007</c:v>
                </c:pt>
                <c:pt idx="41706">
                  <c:v>68.930000000000007</c:v>
                </c:pt>
                <c:pt idx="41707">
                  <c:v>68.930000000000007</c:v>
                </c:pt>
                <c:pt idx="41708">
                  <c:v>68.930000000000007</c:v>
                </c:pt>
                <c:pt idx="41709">
                  <c:v>68.930000000000007</c:v>
                </c:pt>
                <c:pt idx="41710">
                  <c:v>68.930000000000007</c:v>
                </c:pt>
                <c:pt idx="41711">
                  <c:v>68.930000000000007</c:v>
                </c:pt>
                <c:pt idx="41712">
                  <c:v>129.96</c:v>
                </c:pt>
                <c:pt idx="41713">
                  <c:v>65.989999999999995</c:v>
                </c:pt>
                <c:pt idx="41714">
                  <c:v>21.24</c:v>
                </c:pt>
                <c:pt idx="41715">
                  <c:v>21.48</c:v>
                </c:pt>
                <c:pt idx="41716">
                  <c:v>65.989999999999995</c:v>
                </c:pt>
                <c:pt idx="41717">
                  <c:v>65.989999999999995</c:v>
                </c:pt>
                <c:pt idx="41718">
                  <c:v>65.989999999999995</c:v>
                </c:pt>
                <c:pt idx="41719">
                  <c:v>129.96</c:v>
                </c:pt>
                <c:pt idx="41720">
                  <c:v>1.5</c:v>
                </c:pt>
                <c:pt idx="41721">
                  <c:v>124.57</c:v>
                </c:pt>
                <c:pt idx="41722">
                  <c:v>21.48</c:v>
                </c:pt>
                <c:pt idx="41723">
                  <c:v>1.5</c:v>
                </c:pt>
                <c:pt idx="41724">
                  <c:v>65.989999999999995</c:v>
                </c:pt>
                <c:pt idx="41725">
                  <c:v>65.989999999999995</c:v>
                </c:pt>
                <c:pt idx="41726">
                  <c:v>124.57</c:v>
                </c:pt>
                <c:pt idx="41727">
                  <c:v>21.24</c:v>
                </c:pt>
                <c:pt idx="41728">
                  <c:v>31.48</c:v>
                </c:pt>
                <c:pt idx="41729">
                  <c:v>65.989999999999995</c:v>
                </c:pt>
                <c:pt idx="41730">
                  <c:v>65.989999999999995</c:v>
                </c:pt>
                <c:pt idx="41731">
                  <c:v>78.760000000000005</c:v>
                </c:pt>
                <c:pt idx="41732">
                  <c:v>65.989999999999995</c:v>
                </c:pt>
                <c:pt idx="41733">
                  <c:v>65.989999999999995</c:v>
                </c:pt>
                <c:pt idx="41734">
                  <c:v>65.989999999999995</c:v>
                </c:pt>
                <c:pt idx="41735">
                  <c:v>65.989999999999995</c:v>
                </c:pt>
                <c:pt idx="41736">
                  <c:v>21.48</c:v>
                </c:pt>
                <c:pt idx="41737">
                  <c:v>-99.98</c:v>
                </c:pt>
                <c:pt idx="41738">
                  <c:v>21.48</c:v>
                </c:pt>
                <c:pt idx="41739">
                  <c:v>65.989999999999995</c:v>
                </c:pt>
                <c:pt idx="41740">
                  <c:v>31.48</c:v>
                </c:pt>
                <c:pt idx="41741">
                  <c:v>65.989999999999995</c:v>
                </c:pt>
                <c:pt idx="41742">
                  <c:v>78.760000000000005</c:v>
                </c:pt>
                <c:pt idx="41743">
                  <c:v>65.989999999999995</c:v>
                </c:pt>
                <c:pt idx="41744">
                  <c:v>39.479999999999997</c:v>
                </c:pt>
                <c:pt idx="41745">
                  <c:v>65.989999999999995</c:v>
                </c:pt>
                <c:pt idx="41746">
                  <c:v>65.989999999999995</c:v>
                </c:pt>
                <c:pt idx="41747">
                  <c:v>-99.98</c:v>
                </c:pt>
                <c:pt idx="41748">
                  <c:v>39.479999999999997</c:v>
                </c:pt>
                <c:pt idx="41749">
                  <c:v>65.989999999999995</c:v>
                </c:pt>
                <c:pt idx="41750">
                  <c:v>68.930000000000007</c:v>
                </c:pt>
                <c:pt idx="41751">
                  <c:v>68.930000000000007</c:v>
                </c:pt>
                <c:pt idx="41752">
                  <c:v>68.930000000000007</c:v>
                </c:pt>
                <c:pt idx="41753">
                  <c:v>68.930000000000007</c:v>
                </c:pt>
                <c:pt idx="41754">
                  <c:v>63.47</c:v>
                </c:pt>
                <c:pt idx="41755">
                  <c:v>63.98</c:v>
                </c:pt>
                <c:pt idx="41756">
                  <c:v>63.97</c:v>
                </c:pt>
                <c:pt idx="41757">
                  <c:v>108.17</c:v>
                </c:pt>
                <c:pt idx="41758">
                  <c:v>59.98</c:v>
                </c:pt>
                <c:pt idx="41759">
                  <c:v>84.99</c:v>
                </c:pt>
                <c:pt idx="41760">
                  <c:v>84.99</c:v>
                </c:pt>
                <c:pt idx="41761">
                  <c:v>59.98</c:v>
                </c:pt>
                <c:pt idx="41762">
                  <c:v>89.97</c:v>
                </c:pt>
                <c:pt idx="41763">
                  <c:v>46.29</c:v>
                </c:pt>
                <c:pt idx="41764">
                  <c:v>98.28</c:v>
                </c:pt>
                <c:pt idx="41765">
                  <c:v>68.989999999999995</c:v>
                </c:pt>
                <c:pt idx="41766">
                  <c:v>50.97</c:v>
                </c:pt>
                <c:pt idx="41767">
                  <c:v>59.98</c:v>
                </c:pt>
                <c:pt idx="41768">
                  <c:v>93.18</c:v>
                </c:pt>
                <c:pt idx="41769">
                  <c:v>159.97999999999999</c:v>
                </c:pt>
                <c:pt idx="41770">
                  <c:v>102.98</c:v>
                </c:pt>
                <c:pt idx="41771">
                  <c:v>80.3</c:v>
                </c:pt>
                <c:pt idx="41772">
                  <c:v>114.98</c:v>
                </c:pt>
                <c:pt idx="41773">
                  <c:v>169.98</c:v>
                </c:pt>
                <c:pt idx="41774">
                  <c:v>77.989999999999995</c:v>
                </c:pt>
                <c:pt idx="41775">
                  <c:v>59.98</c:v>
                </c:pt>
                <c:pt idx="41776">
                  <c:v>129.97999999999999</c:v>
                </c:pt>
                <c:pt idx="41777">
                  <c:v>54.98</c:v>
                </c:pt>
                <c:pt idx="41778">
                  <c:v>102.98</c:v>
                </c:pt>
                <c:pt idx="41779">
                  <c:v>63.96</c:v>
                </c:pt>
                <c:pt idx="41780">
                  <c:v>59.25</c:v>
                </c:pt>
                <c:pt idx="41781">
                  <c:v>59.24</c:v>
                </c:pt>
                <c:pt idx="41782">
                  <c:v>63.86</c:v>
                </c:pt>
                <c:pt idx="41783">
                  <c:v>68.069999999999993</c:v>
                </c:pt>
                <c:pt idx="41784">
                  <c:v>62.09</c:v>
                </c:pt>
                <c:pt idx="41785">
                  <c:v>67.709999999999994</c:v>
                </c:pt>
                <c:pt idx="41786">
                  <c:v>86.03</c:v>
                </c:pt>
                <c:pt idx="41787">
                  <c:v>159.69999999999999</c:v>
                </c:pt>
                <c:pt idx="41788">
                  <c:v>30.21</c:v>
                </c:pt>
                <c:pt idx="41789">
                  <c:v>206.87</c:v>
                </c:pt>
                <c:pt idx="41790">
                  <c:v>138.91</c:v>
                </c:pt>
                <c:pt idx="41791">
                  <c:v>84.92</c:v>
                </c:pt>
                <c:pt idx="41792">
                  <c:v>174.2</c:v>
                </c:pt>
                <c:pt idx="41793">
                  <c:v>146.38999999999999</c:v>
                </c:pt>
                <c:pt idx="41794">
                  <c:v>68.72</c:v>
                </c:pt>
                <c:pt idx="41795">
                  <c:v>79.849999999999994</c:v>
                </c:pt>
                <c:pt idx="41796">
                  <c:v>74.489999999999995</c:v>
                </c:pt>
                <c:pt idx="41797">
                  <c:v>67.87</c:v>
                </c:pt>
                <c:pt idx="41798">
                  <c:v>143.72</c:v>
                </c:pt>
                <c:pt idx="41799">
                  <c:v>86.37</c:v>
                </c:pt>
                <c:pt idx="41800">
                  <c:v>147.6</c:v>
                </c:pt>
                <c:pt idx="41801">
                  <c:v>150.34</c:v>
                </c:pt>
                <c:pt idx="41802">
                  <c:v>160.88</c:v>
                </c:pt>
                <c:pt idx="41803">
                  <c:v>67.97</c:v>
                </c:pt>
                <c:pt idx="41804">
                  <c:v>18.48</c:v>
                </c:pt>
                <c:pt idx="41805">
                  <c:v>30.49</c:v>
                </c:pt>
                <c:pt idx="41806">
                  <c:v>67.95</c:v>
                </c:pt>
                <c:pt idx="41807">
                  <c:v>61.98</c:v>
                </c:pt>
                <c:pt idx="41808">
                  <c:v>119.96</c:v>
                </c:pt>
                <c:pt idx="41809">
                  <c:v>127.96</c:v>
                </c:pt>
                <c:pt idx="41810">
                  <c:v>188.95</c:v>
                </c:pt>
                <c:pt idx="41811">
                  <c:v>143.96</c:v>
                </c:pt>
                <c:pt idx="41812">
                  <c:v>141.96</c:v>
                </c:pt>
                <c:pt idx="41813">
                  <c:v>73.98</c:v>
                </c:pt>
                <c:pt idx="41814">
                  <c:v>145.96</c:v>
                </c:pt>
                <c:pt idx="41815">
                  <c:v>178.95</c:v>
                </c:pt>
                <c:pt idx="41816">
                  <c:v>61.98</c:v>
                </c:pt>
                <c:pt idx="41817">
                  <c:v>123.96</c:v>
                </c:pt>
                <c:pt idx="41818">
                  <c:v>94.05</c:v>
                </c:pt>
                <c:pt idx="41819">
                  <c:v>154.94999999999999</c:v>
                </c:pt>
                <c:pt idx="41820">
                  <c:v>154.94999999999999</c:v>
                </c:pt>
                <c:pt idx="41821">
                  <c:v>73.98</c:v>
                </c:pt>
                <c:pt idx="41822">
                  <c:v>73.98</c:v>
                </c:pt>
                <c:pt idx="41823">
                  <c:v>113.97</c:v>
                </c:pt>
                <c:pt idx="41824">
                  <c:v>61.97</c:v>
                </c:pt>
                <c:pt idx="41825">
                  <c:v>43.28</c:v>
                </c:pt>
                <c:pt idx="41826">
                  <c:v>61.98</c:v>
                </c:pt>
                <c:pt idx="41827">
                  <c:v>61.96</c:v>
                </c:pt>
                <c:pt idx="41828">
                  <c:v>61.98</c:v>
                </c:pt>
                <c:pt idx="41829">
                  <c:v>61.98</c:v>
                </c:pt>
                <c:pt idx="41830">
                  <c:v>61.97</c:v>
                </c:pt>
                <c:pt idx="41831">
                  <c:v>87.47</c:v>
                </c:pt>
                <c:pt idx="41832">
                  <c:v>112.97</c:v>
                </c:pt>
                <c:pt idx="41833">
                  <c:v>220.92</c:v>
                </c:pt>
                <c:pt idx="41834">
                  <c:v>165.96</c:v>
                </c:pt>
                <c:pt idx="41835">
                  <c:v>192.13</c:v>
                </c:pt>
                <c:pt idx="41836">
                  <c:v>152.06</c:v>
                </c:pt>
                <c:pt idx="41837">
                  <c:v>187.11</c:v>
                </c:pt>
                <c:pt idx="41838">
                  <c:v>169.98</c:v>
                </c:pt>
                <c:pt idx="41839">
                  <c:v>84.99</c:v>
                </c:pt>
                <c:pt idx="41840">
                  <c:v>79.98</c:v>
                </c:pt>
                <c:pt idx="41841">
                  <c:v>197.96</c:v>
                </c:pt>
                <c:pt idx="41842">
                  <c:v>49.22</c:v>
                </c:pt>
                <c:pt idx="41843">
                  <c:v>49.22</c:v>
                </c:pt>
                <c:pt idx="41844">
                  <c:v>61.96</c:v>
                </c:pt>
                <c:pt idx="41845">
                  <c:v>61.96</c:v>
                </c:pt>
                <c:pt idx="41846">
                  <c:v>61.96</c:v>
                </c:pt>
                <c:pt idx="41847">
                  <c:v>56.97</c:v>
                </c:pt>
                <c:pt idx="41848">
                  <c:v>62.99</c:v>
                </c:pt>
                <c:pt idx="41849">
                  <c:v>62.99</c:v>
                </c:pt>
                <c:pt idx="41850">
                  <c:v>62.99</c:v>
                </c:pt>
                <c:pt idx="41851">
                  <c:v>62.98</c:v>
                </c:pt>
                <c:pt idx="41852">
                  <c:v>62.98</c:v>
                </c:pt>
                <c:pt idx="41853">
                  <c:v>62.98</c:v>
                </c:pt>
                <c:pt idx="41854">
                  <c:v>62.98</c:v>
                </c:pt>
                <c:pt idx="41855">
                  <c:v>62.98</c:v>
                </c:pt>
                <c:pt idx="41856">
                  <c:v>62.98</c:v>
                </c:pt>
                <c:pt idx="41857">
                  <c:v>62.98</c:v>
                </c:pt>
                <c:pt idx="41858">
                  <c:v>131.97999999999999</c:v>
                </c:pt>
                <c:pt idx="41859">
                  <c:v>62.97</c:v>
                </c:pt>
                <c:pt idx="41860">
                  <c:v>62.97</c:v>
                </c:pt>
                <c:pt idx="41861">
                  <c:v>49.93</c:v>
                </c:pt>
                <c:pt idx="41862">
                  <c:v>62.97</c:v>
                </c:pt>
                <c:pt idx="41863">
                  <c:v>49.92</c:v>
                </c:pt>
                <c:pt idx="41864">
                  <c:v>62.96</c:v>
                </c:pt>
                <c:pt idx="41865">
                  <c:v>24.78</c:v>
                </c:pt>
                <c:pt idx="41866">
                  <c:v>19.489999999999998</c:v>
                </c:pt>
                <c:pt idx="41867">
                  <c:v>36.869999999999997</c:v>
                </c:pt>
                <c:pt idx="41868">
                  <c:v>184.97</c:v>
                </c:pt>
                <c:pt idx="41869">
                  <c:v>99.98</c:v>
                </c:pt>
                <c:pt idx="41870">
                  <c:v>57.98</c:v>
                </c:pt>
                <c:pt idx="41871">
                  <c:v>99.98</c:v>
                </c:pt>
                <c:pt idx="41872">
                  <c:v>76.59</c:v>
                </c:pt>
                <c:pt idx="41873">
                  <c:v>114.97</c:v>
                </c:pt>
                <c:pt idx="41874">
                  <c:v>84.99</c:v>
                </c:pt>
                <c:pt idx="41875">
                  <c:v>174.97</c:v>
                </c:pt>
                <c:pt idx="41876">
                  <c:v>-1.95</c:v>
                </c:pt>
                <c:pt idx="41877">
                  <c:v>84.99</c:v>
                </c:pt>
                <c:pt idx="41878">
                  <c:v>206.97</c:v>
                </c:pt>
                <c:pt idx="41879">
                  <c:v>44.94</c:v>
                </c:pt>
                <c:pt idx="41880">
                  <c:v>64.98</c:v>
                </c:pt>
                <c:pt idx="41881">
                  <c:v>123.97</c:v>
                </c:pt>
                <c:pt idx="41882">
                  <c:v>169.98</c:v>
                </c:pt>
                <c:pt idx="41883">
                  <c:v>164.98</c:v>
                </c:pt>
                <c:pt idx="41884">
                  <c:v>187.3</c:v>
                </c:pt>
                <c:pt idx="41885">
                  <c:v>29.34</c:v>
                </c:pt>
                <c:pt idx="41886">
                  <c:v>15.49</c:v>
                </c:pt>
                <c:pt idx="41887">
                  <c:v>58.65</c:v>
                </c:pt>
                <c:pt idx="41888">
                  <c:v>58.65</c:v>
                </c:pt>
                <c:pt idx="41889">
                  <c:v>53.82</c:v>
                </c:pt>
                <c:pt idx="41890">
                  <c:v>229.96</c:v>
                </c:pt>
                <c:pt idx="41891">
                  <c:v>259.95</c:v>
                </c:pt>
                <c:pt idx="41892">
                  <c:v>134.97</c:v>
                </c:pt>
                <c:pt idx="41893">
                  <c:v>229.96</c:v>
                </c:pt>
                <c:pt idx="41894">
                  <c:v>65.45</c:v>
                </c:pt>
                <c:pt idx="41895">
                  <c:v>55.96</c:v>
                </c:pt>
                <c:pt idx="41896">
                  <c:v>59.98</c:v>
                </c:pt>
                <c:pt idx="41897">
                  <c:v>103.94</c:v>
                </c:pt>
                <c:pt idx="41898">
                  <c:v>59.98</c:v>
                </c:pt>
                <c:pt idx="41899">
                  <c:v>73.95</c:v>
                </c:pt>
                <c:pt idx="41900">
                  <c:v>34.270000000000003</c:v>
                </c:pt>
                <c:pt idx="41901">
                  <c:v>251.94</c:v>
                </c:pt>
                <c:pt idx="41902">
                  <c:v>27.98</c:v>
                </c:pt>
                <c:pt idx="41903">
                  <c:v>29.28</c:v>
                </c:pt>
                <c:pt idx="41904">
                  <c:v>67.489999999999995</c:v>
                </c:pt>
                <c:pt idx="41905">
                  <c:v>67.48</c:v>
                </c:pt>
                <c:pt idx="41906">
                  <c:v>84.99</c:v>
                </c:pt>
                <c:pt idx="41907">
                  <c:v>84.99</c:v>
                </c:pt>
                <c:pt idx="41908">
                  <c:v>84.99</c:v>
                </c:pt>
                <c:pt idx="41909">
                  <c:v>84.99</c:v>
                </c:pt>
                <c:pt idx="41910">
                  <c:v>89.98</c:v>
                </c:pt>
                <c:pt idx="41911">
                  <c:v>74.010000000000005</c:v>
                </c:pt>
                <c:pt idx="41912">
                  <c:v>74.010000000000005</c:v>
                </c:pt>
                <c:pt idx="41913">
                  <c:v>273.93</c:v>
                </c:pt>
                <c:pt idx="41914">
                  <c:v>159.97999999999999</c:v>
                </c:pt>
                <c:pt idx="41915">
                  <c:v>84.99</c:v>
                </c:pt>
                <c:pt idx="41916">
                  <c:v>273.93</c:v>
                </c:pt>
                <c:pt idx="41917">
                  <c:v>84.99</c:v>
                </c:pt>
                <c:pt idx="41918">
                  <c:v>159.97999999999999</c:v>
                </c:pt>
                <c:pt idx="41919">
                  <c:v>159.97999999999999</c:v>
                </c:pt>
                <c:pt idx="41920">
                  <c:v>159.97999999999999</c:v>
                </c:pt>
                <c:pt idx="41921">
                  <c:v>89.98</c:v>
                </c:pt>
                <c:pt idx="41922">
                  <c:v>12.49</c:v>
                </c:pt>
                <c:pt idx="41923">
                  <c:v>32.08</c:v>
                </c:pt>
                <c:pt idx="41924">
                  <c:v>62.08</c:v>
                </c:pt>
                <c:pt idx="41925">
                  <c:v>62.57</c:v>
                </c:pt>
                <c:pt idx="41926">
                  <c:v>67.87</c:v>
                </c:pt>
                <c:pt idx="41927">
                  <c:v>61.98</c:v>
                </c:pt>
                <c:pt idx="41928">
                  <c:v>118.59</c:v>
                </c:pt>
                <c:pt idx="41929">
                  <c:v>233.47</c:v>
                </c:pt>
                <c:pt idx="41930">
                  <c:v>179.04</c:v>
                </c:pt>
                <c:pt idx="41931">
                  <c:v>180.46</c:v>
                </c:pt>
                <c:pt idx="41932">
                  <c:v>61.98</c:v>
                </c:pt>
                <c:pt idx="41933">
                  <c:v>61.98</c:v>
                </c:pt>
                <c:pt idx="41934">
                  <c:v>61.98</c:v>
                </c:pt>
                <c:pt idx="41935">
                  <c:v>62.47</c:v>
                </c:pt>
                <c:pt idx="41936">
                  <c:v>62.47</c:v>
                </c:pt>
                <c:pt idx="41937">
                  <c:v>62.47</c:v>
                </c:pt>
                <c:pt idx="41938">
                  <c:v>62.47</c:v>
                </c:pt>
                <c:pt idx="41939">
                  <c:v>62.45</c:v>
                </c:pt>
                <c:pt idx="41940">
                  <c:v>79.989999999999995</c:v>
                </c:pt>
                <c:pt idx="41941">
                  <c:v>79.989999999999995</c:v>
                </c:pt>
                <c:pt idx="41942">
                  <c:v>60.99</c:v>
                </c:pt>
                <c:pt idx="41943">
                  <c:v>79.989999999999995</c:v>
                </c:pt>
                <c:pt idx="41944">
                  <c:v>79.989999999999995</c:v>
                </c:pt>
                <c:pt idx="41945">
                  <c:v>51.84</c:v>
                </c:pt>
                <c:pt idx="41946">
                  <c:v>93.22</c:v>
                </c:pt>
                <c:pt idx="41947">
                  <c:v>77.59</c:v>
                </c:pt>
                <c:pt idx="41948">
                  <c:v>79.989999999999995</c:v>
                </c:pt>
                <c:pt idx="41949">
                  <c:v>79.989999999999995</c:v>
                </c:pt>
                <c:pt idx="41950">
                  <c:v>79.989999999999995</c:v>
                </c:pt>
                <c:pt idx="41951">
                  <c:v>75.599999999999994</c:v>
                </c:pt>
                <c:pt idx="41952">
                  <c:v>76.98</c:v>
                </c:pt>
                <c:pt idx="41953">
                  <c:v>72.63</c:v>
                </c:pt>
                <c:pt idx="41954">
                  <c:v>79.989999999999995</c:v>
                </c:pt>
                <c:pt idx="41955">
                  <c:v>79.989999999999995</c:v>
                </c:pt>
                <c:pt idx="41956">
                  <c:v>99.98</c:v>
                </c:pt>
                <c:pt idx="41957">
                  <c:v>99.98</c:v>
                </c:pt>
                <c:pt idx="41958">
                  <c:v>79.989999999999995</c:v>
                </c:pt>
                <c:pt idx="41959">
                  <c:v>67.989999999999995</c:v>
                </c:pt>
                <c:pt idx="41960">
                  <c:v>79.989999999999995</c:v>
                </c:pt>
                <c:pt idx="41961">
                  <c:v>95.98</c:v>
                </c:pt>
                <c:pt idx="41962">
                  <c:v>67.75</c:v>
                </c:pt>
                <c:pt idx="41963">
                  <c:v>67.739999999999995</c:v>
                </c:pt>
                <c:pt idx="41964">
                  <c:v>67.739999999999995</c:v>
                </c:pt>
                <c:pt idx="41965">
                  <c:v>67.739999999999995</c:v>
                </c:pt>
                <c:pt idx="41966">
                  <c:v>67.739999999999995</c:v>
                </c:pt>
                <c:pt idx="41967">
                  <c:v>67.739999999999995</c:v>
                </c:pt>
                <c:pt idx="41968">
                  <c:v>67.739999999999995</c:v>
                </c:pt>
                <c:pt idx="41969">
                  <c:v>67.739999999999995</c:v>
                </c:pt>
                <c:pt idx="41970">
                  <c:v>55.64</c:v>
                </c:pt>
                <c:pt idx="41971">
                  <c:v>67.739999999999995</c:v>
                </c:pt>
                <c:pt idx="41972">
                  <c:v>67.739999999999995</c:v>
                </c:pt>
                <c:pt idx="41973">
                  <c:v>55.64</c:v>
                </c:pt>
                <c:pt idx="41974">
                  <c:v>58.97</c:v>
                </c:pt>
                <c:pt idx="41975">
                  <c:v>67.739999999999995</c:v>
                </c:pt>
                <c:pt idx="41976">
                  <c:v>62.98</c:v>
                </c:pt>
                <c:pt idx="41977">
                  <c:v>67.739999999999995</c:v>
                </c:pt>
                <c:pt idx="41978">
                  <c:v>67.739999999999995</c:v>
                </c:pt>
                <c:pt idx="41979">
                  <c:v>67.739999999999995</c:v>
                </c:pt>
                <c:pt idx="41980">
                  <c:v>67.739999999999995</c:v>
                </c:pt>
                <c:pt idx="41981">
                  <c:v>67.72</c:v>
                </c:pt>
                <c:pt idx="41982">
                  <c:v>67.72</c:v>
                </c:pt>
                <c:pt idx="41983">
                  <c:v>67.72</c:v>
                </c:pt>
                <c:pt idx="41984">
                  <c:v>133.96</c:v>
                </c:pt>
                <c:pt idx="41985">
                  <c:v>91.98</c:v>
                </c:pt>
                <c:pt idx="41986">
                  <c:v>159.97999999999999</c:v>
                </c:pt>
                <c:pt idx="41987">
                  <c:v>143.94999999999999</c:v>
                </c:pt>
                <c:pt idx="41988">
                  <c:v>137.97999999999999</c:v>
                </c:pt>
                <c:pt idx="41989">
                  <c:v>-1.3</c:v>
                </c:pt>
                <c:pt idx="41990">
                  <c:v>49.27</c:v>
                </c:pt>
                <c:pt idx="41991">
                  <c:v>67.72</c:v>
                </c:pt>
                <c:pt idx="41992">
                  <c:v>67.72</c:v>
                </c:pt>
                <c:pt idx="41993">
                  <c:v>67.709999999999994</c:v>
                </c:pt>
                <c:pt idx="41994">
                  <c:v>67.709999999999994</c:v>
                </c:pt>
                <c:pt idx="41995">
                  <c:v>67.709999999999994</c:v>
                </c:pt>
                <c:pt idx="41996">
                  <c:v>67.709999999999994</c:v>
                </c:pt>
                <c:pt idx="41997">
                  <c:v>67.709999999999994</c:v>
                </c:pt>
                <c:pt idx="41998">
                  <c:v>67.709999999999994</c:v>
                </c:pt>
                <c:pt idx="41999">
                  <c:v>43.47</c:v>
                </c:pt>
                <c:pt idx="42000">
                  <c:v>50.99</c:v>
                </c:pt>
                <c:pt idx="42001">
                  <c:v>254.97</c:v>
                </c:pt>
                <c:pt idx="42002">
                  <c:v>73.48</c:v>
                </c:pt>
                <c:pt idx="42003">
                  <c:v>128.79</c:v>
                </c:pt>
                <c:pt idx="42004">
                  <c:v>66.98</c:v>
                </c:pt>
                <c:pt idx="42005">
                  <c:v>24.68</c:v>
                </c:pt>
                <c:pt idx="42006">
                  <c:v>19.489999999999998</c:v>
                </c:pt>
                <c:pt idx="42007">
                  <c:v>57.47</c:v>
                </c:pt>
                <c:pt idx="42008">
                  <c:v>67.489999999999995</c:v>
                </c:pt>
                <c:pt idx="42009">
                  <c:v>79.3</c:v>
                </c:pt>
                <c:pt idx="42010">
                  <c:v>99.98</c:v>
                </c:pt>
                <c:pt idx="42011">
                  <c:v>114.97</c:v>
                </c:pt>
                <c:pt idx="42012">
                  <c:v>83.67</c:v>
                </c:pt>
                <c:pt idx="42013">
                  <c:v>130.36000000000001</c:v>
                </c:pt>
                <c:pt idx="42014">
                  <c:v>158.28</c:v>
                </c:pt>
                <c:pt idx="42015">
                  <c:v>156.47</c:v>
                </c:pt>
                <c:pt idx="42016">
                  <c:v>41.28</c:v>
                </c:pt>
                <c:pt idx="42017">
                  <c:v>169.13</c:v>
                </c:pt>
                <c:pt idx="42018">
                  <c:v>108.98</c:v>
                </c:pt>
                <c:pt idx="42019">
                  <c:v>194.94</c:v>
                </c:pt>
                <c:pt idx="42020">
                  <c:v>41.12</c:v>
                </c:pt>
                <c:pt idx="42021">
                  <c:v>7.24</c:v>
                </c:pt>
                <c:pt idx="42022">
                  <c:v>62.09</c:v>
                </c:pt>
                <c:pt idx="42023">
                  <c:v>62.08</c:v>
                </c:pt>
                <c:pt idx="42024">
                  <c:v>62.08</c:v>
                </c:pt>
                <c:pt idx="42025">
                  <c:v>62.08</c:v>
                </c:pt>
                <c:pt idx="42026">
                  <c:v>74.81</c:v>
                </c:pt>
                <c:pt idx="42027">
                  <c:v>55.98</c:v>
                </c:pt>
                <c:pt idx="42028">
                  <c:v>62.07</c:v>
                </c:pt>
                <c:pt idx="42029">
                  <c:v>60.98</c:v>
                </c:pt>
                <c:pt idx="42030">
                  <c:v>60.98</c:v>
                </c:pt>
                <c:pt idx="42031">
                  <c:v>60.98</c:v>
                </c:pt>
                <c:pt idx="42032">
                  <c:v>60.98</c:v>
                </c:pt>
                <c:pt idx="42033">
                  <c:v>60.98</c:v>
                </c:pt>
                <c:pt idx="42034">
                  <c:v>181.57</c:v>
                </c:pt>
                <c:pt idx="42035">
                  <c:v>169.98</c:v>
                </c:pt>
                <c:pt idx="42036">
                  <c:v>169.98</c:v>
                </c:pt>
                <c:pt idx="42037">
                  <c:v>169.98</c:v>
                </c:pt>
                <c:pt idx="42038">
                  <c:v>59.96</c:v>
                </c:pt>
                <c:pt idx="42039">
                  <c:v>76.489999999999995</c:v>
                </c:pt>
                <c:pt idx="42040">
                  <c:v>114.97</c:v>
                </c:pt>
                <c:pt idx="42041">
                  <c:v>269.95999999999998</c:v>
                </c:pt>
                <c:pt idx="42042">
                  <c:v>84.39</c:v>
                </c:pt>
                <c:pt idx="42043">
                  <c:v>169.98</c:v>
                </c:pt>
                <c:pt idx="42044">
                  <c:v>308.7</c:v>
                </c:pt>
                <c:pt idx="42045">
                  <c:v>60.97</c:v>
                </c:pt>
                <c:pt idx="42046">
                  <c:v>52.47</c:v>
                </c:pt>
                <c:pt idx="42047">
                  <c:v>60.97</c:v>
                </c:pt>
                <c:pt idx="42048">
                  <c:v>60.97</c:v>
                </c:pt>
                <c:pt idx="42049">
                  <c:v>61.98</c:v>
                </c:pt>
                <c:pt idx="42050">
                  <c:v>61.98</c:v>
                </c:pt>
                <c:pt idx="42051">
                  <c:v>68.989999999999995</c:v>
                </c:pt>
                <c:pt idx="42052">
                  <c:v>201.33</c:v>
                </c:pt>
                <c:pt idx="42053">
                  <c:v>118.78</c:v>
                </c:pt>
                <c:pt idx="42054">
                  <c:v>96.98</c:v>
                </c:pt>
                <c:pt idx="42055">
                  <c:v>110.86</c:v>
                </c:pt>
                <c:pt idx="42056">
                  <c:v>168.85</c:v>
                </c:pt>
                <c:pt idx="42057">
                  <c:v>84.99</c:v>
                </c:pt>
                <c:pt idx="42058">
                  <c:v>84.99</c:v>
                </c:pt>
                <c:pt idx="42059">
                  <c:v>98.98</c:v>
                </c:pt>
                <c:pt idx="42060">
                  <c:v>84.99</c:v>
                </c:pt>
                <c:pt idx="42061">
                  <c:v>79.98</c:v>
                </c:pt>
                <c:pt idx="42062">
                  <c:v>84.13</c:v>
                </c:pt>
                <c:pt idx="42063">
                  <c:v>153.97999999999999</c:v>
                </c:pt>
                <c:pt idx="42064">
                  <c:v>79.98</c:v>
                </c:pt>
                <c:pt idx="42065">
                  <c:v>61.98</c:v>
                </c:pt>
                <c:pt idx="42066">
                  <c:v>61.98</c:v>
                </c:pt>
                <c:pt idx="42067">
                  <c:v>61.98</c:v>
                </c:pt>
                <c:pt idx="42068">
                  <c:v>61.98</c:v>
                </c:pt>
                <c:pt idx="42069">
                  <c:v>61.98</c:v>
                </c:pt>
                <c:pt idx="42070">
                  <c:v>61.98</c:v>
                </c:pt>
                <c:pt idx="42071">
                  <c:v>61.98</c:v>
                </c:pt>
                <c:pt idx="42072">
                  <c:v>61.97</c:v>
                </c:pt>
                <c:pt idx="42073">
                  <c:v>42.84</c:v>
                </c:pt>
                <c:pt idx="42074">
                  <c:v>159.97999999999999</c:v>
                </c:pt>
                <c:pt idx="42075">
                  <c:v>159.32</c:v>
                </c:pt>
                <c:pt idx="42076">
                  <c:v>169.98</c:v>
                </c:pt>
                <c:pt idx="42077">
                  <c:v>84.99</c:v>
                </c:pt>
                <c:pt idx="42078">
                  <c:v>84.99</c:v>
                </c:pt>
                <c:pt idx="42079">
                  <c:v>84.99</c:v>
                </c:pt>
                <c:pt idx="42080">
                  <c:v>121.98</c:v>
                </c:pt>
                <c:pt idx="42081">
                  <c:v>169.98</c:v>
                </c:pt>
                <c:pt idx="42082">
                  <c:v>131.97999999999999</c:v>
                </c:pt>
                <c:pt idx="42083">
                  <c:v>84.99</c:v>
                </c:pt>
                <c:pt idx="42084">
                  <c:v>65.989999999999995</c:v>
                </c:pt>
                <c:pt idx="42085">
                  <c:v>61.96</c:v>
                </c:pt>
                <c:pt idx="42086">
                  <c:v>61.96</c:v>
                </c:pt>
                <c:pt idx="42087">
                  <c:v>61.94</c:v>
                </c:pt>
                <c:pt idx="42088">
                  <c:v>55.98</c:v>
                </c:pt>
                <c:pt idx="42089">
                  <c:v>55.97</c:v>
                </c:pt>
                <c:pt idx="42090">
                  <c:v>53.87</c:v>
                </c:pt>
                <c:pt idx="42091">
                  <c:v>65.989999999999995</c:v>
                </c:pt>
                <c:pt idx="42092">
                  <c:v>62.9</c:v>
                </c:pt>
                <c:pt idx="42093">
                  <c:v>54.99</c:v>
                </c:pt>
                <c:pt idx="42094">
                  <c:v>68.989999999999995</c:v>
                </c:pt>
                <c:pt idx="42095">
                  <c:v>75.81</c:v>
                </c:pt>
                <c:pt idx="42096">
                  <c:v>57.36</c:v>
                </c:pt>
                <c:pt idx="42097">
                  <c:v>68.989999999999995</c:v>
                </c:pt>
                <c:pt idx="42098">
                  <c:v>59.98</c:v>
                </c:pt>
                <c:pt idx="42099">
                  <c:v>68.989999999999995</c:v>
                </c:pt>
                <c:pt idx="42100">
                  <c:v>59.98</c:v>
                </c:pt>
                <c:pt idx="42101">
                  <c:v>79.989999999999995</c:v>
                </c:pt>
                <c:pt idx="42102">
                  <c:v>65.989999999999995</c:v>
                </c:pt>
                <c:pt idx="42103">
                  <c:v>88.38</c:v>
                </c:pt>
                <c:pt idx="42104">
                  <c:v>65.989999999999995</c:v>
                </c:pt>
                <c:pt idx="42105">
                  <c:v>68.989999999999995</c:v>
                </c:pt>
                <c:pt idx="42106">
                  <c:v>61.18</c:v>
                </c:pt>
                <c:pt idx="42107">
                  <c:v>52.58</c:v>
                </c:pt>
                <c:pt idx="42108">
                  <c:v>48.23</c:v>
                </c:pt>
                <c:pt idx="42109">
                  <c:v>140.97</c:v>
                </c:pt>
                <c:pt idx="42110">
                  <c:v>204.96</c:v>
                </c:pt>
                <c:pt idx="42111">
                  <c:v>159.97</c:v>
                </c:pt>
                <c:pt idx="42112">
                  <c:v>99.96</c:v>
                </c:pt>
                <c:pt idx="42113">
                  <c:v>119.96</c:v>
                </c:pt>
                <c:pt idx="42114">
                  <c:v>89.47</c:v>
                </c:pt>
                <c:pt idx="42115">
                  <c:v>84.99</c:v>
                </c:pt>
                <c:pt idx="42116">
                  <c:v>144.97</c:v>
                </c:pt>
                <c:pt idx="42117">
                  <c:v>209.97</c:v>
                </c:pt>
                <c:pt idx="42118">
                  <c:v>59.97</c:v>
                </c:pt>
                <c:pt idx="42119">
                  <c:v>119.96</c:v>
                </c:pt>
                <c:pt idx="42120">
                  <c:v>169.98</c:v>
                </c:pt>
                <c:pt idx="42121">
                  <c:v>84.99</c:v>
                </c:pt>
                <c:pt idx="42122">
                  <c:v>156.96</c:v>
                </c:pt>
                <c:pt idx="42123">
                  <c:v>158.97999999999999</c:v>
                </c:pt>
                <c:pt idx="42124">
                  <c:v>94.98</c:v>
                </c:pt>
                <c:pt idx="42125">
                  <c:v>66.819999999999993</c:v>
                </c:pt>
                <c:pt idx="42126">
                  <c:v>60.99</c:v>
                </c:pt>
                <c:pt idx="42127">
                  <c:v>60.98</c:v>
                </c:pt>
                <c:pt idx="42128">
                  <c:v>60.98</c:v>
                </c:pt>
                <c:pt idx="42129">
                  <c:v>142.62</c:v>
                </c:pt>
                <c:pt idx="42130">
                  <c:v>183.78</c:v>
                </c:pt>
                <c:pt idx="42131">
                  <c:v>142.62</c:v>
                </c:pt>
                <c:pt idx="42132">
                  <c:v>158.47</c:v>
                </c:pt>
                <c:pt idx="42133">
                  <c:v>183.78</c:v>
                </c:pt>
                <c:pt idx="42134">
                  <c:v>202.01</c:v>
                </c:pt>
                <c:pt idx="42135">
                  <c:v>79.7</c:v>
                </c:pt>
                <c:pt idx="42136">
                  <c:v>168.15</c:v>
                </c:pt>
                <c:pt idx="42137">
                  <c:v>202.01</c:v>
                </c:pt>
                <c:pt idx="42138">
                  <c:v>79.7</c:v>
                </c:pt>
                <c:pt idx="42139">
                  <c:v>168.15</c:v>
                </c:pt>
                <c:pt idx="42140">
                  <c:v>191.01</c:v>
                </c:pt>
                <c:pt idx="42141">
                  <c:v>191.01</c:v>
                </c:pt>
                <c:pt idx="42142">
                  <c:v>158.47</c:v>
                </c:pt>
                <c:pt idx="42143">
                  <c:v>61.48</c:v>
                </c:pt>
                <c:pt idx="42144">
                  <c:v>61.47</c:v>
                </c:pt>
                <c:pt idx="42145">
                  <c:v>61.98</c:v>
                </c:pt>
                <c:pt idx="42146">
                  <c:v>364.93</c:v>
                </c:pt>
                <c:pt idx="42147">
                  <c:v>361.61</c:v>
                </c:pt>
                <c:pt idx="42148">
                  <c:v>65.989999999999995</c:v>
                </c:pt>
                <c:pt idx="42149">
                  <c:v>65.989999999999995</c:v>
                </c:pt>
                <c:pt idx="42150">
                  <c:v>329.95</c:v>
                </c:pt>
                <c:pt idx="42151">
                  <c:v>65.989999999999995</c:v>
                </c:pt>
                <c:pt idx="42152">
                  <c:v>65.989999999999995</c:v>
                </c:pt>
                <c:pt idx="42153">
                  <c:v>329.95</c:v>
                </c:pt>
                <c:pt idx="42154">
                  <c:v>66.540000000000006</c:v>
                </c:pt>
                <c:pt idx="42155">
                  <c:v>66.540000000000006</c:v>
                </c:pt>
                <c:pt idx="42156">
                  <c:v>66.540000000000006</c:v>
                </c:pt>
                <c:pt idx="42157">
                  <c:v>66.540000000000006</c:v>
                </c:pt>
                <c:pt idx="42158">
                  <c:v>66.540000000000006</c:v>
                </c:pt>
                <c:pt idx="42159">
                  <c:v>65.989999999999995</c:v>
                </c:pt>
                <c:pt idx="42160">
                  <c:v>66.540000000000006</c:v>
                </c:pt>
                <c:pt idx="42161">
                  <c:v>169.98</c:v>
                </c:pt>
                <c:pt idx="42162">
                  <c:v>211.96</c:v>
                </c:pt>
                <c:pt idx="42163">
                  <c:v>169.98</c:v>
                </c:pt>
                <c:pt idx="42164">
                  <c:v>99.98</c:v>
                </c:pt>
                <c:pt idx="42165">
                  <c:v>124.98</c:v>
                </c:pt>
                <c:pt idx="42166">
                  <c:v>94.97</c:v>
                </c:pt>
                <c:pt idx="42167">
                  <c:v>131.97999999999999</c:v>
                </c:pt>
                <c:pt idx="42168">
                  <c:v>66.53</c:v>
                </c:pt>
                <c:pt idx="42169">
                  <c:v>66.53</c:v>
                </c:pt>
                <c:pt idx="42170">
                  <c:v>66.53</c:v>
                </c:pt>
                <c:pt idx="42171">
                  <c:v>66.53</c:v>
                </c:pt>
                <c:pt idx="42172">
                  <c:v>66.53</c:v>
                </c:pt>
                <c:pt idx="42173">
                  <c:v>79.849999999999994</c:v>
                </c:pt>
                <c:pt idx="42174">
                  <c:v>159.69999999999999</c:v>
                </c:pt>
                <c:pt idx="42175">
                  <c:v>75.849999999999994</c:v>
                </c:pt>
                <c:pt idx="42176">
                  <c:v>159.69999999999999</c:v>
                </c:pt>
                <c:pt idx="42177">
                  <c:v>79.849999999999994</c:v>
                </c:pt>
                <c:pt idx="42178">
                  <c:v>79.849999999999994</c:v>
                </c:pt>
                <c:pt idx="42179">
                  <c:v>73.459999999999994</c:v>
                </c:pt>
                <c:pt idx="42180">
                  <c:v>79.849999999999994</c:v>
                </c:pt>
                <c:pt idx="42181">
                  <c:v>75.06</c:v>
                </c:pt>
                <c:pt idx="42182">
                  <c:v>49.59</c:v>
                </c:pt>
                <c:pt idx="42183">
                  <c:v>79.849999999999994</c:v>
                </c:pt>
                <c:pt idx="42184">
                  <c:v>79.849999999999994</c:v>
                </c:pt>
                <c:pt idx="42185">
                  <c:v>123.4</c:v>
                </c:pt>
                <c:pt idx="42186">
                  <c:v>79.849999999999994</c:v>
                </c:pt>
                <c:pt idx="42187">
                  <c:v>79.849999999999994</c:v>
                </c:pt>
                <c:pt idx="42188">
                  <c:v>158.1</c:v>
                </c:pt>
                <c:pt idx="42189">
                  <c:v>72.98</c:v>
                </c:pt>
                <c:pt idx="42190">
                  <c:v>159.69999999999999</c:v>
                </c:pt>
                <c:pt idx="42191">
                  <c:v>79.849999999999994</c:v>
                </c:pt>
                <c:pt idx="42192">
                  <c:v>159.69999999999999</c:v>
                </c:pt>
                <c:pt idx="42193">
                  <c:v>79.849999999999994</c:v>
                </c:pt>
                <c:pt idx="42194">
                  <c:v>66.53</c:v>
                </c:pt>
                <c:pt idx="42195">
                  <c:v>66.53</c:v>
                </c:pt>
                <c:pt idx="42196">
                  <c:v>66.53</c:v>
                </c:pt>
                <c:pt idx="42197">
                  <c:v>66.53</c:v>
                </c:pt>
                <c:pt idx="42198">
                  <c:v>66.53</c:v>
                </c:pt>
                <c:pt idx="42199">
                  <c:v>66.53</c:v>
                </c:pt>
                <c:pt idx="42200">
                  <c:v>65.98</c:v>
                </c:pt>
                <c:pt idx="42201">
                  <c:v>66.53</c:v>
                </c:pt>
                <c:pt idx="42202">
                  <c:v>66.53</c:v>
                </c:pt>
                <c:pt idx="42203">
                  <c:v>96.71</c:v>
                </c:pt>
                <c:pt idx="42204">
                  <c:v>187.07</c:v>
                </c:pt>
                <c:pt idx="42205">
                  <c:v>64.489999999999995</c:v>
                </c:pt>
                <c:pt idx="42206">
                  <c:v>126.47</c:v>
                </c:pt>
                <c:pt idx="42207">
                  <c:v>59.93</c:v>
                </c:pt>
                <c:pt idx="42208">
                  <c:v>121.06</c:v>
                </c:pt>
                <c:pt idx="42209">
                  <c:v>149.51</c:v>
                </c:pt>
                <c:pt idx="42210">
                  <c:v>137.47</c:v>
                </c:pt>
                <c:pt idx="42211">
                  <c:v>98.26</c:v>
                </c:pt>
                <c:pt idx="42212">
                  <c:v>82.48</c:v>
                </c:pt>
                <c:pt idx="42213">
                  <c:v>110.46</c:v>
                </c:pt>
                <c:pt idx="42214">
                  <c:v>84.99</c:v>
                </c:pt>
                <c:pt idx="42215">
                  <c:v>173.87</c:v>
                </c:pt>
                <c:pt idx="42216">
                  <c:v>121.47</c:v>
                </c:pt>
                <c:pt idx="42217">
                  <c:v>65.97</c:v>
                </c:pt>
                <c:pt idx="42218">
                  <c:v>65.959999999999994</c:v>
                </c:pt>
                <c:pt idx="42219">
                  <c:v>65.959999999999994</c:v>
                </c:pt>
                <c:pt idx="42220">
                  <c:v>66.510000000000005</c:v>
                </c:pt>
                <c:pt idx="42221">
                  <c:v>66.510000000000005</c:v>
                </c:pt>
                <c:pt idx="42222">
                  <c:v>66.489999999999995</c:v>
                </c:pt>
                <c:pt idx="42223">
                  <c:v>243.61</c:v>
                </c:pt>
                <c:pt idx="42224">
                  <c:v>199.96</c:v>
                </c:pt>
                <c:pt idx="42225">
                  <c:v>234.95</c:v>
                </c:pt>
                <c:pt idx="42226">
                  <c:v>169.98</c:v>
                </c:pt>
                <c:pt idx="42227">
                  <c:v>299.94</c:v>
                </c:pt>
                <c:pt idx="42228">
                  <c:v>199.96</c:v>
                </c:pt>
                <c:pt idx="42229">
                  <c:v>172.84</c:v>
                </c:pt>
                <c:pt idx="42230">
                  <c:v>222.95</c:v>
                </c:pt>
                <c:pt idx="42231">
                  <c:v>137.97999999999999</c:v>
                </c:pt>
                <c:pt idx="42232">
                  <c:v>56.85</c:v>
                </c:pt>
                <c:pt idx="42233">
                  <c:v>61.19</c:v>
                </c:pt>
                <c:pt idx="42234">
                  <c:v>61.18</c:v>
                </c:pt>
                <c:pt idx="42235">
                  <c:v>66.38</c:v>
                </c:pt>
                <c:pt idx="42236">
                  <c:v>56.83</c:v>
                </c:pt>
                <c:pt idx="42237">
                  <c:v>61.17</c:v>
                </c:pt>
                <c:pt idx="42238">
                  <c:v>28.47</c:v>
                </c:pt>
                <c:pt idx="42239">
                  <c:v>111.96</c:v>
                </c:pt>
                <c:pt idx="42240">
                  <c:v>184.97</c:v>
                </c:pt>
                <c:pt idx="42241">
                  <c:v>156.33000000000001</c:v>
                </c:pt>
                <c:pt idx="42242">
                  <c:v>75.98</c:v>
                </c:pt>
                <c:pt idx="42243">
                  <c:v>84.99</c:v>
                </c:pt>
                <c:pt idx="42244">
                  <c:v>117.96</c:v>
                </c:pt>
                <c:pt idx="42245">
                  <c:v>50.37</c:v>
                </c:pt>
                <c:pt idx="42246">
                  <c:v>103.98</c:v>
                </c:pt>
                <c:pt idx="42247">
                  <c:v>158.96</c:v>
                </c:pt>
                <c:pt idx="42248">
                  <c:v>0</c:v>
                </c:pt>
                <c:pt idx="42249">
                  <c:v>84.99</c:v>
                </c:pt>
                <c:pt idx="42250">
                  <c:v>0</c:v>
                </c:pt>
                <c:pt idx="42251">
                  <c:v>58.98</c:v>
                </c:pt>
                <c:pt idx="42252">
                  <c:v>84.99</c:v>
                </c:pt>
                <c:pt idx="42253">
                  <c:v>134.97999999999999</c:v>
                </c:pt>
                <c:pt idx="42254">
                  <c:v>83.9</c:v>
                </c:pt>
                <c:pt idx="42255">
                  <c:v>102.97</c:v>
                </c:pt>
                <c:pt idx="42256">
                  <c:v>78.92</c:v>
                </c:pt>
                <c:pt idx="42257">
                  <c:v>71.38</c:v>
                </c:pt>
                <c:pt idx="42258">
                  <c:v>139.97</c:v>
                </c:pt>
                <c:pt idx="42259">
                  <c:v>49.99</c:v>
                </c:pt>
                <c:pt idx="42260">
                  <c:v>79.38</c:v>
                </c:pt>
                <c:pt idx="42261">
                  <c:v>59.99</c:v>
                </c:pt>
                <c:pt idx="42262">
                  <c:v>59.99</c:v>
                </c:pt>
                <c:pt idx="42263">
                  <c:v>84.99</c:v>
                </c:pt>
                <c:pt idx="42264">
                  <c:v>62.69</c:v>
                </c:pt>
                <c:pt idx="42265">
                  <c:v>64.67</c:v>
                </c:pt>
                <c:pt idx="42266">
                  <c:v>84.99</c:v>
                </c:pt>
                <c:pt idx="42267">
                  <c:v>84.99</c:v>
                </c:pt>
                <c:pt idx="42268">
                  <c:v>72.239999999999995</c:v>
                </c:pt>
                <c:pt idx="42269">
                  <c:v>65.989999999999995</c:v>
                </c:pt>
                <c:pt idx="42270">
                  <c:v>65.33</c:v>
                </c:pt>
                <c:pt idx="42271">
                  <c:v>83.29</c:v>
                </c:pt>
                <c:pt idx="42272">
                  <c:v>62.09</c:v>
                </c:pt>
                <c:pt idx="42273">
                  <c:v>65.33</c:v>
                </c:pt>
                <c:pt idx="42274">
                  <c:v>84.99</c:v>
                </c:pt>
                <c:pt idx="42275">
                  <c:v>139.38999999999999</c:v>
                </c:pt>
                <c:pt idx="42276">
                  <c:v>59.39</c:v>
                </c:pt>
                <c:pt idx="42277">
                  <c:v>64.010000000000005</c:v>
                </c:pt>
                <c:pt idx="42278">
                  <c:v>59.98</c:v>
                </c:pt>
                <c:pt idx="42279">
                  <c:v>59.98</c:v>
                </c:pt>
                <c:pt idx="42280">
                  <c:v>59.98</c:v>
                </c:pt>
                <c:pt idx="42281">
                  <c:v>59.98</c:v>
                </c:pt>
                <c:pt idx="42282">
                  <c:v>59.98</c:v>
                </c:pt>
                <c:pt idx="42283">
                  <c:v>59.98</c:v>
                </c:pt>
                <c:pt idx="42284">
                  <c:v>51.49</c:v>
                </c:pt>
                <c:pt idx="42285">
                  <c:v>167.91</c:v>
                </c:pt>
                <c:pt idx="42286">
                  <c:v>107.94</c:v>
                </c:pt>
                <c:pt idx="42287">
                  <c:v>171.94</c:v>
                </c:pt>
                <c:pt idx="42288">
                  <c:v>119.94</c:v>
                </c:pt>
                <c:pt idx="42289">
                  <c:v>99.95</c:v>
                </c:pt>
                <c:pt idx="42290">
                  <c:v>169.98</c:v>
                </c:pt>
                <c:pt idx="42291">
                  <c:v>124.97</c:v>
                </c:pt>
                <c:pt idx="42292">
                  <c:v>131.93</c:v>
                </c:pt>
                <c:pt idx="42293">
                  <c:v>99.98</c:v>
                </c:pt>
                <c:pt idx="42294">
                  <c:v>269.93</c:v>
                </c:pt>
                <c:pt idx="42295">
                  <c:v>74.819999999999993</c:v>
                </c:pt>
                <c:pt idx="42296">
                  <c:v>84.99</c:v>
                </c:pt>
                <c:pt idx="42297">
                  <c:v>176.94</c:v>
                </c:pt>
                <c:pt idx="42298">
                  <c:v>156.94999999999999</c:v>
                </c:pt>
                <c:pt idx="42299">
                  <c:v>111.94</c:v>
                </c:pt>
                <c:pt idx="42300">
                  <c:v>56.35</c:v>
                </c:pt>
                <c:pt idx="42301">
                  <c:v>59.98</c:v>
                </c:pt>
                <c:pt idx="42302">
                  <c:v>59.98</c:v>
                </c:pt>
                <c:pt idx="42303">
                  <c:v>59.98</c:v>
                </c:pt>
                <c:pt idx="42304">
                  <c:v>59.98</c:v>
                </c:pt>
                <c:pt idx="42305">
                  <c:v>59.98</c:v>
                </c:pt>
                <c:pt idx="42306">
                  <c:v>59.98</c:v>
                </c:pt>
                <c:pt idx="42307">
                  <c:v>59.98</c:v>
                </c:pt>
                <c:pt idx="42308">
                  <c:v>59.98</c:v>
                </c:pt>
                <c:pt idx="42309">
                  <c:v>142.97</c:v>
                </c:pt>
                <c:pt idx="42310">
                  <c:v>65.989999999999995</c:v>
                </c:pt>
                <c:pt idx="42311">
                  <c:v>142.97</c:v>
                </c:pt>
                <c:pt idx="42312">
                  <c:v>197.96</c:v>
                </c:pt>
                <c:pt idx="42313">
                  <c:v>118.45</c:v>
                </c:pt>
                <c:pt idx="42314">
                  <c:v>152.97</c:v>
                </c:pt>
                <c:pt idx="42315">
                  <c:v>131.97999999999999</c:v>
                </c:pt>
                <c:pt idx="42316">
                  <c:v>133.96</c:v>
                </c:pt>
                <c:pt idx="42317">
                  <c:v>51.49</c:v>
                </c:pt>
                <c:pt idx="42318">
                  <c:v>59.98</c:v>
                </c:pt>
                <c:pt idx="42319">
                  <c:v>59.98</c:v>
                </c:pt>
                <c:pt idx="42320">
                  <c:v>59.98</c:v>
                </c:pt>
                <c:pt idx="42321">
                  <c:v>59.98</c:v>
                </c:pt>
                <c:pt idx="42322">
                  <c:v>59.98</c:v>
                </c:pt>
                <c:pt idx="42323">
                  <c:v>59.98</c:v>
                </c:pt>
                <c:pt idx="42324">
                  <c:v>59.98</c:v>
                </c:pt>
                <c:pt idx="42325">
                  <c:v>59.98</c:v>
                </c:pt>
                <c:pt idx="42326">
                  <c:v>68.97</c:v>
                </c:pt>
                <c:pt idx="42327">
                  <c:v>68.97</c:v>
                </c:pt>
                <c:pt idx="42328">
                  <c:v>68.97</c:v>
                </c:pt>
                <c:pt idx="42329">
                  <c:v>55.37</c:v>
                </c:pt>
                <c:pt idx="42330">
                  <c:v>68.97</c:v>
                </c:pt>
                <c:pt idx="42331">
                  <c:v>68.97</c:v>
                </c:pt>
                <c:pt idx="42332">
                  <c:v>65.98</c:v>
                </c:pt>
                <c:pt idx="42333">
                  <c:v>68.97</c:v>
                </c:pt>
                <c:pt idx="42334">
                  <c:v>68.97</c:v>
                </c:pt>
                <c:pt idx="42335">
                  <c:v>68.97</c:v>
                </c:pt>
                <c:pt idx="42336">
                  <c:v>68.97</c:v>
                </c:pt>
                <c:pt idx="42337">
                  <c:v>68.97</c:v>
                </c:pt>
                <c:pt idx="42338">
                  <c:v>68.97</c:v>
                </c:pt>
                <c:pt idx="42339">
                  <c:v>68.97</c:v>
                </c:pt>
                <c:pt idx="42340">
                  <c:v>68.97</c:v>
                </c:pt>
                <c:pt idx="42341">
                  <c:v>71.459999999999994</c:v>
                </c:pt>
                <c:pt idx="42342">
                  <c:v>68.97</c:v>
                </c:pt>
                <c:pt idx="42343">
                  <c:v>4.49</c:v>
                </c:pt>
                <c:pt idx="42344">
                  <c:v>68.97</c:v>
                </c:pt>
                <c:pt idx="42345">
                  <c:v>68.97</c:v>
                </c:pt>
                <c:pt idx="42346">
                  <c:v>68.97</c:v>
                </c:pt>
                <c:pt idx="42347">
                  <c:v>68.97</c:v>
                </c:pt>
                <c:pt idx="42348">
                  <c:v>65.98</c:v>
                </c:pt>
                <c:pt idx="42349">
                  <c:v>68.97</c:v>
                </c:pt>
                <c:pt idx="42350">
                  <c:v>47.48</c:v>
                </c:pt>
                <c:pt idx="42351">
                  <c:v>68.97</c:v>
                </c:pt>
                <c:pt idx="42352">
                  <c:v>59.98</c:v>
                </c:pt>
                <c:pt idx="42353">
                  <c:v>59.98</c:v>
                </c:pt>
                <c:pt idx="42354">
                  <c:v>59.98</c:v>
                </c:pt>
                <c:pt idx="42355">
                  <c:v>51.49</c:v>
                </c:pt>
                <c:pt idx="42356">
                  <c:v>51.49</c:v>
                </c:pt>
                <c:pt idx="42357">
                  <c:v>59.98</c:v>
                </c:pt>
                <c:pt idx="42358">
                  <c:v>59.98</c:v>
                </c:pt>
                <c:pt idx="42359">
                  <c:v>59.98</c:v>
                </c:pt>
                <c:pt idx="42360">
                  <c:v>59.98</c:v>
                </c:pt>
                <c:pt idx="42361">
                  <c:v>51.49</c:v>
                </c:pt>
                <c:pt idx="42362">
                  <c:v>207.92</c:v>
                </c:pt>
                <c:pt idx="42363">
                  <c:v>181.93</c:v>
                </c:pt>
                <c:pt idx="42364">
                  <c:v>181.93</c:v>
                </c:pt>
                <c:pt idx="42365">
                  <c:v>181.93</c:v>
                </c:pt>
                <c:pt idx="42366">
                  <c:v>190.43</c:v>
                </c:pt>
                <c:pt idx="42367">
                  <c:v>233.91</c:v>
                </c:pt>
                <c:pt idx="42368">
                  <c:v>157.94</c:v>
                </c:pt>
                <c:pt idx="42369">
                  <c:v>59.98</c:v>
                </c:pt>
                <c:pt idx="42370">
                  <c:v>51.49</c:v>
                </c:pt>
                <c:pt idx="42371">
                  <c:v>59.98</c:v>
                </c:pt>
                <c:pt idx="42372">
                  <c:v>136.36000000000001</c:v>
                </c:pt>
                <c:pt idx="42373">
                  <c:v>-136.36000000000001</c:v>
                </c:pt>
                <c:pt idx="42374">
                  <c:v>59.98</c:v>
                </c:pt>
                <c:pt idx="42375">
                  <c:v>59.98</c:v>
                </c:pt>
                <c:pt idx="42376">
                  <c:v>59.98</c:v>
                </c:pt>
                <c:pt idx="42377">
                  <c:v>59.98</c:v>
                </c:pt>
                <c:pt idx="42378">
                  <c:v>59.98</c:v>
                </c:pt>
                <c:pt idx="42379">
                  <c:v>59.98</c:v>
                </c:pt>
                <c:pt idx="42380">
                  <c:v>51.49</c:v>
                </c:pt>
                <c:pt idx="42381">
                  <c:v>185.97</c:v>
                </c:pt>
                <c:pt idx="42382">
                  <c:v>197.97</c:v>
                </c:pt>
                <c:pt idx="42383">
                  <c:v>339.96</c:v>
                </c:pt>
                <c:pt idx="42384">
                  <c:v>254.97</c:v>
                </c:pt>
                <c:pt idx="42385">
                  <c:v>155.96</c:v>
                </c:pt>
                <c:pt idx="42386">
                  <c:v>218.12</c:v>
                </c:pt>
                <c:pt idx="42387">
                  <c:v>159.96</c:v>
                </c:pt>
                <c:pt idx="42388">
                  <c:v>229.97</c:v>
                </c:pt>
                <c:pt idx="42389">
                  <c:v>51.49</c:v>
                </c:pt>
                <c:pt idx="42390">
                  <c:v>47.24</c:v>
                </c:pt>
                <c:pt idx="42391">
                  <c:v>156.97</c:v>
                </c:pt>
                <c:pt idx="42392">
                  <c:v>49.98</c:v>
                </c:pt>
                <c:pt idx="42393">
                  <c:v>99.97</c:v>
                </c:pt>
                <c:pt idx="42394">
                  <c:v>99.97</c:v>
                </c:pt>
                <c:pt idx="42395">
                  <c:v>49.98</c:v>
                </c:pt>
                <c:pt idx="42396">
                  <c:v>77.97</c:v>
                </c:pt>
                <c:pt idx="42397">
                  <c:v>77.97</c:v>
                </c:pt>
                <c:pt idx="42398">
                  <c:v>84.99</c:v>
                </c:pt>
                <c:pt idx="42399">
                  <c:v>24.99</c:v>
                </c:pt>
                <c:pt idx="42400">
                  <c:v>24.99</c:v>
                </c:pt>
                <c:pt idx="42401">
                  <c:v>131.97999999999999</c:v>
                </c:pt>
                <c:pt idx="42402">
                  <c:v>84.99</c:v>
                </c:pt>
                <c:pt idx="42403">
                  <c:v>404.87</c:v>
                </c:pt>
                <c:pt idx="42404">
                  <c:v>169.98</c:v>
                </c:pt>
                <c:pt idx="42405">
                  <c:v>262.92</c:v>
                </c:pt>
                <c:pt idx="42406">
                  <c:v>404.87</c:v>
                </c:pt>
                <c:pt idx="42407">
                  <c:v>195.96</c:v>
                </c:pt>
                <c:pt idx="42408">
                  <c:v>131.97999999999999</c:v>
                </c:pt>
                <c:pt idx="42409">
                  <c:v>169.98</c:v>
                </c:pt>
                <c:pt idx="42410">
                  <c:v>262.92</c:v>
                </c:pt>
                <c:pt idx="42411">
                  <c:v>195.96</c:v>
                </c:pt>
                <c:pt idx="42412">
                  <c:v>156.97</c:v>
                </c:pt>
                <c:pt idx="42413">
                  <c:v>54.98</c:v>
                </c:pt>
                <c:pt idx="42414">
                  <c:v>54.98</c:v>
                </c:pt>
                <c:pt idx="42415">
                  <c:v>51.49</c:v>
                </c:pt>
                <c:pt idx="42416">
                  <c:v>51.49</c:v>
                </c:pt>
                <c:pt idx="42417">
                  <c:v>59.99</c:v>
                </c:pt>
                <c:pt idx="42418">
                  <c:v>47.24</c:v>
                </c:pt>
                <c:pt idx="42419">
                  <c:v>51.49</c:v>
                </c:pt>
                <c:pt idx="42420">
                  <c:v>59.99</c:v>
                </c:pt>
                <c:pt idx="42421">
                  <c:v>59.97</c:v>
                </c:pt>
                <c:pt idx="42422">
                  <c:v>54.98</c:v>
                </c:pt>
                <c:pt idx="42423">
                  <c:v>54.98</c:v>
                </c:pt>
                <c:pt idx="42424">
                  <c:v>59.97</c:v>
                </c:pt>
                <c:pt idx="42425">
                  <c:v>59.97</c:v>
                </c:pt>
                <c:pt idx="42426">
                  <c:v>47.24</c:v>
                </c:pt>
                <c:pt idx="42427">
                  <c:v>98.96</c:v>
                </c:pt>
                <c:pt idx="42428">
                  <c:v>129.94999999999999</c:v>
                </c:pt>
                <c:pt idx="42429">
                  <c:v>53.98</c:v>
                </c:pt>
                <c:pt idx="42430">
                  <c:v>65.47</c:v>
                </c:pt>
                <c:pt idx="42431">
                  <c:v>31.29</c:v>
                </c:pt>
                <c:pt idx="42432">
                  <c:v>37.270000000000003</c:v>
                </c:pt>
                <c:pt idx="42433">
                  <c:v>59.98</c:v>
                </c:pt>
                <c:pt idx="42434">
                  <c:v>51.49</c:v>
                </c:pt>
                <c:pt idx="42435">
                  <c:v>59.99</c:v>
                </c:pt>
                <c:pt idx="42436">
                  <c:v>59.99</c:v>
                </c:pt>
                <c:pt idx="42437">
                  <c:v>51.49</c:v>
                </c:pt>
                <c:pt idx="42438">
                  <c:v>59.99</c:v>
                </c:pt>
                <c:pt idx="42439">
                  <c:v>59.99</c:v>
                </c:pt>
                <c:pt idx="42440">
                  <c:v>162.09</c:v>
                </c:pt>
                <c:pt idx="42441">
                  <c:v>162.09</c:v>
                </c:pt>
                <c:pt idx="42442">
                  <c:v>162.09</c:v>
                </c:pt>
                <c:pt idx="42443">
                  <c:v>183.67</c:v>
                </c:pt>
                <c:pt idx="42444">
                  <c:v>162.09</c:v>
                </c:pt>
                <c:pt idx="42445">
                  <c:v>51.49</c:v>
                </c:pt>
                <c:pt idx="42446">
                  <c:v>47.24</c:v>
                </c:pt>
                <c:pt idx="42447">
                  <c:v>47.24</c:v>
                </c:pt>
                <c:pt idx="42448">
                  <c:v>51.49</c:v>
                </c:pt>
                <c:pt idx="42449">
                  <c:v>59.99</c:v>
                </c:pt>
                <c:pt idx="42450">
                  <c:v>47.24</c:v>
                </c:pt>
                <c:pt idx="42451">
                  <c:v>59.99</c:v>
                </c:pt>
                <c:pt idx="42452">
                  <c:v>51.49</c:v>
                </c:pt>
                <c:pt idx="42453">
                  <c:v>51.49</c:v>
                </c:pt>
                <c:pt idx="42454">
                  <c:v>59.99</c:v>
                </c:pt>
                <c:pt idx="42455">
                  <c:v>163.22999999999999</c:v>
                </c:pt>
                <c:pt idx="42456">
                  <c:v>55.96</c:v>
                </c:pt>
                <c:pt idx="42457">
                  <c:v>54.99</c:v>
                </c:pt>
                <c:pt idx="42458">
                  <c:v>84.99</c:v>
                </c:pt>
                <c:pt idx="42459">
                  <c:v>254.97</c:v>
                </c:pt>
                <c:pt idx="42460">
                  <c:v>395.92</c:v>
                </c:pt>
                <c:pt idx="42461">
                  <c:v>130.94999999999999</c:v>
                </c:pt>
                <c:pt idx="42462">
                  <c:v>244.97</c:v>
                </c:pt>
                <c:pt idx="42463">
                  <c:v>55.96</c:v>
                </c:pt>
                <c:pt idx="42464">
                  <c:v>51.49</c:v>
                </c:pt>
                <c:pt idx="42465">
                  <c:v>59.97</c:v>
                </c:pt>
                <c:pt idx="42466">
                  <c:v>59.99</c:v>
                </c:pt>
                <c:pt idx="42467">
                  <c:v>51.49</c:v>
                </c:pt>
                <c:pt idx="42468">
                  <c:v>51.49</c:v>
                </c:pt>
                <c:pt idx="42469">
                  <c:v>51.49</c:v>
                </c:pt>
                <c:pt idx="42470">
                  <c:v>59.99</c:v>
                </c:pt>
                <c:pt idx="42471">
                  <c:v>51.49</c:v>
                </c:pt>
                <c:pt idx="42472">
                  <c:v>51.49</c:v>
                </c:pt>
                <c:pt idx="42473">
                  <c:v>59.99</c:v>
                </c:pt>
                <c:pt idx="42474">
                  <c:v>399.95</c:v>
                </c:pt>
                <c:pt idx="42475">
                  <c:v>361.93</c:v>
                </c:pt>
                <c:pt idx="42476">
                  <c:v>275.95999999999998</c:v>
                </c:pt>
                <c:pt idx="42477">
                  <c:v>279.95999999999998</c:v>
                </c:pt>
                <c:pt idx="42478">
                  <c:v>243.92</c:v>
                </c:pt>
                <c:pt idx="42479">
                  <c:v>51.49</c:v>
                </c:pt>
                <c:pt idx="42480">
                  <c:v>51.49</c:v>
                </c:pt>
                <c:pt idx="42481">
                  <c:v>59.99</c:v>
                </c:pt>
                <c:pt idx="42482">
                  <c:v>51.49</c:v>
                </c:pt>
                <c:pt idx="42483">
                  <c:v>51.49</c:v>
                </c:pt>
                <c:pt idx="42484">
                  <c:v>51.49</c:v>
                </c:pt>
                <c:pt idx="42485">
                  <c:v>59.97</c:v>
                </c:pt>
                <c:pt idx="42486">
                  <c:v>340.89</c:v>
                </c:pt>
                <c:pt idx="42487">
                  <c:v>188.94</c:v>
                </c:pt>
                <c:pt idx="42488">
                  <c:v>293.61</c:v>
                </c:pt>
                <c:pt idx="42489">
                  <c:v>179.94</c:v>
                </c:pt>
                <c:pt idx="42490">
                  <c:v>238.92</c:v>
                </c:pt>
                <c:pt idx="42491">
                  <c:v>449.85</c:v>
                </c:pt>
                <c:pt idx="42492">
                  <c:v>389.87</c:v>
                </c:pt>
                <c:pt idx="42493">
                  <c:v>59.98</c:v>
                </c:pt>
                <c:pt idx="42494">
                  <c:v>59.98</c:v>
                </c:pt>
                <c:pt idx="42495">
                  <c:v>59.98</c:v>
                </c:pt>
                <c:pt idx="42496">
                  <c:v>59.98</c:v>
                </c:pt>
                <c:pt idx="42497">
                  <c:v>59.98</c:v>
                </c:pt>
                <c:pt idx="42498">
                  <c:v>59.98</c:v>
                </c:pt>
                <c:pt idx="42499">
                  <c:v>59.98</c:v>
                </c:pt>
                <c:pt idx="42500">
                  <c:v>59.98</c:v>
                </c:pt>
                <c:pt idx="42501">
                  <c:v>169.98</c:v>
                </c:pt>
                <c:pt idx="42502">
                  <c:v>169.98</c:v>
                </c:pt>
                <c:pt idx="42503">
                  <c:v>154.03</c:v>
                </c:pt>
                <c:pt idx="42504">
                  <c:v>46.47</c:v>
                </c:pt>
                <c:pt idx="42505">
                  <c:v>169.98</c:v>
                </c:pt>
                <c:pt idx="42506">
                  <c:v>84.99</c:v>
                </c:pt>
                <c:pt idx="42507">
                  <c:v>84.99</c:v>
                </c:pt>
                <c:pt idx="42508">
                  <c:v>169.98</c:v>
                </c:pt>
                <c:pt idx="42509">
                  <c:v>201.46</c:v>
                </c:pt>
                <c:pt idx="42510">
                  <c:v>84.99</c:v>
                </c:pt>
                <c:pt idx="42511">
                  <c:v>79.89</c:v>
                </c:pt>
                <c:pt idx="42512">
                  <c:v>84.99</c:v>
                </c:pt>
                <c:pt idx="42513">
                  <c:v>84.99</c:v>
                </c:pt>
                <c:pt idx="42514">
                  <c:v>169.98</c:v>
                </c:pt>
                <c:pt idx="42515">
                  <c:v>169.98</c:v>
                </c:pt>
                <c:pt idx="42516">
                  <c:v>59.98</c:v>
                </c:pt>
                <c:pt idx="42517">
                  <c:v>59.98</c:v>
                </c:pt>
                <c:pt idx="42518">
                  <c:v>59.98</c:v>
                </c:pt>
                <c:pt idx="42519">
                  <c:v>59.98</c:v>
                </c:pt>
                <c:pt idx="42520">
                  <c:v>59.98</c:v>
                </c:pt>
                <c:pt idx="42521">
                  <c:v>59.98</c:v>
                </c:pt>
                <c:pt idx="42522">
                  <c:v>59.98</c:v>
                </c:pt>
                <c:pt idx="42523">
                  <c:v>59.98</c:v>
                </c:pt>
                <c:pt idx="42524">
                  <c:v>59.98</c:v>
                </c:pt>
                <c:pt idx="42525">
                  <c:v>59.98</c:v>
                </c:pt>
                <c:pt idx="42526">
                  <c:v>196.96</c:v>
                </c:pt>
                <c:pt idx="42527">
                  <c:v>146.97</c:v>
                </c:pt>
                <c:pt idx="42528">
                  <c:v>131.97999999999999</c:v>
                </c:pt>
                <c:pt idx="42529">
                  <c:v>109.97</c:v>
                </c:pt>
                <c:pt idx="42530">
                  <c:v>89.22</c:v>
                </c:pt>
                <c:pt idx="42531">
                  <c:v>99.98</c:v>
                </c:pt>
                <c:pt idx="42532">
                  <c:v>179.97</c:v>
                </c:pt>
                <c:pt idx="42533">
                  <c:v>80.98</c:v>
                </c:pt>
                <c:pt idx="42534">
                  <c:v>169.98</c:v>
                </c:pt>
                <c:pt idx="42535">
                  <c:v>99.98</c:v>
                </c:pt>
                <c:pt idx="42536">
                  <c:v>131.97999999999999</c:v>
                </c:pt>
                <c:pt idx="42537">
                  <c:v>172.97</c:v>
                </c:pt>
                <c:pt idx="42538">
                  <c:v>149.97999999999999</c:v>
                </c:pt>
                <c:pt idx="42539">
                  <c:v>159.97999999999999</c:v>
                </c:pt>
                <c:pt idx="42540">
                  <c:v>109.97</c:v>
                </c:pt>
                <c:pt idx="42541">
                  <c:v>59.98</c:v>
                </c:pt>
                <c:pt idx="42542">
                  <c:v>59.98</c:v>
                </c:pt>
                <c:pt idx="42543">
                  <c:v>59.98</c:v>
                </c:pt>
                <c:pt idx="42544">
                  <c:v>59.98</c:v>
                </c:pt>
                <c:pt idx="42545">
                  <c:v>59.98</c:v>
                </c:pt>
                <c:pt idx="42546">
                  <c:v>59.98</c:v>
                </c:pt>
                <c:pt idx="42547">
                  <c:v>59.98</c:v>
                </c:pt>
                <c:pt idx="42548">
                  <c:v>59.98</c:v>
                </c:pt>
                <c:pt idx="42549">
                  <c:v>59.98</c:v>
                </c:pt>
                <c:pt idx="42550">
                  <c:v>59.98</c:v>
                </c:pt>
                <c:pt idx="42551">
                  <c:v>59.98</c:v>
                </c:pt>
                <c:pt idx="42552">
                  <c:v>59.98</c:v>
                </c:pt>
                <c:pt idx="42553">
                  <c:v>59.98</c:v>
                </c:pt>
                <c:pt idx="42554">
                  <c:v>59.98</c:v>
                </c:pt>
                <c:pt idx="42555">
                  <c:v>59.98</c:v>
                </c:pt>
                <c:pt idx="42556">
                  <c:v>59.98</c:v>
                </c:pt>
                <c:pt idx="42557">
                  <c:v>59.96</c:v>
                </c:pt>
                <c:pt idx="42558">
                  <c:v>59.98</c:v>
                </c:pt>
                <c:pt idx="42559">
                  <c:v>51.03</c:v>
                </c:pt>
                <c:pt idx="42560">
                  <c:v>117.25</c:v>
                </c:pt>
                <c:pt idx="42561">
                  <c:v>268.33999999999997</c:v>
                </c:pt>
                <c:pt idx="42562">
                  <c:v>164.96</c:v>
                </c:pt>
                <c:pt idx="42563">
                  <c:v>259.63</c:v>
                </c:pt>
                <c:pt idx="42564">
                  <c:v>127.53</c:v>
                </c:pt>
                <c:pt idx="42565">
                  <c:v>89.97</c:v>
                </c:pt>
                <c:pt idx="42566">
                  <c:v>264.93</c:v>
                </c:pt>
                <c:pt idx="42567">
                  <c:v>312.89</c:v>
                </c:pt>
                <c:pt idx="42568">
                  <c:v>59.98</c:v>
                </c:pt>
                <c:pt idx="42569">
                  <c:v>59.98</c:v>
                </c:pt>
                <c:pt idx="42570">
                  <c:v>59.98</c:v>
                </c:pt>
                <c:pt idx="42571">
                  <c:v>59.98</c:v>
                </c:pt>
                <c:pt idx="42572">
                  <c:v>59.98</c:v>
                </c:pt>
                <c:pt idx="42573">
                  <c:v>59.98</c:v>
                </c:pt>
                <c:pt idx="42574">
                  <c:v>59.98</c:v>
                </c:pt>
                <c:pt idx="42575">
                  <c:v>59.98</c:v>
                </c:pt>
                <c:pt idx="42576">
                  <c:v>59.98</c:v>
                </c:pt>
                <c:pt idx="42577">
                  <c:v>59.98</c:v>
                </c:pt>
                <c:pt idx="42578">
                  <c:v>79.989999999999995</c:v>
                </c:pt>
                <c:pt idx="42579">
                  <c:v>72.790000000000006</c:v>
                </c:pt>
                <c:pt idx="42580">
                  <c:v>79.989999999999995</c:v>
                </c:pt>
                <c:pt idx="42581">
                  <c:v>79.989999999999995</c:v>
                </c:pt>
                <c:pt idx="42582">
                  <c:v>79.989999999999995</c:v>
                </c:pt>
                <c:pt idx="42583">
                  <c:v>79.989999999999995</c:v>
                </c:pt>
                <c:pt idx="42584">
                  <c:v>74.39</c:v>
                </c:pt>
                <c:pt idx="42585">
                  <c:v>71.989999999999995</c:v>
                </c:pt>
                <c:pt idx="42586">
                  <c:v>79.989999999999995</c:v>
                </c:pt>
                <c:pt idx="42587">
                  <c:v>79.989999999999995</c:v>
                </c:pt>
                <c:pt idx="42588">
                  <c:v>79.989999999999995</c:v>
                </c:pt>
                <c:pt idx="42589">
                  <c:v>79.989999999999995</c:v>
                </c:pt>
                <c:pt idx="42590">
                  <c:v>79.989999999999995</c:v>
                </c:pt>
                <c:pt idx="42591">
                  <c:v>79.989999999999995</c:v>
                </c:pt>
                <c:pt idx="42592">
                  <c:v>79.989999999999995</c:v>
                </c:pt>
                <c:pt idx="42593">
                  <c:v>79.989999999999995</c:v>
                </c:pt>
                <c:pt idx="42594">
                  <c:v>79.989999999999995</c:v>
                </c:pt>
                <c:pt idx="42595">
                  <c:v>79.989999999999995</c:v>
                </c:pt>
                <c:pt idx="42596">
                  <c:v>79.989999999999995</c:v>
                </c:pt>
                <c:pt idx="42597">
                  <c:v>79.989999999999995</c:v>
                </c:pt>
                <c:pt idx="42598">
                  <c:v>79.989999999999995</c:v>
                </c:pt>
                <c:pt idx="42599">
                  <c:v>59.98</c:v>
                </c:pt>
                <c:pt idx="42600">
                  <c:v>59.98</c:v>
                </c:pt>
                <c:pt idx="42601">
                  <c:v>59.98</c:v>
                </c:pt>
                <c:pt idx="42602">
                  <c:v>59.98</c:v>
                </c:pt>
                <c:pt idx="42603">
                  <c:v>59.98</c:v>
                </c:pt>
                <c:pt idx="42604">
                  <c:v>59.98</c:v>
                </c:pt>
                <c:pt idx="42605">
                  <c:v>59.98</c:v>
                </c:pt>
                <c:pt idx="42606">
                  <c:v>59.98</c:v>
                </c:pt>
                <c:pt idx="42607">
                  <c:v>59.98</c:v>
                </c:pt>
                <c:pt idx="42608">
                  <c:v>59.98</c:v>
                </c:pt>
                <c:pt idx="42609">
                  <c:v>62.69</c:v>
                </c:pt>
                <c:pt idx="42610">
                  <c:v>89.96</c:v>
                </c:pt>
                <c:pt idx="42611">
                  <c:v>64.97</c:v>
                </c:pt>
                <c:pt idx="42612">
                  <c:v>71.959999999999994</c:v>
                </c:pt>
                <c:pt idx="42613">
                  <c:v>69.97</c:v>
                </c:pt>
                <c:pt idx="42614">
                  <c:v>64.97</c:v>
                </c:pt>
                <c:pt idx="42615">
                  <c:v>89.96</c:v>
                </c:pt>
                <c:pt idx="42616">
                  <c:v>50.97</c:v>
                </c:pt>
                <c:pt idx="42617">
                  <c:v>64.97</c:v>
                </c:pt>
                <c:pt idx="42618">
                  <c:v>64.97</c:v>
                </c:pt>
                <c:pt idx="42619">
                  <c:v>59.98</c:v>
                </c:pt>
                <c:pt idx="42620">
                  <c:v>59.98</c:v>
                </c:pt>
                <c:pt idx="42621">
                  <c:v>59.98</c:v>
                </c:pt>
                <c:pt idx="42622">
                  <c:v>59.98</c:v>
                </c:pt>
                <c:pt idx="42623">
                  <c:v>59.98</c:v>
                </c:pt>
                <c:pt idx="42624">
                  <c:v>59.98</c:v>
                </c:pt>
                <c:pt idx="42625">
                  <c:v>59.96</c:v>
                </c:pt>
                <c:pt idx="42626">
                  <c:v>22.49</c:v>
                </c:pt>
                <c:pt idx="42627">
                  <c:v>20.49</c:v>
                </c:pt>
                <c:pt idx="42628">
                  <c:v>59.98</c:v>
                </c:pt>
                <c:pt idx="42629">
                  <c:v>59.98</c:v>
                </c:pt>
                <c:pt idx="42630">
                  <c:v>91.18</c:v>
                </c:pt>
                <c:pt idx="42631">
                  <c:v>74.98</c:v>
                </c:pt>
                <c:pt idx="42632">
                  <c:v>99.98</c:v>
                </c:pt>
                <c:pt idx="42633">
                  <c:v>99.98</c:v>
                </c:pt>
                <c:pt idx="42634">
                  <c:v>18.29</c:v>
                </c:pt>
                <c:pt idx="42635">
                  <c:v>99.98</c:v>
                </c:pt>
                <c:pt idx="42636">
                  <c:v>99.98</c:v>
                </c:pt>
                <c:pt idx="42637">
                  <c:v>99.98</c:v>
                </c:pt>
                <c:pt idx="42638">
                  <c:v>99.98</c:v>
                </c:pt>
                <c:pt idx="42639">
                  <c:v>64.98</c:v>
                </c:pt>
                <c:pt idx="42640">
                  <c:v>99.98</c:v>
                </c:pt>
                <c:pt idx="42641">
                  <c:v>99.98</c:v>
                </c:pt>
                <c:pt idx="42642">
                  <c:v>99.98</c:v>
                </c:pt>
                <c:pt idx="42643">
                  <c:v>99.98</c:v>
                </c:pt>
                <c:pt idx="42644">
                  <c:v>-1.3</c:v>
                </c:pt>
                <c:pt idx="42645">
                  <c:v>90.86</c:v>
                </c:pt>
                <c:pt idx="42646">
                  <c:v>79.98</c:v>
                </c:pt>
                <c:pt idx="42647">
                  <c:v>99.98</c:v>
                </c:pt>
                <c:pt idx="42648">
                  <c:v>64.98</c:v>
                </c:pt>
                <c:pt idx="42649">
                  <c:v>64.98</c:v>
                </c:pt>
                <c:pt idx="42650">
                  <c:v>99.98</c:v>
                </c:pt>
                <c:pt idx="42651">
                  <c:v>99.98</c:v>
                </c:pt>
                <c:pt idx="42652">
                  <c:v>64.98</c:v>
                </c:pt>
                <c:pt idx="42653">
                  <c:v>99.98</c:v>
                </c:pt>
                <c:pt idx="42654">
                  <c:v>54.98</c:v>
                </c:pt>
                <c:pt idx="42655">
                  <c:v>54.98</c:v>
                </c:pt>
                <c:pt idx="42656">
                  <c:v>51.48</c:v>
                </c:pt>
                <c:pt idx="42657">
                  <c:v>59.96</c:v>
                </c:pt>
                <c:pt idx="42658">
                  <c:v>59.97</c:v>
                </c:pt>
                <c:pt idx="42659">
                  <c:v>59.97</c:v>
                </c:pt>
                <c:pt idx="42660">
                  <c:v>139.47</c:v>
                </c:pt>
                <c:pt idx="42661">
                  <c:v>123.98</c:v>
                </c:pt>
                <c:pt idx="42662">
                  <c:v>211.04</c:v>
                </c:pt>
                <c:pt idx="42663">
                  <c:v>207.44</c:v>
                </c:pt>
                <c:pt idx="42664">
                  <c:v>120.94</c:v>
                </c:pt>
                <c:pt idx="42665">
                  <c:v>193.34</c:v>
                </c:pt>
                <c:pt idx="42666">
                  <c:v>145.94999999999999</c:v>
                </c:pt>
                <c:pt idx="42667">
                  <c:v>231.93</c:v>
                </c:pt>
                <c:pt idx="42668">
                  <c:v>147.94999999999999</c:v>
                </c:pt>
                <c:pt idx="42669">
                  <c:v>131.96</c:v>
                </c:pt>
                <c:pt idx="42670">
                  <c:v>208.46</c:v>
                </c:pt>
                <c:pt idx="42671">
                  <c:v>59.97</c:v>
                </c:pt>
                <c:pt idx="42672">
                  <c:v>59.96</c:v>
                </c:pt>
                <c:pt idx="42673">
                  <c:v>59.97</c:v>
                </c:pt>
                <c:pt idx="42674">
                  <c:v>59.97</c:v>
                </c:pt>
                <c:pt idx="42675">
                  <c:v>59.96</c:v>
                </c:pt>
                <c:pt idx="42676">
                  <c:v>59.96</c:v>
                </c:pt>
                <c:pt idx="42677">
                  <c:v>59.97</c:v>
                </c:pt>
                <c:pt idx="42678">
                  <c:v>59.97</c:v>
                </c:pt>
                <c:pt idx="42679">
                  <c:v>59.96</c:v>
                </c:pt>
                <c:pt idx="42680">
                  <c:v>59.96</c:v>
                </c:pt>
                <c:pt idx="42681">
                  <c:v>51.48</c:v>
                </c:pt>
                <c:pt idx="42682">
                  <c:v>51.48</c:v>
                </c:pt>
                <c:pt idx="42683">
                  <c:v>51.48</c:v>
                </c:pt>
                <c:pt idx="42684">
                  <c:v>51.48</c:v>
                </c:pt>
                <c:pt idx="42685">
                  <c:v>51.48</c:v>
                </c:pt>
                <c:pt idx="42686">
                  <c:v>51.48</c:v>
                </c:pt>
                <c:pt idx="42687">
                  <c:v>59.96</c:v>
                </c:pt>
                <c:pt idx="42688">
                  <c:v>51.48</c:v>
                </c:pt>
                <c:pt idx="42689">
                  <c:v>51.48</c:v>
                </c:pt>
                <c:pt idx="42690">
                  <c:v>185.97</c:v>
                </c:pt>
                <c:pt idx="42691">
                  <c:v>104.98</c:v>
                </c:pt>
                <c:pt idx="42692">
                  <c:v>183.86</c:v>
                </c:pt>
                <c:pt idx="42693">
                  <c:v>161.97999999999999</c:v>
                </c:pt>
                <c:pt idx="42694">
                  <c:v>165.97</c:v>
                </c:pt>
                <c:pt idx="42695">
                  <c:v>79.98</c:v>
                </c:pt>
                <c:pt idx="42696">
                  <c:v>169.98</c:v>
                </c:pt>
                <c:pt idx="42697">
                  <c:v>99.98</c:v>
                </c:pt>
                <c:pt idx="42698">
                  <c:v>99.98</c:v>
                </c:pt>
                <c:pt idx="42699">
                  <c:v>139.96</c:v>
                </c:pt>
                <c:pt idx="42700">
                  <c:v>99.98</c:v>
                </c:pt>
                <c:pt idx="42701">
                  <c:v>189.97</c:v>
                </c:pt>
                <c:pt idx="42702">
                  <c:v>89.98</c:v>
                </c:pt>
                <c:pt idx="42703">
                  <c:v>51.48</c:v>
                </c:pt>
                <c:pt idx="42704">
                  <c:v>51.48</c:v>
                </c:pt>
                <c:pt idx="42705">
                  <c:v>51.48</c:v>
                </c:pt>
                <c:pt idx="42706">
                  <c:v>51.48</c:v>
                </c:pt>
                <c:pt idx="42707">
                  <c:v>59.97</c:v>
                </c:pt>
                <c:pt idx="42708">
                  <c:v>59.96</c:v>
                </c:pt>
                <c:pt idx="42709">
                  <c:v>59.96</c:v>
                </c:pt>
                <c:pt idx="42710">
                  <c:v>59.96</c:v>
                </c:pt>
                <c:pt idx="42711">
                  <c:v>67.98</c:v>
                </c:pt>
                <c:pt idx="42712">
                  <c:v>99.98</c:v>
                </c:pt>
                <c:pt idx="42713">
                  <c:v>94.97</c:v>
                </c:pt>
                <c:pt idx="42714">
                  <c:v>169.98</c:v>
                </c:pt>
                <c:pt idx="42715">
                  <c:v>99.98</c:v>
                </c:pt>
                <c:pt idx="42716">
                  <c:v>99.98</c:v>
                </c:pt>
                <c:pt idx="42717">
                  <c:v>180.96</c:v>
                </c:pt>
                <c:pt idx="42718">
                  <c:v>118.97</c:v>
                </c:pt>
                <c:pt idx="42719">
                  <c:v>113.96</c:v>
                </c:pt>
                <c:pt idx="42720">
                  <c:v>169.98</c:v>
                </c:pt>
                <c:pt idx="42721">
                  <c:v>79.98</c:v>
                </c:pt>
                <c:pt idx="42722">
                  <c:v>99.98</c:v>
                </c:pt>
                <c:pt idx="42723">
                  <c:v>99.98</c:v>
                </c:pt>
                <c:pt idx="42724">
                  <c:v>99.98</c:v>
                </c:pt>
                <c:pt idx="42725">
                  <c:v>123.97</c:v>
                </c:pt>
                <c:pt idx="42726">
                  <c:v>21.49</c:v>
                </c:pt>
                <c:pt idx="42727">
                  <c:v>59.96</c:v>
                </c:pt>
                <c:pt idx="42728">
                  <c:v>59.96</c:v>
                </c:pt>
                <c:pt idx="42729">
                  <c:v>59.96</c:v>
                </c:pt>
                <c:pt idx="42730">
                  <c:v>59.96</c:v>
                </c:pt>
                <c:pt idx="42731">
                  <c:v>161.91</c:v>
                </c:pt>
                <c:pt idx="42732">
                  <c:v>49.56</c:v>
                </c:pt>
                <c:pt idx="42733">
                  <c:v>241.95</c:v>
                </c:pt>
                <c:pt idx="42734">
                  <c:v>149.97</c:v>
                </c:pt>
                <c:pt idx="42735">
                  <c:v>155.9</c:v>
                </c:pt>
                <c:pt idx="42736">
                  <c:v>157.38999999999999</c:v>
                </c:pt>
                <c:pt idx="42737">
                  <c:v>99.95</c:v>
                </c:pt>
                <c:pt idx="42738">
                  <c:v>59.96</c:v>
                </c:pt>
                <c:pt idx="42739">
                  <c:v>59.96</c:v>
                </c:pt>
                <c:pt idx="42740">
                  <c:v>59.96</c:v>
                </c:pt>
                <c:pt idx="42741">
                  <c:v>59.96</c:v>
                </c:pt>
                <c:pt idx="42742">
                  <c:v>59.96</c:v>
                </c:pt>
                <c:pt idx="42743">
                  <c:v>59.96</c:v>
                </c:pt>
                <c:pt idx="42744">
                  <c:v>59.96</c:v>
                </c:pt>
                <c:pt idx="42745">
                  <c:v>67.98</c:v>
                </c:pt>
                <c:pt idx="42746">
                  <c:v>59.97</c:v>
                </c:pt>
                <c:pt idx="42747">
                  <c:v>94.97</c:v>
                </c:pt>
                <c:pt idx="42748">
                  <c:v>59.97</c:v>
                </c:pt>
                <c:pt idx="42749">
                  <c:v>59.96</c:v>
                </c:pt>
                <c:pt idx="42750">
                  <c:v>59.96</c:v>
                </c:pt>
                <c:pt idx="42751">
                  <c:v>59.96</c:v>
                </c:pt>
                <c:pt idx="42752">
                  <c:v>59.96</c:v>
                </c:pt>
                <c:pt idx="42753">
                  <c:v>59.96</c:v>
                </c:pt>
                <c:pt idx="42754">
                  <c:v>59.96</c:v>
                </c:pt>
                <c:pt idx="42755">
                  <c:v>59.96</c:v>
                </c:pt>
                <c:pt idx="42756">
                  <c:v>564.92999999999995</c:v>
                </c:pt>
                <c:pt idx="42757">
                  <c:v>305.95999999999998</c:v>
                </c:pt>
                <c:pt idx="42758">
                  <c:v>169.98</c:v>
                </c:pt>
                <c:pt idx="42759">
                  <c:v>229.47</c:v>
                </c:pt>
                <c:pt idx="42760">
                  <c:v>54.99</c:v>
                </c:pt>
                <c:pt idx="42761">
                  <c:v>216.72</c:v>
                </c:pt>
                <c:pt idx="42762">
                  <c:v>129.72999999999999</c:v>
                </c:pt>
                <c:pt idx="42763">
                  <c:v>59.96</c:v>
                </c:pt>
                <c:pt idx="42764">
                  <c:v>21.49</c:v>
                </c:pt>
                <c:pt idx="42765">
                  <c:v>21.49</c:v>
                </c:pt>
                <c:pt idx="42766">
                  <c:v>26.49</c:v>
                </c:pt>
                <c:pt idx="42767">
                  <c:v>26.49</c:v>
                </c:pt>
                <c:pt idx="42768">
                  <c:v>59.95</c:v>
                </c:pt>
                <c:pt idx="42769">
                  <c:v>59.95</c:v>
                </c:pt>
                <c:pt idx="42770">
                  <c:v>458.95</c:v>
                </c:pt>
                <c:pt idx="42771">
                  <c:v>411.93</c:v>
                </c:pt>
                <c:pt idx="42772">
                  <c:v>356.35</c:v>
                </c:pt>
                <c:pt idx="42773">
                  <c:v>263.95999999999998</c:v>
                </c:pt>
                <c:pt idx="42774">
                  <c:v>224.37</c:v>
                </c:pt>
                <c:pt idx="42775">
                  <c:v>121.98</c:v>
                </c:pt>
                <c:pt idx="42776">
                  <c:v>59.95</c:v>
                </c:pt>
                <c:pt idx="42777">
                  <c:v>59.95</c:v>
                </c:pt>
                <c:pt idx="42778">
                  <c:v>59.95</c:v>
                </c:pt>
                <c:pt idx="42779">
                  <c:v>59.95</c:v>
                </c:pt>
                <c:pt idx="42780">
                  <c:v>59.95</c:v>
                </c:pt>
                <c:pt idx="42781">
                  <c:v>59.95</c:v>
                </c:pt>
                <c:pt idx="42782">
                  <c:v>59.95</c:v>
                </c:pt>
                <c:pt idx="42783">
                  <c:v>60.99</c:v>
                </c:pt>
                <c:pt idx="42784">
                  <c:v>59.94</c:v>
                </c:pt>
                <c:pt idx="42785">
                  <c:v>162.96</c:v>
                </c:pt>
                <c:pt idx="42786">
                  <c:v>159.97999999999999</c:v>
                </c:pt>
                <c:pt idx="42787">
                  <c:v>216.86</c:v>
                </c:pt>
                <c:pt idx="42788">
                  <c:v>116.98</c:v>
                </c:pt>
                <c:pt idx="42789">
                  <c:v>174.91</c:v>
                </c:pt>
                <c:pt idx="42790">
                  <c:v>59.95</c:v>
                </c:pt>
                <c:pt idx="42791">
                  <c:v>60.98</c:v>
                </c:pt>
                <c:pt idx="42792">
                  <c:v>60.98</c:v>
                </c:pt>
                <c:pt idx="42793">
                  <c:v>47.94</c:v>
                </c:pt>
                <c:pt idx="42794">
                  <c:v>60.98</c:v>
                </c:pt>
                <c:pt idx="42795">
                  <c:v>60.98</c:v>
                </c:pt>
                <c:pt idx="42796">
                  <c:v>99.98</c:v>
                </c:pt>
                <c:pt idx="42797">
                  <c:v>99.98</c:v>
                </c:pt>
                <c:pt idx="42798">
                  <c:v>62.85</c:v>
                </c:pt>
                <c:pt idx="42799">
                  <c:v>99.98</c:v>
                </c:pt>
                <c:pt idx="42800">
                  <c:v>45.63</c:v>
                </c:pt>
                <c:pt idx="42801">
                  <c:v>65.989999999999995</c:v>
                </c:pt>
                <c:pt idx="42802">
                  <c:v>84.99</c:v>
                </c:pt>
                <c:pt idx="42803">
                  <c:v>65.989999999999995</c:v>
                </c:pt>
                <c:pt idx="42804">
                  <c:v>84.39</c:v>
                </c:pt>
                <c:pt idx="42805">
                  <c:v>99.13</c:v>
                </c:pt>
                <c:pt idx="42806">
                  <c:v>83.99</c:v>
                </c:pt>
                <c:pt idx="42807">
                  <c:v>99.98</c:v>
                </c:pt>
                <c:pt idx="42808">
                  <c:v>83.14</c:v>
                </c:pt>
                <c:pt idx="42809">
                  <c:v>97.13</c:v>
                </c:pt>
                <c:pt idx="42810">
                  <c:v>84.99</c:v>
                </c:pt>
                <c:pt idx="42811">
                  <c:v>60.98</c:v>
                </c:pt>
                <c:pt idx="42812">
                  <c:v>60.98</c:v>
                </c:pt>
                <c:pt idx="42813">
                  <c:v>60.98</c:v>
                </c:pt>
                <c:pt idx="42814">
                  <c:v>60.98</c:v>
                </c:pt>
                <c:pt idx="42815">
                  <c:v>60.97</c:v>
                </c:pt>
                <c:pt idx="42816">
                  <c:v>19.940000000000001</c:v>
                </c:pt>
                <c:pt idx="42817">
                  <c:v>19.29</c:v>
                </c:pt>
                <c:pt idx="42818">
                  <c:v>60.96</c:v>
                </c:pt>
                <c:pt idx="42819">
                  <c:v>77.97</c:v>
                </c:pt>
                <c:pt idx="42820">
                  <c:v>54.98</c:v>
                </c:pt>
                <c:pt idx="42821">
                  <c:v>53.98</c:v>
                </c:pt>
                <c:pt idx="42822">
                  <c:v>84.99</c:v>
                </c:pt>
                <c:pt idx="42823">
                  <c:v>84.99</c:v>
                </c:pt>
                <c:pt idx="42824">
                  <c:v>53.98</c:v>
                </c:pt>
                <c:pt idx="42825">
                  <c:v>169.98</c:v>
                </c:pt>
                <c:pt idx="42826">
                  <c:v>64.98</c:v>
                </c:pt>
                <c:pt idx="42827">
                  <c:v>68.989999999999995</c:v>
                </c:pt>
                <c:pt idx="42828">
                  <c:v>84.99</c:v>
                </c:pt>
                <c:pt idx="42829">
                  <c:v>84.99</c:v>
                </c:pt>
                <c:pt idx="42830">
                  <c:v>49.99</c:v>
                </c:pt>
                <c:pt idx="42831">
                  <c:v>52.24</c:v>
                </c:pt>
                <c:pt idx="42832">
                  <c:v>59.87</c:v>
                </c:pt>
                <c:pt idx="42833">
                  <c:v>54.99</c:v>
                </c:pt>
                <c:pt idx="42834">
                  <c:v>54.98</c:v>
                </c:pt>
                <c:pt idx="42835">
                  <c:v>54.98</c:v>
                </c:pt>
                <c:pt idx="42836">
                  <c:v>54.98</c:v>
                </c:pt>
                <c:pt idx="42837">
                  <c:v>60.28</c:v>
                </c:pt>
                <c:pt idx="42838">
                  <c:v>17.239999999999998</c:v>
                </c:pt>
                <c:pt idx="42839">
                  <c:v>17.239999999999998</c:v>
                </c:pt>
                <c:pt idx="42840">
                  <c:v>65.91</c:v>
                </c:pt>
                <c:pt idx="42841">
                  <c:v>65.989999999999995</c:v>
                </c:pt>
                <c:pt idx="42842">
                  <c:v>65.989999999999995</c:v>
                </c:pt>
                <c:pt idx="42843">
                  <c:v>84.98</c:v>
                </c:pt>
                <c:pt idx="42844">
                  <c:v>65.989999999999995</c:v>
                </c:pt>
                <c:pt idx="42845">
                  <c:v>65.989999999999995</c:v>
                </c:pt>
                <c:pt idx="42846">
                  <c:v>68.98</c:v>
                </c:pt>
                <c:pt idx="42847">
                  <c:v>85.98</c:v>
                </c:pt>
                <c:pt idx="42848">
                  <c:v>65.989999999999995</c:v>
                </c:pt>
                <c:pt idx="42849">
                  <c:v>65.989999999999995</c:v>
                </c:pt>
                <c:pt idx="42850">
                  <c:v>65.989999999999995</c:v>
                </c:pt>
                <c:pt idx="42851">
                  <c:v>65.989999999999995</c:v>
                </c:pt>
                <c:pt idx="42852">
                  <c:v>65.989999999999995</c:v>
                </c:pt>
                <c:pt idx="42853">
                  <c:v>65.989999999999995</c:v>
                </c:pt>
                <c:pt idx="42854">
                  <c:v>65.989999999999995</c:v>
                </c:pt>
                <c:pt idx="42855">
                  <c:v>47.24</c:v>
                </c:pt>
                <c:pt idx="42856">
                  <c:v>51.49</c:v>
                </c:pt>
                <c:pt idx="42857">
                  <c:v>51.48</c:v>
                </c:pt>
                <c:pt idx="42858">
                  <c:v>51.48</c:v>
                </c:pt>
                <c:pt idx="42859">
                  <c:v>72.97</c:v>
                </c:pt>
                <c:pt idx="42860">
                  <c:v>104.97</c:v>
                </c:pt>
                <c:pt idx="42861">
                  <c:v>104.97</c:v>
                </c:pt>
                <c:pt idx="42862">
                  <c:v>99.97</c:v>
                </c:pt>
                <c:pt idx="42863">
                  <c:v>65.98</c:v>
                </c:pt>
                <c:pt idx="42864">
                  <c:v>69.98</c:v>
                </c:pt>
                <c:pt idx="42865">
                  <c:v>71.98</c:v>
                </c:pt>
                <c:pt idx="42866">
                  <c:v>65.98</c:v>
                </c:pt>
                <c:pt idx="42867">
                  <c:v>61.98</c:v>
                </c:pt>
                <c:pt idx="42868">
                  <c:v>147.96</c:v>
                </c:pt>
                <c:pt idx="42869">
                  <c:v>117.96</c:v>
                </c:pt>
                <c:pt idx="42870">
                  <c:v>69.98</c:v>
                </c:pt>
                <c:pt idx="42871">
                  <c:v>114.21</c:v>
                </c:pt>
                <c:pt idx="42872">
                  <c:v>107.97</c:v>
                </c:pt>
                <c:pt idx="42873">
                  <c:v>69.98</c:v>
                </c:pt>
                <c:pt idx="42874">
                  <c:v>68.98</c:v>
                </c:pt>
                <c:pt idx="42875">
                  <c:v>81.97</c:v>
                </c:pt>
                <c:pt idx="42876">
                  <c:v>93.61</c:v>
                </c:pt>
                <c:pt idx="42877">
                  <c:v>69.98</c:v>
                </c:pt>
                <c:pt idx="42878">
                  <c:v>65.19</c:v>
                </c:pt>
                <c:pt idx="42879">
                  <c:v>59.99</c:v>
                </c:pt>
                <c:pt idx="42880">
                  <c:v>59.99</c:v>
                </c:pt>
                <c:pt idx="42881">
                  <c:v>84.99</c:v>
                </c:pt>
                <c:pt idx="42882">
                  <c:v>84.99</c:v>
                </c:pt>
                <c:pt idx="42883">
                  <c:v>104.82</c:v>
                </c:pt>
                <c:pt idx="42884">
                  <c:v>179.95</c:v>
                </c:pt>
                <c:pt idx="42885">
                  <c:v>64.98</c:v>
                </c:pt>
                <c:pt idx="42886">
                  <c:v>149.97</c:v>
                </c:pt>
                <c:pt idx="42887">
                  <c:v>67.98</c:v>
                </c:pt>
                <c:pt idx="42888">
                  <c:v>229.97</c:v>
                </c:pt>
                <c:pt idx="42889">
                  <c:v>79.98</c:v>
                </c:pt>
                <c:pt idx="42890">
                  <c:v>99.98</c:v>
                </c:pt>
                <c:pt idx="42891">
                  <c:v>64.98</c:v>
                </c:pt>
                <c:pt idx="42892">
                  <c:v>67.98</c:v>
                </c:pt>
                <c:pt idx="42893">
                  <c:v>99.98</c:v>
                </c:pt>
                <c:pt idx="42894">
                  <c:v>84.99</c:v>
                </c:pt>
                <c:pt idx="42895">
                  <c:v>139.97999999999999</c:v>
                </c:pt>
                <c:pt idx="42896">
                  <c:v>68.989999999999995</c:v>
                </c:pt>
                <c:pt idx="42897">
                  <c:v>84.99</c:v>
                </c:pt>
                <c:pt idx="42898">
                  <c:v>59.98</c:v>
                </c:pt>
                <c:pt idx="42899">
                  <c:v>59.98</c:v>
                </c:pt>
                <c:pt idx="42900">
                  <c:v>59.98</c:v>
                </c:pt>
                <c:pt idx="42901">
                  <c:v>59.98</c:v>
                </c:pt>
                <c:pt idx="42902">
                  <c:v>59.98</c:v>
                </c:pt>
                <c:pt idx="42903">
                  <c:v>59.98</c:v>
                </c:pt>
                <c:pt idx="42904">
                  <c:v>59.98</c:v>
                </c:pt>
                <c:pt idx="42905">
                  <c:v>59.98</c:v>
                </c:pt>
                <c:pt idx="42906">
                  <c:v>59.98</c:v>
                </c:pt>
                <c:pt idx="42907">
                  <c:v>59.98</c:v>
                </c:pt>
                <c:pt idx="42908">
                  <c:v>59.98</c:v>
                </c:pt>
                <c:pt idx="42909">
                  <c:v>76.95</c:v>
                </c:pt>
                <c:pt idx="42910">
                  <c:v>87.96</c:v>
                </c:pt>
                <c:pt idx="42911">
                  <c:v>208.95</c:v>
                </c:pt>
                <c:pt idx="42912">
                  <c:v>191.95</c:v>
                </c:pt>
                <c:pt idx="42913">
                  <c:v>186.96</c:v>
                </c:pt>
                <c:pt idx="42914">
                  <c:v>51.98</c:v>
                </c:pt>
                <c:pt idx="42915">
                  <c:v>51.96</c:v>
                </c:pt>
                <c:pt idx="42916">
                  <c:v>76.489999999999995</c:v>
                </c:pt>
                <c:pt idx="42917">
                  <c:v>195.96</c:v>
                </c:pt>
                <c:pt idx="42918">
                  <c:v>80.94</c:v>
                </c:pt>
                <c:pt idx="42919">
                  <c:v>162.29</c:v>
                </c:pt>
                <c:pt idx="42920">
                  <c:v>219.96</c:v>
                </c:pt>
                <c:pt idx="42921">
                  <c:v>182.12</c:v>
                </c:pt>
                <c:pt idx="42922">
                  <c:v>52.46</c:v>
                </c:pt>
                <c:pt idx="42923">
                  <c:v>189.95</c:v>
                </c:pt>
                <c:pt idx="42924">
                  <c:v>59.98</c:v>
                </c:pt>
                <c:pt idx="42925">
                  <c:v>59.98</c:v>
                </c:pt>
                <c:pt idx="42926">
                  <c:v>59.98</c:v>
                </c:pt>
                <c:pt idx="42927">
                  <c:v>59.98</c:v>
                </c:pt>
                <c:pt idx="42928">
                  <c:v>59.98</c:v>
                </c:pt>
                <c:pt idx="42929">
                  <c:v>59.97</c:v>
                </c:pt>
                <c:pt idx="42930">
                  <c:v>59.97</c:v>
                </c:pt>
                <c:pt idx="42931">
                  <c:v>59.97</c:v>
                </c:pt>
                <c:pt idx="42932">
                  <c:v>114.94</c:v>
                </c:pt>
                <c:pt idx="42933">
                  <c:v>313.24</c:v>
                </c:pt>
                <c:pt idx="42934">
                  <c:v>120.98</c:v>
                </c:pt>
                <c:pt idx="42935">
                  <c:v>159.69999999999999</c:v>
                </c:pt>
                <c:pt idx="42936">
                  <c:v>209.29</c:v>
                </c:pt>
                <c:pt idx="42937">
                  <c:v>159.69999999999999</c:v>
                </c:pt>
                <c:pt idx="42938">
                  <c:v>59.97</c:v>
                </c:pt>
                <c:pt idx="42939">
                  <c:v>59.97</c:v>
                </c:pt>
                <c:pt idx="42940">
                  <c:v>59.96</c:v>
                </c:pt>
                <c:pt idx="42941">
                  <c:v>47.78</c:v>
                </c:pt>
                <c:pt idx="42942">
                  <c:v>523.48</c:v>
                </c:pt>
                <c:pt idx="42943">
                  <c:v>229.97</c:v>
                </c:pt>
                <c:pt idx="42944">
                  <c:v>569.92999999999995</c:v>
                </c:pt>
                <c:pt idx="42945">
                  <c:v>209.9</c:v>
                </c:pt>
                <c:pt idx="42946">
                  <c:v>79.64</c:v>
                </c:pt>
                <c:pt idx="42947">
                  <c:v>339.96</c:v>
                </c:pt>
                <c:pt idx="42948">
                  <c:v>54.99</c:v>
                </c:pt>
                <c:pt idx="42949">
                  <c:v>84.99</c:v>
                </c:pt>
                <c:pt idx="42950">
                  <c:v>30.28</c:v>
                </c:pt>
                <c:pt idx="42951">
                  <c:v>23.98</c:v>
                </c:pt>
                <c:pt idx="42952">
                  <c:v>59.38</c:v>
                </c:pt>
                <c:pt idx="42953">
                  <c:v>59.38</c:v>
                </c:pt>
                <c:pt idx="42954">
                  <c:v>59.36</c:v>
                </c:pt>
                <c:pt idx="42955">
                  <c:v>64.989999999999995</c:v>
                </c:pt>
                <c:pt idx="42956">
                  <c:v>64.989999999999995</c:v>
                </c:pt>
                <c:pt idx="42957">
                  <c:v>19.84</c:v>
                </c:pt>
                <c:pt idx="42958">
                  <c:v>26.57</c:v>
                </c:pt>
                <c:pt idx="42959">
                  <c:v>169.98</c:v>
                </c:pt>
                <c:pt idx="42960">
                  <c:v>110.98</c:v>
                </c:pt>
                <c:pt idx="42961">
                  <c:v>145.94</c:v>
                </c:pt>
                <c:pt idx="42962">
                  <c:v>129.97999999999999</c:v>
                </c:pt>
                <c:pt idx="42963">
                  <c:v>127.79</c:v>
                </c:pt>
                <c:pt idx="42964">
                  <c:v>215.05</c:v>
                </c:pt>
                <c:pt idx="42965">
                  <c:v>122.97</c:v>
                </c:pt>
                <c:pt idx="42966">
                  <c:v>115.96</c:v>
                </c:pt>
                <c:pt idx="42967">
                  <c:v>69.98</c:v>
                </c:pt>
                <c:pt idx="42968">
                  <c:v>64.98</c:v>
                </c:pt>
                <c:pt idx="42969">
                  <c:v>64.98</c:v>
                </c:pt>
                <c:pt idx="42970">
                  <c:v>64.98</c:v>
                </c:pt>
                <c:pt idx="42971">
                  <c:v>50.74</c:v>
                </c:pt>
                <c:pt idx="42972">
                  <c:v>64.98</c:v>
                </c:pt>
                <c:pt idx="42973">
                  <c:v>50.73</c:v>
                </c:pt>
                <c:pt idx="42974">
                  <c:v>55.48</c:v>
                </c:pt>
                <c:pt idx="42975">
                  <c:v>64.97</c:v>
                </c:pt>
                <c:pt idx="42976">
                  <c:v>64.180000000000007</c:v>
                </c:pt>
                <c:pt idx="42977">
                  <c:v>149.47</c:v>
                </c:pt>
                <c:pt idx="42978">
                  <c:v>78.66</c:v>
                </c:pt>
                <c:pt idx="42979">
                  <c:v>119.62</c:v>
                </c:pt>
                <c:pt idx="42980">
                  <c:v>83.2</c:v>
                </c:pt>
                <c:pt idx="42981">
                  <c:v>99.98</c:v>
                </c:pt>
                <c:pt idx="42982">
                  <c:v>37.49</c:v>
                </c:pt>
                <c:pt idx="42983">
                  <c:v>55.98</c:v>
                </c:pt>
                <c:pt idx="42984">
                  <c:v>86.48</c:v>
                </c:pt>
                <c:pt idx="42985">
                  <c:v>50.73</c:v>
                </c:pt>
                <c:pt idx="42986">
                  <c:v>55.48</c:v>
                </c:pt>
                <c:pt idx="42987">
                  <c:v>65.33</c:v>
                </c:pt>
                <c:pt idx="42988">
                  <c:v>52.61</c:v>
                </c:pt>
                <c:pt idx="42989">
                  <c:v>143.72</c:v>
                </c:pt>
                <c:pt idx="42990">
                  <c:v>159.69999999999999</c:v>
                </c:pt>
                <c:pt idx="42991">
                  <c:v>200.8</c:v>
                </c:pt>
                <c:pt idx="42992">
                  <c:v>65.319999999999993</c:v>
                </c:pt>
                <c:pt idx="42993">
                  <c:v>65.319999999999993</c:v>
                </c:pt>
                <c:pt idx="42994">
                  <c:v>65.319999999999993</c:v>
                </c:pt>
                <c:pt idx="42995">
                  <c:v>65.319999999999993</c:v>
                </c:pt>
                <c:pt idx="42996">
                  <c:v>65.319999999999993</c:v>
                </c:pt>
                <c:pt idx="42997">
                  <c:v>65.319999999999993</c:v>
                </c:pt>
                <c:pt idx="42998">
                  <c:v>65.319999999999993</c:v>
                </c:pt>
                <c:pt idx="42999">
                  <c:v>65.319999999999993</c:v>
                </c:pt>
                <c:pt idx="43000">
                  <c:v>65.319999999999993</c:v>
                </c:pt>
                <c:pt idx="43001">
                  <c:v>59.16</c:v>
                </c:pt>
                <c:pt idx="43002">
                  <c:v>65.319999999999993</c:v>
                </c:pt>
                <c:pt idx="43003">
                  <c:v>65.319999999999993</c:v>
                </c:pt>
                <c:pt idx="43004">
                  <c:v>65.3</c:v>
                </c:pt>
                <c:pt idx="43005">
                  <c:v>65.3</c:v>
                </c:pt>
                <c:pt idx="43006">
                  <c:v>65.3</c:v>
                </c:pt>
                <c:pt idx="43007">
                  <c:v>65.3</c:v>
                </c:pt>
                <c:pt idx="43008">
                  <c:v>65.3</c:v>
                </c:pt>
                <c:pt idx="43009">
                  <c:v>131.97999999999999</c:v>
                </c:pt>
                <c:pt idx="43010">
                  <c:v>169.98</c:v>
                </c:pt>
                <c:pt idx="43011">
                  <c:v>169.98</c:v>
                </c:pt>
                <c:pt idx="43012">
                  <c:v>169.98</c:v>
                </c:pt>
                <c:pt idx="43013">
                  <c:v>169.98</c:v>
                </c:pt>
                <c:pt idx="43014">
                  <c:v>131.97999999999999</c:v>
                </c:pt>
                <c:pt idx="43015">
                  <c:v>80.98</c:v>
                </c:pt>
                <c:pt idx="43016">
                  <c:v>169.98</c:v>
                </c:pt>
                <c:pt idx="43017">
                  <c:v>65.290000000000006</c:v>
                </c:pt>
                <c:pt idx="43018">
                  <c:v>65.290000000000006</c:v>
                </c:pt>
                <c:pt idx="43019">
                  <c:v>65.27</c:v>
                </c:pt>
                <c:pt idx="43020">
                  <c:v>65.27</c:v>
                </c:pt>
                <c:pt idx="43021">
                  <c:v>55.64</c:v>
                </c:pt>
                <c:pt idx="43022">
                  <c:v>55.64</c:v>
                </c:pt>
                <c:pt idx="43023">
                  <c:v>55.64</c:v>
                </c:pt>
                <c:pt idx="43024">
                  <c:v>118.78</c:v>
                </c:pt>
                <c:pt idx="43025">
                  <c:v>79.98</c:v>
                </c:pt>
                <c:pt idx="43026">
                  <c:v>131.97999999999999</c:v>
                </c:pt>
                <c:pt idx="43027">
                  <c:v>131.97999999999999</c:v>
                </c:pt>
                <c:pt idx="43028">
                  <c:v>121.28</c:v>
                </c:pt>
                <c:pt idx="43029">
                  <c:v>131.97999999999999</c:v>
                </c:pt>
                <c:pt idx="43030">
                  <c:v>118.78</c:v>
                </c:pt>
                <c:pt idx="43031">
                  <c:v>128.02000000000001</c:v>
                </c:pt>
                <c:pt idx="43032">
                  <c:v>131.97999999999999</c:v>
                </c:pt>
                <c:pt idx="43033">
                  <c:v>131.97999999999999</c:v>
                </c:pt>
                <c:pt idx="43034">
                  <c:v>131.97999999999999</c:v>
                </c:pt>
                <c:pt idx="43035">
                  <c:v>131.97999999999999</c:v>
                </c:pt>
                <c:pt idx="43036">
                  <c:v>118.02</c:v>
                </c:pt>
                <c:pt idx="43037">
                  <c:v>121.98</c:v>
                </c:pt>
                <c:pt idx="43038">
                  <c:v>65.989999999999995</c:v>
                </c:pt>
                <c:pt idx="43039">
                  <c:v>55.64</c:v>
                </c:pt>
                <c:pt idx="43040">
                  <c:v>55.64</c:v>
                </c:pt>
                <c:pt idx="43041">
                  <c:v>55.64</c:v>
                </c:pt>
                <c:pt idx="43042">
                  <c:v>55.64</c:v>
                </c:pt>
                <c:pt idx="43043">
                  <c:v>55.64</c:v>
                </c:pt>
                <c:pt idx="43044">
                  <c:v>55.64</c:v>
                </c:pt>
                <c:pt idx="43045">
                  <c:v>55.64</c:v>
                </c:pt>
                <c:pt idx="43046">
                  <c:v>55.64</c:v>
                </c:pt>
                <c:pt idx="43047">
                  <c:v>55.64</c:v>
                </c:pt>
                <c:pt idx="43048">
                  <c:v>55.64</c:v>
                </c:pt>
                <c:pt idx="43049">
                  <c:v>121.96</c:v>
                </c:pt>
                <c:pt idx="43050">
                  <c:v>55.64</c:v>
                </c:pt>
                <c:pt idx="43051">
                  <c:v>55.64</c:v>
                </c:pt>
                <c:pt idx="43052">
                  <c:v>55.62</c:v>
                </c:pt>
                <c:pt idx="43053">
                  <c:v>55.62</c:v>
                </c:pt>
                <c:pt idx="43054">
                  <c:v>55.61</c:v>
                </c:pt>
                <c:pt idx="43055">
                  <c:v>65.150000000000006</c:v>
                </c:pt>
                <c:pt idx="43056">
                  <c:v>58.98</c:v>
                </c:pt>
                <c:pt idx="43057">
                  <c:v>58.98</c:v>
                </c:pt>
                <c:pt idx="43058">
                  <c:v>113.7</c:v>
                </c:pt>
                <c:pt idx="43059">
                  <c:v>159.69999999999999</c:v>
                </c:pt>
                <c:pt idx="43060">
                  <c:v>178.43</c:v>
                </c:pt>
                <c:pt idx="43061">
                  <c:v>49.59</c:v>
                </c:pt>
                <c:pt idx="43062">
                  <c:v>59.98</c:v>
                </c:pt>
                <c:pt idx="43063">
                  <c:v>159.69999999999999</c:v>
                </c:pt>
                <c:pt idx="43064">
                  <c:v>18.13</c:v>
                </c:pt>
                <c:pt idx="43065">
                  <c:v>128.24</c:v>
                </c:pt>
                <c:pt idx="43066">
                  <c:v>159.69999999999999</c:v>
                </c:pt>
                <c:pt idx="43067">
                  <c:v>128.24</c:v>
                </c:pt>
                <c:pt idx="43068">
                  <c:v>58.98</c:v>
                </c:pt>
                <c:pt idx="43069">
                  <c:v>58.98</c:v>
                </c:pt>
                <c:pt idx="43070">
                  <c:v>50.48</c:v>
                </c:pt>
                <c:pt idx="43071">
                  <c:v>58.98</c:v>
                </c:pt>
                <c:pt idx="43072">
                  <c:v>58.98</c:v>
                </c:pt>
                <c:pt idx="43073">
                  <c:v>58.98</c:v>
                </c:pt>
                <c:pt idx="43074">
                  <c:v>179.96</c:v>
                </c:pt>
                <c:pt idx="43075">
                  <c:v>148.96</c:v>
                </c:pt>
                <c:pt idx="43076">
                  <c:v>131.97999999999999</c:v>
                </c:pt>
                <c:pt idx="43077">
                  <c:v>131.97999999999999</c:v>
                </c:pt>
                <c:pt idx="43078">
                  <c:v>153.69</c:v>
                </c:pt>
                <c:pt idx="43079">
                  <c:v>150.97</c:v>
                </c:pt>
                <c:pt idx="43080">
                  <c:v>193.07</c:v>
                </c:pt>
                <c:pt idx="43081">
                  <c:v>105.97</c:v>
                </c:pt>
                <c:pt idx="43082">
                  <c:v>216.96</c:v>
                </c:pt>
                <c:pt idx="43083">
                  <c:v>112.18</c:v>
                </c:pt>
                <c:pt idx="43084">
                  <c:v>50.47</c:v>
                </c:pt>
                <c:pt idx="43085">
                  <c:v>58.98</c:v>
                </c:pt>
                <c:pt idx="43086">
                  <c:v>58.98</c:v>
                </c:pt>
                <c:pt idx="43087">
                  <c:v>59.99</c:v>
                </c:pt>
                <c:pt idx="43088">
                  <c:v>89.96</c:v>
                </c:pt>
                <c:pt idx="43089">
                  <c:v>74.97</c:v>
                </c:pt>
                <c:pt idx="43090">
                  <c:v>119.94</c:v>
                </c:pt>
                <c:pt idx="43091">
                  <c:v>124.94</c:v>
                </c:pt>
                <c:pt idx="43092">
                  <c:v>76.260000000000005</c:v>
                </c:pt>
                <c:pt idx="43093">
                  <c:v>59.99</c:v>
                </c:pt>
                <c:pt idx="43094">
                  <c:v>59.99</c:v>
                </c:pt>
                <c:pt idx="43095">
                  <c:v>59.99</c:v>
                </c:pt>
                <c:pt idx="43096">
                  <c:v>59.77</c:v>
                </c:pt>
                <c:pt idx="43097">
                  <c:v>60.99</c:v>
                </c:pt>
                <c:pt idx="43098">
                  <c:v>79.989999999999995</c:v>
                </c:pt>
                <c:pt idx="43099">
                  <c:v>76.319999999999993</c:v>
                </c:pt>
                <c:pt idx="43100">
                  <c:v>70.88</c:v>
                </c:pt>
                <c:pt idx="43101">
                  <c:v>78.39</c:v>
                </c:pt>
                <c:pt idx="43102">
                  <c:v>99.98</c:v>
                </c:pt>
                <c:pt idx="43103">
                  <c:v>60.99</c:v>
                </c:pt>
                <c:pt idx="43104">
                  <c:v>59.77</c:v>
                </c:pt>
                <c:pt idx="43105">
                  <c:v>59.77</c:v>
                </c:pt>
                <c:pt idx="43106">
                  <c:v>59.61</c:v>
                </c:pt>
                <c:pt idx="43107">
                  <c:v>60.99</c:v>
                </c:pt>
                <c:pt idx="43108">
                  <c:v>67.989999999999995</c:v>
                </c:pt>
                <c:pt idx="43109">
                  <c:v>67.989999999999995</c:v>
                </c:pt>
                <c:pt idx="43110">
                  <c:v>79.989999999999995</c:v>
                </c:pt>
                <c:pt idx="43111">
                  <c:v>79.989999999999995</c:v>
                </c:pt>
                <c:pt idx="43112">
                  <c:v>79.989999999999995</c:v>
                </c:pt>
                <c:pt idx="43113">
                  <c:v>95.98</c:v>
                </c:pt>
                <c:pt idx="43114">
                  <c:v>129.97</c:v>
                </c:pt>
                <c:pt idx="43115">
                  <c:v>59.99</c:v>
                </c:pt>
                <c:pt idx="43116">
                  <c:v>59.99</c:v>
                </c:pt>
                <c:pt idx="43117">
                  <c:v>59.99</c:v>
                </c:pt>
                <c:pt idx="43118">
                  <c:v>59.99</c:v>
                </c:pt>
                <c:pt idx="43119">
                  <c:v>59.99</c:v>
                </c:pt>
                <c:pt idx="43120">
                  <c:v>59.99</c:v>
                </c:pt>
                <c:pt idx="43121">
                  <c:v>50.47</c:v>
                </c:pt>
                <c:pt idx="43122">
                  <c:v>232.26</c:v>
                </c:pt>
                <c:pt idx="43123">
                  <c:v>399.24</c:v>
                </c:pt>
                <c:pt idx="43124">
                  <c:v>152.66</c:v>
                </c:pt>
                <c:pt idx="43125">
                  <c:v>205.65</c:v>
                </c:pt>
                <c:pt idx="43126">
                  <c:v>174.25</c:v>
                </c:pt>
                <c:pt idx="43127">
                  <c:v>271.48</c:v>
                </c:pt>
                <c:pt idx="43128">
                  <c:v>108.85</c:v>
                </c:pt>
                <c:pt idx="43129">
                  <c:v>120.98</c:v>
                </c:pt>
                <c:pt idx="43130">
                  <c:v>299.57</c:v>
                </c:pt>
                <c:pt idx="43131">
                  <c:v>-1.2</c:v>
                </c:pt>
                <c:pt idx="43132">
                  <c:v>91.94</c:v>
                </c:pt>
                <c:pt idx="43133">
                  <c:v>62.87</c:v>
                </c:pt>
                <c:pt idx="43134">
                  <c:v>-13.2</c:v>
                </c:pt>
                <c:pt idx="43135">
                  <c:v>151.87</c:v>
                </c:pt>
                <c:pt idx="43136">
                  <c:v>59.98</c:v>
                </c:pt>
                <c:pt idx="43137">
                  <c:v>84.99</c:v>
                </c:pt>
                <c:pt idx="43138">
                  <c:v>84.99</c:v>
                </c:pt>
                <c:pt idx="43139">
                  <c:v>65.989999999999995</c:v>
                </c:pt>
                <c:pt idx="43140">
                  <c:v>84.99</c:v>
                </c:pt>
                <c:pt idx="43141">
                  <c:v>68.989999999999995</c:v>
                </c:pt>
                <c:pt idx="43142">
                  <c:v>84.99</c:v>
                </c:pt>
                <c:pt idx="43143">
                  <c:v>101.48</c:v>
                </c:pt>
                <c:pt idx="43144">
                  <c:v>65.989999999999995</c:v>
                </c:pt>
                <c:pt idx="43145">
                  <c:v>84.99</c:v>
                </c:pt>
                <c:pt idx="43146">
                  <c:v>65.989999999999995</c:v>
                </c:pt>
                <c:pt idx="43147">
                  <c:v>104.98</c:v>
                </c:pt>
                <c:pt idx="43148">
                  <c:v>104.98</c:v>
                </c:pt>
                <c:pt idx="43149">
                  <c:v>84.99</c:v>
                </c:pt>
                <c:pt idx="43150">
                  <c:v>84.99</c:v>
                </c:pt>
                <c:pt idx="43151">
                  <c:v>109.98</c:v>
                </c:pt>
                <c:pt idx="43152">
                  <c:v>79.98</c:v>
                </c:pt>
                <c:pt idx="43153">
                  <c:v>92.66</c:v>
                </c:pt>
                <c:pt idx="43154">
                  <c:v>109.98</c:v>
                </c:pt>
                <c:pt idx="43155">
                  <c:v>79.98</c:v>
                </c:pt>
                <c:pt idx="43156">
                  <c:v>59.98</c:v>
                </c:pt>
                <c:pt idx="43157">
                  <c:v>51.29</c:v>
                </c:pt>
                <c:pt idx="43158">
                  <c:v>59.98</c:v>
                </c:pt>
                <c:pt idx="43159">
                  <c:v>59.98</c:v>
                </c:pt>
                <c:pt idx="43160">
                  <c:v>46.94</c:v>
                </c:pt>
                <c:pt idx="43161">
                  <c:v>51.29</c:v>
                </c:pt>
                <c:pt idx="43162">
                  <c:v>51.29</c:v>
                </c:pt>
                <c:pt idx="43163">
                  <c:v>51.29</c:v>
                </c:pt>
                <c:pt idx="43164">
                  <c:v>51.29</c:v>
                </c:pt>
                <c:pt idx="43165">
                  <c:v>205.64</c:v>
                </c:pt>
                <c:pt idx="43166">
                  <c:v>68.95</c:v>
                </c:pt>
                <c:pt idx="43167">
                  <c:v>148.49</c:v>
                </c:pt>
                <c:pt idx="43168">
                  <c:v>220.18</c:v>
                </c:pt>
                <c:pt idx="43169">
                  <c:v>73.88</c:v>
                </c:pt>
                <c:pt idx="43170">
                  <c:v>96.78</c:v>
                </c:pt>
                <c:pt idx="43171">
                  <c:v>-28.49</c:v>
                </c:pt>
                <c:pt idx="43172">
                  <c:v>96.78</c:v>
                </c:pt>
                <c:pt idx="43173">
                  <c:v>189.16</c:v>
                </c:pt>
                <c:pt idx="43174">
                  <c:v>182.67</c:v>
                </c:pt>
                <c:pt idx="43175">
                  <c:v>96.78</c:v>
                </c:pt>
                <c:pt idx="43176">
                  <c:v>159.69999999999999</c:v>
                </c:pt>
                <c:pt idx="43177">
                  <c:v>68.930000000000007</c:v>
                </c:pt>
                <c:pt idx="43178">
                  <c:v>189.56</c:v>
                </c:pt>
                <c:pt idx="43179">
                  <c:v>159.69999999999999</c:v>
                </c:pt>
                <c:pt idx="43180">
                  <c:v>49.92</c:v>
                </c:pt>
                <c:pt idx="43181">
                  <c:v>96.78</c:v>
                </c:pt>
                <c:pt idx="43182">
                  <c:v>46.94</c:v>
                </c:pt>
                <c:pt idx="43183">
                  <c:v>59.98</c:v>
                </c:pt>
                <c:pt idx="43184">
                  <c:v>59.98</c:v>
                </c:pt>
                <c:pt idx="43185">
                  <c:v>51.29</c:v>
                </c:pt>
                <c:pt idx="43186">
                  <c:v>51.29</c:v>
                </c:pt>
                <c:pt idx="43187">
                  <c:v>59.98</c:v>
                </c:pt>
                <c:pt idx="43188">
                  <c:v>59.98</c:v>
                </c:pt>
                <c:pt idx="43189">
                  <c:v>59.98</c:v>
                </c:pt>
                <c:pt idx="43190">
                  <c:v>59.98</c:v>
                </c:pt>
                <c:pt idx="43191">
                  <c:v>108.97</c:v>
                </c:pt>
                <c:pt idx="43192">
                  <c:v>132.94999999999999</c:v>
                </c:pt>
                <c:pt idx="43193">
                  <c:v>65.989999999999995</c:v>
                </c:pt>
                <c:pt idx="43194">
                  <c:v>108.97</c:v>
                </c:pt>
                <c:pt idx="43195">
                  <c:v>132.94999999999999</c:v>
                </c:pt>
                <c:pt idx="43196">
                  <c:v>108.97</c:v>
                </c:pt>
                <c:pt idx="43197">
                  <c:v>163.95</c:v>
                </c:pt>
                <c:pt idx="43198">
                  <c:v>84.99</c:v>
                </c:pt>
                <c:pt idx="43199">
                  <c:v>101.96</c:v>
                </c:pt>
                <c:pt idx="43200">
                  <c:v>75.09</c:v>
                </c:pt>
                <c:pt idx="43201">
                  <c:v>11.99</c:v>
                </c:pt>
                <c:pt idx="43202">
                  <c:v>128.96</c:v>
                </c:pt>
                <c:pt idx="43203">
                  <c:v>101.96</c:v>
                </c:pt>
                <c:pt idx="43204">
                  <c:v>81.98</c:v>
                </c:pt>
                <c:pt idx="43205">
                  <c:v>63.97</c:v>
                </c:pt>
                <c:pt idx="43206">
                  <c:v>120.96</c:v>
                </c:pt>
                <c:pt idx="43207">
                  <c:v>87.08</c:v>
                </c:pt>
                <c:pt idx="43208">
                  <c:v>128.96</c:v>
                </c:pt>
                <c:pt idx="43209">
                  <c:v>59.98</c:v>
                </c:pt>
                <c:pt idx="43210">
                  <c:v>116.97</c:v>
                </c:pt>
                <c:pt idx="43211">
                  <c:v>200.56</c:v>
                </c:pt>
                <c:pt idx="43212">
                  <c:v>180.95</c:v>
                </c:pt>
                <c:pt idx="43213">
                  <c:v>209.93</c:v>
                </c:pt>
                <c:pt idx="43214">
                  <c:v>239.92</c:v>
                </c:pt>
                <c:pt idx="43215">
                  <c:v>197.94</c:v>
                </c:pt>
                <c:pt idx="43216">
                  <c:v>230.93</c:v>
                </c:pt>
                <c:pt idx="43217">
                  <c:v>59.98</c:v>
                </c:pt>
                <c:pt idx="43218">
                  <c:v>59.98</c:v>
                </c:pt>
                <c:pt idx="43219">
                  <c:v>114.96</c:v>
                </c:pt>
                <c:pt idx="43220">
                  <c:v>76.98</c:v>
                </c:pt>
                <c:pt idx="43221">
                  <c:v>60.99</c:v>
                </c:pt>
                <c:pt idx="43222">
                  <c:v>99.98</c:v>
                </c:pt>
                <c:pt idx="43223">
                  <c:v>60.99</c:v>
                </c:pt>
                <c:pt idx="43224">
                  <c:v>99.98</c:v>
                </c:pt>
                <c:pt idx="43225">
                  <c:v>100.78</c:v>
                </c:pt>
                <c:pt idx="43226">
                  <c:v>60.99</c:v>
                </c:pt>
                <c:pt idx="43227">
                  <c:v>127.97</c:v>
                </c:pt>
                <c:pt idx="43228">
                  <c:v>79.989999999999995</c:v>
                </c:pt>
                <c:pt idx="43229">
                  <c:v>121.98</c:v>
                </c:pt>
                <c:pt idx="43230">
                  <c:v>130.97</c:v>
                </c:pt>
                <c:pt idx="43231">
                  <c:v>194.97</c:v>
                </c:pt>
                <c:pt idx="43232">
                  <c:v>59.98</c:v>
                </c:pt>
                <c:pt idx="43233">
                  <c:v>59.98</c:v>
                </c:pt>
                <c:pt idx="43234">
                  <c:v>59.98</c:v>
                </c:pt>
                <c:pt idx="43235">
                  <c:v>51.29</c:v>
                </c:pt>
                <c:pt idx="43236">
                  <c:v>51.29</c:v>
                </c:pt>
                <c:pt idx="43237">
                  <c:v>51.29</c:v>
                </c:pt>
                <c:pt idx="43238">
                  <c:v>59.98</c:v>
                </c:pt>
                <c:pt idx="43239">
                  <c:v>59.98</c:v>
                </c:pt>
                <c:pt idx="43240">
                  <c:v>51.29</c:v>
                </c:pt>
                <c:pt idx="43241">
                  <c:v>59.98</c:v>
                </c:pt>
                <c:pt idx="43242">
                  <c:v>134.97999999999999</c:v>
                </c:pt>
                <c:pt idx="43243">
                  <c:v>84.99</c:v>
                </c:pt>
                <c:pt idx="43244">
                  <c:v>149.97</c:v>
                </c:pt>
                <c:pt idx="43245">
                  <c:v>65.989999999999995</c:v>
                </c:pt>
                <c:pt idx="43246">
                  <c:v>120.98</c:v>
                </c:pt>
                <c:pt idx="43247">
                  <c:v>65.989999999999995</c:v>
                </c:pt>
                <c:pt idx="43248">
                  <c:v>79.98</c:v>
                </c:pt>
                <c:pt idx="43249">
                  <c:v>65.989999999999995</c:v>
                </c:pt>
                <c:pt idx="43250">
                  <c:v>65.989999999999995</c:v>
                </c:pt>
                <c:pt idx="43251">
                  <c:v>137.97</c:v>
                </c:pt>
                <c:pt idx="43252">
                  <c:v>99.98</c:v>
                </c:pt>
                <c:pt idx="43253">
                  <c:v>36.03</c:v>
                </c:pt>
                <c:pt idx="43254">
                  <c:v>68.989999999999995</c:v>
                </c:pt>
                <c:pt idx="43255">
                  <c:v>142.34</c:v>
                </c:pt>
                <c:pt idx="43256">
                  <c:v>84.99</c:v>
                </c:pt>
                <c:pt idx="43257">
                  <c:v>65.989999999999995</c:v>
                </c:pt>
                <c:pt idx="43258">
                  <c:v>84.99</c:v>
                </c:pt>
                <c:pt idx="43259">
                  <c:v>94.97</c:v>
                </c:pt>
                <c:pt idx="43260">
                  <c:v>120.97</c:v>
                </c:pt>
                <c:pt idx="43261">
                  <c:v>51.29</c:v>
                </c:pt>
                <c:pt idx="43262">
                  <c:v>51.29</c:v>
                </c:pt>
                <c:pt idx="43263">
                  <c:v>59.98</c:v>
                </c:pt>
                <c:pt idx="43264">
                  <c:v>59.98</c:v>
                </c:pt>
                <c:pt idx="43265">
                  <c:v>51.29</c:v>
                </c:pt>
                <c:pt idx="43266">
                  <c:v>51.29</c:v>
                </c:pt>
                <c:pt idx="43267">
                  <c:v>51.29</c:v>
                </c:pt>
                <c:pt idx="43268">
                  <c:v>51.29</c:v>
                </c:pt>
                <c:pt idx="43269">
                  <c:v>51.29</c:v>
                </c:pt>
                <c:pt idx="43270">
                  <c:v>51.29</c:v>
                </c:pt>
                <c:pt idx="43271">
                  <c:v>104.98</c:v>
                </c:pt>
                <c:pt idx="43272">
                  <c:v>59.85</c:v>
                </c:pt>
                <c:pt idx="43273">
                  <c:v>83.94</c:v>
                </c:pt>
                <c:pt idx="43274">
                  <c:v>84.99</c:v>
                </c:pt>
                <c:pt idx="43275">
                  <c:v>84.96</c:v>
                </c:pt>
                <c:pt idx="43276">
                  <c:v>104.98</c:v>
                </c:pt>
                <c:pt idx="43277">
                  <c:v>82.88</c:v>
                </c:pt>
                <c:pt idx="43278">
                  <c:v>84.99</c:v>
                </c:pt>
                <c:pt idx="43279">
                  <c:v>121.97</c:v>
                </c:pt>
                <c:pt idx="43280">
                  <c:v>59.98</c:v>
                </c:pt>
                <c:pt idx="43281">
                  <c:v>84.99</c:v>
                </c:pt>
                <c:pt idx="43282">
                  <c:v>84.99</c:v>
                </c:pt>
                <c:pt idx="43283">
                  <c:v>101.57</c:v>
                </c:pt>
                <c:pt idx="43284">
                  <c:v>91.97</c:v>
                </c:pt>
                <c:pt idx="43285">
                  <c:v>89.98</c:v>
                </c:pt>
                <c:pt idx="43286">
                  <c:v>68.989999999999995</c:v>
                </c:pt>
                <c:pt idx="43287">
                  <c:v>21.99</c:v>
                </c:pt>
                <c:pt idx="43288">
                  <c:v>84.99</c:v>
                </c:pt>
                <c:pt idx="43289">
                  <c:v>51.29</c:v>
                </c:pt>
                <c:pt idx="43290">
                  <c:v>59.98</c:v>
                </c:pt>
                <c:pt idx="43291">
                  <c:v>59.98</c:v>
                </c:pt>
                <c:pt idx="43292">
                  <c:v>51.29</c:v>
                </c:pt>
                <c:pt idx="43293">
                  <c:v>59.98</c:v>
                </c:pt>
                <c:pt idx="43294">
                  <c:v>51.29</c:v>
                </c:pt>
                <c:pt idx="43295">
                  <c:v>51.29</c:v>
                </c:pt>
                <c:pt idx="43296">
                  <c:v>59.98</c:v>
                </c:pt>
                <c:pt idx="43297">
                  <c:v>51.29</c:v>
                </c:pt>
                <c:pt idx="43298">
                  <c:v>35.29</c:v>
                </c:pt>
                <c:pt idx="43299">
                  <c:v>35.29</c:v>
                </c:pt>
                <c:pt idx="43300">
                  <c:v>51.29</c:v>
                </c:pt>
                <c:pt idx="43301">
                  <c:v>51.29</c:v>
                </c:pt>
                <c:pt idx="43302">
                  <c:v>147.6</c:v>
                </c:pt>
                <c:pt idx="43303">
                  <c:v>135.5</c:v>
                </c:pt>
                <c:pt idx="43304">
                  <c:v>141.69</c:v>
                </c:pt>
                <c:pt idx="43305">
                  <c:v>59.98</c:v>
                </c:pt>
                <c:pt idx="43306">
                  <c:v>59.97</c:v>
                </c:pt>
                <c:pt idx="43307">
                  <c:v>59.97</c:v>
                </c:pt>
                <c:pt idx="43308">
                  <c:v>131.97999999999999</c:v>
                </c:pt>
                <c:pt idx="43309">
                  <c:v>131.97999999999999</c:v>
                </c:pt>
                <c:pt idx="43310">
                  <c:v>226.05</c:v>
                </c:pt>
                <c:pt idx="43311">
                  <c:v>259.93</c:v>
                </c:pt>
                <c:pt idx="43312">
                  <c:v>59.97</c:v>
                </c:pt>
                <c:pt idx="43313">
                  <c:v>59.97</c:v>
                </c:pt>
                <c:pt idx="43314">
                  <c:v>59.97</c:v>
                </c:pt>
                <c:pt idx="43315">
                  <c:v>59.97</c:v>
                </c:pt>
                <c:pt idx="43316">
                  <c:v>59.97</c:v>
                </c:pt>
                <c:pt idx="43317">
                  <c:v>59.97</c:v>
                </c:pt>
                <c:pt idx="43318">
                  <c:v>59.97</c:v>
                </c:pt>
                <c:pt idx="43319">
                  <c:v>51.28</c:v>
                </c:pt>
                <c:pt idx="43320">
                  <c:v>84.99</c:v>
                </c:pt>
                <c:pt idx="43321">
                  <c:v>84.99</c:v>
                </c:pt>
                <c:pt idx="43322">
                  <c:v>84.99</c:v>
                </c:pt>
                <c:pt idx="43323">
                  <c:v>84.99</c:v>
                </c:pt>
                <c:pt idx="43324">
                  <c:v>104.98</c:v>
                </c:pt>
                <c:pt idx="43325">
                  <c:v>69.98</c:v>
                </c:pt>
                <c:pt idx="43326">
                  <c:v>128.97</c:v>
                </c:pt>
                <c:pt idx="43327">
                  <c:v>84.99</c:v>
                </c:pt>
                <c:pt idx="43328">
                  <c:v>84.99</c:v>
                </c:pt>
                <c:pt idx="43329">
                  <c:v>104.98</c:v>
                </c:pt>
                <c:pt idx="43330">
                  <c:v>79.98</c:v>
                </c:pt>
                <c:pt idx="43331">
                  <c:v>98.97</c:v>
                </c:pt>
                <c:pt idx="43332">
                  <c:v>119.97</c:v>
                </c:pt>
                <c:pt idx="43333">
                  <c:v>84.99</c:v>
                </c:pt>
                <c:pt idx="43334">
                  <c:v>84.99</c:v>
                </c:pt>
                <c:pt idx="43335">
                  <c:v>84.99</c:v>
                </c:pt>
                <c:pt idx="43336">
                  <c:v>79.03</c:v>
                </c:pt>
                <c:pt idx="43337">
                  <c:v>84.99</c:v>
                </c:pt>
                <c:pt idx="43338">
                  <c:v>146.97</c:v>
                </c:pt>
                <c:pt idx="43339">
                  <c:v>51.28</c:v>
                </c:pt>
                <c:pt idx="43340">
                  <c:v>51.28</c:v>
                </c:pt>
                <c:pt idx="43341">
                  <c:v>51.28</c:v>
                </c:pt>
                <c:pt idx="43342">
                  <c:v>59.97</c:v>
                </c:pt>
                <c:pt idx="43343">
                  <c:v>50.45</c:v>
                </c:pt>
                <c:pt idx="43344">
                  <c:v>59.97</c:v>
                </c:pt>
                <c:pt idx="43345">
                  <c:v>59.97</c:v>
                </c:pt>
                <c:pt idx="43346">
                  <c:v>59.97</c:v>
                </c:pt>
                <c:pt idx="43347">
                  <c:v>59.96</c:v>
                </c:pt>
                <c:pt idx="43348">
                  <c:v>77.98</c:v>
                </c:pt>
                <c:pt idx="43349">
                  <c:v>51.98</c:v>
                </c:pt>
                <c:pt idx="43350">
                  <c:v>77.98</c:v>
                </c:pt>
                <c:pt idx="43351">
                  <c:v>60.99</c:v>
                </c:pt>
                <c:pt idx="43352">
                  <c:v>60.99</c:v>
                </c:pt>
                <c:pt idx="43353">
                  <c:v>55.99</c:v>
                </c:pt>
                <c:pt idx="43354">
                  <c:v>77.98</c:v>
                </c:pt>
                <c:pt idx="43355">
                  <c:v>65.989999999999995</c:v>
                </c:pt>
                <c:pt idx="43356">
                  <c:v>65.989999999999995</c:v>
                </c:pt>
                <c:pt idx="43357">
                  <c:v>77.98</c:v>
                </c:pt>
                <c:pt idx="43358">
                  <c:v>68.430000000000007</c:v>
                </c:pt>
                <c:pt idx="43359">
                  <c:v>77.98</c:v>
                </c:pt>
                <c:pt idx="43360">
                  <c:v>77.98</c:v>
                </c:pt>
                <c:pt idx="43361">
                  <c:v>72.98</c:v>
                </c:pt>
                <c:pt idx="43362">
                  <c:v>72.98</c:v>
                </c:pt>
                <c:pt idx="43363">
                  <c:v>77.98</c:v>
                </c:pt>
                <c:pt idx="43364">
                  <c:v>65.989999999999995</c:v>
                </c:pt>
                <c:pt idx="43365">
                  <c:v>77.98</c:v>
                </c:pt>
                <c:pt idx="43366">
                  <c:v>96.98</c:v>
                </c:pt>
                <c:pt idx="43367">
                  <c:v>60.99</c:v>
                </c:pt>
                <c:pt idx="43368">
                  <c:v>77.98</c:v>
                </c:pt>
                <c:pt idx="43369">
                  <c:v>21.29</c:v>
                </c:pt>
                <c:pt idx="43370">
                  <c:v>21.29</c:v>
                </c:pt>
                <c:pt idx="43371">
                  <c:v>59.96</c:v>
                </c:pt>
                <c:pt idx="43372">
                  <c:v>21.94</c:v>
                </c:pt>
                <c:pt idx="43373">
                  <c:v>16.29</c:v>
                </c:pt>
                <c:pt idx="43374">
                  <c:v>59.96</c:v>
                </c:pt>
                <c:pt idx="43375">
                  <c:v>59.96</c:v>
                </c:pt>
                <c:pt idx="43376">
                  <c:v>21.29</c:v>
                </c:pt>
                <c:pt idx="43377">
                  <c:v>21.29</c:v>
                </c:pt>
                <c:pt idx="43378">
                  <c:v>69.98</c:v>
                </c:pt>
                <c:pt idx="43379">
                  <c:v>54.99</c:v>
                </c:pt>
                <c:pt idx="43380">
                  <c:v>63.72</c:v>
                </c:pt>
                <c:pt idx="43381">
                  <c:v>94.97</c:v>
                </c:pt>
                <c:pt idx="43382">
                  <c:v>74.98</c:v>
                </c:pt>
                <c:pt idx="43383">
                  <c:v>54.98</c:v>
                </c:pt>
                <c:pt idx="43384">
                  <c:v>78.97</c:v>
                </c:pt>
                <c:pt idx="43385">
                  <c:v>96.98</c:v>
                </c:pt>
                <c:pt idx="43386">
                  <c:v>78.41</c:v>
                </c:pt>
                <c:pt idx="43387">
                  <c:v>88.96</c:v>
                </c:pt>
                <c:pt idx="43388">
                  <c:v>51.97</c:v>
                </c:pt>
                <c:pt idx="43389">
                  <c:v>72.61</c:v>
                </c:pt>
                <c:pt idx="43390">
                  <c:v>59.98</c:v>
                </c:pt>
                <c:pt idx="43391">
                  <c:v>134.97</c:v>
                </c:pt>
                <c:pt idx="43392">
                  <c:v>65.19</c:v>
                </c:pt>
                <c:pt idx="43393">
                  <c:v>54.99</c:v>
                </c:pt>
                <c:pt idx="43394">
                  <c:v>84.99</c:v>
                </c:pt>
                <c:pt idx="43395">
                  <c:v>52.85</c:v>
                </c:pt>
                <c:pt idx="43396">
                  <c:v>59.96</c:v>
                </c:pt>
                <c:pt idx="43397">
                  <c:v>59.96</c:v>
                </c:pt>
                <c:pt idx="43398">
                  <c:v>59.96</c:v>
                </c:pt>
                <c:pt idx="43399">
                  <c:v>59.96</c:v>
                </c:pt>
                <c:pt idx="43400">
                  <c:v>59.95</c:v>
                </c:pt>
                <c:pt idx="43401">
                  <c:v>58.92</c:v>
                </c:pt>
                <c:pt idx="43402">
                  <c:v>59.96</c:v>
                </c:pt>
                <c:pt idx="43403">
                  <c:v>59.96</c:v>
                </c:pt>
                <c:pt idx="43404">
                  <c:v>59.96</c:v>
                </c:pt>
                <c:pt idx="43405">
                  <c:v>94.98</c:v>
                </c:pt>
                <c:pt idx="43406">
                  <c:v>79.989999999999995</c:v>
                </c:pt>
                <c:pt idx="43407">
                  <c:v>126.05</c:v>
                </c:pt>
                <c:pt idx="43408">
                  <c:v>54.89</c:v>
                </c:pt>
                <c:pt idx="43409">
                  <c:v>121.98</c:v>
                </c:pt>
                <c:pt idx="43410">
                  <c:v>106.97</c:v>
                </c:pt>
                <c:pt idx="43411">
                  <c:v>79.989999999999995</c:v>
                </c:pt>
                <c:pt idx="43412">
                  <c:v>75.97</c:v>
                </c:pt>
                <c:pt idx="43413">
                  <c:v>106.97</c:v>
                </c:pt>
                <c:pt idx="43414">
                  <c:v>79.989999999999995</c:v>
                </c:pt>
                <c:pt idx="43415">
                  <c:v>54.89</c:v>
                </c:pt>
                <c:pt idx="43416">
                  <c:v>79.989999999999995</c:v>
                </c:pt>
                <c:pt idx="43417">
                  <c:v>75.97</c:v>
                </c:pt>
                <c:pt idx="43418">
                  <c:v>126.05</c:v>
                </c:pt>
                <c:pt idx="43419">
                  <c:v>121.98</c:v>
                </c:pt>
                <c:pt idx="43420">
                  <c:v>79.989999999999995</c:v>
                </c:pt>
                <c:pt idx="43421">
                  <c:v>137.97</c:v>
                </c:pt>
                <c:pt idx="43422">
                  <c:v>94.98</c:v>
                </c:pt>
                <c:pt idx="43423">
                  <c:v>137.97</c:v>
                </c:pt>
                <c:pt idx="43424">
                  <c:v>79.989999999999995</c:v>
                </c:pt>
                <c:pt idx="43425">
                  <c:v>114.98</c:v>
                </c:pt>
                <c:pt idx="43426">
                  <c:v>114.98</c:v>
                </c:pt>
                <c:pt idx="43427">
                  <c:v>79.989999999999995</c:v>
                </c:pt>
                <c:pt idx="43428">
                  <c:v>-60.99</c:v>
                </c:pt>
                <c:pt idx="43429">
                  <c:v>79.989999999999995</c:v>
                </c:pt>
                <c:pt idx="43430">
                  <c:v>79.989999999999995</c:v>
                </c:pt>
                <c:pt idx="43431">
                  <c:v>54.89</c:v>
                </c:pt>
                <c:pt idx="43432">
                  <c:v>159.97999999999999</c:v>
                </c:pt>
                <c:pt idx="43433">
                  <c:v>159.97999999999999</c:v>
                </c:pt>
                <c:pt idx="43434">
                  <c:v>79.989999999999995</c:v>
                </c:pt>
                <c:pt idx="43435">
                  <c:v>79.989999999999995</c:v>
                </c:pt>
                <c:pt idx="43436">
                  <c:v>114.98</c:v>
                </c:pt>
                <c:pt idx="43437">
                  <c:v>79.989999999999995</c:v>
                </c:pt>
                <c:pt idx="43438">
                  <c:v>54.89</c:v>
                </c:pt>
                <c:pt idx="43439">
                  <c:v>72.010000000000005</c:v>
                </c:pt>
                <c:pt idx="43440">
                  <c:v>54.89</c:v>
                </c:pt>
                <c:pt idx="43441">
                  <c:v>54.89</c:v>
                </c:pt>
                <c:pt idx="43442">
                  <c:v>72.010000000000005</c:v>
                </c:pt>
                <c:pt idx="43443">
                  <c:v>-60.99</c:v>
                </c:pt>
                <c:pt idx="43444">
                  <c:v>114.98</c:v>
                </c:pt>
                <c:pt idx="43445">
                  <c:v>59.96</c:v>
                </c:pt>
                <c:pt idx="43446">
                  <c:v>59.96</c:v>
                </c:pt>
                <c:pt idx="43447">
                  <c:v>59.96</c:v>
                </c:pt>
                <c:pt idx="43448">
                  <c:v>59.96</c:v>
                </c:pt>
                <c:pt idx="43449">
                  <c:v>59.96</c:v>
                </c:pt>
                <c:pt idx="43450">
                  <c:v>59.96</c:v>
                </c:pt>
                <c:pt idx="43451">
                  <c:v>59.96</c:v>
                </c:pt>
                <c:pt idx="43452">
                  <c:v>59.96</c:v>
                </c:pt>
                <c:pt idx="43453">
                  <c:v>59.96</c:v>
                </c:pt>
                <c:pt idx="43454">
                  <c:v>72.58</c:v>
                </c:pt>
                <c:pt idx="43455">
                  <c:v>143.97</c:v>
                </c:pt>
                <c:pt idx="43456">
                  <c:v>69.98</c:v>
                </c:pt>
                <c:pt idx="43457">
                  <c:v>163.31</c:v>
                </c:pt>
                <c:pt idx="43458">
                  <c:v>110.07</c:v>
                </c:pt>
                <c:pt idx="43459">
                  <c:v>166.16</c:v>
                </c:pt>
                <c:pt idx="43460">
                  <c:v>136.69</c:v>
                </c:pt>
                <c:pt idx="43461">
                  <c:v>82.42</c:v>
                </c:pt>
                <c:pt idx="43462">
                  <c:v>139.11000000000001</c:v>
                </c:pt>
                <c:pt idx="43463">
                  <c:v>116.91</c:v>
                </c:pt>
                <c:pt idx="43464">
                  <c:v>59.94</c:v>
                </c:pt>
                <c:pt idx="43465">
                  <c:v>59.94</c:v>
                </c:pt>
                <c:pt idx="43466">
                  <c:v>59.39</c:v>
                </c:pt>
                <c:pt idx="43467">
                  <c:v>254.97</c:v>
                </c:pt>
                <c:pt idx="43468">
                  <c:v>174.22</c:v>
                </c:pt>
                <c:pt idx="43469">
                  <c:v>28.38</c:v>
                </c:pt>
                <c:pt idx="43470">
                  <c:v>63.96</c:v>
                </c:pt>
                <c:pt idx="43471">
                  <c:v>59.98</c:v>
                </c:pt>
                <c:pt idx="43472">
                  <c:v>79.98</c:v>
                </c:pt>
                <c:pt idx="43473">
                  <c:v>-289.95999999999998</c:v>
                </c:pt>
                <c:pt idx="43474">
                  <c:v>338.91</c:v>
                </c:pt>
                <c:pt idx="43475">
                  <c:v>289.95999999999998</c:v>
                </c:pt>
                <c:pt idx="43476">
                  <c:v>89.98</c:v>
                </c:pt>
                <c:pt idx="43477">
                  <c:v>197.97</c:v>
                </c:pt>
                <c:pt idx="43478">
                  <c:v>21.15</c:v>
                </c:pt>
                <c:pt idx="43479">
                  <c:v>53.98</c:v>
                </c:pt>
                <c:pt idx="43480">
                  <c:v>53.96</c:v>
                </c:pt>
                <c:pt idx="43481">
                  <c:v>64.77</c:v>
                </c:pt>
                <c:pt idx="43482">
                  <c:v>58.64</c:v>
                </c:pt>
                <c:pt idx="43483">
                  <c:v>105.95</c:v>
                </c:pt>
                <c:pt idx="43484">
                  <c:v>171.73</c:v>
                </c:pt>
                <c:pt idx="43485">
                  <c:v>55.96</c:v>
                </c:pt>
                <c:pt idx="43486">
                  <c:v>43.47</c:v>
                </c:pt>
                <c:pt idx="43487">
                  <c:v>327.92</c:v>
                </c:pt>
                <c:pt idx="43488">
                  <c:v>177.95</c:v>
                </c:pt>
                <c:pt idx="43489">
                  <c:v>76.56</c:v>
                </c:pt>
                <c:pt idx="43490">
                  <c:v>140.54</c:v>
                </c:pt>
                <c:pt idx="43491">
                  <c:v>46.09</c:v>
                </c:pt>
                <c:pt idx="43492">
                  <c:v>46.09</c:v>
                </c:pt>
                <c:pt idx="43493">
                  <c:v>46.07</c:v>
                </c:pt>
                <c:pt idx="43494">
                  <c:v>58.49</c:v>
                </c:pt>
                <c:pt idx="43495">
                  <c:v>84.99</c:v>
                </c:pt>
                <c:pt idx="43496">
                  <c:v>169.98</c:v>
                </c:pt>
                <c:pt idx="43497">
                  <c:v>84.99</c:v>
                </c:pt>
                <c:pt idx="43498">
                  <c:v>68.989999999999995</c:v>
                </c:pt>
                <c:pt idx="43499">
                  <c:v>162.74</c:v>
                </c:pt>
                <c:pt idx="43500">
                  <c:v>104.98</c:v>
                </c:pt>
                <c:pt idx="43501">
                  <c:v>104.98</c:v>
                </c:pt>
                <c:pt idx="43502">
                  <c:v>84.99</c:v>
                </c:pt>
                <c:pt idx="43503">
                  <c:v>24.99</c:v>
                </c:pt>
                <c:pt idx="43504">
                  <c:v>84.99</c:v>
                </c:pt>
                <c:pt idx="43505">
                  <c:v>68.989999999999995</c:v>
                </c:pt>
                <c:pt idx="43506">
                  <c:v>83.89</c:v>
                </c:pt>
                <c:pt idx="43507">
                  <c:v>84.99</c:v>
                </c:pt>
                <c:pt idx="43508">
                  <c:v>68.489999999999995</c:v>
                </c:pt>
                <c:pt idx="43509">
                  <c:v>84.99</c:v>
                </c:pt>
                <c:pt idx="43510">
                  <c:v>107.09</c:v>
                </c:pt>
                <c:pt idx="43511">
                  <c:v>59.98</c:v>
                </c:pt>
                <c:pt idx="43512">
                  <c:v>58.49</c:v>
                </c:pt>
                <c:pt idx="43513">
                  <c:v>58.49</c:v>
                </c:pt>
                <c:pt idx="43514">
                  <c:v>58.48</c:v>
                </c:pt>
                <c:pt idx="43515">
                  <c:v>58.98</c:v>
                </c:pt>
                <c:pt idx="43516">
                  <c:v>58.98</c:v>
                </c:pt>
                <c:pt idx="43517">
                  <c:v>58.48</c:v>
                </c:pt>
                <c:pt idx="43518">
                  <c:v>58.98</c:v>
                </c:pt>
                <c:pt idx="43519">
                  <c:v>150.18</c:v>
                </c:pt>
                <c:pt idx="43520">
                  <c:v>99.98</c:v>
                </c:pt>
                <c:pt idx="43521">
                  <c:v>131.97999999999999</c:v>
                </c:pt>
                <c:pt idx="43522">
                  <c:v>208.85</c:v>
                </c:pt>
                <c:pt idx="43523">
                  <c:v>157.96</c:v>
                </c:pt>
                <c:pt idx="43524">
                  <c:v>121.98</c:v>
                </c:pt>
                <c:pt idx="43525">
                  <c:v>112.18</c:v>
                </c:pt>
                <c:pt idx="43526">
                  <c:v>172.3</c:v>
                </c:pt>
                <c:pt idx="43527">
                  <c:v>150.18</c:v>
                </c:pt>
                <c:pt idx="43528">
                  <c:v>51.2</c:v>
                </c:pt>
                <c:pt idx="43529">
                  <c:v>196.86</c:v>
                </c:pt>
                <c:pt idx="43530">
                  <c:v>131.97999999999999</c:v>
                </c:pt>
                <c:pt idx="43531">
                  <c:v>153.12</c:v>
                </c:pt>
                <c:pt idx="43532">
                  <c:v>58.48</c:v>
                </c:pt>
                <c:pt idx="43533">
                  <c:v>58.98</c:v>
                </c:pt>
                <c:pt idx="43534">
                  <c:v>59.47</c:v>
                </c:pt>
                <c:pt idx="43535">
                  <c:v>59.99</c:v>
                </c:pt>
                <c:pt idx="43536">
                  <c:v>59.99</c:v>
                </c:pt>
                <c:pt idx="43537">
                  <c:v>40.47</c:v>
                </c:pt>
                <c:pt idx="43538">
                  <c:v>131.97999999999999</c:v>
                </c:pt>
                <c:pt idx="43539">
                  <c:v>131.97999999999999</c:v>
                </c:pt>
                <c:pt idx="43540">
                  <c:v>131.97999999999999</c:v>
                </c:pt>
                <c:pt idx="43541">
                  <c:v>154.77000000000001</c:v>
                </c:pt>
                <c:pt idx="43542">
                  <c:v>51.19</c:v>
                </c:pt>
                <c:pt idx="43543">
                  <c:v>59.98</c:v>
                </c:pt>
                <c:pt idx="43544">
                  <c:v>63.98</c:v>
                </c:pt>
                <c:pt idx="43545">
                  <c:v>59.98</c:v>
                </c:pt>
                <c:pt idx="43546">
                  <c:v>59.98</c:v>
                </c:pt>
                <c:pt idx="43547">
                  <c:v>50.19</c:v>
                </c:pt>
                <c:pt idx="43548">
                  <c:v>59.98</c:v>
                </c:pt>
                <c:pt idx="43549">
                  <c:v>-55.98</c:v>
                </c:pt>
                <c:pt idx="43550">
                  <c:v>100.98</c:v>
                </c:pt>
                <c:pt idx="43551">
                  <c:v>83.64</c:v>
                </c:pt>
                <c:pt idx="43552">
                  <c:v>55.98</c:v>
                </c:pt>
                <c:pt idx="43553">
                  <c:v>84.33</c:v>
                </c:pt>
                <c:pt idx="43554">
                  <c:v>59.98</c:v>
                </c:pt>
                <c:pt idx="43555">
                  <c:v>63.98</c:v>
                </c:pt>
                <c:pt idx="43556">
                  <c:v>59.98</c:v>
                </c:pt>
                <c:pt idx="43557">
                  <c:v>51.19</c:v>
                </c:pt>
                <c:pt idx="43558">
                  <c:v>50.19</c:v>
                </c:pt>
                <c:pt idx="43559">
                  <c:v>111.98</c:v>
                </c:pt>
                <c:pt idx="43560">
                  <c:v>169.97</c:v>
                </c:pt>
                <c:pt idx="43561">
                  <c:v>169.98</c:v>
                </c:pt>
                <c:pt idx="43562">
                  <c:v>169.98</c:v>
                </c:pt>
                <c:pt idx="43563">
                  <c:v>112.18</c:v>
                </c:pt>
                <c:pt idx="43564">
                  <c:v>222.16</c:v>
                </c:pt>
                <c:pt idx="43565">
                  <c:v>131.97999999999999</c:v>
                </c:pt>
                <c:pt idx="43566">
                  <c:v>112.18</c:v>
                </c:pt>
                <c:pt idx="43567">
                  <c:v>271.95</c:v>
                </c:pt>
                <c:pt idx="43568">
                  <c:v>59.97</c:v>
                </c:pt>
                <c:pt idx="43569">
                  <c:v>59.97</c:v>
                </c:pt>
                <c:pt idx="43570">
                  <c:v>63.96</c:v>
                </c:pt>
                <c:pt idx="43571">
                  <c:v>63.96</c:v>
                </c:pt>
                <c:pt idx="43572">
                  <c:v>59.96</c:v>
                </c:pt>
                <c:pt idx="43573">
                  <c:v>50.17</c:v>
                </c:pt>
                <c:pt idx="43574">
                  <c:v>54.47</c:v>
                </c:pt>
                <c:pt idx="43575">
                  <c:v>163.04</c:v>
                </c:pt>
                <c:pt idx="43576">
                  <c:v>191.66</c:v>
                </c:pt>
                <c:pt idx="43577">
                  <c:v>51.17</c:v>
                </c:pt>
                <c:pt idx="43578">
                  <c:v>63.96</c:v>
                </c:pt>
                <c:pt idx="43579">
                  <c:v>63.96</c:v>
                </c:pt>
                <c:pt idx="43580">
                  <c:v>63.96</c:v>
                </c:pt>
                <c:pt idx="43581">
                  <c:v>50.15</c:v>
                </c:pt>
                <c:pt idx="43582">
                  <c:v>59.38</c:v>
                </c:pt>
                <c:pt idx="43583">
                  <c:v>119.94</c:v>
                </c:pt>
                <c:pt idx="43584">
                  <c:v>51.26</c:v>
                </c:pt>
                <c:pt idx="43585">
                  <c:v>119.94</c:v>
                </c:pt>
                <c:pt idx="43586">
                  <c:v>119.94</c:v>
                </c:pt>
                <c:pt idx="43587">
                  <c:v>121.92</c:v>
                </c:pt>
                <c:pt idx="43588">
                  <c:v>93.16</c:v>
                </c:pt>
                <c:pt idx="43589">
                  <c:v>101.95</c:v>
                </c:pt>
                <c:pt idx="43590">
                  <c:v>59.38</c:v>
                </c:pt>
                <c:pt idx="43591">
                  <c:v>59.38</c:v>
                </c:pt>
                <c:pt idx="43592">
                  <c:v>59.38</c:v>
                </c:pt>
                <c:pt idx="43593">
                  <c:v>59.38</c:v>
                </c:pt>
                <c:pt idx="43594">
                  <c:v>59.38</c:v>
                </c:pt>
                <c:pt idx="43595">
                  <c:v>33.479999999999997</c:v>
                </c:pt>
                <c:pt idx="43596">
                  <c:v>33.479999999999997</c:v>
                </c:pt>
                <c:pt idx="43597">
                  <c:v>59.37</c:v>
                </c:pt>
                <c:pt idx="43598">
                  <c:v>63.87</c:v>
                </c:pt>
                <c:pt idx="43599">
                  <c:v>354.93</c:v>
                </c:pt>
                <c:pt idx="43600">
                  <c:v>229.97</c:v>
                </c:pt>
                <c:pt idx="43601">
                  <c:v>186.96</c:v>
                </c:pt>
                <c:pt idx="43602">
                  <c:v>249.72</c:v>
                </c:pt>
                <c:pt idx="43603">
                  <c:v>254.97</c:v>
                </c:pt>
                <c:pt idx="43604">
                  <c:v>163.01</c:v>
                </c:pt>
                <c:pt idx="43605">
                  <c:v>64.11</c:v>
                </c:pt>
                <c:pt idx="43606">
                  <c:v>139.9</c:v>
                </c:pt>
                <c:pt idx="43607">
                  <c:v>79.98</c:v>
                </c:pt>
                <c:pt idx="43608">
                  <c:v>334.8</c:v>
                </c:pt>
                <c:pt idx="43609">
                  <c:v>267.36</c:v>
                </c:pt>
                <c:pt idx="43610">
                  <c:v>202.2</c:v>
                </c:pt>
                <c:pt idx="43611">
                  <c:v>279.8</c:v>
                </c:pt>
                <c:pt idx="43612">
                  <c:v>199.36</c:v>
                </c:pt>
                <c:pt idx="43613">
                  <c:v>279.8</c:v>
                </c:pt>
                <c:pt idx="43614">
                  <c:v>64.11</c:v>
                </c:pt>
                <c:pt idx="43615">
                  <c:v>64.11</c:v>
                </c:pt>
                <c:pt idx="43616">
                  <c:v>64.069999999999993</c:v>
                </c:pt>
                <c:pt idx="43617">
                  <c:v>57.98</c:v>
                </c:pt>
                <c:pt idx="43618">
                  <c:v>57.98</c:v>
                </c:pt>
                <c:pt idx="43619">
                  <c:v>45.24</c:v>
                </c:pt>
                <c:pt idx="43620">
                  <c:v>45.24</c:v>
                </c:pt>
                <c:pt idx="43621">
                  <c:v>57.97</c:v>
                </c:pt>
                <c:pt idx="43622">
                  <c:v>45.23</c:v>
                </c:pt>
                <c:pt idx="43623">
                  <c:v>179.94</c:v>
                </c:pt>
                <c:pt idx="43624">
                  <c:v>254.28</c:v>
                </c:pt>
                <c:pt idx="43625">
                  <c:v>255.92</c:v>
                </c:pt>
                <c:pt idx="43626">
                  <c:v>229.45</c:v>
                </c:pt>
                <c:pt idx="43627">
                  <c:v>227.94</c:v>
                </c:pt>
                <c:pt idx="43628">
                  <c:v>230.93</c:v>
                </c:pt>
                <c:pt idx="43629">
                  <c:v>303.92</c:v>
                </c:pt>
                <c:pt idx="43630">
                  <c:v>16.239999999999998</c:v>
                </c:pt>
                <c:pt idx="43631">
                  <c:v>57.98</c:v>
                </c:pt>
                <c:pt idx="43632">
                  <c:v>57.98</c:v>
                </c:pt>
                <c:pt idx="43633">
                  <c:v>57.98</c:v>
                </c:pt>
                <c:pt idx="43634">
                  <c:v>57.96</c:v>
                </c:pt>
                <c:pt idx="43635">
                  <c:v>57.98</c:v>
                </c:pt>
                <c:pt idx="43636">
                  <c:v>57.96</c:v>
                </c:pt>
                <c:pt idx="43637">
                  <c:v>57.98</c:v>
                </c:pt>
                <c:pt idx="43638">
                  <c:v>57.96</c:v>
                </c:pt>
                <c:pt idx="43639">
                  <c:v>58.98</c:v>
                </c:pt>
                <c:pt idx="43640">
                  <c:v>58.98</c:v>
                </c:pt>
                <c:pt idx="43641">
                  <c:v>45.94</c:v>
                </c:pt>
                <c:pt idx="43642">
                  <c:v>58.98</c:v>
                </c:pt>
                <c:pt idx="43643">
                  <c:v>58.98</c:v>
                </c:pt>
                <c:pt idx="43644">
                  <c:v>58.98</c:v>
                </c:pt>
                <c:pt idx="43645">
                  <c:v>57.96</c:v>
                </c:pt>
                <c:pt idx="43646">
                  <c:v>58.98</c:v>
                </c:pt>
                <c:pt idx="43647">
                  <c:v>58.98</c:v>
                </c:pt>
                <c:pt idx="43648">
                  <c:v>58.98</c:v>
                </c:pt>
                <c:pt idx="43649">
                  <c:v>20.49</c:v>
                </c:pt>
                <c:pt idx="43650">
                  <c:v>57.96</c:v>
                </c:pt>
                <c:pt idx="43651">
                  <c:v>50.28</c:v>
                </c:pt>
                <c:pt idx="43652">
                  <c:v>65.989999999999995</c:v>
                </c:pt>
                <c:pt idx="43653">
                  <c:v>84.99</c:v>
                </c:pt>
                <c:pt idx="43654">
                  <c:v>68.989999999999995</c:v>
                </c:pt>
                <c:pt idx="43655">
                  <c:v>82.21</c:v>
                </c:pt>
                <c:pt idx="43656">
                  <c:v>93.07</c:v>
                </c:pt>
                <c:pt idx="43657">
                  <c:v>58.97</c:v>
                </c:pt>
                <c:pt idx="43658">
                  <c:v>58.97</c:v>
                </c:pt>
                <c:pt idx="43659">
                  <c:v>58.97</c:v>
                </c:pt>
                <c:pt idx="43660">
                  <c:v>49.47</c:v>
                </c:pt>
                <c:pt idx="43661">
                  <c:v>23.29</c:v>
                </c:pt>
                <c:pt idx="43662">
                  <c:v>15.29</c:v>
                </c:pt>
                <c:pt idx="43663">
                  <c:v>26.29</c:v>
                </c:pt>
                <c:pt idx="43664">
                  <c:v>58.95</c:v>
                </c:pt>
                <c:pt idx="43665">
                  <c:v>159.69999999999999</c:v>
                </c:pt>
                <c:pt idx="43666">
                  <c:v>123.4</c:v>
                </c:pt>
                <c:pt idx="43667">
                  <c:v>159.69999999999999</c:v>
                </c:pt>
                <c:pt idx="43668">
                  <c:v>153.31</c:v>
                </c:pt>
                <c:pt idx="43669">
                  <c:v>159.69999999999999</c:v>
                </c:pt>
                <c:pt idx="43670">
                  <c:v>152.02000000000001</c:v>
                </c:pt>
                <c:pt idx="43671">
                  <c:v>135.74</c:v>
                </c:pt>
                <c:pt idx="43672">
                  <c:v>159.69999999999999</c:v>
                </c:pt>
                <c:pt idx="43673">
                  <c:v>159.69999999999999</c:v>
                </c:pt>
                <c:pt idx="43674">
                  <c:v>159.69999999999999</c:v>
                </c:pt>
                <c:pt idx="43675">
                  <c:v>57.76</c:v>
                </c:pt>
                <c:pt idx="43676">
                  <c:v>34.99</c:v>
                </c:pt>
                <c:pt idx="43677">
                  <c:v>210.96</c:v>
                </c:pt>
                <c:pt idx="43678">
                  <c:v>57.76</c:v>
                </c:pt>
                <c:pt idx="43679">
                  <c:v>53.08</c:v>
                </c:pt>
                <c:pt idx="43680">
                  <c:v>58.71</c:v>
                </c:pt>
                <c:pt idx="43681">
                  <c:v>45.24</c:v>
                </c:pt>
                <c:pt idx="43682">
                  <c:v>45.24</c:v>
                </c:pt>
                <c:pt idx="43683">
                  <c:v>171.28</c:v>
                </c:pt>
                <c:pt idx="43684">
                  <c:v>187.27</c:v>
                </c:pt>
                <c:pt idx="43685">
                  <c:v>171.28</c:v>
                </c:pt>
                <c:pt idx="43686">
                  <c:v>172.84</c:v>
                </c:pt>
                <c:pt idx="43687">
                  <c:v>172.84</c:v>
                </c:pt>
                <c:pt idx="43688">
                  <c:v>169.98</c:v>
                </c:pt>
                <c:pt idx="43689">
                  <c:v>34.840000000000003</c:v>
                </c:pt>
                <c:pt idx="43690">
                  <c:v>203.26</c:v>
                </c:pt>
                <c:pt idx="43691">
                  <c:v>169.98</c:v>
                </c:pt>
                <c:pt idx="43692">
                  <c:v>123.58</c:v>
                </c:pt>
                <c:pt idx="43693">
                  <c:v>57.58</c:v>
                </c:pt>
                <c:pt idx="43694">
                  <c:v>57.57</c:v>
                </c:pt>
                <c:pt idx="43695">
                  <c:v>57.56</c:v>
                </c:pt>
                <c:pt idx="43696">
                  <c:v>49.87</c:v>
                </c:pt>
                <c:pt idx="43697">
                  <c:v>65.989999999999995</c:v>
                </c:pt>
                <c:pt idx="43698">
                  <c:v>161.74</c:v>
                </c:pt>
                <c:pt idx="43699">
                  <c:v>84.99</c:v>
                </c:pt>
                <c:pt idx="43700">
                  <c:v>131.97999999999999</c:v>
                </c:pt>
                <c:pt idx="43701">
                  <c:v>65.989999999999995</c:v>
                </c:pt>
                <c:pt idx="43702">
                  <c:v>184.97</c:v>
                </c:pt>
                <c:pt idx="43703">
                  <c:v>169.98</c:v>
                </c:pt>
                <c:pt idx="43704">
                  <c:v>143.97999999999999</c:v>
                </c:pt>
                <c:pt idx="43705">
                  <c:v>151.96</c:v>
                </c:pt>
                <c:pt idx="43706">
                  <c:v>184.97</c:v>
                </c:pt>
                <c:pt idx="43707">
                  <c:v>62.98</c:v>
                </c:pt>
                <c:pt idx="43708">
                  <c:v>62.98</c:v>
                </c:pt>
                <c:pt idx="43709">
                  <c:v>62.98</c:v>
                </c:pt>
                <c:pt idx="43710">
                  <c:v>62.98</c:v>
                </c:pt>
                <c:pt idx="43711">
                  <c:v>62.98</c:v>
                </c:pt>
                <c:pt idx="43712">
                  <c:v>62.98</c:v>
                </c:pt>
                <c:pt idx="43713">
                  <c:v>62.98</c:v>
                </c:pt>
                <c:pt idx="43714">
                  <c:v>62.98</c:v>
                </c:pt>
                <c:pt idx="43715">
                  <c:v>57.98</c:v>
                </c:pt>
                <c:pt idx="43716">
                  <c:v>57.98</c:v>
                </c:pt>
                <c:pt idx="43717">
                  <c:v>57.98</c:v>
                </c:pt>
                <c:pt idx="43718">
                  <c:v>57.98</c:v>
                </c:pt>
                <c:pt idx="43719">
                  <c:v>57.98</c:v>
                </c:pt>
                <c:pt idx="43720">
                  <c:v>247</c:v>
                </c:pt>
                <c:pt idx="43721">
                  <c:v>161.94999999999999</c:v>
                </c:pt>
                <c:pt idx="43722">
                  <c:v>124.97</c:v>
                </c:pt>
                <c:pt idx="43723">
                  <c:v>199.96</c:v>
                </c:pt>
                <c:pt idx="43724">
                  <c:v>192.96</c:v>
                </c:pt>
                <c:pt idx="43725">
                  <c:v>135.96</c:v>
                </c:pt>
                <c:pt idx="43726">
                  <c:v>199.96</c:v>
                </c:pt>
                <c:pt idx="43727">
                  <c:v>210.95</c:v>
                </c:pt>
                <c:pt idx="43728">
                  <c:v>191.96</c:v>
                </c:pt>
                <c:pt idx="43729">
                  <c:v>141.94999999999999</c:v>
                </c:pt>
                <c:pt idx="43730">
                  <c:v>57.97</c:v>
                </c:pt>
                <c:pt idx="43731">
                  <c:v>58.49</c:v>
                </c:pt>
                <c:pt idx="43732">
                  <c:v>48.98</c:v>
                </c:pt>
                <c:pt idx="43733">
                  <c:v>58.48</c:v>
                </c:pt>
                <c:pt idx="43734">
                  <c:v>58.48</c:v>
                </c:pt>
                <c:pt idx="43735">
                  <c:v>58.48</c:v>
                </c:pt>
                <c:pt idx="43736">
                  <c:v>48.98</c:v>
                </c:pt>
                <c:pt idx="43737">
                  <c:v>58.98</c:v>
                </c:pt>
                <c:pt idx="43738">
                  <c:v>84.98</c:v>
                </c:pt>
                <c:pt idx="43739">
                  <c:v>131.97999999999999</c:v>
                </c:pt>
                <c:pt idx="43740">
                  <c:v>65.989999999999995</c:v>
                </c:pt>
                <c:pt idx="43741">
                  <c:v>84.98</c:v>
                </c:pt>
                <c:pt idx="43742">
                  <c:v>59.39</c:v>
                </c:pt>
                <c:pt idx="43743">
                  <c:v>103.37</c:v>
                </c:pt>
                <c:pt idx="43744">
                  <c:v>65.989999999999995</c:v>
                </c:pt>
                <c:pt idx="43745">
                  <c:v>57.5</c:v>
                </c:pt>
                <c:pt idx="43746">
                  <c:v>65.989999999999995</c:v>
                </c:pt>
                <c:pt idx="43747">
                  <c:v>65.989999999999995</c:v>
                </c:pt>
                <c:pt idx="43748">
                  <c:v>65.989999999999995</c:v>
                </c:pt>
                <c:pt idx="43749">
                  <c:v>65.989999999999995</c:v>
                </c:pt>
                <c:pt idx="43750">
                  <c:v>59.39</c:v>
                </c:pt>
                <c:pt idx="43751">
                  <c:v>65.989999999999995</c:v>
                </c:pt>
                <c:pt idx="43752">
                  <c:v>65.989999999999995</c:v>
                </c:pt>
                <c:pt idx="43753">
                  <c:v>65.989999999999995</c:v>
                </c:pt>
                <c:pt idx="43754">
                  <c:v>65.989999999999995</c:v>
                </c:pt>
                <c:pt idx="43755">
                  <c:v>58.98</c:v>
                </c:pt>
                <c:pt idx="43756">
                  <c:v>58.98</c:v>
                </c:pt>
                <c:pt idx="43757">
                  <c:v>122.98</c:v>
                </c:pt>
                <c:pt idx="43758">
                  <c:v>136.97</c:v>
                </c:pt>
                <c:pt idx="43759">
                  <c:v>71.98</c:v>
                </c:pt>
                <c:pt idx="43760">
                  <c:v>65.989999999999995</c:v>
                </c:pt>
                <c:pt idx="43761">
                  <c:v>152.97</c:v>
                </c:pt>
                <c:pt idx="43762">
                  <c:v>99.98</c:v>
                </c:pt>
                <c:pt idx="43763">
                  <c:v>99.98</c:v>
                </c:pt>
                <c:pt idx="43764">
                  <c:v>59.32</c:v>
                </c:pt>
                <c:pt idx="43765">
                  <c:v>79.98</c:v>
                </c:pt>
                <c:pt idx="43766">
                  <c:v>114.97</c:v>
                </c:pt>
                <c:pt idx="43767">
                  <c:v>83.98</c:v>
                </c:pt>
                <c:pt idx="43768">
                  <c:v>99.98</c:v>
                </c:pt>
                <c:pt idx="43769">
                  <c:v>187.96</c:v>
                </c:pt>
                <c:pt idx="43770">
                  <c:v>74.38</c:v>
                </c:pt>
                <c:pt idx="43771">
                  <c:v>118.97</c:v>
                </c:pt>
                <c:pt idx="43772">
                  <c:v>99.98</c:v>
                </c:pt>
                <c:pt idx="43773">
                  <c:v>84.99</c:v>
                </c:pt>
                <c:pt idx="43774">
                  <c:v>99.98</c:v>
                </c:pt>
                <c:pt idx="43775">
                  <c:v>57.22</c:v>
                </c:pt>
                <c:pt idx="43776">
                  <c:v>63.14</c:v>
                </c:pt>
                <c:pt idx="43777">
                  <c:v>63.14</c:v>
                </c:pt>
                <c:pt idx="43778">
                  <c:v>63.14</c:v>
                </c:pt>
                <c:pt idx="43779">
                  <c:v>62.59</c:v>
                </c:pt>
                <c:pt idx="43780">
                  <c:v>169.98</c:v>
                </c:pt>
                <c:pt idx="43781">
                  <c:v>84.99</c:v>
                </c:pt>
                <c:pt idx="43782">
                  <c:v>-19.760000000000002</c:v>
                </c:pt>
                <c:pt idx="43783">
                  <c:v>254.97</c:v>
                </c:pt>
                <c:pt idx="43784">
                  <c:v>178.25</c:v>
                </c:pt>
                <c:pt idx="43785">
                  <c:v>197.97</c:v>
                </c:pt>
                <c:pt idx="43786">
                  <c:v>240.47</c:v>
                </c:pt>
                <c:pt idx="43787">
                  <c:v>164.98</c:v>
                </c:pt>
                <c:pt idx="43788">
                  <c:v>62.57</c:v>
                </c:pt>
                <c:pt idx="43789">
                  <c:v>57.58</c:v>
                </c:pt>
                <c:pt idx="43790">
                  <c:v>62.48</c:v>
                </c:pt>
                <c:pt idx="43791">
                  <c:v>49.78</c:v>
                </c:pt>
                <c:pt idx="43792">
                  <c:v>56.98</c:v>
                </c:pt>
                <c:pt idx="43793">
                  <c:v>56.97</c:v>
                </c:pt>
                <c:pt idx="43794">
                  <c:v>50.97</c:v>
                </c:pt>
                <c:pt idx="43795">
                  <c:v>239.89</c:v>
                </c:pt>
                <c:pt idx="43796">
                  <c:v>205.07</c:v>
                </c:pt>
                <c:pt idx="43797">
                  <c:v>89.01</c:v>
                </c:pt>
                <c:pt idx="43798">
                  <c:v>243.87</c:v>
                </c:pt>
                <c:pt idx="43799">
                  <c:v>182.08</c:v>
                </c:pt>
                <c:pt idx="43800">
                  <c:v>183</c:v>
                </c:pt>
                <c:pt idx="43801">
                  <c:v>229.9</c:v>
                </c:pt>
                <c:pt idx="43802">
                  <c:v>289.67</c:v>
                </c:pt>
                <c:pt idx="43803">
                  <c:v>56.97</c:v>
                </c:pt>
                <c:pt idx="43804">
                  <c:v>57.98</c:v>
                </c:pt>
                <c:pt idx="43805">
                  <c:v>57.98</c:v>
                </c:pt>
                <c:pt idx="43806">
                  <c:v>57.98</c:v>
                </c:pt>
                <c:pt idx="43807">
                  <c:v>57.98</c:v>
                </c:pt>
                <c:pt idx="43808">
                  <c:v>56.97</c:v>
                </c:pt>
                <c:pt idx="43809">
                  <c:v>57.98</c:v>
                </c:pt>
                <c:pt idx="43810">
                  <c:v>44.94</c:v>
                </c:pt>
                <c:pt idx="43811">
                  <c:v>57.98</c:v>
                </c:pt>
                <c:pt idx="43812">
                  <c:v>44.94</c:v>
                </c:pt>
                <c:pt idx="43813">
                  <c:v>0</c:v>
                </c:pt>
                <c:pt idx="43814">
                  <c:v>57.98</c:v>
                </c:pt>
                <c:pt idx="43815">
                  <c:v>57.98</c:v>
                </c:pt>
                <c:pt idx="43816">
                  <c:v>56.97</c:v>
                </c:pt>
                <c:pt idx="43817">
                  <c:v>56.97</c:v>
                </c:pt>
                <c:pt idx="43818">
                  <c:v>57.98</c:v>
                </c:pt>
                <c:pt idx="43819">
                  <c:v>56.97</c:v>
                </c:pt>
                <c:pt idx="43820">
                  <c:v>57.98</c:v>
                </c:pt>
                <c:pt idx="43821">
                  <c:v>57.98</c:v>
                </c:pt>
                <c:pt idx="43822">
                  <c:v>56.97</c:v>
                </c:pt>
                <c:pt idx="43823">
                  <c:v>56.97</c:v>
                </c:pt>
                <c:pt idx="43824">
                  <c:v>56.97</c:v>
                </c:pt>
                <c:pt idx="43825">
                  <c:v>57.98</c:v>
                </c:pt>
                <c:pt idx="43826">
                  <c:v>49.28</c:v>
                </c:pt>
                <c:pt idx="43827">
                  <c:v>144.47999999999999</c:v>
                </c:pt>
                <c:pt idx="43828">
                  <c:v>131.97999999999999</c:v>
                </c:pt>
                <c:pt idx="43829">
                  <c:v>307.92</c:v>
                </c:pt>
                <c:pt idx="43830">
                  <c:v>169.98</c:v>
                </c:pt>
                <c:pt idx="43831">
                  <c:v>57.97</c:v>
                </c:pt>
                <c:pt idx="43832">
                  <c:v>49.28</c:v>
                </c:pt>
                <c:pt idx="43833">
                  <c:v>57.97</c:v>
                </c:pt>
                <c:pt idx="43834">
                  <c:v>56.97</c:v>
                </c:pt>
                <c:pt idx="43835">
                  <c:v>65.19</c:v>
                </c:pt>
                <c:pt idx="43836">
                  <c:v>137.97999999999999</c:v>
                </c:pt>
                <c:pt idx="43837">
                  <c:v>84.99</c:v>
                </c:pt>
                <c:pt idx="43838">
                  <c:v>179.97</c:v>
                </c:pt>
                <c:pt idx="43839">
                  <c:v>148.97999999999999</c:v>
                </c:pt>
                <c:pt idx="43840">
                  <c:v>126.35</c:v>
                </c:pt>
                <c:pt idx="43841">
                  <c:v>169.98</c:v>
                </c:pt>
                <c:pt idx="43842">
                  <c:v>80.67</c:v>
                </c:pt>
                <c:pt idx="43843">
                  <c:v>99.98</c:v>
                </c:pt>
                <c:pt idx="43844">
                  <c:v>111.98</c:v>
                </c:pt>
                <c:pt idx="43845">
                  <c:v>20.29</c:v>
                </c:pt>
                <c:pt idx="43846">
                  <c:v>56.97</c:v>
                </c:pt>
                <c:pt idx="43847">
                  <c:v>56.97</c:v>
                </c:pt>
                <c:pt idx="43848">
                  <c:v>79.78</c:v>
                </c:pt>
                <c:pt idx="43849">
                  <c:v>147.6</c:v>
                </c:pt>
                <c:pt idx="43850">
                  <c:v>79.849999999999994</c:v>
                </c:pt>
                <c:pt idx="43851">
                  <c:v>159.69999999999999</c:v>
                </c:pt>
                <c:pt idx="43852">
                  <c:v>79.849999999999994</c:v>
                </c:pt>
                <c:pt idx="43853">
                  <c:v>79.849999999999994</c:v>
                </c:pt>
                <c:pt idx="43854">
                  <c:v>90.71</c:v>
                </c:pt>
                <c:pt idx="43855">
                  <c:v>217.75</c:v>
                </c:pt>
                <c:pt idx="43856">
                  <c:v>79.849999999999994</c:v>
                </c:pt>
                <c:pt idx="43857">
                  <c:v>73.13</c:v>
                </c:pt>
                <c:pt idx="43858">
                  <c:v>56.97</c:v>
                </c:pt>
                <c:pt idx="43859">
                  <c:v>56.97</c:v>
                </c:pt>
                <c:pt idx="43860">
                  <c:v>56.97</c:v>
                </c:pt>
                <c:pt idx="43861">
                  <c:v>20.29</c:v>
                </c:pt>
                <c:pt idx="43862">
                  <c:v>20.29</c:v>
                </c:pt>
                <c:pt idx="43863">
                  <c:v>56.97</c:v>
                </c:pt>
                <c:pt idx="43864">
                  <c:v>56.97</c:v>
                </c:pt>
                <c:pt idx="43865">
                  <c:v>56.97</c:v>
                </c:pt>
                <c:pt idx="43866">
                  <c:v>56.97</c:v>
                </c:pt>
                <c:pt idx="43867">
                  <c:v>56.97</c:v>
                </c:pt>
                <c:pt idx="43868">
                  <c:v>49.27</c:v>
                </c:pt>
                <c:pt idx="43869">
                  <c:v>84.99</c:v>
                </c:pt>
                <c:pt idx="43870">
                  <c:v>79.98</c:v>
                </c:pt>
                <c:pt idx="43871">
                  <c:v>111.07</c:v>
                </c:pt>
                <c:pt idx="43872">
                  <c:v>84.99</c:v>
                </c:pt>
                <c:pt idx="43873">
                  <c:v>131.97999999999999</c:v>
                </c:pt>
                <c:pt idx="43874">
                  <c:v>153.97999999999999</c:v>
                </c:pt>
                <c:pt idx="43875">
                  <c:v>184.97</c:v>
                </c:pt>
                <c:pt idx="43876">
                  <c:v>76.19</c:v>
                </c:pt>
                <c:pt idx="43877">
                  <c:v>73.17</c:v>
                </c:pt>
                <c:pt idx="43878">
                  <c:v>169.98</c:v>
                </c:pt>
                <c:pt idx="43879">
                  <c:v>57.96</c:v>
                </c:pt>
                <c:pt idx="43880">
                  <c:v>57.96</c:v>
                </c:pt>
                <c:pt idx="43881">
                  <c:v>54.98</c:v>
                </c:pt>
                <c:pt idx="43882">
                  <c:v>54.98</c:v>
                </c:pt>
                <c:pt idx="43883">
                  <c:v>56.97</c:v>
                </c:pt>
                <c:pt idx="43884">
                  <c:v>62.9</c:v>
                </c:pt>
                <c:pt idx="43885">
                  <c:v>56.97</c:v>
                </c:pt>
                <c:pt idx="43886">
                  <c:v>56.97</c:v>
                </c:pt>
                <c:pt idx="43887">
                  <c:v>56.97</c:v>
                </c:pt>
                <c:pt idx="43888">
                  <c:v>56.97</c:v>
                </c:pt>
                <c:pt idx="43889">
                  <c:v>56.97</c:v>
                </c:pt>
                <c:pt idx="43890">
                  <c:v>56.97</c:v>
                </c:pt>
                <c:pt idx="43891">
                  <c:v>138.47999999999999</c:v>
                </c:pt>
                <c:pt idx="43892">
                  <c:v>146.83000000000001</c:v>
                </c:pt>
                <c:pt idx="43893">
                  <c:v>62.9</c:v>
                </c:pt>
                <c:pt idx="43894">
                  <c:v>62.9</c:v>
                </c:pt>
                <c:pt idx="43895">
                  <c:v>62.9</c:v>
                </c:pt>
                <c:pt idx="43896">
                  <c:v>62.9</c:v>
                </c:pt>
                <c:pt idx="43897">
                  <c:v>57.96</c:v>
                </c:pt>
                <c:pt idx="43898">
                  <c:v>56.97</c:v>
                </c:pt>
                <c:pt idx="43899">
                  <c:v>56.97</c:v>
                </c:pt>
                <c:pt idx="43900">
                  <c:v>56.97</c:v>
                </c:pt>
                <c:pt idx="43901">
                  <c:v>56.97</c:v>
                </c:pt>
                <c:pt idx="43902">
                  <c:v>56.97</c:v>
                </c:pt>
                <c:pt idx="43903">
                  <c:v>166.93</c:v>
                </c:pt>
                <c:pt idx="43904">
                  <c:v>209.28</c:v>
                </c:pt>
                <c:pt idx="43905">
                  <c:v>176.62</c:v>
                </c:pt>
                <c:pt idx="43906">
                  <c:v>195.97</c:v>
                </c:pt>
                <c:pt idx="43907">
                  <c:v>203.07</c:v>
                </c:pt>
                <c:pt idx="43908">
                  <c:v>152.22</c:v>
                </c:pt>
                <c:pt idx="43909">
                  <c:v>183.87</c:v>
                </c:pt>
                <c:pt idx="43910">
                  <c:v>56.97</c:v>
                </c:pt>
                <c:pt idx="43911">
                  <c:v>56.97</c:v>
                </c:pt>
                <c:pt idx="43912">
                  <c:v>62.9</c:v>
                </c:pt>
                <c:pt idx="43913">
                  <c:v>62.9</c:v>
                </c:pt>
                <c:pt idx="43914">
                  <c:v>-62.9</c:v>
                </c:pt>
                <c:pt idx="43915">
                  <c:v>62.9</c:v>
                </c:pt>
                <c:pt idx="43916">
                  <c:v>56.97</c:v>
                </c:pt>
                <c:pt idx="43917">
                  <c:v>56.97</c:v>
                </c:pt>
                <c:pt idx="43918">
                  <c:v>56.97</c:v>
                </c:pt>
                <c:pt idx="43919">
                  <c:v>62.9</c:v>
                </c:pt>
                <c:pt idx="43920">
                  <c:v>62.9</c:v>
                </c:pt>
                <c:pt idx="43921">
                  <c:v>56.97</c:v>
                </c:pt>
                <c:pt idx="43922">
                  <c:v>131.97999999999999</c:v>
                </c:pt>
                <c:pt idx="43923">
                  <c:v>160.94999999999999</c:v>
                </c:pt>
                <c:pt idx="43924">
                  <c:v>131.97999999999999</c:v>
                </c:pt>
                <c:pt idx="43925">
                  <c:v>131.97999999999999</c:v>
                </c:pt>
                <c:pt idx="43926">
                  <c:v>121.98</c:v>
                </c:pt>
                <c:pt idx="43927">
                  <c:v>131.97999999999999</c:v>
                </c:pt>
                <c:pt idx="43928">
                  <c:v>62.9</c:v>
                </c:pt>
                <c:pt idx="43929">
                  <c:v>49.27</c:v>
                </c:pt>
                <c:pt idx="43930">
                  <c:v>62.9</c:v>
                </c:pt>
                <c:pt idx="43931">
                  <c:v>56.97</c:v>
                </c:pt>
                <c:pt idx="43932">
                  <c:v>56.97</c:v>
                </c:pt>
                <c:pt idx="43933">
                  <c:v>56.97</c:v>
                </c:pt>
                <c:pt idx="43934">
                  <c:v>143.97999999999999</c:v>
                </c:pt>
                <c:pt idx="43935">
                  <c:v>239.97</c:v>
                </c:pt>
                <c:pt idx="43936">
                  <c:v>149.97999999999999</c:v>
                </c:pt>
                <c:pt idx="43937">
                  <c:v>159.97999999999999</c:v>
                </c:pt>
                <c:pt idx="43938">
                  <c:v>159.97999999999999</c:v>
                </c:pt>
                <c:pt idx="43939">
                  <c:v>159.97999999999999</c:v>
                </c:pt>
                <c:pt idx="43940">
                  <c:v>159.97999999999999</c:v>
                </c:pt>
                <c:pt idx="43941">
                  <c:v>159.97999999999999</c:v>
                </c:pt>
                <c:pt idx="43942">
                  <c:v>215.97</c:v>
                </c:pt>
                <c:pt idx="43943">
                  <c:v>159.97999999999999</c:v>
                </c:pt>
                <c:pt idx="43944">
                  <c:v>149.97999999999999</c:v>
                </c:pt>
                <c:pt idx="43945">
                  <c:v>149.97999999999999</c:v>
                </c:pt>
                <c:pt idx="43946">
                  <c:v>62.88</c:v>
                </c:pt>
                <c:pt idx="43947">
                  <c:v>62.88</c:v>
                </c:pt>
                <c:pt idx="43948">
                  <c:v>49.26</c:v>
                </c:pt>
                <c:pt idx="43949">
                  <c:v>56.95</c:v>
                </c:pt>
                <c:pt idx="43950">
                  <c:v>62.87</c:v>
                </c:pt>
                <c:pt idx="43951">
                  <c:v>62.87</c:v>
                </c:pt>
                <c:pt idx="43952">
                  <c:v>151.97</c:v>
                </c:pt>
                <c:pt idx="43953">
                  <c:v>65.989999999999995</c:v>
                </c:pt>
                <c:pt idx="43954">
                  <c:v>167.11</c:v>
                </c:pt>
                <c:pt idx="43955">
                  <c:v>250.95</c:v>
                </c:pt>
                <c:pt idx="43956">
                  <c:v>199.96</c:v>
                </c:pt>
                <c:pt idx="43957">
                  <c:v>201.97</c:v>
                </c:pt>
                <c:pt idx="43958">
                  <c:v>340.81</c:v>
                </c:pt>
                <c:pt idx="43959">
                  <c:v>270.95999999999998</c:v>
                </c:pt>
                <c:pt idx="43960">
                  <c:v>172.97</c:v>
                </c:pt>
                <c:pt idx="43961">
                  <c:v>197.97</c:v>
                </c:pt>
                <c:pt idx="43962">
                  <c:v>56.86</c:v>
                </c:pt>
                <c:pt idx="43963">
                  <c:v>8.94</c:v>
                </c:pt>
                <c:pt idx="43964">
                  <c:v>27.18</c:v>
                </c:pt>
                <c:pt idx="43965">
                  <c:v>53.22</c:v>
                </c:pt>
                <c:pt idx="43966">
                  <c:v>53.22</c:v>
                </c:pt>
                <c:pt idx="43967">
                  <c:v>53.22</c:v>
                </c:pt>
                <c:pt idx="43968">
                  <c:v>53.19</c:v>
                </c:pt>
                <c:pt idx="43969">
                  <c:v>229.96</c:v>
                </c:pt>
                <c:pt idx="43970">
                  <c:v>179.97</c:v>
                </c:pt>
                <c:pt idx="43971">
                  <c:v>124.96</c:v>
                </c:pt>
                <c:pt idx="43972">
                  <c:v>179.96</c:v>
                </c:pt>
                <c:pt idx="43973">
                  <c:v>239.97</c:v>
                </c:pt>
                <c:pt idx="43974">
                  <c:v>62.63</c:v>
                </c:pt>
                <c:pt idx="43975">
                  <c:v>62.09</c:v>
                </c:pt>
                <c:pt idx="43976">
                  <c:v>62.09</c:v>
                </c:pt>
                <c:pt idx="43977">
                  <c:v>19.39</c:v>
                </c:pt>
                <c:pt idx="43978">
                  <c:v>19.39</c:v>
                </c:pt>
                <c:pt idx="43979">
                  <c:v>56.68</c:v>
                </c:pt>
                <c:pt idx="43980">
                  <c:v>56.68</c:v>
                </c:pt>
                <c:pt idx="43981">
                  <c:v>-58.49</c:v>
                </c:pt>
                <c:pt idx="43982">
                  <c:v>58.49</c:v>
                </c:pt>
                <c:pt idx="43983">
                  <c:v>48.97</c:v>
                </c:pt>
                <c:pt idx="43984">
                  <c:v>62.06</c:v>
                </c:pt>
                <c:pt idx="43985">
                  <c:v>193.55</c:v>
                </c:pt>
                <c:pt idx="43986">
                  <c:v>169.36</c:v>
                </c:pt>
                <c:pt idx="43987">
                  <c:v>203</c:v>
                </c:pt>
                <c:pt idx="43988">
                  <c:v>120.55</c:v>
                </c:pt>
                <c:pt idx="43989">
                  <c:v>116.12</c:v>
                </c:pt>
                <c:pt idx="43990">
                  <c:v>179.04</c:v>
                </c:pt>
                <c:pt idx="43991">
                  <c:v>49.99</c:v>
                </c:pt>
                <c:pt idx="43992">
                  <c:v>145.16</c:v>
                </c:pt>
                <c:pt idx="43993">
                  <c:v>145.15</c:v>
                </c:pt>
                <c:pt idx="43994">
                  <c:v>208.08</c:v>
                </c:pt>
                <c:pt idx="43995">
                  <c:v>56.67</c:v>
                </c:pt>
                <c:pt idx="43996">
                  <c:v>31.49</c:v>
                </c:pt>
                <c:pt idx="43997">
                  <c:v>8.49</c:v>
                </c:pt>
                <c:pt idx="43998">
                  <c:v>44.23</c:v>
                </c:pt>
                <c:pt idx="43999">
                  <c:v>61.98</c:v>
                </c:pt>
                <c:pt idx="44000">
                  <c:v>61.98</c:v>
                </c:pt>
                <c:pt idx="44001">
                  <c:v>61.98</c:v>
                </c:pt>
                <c:pt idx="44002">
                  <c:v>66.98</c:v>
                </c:pt>
                <c:pt idx="44003">
                  <c:v>84.99</c:v>
                </c:pt>
                <c:pt idx="44004">
                  <c:v>84.99</c:v>
                </c:pt>
                <c:pt idx="44005">
                  <c:v>84.73</c:v>
                </c:pt>
                <c:pt idx="44006">
                  <c:v>119.98</c:v>
                </c:pt>
                <c:pt idx="44007">
                  <c:v>84.99</c:v>
                </c:pt>
                <c:pt idx="44008">
                  <c:v>84.99</c:v>
                </c:pt>
                <c:pt idx="44009">
                  <c:v>84.99</c:v>
                </c:pt>
                <c:pt idx="44010">
                  <c:v>65.989999999999995</c:v>
                </c:pt>
                <c:pt idx="44011">
                  <c:v>65.989999999999995</c:v>
                </c:pt>
                <c:pt idx="44012">
                  <c:v>100.98</c:v>
                </c:pt>
                <c:pt idx="44013">
                  <c:v>84.99</c:v>
                </c:pt>
                <c:pt idx="44014">
                  <c:v>65.989999999999995</c:v>
                </c:pt>
                <c:pt idx="44015">
                  <c:v>65.98</c:v>
                </c:pt>
                <c:pt idx="44016">
                  <c:v>84.99</c:v>
                </c:pt>
                <c:pt idx="44017">
                  <c:v>65.98</c:v>
                </c:pt>
                <c:pt idx="44018">
                  <c:v>57.58</c:v>
                </c:pt>
                <c:pt idx="44019">
                  <c:v>57.58</c:v>
                </c:pt>
                <c:pt idx="44020">
                  <c:v>133.96</c:v>
                </c:pt>
                <c:pt idx="44021">
                  <c:v>157.30000000000001</c:v>
                </c:pt>
                <c:pt idx="44022">
                  <c:v>51.98</c:v>
                </c:pt>
                <c:pt idx="44023">
                  <c:v>56.98</c:v>
                </c:pt>
                <c:pt idx="44024">
                  <c:v>56.98</c:v>
                </c:pt>
                <c:pt idx="44025">
                  <c:v>56.98</c:v>
                </c:pt>
                <c:pt idx="44026">
                  <c:v>56.97</c:v>
                </c:pt>
                <c:pt idx="44027">
                  <c:v>56.97</c:v>
                </c:pt>
                <c:pt idx="44028">
                  <c:v>56.97</c:v>
                </c:pt>
                <c:pt idx="44029">
                  <c:v>56.97</c:v>
                </c:pt>
                <c:pt idx="44030">
                  <c:v>56.97</c:v>
                </c:pt>
                <c:pt idx="44031">
                  <c:v>56.97</c:v>
                </c:pt>
                <c:pt idx="44032">
                  <c:v>48.78</c:v>
                </c:pt>
                <c:pt idx="44033">
                  <c:v>48.78</c:v>
                </c:pt>
                <c:pt idx="44034">
                  <c:v>62.28</c:v>
                </c:pt>
                <c:pt idx="44035">
                  <c:v>97.06</c:v>
                </c:pt>
                <c:pt idx="44036">
                  <c:v>131.97999999999999</c:v>
                </c:pt>
                <c:pt idx="44037">
                  <c:v>120.95</c:v>
                </c:pt>
                <c:pt idx="44038">
                  <c:v>131.97999999999999</c:v>
                </c:pt>
                <c:pt idx="44039">
                  <c:v>62.28</c:v>
                </c:pt>
                <c:pt idx="44040">
                  <c:v>161.96</c:v>
                </c:pt>
                <c:pt idx="44041">
                  <c:v>199.96</c:v>
                </c:pt>
                <c:pt idx="44042">
                  <c:v>171.97</c:v>
                </c:pt>
                <c:pt idx="44043">
                  <c:v>215.46</c:v>
                </c:pt>
                <c:pt idx="44044">
                  <c:v>47.77</c:v>
                </c:pt>
                <c:pt idx="44045">
                  <c:v>62.05</c:v>
                </c:pt>
                <c:pt idx="44046">
                  <c:v>182.95</c:v>
                </c:pt>
                <c:pt idx="44047">
                  <c:v>96.98</c:v>
                </c:pt>
                <c:pt idx="44048">
                  <c:v>115.97</c:v>
                </c:pt>
                <c:pt idx="44049">
                  <c:v>108.95</c:v>
                </c:pt>
                <c:pt idx="44050">
                  <c:v>179.97</c:v>
                </c:pt>
                <c:pt idx="44051">
                  <c:v>97.98</c:v>
                </c:pt>
                <c:pt idx="44052">
                  <c:v>159.97999999999999</c:v>
                </c:pt>
                <c:pt idx="44053">
                  <c:v>159.97999999999999</c:v>
                </c:pt>
                <c:pt idx="44054">
                  <c:v>96.98</c:v>
                </c:pt>
                <c:pt idx="44055">
                  <c:v>159.97999999999999</c:v>
                </c:pt>
                <c:pt idx="44056">
                  <c:v>57.12</c:v>
                </c:pt>
                <c:pt idx="44057">
                  <c:v>53.98</c:v>
                </c:pt>
                <c:pt idx="44058">
                  <c:v>2.99</c:v>
                </c:pt>
                <c:pt idx="44059">
                  <c:v>24.99</c:v>
                </c:pt>
                <c:pt idx="44060">
                  <c:v>26.29</c:v>
                </c:pt>
                <c:pt idx="44061">
                  <c:v>404.36</c:v>
                </c:pt>
                <c:pt idx="44062">
                  <c:v>164.94</c:v>
                </c:pt>
                <c:pt idx="44063">
                  <c:v>387.44</c:v>
                </c:pt>
                <c:pt idx="44064">
                  <c:v>338.31</c:v>
                </c:pt>
                <c:pt idx="44065">
                  <c:v>61.35</c:v>
                </c:pt>
                <c:pt idx="44066">
                  <c:v>56.98</c:v>
                </c:pt>
                <c:pt idx="44067">
                  <c:v>56.98</c:v>
                </c:pt>
                <c:pt idx="44068">
                  <c:v>99.95</c:v>
                </c:pt>
                <c:pt idx="44069">
                  <c:v>233.88</c:v>
                </c:pt>
                <c:pt idx="44070">
                  <c:v>195.9</c:v>
                </c:pt>
                <c:pt idx="44071">
                  <c:v>194.9</c:v>
                </c:pt>
                <c:pt idx="44072">
                  <c:v>194.9</c:v>
                </c:pt>
                <c:pt idx="44073">
                  <c:v>56.97</c:v>
                </c:pt>
                <c:pt idx="44074">
                  <c:v>55.98</c:v>
                </c:pt>
                <c:pt idx="44075">
                  <c:v>56.97</c:v>
                </c:pt>
                <c:pt idx="44076">
                  <c:v>56.97</c:v>
                </c:pt>
                <c:pt idx="44077">
                  <c:v>97.97</c:v>
                </c:pt>
                <c:pt idx="44078">
                  <c:v>119.96</c:v>
                </c:pt>
                <c:pt idx="44079">
                  <c:v>29.99</c:v>
                </c:pt>
                <c:pt idx="44080">
                  <c:v>119.96</c:v>
                </c:pt>
                <c:pt idx="44081">
                  <c:v>119.96</c:v>
                </c:pt>
                <c:pt idx="44082">
                  <c:v>108.63</c:v>
                </c:pt>
                <c:pt idx="44083">
                  <c:v>89.22</c:v>
                </c:pt>
                <c:pt idx="44084">
                  <c:v>119.96</c:v>
                </c:pt>
                <c:pt idx="44085">
                  <c:v>70.13</c:v>
                </c:pt>
                <c:pt idx="44086">
                  <c:v>64.459999999999994</c:v>
                </c:pt>
                <c:pt idx="44087">
                  <c:v>60.97</c:v>
                </c:pt>
                <c:pt idx="44088">
                  <c:v>89.97</c:v>
                </c:pt>
                <c:pt idx="44089">
                  <c:v>74.98</c:v>
                </c:pt>
                <c:pt idx="44090">
                  <c:v>101.97</c:v>
                </c:pt>
                <c:pt idx="44091">
                  <c:v>97.86</c:v>
                </c:pt>
                <c:pt idx="44092">
                  <c:v>89.97</c:v>
                </c:pt>
                <c:pt idx="44093">
                  <c:v>62.52</c:v>
                </c:pt>
                <c:pt idx="44094">
                  <c:v>74.22</c:v>
                </c:pt>
                <c:pt idx="44095">
                  <c:v>118.16</c:v>
                </c:pt>
                <c:pt idx="44096">
                  <c:v>114.96</c:v>
                </c:pt>
                <c:pt idx="44097">
                  <c:v>56.97</c:v>
                </c:pt>
                <c:pt idx="44098">
                  <c:v>56.97</c:v>
                </c:pt>
                <c:pt idx="44099">
                  <c:v>56.97</c:v>
                </c:pt>
                <c:pt idx="44100">
                  <c:v>56.97</c:v>
                </c:pt>
                <c:pt idx="44101">
                  <c:v>56.97</c:v>
                </c:pt>
                <c:pt idx="44102">
                  <c:v>43.93</c:v>
                </c:pt>
                <c:pt idx="44103">
                  <c:v>55.98</c:v>
                </c:pt>
                <c:pt idx="44104">
                  <c:v>56.97</c:v>
                </c:pt>
                <c:pt idx="44105">
                  <c:v>56.97</c:v>
                </c:pt>
                <c:pt idx="44106">
                  <c:v>56.97</c:v>
                </c:pt>
                <c:pt idx="44107">
                  <c:v>149.16999999999999</c:v>
                </c:pt>
                <c:pt idx="44108">
                  <c:v>166.47</c:v>
                </c:pt>
                <c:pt idx="44109">
                  <c:v>169.98</c:v>
                </c:pt>
                <c:pt idx="44110">
                  <c:v>74.98</c:v>
                </c:pt>
                <c:pt idx="44111">
                  <c:v>109.98</c:v>
                </c:pt>
                <c:pt idx="44112">
                  <c:v>94.98</c:v>
                </c:pt>
                <c:pt idx="44113">
                  <c:v>99.98</c:v>
                </c:pt>
                <c:pt idx="44114">
                  <c:v>119.97</c:v>
                </c:pt>
                <c:pt idx="44115">
                  <c:v>169.98</c:v>
                </c:pt>
                <c:pt idx="44116">
                  <c:v>109.98</c:v>
                </c:pt>
                <c:pt idx="44117">
                  <c:v>165.96</c:v>
                </c:pt>
                <c:pt idx="44118">
                  <c:v>164.97</c:v>
                </c:pt>
                <c:pt idx="44119">
                  <c:v>164.97</c:v>
                </c:pt>
                <c:pt idx="44120">
                  <c:v>158.22</c:v>
                </c:pt>
                <c:pt idx="44121">
                  <c:v>56.97</c:v>
                </c:pt>
                <c:pt idx="44122">
                  <c:v>55.98</c:v>
                </c:pt>
                <c:pt idx="44123">
                  <c:v>56.97</c:v>
                </c:pt>
                <c:pt idx="44124">
                  <c:v>55.98</c:v>
                </c:pt>
                <c:pt idx="44125">
                  <c:v>56.97</c:v>
                </c:pt>
                <c:pt idx="44126">
                  <c:v>55.98</c:v>
                </c:pt>
                <c:pt idx="44127">
                  <c:v>56.97</c:v>
                </c:pt>
                <c:pt idx="44128">
                  <c:v>56.97</c:v>
                </c:pt>
                <c:pt idx="44129">
                  <c:v>55.98</c:v>
                </c:pt>
                <c:pt idx="44130">
                  <c:v>56.97</c:v>
                </c:pt>
                <c:pt idx="44131">
                  <c:v>237.65</c:v>
                </c:pt>
                <c:pt idx="44132">
                  <c:v>229.47</c:v>
                </c:pt>
                <c:pt idx="44133">
                  <c:v>229.47</c:v>
                </c:pt>
                <c:pt idx="44134">
                  <c:v>50.98</c:v>
                </c:pt>
                <c:pt idx="44135">
                  <c:v>300.55</c:v>
                </c:pt>
                <c:pt idx="44136">
                  <c:v>53.97</c:v>
                </c:pt>
                <c:pt idx="44137">
                  <c:v>263.93</c:v>
                </c:pt>
                <c:pt idx="44138">
                  <c:v>113.97</c:v>
                </c:pt>
                <c:pt idx="44139">
                  <c:v>56.97</c:v>
                </c:pt>
                <c:pt idx="44140">
                  <c:v>56.97</c:v>
                </c:pt>
                <c:pt idx="44141">
                  <c:v>55.98</c:v>
                </c:pt>
                <c:pt idx="44142">
                  <c:v>56.97</c:v>
                </c:pt>
                <c:pt idx="44143">
                  <c:v>56.97</c:v>
                </c:pt>
                <c:pt idx="44144">
                  <c:v>55.98</c:v>
                </c:pt>
                <c:pt idx="44145">
                  <c:v>43.93</c:v>
                </c:pt>
                <c:pt idx="44146">
                  <c:v>56.97</c:v>
                </c:pt>
                <c:pt idx="44147">
                  <c:v>55.98</c:v>
                </c:pt>
                <c:pt idx="44148">
                  <c:v>56.97</c:v>
                </c:pt>
                <c:pt idx="44149">
                  <c:v>49.47</c:v>
                </c:pt>
                <c:pt idx="44150">
                  <c:v>83.95</c:v>
                </c:pt>
                <c:pt idx="44151">
                  <c:v>474.89</c:v>
                </c:pt>
                <c:pt idx="44152">
                  <c:v>159.94999999999999</c:v>
                </c:pt>
                <c:pt idx="44153">
                  <c:v>204.95</c:v>
                </c:pt>
                <c:pt idx="44154">
                  <c:v>69.98</c:v>
                </c:pt>
                <c:pt idx="44155">
                  <c:v>89.97</c:v>
                </c:pt>
                <c:pt idx="44156">
                  <c:v>364.92</c:v>
                </c:pt>
                <c:pt idx="44157">
                  <c:v>55.98</c:v>
                </c:pt>
                <c:pt idx="44158">
                  <c:v>56.97</c:v>
                </c:pt>
                <c:pt idx="44159">
                  <c:v>56.97</c:v>
                </c:pt>
                <c:pt idx="44160">
                  <c:v>55.98</c:v>
                </c:pt>
                <c:pt idx="44161">
                  <c:v>55.98</c:v>
                </c:pt>
                <c:pt idx="44162">
                  <c:v>55.98</c:v>
                </c:pt>
                <c:pt idx="44163">
                  <c:v>55.98</c:v>
                </c:pt>
                <c:pt idx="44164">
                  <c:v>55.97</c:v>
                </c:pt>
                <c:pt idx="44165">
                  <c:v>55.97</c:v>
                </c:pt>
                <c:pt idx="44166">
                  <c:v>126.98</c:v>
                </c:pt>
                <c:pt idx="44167">
                  <c:v>126.98</c:v>
                </c:pt>
                <c:pt idx="44168">
                  <c:v>-1.5</c:v>
                </c:pt>
                <c:pt idx="44169">
                  <c:v>23.49</c:v>
                </c:pt>
                <c:pt idx="44170">
                  <c:v>53.98</c:v>
                </c:pt>
                <c:pt idx="44171">
                  <c:v>126.98</c:v>
                </c:pt>
                <c:pt idx="44172">
                  <c:v>100.98</c:v>
                </c:pt>
                <c:pt idx="44173">
                  <c:v>126.98</c:v>
                </c:pt>
                <c:pt idx="44174">
                  <c:v>100.98</c:v>
                </c:pt>
                <c:pt idx="44175">
                  <c:v>-19.05</c:v>
                </c:pt>
                <c:pt idx="44176">
                  <c:v>65.989999999999995</c:v>
                </c:pt>
                <c:pt idx="44177">
                  <c:v>80.98</c:v>
                </c:pt>
                <c:pt idx="44178">
                  <c:v>60.99</c:v>
                </c:pt>
                <c:pt idx="44179">
                  <c:v>63.97</c:v>
                </c:pt>
                <c:pt idx="44180">
                  <c:v>60.99</c:v>
                </c:pt>
                <c:pt idx="44181">
                  <c:v>61.11</c:v>
                </c:pt>
                <c:pt idx="44182">
                  <c:v>75.98</c:v>
                </c:pt>
                <c:pt idx="44183">
                  <c:v>126.98</c:v>
                </c:pt>
                <c:pt idx="44184">
                  <c:v>52.99</c:v>
                </c:pt>
                <c:pt idx="44185">
                  <c:v>100.98</c:v>
                </c:pt>
                <c:pt idx="44186">
                  <c:v>65.989999999999995</c:v>
                </c:pt>
                <c:pt idx="44187">
                  <c:v>126.98</c:v>
                </c:pt>
                <c:pt idx="44188">
                  <c:v>88.92</c:v>
                </c:pt>
                <c:pt idx="44189">
                  <c:v>117.98</c:v>
                </c:pt>
                <c:pt idx="44190">
                  <c:v>56.96</c:v>
                </c:pt>
                <c:pt idx="44191">
                  <c:v>48.27</c:v>
                </c:pt>
                <c:pt idx="44192">
                  <c:v>55.97</c:v>
                </c:pt>
                <c:pt idx="44193">
                  <c:v>47.48</c:v>
                </c:pt>
                <c:pt idx="44194">
                  <c:v>55.97</c:v>
                </c:pt>
                <c:pt idx="44195">
                  <c:v>47.48</c:v>
                </c:pt>
                <c:pt idx="44196">
                  <c:v>56.96</c:v>
                </c:pt>
                <c:pt idx="44197">
                  <c:v>55.97</c:v>
                </c:pt>
                <c:pt idx="44198">
                  <c:v>85.98</c:v>
                </c:pt>
                <c:pt idx="44199">
                  <c:v>85.98</c:v>
                </c:pt>
                <c:pt idx="44200">
                  <c:v>85.98</c:v>
                </c:pt>
                <c:pt idx="44201">
                  <c:v>65.989999999999995</c:v>
                </c:pt>
                <c:pt idx="44202">
                  <c:v>85.98</c:v>
                </c:pt>
                <c:pt idx="44203">
                  <c:v>65.989999999999995</c:v>
                </c:pt>
                <c:pt idx="44204">
                  <c:v>82.38</c:v>
                </c:pt>
                <c:pt idx="44205">
                  <c:v>85.98</c:v>
                </c:pt>
                <c:pt idx="44206">
                  <c:v>65.989999999999995</c:v>
                </c:pt>
                <c:pt idx="44207">
                  <c:v>55.98</c:v>
                </c:pt>
                <c:pt idx="44208">
                  <c:v>55.97</c:v>
                </c:pt>
                <c:pt idx="44209">
                  <c:v>55.98</c:v>
                </c:pt>
                <c:pt idx="44210">
                  <c:v>55.96</c:v>
                </c:pt>
                <c:pt idx="44211">
                  <c:v>55.98</c:v>
                </c:pt>
                <c:pt idx="44212">
                  <c:v>55.98</c:v>
                </c:pt>
                <c:pt idx="44213">
                  <c:v>55.98</c:v>
                </c:pt>
                <c:pt idx="44214">
                  <c:v>55.98</c:v>
                </c:pt>
                <c:pt idx="44215">
                  <c:v>55.98</c:v>
                </c:pt>
                <c:pt idx="44216">
                  <c:v>84.99</c:v>
                </c:pt>
                <c:pt idx="44217">
                  <c:v>101.96</c:v>
                </c:pt>
                <c:pt idx="44218">
                  <c:v>59.97</c:v>
                </c:pt>
                <c:pt idx="44219">
                  <c:v>87.95</c:v>
                </c:pt>
                <c:pt idx="44220">
                  <c:v>59.97</c:v>
                </c:pt>
                <c:pt idx="44221">
                  <c:v>64.98</c:v>
                </c:pt>
                <c:pt idx="44222">
                  <c:v>211.95</c:v>
                </c:pt>
                <c:pt idx="44223">
                  <c:v>239.95</c:v>
                </c:pt>
                <c:pt idx="44224">
                  <c:v>108.91</c:v>
                </c:pt>
                <c:pt idx="44225">
                  <c:v>169.98</c:v>
                </c:pt>
                <c:pt idx="44226">
                  <c:v>55.95</c:v>
                </c:pt>
                <c:pt idx="44227">
                  <c:v>55.97</c:v>
                </c:pt>
                <c:pt idx="44228">
                  <c:v>55.97</c:v>
                </c:pt>
                <c:pt idx="44229">
                  <c:v>55.97</c:v>
                </c:pt>
                <c:pt idx="44230">
                  <c:v>55.96</c:v>
                </c:pt>
                <c:pt idx="44231">
                  <c:v>55.97</c:v>
                </c:pt>
                <c:pt idx="44232">
                  <c:v>163.94</c:v>
                </c:pt>
                <c:pt idx="44233">
                  <c:v>55.96</c:v>
                </c:pt>
                <c:pt idx="44234">
                  <c:v>55.96</c:v>
                </c:pt>
                <c:pt idx="44235">
                  <c:v>55.96</c:v>
                </c:pt>
                <c:pt idx="44236">
                  <c:v>25.48</c:v>
                </c:pt>
                <c:pt idx="44237">
                  <c:v>13.49</c:v>
                </c:pt>
                <c:pt idx="44238">
                  <c:v>55.96</c:v>
                </c:pt>
                <c:pt idx="44239">
                  <c:v>55.96</c:v>
                </c:pt>
                <c:pt idx="44240">
                  <c:v>291.92</c:v>
                </c:pt>
                <c:pt idx="44241">
                  <c:v>183.96</c:v>
                </c:pt>
                <c:pt idx="44242">
                  <c:v>179.95</c:v>
                </c:pt>
                <c:pt idx="44243">
                  <c:v>239.94</c:v>
                </c:pt>
                <c:pt idx="44244">
                  <c:v>213.92</c:v>
                </c:pt>
                <c:pt idx="44245">
                  <c:v>55.94</c:v>
                </c:pt>
                <c:pt idx="44246">
                  <c:v>55.96</c:v>
                </c:pt>
                <c:pt idx="44247">
                  <c:v>61.69</c:v>
                </c:pt>
                <c:pt idx="44248">
                  <c:v>61.69</c:v>
                </c:pt>
                <c:pt idx="44249">
                  <c:v>169.98</c:v>
                </c:pt>
                <c:pt idx="44250">
                  <c:v>137.97999999999999</c:v>
                </c:pt>
                <c:pt idx="44251">
                  <c:v>84.99</c:v>
                </c:pt>
                <c:pt idx="44252">
                  <c:v>144.47999999999999</c:v>
                </c:pt>
                <c:pt idx="44253">
                  <c:v>169.98</c:v>
                </c:pt>
                <c:pt idx="44254">
                  <c:v>169.98</c:v>
                </c:pt>
                <c:pt idx="44255">
                  <c:v>159.97999999999999</c:v>
                </c:pt>
                <c:pt idx="44256">
                  <c:v>84.99</c:v>
                </c:pt>
                <c:pt idx="44257">
                  <c:v>254.97</c:v>
                </c:pt>
                <c:pt idx="44258">
                  <c:v>169.98</c:v>
                </c:pt>
                <c:pt idx="44259">
                  <c:v>61.67</c:v>
                </c:pt>
                <c:pt idx="44260">
                  <c:v>61.67</c:v>
                </c:pt>
                <c:pt idx="44261">
                  <c:v>61.67</c:v>
                </c:pt>
                <c:pt idx="44262">
                  <c:v>61.67</c:v>
                </c:pt>
                <c:pt idx="44263">
                  <c:v>61.67</c:v>
                </c:pt>
                <c:pt idx="44264">
                  <c:v>61.67</c:v>
                </c:pt>
                <c:pt idx="44265">
                  <c:v>21.76</c:v>
                </c:pt>
                <c:pt idx="44266">
                  <c:v>61.67</c:v>
                </c:pt>
                <c:pt idx="44267">
                  <c:v>61.67</c:v>
                </c:pt>
                <c:pt idx="44268">
                  <c:v>21.76</c:v>
                </c:pt>
                <c:pt idx="44269">
                  <c:v>61.67</c:v>
                </c:pt>
                <c:pt idx="44270">
                  <c:v>61.67</c:v>
                </c:pt>
                <c:pt idx="44271">
                  <c:v>109.98</c:v>
                </c:pt>
                <c:pt idx="44272">
                  <c:v>159.96</c:v>
                </c:pt>
                <c:pt idx="44273">
                  <c:v>109.98</c:v>
                </c:pt>
                <c:pt idx="44274">
                  <c:v>54.99</c:v>
                </c:pt>
                <c:pt idx="44275">
                  <c:v>84.99</c:v>
                </c:pt>
                <c:pt idx="44276">
                  <c:v>175.32</c:v>
                </c:pt>
                <c:pt idx="44277">
                  <c:v>139.96</c:v>
                </c:pt>
                <c:pt idx="44278">
                  <c:v>189.97</c:v>
                </c:pt>
                <c:pt idx="44279">
                  <c:v>61.66</c:v>
                </c:pt>
                <c:pt idx="44280">
                  <c:v>61.65</c:v>
                </c:pt>
                <c:pt idx="44281">
                  <c:v>48.07</c:v>
                </c:pt>
                <c:pt idx="44282">
                  <c:v>51.99</c:v>
                </c:pt>
                <c:pt idx="44283">
                  <c:v>56.67</c:v>
                </c:pt>
                <c:pt idx="44284">
                  <c:v>74.98</c:v>
                </c:pt>
                <c:pt idx="44285">
                  <c:v>78.44</c:v>
                </c:pt>
                <c:pt idx="44286">
                  <c:v>79.989999999999995</c:v>
                </c:pt>
                <c:pt idx="44287">
                  <c:v>73.28</c:v>
                </c:pt>
                <c:pt idx="44288">
                  <c:v>93.98</c:v>
                </c:pt>
                <c:pt idx="44289">
                  <c:v>79.989999999999995</c:v>
                </c:pt>
                <c:pt idx="44290">
                  <c:v>78.180000000000007</c:v>
                </c:pt>
                <c:pt idx="44291">
                  <c:v>79.989999999999995</c:v>
                </c:pt>
                <c:pt idx="44292">
                  <c:v>79.989999999999995</c:v>
                </c:pt>
                <c:pt idx="44293">
                  <c:v>79.989999999999995</c:v>
                </c:pt>
                <c:pt idx="44294">
                  <c:v>93.98</c:v>
                </c:pt>
                <c:pt idx="44295">
                  <c:v>93.98</c:v>
                </c:pt>
                <c:pt idx="44296">
                  <c:v>147.47</c:v>
                </c:pt>
                <c:pt idx="44297">
                  <c:v>72.06</c:v>
                </c:pt>
                <c:pt idx="44298">
                  <c:v>79.989999999999995</c:v>
                </c:pt>
                <c:pt idx="44299">
                  <c:v>82.97</c:v>
                </c:pt>
                <c:pt idx="44300">
                  <c:v>69.88</c:v>
                </c:pt>
                <c:pt idx="44301">
                  <c:v>79.989999999999995</c:v>
                </c:pt>
                <c:pt idx="44302">
                  <c:v>79.989999999999995</c:v>
                </c:pt>
                <c:pt idx="44303">
                  <c:v>79.989999999999995</c:v>
                </c:pt>
                <c:pt idx="44304">
                  <c:v>42.49</c:v>
                </c:pt>
                <c:pt idx="44305">
                  <c:v>79.260000000000005</c:v>
                </c:pt>
                <c:pt idx="44306">
                  <c:v>60.97</c:v>
                </c:pt>
                <c:pt idx="44307">
                  <c:v>55.98</c:v>
                </c:pt>
                <c:pt idx="44308">
                  <c:v>-64.98</c:v>
                </c:pt>
                <c:pt idx="44309">
                  <c:v>64.98</c:v>
                </c:pt>
                <c:pt idx="44310">
                  <c:v>55.98</c:v>
                </c:pt>
                <c:pt idx="44311">
                  <c:v>134.97999999999999</c:v>
                </c:pt>
                <c:pt idx="44312">
                  <c:v>84.99</c:v>
                </c:pt>
                <c:pt idx="44313">
                  <c:v>148.97</c:v>
                </c:pt>
                <c:pt idx="44314">
                  <c:v>57.98</c:v>
                </c:pt>
                <c:pt idx="44315">
                  <c:v>140.47</c:v>
                </c:pt>
                <c:pt idx="44316">
                  <c:v>169.98</c:v>
                </c:pt>
                <c:pt idx="44317">
                  <c:v>148.97</c:v>
                </c:pt>
                <c:pt idx="44318">
                  <c:v>96.47</c:v>
                </c:pt>
                <c:pt idx="44319">
                  <c:v>54.98</c:v>
                </c:pt>
                <c:pt idx="44320">
                  <c:v>152.26</c:v>
                </c:pt>
                <c:pt idx="44321">
                  <c:v>104.98</c:v>
                </c:pt>
                <c:pt idx="44322">
                  <c:v>86.49</c:v>
                </c:pt>
                <c:pt idx="44323">
                  <c:v>84.99</c:v>
                </c:pt>
                <c:pt idx="44324">
                  <c:v>86.49</c:v>
                </c:pt>
                <c:pt idx="44325">
                  <c:v>55.98</c:v>
                </c:pt>
                <c:pt idx="44326">
                  <c:v>55.98</c:v>
                </c:pt>
                <c:pt idx="44327">
                  <c:v>55.98</c:v>
                </c:pt>
                <c:pt idx="44328">
                  <c:v>55.98</c:v>
                </c:pt>
                <c:pt idx="44329">
                  <c:v>55.98</c:v>
                </c:pt>
                <c:pt idx="44330">
                  <c:v>47.58</c:v>
                </c:pt>
                <c:pt idx="44331">
                  <c:v>55.98</c:v>
                </c:pt>
                <c:pt idx="44332">
                  <c:v>47.58</c:v>
                </c:pt>
                <c:pt idx="44333">
                  <c:v>55.98</c:v>
                </c:pt>
                <c:pt idx="44334">
                  <c:v>55.98</c:v>
                </c:pt>
                <c:pt idx="44335">
                  <c:v>55.98</c:v>
                </c:pt>
                <c:pt idx="44336">
                  <c:v>55.98</c:v>
                </c:pt>
                <c:pt idx="44337">
                  <c:v>118.78</c:v>
                </c:pt>
                <c:pt idx="44338">
                  <c:v>118.78</c:v>
                </c:pt>
                <c:pt idx="44339">
                  <c:v>100.19</c:v>
                </c:pt>
                <c:pt idx="44340">
                  <c:v>191.31</c:v>
                </c:pt>
                <c:pt idx="44341">
                  <c:v>163.96</c:v>
                </c:pt>
                <c:pt idx="44342">
                  <c:v>199.96</c:v>
                </c:pt>
                <c:pt idx="44343">
                  <c:v>181.93</c:v>
                </c:pt>
                <c:pt idx="44344">
                  <c:v>256.86</c:v>
                </c:pt>
                <c:pt idx="44345">
                  <c:v>201.97</c:v>
                </c:pt>
                <c:pt idx="44346">
                  <c:v>55.98</c:v>
                </c:pt>
                <c:pt idx="44347">
                  <c:v>56.97</c:v>
                </c:pt>
                <c:pt idx="44348">
                  <c:v>55.97</c:v>
                </c:pt>
                <c:pt idx="44349">
                  <c:v>56.97</c:v>
                </c:pt>
                <c:pt idx="44350">
                  <c:v>55.96</c:v>
                </c:pt>
                <c:pt idx="44351">
                  <c:v>55.96</c:v>
                </c:pt>
                <c:pt idx="44352">
                  <c:v>56.92</c:v>
                </c:pt>
                <c:pt idx="44353">
                  <c:v>50.97</c:v>
                </c:pt>
                <c:pt idx="44354">
                  <c:v>77.790000000000006</c:v>
                </c:pt>
                <c:pt idx="44355">
                  <c:v>52.45</c:v>
                </c:pt>
                <c:pt idx="44356">
                  <c:v>52.19</c:v>
                </c:pt>
                <c:pt idx="44357">
                  <c:v>58.14</c:v>
                </c:pt>
                <c:pt idx="44358">
                  <c:v>65.97</c:v>
                </c:pt>
                <c:pt idx="44359">
                  <c:v>63.96</c:v>
                </c:pt>
                <c:pt idx="44360">
                  <c:v>52.45</c:v>
                </c:pt>
                <c:pt idx="44361">
                  <c:v>65.44</c:v>
                </c:pt>
                <c:pt idx="44362">
                  <c:v>52.98</c:v>
                </c:pt>
                <c:pt idx="44363">
                  <c:v>69.08</c:v>
                </c:pt>
                <c:pt idx="44364">
                  <c:v>65.31</c:v>
                </c:pt>
                <c:pt idx="44365">
                  <c:v>52.32</c:v>
                </c:pt>
                <c:pt idx="44366">
                  <c:v>52.98</c:v>
                </c:pt>
                <c:pt idx="44367">
                  <c:v>63.44</c:v>
                </c:pt>
                <c:pt idx="44368">
                  <c:v>62.34</c:v>
                </c:pt>
                <c:pt idx="44369">
                  <c:v>49.18</c:v>
                </c:pt>
                <c:pt idx="44370">
                  <c:v>65.180000000000007</c:v>
                </c:pt>
                <c:pt idx="44371">
                  <c:v>59.39</c:v>
                </c:pt>
                <c:pt idx="44372">
                  <c:v>78.319999999999993</c:v>
                </c:pt>
                <c:pt idx="44373">
                  <c:v>319.39</c:v>
                </c:pt>
                <c:pt idx="44374">
                  <c:v>319.39</c:v>
                </c:pt>
                <c:pt idx="44375">
                  <c:v>319.39</c:v>
                </c:pt>
                <c:pt idx="44376">
                  <c:v>296.76</c:v>
                </c:pt>
                <c:pt idx="44377">
                  <c:v>319.39</c:v>
                </c:pt>
                <c:pt idx="44378">
                  <c:v>60.96</c:v>
                </c:pt>
                <c:pt idx="44379">
                  <c:v>60.94</c:v>
                </c:pt>
                <c:pt idx="44380">
                  <c:v>50.88</c:v>
                </c:pt>
                <c:pt idx="44381">
                  <c:v>129.97</c:v>
                </c:pt>
                <c:pt idx="44382">
                  <c:v>84.99</c:v>
                </c:pt>
                <c:pt idx="44383">
                  <c:v>154.96</c:v>
                </c:pt>
                <c:pt idx="44384">
                  <c:v>179.94</c:v>
                </c:pt>
                <c:pt idx="44385">
                  <c:v>183.92</c:v>
                </c:pt>
                <c:pt idx="44386">
                  <c:v>84.97</c:v>
                </c:pt>
                <c:pt idx="44387">
                  <c:v>120.86</c:v>
                </c:pt>
                <c:pt idx="44388">
                  <c:v>165.39</c:v>
                </c:pt>
                <c:pt idx="44389">
                  <c:v>109.98</c:v>
                </c:pt>
                <c:pt idx="44390">
                  <c:v>129.97</c:v>
                </c:pt>
                <c:pt idx="44391">
                  <c:v>78.45</c:v>
                </c:pt>
                <c:pt idx="44392">
                  <c:v>104.98</c:v>
                </c:pt>
                <c:pt idx="44393">
                  <c:v>84.99</c:v>
                </c:pt>
                <c:pt idx="44394">
                  <c:v>103.2</c:v>
                </c:pt>
                <c:pt idx="44395">
                  <c:v>141.96</c:v>
                </c:pt>
                <c:pt idx="44396">
                  <c:v>46.54</c:v>
                </c:pt>
                <c:pt idx="44397">
                  <c:v>20.29</c:v>
                </c:pt>
                <c:pt idx="44398">
                  <c:v>19.489999999999998</c:v>
                </c:pt>
                <c:pt idx="44399">
                  <c:v>55.98</c:v>
                </c:pt>
                <c:pt idx="44400">
                  <c:v>55.98</c:v>
                </c:pt>
                <c:pt idx="44401">
                  <c:v>81.98</c:v>
                </c:pt>
                <c:pt idx="44402">
                  <c:v>88.97</c:v>
                </c:pt>
                <c:pt idx="44403">
                  <c:v>117.96</c:v>
                </c:pt>
                <c:pt idx="44404">
                  <c:v>81.98</c:v>
                </c:pt>
                <c:pt idx="44405">
                  <c:v>114.97</c:v>
                </c:pt>
                <c:pt idx="44406">
                  <c:v>67.25</c:v>
                </c:pt>
                <c:pt idx="44407">
                  <c:v>81.98</c:v>
                </c:pt>
                <c:pt idx="44408">
                  <c:v>84.99</c:v>
                </c:pt>
                <c:pt idx="44409">
                  <c:v>100.98</c:v>
                </c:pt>
                <c:pt idx="44410">
                  <c:v>125.95</c:v>
                </c:pt>
                <c:pt idx="44411">
                  <c:v>105.96</c:v>
                </c:pt>
                <c:pt idx="44412">
                  <c:v>81.98</c:v>
                </c:pt>
                <c:pt idx="44413">
                  <c:v>55.98</c:v>
                </c:pt>
                <c:pt idx="44414">
                  <c:v>55.98</c:v>
                </c:pt>
                <c:pt idx="44415">
                  <c:v>55.98</c:v>
                </c:pt>
                <c:pt idx="44416">
                  <c:v>55.98</c:v>
                </c:pt>
                <c:pt idx="44417">
                  <c:v>55.98</c:v>
                </c:pt>
                <c:pt idx="44418">
                  <c:v>55.98</c:v>
                </c:pt>
                <c:pt idx="44419">
                  <c:v>55.98</c:v>
                </c:pt>
                <c:pt idx="44420">
                  <c:v>55.98</c:v>
                </c:pt>
                <c:pt idx="44421">
                  <c:v>55.98</c:v>
                </c:pt>
                <c:pt idx="44422">
                  <c:v>84.99</c:v>
                </c:pt>
                <c:pt idx="44423">
                  <c:v>59.49</c:v>
                </c:pt>
                <c:pt idx="44424">
                  <c:v>96.98</c:v>
                </c:pt>
                <c:pt idx="44425">
                  <c:v>84.99</c:v>
                </c:pt>
                <c:pt idx="44426">
                  <c:v>96.98</c:v>
                </c:pt>
                <c:pt idx="44427">
                  <c:v>68.989999999999995</c:v>
                </c:pt>
                <c:pt idx="44428">
                  <c:v>65.989999999999995</c:v>
                </c:pt>
                <c:pt idx="44429">
                  <c:v>76.489999999999995</c:v>
                </c:pt>
                <c:pt idx="44430">
                  <c:v>91.68</c:v>
                </c:pt>
                <c:pt idx="44431">
                  <c:v>65.19</c:v>
                </c:pt>
                <c:pt idx="44432">
                  <c:v>132.52000000000001</c:v>
                </c:pt>
                <c:pt idx="44433">
                  <c:v>65.989999999999995</c:v>
                </c:pt>
                <c:pt idx="44434">
                  <c:v>96.98</c:v>
                </c:pt>
                <c:pt idx="44435">
                  <c:v>96.98</c:v>
                </c:pt>
                <c:pt idx="44436">
                  <c:v>84.99</c:v>
                </c:pt>
                <c:pt idx="44437">
                  <c:v>47.29</c:v>
                </c:pt>
                <c:pt idx="44438">
                  <c:v>84.99</c:v>
                </c:pt>
                <c:pt idx="44439">
                  <c:v>84.99</c:v>
                </c:pt>
                <c:pt idx="44440">
                  <c:v>68.97</c:v>
                </c:pt>
                <c:pt idx="44441">
                  <c:v>76.489999999999995</c:v>
                </c:pt>
                <c:pt idx="44442">
                  <c:v>95.98</c:v>
                </c:pt>
                <c:pt idx="44443">
                  <c:v>96.98</c:v>
                </c:pt>
                <c:pt idx="44444">
                  <c:v>55.98</c:v>
                </c:pt>
                <c:pt idx="44445">
                  <c:v>55.98</c:v>
                </c:pt>
                <c:pt idx="44446">
                  <c:v>55.97</c:v>
                </c:pt>
                <c:pt idx="44447">
                  <c:v>55.97</c:v>
                </c:pt>
                <c:pt idx="44448">
                  <c:v>47.28</c:v>
                </c:pt>
                <c:pt idx="44449">
                  <c:v>55.97</c:v>
                </c:pt>
                <c:pt idx="44450">
                  <c:v>55.97</c:v>
                </c:pt>
                <c:pt idx="44451">
                  <c:v>19.29</c:v>
                </c:pt>
                <c:pt idx="44452">
                  <c:v>159.97999999999999</c:v>
                </c:pt>
                <c:pt idx="44453">
                  <c:v>159.97999999999999</c:v>
                </c:pt>
                <c:pt idx="44454">
                  <c:v>159.97999999999999</c:v>
                </c:pt>
                <c:pt idx="44455">
                  <c:v>187.97</c:v>
                </c:pt>
                <c:pt idx="44456">
                  <c:v>156.78</c:v>
                </c:pt>
                <c:pt idx="44457">
                  <c:v>159.97999999999999</c:v>
                </c:pt>
                <c:pt idx="44458">
                  <c:v>187.97</c:v>
                </c:pt>
                <c:pt idx="44459">
                  <c:v>154.34</c:v>
                </c:pt>
                <c:pt idx="44460">
                  <c:v>54.99</c:v>
                </c:pt>
                <c:pt idx="44461">
                  <c:v>54.99</c:v>
                </c:pt>
                <c:pt idx="44462">
                  <c:v>54.99</c:v>
                </c:pt>
                <c:pt idx="44463">
                  <c:v>54.99</c:v>
                </c:pt>
                <c:pt idx="44464">
                  <c:v>54.99</c:v>
                </c:pt>
                <c:pt idx="44465">
                  <c:v>55.96</c:v>
                </c:pt>
                <c:pt idx="44466">
                  <c:v>54.99</c:v>
                </c:pt>
                <c:pt idx="44467">
                  <c:v>54.99</c:v>
                </c:pt>
                <c:pt idx="44468">
                  <c:v>54.99</c:v>
                </c:pt>
                <c:pt idx="44469">
                  <c:v>231.3</c:v>
                </c:pt>
                <c:pt idx="44470">
                  <c:v>159.97999999999999</c:v>
                </c:pt>
                <c:pt idx="44471">
                  <c:v>159.97999999999999</c:v>
                </c:pt>
                <c:pt idx="44472">
                  <c:v>169.98</c:v>
                </c:pt>
                <c:pt idx="44473">
                  <c:v>129.97999999999999</c:v>
                </c:pt>
                <c:pt idx="44474">
                  <c:v>272.93</c:v>
                </c:pt>
                <c:pt idx="44475">
                  <c:v>153.97999999999999</c:v>
                </c:pt>
                <c:pt idx="44476">
                  <c:v>54.99</c:v>
                </c:pt>
                <c:pt idx="44477">
                  <c:v>54.99</c:v>
                </c:pt>
                <c:pt idx="44478">
                  <c:v>54.99</c:v>
                </c:pt>
                <c:pt idx="44479">
                  <c:v>54.99</c:v>
                </c:pt>
                <c:pt idx="44480">
                  <c:v>54.98</c:v>
                </c:pt>
                <c:pt idx="44481">
                  <c:v>55.96</c:v>
                </c:pt>
                <c:pt idx="44482">
                  <c:v>54.98</c:v>
                </c:pt>
                <c:pt idx="44483">
                  <c:v>42.24</c:v>
                </c:pt>
                <c:pt idx="44484">
                  <c:v>83.47</c:v>
                </c:pt>
                <c:pt idx="44485">
                  <c:v>151.72</c:v>
                </c:pt>
                <c:pt idx="44486">
                  <c:v>159.69999999999999</c:v>
                </c:pt>
                <c:pt idx="44487">
                  <c:v>148.66</c:v>
                </c:pt>
                <c:pt idx="44488">
                  <c:v>111.3</c:v>
                </c:pt>
                <c:pt idx="44489">
                  <c:v>95.57</c:v>
                </c:pt>
                <c:pt idx="44490">
                  <c:v>147.6</c:v>
                </c:pt>
                <c:pt idx="44491">
                  <c:v>99.2</c:v>
                </c:pt>
                <c:pt idx="44492">
                  <c:v>76.19</c:v>
                </c:pt>
                <c:pt idx="44493">
                  <c:v>74.86</c:v>
                </c:pt>
                <c:pt idx="44494">
                  <c:v>95.57</c:v>
                </c:pt>
                <c:pt idx="44495">
                  <c:v>138.27000000000001</c:v>
                </c:pt>
                <c:pt idx="44496">
                  <c:v>172.99</c:v>
                </c:pt>
                <c:pt idx="44497">
                  <c:v>136.02000000000001</c:v>
                </c:pt>
                <c:pt idx="44498">
                  <c:v>176.93</c:v>
                </c:pt>
                <c:pt idx="44499">
                  <c:v>147.6</c:v>
                </c:pt>
                <c:pt idx="44500">
                  <c:v>54.98</c:v>
                </c:pt>
                <c:pt idx="44501">
                  <c:v>55.96</c:v>
                </c:pt>
                <c:pt idx="44502">
                  <c:v>42.24</c:v>
                </c:pt>
                <c:pt idx="44503">
                  <c:v>46.49</c:v>
                </c:pt>
                <c:pt idx="44504">
                  <c:v>54.98</c:v>
                </c:pt>
                <c:pt idx="44505">
                  <c:v>55.96</c:v>
                </c:pt>
                <c:pt idx="44506">
                  <c:v>55.96</c:v>
                </c:pt>
                <c:pt idx="44507">
                  <c:v>137.97999999999999</c:v>
                </c:pt>
                <c:pt idx="44508">
                  <c:v>169.98</c:v>
                </c:pt>
                <c:pt idx="44509">
                  <c:v>131.97999999999999</c:v>
                </c:pt>
                <c:pt idx="44510">
                  <c:v>131.97999999999999</c:v>
                </c:pt>
                <c:pt idx="44511">
                  <c:v>84.99</c:v>
                </c:pt>
                <c:pt idx="44512">
                  <c:v>169.98</c:v>
                </c:pt>
                <c:pt idx="44513">
                  <c:v>169.98</c:v>
                </c:pt>
                <c:pt idx="44514">
                  <c:v>54.98</c:v>
                </c:pt>
                <c:pt idx="44515">
                  <c:v>55.96</c:v>
                </c:pt>
                <c:pt idx="44516">
                  <c:v>46.49</c:v>
                </c:pt>
                <c:pt idx="44517">
                  <c:v>46.49</c:v>
                </c:pt>
                <c:pt idx="44518">
                  <c:v>54.98</c:v>
                </c:pt>
                <c:pt idx="44519">
                  <c:v>55.96</c:v>
                </c:pt>
                <c:pt idx="44520">
                  <c:v>46.49</c:v>
                </c:pt>
                <c:pt idx="44521">
                  <c:v>46.49</c:v>
                </c:pt>
                <c:pt idx="44522">
                  <c:v>173.56</c:v>
                </c:pt>
                <c:pt idx="44523">
                  <c:v>209.97</c:v>
                </c:pt>
                <c:pt idx="44524">
                  <c:v>41.49</c:v>
                </c:pt>
                <c:pt idx="44525">
                  <c:v>169.98</c:v>
                </c:pt>
                <c:pt idx="44526">
                  <c:v>169.98</c:v>
                </c:pt>
                <c:pt idx="44527">
                  <c:v>169.98</c:v>
                </c:pt>
                <c:pt idx="44528">
                  <c:v>84.99</c:v>
                </c:pt>
                <c:pt idx="44529">
                  <c:v>72.239999999999995</c:v>
                </c:pt>
                <c:pt idx="44530">
                  <c:v>107.67</c:v>
                </c:pt>
                <c:pt idx="44531">
                  <c:v>208.56</c:v>
                </c:pt>
                <c:pt idx="44532">
                  <c:v>154.01</c:v>
                </c:pt>
                <c:pt idx="44533">
                  <c:v>169.98</c:v>
                </c:pt>
                <c:pt idx="44534">
                  <c:v>54.99</c:v>
                </c:pt>
                <c:pt idx="44535">
                  <c:v>69.97</c:v>
                </c:pt>
                <c:pt idx="44536">
                  <c:v>98.97</c:v>
                </c:pt>
                <c:pt idx="44537">
                  <c:v>75.97</c:v>
                </c:pt>
                <c:pt idx="44538">
                  <c:v>75.97</c:v>
                </c:pt>
                <c:pt idx="44539">
                  <c:v>65.98</c:v>
                </c:pt>
                <c:pt idx="44540">
                  <c:v>65.98</c:v>
                </c:pt>
                <c:pt idx="44541">
                  <c:v>65.98</c:v>
                </c:pt>
                <c:pt idx="44542">
                  <c:v>56.98</c:v>
                </c:pt>
                <c:pt idx="44543">
                  <c:v>98.97</c:v>
                </c:pt>
                <c:pt idx="44544">
                  <c:v>55.97</c:v>
                </c:pt>
                <c:pt idx="44545">
                  <c:v>61.71</c:v>
                </c:pt>
                <c:pt idx="44546">
                  <c:v>65.98</c:v>
                </c:pt>
                <c:pt idx="44547">
                  <c:v>98.97</c:v>
                </c:pt>
                <c:pt idx="44548">
                  <c:v>58.19</c:v>
                </c:pt>
                <c:pt idx="44549">
                  <c:v>65.98</c:v>
                </c:pt>
                <c:pt idx="44550">
                  <c:v>93.36</c:v>
                </c:pt>
                <c:pt idx="44551">
                  <c:v>68.97</c:v>
                </c:pt>
                <c:pt idx="44552">
                  <c:v>65.98</c:v>
                </c:pt>
                <c:pt idx="44553">
                  <c:v>-62.98</c:v>
                </c:pt>
                <c:pt idx="44554">
                  <c:v>65.98</c:v>
                </c:pt>
                <c:pt idx="44555">
                  <c:v>62.98</c:v>
                </c:pt>
                <c:pt idx="44556">
                  <c:v>65.98</c:v>
                </c:pt>
                <c:pt idx="44557">
                  <c:v>65.98</c:v>
                </c:pt>
                <c:pt idx="44558">
                  <c:v>65.98</c:v>
                </c:pt>
                <c:pt idx="44559">
                  <c:v>65.98</c:v>
                </c:pt>
                <c:pt idx="44560">
                  <c:v>65.98</c:v>
                </c:pt>
                <c:pt idx="44561">
                  <c:v>46.49</c:v>
                </c:pt>
                <c:pt idx="44562">
                  <c:v>46.49</c:v>
                </c:pt>
                <c:pt idx="44563">
                  <c:v>54.99</c:v>
                </c:pt>
                <c:pt idx="44564">
                  <c:v>54.99</c:v>
                </c:pt>
                <c:pt idx="44565">
                  <c:v>54.99</c:v>
                </c:pt>
                <c:pt idx="44566">
                  <c:v>136.46</c:v>
                </c:pt>
                <c:pt idx="44567">
                  <c:v>-136.46</c:v>
                </c:pt>
                <c:pt idx="44568">
                  <c:v>54.99</c:v>
                </c:pt>
                <c:pt idx="44569">
                  <c:v>54.99</c:v>
                </c:pt>
                <c:pt idx="44570">
                  <c:v>54.99</c:v>
                </c:pt>
                <c:pt idx="44571">
                  <c:v>42.24</c:v>
                </c:pt>
                <c:pt idx="44572">
                  <c:v>54.99</c:v>
                </c:pt>
                <c:pt idx="44573">
                  <c:v>74.97</c:v>
                </c:pt>
                <c:pt idx="44574">
                  <c:v>104.96</c:v>
                </c:pt>
                <c:pt idx="44575">
                  <c:v>152.97</c:v>
                </c:pt>
                <c:pt idx="44576">
                  <c:v>84.99</c:v>
                </c:pt>
                <c:pt idx="44577">
                  <c:v>173.96</c:v>
                </c:pt>
                <c:pt idx="44578">
                  <c:v>126.97</c:v>
                </c:pt>
                <c:pt idx="44579">
                  <c:v>75.98</c:v>
                </c:pt>
                <c:pt idx="44580">
                  <c:v>141.97999999999999</c:v>
                </c:pt>
                <c:pt idx="44581">
                  <c:v>133.37</c:v>
                </c:pt>
                <c:pt idx="44582">
                  <c:v>152.97</c:v>
                </c:pt>
                <c:pt idx="44583">
                  <c:v>83.98</c:v>
                </c:pt>
                <c:pt idx="44584">
                  <c:v>152.97</c:v>
                </c:pt>
                <c:pt idx="44585">
                  <c:v>42.23</c:v>
                </c:pt>
                <c:pt idx="44586">
                  <c:v>54.99</c:v>
                </c:pt>
                <c:pt idx="44587">
                  <c:v>54.99</c:v>
                </c:pt>
                <c:pt idx="44588">
                  <c:v>54.99</c:v>
                </c:pt>
                <c:pt idx="44589">
                  <c:v>42.24</c:v>
                </c:pt>
                <c:pt idx="44590">
                  <c:v>46.49</c:v>
                </c:pt>
                <c:pt idx="44591">
                  <c:v>54.99</c:v>
                </c:pt>
                <c:pt idx="44592">
                  <c:v>54.99</c:v>
                </c:pt>
                <c:pt idx="44593">
                  <c:v>54.97</c:v>
                </c:pt>
                <c:pt idx="44594">
                  <c:v>203.05</c:v>
                </c:pt>
                <c:pt idx="44595">
                  <c:v>111.49</c:v>
                </c:pt>
                <c:pt idx="44596">
                  <c:v>246.92</c:v>
                </c:pt>
                <c:pt idx="44597">
                  <c:v>206.45</c:v>
                </c:pt>
                <c:pt idx="44598">
                  <c:v>180.52</c:v>
                </c:pt>
                <c:pt idx="44599">
                  <c:v>159.97999999999999</c:v>
                </c:pt>
                <c:pt idx="44600">
                  <c:v>149.9</c:v>
                </c:pt>
                <c:pt idx="44601">
                  <c:v>254.96</c:v>
                </c:pt>
                <c:pt idx="44602">
                  <c:v>187.96</c:v>
                </c:pt>
                <c:pt idx="44603">
                  <c:v>54.99</c:v>
                </c:pt>
                <c:pt idx="44604">
                  <c:v>54.99</c:v>
                </c:pt>
                <c:pt idx="44605">
                  <c:v>54.99</c:v>
                </c:pt>
                <c:pt idx="44606">
                  <c:v>54.99</c:v>
                </c:pt>
                <c:pt idx="44607">
                  <c:v>54.99</c:v>
                </c:pt>
                <c:pt idx="44608">
                  <c:v>54.97</c:v>
                </c:pt>
                <c:pt idx="44609">
                  <c:v>46.49</c:v>
                </c:pt>
                <c:pt idx="44610">
                  <c:v>54.99</c:v>
                </c:pt>
                <c:pt idx="44611">
                  <c:v>83.94</c:v>
                </c:pt>
                <c:pt idx="44612">
                  <c:v>83.94</c:v>
                </c:pt>
                <c:pt idx="44613">
                  <c:v>83.1</c:v>
                </c:pt>
                <c:pt idx="44614">
                  <c:v>80.86</c:v>
                </c:pt>
                <c:pt idx="44615">
                  <c:v>83.94</c:v>
                </c:pt>
                <c:pt idx="44616">
                  <c:v>83.94</c:v>
                </c:pt>
                <c:pt idx="44617">
                  <c:v>83.94</c:v>
                </c:pt>
                <c:pt idx="44618">
                  <c:v>83.94</c:v>
                </c:pt>
                <c:pt idx="44619">
                  <c:v>79.739999999999995</c:v>
                </c:pt>
                <c:pt idx="44620">
                  <c:v>83.94</c:v>
                </c:pt>
                <c:pt idx="44621">
                  <c:v>83.94</c:v>
                </c:pt>
                <c:pt idx="44622">
                  <c:v>83.1</c:v>
                </c:pt>
                <c:pt idx="44623">
                  <c:v>82.26</c:v>
                </c:pt>
                <c:pt idx="44624">
                  <c:v>69.95</c:v>
                </c:pt>
                <c:pt idx="44625">
                  <c:v>83.94</c:v>
                </c:pt>
                <c:pt idx="44626">
                  <c:v>83.94</c:v>
                </c:pt>
                <c:pt idx="44627">
                  <c:v>83.94</c:v>
                </c:pt>
                <c:pt idx="44628">
                  <c:v>83.94</c:v>
                </c:pt>
                <c:pt idx="44629">
                  <c:v>83.94</c:v>
                </c:pt>
                <c:pt idx="44630">
                  <c:v>83.94</c:v>
                </c:pt>
                <c:pt idx="44631">
                  <c:v>82.26</c:v>
                </c:pt>
                <c:pt idx="44632">
                  <c:v>69.95</c:v>
                </c:pt>
                <c:pt idx="44633">
                  <c:v>83.1</c:v>
                </c:pt>
                <c:pt idx="44634">
                  <c:v>54.98</c:v>
                </c:pt>
                <c:pt idx="44635">
                  <c:v>54.98</c:v>
                </c:pt>
                <c:pt idx="44636">
                  <c:v>54.98</c:v>
                </c:pt>
                <c:pt idx="44637">
                  <c:v>54.98</c:v>
                </c:pt>
                <c:pt idx="44638">
                  <c:v>97.87</c:v>
                </c:pt>
                <c:pt idx="44639">
                  <c:v>78.77</c:v>
                </c:pt>
                <c:pt idx="44640">
                  <c:v>120.52</c:v>
                </c:pt>
                <c:pt idx="44641">
                  <c:v>123.23</c:v>
                </c:pt>
                <c:pt idx="44642">
                  <c:v>118.72</c:v>
                </c:pt>
                <c:pt idx="44643">
                  <c:v>159.96</c:v>
                </c:pt>
                <c:pt idx="44644">
                  <c:v>54.98</c:v>
                </c:pt>
                <c:pt idx="44645">
                  <c:v>54.98</c:v>
                </c:pt>
                <c:pt idx="44646">
                  <c:v>54.98</c:v>
                </c:pt>
                <c:pt idx="44647">
                  <c:v>54.98</c:v>
                </c:pt>
                <c:pt idx="44648">
                  <c:v>54.98</c:v>
                </c:pt>
                <c:pt idx="44649">
                  <c:v>54.98</c:v>
                </c:pt>
                <c:pt idx="44650">
                  <c:v>54.98</c:v>
                </c:pt>
                <c:pt idx="44651">
                  <c:v>54.98</c:v>
                </c:pt>
                <c:pt idx="44652">
                  <c:v>54.98</c:v>
                </c:pt>
                <c:pt idx="44653">
                  <c:v>54.98</c:v>
                </c:pt>
                <c:pt idx="44654">
                  <c:v>46.48</c:v>
                </c:pt>
                <c:pt idx="44655">
                  <c:v>54.98</c:v>
                </c:pt>
                <c:pt idx="44656">
                  <c:v>-36.99</c:v>
                </c:pt>
                <c:pt idx="44657">
                  <c:v>91.97</c:v>
                </c:pt>
                <c:pt idx="44658">
                  <c:v>46.48</c:v>
                </c:pt>
                <c:pt idx="44659">
                  <c:v>65.989999999999995</c:v>
                </c:pt>
                <c:pt idx="44660">
                  <c:v>84.99</c:v>
                </c:pt>
                <c:pt idx="44661">
                  <c:v>84.99</c:v>
                </c:pt>
                <c:pt idx="44662">
                  <c:v>65.989999999999995</c:v>
                </c:pt>
                <c:pt idx="44663">
                  <c:v>65.989999999999995</c:v>
                </c:pt>
                <c:pt idx="44664">
                  <c:v>-68.55</c:v>
                </c:pt>
                <c:pt idx="44665">
                  <c:v>84.99</c:v>
                </c:pt>
                <c:pt idx="44666">
                  <c:v>65.989999999999995</c:v>
                </c:pt>
                <c:pt idx="44667">
                  <c:v>110.87</c:v>
                </c:pt>
                <c:pt idx="44668">
                  <c:v>65.989999999999995</c:v>
                </c:pt>
                <c:pt idx="44669">
                  <c:v>84.99</c:v>
                </c:pt>
                <c:pt idx="44670">
                  <c:v>84.99</c:v>
                </c:pt>
                <c:pt idx="44671">
                  <c:v>84.99</c:v>
                </c:pt>
                <c:pt idx="44672">
                  <c:v>84.99</c:v>
                </c:pt>
                <c:pt idx="44673">
                  <c:v>68.55</c:v>
                </c:pt>
                <c:pt idx="44674">
                  <c:v>84.99</c:v>
                </c:pt>
                <c:pt idx="44675">
                  <c:v>72.099999999999994</c:v>
                </c:pt>
                <c:pt idx="44676">
                  <c:v>51.94</c:v>
                </c:pt>
                <c:pt idx="44677">
                  <c:v>54.96</c:v>
                </c:pt>
                <c:pt idx="44678">
                  <c:v>54.95</c:v>
                </c:pt>
                <c:pt idx="44679">
                  <c:v>54.96</c:v>
                </c:pt>
                <c:pt idx="44680">
                  <c:v>46.47</c:v>
                </c:pt>
                <c:pt idx="44681">
                  <c:v>16.489999999999998</c:v>
                </c:pt>
                <c:pt idx="44682">
                  <c:v>17.239999999999998</c:v>
                </c:pt>
                <c:pt idx="44683">
                  <c:v>46.47</c:v>
                </c:pt>
                <c:pt idx="44684">
                  <c:v>46.47</c:v>
                </c:pt>
                <c:pt idx="44685">
                  <c:v>46.47</c:v>
                </c:pt>
                <c:pt idx="44686">
                  <c:v>54.95</c:v>
                </c:pt>
                <c:pt idx="44687">
                  <c:v>54.95</c:v>
                </c:pt>
                <c:pt idx="44688">
                  <c:v>84.98</c:v>
                </c:pt>
                <c:pt idx="44689">
                  <c:v>79.98</c:v>
                </c:pt>
                <c:pt idx="44690">
                  <c:v>140.97</c:v>
                </c:pt>
                <c:pt idx="44691">
                  <c:v>63.98</c:v>
                </c:pt>
                <c:pt idx="44692">
                  <c:v>129.97</c:v>
                </c:pt>
                <c:pt idx="44693">
                  <c:v>98.98</c:v>
                </c:pt>
                <c:pt idx="44694">
                  <c:v>103.97</c:v>
                </c:pt>
                <c:pt idx="44695">
                  <c:v>139.97</c:v>
                </c:pt>
                <c:pt idx="44696">
                  <c:v>105.98</c:v>
                </c:pt>
                <c:pt idx="44697">
                  <c:v>62.97</c:v>
                </c:pt>
                <c:pt idx="44698">
                  <c:v>99.98</c:v>
                </c:pt>
                <c:pt idx="44699">
                  <c:v>45.51</c:v>
                </c:pt>
                <c:pt idx="44700">
                  <c:v>89.98</c:v>
                </c:pt>
                <c:pt idx="44701">
                  <c:v>99.98</c:v>
                </c:pt>
                <c:pt idx="44702">
                  <c:v>65.989999999999995</c:v>
                </c:pt>
                <c:pt idx="44703">
                  <c:v>-89.98</c:v>
                </c:pt>
                <c:pt idx="44704">
                  <c:v>65.989999999999995</c:v>
                </c:pt>
                <c:pt idx="44705">
                  <c:v>59.99</c:v>
                </c:pt>
                <c:pt idx="44706">
                  <c:v>54.95</c:v>
                </c:pt>
                <c:pt idx="44707">
                  <c:v>54.95</c:v>
                </c:pt>
                <c:pt idx="44708">
                  <c:v>54.95</c:v>
                </c:pt>
                <c:pt idx="44709">
                  <c:v>60.66</c:v>
                </c:pt>
                <c:pt idx="44710">
                  <c:v>101.46</c:v>
                </c:pt>
                <c:pt idx="44711">
                  <c:v>55.78</c:v>
                </c:pt>
                <c:pt idx="44712">
                  <c:v>55.78</c:v>
                </c:pt>
                <c:pt idx="44713">
                  <c:v>55.76</c:v>
                </c:pt>
                <c:pt idx="44714">
                  <c:v>59.99</c:v>
                </c:pt>
                <c:pt idx="44715">
                  <c:v>49.22</c:v>
                </c:pt>
                <c:pt idx="44716">
                  <c:v>129.97</c:v>
                </c:pt>
                <c:pt idx="44717">
                  <c:v>172.97</c:v>
                </c:pt>
                <c:pt idx="44718">
                  <c:v>49.22</c:v>
                </c:pt>
                <c:pt idx="44719">
                  <c:v>131.97999999999999</c:v>
                </c:pt>
                <c:pt idx="44720">
                  <c:v>65.989999999999995</c:v>
                </c:pt>
                <c:pt idx="44721">
                  <c:v>197.97</c:v>
                </c:pt>
                <c:pt idx="44722">
                  <c:v>131.97999999999999</c:v>
                </c:pt>
                <c:pt idx="44723">
                  <c:v>197.97</c:v>
                </c:pt>
                <c:pt idx="44724">
                  <c:v>90.98</c:v>
                </c:pt>
                <c:pt idx="44725">
                  <c:v>101.96</c:v>
                </c:pt>
                <c:pt idx="44726">
                  <c:v>65.97</c:v>
                </c:pt>
                <c:pt idx="44727">
                  <c:v>-49.22</c:v>
                </c:pt>
                <c:pt idx="44728">
                  <c:v>131.97999999999999</c:v>
                </c:pt>
                <c:pt idx="44729">
                  <c:v>50.49</c:v>
                </c:pt>
                <c:pt idx="44730">
                  <c:v>45.74</c:v>
                </c:pt>
                <c:pt idx="44731">
                  <c:v>50.49</c:v>
                </c:pt>
                <c:pt idx="44732">
                  <c:v>81.94</c:v>
                </c:pt>
                <c:pt idx="44733">
                  <c:v>96.93</c:v>
                </c:pt>
                <c:pt idx="44734">
                  <c:v>164.9</c:v>
                </c:pt>
                <c:pt idx="44735">
                  <c:v>107.96</c:v>
                </c:pt>
                <c:pt idx="44736">
                  <c:v>59.98</c:v>
                </c:pt>
                <c:pt idx="44737">
                  <c:v>50.49</c:v>
                </c:pt>
                <c:pt idx="44738">
                  <c:v>50.38</c:v>
                </c:pt>
                <c:pt idx="44739">
                  <c:v>169.98</c:v>
                </c:pt>
                <c:pt idx="44740">
                  <c:v>176.97</c:v>
                </c:pt>
                <c:pt idx="44741">
                  <c:v>163.02000000000001</c:v>
                </c:pt>
                <c:pt idx="44742">
                  <c:v>63.96</c:v>
                </c:pt>
                <c:pt idx="44743">
                  <c:v>63.96</c:v>
                </c:pt>
                <c:pt idx="44744">
                  <c:v>178.97</c:v>
                </c:pt>
                <c:pt idx="44745">
                  <c:v>166.56</c:v>
                </c:pt>
                <c:pt idx="44746">
                  <c:v>59.98</c:v>
                </c:pt>
                <c:pt idx="44747">
                  <c:v>59.98</c:v>
                </c:pt>
                <c:pt idx="44748">
                  <c:v>59.98</c:v>
                </c:pt>
                <c:pt idx="44749">
                  <c:v>59.98</c:v>
                </c:pt>
                <c:pt idx="44750">
                  <c:v>59.98</c:v>
                </c:pt>
                <c:pt idx="44751">
                  <c:v>59.98</c:v>
                </c:pt>
                <c:pt idx="44752">
                  <c:v>50.49</c:v>
                </c:pt>
                <c:pt idx="44753">
                  <c:v>59.98</c:v>
                </c:pt>
                <c:pt idx="44754">
                  <c:v>159.96</c:v>
                </c:pt>
                <c:pt idx="44755">
                  <c:v>231.57</c:v>
                </c:pt>
                <c:pt idx="44756">
                  <c:v>286.92</c:v>
                </c:pt>
                <c:pt idx="44757">
                  <c:v>297.93</c:v>
                </c:pt>
                <c:pt idx="44758">
                  <c:v>50.49</c:v>
                </c:pt>
                <c:pt idx="44759">
                  <c:v>50.49</c:v>
                </c:pt>
                <c:pt idx="44760">
                  <c:v>50.49</c:v>
                </c:pt>
                <c:pt idx="44761">
                  <c:v>50.49</c:v>
                </c:pt>
                <c:pt idx="44762">
                  <c:v>59.98</c:v>
                </c:pt>
                <c:pt idx="44763">
                  <c:v>50.49</c:v>
                </c:pt>
                <c:pt idx="44764">
                  <c:v>59.98</c:v>
                </c:pt>
                <c:pt idx="44765">
                  <c:v>50.49</c:v>
                </c:pt>
                <c:pt idx="44766">
                  <c:v>50.49</c:v>
                </c:pt>
                <c:pt idx="44767">
                  <c:v>50.49</c:v>
                </c:pt>
                <c:pt idx="44768">
                  <c:v>110.97</c:v>
                </c:pt>
                <c:pt idx="44769">
                  <c:v>188.86</c:v>
                </c:pt>
                <c:pt idx="44770">
                  <c:v>85.98</c:v>
                </c:pt>
                <c:pt idx="44771">
                  <c:v>84.99</c:v>
                </c:pt>
                <c:pt idx="44772">
                  <c:v>76.86</c:v>
                </c:pt>
                <c:pt idx="44773">
                  <c:v>50.98</c:v>
                </c:pt>
                <c:pt idx="44774">
                  <c:v>169.98</c:v>
                </c:pt>
                <c:pt idx="44775">
                  <c:v>105.98</c:v>
                </c:pt>
                <c:pt idx="44776">
                  <c:v>65.989999999999995</c:v>
                </c:pt>
                <c:pt idx="44777">
                  <c:v>64.930000000000007</c:v>
                </c:pt>
                <c:pt idx="44778">
                  <c:v>169.98</c:v>
                </c:pt>
                <c:pt idx="44779">
                  <c:v>114.73</c:v>
                </c:pt>
                <c:pt idx="44780">
                  <c:v>134.97999999999999</c:v>
                </c:pt>
                <c:pt idx="44781">
                  <c:v>169.98</c:v>
                </c:pt>
                <c:pt idx="44782">
                  <c:v>41.49</c:v>
                </c:pt>
                <c:pt idx="44783">
                  <c:v>153.97999999999999</c:v>
                </c:pt>
                <c:pt idx="44784">
                  <c:v>50.48</c:v>
                </c:pt>
                <c:pt idx="44785">
                  <c:v>59.97</c:v>
                </c:pt>
                <c:pt idx="44786">
                  <c:v>59.97</c:v>
                </c:pt>
                <c:pt idx="44787">
                  <c:v>50.48</c:v>
                </c:pt>
                <c:pt idx="44788">
                  <c:v>50.48</c:v>
                </c:pt>
                <c:pt idx="44789">
                  <c:v>169.98</c:v>
                </c:pt>
                <c:pt idx="44790">
                  <c:v>169.98</c:v>
                </c:pt>
                <c:pt idx="44791">
                  <c:v>169.98</c:v>
                </c:pt>
                <c:pt idx="44792">
                  <c:v>131.97999999999999</c:v>
                </c:pt>
                <c:pt idx="44793">
                  <c:v>131.97999999999999</c:v>
                </c:pt>
                <c:pt idx="44794">
                  <c:v>159.96</c:v>
                </c:pt>
                <c:pt idx="44795">
                  <c:v>169.98</c:v>
                </c:pt>
                <c:pt idx="44796">
                  <c:v>159.97999999999999</c:v>
                </c:pt>
                <c:pt idx="44797">
                  <c:v>131.97999999999999</c:v>
                </c:pt>
                <c:pt idx="44798">
                  <c:v>131.97999999999999</c:v>
                </c:pt>
                <c:pt idx="44799">
                  <c:v>169.98</c:v>
                </c:pt>
                <c:pt idx="44800">
                  <c:v>144.47999999999999</c:v>
                </c:pt>
                <c:pt idx="44801">
                  <c:v>131.97999999999999</c:v>
                </c:pt>
                <c:pt idx="44802">
                  <c:v>50.48</c:v>
                </c:pt>
                <c:pt idx="44803">
                  <c:v>59.97</c:v>
                </c:pt>
                <c:pt idx="44804">
                  <c:v>59.96</c:v>
                </c:pt>
                <c:pt idx="44805">
                  <c:v>59.96</c:v>
                </c:pt>
                <c:pt idx="44806">
                  <c:v>59.95</c:v>
                </c:pt>
                <c:pt idx="44807">
                  <c:v>59.95</c:v>
                </c:pt>
                <c:pt idx="44808">
                  <c:v>59.95</c:v>
                </c:pt>
                <c:pt idx="44809">
                  <c:v>81.05</c:v>
                </c:pt>
                <c:pt idx="44810">
                  <c:v>56.24</c:v>
                </c:pt>
                <c:pt idx="44811">
                  <c:v>81.05</c:v>
                </c:pt>
                <c:pt idx="44812">
                  <c:v>70.56</c:v>
                </c:pt>
                <c:pt idx="44813">
                  <c:v>81.05</c:v>
                </c:pt>
                <c:pt idx="44814">
                  <c:v>81.05</c:v>
                </c:pt>
                <c:pt idx="44815">
                  <c:v>81.05</c:v>
                </c:pt>
                <c:pt idx="44816">
                  <c:v>56.24</c:v>
                </c:pt>
                <c:pt idx="44817">
                  <c:v>81.05</c:v>
                </c:pt>
                <c:pt idx="44818">
                  <c:v>16.489999999999998</c:v>
                </c:pt>
                <c:pt idx="44819">
                  <c:v>24.48</c:v>
                </c:pt>
                <c:pt idx="44820">
                  <c:v>59.95</c:v>
                </c:pt>
                <c:pt idx="44821">
                  <c:v>50.78</c:v>
                </c:pt>
                <c:pt idx="44822">
                  <c:v>46.49</c:v>
                </c:pt>
                <c:pt idx="44823">
                  <c:v>46.49</c:v>
                </c:pt>
                <c:pt idx="44824">
                  <c:v>86.15</c:v>
                </c:pt>
                <c:pt idx="44825">
                  <c:v>90.69</c:v>
                </c:pt>
                <c:pt idx="44826">
                  <c:v>90.69</c:v>
                </c:pt>
                <c:pt idx="44827">
                  <c:v>90.69</c:v>
                </c:pt>
                <c:pt idx="44828">
                  <c:v>90.69</c:v>
                </c:pt>
                <c:pt idx="44829">
                  <c:v>90.69</c:v>
                </c:pt>
                <c:pt idx="44830">
                  <c:v>87.6</c:v>
                </c:pt>
                <c:pt idx="44831">
                  <c:v>90.69</c:v>
                </c:pt>
                <c:pt idx="44832">
                  <c:v>90.69</c:v>
                </c:pt>
                <c:pt idx="44833">
                  <c:v>54.99</c:v>
                </c:pt>
                <c:pt idx="44834">
                  <c:v>54.99</c:v>
                </c:pt>
                <c:pt idx="44835">
                  <c:v>54.99</c:v>
                </c:pt>
                <c:pt idx="44836">
                  <c:v>54.99</c:v>
                </c:pt>
                <c:pt idx="44837">
                  <c:v>54.99</c:v>
                </c:pt>
                <c:pt idx="44838">
                  <c:v>54.99</c:v>
                </c:pt>
                <c:pt idx="44839">
                  <c:v>54.99</c:v>
                </c:pt>
                <c:pt idx="44840">
                  <c:v>54.99</c:v>
                </c:pt>
                <c:pt idx="44841">
                  <c:v>145.97</c:v>
                </c:pt>
                <c:pt idx="44842">
                  <c:v>135.96</c:v>
                </c:pt>
                <c:pt idx="44843">
                  <c:v>84.99</c:v>
                </c:pt>
                <c:pt idx="44844">
                  <c:v>119.97</c:v>
                </c:pt>
                <c:pt idx="44845">
                  <c:v>186.96</c:v>
                </c:pt>
                <c:pt idx="44846">
                  <c:v>142.77000000000001</c:v>
                </c:pt>
                <c:pt idx="44847">
                  <c:v>197.96</c:v>
                </c:pt>
                <c:pt idx="44848">
                  <c:v>169.98</c:v>
                </c:pt>
                <c:pt idx="44849">
                  <c:v>99.96</c:v>
                </c:pt>
                <c:pt idx="44850">
                  <c:v>183.97</c:v>
                </c:pt>
                <c:pt idx="44851">
                  <c:v>161.71</c:v>
                </c:pt>
                <c:pt idx="44852">
                  <c:v>68.98</c:v>
                </c:pt>
                <c:pt idx="44853">
                  <c:v>55.96</c:v>
                </c:pt>
                <c:pt idx="44854">
                  <c:v>54.98</c:v>
                </c:pt>
                <c:pt idx="44855">
                  <c:v>54.98</c:v>
                </c:pt>
                <c:pt idx="44856">
                  <c:v>54.98</c:v>
                </c:pt>
                <c:pt idx="44857">
                  <c:v>54.98</c:v>
                </c:pt>
                <c:pt idx="44858">
                  <c:v>54.98</c:v>
                </c:pt>
                <c:pt idx="44859">
                  <c:v>54.98</c:v>
                </c:pt>
                <c:pt idx="44860">
                  <c:v>84.99</c:v>
                </c:pt>
                <c:pt idx="44861">
                  <c:v>68.989999999999995</c:v>
                </c:pt>
                <c:pt idx="44862">
                  <c:v>77.98</c:v>
                </c:pt>
                <c:pt idx="44863">
                  <c:v>61.98</c:v>
                </c:pt>
                <c:pt idx="44864">
                  <c:v>124.97</c:v>
                </c:pt>
                <c:pt idx="44865">
                  <c:v>127.15</c:v>
                </c:pt>
                <c:pt idx="44866">
                  <c:v>133.97</c:v>
                </c:pt>
                <c:pt idx="44867">
                  <c:v>143.97</c:v>
                </c:pt>
                <c:pt idx="44868">
                  <c:v>143.97</c:v>
                </c:pt>
                <c:pt idx="44869">
                  <c:v>143.97</c:v>
                </c:pt>
                <c:pt idx="44870">
                  <c:v>105.98</c:v>
                </c:pt>
                <c:pt idx="44871">
                  <c:v>143.97</c:v>
                </c:pt>
                <c:pt idx="44872">
                  <c:v>54.97</c:v>
                </c:pt>
                <c:pt idx="44873">
                  <c:v>55.39</c:v>
                </c:pt>
                <c:pt idx="44874">
                  <c:v>158.96</c:v>
                </c:pt>
                <c:pt idx="44875">
                  <c:v>158.96</c:v>
                </c:pt>
                <c:pt idx="44876">
                  <c:v>158.96</c:v>
                </c:pt>
                <c:pt idx="44877">
                  <c:v>136.97</c:v>
                </c:pt>
                <c:pt idx="44878">
                  <c:v>129.96</c:v>
                </c:pt>
                <c:pt idx="44879">
                  <c:v>170.95</c:v>
                </c:pt>
                <c:pt idx="44880">
                  <c:v>125.6</c:v>
                </c:pt>
                <c:pt idx="44881">
                  <c:v>158.96</c:v>
                </c:pt>
                <c:pt idx="44882">
                  <c:v>71.98</c:v>
                </c:pt>
                <c:pt idx="44883">
                  <c:v>158.96</c:v>
                </c:pt>
                <c:pt idx="44884">
                  <c:v>95.98</c:v>
                </c:pt>
                <c:pt idx="44885">
                  <c:v>129.96</c:v>
                </c:pt>
                <c:pt idx="44886">
                  <c:v>151.52000000000001</c:v>
                </c:pt>
                <c:pt idx="44887">
                  <c:v>143.96</c:v>
                </c:pt>
                <c:pt idx="44888">
                  <c:v>54.86</c:v>
                </c:pt>
                <c:pt idx="44889">
                  <c:v>-59.96</c:v>
                </c:pt>
                <c:pt idx="44890">
                  <c:v>59.96</c:v>
                </c:pt>
                <c:pt idx="44891">
                  <c:v>50.05</c:v>
                </c:pt>
                <c:pt idx="44892">
                  <c:v>59.49</c:v>
                </c:pt>
                <c:pt idx="44893">
                  <c:v>49.99</c:v>
                </c:pt>
                <c:pt idx="44894">
                  <c:v>60.99</c:v>
                </c:pt>
                <c:pt idx="44895">
                  <c:v>78.95</c:v>
                </c:pt>
                <c:pt idx="44896">
                  <c:v>59.56</c:v>
                </c:pt>
                <c:pt idx="44897">
                  <c:v>121.96</c:v>
                </c:pt>
                <c:pt idx="44898">
                  <c:v>60.38</c:v>
                </c:pt>
                <c:pt idx="44899">
                  <c:v>60.38</c:v>
                </c:pt>
                <c:pt idx="44900">
                  <c:v>67.37</c:v>
                </c:pt>
                <c:pt idx="44901">
                  <c:v>60.99</c:v>
                </c:pt>
                <c:pt idx="44902">
                  <c:v>59.67</c:v>
                </c:pt>
                <c:pt idx="44903">
                  <c:v>60.99</c:v>
                </c:pt>
                <c:pt idx="44904">
                  <c:v>60.38</c:v>
                </c:pt>
                <c:pt idx="44905">
                  <c:v>60.38</c:v>
                </c:pt>
                <c:pt idx="44906">
                  <c:v>60.99</c:v>
                </c:pt>
                <c:pt idx="44907">
                  <c:v>60.38</c:v>
                </c:pt>
                <c:pt idx="44908">
                  <c:v>60.38</c:v>
                </c:pt>
                <c:pt idx="44909">
                  <c:v>58.95</c:v>
                </c:pt>
                <c:pt idx="44910">
                  <c:v>60.38</c:v>
                </c:pt>
                <c:pt idx="44911">
                  <c:v>81.98</c:v>
                </c:pt>
                <c:pt idx="44912">
                  <c:v>60.99</c:v>
                </c:pt>
                <c:pt idx="44913">
                  <c:v>60.99</c:v>
                </c:pt>
                <c:pt idx="44914">
                  <c:v>60.99</c:v>
                </c:pt>
                <c:pt idx="44915">
                  <c:v>60.38</c:v>
                </c:pt>
                <c:pt idx="44916">
                  <c:v>60.99</c:v>
                </c:pt>
                <c:pt idx="44917">
                  <c:v>60.99</c:v>
                </c:pt>
                <c:pt idx="44918">
                  <c:v>81.98</c:v>
                </c:pt>
                <c:pt idx="44919">
                  <c:v>60.99</c:v>
                </c:pt>
                <c:pt idx="44920">
                  <c:v>84.99</c:v>
                </c:pt>
                <c:pt idx="44921">
                  <c:v>77.98</c:v>
                </c:pt>
                <c:pt idx="44922">
                  <c:v>84.99</c:v>
                </c:pt>
                <c:pt idx="44923">
                  <c:v>84.99</c:v>
                </c:pt>
                <c:pt idx="44924">
                  <c:v>119.98</c:v>
                </c:pt>
                <c:pt idx="44925">
                  <c:v>84.99</c:v>
                </c:pt>
                <c:pt idx="44926">
                  <c:v>84.99</c:v>
                </c:pt>
                <c:pt idx="44927">
                  <c:v>84.99</c:v>
                </c:pt>
                <c:pt idx="44928">
                  <c:v>79.98</c:v>
                </c:pt>
                <c:pt idx="44929">
                  <c:v>84.99</c:v>
                </c:pt>
                <c:pt idx="44930">
                  <c:v>77.98</c:v>
                </c:pt>
                <c:pt idx="44931">
                  <c:v>169.98</c:v>
                </c:pt>
                <c:pt idx="44932">
                  <c:v>84.99</c:v>
                </c:pt>
                <c:pt idx="44933">
                  <c:v>131.97999999999999</c:v>
                </c:pt>
                <c:pt idx="44934">
                  <c:v>59.85</c:v>
                </c:pt>
                <c:pt idx="44935">
                  <c:v>61.96</c:v>
                </c:pt>
                <c:pt idx="44936">
                  <c:v>84.99</c:v>
                </c:pt>
                <c:pt idx="44937">
                  <c:v>132.97999999999999</c:v>
                </c:pt>
                <c:pt idx="44938">
                  <c:v>197.76</c:v>
                </c:pt>
                <c:pt idx="44939">
                  <c:v>136.6</c:v>
                </c:pt>
                <c:pt idx="44940">
                  <c:v>51.93</c:v>
                </c:pt>
                <c:pt idx="44941">
                  <c:v>135.07</c:v>
                </c:pt>
                <c:pt idx="44942">
                  <c:v>142.16</c:v>
                </c:pt>
                <c:pt idx="44943">
                  <c:v>137.97999999999999</c:v>
                </c:pt>
                <c:pt idx="44944">
                  <c:v>150.18</c:v>
                </c:pt>
                <c:pt idx="44945">
                  <c:v>157.22</c:v>
                </c:pt>
                <c:pt idx="44946">
                  <c:v>152.96</c:v>
                </c:pt>
                <c:pt idx="44947">
                  <c:v>137.97999999999999</c:v>
                </c:pt>
                <c:pt idx="44948">
                  <c:v>53.94</c:v>
                </c:pt>
                <c:pt idx="44949">
                  <c:v>49.76</c:v>
                </c:pt>
                <c:pt idx="44950">
                  <c:v>54.99</c:v>
                </c:pt>
                <c:pt idx="44951">
                  <c:v>79.97</c:v>
                </c:pt>
                <c:pt idx="44952">
                  <c:v>129.96</c:v>
                </c:pt>
                <c:pt idx="44953">
                  <c:v>146.44999999999999</c:v>
                </c:pt>
                <c:pt idx="44954">
                  <c:v>112.96</c:v>
                </c:pt>
                <c:pt idx="44955">
                  <c:v>91.96</c:v>
                </c:pt>
                <c:pt idx="44956">
                  <c:v>49.98</c:v>
                </c:pt>
                <c:pt idx="44957">
                  <c:v>61.48</c:v>
                </c:pt>
                <c:pt idx="44958">
                  <c:v>154.44999999999999</c:v>
                </c:pt>
                <c:pt idx="44959">
                  <c:v>77.489999999999995</c:v>
                </c:pt>
                <c:pt idx="44960">
                  <c:v>52.98</c:v>
                </c:pt>
                <c:pt idx="44961">
                  <c:v>54.99</c:v>
                </c:pt>
                <c:pt idx="44962">
                  <c:v>54.99</c:v>
                </c:pt>
                <c:pt idx="44963">
                  <c:v>54.99</c:v>
                </c:pt>
                <c:pt idx="44964">
                  <c:v>54.99</c:v>
                </c:pt>
                <c:pt idx="44965">
                  <c:v>54.99</c:v>
                </c:pt>
                <c:pt idx="44966">
                  <c:v>54.99</c:v>
                </c:pt>
                <c:pt idx="44967">
                  <c:v>54.99</c:v>
                </c:pt>
                <c:pt idx="44968">
                  <c:v>54.12</c:v>
                </c:pt>
                <c:pt idx="44969">
                  <c:v>86.33</c:v>
                </c:pt>
                <c:pt idx="44970">
                  <c:v>54.99</c:v>
                </c:pt>
                <c:pt idx="44971">
                  <c:v>54.99</c:v>
                </c:pt>
                <c:pt idx="44972">
                  <c:v>54.99</c:v>
                </c:pt>
                <c:pt idx="44973">
                  <c:v>54.99</c:v>
                </c:pt>
                <c:pt idx="44974">
                  <c:v>54.99</c:v>
                </c:pt>
                <c:pt idx="44975">
                  <c:v>54.99</c:v>
                </c:pt>
                <c:pt idx="44976">
                  <c:v>54.99</c:v>
                </c:pt>
                <c:pt idx="44977">
                  <c:v>72.98</c:v>
                </c:pt>
                <c:pt idx="44978">
                  <c:v>197.96</c:v>
                </c:pt>
                <c:pt idx="44979">
                  <c:v>168</c:v>
                </c:pt>
                <c:pt idx="44980">
                  <c:v>189.52</c:v>
                </c:pt>
                <c:pt idx="44981">
                  <c:v>199.76</c:v>
                </c:pt>
                <c:pt idx="44982">
                  <c:v>129.97999999999999</c:v>
                </c:pt>
                <c:pt idx="44983">
                  <c:v>135.97</c:v>
                </c:pt>
                <c:pt idx="44984">
                  <c:v>145.97</c:v>
                </c:pt>
                <c:pt idx="44985">
                  <c:v>54.99</c:v>
                </c:pt>
                <c:pt idx="44986">
                  <c:v>54.99</c:v>
                </c:pt>
                <c:pt idx="44987">
                  <c:v>54.99</c:v>
                </c:pt>
                <c:pt idx="44988">
                  <c:v>54.99</c:v>
                </c:pt>
                <c:pt idx="44989">
                  <c:v>54.99</c:v>
                </c:pt>
                <c:pt idx="44990">
                  <c:v>54.99</c:v>
                </c:pt>
                <c:pt idx="44991">
                  <c:v>45.35</c:v>
                </c:pt>
                <c:pt idx="44992">
                  <c:v>68.14</c:v>
                </c:pt>
                <c:pt idx="44993">
                  <c:v>84.3</c:v>
                </c:pt>
                <c:pt idx="44994">
                  <c:v>84.14</c:v>
                </c:pt>
                <c:pt idx="44995">
                  <c:v>84.14</c:v>
                </c:pt>
                <c:pt idx="44996">
                  <c:v>83.08</c:v>
                </c:pt>
                <c:pt idx="44997">
                  <c:v>83.29</c:v>
                </c:pt>
                <c:pt idx="44998">
                  <c:v>168.62</c:v>
                </c:pt>
                <c:pt idx="44999">
                  <c:v>105.13</c:v>
                </c:pt>
                <c:pt idx="45000">
                  <c:v>82.44</c:v>
                </c:pt>
                <c:pt idx="45001">
                  <c:v>152.36000000000001</c:v>
                </c:pt>
                <c:pt idx="45002">
                  <c:v>49.41</c:v>
                </c:pt>
                <c:pt idx="45003">
                  <c:v>84.99</c:v>
                </c:pt>
                <c:pt idx="45004">
                  <c:v>54.99</c:v>
                </c:pt>
                <c:pt idx="45005">
                  <c:v>76.489999999999995</c:v>
                </c:pt>
                <c:pt idx="45006">
                  <c:v>84.14</c:v>
                </c:pt>
                <c:pt idx="45007">
                  <c:v>84.99</c:v>
                </c:pt>
                <c:pt idx="45008">
                  <c:v>84.99</c:v>
                </c:pt>
                <c:pt idx="45009">
                  <c:v>54.98</c:v>
                </c:pt>
                <c:pt idx="45010">
                  <c:v>54.98</c:v>
                </c:pt>
                <c:pt idx="45011">
                  <c:v>54.98</c:v>
                </c:pt>
                <c:pt idx="45012">
                  <c:v>46.29</c:v>
                </c:pt>
                <c:pt idx="45013">
                  <c:v>145.15</c:v>
                </c:pt>
                <c:pt idx="45014">
                  <c:v>159.69999999999999</c:v>
                </c:pt>
                <c:pt idx="45015">
                  <c:v>54.98</c:v>
                </c:pt>
                <c:pt idx="45016">
                  <c:v>54.98</c:v>
                </c:pt>
                <c:pt idx="45017">
                  <c:v>54.98</c:v>
                </c:pt>
                <c:pt idx="45018">
                  <c:v>54.98</c:v>
                </c:pt>
                <c:pt idx="45019">
                  <c:v>54.98</c:v>
                </c:pt>
                <c:pt idx="45020">
                  <c:v>11.29</c:v>
                </c:pt>
                <c:pt idx="45021">
                  <c:v>11.29</c:v>
                </c:pt>
                <c:pt idx="45022">
                  <c:v>96.46</c:v>
                </c:pt>
                <c:pt idx="45023">
                  <c:v>89.98</c:v>
                </c:pt>
                <c:pt idx="45024">
                  <c:v>33.479999999999997</c:v>
                </c:pt>
                <c:pt idx="45025">
                  <c:v>7.49</c:v>
                </c:pt>
                <c:pt idx="45026">
                  <c:v>39.03</c:v>
                </c:pt>
                <c:pt idx="45027">
                  <c:v>41.94</c:v>
                </c:pt>
                <c:pt idx="45028">
                  <c:v>54.98</c:v>
                </c:pt>
                <c:pt idx="45029">
                  <c:v>54.98</c:v>
                </c:pt>
                <c:pt idx="45030">
                  <c:v>54.98</c:v>
                </c:pt>
                <c:pt idx="45031">
                  <c:v>159.97999999999999</c:v>
                </c:pt>
                <c:pt idx="45032">
                  <c:v>169.98</c:v>
                </c:pt>
                <c:pt idx="45033">
                  <c:v>59.95</c:v>
                </c:pt>
                <c:pt idx="45034">
                  <c:v>169.98</c:v>
                </c:pt>
                <c:pt idx="45035">
                  <c:v>160.22999999999999</c:v>
                </c:pt>
                <c:pt idx="45036">
                  <c:v>134.97999999999999</c:v>
                </c:pt>
                <c:pt idx="45037">
                  <c:v>59.95</c:v>
                </c:pt>
                <c:pt idx="45038">
                  <c:v>200.95</c:v>
                </c:pt>
                <c:pt idx="45039">
                  <c:v>54.98</c:v>
                </c:pt>
                <c:pt idx="45040">
                  <c:v>54.98</c:v>
                </c:pt>
                <c:pt idx="45041">
                  <c:v>46.29</c:v>
                </c:pt>
                <c:pt idx="45042">
                  <c:v>54.98</c:v>
                </c:pt>
                <c:pt idx="45043">
                  <c:v>46.29</c:v>
                </c:pt>
                <c:pt idx="45044">
                  <c:v>46.29</c:v>
                </c:pt>
                <c:pt idx="45045">
                  <c:v>54.98</c:v>
                </c:pt>
                <c:pt idx="45046">
                  <c:v>46.29</c:v>
                </c:pt>
                <c:pt idx="45047">
                  <c:v>46.29</c:v>
                </c:pt>
                <c:pt idx="45048">
                  <c:v>54.98</c:v>
                </c:pt>
                <c:pt idx="45049">
                  <c:v>59.96</c:v>
                </c:pt>
                <c:pt idx="45050">
                  <c:v>263.95999999999998</c:v>
                </c:pt>
                <c:pt idx="45051">
                  <c:v>195.33</c:v>
                </c:pt>
                <c:pt idx="45052">
                  <c:v>59.96</c:v>
                </c:pt>
                <c:pt idx="45053">
                  <c:v>236.32</c:v>
                </c:pt>
                <c:pt idx="45054">
                  <c:v>261.98</c:v>
                </c:pt>
                <c:pt idx="45055">
                  <c:v>192.69</c:v>
                </c:pt>
                <c:pt idx="45056">
                  <c:v>41.94</c:v>
                </c:pt>
                <c:pt idx="45057">
                  <c:v>54.98</c:v>
                </c:pt>
                <c:pt idx="45058">
                  <c:v>46.29</c:v>
                </c:pt>
                <c:pt idx="45059">
                  <c:v>41.94</c:v>
                </c:pt>
                <c:pt idx="45060">
                  <c:v>46.29</c:v>
                </c:pt>
                <c:pt idx="45061">
                  <c:v>46.29</c:v>
                </c:pt>
                <c:pt idx="45062">
                  <c:v>46.29</c:v>
                </c:pt>
                <c:pt idx="45063">
                  <c:v>129.91</c:v>
                </c:pt>
                <c:pt idx="45064">
                  <c:v>66.849999999999994</c:v>
                </c:pt>
                <c:pt idx="45065">
                  <c:v>459.91</c:v>
                </c:pt>
                <c:pt idx="45066">
                  <c:v>75.87</c:v>
                </c:pt>
                <c:pt idx="45067">
                  <c:v>46.28</c:v>
                </c:pt>
                <c:pt idx="45068">
                  <c:v>41.93</c:v>
                </c:pt>
                <c:pt idx="45069">
                  <c:v>45.33</c:v>
                </c:pt>
                <c:pt idx="45070">
                  <c:v>16.29</c:v>
                </c:pt>
                <c:pt idx="45071">
                  <c:v>21.29</c:v>
                </c:pt>
                <c:pt idx="45072">
                  <c:v>54.96</c:v>
                </c:pt>
                <c:pt idx="45073">
                  <c:v>46.27</c:v>
                </c:pt>
                <c:pt idx="45074">
                  <c:v>46.27</c:v>
                </c:pt>
                <c:pt idx="45075">
                  <c:v>54.96</c:v>
                </c:pt>
                <c:pt idx="45076">
                  <c:v>114.73</c:v>
                </c:pt>
                <c:pt idx="45077">
                  <c:v>368.96</c:v>
                </c:pt>
                <c:pt idx="45078">
                  <c:v>62.09</c:v>
                </c:pt>
                <c:pt idx="45079">
                  <c:v>169.46</c:v>
                </c:pt>
                <c:pt idx="45080">
                  <c:v>68.739999999999995</c:v>
                </c:pt>
                <c:pt idx="45081">
                  <c:v>216.72</c:v>
                </c:pt>
                <c:pt idx="45082">
                  <c:v>280.95999999999998</c:v>
                </c:pt>
                <c:pt idx="45083">
                  <c:v>259.45</c:v>
                </c:pt>
                <c:pt idx="45084">
                  <c:v>382.46</c:v>
                </c:pt>
                <c:pt idx="45085">
                  <c:v>46.27</c:v>
                </c:pt>
                <c:pt idx="45086">
                  <c:v>41.91</c:v>
                </c:pt>
                <c:pt idx="45087">
                  <c:v>53.98</c:v>
                </c:pt>
                <c:pt idx="45088">
                  <c:v>180.97</c:v>
                </c:pt>
                <c:pt idx="45089">
                  <c:v>159.97999999999999</c:v>
                </c:pt>
                <c:pt idx="45090">
                  <c:v>180.96</c:v>
                </c:pt>
                <c:pt idx="45091">
                  <c:v>143.96</c:v>
                </c:pt>
                <c:pt idx="45092">
                  <c:v>180.97</c:v>
                </c:pt>
                <c:pt idx="45093">
                  <c:v>137.66999999999999</c:v>
                </c:pt>
                <c:pt idx="45094">
                  <c:v>159.97999999999999</c:v>
                </c:pt>
                <c:pt idx="45095">
                  <c:v>121.98</c:v>
                </c:pt>
                <c:pt idx="45096">
                  <c:v>161.97</c:v>
                </c:pt>
                <c:pt idx="45097">
                  <c:v>159.97999999999999</c:v>
                </c:pt>
                <c:pt idx="45098">
                  <c:v>19.920000000000002</c:v>
                </c:pt>
                <c:pt idx="45099">
                  <c:v>13.28</c:v>
                </c:pt>
                <c:pt idx="45100">
                  <c:v>53.98</c:v>
                </c:pt>
                <c:pt idx="45101">
                  <c:v>54.94</c:v>
                </c:pt>
                <c:pt idx="45102">
                  <c:v>53.98</c:v>
                </c:pt>
                <c:pt idx="45103">
                  <c:v>53.98</c:v>
                </c:pt>
                <c:pt idx="45104">
                  <c:v>53.98</c:v>
                </c:pt>
                <c:pt idx="45105">
                  <c:v>53.98</c:v>
                </c:pt>
                <c:pt idx="45106">
                  <c:v>129.97999999999999</c:v>
                </c:pt>
                <c:pt idx="45107">
                  <c:v>127.81</c:v>
                </c:pt>
                <c:pt idx="45108">
                  <c:v>84.99</c:v>
                </c:pt>
                <c:pt idx="45109">
                  <c:v>153.96</c:v>
                </c:pt>
                <c:pt idx="45110">
                  <c:v>98.98</c:v>
                </c:pt>
                <c:pt idx="45111">
                  <c:v>84.99</c:v>
                </c:pt>
                <c:pt idx="45112">
                  <c:v>152.08000000000001</c:v>
                </c:pt>
                <c:pt idx="45113">
                  <c:v>57.98</c:v>
                </c:pt>
                <c:pt idx="45114">
                  <c:v>84.99</c:v>
                </c:pt>
                <c:pt idx="45115">
                  <c:v>125.3</c:v>
                </c:pt>
                <c:pt idx="45116">
                  <c:v>25.47</c:v>
                </c:pt>
                <c:pt idx="45117">
                  <c:v>25.47</c:v>
                </c:pt>
                <c:pt idx="45118">
                  <c:v>53.97</c:v>
                </c:pt>
                <c:pt idx="45119">
                  <c:v>134.97999999999999</c:v>
                </c:pt>
                <c:pt idx="45120">
                  <c:v>134.97999999999999</c:v>
                </c:pt>
                <c:pt idx="45121">
                  <c:v>84.99</c:v>
                </c:pt>
                <c:pt idx="45122">
                  <c:v>84.99</c:v>
                </c:pt>
                <c:pt idx="45123">
                  <c:v>70.349999999999994</c:v>
                </c:pt>
                <c:pt idx="45124">
                  <c:v>84.99</c:v>
                </c:pt>
                <c:pt idx="45125">
                  <c:v>84.99</c:v>
                </c:pt>
                <c:pt idx="45126">
                  <c:v>84.99</c:v>
                </c:pt>
                <c:pt idx="45127">
                  <c:v>84.99</c:v>
                </c:pt>
                <c:pt idx="45128">
                  <c:v>99.98</c:v>
                </c:pt>
                <c:pt idx="45129">
                  <c:v>68.989999999999995</c:v>
                </c:pt>
                <c:pt idx="45130">
                  <c:v>128.97999999999999</c:v>
                </c:pt>
                <c:pt idx="45131">
                  <c:v>79.989999999999995</c:v>
                </c:pt>
                <c:pt idx="45132">
                  <c:v>84.99</c:v>
                </c:pt>
                <c:pt idx="45133">
                  <c:v>84.99</c:v>
                </c:pt>
                <c:pt idx="45134">
                  <c:v>84.99</c:v>
                </c:pt>
                <c:pt idx="45135">
                  <c:v>76.489999999999995</c:v>
                </c:pt>
                <c:pt idx="45136">
                  <c:v>41.24</c:v>
                </c:pt>
                <c:pt idx="45137">
                  <c:v>41.24</c:v>
                </c:pt>
                <c:pt idx="45138">
                  <c:v>-77.98</c:v>
                </c:pt>
                <c:pt idx="45139">
                  <c:v>77.98</c:v>
                </c:pt>
                <c:pt idx="45140">
                  <c:v>53.97</c:v>
                </c:pt>
                <c:pt idx="45141">
                  <c:v>53.97</c:v>
                </c:pt>
                <c:pt idx="45142">
                  <c:v>9.49</c:v>
                </c:pt>
                <c:pt idx="45143">
                  <c:v>9.49</c:v>
                </c:pt>
                <c:pt idx="45144">
                  <c:v>53.97</c:v>
                </c:pt>
                <c:pt idx="45145">
                  <c:v>53.97</c:v>
                </c:pt>
                <c:pt idx="45146">
                  <c:v>53.97</c:v>
                </c:pt>
                <c:pt idx="45147">
                  <c:v>53.97</c:v>
                </c:pt>
                <c:pt idx="45148">
                  <c:v>77.97</c:v>
                </c:pt>
                <c:pt idx="45149">
                  <c:v>55.97</c:v>
                </c:pt>
                <c:pt idx="45150">
                  <c:v>101.95</c:v>
                </c:pt>
                <c:pt idx="45151">
                  <c:v>149.94999999999999</c:v>
                </c:pt>
                <c:pt idx="45152">
                  <c:v>55.96</c:v>
                </c:pt>
                <c:pt idx="45153">
                  <c:v>119.96</c:v>
                </c:pt>
                <c:pt idx="45154">
                  <c:v>107.84</c:v>
                </c:pt>
                <c:pt idx="45155">
                  <c:v>113.95</c:v>
                </c:pt>
                <c:pt idx="45156">
                  <c:v>119.96</c:v>
                </c:pt>
                <c:pt idx="45157">
                  <c:v>119.96</c:v>
                </c:pt>
                <c:pt idx="45158">
                  <c:v>119.96</c:v>
                </c:pt>
                <c:pt idx="45159">
                  <c:v>119.96</c:v>
                </c:pt>
                <c:pt idx="45160">
                  <c:v>99.96</c:v>
                </c:pt>
                <c:pt idx="45161">
                  <c:v>107.96</c:v>
                </c:pt>
                <c:pt idx="45162">
                  <c:v>101.95</c:v>
                </c:pt>
                <c:pt idx="45163">
                  <c:v>124.95</c:v>
                </c:pt>
                <c:pt idx="45164">
                  <c:v>119.97</c:v>
                </c:pt>
                <c:pt idx="45165">
                  <c:v>119.96</c:v>
                </c:pt>
                <c:pt idx="45166">
                  <c:v>53.97</c:v>
                </c:pt>
                <c:pt idx="45167">
                  <c:v>53.98</c:v>
                </c:pt>
                <c:pt idx="45168">
                  <c:v>53.98</c:v>
                </c:pt>
                <c:pt idx="45169">
                  <c:v>53.98</c:v>
                </c:pt>
                <c:pt idx="45170">
                  <c:v>53.98</c:v>
                </c:pt>
                <c:pt idx="45171">
                  <c:v>53.98</c:v>
                </c:pt>
                <c:pt idx="45172">
                  <c:v>53.98</c:v>
                </c:pt>
                <c:pt idx="45173">
                  <c:v>53.98</c:v>
                </c:pt>
                <c:pt idx="45174">
                  <c:v>53.98</c:v>
                </c:pt>
                <c:pt idx="45175">
                  <c:v>53.98</c:v>
                </c:pt>
                <c:pt idx="45176">
                  <c:v>53.98</c:v>
                </c:pt>
                <c:pt idx="45177">
                  <c:v>53.98</c:v>
                </c:pt>
                <c:pt idx="45178">
                  <c:v>53.98</c:v>
                </c:pt>
                <c:pt idx="45179">
                  <c:v>53.98</c:v>
                </c:pt>
                <c:pt idx="45180">
                  <c:v>53.98</c:v>
                </c:pt>
                <c:pt idx="45181">
                  <c:v>53.98</c:v>
                </c:pt>
                <c:pt idx="45182">
                  <c:v>53.98</c:v>
                </c:pt>
                <c:pt idx="45183">
                  <c:v>53.98</c:v>
                </c:pt>
                <c:pt idx="45184">
                  <c:v>53.98</c:v>
                </c:pt>
                <c:pt idx="45185">
                  <c:v>53.98</c:v>
                </c:pt>
                <c:pt idx="45186">
                  <c:v>53.98</c:v>
                </c:pt>
                <c:pt idx="45187">
                  <c:v>53.98</c:v>
                </c:pt>
                <c:pt idx="45188">
                  <c:v>368.88</c:v>
                </c:pt>
                <c:pt idx="45189">
                  <c:v>453.59</c:v>
                </c:pt>
                <c:pt idx="45190">
                  <c:v>362.88</c:v>
                </c:pt>
                <c:pt idx="45191">
                  <c:v>302.38</c:v>
                </c:pt>
                <c:pt idx="45192">
                  <c:v>362.88</c:v>
                </c:pt>
                <c:pt idx="45193">
                  <c:v>53.98</c:v>
                </c:pt>
                <c:pt idx="45194">
                  <c:v>53.98</c:v>
                </c:pt>
                <c:pt idx="45195">
                  <c:v>53.98</c:v>
                </c:pt>
                <c:pt idx="45196">
                  <c:v>53.98</c:v>
                </c:pt>
                <c:pt idx="45197">
                  <c:v>53.98</c:v>
                </c:pt>
                <c:pt idx="45198">
                  <c:v>53.98</c:v>
                </c:pt>
                <c:pt idx="45199">
                  <c:v>53.98</c:v>
                </c:pt>
                <c:pt idx="45200">
                  <c:v>51.98</c:v>
                </c:pt>
                <c:pt idx="45201">
                  <c:v>51.98</c:v>
                </c:pt>
                <c:pt idx="45202">
                  <c:v>53.98</c:v>
                </c:pt>
                <c:pt idx="45203">
                  <c:v>53.98</c:v>
                </c:pt>
                <c:pt idx="45204">
                  <c:v>53.98</c:v>
                </c:pt>
                <c:pt idx="45205">
                  <c:v>127.46</c:v>
                </c:pt>
                <c:pt idx="45206">
                  <c:v>73.94</c:v>
                </c:pt>
                <c:pt idx="45207">
                  <c:v>59.98</c:v>
                </c:pt>
                <c:pt idx="45208">
                  <c:v>72.98</c:v>
                </c:pt>
                <c:pt idx="45209">
                  <c:v>161.94999999999999</c:v>
                </c:pt>
                <c:pt idx="45210">
                  <c:v>115.96</c:v>
                </c:pt>
                <c:pt idx="45211">
                  <c:v>121.95</c:v>
                </c:pt>
                <c:pt idx="45212">
                  <c:v>89.97</c:v>
                </c:pt>
                <c:pt idx="45213">
                  <c:v>55.98</c:v>
                </c:pt>
                <c:pt idx="45214">
                  <c:v>136.74</c:v>
                </c:pt>
                <c:pt idx="45215">
                  <c:v>272.75</c:v>
                </c:pt>
                <c:pt idx="45216">
                  <c:v>101.96</c:v>
                </c:pt>
                <c:pt idx="45217">
                  <c:v>147</c:v>
                </c:pt>
                <c:pt idx="45218">
                  <c:v>55.98</c:v>
                </c:pt>
                <c:pt idx="45219">
                  <c:v>55.98</c:v>
                </c:pt>
                <c:pt idx="45220">
                  <c:v>53.97</c:v>
                </c:pt>
                <c:pt idx="45221">
                  <c:v>53.96</c:v>
                </c:pt>
                <c:pt idx="45222">
                  <c:v>53.97</c:v>
                </c:pt>
                <c:pt idx="45223">
                  <c:v>53.97</c:v>
                </c:pt>
                <c:pt idx="45224">
                  <c:v>53.97</c:v>
                </c:pt>
                <c:pt idx="45225">
                  <c:v>53.97</c:v>
                </c:pt>
                <c:pt idx="45226">
                  <c:v>53.97</c:v>
                </c:pt>
                <c:pt idx="45227">
                  <c:v>117.96</c:v>
                </c:pt>
                <c:pt idx="45228">
                  <c:v>163.95</c:v>
                </c:pt>
                <c:pt idx="45229">
                  <c:v>183.96</c:v>
                </c:pt>
                <c:pt idx="45230">
                  <c:v>147.96</c:v>
                </c:pt>
                <c:pt idx="45231">
                  <c:v>128.97</c:v>
                </c:pt>
                <c:pt idx="45232">
                  <c:v>109.98</c:v>
                </c:pt>
                <c:pt idx="45233">
                  <c:v>109.98</c:v>
                </c:pt>
                <c:pt idx="45234">
                  <c:v>111.96</c:v>
                </c:pt>
                <c:pt idx="45235">
                  <c:v>92.97</c:v>
                </c:pt>
                <c:pt idx="45236">
                  <c:v>183.96</c:v>
                </c:pt>
                <c:pt idx="45237">
                  <c:v>198.89</c:v>
                </c:pt>
                <c:pt idx="45238">
                  <c:v>157.94999999999999</c:v>
                </c:pt>
                <c:pt idx="45239">
                  <c:v>109.98</c:v>
                </c:pt>
                <c:pt idx="45240">
                  <c:v>53.97</c:v>
                </c:pt>
                <c:pt idx="45241">
                  <c:v>53.97</c:v>
                </c:pt>
                <c:pt idx="45242">
                  <c:v>53.97</c:v>
                </c:pt>
                <c:pt idx="45243">
                  <c:v>53.97</c:v>
                </c:pt>
                <c:pt idx="45244">
                  <c:v>-6.89</c:v>
                </c:pt>
                <c:pt idx="45245">
                  <c:v>59.96</c:v>
                </c:pt>
                <c:pt idx="45246">
                  <c:v>53.97</c:v>
                </c:pt>
                <c:pt idx="45247">
                  <c:v>53.97</c:v>
                </c:pt>
                <c:pt idx="45248">
                  <c:v>53.97</c:v>
                </c:pt>
                <c:pt idx="45249">
                  <c:v>53.97</c:v>
                </c:pt>
                <c:pt idx="45250">
                  <c:v>53.96</c:v>
                </c:pt>
                <c:pt idx="45251">
                  <c:v>48.35</c:v>
                </c:pt>
                <c:pt idx="45252">
                  <c:v>159.69999999999999</c:v>
                </c:pt>
                <c:pt idx="45253">
                  <c:v>-12.48</c:v>
                </c:pt>
                <c:pt idx="45254">
                  <c:v>176.62</c:v>
                </c:pt>
                <c:pt idx="45255">
                  <c:v>120.98</c:v>
                </c:pt>
                <c:pt idx="45256">
                  <c:v>159.69999999999999</c:v>
                </c:pt>
                <c:pt idx="45257">
                  <c:v>147.72</c:v>
                </c:pt>
                <c:pt idx="45258">
                  <c:v>283.04000000000002</c:v>
                </c:pt>
                <c:pt idx="45259">
                  <c:v>53.96</c:v>
                </c:pt>
                <c:pt idx="45260">
                  <c:v>53.94</c:v>
                </c:pt>
                <c:pt idx="45261">
                  <c:v>53.95</c:v>
                </c:pt>
                <c:pt idx="45262">
                  <c:v>53.95</c:v>
                </c:pt>
                <c:pt idx="45263">
                  <c:v>54.88</c:v>
                </c:pt>
                <c:pt idx="45264">
                  <c:v>53.91</c:v>
                </c:pt>
                <c:pt idx="45265">
                  <c:v>58.98</c:v>
                </c:pt>
                <c:pt idx="45266">
                  <c:v>58.98</c:v>
                </c:pt>
                <c:pt idx="45267">
                  <c:v>299.89999999999998</c:v>
                </c:pt>
                <c:pt idx="45268">
                  <c:v>239.92</c:v>
                </c:pt>
                <c:pt idx="45269">
                  <c:v>159.97999999999999</c:v>
                </c:pt>
                <c:pt idx="45270">
                  <c:v>149.94999999999999</c:v>
                </c:pt>
                <c:pt idx="45271">
                  <c:v>179.94</c:v>
                </c:pt>
                <c:pt idx="45272">
                  <c:v>289.89999999999998</c:v>
                </c:pt>
                <c:pt idx="45273">
                  <c:v>174.56</c:v>
                </c:pt>
                <c:pt idx="45274">
                  <c:v>111.97</c:v>
                </c:pt>
                <c:pt idx="45275">
                  <c:v>40.94</c:v>
                </c:pt>
                <c:pt idx="45276">
                  <c:v>-9.4499999999999993</c:v>
                </c:pt>
                <c:pt idx="45277">
                  <c:v>62.98</c:v>
                </c:pt>
                <c:pt idx="45278">
                  <c:v>41.59</c:v>
                </c:pt>
                <c:pt idx="45279">
                  <c:v>119.96</c:v>
                </c:pt>
                <c:pt idx="45280">
                  <c:v>99.96</c:v>
                </c:pt>
                <c:pt idx="45281">
                  <c:v>119.96</c:v>
                </c:pt>
                <c:pt idx="45282">
                  <c:v>105.26</c:v>
                </c:pt>
                <c:pt idx="45283">
                  <c:v>84.97</c:v>
                </c:pt>
                <c:pt idx="45284">
                  <c:v>119.96</c:v>
                </c:pt>
                <c:pt idx="45285">
                  <c:v>89.97</c:v>
                </c:pt>
                <c:pt idx="45286">
                  <c:v>114.96</c:v>
                </c:pt>
                <c:pt idx="45287">
                  <c:v>119.96</c:v>
                </c:pt>
                <c:pt idx="45288">
                  <c:v>109.96</c:v>
                </c:pt>
                <c:pt idx="45289">
                  <c:v>119.96</c:v>
                </c:pt>
                <c:pt idx="45290">
                  <c:v>119.96</c:v>
                </c:pt>
                <c:pt idx="45291">
                  <c:v>119.96</c:v>
                </c:pt>
                <c:pt idx="45292">
                  <c:v>119.96</c:v>
                </c:pt>
                <c:pt idx="45293">
                  <c:v>41.51</c:v>
                </c:pt>
                <c:pt idx="45294">
                  <c:v>54.99</c:v>
                </c:pt>
                <c:pt idx="45295">
                  <c:v>49.59</c:v>
                </c:pt>
                <c:pt idx="45296">
                  <c:v>102.97</c:v>
                </c:pt>
                <c:pt idx="45297">
                  <c:v>161.94999999999999</c:v>
                </c:pt>
                <c:pt idx="45298">
                  <c:v>67.98</c:v>
                </c:pt>
                <c:pt idx="45299">
                  <c:v>124.97</c:v>
                </c:pt>
                <c:pt idx="45300">
                  <c:v>212.92</c:v>
                </c:pt>
                <c:pt idx="45301">
                  <c:v>99.98</c:v>
                </c:pt>
                <c:pt idx="45302">
                  <c:v>99.98</c:v>
                </c:pt>
                <c:pt idx="45303">
                  <c:v>119.97</c:v>
                </c:pt>
                <c:pt idx="45304">
                  <c:v>149.97</c:v>
                </c:pt>
                <c:pt idx="45305">
                  <c:v>23.57</c:v>
                </c:pt>
                <c:pt idx="45306">
                  <c:v>99.98</c:v>
                </c:pt>
                <c:pt idx="45307">
                  <c:v>140.96</c:v>
                </c:pt>
                <c:pt idx="45308">
                  <c:v>100.33</c:v>
                </c:pt>
                <c:pt idx="45309">
                  <c:v>49.59</c:v>
                </c:pt>
                <c:pt idx="45310">
                  <c:v>49.59</c:v>
                </c:pt>
                <c:pt idx="45311">
                  <c:v>49.59</c:v>
                </c:pt>
                <c:pt idx="45312">
                  <c:v>49.59</c:v>
                </c:pt>
                <c:pt idx="45313">
                  <c:v>49.59</c:v>
                </c:pt>
                <c:pt idx="45314">
                  <c:v>54.98</c:v>
                </c:pt>
                <c:pt idx="45315">
                  <c:v>54.48</c:v>
                </c:pt>
                <c:pt idx="45316">
                  <c:v>49.57</c:v>
                </c:pt>
                <c:pt idx="45317">
                  <c:v>49.57</c:v>
                </c:pt>
                <c:pt idx="45318">
                  <c:v>49.57</c:v>
                </c:pt>
                <c:pt idx="45319">
                  <c:v>49.57</c:v>
                </c:pt>
                <c:pt idx="45320">
                  <c:v>53.98</c:v>
                </c:pt>
                <c:pt idx="45321">
                  <c:v>53.98</c:v>
                </c:pt>
                <c:pt idx="45322">
                  <c:v>85.47</c:v>
                </c:pt>
                <c:pt idx="45323">
                  <c:v>89.97</c:v>
                </c:pt>
                <c:pt idx="45324">
                  <c:v>89.97</c:v>
                </c:pt>
                <c:pt idx="45325">
                  <c:v>89.97</c:v>
                </c:pt>
                <c:pt idx="45326">
                  <c:v>53.98</c:v>
                </c:pt>
                <c:pt idx="45327">
                  <c:v>84.97</c:v>
                </c:pt>
                <c:pt idx="45328">
                  <c:v>59.98</c:v>
                </c:pt>
                <c:pt idx="45329">
                  <c:v>59.98</c:v>
                </c:pt>
                <c:pt idx="45330">
                  <c:v>89.97</c:v>
                </c:pt>
                <c:pt idx="45331">
                  <c:v>89.97</c:v>
                </c:pt>
                <c:pt idx="45332">
                  <c:v>89.97</c:v>
                </c:pt>
                <c:pt idx="45333">
                  <c:v>89.97</c:v>
                </c:pt>
                <c:pt idx="45334">
                  <c:v>59.98</c:v>
                </c:pt>
                <c:pt idx="45335">
                  <c:v>89.97</c:v>
                </c:pt>
                <c:pt idx="45336">
                  <c:v>89.97</c:v>
                </c:pt>
                <c:pt idx="45337">
                  <c:v>89.97</c:v>
                </c:pt>
                <c:pt idx="45338">
                  <c:v>89.97</c:v>
                </c:pt>
                <c:pt idx="45339">
                  <c:v>91.47</c:v>
                </c:pt>
                <c:pt idx="45340">
                  <c:v>53.98</c:v>
                </c:pt>
                <c:pt idx="45341">
                  <c:v>46.15</c:v>
                </c:pt>
                <c:pt idx="45342">
                  <c:v>53.97</c:v>
                </c:pt>
                <c:pt idx="45343">
                  <c:v>53.97</c:v>
                </c:pt>
                <c:pt idx="45344">
                  <c:v>53.97</c:v>
                </c:pt>
                <c:pt idx="45345">
                  <c:v>53.97</c:v>
                </c:pt>
                <c:pt idx="45346">
                  <c:v>118.76</c:v>
                </c:pt>
                <c:pt idx="45347">
                  <c:v>89.97</c:v>
                </c:pt>
                <c:pt idx="45348">
                  <c:v>119.96</c:v>
                </c:pt>
                <c:pt idx="45349">
                  <c:v>89.97</c:v>
                </c:pt>
                <c:pt idx="45350">
                  <c:v>119.96</c:v>
                </c:pt>
                <c:pt idx="45351">
                  <c:v>119.96</c:v>
                </c:pt>
                <c:pt idx="45352">
                  <c:v>116.41</c:v>
                </c:pt>
                <c:pt idx="45353">
                  <c:v>117.56</c:v>
                </c:pt>
                <c:pt idx="45354">
                  <c:v>119.96</c:v>
                </c:pt>
                <c:pt idx="45355">
                  <c:v>119.96</c:v>
                </c:pt>
                <c:pt idx="45356">
                  <c:v>119.96</c:v>
                </c:pt>
                <c:pt idx="45357">
                  <c:v>29.99</c:v>
                </c:pt>
                <c:pt idx="45358">
                  <c:v>74.97</c:v>
                </c:pt>
                <c:pt idx="45359">
                  <c:v>99.96</c:v>
                </c:pt>
                <c:pt idx="45360">
                  <c:v>113.96</c:v>
                </c:pt>
                <c:pt idx="45361">
                  <c:v>53.96</c:v>
                </c:pt>
                <c:pt idx="45362">
                  <c:v>53.49</c:v>
                </c:pt>
                <c:pt idx="45363">
                  <c:v>53.94</c:v>
                </c:pt>
                <c:pt idx="45364">
                  <c:v>58.55</c:v>
                </c:pt>
                <c:pt idx="45365">
                  <c:v>58.49</c:v>
                </c:pt>
                <c:pt idx="45366">
                  <c:v>68.98</c:v>
                </c:pt>
                <c:pt idx="45367">
                  <c:v>191.95</c:v>
                </c:pt>
                <c:pt idx="45368">
                  <c:v>158.97</c:v>
                </c:pt>
                <c:pt idx="45369">
                  <c:v>228.19</c:v>
                </c:pt>
                <c:pt idx="45370">
                  <c:v>134.97999999999999</c:v>
                </c:pt>
                <c:pt idx="45371">
                  <c:v>134.97999999999999</c:v>
                </c:pt>
                <c:pt idx="45372">
                  <c:v>155.97</c:v>
                </c:pt>
                <c:pt idx="45373">
                  <c:v>29.99</c:v>
                </c:pt>
                <c:pt idx="45374">
                  <c:v>62.98</c:v>
                </c:pt>
                <c:pt idx="45375">
                  <c:v>118.97</c:v>
                </c:pt>
                <c:pt idx="45376">
                  <c:v>99.98</c:v>
                </c:pt>
                <c:pt idx="45377">
                  <c:v>114.98</c:v>
                </c:pt>
                <c:pt idx="45378">
                  <c:v>143.97</c:v>
                </c:pt>
                <c:pt idx="45379">
                  <c:v>68.989999999999995</c:v>
                </c:pt>
                <c:pt idx="45380">
                  <c:v>84.99</c:v>
                </c:pt>
                <c:pt idx="45381">
                  <c:v>58.48</c:v>
                </c:pt>
                <c:pt idx="45382">
                  <c:v>58.46</c:v>
                </c:pt>
                <c:pt idx="45383">
                  <c:v>20.29</c:v>
                </c:pt>
                <c:pt idx="45384">
                  <c:v>100.98</c:v>
                </c:pt>
                <c:pt idx="45385">
                  <c:v>218.92</c:v>
                </c:pt>
                <c:pt idx="45386">
                  <c:v>288.38</c:v>
                </c:pt>
                <c:pt idx="45387">
                  <c:v>148.46</c:v>
                </c:pt>
                <c:pt idx="45388">
                  <c:v>173.97</c:v>
                </c:pt>
                <c:pt idx="45389">
                  <c:v>211.52</c:v>
                </c:pt>
                <c:pt idx="45390">
                  <c:v>175.95</c:v>
                </c:pt>
                <c:pt idx="45391">
                  <c:v>58.77</c:v>
                </c:pt>
                <c:pt idx="45392">
                  <c:v>169.98</c:v>
                </c:pt>
                <c:pt idx="45393">
                  <c:v>79.98</c:v>
                </c:pt>
                <c:pt idx="45394">
                  <c:v>169.98</c:v>
                </c:pt>
                <c:pt idx="45395">
                  <c:v>79.98</c:v>
                </c:pt>
                <c:pt idx="45396">
                  <c:v>84.99</c:v>
                </c:pt>
                <c:pt idx="45397">
                  <c:v>195.97</c:v>
                </c:pt>
                <c:pt idx="45398">
                  <c:v>134.97999999999999</c:v>
                </c:pt>
                <c:pt idx="45399">
                  <c:v>84.99</c:v>
                </c:pt>
                <c:pt idx="45400">
                  <c:v>139.97999999999999</c:v>
                </c:pt>
                <c:pt idx="45401">
                  <c:v>214.97</c:v>
                </c:pt>
                <c:pt idx="45402">
                  <c:v>84.99</c:v>
                </c:pt>
                <c:pt idx="45403">
                  <c:v>179.97</c:v>
                </c:pt>
                <c:pt idx="45404">
                  <c:v>164.98</c:v>
                </c:pt>
                <c:pt idx="45405">
                  <c:v>45.37</c:v>
                </c:pt>
                <c:pt idx="45406">
                  <c:v>41.09</c:v>
                </c:pt>
                <c:pt idx="45407">
                  <c:v>41.09</c:v>
                </c:pt>
                <c:pt idx="45408">
                  <c:v>41.08</c:v>
                </c:pt>
                <c:pt idx="45409">
                  <c:v>53.08</c:v>
                </c:pt>
                <c:pt idx="45410">
                  <c:v>159.97999999999999</c:v>
                </c:pt>
                <c:pt idx="45411">
                  <c:v>65.989999999999995</c:v>
                </c:pt>
                <c:pt idx="45412">
                  <c:v>67.98</c:v>
                </c:pt>
                <c:pt idx="45413">
                  <c:v>68.989999999999995</c:v>
                </c:pt>
                <c:pt idx="45414">
                  <c:v>84.99</c:v>
                </c:pt>
                <c:pt idx="45415">
                  <c:v>76.489999999999995</c:v>
                </c:pt>
                <c:pt idx="45416">
                  <c:v>74.989999999999995</c:v>
                </c:pt>
                <c:pt idx="45417">
                  <c:v>84.99</c:v>
                </c:pt>
                <c:pt idx="45418">
                  <c:v>84.99</c:v>
                </c:pt>
                <c:pt idx="45419">
                  <c:v>65.989999999999995</c:v>
                </c:pt>
                <c:pt idx="45420">
                  <c:v>85.98</c:v>
                </c:pt>
                <c:pt idx="45421">
                  <c:v>68.989999999999995</c:v>
                </c:pt>
                <c:pt idx="45422">
                  <c:v>85.98</c:v>
                </c:pt>
                <c:pt idx="45423">
                  <c:v>84.99</c:v>
                </c:pt>
                <c:pt idx="45424">
                  <c:v>99.98</c:v>
                </c:pt>
                <c:pt idx="45425">
                  <c:v>62.11</c:v>
                </c:pt>
                <c:pt idx="45426">
                  <c:v>65.989999999999995</c:v>
                </c:pt>
                <c:pt idx="45427">
                  <c:v>84.99</c:v>
                </c:pt>
                <c:pt idx="45428">
                  <c:v>53.07</c:v>
                </c:pt>
                <c:pt idx="45429">
                  <c:v>53.06</c:v>
                </c:pt>
                <c:pt idx="45430">
                  <c:v>53.99</c:v>
                </c:pt>
                <c:pt idx="45431">
                  <c:v>84.99</c:v>
                </c:pt>
                <c:pt idx="45432">
                  <c:v>120.26</c:v>
                </c:pt>
                <c:pt idx="45433">
                  <c:v>79.98</c:v>
                </c:pt>
                <c:pt idx="45434">
                  <c:v>105.96</c:v>
                </c:pt>
                <c:pt idx="45435">
                  <c:v>188.97</c:v>
                </c:pt>
                <c:pt idx="45436">
                  <c:v>84.99</c:v>
                </c:pt>
                <c:pt idx="45437">
                  <c:v>157.58000000000001</c:v>
                </c:pt>
                <c:pt idx="45438">
                  <c:v>135.97</c:v>
                </c:pt>
                <c:pt idx="45439">
                  <c:v>99.98</c:v>
                </c:pt>
                <c:pt idx="45440">
                  <c:v>201.96</c:v>
                </c:pt>
                <c:pt idx="45441">
                  <c:v>139.97999999999999</c:v>
                </c:pt>
                <c:pt idx="45442">
                  <c:v>169.98</c:v>
                </c:pt>
                <c:pt idx="45443">
                  <c:v>53.98</c:v>
                </c:pt>
                <c:pt idx="45444">
                  <c:v>53.98</c:v>
                </c:pt>
                <c:pt idx="45445">
                  <c:v>53.98</c:v>
                </c:pt>
                <c:pt idx="45446">
                  <c:v>53.98</c:v>
                </c:pt>
                <c:pt idx="45447">
                  <c:v>53.98</c:v>
                </c:pt>
                <c:pt idx="45448">
                  <c:v>59.36</c:v>
                </c:pt>
                <c:pt idx="45449">
                  <c:v>84.19</c:v>
                </c:pt>
                <c:pt idx="45450">
                  <c:v>59.2</c:v>
                </c:pt>
                <c:pt idx="45451">
                  <c:v>59.96</c:v>
                </c:pt>
                <c:pt idx="45452">
                  <c:v>73.77</c:v>
                </c:pt>
                <c:pt idx="45453">
                  <c:v>75.959999999999994</c:v>
                </c:pt>
                <c:pt idx="45454">
                  <c:v>51.97</c:v>
                </c:pt>
                <c:pt idx="45455">
                  <c:v>53.97</c:v>
                </c:pt>
                <c:pt idx="45456">
                  <c:v>53.97</c:v>
                </c:pt>
                <c:pt idx="45457">
                  <c:v>53.97</c:v>
                </c:pt>
                <c:pt idx="45458">
                  <c:v>53.97</c:v>
                </c:pt>
                <c:pt idx="45459">
                  <c:v>53.97</c:v>
                </c:pt>
                <c:pt idx="45460">
                  <c:v>53.97</c:v>
                </c:pt>
                <c:pt idx="45461">
                  <c:v>217.52</c:v>
                </c:pt>
                <c:pt idx="45462">
                  <c:v>141.75</c:v>
                </c:pt>
                <c:pt idx="45463">
                  <c:v>88.55</c:v>
                </c:pt>
                <c:pt idx="45464">
                  <c:v>142.97</c:v>
                </c:pt>
                <c:pt idx="45465">
                  <c:v>53.98</c:v>
                </c:pt>
                <c:pt idx="45466">
                  <c:v>27.88</c:v>
                </c:pt>
                <c:pt idx="45467">
                  <c:v>53.97</c:v>
                </c:pt>
                <c:pt idx="45468">
                  <c:v>53.97</c:v>
                </c:pt>
                <c:pt idx="45469">
                  <c:v>53.97</c:v>
                </c:pt>
                <c:pt idx="45470">
                  <c:v>53.97</c:v>
                </c:pt>
                <c:pt idx="45471">
                  <c:v>27.99</c:v>
                </c:pt>
                <c:pt idx="45472">
                  <c:v>59.98</c:v>
                </c:pt>
                <c:pt idx="45473">
                  <c:v>111.96</c:v>
                </c:pt>
                <c:pt idx="45474">
                  <c:v>55.98</c:v>
                </c:pt>
                <c:pt idx="45475">
                  <c:v>83.97</c:v>
                </c:pt>
                <c:pt idx="45476">
                  <c:v>77.97</c:v>
                </c:pt>
                <c:pt idx="45477">
                  <c:v>158.94</c:v>
                </c:pt>
                <c:pt idx="45478">
                  <c:v>55.98</c:v>
                </c:pt>
                <c:pt idx="45479">
                  <c:v>77.209999999999994</c:v>
                </c:pt>
                <c:pt idx="45480">
                  <c:v>83.97</c:v>
                </c:pt>
                <c:pt idx="45481">
                  <c:v>55.98</c:v>
                </c:pt>
                <c:pt idx="45482">
                  <c:v>59.98</c:v>
                </c:pt>
                <c:pt idx="45483">
                  <c:v>55.98</c:v>
                </c:pt>
                <c:pt idx="45484">
                  <c:v>55.98</c:v>
                </c:pt>
                <c:pt idx="45485">
                  <c:v>53.96</c:v>
                </c:pt>
                <c:pt idx="45486">
                  <c:v>53.96</c:v>
                </c:pt>
                <c:pt idx="45487">
                  <c:v>53.97</c:v>
                </c:pt>
                <c:pt idx="45488">
                  <c:v>53.96</c:v>
                </c:pt>
                <c:pt idx="45489">
                  <c:v>53.96</c:v>
                </c:pt>
                <c:pt idx="45490">
                  <c:v>17.28</c:v>
                </c:pt>
                <c:pt idx="45491">
                  <c:v>19.29</c:v>
                </c:pt>
                <c:pt idx="45492">
                  <c:v>842.88</c:v>
                </c:pt>
                <c:pt idx="45493">
                  <c:v>842.88</c:v>
                </c:pt>
                <c:pt idx="45494">
                  <c:v>53.96</c:v>
                </c:pt>
                <c:pt idx="45495">
                  <c:v>84.99</c:v>
                </c:pt>
                <c:pt idx="45496">
                  <c:v>65.989999999999995</c:v>
                </c:pt>
                <c:pt idx="45497">
                  <c:v>84.99</c:v>
                </c:pt>
                <c:pt idx="45498">
                  <c:v>84.99</c:v>
                </c:pt>
                <c:pt idx="45499">
                  <c:v>65.989999999999995</c:v>
                </c:pt>
                <c:pt idx="45500">
                  <c:v>84.99</c:v>
                </c:pt>
                <c:pt idx="45501">
                  <c:v>84.99</c:v>
                </c:pt>
                <c:pt idx="45502">
                  <c:v>84.99</c:v>
                </c:pt>
                <c:pt idx="45503">
                  <c:v>65.989999999999995</c:v>
                </c:pt>
                <c:pt idx="45504">
                  <c:v>79.98</c:v>
                </c:pt>
                <c:pt idx="45505">
                  <c:v>84.99</c:v>
                </c:pt>
                <c:pt idx="45506">
                  <c:v>82.44</c:v>
                </c:pt>
                <c:pt idx="45507">
                  <c:v>84.99</c:v>
                </c:pt>
                <c:pt idx="45508">
                  <c:v>84.99</c:v>
                </c:pt>
                <c:pt idx="45509">
                  <c:v>65.989999999999995</c:v>
                </c:pt>
                <c:pt idx="45510">
                  <c:v>80.3</c:v>
                </c:pt>
                <c:pt idx="45511">
                  <c:v>84.99</c:v>
                </c:pt>
                <c:pt idx="45512">
                  <c:v>41.49</c:v>
                </c:pt>
                <c:pt idx="45513">
                  <c:v>169.98</c:v>
                </c:pt>
                <c:pt idx="45514">
                  <c:v>79.040000000000006</c:v>
                </c:pt>
                <c:pt idx="45515">
                  <c:v>84.99</c:v>
                </c:pt>
                <c:pt idx="45516">
                  <c:v>53.94</c:v>
                </c:pt>
                <c:pt idx="45517">
                  <c:v>53.94</c:v>
                </c:pt>
                <c:pt idx="45518">
                  <c:v>53.94</c:v>
                </c:pt>
                <c:pt idx="45519">
                  <c:v>52.98</c:v>
                </c:pt>
                <c:pt idx="45520">
                  <c:v>44.49</c:v>
                </c:pt>
                <c:pt idx="45521">
                  <c:v>96.97</c:v>
                </c:pt>
                <c:pt idx="45522">
                  <c:v>167.18</c:v>
                </c:pt>
                <c:pt idx="45523">
                  <c:v>96.98</c:v>
                </c:pt>
                <c:pt idx="45524">
                  <c:v>193.96</c:v>
                </c:pt>
                <c:pt idx="45525">
                  <c:v>96.98</c:v>
                </c:pt>
                <c:pt idx="45526">
                  <c:v>74.98</c:v>
                </c:pt>
                <c:pt idx="45527">
                  <c:v>122.97</c:v>
                </c:pt>
                <c:pt idx="45528">
                  <c:v>218.96</c:v>
                </c:pt>
                <c:pt idx="45529">
                  <c:v>96.98</c:v>
                </c:pt>
                <c:pt idx="45530">
                  <c:v>181.97</c:v>
                </c:pt>
                <c:pt idx="45531">
                  <c:v>136.97</c:v>
                </c:pt>
                <c:pt idx="45532">
                  <c:v>96.98</c:v>
                </c:pt>
                <c:pt idx="45533">
                  <c:v>44.49</c:v>
                </c:pt>
                <c:pt idx="45534">
                  <c:v>52.98</c:v>
                </c:pt>
                <c:pt idx="45535">
                  <c:v>40.24</c:v>
                </c:pt>
                <c:pt idx="45536">
                  <c:v>52.97</c:v>
                </c:pt>
                <c:pt idx="45537">
                  <c:v>44.49</c:v>
                </c:pt>
                <c:pt idx="45538">
                  <c:v>44.49</c:v>
                </c:pt>
                <c:pt idx="45539">
                  <c:v>52.97</c:v>
                </c:pt>
                <c:pt idx="45540">
                  <c:v>44.49</c:v>
                </c:pt>
                <c:pt idx="45541">
                  <c:v>52.97</c:v>
                </c:pt>
                <c:pt idx="45542">
                  <c:v>61.69</c:v>
                </c:pt>
                <c:pt idx="45543">
                  <c:v>79.849999999999994</c:v>
                </c:pt>
                <c:pt idx="45544">
                  <c:v>79.849999999999994</c:v>
                </c:pt>
                <c:pt idx="45545">
                  <c:v>79.849999999999994</c:v>
                </c:pt>
                <c:pt idx="45546">
                  <c:v>79.849999999999994</c:v>
                </c:pt>
                <c:pt idx="45547">
                  <c:v>65.989999999999995</c:v>
                </c:pt>
                <c:pt idx="45548">
                  <c:v>56.85</c:v>
                </c:pt>
                <c:pt idx="45549">
                  <c:v>73.8</c:v>
                </c:pt>
                <c:pt idx="45550">
                  <c:v>124.59</c:v>
                </c:pt>
                <c:pt idx="45551">
                  <c:v>79.849999999999994</c:v>
                </c:pt>
                <c:pt idx="45552">
                  <c:v>159.69999999999999</c:v>
                </c:pt>
                <c:pt idx="45553">
                  <c:v>82.86</c:v>
                </c:pt>
                <c:pt idx="45554">
                  <c:v>111.79</c:v>
                </c:pt>
                <c:pt idx="45555">
                  <c:v>159.66999999999999</c:v>
                </c:pt>
                <c:pt idx="45556">
                  <c:v>24.18</c:v>
                </c:pt>
                <c:pt idx="45557">
                  <c:v>106.56</c:v>
                </c:pt>
                <c:pt idx="45558">
                  <c:v>79.849999999999994</c:v>
                </c:pt>
                <c:pt idx="45559">
                  <c:v>52.97</c:v>
                </c:pt>
                <c:pt idx="45560">
                  <c:v>40.229999999999997</c:v>
                </c:pt>
                <c:pt idx="45561">
                  <c:v>40.229999999999997</c:v>
                </c:pt>
                <c:pt idx="45562">
                  <c:v>40.229999999999997</c:v>
                </c:pt>
                <c:pt idx="45563">
                  <c:v>40.229999999999997</c:v>
                </c:pt>
                <c:pt idx="45564">
                  <c:v>44.47</c:v>
                </c:pt>
                <c:pt idx="45565">
                  <c:v>15.49</c:v>
                </c:pt>
                <c:pt idx="45566">
                  <c:v>16.239999999999998</c:v>
                </c:pt>
                <c:pt idx="45567">
                  <c:v>52.96</c:v>
                </c:pt>
                <c:pt idx="45568">
                  <c:v>99.98</c:v>
                </c:pt>
                <c:pt idx="45569">
                  <c:v>131.97999999999999</c:v>
                </c:pt>
                <c:pt idx="45570">
                  <c:v>145.97</c:v>
                </c:pt>
                <c:pt idx="45571">
                  <c:v>121.98</c:v>
                </c:pt>
                <c:pt idx="45572">
                  <c:v>131.97999999999999</c:v>
                </c:pt>
                <c:pt idx="45573">
                  <c:v>197.97</c:v>
                </c:pt>
                <c:pt idx="45574">
                  <c:v>55.02</c:v>
                </c:pt>
                <c:pt idx="45575">
                  <c:v>84.98</c:v>
                </c:pt>
                <c:pt idx="45576">
                  <c:v>131.97999999999999</c:v>
                </c:pt>
                <c:pt idx="45577">
                  <c:v>52.98</c:v>
                </c:pt>
                <c:pt idx="45578">
                  <c:v>52.97</c:v>
                </c:pt>
                <c:pt idx="45579">
                  <c:v>52.97</c:v>
                </c:pt>
                <c:pt idx="45580">
                  <c:v>52.97</c:v>
                </c:pt>
                <c:pt idx="45581">
                  <c:v>57.98</c:v>
                </c:pt>
                <c:pt idx="45582">
                  <c:v>57.98</c:v>
                </c:pt>
                <c:pt idx="45583">
                  <c:v>48.89</c:v>
                </c:pt>
                <c:pt idx="45584">
                  <c:v>57.98</c:v>
                </c:pt>
                <c:pt idx="45585">
                  <c:v>84.99</c:v>
                </c:pt>
                <c:pt idx="45586">
                  <c:v>168.96</c:v>
                </c:pt>
                <c:pt idx="45587">
                  <c:v>172.97</c:v>
                </c:pt>
                <c:pt idx="45588">
                  <c:v>199.96</c:v>
                </c:pt>
                <c:pt idx="45589">
                  <c:v>288.97000000000003</c:v>
                </c:pt>
                <c:pt idx="45590">
                  <c:v>248.36</c:v>
                </c:pt>
                <c:pt idx="45591">
                  <c:v>174.95</c:v>
                </c:pt>
                <c:pt idx="45592">
                  <c:v>305.95999999999998</c:v>
                </c:pt>
                <c:pt idx="45593">
                  <c:v>57.98</c:v>
                </c:pt>
                <c:pt idx="45594">
                  <c:v>57.98</c:v>
                </c:pt>
                <c:pt idx="45595">
                  <c:v>44.14</c:v>
                </c:pt>
                <c:pt idx="45596">
                  <c:v>57.98</c:v>
                </c:pt>
                <c:pt idx="45597">
                  <c:v>44.14</c:v>
                </c:pt>
                <c:pt idx="45598">
                  <c:v>57.98</c:v>
                </c:pt>
                <c:pt idx="45599">
                  <c:v>57.98</c:v>
                </c:pt>
                <c:pt idx="45600">
                  <c:v>483.88</c:v>
                </c:pt>
                <c:pt idx="45601">
                  <c:v>145.16</c:v>
                </c:pt>
                <c:pt idx="45602">
                  <c:v>48.48</c:v>
                </c:pt>
                <c:pt idx="45603">
                  <c:v>57.96</c:v>
                </c:pt>
                <c:pt idx="45604">
                  <c:v>57.96</c:v>
                </c:pt>
                <c:pt idx="45605">
                  <c:v>52.93</c:v>
                </c:pt>
                <c:pt idx="45606">
                  <c:v>53.76</c:v>
                </c:pt>
                <c:pt idx="45607">
                  <c:v>53.71</c:v>
                </c:pt>
                <c:pt idx="45608">
                  <c:v>73.599999999999994</c:v>
                </c:pt>
                <c:pt idx="45609">
                  <c:v>171.97</c:v>
                </c:pt>
                <c:pt idx="45610">
                  <c:v>77.959999999999994</c:v>
                </c:pt>
                <c:pt idx="45611">
                  <c:v>275.79000000000002</c:v>
                </c:pt>
                <c:pt idx="45612">
                  <c:v>50.97</c:v>
                </c:pt>
                <c:pt idx="45613">
                  <c:v>79.989999999999995</c:v>
                </c:pt>
                <c:pt idx="45614">
                  <c:v>79.989999999999995</c:v>
                </c:pt>
                <c:pt idx="45615">
                  <c:v>105.96</c:v>
                </c:pt>
                <c:pt idx="45616">
                  <c:v>153.41999999999999</c:v>
                </c:pt>
                <c:pt idx="45617">
                  <c:v>159.97999999999999</c:v>
                </c:pt>
                <c:pt idx="45618">
                  <c:v>67.98</c:v>
                </c:pt>
                <c:pt idx="45619">
                  <c:v>135.94</c:v>
                </c:pt>
                <c:pt idx="45620">
                  <c:v>53.08</c:v>
                </c:pt>
                <c:pt idx="45621">
                  <c:v>53.08</c:v>
                </c:pt>
                <c:pt idx="45622">
                  <c:v>44.49</c:v>
                </c:pt>
                <c:pt idx="45623">
                  <c:v>139.97999999999999</c:v>
                </c:pt>
                <c:pt idx="45624">
                  <c:v>84.99</c:v>
                </c:pt>
                <c:pt idx="45625">
                  <c:v>65.989999999999995</c:v>
                </c:pt>
                <c:pt idx="45626">
                  <c:v>65.989999999999995</c:v>
                </c:pt>
                <c:pt idx="45627">
                  <c:v>65.989999999999995</c:v>
                </c:pt>
                <c:pt idx="45628">
                  <c:v>152.97999999999999</c:v>
                </c:pt>
                <c:pt idx="45629">
                  <c:v>84.99</c:v>
                </c:pt>
                <c:pt idx="45630">
                  <c:v>161.66999999999999</c:v>
                </c:pt>
                <c:pt idx="45631">
                  <c:v>169.98</c:v>
                </c:pt>
                <c:pt idx="45632">
                  <c:v>169.98</c:v>
                </c:pt>
                <c:pt idx="45633">
                  <c:v>169.98</c:v>
                </c:pt>
                <c:pt idx="45634">
                  <c:v>169.98</c:v>
                </c:pt>
                <c:pt idx="45635">
                  <c:v>81.31</c:v>
                </c:pt>
                <c:pt idx="45636">
                  <c:v>169.98</c:v>
                </c:pt>
                <c:pt idx="45637">
                  <c:v>53.97</c:v>
                </c:pt>
                <c:pt idx="45638">
                  <c:v>57.56</c:v>
                </c:pt>
                <c:pt idx="45639">
                  <c:v>241.47</c:v>
                </c:pt>
                <c:pt idx="45640">
                  <c:v>215.97</c:v>
                </c:pt>
                <c:pt idx="45641">
                  <c:v>300.36</c:v>
                </c:pt>
                <c:pt idx="45642">
                  <c:v>239.97</c:v>
                </c:pt>
                <c:pt idx="45643">
                  <c:v>178.97</c:v>
                </c:pt>
                <c:pt idx="45644">
                  <c:v>239.97</c:v>
                </c:pt>
                <c:pt idx="45645">
                  <c:v>239.97</c:v>
                </c:pt>
                <c:pt idx="45646">
                  <c:v>53.48</c:v>
                </c:pt>
                <c:pt idx="45647">
                  <c:v>48.38</c:v>
                </c:pt>
                <c:pt idx="45648">
                  <c:v>48.35</c:v>
                </c:pt>
                <c:pt idx="45649">
                  <c:v>76.41</c:v>
                </c:pt>
                <c:pt idx="45650">
                  <c:v>169.98</c:v>
                </c:pt>
                <c:pt idx="45651">
                  <c:v>84.99</c:v>
                </c:pt>
                <c:pt idx="45652">
                  <c:v>144.94999999999999</c:v>
                </c:pt>
                <c:pt idx="45653">
                  <c:v>99.98</c:v>
                </c:pt>
                <c:pt idx="45654">
                  <c:v>100.98</c:v>
                </c:pt>
                <c:pt idx="45655">
                  <c:v>99.98</c:v>
                </c:pt>
                <c:pt idx="45656">
                  <c:v>99.98</c:v>
                </c:pt>
                <c:pt idx="45657">
                  <c:v>84.99</c:v>
                </c:pt>
                <c:pt idx="45658">
                  <c:v>108.97</c:v>
                </c:pt>
                <c:pt idx="45659">
                  <c:v>84.99</c:v>
                </c:pt>
                <c:pt idx="45660">
                  <c:v>99.98</c:v>
                </c:pt>
                <c:pt idx="45661">
                  <c:v>119.98</c:v>
                </c:pt>
                <c:pt idx="45662">
                  <c:v>131.97999999999999</c:v>
                </c:pt>
                <c:pt idx="45663">
                  <c:v>53.76</c:v>
                </c:pt>
                <c:pt idx="45664">
                  <c:v>53.15</c:v>
                </c:pt>
                <c:pt idx="45665">
                  <c:v>52.18</c:v>
                </c:pt>
                <c:pt idx="45666">
                  <c:v>154.22</c:v>
                </c:pt>
                <c:pt idx="45667">
                  <c:v>232.25</c:v>
                </c:pt>
                <c:pt idx="45668">
                  <c:v>136.06</c:v>
                </c:pt>
                <c:pt idx="45669">
                  <c:v>52.18</c:v>
                </c:pt>
                <c:pt idx="45670">
                  <c:v>52.18</c:v>
                </c:pt>
                <c:pt idx="45671">
                  <c:v>52.16</c:v>
                </c:pt>
                <c:pt idx="45672">
                  <c:v>119.66</c:v>
                </c:pt>
                <c:pt idx="45673">
                  <c:v>119.66</c:v>
                </c:pt>
                <c:pt idx="45674">
                  <c:v>89.97</c:v>
                </c:pt>
                <c:pt idx="45675">
                  <c:v>89.97</c:v>
                </c:pt>
                <c:pt idx="45676">
                  <c:v>86.97</c:v>
                </c:pt>
                <c:pt idx="45677">
                  <c:v>57.64</c:v>
                </c:pt>
                <c:pt idx="45678">
                  <c:v>74.97</c:v>
                </c:pt>
                <c:pt idx="45679">
                  <c:v>89.97</c:v>
                </c:pt>
                <c:pt idx="45680">
                  <c:v>89.97</c:v>
                </c:pt>
                <c:pt idx="45681">
                  <c:v>74.97</c:v>
                </c:pt>
                <c:pt idx="45682">
                  <c:v>92.97</c:v>
                </c:pt>
                <c:pt idx="45683">
                  <c:v>96.97</c:v>
                </c:pt>
                <c:pt idx="45684">
                  <c:v>92.97</c:v>
                </c:pt>
                <c:pt idx="45685">
                  <c:v>57.64</c:v>
                </c:pt>
                <c:pt idx="45686">
                  <c:v>96.97</c:v>
                </c:pt>
                <c:pt idx="45687">
                  <c:v>86.97</c:v>
                </c:pt>
                <c:pt idx="45688">
                  <c:v>101.96</c:v>
                </c:pt>
                <c:pt idx="45689">
                  <c:v>84.99</c:v>
                </c:pt>
                <c:pt idx="45690">
                  <c:v>84.99</c:v>
                </c:pt>
                <c:pt idx="45691">
                  <c:v>89.97</c:v>
                </c:pt>
                <c:pt idx="45692">
                  <c:v>89.97</c:v>
                </c:pt>
                <c:pt idx="45693">
                  <c:v>89.97</c:v>
                </c:pt>
                <c:pt idx="45694">
                  <c:v>101.96</c:v>
                </c:pt>
                <c:pt idx="45695">
                  <c:v>89.97</c:v>
                </c:pt>
                <c:pt idx="45696">
                  <c:v>19.489999999999998</c:v>
                </c:pt>
                <c:pt idx="45697">
                  <c:v>11.24</c:v>
                </c:pt>
                <c:pt idx="45698">
                  <c:v>44.29</c:v>
                </c:pt>
                <c:pt idx="45699">
                  <c:v>52.98</c:v>
                </c:pt>
                <c:pt idx="45700">
                  <c:v>44.29</c:v>
                </c:pt>
                <c:pt idx="45701">
                  <c:v>52.98</c:v>
                </c:pt>
                <c:pt idx="45702">
                  <c:v>239.54</c:v>
                </c:pt>
                <c:pt idx="45703">
                  <c:v>239.54</c:v>
                </c:pt>
                <c:pt idx="45704">
                  <c:v>104.02</c:v>
                </c:pt>
                <c:pt idx="45705">
                  <c:v>303.32</c:v>
                </c:pt>
                <c:pt idx="45706">
                  <c:v>239.54</c:v>
                </c:pt>
                <c:pt idx="45707">
                  <c:v>182.67</c:v>
                </c:pt>
                <c:pt idx="45708">
                  <c:v>239.54</c:v>
                </c:pt>
                <c:pt idx="45709">
                  <c:v>52.98</c:v>
                </c:pt>
                <c:pt idx="45710">
                  <c:v>52.98</c:v>
                </c:pt>
                <c:pt idx="45711">
                  <c:v>52.98</c:v>
                </c:pt>
                <c:pt idx="45712">
                  <c:v>52.98</c:v>
                </c:pt>
                <c:pt idx="45713">
                  <c:v>44.29</c:v>
                </c:pt>
                <c:pt idx="45714">
                  <c:v>44.29</c:v>
                </c:pt>
                <c:pt idx="45715">
                  <c:v>52.97</c:v>
                </c:pt>
                <c:pt idx="45716">
                  <c:v>39.93</c:v>
                </c:pt>
                <c:pt idx="45717">
                  <c:v>39.93</c:v>
                </c:pt>
                <c:pt idx="45718">
                  <c:v>165.95</c:v>
                </c:pt>
                <c:pt idx="45719">
                  <c:v>216.85</c:v>
                </c:pt>
                <c:pt idx="45720">
                  <c:v>69.98</c:v>
                </c:pt>
                <c:pt idx="45721">
                  <c:v>219.97</c:v>
                </c:pt>
                <c:pt idx="45722">
                  <c:v>48.25</c:v>
                </c:pt>
                <c:pt idx="45723">
                  <c:v>39.93</c:v>
                </c:pt>
                <c:pt idx="45724">
                  <c:v>39.93</c:v>
                </c:pt>
                <c:pt idx="45725">
                  <c:v>39.93</c:v>
                </c:pt>
                <c:pt idx="45726">
                  <c:v>39.93</c:v>
                </c:pt>
                <c:pt idx="45727">
                  <c:v>52.97</c:v>
                </c:pt>
                <c:pt idx="45728">
                  <c:v>52.97</c:v>
                </c:pt>
                <c:pt idx="45729">
                  <c:v>52.97</c:v>
                </c:pt>
                <c:pt idx="45730">
                  <c:v>52.97</c:v>
                </c:pt>
                <c:pt idx="45731">
                  <c:v>152.97999999999999</c:v>
                </c:pt>
                <c:pt idx="45732">
                  <c:v>139.97999999999999</c:v>
                </c:pt>
                <c:pt idx="45733">
                  <c:v>169.98</c:v>
                </c:pt>
                <c:pt idx="45734">
                  <c:v>47.49</c:v>
                </c:pt>
                <c:pt idx="45735">
                  <c:v>56.97</c:v>
                </c:pt>
                <c:pt idx="45736">
                  <c:v>56.97</c:v>
                </c:pt>
                <c:pt idx="45737">
                  <c:v>56.97</c:v>
                </c:pt>
                <c:pt idx="45738">
                  <c:v>148.47</c:v>
                </c:pt>
                <c:pt idx="45739">
                  <c:v>51.84</c:v>
                </c:pt>
                <c:pt idx="45740">
                  <c:v>166.84</c:v>
                </c:pt>
                <c:pt idx="45741">
                  <c:v>164.98</c:v>
                </c:pt>
                <c:pt idx="45742">
                  <c:v>169.98</c:v>
                </c:pt>
                <c:pt idx="45743">
                  <c:v>126.98</c:v>
                </c:pt>
                <c:pt idx="45744">
                  <c:v>121.75</c:v>
                </c:pt>
                <c:pt idx="45745">
                  <c:v>138.13999999999999</c:v>
                </c:pt>
                <c:pt idx="45746">
                  <c:v>200.15</c:v>
                </c:pt>
                <c:pt idx="45747">
                  <c:v>62.96</c:v>
                </c:pt>
                <c:pt idx="45748">
                  <c:v>56.97</c:v>
                </c:pt>
                <c:pt idx="45749">
                  <c:v>56.97</c:v>
                </c:pt>
                <c:pt idx="45750">
                  <c:v>56.97</c:v>
                </c:pt>
                <c:pt idx="45751">
                  <c:v>56.97</c:v>
                </c:pt>
                <c:pt idx="45752">
                  <c:v>56.97</c:v>
                </c:pt>
                <c:pt idx="45753">
                  <c:v>56.97</c:v>
                </c:pt>
                <c:pt idx="45754">
                  <c:v>56.97</c:v>
                </c:pt>
                <c:pt idx="45755">
                  <c:v>56.97</c:v>
                </c:pt>
                <c:pt idx="45756">
                  <c:v>56.97</c:v>
                </c:pt>
                <c:pt idx="45757">
                  <c:v>84.95</c:v>
                </c:pt>
                <c:pt idx="45758">
                  <c:v>84.95</c:v>
                </c:pt>
                <c:pt idx="45759">
                  <c:v>41.1</c:v>
                </c:pt>
                <c:pt idx="45760">
                  <c:v>59.96</c:v>
                </c:pt>
                <c:pt idx="45761">
                  <c:v>50.99</c:v>
                </c:pt>
                <c:pt idx="45762">
                  <c:v>59.97</c:v>
                </c:pt>
                <c:pt idx="45763">
                  <c:v>41.1</c:v>
                </c:pt>
                <c:pt idx="45764">
                  <c:v>70.05</c:v>
                </c:pt>
                <c:pt idx="45765">
                  <c:v>99.95</c:v>
                </c:pt>
                <c:pt idx="45766">
                  <c:v>59.96</c:v>
                </c:pt>
                <c:pt idx="45767">
                  <c:v>61.28</c:v>
                </c:pt>
                <c:pt idx="45768">
                  <c:v>50.99</c:v>
                </c:pt>
                <c:pt idx="45769">
                  <c:v>52.46</c:v>
                </c:pt>
                <c:pt idx="45770">
                  <c:v>99.95</c:v>
                </c:pt>
                <c:pt idx="45771">
                  <c:v>61.28</c:v>
                </c:pt>
                <c:pt idx="45772">
                  <c:v>70.05</c:v>
                </c:pt>
                <c:pt idx="45773">
                  <c:v>69.95</c:v>
                </c:pt>
                <c:pt idx="45774">
                  <c:v>69.95</c:v>
                </c:pt>
                <c:pt idx="45775">
                  <c:v>59.97</c:v>
                </c:pt>
                <c:pt idx="45776">
                  <c:v>52.46</c:v>
                </c:pt>
                <c:pt idx="45777">
                  <c:v>56.96</c:v>
                </c:pt>
                <c:pt idx="45778">
                  <c:v>51.98</c:v>
                </c:pt>
                <c:pt idx="45779">
                  <c:v>51.98</c:v>
                </c:pt>
                <c:pt idx="45780">
                  <c:v>51.98</c:v>
                </c:pt>
                <c:pt idx="45781">
                  <c:v>51.98</c:v>
                </c:pt>
                <c:pt idx="45782">
                  <c:v>51.98</c:v>
                </c:pt>
                <c:pt idx="45783">
                  <c:v>51.98</c:v>
                </c:pt>
                <c:pt idx="45784">
                  <c:v>51.97</c:v>
                </c:pt>
                <c:pt idx="45785">
                  <c:v>51.98</c:v>
                </c:pt>
                <c:pt idx="45786">
                  <c:v>51.96</c:v>
                </c:pt>
                <c:pt idx="45787">
                  <c:v>138.96</c:v>
                </c:pt>
                <c:pt idx="45788">
                  <c:v>73.569999999999993</c:v>
                </c:pt>
                <c:pt idx="45789">
                  <c:v>107.96</c:v>
                </c:pt>
                <c:pt idx="45790">
                  <c:v>65.98</c:v>
                </c:pt>
                <c:pt idx="45791">
                  <c:v>68.98</c:v>
                </c:pt>
                <c:pt idx="45792">
                  <c:v>109.61</c:v>
                </c:pt>
                <c:pt idx="45793">
                  <c:v>55.97</c:v>
                </c:pt>
                <c:pt idx="45794">
                  <c:v>55.43</c:v>
                </c:pt>
                <c:pt idx="45795">
                  <c:v>118.96</c:v>
                </c:pt>
                <c:pt idx="45796">
                  <c:v>50.98</c:v>
                </c:pt>
                <c:pt idx="45797">
                  <c:v>131.96</c:v>
                </c:pt>
                <c:pt idx="45798">
                  <c:v>68.23</c:v>
                </c:pt>
                <c:pt idx="45799">
                  <c:v>53.98</c:v>
                </c:pt>
                <c:pt idx="45800">
                  <c:v>102.97</c:v>
                </c:pt>
                <c:pt idx="45801">
                  <c:v>102.97</c:v>
                </c:pt>
                <c:pt idx="45802">
                  <c:v>99.98</c:v>
                </c:pt>
                <c:pt idx="45803">
                  <c:v>65.98</c:v>
                </c:pt>
                <c:pt idx="45804">
                  <c:v>69.98</c:v>
                </c:pt>
                <c:pt idx="45805">
                  <c:v>50.56</c:v>
                </c:pt>
                <c:pt idx="45806">
                  <c:v>55.56</c:v>
                </c:pt>
                <c:pt idx="45807">
                  <c:v>69.989999999999995</c:v>
                </c:pt>
                <c:pt idx="45808">
                  <c:v>69.989999999999995</c:v>
                </c:pt>
                <c:pt idx="45809">
                  <c:v>33.28</c:v>
                </c:pt>
                <c:pt idx="45810">
                  <c:v>43.48</c:v>
                </c:pt>
                <c:pt idx="45811">
                  <c:v>51.96</c:v>
                </c:pt>
                <c:pt idx="45812">
                  <c:v>51.96</c:v>
                </c:pt>
                <c:pt idx="45813">
                  <c:v>51.96</c:v>
                </c:pt>
                <c:pt idx="45814">
                  <c:v>51.96</c:v>
                </c:pt>
                <c:pt idx="45815">
                  <c:v>51.96</c:v>
                </c:pt>
                <c:pt idx="45816">
                  <c:v>71.739999999999995</c:v>
                </c:pt>
                <c:pt idx="45817">
                  <c:v>109.98</c:v>
                </c:pt>
                <c:pt idx="45818">
                  <c:v>199.95</c:v>
                </c:pt>
                <c:pt idx="45819">
                  <c:v>74.95</c:v>
                </c:pt>
                <c:pt idx="45820">
                  <c:v>73.98</c:v>
                </c:pt>
                <c:pt idx="45821">
                  <c:v>69.260000000000005</c:v>
                </c:pt>
                <c:pt idx="45822">
                  <c:v>103.95</c:v>
                </c:pt>
                <c:pt idx="45823">
                  <c:v>51.96</c:v>
                </c:pt>
                <c:pt idx="45824">
                  <c:v>51.96</c:v>
                </c:pt>
                <c:pt idx="45825">
                  <c:v>51.96</c:v>
                </c:pt>
                <c:pt idx="45826">
                  <c:v>51.96</c:v>
                </c:pt>
                <c:pt idx="45827">
                  <c:v>51.97</c:v>
                </c:pt>
                <c:pt idx="45828">
                  <c:v>51.97</c:v>
                </c:pt>
                <c:pt idx="45829">
                  <c:v>51.96</c:v>
                </c:pt>
                <c:pt idx="45830">
                  <c:v>51.96</c:v>
                </c:pt>
                <c:pt idx="45831">
                  <c:v>51.96</c:v>
                </c:pt>
                <c:pt idx="45832">
                  <c:v>151.55000000000001</c:v>
                </c:pt>
                <c:pt idx="45833">
                  <c:v>264.31</c:v>
                </c:pt>
                <c:pt idx="45834">
                  <c:v>310.89</c:v>
                </c:pt>
                <c:pt idx="45835">
                  <c:v>480.34</c:v>
                </c:pt>
                <c:pt idx="45836">
                  <c:v>150.94999999999999</c:v>
                </c:pt>
                <c:pt idx="45837">
                  <c:v>90.72</c:v>
                </c:pt>
                <c:pt idx="45838">
                  <c:v>51.96</c:v>
                </c:pt>
                <c:pt idx="45839">
                  <c:v>51.87</c:v>
                </c:pt>
                <c:pt idx="45840">
                  <c:v>243.96</c:v>
                </c:pt>
                <c:pt idx="45841">
                  <c:v>219.56</c:v>
                </c:pt>
                <c:pt idx="45842">
                  <c:v>99.98</c:v>
                </c:pt>
                <c:pt idx="45843">
                  <c:v>243.96</c:v>
                </c:pt>
                <c:pt idx="45844">
                  <c:v>313.92</c:v>
                </c:pt>
                <c:pt idx="45845">
                  <c:v>243.96</c:v>
                </c:pt>
                <c:pt idx="45846">
                  <c:v>243.96</c:v>
                </c:pt>
                <c:pt idx="45847">
                  <c:v>51.82</c:v>
                </c:pt>
                <c:pt idx="45848">
                  <c:v>44.03</c:v>
                </c:pt>
                <c:pt idx="45849">
                  <c:v>51.76</c:v>
                </c:pt>
                <c:pt idx="45850">
                  <c:v>56.68</c:v>
                </c:pt>
                <c:pt idx="45851">
                  <c:v>51.76</c:v>
                </c:pt>
                <c:pt idx="45852">
                  <c:v>59.98</c:v>
                </c:pt>
                <c:pt idx="45853">
                  <c:v>83.97</c:v>
                </c:pt>
                <c:pt idx="45854">
                  <c:v>92.96</c:v>
                </c:pt>
                <c:pt idx="45855">
                  <c:v>64.97</c:v>
                </c:pt>
                <c:pt idx="45856">
                  <c:v>74.959999999999994</c:v>
                </c:pt>
                <c:pt idx="45857">
                  <c:v>62.97</c:v>
                </c:pt>
                <c:pt idx="45858">
                  <c:v>59.98</c:v>
                </c:pt>
                <c:pt idx="45859">
                  <c:v>92.96</c:v>
                </c:pt>
                <c:pt idx="45860">
                  <c:v>74.48</c:v>
                </c:pt>
                <c:pt idx="45861">
                  <c:v>87.96</c:v>
                </c:pt>
                <c:pt idx="45862">
                  <c:v>57.68</c:v>
                </c:pt>
                <c:pt idx="45863">
                  <c:v>62.97</c:v>
                </c:pt>
                <c:pt idx="45864">
                  <c:v>92.96</c:v>
                </c:pt>
                <c:pt idx="45865">
                  <c:v>101.96</c:v>
                </c:pt>
                <c:pt idx="45866">
                  <c:v>62.97</c:v>
                </c:pt>
                <c:pt idx="45867">
                  <c:v>52.22</c:v>
                </c:pt>
                <c:pt idx="45868">
                  <c:v>90.97</c:v>
                </c:pt>
                <c:pt idx="45869">
                  <c:v>92.96</c:v>
                </c:pt>
                <c:pt idx="45870">
                  <c:v>78.13</c:v>
                </c:pt>
                <c:pt idx="45871">
                  <c:v>62.97</c:v>
                </c:pt>
                <c:pt idx="45872">
                  <c:v>44.19</c:v>
                </c:pt>
                <c:pt idx="45873">
                  <c:v>43.79</c:v>
                </c:pt>
                <c:pt idx="45874">
                  <c:v>163.57</c:v>
                </c:pt>
                <c:pt idx="45875">
                  <c:v>51.29</c:v>
                </c:pt>
                <c:pt idx="45876">
                  <c:v>137.97999999999999</c:v>
                </c:pt>
                <c:pt idx="45877">
                  <c:v>245.2</c:v>
                </c:pt>
                <c:pt idx="45878">
                  <c:v>68.98</c:v>
                </c:pt>
                <c:pt idx="45879">
                  <c:v>159.97999999999999</c:v>
                </c:pt>
                <c:pt idx="45880">
                  <c:v>169.98</c:v>
                </c:pt>
                <c:pt idx="45881">
                  <c:v>99.98</c:v>
                </c:pt>
                <c:pt idx="45882">
                  <c:v>169.98</c:v>
                </c:pt>
                <c:pt idx="45883">
                  <c:v>99.98</c:v>
                </c:pt>
                <c:pt idx="45884">
                  <c:v>169.98</c:v>
                </c:pt>
                <c:pt idx="45885">
                  <c:v>99.98</c:v>
                </c:pt>
                <c:pt idx="45886">
                  <c:v>127.83</c:v>
                </c:pt>
                <c:pt idx="45887">
                  <c:v>149.97</c:v>
                </c:pt>
                <c:pt idx="45888">
                  <c:v>51.98</c:v>
                </c:pt>
                <c:pt idx="45889">
                  <c:v>51.98</c:v>
                </c:pt>
                <c:pt idx="45890">
                  <c:v>51.97</c:v>
                </c:pt>
                <c:pt idx="45891">
                  <c:v>51.97</c:v>
                </c:pt>
                <c:pt idx="45892">
                  <c:v>51.96</c:v>
                </c:pt>
                <c:pt idx="45893">
                  <c:v>51.96</c:v>
                </c:pt>
                <c:pt idx="45894">
                  <c:v>51.96</c:v>
                </c:pt>
                <c:pt idx="45895">
                  <c:v>51.96</c:v>
                </c:pt>
                <c:pt idx="45896">
                  <c:v>51.48</c:v>
                </c:pt>
                <c:pt idx="45897">
                  <c:v>84.99</c:v>
                </c:pt>
                <c:pt idx="45898">
                  <c:v>65.989999999999995</c:v>
                </c:pt>
                <c:pt idx="45899">
                  <c:v>58.98</c:v>
                </c:pt>
                <c:pt idx="45900">
                  <c:v>84.99</c:v>
                </c:pt>
                <c:pt idx="45901">
                  <c:v>169.98</c:v>
                </c:pt>
                <c:pt idx="45902">
                  <c:v>84.99</c:v>
                </c:pt>
                <c:pt idx="45903">
                  <c:v>65.989999999999995</c:v>
                </c:pt>
                <c:pt idx="45904">
                  <c:v>84.99</c:v>
                </c:pt>
                <c:pt idx="45905">
                  <c:v>65.989999999999995</c:v>
                </c:pt>
                <c:pt idx="45906">
                  <c:v>84.99</c:v>
                </c:pt>
                <c:pt idx="45907">
                  <c:v>184.97</c:v>
                </c:pt>
                <c:pt idx="45908">
                  <c:v>84.99</c:v>
                </c:pt>
                <c:pt idx="45909">
                  <c:v>65.989999999999995</c:v>
                </c:pt>
                <c:pt idx="45910">
                  <c:v>84.99</c:v>
                </c:pt>
                <c:pt idx="45911">
                  <c:v>51.47</c:v>
                </c:pt>
                <c:pt idx="45912">
                  <c:v>46.86</c:v>
                </c:pt>
                <c:pt idx="45913">
                  <c:v>47.17</c:v>
                </c:pt>
                <c:pt idx="45914">
                  <c:v>47.15</c:v>
                </c:pt>
                <c:pt idx="45915">
                  <c:v>47.15</c:v>
                </c:pt>
                <c:pt idx="45916">
                  <c:v>51.76</c:v>
                </c:pt>
                <c:pt idx="45917">
                  <c:v>51.27</c:v>
                </c:pt>
                <c:pt idx="45918">
                  <c:v>52.18</c:v>
                </c:pt>
                <c:pt idx="45919">
                  <c:v>52.18</c:v>
                </c:pt>
                <c:pt idx="45920">
                  <c:v>52.18</c:v>
                </c:pt>
                <c:pt idx="45921">
                  <c:v>65.989999999999995</c:v>
                </c:pt>
                <c:pt idx="45922">
                  <c:v>67.98</c:v>
                </c:pt>
                <c:pt idx="45923">
                  <c:v>65.989999999999995</c:v>
                </c:pt>
                <c:pt idx="45924">
                  <c:v>84.99</c:v>
                </c:pt>
                <c:pt idx="45925">
                  <c:v>102.98</c:v>
                </c:pt>
                <c:pt idx="45926">
                  <c:v>122.97</c:v>
                </c:pt>
                <c:pt idx="45927">
                  <c:v>73.989999999999995</c:v>
                </c:pt>
                <c:pt idx="45928">
                  <c:v>49.99</c:v>
                </c:pt>
                <c:pt idx="45929">
                  <c:v>84.99</c:v>
                </c:pt>
                <c:pt idx="45930">
                  <c:v>84.99</c:v>
                </c:pt>
                <c:pt idx="45931">
                  <c:v>76.3</c:v>
                </c:pt>
                <c:pt idx="45932">
                  <c:v>86.98</c:v>
                </c:pt>
                <c:pt idx="45933">
                  <c:v>56.97</c:v>
                </c:pt>
                <c:pt idx="45934">
                  <c:v>99.98</c:v>
                </c:pt>
                <c:pt idx="45935">
                  <c:v>51.27</c:v>
                </c:pt>
                <c:pt idx="45936">
                  <c:v>51.27</c:v>
                </c:pt>
                <c:pt idx="45937">
                  <c:v>51.27</c:v>
                </c:pt>
                <c:pt idx="45938">
                  <c:v>136.33000000000001</c:v>
                </c:pt>
                <c:pt idx="45939">
                  <c:v>137.97999999999999</c:v>
                </c:pt>
                <c:pt idx="45940">
                  <c:v>107.75</c:v>
                </c:pt>
                <c:pt idx="45941">
                  <c:v>51.47</c:v>
                </c:pt>
                <c:pt idx="45942">
                  <c:v>72.239999999999995</c:v>
                </c:pt>
                <c:pt idx="45943">
                  <c:v>169.98</c:v>
                </c:pt>
                <c:pt idx="45944">
                  <c:v>91.97</c:v>
                </c:pt>
                <c:pt idx="45945">
                  <c:v>56.56</c:v>
                </c:pt>
                <c:pt idx="45946">
                  <c:v>56.56</c:v>
                </c:pt>
                <c:pt idx="45947">
                  <c:v>170.02</c:v>
                </c:pt>
                <c:pt idx="45948">
                  <c:v>102.91</c:v>
                </c:pt>
                <c:pt idx="45949">
                  <c:v>92.67</c:v>
                </c:pt>
                <c:pt idx="45950">
                  <c:v>122.96</c:v>
                </c:pt>
                <c:pt idx="45951">
                  <c:v>149.94999999999999</c:v>
                </c:pt>
                <c:pt idx="45952">
                  <c:v>79.95</c:v>
                </c:pt>
                <c:pt idx="45953">
                  <c:v>119.38</c:v>
                </c:pt>
                <c:pt idx="45954">
                  <c:v>102.97</c:v>
                </c:pt>
                <c:pt idx="45955">
                  <c:v>102.97</c:v>
                </c:pt>
                <c:pt idx="45956">
                  <c:v>71.98</c:v>
                </c:pt>
                <c:pt idx="45957">
                  <c:v>111.46</c:v>
                </c:pt>
                <c:pt idx="45958">
                  <c:v>88</c:v>
                </c:pt>
                <c:pt idx="45959">
                  <c:v>130.94999999999999</c:v>
                </c:pt>
                <c:pt idx="45960">
                  <c:v>94.47</c:v>
                </c:pt>
                <c:pt idx="45961">
                  <c:v>142.65</c:v>
                </c:pt>
                <c:pt idx="45962">
                  <c:v>55.98</c:v>
                </c:pt>
                <c:pt idx="45963">
                  <c:v>55.97</c:v>
                </c:pt>
                <c:pt idx="45964">
                  <c:v>55.97</c:v>
                </c:pt>
                <c:pt idx="45965">
                  <c:v>18.489999999999998</c:v>
                </c:pt>
                <c:pt idx="45966">
                  <c:v>18.489999999999998</c:v>
                </c:pt>
                <c:pt idx="45967">
                  <c:v>55.96</c:v>
                </c:pt>
                <c:pt idx="45968">
                  <c:v>55.96</c:v>
                </c:pt>
                <c:pt idx="45969">
                  <c:v>55.96</c:v>
                </c:pt>
                <c:pt idx="45970">
                  <c:v>55.96</c:v>
                </c:pt>
                <c:pt idx="45971">
                  <c:v>55.96</c:v>
                </c:pt>
                <c:pt idx="45972">
                  <c:v>50.73</c:v>
                </c:pt>
                <c:pt idx="45973">
                  <c:v>51.98</c:v>
                </c:pt>
                <c:pt idx="45974">
                  <c:v>27.75</c:v>
                </c:pt>
                <c:pt idx="45975">
                  <c:v>51.98</c:v>
                </c:pt>
                <c:pt idx="45976">
                  <c:v>169.98</c:v>
                </c:pt>
                <c:pt idx="45977">
                  <c:v>163.47999999999999</c:v>
                </c:pt>
                <c:pt idx="45978">
                  <c:v>59.98</c:v>
                </c:pt>
                <c:pt idx="45979">
                  <c:v>169.98</c:v>
                </c:pt>
                <c:pt idx="45980">
                  <c:v>169.98</c:v>
                </c:pt>
                <c:pt idx="45981">
                  <c:v>219.97</c:v>
                </c:pt>
                <c:pt idx="45982">
                  <c:v>139.28</c:v>
                </c:pt>
                <c:pt idx="45983">
                  <c:v>137.97999999999999</c:v>
                </c:pt>
                <c:pt idx="45984">
                  <c:v>131.97999999999999</c:v>
                </c:pt>
                <c:pt idx="45985">
                  <c:v>169.98</c:v>
                </c:pt>
                <c:pt idx="45986">
                  <c:v>89.98</c:v>
                </c:pt>
                <c:pt idx="45987">
                  <c:v>89.98</c:v>
                </c:pt>
                <c:pt idx="45988">
                  <c:v>51.98</c:v>
                </c:pt>
                <c:pt idx="45989">
                  <c:v>51.98</c:v>
                </c:pt>
                <c:pt idx="45990">
                  <c:v>51.98</c:v>
                </c:pt>
                <c:pt idx="45991">
                  <c:v>51.98</c:v>
                </c:pt>
                <c:pt idx="45992">
                  <c:v>51.98</c:v>
                </c:pt>
                <c:pt idx="45993">
                  <c:v>51.27</c:v>
                </c:pt>
                <c:pt idx="45994">
                  <c:v>51.98</c:v>
                </c:pt>
                <c:pt idx="45995">
                  <c:v>51.27</c:v>
                </c:pt>
                <c:pt idx="45996">
                  <c:v>51.98</c:v>
                </c:pt>
                <c:pt idx="45997">
                  <c:v>51.98</c:v>
                </c:pt>
                <c:pt idx="45998">
                  <c:v>180.5</c:v>
                </c:pt>
                <c:pt idx="45999">
                  <c:v>309.89999999999998</c:v>
                </c:pt>
                <c:pt idx="46000">
                  <c:v>154.94999999999999</c:v>
                </c:pt>
                <c:pt idx="46001">
                  <c:v>171.99</c:v>
                </c:pt>
                <c:pt idx="46002">
                  <c:v>185.94</c:v>
                </c:pt>
                <c:pt idx="46003">
                  <c:v>185.94</c:v>
                </c:pt>
                <c:pt idx="46004">
                  <c:v>185.94</c:v>
                </c:pt>
                <c:pt idx="46005">
                  <c:v>185.94</c:v>
                </c:pt>
                <c:pt idx="46006">
                  <c:v>167.35</c:v>
                </c:pt>
                <c:pt idx="46007">
                  <c:v>185.94</c:v>
                </c:pt>
                <c:pt idx="46008">
                  <c:v>51.97</c:v>
                </c:pt>
                <c:pt idx="46009">
                  <c:v>51.97</c:v>
                </c:pt>
                <c:pt idx="46010">
                  <c:v>51.97</c:v>
                </c:pt>
                <c:pt idx="46011">
                  <c:v>65.97</c:v>
                </c:pt>
                <c:pt idx="46012">
                  <c:v>52.79</c:v>
                </c:pt>
                <c:pt idx="46013">
                  <c:v>54.98</c:v>
                </c:pt>
                <c:pt idx="46014">
                  <c:v>65.94</c:v>
                </c:pt>
                <c:pt idx="46015">
                  <c:v>91.95</c:v>
                </c:pt>
                <c:pt idx="46016">
                  <c:v>114.96</c:v>
                </c:pt>
                <c:pt idx="46017">
                  <c:v>51.97</c:v>
                </c:pt>
                <c:pt idx="46018">
                  <c:v>51.97</c:v>
                </c:pt>
                <c:pt idx="46019">
                  <c:v>28.84</c:v>
                </c:pt>
                <c:pt idx="46020">
                  <c:v>28.84</c:v>
                </c:pt>
                <c:pt idx="46021">
                  <c:v>51.96</c:v>
                </c:pt>
                <c:pt idx="46022">
                  <c:v>51.96</c:v>
                </c:pt>
                <c:pt idx="46023">
                  <c:v>51.96</c:v>
                </c:pt>
                <c:pt idx="46024">
                  <c:v>51.96</c:v>
                </c:pt>
                <c:pt idx="46025">
                  <c:v>51.96</c:v>
                </c:pt>
                <c:pt idx="46026">
                  <c:v>169.98</c:v>
                </c:pt>
                <c:pt idx="46027">
                  <c:v>84.99</c:v>
                </c:pt>
                <c:pt idx="46028">
                  <c:v>169.98</c:v>
                </c:pt>
                <c:pt idx="46029">
                  <c:v>84.99</c:v>
                </c:pt>
                <c:pt idx="46030">
                  <c:v>169.98</c:v>
                </c:pt>
                <c:pt idx="46031">
                  <c:v>189.97</c:v>
                </c:pt>
                <c:pt idx="46032">
                  <c:v>169.98</c:v>
                </c:pt>
                <c:pt idx="46033">
                  <c:v>76.489999999999995</c:v>
                </c:pt>
                <c:pt idx="46034">
                  <c:v>169.98</c:v>
                </c:pt>
                <c:pt idx="46035">
                  <c:v>84.99</c:v>
                </c:pt>
                <c:pt idx="46036">
                  <c:v>179.97</c:v>
                </c:pt>
                <c:pt idx="46037">
                  <c:v>51.96</c:v>
                </c:pt>
                <c:pt idx="46038">
                  <c:v>51.96</c:v>
                </c:pt>
                <c:pt idx="46039">
                  <c:v>51.96</c:v>
                </c:pt>
                <c:pt idx="46040">
                  <c:v>51.96</c:v>
                </c:pt>
                <c:pt idx="46041">
                  <c:v>145.16</c:v>
                </c:pt>
                <c:pt idx="46042">
                  <c:v>176.62</c:v>
                </c:pt>
                <c:pt idx="46043">
                  <c:v>96.78</c:v>
                </c:pt>
                <c:pt idx="46044">
                  <c:v>-48.39</c:v>
                </c:pt>
                <c:pt idx="46045">
                  <c:v>124.87</c:v>
                </c:pt>
                <c:pt idx="46046">
                  <c:v>50.98</c:v>
                </c:pt>
                <c:pt idx="46047">
                  <c:v>25.49</c:v>
                </c:pt>
                <c:pt idx="46048">
                  <c:v>50.99</c:v>
                </c:pt>
                <c:pt idx="46049">
                  <c:v>50.98</c:v>
                </c:pt>
                <c:pt idx="46050">
                  <c:v>50.98</c:v>
                </c:pt>
                <c:pt idx="46051">
                  <c:v>50.98</c:v>
                </c:pt>
                <c:pt idx="46052">
                  <c:v>50.98</c:v>
                </c:pt>
                <c:pt idx="46053">
                  <c:v>112.96</c:v>
                </c:pt>
                <c:pt idx="46054">
                  <c:v>89.97</c:v>
                </c:pt>
                <c:pt idx="46055">
                  <c:v>119.96</c:v>
                </c:pt>
                <c:pt idx="46056">
                  <c:v>99.96</c:v>
                </c:pt>
                <c:pt idx="46057">
                  <c:v>104.07</c:v>
                </c:pt>
                <c:pt idx="46058">
                  <c:v>113.96</c:v>
                </c:pt>
                <c:pt idx="46059">
                  <c:v>96.87</c:v>
                </c:pt>
                <c:pt idx="46060">
                  <c:v>74.97</c:v>
                </c:pt>
                <c:pt idx="46061">
                  <c:v>109.96</c:v>
                </c:pt>
                <c:pt idx="46062">
                  <c:v>84.97</c:v>
                </c:pt>
                <c:pt idx="46063">
                  <c:v>119.97</c:v>
                </c:pt>
                <c:pt idx="46064">
                  <c:v>160.97</c:v>
                </c:pt>
                <c:pt idx="46065">
                  <c:v>87.96</c:v>
                </c:pt>
                <c:pt idx="46066">
                  <c:v>119.96</c:v>
                </c:pt>
                <c:pt idx="46067">
                  <c:v>119.95</c:v>
                </c:pt>
                <c:pt idx="46068">
                  <c:v>73.97</c:v>
                </c:pt>
                <c:pt idx="46069">
                  <c:v>107.96</c:v>
                </c:pt>
                <c:pt idx="46070">
                  <c:v>50.98</c:v>
                </c:pt>
                <c:pt idx="46071">
                  <c:v>38.24</c:v>
                </c:pt>
                <c:pt idx="46072">
                  <c:v>50.97</c:v>
                </c:pt>
                <c:pt idx="46073">
                  <c:v>50.97</c:v>
                </c:pt>
                <c:pt idx="46074">
                  <c:v>50.97</c:v>
                </c:pt>
                <c:pt idx="46075">
                  <c:v>50.98</c:v>
                </c:pt>
                <c:pt idx="46076">
                  <c:v>50.98</c:v>
                </c:pt>
                <c:pt idx="46077">
                  <c:v>50.98</c:v>
                </c:pt>
                <c:pt idx="46078">
                  <c:v>191.98</c:v>
                </c:pt>
                <c:pt idx="46079">
                  <c:v>159.97999999999999</c:v>
                </c:pt>
                <c:pt idx="46080">
                  <c:v>149.97</c:v>
                </c:pt>
                <c:pt idx="46081">
                  <c:v>124.97</c:v>
                </c:pt>
                <c:pt idx="46082">
                  <c:v>197.97</c:v>
                </c:pt>
                <c:pt idx="46083">
                  <c:v>159.97999999999999</c:v>
                </c:pt>
                <c:pt idx="46084">
                  <c:v>174.99</c:v>
                </c:pt>
                <c:pt idx="46085">
                  <c:v>73.39</c:v>
                </c:pt>
                <c:pt idx="46086">
                  <c:v>79.989999999999995</c:v>
                </c:pt>
                <c:pt idx="46087">
                  <c:v>50.98</c:v>
                </c:pt>
                <c:pt idx="46088">
                  <c:v>50.98</c:v>
                </c:pt>
                <c:pt idx="46089">
                  <c:v>50.98</c:v>
                </c:pt>
                <c:pt idx="46090">
                  <c:v>50.97</c:v>
                </c:pt>
                <c:pt idx="46091">
                  <c:v>50.98</c:v>
                </c:pt>
                <c:pt idx="46092">
                  <c:v>50.97</c:v>
                </c:pt>
                <c:pt idx="46093">
                  <c:v>50.97</c:v>
                </c:pt>
                <c:pt idx="46094">
                  <c:v>50.98</c:v>
                </c:pt>
                <c:pt idx="46095">
                  <c:v>50.97</c:v>
                </c:pt>
                <c:pt idx="46096">
                  <c:v>50.97</c:v>
                </c:pt>
                <c:pt idx="46097">
                  <c:v>78.98</c:v>
                </c:pt>
                <c:pt idx="46098">
                  <c:v>99.98</c:v>
                </c:pt>
                <c:pt idx="46099">
                  <c:v>119.97</c:v>
                </c:pt>
                <c:pt idx="46100">
                  <c:v>135.97</c:v>
                </c:pt>
                <c:pt idx="46101">
                  <c:v>46.49</c:v>
                </c:pt>
                <c:pt idx="46102">
                  <c:v>83.98</c:v>
                </c:pt>
                <c:pt idx="46103">
                  <c:v>84.99</c:v>
                </c:pt>
                <c:pt idx="46104">
                  <c:v>99.96</c:v>
                </c:pt>
                <c:pt idx="46105">
                  <c:v>13.34</c:v>
                </c:pt>
                <c:pt idx="46106">
                  <c:v>16.489999999999998</c:v>
                </c:pt>
                <c:pt idx="46107">
                  <c:v>84.99</c:v>
                </c:pt>
                <c:pt idx="46108">
                  <c:v>35.590000000000003</c:v>
                </c:pt>
                <c:pt idx="46109">
                  <c:v>25.48</c:v>
                </c:pt>
                <c:pt idx="46110">
                  <c:v>44.37</c:v>
                </c:pt>
                <c:pt idx="46111">
                  <c:v>79.75</c:v>
                </c:pt>
                <c:pt idx="46112">
                  <c:v>26.48</c:v>
                </c:pt>
                <c:pt idx="46113">
                  <c:v>50.97</c:v>
                </c:pt>
                <c:pt idx="46114">
                  <c:v>50.97</c:v>
                </c:pt>
                <c:pt idx="46115">
                  <c:v>50.97</c:v>
                </c:pt>
                <c:pt idx="46116">
                  <c:v>50.97</c:v>
                </c:pt>
                <c:pt idx="46117">
                  <c:v>38.229999999999997</c:v>
                </c:pt>
                <c:pt idx="46118">
                  <c:v>50.97</c:v>
                </c:pt>
                <c:pt idx="46119">
                  <c:v>50.98</c:v>
                </c:pt>
                <c:pt idx="46120">
                  <c:v>50.98</c:v>
                </c:pt>
                <c:pt idx="46121">
                  <c:v>14.49</c:v>
                </c:pt>
                <c:pt idx="46122">
                  <c:v>15.24</c:v>
                </c:pt>
                <c:pt idx="46123">
                  <c:v>238.72</c:v>
                </c:pt>
                <c:pt idx="46124">
                  <c:v>179.94</c:v>
                </c:pt>
                <c:pt idx="46125">
                  <c:v>119.96</c:v>
                </c:pt>
                <c:pt idx="46126">
                  <c:v>269.88</c:v>
                </c:pt>
                <c:pt idx="46127">
                  <c:v>324.49</c:v>
                </c:pt>
                <c:pt idx="46128">
                  <c:v>86.37</c:v>
                </c:pt>
                <c:pt idx="46129">
                  <c:v>114.58</c:v>
                </c:pt>
                <c:pt idx="46130">
                  <c:v>119.96</c:v>
                </c:pt>
                <c:pt idx="46131">
                  <c:v>119.96</c:v>
                </c:pt>
                <c:pt idx="46132">
                  <c:v>299.89999999999998</c:v>
                </c:pt>
                <c:pt idx="46133">
                  <c:v>50.97</c:v>
                </c:pt>
                <c:pt idx="46134">
                  <c:v>50.97</c:v>
                </c:pt>
                <c:pt idx="46135">
                  <c:v>50.97</c:v>
                </c:pt>
                <c:pt idx="46136">
                  <c:v>38.229999999999997</c:v>
                </c:pt>
                <c:pt idx="46137">
                  <c:v>50.97</c:v>
                </c:pt>
                <c:pt idx="46138">
                  <c:v>50.97</c:v>
                </c:pt>
                <c:pt idx="46139">
                  <c:v>50.97</c:v>
                </c:pt>
                <c:pt idx="46140">
                  <c:v>68.930000000000007</c:v>
                </c:pt>
                <c:pt idx="46141">
                  <c:v>153.19999999999999</c:v>
                </c:pt>
                <c:pt idx="46142">
                  <c:v>182.65</c:v>
                </c:pt>
                <c:pt idx="46143">
                  <c:v>183.84</c:v>
                </c:pt>
                <c:pt idx="46144">
                  <c:v>107.65</c:v>
                </c:pt>
                <c:pt idx="46145">
                  <c:v>215.31</c:v>
                </c:pt>
                <c:pt idx="46146">
                  <c:v>121.21</c:v>
                </c:pt>
                <c:pt idx="46147">
                  <c:v>243.13</c:v>
                </c:pt>
                <c:pt idx="46148">
                  <c:v>114.27</c:v>
                </c:pt>
                <c:pt idx="46149">
                  <c:v>100.38</c:v>
                </c:pt>
                <c:pt idx="46150">
                  <c:v>81.89</c:v>
                </c:pt>
                <c:pt idx="46151">
                  <c:v>192.33</c:v>
                </c:pt>
                <c:pt idx="46152">
                  <c:v>50.96</c:v>
                </c:pt>
                <c:pt idx="46153">
                  <c:v>38.21</c:v>
                </c:pt>
                <c:pt idx="46154">
                  <c:v>50.96</c:v>
                </c:pt>
                <c:pt idx="46155">
                  <c:v>50.95</c:v>
                </c:pt>
                <c:pt idx="46156">
                  <c:v>39.090000000000003</c:v>
                </c:pt>
                <c:pt idx="46157">
                  <c:v>50.94</c:v>
                </c:pt>
                <c:pt idx="46158">
                  <c:v>39.08</c:v>
                </c:pt>
                <c:pt idx="46159">
                  <c:v>144.47999999999999</c:v>
                </c:pt>
                <c:pt idx="46160">
                  <c:v>131.97999999999999</c:v>
                </c:pt>
                <c:pt idx="46161">
                  <c:v>169.98</c:v>
                </c:pt>
                <c:pt idx="46162">
                  <c:v>122.97</c:v>
                </c:pt>
                <c:pt idx="46163">
                  <c:v>169.98</c:v>
                </c:pt>
                <c:pt idx="46164">
                  <c:v>169.98</c:v>
                </c:pt>
                <c:pt idx="46165">
                  <c:v>169.98</c:v>
                </c:pt>
                <c:pt idx="46166">
                  <c:v>131.97999999999999</c:v>
                </c:pt>
                <c:pt idx="46167">
                  <c:v>169.98</c:v>
                </c:pt>
                <c:pt idx="46168">
                  <c:v>121.98</c:v>
                </c:pt>
                <c:pt idx="46169">
                  <c:v>169.98</c:v>
                </c:pt>
                <c:pt idx="46170">
                  <c:v>50.93</c:v>
                </c:pt>
                <c:pt idx="46171">
                  <c:v>50.93</c:v>
                </c:pt>
                <c:pt idx="46172">
                  <c:v>51.76</c:v>
                </c:pt>
                <c:pt idx="46173">
                  <c:v>51.76</c:v>
                </c:pt>
                <c:pt idx="46174">
                  <c:v>51.76</c:v>
                </c:pt>
                <c:pt idx="46175">
                  <c:v>52.18</c:v>
                </c:pt>
                <c:pt idx="46176">
                  <c:v>91.98</c:v>
                </c:pt>
                <c:pt idx="46177">
                  <c:v>183.96</c:v>
                </c:pt>
                <c:pt idx="46178">
                  <c:v>229.95</c:v>
                </c:pt>
                <c:pt idx="46179">
                  <c:v>229.95</c:v>
                </c:pt>
                <c:pt idx="46180">
                  <c:v>93.98</c:v>
                </c:pt>
                <c:pt idx="46181">
                  <c:v>93.47</c:v>
                </c:pt>
                <c:pt idx="46182">
                  <c:v>183.96</c:v>
                </c:pt>
                <c:pt idx="46183">
                  <c:v>181.76</c:v>
                </c:pt>
                <c:pt idx="46184">
                  <c:v>217.35</c:v>
                </c:pt>
                <c:pt idx="46185">
                  <c:v>137.97</c:v>
                </c:pt>
                <c:pt idx="46186">
                  <c:v>50.82</c:v>
                </c:pt>
                <c:pt idx="46187">
                  <c:v>41.7</c:v>
                </c:pt>
                <c:pt idx="46188">
                  <c:v>51.98</c:v>
                </c:pt>
                <c:pt idx="46189">
                  <c:v>47.67</c:v>
                </c:pt>
                <c:pt idx="46190">
                  <c:v>47.67</c:v>
                </c:pt>
                <c:pt idx="46191">
                  <c:v>51.98</c:v>
                </c:pt>
                <c:pt idx="46192">
                  <c:v>51.97</c:v>
                </c:pt>
                <c:pt idx="46193">
                  <c:v>99.96</c:v>
                </c:pt>
                <c:pt idx="46194">
                  <c:v>99.96</c:v>
                </c:pt>
                <c:pt idx="46195">
                  <c:v>363.87</c:v>
                </c:pt>
                <c:pt idx="46196">
                  <c:v>71.98</c:v>
                </c:pt>
                <c:pt idx="46197">
                  <c:v>129.9</c:v>
                </c:pt>
                <c:pt idx="46198">
                  <c:v>254.97</c:v>
                </c:pt>
                <c:pt idx="46199">
                  <c:v>339.96</c:v>
                </c:pt>
                <c:pt idx="46200">
                  <c:v>254.97</c:v>
                </c:pt>
                <c:pt idx="46201">
                  <c:v>169.98</c:v>
                </c:pt>
                <c:pt idx="46202">
                  <c:v>84.99</c:v>
                </c:pt>
                <c:pt idx="46203">
                  <c:v>51.96</c:v>
                </c:pt>
                <c:pt idx="46204">
                  <c:v>51.96</c:v>
                </c:pt>
                <c:pt idx="46205">
                  <c:v>51.48</c:v>
                </c:pt>
                <c:pt idx="46206">
                  <c:v>51.48</c:v>
                </c:pt>
                <c:pt idx="46207">
                  <c:v>50.98</c:v>
                </c:pt>
                <c:pt idx="46208">
                  <c:v>50.98</c:v>
                </c:pt>
                <c:pt idx="46209">
                  <c:v>50.98</c:v>
                </c:pt>
                <c:pt idx="46210">
                  <c:v>50.97</c:v>
                </c:pt>
                <c:pt idx="46211">
                  <c:v>50.45</c:v>
                </c:pt>
                <c:pt idx="46212">
                  <c:v>79.989999999999995</c:v>
                </c:pt>
                <c:pt idx="46213">
                  <c:v>79.989999999999995</c:v>
                </c:pt>
                <c:pt idx="46214">
                  <c:v>84.99</c:v>
                </c:pt>
                <c:pt idx="46215">
                  <c:v>79.989999999999995</c:v>
                </c:pt>
                <c:pt idx="46216">
                  <c:v>84.99</c:v>
                </c:pt>
                <c:pt idx="46217">
                  <c:v>79.989999999999995</c:v>
                </c:pt>
                <c:pt idx="46218">
                  <c:v>79.989999999999995</c:v>
                </c:pt>
                <c:pt idx="46219">
                  <c:v>72.34</c:v>
                </c:pt>
                <c:pt idx="46220">
                  <c:v>84.99</c:v>
                </c:pt>
                <c:pt idx="46221">
                  <c:v>84.99</c:v>
                </c:pt>
                <c:pt idx="46222">
                  <c:v>84.99</c:v>
                </c:pt>
                <c:pt idx="46223">
                  <c:v>79.989999999999995</c:v>
                </c:pt>
                <c:pt idx="46224">
                  <c:v>84.99</c:v>
                </c:pt>
                <c:pt idx="46225">
                  <c:v>70.39</c:v>
                </c:pt>
                <c:pt idx="46226">
                  <c:v>79.989999999999995</c:v>
                </c:pt>
                <c:pt idx="46227">
                  <c:v>84.99</c:v>
                </c:pt>
                <c:pt idx="46228">
                  <c:v>79.989999999999995</c:v>
                </c:pt>
                <c:pt idx="46229">
                  <c:v>84.99</c:v>
                </c:pt>
                <c:pt idx="46230">
                  <c:v>84.99</c:v>
                </c:pt>
                <c:pt idx="46231">
                  <c:v>79.989999999999995</c:v>
                </c:pt>
                <c:pt idx="46232">
                  <c:v>50.42</c:v>
                </c:pt>
                <c:pt idx="46233">
                  <c:v>50.38</c:v>
                </c:pt>
                <c:pt idx="46234">
                  <c:v>51.27</c:v>
                </c:pt>
                <c:pt idx="46235">
                  <c:v>51.27</c:v>
                </c:pt>
                <c:pt idx="46236">
                  <c:v>51.27</c:v>
                </c:pt>
                <c:pt idx="46237">
                  <c:v>50.37</c:v>
                </c:pt>
                <c:pt idx="46238">
                  <c:v>99.98</c:v>
                </c:pt>
                <c:pt idx="46239">
                  <c:v>99.98</c:v>
                </c:pt>
                <c:pt idx="46240">
                  <c:v>99.98</c:v>
                </c:pt>
                <c:pt idx="46241">
                  <c:v>37.28</c:v>
                </c:pt>
                <c:pt idx="46242">
                  <c:v>99.98</c:v>
                </c:pt>
                <c:pt idx="46243">
                  <c:v>99.98</c:v>
                </c:pt>
                <c:pt idx="46244">
                  <c:v>99.98</c:v>
                </c:pt>
                <c:pt idx="46245">
                  <c:v>89.98</c:v>
                </c:pt>
                <c:pt idx="46246">
                  <c:v>149.97</c:v>
                </c:pt>
                <c:pt idx="46247">
                  <c:v>99.98</c:v>
                </c:pt>
                <c:pt idx="46248">
                  <c:v>117.97</c:v>
                </c:pt>
                <c:pt idx="46249">
                  <c:v>99.98</c:v>
                </c:pt>
                <c:pt idx="46250">
                  <c:v>99.98</c:v>
                </c:pt>
                <c:pt idx="46251">
                  <c:v>199.96</c:v>
                </c:pt>
                <c:pt idx="46252">
                  <c:v>99.98</c:v>
                </c:pt>
                <c:pt idx="46253">
                  <c:v>50.38</c:v>
                </c:pt>
                <c:pt idx="46254">
                  <c:v>51.26</c:v>
                </c:pt>
                <c:pt idx="46255">
                  <c:v>50.38</c:v>
                </c:pt>
                <c:pt idx="46256">
                  <c:v>50.38</c:v>
                </c:pt>
                <c:pt idx="46257">
                  <c:v>50.37</c:v>
                </c:pt>
                <c:pt idx="46258">
                  <c:v>50.36</c:v>
                </c:pt>
                <c:pt idx="46259">
                  <c:v>50.36</c:v>
                </c:pt>
                <c:pt idx="46260">
                  <c:v>99.98</c:v>
                </c:pt>
                <c:pt idx="46261">
                  <c:v>170.97</c:v>
                </c:pt>
                <c:pt idx="46262">
                  <c:v>91.26</c:v>
                </c:pt>
                <c:pt idx="46263">
                  <c:v>100.98</c:v>
                </c:pt>
                <c:pt idx="46264">
                  <c:v>50.34</c:v>
                </c:pt>
                <c:pt idx="46265">
                  <c:v>50.31</c:v>
                </c:pt>
                <c:pt idx="46266">
                  <c:v>55.51</c:v>
                </c:pt>
                <c:pt idx="46267">
                  <c:v>69.989999999999995</c:v>
                </c:pt>
                <c:pt idx="46268">
                  <c:v>99.98</c:v>
                </c:pt>
                <c:pt idx="46269">
                  <c:v>87.98</c:v>
                </c:pt>
                <c:pt idx="46270">
                  <c:v>99.98</c:v>
                </c:pt>
                <c:pt idx="46271">
                  <c:v>99.98</c:v>
                </c:pt>
                <c:pt idx="46272">
                  <c:v>69.989999999999995</c:v>
                </c:pt>
                <c:pt idx="46273">
                  <c:v>99.98</c:v>
                </c:pt>
                <c:pt idx="46274">
                  <c:v>149.97</c:v>
                </c:pt>
                <c:pt idx="46275">
                  <c:v>99.98</c:v>
                </c:pt>
                <c:pt idx="46276">
                  <c:v>45.96</c:v>
                </c:pt>
                <c:pt idx="46277">
                  <c:v>45.96</c:v>
                </c:pt>
                <c:pt idx="46278">
                  <c:v>55.49</c:v>
                </c:pt>
                <c:pt idx="46279">
                  <c:v>54.99</c:v>
                </c:pt>
                <c:pt idx="46280">
                  <c:v>169.98</c:v>
                </c:pt>
                <c:pt idx="46281">
                  <c:v>137.97999999999999</c:v>
                </c:pt>
                <c:pt idx="46282">
                  <c:v>131.97999999999999</c:v>
                </c:pt>
                <c:pt idx="46283">
                  <c:v>79.98</c:v>
                </c:pt>
                <c:pt idx="46284">
                  <c:v>79.98</c:v>
                </c:pt>
                <c:pt idx="46285">
                  <c:v>59.98</c:v>
                </c:pt>
                <c:pt idx="46286">
                  <c:v>79.98</c:v>
                </c:pt>
                <c:pt idx="46287">
                  <c:v>69.98</c:v>
                </c:pt>
                <c:pt idx="46288">
                  <c:v>79.98</c:v>
                </c:pt>
                <c:pt idx="46289">
                  <c:v>64.98</c:v>
                </c:pt>
                <c:pt idx="46290">
                  <c:v>79.98</c:v>
                </c:pt>
                <c:pt idx="46291">
                  <c:v>99.98</c:v>
                </c:pt>
                <c:pt idx="46292">
                  <c:v>98.97</c:v>
                </c:pt>
                <c:pt idx="46293">
                  <c:v>169.98</c:v>
                </c:pt>
                <c:pt idx="46294">
                  <c:v>169.98</c:v>
                </c:pt>
                <c:pt idx="46295">
                  <c:v>54.99</c:v>
                </c:pt>
                <c:pt idx="46296">
                  <c:v>54.99</c:v>
                </c:pt>
                <c:pt idx="46297">
                  <c:v>54.99</c:v>
                </c:pt>
                <c:pt idx="46298">
                  <c:v>54.99</c:v>
                </c:pt>
                <c:pt idx="46299">
                  <c:v>54.99</c:v>
                </c:pt>
                <c:pt idx="46300">
                  <c:v>54.99</c:v>
                </c:pt>
                <c:pt idx="46301">
                  <c:v>54.99</c:v>
                </c:pt>
                <c:pt idx="46302">
                  <c:v>54.99</c:v>
                </c:pt>
                <c:pt idx="46303">
                  <c:v>54.98</c:v>
                </c:pt>
                <c:pt idx="46304">
                  <c:v>45.49</c:v>
                </c:pt>
                <c:pt idx="46305">
                  <c:v>54.99</c:v>
                </c:pt>
                <c:pt idx="46306">
                  <c:v>74.98</c:v>
                </c:pt>
                <c:pt idx="46307">
                  <c:v>109.98</c:v>
                </c:pt>
                <c:pt idx="46308">
                  <c:v>73.599999999999994</c:v>
                </c:pt>
                <c:pt idx="46309">
                  <c:v>126.22</c:v>
                </c:pt>
                <c:pt idx="46310">
                  <c:v>84.99</c:v>
                </c:pt>
                <c:pt idx="46311">
                  <c:v>54.99</c:v>
                </c:pt>
                <c:pt idx="46312">
                  <c:v>74.98</c:v>
                </c:pt>
                <c:pt idx="46313">
                  <c:v>16.489999999999998</c:v>
                </c:pt>
                <c:pt idx="46314">
                  <c:v>107.28</c:v>
                </c:pt>
                <c:pt idx="46315">
                  <c:v>67.89</c:v>
                </c:pt>
                <c:pt idx="46316">
                  <c:v>54.24</c:v>
                </c:pt>
                <c:pt idx="46317">
                  <c:v>84.99</c:v>
                </c:pt>
                <c:pt idx="46318">
                  <c:v>69.98</c:v>
                </c:pt>
                <c:pt idx="46319">
                  <c:v>139.97999999999999</c:v>
                </c:pt>
                <c:pt idx="46320">
                  <c:v>93.48</c:v>
                </c:pt>
                <c:pt idx="46321">
                  <c:v>68.989999999999995</c:v>
                </c:pt>
                <c:pt idx="46322">
                  <c:v>54.99</c:v>
                </c:pt>
                <c:pt idx="46323">
                  <c:v>79.98</c:v>
                </c:pt>
                <c:pt idx="46324">
                  <c:v>63.43</c:v>
                </c:pt>
                <c:pt idx="46325">
                  <c:v>53.69</c:v>
                </c:pt>
                <c:pt idx="46326">
                  <c:v>54.99</c:v>
                </c:pt>
                <c:pt idx="46327">
                  <c:v>54.98</c:v>
                </c:pt>
                <c:pt idx="46328">
                  <c:v>54.98</c:v>
                </c:pt>
                <c:pt idx="46329">
                  <c:v>54.98</c:v>
                </c:pt>
                <c:pt idx="46330">
                  <c:v>54.98</c:v>
                </c:pt>
                <c:pt idx="46331">
                  <c:v>54.98</c:v>
                </c:pt>
                <c:pt idx="46332">
                  <c:v>52.98</c:v>
                </c:pt>
                <c:pt idx="46333">
                  <c:v>-52.98</c:v>
                </c:pt>
                <c:pt idx="46334">
                  <c:v>54.98</c:v>
                </c:pt>
                <c:pt idx="46335">
                  <c:v>45.47</c:v>
                </c:pt>
                <c:pt idx="46336">
                  <c:v>54.96</c:v>
                </c:pt>
                <c:pt idx="46337">
                  <c:v>45.47</c:v>
                </c:pt>
                <c:pt idx="46338">
                  <c:v>192.15</c:v>
                </c:pt>
                <c:pt idx="46339">
                  <c:v>149.97</c:v>
                </c:pt>
                <c:pt idx="46340">
                  <c:v>299.94</c:v>
                </c:pt>
                <c:pt idx="46341">
                  <c:v>131.97999999999999</c:v>
                </c:pt>
                <c:pt idx="46342">
                  <c:v>128.02000000000001</c:v>
                </c:pt>
                <c:pt idx="46343">
                  <c:v>131.97999999999999</c:v>
                </c:pt>
                <c:pt idx="46344">
                  <c:v>130.66</c:v>
                </c:pt>
                <c:pt idx="46345">
                  <c:v>121.98</c:v>
                </c:pt>
                <c:pt idx="46346">
                  <c:v>197.97</c:v>
                </c:pt>
                <c:pt idx="46347">
                  <c:v>54.95</c:v>
                </c:pt>
                <c:pt idx="46348">
                  <c:v>54.95</c:v>
                </c:pt>
                <c:pt idx="46349">
                  <c:v>41.67</c:v>
                </c:pt>
                <c:pt idx="46350">
                  <c:v>50.98</c:v>
                </c:pt>
                <c:pt idx="46351">
                  <c:v>50.98</c:v>
                </c:pt>
                <c:pt idx="46352">
                  <c:v>95.97</c:v>
                </c:pt>
                <c:pt idx="46353">
                  <c:v>99.98</c:v>
                </c:pt>
                <c:pt idx="46354">
                  <c:v>119.97</c:v>
                </c:pt>
                <c:pt idx="46355">
                  <c:v>79.98</c:v>
                </c:pt>
                <c:pt idx="46356">
                  <c:v>99.98</c:v>
                </c:pt>
                <c:pt idx="46357">
                  <c:v>99.98</c:v>
                </c:pt>
                <c:pt idx="46358">
                  <c:v>99.98</c:v>
                </c:pt>
                <c:pt idx="46359">
                  <c:v>65.98</c:v>
                </c:pt>
                <c:pt idx="46360">
                  <c:v>84.98</c:v>
                </c:pt>
                <c:pt idx="46361">
                  <c:v>99.98</c:v>
                </c:pt>
                <c:pt idx="46362">
                  <c:v>64.98</c:v>
                </c:pt>
                <c:pt idx="46363">
                  <c:v>80.58</c:v>
                </c:pt>
                <c:pt idx="46364">
                  <c:v>99.98</c:v>
                </c:pt>
                <c:pt idx="46365">
                  <c:v>79.98</c:v>
                </c:pt>
                <c:pt idx="46366">
                  <c:v>99.98</c:v>
                </c:pt>
                <c:pt idx="46367">
                  <c:v>99.98</c:v>
                </c:pt>
                <c:pt idx="46368">
                  <c:v>65.98</c:v>
                </c:pt>
                <c:pt idx="46369">
                  <c:v>50.98</c:v>
                </c:pt>
                <c:pt idx="46370">
                  <c:v>50.98</c:v>
                </c:pt>
                <c:pt idx="46371">
                  <c:v>50.98</c:v>
                </c:pt>
                <c:pt idx="46372">
                  <c:v>50.98</c:v>
                </c:pt>
                <c:pt idx="46373">
                  <c:v>50.98</c:v>
                </c:pt>
                <c:pt idx="46374">
                  <c:v>50.98</c:v>
                </c:pt>
                <c:pt idx="46375">
                  <c:v>50.98</c:v>
                </c:pt>
                <c:pt idx="46376">
                  <c:v>310.91000000000003</c:v>
                </c:pt>
                <c:pt idx="46377">
                  <c:v>256.47000000000003</c:v>
                </c:pt>
                <c:pt idx="46378">
                  <c:v>225.01</c:v>
                </c:pt>
                <c:pt idx="46379">
                  <c:v>50.98</c:v>
                </c:pt>
                <c:pt idx="46380">
                  <c:v>50.97</c:v>
                </c:pt>
                <c:pt idx="46381">
                  <c:v>50.97</c:v>
                </c:pt>
                <c:pt idx="46382">
                  <c:v>50.97</c:v>
                </c:pt>
                <c:pt idx="46383">
                  <c:v>79.959999999999994</c:v>
                </c:pt>
                <c:pt idx="46384">
                  <c:v>169.98</c:v>
                </c:pt>
                <c:pt idx="46385">
                  <c:v>169.98</c:v>
                </c:pt>
                <c:pt idx="46386">
                  <c:v>88.97</c:v>
                </c:pt>
                <c:pt idx="46387">
                  <c:v>109.96</c:v>
                </c:pt>
                <c:pt idx="46388">
                  <c:v>20.84</c:v>
                </c:pt>
                <c:pt idx="46389">
                  <c:v>84.27</c:v>
                </c:pt>
                <c:pt idx="46390">
                  <c:v>130.28</c:v>
                </c:pt>
                <c:pt idx="46391">
                  <c:v>84.99</c:v>
                </c:pt>
                <c:pt idx="46392">
                  <c:v>50.97</c:v>
                </c:pt>
                <c:pt idx="46393">
                  <c:v>50.97</c:v>
                </c:pt>
                <c:pt idx="46394">
                  <c:v>50.97</c:v>
                </c:pt>
                <c:pt idx="46395">
                  <c:v>58.98</c:v>
                </c:pt>
                <c:pt idx="46396">
                  <c:v>69.95</c:v>
                </c:pt>
                <c:pt idx="46397">
                  <c:v>41.97</c:v>
                </c:pt>
                <c:pt idx="46398">
                  <c:v>55.96</c:v>
                </c:pt>
                <c:pt idx="46399">
                  <c:v>29.98</c:v>
                </c:pt>
                <c:pt idx="46400">
                  <c:v>69.95</c:v>
                </c:pt>
                <c:pt idx="46401">
                  <c:v>69.95</c:v>
                </c:pt>
                <c:pt idx="46402">
                  <c:v>54.77</c:v>
                </c:pt>
                <c:pt idx="46403">
                  <c:v>55.96</c:v>
                </c:pt>
                <c:pt idx="46404">
                  <c:v>55.96</c:v>
                </c:pt>
                <c:pt idx="46405">
                  <c:v>69.95</c:v>
                </c:pt>
                <c:pt idx="46406">
                  <c:v>6.11</c:v>
                </c:pt>
                <c:pt idx="46407">
                  <c:v>104.18</c:v>
                </c:pt>
                <c:pt idx="46408">
                  <c:v>103.97</c:v>
                </c:pt>
                <c:pt idx="46409">
                  <c:v>69.95</c:v>
                </c:pt>
                <c:pt idx="46410">
                  <c:v>59.96</c:v>
                </c:pt>
                <c:pt idx="46411">
                  <c:v>71.94</c:v>
                </c:pt>
                <c:pt idx="46412">
                  <c:v>50.46</c:v>
                </c:pt>
                <c:pt idx="46413">
                  <c:v>50.97</c:v>
                </c:pt>
                <c:pt idx="46414">
                  <c:v>50.97</c:v>
                </c:pt>
                <c:pt idx="46415">
                  <c:v>50.97</c:v>
                </c:pt>
                <c:pt idx="46416">
                  <c:v>19.940000000000001</c:v>
                </c:pt>
                <c:pt idx="46417">
                  <c:v>9.2899999999999991</c:v>
                </c:pt>
                <c:pt idx="46418">
                  <c:v>50.96</c:v>
                </c:pt>
                <c:pt idx="46419">
                  <c:v>50.95</c:v>
                </c:pt>
                <c:pt idx="46420">
                  <c:v>67.97</c:v>
                </c:pt>
                <c:pt idx="46421">
                  <c:v>162.96</c:v>
                </c:pt>
                <c:pt idx="46422">
                  <c:v>50.94</c:v>
                </c:pt>
                <c:pt idx="46423">
                  <c:v>50.93</c:v>
                </c:pt>
                <c:pt idx="46424">
                  <c:v>26.58</c:v>
                </c:pt>
                <c:pt idx="46425">
                  <c:v>49.99</c:v>
                </c:pt>
                <c:pt idx="46426">
                  <c:v>79.989999999999995</c:v>
                </c:pt>
                <c:pt idx="46427">
                  <c:v>108.97</c:v>
                </c:pt>
                <c:pt idx="46428">
                  <c:v>79.989999999999995</c:v>
                </c:pt>
                <c:pt idx="46429">
                  <c:v>79.989999999999995</c:v>
                </c:pt>
                <c:pt idx="46430">
                  <c:v>79.989999999999995</c:v>
                </c:pt>
                <c:pt idx="46431">
                  <c:v>79.989999999999995</c:v>
                </c:pt>
                <c:pt idx="46432">
                  <c:v>79.989999999999995</c:v>
                </c:pt>
                <c:pt idx="46433">
                  <c:v>105.97</c:v>
                </c:pt>
                <c:pt idx="46434">
                  <c:v>64.48</c:v>
                </c:pt>
                <c:pt idx="46435">
                  <c:v>79.989999999999995</c:v>
                </c:pt>
                <c:pt idx="46436">
                  <c:v>86.88</c:v>
                </c:pt>
                <c:pt idx="46437">
                  <c:v>83.24</c:v>
                </c:pt>
                <c:pt idx="46438">
                  <c:v>79.989999999999995</c:v>
                </c:pt>
                <c:pt idx="46439">
                  <c:v>60.99</c:v>
                </c:pt>
                <c:pt idx="46440">
                  <c:v>93.98</c:v>
                </c:pt>
                <c:pt idx="46441">
                  <c:v>79.989999999999995</c:v>
                </c:pt>
                <c:pt idx="46442">
                  <c:v>89.98</c:v>
                </c:pt>
                <c:pt idx="46443">
                  <c:v>79.989999999999995</c:v>
                </c:pt>
                <c:pt idx="46444">
                  <c:v>121.98</c:v>
                </c:pt>
                <c:pt idx="46445">
                  <c:v>77.45</c:v>
                </c:pt>
                <c:pt idx="46446">
                  <c:v>79.989999999999995</c:v>
                </c:pt>
                <c:pt idx="46447">
                  <c:v>37.24</c:v>
                </c:pt>
                <c:pt idx="46448">
                  <c:v>41.49</c:v>
                </c:pt>
                <c:pt idx="46449">
                  <c:v>41.49</c:v>
                </c:pt>
                <c:pt idx="46450">
                  <c:v>41.49</c:v>
                </c:pt>
                <c:pt idx="46451">
                  <c:v>41.49</c:v>
                </c:pt>
                <c:pt idx="46452">
                  <c:v>131.97999999999999</c:v>
                </c:pt>
                <c:pt idx="46453">
                  <c:v>131.97999999999999</c:v>
                </c:pt>
                <c:pt idx="46454">
                  <c:v>131.97999999999999</c:v>
                </c:pt>
                <c:pt idx="46455">
                  <c:v>126.21</c:v>
                </c:pt>
                <c:pt idx="46456">
                  <c:v>180.95</c:v>
                </c:pt>
                <c:pt idx="46457">
                  <c:v>41.48</c:v>
                </c:pt>
                <c:pt idx="46458">
                  <c:v>41.49</c:v>
                </c:pt>
                <c:pt idx="46459">
                  <c:v>41.49</c:v>
                </c:pt>
                <c:pt idx="46460">
                  <c:v>41.49</c:v>
                </c:pt>
                <c:pt idx="46461">
                  <c:v>41.49</c:v>
                </c:pt>
                <c:pt idx="46462">
                  <c:v>37.24</c:v>
                </c:pt>
                <c:pt idx="46463">
                  <c:v>37.24</c:v>
                </c:pt>
                <c:pt idx="46464">
                  <c:v>159.96</c:v>
                </c:pt>
                <c:pt idx="46465">
                  <c:v>229.94</c:v>
                </c:pt>
                <c:pt idx="46466">
                  <c:v>75.28</c:v>
                </c:pt>
                <c:pt idx="46467">
                  <c:v>31.48</c:v>
                </c:pt>
                <c:pt idx="46468">
                  <c:v>64.98</c:v>
                </c:pt>
                <c:pt idx="46469">
                  <c:v>94.97</c:v>
                </c:pt>
                <c:pt idx="46470">
                  <c:v>129.96</c:v>
                </c:pt>
                <c:pt idx="46471">
                  <c:v>199.96</c:v>
                </c:pt>
                <c:pt idx="46472">
                  <c:v>277.94</c:v>
                </c:pt>
                <c:pt idx="46473">
                  <c:v>279.92</c:v>
                </c:pt>
                <c:pt idx="46474">
                  <c:v>33.479999999999997</c:v>
                </c:pt>
                <c:pt idx="46475">
                  <c:v>37.24</c:v>
                </c:pt>
                <c:pt idx="46476">
                  <c:v>41.49</c:v>
                </c:pt>
                <c:pt idx="46477">
                  <c:v>41.48</c:v>
                </c:pt>
                <c:pt idx="46478">
                  <c:v>41.48</c:v>
                </c:pt>
                <c:pt idx="46479">
                  <c:v>41.49</c:v>
                </c:pt>
                <c:pt idx="46480">
                  <c:v>41.48</c:v>
                </c:pt>
                <c:pt idx="46481">
                  <c:v>41.49</c:v>
                </c:pt>
                <c:pt idx="46482">
                  <c:v>41.49</c:v>
                </c:pt>
                <c:pt idx="46483">
                  <c:v>41.49</c:v>
                </c:pt>
                <c:pt idx="46484">
                  <c:v>37.24</c:v>
                </c:pt>
                <c:pt idx="46485">
                  <c:v>169.98</c:v>
                </c:pt>
                <c:pt idx="46486">
                  <c:v>72.239999999999995</c:v>
                </c:pt>
                <c:pt idx="46487">
                  <c:v>84.99</c:v>
                </c:pt>
                <c:pt idx="46488">
                  <c:v>84.99</c:v>
                </c:pt>
                <c:pt idx="46489">
                  <c:v>87.96</c:v>
                </c:pt>
                <c:pt idx="46490">
                  <c:v>129.96</c:v>
                </c:pt>
                <c:pt idx="46491">
                  <c:v>76.489999999999995</c:v>
                </c:pt>
                <c:pt idx="46492">
                  <c:v>81.95</c:v>
                </c:pt>
                <c:pt idx="46493">
                  <c:v>121.98</c:v>
                </c:pt>
                <c:pt idx="46494">
                  <c:v>104.98</c:v>
                </c:pt>
                <c:pt idx="46495">
                  <c:v>41.49</c:v>
                </c:pt>
                <c:pt idx="46496">
                  <c:v>41.49</c:v>
                </c:pt>
                <c:pt idx="46497">
                  <c:v>16.489999999999998</c:v>
                </c:pt>
                <c:pt idx="46498">
                  <c:v>16.489999999999998</c:v>
                </c:pt>
                <c:pt idx="46499">
                  <c:v>41.48</c:v>
                </c:pt>
                <c:pt idx="46500">
                  <c:v>50.85</c:v>
                </c:pt>
                <c:pt idx="46501">
                  <c:v>41.48</c:v>
                </c:pt>
                <c:pt idx="46502">
                  <c:v>16.489999999999998</c:v>
                </c:pt>
                <c:pt idx="46503">
                  <c:v>16.489999999999998</c:v>
                </c:pt>
                <c:pt idx="46504">
                  <c:v>50.37</c:v>
                </c:pt>
                <c:pt idx="46505">
                  <c:v>131.97999999999999</c:v>
                </c:pt>
                <c:pt idx="46506">
                  <c:v>131.97999999999999</c:v>
                </c:pt>
                <c:pt idx="46507">
                  <c:v>131.97999999999999</c:v>
                </c:pt>
                <c:pt idx="46508">
                  <c:v>197.97</c:v>
                </c:pt>
                <c:pt idx="46509">
                  <c:v>131.97999999999999</c:v>
                </c:pt>
                <c:pt idx="46510">
                  <c:v>197.97</c:v>
                </c:pt>
                <c:pt idx="46511">
                  <c:v>42.07</c:v>
                </c:pt>
                <c:pt idx="46512">
                  <c:v>50.64</c:v>
                </c:pt>
                <c:pt idx="46513">
                  <c:v>16.489999999999998</c:v>
                </c:pt>
                <c:pt idx="46514">
                  <c:v>16.489999999999998</c:v>
                </c:pt>
                <c:pt idx="46515">
                  <c:v>37.229999999999997</c:v>
                </c:pt>
                <c:pt idx="46516">
                  <c:v>41.49</c:v>
                </c:pt>
                <c:pt idx="46517">
                  <c:v>41.49</c:v>
                </c:pt>
                <c:pt idx="46518">
                  <c:v>115.98</c:v>
                </c:pt>
                <c:pt idx="46519">
                  <c:v>122.08</c:v>
                </c:pt>
                <c:pt idx="46520">
                  <c:v>131.97999999999999</c:v>
                </c:pt>
                <c:pt idx="46521">
                  <c:v>65.989999999999995</c:v>
                </c:pt>
                <c:pt idx="46522">
                  <c:v>199.47</c:v>
                </c:pt>
                <c:pt idx="46523">
                  <c:v>133.47999999999999</c:v>
                </c:pt>
                <c:pt idx="46524">
                  <c:v>41.79</c:v>
                </c:pt>
                <c:pt idx="46525">
                  <c:v>41.79</c:v>
                </c:pt>
                <c:pt idx="46526">
                  <c:v>41.79</c:v>
                </c:pt>
                <c:pt idx="46527">
                  <c:v>41.79</c:v>
                </c:pt>
                <c:pt idx="46528">
                  <c:v>50.47</c:v>
                </c:pt>
                <c:pt idx="46529">
                  <c:v>50.47</c:v>
                </c:pt>
                <c:pt idx="46530">
                  <c:v>50.46</c:v>
                </c:pt>
                <c:pt idx="46531">
                  <c:v>86.07</c:v>
                </c:pt>
                <c:pt idx="46532">
                  <c:v>169.98</c:v>
                </c:pt>
                <c:pt idx="46533">
                  <c:v>158.37</c:v>
                </c:pt>
                <c:pt idx="46534">
                  <c:v>173.97</c:v>
                </c:pt>
                <c:pt idx="46535">
                  <c:v>137.97999999999999</c:v>
                </c:pt>
                <c:pt idx="46536">
                  <c:v>114.93</c:v>
                </c:pt>
                <c:pt idx="46537">
                  <c:v>131.97999999999999</c:v>
                </c:pt>
                <c:pt idx="46538">
                  <c:v>183.97</c:v>
                </c:pt>
                <c:pt idx="46539">
                  <c:v>131.97999999999999</c:v>
                </c:pt>
                <c:pt idx="46540">
                  <c:v>118.78</c:v>
                </c:pt>
                <c:pt idx="46541">
                  <c:v>50.38</c:v>
                </c:pt>
                <c:pt idx="46542">
                  <c:v>50.37</c:v>
                </c:pt>
                <c:pt idx="46543">
                  <c:v>50.37</c:v>
                </c:pt>
                <c:pt idx="46544">
                  <c:v>51.98</c:v>
                </c:pt>
                <c:pt idx="46545">
                  <c:v>51.98</c:v>
                </c:pt>
                <c:pt idx="46546">
                  <c:v>50.37</c:v>
                </c:pt>
                <c:pt idx="46547">
                  <c:v>50.37</c:v>
                </c:pt>
                <c:pt idx="46548">
                  <c:v>50.37</c:v>
                </c:pt>
                <c:pt idx="46549">
                  <c:v>50.36</c:v>
                </c:pt>
                <c:pt idx="46550">
                  <c:v>50.36</c:v>
                </c:pt>
                <c:pt idx="46551">
                  <c:v>49.49</c:v>
                </c:pt>
                <c:pt idx="46552">
                  <c:v>49.47</c:v>
                </c:pt>
                <c:pt idx="46553">
                  <c:v>49.48</c:v>
                </c:pt>
                <c:pt idx="46554">
                  <c:v>49.48</c:v>
                </c:pt>
                <c:pt idx="46555">
                  <c:v>49.46</c:v>
                </c:pt>
                <c:pt idx="46556">
                  <c:v>49.44</c:v>
                </c:pt>
                <c:pt idx="46557">
                  <c:v>54.5</c:v>
                </c:pt>
                <c:pt idx="46558">
                  <c:v>149.94999999999999</c:v>
                </c:pt>
                <c:pt idx="46559">
                  <c:v>60.99</c:v>
                </c:pt>
                <c:pt idx="46560">
                  <c:v>123.48</c:v>
                </c:pt>
                <c:pt idx="46561">
                  <c:v>98.41</c:v>
                </c:pt>
                <c:pt idx="46562">
                  <c:v>144.94999999999999</c:v>
                </c:pt>
                <c:pt idx="46563">
                  <c:v>79.989999999999995</c:v>
                </c:pt>
                <c:pt idx="46564">
                  <c:v>73.98</c:v>
                </c:pt>
                <c:pt idx="46565">
                  <c:v>154.97</c:v>
                </c:pt>
                <c:pt idx="46566">
                  <c:v>117.71</c:v>
                </c:pt>
                <c:pt idx="46567">
                  <c:v>74.97</c:v>
                </c:pt>
                <c:pt idx="46568">
                  <c:v>79.989999999999995</c:v>
                </c:pt>
                <c:pt idx="46569">
                  <c:v>124.95</c:v>
                </c:pt>
                <c:pt idx="46570">
                  <c:v>111.98</c:v>
                </c:pt>
                <c:pt idx="46571">
                  <c:v>29.99</c:v>
                </c:pt>
                <c:pt idx="46572">
                  <c:v>182.96</c:v>
                </c:pt>
                <c:pt idx="46573">
                  <c:v>59.98</c:v>
                </c:pt>
                <c:pt idx="46574">
                  <c:v>80.97</c:v>
                </c:pt>
                <c:pt idx="46575">
                  <c:v>60.99</c:v>
                </c:pt>
                <c:pt idx="46576">
                  <c:v>53.98</c:v>
                </c:pt>
                <c:pt idx="46577">
                  <c:v>53.98</c:v>
                </c:pt>
                <c:pt idx="46578">
                  <c:v>53.98</c:v>
                </c:pt>
                <c:pt idx="46579">
                  <c:v>53.98</c:v>
                </c:pt>
                <c:pt idx="46580">
                  <c:v>53.98</c:v>
                </c:pt>
                <c:pt idx="46581">
                  <c:v>230.92</c:v>
                </c:pt>
                <c:pt idx="46582">
                  <c:v>57.97</c:v>
                </c:pt>
                <c:pt idx="46583">
                  <c:v>279.57</c:v>
                </c:pt>
                <c:pt idx="46584">
                  <c:v>59.46</c:v>
                </c:pt>
                <c:pt idx="46585">
                  <c:v>243.9</c:v>
                </c:pt>
                <c:pt idx="46586">
                  <c:v>203.92</c:v>
                </c:pt>
                <c:pt idx="46587">
                  <c:v>90.95</c:v>
                </c:pt>
                <c:pt idx="46588">
                  <c:v>144.47999999999999</c:v>
                </c:pt>
                <c:pt idx="46589">
                  <c:v>55.96</c:v>
                </c:pt>
                <c:pt idx="46590">
                  <c:v>112.97</c:v>
                </c:pt>
                <c:pt idx="46591">
                  <c:v>176.35</c:v>
                </c:pt>
                <c:pt idx="46592">
                  <c:v>84.99</c:v>
                </c:pt>
                <c:pt idx="46593">
                  <c:v>53.97</c:v>
                </c:pt>
                <c:pt idx="46594">
                  <c:v>53.97</c:v>
                </c:pt>
                <c:pt idx="46595">
                  <c:v>44.48</c:v>
                </c:pt>
                <c:pt idx="46596">
                  <c:v>157.97</c:v>
                </c:pt>
                <c:pt idx="46597">
                  <c:v>22.48</c:v>
                </c:pt>
                <c:pt idx="46598">
                  <c:v>239.97</c:v>
                </c:pt>
                <c:pt idx="46599">
                  <c:v>68.569999999999993</c:v>
                </c:pt>
                <c:pt idx="46600">
                  <c:v>65.11</c:v>
                </c:pt>
                <c:pt idx="46601">
                  <c:v>239.97</c:v>
                </c:pt>
                <c:pt idx="46602">
                  <c:v>239.97</c:v>
                </c:pt>
                <c:pt idx="46603">
                  <c:v>41.93</c:v>
                </c:pt>
                <c:pt idx="46604">
                  <c:v>-3.98</c:v>
                </c:pt>
                <c:pt idx="46605">
                  <c:v>98.98</c:v>
                </c:pt>
                <c:pt idx="46606">
                  <c:v>98.98</c:v>
                </c:pt>
                <c:pt idx="46607">
                  <c:v>84.99</c:v>
                </c:pt>
                <c:pt idx="46608">
                  <c:v>84.99</c:v>
                </c:pt>
                <c:pt idx="46609">
                  <c:v>60.32</c:v>
                </c:pt>
                <c:pt idx="46610">
                  <c:v>98.98</c:v>
                </c:pt>
                <c:pt idx="46611">
                  <c:v>99.98</c:v>
                </c:pt>
                <c:pt idx="46612">
                  <c:v>131.97999999999999</c:v>
                </c:pt>
                <c:pt idx="46613">
                  <c:v>84.99</c:v>
                </c:pt>
                <c:pt idx="46614">
                  <c:v>44.72</c:v>
                </c:pt>
                <c:pt idx="46615">
                  <c:v>41.29</c:v>
                </c:pt>
                <c:pt idx="46616">
                  <c:v>41.29</c:v>
                </c:pt>
                <c:pt idx="46617">
                  <c:v>41.29</c:v>
                </c:pt>
                <c:pt idx="46618">
                  <c:v>54.99</c:v>
                </c:pt>
                <c:pt idx="46619">
                  <c:v>91.97</c:v>
                </c:pt>
                <c:pt idx="46620">
                  <c:v>56.97</c:v>
                </c:pt>
                <c:pt idx="46621">
                  <c:v>125.85</c:v>
                </c:pt>
                <c:pt idx="46622">
                  <c:v>65.86</c:v>
                </c:pt>
                <c:pt idx="46623">
                  <c:v>70.86</c:v>
                </c:pt>
                <c:pt idx="46624">
                  <c:v>73.959999999999994</c:v>
                </c:pt>
                <c:pt idx="46625">
                  <c:v>62.97</c:v>
                </c:pt>
                <c:pt idx="46626">
                  <c:v>170.93</c:v>
                </c:pt>
                <c:pt idx="46627">
                  <c:v>90.97</c:v>
                </c:pt>
                <c:pt idx="46628">
                  <c:v>83.48</c:v>
                </c:pt>
                <c:pt idx="46629">
                  <c:v>151.94999999999999</c:v>
                </c:pt>
                <c:pt idx="46630">
                  <c:v>62.97</c:v>
                </c:pt>
                <c:pt idx="46631">
                  <c:v>49.98</c:v>
                </c:pt>
                <c:pt idx="46632">
                  <c:v>41.29</c:v>
                </c:pt>
                <c:pt idx="46633">
                  <c:v>41.29</c:v>
                </c:pt>
                <c:pt idx="46634">
                  <c:v>41.29</c:v>
                </c:pt>
                <c:pt idx="46635">
                  <c:v>41.29</c:v>
                </c:pt>
                <c:pt idx="46636">
                  <c:v>219.96</c:v>
                </c:pt>
                <c:pt idx="46637">
                  <c:v>41.29</c:v>
                </c:pt>
                <c:pt idx="46638">
                  <c:v>41.29</c:v>
                </c:pt>
                <c:pt idx="46639">
                  <c:v>41.29</c:v>
                </c:pt>
                <c:pt idx="46640">
                  <c:v>41.29</c:v>
                </c:pt>
                <c:pt idx="46641">
                  <c:v>41.29</c:v>
                </c:pt>
                <c:pt idx="46642">
                  <c:v>41.28</c:v>
                </c:pt>
                <c:pt idx="46643">
                  <c:v>55.96</c:v>
                </c:pt>
                <c:pt idx="46644">
                  <c:v>125.47</c:v>
                </c:pt>
                <c:pt idx="46645">
                  <c:v>65.989999999999995</c:v>
                </c:pt>
                <c:pt idx="46646">
                  <c:v>129.96</c:v>
                </c:pt>
                <c:pt idx="46647">
                  <c:v>110.96</c:v>
                </c:pt>
                <c:pt idx="46648">
                  <c:v>136.94999999999999</c:v>
                </c:pt>
                <c:pt idx="46649">
                  <c:v>84.99</c:v>
                </c:pt>
                <c:pt idx="46650">
                  <c:v>96.96</c:v>
                </c:pt>
                <c:pt idx="46651">
                  <c:v>125.95</c:v>
                </c:pt>
                <c:pt idx="46652">
                  <c:v>138.96</c:v>
                </c:pt>
                <c:pt idx="46653">
                  <c:v>93.96</c:v>
                </c:pt>
                <c:pt idx="46654">
                  <c:v>224.94</c:v>
                </c:pt>
                <c:pt idx="46655">
                  <c:v>139.94</c:v>
                </c:pt>
                <c:pt idx="46656">
                  <c:v>41.28</c:v>
                </c:pt>
                <c:pt idx="46657">
                  <c:v>41.28</c:v>
                </c:pt>
                <c:pt idx="46658">
                  <c:v>41.28</c:v>
                </c:pt>
                <c:pt idx="46659">
                  <c:v>41.28</c:v>
                </c:pt>
                <c:pt idx="46660">
                  <c:v>41.28</c:v>
                </c:pt>
                <c:pt idx="46661">
                  <c:v>100.78</c:v>
                </c:pt>
                <c:pt idx="46662">
                  <c:v>104.24</c:v>
                </c:pt>
                <c:pt idx="46663">
                  <c:v>157.88</c:v>
                </c:pt>
                <c:pt idx="46664">
                  <c:v>119.95</c:v>
                </c:pt>
                <c:pt idx="46665">
                  <c:v>89.97</c:v>
                </c:pt>
                <c:pt idx="46666">
                  <c:v>111.96</c:v>
                </c:pt>
                <c:pt idx="46667">
                  <c:v>111.96</c:v>
                </c:pt>
                <c:pt idx="46668">
                  <c:v>65.989999999999995</c:v>
                </c:pt>
                <c:pt idx="46669">
                  <c:v>87.97</c:v>
                </c:pt>
                <c:pt idx="46670">
                  <c:v>80.959999999999994</c:v>
                </c:pt>
                <c:pt idx="46671">
                  <c:v>41.27</c:v>
                </c:pt>
                <c:pt idx="46672">
                  <c:v>53.76</c:v>
                </c:pt>
                <c:pt idx="46673">
                  <c:v>53.76</c:v>
                </c:pt>
                <c:pt idx="46674">
                  <c:v>41.25</c:v>
                </c:pt>
                <c:pt idx="46675">
                  <c:v>49.48</c:v>
                </c:pt>
                <c:pt idx="46676">
                  <c:v>49.48</c:v>
                </c:pt>
                <c:pt idx="46677">
                  <c:v>41.2</c:v>
                </c:pt>
                <c:pt idx="46678">
                  <c:v>44.6</c:v>
                </c:pt>
                <c:pt idx="46679">
                  <c:v>19.989999999999998</c:v>
                </c:pt>
                <c:pt idx="46680">
                  <c:v>25.39</c:v>
                </c:pt>
                <c:pt idx="46681">
                  <c:v>36.229999999999997</c:v>
                </c:pt>
                <c:pt idx="46682">
                  <c:v>134.97999999999999</c:v>
                </c:pt>
                <c:pt idx="46683">
                  <c:v>152.97999999999999</c:v>
                </c:pt>
                <c:pt idx="46684">
                  <c:v>169.98</c:v>
                </c:pt>
                <c:pt idx="46685">
                  <c:v>254.97</c:v>
                </c:pt>
                <c:pt idx="46686">
                  <c:v>204.96</c:v>
                </c:pt>
                <c:pt idx="46687">
                  <c:v>-152.97999999999999</c:v>
                </c:pt>
                <c:pt idx="46688">
                  <c:v>187.96</c:v>
                </c:pt>
                <c:pt idx="46689">
                  <c:v>303.95999999999998</c:v>
                </c:pt>
                <c:pt idx="46690">
                  <c:v>19.489999999999998</c:v>
                </c:pt>
                <c:pt idx="46691">
                  <c:v>41.19</c:v>
                </c:pt>
                <c:pt idx="46692">
                  <c:v>36.79</c:v>
                </c:pt>
                <c:pt idx="46693">
                  <c:v>41.19</c:v>
                </c:pt>
                <c:pt idx="46694">
                  <c:v>41.18</c:v>
                </c:pt>
                <c:pt idx="46695">
                  <c:v>16.190000000000001</c:v>
                </c:pt>
                <c:pt idx="46696">
                  <c:v>16.190000000000001</c:v>
                </c:pt>
                <c:pt idx="46697">
                  <c:v>284.95</c:v>
                </c:pt>
                <c:pt idx="46698">
                  <c:v>261.94</c:v>
                </c:pt>
                <c:pt idx="46699">
                  <c:v>76.75</c:v>
                </c:pt>
                <c:pt idx="46700">
                  <c:v>131.47</c:v>
                </c:pt>
                <c:pt idx="46701">
                  <c:v>235.93</c:v>
                </c:pt>
                <c:pt idx="46702">
                  <c:v>152.96</c:v>
                </c:pt>
                <c:pt idx="46703">
                  <c:v>266.89999999999998</c:v>
                </c:pt>
                <c:pt idx="46704">
                  <c:v>249.95</c:v>
                </c:pt>
                <c:pt idx="46705">
                  <c:v>49.48</c:v>
                </c:pt>
                <c:pt idx="46706">
                  <c:v>49.48</c:v>
                </c:pt>
                <c:pt idx="46707">
                  <c:v>49.48</c:v>
                </c:pt>
                <c:pt idx="46708">
                  <c:v>49.48</c:v>
                </c:pt>
                <c:pt idx="46709">
                  <c:v>49.01</c:v>
                </c:pt>
                <c:pt idx="46710">
                  <c:v>97.93</c:v>
                </c:pt>
                <c:pt idx="46711">
                  <c:v>69.95</c:v>
                </c:pt>
                <c:pt idx="46712">
                  <c:v>69.95</c:v>
                </c:pt>
                <c:pt idx="46713">
                  <c:v>83.94</c:v>
                </c:pt>
                <c:pt idx="46714">
                  <c:v>69.95</c:v>
                </c:pt>
                <c:pt idx="46715">
                  <c:v>69.95</c:v>
                </c:pt>
                <c:pt idx="46716">
                  <c:v>111.92</c:v>
                </c:pt>
                <c:pt idx="46717">
                  <c:v>83.94</c:v>
                </c:pt>
                <c:pt idx="46718">
                  <c:v>85.25</c:v>
                </c:pt>
                <c:pt idx="46719">
                  <c:v>97.93</c:v>
                </c:pt>
                <c:pt idx="46720">
                  <c:v>83.94</c:v>
                </c:pt>
                <c:pt idx="46721">
                  <c:v>128.93</c:v>
                </c:pt>
                <c:pt idx="46722">
                  <c:v>55.96</c:v>
                </c:pt>
                <c:pt idx="46723">
                  <c:v>69.95</c:v>
                </c:pt>
                <c:pt idx="46724">
                  <c:v>43.27</c:v>
                </c:pt>
                <c:pt idx="46725">
                  <c:v>97.93</c:v>
                </c:pt>
                <c:pt idx="46726">
                  <c:v>53.07</c:v>
                </c:pt>
                <c:pt idx="46727">
                  <c:v>52.98</c:v>
                </c:pt>
                <c:pt idx="46728">
                  <c:v>43.49</c:v>
                </c:pt>
                <c:pt idx="46729">
                  <c:v>43.49</c:v>
                </c:pt>
                <c:pt idx="46730">
                  <c:v>299.89999999999998</c:v>
                </c:pt>
                <c:pt idx="46731">
                  <c:v>299.89999999999998</c:v>
                </c:pt>
                <c:pt idx="46732">
                  <c:v>293.77999999999997</c:v>
                </c:pt>
                <c:pt idx="46733">
                  <c:v>29.99</c:v>
                </c:pt>
                <c:pt idx="46734">
                  <c:v>269.91000000000003</c:v>
                </c:pt>
                <c:pt idx="46735">
                  <c:v>29.99</c:v>
                </c:pt>
                <c:pt idx="46736">
                  <c:v>59.98</c:v>
                </c:pt>
                <c:pt idx="46737">
                  <c:v>167.33</c:v>
                </c:pt>
                <c:pt idx="46738">
                  <c:v>125.94</c:v>
                </c:pt>
                <c:pt idx="46739">
                  <c:v>43.49</c:v>
                </c:pt>
                <c:pt idx="46740">
                  <c:v>52.98</c:v>
                </c:pt>
                <c:pt idx="46741">
                  <c:v>52.97</c:v>
                </c:pt>
                <c:pt idx="46742">
                  <c:v>84.99</c:v>
                </c:pt>
                <c:pt idx="46743">
                  <c:v>84.99</c:v>
                </c:pt>
                <c:pt idx="46744">
                  <c:v>84.99</c:v>
                </c:pt>
                <c:pt idx="46745">
                  <c:v>65.989999999999995</c:v>
                </c:pt>
                <c:pt idx="46746">
                  <c:v>84.99</c:v>
                </c:pt>
                <c:pt idx="46747">
                  <c:v>84.99</c:v>
                </c:pt>
                <c:pt idx="46748">
                  <c:v>84.99</c:v>
                </c:pt>
                <c:pt idx="46749">
                  <c:v>68.989999999999995</c:v>
                </c:pt>
                <c:pt idx="46750">
                  <c:v>54.99</c:v>
                </c:pt>
                <c:pt idx="46751">
                  <c:v>84.99</c:v>
                </c:pt>
                <c:pt idx="46752">
                  <c:v>65.989999999999995</c:v>
                </c:pt>
                <c:pt idx="46753">
                  <c:v>89.97</c:v>
                </c:pt>
                <c:pt idx="46754">
                  <c:v>78.989999999999995</c:v>
                </c:pt>
                <c:pt idx="46755">
                  <c:v>65.989999999999995</c:v>
                </c:pt>
                <c:pt idx="46756">
                  <c:v>84.99</c:v>
                </c:pt>
                <c:pt idx="46757">
                  <c:v>84.99</c:v>
                </c:pt>
                <c:pt idx="46758">
                  <c:v>65.989999999999995</c:v>
                </c:pt>
                <c:pt idx="46759">
                  <c:v>78.540000000000006</c:v>
                </c:pt>
                <c:pt idx="46760">
                  <c:v>109.98</c:v>
                </c:pt>
                <c:pt idx="46761">
                  <c:v>105.98</c:v>
                </c:pt>
                <c:pt idx="46762">
                  <c:v>84.99</c:v>
                </c:pt>
                <c:pt idx="46763">
                  <c:v>38.729999999999997</c:v>
                </c:pt>
                <c:pt idx="46764">
                  <c:v>52.97</c:v>
                </c:pt>
                <c:pt idx="46765">
                  <c:v>14.99</c:v>
                </c:pt>
                <c:pt idx="46766">
                  <c:v>16.34</c:v>
                </c:pt>
                <c:pt idx="46767">
                  <c:v>49.01</c:v>
                </c:pt>
                <c:pt idx="46768">
                  <c:v>35.94</c:v>
                </c:pt>
                <c:pt idx="46769">
                  <c:v>35.94</c:v>
                </c:pt>
                <c:pt idx="46770">
                  <c:v>40.29</c:v>
                </c:pt>
                <c:pt idx="46771">
                  <c:v>169.98</c:v>
                </c:pt>
                <c:pt idx="46772">
                  <c:v>99.98</c:v>
                </c:pt>
                <c:pt idx="46773">
                  <c:v>184.97</c:v>
                </c:pt>
                <c:pt idx="46774">
                  <c:v>106.97</c:v>
                </c:pt>
                <c:pt idx="46775">
                  <c:v>214.95</c:v>
                </c:pt>
                <c:pt idx="46776">
                  <c:v>169.98</c:v>
                </c:pt>
                <c:pt idx="46777">
                  <c:v>169.98</c:v>
                </c:pt>
                <c:pt idx="46778">
                  <c:v>173.27</c:v>
                </c:pt>
                <c:pt idx="46779">
                  <c:v>199.96</c:v>
                </c:pt>
                <c:pt idx="46780">
                  <c:v>159.97999999999999</c:v>
                </c:pt>
                <c:pt idx="46781">
                  <c:v>40.29</c:v>
                </c:pt>
                <c:pt idx="46782">
                  <c:v>43.54</c:v>
                </c:pt>
                <c:pt idx="46783">
                  <c:v>43.54</c:v>
                </c:pt>
                <c:pt idx="46784">
                  <c:v>43.54</c:v>
                </c:pt>
                <c:pt idx="46785">
                  <c:v>43.54</c:v>
                </c:pt>
                <c:pt idx="46786">
                  <c:v>43.51</c:v>
                </c:pt>
                <c:pt idx="46787">
                  <c:v>43.51</c:v>
                </c:pt>
                <c:pt idx="46788">
                  <c:v>133.96</c:v>
                </c:pt>
                <c:pt idx="46789">
                  <c:v>37.5</c:v>
                </c:pt>
                <c:pt idx="46790">
                  <c:v>69.98</c:v>
                </c:pt>
                <c:pt idx="46791">
                  <c:v>48.42</c:v>
                </c:pt>
                <c:pt idx="46792">
                  <c:v>39.479999999999997</c:v>
                </c:pt>
                <c:pt idx="46793">
                  <c:v>39.479999999999997</c:v>
                </c:pt>
                <c:pt idx="46794">
                  <c:v>20.49</c:v>
                </c:pt>
                <c:pt idx="46795">
                  <c:v>-1.5</c:v>
                </c:pt>
                <c:pt idx="46796">
                  <c:v>20.49</c:v>
                </c:pt>
                <c:pt idx="46797">
                  <c:v>35.24</c:v>
                </c:pt>
                <c:pt idx="46798">
                  <c:v>39.479999999999997</c:v>
                </c:pt>
                <c:pt idx="46799">
                  <c:v>10.49</c:v>
                </c:pt>
                <c:pt idx="46800">
                  <c:v>20.49</c:v>
                </c:pt>
                <c:pt idx="46801">
                  <c:v>39.479999999999997</c:v>
                </c:pt>
                <c:pt idx="46802">
                  <c:v>84.99</c:v>
                </c:pt>
                <c:pt idx="46803">
                  <c:v>256.92</c:v>
                </c:pt>
                <c:pt idx="46804">
                  <c:v>238.95</c:v>
                </c:pt>
                <c:pt idx="46805">
                  <c:v>217.46</c:v>
                </c:pt>
                <c:pt idx="46806">
                  <c:v>274.95999999999998</c:v>
                </c:pt>
                <c:pt idx="46807">
                  <c:v>160.96</c:v>
                </c:pt>
                <c:pt idx="46808">
                  <c:v>339.96</c:v>
                </c:pt>
                <c:pt idx="46809">
                  <c:v>67.98</c:v>
                </c:pt>
                <c:pt idx="46810">
                  <c:v>121.98</c:v>
                </c:pt>
                <c:pt idx="46811">
                  <c:v>39.479999999999997</c:v>
                </c:pt>
                <c:pt idx="46812">
                  <c:v>39.479999999999997</c:v>
                </c:pt>
                <c:pt idx="46813">
                  <c:v>39.479999999999997</c:v>
                </c:pt>
                <c:pt idx="46814">
                  <c:v>35.22</c:v>
                </c:pt>
                <c:pt idx="46815">
                  <c:v>15.89</c:v>
                </c:pt>
                <c:pt idx="46816">
                  <c:v>15.09</c:v>
                </c:pt>
                <c:pt idx="46817">
                  <c:v>48.57</c:v>
                </c:pt>
                <c:pt idx="46818">
                  <c:v>65.989999999999995</c:v>
                </c:pt>
                <c:pt idx="46819">
                  <c:v>65.989999999999995</c:v>
                </c:pt>
                <c:pt idx="46820">
                  <c:v>49.99</c:v>
                </c:pt>
                <c:pt idx="46821">
                  <c:v>131.97999999999999</c:v>
                </c:pt>
                <c:pt idx="46822">
                  <c:v>65.989999999999995</c:v>
                </c:pt>
                <c:pt idx="46823">
                  <c:v>49.99</c:v>
                </c:pt>
                <c:pt idx="46824">
                  <c:v>65.989999999999995</c:v>
                </c:pt>
                <c:pt idx="46825">
                  <c:v>65.989999999999995</c:v>
                </c:pt>
                <c:pt idx="46826">
                  <c:v>65.989999999999995</c:v>
                </c:pt>
                <c:pt idx="46827">
                  <c:v>84.98</c:v>
                </c:pt>
                <c:pt idx="46828">
                  <c:v>48.57</c:v>
                </c:pt>
                <c:pt idx="46829">
                  <c:v>35.229999999999997</c:v>
                </c:pt>
                <c:pt idx="46830">
                  <c:v>39.479999999999997</c:v>
                </c:pt>
                <c:pt idx="46831">
                  <c:v>39.479999999999997</c:v>
                </c:pt>
                <c:pt idx="46832">
                  <c:v>52.18</c:v>
                </c:pt>
                <c:pt idx="46833">
                  <c:v>52.18</c:v>
                </c:pt>
                <c:pt idx="46834">
                  <c:v>116.43</c:v>
                </c:pt>
                <c:pt idx="46835">
                  <c:v>79.959999999999994</c:v>
                </c:pt>
                <c:pt idx="46836">
                  <c:v>89.97</c:v>
                </c:pt>
                <c:pt idx="46837">
                  <c:v>147.94999999999999</c:v>
                </c:pt>
                <c:pt idx="46838">
                  <c:v>123.96</c:v>
                </c:pt>
                <c:pt idx="46839">
                  <c:v>82.96</c:v>
                </c:pt>
                <c:pt idx="46840">
                  <c:v>91.96</c:v>
                </c:pt>
                <c:pt idx="46841">
                  <c:v>179.94</c:v>
                </c:pt>
                <c:pt idx="46842">
                  <c:v>119.96</c:v>
                </c:pt>
                <c:pt idx="46843">
                  <c:v>95.96</c:v>
                </c:pt>
                <c:pt idx="46844">
                  <c:v>179.94</c:v>
                </c:pt>
                <c:pt idx="46845">
                  <c:v>91.96</c:v>
                </c:pt>
                <c:pt idx="46846">
                  <c:v>89.97</c:v>
                </c:pt>
                <c:pt idx="46847">
                  <c:v>52.17</c:v>
                </c:pt>
                <c:pt idx="46848">
                  <c:v>48.42</c:v>
                </c:pt>
                <c:pt idx="46849">
                  <c:v>52.06</c:v>
                </c:pt>
                <c:pt idx="46850">
                  <c:v>38.090000000000003</c:v>
                </c:pt>
                <c:pt idx="46851">
                  <c:v>135.41999999999999</c:v>
                </c:pt>
                <c:pt idx="46852">
                  <c:v>143.91</c:v>
                </c:pt>
                <c:pt idx="46853">
                  <c:v>114.88</c:v>
                </c:pt>
                <c:pt idx="46854">
                  <c:v>56.82</c:v>
                </c:pt>
                <c:pt idx="46855">
                  <c:v>106.43</c:v>
                </c:pt>
                <c:pt idx="46856">
                  <c:v>101.57</c:v>
                </c:pt>
                <c:pt idx="46857">
                  <c:v>77.400000000000006</c:v>
                </c:pt>
                <c:pt idx="46858">
                  <c:v>67.709999999999994</c:v>
                </c:pt>
                <c:pt idx="46859">
                  <c:v>97.95</c:v>
                </c:pt>
                <c:pt idx="46860">
                  <c:v>94.31</c:v>
                </c:pt>
                <c:pt idx="46861">
                  <c:v>111.26</c:v>
                </c:pt>
                <c:pt idx="46862">
                  <c:v>62.87</c:v>
                </c:pt>
                <c:pt idx="46863">
                  <c:v>52.42</c:v>
                </c:pt>
                <c:pt idx="46864">
                  <c:v>51.98</c:v>
                </c:pt>
                <c:pt idx="46865">
                  <c:v>51.98</c:v>
                </c:pt>
                <c:pt idx="46866">
                  <c:v>51.98</c:v>
                </c:pt>
                <c:pt idx="46867">
                  <c:v>51.98</c:v>
                </c:pt>
                <c:pt idx="46868">
                  <c:v>51.98</c:v>
                </c:pt>
                <c:pt idx="46869">
                  <c:v>51.98</c:v>
                </c:pt>
                <c:pt idx="46870">
                  <c:v>51.98</c:v>
                </c:pt>
                <c:pt idx="46871">
                  <c:v>79.989999999999995</c:v>
                </c:pt>
                <c:pt idx="46872">
                  <c:v>17.489999999999998</c:v>
                </c:pt>
                <c:pt idx="46873">
                  <c:v>52.96</c:v>
                </c:pt>
                <c:pt idx="46874">
                  <c:v>64.98</c:v>
                </c:pt>
                <c:pt idx="46875">
                  <c:v>59.98</c:v>
                </c:pt>
                <c:pt idx="46876">
                  <c:v>118.96</c:v>
                </c:pt>
                <c:pt idx="46877">
                  <c:v>50.97</c:v>
                </c:pt>
                <c:pt idx="46878">
                  <c:v>35.06</c:v>
                </c:pt>
                <c:pt idx="46879">
                  <c:v>50.32</c:v>
                </c:pt>
                <c:pt idx="46880">
                  <c:v>65.91</c:v>
                </c:pt>
                <c:pt idx="46881">
                  <c:v>51.97</c:v>
                </c:pt>
                <c:pt idx="46882">
                  <c:v>51.96</c:v>
                </c:pt>
                <c:pt idx="46883">
                  <c:v>51.96</c:v>
                </c:pt>
                <c:pt idx="46884">
                  <c:v>171.97</c:v>
                </c:pt>
                <c:pt idx="46885">
                  <c:v>132.71</c:v>
                </c:pt>
                <c:pt idx="46886">
                  <c:v>114.92</c:v>
                </c:pt>
                <c:pt idx="46887">
                  <c:v>131.97999999999999</c:v>
                </c:pt>
                <c:pt idx="46888">
                  <c:v>215.94</c:v>
                </c:pt>
                <c:pt idx="46889">
                  <c:v>135.97</c:v>
                </c:pt>
                <c:pt idx="46890">
                  <c:v>178.96</c:v>
                </c:pt>
                <c:pt idx="46891">
                  <c:v>124.95</c:v>
                </c:pt>
                <c:pt idx="46892">
                  <c:v>51.76</c:v>
                </c:pt>
                <c:pt idx="46893">
                  <c:v>35.020000000000003</c:v>
                </c:pt>
                <c:pt idx="46894">
                  <c:v>179.96</c:v>
                </c:pt>
                <c:pt idx="46895">
                  <c:v>33.22</c:v>
                </c:pt>
                <c:pt idx="46896">
                  <c:v>74.98</c:v>
                </c:pt>
                <c:pt idx="46897">
                  <c:v>129.97</c:v>
                </c:pt>
                <c:pt idx="46898">
                  <c:v>119.96</c:v>
                </c:pt>
                <c:pt idx="46899">
                  <c:v>23.49</c:v>
                </c:pt>
                <c:pt idx="46900">
                  <c:v>129.97</c:v>
                </c:pt>
                <c:pt idx="46901">
                  <c:v>159.96</c:v>
                </c:pt>
                <c:pt idx="46902">
                  <c:v>39.28</c:v>
                </c:pt>
                <c:pt idx="46903">
                  <c:v>39.28</c:v>
                </c:pt>
                <c:pt idx="46904">
                  <c:v>39.28</c:v>
                </c:pt>
                <c:pt idx="46905">
                  <c:v>39.28</c:v>
                </c:pt>
                <c:pt idx="46906">
                  <c:v>39.28</c:v>
                </c:pt>
                <c:pt idx="46907">
                  <c:v>60.53</c:v>
                </c:pt>
                <c:pt idx="46908">
                  <c:v>95.98</c:v>
                </c:pt>
                <c:pt idx="46909">
                  <c:v>65.989999999999995</c:v>
                </c:pt>
                <c:pt idx="46910">
                  <c:v>82.51</c:v>
                </c:pt>
                <c:pt idx="46911">
                  <c:v>79.98</c:v>
                </c:pt>
                <c:pt idx="46912">
                  <c:v>65.989999999999995</c:v>
                </c:pt>
                <c:pt idx="46913">
                  <c:v>65.989999999999995</c:v>
                </c:pt>
                <c:pt idx="46914">
                  <c:v>65.989999999999995</c:v>
                </c:pt>
                <c:pt idx="46915">
                  <c:v>65.989999999999995</c:v>
                </c:pt>
                <c:pt idx="46916">
                  <c:v>65.489999999999995</c:v>
                </c:pt>
                <c:pt idx="46917">
                  <c:v>65.989999999999995</c:v>
                </c:pt>
                <c:pt idx="46918">
                  <c:v>49.99</c:v>
                </c:pt>
                <c:pt idx="46919">
                  <c:v>63.52</c:v>
                </c:pt>
                <c:pt idx="46920">
                  <c:v>64.010000000000005</c:v>
                </c:pt>
                <c:pt idx="46921">
                  <c:v>105.32</c:v>
                </c:pt>
                <c:pt idx="46922">
                  <c:v>65.989999999999995</c:v>
                </c:pt>
                <c:pt idx="46923">
                  <c:v>79.98</c:v>
                </c:pt>
                <c:pt idx="46924">
                  <c:v>39.28</c:v>
                </c:pt>
                <c:pt idx="46925">
                  <c:v>34.93</c:v>
                </c:pt>
                <c:pt idx="46926">
                  <c:v>39.28</c:v>
                </c:pt>
                <c:pt idx="46927">
                  <c:v>51.48</c:v>
                </c:pt>
                <c:pt idx="46928">
                  <c:v>34.229999999999997</c:v>
                </c:pt>
                <c:pt idx="46929">
                  <c:v>65.989999999999995</c:v>
                </c:pt>
                <c:pt idx="46930">
                  <c:v>70.98</c:v>
                </c:pt>
                <c:pt idx="46931">
                  <c:v>93.47</c:v>
                </c:pt>
                <c:pt idx="46932">
                  <c:v>59.98</c:v>
                </c:pt>
                <c:pt idx="46933">
                  <c:v>59.98</c:v>
                </c:pt>
                <c:pt idx="46934">
                  <c:v>51.61</c:v>
                </c:pt>
                <c:pt idx="46935">
                  <c:v>54.99</c:v>
                </c:pt>
                <c:pt idx="46936">
                  <c:v>67.489999999999995</c:v>
                </c:pt>
                <c:pt idx="46937">
                  <c:v>61.48</c:v>
                </c:pt>
                <c:pt idx="46938">
                  <c:v>74.98</c:v>
                </c:pt>
                <c:pt idx="46939">
                  <c:v>85.97</c:v>
                </c:pt>
                <c:pt idx="46940">
                  <c:v>54.99</c:v>
                </c:pt>
                <c:pt idx="46941">
                  <c:v>62.86</c:v>
                </c:pt>
                <c:pt idx="46942">
                  <c:v>28.5</c:v>
                </c:pt>
                <c:pt idx="46943">
                  <c:v>34.229999999999997</c:v>
                </c:pt>
                <c:pt idx="46944">
                  <c:v>38.479999999999997</c:v>
                </c:pt>
                <c:pt idx="46945">
                  <c:v>38.479999999999997</c:v>
                </c:pt>
                <c:pt idx="46946">
                  <c:v>47.67</c:v>
                </c:pt>
                <c:pt idx="46947">
                  <c:v>46.78</c:v>
                </c:pt>
                <c:pt idx="46948">
                  <c:v>84.99</c:v>
                </c:pt>
                <c:pt idx="46949">
                  <c:v>127.83</c:v>
                </c:pt>
                <c:pt idx="46950">
                  <c:v>84.99</c:v>
                </c:pt>
                <c:pt idx="46951">
                  <c:v>84.99</c:v>
                </c:pt>
                <c:pt idx="46952">
                  <c:v>84.99</c:v>
                </c:pt>
                <c:pt idx="46953">
                  <c:v>84.99</c:v>
                </c:pt>
                <c:pt idx="46954">
                  <c:v>150.97</c:v>
                </c:pt>
                <c:pt idx="46955">
                  <c:v>84.99</c:v>
                </c:pt>
                <c:pt idx="46956">
                  <c:v>162.52000000000001</c:v>
                </c:pt>
                <c:pt idx="46957">
                  <c:v>84.99</c:v>
                </c:pt>
                <c:pt idx="46958">
                  <c:v>65.989999999999995</c:v>
                </c:pt>
                <c:pt idx="46959">
                  <c:v>65.989999999999995</c:v>
                </c:pt>
                <c:pt idx="46960">
                  <c:v>131.97999999999999</c:v>
                </c:pt>
                <c:pt idx="46961">
                  <c:v>169.98</c:v>
                </c:pt>
                <c:pt idx="46962">
                  <c:v>84.99</c:v>
                </c:pt>
                <c:pt idx="46963">
                  <c:v>169.98</c:v>
                </c:pt>
                <c:pt idx="46964">
                  <c:v>103.98</c:v>
                </c:pt>
                <c:pt idx="46965">
                  <c:v>46.78</c:v>
                </c:pt>
                <c:pt idx="46966">
                  <c:v>46.73</c:v>
                </c:pt>
                <c:pt idx="46967">
                  <c:v>38.49</c:v>
                </c:pt>
                <c:pt idx="46968">
                  <c:v>46.47</c:v>
                </c:pt>
                <c:pt idx="46969">
                  <c:v>46.47</c:v>
                </c:pt>
                <c:pt idx="46970">
                  <c:v>47.22</c:v>
                </c:pt>
                <c:pt idx="46971">
                  <c:v>46.47</c:v>
                </c:pt>
                <c:pt idx="46972">
                  <c:v>31.48</c:v>
                </c:pt>
                <c:pt idx="46973">
                  <c:v>47.22</c:v>
                </c:pt>
                <c:pt idx="46974">
                  <c:v>46.47</c:v>
                </c:pt>
                <c:pt idx="46975">
                  <c:v>47.22</c:v>
                </c:pt>
                <c:pt idx="46976">
                  <c:v>38.49</c:v>
                </c:pt>
                <c:pt idx="46977">
                  <c:v>38.49</c:v>
                </c:pt>
                <c:pt idx="46978">
                  <c:v>38.49</c:v>
                </c:pt>
                <c:pt idx="46979">
                  <c:v>38.49</c:v>
                </c:pt>
                <c:pt idx="46980">
                  <c:v>36.74</c:v>
                </c:pt>
                <c:pt idx="46981">
                  <c:v>50.98</c:v>
                </c:pt>
                <c:pt idx="46982">
                  <c:v>54.99</c:v>
                </c:pt>
                <c:pt idx="46983">
                  <c:v>-54.99</c:v>
                </c:pt>
                <c:pt idx="46984">
                  <c:v>30.49</c:v>
                </c:pt>
                <c:pt idx="46985">
                  <c:v>30.49</c:v>
                </c:pt>
                <c:pt idx="46986">
                  <c:v>50.98</c:v>
                </c:pt>
                <c:pt idx="46987">
                  <c:v>50.98</c:v>
                </c:pt>
                <c:pt idx="46988">
                  <c:v>50.98</c:v>
                </c:pt>
                <c:pt idx="46989">
                  <c:v>50.98</c:v>
                </c:pt>
                <c:pt idx="46990">
                  <c:v>50.97</c:v>
                </c:pt>
                <c:pt idx="46991">
                  <c:v>112.49</c:v>
                </c:pt>
                <c:pt idx="46992">
                  <c:v>78.98</c:v>
                </c:pt>
                <c:pt idx="46993">
                  <c:v>79.849999999999994</c:v>
                </c:pt>
                <c:pt idx="46994">
                  <c:v>50.97</c:v>
                </c:pt>
                <c:pt idx="46995">
                  <c:v>50.96</c:v>
                </c:pt>
                <c:pt idx="46996">
                  <c:v>74.97</c:v>
                </c:pt>
                <c:pt idx="46997">
                  <c:v>144.94999999999999</c:v>
                </c:pt>
                <c:pt idx="46998">
                  <c:v>62.97</c:v>
                </c:pt>
                <c:pt idx="46999">
                  <c:v>52.98</c:v>
                </c:pt>
                <c:pt idx="47000">
                  <c:v>130.97</c:v>
                </c:pt>
                <c:pt idx="47001">
                  <c:v>52.98</c:v>
                </c:pt>
                <c:pt idx="47002">
                  <c:v>190.97</c:v>
                </c:pt>
                <c:pt idx="47003">
                  <c:v>53.96</c:v>
                </c:pt>
                <c:pt idx="47004">
                  <c:v>169.98</c:v>
                </c:pt>
                <c:pt idx="47005">
                  <c:v>68.97</c:v>
                </c:pt>
                <c:pt idx="47006">
                  <c:v>65.959999999999994</c:v>
                </c:pt>
                <c:pt idx="47007">
                  <c:v>50.74</c:v>
                </c:pt>
                <c:pt idx="47008">
                  <c:v>38.28</c:v>
                </c:pt>
                <c:pt idx="47009">
                  <c:v>38.28</c:v>
                </c:pt>
                <c:pt idx="47010">
                  <c:v>119.96</c:v>
                </c:pt>
                <c:pt idx="47011">
                  <c:v>59.98</c:v>
                </c:pt>
                <c:pt idx="47012">
                  <c:v>114.58</c:v>
                </c:pt>
                <c:pt idx="47013">
                  <c:v>119.96</c:v>
                </c:pt>
                <c:pt idx="47014">
                  <c:v>119.96</c:v>
                </c:pt>
                <c:pt idx="47015">
                  <c:v>89.97</c:v>
                </c:pt>
                <c:pt idx="47016">
                  <c:v>67.61</c:v>
                </c:pt>
                <c:pt idx="47017">
                  <c:v>84.97</c:v>
                </c:pt>
                <c:pt idx="47018">
                  <c:v>59.98</c:v>
                </c:pt>
                <c:pt idx="47019">
                  <c:v>119.96</c:v>
                </c:pt>
                <c:pt idx="47020">
                  <c:v>84.94</c:v>
                </c:pt>
                <c:pt idx="47021">
                  <c:v>59.98</c:v>
                </c:pt>
                <c:pt idx="47022">
                  <c:v>89.97</c:v>
                </c:pt>
                <c:pt idx="47023">
                  <c:v>59.98</c:v>
                </c:pt>
                <c:pt idx="47024">
                  <c:v>76.489999999999995</c:v>
                </c:pt>
                <c:pt idx="47025">
                  <c:v>50.47</c:v>
                </c:pt>
                <c:pt idx="47026">
                  <c:v>50.38</c:v>
                </c:pt>
                <c:pt idx="47027">
                  <c:v>50.36</c:v>
                </c:pt>
                <c:pt idx="47028">
                  <c:v>20.49</c:v>
                </c:pt>
                <c:pt idx="47029">
                  <c:v>65.989999999999995</c:v>
                </c:pt>
                <c:pt idx="47030">
                  <c:v>84.99</c:v>
                </c:pt>
                <c:pt idx="47031">
                  <c:v>84.99</c:v>
                </c:pt>
                <c:pt idx="47032">
                  <c:v>84.99</c:v>
                </c:pt>
                <c:pt idx="47033">
                  <c:v>84.99</c:v>
                </c:pt>
                <c:pt idx="47034">
                  <c:v>76.489999999999995</c:v>
                </c:pt>
                <c:pt idx="47035">
                  <c:v>84.99</c:v>
                </c:pt>
                <c:pt idx="47036">
                  <c:v>65.989999999999995</c:v>
                </c:pt>
                <c:pt idx="47037">
                  <c:v>84.99</c:v>
                </c:pt>
                <c:pt idx="47038">
                  <c:v>84.99</c:v>
                </c:pt>
                <c:pt idx="47039">
                  <c:v>78.95</c:v>
                </c:pt>
                <c:pt idx="47040">
                  <c:v>84.99</c:v>
                </c:pt>
                <c:pt idx="47041">
                  <c:v>84.99</c:v>
                </c:pt>
                <c:pt idx="47042">
                  <c:v>84.99</c:v>
                </c:pt>
                <c:pt idx="47043">
                  <c:v>84.99</c:v>
                </c:pt>
                <c:pt idx="47044">
                  <c:v>84.99</c:v>
                </c:pt>
                <c:pt idx="47045">
                  <c:v>47.29</c:v>
                </c:pt>
                <c:pt idx="47046">
                  <c:v>169.98</c:v>
                </c:pt>
                <c:pt idx="47047">
                  <c:v>76.38</c:v>
                </c:pt>
                <c:pt idx="47048">
                  <c:v>37.49</c:v>
                </c:pt>
                <c:pt idx="47049">
                  <c:v>37.479999999999997</c:v>
                </c:pt>
                <c:pt idx="47050">
                  <c:v>46.77</c:v>
                </c:pt>
                <c:pt idx="47051">
                  <c:v>37.47</c:v>
                </c:pt>
                <c:pt idx="47052">
                  <c:v>37.47</c:v>
                </c:pt>
                <c:pt idx="47053">
                  <c:v>37.46</c:v>
                </c:pt>
                <c:pt idx="47054">
                  <c:v>344.2</c:v>
                </c:pt>
                <c:pt idx="47055">
                  <c:v>354.91</c:v>
                </c:pt>
                <c:pt idx="47056">
                  <c:v>408.95</c:v>
                </c:pt>
                <c:pt idx="47057">
                  <c:v>84.99</c:v>
                </c:pt>
                <c:pt idx="47058">
                  <c:v>157.75</c:v>
                </c:pt>
                <c:pt idx="47059">
                  <c:v>111.92</c:v>
                </c:pt>
                <c:pt idx="47060">
                  <c:v>90.78</c:v>
                </c:pt>
                <c:pt idx="47061">
                  <c:v>46.73</c:v>
                </c:pt>
                <c:pt idx="47062">
                  <c:v>41.1</c:v>
                </c:pt>
                <c:pt idx="47063">
                  <c:v>41.1</c:v>
                </c:pt>
                <c:pt idx="47064">
                  <c:v>45.87</c:v>
                </c:pt>
                <c:pt idx="47065">
                  <c:v>45.86</c:v>
                </c:pt>
                <c:pt idx="47066">
                  <c:v>33.78</c:v>
                </c:pt>
                <c:pt idx="47067">
                  <c:v>256.16000000000003</c:v>
                </c:pt>
                <c:pt idx="47068">
                  <c:v>33.479999999999997</c:v>
                </c:pt>
                <c:pt idx="47069">
                  <c:v>131.97999999999999</c:v>
                </c:pt>
                <c:pt idx="47070">
                  <c:v>71.97</c:v>
                </c:pt>
                <c:pt idx="47071">
                  <c:v>179.96</c:v>
                </c:pt>
                <c:pt idx="47072">
                  <c:v>203.44</c:v>
                </c:pt>
                <c:pt idx="47073">
                  <c:v>131.97999999999999</c:v>
                </c:pt>
                <c:pt idx="47074">
                  <c:v>197.97</c:v>
                </c:pt>
                <c:pt idx="47075">
                  <c:v>197.97</c:v>
                </c:pt>
                <c:pt idx="47076">
                  <c:v>121.98</c:v>
                </c:pt>
                <c:pt idx="47077">
                  <c:v>40.49</c:v>
                </c:pt>
                <c:pt idx="47078">
                  <c:v>40.49</c:v>
                </c:pt>
                <c:pt idx="47079">
                  <c:v>40.49</c:v>
                </c:pt>
                <c:pt idx="47080">
                  <c:v>40.479999999999997</c:v>
                </c:pt>
                <c:pt idx="47081">
                  <c:v>40.479999999999997</c:v>
                </c:pt>
                <c:pt idx="47082">
                  <c:v>44.99</c:v>
                </c:pt>
                <c:pt idx="47083">
                  <c:v>75.09</c:v>
                </c:pt>
                <c:pt idx="47084">
                  <c:v>82.1</c:v>
                </c:pt>
                <c:pt idx="47085">
                  <c:v>68.989999999999995</c:v>
                </c:pt>
                <c:pt idx="47086">
                  <c:v>120.63</c:v>
                </c:pt>
                <c:pt idx="47087">
                  <c:v>116.98</c:v>
                </c:pt>
                <c:pt idx="47088">
                  <c:v>74.98</c:v>
                </c:pt>
                <c:pt idx="47089">
                  <c:v>98.98</c:v>
                </c:pt>
                <c:pt idx="47090">
                  <c:v>112.97</c:v>
                </c:pt>
                <c:pt idx="47091">
                  <c:v>135</c:v>
                </c:pt>
                <c:pt idx="47092">
                  <c:v>84.14</c:v>
                </c:pt>
                <c:pt idx="47093">
                  <c:v>90.48</c:v>
                </c:pt>
                <c:pt idx="47094">
                  <c:v>44.99</c:v>
                </c:pt>
                <c:pt idx="47095">
                  <c:v>68.989999999999995</c:v>
                </c:pt>
                <c:pt idx="47096">
                  <c:v>71.98</c:v>
                </c:pt>
                <c:pt idx="47097">
                  <c:v>67.989999999999995</c:v>
                </c:pt>
                <c:pt idx="47098">
                  <c:v>58.98</c:v>
                </c:pt>
                <c:pt idx="47099">
                  <c:v>84.99</c:v>
                </c:pt>
                <c:pt idx="47100">
                  <c:v>90.48</c:v>
                </c:pt>
                <c:pt idx="47101">
                  <c:v>76.489999999999995</c:v>
                </c:pt>
                <c:pt idx="47102">
                  <c:v>98.98</c:v>
                </c:pt>
                <c:pt idx="47103">
                  <c:v>32.82</c:v>
                </c:pt>
                <c:pt idx="47104">
                  <c:v>34.08</c:v>
                </c:pt>
                <c:pt idx="47105">
                  <c:v>45.88</c:v>
                </c:pt>
                <c:pt idx="47106">
                  <c:v>45.38</c:v>
                </c:pt>
                <c:pt idx="47107">
                  <c:v>162.99</c:v>
                </c:pt>
                <c:pt idx="47108">
                  <c:v>131.97999999999999</c:v>
                </c:pt>
                <c:pt idx="47109">
                  <c:v>146.97</c:v>
                </c:pt>
                <c:pt idx="47110">
                  <c:v>131.97999999999999</c:v>
                </c:pt>
                <c:pt idx="47111">
                  <c:v>169.98</c:v>
                </c:pt>
                <c:pt idx="47112">
                  <c:v>59.96</c:v>
                </c:pt>
                <c:pt idx="47113">
                  <c:v>32.229999999999997</c:v>
                </c:pt>
                <c:pt idx="47114">
                  <c:v>89.94</c:v>
                </c:pt>
                <c:pt idx="47115">
                  <c:v>74.95</c:v>
                </c:pt>
                <c:pt idx="47116">
                  <c:v>145.94</c:v>
                </c:pt>
                <c:pt idx="47117">
                  <c:v>140.94</c:v>
                </c:pt>
                <c:pt idx="47118">
                  <c:v>145.94</c:v>
                </c:pt>
                <c:pt idx="47119">
                  <c:v>140.94</c:v>
                </c:pt>
                <c:pt idx="47120">
                  <c:v>89.94</c:v>
                </c:pt>
                <c:pt idx="47121">
                  <c:v>63.12</c:v>
                </c:pt>
                <c:pt idx="47122">
                  <c:v>149.9</c:v>
                </c:pt>
                <c:pt idx="47123">
                  <c:v>63.26</c:v>
                </c:pt>
                <c:pt idx="47124">
                  <c:v>140.94</c:v>
                </c:pt>
                <c:pt idx="47125">
                  <c:v>89.94</c:v>
                </c:pt>
                <c:pt idx="47126">
                  <c:v>37.28</c:v>
                </c:pt>
                <c:pt idx="47127">
                  <c:v>49.48</c:v>
                </c:pt>
                <c:pt idx="47128">
                  <c:v>49.48</c:v>
                </c:pt>
                <c:pt idx="47129">
                  <c:v>263.95999999999998</c:v>
                </c:pt>
                <c:pt idx="47130">
                  <c:v>197.97</c:v>
                </c:pt>
                <c:pt idx="47131">
                  <c:v>263.95999999999998</c:v>
                </c:pt>
                <c:pt idx="47132">
                  <c:v>197.97</c:v>
                </c:pt>
                <c:pt idx="47133">
                  <c:v>131.97999999999999</c:v>
                </c:pt>
                <c:pt idx="47134">
                  <c:v>263.95999999999998</c:v>
                </c:pt>
                <c:pt idx="47135">
                  <c:v>263.95999999999998</c:v>
                </c:pt>
                <c:pt idx="47136">
                  <c:v>37.28</c:v>
                </c:pt>
                <c:pt idx="47137">
                  <c:v>37.28</c:v>
                </c:pt>
                <c:pt idx="47138">
                  <c:v>37.28</c:v>
                </c:pt>
                <c:pt idx="47139">
                  <c:v>37.270000000000003</c:v>
                </c:pt>
                <c:pt idx="47140">
                  <c:v>37.270000000000003</c:v>
                </c:pt>
                <c:pt idx="47141">
                  <c:v>10.29</c:v>
                </c:pt>
                <c:pt idx="47142">
                  <c:v>139.96</c:v>
                </c:pt>
                <c:pt idx="47143">
                  <c:v>114.71</c:v>
                </c:pt>
                <c:pt idx="47144">
                  <c:v>34.99</c:v>
                </c:pt>
                <c:pt idx="47145">
                  <c:v>251.93</c:v>
                </c:pt>
                <c:pt idx="47146">
                  <c:v>209.94</c:v>
                </c:pt>
                <c:pt idx="47147">
                  <c:v>62.98</c:v>
                </c:pt>
                <c:pt idx="47148">
                  <c:v>139.96</c:v>
                </c:pt>
                <c:pt idx="47149">
                  <c:v>94.47</c:v>
                </c:pt>
                <c:pt idx="47150">
                  <c:v>133.36000000000001</c:v>
                </c:pt>
                <c:pt idx="47151">
                  <c:v>59.48</c:v>
                </c:pt>
                <c:pt idx="47152">
                  <c:v>66.48</c:v>
                </c:pt>
                <c:pt idx="47153">
                  <c:v>219.94</c:v>
                </c:pt>
                <c:pt idx="47154">
                  <c:v>45.86</c:v>
                </c:pt>
                <c:pt idx="47155">
                  <c:v>36.58</c:v>
                </c:pt>
                <c:pt idx="47156">
                  <c:v>45.86</c:v>
                </c:pt>
                <c:pt idx="47157">
                  <c:v>18.989999999999998</c:v>
                </c:pt>
                <c:pt idx="47158">
                  <c:v>20.29</c:v>
                </c:pt>
                <c:pt idx="47159">
                  <c:v>61.98</c:v>
                </c:pt>
                <c:pt idx="47160">
                  <c:v>123.96</c:v>
                </c:pt>
                <c:pt idx="47161">
                  <c:v>117.96</c:v>
                </c:pt>
                <c:pt idx="47162">
                  <c:v>113.96</c:v>
                </c:pt>
                <c:pt idx="47163">
                  <c:v>94.97</c:v>
                </c:pt>
                <c:pt idx="47164">
                  <c:v>92.97</c:v>
                </c:pt>
                <c:pt idx="47165">
                  <c:v>89.97</c:v>
                </c:pt>
                <c:pt idx="47166">
                  <c:v>77.98</c:v>
                </c:pt>
                <c:pt idx="47167">
                  <c:v>92.97</c:v>
                </c:pt>
                <c:pt idx="47168">
                  <c:v>59.98</c:v>
                </c:pt>
                <c:pt idx="47169">
                  <c:v>100.97</c:v>
                </c:pt>
                <c:pt idx="47170">
                  <c:v>53.98</c:v>
                </c:pt>
                <c:pt idx="47171">
                  <c:v>52.39</c:v>
                </c:pt>
                <c:pt idx="47172">
                  <c:v>86.69</c:v>
                </c:pt>
                <c:pt idx="47173">
                  <c:v>92.97</c:v>
                </c:pt>
                <c:pt idx="47174">
                  <c:v>89.97</c:v>
                </c:pt>
                <c:pt idx="47175">
                  <c:v>54.98</c:v>
                </c:pt>
                <c:pt idx="47176">
                  <c:v>89.97</c:v>
                </c:pt>
                <c:pt idx="47177">
                  <c:v>98.96</c:v>
                </c:pt>
                <c:pt idx="47178">
                  <c:v>32.24</c:v>
                </c:pt>
                <c:pt idx="47179">
                  <c:v>32.24</c:v>
                </c:pt>
                <c:pt idx="47180">
                  <c:v>32.24</c:v>
                </c:pt>
                <c:pt idx="47181">
                  <c:v>32.24</c:v>
                </c:pt>
                <c:pt idx="47182">
                  <c:v>36.49</c:v>
                </c:pt>
                <c:pt idx="47183">
                  <c:v>79.97</c:v>
                </c:pt>
                <c:pt idx="47184">
                  <c:v>-35.729999999999997</c:v>
                </c:pt>
                <c:pt idx="47185">
                  <c:v>119.97</c:v>
                </c:pt>
                <c:pt idx="47186">
                  <c:v>99.98</c:v>
                </c:pt>
                <c:pt idx="47187">
                  <c:v>134.97</c:v>
                </c:pt>
                <c:pt idx="47188">
                  <c:v>129.94999999999999</c:v>
                </c:pt>
                <c:pt idx="47189">
                  <c:v>119.97</c:v>
                </c:pt>
                <c:pt idx="47190">
                  <c:v>149.97</c:v>
                </c:pt>
                <c:pt idx="47191">
                  <c:v>79.260000000000005</c:v>
                </c:pt>
                <c:pt idx="47192">
                  <c:v>139.96</c:v>
                </c:pt>
                <c:pt idx="47193">
                  <c:v>32.24</c:v>
                </c:pt>
                <c:pt idx="47194">
                  <c:v>32.24</c:v>
                </c:pt>
                <c:pt idx="47195">
                  <c:v>32.24</c:v>
                </c:pt>
                <c:pt idx="47196">
                  <c:v>36.49</c:v>
                </c:pt>
                <c:pt idx="47197">
                  <c:v>32.24</c:v>
                </c:pt>
                <c:pt idx="47198">
                  <c:v>36.49</c:v>
                </c:pt>
                <c:pt idx="47199">
                  <c:v>36.49</c:v>
                </c:pt>
                <c:pt idx="47200">
                  <c:v>32.24</c:v>
                </c:pt>
                <c:pt idx="47201">
                  <c:v>69.989999999999995</c:v>
                </c:pt>
                <c:pt idx="47202">
                  <c:v>137.97</c:v>
                </c:pt>
                <c:pt idx="47203">
                  <c:v>243.96</c:v>
                </c:pt>
                <c:pt idx="47204">
                  <c:v>184.81</c:v>
                </c:pt>
                <c:pt idx="47205">
                  <c:v>243.96</c:v>
                </c:pt>
                <c:pt idx="47206">
                  <c:v>198.96</c:v>
                </c:pt>
                <c:pt idx="47207">
                  <c:v>243.96</c:v>
                </c:pt>
                <c:pt idx="47208">
                  <c:v>36.479999999999997</c:v>
                </c:pt>
                <c:pt idx="47209">
                  <c:v>32.24</c:v>
                </c:pt>
                <c:pt idx="47210">
                  <c:v>32.24</c:v>
                </c:pt>
                <c:pt idx="47211">
                  <c:v>32.24</c:v>
                </c:pt>
                <c:pt idx="47212">
                  <c:v>32.24</c:v>
                </c:pt>
                <c:pt idx="47213">
                  <c:v>32.24</c:v>
                </c:pt>
                <c:pt idx="47214">
                  <c:v>32.24</c:v>
                </c:pt>
                <c:pt idx="47215">
                  <c:v>32.24</c:v>
                </c:pt>
                <c:pt idx="47216">
                  <c:v>32.24</c:v>
                </c:pt>
                <c:pt idx="47217">
                  <c:v>36.49</c:v>
                </c:pt>
                <c:pt idx="47218">
                  <c:v>36.49</c:v>
                </c:pt>
                <c:pt idx="47219">
                  <c:v>36.49</c:v>
                </c:pt>
                <c:pt idx="47220">
                  <c:v>35.29</c:v>
                </c:pt>
                <c:pt idx="47221">
                  <c:v>36.49</c:v>
                </c:pt>
                <c:pt idx="47222">
                  <c:v>36.49</c:v>
                </c:pt>
                <c:pt idx="47223">
                  <c:v>36.49</c:v>
                </c:pt>
                <c:pt idx="47224">
                  <c:v>32.229999999999997</c:v>
                </c:pt>
                <c:pt idx="47225">
                  <c:v>32.229999999999997</c:v>
                </c:pt>
                <c:pt idx="47226">
                  <c:v>14.99</c:v>
                </c:pt>
                <c:pt idx="47227">
                  <c:v>20.73</c:v>
                </c:pt>
                <c:pt idx="47228">
                  <c:v>32.229999999999997</c:v>
                </c:pt>
                <c:pt idx="47229">
                  <c:v>32.229999999999997</c:v>
                </c:pt>
                <c:pt idx="47230">
                  <c:v>19.48</c:v>
                </c:pt>
                <c:pt idx="47231">
                  <c:v>36.479999999999997</c:v>
                </c:pt>
                <c:pt idx="47232">
                  <c:v>53.96</c:v>
                </c:pt>
                <c:pt idx="47233">
                  <c:v>59.95</c:v>
                </c:pt>
                <c:pt idx="47234">
                  <c:v>58.03</c:v>
                </c:pt>
                <c:pt idx="47235">
                  <c:v>113.95</c:v>
                </c:pt>
                <c:pt idx="47236">
                  <c:v>59.35</c:v>
                </c:pt>
                <c:pt idx="47237">
                  <c:v>58.93</c:v>
                </c:pt>
                <c:pt idx="47238">
                  <c:v>56.95</c:v>
                </c:pt>
                <c:pt idx="47239">
                  <c:v>-47.37</c:v>
                </c:pt>
                <c:pt idx="47240">
                  <c:v>71.06</c:v>
                </c:pt>
                <c:pt idx="47241">
                  <c:v>87.35</c:v>
                </c:pt>
                <c:pt idx="47242">
                  <c:v>101.36</c:v>
                </c:pt>
                <c:pt idx="47243">
                  <c:v>118.78</c:v>
                </c:pt>
                <c:pt idx="47244">
                  <c:v>65.989999999999995</c:v>
                </c:pt>
                <c:pt idx="47245">
                  <c:v>89.97</c:v>
                </c:pt>
                <c:pt idx="47246">
                  <c:v>54.99</c:v>
                </c:pt>
                <c:pt idx="47247">
                  <c:v>37.19</c:v>
                </c:pt>
                <c:pt idx="47248">
                  <c:v>39.909999999999997</c:v>
                </c:pt>
                <c:pt idx="47249">
                  <c:v>39.89</c:v>
                </c:pt>
                <c:pt idx="47250">
                  <c:v>39.89</c:v>
                </c:pt>
                <c:pt idx="47251">
                  <c:v>39.89</c:v>
                </c:pt>
                <c:pt idx="47252">
                  <c:v>39.89</c:v>
                </c:pt>
                <c:pt idx="47253">
                  <c:v>254.97</c:v>
                </c:pt>
                <c:pt idx="47254">
                  <c:v>254.97</c:v>
                </c:pt>
                <c:pt idx="47255">
                  <c:v>254.97</c:v>
                </c:pt>
                <c:pt idx="47256">
                  <c:v>254.97</c:v>
                </c:pt>
                <c:pt idx="47257">
                  <c:v>288.97000000000003</c:v>
                </c:pt>
                <c:pt idx="47258">
                  <c:v>154.87</c:v>
                </c:pt>
                <c:pt idx="47259">
                  <c:v>32.24</c:v>
                </c:pt>
                <c:pt idx="47260">
                  <c:v>32.24</c:v>
                </c:pt>
                <c:pt idx="47261">
                  <c:v>32.229999999999997</c:v>
                </c:pt>
                <c:pt idx="47262">
                  <c:v>39.47</c:v>
                </c:pt>
                <c:pt idx="47263">
                  <c:v>36.49</c:v>
                </c:pt>
                <c:pt idx="47264">
                  <c:v>36.49</c:v>
                </c:pt>
                <c:pt idx="47265">
                  <c:v>347.84</c:v>
                </c:pt>
                <c:pt idx="47266">
                  <c:v>-34.18</c:v>
                </c:pt>
                <c:pt idx="47267">
                  <c:v>327.67</c:v>
                </c:pt>
                <c:pt idx="47268">
                  <c:v>239.92</c:v>
                </c:pt>
                <c:pt idx="47269">
                  <c:v>208.9</c:v>
                </c:pt>
                <c:pt idx="47270">
                  <c:v>39.19</c:v>
                </c:pt>
                <c:pt idx="47271">
                  <c:v>13.64</c:v>
                </c:pt>
                <c:pt idx="47272">
                  <c:v>13.64</c:v>
                </c:pt>
                <c:pt idx="47273">
                  <c:v>33.08</c:v>
                </c:pt>
                <c:pt idx="47274">
                  <c:v>33.08</c:v>
                </c:pt>
                <c:pt idx="47275">
                  <c:v>8.2200000000000006</c:v>
                </c:pt>
                <c:pt idx="47276">
                  <c:v>34.22</c:v>
                </c:pt>
                <c:pt idx="47277">
                  <c:v>48.42</c:v>
                </c:pt>
                <c:pt idx="47278">
                  <c:v>79.849999999999994</c:v>
                </c:pt>
                <c:pt idx="47279">
                  <c:v>79.849999999999994</c:v>
                </c:pt>
                <c:pt idx="47280">
                  <c:v>79.849999999999994</c:v>
                </c:pt>
                <c:pt idx="47281">
                  <c:v>79.849999999999994</c:v>
                </c:pt>
                <c:pt idx="47282">
                  <c:v>79.849999999999994</c:v>
                </c:pt>
                <c:pt idx="47283">
                  <c:v>79.849999999999994</c:v>
                </c:pt>
                <c:pt idx="47284">
                  <c:v>79.849999999999994</c:v>
                </c:pt>
                <c:pt idx="47285">
                  <c:v>79.849999999999994</c:v>
                </c:pt>
                <c:pt idx="47286">
                  <c:v>79.849999999999994</c:v>
                </c:pt>
                <c:pt idx="47287">
                  <c:v>79.849999999999994</c:v>
                </c:pt>
                <c:pt idx="47288">
                  <c:v>79.849999999999994</c:v>
                </c:pt>
                <c:pt idx="47289">
                  <c:v>79.849999999999994</c:v>
                </c:pt>
                <c:pt idx="47290">
                  <c:v>79.849999999999994</c:v>
                </c:pt>
                <c:pt idx="47291">
                  <c:v>79.849999999999994</c:v>
                </c:pt>
                <c:pt idx="47292">
                  <c:v>79.849999999999994</c:v>
                </c:pt>
                <c:pt idx="47293">
                  <c:v>75.849999999999994</c:v>
                </c:pt>
                <c:pt idx="47294">
                  <c:v>75.849999999999994</c:v>
                </c:pt>
                <c:pt idx="47295">
                  <c:v>-79.849999999999994</c:v>
                </c:pt>
                <c:pt idx="47296">
                  <c:v>-79.849999999999994</c:v>
                </c:pt>
                <c:pt idx="47297">
                  <c:v>79.849999999999994</c:v>
                </c:pt>
                <c:pt idx="47298">
                  <c:v>79.849999999999994</c:v>
                </c:pt>
                <c:pt idx="47299">
                  <c:v>79.849999999999994</c:v>
                </c:pt>
                <c:pt idx="47300">
                  <c:v>79.849999999999994</c:v>
                </c:pt>
                <c:pt idx="47301">
                  <c:v>79.849999999999994</c:v>
                </c:pt>
                <c:pt idx="47302">
                  <c:v>79.849999999999994</c:v>
                </c:pt>
                <c:pt idx="47303">
                  <c:v>79.849999999999994</c:v>
                </c:pt>
                <c:pt idx="47304">
                  <c:v>79.849999999999994</c:v>
                </c:pt>
                <c:pt idx="47305">
                  <c:v>79.849999999999994</c:v>
                </c:pt>
                <c:pt idx="47306">
                  <c:v>79.849999999999994</c:v>
                </c:pt>
                <c:pt idx="47307">
                  <c:v>79.849999999999994</c:v>
                </c:pt>
                <c:pt idx="47308">
                  <c:v>79.849999999999994</c:v>
                </c:pt>
                <c:pt idx="47309">
                  <c:v>79.849999999999994</c:v>
                </c:pt>
                <c:pt idx="47310">
                  <c:v>79.849999999999994</c:v>
                </c:pt>
                <c:pt idx="47311">
                  <c:v>79.849999999999994</c:v>
                </c:pt>
                <c:pt idx="47312">
                  <c:v>79.849999999999994</c:v>
                </c:pt>
                <c:pt idx="47313">
                  <c:v>79.849999999999994</c:v>
                </c:pt>
                <c:pt idx="47314">
                  <c:v>79.849999999999994</c:v>
                </c:pt>
                <c:pt idx="47315">
                  <c:v>79.849999999999994</c:v>
                </c:pt>
                <c:pt idx="47316">
                  <c:v>79.849999999999994</c:v>
                </c:pt>
                <c:pt idx="47317">
                  <c:v>79.849999999999994</c:v>
                </c:pt>
                <c:pt idx="47318">
                  <c:v>79.849999999999994</c:v>
                </c:pt>
                <c:pt idx="47319">
                  <c:v>79.849999999999994</c:v>
                </c:pt>
                <c:pt idx="47320">
                  <c:v>79.849999999999994</c:v>
                </c:pt>
                <c:pt idx="47321">
                  <c:v>146.37</c:v>
                </c:pt>
                <c:pt idx="47322">
                  <c:v>146.37</c:v>
                </c:pt>
                <c:pt idx="47323">
                  <c:v>79.849999999999994</c:v>
                </c:pt>
                <c:pt idx="47324">
                  <c:v>79.849999999999994</c:v>
                </c:pt>
                <c:pt idx="47325">
                  <c:v>79.849999999999994</c:v>
                </c:pt>
                <c:pt idx="47326">
                  <c:v>36.29</c:v>
                </c:pt>
                <c:pt idx="47327">
                  <c:v>36.29</c:v>
                </c:pt>
                <c:pt idx="47328">
                  <c:v>36.29</c:v>
                </c:pt>
                <c:pt idx="47329">
                  <c:v>36.29</c:v>
                </c:pt>
                <c:pt idx="47330">
                  <c:v>36.29</c:v>
                </c:pt>
                <c:pt idx="47331">
                  <c:v>36.29</c:v>
                </c:pt>
                <c:pt idx="47332">
                  <c:v>36.29</c:v>
                </c:pt>
                <c:pt idx="47333">
                  <c:v>36.29</c:v>
                </c:pt>
                <c:pt idx="47334">
                  <c:v>36.29</c:v>
                </c:pt>
                <c:pt idx="47335">
                  <c:v>31.93</c:v>
                </c:pt>
                <c:pt idx="47336">
                  <c:v>31.92</c:v>
                </c:pt>
                <c:pt idx="47337">
                  <c:v>31.92</c:v>
                </c:pt>
                <c:pt idx="47338">
                  <c:v>34.46</c:v>
                </c:pt>
                <c:pt idx="47339">
                  <c:v>37.11</c:v>
                </c:pt>
                <c:pt idx="47340">
                  <c:v>34.46</c:v>
                </c:pt>
                <c:pt idx="47341">
                  <c:v>37.11</c:v>
                </c:pt>
                <c:pt idx="47342">
                  <c:v>35.49</c:v>
                </c:pt>
                <c:pt idx="47343">
                  <c:v>35.49</c:v>
                </c:pt>
                <c:pt idx="47344">
                  <c:v>99.98</c:v>
                </c:pt>
                <c:pt idx="47345">
                  <c:v>84.99</c:v>
                </c:pt>
                <c:pt idx="47346">
                  <c:v>84.99</c:v>
                </c:pt>
                <c:pt idx="47347">
                  <c:v>97.98</c:v>
                </c:pt>
                <c:pt idx="47348">
                  <c:v>84.99</c:v>
                </c:pt>
                <c:pt idx="47349">
                  <c:v>84.99</c:v>
                </c:pt>
                <c:pt idx="47350">
                  <c:v>65.989999999999995</c:v>
                </c:pt>
                <c:pt idx="47351">
                  <c:v>75.09</c:v>
                </c:pt>
                <c:pt idx="47352">
                  <c:v>92.15</c:v>
                </c:pt>
                <c:pt idx="47353">
                  <c:v>100.97</c:v>
                </c:pt>
                <c:pt idx="47354">
                  <c:v>65.97</c:v>
                </c:pt>
                <c:pt idx="47355">
                  <c:v>35.49</c:v>
                </c:pt>
                <c:pt idx="47356">
                  <c:v>35.479999999999997</c:v>
                </c:pt>
                <c:pt idx="47357">
                  <c:v>35.49</c:v>
                </c:pt>
                <c:pt idx="47358">
                  <c:v>38.479999999999997</c:v>
                </c:pt>
                <c:pt idx="47359">
                  <c:v>38.479999999999997</c:v>
                </c:pt>
                <c:pt idx="47360">
                  <c:v>38.479999999999997</c:v>
                </c:pt>
                <c:pt idx="47361">
                  <c:v>59.98</c:v>
                </c:pt>
                <c:pt idx="47362">
                  <c:v>89.97</c:v>
                </c:pt>
                <c:pt idx="47363">
                  <c:v>59.98</c:v>
                </c:pt>
                <c:pt idx="47364">
                  <c:v>59.98</c:v>
                </c:pt>
                <c:pt idx="47365">
                  <c:v>59.98</c:v>
                </c:pt>
                <c:pt idx="47366">
                  <c:v>54.98</c:v>
                </c:pt>
                <c:pt idx="47367">
                  <c:v>59.98</c:v>
                </c:pt>
                <c:pt idx="47368">
                  <c:v>54.98</c:v>
                </c:pt>
                <c:pt idx="47369">
                  <c:v>59.98</c:v>
                </c:pt>
                <c:pt idx="47370">
                  <c:v>89.97</c:v>
                </c:pt>
                <c:pt idx="47371">
                  <c:v>50.98</c:v>
                </c:pt>
                <c:pt idx="47372">
                  <c:v>84.97</c:v>
                </c:pt>
                <c:pt idx="47373">
                  <c:v>59.98</c:v>
                </c:pt>
                <c:pt idx="47374">
                  <c:v>59.98</c:v>
                </c:pt>
                <c:pt idx="47375">
                  <c:v>29.99</c:v>
                </c:pt>
                <c:pt idx="47376">
                  <c:v>51.23</c:v>
                </c:pt>
                <c:pt idx="47377">
                  <c:v>179.94</c:v>
                </c:pt>
                <c:pt idx="47378">
                  <c:v>54.98</c:v>
                </c:pt>
                <c:pt idx="47379">
                  <c:v>119.96</c:v>
                </c:pt>
                <c:pt idx="47380">
                  <c:v>59.98</c:v>
                </c:pt>
                <c:pt idx="47381">
                  <c:v>36.17</c:v>
                </c:pt>
                <c:pt idx="47382">
                  <c:v>21.49</c:v>
                </c:pt>
                <c:pt idx="47383">
                  <c:v>38.700000000000003</c:v>
                </c:pt>
                <c:pt idx="47384">
                  <c:v>38.700000000000003</c:v>
                </c:pt>
                <c:pt idx="47385">
                  <c:v>31.13</c:v>
                </c:pt>
                <c:pt idx="47386">
                  <c:v>70.180000000000007</c:v>
                </c:pt>
                <c:pt idx="47387">
                  <c:v>84.99</c:v>
                </c:pt>
                <c:pt idx="47388">
                  <c:v>71.38</c:v>
                </c:pt>
                <c:pt idx="47389">
                  <c:v>168.28</c:v>
                </c:pt>
                <c:pt idx="47390">
                  <c:v>83.29</c:v>
                </c:pt>
                <c:pt idx="47391">
                  <c:v>54.99</c:v>
                </c:pt>
                <c:pt idx="47392">
                  <c:v>54.98</c:v>
                </c:pt>
                <c:pt idx="47393">
                  <c:v>79.19</c:v>
                </c:pt>
                <c:pt idx="47394">
                  <c:v>54.99</c:v>
                </c:pt>
                <c:pt idx="47395">
                  <c:v>81.38</c:v>
                </c:pt>
                <c:pt idx="47396">
                  <c:v>63.77</c:v>
                </c:pt>
                <c:pt idx="47397">
                  <c:v>59.39</c:v>
                </c:pt>
                <c:pt idx="47398">
                  <c:v>84.14</c:v>
                </c:pt>
                <c:pt idx="47399">
                  <c:v>83.64</c:v>
                </c:pt>
                <c:pt idx="47400">
                  <c:v>65.989999999999995</c:v>
                </c:pt>
                <c:pt idx="47401">
                  <c:v>169.98</c:v>
                </c:pt>
                <c:pt idx="47402">
                  <c:v>76.489999999999995</c:v>
                </c:pt>
                <c:pt idx="47403">
                  <c:v>74.14</c:v>
                </c:pt>
                <c:pt idx="47404">
                  <c:v>84.02</c:v>
                </c:pt>
                <c:pt idx="47405">
                  <c:v>96.13</c:v>
                </c:pt>
                <c:pt idx="47406">
                  <c:v>48.58</c:v>
                </c:pt>
                <c:pt idx="47407">
                  <c:v>-5.38</c:v>
                </c:pt>
                <c:pt idx="47408">
                  <c:v>43.33</c:v>
                </c:pt>
                <c:pt idx="47409">
                  <c:v>32.090000000000003</c:v>
                </c:pt>
                <c:pt idx="47410">
                  <c:v>26.81</c:v>
                </c:pt>
                <c:pt idx="47411">
                  <c:v>35.28</c:v>
                </c:pt>
                <c:pt idx="47412">
                  <c:v>66.650000000000006</c:v>
                </c:pt>
                <c:pt idx="47413">
                  <c:v>106.03</c:v>
                </c:pt>
                <c:pt idx="47414">
                  <c:v>34.57</c:v>
                </c:pt>
                <c:pt idx="47415">
                  <c:v>30.24</c:v>
                </c:pt>
                <c:pt idx="47416">
                  <c:v>30.24</c:v>
                </c:pt>
                <c:pt idx="47417">
                  <c:v>34.49</c:v>
                </c:pt>
                <c:pt idx="47418">
                  <c:v>209.97</c:v>
                </c:pt>
                <c:pt idx="47419">
                  <c:v>209.97</c:v>
                </c:pt>
                <c:pt idx="47420">
                  <c:v>209.97</c:v>
                </c:pt>
                <c:pt idx="47421">
                  <c:v>169.98</c:v>
                </c:pt>
                <c:pt idx="47422">
                  <c:v>169.98</c:v>
                </c:pt>
                <c:pt idx="47423">
                  <c:v>269.95999999999998</c:v>
                </c:pt>
                <c:pt idx="47424">
                  <c:v>269.95999999999998</c:v>
                </c:pt>
                <c:pt idx="47425">
                  <c:v>169.98</c:v>
                </c:pt>
                <c:pt idx="47426">
                  <c:v>235.17</c:v>
                </c:pt>
                <c:pt idx="47427">
                  <c:v>235.17</c:v>
                </c:pt>
                <c:pt idx="47428">
                  <c:v>269.95999999999998</c:v>
                </c:pt>
                <c:pt idx="47429">
                  <c:v>235.17</c:v>
                </c:pt>
                <c:pt idx="47430">
                  <c:v>34.49</c:v>
                </c:pt>
                <c:pt idx="47431">
                  <c:v>34.49</c:v>
                </c:pt>
                <c:pt idx="47432">
                  <c:v>34.49</c:v>
                </c:pt>
                <c:pt idx="47433">
                  <c:v>34.49</c:v>
                </c:pt>
                <c:pt idx="47434">
                  <c:v>30.23</c:v>
                </c:pt>
                <c:pt idx="47435">
                  <c:v>30.23</c:v>
                </c:pt>
                <c:pt idx="47436">
                  <c:v>30.23</c:v>
                </c:pt>
                <c:pt idx="47437">
                  <c:v>30.23</c:v>
                </c:pt>
                <c:pt idx="47438">
                  <c:v>52.97</c:v>
                </c:pt>
                <c:pt idx="47439">
                  <c:v>146.6</c:v>
                </c:pt>
                <c:pt idx="47440">
                  <c:v>159.97999999999999</c:v>
                </c:pt>
                <c:pt idx="47441">
                  <c:v>184.97</c:v>
                </c:pt>
                <c:pt idx="47442">
                  <c:v>68.989999999999995</c:v>
                </c:pt>
                <c:pt idx="47443">
                  <c:v>203.97</c:v>
                </c:pt>
                <c:pt idx="47444">
                  <c:v>52.97</c:v>
                </c:pt>
                <c:pt idx="47445">
                  <c:v>96.95</c:v>
                </c:pt>
                <c:pt idx="47446">
                  <c:v>156.53</c:v>
                </c:pt>
                <c:pt idx="47447">
                  <c:v>52.97</c:v>
                </c:pt>
                <c:pt idx="47448">
                  <c:v>159.97999999999999</c:v>
                </c:pt>
                <c:pt idx="47449">
                  <c:v>30.23</c:v>
                </c:pt>
                <c:pt idx="47450">
                  <c:v>34.47</c:v>
                </c:pt>
                <c:pt idx="47451">
                  <c:v>33.11</c:v>
                </c:pt>
                <c:pt idx="47452">
                  <c:v>33.11</c:v>
                </c:pt>
                <c:pt idx="47453">
                  <c:v>32.729999999999997</c:v>
                </c:pt>
                <c:pt idx="47454">
                  <c:v>37.479999999999997</c:v>
                </c:pt>
                <c:pt idx="47455">
                  <c:v>9.49</c:v>
                </c:pt>
                <c:pt idx="47456">
                  <c:v>12.24</c:v>
                </c:pt>
                <c:pt idx="47457">
                  <c:v>192.36</c:v>
                </c:pt>
                <c:pt idx="47458">
                  <c:v>169.98</c:v>
                </c:pt>
                <c:pt idx="47459">
                  <c:v>169.98</c:v>
                </c:pt>
                <c:pt idx="47460">
                  <c:v>169.98</c:v>
                </c:pt>
                <c:pt idx="47461">
                  <c:v>111.98</c:v>
                </c:pt>
                <c:pt idx="47462">
                  <c:v>144.47999999999999</c:v>
                </c:pt>
                <c:pt idx="47463">
                  <c:v>131.97999999999999</c:v>
                </c:pt>
                <c:pt idx="47464">
                  <c:v>161.96</c:v>
                </c:pt>
                <c:pt idx="47465">
                  <c:v>240.77</c:v>
                </c:pt>
                <c:pt idx="47466">
                  <c:v>30.23</c:v>
                </c:pt>
                <c:pt idx="47467">
                  <c:v>34.479999999999997</c:v>
                </c:pt>
                <c:pt idx="47468">
                  <c:v>34.479999999999997</c:v>
                </c:pt>
                <c:pt idx="47469">
                  <c:v>37.49</c:v>
                </c:pt>
                <c:pt idx="47470">
                  <c:v>37.49</c:v>
                </c:pt>
                <c:pt idx="47471">
                  <c:v>37.49</c:v>
                </c:pt>
                <c:pt idx="47472">
                  <c:v>37.49</c:v>
                </c:pt>
                <c:pt idx="47473">
                  <c:v>71.95</c:v>
                </c:pt>
                <c:pt idx="47474">
                  <c:v>79.959999999999994</c:v>
                </c:pt>
                <c:pt idx="47475">
                  <c:v>83.05</c:v>
                </c:pt>
                <c:pt idx="47476">
                  <c:v>56.97</c:v>
                </c:pt>
                <c:pt idx="47477">
                  <c:v>60.97</c:v>
                </c:pt>
                <c:pt idx="47478">
                  <c:v>56.97</c:v>
                </c:pt>
                <c:pt idx="47479">
                  <c:v>104.05</c:v>
                </c:pt>
                <c:pt idx="47480">
                  <c:v>76.87</c:v>
                </c:pt>
                <c:pt idx="47481">
                  <c:v>37.47</c:v>
                </c:pt>
                <c:pt idx="47482">
                  <c:v>37.47</c:v>
                </c:pt>
                <c:pt idx="47483">
                  <c:v>37.47</c:v>
                </c:pt>
                <c:pt idx="47484">
                  <c:v>37.47</c:v>
                </c:pt>
                <c:pt idx="47485">
                  <c:v>42.5</c:v>
                </c:pt>
                <c:pt idx="47486">
                  <c:v>34.44</c:v>
                </c:pt>
                <c:pt idx="47487">
                  <c:v>33.880000000000003</c:v>
                </c:pt>
                <c:pt idx="47488">
                  <c:v>33.78</c:v>
                </c:pt>
                <c:pt idx="47489">
                  <c:v>18.989999999999998</c:v>
                </c:pt>
                <c:pt idx="47490">
                  <c:v>37.979999999999997</c:v>
                </c:pt>
                <c:pt idx="47491">
                  <c:v>56.97</c:v>
                </c:pt>
                <c:pt idx="47492">
                  <c:v>33.28</c:v>
                </c:pt>
                <c:pt idx="47493">
                  <c:v>66.959999999999994</c:v>
                </c:pt>
                <c:pt idx="47494">
                  <c:v>85.98</c:v>
                </c:pt>
                <c:pt idx="47495">
                  <c:v>56.97</c:v>
                </c:pt>
                <c:pt idx="47496">
                  <c:v>56.97</c:v>
                </c:pt>
                <c:pt idx="47497">
                  <c:v>29.4</c:v>
                </c:pt>
                <c:pt idx="47498">
                  <c:v>31.09</c:v>
                </c:pt>
                <c:pt idx="47499">
                  <c:v>16.89</c:v>
                </c:pt>
                <c:pt idx="47500">
                  <c:v>34.29</c:v>
                </c:pt>
                <c:pt idx="47501">
                  <c:v>29.93</c:v>
                </c:pt>
                <c:pt idx="47502">
                  <c:v>25.62</c:v>
                </c:pt>
                <c:pt idx="47503">
                  <c:v>34.28</c:v>
                </c:pt>
                <c:pt idx="47504">
                  <c:v>199.93</c:v>
                </c:pt>
                <c:pt idx="47505">
                  <c:v>214.93</c:v>
                </c:pt>
                <c:pt idx="47506">
                  <c:v>339.96</c:v>
                </c:pt>
                <c:pt idx="47507">
                  <c:v>94.96</c:v>
                </c:pt>
                <c:pt idx="47508">
                  <c:v>214.95</c:v>
                </c:pt>
                <c:pt idx="47509">
                  <c:v>327.61</c:v>
                </c:pt>
                <c:pt idx="47510">
                  <c:v>387.92</c:v>
                </c:pt>
                <c:pt idx="47511">
                  <c:v>36.49</c:v>
                </c:pt>
                <c:pt idx="47512">
                  <c:v>33.479999999999997</c:v>
                </c:pt>
                <c:pt idx="47513">
                  <c:v>33.479999999999997</c:v>
                </c:pt>
                <c:pt idx="47514">
                  <c:v>33.479999999999997</c:v>
                </c:pt>
                <c:pt idx="47515">
                  <c:v>33.479999999999997</c:v>
                </c:pt>
                <c:pt idx="47516">
                  <c:v>33.479999999999997</c:v>
                </c:pt>
                <c:pt idx="47517">
                  <c:v>79.98</c:v>
                </c:pt>
                <c:pt idx="47518">
                  <c:v>16.489999999999998</c:v>
                </c:pt>
                <c:pt idx="47519">
                  <c:v>169.98</c:v>
                </c:pt>
                <c:pt idx="47520">
                  <c:v>162</c:v>
                </c:pt>
                <c:pt idx="47521">
                  <c:v>99.98</c:v>
                </c:pt>
                <c:pt idx="47522">
                  <c:v>157.97999999999999</c:v>
                </c:pt>
                <c:pt idx="47523">
                  <c:v>99.98</c:v>
                </c:pt>
                <c:pt idx="47524">
                  <c:v>174.97</c:v>
                </c:pt>
                <c:pt idx="47525">
                  <c:v>134.97999999999999</c:v>
                </c:pt>
                <c:pt idx="47526">
                  <c:v>114.97</c:v>
                </c:pt>
                <c:pt idx="47527">
                  <c:v>107.47</c:v>
                </c:pt>
                <c:pt idx="47528">
                  <c:v>184.97</c:v>
                </c:pt>
                <c:pt idx="47529">
                  <c:v>23.28</c:v>
                </c:pt>
                <c:pt idx="47530">
                  <c:v>33.479999999999997</c:v>
                </c:pt>
                <c:pt idx="47531">
                  <c:v>33.479999999999997</c:v>
                </c:pt>
                <c:pt idx="47532">
                  <c:v>33.479999999999997</c:v>
                </c:pt>
                <c:pt idx="47533">
                  <c:v>4.99</c:v>
                </c:pt>
                <c:pt idx="47534">
                  <c:v>1.49</c:v>
                </c:pt>
                <c:pt idx="47535">
                  <c:v>4.99</c:v>
                </c:pt>
                <c:pt idx="47536">
                  <c:v>239.97</c:v>
                </c:pt>
                <c:pt idx="47537">
                  <c:v>282.83999999999997</c:v>
                </c:pt>
                <c:pt idx="47538">
                  <c:v>4.99</c:v>
                </c:pt>
                <c:pt idx="47539">
                  <c:v>33.479999999999997</c:v>
                </c:pt>
                <c:pt idx="47540">
                  <c:v>45.88</c:v>
                </c:pt>
                <c:pt idx="47541">
                  <c:v>284.95</c:v>
                </c:pt>
                <c:pt idx="47542">
                  <c:v>131.97999999999999</c:v>
                </c:pt>
                <c:pt idx="47543">
                  <c:v>154.93</c:v>
                </c:pt>
                <c:pt idx="47544">
                  <c:v>263.95999999999998</c:v>
                </c:pt>
                <c:pt idx="47545">
                  <c:v>254.97</c:v>
                </c:pt>
                <c:pt idx="47546">
                  <c:v>197.97</c:v>
                </c:pt>
                <c:pt idx="47547">
                  <c:v>191.8</c:v>
                </c:pt>
                <c:pt idx="47548">
                  <c:v>33.68</c:v>
                </c:pt>
                <c:pt idx="47549">
                  <c:v>33.68</c:v>
                </c:pt>
                <c:pt idx="47550">
                  <c:v>36.14</c:v>
                </c:pt>
                <c:pt idx="47551">
                  <c:v>13.29</c:v>
                </c:pt>
                <c:pt idx="47552">
                  <c:v>13.29</c:v>
                </c:pt>
                <c:pt idx="47553">
                  <c:v>33.29</c:v>
                </c:pt>
                <c:pt idx="47554">
                  <c:v>-38.49</c:v>
                </c:pt>
                <c:pt idx="47555">
                  <c:v>38.49</c:v>
                </c:pt>
                <c:pt idx="47556">
                  <c:v>32.99</c:v>
                </c:pt>
                <c:pt idx="47557">
                  <c:v>99.98</c:v>
                </c:pt>
                <c:pt idx="47558">
                  <c:v>84.99</c:v>
                </c:pt>
                <c:pt idx="47559">
                  <c:v>78.89</c:v>
                </c:pt>
                <c:pt idx="47560">
                  <c:v>78.64</c:v>
                </c:pt>
                <c:pt idx="47561">
                  <c:v>101.48</c:v>
                </c:pt>
                <c:pt idx="47562">
                  <c:v>84.99</c:v>
                </c:pt>
                <c:pt idx="47563">
                  <c:v>67.98</c:v>
                </c:pt>
                <c:pt idx="47564">
                  <c:v>84.99</c:v>
                </c:pt>
                <c:pt idx="47565">
                  <c:v>84.99</c:v>
                </c:pt>
                <c:pt idx="47566">
                  <c:v>84.99</c:v>
                </c:pt>
                <c:pt idx="47567">
                  <c:v>84.99</c:v>
                </c:pt>
                <c:pt idx="47568">
                  <c:v>101.48</c:v>
                </c:pt>
                <c:pt idx="47569">
                  <c:v>-3</c:v>
                </c:pt>
                <c:pt idx="47570">
                  <c:v>84.99</c:v>
                </c:pt>
                <c:pt idx="47571">
                  <c:v>84.99</c:v>
                </c:pt>
                <c:pt idx="47572">
                  <c:v>87.99</c:v>
                </c:pt>
                <c:pt idx="47573">
                  <c:v>24.99</c:v>
                </c:pt>
                <c:pt idx="47574">
                  <c:v>84.99</c:v>
                </c:pt>
                <c:pt idx="47575">
                  <c:v>35.49</c:v>
                </c:pt>
                <c:pt idx="47576">
                  <c:v>30.74</c:v>
                </c:pt>
                <c:pt idx="47577">
                  <c:v>35.49</c:v>
                </c:pt>
                <c:pt idx="47578">
                  <c:v>35.49</c:v>
                </c:pt>
                <c:pt idx="47579">
                  <c:v>131.97999999999999</c:v>
                </c:pt>
                <c:pt idx="47580">
                  <c:v>169.95</c:v>
                </c:pt>
                <c:pt idx="47581">
                  <c:v>186.27</c:v>
                </c:pt>
                <c:pt idx="47582">
                  <c:v>111.98</c:v>
                </c:pt>
                <c:pt idx="47583">
                  <c:v>127.76</c:v>
                </c:pt>
                <c:pt idx="47584">
                  <c:v>124.18</c:v>
                </c:pt>
                <c:pt idx="47585">
                  <c:v>124.18</c:v>
                </c:pt>
                <c:pt idx="47586">
                  <c:v>127.76</c:v>
                </c:pt>
                <c:pt idx="47587">
                  <c:v>124.18</c:v>
                </c:pt>
                <c:pt idx="47588">
                  <c:v>111.98</c:v>
                </c:pt>
                <c:pt idx="47589">
                  <c:v>124.18</c:v>
                </c:pt>
                <c:pt idx="47590">
                  <c:v>127.76</c:v>
                </c:pt>
                <c:pt idx="47591">
                  <c:v>114.93</c:v>
                </c:pt>
                <c:pt idx="47592">
                  <c:v>186.27</c:v>
                </c:pt>
                <c:pt idx="47593">
                  <c:v>186.27</c:v>
                </c:pt>
                <c:pt idx="47594">
                  <c:v>131.97999999999999</c:v>
                </c:pt>
                <c:pt idx="47595">
                  <c:v>131.97999999999999</c:v>
                </c:pt>
                <c:pt idx="47596">
                  <c:v>124.18</c:v>
                </c:pt>
                <c:pt idx="47597">
                  <c:v>124.18</c:v>
                </c:pt>
                <c:pt idx="47598">
                  <c:v>58.64</c:v>
                </c:pt>
                <c:pt idx="47599">
                  <c:v>124.18</c:v>
                </c:pt>
                <c:pt idx="47600">
                  <c:v>124.18</c:v>
                </c:pt>
                <c:pt idx="47601">
                  <c:v>58.64</c:v>
                </c:pt>
                <c:pt idx="47602">
                  <c:v>58.64</c:v>
                </c:pt>
                <c:pt idx="47603">
                  <c:v>114.93</c:v>
                </c:pt>
                <c:pt idx="47604">
                  <c:v>169.95</c:v>
                </c:pt>
                <c:pt idx="47605">
                  <c:v>124.18</c:v>
                </c:pt>
                <c:pt idx="47606">
                  <c:v>124.18</c:v>
                </c:pt>
                <c:pt idx="47607">
                  <c:v>124.18</c:v>
                </c:pt>
                <c:pt idx="47608">
                  <c:v>111.98</c:v>
                </c:pt>
                <c:pt idx="47609">
                  <c:v>169.95</c:v>
                </c:pt>
                <c:pt idx="47610">
                  <c:v>152.97999999999999</c:v>
                </c:pt>
                <c:pt idx="47611">
                  <c:v>152.97999999999999</c:v>
                </c:pt>
                <c:pt idx="47612">
                  <c:v>124.18</c:v>
                </c:pt>
                <c:pt idx="47613">
                  <c:v>152.97999999999999</c:v>
                </c:pt>
                <c:pt idx="47614">
                  <c:v>114.93</c:v>
                </c:pt>
                <c:pt idx="47615">
                  <c:v>32.49</c:v>
                </c:pt>
                <c:pt idx="47616">
                  <c:v>32.479999999999997</c:v>
                </c:pt>
                <c:pt idx="47617">
                  <c:v>32.49</c:v>
                </c:pt>
                <c:pt idx="47618">
                  <c:v>32.479999999999997</c:v>
                </c:pt>
                <c:pt idx="47619">
                  <c:v>28.13</c:v>
                </c:pt>
                <c:pt idx="47620">
                  <c:v>65.98</c:v>
                </c:pt>
                <c:pt idx="47621">
                  <c:v>72.78</c:v>
                </c:pt>
                <c:pt idx="47622">
                  <c:v>59.98</c:v>
                </c:pt>
                <c:pt idx="47623">
                  <c:v>51.98</c:v>
                </c:pt>
                <c:pt idx="47624">
                  <c:v>89.97</c:v>
                </c:pt>
                <c:pt idx="47625">
                  <c:v>74.22</c:v>
                </c:pt>
                <c:pt idx="47626">
                  <c:v>74.97</c:v>
                </c:pt>
                <c:pt idx="47627">
                  <c:v>61.95</c:v>
                </c:pt>
                <c:pt idx="47628">
                  <c:v>52.28</c:v>
                </c:pt>
                <c:pt idx="47629">
                  <c:v>84.99</c:v>
                </c:pt>
                <c:pt idx="47630">
                  <c:v>59.98</c:v>
                </c:pt>
                <c:pt idx="47631">
                  <c:v>119.96</c:v>
                </c:pt>
                <c:pt idx="47632">
                  <c:v>65.930000000000007</c:v>
                </c:pt>
                <c:pt idx="47633">
                  <c:v>61.98</c:v>
                </c:pt>
                <c:pt idx="47634">
                  <c:v>53.98</c:v>
                </c:pt>
                <c:pt idx="47635">
                  <c:v>50.05</c:v>
                </c:pt>
                <c:pt idx="47636">
                  <c:v>99.87</c:v>
                </c:pt>
                <c:pt idx="47637">
                  <c:v>88.97</c:v>
                </c:pt>
                <c:pt idx="47638">
                  <c:v>74.98</c:v>
                </c:pt>
                <c:pt idx="47639">
                  <c:v>84.97</c:v>
                </c:pt>
                <c:pt idx="47640">
                  <c:v>22.29</c:v>
                </c:pt>
                <c:pt idx="47641">
                  <c:v>28.24</c:v>
                </c:pt>
                <c:pt idx="47642">
                  <c:v>28.23</c:v>
                </c:pt>
                <c:pt idx="47643">
                  <c:v>9.66</c:v>
                </c:pt>
                <c:pt idx="47644">
                  <c:v>32.49</c:v>
                </c:pt>
                <c:pt idx="47645">
                  <c:v>35.049999999999997</c:v>
                </c:pt>
                <c:pt idx="47646">
                  <c:v>32.29</c:v>
                </c:pt>
                <c:pt idx="47647">
                  <c:v>263.95999999999998</c:v>
                </c:pt>
                <c:pt idx="47648">
                  <c:v>249.95</c:v>
                </c:pt>
                <c:pt idx="47649">
                  <c:v>269.95999999999998</c:v>
                </c:pt>
                <c:pt idx="47650">
                  <c:v>169.98</c:v>
                </c:pt>
                <c:pt idx="47651">
                  <c:v>152.97999999999999</c:v>
                </c:pt>
                <c:pt idx="47652">
                  <c:v>75.13</c:v>
                </c:pt>
                <c:pt idx="47653">
                  <c:v>79.98</c:v>
                </c:pt>
                <c:pt idx="47654">
                  <c:v>159.97999999999999</c:v>
                </c:pt>
                <c:pt idx="47655">
                  <c:v>135.97999999999999</c:v>
                </c:pt>
                <c:pt idx="47656">
                  <c:v>199.96</c:v>
                </c:pt>
                <c:pt idx="47657">
                  <c:v>65.989999999999995</c:v>
                </c:pt>
                <c:pt idx="47658">
                  <c:v>32.29</c:v>
                </c:pt>
                <c:pt idx="47659">
                  <c:v>32.29</c:v>
                </c:pt>
                <c:pt idx="47660">
                  <c:v>32.28</c:v>
                </c:pt>
                <c:pt idx="47661">
                  <c:v>34.49</c:v>
                </c:pt>
                <c:pt idx="47662">
                  <c:v>29.09</c:v>
                </c:pt>
                <c:pt idx="47663">
                  <c:v>238.97</c:v>
                </c:pt>
                <c:pt idx="47664">
                  <c:v>84.99</c:v>
                </c:pt>
                <c:pt idx="47665">
                  <c:v>169.98</c:v>
                </c:pt>
                <c:pt idx="47666">
                  <c:v>84.99</c:v>
                </c:pt>
                <c:pt idx="47667">
                  <c:v>169.98</c:v>
                </c:pt>
                <c:pt idx="47668">
                  <c:v>150.18</c:v>
                </c:pt>
                <c:pt idx="47669">
                  <c:v>68.98</c:v>
                </c:pt>
                <c:pt idx="47670">
                  <c:v>159.97999999999999</c:v>
                </c:pt>
                <c:pt idx="47671">
                  <c:v>84.99</c:v>
                </c:pt>
                <c:pt idx="47672">
                  <c:v>144.79</c:v>
                </c:pt>
                <c:pt idx="47673">
                  <c:v>31.49</c:v>
                </c:pt>
                <c:pt idx="47674">
                  <c:v>31.49</c:v>
                </c:pt>
                <c:pt idx="47675">
                  <c:v>27.24</c:v>
                </c:pt>
                <c:pt idx="47676">
                  <c:v>31.49</c:v>
                </c:pt>
                <c:pt idx="47677">
                  <c:v>31.49</c:v>
                </c:pt>
                <c:pt idx="47678">
                  <c:v>31.49</c:v>
                </c:pt>
                <c:pt idx="47679">
                  <c:v>31.49</c:v>
                </c:pt>
                <c:pt idx="47680">
                  <c:v>31.49</c:v>
                </c:pt>
                <c:pt idx="47681">
                  <c:v>61.43</c:v>
                </c:pt>
                <c:pt idx="47682">
                  <c:v>31.49</c:v>
                </c:pt>
                <c:pt idx="47683">
                  <c:v>27.24</c:v>
                </c:pt>
                <c:pt idx="47684">
                  <c:v>31.48</c:v>
                </c:pt>
                <c:pt idx="47685">
                  <c:v>31.49</c:v>
                </c:pt>
                <c:pt idx="47686">
                  <c:v>31.49</c:v>
                </c:pt>
                <c:pt idx="47687">
                  <c:v>31.48</c:v>
                </c:pt>
                <c:pt idx="47688">
                  <c:v>89.97</c:v>
                </c:pt>
                <c:pt idx="47689">
                  <c:v>89.97</c:v>
                </c:pt>
                <c:pt idx="47690">
                  <c:v>86.47</c:v>
                </c:pt>
                <c:pt idx="47691">
                  <c:v>84.99</c:v>
                </c:pt>
                <c:pt idx="47692">
                  <c:v>89.97</c:v>
                </c:pt>
                <c:pt idx="47693">
                  <c:v>82.49</c:v>
                </c:pt>
                <c:pt idx="47694">
                  <c:v>62.09</c:v>
                </c:pt>
                <c:pt idx="47695">
                  <c:v>95.98</c:v>
                </c:pt>
                <c:pt idx="47696">
                  <c:v>66.650000000000006</c:v>
                </c:pt>
                <c:pt idx="47697">
                  <c:v>84.99</c:v>
                </c:pt>
                <c:pt idx="47698">
                  <c:v>79.98</c:v>
                </c:pt>
                <c:pt idx="47699">
                  <c:v>89.97</c:v>
                </c:pt>
                <c:pt idx="47700">
                  <c:v>89.97</c:v>
                </c:pt>
                <c:pt idx="47701">
                  <c:v>89.97</c:v>
                </c:pt>
                <c:pt idx="47702">
                  <c:v>89.97</c:v>
                </c:pt>
                <c:pt idx="47703">
                  <c:v>84.99</c:v>
                </c:pt>
                <c:pt idx="47704">
                  <c:v>89.97</c:v>
                </c:pt>
                <c:pt idx="47705">
                  <c:v>89.97</c:v>
                </c:pt>
                <c:pt idx="47706">
                  <c:v>84.97</c:v>
                </c:pt>
                <c:pt idx="47707">
                  <c:v>77.77</c:v>
                </c:pt>
                <c:pt idx="47708">
                  <c:v>89.97</c:v>
                </c:pt>
                <c:pt idx="47709">
                  <c:v>27.24</c:v>
                </c:pt>
                <c:pt idx="47710">
                  <c:v>31.48</c:v>
                </c:pt>
                <c:pt idx="47711">
                  <c:v>27.24</c:v>
                </c:pt>
                <c:pt idx="47712">
                  <c:v>31.49</c:v>
                </c:pt>
                <c:pt idx="47713">
                  <c:v>31.49</c:v>
                </c:pt>
                <c:pt idx="47714">
                  <c:v>31.48</c:v>
                </c:pt>
                <c:pt idx="47715">
                  <c:v>31.49</c:v>
                </c:pt>
                <c:pt idx="47716">
                  <c:v>99.98</c:v>
                </c:pt>
                <c:pt idx="47717">
                  <c:v>96.1</c:v>
                </c:pt>
                <c:pt idx="47718">
                  <c:v>95.97</c:v>
                </c:pt>
                <c:pt idx="47719">
                  <c:v>63.98</c:v>
                </c:pt>
                <c:pt idx="47720">
                  <c:v>107.98</c:v>
                </c:pt>
                <c:pt idx="47721">
                  <c:v>99.98</c:v>
                </c:pt>
                <c:pt idx="47722">
                  <c:v>99.98</c:v>
                </c:pt>
                <c:pt idx="47723">
                  <c:v>79.98</c:v>
                </c:pt>
                <c:pt idx="47724">
                  <c:v>113.97</c:v>
                </c:pt>
                <c:pt idx="47725">
                  <c:v>99.98</c:v>
                </c:pt>
                <c:pt idx="47726">
                  <c:v>63.98</c:v>
                </c:pt>
                <c:pt idx="47727">
                  <c:v>74.98</c:v>
                </c:pt>
                <c:pt idx="47728">
                  <c:v>69.98</c:v>
                </c:pt>
                <c:pt idx="47729">
                  <c:v>31.48</c:v>
                </c:pt>
                <c:pt idx="47730">
                  <c:v>31.48</c:v>
                </c:pt>
                <c:pt idx="47731">
                  <c:v>31.48</c:v>
                </c:pt>
                <c:pt idx="47732">
                  <c:v>31.48</c:v>
                </c:pt>
                <c:pt idx="47733">
                  <c:v>31.48</c:v>
                </c:pt>
                <c:pt idx="47734">
                  <c:v>31.48</c:v>
                </c:pt>
                <c:pt idx="47735">
                  <c:v>31.48</c:v>
                </c:pt>
                <c:pt idx="47736">
                  <c:v>31.45</c:v>
                </c:pt>
                <c:pt idx="47737">
                  <c:v>53.98</c:v>
                </c:pt>
                <c:pt idx="47738">
                  <c:v>54.99</c:v>
                </c:pt>
                <c:pt idx="47739">
                  <c:v>89.98</c:v>
                </c:pt>
                <c:pt idx="47740">
                  <c:v>84.98</c:v>
                </c:pt>
                <c:pt idx="47741">
                  <c:v>53.98</c:v>
                </c:pt>
                <c:pt idx="47742">
                  <c:v>84.99</c:v>
                </c:pt>
                <c:pt idx="47743">
                  <c:v>54.99</c:v>
                </c:pt>
                <c:pt idx="47744">
                  <c:v>84.99</c:v>
                </c:pt>
                <c:pt idx="47745">
                  <c:v>65.989999999999995</c:v>
                </c:pt>
                <c:pt idx="47746">
                  <c:v>89.98</c:v>
                </c:pt>
                <c:pt idx="47747">
                  <c:v>69.98</c:v>
                </c:pt>
                <c:pt idx="47748">
                  <c:v>84.99</c:v>
                </c:pt>
                <c:pt idx="47749">
                  <c:v>84.99</c:v>
                </c:pt>
                <c:pt idx="47750">
                  <c:v>54.99</c:v>
                </c:pt>
                <c:pt idx="47751">
                  <c:v>84.99</c:v>
                </c:pt>
                <c:pt idx="47752">
                  <c:v>84.99</c:v>
                </c:pt>
                <c:pt idx="47753">
                  <c:v>84.99</c:v>
                </c:pt>
                <c:pt idx="47754">
                  <c:v>84.99</c:v>
                </c:pt>
                <c:pt idx="47755">
                  <c:v>68.989999999999995</c:v>
                </c:pt>
                <c:pt idx="47756">
                  <c:v>84.99</c:v>
                </c:pt>
                <c:pt idx="47757">
                  <c:v>84.99</c:v>
                </c:pt>
                <c:pt idx="47758">
                  <c:v>89.98</c:v>
                </c:pt>
                <c:pt idx="47759">
                  <c:v>31.49</c:v>
                </c:pt>
                <c:pt idx="47760">
                  <c:v>31.49</c:v>
                </c:pt>
                <c:pt idx="47761">
                  <c:v>31.49</c:v>
                </c:pt>
                <c:pt idx="47762">
                  <c:v>31.49</c:v>
                </c:pt>
                <c:pt idx="47763">
                  <c:v>31.48</c:v>
                </c:pt>
                <c:pt idx="47764">
                  <c:v>31.48</c:v>
                </c:pt>
                <c:pt idx="47765">
                  <c:v>203.95</c:v>
                </c:pt>
                <c:pt idx="47766">
                  <c:v>65.989999999999995</c:v>
                </c:pt>
                <c:pt idx="47767">
                  <c:v>131.97999999999999</c:v>
                </c:pt>
                <c:pt idx="47768">
                  <c:v>131.97999999999999</c:v>
                </c:pt>
                <c:pt idx="47769">
                  <c:v>120.87</c:v>
                </c:pt>
                <c:pt idx="47770">
                  <c:v>121.98</c:v>
                </c:pt>
                <c:pt idx="47771">
                  <c:v>131.97999999999999</c:v>
                </c:pt>
                <c:pt idx="47772">
                  <c:v>263.95999999999998</c:v>
                </c:pt>
                <c:pt idx="47773">
                  <c:v>99.98</c:v>
                </c:pt>
                <c:pt idx="47774">
                  <c:v>121.98</c:v>
                </c:pt>
                <c:pt idx="47775">
                  <c:v>131.97999999999999</c:v>
                </c:pt>
                <c:pt idx="47776">
                  <c:v>147.97</c:v>
                </c:pt>
                <c:pt idx="47777">
                  <c:v>21.49</c:v>
                </c:pt>
                <c:pt idx="47778">
                  <c:v>10.99</c:v>
                </c:pt>
                <c:pt idx="47779">
                  <c:v>27.13</c:v>
                </c:pt>
                <c:pt idx="47780">
                  <c:v>31.18</c:v>
                </c:pt>
                <c:pt idx="47781">
                  <c:v>33.96</c:v>
                </c:pt>
                <c:pt idx="47782">
                  <c:v>33.86</c:v>
                </c:pt>
                <c:pt idx="47783">
                  <c:v>79.98</c:v>
                </c:pt>
                <c:pt idx="47784">
                  <c:v>158.08000000000001</c:v>
                </c:pt>
                <c:pt idx="47785">
                  <c:v>69.98</c:v>
                </c:pt>
                <c:pt idx="47786">
                  <c:v>29.48</c:v>
                </c:pt>
                <c:pt idx="47787">
                  <c:v>128.47</c:v>
                </c:pt>
                <c:pt idx="47788">
                  <c:v>21.49</c:v>
                </c:pt>
                <c:pt idx="47789">
                  <c:v>158.08000000000001</c:v>
                </c:pt>
                <c:pt idx="47790">
                  <c:v>21.49</c:v>
                </c:pt>
                <c:pt idx="47791">
                  <c:v>128.47</c:v>
                </c:pt>
                <c:pt idx="47792">
                  <c:v>59.99</c:v>
                </c:pt>
                <c:pt idx="47793">
                  <c:v>69.98</c:v>
                </c:pt>
                <c:pt idx="47794">
                  <c:v>59.99</c:v>
                </c:pt>
                <c:pt idx="47795">
                  <c:v>29.48</c:v>
                </c:pt>
                <c:pt idx="47796">
                  <c:v>29.48</c:v>
                </c:pt>
                <c:pt idx="47797">
                  <c:v>20.49</c:v>
                </c:pt>
                <c:pt idx="47798">
                  <c:v>20.49</c:v>
                </c:pt>
                <c:pt idx="47799">
                  <c:v>169.98</c:v>
                </c:pt>
                <c:pt idx="47800">
                  <c:v>80.44</c:v>
                </c:pt>
                <c:pt idx="47801">
                  <c:v>88.04</c:v>
                </c:pt>
                <c:pt idx="47802">
                  <c:v>88.04</c:v>
                </c:pt>
                <c:pt idx="47803">
                  <c:v>29.48</c:v>
                </c:pt>
                <c:pt idx="47804">
                  <c:v>66.599999999999994</c:v>
                </c:pt>
                <c:pt idx="47805">
                  <c:v>68.989999999999995</c:v>
                </c:pt>
                <c:pt idx="47806">
                  <c:v>169.98</c:v>
                </c:pt>
                <c:pt idx="47807">
                  <c:v>80.44</c:v>
                </c:pt>
                <c:pt idx="47808">
                  <c:v>169.98</c:v>
                </c:pt>
                <c:pt idx="47809">
                  <c:v>93.17</c:v>
                </c:pt>
                <c:pt idx="47810">
                  <c:v>109.98</c:v>
                </c:pt>
                <c:pt idx="47811">
                  <c:v>109.98</c:v>
                </c:pt>
                <c:pt idx="47812">
                  <c:v>93.17</c:v>
                </c:pt>
                <c:pt idx="47813">
                  <c:v>68.989999999999995</c:v>
                </c:pt>
                <c:pt idx="47814">
                  <c:v>66.599999999999994</c:v>
                </c:pt>
                <c:pt idx="47815">
                  <c:v>89.98</c:v>
                </c:pt>
                <c:pt idx="47816">
                  <c:v>89.98</c:v>
                </c:pt>
                <c:pt idx="47817">
                  <c:v>169.98</c:v>
                </c:pt>
                <c:pt idx="47818">
                  <c:v>79.98</c:v>
                </c:pt>
                <c:pt idx="47819">
                  <c:v>31.29</c:v>
                </c:pt>
                <c:pt idx="47820">
                  <c:v>31.29</c:v>
                </c:pt>
                <c:pt idx="47821">
                  <c:v>31.29</c:v>
                </c:pt>
                <c:pt idx="47822">
                  <c:v>31.29</c:v>
                </c:pt>
                <c:pt idx="47823">
                  <c:v>26.94</c:v>
                </c:pt>
                <c:pt idx="47824">
                  <c:v>31.29</c:v>
                </c:pt>
                <c:pt idx="47825">
                  <c:v>110.97</c:v>
                </c:pt>
                <c:pt idx="47826">
                  <c:v>172.49</c:v>
                </c:pt>
                <c:pt idx="47827">
                  <c:v>138.94999999999999</c:v>
                </c:pt>
                <c:pt idx="47828">
                  <c:v>258.94</c:v>
                </c:pt>
                <c:pt idx="47829">
                  <c:v>176.71</c:v>
                </c:pt>
                <c:pt idx="47830">
                  <c:v>136.93</c:v>
                </c:pt>
                <c:pt idx="47831">
                  <c:v>179.94</c:v>
                </c:pt>
                <c:pt idx="47832">
                  <c:v>177.92</c:v>
                </c:pt>
                <c:pt idx="47833">
                  <c:v>110.97</c:v>
                </c:pt>
                <c:pt idx="47834">
                  <c:v>165.25</c:v>
                </c:pt>
                <c:pt idx="47835">
                  <c:v>191.85</c:v>
                </c:pt>
                <c:pt idx="47836">
                  <c:v>31.29</c:v>
                </c:pt>
                <c:pt idx="47837">
                  <c:v>31.29</c:v>
                </c:pt>
                <c:pt idx="47838">
                  <c:v>31.29</c:v>
                </c:pt>
                <c:pt idx="47839">
                  <c:v>31.29</c:v>
                </c:pt>
                <c:pt idx="47840">
                  <c:v>108.86</c:v>
                </c:pt>
                <c:pt idx="47841">
                  <c:v>96.76</c:v>
                </c:pt>
                <c:pt idx="47842">
                  <c:v>67.739999999999995</c:v>
                </c:pt>
                <c:pt idx="47843">
                  <c:v>153.32</c:v>
                </c:pt>
                <c:pt idx="47844">
                  <c:v>94.34</c:v>
                </c:pt>
                <c:pt idx="47845">
                  <c:v>96.41</c:v>
                </c:pt>
                <c:pt idx="47846">
                  <c:v>145.15</c:v>
                </c:pt>
                <c:pt idx="47847">
                  <c:v>113.55</c:v>
                </c:pt>
                <c:pt idx="47848">
                  <c:v>108.85</c:v>
                </c:pt>
                <c:pt idx="47849">
                  <c:v>108.86</c:v>
                </c:pt>
                <c:pt idx="47850">
                  <c:v>62.9</c:v>
                </c:pt>
                <c:pt idx="47851">
                  <c:v>97.97</c:v>
                </c:pt>
                <c:pt idx="47852">
                  <c:v>94.34</c:v>
                </c:pt>
                <c:pt idx="47853">
                  <c:v>104.02</c:v>
                </c:pt>
                <c:pt idx="47854">
                  <c:v>125.79</c:v>
                </c:pt>
                <c:pt idx="47855">
                  <c:v>108.86</c:v>
                </c:pt>
                <c:pt idx="47856">
                  <c:v>142.72999999999999</c:v>
                </c:pt>
                <c:pt idx="47857">
                  <c:v>31.28</c:v>
                </c:pt>
                <c:pt idx="47858">
                  <c:v>31.28</c:v>
                </c:pt>
                <c:pt idx="47859">
                  <c:v>31.28</c:v>
                </c:pt>
                <c:pt idx="47860">
                  <c:v>31.28</c:v>
                </c:pt>
                <c:pt idx="47861">
                  <c:v>-107.45</c:v>
                </c:pt>
                <c:pt idx="47862">
                  <c:v>31.28</c:v>
                </c:pt>
                <c:pt idx="47863">
                  <c:v>107.45</c:v>
                </c:pt>
                <c:pt idx="47864">
                  <c:v>31.28</c:v>
                </c:pt>
                <c:pt idx="47865">
                  <c:v>13.88</c:v>
                </c:pt>
                <c:pt idx="47866">
                  <c:v>77.98</c:v>
                </c:pt>
                <c:pt idx="47867">
                  <c:v>49.97</c:v>
                </c:pt>
                <c:pt idx="47868">
                  <c:v>65.989999999999995</c:v>
                </c:pt>
                <c:pt idx="47869">
                  <c:v>65.989999999999995</c:v>
                </c:pt>
                <c:pt idx="47870">
                  <c:v>82.97</c:v>
                </c:pt>
                <c:pt idx="47871">
                  <c:v>77.98</c:v>
                </c:pt>
                <c:pt idx="47872">
                  <c:v>77.98</c:v>
                </c:pt>
                <c:pt idx="47873">
                  <c:v>65.989999999999995</c:v>
                </c:pt>
                <c:pt idx="47874">
                  <c:v>77.98</c:v>
                </c:pt>
                <c:pt idx="47875">
                  <c:v>65.989999999999995</c:v>
                </c:pt>
                <c:pt idx="47876">
                  <c:v>65.989999999999995</c:v>
                </c:pt>
                <c:pt idx="47877">
                  <c:v>173.14</c:v>
                </c:pt>
                <c:pt idx="47878">
                  <c:v>65.989999999999995</c:v>
                </c:pt>
                <c:pt idx="47879">
                  <c:v>65.989999999999995</c:v>
                </c:pt>
                <c:pt idx="47880">
                  <c:v>-29.98</c:v>
                </c:pt>
                <c:pt idx="47881">
                  <c:v>62.85</c:v>
                </c:pt>
                <c:pt idx="47882">
                  <c:v>65.989999999999995</c:v>
                </c:pt>
                <c:pt idx="47883">
                  <c:v>77.98</c:v>
                </c:pt>
                <c:pt idx="47884">
                  <c:v>65.989999999999995</c:v>
                </c:pt>
                <c:pt idx="47885">
                  <c:v>64.67</c:v>
                </c:pt>
                <c:pt idx="47886">
                  <c:v>64.67</c:v>
                </c:pt>
                <c:pt idx="47887">
                  <c:v>64.67</c:v>
                </c:pt>
                <c:pt idx="47888">
                  <c:v>56.09</c:v>
                </c:pt>
                <c:pt idx="47889">
                  <c:v>31.28</c:v>
                </c:pt>
                <c:pt idx="47890">
                  <c:v>31.28</c:v>
                </c:pt>
                <c:pt idx="47891">
                  <c:v>31.28</c:v>
                </c:pt>
                <c:pt idx="47892">
                  <c:v>31.28</c:v>
                </c:pt>
                <c:pt idx="47893">
                  <c:v>31.27</c:v>
                </c:pt>
                <c:pt idx="47894">
                  <c:v>11.29</c:v>
                </c:pt>
                <c:pt idx="47895">
                  <c:v>11.29</c:v>
                </c:pt>
                <c:pt idx="47896">
                  <c:v>99.98</c:v>
                </c:pt>
                <c:pt idx="47897">
                  <c:v>100.97</c:v>
                </c:pt>
                <c:pt idx="47898">
                  <c:v>110.96</c:v>
                </c:pt>
                <c:pt idx="47899">
                  <c:v>33.47</c:v>
                </c:pt>
                <c:pt idx="47900">
                  <c:v>33.47</c:v>
                </c:pt>
                <c:pt idx="47901">
                  <c:v>33.72</c:v>
                </c:pt>
                <c:pt idx="47902">
                  <c:v>26.23</c:v>
                </c:pt>
                <c:pt idx="47903">
                  <c:v>31.19</c:v>
                </c:pt>
                <c:pt idx="47904">
                  <c:v>31.19</c:v>
                </c:pt>
                <c:pt idx="47905">
                  <c:v>50.98</c:v>
                </c:pt>
                <c:pt idx="47906">
                  <c:v>59.98</c:v>
                </c:pt>
                <c:pt idx="47907">
                  <c:v>99.98</c:v>
                </c:pt>
                <c:pt idx="47908">
                  <c:v>84.99</c:v>
                </c:pt>
                <c:pt idx="47909">
                  <c:v>39.49</c:v>
                </c:pt>
                <c:pt idx="47910">
                  <c:v>78.98</c:v>
                </c:pt>
                <c:pt idx="47911">
                  <c:v>83.44</c:v>
                </c:pt>
                <c:pt idx="47912">
                  <c:v>15.49</c:v>
                </c:pt>
                <c:pt idx="47913">
                  <c:v>62.14</c:v>
                </c:pt>
                <c:pt idx="47914">
                  <c:v>119.17</c:v>
                </c:pt>
                <c:pt idx="47915">
                  <c:v>59.48</c:v>
                </c:pt>
                <c:pt idx="47916">
                  <c:v>69.98</c:v>
                </c:pt>
                <c:pt idx="47917">
                  <c:v>57.28</c:v>
                </c:pt>
                <c:pt idx="47918">
                  <c:v>79.98</c:v>
                </c:pt>
                <c:pt idx="47919">
                  <c:v>43.99</c:v>
                </c:pt>
                <c:pt idx="47920">
                  <c:v>99.98</c:v>
                </c:pt>
                <c:pt idx="47921">
                  <c:v>88.98</c:v>
                </c:pt>
                <c:pt idx="47922">
                  <c:v>53.98</c:v>
                </c:pt>
                <c:pt idx="47923">
                  <c:v>104.98</c:v>
                </c:pt>
                <c:pt idx="47924">
                  <c:v>69.13</c:v>
                </c:pt>
                <c:pt idx="47925">
                  <c:v>83.79</c:v>
                </c:pt>
                <c:pt idx="47926">
                  <c:v>96.33</c:v>
                </c:pt>
                <c:pt idx="47927">
                  <c:v>17.489999999999998</c:v>
                </c:pt>
                <c:pt idx="47928">
                  <c:v>31.18</c:v>
                </c:pt>
                <c:pt idx="47929">
                  <c:v>31.18</c:v>
                </c:pt>
                <c:pt idx="47930">
                  <c:v>21.97</c:v>
                </c:pt>
                <c:pt idx="47931">
                  <c:v>30.38</c:v>
                </c:pt>
                <c:pt idx="47932">
                  <c:v>32.880000000000003</c:v>
                </c:pt>
                <c:pt idx="47933">
                  <c:v>28.39</c:v>
                </c:pt>
                <c:pt idx="47934">
                  <c:v>32.880000000000003</c:v>
                </c:pt>
                <c:pt idx="47935">
                  <c:v>30.49</c:v>
                </c:pt>
                <c:pt idx="47936">
                  <c:v>30.49</c:v>
                </c:pt>
                <c:pt idx="47937">
                  <c:v>32.49</c:v>
                </c:pt>
                <c:pt idx="47938">
                  <c:v>32.49</c:v>
                </c:pt>
                <c:pt idx="47939">
                  <c:v>27.74</c:v>
                </c:pt>
                <c:pt idx="47940">
                  <c:v>32.479999999999997</c:v>
                </c:pt>
                <c:pt idx="47941">
                  <c:v>54.58</c:v>
                </c:pt>
                <c:pt idx="47942">
                  <c:v>119.96</c:v>
                </c:pt>
                <c:pt idx="47943">
                  <c:v>99.96</c:v>
                </c:pt>
                <c:pt idx="47944">
                  <c:v>74.97</c:v>
                </c:pt>
                <c:pt idx="47945">
                  <c:v>59.98</c:v>
                </c:pt>
                <c:pt idx="47946">
                  <c:v>52.78</c:v>
                </c:pt>
                <c:pt idx="47947">
                  <c:v>59.98</c:v>
                </c:pt>
                <c:pt idx="47948">
                  <c:v>59.98</c:v>
                </c:pt>
                <c:pt idx="47949">
                  <c:v>119.96</c:v>
                </c:pt>
                <c:pt idx="47950">
                  <c:v>59.98</c:v>
                </c:pt>
                <c:pt idx="47951">
                  <c:v>32.479999999999997</c:v>
                </c:pt>
                <c:pt idx="47952">
                  <c:v>59.98</c:v>
                </c:pt>
                <c:pt idx="47953">
                  <c:v>51.98</c:v>
                </c:pt>
                <c:pt idx="47954">
                  <c:v>55.98</c:v>
                </c:pt>
                <c:pt idx="47955">
                  <c:v>59.98</c:v>
                </c:pt>
                <c:pt idx="47956">
                  <c:v>59.98</c:v>
                </c:pt>
                <c:pt idx="47957">
                  <c:v>119.36</c:v>
                </c:pt>
                <c:pt idx="47958">
                  <c:v>58.78</c:v>
                </c:pt>
                <c:pt idx="47959">
                  <c:v>119.96</c:v>
                </c:pt>
                <c:pt idx="47960">
                  <c:v>115.25</c:v>
                </c:pt>
                <c:pt idx="47961">
                  <c:v>32.479999999999997</c:v>
                </c:pt>
                <c:pt idx="47962">
                  <c:v>32.479999999999997</c:v>
                </c:pt>
                <c:pt idx="47963">
                  <c:v>25.94</c:v>
                </c:pt>
                <c:pt idx="47964">
                  <c:v>25.94</c:v>
                </c:pt>
                <c:pt idx="47965">
                  <c:v>30.28</c:v>
                </c:pt>
                <c:pt idx="47966">
                  <c:v>32.75</c:v>
                </c:pt>
                <c:pt idx="47967">
                  <c:v>32.65</c:v>
                </c:pt>
                <c:pt idx="47968">
                  <c:v>32.65</c:v>
                </c:pt>
                <c:pt idx="47969">
                  <c:v>32.630000000000003</c:v>
                </c:pt>
                <c:pt idx="47970">
                  <c:v>32.630000000000003</c:v>
                </c:pt>
                <c:pt idx="47971">
                  <c:v>30.18</c:v>
                </c:pt>
                <c:pt idx="47972">
                  <c:v>32.51</c:v>
                </c:pt>
                <c:pt idx="47973">
                  <c:v>29.49</c:v>
                </c:pt>
                <c:pt idx="47974">
                  <c:v>29.49</c:v>
                </c:pt>
                <c:pt idx="47975">
                  <c:v>51.98</c:v>
                </c:pt>
                <c:pt idx="47976">
                  <c:v>18.989999999999998</c:v>
                </c:pt>
                <c:pt idx="47977">
                  <c:v>114.97</c:v>
                </c:pt>
                <c:pt idx="47978">
                  <c:v>68.33</c:v>
                </c:pt>
                <c:pt idx="47979">
                  <c:v>125.57</c:v>
                </c:pt>
                <c:pt idx="47980">
                  <c:v>83.49</c:v>
                </c:pt>
                <c:pt idx="47981">
                  <c:v>102.2</c:v>
                </c:pt>
                <c:pt idx="47982">
                  <c:v>89.96</c:v>
                </c:pt>
                <c:pt idx="47983">
                  <c:v>117.77</c:v>
                </c:pt>
                <c:pt idx="47984">
                  <c:v>59.98</c:v>
                </c:pt>
                <c:pt idx="47985">
                  <c:v>21.99</c:v>
                </c:pt>
                <c:pt idx="47986">
                  <c:v>94.45</c:v>
                </c:pt>
                <c:pt idx="47987">
                  <c:v>39.99</c:v>
                </c:pt>
                <c:pt idx="47988">
                  <c:v>109.96</c:v>
                </c:pt>
                <c:pt idx="47989">
                  <c:v>55.58</c:v>
                </c:pt>
                <c:pt idx="47990">
                  <c:v>94.37</c:v>
                </c:pt>
                <c:pt idx="47991">
                  <c:v>29.49</c:v>
                </c:pt>
                <c:pt idx="47992">
                  <c:v>29.49</c:v>
                </c:pt>
                <c:pt idx="47993">
                  <c:v>29.49</c:v>
                </c:pt>
                <c:pt idx="47994">
                  <c:v>29.48</c:v>
                </c:pt>
                <c:pt idx="47995">
                  <c:v>29.48</c:v>
                </c:pt>
                <c:pt idx="47996">
                  <c:v>29.48</c:v>
                </c:pt>
                <c:pt idx="47997">
                  <c:v>123.56</c:v>
                </c:pt>
                <c:pt idx="47998">
                  <c:v>67.97</c:v>
                </c:pt>
                <c:pt idx="47999">
                  <c:v>31.98</c:v>
                </c:pt>
                <c:pt idx="48000">
                  <c:v>27.2</c:v>
                </c:pt>
                <c:pt idx="48001">
                  <c:v>27.2</c:v>
                </c:pt>
                <c:pt idx="48002">
                  <c:v>77.97</c:v>
                </c:pt>
                <c:pt idx="48003">
                  <c:v>74.11</c:v>
                </c:pt>
                <c:pt idx="48004">
                  <c:v>103.96</c:v>
                </c:pt>
                <c:pt idx="48005">
                  <c:v>77.930000000000007</c:v>
                </c:pt>
                <c:pt idx="48006">
                  <c:v>76.150000000000006</c:v>
                </c:pt>
                <c:pt idx="48007">
                  <c:v>103.96</c:v>
                </c:pt>
                <c:pt idx="48008">
                  <c:v>103.96</c:v>
                </c:pt>
                <c:pt idx="48009">
                  <c:v>98.7</c:v>
                </c:pt>
                <c:pt idx="48010">
                  <c:v>45.68</c:v>
                </c:pt>
                <c:pt idx="48011">
                  <c:v>129.94999999999999</c:v>
                </c:pt>
                <c:pt idx="48012">
                  <c:v>103.96</c:v>
                </c:pt>
                <c:pt idx="48013">
                  <c:v>77.97</c:v>
                </c:pt>
                <c:pt idx="48014">
                  <c:v>51.98</c:v>
                </c:pt>
                <c:pt idx="48015">
                  <c:v>108.95</c:v>
                </c:pt>
                <c:pt idx="48016">
                  <c:v>77.97</c:v>
                </c:pt>
                <c:pt idx="48017">
                  <c:v>99.23</c:v>
                </c:pt>
                <c:pt idx="48018">
                  <c:v>77.97</c:v>
                </c:pt>
                <c:pt idx="48019">
                  <c:v>103.18</c:v>
                </c:pt>
                <c:pt idx="48020">
                  <c:v>103.96</c:v>
                </c:pt>
                <c:pt idx="48021">
                  <c:v>24.74</c:v>
                </c:pt>
                <c:pt idx="48022">
                  <c:v>27.04</c:v>
                </c:pt>
                <c:pt idx="48023">
                  <c:v>28.94</c:v>
                </c:pt>
                <c:pt idx="48024">
                  <c:v>29.29</c:v>
                </c:pt>
                <c:pt idx="48025">
                  <c:v>29.29</c:v>
                </c:pt>
                <c:pt idx="48026">
                  <c:v>29.29</c:v>
                </c:pt>
                <c:pt idx="48027">
                  <c:v>197.96</c:v>
                </c:pt>
                <c:pt idx="48028">
                  <c:v>121.98</c:v>
                </c:pt>
                <c:pt idx="48029">
                  <c:v>121.98</c:v>
                </c:pt>
                <c:pt idx="48030">
                  <c:v>148.32</c:v>
                </c:pt>
                <c:pt idx="48031">
                  <c:v>121.98</c:v>
                </c:pt>
                <c:pt idx="48032">
                  <c:v>182.97</c:v>
                </c:pt>
                <c:pt idx="48033">
                  <c:v>179.95</c:v>
                </c:pt>
                <c:pt idx="48034">
                  <c:v>29.29</c:v>
                </c:pt>
                <c:pt idx="48035">
                  <c:v>29.29</c:v>
                </c:pt>
                <c:pt idx="48036">
                  <c:v>29.28</c:v>
                </c:pt>
                <c:pt idx="48037">
                  <c:v>24.74</c:v>
                </c:pt>
                <c:pt idx="48038">
                  <c:v>31.44</c:v>
                </c:pt>
                <c:pt idx="48039">
                  <c:v>31.44</c:v>
                </c:pt>
                <c:pt idx="48040">
                  <c:v>59.96</c:v>
                </c:pt>
                <c:pt idx="48041">
                  <c:v>77.58</c:v>
                </c:pt>
                <c:pt idx="48042">
                  <c:v>159.97999999999999</c:v>
                </c:pt>
                <c:pt idx="48043">
                  <c:v>121.98</c:v>
                </c:pt>
                <c:pt idx="48044">
                  <c:v>236.74</c:v>
                </c:pt>
                <c:pt idx="48045">
                  <c:v>-23.66</c:v>
                </c:pt>
                <c:pt idx="48046">
                  <c:v>159.97999999999999</c:v>
                </c:pt>
                <c:pt idx="48047">
                  <c:v>263.14999999999998</c:v>
                </c:pt>
                <c:pt idx="48048">
                  <c:v>31.44</c:v>
                </c:pt>
                <c:pt idx="48049">
                  <c:v>31.44</c:v>
                </c:pt>
                <c:pt idx="48050">
                  <c:v>31.44</c:v>
                </c:pt>
                <c:pt idx="48051">
                  <c:v>28.49</c:v>
                </c:pt>
                <c:pt idx="48052">
                  <c:v>28.49</c:v>
                </c:pt>
                <c:pt idx="48053">
                  <c:v>10.87</c:v>
                </c:pt>
                <c:pt idx="48054">
                  <c:v>10.87</c:v>
                </c:pt>
                <c:pt idx="48055">
                  <c:v>24.23</c:v>
                </c:pt>
                <c:pt idx="48056">
                  <c:v>206.97</c:v>
                </c:pt>
                <c:pt idx="48057">
                  <c:v>144.47999999999999</c:v>
                </c:pt>
                <c:pt idx="48058">
                  <c:v>179.96</c:v>
                </c:pt>
                <c:pt idx="48059">
                  <c:v>96.86</c:v>
                </c:pt>
                <c:pt idx="48060">
                  <c:v>124.18</c:v>
                </c:pt>
                <c:pt idx="48061">
                  <c:v>169.98</c:v>
                </c:pt>
                <c:pt idx="48062">
                  <c:v>169.98</c:v>
                </c:pt>
                <c:pt idx="48063">
                  <c:v>87.24</c:v>
                </c:pt>
                <c:pt idx="48064">
                  <c:v>169.98</c:v>
                </c:pt>
                <c:pt idx="48065">
                  <c:v>24.23</c:v>
                </c:pt>
                <c:pt idx="48066">
                  <c:v>28.47</c:v>
                </c:pt>
                <c:pt idx="48067">
                  <c:v>28.47</c:v>
                </c:pt>
                <c:pt idx="48068">
                  <c:v>28.38</c:v>
                </c:pt>
                <c:pt idx="48069">
                  <c:v>26.09</c:v>
                </c:pt>
                <c:pt idx="48070">
                  <c:v>26.09</c:v>
                </c:pt>
                <c:pt idx="48071">
                  <c:v>26.09</c:v>
                </c:pt>
                <c:pt idx="48072">
                  <c:v>254.97</c:v>
                </c:pt>
                <c:pt idx="48073">
                  <c:v>257.95999999999998</c:v>
                </c:pt>
                <c:pt idx="48074">
                  <c:v>254.97</c:v>
                </c:pt>
                <c:pt idx="48075">
                  <c:v>254.97</c:v>
                </c:pt>
                <c:pt idx="48076">
                  <c:v>254.97</c:v>
                </c:pt>
                <c:pt idx="48077">
                  <c:v>254.97</c:v>
                </c:pt>
                <c:pt idx="48078">
                  <c:v>28.38</c:v>
                </c:pt>
                <c:pt idx="48079">
                  <c:v>26.99</c:v>
                </c:pt>
                <c:pt idx="48080">
                  <c:v>203.94</c:v>
                </c:pt>
                <c:pt idx="48081">
                  <c:v>381.49</c:v>
                </c:pt>
                <c:pt idx="48082">
                  <c:v>284.44</c:v>
                </c:pt>
                <c:pt idx="48083">
                  <c:v>325.52999999999997</c:v>
                </c:pt>
                <c:pt idx="48084">
                  <c:v>265.44</c:v>
                </c:pt>
                <c:pt idx="48085">
                  <c:v>30.49</c:v>
                </c:pt>
                <c:pt idx="48086">
                  <c:v>25.99</c:v>
                </c:pt>
                <c:pt idx="48087">
                  <c:v>25.99</c:v>
                </c:pt>
                <c:pt idx="48088">
                  <c:v>25.99</c:v>
                </c:pt>
                <c:pt idx="48089">
                  <c:v>84.99</c:v>
                </c:pt>
                <c:pt idx="48090">
                  <c:v>84.99</c:v>
                </c:pt>
                <c:pt idx="48091">
                  <c:v>65.989999999999995</c:v>
                </c:pt>
                <c:pt idx="48092">
                  <c:v>75.09</c:v>
                </c:pt>
                <c:pt idx="48093">
                  <c:v>54.98</c:v>
                </c:pt>
                <c:pt idx="48094">
                  <c:v>113.47</c:v>
                </c:pt>
                <c:pt idx="48095">
                  <c:v>65.989999999999995</c:v>
                </c:pt>
                <c:pt idx="48096">
                  <c:v>99.98</c:v>
                </c:pt>
                <c:pt idx="48097">
                  <c:v>100.98</c:v>
                </c:pt>
                <c:pt idx="48098">
                  <c:v>169.98</c:v>
                </c:pt>
                <c:pt idx="48099">
                  <c:v>84.99</c:v>
                </c:pt>
                <c:pt idx="48100">
                  <c:v>116.23</c:v>
                </c:pt>
                <c:pt idx="48101">
                  <c:v>114.98</c:v>
                </c:pt>
                <c:pt idx="48102">
                  <c:v>84.99</c:v>
                </c:pt>
                <c:pt idx="48103">
                  <c:v>95.98</c:v>
                </c:pt>
                <c:pt idx="48104">
                  <c:v>84.99</c:v>
                </c:pt>
                <c:pt idx="48105">
                  <c:v>25.99</c:v>
                </c:pt>
                <c:pt idx="48106">
                  <c:v>25.99</c:v>
                </c:pt>
                <c:pt idx="48107">
                  <c:v>30.49</c:v>
                </c:pt>
                <c:pt idx="48108">
                  <c:v>30.49</c:v>
                </c:pt>
                <c:pt idx="48109">
                  <c:v>30.49</c:v>
                </c:pt>
                <c:pt idx="48110">
                  <c:v>30.49</c:v>
                </c:pt>
                <c:pt idx="48111">
                  <c:v>30.48</c:v>
                </c:pt>
                <c:pt idx="48112">
                  <c:v>30.48</c:v>
                </c:pt>
                <c:pt idx="48113">
                  <c:v>17.850000000000001</c:v>
                </c:pt>
                <c:pt idx="48114">
                  <c:v>28.28</c:v>
                </c:pt>
                <c:pt idx="48115">
                  <c:v>28.28</c:v>
                </c:pt>
                <c:pt idx="48116">
                  <c:v>28.27</c:v>
                </c:pt>
                <c:pt idx="48117">
                  <c:v>254.96</c:v>
                </c:pt>
                <c:pt idx="48118">
                  <c:v>187.91</c:v>
                </c:pt>
                <c:pt idx="48119">
                  <c:v>190.96</c:v>
                </c:pt>
                <c:pt idx="48120">
                  <c:v>149.97</c:v>
                </c:pt>
                <c:pt idx="48121">
                  <c:v>60.98</c:v>
                </c:pt>
                <c:pt idx="48122">
                  <c:v>124.07</c:v>
                </c:pt>
                <c:pt idx="48123">
                  <c:v>184.95</c:v>
                </c:pt>
                <c:pt idx="48124">
                  <c:v>77.959999999999994</c:v>
                </c:pt>
                <c:pt idx="48125">
                  <c:v>184.97</c:v>
                </c:pt>
                <c:pt idx="48126">
                  <c:v>135.07</c:v>
                </c:pt>
                <c:pt idx="48127">
                  <c:v>28.18</c:v>
                </c:pt>
                <c:pt idx="48128">
                  <c:v>30.23</c:v>
                </c:pt>
                <c:pt idx="48129">
                  <c:v>30.23</c:v>
                </c:pt>
                <c:pt idx="48130">
                  <c:v>98.57</c:v>
                </c:pt>
                <c:pt idx="48131">
                  <c:v>226.04</c:v>
                </c:pt>
                <c:pt idx="48132">
                  <c:v>221.97</c:v>
                </c:pt>
                <c:pt idx="48133">
                  <c:v>147.94999999999999</c:v>
                </c:pt>
                <c:pt idx="48134">
                  <c:v>201.93</c:v>
                </c:pt>
                <c:pt idx="48135">
                  <c:v>132.78</c:v>
                </c:pt>
                <c:pt idx="48136">
                  <c:v>209.63</c:v>
                </c:pt>
                <c:pt idx="48137">
                  <c:v>-32.42</c:v>
                </c:pt>
                <c:pt idx="48138">
                  <c:v>209.93</c:v>
                </c:pt>
                <c:pt idx="48139">
                  <c:v>183.92</c:v>
                </c:pt>
                <c:pt idx="48140">
                  <c:v>169.94</c:v>
                </c:pt>
                <c:pt idx="48141">
                  <c:v>30.23</c:v>
                </c:pt>
                <c:pt idx="48142">
                  <c:v>30.21</c:v>
                </c:pt>
                <c:pt idx="48143">
                  <c:v>30.21</c:v>
                </c:pt>
                <c:pt idx="48144">
                  <c:v>30.19</c:v>
                </c:pt>
                <c:pt idx="48145">
                  <c:v>27.49</c:v>
                </c:pt>
                <c:pt idx="48146">
                  <c:v>27.49</c:v>
                </c:pt>
                <c:pt idx="48147">
                  <c:v>23.24</c:v>
                </c:pt>
                <c:pt idx="48148">
                  <c:v>73.97</c:v>
                </c:pt>
                <c:pt idx="48149">
                  <c:v>240.66</c:v>
                </c:pt>
                <c:pt idx="48150">
                  <c:v>318.29000000000002</c:v>
                </c:pt>
                <c:pt idx="48151">
                  <c:v>110.44</c:v>
                </c:pt>
                <c:pt idx="48152">
                  <c:v>73.48</c:v>
                </c:pt>
                <c:pt idx="48153">
                  <c:v>159.97999999999999</c:v>
                </c:pt>
                <c:pt idx="48154">
                  <c:v>91.98</c:v>
                </c:pt>
                <c:pt idx="48155">
                  <c:v>27.48</c:v>
                </c:pt>
                <c:pt idx="48156">
                  <c:v>27.48</c:v>
                </c:pt>
                <c:pt idx="48157">
                  <c:v>27.48</c:v>
                </c:pt>
                <c:pt idx="48158">
                  <c:v>27.48</c:v>
                </c:pt>
                <c:pt idx="48159">
                  <c:v>27.38</c:v>
                </c:pt>
                <c:pt idx="48160">
                  <c:v>25.09</c:v>
                </c:pt>
                <c:pt idx="48161">
                  <c:v>80.739999999999995</c:v>
                </c:pt>
                <c:pt idx="48162">
                  <c:v>65.989999999999995</c:v>
                </c:pt>
                <c:pt idx="48163">
                  <c:v>76.489999999999995</c:v>
                </c:pt>
                <c:pt idx="48164">
                  <c:v>65.989999999999995</c:v>
                </c:pt>
                <c:pt idx="48165">
                  <c:v>65.989999999999995</c:v>
                </c:pt>
                <c:pt idx="48166">
                  <c:v>65.989999999999995</c:v>
                </c:pt>
                <c:pt idx="48167">
                  <c:v>65.989999999999995</c:v>
                </c:pt>
                <c:pt idx="48168">
                  <c:v>64.989999999999995</c:v>
                </c:pt>
                <c:pt idx="48169">
                  <c:v>84.99</c:v>
                </c:pt>
                <c:pt idx="48170">
                  <c:v>79.89</c:v>
                </c:pt>
                <c:pt idx="48171">
                  <c:v>84.99</c:v>
                </c:pt>
                <c:pt idx="48172">
                  <c:v>76.260000000000005</c:v>
                </c:pt>
                <c:pt idx="48173">
                  <c:v>76.489999999999995</c:v>
                </c:pt>
                <c:pt idx="48174">
                  <c:v>76.489999999999995</c:v>
                </c:pt>
                <c:pt idx="48175">
                  <c:v>65.989999999999995</c:v>
                </c:pt>
                <c:pt idx="48176">
                  <c:v>65.989999999999995</c:v>
                </c:pt>
                <c:pt idx="48177">
                  <c:v>72.239999999999995</c:v>
                </c:pt>
                <c:pt idx="48178">
                  <c:v>76.489999999999995</c:v>
                </c:pt>
                <c:pt idx="48179">
                  <c:v>72.239999999999995</c:v>
                </c:pt>
                <c:pt idx="48180">
                  <c:v>84.99</c:v>
                </c:pt>
                <c:pt idx="48181">
                  <c:v>18.36</c:v>
                </c:pt>
                <c:pt idx="48182">
                  <c:v>27.38</c:v>
                </c:pt>
                <c:pt idx="48183">
                  <c:v>24.73</c:v>
                </c:pt>
                <c:pt idx="48184">
                  <c:v>26.98</c:v>
                </c:pt>
                <c:pt idx="48185">
                  <c:v>24.78</c:v>
                </c:pt>
                <c:pt idx="48186">
                  <c:v>-24.78</c:v>
                </c:pt>
                <c:pt idx="48187">
                  <c:v>24.78</c:v>
                </c:pt>
                <c:pt idx="48188">
                  <c:v>24.78</c:v>
                </c:pt>
                <c:pt idx="48189">
                  <c:v>101.95</c:v>
                </c:pt>
                <c:pt idx="48190">
                  <c:v>115.96</c:v>
                </c:pt>
                <c:pt idx="48191">
                  <c:v>78.959999999999994</c:v>
                </c:pt>
                <c:pt idx="48192">
                  <c:v>72.959999999999994</c:v>
                </c:pt>
                <c:pt idx="48193">
                  <c:v>91.96</c:v>
                </c:pt>
                <c:pt idx="48194">
                  <c:v>91.96</c:v>
                </c:pt>
                <c:pt idx="48195">
                  <c:v>88.95</c:v>
                </c:pt>
                <c:pt idx="48196">
                  <c:v>59.97</c:v>
                </c:pt>
                <c:pt idx="48197">
                  <c:v>80.97</c:v>
                </c:pt>
                <c:pt idx="48198">
                  <c:v>68.97</c:v>
                </c:pt>
                <c:pt idx="48199">
                  <c:v>47.97</c:v>
                </c:pt>
                <c:pt idx="48200">
                  <c:v>123.47</c:v>
                </c:pt>
                <c:pt idx="48201">
                  <c:v>68.97</c:v>
                </c:pt>
                <c:pt idx="48202">
                  <c:v>68.97</c:v>
                </c:pt>
                <c:pt idx="48203">
                  <c:v>53.18</c:v>
                </c:pt>
                <c:pt idx="48204">
                  <c:v>50.38</c:v>
                </c:pt>
                <c:pt idx="48205">
                  <c:v>73.77</c:v>
                </c:pt>
                <c:pt idx="48206">
                  <c:v>91.96</c:v>
                </c:pt>
                <c:pt idx="48207">
                  <c:v>101.95</c:v>
                </c:pt>
                <c:pt idx="48208">
                  <c:v>68.97</c:v>
                </c:pt>
                <c:pt idx="48209">
                  <c:v>68.97</c:v>
                </c:pt>
                <c:pt idx="48210">
                  <c:v>53.97</c:v>
                </c:pt>
                <c:pt idx="48211">
                  <c:v>75.569999999999993</c:v>
                </c:pt>
                <c:pt idx="48212">
                  <c:v>26.29</c:v>
                </c:pt>
                <c:pt idx="48213">
                  <c:v>26.29</c:v>
                </c:pt>
                <c:pt idx="48214">
                  <c:v>27.29</c:v>
                </c:pt>
                <c:pt idx="48215">
                  <c:v>27.29</c:v>
                </c:pt>
                <c:pt idx="48216">
                  <c:v>27.28</c:v>
                </c:pt>
                <c:pt idx="48217">
                  <c:v>27.28</c:v>
                </c:pt>
                <c:pt idx="48218">
                  <c:v>27.28</c:v>
                </c:pt>
                <c:pt idx="48219">
                  <c:v>117.96</c:v>
                </c:pt>
                <c:pt idx="48220">
                  <c:v>117.96</c:v>
                </c:pt>
                <c:pt idx="48221">
                  <c:v>198.72</c:v>
                </c:pt>
                <c:pt idx="48222">
                  <c:v>198.72</c:v>
                </c:pt>
                <c:pt idx="48223">
                  <c:v>27.18</c:v>
                </c:pt>
                <c:pt idx="48224">
                  <c:v>27.18</c:v>
                </c:pt>
                <c:pt idx="48225">
                  <c:v>-2.79</c:v>
                </c:pt>
                <c:pt idx="48226">
                  <c:v>29.48</c:v>
                </c:pt>
                <c:pt idx="48227">
                  <c:v>29.25</c:v>
                </c:pt>
                <c:pt idx="48228">
                  <c:v>22.24</c:v>
                </c:pt>
                <c:pt idx="48229">
                  <c:v>26.49</c:v>
                </c:pt>
                <c:pt idx="48230">
                  <c:v>22.24</c:v>
                </c:pt>
                <c:pt idx="48231">
                  <c:v>26.49</c:v>
                </c:pt>
                <c:pt idx="48232">
                  <c:v>26.49</c:v>
                </c:pt>
                <c:pt idx="48233">
                  <c:v>159.69999999999999</c:v>
                </c:pt>
                <c:pt idx="48234">
                  <c:v>159.69999999999999</c:v>
                </c:pt>
                <c:pt idx="48235">
                  <c:v>159.69999999999999</c:v>
                </c:pt>
                <c:pt idx="48236">
                  <c:v>96.78</c:v>
                </c:pt>
                <c:pt idx="48237">
                  <c:v>96.78</c:v>
                </c:pt>
                <c:pt idx="48238">
                  <c:v>96.78</c:v>
                </c:pt>
                <c:pt idx="48239">
                  <c:v>26.49</c:v>
                </c:pt>
                <c:pt idx="48240">
                  <c:v>26.49</c:v>
                </c:pt>
                <c:pt idx="48241">
                  <c:v>26.49</c:v>
                </c:pt>
                <c:pt idx="48242">
                  <c:v>26.49</c:v>
                </c:pt>
                <c:pt idx="48243">
                  <c:v>26.49</c:v>
                </c:pt>
                <c:pt idx="48244">
                  <c:v>26.49</c:v>
                </c:pt>
                <c:pt idx="48245">
                  <c:v>12.49</c:v>
                </c:pt>
                <c:pt idx="48246">
                  <c:v>15.49</c:v>
                </c:pt>
                <c:pt idx="48247">
                  <c:v>12.49</c:v>
                </c:pt>
                <c:pt idx="48248">
                  <c:v>12.49</c:v>
                </c:pt>
                <c:pt idx="48249">
                  <c:v>26.49</c:v>
                </c:pt>
                <c:pt idx="48250">
                  <c:v>26.49</c:v>
                </c:pt>
                <c:pt idx="48251">
                  <c:v>26.49</c:v>
                </c:pt>
                <c:pt idx="48252">
                  <c:v>15.49</c:v>
                </c:pt>
                <c:pt idx="48253">
                  <c:v>15.49</c:v>
                </c:pt>
                <c:pt idx="48254">
                  <c:v>26.49</c:v>
                </c:pt>
                <c:pt idx="48255">
                  <c:v>96.98</c:v>
                </c:pt>
                <c:pt idx="48256">
                  <c:v>189.97</c:v>
                </c:pt>
                <c:pt idx="48257">
                  <c:v>214.66</c:v>
                </c:pt>
                <c:pt idx="48258">
                  <c:v>115.48</c:v>
                </c:pt>
                <c:pt idx="48259">
                  <c:v>84.99</c:v>
                </c:pt>
                <c:pt idx="48260">
                  <c:v>84.99</c:v>
                </c:pt>
                <c:pt idx="48261">
                  <c:v>96.98</c:v>
                </c:pt>
                <c:pt idx="48262">
                  <c:v>104.98</c:v>
                </c:pt>
                <c:pt idx="48263">
                  <c:v>104.98</c:v>
                </c:pt>
                <c:pt idx="48264">
                  <c:v>84.99</c:v>
                </c:pt>
                <c:pt idx="48265">
                  <c:v>65.989999999999995</c:v>
                </c:pt>
                <c:pt idx="48266">
                  <c:v>104.98</c:v>
                </c:pt>
                <c:pt idx="48267">
                  <c:v>189.97</c:v>
                </c:pt>
                <c:pt idx="48268">
                  <c:v>107.98</c:v>
                </c:pt>
                <c:pt idx="48269">
                  <c:v>22.24</c:v>
                </c:pt>
                <c:pt idx="48270">
                  <c:v>22.24</c:v>
                </c:pt>
                <c:pt idx="48271">
                  <c:v>22.24</c:v>
                </c:pt>
                <c:pt idx="48272">
                  <c:v>26.49</c:v>
                </c:pt>
                <c:pt idx="48273">
                  <c:v>26.49</c:v>
                </c:pt>
                <c:pt idx="48274">
                  <c:v>26.49</c:v>
                </c:pt>
                <c:pt idx="48275">
                  <c:v>323.95999999999998</c:v>
                </c:pt>
                <c:pt idx="48276">
                  <c:v>134.97</c:v>
                </c:pt>
                <c:pt idx="48277">
                  <c:v>97.88</c:v>
                </c:pt>
                <c:pt idx="48278">
                  <c:v>80.98</c:v>
                </c:pt>
                <c:pt idx="48279">
                  <c:v>199.96</c:v>
                </c:pt>
                <c:pt idx="48280">
                  <c:v>87.64</c:v>
                </c:pt>
                <c:pt idx="48281">
                  <c:v>89.98</c:v>
                </c:pt>
                <c:pt idx="48282">
                  <c:v>26.49</c:v>
                </c:pt>
                <c:pt idx="48283">
                  <c:v>26.49</c:v>
                </c:pt>
                <c:pt idx="48284">
                  <c:v>26.49</c:v>
                </c:pt>
                <c:pt idx="48285">
                  <c:v>26.49</c:v>
                </c:pt>
                <c:pt idx="48286">
                  <c:v>26.48</c:v>
                </c:pt>
                <c:pt idx="48287">
                  <c:v>26.49</c:v>
                </c:pt>
                <c:pt idx="48288">
                  <c:v>26.49</c:v>
                </c:pt>
                <c:pt idx="48289">
                  <c:v>26.49</c:v>
                </c:pt>
                <c:pt idx="48290">
                  <c:v>22.74</c:v>
                </c:pt>
                <c:pt idx="48291">
                  <c:v>22.74</c:v>
                </c:pt>
                <c:pt idx="48292">
                  <c:v>26.49</c:v>
                </c:pt>
                <c:pt idx="48293">
                  <c:v>26.49</c:v>
                </c:pt>
                <c:pt idx="48294">
                  <c:v>26.49</c:v>
                </c:pt>
                <c:pt idx="48295">
                  <c:v>170.95</c:v>
                </c:pt>
                <c:pt idx="48296">
                  <c:v>45.07</c:v>
                </c:pt>
                <c:pt idx="48297">
                  <c:v>26.48</c:v>
                </c:pt>
                <c:pt idx="48298">
                  <c:v>22.23</c:v>
                </c:pt>
                <c:pt idx="48299">
                  <c:v>26.48</c:v>
                </c:pt>
                <c:pt idx="48300">
                  <c:v>27.08</c:v>
                </c:pt>
                <c:pt idx="48301">
                  <c:v>29.02</c:v>
                </c:pt>
                <c:pt idx="48302">
                  <c:v>26.49</c:v>
                </c:pt>
                <c:pt idx="48303">
                  <c:v>28.49</c:v>
                </c:pt>
                <c:pt idx="48304">
                  <c:v>9.49</c:v>
                </c:pt>
                <c:pt idx="48305">
                  <c:v>28.48</c:v>
                </c:pt>
                <c:pt idx="48306">
                  <c:v>169.98</c:v>
                </c:pt>
                <c:pt idx="48307">
                  <c:v>178.96</c:v>
                </c:pt>
                <c:pt idx="48308">
                  <c:v>135.97999999999999</c:v>
                </c:pt>
                <c:pt idx="48309">
                  <c:v>131.97999999999999</c:v>
                </c:pt>
                <c:pt idx="48310">
                  <c:v>158.97999999999999</c:v>
                </c:pt>
                <c:pt idx="48311">
                  <c:v>169.98</c:v>
                </c:pt>
                <c:pt idx="48312">
                  <c:v>169.98</c:v>
                </c:pt>
                <c:pt idx="48313">
                  <c:v>159.97999999999999</c:v>
                </c:pt>
                <c:pt idx="48314">
                  <c:v>203.97</c:v>
                </c:pt>
                <c:pt idx="48315">
                  <c:v>131.97999999999999</c:v>
                </c:pt>
                <c:pt idx="48316">
                  <c:v>-2.39</c:v>
                </c:pt>
                <c:pt idx="48317">
                  <c:v>25.94</c:v>
                </c:pt>
                <c:pt idx="48318">
                  <c:v>21.94</c:v>
                </c:pt>
                <c:pt idx="48319">
                  <c:v>21.94</c:v>
                </c:pt>
                <c:pt idx="48320">
                  <c:v>126.75</c:v>
                </c:pt>
                <c:pt idx="48321">
                  <c:v>131.97999999999999</c:v>
                </c:pt>
                <c:pt idx="48322">
                  <c:v>131.94999999999999</c:v>
                </c:pt>
                <c:pt idx="48323">
                  <c:v>131.97999999999999</c:v>
                </c:pt>
                <c:pt idx="48324">
                  <c:v>131.97999999999999</c:v>
                </c:pt>
                <c:pt idx="48325">
                  <c:v>121.98</c:v>
                </c:pt>
                <c:pt idx="48326">
                  <c:v>21.94</c:v>
                </c:pt>
                <c:pt idx="48327">
                  <c:v>26.29</c:v>
                </c:pt>
                <c:pt idx="48328">
                  <c:v>26.29</c:v>
                </c:pt>
                <c:pt idx="48329">
                  <c:v>26.29</c:v>
                </c:pt>
                <c:pt idx="48330">
                  <c:v>26.29</c:v>
                </c:pt>
                <c:pt idx="48331">
                  <c:v>26.29</c:v>
                </c:pt>
                <c:pt idx="48332">
                  <c:v>26.29</c:v>
                </c:pt>
                <c:pt idx="48333">
                  <c:v>128.22999999999999</c:v>
                </c:pt>
                <c:pt idx="48334">
                  <c:v>166.58</c:v>
                </c:pt>
                <c:pt idx="48335">
                  <c:v>169.98</c:v>
                </c:pt>
                <c:pt idx="48336">
                  <c:v>79.98</c:v>
                </c:pt>
                <c:pt idx="48337">
                  <c:v>197.96</c:v>
                </c:pt>
                <c:pt idx="48338">
                  <c:v>159.97999999999999</c:v>
                </c:pt>
                <c:pt idx="48339">
                  <c:v>169.98</c:v>
                </c:pt>
                <c:pt idx="48340">
                  <c:v>79.98</c:v>
                </c:pt>
                <c:pt idx="48341">
                  <c:v>164.77</c:v>
                </c:pt>
                <c:pt idx="48342">
                  <c:v>26.29</c:v>
                </c:pt>
                <c:pt idx="48343">
                  <c:v>26.29</c:v>
                </c:pt>
                <c:pt idx="48344">
                  <c:v>26.29</c:v>
                </c:pt>
                <c:pt idx="48345">
                  <c:v>26.29</c:v>
                </c:pt>
                <c:pt idx="48346">
                  <c:v>21.94</c:v>
                </c:pt>
                <c:pt idx="48347">
                  <c:v>26.28</c:v>
                </c:pt>
                <c:pt idx="48348">
                  <c:v>26.28</c:v>
                </c:pt>
                <c:pt idx="48349">
                  <c:v>26.28</c:v>
                </c:pt>
                <c:pt idx="48350">
                  <c:v>93.98</c:v>
                </c:pt>
                <c:pt idx="48351">
                  <c:v>159.97999999999999</c:v>
                </c:pt>
                <c:pt idx="48352">
                  <c:v>87.97</c:v>
                </c:pt>
                <c:pt idx="48353">
                  <c:v>277.95</c:v>
                </c:pt>
                <c:pt idx="48354">
                  <c:v>131.96</c:v>
                </c:pt>
                <c:pt idx="48355">
                  <c:v>197.96</c:v>
                </c:pt>
                <c:pt idx="48356">
                  <c:v>28.41</c:v>
                </c:pt>
                <c:pt idx="48357">
                  <c:v>21.93</c:v>
                </c:pt>
                <c:pt idx="48358">
                  <c:v>23.57</c:v>
                </c:pt>
                <c:pt idx="48359">
                  <c:v>23.55</c:v>
                </c:pt>
                <c:pt idx="48360">
                  <c:v>26.19</c:v>
                </c:pt>
                <c:pt idx="48361">
                  <c:v>26.19</c:v>
                </c:pt>
                <c:pt idx="48362">
                  <c:v>65.989999999999995</c:v>
                </c:pt>
                <c:pt idx="48363">
                  <c:v>169.98</c:v>
                </c:pt>
                <c:pt idx="48364">
                  <c:v>160.91999999999999</c:v>
                </c:pt>
                <c:pt idx="48365">
                  <c:v>65.989999999999995</c:v>
                </c:pt>
                <c:pt idx="48366">
                  <c:v>149.97999999999999</c:v>
                </c:pt>
                <c:pt idx="48367">
                  <c:v>169.98</c:v>
                </c:pt>
                <c:pt idx="48368">
                  <c:v>169.98</c:v>
                </c:pt>
                <c:pt idx="48369">
                  <c:v>131.97999999999999</c:v>
                </c:pt>
                <c:pt idx="48370">
                  <c:v>169.98</c:v>
                </c:pt>
                <c:pt idx="48371">
                  <c:v>159.97999999999999</c:v>
                </c:pt>
                <c:pt idx="48372">
                  <c:v>131.97999999999999</c:v>
                </c:pt>
                <c:pt idx="48373">
                  <c:v>65.989999999999995</c:v>
                </c:pt>
                <c:pt idx="48374">
                  <c:v>25.49</c:v>
                </c:pt>
                <c:pt idx="48375">
                  <c:v>21.24</c:v>
                </c:pt>
                <c:pt idx="48376">
                  <c:v>25.48</c:v>
                </c:pt>
                <c:pt idx="48377">
                  <c:v>25.49</c:v>
                </c:pt>
                <c:pt idx="48378">
                  <c:v>25.48</c:v>
                </c:pt>
                <c:pt idx="48379">
                  <c:v>25.48</c:v>
                </c:pt>
                <c:pt idx="48380">
                  <c:v>25.48</c:v>
                </c:pt>
                <c:pt idx="48381">
                  <c:v>76.97</c:v>
                </c:pt>
                <c:pt idx="48382">
                  <c:v>55.98</c:v>
                </c:pt>
                <c:pt idx="48383">
                  <c:v>21.24</c:v>
                </c:pt>
                <c:pt idx="48384">
                  <c:v>21.24</c:v>
                </c:pt>
                <c:pt idx="48385">
                  <c:v>27.79</c:v>
                </c:pt>
                <c:pt idx="48386">
                  <c:v>27.79</c:v>
                </c:pt>
                <c:pt idx="48387">
                  <c:v>151.97999999999999</c:v>
                </c:pt>
                <c:pt idx="48388">
                  <c:v>133.97999999999999</c:v>
                </c:pt>
                <c:pt idx="48389">
                  <c:v>122.97</c:v>
                </c:pt>
                <c:pt idx="48390">
                  <c:v>137.97999999999999</c:v>
                </c:pt>
                <c:pt idx="48391">
                  <c:v>137.97999999999999</c:v>
                </c:pt>
                <c:pt idx="48392">
                  <c:v>197.96</c:v>
                </c:pt>
                <c:pt idx="48393">
                  <c:v>136.32</c:v>
                </c:pt>
                <c:pt idx="48394">
                  <c:v>117.34</c:v>
                </c:pt>
                <c:pt idx="48395">
                  <c:v>84.99</c:v>
                </c:pt>
                <c:pt idx="48396">
                  <c:v>130.38</c:v>
                </c:pt>
                <c:pt idx="48397">
                  <c:v>141.97999999999999</c:v>
                </c:pt>
                <c:pt idx="48398">
                  <c:v>127.32</c:v>
                </c:pt>
                <c:pt idx="48399">
                  <c:v>25.08</c:v>
                </c:pt>
                <c:pt idx="48400">
                  <c:v>25.08</c:v>
                </c:pt>
                <c:pt idx="48401">
                  <c:v>35.28</c:v>
                </c:pt>
                <c:pt idx="48402">
                  <c:v>-1.3</c:v>
                </c:pt>
                <c:pt idx="48403">
                  <c:v>68.33</c:v>
                </c:pt>
                <c:pt idx="48404">
                  <c:v>73.989999999999995</c:v>
                </c:pt>
                <c:pt idx="48405">
                  <c:v>80.98</c:v>
                </c:pt>
                <c:pt idx="48406">
                  <c:v>68.989999999999995</c:v>
                </c:pt>
                <c:pt idx="48407">
                  <c:v>68.989999999999995</c:v>
                </c:pt>
                <c:pt idx="48408">
                  <c:v>55.98</c:v>
                </c:pt>
                <c:pt idx="48409">
                  <c:v>80.98</c:v>
                </c:pt>
                <c:pt idx="48410">
                  <c:v>62.39</c:v>
                </c:pt>
                <c:pt idx="48411">
                  <c:v>64.52</c:v>
                </c:pt>
                <c:pt idx="48412">
                  <c:v>68.989999999999995</c:v>
                </c:pt>
                <c:pt idx="48413">
                  <c:v>84.99</c:v>
                </c:pt>
                <c:pt idx="48414">
                  <c:v>66.36</c:v>
                </c:pt>
                <c:pt idx="48415">
                  <c:v>84.3</c:v>
                </c:pt>
                <c:pt idx="48416">
                  <c:v>99.98</c:v>
                </c:pt>
                <c:pt idx="48417">
                  <c:v>65.19</c:v>
                </c:pt>
                <c:pt idx="48418">
                  <c:v>65.989999999999995</c:v>
                </c:pt>
                <c:pt idx="48419">
                  <c:v>83.45</c:v>
                </c:pt>
                <c:pt idx="48420">
                  <c:v>68.989999999999995</c:v>
                </c:pt>
                <c:pt idx="48421">
                  <c:v>68.989999999999995</c:v>
                </c:pt>
                <c:pt idx="48422">
                  <c:v>84.99</c:v>
                </c:pt>
                <c:pt idx="48423">
                  <c:v>25.29</c:v>
                </c:pt>
                <c:pt idx="48424">
                  <c:v>20.94</c:v>
                </c:pt>
                <c:pt idx="48425">
                  <c:v>20.94</c:v>
                </c:pt>
                <c:pt idx="48426">
                  <c:v>20.94</c:v>
                </c:pt>
                <c:pt idx="48427">
                  <c:v>20.94</c:v>
                </c:pt>
                <c:pt idx="48428">
                  <c:v>20.94</c:v>
                </c:pt>
                <c:pt idx="48429">
                  <c:v>25.29</c:v>
                </c:pt>
                <c:pt idx="48430">
                  <c:v>10.29</c:v>
                </c:pt>
                <c:pt idx="48431">
                  <c:v>-10.29</c:v>
                </c:pt>
                <c:pt idx="48432">
                  <c:v>20.94</c:v>
                </c:pt>
                <c:pt idx="48433">
                  <c:v>25.29</c:v>
                </c:pt>
                <c:pt idx="48434">
                  <c:v>25.29</c:v>
                </c:pt>
                <c:pt idx="48435">
                  <c:v>89.98</c:v>
                </c:pt>
                <c:pt idx="48436">
                  <c:v>258.70999999999998</c:v>
                </c:pt>
                <c:pt idx="48437">
                  <c:v>120.98</c:v>
                </c:pt>
                <c:pt idx="48438">
                  <c:v>161.94999999999999</c:v>
                </c:pt>
                <c:pt idx="48439">
                  <c:v>295.22000000000003</c:v>
                </c:pt>
                <c:pt idx="48440">
                  <c:v>171.94</c:v>
                </c:pt>
                <c:pt idx="48441">
                  <c:v>296.94</c:v>
                </c:pt>
                <c:pt idx="48442">
                  <c:v>25.28</c:v>
                </c:pt>
                <c:pt idx="48443">
                  <c:v>24.88</c:v>
                </c:pt>
                <c:pt idx="48444">
                  <c:v>25.26</c:v>
                </c:pt>
                <c:pt idx="48445">
                  <c:v>8.49</c:v>
                </c:pt>
                <c:pt idx="48446">
                  <c:v>82.98</c:v>
                </c:pt>
                <c:pt idx="48447">
                  <c:v>20.239999999999998</c:v>
                </c:pt>
                <c:pt idx="48448">
                  <c:v>24.49</c:v>
                </c:pt>
                <c:pt idx="48449">
                  <c:v>158.93</c:v>
                </c:pt>
                <c:pt idx="48450">
                  <c:v>270.95999999999998</c:v>
                </c:pt>
                <c:pt idx="48451">
                  <c:v>24.49</c:v>
                </c:pt>
                <c:pt idx="48452">
                  <c:v>24.49</c:v>
                </c:pt>
                <c:pt idx="48453">
                  <c:v>24.49</c:v>
                </c:pt>
                <c:pt idx="48454">
                  <c:v>20.239999999999998</c:v>
                </c:pt>
                <c:pt idx="48455">
                  <c:v>24.49</c:v>
                </c:pt>
                <c:pt idx="48456">
                  <c:v>20.23</c:v>
                </c:pt>
                <c:pt idx="48457">
                  <c:v>26.47</c:v>
                </c:pt>
                <c:pt idx="48458">
                  <c:v>24.49</c:v>
                </c:pt>
                <c:pt idx="48459">
                  <c:v>79.989999999999995</c:v>
                </c:pt>
                <c:pt idx="48460">
                  <c:v>97.08</c:v>
                </c:pt>
                <c:pt idx="48461">
                  <c:v>60.99</c:v>
                </c:pt>
                <c:pt idx="48462">
                  <c:v>239.97</c:v>
                </c:pt>
                <c:pt idx="48463">
                  <c:v>79.989999999999995</c:v>
                </c:pt>
                <c:pt idx="48464">
                  <c:v>26.38</c:v>
                </c:pt>
                <c:pt idx="48465">
                  <c:v>26.38</c:v>
                </c:pt>
                <c:pt idx="48466">
                  <c:v>26.6</c:v>
                </c:pt>
                <c:pt idx="48467">
                  <c:v>26.6</c:v>
                </c:pt>
                <c:pt idx="48468">
                  <c:v>24.48</c:v>
                </c:pt>
                <c:pt idx="48469">
                  <c:v>24.29</c:v>
                </c:pt>
                <c:pt idx="48470">
                  <c:v>24.29</c:v>
                </c:pt>
                <c:pt idx="48471">
                  <c:v>53.98</c:v>
                </c:pt>
                <c:pt idx="48472">
                  <c:v>81.98</c:v>
                </c:pt>
                <c:pt idx="48473">
                  <c:v>65.989999999999995</c:v>
                </c:pt>
                <c:pt idx="48474">
                  <c:v>67.489999999999995</c:v>
                </c:pt>
                <c:pt idx="48475">
                  <c:v>24.29</c:v>
                </c:pt>
                <c:pt idx="48476">
                  <c:v>24.29</c:v>
                </c:pt>
                <c:pt idx="48477">
                  <c:v>24.29</c:v>
                </c:pt>
                <c:pt idx="48478">
                  <c:v>24.29</c:v>
                </c:pt>
                <c:pt idx="48479">
                  <c:v>24.29</c:v>
                </c:pt>
                <c:pt idx="48480">
                  <c:v>263.95999999999998</c:v>
                </c:pt>
                <c:pt idx="48481">
                  <c:v>19.93</c:v>
                </c:pt>
                <c:pt idx="48482">
                  <c:v>19.78</c:v>
                </c:pt>
                <c:pt idx="48483">
                  <c:v>21.13</c:v>
                </c:pt>
                <c:pt idx="48484">
                  <c:v>23.48</c:v>
                </c:pt>
                <c:pt idx="48485">
                  <c:v>20.74</c:v>
                </c:pt>
                <c:pt idx="48486">
                  <c:v>137.08000000000001</c:v>
                </c:pt>
                <c:pt idx="48487">
                  <c:v>593.91</c:v>
                </c:pt>
                <c:pt idx="48488">
                  <c:v>137.08000000000001</c:v>
                </c:pt>
                <c:pt idx="48489">
                  <c:v>39.99</c:v>
                </c:pt>
                <c:pt idx="48490">
                  <c:v>521.89</c:v>
                </c:pt>
                <c:pt idx="48491">
                  <c:v>129.93</c:v>
                </c:pt>
                <c:pt idx="48492">
                  <c:v>129.93</c:v>
                </c:pt>
                <c:pt idx="48493">
                  <c:v>374.89</c:v>
                </c:pt>
                <c:pt idx="48494">
                  <c:v>39.99</c:v>
                </c:pt>
                <c:pt idx="48495">
                  <c:v>89.96</c:v>
                </c:pt>
                <c:pt idx="48496">
                  <c:v>374.89</c:v>
                </c:pt>
                <c:pt idx="48497">
                  <c:v>521.89</c:v>
                </c:pt>
                <c:pt idx="48498">
                  <c:v>89.96</c:v>
                </c:pt>
                <c:pt idx="48499">
                  <c:v>593.91</c:v>
                </c:pt>
                <c:pt idx="48500">
                  <c:v>25.49</c:v>
                </c:pt>
                <c:pt idx="48501">
                  <c:v>25.49</c:v>
                </c:pt>
                <c:pt idx="48502">
                  <c:v>20.73</c:v>
                </c:pt>
                <c:pt idx="48503">
                  <c:v>20.73</c:v>
                </c:pt>
                <c:pt idx="48504">
                  <c:v>84.98</c:v>
                </c:pt>
                <c:pt idx="48505">
                  <c:v>65.989999999999995</c:v>
                </c:pt>
                <c:pt idx="48506">
                  <c:v>65.989999999999995</c:v>
                </c:pt>
                <c:pt idx="48507">
                  <c:v>78.97</c:v>
                </c:pt>
                <c:pt idx="48508">
                  <c:v>65.19</c:v>
                </c:pt>
                <c:pt idx="48509">
                  <c:v>65.989999999999995</c:v>
                </c:pt>
                <c:pt idx="48510">
                  <c:v>75.98</c:v>
                </c:pt>
                <c:pt idx="48511">
                  <c:v>49.99</c:v>
                </c:pt>
                <c:pt idx="48512">
                  <c:v>84.99</c:v>
                </c:pt>
                <c:pt idx="48513">
                  <c:v>59.98</c:v>
                </c:pt>
                <c:pt idx="48514">
                  <c:v>75.510000000000005</c:v>
                </c:pt>
                <c:pt idx="48515">
                  <c:v>49.99</c:v>
                </c:pt>
                <c:pt idx="48516">
                  <c:v>84.99</c:v>
                </c:pt>
                <c:pt idx="48517">
                  <c:v>65.989999999999995</c:v>
                </c:pt>
                <c:pt idx="48518">
                  <c:v>79.28</c:v>
                </c:pt>
                <c:pt idx="48519">
                  <c:v>68.989999999999995</c:v>
                </c:pt>
                <c:pt idx="48520">
                  <c:v>65.989999999999995</c:v>
                </c:pt>
                <c:pt idx="48521">
                  <c:v>69.98</c:v>
                </c:pt>
                <c:pt idx="48522">
                  <c:v>78.97</c:v>
                </c:pt>
                <c:pt idx="48523">
                  <c:v>65.989999999999995</c:v>
                </c:pt>
                <c:pt idx="48524">
                  <c:v>65.989999999999995</c:v>
                </c:pt>
                <c:pt idx="48525">
                  <c:v>23.78</c:v>
                </c:pt>
                <c:pt idx="48526">
                  <c:v>23.77</c:v>
                </c:pt>
                <c:pt idx="48527">
                  <c:v>68.989999999999995</c:v>
                </c:pt>
                <c:pt idx="48528">
                  <c:v>103.98</c:v>
                </c:pt>
                <c:pt idx="48529">
                  <c:v>87.98</c:v>
                </c:pt>
                <c:pt idx="48530">
                  <c:v>94.98</c:v>
                </c:pt>
                <c:pt idx="48531">
                  <c:v>84.99</c:v>
                </c:pt>
                <c:pt idx="48532">
                  <c:v>84.99</c:v>
                </c:pt>
                <c:pt idx="48533">
                  <c:v>84.99</c:v>
                </c:pt>
                <c:pt idx="48534">
                  <c:v>84.99</c:v>
                </c:pt>
                <c:pt idx="48535">
                  <c:v>68.98</c:v>
                </c:pt>
                <c:pt idx="48536">
                  <c:v>103.98</c:v>
                </c:pt>
                <c:pt idx="48537">
                  <c:v>65.989999999999995</c:v>
                </c:pt>
                <c:pt idx="48538">
                  <c:v>84.99</c:v>
                </c:pt>
                <c:pt idx="48539">
                  <c:v>149.96</c:v>
                </c:pt>
                <c:pt idx="48540">
                  <c:v>68.98</c:v>
                </c:pt>
                <c:pt idx="48541">
                  <c:v>84.99</c:v>
                </c:pt>
                <c:pt idx="48542">
                  <c:v>84.99</c:v>
                </c:pt>
                <c:pt idx="48543">
                  <c:v>84.99</c:v>
                </c:pt>
                <c:pt idx="48544">
                  <c:v>25.39</c:v>
                </c:pt>
                <c:pt idx="48545">
                  <c:v>25.39</c:v>
                </c:pt>
                <c:pt idx="48546">
                  <c:v>20.55</c:v>
                </c:pt>
                <c:pt idx="48547">
                  <c:v>20.55</c:v>
                </c:pt>
                <c:pt idx="48548">
                  <c:v>25.39</c:v>
                </c:pt>
                <c:pt idx="48549">
                  <c:v>25.39</c:v>
                </c:pt>
                <c:pt idx="48550">
                  <c:v>25.39</c:v>
                </c:pt>
                <c:pt idx="48551">
                  <c:v>25.39</c:v>
                </c:pt>
                <c:pt idx="48552">
                  <c:v>25.39</c:v>
                </c:pt>
                <c:pt idx="48553">
                  <c:v>25.39</c:v>
                </c:pt>
                <c:pt idx="48554">
                  <c:v>25.39</c:v>
                </c:pt>
                <c:pt idx="48555">
                  <c:v>25.39</c:v>
                </c:pt>
                <c:pt idx="48556">
                  <c:v>25.39</c:v>
                </c:pt>
                <c:pt idx="48557">
                  <c:v>25.39</c:v>
                </c:pt>
                <c:pt idx="48558">
                  <c:v>25.39</c:v>
                </c:pt>
                <c:pt idx="48559">
                  <c:v>25.39</c:v>
                </c:pt>
                <c:pt idx="48560">
                  <c:v>25.37</c:v>
                </c:pt>
                <c:pt idx="48561">
                  <c:v>25.37</c:v>
                </c:pt>
                <c:pt idx="48562">
                  <c:v>25.37</c:v>
                </c:pt>
                <c:pt idx="48563">
                  <c:v>25.37</c:v>
                </c:pt>
                <c:pt idx="48564">
                  <c:v>23.09</c:v>
                </c:pt>
                <c:pt idx="48565">
                  <c:v>77.97</c:v>
                </c:pt>
                <c:pt idx="48566">
                  <c:v>91.47</c:v>
                </c:pt>
                <c:pt idx="48567">
                  <c:v>91.47</c:v>
                </c:pt>
                <c:pt idx="48568">
                  <c:v>77.97</c:v>
                </c:pt>
                <c:pt idx="48569">
                  <c:v>91.47</c:v>
                </c:pt>
                <c:pt idx="48570">
                  <c:v>79.02</c:v>
                </c:pt>
                <c:pt idx="48571">
                  <c:v>91.47</c:v>
                </c:pt>
                <c:pt idx="48572">
                  <c:v>-15.99</c:v>
                </c:pt>
                <c:pt idx="48573">
                  <c:v>91.47</c:v>
                </c:pt>
                <c:pt idx="48574">
                  <c:v>74.069999999999993</c:v>
                </c:pt>
                <c:pt idx="48575">
                  <c:v>95.94</c:v>
                </c:pt>
                <c:pt idx="48576">
                  <c:v>91.47</c:v>
                </c:pt>
                <c:pt idx="48577">
                  <c:v>91.47</c:v>
                </c:pt>
                <c:pt idx="48578">
                  <c:v>91.47</c:v>
                </c:pt>
                <c:pt idx="48579">
                  <c:v>91.47</c:v>
                </c:pt>
                <c:pt idx="48580">
                  <c:v>91.47</c:v>
                </c:pt>
                <c:pt idx="48581">
                  <c:v>99.96</c:v>
                </c:pt>
                <c:pt idx="48582">
                  <c:v>91.47</c:v>
                </c:pt>
                <c:pt idx="48583">
                  <c:v>23.29</c:v>
                </c:pt>
                <c:pt idx="48584">
                  <c:v>23.28</c:v>
                </c:pt>
                <c:pt idx="48585">
                  <c:v>23.28</c:v>
                </c:pt>
                <c:pt idx="48586">
                  <c:v>21.09</c:v>
                </c:pt>
                <c:pt idx="48587">
                  <c:v>63.96</c:v>
                </c:pt>
                <c:pt idx="48588">
                  <c:v>163.96</c:v>
                </c:pt>
                <c:pt idx="48589">
                  <c:v>69.989999999999995</c:v>
                </c:pt>
                <c:pt idx="48590">
                  <c:v>58.97</c:v>
                </c:pt>
                <c:pt idx="48591">
                  <c:v>65.989999999999995</c:v>
                </c:pt>
                <c:pt idx="48592">
                  <c:v>60.04</c:v>
                </c:pt>
                <c:pt idx="48593">
                  <c:v>33.479999999999997</c:v>
                </c:pt>
                <c:pt idx="48594">
                  <c:v>99.98</c:v>
                </c:pt>
                <c:pt idx="48595">
                  <c:v>194.96</c:v>
                </c:pt>
                <c:pt idx="48596">
                  <c:v>217.94</c:v>
                </c:pt>
                <c:pt idx="48597">
                  <c:v>33.479999999999997</c:v>
                </c:pt>
                <c:pt idx="48598">
                  <c:v>134.94999999999999</c:v>
                </c:pt>
                <c:pt idx="48599">
                  <c:v>195.94</c:v>
                </c:pt>
                <c:pt idx="48600">
                  <c:v>69.88</c:v>
                </c:pt>
                <c:pt idx="48601">
                  <c:v>49.47</c:v>
                </c:pt>
                <c:pt idx="48602">
                  <c:v>18.440000000000001</c:v>
                </c:pt>
                <c:pt idx="48603">
                  <c:v>19.940000000000001</c:v>
                </c:pt>
                <c:pt idx="48604">
                  <c:v>19.940000000000001</c:v>
                </c:pt>
                <c:pt idx="48605">
                  <c:v>18.239999999999998</c:v>
                </c:pt>
                <c:pt idx="48606">
                  <c:v>22.49</c:v>
                </c:pt>
                <c:pt idx="48607">
                  <c:v>18.239999999999998</c:v>
                </c:pt>
                <c:pt idx="48608">
                  <c:v>18.23</c:v>
                </c:pt>
                <c:pt idx="48609">
                  <c:v>119.97</c:v>
                </c:pt>
                <c:pt idx="48610">
                  <c:v>79.98</c:v>
                </c:pt>
                <c:pt idx="48611">
                  <c:v>121.96</c:v>
                </c:pt>
                <c:pt idx="48612">
                  <c:v>95.97</c:v>
                </c:pt>
                <c:pt idx="48613">
                  <c:v>95.96</c:v>
                </c:pt>
                <c:pt idx="48614">
                  <c:v>22.49</c:v>
                </c:pt>
                <c:pt idx="48615">
                  <c:v>22.43</c:v>
                </c:pt>
                <c:pt idx="48616">
                  <c:v>18.239999999999998</c:v>
                </c:pt>
                <c:pt idx="48617">
                  <c:v>18.239999999999998</c:v>
                </c:pt>
                <c:pt idx="48618">
                  <c:v>24.18</c:v>
                </c:pt>
                <c:pt idx="48619">
                  <c:v>159.69999999999999</c:v>
                </c:pt>
                <c:pt idx="48620">
                  <c:v>149.4</c:v>
                </c:pt>
                <c:pt idx="48621">
                  <c:v>147.6</c:v>
                </c:pt>
                <c:pt idx="48622">
                  <c:v>57.09</c:v>
                </c:pt>
                <c:pt idx="48623">
                  <c:v>78.81</c:v>
                </c:pt>
                <c:pt idx="48624">
                  <c:v>118.53</c:v>
                </c:pt>
                <c:pt idx="48625">
                  <c:v>141.94</c:v>
                </c:pt>
                <c:pt idx="48626">
                  <c:v>148.79</c:v>
                </c:pt>
                <c:pt idx="48627">
                  <c:v>162.33000000000001</c:v>
                </c:pt>
                <c:pt idx="48628">
                  <c:v>159.69999999999999</c:v>
                </c:pt>
                <c:pt idx="48629">
                  <c:v>163.31</c:v>
                </c:pt>
                <c:pt idx="48630">
                  <c:v>116.12</c:v>
                </c:pt>
                <c:pt idx="48631">
                  <c:v>134.29</c:v>
                </c:pt>
                <c:pt idx="48632">
                  <c:v>24.18</c:v>
                </c:pt>
                <c:pt idx="48633">
                  <c:v>24.18</c:v>
                </c:pt>
                <c:pt idx="48634">
                  <c:v>24.18</c:v>
                </c:pt>
                <c:pt idx="48635">
                  <c:v>24.18</c:v>
                </c:pt>
                <c:pt idx="48636">
                  <c:v>24.18</c:v>
                </c:pt>
                <c:pt idx="48637">
                  <c:v>22.29</c:v>
                </c:pt>
                <c:pt idx="48638">
                  <c:v>17.940000000000001</c:v>
                </c:pt>
                <c:pt idx="48639">
                  <c:v>17.940000000000001</c:v>
                </c:pt>
                <c:pt idx="48640">
                  <c:v>17.940000000000001</c:v>
                </c:pt>
                <c:pt idx="48641">
                  <c:v>23.68</c:v>
                </c:pt>
                <c:pt idx="48642">
                  <c:v>18.739999999999998</c:v>
                </c:pt>
                <c:pt idx="48643">
                  <c:v>18.739999999999998</c:v>
                </c:pt>
                <c:pt idx="48644">
                  <c:v>23.49</c:v>
                </c:pt>
                <c:pt idx="48645">
                  <c:v>79.98</c:v>
                </c:pt>
                <c:pt idx="48646">
                  <c:v>79.98</c:v>
                </c:pt>
                <c:pt idx="48647">
                  <c:v>46.29</c:v>
                </c:pt>
                <c:pt idx="48648">
                  <c:v>79.98</c:v>
                </c:pt>
                <c:pt idx="48649">
                  <c:v>53.98</c:v>
                </c:pt>
                <c:pt idx="48650">
                  <c:v>131.97999999999999</c:v>
                </c:pt>
                <c:pt idx="48651">
                  <c:v>79.98</c:v>
                </c:pt>
                <c:pt idx="48652">
                  <c:v>79.98</c:v>
                </c:pt>
                <c:pt idx="48653">
                  <c:v>79.98</c:v>
                </c:pt>
                <c:pt idx="48654">
                  <c:v>65.989999999999995</c:v>
                </c:pt>
                <c:pt idx="48655">
                  <c:v>68.709999999999994</c:v>
                </c:pt>
                <c:pt idx="48656">
                  <c:v>21.49</c:v>
                </c:pt>
                <c:pt idx="48657">
                  <c:v>21.49</c:v>
                </c:pt>
                <c:pt idx="48658">
                  <c:v>21.49</c:v>
                </c:pt>
                <c:pt idx="48659">
                  <c:v>21.49</c:v>
                </c:pt>
                <c:pt idx="48660">
                  <c:v>17.239999999999998</c:v>
                </c:pt>
                <c:pt idx="48661">
                  <c:v>21.49</c:v>
                </c:pt>
                <c:pt idx="48662">
                  <c:v>21.49</c:v>
                </c:pt>
                <c:pt idx="48663">
                  <c:v>21.49</c:v>
                </c:pt>
                <c:pt idx="48664">
                  <c:v>73.98</c:v>
                </c:pt>
                <c:pt idx="48665">
                  <c:v>104.97</c:v>
                </c:pt>
                <c:pt idx="48666">
                  <c:v>73.98</c:v>
                </c:pt>
                <c:pt idx="48667">
                  <c:v>62.88</c:v>
                </c:pt>
                <c:pt idx="48668">
                  <c:v>107.82</c:v>
                </c:pt>
                <c:pt idx="48669">
                  <c:v>67.69</c:v>
                </c:pt>
                <c:pt idx="48670">
                  <c:v>72.87</c:v>
                </c:pt>
                <c:pt idx="48671">
                  <c:v>73.239999999999995</c:v>
                </c:pt>
                <c:pt idx="48672">
                  <c:v>90.75</c:v>
                </c:pt>
                <c:pt idx="48673">
                  <c:v>110.97</c:v>
                </c:pt>
                <c:pt idx="48674">
                  <c:v>110.97</c:v>
                </c:pt>
                <c:pt idx="48675">
                  <c:v>70.28</c:v>
                </c:pt>
                <c:pt idx="48676">
                  <c:v>73.239999999999995</c:v>
                </c:pt>
                <c:pt idx="48677">
                  <c:v>110.97</c:v>
                </c:pt>
                <c:pt idx="48678">
                  <c:v>73.98</c:v>
                </c:pt>
                <c:pt idx="48679">
                  <c:v>110.97</c:v>
                </c:pt>
                <c:pt idx="48680">
                  <c:v>73.98</c:v>
                </c:pt>
                <c:pt idx="48681">
                  <c:v>73.98</c:v>
                </c:pt>
                <c:pt idx="48682">
                  <c:v>110.97</c:v>
                </c:pt>
                <c:pt idx="48683">
                  <c:v>110.97</c:v>
                </c:pt>
                <c:pt idx="48684">
                  <c:v>21.49</c:v>
                </c:pt>
                <c:pt idx="48685">
                  <c:v>21.49</c:v>
                </c:pt>
                <c:pt idx="48686">
                  <c:v>21.49</c:v>
                </c:pt>
                <c:pt idx="48687">
                  <c:v>21.49</c:v>
                </c:pt>
                <c:pt idx="48688">
                  <c:v>171.48</c:v>
                </c:pt>
                <c:pt idx="48689">
                  <c:v>63.88</c:v>
                </c:pt>
                <c:pt idx="48690">
                  <c:v>82.77</c:v>
                </c:pt>
                <c:pt idx="48691">
                  <c:v>157.47</c:v>
                </c:pt>
                <c:pt idx="48692">
                  <c:v>171.48</c:v>
                </c:pt>
                <c:pt idx="48693">
                  <c:v>130.88</c:v>
                </c:pt>
                <c:pt idx="48694">
                  <c:v>171.48</c:v>
                </c:pt>
                <c:pt idx="48695">
                  <c:v>130.88</c:v>
                </c:pt>
                <c:pt idx="48696">
                  <c:v>191.42</c:v>
                </c:pt>
                <c:pt idx="48697">
                  <c:v>63.88</c:v>
                </c:pt>
                <c:pt idx="48698">
                  <c:v>157.47</c:v>
                </c:pt>
                <c:pt idx="48699">
                  <c:v>137.97999999999999</c:v>
                </c:pt>
                <c:pt idx="48700">
                  <c:v>137.97999999999999</c:v>
                </c:pt>
                <c:pt idx="48701">
                  <c:v>82.77</c:v>
                </c:pt>
                <c:pt idx="48702">
                  <c:v>211.65</c:v>
                </c:pt>
                <c:pt idx="48703">
                  <c:v>48.99</c:v>
                </c:pt>
                <c:pt idx="48704">
                  <c:v>171.48</c:v>
                </c:pt>
                <c:pt idx="48705">
                  <c:v>151.76</c:v>
                </c:pt>
                <c:pt idx="48706">
                  <c:v>43.99</c:v>
                </c:pt>
                <c:pt idx="48707">
                  <c:v>43.99</c:v>
                </c:pt>
                <c:pt idx="48708">
                  <c:v>103.98</c:v>
                </c:pt>
                <c:pt idx="48709">
                  <c:v>151.76</c:v>
                </c:pt>
                <c:pt idx="48710">
                  <c:v>211.65</c:v>
                </c:pt>
                <c:pt idx="48711">
                  <c:v>191.42</c:v>
                </c:pt>
                <c:pt idx="48712">
                  <c:v>152.97999999999999</c:v>
                </c:pt>
                <c:pt idx="48713">
                  <c:v>48.99</c:v>
                </c:pt>
                <c:pt idx="48714">
                  <c:v>152.97999999999999</c:v>
                </c:pt>
                <c:pt idx="48715">
                  <c:v>103.98</c:v>
                </c:pt>
                <c:pt idx="48716">
                  <c:v>17.239999999999998</c:v>
                </c:pt>
                <c:pt idx="48717">
                  <c:v>21.49</c:v>
                </c:pt>
                <c:pt idx="48718">
                  <c:v>21.48</c:v>
                </c:pt>
                <c:pt idx="48719">
                  <c:v>21.49</c:v>
                </c:pt>
                <c:pt idx="48720">
                  <c:v>21.49</c:v>
                </c:pt>
                <c:pt idx="48721">
                  <c:v>21.49</c:v>
                </c:pt>
                <c:pt idx="48722">
                  <c:v>21.48</c:v>
                </c:pt>
                <c:pt idx="48723">
                  <c:v>21.48</c:v>
                </c:pt>
                <c:pt idx="48724">
                  <c:v>21.48</c:v>
                </c:pt>
                <c:pt idx="48725">
                  <c:v>134.97999999999999</c:v>
                </c:pt>
                <c:pt idx="48726">
                  <c:v>290.25</c:v>
                </c:pt>
                <c:pt idx="48727">
                  <c:v>169.98</c:v>
                </c:pt>
                <c:pt idx="48728">
                  <c:v>276.52</c:v>
                </c:pt>
                <c:pt idx="48729">
                  <c:v>128.24</c:v>
                </c:pt>
                <c:pt idx="48730">
                  <c:v>145.13</c:v>
                </c:pt>
                <c:pt idx="48731">
                  <c:v>124.98</c:v>
                </c:pt>
                <c:pt idx="48732">
                  <c:v>21.48</c:v>
                </c:pt>
                <c:pt idx="48733">
                  <c:v>17.239999999999998</c:v>
                </c:pt>
                <c:pt idx="48734">
                  <c:v>17.239999999999998</c:v>
                </c:pt>
                <c:pt idx="48735">
                  <c:v>17.239999999999998</c:v>
                </c:pt>
                <c:pt idx="48736">
                  <c:v>59.39</c:v>
                </c:pt>
                <c:pt idx="48737">
                  <c:v>84.99</c:v>
                </c:pt>
                <c:pt idx="48738">
                  <c:v>83.67</c:v>
                </c:pt>
                <c:pt idx="48739">
                  <c:v>100.98</c:v>
                </c:pt>
                <c:pt idx="48740">
                  <c:v>76.489999999999995</c:v>
                </c:pt>
                <c:pt idx="48741">
                  <c:v>79.58</c:v>
                </c:pt>
                <c:pt idx="48742">
                  <c:v>65.989999999999995</c:v>
                </c:pt>
                <c:pt idx="48743">
                  <c:v>64.989999999999995</c:v>
                </c:pt>
                <c:pt idx="48744">
                  <c:v>80.98</c:v>
                </c:pt>
                <c:pt idx="48745">
                  <c:v>68.989999999999995</c:v>
                </c:pt>
                <c:pt idx="48746">
                  <c:v>72.239999999999995</c:v>
                </c:pt>
                <c:pt idx="48747">
                  <c:v>63.37</c:v>
                </c:pt>
                <c:pt idx="48748">
                  <c:v>97.27</c:v>
                </c:pt>
                <c:pt idx="48749">
                  <c:v>84.99</c:v>
                </c:pt>
                <c:pt idx="48750">
                  <c:v>84.99</c:v>
                </c:pt>
                <c:pt idx="48751">
                  <c:v>82.44</c:v>
                </c:pt>
                <c:pt idx="48752">
                  <c:v>185.97</c:v>
                </c:pt>
                <c:pt idx="48753">
                  <c:v>21.49</c:v>
                </c:pt>
                <c:pt idx="48754">
                  <c:v>21.49</c:v>
                </c:pt>
                <c:pt idx="48755">
                  <c:v>21.49</c:v>
                </c:pt>
                <c:pt idx="48756">
                  <c:v>21.49</c:v>
                </c:pt>
                <c:pt idx="48757">
                  <c:v>21.48</c:v>
                </c:pt>
                <c:pt idx="48758">
                  <c:v>21.48</c:v>
                </c:pt>
                <c:pt idx="48759">
                  <c:v>65.989999999999995</c:v>
                </c:pt>
                <c:pt idx="48760">
                  <c:v>65.989999999999995</c:v>
                </c:pt>
                <c:pt idx="48761">
                  <c:v>65.989999999999995</c:v>
                </c:pt>
                <c:pt idx="48762">
                  <c:v>65.989999999999995</c:v>
                </c:pt>
                <c:pt idx="48763">
                  <c:v>65.989999999999995</c:v>
                </c:pt>
                <c:pt idx="48764">
                  <c:v>79.98</c:v>
                </c:pt>
                <c:pt idx="48765">
                  <c:v>65.989999999999995</c:v>
                </c:pt>
                <c:pt idx="48766">
                  <c:v>74.989999999999995</c:v>
                </c:pt>
                <c:pt idx="48767">
                  <c:v>51.47</c:v>
                </c:pt>
                <c:pt idx="48768">
                  <c:v>65.989999999999995</c:v>
                </c:pt>
                <c:pt idx="48769">
                  <c:v>65.989999999999995</c:v>
                </c:pt>
                <c:pt idx="48770">
                  <c:v>65.989999999999995</c:v>
                </c:pt>
                <c:pt idx="48771">
                  <c:v>21.29</c:v>
                </c:pt>
                <c:pt idx="48772">
                  <c:v>16.940000000000001</c:v>
                </c:pt>
                <c:pt idx="48773">
                  <c:v>16.940000000000001</c:v>
                </c:pt>
                <c:pt idx="48774">
                  <c:v>16.940000000000001</c:v>
                </c:pt>
                <c:pt idx="48775">
                  <c:v>16.940000000000001</c:v>
                </c:pt>
                <c:pt idx="48776">
                  <c:v>21.29</c:v>
                </c:pt>
                <c:pt idx="48777">
                  <c:v>21.29</c:v>
                </c:pt>
                <c:pt idx="48778">
                  <c:v>55.98</c:v>
                </c:pt>
                <c:pt idx="48779">
                  <c:v>109.98</c:v>
                </c:pt>
                <c:pt idx="48780">
                  <c:v>122.33</c:v>
                </c:pt>
                <c:pt idx="48781">
                  <c:v>114.98</c:v>
                </c:pt>
                <c:pt idx="48782">
                  <c:v>84.99</c:v>
                </c:pt>
                <c:pt idx="48783">
                  <c:v>84.99</c:v>
                </c:pt>
                <c:pt idx="48784">
                  <c:v>58.98</c:v>
                </c:pt>
                <c:pt idx="48785">
                  <c:v>63.87</c:v>
                </c:pt>
                <c:pt idx="48786">
                  <c:v>128.32</c:v>
                </c:pt>
                <c:pt idx="48787">
                  <c:v>85.97</c:v>
                </c:pt>
                <c:pt idx="48788">
                  <c:v>59.98</c:v>
                </c:pt>
                <c:pt idx="48789">
                  <c:v>109.98</c:v>
                </c:pt>
                <c:pt idx="48790">
                  <c:v>93.45</c:v>
                </c:pt>
                <c:pt idx="48791">
                  <c:v>89.98</c:v>
                </c:pt>
                <c:pt idx="48792">
                  <c:v>169.98</c:v>
                </c:pt>
                <c:pt idx="48793">
                  <c:v>55.98</c:v>
                </c:pt>
                <c:pt idx="48794">
                  <c:v>79.97</c:v>
                </c:pt>
                <c:pt idx="48795">
                  <c:v>21.29</c:v>
                </c:pt>
                <c:pt idx="48796">
                  <c:v>19.78</c:v>
                </c:pt>
                <c:pt idx="48797">
                  <c:v>-19.78</c:v>
                </c:pt>
                <c:pt idx="48798">
                  <c:v>21.29</c:v>
                </c:pt>
                <c:pt idx="48799">
                  <c:v>21.29</c:v>
                </c:pt>
                <c:pt idx="48800">
                  <c:v>21.29</c:v>
                </c:pt>
                <c:pt idx="48801">
                  <c:v>21.29</c:v>
                </c:pt>
                <c:pt idx="48802">
                  <c:v>21.29</c:v>
                </c:pt>
                <c:pt idx="48803">
                  <c:v>21.29</c:v>
                </c:pt>
                <c:pt idx="48804">
                  <c:v>21.29</c:v>
                </c:pt>
                <c:pt idx="48805">
                  <c:v>236.96</c:v>
                </c:pt>
                <c:pt idx="48806">
                  <c:v>124.91</c:v>
                </c:pt>
                <c:pt idx="48807">
                  <c:v>71.959999999999994</c:v>
                </c:pt>
                <c:pt idx="48808">
                  <c:v>93.94</c:v>
                </c:pt>
                <c:pt idx="48809">
                  <c:v>54.95</c:v>
                </c:pt>
                <c:pt idx="48810">
                  <c:v>159.97999999999999</c:v>
                </c:pt>
                <c:pt idx="48811">
                  <c:v>69.650000000000006</c:v>
                </c:pt>
                <c:pt idx="48812">
                  <c:v>47.48</c:v>
                </c:pt>
                <c:pt idx="48813">
                  <c:v>394.9</c:v>
                </c:pt>
                <c:pt idx="48814">
                  <c:v>84.99</c:v>
                </c:pt>
                <c:pt idx="48815">
                  <c:v>47.48</c:v>
                </c:pt>
                <c:pt idx="48816">
                  <c:v>68.95</c:v>
                </c:pt>
                <c:pt idx="48817">
                  <c:v>99.98</c:v>
                </c:pt>
                <c:pt idx="48818">
                  <c:v>164.98</c:v>
                </c:pt>
                <c:pt idx="48819">
                  <c:v>22.97</c:v>
                </c:pt>
                <c:pt idx="48820">
                  <c:v>22.97</c:v>
                </c:pt>
                <c:pt idx="48821">
                  <c:v>22.97</c:v>
                </c:pt>
                <c:pt idx="48822">
                  <c:v>22.97</c:v>
                </c:pt>
                <c:pt idx="48823">
                  <c:v>22.97</c:v>
                </c:pt>
                <c:pt idx="48824">
                  <c:v>22.97</c:v>
                </c:pt>
                <c:pt idx="48825">
                  <c:v>22.95</c:v>
                </c:pt>
                <c:pt idx="48826">
                  <c:v>22.95</c:v>
                </c:pt>
                <c:pt idx="48827">
                  <c:v>22.95</c:v>
                </c:pt>
                <c:pt idx="48828">
                  <c:v>131.97999999999999</c:v>
                </c:pt>
                <c:pt idx="48829">
                  <c:v>339.96</c:v>
                </c:pt>
                <c:pt idx="48830">
                  <c:v>238.96</c:v>
                </c:pt>
                <c:pt idx="48831">
                  <c:v>263.95999999999998</c:v>
                </c:pt>
                <c:pt idx="48832">
                  <c:v>339.96</c:v>
                </c:pt>
                <c:pt idx="48833">
                  <c:v>21.19</c:v>
                </c:pt>
                <c:pt idx="48834">
                  <c:v>21.19</c:v>
                </c:pt>
                <c:pt idx="48835">
                  <c:v>21.19</c:v>
                </c:pt>
                <c:pt idx="48836">
                  <c:v>21.18</c:v>
                </c:pt>
                <c:pt idx="48837">
                  <c:v>291.39999999999998</c:v>
                </c:pt>
                <c:pt idx="48838">
                  <c:v>377.93</c:v>
                </c:pt>
                <c:pt idx="48839">
                  <c:v>404.91</c:v>
                </c:pt>
                <c:pt idx="48840">
                  <c:v>134.97</c:v>
                </c:pt>
                <c:pt idx="48841">
                  <c:v>218.94</c:v>
                </c:pt>
                <c:pt idx="48842">
                  <c:v>20.49</c:v>
                </c:pt>
                <c:pt idx="48843">
                  <c:v>20.49</c:v>
                </c:pt>
                <c:pt idx="48844">
                  <c:v>16.239999999999998</c:v>
                </c:pt>
                <c:pt idx="48845">
                  <c:v>206.97</c:v>
                </c:pt>
                <c:pt idx="48846">
                  <c:v>179.96</c:v>
                </c:pt>
                <c:pt idx="48847">
                  <c:v>264.94</c:v>
                </c:pt>
                <c:pt idx="48848">
                  <c:v>79.959999999999994</c:v>
                </c:pt>
                <c:pt idx="48849">
                  <c:v>289.94</c:v>
                </c:pt>
                <c:pt idx="48850">
                  <c:v>169.98</c:v>
                </c:pt>
                <c:pt idx="48851">
                  <c:v>139.96</c:v>
                </c:pt>
                <c:pt idx="48852">
                  <c:v>159.88999999999999</c:v>
                </c:pt>
                <c:pt idx="48853">
                  <c:v>20.49</c:v>
                </c:pt>
                <c:pt idx="48854">
                  <c:v>20.49</c:v>
                </c:pt>
                <c:pt idx="48855">
                  <c:v>20.49</c:v>
                </c:pt>
                <c:pt idx="48856">
                  <c:v>20.49</c:v>
                </c:pt>
                <c:pt idx="48857">
                  <c:v>20.49</c:v>
                </c:pt>
                <c:pt idx="48858">
                  <c:v>20.49</c:v>
                </c:pt>
                <c:pt idx="48859">
                  <c:v>20.49</c:v>
                </c:pt>
                <c:pt idx="48860">
                  <c:v>97.94</c:v>
                </c:pt>
                <c:pt idx="48861">
                  <c:v>92.96</c:v>
                </c:pt>
                <c:pt idx="48862">
                  <c:v>57.6</c:v>
                </c:pt>
                <c:pt idx="48863">
                  <c:v>99.98</c:v>
                </c:pt>
                <c:pt idx="48864">
                  <c:v>106.95</c:v>
                </c:pt>
                <c:pt idx="48865">
                  <c:v>116.97</c:v>
                </c:pt>
                <c:pt idx="48866">
                  <c:v>20.49</c:v>
                </c:pt>
                <c:pt idx="48867">
                  <c:v>20.49</c:v>
                </c:pt>
                <c:pt idx="48868">
                  <c:v>20.49</c:v>
                </c:pt>
                <c:pt idx="48869">
                  <c:v>20.49</c:v>
                </c:pt>
                <c:pt idx="48870">
                  <c:v>20.79</c:v>
                </c:pt>
                <c:pt idx="48871">
                  <c:v>20.46</c:v>
                </c:pt>
                <c:pt idx="48872">
                  <c:v>17.52</c:v>
                </c:pt>
                <c:pt idx="48873">
                  <c:v>84.99</c:v>
                </c:pt>
                <c:pt idx="48874">
                  <c:v>84.99</c:v>
                </c:pt>
                <c:pt idx="48875">
                  <c:v>84.99</c:v>
                </c:pt>
                <c:pt idx="48876">
                  <c:v>84.14</c:v>
                </c:pt>
                <c:pt idx="48877">
                  <c:v>16.29</c:v>
                </c:pt>
                <c:pt idx="48878">
                  <c:v>84.99</c:v>
                </c:pt>
                <c:pt idx="48879">
                  <c:v>16.940000000000001</c:v>
                </c:pt>
                <c:pt idx="48880">
                  <c:v>84.99</c:v>
                </c:pt>
                <c:pt idx="48881">
                  <c:v>75.98</c:v>
                </c:pt>
                <c:pt idx="48882">
                  <c:v>84.99</c:v>
                </c:pt>
                <c:pt idx="48883">
                  <c:v>84.99</c:v>
                </c:pt>
                <c:pt idx="48884">
                  <c:v>84.99</c:v>
                </c:pt>
                <c:pt idx="48885">
                  <c:v>79.989999999999995</c:v>
                </c:pt>
                <c:pt idx="48886">
                  <c:v>83.13</c:v>
                </c:pt>
                <c:pt idx="48887">
                  <c:v>84.99</c:v>
                </c:pt>
                <c:pt idx="48888">
                  <c:v>84.99</c:v>
                </c:pt>
                <c:pt idx="48889">
                  <c:v>84.99</c:v>
                </c:pt>
                <c:pt idx="48890">
                  <c:v>84.99</c:v>
                </c:pt>
                <c:pt idx="48891">
                  <c:v>76.19</c:v>
                </c:pt>
                <c:pt idx="48892">
                  <c:v>84.99</c:v>
                </c:pt>
                <c:pt idx="48893">
                  <c:v>20.49</c:v>
                </c:pt>
                <c:pt idx="48894">
                  <c:v>20.49</c:v>
                </c:pt>
                <c:pt idx="48895">
                  <c:v>20.49</c:v>
                </c:pt>
                <c:pt idx="48896">
                  <c:v>20.49</c:v>
                </c:pt>
                <c:pt idx="48897">
                  <c:v>20.49</c:v>
                </c:pt>
                <c:pt idx="48898">
                  <c:v>199.96</c:v>
                </c:pt>
                <c:pt idx="48899">
                  <c:v>107.57</c:v>
                </c:pt>
                <c:pt idx="48900">
                  <c:v>159.96</c:v>
                </c:pt>
                <c:pt idx="48901">
                  <c:v>20.29</c:v>
                </c:pt>
                <c:pt idx="48902">
                  <c:v>20.29</c:v>
                </c:pt>
                <c:pt idx="48903">
                  <c:v>15.94</c:v>
                </c:pt>
                <c:pt idx="48904">
                  <c:v>15.94</c:v>
                </c:pt>
                <c:pt idx="48905">
                  <c:v>15.94</c:v>
                </c:pt>
                <c:pt idx="48906">
                  <c:v>15.94</c:v>
                </c:pt>
                <c:pt idx="48907">
                  <c:v>20.29</c:v>
                </c:pt>
                <c:pt idx="48908">
                  <c:v>20.29</c:v>
                </c:pt>
                <c:pt idx="48909">
                  <c:v>201.97</c:v>
                </c:pt>
                <c:pt idx="48910">
                  <c:v>59.98</c:v>
                </c:pt>
                <c:pt idx="48911">
                  <c:v>180.95</c:v>
                </c:pt>
                <c:pt idx="48912">
                  <c:v>181.45</c:v>
                </c:pt>
                <c:pt idx="48913">
                  <c:v>159.9</c:v>
                </c:pt>
                <c:pt idx="48914">
                  <c:v>76.98</c:v>
                </c:pt>
                <c:pt idx="48915">
                  <c:v>161.96</c:v>
                </c:pt>
                <c:pt idx="48916">
                  <c:v>-159.9</c:v>
                </c:pt>
                <c:pt idx="48917">
                  <c:v>154.19</c:v>
                </c:pt>
                <c:pt idx="48918">
                  <c:v>63.96</c:v>
                </c:pt>
                <c:pt idx="48919">
                  <c:v>63.78</c:v>
                </c:pt>
                <c:pt idx="48920">
                  <c:v>83.48</c:v>
                </c:pt>
                <c:pt idx="48921">
                  <c:v>153.26</c:v>
                </c:pt>
                <c:pt idx="48922">
                  <c:v>20.29</c:v>
                </c:pt>
                <c:pt idx="48923">
                  <c:v>20.29</c:v>
                </c:pt>
                <c:pt idx="48924">
                  <c:v>20.29</c:v>
                </c:pt>
                <c:pt idx="48925">
                  <c:v>21.49</c:v>
                </c:pt>
                <c:pt idx="48926">
                  <c:v>20.190000000000001</c:v>
                </c:pt>
                <c:pt idx="48927">
                  <c:v>169.98</c:v>
                </c:pt>
                <c:pt idx="48928">
                  <c:v>84.99</c:v>
                </c:pt>
                <c:pt idx="48929">
                  <c:v>98.98</c:v>
                </c:pt>
                <c:pt idx="48930">
                  <c:v>15.29</c:v>
                </c:pt>
                <c:pt idx="48931">
                  <c:v>137.97999999999999</c:v>
                </c:pt>
                <c:pt idx="48932">
                  <c:v>169.98</c:v>
                </c:pt>
                <c:pt idx="48933">
                  <c:v>229.97</c:v>
                </c:pt>
                <c:pt idx="48934">
                  <c:v>169.98</c:v>
                </c:pt>
                <c:pt idx="48935">
                  <c:v>183.97</c:v>
                </c:pt>
                <c:pt idx="48936">
                  <c:v>15.29</c:v>
                </c:pt>
                <c:pt idx="48937">
                  <c:v>171.28</c:v>
                </c:pt>
                <c:pt idx="48938">
                  <c:v>84.99</c:v>
                </c:pt>
                <c:pt idx="48939">
                  <c:v>20.190000000000001</c:v>
                </c:pt>
                <c:pt idx="48940">
                  <c:v>15.44</c:v>
                </c:pt>
                <c:pt idx="48941">
                  <c:v>15.24</c:v>
                </c:pt>
                <c:pt idx="48942">
                  <c:v>19.489999999999998</c:v>
                </c:pt>
                <c:pt idx="48943">
                  <c:v>19.489999999999998</c:v>
                </c:pt>
                <c:pt idx="48944">
                  <c:v>234.68</c:v>
                </c:pt>
                <c:pt idx="48945">
                  <c:v>193.54</c:v>
                </c:pt>
                <c:pt idx="48946">
                  <c:v>241.94</c:v>
                </c:pt>
                <c:pt idx="48947">
                  <c:v>24.18</c:v>
                </c:pt>
                <c:pt idx="48948">
                  <c:v>290.33</c:v>
                </c:pt>
                <c:pt idx="48949">
                  <c:v>387.1</c:v>
                </c:pt>
                <c:pt idx="48950">
                  <c:v>241.94</c:v>
                </c:pt>
                <c:pt idx="48951">
                  <c:v>19.489999999999998</c:v>
                </c:pt>
                <c:pt idx="48952">
                  <c:v>19.48</c:v>
                </c:pt>
                <c:pt idx="48953">
                  <c:v>19.489999999999998</c:v>
                </c:pt>
                <c:pt idx="48954">
                  <c:v>19.489999999999998</c:v>
                </c:pt>
                <c:pt idx="48955">
                  <c:v>19.489999999999998</c:v>
                </c:pt>
                <c:pt idx="48956">
                  <c:v>19.48</c:v>
                </c:pt>
                <c:pt idx="48957">
                  <c:v>19.489999999999998</c:v>
                </c:pt>
                <c:pt idx="48958">
                  <c:v>71.97</c:v>
                </c:pt>
                <c:pt idx="48959">
                  <c:v>92.98</c:v>
                </c:pt>
                <c:pt idx="48960">
                  <c:v>109.98</c:v>
                </c:pt>
                <c:pt idx="48961">
                  <c:v>129.97</c:v>
                </c:pt>
                <c:pt idx="48962">
                  <c:v>71.97</c:v>
                </c:pt>
                <c:pt idx="48963">
                  <c:v>107.96</c:v>
                </c:pt>
                <c:pt idx="48964">
                  <c:v>73.98</c:v>
                </c:pt>
                <c:pt idx="48965">
                  <c:v>84.99</c:v>
                </c:pt>
                <c:pt idx="48966">
                  <c:v>71.97</c:v>
                </c:pt>
                <c:pt idx="48967">
                  <c:v>61.98</c:v>
                </c:pt>
                <c:pt idx="48968">
                  <c:v>53.98</c:v>
                </c:pt>
                <c:pt idx="48969">
                  <c:v>84.99</c:v>
                </c:pt>
                <c:pt idx="48970">
                  <c:v>71.97</c:v>
                </c:pt>
                <c:pt idx="48971">
                  <c:v>93.35</c:v>
                </c:pt>
                <c:pt idx="48972">
                  <c:v>71.97</c:v>
                </c:pt>
                <c:pt idx="48973">
                  <c:v>77.239999999999995</c:v>
                </c:pt>
                <c:pt idx="48974">
                  <c:v>73.739999999999995</c:v>
                </c:pt>
                <c:pt idx="48975">
                  <c:v>19.48</c:v>
                </c:pt>
                <c:pt idx="48976">
                  <c:v>19.48</c:v>
                </c:pt>
                <c:pt idx="48977">
                  <c:v>19.47</c:v>
                </c:pt>
                <c:pt idx="48978">
                  <c:v>15.24</c:v>
                </c:pt>
                <c:pt idx="48979">
                  <c:v>19.38</c:v>
                </c:pt>
                <c:pt idx="48980">
                  <c:v>19.489999999999998</c:v>
                </c:pt>
                <c:pt idx="48981">
                  <c:v>9.99</c:v>
                </c:pt>
                <c:pt idx="48982">
                  <c:v>10.49</c:v>
                </c:pt>
                <c:pt idx="48983">
                  <c:v>79.98</c:v>
                </c:pt>
                <c:pt idx="48984">
                  <c:v>108.89</c:v>
                </c:pt>
                <c:pt idx="48985">
                  <c:v>59.61</c:v>
                </c:pt>
                <c:pt idx="48986">
                  <c:v>65.989999999999995</c:v>
                </c:pt>
                <c:pt idx="48987">
                  <c:v>65.989999999999995</c:v>
                </c:pt>
                <c:pt idx="48988">
                  <c:v>67.489999999999995</c:v>
                </c:pt>
                <c:pt idx="48989">
                  <c:v>65.989999999999995</c:v>
                </c:pt>
                <c:pt idx="48990">
                  <c:v>70.88</c:v>
                </c:pt>
                <c:pt idx="48991">
                  <c:v>65.989999999999995</c:v>
                </c:pt>
                <c:pt idx="48992">
                  <c:v>67.489999999999995</c:v>
                </c:pt>
                <c:pt idx="48993">
                  <c:v>133.97</c:v>
                </c:pt>
                <c:pt idx="48994">
                  <c:v>47.49</c:v>
                </c:pt>
                <c:pt idx="48995">
                  <c:v>58.99</c:v>
                </c:pt>
                <c:pt idx="48996">
                  <c:v>65.989999999999995</c:v>
                </c:pt>
                <c:pt idx="48997">
                  <c:v>79.98</c:v>
                </c:pt>
                <c:pt idx="48998">
                  <c:v>99.98</c:v>
                </c:pt>
                <c:pt idx="48999">
                  <c:v>76.53</c:v>
                </c:pt>
                <c:pt idx="49000">
                  <c:v>65.989999999999995</c:v>
                </c:pt>
                <c:pt idx="49001">
                  <c:v>65.989999999999995</c:v>
                </c:pt>
                <c:pt idx="49002">
                  <c:v>65.989999999999995</c:v>
                </c:pt>
                <c:pt idx="49003">
                  <c:v>19.29</c:v>
                </c:pt>
                <c:pt idx="49004">
                  <c:v>19.29</c:v>
                </c:pt>
                <c:pt idx="49005">
                  <c:v>19.29</c:v>
                </c:pt>
                <c:pt idx="49006">
                  <c:v>19.29</c:v>
                </c:pt>
                <c:pt idx="49007">
                  <c:v>19.29</c:v>
                </c:pt>
                <c:pt idx="49008">
                  <c:v>19.28</c:v>
                </c:pt>
                <c:pt idx="49009">
                  <c:v>19.28</c:v>
                </c:pt>
                <c:pt idx="49010">
                  <c:v>19.27</c:v>
                </c:pt>
                <c:pt idx="49011">
                  <c:v>19.27</c:v>
                </c:pt>
                <c:pt idx="49012">
                  <c:v>156.30000000000001</c:v>
                </c:pt>
                <c:pt idx="49013">
                  <c:v>169.98</c:v>
                </c:pt>
                <c:pt idx="49014">
                  <c:v>166.58</c:v>
                </c:pt>
                <c:pt idx="49015">
                  <c:v>114.97</c:v>
                </c:pt>
                <c:pt idx="49016">
                  <c:v>169.98</c:v>
                </c:pt>
                <c:pt idx="49017">
                  <c:v>162.15</c:v>
                </c:pt>
                <c:pt idx="49018">
                  <c:v>169.98</c:v>
                </c:pt>
                <c:pt idx="49019">
                  <c:v>186.27</c:v>
                </c:pt>
                <c:pt idx="49020">
                  <c:v>197.95</c:v>
                </c:pt>
                <c:pt idx="49021">
                  <c:v>169.98</c:v>
                </c:pt>
                <c:pt idx="49022">
                  <c:v>20.79</c:v>
                </c:pt>
                <c:pt idx="49023">
                  <c:v>20.79</c:v>
                </c:pt>
                <c:pt idx="49024">
                  <c:v>20.79</c:v>
                </c:pt>
                <c:pt idx="49025">
                  <c:v>20.79</c:v>
                </c:pt>
                <c:pt idx="49026">
                  <c:v>20.79</c:v>
                </c:pt>
                <c:pt idx="49027">
                  <c:v>20.79</c:v>
                </c:pt>
                <c:pt idx="49028">
                  <c:v>20.79</c:v>
                </c:pt>
                <c:pt idx="49029">
                  <c:v>20.79</c:v>
                </c:pt>
                <c:pt idx="49030">
                  <c:v>20.79</c:v>
                </c:pt>
                <c:pt idx="49031">
                  <c:v>20.49</c:v>
                </c:pt>
                <c:pt idx="49032">
                  <c:v>20.49</c:v>
                </c:pt>
                <c:pt idx="49033">
                  <c:v>15.74</c:v>
                </c:pt>
                <c:pt idx="49034">
                  <c:v>20.49</c:v>
                </c:pt>
                <c:pt idx="49035">
                  <c:v>84.99</c:v>
                </c:pt>
                <c:pt idx="49036">
                  <c:v>84.99</c:v>
                </c:pt>
                <c:pt idx="49037">
                  <c:v>103.98</c:v>
                </c:pt>
                <c:pt idx="49038">
                  <c:v>84.99</c:v>
                </c:pt>
                <c:pt idx="49039">
                  <c:v>113.97</c:v>
                </c:pt>
                <c:pt idx="49040">
                  <c:v>103.98</c:v>
                </c:pt>
                <c:pt idx="49041">
                  <c:v>84.99</c:v>
                </c:pt>
                <c:pt idx="49042">
                  <c:v>79.98</c:v>
                </c:pt>
                <c:pt idx="49043">
                  <c:v>51.49</c:v>
                </c:pt>
                <c:pt idx="49044">
                  <c:v>68.989999999999995</c:v>
                </c:pt>
                <c:pt idx="49045">
                  <c:v>78.209999999999994</c:v>
                </c:pt>
                <c:pt idx="49046">
                  <c:v>84.99</c:v>
                </c:pt>
                <c:pt idx="49047">
                  <c:v>84.99</c:v>
                </c:pt>
                <c:pt idx="49048">
                  <c:v>84.99</c:v>
                </c:pt>
                <c:pt idx="49049">
                  <c:v>84.99</c:v>
                </c:pt>
                <c:pt idx="49050">
                  <c:v>84.99</c:v>
                </c:pt>
                <c:pt idx="49051">
                  <c:v>84.99</c:v>
                </c:pt>
                <c:pt idx="49052">
                  <c:v>20.49</c:v>
                </c:pt>
                <c:pt idx="49053">
                  <c:v>20.49</c:v>
                </c:pt>
                <c:pt idx="49054">
                  <c:v>20.49</c:v>
                </c:pt>
                <c:pt idx="49055">
                  <c:v>19.190000000000001</c:v>
                </c:pt>
                <c:pt idx="49056">
                  <c:v>20.55</c:v>
                </c:pt>
                <c:pt idx="49057">
                  <c:v>20.55</c:v>
                </c:pt>
                <c:pt idx="49058">
                  <c:v>20.55</c:v>
                </c:pt>
                <c:pt idx="49059">
                  <c:v>20.55</c:v>
                </c:pt>
                <c:pt idx="49060">
                  <c:v>20.55</c:v>
                </c:pt>
                <c:pt idx="49061">
                  <c:v>20.55</c:v>
                </c:pt>
                <c:pt idx="49062">
                  <c:v>-16.29</c:v>
                </c:pt>
                <c:pt idx="49063">
                  <c:v>37.49</c:v>
                </c:pt>
                <c:pt idx="49064">
                  <c:v>14.24</c:v>
                </c:pt>
                <c:pt idx="49065">
                  <c:v>153.16999999999999</c:v>
                </c:pt>
                <c:pt idx="49066">
                  <c:v>171.65</c:v>
                </c:pt>
                <c:pt idx="49067">
                  <c:v>8.99</c:v>
                </c:pt>
                <c:pt idx="49068">
                  <c:v>10.49</c:v>
                </c:pt>
                <c:pt idx="49069">
                  <c:v>18.28</c:v>
                </c:pt>
                <c:pt idx="49070">
                  <c:v>15.1</c:v>
                </c:pt>
                <c:pt idx="49071">
                  <c:v>149.97999999999999</c:v>
                </c:pt>
                <c:pt idx="49072">
                  <c:v>159.97999999999999</c:v>
                </c:pt>
                <c:pt idx="49073">
                  <c:v>120.71</c:v>
                </c:pt>
                <c:pt idx="49074">
                  <c:v>142.76</c:v>
                </c:pt>
                <c:pt idx="49075">
                  <c:v>122.9</c:v>
                </c:pt>
                <c:pt idx="49076">
                  <c:v>159.97999999999999</c:v>
                </c:pt>
                <c:pt idx="49077">
                  <c:v>158.38</c:v>
                </c:pt>
                <c:pt idx="49078">
                  <c:v>153.58000000000001</c:v>
                </c:pt>
                <c:pt idx="49079">
                  <c:v>13.94</c:v>
                </c:pt>
                <c:pt idx="49080">
                  <c:v>18.29</c:v>
                </c:pt>
                <c:pt idx="49081">
                  <c:v>18.29</c:v>
                </c:pt>
                <c:pt idx="49082">
                  <c:v>19.489999999999998</c:v>
                </c:pt>
                <c:pt idx="49083">
                  <c:v>19.489999999999998</c:v>
                </c:pt>
                <c:pt idx="49084">
                  <c:v>19.489999999999998</c:v>
                </c:pt>
                <c:pt idx="49085">
                  <c:v>19.489999999999998</c:v>
                </c:pt>
                <c:pt idx="49086">
                  <c:v>108.88</c:v>
                </c:pt>
                <c:pt idx="49087">
                  <c:v>65.319999999999993</c:v>
                </c:pt>
                <c:pt idx="49088">
                  <c:v>352.05</c:v>
                </c:pt>
                <c:pt idx="49089">
                  <c:v>97.97</c:v>
                </c:pt>
                <c:pt idx="49090">
                  <c:v>97.97</c:v>
                </c:pt>
                <c:pt idx="49091">
                  <c:v>286.70999999999998</c:v>
                </c:pt>
                <c:pt idx="49092">
                  <c:v>19.489999999999998</c:v>
                </c:pt>
                <c:pt idx="49093">
                  <c:v>17.68</c:v>
                </c:pt>
                <c:pt idx="49094">
                  <c:v>19.34</c:v>
                </c:pt>
                <c:pt idx="49095">
                  <c:v>97.97</c:v>
                </c:pt>
                <c:pt idx="49096">
                  <c:v>81.97</c:v>
                </c:pt>
                <c:pt idx="49097">
                  <c:v>131.97999999999999</c:v>
                </c:pt>
                <c:pt idx="49098">
                  <c:v>90.59</c:v>
                </c:pt>
                <c:pt idx="49099">
                  <c:v>147.97</c:v>
                </c:pt>
                <c:pt idx="49100">
                  <c:v>19.34</c:v>
                </c:pt>
                <c:pt idx="49101">
                  <c:v>13.24</c:v>
                </c:pt>
                <c:pt idx="49102">
                  <c:v>131.97999999999999</c:v>
                </c:pt>
                <c:pt idx="49103">
                  <c:v>65.989999999999995</c:v>
                </c:pt>
                <c:pt idx="49104">
                  <c:v>65.989999999999995</c:v>
                </c:pt>
                <c:pt idx="49105">
                  <c:v>65.989999999999995</c:v>
                </c:pt>
                <c:pt idx="49106">
                  <c:v>65.989999999999995</c:v>
                </c:pt>
                <c:pt idx="49107">
                  <c:v>17.489999999999998</c:v>
                </c:pt>
                <c:pt idx="49108">
                  <c:v>17.489999999999998</c:v>
                </c:pt>
                <c:pt idx="49109">
                  <c:v>17.489999999999998</c:v>
                </c:pt>
                <c:pt idx="49110">
                  <c:v>17.489999999999998</c:v>
                </c:pt>
                <c:pt idx="49111">
                  <c:v>17.489999999999998</c:v>
                </c:pt>
                <c:pt idx="49112">
                  <c:v>17.489999999999998</c:v>
                </c:pt>
                <c:pt idx="49113">
                  <c:v>17.489999999999998</c:v>
                </c:pt>
                <c:pt idx="49114">
                  <c:v>17.489999999999998</c:v>
                </c:pt>
                <c:pt idx="49115">
                  <c:v>17.489999999999998</c:v>
                </c:pt>
                <c:pt idx="49116">
                  <c:v>59.98</c:v>
                </c:pt>
                <c:pt idx="49117">
                  <c:v>113.95</c:v>
                </c:pt>
                <c:pt idx="49118">
                  <c:v>59.98</c:v>
                </c:pt>
                <c:pt idx="49119">
                  <c:v>84.99</c:v>
                </c:pt>
                <c:pt idx="49120">
                  <c:v>84.99</c:v>
                </c:pt>
                <c:pt idx="49121">
                  <c:v>130.38</c:v>
                </c:pt>
                <c:pt idx="49122">
                  <c:v>104.98</c:v>
                </c:pt>
                <c:pt idx="49123">
                  <c:v>58.64</c:v>
                </c:pt>
                <c:pt idx="49124">
                  <c:v>104.98</c:v>
                </c:pt>
                <c:pt idx="49125">
                  <c:v>177.66</c:v>
                </c:pt>
                <c:pt idx="49126">
                  <c:v>31.48</c:v>
                </c:pt>
                <c:pt idx="49127">
                  <c:v>130.38</c:v>
                </c:pt>
                <c:pt idx="49128">
                  <c:v>177.66</c:v>
                </c:pt>
                <c:pt idx="49129">
                  <c:v>140.02000000000001</c:v>
                </c:pt>
                <c:pt idx="49130">
                  <c:v>63.15</c:v>
                </c:pt>
                <c:pt idx="49131">
                  <c:v>58.64</c:v>
                </c:pt>
                <c:pt idx="49132">
                  <c:v>31.48</c:v>
                </c:pt>
                <c:pt idx="49133">
                  <c:v>29.6</c:v>
                </c:pt>
                <c:pt idx="49134">
                  <c:v>29.6</c:v>
                </c:pt>
                <c:pt idx="49135">
                  <c:v>141.97</c:v>
                </c:pt>
                <c:pt idx="49136">
                  <c:v>63.15</c:v>
                </c:pt>
                <c:pt idx="49137">
                  <c:v>113.95</c:v>
                </c:pt>
                <c:pt idx="49138">
                  <c:v>59.98</c:v>
                </c:pt>
                <c:pt idx="49139">
                  <c:v>141.97</c:v>
                </c:pt>
                <c:pt idx="49140">
                  <c:v>59.98</c:v>
                </c:pt>
                <c:pt idx="49141">
                  <c:v>113.95</c:v>
                </c:pt>
                <c:pt idx="49142">
                  <c:v>140.02000000000001</c:v>
                </c:pt>
                <c:pt idx="49143">
                  <c:v>152.97</c:v>
                </c:pt>
                <c:pt idx="49144">
                  <c:v>152.97</c:v>
                </c:pt>
                <c:pt idx="49145">
                  <c:v>113.95</c:v>
                </c:pt>
                <c:pt idx="49146">
                  <c:v>1.5</c:v>
                </c:pt>
                <c:pt idx="49147">
                  <c:v>1.5</c:v>
                </c:pt>
                <c:pt idx="49148">
                  <c:v>17.489999999999998</c:v>
                </c:pt>
                <c:pt idx="49149">
                  <c:v>17.489999999999998</c:v>
                </c:pt>
                <c:pt idx="49150">
                  <c:v>17.489999999999998</c:v>
                </c:pt>
                <c:pt idx="49151">
                  <c:v>17.489999999999998</c:v>
                </c:pt>
                <c:pt idx="49152">
                  <c:v>17.489999999999998</c:v>
                </c:pt>
                <c:pt idx="49153">
                  <c:v>17.489999999999998</c:v>
                </c:pt>
                <c:pt idx="49154">
                  <c:v>17.489999999999998</c:v>
                </c:pt>
                <c:pt idx="49155">
                  <c:v>17.489999999999998</c:v>
                </c:pt>
                <c:pt idx="49156">
                  <c:v>17.48</c:v>
                </c:pt>
                <c:pt idx="49157">
                  <c:v>69.98</c:v>
                </c:pt>
                <c:pt idx="49158">
                  <c:v>162.4</c:v>
                </c:pt>
                <c:pt idx="49159">
                  <c:v>84.98</c:v>
                </c:pt>
                <c:pt idx="49160">
                  <c:v>84.99</c:v>
                </c:pt>
                <c:pt idx="49161">
                  <c:v>92.42</c:v>
                </c:pt>
                <c:pt idx="49162">
                  <c:v>59.39</c:v>
                </c:pt>
                <c:pt idx="49163">
                  <c:v>143.97999999999999</c:v>
                </c:pt>
                <c:pt idx="49164">
                  <c:v>84.97</c:v>
                </c:pt>
                <c:pt idx="49165">
                  <c:v>107.8</c:v>
                </c:pt>
                <c:pt idx="49166">
                  <c:v>65.989999999999995</c:v>
                </c:pt>
                <c:pt idx="49167">
                  <c:v>65.19</c:v>
                </c:pt>
                <c:pt idx="49168">
                  <c:v>54.99</c:v>
                </c:pt>
                <c:pt idx="49169">
                  <c:v>108.97</c:v>
                </c:pt>
                <c:pt idx="49170">
                  <c:v>115.98</c:v>
                </c:pt>
                <c:pt idx="49171">
                  <c:v>69.98</c:v>
                </c:pt>
                <c:pt idx="49172">
                  <c:v>17.46</c:v>
                </c:pt>
                <c:pt idx="49173">
                  <c:v>17.489999999999998</c:v>
                </c:pt>
                <c:pt idx="49174">
                  <c:v>17.489999999999998</c:v>
                </c:pt>
                <c:pt idx="49175">
                  <c:v>17.489999999999998</c:v>
                </c:pt>
                <c:pt idx="49176">
                  <c:v>17.489999999999998</c:v>
                </c:pt>
                <c:pt idx="49177">
                  <c:v>17.48</c:v>
                </c:pt>
                <c:pt idx="49178">
                  <c:v>50.97</c:v>
                </c:pt>
                <c:pt idx="49179">
                  <c:v>159.35</c:v>
                </c:pt>
                <c:pt idx="49180">
                  <c:v>85.95</c:v>
                </c:pt>
                <c:pt idx="49181">
                  <c:v>63.96</c:v>
                </c:pt>
                <c:pt idx="49182">
                  <c:v>263.95999999999998</c:v>
                </c:pt>
                <c:pt idx="49183">
                  <c:v>13.74</c:v>
                </c:pt>
                <c:pt idx="49184">
                  <c:v>63.99</c:v>
                </c:pt>
                <c:pt idx="49185">
                  <c:v>183.11</c:v>
                </c:pt>
                <c:pt idx="49186">
                  <c:v>99.98</c:v>
                </c:pt>
                <c:pt idx="49187">
                  <c:v>99.98</c:v>
                </c:pt>
                <c:pt idx="49188">
                  <c:v>84.99</c:v>
                </c:pt>
                <c:pt idx="49189">
                  <c:v>84.99</c:v>
                </c:pt>
                <c:pt idx="49190">
                  <c:v>59.96</c:v>
                </c:pt>
                <c:pt idx="49191">
                  <c:v>99.98</c:v>
                </c:pt>
                <c:pt idx="49192">
                  <c:v>99.98</c:v>
                </c:pt>
                <c:pt idx="49193">
                  <c:v>99.98</c:v>
                </c:pt>
                <c:pt idx="49194">
                  <c:v>84.99</c:v>
                </c:pt>
                <c:pt idx="49195">
                  <c:v>79.97</c:v>
                </c:pt>
                <c:pt idx="49196">
                  <c:v>99.98</c:v>
                </c:pt>
                <c:pt idx="49197">
                  <c:v>131.97999999999999</c:v>
                </c:pt>
                <c:pt idx="49198">
                  <c:v>99.98</c:v>
                </c:pt>
                <c:pt idx="49199">
                  <c:v>99.98</c:v>
                </c:pt>
                <c:pt idx="49200">
                  <c:v>62.47</c:v>
                </c:pt>
                <c:pt idx="49201">
                  <c:v>13.89</c:v>
                </c:pt>
                <c:pt idx="49202">
                  <c:v>18.48</c:v>
                </c:pt>
                <c:pt idx="49203">
                  <c:v>87.97</c:v>
                </c:pt>
                <c:pt idx="49204">
                  <c:v>53.71</c:v>
                </c:pt>
                <c:pt idx="49205">
                  <c:v>84.98</c:v>
                </c:pt>
                <c:pt idx="49206">
                  <c:v>27.29</c:v>
                </c:pt>
                <c:pt idx="49207">
                  <c:v>54.99</c:v>
                </c:pt>
                <c:pt idx="49208">
                  <c:v>67.37</c:v>
                </c:pt>
                <c:pt idx="49209">
                  <c:v>54.98</c:v>
                </c:pt>
                <c:pt idx="49210">
                  <c:v>20.29</c:v>
                </c:pt>
                <c:pt idx="49211">
                  <c:v>69.790000000000006</c:v>
                </c:pt>
                <c:pt idx="49212">
                  <c:v>79.45</c:v>
                </c:pt>
                <c:pt idx="49213">
                  <c:v>84.43</c:v>
                </c:pt>
                <c:pt idx="49214">
                  <c:v>84.99</c:v>
                </c:pt>
                <c:pt idx="49215">
                  <c:v>122.97</c:v>
                </c:pt>
                <c:pt idx="49216">
                  <c:v>54.99</c:v>
                </c:pt>
                <c:pt idx="49217">
                  <c:v>54.98</c:v>
                </c:pt>
                <c:pt idx="49218">
                  <c:v>46.29</c:v>
                </c:pt>
                <c:pt idx="49219">
                  <c:v>18.29</c:v>
                </c:pt>
                <c:pt idx="49220">
                  <c:v>54.99</c:v>
                </c:pt>
                <c:pt idx="49221">
                  <c:v>18.29</c:v>
                </c:pt>
                <c:pt idx="49222">
                  <c:v>27.29</c:v>
                </c:pt>
                <c:pt idx="49223">
                  <c:v>68.989999999999995</c:v>
                </c:pt>
                <c:pt idx="49224">
                  <c:v>91.96</c:v>
                </c:pt>
                <c:pt idx="49225">
                  <c:v>49.49</c:v>
                </c:pt>
                <c:pt idx="49226">
                  <c:v>51.98</c:v>
                </c:pt>
                <c:pt idx="49227">
                  <c:v>56.29</c:v>
                </c:pt>
                <c:pt idx="49228">
                  <c:v>65.19</c:v>
                </c:pt>
                <c:pt idx="49229">
                  <c:v>17.29</c:v>
                </c:pt>
                <c:pt idx="49230">
                  <c:v>17.29</c:v>
                </c:pt>
                <c:pt idx="49231">
                  <c:v>17.29</c:v>
                </c:pt>
                <c:pt idx="49232">
                  <c:v>17.29</c:v>
                </c:pt>
                <c:pt idx="49233">
                  <c:v>17.29</c:v>
                </c:pt>
                <c:pt idx="49234">
                  <c:v>17.29</c:v>
                </c:pt>
                <c:pt idx="49235">
                  <c:v>17.29</c:v>
                </c:pt>
                <c:pt idx="49236">
                  <c:v>17.29</c:v>
                </c:pt>
                <c:pt idx="49237">
                  <c:v>17.29</c:v>
                </c:pt>
                <c:pt idx="49238">
                  <c:v>46.29</c:v>
                </c:pt>
                <c:pt idx="49239">
                  <c:v>89.98</c:v>
                </c:pt>
                <c:pt idx="49240">
                  <c:v>89.98</c:v>
                </c:pt>
                <c:pt idx="49241">
                  <c:v>89.98</c:v>
                </c:pt>
                <c:pt idx="49242">
                  <c:v>89.98</c:v>
                </c:pt>
                <c:pt idx="49243">
                  <c:v>79.41</c:v>
                </c:pt>
                <c:pt idx="49244">
                  <c:v>89.98</c:v>
                </c:pt>
                <c:pt idx="49245">
                  <c:v>89.98</c:v>
                </c:pt>
                <c:pt idx="49246">
                  <c:v>179.96</c:v>
                </c:pt>
                <c:pt idx="49247">
                  <c:v>89.98</c:v>
                </c:pt>
                <c:pt idx="49248">
                  <c:v>46.29</c:v>
                </c:pt>
                <c:pt idx="49249">
                  <c:v>61.98</c:v>
                </c:pt>
                <c:pt idx="49250">
                  <c:v>84.68</c:v>
                </c:pt>
                <c:pt idx="49251">
                  <c:v>179.96</c:v>
                </c:pt>
                <c:pt idx="49252">
                  <c:v>89.98</c:v>
                </c:pt>
                <c:pt idx="49253">
                  <c:v>89.98</c:v>
                </c:pt>
                <c:pt idx="49254">
                  <c:v>94.98</c:v>
                </c:pt>
                <c:pt idx="49255">
                  <c:v>89.98</c:v>
                </c:pt>
                <c:pt idx="49256">
                  <c:v>17.260000000000002</c:v>
                </c:pt>
                <c:pt idx="49257">
                  <c:v>17.190000000000001</c:v>
                </c:pt>
                <c:pt idx="49258">
                  <c:v>197.97</c:v>
                </c:pt>
                <c:pt idx="49259">
                  <c:v>197.97</c:v>
                </c:pt>
                <c:pt idx="49260">
                  <c:v>178.17</c:v>
                </c:pt>
                <c:pt idx="49261">
                  <c:v>76.87</c:v>
                </c:pt>
                <c:pt idx="49262">
                  <c:v>58.98</c:v>
                </c:pt>
                <c:pt idx="49263">
                  <c:v>51.49</c:v>
                </c:pt>
                <c:pt idx="49264">
                  <c:v>172.97</c:v>
                </c:pt>
                <c:pt idx="49265">
                  <c:v>196.86</c:v>
                </c:pt>
                <c:pt idx="49266">
                  <c:v>169.98</c:v>
                </c:pt>
                <c:pt idx="49267">
                  <c:v>134.97999999999999</c:v>
                </c:pt>
                <c:pt idx="49268">
                  <c:v>18.13</c:v>
                </c:pt>
                <c:pt idx="49269">
                  <c:v>18.13</c:v>
                </c:pt>
                <c:pt idx="49270">
                  <c:v>18.13</c:v>
                </c:pt>
                <c:pt idx="49271">
                  <c:v>-18.11</c:v>
                </c:pt>
                <c:pt idx="49272">
                  <c:v>18.11</c:v>
                </c:pt>
                <c:pt idx="49273">
                  <c:v>18.11</c:v>
                </c:pt>
                <c:pt idx="49274">
                  <c:v>54.89</c:v>
                </c:pt>
                <c:pt idx="49275">
                  <c:v>71.989999999999995</c:v>
                </c:pt>
                <c:pt idx="49276">
                  <c:v>79.989999999999995</c:v>
                </c:pt>
                <c:pt idx="49277">
                  <c:v>119.98</c:v>
                </c:pt>
                <c:pt idx="49278">
                  <c:v>71.989999999999995</c:v>
                </c:pt>
                <c:pt idx="49279">
                  <c:v>79.989999999999995</c:v>
                </c:pt>
                <c:pt idx="49280">
                  <c:v>71.989999999999995</c:v>
                </c:pt>
                <c:pt idx="49281">
                  <c:v>70.87</c:v>
                </c:pt>
                <c:pt idx="49282">
                  <c:v>72.87</c:v>
                </c:pt>
                <c:pt idx="49283">
                  <c:v>92.18</c:v>
                </c:pt>
                <c:pt idx="49284">
                  <c:v>94.98</c:v>
                </c:pt>
                <c:pt idx="49285">
                  <c:v>121.98</c:v>
                </c:pt>
                <c:pt idx="49286">
                  <c:v>79.989999999999995</c:v>
                </c:pt>
                <c:pt idx="49287">
                  <c:v>122.98</c:v>
                </c:pt>
                <c:pt idx="49288">
                  <c:v>84.99</c:v>
                </c:pt>
                <c:pt idx="49289">
                  <c:v>60.28</c:v>
                </c:pt>
                <c:pt idx="49290">
                  <c:v>79.989999999999995</c:v>
                </c:pt>
                <c:pt idx="49291">
                  <c:v>71.989999999999995</c:v>
                </c:pt>
                <c:pt idx="49292">
                  <c:v>75.150000000000006</c:v>
                </c:pt>
                <c:pt idx="49293">
                  <c:v>16.489999999999998</c:v>
                </c:pt>
                <c:pt idx="49294">
                  <c:v>16.489999999999998</c:v>
                </c:pt>
                <c:pt idx="49295">
                  <c:v>16.489999999999998</c:v>
                </c:pt>
                <c:pt idx="49296">
                  <c:v>12.24</c:v>
                </c:pt>
                <c:pt idx="49297">
                  <c:v>16.489999999999998</c:v>
                </c:pt>
                <c:pt idx="49298">
                  <c:v>16.489999999999998</c:v>
                </c:pt>
                <c:pt idx="49299">
                  <c:v>50.98</c:v>
                </c:pt>
                <c:pt idx="49300">
                  <c:v>47.46</c:v>
                </c:pt>
                <c:pt idx="49301">
                  <c:v>58.48</c:v>
                </c:pt>
                <c:pt idx="49302">
                  <c:v>64.98</c:v>
                </c:pt>
                <c:pt idx="49303">
                  <c:v>31.93</c:v>
                </c:pt>
                <c:pt idx="49304">
                  <c:v>59.98</c:v>
                </c:pt>
                <c:pt idx="49305">
                  <c:v>-1.95</c:v>
                </c:pt>
                <c:pt idx="49306">
                  <c:v>54.98</c:v>
                </c:pt>
                <c:pt idx="49307">
                  <c:v>49.99</c:v>
                </c:pt>
                <c:pt idx="49308">
                  <c:v>50.98</c:v>
                </c:pt>
                <c:pt idx="49309">
                  <c:v>129.96</c:v>
                </c:pt>
                <c:pt idx="49310">
                  <c:v>106.97</c:v>
                </c:pt>
                <c:pt idx="49311">
                  <c:v>50.98</c:v>
                </c:pt>
                <c:pt idx="49312">
                  <c:v>129.96</c:v>
                </c:pt>
                <c:pt idx="49313">
                  <c:v>16.489999999999998</c:v>
                </c:pt>
                <c:pt idx="49314">
                  <c:v>16.489999999999998</c:v>
                </c:pt>
                <c:pt idx="49315">
                  <c:v>169.98</c:v>
                </c:pt>
                <c:pt idx="49316">
                  <c:v>118.61</c:v>
                </c:pt>
                <c:pt idx="49317">
                  <c:v>207.96</c:v>
                </c:pt>
                <c:pt idx="49318">
                  <c:v>131.97999999999999</c:v>
                </c:pt>
                <c:pt idx="49319">
                  <c:v>131.97999999999999</c:v>
                </c:pt>
                <c:pt idx="49320">
                  <c:v>84.97</c:v>
                </c:pt>
                <c:pt idx="49321">
                  <c:v>131.97999999999999</c:v>
                </c:pt>
                <c:pt idx="49322">
                  <c:v>131.97999999999999</c:v>
                </c:pt>
                <c:pt idx="49323">
                  <c:v>131.97999999999999</c:v>
                </c:pt>
                <c:pt idx="49324">
                  <c:v>121.98</c:v>
                </c:pt>
                <c:pt idx="49325">
                  <c:v>169.98</c:v>
                </c:pt>
                <c:pt idx="49326">
                  <c:v>16.489999999999998</c:v>
                </c:pt>
                <c:pt idx="49327">
                  <c:v>16.489999999999998</c:v>
                </c:pt>
                <c:pt idx="49328">
                  <c:v>16.489999999999998</c:v>
                </c:pt>
                <c:pt idx="49329">
                  <c:v>16.489999999999998</c:v>
                </c:pt>
                <c:pt idx="49330">
                  <c:v>16.489999999999998</c:v>
                </c:pt>
                <c:pt idx="49331">
                  <c:v>16.489999999999998</c:v>
                </c:pt>
                <c:pt idx="49332">
                  <c:v>16.489999999999998</c:v>
                </c:pt>
                <c:pt idx="49333">
                  <c:v>16.489999999999998</c:v>
                </c:pt>
                <c:pt idx="49334">
                  <c:v>16.489999999999998</c:v>
                </c:pt>
                <c:pt idx="49335">
                  <c:v>16.489999999999998</c:v>
                </c:pt>
                <c:pt idx="49336">
                  <c:v>16.489999999999998</c:v>
                </c:pt>
                <c:pt idx="49337">
                  <c:v>16.489999999999998</c:v>
                </c:pt>
                <c:pt idx="49338">
                  <c:v>16.489999999999998</c:v>
                </c:pt>
                <c:pt idx="49339">
                  <c:v>16.489999999999998</c:v>
                </c:pt>
                <c:pt idx="49340">
                  <c:v>16.489999999999998</c:v>
                </c:pt>
                <c:pt idx="49341">
                  <c:v>16.489999999999998</c:v>
                </c:pt>
                <c:pt idx="49342">
                  <c:v>129.96</c:v>
                </c:pt>
                <c:pt idx="49343">
                  <c:v>101.96</c:v>
                </c:pt>
                <c:pt idx="49344">
                  <c:v>120.33</c:v>
                </c:pt>
                <c:pt idx="49345">
                  <c:v>129.96</c:v>
                </c:pt>
                <c:pt idx="49346">
                  <c:v>101.96</c:v>
                </c:pt>
                <c:pt idx="49347">
                  <c:v>120.33</c:v>
                </c:pt>
                <c:pt idx="49348">
                  <c:v>184.97</c:v>
                </c:pt>
                <c:pt idx="49349">
                  <c:v>172.96</c:v>
                </c:pt>
                <c:pt idx="49350">
                  <c:v>167.95</c:v>
                </c:pt>
                <c:pt idx="49351">
                  <c:v>167.95</c:v>
                </c:pt>
                <c:pt idx="49352">
                  <c:v>172.96</c:v>
                </c:pt>
                <c:pt idx="49353">
                  <c:v>109.97</c:v>
                </c:pt>
                <c:pt idx="49354">
                  <c:v>184.97</c:v>
                </c:pt>
                <c:pt idx="49355">
                  <c:v>165.94</c:v>
                </c:pt>
                <c:pt idx="49356">
                  <c:v>79.98</c:v>
                </c:pt>
                <c:pt idx="49357">
                  <c:v>109.97</c:v>
                </c:pt>
                <c:pt idx="49358">
                  <c:v>165.94</c:v>
                </c:pt>
                <c:pt idx="49359">
                  <c:v>79.98</c:v>
                </c:pt>
                <c:pt idx="49360">
                  <c:v>12.24</c:v>
                </c:pt>
                <c:pt idx="49361">
                  <c:v>16.489999999999998</c:v>
                </c:pt>
                <c:pt idx="49362">
                  <c:v>16.489999999999998</c:v>
                </c:pt>
                <c:pt idx="49363">
                  <c:v>16.489999999999998</c:v>
                </c:pt>
                <c:pt idx="49364">
                  <c:v>16.489999999999998</c:v>
                </c:pt>
                <c:pt idx="49365">
                  <c:v>110.96</c:v>
                </c:pt>
                <c:pt idx="49366">
                  <c:v>277.93</c:v>
                </c:pt>
                <c:pt idx="49367">
                  <c:v>257.54000000000002</c:v>
                </c:pt>
                <c:pt idx="49368">
                  <c:v>173.23</c:v>
                </c:pt>
                <c:pt idx="49369">
                  <c:v>113.97</c:v>
                </c:pt>
                <c:pt idx="49370">
                  <c:v>16.29</c:v>
                </c:pt>
                <c:pt idx="49371">
                  <c:v>11.94</c:v>
                </c:pt>
                <c:pt idx="49372">
                  <c:v>16.29</c:v>
                </c:pt>
                <c:pt idx="49373">
                  <c:v>16.29</c:v>
                </c:pt>
                <c:pt idx="49374">
                  <c:v>16.29</c:v>
                </c:pt>
                <c:pt idx="49375">
                  <c:v>92.98</c:v>
                </c:pt>
                <c:pt idx="49376">
                  <c:v>126.26</c:v>
                </c:pt>
                <c:pt idx="49377">
                  <c:v>68.989999999999995</c:v>
                </c:pt>
                <c:pt idx="49378">
                  <c:v>65.73</c:v>
                </c:pt>
                <c:pt idx="49379">
                  <c:v>65.989999999999995</c:v>
                </c:pt>
                <c:pt idx="49380">
                  <c:v>131.97999999999999</c:v>
                </c:pt>
                <c:pt idx="49381">
                  <c:v>16.29</c:v>
                </c:pt>
                <c:pt idx="49382">
                  <c:v>16.29</c:v>
                </c:pt>
                <c:pt idx="49383">
                  <c:v>16.29</c:v>
                </c:pt>
                <c:pt idx="49384">
                  <c:v>16.29</c:v>
                </c:pt>
                <c:pt idx="49385">
                  <c:v>16.29</c:v>
                </c:pt>
                <c:pt idx="49386">
                  <c:v>16.29</c:v>
                </c:pt>
                <c:pt idx="49387">
                  <c:v>16.29</c:v>
                </c:pt>
                <c:pt idx="49388">
                  <c:v>11.93</c:v>
                </c:pt>
                <c:pt idx="49389">
                  <c:v>16.190000000000001</c:v>
                </c:pt>
                <c:pt idx="49390">
                  <c:v>16.190000000000001</c:v>
                </c:pt>
                <c:pt idx="49391">
                  <c:v>252.96</c:v>
                </c:pt>
                <c:pt idx="49392">
                  <c:v>277.13</c:v>
                </c:pt>
                <c:pt idx="49393">
                  <c:v>69.989999999999995</c:v>
                </c:pt>
                <c:pt idx="49394">
                  <c:v>251.95</c:v>
                </c:pt>
                <c:pt idx="49395">
                  <c:v>69.989999999999995</c:v>
                </c:pt>
                <c:pt idx="49396">
                  <c:v>166.96</c:v>
                </c:pt>
                <c:pt idx="49397">
                  <c:v>169.98</c:v>
                </c:pt>
                <c:pt idx="49398">
                  <c:v>15.49</c:v>
                </c:pt>
                <c:pt idx="49399">
                  <c:v>15.49</c:v>
                </c:pt>
                <c:pt idx="49400">
                  <c:v>15.49</c:v>
                </c:pt>
                <c:pt idx="49401">
                  <c:v>15.49</c:v>
                </c:pt>
                <c:pt idx="49402">
                  <c:v>15.49</c:v>
                </c:pt>
                <c:pt idx="49403">
                  <c:v>16.920000000000002</c:v>
                </c:pt>
                <c:pt idx="49404">
                  <c:v>218.45</c:v>
                </c:pt>
                <c:pt idx="49405">
                  <c:v>179.95</c:v>
                </c:pt>
                <c:pt idx="49406">
                  <c:v>129.97</c:v>
                </c:pt>
                <c:pt idx="49407">
                  <c:v>92.97</c:v>
                </c:pt>
                <c:pt idx="49408">
                  <c:v>109.97</c:v>
                </c:pt>
                <c:pt idx="49409">
                  <c:v>147.1</c:v>
                </c:pt>
                <c:pt idx="49410">
                  <c:v>102.43</c:v>
                </c:pt>
                <c:pt idx="49411">
                  <c:v>84.52</c:v>
                </c:pt>
                <c:pt idx="49412">
                  <c:v>67.989999999999995</c:v>
                </c:pt>
                <c:pt idx="49413">
                  <c:v>157.46</c:v>
                </c:pt>
                <c:pt idx="49414">
                  <c:v>174.95</c:v>
                </c:pt>
                <c:pt idx="49415">
                  <c:v>130.04</c:v>
                </c:pt>
                <c:pt idx="49416">
                  <c:v>16.920000000000002</c:v>
                </c:pt>
                <c:pt idx="49417">
                  <c:v>16.920000000000002</c:v>
                </c:pt>
                <c:pt idx="49418">
                  <c:v>16.920000000000002</c:v>
                </c:pt>
                <c:pt idx="49419">
                  <c:v>16.920000000000002</c:v>
                </c:pt>
                <c:pt idx="49420">
                  <c:v>16.920000000000002</c:v>
                </c:pt>
                <c:pt idx="49421">
                  <c:v>16.920000000000002</c:v>
                </c:pt>
                <c:pt idx="49422">
                  <c:v>15.69</c:v>
                </c:pt>
                <c:pt idx="49423">
                  <c:v>169.98</c:v>
                </c:pt>
                <c:pt idx="49424">
                  <c:v>84.99</c:v>
                </c:pt>
                <c:pt idx="49425">
                  <c:v>187.97</c:v>
                </c:pt>
                <c:pt idx="49426">
                  <c:v>169.98</c:v>
                </c:pt>
                <c:pt idx="49427">
                  <c:v>169.98</c:v>
                </c:pt>
                <c:pt idx="49428">
                  <c:v>169.98</c:v>
                </c:pt>
                <c:pt idx="49429">
                  <c:v>169.17</c:v>
                </c:pt>
                <c:pt idx="49430">
                  <c:v>47.24</c:v>
                </c:pt>
                <c:pt idx="49431">
                  <c:v>169.98</c:v>
                </c:pt>
                <c:pt idx="49432">
                  <c:v>15.69</c:v>
                </c:pt>
                <c:pt idx="49433">
                  <c:v>15.49</c:v>
                </c:pt>
                <c:pt idx="49434">
                  <c:v>15.49</c:v>
                </c:pt>
                <c:pt idx="49435">
                  <c:v>12.01</c:v>
                </c:pt>
                <c:pt idx="49436">
                  <c:v>-14.09</c:v>
                </c:pt>
                <c:pt idx="49437">
                  <c:v>14.09</c:v>
                </c:pt>
                <c:pt idx="49438">
                  <c:v>14.09</c:v>
                </c:pt>
                <c:pt idx="49439">
                  <c:v>291.56</c:v>
                </c:pt>
                <c:pt idx="49440">
                  <c:v>102.83</c:v>
                </c:pt>
                <c:pt idx="49441">
                  <c:v>163.81</c:v>
                </c:pt>
                <c:pt idx="49442">
                  <c:v>159.69999999999999</c:v>
                </c:pt>
                <c:pt idx="49443">
                  <c:v>159.69999999999999</c:v>
                </c:pt>
                <c:pt idx="49444">
                  <c:v>147.6</c:v>
                </c:pt>
                <c:pt idx="49445">
                  <c:v>239.54</c:v>
                </c:pt>
                <c:pt idx="49446">
                  <c:v>159.69999999999999</c:v>
                </c:pt>
                <c:pt idx="49447">
                  <c:v>181.46</c:v>
                </c:pt>
                <c:pt idx="49448">
                  <c:v>16.61</c:v>
                </c:pt>
                <c:pt idx="49449">
                  <c:v>15.29</c:v>
                </c:pt>
                <c:pt idx="49450">
                  <c:v>15.29</c:v>
                </c:pt>
                <c:pt idx="49451">
                  <c:v>15.29</c:v>
                </c:pt>
                <c:pt idx="49452">
                  <c:v>15.29</c:v>
                </c:pt>
                <c:pt idx="49453">
                  <c:v>15.29</c:v>
                </c:pt>
                <c:pt idx="49454">
                  <c:v>14.99</c:v>
                </c:pt>
                <c:pt idx="49455">
                  <c:v>14.99</c:v>
                </c:pt>
                <c:pt idx="49456">
                  <c:v>11.59</c:v>
                </c:pt>
                <c:pt idx="49457">
                  <c:v>11.47</c:v>
                </c:pt>
                <c:pt idx="49458">
                  <c:v>84.99</c:v>
                </c:pt>
                <c:pt idx="49459">
                  <c:v>79.98</c:v>
                </c:pt>
                <c:pt idx="49460">
                  <c:v>84.14</c:v>
                </c:pt>
                <c:pt idx="49461">
                  <c:v>84.99</c:v>
                </c:pt>
                <c:pt idx="49462">
                  <c:v>98.26</c:v>
                </c:pt>
                <c:pt idx="49463">
                  <c:v>84.99</c:v>
                </c:pt>
                <c:pt idx="49464">
                  <c:v>42.23</c:v>
                </c:pt>
                <c:pt idx="49465">
                  <c:v>124.13</c:v>
                </c:pt>
                <c:pt idx="49466">
                  <c:v>76.489999999999995</c:v>
                </c:pt>
                <c:pt idx="49467">
                  <c:v>41.49</c:v>
                </c:pt>
                <c:pt idx="49468">
                  <c:v>65.989999999999995</c:v>
                </c:pt>
                <c:pt idx="49469">
                  <c:v>61.35</c:v>
                </c:pt>
                <c:pt idx="49470">
                  <c:v>82.89</c:v>
                </c:pt>
                <c:pt idx="49471">
                  <c:v>73.48</c:v>
                </c:pt>
                <c:pt idx="49472">
                  <c:v>41.49</c:v>
                </c:pt>
                <c:pt idx="49473">
                  <c:v>84.99</c:v>
                </c:pt>
                <c:pt idx="49474">
                  <c:v>83.59</c:v>
                </c:pt>
                <c:pt idx="49475">
                  <c:v>14.79</c:v>
                </c:pt>
                <c:pt idx="49476">
                  <c:v>14.79</c:v>
                </c:pt>
                <c:pt idx="49477">
                  <c:v>14.79</c:v>
                </c:pt>
                <c:pt idx="49478">
                  <c:v>10.24</c:v>
                </c:pt>
                <c:pt idx="49479">
                  <c:v>14.49</c:v>
                </c:pt>
                <c:pt idx="49480">
                  <c:v>14.49</c:v>
                </c:pt>
                <c:pt idx="49481">
                  <c:v>14.49</c:v>
                </c:pt>
                <c:pt idx="49482">
                  <c:v>14.49</c:v>
                </c:pt>
                <c:pt idx="49483">
                  <c:v>14.49</c:v>
                </c:pt>
                <c:pt idx="49484">
                  <c:v>10.210000000000001</c:v>
                </c:pt>
                <c:pt idx="49485">
                  <c:v>2.99</c:v>
                </c:pt>
                <c:pt idx="49486">
                  <c:v>15.71</c:v>
                </c:pt>
                <c:pt idx="49487">
                  <c:v>15.49</c:v>
                </c:pt>
                <c:pt idx="49488">
                  <c:v>15.49</c:v>
                </c:pt>
                <c:pt idx="49489">
                  <c:v>15.49</c:v>
                </c:pt>
                <c:pt idx="49490">
                  <c:v>84.99</c:v>
                </c:pt>
                <c:pt idx="49491">
                  <c:v>244.97</c:v>
                </c:pt>
                <c:pt idx="49492">
                  <c:v>169.98</c:v>
                </c:pt>
                <c:pt idx="49493">
                  <c:v>84.99</c:v>
                </c:pt>
                <c:pt idx="49494">
                  <c:v>169.98</c:v>
                </c:pt>
                <c:pt idx="49495">
                  <c:v>164.98</c:v>
                </c:pt>
                <c:pt idx="49496">
                  <c:v>152.97999999999999</c:v>
                </c:pt>
                <c:pt idx="49497">
                  <c:v>249.97</c:v>
                </c:pt>
                <c:pt idx="49498">
                  <c:v>10.74</c:v>
                </c:pt>
                <c:pt idx="49499">
                  <c:v>15.49</c:v>
                </c:pt>
                <c:pt idx="49500">
                  <c:v>15.49</c:v>
                </c:pt>
                <c:pt idx="49501">
                  <c:v>15.47</c:v>
                </c:pt>
                <c:pt idx="49502">
                  <c:v>13.09</c:v>
                </c:pt>
                <c:pt idx="49503">
                  <c:v>63.28</c:v>
                </c:pt>
                <c:pt idx="49504">
                  <c:v>62.48</c:v>
                </c:pt>
                <c:pt idx="49505">
                  <c:v>67.48</c:v>
                </c:pt>
                <c:pt idx="49506">
                  <c:v>62.48</c:v>
                </c:pt>
                <c:pt idx="49507">
                  <c:v>123.26</c:v>
                </c:pt>
                <c:pt idx="49508">
                  <c:v>62.98</c:v>
                </c:pt>
                <c:pt idx="49509">
                  <c:v>97.47</c:v>
                </c:pt>
                <c:pt idx="49510">
                  <c:v>63.28</c:v>
                </c:pt>
                <c:pt idx="49511">
                  <c:v>62.98</c:v>
                </c:pt>
                <c:pt idx="49512">
                  <c:v>97.47</c:v>
                </c:pt>
                <c:pt idx="49513">
                  <c:v>54.98</c:v>
                </c:pt>
                <c:pt idx="49514">
                  <c:v>97.47</c:v>
                </c:pt>
                <c:pt idx="49515">
                  <c:v>63.28</c:v>
                </c:pt>
                <c:pt idx="49516">
                  <c:v>27.49</c:v>
                </c:pt>
                <c:pt idx="49517">
                  <c:v>9.94</c:v>
                </c:pt>
                <c:pt idx="49518">
                  <c:v>14.29</c:v>
                </c:pt>
                <c:pt idx="49519">
                  <c:v>9.7899999999999991</c:v>
                </c:pt>
                <c:pt idx="49520">
                  <c:v>14.89</c:v>
                </c:pt>
                <c:pt idx="49521">
                  <c:v>134.97999999999999</c:v>
                </c:pt>
                <c:pt idx="49522">
                  <c:v>135.96</c:v>
                </c:pt>
                <c:pt idx="49523">
                  <c:v>95.98</c:v>
                </c:pt>
                <c:pt idx="49524">
                  <c:v>135.96</c:v>
                </c:pt>
                <c:pt idx="49525">
                  <c:v>80.97</c:v>
                </c:pt>
                <c:pt idx="49526">
                  <c:v>80.510000000000005</c:v>
                </c:pt>
                <c:pt idx="49527">
                  <c:v>95.98</c:v>
                </c:pt>
                <c:pt idx="49528">
                  <c:v>84.99</c:v>
                </c:pt>
                <c:pt idx="49529">
                  <c:v>84.99</c:v>
                </c:pt>
                <c:pt idx="49530">
                  <c:v>84.99</c:v>
                </c:pt>
                <c:pt idx="49531">
                  <c:v>134.97999999999999</c:v>
                </c:pt>
                <c:pt idx="49532">
                  <c:v>122.97</c:v>
                </c:pt>
                <c:pt idx="49533">
                  <c:v>80.510000000000005</c:v>
                </c:pt>
                <c:pt idx="49534">
                  <c:v>95.98</c:v>
                </c:pt>
                <c:pt idx="49535">
                  <c:v>95.98</c:v>
                </c:pt>
                <c:pt idx="49536">
                  <c:v>84.99</c:v>
                </c:pt>
                <c:pt idx="49537">
                  <c:v>95.98</c:v>
                </c:pt>
                <c:pt idx="49538">
                  <c:v>95.98</c:v>
                </c:pt>
                <c:pt idx="49539">
                  <c:v>122.97</c:v>
                </c:pt>
                <c:pt idx="49540">
                  <c:v>95.98</c:v>
                </c:pt>
                <c:pt idx="49541">
                  <c:v>95.98</c:v>
                </c:pt>
                <c:pt idx="49542">
                  <c:v>95.98</c:v>
                </c:pt>
                <c:pt idx="49543">
                  <c:v>80.97</c:v>
                </c:pt>
                <c:pt idx="49544">
                  <c:v>95.98</c:v>
                </c:pt>
                <c:pt idx="49545">
                  <c:v>9.24</c:v>
                </c:pt>
                <c:pt idx="49546">
                  <c:v>13.49</c:v>
                </c:pt>
                <c:pt idx="49547">
                  <c:v>13.49</c:v>
                </c:pt>
                <c:pt idx="49548">
                  <c:v>13.49</c:v>
                </c:pt>
                <c:pt idx="49549">
                  <c:v>103.48</c:v>
                </c:pt>
                <c:pt idx="49550">
                  <c:v>50.49</c:v>
                </c:pt>
                <c:pt idx="49551">
                  <c:v>40.49</c:v>
                </c:pt>
                <c:pt idx="49552">
                  <c:v>85.49</c:v>
                </c:pt>
                <c:pt idx="49553">
                  <c:v>84.99</c:v>
                </c:pt>
                <c:pt idx="49554">
                  <c:v>98.96</c:v>
                </c:pt>
                <c:pt idx="49555">
                  <c:v>109.98</c:v>
                </c:pt>
                <c:pt idx="49556">
                  <c:v>170.48</c:v>
                </c:pt>
                <c:pt idx="49557">
                  <c:v>89.27</c:v>
                </c:pt>
                <c:pt idx="49558">
                  <c:v>-40.49</c:v>
                </c:pt>
                <c:pt idx="49559">
                  <c:v>87.49</c:v>
                </c:pt>
                <c:pt idx="49560">
                  <c:v>84.99</c:v>
                </c:pt>
                <c:pt idx="49561">
                  <c:v>106.97</c:v>
                </c:pt>
                <c:pt idx="49562">
                  <c:v>134.97999999999999</c:v>
                </c:pt>
                <c:pt idx="49563">
                  <c:v>84.99</c:v>
                </c:pt>
                <c:pt idx="49564">
                  <c:v>85.49</c:v>
                </c:pt>
                <c:pt idx="49565">
                  <c:v>87.49</c:v>
                </c:pt>
                <c:pt idx="49566">
                  <c:v>153.97999999999999</c:v>
                </c:pt>
                <c:pt idx="49567">
                  <c:v>14.49</c:v>
                </c:pt>
                <c:pt idx="49568">
                  <c:v>14.49</c:v>
                </c:pt>
                <c:pt idx="49569">
                  <c:v>14.49</c:v>
                </c:pt>
                <c:pt idx="49570">
                  <c:v>14.49</c:v>
                </c:pt>
                <c:pt idx="49571">
                  <c:v>14.49</c:v>
                </c:pt>
                <c:pt idx="49572">
                  <c:v>13.49</c:v>
                </c:pt>
                <c:pt idx="49573">
                  <c:v>14.5</c:v>
                </c:pt>
                <c:pt idx="49574">
                  <c:v>13.29</c:v>
                </c:pt>
                <c:pt idx="49575">
                  <c:v>13.29</c:v>
                </c:pt>
                <c:pt idx="49576">
                  <c:v>13.28</c:v>
                </c:pt>
                <c:pt idx="49577">
                  <c:v>65.989999999999995</c:v>
                </c:pt>
                <c:pt idx="49578">
                  <c:v>65.989999999999995</c:v>
                </c:pt>
                <c:pt idx="49579">
                  <c:v>67.489999999999995</c:v>
                </c:pt>
                <c:pt idx="49580">
                  <c:v>53.66</c:v>
                </c:pt>
                <c:pt idx="49581">
                  <c:v>103.92</c:v>
                </c:pt>
                <c:pt idx="49582">
                  <c:v>103.92</c:v>
                </c:pt>
                <c:pt idx="49583">
                  <c:v>65.989999999999995</c:v>
                </c:pt>
                <c:pt idx="49584">
                  <c:v>135.91999999999999</c:v>
                </c:pt>
                <c:pt idx="49585">
                  <c:v>51.49</c:v>
                </c:pt>
                <c:pt idx="49586">
                  <c:v>65.989999999999995</c:v>
                </c:pt>
                <c:pt idx="49587">
                  <c:v>103.92</c:v>
                </c:pt>
                <c:pt idx="49588">
                  <c:v>65.989999999999995</c:v>
                </c:pt>
                <c:pt idx="49589">
                  <c:v>67.489999999999995</c:v>
                </c:pt>
                <c:pt idx="49590">
                  <c:v>103.92</c:v>
                </c:pt>
                <c:pt idx="49591">
                  <c:v>140.96</c:v>
                </c:pt>
                <c:pt idx="49592">
                  <c:v>135.91999999999999</c:v>
                </c:pt>
                <c:pt idx="49593">
                  <c:v>245.81</c:v>
                </c:pt>
                <c:pt idx="49594">
                  <c:v>140.96</c:v>
                </c:pt>
                <c:pt idx="49595">
                  <c:v>81.45</c:v>
                </c:pt>
                <c:pt idx="49596">
                  <c:v>101.94</c:v>
                </c:pt>
                <c:pt idx="49597">
                  <c:v>65.989999999999995</c:v>
                </c:pt>
                <c:pt idx="49598">
                  <c:v>65.989999999999995</c:v>
                </c:pt>
                <c:pt idx="49599">
                  <c:v>101.94</c:v>
                </c:pt>
                <c:pt idx="49600">
                  <c:v>65.989999999999995</c:v>
                </c:pt>
                <c:pt idx="49601">
                  <c:v>81.45</c:v>
                </c:pt>
                <c:pt idx="49602">
                  <c:v>65.989999999999995</c:v>
                </c:pt>
                <c:pt idx="49603">
                  <c:v>79.98</c:v>
                </c:pt>
                <c:pt idx="49604">
                  <c:v>51.49</c:v>
                </c:pt>
                <c:pt idx="49605">
                  <c:v>11.99</c:v>
                </c:pt>
                <c:pt idx="49606">
                  <c:v>53.66</c:v>
                </c:pt>
                <c:pt idx="49607">
                  <c:v>131.97999999999999</c:v>
                </c:pt>
                <c:pt idx="49608">
                  <c:v>131.97999999999999</c:v>
                </c:pt>
                <c:pt idx="49609">
                  <c:v>65.989999999999995</c:v>
                </c:pt>
                <c:pt idx="49610">
                  <c:v>245.81</c:v>
                </c:pt>
                <c:pt idx="49611">
                  <c:v>11.99</c:v>
                </c:pt>
                <c:pt idx="49612">
                  <c:v>79.98</c:v>
                </c:pt>
                <c:pt idx="49613">
                  <c:v>13.28</c:v>
                </c:pt>
                <c:pt idx="49614">
                  <c:v>9.0500000000000007</c:v>
                </c:pt>
                <c:pt idx="49615">
                  <c:v>79.849999999999994</c:v>
                </c:pt>
                <c:pt idx="49616">
                  <c:v>159.69999999999999</c:v>
                </c:pt>
                <c:pt idx="49617">
                  <c:v>159.69999999999999</c:v>
                </c:pt>
                <c:pt idx="49618">
                  <c:v>8.24</c:v>
                </c:pt>
                <c:pt idx="49619">
                  <c:v>8.74</c:v>
                </c:pt>
                <c:pt idx="49620">
                  <c:v>12.49</c:v>
                </c:pt>
                <c:pt idx="49621">
                  <c:v>12.49</c:v>
                </c:pt>
                <c:pt idx="49622">
                  <c:v>131.97999999999999</c:v>
                </c:pt>
                <c:pt idx="49623">
                  <c:v>131.97999999999999</c:v>
                </c:pt>
                <c:pt idx="49624">
                  <c:v>116.96</c:v>
                </c:pt>
                <c:pt idx="49625">
                  <c:v>94.2</c:v>
                </c:pt>
                <c:pt idx="49626">
                  <c:v>172.97</c:v>
                </c:pt>
                <c:pt idx="49627">
                  <c:v>197.97</c:v>
                </c:pt>
                <c:pt idx="49628">
                  <c:v>115.98</c:v>
                </c:pt>
                <c:pt idx="49629">
                  <c:v>224.94</c:v>
                </c:pt>
                <c:pt idx="49630">
                  <c:v>13.49</c:v>
                </c:pt>
                <c:pt idx="49631">
                  <c:v>13.29</c:v>
                </c:pt>
                <c:pt idx="49632">
                  <c:v>13.29</c:v>
                </c:pt>
                <c:pt idx="49633">
                  <c:v>13.29</c:v>
                </c:pt>
                <c:pt idx="49634">
                  <c:v>13.29</c:v>
                </c:pt>
                <c:pt idx="49635">
                  <c:v>180.16</c:v>
                </c:pt>
                <c:pt idx="49636">
                  <c:v>69.98</c:v>
                </c:pt>
                <c:pt idx="49637">
                  <c:v>149.97</c:v>
                </c:pt>
                <c:pt idx="49638">
                  <c:v>113.01</c:v>
                </c:pt>
                <c:pt idx="49639">
                  <c:v>132.01</c:v>
                </c:pt>
                <c:pt idx="49640">
                  <c:v>235.94</c:v>
                </c:pt>
                <c:pt idx="49641">
                  <c:v>145.96</c:v>
                </c:pt>
                <c:pt idx="49642">
                  <c:v>165.34</c:v>
                </c:pt>
                <c:pt idx="49643">
                  <c:v>135.96</c:v>
                </c:pt>
                <c:pt idx="49644">
                  <c:v>13.29</c:v>
                </c:pt>
                <c:pt idx="49645">
                  <c:v>13.27</c:v>
                </c:pt>
                <c:pt idx="49646">
                  <c:v>12.29</c:v>
                </c:pt>
                <c:pt idx="49647">
                  <c:v>12.29</c:v>
                </c:pt>
                <c:pt idx="49648">
                  <c:v>11.09</c:v>
                </c:pt>
                <c:pt idx="49649">
                  <c:v>138.58000000000001</c:v>
                </c:pt>
                <c:pt idx="49650">
                  <c:v>108.15</c:v>
                </c:pt>
                <c:pt idx="49651">
                  <c:v>84.99</c:v>
                </c:pt>
                <c:pt idx="49652">
                  <c:v>76.489999999999995</c:v>
                </c:pt>
                <c:pt idx="49653">
                  <c:v>99.97</c:v>
                </c:pt>
                <c:pt idx="49654">
                  <c:v>79.98</c:v>
                </c:pt>
                <c:pt idx="49655">
                  <c:v>84.99</c:v>
                </c:pt>
                <c:pt idx="49656">
                  <c:v>65.989999999999995</c:v>
                </c:pt>
                <c:pt idx="49657">
                  <c:v>155.96</c:v>
                </c:pt>
                <c:pt idx="49658">
                  <c:v>124.18</c:v>
                </c:pt>
                <c:pt idx="49659">
                  <c:v>63.33</c:v>
                </c:pt>
                <c:pt idx="49660">
                  <c:v>164.06</c:v>
                </c:pt>
                <c:pt idx="49661">
                  <c:v>11.49</c:v>
                </c:pt>
                <c:pt idx="49662">
                  <c:v>11.49</c:v>
                </c:pt>
                <c:pt idx="49663">
                  <c:v>11.49</c:v>
                </c:pt>
                <c:pt idx="49664">
                  <c:v>11.49</c:v>
                </c:pt>
                <c:pt idx="49665">
                  <c:v>11.49</c:v>
                </c:pt>
                <c:pt idx="49666">
                  <c:v>96.78</c:v>
                </c:pt>
                <c:pt idx="49667">
                  <c:v>96.78</c:v>
                </c:pt>
                <c:pt idx="49668">
                  <c:v>96.78</c:v>
                </c:pt>
                <c:pt idx="49669">
                  <c:v>96.78</c:v>
                </c:pt>
                <c:pt idx="49670">
                  <c:v>96.78</c:v>
                </c:pt>
                <c:pt idx="49671">
                  <c:v>78.62</c:v>
                </c:pt>
                <c:pt idx="49672">
                  <c:v>96.78</c:v>
                </c:pt>
                <c:pt idx="49673">
                  <c:v>96.78</c:v>
                </c:pt>
                <c:pt idx="49674">
                  <c:v>11.49</c:v>
                </c:pt>
                <c:pt idx="49675">
                  <c:v>11.49</c:v>
                </c:pt>
                <c:pt idx="49676">
                  <c:v>11.49</c:v>
                </c:pt>
                <c:pt idx="49677">
                  <c:v>11.49</c:v>
                </c:pt>
                <c:pt idx="49678">
                  <c:v>11.49</c:v>
                </c:pt>
                <c:pt idx="49679">
                  <c:v>11.49</c:v>
                </c:pt>
                <c:pt idx="49680">
                  <c:v>11.49</c:v>
                </c:pt>
                <c:pt idx="49681">
                  <c:v>11.49</c:v>
                </c:pt>
                <c:pt idx="49682">
                  <c:v>89.98</c:v>
                </c:pt>
                <c:pt idx="49683">
                  <c:v>110.98</c:v>
                </c:pt>
                <c:pt idx="49684">
                  <c:v>75.97</c:v>
                </c:pt>
                <c:pt idx="49685">
                  <c:v>96.98</c:v>
                </c:pt>
                <c:pt idx="49686">
                  <c:v>104.97</c:v>
                </c:pt>
                <c:pt idx="49687">
                  <c:v>140.97</c:v>
                </c:pt>
                <c:pt idx="49688">
                  <c:v>103.97</c:v>
                </c:pt>
                <c:pt idx="49689">
                  <c:v>74.98</c:v>
                </c:pt>
                <c:pt idx="49690">
                  <c:v>63.98</c:v>
                </c:pt>
                <c:pt idx="49691">
                  <c:v>199.05</c:v>
                </c:pt>
                <c:pt idx="49692">
                  <c:v>89.98</c:v>
                </c:pt>
                <c:pt idx="49693">
                  <c:v>162.94999999999999</c:v>
                </c:pt>
                <c:pt idx="49694">
                  <c:v>65.98</c:v>
                </c:pt>
                <c:pt idx="49695">
                  <c:v>11.29</c:v>
                </c:pt>
                <c:pt idx="49696">
                  <c:v>11.29</c:v>
                </c:pt>
                <c:pt idx="49697">
                  <c:v>11.29</c:v>
                </c:pt>
                <c:pt idx="49698">
                  <c:v>11.29</c:v>
                </c:pt>
                <c:pt idx="49699">
                  <c:v>95.98</c:v>
                </c:pt>
                <c:pt idx="49700">
                  <c:v>84.99</c:v>
                </c:pt>
                <c:pt idx="49701">
                  <c:v>54.98</c:v>
                </c:pt>
                <c:pt idx="49702">
                  <c:v>149.97</c:v>
                </c:pt>
                <c:pt idx="49703">
                  <c:v>84.99</c:v>
                </c:pt>
                <c:pt idx="49704">
                  <c:v>169.98</c:v>
                </c:pt>
                <c:pt idx="49705">
                  <c:v>99.98</c:v>
                </c:pt>
                <c:pt idx="49706">
                  <c:v>99.98</c:v>
                </c:pt>
                <c:pt idx="49707">
                  <c:v>139.97999999999999</c:v>
                </c:pt>
                <c:pt idx="49708">
                  <c:v>134.18</c:v>
                </c:pt>
                <c:pt idx="49709">
                  <c:v>84.99</c:v>
                </c:pt>
                <c:pt idx="49710">
                  <c:v>84.99</c:v>
                </c:pt>
                <c:pt idx="49711">
                  <c:v>99.98</c:v>
                </c:pt>
                <c:pt idx="49712">
                  <c:v>114.98</c:v>
                </c:pt>
                <c:pt idx="49713">
                  <c:v>121.48</c:v>
                </c:pt>
                <c:pt idx="49714">
                  <c:v>12.08</c:v>
                </c:pt>
                <c:pt idx="49715">
                  <c:v>12.08</c:v>
                </c:pt>
                <c:pt idx="49716">
                  <c:v>12.08</c:v>
                </c:pt>
                <c:pt idx="49717">
                  <c:v>11.49</c:v>
                </c:pt>
                <c:pt idx="49718">
                  <c:v>11.49</c:v>
                </c:pt>
                <c:pt idx="49719">
                  <c:v>11.49</c:v>
                </c:pt>
                <c:pt idx="49720">
                  <c:v>10.49</c:v>
                </c:pt>
                <c:pt idx="49721">
                  <c:v>10.49</c:v>
                </c:pt>
                <c:pt idx="49722">
                  <c:v>91.98</c:v>
                </c:pt>
                <c:pt idx="49723">
                  <c:v>113.97</c:v>
                </c:pt>
                <c:pt idx="49724">
                  <c:v>153.9</c:v>
                </c:pt>
                <c:pt idx="49725">
                  <c:v>56.98</c:v>
                </c:pt>
                <c:pt idx="49726">
                  <c:v>71.98</c:v>
                </c:pt>
                <c:pt idx="49727">
                  <c:v>71.98</c:v>
                </c:pt>
                <c:pt idx="49728">
                  <c:v>71.98</c:v>
                </c:pt>
                <c:pt idx="49729">
                  <c:v>159.97999999999999</c:v>
                </c:pt>
                <c:pt idx="49730">
                  <c:v>115.98</c:v>
                </c:pt>
                <c:pt idx="49731">
                  <c:v>107.97</c:v>
                </c:pt>
                <c:pt idx="49732">
                  <c:v>137.97</c:v>
                </c:pt>
                <c:pt idx="49733">
                  <c:v>159.97999999999999</c:v>
                </c:pt>
                <c:pt idx="49734">
                  <c:v>10.48</c:v>
                </c:pt>
                <c:pt idx="49735">
                  <c:v>10.49</c:v>
                </c:pt>
                <c:pt idx="49736">
                  <c:v>10.29</c:v>
                </c:pt>
                <c:pt idx="49737">
                  <c:v>83.97</c:v>
                </c:pt>
                <c:pt idx="49738">
                  <c:v>61.48</c:v>
                </c:pt>
                <c:pt idx="49739">
                  <c:v>60.48</c:v>
                </c:pt>
                <c:pt idx="49740">
                  <c:v>61.98</c:v>
                </c:pt>
                <c:pt idx="49741">
                  <c:v>59.48</c:v>
                </c:pt>
                <c:pt idx="49742">
                  <c:v>99.62</c:v>
                </c:pt>
                <c:pt idx="49743">
                  <c:v>113.96</c:v>
                </c:pt>
                <c:pt idx="49744">
                  <c:v>67.08</c:v>
                </c:pt>
                <c:pt idx="49745">
                  <c:v>55.98</c:v>
                </c:pt>
                <c:pt idx="49746">
                  <c:v>81.2</c:v>
                </c:pt>
                <c:pt idx="49747">
                  <c:v>123.96</c:v>
                </c:pt>
                <c:pt idx="49748">
                  <c:v>188.04</c:v>
                </c:pt>
                <c:pt idx="49749">
                  <c:v>115.96</c:v>
                </c:pt>
                <c:pt idx="49750">
                  <c:v>92.97</c:v>
                </c:pt>
                <c:pt idx="49751">
                  <c:v>83.97</c:v>
                </c:pt>
                <c:pt idx="49752">
                  <c:v>86.97</c:v>
                </c:pt>
                <c:pt idx="49753">
                  <c:v>59.98</c:v>
                </c:pt>
                <c:pt idx="49754">
                  <c:v>145.44999999999999</c:v>
                </c:pt>
                <c:pt idx="49755">
                  <c:v>10.29</c:v>
                </c:pt>
                <c:pt idx="49756">
                  <c:v>10.29</c:v>
                </c:pt>
                <c:pt idx="49757">
                  <c:v>10.29</c:v>
                </c:pt>
                <c:pt idx="49758">
                  <c:v>10.29</c:v>
                </c:pt>
                <c:pt idx="49759">
                  <c:v>170.95</c:v>
                </c:pt>
                <c:pt idx="49760">
                  <c:v>149.97</c:v>
                </c:pt>
                <c:pt idx="49761">
                  <c:v>152.11000000000001</c:v>
                </c:pt>
                <c:pt idx="49762">
                  <c:v>185.95</c:v>
                </c:pt>
                <c:pt idx="49763">
                  <c:v>218.94</c:v>
                </c:pt>
                <c:pt idx="49764">
                  <c:v>152.96</c:v>
                </c:pt>
                <c:pt idx="49765">
                  <c:v>134.97</c:v>
                </c:pt>
                <c:pt idx="49766">
                  <c:v>10.87</c:v>
                </c:pt>
                <c:pt idx="49767">
                  <c:v>10.87</c:v>
                </c:pt>
                <c:pt idx="49768">
                  <c:v>10.87</c:v>
                </c:pt>
                <c:pt idx="49769">
                  <c:v>10.85</c:v>
                </c:pt>
                <c:pt idx="49770">
                  <c:v>10.49</c:v>
                </c:pt>
                <c:pt idx="49771">
                  <c:v>10.49</c:v>
                </c:pt>
                <c:pt idx="49772">
                  <c:v>10.49</c:v>
                </c:pt>
                <c:pt idx="49773">
                  <c:v>62.97</c:v>
                </c:pt>
                <c:pt idx="49774">
                  <c:v>84.99</c:v>
                </c:pt>
                <c:pt idx="49775">
                  <c:v>59.98</c:v>
                </c:pt>
                <c:pt idx="49776">
                  <c:v>26.29</c:v>
                </c:pt>
                <c:pt idx="49777">
                  <c:v>84.99</c:v>
                </c:pt>
                <c:pt idx="49778">
                  <c:v>77.95</c:v>
                </c:pt>
                <c:pt idx="49779">
                  <c:v>90.98</c:v>
                </c:pt>
                <c:pt idx="49780">
                  <c:v>134.97</c:v>
                </c:pt>
                <c:pt idx="49781">
                  <c:v>84.99</c:v>
                </c:pt>
                <c:pt idx="49782">
                  <c:v>84.99</c:v>
                </c:pt>
                <c:pt idx="49783">
                  <c:v>59.7</c:v>
                </c:pt>
                <c:pt idx="49784">
                  <c:v>84.99</c:v>
                </c:pt>
                <c:pt idx="49785">
                  <c:v>9.49</c:v>
                </c:pt>
                <c:pt idx="49786">
                  <c:v>9.49</c:v>
                </c:pt>
                <c:pt idx="49787">
                  <c:v>9.49</c:v>
                </c:pt>
                <c:pt idx="49788">
                  <c:v>9.49</c:v>
                </c:pt>
                <c:pt idx="49789">
                  <c:v>9.49</c:v>
                </c:pt>
                <c:pt idx="49790">
                  <c:v>84.99</c:v>
                </c:pt>
                <c:pt idx="49791">
                  <c:v>114.97</c:v>
                </c:pt>
                <c:pt idx="49792">
                  <c:v>128.96</c:v>
                </c:pt>
                <c:pt idx="49793">
                  <c:v>137.97999999999999</c:v>
                </c:pt>
                <c:pt idx="49794">
                  <c:v>96.47</c:v>
                </c:pt>
                <c:pt idx="49795">
                  <c:v>129.96</c:v>
                </c:pt>
                <c:pt idx="49796">
                  <c:v>158.78</c:v>
                </c:pt>
                <c:pt idx="49797">
                  <c:v>169.98</c:v>
                </c:pt>
                <c:pt idx="49798">
                  <c:v>169.98</c:v>
                </c:pt>
                <c:pt idx="49799">
                  <c:v>138.55000000000001</c:v>
                </c:pt>
                <c:pt idx="49800">
                  <c:v>169.98</c:v>
                </c:pt>
                <c:pt idx="49801">
                  <c:v>9.49</c:v>
                </c:pt>
                <c:pt idx="49802">
                  <c:v>9.49</c:v>
                </c:pt>
                <c:pt idx="49803">
                  <c:v>9.49</c:v>
                </c:pt>
                <c:pt idx="49804">
                  <c:v>9.2899999999999991</c:v>
                </c:pt>
                <c:pt idx="49805">
                  <c:v>9.2899999999999991</c:v>
                </c:pt>
                <c:pt idx="49806">
                  <c:v>9.2899999999999991</c:v>
                </c:pt>
                <c:pt idx="49807">
                  <c:v>41.29</c:v>
                </c:pt>
                <c:pt idx="49808">
                  <c:v>41.29</c:v>
                </c:pt>
                <c:pt idx="49809">
                  <c:v>120.98</c:v>
                </c:pt>
                <c:pt idx="49810">
                  <c:v>9.2899999999999991</c:v>
                </c:pt>
                <c:pt idx="49811">
                  <c:v>9.2899999999999991</c:v>
                </c:pt>
                <c:pt idx="49812">
                  <c:v>9.2899999999999991</c:v>
                </c:pt>
                <c:pt idx="49813">
                  <c:v>9.2899999999999991</c:v>
                </c:pt>
                <c:pt idx="49814">
                  <c:v>179.96</c:v>
                </c:pt>
                <c:pt idx="49815">
                  <c:v>134.97</c:v>
                </c:pt>
                <c:pt idx="49816">
                  <c:v>179.96</c:v>
                </c:pt>
                <c:pt idx="49817">
                  <c:v>137.26</c:v>
                </c:pt>
                <c:pt idx="49818">
                  <c:v>43.28</c:v>
                </c:pt>
                <c:pt idx="49819">
                  <c:v>85.21</c:v>
                </c:pt>
                <c:pt idx="49820">
                  <c:v>134.97</c:v>
                </c:pt>
                <c:pt idx="49821">
                  <c:v>105.26</c:v>
                </c:pt>
                <c:pt idx="49822">
                  <c:v>69.98</c:v>
                </c:pt>
                <c:pt idx="49823">
                  <c:v>79.98</c:v>
                </c:pt>
                <c:pt idx="49824">
                  <c:v>89.98</c:v>
                </c:pt>
                <c:pt idx="49825">
                  <c:v>89.98</c:v>
                </c:pt>
                <c:pt idx="49826">
                  <c:v>134.97</c:v>
                </c:pt>
                <c:pt idx="49827">
                  <c:v>89.98</c:v>
                </c:pt>
                <c:pt idx="49828">
                  <c:v>134.97</c:v>
                </c:pt>
                <c:pt idx="49829">
                  <c:v>9.66</c:v>
                </c:pt>
                <c:pt idx="49830">
                  <c:v>9.66</c:v>
                </c:pt>
                <c:pt idx="49831">
                  <c:v>9.66</c:v>
                </c:pt>
                <c:pt idx="49832">
                  <c:v>9.66</c:v>
                </c:pt>
                <c:pt idx="49833">
                  <c:v>44.99</c:v>
                </c:pt>
                <c:pt idx="49834">
                  <c:v>164.96</c:v>
                </c:pt>
                <c:pt idx="49835">
                  <c:v>159.94</c:v>
                </c:pt>
                <c:pt idx="49836">
                  <c:v>238.96</c:v>
                </c:pt>
                <c:pt idx="49837">
                  <c:v>65.989999999999995</c:v>
                </c:pt>
                <c:pt idx="49838">
                  <c:v>80.98</c:v>
                </c:pt>
                <c:pt idx="49839">
                  <c:v>8.49</c:v>
                </c:pt>
                <c:pt idx="49840">
                  <c:v>8.49</c:v>
                </c:pt>
                <c:pt idx="49841">
                  <c:v>8.49</c:v>
                </c:pt>
                <c:pt idx="49842">
                  <c:v>8.49</c:v>
                </c:pt>
                <c:pt idx="49843">
                  <c:v>8.49</c:v>
                </c:pt>
                <c:pt idx="49844">
                  <c:v>8.49</c:v>
                </c:pt>
                <c:pt idx="49845">
                  <c:v>8.2899999999999991</c:v>
                </c:pt>
                <c:pt idx="49846">
                  <c:v>8.2899999999999991</c:v>
                </c:pt>
                <c:pt idx="49847">
                  <c:v>8.2899999999999991</c:v>
                </c:pt>
                <c:pt idx="49848">
                  <c:v>159.69999999999999</c:v>
                </c:pt>
                <c:pt idx="49849">
                  <c:v>163.75</c:v>
                </c:pt>
                <c:pt idx="49850">
                  <c:v>159.69999999999999</c:v>
                </c:pt>
                <c:pt idx="49851">
                  <c:v>159.69999999999999</c:v>
                </c:pt>
                <c:pt idx="49852">
                  <c:v>159.69999999999999</c:v>
                </c:pt>
                <c:pt idx="49853">
                  <c:v>181.46</c:v>
                </c:pt>
                <c:pt idx="49854">
                  <c:v>159.69999999999999</c:v>
                </c:pt>
                <c:pt idx="49855">
                  <c:v>78.62</c:v>
                </c:pt>
                <c:pt idx="49856">
                  <c:v>8.49</c:v>
                </c:pt>
                <c:pt idx="49857">
                  <c:v>8.49</c:v>
                </c:pt>
                <c:pt idx="49858">
                  <c:v>7.99</c:v>
                </c:pt>
                <c:pt idx="49859">
                  <c:v>7.46</c:v>
                </c:pt>
                <c:pt idx="49860">
                  <c:v>7.69</c:v>
                </c:pt>
                <c:pt idx="49861">
                  <c:v>7.24</c:v>
                </c:pt>
                <c:pt idx="49862">
                  <c:v>13.24</c:v>
                </c:pt>
                <c:pt idx="49863">
                  <c:v>-10.99</c:v>
                </c:pt>
                <c:pt idx="49864">
                  <c:v>6.49</c:v>
                </c:pt>
                <c:pt idx="49865">
                  <c:v>6.49</c:v>
                </c:pt>
                <c:pt idx="49866">
                  <c:v>119.97</c:v>
                </c:pt>
                <c:pt idx="49867">
                  <c:v>59.98</c:v>
                </c:pt>
                <c:pt idx="49868">
                  <c:v>147.94999999999999</c:v>
                </c:pt>
                <c:pt idx="49869">
                  <c:v>190.96</c:v>
                </c:pt>
                <c:pt idx="49870">
                  <c:v>59.97</c:v>
                </c:pt>
                <c:pt idx="49871">
                  <c:v>84.97</c:v>
                </c:pt>
                <c:pt idx="49872">
                  <c:v>64.97</c:v>
                </c:pt>
                <c:pt idx="49873">
                  <c:v>119.97</c:v>
                </c:pt>
                <c:pt idx="49874">
                  <c:v>93.97</c:v>
                </c:pt>
                <c:pt idx="49875">
                  <c:v>-59.96</c:v>
                </c:pt>
                <c:pt idx="49876">
                  <c:v>74.95</c:v>
                </c:pt>
                <c:pt idx="49877">
                  <c:v>6.28</c:v>
                </c:pt>
                <c:pt idx="49878">
                  <c:v>5.48</c:v>
                </c:pt>
                <c:pt idx="49879">
                  <c:v>16.739999999999998</c:v>
                </c:pt>
                <c:pt idx="49880">
                  <c:v>-15.99</c:v>
                </c:pt>
                <c:pt idx="49881">
                  <c:v>106.56</c:v>
                </c:pt>
                <c:pt idx="49882">
                  <c:v>132.83000000000001</c:v>
                </c:pt>
                <c:pt idx="49883">
                  <c:v>205.63</c:v>
                </c:pt>
                <c:pt idx="49884">
                  <c:v>137.56</c:v>
                </c:pt>
                <c:pt idx="49885">
                  <c:v>229.82</c:v>
                </c:pt>
                <c:pt idx="49886">
                  <c:v>131.84</c:v>
                </c:pt>
                <c:pt idx="49887">
                  <c:v>147.6</c:v>
                </c:pt>
                <c:pt idx="49888">
                  <c:v>132.83000000000001</c:v>
                </c:pt>
                <c:pt idx="49889">
                  <c:v>5.18</c:v>
                </c:pt>
                <c:pt idx="49890">
                  <c:v>54.95</c:v>
                </c:pt>
                <c:pt idx="49891">
                  <c:v>54.95</c:v>
                </c:pt>
                <c:pt idx="49892">
                  <c:v>23.28</c:v>
                </c:pt>
                <c:pt idx="49893">
                  <c:v>23.28</c:v>
                </c:pt>
                <c:pt idx="49894">
                  <c:v>54.95</c:v>
                </c:pt>
                <c:pt idx="49895">
                  <c:v>57.96</c:v>
                </c:pt>
                <c:pt idx="49896">
                  <c:v>50.44</c:v>
                </c:pt>
                <c:pt idx="49897">
                  <c:v>50.44</c:v>
                </c:pt>
                <c:pt idx="49898">
                  <c:v>57.96</c:v>
                </c:pt>
                <c:pt idx="49899">
                  <c:v>54.95</c:v>
                </c:pt>
                <c:pt idx="49900">
                  <c:v>54.95</c:v>
                </c:pt>
                <c:pt idx="49901">
                  <c:v>45.26</c:v>
                </c:pt>
                <c:pt idx="49902">
                  <c:v>54.95</c:v>
                </c:pt>
                <c:pt idx="49903">
                  <c:v>45.26</c:v>
                </c:pt>
                <c:pt idx="49904">
                  <c:v>54.95</c:v>
                </c:pt>
                <c:pt idx="49905">
                  <c:v>54.95</c:v>
                </c:pt>
                <c:pt idx="49906">
                  <c:v>54.95</c:v>
                </c:pt>
                <c:pt idx="49907">
                  <c:v>49.94</c:v>
                </c:pt>
                <c:pt idx="49908">
                  <c:v>49.94</c:v>
                </c:pt>
                <c:pt idx="49909">
                  <c:v>59.96</c:v>
                </c:pt>
                <c:pt idx="49910">
                  <c:v>60.99</c:v>
                </c:pt>
                <c:pt idx="49911">
                  <c:v>60.99</c:v>
                </c:pt>
                <c:pt idx="49912">
                  <c:v>54.95</c:v>
                </c:pt>
                <c:pt idx="49913">
                  <c:v>59.96</c:v>
                </c:pt>
                <c:pt idx="49914">
                  <c:v>59.96</c:v>
                </c:pt>
                <c:pt idx="49915">
                  <c:v>54.95</c:v>
                </c:pt>
                <c:pt idx="49916">
                  <c:v>54.95</c:v>
                </c:pt>
                <c:pt idx="49917">
                  <c:v>54.95</c:v>
                </c:pt>
                <c:pt idx="49918">
                  <c:v>59.96</c:v>
                </c:pt>
                <c:pt idx="49919">
                  <c:v>54.95</c:v>
                </c:pt>
                <c:pt idx="49920">
                  <c:v>54.95</c:v>
                </c:pt>
                <c:pt idx="49921">
                  <c:v>54.95</c:v>
                </c:pt>
                <c:pt idx="49922">
                  <c:v>54.95</c:v>
                </c:pt>
                <c:pt idx="49923">
                  <c:v>54.95</c:v>
                </c:pt>
                <c:pt idx="49924">
                  <c:v>2.79</c:v>
                </c:pt>
                <c:pt idx="49925">
                  <c:v>88.24</c:v>
                </c:pt>
                <c:pt idx="49926">
                  <c:v>88.17</c:v>
                </c:pt>
                <c:pt idx="49927">
                  <c:v>80.97</c:v>
                </c:pt>
                <c:pt idx="49928">
                  <c:v>87.87</c:v>
                </c:pt>
                <c:pt idx="49929">
                  <c:v>82.14</c:v>
                </c:pt>
                <c:pt idx="49930">
                  <c:v>88.59</c:v>
                </c:pt>
                <c:pt idx="49931">
                  <c:v>88.77</c:v>
                </c:pt>
                <c:pt idx="49932">
                  <c:v>81.84</c:v>
                </c:pt>
                <c:pt idx="49933">
                  <c:v>89.97</c:v>
                </c:pt>
                <c:pt idx="49934">
                  <c:v>119.96</c:v>
                </c:pt>
                <c:pt idx="49935">
                  <c:v>79.069999999999993</c:v>
                </c:pt>
                <c:pt idx="49936">
                  <c:v>112.18</c:v>
                </c:pt>
                <c:pt idx="49937">
                  <c:v>84.17</c:v>
                </c:pt>
                <c:pt idx="49938">
                  <c:v>89.97</c:v>
                </c:pt>
                <c:pt idx="49939">
                  <c:v>89.97</c:v>
                </c:pt>
                <c:pt idx="49940">
                  <c:v>137.94999999999999</c:v>
                </c:pt>
                <c:pt idx="49941">
                  <c:v>119.06</c:v>
                </c:pt>
                <c:pt idx="49942">
                  <c:v>77.12</c:v>
                </c:pt>
                <c:pt idx="49943">
                  <c:v>12.08</c:v>
                </c:pt>
                <c:pt idx="49944">
                  <c:v>8.99</c:v>
                </c:pt>
                <c:pt idx="49945">
                  <c:v>-12.08</c:v>
                </c:pt>
                <c:pt idx="49946">
                  <c:v>104.97</c:v>
                </c:pt>
                <c:pt idx="49947">
                  <c:v>-89.97</c:v>
                </c:pt>
                <c:pt idx="49948">
                  <c:v>89.97</c:v>
                </c:pt>
                <c:pt idx="49949">
                  <c:v>46.49</c:v>
                </c:pt>
                <c:pt idx="49950">
                  <c:v>-46.49</c:v>
                </c:pt>
                <c:pt idx="49951">
                  <c:v>-40.229999999999997</c:v>
                </c:pt>
                <c:pt idx="49952">
                  <c:v>40.229999999999997</c:v>
                </c:pt>
                <c:pt idx="49953">
                  <c:v>69.97</c:v>
                </c:pt>
                <c:pt idx="49954">
                  <c:v>61.48</c:v>
                </c:pt>
                <c:pt idx="49955">
                  <c:v>51.96</c:v>
                </c:pt>
                <c:pt idx="49956">
                  <c:v>49.93</c:v>
                </c:pt>
                <c:pt idx="49957">
                  <c:v>49.99</c:v>
                </c:pt>
                <c:pt idx="49958">
                  <c:v>65.989999999999995</c:v>
                </c:pt>
                <c:pt idx="49959">
                  <c:v>161.94999999999999</c:v>
                </c:pt>
                <c:pt idx="49960">
                  <c:v>61.98</c:v>
                </c:pt>
                <c:pt idx="49961">
                  <c:v>49.99</c:v>
                </c:pt>
                <c:pt idx="49962">
                  <c:v>168.47</c:v>
                </c:pt>
                <c:pt idx="49963">
                  <c:v>77.959999999999994</c:v>
                </c:pt>
                <c:pt idx="49964">
                  <c:v>46.49</c:v>
                </c:pt>
                <c:pt idx="49965">
                  <c:v>62.98</c:v>
                </c:pt>
                <c:pt idx="49966">
                  <c:v>61.98</c:v>
                </c:pt>
                <c:pt idx="49967">
                  <c:v>50.98</c:v>
                </c:pt>
                <c:pt idx="49968">
                  <c:v>33.96</c:v>
                </c:pt>
                <c:pt idx="49969">
                  <c:v>53.96</c:v>
                </c:pt>
                <c:pt idx="49970">
                  <c:v>113.7</c:v>
                </c:pt>
                <c:pt idx="49971">
                  <c:v>55.98</c:v>
                </c:pt>
                <c:pt idx="49972">
                  <c:v>61.98</c:v>
                </c:pt>
                <c:pt idx="49973">
                  <c:v>68.87</c:v>
                </c:pt>
                <c:pt idx="49974">
                  <c:v>64.09</c:v>
                </c:pt>
                <c:pt idx="49975">
                  <c:v>94.33</c:v>
                </c:pt>
                <c:pt idx="49976">
                  <c:v>79.84</c:v>
                </c:pt>
                <c:pt idx="49977">
                  <c:v>61.98</c:v>
                </c:pt>
                <c:pt idx="49978">
                  <c:v>65.989999999999995</c:v>
                </c:pt>
                <c:pt idx="49979">
                  <c:v>53.98</c:v>
                </c:pt>
                <c:pt idx="49980">
                  <c:v>132.96</c:v>
                </c:pt>
                <c:pt idx="49981">
                  <c:v>57.98</c:v>
                </c:pt>
                <c:pt idx="49982">
                  <c:v>31.29</c:v>
                </c:pt>
                <c:pt idx="49983">
                  <c:v>84.66</c:v>
                </c:pt>
                <c:pt idx="49984">
                  <c:v>71.97</c:v>
                </c:pt>
                <c:pt idx="49985">
                  <c:v>68.959999999999994</c:v>
                </c:pt>
                <c:pt idx="49986">
                  <c:v>-74.98</c:v>
                </c:pt>
                <c:pt idx="49987">
                  <c:v>25.49</c:v>
                </c:pt>
                <c:pt idx="49988">
                  <c:v>55.42</c:v>
                </c:pt>
                <c:pt idx="49989">
                  <c:v>52.98</c:v>
                </c:pt>
                <c:pt idx="49990">
                  <c:v>119.96</c:v>
                </c:pt>
                <c:pt idx="49991">
                  <c:v>58.98</c:v>
                </c:pt>
                <c:pt idx="49992">
                  <c:v>109</c:v>
                </c:pt>
                <c:pt idx="49993">
                  <c:v>79.849999999999994</c:v>
                </c:pt>
                <c:pt idx="49994">
                  <c:v>77.97</c:v>
                </c:pt>
                <c:pt idx="49995">
                  <c:v>64.97</c:v>
                </c:pt>
                <c:pt idx="49996">
                  <c:v>85.89</c:v>
                </c:pt>
                <c:pt idx="49997">
                  <c:v>173.94</c:v>
                </c:pt>
                <c:pt idx="49998">
                  <c:v>150.97999999999999</c:v>
                </c:pt>
                <c:pt idx="49999">
                  <c:v>61.98</c:v>
                </c:pt>
                <c:pt idx="50000">
                  <c:v>22.23</c:v>
                </c:pt>
                <c:pt idx="50001">
                  <c:v>61.98</c:v>
                </c:pt>
                <c:pt idx="50002">
                  <c:v>-78.27</c:v>
                </c:pt>
                <c:pt idx="50003">
                  <c:v>119.96</c:v>
                </c:pt>
                <c:pt idx="50004">
                  <c:v>151.74</c:v>
                </c:pt>
                <c:pt idx="50005">
                  <c:v>74.98</c:v>
                </c:pt>
                <c:pt idx="50006">
                  <c:v>57.76</c:v>
                </c:pt>
                <c:pt idx="50007">
                  <c:v>59.98</c:v>
                </c:pt>
                <c:pt idx="50008">
                  <c:v>50.19</c:v>
                </c:pt>
                <c:pt idx="50009">
                  <c:v>83.97</c:v>
                </c:pt>
                <c:pt idx="50010">
                  <c:v>52.34</c:v>
                </c:pt>
                <c:pt idx="50011">
                  <c:v>51.98</c:v>
                </c:pt>
                <c:pt idx="50012">
                  <c:v>119.96</c:v>
                </c:pt>
                <c:pt idx="50013">
                  <c:v>59.98</c:v>
                </c:pt>
                <c:pt idx="50014">
                  <c:v>51.98</c:v>
                </c:pt>
                <c:pt idx="50015">
                  <c:v>71.97</c:v>
                </c:pt>
                <c:pt idx="50016">
                  <c:v>65.989999999999995</c:v>
                </c:pt>
                <c:pt idx="50017">
                  <c:v>89.97</c:v>
                </c:pt>
                <c:pt idx="50018">
                  <c:v>80.98</c:v>
                </c:pt>
                <c:pt idx="50019">
                  <c:v>199.97</c:v>
                </c:pt>
                <c:pt idx="50020">
                  <c:v>83.47</c:v>
                </c:pt>
                <c:pt idx="50021">
                  <c:v>53.98</c:v>
                </c:pt>
                <c:pt idx="50022">
                  <c:v>84.98</c:v>
                </c:pt>
                <c:pt idx="50023">
                  <c:v>104.95</c:v>
                </c:pt>
                <c:pt idx="50024">
                  <c:v>58.98</c:v>
                </c:pt>
                <c:pt idx="50025">
                  <c:v>71.97</c:v>
                </c:pt>
                <c:pt idx="50026">
                  <c:v>81.47</c:v>
                </c:pt>
                <c:pt idx="50027">
                  <c:v>100.98</c:v>
                </c:pt>
                <c:pt idx="50028">
                  <c:v>89.79</c:v>
                </c:pt>
                <c:pt idx="50029">
                  <c:v>140.37</c:v>
                </c:pt>
                <c:pt idx="50030">
                  <c:v>59.98</c:v>
                </c:pt>
                <c:pt idx="50031">
                  <c:v>41.49</c:v>
                </c:pt>
                <c:pt idx="50032">
                  <c:v>69.989999999999995</c:v>
                </c:pt>
                <c:pt idx="50033">
                  <c:v>138.19</c:v>
                </c:pt>
                <c:pt idx="50034">
                  <c:v>111.96</c:v>
                </c:pt>
                <c:pt idx="50035">
                  <c:v>55.98</c:v>
                </c:pt>
                <c:pt idx="50036">
                  <c:v>58.98</c:v>
                </c:pt>
                <c:pt idx="50037">
                  <c:v>83.97</c:v>
                </c:pt>
                <c:pt idx="50038">
                  <c:v>92.97</c:v>
                </c:pt>
                <c:pt idx="50039">
                  <c:v>95.38</c:v>
                </c:pt>
                <c:pt idx="50040">
                  <c:v>95.96</c:v>
                </c:pt>
                <c:pt idx="50041">
                  <c:v>32.49</c:v>
                </c:pt>
                <c:pt idx="50042">
                  <c:v>93.96</c:v>
                </c:pt>
                <c:pt idx="50043">
                  <c:v>21.49</c:v>
                </c:pt>
                <c:pt idx="50044">
                  <c:v>19.489999999999998</c:v>
                </c:pt>
                <c:pt idx="50045">
                  <c:v>70.16</c:v>
                </c:pt>
                <c:pt idx="50046">
                  <c:v>101.96</c:v>
                </c:pt>
                <c:pt idx="50047">
                  <c:v>120.46</c:v>
                </c:pt>
                <c:pt idx="50048">
                  <c:v>55.98</c:v>
                </c:pt>
                <c:pt idx="50049">
                  <c:v>31.49</c:v>
                </c:pt>
                <c:pt idx="50050">
                  <c:v>54.95</c:v>
                </c:pt>
                <c:pt idx="50051">
                  <c:v>65.98</c:v>
                </c:pt>
                <c:pt idx="50052">
                  <c:v>61.32</c:v>
                </c:pt>
                <c:pt idx="50053">
                  <c:v>52.98</c:v>
                </c:pt>
                <c:pt idx="50054">
                  <c:v>54.98</c:v>
                </c:pt>
                <c:pt idx="50055">
                  <c:v>84.68</c:v>
                </c:pt>
                <c:pt idx="50056">
                  <c:v>207.92</c:v>
                </c:pt>
                <c:pt idx="50057">
                  <c:v>38.700000000000003</c:v>
                </c:pt>
                <c:pt idx="50058">
                  <c:v>179.94</c:v>
                </c:pt>
                <c:pt idx="50059">
                  <c:v>123.96</c:v>
                </c:pt>
                <c:pt idx="50060">
                  <c:v>83.97</c:v>
                </c:pt>
                <c:pt idx="50061">
                  <c:v>49.99</c:v>
                </c:pt>
                <c:pt idx="50062">
                  <c:v>61.98</c:v>
                </c:pt>
                <c:pt idx="50063">
                  <c:v>119.96</c:v>
                </c:pt>
                <c:pt idx="50064">
                  <c:v>70.14</c:v>
                </c:pt>
                <c:pt idx="50065">
                  <c:v>120.97</c:v>
                </c:pt>
                <c:pt idx="50066">
                  <c:v>155.94</c:v>
                </c:pt>
                <c:pt idx="50067">
                  <c:v>206.86</c:v>
                </c:pt>
                <c:pt idx="50068">
                  <c:v>55.98</c:v>
                </c:pt>
                <c:pt idx="50069">
                  <c:v>65.989999999999995</c:v>
                </c:pt>
                <c:pt idx="50070">
                  <c:v>29.49</c:v>
                </c:pt>
                <c:pt idx="50071">
                  <c:v>76.959999999999994</c:v>
                </c:pt>
                <c:pt idx="50072">
                  <c:v>135.97</c:v>
                </c:pt>
                <c:pt idx="50073">
                  <c:v>34.479999999999997</c:v>
                </c:pt>
                <c:pt idx="50074">
                  <c:v>64.959999999999994</c:v>
                </c:pt>
                <c:pt idx="50075">
                  <c:v>188.93</c:v>
                </c:pt>
                <c:pt idx="50076">
                  <c:v>129.94999999999999</c:v>
                </c:pt>
                <c:pt idx="50077">
                  <c:v>83.97</c:v>
                </c:pt>
                <c:pt idx="50078">
                  <c:v>55.98</c:v>
                </c:pt>
                <c:pt idx="50079">
                  <c:v>53.98</c:v>
                </c:pt>
                <c:pt idx="50080">
                  <c:v>17.29</c:v>
                </c:pt>
                <c:pt idx="50081">
                  <c:v>-51.98</c:v>
                </c:pt>
                <c:pt idx="50082">
                  <c:v>55.98</c:v>
                </c:pt>
                <c:pt idx="50083">
                  <c:v>50.94</c:v>
                </c:pt>
                <c:pt idx="50084">
                  <c:v>149.94999999999999</c:v>
                </c:pt>
                <c:pt idx="50085">
                  <c:v>84.98</c:v>
                </c:pt>
                <c:pt idx="50086">
                  <c:v>74.98</c:v>
                </c:pt>
                <c:pt idx="50087">
                  <c:v>56.95</c:v>
                </c:pt>
                <c:pt idx="50088">
                  <c:v>46.89</c:v>
                </c:pt>
                <c:pt idx="50089">
                  <c:v>53.98</c:v>
                </c:pt>
                <c:pt idx="50090">
                  <c:v>167.94</c:v>
                </c:pt>
                <c:pt idx="50091">
                  <c:v>299.89999999999998</c:v>
                </c:pt>
                <c:pt idx="50092">
                  <c:v>30.49</c:v>
                </c:pt>
                <c:pt idx="50093">
                  <c:v>139.97</c:v>
                </c:pt>
                <c:pt idx="50094">
                  <c:v>68.069999999999993</c:v>
                </c:pt>
                <c:pt idx="50095">
                  <c:v>106.97</c:v>
                </c:pt>
                <c:pt idx="50096">
                  <c:v>59.98</c:v>
                </c:pt>
                <c:pt idx="50097">
                  <c:v>55.98</c:v>
                </c:pt>
                <c:pt idx="50098">
                  <c:v>86.27</c:v>
                </c:pt>
                <c:pt idx="50099">
                  <c:v>53.88</c:v>
                </c:pt>
                <c:pt idx="50100">
                  <c:v>662.75</c:v>
                </c:pt>
                <c:pt idx="50101">
                  <c:v>120.46</c:v>
                </c:pt>
                <c:pt idx="50102">
                  <c:v>108.97</c:v>
                </c:pt>
                <c:pt idx="50103">
                  <c:v>116.06</c:v>
                </c:pt>
                <c:pt idx="50104">
                  <c:v>89.97</c:v>
                </c:pt>
                <c:pt idx="50105">
                  <c:v>123.96</c:v>
                </c:pt>
                <c:pt idx="50106">
                  <c:v>169.98</c:v>
                </c:pt>
                <c:pt idx="50107">
                  <c:v>-79.98</c:v>
                </c:pt>
                <c:pt idx="50108">
                  <c:v>69.12</c:v>
                </c:pt>
                <c:pt idx="50109">
                  <c:v>99.98</c:v>
                </c:pt>
                <c:pt idx="50110">
                  <c:v>137.94999999999999</c:v>
                </c:pt>
                <c:pt idx="50111">
                  <c:v>0</c:v>
                </c:pt>
                <c:pt idx="50112">
                  <c:v>59.98</c:v>
                </c:pt>
                <c:pt idx="50113">
                  <c:v>64.98</c:v>
                </c:pt>
                <c:pt idx="50114">
                  <c:v>56.48</c:v>
                </c:pt>
                <c:pt idx="50115">
                  <c:v>32.29</c:v>
                </c:pt>
                <c:pt idx="50116">
                  <c:v>185.94</c:v>
                </c:pt>
                <c:pt idx="50117">
                  <c:v>0</c:v>
                </c:pt>
                <c:pt idx="50118">
                  <c:v>18.239999999999998</c:v>
                </c:pt>
                <c:pt idx="50119">
                  <c:v>-64.98</c:v>
                </c:pt>
                <c:pt idx="50120">
                  <c:v>119.96</c:v>
                </c:pt>
                <c:pt idx="50121">
                  <c:v>173.95</c:v>
                </c:pt>
                <c:pt idx="50122">
                  <c:v>121.95</c:v>
                </c:pt>
                <c:pt idx="50123">
                  <c:v>187.13</c:v>
                </c:pt>
                <c:pt idx="50124">
                  <c:v>131.97999999999999</c:v>
                </c:pt>
                <c:pt idx="50125">
                  <c:v>79.97</c:v>
                </c:pt>
                <c:pt idx="50126">
                  <c:v>171.65</c:v>
                </c:pt>
                <c:pt idx="50127">
                  <c:v>89.97</c:v>
                </c:pt>
                <c:pt idx="50128">
                  <c:v>-15</c:v>
                </c:pt>
                <c:pt idx="50129">
                  <c:v>155.94</c:v>
                </c:pt>
                <c:pt idx="50130">
                  <c:v>65.989999999999995</c:v>
                </c:pt>
                <c:pt idx="50131">
                  <c:v>61.98</c:v>
                </c:pt>
                <c:pt idx="50132">
                  <c:v>61.98</c:v>
                </c:pt>
                <c:pt idx="50133">
                  <c:v>51.98</c:v>
                </c:pt>
                <c:pt idx="50134">
                  <c:v>84.66</c:v>
                </c:pt>
                <c:pt idx="50135">
                  <c:v>63.98</c:v>
                </c:pt>
                <c:pt idx="50136">
                  <c:v>79.02</c:v>
                </c:pt>
                <c:pt idx="50137">
                  <c:v>94.97</c:v>
                </c:pt>
                <c:pt idx="50138">
                  <c:v>16.489999999999998</c:v>
                </c:pt>
                <c:pt idx="50139">
                  <c:v>95.94</c:v>
                </c:pt>
                <c:pt idx="50140">
                  <c:v>69.98</c:v>
                </c:pt>
                <c:pt idx="50141">
                  <c:v>85.97</c:v>
                </c:pt>
                <c:pt idx="50142">
                  <c:v>51.29</c:v>
                </c:pt>
                <c:pt idx="50143">
                  <c:v>42.49</c:v>
                </c:pt>
                <c:pt idx="50144">
                  <c:v>89.97</c:v>
                </c:pt>
                <c:pt idx="50145">
                  <c:v>137.94999999999999</c:v>
                </c:pt>
                <c:pt idx="50146">
                  <c:v>17.489999999999998</c:v>
                </c:pt>
                <c:pt idx="50147">
                  <c:v>68.97</c:v>
                </c:pt>
                <c:pt idx="50148">
                  <c:v>94.95</c:v>
                </c:pt>
                <c:pt idx="50149">
                  <c:v>64.98</c:v>
                </c:pt>
                <c:pt idx="50150">
                  <c:v>92.97</c:v>
                </c:pt>
                <c:pt idx="50151">
                  <c:v>30.24</c:v>
                </c:pt>
                <c:pt idx="50152">
                  <c:v>49.88</c:v>
                </c:pt>
                <c:pt idx="50153">
                  <c:v>89.97</c:v>
                </c:pt>
                <c:pt idx="50154">
                  <c:v>60.47</c:v>
                </c:pt>
                <c:pt idx="50155">
                  <c:v>49.98</c:v>
                </c:pt>
                <c:pt idx="50156">
                  <c:v>51.98</c:v>
                </c:pt>
                <c:pt idx="50157">
                  <c:v>95.97</c:v>
                </c:pt>
                <c:pt idx="50158">
                  <c:v>83.38</c:v>
                </c:pt>
                <c:pt idx="50159">
                  <c:v>56.93</c:v>
                </c:pt>
                <c:pt idx="50160">
                  <c:v>61.95</c:v>
                </c:pt>
                <c:pt idx="50161">
                  <c:v>23.24</c:v>
                </c:pt>
                <c:pt idx="50162">
                  <c:v>-54.99</c:v>
                </c:pt>
                <c:pt idx="50163">
                  <c:v>111.96</c:v>
                </c:pt>
                <c:pt idx="50164">
                  <c:v>114.55</c:v>
                </c:pt>
                <c:pt idx="50165">
                  <c:v>89.97</c:v>
                </c:pt>
                <c:pt idx="50166">
                  <c:v>31.48</c:v>
                </c:pt>
                <c:pt idx="50167">
                  <c:v>64.48</c:v>
                </c:pt>
                <c:pt idx="50168">
                  <c:v>65.3</c:v>
                </c:pt>
                <c:pt idx="50169">
                  <c:v>89.98</c:v>
                </c:pt>
                <c:pt idx="50170">
                  <c:v>37.47</c:v>
                </c:pt>
                <c:pt idx="50171">
                  <c:v>77.97</c:v>
                </c:pt>
                <c:pt idx="50172">
                  <c:v>66.27</c:v>
                </c:pt>
                <c:pt idx="50173">
                  <c:v>74.98</c:v>
                </c:pt>
                <c:pt idx="50174">
                  <c:v>28.29</c:v>
                </c:pt>
                <c:pt idx="50175">
                  <c:v>67.97</c:v>
                </c:pt>
                <c:pt idx="50176">
                  <c:v>263.95999999999998</c:v>
                </c:pt>
                <c:pt idx="50177">
                  <c:v>59.98</c:v>
                </c:pt>
                <c:pt idx="50178">
                  <c:v>29.28</c:v>
                </c:pt>
                <c:pt idx="50179">
                  <c:v>188.69</c:v>
                </c:pt>
                <c:pt idx="50180">
                  <c:v>59.98</c:v>
                </c:pt>
                <c:pt idx="50181">
                  <c:v>115.98</c:v>
                </c:pt>
                <c:pt idx="50182">
                  <c:v>89.97</c:v>
                </c:pt>
                <c:pt idx="50183">
                  <c:v>119.96</c:v>
                </c:pt>
                <c:pt idx="50184">
                  <c:v>55.98</c:v>
                </c:pt>
                <c:pt idx="50185">
                  <c:v>77.459999999999994</c:v>
                </c:pt>
                <c:pt idx="50186">
                  <c:v>178.14</c:v>
                </c:pt>
                <c:pt idx="50187">
                  <c:v>81.97</c:v>
                </c:pt>
                <c:pt idx="50188">
                  <c:v>39.909999999999997</c:v>
                </c:pt>
                <c:pt idx="50189">
                  <c:v>94.97</c:v>
                </c:pt>
                <c:pt idx="50190">
                  <c:v>59.96</c:v>
                </c:pt>
                <c:pt idx="50191">
                  <c:v>65.989999999999995</c:v>
                </c:pt>
                <c:pt idx="50192">
                  <c:v>92.97</c:v>
                </c:pt>
                <c:pt idx="50193">
                  <c:v>118.78</c:v>
                </c:pt>
                <c:pt idx="50194">
                  <c:v>79.95</c:v>
                </c:pt>
                <c:pt idx="50195">
                  <c:v>86.98</c:v>
                </c:pt>
                <c:pt idx="50196">
                  <c:v>61.98</c:v>
                </c:pt>
                <c:pt idx="50197">
                  <c:v>71.959999999999994</c:v>
                </c:pt>
                <c:pt idx="50198">
                  <c:v>64.98</c:v>
                </c:pt>
                <c:pt idx="50199">
                  <c:v>65.94</c:v>
                </c:pt>
                <c:pt idx="50200">
                  <c:v>66.959999999999994</c:v>
                </c:pt>
                <c:pt idx="50201">
                  <c:v>72.58</c:v>
                </c:pt>
                <c:pt idx="50202">
                  <c:v>88.56</c:v>
                </c:pt>
                <c:pt idx="50203">
                  <c:v>74.95</c:v>
                </c:pt>
                <c:pt idx="50204">
                  <c:v>89.97</c:v>
                </c:pt>
                <c:pt idx="50205">
                  <c:v>75.98</c:v>
                </c:pt>
                <c:pt idx="50206">
                  <c:v>55.98</c:v>
                </c:pt>
                <c:pt idx="50207">
                  <c:v>89.97</c:v>
                </c:pt>
                <c:pt idx="50208">
                  <c:v>159.69999999999999</c:v>
                </c:pt>
                <c:pt idx="50209">
                  <c:v>37.479999999999997</c:v>
                </c:pt>
                <c:pt idx="50210">
                  <c:v>154.82</c:v>
                </c:pt>
                <c:pt idx="50211">
                  <c:v>29.08</c:v>
                </c:pt>
                <c:pt idx="50212">
                  <c:v>95.17</c:v>
                </c:pt>
                <c:pt idx="50213">
                  <c:v>84.97</c:v>
                </c:pt>
                <c:pt idx="50214">
                  <c:v>120.97</c:v>
                </c:pt>
                <c:pt idx="50215">
                  <c:v>83.97</c:v>
                </c:pt>
                <c:pt idx="50216">
                  <c:v>136.94999999999999</c:v>
                </c:pt>
                <c:pt idx="50217">
                  <c:v>277.66000000000003</c:v>
                </c:pt>
                <c:pt idx="50218">
                  <c:v>89.97</c:v>
                </c:pt>
                <c:pt idx="50219">
                  <c:v>148.97</c:v>
                </c:pt>
                <c:pt idx="50220">
                  <c:v>61.69</c:v>
                </c:pt>
                <c:pt idx="50221">
                  <c:v>143.94999999999999</c:v>
                </c:pt>
                <c:pt idx="50222">
                  <c:v>103.96</c:v>
                </c:pt>
                <c:pt idx="50223">
                  <c:v>101.97</c:v>
                </c:pt>
                <c:pt idx="50224">
                  <c:v>131.97999999999999</c:v>
                </c:pt>
                <c:pt idx="50225">
                  <c:v>59.33</c:v>
                </c:pt>
                <c:pt idx="50226">
                  <c:v>249.42</c:v>
                </c:pt>
                <c:pt idx="50227">
                  <c:v>114.95</c:v>
                </c:pt>
                <c:pt idx="50228">
                  <c:v>167.94</c:v>
                </c:pt>
                <c:pt idx="50229">
                  <c:v>28.38</c:v>
                </c:pt>
                <c:pt idx="50230">
                  <c:v>31.49</c:v>
                </c:pt>
                <c:pt idx="50231">
                  <c:v>53.98</c:v>
                </c:pt>
                <c:pt idx="50232">
                  <c:v>55.62</c:v>
                </c:pt>
                <c:pt idx="50233">
                  <c:v>56.98</c:v>
                </c:pt>
                <c:pt idx="50234">
                  <c:v>41.46</c:v>
                </c:pt>
                <c:pt idx="50235">
                  <c:v>79.98</c:v>
                </c:pt>
                <c:pt idx="50236">
                  <c:v>107.66</c:v>
                </c:pt>
                <c:pt idx="50237">
                  <c:v>134.97</c:v>
                </c:pt>
                <c:pt idx="50238">
                  <c:v>59.98</c:v>
                </c:pt>
                <c:pt idx="50239">
                  <c:v>207.92</c:v>
                </c:pt>
                <c:pt idx="50240">
                  <c:v>72.55</c:v>
                </c:pt>
                <c:pt idx="50241">
                  <c:v>43.28</c:v>
                </c:pt>
                <c:pt idx="50242">
                  <c:v>47.48</c:v>
                </c:pt>
                <c:pt idx="50243">
                  <c:v>55.98</c:v>
                </c:pt>
                <c:pt idx="50244">
                  <c:v>59.96</c:v>
                </c:pt>
                <c:pt idx="50245">
                  <c:v>65.989999999999995</c:v>
                </c:pt>
                <c:pt idx="50246">
                  <c:v>22.07</c:v>
                </c:pt>
                <c:pt idx="50247">
                  <c:v>121.76</c:v>
                </c:pt>
                <c:pt idx="50248">
                  <c:v>145.16</c:v>
                </c:pt>
                <c:pt idx="50249">
                  <c:v>25.68</c:v>
                </c:pt>
                <c:pt idx="50250">
                  <c:v>72.55</c:v>
                </c:pt>
                <c:pt idx="50251">
                  <c:v>83.97</c:v>
                </c:pt>
                <c:pt idx="50252">
                  <c:v>55.78</c:v>
                </c:pt>
                <c:pt idx="50253">
                  <c:v>72.97</c:v>
                </c:pt>
                <c:pt idx="50254">
                  <c:v>50.98</c:v>
                </c:pt>
                <c:pt idx="50255">
                  <c:v>11.49</c:v>
                </c:pt>
                <c:pt idx="50256">
                  <c:v>66.98</c:v>
                </c:pt>
                <c:pt idx="50257">
                  <c:v>68.959999999999994</c:v>
                </c:pt>
                <c:pt idx="50258">
                  <c:v>26.48</c:v>
                </c:pt>
                <c:pt idx="50259">
                  <c:v>89.98</c:v>
                </c:pt>
                <c:pt idx="50260">
                  <c:v>63.61</c:v>
                </c:pt>
                <c:pt idx="50261">
                  <c:v>152.15</c:v>
                </c:pt>
                <c:pt idx="50262">
                  <c:v>65.989999999999995</c:v>
                </c:pt>
                <c:pt idx="50263">
                  <c:v>55.98</c:v>
                </c:pt>
                <c:pt idx="50264">
                  <c:v>95.96</c:v>
                </c:pt>
                <c:pt idx="50265">
                  <c:v>52.98</c:v>
                </c:pt>
                <c:pt idx="50266">
                  <c:v>70.98</c:v>
                </c:pt>
                <c:pt idx="50267">
                  <c:v>95.94</c:v>
                </c:pt>
                <c:pt idx="50268">
                  <c:v>61.98</c:v>
                </c:pt>
                <c:pt idx="50269">
                  <c:v>59.96</c:v>
                </c:pt>
                <c:pt idx="50270">
                  <c:v>65.790000000000006</c:v>
                </c:pt>
                <c:pt idx="50271">
                  <c:v>56.09</c:v>
                </c:pt>
                <c:pt idx="50272">
                  <c:v>82.98</c:v>
                </c:pt>
                <c:pt idx="50273">
                  <c:v>59.98</c:v>
                </c:pt>
                <c:pt idx="50274">
                  <c:v>99.98</c:v>
                </c:pt>
                <c:pt idx="50275">
                  <c:v>55.77</c:v>
                </c:pt>
                <c:pt idx="50276">
                  <c:v>20.49</c:v>
                </c:pt>
                <c:pt idx="50277">
                  <c:v>27.49</c:v>
                </c:pt>
                <c:pt idx="50278">
                  <c:v>17.29</c:v>
                </c:pt>
                <c:pt idx="50279">
                  <c:v>61.98</c:v>
                </c:pt>
                <c:pt idx="50280">
                  <c:v>58.98</c:v>
                </c:pt>
                <c:pt idx="50281">
                  <c:v>26.49</c:v>
                </c:pt>
                <c:pt idx="50282">
                  <c:v>77.97</c:v>
                </c:pt>
                <c:pt idx="50283">
                  <c:v>102.45</c:v>
                </c:pt>
                <c:pt idx="50284">
                  <c:v>25.49</c:v>
                </c:pt>
                <c:pt idx="50285">
                  <c:v>59.96</c:v>
                </c:pt>
                <c:pt idx="50286">
                  <c:v>54.97</c:v>
                </c:pt>
                <c:pt idx="50287">
                  <c:v>24.68</c:v>
                </c:pt>
                <c:pt idx="50288">
                  <c:v>72.55</c:v>
                </c:pt>
                <c:pt idx="50289">
                  <c:v>31.28</c:v>
                </c:pt>
                <c:pt idx="50290">
                  <c:v>65.989999999999995</c:v>
                </c:pt>
                <c:pt idx="50291">
                  <c:v>123.9</c:v>
                </c:pt>
                <c:pt idx="50292">
                  <c:v>55.98</c:v>
                </c:pt>
                <c:pt idx="50293">
                  <c:v>207.92</c:v>
                </c:pt>
                <c:pt idx="50294">
                  <c:v>55.98</c:v>
                </c:pt>
                <c:pt idx="50295">
                  <c:v>131.97999999999999</c:v>
                </c:pt>
                <c:pt idx="50296">
                  <c:v>51.98</c:v>
                </c:pt>
                <c:pt idx="50297">
                  <c:v>119.88</c:v>
                </c:pt>
                <c:pt idx="50298">
                  <c:v>100.09</c:v>
                </c:pt>
                <c:pt idx="50299">
                  <c:v>55.98</c:v>
                </c:pt>
                <c:pt idx="50300">
                  <c:v>99.96</c:v>
                </c:pt>
                <c:pt idx="50301">
                  <c:v>117.7</c:v>
                </c:pt>
                <c:pt idx="50302">
                  <c:v>55.64</c:v>
                </c:pt>
                <c:pt idx="50303">
                  <c:v>63.74</c:v>
                </c:pt>
                <c:pt idx="50304">
                  <c:v>27.49</c:v>
                </c:pt>
                <c:pt idx="50305">
                  <c:v>185.94</c:v>
                </c:pt>
                <c:pt idx="50306">
                  <c:v>59.96</c:v>
                </c:pt>
                <c:pt idx="50307">
                  <c:v>65.989999999999995</c:v>
                </c:pt>
                <c:pt idx="50308">
                  <c:v>101.59</c:v>
                </c:pt>
                <c:pt idx="50309">
                  <c:v>61.98</c:v>
                </c:pt>
                <c:pt idx="50310">
                  <c:v>167.94</c:v>
                </c:pt>
                <c:pt idx="50311">
                  <c:v>55.96</c:v>
                </c:pt>
                <c:pt idx="50312">
                  <c:v>27.49</c:v>
                </c:pt>
                <c:pt idx="50313">
                  <c:v>192.69</c:v>
                </c:pt>
                <c:pt idx="50314">
                  <c:v>25.99</c:v>
                </c:pt>
                <c:pt idx="50315">
                  <c:v>61.98</c:v>
                </c:pt>
                <c:pt idx="50316">
                  <c:v>119.95</c:v>
                </c:pt>
                <c:pt idx="50317">
                  <c:v>142.75</c:v>
                </c:pt>
                <c:pt idx="50318">
                  <c:v>15.49</c:v>
                </c:pt>
                <c:pt idx="50319">
                  <c:v>55.98</c:v>
                </c:pt>
                <c:pt idx="50320">
                  <c:v>40.479999999999997</c:v>
                </c:pt>
                <c:pt idx="50321">
                  <c:v>33.86</c:v>
                </c:pt>
                <c:pt idx="50322">
                  <c:v>34.28</c:v>
                </c:pt>
                <c:pt idx="50323">
                  <c:v>59.98</c:v>
                </c:pt>
                <c:pt idx="50324">
                  <c:v>89.98</c:v>
                </c:pt>
                <c:pt idx="50325">
                  <c:v>53.98</c:v>
                </c:pt>
                <c:pt idx="50326">
                  <c:v>105.98</c:v>
                </c:pt>
                <c:pt idx="50327">
                  <c:v>46.94</c:v>
                </c:pt>
                <c:pt idx="50328">
                  <c:v>21.28</c:v>
                </c:pt>
                <c:pt idx="50329">
                  <c:v>20.49</c:v>
                </c:pt>
                <c:pt idx="50330">
                  <c:v>65.989999999999995</c:v>
                </c:pt>
                <c:pt idx="50331">
                  <c:v>134.97999999999999</c:v>
                </c:pt>
                <c:pt idx="50332">
                  <c:v>283.89999999999998</c:v>
                </c:pt>
                <c:pt idx="50333">
                  <c:v>299.89999999999998</c:v>
                </c:pt>
                <c:pt idx="50334">
                  <c:v>17.489999999999998</c:v>
                </c:pt>
                <c:pt idx="50335">
                  <c:v>58.97</c:v>
                </c:pt>
                <c:pt idx="50336">
                  <c:v>89.95</c:v>
                </c:pt>
                <c:pt idx="50337">
                  <c:v>86.97</c:v>
                </c:pt>
                <c:pt idx="50338">
                  <c:v>25.94</c:v>
                </c:pt>
                <c:pt idx="50339">
                  <c:v>59.98</c:v>
                </c:pt>
                <c:pt idx="50340">
                  <c:v>80.98</c:v>
                </c:pt>
                <c:pt idx="50341">
                  <c:v>53.98</c:v>
                </c:pt>
                <c:pt idx="50342">
                  <c:v>131.97999999999999</c:v>
                </c:pt>
                <c:pt idx="50343">
                  <c:v>247.92</c:v>
                </c:pt>
                <c:pt idx="50344">
                  <c:v>10.87</c:v>
                </c:pt>
                <c:pt idx="50345">
                  <c:v>59.98</c:v>
                </c:pt>
                <c:pt idx="50346">
                  <c:v>178.17</c:v>
                </c:pt>
                <c:pt idx="50347">
                  <c:v>65.989999999999995</c:v>
                </c:pt>
                <c:pt idx="50348">
                  <c:v>61.92</c:v>
                </c:pt>
                <c:pt idx="50349">
                  <c:v>57.98</c:v>
                </c:pt>
                <c:pt idx="50350">
                  <c:v>63.68</c:v>
                </c:pt>
                <c:pt idx="50351">
                  <c:v>114.95</c:v>
                </c:pt>
                <c:pt idx="50352">
                  <c:v>129.16999999999999</c:v>
                </c:pt>
                <c:pt idx="50353">
                  <c:v>64.77</c:v>
                </c:pt>
                <c:pt idx="50354">
                  <c:v>59.39</c:v>
                </c:pt>
                <c:pt idx="50355">
                  <c:v>55.78</c:v>
                </c:pt>
                <c:pt idx="50356">
                  <c:v>33.32</c:v>
                </c:pt>
                <c:pt idx="50357">
                  <c:v>51.98</c:v>
                </c:pt>
                <c:pt idx="50358">
                  <c:v>54.98</c:v>
                </c:pt>
                <c:pt idx="50359">
                  <c:v>134.96</c:v>
                </c:pt>
                <c:pt idx="50360">
                  <c:v>198.5</c:v>
                </c:pt>
                <c:pt idx="50361">
                  <c:v>84.98</c:v>
                </c:pt>
                <c:pt idx="50362">
                  <c:v>63.96</c:v>
                </c:pt>
                <c:pt idx="50363">
                  <c:v>111.96</c:v>
                </c:pt>
                <c:pt idx="50364">
                  <c:v>59.98</c:v>
                </c:pt>
                <c:pt idx="50365">
                  <c:v>233.91</c:v>
                </c:pt>
                <c:pt idx="50366">
                  <c:v>61.98</c:v>
                </c:pt>
                <c:pt idx="50367">
                  <c:v>77.97</c:v>
                </c:pt>
                <c:pt idx="50368">
                  <c:v>74.97</c:v>
                </c:pt>
                <c:pt idx="50369">
                  <c:v>119.96</c:v>
                </c:pt>
                <c:pt idx="50370">
                  <c:v>176.59</c:v>
                </c:pt>
                <c:pt idx="50371">
                  <c:v>144.94</c:v>
                </c:pt>
                <c:pt idx="50372">
                  <c:v>55.98</c:v>
                </c:pt>
                <c:pt idx="50373">
                  <c:v>53.98</c:v>
                </c:pt>
                <c:pt idx="50374">
                  <c:v>749.75</c:v>
                </c:pt>
                <c:pt idx="50375">
                  <c:v>149.47</c:v>
                </c:pt>
                <c:pt idx="50376">
                  <c:v>161.94</c:v>
                </c:pt>
                <c:pt idx="50377">
                  <c:v>31.29</c:v>
                </c:pt>
                <c:pt idx="50378">
                  <c:v>82.97</c:v>
                </c:pt>
                <c:pt idx="50379">
                  <c:v>59.98</c:v>
                </c:pt>
                <c:pt idx="50380">
                  <c:v>239.54</c:v>
                </c:pt>
                <c:pt idx="50381">
                  <c:v>51.98</c:v>
                </c:pt>
                <c:pt idx="50382">
                  <c:v>75.13</c:v>
                </c:pt>
                <c:pt idx="50383">
                  <c:v>27.58</c:v>
                </c:pt>
                <c:pt idx="50384">
                  <c:v>55.98</c:v>
                </c:pt>
                <c:pt idx="50385">
                  <c:v>58.98</c:v>
                </c:pt>
                <c:pt idx="50386">
                  <c:v>56.97</c:v>
                </c:pt>
                <c:pt idx="50387">
                  <c:v>53.98</c:v>
                </c:pt>
                <c:pt idx="50388">
                  <c:v>82.95</c:v>
                </c:pt>
                <c:pt idx="50389">
                  <c:v>103.96</c:v>
                </c:pt>
                <c:pt idx="50390">
                  <c:v>67.97</c:v>
                </c:pt>
                <c:pt idx="50391">
                  <c:v>87.97</c:v>
                </c:pt>
                <c:pt idx="50392">
                  <c:v>208.08</c:v>
                </c:pt>
                <c:pt idx="50393">
                  <c:v>97.08</c:v>
                </c:pt>
                <c:pt idx="50394">
                  <c:v>28.49</c:v>
                </c:pt>
                <c:pt idx="50395">
                  <c:v>65.33</c:v>
                </c:pt>
                <c:pt idx="50396">
                  <c:v>137.77000000000001</c:v>
                </c:pt>
                <c:pt idx="50397">
                  <c:v>63.96</c:v>
                </c:pt>
                <c:pt idx="50398">
                  <c:v>55.48</c:v>
                </c:pt>
                <c:pt idx="50399">
                  <c:v>107.9</c:v>
                </c:pt>
                <c:pt idx="50400">
                  <c:v>53.98</c:v>
                </c:pt>
                <c:pt idx="50401">
                  <c:v>51.96</c:v>
                </c:pt>
                <c:pt idx="50402">
                  <c:v>49.99</c:v>
                </c:pt>
                <c:pt idx="50403">
                  <c:v>95.17</c:v>
                </c:pt>
                <c:pt idx="50404">
                  <c:v>59.98</c:v>
                </c:pt>
                <c:pt idx="50405">
                  <c:v>80.97</c:v>
                </c:pt>
                <c:pt idx="50406">
                  <c:v>126.98</c:v>
                </c:pt>
                <c:pt idx="50407">
                  <c:v>64.48</c:v>
                </c:pt>
                <c:pt idx="50408">
                  <c:v>49</c:v>
                </c:pt>
                <c:pt idx="50409">
                  <c:v>56.97</c:v>
                </c:pt>
                <c:pt idx="50410">
                  <c:v>84.95</c:v>
                </c:pt>
                <c:pt idx="50411">
                  <c:v>68.959999999999994</c:v>
                </c:pt>
                <c:pt idx="50412">
                  <c:v>55.98</c:v>
                </c:pt>
                <c:pt idx="50413">
                  <c:v>58.98</c:v>
                </c:pt>
                <c:pt idx="50414">
                  <c:v>69.98</c:v>
                </c:pt>
                <c:pt idx="50415">
                  <c:v>83.27</c:v>
                </c:pt>
                <c:pt idx="50416">
                  <c:v>32.49</c:v>
                </c:pt>
                <c:pt idx="50417">
                  <c:v>85.98</c:v>
                </c:pt>
                <c:pt idx="50418">
                  <c:v>52.46</c:v>
                </c:pt>
                <c:pt idx="50419">
                  <c:v>76.099999999999994</c:v>
                </c:pt>
                <c:pt idx="50420">
                  <c:v>55.98</c:v>
                </c:pt>
                <c:pt idx="50421">
                  <c:v>50.98</c:v>
                </c:pt>
                <c:pt idx="50422">
                  <c:v>55.39</c:v>
                </c:pt>
                <c:pt idx="50423">
                  <c:v>59.98</c:v>
                </c:pt>
                <c:pt idx="50424">
                  <c:v>31.28</c:v>
                </c:pt>
                <c:pt idx="50425">
                  <c:v>59.98</c:v>
                </c:pt>
                <c:pt idx="50426">
                  <c:v>84.98</c:v>
                </c:pt>
                <c:pt idx="50427">
                  <c:v>61.98</c:v>
                </c:pt>
                <c:pt idx="50428">
                  <c:v>68.97</c:v>
                </c:pt>
                <c:pt idx="50429">
                  <c:v>83.97</c:v>
                </c:pt>
                <c:pt idx="50430">
                  <c:v>55.98</c:v>
                </c:pt>
                <c:pt idx="50431">
                  <c:v>56.98</c:v>
                </c:pt>
                <c:pt idx="50432">
                  <c:v>54.99</c:v>
                </c:pt>
                <c:pt idx="50433">
                  <c:v>77.98</c:v>
                </c:pt>
                <c:pt idx="50434">
                  <c:v>64.77</c:v>
                </c:pt>
                <c:pt idx="50435">
                  <c:v>119.96</c:v>
                </c:pt>
                <c:pt idx="50436">
                  <c:v>63.96</c:v>
                </c:pt>
                <c:pt idx="50437">
                  <c:v>42.24</c:v>
                </c:pt>
                <c:pt idx="50438">
                  <c:v>131.97999999999999</c:v>
                </c:pt>
                <c:pt idx="50439">
                  <c:v>107.95</c:v>
                </c:pt>
                <c:pt idx="50440">
                  <c:v>31.94</c:v>
                </c:pt>
                <c:pt idx="50441">
                  <c:v>28.29</c:v>
                </c:pt>
                <c:pt idx="50442">
                  <c:v>59.98</c:v>
                </c:pt>
                <c:pt idx="50443">
                  <c:v>51.98</c:v>
                </c:pt>
                <c:pt idx="50444">
                  <c:v>195.93</c:v>
                </c:pt>
                <c:pt idx="50445">
                  <c:v>87.97</c:v>
                </c:pt>
                <c:pt idx="50446">
                  <c:v>221.96</c:v>
                </c:pt>
                <c:pt idx="50447">
                  <c:v>642.77</c:v>
                </c:pt>
                <c:pt idx="50448">
                  <c:v>24.49</c:v>
                </c:pt>
                <c:pt idx="50449">
                  <c:v>75.98</c:v>
                </c:pt>
                <c:pt idx="50450">
                  <c:v>22.29</c:v>
                </c:pt>
                <c:pt idx="50451">
                  <c:v>56.01</c:v>
                </c:pt>
                <c:pt idx="50452">
                  <c:v>-31.49</c:v>
                </c:pt>
                <c:pt idx="50453">
                  <c:v>49.38</c:v>
                </c:pt>
                <c:pt idx="50454">
                  <c:v>59.98</c:v>
                </c:pt>
                <c:pt idx="50455">
                  <c:v>71.97</c:v>
                </c:pt>
                <c:pt idx="50456">
                  <c:v>69.95</c:v>
                </c:pt>
                <c:pt idx="50457">
                  <c:v>27.49</c:v>
                </c:pt>
                <c:pt idx="50458">
                  <c:v>77.98</c:v>
                </c:pt>
                <c:pt idx="50459">
                  <c:v>25.29</c:v>
                </c:pt>
                <c:pt idx="50460">
                  <c:v>52.9</c:v>
                </c:pt>
                <c:pt idx="50461">
                  <c:v>64.98</c:v>
                </c:pt>
                <c:pt idx="50462">
                  <c:v>67.489999999999995</c:v>
                </c:pt>
                <c:pt idx="50463">
                  <c:v>64.97</c:v>
                </c:pt>
                <c:pt idx="50464">
                  <c:v>55.98</c:v>
                </c:pt>
                <c:pt idx="50465">
                  <c:v>119.95</c:v>
                </c:pt>
                <c:pt idx="50466">
                  <c:v>50.98</c:v>
                </c:pt>
                <c:pt idx="50467">
                  <c:v>45.28</c:v>
                </c:pt>
                <c:pt idx="50468">
                  <c:v>56.97</c:v>
                </c:pt>
                <c:pt idx="50469">
                  <c:v>28.49</c:v>
                </c:pt>
                <c:pt idx="50470">
                  <c:v>150.97</c:v>
                </c:pt>
                <c:pt idx="50471">
                  <c:v>51.98</c:v>
                </c:pt>
                <c:pt idx="50472">
                  <c:v>59.96</c:v>
                </c:pt>
                <c:pt idx="50473">
                  <c:v>59.99</c:v>
                </c:pt>
                <c:pt idx="50474">
                  <c:v>58.97</c:v>
                </c:pt>
                <c:pt idx="50475">
                  <c:v>43.93</c:v>
                </c:pt>
                <c:pt idx="50476">
                  <c:v>106.97</c:v>
                </c:pt>
                <c:pt idx="50477">
                  <c:v>65.989999999999995</c:v>
                </c:pt>
                <c:pt idx="50478">
                  <c:v>57.98</c:v>
                </c:pt>
                <c:pt idx="50479">
                  <c:v>89.97</c:v>
                </c:pt>
                <c:pt idx="50480">
                  <c:v>16.489999999999998</c:v>
                </c:pt>
                <c:pt idx="50481">
                  <c:v>29.49</c:v>
                </c:pt>
                <c:pt idx="50482">
                  <c:v>49.99</c:v>
                </c:pt>
                <c:pt idx="50483">
                  <c:v>109.78</c:v>
                </c:pt>
                <c:pt idx="50484">
                  <c:v>55.98</c:v>
                </c:pt>
                <c:pt idx="50485">
                  <c:v>83.97</c:v>
                </c:pt>
                <c:pt idx="50486">
                  <c:v>131.97999999999999</c:v>
                </c:pt>
                <c:pt idx="50487">
                  <c:v>67.709999999999994</c:v>
                </c:pt>
                <c:pt idx="50488">
                  <c:v>49.48</c:v>
                </c:pt>
                <c:pt idx="50489">
                  <c:v>159.94999999999999</c:v>
                </c:pt>
                <c:pt idx="50490">
                  <c:v>47.48</c:v>
                </c:pt>
                <c:pt idx="50491">
                  <c:v>55.98</c:v>
                </c:pt>
                <c:pt idx="50492">
                  <c:v>59.98</c:v>
                </c:pt>
                <c:pt idx="50493">
                  <c:v>134.96</c:v>
                </c:pt>
                <c:pt idx="50494">
                  <c:v>59.98</c:v>
                </c:pt>
                <c:pt idx="50495">
                  <c:v>55.98</c:v>
                </c:pt>
                <c:pt idx="50496">
                  <c:v>52.98</c:v>
                </c:pt>
                <c:pt idx="50497">
                  <c:v>67.98</c:v>
                </c:pt>
                <c:pt idx="50498">
                  <c:v>41.49</c:v>
                </c:pt>
                <c:pt idx="50499">
                  <c:v>53.98</c:v>
                </c:pt>
                <c:pt idx="50500">
                  <c:v>149.94999999999999</c:v>
                </c:pt>
                <c:pt idx="50501">
                  <c:v>134.06</c:v>
                </c:pt>
                <c:pt idx="50502">
                  <c:v>71.959999999999994</c:v>
                </c:pt>
                <c:pt idx="50503">
                  <c:v>263.95999999999998</c:v>
                </c:pt>
                <c:pt idx="50504">
                  <c:v>59.98</c:v>
                </c:pt>
                <c:pt idx="50505">
                  <c:v>49.08</c:v>
                </c:pt>
                <c:pt idx="50506">
                  <c:v>89.97</c:v>
                </c:pt>
                <c:pt idx="50507">
                  <c:v>239.92</c:v>
                </c:pt>
                <c:pt idx="50508">
                  <c:v>54.99</c:v>
                </c:pt>
                <c:pt idx="50509">
                  <c:v>65.989999999999995</c:v>
                </c:pt>
                <c:pt idx="50510">
                  <c:v>55.98</c:v>
                </c:pt>
                <c:pt idx="50511">
                  <c:v>65.989999999999995</c:v>
                </c:pt>
                <c:pt idx="50512">
                  <c:v>27.48</c:v>
                </c:pt>
                <c:pt idx="50513">
                  <c:v>55.98</c:v>
                </c:pt>
                <c:pt idx="50514">
                  <c:v>95.97</c:v>
                </c:pt>
                <c:pt idx="50515">
                  <c:v>72.97</c:v>
                </c:pt>
                <c:pt idx="50516">
                  <c:v>55.98</c:v>
                </c:pt>
                <c:pt idx="50517">
                  <c:v>89.97</c:v>
                </c:pt>
                <c:pt idx="50518">
                  <c:v>9.3800000000000008</c:v>
                </c:pt>
                <c:pt idx="50519">
                  <c:v>56.98</c:v>
                </c:pt>
                <c:pt idx="50520">
                  <c:v>89.97</c:v>
                </c:pt>
                <c:pt idx="50521">
                  <c:v>73.97</c:v>
                </c:pt>
                <c:pt idx="50522">
                  <c:v>142.75</c:v>
                </c:pt>
                <c:pt idx="50523">
                  <c:v>139.08000000000001</c:v>
                </c:pt>
                <c:pt idx="50524">
                  <c:v>41.29</c:v>
                </c:pt>
                <c:pt idx="50525">
                  <c:v>131.97999999999999</c:v>
                </c:pt>
                <c:pt idx="50526">
                  <c:v>113.94</c:v>
                </c:pt>
                <c:pt idx="50527">
                  <c:v>281.39999999999998</c:v>
                </c:pt>
                <c:pt idx="50528">
                  <c:v>59.48</c:v>
                </c:pt>
                <c:pt idx="50529">
                  <c:v>59.98</c:v>
                </c:pt>
                <c:pt idx="50530">
                  <c:v>119.97</c:v>
                </c:pt>
                <c:pt idx="50531">
                  <c:v>41.29</c:v>
                </c:pt>
                <c:pt idx="50532">
                  <c:v>53.98</c:v>
                </c:pt>
                <c:pt idx="50533">
                  <c:v>89.97</c:v>
                </c:pt>
                <c:pt idx="50534">
                  <c:v>77.19</c:v>
                </c:pt>
                <c:pt idx="50535">
                  <c:v>59.98</c:v>
                </c:pt>
                <c:pt idx="50536">
                  <c:v>-12.65</c:v>
                </c:pt>
                <c:pt idx="50537">
                  <c:v>65.989999999999995</c:v>
                </c:pt>
                <c:pt idx="50538">
                  <c:v>128.37</c:v>
                </c:pt>
                <c:pt idx="50539">
                  <c:v>113.96</c:v>
                </c:pt>
                <c:pt idx="50540">
                  <c:v>63.98</c:v>
                </c:pt>
                <c:pt idx="50541">
                  <c:v>12.49</c:v>
                </c:pt>
                <c:pt idx="50542">
                  <c:v>122.19</c:v>
                </c:pt>
                <c:pt idx="50543">
                  <c:v>90.55</c:v>
                </c:pt>
                <c:pt idx="50544">
                  <c:v>25.37</c:v>
                </c:pt>
                <c:pt idx="50545">
                  <c:v>-5.49</c:v>
                </c:pt>
                <c:pt idx="50546">
                  <c:v>49.59</c:v>
                </c:pt>
                <c:pt idx="50547">
                  <c:v>30.41</c:v>
                </c:pt>
                <c:pt idx="50548">
                  <c:v>17.489999999999998</c:v>
                </c:pt>
                <c:pt idx="50549">
                  <c:v>21.94</c:v>
                </c:pt>
                <c:pt idx="50550">
                  <c:v>76.47</c:v>
                </c:pt>
                <c:pt idx="50551">
                  <c:v>99.99</c:v>
                </c:pt>
                <c:pt idx="50552">
                  <c:v>71.97</c:v>
                </c:pt>
                <c:pt idx="50553">
                  <c:v>111.96</c:v>
                </c:pt>
                <c:pt idx="50554">
                  <c:v>299.20999999999998</c:v>
                </c:pt>
                <c:pt idx="50555">
                  <c:v>49.18</c:v>
                </c:pt>
                <c:pt idx="50556">
                  <c:v>54.98</c:v>
                </c:pt>
                <c:pt idx="50557">
                  <c:v>63.96</c:v>
                </c:pt>
                <c:pt idx="50558">
                  <c:v>96.96</c:v>
                </c:pt>
                <c:pt idx="50559">
                  <c:v>54.98</c:v>
                </c:pt>
                <c:pt idx="50560">
                  <c:v>53.98</c:v>
                </c:pt>
                <c:pt idx="50561">
                  <c:v>59.98</c:v>
                </c:pt>
                <c:pt idx="50562">
                  <c:v>51.98</c:v>
                </c:pt>
                <c:pt idx="50563">
                  <c:v>84.98</c:v>
                </c:pt>
                <c:pt idx="50564">
                  <c:v>50.98</c:v>
                </c:pt>
                <c:pt idx="50565">
                  <c:v>36.49</c:v>
                </c:pt>
                <c:pt idx="50566">
                  <c:v>124.06</c:v>
                </c:pt>
                <c:pt idx="50567">
                  <c:v>110.46</c:v>
                </c:pt>
                <c:pt idx="50568">
                  <c:v>56.97</c:v>
                </c:pt>
                <c:pt idx="50569">
                  <c:v>31.29</c:v>
                </c:pt>
                <c:pt idx="50570">
                  <c:v>46.49</c:v>
                </c:pt>
                <c:pt idx="50571">
                  <c:v>89.98</c:v>
                </c:pt>
                <c:pt idx="50572">
                  <c:v>71.97</c:v>
                </c:pt>
                <c:pt idx="50573">
                  <c:v>27.99</c:v>
                </c:pt>
                <c:pt idx="50574">
                  <c:v>110.78</c:v>
                </c:pt>
                <c:pt idx="50575">
                  <c:v>225.89</c:v>
                </c:pt>
                <c:pt idx="50576">
                  <c:v>95.96</c:v>
                </c:pt>
                <c:pt idx="50577">
                  <c:v>69.650000000000006</c:v>
                </c:pt>
                <c:pt idx="50578">
                  <c:v>97.97</c:v>
                </c:pt>
                <c:pt idx="50579">
                  <c:v>10.48</c:v>
                </c:pt>
                <c:pt idx="50580">
                  <c:v>53.18</c:v>
                </c:pt>
                <c:pt idx="50581">
                  <c:v>95.96</c:v>
                </c:pt>
                <c:pt idx="50582">
                  <c:v>103.96</c:v>
                </c:pt>
                <c:pt idx="50583">
                  <c:v>186.22</c:v>
                </c:pt>
                <c:pt idx="50584">
                  <c:v>95.96</c:v>
                </c:pt>
                <c:pt idx="50585">
                  <c:v>136.96</c:v>
                </c:pt>
                <c:pt idx="50586">
                  <c:v>68.97</c:v>
                </c:pt>
                <c:pt idx="50587">
                  <c:v>55.98</c:v>
                </c:pt>
                <c:pt idx="50588">
                  <c:v>48.48</c:v>
                </c:pt>
                <c:pt idx="50589">
                  <c:v>51.98</c:v>
                </c:pt>
                <c:pt idx="50590">
                  <c:v>57.96</c:v>
                </c:pt>
                <c:pt idx="50591">
                  <c:v>55.98</c:v>
                </c:pt>
                <c:pt idx="50592">
                  <c:v>89.97</c:v>
                </c:pt>
                <c:pt idx="50593">
                  <c:v>89.97</c:v>
                </c:pt>
                <c:pt idx="50594">
                  <c:v>35.590000000000003</c:v>
                </c:pt>
                <c:pt idx="50595">
                  <c:v>119.96</c:v>
                </c:pt>
                <c:pt idx="50596">
                  <c:v>59.96</c:v>
                </c:pt>
                <c:pt idx="50597">
                  <c:v>80.98</c:v>
                </c:pt>
                <c:pt idx="50598">
                  <c:v>65.989999999999995</c:v>
                </c:pt>
                <c:pt idx="50599">
                  <c:v>79.849999999999994</c:v>
                </c:pt>
                <c:pt idx="50600">
                  <c:v>27.98</c:v>
                </c:pt>
                <c:pt idx="50601">
                  <c:v>283.41000000000003</c:v>
                </c:pt>
                <c:pt idx="50602">
                  <c:v>55.98</c:v>
                </c:pt>
                <c:pt idx="50603">
                  <c:v>53.98</c:v>
                </c:pt>
                <c:pt idx="50604">
                  <c:v>131.97999999999999</c:v>
                </c:pt>
                <c:pt idx="50605">
                  <c:v>83.97</c:v>
                </c:pt>
                <c:pt idx="50606">
                  <c:v>75.97</c:v>
                </c:pt>
                <c:pt idx="50607">
                  <c:v>16.29</c:v>
                </c:pt>
                <c:pt idx="50608">
                  <c:v>197.93</c:v>
                </c:pt>
                <c:pt idx="50609">
                  <c:v>259.89999999999998</c:v>
                </c:pt>
                <c:pt idx="50610">
                  <c:v>64.98</c:v>
                </c:pt>
                <c:pt idx="50611">
                  <c:v>91.96</c:v>
                </c:pt>
                <c:pt idx="50612">
                  <c:v>55.98</c:v>
                </c:pt>
                <c:pt idx="50613">
                  <c:v>59.38</c:v>
                </c:pt>
                <c:pt idx="50614">
                  <c:v>55.98</c:v>
                </c:pt>
                <c:pt idx="50615">
                  <c:v>90.96</c:v>
                </c:pt>
                <c:pt idx="50616">
                  <c:v>108.88</c:v>
                </c:pt>
                <c:pt idx="50617">
                  <c:v>59.08</c:v>
                </c:pt>
                <c:pt idx="50618">
                  <c:v>147.44</c:v>
                </c:pt>
                <c:pt idx="50619">
                  <c:v>93.97</c:v>
                </c:pt>
                <c:pt idx="50620">
                  <c:v>31.49</c:v>
                </c:pt>
                <c:pt idx="50621">
                  <c:v>239.92</c:v>
                </c:pt>
                <c:pt idx="50622">
                  <c:v>31.48</c:v>
                </c:pt>
                <c:pt idx="50623">
                  <c:v>28.23</c:v>
                </c:pt>
                <c:pt idx="50624">
                  <c:v>158.94</c:v>
                </c:pt>
                <c:pt idx="50625">
                  <c:v>239.9</c:v>
                </c:pt>
                <c:pt idx="50626">
                  <c:v>159.96</c:v>
                </c:pt>
                <c:pt idx="50627">
                  <c:v>36.29</c:v>
                </c:pt>
                <c:pt idx="50628">
                  <c:v>59.98</c:v>
                </c:pt>
                <c:pt idx="50629">
                  <c:v>29.49</c:v>
                </c:pt>
                <c:pt idx="50630">
                  <c:v>26.45</c:v>
                </c:pt>
                <c:pt idx="50631">
                  <c:v>55.97</c:v>
                </c:pt>
                <c:pt idx="50632">
                  <c:v>77.97</c:v>
                </c:pt>
                <c:pt idx="50633">
                  <c:v>59.98</c:v>
                </c:pt>
                <c:pt idx="50634">
                  <c:v>63.98</c:v>
                </c:pt>
                <c:pt idx="50635">
                  <c:v>59.98</c:v>
                </c:pt>
                <c:pt idx="50636">
                  <c:v>131.97999999999999</c:v>
                </c:pt>
                <c:pt idx="50637">
                  <c:v>55.98</c:v>
                </c:pt>
                <c:pt idx="50638">
                  <c:v>63.98</c:v>
                </c:pt>
                <c:pt idx="50639">
                  <c:v>83.97</c:v>
                </c:pt>
                <c:pt idx="50640">
                  <c:v>52.43</c:v>
                </c:pt>
                <c:pt idx="50641">
                  <c:v>98.96</c:v>
                </c:pt>
                <c:pt idx="50642">
                  <c:v>59.98</c:v>
                </c:pt>
                <c:pt idx="50643">
                  <c:v>59.98</c:v>
                </c:pt>
                <c:pt idx="50644">
                  <c:v>20.49</c:v>
                </c:pt>
                <c:pt idx="50645">
                  <c:v>89.96</c:v>
                </c:pt>
                <c:pt idx="50646">
                  <c:v>53.98</c:v>
                </c:pt>
                <c:pt idx="50647">
                  <c:v>55.98</c:v>
                </c:pt>
                <c:pt idx="50648">
                  <c:v>74.98</c:v>
                </c:pt>
                <c:pt idx="50649">
                  <c:v>59.97</c:v>
                </c:pt>
                <c:pt idx="50650">
                  <c:v>118.78</c:v>
                </c:pt>
                <c:pt idx="50651">
                  <c:v>44.98</c:v>
                </c:pt>
                <c:pt idx="50652">
                  <c:v>49.48</c:v>
                </c:pt>
                <c:pt idx="50653">
                  <c:v>20.49</c:v>
                </c:pt>
                <c:pt idx="50654">
                  <c:v>56.98</c:v>
                </c:pt>
                <c:pt idx="50655">
                  <c:v>135.06</c:v>
                </c:pt>
                <c:pt idx="50656">
                  <c:v>104.94</c:v>
                </c:pt>
                <c:pt idx="50657">
                  <c:v>42.33</c:v>
                </c:pt>
                <c:pt idx="50658">
                  <c:v>53.98</c:v>
                </c:pt>
                <c:pt idx="50659">
                  <c:v>40.29</c:v>
                </c:pt>
                <c:pt idx="50660">
                  <c:v>118.43</c:v>
                </c:pt>
                <c:pt idx="50661">
                  <c:v>133.06</c:v>
                </c:pt>
                <c:pt idx="50662">
                  <c:v>41.49</c:v>
                </c:pt>
                <c:pt idx="50663">
                  <c:v>119.96</c:v>
                </c:pt>
                <c:pt idx="50664">
                  <c:v>53.94</c:v>
                </c:pt>
                <c:pt idx="50665">
                  <c:v>55.98</c:v>
                </c:pt>
                <c:pt idx="50666">
                  <c:v>41.28</c:v>
                </c:pt>
                <c:pt idx="50667">
                  <c:v>103.96</c:v>
                </c:pt>
                <c:pt idx="50668">
                  <c:v>113.47</c:v>
                </c:pt>
                <c:pt idx="50669">
                  <c:v>65.319999999999993</c:v>
                </c:pt>
                <c:pt idx="50670">
                  <c:v>93.16</c:v>
                </c:pt>
                <c:pt idx="50671">
                  <c:v>33.72</c:v>
                </c:pt>
                <c:pt idx="50672">
                  <c:v>51.98</c:v>
                </c:pt>
                <c:pt idx="50673">
                  <c:v>113.96</c:v>
                </c:pt>
                <c:pt idx="50674">
                  <c:v>79.84</c:v>
                </c:pt>
                <c:pt idx="50675">
                  <c:v>55.39</c:v>
                </c:pt>
                <c:pt idx="50676">
                  <c:v>79.98</c:v>
                </c:pt>
                <c:pt idx="50677">
                  <c:v>21.49</c:v>
                </c:pt>
                <c:pt idx="50678">
                  <c:v>46.29</c:v>
                </c:pt>
                <c:pt idx="50679">
                  <c:v>44.98</c:v>
                </c:pt>
                <c:pt idx="50680">
                  <c:v>55.98</c:v>
                </c:pt>
                <c:pt idx="50681">
                  <c:v>83.97</c:v>
                </c:pt>
                <c:pt idx="50682">
                  <c:v>33.479999999999997</c:v>
                </c:pt>
                <c:pt idx="50683">
                  <c:v>59.98</c:v>
                </c:pt>
                <c:pt idx="50684">
                  <c:v>31.49</c:v>
                </c:pt>
                <c:pt idx="50685">
                  <c:v>55.98</c:v>
                </c:pt>
                <c:pt idx="50686">
                  <c:v>95.96</c:v>
                </c:pt>
                <c:pt idx="50687">
                  <c:v>40.270000000000003</c:v>
                </c:pt>
                <c:pt idx="50688">
                  <c:v>59.99</c:v>
                </c:pt>
                <c:pt idx="50689">
                  <c:v>61.69</c:v>
                </c:pt>
                <c:pt idx="50690">
                  <c:v>236.62</c:v>
                </c:pt>
                <c:pt idx="50691">
                  <c:v>71.97</c:v>
                </c:pt>
                <c:pt idx="50692">
                  <c:v>53.97</c:v>
                </c:pt>
                <c:pt idx="50693">
                  <c:v>86.97</c:v>
                </c:pt>
                <c:pt idx="50694">
                  <c:v>74.97</c:v>
                </c:pt>
                <c:pt idx="50695">
                  <c:v>31.49</c:v>
                </c:pt>
                <c:pt idx="50696">
                  <c:v>49.48</c:v>
                </c:pt>
                <c:pt idx="50697">
                  <c:v>55.98</c:v>
                </c:pt>
                <c:pt idx="50698">
                  <c:v>117.95</c:v>
                </c:pt>
                <c:pt idx="50699">
                  <c:v>35.89</c:v>
                </c:pt>
                <c:pt idx="50700">
                  <c:v>49.48</c:v>
                </c:pt>
                <c:pt idx="50701">
                  <c:v>75.97</c:v>
                </c:pt>
                <c:pt idx="50702">
                  <c:v>131.97999999999999</c:v>
                </c:pt>
                <c:pt idx="50703">
                  <c:v>54.98</c:v>
                </c:pt>
                <c:pt idx="50704">
                  <c:v>88.57</c:v>
                </c:pt>
                <c:pt idx="50705">
                  <c:v>24.49</c:v>
                </c:pt>
                <c:pt idx="50706">
                  <c:v>79.97</c:v>
                </c:pt>
                <c:pt idx="50707">
                  <c:v>29.49</c:v>
                </c:pt>
                <c:pt idx="50708">
                  <c:v>51.98</c:v>
                </c:pt>
                <c:pt idx="50709">
                  <c:v>55.98</c:v>
                </c:pt>
                <c:pt idx="50710">
                  <c:v>89.97</c:v>
                </c:pt>
                <c:pt idx="50711">
                  <c:v>53.98</c:v>
                </c:pt>
                <c:pt idx="50712">
                  <c:v>78.97</c:v>
                </c:pt>
                <c:pt idx="50713">
                  <c:v>42.3</c:v>
                </c:pt>
                <c:pt idx="50714">
                  <c:v>65.989999999999995</c:v>
                </c:pt>
                <c:pt idx="50715">
                  <c:v>120.98</c:v>
                </c:pt>
                <c:pt idx="50716">
                  <c:v>54.99</c:v>
                </c:pt>
                <c:pt idx="50717">
                  <c:v>57.98</c:v>
                </c:pt>
                <c:pt idx="50718">
                  <c:v>121.97</c:v>
                </c:pt>
                <c:pt idx="50719">
                  <c:v>39.49</c:v>
                </c:pt>
                <c:pt idx="50720">
                  <c:v>82.86</c:v>
                </c:pt>
                <c:pt idx="50721">
                  <c:v>71.97</c:v>
                </c:pt>
                <c:pt idx="50722">
                  <c:v>139.94999999999999</c:v>
                </c:pt>
                <c:pt idx="50723">
                  <c:v>55.64</c:v>
                </c:pt>
                <c:pt idx="50724">
                  <c:v>79.989999999999995</c:v>
                </c:pt>
                <c:pt idx="50725">
                  <c:v>111.96</c:v>
                </c:pt>
                <c:pt idx="50726">
                  <c:v>59.98</c:v>
                </c:pt>
                <c:pt idx="50727">
                  <c:v>28.27</c:v>
                </c:pt>
                <c:pt idx="50728">
                  <c:v>81.05</c:v>
                </c:pt>
                <c:pt idx="50729">
                  <c:v>71.97</c:v>
                </c:pt>
                <c:pt idx="50730">
                  <c:v>77.97</c:v>
                </c:pt>
                <c:pt idx="50731">
                  <c:v>116.42</c:v>
                </c:pt>
                <c:pt idx="50732">
                  <c:v>32.65</c:v>
                </c:pt>
                <c:pt idx="50733">
                  <c:v>89.97</c:v>
                </c:pt>
                <c:pt idx="50734">
                  <c:v>53.98</c:v>
                </c:pt>
                <c:pt idx="50735">
                  <c:v>65.989999999999995</c:v>
                </c:pt>
                <c:pt idx="50736">
                  <c:v>31.49</c:v>
                </c:pt>
                <c:pt idx="50737">
                  <c:v>55.98</c:v>
                </c:pt>
                <c:pt idx="50738">
                  <c:v>61.69</c:v>
                </c:pt>
                <c:pt idx="50739">
                  <c:v>89.97</c:v>
                </c:pt>
                <c:pt idx="50740">
                  <c:v>157.44</c:v>
                </c:pt>
                <c:pt idx="50741">
                  <c:v>85.47</c:v>
                </c:pt>
                <c:pt idx="50742">
                  <c:v>56.98</c:v>
                </c:pt>
                <c:pt idx="50743">
                  <c:v>31.48</c:v>
                </c:pt>
                <c:pt idx="50744">
                  <c:v>119.96</c:v>
                </c:pt>
                <c:pt idx="50745">
                  <c:v>51.29</c:v>
                </c:pt>
                <c:pt idx="50746">
                  <c:v>-65.989999999999995</c:v>
                </c:pt>
                <c:pt idx="50747">
                  <c:v>146.94999999999999</c:v>
                </c:pt>
                <c:pt idx="50748">
                  <c:v>109.94</c:v>
                </c:pt>
                <c:pt idx="50749">
                  <c:v>53.98</c:v>
                </c:pt>
                <c:pt idx="50750">
                  <c:v>92.96</c:v>
                </c:pt>
                <c:pt idx="50751">
                  <c:v>85.47</c:v>
                </c:pt>
                <c:pt idx="50752">
                  <c:v>40.49</c:v>
                </c:pt>
                <c:pt idx="50753">
                  <c:v>58.97</c:v>
                </c:pt>
                <c:pt idx="50754">
                  <c:v>-68.959999999999994</c:v>
                </c:pt>
                <c:pt idx="50755">
                  <c:v>76.209999999999994</c:v>
                </c:pt>
                <c:pt idx="50756">
                  <c:v>49.58</c:v>
                </c:pt>
                <c:pt idx="50757">
                  <c:v>50.98</c:v>
                </c:pt>
                <c:pt idx="50758">
                  <c:v>55.98</c:v>
                </c:pt>
                <c:pt idx="50759">
                  <c:v>51.98</c:v>
                </c:pt>
                <c:pt idx="50760">
                  <c:v>133.47</c:v>
                </c:pt>
                <c:pt idx="50761">
                  <c:v>111.96</c:v>
                </c:pt>
                <c:pt idx="50762">
                  <c:v>102.94</c:v>
                </c:pt>
                <c:pt idx="50763">
                  <c:v>63.78</c:v>
                </c:pt>
                <c:pt idx="50764">
                  <c:v>16.489999999999998</c:v>
                </c:pt>
                <c:pt idx="50765">
                  <c:v>149.94999999999999</c:v>
                </c:pt>
                <c:pt idx="50766">
                  <c:v>170.56</c:v>
                </c:pt>
                <c:pt idx="50767">
                  <c:v>101.97</c:v>
                </c:pt>
                <c:pt idx="50768">
                  <c:v>103.65</c:v>
                </c:pt>
                <c:pt idx="50769">
                  <c:v>96.97</c:v>
                </c:pt>
                <c:pt idx="50770">
                  <c:v>83.97</c:v>
                </c:pt>
                <c:pt idx="50771">
                  <c:v>131.97999999999999</c:v>
                </c:pt>
                <c:pt idx="50772">
                  <c:v>39.29</c:v>
                </c:pt>
                <c:pt idx="50773">
                  <c:v>69.989999999999995</c:v>
                </c:pt>
                <c:pt idx="50774">
                  <c:v>51.98</c:v>
                </c:pt>
                <c:pt idx="50775">
                  <c:v>51.98</c:v>
                </c:pt>
                <c:pt idx="50776">
                  <c:v>65.989999999999995</c:v>
                </c:pt>
                <c:pt idx="50777">
                  <c:v>233.91</c:v>
                </c:pt>
                <c:pt idx="50778">
                  <c:v>59.98</c:v>
                </c:pt>
                <c:pt idx="50779">
                  <c:v>66.53</c:v>
                </c:pt>
                <c:pt idx="50780">
                  <c:v>28.49</c:v>
                </c:pt>
                <c:pt idx="50781">
                  <c:v>65.7</c:v>
                </c:pt>
                <c:pt idx="50782">
                  <c:v>111.96</c:v>
                </c:pt>
                <c:pt idx="50783">
                  <c:v>105.96</c:v>
                </c:pt>
                <c:pt idx="50784">
                  <c:v>30.23</c:v>
                </c:pt>
                <c:pt idx="50785">
                  <c:v>111.96</c:v>
                </c:pt>
                <c:pt idx="50786">
                  <c:v>79.849999999999994</c:v>
                </c:pt>
                <c:pt idx="50787">
                  <c:v>83.98</c:v>
                </c:pt>
                <c:pt idx="50788">
                  <c:v>119.96</c:v>
                </c:pt>
                <c:pt idx="50789">
                  <c:v>116.96</c:v>
                </c:pt>
                <c:pt idx="50790">
                  <c:v>25.74</c:v>
                </c:pt>
                <c:pt idx="50791">
                  <c:v>17.489999999999998</c:v>
                </c:pt>
                <c:pt idx="50792">
                  <c:v>77.48</c:v>
                </c:pt>
                <c:pt idx="50793">
                  <c:v>115.97</c:v>
                </c:pt>
                <c:pt idx="50794">
                  <c:v>50.98</c:v>
                </c:pt>
                <c:pt idx="50795">
                  <c:v>103.96</c:v>
                </c:pt>
                <c:pt idx="50796">
                  <c:v>59.97</c:v>
                </c:pt>
                <c:pt idx="50797">
                  <c:v>117.71</c:v>
                </c:pt>
                <c:pt idx="50798">
                  <c:v>49.28</c:v>
                </c:pt>
                <c:pt idx="50799">
                  <c:v>19.27</c:v>
                </c:pt>
                <c:pt idx="50800">
                  <c:v>103.96</c:v>
                </c:pt>
                <c:pt idx="50801">
                  <c:v>106.95</c:v>
                </c:pt>
                <c:pt idx="50802">
                  <c:v>74.67</c:v>
                </c:pt>
                <c:pt idx="50803">
                  <c:v>71.37</c:v>
                </c:pt>
                <c:pt idx="50804">
                  <c:v>26.69</c:v>
                </c:pt>
                <c:pt idx="50805">
                  <c:v>52.69</c:v>
                </c:pt>
                <c:pt idx="50806">
                  <c:v>107.77</c:v>
                </c:pt>
                <c:pt idx="50807">
                  <c:v>50.98</c:v>
                </c:pt>
                <c:pt idx="50808">
                  <c:v>91.95</c:v>
                </c:pt>
                <c:pt idx="50809">
                  <c:v>79.98</c:v>
                </c:pt>
                <c:pt idx="50810">
                  <c:v>89.98</c:v>
                </c:pt>
                <c:pt idx="50811">
                  <c:v>59.39</c:v>
                </c:pt>
                <c:pt idx="50812">
                  <c:v>65.989999999999995</c:v>
                </c:pt>
                <c:pt idx="50813">
                  <c:v>59.98</c:v>
                </c:pt>
                <c:pt idx="50814">
                  <c:v>59.98</c:v>
                </c:pt>
                <c:pt idx="50815">
                  <c:v>90.73</c:v>
                </c:pt>
                <c:pt idx="50816">
                  <c:v>139.94999999999999</c:v>
                </c:pt>
                <c:pt idx="50817">
                  <c:v>70.400000000000006</c:v>
                </c:pt>
                <c:pt idx="50818">
                  <c:v>55.97</c:v>
                </c:pt>
                <c:pt idx="50819">
                  <c:v>83.97</c:v>
                </c:pt>
                <c:pt idx="50820">
                  <c:v>37.47</c:v>
                </c:pt>
                <c:pt idx="50821">
                  <c:v>33.86</c:v>
                </c:pt>
                <c:pt idx="50822">
                  <c:v>49.99</c:v>
                </c:pt>
                <c:pt idx="50823">
                  <c:v>152.13999999999999</c:v>
                </c:pt>
                <c:pt idx="50824">
                  <c:v>55.39</c:v>
                </c:pt>
                <c:pt idx="50825">
                  <c:v>29.49</c:v>
                </c:pt>
                <c:pt idx="50826">
                  <c:v>99.98</c:v>
                </c:pt>
                <c:pt idx="50827">
                  <c:v>16.920000000000002</c:v>
                </c:pt>
                <c:pt idx="50828">
                  <c:v>115.96</c:v>
                </c:pt>
                <c:pt idx="50829">
                  <c:v>16.29</c:v>
                </c:pt>
                <c:pt idx="50830">
                  <c:v>61.53</c:v>
                </c:pt>
                <c:pt idx="50831">
                  <c:v>78.62</c:v>
                </c:pt>
                <c:pt idx="50832">
                  <c:v>115.96</c:v>
                </c:pt>
                <c:pt idx="50833">
                  <c:v>139.11000000000001</c:v>
                </c:pt>
                <c:pt idx="50834">
                  <c:v>59.99</c:v>
                </c:pt>
                <c:pt idx="50835">
                  <c:v>61.98</c:v>
                </c:pt>
                <c:pt idx="50836">
                  <c:v>36.49</c:v>
                </c:pt>
                <c:pt idx="50837">
                  <c:v>95.94</c:v>
                </c:pt>
                <c:pt idx="50838">
                  <c:v>120.98</c:v>
                </c:pt>
                <c:pt idx="50839">
                  <c:v>64.48</c:v>
                </c:pt>
                <c:pt idx="50840">
                  <c:v>28.29</c:v>
                </c:pt>
                <c:pt idx="50841">
                  <c:v>56.97</c:v>
                </c:pt>
                <c:pt idx="50842">
                  <c:v>107.94</c:v>
                </c:pt>
                <c:pt idx="50843">
                  <c:v>131.97999999999999</c:v>
                </c:pt>
                <c:pt idx="50844">
                  <c:v>89.98</c:v>
                </c:pt>
                <c:pt idx="50845">
                  <c:v>51.98</c:v>
                </c:pt>
                <c:pt idx="50846">
                  <c:v>16.29</c:v>
                </c:pt>
                <c:pt idx="50847">
                  <c:v>64.98</c:v>
                </c:pt>
                <c:pt idx="50848">
                  <c:v>89.97</c:v>
                </c:pt>
                <c:pt idx="50849">
                  <c:v>26.69</c:v>
                </c:pt>
                <c:pt idx="50850">
                  <c:v>58.28</c:v>
                </c:pt>
                <c:pt idx="50851">
                  <c:v>103.61</c:v>
                </c:pt>
                <c:pt idx="50852">
                  <c:v>163.91</c:v>
                </c:pt>
                <c:pt idx="50853">
                  <c:v>51.96</c:v>
                </c:pt>
                <c:pt idx="50854">
                  <c:v>54.98</c:v>
                </c:pt>
                <c:pt idx="50855">
                  <c:v>319.91000000000003</c:v>
                </c:pt>
                <c:pt idx="50856">
                  <c:v>119.96</c:v>
                </c:pt>
                <c:pt idx="50857">
                  <c:v>65.989999999999995</c:v>
                </c:pt>
                <c:pt idx="50858">
                  <c:v>50.98</c:v>
                </c:pt>
                <c:pt idx="50859">
                  <c:v>78.98</c:v>
                </c:pt>
                <c:pt idx="50860">
                  <c:v>156.51</c:v>
                </c:pt>
                <c:pt idx="50861">
                  <c:v>135.97999999999999</c:v>
                </c:pt>
                <c:pt idx="50862">
                  <c:v>46.49</c:v>
                </c:pt>
                <c:pt idx="50863">
                  <c:v>89.97</c:v>
                </c:pt>
                <c:pt idx="50864">
                  <c:v>59.98</c:v>
                </c:pt>
                <c:pt idx="50865">
                  <c:v>156.97</c:v>
                </c:pt>
                <c:pt idx="50866">
                  <c:v>126.99</c:v>
                </c:pt>
                <c:pt idx="50867">
                  <c:v>127.16</c:v>
                </c:pt>
                <c:pt idx="50868">
                  <c:v>233.91</c:v>
                </c:pt>
                <c:pt idx="50869">
                  <c:v>87.97</c:v>
                </c:pt>
                <c:pt idx="50870">
                  <c:v>159.69999999999999</c:v>
                </c:pt>
                <c:pt idx="50871">
                  <c:v>55.98</c:v>
                </c:pt>
                <c:pt idx="50872">
                  <c:v>27.49</c:v>
                </c:pt>
                <c:pt idx="50873">
                  <c:v>112.18</c:v>
                </c:pt>
                <c:pt idx="50874">
                  <c:v>55.61</c:v>
                </c:pt>
                <c:pt idx="50875">
                  <c:v>131.97999999999999</c:v>
                </c:pt>
                <c:pt idx="50876">
                  <c:v>54.99</c:v>
                </c:pt>
                <c:pt idx="50877">
                  <c:v>65.989999999999995</c:v>
                </c:pt>
                <c:pt idx="50878">
                  <c:v>400.44</c:v>
                </c:pt>
                <c:pt idx="50879">
                  <c:v>94.94</c:v>
                </c:pt>
                <c:pt idx="50880">
                  <c:v>83.97</c:v>
                </c:pt>
                <c:pt idx="50881">
                  <c:v>55.98</c:v>
                </c:pt>
                <c:pt idx="50882">
                  <c:v>51.98</c:v>
                </c:pt>
                <c:pt idx="50883">
                  <c:v>119.96</c:v>
                </c:pt>
                <c:pt idx="50884">
                  <c:v>99.99</c:v>
                </c:pt>
                <c:pt idx="50885">
                  <c:v>207.92</c:v>
                </c:pt>
                <c:pt idx="50886">
                  <c:v>51.98</c:v>
                </c:pt>
                <c:pt idx="50887">
                  <c:v>119.96</c:v>
                </c:pt>
                <c:pt idx="50888">
                  <c:v>53.94</c:v>
                </c:pt>
                <c:pt idx="50889">
                  <c:v>203.92</c:v>
                </c:pt>
                <c:pt idx="50890">
                  <c:v>84.68</c:v>
                </c:pt>
                <c:pt idx="50891">
                  <c:v>74.959999999999994</c:v>
                </c:pt>
                <c:pt idx="50892">
                  <c:v>53.98</c:v>
                </c:pt>
                <c:pt idx="50893">
                  <c:v>49.27</c:v>
                </c:pt>
                <c:pt idx="50894">
                  <c:v>91.47</c:v>
                </c:pt>
                <c:pt idx="50895">
                  <c:v>40.29</c:v>
                </c:pt>
                <c:pt idx="50896">
                  <c:v>51.96</c:v>
                </c:pt>
                <c:pt idx="50897">
                  <c:v>158.46</c:v>
                </c:pt>
                <c:pt idx="50898">
                  <c:v>54.99</c:v>
                </c:pt>
                <c:pt idx="50899">
                  <c:v>55.64</c:v>
                </c:pt>
                <c:pt idx="50900">
                  <c:v>62.97</c:v>
                </c:pt>
                <c:pt idx="50901">
                  <c:v>103.78</c:v>
                </c:pt>
                <c:pt idx="50902">
                  <c:v>49.48</c:v>
                </c:pt>
                <c:pt idx="50903">
                  <c:v>79.989999999999995</c:v>
                </c:pt>
                <c:pt idx="50904">
                  <c:v>55.98</c:v>
                </c:pt>
                <c:pt idx="50905">
                  <c:v>134.47</c:v>
                </c:pt>
                <c:pt idx="50906">
                  <c:v>77.97</c:v>
                </c:pt>
                <c:pt idx="50907">
                  <c:v>14.29</c:v>
                </c:pt>
                <c:pt idx="50908">
                  <c:v>54.99</c:v>
                </c:pt>
                <c:pt idx="50909">
                  <c:v>111.96</c:v>
                </c:pt>
                <c:pt idx="50910">
                  <c:v>60.99</c:v>
                </c:pt>
                <c:pt idx="50911">
                  <c:v>48.58</c:v>
                </c:pt>
                <c:pt idx="50912">
                  <c:v>44.73</c:v>
                </c:pt>
                <c:pt idx="50913">
                  <c:v>278.92</c:v>
                </c:pt>
                <c:pt idx="50914">
                  <c:v>18.11</c:v>
                </c:pt>
                <c:pt idx="50915">
                  <c:v>55.98</c:v>
                </c:pt>
                <c:pt idx="50916">
                  <c:v>79.989999999999995</c:v>
                </c:pt>
                <c:pt idx="50917">
                  <c:v>53.98</c:v>
                </c:pt>
                <c:pt idx="50918">
                  <c:v>53.98</c:v>
                </c:pt>
                <c:pt idx="50919">
                  <c:v>77.97</c:v>
                </c:pt>
                <c:pt idx="50920">
                  <c:v>55.98</c:v>
                </c:pt>
                <c:pt idx="50921">
                  <c:v>72.58</c:v>
                </c:pt>
                <c:pt idx="50922">
                  <c:v>59.98</c:v>
                </c:pt>
                <c:pt idx="50923">
                  <c:v>123.46</c:v>
                </c:pt>
                <c:pt idx="50924">
                  <c:v>163.04</c:v>
                </c:pt>
                <c:pt idx="50925">
                  <c:v>59.98</c:v>
                </c:pt>
                <c:pt idx="50926">
                  <c:v>59.96</c:v>
                </c:pt>
                <c:pt idx="50927">
                  <c:v>55.98</c:v>
                </c:pt>
                <c:pt idx="50928">
                  <c:v>180.93</c:v>
                </c:pt>
                <c:pt idx="50929">
                  <c:v>120.98</c:v>
                </c:pt>
                <c:pt idx="50930">
                  <c:v>61.69</c:v>
                </c:pt>
                <c:pt idx="50931">
                  <c:v>131.97999999999999</c:v>
                </c:pt>
                <c:pt idx="50932">
                  <c:v>49.48</c:v>
                </c:pt>
                <c:pt idx="50933">
                  <c:v>109.78</c:v>
                </c:pt>
                <c:pt idx="50934">
                  <c:v>41.49</c:v>
                </c:pt>
                <c:pt idx="50935">
                  <c:v>83.96</c:v>
                </c:pt>
                <c:pt idx="50936">
                  <c:v>43.52</c:v>
                </c:pt>
                <c:pt idx="50937">
                  <c:v>56.97</c:v>
                </c:pt>
                <c:pt idx="50938">
                  <c:v>274.33</c:v>
                </c:pt>
                <c:pt idx="50939">
                  <c:v>139.96</c:v>
                </c:pt>
                <c:pt idx="50940">
                  <c:v>229.06</c:v>
                </c:pt>
                <c:pt idx="50941">
                  <c:v>52.98</c:v>
                </c:pt>
                <c:pt idx="50942">
                  <c:v>75.959999999999994</c:v>
                </c:pt>
                <c:pt idx="50943">
                  <c:v>55.39</c:v>
                </c:pt>
                <c:pt idx="50944">
                  <c:v>102.83</c:v>
                </c:pt>
                <c:pt idx="50945">
                  <c:v>96.46</c:v>
                </c:pt>
                <c:pt idx="50946">
                  <c:v>59.99</c:v>
                </c:pt>
                <c:pt idx="50947">
                  <c:v>48.28</c:v>
                </c:pt>
                <c:pt idx="50948">
                  <c:v>134.29</c:v>
                </c:pt>
                <c:pt idx="50949">
                  <c:v>65.33</c:v>
                </c:pt>
                <c:pt idx="50950">
                  <c:v>65.459999999999994</c:v>
                </c:pt>
                <c:pt idx="50951">
                  <c:v>133.94999999999999</c:v>
                </c:pt>
                <c:pt idx="50952">
                  <c:v>119.96</c:v>
                </c:pt>
                <c:pt idx="50953">
                  <c:v>130.94</c:v>
                </c:pt>
                <c:pt idx="50954">
                  <c:v>107.96</c:v>
                </c:pt>
                <c:pt idx="50955">
                  <c:v>16.489999999999998</c:v>
                </c:pt>
                <c:pt idx="50956">
                  <c:v>51.98</c:v>
                </c:pt>
                <c:pt idx="50957">
                  <c:v>65.989999999999995</c:v>
                </c:pt>
                <c:pt idx="50958">
                  <c:v>16.489999999999998</c:v>
                </c:pt>
                <c:pt idx="50959">
                  <c:v>69.95</c:v>
                </c:pt>
                <c:pt idx="50960">
                  <c:v>77.400000000000006</c:v>
                </c:pt>
                <c:pt idx="50961">
                  <c:v>105.98</c:v>
                </c:pt>
                <c:pt idx="50962">
                  <c:v>31.49</c:v>
                </c:pt>
                <c:pt idx="50963">
                  <c:v>65.989999999999995</c:v>
                </c:pt>
                <c:pt idx="50964">
                  <c:v>75.16</c:v>
                </c:pt>
                <c:pt idx="50965">
                  <c:v>53.98</c:v>
                </c:pt>
                <c:pt idx="50966">
                  <c:v>65.989999999999995</c:v>
                </c:pt>
                <c:pt idx="50967">
                  <c:v>185.95</c:v>
                </c:pt>
                <c:pt idx="50968">
                  <c:v>16.940000000000001</c:v>
                </c:pt>
                <c:pt idx="50969">
                  <c:v>31.44</c:v>
                </c:pt>
                <c:pt idx="50970">
                  <c:v>74.069999999999993</c:v>
                </c:pt>
                <c:pt idx="50971">
                  <c:v>31.49</c:v>
                </c:pt>
                <c:pt idx="50972">
                  <c:v>51.98</c:v>
                </c:pt>
                <c:pt idx="50973">
                  <c:v>33.86</c:v>
                </c:pt>
                <c:pt idx="50974">
                  <c:v>107.91</c:v>
                </c:pt>
                <c:pt idx="50975">
                  <c:v>16.489999999999998</c:v>
                </c:pt>
                <c:pt idx="50976">
                  <c:v>102.83</c:v>
                </c:pt>
                <c:pt idx="50977">
                  <c:v>64.48</c:v>
                </c:pt>
                <c:pt idx="50978">
                  <c:v>54.96</c:v>
                </c:pt>
                <c:pt idx="50979">
                  <c:v>59.95</c:v>
                </c:pt>
                <c:pt idx="50980">
                  <c:v>94.34</c:v>
                </c:pt>
                <c:pt idx="50981">
                  <c:v>59.98</c:v>
                </c:pt>
                <c:pt idx="50982">
                  <c:v>167.94</c:v>
                </c:pt>
                <c:pt idx="50983">
                  <c:v>141.46</c:v>
                </c:pt>
                <c:pt idx="50984">
                  <c:v>119.96</c:v>
                </c:pt>
                <c:pt idx="50985">
                  <c:v>99.98</c:v>
                </c:pt>
                <c:pt idx="50986">
                  <c:v>49.48</c:v>
                </c:pt>
                <c:pt idx="50987">
                  <c:v>156.11000000000001</c:v>
                </c:pt>
                <c:pt idx="50988">
                  <c:v>49.38</c:v>
                </c:pt>
                <c:pt idx="50989">
                  <c:v>57.98</c:v>
                </c:pt>
                <c:pt idx="50990">
                  <c:v>59.97</c:v>
                </c:pt>
                <c:pt idx="50991">
                  <c:v>115.13</c:v>
                </c:pt>
                <c:pt idx="50992">
                  <c:v>56.97</c:v>
                </c:pt>
                <c:pt idx="50993">
                  <c:v>55.42</c:v>
                </c:pt>
                <c:pt idx="50994">
                  <c:v>111.96</c:v>
                </c:pt>
                <c:pt idx="50995">
                  <c:v>91.47</c:v>
                </c:pt>
                <c:pt idx="50996">
                  <c:v>71.63</c:v>
                </c:pt>
                <c:pt idx="50997">
                  <c:v>82.97</c:v>
                </c:pt>
                <c:pt idx="50998">
                  <c:v>59.98</c:v>
                </c:pt>
                <c:pt idx="50999">
                  <c:v>36.08</c:v>
                </c:pt>
                <c:pt idx="51000">
                  <c:v>34.979999999999997</c:v>
                </c:pt>
                <c:pt idx="51001">
                  <c:v>51.98</c:v>
                </c:pt>
                <c:pt idx="51002">
                  <c:v>55.98</c:v>
                </c:pt>
                <c:pt idx="51003">
                  <c:v>66.98</c:v>
                </c:pt>
                <c:pt idx="51004">
                  <c:v>65.989999999999995</c:v>
                </c:pt>
                <c:pt idx="51005">
                  <c:v>77.94</c:v>
                </c:pt>
                <c:pt idx="51006">
                  <c:v>74.98</c:v>
                </c:pt>
                <c:pt idx="51007">
                  <c:v>89.97</c:v>
                </c:pt>
                <c:pt idx="51008">
                  <c:v>85.97</c:v>
                </c:pt>
                <c:pt idx="51009">
                  <c:v>71.349999999999994</c:v>
                </c:pt>
                <c:pt idx="51010">
                  <c:v>-16.29</c:v>
                </c:pt>
                <c:pt idx="51011">
                  <c:v>71.97</c:v>
                </c:pt>
                <c:pt idx="51012">
                  <c:v>79.989999999999995</c:v>
                </c:pt>
                <c:pt idx="51013">
                  <c:v>67.739999999999995</c:v>
                </c:pt>
                <c:pt idx="51014">
                  <c:v>48.98</c:v>
                </c:pt>
                <c:pt idx="51015">
                  <c:v>71.97</c:v>
                </c:pt>
                <c:pt idx="51016">
                  <c:v>-23.81</c:v>
                </c:pt>
                <c:pt idx="51017">
                  <c:v>206.94</c:v>
                </c:pt>
                <c:pt idx="51018">
                  <c:v>49.48</c:v>
                </c:pt>
                <c:pt idx="51019">
                  <c:v>137.94999999999999</c:v>
                </c:pt>
                <c:pt idx="51020">
                  <c:v>89.97</c:v>
                </c:pt>
                <c:pt idx="51021">
                  <c:v>57.98</c:v>
                </c:pt>
                <c:pt idx="51022">
                  <c:v>107.91</c:v>
                </c:pt>
                <c:pt idx="51023">
                  <c:v>62.47</c:v>
                </c:pt>
                <c:pt idx="51024">
                  <c:v>26.49</c:v>
                </c:pt>
                <c:pt idx="51025">
                  <c:v>62.58</c:v>
                </c:pt>
                <c:pt idx="51026">
                  <c:v>43.54</c:v>
                </c:pt>
                <c:pt idx="51027">
                  <c:v>52.12</c:v>
                </c:pt>
                <c:pt idx="51028">
                  <c:v>31.49</c:v>
                </c:pt>
                <c:pt idx="51029">
                  <c:v>99.42</c:v>
                </c:pt>
                <c:pt idx="51030">
                  <c:v>68.48</c:v>
                </c:pt>
                <c:pt idx="51031">
                  <c:v>56.98</c:v>
                </c:pt>
                <c:pt idx="51032">
                  <c:v>103.96</c:v>
                </c:pt>
                <c:pt idx="51033">
                  <c:v>95.96</c:v>
                </c:pt>
                <c:pt idx="51034">
                  <c:v>-55.96</c:v>
                </c:pt>
                <c:pt idx="51035">
                  <c:v>55.98</c:v>
                </c:pt>
                <c:pt idx="51036">
                  <c:v>22.49</c:v>
                </c:pt>
                <c:pt idx="51037">
                  <c:v>97.96</c:v>
                </c:pt>
                <c:pt idx="51038">
                  <c:v>51.98</c:v>
                </c:pt>
                <c:pt idx="51039">
                  <c:v>59.98</c:v>
                </c:pt>
                <c:pt idx="51040">
                  <c:v>138.94999999999999</c:v>
                </c:pt>
                <c:pt idx="51041">
                  <c:v>563.9</c:v>
                </c:pt>
                <c:pt idx="51042">
                  <c:v>55.98</c:v>
                </c:pt>
                <c:pt idx="51043">
                  <c:v>30.49</c:v>
                </c:pt>
                <c:pt idx="51044">
                  <c:v>55.98</c:v>
                </c:pt>
                <c:pt idx="51045">
                  <c:v>55.98</c:v>
                </c:pt>
                <c:pt idx="51046">
                  <c:v>89.94</c:v>
                </c:pt>
                <c:pt idx="51047">
                  <c:v>53.97</c:v>
                </c:pt>
                <c:pt idx="51048">
                  <c:v>199.92</c:v>
                </c:pt>
                <c:pt idx="51049">
                  <c:v>124.95</c:v>
                </c:pt>
                <c:pt idx="51050">
                  <c:v>78.62</c:v>
                </c:pt>
                <c:pt idx="51051">
                  <c:v>77.97</c:v>
                </c:pt>
                <c:pt idx="51052">
                  <c:v>119.98</c:v>
                </c:pt>
                <c:pt idx="51053">
                  <c:v>36.49</c:v>
                </c:pt>
                <c:pt idx="51054">
                  <c:v>56.97</c:v>
                </c:pt>
                <c:pt idx="51055">
                  <c:v>34.18</c:v>
                </c:pt>
                <c:pt idx="51056">
                  <c:v>96.98</c:v>
                </c:pt>
                <c:pt idx="51057">
                  <c:v>26.69</c:v>
                </c:pt>
                <c:pt idx="51058">
                  <c:v>57.98</c:v>
                </c:pt>
                <c:pt idx="51059">
                  <c:v>52.48</c:v>
                </c:pt>
                <c:pt idx="51060">
                  <c:v>31.09</c:v>
                </c:pt>
                <c:pt idx="51061">
                  <c:v>89.95</c:v>
                </c:pt>
                <c:pt idx="51062">
                  <c:v>71.989999999999995</c:v>
                </c:pt>
                <c:pt idx="51063">
                  <c:v>57.97</c:v>
                </c:pt>
                <c:pt idx="51064">
                  <c:v>14.17</c:v>
                </c:pt>
                <c:pt idx="51065">
                  <c:v>89.98</c:v>
                </c:pt>
                <c:pt idx="51066">
                  <c:v>70.17</c:v>
                </c:pt>
                <c:pt idx="51067">
                  <c:v>65.989999999999995</c:v>
                </c:pt>
                <c:pt idx="51068">
                  <c:v>51.96</c:v>
                </c:pt>
                <c:pt idx="51069">
                  <c:v>51.98</c:v>
                </c:pt>
                <c:pt idx="51070">
                  <c:v>68.97</c:v>
                </c:pt>
                <c:pt idx="51071">
                  <c:v>64.98</c:v>
                </c:pt>
                <c:pt idx="51072">
                  <c:v>107.96</c:v>
                </c:pt>
                <c:pt idx="51073">
                  <c:v>115.96</c:v>
                </c:pt>
                <c:pt idx="51074">
                  <c:v>28.29</c:v>
                </c:pt>
                <c:pt idx="51075">
                  <c:v>72.58</c:v>
                </c:pt>
                <c:pt idx="51076">
                  <c:v>31.94</c:v>
                </c:pt>
                <c:pt idx="51077">
                  <c:v>25.28</c:v>
                </c:pt>
                <c:pt idx="51078">
                  <c:v>46.28</c:v>
                </c:pt>
                <c:pt idx="51079">
                  <c:v>84.98</c:v>
                </c:pt>
                <c:pt idx="51080">
                  <c:v>94.34</c:v>
                </c:pt>
                <c:pt idx="51081">
                  <c:v>152.46</c:v>
                </c:pt>
                <c:pt idx="51082">
                  <c:v>53.98</c:v>
                </c:pt>
                <c:pt idx="51083">
                  <c:v>53.98</c:v>
                </c:pt>
                <c:pt idx="51084">
                  <c:v>57.76</c:v>
                </c:pt>
                <c:pt idx="51085">
                  <c:v>55.39</c:v>
                </c:pt>
                <c:pt idx="51086">
                  <c:v>53.98</c:v>
                </c:pt>
                <c:pt idx="51087">
                  <c:v>91.93</c:v>
                </c:pt>
                <c:pt idx="51088">
                  <c:v>99.98</c:v>
                </c:pt>
                <c:pt idx="51089">
                  <c:v>181.93</c:v>
                </c:pt>
                <c:pt idx="51090">
                  <c:v>59.98</c:v>
                </c:pt>
                <c:pt idx="51091">
                  <c:v>59.98</c:v>
                </c:pt>
                <c:pt idx="51092">
                  <c:v>31.48</c:v>
                </c:pt>
                <c:pt idx="51093">
                  <c:v>55.98</c:v>
                </c:pt>
                <c:pt idx="51094">
                  <c:v>58.93</c:v>
                </c:pt>
                <c:pt idx="51095">
                  <c:v>214.13</c:v>
                </c:pt>
                <c:pt idx="51096">
                  <c:v>82.62</c:v>
                </c:pt>
                <c:pt idx="51097">
                  <c:v>63.97</c:v>
                </c:pt>
                <c:pt idx="51098">
                  <c:v>60.99</c:v>
                </c:pt>
                <c:pt idx="51099">
                  <c:v>197.97</c:v>
                </c:pt>
                <c:pt idx="51100">
                  <c:v>131.97999999999999</c:v>
                </c:pt>
                <c:pt idx="51101">
                  <c:v>60.97</c:v>
                </c:pt>
                <c:pt idx="51102">
                  <c:v>54.65</c:v>
                </c:pt>
                <c:pt idx="51103">
                  <c:v>83.97</c:v>
                </c:pt>
                <c:pt idx="51104">
                  <c:v>55.98</c:v>
                </c:pt>
                <c:pt idx="51105">
                  <c:v>69.98</c:v>
                </c:pt>
                <c:pt idx="51106">
                  <c:v>59.47</c:v>
                </c:pt>
                <c:pt idx="51107">
                  <c:v>49.99</c:v>
                </c:pt>
                <c:pt idx="51108">
                  <c:v>71.98</c:v>
                </c:pt>
                <c:pt idx="51109">
                  <c:v>107.96</c:v>
                </c:pt>
                <c:pt idx="51110">
                  <c:v>43.28</c:v>
                </c:pt>
                <c:pt idx="51111">
                  <c:v>197.97</c:v>
                </c:pt>
                <c:pt idx="51112">
                  <c:v>119.96</c:v>
                </c:pt>
                <c:pt idx="51113">
                  <c:v>65.989999999999995</c:v>
                </c:pt>
                <c:pt idx="51114">
                  <c:v>79.930000000000007</c:v>
                </c:pt>
                <c:pt idx="51115">
                  <c:v>259.89999999999998</c:v>
                </c:pt>
                <c:pt idx="51116">
                  <c:v>57.98</c:v>
                </c:pt>
                <c:pt idx="51117">
                  <c:v>89.97</c:v>
                </c:pt>
                <c:pt idx="51118">
                  <c:v>61.98</c:v>
                </c:pt>
                <c:pt idx="51119">
                  <c:v>131.97999999999999</c:v>
                </c:pt>
                <c:pt idx="51120">
                  <c:v>69.150000000000006</c:v>
                </c:pt>
                <c:pt idx="51121">
                  <c:v>65.989999999999995</c:v>
                </c:pt>
                <c:pt idx="51122">
                  <c:v>161.93</c:v>
                </c:pt>
                <c:pt idx="51123">
                  <c:v>103.96</c:v>
                </c:pt>
                <c:pt idx="51124">
                  <c:v>103.96</c:v>
                </c:pt>
                <c:pt idx="51125">
                  <c:v>89.97</c:v>
                </c:pt>
                <c:pt idx="51126">
                  <c:v>64.98</c:v>
                </c:pt>
                <c:pt idx="51127">
                  <c:v>143.94</c:v>
                </c:pt>
                <c:pt idx="51128">
                  <c:v>111.96</c:v>
                </c:pt>
                <c:pt idx="51129">
                  <c:v>127.96</c:v>
                </c:pt>
                <c:pt idx="51130">
                  <c:v>82.47</c:v>
                </c:pt>
                <c:pt idx="51131">
                  <c:v>55.98</c:v>
                </c:pt>
                <c:pt idx="51132">
                  <c:v>119.96</c:v>
                </c:pt>
                <c:pt idx="51133">
                  <c:v>50.97</c:v>
                </c:pt>
                <c:pt idx="51134">
                  <c:v>110.98</c:v>
                </c:pt>
                <c:pt idx="51135">
                  <c:v>75.98</c:v>
                </c:pt>
                <c:pt idx="51136">
                  <c:v>69.989999999999995</c:v>
                </c:pt>
                <c:pt idx="51137">
                  <c:v>119.96</c:v>
                </c:pt>
                <c:pt idx="51138">
                  <c:v>64.09</c:v>
                </c:pt>
                <c:pt idx="51139">
                  <c:v>89.97</c:v>
                </c:pt>
                <c:pt idx="51140">
                  <c:v>54.28</c:v>
                </c:pt>
                <c:pt idx="51141">
                  <c:v>41.97</c:v>
                </c:pt>
                <c:pt idx="51142">
                  <c:v>59.98</c:v>
                </c:pt>
                <c:pt idx="51143">
                  <c:v>31.49</c:v>
                </c:pt>
                <c:pt idx="51144">
                  <c:v>11.48</c:v>
                </c:pt>
                <c:pt idx="51145">
                  <c:v>90.98</c:v>
                </c:pt>
                <c:pt idx="51146">
                  <c:v>78.02</c:v>
                </c:pt>
                <c:pt idx="51147">
                  <c:v>111.96</c:v>
                </c:pt>
                <c:pt idx="51148">
                  <c:v>83.97</c:v>
                </c:pt>
                <c:pt idx="51149">
                  <c:v>102.46</c:v>
                </c:pt>
                <c:pt idx="51150">
                  <c:v>53.97</c:v>
                </c:pt>
                <c:pt idx="51151">
                  <c:v>223.89</c:v>
                </c:pt>
                <c:pt idx="51152">
                  <c:v>59.98</c:v>
                </c:pt>
                <c:pt idx="51153">
                  <c:v>179.93</c:v>
                </c:pt>
                <c:pt idx="51154">
                  <c:v>43.47</c:v>
                </c:pt>
                <c:pt idx="51155">
                  <c:v>92.12</c:v>
                </c:pt>
                <c:pt idx="51156">
                  <c:v>131.97999999999999</c:v>
                </c:pt>
                <c:pt idx="51157">
                  <c:v>30.23</c:v>
                </c:pt>
                <c:pt idx="51158">
                  <c:v>59.98</c:v>
                </c:pt>
                <c:pt idx="51159">
                  <c:v>35.29</c:v>
                </c:pt>
                <c:pt idx="51160">
                  <c:v>50.97</c:v>
                </c:pt>
                <c:pt idx="51161">
                  <c:v>59.98</c:v>
                </c:pt>
                <c:pt idx="51162">
                  <c:v>82.23</c:v>
                </c:pt>
                <c:pt idx="51163">
                  <c:v>94.99</c:v>
                </c:pt>
                <c:pt idx="51164">
                  <c:v>83.97</c:v>
                </c:pt>
                <c:pt idx="51165">
                  <c:v>40.96</c:v>
                </c:pt>
                <c:pt idx="51166">
                  <c:v>263.95999999999998</c:v>
                </c:pt>
                <c:pt idx="51167">
                  <c:v>50.98</c:v>
                </c:pt>
                <c:pt idx="51168">
                  <c:v>156.93</c:v>
                </c:pt>
                <c:pt idx="51169">
                  <c:v>41.49</c:v>
                </c:pt>
                <c:pt idx="51170">
                  <c:v>25.99</c:v>
                </c:pt>
                <c:pt idx="51171">
                  <c:v>18.989999999999998</c:v>
                </c:pt>
                <c:pt idx="51172">
                  <c:v>243.91</c:v>
                </c:pt>
                <c:pt idx="51173">
                  <c:v>59.98</c:v>
                </c:pt>
                <c:pt idx="51174">
                  <c:v>65.989999999999995</c:v>
                </c:pt>
                <c:pt idx="51175">
                  <c:v>83.97</c:v>
                </c:pt>
                <c:pt idx="51176">
                  <c:v>59.98</c:v>
                </c:pt>
                <c:pt idx="51177">
                  <c:v>100.41</c:v>
                </c:pt>
                <c:pt idx="51178">
                  <c:v>89.97</c:v>
                </c:pt>
                <c:pt idx="51179">
                  <c:v>29.49</c:v>
                </c:pt>
                <c:pt idx="51180">
                  <c:v>79.58</c:v>
                </c:pt>
                <c:pt idx="51181">
                  <c:v>51.98</c:v>
                </c:pt>
                <c:pt idx="51182">
                  <c:v>64.98</c:v>
                </c:pt>
                <c:pt idx="51183">
                  <c:v>82.97</c:v>
                </c:pt>
                <c:pt idx="51184">
                  <c:v>81.42</c:v>
                </c:pt>
                <c:pt idx="51185">
                  <c:v>31.49</c:v>
                </c:pt>
                <c:pt idx="51186">
                  <c:v>53.98</c:v>
                </c:pt>
                <c:pt idx="51187">
                  <c:v>83.97</c:v>
                </c:pt>
                <c:pt idx="51188">
                  <c:v>131.97999999999999</c:v>
                </c:pt>
                <c:pt idx="51189">
                  <c:v>74.34</c:v>
                </c:pt>
                <c:pt idx="51190">
                  <c:v>56.98</c:v>
                </c:pt>
                <c:pt idx="51191">
                  <c:v>56.98</c:v>
                </c:pt>
                <c:pt idx="51192">
                  <c:v>71.98</c:v>
                </c:pt>
                <c:pt idx="51193">
                  <c:v>61.98</c:v>
                </c:pt>
                <c:pt idx="51194">
                  <c:v>97.06</c:v>
                </c:pt>
                <c:pt idx="51195">
                  <c:v>179.94</c:v>
                </c:pt>
                <c:pt idx="51196">
                  <c:v>54.99</c:v>
                </c:pt>
                <c:pt idx="51197">
                  <c:v>54.98</c:v>
                </c:pt>
                <c:pt idx="51198">
                  <c:v>139.94999999999999</c:v>
                </c:pt>
                <c:pt idx="51199">
                  <c:v>92.96</c:v>
                </c:pt>
                <c:pt idx="51200">
                  <c:v>35.28</c:v>
                </c:pt>
                <c:pt idx="51201">
                  <c:v>41.1</c:v>
                </c:pt>
                <c:pt idx="51202">
                  <c:v>135.46</c:v>
                </c:pt>
                <c:pt idx="51203">
                  <c:v>107.97</c:v>
                </c:pt>
                <c:pt idx="51204">
                  <c:v>94.34</c:v>
                </c:pt>
                <c:pt idx="51205">
                  <c:v>71.97</c:v>
                </c:pt>
                <c:pt idx="51206">
                  <c:v>171.97</c:v>
                </c:pt>
                <c:pt idx="51207">
                  <c:v>104.97</c:v>
                </c:pt>
                <c:pt idx="51208">
                  <c:v>61.69</c:v>
                </c:pt>
                <c:pt idx="51209">
                  <c:v>51.29</c:v>
                </c:pt>
                <c:pt idx="51210">
                  <c:v>16.920000000000002</c:v>
                </c:pt>
                <c:pt idx="51211">
                  <c:v>35.229999999999997</c:v>
                </c:pt>
                <c:pt idx="51212">
                  <c:v>49.28</c:v>
                </c:pt>
                <c:pt idx="51213">
                  <c:v>59.98</c:v>
                </c:pt>
                <c:pt idx="51214">
                  <c:v>59.97</c:v>
                </c:pt>
                <c:pt idx="51215">
                  <c:v>75.959999999999994</c:v>
                </c:pt>
                <c:pt idx="51216">
                  <c:v>209.97</c:v>
                </c:pt>
                <c:pt idx="51217">
                  <c:v>122.45</c:v>
                </c:pt>
                <c:pt idx="51218">
                  <c:v>89.97</c:v>
                </c:pt>
                <c:pt idx="51219">
                  <c:v>65.989999999999995</c:v>
                </c:pt>
                <c:pt idx="51220">
                  <c:v>73.48</c:v>
                </c:pt>
                <c:pt idx="51221">
                  <c:v>68.95</c:v>
                </c:pt>
                <c:pt idx="51222">
                  <c:v>89.98</c:v>
                </c:pt>
                <c:pt idx="51223">
                  <c:v>239.9</c:v>
                </c:pt>
                <c:pt idx="51224">
                  <c:v>69.95</c:v>
                </c:pt>
                <c:pt idx="51225">
                  <c:v>197.97</c:v>
                </c:pt>
                <c:pt idx="51226">
                  <c:v>49.99</c:v>
                </c:pt>
                <c:pt idx="51227">
                  <c:v>35.49</c:v>
                </c:pt>
                <c:pt idx="51228">
                  <c:v>103.97</c:v>
                </c:pt>
                <c:pt idx="51229">
                  <c:v>143.94999999999999</c:v>
                </c:pt>
                <c:pt idx="51230">
                  <c:v>55.98</c:v>
                </c:pt>
                <c:pt idx="51231">
                  <c:v>83.48</c:v>
                </c:pt>
                <c:pt idx="51232">
                  <c:v>57.98</c:v>
                </c:pt>
                <c:pt idx="51233">
                  <c:v>114.98</c:v>
                </c:pt>
                <c:pt idx="51234">
                  <c:v>92.97</c:v>
                </c:pt>
                <c:pt idx="51235">
                  <c:v>61.98</c:v>
                </c:pt>
                <c:pt idx="51236">
                  <c:v>174.94</c:v>
                </c:pt>
                <c:pt idx="51237">
                  <c:v>54.82</c:v>
                </c:pt>
                <c:pt idx="51238">
                  <c:v>54.37</c:v>
                </c:pt>
                <c:pt idx="51239">
                  <c:v>72.22</c:v>
                </c:pt>
                <c:pt idx="51240">
                  <c:v>65.959999999999994</c:v>
                </c:pt>
                <c:pt idx="51241">
                  <c:v>100.76</c:v>
                </c:pt>
                <c:pt idx="51242">
                  <c:v>86.36</c:v>
                </c:pt>
                <c:pt idx="51243">
                  <c:v>31.49</c:v>
                </c:pt>
                <c:pt idx="51244">
                  <c:v>89.97</c:v>
                </c:pt>
                <c:pt idx="51245">
                  <c:v>50.98</c:v>
                </c:pt>
                <c:pt idx="51246">
                  <c:v>-49</c:v>
                </c:pt>
                <c:pt idx="51247">
                  <c:v>83.97</c:v>
                </c:pt>
                <c:pt idx="51248">
                  <c:v>55.97</c:v>
                </c:pt>
                <c:pt idx="51249">
                  <c:v>22.49</c:v>
                </c:pt>
                <c:pt idx="51250">
                  <c:v>29.49</c:v>
                </c:pt>
                <c:pt idx="51251">
                  <c:v>41.29</c:v>
                </c:pt>
                <c:pt idx="51252">
                  <c:v>25.39</c:v>
                </c:pt>
                <c:pt idx="51253">
                  <c:v>123.96</c:v>
                </c:pt>
                <c:pt idx="51254">
                  <c:v>34.28</c:v>
                </c:pt>
                <c:pt idx="51255">
                  <c:v>20.49</c:v>
                </c:pt>
                <c:pt idx="51256">
                  <c:v>71.97</c:v>
                </c:pt>
                <c:pt idx="51257">
                  <c:v>53.98</c:v>
                </c:pt>
                <c:pt idx="51258">
                  <c:v>51.98</c:v>
                </c:pt>
                <c:pt idx="51259">
                  <c:v>74.47</c:v>
                </c:pt>
                <c:pt idx="51260">
                  <c:v>63.97</c:v>
                </c:pt>
                <c:pt idx="51261">
                  <c:v>55.98</c:v>
                </c:pt>
                <c:pt idx="51262">
                  <c:v>58.36</c:v>
                </c:pt>
                <c:pt idx="51263">
                  <c:v>59.96</c:v>
                </c:pt>
                <c:pt idx="51264">
                  <c:v>54.3</c:v>
                </c:pt>
                <c:pt idx="51265">
                  <c:v>32.49</c:v>
                </c:pt>
                <c:pt idx="51266">
                  <c:v>131.97999999999999</c:v>
                </c:pt>
                <c:pt idx="51267">
                  <c:v>55.98</c:v>
                </c:pt>
                <c:pt idx="51268">
                  <c:v>48.58</c:v>
                </c:pt>
                <c:pt idx="51269">
                  <c:v>78.02</c:v>
                </c:pt>
                <c:pt idx="51270">
                  <c:v>78.98</c:v>
                </c:pt>
                <c:pt idx="51271">
                  <c:v>43.48</c:v>
                </c:pt>
                <c:pt idx="51272">
                  <c:v>170.95</c:v>
                </c:pt>
                <c:pt idx="51273">
                  <c:v>258.95999999999998</c:v>
                </c:pt>
                <c:pt idx="51274">
                  <c:v>78.97</c:v>
                </c:pt>
                <c:pt idx="51275">
                  <c:v>57.98</c:v>
                </c:pt>
                <c:pt idx="51276">
                  <c:v>83.97</c:v>
                </c:pt>
                <c:pt idx="51277">
                  <c:v>41.49</c:v>
                </c:pt>
                <c:pt idx="51278">
                  <c:v>151.96</c:v>
                </c:pt>
                <c:pt idx="51279">
                  <c:v>84.98</c:v>
                </c:pt>
                <c:pt idx="51280">
                  <c:v>64.98</c:v>
                </c:pt>
                <c:pt idx="51281">
                  <c:v>28.24</c:v>
                </c:pt>
                <c:pt idx="51282">
                  <c:v>65.989999999999995</c:v>
                </c:pt>
                <c:pt idx="51283">
                  <c:v>7.28</c:v>
                </c:pt>
                <c:pt idx="51284">
                  <c:v>55.98</c:v>
                </c:pt>
                <c:pt idx="51285">
                  <c:v>51.98</c:v>
                </c:pt>
                <c:pt idx="51286">
                  <c:v>105.98</c:v>
                </c:pt>
                <c:pt idx="51287">
                  <c:v>52.16</c:v>
                </c:pt>
                <c:pt idx="51288">
                  <c:v>145.44999999999999</c:v>
                </c:pt>
                <c:pt idx="51289">
                  <c:v>142.94999999999999</c:v>
                </c:pt>
                <c:pt idx="51290">
                  <c:v>123.94</c:v>
                </c:pt>
                <c:pt idx="51291">
                  <c:v>13.29</c:v>
                </c:pt>
                <c:pt idx="51292">
                  <c:v>101.59</c:v>
                </c:pt>
                <c:pt idx="51293">
                  <c:v>61.98</c:v>
                </c:pt>
                <c:pt idx="51294">
                  <c:v>95.9</c:v>
                </c:pt>
                <c:pt idx="51295">
                  <c:v>45.39</c:v>
                </c:pt>
                <c:pt idx="51296">
                  <c:v>120.99</c:v>
                </c:pt>
                <c:pt idx="51297">
                  <c:v>203.6</c:v>
                </c:pt>
                <c:pt idx="51298">
                  <c:v>419.85</c:v>
                </c:pt>
                <c:pt idx="51299">
                  <c:v>65.989999999999995</c:v>
                </c:pt>
                <c:pt idx="51300">
                  <c:v>49.99</c:v>
                </c:pt>
                <c:pt idx="51301">
                  <c:v>89.97</c:v>
                </c:pt>
                <c:pt idx="51302">
                  <c:v>61.23</c:v>
                </c:pt>
                <c:pt idx="51303">
                  <c:v>59.96</c:v>
                </c:pt>
                <c:pt idx="51304">
                  <c:v>66.53</c:v>
                </c:pt>
                <c:pt idx="51305">
                  <c:v>61.98</c:v>
                </c:pt>
                <c:pt idx="51306">
                  <c:v>84.98</c:v>
                </c:pt>
                <c:pt idx="51307">
                  <c:v>156.63</c:v>
                </c:pt>
                <c:pt idx="51308">
                  <c:v>53.98</c:v>
                </c:pt>
                <c:pt idx="51309">
                  <c:v>71.97</c:v>
                </c:pt>
                <c:pt idx="51310">
                  <c:v>61.98</c:v>
                </c:pt>
                <c:pt idx="51311">
                  <c:v>239.54</c:v>
                </c:pt>
                <c:pt idx="51312">
                  <c:v>83.15</c:v>
                </c:pt>
                <c:pt idx="51313">
                  <c:v>55.96</c:v>
                </c:pt>
                <c:pt idx="51314">
                  <c:v>71.97</c:v>
                </c:pt>
                <c:pt idx="51315">
                  <c:v>55.78</c:v>
                </c:pt>
                <c:pt idx="51316">
                  <c:v>198.94</c:v>
                </c:pt>
                <c:pt idx="51317">
                  <c:v>77.97</c:v>
                </c:pt>
                <c:pt idx="51318">
                  <c:v>71.84</c:v>
                </c:pt>
                <c:pt idx="51319">
                  <c:v>25.29</c:v>
                </c:pt>
                <c:pt idx="51320">
                  <c:v>24.98</c:v>
                </c:pt>
                <c:pt idx="51321">
                  <c:v>51.98</c:v>
                </c:pt>
                <c:pt idx="51322">
                  <c:v>49.99</c:v>
                </c:pt>
                <c:pt idx="51323">
                  <c:v>52.97</c:v>
                </c:pt>
                <c:pt idx="51324">
                  <c:v>94.97</c:v>
                </c:pt>
                <c:pt idx="51325">
                  <c:v>53.98</c:v>
                </c:pt>
                <c:pt idx="51326">
                  <c:v>25.24</c:v>
                </c:pt>
                <c:pt idx="51327">
                  <c:v>128.83000000000001</c:v>
                </c:pt>
                <c:pt idx="51328">
                  <c:v>63.97</c:v>
                </c:pt>
                <c:pt idx="51329">
                  <c:v>53.14</c:v>
                </c:pt>
                <c:pt idx="51330">
                  <c:v>61.98</c:v>
                </c:pt>
                <c:pt idx="51331">
                  <c:v>71.97</c:v>
                </c:pt>
                <c:pt idx="51332">
                  <c:v>78.98</c:v>
                </c:pt>
                <c:pt idx="51333">
                  <c:v>51.98</c:v>
                </c:pt>
                <c:pt idx="51334">
                  <c:v>111.96</c:v>
                </c:pt>
                <c:pt idx="51335">
                  <c:v>46.29</c:v>
                </c:pt>
                <c:pt idx="51336">
                  <c:v>55.98</c:v>
                </c:pt>
                <c:pt idx="51337">
                  <c:v>59.96</c:v>
                </c:pt>
                <c:pt idx="51338">
                  <c:v>55.98</c:v>
                </c:pt>
                <c:pt idx="51339">
                  <c:v>62.97</c:v>
                </c:pt>
                <c:pt idx="51340">
                  <c:v>10.87</c:v>
                </c:pt>
                <c:pt idx="51341">
                  <c:v>127.46</c:v>
                </c:pt>
                <c:pt idx="51342">
                  <c:v>36.49</c:v>
                </c:pt>
                <c:pt idx="51343">
                  <c:v>51.98</c:v>
                </c:pt>
                <c:pt idx="51344">
                  <c:v>51.98</c:v>
                </c:pt>
                <c:pt idx="51345">
                  <c:v>41.29</c:v>
                </c:pt>
                <c:pt idx="51346">
                  <c:v>107.93</c:v>
                </c:pt>
                <c:pt idx="51347">
                  <c:v>55.98</c:v>
                </c:pt>
                <c:pt idx="51348">
                  <c:v>55.64</c:v>
                </c:pt>
                <c:pt idx="51349">
                  <c:v>111.96</c:v>
                </c:pt>
                <c:pt idx="51350">
                  <c:v>54.99</c:v>
                </c:pt>
                <c:pt idx="51351">
                  <c:v>72.58</c:v>
                </c:pt>
                <c:pt idx="51352">
                  <c:v>102.83</c:v>
                </c:pt>
                <c:pt idx="51353">
                  <c:v>111.96</c:v>
                </c:pt>
                <c:pt idx="51354">
                  <c:v>92.97</c:v>
                </c:pt>
                <c:pt idx="51355">
                  <c:v>17.489999999999998</c:v>
                </c:pt>
                <c:pt idx="51356">
                  <c:v>107.96</c:v>
                </c:pt>
                <c:pt idx="51357">
                  <c:v>119.96</c:v>
                </c:pt>
                <c:pt idx="51358">
                  <c:v>55.97</c:v>
                </c:pt>
                <c:pt idx="51359">
                  <c:v>32.29</c:v>
                </c:pt>
                <c:pt idx="51360">
                  <c:v>79.97</c:v>
                </c:pt>
                <c:pt idx="51361">
                  <c:v>64.98</c:v>
                </c:pt>
                <c:pt idx="51362">
                  <c:v>155.94</c:v>
                </c:pt>
                <c:pt idx="51363">
                  <c:v>16.29</c:v>
                </c:pt>
                <c:pt idx="51364">
                  <c:v>89.97</c:v>
                </c:pt>
                <c:pt idx="51365">
                  <c:v>131.97999999999999</c:v>
                </c:pt>
                <c:pt idx="51366">
                  <c:v>45.94</c:v>
                </c:pt>
                <c:pt idx="51367">
                  <c:v>131.97999999999999</c:v>
                </c:pt>
                <c:pt idx="51368">
                  <c:v>55.98</c:v>
                </c:pt>
                <c:pt idx="51369">
                  <c:v>131.97999999999999</c:v>
                </c:pt>
                <c:pt idx="51370">
                  <c:v>76.150000000000006</c:v>
                </c:pt>
                <c:pt idx="51371">
                  <c:v>103.96</c:v>
                </c:pt>
                <c:pt idx="51372">
                  <c:v>131.97999999999999</c:v>
                </c:pt>
                <c:pt idx="51373">
                  <c:v>69.98</c:v>
                </c:pt>
                <c:pt idx="51374">
                  <c:v>55.98</c:v>
                </c:pt>
                <c:pt idx="51375">
                  <c:v>95.96</c:v>
                </c:pt>
                <c:pt idx="51376">
                  <c:v>49.98</c:v>
                </c:pt>
                <c:pt idx="51377">
                  <c:v>119.96</c:v>
                </c:pt>
                <c:pt idx="51378">
                  <c:v>71.97</c:v>
                </c:pt>
                <c:pt idx="51379">
                  <c:v>108.96</c:v>
                </c:pt>
                <c:pt idx="51380">
                  <c:v>50.89</c:v>
                </c:pt>
                <c:pt idx="51381">
                  <c:v>84.98</c:v>
                </c:pt>
                <c:pt idx="51382">
                  <c:v>107.96</c:v>
                </c:pt>
                <c:pt idx="51383">
                  <c:v>47.28</c:v>
                </c:pt>
                <c:pt idx="51384">
                  <c:v>71.97</c:v>
                </c:pt>
                <c:pt idx="51385">
                  <c:v>110.97</c:v>
                </c:pt>
                <c:pt idx="51386">
                  <c:v>48.48</c:v>
                </c:pt>
                <c:pt idx="51387">
                  <c:v>95.97</c:v>
                </c:pt>
                <c:pt idx="51388">
                  <c:v>218.92</c:v>
                </c:pt>
                <c:pt idx="51389">
                  <c:v>59.98</c:v>
                </c:pt>
                <c:pt idx="51390">
                  <c:v>55.39</c:v>
                </c:pt>
                <c:pt idx="51391">
                  <c:v>15.49</c:v>
                </c:pt>
                <c:pt idx="51392">
                  <c:v>83.48</c:v>
                </c:pt>
                <c:pt idx="51393">
                  <c:v>71.97</c:v>
                </c:pt>
                <c:pt idx="51394">
                  <c:v>59.98</c:v>
                </c:pt>
                <c:pt idx="51395">
                  <c:v>55.98</c:v>
                </c:pt>
                <c:pt idx="51396">
                  <c:v>55.98</c:v>
                </c:pt>
                <c:pt idx="51397">
                  <c:v>109.94</c:v>
                </c:pt>
                <c:pt idx="51398">
                  <c:v>50.75</c:v>
                </c:pt>
                <c:pt idx="51399">
                  <c:v>55.39</c:v>
                </c:pt>
                <c:pt idx="51400">
                  <c:v>66.510000000000005</c:v>
                </c:pt>
                <c:pt idx="51401">
                  <c:v>55.98</c:v>
                </c:pt>
                <c:pt idx="51402">
                  <c:v>78.98</c:v>
                </c:pt>
                <c:pt idx="51403">
                  <c:v>55.98</c:v>
                </c:pt>
                <c:pt idx="51404">
                  <c:v>94.99</c:v>
                </c:pt>
                <c:pt idx="51405">
                  <c:v>51.98</c:v>
                </c:pt>
                <c:pt idx="51406">
                  <c:v>111.03</c:v>
                </c:pt>
                <c:pt idx="51407">
                  <c:v>83.48</c:v>
                </c:pt>
                <c:pt idx="51408">
                  <c:v>102.57</c:v>
                </c:pt>
                <c:pt idx="51409">
                  <c:v>59.99</c:v>
                </c:pt>
                <c:pt idx="51410">
                  <c:v>119.96</c:v>
                </c:pt>
                <c:pt idx="51411">
                  <c:v>65.989999999999995</c:v>
                </c:pt>
                <c:pt idx="51412">
                  <c:v>25.49</c:v>
                </c:pt>
                <c:pt idx="51413">
                  <c:v>71.97</c:v>
                </c:pt>
                <c:pt idx="51414">
                  <c:v>59.97</c:v>
                </c:pt>
                <c:pt idx="51415">
                  <c:v>60.98</c:v>
                </c:pt>
                <c:pt idx="51416">
                  <c:v>106.97</c:v>
                </c:pt>
                <c:pt idx="51417">
                  <c:v>39.479999999999997</c:v>
                </c:pt>
                <c:pt idx="51418">
                  <c:v>14.29</c:v>
                </c:pt>
                <c:pt idx="51419">
                  <c:v>48.98</c:v>
                </c:pt>
                <c:pt idx="51420">
                  <c:v>72.59</c:v>
                </c:pt>
                <c:pt idx="51421">
                  <c:v>57.98</c:v>
                </c:pt>
                <c:pt idx="51422">
                  <c:v>84.98</c:v>
                </c:pt>
                <c:pt idx="51423">
                  <c:v>111.96</c:v>
                </c:pt>
                <c:pt idx="51424">
                  <c:v>59.98</c:v>
                </c:pt>
                <c:pt idx="51425">
                  <c:v>55.98</c:v>
                </c:pt>
                <c:pt idx="51426">
                  <c:v>55.98</c:v>
                </c:pt>
                <c:pt idx="51427">
                  <c:v>180.83</c:v>
                </c:pt>
                <c:pt idx="51428">
                  <c:v>126.76</c:v>
                </c:pt>
                <c:pt idx="51429">
                  <c:v>41.48</c:v>
                </c:pt>
                <c:pt idx="51430">
                  <c:v>40.49</c:v>
                </c:pt>
                <c:pt idx="51431">
                  <c:v>56.97</c:v>
                </c:pt>
                <c:pt idx="51432">
                  <c:v>28.94</c:v>
                </c:pt>
                <c:pt idx="51433">
                  <c:v>83.97</c:v>
                </c:pt>
                <c:pt idx="51434">
                  <c:v>49.08</c:v>
                </c:pt>
                <c:pt idx="51435">
                  <c:v>64.98</c:v>
                </c:pt>
                <c:pt idx="51436">
                  <c:v>30</c:v>
                </c:pt>
                <c:pt idx="51437">
                  <c:v>29.49</c:v>
                </c:pt>
                <c:pt idx="51438">
                  <c:v>54.34</c:v>
                </c:pt>
                <c:pt idx="51439">
                  <c:v>220.38</c:v>
                </c:pt>
                <c:pt idx="51440">
                  <c:v>13.87</c:v>
                </c:pt>
                <c:pt idx="51441">
                  <c:v>131.97999999999999</c:v>
                </c:pt>
                <c:pt idx="51442">
                  <c:v>112.96</c:v>
                </c:pt>
                <c:pt idx="51443">
                  <c:v>205.84</c:v>
                </c:pt>
                <c:pt idx="51444">
                  <c:v>98.57</c:v>
                </c:pt>
                <c:pt idx="51445">
                  <c:v>197.97</c:v>
                </c:pt>
                <c:pt idx="51446">
                  <c:v>52.18</c:v>
                </c:pt>
                <c:pt idx="51447">
                  <c:v>107.94</c:v>
                </c:pt>
                <c:pt idx="51448">
                  <c:v>78.180000000000007</c:v>
                </c:pt>
                <c:pt idx="51449">
                  <c:v>215.93</c:v>
                </c:pt>
                <c:pt idx="51450">
                  <c:v>104.95</c:v>
                </c:pt>
                <c:pt idx="51451">
                  <c:v>83.48</c:v>
                </c:pt>
                <c:pt idx="51452">
                  <c:v>139.94999999999999</c:v>
                </c:pt>
                <c:pt idx="51453">
                  <c:v>83.97</c:v>
                </c:pt>
                <c:pt idx="51454">
                  <c:v>205.93</c:v>
                </c:pt>
                <c:pt idx="51455">
                  <c:v>55.97</c:v>
                </c:pt>
                <c:pt idx="51456">
                  <c:v>83.48</c:v>
                </c:pt>
                <c:pt idx="51457">
                  <c:v>59.39</c:v>
                </c:pt>
                <c:pt idx="51458">
                  <c:v>72.55</c:v>
                </c:pt>
                <c:pt idx="51459">
                  <c:v>73.91</c:v>
                </c:pt>
                <c:pt idx="51460">
                  <c:v>143.94999999999999</c:v>
                </c:pt>
                <c:pt idx="51461">
                  <c:v>139.94999999999999</c:v>
                </c:pt>
                <c:pt idx="51462">
                  <c:v>59.98</c:v>
                </c:pt>
                <c:pt idx="51463">
                  <c:v>84.98</c:v>
                </c:pt>
                <c:pt idx="51464">
                  <c:v>24.99</c:v>
                </c:pt>
                <c:pt idx="51465">
                  <c:v>68.97</c:v>
                </c:pt>
                <c:pt idx="51466">
                  <c:v>48.38</c:v>
                </c:pt>
                <c:pt idx="51467">
                  <c:v>65.989999999999995</c:v>
                </c:pt>
                <c:pt idx="51468">
                  <c:v>95.48</c:v>
                </c:pt>
                <c:pt idx="51469">
                  <c:v>170.92</c:v>
                </c:pt>
                <c:pt idx="51470">
                  <c:v>51.98</c:v>
                </c:pt>
                <c:pt idx="51471">
                  <c:v>67.739999999999995</c:v>
                </c:pt>
                <c:pt idx="51472">
                  <c:v>131.97999999999999</c:v>
                </c:pt>
                <c:pt idx="51473">
                  <c:v>31.49</c:v>
                </c:pt>
                <c:pt idx="51474">
                  <c:v>152.94</c:v>
                </c:pt>
                <c:pt idx="51475">
                  <c:v>60.97</c:v>
                </c:pt>
                <c:pt idx="51476">
                  <c:v>139.94999999999999</c:v>
                </c:pt>
                <c:pt idx="51477">
                  <c:v>52.48</c:v>
                </c:pt>
                <c:pt idx="51478">
                  <c:v>54.99</c:v>
                </c:pt>
                <c:pt idx="51479">
                  <c:v>58.45</c:v>
                </c:pt>
                <c:pt idx="51480">
                  <c:v>231.67</c:v>
                </c:pt>
                <c:pt idx="51481">
                  <c:v>52.97</c:v>
                </c:pt>
                <c:pt idx="51482">
                  <c:v>58.97</c:v>
                </c:pt>
                <c:pt idx="51483">
                  <c:v>131.97999999999999</c:v>
                </c:pt>
                <c:pt idx="51484">
                  <c:v>149.94999999999999</c:v>
                </c:pt>
                <c:pt idx="51485">
                  <c:v>59.98</c:v>
                </c:pt>
                <c:pt idx="51486">
                  <c:v>50</c:v>
                </c:pt>
                <c:pt idx="51487">
                  <c:v>31.49</c:v>
                </c:pt>
                <c:pt idx="51488">
                  <c:v>41.28</c:v>
                </c:pt>
                <c:pt idx="51489">
                  <c:v>24.49</c:v>
                </c:pt>
                <c:pt idx="51490">
                  <c:v>77.97</c:v>
                </c:pt>
                <c:pt idx="51491">
                  <c:v>32.24</c:v>
                </c:pt>
                <c:pt idx="51492">
                  <c:v>120.94</c:v>
                </c:pt>
                <c:pt idx="51493">
                  <c:v>60.99</c:v>
                </c:pt>
                <c:pt idx="51494">
                  <c:v>111.96</c:v>
                </c:pt>
                <c:pt idx="51495">
                  <c:v>106.44</c:v>
                </c:pt>
                <c:pt idx="51496">
                  <c:v>-1.3</c:v>
                </c:pt>
                <c:pt idx="51497">
                  <c:v>84.98</c:v>
                </c:pt>
                <c:pt idx="51498">
                  <c:v>-7.24</c:v>
                </c:pt>
                <c:pt idx="51499">
                  <c:v>162.94</c:v>
                </c:pt>
                <c:pt idx="51500">
                  <c:v>65.97</c:v>
                </c:pt>
                <c:pt idx="51501">
                  <c:v>77.97</c:v>
                </c:pt>
                <c:pt idx="51502">
                  <c:v>25.99</c:v>
                </c:pt>
                <c:pt idx="51503">
                  <c:v>51.98</c:v>
                </c:pt>
                <c:pt idx="51504">
                  <c:v>89.97</c:v>
                </c:pt>
                <c:pt idx="51505">
                  <c:v>51.98</c:v>
                </c:pt>
                <c:pt idx="51506">
                  <c:v>99.95</c:v>
                </c:pt>
                <c:pt idx="51507">
                  <c:v>83.97</c:v>
                </c:pt>
                <c:pt idx="51508">
                  <c:v>113.96</c:v>
                </c:pt>
                <c:pt idx="51509">
                  <c:v>74.98</c:v>
                </c:pt>
                <c:pt idx="51510">
                  <c:v>32.479999999999997</c:v>
                </c:pt>
                <c:pt idx="51511">
                  <c:v>121.45</c:v>
                </c:pt>
                <c:pt idx="51512">
                  <c:v>59.98</c:v>
                </c:pt>
                <c:pt idx="51513">
                  <c:v>79.47</c:v>
                </c:pt>
                <c:pt idx="51514">
                  <c:v>105.98</c:v>
                </c:pt>
                <c:pt idx="51515">
                  <c:v>59.98</c:v>
                </c:pt>
                <c:pt idx="51516">
                  <c:v>64.98</c:v>
                </c:pt>
                <c:pt idx="51517">
                  <c:v>29.49</c:v>
                </c:pt>
                <c:pt idx="51518">
                  <c:v>84.98</c:v>
                </c:pt>
                <c:pt idx="51519">
                  <c:v>14.49</c:v>
                </c:pt>
                <c:pt idx="51520">
                  <c:v>115.97</c:v>
                </c:pt>
                <c:pt idx="51521">
                  <c:v>17.489999999999998</c:v>
                </c:pt>
                <c:pt idx="51522">
                  <c:v>100.38</c:v>
                </c:pt>
                <c:pt idx="51523">
                  <c:v>96.74</c:v>
                </c:pt>
                <c:pt idx="51524">
                  <c:v>51.96</c:v>
                </c:pt>
                <c:pt idx="51525">
                  <c:v>65.989999999999995</c:v>
                </c:pt>
                <c:pt idx="51526">
                  <c:v>94.98</c:v>
                </c:pt>
                <c:pt idx="51527">
                  <c:v>72.97</c:v>
                </c:pt>
                <c:pt idx="51528">
                  <c:v>117.26</c:v>
                </c:pt>
                <c:pt idx="51529">
                  <c:v>56.47</c:v>
                </c:pt>
                <c:pt idx="51530">
                  <c:v>98.38</c:v>
                </c:pt>
                <c:pt idx="51531">
                  <c:v>39.54</c:v>
                </c:pt>
                <c:pt idx="51532">
                  <c:v>-84.98</c:v>
                </c:pt>
                <c:pt idx="51533">
                  <c:v>89.97</c:v>
                </c:pt>
                <c:pt idx="51534">
                  <c:v>56.67</c:v>
                </c:pt>
                <c:pt idx="51535">
                  <c:v>46.49</c:v>
                </c:pt>
                <c:pt idx="51536">
                  <c:v>119.96</c:v>
                </c:pt>
                <c:pt idx="51537">
                  <c:v>73.97</c:v>
                </c:pt>
                <c:pt idx="51538">
                  <c:v>31.49</c:v>
                </c:pt>
                <c:pt idx="51539">
                  <c:v>63.88</c:v>
                </c:pt>
                <c:pt idx="51540">
                  <c:v>56.97</c:v>
                </c:pt>
                <c:pt idx="51541">
                  <c:v>79.98</c:v>
                </c:pt>
                <c:pt idx="51542">
                  <c:v>83.97</c:v>
                </c:pt>
                <c:pt idx="51543">
                  <c:v>49.28</c:v>
                </c:pt>
                <c:pt idx="51544">
                  <c:v>335.88</c:v>
                </c:pt>
                <c:pt idx="51545">
                  <c:v>82.97</c:v>
                </c:pt>
                <c:pt idx="51546">
                  <c:v>229.94</c:v>
                </c:pt>
                <c:pt idx="51547">
                  <c:v>305.89</c:v>
                </c:pt>
                <c:pt idx="51548">
                  <c:v>41.48</c:v>
                </c:pt>
                <c:pt idx="51549">
                  <c:v>38.729999999999997</c:v>
                </c:pt>
                <c:pt idx="51550">
                  <c:v>61.1</c:v>
                </c:pt>
                <c:pt idx="51551">
                  <c:v>6.49</c:v>
                </c:pt>
                <c:pt idx="51552">
                  <c:v>18.11</c:v>
                </c:pt>
                <c:pt idx="51553">
                  <c:v>103.96</c:v>
                </c:pt>
                <c:pt idx="51554">
                  <c:v>84.97</c:v>
                </c:pt>
                <c:pt idx="51555">
                  <c:v>35.049999999999997</c:v>
                </c:pt>
                <c:pt idx="51556">
                  <c:v>51.96</c:v>
                </c:pt>
                <c:pt idx="51557">
                  <c:v>83.97</c:v>
                </c:pt>
                <c:pt idx="51558">
                  <c:v>109.26</c:v>
                </c:pt>
                <c:pt idx="51559">
                  <c:v>79.98</c:v>
                </c:pt>
                <c:pt idx="51560">
                  <c:v>259.89999999999998</c:v>
                </c:pt>
                <c:pt idx="51561">
                  <c:v>161.94999999999999</c:v>
                </c:pt>
                <c:pt idx="51562">
                  <c:v>59.94</c:v>
                </c:pt>
                <c:pt idx="51563">
                  <c:v>54.7</c:v>
                </c:pt>
                <c:pt idx="51564">
                  <c:v>48.57</c:v>
                </c:pt>
                <c:pt idx="51565">
                  <c:v>123.96</c:v>
                </c:pt>
                <c:pt idx="51566">
                  <c:v>62.36</c:v>
                </c:pt>
                <c:pt idx="51567">
                  <c:v>41.49</c:v>
                </c:pt>
                <c:pt idx="51568">
                  <c:v>56.97</c:v>
                </c:pt>
                <c:pt idx="51569">
                  <c:v>55.98</c:v>
                </c:pt>
                <c:pt idx="51570">
                  <c:v>53.98</c:v>
                </c:pt>
                <c:pt idx="51571">
                  <c:v>64.98</c:v>
                </c:pt>
                <c:pt idx="51572">
                  <c:v>59.97</c:v>
                </c:pt>
                <c:pt idx="51573">
                  <c:v>69.97</c:v>
                </c:pt>
                <c:pt idx="51574">
                  <c:v>12.49</c:v>
                </c:pt>
                <c:pt idx="51575">
                  <c:v>55.98</c:v>
                </c:pt>
                <c:pt idx="51576">
                  <c:v>50.97</c:v>
                </c:pt>
                <c:pt idx="51577">
                  <c:v>6.29</c:v>
                </c:pt>
                <c:pt idx="51578">
                  <c:v>103.37</c:v>
                </c:pt>
                <c:pt idx="51579">
                  <c:v>49.48</c:v>
                </c:pt>
                <c:pt idx="51580">
                  <c:v>26.69</c:v>
                </c:pt>
                <c:pt idx="51581">
                  <c:v>20.73</c:v>
                </c:pt>
                <c:pt idx="51582">
                  <c:v>50.37</c:v>
                </c:pt>
                <c:pt idx="51583">
                  <c:v>71.97</c:v>
                </c:pt>
                <c:pt idx="51584">
                  <c:v>54.88</c:v>
                </c:pt>
                <c:pt idx="51585">
                  <c:v>65.989999999999995</c:v>
                </c:pt>
                <c:pt idx="51586">
                  <c:v>64.98</c:v>
                </c:pt>
                <c:pt idx="51587">
                  <c:v>59.98</c:v>
                </c:pt>
                <c:pt idx="51588">
                  <c:v>64.98</c:v>
                </c:pt>
                <c:pt idx="51589">
                  <c:v>59.98</c:v>
                </c:pt>
                <c:pt idx="51590">
                  <c:v>57.23</c:v>
                </c:pt>
                <c:pt idx="51591">
                  <c:v>83.97</c:v>
                </c:pt>
                <c:pt idx="51592">
                  <c:v>80.31</c:v>
                </c:pt>
                <c:pt idx="51593">
                  <c:v>66.98</c:v>
                </c:pt>
                <c:pt idx="51594">
                  <c:v>59.95</c:v>
                </c:pt>
                <c:pt idx="51595">
                  <c:v>93.97</c:v>
                </c:pt>
                <c:pt idx="51596">
                  <c:v>61.48</c:v>
                </c:pt>
                <c:pt idx="51597">
                  <c:v>128.24</c:v>
                </c:pt>
                <c:pt idx="51598">
                  <c:v>29.19</c:v>
                </c:pt>
                <c:pt idx="51599">
                  <c:v>94.97</c:v>
                </c:pt>
                <c:pt idx="51600">
                  <c:v>84.69</c:v>
                </c:pt>
                <c:pt idx="51601">
                  <c:v>46.48</c:v>
                </c:pt>
                <c:pt idx="51602">
                  <c:v>78.98</c:v>
                </c:pt>
                <c:pt idx="51603">
                  <c:v>65.989999999999995</c:v>
                </c:pt>
                <c:pt idx="51604">
                  <c:v>156.94999999999999</c:v>
                </c:pt>
                <c:pt idx="51605">
                  <c:v>59.98</c:v>
                </c:pt>
                <c:pt idx="51606">
                  <c:v>199.96</c:v>
                </c:pt>
                <c:pt idx="51607">
                  <c:v>89.97</c:v>
                </c:pt>
                <c:pt idx="51608">
                  <c:v>59.98</c:v>
                </c:pt>
                <c:pt idx="51609">
                  <c:v>-47.28</c:v>
                </c:pt>
                <c:pt idx="51610">
                  <c:v>83.97</c:v>
                </c:pt>
                <c:pt idx="51611">
                  <c:v>65.989999999999995</c:v>
                </c:pt>
                <c:pt idx="51612">
                  <c:v>36.479999999999997</c:v>
                </c:pt>
                <c:pt idx="51613">
                  <c:v>70.97</c:v>
                </c:pt>
                <c:pt idx="51614">
                  <c:v>69.989999999999995</c:v>
                </c:pt>
                <c:pt idx="51615">
                  <c:v>73.97</c:v>
                </c:pt>
                <c:pt idx="51616">
                  <c:v>103.75</c:v>
                </c:pt>
                <c:pt idx="51617">
                  <c:v>55.98</c:v>
                </c:pt>
                <c:pt idx="51618">
                  <c:v>59.98</c:v>
                </c:pt>
                <c:pt idx="51619">
                  <c:v>55.98</c:v>
                </c:pt>
                <c:pt idx="51620">
                  <c:v>55.98</c:v>
                </c:pt>
                <c:pt idx="51621">
                  <c:v>119.96</c:v>
                </c:pt>
                <c:pt idx="51622">
                  <c:v>22.59</c:v>
                </c:pt>
                <c:pt idx="51623">
                  <c:v>54.98</c:v>
                </c:pt>
                <c:pt idx="51624">
                  <c:v>26.29</c:v>
                </c:pt>
                <c:pt idx="51625">
                  <c:v>59.98</c:v>
                </c:pt>
                <c:pt idx="51626">
                  <c:v>57.97</c:v>
                </c:pt>
                <c:pt idx="51627">
                  <c:v>59.98</c:v>
                </c:pt>
                <c:pt idx="51628">
                  <c:v>51.98</c:v>
                </c:pt>
                <c:pt idx="51629">
                  <c:v>97.47</c:v>
                </c:pt>
                <c:pt idx="51630">
                  <c:v>59.99</c:v>
                </c:pt>
                <c:pt idx="51631">
                  <c:v>55.97</c:v>
                </c:pt>
                <c:pt idx="51632">
                  <c:v>84.99</c:v>
                </c:pt>
                <c:pt idx="51633">
                  <c:v>55.48</c:v>
                </c:pt>
                <c:pt idx="51634">
                  <c:v>49.99</c:v>
                </c:pt>
                <c:pt idx="51635">
                  <c:v>201.9</c:v>
                </c:pt>
                <c:pt idx="51636">
                  <c:v>115.96</c:v>
                </c:pt>
                <c:pt idx="51637">
                  <c:v>123.96</c:v>
                </c:pt>
                <c:pt idx="51638">
                  <c:v>59.39</c:v>
                </c:pt>
                <c:pt idx="51639">
                  <c:v>191.92</c:v>
                </c:pt>
                <c:pt idx="51640">
                  <c:v>29.28</c:v>
                </c:pt>
                <c:pt idx="51641">
                  <c:v>34.479999999999997</c:v>
                </c:pt>
                <c:pt idx="51642">
                  <c:v>29.49</c:v>
                </c:pt>
                <c:pt idx="51643">
                  <c:v>29.01</c:v>
                </c:pt>
                <c:pt idx="51644">
                  <c:v>62.98</c:v>
                </c:pt>
                <c:pt idx="51645">
                  <c:v>19.489999999999998</c:v>
                </c:pt>
                <c:pt idx="51646">
                  <c:v>50.47</c:v>
                </c:pt>
                <c:pt idx="51647">
                  <c:v>55.96</c:v>
                </c:pt>
                <c:pt idx="51648">
                  <c:v>158.1</c:v>
                </c:pt>
                <c:pt idx="51649">
                  <c:v>124.97</c:v>
                </c:pt>
                <c:pt idx="51650">
                  <c:v>37.22</c:v>
                </c:pt>
                <c:pt idx="51651">
                  <c:v>27.49</c:v>
                </c:pt>
                <c:pt idx="51652">
                  <c:v>65.989999999999995</c:v>
                </c:pt>
                <c:pt idx="51653">
                  <c:v>53.97</c:v>
                </c:pt>
                <c:pt idx="51654">
                  <c:v>86.36</c:v>
                </c:pt>
                <c:pt idx="51655">
                  <c:v>56.98</c:v>
                </c:pt>
                <c:pt idx="51656">
                  <c:v>51.98</c:v>
                </c:pt>
                <c:pt idx="51657">
                  <c:v>137.94</c:v>
                </c:pt>
                <c:pt idx="51658">
                  <c:v>55.98</c:v>
                </c:pt>
                <c:pt idx="51659">
                  <c:v>116.96</c:v>
                </c:pt>
                <c:pt idx="51660">
                  <c:v>44.29</c:v>
                </c:pt>
                <c:pt idx="51661">
                  <c:v>83.97</c:v>
                </c:pt>
                <c:pt idx="51662">
                  <c:v>51.29</c:v>
                </c:pt>
                <c:pt idx="51663">
                  <c:v>32.65</c:v>
                </c:pt>
                <c:pt idx="51664">
                  <c:v>72.58</c:v>
                </c:pt>
                <c:pt idx="51665">
                  <c:v>32.49</c:v>
                </c:pt>
                <c:pt idx="51666">
                  <c:v>68.97</c:v>
                </c:pt>
                <c:pt idx="51667">
                  <c:v>49.48</c:v>
                </c:pt>
                <c:pt idx="51668">
                  <c:v>49.99</c:v>
                </c:pt>
                <c:pt idx="51669">
                  <c:v>18.13</c:v>
                </c:pt>
                <c:pt idx="51670">
                  <c:v>22.95</c:v>
                </c:pt>
                <c:pt idx="51671">
                  <c:v>55.97</c:v>
                </c:pt>
                <c:pt idx="51672">
                  <c:v>169.98</c:v>
                </c:pt>
                <c:pt idx="51673">
                  <c:v>12.29</c:v>
                </c:pt>
                <c:pt idx="51674">
                  <c:v>77.42</c:v>
                </c:pt>
                <c:pt idx="51675">
                  <c:v>61.98</c:v>
                </c:pt>
                <c:pt idx="51676">
                  <c:v>64.98</c:v>
                </c:pt>
                <c:pt idx="51677">
                  <c:v>159.69999999999999</c:v>
                </c:pt>
                <c:pt idx="51678">
                  <c:v>103.96</c:v>
                </c:pt>
                <c:pt idx="51679">
                  <c:v>91.96</c:v>
                </c:pt>
                <c:pt idx="51680">
                  <c:v>103.96</c:v>
                </c:pt>
                <c:pt idx="51681">
                  <c:v>51.98</c:v>
                </c:pt>
                <c:pt idx="51682">
                  <c:v>111.96</c:v>
                </c:pt>
                <c:pt idx="51683">
                  <c:v>51.98</c:v>
                </c:pt>
                <c:pt idx="51684">
                  <c:v>123.96</c:v>
                </c:pt>
                <c:pt idx="51685">
                  <c:v>135.47</c:v>
                </c:pt>
                <c:pt idx="51686">
                  <c:v>55.97</c:v>
                </c:pt>
                <c:pt idx="51687">
                  <c:v>62.98</c:v>
                </c:pt>
                <c:pt idx="51688">
                  <c:v>79.47</c:v>
                </c:pt>
                <c:pt idx="51689">
                  <c:v>63.98</c:v>
                </c:pt>
                <c:pt idx="51690">
                  <c:v>127.97</c:v>
                </c:pt>
                <c:pt idx="51691">
                  <c:v>61.98</c:v>
                </c:pt>
                <c:pt idx="51692">
                  <c:v>117.96</c:v>
                </c:pt>
                <c:pt idx="51693">
                  <c:v>58.98</c:v>
                </c:pt>
                <c:pt idx="51694">
                  <c:v>54.99</c:v>
                </c:pt>
                <c:pt idx="51695">
                  <c:v>43.09</c:v>
                </c:pt>
                <c:pt idx="51696">
                  <c:v>61.98</c:v>
                </c:pt>
                <c:pt idx="51697">
                  <c:v>45.49</c:v>
                </c:pt>
                <c:pt idx="51698">
                  <c:v>129.94999999999999</c:v>
                </c:pt>
                <c:pt idx="51699">
                  <c:v>121.96</c:v>
                </c:pt>
                <c:pt idx="51700">
                  <c:v>60.46</c:v>
                </c:pt>
                <c:pt idx="51701">
                  <c:v>83.97</c:v>
                </c:pt>
                <c:pt idx="51702">
                  <c:v>103.37</c:v>
                </c:pt>
                <c:pt idx="51703">
                  <c:v>56.97</c:v>
                </c:pt>
                <c:pt idx="51704">
                  <c:v>97.97</c:v>
                </c:pt>
                <c:pt idx="51705">
                  <c:v>36.49</c:v>
                </c:pt>
                <c:pt idx="51706">
                  <c:v>70.17</c:v>
                </c:pt>
                <c:pt idx="51707">
                  <c:v>74.27</c:v>
                </c:pt>
                <c:pt idx="51708">
                  <c:v>61.98</c:v>
                </c:pt>
                <c:pt idx="51709">
                  <c:v>31.48</c:v>
                </c:pt>
                <c:pt idx="51710">
                  <c:v>51.98</c:v>
                </c:pt>
                <c:pt idx="51711">
                  <c:v>107.96</c:v>
                </c:pt>
                <c:pt idx="51712">
                  <c:v>24.18</c:v>
                </c:pt>
                <c:pt idx="51713">
                  <c:v>51.98</c:v>
                </c:pt>
                <c:pt idx="51714">
                  <c:v>50.98</c:v>
                </c:pt>
                <c:pt idx="51715">
                  <c:v>300.94</c:v>
                </c:pt>
                <c:pt idx="51716">
                  <c:v>8.49</c:v>
                </c:pt>
                <c:pt idx="51717">
                  <c:v>55.98</c:v>
                </c:pt>
                <c:pt idx="51718">
                  <c:v>309.27999999999997</c:v>
                </c:pt>
                <c:pt idx="51719">
                  <c:v>164.98</c:v>
                </c:pt>
                <c:pt idx="51720">
                  <c:v>116.37</c:v>
                </c:pt>
                <c:pt idx="51721">
                  <c:v>89.97</c:v>
                </c:pt>
                <c:pt idx="51722">
                  <c:v>133.94999999999999</c:v>
                </c:pt>
                <c:pt idx="51723">
                  <c:v>72.17</c:v>
                </c:pt>
                <c:pt idx="51724">
                  <c:v>89.97</c:v>
                </c:pt>
                <c:pt idx="51725">
                  <c:v>142.97</c:v>
                </c:pt>
                <c:pt idx="51726">
                  <c:v>119.94</c:v>
                </c:pt>
                <c:pt idx="51727">
                  <c:v>85.98</c:v>
                </c:pt>
                <c:pt idx="51728">
                  <c:v>103.96</c:v>
                </c:pt>
                <c:pt idx="51729">
                  <c:v>58.98</c:v>
                </c:pt>
                <c:pt idx="51730">
                  <c:v>47.48</c:v>
                </c:pt>
                <c:pt idx="51731">
                  <c:v>107.07</c:v>
                </c:pt>
                <c:pt idx="51732">
                  <c:v>55.97</c:v>
                </c:pt>
                <c:pt idx="51733">
                  <c:v>111.56</c:v>
                </c:pt>
                <c:pt idx="51734">
                  <c:v>73.98</c:v>
                </c:pt>
                <c:pt idx="51735">
                  <c:v>62.98</c:v>
                </c:pt>
                <c:pt idx="51736">
                  <c:v>65.989999999999995</c:v>
                </c:pt>
                <c:pt idx="51737">
                  <c:v>29.49</c:v>
                </c:pt>
                <c:pt idx="51738">
                  <c:v>34.479999999999997</c:v>
                </c:pt>
                <c:pt idx="51739">
                  <c:v>86.29</c:v>
                </c:pt>
                <c:pt idx="51740">
                  <c:v>28.49</c:v>
                </c:pt>
                <c:pt idx="51741">
                  <c:v>54.3</c:v>
                </c:pt>
                <c:pt idx="51742">
                  <c:v>49.48</c:v>
                </c:pt>
                <c:pt idx="51743">
                  <c:v>134.93</c:v>
                </c:pt>
                <c:pt idx="51744">
                  <c:v>59.96</c:v>
                </c:pt>
                <c:pt idx="51745">
                  <c:v>61.42</c:v>
                </c:pt>
                <c:pt idx="51746">
                  <c:v>339.96</c:v>
                </c:pt>
                <c:pt idx="51747">
                  <c:v>111.96</c:v>
                </c:pt>
                <c:pt idx="51748">
                  <c:v>43.78</c:v>
                </c:pt>
                <c:pt idx="51749">
                  <c:v>90.69</c:v>
                </c:pt>
                <c:pt idx="51750">
                  <c:v>73.459999999999994</c:v>
                </c:pt>
                <c:pt idx="51751">
                  <c:v>51.98</c:v>
                </c:pt>
                <c:pt idx="51752">
                  <c:v>30.48</c:v>
                </c:pt>
                <c:pt idx="51753">
                  <c:v>63.98</c:v>
                </c:pt>
                <c:pt idx="51754">
                  <c:v>87.08</c:v>
                </c:pt>
                <c:pt idx="51755">
                  <c:v>55.98</c:v>
                </c:pt>
                <c:pt idx="51756">
                  <c:v>145.18</c:v>
                </c:pt>
                <c:pt idx="51757">
                  <c:v>86.53</c:v>
                </c:pt>
                <c:pt idx="51758">
                  <c:v>202.94</c:v>
                </c:pt>
                <c:pt idx="51759">
                  <c:v>94.98</c:v>
                </c:pt>
                <c:pt idx="51760">
                  <c:v>55.97</c:v>
                </c:pt>
                <c:pt idx="51761">
                  <c:v>103.96</c:v>
                </c:pt>
                <c:pt idx="51762">
                  <c:v>125.78</c:v>
                </c:pt>
                <c:pt idx="51763">
                  <c:v>91.96</c:v>
                </c:pt>
                <c:pt idx="51764">
                  <c:v>50.99</c:v>
                </c:pt>
                <c:pt idx="51765">
                  <c:v>59.98</c:v>
                </c:pt>
                <c:pt idx="51766">
                  <c:v>76.209999999999994</c:v>
                </c:pt>
                <c:pt idx="51767">
                  <c:v>54.95</c:v>
                </c:pt>
                <c:pt idx="51768">
                  <c:v>-86.97</c:v>
                </c:pt>
                <c:pt idx="51769">
                  <c:v>26.97</c:v>
                </c:pt>
                <c:pt idx="51770">
                  <c:v>119.46</c:v>
                </c:pt>
                <c:pt idx="51771">
                  <c:v>16.29</c:v>
                </c:pt>
                <c:pt idx="51772">
                  <c:v>104.98</c:v>
                </c:pt>
                <c:pt idx="51773">
                  <c:v>41.29</c:v>
                </c:pt>
                <c:pt idx="51774">
                  <c:v>62.97</c:v>
                </c:pt>
                <c:pt idx="51775">
                  <c:v>55.98</c:v>
                </c:pt>
                <c:pt idx="51776">
                  <c:v>61.98</c:v>
                </c:pt>
                <c:pt idx="51777">
                  <c:v>89.97</c:v>
                </c:pt>
                <c:pt idx="51778">
                  <c:v>123.96</c:v>
                </c:pt>
                <c:pt idx="51779">
                  <c:v>55.97</c:v>
                </c:pt>
                <c:pt idx="51780">
                  <c:v>50.96</c:v>
                </c:pt>
                <c:pt idx="51781">
                  <c:v>656.8</c:v>
                </c:pt>
                <c:pt idx="51782">
                  <c:v>89.97</c:v>
                </c:pt>
                <c:pt idx="51783">
                  <c:v>9.99</c:v>
                </c:pt>
                <c:pt idx="51784">
                  <c:v>96.78</c:v>
                </c:pt>
                <c:pt idx="51785">
                  <c:v>59.99</c:v>
                </c:pt>
                <c:pt idx="51786">
                  <c:v>134.97</c:v>
                </c:pt>
                <c:pt idx="51787">
                  <c:v>117.96</c:v>
                </c:pt>
                <c:pt idx="51788">
                  <c:v>50.08</c:v>
                </c:pt>
                <c:pt idx="51789">
                  <c:v>227.42</c:v>
                </c:pt>
                <c:pt idx="51790">
                  <c:v>61.97</c:v>
                </c:pt>
                <c:pt idx="51791">
                  <c:v>76.459999999999994</c:v>
                </c:pt>
                <c:pt idx="51792">
                  <c:v>55.96</c:v>
                </c:pt>
                <c:pt idx="51793">
                  <c:v>110.96</c:v>
                </c:pt>
                <c:pt idx="51794">
                  <c:v>71.97</c:v>
                </c:pt>
                <c:pt idx="51795">
                  <c:v>65.959999999999994</c:v>
                </c:pt>
                <c:pt idx="51796">
                  <c:v>74.98</c:v>
                </c:pt>
                <c:pt idx="51797">
                  <c:v>51.96</c:v>
                </c:pt>
                <c:pt idx="51798">
                  <c:v>79.98</c:v>
                </c:pt>
                <c:pt idx="51799">
                  <c:v>191.96</c:v>
                </c:pt>
                <c:pt idx="51800">
                  <c:v>84.97</c:v>
                </c:pt>
                <c:pt idx="51801">
                  <c:v>32.49</c:v>
                </c:pt>
                <c:pt idx="51802">
                  <c:v>84.98</c:v>
                </c:pt>
                <c:pt idx="51803">
                  <c:v>16.29</c:v>
                </c:pt>
                <c:pt idx="51804">
                  <c:v>100.96</c:v>
                </c:pt>
                <c:pt idx="51805">
                  <c:v>34.270000000000003</c:v>
                </c:pt>
                <c:pt idx="51806">
                  <c:v>123.96</c:v>
                </c:pt>
                <c:pt idx="51807">
                  <c:v>61.98</c:v>
                </c:pt>
                <c:pt idx="51808">
                  <c:v>89.98</c:v>
                </c:pt>
                <c:pt idx="51809">
                  <c:v>53.98</c:v>
                </c:pt>
                <c:pt idx="51810">
                  <c:v>61.98</c:v>
                </c:pt>
                <c:pt idx="51811">
                  <c:v>96.78</c:v>
                </c:pt>
                <c:pt idx="51812">
                  <c:v>97.38</c:v>
                </c:pt>
                <c:pt idx="51813">
                  <c:v>55.98</c:v>
                </c:pt>
                <c:pt idx="51814">
                  <c:v>83.97</c:v>
                </c:pt>
                <c:pt idx="51815">
                  <c:v>234.52</c:v>
                </c:pt>
                <c:pt idx="51816">
                  <c:v>152.94999999999999</c:v>
                </c:pt>
                <c:pt idx="51817">
                  <c:v>135.96</c:v>
                </c:pt>
                <c:pt idx="51818">
                  <c:v>55.98</c:v>
                </c:pt>
                <c:pt idx="51819">
                  <c:v>67.989999999999995</c:v>
                </c:pt>
                <c:pt idx="51820">
                  <c:v>10.29</c:v>
                </c:pt>
                <c:pt idx="51821">
                  <c:v>121.97</c:v>
                </c:pt>
                <c:pt idx="51822">
                  <c:v>122.95</c:v>
                </c:pt>
                <c:pt idx="51823">
                  <c:v>15.49</c:v>
                </c:pt>
                <c:pt idx="51824">
                  <c:v>-73.48</c:v>
                </c:pt>
                <c:pt idx="51825">
                  <c:v>61.98</c:v>
                </c:pt>
                <c:pt idx="51826">
                  <c:v>83.97</c:v>
                </c:pt>
                <c:pt idx="51827">
                  <c:v>64.98</c:v>
                </c:pt>
                <c:pt idx="51828">
                  <c:v>68.97</c:v>
                </c:pt>
                <c:pt idx="51829">
                  <c:v>79.98</c:v>
                </c:pt>
                <c:pt idx="51830">
                  <c:v>77.39</c:v>
                </c:pt>
                <c:pt idx="51831">
                  <c:v>34.28</c:v>
                </c:pt>
                <c:pt idx="51832">
                  <c:v>29.02</c:v>
                </c:pt>
                <c:pt idx="51833">
                  <c:v>55.98</c:v>
                </c:pt>
                <c:pt idx="51834">
                  <c:v>47.48</c:v>
                </c:pt>
                <c:pt idx="51835">
                  <c:v>71.97</c:v>
                </c:pt>
                <c:pt idx="51836">
                  <c:v>54.99</c:v>
                </c:pt>
                <c:pt idx="51837">
                  <c:v>39.479999999999997</c:v>
                </c:pt>
                <c:pt idx="51838">
                  <c:v>48.35</c:v>
                </c:pt>
                <c:pt idx="51839">
                  <c:v>51.48</c:v>
                </c:pt>
                <c:pt idx="51840">
                  <c:v>71.97</c:v>
                </c:pt>
                <c:pt idx="51841">
                  <c:v>37.28</c:v>
                </c:pt>
                <c:pt idx="51842">
                  <c:v>94.97</c:v>
                </c:pt>
                <c:pt idx="51843">
                  <c:v>-20.29</c:v>
                </c:pt>
                <c:pt idx="51844">
                  <c:v>32.49</c:v>
                </c:pt>
                <c:pt idx="51845">
                  <c:v>89.97</c:v>
                </c:pt>
                <c:pt idx="51846">
                  <c:v>47.48</c:v>
                </c:pt>
                <c:pt idx="51847">
                  <c:v>115.98</c:v>
                </c:pt>
                <c:pt idx="51848">
                  <c:v>32.49</c:v>
                </c:pt>
                <c:pt idx="51849">
                  <c:v>31.44</c:v>
                </c:pt>
                <c:pt idx="51850">
                  <c:v>11.49</c:v>
                </c:pt>
                <c:pt idx="51851">
                  <c:v>94.96</c:v>
                </c:pt>
                <c:pt idx="51852">
                  <c:v>27.49</c:v>
                </c:pt>
                <c:pt idx="51853">
                  <c:v>195.93</c:v>
                </c:pt>
                <c:pt idx="51854">
                  <c:v>55.98</c:v>
                </c:pt>
                <c:pt idx="51855">
                  <c:v>31.47</c:v>
                </c:pt>
                <c:pt idx="51856">
                  <c:v>111.96</c:v>
                </c:pt>
                <c:pt idx="51857">
                  <c:v>59.98</c:v>
                </c:pt>
                <c:pt idx="51858">
                  <c:v>96.96</c:v>
                </c:pt>
                <c:pt idx="51859">
                  <c:v>120.96</c:v>
                </c:pt>
                <c:pt idx="51860">
                  <c:v>29.49</c:v>
                </c:pt>
                <c:pt idx="51861">
                  <c:v>91.32</c:v>
                </c:pt>
                <c:pt idx="51862">
                  <c:v>21.29</c:v>
                </c:pt>
                <c:pt idx="51863">
                  <c:v>57.98</c:v>
                </c:pt>
                <c:pt idx="51864">
                  <c:v>150.9</c:v>
                </c:pt>
                <c:pt idx="51865">
                  <c:v>37.28</c:v>
                </c:pt>
                <c:pt idx="51866">
                  <c:v>27.29</c:v>
                </c:pt>
                <c:pt idx="51867">
                  <c:v>41.1</c:v>
                </c:pt>
                <c:pt idx="51868">
                  <c:v>83.97</c:v>
                </c:pt>
                <c:pt idx="51869">
                  <c:v>47.48</c:v>
                </c:pt>
                <c:pt idx="51870">
                  <c:v>51.98</c:v>
                </c:pt>
                <c:pt idx="51871">
                  <c:v>89.94</c:v>
                </c:pt>
                <c:pt idx="51872">
                  <c:v>79.97</c:v>
                </c:pt>
                <c:pt idx="51873">
                  <c:v>58.98</c:v>
                </c:pt>
                <c:pt idx="51874">
                  <c:v>61.98</c:v>
                </c:pt>
                <c:pt idx="51875">
                  <c:v>55.96</c:v>
                </c:pt>
                <c:pt idx="51876">
                  <c:v>92.48</c:v>
                </c:pt>
                <c:pt idx="51877">
                  <c:v>91.47</c:v>
                </c:pt>
                <c:pt idx="51878">
                  <c:v>-1.5</c:v>
                </c:pt>
                <c:pt idx="51879">
                  <c:v>51.96</c:v>
                </c:pt>
                <c:pt idx="51880">
                  <c:v>335.88</c:v>
                </c:pt>
                <c:pt idx="51881">
                  <c:v>175.44</c:v>
                </c:pt>
                <c:pt idx="51882">
                  <c:v>83.41</c:v>
                </c:pt>
                <c:pt idx="51883">
                  <c:v>58.98</c:v>
                </c:pt>
                <c:pt idx="51884">
                  <c:v>329.91</c:v>
                </c:pt>
                <c:pt idx="51885">
                  <c:v>119.94</c:v>
                </c:pt>
                <c:pt idx="51886">
                  <c:v>74.97</c:v>
                </c:pt>
                <c:pt idx="51887">
                  <c:v>51.98</c:v>
                </c:pt>
                <c:pt idx="51888">
                  <c:v>32.49</c:v>
                </c:pt>
                <c:pt idx="51889">
                  <c:v>55.98</c:v>
                </c:pt>
                <c:pt idx="51890">
                  <c:v>118.96</c:v>
                </c:pt>
                <c:pt idx="51891">
                  <c:v>109.76</c:v>
                </c:pt>
                <c:pt idx="51892">
                  <c:v>61.98</c:v>
                </c:pt>
                <c:pt idx="51893">
                  <c:v>59.96</c:v>
                </c:pt>
                <c:pt idx="51894">
                  <c:v>31.49</c:v>
                </c:pt>
                <c:pt idx="51895">
                  <c:v>99.98</c:v>
                </c:pt>
                <c:pt idx="51896">
                  <c:v>56.98</c:v>
                </c:pt>
                <c:pt idx="51897">
                  <c:v>41.04</c:v>
                </c:pt>
                <c:pt idx="51898">
                  <c:v>63.96</c:v>
                </c:pt>
                <c:pt idx="51899">
                  <c:v>135.46</c:v>
                </c:pt>
                <c:pt idx="51900">
                  <c:v>55.97</c:v>
                </c:pt>
                <c:pt idx="51901">
                  <c:v>61.98</c:v>
                </c:pt>
                <c:pt idx="51902">
                  <c:v>51.29</c:v>
                </c:pt>
                <c:pt idx="51903">
                  <c:v>58.98</c:v>
                </c:pt>
                <c:pt idx="51904">
                  <c:v>58.97</c:v>
                </c:pt>
                <c:pt idx="51905">
                  <c:v>55.98</c:v>
                </c:pt>
                <c:pt idx="51906">
                  <c:v>55.33</c:v>
                </c:pt>
                <c:pt idx="51907">
                  <c:v>62.98</c:v>
                </c:pt>
                <c:pt idx="51908">
                  <c:v>55.98</c:v>
                </c:pt>
                <c:pt idx="51909">
                  <c:v>93.94</c:v>
                </c:pt>
                <c:pt idx="51910">
                  <c:v>108.88</c:v>
                </c:pt>
                <c:pt idx="51911">
                  <c:v>57.96</c:v>
                </c:pt>
                <c:pt idx="51912">
                  <c:v>21.49</c:v>
                </c:pt>
                <c:pt idx="51913">
                  <c:v>13.99</c:v>
                </c:pt>
                <c:pt idx="51914">
                  <c:v>59.98</c:v>
                </c:pt>
                <c:pt idx="51915">
                  <c:v>50.13</c:v>
                </c:pt>
                <c:pt idx="51916">
                  <c:v>16.489999999999998</c:v>
                </c:pt>
                <c:pt idx="51917">
                  <c:v>148.47</c:v>
                </c:pt>
                <c:pt idx="51918">
                  <c:v>16.489999999999998</c:v>
                </c:pt>
                <c:pt idx="51919">
                  <c:v>77.97</c:v>
                </c:pt>
                <c:pt idx="51920">
                  <c:v>59.98</c:v>
                </c:pt>
                <c:pt idx="51921">
                  <c:v>82.95</c:v>
                </c:pt>
                <c:pt idx="51922">
                  <c:v>54.99</c:v>
                </c:pt>
                <c:pt idx="51923">
                  <c:v>51.98</c:v>
                </c:pt>
                <c:pt idx="51924">
                  <c:v>56.97</c:v>
                </c:pt>
                <c:pt idx="51925">
                  <c:v>19.489999999999998</c:v>
                </c:pt>
                <c:pt idx="51926">
                  <c:v>53.98</c:v>
                </c:pt>
                <c:pt idx="51927">
                  <c:v>12.29</c:v>
                </c:pt>
                <c:pt idx="51928">
                  <c:v>51.29</c:v>
                </c:pt>
                <c:pt idx="51929">
                  <c:v>83.97</c:v>
                </c:pt>
                <c:pt idx="51930">
                  <c:v>51.97</c:v>
                </c:pt>
                <c:pt idx="51931">
                  <c:v>66.37</c:v>
                </c:pt>
                <c:pt idx="51932">
                  <c:v>72.97</c:v>
                </c:pt>
                <c:pt idx="51933">
                  <c:v>70.98</c:v>
                </c:pt>
                <c:pt idx="51934">
                  <c:v>129.94999999999999</c:v>
                </c:pt>
                <c:pt idx="51935">
                  <c:v>99.98</c:v>
                </c:pt>
                <c:pt idx="51936">
                  <c:v>59.98</c:v>
                </c:pt>
                <c:pt idx="51937">
                  <c:v>44.72</c:v>
                </c:pt>
                <c:pt idx="51938">
                  <c:v>76.48</c:v>
                </c:pt>
                <c:pt idx="51939">
                  <c:v>61.98</c:v>
                </c:pt>
                <c:pt idx="51940">
                  <c:v>-1.3</c:v>
                </c:pt>
                <c:pt idx="51941">
                  <c:v>-1.3</c:v>
                </c:pt>
                <c:pt idx="51942">
                  <c:v>64.09</c:v>
                </c:pt>
                <c:pt idx="51943">
                  <c:v>84.99</c:v>
                </c:pt>
                <c:pt idx="51944">
                  <c:v>73.97</c:v>
                </c:pt>
                <c:pt idx="51945">
                  <c:v>81.96</c:v>
                </c:pt>
                <c:pt idx="51946">
                  <c:v>25.07</c:v>
                </c:pt>
                <c:pt idx="51947">
                  <c:v>92.97</c:v>
                </c:pt>
                <c:pt idx="51948">
                  <c:v>55.98</c:v>
                </c:pt>
                <c:pt idx="51949">
                  <c:v>32.880000000000003</c:v>
                </c:pt>
                <c:pt idx="51950">
                  <c:v>53.98</c:v>
                </c:pt>
                <c:pt idx="51951">
                  <c:v>51.98</c:v>
                </c:pt>
                <c:pt idx="51952">
                  <c:v>55.98</c:v>
                </c:pt>
                <c:pt idx="51953">
                  <c:v>297.88</c:v>
                </c:pt>
                <c:pt idx="51954">
                  <c:v>58.97</c:v>
                </c:pt>
                <c:pt idx="51955">
                  <c:v>83.94</c:v>
                </c:pt>
                <c:pt idx="51956">
                  <c:v>61.98</c:v>
                </c:pt>
                <c:pt idx="51957">
                  <c:v>21.07</c:v>
                </c:pt>
                <c:pt idx="51958">
                  <c:v>207.92</c:v>
                </c:pt>
                <c:pt idx="51959">
                  <c:v>86.97</c:v>
                </c:pt>
                <c:pt idx="51960">
                  <c:v>129.94999999999999</c:v>
                </c:pt>
                <c:pt idx="51961">
                  <c:v>51.29</c:v>
                </c:pt>
                <c:pt idx="51962">
                  <c:v>20.29</c:v>
                </c:pt>
                <c:pt idx="51963">
                  <c:v>69.989999999999995</c:v>
                </c:pt>
                <c:pt idx="51964">
                  <c:v>31.49</c:v>
                </c:pt>
                <c:pt idx="51965">
                  <c:v>77.97</c:v>
                </c:pt>
                <c:pt idx="51966">
                  <c:v>84.99</c:v>
                </c:pt>
                <c:pt idx="51967">
                  <c:v>110.95</c:v>
                </c:pt>
                <c:pt idx="51968">
                  <c:v>73.77</c:v>
                </c:pt>
                <c:pt idx="51969">
                  <c:v>15.29</c:v>
                </c:pt>
                <c:pt idx="51970">
                  <c:v>55.97</c:v>
                </c:pt>
                <c:pt idx="51971">
                  <c:v>79.97</c:v>
                </c:pt>
                <c:pt idx="51972">
                  <c:v>11.29</c:v>
                </c:pt>
                <c:pt idx="51973">
                  <c:v>68.97</c:v>
                </c:pt>
                <c:pt idx="51974">
                  <c:v>241.94</c:v>
                </c:pt>
                <c:pt idx="51975">
                  <c:v>49.59</c:v>
                </c:pt>
                <c:pt idx="51976">
                  <c:v>111.96</c:v>
                </c:pt>
                <c:pt idx="51977">
                  <c:v>61.98</c:v>
                </c:pt>
                <c:pt idx="51978">
                  <c:v>135.94</c:v>
                </c:pt>
                <c:pt idx="51979">
                  <c:v>157.94999999999999</c:v>
                </c:pt>
                <c:pt idx="51980">
                  <c:v>81.459999999999994</c:v>
                </c:pt>
                <c:pt idx="51981">
                  <c:v>215.92</c:v>
                </c:pt>
                <c:pt idx="51982">
                  <c:v>57.56</c:v>
                </c:pt>
                <c:pt idx="51983">
                  <c:v>20.55</c:v>
                </c:pt>
                <c:pt idx="51984">
                  <c:v>83.97</c:v>
                </c:pt>
                <c:pt idx="51985">
                  <c:v>32.49</c:v>
                </c:pt>
                <c:pt idx="51986">
                  <c:v>49.38</c:v>
                </c:pt>
                <c:pt idx="51987">
                  <c:v>61.98</c:v>
                </c:pt>
                <c:pt idx="51988">
                  <c:v>83.97</c:v>
                </c:pt>
                <c:pt idx="51989">
                  <c:v>79.97</c:v>
                </c:pt>
                <c:pt idx="51990">
                  <c:v>41.49</c:v>
                </c:pt>
                <c:pt idx="51991">
                  <c:v>57.48</c:v>
                </c:pt>
                <c:pt idx="51992">
                  <c:v>112.97</c:v>
                </c:pt>
                <c:pt idx="51993">
                  <c:v>71.98</c:v>
                </c:pt>
                <c:pt idx="51994">
                  <c:v>179.49</c:v>
                </c:pt>
                <c:pt idx="51995">
                  <c:v>79.98</c:v>
                </c:pt>
                <c:pt idx="51996">
                  <c:v>21.24</c:v>
                </c:pt>
                <c:pt idx="51997">
                  <c:v>105.96</c:v>
                </c:pt>
                <c:pt idx="51998">
                  <c:v>55.98</c:v>
                </c:pt>
                <c:pt idx="51999">
                  <c:v>22.24</c:v>
                </c:pt>
                <c:pt idx="52000">
                  <c:v>113.95</c:v>
                </c:pt>
                <c:pt idx="52001">
                  <c:v>71.97</c:v>
                </c:pt>
                <c:pt idx="52002">
                  <c:v>65.98</c:v>
                </c:pt>
                <c:pt idx="52003">
                  <c:v>99.99</c:v>
                </c:pt>
                <c:pt idx="52004">
                  <c:v>79.459999999999994</c:v>
                </c:pt>
                <c:pt idx="52005">
                  <c:v>79.989999999999995</c:v>
                </c:pt>
                <c:pt idx="52006">
                  <c:v>27.94</c:v>
                </c:pt>
                <c:pt idx="52007">
                  <c:v>139.94999999999999</c:v>
                </c:pt>
                <c:pt idx="52008">
                  <c:v>120.96</c:v>
                </c:pt>
                <c:pt idx="52009">
                  <c:v>145.97</c:v>
                </c:pt>
                <c:pt idx="52010">
                  <c:v>53.96</c:v>
                </c:pt>
                <c:pt idx="52011">
                  <c:v>48.58</c:v>
                </c:pt>
                <c:pt idx="52012">
                  <c:v>62.97</c:v>
                </c:pt>
                <c:pt idx="52013">
                  <c:v>53.97</c:v>
                </c:pt>
                <c:pt idx="52014">
                  <c:v>65.989999999999995</c:v>
                </c:pt>
                <c:pt idx="52015">
                  <c:v>56.92</c:v>
                </c:pt>
                <c:pt idx="52016">
                  <c:v>119.96</c:v>
                </c:pt>
                <c:pt idx="52017">
                  <c:v>63.97</c:v>
                </c:pt>
                <c:pt idx="52018">
                  <c:v>79.98</c:v>
                </c:pt>
                <c:pt idx="52019">
                  <c:v>29.99</c:v>
                </c:pt>
                <c:pt idx="52020">
                  <c:v>31.48</c:v>
                </c:pt>
                <c:pt idx="52021">
                  <c:v>11.48</c:v>
                </c:pt>
                <c:pt idx="52022">
                  <c:v>81.96</c:v>
                </c:pt>
                <c:pt idx="52023">
                  <c:v>61.98</c:v>
                </c:pt>
                <c:pt idx="52024">
                  <c:v>15.46</c:v>
                </c:pt>
                <c:pt idx="52025">
                  <c:v>54.98</c:v>
                </c:pt>
                <c:pt idx="52026">
                  <c:v>54.99</c:v>
                </c:pt>
                <c:pt idx="52027">
                  <c:v>51.98</c:v>
                </c:pt>
                <c:pt idx="52028">
                  <c:v>110.96</c:v>
                </c:pt>
                <c:pt idx="52029">
                  <c:v>49.48</c:v>
                </c:pt>
                <c:pt idx="52030">
                  <c:v>251.49</c:v>
                </c:pt>
                <c:pt idx="52031">
                  <c:v>25.29</c:v>
                </c:pt>
                <c:pt idx="52032">
                  <c:v>17.489999999999998</c:v>
                </c:pt>
                <c:pt idx="52033">
                  <c:v>92.97</c:v>
                </c:pt>
                <c:pt idx="52034">
                  <c:v>88.35</c:v>
                </c:pt>
                <c:pt idx="52035">
                  <c:v>58.46</c:v>
                </c:pt>
                <c:pt idx="52036">
                  <c:v>61.98</c:v>
                </c:pt>
                <c:pt idx="52037">
                  <c:v>54.98</c:v>
                </c:pt>
                <c:pt idx="52038">
                  <c:v>463.82</c:v>
                </c:pt>
                <c:pt idx="52039">
                  <c:v>88.97</c:v>
                </c:pt>
                <c:pt idx="52040">
                  <c:v>463.03</c:v>
                </c:pt>
                <c:pt idx="52041">
                  <c:v>88.29</c:v>
                </c:pt>
                <c:pt idx="52042">
                  <c:v>32.49</c:v>
                </c:pt>
                <c:pt idx="52043">
                  <c:v>183.92</c:v>
                </c:pt>
                <c:pt idx="52044">
                  <c:v>139.94999999999999</c:v>
                </c:pt>
                <c:pt idx="52045">
                  <c:v>133.05000000000001</c:v>
                </c:pt>
                <c:pt idx="52046">
                  <c:v>55.98</c:v>
                </c:pt>
                <c:pt idx="52047">
                  <c:v>55.97</c:v>
                </c:pt>
                <c:pt idx="52048">
                  <c:v>68.989999999999995</c:v>
                </c:pt>
                <c:pt idx="52049">
                  <c:v>82.21</c:v>
                </c:pt>
                <c:pt idx="52050">
                  <c:v>131.97999999999999</c:v>
                </c:pt>
                <c:pt idx="52051">
                  <c:v>119.96</c:v>
                </c:pt>
                <c:pt idx="52052">
                  <c:v>79.959999999999994</c:v>
                </c:pt>
                <c:pt idx="52053">
                  <c:v>31.48</c:v>
                </c:pt>
                <c:pt idx="52054">
                  <c:v>88.95</c:v>
                </c:pt>
                <c:pt idx="52055">
                  <c:v>84.98</c:v>
                </c:pt>
                <c:pt idx="52056">
                  <c:v>75.98</c:v>
                </c:pt>
                <c:pt idx="52057">
                  <c:v>79.98</c:v>
                </c:pt>
                <c:pt idx="52058">
                  <c:v>69.98</c:v>
                </c:pt>
                <c:pt idx="52059">
                  <c:v>137.46</c:v>
                </c:pt>
                <c:pt idx="52060">
                  <c:v>53.98</c:v>
                </c:pt>
                <c:pt idx="52061">
                  <c:v>55.98</c:v>
                </c:pt>
                <c:pt idx="52062">
                  <c:v>67.540000000000006</c:v>
                </c:pt>
                <c:pt idx="52063">
                  <c:v>60.98</c:v>
                </c:pt>
                <c:pt idx="52064">
                  <c:v>61.98</c:v>
                </c:pt>
                <c:pt idx="52065">
                  <c:v>54.97</c:v>
                </c:pt>
                <c:pt idx="52066">
                  <c:v>32.49</c:v>
                </c:pt>
                <c:pt idx="52067">
                  <c:v>17.489999999999998</c:v>
                </c:pt>
                <c:pt idx="52068">
                  <c:v>92.97</c:v>
                </c:pt>
                <c:pt idx="52069">
                  <c:v>123.96</c:v>
                </c:pt>
                <c:pt idx="52070">
                  <c:v>89.97</c:v>
                </c:pt>
                <c:pt idx="52071">
                  <c:v>123.96</c:v>
                </c:pt>
                <c:pt idx="52072">
                  <c:v>58.57</c:v>
                </c:pt>
                <c:pt idx="52073">
                  <c:v>50.97</c:v>
                </c:pt>
                <c:pt idx="52074">
                  <c:v>79.98</c:v>
                </c:pt>
                <c:pt idx="52075">
                  <c:v>136.75</c:v>
                </c:pt>
                <c:pt idx="52076">
                  <c:v>69.989999999999995</c:v>
                </c:pt>
                <c:pt idx="52077">
                  <c:v>55.98</c:v>
                </c:pt>
                <c:pt idx="52078">
                  <c:v>60.98</c:v>
                </c:pt>
                <c:pt idx="52079">
                  <c:v>12.29</c:v>
                </c:pt>
                <c:pt idx="52080">
                  <c:v>37.479999999999997</c:v>
                </c:pt>
                <c:pt idx="52081">
                  <c:v>131.97999999999999</c:v>
                </c:pt>
                <c:pt idx="52082">
                  <c:v>95.54</c:v>
                </c:pt>
                <c:pt idx="52083">
                  <c:v>76.48</c:v>
                </c:pt>
                <c:pt idx="52084">
                  <c:v>53.58</c:v>
                </c:pt>
                <c:pt idx="52085">
                  <c:v>66.5</c:v>
                </c:pt>
                <c:pt idx="52086">
                  <c:v>123.96</c:v>
                </c:pt>
                <c:pt idx="52087">
                  <c:v>59.97</c:v>
                </c:pt>
                <c:pt idx="52088">
                  <c:v>116.14</c:v>
                </c:pt>
                <c:pt idx="52089">
                  <c:v>21.49</c:v>
                </c:pt>
                <c:pt idx="52090">
                  <c:v>61.98</c:v>
                </c:pt>
                <c:pt idx="52091">
                  <c:v>53.98</c:v>
                </c:pt>
                <c:pt idx="52092">
                  <c:v>27.49</c:v>
                </c:pt>
                <c:pt idx="52093">
                  <c:v>51.98</c:v>
                </c:pt>
                <c:pt idx="52094">
                  <c:v>65.98</c:v>
                </c:pt>
                <c:pt idx="52095">
                  <c:v>114.96</c:v>
                </c:pt>
                <c:pt idx="52096">
                  <c:v>93.96</c:v>
                </c:pt>
                <c:pt idx="52097">
                  <c:v>119.97</c:v>
                </c:pt>
                <c:pt idx="52098">
                  <c:v>83.97</c:v>
                </c:pt>
                <c:pt idx="52099">
                  <c:v>127.76</c:v>
                </c:pt>
                <c:pt idx="52100">
                  <c:v>86.28</c:v>
                </c:pt>
                <c:pt idx="52101">
                  <c:v>239.54</c:v>
                </c:pt>
                <c:pt idx="52102">
                  <c:v>55.98</c:v>
                </c:pt>
                <c:pt idx="52103">
                  <c:v>139.47</c:v>
                </c:pt>
                <c:pt idx="52104">
                  <c:v>110.12</c:v>
                </c:pt>
                <c:pt idx="52105">
                  <c:v>65.959999999999994</c:v>
                </c:pt>
                <c:pt idx="52106">
                  <c:v>61.98</c:v>
                </c:pt>
                <c:pt idx="52107">
                  <c:v>194.94</c:v>
                </c:pt>
                <c:pt idx="52108">
                  <c:v>237.08</c:v>
                </c:pt>
                <c:pt idx="52109">
                  <c:v>32.49</c:v>
                </c:pt>
                <c:pt idx="52110">
                  <c:v>11.49</c:v>
                </c:pt>
                <c:pt idx="52111">
                  <c:v>59.98</c:v>
                </c:pt>
                <c:pt idx="52112">
                  <c:v>75</c:v>
                </c:pt>
                <c:pt idx="52113">
                  <c:v>108.88</c:v>
                </c:pt>
                <c:pt idx="52114">
                  <c:v>53.97</c:v>
                </c:pt>
                <c:pt idx="52115">
                  <c:v>14.5</c:v>
                </c:pt>
                <c:pt idx="52116">
                  <c:v>134.97</c:v>
                </c:pt>
                <c:pt idx="52117">
                  <c:v>8.2899999999999991</c:v>
                </c:pt>
                <c:pt idx="52118">
                  <c:v>47.28</c:v>
                </c:pt>
                <c:pt idx="52119">
                  <c:v>59.96</c:v>
                </c:pt>
                <c:pt idx="52120">
                  <c:v>129.94999999999999</c:v>
                </c:pt>
                <c:pt idx="52121">
                  <c:v>67.47</c:v>
                </c:pt>
                <c:pt idx="52122">
                  <c:v>66.53</c:v>
                </c:pt>
                <c:pt idx="52123">
                  <c:v>96.78</c:v>
                </c:pt>
                <c:pt idx="52124">
                  <c:v>16.29</c:v>
                </c:pt>
                <c:pt idx="52125">
                  <c:v>-5.74</c:v>
                </c:pt>
                <c:pt idx="52126">
                  <c:v>309.83999999999997</c:v>
                </c:pt>
                <c:pt idx="52127">
                  <c:v>21.48</c:v>
                </c:pt>
                <c:pt idx="52128">
                  <c:v>69.989999999999995</c:v>
                </c:pt>
                <c:pt idx="52129">
                  <c:v>74.959999999999994</c:v>
                </c:pt>
                <c:pt idx="52130">
                  <c:v>17.489999999999998</c:v>
                </c:pt>
                <c:pt idx="52131">
                  <c:v>46.09</c:v>
                </c:pt>
                <c:pt idx="52132">
                  <c:v>29.91</c:v>
                </c:pt>
                <c:pt idx="52133">
                  <c:v>99.96</c:v>
                </c:pt>
                <c:pt idx="52134">
                  <c:v>75.959999999999994</c:v>
                </c:pt>
                <c:pt idx="52135">
                  <c:v>140.32</c:v>
                </c:pt>
                <c:pt idx="52136">
                  <c:v>85.96</c:v>
                </c:pt>
                <c:pt idx="52137">
                  <c:v>38.68</c:v>
                </c:pt>
                <c:pt idx="52138">
                  <c:v>32.49</c:v>
                </c:pt>
                <c:pt idx="52139">
                  <c:v>60.98</c:v>
                </c:pt>
                <c:pt idx="52140">
                  <c:v>55.98</c:v>
                </c:pt>
                <c:pt idx="52141">
                  <c:v>174.05</c:v>
                </c:pt>
                <c:pt idx="52142">
                  <c:v>34.28</c:v>
                </c:pt>
                <c:pt idx="52143">
                  <c:v>72.97</c:v>
                </c:pt>
                <c:pt idx="52144">
                  <c:v>55.97</c:v>
                </c:pt>
                <c:pt idx="52145">
                  <c:v>26.69</c:v>
                </c:pt>
                <c:pt idx="52146">
                  <c:v>65.989999999999995</c:v>
                </c:pt>
                <c:pt idx="52147">
                  <c:v>10.29</c:v>
                </c:pt>
                <c:pt idx="52148">
                  <c:v>47.28</c:v>
                </c:pt>
                <c:pt idx="52149">
                  <c:v>104.95</c:v>
                </c:pt>
                <c:pt idx="52150">
                  <c:v>55.39</c:v>
                </c:pt>
                <c:pt idx="52151">
                  <c:v>61.98</c:v>
                </c:pt>
                <c:pt idx="52152">
                  <c:v>155.94</c:v>
                </c:pt>
                <c:pt idx="52153">
                  <c:v>69.95</c:v>
                </c:pt>
                <c:pt idx="52154">
                  <c:v>15.49</c:v>
                </c:pt>
                <c:pt idx="52155">
                  <c:v>24.49</c:v>
                </c:pt>
                <c:pt idx="52156">
                  <c:v>34.29</c:v>
                </c:pt>
                <c:pt idx="52157">
                  <c:v>84.99</c:v>
                </c:pt>
                <c:pt idx="52158">
                  <c:v>70.959999999999994</c:v>
                </c:pt>
                <c:pt idx="52159">
                  <c:v>16.29</c:v>
                </c:pt>
                <c:pt idx="52160">
                  <c:v>111.96</c:v>
                </c:pt>
                <c:pt idx="52161">
                  <c:v>167.93</c:v>
                </c:pt>
                <c:pt idx="52162">
                  <c:v>29.49</c:v>
                </c:pt>
                <c:pt idx="52163">
                  <c:v>76.98</c:v>
                </c:pt>
                <c:pt idx="52164">
                  <c:v>51.98</c:v>
                </c:pt>
                <c:pt idx="52165">
                  <c:v>56.97</c:v>
                </c:pt>
                <c:pt idx="52166">
                  <c:v>101.95</c:v>
                </c:pt>
                <c:pt idx="52167">
                  <c:v>54.98</c:v>
                </c:pt>
                <c:pt idx="52168">
                  <c:v>51.96</c:v>
                </c:pt>
                <c:pt idx="52169">
                  <c:v>74.98</c:v>
                </c:pt>
                <c:pt idx="52170">
                  <c:v>55.98</c:v>
                </c:pt>
                <c:pt idx="52171">
                  <c:v>119.96</c:v>
                </c:pt>
                <c:pt idx="52172">
                  <c:v>82.26</c:v>
                </c:pt>
                <c:pt idx="52173">
                  <c:v>55.97</c:v>
                </c:pt>
                <c:pt idx="52174">
                  <c:v>124.97</c:v>
                </c:pt>
                <c:pt idx="52175">
                  <c:v>61.98</c:v>
                </c:pt>
                <c:pt idx="52176">
                  <c:v>32.49</c:v>
                </c:pt>
                <c:pt idx="52177">
                  <c:v>91.98</c:v>
                </c:pt>
                <c:pt idx="52178">
                  <c:v>19.48</c:v>
                </c:pt>
                <c:pt idx="52179">
                  <c:v>61.69</c:v>
                </c:pt>
                <c:pt idx="52180">
                  <c:v>55.78</c:v>
                </c:pt>
                <c:pt idx="52181">
                  <c:v>89.97</c:v>
                </c:pt>
                <c:pt idx="52182">
                  <c:v>55.98</c:v>
                </c:pt>
                <c:pt idx="52183">
                  <c:v>65.989999999999995</c:v>
                </c:pt>
                <c:pt idx="52184">
                  <c:v>48.48</c:v>
                </c:pt>
                <c:pt idx="52185">
                  <c:v>88.77</c:v>
                </c:pt>
                <c:pt idx="52186">
                  <c:v>195.95</c:v>
                </c:pt>
                <c:pt idx="52187">
                  <c:v>53.98</c:v>
                </c:pt>
                <c:pt idx="52188">
                  <c:v>32.49</c:v>
                </c:pt>
                <c:pt idx="52189">
                  <c:v>119.98</c:v>
                </c:pt>
                <c:pt idx="52190">
                  <c:v>56.7</c:v>
                </c:pt>
                <c:pt idx="52191">
                  <c:v>102.96</c:v>
                </c:pt>
                <c:pt idx="52192">
                  <c:v>89.98</c:v>
                </c:pt>
                <c:pt idx="52193">
                  <c:v>71.97</c:v>
                </c:pt>
                <c:pt idx="52194">
                  <c:v>61.96</c:v>
                </c:pt>
                <c:pt idx="52195">
                  <c:v>49.99</c:v>
                </c:pt>
                <c:pt idx="52196">
                  <c:v>139.94999999999999</c:v>
                </c:pt>
                <c:pt idx="52197">
                  <c:v>143.72</c:v>
                </c:pt>
                <c:pt idx="52198">
                  <c:v>115.14</c:v>
                </c:pt>
                <c:pt idx="52199">
                  <c:v>55.97</c:v>
                </c:pt>
                <c:pt idx="52200">
                  <c:v>31.48</c:v>
                </c:pt>
                <c:pt idx="52201">
                  <c:v>79.989999999999995</c:v>
                </c:pt>
                <c:pt idx="52202">
                  <c:v>59.96</c:v>
                </c:pt>
                <c:pt idx="52203">
                  <c:v>24.29</c:v>
                </c:pt>
                <c:pt idx="52204">
                  <c:v>63.98</c:v>
                </c:pt>
                <c:pt idx="52205">
                  <c:v>37.270000000000003</c:v>
                </c:pt>
                <c:pt idx="52206">
                  <c:v>65.989999999999995</c:v>
                </c:pt>
                <c:pt idx="52207">
                  <c:v>-50.47</c:v>
                </c:pt>
                <c:pt idx="52208">
                  <c:v>111.96</c:v>
                </c:pt>
                <c:pt idx="52209">
                  <c:v>27.49</c:v>
                </c:pt>
                <c:pt idx="52210">
                  <c:v>53.98</c:v>
                </c:pt>
                <c:pt idx="52211">
                  <c:v>149.05000000000001</c:v>
                </c:pt>
                <c:pt idx="52212">
                  <c:v>107.96</c:v>
                </c:pt>
                <c:pt idx="52213">
                  <c:v>99.95</c:v>
                </c:pt>
                <c:pt idx="52214">
                  <c:v>50.97</c:v>
                </c:pt>
                <c:pt idx="52215">
                  <c:v>135.94999999999999</c:v>
                </c:pt>
                <c:pt idx="52216">
                  <c:v>41.29</c:v>
                </c:pt>
                <c:pt idx="52217">
                  <c:v>59.98</c:v>
                </c:pt>
                <c:pt idx="52218">
                  <c:v>72.55</c:v>
                </c:pt>
                <c:pt idx="52219">
                  <c:v>57.98</c:v>
                </c:pt>
                <c:pt idx="52220">
                  <c:v>161.94</c:v>
                </c:pt>
                <c:pt idx="52221">
                  <c:v>79.849999999999994</c:v>
                </c:pt>
                <c:pt idx="52222">
                  <c:v>24.98</c:v>
                </c:pt>
                <c:pt idx="52223">
                  <c:v>61.98</c:v>
                </c:pt>
                <c:pt idx="52224">
                  <c:v>80.97</c:v>
                </c:pt>
                <c:pt idx="52225">
                  <c:v>16.29</c:v>
                </c:pt>
                <c:pt idx="52226">
                  <c:v>78.97</c:v>
                </c:pt>
                <c:pt idx="52227">
                  <c:v>37.47</c:v>
                </c:pt>
                <c:pt idx="52228">
                  <c:v>25.39</c:v>
                </c:pt>
                <c:pt idx="52229">
                  <c:v>84.99</c:v>
                </c:pt>
                <c:pt idx="52230">
                  <c:v>55.98</c:v>
                </c:pt>
                <c:pt idx="52231">
                  <c:v>41.49</c:v>
                </c:pt>
                <c:pt idx="52232">
                  <c:v>58.98</c:v>
                </c:pt>
                <c:pt idx="52233">
                  <c:v>10.49</c:v>
                </c:pt>
                <c:pt idx="52234">
                  <c:v>25.49</c:v>
                </c:pt>
                <c:pt idx="52235">
                  <c:v>203.21</c:v>
                </c:pt>
                <c:pt idx="52236">
                  <c:v>65.989999999999995</c:v>
                </c:pt>
                <c:pt idx="52237">
                  <c:v>65.989999999999995</c:v>
                </c:pt>
                <c:pt idx="52238">
                  <c:v>18.11</c:v>
                </c:pt>
                <c:pt idx="52239">
                  <c:v>9.99</c:v>
                </c:pt>
                <c:pt idx="52240">
                  <c:v>-61.98</c:v>
                </c:pt>
                <c:pt idx="52241">
                  <c:v>78.97</c:v>
                </c:pt>
                <c:pt idx="52242">
                  <c:v>54.98</c:v>
                </c:pt>
                <c:pt idx="52243">
                  <c:v>112.96</c:v>
                </c:pt>
                <c:pt idx="52244">
                  <c:v>83.96</c:v>
                </c:pt>
                <c:pt idx="52245">
                  <c:v>40.49</c:v>
                </c:pt>
                <c:pt idx="52246">
                  <c:v>64.98</c:v>
                </c:pt>
                <c:pt idx="52247">
                  <c:v>131.97999999999999</c:v>
                </c:pt>
                <c:pt idx="52248">
                  <c:v>107.96</c:v>
                </c:pt>
                <c:pt idx="52249">
                  <c:v>199.96</c:v>
                </c:pt>
                <c:pt idx="52250">
                  <c:v>84.99</c:v>
                </c:pt>
                <c:pt idx="52251">
                  <c:v>41.28</c:v>
                </c:pt>
                <c:pt idx="52252">
                  <c:v>76.47</c:v>
                </c:pt>
                <c:pt idx="52253">
                  <c:v>63.97</c:v>
                </c:pt>
                <c:pt idx="52254">
                  <c:v>139.94999999999999</c:v>
                </c:pt>
                <c:pt idx="52255">
                  <c:v>149.94999999999999</c:v>
                </c:pt>
                <c:pt idx="52256">
                  <c:v>50.74</c:v>
                </c:pt>
                <c:pt idx="52257">
                  <c:v>51.98</c:v>
                </c:pt>
                <c:pt idx="52258">
                  <c:v>178.9</c:v>
                </c:pt>
                <c:pt idx="52259">
                  <c:v>80.680000000000007</c:v>
                </c:pt>
                <c:pt idx="52260">
                  <c:v>166.96</c:v>
                </c:pt>
                <c:pt idx="52261">
                  <c:v>50.38</c:v>
                </c:pt>
                <c:pt idx="52262">
                  <c:v>70.16</c:v>
                </c:pt>
                <c:pt idx="52263">
                  <c:v>64.06</c:v>
                </c:pt>
                <c:pt idx="52264">
                  <c:v>56.38</c:v>
                </c:pt>
                <c:pt idx="52265">
                  <c:v>197.97</c:v>
                </c:pt>
                <c:pt idx="52266">
                  <c:v>51.76</c:v>
                </c:pt>
                <c:pt idx="52267">
                  <c:v>55.98</c:v>
                </c:pt>
                <c:pt idx="52268">
                  <c:v>61.98</c:v>
                </c:pt>
                <c:pt idx="52269">
                  <c:v>52.97</c:v>
                </c:pt>
                <c:pt idx="52270">
                  <c:v>55.98</c:v>
                </c:pt>
                <c:pt idx="52271">
                  <c:v>79.989999999999995</c:v>
                </c:pt>
                <c:pt idx="52272">
                  <c:v>51.98</c:v>
                </c:pt>
                <c:pt idx="52273">
                  <c:v>86.97</c:v>
                </c:pt>
                <c:pt idx="52274">
                  <c:v>107.96</c:v>
                </c:pt>
                <c:pt idx="52275">
                  <c:v>100.96</c:v>
                </c:pt>
                <c:pt idx="52276">
                  <c:v>114.95</c:v>
                </c:pt>
                <c:pt idx="52277">
                  <c:v>70.98</c:v>
                </c:pt>
                <c:pt idx="52278">
                  <c:v>34.479999999999997</c:v>
                </c:pt>
                <c:pt idx="52279">
                  <c:v>95.96</c:v>
                </c:pt>
                <c:pt idx="52280">
                  <c:v>149.43</c:v>
                </c:pt>
                <c:pt idx="52281">
                  <c:v>44.94</c:v>
                </c:pt>
                <c:pt idx="52282">
                  <c:v>230.96</c:v>
                </c:pt>
                <c:pt idx="52283">
                  <c:v>59.98</c:v>
                </c:pt>
                <c:pt idx="52284">
                  <c:v>87.98</c:v>
                </c:pt>
                <c:pt idx="52285">
                  <c:v>198.17</c:v>
                </c:pt>
                <c:pt idx="52286">
                  <c:v>55.98</c:v>
                </c:pt>
                <c:pt idx="52287">
                  <c:v>52.48</c:v>
                </c:pt>
                <c:pt idx="52288">
                  <c:v>77.97</c:v>
                </c:pt>
                <c:pt idx="52289">
                  <c:v>44.29</c:v>
                </c:pt>
                <c:pt idx="52290">
                  <c:v>75</c:v>
                </c:pt>
                <c:pt idx="52291">
                  <c:v>121.96</c:v>
                </c:pt>
                <c:pt idx="52292">
                  <c:v>61.98</c:v>
                </c:pt>
                <c:pt idx="52293">
                  <c:v>135.93</c:v>
                </c:pt>
                <c:pt idx="52294">
                  <c:v>105.46</c:v>
                </c:pt>
                <c:pt idx="52295">
                  <c:v>239.92</c:v>
                </c:pt>
                <c:pt idx="52296">
                  <c:v>33.479999999999997</c:v>
                </c:pt>
                <c:pt idx="52297">
                  <c:v>10.09</c:v>
                </c:pt>
                <c:pt idx="52298">
                  <c:v>96.78</c:v>
                </c:pt>
                <c:pt idx="52299">
                  <c:v>46.27</c:v>
                </c:pt>
                <c:pt idx="52300">
                  <c:v>55.52</c:v>
                </c:pt>
                <c:pt idx="52301">
                  <c:v>255.73</c:v>
                </c:pt>
                <c:pt idx="52302">
                  <c:v>61.98</c:v>
                </c:pt>
                <c:pt idx="52303">
                  <c:v>113.96</c:v>
                </c:pt>
                <c:pt idx="52304">
                  <c:v>68.97</c:v>
                </c:pt>
                <c:pt idx="52305">
                  <c:v>106.95</c:v>
                </c:pt>
                <c:pt idx="52306">
                  <c:v>25.28</c:v>
                </c:pt>
                <c:pt idx="52307">
                  <c:v>61.96</c:v>
                </c:pt>
                <c:pt idx="52308">
                  <c:v>84.97</c:v>
                </c:pt>
                <c:pt idx="52309">
                  <c:v>299.89999999999998</c:v>
                </c:pt>
                <c:pt idx="52310">
                  <c:v>76.47</c:v>
                </c:pt>
                <c:pt idx="52311">
                  <c:v>55.97</c:v>
                </c:pt>
                <c:pt idx="52312">
                  <c:v>61.98</c:v>
                </c:pt>
                <c:pt idx="52313">
                  <c:v>58.98</c:v>
                </c:pt>
                <c:pt idx="52314">
                  <c:v>88.37</c:v>
                </c:pt>
                <c:pt idx="52315">
                  <c:v>102.97</c:v>
                </c:pt>
                <c:pt idx="52316">
                  <c:v>47.68</c:v>
                </c:pt>
                <c:pt idx="52317">
                  <c:v>72.59</c:v>
                </c:pt>
                <c:pt idx="52318">
                  <c:v>86.97</c:v>
                </c:pt>
                <c:pt idx="52319">
                  <c:v>123.96</c:v>
                </c:pt>
                <c:pt idx="52320">
                  <c:v>143.91999999999999</c:v>
                </c:pt>
                <c:pt idx="52321">
                  <c:v>59.96</c:v>
                </c:pt>
                <c:pt idx="52322">
                  <c:v>55.39</c:v>
                </c:pt>
                <c:pt idx="52323">
                  <c:v>65.290000000000006</c:v>
                </c:pt>
                <c:pt idx="52324">
                  <c:v>8.49</c:v>
                </c:pt>
                <c:pt idx="52325">
                  <c:v>71.37</c:v>
                </c:pt>
                <c:pt idx="52326">
                  <c:v>83.97</c:v>
                </c:pt>
                <c:pt idx="52327">
                  <c:v>223.92</c:v>
                </c:pt>
                <c:pt idx="52328">
                  <c:v>61.98</c:v>
                </c:pt>
                <c:pt idx="52329">
                  <c:v>109.96</c:v>
                </c:pt>
                <c:pt idx="52330">
                  <c:v>84.65</c:v>
                </c:pt>
                <c:pt idx="52331">
                  <c:v>57.98</c:v>
                </c:pt>
                <c:pt idx="52332">
                  <c:v>27.49</c:v>
                </c:pt>
                <c:pt idx="52333">
                  <c:v>159.69999999999999</c:v>
                </c:pt>
                <c:pt idx="52334">
                  <c:v>119.96</c:v>
                </c:pt>
                <c:pt idx="52335">
                  <c:v>108.62</c:v>
                </c:pt>
                <c:pt idx="52336">
                  <c:v>34.479999999999997</c:v>
                </c:pt>
                <c:pt idx="52337">
                  <c:v>61.98</c:v>
                </c:pt>
                <c:pt idx="52338">
                  <c:v>44.28</c:v>
                </c:pt>
                <c:pt idx="52339">
                  <c:v>61.98</c:v>
                </c:pt>
                <c:pt idx="52340">
                  <c:v>44.99</c:v>
                </c:pt>
                <c:pt idx="52341">
                  <c:v>51.96</c:v>
                </c:pt>
                <c:pt idx="52342">
                  <c:v>249.93</c:v>
                </c:pt>
                <c:pt idx="52343">
                  <c:v>129.97</c:v>
                </c:pt>
                <c:pt idx="52344">
                  <c:v>114.96</c:v>
                </c:pt>
                <c:pt idx="52345">
                  <c:v>109.97</c:v>
                </c:pt>
                <c:pt idx="52346">
                  <c:v>233.91</c:v>
                </c:pt>
                <c:pt idx="52347">
                  <c:v>97.97</c:v>
                </c:pt>
                <c:pt idx="52348">
                  <c:v>91.47</c:v>
                </c:pt>
                <c:pt idx="52349">
                  <c:v>55.98</c:v>
                </c:pt>
                <c:pt idx="52350">
                  <c:v>84.98</c:v>
                </c:pt>
                <c:pt idx="52351">
                  <c:v>131.97999999999999</c:v>
                </c:pt>
                <c:pt idx="52352">
                  <c:v>25.98</c:v>
                </c:pt>
                <c:pt idx="52353">
                  <c:v>98.58</c:v>
                </c:pt>
                <c:pt idx="52354">
                  <c:v>56.96</c:v>
                </c:pt>
                <c:pt idx="52355">
                  <c:v>24.94</c:v>
                </c:pt>
                <c:pt idx="52356">
                  <c:v>164.96</c:v>
                </c:pt>
                <c:pt idx="52357">
                  <c:v>68.97</c:v>
                </c:pt>
                <c:pt idx="52358">
                  <c:v>111.96</c:v>
                </c:pt>
                <c:pt idx="52359">
                  <c:v>64.48</c:v>
                </c:pt>
                <c:pt idx="52360">
                  <c:v>141.94999999999999</c:v>
                </c:pt>
                <c:pt idx="52361">
                  <c:v>107.96</c:v>
                </c:pt>
                <c:pt idx="52362">
                  <c:v>91.91</c:v>
                </c:pt>
                <c:pt idx="52363">
                  <c:v>69.98</c:v>
                </c:pt>
                <c:pt idx="52364">
                  <c:v>59.24</c:v>
                </c:pt>
                <c:pt idx="52365">
                  <c:v>59.99</c:v>
                </c:pt>
                <c:pt idx="52366">
                  <c:v>20.29</c:v>
                </c:pt>
                <c:pt idx="52367">
                  <c:v>59.98</c:v>
                </c:pt>
                <c:pt idx="52368">
                  <c:v>94.95</c:v>
                </c:pt>
                <c:pt idx="52369">
                  <c:v>54.99</c:v>
                </c:pt>
                <c:pt idx="52370">
                  <c:v>54.98</c:v>
                </c:pt>
                <c:pt idx="52371">
                  <c:v>83.97</c:v>
                </c:pt>
                <c:pt idx="52372">
                  <c:v>87.07</c:v>
                </c:pt>
                <c:pt idx="52373">
                  <c:v>54.99</c:v>
                </c:pt>
                <c:pt idx="52374">
                  <c:v>84.99</c:v>
                </c:pt>
                <c:pt idx="52375">
                  <c:v>25.49</c:v>
                </c:pt>
                <c:pt idx="52376">
                  <c:v>36.28</c:v>
                </c:pt>
                <c:pt idx="52377">
                  <c:v>59.98</c:v>
                </c:pt>
                <c:pt idx="52378">
                  <c:v>55.98</c:v>
                </c:pt>
                <c:pt idx="52379">
                  <c:v>55.98</c:v>
                </c:pt>
                <c:pt idx="52380">
                  <c:v>71.92</c:v>
                </c:pt>
                <c:pt idx="52381">
                  <c:v>55.98</c:v>
                </c:pt>
                <c:pt idx="52382">
                  <c:v>79.98</c:v>
                </c:pt>
                <c:pt idx="52383">
                  <c:v>49.99</c:v>
                </c:pt>
                <c:pt idx="52384">
                  <c:v>-29.49</c:v>
                </c:pt>
                <c:pt idx="52385">
                  <c:v>-54.99</c:v>
                </c:pt>
                <c:pt idx="52386">
                  <c:v>11.49</c:v>
                </c:pt>
                <c:pt idx="52387">
                  <c:v>53.46</c:v>
                </c:pt>
                <c:pt idx="52388">
                  <c:v>101.21</c:v>
                </c:pt>
                <c:pt idx="52389">
                  <c:v>20.48</c:v>
                </c:pt>
                <c:pt idx="52390">
                  <c:v>84.99</c:v>
                </c:pt>
                <c:pt idx="52391">
                  <c:v>34.99</c:v>
                </c:pt>
                <c:pt idx="52392">
                  <c:v>207.92</c:v>
                </c:pt>
                <c:pt idx="52393">
                  <c:v>84.99</c:v>
                </c:pt>
                <c:pt idx="52394">
                  <c:v>94.97</c:v>
                </c:pt>
                <c:pt idx="52395">
                  <c:v>273.14</c:v>
                </c:pt>
                <c:pt idx="52396">
                  <c:v>57.98</c:v>
                </c:pt>
                <c:pt idx="52397">
                  <c:v>69.989999999999995</c:v>
                </c:pt>
                <c:pt idx="52398">
                  <c:v>125.96</c:v>
                </c:pt>
                <c:pt idx="52399">
                  <c:v>174.54</c:v>
                </c:pt>
                <c:pt idx="52400">
                  <c:v>55.97</c:v>
                </c:pt>
                <c:pt idx="52401">
                  <c:v>68.989999999999995</c:v>
                </c:pt>
                <c:pt idx="52402">
                  <c:v>59.98</c:v>
                </c:pt>
                <c:pt idx="52403">
                  <c:v>34.86</c:v>
                </c:pt>
                <c:pt idx="52404">
                  <c:v>82.97</c:v>
                </c:pt>
                <c:pt idx="52405">
                  <c:v>68.37</c:v>
                </c:pt>
                <c:pt idx="52406">
                  <c:v>13.49</c:v>
                </c:pt>
                <c:pt idx="52407">
                  <c:v>54.21</c:v>
                </c:pt>
                <c:pt idx="52408">
                  <c:v>115.98</c:v>
                </c:pt>
                <c:pt idx="52409">
                  <c:v>50.72</c:v>
                </c:pt>
                <c:pt idx="52410">
                  <c:v>44.49</c:v>
                </c:pt>
                <c:pt idx="52411">
                  <c:v>6.49</c:v>
                </c:pt>
                <c:pt idx="52412">
                  <c:v>49.98</c:v>
                </c:pt>
                <c:pt idx="52413">
                  <c:v>50.97</c:v>
                </c:pt>
                <c:pt idx="52414">
                  <c:v>62.97</c:v>
                </c:pt>
                <c:pt idx="52415">
                  <c:v>50.97</c:v>
                </c:pt>
                <c:pt idx="52416">
                  <c:v>111.96</c:v>
                </c:pt>
                <c:pt idx="52417">
                  <c:v>79.98</c:v>
                </c:pt>
                <c:pt idx="52418">
                  <c:v>64.77</c:v>
                </c:pt>
                <c:pt idx="52419">
                  <c:v>58.98</c:v>
                </c:pt>
                <c:pt idx="52420">
                  <c:v>133.97</c:v>
                </c:pt>
                <c:pt idx="52421">
                  <c:v>223.12</c:v>
                </c:pt>
                <c:pt idx="52422">
                  <c:v>75.48</c:v>
                </c:pt>
                <c:pt idx="52423">
                  <c:v>25.49</c:v>
                </c:pt>
                <c:pt idx="52424">
                  <c:v>179.94</c:v>
                </c:pt>
                <c:pt idx="52425">
                  <c:v>307.27999999999997</c:v>
                </c:pt>
                <c:pt idx="52426">
                  <c:v>61.98</c:v>
                </c:pt>
                <c:pt idx="52427">
                  <c:v>56.06</c:v>
                </c:pt>
                <c:pt idx="52428">
                  <c:v>61.98</c:v>
                </c:pt>
                <c:pt idx="52429">
                  <c:v>53.17</c:v>
                </c:pt>
                <c:pt idx="52430">
                  <c:v>91.96</c:v>
                </c:pt>
                <c:pt idx="52431">
                  <c:v>79.989999999999995</c:v>
                </c:pt>
                <c:pt idx="52432">
                  <c:v>145.13999999999999</c:v>
                </c:pt>
                <c:pt idx="52433">
                  <c:v>149.02000000000001</c:v>
                </c:pt>
                <c:pt idx="52434">
                  <c:v>83.67</c:v>
                </c:pt>
                <c:pt idx="52435">
                  <c:v>89.97</c:v>
                </c:pt>
                <c:pt idx="52436">
                  <c:v>84.98</c:v>
                </c:pt>
                <c:pt idx="52437">
                  <c:v>124.06</c:v>
                </c:pt>
                <c:pt idx="52438">
                  <c:v>100.76</c:v>
                </c:pt>
                <c:pt idx="52439">
                  <c:v>133.47</c:v>
                </c:pt>
                <c:pt idx="52440">
                  <c:v>165.96</c:v>
                </c:pt>
                <c:pt idx="52441">
                  <c:v>84.99</c:v>
                </c:pt>
                <c:pt idx="52442">
                  <c:v>155.94</c:v>
                </c:pt>
                <c:pt idx="52443">
                  <c:v>92.97</c:v>
                </c:pt>
                <c:pt idx="52444">
                  <c:v>58.48</c:v>
                </c:pt>
                <c:pt idx="52445">
                  <c:v>21.15</c:v>
                </c:pt>
                <c:pt idx="52446">
                  <c:v>55.98</c:v>
                </c:pt>
                <c:pt idx="52447">
                  <c:v>50.49</c:v>
                </c:pt>
                <c:pt idx="52448">
                  <c:v>107.94</c:v>
                </c:pt>
                <c:pt idx="52449">
                  <c:v>61.98</c:v>
                </c:pt>
                <c:pt idx="52450">
                  <c:v>155.94</c:v>
                </c:pt>
                <c:pt idx="52451">
                  <c:v>136.47999999999999</c:v>
                </c:pt>
                <c:pt idx="52452">
                  <c:v>57.48</c:v>
                </c:pt>
                <c:pt idx="52453">
                  <c:v>103.96</c:v>
                </c:pt>
                <c:pt idx="52454">
                  <c:v>79.98</c:v>
                </c:pt>
                <c:pt idx="52455">
                  <c:v>49.28</c:v>
                </c:pt>
                <c:pt idx="52456">
                  <c:v>89.98</c:v>
                </c:pt>
                <c:pt idx="52457">
                  <c:v>83.97</c:v>
                </c:pt>
                <c:pt idx="52458">
                  <c:v>49.99</c:v>
                </c:pt>
                <c:pt idx="52459">
                  <c:v>91.47</c:v>
                </c:pt>
                <c:pt idx="52460">
                  <c:v>128.75</c:v>
                </c:pt>
                <c:pt idx="52461">
                  <c:v>59.38</c:v>
                </c:pt>
                <c:pt idx="52462">
                  <c:v>61.97</c:v>
                </c:pt>
                <c:pt idx="52463">
                  <c:v>99.98</c:v>
                </c:pt>
                <c:pt idx="52464">
                  <c:v>119.96</c:v>
                </c:pt>
                <c:pt idx="52465">
                  <c:v>69.27</c:v>
                </c:pt>
                <c:pt idx="52466">
                  <c:v>155.94</c:v>
                </c:pt>
                <c:pt idx="52467">
                  <c:v>53.97</c:v>
                </c:pt>
                <c:pt idx="52468">
                  <c:v>55.96</c:v>
                </c:pt>
                <c:pt idx="52469">
                  <c:v>17.489999999999998</c:v>
                </c:pt>
                <c:pt idx="52470">
                  <c:v>61.98</c:v>
                </c:pt>
                <c:pt idx="52471">
                  <c:v>14.5</c:v>
                </c:pt>
                <c:pt idx="52472">
                  <c:v>34.479999999999997</c:v>
                </c:pt>
                <c:pt idx="52473">
                  <c:v>95.96</c:v>
                </c:pt>
                <c:pt idx="52474">
                  <c:v>36.49</c:v>
                </c:pt>
                <c:pt idx="52475">
                  <c:v>11.49</c:v>
                </c:pt>
                <c:pt idx="52476">
                  <c:v>89.98</c:v>
                </c:pt>
                <c:pt idx="52477">
                  <c:v>109.98</c:v>
                </c:pt>
                <c:pt idx="52478">
                  <c:v>51.98</c:v>
                </c:pt>
                <c:pt idx="52479">
                  <c:v>82.97</c:v>
                </c:pt>
                <c:pt idx="52480">
                  <c:v>51.19</c:v>
                </c:pt>
                <c:pt idx="52481">
                  <c:v>31.47</c:v>
                </c:pt>
                <c:pt idx="52482">
                  <c:v>8.49</c:v>
                </c:pt>
                <c:pt idx="52483">
                  <c:v>24.18</c:v>
                </c:pt>
                <c:pt idx="52484">
                  <c:v>123.16</c:v>
                </c:pt>
                <c:pt idx="52485">
                  <c:v>171.97</c:v>
                </c:pt>
                <c:pt idx="52486">
                  <c:v>14.77</c:v>
                </c:pt>
                <c:pt idx="52487">
                  <c:v>68.97</c:v>
                </c:pt>
                <c:pt idx="52488">
                  <c:v>29.29</c:v>
                </c:pt>
                <c:pt idx="52489">
                  <c:v>339.96</c:v>
                </c:pt>
                <c:pt idx="52490">
                  <c:v>51.29</c:v>
                </c:pt>
                <c:pt idx="52491">
                  <c:v>50.98</c:v>
                </c:pt>
                <c:pt idx="52492">
                  <c:v>79.98</c:v>
                </c:pt>
                <c:pt idx="52493">
                  <c:v>46.49</c:v>
                </c:pt>
                <c:pt idx="52494">
                  <c:v>46.29</c:v>
                </c:pt>
                <c:pt idx="52495">
                  <c:v>51.98</c:v>
                </c:pt>
                <c:pt idx="52496">
                  <c:v>159.97999999999999</c:v>
                </c:pt>
                <c:pt idx="52497">
                  <c:v>32.49</c:v>
                </c:pt>
                <c:pt idx="52498">
                  <c:v>83.97</c:v>
                </c:pt>
                <c:pt idx="52499">
                  <c:v>59.98</c:v>
                </c:pt>
                <c:pt idx="52500">
                  <c:v>38.68</c:v>
                </c:pt>
                <c:pt idx="52501">
                  <c:v>16.920000000000002</c:v>
                </c:pt>
                <c:pt idx="52502">
                  <c:v>66.98</c:v>
                </c:pt>
                <c:pt idx="52503">
                  <c:v>259.89999999999998</c:v>
                </c:pt>
                <c:pt idx="52504">
                  <c:v>101.95</c:v>
                </c:pt>
                <c:pt idx="52505">
                  <c:v>54.99</c:v>
                </c:pt>
                <c:pt idx="52506">
                  <c:v>75.959999999999994</c:v>
                </c:pt>
                <c:pt idx="52507">
                  <c:v>219.92</c:v>
                </c:pt>
                <c:pt idx="52508">
                  <c:v>124.97</c:v>
                </c:pt>
                <c:pt idx="52509">
                  <c:v>61.69</c:v>
                </c:pt>
                <c:pt idx="52510">
                  <c:v>259.89999999999998</c:v>
                </c:pt>
                <c:pt idx="52511">
                  <c:v>57.47</c:v>
                </c:pt>
                <c:pt idx="52512">
                  <c:v>74.97</c:v>
                </c:pt>
                <c:pt idx="52513">
                  <c:v>50.98</c:v>
                </c:pt>
                <c:pt idx="52514">
                  <c:v>90.98</c:v>
                </c:pt>
                <c:pt idx="52515">
                  <c:v>57.98</c:v>
                </c:pt>
                <c:pt idx="52516">
                  <c:v>47.48</c:v>
                </c:pt>
                <c:pt idx="52517">
                  <c:v>219.97</c:v>
                </c:pt>
                <c:pt idx="52518">
                  <c:v>84.99</c:v>
                </c:pt>
                <c:pt idx="52519">
                  <c:v>95.95</c:v>
                </c:pt>
                <c:pt idx="52520">
                  <c:v>88.57</c:v>
                </c:pt>
                <c:pt idx="52521">
                  <c:v>59.98</c:v>
                </c:pt>
                <c:pt idx="52522">
                  <c:v>50.97</c:v>
                </c:pt>
                <c:pt idx="52523">
                  <c:v>83.48</c:v>
                </c:pt>
                <c:pt idx="52524">
                  <c:v>64.97</c:v>
                </c:pt>
                <c:pt idx="52525">
                  <c:v>139.94</c:v>
                </c:pt>
                <c:pt idx="52526">
                  <c:v>50.98</c:v>
                </c:pt>
                <c:pt idx="52527">
                  <c:v>17.489999999999998</c:v>
                </c:pt>
                <c:pt idx="52528">
                  <c:v>59.98</c:v>
                </c:pt>
                <c:pt idx="52529">
                  <c:v>86.97</c:v>
                </c:pt>
                <c:pt idx="52530">
                  <c:v>89.97</c:v>
                </c:pt>
                <c:pt idx="52531">
                  <c:v>90.29</c:v>
                </c:pt>
                <c:pt idx="52532">
                  <c:v>64.98</c:v>
                </c:pt>
                <c:pt idx="52533">
                  <c:v>83.97</c:v>
                </c:pt>
                <c:pt idx="52534">
                  <c:v>84.99</c:v>
                </c:pt>
                <c:pt idx="52535">
                  <c:v>89.98</c:v>
                </c:pt>
                <c:pt idx="52536">
                  <c:v>55.98</c:v>
                </c:pt>
                <c:pt idx="52537">
                  <c:v>83.97</c:v>
                </c:pt>
                <c:pt idx="52538">
                  <c:v>-10.5</c:v>
                </c:pt>
                <c:pt idx="52539">
                  <c:v>71.47</c:v>
                </c:pt>
                <c:pt idx="52540">
                  <c:v>108.88</c:v>
                </c:pt>
                <c:pt idx="52541">
                  <c:v>113.96</c:v>
                </c:pt>
                <c:pt idx="52542">
                  <c:v>167.94</c:v>
                </c:pt>
                <c:pt idx="52543">
                  <c:v>137.97999999999999</c:v>
                </c:pt>
                <c:pt idx="52544">
                  <c:v>83.97</c:v>
                </c:pt>
                <c:pt idx="52545">
                  <c:v>32.49</c:v>
                </c:pt>
                <c:pt idx="52546">
                  <c:v>59.98</c:v>
                </c:pt>
                <c:pt idx="52547">
                  <c:v>57.98</c:v>
                </c:pt>
                <c:pt idx="52548">
                  <c:v>55.98</c:v>
                </c:pt>
                <c:pt idx="52549">
                  <c:v>28.49</c:v>
                </c:pt>
                <c:pt idx="52550">
                  <c:v>61.98</c:v>
                </c:pt>
                <c:pt idx="52551">
                  <c:v>55.98</c:v>
                </c:pt>
                <c:pt idx="52552">
                  <c:v>32.479999999999997</c:v>
                </c:pt>
                <c:pt idx="52553">
                  <c:v>71.97</c:v>
                </c:pt>
                <c:pt idx="52554">
                  <c:v>55.98</c:v>
                </c:pt>
                <c:pt idx="52555">
                  <c:v>71.97</c:v>
                </c:pt>
                <c:pt idx="52556">
                  <c:v>152.97</c:v>
                </c:pt>
                <c:pt idx="52557">
                  <c:v>55.98</c:v>
                </c:pt>
                <c:pt idx="52558">
                  <c:v>25.99</c:v>
                </c:pt>
                <c:pt idx="52559">
                  <c:v>19.989999999999998</c:v>
                </c:pt>
                <c:pt idx="52560">
                  <c:v>79.989999999999995</c:v>
                </c:pt>
                <c:pt idx="52561">
                  <c:v>83.48</c:v>
                </c:pt>
                <c:pt idx="52562">
                  <c:v>61.98</c:v>
                </c:pt>
                <c:pt idx="52563">
                  <c:v>65.3</c:v>
                </c:pt>
                <c:pt idx="52564">
                  <c:v>59.98</c:v>
                </c:pt>
                <c:pt idx="52565">
                  <c:v>229.92</c:v>
                </c:pt>
                <c:pt idx="52566">
                  <c:v>25.04</c:v>
                </c:pt>
                <c:pt idx="52567">
                  <c:v>142.74</c:v>
                </c:pt>
                <c:pt idx="52568">
                  <c:v>54.38</c:v>
                </c:pt>
                <c:pt idx="52569">
                  <c:v>51.98</c:v>
                </c:pt>
                <c:pt idx="52570">
                  <c:v>73.97</c:v>
                </c:pt>
                <c:pt idx="52571">
                  <c:v>17.489999999999998</c:v>
                </c:pt>
                <c:pt idx="52572">
                  <c:v>63.96</c:v>
                </c:pt>
                <c:pt idx="52573">
                  <c:v>166.36</c:v>
                </c:pt>
                <c:pt idx="52574">
                  <c:v>25.49</c:v>
                </c:pt>
                <c:pt idx="52575">
                  <c:v>55.94</c:v>
                </c:pt>
                <c:pt idx="52576">
                  <c:v>75.13</c:v>
                </c:pt>
                <c:pt idx="52577">
                  <c:v>55.98</c:v>
                </c:pt>
                <c:pt idx="52578">
                  <c:v>58.95</c:v>
                </c:pt>
                <c:pt idx="52579">
                  <c:v>58.98</c:v>
                </c:pt>
                <c:pt idx="52580">
                  <c:v>88.37</c:v>
                </c:pt>
                <c:pt idx="52581">
                  <c:v>131.97999999999999</c:v>
                </c:pt>
                <c:pt idx="52582">
                  <c:v>16.47</c:v>
                </c:pt>
                <c:pt idx="52583">
                  <c:v>65.989999999999995</c:v>
                </c:pt>
                <c:pt idx="52584">
                  <c:v>20.29</c:v>
                </c:pt>
                <c:pt idx="52585">
                  <c:v>55.98</c:v>
                </c:pt>
                <c:pt idx="52586">
                  <c:v>79.849999999999994</c:v>
                </c:pt>
                <c:pt idx="52587">
                  <c:v>49.09</c:v>
                </c:pt>
                <c:pt idx="52588">
                  <c:v>29.49</c:v>
                </c:pt>
                <c:pt idx="52589">
                  <c:v>74.97</c:v>
                </c:pt>
                <c:pt idx="52590">
                  <c:v>28.49</c:v>
                </c:pt>
                <c:pt idx="52591">
                  <c:v>167.94</c:v>
                </c:pt>
                <c:pt idx="52592">
                  <c:v>59.98</c:v>
                </c:pt>
                <c:pt idx="52593">
                  <c:v>46.82</c:v>
                </c:pt>
                <c:pt idx="52594">
                  <c:v>83.97</c:v>
                </c:pt>
                <c:pt idx="52595">
                  <c:v>56.58</c:v>
                </c:pt>
                <c:pt idx="52596">
                  <c:v>88.29</c:v>
                </c:pt>
                <c:pt idx="52597">
                  <c:v>55.98</c:v>
                </c:pt>
                <c:pt idx="52598">
                  <c:v>175.84</c:v>
                </c:pt>
                <c:pt idx="52599">
                  <c:v>61.26</c:v>
                </c:pt>
                <c:pt idx="52600">
                  <c:v>62.96</c:v>
                </c:pt>
                <c:pt idx="52601">
                  <c:v>84.98</c:v>
                </c:pt>
                <c:pt idx="52602">
                  <c:v>119.96</c:v>
                </c:pt>
                <c:pt idx="52603">
                  <c:v>165.64</c:v>
                </c:pt>
                <c:pt idx="52604">
                  <c:v>106.68</c:v>
                </c:pt>
                <c:pt idx="52605">
                  <c:v>65.989999999999995</c:v>
                </c:pt>
                <c:pt idx="52606">
                  <c:v>25.24</c:v>
                </c:pt>
                <c:pt idx="52607">
                  <c:v>55.97</c:v>
                </c:pt>
                <c:pt idx="52608">
                  <c:v>78.97</c:v>
                </c:pt>
                <c:pt idx="52609">
                  <c:v>55.97</c:v>
                </c:pt>
                <c:pt idx="52610">
                  <c:v>169.98</c:v>
                </c:pt>
                <c:pt idx="52611">
                  <c:v>68.97</c:v>
                </c:pt>
                <c:pt idx="52612">
                  <c:v>49.99</c:v>
                </c:pt>
                <c:pt idx="52613">
                  <c:v>6.49</c:v>
                </c:pt>
                <c:pt idx="52614">
                  <c:v>65.98</c:v>
                </c:pt>
                <c:pt idx="52615">
                  <c:v>73.48</c:v>
                </c:pt>
                <c:pt idx="52616">
                  <c:v>55.98</c:v>
                </c:pt>
                <c:pt idx="52617">
                  <c:v>74.95</c:v>
                </c:pt>
                <c:pt idx="52618">
                  <c:v>111.96</c:v>
                </c:pt>
                <c:pt idx="52619">
                  <c:v>107.96</c:v>
                </c:pt>
                <c:pt idx="52620">
                  <c:v>125.8</c:v>
                </c:pt>
                <c:pt idx="52621">
                  <c:v>83.95</c:v>
                </c:pt>
                <c:pt idx="52622">
                  <c:v>74.02</c:v>
                </c:pt>
                <c:pt idx="52623">
                  <c:v>34.49</c:v>
                </c:pt>
                <c:pt idx="52624">
                  <c:v>122.96</c:v>
                </c:pt>
                <c:pt idx="52625">
                  <c:v>84.99</c:v>
                </c:pt>
                <c:pt idx="52626">
                  <c:v>69.97</c:v>
                </c:pt>
                <c:pt idx="52627">
                  <c:v>53.98</c:v>
                </c:pt>
                <c:pt idx="52628">
                  <c:v>39.28</c:v>
                </c:pt>
                <c:pt idx="52629">
                  <c:v>61.98</c:v>
                </c:pt>
                <c:pt idx="52630">
                  <c:v>68.97</c:v>
                </c:pt>
                <c:pt idx="52631">
                  <c:v>51.98</c:v>
                </c:pt>
                <c:pt idx="52632">
                  <c:v>111.96</c:v>
                </c:pt>
                <c:pt idx="52633">
                  <c:v>42.49</c:v>
                </c:pt>
                <c:pt idx="52634">
                  <c:v>82.98</c:v>
                </c:pt>
                <c:pt idx="52635">
                  <c:v>33.28</c:v>
                </c:pt>
                <c:pt idx="52636">
                  <c:v>55.97</c:v>
                </c:pt>
                <c:pt idx="52637">
                  <c:v>59.97</c:v>
                </c:pt>
                <c:pt idx="52638">
                  <c:v>61.98</c:v>
                </c:pt>
                <c:pt idx="52639">
                  <c:v>55.98</c:v>
                </c:pt>
                <c:pt idx="52640">
                  <c:v>61.98</c:v>
                </c:pt>
                <c:pt idx="52641">
                  <c:v>51.98</c:v>
                </c:pt>
                <c:pt idx="52642">
                  <c:v>84.94</c:v>
                </c:pt>
                <c:pt idx="52643">
                  <c:v>209.93</c:v>
                </c:pt>
                <c:pt idx="52644">
                  <c:v>36.49</c:v>
                </c:pt>
                <c:pt idx="52645">
                  <c:v>105.23</c:v>
                </c:pt>
                <c:pt idx="52646">
                  <c:v>121.97</c:v>
                </c:pt>
                <c:pt idx="52647">
                  <c:v>54.99</c:v>
                </c:pt>
                <c:pt idx="52648">
                  <c:v>122.97</c:v>
                </c:pt>
                <c:pt idx="52649">
                  <c:v>84.99</c:v>
                </c:pt>
                <c:pt idx="52650">
                  <c:v>59.96</c:v>
                </c:pt>
                <c:pt idx="52651">
                  <c:v>155.94</c:v>
                </c:pt>
                <c:pt idx="52652">
                  <c:v>69.97</c:v>
                </c:pt>
                <c:pt idx="52653">
                  <c:v>37.29</c:v>
                </c:pt>
                <c:pt idx="52654">
                  <c:v>111.56</c:v>
                </c:pt>
                <c:pt idx="52655">
                  <c:v>92.96</c:v>
                </c:pt>
                <c:pt idx="52656">
                  <c:v>51.98</c:v>
                </c:pt>
                <c:pt idx="52657">
                  <c:v>65.98</c:v>
                </c:pt>
                <c:pt idx="52658">
                  <c:v>74.98</c:v>
                </c:pt>
                <c:pt idx="52659">
                  <c:v>124.06</c:v>
                </c:pt>
                <c:pt idx="52660">
                  <c:v>61.98</c:v>
                </c:pt>
                <c:pt idx="52661">
                  <c:v>56.97</c:v>
                </c:pt>
                <c:pt idx="52662">
                  <c:v>51.48</c:v>
                </c:pt>
                <c:pt idx="52663">
                  <c:v>55.97</c:v>
                </c:pt>
                <c:pt idx="52664">
                  <c:v>95.97</c:v>
                </c:pt>
                <c:pt idx="52665">
                  <c:v>65.989999999999995</c:v>
                </c:pt>
                <c:pt idx="52666">
                  <c:v>27.79</c:v>
                </c:pt>
                <c:pt idx="52667">
                  <c:v>50.38</c:v>
                </c:pt>
                <c:pt idx="52668">
                  <c:v>55.96</c:v>
                </c:pt>
                <c:pt idx="52669">
                  <c:v>-55.97</c:v>
                </c:pt>
                <c:pt idx="52670">
                  <c:v>12.29</c:v>
                </c:pt>
                <c:pt idx="52671">
                  <c:v>249.95</c:v>
                </c:pt>
                <c:pt idx="52672">
                  <c:v>79.959999999999994</c:v>
                </c:pt>
                <c:pt idx="52673">
                  <c:v>53.98</c:v>
                </c:pt>
                <c:pt idx="52674">
                  <c:v>232.22</c:v>
                </c:pt>
                <c:pt idx="52675">
                  <c:v>119.97</c:v>
                </c:pt>
                <c:pt idx="52676">
                  <c:v>98.97</c:v>
                </c:pt>
                <c:pt idx="52677">
                  <c:v>124.98</c:v>
                </c:pt>
                <c:pt idx="52678">
                  <c:v>101.96</c:v>
                </c:pt>
                <c:pt idx="52679">
                  <c:v>49.28</c:v>
                </c:pt>
                <c:pt idx="52680">
                  <c:v>59.96</c:v>
                </c:pt>
                <c:pt idx="52681">
                  <c:v>130.94999999999999</c:v>
                </c:pt>
                <c:pt idx="52682">
                  <c:v>68.87</c:v>
                </c:pt>
                <c:pt idx="52683">
                  <c:v>65.98</c:v>
                </c:pt>
                <c:pt idx="52684">
                  <c:v>36.49</c:v>
                </c:pt>
                <c:pt idx="52685">
                  <c:v>96.96</c:v>
                </c:pt>
                <c:pt idx="52686">
                  <c:v>52.01</c:v>
                </c:pt>
                <c:pt idx="52687">
                  <c:v>45.49</c:v>
                </c:pt>
                <c:pt idx="52688">
                  <c:v>39.29</c:v>
                </c:pt>
                <c:pt idx="52689">
                  <c:v>59.98</c:v>
                </c:pt>
                <c:pt idx="52690">
                  <c:v>224.93</c:v>
                </c:pt>
                <c:pt idx="52691">
                  <c:v>187.45</c:v>
                </c:pt>
                <c:pt idx="52692">
                  <c:v>84.69</c:v>
                </c:pt>
                <c:pt idx="52693">
                  <c:v>55.98</c:v>
                </c:pt>
                <c:pt idx="52694">
                  <c:v>60.98</c:v>
                </c:pt>
                <c:pt idx="52695">
                  <c:v>78.959999999999994</c:v>
                </c:pt>
                <c:pt idx="52696">
                  <c:v>34.28</c:v>
                </c:pt>
                <c:pt idx="52697">
                  <c:v>83.46</c:v>
                </c:pt>
                <c:pt idx="52698">
                  <c:v>65.290000000000006</c:v>
                </c:pt>
                <c:pt idx="52699">
                  <c:v>52.01</c:v>
                </c:pt>
                <c:pt idx="52700">
                  <c:v>148.94999999999999</c:v>
                </c:pt>
                <c:pt idx="52701">
                  <c:v>69.989999999999995</c:v>
                </c:pt>
                <c:pt idx="52702">
                  <c:v>61.98</c:v>
                </c:pt>
                <c:pt idx="52703">
                  <c:v>72.56</c:v>
                </c:pt>
                <c:pt idx="52704">
                  <c:v>50.43</c:v>
                </c:pt>
                <c:pt idx="52705">
                  <c:v>95.79</c:v>
                </c:pt>
                <c:pt idx="52706">
                  <c:v>107.96</c:v>
                </c:pt>
                <c:pt idx="52707">
                  <c:v>50.98</c:v>
                </c:pt>
                <c:pt idx="52708">
                  <c:v>149.93</c:v>
                </c:pt>
                <c:pt idx="52709">
                  <c:v>53.98</c:v>
                </c:pt>
                <c:pt idx="52710">
                  <c:v>131.96</c:v>
                </c:pt>
                <c:pt idx="52711">
                  <c:v>79.989999999999995</c:v>
                </c:pt>
                <c:pt idx="52712">
                  <c:v>89.97</c:v>
                </c:pt>
                <c:pt idx="52713">
                  <c:v>21.48</c:v>
                </c:pt>
                <c:pt idx="52714">
                  <c:v>112.97</c:v>
                </c:pt>
                <c:pt idx="52715">
                  <c:v>63.98</c:v>
                </c:pt>
                <c:pt idx="52716">
                  <c:v>61.98</c:v>
                </c:pt>
                <c:pt idx="52717">
                  <c:v>89.95</c:v>
                </c:pt>
                <c:pt idx="52718">
                  <c:v>98.16</c:v>
                </c:pt>
                <c:pt idx="52719">
                  <c:v>33.479999999999997</c:v>
                </c:pt>
                <c:pt idx="52720">
                  <c:v>118.97</c:v>
                </c:pt>
                <c:pt idx="52721">
                  <c:v>63.96</c:v>
                </c:pt>
                <c:pt idx="52722">
                  <c:v>-526.17999999999995</c:v>
                </c:pt>
                <c:pt idx="52723">
                  <c:v>-526.17999999999995</c:v>
                </c:pt>
                <c:pt idx="52724">
                  <c:v>118.78</c:v>
                </c:pt>
                <c:pt idx="52725">
                  <c:v>16.489999999999998</c:v>
                </c:pt>
                <c:pt idx="52726">
                  <c:v>65.98</c:v>
                </c:pt>
                <c:pt idx="52727">
                  <c:v>39.49</c:v>
                </c:pt>
                <c:pt idx="52728">
                  <c:v>46.49</c:v>
                </c:pt>
                <c:pt idx="52729">
                  <c:v>33.99</c:v>
                </c:pt>
                <c:pt idx="52730">
                  <c:v>62.87</c:v>
                </c:pt>
                <c:pt idx="52731">
                  <c:v>129.96</c:v>
                </c:pt>
                <c:pt idx="52732">
                  <c:v>43.97</c:v>
                </c:pt>
                <c:pt idx="52733">
                  <c:v>54.99</c:v>
                </c:pt>
                <c:pt idx="52734">
                  <c:v>51.98</c:v>
                </c:pt>
                <c:pt idx="52735">
                  <c:v>67.739999999999995</c:v>
                </c:pt>
                <c:pt idx="52736">
                  <c:v>31.23</c:v>
                </c:pt>
                <c:pt idx="52737">
                  <c:v>53.98</c:v>
                </c:pt>
                <c:pt idx="52738">
                  <c:v>201.93</c:v>
                </c:pt>
                <c:pt idx="52739">
                  <c:v>65.98</c:v>
                </c:pt>
                <c:pt idx="52740">
                  <c:v>56.45</c:v>
                </c:pt>
                <c:pt idx="52741">
                  <c:v>52.01</c:v>
                </c:pt>
                <c:pt idx="52742">
                  <c:v>150.94999999999999</c:v>
                </c:pt>
                <c:pt idx="52743">
                  <c:v>91.11</c:v>
                </c:pt>
                <c:pt idx="52744">
                  <c:v>59.98</c:v>
                </c:pt>
                <c:pt idx="52745">
                  <c:v>43.48</c:v>
                </c:pt>
                <c:pt idx="52746">
                  <c:v>65.98</c:v>
                </c:pt>
                <c:pt idx="52747">
                  <c:v>34.49</c:v>
                </c:pt>
                <c:pt idx="52748">
                  <c:v>55.97</c:v>
                </c:pt>
                <c:pt idx="52749">
                  <c:v>105.25</c:v>
                </c:pt>
                <c:pt idx="52750">
                  <c:v>73.97</c:v>
                </c:pt>
                <c:pt idx="52751">
                  <c:v>89.97</c:v>
                </c:pt>
                <c:pt idx="52752">
                  <c:v>61.98</c:v>
                </c:pt>
                <c:pt idx="52753">
                  <c:v>29.49</c:v>
                </c:pt>
                <c:pt idx="52754">
                  <c:v>21.48</c:v>
                </c:pt>
                <c:pt idx="52755">
                  <c:v>56.97</c:v>
                </c:pt>
                <c:pt idx="52756">
                  <c:v>126.97</c:v>
                </c:pt>
                <c:pt idx="52757">
                  <c:v>215.92</c:v>
                </c:pt>
                <c:pt idx="52758">
                  <c:v>149.97</c:v>
                </c:pt>
                <c:pt idx="52759">
                  <c:v>77.38</c:v>
                </c:pt>
                <c:pt idx="52760">
                  <c:v>87.97</c:v>
                </c:pt>
                <c:pt idx="52761">
                  <c:v>65.98</c:v>
                </c:pt>
                <c:pt idx="52762">
                  <c:v>24.18</c:v>
                </c:pt>
                <c:pt idx="52763">
                  <c:v>53.47</c:v>
                </c:pt>
                <c:pt idx="52764">
                  <c:v>111.16</c:v>
                </c:pt>
                <c:pt idx="52765">
                  <c:v>79.709999999999994</c:v>
                </c:pt>
                <c:pt idx="52766">
                  <c:v>68.97</c:v>
                </c:pt>
                <c:pt idx="52767">
                  <c:v>83.98</c:v>
                </c:pt>
                <c:pt idx="52768">
                  <c:v>61.98</c:v>
                </c:pt>
                <c:pt idx="52769">
                  <c:v>83.97</c:v>
                </c:pt>
                <c:pt idx="52770">
                  <c:v>62.88</c:v>
                </c:pt>
                <c:pt idx="52771">
                  <c:v>61.98</c:v>
                </c:pt>
                <c:pt idx="52772">
                  <c:v>179.9</c:v>
                </c:pt>
                <c:pt idx="52773">
                  <c:v>41.12</c:v>
                </c:pt>
                <c:pt idx="52774">
                  <c:v>65.97</c:v>
                </c:pt>
                <c:pt idx="52775">
                  <c:v>68.97</c:v>
                </c:pt>
                <c:pt idx="52776">
                  <c:v>55.98</c:v>
                </c:pt>
                <c:pt idx="52777">
                  <c:v>71.97</c:v>
                </c:pt>
                <c:pt idx="52778">
                  <c:v>62.98</c:v>
                </c:pt>
                <c:pt idx="52779">
                  <c:v>119.96</c:v>
                </c:pt>
                <c:pt idx="52780">
                  <c:v>56.08</c:v>
                </c:pt>
                <c:pt idx="52781">
                  <c:v>59.98</c:v>
                </c:pt>
                <c:pt idx="52782">
                  <c:v>89.98</c:v>
                </c:pt>
                <c:pt idx="52783">
                  <c:v>67.97</c:v>
                </c:pt>
                <c:pt idx="52784">
                  <c:v>53.98</c:v>
                </c:pt>
                <c:pt idx="52785">
                  <c:v>55.98</c:v>
                </c:pt>
                <c:pt idx="52786">
                  <c:v>55.98</c:v>
                </c:pt>
                <c:pt idx="52787">
                  <c:v>69.989999999999995</c:v>
                </c:pt>
                <c:pt idx="52788">
                  <c:v>123.97</c:v>
                </c:pt>
                <c:pt idx="52789">
                  <c:v>58.98</c:v>
                </c:pt>
                <c:pt idx="52790">
                  <c:v>63.98</c:v>
                </c:pt>
                <c:pt idx="52791">
                  <c:v>142.94999999999999</c:v>
                </c:pt>
                <c:pt idx="52792">
                  <c:v>89.94</c:v>
                </c:pt>
                <c:pt idx="52793">
                  <c:v>35.979999999999997</c:v>
                </c:pt>
                <c:pt idx="52794">
                  <c:v>79.849999999999994</c:v>
                </c:pt>
                <c:pt idx="52795">
                  <c:v>59.99</c:v>
                </c:pt>
                <c:pt idx="52796">
                  <c:v>50.97</c:v>
                </c:pt>
                <c:pt idx="52797">
                  <c:v>246.65</c:v>
                </c:pt>
                <c:pt idx="52798">
                  <c:v>71.489999999999995</c:v>
                </c:pt>
                <c:pt idx="52799">
                  <c:v>93.97</c:v>
                </c:pt>
                <c:pt idx="52800">
                  <c:v>62.98</c:v>
                </c:pt>
                <c:pt idx="52801">
                  <c:v>59.98</c:v>
                </c:pt>
                <c:pt idx="52802">
                  <c:v>159.97999999999999</c:v>
                </c:pt>
                <c:pt idx="52803">
                  <c:v>22.49</c:v>
                </c:pt>
                <c:pt idx="52804">
                  <c:v>92.97</c:v>
                </c:pt>
                <c:pt idx="52805">
                  <c:v>73.47</c:v>
                </c:pt>
                <c:pt idx="52806">
                  <c:v>65.3</c:v>
                </c:pt>
                <c:pt idx="52807">
                  <c:v>55.52</c:v>
                </c:pt>
                <c:pt idx="52808">
                  <c:v>39.49</c:v>
                </c:pt>
                <c:pt idx="52809">
                  <c:v>53.98</c:v>
                </c:pt>
                <c:pt idx="52810">
                  <c:v>55.97</c:v>
                </c:pt>
                <c:pt idx="52811">
                  <c:v>61.98</c:v>
                </c:pt>
                <c:pt idx="52812">
                  <c:v>211.94</c:v>
                </c:pt>
                <c:pt idx="52813">
                  <c:v>51.98</c:v>
                </c:pt>
                <c:pt idx="52814">
                  <c:v>120.98</c:v>
                </c:pt>
                <c:pt idx="52815">
                  <c:v>67.48</c:v>
                </c:pt>
                <c:pt idx="52816">
                  <c:v>71.84</c:v>
                </c:pt>
                <c:pt idx="52817">
                  <c:v>63.98</c:v>
                </c:pt>
                <c:pt idx="52818">
                  <c:v>127.87</c:v>
                </c:pt>
                <c:pt idx="52819">
                  <c:v>24.49</c:v>
                </c:pt>
                <c:pt idx="52820">
                  <c:v>47.28</c:v>
                </c:pt>
                <c:pt idx="52821">
                  <c:v>31.29</c:v>
                </c:pt>
                <c:pt idx="52822">
                  <c:v>53.98</c:v>
                </c:pt>
                <c:pt idx="52823">
                  <c:v>17.29</c:v>
                </c:pt>
                <c:pt idx="52824">
                  <c:v>65.98</c:v>
                </c:pt>
                <c:pt idx="52825">
                  <c:v>34.479999999999997</c:v>
                </c:pt>
                <c:pt idx="52826">
                  <c:v>83.97</c:v>
                </c:pt>
                <c:pt idx="52827">
                  <c:v>89.97</c:v>
                </c:pt>
                <c:pt idx="52828">
                  <c:v>94.02</c:v>
                </c:pt>
                <c:pt idx="52829">
                  <c:v>61.98</c:v>
                </c:pt>
                <c:pt idx="52830">
                  <c:v>196.43</c:v>
                </c:pt>
                <c:pt idx="52831">
                  <c:v>62.47</c:v>
                </c:pt>
                <c:pt idx="52832">
                  <c:v>98.97</c:v>
                </c:pt>
                <c:pt idx="52833">
                  <c:v>99.06</c:v>
                </c:pt>
                <c:pt idx="52834">
                  <c:v>103.96</c:v>
                </c:pt>
                <c:pt idx="52835">
                  <c:v>61.98</c:v>
                </c:pt>
                <c:pt idx="52836">
                  <c:v>50.98</c:v>
                </c:pt>
                <c:pt idx="52837">
                  <c:v>59.98</c:v>
                </c:pt>
                <c:pt idx="52838">
                  <c:v>73.48</c:v>
                </c:pt>
                <c:pt idx="52839">
                  <c:v>92.97</c:v>
                </c:pt>
                <c:pt idx="52840">
                  <c:v>31.47</c:v>
                </c:pt>
                <c:pt idx="52841">
                  <c:v>65.98</c:v>
                </c:pt>
                <c:pt idx="52842">
                  <c:v>191.93</c:v>
                </c:pt>
                <c:pt idx="52843">
                  <c:v>119.96</c:v>
                </c:pt>
                <c:pt idx="52844">
                  <c:v>63.98</c:v>
                </c:pt>
                <c:pt idx="52845">
                  <c:v>49.48</c:v>
                </c:pt>
                <c:pt idx="52846">
                  <c:v>69.98</c:v>
                </c:pt>
                <c:pt idx="52847">
                  <c:v>65.98</c:v>
                </c:pt>
                <c:pt idx="52848">
                  <c:v>65.98</c:v>
                </c:pt>
                <c:pt idx="52849">
                  <c:v>95.78</c:v>
                </c:pt>
                <c:pt idx="52850">
                  <c:v>55.98</c:v>
                </c:pt>
                <c:pt idx="52851">
                  <c:v>54.98</c:v>
                </c:pt>
                <c:pt idx="52852">
                  <c:v>149.94999999999999</c:v>
                </c:pt>
                <c:pt idx="52853">
                  <c:v>61.98</c:v>
                </c:pt>
                <c:pt idx="52854">
                  <c:v>65.98</c:v>
                </c:pt>
                <c:pt idx="52855">
                  <c:v>67.87</c:v>
                </c:pt>
                <c:pt idx="52856">
                  <c:v>48.29</c:v>
                </c:pt>
                <c:pt idx="52857">
                  <c:v>55.98</c:v>
                </c:pt>
                <c:pt idx="52858">
                  <c:v>34.49</c:v>
                </c:pt>
                <c:pt idx="52859">
                  <c:v>91.96</c:v>
                </c:pt>
                <c:pt idx="52860">
                  <c:v>67.98</c:v>
                </c:pt>
                <c:pt idx="52861">
                  <c:v>29.02</c:v>
                </c:pt>
                <c:pt idx="52862">
                  <c:v>94.97</c:v>
                </c:pt>
                <c:pt idx="52863">
                  <c:v>83.96</c:v>
                </c:pt>
                <c:pt idx="52864">
                  <c:v>47.48</c:v>
                </c:pt>
                <c:pt idx="52865">
                  <c:v>261.39999999999998</c:v>
                </c:pt>
                <c:pt idx="52866">
                  <c:v>167.94</c:v>
                </c:pt>
                <c:pt idx="52867">
                  <c:v>131.96</c:v>
                </c:pt>
                <c:pt idx="52868">
                  <c:v>183.56</c:v>
                </c:pt>
                <c:pt idx="52869">
                  <c:v>61.48</c:v>
                </c:pt>
                <c:pt idx="52870">
                  <c:v>128.96</c:v>
                </c:pt>
                <c:pt idx="52871">
                  <c:v>101.97</c:v>
                </c:pt>
                <c:pt idx="52872">
                  <c:v>233.93</c:v>
                </c:pt>
                <c:pt idx="52873">
                  <c:v>21.29</c:v>
                </c:pt>
                <c:pt idx="52874">
                  <c:v>51.98</c:v>
                </c:pt>
                <c:pt idx="52875">
                  <c:v>96.98</c:v>
                </c:pt>
                <c:pt idx="52876">
                  <c:v>86.97</c:v>
                </c:pt>
                <c:pt idx="52877">
                  <c:v>61.98</c:v>
                </c:pt>
                <c:pt idx="52878">
                  <c:v>38.479999999999997</c:v>
                </c:pt>
                <c:pt idx="52879">
                  <c:v>49.98</c:v>
                </c:pt>
                <c:pt idx="52880">
                  <c:v>128.21</c:v>
                </c:pt>
                <c:pt idx="52881">
                  <c:v>37.29</c:v>
                </c:pt>
                <c:pt idx="52882">
                  <c:v>127.96</c:v>
                </c:pt>
                <c:pt idx="52883">
                  <c:v>117.58</c:v>
                </c:pt>
                <c:pt idx="52884">
                  <c:v>107.96</c:v>
                </c:pt>
                <c:pt idx="52885">
                  <c:v>84.99</c:v>
                </c:pt>
                <c:pt idx="52886">
                  <c:v>83.43</c:v>
                </c:pt>
                <c:pt idx="52887">
                  <c:v>-24.49</c:v>
                </c:pt>
                <c:pt idx="52888">
                  <c:v>63.93</c:v>
                </c:pt>
                <c:pt idx="52889">
                  <c:v>83.97</c:v>
                </c:pt>
                <c:pt idx="52890">
                  <c:v>59.98</c:v>
                </c:pt>
                <c:pt idx="52891">
                  <c:v>65.98</c:v>
                </c:pt>
                <c:pt idx="52892">
                  <c:v>28.49</c:v>
                </c:pt>
                <c:pt idx="52893">
                  <c:v>65.98</c:v>
                </c:pt>
                <c:pt idx="52894">
                  <c:v>89.97</c:v>
                </c:pt>
                <c:pt idx="52895">
                  <c:v>58.98</c:v>
                </c:pt>
                <c:pt idx="52896">
                  <c:v>115.96</c:v>
                </c:pt>
                <c:pt idx="52897">
                  <c:v>56.98</c:v>
                </c:pt>
                <c:pt idx="52898">
                  <c:v>98.06</c:v>
                </c:pt>
                <c:pt idx="52899">
                  <c:v>63.98</c:v>
                </c:pt>
                <c:pt idx="52900">
                  <c:v>65.989999999999995</c:v>
                </c:pt>
                <c:pt idx="52901">
                  <c:v>60.99</c:v>
                </c:pt>
                <c:pt idx="52902">
                  <c:v>55.96</c:v>
                </c:pt>
                <c:pt idx="52903">
                  <c:v>160.93</c:v>
                </c:pt>
                <c:pt idx="52904">
                  <c:v>65.98</c:v>
                </c:pt>
                <c:pt idx="52905">
                  <c:v>51.98</c:v>
                </c:pt>
                <c:pt idx="52906">
                  <c:v>91.96</c:v>
                </c:pt>
                <c:pt idx="52907">
                  <c:v>39.96</c:v>
                </c:pt>
                <c:pt idx="52908">
                  <c:v>83.97</c:v>
                </c:pt>
                <c:pt idx="52909">
                  <c:v>219.97</c:v>
                </c:pt>
                <c:pt idx="52910">
                  <c:v>20.29</c:v>
                </c:pt>
                <c:pt idx="52911">
                  <c:v>31.49</c:v>
                </c:pt>
                <c:pt idx="52912">
                  <c:v>32.49</c:v>
                </c:pt>
                <c:pt idx="52913">
                  <c:v>90.73</c:v>
                </c:pt>
                <c:pt idx="52914">
                  <c:v>53.96</c:v>
                </c:pt>
                <c:pt idx="52915">
                  <c:v>64.97</c:v>
                </c:pt>
                <c:pt idx="52916">
                  <c:v>60.18</c:v>
                </c:pt>
                <c:pt idx="52917">
                  <c:v>164.95</c:v>
                </c:pt>
                <c:pt idx="52918">
                  <c:v>11.29</c:v>
                </c:pt>
                <c:pt idx="52919">
                  <c:v>21.49</c:v>
                </c:pt>
                <c:pt idx="52920">
                  <c:v>23.28</c:v>
                </c:pt>
                <c:pt idx="52921">
                  <c:v>93.97</c:v>
                </c:pt>
                <c:pt idx="52922">
                  <c:v>59.96</c:v>
                </c:pt>
                <c:pt idx="52923">
                  <c:v>75</c:v>
                </c:pt>
                <c:pt idx="52924">
                  <c:v>69.989999999999995</c:v>
                </c:pt>
                <c:pt idx="52925">
                  <c:v>131.96</c:v>
                </c:pt>
                <c:pt idx="52926">
                  <c:v>103.96</c:v>
                </c:pt>
                <c:pt idx="52927">
                  <c:v>111.96</c:v>
                </c:pt>
                <c:pt idx="52928">
                  <c:v>65.42</c:v>
                </c:pt>
                <c:pt idx="52929">
                  <c:v>34.49</c:v>
                </c:pt>
                <c:pt idx="52930">
                  <c:v>95.96</c:v>
                </c:pt>
                <c:pt idx="52931">
                  <c:v>55.98</c:v>
                </c:pt>
                <c:pt idx="52932">
                  <c:v>178.15</c:v>
                </c:pt>
                <c:pt idx="52933">
                  <c:v>55.98</c:v>
                </c:pt>
                <c:pt idx="52934">
                  <c:v>53.98</c:v>
                </c:pt>
                <c:pt idx="52935">
                  <c:v>65.98</c:v>
                </c:pt>
                <c:pt idx="52936">
                  <c:v>31.48</c:v>
                </c:pt>
                <c:pt idx="52937">
                  <c:v>53.98</c:v>
                </c:pt>
                <c:pt idx="52938">
                  <c:v>68.97</c:v>
                </c:pt>
                <c:pt idx="52939">
                  <c:v>53.96</c:v>
                </c:pt>
                <c:pt idx="52940">
                  <c:v>32.49</c:v>
                </c:pt>
                <c:pt idx="52941">
                  <c:v>64.09</c:v>
                </c:pt>
                <c:pt idx="52942">
                  <c:v>51.95</c:v>
                </c:pt>
                <c:pt idx="52943">
                  <c:v>31.28</c:v>
                </c:pt>
                <c:pt idx="52944">
                  <c:v>29.48</c:v>
                </c:pt>
                <c:pt idx="52945">
                  <c:v>58.98</c:v>
                </c:pt>
                <c:pt idx="52946">
                  <c:v>65.98</c:v>
                </c:pt>
                <c:pt idx="52947">
                  <c:v>52.96</c:v>
                </c:pt>
                <c:pt idx="52948">
                  <c:v>75.959999999999994</c:v>
                </c:pt>
                <c:pt idx="52949">
                  <c:v>71.97</c:v>
                </c:pt>
                <c:pt idx="52950">
                  <c:v>61.98</c:v>
                </c:pt>
                <c:pt idx="52951">
                  <c:v>-101.97</c:v>
                </c:pt>
                <c:pt idx="52952">
                  <c:v>109.96</c:v>
                </c:pt>
                <c:pt idx="52953">
                  <c:v>-54.98</c:v>
                </c:pt>
                <c:pt idx="52954">
                  <c:v>30.48</c:v>
                </c:pt>
                <c:pt idx="52955">
                  <c:v>111.56</c:v>
                </c:pt>
                <c:pt idx="52956">
                  <c:v>92.97</c:v>
                </c:pt>
                <c:pt idx="52957">
                  <c:v>56.03</c:v>
                </c:pt>
                <c:pt idx="52958">
                  <c:v>16.29</c:v>
                </c:pt>
                <c:pt idx="52959">
                  <c:v>79.989999999999995</c:v>
                </c:pt>
                <c:pt idx="52960">
                  <c:v>68.97</c:v>
                </c:pt>
                <c:pt idx="52961">
                  <c:v>111.94</c:v>
                </c:pt>
                <c:pt idx="52962">
                  <c:v>52.96</c:v>
                </c:pt>
                <c:pt idx="52963">
                  <c:v>99.96</c:v>
                </c:pt>
                <c:pt idx="52964">
                  <c:v>53.98</c:v>
                </c:pt>
                <c:pt idx="52965">
                  <c:v>92.97</c:v>
                </c:pt>
                <c:pt idx="52966">
                  <c:v>70.98</c:v>
                </c:pt>
                <c:pt idx="52967">
                  <c:v>139.97999999999999</c:v>
                </c:pt>
                <c:pt idx="52968">
                  <c:v>55.98</c:v>
                </c:pt>
                <c:pt idx="52969">
                  <c:v>61.98</c:v>
                </c:pt>
                <c:pt idx="52970">
                  <c:v>195.79</c:v>
                </c:pt>
                <c:pt idx="52971">
                  <c:v>56.98</c:v>
                </c:pt>
                <c:pt idx="52972">
                  <c:v>53.98</c:v>
                </c:pt>
                <c:pt idx="52973">
                  <c:v>39.89</c:v>
                </c:pt>
                <c:pt idx="52974">
                  <c:v>65.98</c:v>
                </c:pt>
                <c:pt idx="52975">
                  <c:v>91.8</c:v>
                </c:pt>
                <c:pt idx="52976">
                  <c:v>65.98</c:v>
                </c:pt>
                <c:pt idx="52977">
                  <c:v>143.96</c:v>
                </c:pt>
                <c:pt idx="52978">
                  <c:v>55.98</c:v>
                </c:pt>
                <c:pt idx="52979">
                  <c:v>65.94</c:v>
                </c:pt>
                <c:pt idx="52980">
                  <c:v>55.97</c:v>
                </c:pt>
                <c:pt idx="52981">
                  <c:v>83.97</c:v>
                </c:pt>
                <c:pt idx="52982">
                  <c:v>104.93</c:v>
                </c:pt>
                <c:pt idx="52983">
                  <c:v>65.989999999999995</c:v>
                </c:pt>
                <c:pt idx="52984">
                  <c:v>51.98</c:v>
                </c:pt>
                <c:pt idx="52985">
                  <c:v>190.93</c:v>
                </c:pt>
                <c:pt idx="52986">
                  <c:v>61.98</c:v>
                </c:pt>
                <c:pt idx="52987">
                  <c:v>279.97000000000003</c:v>
                </c:pt>
                <c:pt idx="52988">
                  <c:v>53.98</c:v>
                </c:pt>
                <c:pt idx="52989">
                  <c:v>83.67</c:v>
                </c:pt>
                <c:pt idx="52990">
                  <c:v>159.96</c:v>
                </c:pt>
                <c:pt idx="52991">
                  <c:v>104.96</c:v>
                </c:pt>
                <c:pt idx="52992">
                  <c:v>157.94</c:v>
                </c:pt>
                <c:pt idx="52993">
                  <c:v>105.23</c:v>
                </c:pt>
                <c:pt idx="52994">
                  <c:v>51.98</c:v>
                </c:pt>
                <c:pt idx="52995">
                  <c:v>160.96</c:v>
                </c:pt>
                <c:pt idx="52996">
                  <c:v>16.29</c:v>
                </c:pt>
                <c:pt idx="52997">
                  <c:v>92.97</c:v>
                </c:pt>
                <c:pt idx="52998">
                  <c:v>51.87</c:v>
                </c:pt>
                <c:pt idx="52999">
                  <c:v>20.53</c:v>
                </c:pt>
                <c:pt idx="53000">
                  <c:v>29.49</c:v>
                </c:pt>
                <c:pt idx="53001">
                  <c:v>50.38</c:v>
                </c:pt>
                <c:pt idx="53002">
                  <c:v>55.98</c:v>
                </c:pt>
                <c:pt idx="53003">
                  <c:v>55.95</c:v>
                </c:pt>
                <c:pt idx="53004">
                  <c:v>61.98</c:v>
                </c:pt>
                <c:pt idx="53005">
                  <c:v>89.97</c:v>
                </c:pt>
                <c:pt idx="53006">
                  <c:v>98.97</c:v>
                </c:pt>
                <c:pt idx="53007">
                  <c:v>13.7</c:v>
                </c:pt>
                <c:pt idx="53008">
                  <c:v>169.98</c:v>
                </c:pt>
                <c:pt idx="53009">
                  <c:v>84.66</c:v>
                </c:pt>
                <c:pt idx="53010">
                  <c:v>34.29</c:v>
                </c:pt>
                <c:pt idx="53011">
                  <c:v>54.87</c:v>
                </c:pt>
                <c:pt idx="53012">
                  <c:v>53.35</c:v>
                </c:pt>
                <c:pt idx="53013">
                  <c:v>61.98</c:v>
                </c:pt>
                <c:pt idx="53014">
                  <c:v>70.959999999999994</c:v>
                </c:pt>
                <c:pt idx="53015">
                  <c:v>39.08</c:v>
                </c:pt>
                <c:pt idx="53016">
                  <c:v>29.28</c:v>
                </c:pt>
                <c:pt idx="53017">
                  <c:v>77.760000000000005</c:v>
                </c:pt>
                <c:pt idx="53018">
                  <c:v>98.97</c:v>
                </c:pt>
                <c:pt idx="53019">
                  <c:v>63.48</c:v>
                </c:pt>
                <c:pt idx="53020">
                  <c:v>56.98</c:v>
                </c:pt>
                <c:pt idx="53021">
                  <c:v>98.97</c:v>
                </c:pt>
                <c:pt idx="53022">
                  <c:v>65.989999999999995</c:v>
                </c:pt>
                <c:pt idx="53023">
                  <c:v>95.54</c:v>
                </c:pt>
                <c:pt idx="53024">
                  <c:v>16.489999999999998</c:v>
                </c:pt>
                <c:pt idx="53025">
                  <c:v>123.29</c:v>
                </c:pt>
                <c:pt idx="53026">
                  <c:v>88.97</c:v>
                </c:pt>
                <c:pt idx="53027">
                  <c:v>234.96</c:v>
                </c:pt>
                <c:pt idx="53028">
                  <c:v>43.29</c:v>
                </c:pt>
                <c:pt idx="53029">
                  <c:v>134.96</c:v>
                </c:pt>
                <c:pt idx="53030">
                  <c:v>107.96</c:v>
                </c:pt>
                <c:pt idx="53031">
                  <c:v>12.49</c:v>
                </c:pt>
                <c:pt idx="53032">
                  <c:v>193.83</c:v>
                </c:pt>
                <c:pt idx="53033">
                  <c:v>29.49</c:v>
                </c:pt>
                <c:pt idx="53034">
                  <c:v>87.97</c:v>
                </c:pt>
                <c:pt idx="53035">
                  <c:v>96.97</c:v>
                </c:pt>
                <c:pt idx="53036">
                  <c:v>98.97</c:v>
                </c:pt>
                <c:pt idx="53037">
                  <c:v>65.98</c:v>
                </c:pt>
                <c:pt idx="53038">
                  <c:v>32.49</c:v>
                </c:pt>
                <c:pt idx="53039">
                  <c:v>67.739999999999995</c:v>
                </c:pt>
                <c:pt idx="53040">
                  <c:v>19.489999999999998</c:v>
                </c:pt>
                <c:pt idx="53041">
                  <c:v>62.07</c:v>
                </c:pt>
                <c:pt idx="53042">
                  <c:v>61.98</c:v>
                </c:pt>
                <c:pt idx="53043">
                  <c:v>65.98</c:v>
                </c:pt>
                <c:pt idx="53044">
                  <c:v>75</c:v>
                </c:pt>
                <c:pt idx="53045">
                  <c:v>55.78</c:v>
                </c:pt>
                <c:pt idx="53046">
                  <c:v>125.82</c:v>
                </c:pt>
                <c:pt idx="53047">
                  <c:v>65.989999999999995</c:v>
                </c:pt>
                <c:pt idx="53048">
                  <c:v>34.29</c:v>
                </c:pt>
                <c:pt idx="53049">
                  <c:v>145.15</c:v>
                </c:pt>
                <c:pt idx="53050">
                  <c:v>21.24</c:v>
                </c:pt>
                <c:pt idx="53051">
                  <c:v>27.49</c:v>
                </c:pt>
                <c:pt idx="53052">
                  <c:v>63.97</c:v>
                </c:pt>
                <c:pt idx="53053">
                  <c:v>291.91000000000003</c:v>
                </c:pt>
                <c:pt idx="53054">
                  <c:v>79.98</c:v>
                </c:pt>
                <c:pt idx="53055">
                  <c:v>53.98</c:v>
                </c:pt>
                <c:pt idx="53056">
                  <c:v>-75.13</c:v>
                </c:pt>
                <c:pt idx="53057">
                  <c:v>55.98</c:v>
                </c:pt>
                <c:pt idx="53058">
                  <c:v>-12.49</c:v>
                </c:pt>
                <c:pt idx="53059">
                  <c:v>-60.98</c:v>
                </c:pt>
                <c:pt idx="53060">
                  <c:v>169.98</c:v>
                </c:pt>
                <c:pt idx="53061">
                  <c:v>50.38</c:v>
                </c:pt>
                <c:pt idx="53062">
                  <c:v>55.96</c:v>
                </c:pt>
                <c:pt idx="53063">
                  <c:v>139.94999999999999</c:v>
                </c:pt>
                <c:pt idx="53064">
                  <c:v>79.7</c:v>
                </c:pt>
                <c:pt idx="53065">
                  <c:v>56.98</c:v>
                </c:pt>
                <c:pt idx="53066">
                  <c:v>48.49</c:v>
                </c:pt>
                <c:pt idx="53067">
                  <c:v>60.82</c:v>
                </c:pt>
                <c:pt idx="53068">
                  <c:v>73.05</c:v>
                </c:pt>
                <c:pt idx="53069">
                  <c:v>34.49</c:v>
                </c:pt>
                <c:pt idx="53070">
                  <c:v>417.5</c:v>
                </c:pt>
                <c:pt idx="53071">
                  <c:v>24.49</c:v>
                </c:pt>
                <c:pt idx="53072">
                  <c:v>39.49</c:v>
                </c:pt>
                <c:pt idx="53073">
                  <c:v>279.89999999999998</c:v>
                </c:pt>
                <c:pt idx="53074">
                  <c:v>55.98</c:v>
                </c:pt>
                <c:pt idx="53075">
                  <c:v>67.98</c:v>
                </c:pt>
                <c:pt idx="53076">
                  <c:v>188.97</c:v>
                </c:pt>
                <c:pt idx="53077">
                  <c:v>50.37</c:v>
                </c:pt>
                <c:pt idx="53078">
                  <c:v>139.94999999999999</c:v>
                </c:pt>
                <c:pt idx="53079">
                  <c:v>24.49</c:v>
                </c:pt>
                <c:pt idx="53080">
                  <c:v>79.98</c:v>
                </c:pt>
                <c:pt idx="53081">
                  <c:v>102.97</c:v>
                </c:pt>
                <c:pt idx="53082">
                  <c:v>83.97</c:v>
                </c:pt>
                <c:pt idx="53083">
                  <c:v>87.1</c:v>
                </c:pt>
                <c:pt idx="53084">
                  <c:v>39.56</c:v>
                </c:pt>
                <c:pt idx="53085">
                  <c:v>124.06</c:v>
                </c:pt>
                <c:pt idx="53086">
                  <c:v>28.49</c:v>
                </c:pt>
                <c:pt idx="53087">
                  <c:v>14.29</c:v>
                </c:pt>
                <c:pt idx="53088">
                  <c:v>136.71</c:v>
                </c:pt>
                <c:pt idx="53089">
                  <c:v>154.94999999999999</c:v>
                </c:pt>
                <c:pt idx="53090">
                  <c:v>25.18</c:v>
                </c:pt>
                <c:pt idx="53091">
                  <c:v>27.38</c:v>
                </c:pt>
                <c:pt idx="53092">
                  <c:v>92.95</c:v>
                </c:pt>
                <c:pt idx="53093">
                  <c:v>62.98</c:v>
                </c:pt>
                <c:pt idx="53094">
                  <c:v>304.89999999999998</c:v>
                </c:pt>
                <c:pt idx="53095">
                  <c:v>34.99</c:v>
                </c:pt>
                <c:pt idx="53096">
                  <c:v>83.97</c:v>
                </c:pt>
                <c:pt idx="53097">
                  <c:v>155.94</c:v>
                </c:pt>
                <c:pt idx="53098">
                  <c:v>61.98</c:v>
                </c:pt>
                <c:pt idx="53099">
                  <c:v>53.07</c:v>
                </c:pt>
                <c:pt idx="53100">
                  <c:v>55.98</c:v>
                </c:pt>
                <c:pt idx="53101">
                  <c:v>-44.97</c:v>
                </c:pt>
                <c:pt idx="53102">
                  <c:v>94.98</c:v>
                </c:pt>
                <c:pt idx="53103">
                  <c:v>51.29</c:v>
                </c:pt>
                <c:pt idx="53104">
                  <c:v>67.98</c:v>
                </c:pt>
                <c:pt idx="53105">
                  <c:v>119.97</c:v>
                </c:pt>
                <c:pt idx="53106">
                  <c:v>53.98</c:v>
                </c:pt>
                <c:pt idx="53107">
                  <c:v>-12.29</c:v>
                </c:pt>
                <c:pt idx="53108">
                  <c:v>51.98</c:v>
                </c:pt>
                <c:pt idx="53109">
                  <c:v>119.98</c:v>
                </c:pt>
                <c:pt idx="53110">
                  <c:v>51.98</c:v>
                </c:pt>
                <c:pt idx="53111">
                  <c:v>87.47</c:v>
                </c:pt>
                <c:pt idx="53112">
                  <c:v>173.94</c:v>
                </c:pt>
                <c:pt idx="53113">
                  <c:v>49.49</c:v>
                </c:pt>
                <c:pt idx="53114">
                  <c:v>53.06</c:v>
                </c:pt>
                <c:pt idx="53115">
                  <c:v>51.98</c:v>
                </c:pt>
                <c:pt idx="53116">
                  <c:v>123.96</c:v>
                </c:pt>
                <c:pt idx="53117">
                  <c:v>79.97</c:v>
                </c:pt>
                <c:pt idx="53118">
                  <c:v>119.96</c:v>
                </c:pt>
                <c:pt idx="53119">
                  <c:v>51.98</c:v>
                </c:pt>
                <c:pt idx="53120">
                  <c:v>2.4900000000000002</c:v>
                </c:pt>
                <c:pt idx="53121">
                  <c:v>51.29</c:v>
                </c:pt>
                <c:pt idx="53122">
                  <c:v>110.96</c:v>
                </c:pt>
                <c:pt idx="53123">
                  <c:v>111.96</c:v>
                </c:pt>
                <c:pt idx="53124">
                  <c:v>124.06</c:v>
                </c:pt>
                <c:pt idx="53125">
                  <c:v>68.97</c:v>
                </c:pt>
                <c:pt idx="53126">
                  <c:v>139.94999999999999</c:v>
                </c:pt>
                <c:pt idx="53127">
                  <c:v>155.94</c:v>
                </c:pt>
                <c:pt idx="53128">
                  <c:v>74.98</c:v>
                </c:pt>
                <c:pt idx="53129">
                  <c:v>61.98</c:v>
                </c:pt>
                <c:pt idx="53130">
                  <c:v>55.98</c:v>
                </c:pt>
                <c:pt idx="53131">
                  <c:v>111.96</c:v>
                </c:pt>
                <c:pt idx="53132">
                  <c:v>49.27</c:v>
                </c:pt>
                <c:pt idx="53133">
                  <c:v>107.94</c:v>
                </c:pt>
                <c:pt idx="53134">
                  <c:v>123.97</c:v>
                </c:pt>
                <c:pt idx="53135">
                  <c:v>60.98</c:v>
                </c:pt>
                <c:pt idx="53136">
                  <c:v>55.98</c:v>
                </c:pt>
                <c:pt idx="53137">
                  <c:v>19.29</c:v>
                </c:pt>
                <c:pt idx="53138">
                  <c:v>79.97</c:v>
                </c:pt>
                <c:pt idx="53139">
                  <c:v>22.48</c:v>
                </c:pt>
                <c:pt idx="53140">
                  <c:v>26.49</c:v>
                </c:pt>
                <c:pt idx="53141">
                  <c:v>61.98</c:v>
                </c:pt>
                <c:pt idx="53142">
                  <c:v>189.93</c:v>
                </c:pt>
                <c:pt idx="53143">
                  <c:v>71.97</c:v>
                </c:pt>
                <c:pt idx="53144">
                  <c:v>73.98</c:v>
                </c:pt>
                <c:pt idx="53145">
                  <c:v>92.97</c:v>
                </c:pt>
                <c:pt idx="53146">
                  <c:v>97.96</c:v>
                </c:pt>
                <c:pt idx="53147">
                  <c:v>85.98</c:v>
                </c:pt>
                <c:pt idx="53148">
                  <c:v>156.55000000000001</c:v>
                </c:pt>
                <c:pt idx="53149">
                  <c:v>105.98</c:v>
                </c:pt>
                <c:pt idx="53150">
                  <c:v>81.87</c:v>
                </c:pt>
                <c:pt idx="53151">
                  <c:v>239.92</c:v>
                </c:pt>
                <c:pt idx="53152">
                  <c:v>47.48</c:v>
                </c:pt>
                <c:pt idx="53153">
                  <c:v>119.96</c:v>
                </c:pt>
                <c:pt idx="53154">
                  <c:v>54.98</c:v>
                </c:pt>
                <c:pt idx="53155">
                  <c:v>62.97</c:v>
                </c:pt>
                <c:pt idx="53156">
                  <c:v>107.96</c:v>
                </c:pt>
                <c:pt idx="53157">
                  <c:v>69.98</c:v>
                </c:pt>
                <c:pt idx="53158">
                  <c:v>76.489999999999995</c:v>
                </c:pt>
                <c:pt idx="53159">
                  <c:v>-53.97</c:v>
                </c:pt>
                <c:pt idx="53160">
                  <c:v>68.97</c:v>
                </c:pt>
                <c:pt idx="53161">
                  <c:v>73.97</c:v>
                </c:pt>
                <c:pt idx="53162">
                  <c:v>51.98</c:v>
                </c:pt>
                <c:pt idx="53163">
                  <c:v>119.96</c:v>
                </c:pt>
                <c:pt idx="53164">
                  <c:v>139.97999999999999</c:v>
                </c:pt>
                <c:pt idx="53165">
                  <c:v>68.97</c:v>
                </c:pt>
                <c:pt idx="53166">
                  <c:v>84.98</c:v>
                </c:pt>
                <c:pt idx="53167">
                  <c:v>161.94</c:v>
                </c:pt>
                <c:pt idx="53168">
                  <c:v>58.48</c:v>
                </c:pt>
                <c:pt idx="53169">
                  <c:v>119.96</c:v>
                </c:pt>
                <c:pt idx="53170">
                  <c:v>526.17999999999995</c:v>
                </c:pt>
                <c:pt idx="53171">
                  <c:v>55.97</c:v>
                </c:pt>
                <c:pt idx="53172">
                  <c:v>82.98</c:v>
                </c:pt>
                <c:pt idx="53173">
                  <c:v>65.989999999999995</c:v>
                </c:pt>
                <c:pt idx="53174">
                  <c:v>187.93</c:v>
                </c:pt>
                <c:pt idx="53175">
                  <c:v>61.98</c:v>
                </c:pt>
                <c:pt idx="53176">
                  <c:v>55.98</c:v>
                </c:pt>
                <c:pt idx="53177">
                  <c:v>152.97999999999999</c:v>
                </c:pt>
                <c:pt idx="53178">
                  <c:v>50.97</c:v>
                </c:pt>
                <c:pt idx="53179">
                  <c:v>76.489999999999995</c:v>
                </c:pt>
                <c:pt idx="53180">
                  <c:v>24.29</c:v>
                </c:pt>
                <c:pt idx="53181">
                  <c:v>55.98</c:v>
                </c:pt>
                <c:pt idx="53182">
                  <c:v>65.989999999999995</c:v>
                </c:pt>
                <c:pt idx="53183">
                  <c:v>55.98</c:v>
                </c:pt>
                <c:pt idx="53184">
                  <c:v>49.99</c:v>
                </c:pt>
                <c:pt idx="53185">
                  <c:v>56.97</c:v>
                </c:pt>
                <c:pt idx="53186">
                  <c:v>61.98</c:v>
                </c:pt>
                <c:pt idx="53187">
                  <c:v>259.89999999999998</c:v>
                </c:pt>
                <c:pt idx="53188">
                  <c:v>95.96</c:v>
                </c:pt>
                <c:pt idx="53189">
                  <c:v>64.95</c:v>
                </c:pt>
                <c:pt idx="53190">
                  <c:v>55.98</c:v>
                </c:pt>
                <c:pt idx="53191">
                  <c:v>51.98</c:v>
                </c:pt>
                <c:pt idx="53192">
                  <c:v>59.99</c:v>
                </c:pt>
                <c:pt idx="53193">
                  <c:v>60.97</c:v>
                </c:pt>
                <c:pt idx="53194">
                  <c:v>74.959999999999994</c:v>
                </c:pt>
                <c:pt idx="53195">
                  <c:v>64.97</c:v>
                </c:pt>
                <c:pt idx="53196">
                  <c:v>50.97</c:v>
                </c:pt>
                <c:pt idx="53197">
                  <c:v>49.57</c:v>
                </c:pt>
                <c:pt idx="53198">
                  <c:v>34.9</c:v>
                </c:pt>
                <c:pt idx="53199">
                  <c:v>85.97</c:v>
                </c:pt>
                <c:pt idx="53200">
                  <c:v>53.98</c:v>
                </c:pt>
                <c:pt idx="53201">
                  <c:v>153.04</c:v>
                </c:pt>
                <c:pt idx="53202">
                  <c:v>51.67</c:v>
                </c:pt>
                <c:pt idx="53203">
                  <c:v>99.98</c:v>
                </c:pt>
                <c:pt idx="53204">
                  <c:v>99.98</c:v>
                </c:pt>
                <c:pt idx="53205">
                  <c:v>149.94999999999999</c:v>
                </c:pt>
                <c:pt idx="53206">
                  <c:v>10.29</c:v>
                </c:pt>
                <c:pt idx="53207">
                  <c:v>122.95</c:v>
                </c:pt>
                <c:pt idx="53208">
                  <c:v>526.17999999999995</c:v>
                </c:pt>
                <c:pt idx="53209">
                  <c:v>24.49</c:v>
                </c:pt>
                <c:pt idx="53210">
                  <c:v>389.85</c:v>
                </c:pt>
                <c:pt idx="53211">
                  <c:v>61.98</c:v>
                </c:pt>
                <c:pt idx="53212">
                  <c:v>47.03</c:v>
                </c:pt>
                <c:pt idx="53213">
                  <c:v>65.98</c:v>
                </c:pt>
                <c:pt idx="53214">
                  <c:v>61.98</c:v>
                </c:pt>
                <c:pt idx="53215">
                  <c:v>49.99</c:v>
                </c:pt>
                <c:pt idx="53216">
                  <c:v>76.97</c:v>
                </c:pt>
                <c:pt idx="53217">
                  <c:v>69.989999999999995</c:v>
                </c:pt>
                <c:pt idx="53218">
                  <c:v>92.97</c:v>
                </c:pt>
                <c:pt idx="53219">
                  <c:v>86.95</c:v>
                </c:pt>
                <c:pt idx="53220">
                  <c:v>131.97999999999999</c:v>
                </c:pt>
                <c:pt idx="53221">
                  <c:v>45.49</c:v>
                </c:pt>
                <c:pt idx="53222">
                  <c:v>80.98</c:v>
                </c:pt>
                <c:pt idx="53223">
                  <c:v>143.72</c:v>
                </c:pt>
                <c:pt idx="53224">
                  <c:v>37.28</c:v>
                </c:pt>
                <c:pt idx="53225">
                  <c:v>128.24</c:v>
                </c:pt>
                <c:pt idx="53226">
                  <c:v>49.99</c:v>
                </c:pt>
                <c:pt idx="53227">
                  <c:v>69.989999999999995</c:v>
                </c:pt>
                <c:pt idx="53228">
                  <c:v>84.97</c:v>
                </c:pt>
                <c:pt idx="53229">
                  <c:v>59.98</c:v>
                </c:pt>
                <c:pt idx="53230">
                  <c:v>50.97</c:v>
                </c:pt>
                <c:pt idx="53231">
                  <c:v>199.96</c:v>
                </c:pt>
                <c:pt idx="53232">
                  <c:v>114.95</c:v>
                </c:pt>
                <c:pt idx="53233">
                  <c:v>16.489999999999998</c:v>
                </c:pt>
                <c:pt idx="53234">
                  <c:v>15.69</c:v>
                </c:pt>
                <c:pt idx="53235">
                  <c:v>64.77</c:v>
                </c:pt>
                <c:pt idx="53236">
                  <c:v>51.29</c:v>
                </c:pt>
                <c:pt idx="53237">
                  <c:v>41.1</c:v>
                </c:pt>
                <c:pt idx="53238">
                  <c:v>50.98</c:v>
                </c:pt>
                <c:pt idx="53239">
                  <c:v>11.29</c:v>
                </c:pt>
                <c:pt idx="53240">
                  <c:v>61.98</c:v>
                </c:pt>
                <c:pt idx="53241">
                  <c:v>123.96</c:v>
                </c:pt>
                <c:pt idx="53242">
                  <c:v>95.96</c:v>
                </c:pt>
                <c:pt idx="53243">
                  <c:v>65.98</c:v>
                </c:pt>
                <c:pt idx="53244">
                  <c:v>123.96</c:v>
                </c:pt>
                <c:pt idx="53245">
                  <c:v>90.87</c:v>
                </c:pt>
                <c:pt idx="53246">
                  <c:v>55.98</c:v>
                </c:pt>
                <c:pt idx="53247">
                  <c:v>84.99</c:v>
                </c:pt>
                <c:pt idx="53248">
                  <c:v>51.98</c:v>
                </c:pt>
                <c:pt idx="53249">
                  <c:v>61.98</c:v>
                </c:pt>
                <c:pt idx="53250">
                  <c:v>89.97</c:v>
                </c:pt>
                <c:pt idx="53251">
                  <c:v>65.989999999999995</c:v>
                </c:pt>
                <c:pt idx="53252">
                  <c:v>72.58</c:v>
                </c:pt>
                <c:pt idx="53253">
                  <c:v>83.97</c:v>
                </c:pt>
                <c:pt idx="53254">
                  <c:v>51.96</c:v>
                </c:pt>
                <c:pt idx="53255">
                  <c:v>79.98</c:v>
                </c:pt>
                <c:pt idx="53256">
                  <c:v>121.67</c:v>
                </c:pt>
                <c:pt idx="53257">
                  <c:v>73.459999999999994</c:v>
                </c:pt>
                <c:pt idx="53258">
                  <c:v>94.98</c:v>
                </c:pt>
                <c:pt idx="53259">
                  <c:v>73.47</c:v>
                </c:pt>
                <c:pt idx="53260">
                  <c:v>174.92</c:v>
                </c:pt>
                <c:pt idx="53261">
                  <c:v>123.16</c:v>
                </c:pt>
                <c:pt idx="53262">
                  <c:v>104.35</c:v>
                </c:pt>
                <c:pt idx="53263">
                  <c:v>100.95</c:v>
                </c:pt>
                <c:pt idx="53264">
                  <c:v>84.98</c:v>
                </c:pt>
                <c:pt idx="53265">
                  <c:v>72.97</c:v>
                </c:pt>
                <c:pt idx="53266">
                  <c:v>50.49</c:v>
                </c:pt>
                <c:pt idx="53267">
                  <c:v>61.98</c:v>
                </c:pt>
                <c:pt idx="53268">
                  <c:v>92.97</c:v>
                </c:pt>
                <c:pt idx="53269">
                  <c:v>55.98</c:v>
                </c:pt>
                <c:pt idx="53270">
                  <c:v>79.989999999999995</c:v>
                </c:pt>
                <c:pt idx="53271">
                  <c:v>28.49</c:v>
                </c:pt>
                <c:pt idx="53272">
                  <c:v>24.49</c:v>
                </c:pt>
                <c:pt idx="53273">
                  <c:v>92.97</c:v>
                </c:pt>
                <c:pt idx="53274">
                  <c:v>51.98</c:v>
                </c:pt>
                <c:pt idx="53275">
                  <c:v>61.98</c:v>
                </c:pt>
                <c:pt idx="53276">
                  <c:v>71.959999999999994</c:v>
                </c:pt>
                <c:pt idx="53277">
                  <c:v>53.97</c:v>
                </c:pt>
                <c:pt idx="53278">
                  <c:v>102.83</c:v>
                </c:pt>
                <c:pt idx="53279">
                  <c:v>31.48</c:v>
                </c:pt>
                <c:pt idx="53280">
                  <c:v>155.94</c:v>
                </c:pt>
                <c:pt idx="53281">
                  <c:v>17.489999999999998</c:v>
                </c:pt>
                <c:pt idx="53282">
                  <c:v>49.99</c:v>
                </c:pt>
                <c:pt idx="53283">
                  <c:v>46.29</c:v>
                </c:pt>
                <c:pt idx="53284">
                  <c:v>59.99</c:v>
                </c:pt>
                <c:pt idx="53285">
                  <c:v>51.77</c:v>
                </c:pt>
                <c:pt idx="53286">
                  <c:v>77.400000000000006</c:v>
                </c:pt>
                <c:pt idx="53287">
                  <c:v>41.1</c:v>
                </c:pt>
                <c:pt idx="53288">
                  <c:v>102.57</c:v>
                </c:pt>
                <c:pt idx="53289">
                  <c:v>111.96</c:v>
                </c:pt>
                <c:pt idx="53290">
                  <c:v>69.47</c:v>
                </c:pt>
                <c:pt idx="53291">
                  <c:v>31.86</c:v>
                </c:pt>
                <c:pt idx="53292">
                  <c:v>60.97</c:v>
                </c:pt>
                <c:pt idx="53293">
                  <c:v>70.900000000000006</c:v>
                </c:pt>
                <c:pt idx="53294">
                  <c:v>-94.98</c:v>
                </c:pt>
                <c:pt idx="53295">
                  <c:v>55.98</c:v>
                </c:pt>
                <c:pt idx="53296">
                  <c:v>52.2</c:v>
                </c:pt>
                <c:pt idx="53297">
                  <c:v>51.98</c:v>
                </c:pt>
                <c:pt idx="53298">
                  <c:v>119.96</c:v>
                </c:pt>
                <c:pt idx="53299">
                  <c:v>92.39</c:v>
                </c:pt>
                <c:pt idx="53300">
                  <c:v>55.98</c:v>
                </c:pt>
                <c:pt idx="53301">
                  <c:v>54.86</c:v>
                </c:pt>
                <c:pt idx="53302">
                  <c:v>109.96</c:v>
                </c:pt>
                <c:pt idx="53303">
                  <c:v>57.96</c:v>
                </c:pt>
                <c:pt idx="53304">
                  <c:v>79.989999999999995</c:v>
                </c:pt>
                <c:pt idx="53305">
                  <c:v>147.94</c:v>
                </c:pt>
                <c:pt idx="53306">
                  <c:v>61.98</c:v>
                </c:pt>
                <c:pt idx="53307">
                  <c:v>151.94999999999999</c:v>
                </c:pt>
                <c:pt idx="53308">
                  <c:v>25.48</c:v>
                </c:pt>
                <c:pt idx="53309">
                  <c:v>53.97</c:v>
                </c:pt>
                <c:pt idx="53310">
                  <c:v>54.95</c:v>
                </c:pt>
                <c:pt idx="53311">
                  <c:v>78.959999999999994</c:v>
                </c:pt>
                <c:pt idx="53312">
                  <c:v>96.78</c:v>
                </c:pt>
                <c:pt idx="53313">
                  <c:v>25.6</c:v>
                </c:pt>
                <c:pt idx="53314">
                  <c:v>33.24</c:v>
                </c:pt>
                <c:pt idx="53315">
                  <c:v>55.98</c:v>
                </c:pt>
                <c:pt idx="53316">
                  <c:v>90.96</c:v>
                </c:pt>
                <c:pt idx="53317">
                  <c:v>46.47</c:v>
                </c:pt>
                <c:pt idx="53318">
                  <c:v>71.430000000000007</c:v>
                </c:pt>
                <c:pt idx="53319">
                  <c:v>88.77</c:v>
                </c:pt>
                <c:pt idx="53320">
                  <c:v>131.97999999999999</c:v>
                </c:pt>
                <c:pt idx="53321">
                  <c:v>84.99</c:v>
                </c:pt>
                <c:pt idx="53322">
                  <c:v>175.94</c:v>
                </c:pt>
                <c:pt idx="53323">
                  <c:v>167.93</c:v>
                </c:pt>
                <c:pt idx="53324">
                  <c:v>101.6</c:v>
                </c:pt>
                <c:pt idx="53325">
                  <c:v>96.76</c:v>
                </c:pt>
                <c:pt idx="53326">
                  <c:v>68.989999999999995</c:v>
                </c:pt>
                <c:pt idx="53327">
                  <c:v>55.98</c:v>
                </c:pt>
                <c:pt idx="53328">
                  <c:v>46.49</c:v>
                </c:pt>
                <c:pt idx="53329">
                  <c:v>56.98</c:v>
                </c:pt>
                <c:pt idx="53330">
                  <c:v>53.97</c:v>
                </c:pt>
                <c:pt idx="53331">
                  <c:v>81.569999999999993</c:v>
                </c:pt>
                <c:pt idx="53332">
                  <c:v>80.97</c:v>
                </c:pt>
                <c:pt idx="53333">
                  <c:v>167.94</c:v>
                </c:pt>
                <c:pt idx="53334">
                  <c:v>65.989999999999995</c:v>
                </c:pt>
                <c:pt idx="53335">
                  <c:v>119.96</c:v>
                </c:pt>
                <c:pt idx="53336">
                  <c:v>119.97</c:v>
                </c:pt>
                <c:pt idx="53337">
                  <c:v>41.29</c:v>
                </c:pt>
                <c:pt idx="53338">
                  <c:v>154.94999999999999</c:v>
                </c:pt>
                <c:pt idx="53339">
                  <c:v>55.98</c:v>
                </c:pt>
                <c:pt idx="53340">
                  <c:v>54.97</c:v>
                </c:pt>
                <c:pt idx="53341">
                  <c:v>50.97</c:v>
                </c:pt>
                <c:pt idx="53342">
                  <c:v>71.97</c:v>
                </c:pt>
                <c:pt idx="53343">
                  <c:v>167.96</c:v>
                </c:pt>
                <c:pt idx="53344">
                  <c:v>72.97</c:v>
                </c:pt>
                <c:pt idx="53345">
                  <c:v>32.630000000000003</c:v>
                </c:pt>
                <c:pt idx="53346">
                  <c:v>59.35</c:v>
                </c:pt>
                <c:pt idx="53347">
                  <c:v>55.98</c:v>
                </c:pt>
                <c:pt idx="53348">
                  <c:v>69.56</c:v>
                </c:pt>
                <c:pt idx="53349">
                  <c:v>47.15</c:v>
                </c:pt>
                <c:pt idx="53350">
                  <c:v>51.48</c:v>
                </c:pt>
                <c:pt idx="53351">
                  <c:v>19.190000000000001</c:v>
                </c:pt>
                <c:pt idx="53352">
                  <c:v>111.96</c:v>
                </c:pt>
                <c:pt idx="53353">
                  <c:v>223.92</c:v>
                </c:pt>
                <c:pt idx="53354">
                  <c:v>114.96</c:v>
                </c:pt>
                <c:pt idx="53355">
                  <c:v>114.95</c:v>
                </c:pt>
                <c:pt idx="53356">
                  <c:v>572.79</c:v>
                </c:pt>
                <c:pt idx="53357">
                  <c:v>69.97</c:v>
                </c:pt>
                <c:pt idx="53358">
                  <c:v>92.97</c:v>
                </c:pt>
                <c:pt idx="53359">
                  <c:v>48.29</c:v>
                </c:pt>
                <c:pt idx="53360">
                  <c:v>319.88</c:v>
                </c:pt>
                <c:pt idx="53361">
                  <c:v>263.95999999999998</c:v>
                </c:pt>
                <c:pt idx="53362">
                  <c:v>31.49</c:v>
                </c:pt>
                <c:pt idx="53363">
                  <c:v>56.97</c:v>
                </c:pt>
                <c:pt idx="53364">
                  <c:v>68.97</c:v>
                </c:pt>
                <c:pt idx="53365">
                  <c:v>29.49</c:v>
                </c:pt>
                <c:pt idx="53366">
                  <c:v>53.82</c:v>
                </c:pt>
                <c:pt idx="53367">
                  <c:v>48.48</c:v>
                </c:pt>
                <c:pt idx="53368">
                  <c:v>129.97</c:v>
                </c:pt>
                <c:pt idx="53369">
                  <c:v>47.48</c:v>
                </c:pt>
                <c:pt idx="53370">
                  <c:v>56.97</c:v>
                </c:pt>
                <c:pt idx="53371">
                  <c:v>89.98</c:v>
                </c:pt>
                <c:pt idx="53372">
                  <c:v>47.15</c:v>
                </c:pt>
                <c:pt idx="53373">
                  <c:v>74.97</c:v>
                </c:pt>
                <c:pt idx="53374">
                  <c:v>12.29</c:v>
                </c:pt>
                <c:pt idx="53375">
                  <c:v>29.38</c:v>
                </c:pt>
                <c:pt idx="53376">
                  <c:v>67.459999999999994</c:v>
                </c:pt>
                <c:pt idx="53377">
                  <c:v>55.98</c:v>
                </c:pt>
                <c:pt idx="53378">
                  <c:v>58.97</c:v>
                </c:pt>
                <c:pt idx="53379">
                  <c:v>92.97</c:v>
                </c:pt>
                <c:pt idx="53380">
                  <c:v>123.96</c:v>
                </c:pt>
                <c:pt idx="53381">
                  <c:v>80.98</c:v>
                </c:pt>
                <c:pt idx="53382">
                  <c:v>40.49</c:v>
                </c:pt>
                <c:pt idx="53383">
                  <c:v>63.98</c:v>
                </c:pt>
                <c:pt idx="53384">
                  <c:v>31.48</c:v>
                </c:pt>
                <c:pt idx="53385">
                  <c:v>64.98</c:v>
                </c:pt>
                <c:pt idx="53386">
                  <c:v>64.989999999999995</c:v>
                </c:pt>
                <c:pt idx="53387">
                  <c:v>79.760000000000005</c:v>
                </c:pt>
                <c:pt idx="53388">
                  <c:v>319.95</c:v>
                </c:pt>
                <c:pt idx="53389">
                  <c:v>92.97</c:v>
                </c:pt>
                <c:pt idx="53390">
                  <c:v>58.97</c:v>
                </c:pt>
                <c:pt idx="53391">
                  <c:v>89.97</c:v>
                </c:pt>
                <c:pt idx="53392">
                  <c:v>55.97</c:v>
                </c:pt>
                <c:pt idx="53393">
                  <c:v>53.98</c:v>
                </c:pt>
                <c:pt idx="53394">
                  <c:v>162.85</c:v>
                </c:pt>
                <c:pt idx="53395">
                  <c:v>92.98</c:v>
                </c:pt>
                <c:pt idx="53396">
                  <c:v>50.38</c:v>
                </c:pt>
                <c:pt idx="53397">
                  <c:v>32.49</c:v>
                </c:pt>
                <c:pt idx="53398">
                  <c:v>161.94</c:v>
                </c:pt>
                <c:pt idx="53399">
                  <c:v>55.78</c:v>
                </c:pt>
                <c:pt idx="53400">
                  <c:v>55.98</c:v>
                </c:pt>
                <c:pt idx="53401">
                  <c:v>50.28</c:v>
                </c:pt>
                <c:pt idx="53402">
                  <c:v>78.97</c:v>
                </c:pt>
                <c:pt idx="53403">
                  <c:v>38.47</c:v>
                </c:pt>
                <c:pt idx="53404">
                  <c:v>49.16</c:v>
                </c:pt>
                <c:pt idx="53405">
                  <c:v>155.47</c:v>
                </c:pt>
                <c:pt idx="53406">
                  <c:v>29.49</c:v>
                </c:pt>
                <c:pt idx="53407">
                  <c:v>17.239999999999998</c:v>
                </c:pt>
                <c:pt idx="53408">
                  <c:v>129.94999999999999</c:v>
                </c:pt>
                <c:pt idx="53409">
                  <c:v>68.97</c:v>
                </c:pt>
                <c:pt idx="53410">
                  <c:v>61.98</c:v>
                </c:pt>
                <c:pt idx="53411">
                  <c:v>111.96</c:v>
                </c:pt>
                <c:pt idx="53412">
                  <c:v>77.97</c:v>
                </c:pt>
                <c:pt idx="53413">
                  <c:v>62.98</c:v>
                </c:pt>
                <c:pt idx="53414">
                  <c:v>395.92</c:v>
                </c:pt>
                <c:pt idx="53415">
                  <c:v>207.92</c:v>
                </c:pt>
                <c:pt idx="53416">
                  <c:v>69.989999999999995</c:v>
                </c:pt>
                <c:pt idx="53417">
                  <c:v>115.96</c:v>
                </c:pt>
                <c:pt idx="53418">
                  <c:v>31.49</c:v>
                </c:pt>
                <c:pt idx="53419">
                  <c:v>145.71</c:v>
                </c:pt>
                <c:pt idx="53420">
                  <c:v>104.97</c:v>
                </c:pt>
                <c:pt idx="53421">
                  <c:v>118.95</c:v>
                </c:pt>
                <c:pt idx="53422">
                  <c:v>61.98</c:v>
                </c:pt>
                <c:pt idx="53423">
                  <c:v>92.97</c:v>
                </c:pt>
                <c:pt idx="53424">
                  <c:v>65.98</c:v>
                </c:pt>
                <c:pt idx="53425">
                  <c:v>76.209999999999994</c:v>
                </c:pt>
                <c:pt idx="53426">
                  <c:v>121.94</c:v>
                </c:pt>
                <c:pt idx="53427">
                  <c:v>56.97</c:v>
                </c:pt>
                <c:pt idx="53428">
                  <c:v>55.98</c:v>
                </c:pt>
                <c:pt idx="53429">
                  <c:v>100.98</c:v>
                </c:pt>
                <c:pt idx="53430">
                  <c:v>59.98</c:v>
                </c:pt>
                <c:pt idx="53431">
                  <c:v>99.98</c:v>
                </c:pt>
                <c:pt idx="53432">
                  <c:v>106.97</c:v>
                </c:pt>
                <c:pt idx="53433">
                  <c:v>63.97</c:v>
                </c:pt>
                <c:pt idx="53434">
                  <c:v>289.95</c:v>
                </c:pt>
                <c:pt idx="53435">
                  <c:v>91.97</c:v>
                </c:pt>
                <c:pt idx="53436">
                  <c:v>99.98</c:v>
                </c:pt>
                <c:pt idx="53437">
                  <c:v>167.94</c:v>
                </c:pt>
                <c:pt idx="53438">
                  <c:v>61.98</c:v>
                </c:pt>
                <c:pt idx="53439">
                  <c:v>60.98</c:v>
                </c:pt>
                <c:pt idx="53440">
                  <c:v>50.98</c:v>
                </c:pt>
                <c:pt idx="53441">
                  <c:v>98.97</c:v>
                </c:pt>
                <c:pt idx="53442">
                  <c:v>100.97</c:v>
                </c:pt>
                <c:pt idx="53443">
                  <c:v>64.09</c:v>
                </c:pt>
                <c:pt idx="53444">
                  <c:v>324.95999999999998</c:v>
                </c:pt>
                <c:pt idx="53445">
                  <c:v>88.97</c:v>
                </c:pt>
                <c:pt idx="53446">
                  <c:v>63.96</c:v>
                </c:pt>
                <c:pt idx="53447">
                  <c:v>65.98</c:v>
                </c:pt>
                <c:pt idx="53448">
                  <c:v>106.98</c:v>
                </c:pt>
                <c:pt idx="53449">
                  <c:v>123.96</c:v>
                </c:pt>
                <c:pt idx="53450">
                  <c:v>64.67</c:v>
                </c:pt>
                <c:pt idx="53451">
                  <c:v>138.97</c:v>
                </c:pt>
                <c:pt idx="53452">
                  <c:v>99.97</c:v>
                </c:pt>
                <c:pt idx="53453">
                  <c:v>83.97</c:v>
                </c:pt>
                <c:pt idx="53454">
                  <c:v>126.96</c:v>
                </c:pt>
                <c:pt idx="53455">
                  <c:v>99.98</c:v>
                </c:pt>
                <c:pt idx="53456">
                  <c:v>329.89</c:v>
                </c:pt>
                <c:pt idx="53457">
                  <c:v>50.28</c:v>
                </c:pt>
                <c:pt idx="53458">
                  <c:v>94.96</c:v>
                </c:pt>
                <c:pt idx="53459">
                  <c:v>59.98</c:v>
                </c:pt>
                <c:pt idx="53460">
                  <c:v>104.68</c:v>
                </c:pt>
                <c:pt idx="53461">
                  <c:v>85.89</c:v>
                </c:pt>
                <c:pt idx="53462">
                  <c:v>91.96</c:v>
                </c:pt>
                <c:pt idx="53463">
                  <c:v>29.25</c:v>
                </c:pt>
                <c:pt idx="53464">
                  <c:v>62.47</c:v>
                </c:pt>
                <c:pt idx="53465">
                  <c:v>125.86</c:v>
                </c:pt>
                <c:pt idx="53466">
                  <c:v>57.58</c:v>
                </c:pt>
                <c:pt idx="53467">
                  <c:v>61.69</c:v>
                </c:pt>
                <c:pt idx="53468">
                  <c:v>111.27</c:v>
                </c:pt>
                <c:pt idx="53469">
                  <c:v>19.489999999999998</c:v>
                </c:pt>
                <c:pt idx="53470">
                  <c:v>71.239999999999995</c:v>
                </c:pt>
                <c:pt idx="53471">
                  <c:v>59.96</c:v>
                </c:pt>
                <c:pt idx="53472">
                  <c:v>89.97</c:v>
                </c:pt>
                <c:pt idx="53473">
                  <c:v>50.98</c:v>
                </c:pt>
                <c:pt idx="53474">
                  <c:v>15.99</c:v>
                </c:pt>
                <c:pt idx="53475">
                  <c:v>24.49</c:v>
                </c:pt>
                <c:pt idx="53476">
                  <c:v>62.99</c:v>
                </c:pt>
                <c:pt idx="53477">
                  <c:v>82.26</c:v>
                </c:pt>
                <c:pt idx="53478">
                  <c:v>143.94</c:v>
                </c:pt>
                <c:pt idx="53479">
                  <c:v>71.97</c:v>
                </c:pt>
                <c:pt idx="53480">
                  <c:v>110.98</c:v>
                </c:pt>
                <c:pt idx="53481">
                  <c:v>66.25</c:v>
                </c:pt>
                <c:pt idx="53482">
                  <c:v>41.29</c:v>
                </c:pt>
                <c:pt idx="53483">
                  <c:v>51.98</c:v>
                </c:pt>
                <c:pt idx="53484">
                  <c:v>47.48</c:v>
                </c:pt>
                <c:pt idx="53485">
                  <c:v>207.92</c:v>
                </c:pt>
                <c:pt idx="53486">
                  <c:v>65.67</c:v>
                </c:pt>
                <c:pt idx="53487">
                  <c:v>79.989999999999995</c:v>
                </c:pt>
                <c:pt idx="53488">
                  <c:v>51.96</c:v>
                </c:pt>
                <c:pt idx="53489">
                  <c:v>53.98</c:v>
                </c:pt>
                <c:pt idx="53490">
                  <c:v>89.98</c:v>
                </c:pt>
                <c:pt idx="53491">
                  <c:v>55.98</c:v>
                </c:pt>
                <c:pt idx="53492">
                  <c:v>20.74</c:v>
                </c:pt>
                <c:pt idx="53493">
                  <c:v>84.99</c:v>
                </c:pt>
                <c:pt idx="53494">
                  <c:v>79.98</c:v>
                </c:pt>
                <c:pt idx="53495">
                  <c:v>66.53</c:v>
                </c:pt>
                <c:pt idx="53496">
                  <c:v>122.95</c:v>
                </c:pt>
                <c:pt idx="53497">
                  <c:v>53.98</c:v>
                </c:pt>
                <c:pt idx="53498">
                  <c:v>19.28</c:v>
                </c:pt>
                <c:pt idx="53499">
                  <c:v>119.97</c:v>
                </c:pt>
                <c:pt idx="53500">
                  <c:v>47.48</c:v>
                </c:pt>
                <c:pt idx="53501">
                  <c:v>50.97</c:v>
                </c:pt>
                <c:pt idx="53502">
                  <c:v>-29.49</c:v>
                </c:pt>
                <c:pt idx="53503">
                  <c:v>-49.48</c:v>
                </c:pt>
                <c:pt idx="53504">
                  <c:v>112.96</c:v>
                </c:pt>
                <c:pt idx="53505">
                  <c:v>128.97999999999999</c:v>
                </c:pt>
                <c:pt idx="53506">
                  <c:v>63.98</c:v>
                </c:pt>
                <c:pt idx="53507">
                  <c:v>59.98</c:v>
                </c:pt>
                <c:pt idx="53508">
                  <c:v>128.97</c:v>
                </c:pt>
                <c:pt idx="53509">
                  <c:v>129.94999999999999</c:v>
                </c:pt>
                <c:pt idx="53510">
                  <c:v>-96.74</c:v>
                </c:pt>
                <c:pt idx="53511">
                  <c:v>94.97</c:v>
                </c:pt>
                <c:pt idx="53512">
                  <c:v>56.98</c:v>
                </c:pt>
                <c:pt idx="53513">
                  <c:v>53.97</c:v>
                </c:pt>
                <c:pt idx="53514">
                  <c:v>-43.96</c:v>
                </c:pt>
                <c:pt idx="53515">
                  <c:v>66.98</c:v>
                </c:pt>
                <c:pt idx="53516">
                  <c:v>55.97</c:v>
                </c:pt>
                <c:pt idx="53517">
                  <c:v>-58.98</c:v>
                </c:pt>
                <c:pt idx="53518">
                  <c:v>32.630000000000003</c:v>
                </c:pt>
                <c:pt idx="53519">
                  <c:v>90.87</c:v>
                </c:pt>
                <c:pt idx="53520">
                  <c:v>21.28</c:v>
                </c:pt>
                <c:pt idx="53521">
                  <c:v>30.99</c:v>
                </c:pt>
                <c:pt idx="53522">
                  <c:v>79.81</c:v>
                </c:pt>
                <c:pt idx="53523">
                  <c:v>81.95</c:v>
                </c:pt>
                <c:pt idx="53524">
                  <c:v>154.94999999999999</c:v>
                </c:pt>
                <c:pt idx="53525">
                  <c:v>127.47</c:v>
                </c:pt>
                <c:pt idx="53526">
                  <c:v>76.48</c:v>
                </c:pt>
                <c:pt idx="53527">
                  <c:v>79.989999999999995</c:v>
                </c:pt>
                <c:pt idx="53528">
                  <c:v>182.94</c:v>
                </c:pt>
                <c:pt idx="53529">
                  <c:v>87.94</c:v>
                </c:pt>
                <c:pt idx="53530">
                  <c:v>61.66</c:v>
                </c:pt>
                <c:pt idx="53531">
                  <c:v>107.8</c:v>
                </c:pt>
                <c:pt idx="53532">
                  <c:v>59.95</c:v>
                </c:pt>
                <c:pt idx="53533">
                  <c:v>51.98</c:v>
                </c:pt>
                <c:pt idx="53534">
                  <c:v>92.97</c:v>
                </c:pt>
                <c:pt idx="53535">
                  <c:v>31.29</c:v>
                </c:pt>
                <c:pt idx="53536">
                  <c:v>50.47</c:v>
                </c:pt>
                <c:pt idx="53537">
                  <c:v>42.7</c:v>
                </c:pt>
                <c:pt idx="53538">
                  <c:v>46.48</c:v>
                </c:pt>
                <c:pt idx="53539">
                  <c:v>104.95</c:v>
                </c:pt>
                <c:pt idx="53540">
                  <c:v>59.98</c:v>
                </c:pt>
                <c:pt idx="53541">
                  <c:v>72.58</c:v>
                </c:pt>
                <c:pt idx="53542">
                  <c:v>82.96</c:v>
                </c:pt>
                <c:pt idx="53543">
                  <c:v>29.49</c:v>
                </c:pt>
                <c:pt idx="53544">
                  <c:v>91.96</c:v>
                </c:pt>
                <c:pt idx="53545">
                  <c:v>24.89</c:v>
                </c:pt>
                <c:pt idx="53546">
                  <c:v>99.98</c:v>
                </c:pt>
                <c:pt idx="53547">
                  <c:v>114.96</c:v>
                </c:pt>
                <c:pt idx="53548">
                  <c:v>22.48</c:v>
                </c:pt>
                <c:pt idx="53549">
                  <c:v>65.989999999999995</c:v>
                </c:pt>
                <c:pt idx="53550">
                  <c:v>155.43</c:v>
                </c:pt>
                <c:pt idx="53551">
                  <c:v>70.16</c:v>
                </c:pt>
                <c:pt idx="53552">
                  <c:v>102.96</c:v>
                </c:pt>
                <c:pt idx="53553">
                  <c:v>65.98</c:v>
                </c:pt>
                <c:pt idx="53554">
                  <c:v>80.98</c:v>
                </c:pt>
                <c:pt idx="53555">
                  <c:v>55.98</c:v>
                </c:pt>
                <c:pt idx="53556">
                  <c:v>224.89</c:v>
                </c:pt>
                <c:pt idx="53557">
                  <c:v>29.48</c:v>
                </c:pt>
                <c:pt idx="53558">
                  <c:v>55.98</c:v>
                </c:pt>
                <c:pt idx="53559">
                  <c:v>92.97</c:v>
                </c:pt>
                <c:pt idx="53560">
                  <c:v>258.25</c:v>
                </c:pt>
                <c:pt idx="53561">
                  <c:v>63.96</c:v>
                </c:pt>
                <c:pt idx="53562">
                  <c:v>76.489999999999995</c:v>
                </c:pt>
                <c:pt idx="53563">
                  <c:v>61.98</c:v>
                </c:pt>
                <c:pt idx="53564">
                  <c:v>77.42</c:v>
                </c:pt>
                <c:pt idx="53565">
                  <c:v>55.98</c:v>
                </c:pt>
                <c:pt idx="53566">
                  <c:v>35.299999999999997</c:v>
                </c:pt>
                <c:pt idx="53567">
                  <c:v>46.29</c:v>
                </c:pt>
                <c:pt idx="53568">
                  <c:v>15.99</c:v>
                </c:pt>
                <c:pt idx="53569">
                  <c:v>61.98</c:v>
                </c:pt>
                <c:pt idx="53570">
                  <c:v>55.38</c:v>
                </c:pt>
                <c:pt idx="53571">
                  <c:v>99.98</c:v>
                </c:pt>
                <c:pt idx="53572">
                  <c:v>26.49</c:v>
                </c:pt>
                <c:pt idx="53573">
                  <c:v>95.96</c:v>
                </c:pt>
                <c:pt idx="53574">
                  <c:v>55.97</c:v>
                </c:pt>
                <c:pt idx="53575">
                  <c:v>83.96</c:v>
                </c:pt>
                <c:pt idx="53576">
                  <c:v>119.9</c:v>
                </c:pt>
                <c:pt idx="53577">
                  <c:v>41.09</c:v>
                </c:pt>
                <c:pt idx="53578">
                  <c:v>169.98</c:v>
                </c:pt>
                <c:pt idx="53579">
                  <c:v>86.95</c:v>
                </c:pt>
                <c:pt idx="53580">
                  <c:v>25.48</c:v>
                </c:pt>
                <c:pt idx="53581">
                  <c:v>19.489999999999998</c:v>
                </c:pt>
                <c:pt idx="53582">
                  <c:v>105.98</c:v>
                </c:pt>
                <c:pt idx="53583">
                  <c:v>89.97</c:v>
                </c:pt>
                <c:pt idx="53584">
                  <c:v>46.49</c:v>
                </c:pt>
                <c:pt idx="53585">
                  <c:v>90.69</c:v>
                </c:pt>
                <c:pt idx="53586">
                  <c:v>73.48</c:v>
                </c:pt>
                <c:pt idx="53587">
                  <c:v>136.46</c:v>
                </c:pt>
                <c:pt idx="53588">
                  <c:v>168.47</c:v>
                </c:pt>
                <c:pt idx="53589">
                  <c:v>166.25</c:v>
                </c:pt>
                <c:pt idx="53590">
                  <c:v>74.98</c:v>
                </c:pt>
                <c:pt idx="53591">
                  <c:v>87.05</c:v>
                </c:pt>
                <c:pt idx="53592">
                  <c:v>169.98</c:v>
                </c:pt>
                <c:pt idx="53593">
                  <c:v>112.47</c:v>
                </c:pt>
                <c:pt idx="53594">
                  <c:v>125.8</c:v>
                </c:pt>
                <c:pt idx="53595">
                  <c:v>615.84</c:v>
                </c:pt>
                <c:pt idx="53596">
                  <c:v>50.69</c:v>
                </c:pt>
                <c:pt idx="53597">
                  <c:v>13.29</c:v>
                </c:pt>
                <c:pt idx="53598">
                  <c:v>64.09</c:v>
                </c:pt>
                <c:pt idx="53599">
                  <c:v>119.96</c:v>
                </c:pt>
                <c:pt idx="53600">
                  <c:v>61.98</c:v>
                </c:pt>
                <c:pt idx="53601">
                  <c:v>64.95</c:v>
                </c:pt>
                <c:pt idx="53602">
                  <c:v>95.96</c:v>
                </c:pt>
                <c:pt idx="53603">
                  <c:v>114.96</c:v>
                </c:pt>
                <c:pt idx="53604">
                  <c:v>55.96</c:v>
                </c:pt>
                <c:pt idx="53605">
                  <c:v>114.38</c:v>
                </c:pt>
                <c:pt idx="53606">
                  <c:v>59.98</c:v>
                </c:pt>
                <c:pt idx="53607">
                  <c:v>7.49</c:v>
                </c:pt>
                <c:pt idx="53608">
                  <c:v>42.3</c:v>
                </c:pt>
                <c:pt idx="53609">
                  <c:v>54.99</c:v>
                </c:pt>
                <c:pt idx="53610">
                  <c:v>168.75</c:v>
                </c:pt>
                <c:pt idx="53611">
                  <c:v>68.989999999999995</c:v>
                </c:pt>
                <c:pt idx="53612">
                  <c:v>54.99</c:v>
                </c:pt>
                <c:pt idx="53613">
                  <c:v>31.48</c:v>
                </c:pt>
                <c:pt idx="53614">
                  <c:v>128.57</c:v>
                </c:pt>
                <c:pt idx="53615">
                  <c:v>163.46</c:v>
                </c:pt>
                <c:pt idx="53616">
                  <c:v>55.98</c:v>
                </c:pt>
                <c:pt idx="53617">
                  <c:v>92.97</c:v>
                </c:pt>
                <c:pt idx="53618">
                  <c:v>61.98</c:v>
                </c:pt>
                <c:pt idx="53619">
                  <c:v>51.98</c:v>
                </c:pt>
                <c:pt idx="53620">
                  <c:v>93.95</c:v>
                </c:pt>
                <c:pt idx="53621">
                  <c:v>111.96</c:v>
                </c:pt>
                <c:pt idx="53622">
                  <c:v>59.95</c:v>
                </c:pt>
                <c:pt idx="53623">
                  <c:v>267.89999999999998</c:v>
                </c:pt>
                <c:pt idx="53624">
                  <c:v>16.489999999999998</c:v>
                </c:pt>
                <c:pt idx="53625">
                  <c:v>118.98</c:v>
                </c:pt>
                <c:pt idx="53626">
                  <c:v>111.96</c:v>
                </c:pt>
                <c:pt idx="53627">
                  <c:v>11.49</c:v>
                </c:pt>
                <c:pt idx="53628">
                  <c:v>84.99</c:v>
                </c:pt>
                <c:pt idx="53629">
                  <c:v>58.98</c:v>
                </c:pt>
                <c:pt idx="53630">
                  <c:v>84.98</c:v>
                </c:pt>
                <c:pt idx="53631">
                  <c:v>55.96</c:v>
                </c:pt>
                <c:pt idx="53632">
                  <c:v>80.97</c:v>
                </c:pt>
                <c:pt idx="53633">
                  <c:v>61.98</c:v>
                </c:pt>
                <c:pt idx="53634">
                  <c:v>184.59</c:v>
                </c:pt>
                <c:pt idx="53635">
                  <c:v>114.96</c:v>
                </c:pt>
                <c:pt idx="53636">
                  <c:v>137.91</c:v>
                </c:pt>
                <c:pt idx="53637">
                  <c:v>174.55</c:v>
                </c:pt>
                <c:pt idx="53638">
                  <c:v>119.96</c:v>
                </c:pt>
                <c:pt idx="53639">
                  <c:v>79.98</c:v>
                </c:pt>
                <c:pt idx="53640">
                  <c:v>61.98</c:v>
                </c:pt>
                <c:pt idx="53641">
                  <c:v>19.489999999999998</c:v>
                </c:pt>
                <c:pt idx="53642">
                  <c:v>116.96</c:v>
                </c:pt>
                <c:pt idx="53643">
                  <c:v>51.98</c:v>
                </c:pt>
                <c:pt idx="53644">
                  <c:v>52.97</c:v>
                </c:pt>
                <c:pt idx="53645">
                  <c:v>25.34</c:v>
                </c:pt>
                <c:pt idx="53646">
                  <c:v>79.97</c:v>
                </c:pt>
                <c:pt idx="53647">
                  <c:v>106.67</c:v>
                </c:pt>
                <c:pt idx="53648">
                  <c:v>53.98</c:v>
                </c:pt>
                <c:pt idx="53649">
                  <c:v>47.48</c:v>
                </c:pt>
                <c:pt idx="53650">
                  <c:v>23.48</c:v>
                </c:pt>
                <c:pt idx="53651">
                  <c:v>64.97</c:v>
                </c:pt>
                <c:pt idx="53652">
                  <c:v>85.47</c:v>
                </c:pt>
                <c:pt idx="53653">
                  <c:v>54.98</c:v>
                </c:pt>
                <c:pt idx="53654">
                  <c:v>103.96</c:v>
                </c:pt>
                <c:pt idx="53655">
                  <c:v>92.97</c:v>
                </c:pt>
                <c:pt idx="53656">
                  <c:v>56.98</c:v>
                </c:pt>
                <c:pt idx="53657">
                  <c:v>132.04</c:v>
                </c:pt>
                <c:pt idx="53658">
                  <c:v>65.989999999999995</c:v>
                </c:pt>
                <c:pt idx="53659">
                  <c:v>67.78</c:v>
                </c:pt>
                <c:pt idx="53660">
                  <c:v>55.98</c:v>
                </c:pt>
                <c:pt idx="53661">
                  <c:v>178.44</c:v>
                </c:pt>
                <c:pt idx="53662">
                  <c:v>96.97</c:v>
                </c:pt>
                <c:pt idx="53663">
                  <c:v>25.99</c:v>
                </c:pt>
                <c:pt idx="53664">
                  <c:v>105.96</c:v>
                </c:pt>
                <c:pt idx="53665">
                  <c:v>103.96</c:v>
                </c:pt>
                <c:pt idx="53666">
                  <c:v>28.29</c:v>
                </c:pt>
                <c:pt idx="53667">
                  <c:v>89.97</c:v>
                </c:pt>
                <c:pt idx="53668">
                  <c:v>61.98</c:v>
                </c:pt>
                <c:pt idx="53669">
                  <c:v>79.989999999999995</c:v>
                </c:pt>
                <c:pt idx="53670">
                  <c:v>96.97</c:v>
                </c:pt>
                <c:pt idx="53671">
                  <c:v>289.44</c:v>
                </c:pt>
                <c:pt idx="53672">
                  <c:v>17.29</c:v>
                </c:pt>
                <c:pt idx="53673">
                  <c:v>122.16</c:v>
                </c:pt>
                <c:pt idx="53674">
                  <c:v>67.819999999999993</c:v>
                </c:pt>
                <c:pt idx="53675">
                  <c:v>59.95</c:v>
                </c:pt>
                <c:pt idx="53676">
                  <c:v>61.98</c:v>
                </c:pt>
                <c:pt idx="53677">
                  <c:v>107.63</c:v>
                </c:pt>
                <c:pt idx="53678">
                  <c:v>59.98</c:v>
                </c:pt>
                <c:pt idx="53679">
                  <c:v>154.66999999999999</c:v>
                </c:pt>
                <c:pt idx="53680">
                  <c:v>71.290000000000006</c:v>
                </c:pt>
                <c:pt idx="53681">
                  <c:v>187.49</c:v>
                </c:pt>
                <c:pt idx="53682">
                  <c:v>52.68</c:v>
                </c:pt>
                <c:pt idx="53683">
                  <c:v>31.28</c:v>
                </c:pt>
                <c:pt idx="53684">
                  <c:v>84.96</c:v>
                </c:pt>
                <c:pt idx="53685">
                  <c:v>91.91</c:v>
                </c:pt>
                <c:pt idx="53686">
                  <c:v>83.97</c:v>
                </c:pt>
                <c:pt idx="53687">
                  <c:v>111.96</c:v>
                </c:pt>
                <c:pt idx="53688">
                  <c:v>167.58</c:v>
                </c:pt>
                <c:pt idx="53689">
                  <c:v>108.86</c:v>
                </c:pt>
                <c:pt idx="53690">
                  <c:v>73.48</c:v>
                </c:pt>
                <c:pt idx="53691">
                  <c:v>41.47</c:v>
                </c:pt>
                <c:pt idx="53692">
                  <c:v>81.88</c:v>
                </c:pt>
                <c:pt idx="53693">
                  <c:v>90.47</c:v>
                </c:pt>
                <c:pt idx="53694">
                  <c:v>80.97</c:v>
                </c:pt>
                <c:pt idx="53695">
                  <c:v>61.98</c:v>
                </c:pt>
                <c:pt idx="53696">
                  <c:v>59.24</c:v>
                </c:pt>
                <c:pt idx="53697">
                  <c:v>92.97</c:v>
                </c:pt>
                <c:pt idx="53698">
                  <c:v>83.97</c:v>
                </c:pt>
                <c:pt idx="53699">
                  <c:v>59.98</c:v>
                </c:pt>
                <c:pt idx="53700">
                  <c:v>99.19</c:v>
                </c:pt>
                <c:pt idx="53701">
                  <c:v>29.49</c:v>
                </c:pt>
                <c:pt idx="53702">
                  <c:v>32.29</c:v>
                </c:pt>
                <c:pt idx="53703">
                  <c:v>101.97</c:v>
                </c:pt>
                <c:pt idx="53704">
                  <c:v>59.98</c:v>
                </c:pt>
                <c:pt idx="53705">
                  <c:v>59.98</c:v>
                </c:pt>
                <c:pt idx="53706">
                  <c:v>59.97</c:v>
                </c:pt>
                <c:pt idx="53707">
                  <c:v>111.96</c:v>
                </c:pt>
                <c:pt idx="53708">
                  <c:v>139.97</c:v>
                </c:pt>
                <c:pt idx="53709">
                  <c:v>92.97</c:v>
                </c:pt>
                <c:pt idx="53710">
                  <c:v>0</c:v>
                </c:pt>
                <c:pt idx="53711">
                  <c:v>53.98</c:v>
                </c:pt>
                <c:pt idx="53712">
                  <c:v>86.97</c:v>
                </c:pt>
                <c:pt idx="53713">
                  <c:v>54.58</c:v>
                </c:pt>
                <c:pt idx="53714">
                  <c:v>16.489999999999998</c:v>
                </c:pt>
                <c:pt idx="53715">
                  <c:v>36.28</c:v>
                </c:pt>
                <c:pt idx="53716">
                  <c:v>63.95</c:v>
                </c:pt>
                <c:pt idx="53717">
                  <c:v>86.06</c:v>
                </c:pt>
                <c:pt idx="53718">
                  <c:v>46.49</c:v>
                </c:pt>
                <c:pt idx="53719">
                  <c:v>49.38</c:v>
                </c:pt>
                <c:pt idx="53720">
                  <c:v>251.9</c:v>
                </c:pt>
                <c:pt idx="53721">
                  <c:v>156.94</c:v>
                </c:pt>
                <c:pt idx="53722">
                  <c:v>53.97</c:v>
                </c:pt>
                <c:pt idx="53723">
                  <c:v>33.83</c:v>
                </c:pt>
                <c:pt idx="53724">
                  <c:v>77.97</c:v>
                </c:pt>
                <c:pt idx="53725">
                  <c:v>55.98</c:v>
                </c:pt>
                <c:pt idx="53726">
                  <c:v>59.98</c:v>
                </c:pt>
                <c:pt idx="53727">
                  <c:v>99.99</c:v>
                </c:pt>
                <c:pt idx="53728">
                  <c:v>64.150000000000006</c:v>
                </c:pt>
                <c:pt idx="53729">
                  <c:v>362.93</c:v>
                </c:pt>
                <c:pt idx="53730">
                  <c:v>251.91</c:v>
                </c:pt>
                <c:pt idx="53731">
                  <c:v>87.1</c:v>
                </c:pt>
                <c:pt idx="53732">
                  <c:v>61.98</c:v>
                </c:pt>
                <c:pt idx="53733">
                  <c:v>88.97</c:v>
                </c:pt>
                <c:pt idx="53734">
                  <c:v>103.98</c:v>
                </c:pt>
                <c:pt idx="53735">
                  <c:v>-48.38</c:v>
                </c:pt>
                <c:pt idx="53736">
                  <c:v>58.98</c:v>
                </c:pt>
                <c:pt idx="53737">
                  <c:v>52.97</c:v>
                </c:pt>
                <c:pt idx="53738">
                  <c:v>86.46</c:v>
                </c:pt>
                <c:pt idx="53739">
                  <c:v>119.95</c:v>
                </c:pt>
                <c:pt idx="53740">
                  <c:v>84.99</c:v>
                </c:pt>
                <c:pt idx="53741">
                  <c:v>155.97</c:v>
                </c:pt>
                <c:pt idx="53742">
                  <c:v>62.97</c:v>
                </c:pt>
                <c:pt idx="53743">
                  <c:v>137.94999999999999</c:v>
                </c:pt>
                <c:pt idx="53744">
                  <c:v>51.98</c:v>
                </c:pt>
                <c:pt idx="53745">
                  <c:v>46.09</c:v>
                </c:pt>
                <c:pt idx="53746">
                  <c:v>111.94</c:v>
                </c:pt>
                <c:pt idx="53747">
                  <c:v>32.49</c:v>
                </c:pt>
                <c:pt idx="53748">
                  <c:v>136.46</c:v>
                </c:pt>
                <c:pt idx="53749">
                  <c:v>49.99</c:v>
                </c:pt>
                <c:pt idx="53750">
                  <c:v>55.96</c:v>
                </c:pt>
                <c:pt idx="53751">
                  <c:v>88.86</c:v>
                </c:pt>
                <c:pt idx="53752">
                  <c:v>73.959999999999994</c:v>
                </c:pt>
                <c:pt idx="53753">
                  <c:v>117.96</c:v>
                </c:pt>
                <c:pt idx="53754">
                  <c:v>49.28</c:v>
                </c:pt>
                <c:pt idx="53755">
                  <c:v>64.98</c:v>
                </c:pt>
                <c:pt idx="53756">
                  <c:v>55.98</c:v>
                </c:pt>
                <c:pt idx="53757">
                  <c:v>170.94</c:v>
                </c:pt>
                <c:pt idx="53758">
                  <c:v>86.17</c:v>
                </c:pt>
                <c:pt idx="53759">
                  <c:v>50.97</c:v>
                </c:pt>
                <c:pt idx="53760">
                  <c:v>39.99</c:v>
                </c:pt>
                <c:pt idx="53761">
                  <c:v>53.98</c:v>
                </c:pt>
                <c:pt idx="53762">
                  <c:v>50.97</c:v>
                </c:pt>
                <c:pt idx="53763">
                  <c:v>55.98</c:v>
                </c:pt>
                <c:pt idx="53764">
                  <c:v>103.37</c:v>
                </c:pt>
                <c:pt idx="53765">
                  <c:v>83.48</c:v>
                </c:pt>
                <c:pt idx="53766">
                  <c:v>150.11000000000001</c:v>
                </c:pt>
                <c:pt idx="53767">
                  <c:v>14.5</c:v>
                </c:pt>
                <c:pt idx="53768">
                  <c:v>146.96</c:v>
                </c:pt>
                <c:pt idx="53769">
                  <c:v>89.97</c:v>
                </c:pt>
                <c:pt idx="53770">
                  <c:v>34.99</c:v>
                </c:pt>
                <c:pt idx="53771">
                  <c:v>105.98</c:v>
                </c:pt>
                <c:pt idx="53772">
                  <c:v>53.98</c:v>
                </c:pt>
                <c:pt idx="53773">
                  <c:v>31.49</c:v>
                </c:pt>
                <c:pt idx="53774">
                  <c:v>52.16</c:v>
                </c:pt>
                <c:pt idx="53775">
                  <c:v>51.98</c:v>
                </c:pt>
                <c:pt idx="53776">
                  <c:v>135.97</c:v>
                </c:pt>
                <c:pt idx="53777">
                  <c:v>29.48</c:v>
                </c:pt>
                <c:pt idx="53778">
                  <c:v>83.67</c:v>
                </c:pt>
                <c:pt idx="53779">
                  <c:v>107.64</c:v>
                </c:pt>
                <c:pt idx="53780">
                  <c:v>68.959999999999994</c:v>
                </c:pt>
                <c:pt idx="53781">
                  <c:v>55.98</c:v>
                </c:pt>
                <c:pt idx="53782">
                  <c:v>84.99</c:v>
                </c:pt>
                <c:pt idx="53783">
                  <c:v>79.81</c:v>
                </c:pt>
                <c:pt idx="53784">
                  <c:v>129.96</c:v>
                </c:pt>
                <c:pt idx="53785">
                  <c:v>68.17</c:v>
                </c:pt>
                <c:pt idx="53786">
                  <c:v>59.95</c:v>
                </c:pt>
                <c:pt idx="53787">
                  <c:v>62.47</c:v>
                </c:pt>
                <c:pt idx="53788">
                  <c:v>169.98</c:v>
                </c:pt>
                <c:pt idx="53789">
                  <c:v>108.88</c:v>
                </c:pt>
                <c:pt idx="53790">
                  <c:v>55.98</c:v>
                </c:pt>
                <c:pt idx="53791">
                  <c:v>155.94</c:v>
                </c:pt>
                <c:pt idx="53792">
                  <c:v>97.97</c:v>
                </c:pt>
                <c:pt idx="53793">
                  <c:v>95.96</c:v>
                </c:pt>
                <c:pt idx="53794">
                  <c:v>113.94</c:v>
                </c:pt>
                <c:pt idx="53795">
                  <c:v>47.98</c:v>
                </c:pt>
                <c:pt idx="53796">
                  <c:v>64.97</c:v>
                </c:pt>
                <c:pt idx="53797">
                  <c:v>79.58</c:v>
                </c:pt>
                <c:pt idx="53798">
                  <c:v>55.98</c:v>
                </c:pt>
                <c:pt idx="53799">
                  <c:v>175.91</c:v>
                </c:pt>
                <c:pt idx="53800">
                  <c:v>84.98</c:v>
                </c:pt>
                <c:pt idx="53801">
                  <c:v>33.35</c:v>
                </c:pt>
                <c:pt idx="53802">
                  <c:v>110.96</c:v>
                </c:pt>
                <c:pt idx="53803">
                  <c:v>29.28</c:v>
                </c:pt>
                <c:pt idx="53804">
                  <c:v>50.98</c:v>
                </c:pt>
                <c:pt idx="53805">
                  <c:v>53.98</c:v>
                </c:pt>
                <c:pt idx="53806">
                  <c:v>37.28</c:v>
                </c:pt>
                <c:pt idx="53807">
                  <c:v>59.37</c:v>
                </c:pt>
                <c:pt idx="53808">
                  <c:v>77.97</c:v>
                </c:pt>
                <c:pt idx="53809">
                  <c:v>129.9</c:v>
                </c:pt>
                <c:pt idx="53810">
                  <c:v>55.98</c:v>
                </c:pt>
                <c:pt idx="53811">
                  <c:v>66.97</c:v>
                </c:pt>
                <c:pt idx="53812">
                  <c:v>55.96</c:v>
                </c:pt>
                <c:pt idx="53813">
                  <c:v>119.98</c:v>
                </c:pt>
                <c:pt idx="53814">
                  <c:v>133.15</c:v>
                </c:pt>
                <c:pt idx="53815">
                  <c:v>54.98</c:v>
                </c:pt>
                <c:pt idx="53816">
                  <c:v>124.06</c:v>
                </c:pt>
                <c:pt idx="53817">
                  <c:v>169.98</c:v>
                </c:pt>
                <c:pt idx="53818">
                  <c:v>59.98</c:v>
                </c:pt>
                <c:pt idx="53819">
                  <c:v>79.849999999999994</c:v>
                </c:pt>
                <c:pt idx="53820">
                  <c:v>55.97</c:v>
                </c:pt>
                <c:pt idx="53821">
                  <c:v>100.26</c:v>
                </c:pt>
                <c:pt idx="53822">
                  <c:v>16.29</c:v>
                </c:pt>
                <c:pt idx="53823">
                  <c:v>119.96</c:v>
                </c:pt>
                <c:pt idx="53824">
                  <c:v>59.98</c:v>
                </c:pt>
                <c:pt idx="53825">
                  <c:v>89.97</c:v>
                </c:pt>
                <c:pt idx="53826">
                  <c:v>107.94</c:v>
                </c:pt>
                <c:pt idx="53827">
                  <c:v>60.98</c:v>
                </c:pt>
                <c:pt idx="53828">
                  <c:v>185.94</c:v>
                </c:pt>
                <c:pt idx="53829">
                  <c:v>-5.99</c:v>
                </c:pt>
                <c:pt idx="53830">
                  <c:v>55.98</c:v>
                </c:pt>
                <c:pt idx="53831">
                  <c:v>85.97</c:v>
                </c:pt>
                <c:pt idx="53832">
                  <c:v>129.94999999999999</c:v>
                </c:pt>
                <c:pt idx="53833">
                  <c:v>87.56</c:v>
                </c:pt>
                <c:pt idx="53834">
                  <c:v>55.98</c:v>
                </c:pt>
                <c:pt idx="53835">
                  <c:v>-0.5</c:v>
                </c:pt>
                <c:pt idx="53836">
                  <c:v>79.959999999999994</c:v>
                </c:pt>
                <c:pt idx="53837">
                  <c:v>48.78</c:v>
                </c:pt>
                <c:pt idx="53838">
                  <c:v>59.98</c:v>
                </c:pt>
                <c:pt idx="53839">
                  <c:v>92.97</c:v>
                </c:pt>
                <c:pt idx="53840">
                  <c:v>75.38</c:v>
                </c:pt>
                <c:pt idx="53841">
                  <c:v>29.49</c:v>
                </c:pt>
                <c:pt idx="53842">
                  <c:v>65.97</c:v>
                </c:pt>
                <c:pt idx="53843">
                  <c:v>65.989999999999995</c:v>
                </c:pt>
                <c:pt idx="53844">
                  <c:v>163.94</c:v>
                </c:pt>
                <c:pt idx="53845">
                  <c:v>20.29</c:v>
                </c:pt>
                <c:pt idx="53846">
                  <c:v>80.959999999999994</c:v>
                </c:pt>
                <c:pt idx="53847">
                  <c:v>19.489999999999998</c:v>
                </c:pt>
                <c:pt idx="53848">
                  <c:v>147.93</c:v>
                </c:pt>
                <c:pt idx="53849">
                  <c:v>46.27</c:v>
                </c:pt>
                <c:pt idx="53850">
                  <c:v>83.97</c:v>
                </c:pt>
                <c:pt idx="53851">
                  <c:v>41.49</c:v>
                </c:pt>
                <c:pt idx="53852">
                  <c:v>59.24</c:v>
                </c:pt>
                <c:pt idx="53853">
                  <c:v>72.56</c:v>
                </c:pt>
                <c:pt idx="53854">
                  <c:v>99.98</c:v>
                </c:pt>
                <c:pt idx="53855">
                  <c:v>175.94</c:v>
                </c:pt>
                <c:pt idx="53856">
                  <c:v>199.89</c:v>
                </c:pt>
                <c:pt idx="53857">
                  <c:v>101.46</c:v>
                </c:pt>
                <c:pt idx="53858">
                  <c:v>11.09</c:v>
                </c:pt>
                <c:pt idx="53859">
                  <c:v>74.98</c:v>
                </c:pt>
                <c:pt idx="53860">
                  <c:v>55.98</c:v>
                </c:pt>
                <c:pt idx="53861">
                  <c:v>54.99</c:v>
                </c:pt>
                <c:pt idx="53862">
                  <c:v>37.28</c:v>
                </c:pt>
                <c:pt idx="53863">
                  <c:v>177.97</c:v>
                </c:pt>
                <c:pt idx="53864">
                  <c:v>77.97</c:v>
                </c:pt>
                <c:pt idx="53865">
                  <c:v>101.96</c:v>
                </c:pt>
                <c:pt idx="53866">
                  <c:v>32.29</c:v>
                </c:pt>
                <c:pt idx="53867">
                  <c:v>83.97</c:v>
                </c:pt>
                <c:pt idx="53868">
                  <c:v>58.98</c:v>
                </c:pt>
                <c:pt idx="53869">
                  <c:v>77.97</c:v>
                </c:pt>
                <c:pt idx="53870">
                  <c:v>55.98</c:v>
                </c:pt>
                <c:pt idx="53871">
                  <c:v>25.39</c:v>
                </c:pt>
                <c:pt idx="53872">
                  <c:v>49.97</c:v>
                </c:pt>
                <c:pt idx="53873">
                  <c:v>233.91</c:v>
                </c:pt>
                <c:pt idx="53874">
                  <c:v>20.29</c:v>
                </c:pt>
                <c:pt idx="53875">
                  <c:v>73.48</c:v>
                </c:pt>
                <c:pt idx="53876">
                  <c:v>159.97</c:v>
                </c:pt>
                <c:pt idx="53877">
                  <c:v>15.29</c:v>
                </c:pt>
                <c:pt idx="53878">
                  <c:v>213.44</c:v>
                </c:pt>
                <c:pt idx="53879">
                  <c:v>55.39</c:v>
                </c:pt>
                <c:pt idx="53880">
                  <c:v>55.97</c:v>
                </c:pt>
                <c:pt idx="53881">
                  <c:v>55.98</c:v>
                </c:pt>
                <c:pt idx="53882">
                  <c:v>121.46</c:v>
                </c:pt>
                <c:pt idx="53883">
                  <c:v>18.98</c:v>
                </c:pt>
                <c:pt idx="53884">
                  <c:v>53.98</c:v>
                </c:pt>
                <c:pt idx="53885">
                  <c:v>193.11</c:v>
                </c:pt>
                <c:pt idx="53886">
                  <c:v>52.48</c:v>
                </c:pt>
                <c:pt idx="53887">
                  <c:v>61.98</c:v>
                </c:pt>
                <c:pt idx="53888">
                  <c:v>79.989999999999995</c:v>
                </c:pt>
                <c:pt idx="53889">
                  <c:v>79.849999999999994</c:v>
                </c:pt>
                <c:pt idx="53890">
                  <c:v>32.49</c:v>
                </c:pt>
                <c:pt idx="53891">
                  <c:v>61.98</c:v>
                </c:pt>
                <c:pt idx="53892">
                  <c:v>61.98</c:v>
                </c:pt>
                <c:pt idx="53893">
                  <c:v>76.47</c:v>
                </c:pt>
                <c:pt idx="53894">
                  <c:v>53.97</c:v>
                </c:pt>
                <c:pt idx="53895">
                  <c:v>49.99</c:v>
                </c:pt>
                <c:pt idx="53896">
                  <c:v>169.98</c:v>
                </c:pt>
                <c:pt idx="53897">
                  <c:v>55.98</c:v>
                </c:pt>
                <c:pt idx="53898">
                  <c:v>102.79</c:v>
                </c:pt>
                <c:pt idx="53899">
                  <c:v>31.28</c:v>
                </c:pt>
                <c:pt idx="53900">
                  <c:v>55.48</c:v>
                </c:pt>
                <c:pt idx="53901">
                  <c:v>41.29</c:v>
                </c:pt>
                <c:pt idx="53902">
                  <c:v>59.98</c:v>
                </c:pt>
                <c:pt idx="53903">
                  <c:v>59.96</c:v>
                </c:pt>
                <c:pt idx="53904">
                  <c:v>59.99</c:v>
                </c:pt>
                <c:pt idx="53905">
                  <c:v>61.98</c:v>
                </c:pt>
                <c:pt idx="53906">
                  <c:v>107.96</c:v>
                </c:pt>
                <c:pt idx="53907">
                  <c:v>85.47</c:v>
                </c:pt>
                <c:pt idx="53908">
                  <c:v>111.96</c:v>
                </c:pt>
                <c:pt idx="53909">
                  <c:v>79.989999999999995</c:v>
                </c:pt>
                <c:pt idx="53910">
                  <c:v>54.99</c:v>
                </c:pt>
                <c:pt idx="53911">
                  <c:v>18.989999999999998</c:v>
                </c:pt>
                <c:pt idx="53912">
                  <c:v>23.98</c:v>
                </c:pt>
                <c:pt idx="53913">
                  <c:v>30.48</c:v>
                </c:pt>
                <c:pt idx="53914">
                  <c:v>27.49</c:v>
                </c:pt>
                <c:pt idx="53915">
                  <c:v>61.98</c:v>
                </c:pt>
                <c:pt idx="53916">
                  <c:v>84.98</c:v>
                </c:pt>
                <c:pt idx="53917">
                  <c:v>24.49</c:v>
                </c:pt>
                <c:pt idx="53918">
                  <c:v>29.49</c:v>
                </c:pt>
                <c:pt idx="53919">
                  <c:v>17.489999999999998</c:v>
                </c:pt>
                <c:pt idx="53920">
                  <c:v>61.98</c:v>
                </c:pt>
                <c:pt idx="53921">
                  <c:v>60.97</c:v>
                </c:pt>
                <c:pt idx="53922">
                  <c:v>27.49</c:v>
                </c:pt>
                <c:pt idx="53923">
                  <c:v>199.36</c:v>
                </c:pt>
                <c:pt idx="53924">
                  <c:v>123.96</c:v>
                </c:pt>
                <c:pt idx="53925">
                  <c:v>50.98</c:v>
                </c:pt>
                <c:pt idx="53926">
                  <c:v>52.16</c:v>
                </c:pt>
                <c:pt idx="53927">
                  <c:v>61.98</c:v>
                </c:pt>
                <c:pt idx="53928">
                  <c:v>111.97</c:v>
                </c:pt>
                <c:pt idx="53929">
                  <c:v>103.96</c:v>
                </c:pt>
                <c:pt idx="53930">
                  <c:v>65.989999999999995</c:v>
                </c:pt>
                <c:pt idx="53931">
                  <c:v>20.49</c:v>
                </c:pt>
                <c:pt idx="53932">
                  <c:v>94.72</c:v>
                </c:pt>
                <c:pt idx="53933">
                  <c:v>25.48</c:v>
                </c:pt>
                <c:pt idx="53934">
                  <c:v>54.99</c:v>
                </c:pt>
                <c:pt idx="53935">
                  <c:v>55.96</c:v>
                </c:pt>
                <c:pt idx="53936">
                  <c:v>109.93</c:v>
                </c:pt>
                <c:pt idx="53937">
                  <c:v>21.49</c:v>
                </c:pt>
                <c:pt idx="53938">
                  <c:v>26.29</c:v>
                </c:pt>
                <c:pt idx="53939">
                  <c:v>49.99</c:v>
                </c:pt>
                <c:pt idx="53940">
                  <c:v>431.81</c:v>
                </c:pt>
                <c:pt idx="53941">
                  <c:v>88.96</c:v>
                </c:pt>
                <c:pt idx="53942">
                  <c:v>158.59</c:v>
                </c:pt>
                <c:pt idx="53943">
                  <c:v>21.49</c:v>
                </c:pt>
                <c:pt idx="53944">
                  <c:v>47.38</c:v>
                </c:pt>
                <c:pt idx="53945">
                  <c:v>139.94999999999999</c:v>
                </c:pt>
                <c:pt idx="53946">
                  <c:v>61.98</c:v>
                </c:pt>
                <c:pt idx="53947">
                  <c:v>27.48</c:v>
                </c:pt>
                <c:pt idx="53948">
                  <c:v>25.26</c:v>
                </c:pt>
                <c:pt idx="53949">
                  <c:v>92.97</c:v>
                </c:pt>
                <c:pt idx="53950">
                  <c:v>79.98</c:v>
                </c:pt>
                <c:pt idx="53951">
                  <c:v>199.9</c:v>
                </c:pt>
                <c:pt idx="53952">
                  <c:v>55.96</c:v>
                </c:pt>
                <c:pt idx="53953">
                  <c:v>25.49</c:v>
                </c:pt>
                <c:pt idx="53954">
                  <c:v>69.989999999999995</c:v>
                </c:pt>
                <c:pt idx="53955">
                  <c:v>256.77999999999997</c:v>
                </c:pt>
                <c:pt idx="53956">
                  <c:v>17.489999999999998</c:v>
                </c:pt>
                <c:pt idx="53957">
                  <c:v>55.98</c:v>
                </c:pt>
                <c:pt idx="53958">
                  <c:v>63.96</c:v>
                </c:pt>
                <c:pt idx="53959">
                  <c:v>111.56</c:v>
                </c:pt>
                <c:pt idx="53960">
                  <c:v>61.98</c:v>
                </c:pt>
                <c:pt idx="53961">
                  <c:v>85.96</c:v>
                </c:pt>
                <c:pt idx="53962">
                  <c:v>64.98</c:v>
                </c:pt>
                <c:pt idx="53963">
                  <c:v>148.36000000000001</c:v>
                </c:pt>
                <c:pt idx="53964">
                  <c:v>51.98</c:v>
                </c:pt>
                <c:pt idx="53965">
                  <c:v>61.98</c:v>
                </c:pt>
                <c:pt idx="53966">
                  <c:v>51.29</c:v>
                </c:pt>
                <c:pt idx="53967">
                  <c:v>61.98</c:v>
                </c:pt>
                <c:pt idx="53968">
                  <c:v>32.29</c:v>
                </c:pt>
                <c:pt idx="53969">
                  <c:v>92.97</c:v>
                </c:pt>
                <c:pt idx="53970">
                  <c:v>62.95</c:v>
                </c:pt>
                <c:pt idx="53971">
                  <c:v>155.94</c:v>
                </c:pt>
                <c:pt idx="53972">
                  <c:v>123.96</c:v>
                </c:pt>
                <c:pt idx="53973">
                  <c:v>96.74</c:v>
                </c:pt>
                <c:pt idx="53974">
                  <c:v>118.95</c:v>
                </c:pt>
                <c:pt idx="53975">
                  <c:v>99.99</c:v>
                </c:pt>
                <c:pt idx="53976">
                  <c:v>49.98</c:v>
                </c:pt>
                <c:pt idx="53977">
                  <c:v>49.92</c:v>
                </c:pt>
                <c:pt idx="53978">
                  <c:v>73.97</c:v>
                </c:pt>
                <c:pt idx="53979">
                  <c:v>95.96</c:v>
                </c:pt>
                <c:pt idx="53980">
                  <c:v>54.98</c:v>
                </c:pt>
                <c:pt idx="53981">
                  <c:v>49.99</c:v>
                </c:pt>
                <c:pt idx="53982">
                  <c:v>102.33</c:v>
                </c:pt>
                <c:pt idx="53983">
                  <c:v>55.98</c:v>
                </c:pt>
                <c:pt idx="53984">
                  <c:v>54.98</c:v>
                </c:pt>
                <c:pt idx="53985">
                  <c:v>75.97</c:v>
                </c:pt>
                <c:pt idx="53986">
                  <c:v>41.48</c:v>
                </c:pt>
                <c:pt idx="53987">
                  <c:v>65.98</c:v>
                </c:pt>
                <c:pt idx="53988">
                  <c:v>61.98</c:v>
                </c:pt>
                <c:pt idx="53989">
                  <c:v>55.98</c:v>
                </c:pt>
                <c:pt idx="53990">
                  <c:v>59.98</c:v>
                </c:pt>
                <c:pt idx="53991">
                  <c:v>51.98</c:v>
                </c:pt>
                <c:pt idx="53992">
                  <c:v>68.97</c:v>
                </c:pt>
                <c:pt idx="53993">
                  <c:v>51.29</c:v>
                </c:pt>
                <c:pt idx="53994">
                  <c:v>83.97</c:v>
                </c:pt>
                <c:pt idx="53995">
                  <c:v>80.97</c:v>
                </c:pt>
                <c:pt idx="53996">
                  <c:v>99.98</c:v>
                </c:pt>
                <c:pt idx="53997">
                  <c:v>57.98</c:v>
                </c:pt>
                <c:pt idx="53998">
                  <c:v>167.94</c:v>
                </c:pt>
                <c:pt idx="53999">
                  <c:v>69.97</c:v>
                </c:pt>
                <c:pt idx="54000">
                  <c:v>59.97</c:v>
                </c:pt>
                <c:pt idx="54001">
                  <c:v>61.98</c:v>
                </c:pt>
                <c:pt idx="54002">
                  <c:v>55.98</c:v>
                </c:pt>
                <c:pt idx="54003">
                  <c:v>89.95</c:v>
                </c:pt>
                <c:pt idx="54004">
                  <c:v>83.97</c:v>
                </c:pt>
                <c:pt idx="54005">
                  <c:v>49.48</c:v>
                </c:pt>
                <c:pt idx="54006">
                  <c:v>101.97</c:v>
                </c:pt>
                <c:pt idx="54007">
                  <c:v>55.98</c:v>
                </c:pt>
                <c:pt idx="54008">
                  <c:v>254.61</c:v>
                </c:pt>
                <c:pt idx="54009">
                  <c:v>103.96</c:v>
                </c:pt>
                <c:pt idx="54010">
                  <c:v>62.58</c:v>
                </c:pt>
                <c:pt idx="54011">
                  <c:v>84.66</c:v>
                </c:pt>
                <c:pt idx="54012">
                  <c:v>232.86</c:v>
                </c:pt>
                <c:pt idx="54013">
                  <c:v>126.02</c:v>
                </c:pt>
                <c:pt idx="54014">
                  <c:v>206.44</c:v>
                </c:pt>
                <c:pt idx="54015">
                  <c:v>55.98</c:v>
                </c:pt>
                <c:pt idx="54016">
                  <c:v>59.98</c:v>
                </c:pt>
                <c:pt idx="54017">
                  <c:v>103.96</c:v>
                </c:pt>
                <c:pt idx="54018">
                  <c:v>75.849999999999994</c:v>
                </c:pt>
                <c:pt idx="54019">
                  <c:v>31.49</c:v>
                </c:pt>
                <c:pt idx="54020">
                  <c:v>51.48</c:v>
                </c:pt>
                <c:pt idx="54021">
                  <c:v>63.48</c:v>
                </c:pt>
                <c:pt idx="54022">
                  <c:v>78.97</c:v>
                </c:pt>
                <c:pt idx="54023">
                  <c:v>185.94</c:v>
                </c:pt>
                <c:pt idx="54024">
                  <c:v>195.93</c:v>
                </c:pt>
                <c:pt idx="54025">
                  <c:v>37.479999999999997</c:v>
                </c:pt>
                <c:pt idx="54026">
                  <c:v>119.96</c:v>
                </c:pt>
                <c:pt idx="54027">
                  <c:v>9.66</c:v>
                </c:pt>
                <c:pt idx="54028">
                  <c:v>68.98</c:v>
                </c:pt>
                <c:pt idx="54029">
                  <c:v>81.98</c:v>
                </c:pt>
                <c:pt idx="54030">
                  <c:v>49.99</c:v>
                </c:pt>
                <c:pt idx="54031">
                  <c:v>53.98</c:v>
                </c:pt>
                <c:pt idx="54032">
                  <c:v>31.48</c:v>
                </c:pt>
                <c:pt idx="54033">
                  <c:v>94.99</c:v>
                </c:pt>
                <c:pt idx="54034">
                  <c:v>59.98</c:v>
                </c:pt>
                <c:pt idx="54035">
                  <c:v>89.98</c:v>
                </c:pt>
                <c:pt idx="54036">
                  <c:v>27.28</c:v>
                </c:pt>
                <c:pt idx="54037">
                  <c:v>75.62</c:v>
                </c:pt>
                <c:pt idx="54038">
                  <c:v>58.98</c:v>
                </c:pt>
                <c:pt idx="54039">
                  <c:v>155.94</c:v>
                </c:pt>
                <c:pt idx="54040">
                  <c:v>78.47</c:v>
                </c:pt>
                <c:pt idx="54041">
                  <c:v>57.86</c:v>
                </c:pt>
                <c:pt idx="54042">
                  <c:v>79.989999999999995</c:v>
                </c:pt>
                <c:pt idx="54043">
                  <c:v>247.92</c:v>
                </c:pt>
                <c:pt idx="54044">
                  <c:v>69.98</c:v>
                </c:pt>
                <c:pt idx="54045">
                  <c:v>87.97</c:v>
                </c:pt>
                <c:pt idx="54046">
                  <c:v>114.95</c:v>
                </c:pt>
                <c:pt idx="54047">
                  <c:v>139.94999999999999</c:v>
                </c:pt>
                <c:pt idx="54048">
                  <c:v>21.29</c:v>
                </c:pt>
                <c:pt idx="54049">
                  <c:v>49.38</c:v>
                </c:pt>
                <c:pt idx="54050">
                  <c:v>94.34</c:v>
                </c:pt>
                <c:pt idx="54051">
                  <c:v>59.98</c:v>
                </c:pt>
                <c:pt idx="54052">
                  <c:v>69.989999999999995</c:v>
                </c:pt>
                <c:pt idx="54053">
                  <c:v>69.98</c:v>
                </c:pt>
                <c:pt idx="54054">
                  <c:v>53.98</c:v>
                </c:pt>
                <c:pt idx="54055">
                  <c:v>215.91</c:v>
                </c:pt>
                <c:pt idx="54056">
                  <c:v>65.989999999999995</c:v>
                </c:pt>
                <c:pt idx="54057">
                  <c:v>83.48</c:v>
                </c:pt>
                <c:pt idx="54058">
                  <c:v>32.49</c:v>
                </c:pt>
                <c:pt idx="54059">
                  <c:v>309.89999999999998</c:v>
                </c:pt>
                <c:pt idx="54060">
                  <c:v>55.98</c:v>
                </c:pt>
                <c:pt idx="54061">
                  <c:v>50.98</c:v>
                </c:pt>
                <c:pt idx="54062">
                  <c:v>153.85</c:v>
                </c:pt>
                <c:pt idx="54063">
                  <c:v>83.97</c:v>
                </c:pt>
                <c:pt idx="54064">
                  <c:v>20.49</c:v>
                </c:pt>
                <c:pt idx="54065">
                  <c:v>149.94999999999999</c:v>
                </c:pt>
                <c:pt idx="54066">
                  <c:v>55.96</c:v>
                </c:pt>
                <c:pt idx="54067">
                  <c:v>21.49</c:v>
                </c:pt>
                <c:pt idx="54068">
                  <c:v>19.940000000000001</c:v>
                </c:pt>
                <c:pt idx="54069">
                  <c:v>94.96</c:v>
                </c:pt>
                <c:pt idx="54070">
                  <c:v>179.94</c:v>
                </c:pt>
                <c:pt idx="54071">
                  <c:v>74.98</c:v>
                </c:pt>
                <c:pt idx="54072">
                  <c:v>91.97</c:v>
                </c:pt>
                <c:pt idx="54073">
                  <c:v>64.98</c:v>
                </c:pt>
                <c:pt idx="54074">
                  <c:v>134.97999999999999</c:v>
                </c:pt>
                <c:pt idx="54075">
                  <c:v>32.49</c:v>
                </c:pt>
                <c:pt idx="54076">
                  <c:v>55.98</c:v>
                </c:pt>
                <c:pt idx="54077">
                  <c:v>59.39</c:v>
                </c:pt>
                <c:pt idx="54078">
                  <c:v>239.92</c:v>
                </c:pt>
                <c:pt idx="54079">
                  <c:v>106.44</c:v>
                </c:pt>
                <c:pt idx="54080">
                  <c:v>92.97</c:v>
                </c:pt>
                <c:pt idx="54081">
                  <c:v>62.96</c:v>
                </c:pt>
                <c:pt idx="54082">
                  <c:v>84.99</c:v>
                </c:pt>
                <c:pt idx="54083">
                  <c:v>73.95</c:v>
                </c:pt>
                <c:pt idx="54084">
                  <c:v>28.49</c:v>
                </c:pt>
                <c:pt idx="54085">
                  <c:v>59.98</c:v>
                </c:pt>
                <c:pt idx="54086">
                  <c:v>58.98</c:v>
                </c:pt>
                <c:pt idx="54087">
                  <c:v>156.44999999999999</c:v>
                </c:pt>
                <c:pt idx="54088">
                  <c:v>92.97</c:v>
                </c:pt>
                <c:pt idx="54089">
                  <c:v>66.53</c:v>
                </c:pt>
                <c:pt idx="54090">
                  <c:v>60.98</c:v>
                </c:pt>
                <c:pt idx="54091">
                  <c:v>48.48</c:v>
                </c:pt>
                <c:pt idx="54092">
                  <c:v>99.98</c:v>
                </c:pt>
                <c:pt idx="54093">
                  <c:v>92.97</c:v>
                </c:pt>
                <c:pt idx="54094">
                  <c:v>220.47</c:v>
                </c:pt>
                <c:pt idx="54095">
                  <c:v>51.42</c:v>
                </c:pt>
                <c:pt idx="54096">
                  <c:v>79.849999999999994</c:v>
                </c:pt>
                <c:pt idx="54097">
                  <c:v>84.99</c:v>
                </c:pt>
                <c:pt idx="54098">
                  <c:v>119.95</c:v>
                </c:pt>
                <c:pt idx="54099">
                  <c:v>29.49</c:v>
                </c:pt>
                <c:pt idx="54100">
                  <c:v>53.98</c:v>
                </c:pt>
                <c:pt idx="54101">
                  <c:v>95.96</c:v>
                </c:pt>
                <c:pt idx="54102">
                  <c:v>55.96</c:v>
                </c:pt>
                <c:pt idx="54103">
                  <c:v>68.069999999999993</c:v>
                </c:pt>
                <c:pt idx="54104">
                  <c:v>63.47</c:v>
                </c:pt>
                <c:pt idx="54105">
                  <c:v>84.99</c:v>
                </c:pt>
                <c:pt idx="54106">
                  <c:v>83.67</c:v>
                </c:pt>
                <c:pt idx="54107">
                  <c:v>59.99</c:v>
                </c:pt>
                <c:pt idx="54108">
                  <c:v>54.98</c:v>
                </c:pt>
                <c:pt idx="54109">
                  <c:v>53.98</c:v>
                </c:pt>
                <c:pt idx="54110">
                  <c:v>68.989999999999995</c:v>
                </c:pt>
                <c:pt idx="54111">
                  <c:v>55.94</c:v>
                </c:pt>
                <c:pt idx="54112">
                  <c:v>99.99</c:v>
                </c:pt>
                <c:pt idx="54113">
                  <c:v>75.97</c:v>
                </c:pt>
                <c:pt idx="54114">
                  <c:v>56.97</c:v>
                </c:pt>
                <c:pt idx="54115">
                  <c:v>119.95</c:v>
                </c:pt>
                <c:pt idx="54116">
                  <c:v>110.96</c:v>
                </c:pt>
                <c:pt idx="54117">
                  <c:v>123.16</c:v>
                </c:pt>
                <c:pt idx="54118">
                  <c:v>17.489999999999998</c:v>
                </c:pt>
                <c:pt idx="54119">
                  <c:v>-63.47</c:v>
                </c:pt>
                <c:pt idx="54120">
                  <c:v>74.98</c:v>
                </c:pt>
                <c:pt idx="54121">
                  <c:v>123.96</c:v>
                </c:pt>
                <c:pt idx="54122">
                  <c:v>50.98</c:v>
                </c:pt>
                <c:pt idx="54123">
                  <c:v>57.98</c:v>
                </c:pt>
                <c:pt idx="54124">
                  <c:v>-51.98</c:v>
                </c:pt>
                <c:pt idx="54125">
                  <c:v>61.98</c:v>
                </c:pt>
                <c:pt idx="54126">
                  <c:v>21.29</c:v>
                </c:pt>
                <c:pt idx="54127">
                  <c:v>55.98</c:v>
                </c:pt>
                <c:pt idx="54128">
                  <c:v>36.26</c:v>
                </c:pt>
                <c:pt idx="54129">
                  <c:v>56.97</c:v>
                </c:pt>
                <c:pt idx="54130">
                  <c:v>10.49</c:v>
                </c:pt>
                <c:pt idx="54131">
                  <c:v>126.99</c:v>
                </c:pt>
                <c:pt idx="54132">
                  <c:v>427.39</c:v>
                </c:pt>
                <c:pt idx="54133">
                  <c:v>59.96</c:v>
                </c:pt>
                <c:pt idx="54134">
                  <c:v>35.53</c:v>
                </c:pt>
                <c:pt idx="54135">
                  <c:v>61.98</c:v>
                </c:pt>
                <c:pt idx="54136">
                  <c:v>55.98</c:v>
                </c:pt>
                <c:pt idx="54137">
                  <c:v>89.27</c:v>
                </c:pt>
                <c:pt idx="54138">
                  <c:v>60.33</c:v>
                </c:pt>
                <c:pt idx="54139">
                  <c:v>84.99</c:v>
                </c:pt>
                <c:pt idx="54140">
                  <c:v>66.28</c:v>
                </c:pt>
                <c:pt idx="54141">
                  <c:v>35.049999999999997</c:v>
                </c:pt>
                <c:pt idx="54142">
                  <c:v>71.98</c:v>
                </c:pt>
                <c:pt idx="54143">
                  <c:v>59.96</c:v>
                </c:pt>
                <c:pt idx="54144">
                  <c:v>68.989999999999995</c:v>
                </c:pt>
                <c:pt idx="54145">
                  <c:v>355.01</c:v>
                </c:pt>
                <c:pt idx="54146">
                  <c:v>27.49</c:v>
                </c:pt>
                <c:pt idx="54147">
                  <c:v>111.96</c:v>
                </c:pt>
                <c:pt idx="54148">
                  <c:v>126.06</c:v>
                </c:pt>
                <c:pt idx="54149">
                  <c:v>61.98</c:v>
                </c:pt>
                <c:pt idx="54150">
                  <c:v>165.94</c:v>
                </c:pt>
                <c:pt idx="54151">
                  <c:v>49.59</c:v>
                </c:pt>
                <c:pt idx="54152">
                  <c:v>79.98</c:v>
                </c:pt>
                <c:pt idx="54153">
                  <c:v>123.96</c:v>
                </c:pt>
                <c:pt idx="54154">
                  <c:v>61.98</c:v>
                </c:pt>
                <c:pt idx="54155">
                  <c:v>94.98</c:v>
                </c:pt>
                <c:pt idx="54156">
                  <c:v>87.97</c:v>
                </c:pt>
                <c:pt idx="54157">
                  <c:v>47.48</c:v>
                </c:pt>
                <c:pt idx="54158">
                  <c:v>143.94</c:v>
                </c:pt>
                <c:pt idx="54159">
                  <c:v>62.98</c:v>
                </c:pt>
                <c:pt idx="54160">
                  <c:v>61.98</c:v>
                </c:pt>
                <c:pt idx="54161">
                  <c:v>61.98</c:v>
                </c:pt>
                <c:pt idx="54162">
                  <c:v>61.98</c:v>
                </c:pt>
                <c:pt idx="54163">
                  <c:v>59.99</c:v>
                </c:pt>
                <c:pt idx="54164">
                  <c:v>16.489999999999998</c:v>
                </c:pt>
                <c:pt idx="54165">
                  <c:v>54.99</c:v>
                </c:pt>
                <c:pt idx="54166">
                  <c:v>57.96</c:v>
                </c:pt>
                <c:pt idx="54167">
                  <c:v>55.98</c:v>
                </c:pt>
                <c:pt idx="54168">
                  <c:v>87.08</c:v>
                </c:pt>
                <c:pt idx="54169">
                  <c:v>89.97</c:v>
                </c:pt>
                <c:pt idx="54170">
                  <c:v>84.97</c:v>
                </c:pt>
                <c:pt idx="54171">
                  <c:v>86.98</c:v>
                </c:pt>
                <c:pt idx="54172">
                  <c:v>96.78</c:v>
                </c:pt>
                <c:pt idx="54173">
                  <c:v>57.95</c:v>
                </c:pt>
                <c:pt idx="54174">
                  <c:v>92.96</c:v>
                </c:pt>
                <c:pt idx="54175">
                  <c:v>111.96</c:v>
                </c:pt>
                <c:pt idx="54176">
                  <c:v>31.48</c:v>
                </c:pt>
                <c:pt idx="54177">
                  <c:v>92.97</c:v>
                </c:pt>
                <c:pt idx="54178">
                  <c:v>46.49</c:v>
                </c:pt>
                <c:pt idx="54179">
                  <c:v>32.49</c:v>
                </c:pt>
                <c:pt idx="54180">
                  <c:v>123.96</c:v>
                </c:pt>
                <c:pt idx="54181">
                  <c:v>153.93</c:v>
                </c:pt>
                <c:pt idx="54182">
                  <c:v>55.61</c:v>
                </c:pt>
                <c:pt idx="54183">
                  <c:v>61.98</c:v>
                </c:pt>
                <c:pt idx="54184">
                  <c:v>140.31</c:v>
                </c:pt>
                <c:pt idx="54185">
                  <c:v>60.02</c:v>
                </c:pt>
                <c:pt idx="54186">
                  <c:v>195.96</c:v>
                </c:pt>
                <c:pt idx="54187">
                  <c:v>31.48</c:v>
                </c:pt>
                <c:pt idx="54188">
                  <c:v>89.98</c:v>
                </c:pt>
                <c:pt idx="54189">
                  <c:v>67.739999999999995</c:v>
                </c:pt>
                <c:pt idx="54190">
                  <c:v>120.46</c:v>
                </c:pt>
                <c:pt idx="54191">
                  <c:v>308.97000000000003</c:v>
                </c:pt>
                <c:pt idx="54192">
                  <c:v>125.96</c:v>
                </c:pt>
                <c:pt idx="54193">
                  <c:v>51.98</c:v>
                </c:pt>
                <c:pt idx="54194">
                  <c:v>51.98</c:v>
                </c:pt>
                <c:pt idx="54195">
                  <c:v>43.5</c:v>
                </c:pt>
                <c:pt idx="54196">
                  <c:v>54.95</c:v>
                </c:pt>
                <c:pt idx="54197">
                  <c:v>161.94</c:v>
                </c:pt>
                <c:pt idx="54198">
                  <c:v>42.28</c:v>
                </c:pt>
                <c:pt idx="54199">
                  <c:v>66.680000000000007</c:v>
                </c:pt>
                <c:pt idx="54200">
                  <c:v>51.2</c:v>
                </c:pt>
                <c:pt idx="54201">
                  <c:v>66.98</c:v>
                </c:pt>
                <c:pt idx="54202">
                  <c:v>114.96</c:v>
                </c:pt>
                <c:pt idx="54203">
                  <c:v>58.98</c:v>
                </c:pt>
                <c:pt idx="54204">
                  <c:v>233.91</c:v>
                </c:pt>
                <c:pt idx="54205">
                  <c:v>77.400000000000006</c:v>
                </c:pt>
                <c:pt idx="54206">
                  <c:v>64.48</c:v>
                </c:pt>
                <c:pt idx="54207">
                  <c:v>76.98</c:v>
                </c:pt>
                <c:pt idx="54208">
                  <c:v>89.94</c:v>
                </c:pt>
                <c:pt idx="54209">
                  <c:v>82.97</c:v>
                </c:pt>
                <c:pt idx="54210">
                  <c:v>55.78</c:v>
                </c:pt>
                <c:pt idx="54211">
                  <c:v>70.98</c:v>
                </c:pt>
                <c:pt idx="54212">
                  <c:v>13.87</c:v>
                </c:pt>
                <c:pt idx="54213">
                  <c:v>105.34</c:v>
                </c:pt>
                <c:pt idx="54214">
                  <c:v>114.95</c:v>
                </c:pt>
                <c:pt idx="54215">
                  <c:v>56.98</c:v>
                </c:pt>
                <c:pt idx="54216">
                  <c:v>72.97</c:v>
                </c:pt>
                <c:pt idx="54217">
                  <c:v>18.489999999999998</c:v>
                </c:pt>
                <c:pt idx="54218">
                  <c:v>32.49</c:v>
                </c:pt>
                <c:pt idx="54219">
                  <c:v>87.98</c:v>
                </c:pt>
                <c:pt idx="54220">
                  <c:v>132.31</c:v>
                </c:pt>
                <c:pt idx="54221">
                  <c:v>86.97</c:v>
                </c:pt>
                <c:pt idx="54222">
                  <c:v>56.86</c:v>
                </c:pt>
                <c:pt idx="54223">
                  <c:v>89.94</c:v>
                </c:pt>
                <c:pt idx="54224">
                  <c:v>51.98</c:v>
                </c:pt>
                <c:pt idx="54225">
                  <c:v>110.02</c:v>
                </c:pt>
                <c:pt idx="54226">
                  <c:v>118.04</c:v>
                </c:pt>
                <c:pt idx="54227">
                  <c:v>31.48</c:v>
                </c:pt>
                <c:pt idx="54228">
                  <c:v>48.76</c:v>
                </c:pt>
                <c:pt idx="54229">
                  <c:v>113.02</c:v>
                </c:pt>
                <c:pt idx="54230">
                  <c:v>59.96</c:v>
                </c:pt>
                <c:pt idx="54231">
                  <c:v>167.35</c:v>
                </c:pt>
                <c:pt idx="54232">
                  <c:v>65.989999999999995</c:v>
                </c:pt>
                <c:pt idx="54233">
                  <c:v>89.96</c:v>
                </c:pt>
                <c:pt idx="54234">
                  <c:v>56.97</c:v>
                </c:pt>
                <c:pt idx="54235">
                  <c:v>55.98</c:v>
                </c:pt>
                <c:pt idx="54236">
                  <c:v>61.98</c:v>
                </c:pt>
                <c:pt idx="54237">
                  <c:v>239.94</c:v>
                </c:pt>
                <c:pt idx="54238">
                  <c:v>45.46</c:v>
                </c:pt>
                <c:pt idx="54239">
                  <c:v>51.29</c:v>
                </c:pt>
                <c:pt idx="54240">
                  <c:v>59.96</c:v>
                </c:pt>
                <c:pt idx="54241">
                  <c:v>57.96</c:v>
                </c:pt>
                <c:pt idx="54242">
                  <c:v>87.97</c:v>
                </c:pt>
                <c:pt idx="54243">
                  <c:v>65.33</c:v>
                </c:pt>
                <c:pt idx="54244">
                  <c:v>78.23</c:v>
                </c:pt>
                <c:pt idx="54245">
                  <c:v>95.96</c:v>
                </c:pt>
                <c:pt idx="54246">
                  <c:v>27.19</c:v>
                </c:pt>
                <c:pt idx="54247">
                  <c:v>223.92</c:v>
                </c:pt>
                <c:pt idx="54248">
                  <c:v>75.98</c:v>
                </c:pt>
                <c:pt idx="54249">
                  <c:v>51.98</c:v>
                </c:pt>
                <c:pt idx="54250">
                  <c:v>37.28</c:v>
                </c:pt>
                <c:pt idx="54251">
                  <c:v>56.98</c:v>
                </c:pt>
                <c:pt idx="54252">
                  <c:v>77.97</c:v>
                </c:pt>
                <c:pt idx="54253">
                  <c:v>51.94</c:v>
                </c:pt>
                <c:pt idx="54254">
                  <c:v>61.98</c:v>
                </c:pt>
                <c:pt idx="54255">
                  <c:v>408.91</c:v>
                </c:pt>
                <c:pt idx="54256">
                  <c:v>32.49</c:v>
                </c:pt>
                <c:pt idx="54257">
                  <c:v>76.98</c:v>
                </c:pt>
                <c:pt idx="54258">
                  <c:v>10.85</c:v>
                </c:pt>
                <c:pt idx="54259">
                  <c:v>89.97</c:v>
                </c:pt>
                <c:pt idx="54260">
                  <c:v>50.98</c:v>
                </c:pt>
                <c:pt idx="54261">
                  <c:v>92.97</c:v>
                </c:pt>
                <c:pt idx="54262">
                  <c:v>49.99</c:v>
                </c:pt>
                <c:pt idx="54263">
                  <c:v>51.98</c:v>
                </c:pt>
                <c:pt idx="54264">
                  <c:v>80.97</c:v>
                </c:pt>
                <c:pt idx="54265">
                  <c:v>87.47</c:v>
                </c:pt>
                <c:pt idx="54266">
                  <c:v>76.47</c:v>
                </c:pt>
                <c:pt idx="54267">
                  <c:v>61.98</c:v>
                </c:pt>
                <c:pt idx="54268">
                  <c:v>112.13</c:v>
                </c:pt>
                <c:pt idx="54269">
                  <c:v>61.69</c:v>
                </c:pt>
                <c:pt idx="54270">
                  <c:v>31.04</c:v>
                </c:pt>
                <c:pt idx="54271">
                  <c:v>20.55</c:v>
                </c:pt>
                <c:pt idx="54272">
                  <c:v>64.09</c:v>
                </c:pt>
                <c:pt idx="54273">
                  <c:v>59.99</c:v>
                </c:pt>
                <c:pt idx="54274">
                  <c:v>97.97</c:v>
                </c:pt>
                <c:pt idx="54275">
                  <c:v>83.96</c:v>
                </c:pt>
                <c:pt idx="54276">
                  <c:v>147.6</c:v>
                </c:pt>
                <c:pt idx="54277">
                  <c:v>51.98</c:v>
                </c:pt>
                <c:pt idx="54278">
                  <c:v>63.58</c:v>
                </c:pt>
                <c:pt idx="54279">
                  <c:v>48.98</c:v>
                </c:pt>
                <c:pt idx="54280">
                  <c:v>61.98</c:v>
                </c:pt>
                <c:pt idx="54281">
                  <c:v>276.3</c:v>
                </c:pt>
                <c:pt idx="54282">
                  <c:v>92.97</c:v>
                </c:pt>
                <c:pt idx="54283">
                  <c:v>51.98</c:v>
                </c:pt>
                <c:pt idx="54284">
                  <c:v>51.93</c:v>
                </c:pt>
                <c:pt idx="54285">
                  <c:v>15.99</c:v>
                </c:pt>
                <c:pt idx="54286">
                  <c:v>35.659999999999997</c:v>
                </c:pt>
                <c:pt idx="54287">
                  <c:v>59.98</c:v>
                </c:pt>
                <c:pt idx="54288">
                  <c:v>97.98</c:v>
                </c:pt>
                <c:pt idx="54289">
                  <c:v>84.99</c:v>
                </c:pt>
                <c:pt idx="54290">
                  <c:v>23.48</c:v>
                </c:pt>
                <c:pt idx="54291">
                  <c:v>158.43</c:v>
                </c:pt>
                <c:pt idx="54292">
                  <c:v>119.96</c:v>
                </c:pt>
                <c:pt idx="54293">
                  <c:v>37.119999999999997</c:v>
                </c:pt>
                <c:pt idx="54294">
                  <c:v>-51.98</c:v>
                </c:pt>
                <c:pt idx="54295">
                  <c:v>55.98</c:v>
                </c:pt>
                <c:pt idx="54296">
                  <c:v>131.97999999999999</c:v>
                </c:pt>
                <c:pt idx="54297">
                  <c:v>49.98</c:v>
                </c:pt>
                <c:pt idx="54298">
                  <c:v>77.97</c:v>
                </c:pt>
                <c:pt idx="54299">
                  <c:v>32.49</c:v>
                </c:pt>
                <c:pt idx="54300">
                  <c:v>32.49</c:v>
                </c:pt>
                <c:pt idx="54301">
                  <c:v>78.260000000000005</c:v>
                </c:pt>
                <c:pt idx="54302">
                  <c:v>54.95</c:v>
                </c:pt>
                <c:pt idx="54303">
                  <c:v>92.97</c:v>
                </c:pt>
                <c:pt idx="54304">
                  <c:v>55.98</c:v>
                </c:pt>
                <c:pt idx="54305">
                  <c:v>34.979999999999997</c:v>
                </c:pt>
                <c:pt idx="54306">
                  <c:v>48.48</c:v>
                </c:pt>
                <c:pt idx="54307">
                  <c:v>53.98</c:v>
                </c:pt>
                <c:pt idx="54308">
                  <c:v>89.97</c:v>
                </c:pt>
                <c:pt idx="54309">
                  <c:v>55.98</c:v>
                </c:pt>
                <c:pt idx="54310">
                  <c:v>10.49</c:v>
                </c:pt>
                <c:pt idx="54311">
                  <c:v>61.98</c:v>
                </c:pt>
                <c:pt idx="54312">
                  <c:v>55.98</c:v>
                </c:pt>
                <c:pt idx="54313">
                  <c:v>49.99</c:v>
                </c:pt>
                <c:pt idx="54314">
                  <c:v>78.959999999999994</c:v>
                </c:pt>
                <c:pt idx="54315">
                  <c:v>48.27</c:v>
                </c:pt>
                <c:pt idx="54316">
                  <c:v>45.26</c:v>
                </c:pt>
                <c:pt idx="54317">
                  <c:v>133.57</c:v>
                </c:pt>
                <c:pt idx="54318">
                  <c:v>82.53</c:v>
                </c:pt>
                <c:pt idx="54319">
                  <c:v>111.96</c:v>
                </c:pt>
                <c:pt idx="54320">
                  <c:v>34.49</c:v>
                </c:pt>
                <c:pt idx="54321">
                  <c:v>273.91000000000003</c:v>
                </c:pt>
                <c:pt idx="54322">
                  <c:v>33.479999999999997</c:v>
                </c:pt>
                <c:pt idx="54323">
                  <c:v>51.98</c:v>
                </c:pt>
                <c:pt idx="54324">
                  <c:v>50.98</c:v>
                </c:pt>
                <c:pt idx="54325">
                  <c:v>20.55</c:v>
                </c:pt>
                <c:pt idx="54326">
                  <c:v>120.37</c:v>
                </c:pt>
                <c:pt idx="54327">
                  <c:v>32.49</c:v>
                </c:pt>
                <c:pt idx="54328">
                  <c:v>53.52</c:v>
                </c:pt>
                <c:pt idx="54329">
                  <c:v>51.96</c:v>
                </c:pt>
                <c:pt idx="54330">
                  <c:v>79.989999999999995</c:v>
                </c:pt>
                <c:pt idx="54331">
                  <c:v>99.9</c:v>
                </c:pt>
                <c:pt idx="54332">
                  <c:v>16.489999999999998</c:v>
                </c:pt>
                <c:pt idx="54333">
                  <c:v>86.08</c:v>
                </c:pt>
                <c:pt idx="54334">
                  <c:v>72.58</c:v>
                </c:pt>
                <c:pt idx="54335">
                  <c:v>15.29</c:v>
                </c:pt>
                <c:pt idx="54336">
                  <c:v>76.47</c:v>
                </c:pt>
                <c:pt idx="54337">
                  <c:v>223.92</c:v>
                </c:pt>
                <c:pt idx="54338">
                  <c:v>150.96</c:v>
                </c:pt>
                <c:pt idx="54339">
                  <c:v>29.49</c:v>
                </c:pt>
                <c:pt idx="54340">
                  <c:v>55.98</c:v>
                </c:pt>
                <c:pt idx="54341">
                  <c:v>254.97</c:v>
                </c:pt>
                <c:pt idx="54342">
                  <c:v>99.47</c:v>
                </c:pt>
                <c:pt idx="54343">
                  <c:v>169.98</c:v>
                </c:pt>
                <c:pt idx="54344">
                  <c:v>69.989999999999995</c:v>
                </c:pt>
                <c:pt idx="54345">
                  <c:v>43.47</c:v>
                </c:pt>
                <c:pt idx="54346">
                  <c:v>13.29</c:v>
                </c:pt>
                <c:pt idx="54347">
                  <c:v>77.989999999999995</c:v>
                </c:pt>
                <c:pt idx="54348">
                  <c:v>51.98</c:v>
                </c:pt>
                <c:pt idx="54349">
                  <c:v>92.97</c:v>
                </c:pt>
                <c:pt idx="54350">
                  <c:v>106.36</c:v>
                </c:pt>
                <c:pt idx="54351">
                  <c:v>103.96</c:v>
                </c:pt>
                <c:pt idx="54352">
                  <c:v>78.17</c:v>
                </c:pt>
                <c:pt idx="54353">
                  <c:v>72.58</c:v>
                </c:pt>
                <c:pt idx="54354">
                  <c:v>48.28</c:v>
                </c:pt>
                <c:pt idx="54355">
                  <c:v>22.49</c:v>
                </c:pt>
                <c:pt idx="54356">
                  <c:v>259.89999999999998</c:v>
                </c:pt>
                <c:pt idx="54357">
                  <c:v>113.96</c:v>
                </c:pt>
                <c:pt idx="54358">
                  <c:v>128.24</c:v>
                </c:pt>
                <c:pt idx="54359">
                  <c:v>135.46</c:v>
                </c:pt>
                <c:pt idx="54360">
                  <c:v>51.98</c:v>
                </c:pt>
                <c:pt idx="54361">
                  <c:v>125.06</c:v>
                </c:pt>
                <c:pt idx="54362">
                  <c:v>46.99</c:v>
                </c:pt>
                <c:pt idx="54363">
                  <c:v>55.98</c:v>
                </c:pt>
                <c:pt idx="54364">
                  <c:v>55.98</c:v>
                </c:pt>
                <c:pt idx="54365">
                  <c:v>30.24</c:v>
                </c:pt>
                <c:pt idx="54366">
                  <c:v>67.72</c:v>
                </c:pt>
                <c:pt idx="54367">
                  <c:v>79.97</c:v>
                </c:pt>
                <c:pt idx="54368">
                  <c:v>111.96</c:v>
                </c:pt>
                <c:pt idx="54369">
                  <c:v>80.739999999999995</c:v>
                </c:pt>
                <c:pt idx="54370">
                  <c:v>89.97</c:v>
                </c:pt>
                <c:pt idx="54371">
                  <c:v>26.49</c:v>
                </c:pt>
                <c:pt idx="54372">
                  <c:v>55.98</c:v>
                </c:pt>
                <c:pt idx="54373">
                  <c:v>36.49</c:v>
                </c:pt>
                <c:pt idx="54374">
                  <c:v>89.97</c:v>
                </c:pt>
                <c:pt idx="54375">
                  <c:v>-233.91</c:v>
                </c:pt>
                <c:pt idx="54376">
                  <c:v>79.98</c:v>
                </c:pt>
                <c:pt idx="54377">
                  <c:v>74.98</c:v>
                </c:pt>
                <c:pt idx="54378">
                  <c:v>109.95</c:v>
                </c:pt>
                <c:pt idx="54379">
                  <c:v>65.83</c:v>
                </c:pt>
                <c:pt idx="54380">
                  <c:v>25.29</c:v>
                </c:pt>
                <c:pt idx="54381">
                  <c:v>37.49</c:v>
                </c:pt>
                <c:pt idx="54382">
                  <c:v>81.52</c:v>
                </c:pt>
                <c:pt idx="54383">
                  <c:v>29.49</c:v>
                </c:pt>
                <c:pt idx="54384">
                  <c:v>73.319999999999993</c:v>
                </c:pt>
                <c:pt idx="54385">
                  <c:v>55.98</c:v>
                </c:pt>
                <c:pt idx="54386">
                  <c:v>53.98</c:v>
                </c:pt>
                <c:pt idx="54387">
                  <c:v>59.97</c:v>
                </c:pt>
                <c:pt idx="54388">
                  <c:v>55.98</c:v>
                </c:pt>
                <c:pt idx="54389">
                  <c:v>49.49</c:v>
                </c:pt>
                <c:pt idx="54390">
                  <c:v>56.98</c:v>
                </c:pt>
                <c:pt idx="54391">
                  <c:v>56.96</c:v>
                </c:pt>
                <c:pt idx="54392">
                  <c:v>76.489999999999995</c:v>
                </c:pt>
                <c:pt idx="54393">
                  <c:v>41.98</c:v>
                </c:pt>
                <c:pt idx="54394">
                  <c:v>59.95</c:v>
                </c:pt>
                <c:pt idx="54395">
                  <c:v>203.45</c:v>
                </c:pt>
                <c:pt idx="54396">
                  <c:v>81.96</c:v>
                </c:pt>
                <c:pt idx="54397">
                  <c:v>138.65</c:v>
                </c:pt>
                <c:pt idx="54398">
                  <c:v>118.98</c:v>
                </c:pt>
                <c:pt idx="54399">
                  <c:v>55.98</c:v>
                </c:pt>
                <c:pt idx="54400">
                  <c:v>69.98</c:v>
                </c:pt>
                <c:pt idx="54401">
                  <c:v>40.479999999999997</c:v>
                </c:pt>
                <c:pt idx="54402">
                  <c:v>9.49</c:v>
                </c:pt>
                <c:pt idx="54403">
                  <c:v>31.48</c:v>
                </c:pt>
                <c:pt idx="54404">
                  <c:v>-112.49</c:v>
                </c:pt>
                <c:pt idx="54405">
                  <c:v>235.73</c:v>
                </c:pt>
                <c:pt idx="54406">
                  <c:v>120.96</c:v>
                </c:pt>
                <c:pt idx="54407">
                  <c:v>61.98</c:v>
                </c:pt>
                <c:pt idx="54408">
                  <c:v>17.29</c:v>
                </c:pt>
                <c:pt idx="54409">
                  <c:v>96.27</c:v>
                </c:pt>
                <c:pt idx="54410">
                  <c:v>57.98</c:v>
                </c:pt>
                <c:pt idx="54411">
                  <c:v>55.98</c:v>
                </c:pt>
                <c:pt idx="54412">
                  <c:v>61.98</c:v>
                </c:pt>
                <c:pt idx="54413">
                  <c:v>119.96</c:v>
                </c:pt>
                <c:pt idx="54414">
                  <c:v>64.58</c:v>
                </c:pt>
                <c:pt idx="54415">
                  <c:v>266.94</c:v>
                </c:pt>
                <c:pt idx="54416">
                  <c:v>71.3</c:v>
                </c:pt>
                <c:pt idx="54417">
                  <c:v>55.98</c:v>
                </c:pt>
                <c:pt idx="54418">
                  <c:v>89.97</c:v>
                </c:pt>
                <c:pt idx="54419">
                  <c:v>78.150000000000006</c:v>
                </c:pt>
                <c:pt idx="54420">
                  <c:v>40.72</c:v>
                </c:pt>
                <c:pt idx="54421">
                  <c:v>99.98</c:v>
                </c:pt>
                <c:pt idx="54422">
                  <c:v>186.47</c:v>
                </c:pt>
                <c:pt idx="54423">
                  <c:v>61.98</c:v>
                </c:pt>
                <c:pt idx="54424">
                  <c:v>157.94</c:v>
                </c:pt>
                <c:pt idx="54425">
                  <c:v>61.98</c:v>
                </c:pt>
                <c:pt idx="54426">
                  <c:v>61.98</c:v>
                </c:pt>
                <c:pt idx="54427">
                  <c:v>148.44999999999999</c:v>
                </c:pt>
                <c:pt idx="54428">
                  <c:v>129.94999999999999</c:v>
                </c:pt>
                <c:pt idx="54429">
                  <c:v>60.98</c:v>
                </c:pt>
                <c:pt idx="54430">
                  <c:v>229.47</c:v>
                </c:pt>
                <c:pt idx="54431">
                  <c:v>21.28</c:v>
                </c:pt>
                <c:pt idx="54432">
                  <c:v>117.28</c:v>
                </c:pt>
                <c:pt idx="54433">
                  <c:v>48.88</c:v>
                </c:pt>
                <c:pt idx="54434">
                  <c:v>59.97</c:v>
                </c:pt>
                <c:pt idx="54435">
                  <c:v>61.98</c:v>
                </c:pt>
                <c:pt idx="54436">
                  <c:v>79.98</c:v>
                </c:pt>
                <c:pt idx="54437">
                  <c:v>20.55</c:v>
                </c:pt>
                <c:pt idx="54438">
                  <c:v>94.98</c:v>
                </c:pt>
                <c:pt idx="54439">
                  <c:v>260.87</c:v>
                </c:pt>
                <c:pt idx="54440">
                  <c:v>114.97</c:v>
                </c:pt>
                <c:pt idx="54441">
                  <c:v>79.97</c:v>
                </c:pt>
                <c:pt idx="54442">
                  <c:v>103.96</c:v>
                </c:pt>
                <c:pt idx="54443">
                  <c:v>213.96</c:v>
                </c:pt>
                <c:pt idx="54444">
                  <c:v>-355.01</c:v>
                </c:pt>
                <c:pt idx="54445">
                  <c:v>61.98</c:v>
                </c:pt>
                <c:pt idx="54446">
                  <c:v>30.12</c:v>
                </c:pt>
                <c:pt idx="54447">
                  <c:v>16.489999999999998</c:v>
                </c:pt>
                <c:pt idx="54448">
                  <c:v>59.99</c:v>
                </c:pt>
                <c:pt idx="54449">
                  <c:v>89.97</c:v>
                </c:pt>
                <c:pt idx="54450">
                  <c:v>91.96</c:v>
                </c:pt>
                <c:pt idx="54451">
                  <c:v>77.97</c:v>
                </c:pt>
                <c:pt idx="54452">
                  <c:v>51.98</c:v>
                </c:pt>
                <c:pt idx="54453">
                  <c:v>49.49</c:v>
                </c:pt>
                <c:pt idx="54454">
                  <c:v>83.98</c:v>
                </c:pt>
                <c:pt idx="54455">
                  <c:v>35.479999999999997</c:v>
                </c:pt>
                <c:pt idx="54456">
                  <c:v>127.95</c:v>
                </c:pt>
                <c:pt idx="54457">
                  <c:v>223.92</c:v>
                </c:pt>
                <c:pt idx="54458">
                  <c:v>599.34</c:v>
                </c:pt>
                <c:pt idx="54459">
                  <c:v>110.96</c:v>
                </c:pt>
                <c:pt idx="54460">
                  <c:v>61.98</c:v>
                </c:pt>
                <c:pt idx="54461">
                  <c:v>29.24</c:v>
                </c:pt>
                <c:pt idx="54462">
                  <c:v>47.98</c:v>
                </c:pt>
                <c:pt idx="54463">
                  <c:v>55.96</c:v>
                </c:pt>
                <c:pt idx="54464">
                  <c:v>62.97</c:v>
                </c:pt>
                <c:pt idx="54465">
                  <c:v>103.96</c:v>
                </c:pt>
                <c:pt idx="54466">
                  <c:v>31.89</c:v>
                </c:pt>
                <c:pt idx="54467">
                  <c:v>179.94</c:v>
                </c:pt>
                <c:pt idx="54468">
                  <c:v>61.98</c:v>
                </c:pt>
                <c:pt idx="54469">
                  <c:v>26.29</c:v>
                </c:pt>
                <c:pt idx="54470">
                  <c:v>106.97</c:v>
                </c:pt>
                <c:pt idx="54471">
                  <c:v>35.07</c:v>
                </c:pt>
                <c:pt idx="54472">
                  <c:v>51.29</c:v>
                </c:pt>
                <c:pt idx="54473">
                  <c:v>71.97</c:v>
                </c:pt>
                <c:pt idx="54474">
                  <c:v>69.98</c:v>
                </c:pt>
                <c:pt idx="54475">
                  <c:v>46.49</c:v>
                </c:pt>
                <c:pt idx="54476">
                  <c:v>41.48</c:v>
                </c:pt>
                <c:pt idx="54477">
                  <c:v>95.96</c:v>
                </c:pt>
                <c:pt idx="54478">
                  <c:v>61.98</c:v>
                </c:pt>
                <c:pt idx="54479">
                  <c:v>57.96</c:v>
                </c:pt>
                <c:pt idx="54480">
                  <c:v>72.53</c:v>
                </c:pt>
                <c:pt idx="54481">
                  <c:v>61.98</c:v>
                </c:pt>
                <c:pt idx="54482">
                  <c:v>65.319999999999993</c:v>
                </c:pt>
                <c:pt idx="54483">
                  <c:v>54.99</c:v>
                </c:pt>
                <c:pt idx="54484">
                  <c:v>56.97</c:v>
                </c:pt>
                <c:pt idx="54485">
                  <c:v>95.96</c:v>
                </c:pt>
                <c:pt idx="54486">
                  <c:v>55.98</c:v>
                </c:pt>
                <c:pt idx="54487">
                  <c:v>149.16999999999999</c:v>
                </c:pt>
                <c:pt idx="54488">
                  <c:v>51.98</c:v>
                </c:pt>
                <c:pt idx="54489">
                  <c:v>33.479999999999997</c:v>
                </c:pt>
                <c:pt idx="54490">
                  <c:v>73.97</c:v>
                </c:pt>
                <c:pt idx="54491">
                  <c:v>185.94</c:v>
                </c:pt>
                <c:pt idx="54492">
                  <c:v>54.99</c:v>
                </c:pt>
                <c:pt idx="54493">
                  <c:v>61.98</c:v>
                </c:pt>
                <c:pt idx="54494">
                  <c:v>142.16</c:v>
                </c:pt>
                <c:pt idx="54495">
                  <c:v>55.98</c:v>
                </c:pt>
                <c:pt idx="54496">
                  <c:v>79.98</c:v>
                </c:pt>
                <c:pt idx="54497">
                  <c:v>128.76</c:v>
                </c:pt>
                <c:pt idx="54498">
                  <c:v>49.59</c:v>
                </c:pt>
                <c:pt idx="54499">
                  <c:v>105.46</c:v>
                </c:pt>
                <c:pt idx="54500">
                  <c:v>103.98</c:v>
                </c:pt>
                <c:pt idx="54501">
                  <c:v>126.94</c:v>
                </c:pt>
                <c:pt idx="54502">
                  <c:v>53.15</c:v>
                </c:pt>
                <c:pt idx="54503">
                  <c:v>49.48</c:v>
                </c:pt>
                <c:pt idx="54504">
                  <c:v>87.98</c:v>
                </c:pt>
                <c:pt idx="54505">
                  <c:v>55.98</c:v>
                </c:pt>
                <c:pt idx="54506">
                  <c:v>123.96</c:v>
                </c:pt>
                <c:pt idx="54507">
                  <c:v>55.98</c:v>
                </c:pt>
                <c:pt idx="54508">
                  <c:v>111.96</c:v>
                </c:pt>
                <c:pt idx="54509">
                  <c:v>101.45</c:v>
                </c:pt>
                <c:pt idx="54510">
                  <c:v>29.49</c:v>
                </c:pt>
                <c:pt idx="54511">
                  <c:v>61.98</c:v>
                </c:pt>
                <c:pt idx="54512">
                  <c:v>103.98</c:v>
                </c:pt>
                <c:pt idx="54513">
                  <c:v>63.96</c:v>
                </c:pt>
                <c:pt idx="54514">
                  <c:v>49.99</c:v>
                </c:pt>
                <c:pt idx="54515">
                  <c:v>36.590000000000003</c:v>
                </c:pt>
                <c:pt idx="54516">
                  <c:v>49.08</c:v>
                </c:pt>
                <c:pt idx="54517">
                  <c:v>59.98</c:v>
                </c:pt>
                <c:pt idx="54518">
                  <c:v>35.49</c:v>
                </c:pt>
                <c:pt idx="54519">
                  <c:v>28.24</c:v>
                </c:pt>
                <c:pt idx="54520">
                  <c:v>73.98</c:v>
                </c:pt>
                <c:pt idx="54521">
                  <c:v>25.99</c:v>
                </c:pt>
                <c:pt idx="54522">
                  <c:v>84.97</c:v>
                </c:pt>
                <c:pt idx="54523">
                  <c:v>29.49</c:v>
                </c:pt>
                <c:pt idx="54524">
                  <c:v>239.94</c:v>
                </c:pt>
                <c:pt idx="54525">
                  <c:v>55.98</c:v>
                </c:pt>
                <c:pt idx="54526">
                  <c:v>3.99</c:v>
                </c:pt>
                <c:pt idx="54527">
                  <c:v>63.47</c:v>
                </c:pt>
                <c:pt idx="54528">
                  <c:v>83.97</c:v>
                </c:pt>
                <c:pt idx="54529">
                  <c:v>79.849999999999994</c:v>
                </c:pt>
                <c:pt idx="54530">
                  <c:v>61.98</c:v>
                </c:pt>
                <c:pt idx="54531">
                  <c:v>71.97</c:v>
                </c:pt>
                <c:pt idx="54532">
                  <c:v>84.99</c:v>
                </c:pt>
                <c:pt idx="54533">
                  <c:v>93.96</c:v>
                </c:pt>
                <c:pt idx="54534">
                  <c:v>28.49</c:v>
                </c:pt>
                <c:pt idx="54535">
                  <c:v>58.14</c:v>
                </c:pt>
                <c:pt idx="54536">
                  <c:v>239.9</c:v>
                </c:pt>
                <c:pt idx="54537">
                  <c:v>206.86</c:v>
                </c:pt>
                <c:pt idx="54538">
                  <c:v>55.98</c:v>
                </c:pt>
                <c:pt idx="54539">
                  <c:v>103.96</c:v>
                </c:pt>
                <c:pt idx="54540">
                  <c:v>92.97</c:v>
                </c:pt>
                <c:pt idx="54541">
                  <c:v>30.24</c:v>
                </c:pt>
                <c:pt idx="54542">
                  <c:v>55.98</c:v>
                </c:pt>
                <c:pt idx="54543">
                  <c:v>171.94</c:v>
                </c:pt>
                <c:pt idx="54544">
                  <c:v>33.479999999999997</c:v>
                </c:pt>
                <c:pt idx="54545">
                  <c:v>51.98</c:v>
                </c:pt>
                <c:pt idx="54546">
                  <c:v>7.95</c:v>
                </c:pt>
                <c:pt idx="54547">
                  <c:v>169.98</c:v>
                </c:pt>
                <c:pt idx="54548">
                  <c:v>50.38</c:v>
                </c:pt>
                <c:pt idx="54549">
                  <c:v>49.28</c:v>
                </c:pt>
                <c:pt idx="54550">
                  <c:v>61.98</c:v>
                </c:pt>
                <c:pt idx="54551">
                  <c:v>63.96</c:v>
                </c:pt>
                <c:pt idx="54552">
                  <c:v>75.569999999999993</c:v>
                </c:pt>
                <c:pt idx="54553">
                  <c:v>86.47</c:v>
                </c:pt>
                <c:pt idx="54554">
                  <c:v>223.92</c:v>
                </c:pt>
                <c:pt idx="54555">
                  <c:v>14.48</c:v>
                </c:pt>
                <c:pt idx="54556">
                  <c:v>80.069999999999993</c:v>
                </c:pt>
                <c:pt idx="54557">
                  <c:v>99.99</c:v>
                </c:pt>
                <c:pt idx="54558">
                  <c:v>46.49</c:v>
                </c:pt>
                <c:pt idx="54559">
                  <c:v>21.09</c:v>
                </c:pt>
                <c:pt idx="54560">
                  <c:v>62.97</c:v>
                </c:pt>
                <c:pt idx="54561">
                  <c:v>55.98</c:v>
                </c:pt>
                <c:pt idx="54562">
                  <c:v>12.29</c:v>
                </c:pt>
                <c:pt idx="54563">
                  <c:v>479.93</c:v>
                </c:pt>
                <c:pt idx="54564">
                  <c:v>10.83</c:v>
                </c:pt>
                <c:pt idx="54565">
                  <c:v>162.94999999999999</c:v>
                </c:pt>
                <c:pt idx="54566">
                  <c:v>106.97</c:v>
                </c:pt>
                <c:pt idx="54567">
                  <c:v>131.97999999999999</c:v>
                </c:pt>
                <c:pt idx="54568">
                  <c:v>74.98</c:v>
                </c:pt>
                <c:pt idx="54569">
                  <c:v>179.91</c:v>
                </c:pt>
                <c:pt idx="54570">
                  <c:v>73.98</c:v>
                </c:pt>
                <c:pt idx="54571">
                  <c:v>54.99</c:v>
                </c:pt>
                <c:pt idx="54572">
                  <c:v>65.989999999999995</c:v>
                </c:pt>
                <c:pt idx="54573">
                  <c:v>95.96</c:v>
                </c:pt>
                <c:pt idx="54574">
                  <c:v>57.98</c:v>
                </c:pt>
                <c:pt idx="54575">
                  <c:v>41.29</c:v>
                </c:pt>
                <c:pt idx="54576">
                  <c:v>-25.68</c:v>
                </c:pt>
                <c:pt idx="54577">
                  <c:v>83.48</c:v>
                </c:pt>
                <c:pt idx="54578">
                  <c:v>68.48</c:v>
                </c:pt>
                <c:pt idx="54579">
                  <c:v>53.98</c:v>
                </c:pt>
                <c:pt idx="54580">
                  <c:v>55.98</c:v>
                </c:pt>
                <c:pt idx="54581">
                  <c:v>68.98</c:v>
                </c:pt>
                <c:pt idx="54582">
                  <c:v>118.78</c:v>
                </c:pt>
                <c:pt idx="54583">
                  <c:v>83.96</c:v>
                </c:pt>
                <c:pt idx="54584">
                  <c:v>131.94999999999999</c:v>
                </c:pt>
                <c:pt idx="54585">
                  <c:v>53.98</c:v>
                </c:pt>
                <c:pt idx="54586">
                  <c:v>55.98</c:v>
                </c:pt>
                <c:pt idx="54587">
                  <c:v>65.989999999999995</c:v>
                </c:pt>
                <c:pt idx="54588">
                  <c:v>-51.98</c:v>
                </c:pt>
                <c:pt idx="54589">
                  <c:v>53.98</c:v>
                </c:pt>
                <c:pt idx="54590">
                  <c:v>82.8</c:v>
                </c:pt>
                <c:pt idx="54591">
                  <c:v>79.97</c:v>
                </c:pt>
                <c:pt idx="54592">
                  <c:v>87.47</c:v>
                </c:pt>
                <c:pt idx="54593">
                  <c:v>46.29</c:v>
                </c:pt>
                <c:pt idx="54594">
                  <c:v>129.97999999999999</c:v>
                </c:pt>
                <c:pt idx="54595">
                  <c:v>79.95</c:v>
                </c:pt>
                <c:pt idx="54596">
                  <c:v>59.97</c:v>
                </c:pt>
                <c:pt idx="54597">
                  <c:v>52.96</c:v>
                </c:pt>
                <c:pt idx="54598">
                  <c:v>79.98</c:v>
                </c:pt>
                <c:pt idx="54599">
                  <c:v>59.38</c:v>
                </c:pt>
                <c:pt idx="54600">
                  <c:v>65.989999999999995</c:v>
                </c:pt>
                <c:pt idx="54601">
                  <c:v>179.88</c:v>
                </c:pt>
                <c:pt idx="54602">
                  <c:v>20.28</c:v>
                </c:pt>
                <c:pt idx="54603">
                  <c:v>111.96</c:v>
                </c:pt>
                <c:pt idx="54604">
                  <c:v>14.48</c:v>
                </c:pt>
                <c:pt idx="54605">
                  <c:v>149.94999999999999</c:v>
                </c:pt>
                <c:pt idx="54606">
                  <c:v>149.94999999999999</c:v>
                </c:pt>
                <c:pt idx="54607">
                  <c:v>39.479999999999997</c:v>
                </c:pt>
                <c:pt idx="54608">
                  <c:v>49.59</c:v>
                </c:pt>
                <c:pt idx="54609">
                  <c:v>239.92</c:v>
                </c:pt>
                <c:pt idx="54610">
                  <c:v>51.98</c:v>
                </c:pt>
                <c:pt idx="54611">
                  <c:v>65.98</c:v>
                </c:pt>
                <c:pt idx="54612">
                  <c:v>51.98</c:v>
                </c:pt>
                <c:pt idx="54613">
                  <c:v>24.18</c:v>
                </c:pt>
                <c:pt idx="54614">
                  <c:v>56.58</c:v>
                </c:pt>
                <c:pt idx="54615">
                  <c:v>60.58</c:v>
                </c:pt>
                <c:pt idx="54616">
                  <c:v>121.94</c:v>
                </c:pt>
                <c:pt idx="54617">
                  <c:v>21.29</c:v>
                </c:pt>
                <c:pt idx="54618">
                  <c:v>59.98</c:v>
                </c:pt>
                <c:pt idx="54619">
                  <c:v>67.709999999999994</c:v>
                </c:pt>
                <c:pt idx="54620">
                  <c:v>51.98</c:v>
                </c:pt>
                <c:pt idx="54621">
                  <c:v>111.96</c:v>
                </c:pt>
                <c:pt idx="54622">
                  <c:v>56.98</c:v>
                </c:pt>
                <c:pt idx="54623">
                  <c:v>159.97999999999999</c:v>
                </c:pt>
                <c:pt idx="54624">
                  <c:v>288.97000000000003</c:v>
                </c:pt>
                <c:pt idx="54625">
                  <c:v>64.97</c:v>
                </c:pt>
                <c:pt idx="54626">
                  <c:v>75.849999999999994</c:v>
                </c:pt>
                <c:pt idx="54627">
                  <c:v>44.98</c:v>
                </c:pt>
                <c:pt idx="54628">
                  <c:v>55.98</c:v>
                </c:pt>
                <c:pt idx="54629">
                  <c:v>55.98</c:v>
                </c:pt>
                <c:pt idx="54630">
                  <c:v>90.93</c:v>
                </c:pt>
                <c:pt idx="54631">
                  <c:v>54.99</c:v>
                </c:pt>
                <c:pt idx="54632">
                  <c:v>15.99</c:v>
                </c:pt>
                <c:pt idx="54633">
                  <c:v>119.96</c:v>
                </c:pt>
                <c:pt idx="54634">
                  <c:v>83.98</c:v>
                </c:pt>
                <c:pt idx="54635">
                  <c:v>69.83</c:v>
                </c:pt>
                <c:pt idx="54636">
                  <c:v>56.95</c:v>
                </c:pt>
                <c:pt idx="54637">
                  <c:v>89.94</c:v>
                </c:pt>
                <c:pt idx="54638">
                  <c:v>127.98</c:v>
                </c:pt>
                <c:pt idx="54639">
                  <c:v>92.97</c:v>
                </c:pt>
                <c:pt idx="54640">
                  <c:v>155.97</c:v>
                </c:pt>
                <c:pt idx="54641">
                  <c:v>281.83</c:v>
                </c:pt>
                <c:pt idx="54642">
                  <c:v>29.28</c:v>
                </c:pt>
                <c:pt idx="54643">
                  <c:v>175.44</c:v>
                </c:pt>
                <c:pt idx="54644">
                  <c:v>179.94</c:v>
                </c:pt>
                <c:pt idx="54645">
                  <c:v>11.49</c:v>
                </c:pt>
                <c:pt idx="54646">
                  <c:v>91.47</c:v>
                </c:pt>
                <c:pt idx="54647">
                  <c:v>49.97</c:v>
                </c:pt>
                <c:pt idx="54648">
                  <c:v>113.96</c:v>
                </c:pt>
                <c:pt idx="54649">
                  <c:v>49.59</c:v>
                </c:pt>
                <c:pt idx="54650">
                  <c:v>87.08</c:v>
                </c:pt>
                <c:pt idx="54651">
                  <c:v>152.05000000000001</c:v>
                </c:pt>
                <c:pt idx="54652">
                  <c:v>129.97999999999999</c:v>
                </c:pt>
                <c:pt idx="54653">
                  <c:v>79.98</c:v>
                </c:pt>
                <c:pt idx="54654">
                  <c:v>85.97</c:v>
                </c:pt>
                <c:pt idx="54655">
                  <c:v>51.98</c:v>
                </c:pt>
                <c:pt idx="54656">
                  <c:v>-56.98</c:v>
                </c:pt>
                <c:pt idx="54657">
                  <c:v>50.12</c:v>
                </c:pt>
                <c:pt idx="54658">
                  <c:v>53.98</c:v>
                </c:pt>
                <c:pt idx="54659">
                  <c:v>-60.58</c:v>
                </c:pt>
                <c:pt idx="54660">
                  <c:v>-67.78</c:v>
                </c:pt>
                <c:pt idx="54661">
                  <c:v>29.49</c:v>
                </c:pt>
                <c:pt idx="54662">
                  <c:v>55.98</c:v>
                </c:pt>
                <c:pt idx="54663">
                  <c:v>97.98</c:v>
                </c:pt>
                <c:pt idx="54664">
                  <c:v>54.89</c:v>
                </c:pt>
                <c:pt idx="54665">
                  <c:v>105.97</c:v>
                </c:pt>
                <c:pt idx="54666">
                  <c:v>89.97</c:v>
                </c:pt>
                <c:pt idx="54667">
                  <c:v>129.94999999999999</c:v>
                </c:pt>
                <c:pt idx="54668">
                  <c:v>61.67</c:v>
                </c:pt>
                <c:pt idx="54669">
                  <c:v>143.94999999999999</c:v>
                </c:pt>
                <c:pt idx="54670">
                  <c:v>86.29</c:v>
                </c:pt>
                <c:pt idx="54671">
                  <c:v>78.97</c:v>
                </c:pt>
                <c:pt idx="54672">
                  <c:v>53.98</c:v>
                </c:pt>
                <c:pt idx="54673">
                  <c:v>155.94</c:v>
                </c:pt>
                <c:pt idx="54674">
                  <c:v>59.98</c:v>
                </c:pt>
                <c:pt idx="54675">
                  <c:v>139.96</c:v>
                </c:pt>
                <c:pt idx="54676">
                  <c:v>71.959999999999994</c:v>
                </c:pt>
                <c:pt idx="54677">
                  <c:v>94.98</c:v>
                </c:pt>
                <c:pt idx="54678">
                  <c:v>46.92</c:v>
                </c:pt>
                <c:pt idx="54679">
                  <c:v>119.96</c:v>
                </c:pt>
                <c:pt idx="54680">
                  <c:v>48.48</c:v>
                </c:pt>
                <c:pt idx="54681">
                  <c:v>111.96</c:v>
                </c:pt>
                <c:pt idx="54682">
                  <c:v>49.99</c:v>
                </c:pt>
                <c:pt idx="54683">
                  <c:v>129.94999999999999</c:v>
                </c:pt>
                <c:pt idx="54684">
                  <c:v>99.97</c:v>
                </c:pt>
                <c:pt idx="54685">
                  <c:v>84.99</c:v>
                </c:pt>
                <c:pt idx="54686">
                  <c:v>108.97</c:v>
                </c:pt>
                <c:pt idx="54687">
                  <c:v>169.44</c:v>
                </c:pt>
                <c:pt idx="54688">
                  <c:v>143.94</c:v>
                </c:pt>
                <c:pt idx="54689">
                  <c:v>83.33</c:v>
                </c:pt>
                <c:pt idx="54690">
                  <c:v>141.46</c:v>
                </c:pt>
                <c:pt idx="54691">
                  <c:v>53.97</c:v>
                </c:pt>
                <c:pt idx="54692">
                  <c:v>55.98</c:v>
                </c:pt>
                <c:pt idx="54693">
                  <c:v>31.48</c:v>
                </c:pt>
                <c:pt idx="54694">
                  <c:v>99.95</c:v>
                </c:pt>
                <c:pt idx="54695">
                  <c:v>65.989999999999995</c:v>
                </c:pt>
                <c:pt idx="54696">
                  <c:v>38.020000000000003</c:v>
                </c:pt>
                <c:pt idx="54697">
                  <c:v>7.44</c:v>
                </c:pt>
                <c:pt idx="54698">
                  <c:v>59.97</c:v>
                </c:pt>
                <c:pt idx="54699">
                  <c:v>155.97</c:v>
                </c:pt>
                <c:pt idx="54700">
                  <c:v>181.93</c:v>
                </c:pt>
                <c:pt idx="54701">
                  <c:v>49.99</c:v>
                </c:pt>
                <c:pt idx="54702">
                  <c:v>21.24</c:v>
                </c:pt>
                <c:pt idx="54703">
                  <c:v>53.08</c:v>
                </c:pt>
                <c:pt idx="54704">
                  <c:v>51.98</c:v>
                </c:pt>
                <c:pt idx="54705">
                  <c:v>282.39999999999998</c:v>
                </c:pt>
                <c:pt idx="54706">
                  <c:v>11.29</c:v>
                </c:pt>
                <c:pt idx="54707">
                  <c:v>84.97</c:v>
                </c:pt>
                <c:pt idx="54708">
                  <c:v>94.47</c:v>
                </c:pt>
                <c:pt idx="54709">
                  <c:v>99.99</c:v>
                </c:pt>
                <c:pt idx="54710">
                  <c:v>59.97</c:v>
                </c:pt>
                <c:pt idx="54711">
                  <c:v>61.98</c:v>
                </c:pt>
                <c:pt idx="54712">
                  <c:v>51.98</c:v>
                </c:pt>
                <c:pt idx="54713">
                  <c:v>74.98</c:v>
                </c:pt>
                <c:pt idx="54714">
                  <c:v>51.29</c:v>
                </c:pt>
                <c:pt idx="54715">
                  <c:v>61.98</c:v>
                </c:pt>
                <c:pt idx="54716">
                  <c:v>60.45</c:v>
                </c:pt>
                <c:pt idx="54717">
                  <c:v>123.96</c:v>
                </c:pt>
                <c:pt idx="54718">
                  <c:v>109.97</c:v>
                </c:pt>
                <c:pt idx="54719">
                  <c:v>31.48</c:v>
                </c:pt>
                <c:pt idx="54720">
                  <c:v>47.63</c:v>
                </c:pt>
                <c:pt idx="54721">
                  <c:v>111.16</c:v>
                </c:pt>
                <c:pt idx="54722">
                  <c:v>90.73</c:v>
                </c:pt>
                <c:pt idx="54723">
                  <c:v>89.95</c:v>
                </c:pt>
                <c:pt idx="54724">
                  <c:v>83.97</c:v>
                </c:pt>
                <c:pt idx="54725">
                  <c:v>99.96</c:v>
                </c:pt>
                <c:pt idx="54726">
                  <c:v>54.99</c:v>
                </c:pt>
                <c:pt idx="54727">
                  <c:v>59.99</c:v>
                </c:pt>
                <c:pt idx="54728">
                  <c:v>21.29</c:v>
                </c:pt>
                <c:pt idx="54729">
                  <c:v>68.319999999999993</c:v>
                </c:pt>
                <c:pt idx="54730">
                  <c:v>300.89999999999998</c:v>
                </c:pt>
                <c:pt idx="54731">
                  <c:v>183.86</c:v>
                </c:pt>
                <c:pt idx="54732">
                  <c:v>80.930000000000007</c:v>
                </c:pt>
                <c:pt idx="54733">
                  <c:v>119.96</c:v>
                </c:pt>
                <c:pt idx="54734">
                  <c:v>479.91</c:v>
                </c:pt>
                <c:pt idx="54735">
                  <c:v>55.98</c:v>
                </c:pt>
                <c:pt idx="54736">
                  <c:v>69.989999999999995</c:v>
                </c:pt>
                <c:pt idx="54737">
                  <c:v>44.99</c:v>
                </c:pt>
                <c:pt idx="54738">
                  <c:v>91.94</c:v>
                </c:pt>
                <c:pt idx="54739">
                  <c:v>141.96</c:v>
                </c:pt>
                <c:pt idx="54740">
                  <c:v>68.48</c:v>
                </c:pt>
                <c:pt idx="54741">
                  <c:v>51.98</c:v>
                </c:pt>
                <c:pt idx="54742">
                  <c:v>133.96</c:v>
                </c:pt>
                <c:pt idx="54743">
                  <c:v>51.98</c:v>
                </c:pt>
                <c:pt idx="54744">
                  <c:v>84.99</c:v>
                </c:pt>
                <c:pt idx="54745">
                  <c:v>111.96</c:v>
                </c:pt>
                <c:pt idx="54746">
                  <c:v>207.92</c:v>
                </c:pt>
                <c:pt idx="54747">
                  <c:v>55.98</c:v>
                </c:pt>
                <c:pt idx="54748">
                  <c:v>36.479999999999997</c:v>
                </c:pt>
                <c:pt idx="54749">
                  <c:v>51.98</c:v>
                </c:pt>
                <c:pt idx="54750">
                  <c:v>41.48</c:v>
                </c:pt>
                <c:pt idx="54751">
                  <c:v>61.17</c:v>
                </c:pt>
                <c:pt idx="54752">
                  <c:v>37.49</c:v>
                </c:pt>
                <c:pt idx="54753">
                  <c:v>120.96</c:v>
                </c:pt>
                <c:pt idx="54754">
                  <c:v>119.97</c:v>
                </c:pt>
                <c:pt idx="54755">
                  <c:v>56.97</c:v>
                </c:pt>
                <c:pt idx="54756">
                  <c:v>46.29</c:v>
                </c:pt>
                <c:pt idx="54757">
                  <c:v>215.88</c:v>
                </c:pt>
                <c:pt idx="54758">
                  <c:v>31.48</c:v>
                </c:pt>
                <c:pt idx="54759">
                  <c:v>48.48</c:v>
                </c:pt>
                <c:pt idx="54760">
                  <c:v>55.98</c:v>
                </c:pt>
                <c:pt idx="54761">
                  <c:v>55.98</c:v>
                </c:pt>
                <c:pt idx="54762">
                  <c:v>73.959999999999994</c:v>
                </c:pt>
                <c:pt idx="54763">
                  <c:v>59.96</c:v>
                </c:pt>
                <c:pt idx="54764">
                  <c:v>54.99</c:v>
                </c:pt>
                <c:pt idx="54765">
                  <c:v>54.99</c:v>
                </c:pt>
                <c:pt idx="54766">
                  <c:v>31.48</c:v>
                </c:pt>
                <c:pt idx="54767">
                  <c:v>29.49</c:v>
                </c:pt>
                <c:pt idx="54768">
                  <c:v>149.9</c:v>
                </c:pt>
                <c:pt idx="54769">
                  <c:v>52.98</c:v>
                </c:pt>
                <c:pt idx="54770">
                  <c:v>55.98</c:v>
                </c:pt>
                <c:pt idx="54771">
                  <c:v>44.49</c:v>
                </c:pt>
                <c:pt idx="54772">
                  <c:v>139.94999999999999</c:v>
                </c:pt>
                <c:pt idx="54773">
                  <c:v>161.97</c:v>
                </c:pt>
                <c:pt idx="54774">
                  <c:v>228.87</c:v>
                </c:pt>
                <c:pt idx="54775">
                  <c:v>58.48</c:v>
                </c:pt>
                <c:pt idx="54776">
                  <c:v>36.49</c:v>
                </c:pt>
                <c:pt idx="54777">
                  <c:v>169.92</c:v>
                </c:pt>
                <c:pt idx="54778">
                  <c:v>37.28</c:v>
                </c:pt>
                <c:pt idx="54779">
                  <c:v>10.89</c:v>
                </c:pt>
                <c:pt idx="54780">
                  <c:v>83.97</c:v>
                </c:pt>
                <c:pt idx="54781">
                  <c:v>27.84</c:v>
                </c:pt>
                <c:pt idx="54782">
                  <c:v>83.47</c:v>
                </c:pt>
                <c:pt idx="54783">
                  <c:v>45.47</c:v>
                </c:pt>
                <c:pt idx="54784">
                  <c:v>131.83000000000001</c:v>
                </c:pt>
                <c:pt idx="54785">
                  <c:v>55.98</c:v>
                </c:pt>
                <c:pt idx="54786">
                  <c:v>89.97</c:v>
                </c:pt>
                <c:pt idx="54787">
                  <c:v>115.98</c:v>
                </c:pt>
                <c:pt idx="54788">
                  <c:v>52.98</c:v>
                </c:pt>
                <c:pt idx="54789">
                  <c:v>54.99</c:v>
                </c:pt>
                <c:pt idx="54790">
                  <c:v>59.98</c:v>
                </c:pt>
                <c:pt idx="54791">
                  <c:v>130.94</c:v>
                </c:pt>
                <c:pt idx="54792">
                  <c:v>59.96</c:v>
                </c:pt>
                <c:pt idx="54793">
                  <c:v>24.49</c:v>
                </c:pt>
                <c:pt idx="54794">
                  <c:v>55.98</c:v>
                </c:pt>
                <c:pt idx="54795">
                  <c:v>65.319999999999993</c:v>
                </c:pt>
                <c:pt idx="54796">
                  <c:v>67.459999999999994</c:v>
                </c:pt>
                <c:pt idx="54797">
                  <c:v>62.69</c:v>
                </c:pt>
                <c:pt idx="54798">
                  <c:v>67.39</c:v>
                </c:pt>
                <c:pt idx="54799">
                  <c:v>169.94</c:v>
                </c:pt>
                <c:pt idx="54800">
                  <c:v>31.48</c:v>
                </c:pt>
                <c:pt idx="54801">
                  <c:v>119.96</c:v>
                </c:pt>
                <c:pt idx="54802">
                  <c:v>74.98</c:v>
                </c:pt>
                <c:pt idx="54803">
                  <c:v>39.28</c:v>
                </c:pt>
                <c:pt idx="54804">
                  <c:v>208.08</c:v>
                </c:pt>
                <c:pt idx="54805">
                  <c:v>32.49</c:v>
                </c:pt>
                <c:pt idx="54806">
                  <c:v>111.96</c:v>
                </c:pt>
                <c:pt idx="54807">
                  <c:v>55.98</c:v>
                </c:pt>
                <c:pt idx="54808">
                  <c:v>56.09</c:v>
                </c:pt>
                <c:pt idx="54809">
                  <c:v>20.49</c:v>
                </c:pt>
                <c:pt idx="54810">
                  <c:v>179.94</c:v>
                </c:pt>
                <c:pt idx="54811">
                  <c:v>54.98</c:v>
                </c:pt>
                <c:pt idx="54812">
                  <c:v>55.98</c:v>
                </c:pt>
                <c:pt idx="54813">
                  <c:v>58.98</c:v>
                </c:pt>
                <c:pt idx="54814">
                  <c:v>52.98</c:v>
                </c:pt>
                <c:pt idx="54815">
                  <c:v>84.98</c:v>
                </c:pt>
                <c:pt idx="54816">
                  <c:v>32.630000000000003</c:v>
                </c:pt>
                <c:pt idx="54817">
                  <c:v>75.959999999999994</c:v>
                </c:pt>
                <c:pt idx="54818">
                  <c:v>56.97</c:v>
                </c:pt>
                <c:pt idx="54819">
                  <c:v>29.49</c:v>
                </c:pt>
                <c:pt idx="54820">
                  <c:v>20.49</c:v>
                </c:pt>
                <c:pt idx="54821">
                  <c:v>57</c:v>
                </c:pt>
                <c:pt idx="54822">
                  <c:v>89.98</c:v>
                </c:pt>
                <c:pt idx="54823">
                  <c:v>106.97</c:v>
                </c:pt>
                <c:pt idx="54824">
                  <c:v>55.97</c:v>
                </c:pt>
                <c:pt idx="54825">
                  <c:v>107.96</c:v>
                </c:pt>
                <c:pt idx="54826">
                  <c:v>16.29</c:v>
                </c:pt>
                <c:pt idx="54827">
                  <c:v>84.99</c:v>
                </c:pt>
                <c:pt idx="54828">
                  <c:v>77.97</c:v>
                </c:pt>
                <c:pt idx="54829">
                  <c:v>197.97</c:v>
                </c:pt>
                <c:pt idx="54830">
                  <c:v>120.96</c:v>
                </c:pt>
                <c:pt idx="54831">
                  <c:v>117.95</c:v>
                </c:pt>
                <c:pt idx="54832">
                  <c:v>131.97999999999999</c:v>
                </c:pt>
                <c:pt idx="54833">
                  <c:v>131.96</c:v>
                </c:pt>
                <c:pt idx="54834">
                  <c:v>55.98</c:v>
                </c:pt>
                <c:pt idx="54835">
                  <c:v>86.97</c:v>
                </c:pt>
                <c:pt idx="54836">
                  <c:v>43.49</c:v>
                </c:pt>
                <c:pt idx="54837">
                  <c:v>172.45</c:v>
                </c:pt>
                <c:pt idx="54838">
                  <c:v>58.98</c:v>
                </c:pt>
                <c:pt idx="54839">
                  <c:v>47.48</c:v>
                </c:pt>
                <c:pt idx="54840">
                  <c:v>106.97</c:v>
                </c:pt>
                <c:pt idx="54841">
                  <c:v>96.76</c:v>
                </c:pt>
                <c:pt idx="54842">
                  <c:v>330.95</c:v>
                </c:pt>
                <c:pt idx="54843">
                  <c:v>60.97</c:v>
                </c:pt>
                <c:pt idx="54844">
                  <c:v>61.98</c:v>
                </c:pt>
                <c:pt idx="54845">
                  <c:v>59.96</c:v>
                </c:pt>
                <c:pt idx="54846">
                  <c:v>61.98</c:v>
                </c:pt>
                <c:pt idx="54847">
                  <c:v>41.49</c:v>
                </c:pt>
                <c:pt idx="54848">
                  <c:v>51.98</c:v>
                </c:pt>
                <c:pt idx="54849">
                  <c:v>61.98</c:v>
                </c:pt>
                <c:pt idx="54850">
                  <c:v>112.49</c:v>
                </c:pt>
                <c:pt idx="54851">
                  <c:v>84.98</c:v>
                </c:pt>
                <c:pt idx="54852">
                  <c:v>79.97</c:v>
                </c:pt>
                <c:pt idx="54853">
                  <c:v>61.98</c:v>
                </c:pt>
                <c:pt idx="54854">
                  <c:v>61.98</c:v>
                </c:pt>
                <c:pt idx="54855">
                  <c:v>92.97</c:v>
                </c:pt>
                <c:pt idx="54856">
                  <c:v>24.49</c:v>
                </c:pt>
                <c:pt idx="54857">
                  <c:v>11.49</c:v>
                </c:pt>
                <c:pt idx="54858">
                  <c:v>83.48</c:v>
                </c:pt>
                <c:pt idx="54859">
                  <c:v>103.96</c:v>
                </c:pt>
                <c:pt idx="54860">
                  <c:v>71.97</c:v>
                </c:pt>
                <c:pt idx="54861">
                  <c:v>68.959999999999994</c:v>
                </c:pt>
                <c:pt idx="54862">
                  <c:v>79.849999999999994</c:v>
                </c:pt>
                <c:pt idx="54863">
                  <c:v>95.96</c:v>
                </c:pt>
                <c:pt idx="54864">
                  <c:v>176.73</c:v>
                </c:pt>
                <c:pt idx="54865">
                  <c:v>24.49</c:v>
                </c:pt>
                <c:pt idx="54866">
                  <c:v>61.69</c:v>
                </c:pt>
                <c:pt idx="54867">
                  <c:v>44.99</c:v>
                </c:pt>
                <c:pt idx="54868">
                  <c:v>-63.97</c:v>
                </c:pt>
                <c:pt idx="54869">
                  <c:v>78.59</c:v>
                </c:pt>
                <c:pt idx="54870">
                  <c:v>51.29</c:v>
                </c:pt>
                <c:pt idx="54871">
                  <c:v>75.87</c:v>
                </c:pt>
                <c:pt idx="54872">
                  <c:v>109.78</c:v>
                </c:pt>
                <c:pt idx="54873">
                  <c:v>92.97</c:v>
                </c:pt>
                <c:pt idx="54874">
                  <c:v>61.98</c:v>
                </c:pt>
                <c:pt idx="54875">
                  <c:v>32.49</c:v>
                </c:pt>
                <c:pt idx="54876">
                  <c:v>155.94</c:v>
                </c:pt>
                <c:pt idx="54877">
                  <c:v>59.96</c:v>
                </c:pt>
                <c:pt idx="54878">
                  <c:v>114.89</c:v>
                </c:pt>
                <c:pt idx="54879">
                  <c:v>83.97</c:v>
                </c:pt>
                <c:pt idx="54880">
                  <c:v>46.29</c:v>
                </c:pt>
                <c:pt idx="54881">
                  <c:v>84.99</c:v>
                </c:pt>
                <c:pt idx="54882">
                  <c:v>101.95</c:v>
                </c:pt>
                <c:pt idx="54883">
                  <c:v>55.98</c:v>
                </c:pt>
                <c:pt idx="54884">
                  <c:v>56.97</c:v>
                </c:pt>
                <c:pt idx="54885">
                  <c:v>71.97</c:v>
                </c:pt>
                <c:pt idx="54886">
                  <c:v>119.96</c:v>
                </c:pt>
                <c:pt idx="54887">
                  <c:v>84.98</c:v>
                </c:pt>
                <c:pt idx="54888">
                  <c:v>55.96</c:v>
                </c:pt>
                <c:pt idx="54889">
                  <c:v>71.19</c:v>
                </c:pt>
                <c:pt idx="54890">
                  <c:v>27.49</c:v>
                </c:pt>
                <c:pt idx="54891">
                  <c:v>19.27</c:v>
                </c:pt>
                <c:pt idx="54892">
                  <c:v>84.97</c:v>
                </c:pt>
                <c:pt idx="54893">
                  <c:v>11.49</c:v>
                </c:pt>
                <c:pt idx="54894">
                  <c:v>79.989999999999995</c:v>
                </c:pt>
                <c:pt idx="54895">
                  <c:v>83.48</c:v>
                </c:pt>
                <c:pt idx="54896">
                  <c:v>54.98</c:v>
                </c:pt>
                <c:pt idx="54897">
                  <c:v>159.96</c:v>
                </c:pt>
                <c:pt idx="54898">
                  <c:v>32.49</c:v>
                </c:pt>
                <c:pt idx="54899">
                  <c:v>83.96</c:v>
                </c:pt>
                <c:pt idx="54900">
                  <c:v>50.97</c:v>
                </c:pt>
                <c:pt idx="54901">
                  <c:v>61.48</c:v>
                </c:pt>
                <c:pt idx="54902">
                  <c:v>43.49</c:v>
                </c:pt>
                <c:pt idx="54903">
                  <c:v>63.97</c:v>
                </c:pt>
                <c:pt idx="54904">
                  <c:v>50</c:v>
                </c:pt>
                <c:pt idx="54905">
                  <c:v>73.48</c:v>
                </c:pt>
                <c:pt idx="54906">
                  <c:v>124.06</c:v>
                </c:pt>
                <c:pt idx="54907">
                  <c:v>60.97</c:v>
                </c:pt>
                <c:pt idx="54908">
                  <c:v>69.98</c:v>
                </c:pt>
                <c:pt idx="54909">
                  <c:v>251.5</c:v>
                </c:pt>
                <c:pt idx="54910">
                  <c:v>63.96</c:v>
                </c:pt>
                <c:pt idx="54911">
                  <c:v>143.94</c:v>
                </c:pt>
                <c:pt idx="54912">
                  <c:v>65.540000000000006</c:v>
                </c:pt>
                <c:pt idx="54913">
                  <c:v>68.97</c:v>
                </c:pt>
                <c:pt idx="54914">
                  <c:v>53.98</c:v>
                </c:pt>
                <c:pt idx="54915">
                  <c:v>92.97</c:v>
                </c:pt>
                <c:pt idx="54916">
                  <c:v>105.37</c:v>
                </c:pt>
                <c:pt idx="54917">
                  <c:v>58.97</c:v>
                </c:pt>
                <c:pt idx="54918">
                  <c:v>56.4</c:v>
                </c:pt>
                <c:pt idx="54919">
                  <c:v>55.39</c:v>
                </c:pt>
                <c:pt idx="54920">
                  <c:v>86.32</c:v>
                </c:pt>
                <c:pt idx="54921">
                  <c:v>25.99</c:v>
                </c:pt>
                <c:pt idx="54922">
                  <c:v>123.96</c:v>
                </c:pt>
                <c:pt idx="54923">
                  <c:v>55.98</c:v>
                </c:pt>
                <c:pt idx="54924">
                  <c:v>59.98</c:v>
                </c:pt>
                <c:pt idx="54925">
                  <c:v>71.97</c:v>
                </c:pt>
                <c:pt idx="54926">
                  <c:v>54.89</c:v>
                </c:pt>
                <c:pt idx="54927">
                  <c:v>53.97</c:v>
                </c:pt>
                <c:pt idx="54928">
                  <c:v>79.98</c:v>
                </c:pt>
                <c:pt idx="54929">
                  <c:v>169.98</c:v>
                </c:pt>
                <c:pt idx="54930">
                  <c:v>49.48</c:v>
                </c:pt>
                <c:pt idx="54931">
                  <c:v>239.92</c:v>
                </c:pt>
                <c:pt idx="54932">
                  <c:v>97.08</c:v>
                </c:pt>
                <c:pt idx="54933">
                  <c:v>50.94</c:v>
                </c:pt>
                <c:pt idx="54934">
                  <c:v>89.97</c:v>
                </c:pt>
                <c:pt idx="54935">
                  <c:v>-25.29</c:v>
                </c:pt>
                <c:pt idx="54936">
                  <c:v>44.99</c:v>
                </c:pt>
                <c:pt idx="54937">
                  <c:v>119.97</c:v>
                </c:pt>
                <c:pt idx="54938">
                  <c:v>101.97</c:v>
                </c:pt>
                <c:pt idx="54939">
                  <c:v>55.96</c:v>
                </c:pt>
                <c:pt idx="54940">
                  <c:v>91.47</c:v>
                </c:pt>
                <c:pt idx="54941">
                  <c:v>40.229999999999997</c:v>
                </c:pt>
                <c:pt idx="54942">
                  <c:v>84.99</c:v>
                </c:pt>
                <c:pt idx="54943">
                  <c:v>263.95999999999998</c:v>
                </c:pt>
                <c:pt idx="54944">
                  <c:v>22.95</c:v>
                </c:pt>
                <c:pt idx="54945">
                  <c:v>21.29</c:v>
                </c:pt>
                <c:pt idx="54946">
                  <c:v>98.47</c:v>
                </c:pt>
                <c:pt idx="54947">
                  <c:v>20.49</c:v>
                </c:pt>
                <c:pt idx="54948">
                  <c:v>53.76</c:v>
                </c:pt>
                <c:pt idx="54949">
                  <c:v>195.93</c:v>
                </c:pt>
                <c:pt idx="54950">
                  <c:v>83.97</c:v>
                </c:pt>
                <c:pt idx="54951">
                  <c:v>51.98</c:v>
                </c:pt>
                <c:pt idx="54952">
                  <c:v>47.24</c:v>
                </c:pt>
                <c:pt idx="54953">
                  <c:v>53.97</c:v>
                </c:pt>
                <c:pt idx="54954">
                  <c:v>25.08</c:v>
                </c:pt>
                <c:pt idx="54955">
                  <c:v>59.98</c:v>
                </c:pt>
                <c:pt idx="54956">
                  <c:v>83.48</c:v>
                </c:pt>
                <c:pt idx="54957">
                  <c:v>44.29</c:v>
                </c:pt>
                <c:pt idx="54958">
                  <c:v>99.98</c:v>
                </c:pt>
                <c:pt idx="54959">
                  <c:v>89.97</c:v>
                </c:pt>
                <c:pt idx="54960">
                  <c:v>29.49</c:v>
                </c:pt>
                <c:pt idx="54961">
                  <c:v>58.58</c:v>
                </c:pt>
                <c:pt idx="54962">
                  <c:v>33.479999999999997</c:v>
                </c:pt>
                <c:pt idx="54963">
                  <c:v>193.54</c:v>
                </c:pt>
                <c:pt idx="54964">
                  <c:v>21.29</c:v>
                </c:pt>
                <c:pt idx="54965">
                  <c:v>83.97</c:v>
                </c:pt>
                <c:pt idx="54966">
                  <c:v>67.17</c:v>
                </c:pt>
                <c:pt idx="54967">
                  <c:v>55.98</c:v>
                </c:pt>
                <c:pt idx="54968">
                  <c:v>29.49</c:v>
                </c:pt>
                <c:pt idx="54969">
                  <c:v>149.94999999999999</c:v>
                </c:pt>
                <c:pt idx="54970">
                  <c:v>49.28</c:v>
                </c:pt>
                <c:pt idx="54971">
                  <c:v>66.959999999999994</c:v>
                </c:pt>
                <c:pt idx="54972">
                  <c:v>11.49</c:v>
                </c:pt>
                <c:pt idx="54973">
                  <c:v>55.98</c:v>
                </c:pt>
                <c:pt idx="54974">
                  <c:v>46.29</c:v>
                </c:pt>
                <c:pt idx="54975">
                  <c:v>120.85</c:v>
                </c:pt>
                <c:pt idx="54976">
                  <c:v>59.96</c:v>
                </c:pt>
                <c:pt idx="54977">
                  <c:v>55.98</c:v>
                </c:pt>
                <c:pt idx="54978">
                  <c:v>9.41</c:v>
                </c:pt>
                <c:pt idx="54979">
                  <c:v>65.989999999999995</c:v>
                </c:pt>
                <c:pt idx="54980">
                  <c:v>64.98</c:v>
                </c:pt>
                <c:pt idx="54981">
                  <c:v>21.29</c:v>
                </c:pt>
                <c:pt idx="54982">
                  <c:v>184.97</c:v>
                </c:pt>
                <c:pt idx="54983">
                  <c:v>38.479999999999997</c:v>
                </c:pt>
                <c:pt idx="54984">
                  <c:v>124.18</c:v>
                </c:pt>
                <c:pt idx="54985">
                  <c:v>103.37</c:v>
                </c:pt>
                <c:pt idx="54986">
                  <c:v>148.96</c:v>
                </c:pt>
                <c:pt idx="54987">
                  <c:v>59.98</c:v>
                </c:pt>
                <c:pt idx="54988">
                  <c:v>107.96</c:v>
                </c:pt>
                <c:pt idx="54989">
                  <c:v>63.97</c:v>
                </c:pt>
                <c:pt idx="54990">
                  <c:v>49.99</c:v>
                </c:pt>
                <c:pt idx="54991">
                  <c:v>83.48</c:v>
                </c:pt>
                <c:pt idx="54992">
                  <c:v>94.95</c:v>
                </c:pt>
                <c:pt idx="54993">
                  <c:v>71.97</c:v>
                </c:pt>
                <c:pt idx="54994">
                  <c:v>31.28</c:v>
                </c:pt>
                <c:pt idx="54995">
                  <c:v>77.39</c:v>
                </c:pt>
                <c:pt idx="54996">
                  <c:v>47.48</c:v>
                </c:pt>
                <c:pt idx="54997">
                  <c:v>16.29</c:v>
                </c:pt>
                <c:pt idx="54998">
                  <c:v>69.97</c:v>
                </c:pt>
                <c:pt idx="54999">
                  <c:v>59.99</c:v>
                </c:pt>
                <c:pt idx="55000">
                  <c:v>83.97</c:v>
                </c:pt>
                <c:pt idx="55001">
                  <c:v>88.95</c:v>
                </c:pt>
                <c:pt idx="55002">
                  <c:v>61.98</c:v>
                </c:pt>
                <c:pt idx="55003">
                  <c:v>55.97</c:v>
                </c:pt>
                <c:pt idx="55004">
                  <c:v>59.98</c:v>
                </c:pt>
                <c:pt idx="55005">
                  <c:v>102.83</c:v>
                </c:pt>
                <c:pt idx="55006">
                  <c:v>79.98</c:v>
                </c:pt>
                <c:pt idx="55007">
                  <c:v>75.959999999999994</c:v>
                </c:pt>
                <c:pt idx="55008">
                  <c:v>14.49</c:v>
                </c:pt>
                <c:pt idx="55009">
                  <c:v>107.96</c:v>
                </c:pt>
                <c:pt idx="55010">
                  <c:v>153.97</c:v>
                </c:pt>
                <c:pt idx="55011">
                  <c:v>92.97</c:v>
                </c:pt>
                <c:pt idx="55012">
                  <c:v>84.68</c:v>
                </c:pt>
                <c:pt idx="55013">
                  <c:v>484.9</c:v>
                </c:pt>
                <c:pt idx="55014">
                  <c:v>93.98</c:v>
                </c:pt>
                <c:pt idx="55015">
                  <c:v>29.49</c:v>
                </c:pt>
                <c:pt idx="55016">
                  <c:v>54.98</c:v>
                </c:pt>
                <c:pt idx="55017">
                  <c:v>148.97</c:v>
                </c:pt>
                <c:pt idx="55018">
                  <c:v>81.97</c:v>
                </c:pt>
                <c:pt idx="55019">
                  <c:v>97.93</c:v>
                </c:pt>
                <c:pt idx="55020">
                  <c:v>89.49</c:v>
                </c:pt>
                <c:pt idx="55021">
                  <c:v>23.98</c:v>
                </c:pt>
                <c:pt idx="55022">
                  <c:v>59.98</c:v>
                </c:pt>
                <c:pt idx="55023">
                  <c:v>89.97</c:v>
                </c:pt>
                <c:pt idx="55024">
                  <c:v>59.98</c:v>
                </c:pt>
                <c:pt idx="55025">
                  <c:v>53.98</c:v>
                </c:pt>
                <c:pt idx="55026">
                  <c:v>63.96</c:v>
                </c:pt>
                <c:pt idx="55027">
                  <c:v>190.91</c:v>
                </c:pt>
                <c:pt idx="55028">
                  <c:v>131.97999999999999</c:v>
                </c:pt>
                <c:pt idx="55029">
                  <c:v>56.85</c:v>
                </c:pt>
                <c:pt idx="55030">
                  <c:v>57.59</c:v>
                </c:pt>
                <c:pt idx="55031">
                  <c:v>78.959999999999994</c:v>
                </c:pt>
                <c:pt idx="55032">
                  <c:v>32.49</c:v>
                </c:pt>
                <c:pt idx="55033">
                  <c:v>48.58</c:v>
                </c:pt>
                <c:pt idx="55034">
                  <c:v>59.98</c:v>
                </c:pt>
                <c:pt idx="55035">
                  <c:v>150.97</c:v>
                </c:pt>
                <c:pt idx="55036">
                  <c:v>40.49</c:v>
                </c:pt>
                <c:pt idx="55037">
                  <c:v>84.98</c:v>
                </c:pt>
                <c:pt idx="55038">
                  <c:v>94.89</c:v>
                </c:pt>
                <c:pt idx="55039">
                  <c:v>181.17</c:v>
                </c:pt>
                <c:pt idx="55040">
                  <c:v>68.97</c:v>
                </c:pt>
                <c:pt idx="55041">
                  <c:v>80.97</c:v>
                </c:pt>
                <c:pt idx="55042">
                  <c:v>57.98</c:v>
                </c:pt>
                <c:pt idx="55043">
                  <c:v>86.95</c:v>
                </c:pt>
                <c:pt idx="55044">
                  <c:v>104.95</c:v>
                </c:pt>
                <c:pt idx="55045">
                  <c:v>59.97</c:v>
                </c:pt>
                <c:pt idx="55046">
                  <c:v>94.98</c:v>
                </c:pt>
                <c:pt idx="55047">
                  <c:v>27.48</c:v>
                </c:pt>
                <c:pt idx="55048">
                  <c:v>88.97</c:v>
                </c:pt>
                <c:pt idx="55049">
                  <c:v>84.47</c:v>
                </c:pt>
                <c:pt idx="55050">
                  <c:v>128.24</c:v>
                </c:pt>
                <c:pt idx="55051">
                  <c:v>91.97</c:v>
                </c:pt>
                <c:pt idx="55052">
                  <c:v>-64.98</c:v>
                </c:pt>
                <c:pt idx="55053">
                  <c:v>105.05</c:v>
                </c:pt>
                <c:pt idx="55054">
                  <c:v>54.58</c:v>
                </c:pt>
                <c:pt idx="55055">
                  <c:v>65.989999999999995</c:v>
                </c:pt>
                <c:pt idx="55056">
                  <c:v>25.49</c:v>
                </c:pt>
                <c:pt idx="55057">
                  <c:v>61.47</c:v>
                </c:pt>
                <c:pt idx="55058">
                  <c:v>51.98</c:v>
                </c:pt>
                <c:pt idx="55059">
                  <c:v>88.97</c:v>
                </c:pt>
                <c:pt idx="55060">
                  <c:v>25.49</c:v>
                </c:pt>
                <c:pt idx="55061">
                  <c:v>59.47</c:v>
                </c:pt>
                <c:pt idx="55062">
                  <c:v>107.96</c:v>
                </c:pt>
                <c:pt idx="55063">
                  <c:v>-50.99</c:v>
                </c:pt>
                <c:pt idx="55064">
                  <c:v>16.29</c:v>
                </c:pt>
                <c:pt idx="55065">
                  <c:v>31.49</c:v>
                </c:pt>
                <c:pt idx="55066">
                  <c:v>66.97</c:v>
                </c:pt>
                <c:pt idx="55067">
                  <c:v>84.99</c:v>
                </c:pt>
                <c:pt idx="55068">
                  <c:v>59.98</c:v>
                </c:pt>
                <c:pt idx="55069">
                  <c:v>59.98</c:v>
                </c:pt>
                <c:pt idx="55070">
                  <c:v>226</c:v>
                </c:pt>
                <c:pt idx="55071">
                  <c:v>55.98</c:v>
                </c:pt>
                <c:pt idx="55072">
                  <c:v>126.96</c:v>
                </c:pt>
                <c:pt idx="55073">
                  <c:v>31.48</c:v>
                </c:pt>
                <c:pt idx="55074">
                  <c:v>27.99</c:v>
                </c:pt>
                <c:pt idx="55075">
                  <c:v>130.63</c:v>
                </c:pt>
                <c:pt idx="55076">
                  <c:v>11.49</c:v>
                </c:pt>
                <c:pt idx="55077">
                  <c:v>254.97</c:v>
                </c:pt>
                <c:pt idx="55078">
                  <c:v>94.98</c:v>
                </c:pt>
                <c:pt idx="55079">
                  <c:v>31.79</c:v>
                </c:pt>
                <c:pt idx="55080">
                  <c:v>106.69</c:v>
                </c:pt>
                <c:pt idx="55081">
                  <c:v>89.95</c:v>
                </c:pt>
                <c:pt idx="55082">
                  <c:v>49.48</c:v>
                </c:pt>
                <c:pt idx="55083">
                  <c:v>663.54</c:v>
                </c:pt>
                <c:pt idx="55084">
                  <c:v>155.94</c:v>
                </c:pt>
                <c:pt idx="55085">
                  <c:v>71.97</c:v>
                </c:pt>
                <c:pt idx="55086">
                  <c:v>111.96</c:v>
                </c:pt>
                <c:pt idx="55087">
                  <c:v>110.94</c:v>
                </c:pt>
                <c:pt idx="55088">
                  <c:v>239.9</c:v>
                </c:pt>
                <c:pt idx="55089">
                  <c:v>129.94999999999999</c:v>
                </c:pt>
                <c:pt idx="55090">
                  <c:v>68.989999999999995</c:v>
                </c:pt>
                <c:pt idx="55091">
                  <c:v>95.17</c:v>
                </c:pt>
                <c:pt idx="55092">
                  <c:v>41.48</c:v>
                </c:pt>
                <c:pt idx="55093">
                  <c:v>70.98</c:v>
                </c:pt>
                <c:pt idx="55094">
                  <c:v>74.95</c:v>
                </c:pt>
                <c:pt idx="55095">
                  <c:v>124.97</c:v>
                </c:pt>
                <c:pt idx="55096">
                  <c:v>89.97</c:v>
                </c:pt>
                <c:pt idx="55097">
                  <c:v>92.97</c:v>
                </c:pt>
                <c:pt idx="55098">
                  <c:v>59.98</c:v>
                </c:pt>
                <c:pt idx="55099">
                  <c:v>32.630000000000003</c:v>
                </c:pt>
                <c:pt idx="55100">
                  <c:v>53.18</c:v>
                </c:pt>
                <c:pt idx="55101">
                  <c:v>89.94</c:v>
                </c:pt>
                <c:pt idx="55102">
                  <c:v>17.989999999999998</c:v>
                </c:pt>
                <c:pt idx="55103">
                  <c:v>11.49</c:v>
                </c:pt>
                <c:pt idx="55104">
                  <c:v>75.98</c:v>
                </c:pt>
                <c:pt idx="55105">
                  <c:v>49.99</c:v>
                </c:pt>
                <c:pt idx="55106">
                  <c:v>37.270000000000003</c:v>
                </c:pt>
                <c:pt idx="55107">
                  <c:v>143.94999999999999</c:v>
                </c:pt>
                <c:pt idx="55108">
                  <c:v>68.48</c:v>
                </c:pt>
                <c:pt idx="55109">
                  <c:v>89.9</c:v>
                </c:pt>
                <c:pt idx="55110">
                  <c:v>102.82</c:v>
                </c:pt>
                <c:pt idx="55111">
                  <c:v>58.98</c:v>
                </c:pt>
                <c:pt idx="55112">
                  <c:v>137.94999999999999</c:v>
                </c:pt>
                <c:pt idx="55113">
                  <c:v>83.97</c:v>
                </c:pt>
                <c:pt idx="55114">
                  <c:v>66.56</c:v>
                </c:pt>
                <c:pt idx="55115">
                  <c:v>83.97</c:v>
                </c:pt>
                <c:pt idx="55116">
                  <c:v>49.97</c:v>
                </c:pt>
                <c:pt idx="55117">
                  <c:v>89.95</c:v>
                </c:pt>
                <c:pt idx="55118">
                  <c:v>254.97</c:v>
                </c:pt>
                <c:pt idx="55119">
                  <c:v>51.98</c:v>
                </c:pt>
                <c:pt idx="55120">
                  <c:v>27.99</c:v>
                </c:pt>
                <c:pt idx="55121">
                  <c:v>26.99</c:v>
                </c:pt>
                <c:pt idx="55122">
                  <c:v>62.96</c:v>
                </c:pt>
                <c:pt idx="55123">
                  <c:v>97.95</c:v>
                </c:pt>
                <c:pt idx="55124">
                  <c:v>89.95</c:v>
                </c:pt>
                <c:pt idx="55125">
                  <c:v>77.97</c:v>
                </c:pt>
                <c:pt idx="55126">
                  <c:v>55.98</c:v>
                </c:pt>
                <c:pt idx="55127">
                  <c:v>205.65</c:v>
                </c:pt>
                <c:pt idx="55128">
                  <c:v>47.24</c:v>
                </c:pt>
                <c:pt idx="55129">
                  <c:v>45.49</c:v>
                </c:pt>
                <c:pt idx="55130">
                  <c:v>49.47</c:v>
                </c:pt>
                <c:pt idx="55131">
                  <c:v>159.91999999999999</c:v>
                </c:pt>
                <c:pt idx="55132">
                  <c:v>41.49</c:v>
                </c:pt>
                <c:pt idx="55133">
                  <c:v>59.96</c:v>
                </c:pt>
                <c:pt idx="55134">
                  <c:v>83.97</c:v>
                </c:pt>
                <c:pt idx="55135">
                  <c:v>111.12</c:v>
                </c:pt>
                <c:pt idx="55136">
                  <c:v>129.94999999999999</c:v>
                </c:pt>
                <c:pt idx="55137">
                  <c:v>31.48</c:v>
                </c:pt>
                <c:pt idx="55138">
                  <c:v>53.97</c:v>
                </c:pt>
                <c:pt idx="55139">
                  <c:v>55.97</c:v>
                </c:pt>
                <c:pt idx="55140">
                  <c:v>64.77</c:v>
                </c:pt>
                <c:pt idx="55141">
                  <c:v>64.97</c:v>
                </c:pt>
                <c:pt idx="55142">
                  <c:v>61.98</c:v>
                </c:pt>
                <c:pt idx="55143">
                  <c:v>53.98</c:v>
                </c:pt>
                <c:pt idx="55144">
                  <c:v>60.98</c:v>
                </c:pt>
                <c:pt idx="55145">
                  <c:v>123.96</c:v>
                </c:pt>
                <c:pt idx="55146">
                  <c:v>124.98</c:v>
                </c:pt>
                <c:pt idx="55147">
                  <c:v>55.98</c:v>
                </c:pt>
                <c:pt idx="55148">
                  <c:v>58.98</c:v>
                </c:pt>
                <c:pt idx="55149">
                  <c:v>99.94</c:v>
                </c:pt>
                <c:pt idx="55150">
                  <c:v>61.98</c:v>
                </c:pt>
                <c:pt idx="55151">
                  <c:v>69.959999999999994</c:v>
                </c:pt>
                <c:pt idx="55152">
                  <c:v>72.56</c:v>
                </c:pt>
                <c:pt idx="55153">
                  <c:v>83.97</c:v>
                </c:pt>
                <c:pt idx="55154">
                  <c:v>24.48</c:v>
                </c:pt>
                <c:pt idx="55155">
                  <c:v>67.959999999999994</c:v>
                </c:pt>
                <c:pt idx="55156">
                  <c:v>55.96</c:v>
                </c:pt>
                <c:pt idx="55157">
                  <c:v>33.28</c:v>
                </c:pt>
                <c:pt idx="55158">
                  <c:v>57.98</c:v>
                </c:pt>
                <c:pt idx="55159">
                  <c:v>30.23</c:v>
                </c:pt>
                <c:pt idx="55160">
                  <c:v>50.98</c:v>
                </c:pt>
                <c:pt idx="55161">
                  <c:v>34.479999999999997</c:v>
                </c:pt>
                <c:pt idx="55162">
                  <c:v>68.97</c:v>
                </c:pt>
                <c:pt idx="55163">
                  <c:v>49.97</c:v>
                </c:pt>
                <c:pt idx="55164">
                  <c:v>181.93</c:v>
                </c:pt>
                <c:pt idx="55165">
                  <c:v>58.99</c:v>
                </c:pt>
                <c:pt idx="55166">
                  <c:v>107.96</c:v>
                </c:pt>
                <c:pt idx="55167">
                  <c:v>77.97</c:v>
                </c:pt>
                <c:pt idx="55168">
                  <c:v>73.97</c:v>
                </c:pt>
                <c:pt idx="55169">
                  <c:v>158.47</c:v>
                </c:pt>
                <c:pt idx="55170">
                  <c:v>49.49</c:v>
                </c:pt>
                <c:pt idx="55171">
                  <c:v>76.98</c:v>
                </c:pt>
                <c:pt idx="55172">
                  <c:v>77.97</c:v>
                </c:pt>
                <c:pt idx="55173">
                  <c:v>901.82</c:v>
                </c:pt>
                <c:pt idx="55174">
                  <c:v>112.96</c:v>
                </c:pt>
                <c:pt idx="55175">
                  <c:v>61.98</c:v>
                </c:pt>
                <c:pt idx="55176">
                  <c:v>32.49</c:v>
                </c:pt>
                <c:pt idx="55177">
                  <c:v>83.97</c:v>
                </c:pt>
                <c:pt idx="55178">
                  <c:v>17.29</c:v>
                </c:pt>
                <c:pt idx="55179">
                  <c:v>146.37</c:v>
                </c:pt>
                <c:pt idx="55180">
                  <c:v>121.97</c:v>
                </c:pt>
                <c:pt idx="55181">
                  <c:v>68.819999999999993</c:v>
                </c:pt>
                <c:pt idx="55182">
                  <c:v>61.49</c:v>
                </c:pt>
                <c:pt idx="55183">
                  <c:v>642.83000000000004</c:v>
                </c:pt>
                <c:pt idx="55184">
                  <c:v>61.98</c:v>
                </c:pt>
                <c:pt idx="55185">
                  <c:v>131.94999999999999</c:v>
                </c:pt>
                <c:pt idx="55186">
                  <c:v>51.98</c:v>
                </c:pt>
                <c:pt idx="55187">
                  <c:v>17.489999999999998</c:v>
                </c:pt>
                <c:pt idx="55188">
                  <c:v>54.99</c:v>
                </c:pt>
                <c:pt idx="55189">
                  <c:v>111.12</c:v>
                </c:pt>
                <c:pt idx="55190">
                  <c:v>61.98</c:v>
                </c:pt>
                <c:pt idx="55191">
                  <c:v>83.97</c:v>
                </c:pt>
                <c:pt idx="55192">
                  <c:v>53.43</c:v>
                </c:pt>
                <c:pt idx="55193">
                  <c:v>54.99</c:v>
                </c:pt>
                <c:pt idx="55194">
                  <c:v>75</c:v>
                </c:pt>
                <c:pt idx="55195">
                  <c:v>51.98</c:v>
                </c:pt>
                <c:pt idx="55196">
                  <c:v>123.96</c:v>
                </c:pt>
                <c:pt idx="55197">
                  <c:v>41.18</c:v>
                </c:pt>
                <c:pt idx="55198">
                  <c:v>111.96</c:v>
                </c:pt>
                <c:pt idx="55199">
                  <c:v>94.97</c:v>
                </c:pt>
                <c:pt idx="55200">
                  <c:v>46.27</c:v>
                </c:pt>
                <c:pt idx="55201">
                  <c:v>84.99</c:v>
                </c:pt>
                <c:pt idx="55202">
                  <c:v>107.94</c:v>
                </c:pt>
                <c:pt idx="55203">
                  <c:v>68.48</c:v>
                </c:pt>
                <c:pt idx="55204">
                  <c:v>131.97999999999999</c:v>
                </c:pt>
                <c:pt idx="55205">
                  <c:v>94.98</c:v>
                </c:pt>
                <c:pt idx="55206">
                  <c:v>64.98</c:v>
                </c:pt>
                <c:pt idx="55207">
                  <c:v>50.99</c:v>
                </c:pt>
                <c:pt idx="55208">
                  <c:v>55.39</c:v>
                </c:pt>
                <c:pt idx="55209">
                  <c:v>59.97</c:v>
                </c:pt>
                <c:pt idx="55210">
                  <c:v>128.94</c:v>
                </c:pt>
                <c:pt idx="55211">
                  <c:v>50.98</c:v>
                </c:pt>
                <c:pt idx="55212">
                  <c:v>55.98</c:v>
                </c:pt>
                <c:pt idx="55213">
                  <c:v>84.98</c:v>
                </c:pt>
                <c:pt idx="55214">
                  <c:v>62.47</c:v>
                </c:pt>
                <c:pt idx="55215">
                  <c:v>70.97</c:v>
                </c:pt>
                <c:pt idx="55216">
                  <c:v>60.97</c:v>
                </c:pt>
                <c:pt idx="55217">
                  <c:v>79.98</c:v>
                </c:pt>
                <c:pt idx="55218">
                  <c:v>84.98</c:v>
                </c:pt>
                <c:pt idx="55219">
                  <c:v>102.83</c:v>
                </c:pt>
                <c:pt idx="55220">
                  <c:v>71.97</c:v>
                </c:pt>
                <c:pt idx="55221">
                  <c:v>51.98</c:v>
                </c:pt>
                <c:pt idx="55222">
                  <c:v>112.45</c:v>
                </c:pt>
                <c:pt idx="55223">
                  <c:v>89.97</c:v>
                </c:pt>
                <c:pt idx="55224">
                  <c:v>59.96</c:v>
                </c:pt>
                <c:pt idx="55225">
                  <c:v>41.28</c:v>
                </c:pt>
                <c:pt idx="55226">
                  <c:v>59.96</c:v>
                </c:pt>
                <c:pt idx="55227">
                  <c:v>124.58</c:v>
                </c:pt>
                <c:pt idx="55228">
                  <c:v>166.94</c:v>
                </c:pt>
                <c:pt idx="55229">
                  <c:v>31.48</c:v>
                </c:pt>
                <c:pt idx="55230">
                  <c:v>83.97</c:v>
                </c:pt>
                <c:pt idx="55231">
                  <c:v>171.96</c:v>
                </c:pt>
                <c:pt idx="55232">
                  <c:v>55.98</c:v>
                </c:pt>
                <c:pt idx="55233">
                  <c:v>115.98</c:v>
                </c:pt>
                <c:pt idx="55234">
                  <c:v>14.49</c:v>
                </c:pt>
                <c:pt idx="55235">
                  <c:v>31.28</c:v>
                </c:pt>
                <c:pt idx="55236">
                  <c:v>71.97</c:v>
                </c:pt>
                <c:pt idx="55237">
                  <c:v>53.98</c:v>
                </c:pt>
                <c:pt idx="55238">
                  <c:v>63.97</c:v>
                </c:pt>
                <c:pt idx="55239">
                  <c:v>149.1</c:v>
                </c:pt>
                <c:pt idx="55240">
                  <c:v>167.94</c:v>
                </c:pt>
                <c:pt idx="55241">
                  <c:v>55.98</c:v>
                </c:pt>
                <c:pt idx="55242">
                  <c:v>46.29</c:v>
                </c:pt>
                <c:pt idx="55243">
                  <c:v>46.49</c:v>
                </c:pt>
                <c:pt idx="55244">
                  <c:v>29.49</c:v>
                </c:pt>
                <c:pt idx="55245">
                  <c:v>132.47</c:v>
                </c:pt>
                <c:pt idx="55246">
                  <c:v>61.98</c:v>
                </c:pt>
                <c:pt idx="55247">
                  <c:v>84.98</c:v>
                </c:pt>
                <c:pt idx="55248">
                  <c:v>123.47</c:v>
                </c:pt>
                <c:pt idx="55249">
                  <c:v>61.17</c:v>
                </c:pt>
                <c:pt idx="55250">
                  <c:v>64.97</c:v>
                </c:pt>
                <c:pt idx="55251">
                  <c:v>73.97</c:v>
                </c:pt>
                <c:pt idx="55252">
                  <c:v>71.86</c:v>
                </c:pt>
                <c:pt idx="55253">
                  <c:v>55.36</c:v>
                </c:pt>
                <c:pt idx="55254">
                  <c:v>61.98</c:v>
                </c:pt>
                <c:pt idx="55255">
                  <c:v>61.98</c:v>
                </c:pt>
                <c:pt idx="55256">
                  <c:v>43.77</c:v>
                </c:pt>
                <c:pt idx="55257">
                  <c:v>179.96</c:v>
                </c:pt>
                <c:pt idx="55258">
                  <c:v>161.71</c:v>
                </c:pt>
                <c:pt idx="55259">
                  <c:v>68.97</c:v>
                </c:pt>
                <c:pt idx="55260">
                  <c:v>159.69999999999999</c:v>
                </c:pt>
                <c:pt idx="55261">
                  <c:v>50.38</c:v>
                </c:pt>
                <c:pt idx="55262">
                  <c:v>55.98</c:v>
                </c:pt>
                <c:pt idx="55263">
                  <c:v>54.98</c:v>
                </c:pt>
                <c:pt idx="55264">
                  <c:v>89.97</c:v>
                </c:pt>
                <c:pt idx="55265">
                  <c:v>61.98</c:v>
                </c:pt>
                <c:pt idx="55266">
                  <c:v>24.48</c:v>
                </c:pt>
                <c:pt idx="55267">
                  <c:v>55.98</c:v>
                </c:pt>
                <c:pt idx="55268">
                  <c:v>92.98</c:v>
                </c:pt>
                <c:pt idx="55269">
                  <c:v>64.98</c:v>
                </c:pt>
                <c:pt idx="55270">
                  <c:v>67.02</c:v>
                </c:pt>
                <c:pt idx="55271">
                  <c:v>39.89</c:v>
                </c:pt>
                <c:pt idx="55272">
                  <c:v>62.86</c:v>
                </c:pt>
                <c:pt idx="55273">
                  <c:v>52.48</c:v>
                </c:pt>
                <c:pt idx="55274">
                  <c:v>31.48</c:v>
                </c:pt>
                <c:pt idx="55275">
                  <c:v>60.96</c:v>
                </c:pt>
                <c:pt idx="55276">
                  <c:v>73.48</c:v>
                </c:pt>
                <c:pt idx="55277">
                  <c:v>71.97</c:v>
                </c:pt>
                <c:pt idx="55278">
                  <c:v>99.98</c:v>
                </c:pt>
                <c:pt idx="55279">
                  <c:v>59.96</c:v>
                </c:pt>
                <c:pt idx="55280">
                  <c:v>254.97</c:v>
                </c:pt>
                <c:pt idx="55281">
                  <c:v>89.97</c:v>
                </c:pt>
                <c:pt idx="55282">
                  <c:v>74.98</c:v>
                </c:pt>
                <c:pt idx="55283">
                  <c:v>88.69</c:v>
                </c:pt>
                <c:pt idx="55284">
                  <c:v>13.29</c:v>
                </c:pt>
                <c:pt idx="55285">
                  <c:v>120.57</c:v>
                </c:pt>
                <c:pt idx="55286">
                  <c:v>29.49</c:v>
                </c:pt>
                <c:pt idx="55287">
                  <c:v>155.9</c:v>
                </c:pt>
                <c:pt idx="55288">
                  <c:v>61.98</c:v>
                </c:pt>
                <c:pt idx="55289">
                  <c:v>27.58</c:v>
                </c:pt>
                <c:pt idx="55290">
                  <c:v>49.48</c:v>
                </c:pt>
                <c:pt idx="55291">
                  <c:v>95.96</c:v>
                </c:pt>
                <c:pt idx="55292">
                  <c:v>31.48</c:v>
                </c:pt>
                <c:pt idx="55293">
                  <c:v>63.48</c:v>
                </c:pt>
                <c:pt idx="55294">
                  <c:v>142.44</c:v>
                </c:pt>
                <c:pt idx="55295">
                  <c:v>159.75</c:v>
                </c:pt>
                <c:pt idx="55296">
                  <c:v>65.989999999999995</c:v>
                </c:pt>
                <c:pt idx="55297">
                  <c:v>64.37</c:v>
                </c:pt>
                <c:pt idx="55298">
                  <c:v>55.98</c:v>
                </c:pt>
                <c:pt idx="55299">
                  <c:v>92.97</c:v>
                </c:pt>
                <c:pt idx="55300">
                  <c:v>82.26</c:v>
                </c:pt>
                <c:pt idx="55301">
                  <c:v>116.97</c:v>
                </c:pt>
                <c:pt idx="55302">
                  <c:v>92.97</c:v>
                </c:pt>
                <c:pt idx="55303">
                  <c:v>83.97</c:v>
                </c:pt>
                <c:pt idx="55304">
                  <c:v>46.49</c:v>
                </c:pt>
                <c:pt idx="55305">
                  <c:v>41.49</c:v>
                </c:pt>
                <c:pt idx="55306">
                  <c:v>54.99</c:v>
                </c:pt>
                <c:pt idx="55307">
                  <c:v>70.17</c:v>
                </c:pt>
                <c:pt idx="55308">
                  <c:v>77.45</c:v>
                </c:pt>
                <c:pt idx="55309">
                  <c:v>89.97</c:v>
                </c:pt>
                <c:pt idx="55310">
                  <c:v>89.97</c:v>
                </c:pt>
                <c:pt idx="55311">
                  <c:v>59.98</c:v>
                </c:pt>
                <c:pt idx="55312">
                  <c:v>55.96</c:v>
                </c:pt>
                <c:pt idx="55313">
                  <c:v>84.98</c:v>
                </c:pt>
                <c:pt idx="55314">
                  <c:v>51.98</c:v>
                </c:pt>
                <c:pt idx="55315">
                  <c:v>59.99</c:v>
                </c:pt>
                <c:pt idx="55316">
                  <c:v>59.97</c:v>
                </c:pt>
                <c:pt idx="55317">
                  <c:v>55.98</c:v>
                </c:pt>
                <c:pt idx="55318">
                  <c:v>119.12</c:v>
                </c:pt>
                <c:pt idx="55319">
                  <c:v>67.02</c:v>
                </c:pt>
                <c:pt idx="55320">
                  <c:v>89.95</c:v>
                </c:pt>
                <c:pt idx="55321">
                  <c:v>64.069999999999993</c:v>
                </c:pt>
                <c:pt idx="55322">
                  <c:v>96.45</c:v>
                </c:pt>
                <c:pt idx="55323">
                  <c:v>106.97</c:v>
                </c:pt>
                <c:pt idx="55324">
                  <c:v>49.28</c:v>
                </c:pt>
                <c:pt idx="55325">
                  <c:v>19.489999999999998</c:v>
                </c:pt>
                <c:pt idx="55326">
                  <c:v>41.29</c:v>
                </c:pt>
                <c:pt idx="55327">
                  <c:v>29.49</c:v>
                </c:pt>
                <c:pt idx="55328">
                  <c:v>35.28</c:v>
                </c:pt>
                <c:pt idx="55329">
                  <c:v>58.98</c:v>
                </c:pt>
                <c:pt idx="55330">
                  <c:v>46.49</c:v>
                </c:pt>
                <c:pt idx="55331">
                  <c:v>143.72</c:v>
                </c:pt>
                <c:pt idx="55332">
                  <c:v>79.959999999999994</c:v>
                </c:pt>
                <c:pt idx="55333">
                  <c:v>59.98</c:v>
                </c:pt>
                <c:pt idx="55334">
                  <c:v>-89.22</c:v>
                </c:pt>
                <c:pt idx="55335">
                  <c:v>-128.24</c:v>
                </c:pt>
                <c:pt idx="55336">
                  <c:v>-79.84</c:v>
                </c:pt>
                <c:pt idx="55337">
                  <c:v>111.96</c:v>
                </c:pt>
                <c:pt idx="55338">
                  <c:v>49.49</c:v>
                </c:pt>
                <c:pt idx="55339">
                  <c:v>57.96</c:v>
                </c:pt>
                <c:pt idx="55340">
                  <c:v>51.98</c:v>
                </c:pt>
                <c:pt idx="55341">
                  <c:v>85.89</c:v>
                </c:pt>
                <c:pt idx="55342">
                  <c:v>64.849999999999994</c:v>
                </c:pt>
                <c:pt idx="55343">
                  <c:v>64.98</c:v>
                </c:pt>
                <c:pt idx="55344">
                  <c:v>142.72</c:v>
                </c:pt>
                <c:pt idx="55345">
                  <c:v>99.98</c:v>
                </c:pt>
                <c:pt idx="55346">
                  <c:v>23.28</c:v>
                </c:pt>
                <c:pt idx="55347">
                  <c:v>54.99</c:v>
                </c:pt>
                <c:pt idx="55348">
                  <c:v>20.29</c:v>
                </c:pt>
                <c:pt idx="55349">
                  <c:v>61.98</c:v>
                </c:pt>
                <c:pt idx="55350">
                  <c:v>21.49</c:v>
                </c:pt>
                <c:pt idx="55351">
                  <c:v>65.989999999999995</c:v>
                </c:pt>
                <c:pt idx="55352">
                  <c:v>49.99</c:v>
                </c:pt>
                <c:pt idx="55353">
                  <c:v>52.98</c:v>
                </c:pt>
                <c:pt idx="55354">
                  <c:v>54.98</c:v>
                </c:pt>
                <c:pt idx="55355">
                  <c:v>98.47</c:v>
                </c:pt>
                <c:pt idx="55356">
                  <c:v>59.98</c:v>
                </c:pt>
                <c:pt idx="55357">
                  <c:v>233.91</c:v>
                </c:pt>
                <c:pt idx="55358">
                  <c:v>50.98</c:v>
                </c:pt>
                <c:pt idx="55359">
                  <c:v>86.96</c:v>
                </c:pt>
                <c:pt idx="55360">
                  <c:v>111.96</c:v>
                </c:pt>
                <c:pt idx="55361">
                  <c:v>63.96</c:v>
                </c:pt>
                <c:pt idx="55362">
                  <c:v>64.98</c:v>
                </c:pt>
                <c:pt idx="55363">
                  <c:v>61.98</c:v>
                </c:pt>
                <c:pt idx="55364">
                  <c:v>63.96</c:v>
                </c:pt>
                <c:pt idx="55365">
                  <c:v>15.48</c:v>
                </c:pt>
                <c:pt idx="55366">
                  <c:v>68.48</c:v>
                </c:pt>
                <c:pt idx="55367">
                  <c:v>59.97</c:v>
                </c:pt>
                <c:pt idx="55368">
                  <c:v>49.99</c:v>
                </c:pt>
                <c:pt idx="55369">
                  <c:v>75.959999999999994</c:v>
                </c:pt>
                <c:pt idx="55370">
                  <c:v>35.49</c:v>
                </c:pt>
                <c:pt idx="55371">
                  <c:v>72.58</c:v>
                </c:pt>
                <c:pt idx="55372">
                  <c:v>106.96</c:v>
                </c:pt>
                <c:pt idx="55373">
                  <c:v>124.06</c:v>
                </c:pt>
                <c:pt idx="55374">
                  <c:v>25.29</c:v>
                </c:pt>
                <c:pt idx="55375">
                  <c:v>51.98</c:v>
                </c:pt>
                <c:pt idx="55376">
                  <c:v>66.569999999999993</c:v>
                </c:pt>
                <c:pt idx="55377">
                  <c:v>69.98</c:v>
                </c:pt>
                <c:pt idx="55378">
                  <c:v>64.98</c:v>
                </c:pt>
                <c:pt idx="55379">
                  <c:v>89.96</c:v>
                </c:pt>
                <c:pt idx="55380">
                  <c:v>77.97</c:v>
                </c:pt>
                <c:pt idx="55381">
                  <c:v>25.37</c:v>
                </c:pt>
                <c:pt idx="55382">
                  <c:v>178.95</c:v>
                </c:pt>
                <c:pt idx="55383">
                  <c:v>51.98</c:v>
                </c:pt>
                <c:pt idx="55384">
                  <c:v>84.98</c:v>
                </c:pt>
                <c:pt idx="55385">
                  <c:v>26.49</c:v>
                </c:pt>
                <c:pt idx="55386">
                  <c:v>61.98</c:v>
                </c:pt>
                <c:pt idx="55387">
                  <c:v>89.97</c:v>
                </c:pt>
                <c:pt idx="55388">
                  <c:v>67.959999999999994</c:v>
                </c:pt>
                <c:pt idx="55389">
                  <c:v>59.98</c:v>
                </c:pt>
                <c:pt idx="55390">
                  <c:v>29.28</c:v>
                </c:pt>
                <c:pt idx="55391">
                  <c:v>191.92</c:v>
                </c:pt>
                <c:pt idx="55392">
                  <c:v>29</c:v>
                </c:pt>
                <c:pt idx="55393">
                  <c:v>74.86</c:v>
                </c:pt>
                <c:pt idx="55394">
                  <c:v>30.38</c:v>
                </c:pt>
                <c:pt idx="55395">
                  <c:v>53.97</c:v>
                </c:pt>
                <c:pt idx="55396">
                  <c:v>63.98</c:v>
                </c:pt>
                <c:pt idx="55397">
                  <c:v>29.47</c:v>
                </c:pt>
                <c:pt idx="55398">
                  <c:v>76.28</c:v>
                </c:pt>
                <c:pt idx="55399">
                  <c:v>21.29</c:v>
                </c:pt>
                <c:pt idx="55400">
                  <c:v>60.98</c:v>
                </c:pt>
                <c:pt idx="55401">
                  <c:v>41.48</c:v>
                </c:pt>
                <c:pt idx="55402">
                  <c:v>77.97</c:v>
                </c:pt>
                <c:pt idx="55403">
                  <c:v>41.09</c:v>
                </c:pt>
                <c:pt idx="55404">
                  <c:v>206.61</c:v>
                </c:pt>
                <c:pt idx="55405">
                  <c:v>55.98</c:v>
                </c:pt>
                <c:pt idx="55406">
                  <c:v>59.96</c:v>
                </c:pt>
                <c:pt idx="55407">
                  <c:v>247.91</c:v>
                </c:pt>
                <c:pt idx="55408">
                  <c:v>65.319999999999993</c:v>
                </c:pt>
                <c:pt idx="55409">
                  <c:v>52.47</c:v>
                </c:pt>
                <c:pt idx="55410">
                  <c:v>83.97</c:v>
                </c:pt>
                <c:pt idx="55411">
                  <c:v>38.99</c:v>
                </c:pt>
                <c:pt idx="55412">
                  <c:v>32.49</c:v>
                </c:pt>
                <c:pt idx="55413">
                  <c:v>55.98</c:v>
                </c:pt>
                <c:pt idx="55414">
                  <c:v>103.46</c:v>
                </c:pt>
                <c:pt idx="55415">
                  <c:v>251.91</c:v>
                </c:pt>
                <c:pt idx="55416">
                  <c:v>55.39</c:v>
                </c:pt>
                <c:pt idx="55417">
                  <c:v>65.27</c:v>
                </c:pt>
                <c:pt idx="55418">
                  <c:v>56.98</c:v>
                </c:pt>
                <c:pt idx="55419">
                  <c:v>83.97</c:v>
                </c:pt>
                <c:pt idx="55420">
                  <c:v>135.96</c:v>
                </c:pt>
                <c:pt idx="55421">
                  <c:v>51.98</c:v>
                </c:pt>
                <c:pt idx="55422">
                  <c:v>13.29</c:v>
                </c:pt>
                <c:pt idx="55423">
                  <c:v>96.78</c:v>
                </c:pt>
                <c:pt idx="55424">
                  <c:v>56.76</c:v>
                </c:pt>
                <c:pt idx="55425">
                  <c:v>92.97</c:v>
                </c:pt>
                <c:pt idx="55426">
                  <c:v>96.78</c:v>
                </c:pt>
                <c:pt idx="55427">
                  <c:v>42.23</c:v>
                </c:pt>
                <c:pt idx="55428">
                  <c:v>69.959999999999994</c:v>
                </c:pt>
                <c:pt idx="55429">
                  <c:v>61.28</c:v>
                </c:pt>
                <c:pt idx="55430">
                  <c:v>51.98</c:v>
                </c:pt>
                <c:pt idx="55431">
                  <c:v>29.49</c:v>
                </c:pt>
                <c:pt idx="55432">
                  <c:v>49.28</c:v>
                </c:pt>
                <c:pt idx="55433">
                  <c:v>29.49</c:v>
                </c:pt>
                <c:pt idx="55434">
                  <c:v>31.48</c:v>
                </c:pt>
                <c:pt idx="55435">
                  <c:v>67.739999999999995</c:v>
                </c:pt>
                <c:pt idx="55436">
                  <c:v>14.99</c:v>
                </c:pt>
                <c:pt idx="55437">
                  <c:v>21.49</c:v>
                </c:pt>
                <c:pt idx="55438">
                  <c:v>184.39</c:v>
                </c:pt>
                <c:pt idx="55439">
                  <c:v>37.29</c:v>
                </c:pt>
                <c:pt idx="55440">
                  <c:v>49.48</c:v>
                </c:pt>
                <c:pt idx="55441">
                  <c:v>178.17</c:v>
                </c:pt>
                <c:pt idx="55442">
                  <c:v>55.98</c:v>
                </c:pt>
                <c:pt idx="55443">
                  <c:v>54.95</c:v>
                </c:pt>
                <c:pt idx="55444">
                  <c:v>83.94</c:v>
                </c:pt>
                <c:pt idx="55445">
                  <c:v>120.89</c:v>
                </c:pt>
                <c:pt idx="55446">
                  <c:v>179.94</c:v>
                </c:pt>
                <c:pt idx="55447">
                  <c:v>127.46</c:v>
                </c:pt>
                <c:pt idx="55448">
                  <c:v>10.87</c:v>
                </c:pt>
                <c:pt idx="55449">
                  <c:v>123.38</c:v>
                </c:pt>
                <c:pt idx="55450">
                  <c:v>89.95</c:v>
                </c:pt>
                <c:pt idx="55451">
                  <c:v>53.18</c:v>
                </c:pt>
                <c:pt idx="55452">
                  <c:v>58.98</c:v>
                </c:pt>
                <c:pt idx="55453">
                  <c:v>67.48</c:v>
                </c:pt>
                <c:pt idx="55454">
                  <c:v>479.94</c:v>
                </c:pt>
                <c:pt idx="55455">
                  <c:v>41.49</c:v>
                </c:pt>
                <c:pt idx="55456">
                  <c:v>55.64</c:v>
                </c:pt>
                <c:pt idx="55457">
                  <c:v>55.98</c:v>
                </c:pt>
                <c:pt idx="55458">
                  <c:v>117.96</c:v>
                </c:pt>
                <c:pt idx="55459">
                  <c:v>169.98</c:v>
                </c:pt>
                <c:pt idx="55460">
                  <c:v>131.97999999999999</c:v>
                </c:pt>
                <c:pt idx="55461">
                  <c:v>79.849999999999994</c:v>
                </c:pt>
                <c:pt idx="55462">
                  <c:v>59.98</c:v>
                </c:pt>
                <c:pt idx="55463">
                  <c:v>125.97</c:v>
                </c:pt>
                <c:pt idx="55464">
                  <c:v>51.98</c:v>
                </c:pt>
                <c:pt idx="55465">
                  <c:v>31.48</c:v>
                </c:pt>
                <c:pt idx="55466">
                  <c:v>141.41999999999999</c:v>
                </c:pt>
                <c:pt idx="55467">
                  <c:v>28.28</c:v>
                </c:pt>
                <c:pt idx="55468">
                  <c:v>104.95</c:v>
                </c:pt>
                <c:pt idx="55469">
                  <c:v>216.5</c:v>
                </c:pt>
                <c:pt idx="55470">
                  <c:v>119.96</c:v>
                </c:pt>
                <c:pt idx="55471">
                  <c:v>103.73</c:v>
                </c:pt>
                <c:pt idx="55472">
                  <c:v>55.98</c:v>
                </c:pt>
                <c:pt idx="55473">
                  <c:v>52.68</c:v>
                </c:pt>
                <c:pt idx="55474">
                  <c:v>78.95</c:v>
                </c:pt>
                <c:pt idx="55475">
                  <c:v>22.49</c:v>
                </c:pt>
                <c:pt idx="55476">
                  <c:v>108.47</c:v>
                </c:pt>
                <c:pt idx="55477">
                  <c:v>126.47</c:v>
                </c:pt>
                <c:pt idx="55478">
                  <c:v>111.96</c:v>
                </c:pt>
                <c:pt idx="55479">
                  <c:v>23.18</c:v>
                </c:pt>
                <c:pt idx="55480">
                  <c:v>83.97</c:v>
                </c:pt>
                <c:pt idx="55481">
                  <c:v>190.74</c:v>
                </c:pt>
                <c:pt idx="55482">
                  <c:v>32.49</c:v>
                </c:pt>
                <c:pt idx="55483">
                  <c:v>61.98</c:v>
                </c:pt>
                <c:pt idx="55484">
                  <c:v>207.92</c:v>
                </c:pt>
                <c:pt idx="55485">
                  <c:v>59.98</c:v>
                </c:pt>
                <c:pt idx="55486">
                  <c:v>32.49</c:v>
                </c:pt>
                <c:pt idx="55487">
                  <c:v>131.97999999999999</c:v>
                </c:pt>
                <c:pt idx="55488">
                  <c:v>46.49</c:v>
                </c:pt>
                <c:pt idx="55489">
                  <c:v>65.97</c:v>
                </c:pt>
                <c:pt idx="55490">
                  <c:v>163.96</c:v>
                </c:pt>
                <c:pt idx="55491">
                  <c:v>111.96</c:v>
                </c:pt>
                <c:pt idx="55492">
                  <c:v>61.98</c:v>
                </c:pt>
                <c:pt idx="55493">
                  <c:v>108.87</c:v>
                </c:pt>
                <c:pt idx="55494">
                  <c:v>131.44999999999999</c:v>
                </c:pt>
                <c:pt idx="55495">
                  <c:v>115.98</c:v>
                </c:pt>
                <c:pt idx="55496">
                  <c:v>32.479999999999997</c:v>
                </c:pt>
                <c:pt idx="55497">
                  <c:v>55.78</c:v>
                </c:pt>
                <c:pt idx="55498">
                  <c:v>100.98</c:v>
                </c:pt>
                <c:pt idx="55499">
                  <c:v>54.99</c:v>
                </c:pt>
                <c:pt idx="55500">
                  <c:v>180.93</c:v>
                </c:pt>
                <c:pt idx="55501">
                  <c:v>32.49</c:v>
                </c:pt>
                <c:pt idx="55502">
                  <c:v>15.49</c:v>
                </c:pt>
                <c:pt idx="55503">
                  <c:v>53.98</c:v>
                </c:pt>
                <c:pt idx="55504">
                  <c:v>59.97</c:v>
                </c:pt>
                <c:pt idx="55505">
                  <c:v>59.39</c:v>
                </c:pt>
                <c:pt idx="55506">
                  <c:v>88.96</c:v>
                </c:pt>
                <c:pt idx="55507">
                  <c:v>50.96</c:v>
                </c:pt>
                <c:pt idx="55508">
                  <c:v>217.83</c:v>
                </c:pt>
                <c:pt idx="55509">
                  <c:v>92.97</c:v>
                </c:pt>
                <c:pt idx="55510">
                  <c:v>101.44</c:v>
                </c:pt>
                <c:pt idx="55511">
                  <c:v>73.77</c:v>
                </c:pt>
                <c:pt idx="55512">
                  <c:v>47.5</c:v>
                </c:pt>
                <c:pt idx="55513">
                  <c:v>21.76</c:v>
                </c:pt>
                <c:pt idx="55514">
                  <c:v>61.98</c:v>
                </c:pt>
                <c:pt idx="55515">
                  <c:v>220.92</c:v>
                </c:pt>
                <c:pt idx="55516">
                  <c:v>31.49</c:v>
                </c:pt>
                <c:pt idx="55517">
                  <c:v>71.97</c:v>
                </c:pt>
                <c:pt idx="55518">
                  <c:v>59.98</c:v>
                </c:pt>
                <c:pt idx="55519">
                  <c:v>29.49</c:v>
                </c:pt>
                <c:pt idx="55520">
                  <c:v>61.98</c:v>
                </c:pt>
                <c:pt idx="55521">
                  <c:v>113.95</c:v>
                </c:pt>
                <c:pt idx="55522">
                  <c:v>154.94999999999999</c:v>
                </c:pt>
                <c:pt idx="55523">
                  <c:v>111.96</c:v>
                </c:pt>
                <c:pt idx="55524">
                  <c:v>123.27</c:v>
                </c:pt>
                <c:pt idx="55525">
                  <c:v>55.98</c:v>
                </c:pt>
                <c:pt idx="55526">
                  <c:v>125.95</c:v>
                </c:pt>
                <c:pt idx="55527">
                  <c:v>155.94</c:v>
                </c:pt>
                <c:pt idx="55528">
                  <c:v>59.99</c:v>
                </c:pt>
                <c:pt idx="55529">
                  <c:v>129.94999999999999</c:v>
                </c:pt>
                <c:pt idx="55530">
                  <c:v>-169.98</c:v>
                </c:pt>
                <c:pt idx="55531">
                  <c:v>67.48</c:v>
                </c:pt>
                <c:pt idx="55532">
                  <c:v>54.99</c:v>
                </c:pt>
                <c:pt idx="55533">
                  <c:v>21.48</c:v>
                </c:pt>
                <c:pt idx="55534">
                  <c:v>111.96</c:v>
                </c:pt>
                <c:pt idx="55535">
                  <c:v>171.96</c:v>
                </c:pt>
                <c:pt idx="55536">
                  <c:v>125.79</c:v>
                </c:pt>
                <c:pt idx="55537">
                  <c:v>98.58</c:v>
                </c:pt>
                <c:pt idx="55538">
                  <c:v>55.98</c:v>
                </c:pt>
                <c:pt idx="55539">
                  <c:v>106.46</c:v>
                </c:pt>
                <c:pt idx="55540">
                  <c:v>29.09</c:v>
                </c:pt>
                <c:pt idx="55541">
                  <c:v>51.98</c:v>
                </c:pt>
                <c:pt idx="55542">
                  <c:v>155.94</c:v>
                </c:pt>
                <c:pt idx="55543">
                  <c:v>11.19</c:v>
                </c:pt>
                <c:pt idx="55544">
                  <c:v>72.97</c:v>
                </c:pt>
                <c:pt idx="55545">
                  <c:v>30.28</c:v>
                </c:pt>
                <c:pt idx="55546">
                  <c:v>63.96</c:v>
                </c:pt>
                <c:pt idx="55547">
                  <c:v>63.98</c:v>
                </c:pt>
                <c:pt idx="55548">
                  <c:v>21.29</c:v>
                </c:pt>
                <c:pt idx="55549">
                  <c:v>51.98</c:v>
                </c:pt>
                <c:pt idx="55550">
                  <c:v>55.96</c:v>
                </c:pt>
                <c:pt idx="55551">
                  <c:v>131.97999999999999</c:v>
                </c:pt>
                <c:pt idx="55552">
                  <c:v>17.489999999999998</c:v>
                </c:pt>
                <c:pt idx="55553">
                  <c:v>19.489999999999998</c:v>
                </c:pt>
                <c:pt idx="55554">
                  <c:v>149.94999999999999</c:v>
                </c:pt>
                <c:pt idx="55555">
                  <c:v>51.96</c:v>
                </c:pt>
                <c:pt idx="55556">
                  <c:v>29.49</c:v>
                </c:pt>
                <c:pt idx="55557">
                  <c:v>49.99</c:v>
                </c:pt>
                <c:pt idx="55558">
                  <c:v>59.95</c:v>
                </c:pt>
                <c:pt idx="55559">
                  <c:v>32.49</c:v>
                </c:pt>
                <c:pt idx="55560">
                  <c:v>63.88</c:v>
                </c:pt>
                <c:pt idx="55561">
                  <c:v>85.98</c:v>
                </c:pt>
                <c:pt idx="55562">
                  <c:v>84.63</c:v>
                </c:pt>
                <c:pt idx="55563">
                  <c:v>120.96</c:v>
                </c:pt>
                <c:pt idx="55564">
                  <c:v>46.49</c:v>
                </c:pt>
                <c:pt idx="55565">
                  <c:v>13.29</c:v>
                </c:pt>
                <c:pt idx="55566">
                  <c:v>59.98</c:v>
                </c:pt>
                <c:pt idx="55567">
                  <c:v>108.86</c:v>
                </c:pt>
                <c:pt idx="55568">
                  <c:v>71.959999999999994</c:v>
                </c:pt>
                <c:pt idx="55569">
                  <c:v>50.48</c:v>
                </c:pt>
                <c:pt idx="55570">
                  <c:v>107.96</c:v>
                </c:pt>
                <c:pt idx="55571">
                  <c:v>111.96</c:v>
                </c:pt>
                <c:pt idx="55572">
                  <c:v>59.98</c:v>
                </c:pt>
                <c:pt idx="55573">
                  <c:v>69.98</c:v>
                </c:pt>
                <c:pt idx="55574">
                  <c:v>79.98</c:v>
                </c:pt>
                <c:pt idx="55575">
                  <c:v>84.27</c:v>
                </c:pt>
                <c:pt idx="55576">
                  <c:v>188.95</c:v>
                </c:pt>
                <c:pt idx="55577">
                  <c:v>49.99</c:v>
                </c:pt>
                <c:pt idx="55578">
                  <c:v>30.24</c:v>
                </c:pt>
                <c:pt idx="55579">
                  <c:v>39.89</c:v>
                </c:pt>
                <c:pt idx="55580">
                  <c:v>74.97</c:v>
                </c:pt>
                <c:pt idx="55581">
                  <c:v>101.96</c:v>
                </c:pt>
                <c:pt idx="55582">
                  <c:v>12.08</c:v>
                </c:pt>
                <c:pt idx="55583">
                  <c:v>82.97</c:v>
                </c:pt>
                <c:pt idx="55584">
                  <c:v>216.66</c:v>
                </c:pt>
                <c:pt idx="55585">
                  <c:v>155.94</c:v>
                </c:pt>
                <c:pt idx="55586">
                  <c:v>107.65</c:v>
                </c:pt>
                <c:pt idx="55587">
                  <c:v>151.21</c:v>
                </c:pt>
                <c:pt idx="55588">
                  <c:v>143.91</c:v>
                </c:pt>
                <c:pt idx="55589">
                  <c:v>60.99</c:v>
                </c:pt>
                <c:pt idx="55590">
                  <c:v>79.849999999999994</c:v>
                </c:pt>
                <c:pt idx="55591">
                  <c:v>59.96</c:v>
                </c:pt>
                <c:pt idx="55592">
                  <c:v>55.98</c:v>
                </c:pt>
                <c:pt idx="55593">
                  <c:v>424.52</c:v>
                </c:pt>
                <c:pt idx="55594">
                  <c:v>104.97</c:v>
                </c:pt>
                <c:pt idx="55595">
                  <c:v>55.98</c:v>
                </c:pt>
                <c:pt idx="55596">
                  <c:v>54.98</c:v>
                </c:pt>
                <c:pt idx="55597">
                  <c:v>33.46</c:v>
                </c:pt>
                <c:pt idx="55598">
                  <c:v>55.98</c:v>
                </c:pt>
                <c:pt idx="55599">
                  <c:v>71.97</c:v>
                </c:pt>
                <c:pt idx="55600">
                  <c:v>65.989999999999995</c:v>
                </c:pt>
                <c:pt idx="55601">
                  <c:v>48.48</c:v>
                </c:pt>
                <c:pt idx="55602">
                  <c:v>65.989999999999995</c:v>
                </c:pt>
                <c:pt idx="55603">
                  <c:v>59.98</c:v>
                </c:pt>
                <c:pt idx="55604">
                  <c:v>104.96</c:v>
                </c:pt>
                <c:pt idx="55605">
                  <c:v>178.94</c:v>
                </c:pt>
                <c:pt idx="55606">
                  <c:v>31.29</c:v>
                </c:pt>
                <c:pt idx="55607">
                  <c:v>63.96</c:v>
                </c:pt>
                <c:pt idx="55608">
                  <c:v>55.96</c:v>
                </c:pt>
                <c:pt idx="55609">
                  <c:v>55.64</c:v>
                </c:pt>
                <c:pt idx="55610">
                  <c:v>68.48</c:v>
                </c:pt>
                <c:pt idx="55611">
                  <c:v>235.97</c:v>
                </c:pt>
                <c:pt idx="55612">
                  <c:v>111.96</c:v>
                </c:pt>
                <c:pt idx="55613">
                  <c:v>118.78</c:v>
                </c:pt>
                <c:pt idx="55614">
                  <c:v>56.97</c:v>
                </c:pt>
                <c:pt idx="55615">
                  <c:v>131.94</c:v>
                </c:pt>
                <c:pt idx="55616">
                  <c:v>41.29</c:v>
                </c:pt>
                <c:pt idx="55617">
                  <c:v>120.46</c:v>
                </c:pt>
                <c:pt idx="55618">
                  <c:v>131.97999999999999</c:v>
                </c:pt>
                <c:pt idx="55619">
                  <c:v>89.97</c:v>
                </c:pt>
                <c:pt idx="55620">
                  <c:v>37.28</c:v>
                </c:pt>
                <c:pt idx="55621">
                  <c:v>51.98</c:v>
                </c:pt>
                <c:pt idx="55622">
                  <c:v>99.18</c:v>
                </c:pt>
                <c:pt idx="55623">
                  <c:v>56.98</c:v>
                </c:pt>
                <c:pt idx="55624">
                  <c:v>86.95</c:v>
                </c:pt>
                <c:pt idx="55625">
                  <c:v>65.97</c:v>
                </c:pt>
                <c:pt idx="55626">
                  <c:v>120.99</c:v>
                </c:pt>
                <c:pt idx="55627">
                  <c:v>60.25</c:v>
                </c:pt>
                <c:pt idx="55628">
                  <c:v>74.95</c:v>
                </c:pt>
                <c:pt idx="55629">
                  <c:v>204.43</c:v>
                </c:pt>
                <c:pt idx="55630">
                  <c:v>287</c:v>
                </c:pt>
                <c:pt idx="55631">
                  <c:v>58.98</c:v>
                </c:pt>
                <c:pt idx="55632">
                  <c:v>86.97</c:v>
                </c:pt>
                <c:pt idx="55633">
                  <c:v>127.36</c:v>
                </c:pt>
                <c:pt idx="55634">
                  <c:v>65.989999999999995</c:v>
                </c:pt>
                <c:pt idx="55635">
                  <c:v>103.96</c:v>
                </c:pt>
                <c:pt idx="55636">
                  <c:v>50.65</c:v>
                </c:pt>
                <c:pt idx="55637">
                  <c:v>83.97</c:v>
                </c:pt>
                <c:pt idx="55638">
                  <c:v>31.49</c:v>
                </c:pt>
                <c:pt idx="55639">
                  <c:v>115.98</c:v>
                </c:pt>
                <c:pt idx="55640">
                  <c:v>27.28</c:v>
                </c:pt>
                <c:pt idx="55641">
                  <c:v>71.97</c:v>
                </c:pt>
                <c:pt idx="55642">
                  <c:v>-122.06</c:v>
                </c:pt>
                <c:pt idx="55643">
                  <c:v>77.97</c:v>
                </c:pt>
                <c:pt idx="55644">
                  <c:v>56.97</c:v>
                </c:pt>
                <c:pt idx="55645">
                  <c:v>48.98</c:v>
                </c:pt>
                <c:pt idx="55646">
                  <c:v>-12.99</c:v>
                </c:pt>
                <c:pt idx="55647">
                  <c:v>26.99</c:v>
                </c:pt>
                <c:pt idx="55648">
                  <c:v>39.99</c:v>
                </c:pt>
                <c:pt idx="55649">
                  <c:v>227.88</c:v>
                </c:pt>
                <c:pt idx="55650">
                  <c:v>77.97</c:v>
                </c:pt>
                <c:pt idx="55651">
                  <c:v>59.98</c:v>
                </c:pt>
                <c:pt idx="55652">
                  <c:v>164.93</c:v>
                </c:pt>
                <c:pt idx="55653">
                  <c:v>116.96</c:v>
                </c:pt>
                <c:pt idx="55654">
                  <c:v>25.49</c:v>
                </c:pt>
                <c:pt idx="55655">
                  <c:v>65.989999999999995</c:v>
                </c:pt>
                <c:pt idx="55656">
                  <c:v>108.88</c:v>
                </c:pt>
                <c:pt idx="55657">
                  <c:v>79.98</c:v>
                </c:pt>
                <c:pt idx="55658">
                  <c:v>39.99</c:v>
                </c:pt>
                <c:pt idx="55659">
                  <c:v>41.49</c:v>
                </c:pt>
                <c:pt idx="55660">
                  <c:v>83.48</c:v>
                </c:pt>
                <c:pt idx="55661">
                  <c:v>53.48</c:v>
                </c:pt>
                <c:pt idx="55662">
                  <c:v>69.989999999999995</c:v>
                </c:pt>
                <c:pt idx="55663">
                  <c:v>115.98</c:v>
                </c:pt>
                <c:pt idx="55664">
                  <c:v>89.97</c:v>
                </c:pt>
                <c:pt idx="55665">
                  <c:v>58.98</c:v>
                </c:pt>
                <c:pt idx="55666">
                  <c:v>81.95</c:v>
                </c:pt>
                <c:pt idx="55667">
                  <c:v>31.49</c:v>
                </c:pt>
                <c:pt idx="55668">
                  <c:v>55.98</c:v>
                </c:pt>
                <c:pt idx="55669">
                  <c:v>55.98</c:v>
                </c:pt>
                <c:pt idx="55670">
                  <c:v>69.98</c:v>
                </c:pt>
                <c:pt idx="55671">
                  <c:v>56.97</c:v>
                </c:pt>
                <c:pt idx="55672">
                  <c:v>52.17</c:v>
                </c:pt>
                <c:pt idx="55673">
                  <c:v>67.739999999999995</c:v>
                </c:pt>
                <c:pt idx="55674">
                  <c:v>69.989999999999995</c:v>
                </c:pt>
                <c:pt idx="55675">
                  <c:v>147.97</c:v>
                </c:pt>
                <c:pt idx="55676">
                  <c:v>56.97</c:v>
                </c:pt>
                <c:pt idx="55677">
                  <c:v>59.95</c:v>
                </c:pt>
                <c:pt idx="55678">
                  <c:v>76.19</c:v>
                </c:pt>
                <c:pt idx="55679">
                  <c:v>62.45</c:v>
                </c:pt>
                <c:pt idx="55680">
                  <c:v>75.98</c:v>
                </c:pt>
                <c:pt idx="55681">
                  <c:v>59.99</c:v>
                </c:pt>
                <c:pt idx="55682">
                  <c:v>111.96</c:v>
                </c:pt>
                <c:pt idx="55683">
                  <c:v>119.97</c:v>
                </c:pt>
                <c:pt idx="55684">
                  <c:v>111.96</c:v>
                </c:pt>
                <c:pt idx="55685">
                  <c:v>106.96</c:v>
                </c:pt>
                <c:pt idx="55686">
                  <c:v>84.98</c:v>
                </c:pt>
                <c:pt idx="55687">
                  <c:v>54.98</c:v>
                </c:pt>
                <c:pt idx="55688">
                  <c:v>57.98</c:v>
                </c:pt>
                <c:pt idx="55689">
                  <c:v>77.97</c:v>
                </c:pt>
                <c:pt idx="55690">
                  <c:v>55.61</c:v>
                </c:pt>
                <c:pt idx="55691">
                  <c:v>49.95</c:v>
                </c:pt>
                <c:pt idx="55692">
                  <c:v>55.98</c:v>
                </c:pt>
                <c:pt idx="55693">
                  <c:v>57.07</c:v>
                </c:pt>
                <c:pt idx="55694">
                  <c:v>131.97999999999999</c:v>
                </c:pt>
                <c:pt idx="55695">
                  <c:v>56.97</c:v>
                </c:pt>
                <c:pt idx="55696">
                  <c:v>65.989999999999995</c:v>
                </c:pt>
                <c:pt idx="55697">
                  <c:v>59.96</c:v>
                </c:pt>
                <c:pt idx="55698">
                  <c:v>118.18</c:v>
                </c:pt>
                <c:pt idx="55699">
                  <c:v>55.78</c:v>
                </c:pt>
                <c:pt idx="55700">
                  <c:v>56.98</c:v>
                </c:pt>
                <c:pt idx="55701">
                  <c:v>65.3</c:v>
                </c:pt>
                <c:pt idx="55702">
                  <c:v>79.98</c:v>
                </c:pt>
                <c:pt idx="55703">
                  <c:v>85.47</c:v>
                </c:pt>
                <c:pt idx="55704">
                  <c:v>144.66</c:v>
                </c:pt>
                <c:pt idx="55705">
                  <c:v>65.989999999999995</c:v>
                </c:pt>
                <c:pt idx="55706">
                  <c:v>361.93</c:v>
                </c:pt>
                <c:pt idx="55707">
                  <c:v>-144.66</c:v>
                </c:pt>
                <c:pt idx="55708">
                  <c:v>126.23</c:v>
                </c:pt>
                <c:pt idx="55709">
                  <c:v>116.1</c:v>
                </c:pt>
                <c:pt idx="55710">
                  <c:v>70.97</c:v>
                </c:pt>
                <c:pt idx="55711">
                  <c:v>58.48</c:v>
                </c:pt>
                <c:pt idx="55712">
                  <c:v>76.19</c:v>
                </c:pt>
                <c:pt idx="55713">
                  <c:v>29.49</c:v>
                </c:pt>
                <c:pt idx="55714">
                  <c:v>65.989999999999995</c:v>
                </c:pt>
                <c:pt idx="55715">
                  <c:v>55.98</c:v>
                </c:pt>
                <c:pt idx="55716">
                  <c:v>172.96</c:v>
                </c:pt>
                <c:pt idx="55717">
                  <c:v>56.94</c:v>
                </c:pt>
                <c:pt idx="55718">
                  <c:v>83.97</c:v>
                </c:pt>
                <c:pt idx="55719">
                  <c:v>260.08999999999997</c:v>
                </c:pt>
                <c:pt idx="55720">
                  <c:v>9.41</c:v>
                </c:pt>
                <c:pt idx="55721">
                  <c:v>47.23</c:v>
                </c:pt>
                <c:pt idx="55722">
                  <c:v>122.06</c:v>
                </c:pt>
                <c:pt idx="55723">
                  <c:v>99.98</c:v>
                </c:pt>
                <c:pt idx="55724">
                  <c:v>99.98</c:v>
                </c:pt>
                <c:pt idx="55725">
                  <c:v>89.97</c:v>
                </c:pt>
                <c:pt idx="55726">
                  <c:v>111.96</c:v>
                </c:pt>
                <c:pt idx="55727">
                  <c:v>103.96</c:v>
                </c:pt>
                <c:pt idx="55728">
                  <c:v>111.27</c:v>
                </c:pt>
                <c:pt idx="55729">
                  <c:v>105.98</c:v>
                </c:pt>
                <c:pt idx="55730">
                  <c:v>111.96</c:v>
                </c:pt>
                <c:pt idx="55731">
                  <c:v>45.49</c:v>
                </c:pt>
                <c:pt idx="55732">
                  <c:v>113.97</c:v>
                </c:pt>
                <c:pt idx="55733">
                  <c:v>54.98</c:v>
                </c:pt>
                <c:pt idx="55734">
                  <c:v>186.29</c:v>
                </c:pt>
                <c:pt idx="55735">
                  <c:v>51.98</c:v>
                </c:pt>
                <c:pt idx="55736">
                  <c:v>48.97</c:v>
                </c:pt>
                <c:pt idx="55737">
                  <c:v>76.97</c:v>
                </c:pt>
                <c:pt idx="55738">
                  <c:v>54.98</c:v>
                </c:pt>
                <c:pt idx="55739">
                  <c:v>46.49</c:v>
                </c:pt>
                <c:pt idx="55740">
                  <c:v>81.97</c:v>
                </c:pt>
                <c:pt idx="55741">
                  <c:v>85.98</c:v>
                </c:pt>
                <c:pt idx="55742">
                  <c:v>46.48</c:v>
                </c:pt>
                <c:pt idx="55743">
                  <c:v>47.15</c:v>
                </c:pt>
                <c:pt idx="55744">
                  <c:v>74.95</c:v>
                </c:pt>
                <c:pt idx="55745">
                  <c:v>59.98</c:v>
                </c:pt>
                <c:pt idx="55746">
                  <c:v>61.97</c:v>
                </c:pt>
                <c:pt idx="55747">
                  <c:v>109.05</c:v>
                </c:pt>
                <c:pt idx="55748">
                  <c:v>55.98</c:v>
                </c:pt>
                <c:pt idx="55749">
                  <c:v>51.98</c:v>
                </c:pt>
                <c:pt idx="55750">
                  <c:v>55.98</c:v>
                </c:pt>
                <c:pt idx="55751">
                  <c:v>53.97</c:v>
                </c:pt>
                <c:pt idx="55752">
                  <c:v>87.47</c:v>
                </c:pt>
                <c:pt idx="55753">
                  <c:v>20.29</c:v>
                </c:pt>
                <c:pt idx="55754">
                  <c:v>73.48</c:v>
                </c:pt>
                <c:pt idx="55755">
                  <c:v>58.98</c:v>
                </c:pt>
                <c:pt idx="55756">
                  <c:v>51.47</c:v>
                </c:pt>
                <c:pt idx="55757">
                  <c:v>137.94</c:v>
                </c:pt>
                <c:pt idx="55758">
                  <c:v>114.91</c:v>
                </c:pt>
                <c:pt idx="55759">
                  <c:v>65.989999999999995</c:v>
                </c:pt>
                <c:pt idx="55760">
                  <c:v>75.66</c:v>
                </c:pt>
                <c:pt idx="55761">
                  <c:v>51.98</c:v>
                </c:pt>
                <c:pt idx="55762">
                  <c:v>27.29</c:v>
                </c:pt>
                <c:pt idx="55763">
                  <c:v>55.98</c:v>
                </c:pt>
                <c:pt idx="55764">
                  <c:v>65.97</c:v>
                </c:pt>
                <c:pt idx="55765">
                  <c:v>59.98</c:v>
                </c:pt>
                <c:pt idx="55766">
                  <c:v>153.46</c:v>
                </c:pt>
                <c:pt idx="55767">
                  <c:v>82.97</c:v>
                </c:pt>
                <c:pt idx="55768">
                  <c:v>79.97</c:v>
                </c:pt>
                <c:pt idx="55769">
                  <c:v>31.49</c:v>
                </c:pt>
                <c:pt idx="55770">
                  <c:v>138.94999999999999</c:v>
                </c:pt>
                <c:pt idx="55771">
                  <c:v>123.47</c:v>
                </c:pt>
                <c:pt idx="55772">
                  <c:v>26.29</c:v>
                </c:pt>
                <c:pt idx="55773">
                  <c:v>52.97</c:v>
                </c:pt>
                <c:pt idx="55774">
                  <c:v>69.98</c:v>
                </c:pt>
                <c:pt idx="55775">
                  <c:v>119.97</c:v>
                </c:pt>
                <c:pt idx="55776">
                  <c:v>64.48</c:v>
                </c:pt>
                <c:pt idx="55777">
                  <c:v>103.37</c:v>
                </c:pt>
                <c:pt idx="55778">
                  <c:v>103.97</c:v>
                </c:pt>
                <c:pt idx="55779">
                  <c:v>46.29</c:v>
                </c:pt>
                <c:pt idx="55780">
                  <c:v>50.45</c:v>
                </c:pt>
                <c:pt idx="55781">
                  <c:v>20.46</c:v>
                </c:pt>
                <c:pt idx="55782">
                  <c:v>52.18</c:v>
                </c:pt>
                <c:pt idx="55783">
                  <c:v>51.98</c:v>
                </c:pt>
                <c:pt idx="55784">
                  <c:v>164.51</c:v>
                </c:pt>
                <c:pt idx="55785">
                  <c:v>78.58</c:v>
                </c:pt>
                <c:pt idx="55786">
                  <c:v>107.97</c:v>
                </c:pt>
                <c:pt idx="55787">
                  <c:v>79.98</c:v>
                </c:pt>
                <c:pt idx="55788">
                  <c:v>106.44</c:v>
                </c:pt>
                <c:pt idx="55789">
                  <c:v>151.79</c:v>
                </c:pt>
                <c:pt idx="55790">
                  <c:v>51.98</c:v>
                </c:pt>
                <c:pt idx="55791">
                  <c:v>65.459999999999994</c:v>
                </c:pt>
                <c:pt idx="55792">
                  <c:v>104.93</c:v>
                </c:pt>
                <c:pt idx="55793">
                  <c:v>91.06</c:v>
                </c:pt>
                <c:pt idx="55794">
                  <c:v>223.11</c:v>
                </c:pt>
                <c:pt idx="55795">
                  <c:v>43.48</c:v>
                </c:pt>
                <c:pt idx="55796">
                  <c:v>99.9</c:v>
                </c:pt>
                <c:pt idx="55797">
                  <c:v>91.94</c:v>
                </c:pt>
                <c:pt idx="55798">
                  <c:v>-25</c:v>
                </c:pt>
                <c:pt idx="55799">
                  <c:v>97.99</c:v>
                </c:pt>
                <c:pt idx="55800">
                  <c:v>54.98</c:v>
                </c:pt>
                <c:pt idx="55801">
                  <c:v>74.95</c:v>
                </c:pt>
                <c:pt idx="55802">
                  <c:v>65.3</c:v>
                </c:pt>
                <c:pt idx="55803">
                  <c:v>49.48</c:v>
                </c:pt>
                <c:pt idx="55804">
                  <c:v>114.97</c:v>
                </c:pt>
                <c:pt idx="55805">
                  <c:v>56.68</c:v>
                </c:pt>
                <c:pt idx="55806">
                  <c:v>134.94999999999999</c:v>
                </c:pt>
                <c:pt idx="55807">
                  <c:v>263.95999999999998</c:v>
                </c:pt>
                <c:pt idx="55808">
                  <c:v>99.96</c:v>
                </c:pt>
                <c:pt idx="55809">
                  <c:v>120.99</c:v>
                </c:pt>
                <c:pt idx="55810">
                  <c:v>65.459999999999994</c:v>
                </c:pt>
                <c:pt idx="55811">
                  <c:v>77.42</c:v>
                </c:pt>
                <c:pt idx="55812">
                  <c:v>89.96</c:v>
                </c:pt>
                <c:pt idx="55813">
                  <c:v>103.95</c:v>
                </c:pt>
                <c:pt idx="55814">
                  <c:v>89.98</c:v>
                </c:pt>
                <c:pt idx="55815">
                  <c:v>13.29</c:v>
                </c:pt>
                <c:pt idx="55816">
                  <c:v>51.98</c:v>
                </c:pt>
                <c:pt idx="55817">
                  <c:v>49.99</c:v>
                </c:pt>
                <c:pt idx="55818">
                  <c:v>161.96</c:v>
                </c:pt>
                <c:pt idx="55819">
                  <c:v>50.96</c:v>
                </c:pt>
                <c:pt idx="55820">
                  <c:v>89.97</c:v>
                </c:pt>
                <c:pt idx="55821">
                  <c:v>55.42</c:v>
                </c:pt>
                <c:pt idx="55822">
                  <c:v>37.43</c:v>
                </c:pt>
                <c:pt idx="55823">
                  <c:v>65.459999999999994</c:v>
                </c:pt>
                <c:pt idx="55824">
                  <c:v>32.65</c:v>
                </c:pt>
                <c:pt idx="55825">
                  <c:v>59.98</c:v>
                </c:pt>
                <c:pt idx="55826">
                  <c:v>75.959999999999994</c:v>
                </c:pt>
                <c:pt idx="55827">
                  <c:v>62.99</c:v>
                </c:pt>
                <c:pt idx="55828">
                  <c:v>59.98</c:v>
                </c:pt>
                <c:pt idx="55829">
                  <c:v>50.97</c:v>
                </c:pt>
                <c:pt idx="55830">
                  <c:v>83.97</c:v>
                </c:pt>
                <c:pt idx="55831">
                  <c:v>26.29</c:v>
                </c:pt>
                <c:pt idx="55832">
                  <c:v>102.83</c:v>
                </c:pt>
                <c:pt idx="55833">
                  <c:v>24.99</c:v>
                </c:pt>
                <c:pt idx="55834">
                  <c:v>59.98</c:v>
                </c:pt>
                <c:pt idx="55835">
                  <c:v>59.96</c:v>
                </c:pt>
                <c:pt idx="55836">
                  <c:v>101.44</c:v>
                </c:pt>
                <c:pt idx="55837">
                  <c:v>106.95</c:v>
                </c:pt>
                <c:pt idx="55838">
                  <c:v>232.25</c:v>
                </c:pt>
                <c:pt idx="55839">
                  <c:v>68.48</c:v>
                </c:pt>
                <c:pt idx="55840">
                  <c:v>51.98</c:v>
                </c:pt>
                <c:pt idx="55841">
                  <c:v>54.57</c:v>
                </c:pt>
                <c:pt idx="55842">
                  <c:v>107.96</c:v>
                </c:pt>
                <c:pt idx="55843">
                  <c:v>103.94</c:v>
                </c:pt>
                <c:pt idx="55844">
                  <c:v>28.49</c:v>
                </c:pt>
                <c:pt idx="55845">
                  <c:v>63.96</c:v>
                </c:pt>
                <c:pt idx="55846">
                  <c:v>329.95</c:v>
                </c:pt>
                <c:pt idx="55847">
                  <c:v>53.98</c:v>
                </c:pt>
                <c:pt idx="55848">
                  <c:v>60.97</c:v>
                </c:pt>
                <c:pt idx="55849">
                  <c:v>59.98</c:v>
                </c:pt>
                <c:pt idx="55850">
                  <c:v>48.97</c:v>
                </c:pt>
                <c:pt idx="55851">
                  <c:v>77.97</c:v>
                </c:pt>
                <c:pt idx="55852">
                  <c:v>29.49</c:v>
                </c:pt>
                <c:pt idx="55853">
                  <c:v>145.97</c:v>
                </c:pt>
                <c:pt idx="55854">
                  <c:v>79.98</c:v>
                </c:pt>
                <c:pt idx="55855">
                  <c:v>82.98</c:v>
                </c:pt>
                <c:pt idx="55856">
                  <c:v>55.98</c:v>
                </c:pt>
                <c:pt idx="55857">
                  <c:v>59.98</c:v>
                </c:pt>
                <c:pt idx="55858">
                  <c:v>130.91999999999999</c:v>
                </c:pt>
                <c:pt idx="55859">
                  <c:v>105.98</c:v>
                </c:pt>
                <c:pt idx="55860">
                  <c:v>210.9</c:v>
                </c:pt>
                <c:pt idx="55861">
                  <c:v>28.38</c:v>
                </c:pt>
                <c:pt idx="55862">
                  <c:v>59.39</c:v>
                </c:pt>
                <c:pt idx="55863">
                  <c:v>148.94999999999999</c:v>
                </c:pt>
                <c:pt idx="55864">
                  <c:v>53.97</c:v>
                </c:pt>
                <c:pt idx="55865">
                  <c:v>25.73</c:v>
                </c:pt>
                <c:pt idx="55866">
                  <c:v>59.98</c:v>
                </c:pt>
                <c:pt idx="55867">
                  <c:v>83.97</c:v>
                </c:pt>
                <c:pt idx="55868">
                  <c:v>41.29</c:v>
                </c:pt>
                <c:pt idx="55869">
                  <c:v>221.96</c:v>
                </c:pt>
                <c:pt idx="55870">
                  <c:v>21.76</c:v>
                </c:pt>
                <c:pt idx="55871">
                  <c:v>263.95999999999998</c:v>
                </c:pt>
                <c:pt idx="55872">
                  <c:v>81.98</c:v>
                </c:pt>
                <c:pt idx="55873">
                  <c:v>55.98</c:v>
                </c:pt>
                <c:pt idx="55874">
                  <c:v>80.98</c:v>
                </c:pt>
                <c:pt idx="55875">
                  <c:v>55.98</c:v>
                </c:pt>
                <c:pt idx="55876">
                  <c:v>114.97</c:v>
                </c:pt>
                <c:pt idx="55877">
                  <c:v>59.98</c:v>
                </c:pt>
                <c:pt idx="55878">
                  <c:v>49.47</c:v>
                </c:pt>
                <c:pt idx="55879">
                  <c:v>137.96</c:v>
                </c:pt>
                <c:pt idx="55880">
                  <c:v>53.94</c:v>
                </c:pt>
                <c:pt idx="55881">
                  <c:v>51.96</c:v>
                </c:pt>
                <c:pt idx="55882">
                  <c:v>53.98</c:v>
                </c:pt>
                <c:pt idx="55883">
                  <c:v>33.28</c:v>
                </c:pt>
                <c:pt idx="55884">
                  <c:v>49.55</c:v>
                </c:pt>
                <c:pt idx="55885">
                  <c:v>79.98</c:v>
                </c:pt>
                <c:pt idx="55886">
                  <c:v>51.98</c:v>
                </c:pt>
                <c:pt idx="55887">
                  <c:v>37.49</c:v>
                </c:pt>
                <c:pt idx="55888">
                  <c:v>139.94999999999999</c:v>
                </c:pt>
                <c:pt idx="55889">
                  <c:v>84.96</c:v>
                </c:pt>
                <c:pt idx="55890">
                  <c:v>72.97</c:v>
                </c:pt>
                <c:pt idx="55891">
                  <c:v>51.98</c:v>
                </c:pt>
                <c:pt idx="55892">
                  <c:v>18.079999999999998</c:v>
                </c:pt>
                <c:pt idx="55893">
                  <c:v>46.47</c:v>
                </c:pt>
                <c:pt idx="55894">
                  <c:v>59.96</c:v>
                </c:pt>
                <c:pt idx="55895">
                  <c:v>20.49</c:v>
                </c:pt>
                <c:pt idx="55896">
                  <c:v>59.98</c:v>
                </c:pt>
                <c:pt idx="55897">
                  <c:v>69.98</c:v>
                </c:pt>
                <c:pt idx="55898">
                  <c:v>77.97</c:v>
                </c:pt>
                <c:pt idx="55899">
                  <c:v>89.84</c:v>
                </c:pt>
                <c:pt idx="55900">
                  <c:v>59.98</c:v>
                </c:pt>
                <c:pt idx="55901">
                  <c:v>83.97</c:v>
                </c:pt>
                <c:pt idx="55902">
                  <c:v>105.96</c:v>
                </c:pt>
                <c:pt idx="55903">
                  <c:v>104.96</c:v>
                </c:pt>
                <c:pt idx="55904">
                  <c:v>65.06</c:v>
                </c:pt>
                <c:pt idx="55905">
                  <c:v>121.97</c:v>
                </c:pt>
                <c:pt idx="55906">
                  <c:v>56.97</c:v>
                </c:pt>
                <c:pt idx="55907">
                  <c:v>109.97</c:v>
                </c:pt>
                <c:pt idx="55908">
                  <c:v>146.55000000000001</c:v>
                </c:pt>
                <c:pt idx="55909">
                  <c:v>44.48</c:v>
                </c:pt>
                <c:pt idx="55910">
                  <c:v>89.97</c:v>
                </c:pt>
                <c:pt idx="55911">
                  <c:v>68.97</c:v>
                </c:pt>
                <c:pt idx="55912">
                  <c:v>58.98</c:v>
                </c:pt>
                <c:pt idx="55913">
                  <c:v>76.97</c:v>
                </c:pt>
                <c:pt idx="55914">
                  <c:v>125.91</c:v>
                </c:pt>
                <c:pt idx="55915">
                  <c:v>95.97</c:v>
                </c:pt>
                <c:pt idx="55916">
                  <c:v>65.989999999999995</c:v>
                </c:pt>
                <c:pt idx="55917">
                  <c:v>84.68</c:v>
                </c:pt>
                <c:pt idx="55918">
                  <c:v>103.96</c:v>
                </c:pt>
                <c:pt idx="55919">
                  <c:v>55.98</c:v>
                </c:pt>
                <c:pt idx="55920">
                  <c:v>87.97</c:v>
                </c:pt>
                <c:pt idx="55921">
                  <c:v>62.97</c:v>
                </c:pt>
                <c:pt idx="55922">
                  <c:v>79.959999999999994</c:v>
                </c:pt>
                <c:pt idx="55923">
                  <c:v>131.97999999999999</c:v>
                </c:pt>
                <c:pt idx="55924">
                  <c:v>58.46</c:v>
                </c:pt>
                <c:pt idx="55925">
                  <c:v>83.97</c:v>
                </c:pt>
                <c:pt idx="55926">
                  <c:v>52.98</c:v>
                </c:pt>
                <c:pt idx="55927">
                  <c:v>103.96</c:v>
                </c:pt>
                <c:pt idx="55928">
                  <c:v>51.38</c:v>
                </c:pt>
                <c:pt idx="55929">
                  <c:v>59.98</c:v>
                </c:pt>
                <c:pt idx="55930">
                  <c:v>34.479999999999997</c:v>
                </c:pt>
                <c:pt idx="55931">
                  <c:v>60.36</c:v>
                </c:pt>
                <c:pt idx="55932">
                  <c:v>65.3</c:v>
                </c:pt>
                <c:pt idx="55933">
                  <c:v>151.97</c:v>
                </c:pt>
                <c:pt idx="55934">
                  <c:v>24.48</c:v>
                </c:pt>
                <c:pt idx="55935">
                  <c:v>86.97</c:v>
                </c:pt>
                <c:pt idx="55936">
                  <c:v>80.98</c:v>
                </c:pt>
                <c:pt idx="55937">
                  <c:v>54.98</c:v>
                </c:pt>
                <c:pt idx="55938">
                  <c:v>50.97</c:v>
                </c:pt>
                <c:pt idx="55939">
                  <c:v>258.91000000000003</c:v>
                </c:pt>
                <c:pt idx="55940">
                  <c:v>50.62</c:v>
                </c:pt>
                <c:pt idx="55941">
                  <c:v>89.98</c:v>
                </c:pt>
                <c:pt idx="55942">
                  <c:v>103.96</c:v>
                </c:pt>
                <c:pt idx="55943">
                  <c:v>96.78</c:v>
                </c:pt>
                <c:pt idx="55944">
                  <c:v>8.49</c:v>
                </c:pt>
                <c:pt idx="55945">
                  <c:v>56.94</c:v>
                </c:pt>
                <c:pt idx="55946">
                  <c:v>119.96</c:v>
                </c:pt>
                <c:pt idx="55947">
                  <c:v>131.97999999999999</c:v>
                </c:pt>
                <c:pt idx="55948">
                  <c:v>112.95</c:v>
                </c:pt>
                <c:pt idx="55949">
                  <c:v>108.47</c:v>
                </c:pt>
                <c:pt idx="55950">
                  <c:v>60.99</c:v>
                </c:pt>
                <c:pt idx="55951">
                  <c:v>54.48</c:v>
                </c:pt>
                <c:pt idx="55952">
                  <c:v>65.989999999999995</c:v>
                </c:pt>
                <c:pt idx="55953">
                  <c:v>79.849999999999994</c:v>
                </c:pt>
                <c:pt idx="55954">
                  <c:v>83.97</c:v>
                </c:pt>
                <c:pt idx="55955">
                  <c:v>31.29</c:v>
                </c:pt>
                <c:pt idx="55956">
                  <c:v>29.24</c:v>
                </c:pt>
                <c:pt idx="55957">
                  <c:v>57.91</c:v>
                </c:pt>
                <c:pt idx="55958">
                  <c:v>58.98</c:v>
                </c:pt>
                <c:pt idx="55959">
                  <c:v>51.98</c:v>
                </c:pt>
                <c:pt idx="55960">
                  <c:v>63.96</c:v>
                </c:pt>
                <c:pt idx="55961">
                  <c:v>29.49</c:v>
                </c:pt>
                <c:pt idx="55962">
                  <c:v>52.98</c:v>
                </c:pt>
                <c:pt idx="55963">
                  <c:v>269.52999999999997</c:v>
                </c:pt>
                <c:pt idx="55964">
                  <c:v>51.28</c:v>
                </c:pt>
                <c:pt idx="55965">
                  <c:v>59.98</c:v>
                </c:pt>
                <c:pt idx="55966">
                  <c:v>107.64</c:v>
                </c:pt>
                <c:pt idx="55967">
                  <c:v>82.97</c:v>
                </c:pt>
                <c:pt idx="55968">
                  <c:v>53.98</c:v>
                </c:pt>
                <c:pt idx="55969">
                  <c:v>31.49</c:v>
                </c:pt>
                <c:pt idx="55970">
                  <c:v>51.98</c:v>
                </c:pt>
                <c:pt idx="55971">
                  <c:v>75.87</c:v>
                </c:pt>
                <c:pt idx="55972">
                  <c:v>113.94</c:v>
                </c:pt>
                <c:pt idx="55973">
                  <c:v>34.28</c:v>
                </c:pt>
                <c:pt idx="55974">
                  <c:v>62.99</c:v>
                </c:pt>
                <c:pt idx="55975">
                  <c:v>178.94</c:v>
                </c:pt>
                <c:pt idx="55976">
                  <c:v>69.989999999999995</c:v>
                </c:pt>
                <c:pt idx="55977">
                  <c:v>87.47</c:v>
                </c:pt>
                <c:pt idx="55978">
                  <c:v>30</c:v>
                </c:pt>
                <c:pt idx="55979">
                  <c:v>78.97</c:v>
                </c:pt>
                <c:pt idx="55980">
                  <c:v>115.97</c:v>
                </c:pt>
                <c:pt idx="55981">
                  <c:v>152.06</c:v>
                </c:pt>
                <c:pt idx="55982">
                  <c:v>55.98</c:v>
                </c:pt>
                <c:pt idx="55983">
                  <c:v>52.48</c:v>
                </c:pt>
                <c:pt idx="55984">
                  <c:v>59.98</c:v>
                </c:pt>
                <c:pt idx="55985">
                  <c:v>75.959999999999994</c:v>
                </c:pt>
                <c:pt idx="55986">
                  <c:v>51.98</c:v>
                </c:pt>
                <c:pt idx="55987">
                  <c:v>75.98</c:v>
                </c:pt>
                <c:pt idx="55988">
                  <c:v>59.96</c:v>
                </c:pt>
                <c:pt idx="55989">
                  <c:v>56.49</c:v>
                </c:pt>
                <c:pt idx="55990">
                  <c:v>65.989999999999995</c:v>
                </c:pt>
                <c:pt idx="55991">
                  <c:v>51.98</c:v>
                </c:pt>
                <c:pt idx="55992">
                  <c:v>19.489999999999998</c:v>
                </c:pt>
                <c:pt idx="55993">
                  <c:v>65.989999999999995</c:v>
                </c:pt>
                <c:pt idx="55994">
                  <c:v>17.29</c:v>
                </c:pt>
                <c:pt idx="55995">
                  <c:v>86.97</c:v>
                </c:pt>
                <c:pt idx="55996">
                  <c:v>119.97</c:v>
                </c:pt>
                <c:pt idx="55997">
                  <c:v>16.29</c:v>
                </c:pt>
                <c:pt idx="55998">
                  <c:v>83.97</c:v>
                </c:pt>
                <c:pt idx="55999">
                  <c:v>55.98</c:v>
                </c:pt>
                <c:pt idx="56000">
                  <c:v>143.94999999999999</c:v>
                </c:pt>
                <c:pt idx="56001">
                  <c:v>58.98</c:v>
                </c:pt>
                <c:pt idx="56002">
                  <c:v>105.22</c:v>
                </c:pt>
                <c:pt idx="56003">
                  <c:v>41.29</c:v>
                </c:pt>
                <c:pt idx="56004">
                  <c:v>-37.49</c:v>
                </c:pt>
                <c:pt idx="56005">
                  <c:v>119.96</c:v>
                </c:pt>
                <c:pt idx="56006">
                  <c:v>65.989999999999995</c:v>
                </c:pt>
                <c:pt idx="56007">
                  <c:v>13.28</c:v>
                </c:pt>
                <c:pt idx="56008">
                  <c:v>16.489999999999998</c:v>
                </c:pt>
                <c:pt idx="56009">
                  <c:v>129.96</c:v>
                </c:pt>
                <c:pt idx="56010">
                  <c:v>0</c:v>
                </c:pt>
                <c:pt idx="56011">
                  <c:v>163.46</c:v>
                </c:pt>
                <c:pt idx="56012">
                  <c:v>124.95</c:v>
                </c:pt>
                <c:pt idx="56013">
                  <c:v>74.98</c:v>
                </c:pt>
                <c:pt idx="56014">
                  <c:v>90.46</c:v>
                </c:pt>
                <c:pt idx="56015">
                  <c:v>89.97</c:v>
                </c:pt>
                <c:pt idx="56016">
                  <c:v>66.58</c:v>
                </c:pt>
                <c:pt idx="56017">
                  <c:v>59.98</c:v>
                </c:pt>
                <c:pt idx="56018">
                  <c:v>63.98</c:v>
                </c:pt>
                <c:pt idx="56019">
                  <c:v>28.49</c:v>
                </c:pt>
                <c:pt idx="56020">
                  <c:v>86.37</c:v>
                </c:pt>
                <c:pt idx="56021">
                  <c:v>55.64</c:v>
                </c:pt>
                <c:pt idx="56022">
                  <c:v>31.49</c:v>
                </c:pt>
                <c:pt idx="56023">
                  <c:v>104.45</c:v>
                </c:pt>
                <c:pt idx="56024">
                  <c:v>117.96</c:v>
                </c:pt>
                <c:pt idx="56025">
                  <c:v>37.49</c:v>
                </c:pt>
                <c:pt idx="56026">
                  <c:v>55.98</c:v>
                </c:pt>
                <c:pt idx="56027">
                  <c:v>13.29</c:v>
                </c:pt>
                <c:pt idx="56028">
                  <c:v>59.98</c:v>
                </c:pt>
                <c:pt idx="56029">
                  <c:v>51.98</c:v>
                </c:pt>
                <c:pt idx="56030">
                  <c:v>49.49</c:v>
                </c:pt>
                <c:pt idx="56031">
                  <c:v>30.98</c:v>
                </c:pt>
                <c:pt idx="56032">
                  <c:v>46.49</c:v>
                </c:pt>
                <c:pt idx="56033">
                  <c:v>59.98</c:v>
                </c:pt>
                <c:pt idx="56034">
                  <c:v>212.89</c:v>
                </c:pt>
                <c:pt idx="56035">
                  <c:v>20.55</c:v>
                </c:pt>
                <c:pt idx="56036">
                  <c:v>134.47</c:v>
                </c:pt>
                <c:pt idx="56037">
                  <c:v>59.96</c:v>
                </c:pt>
                <c:pt idx="56038">
                  <c:v>68.98</c:v>
                </c:pt>
                <c:pt idx="56039">
                  <c:v>89.97</c:v>
                </c:pt>
                <c:pt idx="56040">
                  <c:v>179.96</c:v>
                </c:pt>
                <c:pt idx="56041">
                  <c:v>68.48</c:v>
                </c:pt>
                <c:pt idx="56042">
                  <c:v>55.98</c:v>
                </c:pt>
                <c:pt idx="56043">
                  <c:v>99.99</c:v>
                </c:pt>
                <c:pt idx="56044">
                  <c:v>31.29</c:v>
                </c:pt>
                <c:pt idx="56045">
                  <c:v>54.98</c:v>
                </c:pt>
                <c:pt idx="56046">
                  <c:v>68.98</c:v>
                </c:pt>
                <c:pt idx="56047">
                  <c:v>33.28</c:v>
                </c:pt>
                <c:pt idx="56048">
                  <c:v>19.489999999999998</c:v>
                </c:pt>
                <c:pt idx="56049">
                  <c:v>51.94</c:v>
                </c:pt>
                <c:pt idx="56050">
                  <c:v>83.97</c:v>
                </c:pt>
                <c:pt idx="56051">
                  <c:v>83.97</c:v>
                </c:pt>
                <c:pt idx="56052">
                  <c:v>71.97</c:v>
                </c:pt>
                <c:pt idx="56053">
                  <c:v>82.24</c:v>
                </c:pt>
                <c:pt idx="56054">
                  <c:v>51.97</c:v>
                </c:pt>
                <c:pt idx="56055">
                  <c:v>69.98</c:v>
                </c:pt>
                <c:pt idx="56056">
                  <c:v>95.97</c:v>
                </c:pt>
                <c:pt idx="56057">
                  <c:v>58.97</c:v>
                </c:pt>
                <c:pt idx="56058">
                  <c:v>159.69999999999999</c:v>
                </c:pt>
                <c:pt idx="56059">
                  <c:v>31.49</c:v>
                </c:pt>
                <c:pt idx="56060">
                  <c:v>127.95</c:v>
                </c:pt>
                <c:pt idx="56061">
                  <c:v>78.63</c:v>
                </c:pt>
                <c:pt idx="56062">
                  <c:v>95.96</c:v>
                </c:pt>
                <c:pt idx="56063">
                  <c:v>102.83</c:v>
                </c:pt>
                <c:pt idx="56064">
                  <c:v>59.37</c:v>
                </c:pt>
                <c:pt idx="56065">
                  <c:v>217.75</c:v>
                </c:pt>
                <c:pt idx="56066">
                  <c:v>63.98</c:v>
                </c:pt>
                <c:pt idx="56067">
                  <c:v>59.98</c:v>
                </c:pt>
                <c:pt idx="56068">
                  <c:v>82.85</c:v>
                </c:pt>
                <c:pt idx="56069">
                  <c:v>23.89</c:v>
                </c:pt>
                <c:pt idx="56070">
                  <c:v>48.48</c:v>
                </c:pt>
                <c:pt idx="56071">
                  <c:v>159.69999999999999</c:v>
                </c:pt>
                <c:pt idx="56072">
                  <c:v>95.96</c:v>
                </c:pt>
                <c:pt idx="56073">
                  <c:v>15.49</c:v>
                </c:pt>
                <c:pt idx="56074">
                  <c:v>65.989999999999995</c:v>
                </c:pt>
                <c:pt idx="56075">
                  <c:v>64.98</c:v>
                </c:pt>
                <c:pt idx="56076">
                  <c:v>88.44</c:v>
                </c:pt>
                <c:pt idx="56077">
                  <c:v>45.49</c:v>
                </c:pt>
                <c:pt idx="56078">
                  <c:v>59.97</c:v>
                </c:pt>
                <c:pt idx="56079">
                  <c:v>81.48</c:v>
                </c:pt>
                <c:pt idx="56080">
                  <c:v>263.95999999999998</c:v>
                </c:pt>
                <c:pt idx="56081">
                  <c:v>75.98</c:v>
                </c:pt>
                <c:pt idx="56082">
                  <c:v>284.93</c:v>
                </c:pt>
                <c:pt idx="56083">
                  <c:v>89.97</c:v>
                </c:pt>
                <c:pt idx="56084">
                  <c:v>103.37</c:v>
                </c:pt>
                <c:pt idx="56085">
                  <c:v>53.97</c:v>
                </c:pt>
                <c:pt idx="56086">
                  <c:v>99.97</c:v>
                </c:pt>
                <c:pt idx="56087">
                  <c:v>59.98</c:v>
                </c:pt>
                <c:pt idx="56088">
                  <c:v>99.98</c:v>
                </c:pt>
                <c:pt idx="56089">
                  <c:v>49.47</c:v>
                </c:pt>
                <c:pt idx="56090">
                  <c:v>129.97</c:v>
                </c:pt>
                <c:pt idx="56091">
                  <c:v>27.48</c:v>
                </c:pt>
                <c:pt idx="56092">
                  <c:v>59.98</c:v>
                </c:pt>
                <c:pt idx="56093">
                  <c:v>46.29</c:v>
                </c:pt>
                <c:pt idx="56094">
                  <c:v>0</c:v>
                </c:pt>
                <c:pt idx="56095">
                  <c:v>65.989999999999995</c:v>
                </c:pt>
                <c:pt idx="56096">
                  <c:v>79.98</c:v>
                </c:pt>
                <c:pt idx="56097">
                  <c:v>86.97</c:v>
                </c:pt>
                <c:pt idx="56098">
                  <c:v>14.29</c:v>
                </c:pt>
                <c:pt idx="56099">
                  <c:v>87.97</c:v>
                </c:pt>
                <c:pt idx="56100">
                  <c:v>106.95</c:v>
                </c:pt>
                <c:pt idx="56101">
                  <c:v>59.96</c:v>
                </c:pt>
                <c:pt idx="56102">
                  <c:v>79.849999999999994</c:v>
                </c:pt>
                <c:pt idx="56103">
                  <c:v>110.94</c:v>
                </c:pt>
                <c:pt idx="56104">
                  <c:v>71.98</c:v>
                </c:pt>
                <c:pt idx="56105">
                  <c:v>39.200000000000003</c:v>
                </c:pt>
                <c:pt idx="56106">
                  <c:v>254.23</c:v>
                </c:pt>
                <c:pt idx="56107">
                  <c:v>0</c:v>
                </c:pt>
                <c:pt idx="56108">
                  <c:v>55.98</c:v>
                </c:pt>
                <c:pt idx="56109">
                  <c:v>17.989999999999998</c:v>
                </c:pt>
                <c:pt idx="56110">
                  <c:v>73.97</c:v>
                </c:pt>
                <c:pt idx="56111">
                  <c:v>75.59</c:v>
                </c:pt>
                <c:pt idx="56112">
                  <c:v>64.61</c:v>
                </c:pt>
                <c:pt idx="56113">
                  <c:v>91.97</c:v>
                </c:pt>
                <c:pt idx="56114">
                  <c:v>62.17</c:v>
                </c:pt>
                <c:pt idx="56115">
                  <c:v>170.91</c:v>
                </c:pt>
                <c:pt idx="56116">
                  <c:v>114.44</c:v>
                </c:pt>
                <c:pt idx="56117">
                  <c:v>24.48</c:v>
                </c:pt>
                <c:pt idx="56118">
                  <c:v>119.96</c:v>
                </c:pt>
                <c:pt idx="56119">
                  <c:v>127.95</c:v>
                </c:pt>
                <c:pt idx="56120">
                  <c:v>104.98</c:v>
                </c:pt>
                <c:pt idx="56121">
                  <c:v>69.989999999999995</c:v>
                </c:pt>
                <c:pt idx="56122">
                  <c:v>41.49</c:v>
                </c:pt>
                <c:pt idx="56123">
                  <c:v>65.989999999999995</c:v>
                </c:pt>
                <c:pt idx="56124">
                  <c:v>59.98</c:v>
                </c:pt>
                <c:pt idx="56125">
                  <c:v>159.96</c:v>
                </c:pt>
                <c:pt idx="56126">
                  <c:v>207.92</c:v>
                </c:pt>
                <c:pt idx="56127">
                  <c:v>79.98</c:v>
                </c:pt>
                <c:pt idx="56128">
                  <c:v>85.09</c:v>
                </c:pt>
                <c:pt idx="56129">
                  <c:v>77.959999999999994</c:v>
                </c:pt>
                <c:pt idx="56130">
                  <c:v>65.989999999999995</c:v>
                </c:pt>
                <c:pt idx="56131">
                  <c:v>103.96</c:v>
                </c:pt>
                <c:pt idx="56132">
                  <c:v>86.07</c:v>
                </c:pt>
                <c:pt idx="56133">
                  <c:v>75.97</c:v>
                </c:pt>
                <c:pt idx="56134">
                  <c:v>13.99</c:v>
                </c:pt>
                <c:pt idx="56135">
                  <c:v>32.479999999999997</c:v>
                </c:pt>
                <c:pt idx="56136">
                  <c:v>76.48</c:v>
                </c:pt>
                <c:pt idx="56137">
                  <c:v>25.29</c:v>
                </c:pt>
                <c:pt idx="56138">
                  <c:v>58.98</c:v>
                </c:pt>
                <c:pt idx="56139">
                  <c:v>57.98</c:v>
                </c:pt>
                <c:pt idx="56140">
                  <c:v>75.959999999999994</c:v>
                </c:pt>
                <c:pt idx="56141">
                  <c:v>95.96</c:v>
                </c:pt>
                <c:pt idx="56142">
                  <c:v>53.98</c:v>
                </c:pt>
                <c:pt idx="56143">
                  <c:v>111.9</c:v>
                </c:pt>
                <c:pt idx="56144">
                  <c:v>51.98</c:v>
                </c:pt>
                <c:pt idx="56145">
                  <c:v>40.49</c:v>
                </c:pt>
                <c:pt idx="56146">
                  <c:v>67.98</c:v>
                </c:pt>
                <c:pt idx="56147">
                  <c:v>58.91</c:v>
                </c:pt>
                <c:pt idx="56148">
                  <c:v>124.06</c:v>
                </c:pt>
                <c:pt idx="56149">
                  <c:v>123.47</c:v>
                </c:pt>
                <c:pt idx="56150">
                  <c:v>53.96</c:v>
                </c:pt>
                <c:pt idx="56151">
                  <c:v>51.98</c:v>
                </c:pt>
                <c:pt idx="56152">
                  <c:v>67.260000000000005</c:v>
                </c:pt>
                <c:pt idx="56153">
                  <c:v>55.96</c:v>
                </c:pt>
                <c:pt idx="56154">
                  <c:v>10.49</c:v>
                </c:pt>
                <c:pt idx="56155">
                  <c:v>27.29</c:v>
                </c:pt>
                <c:pt idx="56156">
                  <c:v>53.97</c:v>
                </c:pt>
                <c:pt idx="56157">
                  <c:v>69.97</c:v>
                </c:pt>
                <c:pt idx="56158">
                  <c:v>59.98</c:v>
                </c:pt>
                <c:pt idx="56159">
                  <c:v>131.97999999999999</c:v>
                </c:pt>
                <c:pt idx="56160">
                  <c:v>69.98</c:v>
                </c:pt>
                <c:pt idx="56161">
                  <c:v>106.06</c:v>
                </c:pt>
                <c:pt idx="56162">
                  <c:v>27.49</c:v>
                </c:pt>
                <c:pt idx="56163">
                  <c:v>139.94999999999999</c:v>
                </c:pt>
                <c:pt idx="56164">
                  <c:v>257.63</c:v>
                </c:pt>
                <c:pt idx="56165">
                  <c:v>94.95</c:v>
                </c:pt>
                <c:pt idx="56166">
                  <c:v>251.91</c:v>
                </c:pt>
                <c:pt idx="56167">
                  <c:v>100.98</c:v>
                </c:pt>
                <c:pt idx="56168">
                  <c:v>54.98</c:v>
                </c:pt>
                <c:pt idx="56169">
                  <c:v>20.29</c:v>
                </c:pt>
                <c:pt idx="56170">
                  <c:v>51.98</c:v>
                </c:pt>
                <c:pt idx="56171">
                  <c:v>30.78</c:v>
                </c:pt>
                <c:pt idx="56172">
                  <c:v>89.97</c:v>
                </c:pt>
                <c:pt idx="56173">
                  <c:v>48.89</c:v>
                </c:pt>
                <c:pt idx="56174">
                  <c:v>89.95</c:v>
                </c:pt>
                <c:pt idx="56175">
                  <c:v>53.98</c:v>
                </c:pt>
                <c:pt idx="56176">
                  <c:v>59.96</c:v>
                </c:pt>
                <c:pt idx="56177">
                  <c:v>131.62</c:v>
                </c:pt>
                <c:pt idx="56178">
                  <c:v>63.96</c:v>
                </c:pt>
                <c:pt idx="56179">
                  <c:v>104.97</c:v>
                </c:pt>
                <c:pt idx="56180">
                  <c:v>89.98</c:v>
                </c:pt>
                <c:pt idx="56181">
                  <c:v>89.26</c:v>
                </c:pt>
                <c:pt idx="56182">
                  <c:v>65.3</c:v>
                </c:pt>
                <c:pt idx="56183">
                  <c:v>96.78</c:v>
                </c:pt>
                <c:pt idx="56184">
                  <c:v>69.97</c:v>
                </c:pt>
                <c:pt idx="56185">
                  <c:v>79.849999999999994</c:v>
                </c:pt>
                <c:pt idx="56186">
                  <c:v>95.96</c:v>
                </c:pt>
                <c:pt idx="56187">
                  <c:v>72.540000000000006</c:v>
                </c:pt>
                <c:pt idx="56188">
                  <c:v>36.29</c:v>
                </c:pt>
                <c:pt idx="56189">
                  <c:v>223.92</c:v>
                </c:pt>
                <c:pt idx="56190">
                  <c:v>59.98</c:v>
                </c:pt>
                <c:pt idx="56191">
                  <c:v>63.96</c:v>
                </c:pt>
                <c:pt idx="56192">
                  <c:v>59.98</c:v>
                </c:pt>
                <c:pt idx="56193">
                  <c:v>115.96</c:v>
                </c:pt>
                <c:pt idx="56194">
                  <c:v>40.49</c:v>
                </c:pt>
                <c:pt idx="56195">
                  <c:v>19.29</c:v>
                </c:pt>
                <c:pt idx="56196">
                  <c:v>24.49</c:v>
                </c:pt>
                <c:pt idx="56197">
                  <c:v>71.959999999999994</c:v>
                </c:pt>
                <c:pt idx="56198">
                  <c:v>56.97</c:v>
                </c:pt>
                <c:pt idx="56199">
                  <c:v>46.29</c:v>
                </c:pt>
                <c:pt idx="56200">
                  <c:v>25.18</c:v>
                </c:pt>
                <c:pt idx="56201">
                  <c:v>59.98</c:v>
                </c:pt>
                <c:pt idx="56202">
                  <c:v>89.97</c:v>
                </c:pt>
                <c:pt idx="56203">
                  <c:v>49.48</c:v>
                </c:pt>
                <c:pt idx="56204">
                  <c:v>63.98</c:v>
                </c:pt>
                <c:pt idx="56205">
                  <c:v>31.81</c:v>
                </c:pt>
                <c:pt idx="56206">
                  <c:v>53.98</c:v>
                </c:pt>
                <c:pt idx="56207">
                  <c:v>64.06</c:v>
                </c:pt>
                <c:pt idx="56208">
                  <c:v>295.61</c:v>
                </c:pt>
                <c:pt idx="56209">
                  <c:v>44.88</c:v>
                </c:pt>
                <c:pt idx="56210">
                  <c:v>59.98</c:v>
                </c:pt>
                <c:pt idx="56211">
                  <c:v>75.959999999999994</c:v>
                </c:pt>
                <c:pt idx="56212">
                  <c:v>40.49</c:v>
                </c:pt>
                <c:pt idx="56213">
                  <c:v>50.97</c:v>
                </c:pt>
                <c:pt idx="56214">
                  <c:v>29.52</c:v>
                </c:pt>
                <c:pt idx="56215">
                  <c:v>59.98</c:v>
                </c:pt>
                <c:pt idx="56216">
                  <c:v>103.96</c:v>
                </c:pt>
                <c:pt idx="56217">
                  <c:v>41.28</c:v>
                </c:pt>
                <c:pt idx="56218">
                  <c:v>116.1</c:v>
                </c:pt>
                <c:pt idx="56219">
                  <c:v>53.97</c:v>
                </c:pt>
                <c:pt idx="56220">
                  <c:v>23.48</c:v>
                </c:pt>
                <c:pt idx="56221">
                  <c:v>67.739999999999995</c:v>
                </c:pt>
                <c:pt idx="56222">
                  <c:v>55.43</c:v>
                </c:pt>
                <c:pt idx="56223">
                  <c:v>161.96</c:v>
                </c:pt>
                <c:pt idx="56224">
                  <c:v>31.28</c:v>
                </c:pt>
                <c:pt idx="56225">
                  <c:v>19.489999999999998</c:v>
                </c:pt>
                <c:pt idx="56226">
                  <c:v>51.22</c:v>
                </c:pt>
                <c:pt idx="56227">
                  <c:v>46.49</c:v>
                </c:pt>
                <c:pt idx="56228">
                  <c:v>59.98</c:v>
                </c:pt>
                <c:pt idx="56229">
                  <c:v>84.63</c:v>
                </c:pt>
                <c:pt idx="56230">
                  <c:v>71.959999999999994</c:v>
                </c:pt>
                <c:pt idx="56231">
                  <c:v>96.96</c:v>
                </c:pt>
                <c:pt idx="56232">
                  <c:v>278.83</c:v>
                </c:pt>
                <c:pt idx="56233">
                  <c:v>28.49</c:v>
                </c:pt>
                <c:pt idx="56234">
                  <c:v>59.98</c:v>
                </c:pt>
                <c:pt idx="56235">
                  <c:v>17.29</c:v>
                </c:pt>
                <c:pt idx="56236">
                  <c:v>104.97</c:v>
                </c:pt>
                <c:pt idx="56237">
                  <c:v>65.989999999999995</c:v>
                </c:pt>
                <c:pt idx="56238">
                  <c:v>263.95999999999998</c:v>
                </c:pt>
                <c:pt idx="56239">
                  <c:v>79.98</c:v>
                </c:pt>
                <c:pt idx="56240">
                  <c:v>46.29</c:v>
                </c:pt>
                <c:pt idx="56241">
                  <c:v>105.98</c:v>
                </c:pt>
                <c:pt idx="56242">
                  <c:v>74.97</c:v>
                </c:pt>
                <c:pt idx="56243">
                  <c:v>89.98</c:v>
                </c:pt>
                <c:pt idx="56244">
                  <c:v>55.98</c:v>
                </c:pt>
                <c:pt idx="56245">
                  <c:v>49.99</c:v>
                </c:pt>
                <c:pt idx="56246">
                  <c:v>72.97</c:v>
                </c:pt>
                <c:pt idx="56247">
                  <c:v>64.98</c:v>
                </c:pt>
                <c:pt idx="56248">
                  <c:v>103.96</c:v>
                </c:pt>
                <c:pt idx="56249">
                  <c:v>70.47</c:v>
                </c:pt>
                <c:pt idx="56250">
                  <c:v>59.98</c:v>
                </c:pt>
                <c:pt idx="56251">
                  <c:v>51.98</c:v>
                </c:pt>
                <c:pt idx="56252">
                  <c:v>97.08</c:v>
                </c:pt>
                <c:pt idx="56253">
                  <c:v>61.96</c:v>
                </c:pt>
                <c:pt idx="56254">
                  <c:v>34.479999999999997</c:v>
                </c:pt>
                <c:pt idx="56255">
                  <c:v>54.99</c:v>
                </c:pt>
                <c:pt idx="56256">
                  <c:v>152.91</c:v>
                </c:pt>
                <c:pt idx="56257">
                  <c:v>59.99</c:v>
                </c:pt>
                <c:pt idx="56258">
                  <c:v>6.48</c:v>
                </c:pt>
                <c:pt idx="56259">
                  <c:v>54.98</c:v>
                </c:pt>
                <c:pt idx="56260">
                  <c:v>77.97</c:v>
                </c:pt>
                <c:pt idx="56261">
                  <c:v>77.97</c:v>
                </c:pt>
                <c:pt idx="56262">
                  <c:v>59.98</c:v>
                </c:pt>
                <c:pt idx="56263">
                  <c:v>53.98</c:v>
                </c:pt>
                <c:pt idx="56264">
                  <c:v>41.29</c:v>
                </c:pt>
                <c:pt idx="56265">
                  <c:v>68.59</c:v>
                </c:pt>
                <c:pt idx="56266">
                  <c:v>59.96</c:v>
                </c:pt>
                <c:pt idx="56267">
                  <c:v>65.989999999999995</c:v>
                </c:pt>
                <c:pt idx="56268">
                  <c:v>55.97</c:v>
                </c:pt>
                <c:pt idx="56269">
                  <c:v>55.98</c:v>
                </c:pt>
                <c:pt idx="56270">
                  <c:v>81.400000000000006</c:v>
                </c:pt>
                <c:pt idx="56271">
                  <c:v>93.95</c:v>
                </c:pt>
                <c:pt idx="56272">
                  <c:v>79.98</c:v>
                </c:pt>
                <c:pt idx="56273">
                  <c:v>98.98</c:v>
                </c:pt>
                <c:pt idx="56274">
                  <c:v>23.48</c:v>
                </c:pt>
                <c:pt idx="56275">
                  <c:v>68.48</c:v>
                </c:pt>
                <c:pt idx="56276">
                  <c:v>19.489999999999998</c:v>
                </c:pt>
                <c:pt idx="56277">
                  <c:v>117.2</c:v>
                </c:pt>
                <c:pt idx="56278">
                  <c:v>155.96</c:v>
                </c:pt>
                <c:pt idx="56279">
                  <c:v>89.98</c:v>
                </c:pt>
                <c:pt idx="56280">
                  <c:v>60.91</c:v>
                </c:pt>
                <c:pt idx="56281">
                  <c:v>32.479999999999997</c:v>
                </c:pt>
                <c:pt idx="56282">
                  <c:v>121.98</c:v>
                </c:pt>
                <c:pt idx="56283">
                  <c:v>65.989999999999995</c:v>
                </c:pt>
                <c:pt idx="56284">
                  <c:v>119.96</c:v>
                </c:pt>
                <c:pt idx="56285">
                  <c:v>109.88</c:v>
                </c:pt>
                <c:pt idx="56286">
                  <c:v>118.92</c:v>
                </c:pt>
                <c:pt idx="56287">
                  <c:v>72.58</c:v>
                </c:pt>
                <c:pt idx="56288">
                  <c:v>65.98</c:v>
                </c:pt>
                <c:pt idx="56289">
                  <c:v>59.96</c:v>
                </c:pt>
                <c:pt idx="56290">
                  <c:v>55.42</c:v>
                </c:pt>
                <c:pt idx="56291">
                  <c:v>45.98</c:v>
                </c:pt>
                <c:pt idx="56292">
                  <c:v>53.97</c:v>
                </c:pt>
                <c:pt idx="56293">
                  <c:v>54.98</c:v>
                </c:pt>
                <c:pt idx="56294">
                  <c:v>85.67</c:v>
                </c:pt>
                <c:pt idx="56295">
                  <c:v>33.520000000000003</c:v>
                </c:pt>
                <c:pt idx="56296">
                  <c:v>103.96</c:v>
                </c:pt>
                <c:pt idx="56297">
                  <c:v>86.92</c:v>
                </c:pt>
                <c:pt idx="56298">
                  <c:v>96.97</c:v>
                </c:pt>
                <c:pt idx="56299">
                  <c:v>89.98</c:v>
                </c:pt>
                <c:pt idx="56300">
                  <c:v>41.49</c:v>
                </c:pt>
                <c:pt idx="56301">
                  <c:v>-36.79</c:v>
                </c:pt>
                <c:pt idx="56302">
                  <c:v>52.98</c:v>
                </c:pt>
                <c:pt idx="56303">
                  <c:v>127.96</c:v>
                </c:pt>
                <c:pt idx="56304">
                  <c:v>18.989999999999998</c:v>
                </c:pt>
                <c:pt idx="56305">
                  <c:v>95.96</c:v>
                </c:pt>
                <c:pt idx="56306">
                  <c:v>351.91</c:v>
                </c:pt>
                <c:pt idx="56307">
                  <c:v>18.489999999999998</c:v>
                </c:pt>
                <c:pt idx="56308">
                  <c:v>37.78</c:v>
                </c:pt>
                <c:pt idx="56309">
                  <c:v>59.98</c:v>
                </c:pt>
                <c:pt idx="56310">
                  <c:v>54.98</c:v>
                </c:pt>
                <c:pt idx="56311">
                  <c:v>149.97</c:v>
                </c:pt>
                <c:pt idx="56312">
                  <c:v>58.97</c:v>
                </c:pt>
                <c:pt idx="56313">
                  <c:v>77.069999999999993</c:v>
                </c:pt>
                <c:pt idx="56314">
                  <c:v>79.98</c:v>
                </c:pt>
                <c:pt idx="56315">
                  <c:v>26.38</c:v>
                </c:pt>
                <c:pt idx="56316">
                  <c:v>75.39</c:v>
                </c:pt>
                <c:pt idx="56317">
                  <c:v>59.96</c:v>
                </c:pt>
                <c:pt idx="56318">
                  <c:v>0</c:v>
                </c:pt>
                <c:pt idx="56319">
                  <c:v>79.47</c:v>
                </c:pt>
                <c:pt idx="56320">
                  <c:v>59.98</c:v>
                </c:pt>
                <c:pt idx="56321">
                  <c:v>334.92</c:v>
                </c:pt>
                <c:pt idx="56322">
                  <c:v>55.98</c:v>
                </c:pt>
                <c:pt idx="56323">
                  <c:v>55.97</c:v>
                </c:pt>
                <c:pt idx="56324">
                  <c:v>74.97</c:v>
                </c:pt>
                <c:pt idx="56325">
                  <c:v>31.48</c:v>
                </c:pt>
                <c:pt idx="56326">
                  <c:v>49.99</c:v>
                </c:pt>
                <c:pt idx="56327">
                  <c:v>80.81</c:v>
                </c:pt>
                <c:pt idx="56328">
                  <c:v>89.98</c:v>
                </c:pt>
                <c:pt idx="56329">
                  <c:v>46.49</c:v>
                </c:pt>
                <c:pt idx="56330">
                  <c:v>49.48</c:v>
                </c:pt>
                <c:pt idx="56331">
                  <c:v>53.89</c:v>
                </c:pt>
                <c:pt idx="56332">
                  <c:v>55.98</c:v>
                </c:pt>
                <c:pt idx="56333">
                  <c:v>55.96</c:v>
                </c:pt>
                <c:pt idx="56334">
                  <c:v>50.97</c:v>
                </c:pt>
                <c:pt idx="56335">
                  <c:v>58.48</c:v>
                </c:pt>
                <c:pt idx="56336">
                  <c:v>132.47999999999999</c:v>
                </c:pt>
                <c:pt idx="56337">
                  <c:v>68.08</c:v>
                </c:pt>
                <c:pt idx="56338">
                  <c:v>111.96</c:v>
                </c:pt>
                <c:pt idx="56339">
                  <c:v>11.49</c:v>
                </c:pt>
                <c:pt idx="56340">
                  <c:v>53.97</c:v>
                </c:pt>
                <c:pt idx="56341">
                  <c:v>39.479999999999997</c:v>
                </c:pt>
                <c:pt idx="56342">
                  <c:v>49.59</c:v>
                </c:pt>
                <c:pt idx="56343">
                  <c:v>87.26</c:v>
                </c:pt>
                <c:pt idx="56344">
                  <c:v>61.07</c:v>
                </c:pt>
                <c:pt idx="56345">
                  <c:v>61.98</c:v>
                </c:pt>
                <c:pt idx="56346">
                  <c:v>103.98</c:v>
                </c:pt>
                <c:pt idx="56347">
                  <c:v>60.44</c:v>
                </c:pt>
                <c:pt idx="56348">
                  <c:v>61.97</c:v>
                </c:pt>
                <c:pt idx="56349">
                  <c:v>53.98</c:v>
                </c:pt>
                <c:pt idx="56350">
                  <c:v>120.98</c:v>
                </c:pt>
                <c:pt idx="56351">
                  <c:v>53.98</c:v>
                </c:pt>
                <c:pt idx="56352">
                  <c:v>14.09</c:v>
                </c:pt>
                <c:pt idx="56353">
                  <c:v>87.57</c:v>
                </c:pt>
                <c:pt idx="56354">
                  <c:v>70.849999999999994</c:v>
                </c:pt>
                <c:pt idx="56355">
                  <c:v>79.17</c:v>
                </c:pt>
                <c:pt idx="56356">
                  <c:v>64.069999999999993</c:v>
                </c:pt>
                <c:pt idx="56357">
                  <c:v>55.98</c:v>
                </c:pt>
                <c:pt idx="56358">
                  <c:v>89.98</c:v>
                </c:pt>
                <c:pt idx="56359">
                  <c:v>31.49</c:v>
                </c:pt>
                <c:pt idx="56360">
                  <c:v>79.849999999999994</c:v>
                </c:pt>
                <c:pt idx="56361">
                  <c:v>216.15</c:v>
                </c:pt>
                <c:pt idx="56362">
                  <c:v>53.98</c:v>
                </c:pt>
                <c:pt idx="56363">
                  <c:v>19.489999999999998</c:v>
                </c:pt>
                <c:pt idx="56364">
                  <c:v>118.78</c:v>
                </c:pt>
                <c:pt idx="56365">
                  <c:v>79.98</c:v>
                </c:pt>
                <c:pt idx="56366">
                  <c:v>119.97</c:v>
                </c:pt>
                <c:pt idx="56367">
                  <c:v>59.39</c:v>
                </c:pt>
                <c:pt idx="56368">
                  <c:v>95.38</c:v>
                </c:pt>
                <c:pt idx="56369">
                  <c:v>186.9</c:v>
                </c:pt>
                <c:pt idx="56370">
                  <c:v>85.47</c:v>
                </c:pt>
                <c:pt idx="56371">
                  <c:v>89.97</c:v>
                </c:pt>
                <c:pt idx="56372">
                  <c:v>133.08000000000001</c:v>
                </c:pt>
                <c:pt idx="56373">
                  <c:v>41.29</c:v>
                </c:pt>
                <c:pt idx="56374">
                  <c:v>68.930000000000007</c:v>
                </c:pt>
                <c:pt idx="56375">
                  <c:v>213.73</c:v>
                </c:pt>
                <c:pt idx="56376">
                  <c:v>51.98</c:v>
                </c:pt>
                <c:pt idx="56377">
                  <c:v>69.989999999999995</c:v>
                </c:pt>
                <c:pt idx="56378">
                  <c:v>66.53</c:v>
                </c:pt>
                <c:pt idx="56379">
                  <c:v>131.94</c:v>
                </c:pt>
                <c:pt idx="56380">
                  <c:v>65.989999999999995</c:v>
                </c:pt>
                <c:pt idx="56381">
                  <c:v>103.96</c:v>
                </c:pt>
                <c:pt idx="56382">
                  <c:v>55.98</c:v>
                </c:pt>
                <c:pt idx="56383">
                  <c:v>55.98</c:v>
                </c:pt>
                <c:pt idx="56384">
                  <c:v>99.99</c:v>
                </c:pt>
                <c:pt idx="56385">
                  <c:v>58.98</c:v>
                </c:pt>
                <c:pt idx="56386">
                  <c:v>131.97999999999999</c:v>
                </c:pt>
                <c:pt idx="56387">
                  <c:v>105.98</c:v>
                </c:pt>
                <c:pt idx="56388">
                  <c:v>19.489999999999998</c:v>
                </c:pt>
                <c:pt idx="56389">
                  <c:v>51.96</c:v>
                </c:pt>
                <c:pt idx="56390">
                  <c:v>70.98</c:v>
                </c:pt>
                <c:pt idx="56391">
                  <c:v>29.29</c:v>
                </c:pt>
                <c:pt idx="56392">
                  <c:v>57.99</c:v>
                </c:pt>
                <c:pt idx="56393">
                  <c:v>159.69999999999999</c:v>
                </c:pt>
                <c:pt idx="56394">
                  <c:v>140.35</c:v>
                </c:pt>
                <c:pt idx="56395">
                  <c:v>65.989999999999995</c:v>
                </c:pt>
                <c:pt idx="56396">
                  <c:v>77.97</c:v>
                </c:pt>
                <c:pt idx="56397">
                  <c:v>31.73</c:v>
                </c:pt>
                <c:pt idx="56398">
                  <c:v>107.94</c:v>
                </c:pt>
                <c:pt idx="56399">
                  <c:v>94.47</c:v>
                </c:pt>
                <c:pt idx="56400">
                  <c:v>47.24</c:v>
                </c:pt>
                <c:pt idx="56401">
                  <c:v>79.97</c:v>
                </c:pt>
                <c:pt idx="56402">
                  <c:v>54.99</c:v>
                </c:pt>
                <c:pt idx="56403">
                  <c:v>75.97</c:v>
                </c:pt>
                <c:pt idx="56404">
                  <c:v>65.3</c:v>
                </c:pt>
                <c:pt idx="56405">
                  <c:v>109.97</c:v>
                </c:pt>
                <c:pt idx="56406">
                  <c:v>87.96</c:v>
                </c:pt>
                <c:pt idx="56407">
                  <c:v>122.54</c:v>
                </c:pt>
                <c:pt idx="56408">
                  <c:v>65.989999999999995</c:v>
                </c:pt>
                <c:pt idx="56409">
                  <c:v>131.97999999999999</c:v>
                </c:pt>
                <c:pt idx="56410">
                  <c:v>189.3</c:v>
                </c:pt>
                <c:pt idx="56411">
                  <c:v>79.91</c:v>
                </c:pt>
                <c:pt idx="56412">
                  <c:v>62.88</c:v>
                </c:pt>
                <c:pt idx="56413">
                  <c:v>90.73</c:v>
                </c:pt>
                <c:pt idx="56414">
                  <c:v>52.98</c:v>
                </c:pt>
                <c:pt idx="56415">
                  <c:v>25.49</c:v>
                </c:pt>
                <c:pt idx="56416">
                  <c:v>79.98</c:v>
                </c:pt>
                <c:pt idx="56417">
                  <c:v>111.12</c:v>
                </c:pt>
                <c:pt idx="56418">
                  <c:v>99.99</c:v>
                </c:pt>
                <c:pt idx="56419">
                  <c:v>33.479999999999997</c:v>
                </c:pt>
                <c:pt idx="56420">
                  <c:v>103.04</c:v>
                </c:pt>
                <c:pt idx="56421">
                  <c:v>44.99</c:v>
                </c:pt>
                <c:pt idx="56422">
                  <c:v>86.07</c:v>
                </c:pt>
                <c:pt idx="56423">
                  <c:v>59.98</c:v>
                </c:pt>
                <c:pt idx="56424">
                  <c:v>45.07</c:v>
                </c:pt>
                <c:pt idx="56425">
                  <c:v>58.98</c:v>
                </c:pt>
                <c:pt idx="56426">
                  <c:v>49.99</c:v>
                </c:pt>
                <c:pt idx="56427">
                  <c:v>51.96</c:v>
                </c:pt>
                <c:pt idx="56428">
                  <c:v>157.93</c:v>
                </c:pt>
                <c:pt idx="56429">
                  <c:v>49.48</c:v>
                </c:pt>
                <c:pt idx="56430">
                  <c:v>0</c:v>
                </c:pt>
                <c:pt idx="56431">
                  <c:v>55.98</c:v>
                </c:pt>
                <c:pt idx="56432">
                  <c:v>55.98</c:v>
                </c:pt>
                <c:pt idx="56433">
                  <c:v>147.6</c:v>
                </c:pt>
                <c:pt idx="56434">
                  <c:v>129.94999999999999</c:v>
                </c:pt>
                <c:pt idx="56435">
                  <c:v>53.96</c:v>
                </c:pt>
                <c:pt idx="56436">
                  <c:v>58.97</c:v>
                </c:pt>
                <c:pt idx="56437">
                  <c:v>62.97</c:v>
                </c:pt>
                <c:pt idx="56438">
                  <c:v>116.07</c:v>
                </c:pt>
                <c:pt idx="56439">
                  <c:v>151.07</c:v>
                </c:pt>
                <c:pt idx="56440">
                  <c:v>16.920000000000002</c:v>
                </c:pt>
                <c:pt idx="56441">
                  <c:v>161.96</c:v>
                </c:pt>
                <c:pt idx="56442">
                  <c:v>59.98</c:v>
                </c:pt>
                <c:pt idx="56443">
                  <c:v>58.95</c:v>
                </c:pt>
                <c:pt idx="56444">
                  <c:v>74.97</c:v>
                </c:pt>
                <c:pt idx="56445">
                  <c:v>70.760000000000005</c:v>
                </c:pt>
                <c:pt idx="56446">
                  <c:v>52.75</c:v>
                </c:pt>
                <c:pt idx="56447">
                  <c:v>84.98</c:v>
                </c:pt>
                <c:pt idx="56448">
                  <c:v>89.97</c:v>
                </c:pt>
                <c:pt idx="56449">
                  <c:v>65.989999999999995</c:v>
                </c:pt>
                <c:pt idx="56450">
                  <c:v>55.98</c:v>
                </c:pt>
                <c:pt idx="56451">
                  <c:v>21.49</c:v>
                </c:pt>
                <c:pt idx="56452">
                  <c:v>77.97</c:v>
                </c:pt>
                <c:pt idx="56453">
                  <c:v>59.96</c:v>
                </c:pt>
                <c:pt idx="56454">
                  <c:v>83.48</c:v>
                </c:pt>
                <c:pt idx="56455">
                  <c:v>40.479999999999997</c:v>
                </c:pt>
                <c:pt idx="56456">
                  <c:v>68.930000000000007</c:v>
                </c:pt>
                <c:pt idx="56457">
                  <c:v>31.29</c:v>
                </c:pt>
                <c:pt idx="56458">
                  <c:v>112.46</c:v>
                </c:pt>
                <c:pt idx="56459">
                  <c:v>65.989999999999995</c:v>
                </c:pt>
                <c:pt idx="56460">
                  <c:v>131.97999999999999</c:v>
                </c:pt>
                <c:pt idx="56461">
                  <c:v>182.11</c:v>
                </c:pt>
                <c:pt idx="56462">
                  <c:v>91.97</c:v>
                </c:pt>
                <c:pt idx="56463">
                  <c:v>59.98</c:v>
                </c:pt>
                <c:pt idx="56464">
                  <c:v>55.98</c:v>
                </c:pt>
                <c:pt idx="56465">
                  <c:v>48.48</c:v>
                </c:pt>
                <c:pt idx="56466">
                  <c:v>65.989999999999995</c:v>
                </c:pt>
                <c:pt idx="56467">
                  <c:v>99.98</c:v>
                </c:pt>
                <c:pt idx="56468">
                  <c:v>59.99</c:v>
                </c:pt>
                <c:pt idx="56469">
                  <c:v>59.73</c:v>
                </c:pt>
                <c:pt idx="56470">
                  <c:v>65.459999999999994</c:v>
                </c:pt>
                <c:pt idx="56471">
                  <c:v>51.98</c:v>
                </c:pt>
                <c:pt idx="56472">
                  <c:v>99.98</c:v>
                </c:pt>
                <c:pt idx="56473">
                  <c:v>88.17</c:v>
                </c:pt>
                <c:pt idx="56474">
                  <c:v>64.48</c:v>
                </c:pt>
                <c:pt idx="56475">
                  <c:v>28.49</c:v>
                </c:pt>
                <c:pt idx="56476">
                  <c:v>103.96</c:v>
                </c:pt>
                <c:pt idx="56477">
                  <c:v>29.28</c:v>
                </c:pt>
                <c:pt idx="56478">
                  <c:v>83.94</c:v>
                </c:pt>
                <c:pt idx="56479">
                  <c:v>29.49</c:v>
                </c:pt>
                <c:pt idx="56480">
                  <c:v>51.97</c:v>
                </c:pt>
                <c:pt idx="56481">
                  <c:v>83.95</c:v>
                </c:pt>
                <c:pt idx="56482">
                  <c:v>27.49</c:v>
                </c:pt>
                <c:pt idx="56483">
                  <c:v>18.61</c:v>
                </c:pt>
                <c:pt idx="56484">
                  <c:v>74.97</c:v>
                </c:pt>
                <c:pt idx="56485">
                  <c:v>59.98</c:v>
                </c:pt>
                <c:pt idx="56486">
                  <c:v>64.98</c:v>
                </c:pt>
                <c:pt idx="56487">
                  <c:v>8.74</c:v>
                </c:pt>
                <c:pt idx="56488">
                  <c:v>149.4</c:v>
                </c:pt>
                <c:pt idx="56489">
                  <c:v>37.99</c:v>
                </c:pt>
                <c:pt idx="56490">
                  <c:v>86.07</c:v>
                </c:pt>
                <c:pt idx="56491">
                  <c:v>259.89999999999998</c:v>
                </c:pt>
                <c:pt idx="56492">
                  <c:v>52.16</c:v>
                </c:pt>
                <c:pt idx="56493">
                  <c:v>40.479999999999997</c:v>
                </c:pt>
                <c:pt idx="56494">
                  <c:v>60.83</c:v>
                </c:pt>
                <c:pt idx="56495">
                  <c:v>53.97</c:v>
                </c:pt>
                <c:pt idx="56496">
                  <c:v>51.98</c:v>
                </c:pt>
                <c:pt idx="56497">
                  <c:v>66.39</c:v>
                </c:pt>
                <c:pt idx="56498">
                  <c:v>133.47</c:v>
                </c:pt>
                <c:pt idx="56499">
                  <c:v>107.96</c:v>
                </c:pt>
                <c:pt idx="56500">
                  <c:v>79.98</c:v>
                </c:pt>
                <c:pt idx="56501">
                  <c:v>95.96</c:v>
                </c:pt>
                <c:pt idx="56502">
                  <c:v>174.19</c:v>
                </c:pt>
                <c:pt idx="56503">
                  <c:v>78.63</c:v>
                </c:pt>
                <c:pt idx="56504">
                  <c:v>68.930000000000007</c:v>
                </c:pt>
                <c:pt idx="56505">
                  <c:v>108.02</c:v>
                </c:pt>
                <c:pt idx="56506">
                  <c:v>79.98</c:v>
                </c:pt>
                <c:pt idx="56507">
                  <c:v>129.94999999999999</c:v>
                </c:pt>
                <c:pt idx="56508">
                  <c:v>131.97999999999999</c:v>
                </c:pt>
                <c:pt idx="56509">
                  <c:v>99.98</c:v>
                </c:pt>
                <c:pt idx="56510">
                  <c:v>28.49</c:v>
                </c:pt>
                <c:pt idx="56511">
                  <c:v>61.98</c:v>
                </c:pt>
                <c:pt idx="56512">
                  <c:v>64.98</c:v>
                </c:pt>
                <c:pt idx="56513">
                  <c:v>59.98</c:v>
                </c:pt>
                <c:pt idx="56514">
                  <c:v>127.95</c:v>
                </c:pt>
                <c:pt idx="56515">
                  <c:v>52.18</c:v>
                </c:pt>
                <c:pt idx="56516">
                  <c:v>131.97999999999999</c:v>
                </c:pt>
                <c:pt idx="56517">
                  <c:v>59.98</c:v>
                </c:pt>
                <c:pt idx="56518">
                  <c:v>70.16</c:v>
                </c:pt>
                <c:pt idx="56519">
                  <c:v>71.959999999999994</c:v>
                </c:pt>
                <c:pt idx="56520">
                  <c:v>12.54</c:v>
                </c:pt>
                <c:pt idx="56521">
                  <c:v>77.97</c:v>
                </c:pt>
                <c:pt idx="56522">
                  <c:v>115.98</c:v>
                </c:pt>
                <c:pt idx="56523">
                  <c:v>211.96</c:v>
                </c:pt>
                <c:pt idx="56524">
                  <c:v>68.069999999999993</c:v>
                </c:pt>
                <c:pt idx="56525">
                  <c:v>79.98</c:v>
                </c:pt>
                <c:pt idx="56526">
                  <c:v>136.97</c:v>
                </c:pt>
                <c:pt idx="56527">
                  <c:v>59.98</c:v>
                </c:pt>
                <c:pt idx="56528">
                  <c:v>83.48</c:v>
                </c:pt>
                <c:pt idx="56529">
                  <c:v>103.96</c:v>
                </c:pt>
                <c:pt idx="56530">
                  <c:v>119.92</c:v>
                </c:pt>
                <c:pt idx="56531">
                  <c:v>58.97</c:v>
                </c:pt>
                <c:pt idx="56532">
                  <c:v>39.479999999999997</c:v>
                </c:pt>
                <c:pt idx="56533">
                  <c:v>51.98</c:v>
                </c:pt>
                <c:pt idx="56534">
                  <c:v>263.95999999999998</c:v>
                </c:pt>
                <c:pt idx="56535">
                  <c:v>36.49</c:v>
                </c:pt>
                <c:pt idx="56536">
                  <c:v>16.29</c:v>
                </c:pt>
                <c:pt idx="56537">
                  <c:v>131.97999999999999</c:v>
                </c:pt>
                <c:pt idx="56538">
                  <c:v>119.97</c:v>
                </c:pt>
                <c:pt idx="56539">
                  <c:v>79.989999999999995</c:v>
                </c:pt>
                <c:pt idx="56540">
                  <c:v>25.49</c:v>
                </c:pt>
                <c:pt idx="56541">
                  <c:v>95.97</c:v>
                </c:pt>
                <c:pt idx="56542">
                  <c:v>63.96</c:v>
                </c:pt>
                <c:pt idx="56543">
                  <c:v>111.96</c:v>
                </c:pt>
                <c:pt idx="56544">
                  <c:v>90.73</c:v>
                </c:pt>
                <c:pt idx="56545">
                  <c:v>88.97</c:v>
                </c:pt>
                <c:pt idx="56546">
                  <c:v>23.48</c:v>
                </c:pt>
                <c:pt idx="56547">
                  <c:v>129.94999999999999</c:v>
                </c:pt>
                <c:pt idx="56548">
                  <c:v>30.48</c:v>
                </c:pt>
                <c:pt idx="56549">
                  <c:v>49.99</c:v>
                </c:pt>
                <c:pt idx="56550">
                  <c:v>199.95</c:v>
                </c:pt>
                <c:pt idx="56551">
                  <c:v>59.99</c:v>
                </c:pt>
                <c:pt idx="56552">
                  <c:v>51.29</c:v>
                </c:pt>
                <c:pt idx="56553">
                  <c:v>53.98</c:v>
                </c:pt>
                <c:pt idx="56554">
                  <c:v>89.98</c:v>
                </c:pt>
                <c:pt idx="56555">
                  <c:v>41.29</c:v>
                </c:pt>
                <c:pt idx="56556">
                  <c:v>59.99</c:v>
                </c:pt>
                <c:pt idx="56557">
                  <c:v>26.49</c:v>
                </c:pt>
                <c:pt idx="56558">
                  <c:v>100.76</c:v>
                </c:pt>
                <c:pt idx="56559">
                  <c:v>27.49</c:v>
                </c:pt>
                <c:pt idx="56560">
                  <c:v>65.989999999999995</c:v>
                </c:pt>
                <c:pt idx="56561">
                  <c:v>64.48</c:v>
                </c:pt>
                <c:pt idx="56562">
                  <c:v>69.98</c:v>
                </c:pt>
                <c:pt idx="56563">
                  <c:v>24.49</c:v>
                </c:pt>
                <c:pt idx="56564">
                  <c:v>65.97</c:v>
                </c:pt>
                <c:pt idx="56565">
                  <c:v>114.97</c:v>
                </c:pt>
                <c:pt idx="56566">
                  <c:v>55.96</c:v>
                </c:pt>
                <c:pt idx="56567">
                  <c:v>50.49</c:v>
                </c:pt>
                <c:pt idx="56568">
                  <c:v>59.98</c:v>
                </c:pt>
                <c:pt idx="56569">
                  <c:v>109.97</c:v>
                </c:pt>
                <c:pt idx="56570">
                  <c:v>75.959999999999994</c:v>
                </c:pt>
                <c:pt idx="56571">
                  <c:v>53.98</c:v>
                </c:pt>
                <c:pt idx="56572">
                  <c:v>69.97</c:v>
                </c:pt>
                <c:pt idx="56573">
                  <c:v>31.95</c:v>
                </c:pt>
                <c:pt idx="56574">
                  <c:v>79.98</c:v>
                </c:pt>
                <c:pt idx="56575">
                  <c:v>95.97</c:v>
                </c:pt>
                <c:pt idx="56576">
                  <c:v>107.94</c:v>
                </c:pt>
                <c:pt idx="56577">
                  <c:v>69.98</c:v>
                </c:pt>
                <c:pt idx="56578">
                  <c:v>64.98</c:v>
                </c:pt>
                <c:pt idx="56579">
                  <c:v>65.989999999999995</c:v>
                </c:pt>
                <c:pt idx="56580">
                  <c:v>259.89999999999998</c:v>
                </c:pt>
                <c:pt idx="56581">
                  <c:v>89.94</c:v>
                </c:pt>
                <c:pt idx="56582">
                  <c:v>31.49</c:v>
                </c:pt>
                <c:pt idx="56583">
                  <c:v>55.98</c:v>
                </c:pt>
                <c:pt idx="56584">
                  <c:v>68.48</c:v>
                </c:pt>
                <c:pt idx="56585">
                  <c:v>131.97999999999999</c:v>
                </c:pt>
                <c:pt idx="56586">
                  <c:v>129.94999999999999</c:v>
                </c:pt>
                <c:pt idx="56587">
                  <c:v>197.97</c:v>
                </c:pt>
                <c:pt idx="56588">
                  <c:v>59.98</c:v>
                </c:pt>
                <c:pt idx="56589">
                  <c:v>65.989999999999995</c:v>
                </c:pt>
                <c:pt idx="56590">
                  <c:v>65.290000000000006</c:v>
                </c:pt>
                <c:pt idx="56591">
                  <c:v>65.989999999999995</c:v>
                </c:pt>
                <c:pt idx="56592">
                  <c:v>78.260000000000005</c:v>
                </c:pt>
                <c:pt idx="56593">
                  <c:v>80.98</c:v>
                </c:pt>
                <c:pt idx="56594">
                  <c:v>63.98</c:v>
                </c:pt>
                <c:pt idx="56595">
                  <c:v>65.989999999999995</c:v>
                </c:pt>
                <c:pt idx="56596">
                  <c:v>127.95</c:v>
                </c:pt>
                <c:pt idx="56597">
                  <c:v>59.97</c:v>
                </c:pt>
                <c:pt idx="56598">
                  <c:v>127.01</c:v>
                </c:pt>
                <c:pt idx="56599">
                  <c:v>79.98</c:v>
                </c:pt>
                <c:pt idx="56600">
                  <c:v>111.45</c:v>
                </c:pt>
                <c:pt idx="56601">
                  <c:v>31.49</c:v>
                </c:pt>
                <c:pt idx="56602">
                  <c:v>47.48</c:v>
                </c:pt>
                <c:pt idx="56603">
                  <c:v>93.96</c:v>
                </c:pt>
                <c:pt idx="56604">
                  <c:v>65.989999999999995</c:v>
                </c:pt>
                <c:pt idx="56605">
                  <c:v>174.94</c:v>
                </c:pt>
                <c:pt idx="56606">
                  <c:v>66.98</c:v>
                </c:pt>
                <c:pt idx="56607">
                  <c:v>79.180000000000007</c:v>
                </c:pt>
                <c:pt idx="56608">
                  <c:v>84.98</c:v>
                </c:pt>
                <c:pt idx="56609">
                  <c:v>131.97999999999999</c:v>
                </c:pt>
                <c:pt idx="56610">
                  <c:v>22.49</c:v>
                </c:pt>
                <c:pt idx="56611">
                  <c:v>153.94</c:v>
                </c:pt>
                <c:pt idx="56612">
                  <c:v>87.97</c:v>
                </c:pt>
                <c:pt idx="56613">
                  <c:v>95.96</c:v>
                </c:pt>
                <c:pt idx="56614">
                  <c:v>139.94999999999999</c:v>
                </c:pt>
                <c:pt idx="56615">
                  <c:v>49.47</c:v>
                </c:pt>
                <c:pt idx="56616">
                  <c:v>100.98</c:v>
                </c:pt>
                <c:pt idx="56617">
                  <c:v>103.96</c:v>
                </c:pt>
                <c:pt idx="56618">
                  <c:v>67.97</c:v>
                </c:pt>
                <c:pt idx="56619">
                  <c:v>39.99</c:v>
                </c:pt>
                <c:pt idx="56620">
                  <c:v>65.3</c:v>
                </c:pt>
                <c:pt idx="56621">
                  <c:v>59.98</c:v>
                </c:pt>
                <c:pt idx="56622">
                  <c:v>31.28</c:v>
                </c:pt>
                <c:pt idx="56623">
                  <c:v>79.98</c:v>
                </c:pt>
                <c:pt idx="56624">
                  <c:v>123.35</c:v>
                </c:pt>
                <c:pt idx="56625">
                  <c:v>103.96</c:v>
                </c:pt>
                <c:pt idx="56626">
                  <c:v>99.97</c:v>
                </c:pt>
                <c:pt idx="56627">
                  <c:v>55.96</c:v>
                </c:pt>
                <c:pt idx="56628">
                  <c:v>9.49</c:v>
                </c:pt>
                <c:pt idx="56629">
                  <c:v>23.48</c:v>
                </c:pt>
                <c:pt idx="56630">
                  <c:v>17.239999999999998</c:v>
                </c:pt>
                <c:pt idx="56631">
                  <c:v>51.98</c:v>
                </c:pt>
                <c:pt idx="56632">
                  <c:v>107.94</c:v>
                </c:pt>
                <c:pt idx="56633">
                  <c:v>241.93</c:v>
                </c:pt>
                <c:pt idx="56634">
                  <c:v>51.98</c:v>
                </c:pt>
                <c:pt idx="56635">
                  <c:v>159.65</c:v>
                </c:pt>
                <c:pt idx="56636">
                  <c:v>131.97999999999999</c:v>
                </c:pt>
                <c:pt idx="56637">
                  <c:v>131.96</c:v>
                </c:pt>
                <c:pt idx="56638">
                  <c:v>46.49</c:v>
                </c:pt>
                <c:pt idx="56639">
                  <c:v>53.98</c:v>
                </c:pt>
                <c:pt idx="56640">
                  <c:v>65.989999999999995</c:v>
                </c:pt>
                <c:pt idx="56641">
                  <c:v>59.98</c:v>
                </c:pt>
                <c:pt idx="56642">
                  <c:v>13.29</c:v>
                </c:pt>
                <c:pt idx="56643">
                  <c:v>85.98</c:v>
                </c:pt>
                <c:pt idx="56644">
                  <c:v>77.39</c:v>
                </c:pt>
                <c:pt idx="56645">
                  <c:v>27.49</c:v>
                </c:pt>
                <c:pt idx="56646">
                  <c:v>59.98</c:v>
                </c:pt>
                <c:pt idx="56647">
                  <c:v>55.98</c:v>
                </c:pt>
                <c:pt idx="56648">
                  <c:v>65.989999999999995</c:v>
                </c:pt>
                <c:pt idx="56649">
                  <c:v>158.91999999999999</c:v>
                </c:pt>
                <c:pt idx="56650">
                  <c:v>164.94</c:v>
                </c:pt>
                <c:pt idx="56651">
                  <c:v>84.27</c:v>
                </c:pt>
                <c:pt idx="56652">
                  <c:v>103.37</c:v>
                </c:pt>
                <c:pt idx="56653">
                  <c:v>55.98</c:v>
                </c:pt>
                <c:pt idx="56654">
                  <c:v>21.28</c:v>
                </c:pt>
                <c:pt idx="56655">
                  <c:v>131.97999999999999</c:v>
                </c:pt>
                <c:pt idx="56656">
                  <c:v>59.98</c:v>
                </c:pt>
                <c:pt idx="56657">
                  <c:v>57.96</c:v>
                </c:pt>
                <c:pt idx="56658">
                  <c:v>138.66</c:v>
                </c:pt>
                <c:pt idx="56659">
                  <c:v>108.86</c:v>
                </c:pt>
                <c:pt idx="56660">
                  <c:v>16.489999999999998</c:v>
                </c:pt>
                <c:pt idx="56661">
                  <c:v>119.96</c:v>
                </c:pt>
                <c:pt idx="56662">
                  <c:v>131.97999999999999</c:v>
                </c:pt>
                <c:pt idx="56663">
                  <c:v>59.97</c:v>
                </c:pt>
                <c:pt idx="56664">
                  <c:v>105.46</c:v>
                </c:pt>
                <c:pt idx="56665">
                  <c:v>263.95999999999998</c:v>
                </c:pt>
                <c:pt idx="56666">
                  <c:v>15.49</c:v>
                </c:pt>
                <c:pt idx="56667">
                  <c:v>73.98</c:v>
                </c:pt>
                <c:pt idx="56668">
                  <c:v>199.95</c:v>
                </c:pt>
                <c:pt idx="56669">
                  <c:v>62.97</c:v>
                </c:pt>
                <c:pt idx="56670">
                  <c:v>65.989999999999995</c:v>
                </c:pt>
                <c:pt idx="56671">
                  <c:v>55.98</c:v>
                </c:pt>
                <c:pt idx="56672">
                  <c:v>69.98</c:v>
                </c:pt>
                <c:pt idx="56673">
                  <c:v>146.65</c:v>
                </c:pt>
                <c:pt idx="56674">
                  <c:v>74.98</c:v>
                </c:pt>
                <c:pt idx="56675">
                  <c:v>51.98</c:v>
                </c:pt>
                <c:pt idx="56676">
                  <c:v>55.98</c:v>
                </c:pt>
                <c:pt idx="56677">
                  <c:v>46.41</c:v>
                </c:pt>
                <c:pt idx="56678">
                  <c:v>68.95</c:v>
                </c:pt>
                <c:pt idx="56679">
                  <c:v>59.94</c:v>
                </c:pt>
                <c:pt idx="56680">
                  <c:v>94.99</c:v>
                </c:pt>
                <c:pt idx="56681">
                  <c:v>103.96</c:v>
                </c:pt>
                <c:pt idx="56682">
                  <c:v>31.48</c:v>
                </c:pt>
                <c:pt idx="56683">
                  <c:v>65.989999999999995</c:v>
                </c:pt>
                <c:pt idx="56684">
                  <c:v>122.19</c:v>
                </c:pt>
                <c:pt idx="56685">
                  <c:v>107.96</c:v>
                </c:pt>
                <c:pt idx="56686">
                  <c:v>55.98</c:v>
                </c:pt>
                <c:pt idx="56687">
                  <c:v>65.989999999999995</c:v>
                </c:pt>
                <c:pt idx="56688">
                  <c:v>37.24</c:v>
                </c:pt>
                <c:pt idx="56689">
                  <c:v>83.48</c:v>
                </c:pt>
                <c:pt idx="56690">
                  <c:v>65.459999999999994</c:v>
                </c:pt>
                <c:pt idx="56691">
                  <c:v>13.29</c:v>
                </c:pt>
                <c:pt idx="56692">
                  <c:v>41.67</c:v>
                </c:pt>
                <c:pt idx="56693">
                  <c:v>57.58</c:v>
                </c:pt>
                <c:pt idx="56694">
                  <c:v>76.22</c:v>
                </c:pt>
                <c:pt idx="56695">
                  <c:v>85.97</c:v>
                </c:pt>
                <c:pt idx="56696">
                  <c:v>55.4</c:v>
                </c:pt>
                <c:pt idx="56697">
                  <c:v>119.96</c:v>
                </c:pt>
                <c:pt idx="56698">
                  <c:v>41.49</c:v>
                </c:pt>
                <c:pt idx="56699">
                  <c:v>54.87</c:v>
                </c:pt>
                <c:pt idx="56700">
                  <c:v>66.680000000000007</c:v>
                </c:pt>
                <c:pt idx="56701">
                  <c:v>100.58</c:v>
                </c:pt>
                <c:pt idx="56702">
                  <c:v>59.98</c:v>
                </c:pt>
                <c:pt idx="56703">
                  <c:v>56.97</c:v>
                </c:pt>
                <c:pt idx="56704">
                  <c:v>31.49</c:v>
                </c:pt>
                <c:pt idx="56705">
                  <c:v>21.48</c:v>
                </c:pt>
                <c:pt idx="56706">
                  <c:v>72.58</c:v>
                </c:pt>
                <c:pt idx="56707">
                  <c:v>39.28</c:v>
                </c:pt>
                <c:pt idx="56708">
                  <c:v>59.98</c:v>
                </c:pt>
                <c:pt idx="56709">
                  <c:v>79.98</c:v>
                </c:pt>
                <c:pt idx="56710">
                  <c:v>87.97</c:v>
                </c:pt>
                <c:pt idx="56711">
                  <c:v>68.930000000000007</c:v>
                </c:pt>
                <c:pt idx="56712">
                  <c:v>50.37</c:v>
                </c:pt>
                <c:pt idx="56713">
                  <c:v>59.98</c:v>
                </c:pt>
                <c:pt idx="56714">
                  <c:v>186.96</c:v>
                </c:pt>
                <c:pt idx="56715">
                  <c:v>22.23</c:v>
                </c:pt>
                <c:pt idx="56716">
                  <c:v>50.97</c:v>
                </c:pt>
                <c:pt idx="56717">
                  <c:v>53.97</c:v>
                </c:pt>
                <c:pt idx="56718">
                  <c:v>67.48</c:v>
                </c:pt>
                <c:pt idx="56719">
                  <c:v>79.98</c:v>
                </c:pt>
                <c:pt idx="56720">
                  <c:v>68.58</c:v>
                </c:pt>
                <c:pt idx="56721">
                  <c:v>10.97</c:v>
                </c:pt>
                <c:pt idx="56722">
                  <c:v>20.29</c:v>
                </c:pt>
                <c:pt idx="56723">
                  <c:v>57.98</c:v>
                </c:pt>
                <c:pt idx="56724">
                  <c:v>213.53</c:v>
                </c:pt>
                <c:pt idx="56725">
                  <c:v>54.99</c:v>
                </c:pt>
                <c:pt idx="56726">
                  <c:v>86.96</c:v>
                </c:pt>
                <c:pt idx="56727">
                  <c:v>86.96</c:v>
                </c:pt>
                <c:pt idx="56728">
                  <c:v>65.989999999999995</c:v>
                </c:pt>
                <c:pt idx="56729">
                  <c:v>50.97</c:v>
                </c:pt>
                <c:pt idx="56730">
                  <c:v>53.98</c:v>
                </c:pt>
                <c:pt idx="56731">
                  <c:v>191.94</c:v>
                </c:pt>
                <c:pt idx="56732">
                  <c:v>25.98</c:v>
                </c:pt>
                <c:pt idx="56733">
                  <c:v>118.51</c:v>
                </c:pt>
                <c:pt idx="56734">
                  <c:v>143.94999999999999</c:v>
                </c:pt>
                <c:pt idx="56735">
                  <c:v>84.98</c:v>
                </c:pt>
                <c:pt idx="56736">
                  <c:v>25.26</c:v>
                </c:pt>
                <c:pt idx="56737">
                  <c:v>88.15</c:v>
                </c:pt>
                <c:pt idx="56738">
                  <c:v>131.97999999999999</c:v>
                </c:pt>
                <c:pt idx="56739">
                  <c:v>17.489999999999998</c:v>
                </c:pt>
                <c:pt idx="56740">
                  <c:v>53.98</c:v>
                </c:pt>
                <c:pt idx="56741">
                  <c:v>106.44</c:v>
                </c:pt>
                <c:pt idx="56742">
                  <c:v>65.989999999999995</c:v>
                </c:pt>
                <c:pt idx="56743">
                  <c:v>106.44</c:v>
                </c:pt>
                <c:pt idx="56744">
                  <c:v>53.98</c:v>
                </c:pt>
                <c:pt idx="56745">
                  <c:v>114.91</c:v>
                </c:pt>
                <c:pt idx="56746">
                  <c:v>87.08</c:v>
                </c:pt>
                <c:pt idx="56747">
                  <c:v>66.53</c:v>
                </c:pt>
                <c:pt idx="56748">
                  <c:v>65.989999999999995</c:v>
                </c:pt>
                <c:pt idx="56749">
                  <c:v>20.49</c:v>
                </c:pt>
                <c:pt idx="56750">
                  <c:v>55.98</c:v>
                </c:pt>
                <c:pt idx="56751">
                  <c:v>55.98</c:v>
                </c:pt>
                <c:pt idx="56752">
                  <c:v>89.97</c:v>
                </c:pt>
                <c:pt idx="56753">
                  <c:v>196.65</c:v>
                </c:pt>
                <c:pt idx="56754">
                  <c:v>54.99</c:v>
                </c:pt>
                <c:pt idx="56755">
                  <c:v>103.96</c:v>
                </c:pt>
                <c:pt idx="56756">
                  <c:v>53.98</c:v>
                </c:pt>
                <c:pt idx="56757">
                  <c:v>135.47</c:v>
                </c:pt>
                <c:pt idx="56758">
                  <c:v>107.96</c:v>
                </c:pt>
                <c:pt idx="56759">
                  <c:v>54.99</c:v>
                </c:pt>
                <c:pt idx="56760">
                  <c:v>43.28</c:v>
                </c:pt>
                <c:pt idx="56761">
                  <c:v>53.45</c:v>
                </c:pt>
                <c:pt idx="56762">
                  <c:v>16.29</c:v>
                </c:pt>
                <c:pt idx="56763">
                  <c:v>72.53</c:v>
                </c:pt>
                <c:pt idx="56764">
                  <c:v>111.95</c:v>
                </c:pt>
                <c:pt idx="56765">
                  <c:v>69.48</c:v>
                </c:pt>
                <c:pt idx="56766">
                  <c:v>50.45</c:v>
                </c:pt>
                <c:pt idx="56767">
                  <c:v>36.49</c:v>
                </c:pt>
                <c:pt idx="56768">
                  <c:v>56.98</c:v>
                </c:pt>
                <c:pt idx="56769">
                  <c:v>59.98</c:v>
                </c:pt>
                <c:pt idx="56770">
                  <c:v>85.97</c:v>
                </c:pt>
                <c:pt idx="56771">
                  <c:v>63.98</c:v>
                </c:pt>
                <c:pt idx="56772">
                  <c:v>106.94</c:v>
                </c:pt>
                <c:pt idx="56773">
                  <c:v>97.96</c:v>
                </c:pt>
                <c:pt idx="56774">
                  <c:v>171.94</c:v>
                </c:pt>
                <c:pt idx="56775">
                  <c:v>55.98</c:v>
                </c:pt>
                <c:pt idx="56776">
                  <c:v>51.98</c:v>
                </c:pt>
                <c:pt idx="56777">
                  <c:v>16.489999999999998</c:v>
                </c:pt>
                <c:pt idx="56778">
                  <c:v>55.98</c:v>
                </c:pt>
                <c:pt idx="56779">
                  <c:v>118.53</c:v>
                </c:pt>
                <c:pt idx="56780">
                  <c:v>54.98</c:v>
                </c:pt>
                <c:pt idx="56781">
                  <c:v>56.97</c:v>
                </c:pt>
                <c:pt idx="56782">
                  <c:v>61.69</c:v>
                </c:pt>
                <c:pt idx="56783">
                  <c:v>55.98</c:v>
                </c:pt>
                <c:pt idx="56784">
                  <c:v>108.86</c:v>
                </c:pt>
                <c:pt idx="56785">
                  <c:v>51.98</c:v>
                </c:pt>
                <c:pt idx="56786">
                  <c:v>65.989999999999995</c:v>
                </c:pt>
                <c:pt idx="56787">
                  <c:v>61.98</c:v>
                </c:pt>
                <c:pt idx="56788">
                  <c:v>86.97</c:v>
                </c:pt>
                <c:pt idx="56789">
                  <c:v>13.49</c:v>
                </c:pt>
                <c:pt idx="56790">
                  <c:v>111.96</c:v>
                </c:pt>
                <c:pt idx="56791">
                  <c:v>55.98</c:v>
                </c:pt>
                <c:pt idx="56792">
                  <c:v>65.989999999999995</c:v>
                </c:pt>
                <c:pt idx="56793">
                  <c:v>32.479999999999997</c:v>
                </c:pt>
                <c:pt idx="56794">
                  <c:v>85.96</c:v>
                </c:pt>
                <c:pt idx="56795">
                  <c:v>59.39</c:v>
                </c:pt>
                <c:pt idx="56796">
                  <c:v>57.97</c:v>
                </c:pt>
                <c:pt idx="56797">
                  <c:v>58.97</c:v>
                </c:pt>
                <c:pt idx="56798">
                  <c:v>74.97</c:v>
                </c:pt>
                <c:pt idx="56799">
                  <c:v>17.29</c:v>
                </c:pt>
                <c:pt idx="56800">
                  <c:v>192.95</c:v>
                </c:pt>
                <c:pt idx="56801">
                  <c:v>66.98</c:v>
                </c:pt>
                <c:pt idx="56802">
                  <c:v>17.190000000000001</c:v>
                </c:pt>
                <c:pt idx="56803">
                  <c:v>85.98</c:v>
                </c:pt>
                <c:pt idx="56804">
                  <c:v>50.98</c:v>
                </c:pt>
                <c:pt idx="56805">
                  <c:v>92.96</c:v>
                </c:pt>
                <c:pt idx="56806">
                  <c:v>56.97</c:v>
                </c:pt>
                <c:pt idx="56807">
                  <c:v>50.98</c:v>
                </c:pt>
                <c:pt idx="56808">
                  <c:v>77.97</c:v>
                </c:pt>
                <c:pt idx="56809">
                  <c:v>59.98</c:v>
                </c:pt>
                <c:pt idx="56810">
                  <c:v>66.97</c:v>
                </c:pt>
                <c:pt idx="56811">
                  <c:v>55.98</c:v>
                </c:pt>
                <c:pt idx="56812">
                  <c:v>9.99</c:v>
                </c:pt>
                <c:pt idx="56813">
                  <c:v>59.98</c:v>
                </c:pt>
                <c:pt idx="56814">
                  <c:v>36.83</c:v>
                </c:pt>
                <c:pt idx="56815">
                  <c:v>16.29</c:v>
                </c:pt>
                <c:pt idx="56816">
                  <c:v>39.479999999999997</c:v>
                </c:pt>
                <c:pt idx="56817">
                  <c:v>223.92</c:v>
                </c:pt>
                <c:pt idx="56818">
                  <c:v>51.98</c:v>
                </c:pt>
                <c:pt idx="56819">
                  <c:v>84.97</c:v>
                </c:pt>
                <c:pt idx="56820">
                  <c:v>42.24</c:v>
                </c:pt>
                <c:pt idx="56821">
                  <c:v>65.989999999999995</c:v>
                </c:pt>
                <c:pt idx="56822">
                  <c:v>55.98</c:v>
                </c:pt>
                <c:pt idx="56823">
                  <c:v>80.98</c:v>
                </c:pt>
                <c:pt idx="56824">
                  <c:v>31.49</c:v>
                </c:pt>
                <c:pt idx="56825">
                  <c:v>131.97999999999999</c:v>
                </c:pt>
                <c:pt idx="56826">
                  <c:v>119.97</c:v>
                </c:pt>
                <c:pt idx="56827">
                  <c:v>131.97999999999999</c:v>
                </c:pt>
                <c:pt idx="56828">
                  <c:v>59.96</c:v>
                </c:pt>
                <c:pt idx="56829">
                  <c:v>85.97</c:v>
                </c:pt>
                <c:pt idx="56830">
                  <c:v>79.98</c:v>
                </c:pt>
                <c:pt idx="56831">
                  <c:v>50.98</c:v>
                </c:pt>
                <c:pt idx="56832">
                  <c:v>103.96</c:v>
                </c:pt>
                <c:pt idx="56833">
                  <c:v>51.98</c:v>
                </c:pt>
                <c:pt idx="56834">
                  <c:v>79.97</c:v>
                </c:pt>
                <c:pt idx="56835">
                  <c:v>59.98</c:v>
                </c:pt>
                <c:pt idx="56836">
                  <c:v>319.39</c:v>
                </c:pt>
                <c:pt idx="56837">
                  <c:v>259.89999999999998</c:v>
                </c:pt>
                <c:pt idx="56838">
                  <c:v>56.47</c:v>
                </c:pt>
                <c:pt idx="56839">
                  <c:v>65.989999999999995</c:v>
                </c:pt>
                <c:pt idx="56840">
                  <c:v>11.28</c:v>
                </c:pt>
                <c:pt idx="56841">
                  <c:v>5.29</c:v>
                </c:pt>
                <c:pt idx="56842">
                  <c:v>149.94999999999999</c:v>
                </c:pt>
                <c:pt idx="56843">
                  <c:v>53.98</c:v>
                </c:pt>
                <c:pt idx="56844">
                  <c:v>77.97</c:v>
                </c:pt>
                <c:pt idx="56845">
                  <c:v>98.97</c:v>
                </c:pt>
                <c:pt idx="56846">
                  <c:v>131.97999999999999</c:v>
                </c:pt>
                <c:pt idx="56847">
                  <c:v>50.97</c:v>
                </c:pt>
                <c:pt idx="56848">
                  <c:v>53.97</c:v>
                </c:pt>
                <c:pt idx="56849">
                  <c:v>123.95</c:v>
                </c:pt>
                <c:pt idx="56850">
                  <c:v>34.28</c:v>
                </c:pt>
                <c:pt idx="56851">
                  <c:v>59.98</c:v>
                </c:pt>
                <c:pt idx="56852">
                  <c:v>56.4</c:v>
                </c:pt>
                <c:pt idx="56853">
                  <c:v>59.98</c:v>
                </c:pt>
                <c:pt idx="56854">
                  <c:v>77.97</c:v>
                </c:pt>
                <c:pt idx="56855">
                  <c:v>53.98</c:v>
                </c:pt>
                <c:pt idx="56856">
                  <c:v>57.98</c:v>
                </c:pt>
                <c:pt idx="56857">
                  <c:v>104.96</c:v>
                </c:pt>
                <c:pt idx="56858">
                  <c:v>377.37</c:v>
                </c:pt>
                <c:pt idx="56859">
                  <c:v>83.97</c:v>
                </c:pt>
                <c:pt idx="56860">
                  <c:v>69.98</c:v>
                </c:pt>
                <c:pt idx="56861">
                  <c:v>59.98</c:v>
                </c:pt>
                <c:pt idx="56862">
                  <c:v>83.45</c:v>
                </c:pt>
                <c:pt idx="56863">
                  <c:v>59.98</c:v>
                </c:pt>
                <c:pt idx="56864">
                  <c:v>57.48</c:v>
                </c:pt>
                <c:pt idx="56865">
                  <c:v>139.97999999999999</c:v>
                </c:pt>
                <c:pt idx="56866">
                  <c:v>69.98</c:v>
                </c:pt>
                <c:pt idx="56867">
                  <c:v>120.72</c:v>
                </c:pt>
                <c:pt idx="56868">
                  <c:v>131.97999999999999</c:v>
                </c:pt>
                <c:pt idx="56869">
                  <c:v>49.06</c:v>
                </c:pt>
                <c:pt idx="56870">
                  <c:v>35.89</c:v>
                </c:pt>
                <c:pt idx="56871">
                  <c:v>41.49</c:v>
                </c:pt>
                <c:pt idx="56872">
                  <c:v>31.49</c:v>
                </c:pt>
                <c:pt idx="56873">
                  <c:v>51.97</c:v>
                </c:pt>
                <c:pt idx="56874">
                  <c:v>55.98</c:v>
                </c:pt>
                <c:pt idx="56875">
                  <c:v>59.98</c:v>
                </c:pt>
                <c:pt idx="56876">
                  <c:v>107.94</c:v>
                </c:pt>
                <c:pt idx="56877">
                  <c:v>154.94999999999999</c:v>
                </c:pt>
                <c:pt idx="56878">
                  <c:v>263.95999999999998</c:v>
                </c:pt>
                <c:pt idx="56879">
                  <c:v>56.97</c:v>
                </c:pt>
                <c:pt idx="56880">
                  <c:v>65.989999999999995</c:v>
                </c:pt>
                <c:pt idx="56881">
                  <c:v>64.09</c:v>
                </c:pt>
                <c:pt idx="56882">
                  <c:v>59.98</c:v>
                </c:pt>
                <c:pt idx="56883">
                  <c:v>53.97</c:v>
                </c:pt>
                <c:pt idx="56884">
                  <c:v>135.46</c:v>
                </c:pt>
                <c:pt idx="56885">
                  <c:v>89.95</c:v>
                </c:pt>
                <c:pt idx="56886">
                  <c:v>60.97</c:v>
                </c:pt>
                <c:pt idx="56887">
                  <c:v>83.98</c:v>
                </c:pt>
                <c:pt idx="56888">
                  <c:v>59.98</c:v>
                </c:pt>
                <c:pt idx="56889">
                  <c:v>105.98</c:v>
                </c:pt>
                <c:pt idx="56890">
                  <c:v>50.98</c:v>
                </c:pt>
                <c:pt idx="56891">
                  <c:v>32.49</c:v>
                </c:pt>
                <c:pt idx="56892">
                  <c:v>27.58</c:v>
                </c:pt>
                <c:pt idx="56893">
                  <c:v>79.98</c:v>
                </c:pt>
                <c:pt idx="56894">
                  <c:v>101.96</c:v>
                </c:pt>
                <c:pt idx="56895">
                  <c:v>55.61</c:v>
                </c:pt>
                <c:pt idx="56896">
                  <c:v>47.49</c:v>
                </c:pt>
                <c:pt idx="56897">
                  <c:v>139.94999999999999</c:v>
                </c:pt>
                <c:pt idx="56898">
                  <c:v>66.53</c:v>
                </c:pt>
                <c:pt idx="56899">
                  <c:v>51.99</c:v>
                </c:pt>
                <c:pt idx="56900">
                  <c:v>70.97</c:v>
                </c:pt>
                <c:pt idx="56901">
                  <c:v>65.989999999999995</c:v>
                </c:pt>
                <c:pt idx="56902">
                  <c:v>31.49</c:v>
                </c:pt>
                <c:pt idx="56903">
                  <c:v>125.97</c:v>
                </c:pt>
                <c:pt idx="56904">
                  <c:v>64.97</c:v>
                </c:pt>
                <c:pt idx="56905">
                  <c:v>22.97</c:v>
                </c:pt>
                <c:pt idx="56906">
                  <c:v>40.49</c:v>
                </c:pt>
                <c:pt idx="56907">
                  <c:v>120.56</c:v>
                </c:pt>
                <c:pt idx="56908">
                  <c:v>47.48</c:v>
                </c:pt>
                <c:pt idx="56909">
                  <c:v>111.96</c:v>
                </c:pt>
                <c:pt idx="56910">
                  <c:v>45.49</c:v>
                </c:pt>
                <c:pt idx="56911">
                  <c:v>31.78</c:v>
                </c:pt>
                <c:pt idx="56912">
                  <c:v>191.92</c:v>
                </c:pt>
                <c:pt idx="56913">
                  <c:v>96.79</c:v>
                </c:pt>
                <c:pt idx="56914">
                  <c:v>105.98</c:v>
                </c:pt>
                <c:pt idx="56915">
                  <c:v>78.63</c:v>
                </c:pt>
                <c:pt idx="56916">
                  <c:v>58.98</c:v>
                </c:pt>
                <c:pt idx="56917">
                  <c:v>110.98</c:v>
                </c:pt>
                <c:pt idx="56918">
                  <c:v>145.08000000000001</c:v>
                </c:pt>
                <c:pt idx="56919">
                  <c:v>59.98</c:v>
                </c:pt>
                <c:pt idx="56920">
                  <c:v>65.989999999999995</c:v>
                </c:pt>
                <c:pt idx="56921">
                  <c:v>64.09</c:v>
                </c:pt>
                <c:pt idx="56922">
                  <c:v>103.47</c:v>
                </c:pt>
                <c:pt idx="56923">
                  <c:v>63.96</c:v>
                </c:pt>
                <c:pt idx="56924">
                  <c:v>107.94</c:v>
                </c:pt>
                <c:pt idx="56925">
                  <c:v>31.48</c:v>
                </c:pt>
                <c:pt idx="56926">
                  <c:v>51.98</c:v>
                </c:pt>
                <c:pt idx="56927">
                  <c:v>216.52</c:v>
                </c:pt>
                <c:pt idx="56928">
                  <c:v>47.49</c:v>
                </c:pt>
                <c:pt idx="56929">
                  <c:v>112.96</c:v>
                </c:pt>
                <c:pt idx="56930">
                  <c:v>59.98</c:v>
                </c:pt>
                <c:pt idx="56931">
                  <c:v>53.97</c:v>
                </c:pt>
                <c:pt idx="56932">
                  <c:v>54.98</c:v>
                </c:pt>
                <c:pt idx="56933">
                  <c:v>55.96</c:v>
                </c:pt>
                <c:pt idx="56934">
                  <c:v>118.67</c:v>
                </c:pt>
                <c:pt idx="56935">
                  <c:v>65.989999999999995</c:v>
                </c:pt>
                <c:pt idx="56936">
                  <c:v>39.89</c:v>
                </c:pt>
                <c:pt idx="56937">
                  <c:v>50.69</c:v>
                </c:pt>
                <c:pt idx="56938">
                  <c:v>79.98</c:v>
                </c:pt>
                <c:pt idx="56939">
                  <c:v>67.739999999999995</c:v>
                </c:pt>
                <c:pt idx="56940">
                  <c:v>90.35</c:v>
                </c:pt>
                <c:pt idx="56941">
                  <c:v>83.97</c:v>
                </c:pt>
                <c:pt idx="56942">
                  <c:v>55.98</c:v>
                </c:pt>
                <c:pt idx="56943">
                  <c:v>55.98</c:v>
                </c:pt>
                <c:pt idx="56944">
                  <c:v>20.49</c:v>
                </c:pt>
                <c:pt idx="56945">
                  <c:v>119.97</c:v>
                </c:pt>
                <c:pt idx="56946">
                  <c:v>149.94999999999999</c:v>
                </c:pt>
                <c:pt idx="56947">
                  <c:v>30</c:v>
                </c:pt>
                <c:pt idx="56948">
                  <c:v>29.49</c:v>
                </c:pt>
                <c:pt idx="56949">
                  <c:v>84.98</c:v>
                </c:pt>
                <c:pt idx="56950">
                  <c:v>80.97</c:v>
                </c:pt>
                <c:pt idx="56951">
                  <c:v>17.66</c:v>
                </c:pt>
                <c:pt idx="56952">
                  <c:v>119.96</c:v>
                </c:pt>
                <c:pt idx="56953">
                  <c:v>79.98</c:v>
                </c:pt>
                <c:pt idx="56954">
                  <c:v>51.94</c:v>
                </c:pt>
                <c:pt idx="56955">
                  <c:v>131.97999999999999</c:v>
                </c:pt>
                <c:pt idx="56956">
                  <c:v>59.98</c:v>
                </c:pt>
                <c:pt idx="56957">
                  <c:v>28.48</c:v>
                </c:pt>
                <c:pt idx="56958">
                  <c:v>93.95</c:v>
                </c:pt>
                <c:pt idx="56959">
                  <c:v>55.98</c:v>
                </c:pt>
                <c:pt idx="56960">
                  <c:v>116.1</c:v>
                </c:pt>
                <c:pt idx="56961">
                  <c:v>54.99</c:v>
                </c:pt>
                <c:pt idx="56962">
                  <c:v>59.39</c:v>
                </c:pt>
                <c:pt idx="56963">
                  <c:v>51.96</c:v>
                </c:pt>
                <c:pt idx="56964">
                  <c:v>31.49</c:v>
                </c:pt>
                <c:pt idx="56965">
                  <c:v>36.49</c:v>
                </c:pt>
                <c:pt idx="56966">
                  <c:v>63.98</c:v>
                </c:pt>
                <c:pt idx="56967">
                  <c:v>83.97</c:v>
                </c:pt>
                <c:pt idx="56968">
                  <c:v>53.97</c:v>
                </c:pt>
                <c:pt idx="56969">
                  <c:v>58.98</c:v>
                </c:pt>
                <c:pt idx="56970">
                  <c:v>122.19</c:v>
                </c:pt>
                <c:pt idx="56971">
                  <c:v>69.98</c:v>
                </c:pt>
                <c:pt idx="56972">
                  <c:v>31.48</c:v>
                </c:pt>
                <c:pt idx="56973">
                  <c:v>60.99</c:v>
                </c:pt>
                <c:pt idx="56974">
                  <c:v>84.57</c:v>
                </c:pt>
                <c:pt idx="56975">
                  <c:v>58.97</c:v>
                </c:pt>
                <c:pt idx="56976">
                  <c:v>63.98</c:v>
                </c:pt>
                <c:pt idx="56977">
                  <c:v>65.989999999999995</c:v>
                </c:pt>
                <c:pt idx="56978">
                  <c:v>55.98</c:v>
                </c:pt>
                <c:pt idx="56979">
                  <c:v>14.49</c:v>
                </c:pt>
                <c:pt idx="56980">
                  <c:v>111.96</c:v>
                </c:pt>
                <c:pt idx="56981">
                  <c:v>53.98</c:v>
                </c:pt>
                <c:pt idx="56982">
                  <c:v>56.98</c:v>
                </c:pt>
                <c:pt idx="56983">
                  <c:v>53.98</c:v>
                </c:pt>
                <c:pt idx="56984">
                  <c:v>56.97</c:v>
                </c:pt>
                <c:pt idx="56985">
                  <c:v>269.91000000000003</c:v>
                </c:pt>
                <c:pt idx="56986">
                  <c:v>111.98</c:v>
                </c:pt>
                <c:pt idx="56987">
                  <c:v>51.98</c:v>
                </c:pt>
                <c:pt idx="56988">
                  <c:v>83.98</c:v>
                </c:pt>
                <c:pt idx="56989">
                  <c:v>172.97</c:v>
                </c:pt>
                <c:pt idx="56990">
                  <c:v>77.97</c:v>
                </c:pt>
                <c:pt idx="56991">
                  <c:v>60.99</c:v>
                </c:pt>
                <c:pt idx="56992">
                  <c:v>30.48</c:v>
                </c:pt>
                <c:pt idx="56993">
                  <c:v>48.48</c:v>
                </c:pt>
                <c:pt idx="56994">
                  <c:v>259.89999999999998</c:v>
                </c:pt>
                <c:pt idx="56995">
                  <c:v>69.98</c:v>
                </c:pt>
                <c:pt idx="56996">
                  <c:v>58.66</c:v>
                </c:pt>
                <c:pt idx="56997">
                  <c:v>33.479999999999997</c:v>
                </c:pt>
                <c:pt idx="56998">
                  <c:v>100.97</c:v>
                </c:pt>
                <c:pt idx="56999">
                  <c:v>149.94999999999999</c:v>
                </c:pt>
                <c:pt idx="57000">
                  <c:v>53.98</c:v>
                </c:pt>
                <c:pt idx="57001">
                  <c:v>59.98</c:v>
                </c:pt>
                <c:pt idx="57002">
                  <c:v>19.09</c:v>
                </c:pt>
                <c:pt idx="57003">
                  <c:v>107.01</c:v>
                </c:pt>
                <c:pt idx="57004">
                  <c:v>53.47</c:v>
                </c:pt>
                <c:pt idx="57005">
                  <c:v>129.15</c:v>
                </c:pt>
                <c:pt idx="57006">
                  <c:v>29.08</c:v>
                </c:pt>
                <c:pt idx="57007">
                  <c:v>93.13</c:v>
                </c:pt>
                <c:pt idx="57008">
                  <c:v>95.98</c:v>
                </c:pt>
                <c:pt idx="57009">
                  <c:v>135.41999999999999</c:v>
                </c:pt>
                <c:pt idx="57010">
                  <c:v>31.41</c:v>
                </c:pt>
                <c:pt idx="57011">
                  <c:v>125.34</c:v>
                </c:pt>
                <c:pt idx="57012">
                  <c:v>89.97</c:v>
                </c:pt>
                <c:pt idx="57013">
                  <c:v>167.36</c:v>
                </c:pt>
                <c:pt idx="57014">
                  <c:v>46.29</c:v>
                </c:pt>
                <c:pt idx="57015">
                  <c:v>11.49</c:v>
                </c:pt>
                <c:pt idx="57016">
                  <c:v>-97.99</c:v>
                </c:pt>
                <c:pt idx="57017">
                  <c:v>29.28</c:v>
                </c:pt>
                <c:pt idx="57018">
                  <c:v>65.989999999999995</c:v>
                </c:pt>
                <c:pt idx="57019">
                  <c:v>93.97</c:v>
                </c:pt>
                <c:pt idx="57020">
                  <c:v>59.98</c:v>
                </c:pt>
                <c:pt idx="57021">
                  <c:v>131.97999999999999</c:v>
                </c:pt>
                <c:pt idx="57022">
                  <c:v>165.27</c:v>
                </c:pt>
                <c:pt idx="57023">
                  <c:v>115.97</c:v>
                </c:pt>
                <c:pt idx="57024">
                  <c:v>56.97</c:v>
                </c:pt>
                <c:pt idx="57025">
                  <c:v>59.96</c:v>
                </c:pt>
                <c:pt idx="57026">
                  <c:v>16.489999999999998</c:v>
                </c:pt>
                <c:pt idx="57027">
                  <c:v>33.840000000000003</c:v>
                </c:pt>
                <c:pt idx="57028">
                  <c:v>55.98</c:v>
                </c:pt>
                <c:pt idx="57029">
                  <c:v>87.44</c:v>
                </c:pt>
                <c:pt idx="57030">
                  <c:v>59.98</c:v>
                </c:pt>
                <c:pt idx="57031">
                  <c:v>57.98</c:v>
                </c:pt>
                <c:pt idx="57032">
                  <c:v>71.959999999999994</c:v>
                </c:pt>
                <c:pt idx="57033">
                  <c:v>55.98</c:v>
                </c:pt>
                <c:pt idx="57034">
                  <c:v>83.48</c:v>
                </c:pt>
                <c:pt idx="57035">
                  <c:v>110.97</c:v>
                </c:pt>
                <c:pt idx="57036">
                  <c:v>177.95</c:v>
                </c:pt>
                <c:pt idx="57037">
                  <c:v>135.96</c:v>
                </c:pt>
                <c:pt idx="57038">
                  <c:v>65.989999999999995</c:v>
                </c:pt>
                <c:pt idx="57039">
                  <c:v>139.94999999999999</c:v>
                </c:pt>
                <c:pt idx="57040">
                  <c:v>56.97</c:v>
                </c:pt>
                <c:pt idx="57041">
                  <c:v>91.97</c:v>
                </c:pt>
                <c:pt idx="57042">
                  <c:v>122.96</c:v>
                </c:pt>
                <c:pt idx="57043">
                  <c:v>89.98</c:v>
                </c:pt>
                <c:pt idx="57044">
                  <c:v>51.98</c:v>
                </c:pt>
                <c:pt idx="57045">
                  <c:v>93.95</c:v>
                </c:pt>
                <c:pt idx="57046">
                  <c:v>72.56</c:v>
                </c:pt>
                <c:pt idx="57047">
                  <c:v>126.06</c:v>
                </c:pt>
                <c:pt idx="57048">
                  <c:v>68.48</c:v>
                </c:pt>
                <c:pt idx="57049">
                  <c:v>67.959999999999994</c:v>
                </c:pt>
                <c:pt idx="57050">
                  <c:v>67.739999999999995</c:v>
                </c:pt>
                <c:pt idx="57051">
                  <c:v>59.98</c:v>
                </c:pt>
                <c:pt idx="57052">
                  <c:v>197.97</c:v>
                </c:pt>
                <c:pt idx="57053">
                  <c:v>77.97</c:v>
                </c:pt>
                <c:pt idx="57054">
                  <c:v>77.42</c:v>
                </c:pt>
                <c:pt idx="57055">
                  <c:v>83.97</c:v>
                </c:pt>
                <c:pt idx="57056">
                  <c:v>79.98</c:v>
                </c:pt>
                <c:pt idx="57057">
                  <c:v>259.89999999999998</c:v>
                </c:pt>
                <c:pt idx="57058">
                  <c:v>55.64</c:v>
                </c:pt>
                <c:pt idx="57059">
                  <c:v>83.97</c:v>
                </c:pt>
                <c:pt idx="57060">
                  <c:v>57.98</c:v>
                </c:pt>
                <c:pt idx="57061">
                  <c:v>49.99</c:v>
                </c:pt>
                <c:pt idx="57062">
                  <c:v>113.96</c:v>
                </c:pt>
                <c:pt idx="57063">
                  <c:v>53.98</c:v>
                </c:pt>
                <c:pt idx="57064">
                  <c:v>67.069999999999993</c:v>
                </c:pt>
                <c:pt idx="57065">
                  <c:v>59.98</c:v>
                </c:pt>
                <c:pt idx="57066">
                  <c:v>53.97</c:v>
                </c:pt>
                <c:pt idx="57067">
                  <c:v>32.65</c:v>
                </c:pt>
                <c:pt idx="57068">
                  <c:v>127.94</c:v>
                </c:pt>
                <c:pt idx="57069">
                  <c:v>65.989999999999995</c:v>
                </c:pt>
                <c:pt idx="57070">
                  <c:v>171.94</c:v>
                </c:pt>
                <c:pt idx="57071">
                  <c:v>88.97</c:v>
                </c:pt>
                <c:pt idx="57072">
                  <c:v>59.98</c:v>
                </c:pt>
                <c:pt idx="57073">
                  <c:v>17.489999999999998</c:v>
                </c:pt>
                <c:pt idx="57074">
                  <c:v>56.98</c:v>
                </c:pt>
                <c:pt idx="57075">
                  <c:v>16.28</c:v>
                </c:pt>
                <c:pt idx="57076">
                  <c:v>55.98</c:v>
                </c:pt>
                <c:pt idx="57077">
                  <c:v>55.96</c:v>
                </c:pt>
                <c:pt idx="57078">
                  <c:v>94.34</c:v>
                </c:pt>
                <c:pt idx="57079">
                  <c:v>55.98</c:v>
                </c:pt>
                <c:pt idx="57080">
                  <c:v>131.97999999999999</c:v>
                </c:pt>
                <c:pt idx="57081">
                  <c:v>51.98</c:v>
                </c:pt>
                <c:pt idx="57082">
                  <c:v>36.29</c:v>
                </c:pt>
                <c:pt idx="57083">
                  <c:v>41.49</c:v>
                </c:pt>
                <c:pt idx="57084">
                  <c:v>27.48</c:v>
                </c:pt>
                <c:pt idx="57085">
                  <c:v>93.97</c:v>
                </c:pt>
                <c:pt idx="57086">
                  <c:v>111.96</c:v>
                </c:pt>
                <c:pt idx="57087">
                  <c:v>79.98</c:v>
                </c:pt>
                <c:pt idx="57088">
                  <c:v>44.99</c:v>
                </c:pt>
                <c:pt idx="57089">
                  <c:v>83.97</c:v>
                </c:pt>
                <c:pt idx="57090">
                  <c:v>109.97</c:v>
                </c:pt>
                <c:pt idx="57091">
                  <c:v>79.98</c:v>
                </c:pt>
                <c:pt idx="57092">
                  <c:v>119.96</c:v>
                </c:pt>
                <c:pt idx="57093">
                  <c:v>107.45</c:v>
                </c:pt>
                <c:pt idx="57094">
                  <c:v>65.989999999999995</c:v>
                </c:pt>
                <c:pt idx="57095">
                  <c:v>107.94</c:v>
                </c:pt>
                <c:pt idx="57096">
                  <c:v>84.66</c:v>
                </c:pt>
                <c:pt idx="57097">
                  <c:v>129.94999999999999</c:v>
                </c:pt>
                <c:pt idx="57098">
                  <c:v>65.989999999999995</c:v>
                </c:pt>
                <c:pt idx="57099">
                  <c:v>85.47</c:v>
                </c:pt>
                <c:pt idx="57100">
                  <c:v>109.96</c:v>
                </c:pt>
                <c:pt idx="57101">
                  <c:v>24.18</c:v>
                </c:pt>
                <c:pt idx="57102">
                  <c:v>55.96</c:v>
                </c:pt>
                <c:pt idx="57103">
                  <c:v>11.49</c:v>
                </c:pt>
                <c:pt idx="57104">
                  <c:v>65.989999999999995</c:v>
                </c:pt>
                <c:pt idx="57105">
                  <c:v>47.48</c:v>
                </c:pt>
                <c:pt idx="57106">
                  <c:v>159.69999999999999</c:v>
                </c:pt>
                <c:pt idx="57107">
                  <c:v>14.99</c:v>
                </c:pt>
                <c:pt idx="57108">
                  <c:v>119.27</c:v>
                </c:pt>
                <c:pt idx="57109">
                  <c:v>72.58</c:v>
                </c:pt>
                <c:pt idx="57110">
                  <c:v>55.98</c:v>
                </c:pt>
                <c:pt idx="57111">
                  <c:v>29.29</c:v>
                </c:pt>
                <c:pt idx="57112">
                  <c:v>54.98</c:v>
                </c:pt>
                <c:pt idx="57113">
                  <c:v>89.98</c:v>
                </c:pt>
                <c:pt idx="57114">
                  <c:v>69.98</c:v>
                </c:pt>
                <c:pt idx="57115">
                  <c:v>83.76</c:v>
                </c:pt>
                <c:pt idx="57116">
                  <c:v>49.98</c:v>
                </c:pt>
                <c:pt idx="57117">
                  <c:v>133.96</c:v>
                </c:pt>
                <c:pt idx="57118">
                  <c:v>141.94</c:v>
                </c:pt>
                <c:pt idx="57119">
                  <c:v>111.96</c:v>
                </c:pt>
                <c:pt idx="57120">
                  <c:v>162.93</c:v>
                </c:pt>
                <c:pt idx="57121">
                  <c:v>164.65</c:v>
                </c:pt>
                <c:pt idx="57122">
                  <c:v>81.96</c:v>
                </c:pt>
                <c:pt idx="57123">
                  <c:v>58.98</c:v>
                </c:pt>
                <c:pt idx="57124">
                  <c:v>55.96</c:v>
                </c:pt>
                <c:pt idx="57125">
                  <c:v>269.91000000000003</c:v>
                </c:pt>
                <c:pt idx="57126">
                  <c:v>79.98</c:v>
                </c:pt>
                <c:pt idx="57127">
                  <c:v>49.99</c:v>
                </c:pt>
                <c:pt idx="57128">
                  <c:v>83.48</c:v>
                </c:pt>
                <c:pt idx="57129">
                  <c:v>104.97</c:v>
                </c:pt>
                <c:pt idx="57130">
                  <c:v>89.97</c:v>
                </c:pt>
                <c:pt idx="57131">
                  <c:v>69.27</c:v>
                </c:pt>
                <c:pt idx="57132">
                  <c:v>41.48</c:v>
                </c:pt>
                <c:pt idx="57133">
                  <c:v>65.989999999999995</c:v>
                </c:pt>
                <c:pt idx="57134">
                  <c:v>126.76</c:v>
                </c:pt>
                <c:pt idx="57135">
                  <c:v>79.98</c:v>
                </c:pt>
                <c:pt idx="57136">
                  <c:v>63.96</c:v>
                </c:pt>
                <c:pt idx="57137">
                  <c:v>379.77</c:v>
                </c:pt>
                <c:pt idx="57138">
                  <c:v>117.95</c:v>
                </c:pt>
                <c:pt idx="57139">
                  <c:v>33.29</c:v>
                </c:pt>
                <c:pt idx="57140">
                  <c:v>122.95</c:v>
                </c:pt>
                <c:pt idx="57141">
                  <c:v>120.88</c:v>
                </c:pt>
                <c:pt idx="57142">
                  <c:v>97.82</c:v>
                </c:pt>
                <c:pt idx="57143">
                  <c:v>32.24</c:v>
                </c:pt>
                <c:pt idx="57144">
                  <c:v>131.97999999999999</c:v>
                </c:pt>
                <c:pt idx="57145">
                  <c:v>55.98</c:v>
                </c:pt>
                <c:pt idx="57146">
                  <c:v>86.07</c:v>
                </c:pt>
                <c:pt idx="57147">
                  <c:v>179.94</c:v>
                </c:pt>
                <c:pt idx="57148">
                  <c:v>58.97</c:v>
                </c:pt>
                <c:pt idx="57149">
                  <c:v>41.29</c:v>
                </c:pt>
                <c:pt idx="57150">
                  <c:v>41.49</c:v>
                </c:pt>
                <c:pt idx="57151">
                  <c:v>55.98</c:v>
                </c:pt>
                <c:pt idx="57152">
                  <c:v>95.97</c:v>
                </c:pt>
                <c:pt idx="57153">
                  <c:v>59.98</c:v>
                </c:pt>
                <c:pt idx="57154">
                  <c:v>53.98</c:v>
                </c:pt>
                <c:pt idx="57155">
                  <c:v>47.29</c:v>
                </c:pt>
                <c:pt idx="57156">
                  <c:v>65.989999999999995</c:v>
                </c:pt>
                <c:pt idx="57157">
                  <c:v>31.49</c:v>
                </c:pt>
                <c:pt idx="57158">
                  <c:v>57.97</c:v>
                </c:pt>
                <c:pt idx="57159">
                  <c:v>105.18</c:v>
                </c:pt>
                <c:pt idx="57160">
                  <c:v>93.96</c:v>
                </c:pt>
                <c:pt idx="57161">
                  <c:v>83.97</c:v>
                </c:pt>
                <c:pt idx="57162">
                  <c:v>69.98</c:v>
                </c:pt>
                <c:pt idx="57163">
                  <c:v>215.92</c:v>
                </c:pt>
                <c:pt idx="57164">
                  <c:v>130.63</c:v>
                </c:pt>
                <c:pt idx="57165">
                  <c:v>41.49</c:v>
                </c:pt>
                <c:pt idx="57166">
                  <c:v>55.98</c:v>
                </c:pt>
                <c:pt idx="57167">
                  <c:v>49.59</c:v>
                </c:pt>
                <c:pt idx="57168">
                  <c:v>14.49</c:v>
                </c:pt>
                <c:pt idx="57169">
                  <c:v>47.48</c:v>
                </c:pt>
                <c:pt idx="57170">
                  <c:v>58.98</c:v>
                </c:pt>
                <c:pt idx="57171">
                  <c:v>272.72000000000003</c:v>
                </c:pt>
                <c:pt idx="57172">
                  <c:v>55.98</c:v>
                </c:pt>
                <c:pt idx="57173">
                  <c:v>115.95</c:v>
                </c:pt>
                <c:pt idx="57174">
                  <c:v>38.479999999999997</c:v>
                </c:pt>
                <c:pt idx="57175">
                  <c:v>19.29</c:v>
                </c:pt>
                <c:pt idx="57176">
                  <c:v>62.97</c:v>
                </c:pt>
                <c:pt idx="57177">
                  <c:v>63.98</c:v>
                </c:pt>
                <c:pt idx="57178">
                  <c:v>177.97</c:v>
                </c:pt>
                <c:pt idx="57179">
                  <c:v>159.96</c:v>
                </c:pt>
                <c:pt idx="57180">
                  <c:v>67.97</c:v>
                </c:pt>
                <c:pt idx="57181">
                  <c:v>82.97</c:v>
                </c:pt>
                <c:pt idx="57182">
                  <c:v>33.479999999999997</c:v>
                </c:pt>
                <c:pt idx="57183">
                  <c:v>29.49</c:v>
                </c:pt>
                <c:pt idx="57184">
                  <c:v>30.28</c:v>
                </c:pt>
                <c:pt idx="57185">
                  <c:v>108.48</c:v>
                </c:pt>
                <c:pt idx="57186">
                  <c:v>103.96</c:v>
                </c:pt>
                <c:pt idx="57187">
                  <c:v>59.98</c:v>
                </c:pt>
                <c:pt idx="57188">
                  <c:v>70.14</c:v>
                </c:pt>
                <c:pt idx="57189">
                  <c:v>8.2899999999999991</c:v>
                </c:pt>
                <c:pt idx="57190">
                  <c:v>51.98</c:v>
                </c:pt>
                <c:pt idx="57191">
                  <c:v>64.77</c:v>
                </c:pt>
                <c:pt idx="57192">
                  <c:v>27.48</c:v>
                </c:pt>
                <c:pt idx="57193">
                  <c:v>83.97</c:v>
                </c:pt>
                <c:pt idx="57194">
                  <c:v>52.97</c:v>
                </c:pt>
                <c:pt idx="57195">
                  <c:v>36.29</c:v>
                </c:pt>
                <c:pt idx="57196">
                  <c:v>51.98</c:v>
                </c:pt>
                <c:pt idx="57197">
                  <c:v>83.97</c:v>
                </c:pt>
                <c:pt idx="57198">
                  <c:v>79.98</c:v>
                </c:pt>
                <c:pt idx="57199">
                  <c:v>95.51</c:v>
                </c:pt>
                <c:pt idx="57200">
                  <c:v>55.98</c:v>
                </c:pt>
                <c:pt idx="57201">
                  <c:v>19.309999999999999</c:v>
                </c:pt>
                <c:pt idx="57202">
                  <c:v>47.18</c:v>
                </c:pt>
                <c:pt idx="57203">
                  <c:v>50.97</c:v>
                </c:pt>
                <c:pt idx="57204">
                  <c:v>65.989999999999995</c:v>
                </c:pt>
                <c:pt idx="57205">
                  <c:v>575.01</c:v>
                </c:pt>
                <c:pt idx="57206">
                  <c:v>47.27</c:v>
                </c:pt>
                <c:pt idx="57207">
                  <c:v>56.98</c:v>
                </c:pt>
                <c:pt idx="57208">
                  <c:v>73.98</c:v>
                </c:pt>
                <c:pt idx="57209">
                  <c:v>61.98</c:v>
                </c:pt>
                <c:pt idx="57210">
                  <c:v>195.32</c:v>
                </c:pt>
                <c:pt idx="57211">
                  <c:v>29.49</c:v>
                </c:pt>
                <c:pt idx="57212">
                  <c:v>0</c:v>
                </c:pt>
                <c:pt idx="57213">
                  <c:v>58.96</c:v>
                </c:pt>
                <c:pt idx="57214">
                  <c:v>75.97</c:v>
                </c:pt>
                <c:pt idx="57215">
                  <c:v>72.87</c:v>
                </c:pt>
                <c:pt idx="57216">
                  <c:v>53.98</c:v>
                </c:pt>
                <c:pt idx="57217">
                  <c:v>31.29</c:v>
                </c:pt>
                <c:pt idx="57218">
                  <c:v>69.959999999999994</c:v>
                </c:pt>
                <c:pt idx="57219">
                  <c:v>59.98</c:v>
                </c:pt>
                <c:pt idx="57220">
                  <c:v>55.98</c:v>
                </c:pt>
                <c:pt idx="57221">
                  <c:v>25.37</c:v>
                </c:pt>
                <c:pt idx="57222">
                  <c:v>65.989999999999995</c:v>
                </c:pt>
                <c:pt idx="57223">
                  <c:v>84.98</c:v>
                </c:pt>
                <c:pt idx="57224">
                  <c:v>43.48</c:v>
                </c:pt>
                <c:pt idx="57225">
                  <c:v>31.49</c:v>
                </c:pt>
                <c:pt idx="57226">
                  <c:v>171.94</c:v>
                </c:pt>
                <c:pt idx="57227">
                  <c:v>55.98</c:v>
                </c:pt>
                <c:pt idx="57228">
                  <c:v>119.96</c:v>
                </c:pt>
                <c:pt idx="57229">
                  <c:v>49.99</c:v>
                </c:pt>
                <c:pt idx="57230">
                  <c:v>93.94</c:v>
                </c:pt>
                <c:pt idx="57231">
                  <c:v>63.98</c:v>
                </c:pt>
                <c:pt idx="57232">
                  <c:v>55.98</c:v>
                </c:pt>
                <c:pt idx="57233">
                  <c:v>65.989999999999995</c:v>
                </c:pt>
                <c:pt idx="57234">
                  <c:v>59.98</c:v>
                </c:pt>
                <c:pt idx="57235">
                  <c:v>59.98</c:v>
                </c:pt>
                <c:pt idx="57236">
                  <c:v>43.27</c:v>
                </c:pt>
                <c:pt idx="57237">
                  <c:v>80.47</c:v>
                </c:pt>
                <c:pt idx="57238">
                  <c:v>139.1</c:v>
                </c:pt>
                <c:pt idx="57239">
                  <c:v>47.98</c:v>
                </c:pt>
                <c:pt idx="57240">
                  <c:v>59.98</c:v>
                </c:pt>
                <c:pt idx="57241">
                  <c:v>58.47</c:v>
                </c:pt>
                <c:pt idx="57242">
                  <c:v>139.97</c:v>
                </c:pt>
                <c:pt idx="57243">
                  <c:v>54.98</c:v>
                </c:pt>
                <c:pt idx="57244">
                  <c:v>77.42</c:v>
                </c:pt>
                <c:pt idx="57245">
                  <c:v>26.98</c:v>
                </c:pt>
                <c:pt idx="57246">
                  <c:v>62.99</c:v>
                </c:pt>
                <c:pt idx="57247">
                  <c:v>71.959999999999994</c:v>
                </c:pt>
                <c:pt idx="57248">
                  <c:v>28.49</c:v>
                </c:pt>
                <c:pt idx="57249">
                  <c:v>56.97</c:v>
                </c:pt>
                <c:pt idx="57250">
                  <c:v>223.92</c:v>
                </c:pt>
                <c:pt idx="57251">
                  <c:v>55.98</c:v>
                </c:pt>
                <c:pt idx="57252">
                  <c:v>44.75</c:v>
                </c:pt>
                <c:pt idx="57253">
                  <c:v>106.97</c:v>
                </c:pt>
                <c:pt idx="57254">
                  <c:v>95.56</c:v>
                </c:pt>
                <c:pt idx="57255">
                  <c:v>108.86</c:v>
                </c:pt>
                <c:pt idx="57256">
                  <c:v>47.49</c:v>
                </c:pt>
                <c:pt idx="57257">
                  <c:v>59.99</c:v>
                </c:pt>
                <c:pt idx="57258">
                  <c:v>52.97</c:v>
                </c:pt>
                <c:pt idx="57259">
                  <c:v>49.99</c:v>
                </c:pt>
                <c:pt idx="57260">
                  <c:v>-131.97999999999999</c:v>
                </c:pt>
                <c:pt idx="57261">
                  <c:v>124.06</c:v>
                </c:pt>
                <c:pt idx="57262">
                  <c:v>60.99</c:v>
                </c:pt>
                <c:pt idx="57263">
                  <c:v>43.47</c:v>
                </c:pt>
                <c:pt idx="57264">
                  <c:v>139.94999999999999</c:v>
                </c:pt>
                <c:pt idx="57265">
                  <c:v>56.97</c:v>
                </c:pt>
                <c:pt idx="57266">
                  <c:v>20.55</c:v>
                </c:pt>
                <c:pt idx="57267">
                  <c:v>26.58</c:v>
                </c:pt>
                <c:pt idx="57268">
                  <c:v>87.97</c:v>
                </c:pt>
                <c:pt idx="57269">
                  <c:v>113.95</c:v>
                </c:pt>
                <c:pt idx="57270">
                  <c:v>65.989999999999995</c:v>
                </c:pt>
                <c:pt idx="57271">
                  <c:v>111.96</c:v>
                </c:pt>
                <c:pt idx="57272">
                  <c:v>59.98</c:v>
                </c:pt>
                <c:pt idx="57273">
                  <c:v>89.97</c:v>
                </c:pt>
                <c:pt idx="57274">
                  <c:v>14.99</c:v>
                </c:pt>
                <c:pt idx="57275">
                  <c:v>107.96</c:v>
                </c:pt>
                <c:pt idx="57276">
                  <c:v>79.989999999999995</c:v>
                </c:pt>
                <c:pt idx="57277">
                  <c:v>59.98</c:v>
                </c:pt>
                <c:pt idx="57278">
                  <c:v>35.07</c:v>
                </c:pt>
                <c:pt idx="57279">
                  <c:v>56.65</c:v>
                </c:pt>
                <c:pt idx="57280">
                  <c:v>59.98</c:v>
                </c:pt>
                <c:pt idx="57281">
                  <c:v>84.98</c:v>
                </c:pt>
                <c:pt idx="57282">
                  <c:v>127.92</c:v>
                </c:pt>
                <c:pt idx="57283">
                  <c:v>20.29</c:v>
                </c:pt>
                <c:pt idx="57284">
                  <c:v>55.98</c:v>
                </c:pt>
                <c:pt idx="57285">
                  <c:v>116.62</c:v>
                </c:pt>
                <c:pt idx="57286">
                  <c:v>189.96</c:v>
                </c:pt>
                <c:pt idx="57287">
                  <c:v>53.48</c:v>
                </c:pt>
                <c:pt idx="57288">
                  <c:v>30.38</c:v>
                </c:pt>
                <c:pt idx="57289">
                  <c:v>59.98</c:v>
                </c:pt>
                <c:pt idx="57290">
                  <c:v>62.96</c:v>
                </c:pt>
                <c:pt idx="57291">
                  <c:v>66.58</c:v>
                </c:pt>
                <c:pt idx="57292">
                  <c:v>37.479999999999997</c:v>
                </c:pt>
                <c:pt idx="57293">
                  <c:v>53.98</c:v>
                </c:pt>
                <c:pt idx="57294">
                  <c:v>284.85000000000002</c:v>
                </c:pt>
                <c:pt idx="57295">
                  <c:v>74.95</c:v>
                </c:pt>
                <c:pt idx="57296">
                  <c:v>65.989999999999995</c:v>
                </c:pt>
                <c:pt idx="57297">
                  <c:v>172.98</c:v>
                </c:pt>
                <c:pt idx="57298">
                  <c:v>52.89</c:v>
                </c:pt>
                <c:pt idx="57299">
                  <c:v>90.73</c:v>
                </c:pt>
                <c:pt idx="57300">
                  <c:v>59.98</c:v>
                </c:pt>
                <c:pt idx="57301">
                  <c:v>50.38</c:v>
                </c:pt>
                <c:pt idx="57302">
                  <c:v>116.96</c:v>
                </c:pt>
                <c:pt idx="57303">
                  <c:v>75.97</c:v>
                </c:pt>
                <c:pt idx="57304">
                  <c:v>68.91</c:v>
                </c:pt>
                <c:pt idx="57305">
                  <c:v>99.97</c:v>
                </c:pt>
                <c:pt idx="57306">
                  <c:v>54.98</c:v>
                </c:pt>
                <c:pt idx="57307">
                  <c:v>114.91</c:v>
                </c:pt>
                <c:pt idx="57308">
                  <c:v>13.49</c:v>
                </c:pt>
                <c:pt idx="57309">
                  <c:v>53.97</c:v>
                </c:pt>
                <c:pt idx="57310">
                  <c:v>69.98</c:v>
                </c:pt>
                <c:pt idx="57311">
                  <c:v>16.489999999999998</c:v>
                </c:pt>
                <c:pt idx="57312">
                  <c:v>95.97</c:v>
                </c:pt>
                <c:pt idx="57313">
                  <c:v>74.98</c:v>
                </c:pt>
                <c:pt idx="57314">
                  <c:v>103.96</c:v>
                </c:pt>
                <c:pt idx="57315">
                  <c:v>145.22</c:v>
                </c:pt>
                <c:pt idx="57316">
                  <c:v>59.98</c:v>
                </c:pt>
                <c:pt idx="57317">
                  <c:v>85.97</c:v>
                </c:pt>
                <c:pt idx="57318">
                  <c:v>89.98</c:v>
                </c:pt>
                <c:pt idx="57319">
                  <c:v>84.98</c:v>
                </c:pt>
                <c:pt idx="57320">
                  <c:v>20.49</c:v>
                </c:pt>
                <c:pt idx="57321">
                  <c:v>87.92</c:v>
                </c:pt>
                <c:pt idx="57322">
                  <c:v>97.48</c:v>
                </c:pt>
                <c:pt idx="57323">
                  <c:v>95.98</c:v>
                </c:pt>
                <c:pt idx="57324">
                  <c:v>87.47</c:v>
                </c:pt>
                <c:pt idx="57325">
                  <c:v>65.98</c:v>
                </c:pt>
                <c:pt idx="57326">
                  <c:v>51.98</c:v>
                </c:pt>
                <c:pt idx="57327">
                  <c:v>59.96</c:v>
                </c:pt>
                <c:pt idx="57328">
                  <c:v>150.97</c:v>
                </c:pt>
                <c:pt idx="57329">
                  <c:v>83.48</c:v>
                </c:pt>
                <c:pt idx="57330">
                  <c:v>34.28</c:v>
                </c:pt>
                <c:pt idx="57331">
                  <c:v>51.98</c:v>
                </c:pt>
                <c:pt idx="57332">
                  <c:v>50.98</c:v>
                </c:pt>
                <c:pt idx="57333">
                  <c:v>65.989999999999995</c:v>
                </c:pt>
                <c:pt idx="57334">
                  <c:v>50.95</c:v>
                </c:pt>
                <c:pt idx="57335">
                  <c:v>113.46</c:v>
                </c:pt>
                <c:pt idx="57336">
                  <c:v>95.95</c:v>
                </c:pt>
                <c:pt idx="57337">
                  <c:v>164.96</c:v>
                </c:pt>
                <c:pt idx="57338">
                  <c:v>47.97</c:v>
                </c:pt>
                <c:pt idx="57339">
                  <c:v>69.97</c:v>
                </c:pt>
                <c:pt idx="57340">
                  <c:v>46.49</c:v>
                </c:pt>
                <c:pt idx="57341">
                  <c:v>40.49</c:v>
                </c:pt>
                <c:pt idx="57342">
                  <c:v>103.96</c:v>
                </c:pt>
                <c:pt idx="57343">
                  <c:v>36.479999999999997</c:v>
                </c:pt>
                <c:pt idx="57344">
                  <c:v>39.479999999999997</c:v>
                </c:pt>
                <c:pt idx="57345">
                  <c:v>51.98</c:v>
                </c:pt>
                <c:pt idx="57346">
                  <c:v>17.29</c:v>
                </c:pt>
                <c:pt idx="57347">
                  <c:v>55.98</c:v>
                </c:pt>
                <c:pt idx="57348">
                  <c:v>83.97</c:v>
                </c:pt>
                <c:pt idx="57349">
                  <c:v>122.95</c:v>
                </c:pt>
                <c:pt idx="57350">
                  <c:v>77.97</c:v>
                </c:pt>
                <c:pt idx="57351">
                  <c:v>53.98</c:v>
                </c:pt>
                <c:pt idx="57352">
                  <c:v>25.99</c:v>
                </c:pt>
                <c:pt idx="57353">
                  <c:v>109.96</c:v>
                </c:pt>
                <c:pt idx="57354">
                  <c:v>-20</c:v>
                </c:pt>
                <c:pt idx="57355">
                  <c:v>-39.99</c:v>
                </c:pt>
                <c:pt idx="57356">
                  <c:v>69.319999999999993</c:v>
                </c:pt>
                <c:pt idx="57357">
                  <c:v>131.97999999999999</c:v>
                </c:pt>
                <c:pt idx="57358">
                  <c:v>51.42</c:v>
                </c:pt>
                <c:pt idx="57359">
                  <c:v>84.97</c:v>
                </c:pt>
                <c:pt idx="57360">
                  <c:v>197.97</c:v>
                </c:pt>
                <c:pt idx="57361">
                  <c:v>56.97</c:v>
                </c:pt>
                <c:pt idx="57362">
                  <c:v>57.98</c:v>
                </c:pt>
                <c:pt idx="57363">
                  <c:v>36.49</c:v>
                </c:pt>
                <c:pt idx="57364">
                  <c:v>56.97</c:v>
                </c:pt>
                <c:pt idx="57365">
                  <c:v>84.98</c:v>
                </c:pt>
                <c:pt idx="57366">
                  <c:v>95.96</c:v>
                </c:pt>
                <c:pt idx="57367">
                  <c:v>65.989999999999995</c:v>
                </c:pt>
                <c:pt idx="57368">
                  <c:v>47.39</c:v>
                </c:pt>
                <c:pt idx="57369">
                  <c:v>88.56</c:v>
                </c:pt>
                <c:pt idx="57370">
                  <c:v>41.29</c:v>
                </c:pt>
                <c:pt idx="57371">
                  <c:v>181.45</c:v>
                </c:pt>
                <c:pt idx="57372">
                  <c:v>81.97</c:v>
                </c:pt>
                <c:pt idx="57373">
                  <c:v>65.989999999999995</c:v>
                </c:pt>
                <c:pt idx="57374">
                  <c:v>120.46</c:v>
                </c:pt>
                <c:pt idx="57375">
                  <c:v>79.98</c:v>
                </c:pt>
                <c:pt idx="57376">
                  <c:v>13.27</c:v>
                </c:pt>
                <c:pt idx="57377">
                  <c:v>60.48</c:v>
                </c:pt>
                <c:pt idx="57378">
                  <c:v>137.86000000000001</c:v>
                </c:pt>
                <c:pt idx="57379">
                  <c:v>65.989999999999995</c:v>
                </c:pt>
                <c:pt idx="57380">
                  <c:v>130.97</c:v>
                </c:pt>
                <c:pt idx="57381">
                  <c:v>297.95999999999998</c:v>
                </c:pt>
                <c:pt idx="57382">
                  <c:v>56.47</c:v>
                </c:pt>
                <c:pt idx="57383">
                  <c:v>129.94999999999999</c:v>
                </c:pt>
                <c:pt idx="57384">
                  <c:v>41.28</c:v>
                </c:pt>
                <c:pt idx="57385">
                  <c:v>67.97</c:v>
                </c:pt>
                <c:pt idx="57386">
                  <c:v>51.96</c:v>
                </c:pt>
                <c:pt idx="57387">
                  <c:v>329.95</c:v>
                </c:pt>
                <c:pt idx="57388">
                  <c:v>55.97</c:v>
                </c:pt>
                <c:pt idx="57389">
                  <c:v>41.29</c:v>
                </c:pt>
                <c:pt idx="57390">
                  <c:v>95.96</c:v>
                </c:pt>
                <c:pt idx="57391">
                  <c:v>109.96</c:v>
                </c:pt>
                <c:pt idx="57392">
                  <c:v>59.98</c:v>
                </c:pt>
                <c:pt idx="57393">
                  <c:v>61.97</c:v>
                </c:pt>
                <c:pt idx="57394">
                  <c:v>69.98</c:v>
                </c:pt>
                <c:pt idx="57395">
                  <c:v>57.98</c:v>
                </c:pt>
                <c:pt idx="57396">
                  <c:v>75.930000000000007</c:v>
                </c:pt>
                <c:pt idx="57397">
                  <c:v>63.98</c:v>
                </c:pt>
                <c:pt idx="57398">
                  <c:v>107.96</c:v>
                </c:pt>
                <c:pt idx="57399">
                  <c:v>50.11</c:v>
                </c:pt>
                <c:pt idx="57400">
                  <c:v>55.96</c:v>
                </c:pt>
                <c:pt idx="57401">
                  <c:v>96.47</c:v>
                </c:pt>
                <c:pt idx="57402">
                  <c:v>30.23</c:v>
                </c:pt>
                <c:pt idx="57403">
                  <c:v>68.930000000000007</c:v>
                </c:pt>
                <c:pt idx="57404">
                  <c:v>79.849999999999994</c:v>
                </c:pt>
                <c:pt idx="57405">
                  <c:v>59.98</c:v>
                </c:pt>
                <c:pt idx="57406">
                  <c:v>59.98</c:v>
                </c:pt>
                <c:pt idx="57407">
                  <c:v>139.9</c:v>
                </c:pt>
                <c:pt idx="57408">
                  <c:v>77.97</c:v>
                </c:pt>
                <c:pt idx="57409">
                  <c:v>65.989999999999995</c:v>
                </c:pt>
                <c:pt idx="57410">
                  <c:v>50.28</c:v>
                </c:pt>
                <c:pt idx="57411">
                  <c:v>131.97999999999999</c:v>
                </c:pt>
                <c:pt idx="57412">
                  <c:v>43.48</c:v>
                </c:pt>
                <c:pt idx="57413">
                  <c:v>65.989999999999995</c:v>
                </c:pt>
                <c:pt idx="57414">
                  <c:v>27.99</c:v>
                </c:pt>
                <c:pt idx="57415">
                  <c:v>88.96</c:v>
                </c:pt>
                <c:pt idx="57416">
                  <c:v>16.920000000000002</c:v>
                </c:pt>
                <c:pt idx="57417">
                  <c:v>143.94</c:v>
                </c:pt>
                <c:pt idx="57418">
                  <c:v>95.97</c:v>
                </c:pt>
                <c:pt idx="57419">
                  <c:v>65.989999999999995</c:v>
                </c:pt>
                <c:pt idx="57420">
                  <c:v>90.96</c:v>
                </c:pt>
                <c:pt idx="57421">
                  <c:v>119.96</c:v>
                </c:pt>
                <c:pt idx="57422">
                  <c:v>89.97</c:v>
                </c:pt>
                <c:pt idx="57423">
                  <c:v>131.97999999999999</c:v>
                </c:pt>
                <c:pt idx="57424">
                  <c:v>83.96</c:v>
                </c:pt>
                <c:pt idx="57425">
                  <c:v>78.63</c:v>
                </c:pt>
                <c:pt idx="57426">
                  <c:v>79.849999999999994</c:v>
                </c:pt>
                <c:pt idx="57427">
                  <c:v>147.94999999999999</c:v>
                </c:pt>
                <c:pt idx="57428">
                  <c:v>66.53</c:v>
                </c:pt>
                <c:pt idx="57429">
                  <c:v>94.97</c:v>
                </c:pt>
                <c:pt idx="57430">
                  <c:v>28.29</c:v>
                </c:pt>
                <c:pt idx="57431">
                  <c:v>31.49</c:v>
                </c:pt>
                <c:pt idx="57432">
                  <c:v>395.94</c:v>
                </c:pt>
                <c:pt idx="57433">
                  <c:v>54.98</c:v>
                </c:pt>
                <c:pt idx="57434">
                  <c:v>99.97</c:v>
                </c:pt>
                <c:pt idx="57435">
                  <c:v>50.38</c:v>
                </c:pt>
                <c:pt idx="57436">
                  <c:v>41.29</c:v>
                </c:pt>
                <c:pt idx="57437">
                  <c:v>81.05</c:v>
                </c:pt>
                <c:pt idx="57438">
                  <c:v>56.97</c:v>
                </c:pt>
                <c:pt idx="57439">
                  <c:v>50.95</c:v>
                </c:pt>
                <c:pt idx="57440">
                  <c:v>81.98</c:v>
                </c:pt>
                <c:pt idx="57441">
                  <c:v>31.29</c:v>
                </c:pt>
                <c:pt idx="57442">
                  <c:v>179.46</c:v>
                </c:pt>
                <c:pt idx="57443">
                  <c:v>119.95</c:v>
                </c:pt>
                <c:pt idx="57444">
                  <c:v>48.77</c:v>
                </c:pt>
                <c:pt idx="57445">
                  <c:v>11.49</c:v>
                </c:pt>
                <c:pt idx="57446">
                  <c:v>117.96</c:v>
                </c:pt>
                <c:pt idx="57447">
                  <c:v>79.98</c:v>
                </c:pt>
                <c:pt idx="57448">
                  <c:v>187.97</c:v>
                </c:pt>
                <c:pt idx="57449">
                  <c:v>71.959999999999994</c:v>
                </c:pt>
                <c:pt idx="57450">
                  <c:v>89.97</c:v>
                </c:pt>
                <c:pt idx="57451">
                  <c:v>79.98</c:v>
                </c:pt>
                <c:pt idx="57452">
                  <c:v>59.98</c:v>
                </c:pt>
                <c:pt idx="57453">
                  <c:v>58.48</c:v>
                </c:pt>
                <c:pt idx="57454">
                  <c:v>65.319999999999993</c:v>
                </c:pt>
                <c:pt idx="57455">
                  <c:v>137.96</c:v>
                </c:pt>
                <c:pt idx="57456">
                  <c:v>45.49</c:v>
                </c:pt>
                <c:pt idx="57457">
                  <c:v>33.479999999999997</c:v>
                </c:pt>
                <c:pt idx="57458">
                  <c:v>7.49</c:v>
                </c:pt>
                <c:pt idx="57459">
                  <c:v>84.98</c:v>
                </c:pt>
                <c:pt idx="57460">
                  <c:v>119.97</c:v>
                </c:pt>
                <c:pt idx="57461">
                  <c:v>27.49</c:v>
                </c:pt>
                <c:pt idx="57462">
                  <c:v>119.96</c:v>
                </c:pt>
                <c:pt idx="57463">
                  <c:v>91.97</c:v>
                </c:pt>
                <c:pt idx="57464">
                  <c:v>56.97</c:v>
                </c:pt>
                <c:pt idx="57465">
                  <c:v>151.19999999999999</c:v>
                </c:pt>
                <c:pt idx="57466">
                  <c:v>32.49</c:v>
                </c:pt>
                <c:pt idx="57467">
                  <c:v>9.66</c:v>
                </c:pt>
                <c:pt idx="57468">
                  <c:v>52.46</c:v>
                </c:pt>
                <c:pt idx="57469">
                  <c:v>60.97</c:v>
                </c:pt>
                <c:pt idx="57470">
                  <c:v>78.61</c:v>
                </c:pt>
                <c:pt idx="57471">
                  <c:v>19.47</c:v>
                </c:pt>
                <c:pt idx="57472">
                  <c:v>62.97</c:v>
                </c:pt>
                <c:pt idx="57473">
                  <c:v>53.88</c:v>
                </c:pt>
                <c:pt idx="57474">
                  <c:v>87.97</c:v>
                </c:pt>
                <c:pt idx="57475">
                  <c:v>59.96</c:v>
                </c:pt>
                <c:pt idx="57476">
                  <c:v>51.98</c:v>
                </c:pt>
                <c:pt idx="57477">
                  <c:v>71.97</c:v>
                </c:pt>
                <c:pt idx="57478">
                  <c:v>111.93</c:v>
                </c:pt>
                <c:pt idx="57479">
                  <c:v>59.96</c:v>
                </c:pt>
                <c:pt idx="57480">
                  <c:v>41.49</c:v>
                </c:pt>
                <c:pt idx="57481">
                  <c:v>77.97</c:v>
                </c:pt>
                <c:pt idx="57482">
                  <c:v>84.96</c:v>
                </c:pt>
                <c:pt idx="57483">
                  <c:v>24.18</c:v>
                </c:pt>
                <c:pt idx="57484">
                  <c:v>108.86</c:v>
                </c:pt>
                <c:pt idx="57485">
                  <c:v>50.38</c:v>
                </c:pt>
                <c:pt idx="57486">
                  <c:v>18.48</c:v>
                </c:pt>
                <c:pt idx="57487">
                  <c:v>100.09</c:v>
                </c:pt>
                <c:pt idx="57488">
                  <c:v>59.98</c:v>
                </c:pt>
                <c:pt idx="57489">
                  <c:v>72.58</c:v>
                </c:pt>
                <c:pt idx="57490">
                  <c:v>159.69999999999999</c:v>
                </c:pt>
                <c:pt idx="57491">
                  <c:v>56.97</c:v>
                </c:pt>
                <c:pt idx="57492">
                  <c:v>59.98</c:v>
                </c:pt>
                <c:pt idx="57493">
                  <c:v>30.38</c:v>
                </c:pt>
                <c:pt idx="57494">
                  <c:v>169.94</c:v>
                </c:pt>
                <c:pt idx="57495">
                  <c:v>84.98</c:v>
                </c:pt>
                <c:pt idx="57496">
                  <c:v>110.98</c:v>
                </c:pt>
                <c:pt idx="57497">
                  <c:v>59.98</c:v>
                </c:pt>
                <c:pt idx="57498">
                  <c:v>47.49</c:v>
                </c:pt>
                <c:pt idx="57499">
                  <c:v>79.98</c:v>
                </c:pt>
                <c:pt idx="57500">
                  <c:v>124.97</c:v>
                </c:pt>
                <c:pt idx="57501">
                  <c:v>126.06</c:v>
                </c:pt>
                <c:pt idx="57502">
                  <c:v>55.98</c:v>
                </c:pt>
                <c:pt idx="57503">
                  <c:v>67.97</c:v>
                </c:pt>
                <c:pt idx="57504">
                  <c:v>30.18</c:v>
                </c:pt>
                <c:pt idx="57505">
                  <c:v>41.29</c:v>
                </c:pt>
                <c:pt idx="57506">
                  <c:v>56.97</c:v>
                </c:pt>
                <c:pt idx="57507">
                  <c:v>53.97</c:v>
                </c:pt>
                <c:pt idx="57508">
                  <c:v>178.43</c:v>
                </c:pt>
                <c:pt idx="57509">
                  <c:v>55.48</c:v>
                </c:pt>
                <c:pt idx="57510">
                  <c:v>85.35</c:v>
                </c:pt>
                <c:pt idx="57511">
                  <c:v>157.96</c:v>
                </c:pt>
                <c:pt idx="57512">
                  <c:v>41.49</c:v>
                </c:pt>
                <c:pt idx="57513">
                  <c:v>111.96</c:v>
                </c:pt>
                <c:pt idx="57514">
                  <c:v>131.97999999999999</c:v>
                </c:pt>
                <c:pt idx="57515">
                  <c:v>78.459999999999994</c:v>
                </c:pt>
                <c:pt idx="57516">
                  <c:v>65.989999999999995</c:v>
                </c:pt>
                <c:pt idx="57517">
                  <c:v>102.79</c:v>
                </c:pt>
                <c:pt idx="57518">
                  <c:v>29.93</c:v>
                </c:pt>
                <c:pt idx="57519">
                  <c:v>81.97</c:v>
                </c:pt>
                <c:pt idx="57520">
                  <c:v>197.97</c:v>
                </c:pt>
                <c:pt idx="57521">
                  <c:v>177.25</c:v>
                </c:pt>
                <c:pt idx="57522">
                  <c:v>46.49</c:v>
                </c:pt>
                <c:pt idx="57523">
                  <c:v>129.94999999999999</c:v>
                </c:pt>
                <c:pt idx="57524">
                  <c:v>20.49</c:v>
                </c:pt>
                <c:pt idx="57525">
                  <c:v>107.97</c:v>
                </c:pt>
                <c:pt idx="57526">
                  <c:v>159.96</c:v>
                </c:pt>
                <c:pt idx="57527">
                  <c:v>59.98</c:v>
                </c:pt>
                <c:pt idx="57528">
                  <c:v>78.97</c:v>
                </c:pt>
                <c:pt idx="57529">
                  <c:v>61.48</c:v>
                </c:pt>
                <c:pt idx="57530">
                  <c:v>111.96</c:v>
                </c:pt>
                <c:pt idx="57531">
                  <c:v>155.44999999999999</c:v>
                </c:pt>
                <c:pt idx="57532">
                  <c:v>97.96</c:v>
                </c:pt>
                <c:pt idx="57533">
                  <c:v>35.479999999999997</c:v>
                </c:pt>
                <c:pt idx="57534">
                  <c:v>119.96</c:v>
                </c:pt>
                <c:pt idx="57535">
                  <c:v>62.03</c:v>
                </c:pt>
                <c:pt idx="57536">
                  <c:v>72.58</c:v>
                </c:pt>
                <c:pt idx="57537">
                  <c:v>69.95</c:v>
                </c:pt>
                <c:pt idx="57538">
                  <c:v>94.98</c:v>
                </c:pt>
                <c:pt idx="57539">
                  <c:v>84.98</c:v>
                </c:pt>
                <c:pt idx="57540">
                  <c:v>80.97</c:v>
                </c:pt>
                <c:pt idx="57541">
                  <c:v>77.459999999999994</c:v>
                </c:pt>
                <c:pt idx="57542">
                  <c:v>108.85</c:v>
                </c:pt>
                <c:pt idx="57543">
                  <c:v>210.91</c:v>
                </c:pt>
                <c:pt idx="57544">
                  <c:v>31.28</c:v>
                </c:pt>
                <c:pt idx="57545">
                  <c:v>61.97</c:v>
                </c:pt>
                <c:pt idx="57546">
                  <c:v>207.92</c:v>
                </c:pt>
                <c:pt idx="57547">
                  <c:v>59.98</c:v>
                </c:pt>
                <c:pt idx="57548">
                  <c:v>83.97</c:v>
                </c:pt>
                <c:pt idx="57549">
                  <c:v>27.38</c:v>
                </c:pt>
                <c:pt idx="57550">
                  <c:v>91.97</c:v>
                </c:pt>
                <c:pt idx="57551">
                  <c:v>121.95</c:v>
                </c:pt>
                <c:pt idx="57552">
                  <c:v>79.98</c:v>
                </c:pt>
                <c:pt idx="57553">
                  <c:v>53.98</c:v>
                </c:pt>
                <c:pt idx="57554">
                  <c:v>25.37</c:v>
                </c:pt>
                <c:pt idx="57555">
                  <c:v>51.96</c:v>
                </c:pt>
                <c:pt idx="57556">
                  <c:v>63.96</c:v>
                </c:pt>
                <c:pt idx="57557">
                  <c:v>74.97</c:v>
                </c:pt>
                <c:pt idx="57558">
                  <c:v>197.97</c:v>
                </c:pt>
                <c:pt idx="57559">
                  <c:v>53.98</c:v>
                </c:pt>
                <c:pt idx="57560">
                  <c:v>36.49</c:v>
                </c:pt>
                <c:pt idx="57561">
                  <c:v>51.98</c:v>
                </c:pt>
                <c:pt idx="57562">
                  <c:v>277.95</c:v>
                </c:pt>
                <c:pt idx="57563">
                  <c:v>41.29</c:v>
                </c:pt>
                <c:pt idx="57564">
                  <c:v>79.989999999999995</c:v>
                </c:pt>
                <c:pt idx="57565">
                  <c:v>58.97</c:v>
                </c:pt>
                <c:pt idx="57566">
                  <c:v>108.86</c:v>
                </c:pt>
                <c:pt idx="57567">
                  <c:v>58.98</c:v>
                </c:pt>
                <c:pt idx="57568">
                  <c:v>65.989999999999995</c:v>
                </c:pt>
                <c:pt idx="57569">
                  <c:v>79.98</c:v>
                </c:pt>
                <c:pt idx="57570">
                  <c:v>56.97</c:v>
                </c:pt>
                <c:pt idx="57571">
                  <c:v>86.07</c:v>
                </c:pt>
                <c:pt idx="57572">
                  <c:v>51.27</c:v>
                </c:pt>
                <c:pt idx="57573">
                  <c:v>15.29</c:v>
                </c:pt>
                <c:pt idx="57574">
                  <c:v>18.13</c:v>
                </c:pt>
                <c:pt idx="57575">
                  <c:v>131.97999999999999</c:v>
                </c:pt>
                <c:pt idx="57576">
                  <c:v>82.24</c:v>
                </c:pt>
                <c:pt idx="57577">
                  <c:v>135.97</c:v>
                </c:pt>
                <c:pt idx="57578">
                  <c:v>149.94999999999999</c:v>
                </c:pt>
                <c:pt idx="57579">
                  <c:v>29.49</c:v>
                </c:pt>
                <c:pt idx="57580">
                  <c:v>101.95</c:v>
                </c:pt>
                <c:pt idx="57581">
                  <c:v>100.97</c:v>
                </c:pt>
                <c:pt idx="57582">
                  <c:v>56.97</c:v>
                </c:pt>
                <c:pt idx="57583">
                  <c:v>59.98</c:v>
                </c:pt>
                <c:pt idx="57584">
                  <c:v>69.94</c:v>
                </c:pt>
                <c:pt idx="57585">
                  <c:v>46.29</c:v>
                </c:pt>
                <c:pt idx="57586">
                  <c:v>65.97</c:v>
                </c:pt>
                <c:pt idx="57587">
                  <c:v>53.48</c:v>
                </c:pt>
                <c:pt idx="57588">
                  <c:v>78.97</c:v>
                </c:pt>
                <c:pt idx="57589">
                  <c:v>59.98</c:v>
                </c:pt>
                <c:pt idx="57590">
                  <c:v>103.96</c:v>
                </c:pt>
                <c:pt idx="57591">
                  <c:v>27.48</c:v>
                </c:pt>
                <c:pt idx="57592">
                  <c:v>321.77</c:v>
                </c:pt>
                <c:pt idx="57593">
                  <c:v>30.49</c:v>
                </c:pt>
                <c:pt idx="57594">
                  <c:v>55.61</c:v>
                </c:pt>
                <c:pt idx="57595">
                  <c:v>167.93</c:v>
                </c:pt>
                <c:pt idx="57596">
                  <c:v>67.7</c:v>
                </c:pt>
                <c:pt idx="57597">
                  <c:v>59.98</c:v>
                </c:pt>
                <c:pt idx="57598">
                  <c:v>48.58</c:v>
                </c:pt>
                <c:pt idx="57599">
                  <c:v>72.58</c:v>
                </c:pt>
                <c:pt idx="57600">
                  <c:v>105.15</c:v>
                </c:pt>
                <c:pt idx="57601">
                  <c:v>55.98</c:v>
                </c:pt>
                <c:pt idx="57602">
                  <c:v>56.98</c:v>
                </c:pt>
                <c:pt idx="57603">
                  <c:v>105.98</c:v>
                </c:pt>
                <c:pt idx="57604">
                  <c:v>109.98</c:v>
                </c:pt>
                <c:pt idx="57605">
                  <c:v>19.29</c:v>
                </c:pt>
                <c:pt idx="57606">
                  <c:v>21.29</c:v>
                </c:pt>
                <c:pt idx="57607">
                  <c:v>79.98</c:v>
                </c:pt>
                <c:pt idx="57608">
                  <c:v>31.49</c:v>
                </c:pt>
                <c:pt idx="57609">
                  <c:v>16.29</c:v>
                </c:pt>
                <c:pt idx="57610">
                  <c:v>50.17</c:v>
                </c:pt>
                <c:pt idx="57611">
                  <c:v>79.98</c:v>
                </c:pt>
                <c:pt idx="57612">
                  <c:v>106.96</c:v>
                </c:pt>
                <c:pt idx="57613">
                  <c:v>129.41999999999999</c:v>
                </c:pt>
                <c:pt idx="57614">
                  <c:v>65.989999999999995</c:v>
                </c:pt>
                <c:pt idx="57615">
                  <c:v>99.99</c:v>
                </c:pt>
                <c:pt idx="57616">
                  <c:v>35.74</c:v>
                </c:pt>
                <c:pt idx="57617">
                  <c:v>62.98</c:v>
                </c:pt>
                <c:pt idx="57618">
                  <c:v>55.98</c:v>
                </c:pt>
                <c:pt idx="57619">
                  <c:v>86.07</c:v>
                </c:pt>
                <c:pt idx="57620">
                  <c:v>68.930000000000007</c:v>
                </c:pt>
                <c:pt idx="57621">
                  <c:v>65.989999999999995</c:v>
                </c:pt>
                <c:pt idx="57622">
                  <c:v>65.319999999999993</c:v>
                </c:pt>
                <c:pt idx="57623">
                  <c:v>55.98</c:v>
                </c:pt>
                <c:pt idx="57624">
                  <c:v>66.98</c:v>
                </c:pt>
                <c:pt idx="57625">
                  <c:v>57.98</c:v>
                </c:pt>
                <c:pt idx="57626">
                  <c:v>85.91</c:v>
                </c:pt>
                <c:pt idx="57627">
                  <c:v>27.38</c:v>
                </c:pt>
                <c:pt idx="57628">
                  <c:v>113.47</c:v>
                </c:pt>
                <c:pt idx="57629">
                  <c:v>113.96</c:v>
                </c:pt>
                <c:pt idx="57630">
                  <c:v>71.97</c:v>
                </c:pt>
                <c:pt idx="57631">
                  <c:v>77.459999999999994</c:v>
                </c:pt>
                <c:pt idx="57632">
                  <c:v>89.95</c:v>
                </c:pt>
                <c:pt idx="57633">
                  <c:v>45.49</c:v>
                </c:pt>
                <c:pt idx="57634">
                  <c:v>79.989999999999995</c:v>
                </c:pt>
                <c:pt idx="57635">
                  <c:v>110.98</c:v>
                </c:pt>
                <c:pt idx="57636">
                  <c:v>103.37</c:v>
                </c:pt>
                <c:pt idx="57637">
                  <c:v>77.97</c:v>
                </c:pt>
                <c:pt idx="57638">
                  <c:v>102.21</c:v>
                </c:pt>
                <c:pt idx="57639">
                  <c:v>130.5</c:v>
                </c:pt>
                <c:pt idx="57640">
                  <c:v>48.89</c:v>
                </c:pt>
                <c:pt idx="57641">
                  <c:v>118.78</c:v>
                </c:pt>
                <c:pt idx="57642">
                  <c:v>72.98</c:v>
                </c:pt>
                <c:pt idx="57643">
                  <c:v>59.97</c:v>
                </c:pt>
                <c:pt idx="57644">
                  <c:v>68.48</c:v>
                </c:pt>
                <c:pt idx="57645">
                  <c:v>29.28</c:v>
                </c:pt>
                <c:pt idx="57646">
                  <c:v>56.98</c:v>
                </c:pt>
                <c:pt idx="57647">
                  <c:v>16.29</c:v>
                </c:pt>
                <c:pt idx="57648">
                  <c:v>65.989999999999995</c:v>
                </c:pt>
                <c:pt idx="57649">
                  <c:v>19.489999999999998</c:v>
                </c:pt>
                <c:pt idx="57650">
                  <c:v>55.98</c:v>
                </c:pt>
                <c:pt idx="57651">
                  <c:v>59.99</c:v>
                </c:pt>
                <c:pt idx="57652">
                  <c:v>79.98</c:v>
                </c:pt>
                <c:pt idx="57653">
                  <c:v>51.98</c:v>
                </c:pt>
                <c:pt idx="57654">
                  <c:v>65.989999999999995</c:v>
                </c:pt>
                <c:pt idx="57655">
                  <c:v>84.97</c:v>
                </c:pt>
                <c:pt idx="57656">
                  <c:v>90.96</c:v>
                </c:pt>
                <c:pt idx="57657">
                  <c:v>260.91000000000003</c:v>
                </c:pt>
                <c:pt idx="57658">
                  <c:v>7.59</c:v>
                </c:pt>
                <c:pt idx="57659">
                  <c:v>67.959999999999994</c:v>
                </c:pt>
                <c:pt idx="57660">
                  <c:v>251.91</c:v>
                </c:pt>
                <c:pt idx="57661">
                  <c:v>33.49</c:v>
                </c:pt>
                <c:pt idx="57662">
                  <c:v>111.96</c:v>
                </c:pt>
                <c:pt idx="57663">
                  <c:v>95.97</c:v>
                </c:pt>
                <c:pt idx="57664">
                  <c:v>65.989999999999995</c:v>
                </c:pt>
                <c:pt idx="57665">
                  <c:v>57.98</c:v>
                </c:pt>
                <c:pt idx="57666">
                  <c:v>132.94999999999999</c:v>
                </c:pt>
                <c:pt idx="57667">
                  <c:v>81.05</c:v>
                </c:pt>
                <c:pt idx="57668">
                  <c:v>83.97</c:v>
                </c:pt>
                <c:pt idx="57669">
                  <c:v>99.99</c:v>
                </c:pt>
                <c:pt idx="57670">
                  <c:v>199.95</c:v>
                </c:pt>
                <c:pt idx="57671">
                  <c:v>63.37</c:v>
                </c:pt>
                <c:pt idx="57672">
                  <c:v>56.14</c:v>
                </c:pt>
                <c:pt idx="57673">
                  <c:v>57.98</c:v>
                </c:pt>
                <c:pt idx="57674">
                  <c:v>155.44999999999999</c:v>
                </c:pt>
                <c:pt idx="57675">
                  <c:v>127.95</c:v>
                </c:pt>
                <c:pt idx="57676">
                  <c:v>127.01</c:v>
                </c:pt>
                <c:pt idx="57677">
                  <c:v>8.49</c:v>
                </c:pt>
                <c:pt idx="57678">
                  <c:v>15.49</c:v>
                </c:pt>
                <c:pt idx="57679">
                  <c:v>21.49</c:v>
                </c:pt>
                <c:pt idx="57680">
                  <c:v>20.99</c:v>
                </c:pt>
                <c:pt idx="57681">
                  <c:v>131.97999999999999</c:v>
                </c:pt>
                <c:pt idx="57682">
                  <c:v>26.49</c:v>
                </c:pt>
                <c:pt idx="57683">
                  <c:v>131.97999999999999</c:v>
                </c:pt>
                <c:pt idx="57684">
                  <c:v>65.989999999999995</c:v>
                </c:pt>
                <c:pt idx="57685">
                  <c:v>63.97</c:v>
                </c:pt>
                <c:pt idx="57686">
                  <c:v>14.24</c:v>
                </c:pt>
                <c:pt idx="57687">
                  <c:v>71.959999999999994</c:v>
                </c:pt>
                <c:pt idx="57688">
                  <c:v>71.959999999999994</c:v>
                </c:pt>
                <c:pt idx="57689">
                  <c:v>74.95</c:v>
                </c:pt>
                <c:pt idx="57690">
                  <c:v>187.97</c:v>
                </c:pt>
                <c:pt idx="57691">
                  <c:v>57.97</c:v>
                </c:pt>
                <c:pt idx="57692">
                  <c:v>50.98</c:v>
                </c:pt>
                <c:pt idx="57693">
                  <c:v>119.97</c:v>
                </c:pt>
                <c:pt idx="57694">
                  <c:v>69.989999999999995</c:v>
                </c:pt>
                <c:pt idx="57695">
                  <c:v>133.56</c:v>
                </c:pt>
                <c:pt idx="57696">
                  <c:v>97.97</c:v>
                </c:pt>
                <c:pt idx="57697">
                  <c:v>59.96</c:v>
                </c:pt>
                <c:pt idx="57698">
                  <c:v>54.88</c:v>
                </c:pt>
                <c:pt idx="57699">
                  <c:v>72.8</c:v>
                </c:pt>
                <c:pt idx="57700">
                  <c:v>54.98</c:v>
                </c:pt>
                <c:pt idx="57701">
                  <c:v>128.24</c:v>
                </c:pt>
                <c:pt idx="57702">
                  <c:v>64.95</c:v>
                </c:pt>
                <c:pt idx="57703">
                  <c:v>7.29</c:v>
                </c:pt>
                <c:pt idx="57704">
                  <c:v>167.94</c:v>
                </c:pt>
                <c:pt idx="57705">
                  <c:v>51.98</c:v>
                </c:pt>
                <c:pt idx="57706">
                  <c:v>69.97</c:v>
                </c:pt>
                <c:pt idx="57707">
                  <c:v>30</c:v>
                </c:pt>
                <c:pt idx="57708">
                  <c:v>30.98</c:v>
                </c:pt>
                <c:pt idx="57709">
                  <c:v>223.94</c:v>
                </c:pt>
                <c:pt idx="57710">
                  <c:v>53.96</c:v>
                </c:pt>
                <c:pt idx="57711">
                  <c:v>60.99</c:v>
                </c:pt>
                <c:pt idx="57712">
                  <c:v>52.47</c:v>
                </c:pt>
                <c:pt idx="57713">
                  <c:v>255.9</c:v>
                </c:pt>
                <c:pt idx="57714">
                  <c:v>57.23</c:v>
                </c:pt>
                <c:pt idx="57715">
                  <c:v>45.49</c:v>
                </c:pt>
                <c:pt idx="57716">
                  <c:v>315.48</c:v>
                </c:pt>
                <c:pt idx="57717">
                  <c:v>129.43</c:v>
                </c:pt>
                <c:pt idx="57718">
                  <c:v>33.159999999999997</c:v>
                </c:pt>
                <c:pt idx="57719">
                  <c:v>23.48</c:v>
                </c:pt>
                <c:pt idx="57720">
                  <c:v>135.47</c:v>
                </c:pt>
                <c:pt idx="57721">
                  <c:v>50.98</c:v>
                </c:pt>
                <c:pt idx="57722">
                  <c:v>106.94</c:v>
                </c:pt>
                <c:pt idx="57723">
                  <c:v>86.32</c:v>
                </c:pt>
                <c:pt idx="57724">
                  <c:v>59.99</c:v>
                </c:pt>
                <c:pt idx="57725">
                  <c:v>48.98</c:v>
                </c:pt>
                <c:pt idx="57726">
                  <c:v>79.98</c:v>
                </c:pt>
                <c:pt idx="57727">
                  <c:v>103.96</c:v>
                </c:pt>
                <c:pt idx="57728">
                  <c:v>57.98</c:v>
                </c:pt>
                <c:pt idx="57729">
                  <c:v>-31.28</c:v>
                </c:pt>
                <c:pt idx="57730">
                  <c:v>52.97</c:v>
                </c:pt>
                <c:pt idx="57731">
                  <c:v>32.880000000000003</c:v>
                </c:pt>
                <c:pt idx="57732">
                  <c:v>53.98</c:v>
                </c:pt>
                <c:pt idx="57733">
                  <c:v>71.37</c:v>
                </c:pt>
                <c:pt idx="57734">
                  <c:v>121.93</c:v>
                </c:pt>
                <c:pt idx="57735">
                  <c:v>79.98</c:v>
                </c:pt>
                <c:pt idx="57736">
                  <c:v>31.28</c:v>
                </c:pt>
                <c:pt idx="57737">
                  <c:v>67.489999999999995</c:v>
                </c:pt>
                <c:pt idx="57738">
                  <c:v>28.49</c:v>
                </c:pt>
                <c:pt idx="57739">
                  <c:v>43.46</c:v>
                </c:pt>
                <c:pt idx="57740">
                  <c:v>53.98</c:v>
                </c:pt>
                <c:pt idx="57741">
                  <c:v>166.05</c:v>
                </c:pt>
                <c:pt idx="57742">
                  <c:v>29.49</c:v>
                </c:pt>
                <c:pt idx="57743">
                  <c:v>74.680000000000007</c:v>
                </c:pt>
                <c:pt idx="57744">
                  <c:v>51.98</c:v>
                </c:pt>
                <c:pt idx="57745">
                  <c:v>180.94</c:v>
                </c:pt>
                <c:pt idx="57746">
                  <c:v>69.97</c:v>
                </c:pt>
                <c:pt idx="57747">
                  <c:v>84.96</c:v>
                </c:pt>
                <c:pt idx="57748">
                  <c:v>65.459999999999994</c:v>
                </c:pt>
                <c:pt idx="57749">
                  <c:v>59.98</c:v>
                </c:pt>
                <c:pt idx="57750">
                  <c:v>59.98</c:v>
                </c:pt>
                <c:pt idx="57751">
                  <c:v>20.29</c:v>
                </c:pt>
                <c:pt idx="57752">
                  <c:v>119.96</c:v>
                </c:pt>
                <c:pt idx="57753">
                  <c:v>105.98</c:v>
                </c:pt>
                <c:pt idx="57754">
                  <c:v>-226.92</c:v>
                </c:pt>
                <c:pt idx="57755">
                  <c:v>83.98</c:v>
                </c:pt>
                <c:pt idx="57756">
                  <c:v>36.47</c:v>
                </c:pt>
                <c:pt idx="57757">
                  <c:v>131.97999999999999</c:v>
                </c:pt>
                <c:pt idx="57758">
                  <c:v>65.959999999999994</c:v>
                </c:pt>
                <c:pt idx="57759">
                  <c:v>85.97</c:v>
                </c:pt>
                <c:pt idx="57760">
                  <c:v>48.84</c:v>
                </c:pt>
                <c:pt idx="57761">
                  <c:v>86.37</c:v>
                </c:pt>
                <c:pt idx="57762">
                  <c:v>125.97</c:v>
                </c:pt>
                <c:pt idx="57763">
                  <c:v>83.97</c:v>
                </c:pt>
                <c:pt idx="57764">
                  <c:v>50.98</c:v>
                </c:pt>
                <c:pt idx="57765">
                  <c:v>79.98</c:v>
                </c:pt>
                <c:pt idx="57766">
                  <c:v>41.28</c:v>
                </c:pt>
                <c:pt idx="57767">
                  <c:v>28.03</c:v>
                </c:pt>
                <c:pt idx="57768">
                  <c:v>146.93</c:v>
                </c:pt>
                <c:pt idx="57769">
                  <c:v>84.97</c:v>
                </c:pt>
                <c:pt idx="57770">
                  <c:v>16.22</c:v>
                </c:pt>
                <c:pt idx="57771">
                  <c:v>87.97</c:v>
                </c:pt>
                <c:pt idx="57772">
                  <c:v>79.989999999999995</c:v>
                </c:pt>
                <c:pt idx="57773">
                  <c:v>70.14</c:v>
                </c:pt>
                <c:pt idx="57774">
                  <c:v>69.959999999999994</c:v>
                </c:pt>
                <c:pt idx="57775">
                  <c:v>59.98</c:v>
                </c:pt>
                <c:pt idx="57776">
                  <c:v>87.96</c:v>
                </c:pt>
                <c:pt idx="57777">
                  <c:v>377.39</c:v>
                </c:pt>
                <c:pt idx="57778">
                  <c:v>49.27</c:v>
                </c:pt>
                <c:pt idx="57779">
                  <c:v>121.93</c:v>
                </c:pt>
                <c:pt idx="57780">
                  <c:v>34.28</c:v>
                </c:pt>
                <c:pt idx="57781">
                  <c:v>103.96</c:v>
                </c:pt>
                <c:pt idx="57782">
                  <c:v>59.97</c:v>
                </c:pt>
                <c:pt idx="57783">
                  <c:v>28.49</c:v>
                </c:pt>
                <c:pt idx="57784">
                  <c:v>54.38</c:v>
                </c:pt>
                <c:pt idx="57785">
                  <c:v>103.96</c:v>
                </c:pt>
                <c:pt idx="57786">
                  <c:v>138.11000000000001</c:v>
                </c:pt>
                <c:pt idx="57787">
                  <c:v>63.98</c:v>
                </c:pt>
                <c:pt idx="57788">
                  <c:v>20.49</c:v>
                </c:pt>
                <c:pt idx="57789">
                  <c:v>43.48</c:v>
                </c:pt>
                <c:pt idx="57790">
                  <c:v>59.96</c:v>
                </c:pt>
                <c:pt idx="57791">
                  <c:v>51.98</c:v>
                </c:pt>
                <c:pt idx="57792">
                  <c:v>83.97</c:v>
                </c:pt>
                <c:pt idx="57793">
                  <c:v>87.1</c:v>
                </c:pt>
                <c:pt idx="57794">
                  <c:v>62.97</c:v>
                </c:pt>
                <c:pt idx="57795">
                  <c:v>41.29</c:v>
                </c:pt>
                <c:pt idx="57796">
                  <c:v>79.98</c:v>
                </c:pt>
                <c:pt idx="57797">
                  <c:v>57.98</c:v>
                </c:pt>
                <c:pt idx="57798">
                  <c:v>36.79</c:v>
                </c:pt>
                <c:pt idx="57799">
                  <c:v>16.22</c:v>
                </c:pt>
                <c:pt idx="57800">
                  <c:v>86.06</c:v>
                </c:pt>
                <c:pt idx="57801">
                  <c:v>13.28</c:v>
                </c:pt>
                <c:pt idx="57802">
                  <c:v>31.29</c:v>
                </c:pt>
                <c:pt idx="57803">
                  <c:v>10.49</c:v>
                </c:pt>
                <c:pt idx="57804">
                  <c:v>50.38</c:v>
                </c:pt>
                <c:pt idx="57805">
                  <c:v>39.79</c:v>
                </c:pt>
                <c:pt idx="57806">
                  <c:v>59.97</c:v>
                </c:pt>
                <c:pt idx="57807">
                  <c:v>56.97</c:v>
                </c:pt>
                <c:pt idx="57808">
                  <c:v>311.7</c:v>
                </c:pt>
                <c:pt idx="57809">
                  <c:v>34.479999999999997</c:v>
                </c:pt>
                <c:pt idx="57810">
                  <c:v>65.989999999999995</c:v>
                </c:pt>
                <c:pt idx="57811">
                  <c:v>46.49</c:v>
                </c:pt>
                <c:pt idx="57812">
                  <c:v>71.37</c:v>
                </c:pt>
                <c:pt idx="57813">
                  <c:v>51.98</c:v>
                </c:pt>
                <c:pt idx="57814">
                  <c:v>111.96</c:v>
                </c:pt>
                <c:pt idx="57815">
                  <c:v>75.98</c:v>
                </c:pt>
                <c:pt idx="57816">
                  <c:v>59.96</c:v>
                </c:pt>
                <c:pt idx="57817">
                  <c:v>8.9600000000000009</c:v>
                </c:pt>
                <c:pt idx="57818">
                  <c:v>81.45</c:v>
                </c:pt>
                <c:pt idx="57819">
                  <c:v>69.97</c:v>
                </c:pt>
                <c:pt idx="57820">
                  <c:v>59.96</c:v>
                </c:pt>
                <c:pt idx="57821">
                  <c:v>139.94999999999999</c:v>
                </c:pt>
                <c:pt idx="57822">
                  <c:v>143.05000000000001</c:v>
                </c:pt>
                <c:pt idx="57823">
                  <c:v>49.99</c:v>
                </c:pt>
                <c:pt idx="57824">
                  <c:v>65.989999999999995</c:v>
                </c:pt>
                <c:pt idx="57825">
                  <c:v>31.28</c:v>
                </c:pt>
                <c:pt idx="57826">
                  <c:v>90.69</c:v>
                </c:pt>
                <c:pt idx="57827">
                  <c:v>40.49</c:v>
                </c:pt>
                <c:pt idx="57828">
                  <c:v>55.98</c:v>
                </c:pt>
                <c:pt idx="57829">
                  <c:v>55.98</c:v>
                </c:pt>
                <c:pt idx="57830">
                  <c:v>30.78</c:v>
                </c:pt>
                <c:pt idx="57831">
                  <c:v>102.83</c:v>
                </c:pt>
                <c:pt idx="57832">
                  <c:v>67.97</c:v>
                </c:pt>
                <c:pt idx="57833">
                  <c:v>26.29</c:v>
                </c:pt>
                <c:pt idx="57834">
                  <c:v>82.79</c:v>
                </c:pt>
                <c:pt idx="57835">
                  <c:v>65.989999999999995</c:v>
                </c:pt>
                <c:pt idx="57836">
                  <c:v>51.98</c:v>
                </c:pt>
                <c:pt idx="57837">
                  <c:v>55.98</c:v>
                </c:pt>
                <c:pt idx="57838">
                  <c:v>59.99</c:v>
                </c:pt>
                <c:pt idx="57839">
                  <c:v>79.98</c:v>
                </c:pt>
                <c:pt idx="57840">
                  <c:v>85.48</c:v>
                </c:pt>
                <c:pt idx="57841">
                  <c:v>77.42</c:v>
                </c:pt>
                <c:pt idx="57842">
                  <c:v>79.98</c:v>
                </c:pt>
                <c:pt idx="57843">
                  <c:v>77.97</c:v>
                </c:pt>
                <c:pt idx="57844">
                  <c:v>46.49</c:v>
                </c:pt>
                <c:pt idx="57845">
                  <c:v>71.040000000000006</c:v>
                </c:pt>
                <c:pt idx="57846">
                  <c:v>130.96</c:v>
                </c:pt>
                <c:pt idx="57847">
                  <c:v>55.98</c:v>
                </c:pt>
                <c:pt idx="57848">
                  <c:v>84.96</c:v>
                </c:pt>
                <c:pt idx="57849">
                  <c:v>65.67</c:v>
                </c:pt>
                <c:pt idx="57850">
                  <c:v>51.98</c:v>
                </c:pt>
                <c:pt idx="57851">
                  <c:v>89.97</c:v>
                </c:pt>
                <c:pt idx="57852">
                  <c:v>124.96</c:v>
                </c:pt>
                <c:pt idx="57853">
                  <c:v>51.98</c:v>
                </c:pt>
                <c:pt idx="57854">
                  <c:v>125.98</c:v>
                </c:pt>
                <c:pt idx="57855">
                  <c:v>102.83</c:v>
                </c:pt>
                <c:pt idx="57856">
                  <c:v>51.98</c:v>
                </c:pt>
                <c:pt idx="57857">
                  <c:v>90.73</c:v>
                </c:pt>
                <c:pt idx="57858">
                  <c:v>55.98</c:v>
                </c:pt>
                <c:pt idx="57859">
                  <c:v>263.95999999999998</c:v>
                </c:pt>
                <c:pt idx="57860">
                  <c:v>83.97</c:v>
                </c:pt>
                <c:pt idx="57861">
                  <c:v>99.99</c:v>
                </c:pt>
                <c:pt idx="57862">
                  <c:v>110.97</c:v>
                </c:pt>
                <c:pt idx="57863">
                  <c:v>57.98</c:v>
                </c:pt>
                <c:pt idx="57864">
                  <c:v>119.97</c:v>
                </c:pt>
                <c:pt idx="57865">
                  <c:v>78.02</c:v>
                </c:pt>
                <c:pt idx="57866">
                  <c:v>59.96</c:v>
                </c:pt>
                <c:pt idx="57867">
                  <c:v>151.96</c:v>
                </c:pt>
                <c:pt idx="57868">
                  <c:v>57.98</c:v>
                </c:pt>
                <c:pt idx="57869">
                  <c:v>28.49</c:v>
                </c:pt>
                <c:pt idx="57870">
                  <c:v>84.98</c:v>
                </c:pt>
                <c:pt idx="57871">
                  <c:v>65.989999999999995</c:v>
                </c:pt>
                <c:pt idx="57872">
                  <c:v>21.29</c:v>
                </c:pt>
                <c:pt idx="57873">
                  <c:v>105.23</c:v>
                </c:pt>
                <c:pt idx="57874">
                  <c:v>52.97</c:v>
                </c:pt>
                <c:pt idx="57875">
                  <c:v>115.71</c:v>
                </c:pt>
                <c:pt idx="57876">
                  <c:v>93.96</c:v>
                </c:pt>
                <c:pt idx="57877">
                  <c:v>49.98</c:v>
                </c:pt>
                <c:pt idx="57878">
                  <c:v>137.30000000000001</c:v>
                </c:pt>
                <c:pt idx="57879">
                  <c:v>87.98</c:v>
                </c:pt>
                <c:pt idx="57880">
                  <c:v>27.39</c:v>
                </c:pt>
                <c:pt idx="57881">
                  <c:v>108.83</c:v>
                </c:pt>
                <c:pt idx="57882">
                  <c:v>22.49</c:v>
                </c:pt>
                <c:pt idx="57883">
                  <c:v>89.97</c:v>
                </c:pt>
                <c:pt idx="57884">
                  <c:v>128.6</c:v>
                </c:pt>
                <c:pt idx="57885">
                  <c:v>186.97</c:v>
                </c:pt>
                <c:pt idx="57886">
                  <c:v>49.99</c:v>
                </c:pt>
                <c:pt idx="57887">
                  <c:v>59.99</c:v>
                </c:pt>
                <c:pt idx="57888">
                  <c:v>107.94</c:v>
                </c:pt>
                <c:pt idx="57889">
                  <c:v>49.98</c:v>
                </c:pt>
                <c:pt idx="57890">
                  <c:v>55.98</c:v>
                </c:pt>
                <c:pt idx="57891">
                  <c:v>89.98</c:v>
                </c:pt>
                <c:pt idx="57892">
                  <c:v>0</c:v>
                </c:pt>
                <c:pt idx="57893">
                  <c:v>58.98</c:v>
                </c:pt>
                <c:pt idx="57894">
                  <c:v>89.97</c:v>
                </c:pt>
                <c:pt idx="57895">
                  <c:v>139.94999999999999</c:v>
                </c:pt>
                <c:pt idx="57896">
                  <c:v>87.26</c:v>
                </c:pt>
                <c:pt idx="57897">
                  <c:v>84.34</c:v>
                </c:pt>
                <c:pt idx="57898">
                  <c:v>65.959999999999994</c:v>
                </c:pt>
                <c:pt idx="57899">
                  <c:v>53.97</c:v>
                </c:pt>
                <c:pt idx="57900">
                  <c:v>83.97</c:v>
                </c:pt>
                <c:pt idx="57901">
                  <c:v>78.97</c:v>
                </c:pt>
                <c:pt idx="57902">
                  <c:v>165.92</c:v>
                </c:pt>
                <c:pt idx="57903">
                  <c:v>58.98</c:v>
                </c:pt>
                <c:pt idx="57904">
                  <c:v>49.15</c:v>
                </c:pt>
                <c:pt idx="57905">
                  <c:v>46.29</c:v>
                </c:pt>
                <c:pt idx="57906">
                  <c:v>60.99</c:v>
                </c:pt>
                <c:pt idx="57907">
                  <c:v>59.99</c:v>
                </c:pt>
                <c:pt idx="57908">
                  <c:v>69.989999999999995</c:v>
                </c:pt>
                <c:pt idx="57909">
                  <c:v>50.38</c:v>
                </c:pt>
                <c:pt idx="57910">
                  <c:v>46.49</c:v>
                </c:pt>
                <c:pt idx="57911">
                  <c:v>119.97</c:v>
                </c:pt>
                <c:pt idx="57912">
                  <c:v>79.98</c:v>
                </c:pt>
                <c:pt idx="57913">
                  <c:v>40.49</c:v>
                </c:pt>
                <c:pt idx="57914">
                  <c:v>65.989999999999995</c:v>
                </c:pt>
                <c:pt idx="57915">
                  <c:v>65.989999999999995</c:v>
                </c:pt>
                <c:pt idx="57916">
                  <c:v>100.96</c:v>
                </c:pt>
                <c:pt idx="57917">
                  <c:v>51.98</c:v>
                </c:pt>
                <c:pt idx="57918">
                  <c:v>79.98</c:v>
                </c:pt>
                <c:pt idx="57919">
                  <c:v>87.87</c:v>
                </c:pt>
                <c:pt idx="57920">
                  <c:v>48.89</c:v>
                </c:pt>
                <c:pt idx="57921">
                  <c:v>48.89</c:v>
                </c:pt>
                <c:pt idx="57922">
                  <c:v>92.98</c:v>
                </c:pt>
                <c:pt idx="57923">
                  <c:v>149.99</c:v>
                </c:pt>
                <c:pt idx="57924">
                  <c:v>117.96</c:v>
                </c:pt>
                <c:pt idx="57925">
                  <c:v>18.489999999999998</c:v>
                </c:pt>
                <c:pt idx="57926">
                  <c:v>79.849999999999994</c:v>
                </c:pt>
                <c:pt idx="57927">
                  <c:v>78.260000000000005</c:v>
                </c:pt>
                <c:pt idx="57928">
                  <c:v>65.87</c:v>
                </c:pt>
                <c:pt idx="57929">
                  <c:v>52.98</c:v>
                </c:pt>
                <c:pt idx="57930">
                  <c:v>48.58</c:v>
                </c:pt>
                <c:pt idx="57931">
                  <c:v>77.97</c:v>
                </c:pt>
                <c:pt idx="57932">
                  <c:v>79.98</c:v>
                </c:pt>
                <c:pt idx="57933">
                  <c:v>72.959999999999994</c:v>
                </c:pt>
                <c:pt idx="57934">
                  <c:v>115.4</c:v>
                </c:pt>
                <c:pt idx="57935">
                  <c:v>13.49</c:v>
                </c:pt>
                <c:pt idx="57936">
                  <c:v>99.96</c:v>
                </c:pt>
                <c:pt idx="57937">
                  <c:v>73.98</c:v>
                </c:pt>
                <c:pt idx="57938">
                  <c:v>79.98</c:v>
                </c:pt>
                <c:pt idx="57939">
                  <c:v>55.96</c:v>
                </c:pt>
                <c:pt idx="57940">
                  <c:v>51.98</c:v>
                </c:pt>
                <c:pt idx="57941">
                  <c:v>34.369999999999997</c:v>
                </c:pt>
                <c:pt idx="57942">
                  <c:v>115.95</c:v>
                </c:pt>
                <c:pt idx="57943">
                  <c:v>104.95</c:v>
                </c:pt>
                <c:pt idx="57944">
                  <c:v>53.98</c:v>
                </c:pt>
                <c:pt idx="57945">
                  <c:v>95.47</c:v>
                </c:pt>
                <c:pt idx="57946">
                  <c:v>55.96</c:v>
                </c:pt>
                <c:pt idx="57947">
                  <c:v>119.97</c:v>
                </c:pt>
                <c:pt idx="57948">
                  <c:v>94.98</c:v>
                </c:pt>
                <c:pt idx="57949">
                  <c:v>30.49</c:v>
                </c:pt>
                <c:pt idx="57950">
                  <c:v>869.7</c:v>
                </c:pt>
                <c:pt idx="57951">
                  <c:v>45.48</c:v>
                </c:pt>
                <c:pt idx="57952">
                  <c:v>187.45</c:v>
                </c:pt>
                <c:pt idx="57953">
                  <c:v>133.05000000000001</c:v>
                </c:pt>
                <c:pt idx="57954">
                  <c:v>53.97</c:v>
                </c:pt>
                <c:pt idx="57955">
                  <c:v>59.98</c:v>
                </c:pt>
                <c:pt idx="57956">
                  <c:v>18.64</c:v>
                </c:pt>
                <c:pt idx="57957">
                  <c:v>65.989999999999995</c:v>
                </c:pt>
                <c:pt idx="57958">
                  <c:v>58.76</c:v>
                </c:pt>
                <c:pt idx="57959">
                  <c:v>65.27</c:v>
                </c:pt>
                <c:pt idx="57960">
                  <c:v>227.45</c:v>
                </c:pt>
                <c:pt idx="57961">
                  <c:v>131.97999999999999</c:v>
                </c:pt>
                <c:pt idx="57962">
                  <c:v>191.95</c:v>
                </c:pt>
                <c:pt idx="57963">
                  <c:v>21.29</c:v>
                </c:pt>
                <c:pt idx="57964">
                  <c:v>76.73</c:v>
                </c:pt>
                <c:pt idx="57965">
                  <c:v>32.89</c:v>
                </c:pt>
                <c:pt idx="57966">
                  <c:v>58.98</c:v>
                </c:pt>
                <c:pt idx="57967">
                  <c:v>51.98</c:v>
                </c:pt>
                <c:pt idx="57968">
                  <c:v>19.489999999999998</c:v>
                </c:pt>
                <c:pt idx="57969">
                  <c:v>79.98</c:v>
                </c:pt>
                <c:pt idx="57970">
                  <c:v>54.99</c:v>
                </c:pt>
                <c:pt idx="57971">
                  <c:v>71.069999999999993</c:v>
                </c:pt>
                <c:pt idx="57972">
                  <c:v>99.96</c:v>
                </c:pt>
                <c:pt idx="57973">
                  <c:v>36.79</c:v>
                </c:pt>
                <c:pt idx="57974">
                  <c:v>30.29</c:v>
                </c:pt>
                <c:pt idx="57975">
                  <c:v>54.98</c:v>
                </c:pt>
                <c:pt idx="57976">
                  <c:v>63.96</c:v>
                </c:pt>
                <c:pt idx="57977">
                  <c:v>109.97</c:v>
                </c:pt>
                <c:pt idx="57978">
                  <c:v>53.94</c:v>
                </c:pt>
                <c:pt idx="57979">
                  <c:v>60.28</c:v>
                </c:pt>
                <c:pt idx="57980">
                  <c:v>89.95</c:v>
                </c:pt>
                <c:pt idx="57981">
                  <c:v>90.96</c:v>
                </c:pt>
                <c:pt idx="57982">
                  <c:v>53.97</c:v>
                </c:pt>
                <c:pt idx="57983">
                  <c:v>30.29</c:v>
                </c:pt>
                <c:pt idx="57984">
                  <c:v>59.99</c:v>
                </c:pt>
                <c:pt idx="57985">
                  <c:v>19.29</c:v>
                </c:pt>
                <c:pt idx="57986">
                  <c:v>125.79</c:v>
                </c:pt>
                <c:pt idx="57987">
                  <c:v>59.96</c:v>
                </c:pt>
                <c:pt idx="57988">
                  <c:v>20.49</c:v>
                </c:pt>
                <c:pt idx="57989">
                  <c:v>79.98</c:v>
                </c:pt>
                <c:pt idx="57990">
                  <c:v>58.96</c:v>
                </c:pt>
                <c:pt idx="57991">
                  <c:v>65.319999999999993</c:v>
                </c:pt>
                <c:pt idx="57992">
                  <c:v>100.98</c:v>
                </c:pt>
                <c:pt idx="57993">
                  <c:v>64.98</c:v>
                </c:pt>
                <c:pt idx="57994">
                  <c:v>112.93</c:v>
                </c:pt>
                <c:pt idx="57995">
                  <c:v>34.36</c:v>
                </c:pt>
                <c:pt idx="57996">
                  <c:v>79.849999999999994</c:v>
                </c:pt>
                <c:pt idx="57997">
                  <c:v>27.49</c:v>
                </c:pt>
                <c:pt idx="57998">
                  <c:v>36.49</c:v>
                </c:pt>
                <c:pt idx="57999">
                  <c:v>39.29</c:v>
                </c:pt>
                <c:pt idx="58000">
                  <c:v>93.12</c:v>
                </c:pt>
                <c:pt idx="58001">
                  <c:v>233.91</c:v>
                </c:pt>
                <c:pt idx="58002">
                  <c:v>99.95</c:v>
                </c:pt>
                <c:pt idx="58003">
                  <c:v>120.97</c:v>
                </c:pt>
                <c:pt idx="58004">
                  <c:v>11.99</c:v>
                </c:pt>
                <c:pt idx="58005">
                  <c:v>29.98</c:v>
                </c:pt>
                <c:pt idx="58006">
                  <c:v>55.98</c:v>
                </c:pt>
                <c:pt idx="58007">
                  <c:v>69.989999999999995</c:v>
                </c:pt>
                <c:pt idx="58008">
                  <c:v>232.92</c:v>
                </c:pt>
                <c:pt idx="58009">
                  <c:v>120.96</c:v>
                </c:pt>
                <c:pt idx="58010">
                  <c:v>86.97</c:v>
                </c:pt>
                <c:pt idx="58011">
                  <c:v>131.97999999999999</c:v>
                </c:pt>
                <c:pt idx="58012">
                  <c:v>89.98</c:v>
                </c:pt>
                <c:pt idx="58013">
                  <c:v>16.489999999999998</c:v>
                </c:pt>
                <c:pt idx="58014">
                  <c:v>89.95</c:v>
                </c:pt>
                <c:pt idx="58015">
                  <c:v>59.99</c:v>
                </c:pt>
                <c:pt idx="58016">
                  <c:v>216.96</c:v>
                </c:pt>
                <c:pt idx="58017">
                  <c:v>159.69999999999999</c:v>
                </c:pt>
                <c:pt idx="58018">
                  <c:v>56.97</c:v>
                </c:pt>
                <c:pt idx="58019">
                  <c:v>145.97</c:v>
                </c:pt>
                <c:pt idx="58020">
                  <c:v>99.96</c:v>
                </c:pt>
                <c:pt idx="58021">
                  <c:v>95.97</c:v>
                </c:pt>
                <c:pt idx="58022">
                  <c:v>104.36</c:v>
                </c:pt>
                <c:pt idx="58023">
                  <c:v>239.54</c:v>
                </c:pt>
                <c:pt idx="58024">
                  <c:v>54.99</c:v>
                </c:pt>
                <c:pt idx="58025">
                  <c:v>125.79</c:v>
                </c:pt>
                <c:pt idx="58026">
                  <c:v>57.98</c:v>
                </c:pt>
                <c:pt idx="58027">
                  <c:v>63.96</c:v>
                </c:pt>
                <c:pt idx="58028">
                  <c:v>65.989999999999995</c:v>
                </c:pt>
                <c:pt idx="58029">
                  <c:v>54.98</c:v>
                </c:pt>
                <c:pt idx="58030">
                  <c:v>98.27</c:v>
                </c:pt>
                <c:pt idx="58031">
                  <c:v>-49.99</c:v>
                </c:pt>
                <c:pt idx="58032">
                  <c:v>43.47</c:v>
                </c:pt>
                <c:pt idx="58033">
                  <c:v>57.98</c:v>
                </c:pt>
                <c:pt idx="58034">
                  <c:v>38.479999999999997</c:v>
                </c:pt>
                <c:pt idx="58035">
                  <c:v>18.489999999999998</c:v>
                </c:pt>
                <c:pt idx="58036">
                  <c:v>131.97999999999999</c:v>
                </c:pt>
                <c:pt idx="58037">
                  <c:v>77.94</c:v>
                </c:pt>
                <c:pt idx="58038">
                  <c:v>64.98</c:v>
                </c:pt>
                <c:pt idx="58039">
                  <c:v>181.93</c:v>
                </c:pt>
                <c:pt idx="58040">
                  <c:v>55.98</c:v>
                </c:pt>
                <c:pt idx="58041">
                  <c:v>70.97</c:v>
                </c:pt>
                <c:pt idx="58042">
                  <c:v>63.98</c:v>
                </c:pt>
                <c:pt idx="58043">
                  <c:v>499.81</c:v>
                </c:pt>
                <c:pt idx="58044">
                  <c:v>64.98</c:v>
                </c:pt>
                <c:pt idx="58045">
                  <c:v>8.2899999999999991</c:v>
                </c:pt>
                <c:pt idx="58046">
                  <c:v>33.49</c:v>
                </c:pt>
                <c:pt idx="58047">
                  <c:v>138.96</c:v>
                </c:pt>
                <c:pt idx="58048">
                  <c:v>51.98</c:v>
                </c:pt>
                <c:pt idx="58049">
                  <c:v>123.97</c:v>
                </c:pt>
                <c:pt idx="58050">
                  <c:v>18.48</c:v>
                </c:pt>
                <c:pt idx="58051">
                  <c:v>68.37</c:v>
                </c:pt>
                <c:pt idx="58052">
                  <c:v>100.04</c:v>
                </c:pt>
                <c:pt idx="58053">
                  <c:v>70.97</c:v>
                </c:pt>
                <c:pt idx="58054">
                  <c:v>49.98</c:v>
                </c:pt>
                <c:pt idx="58055">
                  <c:v>49.98</c:v>
                </c:pt>
                <c:pt idx="58056">
                  <c:v>146.37</c:v>
                </c:pt>
                <c:pt idx="58057">
                  <c:v>86.97</c:v>
                </c:pt>
                <c:pt idx="58058">
                  <c:v>36.78</c:v>
                </c:pt>
                <c:pt idx="58059">
                  <c:v>20.49</c:v>
                </c:pt>
                <c:pt idx="58060">
                  <c:v>49.99</c:v>
                </c:pt>
                <c:pt idx="58061">
                  <c:v>50.98</c:v>
                </c:pt>
                <c:pt idx="58062">
                  <c:v>55.98</c:v>
                </c:pt>
                <c:pt idx="58063">
                  <c:v>101.91</c:v>
                </c:pt>
                <c:pt idx="58064">
                  <c:v>59.98</c:v>
                </c:pt>
                <c:pt idx="58065">
                  <c:v>100.06</c:v>
                </c:pt>
                <c:pt idx="58066">
                  <c:v>50.92</c:v>
                </c:pt>
                <c:pt idx="58067">
                  <c:v>57.98</c:v>
                </c:pt>
                <c:pt idx="58068">
                  <c:v>98.57</c:v>
                </c:pt>
                <c:pt idx="58069">
                  <c:v>66.040000000000006</c:v>
                </c:pt>
                <c:pt idx="58070">
                  <c:v>188.42</c:v>
                </c:pt>
                <c:pt idx="58071">
                  <c:v>118.37</c:v>
                </c:pt>
                <c:pt idx="58072">
                  <c:v>120.95</c:v>
                </c:pt>
                <c:pt idx="58073">
                  <c:v>59.98</c:v>
                </c:pt>
                <c:pt idx="58074">
                  <c:v>166.59</c:v>
                </c:pt>
                <c:pt idx="58075">
                  <c:v>49.14</c:v>
                </c:pt>
                <c:pt idx="58076">
                  <c:v>52.98</c:v>
                </c:pt>
                <c:pt idx="58077">
                  <c:v>95.97</c:v>
                </c:pt>
                <c:pt idx="58078">
                  <c:v>103.97</c:v>
                </c:pt>
                <c:pt idx="58079">
                  <c:v>77.97</c:v>
                </c:pt>
                <c:pt idx="58080">
                  <c:v>89.97</c:v>
                </c:pt>
                <c:pt idx="58081">
                  <c:v>72.58</c:v>
                </c:pt>
                <c:pt idx="58082">
                  <c:v>69.989999999999995</c:v>
                </c:pt>
                <c:pt idx="58083">
                  <c:v>79.98</c:v>
                </c:pt>
                <c:pt idx="58084">
                  <c:v>74.97</c:v>
                </c:pt>
                <c:pt idx="58085">
                  <c:v>125.96</c:v>
                </c:pt>
                <c:pt idx="58086">
                  <c:v>54.97</c:v>
                </c:pt>
                <c:pt idx="58087">
                  <c:v>111.96</c:v>
                </c:pt>
                <c:pt idx="58088">
                  <c:v>59.99</c:v>
                </c:pt>
                <c:pt idx="58089">
                  <c:v>51.98</c:v>
                </c:pt>
                <c:pt idx="58090">
                  <c:v>41.49</c:v>
                </c:pt>
                <c:pt idx="58091">
                  <c:v>51.98</c:v>
                </c:pt>
                <c:pt idx="58092">
                  <c:v>97.08</c:v>
                </c:pt>
                <c:pt idx="58093">
                  <c:v>159.94999999999999</c:v>
                </c:pt>
                <c:pt idx="58094">
                  <c:v>83.47</c:v>
                </c:pt>
                <c:pt idx="58095">
                  <c:v>65.989999999999995</c:v>
                </c:pt>
                <c:pt idx="58096">
                  <c:v>146.94999999999999</c:v>
                </c:pt>
                <c:pt idx="58097">
                  <c:v>74.95</c:v>
                </c:pt>
                <c:pt idx="58098">
                  <c:v>77.97</c:v>
                </c:pt>
                <c:pt idx="58099">
                  <c:v>149.4</c:v>
                </c:pt>
                <c:pt idx="58100">
                  <c:v>63.4</c:v>
                </c:pt>
                <c:pt idx="58101">
                  <c:v>48.88</c:v>
                </c:pt>
                <c:pt idx="58102">
                  <c:v>55.98</c:v>
                </c:pt>
                <c:pt idx="58103">
                  <c:v>27.49</c:v>
                </c:pt>
                <c:pt idx="58104">
                  <c:v>67.48</c:v>
                </c:pt>
                <c:pt idx="58105">
                  <c:v>119.96</c:v>
                </c:pt>
                <c:pt idx="58106">
                  <c:v>57.98</c:v>
                </c:pt>
                <c:pt idx="58107">
                  <c:v>79.849999999999994</c:v>
                </c:pt>
                <c:pt idx="58108">
                  <c:v>77.97</c:v>
                </c:pt>
                <c:pt idx="58109">
                  <c:v>109.57</c:v>
                </c:pt>
                <c:pt idx="58110">
                  <c:v>51.98</c:v>
                </c:pt>
                <c:pt idx="58111">
                  <c:v>119.97</c:v>
                </c:pt>
                <c:pt idx="58112">
                  <c:v>55.98</c:v>
                </c:pt>
                <c:pt idx="58113">
                  <c:v>93.73</c:v>
                </c:pt>
                <c:pt idx="58114">
                  <c:v>191.57</c:v>
                </c:pt>
                <c:pt idx="58115">
                  <c:v>149.47</c:v>
                </c:pt>
                <c:pt idx="58116">
                  <c:v>77.97</c:v>
                </c:pt>
                <c:pt idx="58117">
                  <c:v>79.98</c:v>
                </c:pt>
                <c:pt idx="58118">
                  <c:v>41.49</c:v>
                </c:pt>
                <c:pt idx="58119">
                  <c:v>26.48</c:v>
                </c:pt>
                <c:pt idx="58120">
                  <c:v>58.48</c:v>
                </c:pt>
                <c:pt idx="58121">
                  <c:v>54.98</c:v>
                </c:pt>
                <c:pt idx="58122">
                  <c:v>57.58</c:v>
                </c:pt>
                <c:pt idx="58123">
                  <c:v>59.96</c:v>
                </c:pt>
                <c:pt idx="58124">
                  <c:v>77.97</c:v>
                </c:pt>
                <c:pt idx="58125">
                  <c:v>118.85</c:v>
                </c:pt>
                <c:pt idx="58126">
                  <c:v>27.33</c:v>
                </c:pt>
                <c:pt idx="58127">
                  <c:v>79.98</c:v>
                </c:pt>
                <c:pt idx="58128">
                  <c:v>21.29</c:v>
                </c:pt>
                <c:pt idx="58129">
                  <c:v>80.489999999999995</c:v>
                </c:pt>
                <c:pt idx="58130">
                  <c:v>53.96</c:v>
                </c:pt>
                <c:pt idx="58131">
                  <c:v>63.98</c:v>
                </c:pt>
                <c:pt idx="58132">
                  <c:v>15.29</c:v>
                </c:pt>
                <c:pt idx="58133">
                  <c:v>83.98</c:v>
                </c:pt>
                <c:pt idx="58134">
                  <c:v>30.49</c:v>
                </c:pt>
                <c:pt idx="58135">
                  <c:v>32.28</c:v>
                </c:pt>
                <c:pt idx="58136">
                  <c:v>90.97</c:v>
                </c:pt>
                <c:pt idx="58137">
                  <c:v>103.96</c:v>
                </c:pt>
                <c:pt idx="58138">
                  <c:v>166.94</c:v>
                </c:pt>
                <c:pt idx="58139">
                  <c:v>65.989999999999995</c:v>
                </c:pt>
                <c:pt idx="58140">
                  <c:v>51.93</c:v>
                </c:pt>
                <c:pt idx="58141">
                  <c:v>50.98</c:v>
                </c:pt>
                <c:pt idx="58142">
                  <c:v>74.97</c:v>
                </c:pt>
                <c:pt idx="58143">
                  <c:v>154.82</c:v>
                </c:pt>
                <c:pt idx="58144">
                  <c:v>108.88</c:v>
                </c:pt>
                <c:pt idx="58145">
                  <c:v>63.98</c:v>
                </c:pt>
                <c:pt idx="58146">
                  <c:v>-59.98</c:v>
                </c:pt>
                <c:pt idx="58147">
                  <c:v>55.4</c:v>
                </c:pt>
                <c:pt idx="58148">
                  <c:v>54.99</c:v>
                </c:pt>
                <c:pt idx="58149">
                  <c:v>18.489999999999998</c:v>
                </c:pt>
                <c:pt idx="58150">
                  <c:v>69.47</c:v>
                </c:pt>
                <c:pt idx="58151">
                  <c:v>148.63</c:v>
                </c:pt>
                <c:pt idx="58152">
                  <c:v>59.96</c:v>
                </c:pt>
                <c:pt idx="58153">
                  <c:v>117.96</c:v>
                </c:pt>
                <c:pt idx="58154">
                  <c:v>59.98</c:v>
                </c:pt>
                <c:pt idx="58155">
                  <c:v>25.28</c:v>
                </c:pt>
                <c:pt idx="58156">
                  <c:v>89.95</c:v>
                </c:pt>
                <c:pt idx="58157">
                  <c:v>181.88</c:v>
                </c:pt>
                <c:pt idx="58158">
                  <c:v>94.98</c:v>
                </c:pt>
                <c:pt idx="58159">
                  <c:v>63.58</c:v>
                </c:pt>
                <c:pt idx="58160">
                  <c:v>103.96</c:v>
                </c:pt>
                <c:pt idx="58161">
                  <c:v>20.49</c:v>
                </c:pt>
                <c:pt idx="58162">
                  <c:v>85.47</c:v>
                </c:pt>
                <c:pt idx="58163">
                  <c:v>129.94999999999999</c:v>
                </c:pt>
                <c:pt idx="58164">
                  <c:v>59.98</c:v>
                </c:pt>
                <c:pt idx="58165">
                  <c:v>226.92</c:v>
                </c:pt>
                <c:pt idx="58166">
                  <c:v>148.96</c:v>
                </c:pt>
                <c:pt idx="58167">
                  <c:v>65.989999999999995</c:v>
                </c:pt>
                <c:pt idx="58168">
                  <c:v>95.78</c:v>
                </c:pt>
                <c:pt idx="58169">
                  <c:v>79.97</c:v>
                </c:pt>
                <c:pt idx="58170">
                  <c:v>79.98</c:v>
                </c:pt>
                <c:pt idx="58171">
                  <c:v>79.98</c:v>
                </c:pt>
                <c:pt idx="58172">
                  <c:v>63.97</c:v>
                </c:pt>
                <c:pt idx="58173">
                  <c:v>65.3</c:v>
                </c:pt>
                <c:pt idx="58174">
                  <c:v>56.97</c:v>
                </c:pt>
                <c:pt idx="58175">
                  <c:v>56.28</c:v>
                </c:pt>
                <c:pt idx="58176">
                  <c:v>20.29</c:v>
                </c:pt>
                <c:pt idx="58177">
                  <c:v>119.97</c:v>
                </c:pt>
                <c:pt idx="58178">
                  <c:v>33.49</c:v>
                </c:pt>
                <c:pt idx="58179">
                  <c:v>203.94</c:v>
                </c:pt>
                <c:pt idx="58180">
                  <c:v>55.98</c:v>
                </c:pt>
                <c:pt idx="58181">
                  <c:v>40.49</c:v>
                </c:pt>
                <c:pt idx="58182">
                  <c:v>55.98</c:v>
                </c:pt>
                <c:pt idx="58183">
                  <c:v>86.48</c:v>
                </c:pt>
                <c:pt idx="58184">
                  <c:v>131.97999999999999</c:v>
                </c:pt>
                <c:pt idx="58185">
                  <c:v>55.98</c:v>
                </c:pt>
                <c:pt idx="58186">
                  <c:v>63.4</c:v>
                </c:pt>
                <c:pt idx="58187">
                  <c:v>19.84</c:v>
                </c:pt>
                <c:pt idx="58188">
                  <c:v>55.98</c:v>
                </c:pt>
                <c:pt idx="58189">
                  <c:v>53.51</c:v>
                </c:pt>
                <c:pt idx="58190">
                  <c:v>84.98</c:v>
                </c:pt>
                <c:pt idx="58191">
                  <c:v>74.98</c:v>
                </c:pt>
                <c:pt idx="58192">
                  <c:v>86.97</c:v>
                </c:pt>
                <c:pt idx="58193">
                  <c:v>119.96</c:v>
                </c:pt>
                <c:pt idx="58194">
                  <c:v>33.479999999999997</c:v>
                </c:pt>
                <c:pt idx="58195">
                  <c:v>37.909999999999997</c:v>
                </c:pt>
                <c:pt idx="58196">
                  <c:v>131.97999999999999</c:v>
                </c:pt>
                <c:pt idx="58197">
                  <c:v>59.97</c:v>
                </c:pt>
                <c:pt idx="58198">
                  <c:v>211.93</c:v>
                </c:pt>
                <c:pt idx="58199">
                  <c:v>39.200000000000003</c:v>
                </c:pt>
                <c:pt idx="58200">
                  <c:v>74.97</c:v>
                </c:pt>
                <c:pt idx="58201">
                  <c:v>96.79</c:v>
                </c:pt>
                <c:pt idx="58202">
                  <c:v>235.95</c:v>
                </c:pt>
                <c:pt idx="58203">
                  <c:v>155.66</c:v>
                </c:pt>
                <c:pt idx="58204">
                  <c:v>91.35</c:v>
                </c:pt>
                <c:pt idx="58205">
                  <c:v>65.989999999999995</c:v>
                </c:pt>
                <c:pt idx="58206">
                  <c:v>23.29</c:v>
                </c:pt>
                <c:pt idx="58207">
                  <c:v>59.95</c:v>
                </c:pt>
                <c:pt idx="58208">
                  <c:v>51.98</c:v>
                </c:pt>
                <c:pt idx="58209">
                  <c:v>5.49</c:v>
                </c:pt>
                <c:pt idx="58210">
                  <c:v>65.989999999999995</c:v>
                </c:pt>
                <c:pt idx="58211">
                  <c:v>65.989999999999995</c:v>
                </c:pt>
                <c:pt idx="58212">
                  <c:v>30.98</c:v>
                </c:pt>
                <c:pt idx="58213">
                  <c:v>39.479999999999997</c:v>
                </c:pt>
                <c:pt idx="58214">
                  <c:v>79.98</c:v>
                </c:pt>
                <c:pt idx="58215">
                  <c:v>108.78</c:v>
                </c:pt>
                <c:pt idx="58216">
                  <c:v>65.989999999999995</c:v>
                </c:pt>
                <c:pt idx="58217">
                  <c:v>344.72</c:v>
                </c:pt>
                <c:pt idx="58218">
                  <c:v>61.26</c:v>
                </c:pt>
                <c:pt idx="58219">
                  <c:v>42.48</c:v>
                </c:pt>
                <c:pt idx="58220">
                  <c:v>134.65</c:v>
                </c:pt>
                <c:pt idx="58221">
                  <c:v>96.78</c:v>
                </c:pt>
                <c:pt idx="58222">
                  <c:v>79.989999999999995</c:v>
                </c:pt>
                <c:pt idx="58223">
                  <c:v>121.98</c:v>
                </c:pt>
                <c:pt idx="58224">
                  <c:v>41.29</c:v>
                </c:pt>
                <c:pt idx="58225">
                  <c:v>120.46</c:v>
                </c:pt>
                <c:pt idx="58226">
                  <c:v>127.06</c:v>
                </c:pt>
                <c:pt idx="58227">
                  <c:v>92.98</c:v>
                </c:pt>
                <c:pt idx="58228">
                  <c:v>65.87</c:v>
                </c:pt>
                <c:pt idx="58229">
                  <c:v>102.83</c:v>
                </c:pt>
                <c:pt idx="58230">
                  <c:v>100.46</c:v>
                </c:pt>
                <c:pt idx="58231">
                  <c:v>72.58</c:v>
                </c:pt>
                <c:pt idx="58232">
                  <c:v>84.98</c:v>
                </c:pt>
                <c:pt idx="58233">
                  <c:v>27.49</c:v>
                </c:pt>
                <c:pt idx="58234">
                  <c:v>55.98</c:v>
                </c:pt>
                <c:pt idx="58235">
                  <c:v>85.98</c:v>
                </c:pt>
                <c:pt idx="58236">
                  <c:v>84.98</c:v>
                </c:pt>
                <c:pt idx="58237">
                  <c:v>59.99</c:v>
                </c:pt>
                <c:pt idx="58238">
                  <c:v>83.98</c:v>
                </c:pt>
                <c:pt idx="58239">
                  <c:v>255.91</c:v>
                </c:pt>
                <c:pt idx="58240">
                  <c:v>53.97</c:v>
                </c:pt>
                <c:pt idx="58241">
                  <c:v>161.96</c:v>
                </c:pt>
                <c:pt idx="58242">
                  <c:v>84.96</c:v>
                </c:pt>
                <c:pt idx="58243">
                  <c:v>164.96</c:v>
                </c:pt>
                <c:pt idx="58244">
                  <c:v>103.96</c:v>
                </c:pt>
                <c:pt idx="58245">
                  <c:v>41.49</c:v>
                </c:pt>
                <c:pt idx="58246">
                  <c:v>12.59</c:v>
                </c:pt>
                <c:pt idx="58247">
                  <c:v>65.989999999999995</c:v>
                </c:pt>
                <c:pt idx="58248">
                  <c:v>42.24</c:v>
                </c:pt>
                <c:pt idx="58249">
                  <c:v>44.04</c:v>
                </c:pt>
                <c:pt idx="58250">
                  <c:v>91.28</c:v>
                </c:pt>
                <c:pt idx="58251">
                  <c:v>244.94</c:v>
                </c:pt>
                <c:pt idx="58252">
                  <c:v>11.29</c:v>
                </c:pt>
                <c:pt idx="58253">
                  <c:v>80.849999999999994</c:v>
                </c:pt>
                <c:pt idx="58254">
                  <c:v>55.96</c:v>
                </c:pt>
                <c:pt idx="58255">
                  <c:v>13.49</c:v>
                </c:pt>
                <c:pt idx="58256">
                  <c:v>114.91</c:v>
                </c:pt>
                <c:pt idx="58257">
                  <c:v>84.27</c:v>
                </c:pt>
                <c:pt idx="58258">
                  <c:v>131.97999999999999</c:v>
                </c:pt>
                <c:pt idx="58259">
                  <c:v>56.46</c:v>
                </c:pt>
                <c:pt idx="58260">
                  <c:v>65.989999999999995</c:v>
                </c:pt>
                <c:pt idx="58261">
                  <c:v>89.98</c:v>
                </c:pt>
                <c:pt idx="58262">
                  <c:v>82.97</c:v>
                </c:pt>
                <c:pt idx="58263">
                  <c:v>89.98</c:v>
                </c:pt>
                <c:pt idx="58264">
                  <c:v>259.89999999999998</c:v>
                </c:pt>
                <c:pt idx="58265">
                  <c:v>67.02</c:v>
                </c:pt>
                <c:pt idx="58266">
                  <c:v>96.78</c:v>
                </c:pt>
                <c:pt idx="58267">
                  <c:v>55.96</c:v>
                </c:pt>
                <c:pt idx="58268">
                  <c:v>46.29</c:v>
                </c:pt>
                <c:pt idx="58269">
                  <c:v>57.97</c:v>
                </c:pt>
                <c:pt idx="58270">
                  <c:v>134.97</c:v>
                </c:pt>
                <c:pt idx="58271">
                  <c:v>115.05</c:v>
                </c:pt>
                <c:pt idx="58272">
                  <c:v>89.97</c:v>
                </c:pt>
                <c:pt idx="58273">
                  <c:v>72.55</c:v>
                </c:pt>
                <c:pt idx="58274">
                  <c:v>99.98</c:v>
                </c:pt>
                <c:pt idx="58275">
                  <c:v>55.98</c:v>
                </c:pt>
                <c:pt idx="58276">
                  <c:v>9.49</c:v>
                </c:pt>
                <c:pt idx="58277">
                  <c:v>19.489999999999998</c:v>
                </c:pt>
                <c:pt idx="58278">
                  <c:v>59.96</c:v>
                </c:pt>
                <c:pt idx="58279">
                  <c:v>58.98</c:v>
                </c:pt>
                <c:pt idx="58280">
                  <c:v>229.95</c:v>
                </c:pt>
                <c:pt idx="58281">
                  <c:v>56.98</c:v>
                </c:pt>
                <c:pt idx="58282">
                  <c:v>77.37</c:v>
                </c:pt>
                <c:pt idx="58283">
                  <c:v>84.97</c:v>
                </c:pt>
                <c:pt idx="58284">
                  <c:v>54.97</c:v>
                </c:pt>
                <c:pt idx="58285">
                  <c:v>-60.88</c:v>
                </c:pt>
                <c:pt idx="58286">
                  <c:v>143.97</c:v>
                </c:pt>
                <c:pt idx="58287">
                  <c:v>51.98</c:v>
                </c:pt>
                <c:pt idx="58288">
                  <c:v>93.97</c:v>
                </c:pt>
                <c:pt idx="58289">
                  <c:v>55.98</c:v>
                </c:pt>
                <c:pt idx="58290">
                  <c:v>51.96</c:v>
                </c:pt>
                <c:pt idx="58291">
                  <c:v>55.96</c:v>
                </c:pt>
                <c:pt idx="58292">
                  <c:v>78.37</c:v>
                </c:pt>
                <c:pt idx="58293">
                  <c:v>55.98</c:v>
                </c:pt>
                <c:pt idx="58294">
                  <c:v>40.49</c:v>
                </c:pt>
                <c:pt idx="58295">
                  <c:v>50.98</c:v>
                </c:pt>
                <c:pt idx="58296">
                  <c:v>54.98</c:v>
                </c:pt>
                <c:pt idx="58297">
                  <c:v>111.96</c:v>
                </c:pt>
                <c:pt idx="58298">
                  <c:v>59.94</c:v>
                </c:pt>
                <c:pt idx="58299">
                  <c:v>129.96</c:v>
                </c:pt>
                <c:pt idx="58300">
                  <c:v>78.709999999999994</c:v>
                </c:pt>
                <c:pt idx="58301">
                  <c:v>66.98</c:v>
                </c:pt>
                <c:pt idx="58302">
                  <c:v>57.98</c:v>
                </c:pt>
                <c:pt idx="58303">
                  <c:v>60.88</c:v>
                </c:pt>
                <c:pt idx="58304">
                  <c:v>42.48</c:v>
                </c:pt>
                <c:pt idx="58305">
                  <c:v>164.55</c:v>
                </c:pt>
                <c:pt idx="58306">
                  <c:v>161.94999999999999</c:v>
                </c:pt>
                <c:pt idx="58307">
                  <c:v>65.959999999999994</c:v>
                </c:pt>
                <c:pt idx="58308">
                  <c:v>139.56</c:v>
                </c:pt>
                <c:pt idx="58309">
                  <c:v>395.88</c:v>
                </c:pt>
                <c:pt idx="58310">
                  <c:v>57.98</c:v>
                </c:pt>
                <c:pt idx="58311">
                  <c:v>67.98</c:v>
                </c:pt>
                <c:pt idx="58312">
                  <c:v>38.479999999999997</c:v>
                </c:pt>
                <c:pt idx="58313">
                  <c:v>408.46</c:v>
                </c:pt>
                <c:pt idx="58314">
                  <c:v>19.489999999999998</c:v>
                </c:pt>
                <c:pt idx="58315">
                  <c:v>59.98</c:v>
                </c:pt>
                <c:pt idx="58316">
                  <c:v>99.98</c:v>
                </c:pt>
                <c:pt idx="58317">
                  <c:v>20.29</c:v>
                </c:pt>
                <c:pt idx="58318">
                  <c:v>117.94</c:v>
                </c:pt>
                <c:pt idx="58319">
                  <c:v>162.09</c:v>
                </c:pt>
                <c:pt idx="58320">
                  <c:v>47.37</c:v>
                </c:pt>
                <c:pt idx="58321">
                  <c:v>59.96</c:v>
                </c:pt>
                <c:pt idx="58322">
                  <c:v>66.98</c:v>
                </c:pt>
                <c:pt idx="58323">
                  <c:v>41.49</c:v>
                </c:pt>
                <c:pt idx="58324">
                  <c:v>83.97</c:v>
                </c:pt>
                <c:pt idx="58325">
                  <c:v>8.98</c:v>
                </c:pt>
                <c:pt idx="58326">
                  <c:v>74.95</c:v>
                </c:pt>
                <c:pt idx="58327">
                  <c:v>51.29</c:v>
                </c:pt>
                <c:pt idx="58328">
                  <c:v>36.479999999999997</c:v>
                </c:pt>
                <c:pt idx="58329">
                  <c:v>21.49</c:v>
                </c:pt>
                <c:pt idx="58330">
                  <c:v>57.98</c:v>
                </c:pt>
                <c:pt idx="58331">
                  <c:v>55.98</c:v>
                </c:pt>
                <c:pt idx="58332">
                  <c:v>58.48</c:v>
                </c:pt>
                <c:pt idx="58333">
                  <c:v>92.97</c:v>
                </c:pt>
                <c:pt idx="58334">
                  <c:v>79.98</c:v>
                </c:pt>
                <c:pt idx="58335">
                  <c:v>52.18</c:v>
                </c:pt>
                <c:pt idx="58336">
                  <c:v>58.47</c:v>
                </c:pt>
                <c:pt idx="58337">
                  <c:v>44.48</c:v>
                </c:pt>
                <c:pt idx="58338">
                  <c:v>61.38</c:v>
                </c:pt>
                <c:pt idx="58339">
                  <c:v>65.989999999999995</c:v>
                </c:pt>
                <c:pt idx="58340">
                  <c:v>42.84</c:v>
                </c:pt>
                <c:pt idx="58341">
                  <c:v>105.98</c:v>
                </c:pt>
                <c:pt idx="58342">
                  <c:v>107.21</c:v>
                </c:pt>
                <c:pt idx="58343">
                  <c:v>115.96</c:v>
                </c:pt>
                <c:pt idx="58344">
                  <c:v>37.49</c:v>
                </c:pt>
                <c:pt idx="58345">
                  <c:v>77.98</c:v>
                </c:pt>
                <c:pt idx="58346">
                  <c:v>119.96</c:v>
                </c:pt>
                <c:pt idx="58347">
                  <c:v>79.98</c:v>
                </c:pt>
                <c:pt idx="58348">
                  <c:v>124.97</c:v>
                </c:pt>
                <c:pt idx="58349">
                  <c:v>71.989999999999995</c:v>
                </c:pt>
                <c:pt idx="58350">
                  <c:v>18.48</c:v>
                </c:pt>
                <c:pt idx="58351">
                  <c:v>147.63</c:v>
                </c:pt>
                <c:pt idx="58352">
                  <c:v>82.97</c:v>
                </c:pt>
                <c:pt idx="58353">
                  <c:v>-0.5</c:v>
                </c:pt>
                <c:pt idx="58354">
                  <c:v>119.97</c:v>
                </c:pt>
                <c:pt idx="58355">
                  <c:v>86.97</c:v>
                </c:pt>
                <c:pt idx="58356">
                  <c:v>77.97</c:v>
                </c:pt>
                <c:pt idx="58357">
                  <c:v>51.98</c:v>
                </c:pt>
                <c:pt idx="58358">
                  <c:v>65.989999999999995</c:v>
                </c:pt>
                <c:pt idx="58359">
                  <c:v>54.98</c:v>
                </c:pt>
                <c:pt idx="58360">
                  <c:v>79.98</c:v>
                </c:pt>
                <c:pt idx="58361">
                  <c:v>111.8</c:v>
                </c:pt>
                <c:pt idx="58362">
                  <c:v>59.36</c:v>
                </c:pt>
                <c:pt idx="58363">
                  <c:v>131.97999999999999</c:v>
                </c:pt>
                <c:pt idx="58364">
                  <c:v>95.97</c:v>
                </c:pt>
                <c:pt idx="58365">
                  <c:v>59.96</c:v>
                </c:pt>
                <c:pt idx="58366">
                  <c:v>169.94</c:v>
                </c:pt>
                <c:pt idx="58367">
                  <c:v>114.96</c:v>
                </c:pt>
                <c:pt idx="58368">
                  <c:v>185.95</c:v>
                </c:pt>
                <c:pt idx="58369">
                  <c:v>103.96</c:v>
                </c:pt>
                <c:pt idx="58370">
                  <c:v>100.76</c:v>
                </c:pt>
                <c:pt idx="58371">
                  <c:v>53.98</c:v>
                </c:pt>
                <c:pt idx="58372">
                  <c:v>119.97</c:v>
                </c:pt>
                <c:pt idx="58373">
                  <c:v>55.98</c:v>
                </c:pt>
                <c:pt idx="58374">
                  <c:v>57.98</c:v>
                </c:pt>
                <c:pt idx="58375">
                  <c:v>83.48</c:v>
                </c:pt>
                <c:pt idx="58376">
                  <c:v>36.479999999999997</c:v>
                </c:pt>
                <c:pt idx="58377">
                  <c:v>77.42</c:v>
                </c:pt>
                <c:pt idx="58378">
                  <c:v>60.97</c:v>
                </c:pt>
                <c:pt idx="58379">
                  <c:v>113.98</c:v>
                </c:pt>
                <c:pt idx="58380">
                  <c:v>173.91</c:v>
                </c:pt>
                <c:pt idx="58381">
                  <c:v>65.989999999999995</c:v>
                </c:pt>
                <c:pt idx="58382">
                  <c:v>107.96</c:v>
                </c:pt>
                <c:pt idx="58383">
                  <c:v>50.99</c:v>
                </c:pt>
                <c:pt idx="58384">
                  <c:v>129.94999999999999</c:v>
                </c:pt>
                <c:pt idx="58385">
                  <c:v>49.99</c:v>
                </c:pt>
                <c:pt idx="58386">
                  <c:v>72.55</c:v>
                </c:pt>
                <c:pt idx="58387">
                  <c:v>49.26</c:v>
                </c:pt>
                <c:pt idx="58388">
                  <c:v>79.98</c:v>
                </c:pt>
                <c:pt idx="58389">
                  <c:v>188.39</c:v>
                </c:pt>
                <c:pt idx="58390">
                  <c:v>51.98</c:v>
                </c:pt>
                <c:pt idx="58391">
                  <c:v>22.48</c:v>
                </c:pt>
                <c:pt idx="58392">
                  <c:v>82.26</c:v>
                </c:pt>
                <c:pt idx="58393">
                  <c:v>279.89999999999998</c:v>
                </c:pt>
                <c:pt idx="58394">
                  <c:v>54.99</c:v>
                </c:pt>
                <c:pt idx="58395">
                  <c:v>60.99</c:v>
                </c:pt>
                <c:pt idx="58396">
                  <c:v>140.96</c:v>
                </c:pt>
                <c:pt idx="58397">
                  <c:v>166.59</c:v>
                </c:pt>
                <c:pt idx="58398">
                  <c:v>106.45</c:v>
                </c:pt>
                <c:pt idx="58399">
                  <c:v>51.96</c:v>
                </c:pt>
                <c:pt idx="58400">
                  <c:v>55.98</c:v>
                </c:pt>
                <c:pt idx="58401">
                  <c:v>59.97</c:v>
                </c:pt>
                <c:pt idx="58402">
                  <c:v>66.33</c:v>
                </c:pt>
                <c:pt idx="58403">
                  <c:v>30.49</c:v>
                </c:pt>
                <c:pt idx="58404">
                  <c:v>66.680000000000007</c:v>
                </c:pt>
                <c:pt idx="58405">
                  <c:v>228.62</c:v>
                </c:pt>
                <c:pt idx="58406">
                  <c:v>59.98</c:v>
                </c:pt>
                <c:pt idx="58407">
                  <c:v>20.29</c:v>
                </c:pt>
                <c:pt idx="58408">
                  <c:v>74.98</c:v>
                </c:pt>
                <c:pt idx="58409">
                  <c:v>57.47</c:v>
                </c:pt>
                <c:pt idx="58410">
                  <c:v>67.739999999999995</c:v>
                </c:pt>
                <c:pt idx="58411">
                  <c:v>31.29</c:v>
                </c:pt>
                <c:pt idx="58412">
                  <c:v>58.03</c:v>
                </c:pt>
                <c:pt idx="58413">
                  <c:v>9.2899999999999991</c:v>
                </c:pt>
                <c:pt idx="58414">
                  <c:v>79.98</c:v>
                </c:pt>
                <c:pt idx="58415">
                  <c:v>225.95</c:v>
                </c:pt>
                <c:pt idx="58416">
                  <c:v>135.97999999999999</c:v>
                </c:pt>
                <c:pt idx="58417">
                  <c:v>74.95</c:v>
                </c:pt>
                <c:pt idx="58418">
                  <c:v>55.98</c:v>
                </c:pt>
                <c:pt idx="58419">
                  <c:v>80.97</c:v>
                </c:pt>
                <c:pt idx="58420">
                  <c:v>66.53</c:v>
                </c:pt>
                <c:pt idx="58421">
                  <c:v>106.97</c:v>
                </c:pt>
                <c:pt idx="58422">
                  <c:v>16.489999999999998</c:v>
                </c:pt>
                <c:pt idx="58423">
                  <c:v>28.99</c:v>
                </c:pt>
                <c:pt idx="58424">
                  <c:v>119.97</c:v>
                </c:pt>
                <c:pt idx="58425">
                  <c:v>24.48</c:v>
                </c:pt>
                <c:pt idx="58426">
                  <c:v>105.98</c:v>
                </c:pt>
                <c:pt idx="58427">
                  <c:v>15.49</c:v>
                </c:pt>
                <c:pt idx="58428">
                  <c:v>54.98</c:v>
                </c:pt>
                <c:pt idx="58429">
                  <c:v>99.98</c:v>
                </c:pt>
                <c:pt idx="58430">
                  <c:v>101.62</c:v>
                </c:pt>
                <c:pt idx="58431">
                  <c:v>100.39</c:v>
                </c:pt>
                <c:pt idx="58432">
                  <c:v>16.489999999999998</c:v>
                </c:pt>
                <c:pt idx="58433">
                  <c:v>54.21</c:v>
                </c:pt>
                <c:pt idx="58434">
                  <c:v>249.9</c:v>
                </c:pt>
                <c:pt idx="58435">
                  <c:v>52.77</c:v>
                </c:pt>
                <c:pt idx="58436">
                  <c:v>54.98</c:v>
                </c:pt>
                <c:pt idx="58437">
                  <c:v>159.69999999999999</c:v>
                </c:pt>
                <c:pt idx="58438">
                  <c:v>67.47</c:v>
                </c:pt>
                <c:pt idx="58439">
                  <c:v>79.98</c:v>
                </c:pt>
                <c:pt idx="58440">
                  <c:v>280.89999999999998</c:v>
                </c:pt>
                <c:pt idx="58441">
                  <c:v>39.47</c:v>
                </c:pt>
                <c:pt idx="58442">
                  <c:v>59.99</c:v>
                </c:pt>
                <c:pt idx="58443">
                  <c:v>121.46</c:v>
                </c:pt>
                <c:pt idx="58444">
                  <c:v>16.489999999999998</c:v>
                </c:pt>
                <c:pt idx="58445">
                  <c:v>54.99</c:v>
                </c:pt>
                <c:pt idx="58446">
                  <c:v>56.98</c:v>
                </c:pt>
                <c:pt idx="58447">
                  <c:v>82.33</c:v>
                </c:pt>
                <c:pt idx="58448">
                  <c:v>62.97</c:v>
                </c:pt>
                <c:pt idx="58449">
                  <c:v>55.98</c:v>
                </c:pt>
                <c:pt idx="58450">
                  <c:v>65.989999999999995</c:v>
                </c:pt>
                <c:pt idx="58451">
                  <c:v>60.99</c:v>
                </c:pt>
                <c:pt idx="58452">
                  <c:v>73.48</c:v>
                </c:pt>
                <c:pt idx="58453">
                  <c:v>53.66</c:v>
                </c:pt>
                <c:pt idx="58454">
                  <c:v>57.97</c:v>
                </c:pt>
                <c:pt idx="58455">
                  <c:v>10.49</c:v>
                </c:pt>
                <c:pt idx="58456">
                  <c:v>72.55</c:v>
                </c:pt>
                <c:pt idx="58457">
                  <c:v>21.26</c:v>
                </c:pt>
                <c:pt idx="58458">
                  <c:v>74.98</c:v>
                </c:pt>
                <c:pt idx="58459">
                  <c:v>45.49</c:v>
                </c:pt>
                <c:pt idx="58460">
                  <c:v>83.97</c:v>
                </c:pt>
                <c:pt idx="58461">
                  <c:v>89.97</c:v>
                </c:pt>
                <c:pt idx="58462">
                  <c:v>105.96</c:v>
                </c:pt>
                <c:pt idx="58463">
                  <c:v>66.260000000000005</c:v>
                </c:pt>
                <c:pt idx="58464">
                  <c:v>92.52</c:v>
                </c:pt>
                <c:pt idx="58465">
                  <c:v>65.33</c:v>
                </c:pt>
                <c:pt idx="58466">
                  <c:v>79.849999999999994</c:v>
                </c:pt>
                <c:pt idx="58467">
                  <c:v>60.28</c:v>
                </c:pt>
                <c:pt idx="58468">
                  <c:v>69.989999999999995</c:v>
                </c:pt>
                <c:pt idx="58469">
                  <c:v>55.98</c:v>
                </c:pt>
                <c:pt idx="58470">
                  <c:v>51.97</c:v>
                </c:pt>
                <c:pt idx="58471">
                  <c:v>77.97</c:v>
                </c:pt>
                <c:pt idx="58472">
                  <c:v>0</c:v>
                </c:pt>
                <c:pt idx="58473">
                  <c:v>51.98</c:v>
                </c:pt>
                <c:pt idx="58474">
                  <c:v>87.05</c:v>
                </c:pt>
                <c:pt idx="58475">
                  <c:v>65.989999999999995</c:v>
                </c:pt>
                <c:pt idx="58476">
                  <c:v>83.97</c:v>
                </c:pt>
                <c:pt idx="58477">
                  <c:v>0</c:v>
                </c:pt>
                <c:pt idx="58478">
                  <c:v>0</c:v>
                </c:pt>
                <c:pt idx="58479">
                  <c:v>131.97999999999999</c:v>
                </c:pt>
                <c:pt idx="58480">
                  <c:v>125.96</c:v>
                </c:pt>
                <c:pt idx="58481">
                  <c:v>85.32</c:v>
                </c:pt>
                <c:pt idx="58482">
                  <c:v>123.47</c:v>
                </c:pt>
                <c:pt idx="58483">
                  <c:v>75.98</c:v>
                </c:pt>
                <c:pt idx="58484">
                  <c:v>65.989999999999995</c:v>
                </c:pt>
                <c:pt idx="58485">
                  <c:v>136.94</c:v>
                </c:pt>
                <c:pt idx="58486">
                  <c:v>752.74</c:v>
                </c:pt>
                <c:pt idx="58487">
                  <c:v>119.96</c:v>
                </c:pt>
                <c:pt idx="58488">
                  <c:v>22.49</c:v>
                </c:pt>
                <c:pt idx="58489">
                  <c:v>14.29</c:v>
                </c:pt>
                <c:pt idx="58490">
                  <c:v>-75.87</c:v>
                </c:pt>
                <c:pt idx="58491">
                  <c:v>65.989999999999995</c:v>
                </c:pt>
                <c:pt idx="58492">
                  <c:v>54.98</c:v>
                </c:pt>
                <c:pt idx="58493">
                  <c:v>59.98</c:v>
                </c:pt>
                <c:pt idx="58494">
                  <c:v>77.97</c:v>
                </c:pt>
                <c:pt idx="58495">
                  <c:v>29.28</c:v>
                </c:pt>
                <c:pt idx="58496">
                  <c:v>174.14</c:v>
                </c:pt>
                <c:pt idx="58497">
                  <c:v>55.98</c:v>
                </c:pt>
                <c:pt idx="58498">
                  <c:v>46.49</c:v>
                </c:pt>
                <c:pt idx="58499">
                  <c:v>107.96</c:v>
                </c:pt>
                <c:pt idx="58500">
                  <c:v>25.48</c:v>
                </c:pt>
                <c:pt idx="58501">
                  <c:v>38.28</c:v>
                </c:pt>
                <c:pt idx="58502">
                  <c:v>59.39</c:v>
                </c:pt>
                <c:pt idx="58503">
                  <c:v>106.97</c:v>
                </c:pt>
                <c:pt idx="58504">
                  <c:v>51.96</c:v>
                </c:pt>
                <c:pt idx="58505">
                  <c:v>65.989999999999995</c:v>
                </c:pt>
                <c:pt idx="58506">
                  <c:v>30.78</c:v>
                </c:pt>
                <c:pt idx="58507">
                  <c:v>101.96</c:v>
                </c:pt>
                <c:pt idx="58508">
                  <c:v>27.28</c:v>
                </c:pt>
                <c:pt idx="58509">
                  <c:v>53.39</c:v>
                </c:pt>
                <c:pt idx="58510">
                  <c:v>55.98</c:v>
                </c:pt>
                <c:pt idx="58511">
                  <c:v>79.98</c:v>
                </c:pt>
                <c:pt idx="58512">
                  <c:v>51.98</c:v>
                </c:pt>
                <c:pt idx="58513">
                  <c:v>55.98</c:v>
                </c:pt>
                <c:pt idx="58514">
                  <c:v>65.47</c:v>
                </c:pt>
                <c:pt idx="58515">
                  <c:v>53.98</c:v>
                </c:pt>
                <c:pt idx="58516">
                  <c:v>76.97</c:v>
                </c:pt>
                <c:pt idx="58517">
                  <c:v>119.46</c:v>
                </c:pt>
                <c:pt idx="58518">
                  <c:v>21.29</c:v>
                </c:pt>
                <c:pt idx="58519">
                  <c:v>65.989999999999995</c:v>
                </c:pt>
                <c:pt idx="58520">
                  <c:v>55.98</c:v>
                </c:pt>
                <c:pt idx="58521">
                  <c:v>179.94</c:v>
                </c:pt>
                <c:pt idx="58522">
                  <c:v>68.97</c:v>
                </c:pt>
                <c:pt idx="58523">
                  <c:v>53.98</c:v>
                </c:pt>
                <c:pt idx="58524">
                  <c:v>34.36</c:v>
                </c:pt>
                <c:pt idx="58525">
                  <c:v>89.98</c:v>
                </c:pt>
                <c:pt idx="58526">
                  <c:v>64.48</c:v>
                </c:pt>
                <c:pt idx="58527">
                  <c:v>126.98</c:v>
                </c:pt>
                <c:pt idx="58528">
                  <c:v>53.97</c:v>
                </c:pt>
                <c:pt idx="58529">
                  <c:v>40.479999999999997</c:v>
                </c:pt>
                <c:pt idx="58530">
                  <c:v>54.99</c:v>
                </c:pt>
                <c:pt idx="58531">
                  <c:v>89.98</c:v>
                </c:pt>
                <c:pt idx="58532">
                  <c:v>125.78</c:v>
                </c:pt>
                <c:pt idx="58533">
                  <c:v>28.49</c:v>
                </c:pt>
                <c:pt idx="58534">
                  <c:v>134.97</c:v>
                </c:pt>
                <c:pt idx="58535">
                  <c:v>66.13</c:v>
                </c:pt>
                <c:pt idx="58536">
                  <c:v>15.49</c:v>
                </c:pt>
                <c:pt idx="58537">
                  <c:v>79.98</c:v>
                </c:pt>
                <c:pt idx="58538">
                  <c:v>41.29</c:v>
                </c:pt>
                <c:pt idx="58539">
                  <c:v>26.48</c:v>
                </c:pt>
                <c:pt idx="58540">
                  <c:v>89.97</c:v>
                </c:pt>
                <c:pt idx="58541">
                  <c:v>51.46</c:v>
                </c:pt>
                <c:pt idx="58542">
                  <c:v>78.63</c:v>
                </c:pt>
                <c:pt idx="58543">
                  <c:v>69.45</c:v>
                </c:pt>
                <c:pt idx="58544">
                  <c:v>48.89</c:v>
                </c:pt>
                <c:pt idx="58545">
                  <c:v>67.290000000000006</c:v>
                </c:pt>
                <c:pt idx="58546">
                  <c:v>65.989999999999995</c:v>
                </c:pt>
                <c:pt idx="58547">
                  <c:v>66.98</c:v>
                </c:pt>
                <c:pt idx="58548">
                  <c:v>85.99</c:v>
                </c:pt>
                <c:pt idx="58549">
                  <c:v>53.48</c:v>
                </c:pt>
                <c:pt idx="58550">
                  <c:v>65.989999999999995</c:v>
                </c:pt>
                <c:pt idx="58551">
                  <c:v>57.97</c:v>
                </c:pt>
                <c:pt idx="58552">
                  <c:v>53.98</c:v>
                </c:pt>
                <c:pt idx="58553">
                  <c:v>83.97</c:v>
                </c:pt>
                <c:pt idx="58554">
                  <c:v>51.98</c:v>
                </c:pt>
                <c:pt idx="58555">
                  <c:v>65.989999999999995</c:v>
                </c:pt>
                <c:pt idx="58556">
                  <c:v>55.56</c:v>
                </c:pt>
                <c:pt idx="58557">
                  <c:v>104.95</c:v>
                </c:pt>
                <c:pt idx="58558">
                  <c:v>73.08</c:v>
                </c:pt>
                <c:pt idx="58559">
                  <c:v>25.45</c:v>
                </c:pt>
                <c:pt idx="58560">
                  <c:v>83.97</c:v>
                </c:pt>
                <c:pt idx="58561">
                  <c:v>69.989999999999995</c:v>
                </c:pt>
                <c:pt idx="58562">
                  <c:v>217.73</c:v>
                </c:pt>
                <c:pt idx="58563">
                  <c:v>67.97</c:v>
                </c:pt>
                <c:pt idx="58564">
                  <c:v>52.51</c:v>
                </c:pt>
                <c:pt idx="58565">
                  <c:v>65.989999999999995</c:v>
                </c:pt>
                <c:pt idx="58566">
                  <c:v>59.39</c:v>
                </c:pt>
                <c:pt idx="58567">
                  <c:v>31.29</c:v>
                </c:pt>
                <c:pt idx="58568">
                  <c:v>67.739999999999995</c:v>
                </c:pt>
                <c:pt idx="58569">
                  <c:v>67.739999999999995</c:v>
                </c:pt>
                <c:pt idx="58570">
                  <c:v>32.06</c:v>
                </c:pt>
                <c:pt idx="58571">
                  <c:v>103.97</c:v>
                </c:pt>
                <c:pt idx="58572">
                  <c:v>40.49</c:v>
                </c:pt>
                <c:pt idx="58573">
                  <c:v>114.97</c:v>
                </c:pt>
                <c:pt idx="58574">
                  <c:v>29.49</c:v>
                </c:pt>
                <c:pt idx="58575">
                  <c:v>89.98</c:v>
                </c:pt>
                <c:pt idx="58576">
                  <c:v>127.96</c:v>
                </c:pt>
                <c:pt idx="58577">
                  <c:v>35.49</c:v>
                </c:pt>
                <c:pt idx="58578">
                  <c:v>57.97</c:v>
                </c:pt>
                <c:pt idx="58579">
                  <c:v>69.58</c:v>
                </c:pt>
                <c:pt idx="58580">
                  <c:v>83.13</c:v>
                </c:pt>
                <c:pt idx="58581">
                  <c:v>19.29</c:v>
                </c:pt>
                <c:pt idx="58582">
                  <c:v>89.95</c:v>
                </c:pt>
                <c:pt idx="58583">
                  <c:v>112.47</c:v>
                </c:pt>
                <c:pt idx="58584">
                  <c:v>65.459999999999994</c:v>
                </c:pt>
                <c:pt idx="58585">
                  <c:v>19.48</c:v>
                </c:pt>
                <c:pt idx="58586">
                  <c:v>116.97</c:v>
                </c:pt>
                <c:pt idx="58587">
                  <c:v>89.98</c:v>
                </c:pt>
                <c:pt idx="58588">
                  <c:v>91.47</c:v>
                </c:pt>
                <c:pt idx="58589">
                  <c:v>184.99</c:v>
                </c:pt>
                <c:pt idx="58590">
                  <c:v>26.38</c:v>
                </c:pt>
                <c:pt idx="58591">
                  <c:v>41.49</c:v>
                </c:pt>
                <c:pt idx="58592">
                  <c:v>81.98</c:v>
                </c:pt>
                <c:pt idx="58593">
                  <c:v>59.99</c:v>
                </c:pt>
                <c:pt idx="58594">
                  <c:v>134.96</c:v>
                </c:pt>
                <c:pt idx="58595">
                  <c:v>75.569999999999993</c:v>
                </c:pt>
                <c:pt idx="58596">
                  <c:v>152.86000000000001</c:v>
                </c:pt>
                <c:pt idx="58597">
                  <c:v>50.97</c:v>
                </c:pt>
                <c:pt idx="58598">
                  <c:v>197.97</c:v>
                </c:pt>
                <c:pt idx="58599">
                  <c:v>29.29</c:v>
                </c:pt>
                <c:pt idx="58600">
                  <c:v>83.97</c:v>
                </c:pt>
                <c:pt idx="58601">
                  <c:v>23.48</c:v>
                </c:pt>
                <c:pt idx="58602">
                  <c:v>194.95</c:v>
                </c:pt>
                <c:pt idx="58603">
                  <c:v>126.47</c:v>
                </c:pt>
                <c:pt idx="58604">
                  <c:v>64.98</c:v>
                </c:pt>
                <c:pt idx="58605">
                  <c:v>48.58</c:v>
                </c:pt>
                <c:pt idx="58606">
                  <c:v>83.97</c:v>
                </c:pt>
                <c:pt idx="58607">
                  <c:v>131.97999999999999</c:v>
                </c:pt>
                <c:pt idx="58608">
                  <c:v>79.98</c:v>
                </c:pt>
                <c:pt idx="58609">
                  <c:v>79.98</c:v>
                </c:pt>
                <c:pt idx="58610">
                  <c:v>95.44</c:v>
                </c:pt>
                <c:pt idx="58611">
                  <c:v>16.489999999999998</c:v>
                </c:pt>
                <c:pt idx="58612">
                  <c:v>65.459999999999994</c:v>
                </c:pt>
                <c:pt idx="58613">
                  <c:v>55.98</c:v>
                </c:pt>
                <c:pt idx="58614">
                  <c:v>119.97</c:v>
                </c:pt>
                <c:pt idx="58615">
                  <c:v>104.93</c:v>
                </c:pt>
                <c:pt idx="58616">
                  <c:v>59.96</c:v>
                </c:pt>
                <c:pt idx="58617">
                  <c:v>39.479999999999997</c:v>
                </c:pt>
                <c:pt idx="58618">
                  <c:v>51.97</c:v>
                </c:pt>
                <c:pt idx="58619">
                  <c:v>130.6</c:v>
                </c:pt>
                <c:pt idx="58620">
                  <c:v>1.31</c:v>
                </c:pt>
                <c:pt idx="58621">
                  <c:v>75.959999999999994</c:v>
                </c:pt>
                <c:pt idx="58622">
                  <c:v>28.49</c:v>
                </c:pt>
                <c:pt idx="58623">
                  <c:v>13.49</c:v>
                </c:pt>
                <c:pt idx="58624">
                  <c:v>74.97</c:v>
                </c:pt>
                <c:pt idx="58625">
                  <c:v>51.98</c:v>
                </c:pt>
                <c:pt idx="58626">
                  <c:v>131.25</c:v>
                </c:pt>
                <c:pt idx="58627">
                  <c:v>110.96</c:v>
                </c:pt>
                <c:pt idx="58628">
                  <c:v>66.53</c:v>
                </c:pt>
                <c:pt idx="58629">
                  <c:v>53.58</c:v>
                </c:pt>
                <c:pt idx="58630">
                  <c:v>64.48</c:v>
                </c:pt>
                <c:pt idx="58631">
                  <c:v>35.479999999999997</c:v>
                </c:pt>
                <c:pt idx="58632">
                  <c:v>27.48</c:v>
                </c:pt>
                <c:pt idx="58633">
                  <c:v>159.69999999999999</c:v>
                </c:pt>
                <c:pt idx="58634">
                  <c:v>65.459999999999994</c:v>
                </c:pt>
                <c:pt idx="58635">
                  <c:v>13.49</c:v>
                </c:pt>
                <c:pt idx="58636">
                  <c:v>89.98</c:v>
                </c:pt>
                <c:pt idx="58637">
                  <c:v>47.98</c:v>
                </c:pt>
                <c:pt idx="58638">
                  <c:v>15.29</c:v>
                </c:pt>
                <c:pt idx="58639">
                  <c:v>28.49</c:v>
                </c:pt>
                <c:pt idx="58640">
                  <c:v>72.58</c:v>
                </c:pt>
                <c:pt idx="58641">
                  <c:v>74.95</c:v>
                </c:pt>
                <c:pt idx="58642">
                  <c:v>26.73</c:v>
                </c:pt>
                <c:pt idx="58643">
                  <c:v>59.96</c:v>
                </c:pt>
                <c:pt idx="58644">
                  <c:v>71.98</c:v>
                </c:pt>
                <c:pt idx="58645">
                  <c:v>55.98</c:v>
                </c:pt>
                <c:pt idx="58646">
                  <c:v>77.97</c:v>
                </c:pt>
                <c:pt idx="58647">
                  <c:v>377.42</c:v>
                </c:pt>
                <c:pt idx="58648">
                  <c:v>115.95</c:v>
                </c:pt>
                <c:pt idx="58649">
                  <c:v>87.96</c:v>
                </c:pt>
                <c:pt idx="58650">
                  <c:v>43.47</c:v>
                </c:pt>
                <c:pt idx="58651">
                  <c:v>72.58</c:v>
                </c:pt>
                <c:pt idx="58652">
                  <c:v>59.96</c:v>
                </c:pt>
                <c:pt idx="58653">
                  <c:v>163.46</c:v>
                </c:pt>
                <c:pt idx="58654">
                  <c:v>51.98</c:v>
                </c:pt>
                <c:pt idx="58655">
                  <c:v>55.98</c:v>
                </c:pt>
                <c:pt idx="58656">
                  <c:v>50.34</c:v>
                </c:pt>
                <c:pt idx="58657">
                  <c:v>181.93</c:v>
                </c:pt>
                <c:pt idx="58658">
                  <c:v>21.26</c:v>
                </c:pt>
                <c:pt idx="58659">
                  <c:v>178.17</c:v>
                </c:pt>
                <c:pt idx="58660">
                  <c:v>66.97</c:v>
                </c:pt>
                <c:pt idx="58661">
                  <c:v>81.91</c:v>
                </c:pt>
                <c:pt idx="58662">
                  <c:v>97.08</c:v>
                </c:pt>
                <c:pt idx="58663">
                  <c:v>46.49</c:v>
                </c:pt>
                <c:pt idx="58664">
                  <c:v>53.97</c:v>
                </c:pt>
                <c:pt idx="58665">
                  <c:v>65.989999999999995</c:v>
                </c:pt>
                <c:pt idx="58666">
                  <c:v>125.19</c:v>
                </c:pt>
                <c:pt idx="58667">
                  <c:v>69.98</c:v>
                </c:pt>
                <c:pt idx="58668">
                  <c:v>99.98</c:v>
                </c:pt>
                <c:pt idx="58669">
                  <c:v>30</c:v>
                </c:pt>
                <c:pt idx="58670">
                  <c:v>124.06</c:v>
                </c:pt>
                <c:pt idx="58671">
                  <c:v>63.98</c:v>
                </c:pt>
                <c:pt idx="58672">
                  <c:v>76.069999999999993</c:v>
                </c:pt>
                <c:pt idx="58673">
                  <c:v>66.98</c:v>
                </c:pt>
                <c:pt idx="58674">
                  <c:v>19.489999999999998</c:v>
                </c:pt>
                <c:pt idx="58675">
                  <c:v>54.99</c:v>
                </c:pt>
                <c:pt idx="58676">
                  <c:v>63.98</c:v>
                </c:pt>
                <c:pt idx="58677">
                  <c:v>123.95</c:v>
                </c:pt>
                <c:pt idx="58678">
                  <c:v>57.98</c:v>
                </c:pt>
                <c:pt idx="58679">
                  <c:v>90.71</c:v>
                </c:pt>
                <c:pt idx="58680">
                  <c:v>79.98</c:v>
                </c:pt>
                <c:pt idx="58681">
                  <c:v>28.49</c:v>
                </c:pt>
                <c:pt idx="58682">
                  <c:v>227.93</c:v>
                </c:pt>
                <c:pt idx="58683">
                  <c:v>89.98</c:v>
                </c:pt>
                <c:pt idx="58684">
                  <c:v>52.98</c:v>
                </c:pt>
                <c:pt idx="58685">
                  <c:v>125.08</c:v>
                </c:pt>
                <c:pt idx="58686">
                  <c:v>70.760000000000005</c:v>
                </c:pt>
                <c:pt idx="58687">
                  <c:v>65.989999999999995</c:v>
                </c:pt>
                <c:pt idx="58688">
                  <c:v>83.48</c:v>
                </c:pt>
                <c:pt idx="58689">
                  <c:v>137.88999999999999</c:v>
                </c:pt>
                <c:pt idx="58690">
                  <c:v>18.64</c:v>
                </c:pt>
                <c:pt idx="58691">
                  <c:v>114.91</c:v>
                </c:pt>
                <c:pt idx="58692">
                  <c:v>105.98</c:v>
                </c:pt>
                <c:pt idx="58693">
                  <c:v>64.98</c:v>
                </c:pt>
                <c:pt idx="58694">
                  <c:v>93.96</c:v>
                </c:pt>
                <c:pt idx="58695">
                  <c:v>59.99</c:v>
                </c:pt>
                <c:pt idx="58696">
                  <c:v>70.16</c:v>
                </c:pt>
                <c:pt idx="58697">
                  <c:v>59.94</c:v>
                </c:pt>
                <c:pt idx="58698">
                  <c:v>102.56</c:v>
                </c:pt>
                <c:pt idx="58699">
                  <c:v>26.48</c:v>
                </c:pt>
                <c:pt idx="58700">
                  <c:v>83.95</c:v>
                </c:pt>
                <c:pt idx="58701">
                  <c:v>56.48</c:v>
                </c:pt>
                <c:pt idx="58702">
                  <c:v>27.49</c:v>
                </c:pt>
                <c:pt idx="58703">
                  <c:v>57.98</c:v>
                </c:pt>
                <c:pt idx="58704">
                  <c:v>93.96</c:v>
                </c:pt>
                <c:pt idx="58705">
                  <c:v>57.98</c:v>
                </c:pt>
                <c:pt idx="58706">
                  <c:v>88.17</c:v>
                </c:pt>
                <c:pt idx="58707">
                  <c:v>239.14</c:v>
                </c:pt>
                <c:pt idx="58708">
                  <c:v>86.97</c:v>
                </c:pt>
                <c:pt idx="58709">
                  <c:v>124.97</c:v>
                </c:pt>
                <c:pt idx="58710">
                  <c:v>65.33</c:v>
                </c:pt>
                <c:pt idx="58711">
                  <c:v>16.29</c:v>
                </c:pt>
                <c:pt idx="58712">
                  <c:v>24.49</c:v>
                </c:pt>
                <c:pt idx="58713">
                  <c:v>94.98</c:v>
                </c:pt>
                <c:pt idx="58714">
                  <c:v>53.98</c:v>
                </c:pt>
                <c:pt idx="58715">
                  <c:v>47.48</c:v>
                </c:pt>
                <c:pt idx="58716">
                  <c:v>53.98</c:v>
                </c:pt>
                <c:pt idx="58717">
                  <c:v>99.98</c:v>
                </c:pt>
                <c:pt idx="58718">
                  <c:v>40.270000000000003</c:v>
                </c:pt>
                <c:pt idx="58719">
                  <c:v>85.97</c:v>
                </c:pt>
                <c:pt idx="58720">
                  <c:v>55.98</c:v>
                </c:pt>
                <c:pt idx="58721">
                  <c:v>159.69999999999999</c:v>
                </c:pt>
                <c:pt idx="58722">
                  <c:v>34.49</c:v>
                </c:pt>
                <c:pt idx="58723">
                  <c:v>59.98</c:v>
                </c:pt>
                <c:pt idx="58724">
                  <c:v>56.97</c:v>
                </c:pt>
                <c:pt idx="58725">
                  <c:v>26.48</c:v>
                </c:pt>
                <c:pt idx="58726">
                  <c:v>81.97</c:v>
                </c:pt>
                <c:pt idx="58727">
                  <c:v>53.98</c:v>
                </c:pt>
                <c:pt idx="58728">
                  <c:v>41.29</c:v>
                </c:pt>
                <c:pt idx="58729">
                  <c:v>41.49</c:v>
                </c:pt>
                <c:pt idx="58730">
                  <c:v>62.97</c:v>
                </c:pt>
                <c:pt idx="58731">
                  <c:v>-41.49</c:v>
                </c:pt>
                <c:pt idx="58732">
                  <c:v>97.96</c:v>
                </c:pt>
                <c:pt idx="58733">
                  <c:v>119.9</c:v>
                </c:pt>
                <c:pt idx="58734">
                  <c:v>83.48</c:v>
                </c:pt>
                <c:pt idx="58735">
                  <c:v>52.97</c:v>
                </c:pt>
                <c:pt idx="58736">
                  <c:v>94.97</c:v>
                </c:pt>
                <c:pt idx="58737">
                  <c:v>46.94</c:v>
                </c:pt>
                <c:pt idx="58738">
                  <c:v>131.97999999999999</c:v>
                </c:pt>
                <c:pt idx="58739">
                  <c:v>69.97</c:v>
                </c:pt>
                <c:pt idx="58740">
                  <c:v>59.98</c:v>
                </c:pt>
                <c:pt idx="58741">
                  <c:v>65.989999999999995</c:v>
                </c:pt>
                <c:pt idx="58742">
                  <c:v>60.97</c:v>
                </c:pt>
                <c:pt idx="58743">
                  <c:v>59.36</c:v>
                </c:pt>
                <c:pt idx="58744">
                  <c:v>49.48</c:v>
                </c:pt>
                <c:pt idx="58745">
                  <c:v>79.98</c:v>
                </c:pt>
                <c:pt idx="58746">
                  <c:v>56.97</c:v>
                </c:pt>
                <c:pt idx="58747">
                  <c:v>57.98</c:v>
                </c:pt>
                <c:pt idx="58748">
                  <c:v>55.98</c:v>
                </c:pt>
                <c:pt idx="58749">
                  <c:v>51.98</c:v>
                </c:pt>
                <c:pt idx="58750">
                  <c:v>79.98</c:v>
                </c:pt>
                <c:pt idx="58751">
                  <c:v>150.97</c:v>
                </c:pt>
                <c:pt idx="58752">
                  <c:v>94.71</c:v>
                </c:pt>
                <c:pt idx="58753">
                  <c:v>13.28</c:v>
                </c:pt>
                <c:pt idx="58754">
                  <c:v>99.99</c:v>
                </c:pt>
                <c:pt idx="58755">
                  <c:v>53.34</c:v>
                </c:pt>
                <c:pt idx="58756">
                  <c:v>19.29</c:v>
                </c:pt>
                <c:pt idx="58757">
                  <c:v>267.95</c:v>
                </c:pt>
                <c:pt idx="58758">
                  <c:v>51.38</c:v>
                </c:pt>
                <c:pt idx="58759">
                  <c:v>36.79</c:v>
                </c:pt>
                <c:pt idx="58760">
                  <c:v>70.14</c:v>
                </c:pt>
                <c:pt idx="58761">
                  <c:v>59.39</c:v>
                </c:pt>
                <c:pt idx="58762">
                  <c:v>76.34</c:v>
                </c:pt>
                <c:pt idx="58763">
                  <c:v>72.47</c:v>
                </c:pt>
                <c:pt idx="58764">
                  <c:v>59.97</c:v>
                </c:pt>
                <c:pt idx="58765">
                  <c:v>83.97</c:v>
                </c:pt>
                <c:pt idx="58766">
                  <c:v>128.94999999999999</c:v>
                </c:pt>
                <c:pt idx="58767">
                  <c:v>59.36</c:v>
                </c:pt>
                <c:pt idx="58768">
                  <c:v>84.98</c:v>
                </c:pt>
                <c:pt idx="58769">
                  <c:v>58.97</c:v>
                </c:pt>
                <c:pt idx="58770">
                  <c:v>79.89</c:v>
                </c:pt>
                <c:pt idx="58771">
                  <c:v>333.95</c:v>
                </c:pt>
                <c:pt idx="58772">
                  <c:v>55.98</c:v>
                </c:pt>
                <c:pt idx="58773">
                  <c:v>127.04</c:v>
                </c:pt>
                <c:pt idx="58774">
                  <c:v>65.989999999999995</c:v>
                </c:pt>
                <c:pt idx="58775">
                  <c:v>199.95</c:v>
                </c:pt>
                <c:pt idx="58776">
                  <c:v>126.06</c:v>
                </c:pt>
                <c:pt idx="58777">
                  <c:v>85.89</c:v>
                </c:pt>
                <c:pt idx="58778">
                  <c:v>59.98</c:v>
                </c:pt>
                <c:pt idx="58779">
                  <c:v>25.49</c:v>
                </c:pt>
                <c:pt idx="58780">
                  <c:v>38.229999999999997</c:v>
                </c:pt>
                <c:pt idx="58781">
                  <c:v>79.98</c:v>
                </c:pt>
                <c:pt idx="58782">
                  <c:v>57.98</c:v>
                </c:pt>
                <c:pt idx="58783">
                  <c:v>15.49</c:v>
                </c:pt>
                <c:pt idx="58784">
                  <c:v>45.49</c:v>
                </c:pt>
                <c:pt idx="58785">
                  <c:v>89.97</c:v>
                </c:pt>
                <c:pt idx="58786">
                  <c:v>80.97</c:v>
                </c:pt>
                <c:pt idx="58787">
                  <c:v>55.98</c:v>
                </c:pt>
                <c:pt idx="58788">
                  <c:v>131.97999999999999</c:v>
                </c:pt>
                <c:pt idx="58789">
                  <c:v>53.96</c:v>
                </c:pt>
                <c:pt idx="58790">
                  <c:v>50.38</c:v>
                </c:pt>
                <c:pt idx="58791">
                  <c:v>187.93</c:v>
                </c:pt>
                <c:pt idx="58792">
                  <c:v>131.97999999999999</c:v>
                </c:pt>
                <c:pt idx="58793">
                  <c:v>25.49</c:v>
                </c:pt>
                <c:pt idx="58794">
                  <c:v>48.89</c:v>
                </c:pt>
                <c:pt idx="58795">
                  <c:v>16.489999999999998</c:v>
                </c:pt>
                <c:pt idx="58796">
                  <c:v>127.48</c:v>
                </c:pt>
                <c:pt idx="58797">
                  <c:v>89.97</c:v>
                </c:pt>
                <c:pt idx="58798">
                  <c:v>26.29</c:v>
                </c:pt>
                <c:pt idx="58799">
                  <c:v>178.94</c:v>
                </c:pt>
                <c:pt idx="58800">
                  <c:v>130.44999999999999</c:v>
                </c:pt>
                <c:pt idx="58801">
                  <c:v>58.97</c:v>
                </c:pt>
                <c:pt idx="58802">
                  <c:v>53.98</c:v>
                </c:pt>
                <c:pt idx="58803">
                  <c:v>79.989999999999995</c:v>
                </c:pt>
                <c:pt idx="58804">
                  <c:v>55.98</c:v>
                </c:pt>
                <c:pt idx="58805">
                  <c:v>94.97</c:v>
                </c:pt>
                <c:pt idx="58806">
                  <c:v>62.97</c:v>
                </c:pt>
                <c:pt idx="58807">
                  <c:v>29.49</c:v>
                </c:pt>
                <c:pt idx="58808">
                  <c:v>65.989999999999995</c:v>
                </c:pt>
                <c:pt idx="58809">
                  <c:v>72.97</c:v>
                </c:pt>
                <c:pt idx="58810">
                  <c:v>28.49</c:v>
                </c:pt>
                <c:pt idx="58811">
                  <c:v>75.959999999999994</c:v>
                </c:pt>
                <c:pt idx="58812">
                  <c:v>63.95</c:v>
                </c:pt>
                <c:pt idx="58813">
                  <c:v>54.98</c:v>
                </c:pt>
                <c:pt idx="58814">
                  <c:v>60.99</c:v>
                </c:pt>
                <c:pt idx="58815">
                  <c:v>260.39999999999998</c:v>
                </c:pt>
                <c:pt idx="58816">
                  <c:v>54.99</c:v>
                </c:pt>
                <c:pt idx="58817">
                  <c:v>51.98</c:v>
                </c:pt>
                <c:pt idx="58818">
                  <c:v>68.959999999999994</c:v>
                </c:pt>
                <c:pt idx="58819">
                  <c:v>65.989999999999995</c:v>
                </c:pt>
                <c:pt idx="58820">
                  <c:v>63.96</c:v>
                </c:pt>
                <c:pt idx="58821">
                  <c:v>144.94999999999999</c:v>
                </c:pt>
                <c:pt idx="58822">
                  <c:v>147.22</c:v>
                </c:pt>
                <c:pt idx="58823">
                  <c:v>63.96</c:v>
                </c:pt>
                <c:pt idx="58824">
                  <c:v>99.99</c:v>
                </c:pt>
                <c:pt idx="58825">
                  <c:v>74.98</c:v>
                </c:pt>
                <c:pt idx="58826">
                  <c:v>134.97</c:v>
                </c:pt>
                <c:pt idx="58827">
                  <c:v>119.97</c:v>
                </c:pt>
                <c:pt idx="58828">
                  <c:v>103.96</c:v>
                </c:pt>
                <c:pt idx="58829">
                  <c:v>90.98</c:v>
                </c:pt>
                <c:pt idx="58830">
                  <c:v>93.96</c:v>
                </c:pt>
                <c:pt idx="58831">
                  <c:v>79.98</c:v>
                </c:pt>
                <c:pt idx="58832">
                  <c:v>84.45</c:v>
                </c:pt>
                <c:pt idx="58833">
                  <c:v>55.96</c:v>
                </c:pt>
                <c:pt idx="58834">
                  <c:v>53.98</c:v>
                </c:pt>
                <c:pt idx="58835">
                  <c:v>31.28</c:v>
                </c:pt>
                <c:pt idx="58836">
                  <c:v>149.94999999999999</c:v>
                </c:pt>
                <c:pt idx="58837">
                  <c:v>46.46</c:v>
                </c:pt>
                <c:pt idx="58838">
                  <c:v>73.52</c:v>
                </c:pt>
                <c:pt idx="58839">
                  <c:v>26.29</c:v>
                </c:pt>
                <c:pt idx="58840">
                  <c:v>24.48</c:v>
                </c:pt>
                <c:pt idx="58841">
                  <c:v>38.479999999999997</c:v>
                </c:pt>
                <c:pt idx="58842">
                  <c:v>30.78</c:v>
                </c:pt>
                <c:pt idx="58843">
                  <c:v>58.98</c:v>
                </c:pt>
                <c:pt idx="58844">
                  <c:v>46.49</c:v>
                </c:pt>
                <c:pt idx="58845">
                  <c:v>116.36</c:v>
                </c:pt>
                <c:pt idx="58846">
                  <c:v>121.98</c:v>
                </c:pt>
                <c:pt idx="58847">
                  <c:v>134.97</c:v>
                </c:pt>
                <c:pt idx="58848">
                  <c:v>50.96</c:v>
                </c:pt>
                <c:pt idx="58849">
                  <c:v>31.48</c:v>
                </c:pt>
                <c:pt idx="58850">
                  <c:v>124.95</c:v>
                </c:pt>
                <c:pt idx="58851">
                  <c:v>81.98</c:v>
                </c:pt>
                <c:pt idx="58852">
                  <c:v>64.62</c:v>
                </c:pt>
                <c:pt idx="58853">
                  <c:v>66.489999999999995</c:v>
                </c:pt>
                <c:pt idx="58854">
                  <c:v>51.28</c:v>
                </c:pt>
                <c:pt idx="58855">
                  <c:v>62.97</c:v>
                </c:pt>
                <c:pt idx="58856">
                  <c:v>197.97</c:v>
                </c:pt>
                <c:pt idx="58857">
                  <c:v>70.66</c:v>
                </c:pt>
                <c:pt idx="58858">
                  <c:v>12.59</c:v>
                </c:pt>
                <c:pt idx="58859">
                  <c:v>62.98</c:v>
                </c:pt>
                <c:pt idx="58860">
                  <c:v>79.98</c:v>
                </c:pt>
                <c:pt idx="58861">
                  <c:v>62.06</c:v>
                </c:pt>
                <c:pt idx="58862">
                  <c:v>46.29</c:v>
                </c:pt>
                <c:pt idx="58863">
                  <c:v>28.48</c:v>
                </c:pt>
                <c:pt idx="58864">
                  <c:v>126.98</c:v>
                </c:pt>
                <c:pt idx="58865">
                  <c:v>71.599999999999994</c:v>
                </c:pt>
                <c:pt idx="58866">
                  <c:v>51.49</c:v>
                </c:pt>
                <c:pt idx="58867">
                  <c:v>-46.29</c:v>
                </c:pt>
                <c:pt idx="58868">
                  <c:v>56.98</c:v>
                </c:pt>
                <c:pt idx="58869">
                  <c:v>46.49</c:v>
                </c:pt>
                <c:pt idx="58870">
                  <c:v>61.96</c:v>
                </c:pt>
                <c:pt idx="58871">
                  <c:v>83.48</c:v>
                </c:pt>
                <c:pt idx="58872">
                  <c:v>29.49</c:v>
                </c:pt>
                <c:pt idx="58873">
                  <c:v>51.98</c:v>
                </c:pt>
                <c:pt idx="58874">
                  <c:v>70.98</c:v>
                </c:pt>
                <c:pt idx="58875">
                  <c:v>39.47</c:v>
                </c:pt>
                <c:pt idx="58876">
                  <c:v>-30.78</c:v>
                </c:pt>
                <c:pt idx="58877">
                  <c:v>29.49</c:v>
                </c:pt>
                <c:pt idx="58878">
                  <c:v>30.48</c:v>
                </c:pt>
                <c:pt idx="58879">
                  <c:v>30</c:v>
                </c:pt>
                <c:pt idx="58880">
                  <c:v>59.98</c:v>
                </c:pt>
                <c:pt idx="58881">
                  <c:v>31.48</c:v>
                </c:pt>
                <c:pt idx="58882">
                  <c:v>74.98</c:v>
                </c:pt>
                <c:pt idx="58883">
                  <c:v>55.96</c:v>
                </c:pt>
                <c:pt idx="58884">
                  <c:v>58.98</c:v>
                </c:pt>
                <c:pt idx="58885">
                  <c:v>55.98</c:v>
                </c:pt>
                <c:pt idx="58886">
                  <c:v>108.88</c:v>
                </c:pt>
                <c:pt idx="58887">
                  <c:v>149.94999999999999</c:v>
                </c:pt>
                <c:pt idx="58888">
                  <c:v>175.19</c:v>
                </c:pt>
                <c:pt idx="58889">
                  <c:v>145.16</c:v>
                </c:pt>
                <c:pt idx="58890">
                  <c:v>105.98</c:v>
                </c:pt>
                <c:pt idx="58891">
                  <c:v>201.52</c:v>
                </c:pt>
                <c:pt idx="58892">
                  <c:v>131.97999999999999</c:v>
                </c:pt>
                <c:pt idx="58893">
                  <c:v>104.95</c:v>
                </c:pt>
                <c:pt idx="58894">
                  <c:v>107.96</c:v>
                </c:pt>
                <c:pt idx="58895">
                  <c:v>77.97</c:v>
                </c:pt>
                <c:pt idx="58896">
                  <c:v>115.96</c:v>
                </c:pt>
                <c:pt idx="58897">
                  <c:v>71.959999999999994</c:v>
                </c:pt>
                <c:pt idx="58898">
                  <c:v>66.98</c:v>
                </c:pt>
                <c:pt idx="58899">
                  <c:v>59.37</c:v>
                </c:pt>
                <c:pt idx="58900">
                  <c:v>66.53</c:v>
                </c:pt>
                <c:pt idx="58901">
                  <c:v>152.96</c:v>
                </c:pt>
                <c:pt idx="58902">
                  <c:v>105.23</c:v>
                </c:pt>
                <c:pt idx="58903">
                  <c:v>53.97</c:v>
                </c:pt>
                <c:pt idx="58904">
                  <c:v>57.97</c:v>
                </c:pt>
                <c:pt idx="58905">
                  <c:v>66.97</c:v>
                </c:pt>
                <c:pt idx="58906">
                  <c:v>240.93</c:v>
                </c:pt>
                <c:pt idx="58907">
                  <c:v>43.47</c:v>
                </c:pt>
                <c:pt idx="58908">
                  <c:v>103.96</c:v>
                </c:pt>
                <c:pt idx="58909">
                  <c:v>67.47</c:v>
                </c:pt>
                <c:pt idx="58910">
                  <c:v>203.31</c:v>
                </c:pt>
                <c:pt idx="58911">
                  <c:v>79.849999999999994</c:v>
                </c:pt>
                <c:pt idx="58912">
                  <c:v>68.98</c:v>
                </c:pt>
                <c:pt idx="58913">
                  <c:v>147.94999999999999</c:v>
                </c:pt>
                <c:pt idx="58914">
                  <c:v>24.49</c:v>
                </c:pt>
                <c:pt idx="58915">
                  <c:v>22.48</c:v>
                </c:pt>
                <c:pt idx="58916">
                  <c:v>33.479999999999997</c:v>
                </c:pt>
                <c:pt idx="58917">
                  <c:v>119.96</c:v>
                </c:pt>
                <c:pt idx="58918">
                  <c:v>53.97</c:v>
                </c:pt>
                <c:pt idx="58919">
                  <c:v>65.959999999999994</c:v>
                </c:pt>
                <c:pt idx="58920">
                  <c:v>35.29</c:v>
                </c:pt>
                <c:pt idx="58921">
                  <c:v>50.97</c:v>
                </c:pt>
                <c:pt idx="58922">
                  <c:v>79.98</c:v>
                </c:pt>
                <c:pt idx="58923">
                  <c:v>98.96</c:v>
                </c:pt>
                <c:pt idx="58924">
                  <c:v>57.98</c:v>
                </c:pt>
                <c:pt idx="58925">
                  <c:v>59.98</c:v>
                </c:pt>
                <c:pt idx="58926">
                  <c:v>104.46</c:v>
                </c:pt>
                <c:pt idx="58927">
                  <c:v>131.97999999999999</c:v>
                </c:pt>
                <c:pt idx="58928">
                  <c:v>57.98</c:v>
                </c:pt>
                <c:pt idx="58929">
                  <c:v>57.58</c:v>
                </c:pt>
                <c:pt idx="58930">
                  <c:v>35.49</c:v>
                </c:pt>
                <c:pt idx="58931">
                  <c:v>13.49</c:v>
                </c:pt>
                <c:pt idx="58932">
                  <c:v>59.98</c:v>
                </c:pt>
                <c:pt idx="58933">
                  <c:v>147.56</c:v>
                </c:pt>
                <c:pt idx="58934">
                  <c:v>339.88</c:v>
                </c:pt>
                <c:pt idx="58935">
                  <c:v>60.37</c:v>
                </c:pt>
                <c:pt idx="58936">
                  <c:v>95.97</c:v>
                </c:pt>
                <c:pt idx="58937">
                  <c:v>127.06</c:v>
                </c:pt>
                <c:pt idx="58938">
                  <c:v>65.97</c:v>
                </c:pt>
                <c:pt idx="58939">
                  <c:v>362.82</c:v>
                </c:pt>
                <c:pt idx="58940">
                  <c:v>201.93</c:v>
                </c:pt>
                <c:pt idx="58941">
                  <c:v>69.98</c:v>
                </c:pt>
                <c:pt idx="58942">
                  <c:v>59.47</c:v>
                </c:pt>
                <c:pt idx="58943">
                  <c:v>67.98</c:v>
                </c:pt>
                <c:pt idx="58944">
                  <c:v>55.98</c:v>
                </c:pt>
                <c:pt idx="58945">
                  <c:v>95.26</c:v>
                </c:pt>
                <c:pt idx="58946">
                  <c:v>122.96</c:v>
                </c:pt>
                <c:pt idx="58947">
                  <c:v>69.95</c:v>
                </c:pt>
                <c:pt idx="58948">
                  <c:v>121.98</c:v>
                </c:pt>
                <c:pt idx="58949">
                  <c:v>55.98</c:v>
                </c:pt>
                <c:pt idx="58950">
                  <c:v>51.96</c:v>
                </c:pt>
                <c:pt idx="58951">
                  <c:v>131.97999999999999</c:v>
                </c:pt>
                <c:pt idx="58952">
                  <c:v>27.48</c:v>
                </c:pt>
                <c:pt idx="58953">
                  <c:v>54.28</c:v>
                </c:pt>
                <c:pt idx="58954">
                  <c:v>55.96</c:v>
                </c:pt>
                <c:pt idx="58955">
                  <c:v>59.96</c:v>
                </c:pt>
                <c:pt idx="58956">
                  <c:v>89.97</c:v>
                </c:pt>
                <c:pt idx="58957">
                  <c:v>26.99</c:v>
                </c:pt>
                <c:pt idx="58958">
                  <c:v>131.97999999999999</c:v>
                </c:pt>
                <c:pt idx="58959">
                  <c:v>51.98</c:v>
                </c:pt>
                <c:pt idx="58960">
                  <c:v>88.57</c:v>
                </c:pt>
                <c:pt idx="58961">
                  <c:v>131.97999999999999</c:v>
                </c:pt>
                <c:pt idx="58962">
                  <c:v>40.49</c:v>
                </c:pt>
                <c:pt idx="58963">
                  <c:v>30.48</c:v>
                </c:pt>
                <c:pt idx="58964">
                  <c:v>60.99</c:v>
                </c:pt>
                <c:pt idx="58965">
                  <c:v>48.48</c:v>
                </c:pt>
                <c:pt idx="58966">
                  <c:v>73.97</c:v>
                </c:pt>
                <c:pt idx="58967">
                  <c:v>56.98</c:v>
                </c:pt>
                <c:pt idx="58968">
                  <c:v>61.28</c:v>
                </c:pt>
                <c:pt idx="58969">
                  <c:v>166.93</c:v>
                </c:pt>
                <c:pt idx="58970">
                  <c:v>55.98</c:v>
                </c:pt>
                <c:pt idx="58971">
                  <c:v>111.95</c:v>
                </c:pt>
                <c:pt idx="58972">
                  <c:v>45.26</c:v>
                </c:pt>
                <c:pt idx="58973">
                  <c:v>83.97</c:v>
                </c:pt>
                <c:pt idx="58974">
                  <c:v>65.989999999999995</c:v>
                </c:pt>
                <c:pt idx="58975">
                  <c:v>62.58</c:v>
                </c:pt>
                <c:pt idx="58976">
                  <c:v>53.31</c:v>
                </c:pt>
                <c:pt idx="58977">
                  <c:v>88.16</c:v>
                </c:pt>
                <c:pt idx="58978">
                  <c:v>83.48</c:v>
                </c:pt>
                <c:pt idx="58979">
                  <c:v>37.979999999999997</c:v>
                </c:pt>
                <c:pt idx="58980">
                  <c:v>38.479999999999997</c:v>
                </c:pt>
                <c:pt idx="58981">
                  <c:v>129.94999999999999</c:v>
                </c:pt>
                <c:pt idx="58982">
                  <c:v>105.98</c:v>
                </c:pt>
                <c:pt idx="58983">
                  <c:v>24.48</c:v>
                </c:pt>
                <c:pt idx="58984">
                  <c:v>16.29</c:v>
                </c:pt>
                <c:pt idx="58985">
                  <c:v>126.79</c:v>
                </c:pt>
                <c:pt idx="58986">
                  <c:v>51.98</c:v>
                </c:pt>
                <c:pt idx="58987">
                  <c:v>53.97</c:v>
                </c:pt>
                <c:pt idx="58988">
                  <c:v>54.98</c:v>
                </c:pt>
                <c:pt idx="58989">
                  <c:v>55.98</c:v>
                </c:pt>
                <c:pt idx="58990">
                  <c:v>72.97</c:v>
                </c:pt>
                <c:pt idx="58991">
                  <c:v>111.96</c:v>
                </c:pt>
                <c:pt idx="58992">
                  <c:v>11.38</c:v>
                </c:pt>
                <c:pt idx="58993">
                  <c:v>10.29</c:v>
                </c:pt>
                <c:pt idx="58994">
                  <c:v>55.78</c:v>
                </c:pt>
                <c:pt idx="58995">
                  <c:v>65.989999999999995</c:v>
                </c:pt>
                <c:pt idx="58996">
                  <c:v>63.96</c:v>
                </c:pt>
                <c:pt idx="58997">
                  <c:v>126.06</c:v>
                </c:pt>
                <c:pt idx="58998">
                  <c:v>131.97999999999999</c:v>
                </c:pt>
                <c:pt idx="58999">
                  <c:v>84.27</c:v>
                </c:pt>
                <c:pt idx="59000">
                  <c:v>65.989999999999995</c:v>
                </c:pt>
                <c:pt idx="59001">
                  <c:v>76.98</c:v>
                </c:pt>
                <c:pt idx="59002">
                  <c:v>87.92</c:v>
                </c:pt>
                <c:pt idx="59003">
                  <c:v>53.98</c:v>
                </c:pt>
                <c:pt idx="59004">
                  <c:v>152.53</c:v>
                </c:pt>
                <c:pt idx="59005">
                  <c:v>50.97</c:v>
                </c:pt>
                <c:pt idx="59006">
                  <c:v>178.66</c:v>
                </c:pt>
                <c:pt idx="59007">
                  <c:v>55.98</c:v>
                </c:pt>
                <c:pt idx="59008">
                  <c:v>74.959999999999994</c:v>
                </c:pt>
                <c:pt idx="59009">
                  <c:v>54.94</c:v>
                </c:pt>
                <c:pt idx="59010">
                  <c:v>89.99</c:v>
                </c:pt>
                <c:pt idx="59011">
                  <c:v>64.959999999999994</c:v>
                </c:pt>
                <c:pt idx="59012">
                  <c:v>28.49</c:v>
                </c:pt>
                <c:pt idx="59013">
                  <c:v>117.94</c:v>
                </c:pt>
                <c:pt idx="59014">
                  <c:v>88.23</c:v>
                </c:pt>
                <c:pt idx="59015">
                  <c:v>115.96</c:v>
                </c:pt>
                <c:pt idx="59016">
                  <c:v>50.98</c:v>
                </c:pt>
                <c:pt idx="59017">
                  <c:v>16.489999999999998</c:v>
                </c:pt>
                <c:pt idx="59018">
                  <c:v>94.97</c:v>
                </c:pt>
                <c:pt idx="59019">
                  <c:v>31.28</c:v>
                </c:pt>
                <c:pt idx="59020">
                  <c:v>68.48</c:v>
                </c:pt>
                <c:pt idx="59021">
                  <c:v>25.28</c:v>
                </c:pt>
                <c:pt idx="59022">
                  <c:v>99.99</c:v>
                </c:pt>
                <c:pt idx="59023">
                  <c:v>142.94999999999999</c:v>
                </c:pt>
                <c:pt idx="59024">
                  <c:v>22.27</c:v>
                </c:pt>
                <c:pt idx="59025">
                  <c:v>77.97</c:v>
                </c:pt>
                <c:pt idx="59026">
                  <c:v>154.96</c:v>
                </c:pt>
                <c:pt idx="59027">
                  <c:v>57.97</c:v>
                </c:pt>
                <c:pt idx="59028">
                  <c:v>120.98</c:v>
                </c:pt>
                <c:pt idx="59029">
                  <c:v>316.95</c:v>
                </c:pt>
                <c:pt idx="59030">
                  <c:v>29.28</c:v>
                </c:pt>
                <c:pt idx="59031">
                  <c:v>83.97</c:v>
                </c:pt>
                <c:pt idx="59032">
                  <c:v>49.47</c:v>
                </c:pt>
                <c:pt idx="59033">
                  <c:v>-45.26</c:v>
                </c:pt>
                <c:pt idx="59034">
                  <c:v>55.98</c:v>
                </c:pt>
                <c:pt idx="59035">
                  <c:v>154.13</c:v>
                </c:pt>
                <c:pt idx="59036">
                  <c:v>75.97</c:v>
                </c:pt>
                <c:pt idx="59037">
                  <c:v>25.28</c:v>
                </c:pt>
                <c:pt idx="59038">
                  <c:v>117.95</c:v>
                </c:pt>
                <c:pt idx="59039">
                  <c:v>89.98</c:v>
                </c:pt>
                <c:pt idx="59040">
                  <c:v>95.96</c:v>
                </c:pt>
                <c:pt idx="59041">
                  <c:v>99.96</c:v>
                </c:pt>
                <c:pt idx="59042">
                  <c:v>51.48</c:v>
                </c:pt>
                <c:pt idx="59043">
                  <c:v>21.49</c:v>
                </c:pt>
                <c:pt idx="59044">
                  <c:v>77.42</c:v>
                </c:pt>
                <c:pt idx="59045">
                  <c:v>21.49</c:v>
                </c:pt>
                <c:pt idx="59046">
                  <c:v>84.27</c:v>
                </c:pt>
                <c:pt idx="59047">
                  <c:v>161.97</c:v>
                </c:pt>
                <c:pt idx="59048">
                  <c:v>51.98</c:v>
                </c:pt>
                <c:pt idx="59049">
                  <c:v>48.48</c:v>
                </c:pt>
                <c:pt idx="59050">
                  <c:v>89.97</c:v>
                </c:pt>
                <c:pt idx="59051">
                  <c:v>56.97</c:v>
                </c:pt>
                <c:pt idx="59052">
                  <c:v>55.98</c:v>
                </c:pt>
                <c:pt idx="59053">
                  <c:v>83.97</c:v>
                </c:pt>
                <c:pt idx="59054">
                  <c:v>176.59</c:v>
                </c:pt>
                <c:pt idx="59055">
                  <c:v>40.49</c:v>
                </c:pt>
                <c:pt idx="59056">
                  <c:v>55.99</c:v>
                </c:pt>
                <c:pt idx="59057">
                  <c:v>83.45</c:v>
                </c:pt>
                <c:pt idx="59058">
                  <c:v>50.97</c:v>
                </c:pt>
                <c:pt idx="59059">
                  <c:v>99.9</c:v>
                </c:pt>
                <c:pt idx="59060">
                  <c:v>97.96</c:v>
                </c:pt>
                <c:pt idx="59061">
                  <c:v>79.98</c:v>
                </c:pt>
                <c:pt idx="59062">
                  <c:v>56.97</c:v>
                </c:pt>
                <c:pt idx="59063">
                  <c:v>19.489999999999998</c:v>
                </c:pt>
                <c:pt idx="59064">
                  <c:v>159.57</c:v>
                </c:pt>
                <c:pt idx="59065">
                  <c:v>70.66</c:v>
                </c:pt>
                <c:pt idx="59066">
                  <c:v>30.48</c:v>
                </c:pt>
                <c:pt idx="59067">
                  <c:v>55.98</c:v>
                </c:pt>
                <c:pt idx="59068">
                  <c:v>65.989999999999995</c:v>
                </c:pt>
                <c:pt idx="59069">
                  <c:v>53.99</c:v>
                </c:pt>
                <c:pt idx="59070">
                  <c:v>171.94</c:v>
                </c:pt>
                <c:pt idx="59071">
                  <c:v>71.97</c:v>
                </c:pt>
                <c:pt idx="59072">
                  <c:v>65.989999999999995</c:v>
                </c:pt>
                <c:pt idx="59073">
                  <c:v>53.98</c:v>
                </c:pt>
                <c:pt idx="59074">
                  <c:v>144.96</c:v>
                </c:pt>
                <c:pt idx="59075">
                  <c:v>19.489999999999998</c:v>
                </c:pt>
                <c:pt idx="59076">
                  <c:v>64.06</c:v>
                </c:pt>
                <c:pt idx="59077">
                  <c:v>44.04</c:v>
                </c:pt>
                <c:pt idx="59078">
                  <c:v>58.98</c:v>
                </c:pt>
                <c:pt idx="59079">
                  <c:v>84.66</c:v>
                </c:pt>
                <c:pt idx="59080">
                  <c:v>57.98</c:v>
                </c:pt>
                <c:pt idx="59081">
                  <c:v>89.98</c:v>
                </c:pt>
                <c:pt idx="59082">
                  <c:v>155.93</c:v>
                </c:pt>
                <c:pt idx="59083">
                  <c:v>59.95</c:v>
                </c:pt>
                <c:pt idx="59084">
                  <c:v>79.989999999999995</c:v>
                </c:pt>
                <c:pt idx="59085">
                  <c:v>53.97</c:v>
                </c:pt>
                <c:pt idx="59086">
                  <c:v>131.97999999999999</c:v>
                </c:pt>
                <c:pt idx="59087">
                  <c:v>76.69</c:v>
                </c:pt>
                <c:pt idx="59088">
                  <c:v>83.98</c:v>
                </c:pt>
                <c:pt idx="59089">
                  <c:v>100.98</c:v>
                </c:pt>
                <c:pt idx="59090">
                  <c:v>30.78</c:v>
                </c:pt>
                <c:pt idx="59091">
                  <c:v>34.36</c:v>
                </c:pt>
                <c:pt idx="59092">
                  <c:v>26.48</c:v>
                </c:pt>
                <c:pt idx="59093">
                  <c:v>121.97</c:v>
                </c:pt>
                <c:pt idx="59094">
                  <c:v>15.49</c:v>
                </c:pt>
                <c:pt idx="59095">
                  <c:v>103.96</c:v>
                </c:pt>
                <c:pt idx="59096">
                  <c:v>26.49</c:v>
                </c:pt>
                <c:pt idx="59097">
                  <c:v>79.98</c:v>
                </c:pt>
                <c:pt idx="59098">
                  <c:v>102.83</c:v>
                </c:pt>
                <c:pt idx="59099">
                  <c:v>37.619999999999997</c:v>
                </c:pt>
                <c:pt idx="59100">
                  <c:v>119.97</c:v>
                </c:pt>
                <c:pt idx="59101">
                  <c:v>152.53</c:v>
                </c:pt>
                <c:pt idx="59102">
                  <c:v>25.29</c:v>
                </c:pt>
                <c:pt idx="59103">
                  <c:v>65.989999999999995</c:v>
                </c:pt>
                <c:pt idx="59104">
                  <c:v>231.94</c:v>
                </c:pt>
                <c:pt idx="59105">
                  <c:v>95.97</c:v>
                </c:pt>
                <c:pt idx="59106">
                  <c:v>225.88</c:v>
                </c:pt>
                <c:pt idx="59107">
                  <c:v>147.94</c:v>
                </c:pt>
                <c:pt idx="59108">
                  <c:v>159.96</c:v>
                </c:pt>
                <c:pt idx="59109">
                  <c:v>104.95</c:v>
                </c:pt>
                <c:pt idx="59110">
                  <c:v>55.98</c:v>
                </c:pt>
                <c:pt idx="59111">
                  <c:v>21.29</c:v>
                </c:pt>
                <c:pt idx="59112">
                  <c:v>80.97</c:v>
                </c:pt>
                <c:pt idx="59113">
                  <c:v>104.95</c:v>
                </c:pt>
                <c:pt idx="59114">
                  <c:v>103.96</c:v>
                </c:pt>
                <c:pt idx="59115">
                  <c:v>28.49</c:v>
                </c:pt>
                <c:pt idx="59116">
                  <c:v>53.98</c:v>
                </c:pt>
                <c:pt idx="59117">
                  <c:v>59.98</c:v>
                </c:pt>
                <c:pt idx="59118">
                  <c:v>157.86000000000001</c:v>
                </c:pt>
                <c:pt idx="59119">
                  <c:v>43.48</c:v>
                </c:pt>
                <c:pt idx="59120">
                  <c:v>129.54</c:v>
                </c:pt>
                <c:pt idx="59121">
                  <c:v>69.98</c:v>
                </c:pt>
                <c:pt idx="59122">
                  <c:v>65.989999999999995</c:v>
                </c:pt>
                <c:pt idx="59123">
                  <c:v>64.59</c:v>
                </c:pt>
                <c:pt idx="59124">
                  <c:v>17.29</c:v>
                </c:pt>
                <c:pt idx="59125">
                  <c:v>95.56</c:v>
                </c:pt>
                <c:pt idx="59126">
                  <c:v>57.98</c:v>
                </c:pt>
                <c:pt idx="59127">
                  <c:v>150.97</c:v>
                </c:pt>
                <c:pt idx="59128">
                  <c:v>34.36</c:v>
                </c:pt>
                <c:pt idx="59129">
                  <c:v>57.98</c:v>
                </c:pt>
                <c:pt idx="59130">
                  <c:v>255.84</c:v>
                </c:pt>
                <c:pt idx="59131">
                  <c:v>88.57</c:v>
                </c:pt>
                <c:pt idx="59132">
                  <c:v>68.97</c:v>
                </c:pt>
                <c:pt idx="59133">
                  <c:v>49.12</c:v>
                </c:pt>
                <c:pt idx="59134">
                  <c:v>52.98</c:v>
                </c:pt>
                <c:pt idx="59135">
                  <c:v>21.49</c:v>
                </c:pt>
                <c:pt idx="59136">
                  <c:v>68.930000000000007</c:v>
                </c:pt>
                <c:pt idx="59137">
                  <c:v>119.95</c:v>
                </c:pt>
                <c:pt idx="59138">
                  <c:v>27.49</c:v>
                </c:pt>
                <c:pt idx="59139">
                  <c:v>60.98</c:v>
                </c:pt>
                <c:pt idx="59140">
                  <c:v>49.99</c:v>
                </c:pt>
                <c:pt idx="59141">
                  <c:v>111.96</c:v>
                </c:pt>
                <c:pt idx="59142">
                  <c:v>59.98</c:v>
                </c:pt>
                <c:pt idx="59143">
                  <c:v>203.2</c:v>
                </c:pt>
                <c:pt idx="59144">
                  <c:v>99.97</c:v>
                </c:pt>
                <c:pt idx="59145">
                  <c:v>104.46</c:v>
                </c:pt>
                <c:pt idx="59146">
                  <c:v>179.94</c:v>
                </c:pt>
                <c:pt idx="59147">
                  <c:v>89.97</c:v>
                </c:pt>
                <c:pt idx="59148">
                  <c:v>165.94</c:v>
                </c:pt>
                <c:pt idx="59149">
                  <c:v>53.97</c:v>
                </c:pt>
                <c:pt idx="59150">
                  <c:v>63.4</c:v>
                </c:pt>
                <c:pt idx="59151">
                  <c:v>53.96</c:v>
                </c:pt>
                <c:pt idx="59152">
                  <c:v>55.98</c:v>
                </c:pt>
                <c:pt idx="59153">
                  <c:v>132.56</c:v>
                </c:pt>
                <c:pt idx="59154">
                  <c:v>68.069999999999993</c:v>
                </c:pt>
                <c:pt idx="59155">
                  <c:v>55.97</c:v>
                </c:pt>
                <c:pt idx="59156">
                  <c:v>110.94</c:v>
                </c:pt>
                <c:pt idx="59157">
                  <c:v>30.98</c:v>
                </c:pt>
                <c:pt idx="59158">
                  <c:v>53.97</c:v>
                </c:pt>
                <c:pt idx="59159">
                  <c:v>51.98</c:v>
                </c:pt>
                <c:pt idx="59160">
                  <c:v>79.98</c:v>
                </c:pt>
                <c:pt idx="59161">
                  <c:v>89.97</c:v>
                </c:pt>
                <c:pt idx="59162">
                  <c:v>59.98</c:v>
                </c:pt>
                <c:pt idx="59163">
                  <c:v>99.99</c:v>
                </c:pt>
                <c:pt idx="59164">
                  <c:v>62.93</c:v>
                </c:pt>
                <c:pt idx="59165">
                  <c:v>80.97</c:v>
                </c:pt>
                <c:pt idx="59166">
                  <c:v>85.98</c:v>
                </c:pt>
                <c:pt idx="59167">
                  <c:v>59.96</c:v>
                </c:pt>
                <c:pt idx="59168">
                  <c:v>13.93</c:v>
                </c:pt>
                <c:pt idx="59169">
                  <c:v>23.79</c:v>
                </c:pt>
                <c:pt idx="59170">
                  <c:v>59.96</c:v>
                </c:pt>
                <c:pt idx="59171">
                  <c:v>78.47</c:v>
                </c:pt>
                <c:pt idx="59172">
                  <c:v>55.98</c:v>
                </c:pt>
                <c:pt idx="59173">
                  <c:v>131.97999999999999</c:v>
                </c:pt>
                <c:pt idx="59174">
                  <c:v>52.48</c:v>
                </c:pt>
                <c:pt idx="59175">
                  <c:v>54.99</c:v>
                </c:pt>
                <c:pt idx="59176">
                  <c:v>79.989999999999995</c:v>
                </c:pt>
                <c:pt idx="59177">
                  <c:v>150.97</c:v>
                </c:pt>
                <c:pt idx="59178">
                  <c:v>81.05</c:v>
                </c:pt>
                <c:pt idx="59179">
                  <c:v>65.989999999999995</c:v>
                </c:pt>
                <c:pt idx="59180">
                  <c:v>21.49</c:v>
                </c:pt>
                <c:pt idx="59181">
                  <c:v>164.96</c:v>
                </c:pt>
                <c:pt idx="59182">
                  <c:v>17.91</c:v>
                </c:pt>
                <c:pt idx="59183">
                  <c:v>65.989999999999995</c:v>
                </c:pt>
                <c:pt idx="59184">
                  <c:v>101.6</c:v>
                </c:pt>
                <c:pt idx="59185">
                  <c:v>69.98</c:v>
                </c:pt>
                <c:pt idx="59186">
                  <c:v>67.97</c:v>
                </c:pt>
                <c:pt idx="59187">
                  <c:v>20.49</c:v>
                </c:pt>
                <c:pt idx="59188">
                  <c:v>91.95</c:v>
                </c:pt>
                <c:pt idx="59189">
                  <c:v>129.94999999999999</c:v>
                </c:pt>
                <c:pt idx="59190">
                  <c:v>59.96</c:v>
                </c:pt>
                <c:pt idx="59191">
                  <c:v>49.98</c:v>
                </c:pt>
                <c:pt idx="59192">
                  <c:v>77.97</c:v>
                </c:pt>
                <c:pt idx="59193">
                  <c:v>-56.97</c:v>
                </c:pt>
                <c:pt idx="59194">
                  <c:v>25.98</c:v>
                </c:pt>
                <c:pt idx="59195">
                  <c:v>55.98</c:v>
                </c:pt>
                <c:pt idx="59196">
                  <c:v>167.45</c:v>
                </c:pt>
                <c:pt idx="59197">
                  <c:v>77.97</c:v>
                </c:pt>
                <c:pt idx="59198">
                  <c:v>108.48</c:v>
                </c:pt>
                <c:pt idx="59199">
                  <c:v>109.96</c:v>
                </c:pt>
                <c:pt idx="59200">
                  <c:v>65.989999999999995</c:v>
                </c:pt>
                <c:pt idx="59201">
                  <c:v>448.91</c:v>
                </c:pt>
                <c:pt idx="59202">
                  <c:v>235.79</c:v>
                </c:pt>
                <c:pt idx="59203">
                  <c:v>57.98</c:v>
                </c:pt>
                <c:pt idx="59204">
                  <c:v>54.99</c:v>
                </c:pt>
                <c:pt idx="59205">
                  <c:v>97.08</c:v>
                </c:pt>
                <c:pt idx="59206">
                  <c:v>113.95</c:v>
                </c:pt>
                <c:pt idx="59207">
                  <c:v>131.97999999999999</c:v>
                </c:pt>
                <c:pt idx="59208">
                  <c:v>83.98</c:v>
                </c:pt>
                <c:pt idx="59209">
                  <c:v>27.03</c:v>
                </c:pt>
                <c:pt idx="59210">
                  <c:v>49.98</c:v>
                </c:pt>
                <c:pt idx="59211">
                  <c:v>41.29</c:v>
                </c:pt>
                <c:pt idx="59212">
                  <c:v>54.98</c:v>
                </c:pt>
                <c:pt idx="59213">
                  <c:v>57.98</c:v>
                </c:pt>
                <c:pt idx="59214">
                  <c:v>130.66</c:v>
                </c:pt>
                <c:pt idx="59215">
                  <c:v>77.97</c:v>
                </c:pt>
                <c:pt idx="59216">
                  <c:v>61.43</c:v>
                </c:pt>
                <c:pt idx="59217">
                  <c:v>7.96</c:v>
                </c:pt>
                <c:pt idx="59218">
                  <c:v>79.98</c:v>
                </c:pt>
                <c:pt idx="59219">
                  <c:v>65.989999999999995</c:v>
                </c:pt>
                <c:pt idx="59220">
                  <c:v>59.97</c:v>
                </c:pt>
                <c:pt idx="59221">
                  <c:v>30.49</c:v>
                </c:pt>
                <c:pt idx="59222">
                  <c:v>88.96</c:v>
                </c:pt>
                <c:pt idx="59223">
                  <c:v>55.98</c:v>
                </c:pt>
                <c:pt idx="59224">
                  <c:v>121.97</c:v>
                </c:pt>
                <c:pt idx="59225">
                  <c:v>53.98</c:v>
                </c:pt>
                <c:pt idx="59226">
                  <c:v>79.98</c:v>
                </c:pt>
                <c:pt idx="59227">
                  <c:v>107.96</c:v>
                </c:pt>
                <c:pt idx="59228">
                  <c:v>63.98</c:v>
                </c:pt>
                <c:pt idx="59229">
                  <c:v>254.89</c:v>
                </c:pt>
                <c:pt idx="59230">
                  <c:v>64.98</c:v>
                </c:pt>
                <c:pt idx="59231">
                  <c:v>51.98</c:v>
                </c:pt>
                <c:pt idx="59232">
                  <c:v>89.98</c:v>
                </c:pt>
                <c:pt idx="59233">
                  <c:v>65.319999999999993</c:v>
                </c:pt>
                <c:pt idx="59234">
                  <c:v>63.35</c:v>
                </c:pt>
                <c:pt idx="59235">
                  <c:v>86.96</c:v>
                </c:pt>
                <c:pt idx="59236">
                  <c:v>104.36</c:v>
                </c:pt>
                <c:pt idx="59237">
                  <c:v>84.68</c:v>
                </c:pt>
                <c:pt idx="59238">
                  <c:v>49.98</c:v>
                </c:pt>
                <c:pt idx="59239">
                  <c:v>60.97</c:v>
                </c:pt>
                <c:pt idx="59240">
                  <c:v>77.97</c:v>
                </c:pt>
                <c:pt idx="59241">
                  <c:v>79.98</c:v>
                </c:pt>
                <c:pt idx="59242">
                  <c:v>103.79</c:v>
                </c:pt>
                <c:pt idx="59243">
                  <c:v>65.989999999999995</c:v>
                </c:pt>
                <c:pt idx="59244">
                  <c:v>79.98</c:v>
                </c:pt>
                <c:pt idx="59245">
                  <c:v>79.98</c:v>
                </c:pt>
                <c:pt idx="59246">
                  <c:v>80.97</c:v>
                </c:pt>
                <c:pt idx="59247">
                  <c:v>75.959999999999994</c:v>
                </c:pt>
                <c:pt idx="59248">
                  <c:v>51.98</c:v>
                </c:pt>
                <c:pt idx="59249">
                  <c:v>35.49</c:v>
                </c:pt>
                <c:pt idx="59250">
                  <c:v>200.12</c:v>
                </c:pt>
                <c:pt idx="59251">
                  <c:v>209.94</c:v>
                </c:pt>
                <c:pt idx="59252">
                  <c:v>30.49</c:v>
                </c:pt>
                <c:pt idx="59253">
                  <c:v>71.98</c:v>
                </c:pt>
                <c:pt idx="59254">
                  <c:v>103.96</c:v>
                </c:pt>
                <c:pt idx="59255">
                  <c:v>63.98</c:v>
                </c:pt>
                <c:pt idx="59256">
                  <c:v>55.98</c:v>
                </c:pt>
                <c:pt idx="59257">
                  <c:v>79.98</c:v>
                </c:pt>
                <c:pt idx="59258">
                  <c:v>16.29</c:v>
                </c:pt>
                <c:pt idx="59259">
                  <c:v>78.27</c:v>
                </c:pt>
                <c:pt idx="59260">
                  <c:v>65.989999999999995</c:v>
                </c:pt>
                <c:pt idx="59261">
                  <c:v>249.19</c:v>
                </c:pt>
                <c:pt idx="59262">
                  <c:v>72.53</c:v>
                </c:pt>
                <c:pt idx="59263">
                  <c:v>16.29</c:v>
                </c:pt>
                <c:pt idx="59264">
                  <c:v>11.49</c:v>
                </c:pt>
                <c:pt idx="59265">
                  <c:v>57.98</c:v>
                </c:pt>
                <c:pt idx="59266">
                  <c:v>119.97</c:v>
                </c:pt>
                <c:pt idx="59267">
                  <c:v>71.97</c:v>
                </c:pt>
                <c:pt idx="59268">
                  <c:v>53.97</c:v>
                </c:pt>
                <c:pt idx="59269">
                  <c:v>143.91999999999999</c:v>
                </c:pt>
                <c:pt idx="59270">
                  <c:v>21.5</c:v>
                </c:pt>
                <c:pt idx="59271">
                  <c:v>87.08</c:v>
                </c:pt>
                <c:pt idx="59272">
                  <c:v>163.30000000000001</c:v>
                </c:pt>
                <c:pt idx="59273">
                  <c:v>16.14</c:v>
                </c:pt>
                <c:pt idx="59274">
                  <c:v>99.98</c:v>
                </c:pt>
                <c:pt idx="59275">
                  <c:v>63.98</c:v>
                </c:pt>
                <c:pt idx="59276">
                  <c:v>145.72999999999999</c:v>
                </c:pt>
                <c:pt idx="59277">
                  <c:v>28.49</c:v>
                </c:pt>
                <c:pt idx="59278">
                  <c:v>53.98</c:v>
                </c:pt>
                <c:pt idx="59279">
                  <c:v>175.95</c:v>
                </c:pt>
                <c:pt idx="59280">
                  <c:v>59.98</c:v>
                </c:pt>
                <c:pt idx="59281">
                  <c:v>81.05</c:v>
                </c:pt>
                <c:pt idx="59282">
                  <c:v>60.98</c:v>
                </c:pt>
                <c:pt idx="59283">
                  <c:v>8.9600000000000009</c:v>
                </c:pt>
                <c:pt idx="59284">
                  <c:v>53.97</c:v>
                </c:pt>
                <c:pt idx="59285">
                  <c:v>111.96</c:v>
                </c:pt>
                <c:pt idx="59286">
                  <c:v>55.98</c:v>
                </c:pt>
                <c:pt idx="59287">
                  <c:v>59.98</c:v>
                </c:pt>
                <c:pt idx="59288">
                  <c:v>103.96</c:v>
                </c:pt>
                <c:pt idx="59289">
                  <c:v>119.97</c:v>
                </c:pt>
                <c:pt idx="59290">
                  <c:v>41.94</c:v>
                </c:pt>
                <c:pt idx="59291">
                  <c:v>66.97</c:v>
                </c:pt>
                <c:pt idx="59292">
                  <c:v>39.200000000000003</c:v>
                </c:pt>
                <c:pt idx="59293">
                  <c:v>25.68</c:v>
                </c:pt>
                <c:pt idx="59294">
                  <c:v>63.96</c:v>
                </c:pt>
                <c:pt idx="59295">
                  <c:v>122.19</c:v>
                </c:pt>
                <c:pt idx="59296">
                  <c:v>55.98</c:v>
                </c:pt>
                <c:pt idx="59297">
                  <c:v>53.98</c:v>
                </c:pt>
                <c:pt idx="59298">
                  <c:v>54.98</c:v>
                </c:pt>
                <c:pt idx="59299">
                  <c:v>91.71</c:v>
                </c:pt>
                <c:pt idx="59300">
                  <c:v>111.96</c:v>
                </c:pt>
                <c:pt idx="59301">
                  <c:v>62.03</c:v>
                </c:pt>
                <c:pt idx="59302">
                  <c:v>136.97</c:v>
                </c:pt>
                <c:pt idx="59303">
                  <c:v>55.98</c:v>
                </c:pt>
                <c:pt idx="59304">
                  <c:v>201.42</c:v>
                </c:pt>
                <c:pt idx="59305">
                  <c:v>53.93</c:v>
                </c:pt>
                <c:pt idx="59306">
                  <c:v>150.94999999999999</c:v>
                </c:pt>
                <c:pt idx="59307">
                  <c:v>65.989999999999995</c:v>
                </c:pt>
                <c:pt idx="59308">
                  <c:v>56.41</c:v>
                </c:pt>
                <c:pt idx="59309">
                  <c:v>59.97</c:v>
                </c:pt>
                <c:pt idx="59310">
                  <c:v>34.479999999999997</c:v>
                </c:pt>
                <c:pt idx="59311">
                  <c:v>59.97</c:v>
                </c:pt>
                <c:pt idx="59312">
                  <c:v>50.97</c:v>
                </c:pt>
                <c:pt idx="59313">
                  <c:v>99.96</c:v>
                </c:pt>
                <c:pt idx="59314">
                  <c:v>185.96</c:v>
                </c:pt>
                <c:pt idx="59315">
                  <c:v>82.24</c:v>
                </c:pt>
                <c:pt idx="59316">
                  <c:v>18.489999999999998</c:v>
                </c:pt>
                <c:pt idx="59317">
                  <c:v>57.98</c:v>
                </c:pt>
                <c:pt idx="59318">
                  <c:v>100.97</c:v>
                </c:pt>
                <c:pt idx="59319">
                  <c:v>110.96</c:v>
                </c:pt>
                <c:pt idx="59320">
                  <c:v>113.96</c:v>
                </c:pt>
                <c:pt idx="59321">
                  <c:v>50.97</c:v>
                </c:pt>
                <c:pt idx="59322">
                  <c:v>53.46</c:v>
                </c:pt>
                <c:pt idx="59323">
                  <c:v>59.96</c:v>
                </c:pt>
                <c:pt idx="59324">
                  <c:v>55.98</c:v>
                </c:pt>
                <c:pt idx="59325">
                  <c:v>100.98</c:v>
                </c:pt>
                <c:pt idx="59326">
                  <c:v>61.96</c:v>
                </c:pt>
                <c:pt idx="59327">
                  <c:v>103.97</c:v>
                </c:pt>
                <c:pt idx="59328">
                  <c:v>57.98</c:v>
                </c:pt>
                <c:pt idx="59329">
                  <c:v>89.98</c:v>
                </c:pt>
                <c:pt idx="59330">
                  <c:v>51.98</c:v>
                </c:pt>
                <c:pt idx="59331">
                  <c:v>119.74</c:v>
                </c:pt>
                <c:pt idx="59332">
                  <c:v>80.48</c:v>
                </c:pt>
                <c:pt idx="59333">
                  <c:v>28.29</c:v>
                </c:pt>
                <c:pt idx="59334">
                  <c:v>63.98</c:v>
                </c:pt>
                <c:pt idx="59335">
                  <c:v>86.97</c:v>
                </c:pt>
                <c:pt idx="59336">
                  <c:v>75.58</c:v>
                </c:pt>
                <c:pt idx="59337">
                  <c:v>57.98</c:v>
                </c:pt>
                <c:pt idx="59338">
                  <c:v>65.989999999999995</c:v>
                </c:pt>
                <c:pt idx="59339">
                  <c:v>58.96</c:v>
                </c:pt>
                <c:pt idx="59340">
                  <c:v>73.97</c:v>
                </c:pt>
                <c:pt idx="59341">
                  <c:v>76.58</c:v>
                </c:pt>
                <c:pt idx="59342">
                  <c:v>108.88</c:v>
                </c:pt>
                <c:pt idx="59343">
                  <c:v>190.44</c:v>
                </c:pt>
                <c:pt idx="59344">
                  <c:v>79.98</c:v>
                </c:pt>
                <c:pt idx="59345">
                  <c:v>99.96</c:v>
                </c:pt>
                <c:pt idx="59346">
                  <c:v>109.95</c:v>
                </c:pt>
                <c:pt idx="59347">
                  <c:v>56.97</c:v>
                </c:pt>
                <c:pt idx="59348">
                  <c:v>54.48</c:v>
                </c:pt>
                <c:pt idx="59349">
                  <c:v>66.540000000000006</c:v>
                </c:pt>
                <c:pt idx="59350">
                  <c:v>96.78</c:v>
                </c:pt>
                <c:pt idx="59351">
                  <c:v>62.97</c:v>
                </c:pt>
                <c:pt idx="59352">
                  <c:v>289.39</c:v>
                </c:pt>
                <c:pt idx="59353">
                  <c:v>55.98</c:v>
                </c:pt>
                <c:pt idx="59354">
                  <c:v>84.95</c:v>
                </c:pt>
                <c:pt idx="59355">
                  <c:v>20.29</c:v>
                </c:pt>
                <c:pt idx="59356">
                  <c:v>56.98</c:v>
                </c:pt>
                <c:pt idx="59357">
                  <c:v>37.29</c:v>
                </c:pt>
                <c:pt idx="59358">
                  <c:v>59.98</c:v>
                </c:pt>
                <c:pt idx="59359">
                  <c:v>16.29</c:v>
                </c:pt>
                <c:pt idx="59360">
                  <c:v>15.49</c:v>
                </c:pt>
                <c:pt idx="59361">
                  <c:v>51.28</c:v>
                </c:pt>
                <c:pt idx="59362">
                  <c:v>199.96</c:v>
                </c:pt>
                <c:pt idx="59363">
                  <c:v>84.97</c:v>
                </c:pt>
                <c:pt idx="59364">
                  <c:v>131.97999999999999</c:v>
                </c:pt>
                <c:pt idx="59365">
                  <c:v>65.989999999999995</c:v>
                </c:pt>
                <c:pt idx="59366">
                  <c:v>110.58</c:v>
                </c:pt>
                <c:pt idx="59367">
                  <c:v>-58.03</c:v>
                </c:pt>
                <c:pt idx="59368">
                  <c:v>41.29</c:v>
                </c:pt>
                <c:pt idx="59369">
                  <c:v>49.99</c:v>
                </c:pt>
                <c:pt idx="59370">
                  <c:v>55.98</c:v>
                </c:pt>
                <c:pt idx="59371">
                  <c:v>30.29</c:v>
                </c:pt>
                <c:pt idx="59372">
                  <c:v>29.99</c:v>
                </c:pt>
                <c:pt idx="59373">
                  <c:v>57.98</c:v>
                </c:pt>
                <c:pt idx="59374">
                  <c:v>71.97</c:v>
                </c:pt>
                <c:pt idx="59375">
                  <c:v>59.98</c:v>
                </c:pt>
                <c:pt idx="59376">
                  <c:v>7.49</c:v>
                </c:pt>
                <c:pt idx="59377">
                  <c:v>94.95</c:v>
                </c:pt>
                <c:pt idx="59378">
                  <c:v>26.29</c:v>
                </c:pt>
                <c:pt idx="59379">
                  <c:v>64.48</c:v>
                </c:pt>
                <c:pt idx="59380">
                  <c:v>217.78</c:v>
                </c:pt>
                <c:pt idx="59381">
                  <c:v>65.989999999999995</c:v>
                </c:pt>
                <c:pt idx="59382">
                  <c:v>54.98</c:v>
                </c:pt>
                <c:pt idx="59383">
                  <c:v>29.49</c:v>
                </c:pt>
                <c:pt idx="59384">
                  <c:v>63.96</c:v>
                </c:pt>
                <c:pt idx="59385">
                  <c:v>83.45</c:v>
                </c:pt>
                <c:pt idx="59386">
                  <c:v>41.48</c:v>
                </c:pt>
                <c:pt idx="59387">
                  <c:v>105.23</c:v>
                </c:pt>
                <c:pt idx="59388">
                  <c:v>49.43</c:v>
                </c:pt>
                <c:pt idx="59389">
                  <c:v>163.96</c:v>
                </c:pt>
                <c:pt idx="59390">
                  <c:v>57.98</c:v>
                </c:pt>
                <c:pt idx="59391">
                  <c:v>54.98</c:v>
                </c:pt>
                <c:pt idx="59392">
                  <c:v>130.63</c:v>
                </c:pt>
                <c:pt idx="59393">
                  <c:v>59.99</c:v>
                </c:pt>
                <c:pt idx="59394">
                  <c:v>61.96</c:v>
                </c:pt>
                <c:pt idx="59395">
                  <c:v>127.33</c:v>
                </c:pt>
                <c:pt idx="59396">
                  <c:v>172.29</c:v>
                </c:pt>
                <c:pt idx="59397">
                  <c:v>79.97</c:v>
                </c:pt>
                <c:pt idx="59398">
                  <c:v>59.98</c:v>
                </c:pt>
                <c:pt idx="59399">
                  <c:v>55.98</c:v>
                </c:pt>
                <c:pt idx="59400">
                  <c:v>59.98</c:v>
                </c:pt>
                <c:pt idx="59401">
                  <c:v>24.69</c:v>
                </c:pt>
                <c:pt idx="59402">
                  <c:v>375.04</c:v>
                </c:pt>
                <c:pt idx="59403">
                  <c:v>91.92</c:v>
                </c:pt>
                <c:pt idx="59404">
                  <c:v>45.49</c:v>
                </c:pt>
                <c:pt idx="59405">
                  <c:v>48.89</c:v>
                </c:pt>
                <c:pt idx="59406">
                  <c:v>50.97</c:v>
                </c:pt>
                <c:pt idx="59407">
                  <c:v>95.96</c:v>
                </c:pt>
                <c:pt idx="59408">
                  <c:v>99.93</c:v>
                </c:pt>
                <c:pt idx="59409">
                  <c:v>58.98</c:v>
                </c:pt>
                <c:pt idx="59410">
                  <c:v>130.94999999999999</c:v>
                </c:pt>
                <c:pt idx="59411">
                  <c:v>53.98</c:v>
                </c:pt>
                <c:pt idx="59412">
                  <c:v>65.97</c:v>
                </c:pt>
                <c:pt idx="59413">
                  <c:v>45.25</c:v>
                </c:pt>
                <c:pt idx="59414">
                  <c:v>129.94999999999999</c:v>
                </c:pt>
                <c:pt idx="59415">
                  <c:v>55.98</c:v>
                </c:pt>
                <c:pt idx="59416">
                  <c:v>59.96</c:v>
                </c:pt>
                <c:pt idx="59417">
                  <c:v>65.989999999999995</c:v>
                </c:pt>
                <c:pt idx="59418">
                  <c:v>261.91000000000003</c:v>
                </c:pt>
                <c:pt idx="59419">
                  <c:v>40.479999999999997</c:v>
                </c:pt>
                <c:pt idx="59420">
                  <c:v>79.8</c:v>
                </c:pt>
                <c:pt idx="59421">
                  <c:v>103.96</c:v>
                </c:pt>
                <c:pt idx="59422">
                  <c:v>59.97</c:v>
                </c:pt>
                <c:pt idx="59423">
                  <c:v>40.630000000000003</c:v>
                </c:pt>
                <c:pt idx="59424">
                  <c:v>68.819999999999993</c:v>
                </c:pt>
                <c:pt idx="59425">
                  <c:v>83.48</c:v>
                </c:pt>
                <c:pt idx="59426">
                  <c:v>81.97</c:v>
                </c:pt>
                <c:pt idx="59427">
                  <c:v>45.49</c:v>
                </c:pt>
                <c:pt idx="59428">
                  <c:v>83.97</c:v>
                </c:pt>
                <c:pt idx="59429">
                  <c:v>119.74</c:v>
                </c:pt>
                <c:pt idx="59430">
                  <c:v>56.97</c:v>
                </c:pt>
                <c:pt idx="59431">
                  <c:v>119.97</c:v>
                </c:pt>
                <c:pt idx="59432">
                  <c:v>77.39</c:v>
                </c:pt>
                <c:pt idx="59433">
                  <c:v>222.9</c:v>
                </c:pt>
                <c:pt idx="59434">
                  <c:v>105.96</c:v>
                </c:pt>
                <c:pt idx="59435">
                  <c:v>197.97</c:v>
                </c:pt>
                <c:pt idx="59436">
                  <c:v>115.96</c:v>
                </c:pt>
                <c:pt idx="59437">
                  <c:v>84.97</c:v>
                </c:pt>
                <c:pt idx="59438">
                  <c:v>85.96</c:v>
                </c:pt>
                <c:pt idx="59439">
                  <c:v>80.97</c:v>
                </c:pt>
                <c:pt idx="59440">
                  <c:v>59.96</c:v>
                </c:pt>
                <c:pt idx="59441">
                  <c:v>183.88</c:v>
                </c:pt>
                <c:pt idx="59442">
                  <c:v>90.73</c:v>
                </c:pt>
                <c:pt idx="59443">
                  <c:v>30.94</c:v>
                </c:pt>
                <c:pt idx="59444">
                  <c:v>46.49</c:v>
                </c:pt>
                <c:pt idx="59445">
                  <c:v>47.98</c:v>
                </c:pt>
                <c:pt idx="59446">
                  <c:v>124.26</c:v>
                </c:pt>
                <c:pt idx="59447">
                  <c:v>31.28</c:v>
                </c:pt>
                <c:pt idx="59448">
                  <c:v>84.97</c:v>
                </c:pt>
                <c:pt idx="59449">
                  <c:v>94.95</c:v>
                </c:pt>
                <c:pt idx="59450">
                  <c:v>70.14</c:v>
                </c:pt>
                <c:pt idx="59451">
                  <c:v>86.97</c:v>
                </c:pt>
                <c:pt idx="59452">
                  <c:v>53.97</c:v>
                </c:pt>
                <c:pt idx="59453">
                  <c:v>73.48</c:v>
                </c:pt>
                <c:pt idx="59454">
                  <c:v>75.98</c:v>
                </c:pt>
                <c:pt idx="59455">
                  <c:v>67.489999999999995</c:v>
                </c:pt>
                <c:pt idx="59456">
                  <c:v>71.069999999999993</c:v>
                </c:pt>
                <c:pt idx="59457">
                  <c:v>65.989999999999995</c:v>
                </c:pt>
                <c:pt idx="59458">
                  <c:v>111.96</c:v>
                </c:pt>
                <c:pt idx="59459">
                  <c:v>40.49</c:v>
                </c:pt>
                <c:pt idx="59460">
                  <c:v>91.45</c:v>
                </c:pt>
                <c:pt idx="59461">
                  <c:v>92.97</c:v>
                </c:pt>
                <c:pt idx="59462">
                  <c:v>134.97</c:v>
                </c:pt>
                <c:pt idx="59463">
                  <c:v>27.48</c:v>
                </c:pt>
                <c:pt idx="59464">
                  <c:v>65.989999999999995</c:v>
                </c:pt>
                <c:pt idx="59465">
                  <c:v>18.489999999999998</c:v>
                </c:pt>
                <c:pt idx="59466">
                  <c:v>69.97</c:v>
                </c:pt>
                <c:pt idx="59467">
                  <c:v>71.98</c:v>
                </c:pt>
                <c:pt idx="59468">
                  <c:v>88.95</c:v>
                </c:pt>
                <c:pt idx="59469">
                  <c:v>57.98</c:v>
                </c:pt>
                <c:pt idx="59470">
                  <c:v>52.18</c:v>
                </c:pt>
                <c:pt idx="59471">
                  <c:v>211.96</c:v>
                </c:pt>
                <c:pt idx="59472">
                  <c:v>113.47</c:v>
                </c:pt>
                <c:pt idx="59473">
                  <c:v>65.989999999999995</c:v>
                </c:pt>
                <c:pt idx="59474">
                  <c:v>381.07</c:v>
                </c:pt>
                <c:pt idx="59475">
                  <c:v>121.98</c:v>
                </c:pt>
                <c:pt idx="59476">
                  <c:v>65.989999999999995</c:v>
                </c:pt>
                <c:pt idx="59477">
                  <c:v>45.49</c:v>
                </c:pt>
                <c:pt idx="59478">
                  <c:v>79.98</c:v>
                </c:pt>
                <c:pt idx="59479">
                  <c:v>91.97</c:v>
                </c:pt>
                <c:pt idx="59480">
                  <c:v>69.989999999999995</c:v>
                </c:pt>
                <c:pt idx="59481">
                  <c:v>29.49</c:v>
                </c:pt>
                <c:pt idx="59482">
                  <c:v>59.96</c:v>
                </c:pt>
                <c:pt idx="59483">
                  <c:v>84.98</c:v>
                </c:pt>
                <c:pt idx="59484">
                  <c:v>46.29</c:v>
                </c:pt>
                <c:pt idx="59485">
                  <c:v>55.98</c:v>
                </c:pt>
                <c:pt idx="59486">
                  <c:v>104.98</c:v>
                </c:pt>
                <c:pt idx="59487">
                  <c:v>26.38</c:v>
                </c:pt>
                <c:pt idx="59488">
                  <c:v>67.739999999999995</c:v>
                </c:pt>
                <c:pt idx="59489">
                  <c:v>71.069999999999993</c:v>
                </c:pt>
                <c:pt idx="59490">
                  <c:v>131.97999999999999</c:v>
                </c:pt>
                <c:pt idx="59491">
                  <c:v>216.96</c:v>
                </c:pt>
                <c:pt idx="59492">
                  <c:v>131.97999999999999</c:v>
                </c:pt>
                <c:pt idx="59493">
                  <c:v>70.14</c:v>
                </c:pt>
                <c:pt idx="59494">
                  <c:v>51.96</c:v>
                </c:pt>
                <c:pt idx="59495">
                  <c:v>145.16</c:v>
                </c:pt>
                <c:pt idx="59496">
                  <c:v>266.14</c:v>
                </c:pt>
                <c:pt idx="59497">
                  <c:v>89.98</c:v>
                </c:pt>
                <c:pt idx="59498">
                  <c:v>75.87</c:v>
                </c:pt>
                <c:pt idx="59499">
                  <c:v>85.97</c:v>
                </c:pt>
                <c:pt idx="59500">
                  <c:v>79.98</c:v>
                </c:pt>
                <c:pt idx="59501">
                  <c:v>89.57</c:v>
                </c:pt>
                <c:pt idx="59502">
                  <c:v>53.98</c:v>
                </c:pt>
                <c:pt idx="59503">
                  <c:v>93.97</c:v>
                </c:pt>
                <c:pt idx="59504">
                  <c:v>58.98</c:v>
                </c:pt>
                <c:pt idx="59505">
                  <c:v>71.069999999999993</c:v>
                </c:pt>
                <c:pt idx="59506">
                  <c:v>55.98</c:v>
                </c:pt>
                <c:pt idx="59507">
                  <c:v>53.98</c:v>
                </c:pt>
                <c:pt idx="59508">
                  <c:v>51.28</c:v>
                </c:pt>
                <c:pt idx="59509">
                  <c:v>41.29</c:v>
                </c:pt>
                <c:pt idx="59510">
                  <c:v>89.94</c:v>
                </c:pt>
                <c:pt idx="59511">
                  <c:v>142.94999999999999</c:v>
                </c:pt>
                <c:pt idx="59512">
                  <c:v>91.96</c:v>
                </c:pt>
                <c:pt idx="59513">
                  <c:v>111.96</c:v>
                </c:pt>
                <c:pt idx="59514">
                  <c:v>252.93</c:v>
                </c:pt>
                <c:pt idx="59515">
                  <c:v>94.96</c:v>
                </c:pt>
                <c:pt idx="59516">
                  <c:v>26.29</c:v>
                </c:pt>
                <c:pt idx="59517">
                  <c:v>53.97</c:v>
                </c:pt>
                <c:pt idx="59518">
                  <c:v>21.29</c:v>
                </c:pt>
                <c:pt idx="59519">
                  <c:v>65.989999999999995</c:v>
                </c:pt>
                <c:pt idx="59520">
                  <c:v>89.98</c:v>
                </c:pt>
                <c:pt idx="59521">
                  <c:v>126.46</c:v>
                </c:pt>
                <c:pt idx="59522">
                  <c:v>81.96</c:v>
                </c:pt>
                <c:pt idx="59523">
                  <c:v>123.9</c:v>
                </c:pt>
                <c:pt idx="59524">
                  <c:v>41.29</c:v>
                </c:pt>
                <c:pt idx="59525">
                  <c:v>56.97</c:v>
                </c:pt>
                <c:pt idx="59526">
                  <c:v>18.489999999999998</c:v>
                </c:pt>
                <c:pt idx="59527">
                  <c:v>53.98</c:v>
                </c:pt>
                <c:pt idx="59528">
                  <c:v>55.98</c:v>
                </c:pt>
                <c:pt idx="59529">
                  <c:v>19.28</c:v>
                </c:pt>
                <c:pt idx="59530">
                  <c:v>64.98</c:v>
                </c:pt>
                <c:pt idx="59531">
                  <c:v>79.959999999999994</c:v>
                </c:pt>
                <c:pt idx="59532">
                  <c:v>74.97</c:v>
                </c:pt>
                <c:pt idx="59533">
                  <c:v>31.29</c:v>
                </c:pt>
                <c:pt idx="59534">
                  <c:v>81.96</c:v>
                </c:pt>
                <c:pt idx="59535">
                  <c:v>65.989999999999995</c:v>
                </c:pt>
                <c:pt idx="59536">
                  <c:v>75.97</c:v>
                </c:pt>
                <c:pt idx="59537">
                  <c:v>58.98</c:v>
                </c:pt>
                <c:pt idx="59538">
                  <c:v>59.98</c:v>
                </c:pt>
                <c:pt idx="59539">
                  <c:v>51.98</c:v>
                </c:pt>
                <c:pt idx="59540">
                  <c:v>89.94</c:v>
                </c:pt>
                <c:pt idx="59541">
                  <c:v>83.97</c:v>
                </c:pt>
                <c:pt idx="59542">
                  <c:v>55.98</c:v>
                </c:pt>
                <c:pt idx="59543">
                  <c:v>91.94</c:v>
                </c:pt>
                <c:pt idx="59544">
                  <c:v>79.98</c:v>
                </c:pt>
                <c:pt idx="59545">
                  <c:v>36.479999999999997</c:v>
                </c:pt>
                <c:pt idx="59546">
                  <c:v>157.24</c:v>
                </c:pt>
                <c:pt idx="59547">
                  <c:v>57.98</c:v>
                </c:pt>
                <c:pt idx="59548">
                  <c:v>122.19</c:v>
                </c:pt>
                <c:pt idx="59549">
                  <c:v>105.98</c:v>
                </c:pt>
                <c:pt idx="59550">
                  <c:v>54.98</c:v>
                </c:pt>
                <c:pt idx="59551">
                  <c:v>123.47</c:v>
                </c:pt>
                <c:pt idx="59552">
                  <c:v>30.48</c:v>
                </c:pt>
                <c:pt idx="59553">
                  <c:v>53.98</c:v>
                </c:pt>
                <c:pt idx="59554">
                  <c:v>305.89</c:v>
                </c:pt>
                <c:pt idx="59555">
                  <c:v>29.28</c:v>
                </c:pt>
                <c:pt idx="59556">
                  <c:v>85.89</c:v>
                </c:pt>
                <c:pt idx="59557">
                  <c:v>71.959999999999994</c:v>
                </c:pt>
                <c:pt idx="59558">
                  <c:v>74.98</c:v>
                </c:pt>
                <c:pt idx="59559">
                  <c:v>218.83</c:v>
                </c:pt>
                <c:pt idx="59560">
                  <c:v>53.97</c:v>
                </c:pt>
                <c:pt idx="59561">
                  <c:v>-19.29</c:v>
                </c:pt>
                <c:pt idx="59562">
                  <c:v>63.96</c:v>
                </c:pt>
                <c:pt idx="59563">
                  <c:v>57.98</c:v>
                </c:pt>
                <c:pt idx="59564">
                  <c:v>51.98</c:v>
                </c:pt>
                <c:pt idx="59565">
                  <c:v>22.27</c:v>
                </c:pt>
                <c:pt idx="59566">
                  <c:v>81.96</c:v>
                </c:pt>
                <c:pt idx="59567">
                  <c:v>69.97</c:v>
                </c:pt>
                <c:pt idx="59568">
                  <c:v>55.98</c:v>
                </c:pt>
                <c:pt idx="59569">
                  <c:v>155.44999999999999</c:v>
                </c:pt>
                <c:pt idx="59570">
                  <c:v>134.97</c:v>
                </c:pt>
                <c:pt idx="59571">
                  <c:v>53.98</c:v>
                </c:pt>
                <c:pt idx="59572">
                  <c:v>99.97</c:v>
                </c:pt>
                <c:pt idx="59573">
                  <c:v>89.97</c:v>
                </c:pt>
                <c:pt idx="59574">
                  <c:v>87.47</c:v>
                </c:pt>
                <c:pt idx="59575">
                  <c:v>65.989999999999995</c:v>
                </c:pt>
                <c:pt idx="59576">
                  <c:v>51.98</c:v>
                </c:pt>
                <c:pt idx="59577">
                  <c:v>41.29</c:v>
                </c:pt>
                <c:pt idx="59578">
                  <c:v>84.96</c:v>
                </c:pt>
                <c:pt idx="59579">
                  <c:v>71.97</c:v>
                </c:pt>
                <c:pt idx="59580">
                  <c:v>87.83</c:v>
                </c:pt>
                <c:pt idx="59581">
                  <c:v>54.99</c:v>
                </c:pt>
                <c:pt idx="59582">
                  <c:v>70.17</c:v>
                </c:pt>
                <c:pt idx="59583">
                  <c:v>142.44999999999999</c:v>
                </c:pt>
                <c:pt idx="59584">
                  <c:v>197.97</c:v>
                </c:pt>
                <c:pt idx="59585">
                  <c:v>122.96</c:v>
                </c:pt>
                <c:pt idx="59586">
                  <c:v>58.98</c:v>
                </c:pt>
                <c:pt idx="59587">
                  <c:v>19.29</c:v>
                </c:pt>
                <c:pt idx="59588">
                  <c:v>96.78</c:v>
                </c:pt>
                <c:pt idx="59589">
                  <c:v>40.49</c:v>
                </c:pt>
                <c:pt idx="59590">
                  <c:v>56.97</c:v>
                </c:pt>
                <c:pt idx="59591">
                  <c:v>89.97</c:v>
                </c:pt>
                <c:pt idx="59592">
                  <c:v>41.49</c:v>
                </c:pt>
                <c:pt idx="59593">
                  <c:v>80.48</c:v>
                </c:pt>
                <c:pt idx="59594">
                  <c:v>64.97</c:v>
                </c:pt>
                <c:pt idx="59595">
                  <c:v>71.959999999999994</c:v>
                </c:pt>
                <c:pt idx="59596">
                  <c:v>30.98</c:v>
                </c:pt>
                <c:pt idx="59597">
                  <c:v>40.49</c:v>
                </c:pt>
                <c:pt idx="59598">
                  <c:v>97.15</c:v>
                </c:pt>
                <c:pt idx="59599">
                  <c:v>51.98</c:v>
                </c:pt>
                <c:pt idx="59600">
                  <c:v>77.97</c:v>
                </c:pt>
                <c:pt idx="59601">
                  <c:v>81.97</c:v>
                </c:pt>
                <c:pt idx="59602">
                  <c:v>53.98</c:v>
                </c:pt>
                <c:pt idx="59603">
                  <c:v>65.989999999999995</c:v>
                </c:pt>
                <c:pt idx="59604">
                  <c:v>66.540000000000006</c:v>
                </c:pt>
                <c:pt idx="59605">
                  <c:v>111.96</c:v>
                </c:pt>
                <c:pt idx="59606">
                  <c:v>40.49</c:v>
                </c:pt>
                <c:pt idx="59607">
                  <c:v>118.78</c:v>
                </c:pt>
                <c:pt idx="59608">
                  <c:v>80.98</c:v>
                </c:pt>
                <c:pt idx="59609">
                  <c:v>96.78</c:v>
                </c:pt>
                <c:pt idx="59610">
                  <c:v>52.63</c:v>
                </c:pt>
                <c:pt idx="59611">
                  <c:v>65.989999999999995</c:v>
                </c:pt>
                <c:pt idx="59612">
                  <c:v>74.97</c:v>
                </c:pt>
                <c:pt idx="59613">
                  <c:v>227.92</c:v>
                </c:pt>
                <c:pt idx="59614">
                  <c:v>66.53</c:v>
                </c:pt>
                <c:pt idx="59615">
                  <c:v>160.97</c:v>
                </c:pt>
                <c:pt idx="59616">
                  <c:v>49.98</c:v>
                </c:pt>
                <c:pt idx="59617">
                  <c:v>40.49</c:v>
                </c:pt>
                <c:pt idx="59618">
                  <c:v>100.95</c:v>
                </c:pt>
                <c:pt idx="59619">
                  <c:v>89.97</c:v>
                </c:pt>
                <c:pt idx="59620">
                  <c:v>641.77</c:v>
                </c:pt>
                <c:pt idx="59621">
                  <c:v>129.94999999999999</c:v>
                </c:pt>
                <c:pt idx="59622">
                  <c:v>111.96</c:v>
                </c:pt>
                <c:pt idx="59623">
                  <c:v>69.97</c:v>
                </c:pt>
                <c:pt idx="59624">
                  <c:v>54.98</c:v>
                </c:pt>
                <c:pt idx="59625">
                  <c:v>124.56</c:v>
                </c:pt>
                <c:pt idx="59626">
                  <c:v>56.48</c:v>
                </c:pt>
                <c:pt idx="59627">
                  <c:v>84.97</c:v>
                </c:pt>
                <c:pt idx="59628">
                  <c:v>94.97</c:v>
                </c:pt>
                <c:pt idx="59629">
                  <c:v>34.479999999999997</c:v>
                </c:pt>
                <c:pt idx="59630">
                  <c:v>30.49</c:v>
                </c:pt>
                <c:pt idx="59631">
                  <c:v>71.97</c:v>
                </c:pt>
                <c:pt idx="59632">
                  <c:v>-44.97</c:v>
                </c:pt>
                <c:pt idx="59633">
                  <c:v>188.72</c:v>
                </c:pt>
                <c:pt idx="59634">
                  <c:v>57.98</c:v>
                </c:pt>
                <c:pt idx="59635">
                  <c:v>54.98</c:v>
                </c:pt>
                <c:pt idx="59636">
                  <c:v>118.96</c:v>
                </c:pt>
                <c:pt idx="59637">
                  <c:v>33.49</c:v>
                </c:pt>
                <c:pt idx="59638">
                  <c:v>51.98</c:v>
                </c:pt>
                <c:pt idx="59639">
                  <c:v>78.02</c:v>
                </c:pt>
                <c:pt idx="59640">
                  <c:v>105.98</c:v>
                </c:pt>
                <c:pt idx="59641">
                  <c:v>65.989999999999995</c:v>
                </c:pt>
                <c:pt idx="59642">
                  <c:v>129.96</c:v>
                </c:pt>
                <c:pt idx="59643">
                  <c:v>71.069999999999993</c:v>
                </c:pt>
                <c:pt idx="59644">
                  <c:v>64.48</c:v>
                </c:pt>
                <c:pt idx="59645">
                  <c:v>18.489999999999998</c:v>
                </c:pt>
                <c:pt idx="59646">
                  <c:v>51.98</c:v>
                </c:pt>
                <c:pt idx="59647">
                  <c:v>79.97</c:v>
                </c:pt>
                <c:pt idx="59648">
                  <c:v>263.95999999999998</c:v>
                </c:pt>
                <c:pt idx="59649">
                  <c:v>71</c:v>
                </c:pt>
                <c:pt idx="59650">
                  <c:v>135.46</c:v>
                </c:pt>
                <c:pt idx="59651">
                  <c:v>57.98</c:v>
                </c:pt>
                <c:pt idx="59652">
                  <c:v>48.47</c:v>
                </c:pt>
                <c:pt idx="59653">
                  <c:v>29.49</c:v>
                </c:pt>
                <c:pt idx="59654">
                  <c:v>86.97</c:v>
                </c:pt>
                <c:pt idx="59655">
                  <c:v>57.35</c:v>
                </c:pt>
                <c:pt idx="59656">
                  <c:v>234.9</c:v>
                </c:pt>
                <c:pt idx="59657">
                  <c:v>100.97</c:v>
                </c:pt>
                <c:pt idx="59658">
                  <c:v>18.489999999999998</c:v>
                </c:pt>
                <c:pt idx="59659">
                  <c:v>59.98</c:v>
                </c:pt>
                <c:pt idx="59660">
                  <c:v>71.989999999999995</c:v>
                </c:pt>
                <c:pt idx="59661">
                  <c:v>35.49</c:v>
                </c:pt>
                <c:pt idx="59662">
                  <c:v>48.47</c:v>
                </c:pt>
                <c:pt idx="59663">
                  <c:v>115.95</c:v>
                </c:pt>
                <c:pt idx="59664">
                  <c:v>90.05</c:v>
                </c:pt>
                <c:pt idx="59665">
                  <c:v>131.97999999999999</c:v>
                </c:pt>
                <c:pt idx="59666">
                  <c:v>56.97</c:v>
                </c:pt>
                <c:pt idx="59667">
                  <c:v>8.2899999999999991</c:v>
                </c:pt>
                <c:pt idx="59668">
                  <c:v>36.29</c:v>
                </c:pt>
                <c:pt idx="59669">
                  <c:v>69.989999999999995</c:v>
                </c:pt>
                <c:pt idx="59670">
                  <c:v>28.48</c:v>
                </c:pt>
                <c:pt idx="59671">
                  <c:v>83.97</c:v>
                </c:pt>
                <c:pt idx="59672">
                  <c:v>89.98</c:v>
                </c:pt>
                <c:pt idx="59673">
                  <c:v>95.97</c:v>
                </c:pt>
                <c:pt idx="59674">
                  <c:v>72.58</c:v>
                </c:pt>
                <c:pt idx="59675">
                  <c:v>50.97</c:v>
                </c:pt>
                <c:pt idx="59676">
                  <c:v>182.04</c:v>
                </c:pt>
                <c:pt idx="59677">
                  <c:v>53.97</c:v>
                </c:pt>
                <c:pt idx="59678">
                  <c:v>54.98</c:v>
                </c:pt>
                <c:pt idx="59679">
                  <c:v>114.93</c:v>
                </c:pt>
                <c:pt idx="59680">
                  <c:v>47.48</c:v>
                </c:pt>
                <c:pt idx="59681">
                  <c:v>48.89</c:v>
                </c:pt>
                <c:pt idx="59682">
                  <c:v>96.78</c:v>
                </c:pt>
                <c:pt idx="59683">
                  <c:v>55.98</c:v>
                </c:pt>
                <c:pt idx="59684">
                  <c:v>101.57</c:v>
                </c:pt>
                <c:pt idx="59685">
                  <c:v>30.38</c:v>
                </c:pt>
                <c:pt idx="59686">
                  <c:v>51.98</c:v>
                </c:pt>
                <c:pt idx="59687">
                  <c:v>59.96</c:v>
                </c:pt>
                <c:pt idx="59688">
                  <c:v>62.99</c:v>
                </c:pt>
                <c:pt idx="59689">
                  <c:v>55.98</c:v>
                </c:pt>
                <c:pt idx="59690">
                  <c:v>119.95</c:v>
                </c:pt>
                <c:pt idx="59691">
                  <c:v>52.98</c:v>
                </c:pt>
                <c:pt idx="59692">
                  <c:v>62.05</c:v>
                </c:pt>
                <c:pt idx="59693">
                  <c:v>251.91</c:v>
                </c:pt>
                <c:pt idx="59694">
                  <c:v>94.98</c:v>
                </c:pt>
                <c:pt idx="59695">
                  <c:v>51.98</c:v>
                </c:pt>
                <c:pt idx="59696">
                  <c:v>64.09</c:v>
                </c:pt>
                <c:pt idx="59697">
                  <c:v>64.67</c:v>
                </c:pt>
                <c:pt idx="59698">
                  <c:v>59.98</c:v>
                </c:pt>
                <c:pt idx="59699">
                  <c:v>59.98</c:v>
                </c:pt>
                <c:pt idx="59700">
                  <c:v>60.99</c:v>
                </c:pt>
                <c:pt idx="59701">
                  <c:v>107.96</c:v>
                </c:pt>
                <c:pt idx="59702">
                  <c:v>203.93</c:v>
                </c:pt>
                <c:pt idx="59703">
                  <c:v>134.29</c:v>
                </c:pt>
                <c:pt idx="59704">
                  <c:v>97.46</c:v>
                </c:pt>
                <c:pt idx="59705">
                  <c:v>59.98</c:v>
                </c:pt>
                <c:pt idx="59706">
                  <c:v>89.97</c:v>
                </c:pt>
                <c:pt idx="59707">
                  <c:v>167.94</c:v>
                </c:pt>
                <c:pt idx="59708">
                  <c:v>99.96</c:v>
                </c:pt>
                <c:pt idx="59709">
                  <c:v>79.849999999999994</c:v>
                </c:pt>
                <c:pt idx="59710">
                  <c:v>49.49</c:v>
                </c:pt>
                <c:pt idx="59711">
                  <c:v>23.49</c:v>
                </c:pt>
                <c:pt idx="59712">
                  <c:v>28.49</c:v>
                </c:pt>
                <c:pt idx="59713">
                  <c:v>15.49</c:v>
                </c:pt>
                <c:pt idx="59714">
                  <c:v>13.29</c:v>
                </c:pt>
                <c:pt idx="59715">
                  <c:v>124.46</c:v>
                </c:pt>
                <c:pt idx="59716">
                  <c:v>79.98</c:v>
                </c:pt>
                <c:pt idx="59717">
                  <c:v>59.98</c:v>
                </c:pt>
                <c:pt idx="59718">
                  <c:v>89.97</c:v>
                </c:pt>
                <c:pt idx="59719">
                  <c:v>151.66</c:v>
                </c:pt>
                <c:pt idx="59720">
                  <c:v>49.48</c:v>
                </c:pt>
                <c:pt idx="59721">
                  <c:v>51.98</c:v>
                </c:pt>
                <c:pt idx="59722">
                  <c:v>184.47</c:v>
                </c:pt>
                <c:pt idx="59723">
                  <c:v>122.97</c:v>
                </c:pt>
                <c:pt idx="59724">
                  <c:v>54.99</c:v>
                </c:pt>
                <c:pt idx="59725">
                  <c:v>79.849999999999994</c:v>
                </c:pt>
                <c:pt idx="59726">
                  <c:v>29.48</c:v>
                </c:pt>
                <c:pt idx="59727">
                  <c:v>119.96</c:v>
                </c:pt>
                <c:pt idx="59728">
                  <c:v>185.95</c:v>
                </c:pt>
                <c:pt idx="59729">
                  <c:v>159.96</c:v>
                </c:pt>
                <c:pt idx="59730">
                  <c:v>170.94</c:v>
                </c:pt>
                <c:pt idx="59731">
                  <c:v>37.479999999999997</c:v>
                </c:pt>
                <c:pt idx="59732">
                  <c:v>68.569999999999993</c:v>
                </c:pt>
                <c:pt idx="59733">
                  <c:v>95.96</c:v>
                </c:pt>
                <c:pt idx="59734">
                  <c:v>65.989999999999995</c:v>
                </c:pt>
                <c:pt idx="59735">
                  <c:v>48.57</c:v>
                </c:pt>
                <c:pt idx="59736">
                  <c:v>17.489999999999998</c:v>
                </c:pt>
                <c:pt idx="59737">
                  <c:v>55.98</c:v>
                </c:pt>
                <c:pt idx="59738">
                  <c:v>88.57</c:v>
                </c:pt>
                <c:pt idx="59739">
                  <c:v>53.98</c:v>
                </c:pt>
                <c:pt idx="59740">
                  <c:v>79.819999999999993</c:v>
                </c:pt>
                <c:pt idx="59741">
                  <c:v>54.99</c:v>
                </c:pt>
                <c:pt idx="59742">
                  <c:v>77.39</c:v>
                </c:pt>
                <c:pt idx="59743">
                  <c:v>79.98</c:v>
                </c:pt>
                <c:pt idx="59744">
                  <c:v>70.98</c:v>
                </c:pt>
                <c:pt idx="59745">
                  <c:v>94.98</c:v>
                </c:pt>
                <c:pt idx="59746">
                  <c:v>55.98</c:v>
                </c:pt>
                <c:pt idx="59747">
                  <c:v>95.96</c:v>
                </c:pt>
                <c:pt idx="59748">
                  <c:v>105.98</c:v>
                </c:pt>
                <c:pt idx="59749">
                  <c:v>112.64</c:v>
                </c:pt>
                <c:pt idx="59750">
                  <c:v>46.47</c:v>
                </c:pt>
                <c:pt idx="59751">
                  <c:v>89.97</c:v>
                </c:pt>
                <c:pt idx="59752">
                  <c:v>19.34</c:v>
                </c:pt>
                <c:pt idx="59753">
                  <c:v>93.95</c:v>
                </c:pt>
                <c:pt idx="59754">
                  <c:v>72.97</c:v>
                </c:pt>
                <c:pt idx="59755">
                  <c:v>29.25</c:v>
                </c:pt>
                <c:pt idx="59756">
                  <c:v>28.29</c:v>
                </c:pt>
                <c:pt idx="59757">
                  <c:v>119.96</c:v>
                </c:pt>
                <c:pt idx="59758">
                  <c:v>50.08</c:v>
                </c:pt>
                <c:pt idx="59759">
                  <c:v>55.98</c:v>
                </c:pt>
                <c:pt idx="59760">
                  <c:v>58.98</c:v>
                </c:pt>
                <c:pt idx="59761">
                  <c:v>83.97</c:v>
                </c:pt>
                <c:pt idx="59762">
                  <c:v>20.49</c:v>
                </c:pt>
                <c:pt idx="59763">
                  <c:v>391.86</c:v>
                </c:pt>
                <c:pt idx="59764">
                  <c:v>67.459999999999994</c:v>
                </c:pt>
                <c:pt idx="59765">
                  <c:v>49.47</c:v>
                </c:pt>
                <c:pt idx="59766">
                  <c:v>139.94999999999999</c:v>
                </c:pt>
                <c:pt idx="59767">
                  <c:v>71.97</c:v>
                </c:pt>
                <c:pt idx="59768">
                  <c:v>6.61</c:v>
                </c:pt>
                <c:pt idx="59769">
                  <c:v>41.49</c:v>
                </c:pt>
                <c:pt idx="59770">
                  <c:v>239.92</c:v>
                </c:pt>
                <c:pt idx="59771">
                  <c:v>83.97</c:v>
                </c:pt>
                <c:pt idx="59772">
                  <c:v>53.98</c:v>
                </c:pt>
                <c:pt idx="59773">
                  <c:v>115.96</c:v>
                </c:pt>
                <c:pt idx="59774">
                  <c:v>55.98</c:v>
                </c:pt>
                <c:pt idx="59775">
                  <c:v>54.99</c:v>
                </c:pt>
                <c:pt idx="59776">
                  <c:v>111.96</c:v>
                </c:pt>
                <c:pt idx="59777">
                  <c:v>65.989999999999995</c:v>
                </c:pt>
                <c:pt idx="59778">
                  <c:v>85.47</c:v>
                </c:pt>
                <c:pt idx="59779">
                  <c:v>59.95</c:v>
                </c:pt>
                <c:pt idx="59780">
                  <c:v>77.97</c:v>
                </c:pt>
                <c:pt idx="59781">
                  <c:v>55.98</c:v>
                </c:pt>
                <c:pt idx="59782">
                  <c:v>69.989999999999995</c:v>
                </c:pt>
                <c:pt idx="59783">
                  <c:v>59.98</c:v>
                </c:pt>
                <c:pt idx="59784">
                  <c:v>82.93</c:v>
                </c:pt>
                <c:pt idx="59785">
                  <c:v>83.97</c:v>
                </c:pt>
                <c:pt idx="59786">
                  <c:v>46.29</c:v>
                </c:pt>
                <c:pt idx="59787">
                  <c:v>16.489999999999998</c:v>
                </c:pt>
                <c:pt idx="59788">
                  <c:v>59.96</c:v>
                </c:pt>
                <c:pt idx="59789">
                  <c:v>95.96</c:v>
                </c:pt>
                <c:pt idx="59790">
                  <c:v>209.62</c:v>
                </c:pt>
                <c:pt idx="59791">
                  <c:v>66.98</c:v>
                </c:pt>
                <c:pt idx="59792">
                  <c:v>111.28</c:v>
                </c:pt>
                <c:pt idx="59793">
                  <c:v>69.95</c:v>
                </c:pt>
                <c:pt idx="59794">
                  <c:v>159.96</c:v>
                </c:pt>
                <c:pt idx="59795">
                  <c:v>84.57</c:v>
                </c:pt>
                <c:pt idx="59796">
                  <c:v>55.98</c:v>
                </c:pt>
                <c:pt idx="59797">
                  <c:v>31.48</c:v>
                </c:pt>
                <c:pt idx="59798">
                  <c:v>64.97</c:v>
                </c:pt>
                <c:pt idx="59799">
                  <c:v>72.97</c:v>
                </c:pt>
                <c:pt idx="59800">
                  <c:v>80.97</c:v>
                </c:pt>
                <c:pt idx="59801">
                  <c:v>83.97</c:v>
                </c:pt>
                <c:pt idx="59802">
                  <c:v>51.98</c:v>
                </c:pt>
                <c:pt idx="59803">
                  <c:v>81.67</c:v>
                </c:pt>
                <c:pt idx="59804">
                  <c:v>59.98</c:v>
                </c:pt>
                <c:pt idx="59805">
                  <c:v>120.97</c:v>
                </c:pt>
                <c:pt idx="59806">
                  <c:v>55.98</c:v>
                </c:pt>
                <c:pt idx="59807">
                  <c:v>74.95</c:v>
                </c:pt>
                <c:pt idx="59808">
                  <c:v>163.77000000000001</c:v>
                </c:pt>
                <c:pt idx="59809">
                  <c:v>79.98</c:v>
                </c:pt>
                <c:pt idx="59810">
                  <c:v>107.92</c:v>
                </c:pt>
                <c:pt idx="59811">
                  <c:v>195.93</c:v>
                </c:pt>
                <c:pt idx="59812">
                  <c:v>33.479999999999997</c:v>
                </c:pt>
                <c:pt idx="59813">
                  <c:v>65.989999999999995</c:v>
                </c:pt>
                <c:pt idx="59814">
                  <c:v>31.49</c:v>
                </c:pt>
                <c:pt idx="59815">
                  <c:v>54.58</c:v>
                </c:pt>
                <c:pt idx="59816">
                  <c:v>59.98</c:v>
                </c:pt>
                <c:pt idx="59817">
                  <c:v>85.47</c:v>
                </c:pt>
                <c:pt idx="59818">
                  <c:v>127.96</c:v>
                </c:pt>
                <c:pt idx="59819">
                  <c:v>105.98</c:v>
                </c:pt>
                <c:pt idx="59820">
                  <c:v>76.48</c:v>
                </c:pt>
                <c:pt idx="59821">
                  <c:v>119.96</c:v>
                </c:pt>
                <c:pt idx="59822">
                  <c:v>16.920000000000002</c:v>
                </c:pt>
                <c:pt idx="59823">
                  <c:v>56.97</c:v>
                </c:pt>
                <c:pt idx="59824">
                  <c:v>77.97</c:v>
                </c:pt>
                <c:pt idx="59825">
                  <c:v>57.98</c:v>
                </c:pt>
                <c:pt idx="59826">
                  <c:v>154.77000000000001</c:v>
                </c:pt>
                <c:pt idx="59827">
                  <c:v>59.98</c:v>
                </c:pt>
                <c:pt idx="59828">
                  <c:v>55.98</c:v>
                </c:pt>
                <c:pt idx="59829">
                  <c:v>63.58</c:v>
                </c:pt>
                <c:pt idx="59830">
                  <c:v>137.44</c:v>
                </c:pt>
                <c:pt idx="59831">
                  <c:v>59.99</c:v>
                </c:pt>
                <c:pt idx="59832">
                  <c:v>96.78</c:v>
                </c:pt>
                <c:pt idx="59833">
                  <c:v>55.98</c:v>
                </c:pt>
                <c:pt idx="59834">
                  <c:v>59.98</c:v>
                </c:pt>
                <c:pt idx="59835">
                  <c:v>21.49</c:v>
                </c:pt>
                <c:pt idx="59836">
                  <c:v>60.98</c:v>
                </c:pt>
                <c:pt idx="59837">
                  <c:v>233.92</c:v>
                </c:pt>
                <c:pt idx="59838">
                  <c:v>55.98</c:v>
                </c:pt>
                <c:pt idx="59839">
                  <c:v>199.95</c:v>
                </c:pt>
                <c:pt idx="59840">
                  <c:v>85.5</c:v>
                </c:pt>
                <c:pt idx="59841">
                  <c:v>71.97</c:v>
                </c:pt>
                <c:pt idx="59842">
                  <c:v>83.67</c:v>
                </c:pt>
                <c:pt idx="59843">
                  <c:v>83.97</c:v>
                </c:pt>
                <c:pt idx="59844">
                  <c:v>116.95</c:v>
                </c:pt>
                <c:pt idx="59845">
                  <c:v>125.93</c:v>
                </c:pt>
                <c:pt idx="59846">
                  <c:v>67.98</c:v>
                </c:pt>
                <c:pt idx="59847">
                  <c:v>59.98</c:v>
                </c:pt>
                <c:pt idx="59848">
                  <c:v>85.97</c:v>
                </c:pt>
                <c:pt idx="59849">
                  <c:v>54.98</c:v>
                </c:pt>
                <c:pt idx="59850">
                  <c:v>84.98</c:v>
                </c:pt>
                <c:pt idx="59851">
                  <c:v>81.239999999999995</c:v>
                </c:pt>
                <c:pt idx="59852">
                  <c:v>46.09</c:v>
                </c:pt>
                <c:pt idx="59853">
                  <c:v>50.38</c:v>
                </c:pt>
                <c:pt idx="59854">
                  <c:v>143.05000000000001</c:v>
                </c:pt>
                <c:pt idx="59855">
                  <c:v>29.28</c:v>
                </c:pt>
                <c:pt idx="59856">
                  <c:v>149.94999999999999</c:v>
                </c:pt>
                <c:pt idx="59857">
                  <c:v>55.39</c:v>
                </c:pt>
                <c:pt idx="59858">
                  <c:v>33.96</c:v>
                </c:pt>
                <c:pt idx="59859">
                  <c:v>55.98</c:v>
                </c:pt>
                <c:pt idx="59860">
                  <c:v>55.98</c:v>
                </c:pt>
                <c:pt idx="59861">
                  <c:v>63.58</c:v>
                </c:pt>
                <c:pt idx="59862">
                  <c:v>55.39</c:v>
                </c:pt>
                <c:pt idx="59863">
                  <c:v>69.95</c:v>
                </c:pt>
                <c:pt idx="59864">
                  <c:v>126.29</c:v>
                </c:pt>
                <c:pt idx="59865">
                  <c:v>55.98</c:v>
                </c:pt>
                <c:pt idx="59866">
                  <c:v>120.95</c:v>
                </c:pt>
                <c:pt idx="59867">
                  <c:v>218.6</c:v>
                </c:pt>
                <c:pt idx="59868">
                  <c:v>111.96</c:v>
                </c:pt>
                <c:pt idx="59869">
                  <c:v>59.99</c:v>
                </c:pt>
                <c:pt idx="59870">
                  <c:v>31.48</c:v>
                </c:pt>
                <c:pt idx="59871">
                  <c:v>27.49</c:v>
                </c:pt>
                <c:pt idx="59872">
                  <c:v>53.97</c:v>
                </c:pt>
                <c:pt idx="59873">
                  <c:v>143.86000000000001</c:v>
                </c:pt>
                <c:pt idx="59874">
                  <c:v>51.29</c:v>
                </c:pt>
                <c:pt idx="59875">
                  <c:v>75.38</c:v>
                </c:pt>
                <c:pt idx="59876">
                  <c:v>53.98</c:v>
                </c:pt>
                <c:pt idx="59877">
                  <c:v>59.98</c:v>
                </c:pt>
                <c:pt idx="59878">
                  <c:v>65.989999999999995</c:v>
                </c:pt>
                <c:pt idx="59879">
                  <c:v>209.93</c:v>
                </c:pt>
                <c:pt idx="59880">
                  <c:v>119.96</c:v>
                </c:pt>
                <c:pt idx="59881">
                  <c:v>66.53</c:v>
                </c:pt>
                <c:pt idx="59882">
                  <c:v>105.98</c:v>
                </c:pt>
                <c:pt idx="59883">
                  <c:v>102.81</c:v>
                </c:pt>
                <c:pt idx="59884">
                  <c:v>77.97</c:v>
                </c:pt>
                <c:pt idx="59885">
                  <c:v>31.29</c:v>
                </c:pt>
                <c:pt idx="59886">
                  <c:v>73.790000000000006</c:v>
                </c:pt>
                <c:pt idx="59887">
                  <c:v>19.29</c:v>
                </c:pt>
                <c:pt idx="59888">
                  <c:v>13.27</c:v>
                </c:pt>
                <c:pt idx="59889">
                  <c:v>119.95</c:v>
                </c:pt>
                <c:pt idx="59890">
                  <c:v>16.489999999999998</c:v>
                </c:pt>
                <c:pt idx="59891">
                  <c:v>55.39</c:v>
                </c:pt>
                <c:pt idx="59892">
                  <c:v>76.209999999999994</c:v>
                </c:pt>
                <c:pt idx="59893">
                  <c:v>131.97999999999999</c:v>
                </c:pt>
                <c:pt idx="59894">
                  <c:v>207.92</c:v>
                </c:pt>
                <c:pt idx="59895">
                  <c:v>79.98</c:v>
                </c:pt>
                <c:pt idx="59896">
                  <c:v>59.99</c:v>
                </c:pt>
                <c:pt idx="59897">
                  <c:v>59.98</c:v>
                </c:pt>
                <c:pt idx="59898">
                  <c:v>24.89</c:v>
                </c:pt>
                <c:pt idx="59899">
                  <c:v>106.97</c:v>
                </c:pt>
                <c:pt idx="59900">
                  <c:v>59.99</c:v>
                </c:pt>
                <c:pt idx="59901">
                  <c:v>55.98</c:v>
                </c:pt>
                <c:pt idx="59902">
                  <c:v>117.96</c:v>
                </c:pt>
                <c:pt idx="59903">
                  <c:v>108.88</c:v>
                </c:pt>
                <c:pt idx="59904">
                  <c:v>77.97</c:v>
                </c:pt>
                <c:pt idx="59905">
                  <c:v>107.97</c:v>
                </c:pt>
                <c:pt idx="59906">
                  <c:v>79.989999999999995</c:v>
                </c:pt>
                <c:pt idx="59907">
                  <c:v>26.48</c:v>
                </c:pt>
                <c:pt idx="59908">
                  <c:v>103.96</c:v>
                </c:pt>
                <c:pt idx="59909">
                  <c:v>73.790000000000006</c:v>
                </c:pt>
                <c:pt idx="59910">
                  <c:v>55.98</c:v>
                </c:pt>
                <c:pt idx="59911">
                  <c:v>99.97</c:v>
                </c:pt>
                <c:pt idx="59912">
                  <c:v>135.94999999999999</c:v>
                </c:pt>
                <c:pt idx="59913">
                  <c:v>59.39</c:v>
                </c:pt>
                <c:pt idx="59914">
                  <c:v>55.98</c:v>
                </c:pt>
                <c:pt idx="59915">
                  <c:v>167.04</c:v>
                </c:pt>
                <c:pt idx="59916">
                  <c:v>59.95</c:v>
                </c:pt>
                <c:pt idx="59917">
                  <c:v>31.49</c:v>
                </c:pt>
                <c:pt idx="59918">
                  <c:v>251.49</c:v>
                </c:pt>
                <c:pt idx="59919">
                  <c:v>84.98</c:v>
                </c:pt>
                <c:pt idx="59920">
                  <c:v>101.86</c:v>
                </c:pt>
                <c:pt idx="59921">
                  <c:v>60.71</c:v>
                </c:pt>
                <c:pt idx="59922">
                  <c:v>77.97</c:v>
                </c:pt>
                <c:pt idx="59923">
                  <c:v>90.69</c:v>
                </c:pt>
                <c:pt idx="59924">
                  <c:v>65.989999999999995</c:v>
                </c:pt>
                <c:pt idx="59925">
                  <c:v>73.47</c:v>
                </c:pt>
                <c:pt idx="59926">
                  <c:v>87.87</c:v>
                </c:pt>
                <c:pt idx="59927">
                  <c:v>60.99</c:v>
                </c:pt>
                <c:pt idx="59928">
                  <c:v>125.37</c:v>
                </c:pt>
                <c:pt idx="59929">
                  <c:v>65.989999999999995</c:v>
                </c:pt>
                <c:pt idx="59930">
                  <c:v>83.97</c:v>
                </c:pt>
                <c:pt idx="59931">
                  <c:v>47.48</c:v>
                </c:pt>
                <c:pt idx="59932">
                  <c:v>-24.18</c:v>
                </c:pt>
                <c:pt idx="59933">
                  <c:v>119.96</c:v>
                </c:pt>
                <c:pt idx="59934">
                  <c:v>59.98</c:v>
                </c:pt>
                <c:pt idx="59935">
                  <c:v>159.69999999999999</c:v>
                </c:pt>
                <c:pt idx="59936">
                  <c:v>23.09</c:v>
                </c:pt>
                <c:pt idx="59937">
                  <c:v>59.98</c:v>
                </c:pt>
                <c:pt idx="59938">
                  <c:v>55.98</c:v>
                </c:pt>
                <c:pt idx="59939">
                  <c:v>103.96</c:v>
                </c:pt>
                <c:pt idx="59940">
                  <c:v>25.49</c:v>
                </c:pt>
                <c:pt idx="59941">
                  <c:v>64.959999999999994</c:v>
                </c:pt>
                <c:pt idx="59942">
                  <c:v>51.98</c:v>
                </c:pt>
                <c:pt idx="59943">
                  <c:v>121.98</c:v>
                </c:pt>
                <c:pt idx="59944">
                  <c:v>65.97</c:v>
                </c:pt>
                <c:pt idx="59945">
                  <c:v>79.98</c:v>
                </c:pt>
                <c:pt idx="59946">
                  <c:v>55.98</c:v>
                </c:pt>
                <c:pt idx="59947">
                  <c:v>106.97</c:v>
                </c:pt>
                <c:pt idx="59948">
                  <c:v>47.97</c:v>
                </c:pt>
                <c:pt idx="59949">
                  <c:v>59.98</c:v>
                </c:pt>
                <c:pt idx="59950">
                  <c:v>31.49</c:v>
                </c:pt>
                <c:pt idx="59951">
                  <c:v>119.96</c:v>
                </c:pt>
                <c:pt idx="59952">
                  <c:v>59.98</c:v>
                </c:pt>
                <c:pt idx="59953">
                  <c:v>114.91</c:v>
                </c:pt>
                <c:pt idx="59954">
                  <c:v>84.94</c:v>
                </c:pt>
                <c:pt idx="59955">
                  <c:v>83.97</c:v>
                </c:pt>
                <c:pt idx="59956">
                  <c:v>83.97</c:v>
                </c:pt>
                <c:pt idx="59957">
                  <c:v>155.94</c:v>
                </c:pt>
                <c:pt idx="59958">
                  <c:v>53.97</c:v>
                </c:pt>
                <c:pt idx="59959">
                  <c:v>145.16</c:v>
                </c:pt>
                <c:pt idx="59960">
                  <c:v>203.45</c:v>
                </c:pt>
                <c:pt idx="59961">
                  <c:v>14.49</c:v>
                </c:pt>
                <c:pt idx="59962">
                  <c:v>79.849999999999994</c:v>
                </c:pt>
                <c:pt idx="59963">
                  <c:v>229.82</c:v>
                </c:pt>
                <c:pt idx="59964">
                  <c:v>119.96</c:v>
                </c:pt>
                <c:pt idx="59965">
                  <c:v>65.989999999999995</c:v>
                </c:pt>
                <c:pt idx="59966">
                  <c:v>92.96</c:v>
                </c:pt>
                <c:pt idx="59967">
                  <c:v>61.96</c:v>
                </c:pt>
                <c:pt idx="59968">
                  <c:v>53.98</c:v>
                </c:pt>
                <c:pt idx="59969">
                  <c:v>55.98</c:v>
                </c:pt>
                <c:pt idx="59970">
                  <c:v>89.97</c:v>
                </c:pt>
                <c:pt idx="59971">
                  <c:v>52.97</c:v>
                </c:pt>
                <c:pt idx="59972">
                  <c:v>129.9</c:v>
                </c:pt>
                <c:pt idx="59973">
                  <c:v>143.36000000000001</c:v>
                </c:pt>
                <c:pt idx="59974">
                  <c:v>86.97</c:v>
                </c:pt>
                <c:pt idx="59975">
                  <c:v>14.94</c:v>
                </c:pt>
                <c:pt idx="59976">
                  <c:v>59.97</c:v>
                </c:pt>
                <c:pt idx="59977">
                  <c:v>129.94999999999999</c:v>
                </c:pt>
                <c:pt idx="59978">
                  <c:v>117.55</c:v>
                </c:pt>
                <c:pt idx="59979">
                  <c:v>51.98</c:v>
                </c:pt>
                <c:pt idx="59980">
                  <c:v>36.04</c:v>
                </c:pt>
                <c:pt idx="59981">
                  <c:v>206.93</c:v>
                </c:pt>
                <c:pt idx="59982">
                  <c:v>83.97</c:v>
                </c:pt>
                <c:pt idx="59983">
                  <c:v>111.96</c:v>
                </c:pt>
                <c:pt idx="59984">
                  <c:v>54.69</c:v>
                </c:pt>
                <c:pt idx="59985">
                  <c:v>133.83000000000001</c:v>
                </c:pt>
                <c:pt idx="59986">
                  <c:v>31.49</c:v>
                </c:pt>
                <c:pt idx="59987">
                  <c:v>123.96</c:v>
                </c:pt>
                <c:pt idx="59988">
                  <c:v>197.97</c:v>
                </c:pt>
                <c:pt idx="59989">
                  <c:v>59.39</c:v>
                </c:pt>
                <c:pt idx="59990">
                  <c:v>110.95</c:v>
                </c:pt>
                <c:pt idx="59991">
                  <c:v>263.95999999999998</c:v>
                </c:pt>
                <c:pt idx="59992">
                  <c:v>53.97</c:v>
                </c:pt>
                <c:pt idx="59993">
                  <c:v>55.98</c:v>
                </c:pt>
                <c:pt idx="59994">
                  <c:v>135.96</c:v>
                </c:pt>
                <c:pt idx="59995">
                  <c:v>121.97</c:v>
                </c:pt>
                <c:pt idx="59996">
                  <c:v>129.94999999999999</c:v>
                </c:pt>
                <c:pt idx="59997">
                  <c:v>242.95</c:v>
                </c:pt>
                <c:pt idx="59998">
                  <c:v>63.3</c:v>
                </c:pt>
                <c:pt idx="59999">
                  <c:v>65.989999999999995</c:v>
                </c:pt>
                <c:pt idx="60000">
                  <c:v>29.24</c:v>
                </c:pt>
                <c:pt idx="60001">
                  <c:v>83.48</c:v>
                </c:pt>
                <c:pt idx="60002">
                  <c:v>50.98</c:v>
                </c:pt>
                <c:pt idx="60003">
                  <c:v>26.99</c:v>
                </c:pt>
                <c:pt idx="60004">
                  <c:v>55.98</c:v>
                </c:pt>
                <c:pt idx="60005">
                  <c:v>197.97</c:v>
                </c:pt>
                <c:pt idx="60006">
                  <c:v>103.96</c:v>
                </c:pt>
                <c:pt idx="60007">
                  <c:v>107.96</c:v>
                </c:pt>
                <c:pt idx="60008">
                  <c:v>68.959999999999994</c:v>
                </c:pt>
                <c:pt idx="60009">
                  <c:v>131.97999999999999</c:v>
                </c:pt>
                <c:pt idx="60010">
                  <c:v>74.98</c:v>
                </c:pt>
                <c:pt idx="60011">
                  <c:v>157.24</c:v>
                </c:pt>
                <c:pt idx="60012">
                  <c:v>68.930000000000007</c:v>
                </c:pt>
                <c:pt idx="60013">
                  <c:v>74.98</c:v>
                </c:pt>
                <c:pt idx="60014">
                  <c:v>114.89</c:v>
                </c:pt>
                <c:pt idx="60015">
                  <c:v>197.93</c:v>
                </c:pt>
                <c:pt idx="60016">
                  <c:v>29.49</c:v>
                </c:pt>
                <c:pt idx="60017">
                  <c:v>55.98</c:v>
                </c:pt>
                <c:pt idx="60018">
                  <c:v>54.98</c:v>
                </c:pt>
                <c:pt idx="60019">
                  <c:v>28.29</c:v>
                </c:pt>
                <c:pt idx="60020">
                  <c:v>106.97</c:v>
                </c:pt>
                <c:pt idx="60021">
                  <c:v>114.89</c:v>
                </c:pt>
                <c:pt idx="60022">
                  <c:v>59.96</c:v>
                </c:pt>
                <c:pt idx="60023">
                  <c:v>89.97</c:v>
                </c:pt>
                <c:pt idx="60024">
                  <c:v>47.48</c:v>
                </c:pt>
                <c:pt idx="60025">
                  <c:v>57.48</c:v>
                </c:pt>
                <c:pt idx="60026">
                  <c:v>50.47</c:v>
                </c:pt>
                <c:pt idx="60027">
                  <c:v>16.09</c:v>
                </c:pt>
                <c:pt idx="60028">
                  <c:v>103.96</c:v>
                </c:pt>
                <c:pt idx="60029">
                  <c:v>131.97999999999999</c:v>
                </c:pt>
                <c:pt idx="60030">
                  <c:v>55.98</c:v>
                </c:pt>
                <c:pt idx="60031">
                  <c:v>105.98</c:v>
                </c:pt>
                <c:pt idx="60032">
                  <c:v>69.98</c:v>
                </c:pt>
                <c:pt idx="60033">
                  <c:v>59.98</c:v>
                </c:pt>
                <c:pt idx="60034">
                  <c:v>55.98</c:v>
                </c:pt>
                <c:pt idx="60035">
                  <c:v>79.98</c:v>
                </c:pt>
                <c:pt idx="60036">
                  <c:v>94.95</c:v>
                </c:pt>
                <c:pt idx="60037">
                  <c:v>179.94</c:v>
                </c:pt>
                <c:pt idx="60038">
                  <c:v>476.91</c:v>
                </c:pt>
                <c:pt idx="60039">
                  <c:v>72.48</c:v>
                </c:pt>
                <c:pt idx="60040">
                  <c:v>75.98</c:v>
                </c:pt>
                <c:pt idx="60041">
                  <c:v>50.36</c:v>
                </c:pt>
                <c:pt idx="60042">
                  <c:v>13.49</c:v>
                </c:pt>
                <c:pt idx="60043">
                  <c:v>59.98</c:v>
                </c:pt>
                <c:pt idx="60044">
                  <c:v>-4.99</c:v>
                </c:pt>
                <c:pt idx="60045">
                  <c:v>16.29</c:v>
                </c:pt>
                <c:pt idx="60046">
                  <c:v>233.91</c:v>
                </c:pt>
                <c:pt idx="60047">
                  <c:v>72.59</c:v>
                </c:pt>
                <c:pt idx="60048">
                  <c:v>59.99</c:v>
                </c:pt>
                <c:pt idx="60049">
                  <c:v>55.98</c:v>
                </c:pt>
                <c:pt idx="60050">
                  <c:v>55.98</c:v>
                </c:pt>
                <c:pt idx="60051">
                  <c:v>70.98</c:v>
                </c:pt>
                <c:pt idx="60052">
                  <c:v>143.94</c:v>
                </c:pt>
                <c:pt idx="60053">
                  <c:v>129.94999999999999</c:v>
                </c:pt>
                <c:pt idx="60054">
                  <c:v>49.57</c:v>
                </c:pt>
                <c:pt idx="60055">
                  <c:v>76.569999999999993</c:v>
                </c:pt>
                <c:pt idx="60056">
                  <c:v>130.61000000000001</c:v>
                </c:pt>
                <c:pt idx="60057">
                  <c:v>92.97</c:v>
                </c:pt>
                <c:pt idx="60058">
                  <c:v>55.98</c:v>
                </c:pt>
                <c:pt idx="60059">
                  <c:v>53.97</c:v>
                </c:pt>
                <c:pt idx="60060">
                  <c:v>36.49</c:v>
                </c:pt>
                <c:pt idx="60061">
                  <c:v>41.49</c:v>
                </c:pt>
                <c:pt idx="60062">
                  <c:v>56.97</c:v>
                </c:pt>
                <c:pt idx="60063">
                  <c:v>64.55</c:v>
                </c:pt>
                <c:pt idx="60064">
                  <c:v>89.97</c:v>
                </c:pt>
                <c:pt idx="60065">
                  <c:v>46.29</c:v>
                </c:pt>
                <c:pt idx="60066">
                  <c:v>79.98</c:v>
                </c:pt>
                <c:pt idx="60067">
                  <c:v>53.98</c:v>
                </c:pt>
                <c:pt idx="60068">
                  <c:v>19.489999999999998</c:v>
                </c:pt>
                <c:pt idx="60069">
                  <c:v>67.02</c:v>
                </c:pt>
                <c:pt idx="60070">
                  <c:v>119.96</c:v>
                </c:pt>
                <c:pt idx="60071">
                  <c:v>119.96</c:v>
                </c:pt>
                <c:pt idx="60072">
                  <c:v>72.88</c:v>
                </c:pt>
                <c:pt idx="60073">
                  <c:v>121.98</c:v>
                </c:pt>
                <c:pt idx="60074">
                  <c:v>42.87</c:v>
                </c:pt>
                <c:pt idx="60075">
                  <c:v>33.86</c:v>
                </c:pt>
                <c:pt idx="60076">
                  <c:v>59.98</c:v>
                </c:pt>
                <c:pt idx="60077">
                  <c:v>24.18</c:v>
                </c:pt>
                <c:pt idx="60078">
                  <c:v>79.98</c:v>
                </c:pt>
                <c:pt idx="60079">
                  <c:v>111.96</c:v>
                </c:pt>
                <c:pt idx="60080">
                  <c:v>58.98</c:v>
                </c:pt>
                <c:pt idx="60081">
                  <c:v>91.84</c:v>
                </c:pt>
                <c:pt idx="60082">
                  <c:v>53.97</c:v>
                </c:pt>
                <c:pt idx="60083">
                  <c:v>50.38</c:v>
                </c:pt>
                <c:pt idx="60084">
                  <c:v>225.95</c:v>
                </c:pt>
                <c:pt idx="60085">
                  <c:v>197.97</c:v>
                </c:pt>
                <c:pt idx="60086">
                  <c:v>55.98</c:v>
                </c:pt>
                <c:pt idx="60087">
                  <c:v>211.93</c:v>
                </c:pt>
                <c:pt idx="60088">
                  <c:v>80.98</c:v>
                </c:pt>
                <c:pt idx="60089">
                  <c:v>54.97</c:v>
                </c:pt>
                <c:pt idx="60090">
                  <c:v>54.48</c:v>
                </c:pt>
                <c:pt idx="60091">
                  <c:v>296.97000000000003</c:v>
                </c:pt>
                <c:pt idx="60092">
                  <c:v>97.94</c:v>
                </c:pt>
                <c:pt idx="60093">
                  <c:v>79.98</c:v>
                </c:pt>
                <c:pt idx="60094">
                  <c:v>143.94</c:v>
                </c:pt>
                <c:pt idx="60095">
                  <c:v>36.479999999999997</c:v>
                </c:pt>
                <c:pt idx="60096">
                  <c:v>66.25</c:v>
                </c:pt>
                <c:pt idx="60097">
                  <c:v>59.98</c:v>
                </c:pt>
                <c:pt idx="60098">
                  <c:v>41.29</c:v>
                </c:pt>
                <c:pt idx="60099">
                  <c:v>49.59</c:v>
                </c:pt>
                <c:pt idx="60100">
                  <c:v>45.47</c:v>
                </c:pt>
                <c:pt idx="60101">
                  <c:v>65.989999999999995</c:v>
                </c:pt>
                <c:pt idx="60102">
                  <c:v>51.46</c:v>
                </c:pt>
                <c:pt idx="60103">
                  <c:v>72.56</c:v>
                </c:pt>
                <c:pt idx="60104">
                  <c:v>89.97</c:v>
                </c:pt>
                <c:pt idx="60105">
                  <c:v>219.96</c:v>
                </c:pt>
                <c:pt idx="60106">
                  <c:v>155.94</c:v>
                </c:pt>
                <c:pt idx="60107">
                  <c:v>64.95</c:v>
                </c:pt>
                <c:pt idx="60108">
                  <c:v>46.94</c:v>
                </c:pt>
                <c:pt idx="60109">
                  <c:v>87.99</c:v>
                </c:pt>
                <c:pt idx="60110">
                  <c:v>80.98</c:v>
                </c:pt>
                <c:pt idx="60111">
                  <c:v>59.98</c:v>
                </c:pt>
                <c:pt idx="60112">
                  <c:v>83.96</c:v>
                </c:pt>
                <c:pt idx="60113">
                  <c:v>93.96</c:v>
                </c:pt>
                <c:pt idx="60114">
                  <c:v>89.97</c:v>
                </c:pt>
                <c:pt idx="60115">
                  <c:v>347.98</c:v>
                </c:pt>
                <c:pt idx="60116">
                  <c:v>57.97</c:v>
                </c:pt>
                <c:pt idx="60117">
                  <c:v>225.39</c:v>
                </c:pt>
                <c:pt idx="60118">
                  <c:v>57.7</c:v>
                </c:pt>
                <c:pt idx="60119">
                  <c:v>65.989999999999995</c:v>
                </c:pt>
                <c:pt idx="60120">
                  <c:v>-121.98</c:v>
                </c:pt>
                <c:pt idx="60121">
                  <c:v>55.98</c:v>
                </c:pt>
                <c:pt idx="60122">
                  <c:v>131.97999999999999</c:v>
                </c:pt>
                <c:pt idx="60123">
                  <c:v>73.47</c:v>
                </c:pt>
                <c:pt idx="60124">
                  <c:v>51.98</c:v>
                </c:pt>
                <c:pt idx="60125">
                  <c:v>133.05000000000001</c:v>
                </c:pt>
                <c:pt idx="60126">
                  <c:v>69.67</c:v>
                </c:pt>
                <c:pt idx="60127">
                  <c:v>-46.94</c:v>
                </c:pt>
                <c:pt idx="60128">
                  <c:v>21.29</c:v>
                </c:pt>
                <c:pt idx="60129">
                  <c:v>51.98</c:v>
                </c:pt>
                <c:pt idx="60130">
                  <c:v>51.98</c:v>
                </c:pt>
                <c:pt idx="60131">
                  <c:v>224.03</c:v>
                </c:pt>
                <c:pt idx="60132">
                  <c:v>147.54</c:v>
                </c:pt>
                <c:pt idx="60133">
                  <c:v>61.16</c:v>
                </c:pt>
                <c:pt idx="60134">
                  <c:v>129.19999999999999</c:v>
                </c:pt>
                <c:pt idx="60135">
                  <c:v>115.96</c:v>
                </c:pt>
                <c:pt idx="60136">
                  <c:v>49.99</c:v>
                </c:pt>
                <c:pt idx="60137">
                  <c:v>149.97</c:v>
                </c:pt>
                <c:pt idx="60138">
                  <c:v>52.97</c:v>
                </c:pt>
                <c:pt idx="60139">
                  <c:v>59.98</c:v>
                </c:pt>
                <c:pt idx="60140">
                  <c:v>64.77</c:v>
                </c:pt>
                <c:pt idx="60141">
                  <c:v>79.95</c:v>
                </c:pt>
                <c:pt idx="60142">
                  <c:v>55.98</c:v>
                </c:pt>
                <c:pt idx="60143">
                  <c:v>49.21</c:v>
                </c:pt>
                <c:pt idx="60144">
                  <c:v>55.98</c:v>
                </c:pt>
                <c:pt idx="60145">
                  <c:v>89.97</c:v>
                </c:pt>
                <c:pt idx="60146">
                  <c:v>224.37</c:v>
                </c:pt>
                <c:pt idx="60147">
                  <c:v>117.96</c:v>
                </c:pt>
                <c:pt idx="60148">
                  <c:v>16.489999999999998</c:v>
                </c:pt>
                <c:pt idx="60149">
                  <c:v>193.55</c:v>
                </c:pt>
                <c:pt idx="60150">
                  <c:v>123.47</c:v>
                </c:pt>
                <c:pt idx="60151">
                  <c:v>16.29</c:v>
                </c:pt>
                <c:pt idx="60152">
                  <c:v>61.96</c:v>
                </c:pt>
                <c:pt idx="60153">
                  <c:v>28.49</c:v>
                </c:pt>
                <c:pt idx="60154">
                  <c:v>209.27</c:v>
                </c:pt>
                <c:pt idx="60155">
                  <c:v>54.58</c:v>
                </c:pt>
                <c:pt idx="60156">
                  <c:v>50.68</c:v>
                </c:pt>
                <c:pt idx="60157">
                  <c:v>149.94999999999999</c:v>
                </c:pt>
                <c:pt idx="60158">
                  <c:v>326.32</c:v>
                </c:pt>
                <c:pt idx="60159">
                  <c:v>141.44999999999999</c:v>
                </c:pt>
                <c:pt idx="60160">
                  <c:v>67.069999999999993</c:v>
                </c:pt>
                <c:pt idx="60161">
                  <c:v>52.97</c:v>
                </c:pt>
                <c:pt idx="60162">
                  <c:v>59.98</c:v>
                </c:pt>
                <c:pt idx="60163">
                  <c:v>59.98</c:v>
                </c:pt>
                <c:pt idx="60164">
                  <c:v>51.99</c:v>
                </c:pt>
                <c:pt idx="60165">
                  <c:v>55.98</c:v>
                </c:pt>
                <c:pt idx="60166">
                  <c:v>19.09</c:v>
                </c:pt>
                <c:pt idx="60167">
                  <c:v>65.989999999999995</c:v>
                </c:pt>
                <c:pt idx="60168">
                  <c:v>31.49</c:v>
                </c:pt>
                <c:pt idx="60169">
                  <c:v>57.48</c:v>
                </c:pt>
                <c:pt idx="60170">
                  <c:v>61.69</c:v>
                </c:pt>
                <c:pt idx="60171">
                  <c:v>78.97</c:v>
                </c:pt>
                <c:pt idx="60172">
                  <c:v>61.64</c:v>
                </c:pt>
                <c:pt idx="60173">
                  <c:v>145.15</c:v>
                </c:pt>
                <c:pt idx="60174">
                  <c:v>59.98</c:v>
                </c:pt>
                <c:pt idx="60175">
                  <c:v>65.989999999999995</c:v>
                </c:pt>
                <c:pt idx="60176">
                  <c:v>111.96</c:v>
                </c:pt>
                <c:pt idx="60177">
                  <c:v>51.98</c:v>
                </c:pt>
                <c:pt idx="60178">
                  <c:v>111.96</c:v>
                </c:pt>
                <c:pt idx="60179">
                  <c:v>143.96</c:v>
                </c:pt>
                <c:pt idx="60180">
                  <c:v>79.98</c:v>
                </c:pt>
                <c:pt idx="60181">
                  <c:v>34.99</c:v>
                </c:pt>
                <c:pt idx="60182">
                  <c:v>49.59</c:v>
                </c:pt>
                <c:pt idx="60183">
                  <c:v>111.96</c:v>
                </c:pt>
                <c:pt idx="60184">
                  <c:v>57.98</c:v>
                </c:pt>
                <c:pt idx="60185">
                  <c:v>135.47</c:v>
                </c:pt>
                <c:pt idx="60186">
                  <c:v>61.98</c:v>
                </c:pt>
                <c:pt idx="60187">
                  <c:v>31.49</c:v>
                </c:pt>
                <c:pt idx="60188">
                  <c:v>148.81</c:v>
                </c:pt>
                <c:pt idx="60189">
                  <c:v>119.96</c:v>
                </c:pt>
                <c:pt idx="60190">
                  <c:v>77.97</c:v>
                </c:pt>
                <c:pt idx="60191">
                  <c:v>77.98</c:v>
                </c:pt>
                <c:pt idx="60192">
                  <c:v>89.95</c:v>
                </c:pt>
                <c:pt idx="60193">
                  <c:v>79.98</c:v>
                </c:pt>
                <c:pt idx="60194">
                  <c:v>49.99</c:v>
                </c:pt>
                <c:pt idx="60195">
                  <c:v>140.36000000000001</c:v>
                </c:pt>
                <c:pt idx="60196">
                  <c:v>66.53</c:v>
                </c:pt>
                <c:pt idx="60197">
                  <c:v>55.48</c:v>
                </c:pt>
                <c:pt idx="60198">
                  <c:v>105.94</c:v>
                </c:pt>
                <c:pt idx="60199">
                  <c:v>106.97</c:v>
                </c:pt>
                <c:pt idx="60200">
                  <c:v>118.54</c:v>
                </c:pt>
                <c:pt idx="60201">
                  <c:v>146.96</c:v>
                </c:pt>
                <c:pt idx="60202">
                  <c:v>83.97</c:v>
                </c:pt>
                <c:pt idx="60203">
                  <c:v>79.98</c:v>
                </c:pt>
                <c:pt idx="60204">
                  <c:v>55.39</c:v>
                </c:pt>
                <c:pt idx="60205">
                  <c:v>66.53</c:v>
                </c:pt>
                <c:pt idx="60206">
                  <c:v>59.98</c:v>
                </c:pt>
                <c:pt idx="60207">
                  <c:v>-1.5</c:v>
                </c:pt>
                <c:pt idx="60208">
                  <c:v>32.630000000000003</c:v>
                </c:pt>
                <c:pt idx="60209">
                  <c:v>49.48</c:v>
                </c:pt>
                <c:pt idx="60210">
                  <c:v>54.98</c:v>
                </c:pt>
                <c:pt idx="60211">
                  <c:v>61.69</c:v>
                </c:pt>
                <c:pt idx="60212">
                  <c:v>114.97</c:v>
                </c:pt>
                <c:pt idx="60213">
                  <c:v>101.6</c:v>
                </c:pt>
                <c:pt idx="60214">
                  <c:v>185.95</c:v>
                </c:pt>
                <c:pt idx="60215">
                  <c:v>59.99</c:v>
                </c:pt>
                <c:pt idx="60216">
                  <c:v>55.98</c:v>
                </c:pt>
                <c:pt idx="60217">
                  <c:v>107.94</c:v>
                </c:pt>
                <c:pt idx="60218">
                  <c:v>50.45</c:v>
                </c:pt>
                <c:pt idx="60219">
                  <c:v>175.45</c:v>
                </c:pt>
                <c:pt idx="60220">
                  <c:v>244.32</c:v>
                </c:pt>
                <c:pt idx="60221">
                  <c:v>119.43</c:v>
                </c:pt>
                <c:pt idx="60222">
                  <c:v>56.34</c:v>
                </c:pt>
                <c:pt idx="60223">
                  <c:v>51.98</c:v>
                </c:pt>
                <c:pt idx="60224">
                  <c:v>107.96</c:v>
                </c:pt>
                <c:pt idx="60225">
                  <c:v>65.510000000000005</c:v>
                </c:pt>
                <c:pt idx="60226">
                  <c:v>37.49</c:v>
                </c:pt>
                <c:pt idx="60227">
                  <c:v>134.97</c:v>
                </c:pt>
                <c:pt idx="60228">
                  <c:v>80.97</c:v>
                </c:pt>
                <c:pt idx="60229">
                  <c:v>55.98</c:v>
                </c:pt>
                <c:pt idx="60230">
                  <c:v>206.95</c:v>
                </c:pt>
                <c:pt idx="60231">
                  <c:v>149.94999999999999</c:v>
                </c:pt>
                <c:pt idx="60232">
                  <c:v>33.479999999999997</c:v>
                </c:pt>
                <c:pt idx="60233">
                  <c:v>111.96</c:v>
                </c:pt>
                <c:pt idx="60234">
                  <c:v>77.98</c:v>
                </c:pt>
                <c:pt idx="60235">
                  <c:v>59.99</c:v>
                </c:pt>
                <c:pt idx="60236">
                  <c:v>-111.92</c:v>
                </c:pt>
                <c:pt idx="60237">
                  <c:v>51.98</c:v>
                </c:pt>
                <c:pt idx="60238">
                  <c:v>107.96</c:v>
                </c:pt>
                <c:pt idx="60239">
                  <c:v>105.98</c:v>
                </c:pt>
                <c:pt idx="60240">
                  <c:v>65.989999999999995</c:v>
                </c:pt>
                <c:pt idx="60241">
                  <c:v>64.98</c:v>
                </c:pt>
                <c:pt idx="60242">
                  <c:v>95.94</c:v>
                </c:pt>
                <c:pt idx="60243">
                  <c:v>50.38</c:v>
                </c:pt>
                <c:pt idx="60244">
                  <c:v>65.989999999999995</c:v>
                </c:pt>
                <c:pt idx="60245">
                  <c:v>59.98</c:v>
                </c:pt>
                <c:pt idx="60246">
                  <c:v>53.98</c:v>
                </c:pt>
                <c:pt idx="60247">
                  <c:v>41.29</c:v>
                </c:pt>
                <c:pt idx="60248">
                  <c:v>77.959999999999994</c:v>
                </c:pt>
                <c:pt idx="60249">
                  <c:v>89.97</c:v>
                </c:pt>
                <c:pt idx="60250">
                  <c:v>109.95</c:v>
                </c:pt>
                <c:pt idx="60251">
                  <c:v>204.95</c:v>
                </c:pt>
                <c:pt idx="60252">
                  <c:v>74.98</c:v>
                </c:pt>
                <c:pt idx="60253">
                  <c:v>82.97</c:v>
                </c:pt>
                <c:pt idx="60254">
                  <c:v>51.98</c:v>
                </c:pt>
                <c:pt idx="60255">
                  <c:v>71.959999999999994</c:v>
                </c:pt>
                <c:pt idx="60256">
                  <c:v>27.98</c:v>
                </c:pt>
                <c:pt idx="60257">
                  <c:v>89.97</c:v>
                </c:pt>
                <c:pt idx="60258">
                  <c:v>50.97</c:v>
                </c:pt>
                <c:pt idx="60259">
                  <c:v>121.98</c:v>
                </c:pt>
                <c:pt idx="60260">
                  <c:v>67.72</c:v>
                </c:pt>
                <c:pt idx="60261">
                  <c:v>55.98</c:v>
                </c:pt>
                <c:pt idx="60262">
                  <c:v>271.95999999999998</c:v>
                </c:pt>
                <c:pt idx="60263">
                  <c:v>28.49</c:v>
                </c:pt>
                <c:pt idx="60264">
                  <c:v>55.98</c:v>
                </c:pt>
                <c:pt idx="60265">
                  <c:v>69.959999999999994</c:v>
                </c:pt>
                <c:pt idx="60266">
                  <c:v>53.98</c:v>
                </c:pt>
                <c:pt idx="60267">
                  <c:v>175.97</c:v>
                </c:pt>
                <c:pt idx="60268">
                  <c:v>51.98</c:v>
                </c:pt>
                <c:pt idx="60269">
                  <c:v>65.989999999999995</c:v>
                </c:pt>
                <c:pt idx="60270">
                  <c:v>93.96</c:v>
                </c:pt>
                <c:pt idx="60271">
                  <c:v>259.89999999999998</c:v>
                </c:pt>
                <c:pt idx="60272">
                  <c:v>139.46</c:v>
                </c:pt>
                <c:pt idx="60273">
                  <c:v>209.94</c:v>
                </c:pt>
                <c:pt idx="60274">
                  <c:v>55.98</c:v>
                </c:pt>
                <c:pt idx="60275">
                  <c:v>53.98</c:v>
                </c:pt>
                <c:pt idx="60276">
                  <c:v>137.97</c:v>
                </c:pt>
                <c:pt idx="60277">
                  <c:v>69.98</c:v>
                </c:pt>
                <c:pt idx="60278">
                  <c:v>80.97</c:v>
                </c:pt>
                <c:pt idx="60279">
                  <c:v>53.96</c:v>
                </c:pt>
                <c:pt idx="60280">
                  <c:v>89.13</c:v>
                </c:pt>
                <c:pt idx="60281">
                  <c:v>31.49</c:v>
                </c:pt>
                <c:pt idx="60282">
                  <c:v>57.98</c:v>
                </c:pt>
                <c:pt idx="60283">
                  <c:v>236.43</c:v>
                </c:pt>
                <c:pt idx="60284">
                  <c:v>33.479999999999997</c:v>
                </c:pt>
                <c:pt idx="60285">
                  <c:v>59.98</c:v>
                </c:pt>
                <c:pt idx="60286">
                  <c:v>39.479999999999997</c:v>
                </c:pt>
                <c:pt idx="60287">
                  <c:v>18.13</c:v>
                </c:pt>
                <c:pt idx="60288">
                  <c:v>113.96</c:v>
                </c:pt>
                <c:pt idx="60289">
                  <c:v>41.28</c:v>
                </c:pt>
                <c:pt idx="60290">
                  <c:v>89.97</c:v>
                </c:pt>
                <c:pt idx="60291">
                  <c:v>79.95</c:v>
                </c:pt>
                <c:pt idx="60292">
                  <c:v>16.489999999999998</c:v>
                </c:pt>
                <c:pt idx="60293">
                  <c:v>59.98</c:v>
                </c:pt>
                <c:pt idx="60294">
                  <c:v>55.98</c:v>
                </c:pt>
                <c:pt idx="60295">
                  <c:v>67.97</c:v>
                </c:pt>
                <c:pt idx="60296">
                  <c:v>145.97</c:v>
                </c:pt>
                <c:pt idx="60297">
                  <c:v>37.49</c:v>
                </c:pt>
                <c:pt idx="60298">
                  <c:v>149.94999999999999</c:v>
                </c:pt>
                <c:pt idx="60299">
                  <c:v>52.97</c:v>
                </c:pt>
                <c:pt idx="60300">
                  <c:v>53.98</c:v>
                </c:pt>
                <c:pt idx="60301">
                  <c:v>59.98</c:v>
                </c:pt>
                <c:pt idx="60302">
                  <c:v>75.959999999999994</c:v>
                </c:pt>
                <c:pt idx="60303">
                  <c:v>48.58</c:v>
                </c:pt>
                <c:pt idx="60304">
                  <c:v>195.95</c:v>
                </c:pt>
                <c:pt idx="60305">
                  <c:v>129.43</c:v>
                </c:pt>
                <c:pt idx="60306">
                  <c:v>14.49</c:v>
                </c:pt>
                <c:pt idx="60307">
                  <c:v>163.07</c:v>
                </c:pt>
                <c:pt idx="60308">
                  <c:v>66.98</c:v>
                </c:pt>
                <c:pt idx="60309">
                  <c:v>59.98</c:v>
                </c:pt>
                <c:pt idx="60310">
                  <c:v>40.49</c:v>
                </c:pt>
                <c:pt idx="60311">
                  <c:v>59.98</c:v>
                </c:pt>
                <c:pt idx="60312">
                  <c:v>65.989999999999995</c:v>
                </c:pt>
                <c:pt idx="60313">
                  <c:v>93.45</c:v>
                </c:pt>
                <c:pt idx="60314">
                  <c:v>50.49</c:v>
                </c:pt>
                <c:pt idx="60315">
                  <c:v>55.98</c:v>
                </c:pt>
                <c:pt idx="60316">
                  <c:v>53.96</c:v>
                </c:pt>
                <c:pt idx="60317">
                  <c:v>87.96</c:v>
                </c:pt>
                <c:pt idx="60318">
                  <c:v>103.96</c:v>
                </c:pt>
                <c:pt idx="60319">
                  <c:v>59.39</c:v>
                </c:pt>
                <c:pt idx="60320">
                  <c:v>83.97</c:v>
                </c:pt>
                <c:pt idx="60321">
                  <c:v>-54.98</c:v>
                </c:pt>
                <c:pt idx="60322">
                  <c:v>52.98</c:v>
                </c:pt>
                <c:pt idx="60323">
                  <c:v>51.29</c:v>
                </c:pt>
                <c:pt idx="60324">
                  <c:v>19.29</c:v>
                </c:pt>
                <c:pt idx="60325">
                  <c:v>64.98</c:v>
                </c:pt>
                <c:pt idx="60326">
                  <c:v>55.98</c:v>
                </c:pt>
                <c:pt idx="60327">
                  <c:v>78.36</c:v>
                </c:pt>
                <c:pt idx="60328">
                  <c:v>129.96</c:v>
                </c:pt>
                <c:pt idx="60329">
                  <c:v>53.98</c:v>
                </c:pt>
                <c:pt idx="60330">
                  <c:v>27.29</c:v>
                </c:pt>
                <c:pt idx="60331">
                  <c:v>66.97</c:v>
                </c:pt>
                <c:pt idx="60332">
                  <c:v>22.49</c:v>
                </c:pt>
                <c:pt idx="60333">
                  <c:v>121.98</c:v>
                </c:pt>
                <c:pt idx="60334">
                  <c:v>55.98</c:v>
                </c:pt>
                <c:pt idx="60335">
                  <c:v>69.959999999999994</c:v>
                </c:pt>
                <c:pt idx="60336">
                  <c:v>92.15</c:v>
                </c:pt>
                <c:pt idx="60337">
                  <c:v>55.98</c:v>
                </c:pt>
                <c:pt idx="60338">
                  <c:v>133.46</c:v>
                </c:pt>
                <c:pt idx="60339">
                  <c:v>147.1</c:v>
                </c:pt>
                <c:pt idx="60340">
                  <c:v>82.26</c:v>
                </c:pt>
                <c:pt idx="60341">
                  <c:v>29.49</c:v>
                </c:pt>
                <c:pt idx="60342">
                  <c:v>59.98</c:v>
                </c:pt>
                <c:pt idx="60343">
                  <c:v>53.98</c:v>
                </c:pt>
                <c:pt idx="60344">
                  <c:v>55.98</c:v>
                </c:pt>
                <c:pt idx="60345">
                  <c:v>56.97</c:v>
                </c:pt>
                <c:pt idx="60346">
                  <c:v>83.48</c:v>
                </c:pt>
                <c:pt idx="60347">
                  <c:v>125.98</c:v>
                </c:pt>
                <c:pt idx="60348">
                  <c:v>59.98</c:v>
                </c:pt>
                <c:pt idx="60349">
                  <c:v>66.540000000000006</c:v>
                </c:pt>
                <c:pt idx="60350">
                  <c:v>125.06</c:v>
                </c:pt>
                <c:pt idx="60351">
                  <c:v>137.66</c:v>
                </c:pt>
                <c:pt idx="60352">
                  <c:v>113.96</c:v>
                </c:pt>
                <c:pt idx="60353">
                  <c:v>105.25</c:v>
                </c:pt>
                <c:pt idx="60354">
                  <c:v>264.92</c:v>
                </c:pt>
                <c:pt idx="60355">
                  <c:v>134.85</c:v>
                </c:pt>
                <c:pt idx="60356">
                  <c:v>59.98</c:v>
                </c:pt>
                <c:pt idx="60357">
                  <c:v>188.93</c:v>
                </c:pt>
                <c:pt idx="60358">
                  <c:v>24.18</c:v>
                </c:pt>
                <c:pt idx="60359">
                  <c:v>56.98</c:v>
                </c:pt>
                <c:pt idx="60360">
                  <c:v>59.98</c:v>
                </c:pt>
                <c:pt idx="60361">
                  <c:v>207.92</c:v>
                </c:pt>
                <c:pt idx="60362">
                  <c:v>30.38</c:v>
                </c:pt>
                <c:pt idx="60363">
                  <c:v>59.98</c:v>
                </c:pt>
                <c:pt idx="60364">
                  <c:v>55.98</c:v>
                </c:pt>
                <c:pt idx="60365">
                  <c:v>17.489999999999998</c:v>
                </c:pt>
                <c:pt idx="60366">
                  <c:v>16.489999999999998</c:v>
                </c:pt>
                <c:pt idx="60367">
                  <c:v>121.98</c:v>
                </c:pt>
                <c:pt idx="60368">
                  <c:v>117.27</c:v>
                </c:pt>
                <c:pt idx="60369">
                  <c:v>70.73</c:v>
                </c:pt>
                <c:pt idx="60370">
                  <c:v>67.739999999999995</c:v>
                </c:pt>
                <c:pt idx="60371">
                  <c:v>49.49</c:v>
                </c:pt>
                <c:pt idx="60372">
                  <c:v>65.989999999999995</c:v>
                </c:pt>
                <c:pt idx="60373">
                  <c:v>70.98</c:v>
                </c:pt>
                <c:pt idx="60374">
                  <c:v>20.239999999999998</c:v>
                </c:pt>
                <c:pt idx="60375">
                  <c:v>25.49</c:v>
                </c:pt>
                <c:pt idx="60376">
                  <c:v>50.97</c:v>
                </c:pt>
                <c:pt idx="60377">
                  <c:v>65.989999999999995</c:v>
                </c:pt>
                <c:pt idx="60378">
                  <c:v>39.479999999999997</c:v>
                </c:pt>
                <c:pt idx="60379">
                  <c:v>94.96</c:v>
                </c:pt>
                <c:pt idx="60380">
                  <c:v>29.48</c:v>
                </c:pt>
                <c:pt idx="60381">
                  <c:v>31.29</c:v>
                </c:pt>
                <c:pt idx="60382">
                  <c:v>72.97</c:v>
                </c:pt>
                <c:pt idx="60383">
                  <c:v>89.97</c:v>
                </c:pt>
                <c:pt idx="60384">
                  <c:v>31.49</c:v>
                </c:pt>
                <c:pt idx="60385">
                  <c:v>70.17</c:v>
                </c:pt>
                <c:pt idx="60386">
                  <c:v>115.16</c:v>
                </c:pt>
                <c:pt idx="60387">
                  <c:v>52.46</c:v>
                </c:pt>
                <c:pt idx="60388">
                  <c:v>89.98</c:v>
                </c:pt>
                <c:pt idx="60389">
                  <c:v>55.98</c:v>
                </c:pt>
                <c:pt idx="60390">
                  <c:v>39.479999999999997</c:v>
                </c:pt>
                <c:pt idx="60391">
                  <c:v>94.96</c:v>
                </c:pt>
                <c:pt idx="60392">
                  <c:v>58.98</c:v>
                </c:pt>
                <c:pt idx="60393">
                  <c:v>55.98</c:v>
                </c:pt>
                <c:pt idx="60394">
                  <c:v>55.98</c:v>
                </c:pt>
                <c:pt idx="60395">
                  <c:v>60.99</c:v>
                </c:pt>
                <c:pt idx="60396">
                  <c:v>55.98</c:v>
                </c:pt>
                <c:pt idx="60397">
                  <c:v>50.38</c:v>
                </c:pt>
                <c:pt idx="60398">
                  <c:v>172.97</c:v>
                </c:pt>
                <c:pt idx="60399">
                  <c:v>56.75</c:v>
                </c:pt>
                <c:pt idx="60400">
                  <c:v>65.989999999999995</c:v>
                </c:pt>
                <c:pt idx="60401">
                  <c:v>56.7</c:v>
                </c:pt>
                <c:pt idx="60402">
                  <c:v>65.989999999999995</c:v>
                </c:pt>
                <c:pt idx="60403">
                  <c:v>67.97</c:v>
                </c:pt>
                <c:pt idx="60404">
                  <c:v>58.97</c:v>
                </c:pt>
                <c:pt idx="60405">
                  <c:v>55.98</c:v>
                </c:pt>
                <c:pt idx="60406">
                  <c:v>75.98</c:v>
                </c:pt>
                <c:pt idx="60407">
                  <c:v>55.77</c:v>
                </c:pt>
                <c:pt idx="60408">
                  <c:v>69.97</c:v>
                </c:pt>
                <c:pt idx="60409">
                  <c:v>99.97</c:v>
                </c:pt>
                <c:pt idx="60410">
                  <c:v>59.96</c:v>
                </c:pt>
                <c:pt idx="60411">
                  <c:v>60.18</c:v>
                </c:pt>
                <c:pt idx="60412">
                  <c:v>86.57</c:v>
                </c:pt>
                <c:pt idx="60413">
                  <c:v>119.96</c:v>
                </c:pt>
                <c:pt idx="60414">
                  <c:v>419.85</c:v>
                </c:pt>
                <c:pt idx="60415">
                  <c:v>48.04</c:v>
                </c:pt>
                <c:pt idx="60416">
                  <c:v>49.49</c:v>
                </c:pt>
                <c:pt idx="60417">
                  <c:v>54.99</c:v>
                </c:pt>
                <c:pt idx="60418">
                  <c:v>21.49</c:v>
                </c:pt>
                <c:pt idx="60419">
                  <c:v>71.97</c:v>
                </c:pt>
                <c:pt idx="60420">
                  <c:v>84.96</c:v>
                </c:pt>
                <c:pt idx="60421">
                  <c:v>83.47</c:v>
                </c:pt>
                <c:pt idx="60422">
                  <c:v>123.37</c:v>
                </c:pt>
                <c:pt idx="60423">
                  <c:v>172.97</c:v>
                </c:pt>
                <c:pt idx="60424">
                  <c:v>65.290000000000006</c:v>
                </c:pt>
                <c:pt idx="60425">
                  <c:v>56.98</c:v>
                </c:pt>
                <c:pt idx="60426">
                  <c:v>61.98</c:v>
                </c:pt>
                <c:pt idx="60427">
                  <c:v>105.98</c:v>
                </c:pt>
                <c:pt idx="60428">
                  <c:v>209.94</c:v>
                </c:pt>
                <c:pt idx="60429">
                  <c:v>139.94999999999999</c:v>
                </c:pt>
                <c:pt idx="60430">
                  <c:v>121.8</c:v>
                </c:pt>
                <c:pt idx="60431">
                  <c:v>26.99</c:v>
                </c:pt>
                <c:pt idx="60432">
                  <c:v>93.97</c:v>
                </c:pt>
                <c:pt idx="60433">
                  <c:v>-57.98</c:v>
                </c:pt>
                <c:pt idx="60434">
                  <c:v>83.97</c:v>
                </c:pt>
                <c:pt idx="60435">
                  <c:v>54.99</c:v>
                </c:pt>
                <c:pt idx="60436">
                  <c:v>223.92</c:v>
                </c:pt>
                <c:pt idx="60437">
                  <c:v>71.989999999999995</c:v>
                </c:pt>
                <c:pt idx="60438">
                  <c:v>99.9</c:v>
                </c:pt>
                <c:pt idx="60439">
                  <c:v>59.39</c:v>
                </c:pt>
                <c:pt idx="60440">
                  <c:v>77.97</c:v>
                </c:pt>
                <c:pt idx="60441">
                  <c:v>-59.98</c:v>
                </c:pt>
                <c:pt idx="60442">
                  <c:v>59.99</c:v>
                </c:pt>
                <c:pt idx="60443">
                  <c:v>51.98</c:v>
                </c:pt>
                <c:pt idx="60444">
                  <c:v>23.99</c:v>
                </c:pt>
                <c:pt idx="60445">
                  <c:v>41.09</c:v>
                </c:pt>
                <c:pt idx="60446">
                  <c:v>55.96</c:v>
                </c:pt>
                <c:pt idx="60447">
                  <c:v>35</c:v>
                </c:pt>
                <c:pt idx="60448">
                  <c:v>54.98</c:v>
                </c:pt>
                <c:pt idx="60449">
                  <c:v>121.98</c:v>
                </c:pt>
                <c:pt idx="60450">
                  <c:v>123.4</c:v>
                </c:pt>
                <c:pt idx="60451">
                  <c:v>107.94</c:v>
                </c:pt>
                <c:pt idx="60452">
                  <c:v>90.96</c:v>
                </c:pt>
                <c:pt idx="60453">
                  <c:v>78.63</c:v>
                </c:pt>
                <c:pt idx="60454">
                  <c:v>65.989999999999995</c:v>
                </c:pt>
                <c:pt idx="60455">
                  <c:v>55.98</c:v>
                </c:pt>
                <c:pt idx="60456">
                  <c:v>67.739999999999995</c:v>
                </c:pt>
                <c:pt idx="60457">
                  <c:v>121.98</c:v>
                </c:pt>
                <c:pt idx="60458">
                  <c:v>55.98</c:v>
                </c:pt>
                <c:pt idx="60459">
                  <c:v>59.98</c:v>
                </c:pt>
                <c:pt idx="60460">
                  <c:v>65.989999999999995</c:v>
                </c:pt>
                <c:pt idx="60461">
                  <c:v>149.94</c:v>
                </c:pt>
                <c:pt idx="60462">
                  <c:v>63.98</c:v>
                </c:pt>
                <c:pt idx="60463">
                  <c:v>86.07</c:v>
                </c:pt>
                <c:pt idx="60464">
                  <c:v>79.98</c:v>
                </c:pt>
                <c:pt idx="60465">
                  <c:v>79.98</c:v>
                </c:pt>
                <c:pt idx="60466">
                  <c:v>59.98</c:v>
                </c:pt>
                <c:pt idx="60467">
                  <c:v>59.98</c:v>
                </c:pt>
                <c:pt idx="60468">
                  <c:v>48.58</c:v>
                </c:pt>
                <c:pt idx="60469">
                  <c:v>167.8</c:v>
                </c:pt>
                <c:pt idx="60470">
                  <c:v>60.99</c:v>
                </c:pt>
                <c:pt idx="60471">
                  <c:v>77.97</c:v>
                </c:pt>
                <c:pt idx="60472">
                  <c:v>27.3</c:v>
                </c:pt>
                <c:pt idx="60473">
                  <c:v>117.94</c:v>
                </c:pt>
                <c:pt idx="60474">
                  <c:v>53.98</c:v>
                </c:pt>
                <c:pt idx="60475">
                  <c:v>51.27</c:v>
                </c:pt>
                <c:pt idx="60476">
                  <c:v>57.98</c:v>
                </c:pt>
                <c:pt idx="60477">
                  <c:v>59.98</c:v>
                </c:pt>
                <c:pt idx="60478">
                  <c:v>89.97</c:v>
                </c:pt>
                <c:pt idx="60479">
                  <c:v>41.49</c:v>
                </c:pt>
                <c:pt idx="60480">
                  <c:v>51.95</c:v>
                </c:pt>
                <c:pt idx="60481">
                  <c:v>65.989999999999995</c:v>
                </c:pt>
                <c:pt idx="60482">
                  <c:v>91.17</c:v>
                </c:pt>
                <c:pt idx="60483">
                  <c:v>86.97</c:v>
                </c:pt>
                <c:pt idx="60484">
                  <c:v>51.98</c:v>
                </c:pt>
                <c:pt idx="60485">
                  <c:v>11.09</c:v>
                </c:pt>
                <c:pt idx="60486">
                  <c:v>71.97</c:v>
                </c:pt>
                <c:pt idx="60487">
                  <c:v>-31.48</c:v>
                </c:pt>
                <c:pt idx="60488">
                  <c:v>117.97</c:v>
                </c:pt>
                <c:pt idx="60489">
                  <c:v>54.99</c:v>
                </c:pt>
                <c:pt idx="60490">
                  <c:v>-31.48</c:v>
                </c:pt>
                <c:pt idx="60491">
                  <c:v>31.48</c:v>
                </c:pt>
                <c:pt idx="60492">
                  <c:v>67.02</c:v>
                </c:pt>
                <c:pt idx="60493">
                  <c:v>241.42</c:v>
                </c:pt>
                <c:pt idx="60494">
                  <c:v>63.98</c:v>
                </c:pt>
                <c:pt idx="60495">
                  <c:v>71.97</c:v>
                </c:pt>
                <c:pt idx="60496">
                  <c:v>60.99</c:v>
                </c:pt>
                <c:pt idx="60497">
                  <c:v>58.98</c:v>
                </c:pt>
                <c:pt idx="60498">
                  <c:v>59.98</c:v>
                </c:pt>
                <c:pt idx="60499">
                  <c:v>121.98</c:v>
                </c:pt>
                <c:pt idx="60500">
                  <c:v>83.96</c:v>
                </c:pt>
                <c:pt idx="60501">
                  <c:v>64.95</c:v>
                </c:pt>
                <c:pt idx="60502">
                  <c:v>46.38</c:v>
                </c:pt>
                <c:pt idx="60503">
                  <c:v>65.989999999999995</c:v>
                </c:pt>
                <c:pt idx="60504">
                  <c:v>86.97</c:v>
                </c:pt>
                <c:pt idx="60505">
                  <c:v>84.98</c:v>
                </c:pt>
                <c:pt idx="60506">
                  <c:v>29.49</c:v>
                </c:pt>
                <c:pt idx="60507">
                  <c:v>83.97</c:v>
                </c:pt>
                <c:pt idx="60508">
                  <c:v>83.97</c:v>
                </c:pt>
                <c:pt idx="60509">
                  <c:v>55.98</c:v>
                </c:pt>
                <c:pt idx="60510">
                  <c:v>55.98</c:v>
                </c:pt>
                <c:pt idx="60511">
                  <c:v>56.97</c:v>
                </c:pt>
                <c:pt idx="60512">
                  <c:v>142.46</c:v>
                </c:pt>
                <c:pt idx="60513">
                  <c:v>63.97</c:v>
                </c:pt>
                <c:pt idx="60514">
                  <c:v>41.09</c:v>
                </c:pt>
                <c:pt idx="60515">
                  <c:v>72.55</c:v>
                </c:pt>
                <c:pt idx="60516">
                  <c:v>89.97</c:v>
                </c:pt>
                <c:pt idx="60517">
                  <c:v>119.96</c:v>
                </c:pt>
                <c:pt idx="60518">
                  <c:v>19.34</c:v>
                </c:pt>
                <c:pt idx="60519">
                  <c:v>151.15</c:v>
                </c:pt>
                <c:pt idx="60520">
                  <c:v>63.16</c:v>
                </c:pt>
                <c:pt idx="60521">
                  <c:v>62.97</c:v>
                </c:pt>
                <c:pt idx="60522">
                  <c:v>82.64</c:v>
                </c:pt>
                <c:pt idx="60523">
                  <c:v>66.069999999999993</c:v>
                </c:pt>
                <c:pt idx="60524">
                  <c:v>41.49</c:v>
                </c:pt>
                <c:pt idx="60525">
                  <c:v>7.24</c:v>
                </c:pt>
                <c:pt idx="60526">
                  <c:v>119.96</c:v>
                </c:pt>
                <c:pt idx="60527">
                  <c:v>22.97</c:v>
                </c:pt>
                <c:pt idx="60528">
                  <c:v>57.98</c:v>
                </c:pt>
                <c:pt idx="60529">
                  <c:v>121.98</c:v>
                </c:pt>
                <c:pt idx="60530">
                  <c:v>90.73</c:v>
                </c:pt>
                <c:pt idx="60531">
                  <c:v>62.06</c:v>
                </c:pt>
                <c:pt idx="60532">
                  <c:v>99.98</c:v>
                </c:pt>
                <c:pt idx="60533">
                  <c:v>84.98</c:v>
                </c:pt>
                <c:pt idx="60534">
                  <c:v>121.98</c:v>
                </c:pt>
                <c:pt idx="60535">
                  <c:v>72.97</c:v>
                </c:pt>
                <c:pt idx="60536">
                  <c:v>58.03</c:v>
                </c:pt>
                <c:pt idx="60537">
                  <c:v>77.97</c:v>
                </c:pt>
                <c:pt idx="60538">
                  <c:v>55.96</c:v>
                </c:pt>
                <c:pt idx="60539">
                  <c:v>69.989999999999995</c:v>
                </c:pt>
                <c:pt idx="60540">
                  <c:v>52.97</c:v>
                </c:pt>
                <c:pt idx="60541">
                  <c:v>59.98</c:v>
                </c:pt>
                <c:pt idx="60542">
                  <c:v>41.29</c:v>
                </c:pt>
                <c:pt idx="60543">
                  <c:v>64.78</c:v>
                </c:pt>
                <c:pt idx="60544">
                  <c:v>103.47</c:v>
                </c:pt>
                <c:pt idx="60545">
                  <c:v>83.97</c:v>
                </c:pt>
                <c:pt idx="60546">
                  <c:v>-44.99</c:v>
                </c:pt>
                <c:pt idx="60547">
                  <c:v>57.98</c:v>
                </c:pt>
                <c:pt idx="60548">
                  <c:v>25.99</c:v>
                </c:pt>
                <c:pt idx="60549">
                  <c:v>79.989999999999995</c:v>
                </c:pt>
                <c:pt idx="60550">
                  <c:v>84.97</c:v>
                </c:pt>
                <c:pt idx="60551">
                  <c:v>55.98</c:v>
                </c:pt>
                <c:pt idx="60552">
                  <c:v>201.96</c:v>
                </c:pt>
                <c:pt idx="60553">
                  <c:v>79.97</c:v>
                </c:pt>
                <c:pt idx="60554">
                  <c:v>103.96</c:v>
                </c:pt>
                <c:pt idx="60555">
                  <c:v>59.39</c:v>
                </c:pt>
                <c:pt idx="60556">
                  <c:v>111.96</c:v>
                </c:pt>
                <c:pt idx="60557">
                  <c:v>79.97</c:v>
                </c:pt>
                <c:pt idx="60558">
                  <c:v>51.98</c:v>
                </c:pt>
                <c:pt idx="60559">
                  <c:v>91.98</c:v>
                </c:pt>
                <c:pt idx="60560">
                  <c:v>53.48</c:v>
                </c:pt>
                <c:pt idx="60561">
                  <c:v>59.98</c:v>
                </c:pt>
                <c:pt idx="60562">
                  <c:v>50.38</c:v>
                </c:pt>
                <c:pt idx="60563">
                  <c:v>93.56</c:v>
                </c:pt>
                <c:pt idx="60564">
                  <c:v>107.96</c:v>
                </c:pt>
                <c:pt idx="60565">
                  <c:v>31.48</c:v>
                </c:pt>
                <c:pt idx="60566">
                  <c:v>51.98</c:v>
                </c:pt>
                <c:pt idx="60567">
                  <c:v>50.96</c:v>
                </c:pt>
                <c:pt idx="60568">
                  <c:v>49.99</c:v>
                </c:pt>
                <c:pt idx="60569">
                  <c:v>159.96</c:v>
                </c:pt>
                <c:pt idx="60570">
                  <c:v>121.98</c:v>
                </c:pt>
                <c:pt idx="60571">
                  <c:v>134.94999999999999</c:v>
                </c:pt>
                <c:pt idx="60572">
                  <c:v>100.98</c:v>
                </c:pt>
                <c:pt idx="60573">
                  <c:v>53.98</c:v>
                </c:pt>
                <c:pt idx="60574">
                  <c:v>125.79</c:v>
                </c:pt>
                <c:pt idx="60575">
                  <c:v>51.98</c:v>
                </c:pt>
                <c:pt idx="60576">
                  <c:v>119.97</c:v>
                </c:pt>
                <c:pt idx="60577">
                  <c:v>65.989999999999995</c:v>
                </c:pt>
                <c:pt idx="60578">
                  <c:v>65.989999999999995</c:v>
                </c:pt>
                <c:pt idx="60579">
                  <c:v>65.27</c:v>
                </c:pt>
                <c:pt idx="60580">
                  <c:v>116.97</c:v>
                </c:pt>
                <c:pt idx="60581">
                  <c:v>16.48</c:v>
                </c:pt>
                <c:pt idx="60582">
                  <c:v>85.47</c:v>
                </c:pt>
                <c:pt idx="60583">
                  <c:v>89.98</c:v>
                </c:pt>
                <c:pt idx="60584">
                  <c:v>71.97</c:v>
                </c:pt>
                <c:pt idx="60585">
                  <c:v>107.97</c:v>
                </c:pt>
                <c:pt idx="60586">
                  <c:v>95.94</c:v>
                </c:pt>
                <c:pt idx="60587">
                  <c:v>55.98</c:v>
                </c:pt>
                <c:pt idx="60588">
                  <c:v>191.95</c:v>
                </c:pt>
                <c:pt idx="60589">
                  <c:v>137.84</c:v>
                </c:pt>
                <c:pt idx="60590">
                  <c:v>51.48</c:v>
                </c:pt>
                <c:pt idx="60591">
                  <c:v>77.42</c:v>
                </c:pt>
                <c:pt idx="60592">
                  <c:v>67.97</c:v>
                </c:pt>
                <c:pt idx="60593">
                  <c:v>29.49</c:v>
                </c:pt>
                <c:pt idx="60594">
                  <c:v>55.98</c:v>
                </c:pt>
                <c:pt idx="60595">
                  <c:v>53.43</c:v>
                </c:pt>
                <c:pt idx="60596">
                  <c:v>52.98</c:v>
                </c:pt>
                <c:pt idx="60597">
                  <c:v>74.069999999999993</c:v>
                </c:pt>
                <c:pt idx="60598">
                  <c:v>55.98</c:v>
                </c:pt>
                <c:pt idx="60599">
                  <c:v>84.98</c:v>
                </c:pt>
                <c:pt idx="60600">
                  <c:v>269.89999999999998</c:v>
                </c:pt>
                <c:pt idx="60601">
                  <c:v>66.98</c:v>
                </c:pt>
                <c:pt idx="60602">
                  <c:v>70.760000000000005</c:v>
                </c:pt>
                <c:pt idx="60603">
                  <c:v>46.49</c:v>
                </c:pt>
                <c:pt idx="60604">
                  <c:v>251.91</c:v>
                </c:pt>
                <c:pt idx="60605">
                  <c:v>71.97</c:v>
                </c:pt>
                <c:pt idx="60606">
                  <c:v>135.47</c:v>
                </c:pt>
                <c:pt idx="60607">
                  <c:v>55.98</c:v>
                </c:pt>
                <c:pt idx="60608">
                  <c:v>118.52</c:v>
                </c:pt>
                <c:pt idx="60609">
                  <c:v>64.09</c:v>
                </c:pt>
                <c:pt idx="60610">
                  <c:v>39.28</c:v>
                </c:pt>
                <c:pt idx="60611">
                  <c:v>112.46</c:v>
                </c:pt>
                <c:pt idx="60612">
                  <c:v>75.569999999999993</c:v>
                </c:pt>
                <c:pt idx="60613">
                  <c:v>75.98</c:v>
                </c:pt>
                <c:pt idx="60614">
                  <c:v>99.78</c:v>
                </c:pt>
                <c:pt idx="60615">
                  <c:v>103.92</c:v>
                </c:pt>
                <c:pt idx="60616">
                  <c:v>75.97</c:v>
                </c:pt>
                <c:pt idx="60617">
                  <c:v>44.99</c:v>
                </c:pt>
                <c:pt idx="60618">
                  <c:v>55.98</c:v>
                </c:pt>
                <c:pt idx="60619">
                  <c:v>20.190000000000001</c:v>
                </c:pt>
                <c:pt idx="60620">
                  <c:v>121.98</c:v>
                </c:pt>
                <c:pt idx="60621">
                  <c:v>69.97</c:v>
                </c:pt>
                <c:pt idx="60622">
                  <c:v>53.53</c:v>
                </c:pt>
                <c:pt idx="60623">
                  <c:v>21.29</c:v>
                </c:pt>
                <c:pt idx="60624">
                  <c:v>92.97</c:v>
                </c:pt>
                <c:pt idx="60625">
                  <c:v>46.49</c:v>
                </c:pt>
                <c:pt idx="60626">
                  <c:v>59.98</c:v>
                </c:pt>
                <c:pt idx="60627">
                  <c:v>77.959999999999994</c:v>
                </c:pt>
                <c:pt idx="60628">
                  <c:v>83.97</c:v>
                </c:pt>
                <c:pt idx="60629">
                  <c:v>131.97999999999999</c:v>
                </c:pt>
                <c:pt idx="60630">
                  <c:v>55.75</c:v>
                </c:pt>
                <c:pt idx="60631">
                  <c:v>38.479999999999997</c:v>
                </c:pt>
                <c:pt idx="60632">
                  <c:v>34.49</c:v>
                </c:pt>
                <c:pt idx="60633">
                  <c:v>133.94999999999999</c:v>
                </c:pt>
                <c:pt idx="60634">
                  <c:v>121.98</c:v>
                </c:pt>
                <c:pt idx="60635">
                  <c:v>99.98</c:v>
                </c:pt>
                <c:pt idx="60636">
                  <c:v>49.48</c:v>
                </c:pt>
                <c:pt idx="60637">
                  <c:v>-203.93</c:v>
                </c:pt>
                <c:pt idx="60638">
                  <c:v>20.29</c:v>
                </c:pt>
                <c:pt idx="60639">
                  <c:v>80.97</c:v>
                </c:pt>
                <c:pt idx="60640">
                  <c:v>53.18</c:v>
                </c:pt>
                <c:pt idx="60641">
                  <c:v>64.319999999999993</c:v>
                </c:pt>
                <c:pt idx="60642">
                  <c:v>51.98</c:v>
                </c:pt>
                <c:pt idx="60643">
                  <c:v>54.98</c:v>
                </c:pt>
                <c:pt idx="60644">
                  <c:v>83.48</c:v>
                </c:pt>
                <c:pt idx="60645">
                  <c:v>77.39</c:v>
                </c:pt>
                <c:pt idx="60646">
                  <c:v>98.33</c:v>
                </c:pt>
                <c:pt idx="60647">
                  <c:v>55.98</c:v>
                </c:pt>
                <c:pt idx="60648">
                  <c:v>49.85</c:v>
                </c:pt>
                <c:pt idx="60649">
                  <c:v>135.5</c:v>
                </c:pt>
                <c:pt idx="60650">
                  <c:v>55.98</c:v>
                </c:pt>
                <c:pt idx="60651">
                  <c:v>89.97</c:v>
                </c:pt>
                <c:pt idx="60652">
                  <c:v>30.49</c:v>
                </c:pt>
                <c:pt idx="60653">
                  <c:v>58.24</c:v>
                </c:pt>
                <c:pt idx="60654">
                  <c:v>66.569999999999993</c:v>
                </c:pt>
                <c:pt idx="60655">
                  <c:v>56.4</c:v>
                </c:pt>
                <c:pt idx="60656">
                  <c:v>101.97</c:v>
                </c:pt>
                <c:pt idx="60657">
                  <c:v>38.479999999999997</c:v>
                </c:pt>
                <c:pt idx="60658">
                  <c:v>109.97</c:v>
                </c:pt>
                <c:pt idx="60659">
                  <c:v>74.95</c:v>
                </c:pt>
                <c:pt idx="60660">
                  <c:v>125.96</c:v>
                </c:pt>
                <c:pt idx="60661">
                  <c:v>121.98</c:v>
                </c:pt>
                <c:pt idx="60662">
                  <c:v>59.39</c:v>
                </c:pt>
                <c:pt idx="60663">
                  <c:v>100.76</c:v>
                </c:pt>
                <c:pt idx="60664">
                  <c:v>77.97</c:v>
                </c:pt>
                <c:pt idx="60665">
                  <c:v>167.94</c:v>
                </c:pt>
                <c:pt idx="60666">
                  <c:v>116.45</c:v>
                </c:pt>
                <c:pt idx="60667">
                  <c:v>129.94999999999999</c:v>
                </c:pt>
                <c:pt idx="60668">
                  <c:v>55.98</c:v>
                </c:pt>
                <c:pt idx="60669">
                  <c:v>77.56</c:v>
                </c:pt>
                <c:pt idx="60670">
                  <c:v>59.96</c:v>
                </c:pt>
                <c:pt idx="60671">
                  <c:v>55.61</c:v>
                </c:pt>
                <c:pt idx="60672">
                  <c:v>50.38</c:v>
                </c:pt>
                <c:pt idx="60673">
                  <c:v>138.57</c:v>
                </c:pt>
                <c:pt idx="60674">
                  <c:v>95.96</c:v>
                </c:pt>
                <c:pt idx="60675">
                  <c:v>55.98</c:v>
                </c:pt>
                <c:pt idx="60676">
                  <c:v>59.98</c:v>
                </c:pt>
                <c:pt idx="60677">
                  <c:v>37.47</c:v>
                </c:pt>
                <c:pt idx="60678">
                  <c:v>51.98</c:v>
                </c:pt>
                <c:pt idx="60679">
                  <c:v>49.57</c:v>
                </c:pt>
                <c:pt idx="60680">
                  <c:v>48.36</c:v>
                </c:pt>
                <c:pt idx="60681">
                  <c:v>39.89</c:v>
                </c:pt>
                <c:pt idx="60682">
                  <c:v>119.96</c:v>
                </c:pt>
                <c:pt idx="60683">
                  <c:v>106.97</c:v>
                </c:pt>
                <c:pt idx="60684">
                  <c:v>54.99</c:v>
                </c:pt>
                <c:pt idx="60685">
                  <c:v>62.97</c:v>
                </c:pt>
                <c:pt idx="60686">
                  <c:v>71.98</c:v>
                </c:pt>
                <c:pt idx="60687">
                  <c:v>89.95</c:v>
                </c:pt>
                <c:pt idx="60688">
                  <c:v>50.38</c:v>
                </c:pt>
                <c:pt idx="60689">
                  <c:v>113.96</c:v>
                </c:pt>
                <c:pt idx="60690">
                  <c:v>121.98</c:v>
                </c:pt>
                <c:pt idx="60691">
                  <c:v>57.48</c:v>
                </c:pt>
                <c:pt idx="60692">
                  <c:v>31.49</c:v>
                </c:pt>
                <c:pt idx="60693">
                  <c:v>121.98</c:v>
                </c:pt>
                <c:pt idx="60694">
                  <c:v>64.97</c:v>
                </c:pt>
                <c:pt idx="60695">
                  <c:v>76.569999999999993</c:v>
                </c:pt>
                <c:pt idx="60696">
                  <c:v>121.98</c:v>
                </c:pt>
                <c:pt idx="60697">
                  <c:v>80.97</c:v>
                </c:pt>
                <c:pt idx="60698">
                  <c:v>108.97</c:v>
                </c:pt>
                <c:pt idx="60699">
                  <c:v>54.98</c:v>
                </c:pt>
                <c:pt idx="60700">
                  <c:v>31.48</c:v>
                </c:pt>
                <c:pt idx="60701">
                  <c:v>54.99</c:v>
                </c:pt>
                <c:pt idx="60702">
                  <c:v>51.96</c:v>
                </c:pt>
                <c:pt idx="60703">
                  <c:v>103.96</c:v>
                </c:pt>
                <c:pt idx="60704">
                  <c:v>55.98</c:v>
                </c:pt>
                <c:pt idx="60705">
                  <c:v>57.96</c:v>
                </c:pt>
                <c:pt idx="60706">
                  <c:v>81.98</c:v>
                </c:pt>
                <c:pt idx="60707">
                  <c:v>96.78</c:v>
                </c:pt>
                <c:pt idx="60708">
                  <c:v>242.89</c:v>
                </c:pt>
                <c:pt idx="60709">
                  <c:v>55.98</c:v>
                </c:pt>
                <c:pt idx="60710">
                  <c:v>80.97</c:v>
                </c:pt>
                <c:pt idx="60711">
                  <c:v>16.489999999999998</c:v>
                </c:pt>
                <c:pt idx="60712">
                  <c:v>55.98</c:v>
                </c:pt>
                <c:pt idx="60713">
                  <c:v>55.98</c:v>
                </c:pt>
                <c:pt idx="60714">
                  <c:v>37.47</c:v>
                </c:pt>
                <c:pt idx="60715">
                  <c:v>147.6</c:v>
                </c:pt>
                <c:pt idx="60716">
                  <c:v>85.96</c:v>
                </c:pt>
                <c:pt idx="60717">
                  <c:v>54.98</c:v>
                </c:pt>
                <c:pt idx="60718">
                  <c:v>31.48</c:v>
                </c:pt>
                <c:pt idx="60719">
                  <c:v>59.98</c:v>
                </c:pt>
                <c:pt idx="60720">
                  <c:v>54.99</c:v>
                </c:pt>
                <c:pt idx="60721">
                  <c:v>189</c:v>
                </c:pt>
                <c:pt idx="60722">
                  <c:v>111.96</c:v>
                </c:pt>
                <c:pt idx="60723">
                  <c:v>90.98</c:v>
                </c:pt>
                <c:pt idx="60724">
                  <c:v>103.96</c:v>
                </c:pt>
                <c:pt idx="60725">
                  <c:v>69.989999999999995</c:v>
                </c:pt>
                <c:pt idx="60726">
                  <c:v>34.49</c:v>
                </c:pt>
                <c:pt idx="60727">
                  <c:v>89.97</c:v>
                </c:pt>
                <c:pt idx="60728">
                  <c:v>119.97</c:v>
                </c:pt>
                <c:pt idx="60729">
                  <c:v>53.97</c:v>
                </c:pt>
                <c:pt idx="60730">
                  <c:v>83.97</c:v>
                </c:pt>
                <c:pt idx="60731">
                  <c:v>31.49</c:v>
                </c:pt>
                <c:pt idx="60732">
                  <c:v>89.98</c:v>
                </c:pt>
                <c:pt idx="60733">
                  <c:v>24.49</c:v>
                </c:pt>
                <c:pt idx="60734">
                  <c:v>195.93</c:v>
                </c:pt>
                <c:pt idx="60735">
                  <c:v>62.98</c:v>
                </c:pt>
                <c:pt idx="60736">
                  <c:v>65.989999999999995</c:v>
                </c:pt>
                <c:pt idx="60737">
                  <c:v>99.98</c:v>
                </c:pt>
                <c:pt idx="60738">
                  <c:v>83.97</c:v>
                </c:pt>
                <c:pt idx="60739">
                  <c:v>95.14</c:v>
                </c:pt>
                <c:pt idx="60740">
                  <c:v>49.48</c:v>
                </c:pt>
                <c:pt idx="60741">
                  <c:v>58.55</c:v>
                </c:pt>
                <c:pt idx="60742">
                  <c:v>84.98</c:v>
                </c:pt>
                <c:pt idx="60743">
                  <c:v>104.95</c:v>
                </c:pt>
                <c:pt idx="60744">
                  <c:v>78.02</c:v>
                </c:pt>
                <c:pt idx="60745">
                  <c:v>52.98</c:v>
                </c:pt>
                <c:pt idx="60746">
                  <c:v>55.98</c:v>
                </c:pt>
                <c:pt idx="60747">
                  <c:v>94.95</c:v>
                </c:pt>
                <c:pt idx="60748">
                  <c:v>120.46</c:v>
                </c:pt>
                <c:pt idx="60749">
                  <c:v>277</c:v>
                </c:pt>
                <c:pt idx="60750">
                  <c:v>78.98</c:v>
                </c:pt>
                <c:pt idx="60751">
                  <c:v>65.989999999999995</c:v>
                </c:pt>
                <c:pt idx="60752">
                  <c:v>131.97999999999999</c:v>
                </c:pt>
                <c:pt idx="60753">
                  <c:v>61.98</c:v>
                </c:pt>
                <c:pt idx="60754">
                  <c:v>169.33</c:v>
                </c:pt>
                <c:pt idx="60755">
                  <c:v>143.94</c:v>
                </c:pt>
                <c:pt idx="60756">
                  <c:v>93.63</c:v>
                </c:pt>
                <c:pt idx="60757">
                  <c:v>55.98</c:v>
                </c:pt>
                <c:pt idx="60758">
                  <c:v>89.97</c:v>
                </c:pt>
                <c:pt idx="60759">
                  <c:v>62.97</c:v>
                </c:pt>
                <c:pt idx="60760">
                  <c:v>155.94</c:v>
                </c:pt>
                <c:pt idx="60761">
                  <c:v>149.94999999999999</c:v>
                </c:pt>
                <c:pt idx="60762">
                  <c:v>55.98</c:v>
                </c:pt>
                <c:pt idx="60763">
                  <c:v>110.96</c:v>
                </c:pt>
                <c:pt idx="60764">
                  <c:v>9.49</c:v>
                </c:pt>
                <c:pt idx="60765">
                  <c:v>106.05</c:v>
                </c:pt>
                <c:pt idx="60766">
                  <c:v>79.98</c:v>
                </c:pt>
                <c:pt idx="60767">
                  <c:v>119.97</c:v>
                </c:pt>
                <c:pt idx="60768">
                  <c:v>90.93</c:v>
                </c:pt>
                <c:pt idx="60769">
                  <c:v>67.98</c:v>
                </c:pt>
                <c:pt idx="60770">
                  <c:v>59.98</c:v>
                </c:pt>
                <c:pt idx="60771">
                  <c:v>63.98</c:v>
                </c:pt>
                <c:pt idx="60772">
                  <c:v>55.39</c:v>
                </c:pt>
                <c:pt idx="60773">
                  <c:v>59.98</c:v>
                </c:pt>
                <c:pt idx="60774">
                  <c:v>55.98</c:v>
                </c:pt>
                <c:pt idx="60775">
                  <c:v>51.98</c:v>
                </c:pt>
                <c:pt idx="60776">
                  <c:v>82.97</c:v>
                </c:pt>
                <c:pt idx="60777">
                  <c:v>65.989999999999995</c:v>
                </c:pt>
                <c:pt idx="60778">
                  <c:v>122.36</c:v>
                </c:pt>
                <c:pt idx="60779">
                  <c:v>54.99</c:v>
                </c:pt>
                <c:pt idx="60780">
                  <c:v>51.29</c:v>
                </c:pt>
                <c:pt idx="60781">
                  <c:v>56.97</c:v>
                </c:pt>
                <c:pt idx="60782">
                  <c:v>63.35</c:v>
                </c:pt>
                <c:pt idx="60783">
                  <c:v>60.96</c:v>
                </c:pt>
                <c:pt idx="60784">
                  <c:v>149.94999999999999</c:v>
                </c:pt>
                <c:pt idx="60785">
                  <c:v>51.96</c:v>
                </c:pt>
                <c:pt idx="60786">
                  <c:v>65.989999999999995</c:v>
                </c:pt>
                <c:pt idx="60787">
                  <c:v>43.27</c:v>
                </c:pt>
                <c:pt idx="60788">
                  <c:v>59.99</c:v>
                </c:pt>
                <c:pt idx="60789">
                  <c:v>54.97</c:v>
                </c:pt>
                <c:pt idx="60790">
                  <c:v>106.97</c:v>
                </c:pt>
                <c:pt idx="60791">
                  <c:v>115.97</c:v>
                </c:pt>
                <c:pt idx="60792">
                  <c:v>49.48</c:v>
                </c:pt>
                <c:pt idx="60793">
                  <c:v>110.97</c:v>
                </c:pt>
                <c:pt idx="60794">
                  <c:v>237.56</c:v>
                </c:pt>
                <c:pt idx="60795">
                  <c:v>26.45</c:v>
                </c:pt>
                <c:pt idx="60796">
                  <c:v>28.94</c:v>
                </c:pt>
                <c:pt idx="60797">
                  <c:v>78.97</c:v>
                </c:pt>
                <c:pt idx="60798">
                  <c:v>113.96</c:v>
                </c:pt>
                <c:pt idx="60799">
                  <c:v>65.989999999999995</c:v>
                </c:pt>
                <c:pt idx="60800">
                  <c:v>65.52</c:v>
                </c:pt>
                <c:pt idx="60801">
                  <c:v>65.989999999999995</c:v>
                </c:pt>
                <c:pt idx="60802">
                  <c:v>65.98</c:v>
                </c:pt>
                <c:pt idx="60803">
                  <c:v>83.48</c:v>
                </c:pt>
                <c:pt idx="60804">
                  <c:v>79.98</c:v>
                </c:pt>
                <c:pt idx="60805">
                  <c:v>16.489999999999998</c:v>
                </c:pt>
                <c:pt idx="60806">
                  <c:v>53.97</c:v>
                </c:pt>
                <c:pt idx="60807">
                  <c:v>279.89999999999998</c:v>
                </c:pt>
                <c:pt idx="60808">
                  <c:v>154.87</c:v>
                </c:pt>
                <c:pt idx="60809">
                  <c:v>10.19</c:v>
                </c:pt>
                <c:pt idx="60810">
                  <c:v>30.23</c:v>
                </c:pt>
                <c:pt idx="60811">
                  <c:v>65.989999999999995</c:v>
                </c:pt>
                <c:pt idx="60812">
                  <c:v>124.97</c:v>
                </c:pt>
                <c:pt idx="60813">
                  <c:v>38.479999999999997</c:v>
                </c:pt>
                <c:pt idx="60814">
                  <c:v>79.98</c:v>
                </c:pt>
                <c:pt idx="60815">
                  <c:v>65.3</c:v>
                </c:pt>
                <c:pt idx="60816">
                  <c:v>28.49</c:v>
                </c:pt>
                <c:pt idx="60817">
                  <c:v>41.49</c:v>
                </c:pt>
                <c:pt idx="60818">
                  <c:v>119.96</c:v>
                </c:pt>
                <c:pt idx="60819">
                  <c:v>111.96</c:v>
                </c:pt>
                <c:pt idx="60820">
                  <c:v>66.98</c:v>
                </c:pt>
                <c:pt idx="60821">
                  <c:v>55.97</c:v>
                </c:pt>
                <c:pt idx="60822">
                  <c:v>10.49</c:v>
                </c:pt>
                <c:pt idx="60823">
                  <c:v>89.97</c:v>
                </c:pt>
                <c:pt idx="60824">
                  <c:v>49.48</c:v>
                </c:pt>
                <c:pt idx="60825">
                  <c:v>31.49</c:v>
                </c:pt>
                <c:pt idx="60826">
                  <c:v>99.99</c:v>
                </c:pt>
                <c:pt idx="60827">
                  <c:v>83.96</c:v>
                </c:pt>
                <c:pt idx="60828">
                  <c:v>217.74</c:v>
                </c:pt>
                <c:pt idx="60829">
                  <c:v>76.930000000000007</c:v>
                </c:pt>
                <c:pt idx="60830">
                  <c:v>83.97</c:v>
                </c:pt>
                <c:pt idx="60831">
                  <c:v>70.959999999999994</c:v>
                </c:pt>
                <c:pt idx="60832">
                  <c:v>197.97</c:v>
                </c:pt>
                <c:pt idx="60833">
                  <c:v>83.48</c:v>
                </c:pt>
                <c:pt idx="60834">
                  <c:v>17.29</c:v>
                </c:pt>
                <c:pt idx="60835">
                  <c:v>248.97</c:v>
                </c:pt>
                <c:pt idx="60836">
                  <c:v>134.96</c:v>
                </c:pt>
                <c:pt idx="60837">
                  <c:v>89.97</c:v>
                </c:pt>
                <c:pt idx="60838">
                  <c:v>119.97</c:v>
                </c:pt>
                <c:pt idx="60839">
                  <c:v>74.05</c:v>
                </c:pt>
                <c:pt idx="60840">
                  <c:v>49.48</c:v>
                </c:pt>
                <c:pt idx="60841">
                  <c:v>131.97999999999999</c:v>
                </c:pt>
                <c:pt idx="60842">
                  <c:v>59.98</c:v>
                </c:pt>
                <c:pt idx="60843">
                  <c:v>52.35</c:v>
                </c:pt>
                <c:pt idx="60844">
                  <c:v>70.17</c:v>
                </c:pt>
                <c:pt idx="60845">
                  <c:v>65.989999999999995</c:v>
                </c:pt>
                <c:pt idx="60846">
                  <c:v>159.96</c:v>
                </c:pt>
                <c:pt idx="60847">
                  <c:v>99.99</c:v>
                </c:pt>
                <c:pt idx="60848">
                  <c:v>95.96</c:v>
                </c:pt>
                <c:pt idx="60849">
                  <c:v>149.94999999999999</c:v>
                </c:pt>
                <c:pt idx="60850">
                  <c:v>55.39</c:v>
                </c:pt>
                <c:pt idx="60851">
                  <c:v>55.98</c:v>
                </c:pt>
                <c:pt idx="60852">
                  <c:v>71.97</c:v>
                </c:pt>
                <c:pt idx="60853">
                  <c:v>69.98</c:v>
                </c:pt>
                <c:pt idx="60854">
                  <c:v>80.97</c:v>
                </c:pt>
                <c:pt idx="60855">
                  <c:v>21.88</c:v>
                </c:pt>
                <c:pt idx="60856">
                  <c:v>99.99</c:v>
                </c:pt>
                <c:pt idx="60857">
                  <c:v>59.99</c:v>
                </c:pt>
                <c:pt idx="60858">
                  <c:v>92.97</c:v>
                </c:pt>
                <c:pt idx="60859">
                  <c:v>88.98</c:v>
                </c:pt>
                <c:pt idx="60860">
                  <c:v>54.99</c:v>
                </c:pt>
                <c:pt idx="60861">
                  <c:v>79.98</c:v>
                </c:pt>
                <c:pt idx="60862">
                  <c:v>55.98</c:v>
                </c:pt>
                <c:pt idx="60863">
                  <c:v>73.97</c:v>
                </c:pt>
                <c:pt idx="60864">
                  <c:v>55.98</c:v>
                </c:pt>
                <c:pt idx="60865">
                  <c:v>31.28</c:v>
                </c:pt>
                <c:pt idx="60866">
                  <c:v>74.959999999999994</c:v>
                </c:pt>
                <c:pt idx="60867">
                  <c:v>18.489999999999998</c:v>
                </c:pt>
                <c:pt idx="60868">
                  <c:v>80.98</c:v>
                </c:pt>
                <c:pt idx="60869">
                  <c:v>81.02</c:v>
                </c:pt>
                <c:pt idx="60870">
                  <c:v>107.94</c:v>
                </c:pt>
                <c:pt idx="60871">
                  <c:v>51.98</c:v>
                </c:pt>
                <c:pt idx="60872">
                  <c:v>217.86</c:v>
                </c:pt>
                <c:pt idx="60873">
                  <c:v>83.95</c:v>
                </c:pt>
                <c:pt idx="60874">
                  <c:v>59.98</c:v>
                </c:pt>
                <c:pt idx="60875">
                  <c:v>89.97</c:v>
                </c:pt>
                <c:pt idx="60876">
                  <c:v>43.28</c:v>
                </c:pt>
                <c:pt idx="60877">
                  <c:v>65.099999999999994</c:v>
                </c:pt>
                <c:pt idx="60878">
                  <c:v>89.97</c:v>
                </c:pt>
                <c:pt idx="60879">
                  <c:v>51.98</c:v>
                </c:pt>
                <c:pt idx="60880">
                  <c:v>83.97</c:v>
                </c:pt>
                <c:pt idx="60881">
                  <c:v>49.97</c:v>
                </c:pt>
                <c:pt idx="60882">
                  <c:v>136.82</c:v>
                </c:pt>
                <c:pt idx="60883">
                  <c:v>139.97999999999999</c:v>
                </c:pt>
                <c:pt idx="60884">
                  <c:v>259.89999999999998</c:v>
                </c:pt>
                <c:pt idx="60885">
                  <c:v>59.98</c:v>
                </c:pt>
                <c:pt idx="60886">
                  <c:v>55.98</c:v>
                </c:pt>
                <c:pt idx="60887">
                  <c:v>14.49</c:v>
                </c:pt>
                <c:pt idx="60888">
                  <c:v>64.09</c:v>
                </c:pt>
                <c:pt idx="60889">
                  <c:v>119.96</c:v>
                </c:pt>
                <c:pt idx="60890">
                  <c:v>55.98</c:v>
                </c:pt>
                <c:pt idx="60891">
                  <c:v>71.97</c:v>
                </c:pt>
                <c:pt idx="60892">
                  <c:v>16.29</c:v>
                </c:pt>
                <c:pt idx="60893">
                  <c:v>89.97</c:v>
                </c:pt>
                <c:pt idx="60894">
                  <c:v>190.96</c:v>
                </c:pt>
                <c:pt idx="60895">
                  <c:v>83.97</c:v>
                </c:pt>
                <c:pt idx="60896">
                  <c:v>54.98</c:v>
                </c:pt>
                <c:pt idx="60897">
                  <c:v>65.98</c:v>
                </c:pt>
                <c:pt idx="60898">
                  <c:v>93.98</c:v>
                </c:pt>
                <c:pt idx="60899">
                  <c:v>30</c:v>
                </c:pt>
                <c:pt idx="60900">
                  <c:v>141.52000000000001</c:v>
                </c:pt>
                <c:pt idx="60901">
                  <c:v>31.29</c:v>
                </c:pt>
                <c:pt idx="60902">
                  <c:v>79.98</c:v>
                </c:pt>
                <c:pt idx="60903">
                  <c:v>68.959999999999994</c:v>
                </c:pt>
                <c:pt idx="60904">
                  <c:v>117.93</c:v>
                </c:pt>
                <c:pt idx="60905">
                  <c:v>59.98</c:v>
                </c:pt>
                <c:pt idx="60906">
                  <c:v>102.83</c:v>
                </c:pt>
                <c:pt idx="60907">
                  <c:v>39.479999999999997</c:v>
                </c:pt>
                <c:pt idx="60908">
                  <c:v>80.97</c:v>
                </c:pt>
                <c:pt idx="60909">
                  <c:v>65.959999999999994</c:v>
                </c:pt>
                <c:pt idx="60910">
                  <c:v>55.98</c:v>
                </c:pt>
                <c:pt idx="60911">
                  <c:v>103.96</c:v>
                </c:pt>
                <c:pt idx="60912">
                  <c:v>65.989999999999995</c:v>
                </c:pt>
                <c:pt idx="60913">
                  <c:v>55.39</c:v>
                </c:pt>
                <c:pt idx="60914">
                  <c:v>37.49</c:v>
                </c:pt>
                <c:pt idx="60915">
                  <c:v>151.94</c:v>
                </c:pt>
                <c:pt idx="60916">
                  <c:v>80.97</c:v>
                </c:pt>
                <c:pt idx="60917">
                  <c:v>57.93</c:v>
                </c:pt>
                <c:pt idx="60918">
                  <c:v>49.48</c:v>
                </c:pt>
                <c:pt idx="60919">
                  <c:v>71.97</c:v>
                </c:pt>
                <c:pt idx="60920">
                  <c:v>279.89999999999998</c:v>
                </c:pt>
                <c:pt idx="60921">
                  <c:v>89.97</c:v>
                </c:pt>
                <c:pt idx="60922">
                  <c:v>89.98</c:v>
                </c:pt>
                <c:pt idx="60923">
                  <c:v>147.94999999999999</c:v>
                </c:pt>
                <c:pt idx="60924">
                  <c:v>52.18</c:v>
                </c:pt>
                <c:pt idx="60925">
                  <c:v>111.96</c:v>
                </c:pt>
                <c:pt idx="60926">
                  <c:v>96.45</c:v>
                </c:pt>
                <c:pt idx="60927">
                  <c:v>-53.48</c:v>
                </c:pt>
                <c:pt idx="60928">
                  <c:v>131.97999999999999</c:v>
                </c:pt>
                <c:pt idx="60929">
                  <c:v>29.49</c:v>
                </c:pt>
                <c:pt idx="60930">
                  <c:v>28.43</c:v>
                </c:pt>
                <c:pt idx="60931">
                  <c:v>89.97</c:v>
                </c:pt>
                <c:pt idx="60932">
                  <c:v>131.97999999999999</c:v>
                </c:pt>
                <c:pt idx="60933">
                  <c:v>33.49</c:v>
                </c:pt>
                <c:pt idx="60934">
                  <c:v>16.489999999999998</c:v>
                </c:pt>
                <c:pt idx="60935">
                  <c:v>50.38</c:v>
                </c:pt>
                <c:pt idx="60936">
                  <c:v>17.29</c:v>
                </c:pt>
                <c:pt idx="60937">
                  <c:v>55.98</c:v>
                </c:pt>
                <c:pt idx="60938">
                  <c:v>55.98</c:v>
                </c:pt>
                <c:pt idx="60939">
                  <c:v>49.99</c:v>
                </c:pt>
                <c:pt idx="60940">
                  <c:v>55.39</c:v>
                </c:pt>
                <c:pt idx="60941">
                  <c:v>157.44</c:v>
                </c:pt>
                <c:pt idx="60942">
                  <c:v>118.78</c:v>
                </c:pt>
                <c:pt idx="60943">
                  <c:v>55.98</c:v>
                </c:pt>
                <c:pt idx="60944">
                  <c:v>51.98</c:v>
                </c:pt>
                <c:pt idx="60945">
                  <c:v>48.48</c:v>
                </c:pt>
                <c:pt idx="60946">
                  <c:v>129.94999999999999</c:v>
                </c:pt>
                <c:pt idx="60947">
                  <c:v>102.96</c:v>
                </c:pt>
                <c:pt idx="60948">
                  <c:v>55.98</c:v>
                </c:pt>
                <c:pt idx="60949">
                  <c:v>53.28</c:v>
                </c:pt>
                <c:pt idx="60950">
                  <c:v>99.98</c:v>
                </c:pt>
                <c:pt idx="60951">
                  <c:v>131.97999999999999</c:v>
                </c:pt>
                <c:pt idx="60952">
                  <c:v>51.98</c:v>
                </c:pt>
                <c:pt idx="60953">
                  <c:v>87.47</c:v>
                </c:pt>
                <c:pt idx="60954">
                  <c:v>30.29</c:v>
                </c:pt>
                <c:pt idx="60955">
                  <c:v>51.98</c:v>
                </c:pt>
                <c:pt idx="60956">
                  <c:v>239.9</c:v>
                </c:pt>
                <c:pt idx="60957">
                  <c:v>127.46</c:v>
                </c:pt>
                <c:pt idx="60958">
                  <c:v>56.07</c:v>
                </c:pt>
                <c:pt idx="60959">
                  <c:v>119.96</c:v>
                </c:pt>
                <c:pt idx="60960">
                  <c:v>131.97999999999999</c:v>
                </c:pt>
                <c:pt idx="60961">
                  <c:v>111.74</c:v>
                </c:pt>
                <c:pt idx="60962">
                  <c:v>246.27</c:v>
                </c:pt>
                <c:pt idx="60963">
                  <c:v>59.96</c:v>
                </c:pt>
                <c:pt idx="60964">
                  <c:v>53.48</c:v>
                </c:pt>
                <c:pt idx="60965">
                  <c:v>79.98</c:v>
                </c:pt>
                <c:pt idx="60966">
                  <c:v>89.98</c:v>
                </c:pt>
                <c:pt idx="60967">
                  <c:v>86.97</c:v>
                </c:pt>
                <c:pt idx="60968">
                  <c:v>23.23</c:v>
                </c:pt>
                <c:pt idx="60969">
                  <c:v>83.97</c:v>
                </c:pt>
                <c:pt idx="60970">
                  <c:v>68.97</c:v>
                </c:pt>
                <c:pt idx="60971">
                  <c:v>55.98</c:v>
                </c:pt>
                <c:pt idx="60972">
                  <c:v>140.31</c:v>
                </c:pt>
                <c:pt idx="60973">
                  <c:v>84.97</c:v>
                </c:pt>
                <c:pt idx="60974">
                  <c:v>55.98</c:v>
                </c:pt>
                <c:pt idx="60975">
                  <c:v>59.99</c:v>
                </c:pt>
                <c:pt idx="60976">
                  <c:v>69.97</c:v>
                </c:pt>
                <c:pt idx="60977">
                  <c:v>113.96</c:v>
                </c:pt>
                <c:pt idx="60978">
                  <c:v>58.48</c:v>
                </c:pt>
                <c:pt idx="60979">
                  <c:v>87.47</c:v>
                </c:pt>
                <c:pt idx="60980">
                  <c:v>81.97</c:v>
                </c:pt>
                <c:pt idx="60981">
                  <c:v>50.97</c:v>
                </c:pt>
                <c:pt idx="60982">
                  <c:v>69.959999999999994</c:v>
                </c:pt>
                <c:pt idx="60983">
                  <c:v>50.38</c:v>
                </c:pt>
                <c:pt idx="60984">
                  <c:v>184.95</c:v>
                </c:pt>
                <c:pt idx="60985">
                  <c:v>119.96</c:v>
                </c:pt>
                <c:pt idx="60986">
                  <c:v>74.069999999999993</c:v>
                </c:pt>
                <c:pt idx="60987">
                  <c:v>27.18</c:v>
                </c:pt>
                <c:pt idx="60988">
                  <c:v>33.28</c:v>
                </c:pt>
                <c:pt idx="60989">
                  <c:v>75.13</c:v>
                </c:pt>
                <c:pt idx="60990">
                  <c:v>94.99</c:v>
                </c:pt>
                <c:pt idx="60991">
                  <c:v>55.98</c:v>
                </c:pt>
                <c:pt idx="60992">
                  <c:v>131.97999999999999</c:v>
                </c:pt>
                <c:pt idx="60993">
                  <c:v>41.49</c:v>
                </c:pt>
                <c:pt idx="60994">
                  <c:v>55.98</c:v>
                </c:pt>
                <c:pt idx="60995">
                  <c:v>159.94999999999999</c:v>
                </c:pt>
                <c:pt idx="60996">
                  <c:v>62.97</c:v>
                </c:pt>
                <c:pt idx="60997">
                  <c:v>51.98</c:v>
                </c:pt>
                <c:pt idx="60998">
                  <c:v>80.97</c:v>
                </c:pt>
                <c:pt idx="60999">
                  <c:v>44.99</c:v>
                </c:pt>
                <c:pt idx="61000">
                  <c:v>16.29</c:v>
                </c:pt>
                <c:pt idx="61001">
                  <c:v>64.98</c:v>
                </c:pt>
                <c:pt idx="61002">
                  <c:v>50.97</c:v>
                </c:pt>
                <c:pt idx="61003">
                  <c:v>109.96</c:v>
                </c:pt>
                <c:pt idx="61004">
                  <c:v>27.48</c:v>
                </c:pt>
                <c:pt idx="61005">
                  <c:v>54.89</c:v>
                </c:pt>
                <c:pt idx="61006">
                  <c:v>54.99</c:v>
                </c:pt>
                <c:pt idx="61007">
                  <c:v>131.97999999999999</c:v>
                </c:pt>
                <c:pt idx="61008">
                  <c:v>347.93</c:v>
                </c:pt>
                <c:pt idx="61009">
                  <c:v>66.27</c:v>
                </c:pt>
                <c:pt idx="61010">
                  <c:v>89.47</c:v>
                </c:pt>
                <c:pt idx="61011">
                  <c:v>59.98</c:v>
                </c:pt>
                <c:pt idx="61012">
                  <c:v>55.98</c:v>
                </c:pt>
                <c:pt idx="61013">
                  <c:v>58.17</c:v>
                </c:pt>
                <c:pt idx="61014">
                  <c:v>65.989999999999995</c:v>
                </c:pt>
                <c:pt idx="61015">
                  <c:v>-37.49</c:v>
                </c:pt>
                <c:pt idx="61016">
                  <c:v>157.24</c:v>
                </c:pt>
                <c:pt idx="61017">
                  <c:v>65.989999999999995</c:v>
                </c:pt>
                <c:pt idx="61018">
                  <c:v>71.97</c:v>
                </c:pt>
                <c:pt idx="61019">
                  <c:v>59.98</c:v>
                </c:pt>
                <c:pt idx="61020">
                  <c:v>59.98</c:v>
                </c:pt>
                <c:pt idx="61021">
                  <c:v>123.47</c:v>
                </c:pt>
                <c:pt idx="61022">
                  <c:v>155.96</c:v>
                </c:pt>
                <c:pt idx="61023">
                  <c:v>79.97</c:v>
                </c:pt>
                <c:pt idx="61024">
                  <c:v>55.64</c:v>
                </c:pt>
                <c:pt idx="61025">
                  <c:v>93.71</c:v>
                </c:pt>
                <c:pt idx="61026">
                  <c:v>188.72</c:v>
                </c:pt>
                <c:pt idx="61027">
                  <c:v>69.989999999999995</c:v>
                </c:pt>
                <c:pt idx="61028">
                  <c:v>59.98</c:v>
                </c:pt>
                <c:pt idx="61029">
                  <c:v>47.15</c:v>
                </c:pt>
                <c:pt idx="61030">
                  <c:v>73.98</c:v>
                </c:pt>
                <c:pt idx="61031">
                  <c:v>77.98</c:v>
                </c:pt>
                <c:pt idx="61032">
                  <c:v>97.96</c:v>
                </c:pt>
                <c:pt idx="61033">
                  <c:v>119.96</c:v>
                </c:pt>
                <c:pt idx="61034">
                  <c:v>51.98</c:v>
                </c:pt>
                <c:pt idx="61035">
                  <c:v>124.06</c:v>
                </c:pt>
                <c:pt idx="61036">
                  <c:v>107.94</c:v>
                </c:pt>
                <c:pt idx="61037">
                  <c:v>80.98</c:v>
                </c:pt>
                <c:pt idx="61038">
                  <c:v>53.98</c:v>
                </c:pt>
                <c:pt idx="61039">
                  <c:v>108.96</c:v>
                </c:pt>
                <c:pt idx="61040">
                  <c:v>52.98</c:v>
                </c:pt>
                <c:pt idx="61041">
                  <c:v>87.97</c:v>
                </c:pt>
                <c:pt idx="61042">
                  <c:v>74.98</c:v>
                </c:pt>
                <c:pt idx="61043">
                  <c:v>19.29</c:v>
                </c:pt>
                <c:pt idx="61044">
                  <c:v>105.98</c:v>
                </c:pt>
                <c:pt idx="61045">
                  <c:v>59.98</c:v>
                </c:pt>
                <c:pt idx="61046">
                  <c:v>62.97</c:v>
                </c:pt>
                <c:pt idx="61047">
                  <c:v>49.99</c:v>
                </c:pt>
                <c:pt idx="61048">
                  <c:v>59.98</c:v>
                </c:pt>
                <c:pt idx="61049">
                  <c:v>55.98</c:v>
                </c:pt>
                <c:pt idx="61050">
                  <c:v>46.17</c:v>
                </c:pt>
                <c:pt idx="61051">
                  <c:v>77.97</c:v>
                </c:pt>
                <c:pt idx="61052">
                  <c:v>77.97</c:v>
                </c:pt>
                <c:pt idx="61053">
                  <c:v>89.98</c:v>
                </c:pt>
                <c:pt idx="61054">
                  <c:v>85.47</c:v>
                </c:pt>
                <c:pt idx="61055">
                  <c:v>83.48</c:v>
                </c:pt>
                <c:pt idx="61056">
                  <c:v>143.94</c:v>
                </c:pt>
                <c:pt idx="61057">
                  <c:v>50.38</c:v>
                </c:pt>
                <c:pt idx="61058">
                  <c:v>138.46</c:v>
                </c:pt>
                <c:pt idx="61059">
                  <c:v>83.96</c:v>
                </c:pt>
                <c:pt idx="61060">
                  <c:v>55.42</c:v>
                </c:pt>
                <c:pt idx="61061">
                  <c:v>63.98</c:v>
                </c:pt>
                <c:pt idx="61062">
                  <c:v>80.97</c:v>
                </c:pt>
                <c:pt idx="61063">
                  <c:v>59.98</c:v>
                </c:pt>
                <c:pt idx="61064">
                  <c:v>161.96</c:v>
                </c:pt>
                <c:pt idx="61065">
                  <c:v>96.78</c:v>
                </c:pt>
                <c:pt idx="61066">
                  <c:v>83.86</c:v>
                </c:pt>
                <c:pt idx="61067">
                  <c:v>55.98</c:v>
                </c:pt>
                <c:pt idx="61068">
                  <c:v>167.94</c:v>
                </c:pt>
                <c:pt idx="61069">
                  <c:v>75.959999999999994</c:v>
                </c:pt>
                <c:pt idx="61070">
                  <c:v>29.24</c:v>
                </c:pt>
                <c:pt idx="61071">
                  <c:v>58.98</c:v>
                </c:pt>
                <c:pt idx="61072">
                  <c:v>59.98</c:v>
                </c:pt>
                <c:pt idx="61073">
                  <c:v>61.48</c:v>
                </c:pt>
                <c:pt idx="61074">
                  <c:v>79.98</c:v>
                </c:pt>
                <c:pt idx="61075">
                  <c:v>59.98</c:v>
                </c:pt>
                <c:pt idx="61076">
                  <c:v>189.9</c:v>
                </c:pt>
                <c:pt idx="61077">
                  <c:v>83.97</c:v>
                </c:pt>
                <c:pt idx="61078">
                  <c:v>63.96</c:v>
                </c:pt>
                <c:pt idx="61079">
                  <c:v>58.21</c:v>
                </c:pt>
                <c:pt idx="61080">
                  <c:v>110.96</c:v>
                </c:pt>
                <c:pt idx="61081">
                  <c:v>31.78</c:v>
                </c:pt>
                <c:pt idx="61082">
                  <c:v>26.49</c:v>
                </c:pt>
                <c:pt idx="61083">
                  <c:v>69.989999999999995</c:v>
                </c:pt>
                <c:pt idx="61084">
                  <c:v>201.93</c:v>
                </c:pt>
                <c:pt idx="61085">
                  <c:v>54.99</c:v>
                </c:pt>
                <c:pt idx="61086">
                  <c:v>191.92</c:v>
                </c:pt>
                <c:pt idx="61087">
                  <c:v>11.48</c:v>
                </c:pt>
                <c:pt idx="61088">
                  <c:v>55.98</c:v>
                </c:pt>
                <c:pt idx="61089">
                  <c:v>77.97</c:v>
                </c:pt>
                <c:pt idx="61090">
                  <c:v>55.96</c:v>
                </c:pt>
                <c:pt idx="61091">
                  <c:v>85.97</c:v>
                </c:pt>
                <c:pt idx="61092">
                  <c:v>11.28</c:v>
                </c:pt>
                <c:pt idx="61093">
                  <c:v>63.95</c:v>
                </c:pt>
                <c:pt idx="61094">
                  <c:v>89.97</c:v>
                </c:pt>
                <c:pt idx="61095">
                  <c:v>111.96</c:v>
                </c:pt>
                <c:pt idx="61096">
                  <c:v>179.94</c:v>
                </c:pt>
                <c:pt idx="61097">
                  <c:v>81.709999999999994</c:v>
                </c:pt>
                <c:pt idx="61098">
                  <c:v>410.85</c:v>
                </c:pt>
                <c:pt idx="61099">
                  <c:v>52.18</c:v>
                </c:pt>
                <c:pt idx="61100">
                  <c:v>25.29</c:v>
                </c:pt>
                <c:pt idx="61101">
                  <c:v>50.38</c:v>
                </c:pt>
                <c:pt idx="61102">
                  <c:v>66.98</c:v>
                </c:pt>
                <c:pt idx="61103">
                  <c:v>55.98</c:v>
                </c:pt>
                <c:pt idx="61104">
                  <c:v>54.99</c:v>
                </c:pt>
                <c:pt idx="61105">
                  <c:v>58.98</c:v>
                </c:pt>
                <c:pt idx="61106">
                  <c:v>44.75</c:v>
                </c:pt>
                <c:pt idx="61107">
                  <c:v>17.48</c:v>
                </c:pt>
                <c:pt idx="61108">
                  <c:v>65.98</c:v>
                </c:pt>
                <c:pt idx="61109">
                  <c:v>63.98</c:v>
                </c:pt>
                <c:pt idx="61110">
                  <c:v>103.96</c:v>
                </c:pt>
                <c:pt idx="61111">
                  <c:v>14.29</c:v>
                </c:pt>
                <c:pt idx="61112">
                  <c:v>106.97</c:v>
                </c:pt>
                <c:pt idx="61113">
                  <c:v>135.46</c:v>
                </c:pt>
                <c:pt idx="61114">
                  <c:v>120.98</c:v>
                </c:pt>
                <c:pt idx="61115">
                  <c:v>65.98</c:v>
                </c:pt>
                <c:pt idx="61116">
                  <c:v>53.98</c:v>
                </c:pt>
                <c:pt idx="61117">
                  <c:v>53.97</c:v>
                </c:pt>
                <c:pt idx="61118">
                  <c:v>139.44999999999999</c:v>
                </c:pt>
                <c:pt idx="61119">
                  <c:v>104.98</c:v>
                </c:pt>
                <c:pt idx="61120">
                  <c:v>12.49</c:v>
                </c:pt>
                <c:pt idx="61121">
                  <c:v>54.77</c:v>
                </c:pt>
                <c:pt idx="61122">
                  <c:v>120.97</c:v>
                </c:pt>
                <c:pt idx="61123">
                  <c:v>69.97</c:v>
                </c:pt>
                <c:pt idx="61124">
                  <c:v>59.98</c:v>
                </c:pt>
                <c:pt idx="61125">
                  <c:v>28.29</c:v>
                </c:pt>
                <c:pt idx="61126">
                  <c:v>95.38</c:v>
                </c:pt>
                <c:pt idx="61127">
                  <c:v>56.97</c:v>
                </c:pt>
                <c:pt idx="61128">
                  <c:v>83.48</c:v>
                </c:pt>
                <c:pt idx="61129">
                  <c:v>63.96</c:v>
                </c:pt>
                <c:pt idx="61130">
                  <c:v>127.94</c:v>
                </c:pt>
                <c:pt idx="61131">
                  <c:v>83.97</c:v>
                </c:pt>
                <c:pt idx="61132">
                  <c:v>51.43</c:v>
                </c:pt>
                <c:pt idx="61133">
                  <c:v>86.96</c:v>
                </c:pt>
                <c:pt idx="61134">
                  <c:v>54.99</c:v>
                </c:pt>
                <c:pt idx="61135">
                  <c:v>30.29</c:v>
                </c:pt>
                <c:pt idx="61136">
                  <c:v>171.97</c:v>
                </c:pt>
                <c:pt idx="61137">
                  <c:v>105.46</c:v>
                </c:pt>
                <c:pt idx="61138">
                  <c:v>65.989999999999995</c:v>
                </c:pt>
                <c:pt idx="61139">
                  <c:v>223.92</c:v>
                </c:pt>
                <c:pt idx="61140">
                  <c:v>37.43</c:v>
                </c:pt>
                <c:pt idx="61141">
                  <c:v>119.96</c:v>
                </c:pt>
                <c:pt idx="61142">
                  <c:v>125.98</c:v>
                </c:pt>
                <c:pt idx="61143">
                  <c:v>131.96</c:v>
                </c:pt>
                <c:pt idx="61144">
                  <c:v>59.96</c:v>
                </c:pt>
                <c:pt idx="61145">
                  <c:v>145.16</c:v>
                </c:pt>
                <c:pt idx="61146">
                  <c:v>55.98</c:v>
                </c:pt>
                <c:pt idx="61147">
                  <c:v>111.96</c:v>
                </c:pt>
                <c:pt idx="61148">
                  <c:v>94.95</c:v>
                </c:pt>
                <c:pt idx="61149">
                  <c:v>50.41</c:v>
                </c:pt>
                <c:pt idx="61150">
                  <c:v>44.75</c:v>
                </c:pt>
                <c:pt idx="61151">
                  <c:v>77.98</c:v>
                </c:pt>
                <c:pt idx="61152">
                  <c:v>116.11</c:v>
                </c:pt>
                <c:pt idx="61153">
                  <c:v>55.98</c:v>
                </c:pt>
                <c:pt idx="61154">
                  <c:v>65.989999999999995</c:v>
                </c:pt>
                <c:pt idx="61155">
                  <c:v>104.02</c:v>
                </c:pt>
                <c:pt idx="61156">
                  <c:v>55.98</c:v>
                </c:pt>
                <c:pt idx="61157">
                  <c:v>166.04</c:v>
                </c:pt>
                <c:pt idx="61158">
                  <c:v>149.86000000000001</c:v>
                </c:pt>
                <c:pt idx="61159">
                  <c:v>40.479999999999997</c:v>
                </c:pt>
                <c:pt idx="61160">
                  <c:v>87.08</c:v>
                </c:pt>
                <c:pt idx="61161">
                  <c:v>131.97999999999999</c:v>
                </c:pt>
                <c:pt idx="61162">
                  <c:v>83.48</c:v>
                </c:pt>
                <c:pt idx="61163">
                  <c:v>79.959999999999994</c:v>
                </c:pt>
                <c:pt idx="61164">
                  <c:v>71.97</c:v>
                </c:pt>
                <c:pt idx="61165">
                  <c:v>172.76</c:v>
                </c:pt>
                <c:pt idx="61166">
                  <c:v>32.79</c:v>
                </c:pt>
                <c:pt idx="61167">
                  <c:v>51.98</c:v>
                </c:pt>
                <c:pt idx="61168">
                  <c:v>51.98</c:v>
                </c:pt>
                <c:pt idx="61169">
                  <c:v>89.97</c:v>
                </c:pt>
                <c:pt idx="61170">
                  <c:v>52.98</c:v>
                </c:pt>
                <c:pt idx="61171">
                  <c:v>71.97</c:v>
                </c:pt>
                <c:pt idx="61172">
                  <c:v>71.959999999999994</c:v>
                </c:pt>
                <c:pt idx="61173">
                  <c:v>131.97999999999999</c:v>
                </c:pt>
                <c:pt idx="61174">
                  <c:v>112.96</c:v>
                </c:pt>
                <c:pt idx="61175">
                  <c:v>65.989999999999995</c:v>
                </c:pt>
                <c:pt idx="61176">
                  <c:v>112.06</c:v>
                </c:pt>
                <c:pt idx="61177">
                  <c:v>25.49</c:v>
                </c:pt>
                <c:pt idx="61178">
                  <c:v>73.98</c:v>
                </c:pt>
                <c:pt idx="61179">
                  <c:v>55.98</c:v>
                </c:pt>
                <c:pt idx="61180">
                  <c:v>111.96</c:v>
                </c:pt>
                <c:pt idx="61181">
                  <c:v>131.44999999999999</c:v>
                </c:pt>
                <c:pt idx="61182">
                  <c:v>103.96</c:v>
                </c:pt>
                <c:pt idx="61183">
                  <c:v>53.98</c:v>
                </c:pt>
                <c:pt idx="61184">
                  <c:v>94.34</c:v>
                </c:pt>
                <c:pt idx="61185">
                  <c:v>51.96</c:v>
                </c:pt>
                <c:pt idx="61186">
                  <c:v>-24.98</c:v>
                </c:pt>
                <c:pt idx="61187">
                  <c:v>-46.48</c:v>
                </c:pt>
                <c:pt idx="61188">
                  <c:v>55.98</c:v>
                </c:pt>
                <c:pt idx="61189">
                  <c:v>108.88</c:v>
                </c:pt>
                <c:pt idx="61190">
                  <c:v>51.75</c:v>
                </c:pt>
                <c:pt idx="61191">
                  <c:v>349.21</c:v>
                </c:pt>
                <c:pt idx="61192">
                  <c:v>-73.98</c:v>
                </c:pt>
                <c:pt idx="61193">
                  <c:v>53.97</c:v>
                </c:pt>
                <c:pt idx="61194">
                  <c:v>103.96</c:v>
                </c:pt>
                <c:pt idx="61195">
                  <c:v>51.98</c:v>
                </c:pt>
                <c:pt idx="61196">
                  <c:v>103.95</c:v>
                </c:pt>
                <c:pt idx="61197">
                  <c:v>53.98</c:v>
                </c:pt>
                <c:pt idx="61198">
                  <c:v>19.29</c:v>
                </c:pt>
                <c:pt idx="61199">
                  <c:v>31.49</c:v>
                </c:pt>
                <c:pt idx="61200">
                  <c:v>88.96</c:v>
                </c:pt>
                <c:pt idx="61201">
                  <c:v>107.96</c:v>
                </c:pt>
                <c:pt idx="61202">
                  <c:v>170.2</c:v>
                </c:pt>
                <c:pt idx="61203">
                  <c:v>19.34</c:v>
                </c:pt>
                <c:pt idx="61204">
                  <c:v>77.97</c:v>
                </c:pt>
                <c:pt idx="61205">
                  <c:v>94.99</c:v>
                </c:pt>
                <c:pt idx="61206">
                  <c:v>122.15</c:v>
                </c:pt>
                <c:pt idx="61207">
                  <c:v>69.98</c:v>
                </c:pt>
                <c:pt idx="61208">
                  <c:v>145.44</c:v>
                </c:pt>
                <c:pt idx="61209">
                  <c:v>50.98</c:v>
                </c:pt>
                <c:pt idx="61210">
                  <c:v>76.930000000000007</c:v>
                </c:pt>
                <c:pt idx="61211">
                  <c:v>50.96</c:v>
                </c:pt>
                <c:pt idx="61212">
                  <c:v>59.96</c:v>
                </c:pt>
                <c:pt idx="61213">
                  <c:v>21.29</c:v>
                </c:pt>
                <c:pt idx="61214">
                  <c:v>65.989999999999995</c:v>
                </c:pt>
                <c:pt idx="61215">
                  <c:v>79.98</c:v>
                </c:pt>
                <c:pt idx="61216">
                  <c:v>20.49</c:v>
                </c:pt>
                <c:pt idx="61217">
                  <c:v>17.489999999999998</c:v>
                </c:pt>
                <c:pt idx="61218">
                  <c:v>170.93</c:v>
                </c:pt>
                <c:pt idx="61219">
                  <c:v>182.67</c:v>
                </c:pt>
                <c:pt idx="61220">
                  <c:v>46.48</c:v>
                </c:pt>
                <c:pt idx="61221">
                  <c:v>89.97</c:v>
                </c:pt>
                <c:pt idx="61222">
                  <c:v>79.849999999999994</c:v>
                </c:pt>
                <c:pt idx="61223">
                  <c:v>79.98</c:v>
                </c:pt>
                <c:pt idx="61224">
                  <c:v>55.98</c:v>
                </c:pt>
                <c:pt idx="61225">
                  <c:v>78.97</c:v>
                </c:pt>
                <c:pt idx="61226">
                  <c:v>170.57</c:v>
                </c:pt>
                <c:pt idx="61227">
                  <c:v>40.29</c:v>
                </c:pt>
                <c:pt idx="61228">
                  <c:v>93.56</c:v>
                </c:pt>
                <c:pt idx="61229">
                  <c:v>59.86</c:v>
                </c:pt>
                <c:pt idx="61230">
                  <c:v>207.92</c:v>
                </c:pt>
                <c:pt idx="61231">
                  <c:v>95.96</c:v>
                </c:pt>
                <c:pt idx="61232">
                  <c:v>88.97</c:v>
                </c:pt>
                <c:pt idx="61233">
                  <c:v>105.98</c:v>
                </c:pt>
                <c:pt idx="61234">
                  <c:v>52.98</c:v>
                </c:pt>
                <c:pt idx="61235">
                  <c:v>95.96</c:v>
                </c:pt>
                <c:pt idx="61236">
                  <c:v>53.96</c:v>
                </c:pt>
                <c:pt idx="61237">
                  <c:v>134.96</c:v>
                </c:pt>
                <c:pt idx="61238">
                  <c:v>114.95</c:v>
                </c:pt>
                <c:pt idx="61239">
                  <c:v>48.28</c:v>
                </c:pt>
                <c:pt idx="61240">
                  <c:v>197.97</c:v>
                </c:pt>
                <c:pt idx="61241">
                  <c:v>63.96</c:v>
                </c:pt>
                <c:pt idx="61242">
                  <c:v>49.98</c:v>
                </c:pt>
                <c:pt idx="61243">
                  <c:v>59.98</c:v>
                </c:pt>
                <c:pt idx="61244">
                  <c:v>211.92</c:v>
                </c:pt>
                <c:pt idx="61245">
                  <c:v>86.97</c:v>
                </c:pt>
                <c:pt idx="61246">
                  <c:v>59.98</c:v>
                </c:pt>
                <c:pt idx="61247">
                  <c:v>41.29</c:v>
                </c:pt>
                <c:pt idx="61248">
                  <c:v>115.38</c:v>
                </c:pt>
                <c:pt idx="61249">
                  <c:v>92.56</c:v>
                </c:pt>
                <c:pt idx="61250">
                  <c:v>217.94</c:v>
                </c:pt>
                <c:pt idx="61251">
                  <c:v>50.98</c:v>
                </c:pt>
                <c:pt idx="61252">
                  <c:v>78.02</c:v>
                </c:pt>
                <c:pt idx="61253">
                  <c:v>120.98</c:v>
                </c:pt>
                <c:pt idx="61254">
                  <c:v>149.97</c:v>
                </c:pt>
                <c:pt idx="61255">
                  <c:v>83.97</c:v>
                </c:pt>
                <c:pt idx="61256">
                  <c:v>71.48</c:v>
                </c:pt>
                <c:pt idx="61257">
                  <c:v>55.98</c:v>
                </c:pt>
                <c:pt idx="61258">
                  <c:v>77.97</c:v>
                </c:pt>
                <c:pt idx="61259">
                  <c:v>53.97</c:v>
                </c:pt>
                <c:pt idx="61260">
                  <c:v>138.47</c:v>
                </c:pt>
                <c:pt idx="61261">
                  <c:v>76.98</c:v>
                </c:pt>
                <c:pt idx="61262">
                  <c:v>53.98</c:v>
                </c:pt>
                <c:pt idx="61263">
                  <c:v>102.95</c:v>
                </c:pt>
                <c:pt idx="61264">
                  <c:v>99.97</c:v>
                </c:pt>
                <c:pt idx="61265">
                  <c:v>307.69</c:v>
                </c:pt>
                <c:pt idx="61266">
                  <c:v>103.96</c:v>
                </c:pt>
                <c:pt idx="61267">
                  <c:v>103.96</c:v>
                </c:pt>
                <c:pt idx="61268">
                  <c:v>47.49</c:v>
                </c:pt>
                <c:pt idx="61269">
                  <c:v>59.98</c:v>
                </c:pt>
                <c:pt idx="61270">
                  <c:v>58.8</c:v>
                </c:pt>
                <c:pt idx="61271">
                  <c:v>71.989999999999995</c:v>
                </c:pt>
                <c:pt idx="61272">
                  <c:v>29.02</c:v>
                </c:pt>
                <c:pt idx="61273">
                  <c:v>-24.49</c:v>
                </c:pt>
                <c:pt idx="61274">
                  <c:v>59.97</c:v>
                </c:pt>
                <c:pt idx="61275">
                  <c:v>51.98</c:v>
                </c:pt>
                <c:pt idx="61276">
                  <c:v>-49.59</c:v>
                </c:pt>
                <c:pt idx="61277">
                  <c:v>44.99</c:v>
                </c:pt>
                <c:pt idx="61278">
                  <c:v>82.97</c:v>
                </c:pt>
                <c:pt idx="61279">
                  <c:v>55.42</c:v>
                </c:pt>
                <c:pt idx="61280">
                  <c:v>31.49</c:v>
                </c:pt>
                <c:pt idx="61281">
                  <c:v>1816.26</c:v>
                </c:pt>
                <c:pt idx="61282">
                  <c:v>103.37</c:v>
                </c:pt>
                <c:pt idx="61283">
                  <c:v>41.48</c:v>
                </c:pt>
                <c:pt idx="61284">
                  <c:v>145.44999999999999</c:v>
                </c:pt>
                <c:pt idx="61285">
                  <c:v>54.98</c:v>
                </c:pt>
                <c:pt idx="61286">
                  <c:v>69.989999999999995</c:v>
                </c:pt>
                <c:pt idx="61287">
                  <c:v>48.55</c:v>
                </c:pt>
                <c:pt idx="61288">
                  <c:v>26.49</c:v>
                </c:pt>
                <c:pt idx="61289">
                  <c:v>59.98</c:v>
                </c:pt>
                <c:pt idx="61290">
                  <c:v>52.74</c:v>
                </c:pt>
                <c:pt idx="61291">
                  <c:v>154.97</c:v>
                </c:pt>
                <c:pt idx="61292">
                  <c:v>60.58</c:v>
                </c:pt>
                <c:pt idx="61293">
                  <c:v>65.989999999999995</c:v>
                </c:pt>
                <c:pt idx="61294">
                  <c:v>65.989999999999995</c:v>
                </c:pt>
                <c:pt idx="61295">
                  <c:v>120.98</c:v>
                </c:pt>
                <c:pt idx="61296">
                  <c:v>161.96</c:v>
                </c:pt>
                <c:pt idx="61297">
                  <c:v>64.48</c:v>
                </c:pt>
                <c:pt idx="61298">
                  <c:v>66.540000000000006</c:v>
                </c:pt>
                <c:pt idx="61299">
                  <c:v>50.46</c:v>
                </c:pt>
                <c:pt idx="61300">
                  <c:v>271.92</c:v>
                </c:pt>
                <c:pt idx="61301">
                  <c:v>119.96</c:v>
                </c:pt>
                <c:pt idx="61302">
                  <c:v>59.98</c:v>
                </c:pt>
                <c:pt idx="61303">
                  <c:v>55.98</c:v>
                </c:pt>
                <c:pt idx="61304">
                  <c:v>31.28</c:v>
                </c:pt>
                <c:pt idx="61305">
                  <c:v>55.98</c:v>
                </c:pt>
                <c:pt idx="61306">
                  <c:v>53.98</c:v>
                </c:pt>
                <c:pt idx="61307">
                  <c:v>39.479999999999997</c:v>
                </c:pt>
                <c:pt idx="61308">
                  <c:v>111.96</c:v>
                </c:pt>
                <c:pt idx="61309">
                  <c:v>319.07</c:v>
                </c:pt>
                <c:pt idx="61310">
                  <c:v>59.98</c:v>
                </c:pt>
                <c:pt idx="61311">
                  <c:v>20.55</c:v>
                </c:pt>
                <c:pt idx="61312">
                  <c:v>111.96</c:v>
                </c:pt>
                <c:pt idx="61313">
                  <c:v>59.98</c:v>
                </c:pt>
                <c:pt idx="61314">
                  <c:v>54.98</c:v>
                </c:pt>
                <c:pt idx="61315">
                  <c:v>89.98</c:v>
                </c:pt>
                <c:pt idx="61316">
                  <c:v>39.89</c:v>
                </c:pt>
                <c:pt idx="61317">
                  <c:v>81.03</c:v>
                </c:pt>
                <c:pt idx="61318">
                  <c:v>65.33</c:v>
                </c:pt>
                <c:pt idx="61319">
                  <c:v>16.29</c:v>
                </c:pt>
                <c:pt idx="61320">
                  <c:v>63.57</c:v>
                </c:pt>
                <c:pt idx="61321">
                  <c:v>54.99</c:v>
                </c:pt>
                <c:pt idx="61322">
                  <c:v>71.94</c:v>
                </c:pt>
                <c:pt idx="61323">
                  <c:v>156.55000000000001</c:v>
                </c:pt>
                <c:pt idx="61324">
                  <c:v>54.98</c:v>
                </c:pt>
                <c:pt idx="61325">
                  <c:v>75.03</c:v>
                </c:pt>
                <c:pt idx="61326">
                  <c:v>59.98</c:v>
                </c:pt>
                <c:pt idx="61327">
                  <c:v>59.98</c:v>
                </c:pt>
                <c:pt idx="61328">
                  <c:v>149.56</c:v>
                </c:pt>
                <c:pt idx="61329">
                  <c:v>27.24</c:v>
                </c:pt>
                <c:pt idx="61330">
                  <c:v>31.49</c:v>
                </c:pt>
                <c:pt idx="61331">
                  <c:v>119.96</c:v>
                </c:pt>
                <c:pt idx="61332">
                  <c:v>122.95</c:v>
                </c:pt>
                <c:pt idx="61333">
                  <c:v>41.49</c:v>
                </c:pt>
                <c:pt idx="61334">
                  <c:v>11.48</c:v>
                </c:pt>
                <c:pt idx="61335">
                  <c:v>69.97</c:v>
                </c:pt>
                <c:pt idx="61336">
                  <c:v>79.98</c:v>
                </c:pt>
                <c:pt idx="61337">
                  <c:v>221.92</c:v>
                </c:pt>
                <c:pt idx="61338">
                  <c:v>36.479999999999997</c:v>
                </c:pt>
                <c:pt idx="61339">
                  <c:v>69.95</c:v>
                </c:pt>
                <c:pt idx="61340">
                  <c:v>55.98</c:v>
                </c:pt>
                <c:pt idx="61341">
                  <c:v>205.84</c:v>
                </c:pt>
                <c:pt idx="61342">
                  <c:v>55.98</c:v>
                </c:pt>
                <c:pt idx="61343">
                  <c:v>55.98</c:v>
                </c:pt>
                <c:pt idx="61344">
                  <c:v>39.28</c:v>
                </c:pt>
                <c:pt idx="61345">
                  <c:v>7.17</c:v>
                </c:pt>
                <c:pt idx="61346">
                  <c:v>29.99</c:v>
                </c:pt>
                <c:pt idx="61347">
                  <c:v>55.98</c:v>
                </c:pt>
                <c:pt idx="61348">
                  <c:v>85.47</c:v>
                </c:pt>
                <c:pt idx="61349">
                  <c:v>143.94</c:v>
                </c:pt>
                <c:pt idx="61350">
                  <c:v>38.479999999999997</c:v>
                </c:pt>
                <c:pt idx="61351">
                  <c:v>62.47</c:v>
                </c:pt>
                <c:pt idx="61352">
                  <c:v>57.48</c:v>
                </c:pt>
                <c:pt idx="61353">
                  <c:v>80.97</c:v>
                </c:pt>
                <c:pt idx="61354">
                  <c:v>32.51</c:v>
                </c:pt>
                <c:pt idx="61355">
                  <c:v>89.97</c:v>
                </c:pt>
                <c:pt idx="61356">
                  <c:v>58.98</c:v>
                </c:pt>
                <c:pt idx="61357">
                  <c:v>131.97999999999999</c:v>
                </c:pt>
                <c:pt idx="61358">
                  <c:v>74.959999999999994</c:v>
                </c:pt>
                <c:pt idx="61359">
                  <c:v>-1</c:v>
                </c:pt>
                <c:pt idx="61360">
                  <c:v>51.96</c:v>
                </c:pt>
                <c:pt idx="61361">
                  <c:v>54.99</c:v>
                </c:pt>
                <c:pt idx="61362">
                  <c:v>83.97</c:v>
                </c:pt>
                <c:pt idx="61363">
                  <c:v>51.98</c:v>
                </c:pt>
                <c:pt idx="61364">
                  <c:v>59.96</c:v>
                </c:pt>
                <c:pt idx="61365">
                  <c:v>89.98</c:v>
                </c:pt>
                <c:pt idx="61366">
                  <c:v>-59.98</c:v>
                </c:pt>
                <c:pt idx="61367">
                  <c:v>55.98</c:v>
                </c:pt>
                <c:pt idx="61368">
                  <c:v>55.98</c:v>
                </c:pt>
                <c:pt idx="61369">
                  <c:v>-53.98</c:v>
                </c:pt>
                <c:pt idx="61370">
                  <c:v>19.489999999999998</c:v>
                </c:pt>
                <c:pt idx="61371">
                  <c:v>49.59</c:v>
                </c:pt>
                <c:pt idx="61372">
                  <c:v>59.98</c:v>
                </c:pt>
                <c:pt idx="61373">
                  <c:v>69.989999999999995</c:v>
                </c:pt>
                <c:pt idx="61374">
                  <c:v>59.96</c:v>
                </c:pt>
                <c:pt idx="61375">
                  <c:v>71.97</c:v>
                </c:pt>
                <c:pt idx="61376">
                  <c:v>55.98</c:v>
                </c:pt>
                <c:pt idx="61377">
                  <c:v>54.99</c:v>
                </c:pt>
                <c:pt idx="61378">
                  <c:v>259.89999999999998</c:v>
                </c:pt>
                <c:pt idx="61379">
                  <c:v>34.28</c:v>
                </c:pt>
                <c:pt idx="61380">
                  <c:v>79.989999999999995</c:v>
                </c:pt>
                <c:pt idx="61381">
                  <c:v>51.98</c:v>
                </c:pt>
                <c:pt idx="61382">
                  <c:v>53.98</c:v>
                </c:pt>
                <c:pt idx="61383">
                  <c:v>66.489999999999995</c:v>
                </c:pt>
                <c:pt idx="61384">
                  <c:v>155.97</c:v>
                </c:pt>
                <c:pt idx="61385">
                  <c:v>89.97</c:v>
                </c:pt>
                <c:pt idx="61386">
                  <c:v>52.53</c:v>
                </c:pt>
                <c:pt idx="61387">
                  <c:v>63.96</c:v>
                </c:pt>
                <c:pt idx="61388">
                  <c:v>108.88</c:v>
                </c:pt>
                <c:pt idx="61389">
                  <c:v>59.98</c:v>
                </c:pt>
                <c:pt idx="61390">
                  <c:v>57.15</c:v>
                </c:pt>
                <c:pt idx="61391">
                  <c:v>40.47</c:v>
                </c:pt>
                <c:pt idx="61392">
                  <c:v>10.210000000000001</c:v>
                </c:pt>
                <c:pt idx="61393">
                  <c:v>63.97</c:v>
                </c:pt>
                <c:pt idx="61394">
                  <c:v>89.97</c:v>
                </c:pt>
                <c:pt idx="61395">
                  <c:v>104.98</c:v>
                </c:pt>
                <c:pt idx="61396">
                  <c:v>54.99</c:v>
                </c:pt>
                <c:pt idx="61397">
                  <c:v>59.98</c:v>
                </c:pt>
                <c:pt idx="61398">
                  <c:v>31.49</c:v>
                </c:pt>
                <c:pt idx="61399">
                  <c:v>188.93</c:v>
                </c:pt>
                <c:pt idx="61400">
                  <c:v>55.98</c:v>
                </c:pt>
                <c:pt idx="61401">
                  <c:v>145.16</c:v>
                </c:pt>
                <c:pt idx="61402">
                  <c:v>105.09</c:v>
                </c:pt>
                <c:pt idx="61403">
                  <c:v>126.99</c:v>
                </c:pt>
                <c:pt idx="61404">
                  <c:v>152.94999999999999</c:v>
                </c:pt>
                <c:pt idx="61405">
                  <c:v>95.97</c:v>
                </c:pt>
                <c:pt idx="61406">
                  <c:v>39.479999999999997</c:v>
                </c:pt>
                <c:pt idx="61407">
                  <c:v>67.47</c:v>
                </c:pt>
                <c:pt idx="61408">
                  <c:v>100.39</c:v>
                </c:pt>
                <c:pt idx="61409">
                  <c:v>51.97</c:v>
                </c:pt>
                <c:pt idx="61410">
                  <c:v>161.91</c:v>
                </c:pt>
                <c:pt idx="61411">
                  <c:v>55.64</c:v>
                </c:pt>
                <c:pt idx="61412">
                  <c:v>31.49</c:v>
                </c:pt>
                <c:pt idx="61413">
                  <c:v>53.98</c:v>
                </c:pt>
                <c:pt idx="61414">
                  <c:v>111.96</c:v>
                </c:pt>
                <c:pt idx="61415">
                  <c:v>65.92</c:v>
                </c:pt>
                <c:pt idx="61416">
                  <c:v>35.26</c:v>
                </c:pt>
                <c:pt idx="61417">
                  <c:v>59.99</c:v>
                </c:pt>
                <c:pt idx="61418">
                  <c:v>103.96</c:v>
                </c:pt>
                <c:pt idx="61419">
                  <c:v>59.98</c:v>
                </c:pt>
                <c:pt idx="61420">
                  <c:v>83.48</c:v>
                </c:pt>
                <c:pt idx="61421">
                  <c:v>147.6</c:v>
                </c:pt>
                <c:pt idx="61422">
                  <c:v>8.49</c:v>
                </c:pt>
                <c:pt idx="61423">
                  <c:v>50.48</c:v>
                </c:pt>
                <c:pt idx="61424">
                  <c:v>80.06</c:v>
                </c:pt>
                <c:pt idx="61425">
                  <c:v>46.28</c:v>
                </c:pt>
                <c:pt idx="61426">
                  <c:v>59.99</c:v>
                </c:pt>
                <c:pt idx="61427">
                  <c:v>79.989999999999995</c:v>
                </c:pt>
                <c:pt idx="61428">
                  <c:v>22.49</c:v>
                </c:pt>
                <c:pt idx="61429">
                  <c:v>101.7</c:v>
                </c:pt>
                <c:pt idx="61430">
                  <c:v>83.97</c:v>
                </c:pt>
                <c:pt idx="61431">
                  <c:v>49.95</c:v>
                </c:pt>
                <c:pt idx="61432">
                  <c:v>97.97</c:v>
                </c:pt>
                <c:pt idx="61433">
                  <c:v>62.97</c:v>
                </c:pt>
                <c:pt idx="61434">
                  <c:v>24.49</c:v>
                </c:pt>
                <c:pt idx="61435">
                  <c:v>62.97</c:v>
                </c:pt>
                <c:pt idx="61436">
                  <c:v>58.48</c:v>
                </c:pt>
                <c:pt idx="61437">
                  <c:v>59.98</c:v>
                </c:pt>
                <c:pt idx="61438">
                  <c:v>169.14</c:v>
                </c:pt>
                <c:pt idx="61439">
                  <c:v>59.98</c:v>
                </c:pt>
                <c:pt idx="61440">
                  <c:v>51.98</c:v>
                </c:pt>
                <c:pt idx="61441">
                  <c:v>50.98</c:v>
                </c:pt>
                <c:pt idx="61442">
                  <c:v>51.98</c:v>
                </c:pt>
                <c:pt idx="61443">
                  <c:v>1.5</c:v>
                </c:pt>
                <c:pt idx="61444">
                  <c:v>110.96</c:v>
                </c:pt>
                <c:pt idx="61445">
                  <c:v>98.97</c:v>
                </c:pt>
                <c:pt idx="61446">
                  <c:v>96.28</c:v>
                </c:pt>
                <c:pt idx="61447">
                  <c:v>83.48</c:v>
                </c:pt>
                <c:pt idx="61448">
                  <c:v>96.27</c:v>
                </c:pt>
                <c:pt idx="61449">
                  <c:v>18.13</c:v>
                </c:pt>
                <c:pt idx="61450">
                  <c:v>81.03</c:v>
                </c:pt>
                <c:pt idx="61451">
                  <c:v>79.7</c:v>
                </c:pt>
                <c:pt idx="61452">
                  <c:v>92.66</c:v>
                </c:pt>
                <c:pt idx="61453">
                  <c:v>209.93</c:v>
                </c:pt>
                <c:pt idx="61454">
                  <c:v>109.96</c:v>
                </c:pt>
                <c:pt idx="61455">
                  <c:v>59.98</c:v>
                </c:pt>
                <c:pt idx="61456">
                  <c:v>121.71</c:v>
                </c:pt>
                <c:pt idx="61457">
                  <c:v>166.46</c:v>
                </c:pt>
                <c:pt idx="61458">
                  <c:v>119.96</c:v>
                </c:pt>
                <c:pt idx="61459">
                  <c:v>59.98</c:v>
                </c:pt>
                <c:pt idx="61460">
                  <c:v>69.97</c:v>
                </c:pt>
                <c:pt idx="61461">
                  <c:v>50.98</c:v>
                </c:pt>
                <c:pt idx="61462">
                  <c:v>53.98</c:v>
                </c:pt>
                <c:pt idx="61463">
                  <c:v>77.42</c:v>
                </c:pt>
                <c:pt idx="61464">
                  <c:v>139.94999999999999</c:v>
                </c:pt>
                <c:pt idx="61465">
                  <c:v>53.38</c:v>
                </c:pt>
                <c:pt idx="61466">
                  <c:v>131.97999999999999</c:v>
                </c:pt>
                <c:pt idx="61467">
                  <c:v>179.94</c:v>
                </c:pt>
                <c:pt idx="61468">
                  <c:v>263.95999999999998</c:v>
                </c:pt>
                <c:pt idx="61469">
                  <c:v>31.49</c:v>
                </c:pt>
                <c:pt idx="61470">
                  <c:v>84.97</c:v>
                </c:pt>
                <c:pt idx="61471">
                  <c:v>77.97</c:v>
                </c:pt>
                <c:pt idx="61472">
                  <c:v>239.92</c:v>
                </c:pt>
                <c:pt idx="61473">
                  <c:v>101.96</c:v>
                </c:pt>
                <c:pt idx="61474">
                  <c:v>67.97</c:v>
                </c:pt>
                <c:pt idx="61475">
                  <c:v>59.98</c:v>
                </c:pt>
                <c:pt idx="61476">
                  <c:v>149.51</c:v>
                </c:pt>
                <c:pt idx="61477">
                  <c:v>114.96</c:v>
                </c:pt>
                <c:pt idx="61478">
                  <c:v>83.97</c:v>
                </c:pt>
                <c:pt idx="61479">
                  <c:v>55.98</c:v>
                </c:pt>
                <c:pt idx="61480">
                  <c:v>142.44</c:v>
                </c:pt>
                <c:pt idx="61481">
                  <c:v>95.96</c:v>
                </c:pt>
                <c:pt idx="61482">
                  <c:v>193.93</c:v>
                </c:pt>
                <c:pt idx="61483">
                  <c:v>139.94999999999999</c:v>
                </c:pt>
                <c:pt idx="61484">
                  <c:v>86.07</c:v>
                </c:pt>
                <c:pt idx="61485">
                  <c:v>61.37</c:v>
                </c:pt>
                <c:pt idx="61486">
                  <c:v>55.39</c:v>
                </c:pt>
                <c:pt idx="61487">
                  <c:v>59.98</c:v>
                </c:pt>
                <c:pt idx="61488">
                  <c:v>61.98</c:v>
                </c:pt>
                <c:pt idx="61489">
                  <c:v>41.29</c:v>
                </c:pt>
                <c:pt idx="61490">
                  <c:v>65.319999999999993</c:v>
                </c:pt>
                <c:pt idx="61491">
                  <c:v>157.24</c:v>
                </c:pt>
                <c:pt idx="61492">
                  <c:v>59.98</c:v>
                </c:pt>
                <c:pt idx="61493">
                  <c:v>50.49</c:v>
                </c:pt>
                <c:pt idx="61494">
                  <c:v>77.97</c:v>
                </c:pt>
                <c:pt idx="61495">
                  <c:v>84.66</c:v>
                </c:pt>
                <c:pt idx="61496">
                  <c:v>83.97</c:v>
                </c:pt>
                <c:pt idx="61497">
                  <c:v>49.99</c:v>
                </c:pt>
                <c:pt idx="61498">
                  <c:v>59.98</c:v>
                </c:pt>
                <c:pt idx="61499">
                  <c:v>59.98</c:v>
                </c:pt>
                <c:pt idx="61500">
                  <c:v>171.97</c:v>
                </c:pt>
                <c:pt idx="61501">
                  <c:v>75.98</c:v>
                </c:pt>
                <c:pt idx="61502">
                  <c:v>95.96</c:v>
                </c:pt>
                <c:pt idx="61503">
                  <c:v>53.98</c:v>
                </c:pt>
                <c:pt idx="61504">
                  <c:v>94.34</c:v>
                </c:pt>
                <c:pt idx="61505">
                  <c:v>59.97</c:v>
                </c:pt>
                <c:pt idx="61506">
                  <c:v>79.97</c:v>
                </c:pt>
                <c:pt idx="61507">
                  <c:v>53.98</c:v>
                </c:pt>
                <c:pt idx="61508">
                  <c:v>120.46</c:v>
                </c:pt>
                <c:pt idx="61509">
                  <c:v>86.96</c:v>
                </c:pt>
                <c:pt idx="61510">
                  <c:v>239.9</c:v>
                </c:pt>
                <c:pt idx="61511">
                  <c:v>68.97</c:v>
                </c:pt>
                <c:pt idx="61512">
                  <c:v>55.98</c:v>
                </c:pt>
                <c:pt idx="61513">
                  <c:v>59.98</c:v>
                </c:pt>
                <c:pt idx="61514">
                  <c:v>28.29</c:v>
                </c:pt>
                <c:pt idx="61515">
                  <c:v>65.989999999999995</c:v>
                </c:pt>
                <c:pt idx="61516">
                  <c:v>85.87</c:v>
                </c:pt>
                <c:pt idx="61517">
                  <c:v>63.96</c:v>
                </c:pt>
                <c:pt idx="61518">
                  <c:v>46.29</c:v>
                </c:pt>
                <c:pt idx="61519">
                  <c:v>53.97</c:v>
                </c:pt>
                <c:pt idx="61520">
                  <c:v>65.989999999999995</c:v>
                </c:pt>
                <c:pt idx="61521">
                  <c:v>65.989999999999995</c:v>
                </c:pt>
                <c:pt idx="61522">
                  <c:v>51.93</c:v>
                </c:pt>
                <c:pt idx="61523">
                  <c:v>31.49</c:v>
                </c:pt>
                <c:pt idx="61524">
                  <c:v>59.98</c:v>
                </c:pt>
                <c:pt idx="61525">
                  <c:v>54.99</c:v>
                </c:pt>
                <c:pt idx="61526">
                  <c:v>119.96</c:v>
                </c:pt>
                <c:pt idx="61527">
                  <c:v>81.05</c:v>
                </c:pt>
                <c:pt idx="61528">
                  <c:v>62.07</c:v>
                </c:pt>
                <c:pt idx="61529">
                  <c:v>77.97</c:v>
                </c:pt>
                <c:pt idx="61530">
                  <c:v>11.29</c:v>
                </c:pt>
                <c:pt idx="61531">
                  <c:v>121.95</c:v>
                </c:pt>
                <c:pt idx="61532">
                  <c:v>223.92</c:v>
                </c:pt>
                <c:pt idx="61533">
                  <c:v>62.88</c:v>
                </c:pt>
                <c:pt idx="61534">
                  <c:v>83.97</c:v>
                </c:pt>
                <c:pt idx="61535">
                  <c:v>257.25</c:v>
                </c:pt>
                <c:pt idx="61536">
                  <c:v>59.99</c:v>
                </c:pt>
                <c:pt idx="61537">
                  <c:v>54.95</c:v>
                </c:pt>
                <c:pt idx="61538">
                  <c:v>65.989999999999995</c:v>
                </c:pt>
                <c:pt idx="61539">
                  <c:v>70.260000000000005</c:v>
                </c:pt>
                <c:pt idx="61540">
                  <c:v>111.95</c:v>
                </c:pt>
                <c:pt idx="61541">
                  <c:v>59.98</c:v>
                </c:pt>
                <c:pt idx="61542">
                  <c:v>55.98</c:v>
                </c:pt>
                <c:pt idx="61543">
                  <c:v>55.39</c:v>
                </c:pt>
                <c:pt idx="61544">
                  <c:v>66.58</c:v>
                </c:pt>
                <c:pt idx="61545">
                  <c:v>49.48</c:v>
                </c:pt>
                <c:pt idx="61546">
                  <c:v>167.94</c:v>
                </c:pt>
                <c:pt idx="61547">
                  <c:v>51.98</c:v>
                </c:pt>
                <c:pt idx="61548">
                  <c:v>85.98</c:v>
                </c:pt>
                <c:pt idx="61549">
                  <c:v>37.479999999999997</c:v>
                </c:pt>
                <c:pt idx="61550">
                  <c:v>119.96</c:v>
                </c:pt>
                <c:pt idx="61551">
                  <c:v>59.98</c:v>
                </c:pt>
                <c:pt idx="61552">
                  <c:v>221.94</c:v>
                </c:pt>
                <c:pt idx="61553">
                  <c:v>52.48</c:v>
                </c:pt>
                <c:pt idx="61554">
                  <c:v>139.91999999999999</c:v>
                </c:pt>
                <c:pt idx="61555">
                  <c:v>51.98</c:v>
                </c:pt>
                <c:pt idx="61556">
                  <c:v>93.96</c:v>
                </c:pt>
                <c:pt idx="61557">
                  <c:v>1.5</c:v>
                </c:pt>
                <c:pt idx="61558">
                  <c:v>111.96</c:v>
                </c:pt>
                <c:pt idx="61559">
                  <c:v>77.39</c:v>
                </c:pt>
                <c:pt idx="61560">
                  <c:v>55.98</c:v>
                </c:pt>
                <c:pt idx="61561">
                  <c:v>71.97</c:v>
                </c:pt>
                <c:pt idx="61562">
                  <c:v>130.94999999999999</c:v>
                </c:pt>
                <c:pt idx="61563">
                  <c:v>16.29</c:v>
                </c:pt>
                <c:pt idx="61564">
                  <c:v>33.29</c:v>
                </c:pt>
                <c:pt idx="61565">
                  <c:v>65.319999999999993</c:v>
                </c:pt>
                <c:pt idx="61566">
                  <c:v>39.89</c:v>
                </c:pt>
                <c:pt idx="61567">
                  <c:v>119.74</c:v>
                </c:pt>
                <c:pt idx="61568">
                  <c:v>51.96</c:v>
                </c:pt>
                <c:pt idx="61569">
                  <c:v>41.49</c:v>
                </c:pt>
                <c:pt idx="61570">
                  <c:v>131.97999999999999</c:v>
                </c:pt>
                <c:pt idx="61571">
                  <c:v>167.94</c:v>
                </c:pt>
                <c:pt idx="61572">
                  <c:v>89.97</c:v>
                </c:pt>
                <c:pt idx="61573">
                  <c:v>95.24</c:v>
                </c:pt>
                <c:pt idx="61574">
                  <c:v>51.98</c:v>
                </c:pt>
                <c:pt idx="61575">
                  <c:v>51.46</c:v>
                </c:pt>
                <c:pt idx="61576">
                  <c:v>111.02</c:v>
                </c:pt>
                <c:pt idx="61577">
                  <c:v>55.98</c:v>
                </c:pt>
                <c:pt idx="61578">
                  <c:v>108.88</c:v>
                </c:pt>
                <c:pt idx="61579">
                  <c:v>-2.99</c:v>
                </c:pt>
                <c:pt idx="61580">
                  <c:v>107.94</c:v>
                </c:pt>
                <c:pt idx="61581">
                  <c:v>57.97</c:v>
                </c:pt>
                <c:pt idx="61582">
                  <c:v>27.99</c:v>
                </c:pt>
                <c:pt idx="61583">
                  <c:v>130.91</c:v>
                </c:pt>
                <c:pt idx="61584">
                  <c:v>-34.17</c:v>
                </c:pt>
                <c:pt idx="61585">
                  <c:v>53.98</c:v>
                </c:pt>
                <c:pt idx="61586">
                  <c:v>26.28</c:v>
                </c:pt>
                <c:pt idx="61587">
                  <c:v>167.94</c:v>
                </c:pt>
                <c:pt idx="61588">
                  <c:v>119.96</c:v>
                </c:pt>
                <c:pt idx="61589">
                  <c:v>89.97</c:v>
                </c:pt>
                <c:pt idx="61590">
                  <c:v>328.1</c:v>
                </c:pt>
                <c:pt idx="61591">
                  <c:v>55.98</c:v>
                </c:pt>
                <c:pt idx="61592">
                  <c:v>51.98</c:v>
                </c:pt>
                <c:pt idx="61593">
                  <c:v>56.68</c:v>
                </c:pt>
                <c:pt idx="61594">
                  <c:v>59.98</c:v>
                </c:pt>
                <c:pt idx="61595">
                  <c:v>90.73</c:v>
                </c:pt>
                <c:pt idx="61596">
                  <c:v>72.58</c:v>
                </c:pt>
                <c:pt idx="61597">
                  <c:v>118.78</c:v>
                </c:pt>
                <c:pt idx="61598">
                  <c:v>89.97</c:v>
                </c:pt>
                <c:pt idx="61599">
                  <c:v>83.97</c:v>
                </c:pt>
                <c:pt idx="61600">
                  <c:v>131.97999999999999</c:v>
                </c:pt>
                <c:pt idx="61601">
                  <c:v>39.28</c:v>
                </c:pt>
                <c:pt idx="61602">
                  <c:v>65.3</c:v>
                </c:pt>
                <c:pt idx="61603">
                  <c:v>75.13</c:v>
                </c:pt>
                <c:pt idx="61604">
                  <c:v>16.489999999999998</c:v>
                </c:pt>
                <c:pt idx="61605">
                  <c:v>74.98</c:v>
                </c:pt>
                <c:pt idx="61606">
                  <c:v>60.99</c:v>
                </c:pt>
                <c:pt idx="61607">
                  <c:v>139.94999999999999</c:v>
                </c:pt>
                <c:pt idx="61608">
                  <c:v>59.98</c:v>
                </c:pt>
                <c:pt idx="61609">
                  <c:v>57.98</c:v>
                </c:pt>
                <c:pt idx="61610">
                  <c:v>50.83</c:v>
                </c:pt>
                <c:pt idx="61611">
                  <c:v>53.48</c:v>
                </c:pt>
                <c:pt idx="61612">
                  <c:v>59.98</c:v>
                </c:pt>
                <c:pt idx="61613">
                  <c:v>18.93</c:v>
                </c:pt>
                <c:pt idx="61614">
                  <c:v>72.58</c:v>
                </c:pt>
                <c:pt idx="61615">
                  <c:v>55.98</c:v>
                </c:pt>
                <c:pt idx="61616">
                  <c:v>63.98</c:v>
                </c:pt>
                <c:pt idx="61617">
                  <c:v>79.989999999999995</c:v>
                </c:pt>
                <c:pt idx="61618">
                  <c:v>55.98</c:v>
                </c:pt>
                <c:pt idx="61619">
                  <c:v>124.97</c:v>
                </c:pt>
                <c:pt idx="61620">
                  <c:v>28.49</c:v>
                </c:pt>
                <c:pt idx="61621">
                  <c:v>181.37</c:v>
                </c:pt>
                <c:pt idx="61622">
                  <c:v>65.319999999999993</c:v>
                </c:pt>
                <c:pt idx="61623">
                  <c:v>59.98</c:v>
                </c:pt>
                <c:pt idx="61624">
                  <c:v>84.98</c:v>
                </c:pt>
                <c:pt idx="61625">
                  <c:v>419.85</c:v>
                </c:pt>
                <c:pt idx="61626">
                  <c:v>59.98</c:v>
                </c:pt>
                <c:pt idx="61627">
                  <c:v>30.98</c:v>
                </c:pt>
                <c:pt idx="61628">
                  <c:v>163.85</c:v>
                </c:pt>
                <c:pt idx="61629">
                  <c:v>167.94</c:v>
                </c:pt>
                <c:pt idx="61630">
                  <c:v>42.48</c:v>
                </c:pt>
                <c:pt idx="61631">
                  <c:v>61.69</c:v>
                </c:pt>
                <c:pt idx="61632">
                  <c:v>88.47</c:v>
                </c:pt>
                <c:pt idx="61633">
                  <c:v>41.49</c:v>
                </c:pt>
                <c:pt idx="61634">
                  <c:v>108.17</c:v>
                </c:pt>
                <c:pt idx="61635">
                  <c:v>115.96</c:v>
                </c:pt>
                <c:pt idx="61636">
                  <c:v>55.98</c:v>
                </c:pt>
                <c:pt idx="61637">
                  <c:v>71.97</c:v>
                </c:pt>
                <c:pt idx="61638">
                  <c:v>29.02</c:v>
                </c:pt>
                <c:pt idx="61639">
                  <c:v>111.92</c:v>
                </c:pt>
                <c:pt idx="61640">
                  <c:v>31.49</c:v>
                </c:pt>
                <c:pt idx="61641">
                  <c:v>119.97</c:v>
                </c:pt>
                <c:pt idx="61642">
                  <c:v>59.98</c:v>
                </c:pt>
                <c:pt idx="61643">
                  <c:v>29.49</c:v>
                </c:pt>
                <c:pt idx="61644">
                  <c:v>101.96</c:v>
                </c:pt>
                <c:pt idx="61645">
                  <c:v>140.97</c:v>
                </c:pt>
                <c:pt idx="61646">
                  <c:v>131.97999999999999</c:v>
                </c:pt>
                <c:pt idx="61647">
                  <c:v>69.98</c:v>
                </c:pt>
                <c:pt idx="61648">
                  <c:v>89.97</c:v>
                </c:pt>
                <c:pt idx="61649">
                  <c:v>62.97</c:v>
                </c:pt>
                <c:pt idx="61650">
                  <c:v>126.06</c:v>
                </c:pt>
                <c:pt idx="61651">
                  <c:v>65.989999999999995</c:v>
                </c:pt>
                <c:pt idx="61652">
                  <c:v>59.98</c:v>
                </c:pt>
                <c:pt idx="61653">
                  <c:v>29.49</c:v>
                </c:pt>
                <c:pt idx="61654">
                  <c:v>140.94999999999999</c:v>
                </c:pt>
                <c:pt idx="61655">
                  <c:v>106.97</c:v>
                </c:pt>
                <c:pt idx="61656">
                  <c:v>84.97</c:v>
                </c:pt>
                <c:pt idx="61657">
                  <c:v>76.209999999999994</c:v>
                </c:pt>
                <c:pt idx="61658">
                  <c:v>102.8</c:v>
                </c:pt>
                <c:pt idx="61659">
                  <c:v>144.94</c:v>
                </c:pt>
                <c:pt idx="61660">
                  <c:v>59.98</c:v>
                </c:pt>
                <c:pt idx="61661">
                  <c:v>-1.5</c:v>
                </c:pt>
                <c:pt idx="61662">
                  <c:v>105.98</c:v>
                </c:pt>
                <c:pt idx="61663">
                  <c:v>134.96</c:v>
                </c:pt>
                <c:pt idx="61664">
                  <c:v>86.98</c:v>
                </c:pt>
                <c:pt idx="61665">
                  <c:v>127.92</c:v>
                </c:pt>
                <c:pt idx="61666">
                  <c:v>191.92</c:v>
                </c:pt>
                <c:pt idx="61667">
                  <c:v>111.98</c:v>
                </c:pt>
                <c:pt idx="61668">
                  <c:v>131.97999999999999</c:v>
                </c:pt>
                <c:pt idx="61669">
                  <c:v>81.27</c:v>
                </c:pt>
                <c:pt idx="61670">
                  <c:v>53.98</c:v>
                </c:pt>
                <c:pt idx="61671">
                  <c:v>197.75</c:v>
                </c:pt>
                <c:pt idx="61672">
                  <c:v>79.98</c:v>
                </c:pt>
                <c:pt idx="61673">
                  <c:v>51.98</c:v>
                </c:pt>
                <c:pt idx="61674">
                  <c:v>56.97</c:v>
                </c:pt>
                <c:pt idx="61675">
                  <c:v>59.98</c:v>
                </c:pt>
                <c:pt idx="61676">
                  <c:v>99.96</c:v>
                </c:pt>
                <c:pt idx="61677">
                  <c:v>89.97</c:v>
                </c:pt>
                <c:pt idx="61678">
                  <c:v>29.99</c:v>
                </c:pt>
                <c:pt idx="61679">
                  <c:v>75.569999999999993</c:v>
                </c:pt>
                <c:pt idx="61680">
                  <c:v>74.680000000000007</c:v>
                </c:pt>
                <c:pt idx="61681">
                  <c:v>59.99</c:v>
                </c:pt>
                <c:pt idx="61682">
                  <c:v>75.97</c:v>
                </c:pt>
                <c:pt idx="61683">
                  <c:v>53.98</c:v>
                </c:pt>
                <c:pt idx="61684">
                  <c:v>71.97</c:v>
                </c:pt>
                <c:pt idx="61685">
                  <c:v>31.49</c:v>
                </c:pt>
                <c:pt idx="61686">
                  <c:v>53.98</c:v>
                </c:pt>
                <c:pt idx="61687">
                  <c:v>54.99</c:v>
                </c:pt>
                <c:pt idx="61688">
                  <c:v>55.98</c:v>
                </c:pt>
                <c:pt idx="61689">
                  <c:v>96.78</c:v>
                </c:pt>
                <c:pt idx="61690">
                  <c:v>159.96</c:v>
                </c:pt>
                <c:pt idx="61691">
                  <c:v>89.97</c:v>
                </c:pt>
                <c:pt idx="61692">
                  <c:v>129.94999999999999</c:v>
                </c:pt>
                <c:pt idx="61693">
                  <c:v>52.24</c:v>
                </c:pt>
                <c:pt idx="61694">
                  <c:v>25.39</c:v>
                </c:pt>
                <c:pt idx="61695">
                  <c:v>51.27</c:v>
                </c:pt>
                <c:pt idx="61696">
                  <c:v>51.98</c:v>
                </c:pt>
                <c:pt idx="61697">
                  <c:v>84.65</c:v>
                </c:pt>
                <c:pt idx="61698">
                  <c:v>149.71</c:v>
                </c:pt>
                <c:pt idx="61699">
                  <c:v>131.97999999999999</c:v>
                </c:pt>
                <c:pt idx="61700">
                  <c:v>95.96</c:v>
                </c:pt>
                <c:pt idx="61701">
                  <c:v>55.98</c:v>
                </c:pt>
                <c:pt idx="61702">
                  <c:v>62.98</c:v>
                </c:pt>
                <c:pt idx="61703">
                  <c:v>280.89999999999998</c:v>
                </c:pt>
                <c:pt idx="61704">
                  <c:v>37.49</c:v>
                </c:pt>
                <c:pt idx="61705">
                  <c:v>77.42</c:v>
                </c:pt>
                <c:pt idx="61706">
                  <c:v>67.739999999999995</c:v>
                </c:pt>
                <c:pt idx="61707">
                  <c:v>55.98</c:v>
                </c:pt>
                <c:pt idx="61708">
                  <c:v>61.94</c:v>
                </c:pt>
                <c:pt idx="61709">
                  <c:v>167.94</c:v>
                </c:pt>
                <c:pt idx="61710">
                  <c:v>65.989999999999995</c:v>
                </c:pt>
                <c:pt idx="61711">
                  <c:v>59.98</c:v>
                </c:pt>
                <c:pt idx="61712">
                  <c:v>49.59</c:v>
                </c:pt>
                <c:pt idx="61713">
                  <c:v>150.96</c:v>
                </c:pt>
                <c:pt idx="61714">
                  <c:v>53.98</c:v>
                </c:pt>
                <c:pt idx="61715">
                  <c:v>131.97999999999999</c:v>
                </c:pt>
                <c:pt idx="61716">
                  <c:v>55.98</c:v>
                </c:pt>
                <c:pt idx="61717">
                  <c:v>25.49</c:v>
                </c:pt>
                <c:pt idx="61718">
                  <c:v>59.98</c:v>
                </c:pt>
                <c:pt idx="61719">
                  <c:v>59.98</c:v>
                </c:pt>
                <c:pt idx="61720">
                  <c:v>143.34</c:v>
                </c:pt>
                <c:pt idx="61721">
                  <c:v>59.98</c:v>
                </c:pt>
                <c:pt idx="61722">
                  <c:v>89.97</c:v>
                </c:pt>
                <c:pt idx="61723">
                  <c:v>41.49</c:v>
                </c:pt>
                <c:pt idx="61724">
                  <c:v>55.98</c:v>
                </c:pt>
                <c:pt idx="61725">
                  <c:v>61.69</c:v>
                </c:pt>
                <c:pt idx="61726">
                  <c:v>65.989999999999995</c:v>
                </c:pt>
                <c:pt idx="61727">
                  <c:v>108.16</c:v>
                </c:pt>
                <c:pt idx="61728">
                  <c:v>89.98</c:v>
                </c:pt>
                <c:pt idx="61729">
                  <c:v>83.97</c:v>
                </c:pt>
                <c:pt idx="61730">
                  <c:v>131.97999999999999</c:v>
                </c:pt>
                <c:pt idx="61731">
                  <c:v>77.97</c:v>
                </c:pt>
                <c:pt idx="61732">
                  <c:v>29.49</c:v>
                </c:pt>
                <c:pt idx="61733">
                  <c:v>80.56</c:v>
                </c:pt>
                <c:pt idx="61734">
                  <c:v>171.96</c:v>
                </c:pt>
                <c:pt idx="61735">
                  <c:v>187.13</c:v>
                </c:pt>
                <c:pt idx="61736">
                  <c:v>120.97</c:v>
                </c:pt>
                <c:pt idx="61737">
                  <c:v>59.98</c:v>
                </c:pt>
                <c:pt idx="61738">
                  <c:v>78.959999999999994</c:v>
                </c:pt>
                <c:pt idx="61739">
                  <c:v>39.89</c:v>
                </c:pt>
                <c:pt idx="61740">
                  <c:v>65.989999999999995</c:v>
                </c:pt>
                <c:pt idx="61741">
                  <c:v>83.48</c:v>
                </c:pt>
                <c:pt idx="61742">
                  <c:v>64.98</c:v>
                </c:pt>
                <c:pt idx="61743">
                  <c:v>65.37</c:v>
                </c:pt>
                <c:pt idx="61744">
                  <c:v>55.98</c:v>
                </c:pt>
                <c:pt idx="61745">
                  <c:v>125.66</c:v>
                </c:pt>
                <c:pt idx="61746">
                  <c:v>60.99</c:v>
                </c:pt>
                <c:pt idx="61747">
                  <c:v>65.989999999999995</c:v>
                </c:pt>
                <c:pt idx="61748">
                  <c:v>-50.95</c:v>
                </c:pt>
                <c:pt idx="61749">
                  <c:v>53.98</c:v>
                </c:pt>
                <c:pt idx="61750">
                  <c:v>54.98</c:v>
                </c:pt>
                <c:pt idx="61751">
                  <c:v>29.38</c:v>
                </c:pt>
                <c:pt idx="61752">
                  <c:v>79.98</c:v>
                </c:pt>
                <c:pt idx="61753">
                  <c:v>83.97</c:v>
                </c:pt>
                <c:pt idx="61754">
                  <c:v>137.94999999999999</c:v>
                </c:pt>
                <c:pt idx="61755">
                  <c:v>20.49</c:v>
                </c:pt>
                <c:pt idx="61756">
                  <c:v>101.16</c:v>
                </c:pt>
                <c:pt idx="61757">
                  <c:v>156.54</c:v>
                </c:pt>
                <c:pt idx="61758">
                  <c:v>57.98</c:v>
                </c:pt>
                <c:pt idx="61759">
                  <c:v>105.98</c:v>
                </c:pt>
                <c:pt idx="61760">
                  <c:v>80.959999999999994</c:v>
                </c:pt>
                <c:pt idx="61761">
                  <c:v>61.69</c:v>
                </c:pt>
                <c:pt idx="61762">
                  <c:v>37.479999999999997</c:v>
                </c:pt>
                <c:pt idx="61763">
                  <c:v>83.45</c:v>
                </c:pt>
                <c:pt idx="61764">
                  <c:v>65.989999999999995</c:v>
                </c:pt>
                <c:pt idx="61765">
                  <c:v>119.96</c:v>
                </c:pt>
                <c:pt idx="61766">
                  <c:v>155.96</c:v>
                </c:pt>
                <c:pt idx="61767">
                  <c:v>49.99</c:v>
                </c:pt>
                <c:pt idx="61768">
                  <c:v>51.19</c:v>
                </c:pt>
                <c:pt idx="61769">
                  <c:v>46.47</c:v>
                </c:pt>
                <c:pt idx="61770">
                  <c:v>99.99</c:v>
                </c:pt>
                <c:pt idx="61771">
                  <c:v>52.98</c:v>
                </c:pt>
                <c:pt idx="61772">
                  <c:v>59.98</c:v>
                </c:pt>
                <c:pt idx="61773">
                  <c:v>55.98</c:v>
                </c:pt>
                <c:pt idx="61774">
                  <c:v>79.98</c:v>
                </c:pt>
                <c:pt idx="61775">
                  <c:v>131.97999999999999</c:v>
                </c:pt>
                <c:pt idx="61776">
                  <c:v>65.989999999999995</c:v>
                </c:pt>
                <c:pt idx="61777">
                  <c:v>109.26</c:v>
                </c:pt>
                <c:pt idx="61778">
                  <c:v>65.989999999999995</c:v>
                </c:pt>
                <c:pt idx="61779">
                  <c:v>113.94</c:v>
                </c:pt>
                <c:pt idx="61780">
                  <c:v>89.97</c:v>
                </c:pt>
                <c:pt idx="61781">
                  <c:v>195.84</c:v>
                </c:pt>
                <c:pt idx="61782">
                  <c:v>51.98</c:v>
                </c:pt>
                <c:pt idx="61783">
                  <c:v>66.98</c:v>
                </c:pt>
                <c:pt idx="61784">
                  <c:v>77.42</c:v>
                </c:pt>
                <c:pt idx="61785">
                  <c:v>75.959999999999994</c:v>
                </c:pt>
                <c:pt idx="61786">
                  <c:v>131.91</c:v>
                </c:pt>
                <c:pt idx="61787">
                  <c:v>63.98</c:v>
                </c:pt>
                <c:pt idx="61788">
                  <c:v>55.98</c:v>
                </c:pt>
                <c:pt idx="61789">
                  <c:v>190.42</c:v>
                </c:pt>
                <c:pt idx="61790">
                  <c:v>66.540000000000006</c:v>
                </c:pt>
                <c:pt idx="61791">
                  <c:v>29.49</c:v>
                </c:pt>
                <c:pt idx="61792">
                  <c:v>57.57</c:v>
                </c:pt>
                <c:pt idx="61793">
                  <c:v>95.97</c:v>
                </c:pt>
                <c:pt idx="61794">
                  <c:v>68.45</c:v>
                </c:pt>
                <c:pt idx="61795">
                  <c:v>89.97</c:v>
                </c:pt>
                <c:pt idx="61796">
                  <c:v>25.47</c:v>
                </c:pt>
                <c:pt idx="61797">
                  <c:v>79.989999999999995</c:v>
                </c:pt>
                <c:pt idx="61798">
                  <c:v>112.27</c:v>
                </c:pt>
                <c:pt idx="61799">
                  <c:v>136.97</c:v>
                </c:pt>
                <c:pt idx="61800">
                  <c:v>31.49</c:v>
                </c:pt>
                <c:pt idx="61801">
                  <c:v>15.49</c:v>
                </c:pt>
                <c:pt idx="61802">
                  <c:v>65.989999999999995</c:v>
                </c:pt>
                <c:pt idx="61803">
                  <c:v>50.97</c:v>
                </c:pt>
                <c:pt idx="61804">
                  <c:v>36.49</c:v>
                </c:pt>
                <c:pt idx="61805">
                  <c:v>114.96</c:v>
                </c:pt>
                <c:pt idx="61806">
                  <c:v>211.92</c:v>
                </c:pt>
                <c:pt idx="61807">
                  <c:v>49.99</c:v>
                </c:pt>
                <c:pt idx="61808">
                  <c:v>91.97</c:v>
                </c:pt>
                <c:pt idx="61809">
                  <c:v>57.97</c:v>
                </c:pt>
                <c:pt idx="61810">
                  <c:v>92.96</c:v>
                </c:pt>
                <c:pt idx="61811">
                  <c:v>65.989999999999995</c:v>
                </c:pt>
                <c:pt idx="61812">
                  <c:v>73.08</c:v>
                </c:pt>
                <c:pt idx="61813">
                  <c:v>111.64</c:v>
                </c:pt>
                <c:pt idx="61814">
                  <c:v>31.49</c:v>
                </c:pt>
                <c:pt idx="61815">
                  <c:v>84.68</c:v>
                </c:pt>
                <c:pt idx="61816">
                  <c:v>122.94</c:v>
                </c:pt>
                <c:pt idx="61817">
                  <c:v>41.49</c:v>
                </c:pt>
                <c:pt idx="61818">
                  <c:v>83.97</c:v>
                </c:pt>
                <c:pt idx="61819">
                  <c:v>279.93</c:v>
                </c:pt>
                <c:pt idx="61820">
                  <c:v>179.94</c:v>
                </c:pt>
                <c:pt idx="61821">
                  <c:v>87.97</c:v>
                </c:pt>
                <c:pt idx="61822">
                  <c:v>55.98</c:v>
                </c:pt>
                <c:pt idx="61823">
                  <c:v>145.76</c:v>
                </c:pt>
                <c:pt idx="61824">
                  <c:v>103.45</c:v>
                </c:pt>
                <c:pt idx="61825">
                  <c:v>83.97</c:v>
                </c:pt>
                <c:pt idx="61826">
                  <c:v>59.96</c:v>
                </c:pt>
                <c:pt idx="61827">
                  <c:v>65.97</c:v>
                </c:pt>
                <c:pt idx="61828">
                  <c:v>62.87</c:v>
                </c:pt>
                <c:pt idx="61829">
                  <c:v>55.98</c:v>
                </c:pt>
                <c:pt idx="61830">
                  <c:v>88.07</c:v>
                </c:pt>
                <c:pt idx="61831">
                  <c:v>147.55000000000001</c:v>
                </c:pt>
                <c:pt idx="61832">
                  <c:v>279.89999999999998</c:v>
                </c:pt>
                <c:pt idx="61833">
                  <c:v>65.989999999999995</c:v>
                </c:pt>
                <c:pt idx="61834">
                  <c:v>106.97</c:v>
                </c:pt>
                <c:pt idx="61835">
                  <c:v>51.98</c:v>
                </c:pt>
                <c:pt idx="61836">
                  <c:v>89.95</c:v>
                </c:pt>
                <c:pt idx="61837">
                  <c:v>25.35</c:v>
                </c:pt>
                <c:pt idx="61838">
                  <c:v>131.97999999999999</c:v>
                </c:pt>
                <c:pt idx="61839">
                  <c:v>-4.99</c:v>
                </c:pt>
                <c:pt idx="61840">
                  <c:v>99.98</c:v>
                </c:pt>
                <c:pt idx="61841">
                  <c:v>58.98</c:v>
                </c:pt>
                <c:pt idx="61842">
                  <c:v>30</c:v>
                </c:pt>
                <c:pt idx="61843">
                  <c:v>79.92</c:v>
                </c:pt>
                <c:pt idx="61844">
                  <c:v>82.96</c:v>
                </c:pt>
                <c:pt idx="61845">
                  <c:v>1.5</c:v>
                </c:pt>
                <c:pt idx="61846">
                  <c:v>19.489999999999998</c:v>
                </c:pt>
                <c:pt idx="61847">
                  <c:v>49.57</c:v>
                </c:pt>
                <c:pt idx="61848">
                  <c:v>107.96</c:v>
                </c:pt>
                <c:pt idx="61849">
                  <c:v>54.86</c:v>
                </c:pt>
                <c:pt idx="61850">
                  <c:v>67.97</c:v>
                </c:pt>
                <c:pt idx="61851">
                  <c:v>59.98</c:v>
                </c:pt>
                <c:pt idx="61852">
                  <c:v>-114.96</c:v>
                </c:pt>
                <c:pt idx="61853">
                  <c:v>16.489999999999998</c:v>
                </c:pt>
                <c:pt idx="61854">
                  <c:v>169.95</c:v>
                </c:pt>
                <c:pt idx="61855">
                  <c:v>56.97</c:v>
                </c:pt>
                <c:pt idx="61856">
                  <c:v>57.98</c:v>
                </c:pt>
                <c:pt idx="61857">
                  <c:v>55.98</c:v>
                </c:pt>
                <c:pt idx="61858">
                  <c:v>61.48</c:v>
                </c:pt>
                <c:pt idx="61859">
                  <c:v>56.97</c:v>
                </c:pt>
                <c:pt idx="61860">
                  <c:v>59.97</c:v>
                </c:pt>
                <c:pt idx="61861">
                  <c:v>141.94</c:v>
                </c:pt>
                <c:pt idx="61862">
                  <c:v>50.95</c:v>
                </c:pt>
                <c:pt idx="61863">
                  <c:v>65.989999999999995</c:v>
                </c:pt>
                <c:pt idx="61864">
                  <c:v>105.98</c:v>
                </c:pt>
                <c:pt idx="61865">
                  <c:v>28.49</c:v>
                </c:pt>
                <c:pt idx="61866">
                  <c:v>29.49</c:v>
                </c:pt>
                <c:pt idx="61867">
                  <c:v>105.98</c:v>
                </c:pt>
                <c:pt idx="61868">
                  <c:v>83.97</c:v>
                </c:pt>
                <c:pt idx="61869">
                  <c:v>83.48</c:v>
                </c:pt>
                <c:pt idx="61870">
                  <c:v>55.98</c:v>
                </c:pt>
                <c:pt idx="61871">
                  <c:v>65.98</c:v>
                </c:pt>
                <c:pt idx="61872">
                  <c:v>68.930000000000007</c:v>
                </c:pt>
                <c:pt idx="61873">
                  <c:v>119.96</c:v>
                </c:pt>
                <c:pt idx="61874">
                  <c:v>55.97</c:v>
                </c:pt>
                <c:pt idx="61875">
                  <c:v>56.97</c:v>
                </c:pt>
                <c:pt idx="61876">
                  <c:v>121.98</c:v>
                </c:pt>
                <c:pt idx="61877">
                  <c:v>74.98</c:v>
                </c:pt>
                <c:pt idx="61878">
                  <c:v>159.96</c:v>
                </c:pt>
                <c:pt idx="61879">
                  <c:v>51.96</c:v>
                </c:pt>
                <c:pt idx="61880">
                  <c:v>65.989999999999995</c:v>
                </c:pt>
                <c:pt idx="61881">
                  <c:v>76.31</c:v>
                </c:pt>
                <c:pt idx="61882">
                  <c:v>48.48</c:v>
                </c:pt>
                <c:pt idx="61883">
                  <c:v>38.479999999999997</c:v>
                </c:pt>
                <c:pt idx="61884">
                  <c:v>36.49</c:v>
                </c:pt>
                <c:pt idx="61885">
                  <c:v>143.72</c:v>
                </c:pt>
                <c:pt idx="61886">
                  <c:v>105.46</c:v>
                </c:pt>
                <c:pt idx="61887">
                  <c:v>83.06</c:v>
                </c:pt>
                <c:pt idx="61888">
                  <c:v>53.98</c:v>
                </c:pt>
                <c:pt idx="61889">
                  <c:v>125.93</c:v>
                </c:pt>
                <c:pt idx="61890">
                  <c:v>151.44999999999999</c:v>
                </c:pt>
                <c:pt idx="61891">
                  <c:v>65.989999999999995</c:v>
                </c:pt>
                <c:pt idx="61892">
                  <c:v>47.49</c:v>
                </c:pt>
                <c:pt idx="61893">
                  <c:v>125.79</c:v>
                </c:pt>
                <c:pt idx="61894">
                  <c:v>62.98</c:v>
                </c:pt>
                <c:pt idx="61895">
                  <c:v>46.48</c:v>
                </c:pt>
                <c:pt idx="61896">
                  <c:v>55.98</c:v>
                </c:pt>
                <c:pt idx="61897">
                  <c:v>129.94999999999999</c:v>
                </c:pt>
                <c:pt idx="61898">
                  <c:v>33.479999999999997</c:v>
                </c:pt>
                <c:pt idx="61899">
                  <c:v>84.96</c:v>
                </c:pt>
                <c:pt idx="61900">
                  <c:v>49.98</c:v>
                </c:pt>
                <c:pt idx="61901">
                  <c:v>119.97</c:v>
                </c:pt>
                <c:pt idx="61902">
                  <c:v>175.45</c:v>
                </c:pt>
                <c:pt idx="61903">
                  <c:v>71.95</c:v>
                </c:pt>
                <c:pt idx="61904">
                  <c:v>33.29</c:v>
                </c:pt>
                <c:pt idx="61905">
                  <c:v>81.96</c:v>
                </c:pt>
                <c:pt idx="61906">
                  <c:v>103.97</c:v>
                </c:pt>
                <c:pt idx="61907">
                  <c:v>98.06</c:v>
                </c:pt>
                <c:pt idx="61908">
                  <c:v>65.989999999999995</c:v>
                </c:pt>
                <c:pt idx="61909">
                  <c:v>111.96</c:v>
                </c:pt>
                <c:pt idx="61910">
                  <c:v>62.97</c:v>
                </c:pt>
                <c:pt idx="61911">
                  <c:v>179.93</c:v>
                </c:pt>
                <c:pt idx="61912">
                  <c:v>403.91</c:v>
                </c:pt>
                <c:pt idx="61913">
                  <c:v>17.489999999999998</c:v>
                </c:pt>
                <c:pt idx="61914">
                  <c:v>148.66</c:v>
                </c:pt>
                <c:pt idx="61915">
                  <c:v>55.98</c:v>
                </c:pt>
                <c:pt idx="61916">
                  <c:v>37.93</c:v>
                </c:pt>
                <c:pt idx="61917">
                  <c:v>77.39</c:v>
                </c:pt>
                <c:pt idx="61918">
                  <c:v>117.94</c:v>
                </c:pt>
                <c:pt idx="61919">
                  <c:v>107.94</c:v>
                </c:pt>
                <c:pt idx="61920">
                  <c:v>30.24</c:v>
                </c:pt>
                <c:pt idx="61921">
                  <c:v>41.94</c:v>
                </c:pt>
                <c:pt idx="61922">
                  <c:v>74.459999999999994</c:v>
                </c:pt>
                <c:pt idx="61923">
                  <c:v>111.96</c:v>
                </c:pt>
                <c:pt idx="61924">
                  <c:v>13.29</c:v>
                </c:pt>
                <c:pt idx="61925">
                  <c:v>71.959999999999994</c:v>
                </c:pt>
                <c:pt idx="61926">
                  <c:v>89.97</c:v>
                </c:pt>
                <c:pt idx="61927">
                  <c:v>36.869999999999997</c:v>
                </c:pt>
                <c:pt idx="61928">
                  <c:v>154.94</c:v>
                </c:pt>
                <c:pt idx="61929">
                  <c:v>199.95</c:v>
                </c:pt>
                <c:pt idx="61930">
                  <c:v>64.09</c:v>
                </c:pt>
                <c:pt idx="61931">
                  <c:v>45.47</c:v>
                </c:pt>
                <c:pt idx="61932">
                  <c:v>111.96</c:v>
                </c:pt>
                <c:pt idx="61933">
                  <c:v>79.47</c:v>
                </c:pt>
                <c:pt idx="61934">
                  <c:v>149.97</c:v>
                </c:pt>
                <c:pt idx="61935">
                  <c:v>51.98</c:v>
                </c:pt>
                <c:pt idx="61936">
                  <c:v>63.96</c:v>
                </c:pt>
                <c:pt idx="61937">
                  <c:v>106.97</c:v>
                </c:pt>
                <c:pt idx="61938">
                  <c:v>49.48</c:v>
                </c:pt>
                <c:pt idx="61939">
                  <c:v>135.47</c:v>
                </c:pt>
                <c:pt idx="61940">
                  <c:v>29.49</c:v>
                </c:pt>
                <c:pt idx="61941">
                  <c:v>55.98</c:v>
                </c:pt>
                <c:pt idx="61942">
                  <c:v>131.97999999999999</c:v>
                </c:pt>
                <c:pt idx="61943">
                  <c:v>33.54</c:v>
                </c:pt>
                <c:pt idx="61944">
                  <c:v>81.48</c:v>
                </c:pt>
                <c:pt idx="61945">
                  <c:v>67.739999999999995</c:v>
                </c:pt>
                <c:pt idx="61946">
                  <c:v>48.77</c:v>
                </c:pt>
                <c:pt idx="61947">
                  <c:v>111.96</c:v>
                </c:pt>
                <c:pt idx="61948">
                  <c:v>100.44</c:v>
                </c:pt>
                <c:pt idx="61949">
                  <c:v>49.49</c:v>
                </c:pt>
                <c:pt idx="61950">
                  <c:v>83.97</c:v>
                </c:pt>
                <c:pt idx="61951">
                  <c:v>59.98</c:v>
                </c:pt>
                <c:pt idx="61952">
                  <c:v>157.94</c:v>
                </c:pt>
                <c:pt idx="61953">
                  <c:v>232.25</c:v>
                </c:pt>
                <c:pt idx="61954">
                  <c:v>69.98</c:v>
                </c:pt>
                <c:pt idx="61955">
                  <c:v>55.98</c:v>
                </c:pt>
                <c:pt idx="61956">
                  <c:v>65.989999999999995</c:v>
                </c:pt>
                <c:pt idx="61957">
                  <c:v>53.98</c:v>
                </c:pt>
                <c:pt idx="61958">
                  <c:v>26.29</c:v>
                </c:pt>
                <c:pt idx="61959">
                  <c:v>75.959999999999994</c:v>
                </c:pt>
                <c:pt idx="61960">
                  <c:v>59.98</c:v>
                </c:pt>
                <c:pt idx="61961">
                  <c:v>119.96</c:v>
                </c:pt>
                <c:pt idx="61962">
                  <c:v>28.29</c:v>
                </c:pt>
                <c:pt idx="61963">
                  <c:v>55.98</c:v>
                </c:pt>
                <c:pt idx="61964">
                  <c:v>65.989999999999995</c:v>
                </c:pt>
                <c:pt idx="61965">
                  <c:v>79.98</c:v>
                </c:pt>
                <c:pt idx="61966">
                  <c:v>10.28</c:v>
                </c:pt>
                <c:pt idx="61967">
                  <c:v>66.47</c:v>
                </c:pt>
                <c:pt idx="61968">
                  <c:v>131.97999999999999</c:v>
                </c:pt>
                <c:pt idx="61969">
                  <c:v>79.98</c:v>
                </c:pt>
                <c:pt idx="61970">
                  <c:v>59.96</c:v>
                </c:pt>
                <c:pt idx="61971">
                  <c:v>87.97</c:v>
                </c:pt>
                <c:pt idx="61972">
                  <c:v>93.56</c:v>
                </c:pt>
                <c:pt idx="61973">
                  <c:v>181.46</c:v>
                </c:pt>
                <c:pt idx="61974">
                  <c:v>111.96</c:v>
                </c:pt>
                <c:pt idx="61975">
                  <c:v>97.96</c:v>
                </c:pt>
                <c:pt idx="61976">
                  <c:v>181.97</c:v>
                </c:pt>
                <c:pt idx="61977">
                  <c:v>192.85</c:v>
                </c:pt>
                <c:pt idx="61978">
                  <c:v>280.67</c:v>
                </c:pt>
                <c:pt idx="61979">
                  <c:v>165.6</c:v>
                </c:pt>
                <c:pt idx="61980">
                  <c:v>31.49</c:v>
                </c:pt>
                <c:pt idx="61981">
                  <c:v>79.98</c:v>
                </c:pt>
                <c:pt idx="61982">
                  <c:v>65.98</c:v>
                </c:pt>
                <c:pt idx="61983">
                  <c:v>48.23</c:v>
                </c:pt>
                <c:pt idx="61984">
                  <c:v>55.98</c:v>
                </c:pt>
                <c:pt idx="61985">
                  <c:v>134.91</c:v>
                </c:pt>
                <c:pt idx="61986">
                  <c:v>53.98</c:v>
                </c:pt>
                <c:pt idx="61987">
                  <c:v>125.16</c:v>
                </c:pt>
                <c:pt idx="61988">
                  <c:v>143.93</c:v>
                </c:pt>
                <c:pt idx="61989">
                  <c:v>22.49</c:v>
                </c:pt>
                <c:pt idx="61990">
                  <c:v>57.68</c:v>
                </c:pt>
                <c:pt idx="61991">
                  <c:v>104.77</c:v>
                </c:pt>
                <c:pt idx="61992">
                  <c:v>51.98</c:v>
                </c:pt>
                <c:pt idx="61993">
                  <c:v>83.94</c:v>
                </c:pt>
                <c:pt idx="61994">
                  <c:v>59.98</c:v>
                </c:pt>
                <c:pt idx="61995">
                  <c:v>31.49</c:v>
                </c:pt>
                <c:pt idx="61996">
                  <c:v>59.97</c:v>
                </c:pt>
                <c:pt idx="61997">
                  <c:v>37.28</c:v>
                </c:pt>
                <c:pt idx="61998">
                  <c:v>85.97</c:v>
                </c:pt>
                <c:pt idx="61999">
                  <c:v>233.91</c:v>
                </c:pt>
                <c:pt idx="62000">
                  <c:v>83.97</c:v>
                </c:pt>
                <c:pt idx="62001">
                  <c:v>87.97</c:v>
                </c:pt>
                <c:pt idx="62002">
                  <c:v>159.06</c:v>
                </c:pt>
                <c:pt idx="62003">
                  <c:v>109.96</c:v>
                </c:pt>
                <c:pt idx="62004">
                  <c:v>105.98</c:v>
                </c:pt>
                <c:pt idx="62005">
                  <c:v>86.07</c:v>
                </c:pt>
                <c:pt idx="62006">
                  <c:v>41.49</c:v>
                </c:pt>
                <c:pt idx="62007">
                  <c:v>55.98</c:v>
                </c:pt>
                <c:pt idx="62008">
                  <c:v>22.49</c:v>
                </c:pt>
                <c:pt idx="62009">
                  <c:v>72.98</c:v>
                </c:pt>
                <c:pt idx="62010">
                  <c:v>56.98</c:v>
                </c:pt>
                <c:pt idx="62011">
                  <c:v>139.94</c:v>
                </c:pt>
                <c:pt idx="62012">
                  <c:v>70.87</c:v>
                </c:pt>
                <c:pt idx="62013">
                  <c:v>50.87</c:v>
                </c:pt>
                <c:pt idx="62014">
                  <c:v>59.98</c:v>
                </c:pt>
                <c:pt idx="62015">
                  <c:v>65.989999999999995</c:v>
                </c:pt>
                <c:pt idx="62016">
                  <c:v>27.99</c:v>
                </c:pt>
                <c:pt idx="62017">
                  <c:v>59.98</c:v>
                </c:pt>
                <c:pt idx="62018">
                  <c:v>99.98</c:v>
                </c:pt>
                <c:pt idx="62019">
                  <c:v>64.98</c:v>
                </c:pt>
                <c:pt idx="62020">
                  <c:v>149.94999999999999</c:v>
                </c:pt>
                <c:pt idx="62021">
                  <c:v>56.98</c:v>
                </c:pt>
                <c:pt idx="62022">
                  <c:v>-48.48</c:v>
                </c:pt>
                <c:pt idx="62023">
                  <c:v>13.49</c:v>
                </c:pt>
                <c:pt idx="62024">
                  <c:v>138.47</c:v>
                </c:pt>
                <c:pt idx="62025">
                  <c:v>53.98</c:v>
                </c:pt>
                <c:pt idx="62026">
                  <c:v>25.49</c:v>
                </c:pt>
                <c:pt idx="62027">
                  <c:v>79.98</c:v>
                </c:pt>
                <c:pt idx="62028">
                  <c:v>83.97</c:v>
                </c:pt>
                <c:pt idx="62029">
                  <c:v>65.989999999999995</c:v>
                </c:pt>
                <c:pt idx="62030">
                  <c:v>97.97</c:v>
                </c:pt>
                <c:pt idx="62031">
                  <c:v>28.48</c:v>
                </c:pt>
                <c:pt idx="62032">
                  <c:v>55.98</c:v>
                </c:pt>
                <c:pt idx="62033">
                  <c:v>-93.94</c:v>
                </c:pt>
                <c:pt idx="62034">
                  <c:v>19.28</c:v>
                </c:pt>
                <c:pt idx="62035">
                  <c:v>79.98</c:v>
                </c:pt>
                <c:pt idx="62036">
                  <c:v>66.680000000000007</c:v>
                </c:pt>
                <c:pt idx="62037">
                  <c:v>55.98</c:v>
                </c:pt>
                <c:pt idx="62038">
                  <c:v>41.29</c:v>
                </c:pt>
                <c:pt idx="62039">
                  <c:v>109.44</c:v>
                </c:pt>
                <c:pt idx="62040">
                  <c:v>114.96</c:v>
                </c:pt>
                <c:pt idx="62041">
                  <c:v>189.16</c:v>
                </c:pt>
                <c:pt idx="62042">
                  <c:v>60.98</c:v>
                </c:pt>
                <c:pt idx="62043">
                  <c:v>207.92</c:v>
                </c:pt>
                <c:pt idx="62044">
                  <c:v>72.58</c:v>
                </c:pt>
                <c:pt idx="62045">
                  <c:v>13.49</c:v>
                </c:pt>
                <c:pt idx="62046">
                  <c:v>56.97</c:v>
                </c:pt>
                <c:pt idx="62047">
                  <c:v>143.46</c:v>
                </c:pt>
                <c:pt idx="62048">
                  <c:v>102.96</c:v>
                </c:pt>
                <c:pt idx="62049">
                  <c:v>19.29</c:v>
                </c:pt>
                <c:pt idx="62050">
                  <c:v>119.96</c:v>
                </c:pt>
                <c:pt idx="62051">
                  <c:v>161.65</c:v>
                </c:pt>
                <c:pt idx="62052">
                  <c:v>29.49</c:v>
                </c:pt>
                <c:pt idx="62053">
                  <c:v>239.92</c:v>
                </c:pt>
                <c:pt idx="62054">
                  <c:v>125.93</c:v>
                </c:pt>
                <c:pt idx="62055">
                  <c:v>59.98</c:v>
                </c:pt>
                <c:pt idx="62056">
                  <c:v>55.98</c:v>
                </c:pt>
                <c:pt idx="62057">
                  <c:v>109.04</c:v>
                </c:pt>
                <c:pt idx="62058">
                  <c:v>71.97</c:v>
                </c:pt>
                <c:pt idx="62059">
                  <c:v>136.97</c:v>
                </c:pt>
                <c:pt idx="62060">
                  <c:v>100.98</c:v>
                </c:pt>
                <c:pt idx="62061">
                  <c:v>111.96</c:v>
                </c:pt>
                <c:pt idx="62062">
                  <c:v>16.489999999999998</c:v>
                </c:pt>
                <c:pt idx="62063">
                  <c:v>169.39</c:v>
                </c:pt>
                <c:pt idx="62064">
                  <c:v>55.98</c:v>
                </c:pt>
                <c:pt idx="62065">
                  <c:v>167.94</c:v>
                </c:pt>
                <c:pt idx="62066">
                  <c:v>91.97</c:v>
                </c:pt>
                <c:pt idx="62067">
                  <c:v>139.94999999999999</c:v>
                </c:pt>
                <c:pt idx="62068">
                  <c:v>129.94999999999999</c:v>
                </c:pt>
                <c:pt idx="62069">
                  <c:v>121.95</c:v>
                </c:pt>
                <c:pt idx="62070">
                  <c:v>121.98</c:v>
                </c:pt>
                <c:pt idx="62071">
                  <c:v>79.459999999999994</c:v>
                </c:pt>
                <c:pt idx="62072">
                  <c:v>31.49</c:v>
                </c:pt>
                <c:pt idx="62073">
                  <c:v>55.98</c:v>
                </c:pt>
                <c:pt idx="62074">
                  <c:v>59.96</c:v>
                </c:pt>
                <c:pt idx="62075">
                  <c:v>58.16</c:v>
                </c:pt>
                <c:pt idx="62076">
                  <c:v>121.98</c:v>
                </c:pt>
                <c:pt idx="62077">
                  <c:v>41.49</c:v>
                </c:pt>
                <c:pt idx="62078">
                  <c:v>92.54</c:v>
                </c:pt>
                <c:pt idx="62079">
                  <c:v>95.96</c:v>
                </c:pt>
                <c:pt idx="62080">
                  <c:v>111.97</c:v>
                </c:pt>
                <c:pt idx="62081">
                  <c:v>65.989999999999995</c:v>
                </c:pt>
                <c:pt idx="62082">
                  <c:v>54.99</c:v>
                </c:pt>
                <c:pt idx="62083">
                  <c:v>71.94</c:v>
                </c:pt>
                <c:pt idx="62084">
                  <c:v>121.98</c:v>
                </c:pt>
                <c:pt idx="62085">
                  <c:v>121.98</c:v>
                </c:pt>
                <c:pt idx="62086">
                  <c:v>55.98</c:v>
                </c:pt>
                <c:pt idx="62087">
                  <c:v>89.98</c:v>
                </c:pt>
                <c:pt idx="62088">
                  <c:v>193.44</c:v>
                </c:pt>
                <c:pt idx="62089">
                  <c:v>55.98</c:v>
                </c:pt>
                <c:pt idx="62090">
                  <c:v>31.28</c:v>
                </c:pt>
                <c:pt idx="62091">
                  <c:v>79.98</c:v>
                </c:pt>
                <c:pt idx="62092">
                  <c:v>36.29</c:v>
                </c:pt>
                <c:pt idx="62093">
                  <c:v>59.96</c:v>
                </c:pt>
                <c:pt idx="62094">
                  <c:v>89.97</c:v>
                </c:pt>
                <c:pt idx="62095">
                  <c:v>79.98</c:v>
                </c:pt>
                <c:pt idx="62096">
                  <c:v>78.97</c:v>
                </c:pt>
                <c:pt idx="62097">
                  <c:v>88.29</c:v>
                </c:pt>
                <c:pt idx="62098">
                  <c:v>65.97</c:v>
                </c:pt>
                <c:pt idx="62099">
                  <c:v>62.97</c:v>
                </c:pt>
                <c:pt idx="62100">
                  <c:v>55.98</c:v>
                </c:pt>
                <c:pt idx="62101">
                  <c:v>55.98</c:v>
                </c:pt>
                <c:pt idx="62102">
                  <c:v>59.98</c:v>
                </c:pt>
                <c:pt idx="62103">
                  <c:v>74.98</c:v>
                </c:pt>
                <c:pt idx="62104">
                  <c:v>84.98</c:v>
                </c:pt>
                <c:pt idx="62105">
                  <c:v>51.98</c:v>
                </c:pt>
                <c:pt idx="62106">
                  <c:v>100.76</c:v>
                </c:pt>
                <c:pt idx="62107">
                  <c:v>59.98</c:v>
                </c:pt>
                <c:pt idx="62108">
                  <c:v>65.989999999999995</c:v>
                </c:pt>
                <c:pt idx="62109">
                  <c:v>145.85</c:v>
                </c:pt>
                <c:pt idx="62110">
                  <c:v>148.86000000000001</c:v>
                </c:pt>
                <c:pt idx="62111">
                  <c:v>140.32</c:v>
                </c:pt>
                <c:pt idx="62112">
                  <c:v>53.97</c:v>
                </c:pt>
                <c:pt idx="62113">
                  <c:v>104.97</c:v>
                </c:pt>
                <c:pt idx="62114">
                  <c:v>50.98</c:v>
                </c:pt>
                <c:pt idx="62115">
                  <c:v>59.98</c:v>
                </c:pt>
                <c:pt idx="62116">
                  <c:v>129.43</c:v>
                </c:pt>
                <c:pt idx="62117">
                  <c:v>99.97</c:v>
                </c:pt>
                <c:pt idx="62118">
                  <c:v>121.98</c:v>
                </c:pt>
                <c:pt idx="62119">
                  <c:v>71.97</c:v>
                </c:pt>
                <c:pt idx="62120">
                  <c:v>149.94999999999999</c:v>
                </c:pt>
                <c:pt idx="62121">
                  <c:v>31.49</c:v>
                </c:pt>
                <c:pt idx="62122">
                  <c:v>55.64</c:v>
                </c:pt>
                <c:pt idx="62123">
                  <c:v>79.849999999999994</c:v>
                </c:pt>
                <c:pt idx="62124">
                  <c:v>121.98</c:v>
                </c:pt>
                <c:pt idx="62125">
                  <c:v>51.96</c:v>
                </c:pt>
                <c:pt idx="62126">
                  <c:v>57.98</c:v>
                </c:pt>
                <c:pt idx="62127">
                  <c:v>51.27</c:v>
                </c:pt>
                <c:pt idx="62128">
                  <c:v>62.98</c:v>
                </c:pt>
                <c:pt idx="62129">
                  <c:v>67.98</c:v>
                </c:pt>
                <c:pt idx="62130">
                  <c:v>65.989999999999995</c:v>
                </c:pt>
                <c:pt idx="62131">
                  <c:v>157.94</c:v>
                </c:pt>
                <c:pt idx="62132">
                  <c:v>307.89</c:v>
                </c:pt>
                <c:pt idx="62133">
                  <c:v>103.96</c:v>
                </c:pt>
                <c:pt idx="62134">
                  <c:v>39.479999999999997</c:v>
                </c:pt>
                <c:pt idx="62135">
                  <c:v>134.96</c:v>
                </c:pt>
                <c:pt idx="62136">
                  <c:v>89.97</c:v>
                </c:pt>
                <c:pt idx="62137">
                  <c:v>179.94</c:v>
                </c:pt>
                <c:pt idx="62138">
                  <c:v>59.98</c:v>
                </c:pt>
                <c:pt idx="62139">
                  <c:v>75.95</c:v>
                </c:pt>
                <c:pt idx="62140">
                  <c:v>65.3</c:v>
                </c:pt>
                <c:pt idx="62141">
                  <c:v>157.96</c:v>
                </c:pt>
                <c:pt idx="62142">
                  <c:v>17.489999999999998</c:v>
                </c:pt>
                <c:pt idx="62143">
                  <c:v>184.93</c:v>
                </c:pt>
                <c:pt idx="62144">
                  <c:v>25.29</c:v>
                </c:pt>
                <c:pt idx="62145">
                  <c:v>58.98</c:v>
                </c:pt>
                <c:pt idx="62146">
                  <c:v>59.98</c:v>
                </c:pt>
                <c:pt idx="62147">
                  <c:v>83.97</c:v>
                </c:pt>
                <c:pt idx="62148">
                  <c:v>179.94</c:v>
                </c:pt>
                <c:pt idx="62149">
                  <c:v>47.97</c:v>
                </c:pt>
                <c:pt idx="62150">
                  <c:v>55.98</c:v>
                </c:pt>
                <c:pt idx="62151">
                  <c:v>83.97</c:v>
                </c:pt>
                <c:pt idx="62152">
                  <c:v>79.98</c:v>
                </c:pt>
                <c:pt idx="62153">
                  <c:v>121.98</c:v>
                </c:pt>
                <c:pt idx="62154">
                  <c:v>56.97</c:v>
                </c:pt>
                <c:pt idx="62155">
                  <c:v>193.38</c:v>
                </c:pt>
                <c:pt idx="62156">
                  <c:v>53.13</c:v>
                </c:pt>
                <c:pt idx="62157">
                  <c:v>110.98</c:v>
                </c:pt>
                <c:pt idx="62158">
                  <c:v>46.27</c:v>
                </c:pt>
                <c:pt idx="62159">
                  <c:v>75.959999999999994</c:v>
                </c:pt>
                <c:pt idx="62160">
                  <c:v>344.88</c:v>
                </c:pt>
                <c:pt idx="62161">
                  <c:v>54.81</c:v>
                </c:pt>
                <c:pt idx="62162">
                  <c:v>30.05</c:v>
                </c:pt>
                <c:pt idx="62163">
                  <c:v>139.94999999999999</c:v>
                </c:pt>
                <c:pt idx="62164">
                  <c:v>11.29</c:v>
                </c:pt>
                <c:pt idx="62165">
                  <c:v>218.95</c:v>
                </c:pt>
                <c:pt idx="62166">
                  <c:v>13.48</c:v>
                </c:pt>
                <c:pt idx="62167">
                  <c:v>49.99</c:v>
                </c:pt>
                <c:pt idx="62168">
                  <c:v>113.96</c:v>
                </c:pt>
                <c:pt idx="62169">
                  <c:v>52.18</c:v>
                </c:pt>
                <c:pt idx="62170">
                  <c:v>90.73</c:v>
                </c:pt>
                <c:pt idx="62171">
                  <c:v>55.98</c:v>
                </c:pt>
                <c:pt idx="62172">
                  <c:v>31.29</c:v>
                </c:pt>
                <c:pt idx="62173">
                  <c:v>89.94</c:v>
                </c:pt>
                <c:pt idx="62174">
                  <c:v>77.97</c:v>
                </c:pt>
                <c:pt idx="62175">
                  <c:v>26.29</c:v>
                </c:pt>
                <c:pt idx="62176">
                  <c:v>74.98</c:v>
                </c:pt>
                <c:pt idx="62177">
                  <c:v>51.98</c:v>
                </c:pt>
                <c:pt idx="62178">
                  <c:v>119.96</c:v>
                </c:pt>
                <c:pt idx="62179">
                  <c:v>124.97</c:v>
                </c:pt>
                <c:pt idx="62180">
                  <c:v>86.97</c:v>
                </c:pt>
                <c:pt idx="62181">
                  <c:v>74.95</c:v>
                </c:pt>
                <c:pt idx="62182">
                  <c:v>29.49</c:v>
                </c:pt>
                <c:pt idx="62183">
                  <c:v>83.97</c:v>
                </c:pt>
                <c:pt idx="62184">
                  <c:v>69.98</c:v>
                </c:pt>
                <c:pt idx="62185">
                  <c:v>18.489999999999998</c:v>
                </c:pt>
                <c:pt idx="62186">
                  <c:v>56.97</c:v>
                </c:pt>
                <c:pt idx="62187">
                  <c:v>389.85</c:v>
                </c:pt>
                <c:pt idx="62188">
                  <c:v>46.48</c:v>
                </c:pt>
                <c:pt idx="62189">
                  <c:v>106.97</c:v>
                </c:pt>
                <c:pt idx="62190">
                  <c:v>59.98</c:v>
                </c:pt>
                <c:pt idx="62191">
                  <c:v>59.98</c:v>
                </c:pt>
                <c:pt idx="62192">
                  <c:v>66.260000000000005</c:v>
                </c:pt>
                <c:pt idx="62193">
                  <c:v>141.57</c:v>
                </c:pt>
                <c:pt idx="62194">
                  <c:v>63.98</c:v>
                </c:pt>
                <c:pt idx="62195">
                  <c:v>65.989999999999995</c:v>
                </c:pt>
                <c:pt idx="62196">
                  <c:v>76.47</c:v>
                </c:pt>
                <c:pt idx="62197">
                  <c:v>73.97</c:v>
                </c:pt>
                <c:pt idx="62198">
                  <c:v>59.89</c:v>
                </c:pt>
                <c:pt idx="62199">
                  <c:v>62.97</c:v>
                </c:pt>
                <c:pt idx="62200">
                  <c:v>16.920000000000002</c:v>
                </c:pt>
                <c:pt idx="62201">
                  <c:v>75.569999999999993</c:v>
                </c:pt>
                <c:pt idx="62202">
                  <c:v>33.229999999999997</c:v>
                </c:pt>
                <c:pt idx="62203">
                  <c:v>29.29</c:v>
                </c:pt>
                <c:pt idx="62204">
                  <c:v>89.97</c:v>
                </c:pt>
                <c:pt idx="62205">
                  <c:v>8.49</c:v>
                </c:pt>
                <c:pt idx="62206">
                  <c:v>139.94999999999999</c:v>
                </c:pt>
                <c:pt idx="62207">
                  <c:v>79.98</c:v>
                </c:pt>
                <c:pt idx="62208">
                  <c:v>59.38</c:v>
                </c:pt>
                <c:pt idx="62209">
                  <c:v>54.98</c:v>
                </c:pt>
                <c:pt idx="62210">
                  <c:v>63.98</c:v>
                </c:pt>
                <c:pt idx="62211">
                  <c:v>51.96</c:v>
                </c:pt>
                <c:pt idx="62212">
                  <c:v>55.98</c:v>
                </c:pt>
                <c:pt idx="62213">
                  <c:v>56.97</c:v>
                </c:pt>
                <c:pt idx="62214">
                  <c:v>59.98</c:v>
                </c:pt>
                <c:pt idx="62215">
                  <c:v>17.489999999999998</c:v>
                </c:pt>
                <c:pt idx="62216">
                  <c:v>59.98</c:v>
                </c:pt>
                <c:pt idx="62217">
                  <c:v>121.95</c:v>
                </c:pt>
                <c:pt idx="62218">
                  <c:v>69.989999999999995</c:v>
                </c:pt>
                <c:pt idx="62219">
                  <c:v>29.29</c:v>
                </c:pt>
                <c:pt idx="62220">
                  <c:v>111.97</c:v>
                </c:pt>
                <c:pt idx="62221">
                  <c:v>51.98</c:v>
                </c:pt>
                <c:pt idx="62222">
                  <c:v>179.94</c:v>
                </c:pt>
                <c:pt idx="62223">
                  <c:v>131.13</c:v>
                </c:pt>
                <c:pt idx="62224">
                  <c:v>39.28</c:v>
                </c:pt>
                <c:pt idx="62225">
                  <c:v>92.47</c:v>
                </c:pt>
                <c:pt idx="62226">
                  <c:v>48.97</c:v>
                </c:pt>
                <c:pt idx="62227">
                  <c:v>53.2</c:v>
                </c:pt>
                <c:pt idx="62228">
                  <c:v>111.96</c:v>
                </c:pt>
                <c:pt idx="62229">
                  <c:v>56.98</c:v>
                </c:pt>
                <c:pt idx="62230">
                  <c:v>145.16</c:v>
                </c:pt>
                <c:pt idx="62231">
                  <c:v>59.98</c:v>
                </c:pt>
                <c:pt idx="62232">
                  <c:v>108.47</c:v>
                </c:pt>
                <c:pt idx="62233">
                  <c:v>83.45</c:v>
                </c:pt>
                <c:pt idx="62234">
                  <c:v>29.99</c:v>
                </c:pt>
                <c:pt idx="62235">
                  <c:v>53.95</c:v>
                </c:pt>
                <c:pt idx="62236">
                  <c:v>55.61</c:v>
                </c:pt>
                <c:pt idx="62237">
                  <c:v>51.98</c:v>
                </c:pt>
                <c:pt idx="62238">
                  <c:v>65.989999999999995</c:v>
                </c:pt>
                <c:pt idx="62239">
                  <c:v>67.97</c:v>
                </c:pt>
                <c:pt idx="62240">
                  <c:v>57.98</c:v>
                </c:pt>
                <c:pt idx="62241">
                  <c:v>71.98</c:v>
                </c:pt>
                <c:pt idx="62242">
                  <c:v>98.47</c:v>
                </c:pt>
                <c:pt idx="62243">
                  <c:v>69.98</c:v>
                </c:pt>
                <c:pt idx="62244">
                  <c:v>72.62</c:v>
                </c:pt>
                <c:pt idx="62245">
                  <c:v>186.28</c:v>
                </c:pt>
                <c:pt idx="62246">
                  <c:v>49.59</c:v>
                </c:pt>
                <c:pt idx="62247">
                  <c:v>51.98</c:v>
                </c:pt>
                <c:pt idx="62248">
                  <c:v>65.989999999999995</c:v>
                </c:pt>
                <c:pt idx="62249">
                  <c:v>50.37</c:v>
                </c:pt>
                <c:pt idx="62250">
                  <c:v>164.05</c:v>
                </c:pt>
                <c:pt idx="62251">
                  <c:v>31.28</c:v>
                </c:pt>
                <c:pt idx="62252">
                  <c:v>19.34</c:v>
                </c:pt>
                <c:pt idx="62253">
                  <c:v>146.37</c:v>
                </c:pt>
                <c:pt idx="62254">
                  <c:v>49.99</c:v>
                </c:pt>
                <c:pt idx="62255">
                  <c:v>59.98</c:v>
                </c:pt>
                <c:pt idx="62256">
                  <c:v>20.49</c:v>
                </c:pt>
                <c:pt idx="62257">
                  <c:v>59.98</c:v>
                </c:pt>
                <c:pt idx="62258">
                  <c:v>63.98</c:v>
                </c:pt>
                <c:pt idx="62259">
                  <c:v>350.03</c:v>
                </c:pt>
                <c:pt idx="62260">
                  <c:v>33.28</c:v>
                </c:pt>
                <c:pt idx="62261">
                  <c:v>42.48</c:v>
                </c:pt>
                <c:pt idx="62262">
                  <c:v>13.28</c:v>
                </c:pt>
                <c:pt idx="62263">
                  <c:v>77.97</c:v>
                </c:pt>
                <c:pt idx="62264">
                  <c:v>55.98</c:v>
                </c:pt>
                <c:pt idx="62265">
                  <c:v>169.89</c:v>
                </c:pt>
                <c:pt idx="62266">
                  <c:v>160.96</c:v>
                </c:pt>
                <c:pt idx="62267">
                  <c:v>81.97</c:v>
                </c:pt>
                <c:pt idx="62268">
                  <c:v>53.98</c:v>
                </c:pt>
                <c:pt idx="62269">
                  <c:v>51.98</c:v>
                </c:pt>
                <c:pt idx="62270">
                  <c:v>119.96</c:v>
                </c:pt>
                <c:pt idx="62271">
                  <c:v>130.63</c:v>
                </c:pt>
                <c:pt idx="62272">
                  <c:v>51.98</c:v>
                </c:pt>
                <c:pt idx="62273">
                  <c:v>103.96</c:v>
                </c:pt>
                <c:pt idx="62274">
                  <c:v>68.59</c:v>
                </c:pt>
                <c:pt idx="62275">
                  <c:v>94.99</c:v>
                </c:pt>
                <c:pt idx="62276">
                  <c:v>105.98</c:v>
                </c:pt>
                <c:pt idx="62277">
                  <c:v>85.47</c:v>
                </c:pt>
                <c:pt idx="62278">
                  <c:v>65.989999999999995</c:v>
                </c:pt>
                <c:pt idx="62279">
                  <c:v>107.94</c:v>
                </c:pt>
                <c:pt idx="62280">
                  <c:v>82.97</c:v>
                </c:pt>
                <c:pt idx="62281">
                  <c:v>85.87</c:v>
                </c:pt>
                <c:pt idx="62282">
                  <c:v>79.98</c:v>
                </c:pt>
                <c:pt idx="62283">
                  <c:v>50.38</c:v>
                </c:pt>
                <c:pt idx="62284">
                  <c:v>55.98</c:v>
                </c:pt>
                <c:pt idx="62285">
                  <c:v>167.94</c:v>
                </c:pt>
                <c:pt idx="62286">
                  <c:v>85.89</c:v>
                </c:pt>
                <c:pt idx="62287">
                  <c:v>119.96</c:v>
                </c:pt>
                <c:pt idx="62288">
                  <c:v>51.98</c:v>
                </c:pt>
                <c:pt idx="62289">
                  <c:v>86.07</c:v>
                </c:pt>
                <c:pt idx="62290">
                  <c:v>60.99</c:v>
                </c:pt>
                <c:pt idx="62291">
                  <c:v>119.96</c:v>
                </c:pt>
                <c:pt idx="62292">
                  <c:v>55.98</c:v>
                </c:pt>
                <c:pt idx="62293">
                  <c:v>54.98</c:v>
                </c:pt>
                <c:pt idx="62294">
                  <c:v>47.49</c:v>
                </c:pt>
                <c:pt idx="62295">
                  <c:v>84.95</c:v>
                </c:pt>
                <c:pt idx="62296">
                  <c:v>220.18</c:v>
                </c:pt>
                <c:pt idx="62297">
                  <c:v>29.49</c:v>
                </c:pt>
                <c:pt idx="62298">
                  <c:v>32.04</c:v>
                </c:pt>
                <c:pt idx="62299">
                  <c:v>58.48</c:v>
                </c:pt>
                <c:pt idx="62300">
                  <c:v>65.989999999999995</c:v>
                </c:pt>
                <c:pt idx="62301">
                  <c:v>54.99</c:v>
                </c:pt>
                <c:pt idx="62302">
                  <c:v>84.69</c:v>
                </c:pt>
                <c:pt idx="62303">
                  <c:v>39.479999999999997</c:v>
                </c:pt>
                <c:pt idx="62304">
                  <c:v>19.489999999999998</c:v>
                </c:pt>
                <c:pt idx="62305">
                  <c:v>59.98</c:v>
                </c:pt>
                <c:pt idx="62306">
                  <c:v>64.09</c:v>
                </c:pt>
                <c:pt idx="62307">
                  <c:v>72.86</c:v>
                </c:pt>
                <c:pt idx="62308">
                  <c:v>25.67</c:v>
                </c:pt>
                <c:pt idx="62309">
                  <c:v>87.3</c:v>
                </c:pt>
                <c:pt idx="62310">
                  <c:v>109.96</c:v>
                </c:pt>
                <c:pt idx="62311">
                  <c:v>79.98</c:v>
                </c:pt>
                <c:pt idx="62312">
                  <c:v>75.87</c:v>
                </c:pt>
                <c:pt idx="62313">
                  <c:v>169.35</c:v>
                </c:pt>
                <c:pt idx="62314">
                  <c:v>95.97</c:v>
                </c:pt>
                <c:pt idx="62315">
                  <c:v>96.76</c:v>
                </c:pt>
                <c:pt idx="62316">
                  <c:v>59.98</c:v>
                </c:pt>
                <c:pt idx="62317">
                  <c:v>263.95999999999998</c:v>
                </c:pt>
                <c:pt idx="62318">
                  <c:v>54.98</c:v>
                </c:pt>
                <c:pt idx="62319">
                  <c:v>65.989999999999995</c:v>
                </c:pt>
                <c:pt idx="62320">
                  <c:v>65.989999999999995</c:v>
                </c:pt>
                <c:pt idx="62321">
                  <c:v>122.46</c:v>
                </c:pt>
                <c:pt idx="62322">
                  <c:v>111.96</c:v>
                </c:pt>
                <c:pt idx="62323">
                  <c:v>62.97</c:v>
                </c:pt>
                <c:pt idx="62324">
                  <c:v>56.97</c:v>
                </c:pt>
                <c:pt idx="62325">
                  <c:v>41.29</c:v>
                </c:pt>
                <c:pt idx="62326">
                  <c:v>20.49</c:v>
                </c:pt>
                <c:pt idx="62327">
                  <c:v>123.13</c:v>
                </c:pt>
                <c:pt idx="62328">
                  <c:v>177.83</c:v>
                </c:pt>
                <c:pt idx="62329">
                  <c:v>57.98</c:v>
                </c:pt>
                <c:pt idx="62330">
                  <c:v>83.45</c:v>
                </c:pt>
                <c:pt idx="62331">
                  <c:v>102.95</c:v>
                </c:pt>
                <c:pt idx="62332">
                  <c:v>55.98</c:v>
                </c:pt>
                <c:pt idx="62333">
                  <c:v>110.9</c:v>
                </c:pt>
                <c:pt idx="62334">
                  <c:v>9.49</c:v>
                </c:pt>
                <c:pt idx="62335">
                  <c:v>59.98</c:v>
                </c:pt>
                <c:pt idx="62336">
                  <c:v>56.48</c:v>
                </c:pt>
                <c:pt idx="62337">
                  <c:v>51.98</c:v>
                </c:pt>
                <c:pt idx="62338">
                  <c:v>182.96</c:v>
                </c:pt>
                <c:pt idx="62339">
                  <c:v>67.959999999999994</c:v>
                </c:pt>
                <c:pt idx="62340">
                  <c:v>145.94</c:v>
                </c:pt>
                <c:pt idx="62341">
                  <c:v>83.97</c:v>
                </c:pt>
                <c:pt idx="62342">
                  <c:v>74.23</c:v>
                </c:pt>
                <c:pt idx="62343">
                  <c:v>75.87</c:v>
                </c:pt>
                <c:pt idx="62344">
                  <c:v>19.34</c:v>
                </c:pt>
                <c:pt idx="62345">
                  <c:v>131.36000000000001</c:v>
                </c:pt>
                <c:pt idx="62346">
                  <c:v>11.29</c:v>
                </c:pt>
                <c:pt idx="62347">
                  <c:v>79.47</c:v>
                </c:pt>
                <c:pt idx="62348">
                  <c:v>53.98</c:v>
                </c:pt>
                <c:pt idx="62349">
                  <c:v>111.96</c:v>
                </c:pt>
                <c:pt idx="62350">
                  <c:v>77.97</c:v>
                </c:pt>
                <c:pt idx="62351">
                  <c:v>54.99</c:v>
                </c:pt>
                <c:pt idx="62352">
                  <c:v>65.989999999999995</c:v>
                </c:pt>
                <c:pt idx="62353">
                  <c:v>55.98</c:v>
                </c:pt>
                <c:pt idx="62354">
                  <c:v>82.47</c:v>
                </c:pt>
                <c:pt idx="62355">
                  <c:v>65.989999999999995</c:v>
                </c:pt>
                <c:pt idx="62356">
                  <c:v>50.97</c:v>
                </c:pt>
                <c:pt idx="62357">
                  <c:v>62.98</c:v>
                </c:pt>
                <c:pt idx="62358">
                  <c:v>65.989999999999995</c:v>
                </c:pt>
                <c:pt idx="62359">
                  <c:v>46.97</c:v>
                </c:pt>
                <c:pt idx="62360">
                  <c:v>59.39</c:v>
                </c:pt>
                <c:pt idx="62361">
                  <c:v>29.29</c:v>
                </c:pt>
                <c:pt idx="62362">
                  <c:v>67.98</c:v>
                </c:pt>
                <c:pt idx="62363">
                  <c:v>178.94</c:v>
                </c:pt>
                <c:pt idx="62364">
                  <c:v>59.98</c:v>
                </c:pt>
                <c:pt idx="62365">
                  <c:v>82.97</c:v>
                </c:pt>
                <c:pt idx="62366">
                  <c:v>53.98</c:v>
                </c:pt>
                <c:pt idx="62367">
                  <c:v>107.96</c:v>
                </c:pt>
                <c:pt idx="62368">
                  <c:v>99.97</c:v>
                </c:pt>
                <c:pt idx="62369">
                  <c:v>65.989999999999995</c:v>
                </c:pt>
                <c:pt idx="62370">
                  <c:v>228.63</c:v>
                </c:pt>
                <c:pt idx="62371">
                  <c:v>53.97</c:v>
                </c:pt>
                <c:pt idx="62372">
                  <c:v>45.49</c:v>
                </c:pt>
                <c:pt idx="62373">
                  <c:v>72.58</c:v>
                </c:pt>
                <c:pt idx="62374">
                  <c:v>25.48</c:v>
                </c:pt>
                <c:pt idx="62375">
                  <c:v>64.98</c:v>
                </c:pt>
                <c:pt idx="62376">
                  <c:v>-1.2</c:v>
                </c:pt>
                <c:pt idx="62377">
                  <c:v>12.08</c:v>
                </c:pt>
                <c:pt idx="62378">
                  <c:v>124.96</c:v>
                </c:pt>
                <c:pt idx="62379">
                  <c:v>159.66999999999999</c:v>
                </c:pt>
                <c:pt idx="62380">
                  <c:v>95.97</c:v>
                </c:pt>
                <c:pt idx="62381">
                  <c:v>111.96</c:v>
                </c:pt>
                <c:pt idx="62382">
                  <c:v>131.97999999999999</c:v>
                </c:pt>
                <c:pt idx="62383">
                  <c:v>79.98</c:v>
                </c:pt>
                <c:pt idx="62384">
                  <c:v>55.98</c:v>
                </c:pt>
                <c:pt idx="62385">
                  <c:v>63.98</c:v>
                </c:pt>
                <c:pt idx="62386">
                  <c:v>126.98</c:v>
                </c:pt>
                <c:pt idx="62387">
                  <c:v>87.37</c:v>
                </c:pt>
                <c:pt idx="62388">
                  <c:v>48.58</c:v>
                </c:pt>
                <c:pt idx="62389">
                  <c:v>14.49</c:v>
                </c:pt>
                <c:pt idx="62390">
                  <c:v>-1.5</c:v>
                </c:pt>
                <c:pt idx="62391">
                  <c:v>65.989999999999995</c:v>
                </c:pt>
                <c:pt idx="62392">
                  <c:v>79.98</c:v>
                </c:pt>
                <c:pt idx="62393">
                  <c:v>59.98</c:v>
                </c:pt>
                <c:pt idx="62394">
                  <c:v>53.98</c:v>
                </c:pt>
                <c:pt idx="62395">
                  <c:v>83.48</c:v>
                </c:pt>
                <c:pt idx="62396">
                  <c:v>29.49</c:v>
                </c:pt>
                <c:pt idx="62397">
                  <c:v>111.3</c:v>
                </c:pt>
                <c:pt idx="62398">
                  <c:v>55.98</c:v>
                </c:pt>
                <c:pt idx="62399">
                  <c:v>306.93</c:v>
                </c:pt>
                <c:pt idx="62400">
                  <c:v>18.489999999999998</c:v>
                </c:pt>
                <c:pt idx="62401">
                  <c:v>65.989999999999995</c:v>
                </c:pt>
                <c:pt idx="62402">
                  <c:v>84.98</c:v>
                </c:pt>
                <c:pt idx="62403">
                  <c:v>51.26</c:v>
                </c:pt>
                <c:pt idx="62404">
                  <c:v>64.81</c:v>
                </c:pt>
                <c:pt idx="62405">
                  <c:v>89.97</c:v>
                </c:pt>
                <c:pt idx="62406">
                  <c:v>23.09</c:v>
                </c:pt>
                <c:pt idx="62407">
                  <c:v>59.98</c:v>
                </c:pt>
                <c:pt idx="62408">
                  <c:v>55.98</c:v>
                </c:pt>
                <c:pt idx="62409">
                  <c:v>114.97</c:v>
                </c:pt>
                <c:pt idx="62410">
                  <c:v>65.989999999999995</c:v>
                </c:pt>
                <c:pt idx="62411">
                  <c:v>59.39</c:v>
                </c:pt>
                <c:pt idx="62412">
                  <c:v>16.489999999999998</c:v>
                </c:pt>
                <c:pt idx="62413">
                  <c:v>109.94</c:v>
                </c:pt>
                <c:pt idx="62414">
                  <c:v>116.74</c:v>
                </c:pt>
                <c:pt idx="62415">
                  <c:v>59.97</c:v>
                </c:pt>
                <c:pt idx="62416">
                  <c:v>113.46</c:v>
                </c:pt>
                <c:pt idx="62417">
                  <c:v>79.98</c:v>
                </c:pt>
                <c:pt idx="62418">
                  <c:v>96.96</c:v>
                </c:pt>
                <c:pt idx="62419">
                  <c:v>105.46</c:v>
                </c:pt>
                <c:pt idx="62420">
                  <c:v>253.96</c:v>
                </c:pt>
                <c:pt idx="62421">
                  <c:v>50.36</c:v>
                </c:pt>
                <c:pt idx="62422">
                  <c:v>63.97</c:v>
                </c:pt>
                <c:pt idx="62423">
                  <c:v>55.96</c:v>
                </c:pt>
                <c:pt idx="62424">
                  <c:v>113.94</c:v>
                </c:pt>
                <c:pt idx="62425">
                  <c:v>59.95</c:v>
                </c:pt>
                <c:pt idx="62426">
                  <c:v>54.98</c:v>
                </c:pt>
                <c:pt idx="62427">
                  <c:v>143.72</c:v>
                </c:pt>
                <c:pt idx="62428">
                  <c:v>50.97</c:v>
                </c:pt>
                <c:pt idx="62429">
                  <c:v>84.14</c:v>
                </c:pt>
                <c:pt idx="62430">
                  <c:v>99.99</c:v>
                </c:pt>
                <c:pt idx="62431">
                  <c:v>53.97</c:v>
                </c:pt>
                <c:pt idx="62432">
                  <c:v>65.989999999999995</c:v>
                </c:pt>
                <c:pt idx="62433">
                  <c:v>82.95</c:v>
                </c:pt>
                <c:pt idx="62434">
                  <c:v>34.28</c:v>
                </c:pt>
                <c:pt idx="62435">
                  <c:v>8.49</c:v>
                </c:pt>
                <c:pt idx="62436">
                  <c:v>20.49</c:v>
                </c:pt>
                <c:pt idx="62437">
                  <c:v>67.97</c:v>
                </c:pt>
                <c:pt idx="62438">
                  <c:v>59.94</c:v>
                </c:pt>
                <c:pt idx="62439">
                  <c:v>86.96</c:v>
                </c:pt>
                <c:pt idx="62440">
                  <c:v>54.77</c:v>
                </c:pt>
                <c:pt idx="62441">
                  <c:v>54.98</c:v>
                </c:pt>
                <c:pt idx="62442">
                  <c:v>89.97</c:v>
                </c:pt>
                <c:pt idx="62443">
                  <c:v>18.39</c:v>
                </c:pt>
                <c:pt idx="62444">
                  <c:v>87.96</c:v>
                </c:pt>
                <c:pt idx="62445">
                  <c:v>81.150000000000006</c:v>
                </c:pt>
                <c:pt idx="62446">
                  <c:v>59.98</c:v>
                </c:pt>
                <c:pt idx="62447">
                  <c:v>71.97</c:v>
                </c:pt>
                <c:pt idx="62448">
                  <c:v>22.29</c:v>
                </c:pt>
                <c:pt idx="62449">
                  <c:v>80.97</c:v>
                </c:pt>
                <c:pt idx="62450">
                  <c:v>145.96</c:v>
                </c:pt>
                <c:pt idx="62451">
                  <c:v>83.97</c:v>
                </c:pt>
                <c:pt idx="62452">
                  <c:v>59.96</c:v>
                </c:pt>
                <c:pt idx="62453">
                  <c:v>37.49</c:v>
                </c:pt>
                <c:pt idx="62454">
                  <c:v>74.98</c:v>
                </c:pt>
                <c:pt idx="62455">
                  <c:v>83.97</c:v>
                </c:pt>
                <c:pt idx="62456">
                  <c:v>19.29</c:v>
                </c:pt>
                <c:pt idx="62457">
                  <c:v>79.849999999999994</c:v>
                </c:pt>
                <c:pt idx="62458">
                  <c:v>85.99</c:v>
                </c:pt>
                <c:pt idx="62459">
                  <c:v>89.97</c:v>
                </c:pt>
                <c:pt idx="62460">
                  <c:v>131.97999999999999</c:v>
                </c:pt>
                <c:pt idx="62461">
                  <c:v>127.01</c:v>
                </c:pt>
                <c:pt idx="62462">
                  <c:v>31.48</c:v>
                </c:pt>
                <c:pt idx="62463">
                  <c:v>80.97</c:v>
                </c:pt>
                <c:pt idx="62464">
                  <c:v>66.98</c:v>
                </c:pt>
                <c:pt idx="62465">
                  <c:v>59.98</c:v>
                </c:pt>
                <c:pt idx="62466">
                  <c:v>55.96</c:v>
                </c:pt>
                <c:pt idx="62467">
                  <c:v>55.22</c:v>
                </c:pt>
                <c:pt idx="62468">
                  <c:v>119.98</c:v>
                </c:pt>
                <c:pt idx="62469">
                  <c:v>79.849999999999994</c:v>
                </c:pt>
                <c:pt idx="62470">
                  <c:v>105.23</c:v>
                </c:pt>
                <c:pt idx="62471">
                  <c:v>119.96</c:v>
                </c:pt>
                <c:pt idx="62472">
                  <c:v>19.29</c:v>
                </c:pt>
                <c:pt idx="62473">
                  <c:v>33.479999999999997</c:v>
                </c:pt>
                <c:pt idx="62474">
                  <c:v>11.48</c:v>
                </c:pt>
                <c:pt idx="62475">
                  <c:v>49.99</c:v>
                </c:pt>
                <c:pt idx="62476">
                  <c:v>59.98</c:v>
                </c:pt>
                <c:pt idx="62477">
                  <c:v>72.540000000000006</c:v>
                </c:pt>
                <c:pt idx="62478">
                  <c:v>77.97</c:v>
                </c:pt>
                <c:pt idx="62479">
                  <c:v>105.98</c:v>
                </c:pt>
                <c:pt idx="62480">
                  <c:v>78.47</c:v>
                </c:pt>
                <c:pt idx="62481">
                  <c:v>57.97</c:v>
                </c:pt>
                <c:pt idx="62482">
                  <c:v>63.16</c:v>
                </c:pt>
                <c:pt idx="62483">
                  <c:v>104.02</c:v>
                </c:pt>
                <c:pt idx="62484">
                  <c:v>29.49</c:v>
                </c:pt>
                <c:pt idx="62485">
                  <c:v>131.97999999999999</c:v>
                </c:pt>
                <c:pt idx="62486">
                  <c:v>89.98</c:v>
                </c:pt>
                <c:pt idx="62487">
                  <c:v>181.38</c:v>
                </c:pt>
                <c:pt idx="62488">
                  <c:v>31.29</c:v>
                </c:pt>
                <c:pt idx="62489">
                  <c:v>67.739999999999995</c:v>
                </c:pt>
                <c:pt idx="62490">
                  <c:v>55.98</c:v>
                </c:pt>
                <c:pt idx="62491">
                  <c:v>65.989999999999995</c:v>
                </c:pt>
                <c:pt idx="62492">
                  <c:v>79.77</c:v>
                </c:pt>
                <c:pt idx="62493">
                  <c:v>111.96</c:v>
                </c:pt>
                <c:pt idx="62494">
                  <c:v>55.98</c:v>
                </c:pt>
                <c:pt idx="62495">
                  <c:v>55.98</c:v>
                </c:pt>
                <c:pt idx="62496">
                  <c:v>55.98</c:v>
                </c:pt>
                <c:pt idx="62497">
                  <c:v>27.49</c:v>
                </c:pt>
                <c:pt idx="62498">
                  <c:v>131.97999999999999</c:v>
                </c:pt>
                <c:pt idx="62499">
                  <c:v>72.58</c:v>
                </c:pt>
                <c:pt idx="62500">
                  <c:v>65.989999999999995</c:v>
                </c:pt>
                <c:pt idx="62501">
                  <c:v>118.78</c:v>
                </c:pt>
                <c:pt idx="62502">
                  <c:v>66.069999999999993</c:v>
                </c:pt>
                <c:pt idx="62503">
                  <c:v>55.98</c:v>
                </c:pt>
                <c:pt idx="62504">
                  <c:v>55.98</c:v>
                </c:pt>
                <c:pt idx="62505">
                  <c:v>53.96</c:v>
                </c:pt>
                <c:pt idx="62506">
                  <c:v>80.97</c:v>
                </c:pt>
                <c:pt idx="62507">
                  <c:v>65.989999999999995</c:v>
                </c:pt>
                <c:pt idx="62508">
                  <c:v>86.07</c:v>
                </c:pt>
                <c:pt idx="62509">
                  <c:v>93.96</c:v>
                </c:pt>
                <c:pt idx="62510">
                  <c:v>58.79</c:v>
                </c:pt>
                <c:pt idx="62511">
                  <c:v>52.97</c:v>
                </c:pt>
                <c:pt idx="62512">
                  <c:v>67.739999999999995</c:v>
                </c:pt>
                <c:pt idx="62513">
                  <c:v>131.97999999999999</c:v>
                </c:pt>
                <c:pt idx="62514">
                  <c:v>103.96</c:v>
                </c:pt>
                <c:pt idx="62515">
                  <c:v>119.96</c:v>
                </c:pt>
                <c:pt idx="62516">
                  <c:v>104.97</c:v>
                </c:pt>
                <c:pt idx="62517">
                  <c:v>15.69</c:v>
                </c:pt>
                <c:pt idx="62518">
                  <c:v>59.98</c:v>
                </c:pt>
                <c:pt idx="62519">
                  <c:v>129.94999999999999</c:v>
                </c:pt>
                <c:pt idx="62520">
                  <c:v>155.94999999999999</c:v>
                </c:pt>
                <c:pt idx="62521">
                  <c:v>94.95</c:v>
                </c:pt>
                <c:pt idx="62522">
                  <c:v>159.96</c:v>
                </c:pt>
                <c:pt idx="62523">
                  <c:v>27.29</c:v>
                </c:pt>
                <c:pt idx="62524">
                  <c:v>31.48</c:v>
                </c:pt>
                <c:pt idx="62525">
                  <c:v>-14.99</c:v>
                </c:pt>
                <c:pt idx="62526">
                  <c:v>89.1</c:v>
                </c:pt>
                <c:pt idx="62527">
                  <c:v>-71.97</c:v>
                </c:pt>
                <c:pt idx="62528">
                  <c:v>56.97</c:v>
                </c:pt>
                <c:pt idx="62529">
                  <c:v>79.98</c:v>
                </c:pt>
                <c:pt idx="62530">
                  <c:v>106.06</c:v>
                </c:pt>
                <c:pt idx="62531">
                  <c:v>65.989999999999995</c:v>
                </c:pt>
                <c:pt idx="62532">
                  <c:v>165.97</c:v>
                </c:pt>
                <c:pt idx="62533">
                  <c:v>59.98</c:v>
                </c:pt>
                <c:pt idx="62534">
                  <c:v>-22.97</c:v>
                </c:pt>
                <c:pt idx="62535">
                  <c:v>68.569999999999993</c:v>
                </c:pt>
                <c:pt idx="62536">
                  <c:v>53.98</c:v>
                </c:pt>
                <c:pt idx="62537">
                  <c:v>119.97</c:v>
                </c:pt>
                <c:pt idx="62538">
                  <c:v>65.989999999999995</c:v>
                </c:pt>
                <c:pt idx="62539">
                  <c:v>75.959999999999994</c:v>
                </c:pt>
                <c:pt idx="62540">
                  <c:v>65.989999999999995</c:v>
                </c:pt>
                <c:pt idx="62541">
                  <c:v>33.479999999999997</c:v>
                </c:pt>
                <c:pt idx="62542">
                  <c:v>131.97999999999999</c:v>
                </c:pt>
                <c:pt idx="62543">
                  <c:v>67.709999999999994</c:v>
                </c:pt>
                <c:pt idx="62544">
                  <c:v>69.97</c:v>
                </c:pt>
                <c:pt idx="62545">
                  <c:v>54.98</c:v>
                </c:pt>
                <c:pt idx="62546">
                  <c:v>50.45</c:v>
                </c:pt>
                <c:pt idx="62547">
                  <c:v>72.55</c:v>
                </c:pt>
                <c:pt idx="62548">
                  <c:v>63.98</c:v>
                </c:pt>
                <c:pt idx="62549">
                  <c:v>55.98</c:v>
                </c:pt>
                <c:pt idx="62550">
                  <c:v>157.93</c:v>
                </c:pt>
                <c:pt idx="62551">
                  <c:v>72.58</c:v>
                </c:pt>
                <c:pt idx="62552">
                  <c:v>72.97</c:v>
                </c:pt>
                <c:pt idx="62553">
                  <c:v>55.96</c:v>
                </c:pt>
                <c:pt idx="62554">
                  <c:v>60.56</c:v>
                </c:pt>
                <c:pt idx="62555">
                  <c:v>107.96</c:v>
                </c:pt>
                <c:pt idx="62556">
                  <c:v>51.98</c:v>
                </c:pt>
                <c:pt idx="62557">
                  <c:v>111.96</c:v>
                </c:pt>
                <c:pt idx="62558">
                  <c:v>107.96</c:v>
                </c:pt>
                <c:pt idx="62559">
                  <c:v>131.97999999999999</c:v>
                </c:pt>
                <c:pt idx="62560">
                  <c:v>65.989999999999995</c:v>
                </c:pt>
                <c:pt idx="62561">
                  <c:v>77.94</c:v>
                </c:pt>
                <c:pt idx="62562">
                  <c:v>77.38</c:v>
                </c:pt>
                <c:pt idx="62563">
                  <c:v>109.96</c:v>
                </c:pt>
                <c:pt idx="62564">
                  <c:v>130.97999999999999</c:v>
                </c:pt>
                <c:pt idx="62565">
                  <c:v>65.989999999999995</c:v>
                </c:pt>
                <c:pt idx="62566">
                  <c:v>65.989999999999995</c:v>
                </c:pt>
                <c:pt idx="62567">
                  <c:v>105.94</c:v>
                </c:pt>
                <c:pt idx="62568">
                  <c:v>33.28</c:v>
                </c:pt>
                <c:pt idx="62569">
                  <c:v>111.96</c:v>
                </c:pt>
                <c:pt idx="62570">
                  <c:v>49.47</c:v>
                </c:pt>
                <c:pt idx="62571">
                  <c:v>55.96</c:v>
                </c:pt>
                <c:pt idx="62572">
                  <c:v>75.459999999999994</c:v>
                </c:pt>
                <c:pt idx="62573">
                  <c:v>63.96</c:v>
                </c:pt>
                <c:pt idx="62574">
                  <c:v>55.98</c:v>
                </c:pt>
                <c:pt idx="62575">
                  <c:v>59.95</c:v>
                </c:pt>
                <c:pt idx="62576">
                  <c:v>131.97999999999999</c:v>
                </c:pt>
                <c:pt idx="62577">
                  <c:v>53.98</c:v>
                </c:pt>
                <c:pt idx="62578">
                  <c:v>89.97</c:v>
                </c:pt>
                <c:pt idx="62579">
                  <c:v>56.97</c:v>
                </c:pt>
                <c:pt idx="62580">
                  <c:v>55.98</c:v>
                </c:pt>
                <c:pt idx="62581">
                  <c:v>50.38</c:v>
                </c:pt>
                <c:pt idx="62582">
                  <c:v>207.54</c:v>
                </c:pt>
                <c:pt idx="62583">
                  <c:v>95.98</c:v>
                </c:pt>
                <c:pt idx="62584">
                  <c:v>79.849999999999994</c:v>
                </c:pt>
                <c:pt idx="62585">
                  <c:v>57.46</c:v>
                </c:pt>
                <c:pt idx="62586">
                  <c:v>55.98</c:v>
                </c:pt>
                <c:pt idx="62587">
                  <c:v>20.49</c:v>
                </c:pt>
                <c:pt idx="62588">
                  <c:v>40.97</c:v>
                </c:pt>
                <c:pt idx="62589">
                  <c:v>65.989999999999995</c:v>
                </c:pt>
                <c:pt idx="62590">
                  <c:v>77.64</c:v>
                </c:pt>
                <c:pt idx="62591">
                  <c:v>74.98</c:v>
                </c:pt>
                <c:pt idx="62592">
                  <c:v>55.98</c:v>
                </c:pt>
                <c:pt idx="62593">
                  <c:v>59.98</c:v>
                </c:pt>
                <c:pt idx="62594">
                  <c:v>54.99</c:v>
                </c:pt>
                <c:pt idx="62595">
                  <c:v>72.58</c:v>
                </c:pt>
                <c:pt idx="62596">
                  <c:v>12.19</c:v>
                </c:pt>
                <c:pt idx="62597">
                  <c:v>76.47</c:v>
                </c:pt>
                <c:pt idx="62598">
                  <c:v>89.98</c:v>
                </c:pt>
                <c:pt idx="62599">
                  <c:v>59.98</c:v>
                </c:pt>
                <c:pt idx="62600">
                  <c:v>55.98</c:v>
                </c:pt>
                <c:pt idx="62601">
                  <c:v>55.98</c:v>
                </c:pt>
                <c:pt idx="62602">
                  <c:v>53.98</c:v>
                </c:pt>
                <c:pt idx="62603">
                  <c:v>55.98</c:v>
                </c:pt>
                <c:pt idx="62604">
                  <c:v>79.98</c:v>
                </c:pt>
                <c:pt idx="62605">
                  <c:v>17.489999999999998</c:v>
                </c:pt>
                <c:pt idx="62606">
                  <c:v>79.98</c:v>
                </c:pt>
                <c:pt idx="62607">
                  <c:v>46.07</c:v>
                </c:pt>
                <c:pt idx="62608">
                  <c:v>28.49</c:v>
                </c:pt>
                <c:pt idx="62609">
                  <c:v>155.65</c:v>
                </c:pt>
                <c:pt idx="62610">
                  <c:v>139.9</c:v>
                </c:pt>
                <c:pt idx="62611">
                  <c:v>55.98</c:v>
                </c:pt>
                <c:pt idx="62612">
                  <c:v>21.94</c:v>
                </c:pt>
                <c:pt idx="62613">
                  <c:v>139.94999999999999</c:v>
                </c:pt>
                <c:pt idx="62614">
                  <c:v>59.98</c:v>
                </c:pt>
                <c:pt idx="62615">
                  <c:v>53.98</c:v>
                </c:pt>
                <c:pt idx="62616">
                  <c:v>59.96</c:v>
                </c:pt>
                <c:pt idx="62617">
                  <c:v>113.96</c:v>
                </c:pt>
                <c:pt idx="62618">
                  <c:v>129.94999999999999</c:v>
                </c:pt>
                <c:pt idx="62619">
                  <c:v>85.97</c:v>
                </c:pt>
                <c:pt idx="62620">
                  <c:v>65.459999999999994</c:v>
                </c:pt>
                <c:pt idx="62621">
                  <c:v>112.07</c:v>
                </c:pt>
                <c:pt idx="62622">
                  <c:v>108.84</c:v>
                </c:pt>
                <c:pt idx="62623">
                  <c:v>56.98</c:v>
                </c:pt>
                <c:pt idx="62624">
                  <c:v>39.99</c:v>
                </c:pt>
                <c:pt idx="62625">
                  <c:v>31.29</c:v>
                </c:pt>
                <c:pt idx="62626">
                  <c:v>116.47</c:v>
                </c:pt>
                <c:pt idx="62627">
                  <c:v>11.49</c:v>
                </c:pt>
                <c:pt idx="62628">
                  <c:v>61.15</c:v>
                </c:pt>
                <c:pt idx="62629">
                  <c:v>51.98</c:v>
                </c:pt>
                <c:pt idx="62630">
                  <c:v>89.98</c:v>
                </c:pt>
                <c:pt idx="62631">
                  <c:v>120.28</c:v>
                </c:pt>
                <c:pt idx="62632">
                  <c:v>226.91</c:v>
                </c:pt>
                <c:pt idx="62633">
                  <c:v>27.48</c:v>
                </c:pt>
                <c:pt idx="62634">
                  <c:v>120.97</c:v>
                </c:pt>
                <c:pt idx="62635">
                  <c:v>58.97</c:v>
                </c:pt>
                <c:pt idx="62636">
                  <c:v>77.97</c:v>
                </c:pt>
                <c:pt idx="62637">
                  <c:v>33.96</c:v>
                </c:pt>
                <c:pt idx="62638">
                  <c:v>88.97</c:v>
                </c:pt>
                <c:pt idx="62639">
                  <c:v>59.98</c:v>
                </c:pt>
                <c:pt idx="62640">
                  <c:v>59.98</c:v>
                </c:pt>
                <c:pt idx="62641">
                  <c:v>80.97</c:v>
                </c:pt>
                <c:pt idx="62642">
                  <c:v>93.97</c:v>
                </c:pt>
                <c:pt idx="62643">
                  <c:v>80.98</c:v>
                </c:pt>
                <c:pt idx="62644">
                  <c:v>126.98</c:v>
                </c:pt>
                <c:pt idx="62645">
                  <c:v>57.48</c:v>
                </c:pt>
                <c:pt idx="62646">
                  <c:v>51.98</c:v>
                </c:pt>
                <c:pt idx="62647">
                  <c:v>95.94</c:v>
                </c:pt>
                <c:pt idx="62648">
                  <c:v>59.98</c:v>
                </c:pt>
                <c:pt idx="62649">
                  <c:v>55.98</c:v>
                </c:pt>
                <c:pt idx="62650">
                  <c:v>80.97</c:v>
                </c:pt>
                <c:pt idx="62651">
                  <c:v>79.98</c:v>
                </c:pt>
                <c:pt idx="62652">
                  <c:v>65.989999999999995</c:v>
                </c:pt>
                <c:pt idx="62653">
                  <c:v>65.989999999999995</c:v>
                </c:pt>
                <c:pt idx="62654">
                  <c:v>56.97</c:v>
                </c:pt>
                <c:pt idx="62655">
                  <c:v>143.91999999999999</c:v>
                </c:pt>
                <c:pt idx="62656">
                  <c:v>59.98</c:v>
                </c:pt>
                <c:pt idx="62657">
                  <c:v>127.94</c:v>
                </c:pt>
                <c:pt idx="62658">
                  <c:v>79.98</c:v>
                </c:pt>
                <c:pt idx="62659">
                  <c:v>89.97</c:v>
                </c:pt>
                <c:pt idx="62660">
                  <c:v>95.04</c:v>
                </c:pt>
                <c:pt idx="62661">
                  <c:v>48.28</c:v>
                </c:pt>
                <c:pt idx="62662">
                  <c:v>79.47</c:v>
                </c:pt>
                <c:pt idx="62663">
                  <c:v>108.48</c:v>
                </c:pt>
                <c:pt idx="62664">
                  <c:v>59.98</c:v>
                </c:pt>
                <c:pt idx="62665">
                  <c:v>54.98</c:v>
                </c:pt>
                <c:pt idx="62666">
                  <c:v>121.46</c:v>
                </c:pt>
                <c:pt idx="62667">
                  <c:v>96.95</c:v>
                </c:pt>
                <c:pt idx="62668">
                  <c:v>91.47</c:v>
                </c:pt>
                <c:pt idx="62669">
                  <c:v>79.98</c:v>
                </c:pt>
                <c:pt idx="62670">
                  <c:v>54.99</c:v>
                </c:pt>
                <c:pt idx="62671">
                  <c:v>28.49</c:v>
                </c:pt>
                <c:pt idx="62672">
                  <c:v>142.71</c:v>
                </c:pt>
                <c:pt idx="62673">
                  <c:v>62.58</c:v>
                </c:pt>
                <c:pt idx="62674">
                  <c:v>92.96</c:v>
                </c:pt>
                <c:pt idx="62675">
                  <c:v>62.97</c:v>
                </c:pt>
                <c:pt idx="62676">
                  <c:v>90.7</c:v>
                </c:pt>
                <c:pt idx="62677">
                  <c:v>249.91</c:v>
                </c:pt>
                <c:pt idx="62678">
                  <c:v>86.97</c:v>
                </c:pt>
                <c:pt idx="62679">
                  <c:v>65.989999999999995</c:v>
                </c:pt>
                <c:pt idx="62680">
                  <c:v>55.98</c:v>
                </c:pt>
                <c:pt idx="62681">
                  <c:v>43.24</c:v>
                </c:pt>
                <c:pt idx="62682">
                  <c:v>103.96</c:v>
                </c:pt>
                <c:pt idx="62683">
                  <c:v>65.989999999999995</c:v>
                </c:pt>
                <c:pt idx="62684">
                  <c:v>227.95</c:v>
                </c:pt>
                <c:pt idx="62685">
                  <c:v>59.98</c:v>
                </c:pt>
                <c:pt idx="62686">
                  <c:v>71.97</c:v>
                </c:pt>
                <c:pt idx="62687">
                  <c:v>29.49</c:v>
                </c:pt>
                <c:pt idx="62688">
                  <c:v>99.96</c:v>
                </c:pt>
                <c:pt idx="62689">
                  <c:v>16.489999999999998</c:v>
                </c:pt>
                <c:pt idx="62690">
                  <c:v>14.29</c:v>
                </c:pt>
                <c:pt idx="62691">
                  <c:v>71.97</c:v>
                </c:pt>
                <c:pt idx="62692">
                  <c:v>59.98</c:v>
                </c:pt>
                <c:pt idx="62693">
                  <c:v>157.94</c:v>
                </c:pt>
                <c:pt idx="62694">
                  <c:v>111.96</c:v>
                </c:pt>
                <c:pt idx="62695">
                  <c:v>67.930000000000007</c:v>
                </c:pt>
                <c:pt idx="62696">
                  <c:v>64.98</c:v>
                </c:pt>
                <c:pt idx="62697">
                  <c:v>62.97</c:v>
                </c:pt>
                <c:pt idx="62698">
                  <c:v>169.95</c:v>
                </c:pt>
                <c:pt idx="62699">
                  <c:v>164.97</c:v>
                </c:pt>
                <c:pt idx="62700">
                  <c:v>29.28</c:v>
                </c:pt>
                <c:pt idx="62701">
                  <c:v>53.07</c:v>
                </c:pt>
                <c:pt idx="62702">
                  <c:v>224.85</c:v>
                </c:pt>
                <c:pt idx="62703">
                  <c:v>13.29</c:v>
                </c:pt>
                <c:pt idx="62704">
                  <c:v>60.97</c:v>
                </c:pt>
                <c:pt idx="62705">
                  <c:v>290.3</c:v>
                </c:pt>
                <c:pt idx="62706">
                  <c:v>139.97</c:v>
                </c:pt>
                <c:pt idx="62707">
                  <c:v>14.29</c:v>
                </c:pt>
                <c:pt idx="62708">
                  <c:v>33.29</c:v>
                </c:pt>
                <c:pt idx="62709">
                  <c:v>-55.98</c:v>
                </c:pt>
                <c:pt idx="62710">
                  <c:v>13.48</c:v>
                </c:pt>
                <c:pt idx="62711">
                  <c:v>60.99</c:v>
                </c:pt>
                <c:pt idx="62712">
                  <c:v>77.97</c:v>
                </c:pt>
                <c:pt idx="62713">
                  <c:v>56.98</c:v>
                </c:pt>
                <c:pt idx="62714">
                  <c:v>61.48</c:v>
                </c:pt>
                <c:pt idx="62715">
                  <c:v>46.47</c:v>
                </c:pt>
                <c:pt idx="62716">
                  <c:v>75.959999999999994</c:v>
                </c:pt>
                <c:pt idx="62717">
                  <c:v>67.97</c:v>
                </c:pt>
                <c:pt idx="62718">
                  <c:v>81.97</c:v>
                </c:pt>
                <c:pt idx="62719">
                  <c:v>129.94999999999999</c:v>
                </c:pt>
                <c:pt idx="62720">
                  <c:v>40.700000000000003</c:v>
                </c:pt>
                <c:pt idx="62721">
                  <c:v>104.02</c:v>
                </c:pt>
                <c:pt idx="62722">
                  <c:v>265.33</c:v>
                </c:pt>
                <c:pt idx="62723">
                  <c:v>69.97</c:v>
                </c:pt>
                <c:pt idx="62724">
                  <c:v>190.93</c:v>
                </c:pt>
                <c:pt idx="62725">
                  <c:v>36.49</c:v>
                </c:pt>
                <c:pt idx="62726">
                  <c:v>52.98</c:v>
                </c:pt>
                <c:pt idx="62727">
                  <c:v>119.54</c:v>
                </c:pt>
                <c:pt idx="62728">
                  <c:v>146.97</c:v>
                </c:pt>
                <c:pt idx="62729">
                  <c:v>97.46</c:v>
                </c:pt>
                <c:pt idx="62730">
                  <c:v>66.58</c:v>
                </c:pt>
                <c:pt idx="62731">
                  <c:v>59.98</c:v>
                </c:pt>
                <c:pt idx="62732">
                  <c:v>55.98</c:v>
                </c:pt>
                <c:pt idx="62733">
                  <c:v>329.95</c:v>
                </c:pt>
                <c:pt idx="62734">
                  <c:v>79.98</c:v>
                </c:pt>
                <c:pt idx="62735">
                  <c:v>71.97</c:v>
                </c:pt>
                <c:pt idx="62736">
                  <c:v>79.849999999999994</c:v>
                </c:pt>
                <c:pt idx="62737">
                  <c:v>59.98</c:v>
                </c:pt>
                <c:pt idx="62738">
                  <c:v>82.97</c:v>
                </c:pt>
                <c:pt idx="62739">
                  <c:v>74.97</c:v>
                </c:pt>
                <c:pt idx="62740">
                  <c:v>85.53</c:v>
                </c:pt>
                <c:pt idx="62741">
                  <c:v>121.97</c:v>
                </c:pt>
                <c:pt idx="62742">
                  <c:v>131.97999999999999</c:v>
                </c:pt>
                <c:pt idx="62743">
                  <c:v>8.49</c:v>
                </c:pt>
                <c:pt idx="62744">
                  <c:v>17.190000000000001</c:v>
                </c:pt>
                <c:pt idx="62745">
                  <c:v>73.48</c:v>
                </c:pt>
                <c:pt idx="62746">
                  <c:v>74.98</c:v>
                </c:pt>
                <c:pt idx="62747">
                  <c:v>41.29</c:v>
                </c:pt>
                <c:pt idx="62748">
                  <c:v>55.98</c:v>
                </c:pt>
                <c:pt idx="62749">
                  <c:v>54.98</c:v>
                </c:pt>
                <c:pt idx="62750">
                  <c:v>263.95999999999998</c:v>
                </c:pt>
                <c:pt idx="62751">
                  <c:v>36.26</c:v>
                </c:pt>
                <c:pt idx="62752">
                  <c:v>69.98</c:v>
                </c:pt>
                <c:pt idx="62753">
                  <c:v>56.96</c:v>
                </c:pt>
                <c:pt idx="62754">
                  <c:v>63.98</c:v>
                </c:pt>
                <c:pt idx="62755">
                  <c:v>121.44</c:v>
                </c:pt>
                <c:pt idx="62756">
                  <c:v>166.96</c:v>
                </c:pt>
                <c:pt idx="62757">
                  <c:v>65.989999999999995</c:v>
                </c:pt>
                <c:pt idx="62758">
                  <c:v>105.98</c:v>
                </c:pt>
                <c:pt idx="62759">
                  <c:v>103.96</c:v>
                </c:pt>
                <c:pt idx="62760">
                  <c:v>59.98</c:v>
                </c:pt>
                <c:pt idx="62761">
                  <c:v>53.98</c:v>
                </c:pt>
                <c:pt idx="62762">
                  <c:v>75</c:v>
                </c:pt>
                <c:pt idx="62763">
                  <c:v>19.489999999999998</c:v>
                </c:pt>
                <c:pt idx="62764">
                  <c:v>108.96</c:v>
                </c:pt>
                <c:pt idx="62765">
                  <c:v>84.32</c:v>
                </c:pt>
                <c:pt idx="62766">
                  <c:v>77.97</c:v>
                </c:pt>
                <c:pt idx="62767">
                  <c:v>48.07</c:v>
                </c:pt>
                <c:pt idx="62768">
                  <c:v>69.98</c:v>
                </c:pt>
                <c:pt idx="62769">
                  <c:v>189.9</c:v>
                </c:pt>
                <c:pt idx="62770">
                  <c:v>281.89999999999998</c:v>
                </c:pt>
                <c:pt idx="62771">
                  <c:v>62.58</c:v>
                </c:pt>
                <c:pt idx="62772">
                  <c:v>67.069999999999993</c:v>
                </c:pt>
                <c:pt idx="62773">
                  <c:v>83.96</c:v>
                </c:pt>
                <c:pt idx="62774">
                  <c:v>59.98</c:v>
                </c:pt>
                <c:pt idx="62775">
                  <c:v>212.63</c:v>
                </c:pt>
                <c:pt idx="62776">
                  <c:v>93.97</c:v>
                </c:pt>
                <c:pt idx="62777">
                  <c:v>123.49</c:v>
                </c:pt>
                <c:pt idx="62778">
                  <c:v>84.98</c:v>
                </c:pt>
                <c:pt idx="62779">
                  <c:v>128.94</c:v>
                </c:pt>
                <c:pt idx="62780">
                  <c:v>40.49</c:v>
                </c:pt>
                <c:pt idx="62781">
                  <c:v>74.98</c:v>
                </c:pt>
                <c:pt idx="62782">
                  <c:v>19.34</c:v>
                </c:pt>
                <c:pt idx="62783">
                  <c:v>65.319999999999993</c:v>
                </c:pt>
                <c:pt idx="62784">
                  <c:v>43.48</c:v>
                </c:pt>
                <c:pt idx="62785">
                  <c:v>25.39</c:v>
                </c:pt>
                <c:pt idx="62786">
                  <c:v>101.96</c:v>
                </c:pt>
                <c:pt idx="62787">
                  <c:v>76.95</c:v>
                </c:pt>
                <c:pt idx="62788">
                  <c:v>55.01</c:v>
                </c:pt>
                <c:pt idx="62789">
                  <c:v>65.989999999999995</c:v>
                </c:pt>
                <c:pt idx="62790">
                  <c:v>53.87</c:v>
                </c:pt>
                <c:pt idx="62791">
                  <c:v>65.989999999999995</c:v>
                </c:pt>
                <c:pt idx="62792">
                  <c:v>79.98</c:v>
                </c:pt>
                <c:pt idx="62793">
                  <c:v>94.97</c:v>
                </c:pt>
                <c:pt idx="62794">
                  <c:v>121.98</c:v>
                </c:pt>
                <c:pt idx="62795">
                  <c:v>57.97</c:v>
                </c:pt>
                <c:pt idx="62796">
                  <c:v>85.98</c:v>
                </c:pt>
                <c:pt idx="62797">
                  <c:v>54.99</c:v>
                </c:pt>
                <c:pt idx="62798">
                  <c:v>89.98</c:v>
                </c:pt>
                <c:pt idx="62799">
                  <c:v>50.97</c:v>
                </c:pt>
                <c:pt idx="62800">
                  <c:v>27.49</c:v>
                </c:pt>
                <c:pt idx="62801">
                  <c:v>19.29</c:v>
                </c:pt>
                <c:pt idx="62802">
                  <c:v>159.96</c:v>
                </c:pt>
                <c:pt idx="62803">
                  <c:v>133.44999999999999</c:v>
                </c:pt>
                <c:pt idx="62804">
                  <c:v>55.97</c:v>
                </c:pt>
                <c:pt idx="62805">
                  <c:v>83.97</c:v>
                </c:pt>
                <c:pt idx="62806">
                  <c:v>59.98</c:v>
                </c:pt>
                <c:pt idx="62807">
                  <c:v>120.99</c:v>
                </c:pt>
                <c:pt idx="62808">
                  <c:v>49.99</c:v>
                </c:pt>
                <c:pt idx="62809">
                  <c:v>121.98</c:v>
                </c:pt>
                <c:pt idx="62810">
                  <c:v>51.98</c:v>
                </c:pt>
                <c:pt idx="62811">
                  <c:v>26.69</c:v>
                </c:pt>
                <c:pt idx="62812">
                  <c:v>96.27</c:v>
                </c:pt>
                <c:pt idx="62813">
                  <c:v>54.98</c:v>
                </c:pt>
                <c:pt idx="62814">
                  <c:v>166.96</c:v>
                </c:pt>
                <c:pt idx="62815">
                  <c:v>28.49</c:v>
                </c:pt>
                <c:pt idx="62816">
                  <c:v>16.47</c:v>
                </c:pt>
                <c:pt idx="62817">
                  <c:v>56.98</c:v>
                </c:pt>
                <c:pt idx="62818">
                  <c:v>94.98</c:v>
                </c:pt>
                <c:pt idx="62819">
                  <c:v>51.98</c:v>
                </c:pt>
                <c:pt idx="62820">
                  <c:v>65.959999999999994</c:v>
                </c:pt>
                <c:pt idx="62821">
                  <c:v>113.46</c:v>
                </c:pt>
                <c:pt idx="62822">
                  <c:v>55.98</c:v>
                </c:pt>
                <c:pt idx="62823">
                  <c:v>59.98</c:v>
                </c:pt>
                <c:pt idx="62824">
                  <c:v>222.79</c:v>
                </c:pt>
                <c:pt idx="62825">
                  <c:v>20.29</c:v>
                </c:pt>
                <c:pt idx="62826">
                  <c:v>54.99</c:v>
                </c:pt>
                <c:pt idx="62827">
                  <c:v>64.760000000000005</c:v>
                </c:pt>
                <c:pt idx="62828">
                  <c:v>71.959999999999994</c:v>
                </c:pt>
                <c:pt idx="62829">
                  <c:v>23.55</c:v>
                </c:pt>
                <c:pt idx="62830">
                  <c:v>56.97</c:v>
                </c:pt>
                <c:pt idx="62831">
                  <c:v>55.98</c:v>
                </c:pt>
                <c:pt idx="62832">
                  <c:v>79.099999999999994</c:v>
                </c:pt>
                <c:pt idx="62833">
                  <c:v>55.39</c:v>
                </c:pt>
                <c:pt idx="62834">
                  <c:v>55.96</c:v>
                </c:pt>
                <c:pt idx="62835">
                  <c:v>66.53</c:v>
                </c:pt>
                <c:pt idx="62836">
                  <c:v>29.28</c:v>
                </c:pt>
                <c:pt idx="62837">
                  <c:v>136.26</c:v>
                </c:pt>
                <c:pt idx="62838">
                  <c:v>105.46</c:v>
                </c:pt>
                <c:pt idx="62839">
                  <c:v>65.459999999999994</c:v>
                </c:pt>
                <c:pt idx="62840">
                  <c:v>54.99</c:v>
                </c:pt>
                <c:pt idx="62841">
                  <c:v>71.349999999999994</c:v>
                </c:pt>
                <c:pt idx="62842">
                  <c:v>80.98</c:v>
                </c:pt>
                <c:pt idx="62843">
                  <c:v>111.96</c:v>
                </c:pt>
                <c:pt idx="62844">
                  <c:v>51.29</c:v>
                </c:pt>
                <c:pt idx="62845">
                  <c:v>56.97</c:v>
                </c:pt>
                <c:pt idx="62846">
                  <c:v>13.29</c:v>
                </c:pt>
                <c:pt idx="62847">
                  <c:v>53.98</c:v>
                </c:pt>
                <c:pt idx="62848">
                  <c:v>121.97</c:v>
                </c:pt>
                <c:pt idx="62849">
                  <c:v>27.48</c:v>
                </c:pt>
                <c:pt idx="62850">
                  <c:v>46.49</c:v>
                </c:pt>
                <c:pt idx="62851">
                  <c:v>184.93</c:v>
                </c:pt>
                <c:pt idx="62852">
                  <c:v>55.98</c:v>
                </c:pt>
                <c:pt idx="62853">
                  <c:v>124.94</c:v>
                </c:pt>
                <c:pt idx="62854">
                  <c:v>203.93</c:v>
                </c:pt>
                <c:pt idx="62855">
                  <c:v>58.25</c:v>
                </c:pt>
                <c:pt idx="62856">
                  <c:v>182.93</c:v>
                </c:pt>
                <c:pt idx="62857">
                  <c:v>299.89999999999998</c:v>
                </c:pt>
                <c:pt idx="62858">
                  <c:v>55.39</c:v>
                </c:pt>
                <c:pt idx="62859">
                  <c:v>130.96</c:v>
                </c:pt>
                <c:pt idx="62860">
                  <c:v>154.93</c:v>
                </c:pt>
                <c:pt idx="62861">
                  <c:v>60.97</c:v>
                </c:pt>
                <c:pt idx="62862">
                  <c:v>66.58</c:v>
                </c:pt>
                <c:pt idx="62863">
                  <c:v>453.66</c:v>
                </c:pt>
                <c:pt idx="62864">
                  <c:v>54.98</c:v>
                </c:pt>
                <c:pt idx="62865">
                  <c:v>-60.97</c:v>
                </c:pt>
                <c:pt idx="62866">
                  <c:v>59.96</c:v>
                </c:pt>
                <c:pt idx="62867">
                  <c:v>51.98</c:v>
                </c:pt>
                <c:pt idx="62868">
                  <c:v>63.97</c:v>
                </c:pt>
                <c:pt idx="62869">
                  <c:v>71.97</c:v>
                </c:pt>
                <c:pt idx="62870">
                  <c:v>63.67</c:v>
                </c:pt>
                <c:pt idx="62871">
                  <c:v>18.489999999999998</c:v>
                </c:pt>
                <c:pt idx="62872">
                  <c:v>63.96</c:v>
                </c:pt>
                <c:pt idx="62873">
                  <c:v>35.07</c:v>
                </c:pt>
                <c:pt idx="62874">
                  <c:v>50.97</c:v>
                </c:pt>
                <c:pt idx="62875">
                  <c:v>32.22</c:v>
                </c:pt>
                <c:pt idx="62876">
                  <c:v>135.96</c:v>
                </c:pt>
                <c:pt idx="62877">
                  <c:v>84.98</c:v>
                </c:pt>
                <c:pt idx="62878">
                  <c:v>55.98</c:v>
                </c:pt>
                <c:pt idx="62879">
                  <c:v>65.989999999999995</c:v>
                </c:pt>
                <c:pt idx="62880">
                  <c:v>55.96</c:v>
                </c:pt>
                <c:pt idx="62881">
                  <c:v>121.98</c:v>
                </c:pt>
                <c:pt idx="62882">
                  <c:v>69.959999999999994</c:v>
                </c:pt>
                <c:pt idx="62883">
                  <c:v>59.94</c:v>
                </c:pt>
                <c:pt idx="62884">
                  <c:v>119.96</c:v>
                </c:pt>
                <c:pt idx="62885">
                  <c:v>137.63</c:v>
                </c:pt>
                <c:pt idx="62886">
                  <c:v>31.49</c:v>
                </c:pt>
                <c:pt idx="62887">
                  <c:v>49.99</c:v>
                </c:pt>
                <c:pt idx="62888">
                  <c:v>106.97</c:v>
                </c:pt>
                <c:pt idx="62889">
                  <c:v>59.98</c:v>
                </c:pt>
                <c:pt idx="62890">
                  <c:v>88.97</c:v>
                </c:pt>
                <c:pt idx="62891">
                  <c:v>149.94999999999999</c:v>
                </c:pt>
                <c:pt idx="62892">
                  <c:v>55.98</c:v>
                </c:pt>
                <c:pt idx="62893">
                  <c:v>14.29</c:v>
                </c:pt>
                <c:pt idx="62894">
                  <c:v>31.49</c:v>
                </c:pt>
                <c:pt idx="62895">
                  <c:v>59.98</c:v>
                </c:pt>
                <c:pt idx="62896">
                  <c:v>59.98</c:v>
                </c:pt>
                <c:pt idx="62897">
                  <c:v>30.49</c:v>
                </c:pt>
                <c:pt idx="62898">
                  <c:v>49.99</c:v>
                </c:pt>
                <c:pt idx="62899">
                  <c:v>57.68</c:v>
                </c:pt>
                <c:pt idx="62900">
                  <c:v>68.17</c:v>
                </c:pt>
                <c:pt idx="62901">
                  <c:v>84.66</c:v>
                </c:pt>
                <c:pt idx="62902">
                  <c:v>29.28</c:v>
                </c:pt>
                <c:pt idx="62903">
                  <c:v>59.98</c:v>
                </c:pt>
                <c:pt idx="62904">
                  <c:v>103.96</c:v>
                </c:pt>
                <c:pt idx="62905">
                  <c:v>119.96</c:v>
                </c:pt>
                <c:pt idx="62906">
                  <c:v>67.489999999999995</c:v>
                </c:pt>
                <c:pt idx="62907">
                  <c:v>118.76</c:v>
                </c:pt>
                <c:pt idx="62908">
                  <c:v>121.98</c:v>
                </c:pt>
                <c:pt idx="62909">
                  <c:v>55.98</c:v>
                </c:pt>
                <c:pt idx="62910">
                  <c:v>-59.97</c:v>
                </c:pt>
                <c:pt idx="62911">
                  <c:v>65.989999999999995</c:v>
                </c:pt>
                <c:pt idx="62912">
                  <c:v>69.98</c:v>
                </c:pt>
                <c:pt idx="62913">
                  <c:v>77.97</c:v>
                </c:pt>
                <c:pt idx="62914">
                  <c:v>62.58</c:v>
                </c:pt>
                <c:pt idx="62915">
                  <c:v>64.98</c:v>
                </c:pt>
                <c:pt idx="62916">
                  <c:v>61.48</c:v>
                </c:pt>
                <c:pt idx="62917">
                  <c:v>81.97</c:v>
                </c:pt>
                <c:pt idx="62918">
                  <c:v>59.98</c:v>
                </c:pt>
                <c:pt idx="62919">
                  <c:v>55.39</c:v>
                </c:pt>
                <c:pt idx="62920">
                  <c:v>54.42</c:v>
                </c:pt>
                <c:pt idx="62921">
                  <c:v>108.88</c:v>
                </c:pt>
                <c:pt idx="62922">
                  <c:v>55.98</c:v>
                </c:pt>
                <c:pt idx="62923">
                  <c:v>37.479999999999997</c:v>
                </c:pt>
                <c:pt idx="62924">
                  <c:v>79.849999999999994</c:v>
                </c:pt>
                <c:pt idx="62925">
                  <c:v>65.3</c:v>
                </c:pt>
                <c:pt idx="62926">
                  <c:v>131.94</c:v>
                </c:pt>
                <c:pt idx="62927">
                  <c:v>55.98</c:v>
                </c:pt>
                <c:pt idx="62928">
                  <c:v>22.49</c:v>
                </c:pt>
                <c:pt idx="62929">
                  <c:v>119.96</c:v>
                </c:pt>
                <c:pt idx="62930">
                  <c:v>29.98</c:v>
                </c:pt>
                <c:pt idx="62931">
                  <c:v>19.27</c:v>
                </c:pt>
                <c:pt idx="62932">
                  <c:v>55.98</c:v>
                </c:pt>
                <c:pt idx="62933">
                  <c:v>83.97</c:v>
                </c:pt>
                <c:pt idx="62934">
                  <c:v>51.96</c:v>
                </c:pt>
                <c:pt idx="62935">
                  <c:v>96.97</c:v>
                </c:pt>
                <c:pt idx="62936">
                  <c:v>56.97</c:v>
                </c:pt>
                <c:pt idx="62937">
                  <c:v>54.44</c:v>
                </c:pt>
                <c:pt idx="62938">
                  <c:v>54.99</c:v>
                </c:pt>
                <c:pt idx="62939">
                  <c:v>51.98</c:v>
                </c:pt>
                <c:pt idx="62940">
                  <c:v>84.98</c:v>
                </c:pt>
                <c:pt idx="62941">
                  <c:v>279.89999999999998</c:v>
                </c:pt>
                <c:pt idx="62942">
                  <c:v>65.989999999999995</c:v>
                </c:pt>
                <c:pt idx="62943">
                  <c:v>16.29</c:v>
                </c:pt>
                <c:pt idx="62944">
                  <c:v>26.29</c:v>
                </c:pt>
                <c:pt idx="62945">
                  <c:v>83.97</c:v>
                </c:pt>
                <c:pt idx="62946">
                  <c:v>57.97</c:v>
                </c:pt>
                <c:pt idx="62947">
                  <c:v>23.28</c:v>
                </c:pt>
                <c:pt idx="62948">
                  <c:v>121.98</c:v>
                </c:pt>
                <c:pt idx="62949">
                  <c:v>90.96</c:v>
                </c:pt>
                <c:pt idx="62950">
                  <c:v>79.98</c:v>
                </c:pt>
                <c:pt idx="62951">
                  <c:v>25.99</c:v>
                </c:pt>
                <c:pt idx="62952">
                  <c:v>59.25</c:v>
                </c:pt>
                <c:pt idx="62953">
                  <c:v>51.29</c:v>
                </c:pt>
                <c:pt idx="62954">
                  <c:v>25.49</c:v>
                </c:pt>
                <c:pt idx="62955">
                  <c:v>65.989999999999995</c:v>
                </c:pt>
                <c:pt idx="62956">
                  <c:v>59.98</c:v>
                </c:pt>
                <c:pt idx="62957">
                  <c:v>135.46</c:v>
                </c:pt>
                <c:pt idx="62958">
                  <c:v>55.98</c:v>
                </c:pt>
                <c:pt idx="62959">
                  <c:v>120.96</c:v>
                </c:pt>
                <c:pt idx="62960">
                  <c:v>107.96</c:v>
                </c:pt>
                <c:pt idx="62961">
                  <c:v>59.98</c:v>
                </c:pt>
                <c:pt idx="62962">
                  <c:v>74</c:v>
                </c:pt>
                <c:pt idx="62963">
                  <c:v>55.98</c:v>
                </c:pt>
                <c:pt idx="62964">
                  <c:v>103.96</c:v>
                </c:pt>
                <c:pt idx="62965">
                  <c:v>108.57</c:v>
                </c:pt>
                <c:pt idx="62966">
                  <c:v>56.98</c:v>
                </c:pt>
                <c:pt idx="62967">
                  <c:v>17.489999999999998</c:v>
                </c:pt>
                <c:pt idx="62968">
                  <c:v>103.96</c:v>
                </c:pt>
                <c:pt idx="62969">
                  <c:v>103.96</c:v>
                </c:pt>
                <c:pt idx="62970">
                  <c:v>53.98</c:v>
                </c:pt>
                <c:pt idx="62971">
                  <c:v>100.98</c:v>
                </c:pt>
                <c:pt idx="62972">
                  <c:v>53.98</c:v>
                </c:pt>
                <c:pt idx="62973">
                  <c:v>55.95</c:v>
                </c:pt>
                <c:pt idx="62974">
                  <c:v>65.989999999999995</c:v>
                </c:pt>
                <c:pt idx="62975">
                  <c:v>55.39</c:v>
                </c:pt>
                <c:pt idx="62976">
                  <c:v>391.86</c:v>
                </c:pt>
                <c:pt idx="62977">
                  <c:v>68.95</c:v>
                </c:pt>
                <c:pt idx="62978">
                  <c:v>31.54</c:v>
                </c:pt>
                <c:pt idx="62979">
                  <c:v>80.97</c:v>
                </c:pt>
                <c:pt idx="62980">
                  <c:v>89.97</c:v>
                </c:pt>
                <c:pt idx="62981">
                  <c:v>26.68</c:v>
                </c:pt>
                <c:pt idx="62982">
                  <c:v>51.98</c:v>
                </c:pt>
                <c:pt idx="62983">
                  <c:v>106.45</c:v>
                </c:pt>
                <c:pt idx="62984">
                  <c:v>48.97</c:v>
                </c:pt>
                <c:pt idx="62985">
                  <c:v>95.97</c:v>
                </c:pt>
                <c:pt idx="62986">
                  <c:v>41.29</c:v>
                </c:pt>
                <c:pt idx="62987">
                  <c:v>63.96</c:v>
                </c:pt>
                <c:pt idx="62988">
                  <c:v>177.93</c:v>
                </c:pt>
                <c:pt idx="62989">
                  <c:v>105.96</c:v>
                </c:pt>
                <c:pt idx="62990">
                  <c:v>55.98</c:v>
                </c:pt>
                <c:pt idx="62991">
                  <c:v>65.989999999999995</c:v>
                </c:pt>
                <c:pt idx="62992">
                  <c:v>89.9</c:v>
                </c:pt>
                <c:pt idx="62993">
                  <c:v>91.57</c:v>
                </c:pt>
                <c:pt idx="62994">
                  <c:v>57.98</c:v>
                </c:pt>
                <c:pt idx="62995">
                  <c:v>70.97</c:v>
                </c:pt>
                <c:pt idx="62996">
                  <c:v>85.97</c:v>
                </c:pt>
                <c:pt idx="62997">
                  <c:v>70.98</c:v>
                </c:pt>
                <c:pt idx="62998">
                  <c:v>86.96</c:v>
                </c:pt>
                <c:pt idx="62999">
                  <c:v>74.98</c:v>
                </c:pt>
                <c:pt idx="63000">
                  <c:v>89.99</c:v>
                </c:pt>
                <c:pt idx="63001">
                  <c:v>17.29</c:v>
                </c:pt>
                <c:pt idx="63002">
                  <c:v>31.49</c:v>
                </c:pt>
                <c:pt idx="63003">
                  <c:v>68.97</c:v>
                </c:pt>
                <c:pt idx="63004">
                  <c:v>63.47</c:v>
                </c:pt>
                <c:pt idx="63005">
                  <c:v>37.28</c:v>
                </c:pt>
                <c:pt idx="63006">
                  <c:v>60.97</c:v>
                </c:pt>
                <c:pt idx="63007">
                  <c:v>85.97</c:v>
                </c:pt>
                <c:pt idx="63008">
                  <c:v>59.97</c:v>
                </c:pt>
                <c:pt idx="63009">
                  <c:v>83.97</c:v>
                </c:pt>
                <c:pt idx="63010">
                  <c:v>121.98</c:v>
                </c:pt>
                <c:pt idx="63011">
                  <c:v>75.13</c:v>
                </c:pt>
                <c:pt idx="63012">
                  <c:v>27.29</c:v>
                </c:pt>
                <c:pt idx="63013">
                  <c:v>29.28</c:v>
                </c:pt>
                <c:pt idx="63014">
                  <c:v>55.98</c:v>
                </c:pt>
                <c:pt idx="63015">
                  <c:v>41.29</c:v>
                </c:pt>
                <c:pt idx="63016">
                  <c:v>159.96</c:v>
                </c:pt>
                <c:pt idx="63017">
                  <c:v>49.99</c:v>
                </c:pt>
                <c:pt idx="63018">
                  <c:v>56.97</c:v>
                </c:pt>
                <c:pt idx="63019">
                  <c:v>70.87</c:v>
                </c:pt>
                <c:pt idx="63020">
                  <c:v>61.77</c:v>
                </c:pt>
                <c:pt idx="63021">
                  <c:v>62.98</c:v>
                </c:pt>
                <c:pt idx="63022">
                  <c:v>100.98</c:v>
                </c:pt>
                <c:pt idx="63023">
                  <c:v>66.989999999999995</c:v>
                </c:pt>
                <c:pt idx="63024">
                  <c:v>51.98</c:v>
                </c:pt>
                <c:pt idx="63025">
                  <c:v>139.94999999999999</c:v>
                </c:pt>
                <c:pt idx="63026">
                  <c:v>121.98</c:v>
                </c:pt>
                <c:pt idx="63027">
                  <c:v>55.98</c:v>
                </c:pt>
                <c:pt idx="63028">
                  <c:v>251.88</c:v>
                </c:pt>
                <c:pt idx="63029">
                  <c:v>119.97</c:v>
                </c:pt>
                <c:pt idx="63030">
                  <c:v>112.49</c:v>
                </c:pt>
                <c:pt idx="63031">
                  <c:v>91.47</c:v>
                </c:pt>
                <c:pt idx="63032">
                  <c:v>117.29</c:v>
                </c:pt>
                <c:pt idx="63033">
                  <c:v>77.97</c:v>
                </c:pt>
                <c:pt idx="63034">
                  <c:v>49.99</c:v>
                </c:pt>
                <c:pt idx="63035">
                  <c:v>64.98</c:v>
                </c:pt>
                <c:pt idx="63036">
                  <c:v>77.39</c:v>
                </c:pt>
                <c:pt idx="63037">
                  <c:v>167.94</c:v>
                </c:pt>
                <c:pt idx="63038">
                  <c:v>200.78</c:v>
                </c:pt>
                <c:pt idx="63039">
                  <c:v>72.95</c:v>
                </c:pt>
                <c:pt idx="63040">
                  <c:v>29.29</c:v>
                </c:pt>
                <c:pt idx="63041">
                  <c:v>88.85</c:v>
                </c:pt>
                <c:pt idx="63042">
                  <c:v>77.98</c:v>
                </c:pt>
                <c:pt idx="63043">
                  <c:v>65.989999999999995</c:v>
                </c:pt>
                <c:pt idx="63044">
                  <c:v>65.989999999999995</c:v>
                </c:pt>
                <c:pt idx="63045">
                  <c:v>79.98</c:v>
                </c:pt>
                <c:pt idx="63046">
                  <c:v>338.68</c:v>
                </c:pt>
                <c:pt idx="63047">
                  <c:v>29.19</c:v>
                </c:pt>
                <c:pt idx="63048">
                  <c:v>123.47</c:v>
                </c:pt>
                <c:pt idx="63049">
                  <c:v>99.3</c:v>
                </c:pt>
                <c:pt idx="63050">
                  <c:v>53.98</c:v>
                </c:pt>
                <c:pt idx="63051">
                  <c:v>54.98</c:v>
                </c:pt>
                <c:pt idx="63052">
                  <c:v>149.96</c:v>
                </c:pt>
                <c:pt idx="63053">
                  <c:v>12.48</c:v>
                </c:pt>
                <c:pt idx="63054">
                  <c:v>59.98</c:v>
                </c:pt>
                <c:pt idx="63055">
                  <c:v>233.82</c:v>
                </c:pt>
                <c:pt idx="63056">
                  <c:v>126.06</c:v>
                </c:pt>
                <c:pt idx="63057">
                  <c:v>42.24</c:v>
                </c:pt>
                <c:pt idx="63058">
                  <c:v>54.86</c:v>
                </c:pt>
                <c:pt idx="63059">
                  <c:v>71.97</c:v>
                </c:pt>
                <c:pt idx="63060">
                  <c:v>55.96</c:v>
                </c:pt>
                <c:pt idx="63061">
                  <c:v>97.17</c:v>
                </c:pt>
                <c:pt idx="63062">
                  <c:v>74.959999999999994</c:v>
                </c:pt>
                <c:pt idx="63063">
                  <c:v>55.98</c:v>
                </c:pt>
                <c:pt idx="63064">
                  <c:v>155.94</c:v>
                </c:pt>
                <c:pt idx="63065">
                  <c:v>133.06</c:v>
                </c:pt>
                <c:pt idx="63066">
                  <c:v>43.54</c:v>
                </c:pt>
                <c:pt idx="63067">
                  <c:v>114.95</c:v>
                </c:pt>
                <c:pt idx="63068">
                  <c:v>243.75</c:v>
                </c:pt>
                <c:pt idx="63069">
                  <c:v>71.98</c:v>
                </c:pt>
                <c:pt idx="63070">
                  <c:v>65.989999999999995</c:v>
                </c:pt>
                <c:pt idx="63071">
                  <c:v>173.94</c:v>
                </c:pt>
                <c:pt idx="63072">
                  <c:v>65.989999999999995</c:v>
                </c:pt>
                <c:pt idx="63073">
                  <c:v>59.96</c:v>
                </c:pt>
                <c:pt idx="63074">
                  <c:v>59.97</c:v>
                </c:pt>
                <c:pt idx="63075">
                  <c:v>108.86</c:v>
                </c:pt>
                <c:pt idx="63076">
                  <c:v>53.96</c:v>
                </c:pt>
                <c:pt idx="63077">
                  <c:v>100.97</c:v>
                </c:pt>
                <c:pt idx="63078">
                  <c:v>31.49</c:v>
                </c:pt>
                <c:pt idx="63079">
                  <c:v>121.07</c:v>
                </c:pt>
                <c:pt idx="63080">
                  <c:v>89.97</c:v>
                </c:pt>
                <c:pt idx="63081">
                  <c:v>90.94</c:v>
                </c:pt>
                <c:pt idx="63082">
                  <c:v>48.56</c:v>
                </c:pt>
                <c:pt idx="63083">
                  <c:v>90.69</c:v>
                </c:pt>
                <c:pt idx="63084">
                  <c:v>107.94</c:v>
                </c:pt>
                <c:pt idx="63085">
                  <c:v>109.97</c:v>
                </c:pt>
                <c:pt idx="63086">
                  <c:v>54.98</c:v>
                </c:pt>
                <c:pt idx="63087">
                  <c:v>53.2</c:v>
                </c:pt>
                <c:pt idx="63088">
                  <c:v>-15.49</c:v>
                </c:pt>
                <c:pt idx="63089">
                  <c:v>95.96</c:v>
                </c:pt>
                <c:pt idx="63090">
                  <c:v>89.98</c:v>
                </c:pt>
                <c:pt idx="63091">
                  <c:v>54.37</c:v>
                </c:pt>
                <c:pt idx="63092">
                  <c:v>136</c:v>
                </c:pt>
                <c:pt idx="63093">
                  <c:v>124.91</c:v>
                </c:pt>
                <c:pt idx="63094">
                  <c:v>69.98</c:v>
                </c:pt>
                <c:pt idx="63095">
                  <c:v>73.98</c:v>
                </c:pt>
                <c:pt idx="63096">
                  <c:v>50.57</c:v>
                </c:pt>
                <c:pt idx="63097">
                  <c:v>80.98</c:v>
                </c:pt>
                <c:pt idx="63098">
                  <c:v>46.27</c:v>
                </c:pt>
                <c:pt idx="63099">
                  <c:v>56.67</c:v>
                </c:pt>
                <c:pt idx="63100">
                  <c:v>103.96</c:v>
                </c:pt>
                <c:pt idx="63101">
                  <c:v>58.48</c:v>
                </c:pt>
                <c:pt idx="63102">
                  <c:v>90.97</c:v>
                </c:pt>
                <c:pt idx="63103">
                  <c:v>49.48</c:v>
                </c:pt>
                <c:pt idx="63104">
                  <c:v>95.12</c:v>
                </c:pt>
                <c:pt idx="63105">
                  <c:v>91.47</c:v>
                </c:pt>
                <c:pt idx="63106">
                  <c:v>194.11</c:v>
                </c:pt>
                <c:pt idx="63107">
                  <c:v>31.48</c:v>
                </c:pt>
                <c:pt idx="63108">
                  <c:v>239.92</c:v>
                </c:pt>
                <c:pt idx="63109">
                  <c:v>66.540000000000006</c:v>
                </c:pt>
                <c:pt idx="63110">
                  <c:v>43.48</c:v>
                </c:pt>
                <c:pt idx="63111">
                  <c:v>40.880000000000003</c:v>
                </c:pt>
                <c:pt idx="63112">
                  <c:v>111.98</c:v>
                </c:pt>
                <c:pt idx="63113">
                  <c:v>55.78</c:v>
                </c:pt>
                <c:pt idx="63114">
                  <c:v>121.98</c:v>
                </c:pt>
                <c:pt idx="63115">
                  <c:v>121.98</c:v>
                </c:pt>
                <c:pt idx="63116">
                  <c:v>59.99</c:v>
                </c:pt>
                <c:pt idx="63117">
                  <c:v>55.98</c:v>
                </c:pt>
                <c:pt idx="63118">
                  <c:v>125.96</c:v>
                </c:pt>
                <c:pt idx="63119">
                  <c:v>119.96</c:v>
                </c:pt>
                <c:pt idx="63120">
                  <c:v>57.98</c:v>
                </c:pt>
                <c:pt idx="63121">
                  <c:v>59.98</c:v>
                </c:pt>
                <c:pt idx="63122">
                  <c:v>153.94999999999999</c:v>
                </c:pt>
                <c:pt idx="63123">
                  <c:v>107.97</c:v>
                </c:pt>
                <c:pt idx="63124">
                  <c:v>114.2</c:v>
                </c:pt>
                <c:pt idx="63125">
                  <c:v>114.97</c:v>
                </c:pt>
                <c:pt idx="63126">
                  <c:v>66.58</c:v>
                </c:pt>
                <c:pt idx="63127">
                  <c:v>59.98</c:v>
                </c:pt>
                <c:pt idx="63128">
                  <c:v>63.58</c:v>
                </c:pt>
                <c:pt idx="63129">
                  <c:v>54.98</c:v>
                </c:pt>
                <c:pt idx="63130">
                  <c:v>110.84</c:v>
                </c:pt>
                <c:pt idx="63131">
                  <c:v>83.48</c:v>
                </c:pt>
                <c:pt idx="63132">
                  <c:v>41.49</c:v>
                </c:pt>
                <c:pt idx="63133">
                  <c:v>69.95</c:v>
                </c:pt>
                <c:pt idx="63134">
                  <c:v>54.99</c:v>
                </c:pt>
                <c:pt idx="63135">
                  <c:v>223.12</c:v>
                </c:pt>
                <c:pt idx="63136">
                  <c:v>49.99</c:v>
                </c:pt>
                <c:pt idx="63137">
                  <c:v>63.98</c:v>
                </c:pt>
                <c:pt idx="63138">
                  <c:v>33.49</c:v>
                </c:pt>
                <c:pt idx="63139">
                  <c:v>83.97</c:v>
                </c:pt>
                <c:pt idx="63140">
                  <c:v>222.94</c:v>
                </c:pt>
                <c:pt idx="63141">
                  <c:v>98.76</c:v>
                </c:pt>
                <c:pt idx="63142">
                  <c:v>59.39</c:v>
                </c:pt>
                <c:pt idx="63143">
                  <c:v>49.99</c:v>
                </c:pt>
                <c:pt idx="63144">
                  <c:v>68.959999999999994</c:v>
                </c:pt>
                <c:pt idx="63145">
                  <c:v>111.96</c:v>
                </c:pt>
                <c:pt idx="63146">
                  <c:v>96.97</c:v>
                </c:pt>
                <c:pt idx="63147">
                  <c:v>61.96</c:v>
                </c:pt>
                <c:pt idx="63148">
                  <c:v>127.95</c:v>
                </c:pt>
                <c:pt idx="63149">
                  <c:v>110.98</c:v>
                </c:pt>
                <c:pt idx="63150">
                  <c:v>109.98</c:v>
                </c:pt>
                <c:pt idx="63151">
                  <c:v>65.989999999999995</c:v>
                </c:pt>
                <c:pt idx="63152">
                  <c:v>121.98</c:v>
                </c:pt>
                <c:pt idx="63153">
                  <c:v>71.98</c:v>
                </c:pt>
                <c:pt idx="63154">
                  <c:v>105.46</c:v>
                </c:pt>
                <c:pt idx="63155">
                  <c:v>89.97</c:v>
                </c:pt>
                <c:pt idx="63156">
                  <c:v>37.08</c:v>
                </c:pt>
                <c:pt idx="63157">
                  <c:v>48.57</c:v>
                </c:pt>
                <c:pt idx="63158">
                  <c:v>41.28</c:v>
                </c:pt>
                <c:pt idx="63159">
                  <c:v>55.98</c:v>
                </c:pt>
                <c:pt idx="63160">
                  <c:v>100.97</c:v>
                </c:pt>
                <c:pt idx="63161">
                  <c:v>55.39</c:v>
                </c:pt>
                <c:pt idx="63162">
                  <c:v>65.989999999999995</c:v>
                </c:pt>
                <c:pt idx="63163">
                  <c:v>41.49</c:v>
                </c:pt>
                <c:pt idx="63164">
                  <c:v>68.91</c:v>
                </c:pt>
                <c:pt idx="63165">
                  <c:v>69.98</c:v>
                </c:pt>
                <c:pt idx="63166">
                  <c:v>108.88</c:v>
                </c:pt>
                <c:pt idx="63167">
                  <c:v>53.99</c:v>
                </c:pt>
                <c:pt idx="63168">
                  <c:v>99.98</c:v>
                </c:pt>
                <c:pt idx="63169">
                  <c:v>16.489999999999998</c:v>
                </c:pt>
                <c:pt idx="63170">
                  <c:v>109.76</c:v>
                </c:pt>
                <c:pt idx="63171">
                  <c:v>62.97</c:v>
                </c:pt>
                <c:pt idx="63172">
                  <c:v>61.2</c:v>
                </c:pt>
                <c:pt idx="63173">
                  <c:v>98.98</c:v>
                </c:pt>
                <c:pt idx="63174">
                  <c:v>58.95</c:v>
                </c:pt>
                <c:pt idx="63175">
                  <c:v>65.989999999999995</c:v>
                </c:pt>
                <c:pt idx="63176">
                  <c:v>124.97</c:v>
                </c:pt>
                <c:pt idx="63177">
                  <c:v>46.49</c:v>
                </c:pt>
                <c:pt idx="63178">
                  <c:v>130.94999999999999</c:v>
                </c:pt>
                <c:pt idx="63179">
                  <c:v>257.43</c:v>
                </c:pt>
                <c:pt idx="63180">
                  <c:v>111.96</c:v>
                </c:pt>
                <c:pt idx="63181">
                  <c:v>29.98</c:v>
                </c:pt>
                <c:pt idx="63182">
                  <c:v>68.48</c:v>
                </c:pt>
                <c:pt idx="63183">
                  <c:v>111.96</c:v>
                </c:pt>
                <c:pt idx="63184">
                  <c:v>89.97</c:v>
                </c:pt>
                <c:pt idx="63185">
                  <c:v>91.28</c:v>
                </c:pt>
                <c:pt idx="63186">
                  <c:v>79.98</c:v>
                </c:pt>
                <c:pt idx="63187">
                  <c:v>71.98</c:v>
                </c:pt>
                <c:pt idx="63188">
                  <c:v>66.540000000000006</c:v>
                </c:pt>
                <c:pt idx="63189">
                  <c:v>26.99</c:v>
                </c:pt>
                <c:pt idx="63190">
                  <c:v>69.95</c:v>
                </c:pt>
                <c:pt idx="63191">
                  <c:v>77.37</c:v>
                </c:pt>
                <c:pt idx="63192">
                  <c:v>22.49</c:v>
                </c:pt>
                <c:pt idx="63193">
                  <c:v>16.920000000000002</c:v>
                </c:pt>
                <c:pt idx="63194">
                  <c:v>62.97</c:v>
                </c:pt>
                <c:pt idx="63195">
                  <c:v>209.97</c:v>
                </c:pt>
                <c:pt idx="63196">
                  <c:v>116.96</c:v>
                </c:pt>
                <c:pt idx="63197">
                  <c:v>94.34</c:v>
                </c:pt>
                <c:pt idx="63198">
                  <c:v>141.97</c:v>
                </c:pt>
                <c:pt idx="63199">
                  <c:v>55.98</c:v>
                </c:pt>
                <c:pt idx="63200">
                  <c:v>21.48</c:v>
                </c:pt>
                <c:pt idx="63201">
                  <c:v>53.96</c:v>
                </c:pt>
                <c:pt idx="63202">
                  <c:v>82.72</c:v>
                </c:pt>
                <c:pt idx="63203">
                  <c:v>91.47</c:v>
                </c:pt>
                <c:pt idx="63204">
                  <c:v>290.33</c:v>
                </c:pt>
                <c:pt idx="63205">
                  <c:v>65.989999999999995</c:v>
                </c:pt>
                <c:pt idx="63206">
                  <c:v>53.98</c:v>
                </c:pt>
                <c:pt idx="63207">
                  <c:v>19.489999999999998</c:v>
                </c:pt>
                <c:pt idx="63208">
                  <c:v>80.98</c:v>
                </c:pt>
                <c:pt idx="63209">
                  <c:v>61.69</c:v>
                </c:pt>
                <c:pt idx="63210">
                  <c:v>53.98</c:v>
                </c:pt>
                <c:pt idx="63211">
                  <c:v>77.97</c:v>
                </c:pt>
                <c:pt idx="63212">
                  <c:v>133.93</c:v>
                </c:pt>
                <c:pt idx="63213">
                  <c:v>53.98</c:v>
                </c:pt>
                <c:pt idx="63214">
                  <c:v>40.57</c:v>
                </c:pt>
                <c:pt idx="63215">
                  <c:v>143.96</c:v>
                </c:pt>
                <c:pt idx="63216">
                  <c:v>138.77000000000001</c:v>
                </c:pt>
                <c:pt idx="63217">
                  <c:v>85.95</c:v>
                </c:pt>
                <c:pt idx="63218">
                  <c:v>105.93</c:v>
                </c:pt>
                <c:pt idx="63219">
                  <c:v>55.98</c:v>
                </c:pt>
                <c:pt idx="63220">
                  <c:v>20.55</c:v>
                </c:pt>
                <c:pt idx="63221">
                  <c:v>96.78</c:v>
                </c:pt>
                <c:pt idx="63222">
                  <c:v>149.94999999999999</c:v>
                </c:pt>
                <c:pt idx="63223">
                  <c:v>139.94999999999999</c:v>
                </c:pt>
                <c:pt idx="63224">
                  <c:v>86.97</c:v>
                </c:pt>
                <c:pt idx="63225">
                  <c:v>121.98</c:v>
                </c:pt>
                <c:pt idx="63226">
                  <c:v>19.309999999999999</c:v>
                </c:pt>
                <c:pt idx="63227">
                  <c:v>103.37</c:v>
                </c:pt>
                <c:pt idx="63228">
                  <c:v>65.989999999999995</c:v>
                </c:pt>
                <c:pt idx="63229">
                  <c:v>-1</c:v>
                </c:pt>
                <c:pt idx="63230">
                  <c:v>33.479999999999997</c:v>
                </c:pt>
                <c:pt idx="63231">
                  <c:v>55.98</c:v>
                </c:pt>
                <c:pt idx="63232">
                  <c:v>31.49</c:v>
                </c:pt>
                <c:pt idx="63233">
                  <c:v>65.319999999999993</c:v>
                </c:pt>
                <c:pt idx="63234">
                  <c:v>63.98</c:v>
                </c:pt>
                <c:pt idx="63235">
                  <c:v>83.97</c:v>
                </c:pt>
                <c:pt idx="63236">
                  <c:v>54.97</c:v>
                </c:pt>
                <c:pt idx="63237">
                  <c:v>106.97</c:v>
                </c:pt>
                <c:pt idx="63238">
                  <c:v>123.08</c:v>
                </c:pt>
                <c:pt idx="63239">
                  <c:v>-119.97</c:v>
                </c:pt>
                <c:pt idx="63240">
                  <c:v>57.48</c:v>
                </c:pt>
                <c:pt idx="63241">
                  <c:v>71.489999999999995</c:v>
                </c:pt>
                <c:pt idx="63242">
                  <c:v>53.97</c:v>
                </c:pt>
                <c:pt idx="63243">
                  <c:v>121.98</c:v>
                </c:pt>
                <c:pt idx="63244">
                  <c:v>140.96</c:v>
                </c:pt>
                <c:pt idx="63245">
                  <c:v>59.98</c:v>
                </c:pt>
                <c:pt idx="63246">
                  <c:v>49.85</c:v>
                </c:pt>
                <c:pt idx="63247">
                  <c:v>145.96</c:v>
                </c:pt>
                <c:pt idx="63248">
                  <c:v>50.47</c:v>
                </c:pt>
                <c:pt idx="63249">
                  <c:v>59.98</c:v>
                </c:pt>
                <c:pt idx="63250">
                  <c:v>45.58</c:v>
                </c:pt>
                <c:pt idx="63251">
                  <c:v>140.96</c:v>
                </c:pt>
                <c:pt idx="63252">
                  <c:v>203.93</c:v>
                </c:pt>
                <c:pt idx="63253">
                  <c:v>100.39</c:v>
                </c:pt>
                <c:pt idx="63254">
                  <c:v>59.98</c:v>
                </c:pt>
                <c:pt idx="63255">
                  <c:v>65.67</c:v>
                </c:pt>
                <c:pt idx="63256">
                  <c:v>64.94</c:v>
                </c:pt>
                <c:pt idx="63257">
                  <c:v>21.24</c:v>
                </c:pt>
                <c:pt idx="63258">
                  <c:v>138.47</c:v>
                </c:pt>
                <c:pt idx="63259">
                  <c:v>55.98</c:v>
                </c:pt>
                <c:pt idx="63260">
                  <c:v>150.15</c:v>
                </c:pt>
                <c:pt idx="63261">
                  <c:v>48.57</c:v>
                </c:pt>
                <c:pt idx="63262">
                  <c:v>50.36</c:v>
                </c:pt>
                <c:pt idx="63263">
                  <c:v>50.74</c:v>
                </c:pt>
                <c:pt idx="63264">
                  <c:v>26.6</c:v>
                </c:pt>
                <c:pt idx="63265">
                  <c:v>59.97</c:v>
                </c:pt>
                <c:pt idx="63266">
                  <c:v>28.49</c:v>
                </c:pt>
                <c:pt idx="63267">
                  <c:v>215.09</c:v>
                </c:pt>
                <c:pt idx="63268">
                  <c:v>65.989999999999995</c:v>
                </c:pt>
                <c:pt idx="63269">
                  <c:v>63.97</c:v>
                </c:pt>
                <c:pt idx="63270">
                  <c:v>50.41</c:v>
                </c:pt>
                <c:pt idx="63271">
                  <c:v>179.94</c:v>
                </c:pt>
                <c:pt idx="63272">
                  <c:v>59.98</c:v>
                </c:pt>
                <c:pt idx="63273">
                  <c:v>31.49</c:v>
                </c:pt>
                <c:pt idx="63274">
                  <c:v>89.97</c:v>
                </c:pt>
                <c:pt idx="63275">
                  <c:v>52.98</c:v>
                </c:pt>
                <c:pt idx="63276">
                  <c:v>259.89999999999998</c:v>
                </c:pt>
                <c:pt idx="63277">
                  <c:v>116.07</c:v>
                </c:pt>
                <c:pt idx="63278">
                  <c:v>26.49</c:v>
                </c:pt>
                <c:pt idx="63279">
                  <c:v>59.97</c:v>
                </c:pt>
                <c:pt idx="63280">
                  <c:v>16.920000000000002</c:v>
                </c:pt>
                <c:pt idx="63281">
                  <c:v>77.39</c:v>
                </c:pt>
                <c:pt idx="63282">
                  <c:v>63.96</c:v>
                </c:pt>
                <c:pt idx="63283">
                  <c:v>143.96</c:v>
                </c:pt>
                <c:pt idx="63284">
                  <c:v>59.98</c:v>
                </c:pt>
                <c:pt idx="63285">
                  <c:v>59.98</c:v>
                </c:pt>
                <c:pt idx="63286">
                  <c:v>55.98</c:v>
                </c:pt>
                <c:pt idx="63287">
                  <c:v>10.59</c:v>
                </c:pt>
                <c:pt idx="63288">
                  <c:v>139.94999999999999</c:v>
                </c:pt>
                <c:pt idx="63289">
                  <c:v>55.98</c:v>
                </c:pt>
                <c:pt idx="63290">
                  <c:v>85.47</c:v>
                </c:pt>
                <c:pt idx="63291">
                  <c:v>55.98</c:v>
                </c:pt>
                <c:pt idx="63292">
                  <c:v>167.94</c:v>
                </c:pt>
                <c:pt idx="63293">
                  <c:v>58.97</c:v>
                </c:pt>
                <c:pt idx="63294">
                  <c:v>51.98</c:v>
                </c:pt>
                <c:pt idx="63295">
                  <c:v>69.97</c:v>
                </c:pt>
                <c:pt idx="63296">
                  <c:v>53.01</c:v>
                </c:pt>
                <c:pt idx="63297">
                  <c:v>79.989999999999995</c:v>
                </c:pt>
                <c:pt idx="63298">
                  <c:v>51.98</c:v>
                </c:pt>
                <c:pt idx="63299">
                  <c:v>64.47</c:v>
                </c:pt>
                <c:pt idx="63300">
                  <c:v>49.48</c:v>
                </c:pt>
                <c:pt idx="63301">
                  <c:v>186.45</c:v>
                </c:pt>
                <c:pt idx="63302">
                  <c:v>41.29</c:v>
                </c:pt>
                <c:pt idx="63303">
                  <c:v>31.28</c:v>
                </c:pt>
                <c:pt idx="63304">
                  <c:v>59.98</c:v>
                </c:pt>
                <c:pt idx="63305">
                  <c:v>59.98</c:v>
                </c:pt>
                <c:pt idx="63306">
                  <c:v>64.489999999999995</c:v>
                </c:pt>
                <c:pt idx="63307">
                  <c:v>62.97</c:v>
                </c:pt>
                <c:pt idx="63308">
                  <c:v>65.87</c:v>
                </c:pt>
                <c:pt idx="63309">
                  <c:v>92.98</c:v>
                </c:pt>
                <c:pt idx="63310">
                  <c:v>83.97</c:v>
                </c:pt>
                <c:pt idx="63311">
                  <c:v>108.88</c:v>
                </c:pt>
                <c:pt idx="63312">
                  <c:v>51.98</c:v>
                </c:pt>
                <c:pt idx="63313">
                  <c:v>79.98</c:v>
                </c:pt>
                <c:pt idx="63314">
                  <c:v>43.54</c:v>
                </c:pt>
                <c:pt idx="63315">
                  <c:v>79.989999999999995</c:v>
                </c:pt>
                <c:pt idx="63316">
                  <c:v>53.98</c:v>
                </c:pt>
                <c:pt idx="63317">
                  <c:v>157.24</c:v>
                </c:pt>
                <c:pt idx="63318">
                  <c:v>31.67</c:v>
                </c:pt>
                <c:pt idx="63319">
                  <c:v>65.989999999999995</c:v>
                </c:pt>
                <c:pt idx="63320">
                  <c:v>73.930000000000007</c:v>
                </c:pt>
                <c:pt idx="63321">
                  <c:v>57.98</c:v>
                </c:pt>
                <c:pt idx="63322">
                  <c:v>338.93</c:v>
                </c:pt>
                <c:pt idx="63323">
                  <c:v>89.97</c:v>
                </c:pt>
                <c:pt idx="63324">
                  <c:v>76.540000000000006</c:v>
                </c:pt>
                <c:pt idx="63325">
                  <c:v>195.95</c:v>
                </c:pt>
                <c:pt idx="63326">
                  <c:v>49.99</c:v>
                </c:pt>
                <c:pt idx="63327">
                  <c:v>58.2</c:v>
                </c:pt>
                <c:pt idx="63328">
                  <c:v>41.29</c:v>
                </c:pt>
                <c:pt idx="63329">
                  <c:v>51.98</c:v>
                </c:pt>
                <c:pt idx="63330">
                  <c:v>44.99</c:v>
                </c:pt>
                <c:pt idx="63331">
                  <c:v>135.93</c:v>
                </c:pt>
                <c:pt idx="63332">
                  <c:v>86.97</c:v>
                </c:pt>
                <c:pt idx="63333">
                  <c:v>107.94</c:v>
                </c:pt>
                <c:pt idx="63334">
                  <c:v>29.24</c:v>
                </c:pt>
                <c:pt idx="63335">
                  <c:v>89.97</c:v>
                </c:pt>
                <c:pt idx="63336">
                  <c:v>55.98</c:v>
                </c:pt>
                <c:pt idx="63337">
                  <c:v>64.09</c:v>
                </c:pt>
                <c:pt idx="63338">
                  <c:v>119.94</c:v>
                </c:pt>
                <c:pt idx="63339">
                  <c:v>51.98</c:v>
                </c:pt>
                <c:pt idx="63340">
                  <c:v>59.98</c:v>
                </c:pt>
                <c:pt idx="63341">
                  <c:v>59.98</c:v>
                </c:pt>
                <c:pt idx="63342">
                  <c:v>39.99</c:v>
                </c:pt>
                <c:pt idx="63343">
                  <c:v>219.96</c:v>
                </c:pt>
                <c:pt idx="63344">
                  <c:v>79.98</c:v>
                </c:pt>
                <c:pt idx="63345">
                  <c:v>55.98</c:v>
                </c:pt>
                <c:pt idx="63346">
                  <c:v>111.96</c:v>
                </c:pt>
                <c:pt idx="63347">
                  <c:v>65.989999999999995</c:v>
                </c:pt>
                <c:pt idx="63348">
                  <c:v>65.989999999999995</c:v>
                </c:pt>
                <c:pt idx="63349">
                  <c:v>259.89999999999998</c:v>
                </c:pt>
                <c:pt idx="63350">
                  <c:v>132.97</c:v>
                </c:pt>
                <c:pt idx="63351">
                  <c:v>54.99</c:v>
                </c:pt>
                <c:pt idx="63352">
                  <c:v>103.96</c:v>
                </c:pt>
                <c:pt idx="63353">
                  <c:v>54.99</c:v>
                </c:pt>
                <c:pt idx="63354">
                  <c:v>14.99</c:v>
                </c:pt>
                <c:pt idx="63355">
                  <c:v>67.739999999999995</c:v>
                </c:pt>
                <c:pt idx="63356">
                  <c:v>12.08</c:v>
                </c:pt>
                <c:pt idx="63357">
                  <c:v>89.97</c:v>
                </c:pt>
                <c:pt idx="63358">
                  <c:v>85.47</c:v>
                </c:pt>
                <c:pt idx="63359">
                  <c:v>29.29</c:v>
                </c:pt>
                <c:pt idx="63360">
                  <c:v>51.98</c:v>
                </c:pt>
                <c:pt idx="63361">
                  <c:v>118.84</c:v>
                </c:pt>
                <c:pt idx="63362">
                  <c:v>55.95</c:v>
                </c:pt>
                <c:pt idx="63363">
                  <c:v>37.08</c:v>
                </c:pt>
                <c:pt idx="63364">
                  <c:v>59.98</c:v>
                </c:pt>
                <c:pt idx="63365">
                  <c:v>69.97</c:v>
                </c:pt>
                <c:pt idx="63366">
                  <c:v>57.98</c:v>
                </c:pt>
                <c:pt idx="63367">
                  <c:v>31.28</c:v>
                </c:pt>
                <c:pt idx="63368">
                  <c:v>65.989999999999995</c:v>
                </c:pt>
                <c:pt idx="63369">
                  <c:v>59.98</c:v>
                </c:pt>
                <c:pt idx="63370">
                  <c:v>54.99</c:v>
                </c:pt>
                <c:pt idx="63371">
                  <c:v>65.989999999999995</c:v>
                </c:pt>
                <c:pt idx="63372">
                  <c:v>79.98</c:v>
                </c:pt>
                <c:pt idx="63373">
                  <c:v>77.42</c:v>
                </c:pt>
                <c:pt idx="63374">
                  <c:v>73.569999999999993</c:v>
                </c:pt>
                <c:pt idx="63375">
                  <c:v>13.48</c:v>
                </c:pt>
                <c:pt idx="63376">
                  <c:v>27.28</c:v>
                </c:pt>
                <c:pt idx="63377">
                  <c:v>136.77000000000001</c:v>
                </c:pt>
                <c:pt idx="63378">
                  <c:v>24.18</c:v>
                </c:pt>
                <c:pt idx="63379">
                  <c:v>168.11</c:v>
                </c:pt>
                <c:pt idx="63380">
                  <c:v>105.45</c:v>
                </c:pt>
                <c:pt idx="63381">
                  <c:v>31.49</c:v>
                </c:pt>
                <c:pt idx="63382">
                  <c:v>87.47</c:v>
                </c:pt>
                <c:pt idx="63383">
                  <c:v>154.72</c:v>
                </c:pt>
                <c:pt idx="63384">
                  <c:v>83.97</c:v>
                </c:pt>
                <c:pt idx="63385">
                  <c:v>61.98</c:v>
                </c:pt>
                <c:pt idx="63386">
                  <c:v>20.29</c:v>
                </c:pt>
                <c:pt idx="63387">
                  <c:v>59.39</c:v>
                </c:pt>
                <c:pt idx="63388">
                  <c:v>79.849999999999994</c:v>
                </c:pt>
                <c:pt idx="63389">
                  <c:v>48.98</c:v>
                </c:pt>
                <c:pt idx="63390">
                  <c:v>11.09</c:v>
                </c:pt>
                <c:pt idx="63391">
                  <c:v>55.98</c:v>
                </c:pt>
                <c:pt idx="63392">
                  <c:v>27.48</c:v>
                </c:pt>
                <c:pt idx="63393">
                  <c:v>41.09</c:v>
                </c:pt>
                <c:pt idx="63394">
                  <c:v>61.69</c:v>
                </c:pt>
                <c:pt idx="63395">
                  <c:v>121.98</c:v>
                </c:pt>
                <c:pt idx="63396">
                  <c:v>53.98</c:v>
                </c:pt>
                <c:pt idx="63397">
                  <c:v>97.97</c:v>
                </c:pt>
                <c:pt idx="63398">
                  <c:v>59.98</c:v>
                </c:pt>
                <c:pt idx="63399">
                  <c:v>30.49</c:v>
                </c:pt>
                <c:pt idx="63400">
                  <c:v>26.6</c:v>
                </c:pt>
                <c:pt idx="63401">
                  <c:v>61.69</c:v>
                </c:pt>
                <c:pt idx="63402">
                  <c:v>108.86</c:v>
                </c:pt>
                <c:pt idx="63403">
                  <c:v>130.63999999999999</c:v>
                </c:pt>
                <c:pt idx="63404">
                  <c:v>29.49</c:v>
                </c:pt>
                <c:pt idx="63405">
                  <c:v>110.94</c:v>
                </c:pt>
                <c:pt idx="63406">
                  <c:v>56.34</c:v>
                </c:pt>
                <c:pt idx="63407">
                  <c:v>77.39</c:v>
                </c:pt>
                <c:pt idx="63408">
                  <c:v>60.49</c:v>
                </c:pt>
                <c:pt idx="63409">
                  <c:v>50.38</c:v>
                </c:pt>
                <c:pt idx="63410">
                  <c:v>51.98</c:v>
                </c:pt>
                <c:pt idx="63411">
                  <c:v>40.479999999999997</c:v>
                </c:pt>
                <c:pt idx="63412">
                  <c:v>59.98</c:v>
                </c:pt>
                <c:pt idx="63413">
                  <c:v>111.96</c:v>
                </c:pt>
                <c:pt idx="63414">
                  <c:v>59.97</c:v>
                </c:pt>
                <c:pt idx="63415">
                  <c:v>79.849999999999994</c:v>
                </c:pt>
                <c:pt idx="63416">
                  <c:v>146.37</c:v>
                </c:pt>
                <c:pt idx="63417">
                  <c:v>62.97</c:v>
                </c:pt>
                <c:pt idx="63418">
                  <c:v>111.96</c:v>
                </c:pt>
                <c:pt idx="63419">
                  <c:v>145.94</c:v>
                </c:pt>
                <c:pt idx="63420">
                  <c:v>332.68</c:v>
                </c:pt>
                <c:pt idx="63421">
                  <c:v>121.98</c:v>
                </c:pt>
                <c:pt idx="63422">
                  <c:v>55.96</c:v>
                </c:pt>
                <c:pt idx="63423">
                  <c:v>142.94</c:v>
                </c:pt>
                <c:pt idx="63424">
                  <c:v>117.97</c:v>
                </c:pt>
                <c:pt idx="63425">
                  <c:v>55.47</c:v>
                </c:pt>
                <c:pt idx="63426">
                  <c:v>211.92</c:v>
                </c:pt>
                <c:pt idx="63427">
                  <c:v>65.989999999999995</c:v>
                </c:pt>
                <c:pt idx="63428">
                  <c:v>55.98</c:v>
                </c:pt>
                <c:pt idx="63429">
                  <c:v>20.55</c:v>
                </c:pt>
                <c:pt idx="63430">
                  <c:v>55.98</c:v>
                </c:pt>
                <c:pt idx="63431">
                  <c:v>65.989999999999995</c:v>
                </c:pt>
                <c:pt idx="63432">
                  <c:v>55.98</c:v>
                </c:pt>
                <c:pt idx="63433">
                  <c:v>238.96</c:v>
                </c:pt>
                <c:pt idx="63434">
                  <c:v>65.989999999999995</c:v>
                </c:pt>
                <c:pt idx="63435">
                  <c:v>69.98</c:v>
                </c:pt>
                <c:pt idx="63436">
                  <c:v>88.91</c:v>
                </c:pt>
                <c:pt idx="63437">
                  <c:v>77.97</c:v>
                </c:pt>
                <c:pt idx="63438">
                  <c:v>54.99</c:v>
                </c:pt>
                <c:pt idx="63439">
                  <c:v>31.29</c:v>
                </c:pt>
                <c:pt idx="63440">
                  <c:v>28.48</c:v>
                </c:pt>
                <c:pt idx="63441">
                  <c:v>51.98</c:v>
                </c:pt>
                <c:pt idx="63442">
                  <c:v>83.97</c:v>
                </c:pt>
                <c:pt idx="63443">
                  <c:v>41.48</c:v>
                </c:pt>
                <c:pt idx="63444">
                  <c:v>69.959999999999994</c:v>
                </c:pt>
                <c:pt idx="63445">
                  <c:v>65.989999999999995</c:v>
                </c:pt>
                <c:pt idx="63446">
                  <c:v>59.98</c:v>
                </c:pt>
                <c:pt idx="63447">
                  <c:v>85.98</c:v>
                </c:pt>
                <c:pt idx="63448">
                  <c:v>18.989999999999998</c:v>
                </c:pt>
                <c:pt idx="63449">
                  <c:v>55.98</c:v>
                </c:pt>
                <c:pt idx="63450">
                  <c:v>59.98</c:v>
                </c:pt>
                <c:pt idx="63451">
                  <c:v>51.96</c:v>
                </c:pt>
                <c:pt idx="63452">
                  <c:v>49.98</c:v>
                </c:pt>
                <c:pt idx="63453">
                  <c:v>46.29</c:v>
                </c:pt>
                <c:pt idx="63454">
                  <c:v>-46.29</c:v>
                </c:pt>
                <c:pt idx="63455">
                  <c:v>89.79</c:v>
                </c:pt>
                <c:pt idx="63456">
                  <c:v>53.98</c:v>
                </c:pt>
                <c:pt idx="63457">
                  <c:v>59.98</c:v>
                </c:pt>
                <c:pt idx="63458">
                  <c:v>16.489999999999998</c:v>
                </c:pt>
                <c:pt idx="63459">
                  <c:v>59.98</c:v>
                </c:pt>
                <c:pt idx="63460">
                  <c:v>89.97</c:v>
                </c:pt>
                <c:pt idx="63461">
                  <c:v>79.849999999999994</c:v>
                </c:pt>
                <c:pt idx="63462">
                  <c:v>9.64</c:v>
                </c:pt>
                <c:pt idx="63463">
                  <c:v>51.98</c:v>
                </c:pt>
                <c:pt idx="63464">
                  <c:v>88.18</c:v>
                </c:pt>
                <c:pt idx="63465">
                  <c:v>164.52</c:v>
                </c:pt>
                <c:pt idx="63466">
                  <c:v>140.94999999999999</c:v>
                </c:pt>
                <c:pt idx="63467">
                  <c:v>77.97</c:v>
                </c:pt>
                <c:pt idx="63468">
                  <c:v>51.98</c:v>
                </c:pt>
                <c:pt idx="63469">
                  <c:v>113.91</c:v>
                </c:pt>
                <c:pt idx="63470">
                  <c:v>18.11</c:v>
                </c:pt>
                <c:pt idx="63471">
                  <c:v>55.98</c:v>
                </c:pt>
                <c:pt idx="63472">
                  <c:v>87.05</c:v>
                </c:pt>
                <c:pt idx="63473">
                  <c:v>83.97</c:v>
                </c:pt>
                <c:pt idx="63474">
                  <c:v>105.98</c:v>
                </c:pt>
                <c:pt idx="63475">
                  <c:v>103.96</c:v>
                </c:pt>
                <c:pt idx="63476">
                  <c:v>50.98</c:v>
                </c:pt>
                <c:pt idx="63477">
                  <c:v>51.98</c:v>
                </c:pt>
                <c:pt idx="63478">
                  <c:v>55.98</c:v>
                </c:pt>
                <c:pt idx="63479">
                  <c:v>11.49</c:v>
                </c:pt>
                <c:pt idx="63480">
                  <c:v>88.71</c:v>
                </c:pt>
                <c:pt idx="63481">
                  <c:v>51.98</c:v>
                </c:pt>
                <c:pt idx="63482">
                  <c:v>56.97</c:v>
                </c:pt>
                <c:pt idx="63483">
                  <c:v>125.86</c:v>
                </c:pt>
                <c:pt idx="63484">
                  <c:v>59.98</c:v>
                </c:pt>
                <c:pt idx="63485">
                  <c:v>83.97</c:v>
                </c:pt>
                <c:pt idx="63486">
                  <c:v>91.87</c:v>
                </c:pt>
                <c:pt idx="63487">
                  <c:v>111.96</c:v>
                </c:pt>
                <c:pt idx="63488">
                  <c:v>59.98</c:v>
                </c:pt>
                <c:pt idx="63489">
                  <c:v>59.98</c:v>
                </c:pt>
                <c:pt idx="63490">
                  <c:v>222.96</c:v>
                </c:pt>
                <c:pt idx="63491">
                  <c:v>27.48</c:v>
                </c:pt>
                <c:pt idx="63492">
                  <c:v>31.39</c:v>
                </c:pt>
                <c:pt idx="63493">
                  <c:v>59.98</c:v>
                </c:pt>
                <c:pt idx="63494">
                  <c:v>65.319999999999993</c:v>
                </c:pt>
                <c:pt idx="63495">
                  <c:v>63.97</c:v>
                </c:pt>
                <c:pt idx="63496">
                  <c:v>59.98</c:v>
                </c:pt>
                <c:pt idx="63497">
                  <c:v>56.97</c:v>
                </c:pt>
                <c:pt idx="63498">
                  <c:v>62.97</c:v>
                </c:pt>
                <c:pt idx="63499">
                  <c:v>259.89999999999998</c:v>
                </c:pt>
                <c:pt idx="63500">
                  <c:v>108.88</c:v>
                </c:pt>
                <c:pt idx="63501">
                  <c:v>120.99</c:v>
                </c:pt>
                <c:pt idx="63502">
                  <c:v>65.989999999999995</c:v>
                </c:pt>
                <c:pt idx="63503">
                  <c:v>20.49</c:v>
                </c:pt>
                <c:pt idx="63504">
                  <c:v>57.48</c:v>
                </c:pt>
                <c:pt idx="63505">
                  <c:v>51.27</c:v>
                </c:pt>
                <c:pt idx="63506">
                  <c:v>57.97</c:v>
                </c:pt>
                <c:pt idx="63507">
                  <c:v>31.28</c:v>
                </c:pt>
                <c:pt idx="63508">
                  <c:v>96.78</c:v>
                </c:pt>
                <c:pt idx="63509">
                  <c:v>135.96</c:v>
                </c:pt>
                <c:pt idx="63510">
                  <c:v>95.38</c:v>
                </c:pt>
                <c:pt idx="63511">
                  <c:v>105.98</c:v>
                </c:pt>
                <c:pt idx="63512">
                  <c:v>53.98</c:v>
                </c:pt>
                <c:pt idx="63513">
                  <c:v>55.96</c:v>
                </c:pt>
                <c:pt idx="63514">
                  <c:v>23.29</c:v>
                </c:pt>
                <c:pt idx="63515">
                  <c:v>67.98</c:v>
                </c:pt>
                <c:pt idx="63516">
                  <c:v>57.98</c:v>
                </c:pt>
                <c:pt idx="63517">
                  <c:v>59.98</c:v>
                </c:pt>
                <c:pt idx="63518">
                  <c:v>89.97</c:v>
                </c:pt>
                <c:pt idx="63519">
                  <c:v>50.34</c:v>
                </c:pt>
                <c:pt idx="63520">
                  <c:v>51.98</c:v>
                </c:pt>
                <c:pt idx="63521">
                  <c:v>79.989999999999995</c:v>
                </c:pt>
                <c:pt idx="63522">
                  <c:v>35.89</c:v>
                </c:pt>
                <c:pt idx="63523">
                  <c:v>57.98</c:v>
                </c:pt>
                <c:pt idx="63524">
                  <c:v>41.49</c:v>
                </c:pt>
                <c:pt idx="63525">
                  <c:v>56.49</c:v>
                </c:pt>
                <c:pt idx="63526">
                  <c:v>152.94</c:v>
                </c:pt>
                <c:pt idx="63527">
                  <c:v>65.989999999999995</c:v>
                </c:pt>
                <c:pt idx="63528">
                  <c:v>149.96</c:v>
                </c:pt>
                <c:pt idx="63529">
                  <c:v>69.98</c:v>
                </c:pt>
                <c:pt idx="63530">
                  <c:v>29.61</c:v>
                </c:pt>
                <c:pt idx="63531">
                  <c:v>55.98</c:v>
                </c:pt>
                <c:pt idx="63532">
                  <c:v>109.46</c:v>
                </c:pt>
                <c:pt idx="63533">
                  <c:v>53.98</c:v>
                </c:pt>
                <c:pt idx="63534">
                  <c:v>77.97</c:v>
                </c:pt>
                <c:pt idx="63535">
                  <c:v>55.98</c:v>
                </c:pt>
                <c:pt idx="63536">
                  <c:v>167.94</c:v>
                </c:pt>
                <c:pt idx="63537">
                  <c:v>65.989999999999995</c:v>
                </c:pt>
                <c:pt idx="63538">
                  <c:v>83.96</c:v>
                </c:pt>
                <c:pt idx="63539">
                  <c:v>74.97</c:v>
                </c:pt>
                <c:pt idx="63540">
                  <c:v>65.989999999999995</c:v>
                </c:pt>
                <c:pt idx="63541">
                  <c:v>67.97</c:v>
                </c:pt>
                <c:pt idx="63542">
                  <c:v>31.29</c:v>
                </c:pt>
                <c:pt idx="63543">
                  <c:v>160.94</c:v>
                </c:pt>
                <c:pt idx="63544">
                  <c:v>20.29</c:v>
                </c:pt>
                <c:pt idx="63545">
                  <c:v>64.78</c:v>
                </c:pt>
                <c:pt idx="63546">
                  <c:v>28.38</c:v>
                </c:pt>
                <c:pt idx="63547">
                  <c:v>209.93</c:v>
                </c:pt>
                <c:pt idx="63548">
                  <c:v>166.96</c:v>
                </c:pt>
                <c:pt idx="63549">
                  <c:v>53.97</c:v>
                </c:pt>
                <c:pt idx="63550">
                  <c:v>65.989999999999995</c:v>
                </c:pt>
                <c:pt idx="63551">
                  <c:v>182.89</c:v>
                </c:pt>
                <c:pt idx="63552">
                  <c:v>84.96</c:v>
                </c:pt>
                <c:pt idx="63553">
                  <c:v>11.49</c:v>
                </c:pt>
                <c:pt idx="63554">
                  <c:v>65.989999999999995</c:v>
                </c:pt>
                <c:pt idx="63555">
                  <c:v>129.97</c:v>
                </c:pt>
                <c:pt idx="63556">
                  <c:v>107.94</c:v>
                </c:pt>
                <c:pt idx="63557">
                  <c:v>83.48</c:v>
                </c:pt>
                <c:pt idx="63558">
                  <c:v>36.49</c:v>
                </c:pt>
                <c:pt idx="63559">
                  <c:v>55.98</c:v>
                </c:pt>
                <c:pt idx="63560">
                  <c:v>242.91</c:v>
                </c:pt>
                <c:pt idx="63561">
                  <c:v>111.98</c:v>
                </c:pt>
                <c:pt idx="63562">
                  <c:v>34.99</c:v>
                </c:pt>
                <c:pt idx="63563">
                  <c:v>-19.96</c:v>
                </c:pt>
                <c:pt idx="63564">
                  <c:v>33.99</c:v>
                </c:pt>
                <c:pt idx="63565">
                  <c:v>55.98</c:v>
                </c:pt>
                <c:pt idx="63566">
                  <c:v>54.97</c:v>
                </c:pt>
                <c:pt idx="63567">
                  <c:v>59.98</c:v>
                </c:pt>
                <c:pt idx="63568">
                  <c:v>89.98</c:v>
                </c:pt>
                <c:pt idx="63569">
                  <c:v>54.99</c:v>
                </c:pt>
                <c:pt idx="63570">
                  <c:v>59.98</c:v>
                </c:pt>
                <c:pt idx="63571">
                  <c:v>94.94</c:v>
                </c:pt>
                <c:pt idx="63572">
                  <c:v>59.99</c:v>
                </c:pt>
                <c:pt idx="63573">
                  <c:v>114.97</c:v>
                </c:pt>
                <c:pt idx="63574">
                  <c:v>53.48</c:v>
                </c:pt>
                <c:pt idx="63575">
                  <c:v>65.98</c:v>
                </c:pt>
                <c:pt idx="63576">
                  <c:v>19.489999999999998</c:v>
                </c:pt>
                <c:pt idx="63577">
                  <c:v>121.98</c:v>
                </c:pt>
                <c:pt idx="63578">
                  <c:v>67.98</c:v>
                </c:pt>
                <c:pt idx="63579">
                  <c:v>121.98</c:v>
                </c:pt>
                <c:pt idx="63580">
                  <c:v>67.489999999999995</c:v>
                </c:pt>
                <c:pt idx="63581">
                  <c:v>89.97</c:v>
                </c:pt>
                <c:pt idx="63582">
                  <c:v>68.48</c:v>
                </c:pt>
                <c:pt idx="63583">
                  <c:v>102.73</c:v>
                </c:pt>
                <c:pt idx="63584">
                  <c:v>51.29</c:v>
                </c:pt>
                <c:pt idx="63585">
                  <c:v>103.96</c:v>
                </c:pt>
                <c:pt idx="63586">
                  <c:v>83.48</c:v>
                </c:pt>
                <c:pt idx="63587">
                  <c:v>27.49</c:v>
                </c:pt>
                <c:pt idx="63588">
                  <c:v>69.97</c:v>
                </c:pt>
                <c:pt idx="63589">
                  <c:v>53.98</c:v>
                </c:pt>
                <c:pt idx="63590">
                  <c:v>198.93</c:v>
                </c:pt>
                <c:pt idx="63591">
                  <c:v>172.97</c:v>
                </c:pt>
                <c:pt idx="63592">
                  <c:v>155.94</c:v>
                </c:pt>
                <c:pt idx="63593">
                  <c:v>87.56</c:v>
                </c:pt>
                <c:pt idx="63594">
                  <c:v>55.98</c:v>
                </c:pt>
                <c:pt idx="63595">
                  <c:v>90.73</c:v>
                </c:pt>
                <c:pt idx="63596">
                  <c:v>89.94</c:v>
                </c:pt>
                <c:pt idx="63597">
                  <c:v>55.98</c:v>
                </c:pt>
                <c:pt idx="63598">
                  <c:v>74.97</c:v>
                </c:pt>
                <c:pt idx="63599">
                  <c:v>65.989999999999995</c:v>
                </c:pt>
                <c:pt idx="63600">
                  <c:v>30.48</c:v>
                </c:pt>
                <c:pt idx="63601">
                  <c:v>55.96</c:v>
                </c:pt>
                <c:pt idx="63602">
                  <c:v>59.98</c:v>
                </c:pt>
                <c:pt idx="63603">
                  <c:v>35.17</c:v>
                </c:pt>
                <c:pt idx="63604">
                  <c:v>67.97</c:v>
                </c:pt>
                <c:pt idx="63605">
                  <c:v>55.64</c:v>
                </c:pt>
                <c:pt idx="63606">
                  <c:v>69.959999999999994</c:v>
                </c:pt>
                <c:pt idx="63607">
                  <c:v>145.94999999999999</c:v>
                </c:pt>
                <c:pt idx="63608">
                  <c:v>57.48</c:v>
                </c:pt>
                <c:pt idx="63609">
                  <c:v>155.94</c:v>
                </c:pt>
                <c:pt idx="63610">
                  <c:v>83.97</c:v>
                </c:pt>
                <c:pt idx="63611">
                  <c:v>31.29</c:v>
                </c:pt>
                <c:pt idx="63612">
                  <c:v>58.98</c:v>
                </c:pt>
                <c:pt idx="63613">
                  <c:v>41.49</c:v>
                </c:pt>
                <c:pt idx="63614">
                  <c:v>172.97</c:v>
                </c:pt>
                <c:pt idx="63615">
                  <c:v>103.96</c:v>
                </c:pt>
                <c:pt idx="63616">
                  <c:v>148.66</c:v>
                </c:pt>
                <c:pt idx="63617">
                  <c:v>51.29</c:v>
                </c:pt>
                <c:pt idx="63618">
                  <c:v>93.97</c:v>
                </c:pt>
                <c:pt idx="63619">
                  <c:v>74.98</c:v>
                </c:pt>
                <c:pt idx="63620">
                  <c:v>55.39</c:v>
                </c:pt>
                <c:pt idx="63621">
                  <c:v>-337.88</c:v>
                </c:pt>
                <c:pt idx="63622">
                  <c:v>59.98</c:v>
                </c:pt>
                <c:pt idx="63623">
                  <c:v>111.92</c:v>
                </c:pt>
                <c:pt idx="63624">
                  <c:v>18.28</c:v>
                </c:pt>
                <c:pt idx="63625">
                  <c:v>-23.09</c:v>
                </c:pt>
                <c:pt idx="63626">
                  <c:v>63.96</c:v>
                </c:pt>
                <c:pt idx="63627">
                  <c:v>55.98</c:v>
                </c:pt>
                <c:pt idx="63628">
                  <c:v>217.75</c:v>
                </c:pt>
                <c:pt idx="63629">
                  <c:v>31.49</c:v>
                </c:pt>
                <c:pt idx="63630">
                  <c:v>11.49</c:v>
                </c:pt>
                <c:pt idx="63631">
                  <c:v>60.99</c:v>
                </c:pt>
                <c:pt idx="63632">
                  <c:v>30.73</c:v>
                </c:pt>
                <c:pt idx="63633">
                  <c:v>41.29</c:v>
                </c:pt>
                <c:pt idx="63634">
                  <c:v>89.97</c:v>
                </c:pt>
                <c:pt idx="63635">
                  <c:v>55.98</c:v>
                </c:pt>
                <c:pt idx="63636">
                  <c:v>65.989999999999995</c:v>
                </c:pt>
                <c:pt idx="63637">
                  <c:v>47.37</c:v>
                </c:pt>
                <c:pt idx="63638">
                  <c:v>65.3</c:v>
                </c:pt>
                <c:pt idx="63639">
                  <c:v>124.97</c:v>
                </c:pt>
                <c:pt idx="63640">
                  <c:v>22.49</c:v>
                </c:pt>
                <c:pt idx="63641">
                  <c:v>33.35</c:v>
                </c:pt>
                <c:pt idx="63642">
                  <c:v>167.94</c:v>
                </c:pt>
                <c:pt idx="63643">
                  <c:v>83.97</c:v>
                </c:pt>
                <c:pt idx="63644">
                  <c:v>66.540000000000006</c:v>
                </c:pt>
                <c:pt idx="63645">
                  <c:v>173.42</c:v>
                </c:pt>
                <c:pt idx="63646">
                  <c:v>50.35</c:v>
                </c:pt>
                <c:pt idx="63647">
                  <c:v>81.98</c:v>
                </c:pt>
                <c:pt idx="63648">
                  <c:v>83.97</c:v>
                </c:pt>
                <c:pt idx="63649">
                  <c:v>83.48</c:v>
                </c:pt>
                <c:pt idx="63650">
                  <c:v>88.95</c:v>
                </c:pt>
                <c:pt idx="63651">
                  <c:v>55.98</c:v>
                </c:pt>
                <c:pt idx="63652">
                  <c:v>113.96</c:v>
                </c:pt>
                <c:pt idx="63653">
                  <c:v>109.97</c:v>
                </c:pt>
                <c:pt idx="63654">
                  <c:v>77.459999999999994</c:v>
                </c:pt>
                <c:pt idx="63655">
                  <c:v>89.98</c:v>
                </c:pt>
                <c:pt idx="63656">
                  <c:v>119.96</c:v>
                </c:pt>
                <c:pt idx="63657">
                  <c:v>77.97</c:v>
                </c:pt>
                <c:pt idx="63658">
                  <c:v>142.94999999999999</c:v>
                </c:pt>
                <c:pt idx="63659">
                  <c:v>59.98</c:v>
                </c:pt>
                <c:pt idx="63660">
                  <c:v>51.98</c:v>
                </c:pt>
                <c:pt idx="63661">
                  <c:v>204.28</c:v>
                </c:pt>
                <c:pt idx="63662">
                  <c:v>39.28</c:v>
                </c:pt>
                <c:pt idx="63663">
                  <c:v>139.94999999999999</c:v>
                </c:pt>
                <c:pt idx="63664">
                  <c:v>186.95</c:v>
                </c:pt>
                <c:pt idx="63665">
                  <c:v>53.94</c:v>
                </c:pt>
                <c:pt idx="63666">
                  <c:v>65.989999999999995</c:v>
                </c:pt>
                <c:pt idx="63667">
                  <c:v>53.87</c:v>
                </c:pt>
                <c:pt idx="63668">
                  <c:v>119.97</c:v>
                </c:pt>
                <c:pt idx="63669">
                  <c:v>149.94999999999999</c:v>
                </c:pt>
                <c:pt idx="63670">
                  <c:v>53.98</c:v>
                </c:pt>
                <c:pt idx="63671">
                  <c:v>54.98</c:v>
                </c:pt>
                <c:pt idx="63672">
                  <c:v>73.97</c:v>
                </c:pt>
                <c:pt idx="63673">
                  <c:v>51.98</c:v>
                </c:pt>
                <c:pt idx="63674">
                  <c:v>51.98</c:v>
                </c:pt>
                <c:pt idx="63675">
                  <c:v>57.59</c:v>
                </c:pt>
                <c:pt idx="63676">
                  <c:v>75.959999999999994</c:v>
                </c:pt>
                <c:pt idx="63677">
                  <c:v>171.43</c:v>
                </c:pt>
                <c:pt idx="63678">
                  <c:v>113.56</c:v>
                </c:pt>
                <c:pt idx="63679">
                  <c:v>172.97</c:v>
                </c:pt>
                <c:pt idx="63680">
                  <c:v>104.66</c:v>
                </c:pt>
                <c:pt idx="63681">
                  <c:v>96.96</c:v>
                </c:pt>
                <c:pt idx="63682">
                  <c:v>119.96</c:v>
                </c:pt>
                <c:pt idx="63683">
                  <c:v>297.70999999999998</c:v>
                </c:pt>
                <c:pt idx="63684">
                  <c:v>129.97</c:v>
                </c:pt>
                <c:pt idx="63685">
                  <c:v>121.98</c:v>
                </c:pt>
                <c:pt idx="63686">
                  <c:v>116.04</c:v>
                </c:pt>
                <c:pt idx="63687">
                  <c:v>142.75</c:v>
                </c:pt>
                <c:pt idx="63688">
                  <c:v>116.96</c:v>
                </c:pt>
                <c:pt idx="63689">
                  <c:v>89.98</c:v>
                </c:pt>
                <c:pt idx="63690">
                  <c:v>89.98</c:v>
                </c:pt>
                <c:pt idx="63691">
                  <c:v>67.739999999999995</c:v>
                </c:pt>
                <c:pt idx="63692">
                  <c:v>55.98</c:v>
                </c:pt>
                <c:pt idx="63693">
                  <c:v>93.97</c:v>
                </c:pt>
                <c:pt idx="63694">
                  <c:v>139.96</c:v>
                </c:pt>
                <c:pt idx="63695">
                  <c:v>26.49</c:v>
                </c:pt>
                <c:pt idx="63696">
                  <c:v>47.98</c:v>
                </c:pt>
                <c:pt idx="63697">
                  <c:v>136.76</c:v>
                </c:pt>
                <c:pt idx="63698">
                  <c:v>75</c:v>
                </c:pt>
                <c:pt idx="63699">
                  <c:v>55.98</c:v>
                </c:pt>
                <c:pt idx="63700">
                  <c:v>69.98</c:v>
                </c:pt>
                <c:pt idx="63701">
                  <c:v>49.85</c:v>
                </c:pt>
                <c:pt idx="63702">
                  <c:v>50.48</c:v>
                </c:pt>
                <c:pt idx="63703">
                  <c:v>134.97</c:v>
                </c:pt>
                <c:pt idx="63704">
                  <c:v>79.98</c:v>
                </c:pt>
                <c:pt idx="63705">
                  <c:v>89.97</c:v>
                </c:pt>
                <c:pt idx="63706">
                  <c:v>54.04</c:v>
                </c:pt>
                <c:pt idx="63707">
                  <c:v>111.96</c:v>
                </c:pt>
                <c:pt idx="63708">
                  <c:v>58.98</c:v>
                </c:pt>
                <c:pt idx="63709">
                  <c:v>52.95</c:v>
                </c:pt>
                <c:pt idx="63710">
                  <c:v>170.95</c:v>
                </c:pt>
                <c:pt idx="63711">
                  <c:v>29.48</c:v>
                </c:pt>
                <c:pt idx="63712">
                  <c:v>77.97</c:v>
                </c:pt>
                <c:pt idx="63713">
                  <c:v>55.98</c:v>
                </c:pt>
                <c:pt idx="63714">
                  <c:v>50.95</c:v>
                </c:pt>
                <c:pt idx="63715">
                  <c:v>121.98</c:v>
                </c:pt>
                <c:pt idx="63716">
                  <c:v>55.98</c:v>
                </c:pt>
                <c:pt idx="63717">
                  <c:v>30.98</c:v>
                </c:pt>
                <c:pt idx="63718">
                  <c:v>63.96</c:v>
                </c:pt>
                <c:pt idx="63719">
                  <c:v>178.95</c:v>
                </c:pt>
                <c:pt idx="63720">
                  <c:v>50.36</c:v>
                </c:pt>
                <c:pt idx="63721">
                  <c:v>71.98</c:v>
                </c:pt>
                <c:pt idx="63722">
                  <c:v>55.39</c:v>
                </c:pt>
                <c:pt idx="63723">
                  <c:v>95.94</c:v>
                </c:pt>
                <c:pt idx="63724">
                  <c:v>105.98</c:v>
                </c:pt>
                <c:pt idx="63725">
                  <c:v>39.28</c:v>
                </c:pt>
                <c:pt idx="63726">
                  <c:v>51.28</c:v>
                </c:pt>
                <c:pt idx="63727">
                  <c:v>31.49</c:v>
                </c:pt>
                <c:pt idx="63728">
                  <c:v>31.49</c:v>
                </c:pt>
                <c:pt idx="63729">
                  <c:v>20.49</c:v>
                </c:pt>
                <c:pt idx="63730">
                  <c:v>191.92</c:v>
                </c:pt>
                <c:pt idx="63731">
                  <c:v>92.98</c:v>
                </c:pt>
                <c:pt idx="63732">
                  <c:v>92.97</c:v>
                </c:pt>
                <c:pt idx="63733">
                  <c:v>207.92</c:v>
                </c:pt>
                <c:pt idx="63734">
                  <c:v>153.16999999999999</c:v>
                </c:pt>
                <c:pt idx="63735">
                  <c:v>155.94</c:v>
                </c:pt>
                <c:pt idx="63736">
                  <c:v>50.97</c:v>
                </c:pt>
                <c:pt idx="63737">
                  <c:v>19.48</c:v>
                </c:pt>
                <c:pt idx="63738">
                  <c:v>14.49</c:v>
                </c:pt>
                <c:pt idx="63739">
                  <c:v>13.29</c:v>
                </c:pt>
                <c:pt idx="63740">
                  <c:v>54.98</c:v>
                </c:pt>
                <c:pt idx="63741">
                  <c:v>57.98</c:v>
                </c:pt>
                <c:pt idx="63742">
                  <c:v>63.98</c:v>
                </c:pt>
                <c:pt idx="63743">
                  <c:v>168.14</c:v>
                </c:pt>
                <c:pt idx="63744">
                  <c:v>55.39</c:v>
                </c:pt>
                <c:pt idx="63745">
                  <c:v>86.97</c:v>
                </c:pt>
                <c:pt idx="63746">
                  <c:v>87.46</c:v>
                </c:pt>
                <c:pt idx="63747">
                  <c:v>119.96</c:v>
                </c:pt>
                <c:pt idx="63748">
                  <c:v>337.88</c:v>
                </c:pt>
                <c:pt idx="63749">
                  <c:v>55.39</c:v>
                </c:pt>
                <c:pt idx="63750">
                  <c:v>56.06</c:v>
                </c:pt>
                <c:pt idx="63751">
                  <c:v>172.97</c:v>
                </c:pt>
                <c:pt idx="63752">
                  <c:v>74.959999999999994</c:v>
                </c:pt>
                <c:pt idx="63753">
                  <c:v>51.98</c:v>
                </c:pt>
                <c:pt idx="63754">
                  <c:v>287.88</c:v>
                </c:pt>
                <c:pt idx="63755">
                  <c:v>83.48</c:v>
                </c:pt>
                <c:pt idx="63756">
                  <c:v>59.98</c:v>
                </c:pt>
                <c:pt idx="63757">
                  <c:v>59.96</c:v>
                </c:pt>
                <c:pt idx="63758">
                  <c:v>20.29</c:v>
                </c:pt>
                <c:pt idx="63759">
                  <c:v>59.98</c:v>
                </c:pt>
                <c:pt idx="63760">
                  <c:v>127.95</c:v>
                </c:pt>
                <c:pt idx="63761">
                  <c:v>104.98</c:v>
                </c:pt>
                <c:pt idx="63762">
                  <c:v>65.319999999999993</c:v>
                </c:pt>
                <c:pt idx="63763">
                  <c:v>39.479999999999997</c:v>
                </c:pt>
                <c:pt idx="63764">
                  <c:v>29.48</c:v>
                </c:pt>
                <c:pt idx="63765">
                  <c:v>55.98</c:v>
                </c:pt>
                <c:pt idx="63766">
                  <c:v>17.29</c:v>
                </c:pt>
                <c:pt idx="63767">
                  <c:v>95.98</c:v>
                </c:pt>
                <c:pt idx="63768">
                  <c:v>55.98</c:v>
                </c:pt>
                <c:pt idx="63769">
                  <c:v>73.97</c:v>
                </c:pt>
                <c:pt idx="63770">
                  <c:v>77.97</c:v>
                </c:pt>
                <c:pt idx="63771">
                  <c:v>54.99</c:v>
                </c:pt>
                <c:pt idx="63772">
                  <c:v>83.97</c:v>
                </c:pt>
                <c:pt idx="63773">
                  <c:v>145.97999999999999</c:v>
                </c:pt>
                <c:pt idx="63774">
                  <c:v>145.97999999999999</c:v>
                </c:pt>
                <c:pt idx="63775">
                  <c:v>55.62</c:v>
                </c:pt>
                <c:pt idx="63776">
                  <c:v>16.489999999999998</c:v>
                </c:pt>
                <c:pt idx="63777">
                  <c:v>69.98</c:v>
                </c:pt>
                <c:pt idx="63778">
                  <c:v>29.99</c:v>
                </c:pt>
                <c:pt idx="63779">
                  <c:v>109.96</c:v>
                </c:pt>
                <c:pt idx="63780">
                  <c:v>55.98</c:v>
                </c:pt>
                <c:pt idx="63781">
                  <c:v>18.13</c:v>
                </c:pt>
                <c:pt idx="63782">
                  <c:v>83.97</c:v>
                </c:pt>
                <c:pt idx="63783">
                  <c:v>72.48</c:v>
                </c:pt>
                <c:pt idx="63784">
                  <c:v>56.97</c:v>
                </c:pt>
                <c:pt idx="63785">
                  <c:v>148.94999999999999</c:v>
                </c:pt>
                <c:pt idx="63786">
                  <c:v>59.96</c:v>
                </c:pt>
                <c:pt idx="63787">
                  <c:v>133.03</c:v>
                </c:pt>
                <c:pt idx="63788">
                  <c:v>175.94</c:v>
                </c:pt>
                <c:pt idx="63789">
                  <c:v>28.49</c:v>
                </c:pt>
                <c:pt idx="63790">
                  <c:v>55.39</c:v>
                </c:pt>
                <c:pt idx="63791">
                  <c:v>145.97</c:v>
                </c:pt>
                <c:pt idx="63792">
                  <c:v>63.46</c:v>
                </c:pt>
                <c:pt idx="63793">
                  <c:v>53.98</c:v>
                </c:pt>
                <c:pt idx="63794">
                  <c:v>131.81</c:v>
                </c:pt>
                <c:pt idx="63795">
                  <c:v>124.97</c:v>
                </c:pt>
                <c:pt idx="63796">
                  <c:v>89.98</c:v>
                </c:pt>
                <c:pt idx="63797">
                  <c:v>60.99</c:v>
                </c:pt>
                <c:pt idx="63798">
                  <c:v>112.47</c:v>
                </c:pt>
                <c:pt idx="63799">
                  <c:v>69.989999999999995</c:v>
                </c:pt>
                <c:pt idx="63800">
                  <c:v>57.56</c:v>
                </c:pt>
                <c:pt idx="63801">
                  <c:v>48.48</c:v>
                </c:pt>
                <c:pt idx="63802">
                  <c:v>69.989999999999995</c:v>
                </c:pt>
                <c:pt idx="63803">
                  <c:v>59.96</c:v>
                </c:pt>
                <c:pt idx="63804">
                  <c:v>118.54</c:v>
                </c:pt>
                <c:pt idx="63805">
                  <c:v>55.98</c:v>
                </c:pt>
                <c:pt idx="63806">
                  <c:v>22.29</c:v>
                </c:pt>
                <c:pt idx="63807">
                  <c:v>61.69</c:v>
                </c:pt>
                <c:pt idx="63808">
                  <c:v>35.49</c:v>
                </c:pt>
                <c:pt idx="63809">
                  <c:v>85.97</c:v>
                </c:pt>
                <c:pt idx="63810">
                  <c:v>49.28</c:v>
                </c:pt>
                <c:pt idx="63811">
                  <c:v>59.98</c:v>
                </c:pt>
                <c:pt idx="63812">
                  <c:v>51.98</c:v>
                </c:pt>
                <c:pt idx="63813">
                  <c:v>64.680000000000007</c:v>
                </c:pt>
                <c:pt idx="63814">
                  <c:v>79.98</c:v>
                </c:pt>
                <c:pt idx="63815">
                  <c:v>149.57</c:v>
                </c:pt>
                <c:pt idx="63816">
                  <c:v>15.29</c:v>
                </c:pt>
                <c:pt idx="63817">
                  <c:v>99.73</c:v>
                </c:pt>
                <c:pt idx="63818">
                  <c:v>83.96</c:v>
                </c:pt>
                <c:pt idx="63819">
                  <c:v>26.99</c:v>
                </c:pt>
                <c:pt idx="63820">
                  <c:v>89.98</c:v>
                </c:pt>
                <c:pt idx="63821">
                  <c:v>119.96</c:v>
                </c:pt>
                <c:pt idx="63822">
                  <c:v>29.29</c:v>
                </c:pt>
                <c:pt idx="63823">
                  <c:v>53.98</c:v>
                </c:pt>
                <c:pt idx="63824">
                  <c:v>63.98</c:v>
                </c:pt>
                <c:pt idx="63825">
                  <c:v>89.97</c:v>
                </c:pt>
                <c:pt idx="63826">
                  <c:v>53.96</c:v>
                </c:pt>
                <c:pt idx="63827">
                  <c:v>59.98</c:v>
                </c:pt>
                <c:pt idx="63828">
                  <c:v>87.74</c:v>
                </c:pt>
                <c:pt idx="63829">
                  <c:v>30.24</c:v>
                </c:pt>
                <c:pt idx="63830">
                  <c:v>72.540000000000006</c:v>
                </c:pt>
                <c:pt idx="63831">
                  <c:v>164.45</c:v>
                </c:pt>
                <c:pt idx="63832">
                  <c:v>69.98</c:v>
                </c:pt>
                <c:pt idx="63833">
                  <c:v>76.489999999999995</c:v>
                </c:pt>
                <c:pt idx="63834">
                  <c:v>64.48</c:v>
                </c:pt>
                <c:pt idx="63835">
                  <c:v>31.09</c:v>
                </c:pt>
                <c:pt idx="63836">
                  <c:v>71.38</c:v>
                </c:pt>
                <c:pt idx="63837">
                  <c:v>163.31</c:v>
                </c:pt>
                <c:pt idx="63838">
                  <c:v>107.96</c:v>
                </c:pt>
                <c:pt idx="63839">
                  <c:v>59.98</c:v>
                </c:pt>
                <c:pt idx="63840">
                  <c:v>120.97</c:v>
                </c:pt>
                <c:pt idx="63841">
                  <c:v>94.96</c:v>
                </c:pt>
                <c:pt idx="63842">
                  <c:v>26.49</c:v>
                </c:pt>
                <c:pt idx="63843">
                  <c:v>50.96</c:v>
                </c:pt>
                <c:pt idx="63844">
                  <c:v>29.29</c:v>
                </c:pt>
                <c:pt idx="63845">
                  <c:v>51.49</c:v>
                </c:pt>
                <c:pt idx="63846">
                  <c:v>23.49</c:v>
                </c:pt>
                <c:pt idx="63847">
                  <c:v>110.38</c:v>
                </c:pt>
                <c:pt idx="63848">
                  <c:v>18.989999999999998</c:v>
                </c:pt>
                <c:pt idx="63849">
                  <c:v>125.96</c:v>
                </c:pt>
                <c:pt idx="63850">
                  <c:v>65.989999999999995</c:v>
                </c:pt>
                <c:pt idx="63851">
                  <c:v>148.94999999999999</c:v>
                </c:pt>
                <c:pt idx="63852">
                  <c:v>23.48</c:v>
                </c:pt>
                <c:pt idx="63853">
                  <c:v>71.97</c:v>
                </c:pt>
                <c:pt idx="63854">
                  <c:v>189.94</c:v>
                </c:pt>
                <c:pt idx="63855">
                  <c:v>55.58</c:v>
                </c:pt>
                <c:pt idx="63856">
                  <c:v>63.98</c:v>
                </c:pt>
                <c:pt idx="63857">
                  <c:v>-84.68</c:v>
                </c:pt>
                <c:pt idx="63858">
                  <c:v>78.959999999999994</c:v>
                </c:pt>
                <c:pt idx="63859">
                  <c:v>68.989999999999995</c:v>
                </c:pt>
                <c:pt idx="63860">
                  <c:v>148.06</c:v>
                </c:pt>
                <c:pt idx="63861">
                  <c:v>65.260000000000005</c:v>
                </c:pt>
                <c:pt idx="63862">
                  <c:v>16.489999999999998</c:v>
                </c:pt>
                <c:pt idx="63863">
                  <c:v>64.09</c:v>
                </c:pt>
                <c:pt idx="63864">
                  <c:v>54.99</c:v>
                </c:pt>
                <c:pt idx="63865">
                  <c:v>61.98</c:v>
                </c:pt>
                <c:pt idx="63866">
                  <c:v>84.99</c:v>
                </c:pt>
                <c:pt idx="63867">
                  <c:v>68.989999999999995</c:v>
                </c:pt>
                <c:pt idx="63868">
                  <c:v>84.99</c:v>
                </c:pt>
                <c:pt idx="63869">
                  <c:v>96.78</c:v>
                </c:pt>
                <c:pt idx="63870">
                  <c:v>84.98</c:v>
                </c:pt>
                <c:pt idx="63871">
                  <c:v>98.97</c:v>
                </c:pt>
                <c:pt idx="63872">
                  <c:v>111.96</c:v>
                </c:pt>
                <c:pt idx="63873">
                  <c:v>415.84</c:v>
                </c:pt>
                <c:pt idx="63874">
                  <c:v>98.97</c:v>
                </c:pt>
                <c:pt idx="63875">
                  <c:v>179.94</c:v>
                </c:pt>
                <c:pt idx="63876">
                  <c:v>83.97</c:v>
                </c:pt>
                <c:pt idx="63877">
                  <c:v>60.97</c:v>
                </c:pt>
                <c:pt idx="63878">
                  <c:v>38.479999999999997</c:v>
                </c:pt>
                <c:pt idx="63879">
                  <c:v>59.97</c:v>
                </c:pt>
                <c:pt idx="63880">
                  <c:v>23.49</c:v>
                </c:pt>
                <c:pt idx="63881">
                  <c:v>68.989999999999995</c:v>
                </c:pt>
                <c:pt idx="63882">
                  <c:v>8.49</c:v>
                </c:pt>
                <c:pt idx="63883">
                  <c:v>59.98</c:v>
                </c:pt>
                <c:pt idx="63884">
                  <c:v>155.94</c:v>
                </c:pt>
                <c:pt idx="63885">
                  <c:v>53.48</c:v>
                </c:pt>
                <c:pt idx="63886">
                  <c:v>59.38</c:v>
                </c:pt>
                <c:pt idx="63887">
                  <c:v>57.98</c:v>
                </c:pt>
                <c:pt idx="63888">
                  <c:v>65.98</c:v>
                </c:pt>
                <c:pt idx="63889">
                  <c:v>48.58</c:v>
                </c:pt>
                <c:pt idx="63890">
                  <c:v>32.49</c:v>
                </c:pt>
                <c:pt idx="63891">
                  <c:v>69.98</c:v>
                </c:pt>
                <c:pt idx="63892">
                  <c:v>67.97</c:v>
                </c:pt>
                <c:pt idx="63893">
                  <c:v>52.01</c:v>
                </c:pt>
                <c:pt idx="63894">
                  <c:v>65.98</c:v>
                </c:pt>
                <c:pt idx="63895">
                  <c:v>68.97</c:v>
                </c:pt>
                <c:pt idx="63896">
                  <c:v>36.29</c:v>
                </c:pt>
                <c:pt idx="63897">
                  <c:v>131.97999999999999</c:v>
                </c:pt>
                <c:pt idx="63898">
                  <c:v>53.98</c:v>
                </c:pt>
                <c:pt idx="63899">
                  <c:v>74.98</c:v>
                </c:pt>
                <c:pt idx="63900">
                  <c:v>25.39</c:v>
                </c:pt>
                <c:pt idx="63901">
                  <c:v>64.91</c:v>
                </c:pt>
                <c:pt idx="63902">
                  <c:v>98.97</c:v>
                </c:pt>
                <c:pt idx="63903">
                  <c:v>94.96</c:v>
                </c:pt>
                <c:pt idx="63904">
                  <c:v>147.6</c:v>
                </c:pt>
                <c:pt idx="63905">
                  <c:v>103.97</c:v>
                </c:pt>
                <c:pt idx="63906">
                  <c:v>124.97</c:v>
                </c:pt>
                <c:pt idx="63907">
                  <c:v>147.94</c:v>
                </c:pt>
                <c:pt idx="63908">
                  <c:v>63.98</c:v>
                </c:pt>
                <c:pt idx="63909">
                  <c:v>44.75</c:v>
                </c:pt>
                <c:pt idx="63910">
                  <c:v>65.98</c:v>
                </c:pt>
                <c:pt idx="63911">
                  <c:v>106.97</c:v>
                </c:pt>
                <c:pt idx="63912">
                  <c:v>51.28</c:v>
                </c:pt>
                <c:pt idx="63913">
                  <c:v>13.28</c:v>
                </c:pt>
                <c:pt idx="63914">
                  <c:v>55.98</c:v>
                </c:pt>
                <c:pt idx="63915">
                  <c:v>-28.73</c:v>
                </c:pt>
                <c:pt idx="63916">
                  <c:v>60.98</c:v>
                </c:pt>
                <c:pt idx="63917">
                  <c:v>183.86</c:v>
                </c:pt>
                <c:pt idx="63918">
                  <c:v>68.98</c:v>
                </c:pt>
                <c:pt idx="63919">
                  <c:v>90.96</c:v>
                </c:pt>
                <c:pt idx="63920">
                  <c:v>211.97</c:v>
                </c:pt>
                <c:pt idx="63921">
                  <c:v>65.989999999999995</c:v>
                </c:pt>
                <c:pt idx="63922">
                  <c:v>54.37</c:v>
                </c:pt>
                <c:pt idx="63923">
                  <c:v>99.98</c:v>
                </c:pt>
                <c:pt idx="63924">
                  <c:v>32.630000000000003</c:v>
                </c:pt>
                <c:pt idx="63925">
                  <c:v>41.49</c:v>
                </c:pt>
                <c:pt idx="63926">
                  <c:v>21.98</c:v>
                </c:pt>
                <c:pt idx="63927">
                  <c:v>47.48</c:v>
                </c:pt>
                <c:pt idx="63928">
                  <c:v>131.96</c:v>
                </c:pt>
                <c:pt idx="63929">
                  <c:v>112.49</c:v>
                </c:pt>
                <c:pt idx="63930">
                  <c:v>86.96</c:v>
                </c:pt>
                <c:pt idx="63931">
                  <c:v>61.98</c:v>
                </c:pt>
                <c:pt idx="63932">
                  <c:v>74.02</c:v>
                </c:pt>
                <c:pt idx="63933">
                  <c:v>65.98</c:v>
                </c:pt>
                <c:pt idx="63934">
                  <c:v>32.49</c:v>
                </c:pt>
                <c:pt idx="63935">
                  <c:v>83.67</c:v>
                </c:pt>
                <c:pt idx="63936">
                  <c:v>103.96</c:v>
                </c:pt>
                <c:pt idx="63937">
                  <c:v>50.49</c:v>
                </c:pt>
                <c:pt idx="63938">
                  <c:v>135.47</c:v>
                </c:pt>
                <c:pt idx="63939">
                  <c:v>24.18</c:v>
                </c:pt>
                <c:pt idx="63940">
                  <c:v>51.97</c:v>
                </c:pt>
                <c:pt idx="63941">
                  <c:v>67.48</c:v>
                </c:pt>
                <c:pt idx="63942">
                  <c:v>143.69999999999999</c:v>
                </c:pt>
                <c:pt idx="63943">
                  <c:v>119.56</c:v>
                </c:pt>
                <c:pt idx="63944">
                  <c:v>47.27</c:v>
                </c:pt>
                <c:pt idx="63945">
                  <c:v>64.98</c:v>
                </c:pt>
                <c:pt idx="63946">
                  <c:v>92.98</c:v>
                </c:pt>
                <c:pt idx="63947">
                  <c:v>99.98</c:v>
                </c:pt>
                <c:pt idx="63948">
                  <c:v>55.98</c:v>
                </c:pt>
                <c:pt idx="63949">
                  <c:v>59.98</c:v>
                </c:pt>
                <c:pt idx="63950">
                  <c:v>104.98</c:v>
                </c:pt>
                <c:pt idx="63951">
                  <c:v>111.56</c:v>
                </c:pt>
                <c:pt idx="63952">
                  <c:v>93.27</c:v>
                </c:pt>
                <c:pt idx="63953">
                  <c:v>94.96</c:v>
                </c:pt>
                <c:pt idx="63954">
                  <c:v>249.62</c:v>
                </c:pt>
                <c:pt idx="63955">
                  <c:v>172.97</c:v>
                </c:pt>
                <c:pt idx="63956">
                  <c:v>20.29</c:v>
                </c:pt>
                <c:pt idx="63957">
                  <c:v>37.47</c:v>
                </c:pt>
                <c:pt idx="63958">
                  <c:v>35.28</c:v>
                </c:pt>
                <c:pt idx="63959">
                  <c:v>71.98</c:v>
                </c:pt>
                <c:pt idx="63960">
                  <c:v>19.29</c:v>
                </c:pt>
                <c:pt idx="63961">
                  <c:v>56.3</c:v>
                </c:pt>
                <c:pt idx="63962">
                  <c:v>30.28</c:v>
                </c:pt>
                <c:pt idx="63963">
                  <c:v>80.98</c:v>
                </c:pt>
                <c:pt idx="63964">
                  <c:v>84.99</c:v>
                </c:pt>
                <c:pt idx="63965">
                  <c:v>48.98</c:v>
                </c:pt>
                <c:pt idx="63966">
                  <c:v>21.49</c:v>
                </c:pt>
                <c:pt idx="63967">
                  <c:v>65.98</c:v>
                </c:pt>
                <c:pt idx="63968">
                  <c:v>34.49</c:v>
                </c:pt>
                <c:pt idx="63969">
                  <c:v>55.97</c:v>
                </c:pt>
                <c:pt idx="63970">
                  <c:v>31.49</c:v>
                </c:pt>
                <c:pt idx="63971">
                  <c:v>140.94999999999999</c:v>
                </c:pt>
                <c:pt idx="63972">
                  <c:v>249.91</c:v>
                </c:pt>
                <c:pt idx="63973">
                  <c:v>229.9</c:v>
                </c:pt>
                <c:pt idx="63974">
                  <c:v>47.28</c:v>
                </c:pt>
                <c:pt idx="63975">
                  <c:v>51.98</c:v>
                </c:pt>
                <c:pt idx="63976">
                  <c:v>64.95</c:v>
                </c:pt>
                <c:pt idx="63977">
                  <c:v>164.54</c:v>
                </c:pt>
                <c:pt idx="63978">
                  <c:v>31.49</c:v>
                </c:pt>
                <c:pt idx="63979">
                  <c:v>94.98</c:v>
                </c:pt>
                <c:pt idx="63980">
                  <c:v>51.98</c:v>
                </c:pt>
                <c:pt idx="63981">
                  <c:v>91.96</c:v>
                </c:pt>
                <c:pt idx="63982">
                  <c:v>84.35</c:v>
                </c:pt>
                <c:pt idx="63983">
                  <c:v>51.98</c:v>
                </c:pt>
                <c:pt idx="63984">
                  <c:v>62.09</c:v>
                </c:pt>
                <c:pt idx="63985">
                  <c:v>31.48</c:v>
                </c:pt>
                <c:pt idx="63986">
                  <c:v>26.49</c:v>
                </c:pt>
                <c:pt idx="63987">
                  <c:v>59.98</c:v>
                </c:pt>
                <c:pt idx="63988">
                  <c:v>432.61</c:v>
                </c:pt>
                <c:pt idx="63989">
                  <c:v>74.95</c:v>
                </c:pt>
                <c:pt idx="63990">
                  <c:v>-26.98</c:v>
                </c:pt>
                <c:pt idx="63991">
                  <c:v>21.49</c:v>
                </c:pt>
                <c:pt idx="63992">
                  <c:v>79.84</c:v>
                </c:pt>
                <c:pt idx="63993">
                  <c:v>50.98</c:v>
                </c:pt>
                <c:pt idx="63994">
                  <c:v>203.92</c:v>
                </c:pt>
                <c:pt idx="63995">
                  <c:v>159.97999999999999</c:v>
                </c:pt>
                <c:pt idx="63996">
                  <c:v>236.62</c:v>
                </c:pt>
                <c:pt idx="63997">
                  <c:v>68.86</c:v>
                </c:pt>
                <c:pt idx="63998">
                  <c:v>77.97</c:v>
                </c:pt>
                <c:pt idx="63999">
                  <c:v>60.98</c:v>
                </c:pt>
                <c:pt idx="64000">
                  <c:v>-31.49</c:v>
                </c:pt>
                <c:pt idx="64001">
                  <c:v>141.97</c:v>
                </c:pt>
                <c:pt idx="64002">
                  <c:v>-149.94999999999999</c:v>
                </c:pt>
                <c:pt idx="64003">
                  <c:v>62.87</c:v>
                </c:pt>
                <c:pt idx="64004">
                  <c:v>21.29</c:v>
                </c:pt>
                <c:pt idx="64005">
                  <c:v>82.98</c:v>
                </c:pt>
                <c:pt idx="64006">
                  <c:v>75.98</c:v>
                </c:pt>
                <c:pt idx="64007">
                  <c:v>59.39</c:v>
                </c:pt>
                <c:pt idx="64008">
                  <c:v>59.96</c:v>
                </c:pt>
                <c:pt idx="64009">
                  <c:v>39.28</c:v>
                </c:pt>
                <c:pt idx="64010">
                  <c:v>131.97999999999999</c:v>
                </c:pt>
                <c:pt idx="64011">
                  <c:v>99.98</c:v>
                </c:pt>
                <c:pt idx="64012">
                  <c:v>54.99</c:v>
                </c:pt>
                <c:pt idx="64013">
                  <c:v>68.97</c:v>
                </c:pt>
                <c:pt idx="64014">
                  <c:v>41.09</c:v>
                </c:pt>
                <c:pt idx="64015">
                  <c:v>116.96</c:v>
                </c:pt>
                <c:pt idx="64016">
                  <c:v>51.98</c:v>
                </c:pt>
                <c:pt idx="64017">
                  <c:v>120.95</c:v>
                </c:pt>
                <c:pt idx="64018">
                  <c:v>50.97</c:v>
                </c:pt>
                <c:pt idx="64019">
                  <c:v>37.479999999999997</c:v>
                </c:pt>
                <c:pt idx="64020">
                  <c:v>56.98</c:v>
                </c:pt>
                <c:pt idx="64021">
                  <c:v>89.99</c:v>
                </c:pt>
                <c:pt idx="64022">
                  <c:v>71.88</c:v>
                </c:pt>
                <c:pt idx="64023">
                  <c:v>149.97</c:v>
                </c:pt>
                <c:pt idx="64024">
                  <c:v>86.35</c:v>
                </c:pt>
                <c:pt idx="64025">
                  <c:v>67.739999999999995</c:v>
                </c:pt>
                <c:pt idx="64026">
                  <c:v>65.98</c:v>
                </c:pt>
                <c:pt idx="64027">
                  <c:v>197.97</c:v>
                </c:pt>
                <c:pt idx="64028">
                  <c:v>53.46</c:v>
                </c:pt>
                <c:pt idx="64029">
                  <c:v>97.93</c:v>
                </c:pt>
                <c:pt idx="64030">
                  <c:v>87.47</c:v>
                </c:pt>
                <c:pt idx="64031">
                  <c:v>20.29</c:v>
                </c:pt>
                <c:pt idx="64032">
                  <c:v>115.38</c:v>
                </c:pt>
                <c:pt idx="64033">
                  <c:v>39.49</c:v>
                </c:pt>
                <c:pt idx="64034">
                  <c:v>135.41999999999999</c:v>
                </c:pt>
                <c:pt idx="64035">
                  <c:v>46.98</c:v>
                </c:pt>
                <c:pt idx="64036">
                  <c:v>65.98</c:v>
                </c:pt>
                <c:pt idx="64037">
                  <c:v>51.29</c:v>
                </c:pt>
                <c:pt idx="64038">
                  <c:v>55.98</c:v>
                </c:pt>
                <c:pt idx="64039">
                  <c:v>13.29</c:v>
                </c:pt>
                <c:pt idx="64040">
                  <c:v>135.91999999999999</c:v>
                </c:pt>
                <c:pt idx="64041">
                  <c:v>71.94</c:v>
                </c:pt>
                <c:pt idx="64042">
                  <c:v>220.14</c:v>
                </c:pt>
                <c:pt idx="64043">
                  <c:v>131.96</c:v>
                </c:pt>
                <c:pt idx="64044">
                  <c:v>24.18</c:v>
                </c:pt>
                <c:pt idx="64045">
                  <c:v>90.73</c:v>
                </c:pt>
                <c:pt idx="64046">
                  <c:v>59.99</c:v>
                </c:pt>
                <c:pt idx="64047">
                  <c:v>51.98</c:v>
                </c:pt>
                <c:pt idx="64048">
                  <c:v>105.23</c:v>
                </c:pt>
                <c:pt idx="64049">
                  <c:v>263.95999999999998</c:v>
                </c:pt>
                <c:pt idx="64050">
                  <c:v>104.97</c:v>
                </c:pt>
                <c:pt idx="64051">
                  <c:v>53.96</c:v>
                </c:pt>
                <c:pt idx="64052">
                  <c:v>263.95999999999998</c:v>
                </c:pt>
                <c:pt idx="64053">
                  <c:v>68.97</c:v>
                </c:pt>
                <c:pt idx="64054">
                  <c:v>169.9</c:v>
                </c:pt>
                <c:pt idx="64055">
                  <c:v>33.49</c:v>
                </c:pt>
                <c:pt idx="64056">
                  <c:v>63.96</c:v>
                </c:pt>
                <c:pt idx="64057">
                  <c:v>66.53</c:v>
                </c:pt>
                <c:pt idx="64058">
                  <c:v>80.95</c:v>
                </c:pt>
                <c:pt idx="64059">
                  <c:v>111.96</c:v>
                </c:pt>
                <c:pt idx="64060">
                  <c:v>86.96</c:v>
                </c:pt>
                <c:pt idx="64061">
                  <c:v>159.69999999999999</c:v>
                </c:pt>
                <c:pt idx="64062">
                  <c:v>85.97</c:v>
                </c:pt>
                <c:pt idx="64063">
                  <c:v>21.48</c:v>
                </c:pt>
                <c:pt idx="64064">
                  <c:v>183.96</c:v>
                </c:pt>
                <c:pt idx="64065">
                  <c:v>69.95</c:v>
                </c:pt>
                <c:pt idx="64066">
                  <c:v>65.98</c:v>
                </c:pt>
                <c:pt idx="64067">
                  <c:v>12.49</c:v>
                </c:pt>
                <c:pt idx="64068">
                  <c:v>51.98</c:v>
                </c:pt>
                <c:pt idx="64069">
                  <c:v>59.98</c:v>
                </c:pt>
                <c:pt idx="64070">
                  <c:v>55.98</c:v>
                </c:pt>
                <c:pt idx="64071">
                  <c:v>34.49</c:v>
                </c:pt>
                <c:pt idx="64072">
                  <c:v>62.9</c:v>
                </c:pt>
                <c:pt idx="64073">
                  <c:v>59.98</c:v>
                </c:pt>
                <c:pt idx="64074">
                  <c:v>120.96</c:v>
                </c:pt>
                <c:pt idx="64075">
                  <c:v>34.28</c:v>
                </c:pt>
                <c:pt idx="64076">
                  <c:v>181.93</c:v>
                </c:pt>
                <c:pt idx="64077">
                  <c:v>38.19</c:v>
                </c:pt>
                <c:pt idx="64078">
                  <c:v>45.49</c:v>
                </c:pt>
                <c:pt idx="64079">
                  <c:v>123.96</c:v>
                </c:pt>
                <c:pt idx="64080">
                  <c:v>31.89</c:v>
                </c:pt>
                <c:pt idx="64081">
                  <c:v>52.48</c:v>
                </c:pt>
                <c:pt idx="64082">
                  <c:v>78.02</c:v>
                </c:pt>
                <c:pt idx="64083">
                  <c:v>76.97</c:v>
                </c:pt>
                <c:pt idx="64084">
                  <c:v>91.96</c:v>
                </c:pt>
                <c:pt idx="64085">
                  <c:v>61.98</c:v>
                </c:pt>
                <c:pt idx="64086">
                  <c:v>64.97</c:v>
                </c:pt>
                <c:pt idx="64087">
                  <c:v>84.66</c:v>
                </c:pt>
                <c:pt idx="64088">
                  <c:v>53.98</c:v>
                </c:pt>
                <c:pt idx="64089">
                  <c:v>59.99</c:v>
                </c:pt>
                <c:pt idx="64090">
                  <c:v>75.98</c:v>
                </c:pt>
                <c:pt idx="64091">
                  <c:v>27.48</c:v>
                </c:pt>
                <c:pt idx="64092">
                  <c:v>41.48</c:v>
                </c:pt>
                <c:pt idx="64093">
                  <c:v>69.989999999999995</c:v>
                </c:pt>
                <c:pt idx="64094">
                  <c:v>56.97</c:v>
                </c:pt>
                <c:pt idx="64095">
                  <c:v>55.97</c:v>
                </c:pt>
                <c:pt idx="64096">
                  <c:v>38.479999999999997</c:v>
                </c:pt>
                <c:pt idx="64097">
                  <c:v>51.49</c:v>
                </c:pt>
                <c:pt idx="64098">
                  <c:v>65.98</c:v>
                </c:pt>
                <c:pt idx="64099">
                  <c:v>75.98</c:v>
                </c:pt>
                <c:pt idx="64100">
                  <c:v>76.98</c:v>
                </c:pt>
                <c:pt idx="64101">
                  <c:v>59.98</c:v>
                </c:pt>
                <c:pt idx="64102">
                  <c:v>362.93</c:v>
                </c:pt>
                <c:pt idx="64103">
                  <c:v>54.98</c:v>
                </c:pt>
                <c:pt idx="64104">
                  <c:v>52.97</c:v>
                </c:pt>
                <c:pt idx="64105">
                  <c:v>125.98</c:v>
                </c:pt>
                <c:pt idx="64106">
                  <c:v>67.709999999999994</c:v>
                </c:pt>
                <c:pt idx="64107">
                  <c:v>17.239999999999998</c:v>
                </c:pt>
                <c:pt idx="64108">
                  <c:v>862.35</c:v>
                </c:pt>
                <c:pt idx="64109">
                  <c:v>50.49</c:v>
                </c:pt>
                <c:pt idx="64110">
                  <c:v>140.15</c:v>
                </c:pt>
                <c:pt idx="64111">
                  <c:v>59.97</c:v>
                </c:pt>
                <c:pt idx="64112">
                  <c:v>114.97</c:v>
                </c:pt>
                <c:pt idx="64113">
                  <c:v>65.959999999999994</c:v>
                </c:pt>
                <c:pt idx="64114">
                  <c:v>168.97</c:v>
                </c:pt>
                <c:pt idx="64115">
                  <c:v>94.33</c:v>
                </c:pt>
                <c:pt idx="64116">
                  <c:v>131.97999999999999</c:v>
                </c:pt>
                <c:pt idx="64117">
                  <c:v>116.97</c:v>
                </c:pt>
                <c:pt idx="64118">
                  <c:v>62.98</c:v>
                </c:pt>
                <c:pt idx="64119">
                  <c:v>244.97</c:v>
                </c:pt>
                <c:pt idx="64120">
                  <c:v>83.96</c:v>
                </c:pt>
                <c:pt idx="64121">
                  <c:v>16.489999999999998</c:v>
                </c:pt>
                <c:pt idx="64122">
                  <c:v>59.97</c:v>
                </c:pt>
                <c:pt idx="64123">
                  <c:v>60.98</c:v>
                </c:pt>
                <c:pt idx="64124">
                  <c:v>30.48</c:v>
                </c:pt>
                <c:pt idx="64125">
                  <c:v>61.98</c:v>
                </c:pt>
                <c:pt idx="64126">
                  <c:v>161.94</c:v>
                </c:pt>
                <c:pt idx="64127">
                  <c:v>60.98</c:v>
                </c:pt>
                <c:pt idx="64128">
                  <c:v>43.29</c:v>
                </c:pt>
                <c:pt idx="64129">
                  <c:v>89.98</c:v>
                </c:pt>
                <c:pt idx="64130">
                  <c:v>98.98</c:v>
                </c:pt>
                <c:pt idx="64131">
                  <c:v>84.99</c:v>
                </c:pt>
                <c:pt idx="64132">
                  <c:v>76.73</c:v>
                </c:pt>
                <c:pt idx="64133">
                  <c:v>32.49</c:v>
                </c:pt>
                <c:pt idx="64134">
                  <c:v>43.48</c:v>
                </c:pt>
                <c:pt idx="64135">
                  <c:v>63.96</c:v>
                </c:pt>
                <c:pt idx="64136">
                  <c:v>65.989999999999995</c:v>
                </c:pt>
                <c:pt idx="64137">
                  <c:v>139.94999999999999</c:v>
                </c:pt>
                <c:pt idx="64138">
                  <c:v>57.58</c:v>
                </c:pt>
                <c:pt idx="64139">
                  <c:v>111.96</c:v>
                </c:pt>
                <c:pt idx="64140">
                  <c:v>79.849999999999994</c:v>
                </c:pt>
                <c:pt idx="64141">
                  <c:v>70.98</c:v>
                </c:pt>
                <c:pt idx="64142">
                  <c:v>46.49</c:v>
                </c:pt>
                <c:pt idx="64143">
                  <c:v>61.98</c:v>
                </c:pt>
                <c:pt idx="64144">
                  <c:v>54.38</c:v>
                </c:pt>
                <c:pt idx="64145">
                  <c:v>64.95</c:v>
                </c:pt>
                <c:pt idx="64146">
                  <c:v>62.98</c:v>
                </c:pt>
                <c:pt idx="64147">
                  <c:v>99.99</c:v>
                </c:pt>
                <c:pt idx="64148">
                  <c:v>123.96</c:v>
                </c:pt>
                <c:pt idx="64149">
                  <c:v>15.29</c:v>
                </c:pt>
                <c:pt idx="64150">
                  <c:v>51.98</c:v>
                </c:pt>
                <c:pt idx="64151">
                  <c:v>68.97</c:v>
                </c:pt>
                <c:pt idx="64152">
                  <c:v>142.94999999999999</c:v>
                </c:pt>
                <c:pt idx="64153">
                  <c:v>61.98</c:v>
                </c:pt>
                <c:pt idx="64154">
                  <c:v>51.29</c:v>
                </c:pt>
                <c:pt idx="64155">
                  <c:v>387.1</c:v>
                </c:pt>
                <c:pt idx="64156">
                  <c:v>59.98</c:v>
                </c:pt>
                <c:pt idx="64157">
                  <c:v>84.99</c:v>
                </c:pt>
                <c:pt idx="64158">
                  <c:v>89.97</c:v>
                </c:pt>
                <c:pt idx="64159">
                  <c:v>96.76</c:v>
                </c:pt>
                <c:pt idx="64160">
                  <c:v>124.98</c:v>
                </c:pt>
                <c:pt idx="64161">
                  <c:v>87.1</c:v>
                </c:pt>
                <c:pt idx="64162">
                  <c:v>72.98</c:v>
                </c:pt>
                <c:pt idx="64163">
                  <c:v>20.49</c:v>
                </c:pt>
                <c:pt idx="64164">
                  <c:v>39.29</c:v>
                </c:pt>
                <c:pt idx="64165">
                  <c:v>172.44</c:v>
                </c:pt>
                <c:pt idx="64166">
                  <c:v>18.29</c:v>
                </c:pt>
                <c:pt idx="64167">
                  <c:v>224.45</c:v>
                </c:pt>
                <c:pt idx="64168">
                  <c:v>16.489999999999998</c:v>
                </c:pt>
                <c:pt idx="64169">
                  <c:v>41.49</c:v>
                </c:pt>
                <c:pt idx="64170">
                  <c:v>89.98</c:v>
                </c:pt>
                <c:pt idx="64171">
                  <c:v>79.819999999999993</c:v>
                </c:pt>
                <c:pt idx="64172">
                  <c:v>65.989999999999995</c:v>
                </c:pt>
                <c:pt idx="64173">
                  <c:v>141.52000000000001</c:v>
                </c:pt>
                <c:pt idx="64174">
                  <c:v>65.989999999999995</c:v>
                </c:pt>
                <c:pt idx="64175">
                  <c:v>54.77</c:v>
                </c:pt>
                <c:pt idx="64176">
                  <c:v>55.97</c:v>
                </c:pt>
                <c:pt idx="64177">
                  <c:v>71.989999999999995</c:v>
                </c:pt>
                <c:pt idx="64178">
                  <c:v>55.98</c:v>
                </c:pt>
                <c:pt idx="64179">
                  <c:v>129.97</c:v>
                </c:pt>
                <c:pt idx="64180">
                  <c:v>70.98</c:v>
                </c:pt>
                <c:pt idx="64181">
                  <c:v>50.38</c:v>
                </c:pt>
                <c:pt idx="64182">
                  <c:v>59.98</c:v>
                </c:pt>
                <c:pt idx="64183">
                  <c:v>31.28</c:v>
                </c:pt>
                <c:pt idx="64184">
                  <c:v>68.989999999999995</c:v>
                </c:pt>
                <c:pt idx="64185">
                  <c:v>55.98</c:v>
                </c:pt>
                <c:pt idx="64186">
                  <c:v>51.98</c:v>
                </c:pt>
                <c:pt idx="64187">
                  <c:v>148.97999999999999</c:v>
                </c:pt>
                <c:pt idx="64188">
                  <c:v>59.97</c:v>
                </c:pt>
                <c:pt idx="64189">
                  <c:v>148.96</c:v>
                </c:pt>
                <c:pt idx="64190">
                  <c:v>68.989999999999995</c:v>
                </c:pt>
                <c:pt idx="64191">
                  <c:v>302.87</c:v>
                </c:pt>
                <c:pt idx="64192">
                  <c:v>11.49</c:v>
                </c:pt>
                <c:pt idx="64193">
                  <c:v>41.49</c:v>
                </c:pt>
                <c:pt idx="64194">
                  <c:v>111.38</c:v>
                </c:pt>
                <c:pt idx="64195">
                  <c:v>169.98</c:v>
                </c:pt>
                <c:pt idx="64196">
                  <c:v>15.49</c:v>
                </c:pt>
                <c:pt idx="64197">
                  <c:v>173.55</c:v>
                </c:pt>
                <c:pt idx="64198">
                  <c:v>131.96</c:v>
                </c:pt>
                <c:pt idx="64199">
                  <c:v>155.94</c:v>
                </c:pt>
                <c:pt idx="64200">
                  <c:v>99.98</c:v>
                </c:pt>
                <c:pt idx="64201">
                  <c:v>46.49</c:v>
                </c:pt>
                <c:pt idx="64202">
                  <c:v>65.989999999999995</c:v>
                </c:pt>
                <c:pt idx="64203">
                  <c:v>15.49</c:v>
                </c:pt>
                <c:pt idx="64204">
                  <c:v>139.94999999999999</c:v>
                </c:pt>
                <c:pt idx="64205">
                  <c:v>123.4</c:v>
                </c:pt>
                <c:pt idx="64206">
                  <c:v>61.98</c:v>
                </c:pt>
                <c:pt idx="64207">
                  <c:v>15.49</c:v>
                </c:pt>
                <c:pt idx="64208">
                  <c:v>57.98</c:v>
                </c:pt>
                <c:pt idx="64209">
                  <c:v>46.29</c:v>
                </c:pt>
                <c:pt idx="64210">
                  <c:v>68.989999999999995</c:v>
                </c:pt>
                <c:pt idx="64211">
                  <c:v>65.98</c:v>
                </c:pt>
                <c:pt idx="64212">
                  <c:v>61.67</c:v>
                </c:pt>
                <c:pt idx="64213">
                  <c:v>44.49</c:v>
                </c:pt>
                <c:pt idx="64214">
                  <c:v>58.62</c:v>
                </c:pt>
                <c:pt idx="64215">
                  <c:v>186.47</c:v>
                </c:pt>
                <c:pt idx="64216">
                  <c:v>84.96</c:v>
                </c:pt>
                <c:pt idx="64217">
                  <c:v>34.49</c:v>
                </c:pt>
                <c:pt idx="64218">
                  <c:v>61.98</c:v>
                </c:pt>
                <c:pt idx="64219">
                  <c:v>67.739999999999995</c:v>
                </c:pt>
                <c:pt idx="64220">
                  <c:v>27.79</c:v>
                </c:pt>
                <c:pt idx="64221">
                  <c:v>154.96</c:v>
                </c:pt>
                <c:pt idx="64222">
                  <c:v>35.369999999999997</c:v>
                </c:pt>
                <c:pt idx="64223">
                  <c:v>275.86</c:v>
                </c:pt>
                <c:pt idx="64224">
                  <c:v>61.66</c:v>
                </c:pt>
                <c:pt idx="64225">
                  <c:v>126.28</c:v>
                </c:pt>
                <c:pt idx="64226">
                  <c:v>89.97</c:v>
                </c:pt>
                <c:pt idx="64227">
                  <c:v>82.78</c:v>
                </c:pt>
                <c:pt idx="64228">
                  <c:v>29.28</c:v>
                </c:pt>
                <c:pt idx="64229">
                  <c:v>261.39999999999998</c:v>
                </c:pt>
                <c:pt idx="64230">
                  <c:v>163.46</c:v>
                </c:pt>
                <c:pt idx="64231">
                  <c:v>11.49</c:v>
                </c:pt>
                <c:pt idx="64232">
                  <c:v>333.95</c:v>
                </c:pt>
                <c:pt idx="64233">
                  <c:v>49.99</c:v>
                </c:pt>
                <c:pt idx="64234">
                  <c:v>51.98</c:v>
                </c:pt>
                <c:pt idx="64235">
                  <c:v>16.27</c:v>
                </c:pt>
                <c:pt idx="64236">
                  <c:v>98.97</c:v>
                </c:pt>
                <c:pt idx="64237">
                  <c:v>13.29</c:v>
                </c:pt>
                <c:pt idx="64238">
                  <c:v>181.93</c:v>
                </c:pt>
                <c:pt idx="64239">
                  <c:v>39.99</c:v>
                </c:pt>
                <c:pt idx="64240">
                  <c:v>78.97</c:v>
                </c:pt>
                <c:pt idx="64241">
                  <c:v>35.479999999999997</c:v>
                </c:pt>
                <c:pt idx="64242">
                  <c:v>51.49</c:v>
                </c:pt>
                <c:pt idx="64243">
                  <c:v>50.98</c:v>
                </c:pt>
                <c:pt idx="64244">
                  <c:v>29.62</c:v>
                </c:pt>
                <c:pt idx="64245">
                  <c:v>19.48</c:v>
                </c:pt>
                <c:pt idx="64246">
                  <c:v>27.48</c:v>
                </c:pt>
                <c:pt idx="64247">
                  <c:v>28.49</c:v>
                </c:pt>
                <c:pt idx="64248">
                  <c:v>61.98</c:v>
                </c:pt>
                <c:pt idx="64249">
                  <c:v>8.09</c:v>
                </c:pt>
                <c:pt idx="64250">
                  <c:v>12.49</c:v>
                </c:pt>
                <c:pt idx="64251">
                  <c:v>50.48</c:v>
                </c:pt>
                <c:pt idx="64252">
                  <c:v>59.96</c:v>
                </c:pt>
                <c:pt idx="64253">
                  <c:v>61.98</c:v>
                </c:pt>
                <c:pt idx="64254">
                  <c:v>13.29</c:v>
                </c:pt>
                <c:pt idx="64255">
                  <c:v>185.94</c:v>
                </c:pt>
                <c:pt idx="64256">
                  <c:v>55.98</c:v>
                </c:pt>
                <c:pt idx="64257">
                  <c:v>79.98</c:v>
                </c:pt>
                <c:pt idx="64258">
                  <c:v>84.97</c:v>
                </c:pt>
                <c:pt idx="64259">
                  <c:v>83.96</c:v>
                </c:pt>
                <c:pt idx="64260">
                  <c:v>54.98</c:v>
                </c:pt>
                <c:pt idx="64261">
                  <c:v>30.48</c:v>
                </c:pt>
                <c:pt idx="64262">
                  <c:v>84.98</c:v>
                </c:pt>
                <c:pt idx="64263">
                  <c:v>107.9</c:v>
                </c:pt>
                <c:pt idx="64264">
                  <c:v>61.07</c:v>
                </c:pt>
                <c:pt idx="64265">
                  <c:v>55.97</c:v>
                </c:pt>
                <c:pt idx="64266">
                  <c:v>120.96</c:v>
                </c:pt>
                <c:pt idx="64267">
                  <c:v>79.959999999999994</c:v>
                </c:pt>
                <c:pt idx="64268">
                  <c:v>168.89</c:v>
                </c:pt>
                <c:pt idx="64269">
                  <c:v>79.97</c:v>
                </c:pt>
                <c:pt idx="64270">
                  <c:v>52.98</c:v>
                </c:pt>
                <c:pt idx="64271">
                  <c:v>36.19</c:v>
                </c:pt>
                <c:pt idx="64272">
                  <c:v>68.989999999999995</c:v>
                </c:pt>
                <c:pt idx="64273">
                  <c:v>15.29</c:v>
                </c:pt>
                <c:pt idx="64274">
                  <c:v>169.98</c:v>
                </c:pt>
                <c:pt idx="64275">
                  <c:v>53.46</c:v>
                </c:pt>
                <c:pt idx="64276">
                  <c:v>98.97</c:v>
                </c:pt>
                <c:pt idx="64277">
                  <c:v>68.989999999999995</c:v>
                </c:pt>
                <c:pt idx="64278">
                  <c:v>54.98</c:v>
                </c:pt>
                <c:pt idx="64279">
                  <c:v>131.97999999999999</c:v>
                </c:pt>
                <c:pt idx="64280">
                  <c:v>139.94999999999999</c:v>
                </c:pt>
                <c:pt idx="64281">
                  <c:v>22.09</c:v>
                </c:pt>
                <c:pt idx="64282">
                  <c:v>-1.3</c:v>
                </c:pt>
                <c:pt idx="64283">
                  <c:v>34.29</c:v>
                </c:pt>
                <c:pt idx="64284">
                  <c:v>158.94999999999999</c:v>
                </c:pt>
                <c:pt idx="64285">
                  <c:v>53.97</c:v>
                </c:pt>
                <c:pt idx="64286">
                  <c:v>56.97</c:v>
                </c:pt>
                <c:pt idx="64287">
                  <c:v>65.989999999999995</c:v>
                </c:pt>
                <c:pt idx="64288">
                  <c:v>104.97</c:v>
                </c:pt>
                <c:pt idx="64289">
                  <c:v>30.98</c:v>
                </c:pt>
                <c:pt idx="64290">
                  <c:v>61.98</c:v>
                </c:pt>
                <c:pt idx="64291">
                  <c:v>111.96</c:v>
                </c:pt>
                <c:pt idx="64292">
                  <c:v>55.98</c:v>
                </c:pt>
                <c:pt idx="64293">
                  <c:v>60.98</c:v>
                </c:pt>
                <c:pt idx="64294">
                  <c:v>130.66</c:v>
                </c:pt>
                <c:pt idx="64295">
                  <c:v>-112.49</c:v>
                </c:pt>
                <c:pt idx="64296">
                  <c:v>194.16</c:v>
                </c:pt>
                <c:pt idx="64297">
                  <c:v>55.98</c:v>
                </c:pt>
                <c:pt idx="64298">
                  <c:v>321.86</c:v>
                </c:pt>
                <c:pt idx="64299">
                  <c:v>20.55</c:v>
                </c:pt>
                <c:pt idx="64300">
                  <c:v>59.95</c:v>
                </c:pt>
                <c:pt idx="64301">
                  <c:v>96.79</c:v>
                </c:pt>
                <c:pt idx="64302">
                  <c:v>50.98</c:v>
                </c:pt>
                <c:pt idx="64303">
                  <c:v>84.99</c:v>
                </c:pt>
                <c:pt idx="64304">
                  <c:v>65.989999999999995</c:v>
                </c:pt>
                <c:pt idx="64305">
                  <c:v>225.45</c:v>
                </c:pt>
                <c:pt idx="64306">
                  <c:v>99.98</c:v>
                </c:pt>
                <c:pt idx="64307">
                  <c:v>50.97</c:v>
                </c:pt>
                <c:pt idx="64308">
                  <c:v>17.489999999999998</c:v>
                </c:pt>
                <c:pt idx="64309">
                  <c:v>71.97</c:v>
                </c:pt>
                <c:pt idx="64310">
                  <c:v>67.87</c:v>
                </c:pt>
                <c:pt idx="64311">
                  <c:v>55.97</c:v>
                </c:pt>
                <c:pt idx="64312">
                  <c:v>152.94</c:v>
                </c:pt>
                <c:pt idx="64313">
                  <c:v>58.98</c:v>
                </c:pt>
                <c:pt idx="64314">
                  <c:v>59.98</c:v>
                </c:pt>
                <c:pt idx="64315">
                  <c:v>54.99</c:v>
                </c:pt>
                <c:pt idx="64316">
                  <c:v>56.09</c:v>
                </c:pt>
                <c:pt idx="64317">
                  <c:v>53.98</c:v>
                </c:pt>
                <c:pt idx="64318">
                  <c:v>249.93</c:v>
                </c:pt>
                <c:pt idx="64319">
                  <c:v>37.47</c:v>
                </c:pt>
                <c:pt idx="64320">
                  <c:v>-49.95</c:v>
                </c:pt>
                <c:pt idx="64321">
                  <c:v>68.989999999999995</c:v>
                </c:pt>
                <c:pt idx="64322">
                  <c:v>31.93</c:v>
                </c:pt>
                <c:pt idx="64323">
                  <c:v>61.97</c:v>
                </c:pt>
                <c:pt idx="64324">
                  <c:v>31.48</c:v>
                </c:pt>
                <c:pt idx="64325">
                  <c:v>116.96</c:v>
                </c:pt>
                <c:pt idx="64326">
                  <c:v>68.97</c:v>
                </c:pt>
                <c:pt idx="64327">
                  <c:v>84.12</c:v>
                </c:pt>
                <c:pt idx="64328">
                  <c:v>335.88</c:v>
                </c:pt>
                <c:pt idx="64329">
                  <c:v>83.96</c:v>
                </c:pt>
                <c:pt idx="64330">
                  <c:v>92.96</c:v>
                </c:pt>
                <c:pt idx="64331">
                  <c:v>89.98</c:v>
                </c:pt>
                <c:pt idx="64332">
                  <c:v>135.94999999999999</c:v>
                </c:pt>
                <c:pt idx="64333">
                  <c:v>64.98</c:v>
                </c:pt>
                <c:pt idx="64334">
                  <c:v>22.99</c:v>
                </c:pt>
                <c:pt idx="64335">
                  <c:v>82.76</c:v>
                </c:pt>
                <c:pt idx="64336">
                  <c:v>113.95</c:v>
                </c:pt>
                <c:pt idx="64337">
                  <c:v>88.29</c:v>
                </c:pt>
                <c:pt idx="64338">
                  <c:v>31.33</c:v>
                </c:pt>
                <c:pt idx="64339">
                  <c:v>51.29</c:v>
                </c:pt>
                <c:pt idx="64340">
                  <c:v>84.98</c:v>
                </c:pt>
                <c:pt idx="64341">
                  <c:v>107.94</c:v>
                </c:pt>
                <c:pt idx="64342">
                  <c:v>61.98</c:v>
                </c:pt>
                <c:pt idx="64343">
                  <c:v>75.97</c:v>
                </c:pt>
                <c:pt idx="64344">
                  <c:v>-17.489999999999998</c:v>
                </c:pt>
                <c:pt idx="64345">
                  <c:v>96.87</c:v>
                </c:pt>
                <c:pt idx="64346">
                  <c:v>61.98</c:v>
                </c:pt>
                <c:pt idx="64347">
                  <c:v>-31.33</c:v>
                </c:pt>
                <c:pt idx="64348">
                  <c:v>51.29</c:v>
                </c:pt>
                <c:pt idx="64349">
                  <c:v>49.55</c:v>
                </c:pt>
                <c:pt idx="64350">
                  <c:v>76.489999999999995</c:v>
                </c:pt>
                <c:pt idx="64351">
                  <c:v>65.28</c:v>
                </c:pt>
                <c:pt idx="64352">
                  <c:v>175.87</c:v>
                </c:pt>
                <c:pt idx="64353">
                  <c:v>118.78</c:v>
                </c:pt>
                <c:pt idx="64354">
                  <c:v>-1.2</c:v>
                </c:pt>
                <c:pt idx="64355">
                  <c:v>131.97999999999999</c:v>
                </c:pt>
                <c:pt idx="64356">
                  <c:v>33.479999999999997</c:v>
                </c:pt>
                <c:pt idx="64357">
                  <c:v>114.89</c:v>
                </c:pt>
                <c:pt idx="64358">
                  <c:v>111.26</c:v>
                </c:pt>
                <c:pt idx="64359">
                  <c:v>51.98</c:v>
                </c:pt>
                <c:pt idx="64360">
                  <c:v>68.97</c:v>
                </c:pt>
                <c:pt idx="64361">
                  <c:v>188.97</c:v>
                </c:pt>
                <c:pt idx="64362">
                  <c:v>92.46</c:v>
                </c:pt>
                <c:pt idx="64363">
                  <c:v>107.94</c:v>
                </c:pt>
                <c:pt idx="64364">
                  <c:v>26.29</c:v>
                </c:pt>
                <c:pt idx="64365">
                  <c:v>77.42</c:v>
                </c:pt>
                <c:pt idx="64366">
                  <c:v>135.47</c:v>
                </c:pt>
                <c:pt idx="64367">
                  <c:v>99.98</c:v>
                </c:pt>
                <c:pt idx="64368">
                  <c:v>59.98</c:v>
                </c:pt>
                <c:pt idx="64369">
                  <c:v>61.98</c:v>
                </c:pt>
                <c:pt idx="64370">
                  <c:v>56.97</c:v>
                </c:pt>
                <c:pt idx="64371">
                  <c:v>77.97</c:v>
                </c:pt>
                <c:pt idx="64372">
                  <c:v>112.17</c:v>
                </c:pt>
                <c:pt idx="64373">
                  <c:v>80.89</c:v>
                </c:pt>
                <c:pt idx="64374">
                  <c:v>65.989999999999995</c:v>
                </c:pt>
                <c:pt idx="64375">
                  <c:v>95.96</c:v>
                </c:pt>
                <c:pt idx="64376">
                  <c:v>27.28</c:v>
                </c:pt>
                <c:pt idx="64377">
                  <c:v>69.98</c:v>
                </c:pt>
                <c:pt idx="64378">
                  <c:v>84.98</c:v>
                </c:pt>
                <c:pt idx="64379">
                  <c:v>51.98</c:v>
                </c:pt>
                <c:pt idx="64380">
                  <c:v>55.97</c:v>
                </c:pt>
                <c:pt idx="64381">
                  <c:v>59.96</c:v>
                </c:pt>
                <c:pt idx="64382">
                  <c:v>85.94</c:v>
                </c:pt>
                <c:pt idx="64383">
                  <c:v>61.98</c:v>
                </c:pt>
                <c:pt idx="64384">
                  <c:v>161.96</c:v>
                </c:pt>
                <c:pt idx="64385">
                  <c:v>86.98</c:v>
                </c:pt>
                <c:pt idx="64386">
                  <c:v>64.98</c:v>
                </c:pt>
                <c:pt idx="64387">
                  <c:v>23.59</c:v>
                </c:pt>
                <c:pt idx="64388">
                  <c:v>113.96</c:v>
                </c:pt>
                <c:pt idx="64389">
                  <c:v>91.96</c:v>
                </c:pt>
                <c:pt idx="64390">
                  <c:v>149.97</c:v>
                </c:pt>
                <c:pt idx="64391">
                  <c:v>169.98</c:v>
                </c:pt>
                <c:pt idx="64392">
                  <c:v>11.19</c:v>
                </c:pt>
                <c:pt idx="64393">
                  <c:v>84.99</c:v>
                </c:pt>
                <c:pt idx="64394">
                  <c:v>57.98</c:v>
                </c:pt>
                <c:pt idx="64395">
                  <c:v>59.96</c:v>
                </c:pt>
                <c:pt idx="64396">
                  <c:v>50.48</c:v>
                </c:pt>
                <c:pt idx="64397">
                  <c:v>85.97</c:v>
                </c:pt>
                <c:pt idx="64398">
                  <c:v>75.97</c:v>
                </c:pt>
                <c:pt idx="64399">
                  <c:v>26.6</c:v>
                </c:pt>
                <c:pt idx="64400">
                  <c:v>6.99</c:v>
                </c:pt>
                <c:pt idx="64401">
                  <c:v>43.49</c:v>
                </c:pt>
                <c:pt idx="64402">
                  <c:v>39.49</c:v>
                </c:pt>
                <c:pt idx="64403">
                  <c:v>127.97</c:v>
                </c:pt>
                <c:pt idx="64404">
                  <c:v>43.28</c:v>
                </c:pt>
                <c:pt idx="64405">
                  <c:v>67.98</c:v>
                </c:pt>
                <c:pt idx="64406">
                  <c:v>12.99</c:v>
                </c:pt>
                <c:pt idx="64407">
                  <c:v>197.97</c:v>
                </c:pt>
                <c:pt idx="64408">
                  <c:v>97.15</c:v>
                </c:pt>
                <c:pt idx="64409">
                  <c:v>169.98</c:v>
                </c:pt>
                <c:pt idx="64410">
                  <c:v>61.98</c:v>
                </c:pt>
                <c:pt idx="64411">
                  <c:v>62.57</c:v>
                </c:pt>
                <c:pt idx="64412">
                  <c:v>172.35</c:v>
                </c:pt>
                <c:pt idx="64413">
                  <c:v>54.99</c:v>
                </c:pt>
                <c:pt idx="64414">
                  <c:v>56.97</c:v>
                </c:pt>
                <c:pt idx="64415">
                  <c:v>63.96</c:v>
                </c:pt>
                <c:pt idx="64416">
                  <c:v>324.22000000000003</c:v>
                </c:pt>
                <c:pt idx="64417">
                  <c:v>76.180000000000007</c:v>
                </c:pt>
                <c:pt idx="64418">
                  <c:v>59.96</c:v>
                </c:pt>
                <c:pt idx="64419">
                  <c:v>11.49</c:v>
                </c:pt>
                <c:pt idx="64420">
                  <c:v>16.489999999999998</c:v>
                </c:pt>
                <c:pt idx="64421">
                  <c:v>39.54</c:v>
                </c:pt>
                <c:pt idx="64422">
                  <c:v>-47.96</c:v>
                </c:pt>
                <c:pt idx="64423">
                  <c:v>69.98</c:v>
                </c:pt>
                <c:pt idx="64424">
                  <c:v>38.479999999999997</c:v>
                </c:pt>
                <c:pt idx="64425">
                  <c:v>152.97999999999999</c:v>
                </c:pt>
                <c:pt idx="64426">
                  <c:v>121.96</c:v>
                </c:pt>
                <c:pt idx="64427">
                  <c:v>100.98</c:v>
                </c:pt>
                <c:pt idx="64428">
                  <c:v>26.6</c:v>
                </c:pt>
                <c:pt idx="64429">
                  <c:v>56.97</c:v>
                </c:pt>
                <c:pt idx="64430">
                  <c:v>103.46</c:v>
                </c:pt>
                <c:pt idx="64431">
                  <c:v>99.98</c:v>
                </c:pt>
                <c:pt idx="64432">
                  <c:v>-25.79</c:v>
                </c:pt>
                <c:pt idx="64433">
                  <c:v>181.95</c:v>
                </c:pt>
                <c:pt idx="64434">
                  <c:v>94.98</c:v>
                </c:pt>
                <c:pt idx="64435">
                  <c:v>83.98</c:v>
                </c:pt>
                <c:pt idx="64436">
                  <c:v>281.14</c:v>
                </c:pt>
                <c:pt idx="64437">
                  <c:v>93.56</c:v>
                </c:pt>
                <c:pt idx="64438">
                  <c:v>77.39</c:v>
                </c:pt>
                <c:pt idx="64439">
                  <c:v>84.99</c:v>
                </c:pt>
                <c:pt idx="64440">
                  <c:v>52.98</c:v>
                </c:pt>
                <c:pt idx="64441">
                  <c:v>179.96</c:v>
                </c:pt>
                <c:pt idx="64442">
                  <c:v>82.26</c:v>
                </c:pt>
                <c:pt idx="64443">
                  <c:v>68.97</c:v>
                </c:pt>
                <c:pt idx="64444">
                  <c:v>43.54</c:v>
                </c:pt>
                <c:pt idx="64445">
                  <c:v>159.69999999999999</c:v>
                </c:pt>
                <c:pt idx="64446">
                  <c:v>118.55</c:v>
                </c:pt>
                <c:pt idx="64447">
                  <c:v>16.489999999999998</c:v>
                </c:pt>
                <c:pt idx="64448">
                  <c:v>114.97</c:v>
                </c:pt>
                <c:pt idx="64449">
                  <c:v>104.97</c:v>
                </c:pt>
                <c:pt idx="64450">
                  <c:v>109.96</c:v>
                </c:pt>
                <c:pt idx="64451">
                  <c:v>65.319999999999993</c:v>
                </c:pt>
                <c:pt idx="64452">
                  <c:v>51.98</c:v>
                </c:pt>
                <c:pt idx="64453">
                  <c:v>55.48</c:v>
                </c:pt>
                <c:pt idx="64454">
                  <c:v>51.96</c:v>
                </c:pt>
                <c:pt idx="64455">
                  <c:v>110.98</c:v>
                </c:pt>
                <c:pt idx="64456">
                  <c:v>34.18</c:v>
                </c:pt>
                <c:pt idx="64457">
                  <c:v>62.87</c:v>
                </c:pt>
                <c:pt idx="64458">
                  <c:v>94.47</c:v>
                </c:pt>
                <c:pt idx="64459">
                  <c:v>99.98</c:v>
                </c:pt>
                <c:pt idx="64460">
                  <c:v>54.95</c:v>
                </c:pt>
                <c:pt idx="64461">
                  <c:v>59.99</c:v>
                </c:pt>
                <c:pt idx="64462">
                  <c:v>32.51</c:v>
                </c:pt>
                <c:pt idx="64463">
                  <c:v>19.309999999999999</c:v>
                </c:pt>
                <c:pt idx="64464">
                  <c:v>99.97</c:v>
                </c:pt>
                <c:pt idx="64465">
                  <c:v>53.98</c:v>
                </c:pt>
                <c:pt idx="64466">
                  <c:v>184.97</c:v>
                </c:pt>
                <c:pt idx="64467">
                  <c:v>39.49</c:v>
                </c:pt>
                <c:pt idx="64468">
                  <c:v>119.98</c:v>
                </c:pt>
                <c:pt idx="64469">
                  <c:v>31.44</c:v>
                </c:pt>
                <c:pt idx="64470">
                  <c:v>59.39</c:v>
                </c:pt>
                <c:pt idx="64471">
                  <c:v>55.98</c:v>
                </c:pt>
                <c:pt idx="64472">
                  <c:v>106.97</c:v>
                </c:pt>
                <c:pt idx="64473">
                  <c:v>77.42</c:v>
                </c:pt>
                <c:pt idx="64474">
                  <c:v>55.98</c:v>
                </c:pt>
                <c:pt idx="64475">
                  <c:v>28.2</c:v>
                </c:pt>
                <c:pt idx="64476">
                  <c:v>25.79</c:v>
                </c:pt>
                <c:pt idx="64477">
                  <c:v>13.28</c:v>
                </c:pt>
                <c:pt idx="64478">
                  <c:v>21.49</c:v>
                </c:pt>
                <c:pt idx="64479">
                  <c:v>135.97</c:v>
                </c:pt>
                <c:pt idx="64480">
                  <c:v>107.97</c:v>
                </c:pt>
                <c:pt idx="64481">
                  <c:v>71.98</c:v>
                </c:pt>
                <c:pt idx="64482">
                  <c:v>53.98</c:v>
                </c:pt>
                <c:pt idx="64483">
                  <c:v>43.48</c:v>
                </c:pt>
                <c:pt idx="64484">
                  <c:v>67.989999999999995</c:v>
                </c:pt>
                <c:pt idx="64485">
                  <c:v>41.49</c:v>
                </c:pt>
                <c:pt idx="64486">
                  <c:v>62.04</c:v>
                </c:pt>
                <c:pt idx="64487">
                  <c:v>32.630000000000003</c:v>
                </c:pt>
                <c:pt idx="64488">
                  <c:v>222.93</c:v>
                </c:pt>
                <c:pt idx="64489">
                  <c:v>58.97</c:v>
                </c:pt>
                <c:pt idx="64490">
                  <c:v>59.97</c:v>
                </c:pt>
                <c:pt idx="64491">
                  <c:v>17.489999999999998</c:v>
                </c:pt>
                <c:pt idx="64492">
                  <c:v>36.47</c:v>
                </c:pt>
                <c:pt idx="64493">
                  <c:v>51.29</c:v>
                </c:pt>
                <c:pt idx="64494">
                  <c:v>116.1</c:v>
                </c:pt>
                <c:pt idx="64495">
                  <c:v>70.180000000000007</c:v>
                </c:pt>
                <c:pt idx="64496">
                  <c:v>61.98</c:v>
                </c:pt>
                <c:pt idx="64497">
                  <c:v>28.49</c:v>
                </c:pt>
                <c:pt idx="64498">
                  <c:v>99.98</c:v>
                </c:pt>
                <c:pt idx="64499">
                  <c:v>68.95</c:v>
                </c:pt>
                <c:pt idx="64500">
                  <c:v>99.98</c:v>
                </c:pt>
                <c:pt idx="64501">
                  <c:v>51.96</c:v>
                </c:pt>
                <c:pt idx="64502">
                  <c:v>119.96</c:v>
                </c:pt>
                <c:pt idx="64503">
                  <c:v>74.95</c:v>
                </c:pt>
                <c:pt idx="64504">
                  <c:v>84.99</c:v>
                </c:pt>
                <c:pt idx="64505">
                  <c:v>57.98</c:v>
                </c:pt>
                <c:pt idx="64506">
                  <c:v>59.39</c:v>
                </c:pt>
                <c:pt idx="64507">
                  <c:v>20.29</c:v>
                </c:pt>
                <c:pt idx="64508">
                  <c:v>65.98</c:v>
                </c:pt>
                <c:pt idx="64509">
                  <c:v>72.98</c:v>
                </c:pt>
                <c:pt idx="64510">
                  <c:v>51.29</c:v>
                </c:pt>
                <c:pt idx="64511">
                  <c:v>8.49</c:v>
                </c:pt>
                <c:pt idx="64512">
                  <c:v>55.98</c:v>
                </c:pt>
                <c:pt idx="64513">
                  <c:v>56.97</c:v>
                </c:pt>
                <c:pt idx="64514">
                  <c:v>84.98</c:v>
                </c:pt>
                <c:pt idx="64515">
                  <c:v>129.96</c:v>
                </c:pt>
                <c:pt idx="64516">
                  <c:v>164.95</c:v>
                </c:pt>
                <c:pt idx="64517">
                  <c:v>27.38</c:v>
                </c:pt>
                <c:pt idx="64518">
                  <c:v>193.48</c:v>
                </c:pt>
                <c:pt idx="64519">
                  <c:v>59.97</c:v>
                </c:pt>
                <c:pt idx="64520">
                  <c:v>68.97</c:v>
                </c:pt>
                <c:pt idx="64521">
                  <c:v>254.97</c:v>
                </c:pt>
                <c:pt idx="64522">
                  <c:v>65.98</c:v>
                </c:pt>
                <c:pt idx="64523">
                  <c:v>51.98</c:v>
                </c:pt>
                <c:pt idx="64524">
                  <c:v>51.96</c:v>
                </c:pt>
                <c:pt idx="64525">
                  <c:v>56.98</c:v>
                </c:pt>
                <c:pt idx="64526">
                  <c:v>99.23</c:v>
                </c:pt>
                <c:pt idx="64527">
                  <c:v>37.47</c:v>
                </c:pt>
                <c:pt idx="64528">
                  <c:v>129.94999999999999</c:v>
                </c:pt>
                <c:pt idx="64529">
                  <c:v>146.97</c:v>
                </c:pt>
                <c:pt idx="64530">
                  <c:v>53.59</c:v>
                </c:pt>
                <c:pt idx="64531">
                  <c:v>160.86000000000001</c:v>
                </c:pt>
                <c:pt idx="64532">
                  <c:v>74.95</c:v>
                </c:pt>
                <c:pt idx="64533">
                  <c:v>11.29</c:v>
                </c:pt>
                <c:pt idx="64534">
                  <c:v>167.94</c:v>
                </c:pt>
                <c:pt idx="64535">
                  <c:v>9.66</c:v>
                </c:pt>
                <c:pt idx="64536">
                  <c:v>36.49</c:v>
                </c:pt>
                <c:pt idx="64537">
                  <c:v>13.29</c:v>
                </c:pt>
                <c:pt idx="64538">
                  <c:v>33.479999999999997</c:v>
                </c:pt>
                <c:pt idx="64539">
                  <c:v>104.95</c:v>
                </c:pt>
                <c:pt idx="64540">
                  <c:v>19.29</c:v>
                </c:pt>
                <c:pt idx="64541">
                  <c:v>70.17</c:v>
                </c:pt>
                <c:pt idx="64542">
                  <c:v>80.930000000000007</c:v>
                </c:pt>
                <c:pt idx="64543">
                  <c:v>67.72</c:v>
                </c:pt>
                <c:pt idx="64544">
                  <c:v>35.479999999999997</c:v>
                </c:pt>
                <c:pt idx="64545">
                  <c:v>32.49</c:v>
                </c:pt>
                <c:pt idx="64546">
                  <c:v>64.98</c:v>
                </c:pt>
                <c:pt idx="64547">
                  <c:v>67.97</c:v>
                </c:pt>
                <c:pt idx="64548">
                  <c:v>63.98</c:v>
                </c:pt>
                <c:pt idx="64549">
                  <c:v>84.99</c:v>
                </c:pt>
                <c:pt idx="64550">
                  <c:v>79.849999999999994</c:v>
                </c:pt>
                <c:pt idx="64551">
                  <c:v>137.88999999999999</c:v>
                </c:pt>
                <c:pt idx="64552">
                  <c:v>31.49</c:v>
                </c:pt>
                <c:pt idx="64553">
                  <c:v>122.98</c:v>
                </c:pt>
                <c:pt idx="64554">
                  <c:v>65.989999999999995</c:v>
                </c:pt>
                <c:pt idx="64555">
                  <c:v>129.96</c:v>
                </c:pt>
                <c:pt idx="64556">
                  <c:v>90.69</c:v>
                </c:pt>
                <c:pt idx="64557">
                  <c:v>51.49</c:v>
                </c:pt>
                <c:pt idx="64558">
                  <c:v>160.46</c:v>
                </c:pt>
                <c:pt idx="64559">
                  <c:v>79.94</c:v>
                </c:pt>
                <c:pt idx="64560">
                  <c:v>95.97</c:v>
                </c:pt>
                <c:pt idx="64561">
                  <c:v>144.29</c:v>
                </c:pt>
                <c:pt idx="64562">
                  <c:v>13.49</c:v>
                </c:pt>
                <c:pt idx="64563">
                  <c:v>94.99</c:v>
                </c:pt>
                <c:pt idx="64564">
                  <c:v>24.48</c:v>
                </c:pt>
                <c:pt idx="64565">
                  <c:v>58.98</c:v>
                </c:pt>
                <c:pt idx="64566">
                  <c:v>84.99</c:v>
                </c:pt>
                <c:pt idx="64567">
                  <c:v>65.989999999999995</c:v>
                </c:pt>
                <c:pt idx="64568">
                  <c:v>70.87</c:v>
                </c:pt>
                <c:pt idx="64569">
                  <c:v>71.86</c:v>
                </c:pt>
                <c:pt idx="64570">
                  <c:v>68.97</c:v>
                </c:pt>
                <c:pt idx="64571">
                  <c:v>11.48</c:v>
                </c:pt>
                <c:pt idx="64572">
                  <c:v>38.479999999999997</c:v>
                </c:pt>
                <c:pt idx="64573">
                  <c:v>97.96</c:v>
                </c:pt>
                <c:pt idx="64574">
                  <c:v>55.98</c:v>
                </c:pt>
                <c:pt idx="64575">
                  <c:v>59.95</c:v>
                </c:pt>
                <c:pt idx="64576">
                  <c:v>119.96</c:v>
                </c:pt>
                <c:pt idx="64577">
                  <c:v>60.99</c:v>
                </c:pt>
                <c:pt idx="64578">
                  <c:v>25.99</c:v>
                </c:pt>
                <c:pt idx="64579">
                  <c:v>84.99</c:v>
                </c:pt>
                <c:pt idx="64580">
                  <c:v>133.94999999999999</c:v>
                </c:pt>
                <c:pt idx="64581">
                  <c:v>99.95</c:v>
                </c:pt>
                <c:pt idx="64582">
                  <c:v>297.94</c:v>
                </c:pt>
                <c:pt idx="64583">
                  <c:v>65.989999999999995</c:v>
                </c:pt>
                <c:pt idx="64584">
                  <c:v>37.479999999999997</c:v>
                </c:pt>
                <c:pt idx="64585">
                  <c:v>44.49</c:v>
                </c:pt>
                <c:pt idx="64586">
                  <c:v>66.53</c:v>
                </c:pt>
                <c:pt idx="64587">
                  <c:v>120.98</c:v>
                </c:pt>
                <c:pt idx="64588">
                  <c:v>58.97</c:v>
                </c:pt>
                <c:pt idx="64589">
                  <c:v>146.97</c:v>
                </c:pt>
                <c:pt idx="64590">
                  <c:v>64.11</c:v>
                </c:pt>
                <c:pt idx="64591">
                  <c:v>87.98</c:v>
                </c:pt>
                <c:pt idx="64592">
                  <c:v>59.98</c:v>
                </c:pt>
                <c:pt idx="64593">
                  <c:v>137.96</c:v>
                </c:pt>
                <c:pt idx="64594">
                  <c:v>76.489999999999995</c:v>
                </c:pt>
                <c:pt idx="64595">
                  <c:v>8.48</c:v>
                </c:pt>
                <c:pt idx="64596">
                  <c:v>53.98</c:v>
                </c:pt>
                <c:pt idx="64597">
                  <c:v>84.57</c:v>
                </c:pt>
                <c:pt idx="64598">
                  <c:v>61.98</c:v>
                </c:pt>
                <c:pt idx="64599">
                  <c:v>56.97</c:v>
                </c:pt>
                <c:pt idx="64600">
                  <c:v>118.53</c:v>
                </c:pt>
                <c:pt idx="64601">
                  <c:v>100.98</c:v>
                </c:pt>
                <c:pt idx="64602">
                  <c:v>13.99</c:v>
                </c:pt>
                <c:pt idx="64603">
                  <c:v>87.43</c:v>
                </c:pt>
                <c:pt idx="64604">
                  <c:v>62.04</c:v>
                </c:pt>
                <c:pt idx="64605">
                  <c:v>98.97</c:v>
                </c:pt>
                <c:pt idx="64606">
                  <c:v>50.48</c:v>
                </c:pt>
                <c:pt idx="64607">
                  <c:v>45.47</c:v>
                </c:pt>
                <c:pt idx="64608">
                  <c:v>89.97</c:v>
                </c:pt>
                <c:pt idx="64609">
                  <c:v>131.97999999999999</c:v>
                </c:pt>
                <c:pt idx="64610">
                  <c:v>16.47</c:v>
                </c:pt>
                <c:pt idx="64611">
                  <c:v>108.86</c:v>
                </c:pt>
                <c:pt idx="64612">
                  <c:v>112.98</c:v>
                </c:pt>
                <c:pt idx="64613">
                  <c:v>19.34</c:v>
                </c:pt>
                <c:pt idx="64614">
                  <c:v>68.97</c:v>
                </c:pt>
                <c:pt idx="64615">
                  <c:v>54.12</c:v>
                </c:pt>
                <c:pt idx="64616">
                  <c:v>26.28</c:v>
                </c:pt>
                <c:pt idx="64617">
                  <c:v>87.98</c:v>
                </c:pt>
                <c:pt idx="64618">
                  <c:v>61.69</c:v>
                </c:pt>
                <c:pt idx="64619">
                  <c:v>33.29</c:v>
                </c:pt>
                <c:pt idx="64620">
                  <c:v>51.96</c:v>
                </c:pt>
                <c:pt idx="64621">
                  <c:v>44.99</c:v>
                </c:pt>
                <c:pt idx="64622">
                  <c:v>102.56</c:v>
                </c:pt>
                <c:pt idx="64623">
                  <c:v>19.28</c:v>
                </c:pt>
                <c:pt idx="64624">
                  <c:v>53.97</c:v>
                </c:pt>
                <c:pt idx="64625">
                  <c:v>50.97</c:v>
                </c:pt>
                <c:pt idx="64626">
                  <c:v>27.79</c:v>
                </c:pt>
                <c:pt idx="64627">
                  <c:v>148.94999999999999</c:v>
                </c:pt>
                <c:pt idx="64628">
                  <c:v>65.98</c:v>
                </c:pt>
                <c:pt idx="64629">
                  <c:v>372.92</c:v>
                </c:pt>
                <c:pt idx="64630">
                  <c:v>105.28</c:v>
                </c:pt>
                <c:pt idx="64631">
                  <c:v>22.48</c:v>
                </c:pt>
                <c:pt idx="64632">
                  <c:v>98.97</c:v>
                </c:pt>
                <c:pt idx="64633">
                  <c:v>99.98</c:v>
                </c:pt>
                <c:pt idx="64634">
                  <c:v>69.97</c:v>
                </c:pt>
                <c:pt idx="64635">
                  <c:v>67.739999999999995</c:v>
                </c:pt>
                <c:pt idx="64636">
                  <c:v>66.53</c:v>
                </c:pt>
                <c:pt idx="64637">
                  <c:v>57.57</c:v>
                </c:pt>
                <c:pt idx="64638">
                  <c:v>206.97</c:v>
                </c:pt>
                <c:pt idx="64639">
                  <c:v>58.98</c:v>
                </c:pt>
                <c:pt idx="64640">
                  <c:v>49.99</c:v>
                </c:pt>
                <c:pt idx="64641">
                  <c:v>54.38</c:v>
                </c:pt>
                <c:pt idx="64642">
                  <c:v>37.99</c:v>
                </c:pt>
                <c:pt idx="64643">
                  <c:v>98.97</c:v>
                </c:pt>
                <c:pt idx="64644">
                  <c:v>63.98</c:v>
                </c:pt>
                <c:pt idx="64645">
                  <c:v>330.94</c:v>
                </c:pt>
                <c:pt idx="64646">
                  <c:v>65.989999999999995</c:v>
                </c:pt>
                <c:pt idx="64647">
                  <c:v>54.89</c:v>
                </c:pt>
                <c:pt idx="64648">
                  <c:v>63.97</c:v>
                </c:pt>
                <c:pt idx="64649">
                  <c:v>43.48</c:v>
                </c:pt>
                <c:pt idx="64650">
                  <c:v>51.47</c:v>
                </c:pt>
                <c:pt idx="64651">
                  <c:v>9.66</c:v>
                </c:pt>
                <c:pt idx="64652">
                  <c:v>52.98</c:v>
                </c:pt>
                <c:pt idx="64653">
                  <c:v>83.68</c:v>
                </c:pt>
                <c:pt idx="64654">
                  <c:v>149.96</c:v>
                </c:pt>
                <c:pt idx="64655">
                  <c:v>91.15</c:v>
                </c:pt>
                <c:pt idx="64656">
                  <c:v>65.989999999999995</c:v>
                </c:pt>
                <c:pt idx="64657">
                  <c:v>121.95</c:v>
                </c:pt>
                <c:pt idx="64658">
                  <c:v>52.08</c:v>
                </c:pt>
                <c:pt idx="64659">
                  <c:v>135.94</c:v>
                </c:pt>
                <c:pt idx="64660">
                  <c:v>84.99</c:v>
                </c:pt>
                <c:pt idx="64661">
                  <c:v>-104.95</c:v>
                </c:pt>
                <c:pt idx="64662">
                  <c:v>89.98</c:v>
                </c:pt>
                <c:pt idx="64663">
                  <c:v>63.98</c:v>
                </c:pt>
                <c:pt idx="64664">
                  <c:v>119.97</c:v>
                </c:pt>
                <c:pt idx="64665">
                  <c:v>169.98</c:v>
                </c:pt>
                <c:pt idx="64666">
                  <c:v>163.84</c:v>
                </c:pt>
                <c:pt idx="64667">
                  <c:v>89.97</c:v>
                </c:pt>
                <c:pt idx="64668">
                  <c:v>101.96</c:v>
                </c:pt>
                <c:pt idx="64669">
                  <c:v>53.98</c:v>
                </c:pt>
                <c:pt idx="64670">
                  <c:v>47.48</c:v>
                </c:pt>
                <c:pt idx="64671">
                  <c:v>61.98</c:v>
                </c:pt>
                <c:pt idx="64672">
                  <c:v>56.57</c:v>
                </c:pt>
                <c:pt idx="64673">
                  <c:v>34.49</c:v>
                </c:pt>
                <c:pt idx="64674">
                  <c:v>190.95</c:v>
                </c:pt>
                <c:pt idx="64675">
                  <c:v>65.97</c:v>
                </c:pt>
                <c:pt idx="64676">
                  <c:v>31.49</c:v>
                </c:pt>
                <c:pt idx="64677">
                  <c:v>77.97</c:v>
                </c:pt>
                <c:pt idx="64678">
                  <c:v>79.84</c:v>
                </c:pt>
                <c:pt idx="64679">
                  <c:v>153.96</c:v>
                </c:pt>
                <c:pt idx="64680">
                  <c:v>65.98</c:v>
                </c:pt>
                <c:pt idx="64681">
                  <c:v>43.29</c:v>
                </c:pt>
                <c:pt idx="64682">
                  <c:v>110.98</c:v>
                </c:pt>
                <c:pt idx="64683">
                  <c:v>77.97</c:v>
                </c:pt>
                <c:pt idx="64684">
                  <c:v>63.97</c:v>
                </c:pt>
                <c:pt idx="64685">
                  <c:v>55.96</c:v>
                </c:pt>
                <c:pt idx="64686">
                  <c:v>84.99</c:v>
                </c:pt>
                <c:pt idx="64687">
                  <c:v>71.98</c:v>
                </c:pt>
                <c:pt idx="64688">
                  <c:v>99.98</c:v>
                </c:pt>
                <c:pt idx="64689">
                  <c:v>61.98</c:v>
                </c:pt>
                <c:pt idx="64690">
                  <c:v>-1.2</c:v>
                </c:pt>
                <c:pt idx="64691">
                  <c:v>41.47</c:v>
                </c:pt>
                <c:pt idx="64692">
                  <c:v>82.97</c:v>
                </c:pt>
                <c:pt idx="64693">
                  <c:v>65.989999999999995</c:v>
                </c:pt>
                <c:pt idx="64694">
                  <c:v>24.18</c:v>
                </c:pt>
                <c:pt idx="64695">
                  <c:v>35.29</c:v>
                </c:pt>
                <c:pt idx="64696">
                  <c:v>47.48</c:v>
                </c:pt>
                <c:pt idx="64697">
                  <c:v>74.98</c:v>
                </c:pt>
                <c:pt idx="64698">
                  <c:v>11.19</c:v>
                </c:pt>
                <c:pt idx="64699">
                  <c:v>50.08</c:v>
                </c:pt>
                <c:pt idx="64700">
                  <c:v>79.989999999999995</c:v>
                </c:pt>
                <c:pt idx="64701">
                  <c:v>137.94</c:v>
                </c:pt>
                <c:pt idx="64702">
                  <c:v>44.75</c:v>
                </c:pt>
                <c:pt idx="64703">
                  <c:v>81.03</c:v>
                </c:pt>
                <c:pt idx="64704">
                  <c:v>54.67</c:v>
                </c:pt>
                <c:pt idx="64705">
                  <c:v>25.29</c:v>
                </c:pt>
                <c:pt idx="64706">
                  <c:v>23.18</c:v>
                </c:pt>
                <c:pt idx="64707">
                  <c:v>115.96</c:v>
                </c:pt>
                <c:pt idx="64708">
                  <c:v>63.83</c:v>
                </c:pt>
                <c:pt idx="64709">
                  <c:v>79.849999999999994</c:v>
                </c:pt>
                <c:pt idx="64710">
                  <c:v>51.98</c:v>
                </c:pt>
                <c:pt idx="64711">
                  <c:v>164.95</c:v>
                </c:pt>
                <c:pt idx="64712">
                  <c:v>21.08</c:v>
                </c:pt>
                <c:pt idx="64713">
                  <c:v>51.98</c:v>
                </c:pt>
                <c:pt idx="64714">
                  <c:v>24.18</c:v>
                </c:pt>
                <c:pt idx="64715">
                  <c:v>59.98</c:v>
                </c:pt>
                <c:pt idx="64716">
                  <c:v>59.98</c:v>
                </c:pt>
                <c:pt idx="64717">
                  <c:v>67.709999999999994</c:v>
                </c:pt>
                <c:pt idx="64718">
                  <c:v>77.75</c:v>
                </c:pt>
                <c:pt idx="64719">
                  <c:v>65.989999999999995</c:v>
                </c:pt>
                <c:pt idx="64720">
                  <c:v>69.989999999999995</c:v>
                </c:pt>
                <c:pt idx="64721">
                  <c:v>99.98</c:v>
                </c:pt>
                <c:pt idx="64722">
                  <c:v>84.99</c:v>
                </c:pt>
                <c:pt idx="64723">
                  <c:v>123.96</c:v>
                </c:pt>
                <c:pt idx="64724">
                  <c:v>13.49</c:v>
                </c:pt>
                <c:pt idx="64725">
                  <c:v>131.97999999999999</c:v>
                </c:pt>
                <c:pt idx="64726">
                  <c:v>-51.98</c:v>
                </c:pt>
                <c:pt idx="64727">
                  <c:v>169.98</c:v>
                </c:pt>
                <c:pt idx="64728">
                  <c:v>111.96</c:v>
                </c:pt>
                <c:pt idx="64729">
                  <c:v>59.71</c:v>
                </c:pt>
                <c:pt idx="64730">
                  <c:v>51.98</c:v>
                </c:pt>
                <c:pt idx="64731">
                  <c:v>-114.96</c:v>
                </c:pt>
                <c:pt idx="64732">
                  <c:v>77.39</c:v>
                </c:pt>
                <c:pt idx="64733">
                  <c:v>-59.98</c:v>
                </c:pt>
                <c:pt idx="64734">
                  <c:v>53.94</c:v>
                </c:pt>
                <c:pt idx="64735">
                  <c:v>131.97999999999999</c:v>
                </c:pt>
                <c:pt idx="64736">
                  <c:v>84.99</c:v>
                </c:pt>
                <c:pt idx="64737">
                  <c:v>54.97</c:v>
                </c:pt>
                <c:pt idx="64738">
                  <c:v>76.489999999999995</c:v>
                </c:pt>
                <c:pt idx="64739">
                  <c:v>254.97</c:v>
                </c:pt>
                <c:pt idx="64740">
                  <c:v>106.39</c:v>
                </c:pt>
                <c:pt idx="64741">
                  <c:v>68.98</c:v>
                </c:pt>
                <c:pt idx="64742">
                  <c:v>131.97999999999999</c:v>
                </c:pt>
                <c:pt idx="64743">
                  <c:v>16.489999999999998</c:v>
                </c:pt>
                <c:pt idx="64744">
                  <c:v>195.95</c:v>
                </c:pt>
                <c:pt idx="64745">
                  <c:v>99.98</c:v>
                </c:pt>
                <c:pt idx="64746">
                  <c:v>55.96</c:v>
                </c:pt>
                <c:pt idx="64747">
                  <c:v>28.53</c:v>
                </c:pt>
                <c:pt idx="64748">
                  <c:v>60.99</c:v>
                </c:pt>
                <c:pt idx="64749">
                  <c:v>229.9</c:v>
                </c:pt>
                <c:pt idx="64750">
                  <c:v>95.47</c:v>
                </c:pt>
                <c:pt idx="64751">
                  <c:v>43.3</c:v>
                </c:pt>
                <c:pt idx="64752">
                  <c:v>63.98</c:v>
                </c:pt>
                <c:pt idx="64753">
                  <c:v>31.48</c:v>
                </c:pt>
                <c:pt idx="64754">
                  <c:v>64.98</c:v>
                </c:pt>
                <c:pt idx="64755">
                  <c:v>123.96</c:v>
                </c:pt>
                <c:pt idx="64756">
                  <c:v>64.98</c:v>
                </c:pt>
                <c:pt idx="64757">
                  <c:v>169.98</c:v>
                </c:pt>
                <c:pt idx="64758">
                  <c:v>16.489999999999998</c:v>
                </c:pt>
                <c:pt idx="64759">
                  <c:v>78.63</c:v>
                </c:pt>
                <c:pt idx="64760">
                  <c:v>32.86</c:v>
                </c:pt>
                <c:pt idx="64761">
                  <c:v>61.98</c:v>
                </c:pt>
                <c:pt idx="64762">
                  <c:v>51.29</c:v>
                </c:pt>
                <c:pt idx="64763">
                  <c:v>73.48</c:v>
                </c:pt>
                <c:pt idx="64764">
                  <c:v>51.95</c:v>
                </c:pt>
                <c:pt idx="64765">
                  <c:v>137.97999999999999</c:v>
                </c:pt>
                <c:pt idx="64766">
                  <c:v>59.98</c:v>
                </c:pt>
                <c:pt idx="64767">
                  <c:v>50.94</c:v>
                </c:pt>
                <c:pt idx="64768">
                  <c:v>112.49</c:v>
                </c:pt>
                <c:pt idx="64769">
                  <c:v>67.48</c:v>
                </c:pt>
                <c:pt idx="64770">
                  <c:v>182.95</c:v>
                </c:pt>
                <c:pt idx="64771">
                  <c:v>24.49</c:v>
                </c:pt>
                <c:pt idx="64772">
                  <c:v>79.98</c:v>
                </c:pt>
                <c:pt idx="64773">
                  <c:v>60.96</c:v>
                </c:pt>
                <c:pt idx="64774">
                  <c:v>94.95</c:v>
                </c:pt>
                <c:pt idx="64775">
                  <c:v>39.1</c:v>
                </c:pt>
                <c:pt idx="64776">
                  <c:v>91.78</c:v>
                </c:pt>
                <c:pt idx="64777">
                  <c:v>64.77</c:v>
                </c:pt>
                <c:pt idx="64778">
                  <c:v>46.49</c:v>
                </c:pt>
                <c:pt idx="64779">
                  <c:v>79.849999999999994</c:v>
                </c:pt>
                <c:pt idx="64780">
                  <c:v>106.97</c:v>
                </c:pt>
                <c:pt idx="64781">
                  <c:v>72.55</c:v>
                </c:pt>
                <c:pt idx="64782">
                  <c:v>39.49</c:v>
                </c:pt>
                <c:pt idx="64783">
                  <c:v>65.98</c:v>
                </c:pt>
                <c:pt idx="64784">
                  <c:v>59.98</c:v>
                </c:pt>
                <c:pt idx="64785">
                  <c:v>63.48</c:v>
                </c:pt>
                <c:pt idx="64786">
                  <c:v>34.49</c:v>
                </c:pt>
                <c:pt idx="64787">
                  <c:v>39.479999999999997</c:v>
                </c:pt>
                <c:pt idx="64788">
                  <c:v>53.98</c:v>
                </c:pt>
                <c:pt idx="64789">
                  <c:v>267.22000000000003</c:v>
                </c:pt>
                <c:pt idx="64790">
                  <c:v>96.78</c:v>
                </c:pt>
                <c:pt idx="64791">
                  <c:v>-36.29</c:v>
                </c:pt>
                <c:pt idx="64792">
                  <c:v>111.98</c:v>
                </c:pt>
                <c:pt idx="64793">
                  <c:v>36.29</c:v>
                </c:pt>
                <c:pt idx="64794">
                  <c:v>78.959999999999994</c:v>
                </c:pt>
                <c:pt idx="64795">
                  <c:v>91.92</c:v>
                </c:pt>
                <c:pt idx="64796">
                  <c:v>84.99</c:v>
                </c:pt>
                <c:pt idx="64797">
                  <c:v>46.49</c:v>
                </c:pt>
                <c:pt idx="64798">
                  <c:v>89.97</c:v>
                </c:pt>
                <c:pt idx="64799">
                  <c:v>54.99</c:v>
                </c:pt>
                <c:pt idx="64800">
                  <c:v>35.49</c:v>
                </c:pt>
                <c:pt idx="64801">
                  <c:v>59.98</c:v>
                </c:pt>
                <c:pt idx="64802">
                  <c:v>19.34</c:v>
                </c:pt>
                <c:pt idx="64803">
                  <c:v>20.49</c:v>
                </c:pt>
                <c:pt idx="64804">
                  <c:v>77.98</c:v>
                </c:pt>
                <c:pt idx="64805">
                  <c:v>51.98</c:v>
                </c:pt>
                <c:pt idx="64806">
                  <c:v>105.25</c:v>
                </c:pt>
                <c:pt idx="64807">
                  <c:v>24.49</c:v>
                </c:pt>
                <c:pt idx="64808">
                  <c:v>31.28</c:v>
                </c:pt>
                <c:pt idx="64809">
                  <c:v>84.99</c:v>
                </c:pt>
                <c:pt idx="64810">
                  <c:v>16.489999999999998</c:v>
                </c:pt>
                <c:pt idx="64811">
                  <c:v>99.98</c:v>
                </c:pt>
                <c:pt idx="64812">
                  <c:v>87.08</c:v>
                </c:pt>
                <c:pt idx="64813">
                  <c:v>45.09</c:v>
                </c:pt>
                <c:pt idx="64814">
                  <c:v>59.96</c:v>
                </c:pt>
                <c:pt idx="64815">
                  <c:v>11.49</c:v>
                </c:pt>
                <c:pt idx="64816">
                  <c:v>133.47999999999999</c:v>
                </c:pt>
                <c:pt idx="64817">
                  <c:v>169.98</c:v>
                </c:pt>
                <c:pt idx="64818">
                  <c:v>8.49</c:v>
                </c:pt>
                <c:pt idx="64819">
                  <c:v>50.98</c:v>
                </c:pt>
                <c:pt idx="64820">
                  <c:v>53.98</c:v>
                </c:pt>
                <c:pt idx="64821">
                  <c:v>63.96</c:v>
                </c:pt>
                <c:pt idx="64822">
                  <c:v>65.989999999999995</c:v>
                </c:pt>
                <c:pt idx="64823">
                  <c:v>67.959999999999994</c:v>
                </c:pt>
                <c:pt idx="64824">
                  <c:v>107.99</c:v>
                </c:pt>
                <c:pt idx="64825">
                  <c:v>97.15</c:v>
                </c:pt>
                <c:pt idx="64826">
                  <c:v>59.94</c:v>
                </c:pt>
                <c:pt idx="64827">
                  <c:v>65.98</c:v>
                </c:pt>
                <c:pt idx="64828">
                  <c:v>98.97</c:v>
                </c:pt>
                <c:pt idx="64829">
                  <c:v>51.49</c:v>
                </c:pt>
                <c:pt idx="64830">
                  <c:v>79.98</c:v>
                </c:pt>
                <c:pt idx="64831">
                  <c:v>101.98</c:v>
                </c:pt>
                <c:pt idx="64832">
                  <c:v>119.56</c:v>
                </c:pt>
                <c:pt idx="64833">
                  <c:v>50.97</c:v>
                </c:pt>
                <c:pt idx="64834">
                  <c:v>94.98</c:v>
                </c:pt>
                <c:pt idx="64835">
                  <c:v>125.79</c:v>
                </c:pt>
                <c:pt idx="64836">
                  <c:v>89.97</c:v>
                </c:pt>
                <c:pt idx="64837">
                  <c:v>40.479999999999997</c:v>
                </c:pt>
                <c:pt idx="64838">
                  <c:v>64</c:v>
                </c:pt>
                <c:pt idx="64839">
                  <c:v>67.48</c:v>
                </c:pt>
                <c:pt idx="64840">
                  <c:v>58.15</c:v>
                </c:pt>
                <c:pt idx="64841">
                  <c:v>24.29</c:v>
                </c:pt>
                <c:pt idx="64842">
                  <c:v>59.96</c:v>
                </c:pt>
                <c:pt idx="64843">
                  <c:v>99.98</c:v>
                </c:pt>
                <c:pt idx="64844">
                  <c:v>62.98</c:v>
                </c:pt>
                <c:pt idx="64845">
                  <c:v>54.98</c:v>
                </c:pt>
                <c:pt idx="64846">
                  <c:v>-1.5</c:v>
                </c:pt>
                <c:pt idx="64847">
                  <c:v>46.47</c:v>
                </c:pt>
                <c:pt idx="64848">
                  <c:v>56.45</c:v>
                </c:pt>
                <c:pt idx="64849">
                  <c:v>105.98</c:v>
                </c:pt>
                <c:pt idx="64850">
                  <c:v>84.99</c:v>
                </c:pt>
                <c:pt idx="64851">
                  <c:v>107.96</c:v>
                </c:pt>
                <c:pt idx="64852">
                  <c:v>50.58</c:v>
                </c:pt>
                <c:pt idx="64853">
                  <c:v>56.28</c:v>
                </c:pt>
                <c:pt idx="64854">
                  <c:v>49.48</c:v>
                </c:pt>
                <c:pt idx="64855">
                  <c:v>139.96</c:v>
                </c:pt>
                <c:pt idx="64856">
                  <c:v>69.98</c:v>
                </c:pt>
                <c:pt idx="64857">
                  <c:v>494.85</c:v>
                </c:pt>
                <c:pt idx="64858">
                  <c:v>46.49</c:v>
                </c:pt>
                <c:pt idx="64859">
                  <c:v>64.77</c:v>
                </c:pt>
                <c:pt idx="64860">
                  <c:v>84.99</c:v>
                </c:pt>
                <c:pt idx="64861">
                  <c:v>287.94</c:v>
                </c:pt>
                <c:pt idx="64862">
                  <c:v>85.8</c:v>
                </c:pt>
                <c:pt idx="64863">
                  <c:v>37.49</c:v>
                </c:pt>
                <c:pt idx="64864">
                  <c:v>16.489999999999998</c:v>
                </c:pt>
                <c:pt idx="64865">
                  <c:v>72.98</c:v>
                </c:pt>
                <c:pt idx="64866">
                  <c:v>137.97</c:v>
                </c:pt>
                <c:pt idx="64867">
                  <c:v>68.97</c:v>
                </c:pt>
                <c:pt idx="64868">
                  <c:v>150.66999999999999</c:v>
                </c:pt>
                <c:pt idx="64869">
                  <c:v>84.99</c:v>
                </c:pt>
                <c:pt idx="64870">
                  <c:v>17.489999999999998</c:v>
                </c:pt>
                <c:pt idx="64871">
                  <c:v>95.54</c:v>
                </c:pt>
                <c:pt idx="64872">
                  <c:v>100.04</c:v>
                </c:pt>
                <c:pt idx="64873">
                  <c:v>135.47999999999999</c:v>
                </c:pt>
                <c:pt idx="64874">
                  <c:v>110.97</c:v>
                </c:pt>
                <c:pt idx="64875">
                  <c:v>67.98</c:v>
                </c:pt>
                <c:pt idx="64876">
                  <c:v>-155.94</c:v>
                </c:pt>
                <c:pt idx="64877">
                  <c:v>29.48</c:v>
                </c:pt>
                <c:pt idx="64878">
                  <c:v>51.96</c:v>
                </c:pt>
                <c:pt idx="64879">
                  <c:v>84.99</c:v>
                </c:pt>
                <c:pt idx="64880">
                  <c:v>62.19</c:v>
                </c:pt>
                <c:pt idx="64881">
                  <c:v>54.98</c:v>
                </c:pt>
                <c:pt idx="64882">
                  <c:v>27.93</c:v>
                </c:pt>
                <c:pt idx="64883">
                  <c:v>129.97</c:v>
                </c:pt>
                <c:pt idx="64884">
                  <c:v>25.69</c:v>
                </c:pt>
                <c:pt idx="64885">
                  <c:v>112.97</c:v>
                </c:pt>
                <c:pt idx="64886">
                  <c:v>141.44999999999999</c:v>
                </c:pt>
                <c:pt idx="64887">
                  <c:v>53.98</c:v>
                </c:pt>
                <c:pt idx="64888">
                  <c:v>131.94</c:v>
                </c:pt>
                <c:pt idx="64889">
                  <c:v>88.29</c:v>
                </c:pt>
                <c:pt idx="64890">
                  <c:v>59.95</c:v>
                </c:pt>
                <c:pt idx="64891">
                  <c:v>123.88</c:v>
                </c:pt>
                <c:pt idx="64892">
                  <c:v>335.88</c:v>
                </c:pt>
                <c:pt idx="64893">
                  <c:v>75.98</c:v>
                </c:pt>
                <c:pt idx="64894">
                  <c:v>169.98</c:v>
                </c:pt>
                <c:pt idx="64895">
                  <c:v>20.49</c:v>
                </c:pt>
                <c:pt idx="64896">
                  <c:v>169.98</c:v>
                </c:pt>
                <c:pt idx="64897">
                  <c:v>84.99</c:v>
                </c:pt>
                <c:pt idx="64898">
                  <c:v>223.92</c:v>
                </c:pt>
                <c:pt idx="64899">
                  <c:v>114.97</c:v>
                </c:pt>
                <c:pt idx="64900">
                  <c:v>63.96</c:v>
                </c:pt>
                <c:pt idx="64901">
                  <c:v>59.98</c:v>
                </c:pt>
                <c:pt idx="64902">
                  <c:v>55.64</c:v>
                </c:pt>
                <c:pt idx="64903">
                  <c:v>84.99</c:v>
                </c:pt>
                <c:pt idx="64904">
                  <c:v>47.15</c:v>
                </c:pt>
                <c:pt idx="64905">
                  <c:v>129.93</c:v>
                </c:pt>
                <c:pt idx="64906">
                  <c:v>127.46</c:v>
                </c:pt>
                <c:pt idx="64907">
                  <c:v>75.87</c:v>
                </c:pt>
                <c:pt idx="64908">
                  <c:v>63.98</c:v>
                </c:pt>
                <c:pt idx="64909">
                  <c:v>85.48</c:v>
                </c:pt>
                <c:pt idx="64910">
                  <c:v>51.98</c:v>
                </c:pt>
                <c:pt idx="64911">
                  <c:v>89.98</c:v>
                </c:pt>
                <c:pt idx="64912">
                  <c:v>63.98</c:v>
                </c:pt>
                <c:pt idx="64913">
                  <c:v>166.47</c:v>
                </c:pt>
                <c:pt idx="64914">
                  <c:v>122.19</c:v>
                </c:pt>
                <c:pt idx="64915">
                  <c:v>178.01</c:v>
                </c:pt>
                <c:pt idx="64916">
                  <c:v>112.49</c:v>
                </c:pt>
                <c:pt idx="64917">
                  <c:v>74.97</c:v>
                </c:pt>
                <c:pt idx="64918">
                  <c:v>211.95</c:v>
                </c:pt>
                <c:pt idx="64919">
                  <c:v>185.94</c:v>
                </c:pt>
                <c:pt idx="64920">
                  <c:v>107.97</c:v>
                </c:pt>
                <c:pt idx="64921">
                  <c:v>76.48</c:v>
                </c:pt>
                <c:pt idx="64922">
                  <c:v>59.98</c:v>
                </c:pt>
                <c:pt idx="64923">
                  <c:v>25.29</c:v>
                </c:pt>
                <c:pt idx="64924">
                  <c:v>124.91</c:v>
                </c:pt>
                <c:pt idx="64925">
                  <c:v>83.98</c:v>
                </c:pt>
                <c:pt idx="64926">
                  <c:v>64.97</c:v>
                </c:pt>
                <c:pt idx="64927">
                  <c:v>108.17</c:v>
                </c:pt>
                <c:pt idx="64928">
                  <c:v>103.97</c:v>
                </c:pt>
                <c:pt idx="64929">
                  <c:v>63.98</c:v>
                </c:pt>
                <c:pt idx="64930">
                  <c:v>60.97</c:v>
                </c:pt>
                <c:pt idx="64931">
                  <c:v>128.24</c:v>
                </c:pt>
                <c:pt idx="64932">
                  <c:v>55.23</c:v>
                </c:pt>
                <c:pt idx="64933">
                  <c:v>51.49</c:v>
                </c:pt>
                <c:pt idx="64934">
                  <c:v>34.28</c:v>
                </c:pt>
                <c:pt idx="64935">
                  <c:v>141.32</c:v>
                </c:pt>
                <c:pt idx="64936">
                  <c:v>147.55000000000001</c:v>
                </c:pt>
                <c:pt idx="64937">
                  <c:v>52.98</c:v>
                </c:pt>
                <c:pt idx="64938">
                  <c:v>52.68</c:v>
                </c:pt>
                <c:pt idx="64939">
                  <c:v>231.91</c:v>
                </c:pt>
                <c:pt idx="64940">
                  <c:v>79.97</c:v>
                </c:pt>
                <c:pt idx="64941">
                  <c:v>207.92</c:v>
                </c:pt>
                <c:pt idx="64942">
                  <c:v>103.98</c:v>
                </c:pt>
                <c:pt idx="64943">
                  <c:v>65.97</c:v>
                </c:pt>
                <c:pt idx="64944">
                  <c:v>85.89</c:v>
                </c:pt>
                <c:pt idx="64945">
                  <c:v>62.87</c:v>
                </c:pt>
                <c:pt idx="64946">
                  <c:v>51.29</c:v>
                </c:pt>
                <c:pt idx="64947">
                  <c:v>106.96</c:v>
                </c:pt>
                <c:pt idx="64948">
                  <c:v>55.91</c:v>
                </c:pt>
                <c:pt idx="64949">
                  <c:v>61.98</c:v>
                </c:pt>
                <c:pt idx="64950">
                  <c:v>53.48</c:v>
                </c:pt>
                <c:pt idx="64951">
                  <c:v>139.94999999999999</c:v>
                </c:pt>
                <c:pt idx="64952">
                  <c:v>52.98</c:v>
                </c:pt>
                <c:pt idx="64953">
                  <c:v>92.97</c:v>
                </c:pt>
                <c:pt idx="64954">
                  <c:v>263.95999999999998</c:v>
                </c:pt>
                <c:pt idx="64955">
                  <c:v>99.98</c:v>
                </c:pt>
                <c:pt idx="64956">
                  <c:v>65.319999999999993</c:v>
                </c:pt>
                <c:pt idx="64957">
                  <c:v>90.05</c:v>
                </c:pt>
                <c:pt idx="64958">
                  <c:v>59.96</c:v>
                </c:pt>
                <c:pt idx="64959">
                  <c:v>65.3</c:v>
                </c:pt>
                <c:pt idx="64960">
                  <c:v>16.920000000000002</c:v>
                </c:pt>
                <c:pt idx="64961">
                  <c:v>117.92</c:v>
                </c:pt>
                <c:pt idx="64962">
                  <c:v>68.989999999999995</c:v>
                </c:pt>
                <c:pt idx="64963">
                  <c:v>37.47</c:v>
                </c:pt>
                <c:pt idx="64964">
                  <c:v>55.98</c:v>
                </c:pt>
                <c:pt idx="64965">
                  <c:v>105.25</c:v>
                </c:pt>
                <c:pt idx="64966">
                  <c:v>47.48</c:v>
                </c:pt>
                <c:pt idx="64967">
                  <c:v>57.98</c:v>
                </c:pt>
                <c:pt idx="64968">
                  <c:v>84.99</c:v>
                </c:pt>
                <c:pt idx="64969">
                  <c:v>194.73</c:v>
                </c:pt>
                <c:pt idx="64970">
                  <c:v>80.48</c:v>
                </c:pt>
                <c:pt idx="64971">
                  <c:v>141.94999999999999</c:v>
                </c:pt>
                <c:pt idx="64972">
                  <c:v>82.34</c:v>
                </c:pt>
                <c:pt idx="64973">
                  <c:v>53.98</c:v>
                </c:pt>
                <c:pt idx="64974">
                  <c:v>14.29</c:v>
                </c:pt>
                <c:pt idx="64975">
                  <c:v>55.95</c:v>
                </c:pt>
                <c:pt idx="64976">
                  <c:v>106.97</c:v>
                </c:pt>
                <c:pt idx="64977">
                  <c:v>55.96</c:v>
                </c:pt>
                <c:pt idx="64978">
                  <c:v>134.97</c:v>
                </c:pt>
                <c:pt idx="64979">
                  <c:v>51.97</c:v>
                </c:pt>
                <c:pt idx="64980">
                  <c:v>58.97</c:v>
                </c:pt>
                <c:pt idx="64981">
                  <c:v>56.97</c:v>
                </c:pt>
                <c:pt idx="64982">
                  <c:v>-55.98</c:v>
                </c:pt>
                <c:pt idx="64983">
                  <c:v>-224.45</c:v>
                </c:pt>
                <c:pt idx="64984">
                  <c:v>29.49</c:v>
                </c:pt>
                <c:pt idx="64985">
                  <c:v>51.97</c:v>
                </c:pt>
                <c:pt idx="64986">
                  <c:v>55.97</c:v>
                </c:pt>
                <c:pt idx="64987">
                  <c:v>84.99</c:v>
                </c:pt>
                <c:pt idx="64988">
                  <c:v>68.97</c:v>
                </c:pt>
                <c:pt idx="64989">
                  <c:v>21.28</c:v>
                </c:pt>
                <c:pt idx="64990">
                  <c:v>178.41</c:v>
                </c:pt>
                <c:pt idx="64991">
                  <c:v>30.49</c:v>
                </c:pt>
                <c:pt idx="64992">
                  <c:v>162.47999999999999</c:v>
                </c:pt>
                <c:pt idx="64993">
                  <c:v>61.98</c:v>
                </c:pt>
                <c:pt idx="64994">
                  <c:v>15.48</c:v>
                </c:pt>
                <c:pt idx="64995">
                  <c:v>159.97999999999999</c:v>
                </c:pt>
                <c:pt idx="64996">
                  <c:v>73.97</c:v>
                </c:pt>
                <c:pt idx="64997">
                  <c:v>64.98</c:v>
                </c:pt>
                <c:pt idx="64998">
                  <c:v>84.98</c:v>
                </c:pt>
                <c:pt idx="64999">
                  <c:v>49.98</c:v>
                </c:pt>
                <c:pt idx="65000">
                  <c:v>167.46</c:v>
                </c:pt>
                <c:pt idx="65001">
                  <c:v>145.13</c:v>
                </c:pt>
                <c:pt idx="65002">
                  <c:v>142.74</c:v>
                </c:pt>
                <c:pt idx="65003">
                  <c:v>78.97</c:v>
                </c:pt>
                <c:pt idx="65004">
                  <c:v>71.86</c:v>
                </c:pt>
                <c:pt idx="65005">
                  <c:v>70.47</c:v>
                </c:pt>
                <c:pt idx="65006">
                  <c:v>67.98</c:v>
                </c:pt>
                <c:pt idx="65007">
                  <c:v>86.97</c:v>
                </c:pt>
                <c:pt idx="65008">
                  <c:v>88.86</c:v>
                </c:pt>
                <c:pt idx="65009">
                  <c:v>54.95</c:v>
                </c:pt>
                <c:pt idx="65010">
                  <c:v>103.98</c:v>
                </c:pt>
                <c:pt idx="65011">
                  <c:v>58.98</c:v>
                </c:pt>
                <c:pt idx="65012">
                  <c:v>171.83</c:v>
                </c:pt>
                <c:pt idx="65013">
                  <c:v>55.98</c:v>
                </c:pt>
                <c:pt idx="65014">
                  <c:v>79.98</c:v>
                </c:pt>
                <c:pt idx="65015">
                  <c:v>78.97</c:v>
                </c:pt>
                <c:pt idx="65016">
                  <c:v>55.98</c:v>
                </c:pt>
                <c:pt idx="65017">
                  <c:v>56.97</c:v>
                </c:pt>
                <c:pt idx="65018">
                  <c:v>123.96</c:v>
                </c:pt>
                <c:pt idx="65019">
                  <c:v>97.95</c:v>
                </c:pt>
                <c:pt idx="65020">
                  <c:v>127.01</c:v>
                </c:pt>
                <c:pt idx="65021">
                  <c:v>94.95</c:v>
                </c:pt>
                <c:pt idx="65022">
                  <c:v>64.98</c:v>
                </c:pt>
                <c:pt idx="65023">
                  <c:v>55.97</c:v>
                </c:pt>
                <c:pt idx="65024">
                  <c:v>43.48</c:v>
                </c:pt>
                <c:pt idx="65025">
                  <c:v>51.29</c:v>
                </c:pt>
                <c:pt idx="65026">
                  <c:v>74.98</c:v>
                </c:pt>
                <c:pt idx="65027">
                  <c:v>91.91</c:v>
                </c:pt>
                <c:pt idx="65028">
                  <c:v>106.44</c:v>
                </c:pt>
                <c:pt idx="65029">
                  <c:v>71.97</c:v>
                </c:pt>
                <c:pt idx="65030">
                  <c:v>47.48</c:v>
                </c:pt>
                <c:pt idx="65031">
                  <c:v>56.67</c:v>
                </c:pt>
                <c:pt idx="65032">
                  <c:v>66.53</c:v>
                </c:pt>
                <c:pt idx="65033">
                  <c:v>22.73</c:v>
                </c:pt>
                <c:pt idx="65034">
                  <c:v>77.97</c:v>
                </c:pt>
                <c:pt idx="65035">
                  <c:v>115.97</c:v>
                </c:pt>
                <c:pt idx="65036">
                  <c:v>45.54</c:v>
                </c:pt>
                <c:pt idx="65037">
                  <c:v>46.49</c:v>
                </c:pt>
                <c:pt idx="65038">
                  <c:v>16.29</c:v>
                </c:pt>
                <c:pt idx="65039">
                  <c:v>41.12</c:v>
                </c:pt>
                <c:pt idx="65040">
                  <c:v>48.49</c:v>
                </c:pt>
                <c:pt idx="65041">
                  <c:v>98.97</c:v>
                </c:pt>
                <c:pt idx="65042">
                  <c:v>-0.5</c:v>
                </c:pt>
                <c:pt idx="65043">
                  <c:v>139.46</c:v>
                </c:pt>
                <c:pt idx="65044">
                  <c:v>151.21</c:v>
                </c:pt>
                <c:pt idx="65045">
                  <c:v>84.99</c:v>
                </c:pt>
                <c:pt idx="65046">
                  <c:v>41.29</c:v>
                </c:pt>
                <c:pt idx="65047">
                  <c:v>119.98</c:v>
                </c:pt>
                <c:pt idx="65048">
                  <c:v>79.97</c:v>
                </c:pt>
                <c:pt idx="65049">
                  <c:v>136.76</c:v>
                </c:pt>
                <c:pt idx="65050">
                  <c:v>95.65</c:v>
                </c:pt>
                <c:pt idx="65051">
                  <c:v>67.47</c:v>
                </c:pt>
                <c:pt idx="65052">
                  <c:v>56.97</c:v>
                </c:pt>
                <c:pt idx="65053">
                  <c:v>28.49</c:v>
                </c:pt>
                <c:pt idx="65054">
                  <c:v>47.48</c:v>
                </c:pt>
                <c:pt idx="65055">
                  <c:v>36.49</c:v>
                </c:pt>
                <c:pt idx="65056">
                  <c:v>94.33</c:v>
                </c:pt>
                <c:pt idx="65057">
                  <c:v>58.04</c:v>
                </c:pt>
                <c:pt idx="65058">
                  <c:v>81.97</c:v>
                </c:pt>
                <c:pt idx="65059">
                  <c:v>79.97</c:v>
                </c:pt>
                <c:pt idx="65060">
                  <c:v>65.98</c:v>
                </c:pt>
                <c:pt idx="65061">
                  <c:v>130.47</c:v>
                </c:pt>
                <c:pt idx="65062">
                  <c:v>55.97</c:v>
                </c:pt>
                <c:pt idx="65063">
                  <c:v>97.97</c:v>
                </c:pt>
                <c:pt idx="65064">
                  <c:v>50.36</c:v>
                </c:pt>
                <c:pt idx="65065">
                  <c:v>29.49</c:v>
                </c:pt>
                <c:pt idx="65066">
                  <c:v>70.98</c:v>
                </c:pt>
                <c:pt idx="65067">
                  <c:v>87.97</c:v>
                </c:pt>
                <c:pt idx="65068">
                  <c:v>144.94999999999999</c:v>
                </c:pt>
                <c:pt idx="65069">
                  <c:v>53.98</c:v>
                </c:pt>
                <c:pt idx="65070">
                  <c:v>105.98</c:v>
                </c:pt>
                <c:pt idx="65071">
                  <c:v>99.99</c:v>
                </c:pt>
                <c:pt idx="65072">
                  <c:v>92.46</c:v>
                </c:pt>
                <c:pt idx="65073">
                  <c:v>51.98</c:v>
                </c:pt>
                <c:pt idx="65074">
                  <c:v>44.49</c:v>
                </c:pt>
                <c:pt idx="65075">
                  <c:v>65.98</c:v>
                </c:pt>
                <c:pt idx="65076">
                  <c:v>76.959999999999994</c:v>
                </c:pt>
                <c:pt idx="65077">
                  <c:v>123.98</c:v>
                </c:pt>
                <c:pt idx="65078">
                  <c:v>61.68</c:v>
                </c:pt>
                <c:pt idx="65079">
                  <c:v>94.98</c:v>
                </c:pt>
                <c:pt idx="65080">
                  <c:v>75.97</c:v>
                </c:pt>
                <c:pt idx="65081">
                  <c:v>23.18</c:v>
                </c:pt>
                <c:pt idx="65082">
                  <c:v>68.069999999999993</c:v>
                </c:pt>
                <c:pt idx="65083">
                  <c:v>99.98</c:v>
                </c:pt>
                <c:pt idx="65084">
                  <c:v>15.49</c:v>
                </c:pt>
                <c:pt idx="65085">
                  <c:v>65.98</c:v>
                </c:pt>
                <c:pt idx="65086">
                  <c:v>51.48</c:v>
                </c:pt>
                <c:pt idx="65087">
                  <c:v>165.95</c:v>
                </c:pt>
                <c:pt idx="65088">
                  <c:v>88.98</c:v>
                </c:pt>
                <c:pt idx="65089">
                  <c:v>24.49</c:v>
                </c:pt>
                <c:pt idx="65090">
                  <c:v>27.79</c:v>
                </c:pt>
                <c:pt idx="65091">
                  <c:v>97.1</c:v>
                </c:pt>
                <c:pt idx="65092">
                  <c:v>55.47</c:v>
                </c:pt>
                <c:pt idx="65093">
                  <c:v>75</c:v>
                </c:pt>
                <c:pt idx="65094">
                  <c:v>152.94</c:v>
                </c:pt>
                <c:pt idx="65095">
                  <c:v>53.97</c:v>
                </c:pt>
                <c:pt idx="65096">
                  <c:v>54.95</c:v>
                </c:pt>
                <c:pt idx="65097">
                  <c:v>119.98</c:v>
                </c:pt>
                <c:pt idx="65098">
                  <c:v>108.98</c:v>
                </c:pt>
                <c:pt idx="65099">
                  <c:v>37.479999999999997</c:v>
                </c:pt>
                <c:pt idx="65100">
                  <c:v>31.49</c:v>
                </c:pt>
                <c:pt idx="65101">
                  <c:v>55.98</c:v>
                </c:pt>
                <c:pt idx="65102">
                  <c:v>20.49</c:v>
                </c:pt>
                <c:pt idx="65103">
                  <c:v>19.34</c:v>
                </c:pt>
                <c:pt idx="65104">
                  <c:v>51.19</c:v>
                </c:pt>
                <c:pt idx="65105">
                  <c:v>120.98</c:v>
                </c:pt>
                <c:pt idx="65106">
                  <c:v>31.29</c:v>
                </c:pt>
                <c:pt idx="65107">
                  <c:v>24.49</c:v>
                </c:pt>
                <c:pt idx="65108">
                  <c:v>59.98</c:v>
                </c:pt>
                <c:pt idx="65109">
                  <c:v>44.73</c:v>
                </c:pt>
                <c:pt idx="65110">
                  <c:v>175.92</c:v>
                </c:pt>
                <c:pt idx="65111">
                  <c:v>223.96</c:v>
                </c:pt>
                <c:pt idx="65112">
                  <c:v>84.99</c:v>
                </c:pt>
                <c:pt idx="65113">
                  <c:v>79.98</c:v>
                </c:pt>
                <c:pt idx="65114">
                  <c:v>89.97</c:v>
                </c:pt>
                <c:pt idx="65115">
                  <c:v>90.71</c:v>
                </c:pt>
                <c:pt idx="65116">
                  <c:v>68.989999999999995</c:v>
                </c:pt>
                <c:pt idx="65117">
                  <c:v>55.98</c:v>
                </c:pt>
                <c:pt idx="65118">
                  <c:v>75.180000000000007</c:v>
                </c:pt>
                <c:pt idx="65119">
                  <c:v>197.02</c:v>
                </c:pt>
                <c:pt idx="65120">
                  <c:v>51.97</c:v>
                </c:pt>
                <c:pt idx="65121">
                  <c:v>101.97</c:v>
                </c:pt>
                <c:pt idx="65122">
                  <c:v>51.97</c:v>
                </c:pt>
                <c:pt idx="65123">
                  <c:v>51.29</c:v>
                </c:pt>
                <c:pt idx="65124">
                  <c:v>77.959999999999994</c:v>
                </c:pt>
                <c:pt idx="65125">
                  <c:v>167.94</c:v>
                </c:pt>
                <c:pt idx="65126">
                  <c:v>51.98</c:v>
                </c:pt>
                <c:pt idx="65127">
                  <c:v>186.17</c:v>
                </c:pt>
                <c:pt idx="65128">
                  <c:v>-97.96</c:v>
                </c:pt>
                <c:pt idx="65129">
                  <c:v>59.39</c:v>
                </c:pt>
                <c:pt idx="65130">
                  <c:v>91.96</c:v>
                </c:pt>
                <c:pt idx="65131">
                  <c:v>51.98</c:v>
                </c:pt>
                <c:pt idx="65132">
                  <c:v>97.96</c:v>
                </c:pt>
                <c:pt idx="65133">
                  <c:v>84.99</c:v>
                </c:pt>
                <c:pt idx="65134">
                  <c:v>-67.98</c:v>
                </c:pt>
                <c:pt idx="65135">
                  <c:v>507.92</c:v>
                </c:pt>
                <c:pt idx="65136">
                  <c:v>14.94</c:v>
                </c:pt>
                <c:pt idx="65137">
                  <c:v>54.98</c:v>
                </c:pt>
                <c:pt idx="65138">
                  <c:v>16.489999999999998</c:v>
                </c:pt>
                <c:pt idx="65139">
                  <c:v>171.34</c:v>
                </c:pt>
                <c:pt idx="65140">
                  <c:v>29.49</c:v>
                </c:pt>
                <c:pt idx="65141">
                  <c:v>65.98</c:v>
                </c:pt>
                <c:pt idx="65142">
                  <c:v>111.96</c:v>
                </c:pt>
                <c:pt idx="65143">
                  <c:v>-64.98</c:v>
                </c:pt>
                <c:pt idx="65144">
                  <c:v>109.98</c:v>
                </c:pt>
                <c:pt idx="65145">
                  <c:v>119.96</c:v>
                </c:pt>
                <c:pt idx="65146">
                  <c:v>65.98</c:v>
                </c:pt>
                <c:pt idx="65147">
                  <c:v>68.989999999999995</c:v>
                </c:pt>
                <c:pt idx="65148">
                  <c:v>124.95</c:v>
                </c:pt>
                <c:pt idx="65149">
                  <c:v>68.989999999999995</c:v>
                </c:pt>
                <c:pt idx="65150">
                  <c:v>84.99</c:v>
                </c:pt>
                <c:pt idx="65151">
                  <c:v>79.849999999999994</c:v>
                </c:pt>
                <c:pt idx="65152">
                  <c:v>176.62</c:v>
                </c:pt>
                <c:pt idx="65153">
                  <c:v>64.98</c:v>
                </c:pt>
                <c:pt idx="65154">
                  <c:v>31.23</c:v>
                </c:pt>
                <c:pt idx="65155">
                  <c:v>123.96</c:v>
                </c:pt>
                <c:pt idx="65156">
                  <c:v>99.96</c:v>
                </c:pt>
                <c:pt idx="65157">
                  <c:v>41.49</c:v>
                </c:pt>
                <c:pt idx="65158">
                  <c:v>70.98</c:v>
                </c:pt>
                <c:pt idx="65159">
                  <c:v>53.98</c:v>
                </c:pt>
                <c:pt idx="65160">
                  <c:v>31.48</c:v>
                </c:pt>
                <c:pt idx="65161">
                  <c:v>37.49</c:v>
                </c:pt>
                <c:pt idx="65162">
                  <c:v>56.97</c:v>
                </c:pt>
                <c:pt idx="65163">
                  <c:v>61.98</c:v>
                </c:pt>
                <c:pt idx="65164">
                  <c:v>68.97</c:v>
                </c:pt>
                <c:pt idx="65165">
                  <c:v>111.67</c:v>
                </c:pt>
                <c:pt idx="65166">
                  <c:v>29.99</c:v>
                </c:pt>
                <c:pt idx="65167">
                  <c:v>59.99</c:v>
                </c:pt>
                <c:pt idx="65168">
                  <c:v>53.96</c:v>
                </c:pt>
                <c:pt idx="65169">
                  <c:v>69.95</c:v>
                </c:pt>
                <c:pt idx="65170">
                  <c:v>16.920000000000002</c:v>
                </c:pt>
                <c:pt idx="65171">
                  <c:v>72.239999999999995</c:v>
                </c:pt>
                <c:pt idx="65172">
                  <c:v>64.98</c:v>
                </c:pt>
                <c:pt idx="65173">
                  <c:v>59.98</c:v>
                </c:pt>
                <c:pt idx="65174">
                  <c:v>31.49</c:v>
                </c:pt>
                <c:pt idx="65175">
                  <c:v>117.97</c:v>
                </c:pt>
                <c:pt idx="65176">
                  <c:v>34.49</c:v>
                </c:pt>
                <c:pt idx="65177">
                  <c:v>120.95</c:v>
                </c:pt>
                <c:pt idx="65178">
                  <c:v>61.98</c:v>
                </c:pt>
                <c:pt idx="65179">
                  <c:v>69.98</c:v>
                </c:pt>
                <c:pt idx="65180">
                  <c:v>26.38</c:v>
                </c:pt>
                <c:pt idx="65181">
                  <c:v>75.87</c:v>
                </c:pt>
                <c:pt idx="65182">
                  <c:v>31.47</c:v>
                </c:pt>
                <c:pt idx="65183">
                  <c:v>91.97</c:v>
                </c:pt>
                <c:pt idx="65184">
                  <c:v>47.48</c:v>
                </c:pt>
                <c:pt idx="65185">
                  <c:v>32.97</c:v>
                </c:pt>
                <c:pt idx="65186">
                  <c:v>41.48</c:v>
                </c:pt>
                <c:pt idx="65187">
                  <c:v>79.989999999999995</c:v>
                </c:pt>
                <c:pt idx="65188">
                  <c:v>69.98</c:v>
                </c:pt>
                <c:pt idx="65189">
                  <c:v>54.98</c:v>
                </c:pt>
                <c:pt idx="65190">
                  <c:v>49.95</c:v>
                </c:pt>
                <c:pt idx="65191">
                  <c:v>137.97999999999999</c:v>
                </c:pt>
                <c:pt idx="65192">
                  <c:v>96.97</c:v>
                </c:pt>
                <c:pt idx="65193">
                  <c:v>-17.489999999999998</c:v>
                </c:pt>
                <c:pt idx="65194">
                  <c:v>101.96</c:v>
                </c:pt>
                <c:pt idx="65195">
                  <c:v>20.49</c:v>
                </c:pt>
                <c:pt idx="65196">
                  <c:v>9.49</c:v>
                </c:pt>
                <c:pt idx="65197">
                  <c:v>70.94</c:v>
                </c:pt>
                <c:pt idx="65198">
                  <c:v>54.48</c:v>
                </c:pt>
                <c:pt idx="65199">
                  <c:v>76.87</c:v>
                </c:pt>
                <c:pt idx="65200">
                  <c:v>51.49</c:v>
                </c:pt>
                <c:pt idx="65201">
                  <c:v>84.99</c:v>
                </c:pt>
                <c:pt idx="65202">
                  <c:v>128.21</c:v>
                </c:pt>
                <c:pt idx="65203">
                  <c:v>59.99</c:v>
                </c:pt>
                <c:pt idx="65204">
                  <c:v>17.489999999999998</c:v>
                </c:pt>
                <c:pt idx="65205">
                  <c:v>83.97</c:v>
                </c:pt>
                <c:pt idx="65206">
                  <c:v>55.96</c:v>
                </c:pt>
                <c:pt idx="65207">
                  <c:v>68.989999999999995</c:v>
                </c:pt>
                <c:pt idx="65208">
                  <c:v>246.89</c:v>
                </c:pt>
                <c:pt idx="65209">
                  <c:v>164.93</c:v>
                </c:pt>
                <c:pt idx="65210">
                  <c:v>65.98</c:v>
                </c:pt>
                <c:pt idx="65211">
                  <c:v>71.97</c:v>
                </c:pt>
                <c:pt idx="65212">
                  <c:v>98.97</c:v>
                </c:pt>
                <c:pt idx="65213">
                  <c:v>21.49</c:v>
                </c:pt>
                <c:pt idx="65214">
                  <c:v>98.97</c:v>
                </c:pt>
                <c:pt idx="65215">
                  <c:v>47.28</c:v>
                </c:pt>
                <c:pt idx="65216">
                  <c:v>71.97</c:v>
                </c:pt>
                <c:pt idx="65217">
                  <c:v>59.98</c:v>
                </c:pt>
                <c:pt idx="65218">
                  <c:v>22.79</c:v>
                </c:pt>
                <c:pt idx="65219">
                  <c:v>19.34</c:v>
                </c:pt>
                <c:pt idx="65220">
                  <c:v>62.97</c:v>
                </c:pt>
                <c:pt idx="65221">
                  <c:v>68.52</c:v>
                </c:pt>
                <c:pt idx="65222">
                  <c:v>54.95</c:v>
                </c:pt>
                <c:pt idx="65223">
                  <c:v>263.95999999999998</c:v>
                </c:pt>
                <c:pt idx="65224">
                  <c:v>147.91999999999999</c:v>
                </c:pt>
                <c:pt idx="65225">
                  <c:v>85.46</c:v>
                </c:pt>
                <c:pt idx="65226">
                  <c:v>79.95</c:v>
                </c:pt>
                <c:pt idx="65227">
                  <c:v>65.989999999999995</c:v>
                </c:pt>
                <c:pt idx="65228">
                  <c:v>55.96</c:v>
                </c:pt>
                <c:pt idx="65229">
                  <c:v>151.96</c:v>
                </c:pt>
                <c:pt idx="65230">
                  <c:v>53.96</c:v>
                </c:pt>
                <c:pt idx="65231">
                  <c:v>111.54</c:v>
                </c:pt>
                <c:pt idx="65232">
                  <c:v>15.99</c:v>
                </c:pt>
                <c:pt idx="65233">
                  <c:v>59.99</c:v>
                </c:pt>
                <c:pt idx="65234">
                  <c:v>57.96</c:v>
                </c:pt>
                <c:pt idx="65235">
                  <c:v>73.48</c:v>
                </c:pt>
                <c:pt idx="65236">
                  <c:v>60.99</c:v>
                </c:pt>
                <c:pt idx="65237">
                  <c:v>88.29</c:v>
                </c:pt>
                <c:pt idx="65238">
                  <c:v>83.97</c:v>
                </c:pt>
                <c:pt idx="65239">
                  <c:v>61.69</c:v>
                </c:pt>
                <c:pt idx="65240">
                  <c:v>101.6</c:v>
                </c:pt>
                <c:pt idx="65241">
                  <c:v>83.97</c:v>
                </c:pt>
                <c:pt idx="65242">
                  <c:v>53.99</c:v>
                </c:pt>
                <c:pt idx="65243">
                  <c:v>92.97</c:v>
                </c:pt>
                <c:pt idx="65244">
                  <c:v>169.98</c:v>
                </c:pt>
                <c:pt idx="65245">
                  <c:v>107.97</c:v>
                </c:pt>
                <c:pt idx="65246">
                  <c:v>254.97</c:v>
                </c:pt>
                <c:pt idx="65247">
                  <c:v>53.97</c:v>
                </c:pt>
                <c:pt idx="65248">
                  <c:v>26.49</c:v>
                </c:pt>
                <c:pt idx="65249">
                  <c:v>89.97</c:v>
                </c:pt>
                <c:pt idx="65250">
                  <c:v>65.31</c:v>
                </c:pt>
                <c:pt idx="65251">
                  <c:v>24.18</c:v>
                </c:pt>
                <c:pt idx="65252">
                  <c:v>139.46</c:v>
                </c:pt>
                <c:pt idx="65253">
                  <c:v>55.97</c:v>
                </c:pt>
                <c:pt idx="65254">
                  <c:v>83.78</c:v>
                </c:pt>
                <c:pt idx="65255">
                  <c:v>65.959999999999994</c:v>
                </c:pt>
                <c:pt idx="65256">
                  <c:v>65.989999999999995</c:v>
                </c:pt>
                <c:pt idx="65257">
                  <c:v>65.319999999999993</c:v>
                </c:pt>
                <c:pt idx="65258">
                  <c:v>186.96</c:v>
                </c:pt>
                <c:pt idx="65259">
                  <c:v>79.98</c:v>
                </c:pt>
                <c:pt idx="65260">
                  <c:v>79.989999999999995</c:v>
                </c:pt>
                <c:pt idx="65261">
                  <c:v>58.98</c:v>
                </c:pt>
                <c:pt idx="65262">
                  <c:v>-53.98</c:v>
                </c:pt>
                <c:pt idx="65263">
                  <c:v>123.96</c:v>
                </c:pt>
                <c:pt idx="65264">
                  <c:v>62.99</c:v>
                </c:pt>
                <c:pt idx="65265">
                  <c:v>123.16</c:v>
                </c:pt>
                <c:pt idx="65266">
                  <c:v>61.98</c:v>
                </c:pt>
                <c:pt idx="65267">
                  <c:v>64.48</c:v>
                </c:pt>
                <c:pt idx="65268">
                  <c:v>99.98</c:v>
                </c:pt>
                <c:pt idx="65269">
                  <c:v>69.98</c:v>
                </c:pt>
                <c:pt idx="65270">
                  <c:v>-30.99</c:v>
                </c:pt>
                <c:pt idx="65271">
                  <c:v>80.98</c:v>
                </c:pt>
                <c:pt idx="65272">
                  <c:v>123.96</c:v>
                </c:pt>
                <c:pt idx="65273">
                  <c:v>51.49</c:v>
                </c:pt>
                <c:pt idx="65274">
                  <c:v>23.99</c:v>
                </c:pt>
                <c:pt idx="65275">
                  <c:v>59.95</c:v>
                </c:pt>
                <c:pt idx="65276">
                  <c:v>261.26</c:v>
                </c:pt>
                <c:pt idx="65277">
                  <c:v>51.29</c:v>
                </c:pt>
                <c:pt idx="65278">
                  <c:v>134.34</c:v>
                </c:pt>
                <c:pt idx="65279">
                  <c:v>103.96</c:v>
                </c:pt>
                <c:pt idx="65280">
                  <c:v>101.95</c:v>
                </c:pt>
                <c:pt idx="65281">
                  <c:v>63.96</c:v>
                </c:pt>
                <c:pt idx="65282">
                  <c:v>46.49</c:v>
                </c:pt>
                <c:pt idx="65283">
                  <c:v>41.29</c:v>
                </c:pt>
                <c:pt idx="65284">
                  <c:v>65.989999999999995</c:v>
                </c:pt>
                <c:pt idx="65285">
                  <c:v>84.99</c:v>
                </c:pt>
                <c:pt idx="65286">
                  <c:v>187.97</c:v>
                </c:pt>
                <c:pt idx="65287">
                  <c:v>54.98</c:v>
                </c:pt>
                <c:pt idx="65288">
                  <c:v>89.98</c:v>
                </c:pt>
                <c:pt idx="65289">
                  <c:v>87.47</c:v>
                </c:pt>
                <c:pt idx="65290">
                  <c:v>69.98</c:v>
                </c:pt>
                <c:pt idx="65291">
                  <c:v>137.97</c:v>
                </c:pt>
                <c:pt idx="65292">
                  <c:v>168.93</c:v>
                </c:pt>
                <c:pt idx="65293">
                  <c:v>56.97</c:v>
                </c:pt>
                <c:pt idx="65294">
                  <c:v>34.479999999999997</c:v>
                </c:pt>
                <c:pt idx="65295">
                  <c:v>-194.16</c:v>
                </c:pt>
                <c:pt idx="65296">
                  <c:v>39.54</c:v>
                </c:pt>
                <c:pt idx="65297">
                  <c:v>41.28</c:v>
                </c:pt>
                <c:pt idx="65298">
                  <c:v>169.98</c:v>
                </c:pt>
                <c:pt idx="65299">
                  <c:v>59.96</c:v>
                </c:pt>
                <c:pt idx="65300">
                  <c:v>89.98</c:v>
                </c:pt>
                <c:pt idx="65301">
                  <c:v>169.98</c:v>
                </c:pt>
                <c:pt idx="65302">
                  <c:v>66.58</c:v>
                </c:pt>
                <c:pt idx="65303">
                  <c:v>68.97</c:v>
                </c:pt>
                <c:pt idx="65304">
                  <c:v>39.28</c:v>
                </c:pt>
                <c:pt idx="65305">
                  <c:v>54.95</c:v>
                </c:pt>
                <c:pt idx="65306">
                  <c:v>50.97</c:v>
                </c:pt>
                <c:pt idx="65307">
                  <c:v>50.97</c:v>
                </c:pt>
                <c:pt idx="65308">
                  <c:v>49.99</c:v>
                </c:pt>
                <c:pt idx="65309">
                  <c:v>229.43</c:v>
                </c:pt>
                <c:pt idx="65310">
                  <c:v>94.99</c:v>
                </c:pt>
                <c:pt idx="65311">
                  <c:v>79.98</c:v>
                </c:pt>
                <c:pt idx="65312">
                  <c:v>55.98</c:v>
                </c:pt>
                <c:pt idx="65313">
                  <c:v>51.29</c:v>
                </c:pt>
                <c:pt idx="65314">
                  <c:v>53.96</c:v>
                </c:pt>
                <c:pt idx="65315">
                  <c:v>20.49</c:v>
                </c:pt>
                <c:pt idx="65316">
                  <c:v>104.98</c:v>
                </c:pt>
                <c:pt idx="65317">
                  <c:v>47.48</c:v>
                </c:pt>
                <c:pt idx="65318">
                  <c:v>79.989999999999995</c:v>
                </c:pt>
                <c:pt idx="65319">
                  <c:v>68.97</c:v>
                </c:pt>
                <c:pt idx="65320">
                  <c:v>77.97</c:v>
                </c:pt>
                <c:pt idx="65321">
                  <c:v>99.98</c:v>
                </c:pt>
                <c:pt idx="65322">
                  <c:v>129.91999999999999</c:v>
                </c:pt>
                <c:pt idx="65323">
                  <c:v>55.98</c:v>
                </c:pt>
                <c:pt idx="65324">
                  <c:v>134.13</c:v>
                </c:pt>
                <c:pt idx="65325">
                  <c:v>69.989999999999995</c:v>
                </c:pt>
                <c:pt idx="65326">
                  <c:v>94.47</c:v>
                </c:pt>
                <c:pt idx="65327">
                  <c:v>59.96</c:v>
                </c:pt>
                <c:pt idx="65328">
                  <c:v>77.97</c:v>
                </c:pt>
                <c:pt idx="65329">
                  <c:v>55.96</c:v>
                </c:pt>
                <c:pt idx="65330">
                  <c:v>59.98</c:v>
                </c:pt>
                <c:pt idx="65331">
                  <c:v>39.29</c:v>
                </c:pt>
                <c:pt idx="65332">
                  <c:v>-1.3</c:v>
                </c:pt>
                <c:pt idx="65333">
                  <c:v>72.959999999999994</c:v>
                </c:pt>
                <c:pt idx="65334">
                  <c:v>41.48</c:v>
                </c:pt>
                <c:pt idx="65335">
                  <c:v>95.96</c:v>
                </c:pt>
                <c:pt idx="65336">
                  <c:v>61.98</c:v>
                </c:pt>
                <c:pt idx="65337">
                  <c:v>89.98</c:v>
                </c:pt>
                <c:pt idx="65338">
                  <c:v>78.97</c:v>
                </c:pt>
                <c:pt idx="65339">
                  <c:v>92.97</c:v>
                </c:pt>
                <c:pt idx="65340">
                  <c:v>53.96</c:v>
                </c:pt>
                <c:pt idx="65341">
                  <c:v>-3</c:v>
                </c:pt>
                <c:pt idx="65342">
                  <c:v>51.48</c:v>
                </c:pt>
                <c:pt idx="65343">
                  <c:v>91.96</c:v>
                </c:pt>
                <c:pt idx="65344">
                  <c:v>37.47</c:v>
                </c:pt>
                <c:pt idx="65345">
                  <c:v>68.989999999999995</c:v>
                </c:pt>
                <c:pt idx="65346">
                  <c:v>53.98</c:v>
                </c:pt>
                <c:pt idx="65347">
                  <c:v>61.98</c:v>
                </c:pt>
                <c:pt idx="65348">
                  <c:v>84.97</c:v>
                </c:pt>
                <c:pt idx="65349">
                  <c:v>50.98</c:v>
                </c:pt>
                <c:pt idx="65350">
                  <c:v>71.86</c:v>
                </c:pt>
                <c:pt idx="65351">
                  <c:v>178.17</c:v>
                </c:pt>
                <c:pt idx="65352">
                  <c:v>9.2899999999999991</c:v>
                </c:pt>
                <c:pt idx="65353">
                  <c:v>57.92</c:v>
                </c:pt>
                <c:pt idx="65354">
                  <c:v>174.96</c:v>
                </c:pt>
                <c:pt idx="65355">
                  <c:v>395.94</c:v>
                </c:pt>
                <c:pt idx="65356">
                  <c:v>159.96</c:v>
                </c:pt>
                <c:pt idx="65357">
                  <c:v>14.99</c:v>
                </c:pt>
                <c:pt idx="65358">
                  <c:v>41.49</c:v>
                </c:pt>
                <c:pt idx="65359">
                  <c:v>50.97</c:v>
                </c:pt>
                <c:pt idx="65360">
                  <c:v>84.96</c:v>
                </c:pt>
                <c:pt idx="65361">
                  <c:v>65.989999999999995</c:v>
                </c:pt>
                <c:pt idx="65362">
                  <c:v>63.97</c:v>
                </c:pt>
                <c:pt idx="65363">
                  <c:v>30.48</c:v>
                </c:pt>
                <c:pt idx="65364">
                  <c:v>99.96</c:v>
                </c:pt>
                <c:pt idx="65365">
                  <c:v>86.17</c:v>
                </c:pt>
                <c:pt idx="65366">
                  <c:v>10.49</c:v>
                </c:pt>
                <c:pt idx="65367">
                  <c:v>47.48</c:v>
                </c:pt>
                <c:pt idx="65368">
                  <c:v>120.46</c:v>
                </c:pt>
                <c:pt idx="65369">
                  <c:v>-19.32</c:v>
                </c:pt>
                <c:pt idx="65370">
                  <c:v>131.97999999999999</c:v>
                </c:pt>
                <c:pt idx="65371">
                  <c:v>50.37</c:v>
                </c:pt>
                <c:pt idx="65372">
                  <c:v>107.96</c:v>
                </c:pt>
                <c:pt idx="65373">
                  <c:v>65.48</c:v>
                </c:pt>
                <c:pt idx="65374">
                  <c:v>21.99</c:v>
                </c:pt>
                <c:pt idx="65375">
                  <c:v>53.96</c:v>
                </c:pt>
                <c:pt idx="65376">
                  <c:v>51.28</c:v>
                </c:pt>
                <c:pt idx="65377">
                  <c:v>109.96</c:v>
                </c:pt>
                <c:pt idx="65378">
                  <c:v>111.96</c:v>
                </c:pt>
                <c:pt idx="65379">
                  <c:v>128.21</c:v>
                </c:pt>
                <c:pt idx="65380">
                  <c:v>274.72000000000003</c:v>
                </c:pt>
                <c:pt idx="65381">
                  <c:v>129.97</c:v>
                </c:pt>
                <c:pt idx="65382">
                  <c:v>67.48</c:v>
                </c:pt>
                <c:pt idx="65383">
                  <c:v>215.92</c:v>
                </c:pt>
                <c:pt idx="65384">
                  <c:v>99.98</c:v>
                </c:pt>
                <c:pt idx="65385">
                  <c:v>123.97</c:v>
                </c:pt>
                <c:pt idx="65386">
                  <c:v>89.98</c:v>
                </c:pt>
                <c:pt idx="65387">
                  <c:v>62.9</c:v>
                </c:pt>
                <c:pt idx="65388">
                  <c:v>17.29</c:v>
                </c:pt>
                <c:pt idx="65389">
                  <c:v>59.98</c:v>
                </c:pt>
                <c:pt idx="65390">
                  <c:v>27.48</c:v>
                </c:pt>
                <c:pt idx="65391">
                  <c:v>58.97</c:v>
                </c:pt>
                <c:pt idx="65392">
                  <c:v>14.29</c:v>
                </c:pt>
                <c:pt idx="65393">
                  <c:v>21.24</c:v>
                </c:pt>
                <c:pt idx="65394">
                  <c:v>59.96</c:v>
                </c:pt>
                <c:pt idx="65395">
                  <c:v>89.98</c:v>
                </c:pt>
                <c:pt idx="65396">
                  <c:v>27.99</c:v>
                </c:pt>
                <c:pt idx="65397">
                  <c:v>59.98</c:v>
                </c:pt>
                <c:pt idx="65398">
                  <c:v>87.47</c:v>
                </c:pt>
                <c:pt idx="65399">
                  <c:v>89.96</c:v>
                </c:pt>
                <c:pt idx="65400">
                  <c:v>31.28</c:v>
                </c:pt>
                <c:pt idx="65401">
                  <c:v>80.97</c:v>
                </c:pt>
                <c:pt idx="65402">
                  <c:v>68.989999999999995</c:v>
                </c:pt>
                <c:pt idx="65403">
                  <c:v>19.489999999999998</c:v>
                </c:pt>
                <c:pt idx="65404">
                  <c:v>56.97</c:v>
                </c:pt>
                <c:pt idx="65405">
                  <c:v>51.29</c:v>
                </c:pt>
                <c:pt idx="65406">
                  <c:v>65.989999999999995</c:v>
                </c:pt>
                <c:pt idx="65407">
                  <c:v>71.37</c:v>
                </c:pt>
                <c:pt idx="65408">
                  <c:v>108.86</c:v>
                </c:pt>
                <c:pt idx="65409">
                  <c:v>59.97</c:v>
                </c:pt>
                <c:pt idx="65410">
                  <c:v>48.57</c:v>
                </c:pt>
                <c:pt idx="65411">
                  <c:v>69.97</c:v>
                </c:pt>
                <c:pt idx="65412">
                  <c:v>111.96</c:v>
                </c:pt>
                <c:pt idx="65413">
                  <c:v>46.18</c:v>
                </c:pt>
                <c:pt idx="65414">
                  <c:v>31.28</c:v>
                </c:pt>
                <c:pt idx="65415">
                  <c:v>31.49</c:v>
                </c:pt>
                <c:pt idx="65416">
                  <c:v>28.27</c:v>
                </c:pt>
                <c:pt idx="65417">
                  <c:v>146.38999999999999</c:v>
                </c:pt>
                <c:pt idx="65418">
                  <c:v>110.96</c:v>
                </c:pt>
                <c:pt idx="65419">
                  <c:v>36.49</c:v>
                </c:pt>
                <c:pt idx="65420">
                  <c:v>21.04</c:v>
                </c:pt>
                <c:pt idx="65421">
                  <c:v>88.95</c:v>
                </c:pt>
                <c:pt idx="65422">
                  <c:v>51.29</c:v>
                </c:pt>
                <c:pt idx="65423">
                  <c:v>59.97</c:v>
                </c:pt>
                <c:pt idx="65424">
                  <c:v>94.34</c:v>
                </c:pt>
                <c:pt idx="65425">
                  <c:v>85.97</c:v>
                </c:pt>
                <c:pt idx="65426">
                  <c:v>61.98</c:v>
                </c:pt>
                <c:pt idx="65427">
                  <c:v>50.97</c:v>
                </c:pt>
                <c:pt idx="65428">
                  <c:v>41.48</c:v>
                </c:pt>
                <c:pt idx="65429">
                  <c:v>59.39</c:v>
                </c:pt>
                <c:pt idx="65430">
                  <c:v>79.7</c:v>
                </c:pt>
                <c:pt idx="65431">
                  <c:v>53.97</c:v>
                </c:pt>
                <c:pt idx="65432">
                  <c:v>152.97999999999999</c:v>
                </c:pt>
                <c:pt idx="65433">
                  <c:v>84.99</c:v>
                </c:pt>
                <c:pt idx="65434">
                  <c:v>85.82</c:v>
                </c:pt>
                <c:pt idx="65435">
                  <c:v>76.97</c:v>
                </c:pt>
                <c:pt idx="65436">
                  <c:v>83.97</c:v>
                </c:pt>
                <c:pt idx="65437">
                  <c:v>124.97</c:v>
                </c:pt>
                <c:pt idx="65438">
                  <c:v>58.98</c:v>
                </c:pt>
                <c:pt idx="65439">
                  <c:v>146.97</c:v>
                </c:pt>
                <c:pt idx="65440">
                  <c:v>50.49</c:v>
                </c:pt>
                <c:pt idx="65441">
                  <c:v>105.98</c:v>
                </c:pt>
                <c:pt idx="65442">
                  <c:v>135.85</c:v>
                </c:pt>
                <c:pt idx="65443">
                  <c:v>179.95</c:v>
                </c:pt>
                <c:pt idx="65444">
                  <c:v>84.99</c:v>
                </c:pt>
                <c:pt idx="65445">
                  <c:v>54.14</c:v>
                </c:pt>
                <c:pt idx="65446">
                  <c:v>124.63</c:v>
                </c:pt>
                <c:pt idx="65447">
                  <c:v>51.49</c:v>
                </c:pt>
                <c:pt idx="65448">
                  <c:v>67.72</c:v>
                </c:pt>
                <c:pt idx="65449">
                  <c:v>-17.29</c:v>
                </c:pt>
                <c:pt idx="65450">
                  <c:v>44.48</c:v>
                </c:pt>
                <c:pt idx="65451">
                  <c:v>32.479999999999997</c:v>
                </c:pt>
                <c:pt idx="65452">
                  <c:v>145.97</c:v>
                </c:pt>
                <c:pt idx="65453">
                  <c:v>123.96</c:v>
                </c:pt>
                <c:pt idx="65454">
                  <c:v>89.98</c:v>
                </c:pt>
                <c:pt idx="65455">
                  <c:v>58.98</c:v>
                </c:pt>
                <c:pt idx="65456">
                  <c:v>31.28</c:v>
                </c:pt>
                <c:pt idx="65457">
                  <c:v>102.83</c:v>
                </c:pt>
                <c:pt idx="65458">
                  <c:v>89.98</c:v>
                </c:pt>
                <c:pt idx="65459">
                  <c:v>53.98</c:v>
                </c:pt>
                <c:pt idx="65460">
                  <c:v>106.56</c:v>
                </c:pt>
                <c:pt idx="65461">
                  <c:v>309.89999999999998</c:v>
                </c:pt>
                <c:pt idx="65462">
                  <c:v>-1.2</c:v>
                </c:pt>
                <c:pt idx="65463">
                  <c:v>35.229999999999997</c:v>
                </c:pt>
                <c:pt idx="65464">
                  <c:v>223.92</c:v>
                </c:pt>
                <c:pt idx="65465">
                  <c:v>55.78</c:v>
                </c:pt>
                <c:pt idx="65466">
                  <c:v>61.98</c:v>
                </c:pt>
                <c:pt idx="65467">
                  <c:v>263.87</c:v>
                </c:pt>
                <c:pt idx="65468">
                  <c:v>66.27</c:v>
                </c:pt>
                <c:pt idx="65469">
                  <c:v>24.48</c:v>
                </c:pt>
                <c:pt idx="65470">
                  <c:v>58.98</c:v>
                </c:pt>
                <c:pt idx="65471">
                  <c:v>130.63999999999999</c:v>
                </c:pt>
                <c:pt idx="65472">
                  <c:v>141.97</c:v>
                </c:pt>
                <c:pt idx="65473">
                  <c:v>31.46</c:v>
                </c:pt>
                <c:pt idx="65474">
                  <c:v>51.97</c:v>
                </c:pt>
                <c:pt idx="65475">
                  <c:v>79.989999999999995</c:v>
                </c:pt>
                <c:pt idx="65476">
                  <c:v>89.41</c:v>
                </c:pt>
                <c:pt idx="65477">
                  <c:v>-87.47</c:v>
                </c:pt>
                <c:pt idx="65478">
                  <c:v>-287.94</c:v>
                </c:pt>
                <c:pt idx="65479">
                  <c:v>59.99</c:v>
                </c:pt>
                <c:pt idx="65480">
                  <c:v>95.19</c:v>
                </c:pt>
                <c:pt idx="65481">
                  <c:v>134.96</c:v>
                </c:pt>
                <c:pt idx="65482">
                  <c:v>-72.98</c:v>
                </c:pt>
                <c:pt idx="65483">
                  <c:v>229.95</c:v>
                </c:pt>
                <c:pt idx="65484">
                  <c:v>13.49</c:v>
                </c:pt>
                <c:pt idx="65485">
                  <c:v>49.99</c:v>
                </c:pt>
                <c:pt idx="65486">
                  <c:v>66.98</c:v>
                </c:pt>
                <c:pt idx="65487">
                  <c:v>143.94</c:v>
                </c:pt>
                <c:pt idx="65488">
                  <c:v>98.96</c:v>
                </c:pt>
                <c:pt idx="65489">
                  <c:v>129.94999999999999</c:v>
                </c:pt>
                <c:pt idx="65490">
                  <c:v>76.489999999999995</c:v>
                </c:pt>
                <c:pt idx="65491">
                  <c:v>61.98</c:v>
                </c:pt>
                <c:pt idx="65492">
                  <c:v>138.96</c:v>
                </c:pt>
                <c:pt idx="65493">
                  <c:v>28.24</c:v>
                </c:pt>
                <c:pt idx="65494">
                  <c:v>-95.96</c:v>
                </c:pt>
                <c:pt idx="65495">
                  <c:v>52.38</c:v>
                </c:pt>
                <c:pt idx="65496">
                  <c:v>-20</c:v>
                </c:pt>
                <c:pt idx="65497">
                  <c:v>279.89999999999998</c:v>
                </c:pt>
                <c:pt idx="65498">
                  <c:v>55.97</c:v>
                </c:pt>
                <c:pt idx="65499">
                  <c:v>72.55</c:v>
                </c:pt>
                <c:pt idx="65500">
                  <c:v>67.739999999999995</c:v>
                </c:pt>
                <c:pt idx="65501">
                  <c:v>70.98</c:v>
                </c:pt>
                <c:pt idx="65502">
                  <c:v>143.36000000000001</c:v>
                </c:pt>
                <c:pt idx="65503">
                  <c:v>46.49</c:v>
                </c:pt>
                <c:pt idx="65504">
                  <c:v>84.99</c:v>
                </c:pt>
                <c:pt idx="65505">
                  <c:v>85.97</c:v>
                </c:pt>
                <c:pt idx="65506">
                  <c:v>137.97999999999999</c:v>
                </c:pt>
                <c:pt idx="65507">
                  <c:v>79.989999999999995</c:v>
                </c:pt>
                <c:pt idx="65508">
                  <c:v>77.37</c:v>
                </c:pt>
                <c:pt idx="65509">
                  <c:v>68.97</c:v>
                </c:pt>
                <c:pt idx="65510">
                  <c:v>75.98</c:v>
                </c:pt>
                <c:pt idx="65511">
                  <c:v>56.97</c:v>
                </c:pt>
                <c:pt idx="65512">
                  <c:v>55.98</c:v>
                </c:pt>
                <c:pt idx="65513">
                  <c:v>51.49</c:v>
                </c:pt>
                <c:pt idx="65514">
                  <c:v>16.489999999999998</c:v>
                </c:pt>
                <c:pt idx="65515">
                  <c:v>490.86</c:v>
                </c:pt>
                <c:pt idx="65516">
                  <c:v>69.97</c:v>
                </c:pt>
                <c:pt idx="65517">
                  <c:v>36.49</c:v>
                </c:pt>
                <c:pt idx="65518">
                  <c:v>159.96</c:v>
                </c:pt>
                <c:pt idx="65519">
                  <c:v>61.98</c:v>
                </c:pt>
                <c:pt idx="65520">
                  <c:v>-111.94</c:v>
                </c:pt>
                <c:pt idx="65521">
                  <c:v>55.96</c:v>
                </c:pt>
                <c:pt idx="65522">
                  <c:v>65.98</c:v>
                </c:pt>
                <c:pt idx="65523">
                  <c:v>55.97</c:v>
                </c:pt>
                <c:pt idx="65524">
                  <c:v>13.29</c:v>
                </c:pt>
                <c:pt idx="65525">
                  <c:v>51.29</c:v>
                </c:pt>
                <c:pt idx="65526">
                  <c:v>32.49</c:v>
                </c:pt>
                <c:pt idx="65527">
                  <c:v>25.29</c:v>
                </c:pt>
                <c:pt idx="65528">
                  <c:v>84.98</c:v>
                </c:pt>
                <c:pt idx="65529">
                  <c:v>-0.5</c:v>
                </c:pt>
                <c:pt idx="65530">
                  <c:v>59.98</c:v>
                </c:pt>
                <c:pt idx="65531">
                  <c:v>49.99</c:v>
                </c:pt>
                <c:pt idx="65532">
                  <c:v>114.98</c:v>
                </c:pt>
                <c:pt idx="65533">
                  <c:v>55.98</c:v>
                </c:pt>
                <c:pt idx="65534">
                  <c:v>59.98</c:v>
                </c:pt>
                <c:pt idx="65535">
                  <c:v>128.94999999999999</c:v>
                </c:pt>
                <c:pt idx="65536">
                  <c:v>61.03</c:v>
                </c:pt>
                <c:pt idx="65537">
                  <c:v>134.06</c:v>
                </c:pt>
                <c:pt idx="65538">
                  <c:v>321.75</c:v>
                </c:pt>
                <c:pt idx="65539">
                  <c:v>54.98</c:v>
                </c:pt>
                <c:pt idx="65540">
                  <c:v>71.97</c:v>
                </c:pt>
                <c:pt idx="65541">
                  <c:v>53.76</c:v>
                </c:pt>
                <c:pt idx="65542">
                  <c:v>50.49</c:v>
                </c:pt>
                <c:pt idx="65543">
                  <c:v>108.84</c:v>
                </c:pt>
                <c:pt idx="65544">
                  <c:v>98.97</c:v>
                </c:pt>
                <c:pt idx="65545">
                  <c:v>20.55</c:v>
                </c:pt>
                <c:pt idx="65546">
                  <c:v>46.47</c:v>
                </c:pt>
                <c:pt idx="65547">
                  <c:v>116.97</c:v>
                </c:pt>
                <c:pt idx="65548">
                  <c:v>85.97</c:v>
                </c:pt>
                <c:pt idx="65549">
                  <c:v>74.97</c:v>
                </c:pt>
                <c:pt idx="65550">
                  <c:v>72.959999999999994</c:v>
                </c:pt>
                <c:pt idx="65551">
                  <c:v>20.49</c:v>
                </c:pt>
                <c:pt idx="65552">
                  <c:v>53.97</c:v>
                </c:pt>
                <c:pt idx="65553">
                  <c:v>46.27</c:v>
                </c:pt>
                <c:pt idx="65554">
                  <c:v>78.27</c:v>
                </c:pt>
                <c:pt idx="65555">
                  <c:v>97.03</c:v>
                </c:pt>
                <c:pt idx="65556">
                  <c:v>64.98</c:v>
                </c:pt>
                <c:pt idx="65557">
                  <c:v>29.49</c:v>
                </c:pt>
                <c:pt idx="65558">
                  <c:v>153.97999999999999</c:v>
                </c:pt>
                <c:pt idx="65559">
                  <c:v>189.9</c:v>
                </c:pt>
                <c:pt idx="65560">
                  <c:v>199.96</c:v>
                </c:pt>
                <c:pt idx="65561">
                  <c:v>16.489999999999998</c:v>
                </c:pt>
                <c:pt idx="65562">
                  <c:v>11.49</c:v>
                </c:pt>
                <c:pt idx="65563">
                  <c:v>59.96</c:v>
                </c:pt>
                <c:pt idx="65564">
                  <c:v>25.58</c:v>
                </c:pt>
                <c:pt idx="65565">
                  <c:v>155.21</c:v>
                </c:pt>
                <c:pt idx="65566">
                  <c:v>125.82</c:v>
                </c:pt>
                <c:pt idx="65567">
                  <c:v>52.94</c:v>
                </c:pt>
                <c:pt idx="65568">
                  <c:v>155.96</c:v>
                </c:pt>
                <c:pt idx="65569">
                  <c:v>99.96</c:v>
                </c:pt>
                <c:pt idx="65570">
                  <c:v>43.49</c:v>
                </c:pt>
                <c:pt idx="65571">
                  <c:v>60.98</c:v>
                </c:pt>
                <c:pt idx="65572">
                  <c:v>154.97999999999999</c:v>
                </c:pt>
                <c:pt idx="65573">
                  <c:v>93.97</c:v>
                </c:pt>
                <c:pt idx="65574">
                  <c:v>86.47</c:v>
                </c:pt>
                <c:pt idx="65575">
                  <c:v>32.51</c:v>
                </c:pt>
                <c:pt idx="65576">
                  <c:v>118.46</c:v>
                </c:pt>
                <c:pt idx="65577">
                  <c:v>132.96</c:v>
                </c:pt>
                <c:pt idx="65578">
                  <c:v>21.49</c:v>
                </c:pt>
                <c:pt idx="65579">
                  <c:v>86.96</c:v>
                </c:pt>
                <c:pt idx="65580">
                  <c:v>91.76</c:v>
                </c:pt>
                <c:pt idx="65581">
                  <c:v>97.97</c:v>
                </c:pt>
                <c:pt idx="65582">
                  <c:v>87.08</c:v>
                </c:pt>
                <c:pt idx="65583">
                  <c:v>131.97999999999999</c:v>
                </c:pt>
                <c:pt idx="65584">
                  <c:v>32.479999999999997</c:v>
                </c:pt>
                <c:pt idx="65585">
                  <c:v>74.98</c:v>
                </c:pt>
                <c:pt idx="65586">
                  <c:v>19.34</c:v>
                </c:pt>
                <c:pt idx="65587">
                  <c:v>11.28</c:v>
                </c:pt>
                <c:pt idx="65588">
                  <c:v>55.96</c:v>
                </c:pt>
                <c:pt idx="65589">
                  <c:v>31.49</c:v>
                </c:pt>
                <c:pt idx="65590">
                  <c:v>38.700000000000003</c:v>
                </c:pt>
                <c:pt idx="65591">
                  <c:v>165.34</c:v>
                </c:pt>
                <c:pt idx="65592">
                  <c:v>101.46</c:v>
                </c:pt>
                <c:pt idx="65593">
                  <c:v>50.97</c:v>
                </c:pt>
                <c:pt idx="65594">
                  <c:v>-119.9</c:v>
                </c:pt>
                <c:pt idx="65595">
                  <c:v>84.99</c:v>
                </c:pt>
                <c:pt idx="65596">
                  <c:v>30.49</c:v>
                </c:pt>
                <c:pt idx="65597">
                  <c:v>121.98</c:v>
                </c:pt>
                <c:pt idx="65598">
                  <c:v>100.97</c:v>
                </c:pt>
                <c:pt idx="65599">
                  <c:v>23.48</c:v>
                </c:pt>
                <c:pt idx="65600">
                  <c:v>94.45</c:v>
                </c:pt>
                <c:pt idx="65601">
                  <c:v>65.98</c:v>
                </c:pt>
                <c:pt idx="65602">
                  <c:v>50.37</c:v>
                </c:pt>
                <c:pt idx="65603">
                  <c:v>62.87</c:v>
                </c:pt>
                <c:pt idx="65604">
                  <c:v>107.32</c:v>
                </c:pt>
                <c:pt idx="65605">
                  <c:v>94.97</c:v>
                </c:pt>
                <c:pt idx="65606">
                  <c:v>59.98</c:v>
                </c:pt>
                <c:pt idx="65607">
                  <c:v>-59.98</c:v>
                </c:pt>
                <c:pt idx="65608">
                  <c:v>157.47999999999999</c:v>
                </c:pt>
                <c:pt idx="65609">
                  <c:v>-157.47999999999999</c:v>
                </c:pt>
                <c:pt idx="65610">
                  <c:v>-33.36</c:v>
                </c:pt>
                <c:pt idx="65611">
                  <c:v>33.35</c:v>
                </c:pt>
                <c:pt idx="65612">
                  <c:v>-74.98</c:v>
                </c:pt>
                <c:pt idx="65613">
                  <c:v>74.98</c:v>
                </c:pt>
                <c:pt idx="65614">
                  <c:v>127.77</c:v>
                </c:pt>
                <c:pt idx="65615">
                  <c:v>65.989999999999995</c:v>
                </c:pt>
                <c:pt idx="65616">
                  <c:v>84.14</c:v>
                </c:pt>
                <c:pt idx="65617">
                  <c:v>130.59</c:v>
                </c:pt>
                <c:pt idx="65618">
                  <c:v>82.41</c:v>
                </c:pt>
                <c:pt idx="65619">
                  <c:v>59.98</c:v>
                </c:pt>
                <c:pt idx="65620">
                  <c:v>150.96</c:v>
                </c:pt>
                <c:pt idx="65621">
                  <c:v>119.17</c:v>
                </c:pt>
                <c:pt idx="65622">
                  <c:v>63.96</c:v>
                </c:pt>
                <c:pt idx="65623">
                  <c:v>-63.96</c:v>
                </c:pt>
                <c:pt idx="65624">
                  <c:v>-62.98</c:v>
                </c:pt>
                <c:pt idx="65625">
                  <c:v>62.98</c:v>
                </c:pt>
                <c:pt idx="65626">
                  <c:v>18.940000000000001</c:v>
                </c:pt>
                <c:pt idx="65627">
                  <c:v>-18.940000000000001</c:v>
                </c:pt>
                <c:pt idx="65628">
                  <c:v>-55.48</c:v>
                </c:pt>
                <c:pt idx="65629">
                  <c:v>55.48</c:v>
                </c:pt>
                <c:pt idx="65630">
                  <c:v>75.09</c:v>
                </c:pt>
                <c:pt idx="65631">
                  <c:v>-75.09</c:v>
                </c:pt>
                <c:pt idx="65632">
                  <c:v>49.28</c:v>
                </c:pt>
                <c:pt idx="65633">
                  <c:v>-49.28</c:v>
                </c:pt>
                <c:pt idx="65634">
                  <c:v>-70.66</c:v>
                </c:pt>
                <c:pt idx="65635">
                  <c:v>61.98</c:v>
                </c:pt>
                <c:pt idx="65636">
                  <c:v>-26.29</c:v>
                </c:pt>
                <c:pt idx="65637">
                  <c:v>26.29</c:v>
                </c:pt>
                <c:pt idx="65638">
                  <c:v>62.87</c:v>
                </c:pt>
                <c:pt idx="65639">
                  <c:v>-62.87</c:v>
                </c:pt>
                <c:pt idx="65640">
                  <c:v>-79.98</c:v>
                </c:pt>
                <c:pt idx="65641">
                  <c:v>79.98</c:v>
                </c:pt>
                <c:pt idx="65642">
                  <c:v>118.58</c:v>
                </c:pt>
                <c:pt idx="65643">
                  <c:v>79.98</c:v>
                </c:pt>
                <c:pt idx="65644">
                  <c:v>-1.95</c:v>
                </c:pt>
                <c:pt idx="65645">
                  <c:v>84.99</c:v>
                </c:pt>
                <c:pt idx="65646">
                  <c:v>51.94</c:v>
                </c:pt>
                <c:pt idx="65647">
                  <c:v>79.98</c:v>
                </c:pt>
                <c:pt idx="65648">
                  <c:v>-23.24</c:v>
                </c:pt>
                <c:pt idx="65649">
                  <c:v>23.24</c:v>
                </c:pt>
                <c:pt idx="65650">
                  <c:v>57.98</c:v>
                </c:pt>
                <c:pt idx="65651">
                  <c:v>-57.98</c:v>
                </c:pt>
                <c:pt idx="65652">
                  <c:v>57.98</c:v>
                </c:pt>
                <c:pt idx="65653">
                  <c:v>-57.98</c:v>
                </c:pt>
                <c:pt idx="65654">
                  <c:v>46.77</c:v>
                </c:pt>
                <c:pt idx="65655">
                  <c:v>-46.77</c:v>
                </c:pt>
                <c:pt idx="65656">
                  <c:v>-66.540000000000006</c:v>
                </c:pt>
                <c:pt idx="65657">
                  <c:v>66.540000000000006</c:v>
                </c:pt>
                <c:pt idx="65658">
                  <c:v>-69.98</c:v>
                </c:pt>
                <c:pt idx="65659">
                  <c:v>69.98</c:v>
                </c:pt>
                <c:pt idx="65660">
                  <c:v>62.27</c:v>
                </c:pt>
                <c:pt idx="65661">
                  <c:v>-62.28</c:v>
                </c:pt>
                <c:pt idx="65662">
                  <c:v>62.9</c:v>
                </c:pt>
                <c:pt idx="65663">
                  <c:v>-62.9</c:v>
                </c:pt>
                <c:pt idx="65664">
                  <c:v>-68.98</c:v>
                </c:pt>
                <c:pt idx="65665">
                  <c:v>68.98</c:v>
                </c:pt>
                <c:pt idx="65666">
                  <c:v>46.76</c:v>
                </c:pt>
                <c:pt idx="65667">
                  <c:v>-46.76</c:v>
                </c:pt>
                <c:pt idx="65668">
                  <c:v>-71.33</c:v>
                </c:pt>
                <c:pt idx="65669">
                  <c:v>71.33</c:v>
                </c:pt>
                <c:pt idx="65670">
                  <c:v>48.89</c:v>
                </c:pt>
                <c:pt idx="65671">
                  <c:v>150</c:v>
                </c:pt>
                <c:pt idx="65672">
                  <c:v>112.51</c:v>
                </c:pt>
                <c:pt idx="65673">
                  <c:v>134.29</c:v>
                </c:pt>
                <c:pt idx="65674">
                  <c:v>139.11000000000001</c:v>
                </c:pt>
                <c:pt idx="65675">
                  <c:v>99.53</c:v>
                </c:pt>
                <c:pt idx="65676">
                  <c:v>97.99</c:v>
                </c:pt>
                <c:pt idx="65677">
                  <c:v>140.32</c:v>
                </c:pt>
                <c:pt idx="65678">
                  <c:v>96.78</c:v>
                </c:pt>
                <c:pt idx="65679">
                  <c:v>97.99</c:v>
                </c:pt>
                <c:pt idx="65680">
                  <c:v>79.849999999999994</c:v>
                </c:pt>
                <c:pt idx="65681">
                  <c:v>96.78</c:v>
                </c:pt>
                <c:pt idx="65682">
                  <c:v>106.46</c:v>
                </c:pt>
                <c:pt idx="65683">
                  <c:v>84.68</c:v>
                </c:pt>
                <c:pt idx="65684">
                  <c:v>79.849999999999994</c:v>
                </c:pt>
                <c:pt idx="65685">
                  <c:v>78.63</c:v>
                </c:pt>
                <c:pt idx="65686">
                  <c:v>60.98</c:v>
                </c:pt>
                <c:pt idx="65687">
                  <c:v>-60.98</c:v>
                </c:pt>
                <c:pt idx="65688">
                  <c:v>85.98</c:v>
                </c:pt>
                <c:pt idx="65689">
                  <c:v>-85.98</c:v>
                </c:pt>
                <c:pt idx="65690">
                  <c:v>-69.98</c:v>
                </c:pt>
                <c:pt idx="65691">
                  <c:v>69.98</c:v>
                </c:pt>
                <c:pt idx="65692">
                  <c:v>51.48</c:v>
                </c:pt>
                <c:pt idx="65693">
                  <c:v>-51.48</c:v>
                </c:pt>
                <c:pt idx="65694">
                  <c:v>-59.98</c:v>
                </c:pt>
                <c:pt idx="65695">
                  <c:v>59.98</c:v>
                </c:pt>
                <c:pt idx="65696">
                  <c:v>59.98</c:v>
                </c:pt>
                <c:pt idx="65697">
                  <c:v>-59.98</c:v>
                </c:pt>
                <c:pt idx="65698">
                  <c:v>-52.98</c:v>
                </c:pt>
                <c:pt idx="65699">
                  <c:v>52.98</c:v>
                </c:pt>
                <c:pt idx="65700">
                  <c:v>59.98</c:v>
                </c:pt>
                <c:pt idx="65701">
                  <c:v>-59.98</c:v>
                </c:pt>
                <c:pt idx="65702">
                  <c:v>111.27</c:v>
                </c:pt>
                <c:pt idx="65703">
                  <c:v>-111.27</c:v>
                </c:pt>
                <c:pt idx="65704">
                  <c:v>84.99</c:v>
                </c:pt>
                <c:pt idx="65705">
                  <c:v>-84.99</c:v>
                </c:pt>
                <c:pt idx="65706">
                  <c:v>105.98</c:v>
                </c:pt>
                <c:pt idx="65707">
                  <c:v>125.97</c:v>
                </c:pt>
                <c:pt idx="65708">
                  <c:v>105.98</c:v>
                </c:pt>
                <c:pt idx="65709">
                  <c:v>117.97</c:v>
                </c:pt>
                <c:pt idx="65710">
                  <c:v>129.96</c:v>
                </c:pt>
                <c:pt idx="65711">
                  <c:v>125.54</c:v>
                </c:pt>
                <c:pt idx="65712">
                  <c:v>108.77</c:v>
                </c:pt>
                <c:pt idx="65713">
                  <c:v>105.98</c:v>
                </c:pt>
                <c:pt idx="65714">
                  <c:v>117.97</c:v>
                </c:pt>
                <c:pt idx="65715">
                  <c:v>105.98</c:v>
                </c:pt>
                <c:pt idx="65716">
                  <c:v>80.08</c:v>
                </c:pt>
                <c:pt idx="65717">
                  <c:v>-80.08</c:v>
                </c:pt>
                <c:pt idx="65718">
                  <c:v>68.97</c:v>
                </c:pt>
                <c:pt idx="65719">
                  <c:v>-68.97</c:v>
                </c:pt>
                <c:pt idx="65720">
                  <c:v>-91.94</c:v>
                </c:pt>
                <c:pt idx="65721">
                  <c:v>91.94</c:v>
                </c:pt>
                <c:pt idx="65722">
                  <c:v>-58.98</c:v>
                </c:pt>
                <c:pt idx="65723">
                  <c:v>58.98</c:v>
                </c:pt>
                <c:pt idx="65724">
                  <c:v>137.97999999999999</c:v>
                </c:pt>
                <c:pt idx="65725">
                  <c:v>-137.97999999999999</c:v>
                </c:pt>
                <c:pt idx="65726">
                  <c:v>98.98</c:v>
                </c:pt>
                <c:pt idx="65727">
                  <c:v>-98.98</c:v>
                </c:pt>
                <c:pt idx="65728">
                  <c:v>88.98</c:v>
                </c:pt>
                <c:pt idx="65729">
                  <c:v>-88.98</c:v>
                </c:pt>
                <c:pt idx="65730">
                  <c:v>-169.98</c:v>
                </c:pt>
                <c:pt idx="65731">
                  <c:v>169.98</c:v>
                </c:pt>
                <c:pt idx="65732">
                  <c:v>46.29</c:v>
                </c:pt>
                <c:pt idx="65733">
                  <c:v>-46.29</c:v>
                </c:pt>
                <c:pt idx="65734">
                  <c:v>-60.98</c:v>
                </c:pt>
                <c:pt idx="65735">
                  <c:v>60.98</c:v>
                </c:pt>
                <c:pt idx="65736">
                  <c:v>65.989999999999995</c:v>
                </c:pt>
                <c:pt idx="65737">
                  <c:v>65.989999999999995</c:v>
                </c:pt>
                <c:pt idx="65738">
                  <c:v>60.71</c:v>
                </c:pt>
                <c:pt idx="65739">
                  <c:v>65.989999999999995</c:v>
                </c:pt>
                <c:pt idx="65740">
                  <c:v>67.489999999999995</c:v>
                </c:pt>
                <c:pt idx="65741">
                  <c:v>65.989999999999995</c:v>
                </c:pt>
                <c:pt idx="65742">
                  <c:v>84.99</c:v>
                </c:pt>
                <c:pt idx="65743">
                  <c:v>67.489999999999995</c:v>
                </c:pt>
                <c:pt idx="65744">
                  <c:v>65.989999999999995</c:v>
                </c:pt>
                <c:pt idx="65745">
                  <c:v>81.48</c:v>
                </c:pt>
                <c:pt idx="65746">
                  <c:v>65.989999999999995</c:v>
                </c:pt>
                <c:pt idx="65747">
                  <c:v>65.989999999999995</c:v>
                </c:pt>
                <c:pt idx="65748">
                  <c:v>65.989999999999995</c:v>
                </c:pt>
                <c:pt idx="65749">
                  <c:v>-14.09</c:v>
                </c:pt>
                <c:pt idx="65750">
                  <c:v>14.09</c:v>
                </c:pt>
                <c:pt idx="65751">
                  <c:v>-59.98</c:v>
                </c:pt>
                <c:pt idx="65752">
                  <c:v>59.98</c:v>
                </c:pt>
                <c:pt idx="65753">
                  <c:v>-96.45</c:v>
                </c:pt>
                <c:pt idx="65754">
                  <c:v>-32.19</c:v>
                </c:pt>
                <c:pt idx="65755">
                  <c:v>32.19</c:v>
                </c:pt>
                <c:pt idx="65756">
                  <c:v>59.96</c:v>
                </c:pt>
                <c:pt idx="65757">
                  <c:v>-59.96</c:v>
                </c:pt>
                <c:pt idx="65758">
                  <c:v>-59.98</c:v>
                </c:pt>
                <c:pt idx="65759">
                  <c:v>59.98</c:v>
                </c:pt>
                <c:pt idx="65760">
                  <c:v>-206.94</c:v>
                </c:pt>
                <c:pt idx="65761">
                  <c:v>179.94</c:v>
                </c:pt>
                <c:pt idx="65762">
                  <c:v>149.94999999999999</c:v>
                </c:pt>
                <c:pt idx="65763">
                  <c:v>-149.94999999999999</c:v>
                </c:pt>
                <c:pt idx="65764">
                  <c:v>84.99</c:v>
                </c:pt>
                <c:pt idx="65765">
                  <c:v>-188.36</c:v>
                </c:pt>
                <c:pt idx="65766">
                  <c:v>-84.99</c:v>
                </c:pt>
                <c:pt idx="65767">
                  <c:v>188.36</c:v>
                </c:pt>
                <c:pt idx="65768">
                  <c:v>-68.959999999999994</c:v>
                </c:pt>
                <c:pt idx="65769">
                  <c:v>68.959999999999994</c:v>
                </c:pt>
                <c:pt idx="65770">
                  <c:v>84.68</c:v>
                </c:pt>
                <c:pt idx="65771">
                  <c:v>111.26</c:v>
                </c:pt>
                <c:pt idx="65772">
                  <c:v>70.12</c:v>
                </c:pt>
                <c:pt idx="65773">
                  <c:v>211.64</c:v>
                </c:pt>
                <c:pt idx="65774">
                  <c:v>163.28</c:v>
                </c:pt>
                <c:pt idx="65775">
                  <c:v>492.28</c:v>
                </c:pt>
                <c:pt idx="65776">
                  <c:v>633.86</c:v>
                </c:pt>
                <c:pt idx="65777">
                  <c:v>77.38</c:v>
                </c:pt>
                <c:pt idx="65778">
                  <c:v>9.98</c:v>
                </c:pt>
                <c:pt idx="65779">
                  <c:v>-68.92</c:v>
                </c:pt>
                <c:pt idx="65780">
                  <c:v>68.92</c:v>
                </c:pt>
                <c:pt idx="65781">
                  <c:v>59.98</c:v>
                </c:pt>
                <c:pt idx="65782">
                  <c:v>-59.98</c:v>
                </c:pt>
                <c:pt idx="65783">
                  <c:v>-62.9</c:v>
                </c:pt>
                <c:pt idx="65784">
                  <c:v>62.9</c:v>
                </c:pt>
                <c:pt idx="65785">
                  <c:v>-31.09</c:v>
                </c:pt>
                <c:pt idx="65786">
                  <c:v>30.49</c:v>
                </c:pt>
                <c:pt idx="65787">
                  <c:v>-30.49</c:v>
                </c:pt>
                <c:pt idx="65788">
                  <c:v>31.09</c:v>
                </c:pt>
                <c:pt idx="65789">
                  <c:v>26.49</c:v>
                </c:pt>
                <c:pt idx="65790">
                  <c:v>-26.49</c:v>
                </c:pt>
                <c:pt idx="65791">
                  <c:v>81.64</c:v>
                </c:pt>
                <c:pt idx="65792">
                  <c:v>-81.64</c:v>
                </c:pt>
                <c:pt idx="65793">
                  <c:v>26.49</c:v>
                </c:pt>
                <c:pt idx="65794">
                  <c:v>-26.49</c:v>
                </c:pt>
                <c:pt idx="65795">
                  <c:v>41.49</c:v>
                </c:pt>
                <c:pt idx="65796">
                  <c:v>-41.49</c:v>
                </c:pt>
                <c:pt idx="65797">
                  <c:v>69.989999999999995</c:v>
                </c:pt>
                <c:pt idx="65798">
                  <c:v>-69.989999999999995</c:v>
                </c:pt>
                <c:pt idx="65799">
                  <c:v>-29.28</c:v>
                </c:pt>
                <c:pt idx="65800">
                  <c:v>29.28</c:v>
                </c:pt>
                <c:pt idx="65801">
                  <c:v>35.24</c:v>
                </c:pt>
                <c:pt idx="65802">
                  <c:v>60.99</c:v>
                </c:pt>
                <c:pt idx="65803">
                  <c:v>71.48</c:v>
                </c:pt>
                <c:pt idx="65804">
                  <c:v>51.49</c:v>
                </c:pt>
                <c:pt idx="65805">
                  <c:v>65.98</c:v>
                </c:pt>
                <c:pt idx="65806">
                  <c:v>65.989999999999995</c:v>
                </c:pt>
                <c:pt idx="65807">
                  <c:v>83.48</c:v>
                </c:pt>
                <c:pt idx="65808">
                  <c:v>67.489999999999995</c:v>
                </c:pt>
                <c:pt idx="65809">
                  <c:v>91.48</c:v>
                </c:pt>
                <c:pt idx="65810">
                  <c:v>57.48</c:v>
                </c:pt>
                <c:pt idx="65811">
                  <c:v>83.48</c:v>
                </c:pt>
                <c:pt idx="65812">
                  <c:v>154.97</c:v>
                </c:pt>
                <c:pt idx="65813">
                  <c:v>85.48</c:v>
                </c:pt>
                <c:pt idx="65814">
                  <c:v>93.88</c:v>
                </c:pt>
                <c:pt idx="65815">
                  <c:v>67.489999999999995</c:v>
                </c:pt>
                <c:pt idx="65816">
                  <c:v>67.489999999999995</c:v>
                </c:pt>
                <c:pt idx="65817">
                  <c:v>67.489999999999995</c:v>
                </c:pt>
                <c:pt idx="65818">
                  <c:v>-77.97</c:v>
                </c:pt>
                <c:pt idx="65819">
                  <c:v>77.97</c:v>
                </c:pt>
                <c:pt idx="65820">
                  <c:v>69.989999999999995</c:v>
                </c:pt>
                <c:pt idx="65821">
                  <c:v>-69.989999999999995</c:v>
                </c:pt>
                <c:pt idx="65822">
                  <c:v>26.28</c:v>
                </c:pt>
                <c:pt idx="65823">
                  <c:v>-26.28</c:v>
                </c:pt>
                <c:pt idx="65824">
                  <c:v>-16.29</c:v>
                </c:pt>
                <c:pt idx="65825">
                  <c:v>30.48</c:v>
                </c:pt>
                <c:pt idx="65826">
                  <c:v>-30.48</c:v>
                </c:pt>
                <c:pt idx="65827">
                  <c:v>-25.39</c:v>
                </c:pt>
                <c:pt idx="65828">
                  <c:v>25.39</c:v>
                </c:pt>
                <c:pt idx="65829">
                  <c:v>-102.55</c:v>
                </c:pt>
                <c:pt idx="65830">
                  <c:v>102.55</c:v>
                </c:pt>
                <c:pt idx="65831">
                  <c:v>20.55</c:v>
                </c:pt>
                <c:pt idx="65832">
                  <c:v>-20.55</c:v>
                </c:pt>
                <c:pt idx="65833">
                  <c:v>-102.83</c:v>
                </c:pt>
                <c:pt idx="65834">
                  <c:v>-239.88</c:v>
                </c:pt>
                <c:pt idx="65835">
                  <c:v>239.88</c:v>
                </c:pt>
                <c:pt idx="65836">
                  <c:v>149.97</c:v>
                </c:pt>
                <c:pt idx="65837">
                  <c:v>149.97</c:v>
                </c:pt>
                <c:pt idx="65838">
                  <c:v>105.98</c:v>
                </c:pt>
                <c:pt idx="65839">
                  <c:v>149.97</c:v>
                </c:pt>
                <c:pt idx="65840">
                  <c:v>109.21</c:v>
                </c:pt>
                <c:pt idx="65841">
                  <c:v>99.98</c:v>
                </c:pt>
                <c:pt idx="65842">
                  <c:v>75.97</c:v>
                </c:pt>
                <c:pt idx="65843">
                  <c:v>134.97999999999999</c:v>
                </c:pt>
                <c:pt idx="65844">
                  <c:v>142.97</c:v>
                </c:pt>
                <c:pt idx="65845">
                  <c:v>105.98</c:v>
                </c:pt>
                <c:pt idx="65846">
                  <c:v>51.49</c:v>
                </c:pt>
                <c:pt idx="65847">
                  <c:v>-65.319999999999993</c:v>
                </c:pt>
                <c:pt idx="65848">
                  <c:v>65.319999999999993</c:v>
                </c:pt>
                <c:pt idx="65849">
                  <c:v>33.479999999999997</c:v>
                </c:pt>
                <c:pt idx="65850">
                  <c:v>-33.479999999999997</c:v>
                </c:pt>
                <c:pt idx="65851">
                  <c:v>105.67</c:v>
                </c:pt>
                <c:pt idx="65852">
                  <c:v>-105.67</c:v>
                </c:pt>
                <c:pt idx="65853">
                  <c:v>54.99</c:v>
                </c:pt>
                <c:pt idx="65854">
                  <c:v>-54.99</c:v>
                </c:pt>
                <c:pt idx="65855">
                  <c:v>60.98</c:v>
                </c:pt>
                <c:pt idx="65856">
                  <c:v>-60.98</c:v>
                </c:pt>
                <c:pt idx="65857">
                  <c:v>37.49</c:v>
                </c:pt>
                <c:pt idx="65858">
                  <c:v>-37.49</c:v>
                </c:pt>
                <c:pt idx="65859">
                  <c:v>-46.49</c:v>
                </c:pt>
                <c:pt idx="65860">
                  <c:v>46.49</c:v>
                </c:pt>
                <c:pt idx="65861">
                  <c:v>34.479999999999997</c:v>
                </c:pt>
                <c:pt idx="65862">
                  <c:v>-34.479999999999997</c:v>
                </c:pt>
                <c:pt idx="65863">
                  <c:v>-119.97</c:v>
                </c:pt>
                <c:pt idx="65864">
                  <c:v>119.97</c:v>
                </c:pt>
                <c:pt idx="65865">
                  <c:v>49.59</c:v>
                </c:pt>
                <c:pt idx="65866">
                  <c:v>-49.59</c:v>
                </c:pt>
                <c:pt idx="65867">
                  <c:v>183.97</c:v>
                </c:pt>
                <c:pt idx="65868">
                  <c:v>183.97</c:v>
                </c:pt>
                <c:pt idx="65869">
                  <c:v>141.94999999999999</c:v>
                </c:pt>
                <c:pt idx="65870">
                  <c:v>55.96</c:v>
                </c:pt>
                <c:pt idx="65871">
                  <c:v>197.96</c:v>
                </c:pt>
                <c:pt idx="65872">
                  <c:v>184.97</c:v>
                </c:pt>
                <c:pt idx="65873">
                  <c:v>127.98</c:v>
                </c:pt>
                <c:pt idx="65874">
                  <c:v>143.97</c:v>
                </c:pt>
                <c:pt idx="65875">
                  <c:v>93.97</c:v>
                </c:pt>
                <c:pt idx="65876">
                  <c:v>156.37</c:v>
                </c:pt>
                <c:pt idx="65877">
                  <c:v>-87.98</c:v>
                </c:pt>
                <c:pt idx="65878">
                  <c:v>87.98</c:v>
                </c:pt>
                <c:pt idx="65879">
                  <c:v>34.28</c:v>
                </c:pt>
                <c:pt idx="65880">
                  <c:v>-34.28</c:v>
                </c:pt>
                <c:pt idx="65881">
                  <c:v>119.56</c:v>
                </c:pt>
                <c:pt idx="65882">
                  <c:v>-119.56</c:v>
                </c:pt>
                <c:pt idx="65883">
                  <c:v>72.98</c:v>
                </c:pt>
                <c:pt idx="65884">
                  <c:v>-72.98</c:v>
                </c:pt>
                <c:pt idx="65885">
                  <c:v>-54.47</c:v>
                </c:pt>
                <c:pt idx="65886">
                  <c:v>54.47</c:v>
                </c:pt>
                <c:pt idx="65887">
                  <c:v>31.19</c:v>
                </c:pt>
                <c:pt idx="65888">
                  <c:v>-31.19</c:v>
                </c:pt>
                <c:pt idx="65889">
                  <c:v>45.74</c:v>
                </c:pt>
                <c:pt idx="65890">
                  <c:v>-62.98</c:v>
                </c:pt>
                <c:pt idx="65891">
                  <c:v>147.96</c:v>
                </c:pt>
                <c:pt idx="65892">
                  <c:v>-147.96</c:v>
                </c:pt>
                <c:pt idx="65893">
                  <c:v>110.09</c:v>
                </c:pt>
                <c:pt idx="65894">
                  <c:v>-110.09</c:v>
                </c:pt>
                <c:pt idx="65895">
                  <c:v>-420.97</c:v>
                </c:pt>
                <c:pt idx="65896">
                  <c:v>420.97</c:v>
                </c:pt>
                <c:pt idx="65897">
                  <c:v>65.33</c:v>
                </c:pt>
                <c:pt idx="65898">
                  <c:v>65.33</c:v>
                </c:pt>
                <c:pt idx="65899">
                  <c:v>65.989999999999995</c:v>
                </c:pt>
                <c:pt idx="65900">
                  <c:v>65.33</c:v>
                </c:pt>
                <c:pt idx="65901">
                  <c:v>64.52</c:v>
                </c:pt>
                <c:pt idx="65902">
                  <c:v>65.989999999999995</c:v>
                </c:pt>
                <c:pt idx="65903">
                  <c:v>65.989999999999995</c:v>
                </c:pt>
                <c:pt idx="65904">
                  <c:v>64.67</c:v>
                </c:pt>
                <c:pt idx="65905">
                  <c:v>65.989999999999995</c:v>
                </c:pt>
                <c:pt idx="65906">
                  <c:v>65.989999999999995</c:v>
                </c:pt>
                <c:pt idx="65907">
                  <c:v>72.88</c:v>
                </c:pt>
                <c:pt idx="65908">
                  <c:v>79.66</c:v>
                </c:pt>
                <c:pt idx="65909">
                  <c:v>65.989999999999995</c:v>
                </c:pt>
                <c:pt idx="65910">
                  <c:v>64.67</c:v>
                </c:pt>
                <c:pt idx="65911">
                  <c:v>65.989999999999995</c:v>
                </c:pt>
                <c:pt idx="65912">
                  <c:v>65.33</c:v>
                </c:pt>
                <c:pt idx="65913">
                  <c:v>65.989999999999995</c:v>
                </c:pt>
                <c:pt idx="65914">
                  <c:v>65.989999999999995</c:v>
                </c:pt>
                <c:pt idx="65915">
                  <c:v>65.989999999999995</c:v>
                </c:pt>
                <c:pt idx="65916">
                  <c:v>63.86</c:v>
                </c:pt>
                <c:pt idx="65917">
                  <c:v>-143.96</c:v>
                </c:pt>
                <c:pt idx="65918">
                  <c:v>-183.94</c:v>
                </c:pt>
                <c:pt idx="65919">
                  <c:v>143.96</c:v>
                </c:pt>
                <c:pt idx="65920">
                  <c:v>183.94</c:v>
                </c:pt>
                <c:pt idx="65921">
                  <c:v>-52.24</c:v>
                </c:pt>
                <c:pt idx="65922">
                  <c:v>52.24</c:v>
                </c:pt>
                <c:pt idx="65923">
                  <c:v>66.53</c:v>
                </c:pt>
                <c:pt idx="65924">
                  <c:v>-66.53</c:v>
                </c:pt>
                <c:pt idx="65925">
                  <c:v>121.97</c:v>
                </c:pt>
                <c:pt idx="65926">
                  <c:v>-121.97</c:v>
                </c:pt>
                <c:pt idx="65927">
                  <c:v>73.98</c:v>
                </c:pt>
                <c:pt idx="65928">
                  <c:v>-73.98</c:v>
                </c:pt>
                <c:pt idx="65929">
                  <c:v>38.49</c:v>
                </c:pt>
                <c:pt idx="65930">
                  <c:v>-38.49</c:v>
                </c:pt>
                <c:pt idx="65931">
                  <c:v>-369.9</c:v>
                </c:pt>
                <c:pt idx="65932">
                  <c:v>369.9</c:v>
                </c:pt>
                <c:pt idx="65933">
                  <c:v>73.98</c:v>
                </c:pt>
                <c:pt idx="65934">
                  <c:v>-73.98</c:v>
                </c:pt>
                <c:pt idx="65935">
                  <c:v>57.48</c:v>
                </c:pt>
                <c:pt idx="65936">
                  <c:v>-57.48</c:v>
                </c:pt>
                <c:pt idx="65937">
                  <c:v>58.98</c:v>
                </c:pt>
                <c:pt idx="65938">
                  <c:v>-58.98</c:v>
                </c:pt>
                <c:pt idx="65939">
                  <c:v>134.97999999999999</c:v>
                </c:pt>
                <c:pt idx="65940">
                  <c:v>147.97999999999999</c:v>
                </c:pt>
                <c:pt idx="65941">
                  <c:v>124.97</c:v>
                </c:pt>
                <c:pt idx="65942">
                  <c:v>169.98</c:v>
                </c:pt>
                <c:pt idx="65943">
                  <c:v>169.98</c:v>
                </c:pt>
                <c:pt idx="65944">
                  <c:v>124.97</c:v>
                </c:pt>
                <c:pt idx="65945">
                  <c:v>134.97999999999999</c:v>
                </c:pt>
                <c:pt idx="65946">
                  <c:v>147.97999999999999</c:v>
                </c:pt>
                <c:pt idx="65947">
                  <c:v>110.18</c:v>
                </c:pt>
                <c:pt idx="65948">
                  <c:v>82.22</c:v>
                </c:pt>
                <c:pt idx="65949">
                  <c:v>155.46</c:v>
                </c:pt>
                <c:pt idx="65950">
                  <c:v>155.46</c:v>
                </c:pt>
                <c:pt idx="65951">
                  <c:v>24.68</c:v>
                </c:pt>
                <c:pt idx="65952">
                  <c:v>24.68</c:v>
                </c:pt>
                <c:pt idx="65953">
                  <c:v>84.99</c:v>
                </c:pt>
                <c:pt idx="65954">
                  <c:v>84.99</c:v>
                </c:pt>
                <c:pt idx="65955">
                  <c:v>82.22</c:v>
                </c:pt>
                <c:pt idx="65956">
                  <c:v>169.98</c:v>
                </c:pt>
                <c:pt idx="65957">
                  <c:v>194.96</c:v>
                </c:pt>
                <c:pt idx="65958">
                  <c:v>156.79</c:v>
                </c:pt>
                <c:pt idx="65959">
                  <c:v>169.98</c:v>
                </c:pt>
                <c:pt idx="65960">
                  <c:v>194.96</c:v>
                </c:pt>
                <c:pt idx="65961">
                  <c:v>169.98</c:v>
                </c:pt>
                <c:pt idx="65962">
                  <c:v>188.06</c:v>
                </c:pt>
                <c:pt idx="65963">
                  <c:v>156.79</c:v>
                </c:pt>
                <c:pt idx="65964">
                  <c:v>188.06</c:v>
                </c:pt>
                <c:pt idx="65965">
                  <c:v>169.98</c:v>
                </c:pt>
                <c:pt idx="65966">
                  <c:v>184.97</c:v>
                </c:pt>
                <c:pt idx="65967">
                  <c:v>110.18</c:v>
                </c:pt>
                <c:pt idx="65968">
                  <c:v>39.99</c:v>
                </c:pt>
                <c:pt idx="65969">
                  <c:v>184.97</c:v>
                </c:pt>
                <c:pt idx="65970">
                  <c:v>149.97</c:v>
                </c:pt>
                <c:pt idx="65971">
                  <c:v>149.97</c:v>
                </c:pt>
                <c:pt idx="65972">
                  <c:v>39.99</c:v>
                </c:pt>
                <c:pt idx="65973">
                  <c:v>174.43</c:v>
                </c:pt>
                <c:pt idx="65974">
                  <c:v>174.43</c:v>
                </c:pt>
                <c:pt idx="65975">
                  <c:v>133.05000000000001</c:v>
                </c:pt>
                <c:pt idx="65976">
                  <c:v>-133.05000000000001</c:v>
                </c:pt>
                <c:pt idx="65977">
                  <c:v>-16.29</c:v>
                </c:pt>
                <c:pt idx="65978">
                  <c:v>16.29</c:v>
                </c:pt>
                <c:pt idx="65979">
                  <c:v>419.85</c:v>
                </c:pt>
                <c:pt idx="65980">
                  <c:v>-419.85</c:v>
                </c:pt>
                <c:pt idx="65981">
                  <c:v>59.98</c:v>
                </c:pt>
                <c:pt idx="65982">
                  <c:v>-59.98</c:v>
                </c:pt>
                <c:pt idx="65983">
                  <c:v>83.94</c:v>
                </c:pt>
                <c:pt idx="65984">
                  <c:v>95.94</c:v>
                </c:pt>
                <c:pt idx="65985">
                  <c:v>54.01</c:v>
                </c:pt>
                <c:pt idx="65986">
                  <c:v>45.47</c:v>
                </c:pt>
                <c:pt idx="65987">
                  <c:v>-45.47</c:v>
                </c:pt>
                <c:pt idx="65988">
                  <c:v>-51.01</c:v>
                </c:pt>
                <c:pt idx="65989">
                  <c:v>-4.5</c:v>
                </c:pt>
                <c:pt idx="65990">
                  <c:v>-49.51</c:v>
                </c:pt>
                <c:pt idx="65991">
                  <c:v>51.01</c:v>
                </c:pt>
                <c:pt idx="65992">
                  <c:v>59.96</c:v>
                </c:pt>
                <c:pt idx="65993">
                  <c:v>74.95</c:v>
                </c:pt>
                <c:pt idx="65994">
                  <c:v>74.95</c:v>
                </c:pt>
                <c:pt idx="65995">
                  <c:v>59.96</c:v>
                </c:pt>
                <c:pt idx="65996">
                  <c:v>59.96</c:v>
                </c:pt>
                <c:pt idx="65997">
                  <c:v>59.96</c:v>
                </c:pt>
                <c:pt idx="65998">
                  <c:v>59.96</c:v>
                </c:pt>
                <c:pt idx="65999">
                  <c:v>59.96</c:v>
                </c:pt>
                <c:pt idx="66000">
                  <c:v>59.96</c:v>
                </c:pt>
                <c:pt idx="66001">
                  <c:v>59.96</c:v>
                </c:pt>
                <c:pt idx="66002">
                  <c:v>74.95</c:v>
                </c:pt>
                <c:pt idx="66003">
                  <c:v>59.96</c:v>
                </c:pt>
                <c:pt idx="66004">
                  <c:v>59.96</c:v>
                </c:pt>
                <c:pt idx="66005">
                  <c:v>59.96</c:v>
                </c:pt>
                <c:pt idx="66006">
                  <c:v>74.2</c:v>
                </c:pt>
                <c:pt idx="66007">
                  <c:v>53.96</c:v>
                </c:pt>
                <c:pt idx="66008">
                  <c:v>59.96</c:v>
                </c:pt>
                <c:pt idx="66009">
                  <c:v>63.95</c:v>
                </c:pt>
                <c:pt idx="66010">
                  <c:v>74.95</c:v>
                </c:pt>
                <c:pt idx="66011">
                  <c:v>74.95</c:v>
                </c:pt>
                <c:pt idx="66012">
                  <c:v>109.68</c:v>
                </c:pt>
                <c:pt idx="66013">
                  <c:v>80.98</c:v>
                </c:pt>
                <c:pt idx="66014">
                  <c:v>54.98</c:v>
                </c:pt>
                <c:pt idx="66015">
                  <c:v>84.99</c:v>
                </c:pt>
                <c:pt idx="66016">
                  <c:v>84.99</c:v>
                </c:pt>
                <c:pt idx="66017">
                  <c:v>54.98</c:v>
                </c:pt>
                <c:pt idx="66018">
                  <c:v>84.99</c:v>
                </c:pt>
                <c:pt idx="66019">
                  <c:v>65.989999999999995</c:v>
                </c:pt>
                <c:pt idx="66020">
                  <c:v>84.99</c:v>
                </c:pt>
                <c:pt idx="66021">
                  <c:v>84.99</c:v>
                </c:pt>
                <c:pt idx="66022">
                  <c:v>99.98</c:v>
                </c:pt>
                <c:pt idx="66023">
                  <c:v>164.97</c:v>
                </c:pt>
                <c:pt idx="66024">
                  <c:v>108.97</c:v>
                </c:pt>
                <c:pt idx="66025">
                  <c:v>75.88</c:v>
                </c:pt>
                <c:pt idx="66026">
                  <c:v>79.989999999999995</c:v>
                </c:pt>
                <c:pt idx="66027">
                  <c:v>79.989999999999995</c:v>
                </c:pt>
                <c:pt idx="66028">
                  <c:v>79.989999999999995</c:v>
                </c:pt>
                <c:pt idx="66029">
                  <c:v>79.989999999999995</c:v>
                </c:pt>
                <c:pt idx="66030">
                  <c:v>84.99</c:v>
                </c:pt>
                <c:pt idx="66031">
                  <c:v>79.989999999999995</c:v>
                </c:pt>
                <c:pt idx="66032">
                  <c:v>79.989999999999995</c:v>
                </c:pt>
                <c:pt idx="66033">
                  <c:v>79.989999999999995</c:v>
                </c:pt>
                <c:pt idx="66034">
                  <c:v>84.98</c:v>
                </c:pt>
                <c:pt idx="66035">
                  <c:v>79.989999999999995</c:v>
                </c:pt>
                <c:pt idx="66036">
                  <c:v>79.989999999999995</c:v>
                </c:pt>
                <c:pt idx="66037">
                  <c:v>99.97</c:v>
                </c:pt>
                <c:pt idx="66038">
                  <c:v>79.989999999999995</c:v>
                </c:pt>
                <c:pt idx="66039">
                  <c:v>79.989999999999995</c:v>
                </c:pt>
                <c:pt idx="66040">
                  <c:v>99.97</c:v>
                </c:pt>
                <c:pt idx="66041">
                  <c:v>79.989999999999995</c:v>
                </c:pt>
                <c:pt idx="66042">
                  <c:v>79.989999999999995</c:v>
                </c:pt>
                <c:pt idx="66043">
                  <c:v>79.989999999999995</c:v>
                </c:pt>
                <c:pt idx="66044">
                  <c:v>115.98</c:v>
                </c:pt>
                <c:pt idx="66045">
                  <c:v>131.97999999999999</c:v>
                </c:pt>
                <c:pt idx="66046">
                  <c:v>131.97999999999999</c:v>
                </c:pt>
                <c:pt idx="66047">
                  <c:v>131.97999999999999</c:v>
                </c:pt>
                <c:pt idx="66048">
                  <c:v>131.97999999999999</c:v>
                </c:pt>
                <c:pt idx="66049">
                  <c:v>131.97999999999999</c:v>
                </c:pt>
                <c:pt idx="66050">
                  <c:v>131.88999999999999</c:v>
                </c:pt>
                <c:pt idx="66051">
                  <c:v>197.97</c:v>
                </c:pt>
                <c:pt idx="66052">
                  <c:v>131.97999999999999</c:v>
                </c:pt>
                <c:pt idx="66053">
                  <c:v>121.98</c:v>
                </c:pt>
                <c:pt idx="66054">
                  <c:v>131.97999999999999</c:v>
                </c:pt>
                <c:pt idx="66055">
                  <c:v>86.71</c:v>
                </c:pt>
                <c:pt idx="66056">
                  <c:v>99.98</c:v>
                </c:pt>
                <c:pt idx="66057">
                  <c:v>192.41</c:v>
                </c:pt>
                <c:pt idx="66058">
                  <c:v>74.37</c:v>
                </c:pt>
                <c:pt idx="66059">
                  <c:v>73.88</c:v>
                </c:pt>
                <c:pt idx="66060">
                  <c:v>83.97</c:v>
                </c:pt>
                <c:pt idx="66061">
                  <c:v>131.97999999999999</c:v>
                </c:pt>
                <c:pt idx="66062">
                  <c:v>89.98</c:v>
                </c:pt>
                <c:pt idx="66063">
                  <c:v>77.97</c:v>
                </c:pt>
                <c:pt idx="66064">
                  <c:v>151.97</c:v>
                </c:pt>
                <c:pt idx="66065">
                  <c:v>75.97</c:v>
                </c:pt>
                <c:pt idx="66066">
                  <c:v>112.37</c:v>
                </c:pt>
                <c:pt idx="66067">
                  <c:v>191.92</c:v>
                </c:pt>
                <c:pt idx="66068">
                  <c:v>100.98</c:v>
                </c:pt>
                <c:pt idx="66069">
                  <c:v>83.97</c:v>
                </c:pt>
                <c:pt idx="66070">
                  <c:v>55.98</c:v>
                </c:pt>
                <c:pt idx="66071">
                  <c:v>77.97</c:v>
                </c:pt>
                <c:pt idx="66072">
                  <c:v>151.74</c:v>
                </c:pt>
                <c:pt idx="66073">
                  <c:v>91.97</c:v>
                </c:pt>
                <c:pt idx="66074">
                  <c:v>99.98</c:v>
                </c:pt>
                <c:pt idx="66075">
                  <c:v>82.03</c:v>
                </c:pt>
                <c:pt idx="66076">
                  <c:v>89.98</c:v>
                </c:pt>
                <c:pt idx="66077">
                  <c:v>179.95</c:v>
                </c:pt>
                <c:pt idx="66078">
                  <c:v>79.98</c:v>
                </c:pt>
                <c:pt idx="66079">
                  <c:v>84.99</c:v>
                </c:pt>
                <c:pt idx="66080">
                  <c:v>69.98</c:v>
                </c:pt>
                <c:pt idx="66081">
                  <c:v>54.44</c:v>
                </c:pt>
                <c:pt idx="66082">
                  <c:v>224.95</c:v>
                </c:pt>
                <c:pt idx="66083">
                  <c:v>82.98</c:v>
                </c:pt>
                <c:pt idx="66084">
                  <c:v>99.98</c:v>
                </c:pt>
                <c:pt idx="66085">
                  <c:v>54.99</c:v>
                </c:pt>
                <c:pt idx="66086">
                  <c:v>62.96</c:v>
                </c:pt>
                <c:pt idx="66087">
                  <c:v>16.29</c:v>
                </c:pt>
                <c:pt idx="66088">
                  <c:v>129.97</c:v>
                </c:pt>
                <c:pt idx="66089">
                  <c:v>99.98</c:v>
                </c:pt>
                <c:pt idx="66090">
                  <c:v>74.98</c:v>
                </c:pt>
                <c:pt idx="66091">
                  <c:v>54.99</c:v>
                </c:pt>
                <c:pt idx="66092">
                  <c:v>54.99</c:v>
                </c:pt>
                <c:pt idx="66093">
                  <c:v>52.24</c:v>
                </c:pt>
                <c:pt idx="66094">
                  <c:v>69.98</c:v>
                </c:pt>
                <c:pt idx="66095">
                  <c:v>49.99</c:v>
                </c:pt>
                <c:pt idx="66096">
                  <c:v>104.98</c:v>
                </c:pt>
                <c:pt idx="66097">
                  <c:v>65.989999999999995</c:v>
                </c:pt>
                <c:pt idx="66098">
                  <c:v>134.97999999999999</c:v>
                </c:pt>
                <c:pt idx="66099">
                  <c:v>62.46</c:v>
                </c:pt>
                <c:pt idx="66100">
                  <c:v>99.98</c:v>
                </c:pt>
                <c:pt idx="66101">
                  <c:v>79.98</c:v>
                </c:pt>
                <c:pt idx="66102">
                  <c:v>84.98</c:v>
                </c:pt>
                <c:pt idx="66103">
                  <c:v>84.99</c:v>
                </c:pt>
                <c:pt idx="66104">
                  <c:v>65.989999999999995</c:v>
                </c:pt>
                <c:pt idx="66105">
                  <c:v>131.97999999999999</c:v>
                </c:pt>
                <c:pt idx="66106">
                  <c:v>84.99</c:v>
                </c:pt>
                <c:pt idx="66107">
                  <c:v>80.98</c:v>
                </c:pt>
                <c:pt idx="66108">
                  <c:v>161.27000000000001</c:v>
                </c:pt>
                <c:pt idx="66109">
                  <c:v>84.99</c:v>
                </c:pt>
                <c:pt idx="66110">
                  <c:v>125.98</c:v>
                </c:pt>
                <c:pt idx="66111">
                  <c:v>84.99</c:v>
                </c:pt>
                <c:pt idx="66112">
                  <c:v>68.989999999999995</c:v>
                </c:pt>
                <c:pt idx="66113">
                  <c:v>68.989999999999995</c:v>
                </c:pt>
                <c:pt idx="66114">
                  <c:v>73.989999999999995</c:v>
                </c:pt>
                <c:pt idx="66115">
                  <c:v>65.989999999999995</c:v>
                </c:pt>
                <c:pt idx="66116">
                  <c:v>50.99</c:v>
                </c:pt>
                <c:pt idx="66117">
                  <c:v>72.239999999999995</c:v>
                </c:pt>
                <c:pt idx="66118">
                  <c:v>74.989999999999995</c:v>
                </c:pt>
                <c:pt idx="66119">
                  <c:v>54.99</c:v>
                </c:pt>
                <c:pt idx="66120">
                  <c:v>156.97999999999999</c:v>
                </c:pt>
                <c:pt idx="66121">
                  <c:v>266.13</c:v>
                </c:pt>
                <c:pt idx="66122">
                  <c:v>107.17</c:v>
                </c:pt>
                <c:pt idx="66123">
                  <c:v>305.42</c:v>
                </c:pt>
                <c:pt idx="66124">
                  <c:v>79.849999999999994</c:v>
                </c:pt>
                <c:pt idx="66125">
                  <c:v>414.93</c:v>
                </c:pt>
                <c:pt idx="66126">
                  <c:v>359.27</c:v>
                </c:pt>
                <c:pt idx="66127">
                  <c:v>214.97</c:v>
                </c:pt>
                <c:pt idx="66128">
                  <c:v>312.52</c:v>
                </c:pt>
                <c:pt idx="66129">
                  <c:v>131.97999999999999</c:v>
                </c:pt>
                <c:pt idx="66130">
                  <c:v>131.97999999999999</c:v>
                </c:pt>
                <c:pt idx="66131">
                  <c:v>149.97999999999999</c:v>
                </c:pt>
                <c:pt idx="66132">
                  <c:v>239.97</c:v>
                </c:pt>
                <c:pt idx="66133">
                  <c:v>239.97</c:v>
                </c:pt>
                <c:pt idx="66134">
                  <c:v>239.97</c:v>
                </c:pt>
                <c:pt idx="66135">
                  <c:v>76.47</c:v>
                </c:pt>
                <c:pt idx="66136">
                  <c:v>59.98</c:v>
                </c:pt>
                <c:pt idx="66137">
                  <c:v>91.47</c:v>
                </c:pt>
                <c:pt idx="66138">
                  <c:v>61.48</c:v>
                </c:pt>
                <c:pt idx="66139">
                  <c:v>61.48</c:v>
                </c:pt>
                <c:pt idx="66140">
                  <c:v>55.98</c:v>
                </c:pt>
                <c:pt idx="66141">
                  <c:v>55.98</c:v>
                </c:pt>
                <c:pt idx="66142">
                  <c:v>61.48</c:v>
                </c:pt>
                <c:pt idx="66143">
                  <c:v>89.97</c:v>
                </c:pt>
                <c:pt idx="66144">
                  <c:v>55.98</c:v>
                </c:pt>
                <c:pt idx="66145">
                  <c:v>91.47</c:v>
                </c:pt>
                <c:pt idx="66146">
                  <c:v>-1.5</c:v>
                </c:pt>
                <c:pt idx="66147">
                  <c:v>68.47</c:v>
                </c:pt>
                <c:pt idx="66148">
                  <c:v>52.48</c:v>
                </c:pt>
                <c:pt idx="66149">
                  <c:v>36.28</c:v>
                </c:pt>
                <c:pt idx="66150">
                  <c:v>89.97</c:v>
                </c:pt>
                <c:pt idx="66151">
                  <c:v>53.48</c:v>
                </c:pt>
                <c:pt idx="66152">
                  <c:v>59.98</c:v>
                </c:pt>
                <c:pt idx="66153">
                  <c:v>89.97</c:v>
                </c:pt>
                <c:pt idx="66154">
                  <c:v>31.49</c:v>
                </c:pt>
                <c:pt idx="66155">
                  <c:v>84.99</c:v>
                </c:pt>
                <c:pt idx="66156">
                  <c:v>254.97</c:v>
                </c:pt>
                <c:pt idx="66157">
                  <c:v>69.98</c:v>
                </c:pt>
                <c:pt idx="66158">
                  <c:v>65.989999999999995</c:v>
                </c:pt>
                <c:pt idx="66159">
                  <c:v>40.94</c:v>
                </c:pt>
                <c:pt idx="66160">
                  <c:v>169.98</c:v>
                </c:pt>
                <c:pt idx="66161">
                  <c:v>78.97</c:v>
                </c:pt>
                <c:pt idx="66162">
                  <c:v>100.47</c:v>
                </c:pt>
                <c:pt idx="66163">
                  <c:v>59.98</c:v>
                </c:pt>
                <c:pt idx="66164">
                  <c:v>92.97</c:v>
                </c:pt>
                <c:pt idx="66165">
                  <c:v>101.97</c:v>
                </c:pt>
                <c:pt idx="66166">
                  <c:v>96.27</c:v>
                </c:pt>
                <c:pt idx="66167">
                  <c:v>60.28</c:v>
                </c:pt>
                <c:pt idx="66168">
                  <c:v>62.38</c:v>
                </c:pt>
                <c:pt idx="66169">
                  <c:v>100.47</c:v>
                </c:pt>
                <c:pt idx="66170">
                  <c:v>100.47</c:v>
                </c:pt>
                <c:pt idx="66171">
                  <c:v>95.75</c:v>
                </c:pt>
                <c:pt idx="66172">
                  <c:v>100.47</c:v>
                </c:pt>
                <c:pt idx="66173">
                  <c:v>67.48</c:v>
                </c:pt>
                <c:pt idx="66174">
                  <c:v>101.97</c:v>
                </c:pt>
                <c:pt idx="66175">
                  <c:v>62.08</c:v>
                </c:pt>
                <c:pt idx="66176">
                  <c:v>119.99</c:v>
                </c:pt>
                <c:pt idx="66177">
                  <c:v>50.88</c:v>
                </c:pt>
                <c:pt idx="66178">
                  <c:v>361.9</c:v>
                </c:pt>
                <c:pt idx="66179">
                  <c:v>328.43</c:v>
                </c:pt>
                <c:pt idx="66180">
                  <c:v>213.4</c:v>
                </c:pt>
                <c:pt idx="66181">
                  <c:v>216.43</c:v>
                </c:pt>
                <c:pt idx="66182">
                  <c:v>213.95</c:v>
                </c:pt>
                <c:pt idx="66183">
                  <c:v>242.96</c:v>
                </c:pt>
                <c:pt idx="66184">
                  <c:v>134.24</c:v>
                </c:pt>
                <c:pt idx="66185">
                  <c:v>92.97</c:v>
                </c:pt>
                <c:pt idx="66186">
                  <c:v>59.39</c:v>
                </c:pt>
                <c:pt idx="66187">
                  <c:v>139.94</c:v>
                </c:pt>
                <c:pt idx="66188">
                  <c:v>114.28</c:v>
                </c:pt>
                <c:pt idx="66189">
                  <c:v>148.47999999999999</c:v>
                </c:pt>
                <c:pt idx="66190">
                  <c:v>176.24</c:v>
                </c:pt>
                <c:pt idx="66191">
                  <c:v>97.96</c:v>
                </c:pt>
                <c:pt idx="66192">
                  <c:v>223.97</c:v>
                </c:pt>
                <c:pt idx="66193">
                  <c:v>296.43</c:v>
                </c:pt>
                <c:pt idx="66194">
                  <c:v>55.98</c:v>
                </c:pt>
                <c:pt idx="66195">
                  <c:v>93.27</c:v>
                </c:pt>
                <c:pt idx="66196">
                  <c:v>54.98</c:v>
                </c:pt>
                <c:pt idx="66197">
                  <c:v>89.97</c:v>
                </c:pt>
                <c:pt idx="66198">
                  <c:v>86.97</c:v>
                </c:pt>
                <c:pt idx="66199">
                  <c:v>52.75</c:v>
                </c:pt>
                <c:pt idx="66200">
                  <c:v>59.98</c:v>
                </c:pt>
                <c:pt idx="66201">
                  <c:v>89.97</c:v>
                </c:pt>
                <c:pt idx="66202">
                  <c:v>144.94999999999999</c:v>
                </c:pt>
                <c:pt idx="66203">
                  <c:v>102.27</c:v>
                </c:pt>
                <c:pt idx="66204">
                  <c:v>101.97</c:v>
                </c:pt>
                <c:pt idx="66205">
                  <c:v>119.96</c:v>
                </c:pt>
                <c:pt idx="66206">
                  <c:v>106.1</c:v>
                </c:pt>
                <c:pt idx="66207">
                  <c:v>93.27</c:v>
                </c:pt>
                <c:pt idx="66208">
                  <c:v>109.96</c:v>
                </c:pt>
                <c:pt idx="66209">
                  <c:v>167.5</c:v>
                </c:pt>
                <c:pt idx="66210">
                  <c:v>199.96</c:v>
                </c:pt>
                <c:pt idx="66211">
                  <c:v>142.91</c:v>
                </c:pt>
                <c:pt idx="66212">
                  <c:v>246.5</c:v>
                </c:pt>
                <c:pt idx="66213">
                  <c:v>159.97999999999999</c:v>
                </c:pt>
                <c:pt idx="66214">
                  <c:v>75.87</c:v>
                </c:pt>
                <c:pt idx="66215">
                  <c:v>96.86</c:v>
                </c:pt>
                <c:pt idx="66216">
                  <c:v>366.25</c:v>
                </c:pt>
                <c:pt idx="66217">
                  <c:v>152.97999999999999</c:v>
                </c:pt>
                <c:pt idx="66218">
                  <c:v>127.73</c:v>
                </c:pt>
                <c:pt idx="66219">
                  <c:v>129.47</c:v>
                </c:pt>
                <c:pt idx="66220">
                  <c:v>215.46</c:v>
                </c:pt>
                <c:pt idx="66221">
                  <c:v>123.21</c:v>
                </c:pt>
                <c:pt idx="66222">
                  <c:v>152.97999999999999</c:v>
                </c:pt>
                <c:pt idx="66223">
                  <c:v>152.97999999999999</c:v>
                </c:pt>
                <c:pt idx="66224">
                  <c:v>59.96</c:v>
                </c:pt>
                <c:pt idx="66225">
                  <c:v>176.96</c:v>
                </c:pt>
                <c:pt idx="66226">
                  <c:v>100.96</c:v>
                </c:pt>
                <c:pt idx="66227">
                  <c:v>121.98</c:v>
                </c:pt>
                <c:pt idx="66228">
                  <c:v>173.97</c:v>
                </c:pt>
                <c:pt idx="66229">
                  <c:v>29.48</c:v>
                </c:pt>
                <c:pt idx="66230">
                  <c:v>88.97</c:v>
                </c:pt>
                <c:pt idx="66231">
                  <c:v>79.989999999999995</c:v>
                </c:pt>
                <c:pt idx="66232">
                  <c:v>173.97</c:v>
                </c:pt>
                <c:pt idx="66233">
                  <c:v>159.97999999999999</c:v>
                </c:pt>
                <c:pt idx="66234">
                  <c:v>147.06</c:v>
                </c:pt>
                <c:pt idx="66235">
                  <c:v>66.69</c:v>
                </c:pt>
                <c:pt idx="66236">
                  <c:v>159.97999999999999</c:v>
                </c:pt>
                <c:pt idx="66237">
                  <c:v>159.97999999999999</c:v>
                </c:pt>
                <c:pt idx="66238">
                  <c:v>79.989999999999995</c:v>
                </c:pt>
                <c:pt idx="66239">
                  <c:v>87.47</c:v>
                </c:pt>
                <c:pt idx="66240">
                  <c:v>29.48</c:v>
                </c:pt>
                <c:pt idx="66241">
                  <c:v>79.989999999999995</c:v>
                </c:pt>
                <c:pt idx="66242">
                  <c:v>159.97999999999999</c:v>
                </c:pt>
                <c:pt idx="66243">
                  <c:v>139.97999999999999</c:v>
                </c:pt>
                <c:pt idx="66244">
                  <c:v>137.97999999999999</c:v>
                </c:pt>
                <c:pt idx="66245">
                  <c:v>155.97</c:v>
                </c:pt>
                <c:pt idx="66246">
                  <c:v>169.98</c:v>
                </c:pt>
                <c:pt idx="66247">
                  <c:v>88.97</c:v>
                </c:pt>
                <c:pt idx="66248">
                  <c:v>69.98</c:v>
                </c:pt>
                <c:pt idx="66249">
                  <c:v>153.97999999999999</c:v>
                </c:pt>
                <c:pt idx="66250">
                  <c:v>169.98</c:v>
                </c:pt>
                <c:pt idx="66251">
                  <c:v>138.58000000000001</c:v>
                </c:pt>
                <c:pt idx="66252">
                  <c:v>144.97</c:v>
                </c:pt>
                <c:pt idx="66253">
                  <c:v>153.97999999999999</c:v>
                </c:pt>
                <c:pt idx="66254">
                  <c:v>84.99</c:v>
                </c:pt>
                <c:pt idx="66255">
                  <c:v>84.99</c:v>
                </c:pt>
                <c:pt idx="66256">
                  <c:v>169.98</c:v>
                </c:pt>
                <c:pt idx="66257">
                  <c:v>169.98</c:v>
                </c:pt>
                <c:pt idx="66258">
                  <c:v>169.98</c:v>
                </c:pt>
                <c:pt idx="66259">
                  <c:v>169.98</c:v>
                </c:pt>
                <c:pt idx="66260">
                  <c:v>84.99</c:v>
                </c:pt>
                <c:pt idx="66261">
                  <c:v>84.99</c:v>
                </c:pt>
                <c:pt idx="66262">
                  <c:v>129.22</c:v>
                </c:pt>
                <c:pt idx="66263">
                  <c:v>84.99</c:v>
                </c:pt>
                <c:pt idx="66264">
                  <c:v>59.39</c:v>
                </c:pt>
                <c:pt idx="66265">
                  <c:v>169.98</c:v>
                </c:pt>
                <c:pt idx="66266">
                  <c:v>169.98</c:v>
                </c:pt>
                <c:pt idx="66267">
                  <c:v>169.98</c:v>
                </c:pt>
                <c:pt idx="66268">
                  <c:v>169.98</c:v>
                </c:pt>
                <c:pt idx="66269">
                  <c:v>169.98</c:v>
                </c:pt>
                <c:pt idx="66270">
                  <c:v>169.98</c:v>
                </c:pt>
                <c:pt idx="66271">
                  <c:v>169.98</c:v>
                </c:pt>
                <c:pt idx="66272">
                  <c:v>169.98</c:v>
                </c:pt>
                <c:pt idx="66273">
                  <c:v>59.39</c:v>
                </c:pt>
                <c:pt idx="66274">
                  <c:v>169.98</c:v>
                </c:pt>
                <c:pt idx="66275">
                  <c:v>129.22</c:v>
                </c:pt>
                <c:pt idx="66276">
                  <c:v>84.99</c:v>
                </c:pt>
                <c:pt idx="66277">
                  <c:v>169.98</c:v>
                </c:pt>
                <c:pt idx="66278">
                  <c:v>169.98</c:v>
                </c:pt>
                <c:pt idx="66279">
                  <c:v>187.73</c:v>
                </c:pt>
                <c:pt idx="66280">
                  <c:v>229.14</c:v>
                </c:pt>
                <c:pt idx="66281">
                  <c:v>152.97</c:v>
                </c:pt>
                <c:pt idx="66282">
                  <c:v>169.98</c:v>
                </c:pt>
                <c:pt idx="66283">
                  <c:v>87.98</c:v>
                </c:pt>
                <c:pt idx="66284">
                  <c:v>124.98</c:v>
                </c:pt>
                <c:pt idx="66285">
                  <c:v>169.98</c:v>
                </c:pt>
                <c:pt idx="66286">
                  <c:v>219.97</c:v>
                </c:pt>
                <c:pt idx="66287">
                  <c:v>114.94</c:v>
                </c:pt>
                <c:pt idx="66288">
                  <c:v>202.41</c:v>
                </c:pt>
                <c:pt idx="66289">
                  <c:v>177.41</c:v>
                </c:pt>
                <c:pt idx="66290">
                  <c:v>98.47</c:v>
                </c:pt>
                <c:pt idx="66291">
                  <c:v>148.78</c:v>
                </c:pt>
                <c:pt idx="66292">
                  <c:v>106.97</c:v>
                </c:pt>
                <c:pt idx="66293">
                  <c:v>21.98</c:v>
                </c:pt>
                <c:pt idx="66294">
                  <c:v>106.97</c:v>
                </c:pt>
                <c:pt idx="66295">
                  <c:v>106.97</c:v>
                </c:pt>
                <c:pt idx="66296">
                  <c:v>90.97</c:v>
                </c:pt>
                <c:pt idx="66297">
                  <c:v>106.97</c:v>
                </c:pt>
                <c:pt idx="66298">
                  <c:v>106.97</c:v>
                </c:pt>
                <c:pt idx="66299">
                  <c:v>84.99</c:v>
                </c:pt>
                <c:pt idx="66300">
                  <c:v>84.99</c:v>
                </c:pt>
                <c:pt idx="66301">
                  <c:v>98.47</c:v>
                </c:pt>
                <c:pt idx="66302">
                  <c:v>106.97</c:v>
                </c:pt>
                <c:pt idx="66303">
                  <c:v>106.97</c:v>
                </c:pt>
                <c:pt idx="66304">
                  <c:v>65.989999999999995</c:v>
                </c:pt>
                <c:pt idx="66305">
                  <c:v>85.41</c:v>
                </c:pt>
                <c:pt idx="66306">
                  <c:v>51.48</c:v>
                </c:pt>
                <c:pt idx="66307">
                  <c:v>92.98</c:v>
                </c:pt>
                <c:pt idx="66308">
                  <c:v>94.98</c:v>
                </c:pt>
                <c:pt idx="66309">
                  <c:v>92.48</c:v>
                </c:pt>
                <c:pt idx="66310">
                  <c:v>60.99</c:v>
                </c:pt>
                <c:pt idx="66311">
                  <c:v>68.38</c:v>
                </c:pt>
                <c:pt idx="66312">
                  <c:v>101.77</c:v>
                </c:pt>
                <c:pt idx="66313">
                  <c:v>131.97999999999999</c:v>
                </c:pt>
                <c:pt idx="66314">
                  <c:v>79.989999999999995</c:v>
                </c:pt>
                <c:pt idx="66315">
                  <c:v>130.97999999999999</c:v>
                </c:pt>
                <c:pt idx="66316">
                  <c:v>74.97</c:v>
                </c:pt>
                <c:pt idx="66317">
                  <c:v>96.98</c:v>
                </c:pt>
                <c:pt idx="66318">
                  <c:v>159.97999999999999</c:v>
                </c:pt>
                <c:pt idx="66319">
                  <c:v>71.989999999999995</c:v>
                </c:pt>
                <c:pt idx="66320">
                  <c:v>94.98</c:v>
                </c:pt>
                <c:pt idx="66321">
                  <c:v>41.49</c:v>
                </c:pt>
                <c:pt idx="66322">
                  <c:v>146.96</c:v>
                </c:pt>
                <c:pt idx="66323">
                  <c:v>59.98</c:v>
                </c:pt>
                <c:pt idx="66324">
                  <c:v>79.989999999999995</c:v>
                </c:pt>
                <c:pt idx="66325">
                  <c:v>55.98</c:v>
                </c:pt>
                <c:pt idx="66326">
                  <c:v>79.989999999999995</c:v>
                </c:pt>
                <c:pt idx="66327">
                  <c:v>72.08</c:v>
                </c:pt>
                <c:pt idx="66328">
                  <c:v>61.98</c:v>
                </c:pt>
                <c:pt idx="66329">
                  <c:v>79.989999999999995</c:v>
                </c:pt>
                <c:pt idx="66330">
                  <c:v>59.98</c:v>
                </c:pt>
                <c:pt idx="66331">
                  <c:v>100.98</c:v>
                </c:pt>
                <c:pt idx="66332">
                  <c:v>47.86</c:v>
                </c:pt>
                <c:pt idx="66333">
                  <c:v>65.989999999999995</c:v>
                </c:pt>
                <c:pt idx="66334">
                  <c:v>109.98</c:v>
                </c:pt>
                <c:pt idx="66335">
                  <c:v>79.989999999999995</c:v>
                </c:pt>
                <c:pt idx="66336">
                  <c:v>105.98</c:v>
                </c:pt>
                <c:pt idx="66337">
                  <c:v>134.97999999999999</c:v>
                </c:pt>
                <c:pt idx="66338">
                  <c:v>100.97</c:v>
                </c:pt>
                <c:pt idx="66339">
                  <c:v>186.75</c:v>
                </c:pt>
                <c:pt idx="66340">
                  <c:v>169.98</c:v>
                </c:pt>
                <c:pt idx="66341">
                  <c:v>84.99</c:v>
                </c:pt>
                <c:pt idx="66342">
                  <c:v>100.25</c:v>
                </c:pt>
                <c:pt idx="66343">
                  <c:v>141.86000000000001</c:v>
                </c:pt>
                <c:pt idx="66344">
                  <c:v>112.46</c:v>
                </c:pt>
                <c:pt idx="66345">
                  <c:v>105.98</c:v>
                </c:pt>
                <c:pt idx="66346">
                  <c:v>105.98</c:v>
                </c:pt>
                <c:pt idx="66347">
                  <c:v>169.98</c:v>
                </c:pt>
                <c:pt idx="66348">
                  <c:v>119.97</c:v>
                </c:pt>
                <c:pt idx="66349">
                  <c:v>219.97</c:v>
                </c:pt>
                <c:pt idx="66350">
                  <c:v>58.64</c:v>
                </c:pt>
                <c:pt idx="66351">
                  <c:v>184.97</c:v>
                </c:pt>
                <c:pt idx="66352">
                  <c:v>84.98</c:v>
                </c:pt>
                <c:pt idx="66353">
                  <c:v>184.97</c:v>
                </c:pt>
                <c:pt idx="66354">
                  <c:v>105.98</c:v>
                </c:pt>
                <c:pt idx="66355">
                  <c:v>134.97999999999999</c:v>
                </c:pt>
                <c:pt idx="66356">
                  <c:v>149.97</c:v>
                </c:pt>
                <c:pt idx="66357">
                  <c:v>84.99</c:v>
                </c:pt>
                <c:pt idx="66358">
                  <c:v>146.02000000000001</c:v>
                </c:pt>
                <c:pt idx="66359">
                  <c:v>159.93</c:v>
                </c:pt>
                <c:pt idx="66360">
                  <c:v>121.92</c:v>
                </c:pt>
                <c:pt idx="66361">
                  <c:v>100.9</c:v>
                </c:pt>
                <c:pt idx="66362">
                  <c:v>102.05</c:v>
                </c:pt>
                <c:pt idx="66363">
                  <c:v>84.96</c:v>
                </c:pt>
                <c:pt idx="66364">
                  <c:v>64.97</c:v>
                </c:pt>
                <c:pt idx="66365">
                  <c:v>189.97</c:v>
                </c:pt>
                <c:pt idx="66366">
                  <c:v>88.98</c:v>
                </c:pt>
                <c:pt idx="66367">
                  <c:v>88.98</c:v>
                </c:pt>
                <c:pt idx="66368">
                  <c:v>88.98</c:v>
                </c:pt>
                <c:pt idx="66369">
                  <c:v>119.97</c:v>
                </c:pt>
                <c:pt idx="66370">
                  <c:v>119.97</c:v>
                </c:pt>
                <c:pt idx="66371">
                  <c:v>119.97</c:v>
                </c:pt>
                <c:pt idx="66372">
                  <c:v>119.97</c:v>
                </c:pt>
                <c:pt idx="66373">
                  <c:v>88.98</c:v>
                </c:pt>
                <c:pt idx="66374">
                  <c:v>119.97</c:v>
                </c:pt>
                <c:pt idx="66375">
                  <c:v>119.97</c:v>
                </c:pt>
                <c:pt idx="66376">
                  <c:v>209.96</c:v>
                </c:pt>
                <c:pt idx="66377">
                  <c:v>189.97</c:v>
                </c:pt>
                <c:pt idx="66378">
                  <c:v>296.94</c:v>
                </c:pt>
                <c:pt idx="66379">
                  <c:v>119.97</c:v>
                </c:pt>
                <c:pt idx="66380">
                  <c:v>209.96</c:v>
                </c:pt>
                <c:pt idx="66381">
                  <c:v>139.96</c:v>
                </c:pt>
                <c:pt idx="66382">
                  <c:v>139.96</c:v>
                </c:pt>
                <c:pt idx="66383">
                  <c:v>119.97</c:v>
                </c:pt>
                <c:pt idx="66384">
                  <c:v>296.94</c:v>
                </c:pt>
                <c:pt idx="66385">
                  <c:v>65.989999999999995</c:v>
                </c:pt>
                <c:pt idx="66386">
                  <c:v>93.98</c:v>
                </c:pt>
                <c:pt idx="66387">
                  <c:v>84.99</c:v>
                </c:pt>
                <c:pt idx="66388">
                  <c:v>84.99</c:v>
                </c:pt>
                <c:pt idx="66389">
                  <c:v>59.98</c:v>
                </c:pt>
                <c:pt idx="66390">
                  <c:v>72.239999999999995</c:v>
                </c:pt>
                <c:pt idx="66391">
                  <c:v>84.99</c:v>
                </c:pt>
                <c:pt idx="66392">
                  <c:v>90.97</c:v>
                </c:pt>
                <c:pt idx="66393">
                  <c:v>169.98</c:v>
                </c:pt>
                <c:pt idx="66394">
                  <c:v>84.99</c:v>
                </c:pt>
                <c:pt idx="66395">
                  <c:v>169.16</c:v>
                </c:pt>
                <c:pt idx="66396">
                  <c:v>169.98</c:v>
                </c:pt>
                <c:pt idx="66397">
                  <c:v>84.99</c:v>
                </c:pt>
                <c:pt idx="66398">
                  <c:v>169.98</c:v>
                </c:pt>
                <c:pt idx="66399">
                  <c:v>100.97</c:v>
                </c:pt>
                <c:pt idx="66400">
                  <c:v>140.34</c:v>
                </c:pt>
                <c:pt idx="66401">
                  <c:v>129.38</c:v>
                </c:pt>
                <c:pt idx="66402">
                  <c:v>133.06</c:v>
                </c:pt>
                <c:pt idx="66403">
                  <c:v>192.35</c:v>
                </c:pt>
                <c:pt idx="66404">
                  <c:v>120.95</c:v>
                </c:pt>
                <c:pt idx="66405">
                  <c:v>169.98</c:v>
                </c:pt>
                <c:pt idx="66406">
                  <c:v>99.98</c:v>
                </c:pt>
                <c:pt idx="66407">
                  <c:v>177.12</c:v>
                </c:pt>
                <c:pt idx="66408">
                  <c:v>99.98</c:v>
                </c:pt>
                <c:pt idx="66409">
                  <c:v>179.97</c:v>
                </c:pt>
                <c:pt idx="66410">
                  <c:v>182.95</c:v>
                </c:pt>
                <c:pt idx="66411">
                  <c:v>70.989999999999995</c:v>
                </c:pt>
                <c:pt idx="66412">
                  <c:v>170.95</c:v>
                </c:pt>
                <c:pt idx="66413">
                  <c:v>94.42</c:v>
                </c:pt>
                <c:pt idx="66414">
                  <c:v>105.07</c:v>
                </c:pt>
                <c:pt idx="66415">
                  <c:v>106.98</c:v>
                </c:pt>
                <c:pt idx="66416">
                  <c:v>84.98</c:v>
                </c:pt>
                <c:pt idx="66417">
                  <c:v>23.98</c:v>
                </c:pt>
                <c:pt idx="66418">
                  <c:v>173.97</c:v>
                </c:pt>
                <c:pt idx="66419">
                  <c:v>206.94</c:v>
                </c:pt>
                <c:pt idx="66420">
                  <c:v>54.98</c:v>
                </c:pt>
                <c:pt idx="66421">
                  <c:v>108.97</c:v>
                </c:pt>
                <c:pt idx="66422">
                  <c:v>193.96</c:v>
                </c:pt>
                <c:pt idx="66423">
                  <c:v>119.66</c:v>
                </c:pt>
                <c:pt idx="66424">
                  <c:v>229.95</c:v>
                </c:pt>
                <c:pt idx="66425">
                  <c:v>84.99</c:v>
                </c:pt>
                <c:pt idx="66426">
                  <c:v>182.19</c:v>
                </c:pt>
                <c:pt idx="66427">
                  <c:v>49.48</c:v>
                </c:pt>
                <c:pt idx="66428">
                  <c:v>59.95</c:v>
                </c:pt>
                <c:pt idx="66429">
                  <c:v>169.98</c:v>
                </c:pt>
                <c:pt idx="66430">
                  <c:v>131.97999999999999</c:v>
                </c:pt>
                <c:pt idx="66431">
                  <c:v>131.97999999999999</c:v>
                </c:pt>
                <c:pt idx="66432">
                  <c:v>169.98</c:v>
                </c:pt>
                <c:pt idx="66433">
                  <c:v>193.96</c:v>
                </c:pt>
                <c:pt idx="66434">
                  <c:v>169.98</c:v>
                </c:pt>
                <c:pt idx="66435">
                  <c:v>84.99</c:v>
                </c:pt>
                <c:pt idx="66436">
                  <c:v>185.97</c:v>
                </c:pt>
                <c:pt idx="66437">
                  <c:v>130.63999999999999</c:v>
                </c:pt>
                <c:pt idx="66438">
                  <c:v>58.04</c:v>
                </c:pt>
                <c:pt idx="66439">
                  <c:v>79.849999999999994</c:v>
                </c:pt>
                <c:pt idx="66440">
                  <c:v>95.57</c:v>
                </c:pt>
                <c:pt idx="66441">
                  <c:v>72.08</c:v>
                </c:pt>
                <c:pt idx="66442">
                  <c:v>71.39</c:v>
                </c:pt>
                <c:pt idx="66443">
                  <c:v>79.849999999999994</c:v>
                </c:pt>
                <c:pt idx="66444">
                  <c:v>114.93</c:v>
                </c:pt>
                <c:pt idx="66445">
                  <c:v>79.849999999999994</c:v>
                </c:pt>
                <c:pt idx="66446">
                  <c:v>96.78</c:v>
                </c:pt>
                <c:pt idx="66447">
                  <c:v>96.78</c:v>
                </c:pt>
                <c:pt idx="66448">
                  <c:v>96.78</c:v>
                </c:pt>
                <c:pt idx="66449">
                  <c:v>79.849999999999994</c:v>
                </c:pt>
                <c:pt idx="66450">
                  <c:v>79.849999999999994</c:v>
                </c:pt>
                <c:pt idx="66451">
                  <c:v>20.99</c:v>
                </c:pt>
                <c:pt idx="66452">
                  <c:v>79.849999999999994</c:v>
                </c:pt>
                <c:pt idx="66453">
                  <c:v>79.849999999999994</c:v>
                </c:pt>
                <c:pt idx="66454">
                  <c:v>140.34</c:v>
                </c:pt>
                <c:pt idx="66455">
                  <c:v>78.75</c:v>
                </c:pt>
                <c:pt idx="66456">
                  <c:v>63.96</c:v>
                </c:pt>
                <c:pt idx="66457">
                  <c:v>79.95</c:v>
                </c:pt>
                <c:pt idx="66458">
                  <c:v>79.31</c:v>
                </c:pt>
                <c:pt idx="66459">
                  <c:v>56.86</c:v>
                </c:pt>
                <c:pt idx="66460">
                  <c:v>63.96</c:v>
                </c:pt>
                <c:pt idx="66461">
                  <c:v>62.52</c:v>
                </c:pt>
                <c:pt idx="66462">
                  <c:v>66.97</c:v>
                </c:pt>
                <c:pt idx="66463">
                  <c:v>79.95</c:v>
                </c:pt>
                <c:pt idx="66464">
                  <c:v>69.98</c:v>
                </c:pt>
                <c:pt idx="66465">
                  <c:v>62.52</c:v>
                </c:pt>
                <c:pt idx="66466">
                  <c:v>63.32</c:v>
                </c:pt>
                <c:pt idx="66467">
                  <c:v>119.96</c:v>
                </c:pt>
                <c:pt idx="66468">
                  <c:v>95.94</c:v>
                </c:pt>
                <c:pt idx="66469">
                  <c:v>79.94</c:v>
                </c:pt>
                <c:pt idx="66470">
                  <c:v>79.95</c:v>
                </c:pt>
                <c:pt idx="66471">
                  <c:v>63.96</c:v>
                </c:pt>
                <c:pt idx="66472">
                  <c:v>79.95</c:v>
                </c:pt>
                <c:pt idx="66473">
                  <c:v>95.94</c:v>
                </c:pt>
                <c:pt idx="66474">
                  <c:v>63.96</c:v>
                </c:pt>
                <c:pt idx="66475">
                  <c:v>69.98</c:v>
                </c:pt>
                <c:pt idx="66476">
                  <c:v>65.989999999999995</c:v>
                </c:pt>
                <c:pt idx="66477">
                  <c:v>64.98</c:v>
                </c:pt>
                <c:pt idx="66478">
                  <c:v>79.23</c:v>
                </c:pt>
                <c:pt idx="66479">
                  <c:v>65.989999999999995</c:v>
                </c:pt>
                <c:pt idx="66480">
                  <c:v>54.98</c:v>
                </c:pt>
                <c:pt idx="66481">
                  <c:v>54.98</c:v>
                </c:pt>
                <c:pt idx="66482">
                  <c:v>54.98</c:v>
                </c:pt>
                <c:pt idx="66483">
                  <c:v>65.989999999999995</c:v>
                </c:pt>
                <c:pt idx="66484">
                  <c:v>65.989999999999995</c:v>
                </c:pt>
                <c:pt idx="66485">
                  <c:v>63.35</c:v>
                </c:pt>
                <c:pt idx="66486">
                  <c:v>61.37</c:v>
                </c:pt>
                <c:pt idx="66487">
                  <c:v>65.989999999999995</c:v>
                </c:pt>
                <c:pt idx="66488">
                  <c:v>65.989999999999995</c:v>
                </c:pt>
                <c:pt idx="66489">
                  <c:v>65.989999999999995</c:v>
                </c:pt>
                <c:pt idx="66490">
                  <c:v>65.989999999999995</c:v>
                </c:pt>
                <c:pt idx="66491">
                  <c:v>83.98</c:v>
                </c:pt>
                <c:pt idx="66492">
                  <c:v>65.989999999999995</c:v>
                </c:pt>
                <c:pt idx="66493">
                  <c:v>65.989999999999995</c:v>
                </c:pt>
                <c:pt idx="66494">
                  <c:v>65.989999999999995</c:v>
                </c:pt>
                <c:pt idx="66495">
                  <c:v>65.989999999999995</c:v>
                </c:pt>
                <c:pt idx="66496">
                  <c:v>65.989999999999995</c:v>
                </c:pt>
                <c:pt idx="66497">
                  <c:v>65.989999999999995</c:v>
                </c:pt>
                <c:pt idx="66498">
                  <c:v>84.99</c:v>
                </c:pt>
                <c:pt idx="66499">
                  <c:v>84.99</c:v>
                </c:pt>
                <c:pt idx="66500">
                  <c:v>65.989999999999995</c:v>
                </c:pt>
                <c:pt idx="66501">
                  <c:v>124.98</c:v>
                </c:pt>
                <c:pt idx="66502">
                  <c:v>75.849999999999994</c:v>
                </c:pt>
                <c:pt idx="66503">
                  <c:v>65.989999999999995</c:v>
                </c:pt>
                <c:pt idx="66504">
                  <c:v>99.98</c:v>
                </c:pt>
                <c:pt idx="66505">
                  <c:v>65.989999999999995</c:v>
                </c:pt>
                <c:pt idx="66506">
                  <c:v>99.98</c:v>
                </c:pt>
                <c:pt idx="66507">
                  <c:v>54.98</c:v>
                </c:pt>
                <c:pt idx="66508">
                  <c:v>54.98</c:v>
                </c:pt>
                <c:pt idx="66509">
                  <c:v>84.99</c:v>
                </c:pt>
                <c:pt idx="66510">
                  <c:v>84.99</c:v>
                </c:pt>
                <c:pt idx="66511">
                  <c:v>80.98</c:v>
                </c:pt>
                <c:pt idx="66512">
                  <c:v>80.98</c:v>
                </c:pt>
                <c:pt idx="66513">
                  <c:v>99.98</c:v>
                </c:pt>
                <c:pt idx="66514">
                  <c:v>75.849999999999994</c:v>
                </c:pt>
                <c:pt idx="66515">
                  <c:v>84.99</c:v>
                </c:pt>
                <c:pt idx="66516">
                  <c:v>75.849999999999994</c:v>
                </c:pt>
                <c:pt idx="66517">
                  <c:v>54.98</c:v>
                </c:pt>
                <c:pt idx="66518">
                  <c:v>84.99</c:v>
                </c:pt>
                <c:pt idx="66519">
                  <c:v>84.99</c:v>
                </c:pt>
                <c:pt idx="66520">
                  <c:v>84.99</c:v>
                </c:pt>
                <c:pt idx="66521">
                  <c:v>80.98</c:v>
                </c:pt>
                <c:pt idx="66522">
                  <c:v>84.99</c:v>
                </c:pt>
                <c:pt idx="66523">
                  <c:v>65.989999999999995</c:v>
                </c:pt>
                <c:pt idx="66524">
                  <c:v>84.99</c:v>
                </c:pt>
                <c:pt idx="66525">
                  <c:v>124.98</c:v>
                </c:pt>
                <c:pt idx="66526">
                  <c:v>96.98</c:v>
                </c:pt>
                <c:pt idx="66527">
                  <c:v>96.98</c:v>
                </c:pt>
                <c:pt idx="66528">
                  <c:v>96.98</c:v>
                </c:pt>
                <c:pt idx="66529">
                  <c:v>84.99</c:v>
                </c:pt>
                <c:pt idx="66530">
                  <c:v>65.989999999999995</c:v>
                </c:pt>
                <c:pt idx="66531">
                  <c:v>99.98</c:v>
                </c:pt>
                <c:pt idx="66532">
                  <c:v>84.99</c:v>
                </c:pt>
                <c:pt idx="66533">
                  <c:v>99.98</c:v>
                </c:pt>
                <c:pt idx="66534">
                  <c:v>124.98</c:v>
                </c:pt>
                <c:pt idx="66535">
                  <c:v>84.99</c:v>
                </c:pt>
                <c:pt idx="66536">
                  <c:v>84.99</c:v>
                </c:pt>
                <c:pt idx="66537">
                  <c:v>84.99</c:v>
                </c:pt>
                <c:pt idx="66538">
                  <c:v>99.98</c:v>
                </c:pt>
                <c:pt idx="66539">
                  <c:v>220.18</c:v>
                </c:pt>
                <c:pt idx="66540">
                  <c:v>220.18</c:v>
                </c:pt>
                <c:pt idx="66541">
                  <c:v>159.69999999999999</c:v>
                </c:pt>
                <c:pt idx="66542">
                  <c:v>159.66999999999999</c:v>
                </c:pt>
                <c:pt idx="66543">
                  <c:v>210.5</c:v>
                </c:pt>
                <c:pt idx="66544">
                  <c:v>79.849999999999994</c:v>
                </c:pt>
                <c:pt idx="66545">
                  <c:v>108.97</c:v>
                </c:pt>
                <c:pt idx="66546">
                  <c:v>84.99</c:v>
                </c:pt>
                <c:pt idx="66547">
                  <c:v>73.61</c:v>
                </c:pt>
                <c:pt idx="66548">
                  <c:v>111.98</c:v>
                </c:pt>
                <c:pt idx="66549">
                  <c:v>84.99</c:v>
                </c:pt>
                <c:pt idx="66550">
                  <c:v>108.97</c:v>
                </c:pt>
                <c:pt idx="66551">
                  <c:v>23.98</c:v>
                </c:pt>
                <c:pt idx="66552">
                  <c:v>84.99</c:v>
                </c:pt>
                <c:pt idx="66553">
                  <c:v>84.99</c:v>
                </c:pt>
                <c:pt idx="66554">
                  <c:v>84.99</c:v>
                </c:pt>
                <c:pt idx="66555">
                  <c:v>84.99</c:v>
                </c:pt>
                <c:pt idx="66556">
                  <c:v>105.98</c:v>
                </c:pt>
                <c:pt idx="66557">
                  <c:v>84.99</c:v>
                </c:pt>
                <c:pt idx="66558">
                  <c:v>65.989999999999995</c:v>
                </c:pt>
                <c:pt idx="66559">
                  <c:v>124.98</c:v>
                </c:pt>
                <c:pt idx="66560">
                  <c:v>62.47</c:v>
                </c:pt>
                <c:pt idx="66561">
                  <c:v>84.99</c:v>
                </c:pt>
                <c:pt idx="66562">
                  <c:v>65.989999999999995</c:v>
                </c:pt>
                <c:pt idx="66563">
                  <c:v>99.98</c:v>
                </c:pt>
                <c:pt idx="66564">
                  <c:v>80.98</c:v>
                </c:pt>
                <c:pt idx="66565">
                  <c:v>99.98</c:v>
                </c:pt>
                <c:pt idx="66566">
                  <c:v>89.98</c:v>
                </c:pt>
                <c:pt idx="66567">
                  <c:v>88.28</c:v>
                </c:pt>
                <c:pt idx="66568">
                  <c:v>85.58</c:v>
                </c:pt>
                <c:pt idx="66569">
                  <c:v>99.98</c:v>
                </c:pt>
                <c:pt idx="66570">
                  <c:v>64.98</c:v>
                </c:pt>
                <c:pt idx="66571">
                  <c:v>99.98</c:v>
                </c:pt>
                <c:pt idx="66572">
                  <c:v>99.98</c:v>
                </c:pt>
                <c:pt idx="66573">
                  <c:v>69.98</c:v>
                </c:pt>
                <c:pt idx="66574">
                  <c:v>99.98</c:v>
                </c:pt>
                <c:pt idx="66575">
                  <c:v>99.98</c:v>
                </c:pt>
                <c:pt idx="66576">
                  <c:v>99.98</c:v>
                </c:pt>
                <c:pt idx="66577">
                  <c:v>99.98</c:v>
                </c:pt>
                <c:pt idx="66578">
                  <c:v>99.98</c:v>
                </c:pt>
                <c:pt idx="66579">
                  <c:v>49.99</c:v>
                </c:pt>
                <c:pt idx="66580">
                  <c:v>157.47</c:v>
                </c:pt>
                <c:pt idx="66581">
                  <c:v>136.94999999999999</c:v>
                </c:pt>
                <c:pt idx="66582">
                  <c:v>223.95</c:v>
                </c:pt>
                <c:pt idx="66583">
                  <c:v>173.92</c:v>
                </c:pt>
                <c:pt idx="66584">
                  <c:v>144.87</c:v>
                </c:pt>
                <c:pt idx="66585">
                  <c:v>169.98</c:v>
                </c:pt>
                <c:pt idx="66586">
                  <c:v>291.95999999999998</c:v>
                </c:pt>
                <c:pt idx="66587">
                  <c:v>116.95</c:v>
                </c:pt>
                <c:pt idx="66588">
                  <c:v>241.95</c:v>
                </c:pt>
                <c:pt idx="66589">
                  <c:v>104.97</c:v>
                </c:pt>
                <c:pt idx="66590">
                  <c:v>75.48</c:v>
                </c:pt>
                <c:pt idx="66591">
                  <c:v>73.98</c:v>
                </c:pt>
                <c:pt idx="66592">
                  <c:v>73.98</c:v>
                </c:pt>
                <c:pt idx="66593">
                  <c:v>73.98</c:v>
                </c:pt>
                <c:pt idx="66594">
                  <c:v>73.98</c:v>
                </c:pt>
                <c:pt idx="66595">
                  <c:v>75.48</c:v>
                </c:pt>
                <c:pt idx="66596">
                  <c:v>73.98</c:v>
                </c:pt>
                <c:pt idx="66597">
                  <c:v>73.98</c:v>
                </c:pt>
                <c:pt idx="66598">
                  <c:v>73.98</c:v>
                </c:pt>
                <c:pt idx="66599">
                  <c:v>104.97</c:v>
                </c:pt>
                <c:pt idx="66600">
                  <c:v>69.98</c:v>
                </c:pt>
                <c:pt idx="66601">
                  <c:v>104.97</c:v>
                </c:pt>
                <c:pt idx="66602">
                  <c:v>73.98</c:v>
                </c:pt>
                <c:pt idx="66603">
                  <c:v>73.98</c:v>
                </c:pt>
                <c:pt idx="66604">
                  <c:v>104.97</c:v>
                </c:pt>
                <c:pt idx="66605">
                  <c:v>73.98</c:v>
                </c:pt>
                <c:pt idx="66606">
                  <c:v>73.98</c:v>
                </c:pt>
                <c:pt idx="66607">
                  <c:v>94.47</c:v>
                </c:pt>
                <c:pt idx="66608">
                  <c:v>73.98</c:v>
                </c:pt>
                <c:pt idx="66609">
                  <c:v>99.98</c:v>
                </c:pt>
                <c:pt idx="66610">
                  <c:v>149.94</c:v>
                </c:pt>
                <c:pt idx="66611">
                  <c:v>74.98</c:v>
                </c:pt>
                <c:pt idx="66612">
                  <c:v>83.97</c:v>
                </c:pt>
                <c:pt idx="66613">
                  <c:v>99.96</c:v>
                </c:pt>
                <c:pt idx="66614">
                  <c:v>77.959999999999994</c:v>
                </c:pt>
                <c:pt idx="66615">
                  <c:v>119.96</c:v>
                </c:pt>
                <c:pt idx="66616">
                  <c:v>73.97</c:v>
                </c:pt>
                <c:pt idx="66617">
                  <c:v>109.96</c:v>
                </c:pt>
                <c:pt idx="66618">
                  <c:v>74.97</c:v>
                </c:pt>
                <c:pt idx="66619">
                  <c:v>68.989999999999995</c:v>
                </c:pt>
                <c:pt idx="66620">
                  <c:v>99.96</c:v>
                </c:pt>
                <c:pt idx="66621">
                  <c:v>114.89</c:v>
                </c:pt>
                <c:pt idx="66622">
                  <c:v>91.91</c:v>
                </c:pt>
                <c:pt idx="66623">
                  <c:v>114.89</c:v>
                </c:pt>
                <c:pt idx="66624">
                  <c:v>114.89</c:v>
                </c:pt>
                <c:pt idx="66625">
                  <c:v>108.19</c:v>
                </c:pt>
                <c:pt idx="66626">
                  <c:v>131.97999999999999</c:v>
                </c:pt>
                <c:pt idx="66627">
                  <c:v>169.98</c:v>
                </c:pt>
                <c:pt idx="66628">
                  <c:v>48.78</c:v>
                </c:pt>
                <c:pt idx="66629">
                  <c:v>134.97999999999999</c:v>
                </c:pt>
                <c:pt idx="66630">
                  <c:v>89.98</c:v>
                </c:pt>
                <c:pt idx="66631">
                  <c:v>147.6</c:v>
                </c:pt>
                <c:pt idx="66632">
                  <c:v>159.69999999999999</c:v>
                </c:pt>
                <c:pt idx="66633">
                  <c:v>159.69999999999999</c:v>
                </c:pt>
                <c:pt idx="66634">
                  <c:v>143.72</c:v>
                </c:pt>
                <c:pt idx="66635">
                  <c:v>193.55</c:v>
                </c:pt>
                <c:pt idx="66636">
                  <c:v>193.55</c:v>
                </c:pt>
                <c:pt idx="66637">
                  <c:v>100.74</c:v>
                </c:pt>
                <c:pt idx="66638">
                  <c:v>84.99</c:v>
                </c:pt>
                <c:pt idx="66639">
                  <c:v>107.23</c:v>
                </c:pt>
                <c:pt idx="66640">
                  <c:v>109.98</c:v>
                </c:pt>
                <c:pt idx="66641">
                  <c:v>116.97</c:v>
                </c:pt>
                <c:pt idx="66642">
                  <c:v>115.97</c:v>
                </c:pt>
                <c:pt idx="66643">
                  <c:v>84.99</c:v>
                </c:pt>
                <c:pt idx="66644">
                  <c:v>95.98</c:v>
                </c:pt>
                <c:pt idx="66645">
                  <c:v>115.97</c:v>
                </c:pt>
                <c:pt idx="66646">
                  <c:v>84.99</c:v>
                </c:pt>
                <c:pt idx="66647">
                  <c:v>96.97</c:v>
                </c:pt>
                <c:pt idx="66648">
                  <c:v>113.96</c:v>
                </c:pt>
                <c:pt idx="66649">
                  <c:v>134.97999999999999</c:v>
                </c:pt>
                <c:pt idx="66650">
                  <c:v>84.99</c:v>
                </c:pt>
                <c:pt idx="66651">
                  <c:v>121.98</c:v>
                </c:pt>
                <c:pt idx="66652">
                  <c:v>114.98</c:v>
                </c:pt>
                <c:pt idx="66653">
                  <c:v>84.99</c:v>
                </c:pt>
                <c:pt idx="66654">
                  <c:v>84.99</c:v>
                </c:pt>
                <c:pt idx="66655">
                  <c:v>118.97</c:v>
                </c:pt>
                <c:pt idx="66656">
                  <c:v>103.97</c:v>
                </c:pt>
                <c:pt idx="66657">
                  <c:v>72.53</c:v>
                </c:pt>
                <c:pt idx="66658">
                  <c:v>89.47</c:v>
                </c:pt>
                <c:pt idx="66659">
                  <c:v>90.68</c:v>
                </c:pt>
                <c:pt idx="66660">
                  <c:v>72.53</c:v>
                </c:pt>
                <c:pt idx="66661">
                  <c:v>122.15</c:v>
                </c:pt>
                <c:pt idx="66662">
                  <c:v>193.52</c:v>
                </c:pt>
                <c:pt idx="66663">
                  <c:v>72.53</c:v>
                </c:pt>
                <c:pt idx="66664">
                  <c:v>139.08000000000001</c:v>
                </c:pt>
                <c:pt idx="66665">
                  <c:v>72.53</c:v>
                </c:pt>
                <c:pt idx="66666">
                  <c:v>72.53</c:v>
                </c:pt>
                <c:pt idx="66667">
                  <c:v>122.15</c:v>
                </c:pt>
                <c:pt idx="66668">
                  <c:v>72.53</c:v>
                </c:pt>
                <c:pt idx="66669">
                  <c:v>72.53</c:v>
                </c:pt>
                <c:pt idx="66670">
                  <c:v>69.98</c:v>
                </c:pt>
                <c:pt idx="66671">
                  <c:v>65.989999999999995</c:v>
                </c:pt>
                <c:pt idx="66672">
                  <c:v>65.989999999999995</c:v>
                </c:pt>
                <c:pt idx="66673">
                  <c:v>65.989999999999995</c:v>
                </c:pt>
                <c:pt idx="66674">
                  <c:v>65.989999999999995</c:v>
                </c:pt>
                <c:pt idx="66675">
                  <c:v>65.989999999999995</c:v>
                </c:pt>
                <c:pt idx="66676">
                  <c:v>65.989999999999995</c:v>
                </c:pt>
                <c:pt idx="66677">
                  <c:v>51.49</c:v>
                </c:pt>
                <c:pt idx="66678">
                  <c:v>79.98</c:v>
                </c:pt>
                <c:pt idx="66679">
                  <c:v>65.989999999999995</c:v>
                </c:pt>
                <c:pt idx="66680">
                  <c:v>65.19</c:v>
                </c:pt>
                <c:pt idx="66681">
                  <c:v>74.75</c:v>
                </c:pt>
                <c:pt idx="66682">
                  <c:v>79.849999999999994</c:v>
                </c:pt>
                <c:pt idx="66683">
                  <c:v>159.69999999999999</c:v>
                </c:pt>
                <c:pt idx="66684">
                  <c:v>165.73</c:v>
                </c:pt>
                <c:pt idx="66685">
                  <c:v>159.69999999999999</c:v>
                </c:pt>
                <c:pt idx="66686">
                  <c:v>159.69999999999999</c:v>
                </c:pt>
                <c:pt idx="66687">
                  <c:v>159.69999999999999</c:v>
                </c:pt>
                <c:pt idx="66688">
                  <c:v>-19.79</c:v>
                </c:pt>
                <c:pt idx="66689">
                  <c:v>159.69999999999999</c:v>
                </c:pt>
                <c:pt idx="66690">
                  <c:v>159.69999999999999</c:v>
                </c:pt>
                <c:pt idx="66691">
                  <c:v>191.65</c:v>
                </c:pt>
                <c:pt idx="66692">
                  <c:v>249.21</c:v>
                </c:pt>
                <c:pt idx="66693">
                  <c:v>159.69999999999999</c:v>
                </c:pt>
                <c:pt idx="66694">
                  <c:v>96.47</c:v>
                </c:pt>
                <c:pt idx="66695">
                  <c:v>69.98</c:v>
                </c:pt>
                <c:pt idx="66696">
                  <c:v>159.97999999999999</c:v>
                </c:pt>
                <c:pt idx="66697">
                  <c:v>114.03</c:v>
                </c:pt>
                <c:pt idx="66698">
                  <c:v>92.98</c:v>
                </c:pt>
                <c:pt idx="66699">
                  <c:v>87.99</c:v>
                </c:pt>
                <c:pt idx="66700">
                  <c:v>237.96</c:v>
                </c:pt>
                <c:pt idx="66701">
                  <c:v>65.989999999999995</c:v>
                </c:pt>
                <c:pt idx="66702">
                  <c:v>211.46</c:v>
                </c:pt>
                <c:pt idx="66703">
                  <c:v>79.98</c:v>
                </c:pt>
                <c:pt idx="66704">
                  <c:v>84.99</c:v>
                </c:pt>
                <c:pt idx="66705">
                  <c:v>84.99</c:v>
                </c:pt>
                <c:pt idx="66706">
                  <c:v>-16.010000000000002</c:v>
                </c:pt>
                <c:pt idx="66707">
                  <c:v>84.99</c:v>
                </c:pt>
                <c:pt idx="66708">
                  <c:v>76.489999999999995</c:v>
                </c:pt>
                <c:pt idx="66709">
                  <c:v>82.44</c:v>
                </c:pt>
                <c:pt idx="66710">
                  <c:v>81.180000000000007</c:v>
                </c:pt>
                <c:pt idx="66711">
                  <c:v>84.99</c:v>
                </c:pt>
                <c:pt idx="66712">
                  <c:v>82.44</c:v>
                </c:pt>
                <c:pt idx="66713">
                  <c:v>84.99</c:v>
                </c:pt>
                <c:pt idx="66714">
                  <c:v>169.98</c:v>
                </c:pt>
                <c:pt idx="66715">
                  <c:v>84.99</c:v>
                </c:pt>
                <c:pt idx="66716">
                  <c:v>84.99</c:v>
                </c:pt>
                <c:pt idx="66717">
                  <c:v>76.489999999999995</c:v>
                </c:pt>
                <c:pt idx="66718">
                  <c:v>84.99</c:v>
                </c:pt>
                <c:pt idx="66719">
                  <c:v>169.98</c:v>
                </c:pt>
                <c:pt idx="66720">
                  <c:v>84.99</c:v>
                </c:pt>
                <c:pt idx="66721">
                  <c:v>76.489999999999995</c:v>
                </c:pt>
                <c:pt idx="66722">
                  <c:v>84.99</c:v>
                </c:pt>
                <c:pt idx="66723">
                  <c:v>84.99</c:v>
                </c:pt>
                <c:pt idx="66724">
                  <c:v>84.99</c:v>
                </c:pt>
                <c:pt idx="66725">
                  <c:v>79.89</c:v>
                </c:pt>
                <c:pt idx="66726">
                  <c:v>169.98</c:v>
                </c:pt>
                <c:pt idx="66727">
                  <c:v>169.98</c:v>
                </c:pt>
                <c:pt idx="66728">
                  <c:v>125.97</c:v>
                </c:pt>
                <c:pt idx="66729">
                  <c:v>125.97</c:v>
                </c:pt>
                <c:pt idx="66730">
                  <c:v>160.08000000000001</c:v>
                </c:pt>
                <c:pt idx="66731">
                  <c:v>79.89</c:v>
                </c:pt>
                <c:pt idx="66732">
                  <c:v>76.489999999999995</c:v>
                </c:pt>
                <c:pt idx="66733">
                  <c:v>84.99</c:v>
                </c:pt>
                <c:pt idx="66734">
                  <c:v>-16.010000000000002</c:v>
                </c:pt>
                <c:pt idx="66735">
                  <c:v>81.180000000000007</c:v>
                </c:pt>
                <c:pt idx="66736">
                  <c:v>160.08000000000001</c:v>
                </c:pt>
                <c:pt idx="66737">
                  <c:v>84.99</c:v>
                </c:pt>
                <c:pt idx="66738">
                  <c:v>43.47</c:v>
                </c:pt>
                <c:pt idx="66739">
                  <c:v>206.96</c:v>
                </c:pt>
                <c:pt idx="66740">
                  <c:v>84.99</c:v>
                </c:pt>
                <c:pt idx="66741">
                  <c:v>43.47</c:v>
                </c:pt>
                <c:pt idx="66742">
                  <c:v>206.96</c:v>
                </c:pt>
                <c:pt idx="66743">
                  <c:v>76.489999999999995</c:v>
                </c:pt>
                <c:pt idx="66744">
                  <c:v>20.99</c:v>
                </c:pt>
                <c:pt idx="66745">
                  <c:v>84.99</c:v>
                </c:pt>
                <c:pt idx="66746">
                  <c:v>20.99</c:v>
                </c:pt>
                <c:pt idx="66747">
                  <c:v>84.99</c:v>
                </c:pt>
                <c:pt idx="66748">
                  <c:v>76.489999999999995</c:v>
                </c:pt>
                <c:pt idx="66749">
                  <c:v>76.489999999999995</c:v>
                </c:pt>
                <c:pt idx="66750">
                  <c:v>-2.25</c:v>
                </c:pt>
                <c:pt idx="66751">
                  <c:v>82.44</c:v>
                </c:pt>
                <c:pt idx="66752">
                  <c:v>82.44</c:v>
                </c:pt>
                <c:pt idx="66753">
                  <c:v>84.99</c:v>
                </c:pt>
                <c:pt idx="66754">
                  <c:v>-2.25</c:v>
                </c:pt>
                <c:pt idx="66755">
                  <c:v>76.489999999999995</c:v>
                </c:pt>
                <c:pt idx="66756">
                  <c:v>84.99</c:v>
                </c:pt>
                <c:pt idx="66757">
                  <c:v>84.99</c:v>
                </c:pt>
                <c:pt idx="66758">
                  <c:v>84.99</c:v>
                </c:pt>
                <c:pt idx="66759">
                  <c:v>84.99</c:v>
                </c:pt>
                <c:pt idx="66760">
                  <c:v>269.91000000000003</c:v>
                </c:pt>
                <c:pt idx="66761">
                  <c:v>149.94999999999999</c:v>
                </c:pt>
                <c:pt idx="66762">
                  <c:v>299.89999999999998</c:v>
                </c:pt>
                <c:pt idx="66763">
                  <c:v>179.94</c:v>
                </c:pt>
                <c:pt idx="66764">
                  <c:v>119.96</c:v>
                </c:pt>
                <c:pt idx="66765">
                  <c:v>294.5</c:v>
                </c:pt>
                <c:pt idx="66766">
                  <c:v>111.97</c:v>
                </c:pt>
                <c:pt idx="66767">
                  <c:v>107.97</c:v>
                </c:pt>
                <c:pt idx="66768">
                  <c:v>168.96</c:v>
                </c:pt>
                <c:pt idx="66769">
                  <c:v>71.98</c:v>
                </c:pt>
                <c:pt idx="66770">
                  <c:v>71.98</c:v>
                </c:pt>
                <c:pt idx="66771">
                  <c:v>86.97</c:v>
                </c:pt>
                <c:pt idx="66772">
                  <c:v>107.97</c:v>
                </c:pt>
                <c:pt idx="66773">
                  <c:v>56.98</c:v>
                </c:pt>
                <c:pt idx="66774">
                  <c:v>71.98</c:v>
                </c:pt>
                <c:pt idx="66775">
                  <c:v>71.98</c:v>
                </c:pt>
                <c:pt idx="66776">
                  <c:v>86.97</c:v>
                </c:pt>
                <c:pt idx="66777">
                  <c:v>136.97</c:v>
                </c:pt>
                <c:pt idx="66778">
                  <c:v>99.98</c:v>
                </c:pt>
                <c:pt idx="66779">
                  <c:v>112.26</c:v>
                </c:pt>
                <c:pt idx="66780">
                  <c:v>99.98</c:v>
                </c:pt>
                <c:pt idx="66781">
                  <c:v>114.97</c:v>
                </c:pt>
                <c:pt idx="66782">
                  <c:v>145.44</c:v>
                </c:pt>
                <c:pt idx="66783">
                  <c:v>79.97</c:v>
                </c:pt>
                <c:pt idx="66784">
                  <c:v>99.98</c:v>
                </c:pt>
                <c:pt idx="66785">
                  <c:v>86.83</c:v>
                </c:pt>
                <c:pt idx="66786">
                  <c:v>89.96</c:v>
                </c:pt>
                <c:pt idx="66787">
                  <c:v>54.98</c:v>
                </c:pt>
                <c:pt idx="66788">
                  <c:v>184.74</c:v>
                </c:pt>
                <c:pt idx="66789">
                  <c:v>54.99</c:v>
                </c:pt>
                <c:pt idx="66790">
                  <c:v>58.48</c:v>
                </c:pt>
                <c:pt idx="66791">
                  <c:v>944.71</c:v>
                </c:pt>
                <c:pt idx="66792">
                  <c:v>225.2</c:v>
                </c:pt>
                <c:pt idx="66793">
                  <c:v>-206.97</c:v>
                </c:pt>
                <c:pt idx="66794">
                  <c:v>229.97</c:v>
                </c:pt>
                <c:pt idx="66795">
                  <c:v>299.94</c:v>
                </c:pt>
                <c:pt idx="66796">
                  <c:v>-73.28</c:v>
                </c:pt>
                <c:pt idx="66797">
                  <c:v>85.98</c:v>
                </c:pt>
                <c:pt idx="66798">
                  <c:v>120.97</c:v>
                </c:pt>
                <c:pt idx="66799">
                  <c:v>76.680000000000007</c:v>
                </c:pt>
                <c:pt idx="66800">
                  <c:v>102.98</c:v>
                </c:pt>
                <c:pt idx="66801">
                  <c:v>134.36000000000001</c:v>
                </c:pt>
                <c:pt idx="66802">
                  <c:v>70.98</c:v>
                </c:pt>
                <c:pt idx="66803">
                  <c:v>133.47999999999999</c:v>
                </c:pt>
                <c:pt idx="66804">
                  <c:v>140.97</c:v>
                </c:pt>
                <c:pt idx="66805">
                  <c:v>160.94999999999999</c:v>
                </c:pt>
                <c:pt idx="66806">
                  <c:v>152.97</c:v>
                </c:pt>
                <c:pt idx="66807">
                  <c:v>65.989999999999995</c:v>
                </c:pt>
                <c:pt idx="66808">
                  <c:v>86.98</c:v>
                </c:pt>
                <c:pt idx="66809">
                  <c:v>51.99</c:v>
                </c:pt>
                <c:pt idx="66810">
                  <c:v>60.87</c:v>
                </c:pt>
                <c:pt idx="66811">
                  <c:v>73.98</c:v>
                </c:pt>
                <c:pt idx="66812">
                  <c:v>71.98</c:v>
                </c:pt>
                <c:pt idx="66813">
                  <c:v>68.59</c:v>
                </c:pt>
                <c:pt idx="66814">
                  <c:v>57.24</c:v>
                </c:pt>
                <c:pt idx="66815">
                  <c:v>66.58</c:v>
                </c:pt>
                <c:pt idx="66816">
                  <c:v>66.98</c:v>
                </c:pt>
                <c:pt idx="66817">
                  <c:v>71</c:v>
                </c:pt>
                <c:pt idx="66818">
                  <c:v>63.98</c:v>
                </c:pt>
                <c:pt idx="66819">
                  <c:v>73.98</c:v>
                </c:pt>
                <c:pt idx="66820">
                  <c:v>76.48</c:v>
                </c:pt>
                <c:pt idx="66821">
                  <c:v>73.98</c:v>
                </c:pt>
                <c:pt idx="66822">
                  <c:v>103.97</c:v>
                </c:pt>
                <c:pt idx="66823">
                  <c:v>69.98</c:v>
                </c:pt>
                <c:pt idx="66824">
                  <c:v>59.98</c:v>
                </c:pt>
                <c:pt idx="66825">
                  <c:v>219.97</c:v>
                </c:pt>
                <c:pt idx="66826">
                  <c:v>66.069999999999993</c:v>
                </c:pt>
                <c:pt idx="66827">
                  <c:v>94.98</c:v>
                </c:pt>
                <c:pt idx="66828">
                  <c:v>99.98</c:v>
                </c:pt>
                <c:pt idx="66829">
                  <c:v>99.98</c:v>
                </c:pt>
                <c:pt idx="66830">
                  <c:v>147.97</c:v>
                </c:pt>
                <c:pt idx="66831">
                  <c:v>69.989999999999995</c:v>
                </c:pt>
                <c:pt idx="66832">
                  <c:v>131.97999999999999</c:v>
                </c:pt>
                <c:pt idx="66833">
                  <c:v>147.97</c:v>
                </c:pt>
                <c:pt idx="66834">
                  <c:v>131.97999999999999</c:v>
                </c:pt>
                <c:pt idx="66835">
                  <c:v>158.36000000000001</c:v>
                </c:pt>
                <c:pt idx="66836">
                  <c:v>59.39</c:v>
                </c:pt>
                <c:pt idx="66837">
                  <c:v>131.97999999999999</c:v>
                </c:pt>
                <c:pt idx="66838">
                  <c:v>131.97999999999999</c:v>
                </c:pt>
                <c:pt idx="66839">
                  <c:v>85.98</c:v>
                </c:pt>
                <c:pt idx="66840">
                  <c:v>131.97999999999999</c:v>
                </c:pt>
                <c:pt idx="66841">
                  <c:v>83.98</c:v>
                </c:pt>
                <c:pt idx="66842">
                  <c:v>82.66</c:v>
                </c:pt>
                <c:pt idx="66843">
                  <c:v>65.89</c:v>
                </c:pt>
                <c:pt idx="66844">
                  <c:v>63.35</c:v>
                </c:pt>
                <c:pt idx="66845">
                  <c:v>65.989999999999995</c:v>
                </c:pt>
                <c:pt idx="66846">
                  <c:v>49.98</c:v>
                </c:pt>
                <c:pt idx="66847">
                  <c:v>61.94</c:v>
                </c:pt>
                <c:pt idx="66848">
                  <c:v>65.989999999999995</c:v>
                </c:pt>
                <c:pt idx="66849">
                  <c:v>65.989999999999995</c:v>
                </c:pt>
                <c:pt idx="66850">
                  <c:v>65.989999999999995</c:v>
                </c:pt>
                <c:pt idx="66851">
                  <c:v>64.84</c:v>
                </c:pt>
                <c:pt idx="66852">
                  <c:v>65.989999999999995</c:v>
                </c:pt>
                <c:pt idx="66853">
                  <c:v>65.959999999999994</c:v>
                </c:pt>
                <c:pt idx="66854">
                  <c:v>65.989999999999995</c:v>
                </c:pt>
                <c:pt idx="66855">
                  <c:v>97.96</c:v>
                </c:pt>
                <c:pt idx="66856">
                  <c:v>53.97</c:v>
                </c:pt>
                <c:pt idx="66857">
                  <c:v>89.95</c:v>
                </c:pt>
                <c:pt idx="66858">
                  <c:v>139.94999999999999</c:v>
                </c:pt>
                <c:pt idx="66859">
                  <c:v>154.21</c:v>
                </c:pt>
                <c:pt idx="66860">
                  <c:v>101.62</c:v>
                </c:pt>
                <c:pt idx="66861">
                  <c:v>159.69999999999999</c:v>
                </c:pt>
                <c:pt idx="66862">
                  <c:v>117.58</c:v>
                </c:pt>
                <c:pt idx="66863">
                  <c:v>147.6</c:v>
                </c:pt>
                <c:pt idx="66864">
                  <c:v>135.74</c:v>
                </c:pt>
                <c:pt idx="66865">
                  <c:v>101.62</c:v>
                </c:pt>
                <c:pt idx="66866">
                  <c:v>58.98</c:v>
                </c:pt>
                <c:pt idx="66867">
                  <c:v>31.49</c:v>
                </c:pt>
                <c:pt idx="66868">
                  <c:v>51.99</c:v>
                </c:pt>
                <c:pt idx="66869">
                  <c:v>52.98</c:v>
                </c:pt>
                <c:pt idx="66870">
                  <c:v>59.18</c:v>
                </c:pt>
                <c:pt idx="66871">
                  <c:v>56.97</c:v>
                </c:pt>
                <c:pt idx="66872">
                  <c:v>41.49</c:v>
                </c:pt>
                <c:pt idx="66873">
                  <c:v>65.989999999999995</c:v>
                </c:pt>
                <c:pt idx="66874">
                  <c:v>79.98</c:v>
                </c:pt>
                <c:pt idx="66875">
                  <c:v>52.98</c:v>
                </c:pt>
                <c:pt idx="66876">
                  <c:v>65.989999999999995</c:v>
                </c:pt>
                <c:pt idx="66877">
                  <c:v>54.88</c:v>
                </c:pt>
                <c:pt idx="66878">
                  <c:v>69.98</c:v>
                </c:pt>
                <c:pt idx="66879">
                  <c:v>55.99</c:v>
                </c:pt>
                <c:pt idx="66880">
                  <c:v>72.97</c:v>
                </c:pt>
                <c:pt idx="66881">
                  <c:v>41.49</c:v>
                </c:pt>
                <c:pt idx="66882">
                  <c:v>65.989999999999995</c:v>
                </c:pt>
                <c:pt idx="66883">
                  <c:v>65.989999999999995</c:v>
                </c:pt>
                <c:pt idx="66884">
                  <c:v>205.61</c:v>
                </c:pt>
                <c:pt idx="66885">
                  <c:v>186.23</c:v>
                </c:pt>
                <c:pt idx="66886">
                  <c:v>101.01</c:v>
                </c:pt>
                <c:pt idx="66887">
                  <c:v>256.64999999999998</c:v>
                </c:pt>
                <c:pt idx="66888">
                  <c:v>157.22999999999999</c:v>
                </c:pt>
                <c:pt idx="66889">
                  <c:v>64.069999999999993</c:v>
                </c:pt>
                <c:pt idx="66890">
                  <c:v>152.63</c:v>
                </c:pt>
                <c:pt idx="66891">
                  <c:v>189.89</c:v>
                </c:pt>
                <c:pt idx="66892">
                  <c:v>55.98</c:v>
                </c:pt>
                <c:pt idx="66893">
                  <c:v>59.98</c:v>
                </c:pt>
                <c:pt idx="66894">
                  <c:v>77.97</c:v>
                </c:pt>
                <c:pt idx="66895">
                  <c:v>55.98</c:v>
                </c:pt>
                <c:pt idx="66896">
                  <c:v>59.98</c:v>
                </c:pt>
                <c:pt idx="66897">
                  <c:v>79.97</c:v>
                </c:pt>
                <c:pt idx="66898">
                  <c:v>71.97</c:v>
                </c:pt>
                <c:pt idx="66899">
                  <c:v>99.96</c:v>
                </c:pt>
                <c:pt idx="66900">
                  <c:v>74.97</c:v>
                </c:pt>
                <c:pt idx="66901">
                  <c:v>55.98</c:v>
                </c:pt>
                <c:pt idx="66902">
                  <c:v>54.86</c:v>
                </c:pt>
                <c:pt idx="66903">
                  <c:v>86.9</c:v>
                </c:pt>
                <c:pt idx="66904">
                  <c:v>70.17</c:v>
                </c:pt>
                <c:pt idx="66905">
                  <c:v>72.48</c:v>
                </c:pt>
                <c:pt idx="66906">
                  <c:v>54.98</c:v>
                </c:pt>
                <c:pt idx="66907">
                  <c:v>50.98</c:v>
                </c:pt>
                <c:pt idx="66908">
                  <c:v>60.98</c:v>
                </c:pt>
                <c:pt idx="66909">
                  <c:v>74.97</c:v>
                </c:pt>
                <c:pt idx="66910">
                  <c:v>59.98</c:v>
                </c:pt>
                <c:pt idx="66911">
                  <c:v>89.97</c:v>
                </c:pt>
                <c:pt idx="66912">
                  <c:v>114.71</c:v>
                </c:pt>
                <c:pt idx="66913">
                  <c:v>50.98</c:v>
                </c:pt>
                <c:pt idx="66914">
                  <c:v>52.98</c:v>
                </c:pt>
                <c:pt idx="66915">
                  <c:v>68.97</c:v>
                </c:pt>
                <c:pt idx="66916">
                  <c:v>59.98</c:v>
                </c:pt>
                <c:pt idx="66917">
                  <c:v>72.94</c:v>
                </c:pt>
                <c:pt idx="66918">
                  <c:v>55.78</c:v>
                </c:pt>
                <c:pt idx="66919">
                  <c:v>74.97</c:v>
                </c:pt>
                <c:pt idx="66920">
                  <c:v>54.17</c:v>
                </c:pt>
                <c:pt idx="66921">
                  <c:v>62.97</c:v>
                </c:pt>
                <c:pt idx="66922">
                  <c:v>68.97</c:v>
                </c:pt>
                <c:pt idx="66923">
                  <c:v>54.98</c:v>
                </c:pt>
                <c:pt idx="66924">
                  <c:v>70.97</c:v>
                </c:pt>
                <c:pt idx="66925">
                  <c:v>65.97</c:v>
                </c:pt>
                <c:pt idx="66926">
                  <c:v>59.98</c:v>
                </c:pt>
                <c:pt idx="66927">
                  <c:v>67.97</c:v>
                </c:pt>
                <c:pt idx="66928">
                  <c:v>59.98</c:v>
                </c:pt>
                <c:pt idx="66929">
                  <c:v>53.98</c:v>
                </c:pt>
                <c:pt idx="66930">
                  <c:v>74.97</c:v>
                </c:pt>
                <c:pt idx="66931">
                  <c:v>68.97</c:v>
                </c:pt>
                <c:pt idx="66932">
                  <c:v>54.98</c:v>
                </c:pt>
                <c:pt idx="66933">
                  <c:v>68.97</c:v>
                </c:pt>
                <c:pt idx="66934">
                  <c:v>52.98</c:v>
                </c:pt>
                <c:pt idx="66935">
                  <c:v>69.959999999999994</c:v>
                </c:pt>
                <c:pt idx="66936">
                  <c:v>70.97</c:v>
                </c:pt>
                <c:pt idx="66937">
                  <c:v>167.97</c:v>
                </c:pt>
                <c:pt idx="66938">
                  <c:v>79.98</c:v>
                </c:pt>
                <c:pt idx="66939">
                  <c:v>82.97</c:v>
                </c:pt>
                <c:pt idx="66940">
                  <c:v>131.97999999999999</c:v>
                </c:pt>
                <c:pt idx="66941">
                  <c:v>86.37</c:v>
                </c:pt>
                <c:pt idx="66942">
                  <c:v>124.35</c:v>
                </c:pt>
                <c:pt idx="66943">
                  <c:v>119.96</c:v>
                </c:pt>
                <c:pt idx="66944">
                  <c:v>76.98</c:v>
                </c:pt>
                <c:pt idx="66945">
                  <c:v>104.97</c:v>
                </c:pt>
                <c:pt idx="66946">
                  <c:v>49.99</c:v>
                </c:pt>
                <c:pt idx="66947">
                  <c:v>95.03</c:v>
                </c:pt>
                <c:pt idx="66948">
                  <c:v>44.98</c:v>
                </c:pt>
                <c:pt idx="66949">
                  <c:v>97.72</c:v>
                </c:pt>
                <c:pt idx="66950">
                  <c:v>107.97</c:v>
                </c:pt>
                <c:pt idx="66951">
                  <c:v>109.97</c:v>
                </c:pt>
                <c:pt idx="66952">
                  <c:v>109.96</c:v>
                </c:pt>
                <c:pt idx="66953">
                  <c:v>126.93</c:v>
                </c:pt>
                <c:pt idx="66954">
                  <c:v>110.8</c:v>
                </c:pt>
                <c:pt idx="66955">
                  <c:v>106.96</c:v>
                </c:pt>
                <c:pt idx="66956">
                  <c:v>160.93</c:v>
                </c:pt>
                <c:pt idx="66957">
                  <c:v>98.95</c:v>
                </c:pt>
                <c:pt idx="66958">
                  <c:v>198.97</c:v>
                </c:pt>
                <c:pt idx="66959">
                  <c:v>68.989999999999995</c:v>
                </c:pt>
                <c:pt idx="66960">
                  <c:v>159.97999999999999</c:v>
                </c:pt>
                <c:pt idx="66961">
                  <c:v>150.18</c:v>
                </c:pt>
                <c:pt idx="66962">
                  <c:v>159.97999999999999</c:v>
                </c:pt>
                <c:pt idx="66963">
                  <c:v>84.99</c:v>
                </c:pt>
                <c:pt idx="66964">
                  <c:v>169.98</c:v>
                </c:pt>
                <c:pt idx="66965">
                  <c:v>99.98</c:v>
                </c:pt>
                <c:pt idx="66966">
                  <c:v>96.98</c:v>
                </c:pt>
                <c:pt idx="66967">
                  <c:v>84.99</c:v>
                </c:pt>
                <c:pt idx="66968">
                  <c:v>169.98</c:v>
                </c:pt>
                <c:pt idx="66969">
                  <c:v>65.989999999999995</c:v>
                </c:pt>
                <c:pt idx="66970">
                  <c:v>84.99</c:v>
                </c:pt>
                <c:pt idx="66971">
                  <c:v>139.96</c:v>
                </c:pt>
                <c:pt idx="66972">
                  <c:v>266.35000000000002</c:v>
                </c:pt>
                <c:pt idx="66973">
                  <c:v>342.82</c:v>
                </c:pt>
                <c:pt idx="66974">
                  <c:v>179.96</c:v>
                </c:pt>
                <c:pt idx="66975">
                  <c:v>274.95</c:v>
                </c:pt>
                <c:pt idx="66976">
                  <c:v>61.69</c:v>
                </c:pt>
                <c:pt idx="66977">
                  <c:v>88.17</c:v>
                </c:pt>
                <c:pt idx="66978">
                  <c:v>79.989999999999995</c:v>
                </c:pt>
                <c:pt idx="66979">
                  <c:v>139.97999999999999</c:v>
                </c:pt>
                <c:pt idx="66980">
                  <c:v>79.989999999999995</c:v>
                </c:pt>
                <c:pt idx="66981">
                  <c:v>68.98</c:v>
                </c:pt>
                <c:pt idx="66982">
                  <c:v>145.97999999999999</c:v>
                </c:pt>
                <c:pt idx="66983">
                  <c:v>98.98</c:v>
                </c:pt>
                <c:pt idx="66984">
                  <c:v>157.32</c:v>
                </c:pt>
                <c:pt idx="66985">
                  <c:v>79.989999999999995</c:v>
                </c:pt>
                <c:pt idx="66986">
                  <c:v>79.989999999999995</c:v>
                </c:pt>
                <c:pt idx="66987">
                  <c:v>139.97999999999999</c:v>
                </c:pt>
                <c:pt idx="66988">
                  <c:v>130.46</c:v>
                </c:pt>
                <c:pt idx="66989">
                  <c:v>323.92</c:v>
                </c:pt>
                <c:pt idx="66990">
                  <c:v>213.46</c:v>
                </c:pt>
                <c:pt idx="66991">
                  <c:v>75.959999999999994</c:v>
                </c:pt>
                <c:pt idx="66992">
                  <c:v>75.959999999999994</c:v>
                </c:pt>
                <c:pt idx="66993">
                  <c:v>75.959999999999994</c:v>
                </c:pt>
                <c:pt idx="66994">
                  <c:v>56.97</c:v>
                </c:pt>
                <c:pt idx="66995">
                  <c:v>75.959999999999994</c:v>
                </c:pt>
                <c:pt idx="66996">
                  <c:v>75.959999999999994</c:v>
                </c:pt>
                <c:pt idx="66997">
                  <c:v>75.959999999999994</c:v>
                </c:pt>
                <c:pt idx="66998">
                  <c:v>199.96</c:v>
                </c:pt>
                <c:pt idx="66999">
                  <c:v>75.959999999999994</c:v>
                </c:pt>
                <c:pt idx="67000">
                  <c:v>75.959999999999994</c:v>
                </c:pt>
                <c:pt idx="67001">
                  <c:v>75.959999999999994</c:v>
                </c:pt>
                <c:pt idx="67002">
                  <c:v>51.94</c:v>
                </c:pt>
                <c:pt idx="67003">
                  <c:v>169.98</c:v>
                </c:pt>
                <c:pt idx="67004">
                  <c:v>198.86</c:v>
                </c:pt>
                <c:pt idx="67005">
                  <c:v>169.98</c:v>
                </c:pt>
                <c:pt idx="67006">
                  <c:v>169.98</c:v>
                </c:pt>
                <c:pt idx="67007">
                  <c:v>169.98</c:v>
                </c:pt>
                <c:pt idx="67008">
                  <c:v>190.97</c:v>
                </c:pt>
                <c:pt idx="67009">
                  <c:v>9.99</c:v>
                </c:pt>
                <c:pt idx="67010">
                  <c:v>190.97</c:v>
                </c:pt>
                <c:pt idx="67011">
                  <c:v>95.38</c:v>
                </c:pt>
                <c:pt idx="67012">
                  <c:v>190.97</c:v>
                </c:pt>
                <c:pt idx="67013">
                  <c:v>128.24</c:v>
                </c:pt>
                <c:pt idx="67014">
                  <c:v>84.68</c:v>
                </c:pt>
                <c:pt idx="67015">
                  <c:v>128.24</c:v>
                </c:pt>
                <c:pt idx="67016">
                  <c:v>79.849999999999994</c:v>
                </c:pt>
                <c:pt idx="67017">
                  <c:v>143.72</c:v>
                </c:pt>
                <c:pt idx="67018">
                  <c:v>116.14</c:v>
                </c:pt>
                <c:pt idx="67019">
                  <c:v>99.98</c:v>
                </c:pt>
                <c:pt idx="67020">
                  <c:v>56.85</c:v>
                </c:pt>
                <c:pt idx="67021">
                  <c:v>315.74</c:v>
                </c:pt>
                <c:pt idx="67022">
                  <c:v>96.78</c:v>
                </c:pt>
                <c:pt idx="67023">
                  <c:v>126.99</c:v>
                </c:pt>
                <c:pt idx="67024">
                  <c:v>111.28</c:v>
                </c:pt>
                <c:pt idx="67025">
                  <c:v>163.30000000000001</c:v>
                </c:pt>
                <c:pt idx="67026">
                  <c:v>86.03</c:v>
                </c:pt>
                <c:pt idx="67027">
                  <c:v>110.98</c:v>
                </c:pt>
                <c:pt idx="67028">
                  <c:v>110.98</c:v>
                </c:pt>
                <c:pt idx="67029">
                  <c:v>89.98</c:v>
                </c:pt>
                <c:pt idx="67030">
                  <c:v>121.98</c:v>
                </c:pt>
                <c:pt idx="67031">
                  <c:v>155.97</c:v>
                </c:pt>
                <c:pt idx="67032">
                  <c:v>99.98</c:v>
                </c:pt>
                <c:pt idx="67033">
                  <c:v>65.989999999999995</c:v>
                </c:pt>
                <c:pt idx="67034">
                  <c:v>59.98</c:v>
                </c:pt>
                <c:pt idx="67035">
                  <c:v>82.14</c:v>
                </c:pt>
                <c:pt idx="67036">
                  <c:v>65.989999999999995</c:v>
                </c:pt>
                <c:pt idx="67037">
                  <c:v>133.47999999999999</c:v>
                </c:pt>
                <c:pt idx="67038">
                  <c:v>65.989999999999995</c:v>
                </c:pt>
                <c:pt idx="67039">
                  <c:v>39.99</c:v>
                </c:pt>
                <c:pt idx="67040">
                  <c:v>131.97999999999999</c:v>
                </c:pt>
                <c:pt idx="67041">
                  <c:v>65.989999999999995</c:v>
                </c:pt>
                <c:pt idx="67042">
                  <c:v>65.989999999999995</c:v>
                </c:pt>
                <c:pt idx="67043">
                  <c:v>120.98</c:v>
                </c:pt>
                <c:pt idx="67044">
                  <c:v>120.98</c:v>
                </c:pt>
                <c:pt idx="67045">
                  <c:v>-1.2</c:v>
                </c:pt>
                <c:pt idx="67046">
                  <c:v>115.57</c:v>
                </c:pt>
                <c:pt idx="67047">
                  <c:v>61.04</c:v>
                </c:pt>
                <c:pt idx="67048">
                  <c:v>71.86</c:v>
                </c:pt>
                <c:pt idx="67049">
                  <c:v>147.6</c:v>
                </c:pt>
                <c:pt idx="67050">
                  <c:v>48.34</c:v>
                </c:pt>
                <c:pt idx="67051">
                  <c:v>143.72</c:v>
                </c:pt>
                <c:pt idx="67052">
                  <c:v>33.479999999999997</c:v>
                </c:pt>
                <c:pt idx="67053">
                  <c:v>67.97</c:v>
                </c:pt>
                <c:pt idx="67054">
                  <c:v>30.47</c:v>
                </c:pt>
                <c:pt idx="67055">
                  <c:v>84.99</c:v>
                </c:pt>
                <c:pt idx="67056">
                  <c:v>127.96</c:v>
                </c:pt>
                <c:pt idx="67057">
                  <c:v>109.98</c:v>
                </c:pt>
                <c:pt idx="67058">
                  <c:v>97.97</c:v>
                </c:pt>
                <c:pt idx="67059">
                  <c:v>179.95</c:v>
                </c:pt>
                <c:pt idx="67060">
                  <c:v>121.95</c:v>
                </c:pt>
                <c:pt idx="67061">
                  <c:v>248.13</c:v>
                </c:pt>
                <c:pt idx="67062">
                  <c:v>199.96</c:v>
                </c:pt>
                <c:pt idx="67063">
                  <c:v>199.96</c:v>
                </c:pt>
                <c:pt idx="67064">
                  <c:v>203.45</c:v>
                </c:pt>
                <c:pt idx="67065">
                  <c:v>149.97</c:v>
                </c:pt>
                <c:pt idx="67066">
                  <c:v>187.95</c:v>
                </c:pt>
                <c:pt idx="67067">
                  <c:v>109.96</c:v>
                </c:pt>
                <c:pt idx="67068">
                  <c:v>148.94</c:v>
                </c:pt>
                <c:pt idx="67069">
                  <c:v>179.94</c:v>
                </c:pt>
                <c:pt idx="67070">
                  <c:v>157.94</c:v>
                </c:pt>
                <c:pt idx="67071">
                  <c:v>167.96</c:v>
                </c:pt>
                <c:pt idx="67072">
                  <c:v>73.989999999999995</c:v>
                </c:pt>
                <c:pt idx="67073">
                  <c:v>69.98</c:v>
                </c:pt>
                <c:pt idx="67074">
                  <c:v>62.98</c:v>
                </c:pt>
                <c:pt idx="67075">
                  <c:v>169.98</c:v>
                </c:pt>
                <c:pt idx="67076">
                  <c:v>75.97</c:v>
                </c:pt>
                <c:pt idx="67077">
                  <c:v>55.97</c:v>
                </c:pt>
                <c:pt idx="67078">
                  <c:v>169.98</c:v>
                </c:pt>
                <c:pt idx="67079">
                  <c:v>69.98</c:v>
                </c:pt>
                <c:pt idx="67080">
                  <c:v>152.97999999999999</c:v>
                </c:pt>
                <c:pt idx="67081">
                  <c:v>232.02</c:v>
                </c:pt>
                <c:pt idx="67082">
                  <c:v>82.78</c:v>
                </c:pt>
                <c:pt idx="67083">
                  <c:v>85.97</c:v>
                </c:pt>
                <c:pt idx="67084">
                  <c:v>152.97</c:v>
                </c:pt>
                <c:pt idx="67085">
                  <c:v>117.97</c:v>
                </c:pt>
                <c:pt idx="67086">
                  <c:v>53.97</c:v>
                </c:pt>
                <c:pt idx="67087">
                  <c:v>78.84</c:v>
                </c:pt>
                <c:pt idx="67088">
                  <c:v>103.97</c:v>
                </c:pt>
                <c:pt idx="67089">
                  <c:v>102.13</c:v>
                </c:pt>
                <c:pt idx="67090">
                  <c:v>103.97</c:v>
                </c:pt>
                <c:pt idx="67091">
                  <c:v>169.98</c:v>
                </c:pt>
                <c:pt idx="67092">
                  <c:v>137.97999999999999</c:v>
                </c:pt>
                <c:pt idx="67093">
                  <c:v>121.96</c:v>
                </c:pt>
                <c:pt idx="67094">
                  <c:v>192.95</c:v>
                </c:pt>
                <c:pt idx="67095">
                  <c:v>123.47</c:v>
                </c:pt>
                <c:pt idx="67096">
                  <c:v>111.97</c:v>
                </c:pt>
                <c:pt idx="67097">
                  <c:v>143.97</c:v>
                </c:pt>
                <c:pt idx="67098">
                  <c:v>151.94999999999999</c:v>
                </c:pt>
                <c:pt idx="67099">
                  <c:v>131.97999999999999</c:v>
                </c:pt>
                <c:pt idx="67100">
                  <c:v>117.97</c:v>
                </c:pt>
                <c:pt idx="67101">
                  <c:v>171.97</c:v>
                </c:pt>
                <c:pt idx="67102">
                  <c:v>125.97</c:v>
                </c:pt>
                <c:pt idx="67103">
                  <c:v>169.98</c:v>
                </c:pt>
                <c:pt idx="67104">
                  <c:v>229.45</c:v>
                </c:pt>
                <c:pt idx="67105">
                  <c:v>197.97</c:v>
                </c:pt>
                <c:pt idx="67106">
                  <c:v>131.97999999999999</c:v>
                </c:pt>
                <c:pt idx="67107">
                  <c:v>131.97999999999999</c:v>
                </c:pt>
                <c:pt idx="67108">
                  <c:v>218.95</c:v>
                </c:pt>
                <c:pt idx="67109">
                  <c:v>71.22</c:v>
                </c:pt>
                <c:pt idx="67110">
                  <c:v>119.97</c:v>
                </c:pt>
                <c:pt idx="67111">
                  <c:v>119.97</c:v>
                </c:pt>
                <c:pt idx="67112">
                  <c:v>184.97</c:v>
                </c:pt>
                <c:pt idx="67113">
                  <c:v>211.72</c:v>
                </c:pt>
                <c:pt idx="67114">
                  <c:v>114.97</c:v>
                </c:pt>
                <c:pt idx="67115">
                  <c:v>89.98</c:v>
                </c:pt>
                <c:pt idx="67116">
                  <c:v>134.97</c:v>
                </c:pt>
                <c:pt idx="67117">
                  <c:v>99.98</c:v>
                </c:pt>
                <c:pt idx="67118">
                  <c:v>65.989999999999995</c:v>
                </c:pt>
                <c:pt idx="67119">
                  <c:v>169.98</c:v>
                </c:pt>
                <c:pt idx="67120">
                  <c:v>169.98</c:v>
                </c:pt>
                <c:pt idx="67121">
                  <c:v>65.989999999999995</c:v>
                </c:pt>
                <c:pt idx="67122">
                  <c:v>65.989999999999995</c:v>
                </c:pt>
                <c:pt idx="67123">
                  <c:v>169.98</c:v>
                </c:pt>
                <c:pt idx="67124">
                  <c:v>65.989999999999995</c:v>
                </c:pt>
                <c:pt idx="67125">
                  <c:v>144.47999999999999</c:v>
                </c:pt>
                <c:pt idx="67126">
                  <c:v>84.99</c:v>
                </c:pt>
                <c:pt idx="67127">
                  <c:v>65.989999999999995</c:v>
                </c:pt>
                <c:pt idx="67128">
                  <c:v>46.69</c:v>
                </c:pt>
                <c:pt idx="67129">
                  <c:v>152.97999999999999</c:v>
                </c:pt>
                <c:pt idx="67130">
                  <c:v>169.98</c:v>
                </c:pt>
                <c:pt idx="67131">
                  <c:v>65.989999999999995</c:v>
                </c:pt>
                <c:pt idx="67132">
                  <c:v>65.989999999999995</c:v>
                </c:pt>
                <c:pt idx="67133">
                  <c:v>149.97999999999999</c:v>
                </c:pt>
                <c:pt idx="67134">
                  <c:v>72.239999999999995</c:v>
                </c:pt>
                <c:pt idx="67135">
                  <c:v>84.99</c:v>
                </c:pt>
                <c:pt idx="67136">
                  <c:v>84.99</c:v>
                </c:pt>
                <c:pt idx="67137">
                  <c:v>161.72999999999999</c:v>
                </c:pt>
                <c:pt idx="67138">
                  <c:v>169.98</c:v>
                </c:pt>
                <c:pt idx="67139">
                  <c:v>152.97999999999999</c:v>
                </c:pt>
                <c:pt idx="67140">
                  <c:v>292.45999999999998</c:v>
                </c:pt>
                <c:pt idx="67141">
                  <c:v>169.98</c:v>
                </c:pt>
                <c:pt idx="67142">
                  <c:v>76.489999999999995</c:v>
                </c:pt>
                <c:pt idx="67143">
                  <c:v>144.94999999999999</c:v>
                </c:pt>
                <c:pt idx="67144">
                  <c:v>76.489999999999995</c:v>
                </c:pt>
                <c:pt idx="67145">
                  <c:v>169.98</c:v>
                </c:pt>
                <c:pt idx="67146">
                  <c:v>105.98</c:v>
                </c:pt>
                <c:pt idx="67147">
                  <c:v>165.7</c:v>
                </c:pt>
                <c:pt idx="67148">
                  <c:v>159.69999999999999</c:v>
                </c:pt>
                <c:pt idx="67149">
                  <c:v>239.54</c:v>
                </c:pt>
                <c:pt idx="67150">
                  <c:v>147.6</c:v>
                </c:pt>
                <c:pt idx="67151">
                  <c:v>159.69999999999999</c:v>
                </c:pt>
                <c:pt idx="67152">
                  <c:v>239.54</c:v>
                </c:pt>
                <c:pt idx="67153">
                  <c:v>159.69999999999999</c:v>
                </c:pt>
                <c:pt idx="67154">
                  <c:v>159.69999999999999</c:v>
                </c:pt>
                <c:pt idx="67155">
                  <c:v>239.54</c:v>
                </c:pt>
                <c:pt idx="67156">
                  <c:v>239.54</c:v>
                </c:pt>
                <c:pt idx="67157">
                  <c:v>156.96</c:v>
                </c:pt>
                <c:pt idx="67158">
                  <c:v>99.98</c:v>
                </c:pt>
                <c:pt idx="67159">
                  <c:v>219.97</c:v>
                </c:pt>
                <c:pt idx="67160">
                  <c:v>169.98</c:v>
                </c:pt>
                <c:pt idx="67161">
                  <c:v>84.98</c:v>
                </c:pt>
                <c:pt idx="67162">
                  <c:v>-217.96</c:v>
                </c:pt>
                <c:pt idx="67163">
                  <c:v>153.97999999999999</c:v>
                </c:pt>
                <c:pt idx="67164">
                  <c:v>126.98</c:v>
                </c:pt>
                <c:pt idx="67165">
                  <c:v>191.97</c:v>
                </c:pt>
                <c:pt idx="67166">
                  <c:v>79.98</c:v>
                </c:pt>
                <c:pt idx="67167">
                  <c:v>217.96</c:v>
                </c:pt>
                <c:pt idx="67168">
                  <c:v>134.97999999999999</c:v>
                </c:pt>
                <c:pt idx="67169">
                  <c:v>79.98</c:v>
                </c:pt>
                <c:pt idx="67170">
                  <c:v>79.98</c:v>
                </c:pt>
                <c:pt idx="67171">
                  <c:v>82.97</c:v>
                </c:pt>
                <c:pt idx="67172">
                  <c:v>92.96</c:v>
                </c:pt>
                <c:pt idx="67173">
                  <c:v>100.96</c:v>
                </c:pt>
                <c:pt idx="67174">
                  <c:v>105.96</c:v>
                </c:pt>
                <c:pt idx="67175">
                  <c:v>64.98</c:v>
                </c:pt>
                <c:pt idx="67176">
                  <c:v>105.96</c:v>
                </c:pt>
                <c:pt idx="67177">
                  <c:v>95.96</c:v>
                </c:pt>
                <c:pt idx="67178">
                  <c:v>73.97</c:v>
                </c:pt>
                <c:pt idx="67179">
                  <c:v>74.97</c:v>
                </c:pt>
                <c:pt idx="67180">
                  <c:v>74.97</c:v>
                </c:pt>
                <c:pt idx="67181">
                  <c:v>51.98</c:v>
                </c:pt>
                <c:pt idx="67182">
                  <c:v>75.97</c:v>
                </c:pt>
                <c:pt idx="67183">
                  <c:v>61.97</c:v>
                </c:pt>
                <c:pt idx="67184">
                  <c:v>125.95</c:v>
                </c:pt>
                <c:pt idx="67185">
                  <c:v>57.97</c:v>
                </c:pt>
                <c:pt idx="67186">
                  <c:v>197.97</c:v>
                </c:pt>
                <c:pt idx="67187">
                  <c:v>121.98</c:v>
                </c:pt>
                <c:pt idx="67188">
                  <c:v>194.14</c:v>
                </c:pt>
                <c:pt idx="67189">
                  <c:v>131.97999999999999</c:v>
                </c:pt>
                <c:pt idx="67190">
                  <c:v>131.97999999999999</c:v>
                </c:pt>
                <c:pt idx="67191">
                  <c:v>234.97</c:v>
                </c:pt>
                <c:pt idx="67192">
                  <c:v>310.69</c:v>
                </c:pt>
                <c:pt idx="67193">
                  <c:v>208.96</c:v>
                </c:pt>
                <c:pt idx="67194">
                  <c:v>276.45999999999998</c:v>
                </c:pt>
                <c:pt idx="67195">
                  <c:v>170.48</c:v>
                </c:pt>
                <c:pt idx="67196">
                  <c:v>65.989999999999995</c:v>
                </c:pt>
                <c:pt idx="67197">
                  <c:v>65.989999999999995</c:v>
                </c:pt>
                <c:pt idx="67198">
                  <c:v>126.98</c:v>
                </c:pt>
                <c:pt idx="67199">
                  <c:v>72.97</c:v>
                </c:pt>
                <c:pt idx="67200">
                  <c:v>116.98</c:v>
                </c:pt>
                <c:pt idx="67201">
                  <c:v>69.97</c:v>
                </c:pt>
                <c:pt idx="67202">
                  <c:v>80.98</c:v>
                </c:pt>
                <c:pt idx="67203">
                  <c:v>31.48</c:v>
                </c:pt>
                <c:pt idx="67204">
                  <c:v>80.98</c:v>
                </c:pt>
                <c:pt idx="67205">
                  <c:v>161.96</c:v>
                </c:pt>
                <c:pt idx="67206">
                  <c:v>31.48</c:v>
                </c:pt>
                <c:pt idx="67207">
                  <c:v>136.97</c:v>
                </c:pt>
                <c:pt idx="67208">
                  <c:v>136.97</c:v>
                </c:pt>
                <c:pt idx="67209">
                  <c:v>113.51</c:v>
                </c:pt>
                <c:pt idx="67210">
                  <c:v>121.98</c:v>
                </c:pt>
                <c:pt idx="67211">
                  <c:v>75.98</c:v>
                </c:pt>
                <c:pt idx="67212">
                  <c:v>14.99</c:v>
                </c:pt>
                <c:pt idx="67213">
                  <c:v>124.24</c:v>
                </c:pt>
                <c:pt idx="67214">
                  <c:v>124.73</c:v>
                </c:pt>
                <c:pt idx="67215">
                  <c:v>99.2</c:v>
                </c:pt>
                <c:pt idx="67216">
                  <c:v>124.24</c:v>
                </c:pt>
                <c:pt idx="67217">
                  <c:v>120.36</c:v>
                </c:pt>
                <c:pt idx="67218">
                  <c:v>99.2</c:v>
                </c:pt>
                <c:pt idx="67219">
                  <c:v>124.73</c:v>
                </c:pt>
                <c:pt idx="67220">
                  <c:v>120.36</c:v>
                </c:pt>
                <c:pt idx="67221">
                  <c:v>86.18</c:v>
                </c:pt>
                <c:pt idx="67222">
                  <c:v>194.35</c:v>
                </c:pt>
                <c:pt idx="67223">
                  <c:v>186.37</c:v>
                </c:pt>
                <c:pt idx="67224">
                  <c:v>232.46</c:v>
                </c:pt>
                <c:pt idx="67225">
                  <c:v>101.97</c:v>
                </c:pt>
                <c:pt idx="67226">
                  <c:v>206.54</c:v>
                </c:pt>
                <c:pt idx="67227">
                  <c:v>171.96</c:v>
                </c:pt>
                <c:pt idx="67228">
                  <c:v>29.98</c:v>
                </c:pt>
                <c:pt idx="67229">
                  <c:v>101.97</c:v>
                </c:pt>
                <c:pt idx="67230">
                  <c:v>65.989999999999995</c:v>
                </c:pt>
                <c:pt idx="67231">
                  <c:v>169.98</c:v>
                </c:pt>
                <c:pt idx="67232">
                  <c:v>98.98</c:v>
                </c:pt>
                <c:pt idx="67233">
                  <c:v>184.97</c:v>
                </c:pt>
                <c:pt idx="67234">
                  <c:v>169.98</c:v>
                </c:pt>
                <c:pt idx="67235">
                  <c:v>133.78</c:v>
                </c:pt>
                <c:pt idx="67236">
                  <c:v>103.73</c:v>
                </c:pt>
                <c:pt idx="67237">
                  <c:v>111.97</c:v>
                </c:pt>
                <c:pt idx="67238">
                  <c:v>100.97</c:v>
                </c:pt>
                <c:pt idx="67239">
                  <c:v>99.98</c:v>
                </c:pt>
                <c:pt idx="67240">
                  <c:v>118.96</c:v>
                </c:pt>
                <c:pt idx="67241">
                  <c:v>51.29</c:v>
                </c:pt>
                <c:pt idx="67242">
                  <c:v>99.98</c:v>
                </c:pt>
                <c:pt idx="67243">
                  <c:v>99.98</c:v>
                </c:pt>
                <c:pt idx="67244">
                  <c:v>99.98</c:v>
                </c:pt>
                <c:pt idx="67245">
                  <c:v>99.98</c:v>
                </c:pt>
                <c:pt idx="67246">
                  <c:v>99.98</c:v>
                </c:pt>
                <c:pt idx="67247">
                  <c:v>149.97</c:v>
                </c:pt>
                <c:pt idx="67248">
                  <c:v>99.98</c:v>
                </c:pt>
                <c:pt idx="67249">
                  <c:v>149.97</c:v>
                </c:pt>
                <c:pt idx="67250">
                  <c:v>96.58</c:v>
                </c:pt>
                <c:pt idx="67251">
                  <c:v>19.28</c:v>
                </c:pt>
                <c:pt idx="67252">
                  <c:v>101.97</c:v>
                </c:pt>
                <c:pt idx="67253">
                  <c:v>358.95</c:v>
                </c:pt>
                <c:pt idx="67254">
                  <c:v>152.97999999999999</c:v>
                </c:pt>
                <c:pt idx="67255">
                  <c:v>404.84</c:v>
                </c:pt>
                <c:pt idx="67256">
                  <c:v>131.97999999999999</c:v>
                </c:pt>
                <c:pt idx="67257">
                  <c:v>141.96</c:v>
                </c:pt>
                <c:pt idx="67258">
                  <c:v>305.95999999999998</c:v>
                </c:pt>
                <c:pt idx="67259">
                  <c:v>79.849999999999994</c:v>
                </c:pt>
                <c:pt idx="67260">
                  <c:v>123.37</c:v>
                </c:pt>
                <c:pt idx="67261">
                  <c:v>96.78</c:v>
                </c:pt>
                <c:pt idx="67262">
                  <c:v>96.78</c:v>
                </c:pt>
                <c:pt idx="67263">
                  <c:v>159.69999999999999</c:v>
                </c:pt>
                <c:pt idx="67264">
                  <c:v>128.24</c:v>
                </c:pt>
                <c:pt idx="67265">
                  <c:v>77.400000000000006</c:v>
                </c:pt>
                <c:pt idx="67266">
                  <c:v>96.78</c:v>
                </c:pt>
                <c:pt idx="67267">
                  <c:v>108.86</c:v>
                </c:pt>
                <c:pt idx="67268">
                  <c:v>94.36</c:v>
                </c:pt>
                <c:pt idx="67269">
                  <c:v>108.86</c:v>
                </c:pt>
                <c:pt idx="67270">
                  <c:v>91.91</c:v>
                </c:pt>
                <c:pt idx="67271">
                  <c:v>116.69</c:v>
                </c:pt>
                <c:pt idx="67272">
                  <c:v>106.93</c:v>
                </c:pt>
                <c:pt idx="67273">
                  <c:v>126.67</c:v>
                </c:pt>
                <c:pt idx="67274">
                  <c:v>120.65</c:v>
                </c:pt>
                <c:pt idx="67275">
                  <c:v>131.97999999999999</c:v>
                </c:pt>
                <c:pt idx="67276">
                  <c:v>118.78</c:v>
                </c:pt>
                <c:pt idx="67277">
                  <c:v>118.78</c:v>
                </c:pt>
                <c:pt idx="67278">
                  <c:v>121.98</c:v>
                </c:pt>
                <c:pt idx="67279">
                  <c:v>145.18</c:v>
                </c:pt>
                <c:pt idx="67280">
                  <c:v>145.22</c:v>
                </c:pt>
                <c:pt idx="67281">
                  <c:v>173.5</c:v>
                </c:pt>
                <c:pt idx="67282">
                  <c:v>80.98</c:v>
                </c:pt>
                <c:pt idx="67283">
                  <c:v>55.49</c:v>
                </c:pt>
                <c:pt idx="67284">
                  <c:v>55.49</c:v>
                </c:pt>
                <c:pt idx="67285">
                  <c:v>54.99</c:v>
                </c:pt>
                <c:pt idx="67286">
                  <c:v>54.99</c:v>
                </c:pt>
                <c:pt idx="67287">
                  <c:v>204.95</c:v>
                </c:pt>
                <c:pt idx="67288">
                  <c:v>110.97</c:v>
                </c:pt>
                <c:pt idx="67289">
                  <c:v>76.489999999999995</c:v>
                </c:pt>
                <c:pt idx="67290">
                  <c:v>119.97</c:v>
                </c:pt>
                <c:pt idx="67291">
                  <c:v>124.96</c:v>
                </c:pt>
                <c:pt idx="67292">
                  <c:v>252.93</c:v>
                </c:pt>
                <c:pt idx="67293">
                  <c:v>224.94</c:v>
                </c:pt>
                <c:pt idx="67294">
                  <c:v>111.96</c:v>
                </c:pt>
                <c:pt idx="67295">
                  <c:v>196.95</c:v>
                </c:pt>
                <c:pt idx="67296">
                  <c:v>224.94</c:v>
                </c:pt>
                <c:pt idx="67297">
                  <c:v>137.96</c:v>
                </c:pt>
                <c:pt idx="67298">
                  <c:v>111.96</c:v>
                </c:pt>
                <c:pt idx="67299">
                  <c:v>111.96</c:v>
                </c:pt>
                <c:pt idx="67300">
                  <c:v>224.94</c:v>
                </c:pt>
                <c:pt idx="67301">
                  <c:v>136.74</c:v>
                </c:pt>
                <c:pt idx="67302">
                  <c:v>136.74</c:v>
                </c:pt>
                <c:pt idx="67303">
                  <c:v>129.53</c:v>
                </c:pt>
                <c:pt idx="67304">
                  <c:v>179.9</c:v>
                </c:pt>
                <c:pt idx="67305">
                  <c:v>129.53</c:v>
                </c:pt>
                <c:pt idx="67306">
                  <c:v>135.91999999999999</c:v>
                </c:pt>
                <c:pt idx="67307">
                  <c:v>135.91999999999999</c:v>
                </c:pt>
                <c:pt idx="67308">
                  <c:v>179.9</c:v>
                </c:pt>
                <c:pt idx="67309">
                  <c:v>143.91999999999999</c:v>
                </c:pt>
                <c:pt idx="67310">
                  <c:v>143.91999999999999</c:v>
                </c:pt>
                <c:pt idx="67311">
                  <c:v>143.91999999999999</c:v>
                </c:pt>
                <c:pt idx="67312">
                  <c:v>103.94</c:v>
                </c:pt>
                <c:pt idx="67313">
                  <c:v>103.94</c:v>
                </c:pt>
                <c:pt idx="67314">
                  <c:v>143.91999999999999</c:v>
                </c:pt>
                <c:pt idx="67315">
                  <c:v>143.91999999999999</c:v>
                </c:pt>
                <c:pt idx="67316">
                  <c:v>143.91999999999999</c:v>
                </c:pt>
                <c:pt idx="67317">
                  <c:v>125.93</c:v>
                </c:pt>
                <c:pt idx="67318">
                  <c:v>189.9</c:v>
                </c:pt>
                <c:pt idx="67319">
                  <c:v>189.9</c:v>
                </c:pt>
                <c:pt idx="67320">
                  <c:v>143.91999999999999</c:v>
                </c:pt>
                <c:pt idx="67321">
                  <c:v>143.91999999999999</c:v>
                </c:pt>
                <c:pt idx="67322">
                  <c:v>125.93</c:v>
                </c:pt>
                <c:pt idx="67323">
                  <c:v>143.91999999999999</c:v>
                </c:pt>
                <c:pt idx="67324">
                  <c:v>143.91999999999999</c:v>
                </c:pt>
                <c:pt idx="67325">
                  <c:v>396.05</c:v>
                </c:pt>
                <c:pt idx="67326">
                  <c:v>399.24</c:v>
                </c:pt>
                <c:pt idx="67327">
                  <c:v>289.14</c:v>
                </c:pt>
                <c:pt idx="67328">
                  <c:v>391.25</c:v>
                </c:pt>
                <c:pt idx="67329">
                  <c:v>254.97</c:v>
                </c:pt>
                <c:pt idx="67330">
                  <c:v>265.94</c:v>
                </c:pt>
                <c:pt idx="67331">
                  <c:v>246.45</c:v>
                </c:pt>
                <c:pt idx="67332">
                  <c:v>224.94</c:v>
                </c:pt>
                <c:pt idx="67333">
                  <c:v>209.44</c:v>
                </c:pt>
                <c:pt idx="67334">
                  <c:v>130.19999999999999</c:v>
                </c:pt>
                <c:pt idx="67335">
                  <c:v>129.96</c:v>
                </c:pt>
                <c:pt idx="67336">
                  <c:v>94.96</c:v>
                </c:pt>
                <c:pt idx="67337">
                  <c:v>109.96</c:v>
                </c:pt>
                <c:pt idx="67338">
                  <c:v>109.96</c:v>
                </c:pt>
                <c:pt idx="67339">
                  <c:v>92.45</c:v>
                </c:pt>
                <c:pt idx="67340">
                  <c:v>167.45</c:v>
                </c:pt>
                <c:pt idx="67341">
                  <c:v>91.08</c:v>
                </c:pt>
                <c:pt idx="67342">
                  <c:v>199.47</c:v>
                </c:pt>
                <c:pt idx="67343">
                  <c:v>197.97</c:v>
                </c:pt>
                <c:pt idx="67344">
                  <c:v>131.97999999999999</c:v>
                </c:pt>
                <c:pt idx="67345">
                  <c:v>181.97</c:v>
                </c:pt>
                <c:pt idx="67346">
                  <c:v>131.97999999999999</c:v>
                </c:pt>
                <c:pt idx="67347">
                  <c:v>200.97</c:v>
                </c:pt>
                <c:pt idx="67348">
                  <c:v>176.95</c:v>
                </c:pt>
                <c:pt idx="67349">
                  <c:v>194.96</c:v>
                </c:pt>
                <c:pt idx="67350">
                  <c:v>131.97999999999999</c:v>
                </c:pt>
                <c:pt idx="67351">
                  <c:v>169.96</c:v>
                </c:pt>
                <c:pt idx="67352">
                  <c:v>98.98</c:v>
                </c:pt>
                <c:pt idx="67353">
                  <c:v>99.98</c:v>
                </c:pt>
                <c:pt idx="67354">
                  <c:v>65.98</c:v>
                </c:pt>
                <c:pt idx="67355">
                  <c:v>59.39</c:v>
                </c:pt>
                <c:pt idx="67356">
                  <c:v>95.67</c:v>
                </c:pt>
                <c:pt idx="67357">
                  <c:v>65.989999999999995</c:v>
                </c:pt>
                <c:pt idx="67358">
                  <c:v>99.98</c:v>
                </c:pt>
                <c:pt idx="67359">
                  <c:v>99.98</c:v>
                </c:pt>
                <c:pt idx="67360">
                  <c:v>79.849999999999994</c:v>
                </c:pt>
                <c:pt idx="67361">
                  <c:v>195.97</c:v>
                </c:pt>
                <c:pt idx="67362">
                  <c:v>116.12</c:v>
                </c:pt>
                <c:pt idx="67363">
                  <c:v>79.849999999999994</c:v>
                </c:pt>
                <c:pt idx="67364">
                  <c:v>159.69999999999999</c:v>
                </c:pt>
                <c:pt idx="67365">
                  <c:v>67.84</c:v>
                </c:pt>
                <c:pt idx="67366">
                  <c:v>79.849999999999994</c:v>
                </c:pt>
                <c:pt idx="67367">
                  <c:v>79.849999999999994</c:v>
                </c:pt>
                <c:pt idx="67368">
                  <c:v>120.98</c:v>
                </c:pt>
                <c:pt idx="67369">
                  <c:v>107.96</c:v>
                </c:pt>
                <c:pt idx="67370">
                  <c:v>114.48</c:v>
                </c:pt>
                <c:pt idx="67371">
                  <c:v>89.97</c:v>
                </c:pt>
                <c:pt idx="67372">
                  <c:v>89.97</c:v>
                </c:pt>
                <c:pt idx="67373">
                  <c:v>89.97</c:v>
                </c:pt>
                <c:pt idx="67374">
                  <c:v>119.96</c:v>
                </c:pt>
                <c:pt idx="67375">
                  <c:v>107.96</c:v>
                </c:pt>
                <c:pt idx="67376">
                  <c:v>144.94999999999999</c:v>
                </c:pt>
                <c:pt idx="67377">
                  <c:v>114.48</c:v>
                </c:pt>
                <c:pt idx="67378">
                  <c:v>144.94999999999999</c:v>
                </c:pt>
                <c:pt idx="67379">
                  <c:v>149.94999999999999</c:v>
                </c:pt>
                <c:pt idx="67380">
                  <c:v>109.96</c:v>
                </c:pt>
                <c:pt idx="67381">
                  <c:v>109.96</c:v>
                </c:pt>
                <c:pt idx="67382">
                  <c:v>89.97</c:v>
                </c:pt>
                <c:pt idx="67383">
                  <c:v>89.97</c:v>
                </c:pt>
                <c:pt idx="67384">
                  <c:v>119.96</c:v>
                </c:pt>
                <c:pt idx="67385">
                  <c:v>109.96</c:v>
                </c:pt>
                <c:pt idx="67386">
                  <c:v>31.28</c:v>
                </c:pt>
                <c:pt idx="67387">
                  <c:v>31.28</c:v>
                </c:pt>
                <c:pt idx="67388">
                  <c:v>109.96</c:v>
                </c:pt>
                <c:pt idx="67389">
                  <c:v>89.97</c:v>
                </c:pt>
                <c:pt idx="67390">
                  <c:v>149.94999999999999</c:v>
                </c:pt>
                <c:pt idx="67391">
                  <c:v>87.98</c:v>
                </c:pt>
                <c:pt idx="67392">
                  <c:v>137.97999999999999</c:v>
                </c:pt>
                <c:pt idx="67393">
                  <c:v>102.86</c:v>
                </c:pt>
                <c:pt idx="67394">
                  <c:v>78.98</c:v>
                </c:pt>
                <c:pt idx="67395">
                  <c:v>160.96</c:v>
                </c:pt>
                <c:pt idx="67396">
                  <c:v>99.98</c:v>
                </c:pt>
                <c:pt idx="67397">
                  <c:v>89.98</c:v>
                </c:pt>
                <c:pt idx="67398">
                  <c:v>131.97999999999999</c:v>
                </c:pt>
                <c:pt idx="67399">
                  <c:v>118.97</c:v>
                </c:pt>
                <c:pt idx="67400">
                  <c:v>188.97</c:v>
                </c:pt>
                <c:pt idx="67401">
                  <c:v>131.97999999999999</c:v>
                </c:pt>
                <c:pt idx="67402">
                  <c:v>80.069999999999993</c:v>
                </c:pt>
                <c:pt idx="67403">
                  <c:v>84.99</c:v>
                </c:pt>
                <c:pt idx="67404">
                  <c:v>79.02</c:v>
                </c:pt>
                <c:pt idx="67405">
                  <c:v>139.97</c:v>
                </c:pt>
                <c:pt idx="67406">
                  <c:v>84.99</c:v>
                </c:pt>
                <c:pt idx="67407">
                  <c:v>72.239999999999995</c:v>
                </c:pt>
                <c:pt idx="67408">
                  <c:v>134.97999999999999</c:v>
                </c:pt>
                <c:pt idx="67409">
                  <c:v>84.99</c:v>
                </c:pt>
                <c:pt idx="67410">
                  <c:v>84.99</c:v>
                </c:pt>
                <c:pt idx="67411">
                  <c:v>121.48</c:v>
                </c:pt>
                <c:pt idx="67412">
                  <c:v>121.48</c:v>
                </c:pt>
                <c:pt idx="67413">
                  <c:v>65.989999999999995</c:v>
                </c:pt>
                <c:pt idx="67414">
                  <c:v>29.98</c:v>
                </c:pt>
                <c:pt idx="67415">
                  <c:v>134.97999999999999</c:v>
                </c:pt>
                <c:pt idx="67416">
                  <c:v>134.97999999999999</c:v>
                </c:pt>
                <c:pt idx="67417">
                  <c:v>114.73</c:v>
                </c:pt>
                <c:pt idx="67418">
                  <c:v>127.47</c:v>
                </c:pt>
                <c:pt idx="67419">
                  <c:v>149.97</c:v>
                </c:pt>
                <c:pt idx="67420">
                  <c:v>84.99</c:v>
                </c:pt>
                <c:pt idx="67421">
                  <c:v>41.29</c:v>
                </c:pt>
                <c:pt idx="67422">
                  <c:v>84.98</c:v>
                </c:pt>
                <c:pt idx="67423">
                  <c:v>108.97</c:v>
                </c:pt>
                <c:pt idx="67424">
                  <c:v>189.97</c:v>
                </c:pt>
                <c:pt idx="67425">
                  <c:v>134.97999999999999</c:v>
                </c:pt>
                <c:pt idx="67426">
                  <c:v>84.99</c:v>
                </c:pt>
                <c:pt idx="67427">
                  <c:v>153.97999999999999</c:v>
                </c:pt>
                <c:pt idx="67428">
                  <c:v>189.97</c:v>
                </c:pt>
                <c:pt idx="67429">
                  <c:v>169.98</c:v>
                </c:pt>
                <c:pt idx="67430">
                  <c:v>169.98</c:v>
                </c:pt>
                <c:pt idx="67431">
                  <c:v>53.98</c:v>
                </c:pt>
                <c:pt idx="67432">
                  <c:v>59.98</c:v>
                </c:pt>
                <c:pt idx="67433">
                  <c:v>57.98</c:v>
                </c:pt>
                <c:pt idx="67434">
                  <c:v>53.98</c:v>
                </c:pt>
                <c:pt idx="67435">
                  <c:v>53.98</c:v>
                </c:pt>
                <c:pt idx="67436">
                  <c:v>53.43</c:v>
                </c:pt>
                <c:pt idx="67437">
                  <c:v>59.98</c:v>
                </c:pt>
                <c:pt idx="67438">
                  <c:v>56.76</c:v>
                </c:pt>
                <c:pt idx="67439">
                  <c:v>59.98</c:v>
                </c:pt>
                <c:pt idx="67440">
                  <c:v>53.98</c:v>
                </c:pt>
                <c:pt idx="67441">
                  <c:v>59.98</c:v>
                </c:pt>
                <c:pt idx="67442">
                  <c:v>57.27</c:v>
                </c:pt>
                <c:pt idx="67443">
                  <c:v>50.76</c:v>
                </c:pt>
                <c:pt idx="67444">
                  <c:v>54.98</c:v>
                </c:pt>
                <c:pt idx="67445">
                  <c:v>52.98</c:v>
                </c:pt>
                <c:pt idx="67446">
                  <c:v>74.97</c:v>
                </c:pt>
                <c:pt idx="67447">
                  <c:v>59.98</c:v>
                </c:pt>
                <c:pt idx="67448">
                  <c:v>52.98</c:v>
                </c:pt>
                <c:pt idx="67449">
                  <c:v>59.98</c:v>
                </c:pt>
                <c:pt idx="67450">
                  <c:v>65.98</c:v>
                </c:pt>
                <c:pt idx="67451">
                  <c:v>52.78</c:v>
                </c:pt>
                <c:pt idx="67452">
                  <c:v>57.98</c:v>
                </c:pt>
                <c:pt idx="67453">
                  <c:v>48.58</c:v>
                </c:pt>
                <c:pt idx="67454">
                  <c:v>124.59</c:v>
                </c:pt>
                <c:pt idx="67455">
                  <c:v>94.84</c:v>
                </c:pt>
                <c:pt idx="67456">
                  <c:v>159.69999999999999</c:v>
                </c:pt>
                <c:pt idx="67457">
                  <c:v>139.97999999999999</c:v>
                </c:pt>
                <c:pt idx="67458">
                  <c:v>71.86</c:v>
                </c:pt>
                <c:pt idx="67459">
                  <c:v>45.94</c:v>
                </c:pt>
                <c:pt idx="67460">
                  <c:v>159.69999999999999</c:v>
                </c:pt>
                <c:pt idx="67461">
                  <c:v>99.98</c:v>
                </c:pt>
                <c:pt idx="67462">
                  <c:v>148.08000000000001</c:v>
                </c:pt>
                <c:pt idx="67463">
                  <c:v>143.96</c:v>
                </c:pt>
                <c:pt idx="67464">
                  <c:v>138.94999999999999</c:v>
                </c:pt>
                <c:pt idx="67465">
                  <c:v>159.96</c:v>
                </c:pt>
                <c:pt idx="67466">
                  <c:v>159.94</c:v>
                </c:pt>
                <c:pt idx="67467">
                  <c:v>136.58000000000001</c:v>
                </c:pt>
                <c:pt idx="67468">
                  <c:v>84.99</c:v>
                </c:pt>
                <c:pt idx="67469">
                  <c:v>208.95</c:v>
                </c:pt>
                <c:pt idx="67470">
                  <c:v>23.98</c:v>
                </c:pt>
                <c:pt idx="67471">
                  <c:v>84.99</c:v>
                </c:pt>
                <c:pt idx="67472">
                  <c:v>41.49</c:v>
                </c:pt>
                <c:pt idx="67473">
                  <c:v>104.98</c:v>
                </c:pt>
                <c:pt idx="67474">
                  <c:v>193.96</c:v>
                </c:pt>
                <c:pt idx="67475">
                  <c:v>169.98</c:v>
                </c:pt>
                <c:pt idx="67476">
                  <c:v>201.96</c:v>
                </c:pt>
                <c:pt idx="67477">
                  <c:v>108.97</c:v>
                </c:pt>
                <c:pt idx="67478">
                  <c:v>84.99</c:v>
                </c:pt>
                <c:pt idx="67479">
                  <c:v>59.39</c:v>
                </c:pt>
                <c:pt idx="67480">
                  <c:v>65.989999999999995</c:v>
                </c:pt>
                <c:pt idx="67481">
                  <c:v>65.989999999999995</c:v>
                </c:pt>
                <c:pt idx="67482">
                  <c:v>84.99</c:v>
                </c:pt>
                <c:pt idx="67483">
                  <c:v>65.989999999999995</c:v>
                </c:pt>
                <c:pt idx="67484">
                  <c:v>72.239999999999995</c:v>
                </c:pt>
                <c:pt idx="67485">
                  <c:v>65.989999999999995</c:v>
                </c:pt>
                <c:pt idx="67486">
                  <c:v>65.989999999999995</c:v>
                </c:pt>
                <c:pt idx="67487">
                  <c:v>84.99</c:v>
                </c:pt>
                <c:pt idx="67488">
                  <c:v>84.99</c:v>
                </c:pt>
                <c:pt idx="67489">
                  <c:v>84.99</c:v>
                </c:pt>
                <c:pt idx="67490">
                  <c:v>59.39</c:v>
                </c:pt>
                <c:pt idx="67491">
                  <c:v>65.989999999999995</c:v>
                </c:pt>
                <c:pt idx="67492">
                  <c:v>51.49</c:v>
                </c:pt>
                <c:pt idx="67493">
                  <c:v>104.98</c:v>
                </c:pt>
                <c:pt idx="67494">
                  <c:v>69.98</c:v>
                </c:pt>
                <c:pt idx="67495">
                  <c:v>69.98</c:v>
                </c:pt>
                <c:pt idx="67496">
                  <c:v>92.83</c:v>
                </c:pt>
                <c:pt idx="67497">
                  <c:v>104.98</c:v>
                </c:pt>
                <c:pt idx="67498">
                  <c:v>104.98</c:v>
                </c:pt>
                <c:pt idx="67499">
                  <c:v>51.49</c:v>
                </c:pt>
                <c:pt idx="67500">
                  <c:v>42.24</c:v>
                </c:pt>
                <c:pt idx="67501">
                  <c:v>104.98</c:v>
                </c:pt>
                <c:pt idx="67502">
                  <c:v>104.98</c:v>
                </c:pt>
                <c:pt idx="67503">
                  <c:v>69.98</c:v>
                </c:pt>
                <c:pt idx="67504">
                  <c:v>89.98</c:v>
                </c:pt>
                <c:pt idx="67505">
                  <c:v>104.98</c:v>
                </c:pt>
                <c:pt idx="67506">
                  <c:v>104.98</c:v>
                </c:pt>
                <c:pt idx="67507">
                  <c:v>107.45</c:v>
                </c:pt>
                <c:pt idx="67508">
                  <c:v>93.67</c:v>
                </c:pt>
                <c:pt idx="67509">
                  <c:v>107.45</c:v>
                </c:pt>
                <c:pt idx="67510">
                  <c:v>107.45</c:v>
                </c:pt>
                <c:pt idx="67511">
                  <c:v>128.94</c:v>
                </c:pt>
                <c:pt idx="67512">
                  <c:v>107.45</c:v>
                </c:pt>
                <c:pt idx="67513">
                  <c:v>107.45</c:v>
                </c:pt>
                <c:pt idx="67514">
                  <c:v>107.45</c:v>
                </c:pt>
                <c:pt idx="67515">
                  <c:v>46.28</c:v>
                </c:pt>
                <c:pt idx="67516">
                  <c:v>107.45</c:v>
                </c:pt>
                <c:pt idx="67517">
                  <c:v>128.94</c:v>
                </c:pt>
                <c:pt idx="67518">
                  <c:v>107.45</c:v>
                </c:pt>
                <c:pt idx="67519">
                  <c:v>69.989999999999995</c:v>
                </c:pt>
                <c:pt idx="67520">
                  <c:v>96.76</c:v>
                </c:pt>
                <c:pt idx="67521">
                  <c:v>87.08</c:v>
                </c:pt>
                <c:pt idx="67522">
                  <c:v>72.56</c:v>
                </c:pt>
                <c:pt idx="67523">
                  <c:v>105.98</c:v>
                </c:pt>
                <c:pt idx="67524">
                  <c:v>105.98</c:v>
                </c:pt>
                <c:pt idx="67525">
                  <c:v>105.98</c:v>
                </c:pt>
                <c:pt idx="67526">
                  <c:v>105.98</c:v>
                </c:pt>
                <c:pt idx="67527">
                  <c:v>105.98</c:v>
                </c:pt>
                <c:pt idx="67528">
                  <c:v>74.97</c:v>
                </c:pt>
                <c:pt idx="67529">
                  <c:v>74.97</c:v>
                </c:pt>
                <c:pt idx="67530">
                  <c:v>53.7</c:v>
                </c:pt>
                <c:pt idx="67531">
                  <c:v>105.98</c:v>
                </c:pt>
                <c:pt idx="67532">
                  <c:v>53.7</c:v>
                </c:pt>
                <c:pt idx="67533">
                  <c:v>105.98</c:v>
                </c:pt>
                <c:pt idx="67534">
                  <c:v>105.98</c:v>
                </c:pt>
                <c:pt idx="67535">
                  <c:v>105.98</c:v>
                </c:pt>
                <c:pt idx="67536">
                  <c:v>105.98</c:v>
                </c:pt>
                <c:pt idx="67537">
                  <c:v>105.98</c:v>
                </c:pt>
                <c:pt idx="67538">
                  <c:v>105.98</c:v>
                </c:pt>
                <c:pt idx="67539">
                  <c:v>90.08</c:v>
                </c:pt>
                <c:pt idx="67540">
                  <c:v>79.98</c:v>
                </c:pt>
                <c:pt idx="67541">
                  <c:v>101.98</c:v>
                </c:pt>
                <c:pt idx="67542">
                  <c:v>79.98</c:v>
                </c:pt>
                <c:pt idx="67543">
                  <c:v>105.98</c:v>
                </c:pt>
                <c:pt idx="67544">
                  <c:v>105.98</c:v>
                </c:pt>
                <c:pt idx="67545">
                  <c:v>105.98</c:v>
                </c:pt>
                <c:pt idx="67546">
                  <c:v>90.08</c:v>
                </c:pt>
                <c:pt idx="67547">
                  <c:v>105.98</c:v>
                </c:pt>
                <c:pt idx="67548">
                  <c:v>105.98</c:v>
                </c:pt>
                <c:pt idx="67549">
                  <c:v>105.98</c:v>
                </c:pt>
                <c:pt idx="67550">
                  <c:v>105.98</c:v>
                </c:pt>
                <c:pt idx="67551">
                  <c:v>105.98</c:v>
                </c:pt>
                <c:pt idx="67552">
                  <c:v>101.98</c:v>
                </c:pt>
                <c:pt idx="67553">
                  <c:v>169.98</c:v>
                </c:pt>
                <c:pt idx="67554">
                  <c:v>65.989999999999995</c:v>
                </c:pt>
                <c:pt idx="67555">
                  <c:v>169.98</c:v>
                </c:pt>
                <c:pt idx="67556">
                  <c:v>169.98</c:v>
                </c:pt>
                <c:pt idx="67557">
                  <c:v>131.97999999999999</c:v>
                </c:pt>
                <c:pt idx="67558">
                  <c:v>169.98</c:v>
                </c:pt>
                <c:pt idx="67559">
                  <c:v>169.98</c:v>
                </c:pt>
                <c:pt idx="67560">
                  <c:v>169.98</c:v>
                </c:pt>
                <c:pt idx="67561">
                  <c:v>169.98</c:v>
                </c:pt>
                <c:pt idx="67562">
                  <c:v>134.94</c:v>
                </c:pt>
                <c:pt idx="67563">
                  <c:v>169.98</c:v>
                </c:pt>
                <c:pt idx="67564">
                  <c:v>169.98</c:v>
                </c:pt>
                <c:pt idx="67565">
                  <c:v>99.98</c:v>
                </c:pt>
                <c:pt idx="67566">
                  <c:v>101.94</c:v>
                </c:pt>
                <c:pt idx="67567">
                  <c:v>115.94</c:v>
                </c:pt>
                <c:pt idx="67568">
                  <c:v>169.98</c:v>
                </c:pt>
                <c:pt idx="67569">
                  <c:v>144.94</c:v>
                </c:pt>
                <c:pt idx="67570">
                  <c:v>169.98</c:v>
                </c:pt>
                <c:pt idx="67571">
                  <c:v>119.96</c:v>
                </c:pt>
                <c:pt idx="67572">
                  <c:v>85.97</c:v>
                </c:pt>
                <c:pt idx="67573">
                  <c:v>65.989999999999995</c:v>
                </c:pt>
                <c:pt idx="67574">
                  <c:v>39.49</c:v>
                </c:pt>
                <c:pt idx="67575">
                  <c:v>61.97</c:v>
                </c:pt>
                <c:pt idx="67576">
                  <c:v>83.97</c:v>
                </c:pt>
                <c:pt idx="67577">
                  <c:v>65.989999999999995</c:v>
                </c:pt>
                <c:pt idx="67578">
                  <c:v>65.989999999999995</c:v>
                </c:pt>
                <c:pt idx="67579">
                  <c:v>65.989999999999995</c:v>
                </c:pt>
                <c:pt idx="67580">
                  <c:v>147.86000000000001</c:v>
                </c:pt>
                <c:pt idx="67581">
                  <c:v>157.86000000000001</c:v>
                </c:pt>
                <c:pt idx="67582">
                  <c:v>121.98</c:v>
                </c:pt>
                <c:pt idx="67583">
                  <c:v>85.67</c:v>
                </c:pt>
                <c:pt idx="67584">
                  <c:v>131.97999999999999</c:v>
                </c:pt>
                <c:pt idx="67585">
                  <c:v>131.97999999999999</c:v>
                </c:pt>
                <c:pt idx="67586">
                  <c:v>89.98</c:v>
                </c:pt>
                <c:pt idx="67587">
                  <c:v>84.99</c:v>
                </c:pt>
                <c:pt idx="67588">
                  <c:v>90.08</c:v>
                </c:pt>
                <c:pt idx="67589">
                  <c:v>104.97</c:v>
                </c:pt>
                <c:pt idx="67590">
                  <c:v>211.95</c:v>
                </c:pt>
                <c:pt idx="67591">
                  <c:v>139.97</c:v>
                </c:pt>
                <c:pt idx="67592">
                  <c:v>101.48</c:v>
                </c:pt>
                <c:pt idx="67593">
                  <c:v>169.98</c:v>
                </c:pt>
                <c:pt idx="67594">
                  <c:v>84.99</c:v>
                </c:pt>
                <c:pt idx="67595">
                  <c:v>71.38</c:v>
                </c:pt>
                <c:pt idx="67596">
                  <c:v>142.97</c:v>
                </c:pt>
                <c:pt idx="67597">
                  <c:v>74.62</c:v>
                </c:pt>
                <c:pt idx="67598">
                  <c:v>189.97</c:v>
                </c:pt>
                <c:pt idx="67599">
                  <c:v>148.97999999999999</c:v>
                </c:pt>
                <c:pt idx="67600">
                  <c:v>188.36</c:v>
                </c:pt>
                <c:pt idx="67601">
                  <c:v>169.98</c:v>
                </c:pt>
                <c:pt idx="67602">
                  <c:v>156.16999999999999</c:v>
                </c:pt>
                <c:pt idx="67603">
                  <c:v>263.60000000000002</c:v>
                </c:pt>
                <c:pt idx="67604">
                  <c:v>142.97999999999999</c:v>
                </c:pt>
                <c:pt idx="67605">
                  <c:v>157.97</c:v>
                </c:pt>
                <c:pt idx="67606">
                  <c:v>56.45</c:v>
                </c:pt>
                <c:pt idx="67607">
                  <c:v>93.98</c:v>
                </c:pt>
                <c:pt idx="67608">
                  <c:v>89.98</c:v>
                </c:pt>
                <c:pt idx="67609">
                  <c:v>169.98</c:v>
                </c:pt>
                <c:pt idx="67610">
                  <c:v>84.99</c:v>
                </c:pt>
                <c:pt idx="67611">
                  <c:v>99.98</c:v>
                </c:pt>
                <c:pt idx="67612">
                  <c:v>169.98</c:v>
                </c:pt>
                <c:pt idx="67613">
                  <c:v>99.98</c:v>
                </c:pt>
                <c:pt idx="67614">
                  <c:v>51.29</c:v>
                </c:pt>
                <c:pt idx="67615">
                  <c:v>84.98</c:v>
                </c:pt>
                <c:pt idx="67616">
                  <c:v>99.98</c:v>
                </c:pt>
                <c:pt idx="67617">
                  <c:v>161.94</c:v>
                </c:pt>
                <c:pt idx="67618">
                  <c:v>153.94999999999999</c:v>
                </c:pt>
                <c:pt idx="67619">
                  <c:v>52.97</c:v>
                </c:pt>
                <c:pt idx="67620">
                  <c:v>65.989999999999995</c:v>
                </c:pt>
                <c:pt idx="67621">
                  <c:v>65.959999999999994</c:v>
                </c:pt>
                <c:pt idx="67622">
                  <c:v>89.98</c:v>
                </c:pt>
                <c:pt idx="67623">
                  <c:v>85.98</c:v>
                </c:pt>
                <c:pt idx="67624">
                  <c:v>55.97</c:v>
                </c:pt>
                <c:pt idx="67625">
                  <c:v>70.86</c:v>
                </c:pt>
                <c:pt idx="67626">
                  <c:v>59.36</c:v>
                </c:pt>
                <c:pt idx="67627">
                  <c:v>73.540000000000006</c:v>
                </c:pt>
                <c:pt idx="67628">
                  <c:v>-100.97</c:v>
                </c:pt>
                <c:pt idx="67629">
                  <c:v>77.94</c:v>
                </c:pt>
                <c:pt idx="67630">
                  <c:v>173.46</c:v>
                </c:pt>
                <c:pt idx="67631">
                  <c:v>145.47</c:v>
                </c:pt>
                <c:pt idx="67632">
                  <c:v>181.95</c:v>
                </c:pt>
                <c:pt idx="67633">
                  <c:v>43.48</c:v>
                </c:pt>
                <c:pt idx="67634">
                  <c:v>103.92</c:v>
                </c:pt>
                <c:pt idx="67635">
                  <c:v>144.94999999999999</c:v>
                </c:pt>
                <c:pt idx="67636">
                  <c:v>100.97</c:v>
                </c:pt>
                <c:pt idx="67637">
                  <c:v>153.97999999999999</c:v>
                </c:pt>
                <c:pt idx="67638">
                  <c:v>122.91</c:v>
                </c:pt>
                <c:pt idx="67639">
                  <c:v>116.97</c:v>
                </c:pt>
                <c:pt idx="67640">
                  <c:v>127.46</c:v>
                </c:pt>
                <c:pt idx="67641">
                  <c:v>64.95</c:v>
                </c:pt>
                <c:pt idx="67642">
                  <c:v>74.400000000000006</c:v>
                </c:pt>
                <c:pt idx="67643">
                  <c:v>126.18</c:v>
                </c:pt>
                <c:pt idx="67644">
                  <c:v>72.58</c:v>
                </c:pt>
                <c:pt idx="67645">
                  <c:v>128.24</c:v>
                </c:pt>
                <c:pt idx="67646">
                  <c:v>67.739999999999995</c:v>
                </c:pt>
                <c:pt idx="67647">
                  <c:v>66.53</c:v>
                </c:pt>
                <c:pt idx="67648">
                  <c:v>73.8</c:v>
                </c:pt>
                <c:pt idx="67649">
                  <c:v>65.319999999999993</c:v>
                </c:pt>
                <c:pt idx="67650">
                  <c:v>72.58</c:v>
                </c:pt>
                <c:pt idx="67651">
                  <c:v>123.01</c:v>
                </c:pt>
                <c:pt idx="67652">
                  <c:v>110.07</c:v>
                </c:pt>
                <c:pt idx="67653">
                  <c:v>76.209999999999994</c:v>
                </c:pt>
                <c:pt idx="67654">
                  <c:v>105.58</c:v>
                </c:pt>
                <c:pt idx="67655">
                  <c:v>55.62</c:v>
                </c:pt>
                <c:pt idx="67656">
                  <c:v>72.58</c:v>
                </c:pt>
                <c:pt idx="67657">
                  <c:v>62.88</c:v>
                </c:pt>
                <c:pt idx="67658">
                  <c:v>66.53</c:v>
                </c:pt>
                <c:pt idx="67659">
                  <c:v>72.58</c:v>
                </c:pt>
                <c:pt idx="67660">
                  <c:v>108.8</c:v>
                </c:pt>
                <c:pt idx="67661">
                  <c:v>72.58</c:v>
                </c:pt>
                <c:pt idx="67662">
                  <c:v>89.97</c:v>
                </c:pt>
                <c:pt idx="67663">
                  <c:v>73.37</c:v>
                </c:pt>
                <c:pt idx="67664">
                  <c:v>61.98</c:v>
                </c:pt>
                <c:pt idx="67665">
                  <c:v>89.97</c:v>
                </c:pt>
                <c:pt idx="67666">
                  <c:v>119.96</c:v>
                </c:pt>
                <c:pt idx="67667">
                  <c:v>79.98</c:v>
                </c:pt>
                <c:pt idx="67668">
                  <c:v>73.37</c:v>
                </c:pt>
                <c:pt idx="67669">
                  <c:v>79.16</c:v>
                </c:pt>
                <c:pt idx="67670">
                  <c:v>74.97</c:v>
                </c:pt>
                <c:pt idx="67671">
                  <c:v>89.97</c:v>
                </c:pt>
                <c:pt idx="67672">
                  <c:v>89.97</c:v>
                </c:pt>
                <c:pt idx="67673">
                  <c:v>82.96</c:v>
                </c:pt>
                <c:pt idx="67674">
                  <c:v>55.98</c:v>
                </c:pt>
                <c:pt idx="67675">
                  <c:v>58.98</c:v>
                </c:pt>
                <c:pt idx="67676">
                  <c:v>89.97</c:v>
                </c:pt>
                <c:pt idx="67677">
                  <c:v>82.97</c:v>
                </c:pt>
                <c:pt idx="67678">
                  <c:v>169.98</c:v>
                </c:pt>
                <c:pt idx="67679">
                  <c:v>99.95</c:v>
                </c:pt>
                <c:pt idx="67680">
                  <c:v>121.98</c:v>
                </c:pt>
                <c:pt idx="67681">
                  <c:v>159.32</c:v>
                </c:pt>
                <c:pt idx="67682">
                  <c:v>44.48</c:v>
                </c:pt>
                <c:pt idx="67683">
                  <c:v>159.91999999999999</c:v>
                </c:pt>
                <c:pt idx="67684">
                  <c:v>131.97999999999999</c:v>
                </c:pt>
                <c:pt idx="67685">
                  <c:v>121.97</c:v>
                </c:pt>
                <c:pt idx="67686">
                  <c:v>84.99</c:v>
                </c:pt>
                <c:pt idx="67687">
                  <c:v>84.99</c:v>
                </c:pt>
                <c:pt idx="67688">
                  <c:v>79.39</c:v>
                </c:pt>
                <c:pt idx="67689">
                  <c:v>84.99</c:v>
                </c:pt>
                <c:pt idx="67690">
                  <c:v>84.99</c:v>
                </c:pt>
                <c:pt idx="67691">
                  <c:v>84.99</c:v>
                </c:pt>
                <c:pt idx="67692">
                  <c:v>84.99</c:v>
                </c:pt>
                <c:pt idx="67693">
                  <c:v>84.99</c:v>
                </c:pt>
                <c:pt idx="67694">
                  <c:v>82.79</c:v>
                </c:pt>
                <c:pt idx="67695">
                  <c:v>84.99</c:v>
                </c:pt>
                <c:pt idx="67696">
                  <c:v>81.59</c:v>
                </c:pt>
                <c:pt idx="67697">
                  <c:v>84.99</c:v>
                </c:pt>
                <c:pt idx="67698">
                  <c:v>84.99</c:v>
                </c:pt>
                <c:pt idx="67699">
                  <c:v>50.54</c:v>
                </c:pt>
                <c:pt idx="67700">
                  <c:v>84.99</c:v>
                </c:pt>
                <c:pt idx="67701">
                  <c:v>131.97999999999999</c:v>
                </c:pt>
                <c:pt idx="67702">
                  <c:v>131.97999999999999</c:v>
                </c:pt>
                <c:pt idx="67703">
                  <c:v>131.97999999999999</c:v>
                </c:pt>
                <c:pt idx="67704">
                  <c:v>131.97999999999999</c:v>
                </c:pt>
                <c:pt idx="67705">
                  <c:v>121.12</c:v>
                </c:pt>
                <c:pt idx="67706">
                  <c:v>121.12</c:v>
                </c:pt>
                <c:pt idx="67707">
                  <c:v>220.94</c:v>
                </c:pt>
                <c:pt idx="67708">
                  <c:v>131.97999999999999</c:v>
                </c:pt>
                <c:pt idx="67709">
                  <c:v>189.94</c:v>
                </c:pt>
                <c:pt idx="67710">
                  <c:v>189.94</c:v>
                </c:pt>
                <c:pt idx="67711">
                  <c:v>220.94</c:v>
                </c:pt>
                <c:pt idx="67712">
                  <c:v>131.97999999999999</c:v>
                </c:pt>
                <c:pt idx="67713">
                  <c:v>131.97999999999999</c:v>
                </c:pt>
                <c:pt idx="67714">
                  <c:v>131.97999999999999</c:v>
                </c:pt>
                <c:pt idx="67715">
                  <c:v>184.91</c:v>
                </c:pt>
                <c:pt idx="67716">
                  <c:v>121.61</c:v>
                </c:pt>
                <c:pt idx="67717">
                  <c:v>79.98</c:v>
                </c:pt>
                <c:pt idx="67718">
                  <c:v>84.97</c:v>
                </c:pt>
                <c:pt idx="67719">
                  <c:v>89.98</c:v>
                </c:pt>
                <c:pt idx="67720">
                  <c:v>214.95</c:v>
                </c:pt>
                <c:pt idx="67721">
                  <c:v>194.92</c:v>
                </c:pt>
                <c:pt idx="67722">
                  <c:v>184.97</c:v>
                </c:pt>
                <c:pt idx="67723">
                  <c:v>94.97</c:v>
                </c:pt>
                <c:pt idx="67724">
                  <c:v>79.98</c:v>
                </c:pt>
                <c:pt idx="67725">
                  <c:v>79.98</c:v>
                </c:pt>
                <c:pt idx="67726">
                  <c:v>95.47</c:v>
                </c:pt>
                <c:pt idx="67727">
                  <c:v>59.98</c:v>
                </c:pt>
                <c:pt idx="67728">
                  <c:v>77.98</c:v>
                </c:pt>
                <c:pt idx="67729">
                  <c:v>55.98</c:v>
                </c:pt>
                <c:pt idx="67730">
                  <c:v>73.98</c:v>
                </c:pt>
                <c:pt idx="67731">
                  <c:v>78.78</c:v>
                </c:pt>
                <c:pt idx="67732">
                  <c:v>109.16</c:v>
                </c:pt>
                <c:pt idx="67733">
                  <c:v>64.28</c:v>
                </c:pt>
                <c:pt idx="67734">
                  <c:v>79.180000000000007</c:v>
                </c:pt>
                <c:pt idx="67735">
                  <c:v>79.180000000000007</c:v>
                </c:pt>
                <c:pt idx="67736">
                  <c:v>69.17</c:v>
                </c:pt>
                <c:pt idx="67737">
                  <c:v>79.959999999999994</c:v>
                </c:pt>
                <c:pt idx="67738">
                  <c:v>79.180000000000007</c:v>
                </c:pt>
                <c:pt idx="67739">
                  <c:v>93.1</c:v>
                </c:pt>
                <c:pt idx="67740">
                  <c:v>68.97</c:v>
                </c:pt>
                <c:pt idx="67741">
                  <c:v>73.98</c:v>
                </c:pt>
                <c:pt idx="67742">
                  <c:v>82.97</c:v>
                </c:pt>
                <c:pt idx="67743">
                  <c:v>91.96</c:v>
                </c:pt>
                <c:pt idx="67744">
                  <c:v>153.37</c:v>
                </c:pt>
                <c:pt idx="67745">
                  <c:v>61.98</c:v>
                </c:pt>
                <c:pt idx="67746">
                  <c:v>91.96</c:v>
                </c:pt>
                <c:pt idx="67747">
                  <c:v>141.94999999999999</c:v>
                </c:pt>
                <c:pt idx="67748">
                  <c:v>101.96</c:v>
                </c:pt>
                <c:pt idx="67749">
                  <c:v>75.98</c:v>
                </c:pt>
                <c:pt idx="67750">
                  <c:v>122.94</c:v>
                </c:pt>
                <c:pt idx="67751">
                  <c:v>110.98</c:v>
                </c:pt>
                <c:pt idx="67752">
                  <c:v>98.4</c:v>
                </c:pt>
                <c:pt idx="67753">
                  <c:v>131.97999999999999</c:v>
                </c:pt>
                <c:pt idx="67754">
                  <c:v>277.95</c:v>
                </c:pt>
                <c:pt idx="67755">
                  <c:v>65.959999999999994</c:v>
                </c:pt>
                <c:pt idx="67756">
                  <c:v>28.16</c:v>
                </c:pt>
                <c:pt idx="67757">
                  <c:v>65.989999999999995</c:v>
                </c:pt>
                <c:pt idx="67758">
                  <c:v>295.39999999999998</c:v>
                </c:pt>
                <c:pt idx="67759">
                  <c:v>224.96</c:v>
                </c:pt>
                <c:pt idx="67760">
                  <c:v>199.66</c:v>
                </c:pt>
                <c:pt idx="67761">
                  <c:v>98.93</c:v>
                </c:pt>
                <c:pt idx="67762">
                  <c:v>99.42</c:v>
                </c:pt>
                <c:pt idx="67763">
                  <c:v>74.97</c:v>
                </c:pt>
                <c:pt idx="67764">
                  <c:v>72.239999999999995</c:v>
                </c:pt>
                <c:pt idx="67765">
                  <c:v>58.97</c:v>
                </c:pt>
                <c:pt idx="67766">
                  <c:v>96.72</c:v>
                </c:pt>
                <c:pt idx="67767">
                  <c:v>69.98</c:v>
                </c:pt>
                <c:pt idx="67768">
                  <c:v>65.98</c:v>
                </c:pt>
                <c:pt idx="67769">
                  <c:v>115.8</c:v>
                </c:pt>
                <c:pt idx="67770">
                  <c:v>62.98</c:v>
                </c:pt>
                <c:pt idx="67771">
                  <c:v>62.79</c:v>
                </c:pt>
                <c:pt idx="67772">
                  <c:v>115.96</c:v>
                </c:pt>
                <c:pt idx="67773">
                  <c:v>99.36</c:v>
                </c:pt>
                <c:pt idx="67774">
                  <c:v>62.9</c:v>
                </c:pt>
                <c:pt idx="67775">
                  <c:v>108.86</c:v>
                </c:pt>
                <c:pt idx="67776">
                  <c:v>123.37</c:v>
                </c:pt>
                <c:pt idx="67777">
                  <c:v>118.54</c:v>
                </c:pt>
                <c:pt idx="67778">
                  <c:v>188.71</c:v>
                </c:pt>
                <c:pt idx="67779">
                  <c:v>123.37</c:v>
                </c:pt>
                <c:pt idx="67780">
                  <c:v>123.37</c:v>
                </c:pt>
                <c:pt idx="67781">
                  <c:v>110.07</c:v>
                </c:pt>
                <c:pt idx="67782">
                  <c:v>108.86</c:v>
                </c:pt>
                <c:pt idx="67783">
                  <c:v>-123.37</c:v>
                </c:pt>
                <c:pt idx="67784">
                  <c:v>79.849999999999994</c:v>
                </c:pt>
                <c:pt idx="67785">
                  <c:v>72.540000000000006</c:v>
                </c:pt>
                <c:pt idx="67786">
                  <c:v>111.04</c:v>
                </c:pt>
                <c:pt idx="67787">
                  <c:v>79.849999999999994</c:v>
                </c:pt>
                <c:pt idx="67788">
                  <c:v>84.99</c:v>
                </c:pt>
                <c:pt idx="67789">
                  <c:v>84.99</c:v>
                </c:pt>
                <c:pt idx="67790">
                  <c:v>84.99</c:v>
                </c:pt>
                <c:pt idx="67791">
                  <c:v>84.99</c:v>
                </c:pt>
                <c:pt idx="67792">
                  <c:v>189.96</c:v>
                </c:pt>
                <c:pt idx="67793">
                  <c:v>84.99</c:v>
                </c:pt>
                <c:pt idx="67794">
                  <c:v>99.98</c:v>
                </c:pt>
                <c:pt idx="67795">
                  <c:v>84.99</c:v>
                </c:pt>
                <c:pt idx="67796">
                  <c:v>83.98</c:v>
                </c:pt>
                <c:pt idx="67797">
                  <c:v>84.99</c:v>
                </c:pt>
                <c:pt idx="67798">
                  <c:v>84.99</c:v>
                </c:pt>
                <c:pt idx="67799">
                  <c:v>84.99</c:v>
                </c:pt>
                <c:pt idx="67800">
                  <c:v>159.94999999999999</c:v>
                </c:pt>
                <c:pt idx="67801">
                  <c:v>94.97</c:v>
                </c:pt>
                <c:pt idx="67802">
                  <c:v>159.94999999999999</c:v>
                </c:pt>
                <c:pt idx="67803">
                  <c:v>109.17</c:v>
                </c:pt>
                <c:pt idx="67804">
                  <c:v>105.98</c:v>
                </c:pt>
                <c:pt idx="67805">
                  <c:v>131.97999999999999</c:v>
                </c:pt>
                <c:pt idx="67806">
                  <c:v>79.98</c:v>
                </c:pt>
                <c:pt idx="67807">
                  <c:v>74.81</c:v>
                </c:pt>
                <c:pt idx="67808">
                  <c:v>79.97</c:v>
                </c:pt>
                <c:pt idx="67809">
                  <c:v>64.98</c:v>
                </c:pt>
                <c:pt idx="67810">
                  <c:v>58.98</c:v>
                </c:pt>
                <c:pt idx="67811">
                  <c:v>71.48</c:v>
                </c:pt>
                <c:pt idx="67812">
                  <c:v>84.99</c:v>
                </c:pt>
                <c:pt idx="67813">
                  <c:v>48.02</c:v>
                </c:pt>
                <c:pt idx="67814">
                  <c:v>84.99</c:v>
                </c:pt>
                <c:pt idx="67815">
                  <c:v>84.99</c:v>
                </c:pt>
                <c:pt idx="67816">
                  <c:v>84.99</c:v>
                </c:pt>
                <c:pt idx="67817">
                  <c:v>84.99</c:v>
                </c:pt>
                <c:pt idx="67818">
                  <c:v>58.98</c:v>
                </c:pt>
                <c:pt idx="67819">
                  <c:v>62.96</c:v>
                </c:pt>
                <c:pt idx="67820">
                  <c:v>84.99</c:v>
                </c:pt>
                <c:pt idx="67821">
                  <c:v>76.47</c:v>
                </c:pt>
                <c:pt idx="67822">
                  <c:v>119.98</c:v>
                </c:pt>
                <c:pt idx="67823">
                  <c:v>51.29</c:v>
                </c:pt>
                <c:pt idx="67824">
                  <c:v>54.99</c:v>
                </c:pt>
                <c:pt idx="67825">
                  <c:v>70.98</c:v>
                </c:pt>
                <c:pt idx="67826">
                  <c:v>61.98</c:v>
                </c:pt>
                <c:pt idx="67827">
                  <c:v>444.94</c:v>
                </c:pt>
                <c:pt idx="67828">
                  <c:v>169.96</c:v>
                </c:pt>
                <c:pt idx="67829">
                  <c:v>339.96</c:v>
                </c:pt>
                <c:pt idx="67830">
                  <c:v>169.98</c:v>
                </c:pt>
                <c:pt idx="67831">
                  <c:v>229.97</c:v>
                </c:pt>
                <c:pt idx="67832">
                  <c:v>229.97</c:v>
                </c:pt>
                <c:pt idx="67833">
                  <c:v>219.97</c:v>
                </c:pt>
                <c:pt idx="67834">
                  <c:v>219.97</c:v>
                </c:pt>
                <c:pt idx="67835">
                  <c:v>99.98</c:v>
                </c:pt>
                <c:pt idx="67836">
                  <c:v>254.97</c:v>
                </c:pt>
                <c:pt idx="67837">
                  <c:v>254.97</c:v>
                </c:pt>
                <c:pt idx="67838">
                  <c:v>99.98</c:v>
                </c:pt>
                <c:pt idx="67839">
                  <c:v>254.97</c:v>
                </c:pt>
                <c:pt idx="67840">
                  <c:v>129.97</c:v>
                </c:pt>
                <c:pt idx="67841">
                  <c:v>254.97</c:v>
                </c:pt>
                <c:pt idx="67842">
                  <c:v>129.97</c:v>
                </c:pt>
                <c:pt idx="67843">
                  <c:v>184.97</c:v>
                </c:pt>
                <c:pt idx="67844">
                  <c:v>184.97</c:v>
                </c:pt>
                <c:pt idx="67845">
                  <c:v>169.98</c:v>
                </c:pt>
                <c:pt idx="67846">
                  <c:v>153.97999999999999</c:v>
                </c:pt>
                <c:pt idx="67847">
                  <c:v>206.96</c:v>
                </c:pt>
                <c:pt idx="67848">
                  <c:v>159.97999999999999</c:v>
                </c:pt>
                <c:pt idx="67849">
                  <c:v>160.97999999999999</c:v>
                </c:pt>
                <c:pt idx="67850">
                  <c:v>153.97999999999999</c:v>
                </c:pt>
                <c:pt idx="67851">
                  <c:v>169.98</c:v>
                </c:pt>
                <c:pt idx="67852">
                  <c:v>169.98</c:v>
                </c:pt>
                <c:pt idx="67853">
                  <c:v>54.99</c:v>
                </c:pt>
                <c:pt idx="67854">
                  <c:v>84.99</c:v>
                </c:pt>
                <c:pt idx="67855">
                  <c:v>80.98</c:v>
                </c:pt>
                <c:pt idx="67856">
                  <c:v>104.96</c:v>
                </c:pt>
                <c:pt idx="67857">
                  <c:v>137.97999999999999</c:v>
                </c:pt>
                <c:pt idx="67858">
                  <c:v>99.98</c:v>
                </c:pt>
                <c:pt idx="67859">
                  <c:v>84.99</c:v>
                </c:pt>
                <c:pt idx="67860">
                  <c:v>84.99</c:v>
                </c:pt>
                <c:pt idx="67861">
                  <c:v>84.99</c:v>
                </c:pt>
                <c:pt idx="67862">
                  <c:v>79.98</c:v>
                </c:pt>
                <c:pt idx="67863">
                  <c:v>137.97999999999999</c:v>
                </c:pt>
                <c:pt idx="67864">
                  <c:v>84.99</c:v>
                </c:pt>
                <c:pt idx="67865">
                  <c:v>94.98</c:v>
                </c:pt>
                <c:pt idx="67866">
                  <c:v>84.99</c:v>
                </c:pt>
                <c:pt idx="67867">
                  <c:v>146.97</c:v>
                </c:pt>
                <c:pt idx="67868">
                  <c:v>84.99</c:v>
                </c:pt>
                <c:pt idx="67869">
                  <c:v>79.25</c:v>
                </c:pt>
                <c:pt idx="67870">
                  <c:v>61.98</c:v>
                </c:pt>
                <c:pt idx="67871">
                  <c:v>89.98</c:v>
                </c:pt>
                <c:pt idx="67872">
                  <c:v>61.98</c:v>
                </c:pt>
                <c:pt idx="67873">
                  <c:v>64.77</c:v>
                </c:pt>
                <c:pt idx="67874">
                  <c:v>82.47</c:v>
                </c:pt>
                <c:pt idx="67875">
                  <c:v>84.99</c:v>
                </c:pt>
                <c:pt idx="67876">
                  <c:v>55.98</c:v>
                </c:pt>
                <c:pt idx="67877">
                  <c:v>55.98</c:v>
                </c:pt>
                <c:pt idx="67878">
                  <c:v>55.98</c:v>
                </c:pt>
                <c:pt idx="67879">
                  <c:v>103.67</c:v>
                </c:pt>
                <c:pt idx="67880">
                  <c:v>55.98</c:v>
                </c:pt>
                <c:pt idx="67881">
                  <c:v>61.98</c:v>
                </c:pt>
                <c:pt idx="67882">
                  <c:v>100.97</c:v>
                </c:pt>
                <c:pt idx="67883">
                  <c:v>61.98</c:v>
                </c:pt>
                <c:pt idx="67884">
                  <c:v>85.97</c:v>
                </c:pt>
                <c:pt idx="67885">
                  <c:v>84.99</c:v>
                </c:pt>
                <c:pt idx="67886">
                  <c:v>72.97</c:v>
                </c:pt>
                <c:pt idx="67887">
                  <c:v>95.98</c:v>
                </c:pt>
                <c:pt idx="67888">
                  <c:v>51.28</c:v>
                </c:pt>
                <c:pt idx="67889">
                  <c:v>73.97</c:v>
                </c:pt>
                <c:pt idx="67890">
                  <c:v>67.33</c:v>
                </c:pt>
                <c:pt idx="67891">
                  <c:v>69.98</c:v>
                </c:pt>
                <c:pt idx="67892">
                  <c:v>43.76</c:v>
                </c:pt>
                <c:pt idx="67893">
                  <c:v>55.98</c:v>
                </c:pt>
                <c:pt idx="67894">
                  <c:v>105.97</c:v>
                </c:pt>
                <c:pt idx="67895">
                  <c:v>79.98</c:v>
                </c:pt>
                <c:pt idx="67896">
                  <c:v>104.97</c:v>
                </c:pt>
                <c:pt idx="67897">
                  <c:v>58.98</c:v>
                </c:pt>
                <c:pt idx="67898">
                  <c:v>46.28</c:v>
                </c:pt>
                <c:pt idx="67899">
                  <c:v>55.97</c:v>
                </c:pt>
                <c:pt idx="67900">
                  <c:v>63.98</c:v>
                </c:pt>
                <c:pt idx="67901">
                  <c:v>85.97</c:v>
                </c:pt>
                <c:pt idx="67902">
                  <c:v>59.98</c:v>
                </c:pt>
                <c:pt idx="67903">
                  <c:v>47.28</c:v>
                </c:pt>
                <c:pt idx="67904">
                  <c:v>49.99</c:v>
                </c:pt>
                <c:pt idx="67905">
                  <c:v>47.28</c:v>
                </c:pt>
                <c:pt idx="67906">
                  <c:v>73.97</c:v>
                </c:pt>
                <c:pt idx="67907">
                  <c:v>68.92</c:v>
                </c:pt>
                <c:pt idx="67908">
                  <c:v>84.99</c:v>
                </c:pt>
                <c:pt idx="67909">
                  <c:v>59.98</c:v>
                </c:pt>
                <c:pt idx="67910">
                  <c:v>84.99</c:v>
                </c:pt>
                <c:pt idx="67911">
                  <c:v>84.99</c:v>
                </c:pt>
                <c:pt idx="67912">
                  <c:v>165.92</c:v>
                </c:pt>
                <c:pt idx="67913">
                  <c:v>82.44</c:v>
                </c:pt>
                <c:pt idx="67914">
                  <c:v>84.99</c:v>
                </c:pt>
                <c:pt idx="67915">
                  <c:v>80.739999999999995</c:v>
                </c:pt>
                <c:pt idx="67916">
                  <c:v>84.99</c:v>
                </c:pt>
                <c:pt idx="67917">
                  <c:v>153.97999999999999</c:v>
                </c:pt>
                <c:pt idx="67918">
                  <c:v>161.15</c:v>
                </c:pt>
                <c:pt idx="67919">
                  <c:v>59.98</c:v>
                </c:pt>
                <c:pt idx="67920">
                  <c:v>89.98</c:v>
                </c:pt>
                <c:pt idx="67921">
                  <c:v>84.99</c:v>
                </c:pt>
                <c:pt idx="67922">
                  <c:v>83.29</c:v>
                </c:pt>
                <c:pt idx="67923">
                  <c:v>84.99</c:v>
                </c:pt>
                <c:pt idx="67924">
                  <c:v>99.97</c:v>
                </c:pt>
                <c:pt idx="67925">
                  <c:v>99.98</c:v>
                </c:pt>
                <c:pt idx="67926">
                  <c:v>184.08</c:v>
                </c:pt>
                <c:pt idx="67927">
                  <c:v>149.96</c:v>
                </c:pt>
                <c:pt idx="67928">
                  <c:v>167.95</c:v>
                </c:pt>
                <c:pt idx="67929">
                  <c:v>123.96</c:v>
                </c:pt>
                <c:pt idx="67930">
                  <c:v>31.28</c:v>
                </c:pt>
                <c:pt idx="67931">
                  <c:v>339.96</c:v>
                </c:pt>
                <c:pt idx="67932">
                  <c:v>268.95999999999998</c:v>
                </c:pt>
                <c:pt idx="67933">
                  <c:v>242.08</c:v>
                </c:pt>
                <c:pt idx="67934">
                  <c:v>339.96</c:v>
                </c:pt>
                <c:pt idx="67935">
                  <c:v>339.96</c:v>
                </c:pt>
                <c:pt idx="67936">
                  <c:v>145.94</c:v>
                </c:pt>
                <c:pt idx="67937">
                  <c:v>54.98</c:v>
                </c:pt>
                <c:pt idx="67938">
                  <c:v>80.959999999999994</c:v>
                </c:pt>
                <c:pt idx="67939">
                  <c:v>78.959999999999994</c:v>
                </c:pt>
                <c:pt idx="67940">
                  <c:v>116.94</c:v>
                </c:pt>
                <c:pt idx="67941">
                  <c:v>136.94</c:v>
                </c:pt>
                <c:pt idx="67942">
                  <c:v>172.93</c:v>
                </c:pt>
                <c:pt idx="67943">
                  <c:v>111.94</c:v>
                </c:pt>
                <c:pt idx="67944">
                  <c:v>201.9</c:v>
                </c:pt>
                <c:pt idx="67945">
                  <c:v>131.97999999999999</c:v>
                </c:pt>
                <c:pt idx="67946">
                  <c:v>71.959999999999994</c:v>
                </c:pt>
                <c:pt idx="67947">
                  <c:v>197.97</c:v>
                </c:pt>
                <c:pt idx="67948">
                  <c:v>167.97</c:v>
                </c:pt>
                <c:pt idx="67949">
                  <c:v>181.94</c:v>
                </c:pt>
                <c:pt idx="67950">
                  <c:v>197.74</c:v>
                </c:pt>
                <c:pt idx="67951">
                  <c:v>165.97</c:v>
                </c:pt>
                <c:pt idx="67952">
                  <c:v>131.97999999999999</c:v>
                </c:pt>
                <c:pt idx="67953">
                  <c:v>185.95</c:v>
                </c:pt>
                <c:pt idx="67954">
                  <c:v>119.96</c:v>
                </c:pt>
                <c:pt idx="67955">
                  <c:v>119.96</c:v>
                </c:pt>
                <c:pt idx="67956">
                  <c:v>89.97</c:v>
                </c:pt>
                <c:pt idx="67957">
                  <c:v>119.96</c:v>
                </c:pt>
                <c:pt idx="67958">
                  <c:v>89.97</c:v>
                </c:pt>
                <c:pt idx="67959">
                  <c:v>119.96</c:v>
                </c:pt>
                <c:pt idx="67960">
                  <c:v>89.97</c:v>
                </c:pt>
                <c:pt idx="67961">
                  <c:v>119.96</c:v>
                </c:pt>
                <c:pt idx="67962">
                  <c:v>119.96</c:v>
                </c:pt>
                <c:pt idx="67963">
                  <c:v>119.96</c:v>
                </c:pt>
                <c:pt idx="67964">
                  <c:v>89.97</c:v>
                </c:pt>
                <c:pt idx="67965">
                  <c:v>65.989999999999995</c:v>
                </c:pt>
                <c:pt idx="67966">
                  <c:v>84.99</c:v>
                </c:pt>
                <c:pt idx="67967">
                  <c:v>65.989999999999995</c:v>
                </c:pt>
                <c:pt idx="67968">
                  <c:v>84.99</c:v>
                </c:pt>
                <c:pt idx="67969">
                  <c:v>65.989999999999995</c:v>
                </c:pt>
                <c:pt idx="67970">
                  <c:v>65.33</c:v>
                </c:pt>
                <c:pt idx="67971">
                  <c:v>84.99</c:v>
                </c:pt>
                <c:pt idx="67972">
                  <c:v>84.99</c:v>
                </c:pt>
                <c:pt idx="67973">
                  <c:v>84.99</c:v>
                </c:pt>
                <c:pt idx="67974">
                  <c:v>84.99</c:v>
                </c:pt>
                <c:pt idx="67975">
                  <c:v>84.99</c:v>
                </c:pt>
                <c:pt idx="67976">
                  <c:v>1.5</c:v>
                </c:pt>
                <c:pt idx="67977">
                  <c:v>43.99</c:v>
                </c:pt>
                <c:pt idx="67978">
                  <c:v>49.99</c:v>
                </c:pt>
                <c:pt idx="67979">
                  <c:v>139.96</c:v>
                </c:pt>
                <c:pt idx="67980">
                  <c:v>315.94</c:v>
                </c:pt>
                <c:pt idx="67981">
                  <c:v>110.97</c:v>
                </c:pt>
                <c:pt idx="67982">
                  <c:v>22.49</c:v>
                </c:pt>
                <c:pt idx="67983">
                  <c:v>213.95</c:v>
                </c:pt>
                <c:pt idx="67984">
                  <c:v>165.97</c:v>
                </c:pt>
                <c:pt idx="67985">
                  <c:v>266.95</c:v>
                </c:pt>
                <c:pt idx="67986">
                  <c:v>92.56</c:v>
                </c:pt>
                <c:pt idx="67987">
                  <c:v>145.97999999999999</c:v>
                </c:pt>
                <c:pt idx="67988">
                  <c:v>99.98</c:v>
                </c:pt>
                <c:pt idx="67989">
                  <c:v>161.16999999999999</c:v>
                </c:pt>
                <c:pt idx="67990">
                  <c:v>94.97</c:v>
                </c:pt>
                <c:pt idx="67991">
                  <c:v>104.98</c:v>
                </c:pt>
                <c:pt idx="67992">
                  <c:v>89.98</c:v>
                </c:pt>
                <c:pt idx="67993">
                  <c:v>79.98</c:v>
                </c:pt>
                <c:pt idx="67994">
                  <c:v>104.98</c:v>
                </c:pt>
                <c:pt idx="67995">
                  <c:v>99.98</c:v>
                </c:pt>
                <c:pt idx="67996">
                  <c:v>99.98</c:v>
                </c:pt>
                <c:pt idx="67997">
                  <c:v>99.98</c:v>
                </c:pt>
                <c:pt idx="67998">
                  <c:v>295.94</c:v>
                </c:pt>
                <c:pt idx="67999">
                  <c:v>169.98</c:v>
                </c:pt>
                <c:pt idx="68000">
                  <c:v>128.68</c:v>
                </c:pt>
                <c:pt idx="68001">
                  <c:v>169.98</c:v>
                </c:pt>
                <c:pt idx="68002">
                  <c:v>169.98</c:v>
                </c:pt>
                <c:pt idx="68003">
                  <c:v>178.97</c:v>
                </c:pt>
                <c:pt idx="68004">
                  <c:v>169.98</c:v>
                </c:pt>
                <c:pt idx="68005">
                  <c:v>158.33000000000001</c:v>
                </c:pt>
                <c:pt idx="68006">
                  <c:v>76.98</c:v>
                </c:pt>
                <c:pt idx="68007">
                  <c:v>75.98</c:v>
                </c:pt>
                <c:pt idx="68008">
                  <c:v>99.98</c:v>
                </c:pt>
                <c:pt idx="68009">
                  <c:v>54.38</c:v>
                </c:pt>
                <c:pt idx="68010">
                  <c:v>74.39</c:v>
                </c:pt>
                <c:pt idx="68011">
                  <c:v>57.98</c:v>
                </c:pt>
                <c:pt idx="68012">
                  <c:v>84.99</c:v>
                </c:pt>
                <c:pt idx="68013">
                  <c:v>62.39</c:v>
                </c:pt>
                <c:pt idx="68014">
                  <c:v>56.96</c:v>
                </c:pt>
                <c:pt idx="68015">
                  <c:v>148.62</c:v>
                </c:pt>
                <c:pt idx="68016">
                  <c:v>158.21</c:v>
                </c:pt>
                <c:pt idx="68017">
                  <c:v>84.99</c:v>
                </c:pt>
                <c:pt idx="68018">
                  <c:v>74.98</c:v>
                </c:pt>
                <c:pt idx="68019">
                  <c:v>71.33</c:v>
                </c:pt>
                <c:pt idx="68020">
                  <c:v>41.49</c:v>
                </c:pt>
                <c:pt idx="68021">
                  <c:v>58.08</c:v>
                </c:pt>
                <c:pt idx="68022">
                  <c:v>83.33</c:v>
                </c:pt>
                <c:pt idx="68023">
                  <c:v>48.98</c:v>
                </c:pt>
                <c:pt idx="68024">
                  <c:v>54.99</c:v>
                </c:pt>
                <c:pt idx="68025">
                  <c:v>59.98</c:v>
                </c:pt>
                <c:pt idx="68026">
                  <c:v>88.53</c:v>
                </c:pt>
                <c:pt idx="68027">
                  <c:v>54.98</c:v>
                </c:pt>
                <c:pt idx="68028">
                  <c:v>109.97</c:v>
                </c:pt>
                <c:pt idx="68029">
                  <c:v>89.97</c:v>
                </c:pt>
                <c:pt idx="68030">
                  <c:v>69.97</c:v>
                </c:pt>
                <c:pt idx="68031">
                  <c:v>57.58</c:v>
                </c:pt>
                <c:pt idx="68032">
                  <c:v>67.52</c:v>
                </c:pt>
                <c:pt idx="68033">
                  <c:v>53.98</c:v>
                </c:pt>
                <c:pt idx="68034">
                  <c:v>79.98</c:v>
                </c:pt>
                <c:pt idx="68035">
                  <c:v>89.97</c:v>
                </c:pt>
                <c:pt idx="68036">
                  <c:v>89.97</c:v>
                </c:pt>
                <c:pt idx="68037">
                  <c:v>59.98</c:v>
                </c:pt>
                <c:pt idx="68038">
                  <c:v>86.67</c:v>
                </c:pt>
                <c:pt idx="68039">
                  <c:v>60.1</c:v>
                </c:pt>
                <c:pt idx="68040">
                  <c:v>109.98</c:v>
                </c:pt>
                <c:pt idx="68041">
                  <c:v>211.52</c:v>
                </c:pt>
                <c:pt idx="68042">
                  <c:v>164.98</c:v>
                </c:pt>
                <c:pt idx="68043">
                  <c:v>191.76</c:v>
                </c:pt>
                <c:pt idx="68044">
                  <c:v>217.94</c:v>
                </c:pt>
                <c:pt idx="68045">
                  <c:v>74.98</c:v>
                </c:pt>
                <c:pt idx="68046">
                  <c:v>129.97999999999999</c:v>
                </c:pt>
                <c:pt idx="68047">
                  <c:v>131.97999999999999</c:v>
                </c:pt>
                <c:pt idx="68048">
                  <c:v>105.98</c:v>
                </c:pt>
                <c:pt idx="68049">
                  <c:v>79.98</c:v>
                </c:pt>
                <c:pt idx="68050">
                  <c:v>119.97</c:v>
                </c:pt>
                <c:pt idx="68051">
                  <c:v>131.97999999999999</c:v>
                </c:pt>
                <c:pt idx="68052">
                  <c:v>150.97</c:v>
                </c:pt>
                <c:pt idx="68053">
                  <c:v>65.989999999999995</c:v>
                </c:pt>
                <c:pt idx="68054">
                  <c:v>46.49</c:v>
                </c:pt>
                <c:pt idx="68055">
                  <c:v>119.97</c:v>
                </c:pt>
                <c:pt idx="68056">
                  <c:v>65.989999999999995</c:v>
                </c:pt>
                <c:pt idx="68057">
                  <c:v>131.97999999999999</c:v>
                </c:pt>
                <c:pt idx="68058">
                  <c:v>65.989999999999995</c:v>
                </c:pt>
                <c:pt idx="68059">
                  <c:v>159.69999999999999</c:v>
                </c:pt>
                <c:pt idx="68060">
                  <c:v>128.24</c:v>
                </c:pt>
                <c:pt idx="68061">
                  <c:v>124.22</c:v>
                </c:pt>
                <c:pt idx="68062">
                  <c:v>79.849999999999994</c:v>
                </c:pt>
                <c:pt idx="68063">
                  <c:v>159.69999999999999</c:v>
                </c:pt>
                <c:pt idx="68064">
                  <c:v>121.01</c:v>
                </c:pt>
                <c:pt idx="68065">
                  <c:v>79.849999999999994</c:v>
                </c:pt>
                <c:pt idx="68066">
                  <c:v>79.849999999999994</c:v>
                </c:pt>
                <c:pt idx="68067">
                  <c:v>79.849999999999994</c:v>
                </c:pt>
                <c:pt idx="68068">
                  <c:v>104.98</c:v>
                </c:pt>
                <c:pt idx="68069">
                  <c:v>189.97</c:v>
                </c:pt>
                <c:pt idx="68070">
                  <c:v>104.98</c:v>
                </c:pt>
                <c:pt idx="68071">
                  <c:v>76.489999999999995</c:v>
                </c:pt>
                <c:pt idx="68072">
                  <c:v>104.98</c:v>
                </c:pt>
                <c:pt idx="68073">
                  <c:v>85.98</c:v>
                </c:pt>
                <c:pt idx="68074">
                  <c:v>65.989999999999995</c:v>
                </c:pt>
                <c:pt idx="68075">
                  <c:v>104.98</c:v>
                </c:pt>
                <c:pt idx="68076">
                  <c:v>84.99</c:v>
                </c:pt>
                <c:pt idx="68077">
                  <c:v>84.99</c:v>
                </c:pt>
                <c:pt idx="68078">
                  <c:v>84.99</c:v>
                </c:pt>
                <c:pt idx="68079">
                  <c:v>104.98</c:v>
                </c:pt>
                <c:pt idx="68080">
                  <c:v>62.97</c:v>
                </c:pt>
                <c:pt idx="68081">
                  <c:v>89.97</c:v>
                </c:pt>
                <c:pt idx="68082">
                  <c:v>93.97</c:v>
                </c:pt>
                <c:pt idx="68083">
                  <c:v>124.98</c:v>
                </c:pt>
                <c:pt idx="68084">
                  <c:v>125.77</c:v>
                </c:pt>
                <c:pt idx="68085">
                  <c:v>79.989999999999995</c:v>
                </c:pt>
                <c:pt idx="68086">
                  <c:v>107.98</c:v>
                </c:pt>
                <c:pt idx="68087">
                  <c:v>107.06</c:v>
                </c:pt>
                <c:pt idx="68088">
                  <c:v>79.989999999999995</c:v>
                </c:pt>
                <c:pt idx="68089">
                  <c:v>77.98</c:v>
                </c:pt>
                <c:pt idx="68090">
                  <c:v>145.97</c:v>
                </c:pt>
                <c:pt idx="68091">
                  <c:v>79.989999999999995</c:v>
                </c:pt>
                <c:pt idx="68092">
                  <c:v>79.989999999999995</c:v>
                </c:pt>
                <c:pt idx="68093">
                  <c:v>130.63</c:v>
                </c:pt>
                <c:pt idx="68094">
                  <c:v>130.63</c:v>
                </c:pt>
                <c:pt idx="68095">
                  <c:v>131.97999999999999</c:v>
                </c:pt>
                <c:pt idx="68096">
                  <c:v>131.97999999999999</c:v>
                </c:pt>
                <c:pt idx="68097">
                  <c:v>65.989999999999995</c:v>
                </c:pt>
                <c:pt idx="68098">
                  <c:v>84.99</c:v>
                </c:pt>
                <c:pt idx="68099">
                  <c:v>84.99</c:v>
                </c:pt>
                <c:pt idx="68100">
                  <c:v>72.98</c:v>
                </c:pt>
                <c:pt idx="68101">
                  <c:v>84.99</c:v>
                </c:pt>
                <c:pt idx="68102">
                  <c:v>84.99</c:v>
                </c:pt>
                <c:pt idx="68103">
                  <c:v>84.99</c:v>
                </c:pt>
                <c:pt idx="68104">
                  <c:v>-84.98</c:v>
                </c:pt>
                <c:pt idx="68105">
                  <c:v>84.99</c:v>
                </c:pt>
                <c:pt idx="68106">
                  <c:v>84.98</c:v>
                </c:pt>
                <c:pt idx="68107">
                  <c:v>74.489999999999995</c:v>
                </c:pt>
                <c:pt idx="68108">
                  <c:v>84.99</c:v>
                </c:pt>
                <c:pt idx="68109">
                  <c:v>65.989999999999995</c:v>
                </c:pt>
                <c:pt idx="68110">
                  <c:v>84.99</c:v>
                </c:pt>
                <c:pt idx="68111">
                  <c:v>84.99</c:v>
                </c:pt>
                <c:pt idx="68112">
                  <c:v>84.99</c:v>
                </c:pt>
                <c:pt idx="68113">
                  <c:v>75.98</c:v>
                </c:pt>
                <c:pt idx="68114">
                  <c:v>62.97</c:v>
                </c:pt>
                <c:pt idx="68115">
                  <c:v>99.96</c:v>
                </c:pt>
                <c:pt idx="68116">
                  <c:v>84.99</c:v>
                </c:pt>
                <c:pt idx="68117">
                  <c:v>156.93</c:v>
                </c:pt>
                <c:pt idx="68118">
                  <c:v>100.95</c:v>
                </c:pt>
                <c:pt idx="68119">
                  <c:v>136.91999999999999</c:v>
                </c:pt>
                <c:pt idx="68120">
                  <c:v>139.96</c:v>
                </c:pt>
                <c:pt idx="68121">
                  <c:v>84.99</c:v>
                </c:pt>
                <c:pt idx="68122">
                  <c:v>148.94999999999999</c:v>
                </c:pt>
                <c:pt idx="68123">
                  <c:v>69.61</c:v>
                </c:pt>
                <c:pt idx="68124">
                  <c:v>175.94</c:v>
                </c:pt>
                <c:pt idx="68125">
                  <c:v>229.97</c:v>
                </c:pt>
                <c:pt idx="68126">
                  <c:v>97.38</c:v>
                </c:pt>
                <c:pt idx="68127">
                  <c:v>74.98</c:v>
                </c:pt>
                <c:pt idx="68128">
                  <c:v>216.72</c:v>
                </c:pt>
                <c:pt idx="68129">
                  <c:v>119.96</c:v>
                </c:pt>
                <c:pt idx="68130">
                  <c:v>219.97</c:v>
                </c:pt>
                <c:pt idx="68131">
                  <c:v>268.45999999999998</c:v>
                </c:pt>
                <c:pt idx="68132">
                  <c:v>98.45</c:v>
                </c:pt>
                <c:pt idx="68133">
                  <c:v>170.48</c:v>
                </c:pt>
                <c:pt idx="68134">
                  <c:v>60.47</c:v>
                </c:pt>
                <c:pt idx="68135">
                  <c:v>169.98</c:v>
                </c:pt>
                <c:pt idx="68136">
                  <c:v>300.39999999999998</c:v>
                </c:pt>
                <c:pt idx="68137">
                  <c:v>74.47</c:v>
                </c:pt>
                <c:pt idx="68138">
                  <c:v>68.98</c:v>
                </c:pt>
                <c:pt idx="68139">
                  <c:v>68.97</c:v>
                </c:pt>
                <c:pt idx="68140">
                  <c:v>60.97</c:v>
                </c:pt>
                <c:pt idx="68141">
                  <c:v>96.96</c:v>
                </c:pt>
                <c:pt idx="68142">
                  <c:v>110.97</c:v>
                </c:pt>
                <c:pt idx="68143">
                  <c:v>70.97</c:v>
                </c:pt>
                <c:pt idx="68144">
                  <c:v>72.16</c:v>
                </c:pt>
                <c:pt idx="68145">
                  <c:v>59.16</c:v>
                </c:pt>
                <c:pt idx="68146">
                  <c:v>53.97</c:v>
                </c:pt>
                <c:pt idx="68147">
                  <c:v>58.97</c:v>
                </c:pt>
                <c:pt idx="68148">
                  <c:v>29.99</c:v>
                </c:pt>
                <c:pt idx="68149">
                  <c:v>107.96</c:v>
                </c:pt>
                <c:pt idx="68150">
                  <c:v>63.97</c:v>
                </c:pt>
                <c:pt idx="68151">
                  <c:v>68.97</c:v>
                </c:pt>
                <c:pt idx="68152">
                  <c:v>110.97</c:v>
                </c:pt>
                <c:pt idx="68153">
                  <c:v>126.44</c:v>
                </c:pt>
                <c:pt idx="68154">
                  <c:v>72.2</c:v>
                </c:pt>
                <c:pt idx="68155">
                  <c:v>74.97</c:v>
                </c:pt>
                <c:pt idx="68156">
                  <c:v>57.97</c:v>
                </c:pt>
                <c:pt idx="68157">
                  <c:v>74.98</c:v>
                </c:pt>
                <c:pt idx="68158">
                  <c:v>332.91</c:v>
                </c:pt>
                <c:pt idx="68159">
                  <c:v>25.49</c:v>
                </c:pt>
                <c:pt idx="68160">
                  <c:v>26.49</c:v>
                </c:pt>
                <c:pt idx="68161">
                  <c:v>103.95</c:v>
                </c:pt>
                <c:pt idx="68162">
                  <c:v>15.49</c:v>
                </c:pt>
                <c:pt idx="68163">
                  <c:v>40.49</c:v>
                </c:pt>
                <c:pt idx="68164">
                  <c:v>-332.91</c:v>
                </c:pt>
                <c:pt idx="68165">
                  <c:v>37.49</c:v>
                </c:pt>
                <c:pt idx="68166">
                  <c:v>243.91</c:v>
                </c:pt>
                <c:pt idx="68167">
                  <c:v>86.96</c:v>
                </c:pt>
                <c:pt idx="68168">
                  <c:v>132.93</c:v>
                </c:pt>
                <c:pt idx="68169">
                  <c:v>59.97</c:v>
                </c:pt>
                <c:pt idx="68170">
                  <c:v>73.98</c:v>
                </c:pt>
                <c:pt idx="68171">
                  <c:v>10.49</c:v>
                </c:pt>
                <c:pt idx="68172">
                  <c:v>99.94</c:v>
                </c:pt>
                <c:pt idx="68173">
                  <c:v>78.959999999999994</c:v>
                </c:pt>
                <c:pt idx="68174">
                  <c:v>75.959999999999994</c:v>
                </c:pt>
                <c:pt idx="68175">
                  <c:v>-73.98</c:v>
                </c:pt>
                <c:pt idx="68176">
                  <c:v>53.98</c:v>
                </c:pt>
                <c:pt idx="68177">
                  <c:v>-37.49</c:v>
                </c:pt>
                <c:pt idx="68178">
                  <c:v>97.97</c:v>
                </c:pt>
                <c:pt idx="68179">
                  <c:v>169.98</c:v>
                </c:pt>
                <c:pt idx="68180">
                  <c:v>158.07</c:v>
                </c:pt>
                <c:pt idx="68181">
                  <c:v>131.96</c:v>
                </c:pt>
                <c:pt idx="68182">
                  <c:v>146.01</c:v>
                </c:pt>
                <c:pt idx="68183">
                  <c:v>174.95</c:v>
                </c:pt>
                <c:pt idx="68184">
                  <c:v>134.58000000000001</c:v>
                </c:pt>
                <c:pt idx="68185">
                  <c:v>110.95</c:v>
                </c:pt>
                <c:pt idx="68186">
                  <c:v>84.99</c:v>
                </c:pt>
                <c:pt idx="68187">
                  <c:v>65.989999999999995</c:v>
                </c:pt>
                <c:pt idx="68188">
                  <c:v>84.99</c:v>
                </c:pt>
                <c:pt idx="68189">
                  <c:v>65.19</c:v>
                </c:pt>
                <c:pt idx="68190">
                  <c:v>104.98</c:v>
                </c:pt>
                <c:pt idx="68191">
                  <c:v>84.99</c:v>
                </c:pt>
                <c:pt idx="68192">
                  <c:v>84.99</c:v>
                </c:pt>
                <c:pt idx="68193">
                  <c:v>84.99</c:v>
                </c:pt>
                <c:pt idx="68194">
                  <c:v>142.62</c:v>
                </c:pt>
                <c:pt idx="68195">
                  <c:v>65.989999999999995</c:v>
                </c:pt>
                <c:pt idx="68196">
                  <c:v>65.989999999999995</c:v>
                </c:pt>
                <c:pt idx="68197">
                  <c:v>72.239999999999995</c:v>
                </c:pt>
                <c:pt idx="68198">
                  <c:v>79.59</c:v>
                </c:pt>
                <c:pt idx="68199">
                  <c:v>65.989999999999995</c:v>
                </c:pt>
                <c:pt idx="68200">
                  <c:v>84.99</c:v>
                </c:pt>
                <c:pt idx="68201">
                  <c:v>79.14</c:v>
                </c:pt>
                <c:pt idx="68202">
                  <c:v>84.99</c:v>
                </c:pt>
                <c:pt idx="68203">
                  <c:v>84.99</c:v>
                </c:pt>
                <c:pt idx="68204">
                  <c:v>184.98</c:v>
                </c:pt>
                <c:pt idx="68205">
                  <c:v>84.99</c:v>
                </c:pt>
                <c:pt idx="68206">
                  <c:v>84.99</c:v>
                </c:pt>
                <c:pt idx="68207">
                  <c:v>99.98</c:v>
                </c:pt>
                <c:pt idx="68208">
                  <c:v>79.98</c:v>
                </c:pt>
                <c:pt idx="68209">
                  <c:v>105.98</c:v>
                </c:pt>
                <c:pt idx="68210">
                  <c:v>65.989999999999995</c:v>
                </c:pt>
                <c:pt idx="68211">
                  <c:v>169.98</c:v>
                </c:pt>
                <c:pt idx="68212">
                  <c:v>122.97</c:v>
                </c:pt>
                <c:pt idx="68213">
                  <c:v>512.91999999999996</c:v>
                </c:pt>
                <c:pt idx="68214">
                  <c:v>339.96</c:v>
                </c:pt>
                <c:pt idx="68215">
                  <c:v>197.97</c:v>
                </c:pt>
                <c:pt idx="68216">
                  <c:v>114.96</c:v>
                </c:pt>
                <c:pt idx="68217">
                  <c:v>113.97</c:v>
                </c:pt>
                <c:pt idx="68218">
                  <c:v>65.97</c:v>
                </c:pt>
                <c:pt idx="68219">
                  <c:v>113.97</c:v>
                </c:pt>
                <c:pt idx="68220">
                  <c:v>153.46</c:v>
                </c:pt>
                <c:pt idx="68221">
                  <c:v>113.97</c:v>
                </c:pt>
                <c:pt idx="68222">
                  <c:v>120.97</c:v>
                </c:pt>
                <c:pt idx="68223">
                  <c:v>89.97</c:v>
                </c:pt>
                <c:pt idx="68224">
                  <c:v>74.97</c:v>
                </c:pt>
                <c:pt idx="68225">
                  <c:v>418.36</c:v>
                </c:pt>
                <c:pt idx="68226">
                  <c:v>169.98</c:v>
                </c:pt>
                <c:pt idx="68227">
                  <c:v>79.989999999999995</c:v>
                </c:pt>
                <c:pt idx="68228">
                  <c:v>199.97</c:v>
                </c:pt>
                <c:pt idx="68229">
                  <c:v>305.95999999999998</c:v>
                </c:pt>
                <c:pt idx="68230">
                  <c:v>341</c:v>
                </c:pt>
                <c:pt idx="68231">
                  <c:v>180.82</c:v>
                </c:pt>
                <c:pt idx="68232">
                  <c:v>146.97</c:v>
                </c:pt>
                <c:pt idx="68233">
                  <c:v>163.96</c:v>
                </c:pt>
                <c:pt idx="68234">
                  <c:v>129.96</c:v>
                </c:pt>
                <c:pt idx="68235">
                  <c:v>146.97</c:v>
                </c:pt>
                <c:pt idx="68236">
                  <c:v>192.83</c:v>
                </c:pt>
                <c:pt idx="68237">
                  <c:v>91.27</c:v>
                </c:pt>
                <c:pt idx="68238">
                  <c:v>163.96</c:v>
                </c:pt>
                <c:pt idx="68239">
                  <c:v>77.98</c:v>
                </c:pt>
                <c:pt idx="68240">
                  <c:v>275.95999999999998</c:v>
                </c:pt>
                <c:pt idx="68241">
                  <c:v>331.94</c:v>
                </c:pt>
                <c:pt idx="68242">
                  <c:v>199.96</c:v>
                </c:pt>
                <c:pt idx="68243">
                  <c:v>256.66000000000003</c:v>
                </c:pt>
                <c:pt idx="68244">
                  <c:v>252.33</c:v>
                </c:pt>
                <c:pt idx="68245">
                  <c:v>65.989999999999995</c:v>
                </c:pt>
                <c:pt idx="68246">
                  <c:v>65.989999999999995</c:v>
                </c:pt>
                <c:pt idx="68247">
                  <c:v>89.98</c:v>
                </c:pt>
                <c:pt idx="68248">
                  <c:v>65.989999999999995</c:v>
                </c:pt>
                <c:pt idx="68249">
                  <c:v>58.69</c:v>
                </c:pt>
                <c:pt idx="68250">
                  <c:v>77.98</c:v>
                </c:pt>
                <c:pt idx="68251">
                  <c:v>89.97</c:v>
                </c:pt>
                <c:pt idx="68252">
                  <c:v>65.989999999999995</c:v>
                </c:pt>
                <c:pt idx="68253">
                  <c:v>77.98</c:v>
                </c:pt>
                <c:pt idx="68254">
                  <c:v>65.989999999999995</c:v>
                </c:pt>
                <c:pt idx="68255">
                  <c:v>83.48</c:v>
                </c:pt>
                <c:pt idx="68256">
                  <c:v>321.94</c:v>
                </c:pt>
                <c:pt idx="68257">
                  <c:v>305.95999999999998</c:v>
                </c:pt>
                <c:pt idx="68258">
                  <c:v>356.92</c:v>
                </c:pt>
                <c:pt idx="68259">
                  <c:v>279.93</c:v>
                </c:pt>
                <c:pt idx="68260">
                  <c:v>144.47999999999999</c:v>
                </c:pt>
                <c:pt idx="68261">
                  <c:v>189.97</c:v>
                </c:pt>
                <c:pt idx="68262">
                  <c:v>169.98</c:v>
                </c:pt>
                <c:pt idx="68263">
                  <c:v>169.98</c:v>
                </c:pt>
                <c:pt idx="68264">
                  <c:v>169.98</c:v>
                </c:pt>
                <c:pt idx="68265">
                  <c:v>169.98</c:v>
                </c:pt>
                <c:pt idx="68266">
                  <c:v>159.58000000000001</c:v>
                </c:pt>
                <c:pt idx="68267">
                  <c:v>110.96</c:v>
                </c:pt>
                <c:pt idx="68268">
                  <c:v>65.989999999999995</c:v>
                </c:pt>
                <c:pt idx="68269">
                  <c:v>159.94</c:v>
                </c:pt>
                <c:pt idx="68270">
                  <c:v>178.43</c:v>
                </c:pt>
                <c:pt idx="68271">
                  <c:v>105.98</c:v>
                </c:pt>
                <c:pt idx="68272">
                  <c:v>176.95</c:v>
                </c:pt>
                <c:pt idx="68273">
                  <c:v>63.97</c:v>
                </c:pt>
                <c:pt idx="68274">
                  <c:v>84.99</c:v>
                </c:pt>
                <c:pt idx="68275">
                  <c:v>62.97</c:v>
                </c:pt>
                <c:pt idx="68276">
                  <c:v>119.97</c:v>
                </c:pt>
                <c:pt idx="68277">
                  <c:v>130.96</c:v>
                </c:pt>
                <c:pt idx="68278">
                  <c:v>125.16</c:v>
                </c:pt>
                <c:pt idx="68279">
                  <c:v>-20</c:v>
                </c:pt>
                <c:pt idx="68280">
                  <c:v>107.07</c:v>
                </c:pt>
                <c:pt idx="68281">
                  <c:v>145.97</c:v>
                </c:pt>
                <c:pt idx="68282">
                  <c:v>126.98</c:v>
                </c:pt>
                <c:pt idx="68283">
                  <c:v>120.98</c:v>
                </c:pt>
                <c:pt idx="68284">
                  <c:v>176.91</c:v>
                </c:pt>
                <c:pt idx="68285">
                  <c:v>108.98</c:v>
                </c:pt>
                <c:pt idx="68286">
                  <c:v>137.97</c:v>
                </c:pt>
                <c:pt idx="68287">
                  <c:v>108.98</c:v>
                </c:pt>
                <c:pt idx="68288">
                  <c:v>159.69999999999999</c:v>
                </c:pt>
                <c:pt idx="68289">
                  <c:v>159.69999999999999</c:v>
                </c:pt>
                <c:pt idx="68290">
                  <c:v>159.69999999999999</c:v>
                </c:pt>
                <c:pt idx="68291">
                  <c:v>141.22999999999999</c:v>
                </c:pt>
                <c:pt idx="68292">
                  <c:v>159.69999999999999</c:v>
                </c:pt>
                <c:pt idx="68293">
                  <c:v>159.69999999999999</c:v>
                </c:pt>
                <c:pt idx="68294">
                  <c:v>159.69999999999999</c:v>
                </c:pt>
                <c:pt idx="68295">
                  <c:v>159.69999999999999</c:v>
                </c:pt>
                <c:pt idx="68296">
                  <c:v>89.52</c:v>
                </c:pt>
                <c:pt idx="68297">
                  <c:v>159.69999999999999</c:v>
                </c:pt>
                <c:pt idx="68298">
                  <c:v>159.69999999999999</c:v>
                </c:pt>
                <c:pt idx="68299">
                  <c:v>169.98</c:v>
                </c:pt>
                <c:pt idx="68300">
                  <c:v>143.96</c:v>
                </c:pt>
                <c:pt idx="68301">
                  <c:v>296.95999999999998</c:v>
                </c:pt>
                <c:pt idx="68302">
                  <c:v>84.99</c:v>
                </c:pt>
                <c:pt idx="68303">
                  <c:v>689.9</c:v>
                </c:pt>
                <c:pt idx="68304">
                  <c:v>65.989999999999995</c:v>
                </c:pt>
                <c:pt idx="68305">
                  <c:v>84.95</c:v>
                </c:pt>
                <c:pt idx="68306">
                  <c:v>41.49</c:v>
                </c:pt>
                <c:pt idx="68307">
                  <c:v>88.57</c:v>
                </c:pt>
                <c:pt idx="68308">
                  <c:v>115.98</c:v>
                </c:pt>
                <c:pt idx="68309">
                  <c:v>134.97</c:v>
                </c:pt>
                <c:pt idx="68310">
                  <c:v>49.99</c:v>
                </c:pt>
                <c:pt idx="68311">
                  <c:v>112.57</c:v>
                </c:pt>
                <c:pt idx="68312">
                  <c:v>36.49</c:v>
                </c:pt>
                <c:pt idx="68313">
                  <c:v>136.06</c:v>
                </c:pt>
                <c:pt idx="68314">
                  <c:v>143.46</c:v>
                </c:pt>
                <c:pt idx="68315">
                  <c:v>84.99</c:v>
                </c:pt>
                <c:pt idx="68316">
                  <c:v>84.99</c:v>
                </c:pt>
                <c:pt idx="68317">
                  <c:v>84.99</c:v>
                </c:pt>
                <c:pt idx="68318">
                  <c:v>79.489999999999995</c:v>
                </c:pt>
                <c:pt idx="68319">
                  <c:v>84.99</c:v>
                </c:pt>
                <c:pt idx="68320">
                  <c:v>44.74</c:v>
                </c:pt>
                <c:pt idx="68321">
                  <c:v>84.99</c:v>
                </c:pt>
                <c:pt idx="68322">
                  <c:v>84.99</c:v>
                </c:pt>
                <c:pt idx="68323">
                  <c:v>44.74</c:v>
                </c:pt>
                <c:pt idx="68324">
                  <c:v>84.99</c:v>
                </c:pt>
                <c:pt idx="68325">
                  <c:v>84.99</c:v>
                </c:pt>
                <c:pt idx="68326">
                  <c:v>84.99</c:v>
                </c:pt>
                <c:pt idx="68327">
                  <c:v>84.99</c:v>
                </c:pt>
                <c:pt idx="68328">
                  <c:v>52.24</c:v>
                </c:pt>
                <c:pt idx="68329">
                  <c:v>84.99</c:v>
                </c:pt>
                <c:pt idx="68330">
                  <c:v>84.99</c:v>
                </c:pt>
                <c:pt idx="68331">
                  <c:v>84.99</c:v>
                </c:pt>
                <c:pt idx="68332">
                  <c:v>84.99</c:v>
                </c:pt>
                <c:pt idx="68333">
                  <c:v>49.99</c:v>
                </c:pt>
                <c:pt idx="68334">
                  <c:v>49.99</c:v>
                </c:pt>
                <c:pt idx="68335">
                  <c:v>65.19</c:v>
                </c:pt>
                <c:pt idx="68336">
                  <c:v>65.19</c:v>
                </c:pt>
                <c:pt idx="68337">
                  <c:v>84.99</c:v>
                </c:pt>
                <c:pt idx="68338">
                  <c:v>113.98</c:v>
                </c:pt>
                <c:pt idx="68339">
                  <c:v>113.98</c:v>
                </c:pt>
                <c:pt idx="68340">
                  <c:v>84.99</c:v>
                </c:pt>
                <c:pt idx="68341">
                  <c:v>47.24</c:v>
                </c:pt>
                <c:pt idx="68342">
                  <c:v>79.98</c:v>
                </c:pt>
                <c:pt idx="68343">
                  <c:v>79.98</c:v>
                </c:pt>
                <c:pt idx="68344">
                  <c:v>77.97</c:v>
                </c:pt>
                <c:pt idx="68345">
                  <c:v>77.97</c:v>
                </c:pt>
                <c:pt idx="68346">
                  <c:v>121.98</c:v>
                </c:pt>
                <c:pt idx="68347">
                  <c:v>84.99</c:v>
                </c:pt>
                <c:pt idx="68348">
                  <c:v>84.99</c:v>
                </c:pt>
                <c:pt idx="68349">
                  <c:v>121.98</c:v>
                </c:pt>
                <c:pt idx="68350">
                  <c:v>84.99</c:v>
                </c:pt>
                <c:pt idx="68351">
                  <c:v>84.99</c:v>
                </c:pt>
                <c:pt idx="68352">
                  <c:v>84.99</c:v>
                </c:pt>
                <c:pt idx="68353">
                  <c:v>99.98</c:v>
                </c:pt>
                <c:pt idx="68354">
                  <c:v>47.24</c:v>
                </c:pt>
                <c:pt idx="68355">
                  <c:v>84.99</c:v>
                </c:pt>
                <c:pt idx="68356">
                  <c:v>84.99</c:v>
                </c:pt>
                <c:pt idx="68357">
                  <c:v>52.24</c:v>
                </c:pt>
                <c:pt idx="68358">
                  <c:v>99.98</c:v>
                </c:pt>
                <c:pt idx="68359">
                  <c:v>84.99</c:v>
                </c:pt>
                <c:pt idx="68360">
                  <c:v>43.47</c:v>
                </c:pt>
                <c:pt idx="68361">
                  <c:v>59.98</c:v>
                </c:pt>
                <c:pt idx="68362">
                  <c:v>68.989999999999995</c:v>
                </c:pt>
                <c:pt idx="68363">
                  <c:v>68.989999999999995</c:v>
                </c:pt>
                <c:pt idx="68364">
                  <c:v>59.98</c:v>
                </c:pt>
                <c:pt idx="68365">
                  <c:v>79.489999999999995</c:v>
                </c:pt>
                <c:pt idx="68366">
                  <c:v>43.47</c:v>
                </c:pt>
                <c:pt idx="68367">
                  <c:v>203.97</c:v>
                </c:pt>
                <c:pt idx="68368">
                  <c:v>264.83</c:v>
                </c:pt>
                <c:pt idx="68369">
                  <c:v>103.67</c:v>
                </c:pt>
                <c:pt idx="68370">
                  <c:v>227.66</c:v>
                </c:pt>
                <c:pt idx="68371">
                  <c:v>286.95</c:v>
                </c:pt>
                <c:pt idx="68372">
                  <c:v>166.75</c:v>
                </c:pt>
                <c:pt idx="68373">
                  <c:v>219.53</c:v>
                </c:pt>
                <c:pt idx="68374">
                  <c:v>248.17</c:v>
                </c:pt>
                <c:pt idx="68375">
                  <c:v>322.94</c:v>
                </c:pt>
                <c:pt idx="68376">
                  <c:v>169.98</c:v>
                </c:pt>
                <c:pt idx="68377">
                  <c:v>156.19999999999999</c:v>
                </c:pt>
                <c:pt idx="68378">
                  <c:v>239.96</c:v>
                </c:pt>
                <c:pt idx="68379">
                  <c:v>169.98</c:v>
                </c:pt>
                <c:pt idx="68380">
                  <c:v>424.95</c:v>
                </c:pt>
                <c:pt idx="68381">
                  <c:v>372.92</c:v>
                </c:pt>
                <c:pt idx="68382">
                  <c:v>59.96</c:v>
                </c:pt>
                <c:pt idx="68383">
                  <c:v>189.51</c:v>
                </c:pt>
                <c:pt idx="68384">
                  <c:v>199.96</c:v>
                </c:pt>
                <c:pt idx="68385">
                  <c:v>199.96</c:v>
                </c:pt>
                <c:pt idx="68386">
                  <c:v>242.21</c:v>
                </c:pt>
                <c:pt idx="68387">
                  <c:v>169.98</c:v>
                </c:pt>
                <c:pt idx="68388">
                  <c:v>256.44</c:v>
                </c:pt>
                <c:pt idx="68389">
                  <c:v>179.96</c:v>
                </c:pt>
                <c:pt idx="68390">
                  <c:v>-58.98</c:v>
                </c:pt>
                <c:pt idx="68391">
                  <c:v>58.98</c:v>
                </c:pt>
                <c:pt idx="68392">
                  <c:v>85.99</c:v>
                </c:pt>
                <c:pt idx="68393">
                  <c:v>66.989999999999995</c:v>
                </c:pt>
                <c:pt idx="68394">
                  <c:v>113.47</c:v>
                </c:pt>
                <c:pt idx="68395">
                  <c:v>132.47</c:v>
                </c:pt>
                <c:pt idx="68396">
                  <c:v>66.989999999999995</c:v>
                </c:pt>
                <c:pt idx="68397">
                  <c:v>86.09</c:v>
                </c:pt>
                <c:pt idx="68398">
                  <c:v>99.94</c:v>
                </c:pt>
                <c:pt idx="68399">
                  <c:v>309.32</c:v>
                </c:pt>
                <c:pt idx="68400">
                  <c:v>291.95999999999998</c:v>
                </c:pt>
                <c:pt idx="68401">
                  <c:v>339.93</c:v>
                </c:pt>
                <c:pt idx="68402">
                  <c:v>-50.97</c:v>
                </c:pt>
                <c:pt idx="68403">
                  <c:v>154.96</c:v>
                </c:pt>
                <c:pt idx="68404">
                  <c:v>152.97999999999999</c:v>
                </c:pt>
                <c:pt idx="68405">
                  <c:v>205.92</c:v>
                </c:pt>
                <c:pt idx="68406">
                  <c:v>169.98</c:v>
                </c:pt>
                <c:pt idx="68407">
                  <c:v>121.98</c:v>
                </c:pt>
                <c:pt idx="68408">
                  <c:v>254.97</c:v>
                </c:pt>
                <c:pt idx="68409">
                  <c:v>129.96</c:v>
                </c:pt>
                <c:pt idx="68410">
                  <c:v>197.97</c:v>
                </c:pt>
                <c:pt idx="68411">
                  <c:v>59.96</c:v>
                </c:pt>
                <c:pt idx="68412">
                  <c:v>169.98</c:v>
                </c:pt>
                <c:pt idx="68413">
                  <c:v>182.97</c:v>
                </c:pt>
                <c:pt idx="68414">
                  <c:v>121.98</c:v>
                </c:pt>
                <c:pt idx="68415">
                  <c:v>159.97999999999999</c:v>
                </c:pt>
                <c:pt idx="68416">
                  <c:v>239.97</c:v>
                </c:pt>
                <c:pt idx="68417">
                  <c:v>262.92</c:v>
                </c:pt>
                <c:pt idx="68418">
                  <c:v>239.97</c:v>
                </c:pt>
                <c:pt idx="68419">
                  <c:v>57.58</c:v>
                </c:pt>
                <c:pt idx="68420">
                  <c:v>56.45</c:v>
                </c:pt>
                <c:pt idx="68421">
                  <c:v>59.98</c:v>
                </c:pt>
                <c:pt idx="68422">
                  <c:v>52.97</c:v>
                </c:pt>
                <c:pt idx="68423">
                  <c:v>69.98</c:v>
                </c:pt>
                <c:pt idx="68424">
                  <c:v>50.97</c:v>
                </c:pt>
                <c:pt idx="68425">
                  <c:v>50.97</c:v>
                </c:pt>
                <c:pt idx="68426">
                  <c:v>61.98</c:v>
                </c:pt>
                <c:pt idx="68427">
                  <c:v>59.98</c:v>
                </c:pt>
                <c:pt idx="68428">
                  <c:v>54.39</c:v>
                </c:pt>
                <c:pt idx="68429">
                  <c:v>59.97</c:v>
                </c:pt>
                <c:pt idx="68430">
                  <c:v>58.18</c:v>
                </c:pt>
                <c:pt idx="68431">
                  <c:v>59.98</c:v>
                </c:pt>
                <c:pt idx="68432">
                  <c:v>50.97</c:v>
                </c:pt>
                <c:pt idx="68433">
                  <c:v>59.98</c:v>
                </c:pt>
                <c:pt idx="68434">
                  <c:v>54.98</c:v>
                </c:pt>
                <c:pt idx="68435">
                  <c:v>54.98</c:v>
                </c:pt>
                <c:pt idx="68436">
                  <c:v>69.98</c:v>
                </c:pt>
                <c:pt idx="68437">
                  <c:v>43.98</c:v>
                </c:pt>
                <c:pt idx="68438">
                  <c:v>59.98</c:v>
                </c:pt>
                <c:pt idx="68439">
                  <c:v>58.29</c:v>
                </c:pt>
                <c:pt idx="68440">
                  <c:v>59.98</c:v>
                </c:pt>
                <c:pt idx="68441">
                  <c:v>53.07</c:v>
                </c:pt>
                <c:pt idx="68442">
                  <c:v>59.98</c:v>
                </c:pt>
                <c:pt idx="68443">
                  <c:v>81.48</c:v>
                </c:pt>
                <c:pt idx="68444">
                  <c:v>134.97999999999999</c:v>
                </c:pt>
                <c:pt idx="68445">
                  <c:v>-3</c:v>
                </c:pt>
                <c:pt idx="68446">
                  <c:v>131.97999999999999</c:v>
                </c:pt>
                <c:pt idx="68447">
                  <c:v>248.14</c:v>
                </c:pt>
                <c:pt idx="68448">
                  <c:v>131.97999999999999</c:v>
                </c:pt>
                <c:pt idx="68449">
                  <c:v>99.98</c:v>
                </c:pt>
                <c:pt idx="68450">
                  <c:v>131.97999999999999</c:v>
                </c:pt>
                <c:pt idx="68451">
                  <c:v>85.85</c:v>
                </c:pt>
                <c:pt idx="68452">
                  <c:v>152.97</c:v>
                </c:pt>
                <c:pt idx="68453">
                  <c:v>138.96</c:v>
                </c:pt>
                <c:pt idx="68454">
                  <c:v>106.97</c:v>
                </c:pt>
                <c:pt idx="68455">
                  <c:v>106.97</c:v>
                </c:pt>
                <c:pt idx="68456">
                  <c:v>123.98</c:v>
                </c:pt>
                <c:pt idx="68457">
                  <c:v>80.27</c:v>
                </c:pt>
                <c:pt idx="68458">
                  <c:v>324.95999999999998</c:v>
                </c:pt>
                <c:pt idx="68459">
                  <c:v>150.18</c:v>
                </c:pt>
                <c:pt idx="68460">
                  <c:v>164.98</c:v>
                </c:pt>
                <c:pt idx="68461">
                  <c:v>121.48</c:v>
                </c:pt>
                <c:pt idx="68462">
                  <c:v>179.97</c:v>
                </c:pt>
                <c:pt idx="68463">
                  <c:v>84.99</c:v>
                </c:pt>
                <c:pt idx="68464">
                  <c:v>137.46</c:v>
                </c:pt>
                <c:pt idx="68465">
                  <c:v>121.45</c:v>
                </c:pt>
                <c:pt idx="68466">
                  <c:v>169.98</c:v>
                </c:pt>
                <c:pt idx="68467">
                  <c:v>127.56</c:v>
                </c:pt>
                <c:pt idx="68468">
                  <c:v>13.99</c:v>
                </c:pt>
                <c:pt idx="68469">
                  <c:v>138.97999999999999</c:v>
                </c:pt>
                <c:pt idx="68470">
                  <c:v>125.06</c:v>
                </c:pt>
                <c:pt idx="68471">
                  <c:v>169.98</c:v>
                </c:pt>
                <c:pt idx="68472">
                  <c:v>94.95</c:v>
                </c:pt>
                <c:pt idx="68473">
                  <c:v>56.97</c:v>
                </c:pt>
                <c:pt idx="68474">
                  <c:v>249.96</c:v>
                </c:pt>
                <c:pt idx="68475">
                  <c:v>139.97</c:v>
                </c:pt>
                <c:pt idx="68476">
                  <c:v>241.92</c:v>
                </c:pt>
                <c:pt idx="68477">
                  <c:v>231.47</c:v>
                </c:pt>
                <c:pt idx="68478">
                  <c:v>71.489999999999995</c:v>
                </c:pt>
                <c:pt idx="68479">
                  <c:v>48.98</c:v>
                </c:pt>
                <c:pt idx="68480">
                  <c:v>52.47</c:v>
                </c:pt>
                <c:pt idx="68481">
                  <c:v>111.98</c:v>
                </c:pt>
                <c:pt idx="68482">
                  <c:v>63.98</c:v>
                </c:pt>
                <c:pt idx="68483">
                  <c:v>111.35</c:v>
                </c:pt>
                <c:pt idx="68484">
                  <c:v>84.11</c:v>
                </c:pt>
                <c:pt idx="68485">
                  <c:v>65.98</c:v>
                </c:pt>
                <c:pt idx="68486">
                  <c:v>92.31</c:v>
                </c:pt>
                <c:pt idx="68487">
                  <c:v>86.63</c:v>
                </c:pt>
                <c:pt idx="68488">
                  <c:v>85.83</c:v>
                </c:pt>
                <c:pt idx="68489">
                  <c:v>97.27</c:v>
                </c:pt>
                <c:pt idx="68490">
                  <c:v>61.98</c:v>
                </c:pt>
                <c:pt idx="68491">
                  <c:v>76.97</c:v>
                </c:pt>
                <c:pt idx="68492">
                  <c:v>92.97</c:v>
                </c:pt>
                <c:pt idx="68493">
                  <c:v>142.47999999999999</c:v>
                </c:pt>
                <c:pt idx="68494">
                  <c:v>84.96</c:v>
                </c:pt>
                <c:pt idx="68495">
                  <c:v>116.96</c:v>
                </c:pt>
                <c:pt idx="68496">
                  <c:v>146.94999999999999</c:v>
                </c:pt>
                <c:pt idx="68497">
                  <c:v>91.98</c:v>
                </c:pt>
                <c:pt idx="68498">
                  <c:v>55.77</c:v>
                </c:pt>
                <c:pt idx="68499">
                  <c:v>99.98</c:v>
                </c:pt>
                <c:pt idx="68500">
                  <c:v>65.19</c:v>
                </c:pt>
                <c:pt idx="68501">
                  <c:v>75.98</c:v>
                </c:pt>
                <c:pt idx="68502">
                  <c:v>65.989999999999995</c:v>
                </c:pt>
                <c:pt idx="68503">
                  <c:v>137.97999999999999</c:v>
                </c:pt>
                <c:pt idx="68504">
                  <c:v>87.98</c:v>
                </c:pt>
                <c:pt idx="68505">
                  <c:v>139.97999999999999</c:v>
                </c:pt>
                <c:pt idx="68506">
                  <c:v>65.989999999999995</c:v>
                </c:pt>
                <c:pt idx="68507">
                  <c:v>134.97999999999999</c:v>
                </c:pt>
                <c:pt idx="68508">
                  <c:v>68.989999999999995</c:v>
                </c:pt>
                <c:pt idx="68509">
                  <c:v>105.98</c:v>
                </c:pt>
                <c:pt idx="68510">
                  <c:v>55.98</c:v>
                </c:pt>
                <c:pt idx="68511">
                  <c:v>54.99</c:v>
                </c:pt>
                <c:pt idx="68512">
                  <c:v>68.989999999999995</c:v>
                </c:pt>
                <c:pt idx="68513">
                  <c:v>84.99</c:v>
                </c:pt>
                <c:pt idx="68514">
                  <c:v>83.39</c:v>
                </c:pt>
                <c:pt idx="68515">
                  <c:v>85.98</c:v>
                </c:pt>
                <c:pt idx="68516">
                  <c:v>84.99</c:v>
                </c:pt>
                <c:pt idx="68517">
                  <c:v>83.15</c:v>
                </c:pt>
                <c:pt idx="68518">
                  <c:v>98.98</c:v>
                </c:pt>
                <c:pt idx="68519">
                  <c:v>96.48</c:v>
                </c:pt>
                <c:pt idx="68520">
                  <c:v>124.98</c:v>
                </c:pt>
                <c:pt idx="68521">
                  <c:v>63.96</c:v>
                </c:pt>
                <c:pt idx="68522">
                  <c:v>81.95</c:v>
                </c:pt>
                <c:pt idx="68523">
                  <c:v>98.98</c:v>
                </c:pt>
                <c:pt idx="68524">
                  <c:v>84.07</c:v>
                </c:pt>
                <c:pt idx="68525">
                  <c:v>166.46</c:v>
                </c:pt>
                <c:pt idx="68526">
                  <c:v>84.99</c:v>
                </c:pt>
                <c:pt idx="68527">
                  <c:v>84.02</c:v>
                </c:pt>
                <c:pt idx="68528">
                  <c:v>112.97</c:v>
                </c:pt>
                <c:pt idx="68529">
                  <c:v>162.96</c:v>
                </c:pt>
                <c:pt idx="68530">
                  <c:v>105.95</c:v>
                </c:pt>
                <c:pt idx="68531">
                  <c:v>84.99</c:v>
                </c:pt>
                <c:pt idx="68532">
                  <c:v>184.97</c:v>
                </c:pt>
                <c:pt idx="68533">
                  <c:v>149.97</c:v>
                </c:pt>
                <c:pt idx="68534">
                  <c:v>168.97</c:v>
                </c:pt>
                <c:pt idx="68535">
                  <c:v>101.55</c:v>
                </c:pt>
                <c:pt idx="68536">
                  <c:v>114.55</c:v>
                </c:pt>
                <c:pt idx="68537">
                  <c:v>99.98</c:v>
                </c:pt>
                <c:pt idx="68538">
                  <c:v>149.97</c:v>
                </c:pt>
                <c:pt idx="68539">
                  <c:v>65.989999999999995</c:v>
                </c:pt>
                <c:pt idx="68540">
                  <c:v>65.989999999999995</c:v>
                </c:pt>
                <c:pt idx="68541">
                  <c:v>65.989999999999995</c:v>
                </c:pt>
                <c:pt idx="68542">
                  <c:v>65.989999999999995</c:v>
                </c:pt>
                <c:pt idx="68543">
                  <c:v>54.99</c:v>
                </c:pt>
                <c:pt idx="68544">
                  <c:v>65.989999999999995</c:v>
                </c:pt>
                <c:pt idx="68545">
                  <c:v>65.989999999999995</c:v>
                </c:pt>
                <c:pt idx="68546">
                  <c:v>65.989999999999995</c:v>
                </c:pt>
                <c:pt idx="68547">
                  <c:v>79.98</c:v>
                </c:pt>
                <c:pt idx="68548">
                  <c:v>69.98</c:v>
                </c:pt>
                <c:pt idx="68549">
                  <c:v>65.989999999999995</c:v>
                </c:pt>
                <c:pt idx="68550">
                  <c:v>123.95</c:v>
                </c:pt>
                <c:pt idx="68551">
                  <c:v>65.989999999999995</c:v>
                </c:pt>
                <c:pt idx="68552">
                  <c:v>84.99</c:v>
                </c:pt>
                <c:pt idx="68553">
                  <c:v>84.99</c:v>
                </c:pt>
                <c:pt idx="68554">
                  <c:v>62.13</c:v>
                </c:pt>
                <c:pt idx="68555">
                  <c:v>84.99</c:v>
                </c:pt>
                <c:pt idx="68556">
                  <c:v>82.73</c:v>
                </c:pt>
                <c:pt idx="68557">
                  <c:v>65.989999999999995</c:v>
                </c:pt>
                <c:pt idx="68558">
                  <c:v>84.99</c:v>
                </c:pt>
                <c:pt idx="68559">
                  <c:v>119.96</c:v>
                </c:pt>
                <c:pt idx="68560">
                  <c:v>84.99</c:v>
                </c:pt>
                <c:pt idx="68561">
                  <c:v>65.989999999999995</c:v>
                </c:pt>
                <c:pt idx="68562">
                  <c:v>84.99</c:v>
                </c:pt>
                <c:pt idx="68563">
                  <c:v>65.989999999999995</c:v>
                </c:pt>
                <c:pt idx="68564">
                  <c:v>77.34</c:v>
                </c:pt>
                <c:pt idx="68565">
                  <c:v>84.99</c:v>
                </c:pt>
                <c:pt idx="68566">
                  <c:v>84.99</c:v>
                </c:pt>
                <c:pt idx="68567">
                  <c:v>84.99</c:v>
                </c:pt>
                <c:pt idx="68568">
                  <c:v>130.52000000000001</c:v>
                </c:pt>
                <c:pt idx="68569">
                  <c:v>159.54</c:v>
                </c:pt>
                <c:pt idx="68570">
                  <c:v>169.98</c:v>
                </c:pt>
                <c:pt idx="68571">
                  <c:v>169.98</c:v>
                </c:pt>
                <c:pt idx="68572">
                  <c:v>169.98</c:v>
                </c:pt>
                <c:pt idx="68573">
                  <c:v>121.98</c:v>
                </c:pt>
                <c:pt idx="68574">
                  <c:v>84.98</c:v>
                </c:pt>
                <c:pt idx="68575">
                  <c:v>169.98</c:v>
                </c:pt>
                <c:pt idx="68576">
                  <c:v>105.98</c:v>
                </c:pt>
                <c:pt idx="68577">
                  <c:v>79.98</c:v>
                </c:pt>
                <c:pt idx="68578">
                  <c:v>107.17</c:v>
                </c:pt>
                <c:pt idx="68579">
                  <c:v>79.98</c:v>
                </c:pt>
                <c:pt idx="68580">
                  <c:v>80.98</c:v>
                </c:pt>
                <c:pt idx="68581">
                  <c:v>-21.7</c:v>
                </c:pt>
                <c:pt idx="68582">
                  <c:v>99.98</c:v>
                </c:pt>
                <c:pt idx="68583">
                  <c:v>79.98</c:v>
                </c:pt>
                <c:pt idx="68584">
                  <c:v>95.66</c:v>
                </c:pt>
                <c:pt idx="68585">
                  <c:v>79.98</c:v>
                </c:pt>
                <c:pt idx="68586">
                  <c:v>105.98</c:v>
                </c:pt>
                <c:pt idx="68587">
                  <c:v>105.98</c:v>
                </c:pt>
                <c:pt idx="68588">
                  <c:v>79.98</c:v>
                </c:pt>
                <c:pt idx="68589">
                  <c:v>79.98</c:v>
                </c:pt>
                <c:pt idx="68590">
                  <c:v>91.27</c:v>
                </c:pt>
                <c:pt idx="68591">
                  <c:v>101.28</c:v>
                </c:pt>
                <c:pt idx="68592">
                  <c:v>71.28</c:v>
                </c:pt>
                <c:pt idx="68593">
                  <c:v>218.78</c:v>
                </c:pt>
                <c:pt idx="68594">
                  <c:v>239.92</c:v>
                </c:pt>
                <c:pt idx="68595">
                  <c:v>119.96</c:v>
                </c:pt>
                <c:pt idx="68596">
                  <c:v>218.78</c:v>
                </c:pt>
                <c:pt idx="68597">
                  <c:v>181.24</c:v>
                </c:pt>
                <c:pt idx="68598">
                  <c:v>239.92</c:v>
                </c:pt>
                <c:pt idx="68599">
                  <c:v>121.26</c:v>
                </c:pt>
                <c:pt idx="68600">
                  <c:v>91.27</c:v>
                </c:pt>
                <c:pt idx="68601">
                  <c:v>71.28</c:v>
                </c:pt>
                <c:pt idx="68602">
                  <c:v>181.24</c:v>
                </c:pt>
                <c:pt idx="68603">
                  <c:v>119.96</c:v>
                </c:pt>
                <c:pt idx="68604">
                  <c:v>61.28</c:v>
                </c:pt>
                <c:pt idx="68605">
                  <c:v>119.96</c:v>
                </c:pt>
                <c:pt idx="68606">
                  <c:v>181.24</c:v>
                </c:pt>
                <c:pt idx="68607">
                  <c:v>119.96</c:v>
                </c:pt>
                <c:pt idx="68608">
                  <c:v>181.24</c:v>
                </c:pt>
                <c:pt idx="68609">
                  <c:v>119.96</c:v>
                </c:pt>
                <c:pt idx="68610">
                  <c:v>61.28</c:v>
                </c:pt>
                <c:pt idx="68611">
                  <c:v>119.96</c:v>
                </c:pt>
                <c:pt idx="68612">
                  <c:v>121.26</c:v>
                </c:pt>
                <c:pt idx="68613">
                  <c:v>101.28</c:v>
                </c:pt>
                <c:pt idx="68614">
                  <c:v>111.96</c:v>
                </c:pt>
                <c:pt idx="68615">
                  <c:v>115.96</c:v>
                </c:pt>
                <c:pt idx="68616">
                  <c:v>157.91999999999999</c:v>
                </c:pt>
                <c:pt idx="68617">
                  <c:v>121.96</c:v>
                </c:pt>
                <c:pt idx="68618">
                  <c:v>112.96</c:v>
                </c:pt>
                <c:pt idx="68619">
                  <c:v>128.94999999999999</c:v>
                </c:pt>
                <c:pt idx="68620">
                  <c:v>85.97</c:v>
                </c:pt>
                <c:pt idx="68621">
                  <c:v>111.96</c:v>
                </c:pt>
                <c:pt idx="68622">
                  <c:v>115.96</c:v>
                </c:pt>
                <c:pt idx="68623">
                  <c:v>105.96</c:v>
                </c:pt>
                <c:pt idx="68624">
                  <c:v>138.94999999999999</c:v>
                </c:pt>
                <c:pt idx="68625">
                  <c:v>295.92</c:v>
                </c:pt>
                <c:pt idx="68626">
                  <c:v>120.23</c:v>
                </c:pt>
                <c:pt idx="68627">
                  <c:v>129.94999999999999</c:v>
                </c:pt>
                <c:pt idx="68628">
                  <c:v>197.97</c:v>
                </c:pt>
                <c:pt idx="68629">
                  <c:v>226.94</c:v>
                </c:pt>
                <c:pt idx="68630">
                  <c:v>63.96</c:v>
                </c:pt>
                <c:pt idx="68631">
                  <c:v>133.47</c:v>
                </c:pt>
                <c:pt idx="68632">
                  <c:v>134.47</c:v>
                </c:pt>
                <c:pt idx="68633">
                  <c:v>216.72</c:v>
                </c:pt>
                <c:pt idx="68634">
                  <c:v>254.97</c:v>
                </c:pt>
                <c:pt idx="68635">
                  <c:v>169.98</c:v>
                </c:pt>
                <c:pt idx="68636">
                  <c:v>265.86</c:v>
                </c:pt>
                <c:pt idx="68637">
                  <c:v>315.11</c:v>
                </c:pt>
                <c:pt idx="68638">
                  <c:v>67.98</c:v>
                </c:pt>
                <c:pt idx="68639">
                  <c:v>31.49</c:v>
                </c:pt>
                <c:pt idx="68640">
                  <c:v>31.49</c:v>
                </c:pt>
                <c:pt idx="68641">
                  <c:v>65.989999999999995</c:v>
                </c:pt>
                <c:pt idx="68642">
                  <c:v>65.989999999999995</c:v>
                </c:pt>
                <c:pt idx="68643">
                  <c:v>31.49</c:v>
                </c:pt>
                <c:pt idx="68644">
                  <c:v>51.49</c:v>
                </c:pt>
                <c:pt idx="68645">
                  <c:v>12.49</c:v>
                </c:pt>
                <c:pt idx="68646">
                  <c:v>76.98</c:v>
                </c:pt>
                <c:pt idx="68647">
                  <c:v>31.49</c:v>
                </c:pt>
                <c:pt idx="68648">
                  <c:v>41.49</c:v>
                </c:pt>
                <c:pt idx="68649">
                  <c:v>65.989999999999995</c:v>
                </c:pt>
                <c:pt idx="68650">
                  <c:v>47.48</c:v>
                </c:pt>
                <c:pt idx="68651">
                  <c:v>55.98</c:v>
                </c:pt>
                <c:pt idx="68652">
                  <c:v>55.98</c:v>
                </c:pt>
                <c:pt idx="68653">
                  <c:v>26.49</c:v>
                </c:pt>
                <c:pt idx="68654">
                  <c:v>55.98</c:v>
                </c:pt>
                <c:pt idx="68655">
                  <c:v>12.49</c:v>
                </c:pt>
                <c:pt idx="68656">
                  <c:v>66.98</c:v>
                </c:pt>
                <c:pt idx="68657">
                  <c:v>65.989999999999995</c:v>
                </c:pt>
                <c:pt idx="68658">
                  <c:v>65.989999999999995</c:v>
                </c:pt>
                <c:pt idx="68659">
                  <c:v>65.989999999999995</c:v>
                </c:pt>
                <c:pt idx="68660">
                  <c:v>50.98</c:v>
                </c:pt>
                <c:pt idx="68661">
                  <c:v>41.49</c:v>
                </c:pt>
                <c:pt idx="68662">
                  <c:v>339.96</c:v>
                </c:pt>
                <c:pt idx="68663">
                  <c:v>152.97999999999999</c:v>
                </c:pt>
                <c:pt idx="68664">
                  <c:v>169.98</c:v>
                </c:pt>
                <c:pt idx="68665">
                  <c:v>339.96</c:v>
                </c:pt>
                <c:pt idx="68666">
                  <c:v>147.57</c:v>
                </c:pt>
                <c:pt idx="68667">
                  <c:v>73.459999999999994</c:v>
                </c:pt>
                <c:pt idx="68668">
                  <c:v>157.26</c:v>
                </c:pt>
                <c:pt idx="68669">
                  <c:v>147.6</c:v>
                </c:pt>
                <c:pt idx="68670">
                  <c:v>159.69999999999999</c:v>
                </c:pt>
                <c:pt idx="68671">
                  <c:v>159.69999999999999</c:v>
                </c:pt>
                <c:pt idx="68672">
                  <c:v>159.69999999999999</c:v>
                </c:pt>
                <c:pt idx="68673">
                  <c:v>125.97</c:v>
                </c:pt>
                <c:pt idx="68674">
                  <c:v>59.98</c:v>
                </c:pt>
                <c:pt idx="68675">
                  <c:v>63.97</c:v>
                </c:pt>
                <c:pt idx="68676">
                  <c:v>59.98</c:v>
                </c:pt>
                <c:pt idx="68677">
                  <c:v>122.11</c:v>
                </c:pt>
                <c:pt idx="68678">
                  <c:v>59.98</c:v>
                </c:pt>
                <c:pt idx="68679">
                  <c:v>59.98</c:v>
                </c:pt>
                <c:pt idx="68680">
                  <c:v>59.98</c:v>
                </c:pt>
                <c:pt idx="68681">
                  <c:v>59.98</c:v>
                </c:pt>
                <c:pt idx="68682">
                  <c:v>59.98</c:v>
                </c:pt>
                <c:pt idx="68683">
                  <c:v>49.26</c:v>
                </c:pt>
                <c:pt idx="68684">
                  <c:v>59.98</c:v>
                </c:pt>
                <c:pt idx="68685">
                  <c:v>89.97</c:v>
                </c:pt>
                <c:pt idx="68686">
                  <c:v>59.98</c:v>
                </c:pt>
                <c:pt idx="68687">
                  <c:v>64.98</c:v>
                </c:pt>
                <c:pt idx="68688">
                  <c:v>111.96</c:v>
                </c:pt>
                <c:pt idx="68689">
                  <c:v>78.59</c:v>
                </c:pt>
                <c:pt idx="68690">
                  <c:v>130.61000000000001</c:v>
                </c:pt>
                <c:pt idx="68691">
                  <c:v>129.30000000000001</c:v>
                </c:pt>
                <c:pt idx="68692">
                  <c:v>86.2</c:v>
                </c:pt>
                <c:pt idx="68693">
                  <c:v>87.07</c:v>
                </c:pt>
                <c:pt idx="68694">
                  <c:v>61.98</c:v>
                </c:pt>
                <c:pt idx="68695">
                  <c:v>61.98</c:v>
                </c:pt>
                <c:pt idx="68696">
                  <c:v>63.54</c:v>
                </c:pt>
                <c:pt idx="68697">
                  <c:v>61.98</c:v>
                </c:pt>
                <c:pt idx="68698">
                  <c:v>78.97</c:v>
                </c:pt>
                <c:pt idx="68699">
                  <c:v>61.98</c:v>
                </c:pt>
                <c:pt idx="68700">
                  <c:v>89.97</c:v>
                </c:pt>
                <c:pt idx="68701">
                  <c:v>61.98</c:v>
                </c:pt>
                <c:pt idx="68702">
                  <c:v>61.98</c:v>
                </c:pt>
                <c:pt idx="68703">
                  <c:v>61.98</c:v>
                </c:pt>
                <c:pt idx="68704">
                  <c:v>61.98</c:v>
                </c:pt>
                <c:pt idx="68705">
                  <c:v>91.97</c:v>
                </c:pt>
                <c:pt idx="68706">
                  <c:v>61.98</c:v>
                </c:pt>
                <c:pt idx="68707">
                  <c:v>58.04</c:v>
                </c:pt>
                <c:pt idx="68708">
                  <c:v>56.6</c:v>
                </c:pt>
                <c:pt idx="68709">
                  <c:v>61.98</c:v>
                </c:pt>
                <c:pt idx="68710">
                  <c:v>103.96</c:v>
                </c:pt>
                <c:pt idx="68711">
                  <c:v>61.93</c:v>
                </c:pt>
                <c:pt idx="68712">
                  <c:v>53.98</c:v>
                </c:pt>
                <c:pt idx="68713">
                  <c:v>53.98</c:v>
                </c:pt>
                <c:pt idx="68714">
                  <c:v>53.98</c:v>
                </c:pt>
                <c:pt idx="68715">
                  <c:v>56.95</c:v>
                </c:pt>
                <c:pt idx="68716">
                  <c:v>53.98</c:v>
                </c:pt>
                <c:pt idx="68717">
                  <c:v>53.98</c:v>
                </c:pt>
                <c:pt idx="68718">
                  <c:v>53.98</c:v>
                </c:pt>
                <c:pt idx="68719">
                  <c:v>79.959999999999994</c:v>
                </c:pt>
                <c:pt idx="68720">
                  <c:v>26.99</c:v>
                </c:pt>
                <c:pt idx="68721">
                  <c:v>55.98</c:v>
                </c:pt>
                <c:pt idx="68722">
                  <c:v>107.96</c:v>
                </c:pt>
                <c:pt idx="68723">
                  <c:v>244.37</c:v>
                </c:pt>
                <c:pt idx="68724">
                  <c:v>147.6</c:v>
                </c:pt>
                <c:pt idx="68725">
                  <c:v>147.6</c:v>
                </c:pt>
                <c:pt idx="68726">
                  <c:v>147.6</c:v>
                </c:pt>
                <c:pt idx="68727">
                  <c:v>221.39</c:v>
                </c:pt>
                <c:pt idx="68728">
                  <c:v>332.67</c:v>
                </c:pt>
                <c:pt idx="68729">
                  <c:v>189.95</c:v>
                </c:pt>
                <c:pt idx="68730">
                  <c:v>131.97999999999999</c:v>
                </c:pt>
                <c:pt idx="68731">
                  <c:v>284.93</c:v>
                </c:pt>
                <c:pt idx="68732">
                  <c:v>119.97</c:v>
                </c:pt>
                <c:pt idx="68733">
                  <c:v>258.93</c:v>
                </c:pt>
                <c:pt idx="68734">
                  <c:v>59.96</c:v>
                </c:pt>
                <c:pt idx="68735">
                  <c:v>79.98</c:v>
                </c:pt>
                <c:pt idx="68736">
                  <c:v>59.96</c:v>
                </c:pt>
                <c:pt idx="68737">
                  <c:v>98.97</c:v>
                </c:pt>
                <c:pt idx="68738">
                  <c:v>59.96</c:v>
                </c:pt>
                <c:pt idx="68739">
                  <c:v>84.99</c:v>
                </c:pt>
                <c:pt idx="68740">
                  <c:v>134.97</c:v>
                </c:pt>
                <c:pt idx="68741">
                  <c:v>59.98</c:v>
                </c:pt>
                <c:pt idx="68742">
                  <c:v>84.98</c:v>
                </c:pt>
                <c:pt idx="68743">
                  <c:v>43.48</c:v>
                </c:pt>
                <c:pt idx="68744">
                  <c:v>71.78</c:v>
                </c:pt>
                <c:pt idx="68745">
                  <c:v>41.49</c:v>
                </c:pt>
                <c:pt idx="68746">
                  <c:v>83.97</c:v>
                </c:pt>
                <c:pt idx="68747">
                  <c:v>49.44</c:v>
                </c:pt>
                <c:pt idx="68748">
                  <c:v>74.97</c:v>
                </c:pt>
                <c:pt idx="68749">
                  <c:v>144.97</c:v>
                </c:pt>
                <c:pt idx="68750">
                  <c:v>74.98</c:v>
                </c:pt>
                <c:pt idx="68751">
                  <c:v>65.989999999999995</c:v>
                </c:pt>
                <c:pt idx="68752">
                  <c:v>65.989999999999995</c:v>
                </c:pt>
                <c:pt idx="68753">
                  <c:v>90.83</c:v>
                </c:pt>
                <c:pt idx="68754">
                  <c:v>185.95</c:v>
                </c:pt>
                <c:pt idx="68755">
                  <c:v>193.46</c:v>
                </c:pt>
                <c:pt idx="68756">
                  <c:v>169.98</c:v>
                </c:pt>
                <c:pt idx="68757">
                  <c:v>131.97999999999999</c:v>
                </c:pt>
                <c:pt idx="68758">
                  <c:v>163</c:v>
                </c:pt>
                <c:pt idx="68759">
                  <c:v>163</c:v>
                </c:pt>
                <c:pt idx="68760">
                  <c:v>131.97999999999999</c:v>
                </c:pt>
                <c:pt idx="68761">
                  <c:v>131.97999999999999</c:v>
                </c:pt>
                <c:pt idx="68762">
                  <c:v>169.98</c:v>
                </c:pt>
                <c:pt idx="68763">
                  <c:v>169.98</c:v>
                </c:pt>
                <c:pt idx="68764">
                  <c:v>169.98</c:v>
                </c:pt>
                <c:pt idx="68765">
                  <c:v>169.98</c:v>
                </c:pt>
                <c:pt idx="68766">
                  <c:v>131.97999999999999</c:v>
                </c:pt>
                <c:pt idx="68767">
                  <c:v>169.98</c:v>
                </c:pt>
                <c:pt idx="68768">
                  <c:v>131.97999999999999</c:v>
                </c:pt>
                <c:pt idx="68769">
                  <c:v>131.97999999999999</c:v>
                </c:pt>
                <c:pt idx="68770">
                  <c:v>72.97</c:v>
                </c:pt>
                <c:pt idx="68771">
                  <c:v>62.98</c:v>
                </c:pt>
                <c:pt idx="68772">
                  <c:v>79.98</c:v>
                </c:pt>
                <c:pt idx="68773">
                  <c:v>92.97</c:v>
                </c:pt>
                <c:pt idx="68774">
                  <c:v>161.97</c:v>
                </c:pt>
                <c:pt idx="68775">
                  <c:v>89.98</c:v>
                </c:pt>
                <c:pt idx="68776">
                  <c:v>40.49</c:v>
                </c:pt>
                <c:pt idx="68777">
                  <c:v>56.98</c:v>
                </c:pt>
                <c:pt idx="68778">
                  <c:v>142.94999999999999</c:v>
                </c:pt>
                <c:pt idx="68779">
                  <c:v>122.97</c:v>
                </c:pt>
                <c:pt idx="68780">
                  <c:v>117.05</c:v>
                </c:pt>
                <c:pt idx="68781">
                  <c:v>59.36</c:v>
                </c:pt>
                <c:pt idx="68782">
                  <c:v>74.95</c:v>
                </c:pt>
                <c:pt idx="68783">
                  <c:v>59.36</c:v>
                </c:pt>
                <c:pt idx="68784">
                  <c:v>74.95</c:v>
                </c:pt>
                <c:pt idx="68785">
                  <c:v>58.81</c:v>
                </c:pt>
                <c:pt idx="68786">
                  <c:v>59.96</c:v>
                </c:pt>
                <c:pt idx="68787">
                  <c:v>112.35</c:v>
                </c:pt>
                <c:pt idx="68788">
                  <c:v>59.93</c:v>
                </c:pt>
                <c:pt idx="68789">
                  <c:v>84.36</c:v>
                </c:pt>
                <c:pt idx="68790">
                  <c:v>59.96</c:v>
                </c:pt>
                <c:pt idx="68791">
                  <c:v>108.06</c:v>
                </c:pt>
                <c:pt idx="68792">
                  <c:v>65.989999999999995</c:v>
                </c:pt>
                <c:pt idx="68793">
                  <c:v>65.989999999999995</c:v>
                </c:pt>
                <c:pt idx="68794">
                  <c:v>19.989999999999998</c:v>
                </c:pt>
                <c:pt idx="68795">
                  <c:v>87.78</c:v>
                </c:pt>
                <c:pt idx="68796">
                  <c:v>76.48</c:v>
                </c:pt>
                <c:pt idx="68797">
                  <c:v>109.47</c:v>
                </c:pt>
                <c:pt idx="68798">
                  <c:v>60.2</c:v>
                </c:pt>
                <c:pt idx="68799">
                  <c:v>84.99</c:v>
                </c:pt>
                <c:pt idx="68800">
                  <c:v>68.989999999999995</c:v>
                </c:pt>
                <c:pt idx="68801">
                  <c:v>169.98</c:v>
                </c:pt>
                <c:pt idx="68802">
                  <c:v>197.96</c:v>
                </c:pt>
                <c:pt idx="68803">
                  <c:v>163.65</c:v>
                </c:pt>
                <c:pt idx="68804">
                  <c:v>131.97999999999999</c:v>
                </c:pt>
                <c:pt idx="68805">
                  <c:v>133.96</c:v>
                </c:pt>
                <c:pt idx="68806">
                  <c:v>149.33000000000001</c:v>
                </c:pt>
                <c:pt idx="68807">
                  <c:v>92.97</c:v>
                </c:pt>
                <c:pt idx="68808">
                  <c:v>79.98</c:v>
                </c:pt>
                <c:pt idx="68809">
                  <c:v>80.739999999999995</c:v>
                </c:pt>
                <c:pt idx="68810">
                  <c:v>84.99</c:v>
                </c:pt>
                <c:pt idx="68811">
                  <c:v>143.97</c:v>
                </c:pt>
                <c:pt idx="68812">
                  <c:v>57.97</c:v>
                </c:pt>
                <c:pt idx="68813">
                  <c:v>67.97</c:v>
                </c:pt>
                <c:pt idx="68814">
                  <c:v>53.94</c:v>
                </c:pt>
                <c:pt idx="68815">
                  <c:v>41.19</c:v>
                </c:pt>
                <c:pt idx="68816">
                  <c:v>57.97</c:v>
                </c:pt>
                <c:pt idx="68817">
                  <c:v>17.190000000000001</c:v>
                </c:pt>
                <c:pt idx="68818">
                  <c:v>19.489999999999998</c:v>
                </c:pt>
                <c:pt idx="68819">
                  <c:v>50.98</c:v>
                </c:pt>
                <c:pt idx="68820">
                  <c:v>50.18</c:v>
                </c:pt>
                <c:pt idx="68821">
                  <c:v>67.97</c:v>
                </c:pt>
                <c:pt idx="68822">
                  <c:v>41.19</c:v>
                </c:pt>
                <c:pt idx="68823">
                  <c:v>79.98</c:v>
                </c:pt>
                <c:pt idx="68824">
                  <c:v>50.98</c:v>
                </c:pt>
                <c:pt idx="68825">
                  <c:v>57.97</c:v>
                </c:pt>
                <c:pt idx="68826">
                  <c:v>95.95</c:v>
                </c:pt>
                <c:pt idx="68827">
                  <c:v>117.94</c:v>
                </c:pt>
                <c:pt idx="68828">
                  <c:v>59.97</c:v>
                </c:pt>
                <c:pt idx="68829">
                  <c:v>63.08</c:v>
                </c:pt>
                <c:pt idx="68830">
                  <c:v>95.95</c:v>
                </c:pt>
                <c:pt idx="68831">
                  <c:v>57.97</c:v>
                </c:pt>
                <c:pt idx="68832">
                  <c:v>100.94</c:v>
                </c:pt>
                <c:pt idx="68833">
                  <c:v>99.95</c:v>
                </c:pt>
                <c:pt idx="68834">
                  <c:v>199.9</c:v>
                </c:pt>
                <c:pt idx="68835">
                  <c:v>97.36</c:v>
                </c:pt>
                <c:pt idx="68836">
                  <c:v>99.88</c:v>
                </c:pt>
                <c:pt idx="68837">
                  <c:v>76.489999999999995</c:v>
                </c:pt>
                <c:pt idx="68838">
                  <c:v>100.98</c:v>
                </c:pt>
                <c:pt idx="68839">
                  <c:v>166.47</c:v>
                </c:pt>
                <c:pt idx="68840">
                  <c:v>131.08000000000001</c:v>
                </c:pt>
                <c:pt idx="68841">
                  <c:v>77.87</c:v>
                </c:pt>
                <c:pt idx="68842">
                  <c:v>84.99</c:v>
                </c:pt>
                <c:pt idx="68843">
                  <c:v>84.99</c:v>
                </c:pt>
                <c:pt idx="68844">
                  <c:v>68.989999999999995</c:v>
                </c:pt>
                <c:pt idx="68845">
                  <c:v>169.98</c:v>
                </c:pt>
                <c:pt idx="68846">
                  <c:v>109.98</c:v>
                </c:pt>
                <c:pt idx="68847">
                  <c:v>124.97</c:v>
                </c:pt>
                <c:pt idx="68848">
                  <c:v>88.91</c:v>
                </c:pt>
                <c:pt idx="68849">
                  <c:v>66.53</c:v>
                </c:pt>
                <c:pt idx="68850">
                  <c:v>180.25</c:v>
                </c:pt>
                <c:pt idx="68851">
                  <c:v>79.849999999999994</c:v>
                </c:pt>
                <c:pt idx="68852">
                  <c:v>131.87</c:v>
                </c:pt>
                <c:pt idx="68853">
                  <c:v>127.03</c:v>
                </c:pt>
                <c:pt idx="68854">
                  <c:v>79.849999999999994</c:v>
                </c:pt>
                <c:pt idx="68855">
                  <c:v>96.78</c:v>
                </c:pt>
                <c:pt idx="68856">
                  <c:v>123.38</c:v>
                </c:pt>
                <c:pt idx="68857">
                  <c:v>49.59</c:v>
                </c:pt>
                <c:pt idx="68858">
                  <c:v>208.08</c:v>
                </c:pt>
                <c:pt idx="68859">
                  <c:v>79.849999999999994</c:v>
                </c:pt>
                <c:pt idx="68860">
                  <c:v>19.989999999999998</c:v>
                </c:pt>
                <c:pt idx="68861">
                  <c:v>85.96</c:v>
                </c:pt>
                <c:pt idx="68862">
                  <c:v>83.48</c:v>
                </c:pt>
                <c:pt idx="68863">
                  <c:v>23.99</c:v>
                </c:pt>
                <c:pt idx="68864">
                  <c:v>51.49</c:v>
                </c:pt>
                <c:pt idx="68865">
                  <c:v>129.97</c:v>
                </c:pt>
                <c:pt idx="68866">
                  <c:v>74.97</c:v>
                </c:pt>
                <c:pt idx="68867">
                  <c:v>73.98</c:v>
                </c:pt>
                <c:pt idx="68868">
                  <c:v>-81.98</c:v>
                </c:pt>
                <c:pt idx="68869">
                  <c:v>30.48</c:v>
                </c:pt>
                <c:pt idx="68870">
                  <c:v>104.98</c:v>
                </c:pt>
                <c:pt idx="68871">
                  <c:v>26.79</c:v>
                </c:pt>
                <c:pt idx="68872">
                  <c:v>81.98</c:v>
                </c:pt>
                <c:pt idx="68873">
                  <c:v>92.98</c:v>
                </c:pt>
                <c:pt idx="68874">
                  <c:v>67.989999999999995</c:v>
                </c:pt>
                <c:pt idx="68875">
                  <c:v>76.98</c:v>
                </c:pt>
                <c:pt idx="68876">
                  <c:v>65.19</c:v>
                </c:pt>
                <c:pt idx="68877">
                  <c:v>84.99</c:v>
                </c:pt>
                <c:pt idx="68878">
                  <c:v>68.989999999999995</c:v>
                </c:pt>
                <c:pt idx="68879">
                  <c:v>84.99</c:v>
                </c:pt>
                <c:pt idx="68880">
                  <c:v>84.99</c:v>
                </c:pt>
                <c:pt idx="68881">
                  <c:v>89.17</c:v>
                </c:pt>
                <c:pt idx="68882">
                  <c:v>68.989999999999995</c:v>
                </c:pt>
                <c:pt idx="68883">
                  <c:v>73.989999999999995</c:v>
                </c:pt>
                <c:pt idx="68884">
                  <c:v>111.57</c:v>
                </c:pt>
                <c:pt idx="68885">
                  <c:v>71.989999999999995</c:v>
                </c:pt>
                <c:pt idx="68886">
                  <c:v>84.99</c:v>
                </c:pt>
                <c:pt idx="68887">
                  <c:v>84.99</c:v>
                </c:pt>
                <c:pt idx="68888">
                  <c:v>148.97999999999999</c:v>
                </c:pt>
                <c:pt idx="68889">
                  <c:v>84.99</c:v>
                </c:pt>
                <c:pt idx="68890">
                  <c:v>214.95</c:v>
                </c:pt>
                <c:pt idx="68891">
                  <c:v>162.06</c:v>
                </c:pt>
                <c:pt idx="68892">
                  <c:v>57.4</c:v>
                </c:pt>
                <c:pt idx="68893">
                  <c:v>205.95</c:v>
                </c:pt>
                <c:pt idx="68894">
                  <c:v>76.489999999999995</c:v>
                </c:pt>
                <c:pt idx="68895">
                  <c:v>84.99</c:v>
                </c:pt>
                <c:pt idx="68896">
                  <c:v>76.489999999999995</c:v>
                </c:pt>
                <c:pt idx="68897">
                  <c:v>44.97</c:v>
                </c:pt>
                <c:pt idx="68898">
                  <c:v>5.95</c:v>
                </c:pt>
                <c:pt idx="68899">
                  <c:v>149.62</c:v>
                </c:pt>
                <c:pt idx="68900">
                  <c:v>68.97</c:v>
                </c:pt>
                <c:pt idx="68901">
                  <c:v>98.72</c:v>
                </c:pt>
                <c:pt idx="68902">
                  <c:v>237.94</c:v>
                </c:pt>
                <c:pt idx="68903">
                  <c:v>156.94999999999999</c:v>
                </c:pt>
                <c:pt idx="68904">
                  <c:v>117.97</c:v>
                </c:pt>
                <c:pt idx="68905">
                  <c:v>71.98</c:v>
                </c:pt>
                <c:pt idx="68906">
                  <c:v>73.97</c:v>
                </c:pt>
                <c:pt idx="68907">
                  <c:v>105.87</c:v>
                </c:pt>
                <c:pt idx="68908">
                  <c:v>113.97</c:v>
                </c:pt>
                <c:pt idx="68909">
                  <c:v>107.96</c:v>
                </c:pt>
                <c:pt idx="68910">
                  <c:v>84.98</c:v>
                </c:pt>
                <c:pt idx="68911">
                  <c:v>197.97</c:v>
                </c:pt>
                <c:pt idx="68912">
                  <c:v>176.19</c:v>
                </c:pt>
                <c:pt idx="68913">
                  <c:v>197.97</c:v>
                </c:pt>
                <c:pt idx="68914">
                  <c:v>181.97</c:v>
                </c:pt>
                <c:pt idx="68915">
                  <c:v>197.97</c:v>
                </c:pt>
                <c:pt idx="68916">
                  <c:v>92.98</c:v>
                </c:pt>
                <c:pt idx="68917">
                  <c:v>102.98</c:v>
                </c:pt>
                <c:pt idx="68918">
                  <c:v>129.97999999999999</c:v>
                </c:pt>
                <c:pt idx="68919">
                  <c:v>76.489999999999995</c:v>
                </c:pt>
                <c:pt idx="68920">
                  <c:v>84.99</c:v>
                </c:pt>
                <c:pt idx="68921">
                  <c:v>97.98</c:v>
                </c:pt>
                <c:pt idx="68922">
                  <c:v>84.99</c:v>
                </c:pt>
                <c:pt idx="68923">
                  <c:v>80.739999999999995</c:v>
                </c:pt>
                <c:pt idx="68924">
                  <c:v>124.98</c:v>
                </c:pt>
                <c:pt idx="68925">
                  <c:v>79.89</c:v>
                </c:pt>
                <c:pt idx="68926">
                  <c:v>129.97999999999999</c:v>
                </c:pt>
                <c:pt idx="68927">
                  <c:v>68.989999999999995</c:v>
                </c:pt>
                <c:pt idx="68928">
                  <c:v>161.91</c:v>
                </c:pt>
                <c:pt idx="68929">
                  <c:v>118.78</c:v>
                </c:pt>
                <c:pt idx="68930">
                  <c:v>118.78</c:v>
                </c:pt>
                <c:pt idx="68931">
                  <c:v>141.9</c:v>
                </c:pt>
                <c:pt idx="68932">
                  <c:v>149.97999999999999</c:v>
                </c:pt>
                <c:pt idx="68933">
                  <c:v>121.37</c:v>
                </c:pt>
                <c:pt idx="68934">
                  <c:v>149.97999999999999</c:v>
                </c:pt>
                <c:pt idx="68935">
                  <c:v>75.510000000000005</c:v>
                </c:pt>
                <c:pt idx="68936">
                  <c:v>139.9</c:v>
                </c:pt>
                <c:pt idx="68937">
                  <c:v>82.44</c:v>
                </c:pt>
                <c:pt idx="68938">
                  <c:v>169.98</c:v>
                </c:pt>
                <c:pt idx="68939">
                  <c:v>121.37</c:v>
                </c:pt>
                <c:pt idx="68940">
                  <c:v>84.99</c:v>
                </c:pt>
                <c:pt idx="68941">
                  <c:v>75.510000000000005</c:v>
                </c:pt>
                <c:pt idx="68942">
                  <c:v>169.98</c:v>
                </c:pt>
                <c:pt idx="68943">
                  <c:v>169.98</c:v>
                </c:pt>
                <c:pt idx="68944">
                  <c:v>159.96</c:v>
                </c:pt>
                <c:pt idx="68945">
                  <c:v>159.96</c:v>
                </c:pt>
                <c:pt idx="68946">
                  <c:v>141.9</c:v>
                </c:pt>
                <c:pt idx="68947">
                  <c:v>84.99</c:v>
                </c:pt>
                <c:pt idx="68948">
                  <c:v>84.14</c:v>
                </c:pt>
                <c:pt idx="68949">
                  <c:v>84.99</c:v>
                </c:pt>
                <c:pt idx="68950">
                  <c:v>169.98</c:v>
                </c:pt>
                <c:pt idx="68951">
                  <c:v>84.99</c:v>
                </c:pt>
                <c:pt idx="68952">
                  <c:v>139.9</c:v>
                </c:pt>
                <c:pt idx="68953">
                  <c:v>161.91</c:v>
                </c:pt>
                <c:pt idx="68954">
                  <c:v>169.98</c:v>
                </c:pt>
                <c:pt idx="68955">
                  <c:v>82.44</c:v>
                </c:pt>
                <c:pt idx="68956">
                  <c:v>84.14</c:v>
                </c:pt>
                <c:pt idx="68957">
                  <c:v>169.98</c:v>
                </c:pt>
                <c:pt idx="68958">
                  <c:v>55.96</c:v>
                </c:pt>
                <c:pt idx="68959">
                  <c:v>134.97</c:v>
                </c:pt>
                <c:pt idx="68960">
                  <c:v>89.96</c:v>
                </c:pt>
                <c:pt idx="68961">
                  <c:v>58.97</c:v>
                </c:pt>
                <c:pt idx="68962">
                  <c:v>55.96</c:v>
                </c:pt>
                <c:pt idx="68963">
                  <c:v>140.94999999999999</c:v>
                </c:pt>
                <c:pt idx="68964">
                  <c:v>99.98</c:v>
                </c:pt>
                <c:pt idx="68965">
                  <c:v>-39.83</c:v>
                </c:pt>
                <c:pt idx="68966">
                  <c:v>99.98</c:v>
                </c:pt>
                <c:pt idx="68967">
                  <c:v>105.95</c:v>
                </c:pt>
                <c:pt idx="68968">
                  <c:v>55.96</c:v>
                </c:pt>
                <c:pt idx="68969">
                  <c:v>57.51</c:v>
                </c:pt>
                <c:pt idx="68970">
                  <c:v>65.98</c:v>
                </c:pt>
                <c:pt idx="68971">
                  <c:v>99.98</c:v>
                </c:pt>
                <c:pt idx="68972">
                  <c:v>64.98</c:v>
                </c:pt>
                <c:pt idx="68973">
                  <c:v>99.98</c:v>
                </c:pt>
                <c:pt idx="68974">
                  <c:v>99.98</c:v>
                </c:pt>
                <c:pt idx="68975">
                  <c:v>89.98</c:v>
                </c:pt>
                <c:pt idx="68976">
                  <c:v>197.97</c:v>
                </c:pt>
                <c:pt idx="68977">
                  <c:v>101.92</c:v>
                </c:pt>
                <c:pt idx="68978">
                  <c:v>59.99</c:v>
                </c:pt>
                <c:pt idx="68979">
                  <c:v>257.27999999999997</c:v>
                </c:pt>
                <c:pt idx="68980">
                  <c:v>65.989999999999995</c:v>
                </c:pt>
                <c:pt idx="68981">
                  <c:v>140.34</c:v>
                </c:pt>
                <c:pt idx="68982">
                  <c:v>112.18</c:v>
                </c:pt>
                <c:pt idx="68983">
                  <c:v>65.989999999999995</c:v>
                </c:pt>
                <c:pt idx="68984">
                  <c:v>159.09</c:v>
                </c:pt>
                <c:pt idx="68985">
                  <c:v>135.97999999999999</c:v>
                </c:pt>
                <c:pt idx="68986">
                  <c:v>59.39</c:v>
                </c:pt>
                <c:pt idx="68987">
                  <c:v>125.38</c:v>
                </c:pt>
                <c:pt idx="68988">
                  <c:v>155.13999999999999</c:v>
                </c:pt>
                <c:pt idx="68989">
                  <c:v>65.989999999999995</c:v>
                </c:pt>
                <c:pt idx="68990">
                  <c:v>115.58</c:v>
                </c:pt>
                <c:pt idx="68991">
                  <c:v>79.989999999999995</c:v>
                </c:pt>
                <c:pt idx="68992">
                  <c:v>59.99</c:v>
                </c:pt>
                <c:pt idx="68993">
                  <c:v>199.96</c:v>
                </c:pt>
                <c:pt idx="68994">
                  <c:v>79.989999999999995</c:v>
                </c:pt>
                <c:pt idx="68995">
                  <c:v>152.08000000000001</c:v>
                </c:pt>
                <c:pt idx="68996">
                  <c:v>93.08</c:v>
                </c:pt>
                <c:pt idx="68997">
                  <c:v>105.56</c:v>
                </c:pt>
                <c:pt idx="68998">
                  <c:v>79.989999999999995</c:v>
                </c:pt>
                <c:pt idx="68999">
                  <c:v>79.989999999999995</c:v>
                </c:pt>
                <c:pt idx="69000">
                  <c:v>79.989999999999995</c:v>
                </c:pt>
                <c:pt idx="69001">
                  <c:v>79.989999999999995</c:v>
                </c:pt>
                <c:pt idx="69002">
                  <c:v>79.989999999999995</c:v>
                </c:pt>
                <c:pt idx="69003">
                  <c:v>128.57</c:v>
                </c:pt>
                <c:pt idx="69004">
                  <c:v>79.989999999999995</c:v>
                </c:pt>
                <c:pt idx="69005">
                  <c:v>80.959999999999994</c:v>
                </c:pt>
                <c:pt idx="69006">
                  <c:v>64.98</c:v>
                </c:pt>
                <c:pt idx="69007">
                  <c:v>65.989999999999995</c:v>
                </c:pt>
                <c:pt idx="69008">
                  <c:v>65.989999999999995</c:v>
                </c:pt>
                <c:pt idx="69009">
                  <c:v>1.5</c:v>
                </c:pt>
                <c:pt idx="69010">
                  <c:v>98.6</c:v>
                </c:pt>
                <c:pt idx="69011">
                  <c:v>81.98</c:v>
                </c:pt>
                <c:pt idx="69012">
                  <c:v>107.98</c:v>
                </c:pt>
                <c:pt idx="69013">
                  <c:v>65.989999999999995</c:v>
                </c:pt>
                <c:pt idx="69014">
                  <c:v>65.989999999999995</c:v>
                </c:pt>
                <c:pt idx="69015">
                  <c:v>59.98</c:v>
                </c:pt>
                <c:pt idx="69016">
                  <c:v>59.98</c:v>
                </c:pt>
                <c:pt idx="69017">
                  <c:v>59.98</c:v>
                </c:pt>
                <c:pt idx="69018">
                  <c:v>59.98</c:v>
                </c:pt>
                <c:pt idx="69019">
                  <c:v>59.98</c:v>
                </c:pt>
                <c:pt idx="69020">
                  <c:v>59.98</c:v>
                </c:pt>
                <c:pt idx="69021">
                  <c:v>59.98</c:v>
                </c:pt>
                <c:pt idx="69022">
                  <c:v>59.98</c:v>
                </c:pt>
                <c:pt idx="69023">
                  <c:v>59.98</c:v>
                </c:pt>
                <c:pt idx="69024">
                  <c:v>59.98</c:v>
                </c:pt>
                <c:pt idx="69025">
                  <c:v>54.72</c:v>
                </c:pt>
                <c:pt idx="69026">
                  <c:v>59.98</c:v>
                </c:pt>
                <c:pt idx="69027">
                  <c:v>59.98</c:v>
                </c:pt>
                <c:pt idx="69028">
                  <c:v>59.98</c:v>
                </c:pt>
                <c:pt idx="69029">
                  <c:v>55.98</c:v>
                </c:pt>
                <c:pt idx="69030">
                  <c:v>59.98</c:v>
                </c:pt>
                <c:pt idx="69031">
                  <c:v>59.98</c:v>
                </c:pt>
                <c:pt idx="69032">
                  <c:v>50.98</c:v>
                </c:pt>
                <c:pt idx="69033">
                  <c:v>59.98</c:v>
                </c:pt>
                <c:pt idx="69034">
                  <c:v>59.98</c:v>
                </c:pt>
                <c:pt idx="69035">
                  <c:v>10.99</c:v>
                </c:pt>
                <c:pt idx="69036">
                  <c:v>80.98</c:v>
                </c:pt>
                <c:pt idx="69037">
                  <c:v>123.16</c:v>
                </c:pt>
                <c:pt idx="69038">
                  <c:v>102.18</c:v>
                </c:pt>
                <c:pt idx="69039">
                  <c:v>95.77</c:v>
                </c:pt>
                <c:pt idx="69040">
                  <c:v>148.94999999999999</c:v>
                </c:pt>
                <c:pt idx="69041">
                  <c:v>59.89</c:v>
                </c:pt>
                <c:pt idx="69042">
                  <c:v>86.68</c:v>
                </c:pt>
                <c:pt idx="69043">
                  <c:v>65.989999999999995</c:v>
                </c:pt>
                <c:pt idx="69044">
                  <c:v>65.989999999999995</c:v>
                </c:pt>
                <c:pt idx="69045">
                  <c:v>65.989999999999995</c:v>
                </c:pt>
                <c:pt idx="69046">
                  <c:v>60.85</c:v>
                </c:pt>
                <c:pt idx="69047">
                  <c:v>65.989999999999995</c:v>
                </c:pt>
                <c:pt idx="69048">
                  <c:v>62.6</c:v>
                </c:pt>
                <c:pt idx="69049">
                  <c:v>65.989999999999995</c:v>
                </c:pt>
                <c:pt idx="69050">
                  <c:v>65.989999999999995</c:v>
                </c:pt>
                <c:pt idx="69051">
                  <c:v>51.48</c:v>
                </c:pt>
                <c:pt idx="69052">
                  <c:v>65.989999999999995</c:v>
                </c:pt>
                <c:pt idx="69053">
                  <c:v>65.989999999999995</c:v>
                </c:pt>
                <c:pt idx="69054">
                  <c:v>51.98</c:v>
                </c:pt>
                <c:pt idx="69055">
                  <c:v>51.48</c:v>
                </c:pt>
                <c:pt idx="69056">
                  <c:v>65.989999999999995</c:v>
                </c:pt>
                <c:pt idx="69057">
                  <c:v>61.37</c:v>
                </c:pt>
                <c:pt idx="69058">
                  <c:v>51.99</c:v>
                </c:pt>
                <c:pt idx="69059">
                  <c:v>65.989999999999995</c:v>
                </c:pt>
                <c:pt idx="69060">
                  <c:v>65.989999999999995</c:v>
                </c:pt>
                <c:pt idx="69061">
                  <c:v>65.989999999999995</c:v>
                </c:pt>
                <c:pt idx="69062">
                  <c:v>125.96</c:v>
                </c:pt>
                <c:pt idx="69063">
                  <c:v>26.29</c:v>
                </c:pt>
                <c:pt idx="69064">
                  <c:v>89.98</c:v>
                </c:pt>
                <c:pt idx="69065">
                  <c:v>115.96</c:v>
                </c:pt>
                <c:pt idx="69066">
                  <c:v>99.98</c:v>
                </c:pt>
                <c:pt idx="69067">
                  <c:v>169.98</c:v>
                </c:pt>
                <c:pt idx="69068">
                  <c:v>112.97</c:v>
                </c:pt>
                <c:pt idx="69069">
                  <c:v>114.32</c:v>
                </c:pt>
                <c:pt idx="69070">
                  <c:v>75.97</c:v>
                </c:pt>
                <c:pt idx="69071">
                  <c:v>125.96</c:v>
                </c:pt>
                <c:pt idx="69072">
                  <c:v>75.97</c:v>
                </c:pt>
                <c:pt idx="69073">
                  <c:v>99.98</c:v>
                </c:pt>
                <c:pt idx="69074">
                  <c:v>50.97</c:v>
                </c:pt>
                <c:pt idx="69075">
                  <c:v>137.97999999999999</c:v>
                </c:pt>
                <c:pt idx="69076">
                  <c:v>102.98</c:v>
                </c:pt>
                <c:pt idx="69077">
                  <c:v>65.989999999999995</c:v>
                </c:pt>
                <c:pt idx="69078">
                  <c:v>129.97</c:v>
                </c:pt>
                <c:pt idx="69079">
                  <c:v>68.48</c:v>
                </c:pt>
                <c:pt idx="69080">
                  <c:v>59.98</c:v>
                </c:pt>
                <c:pt idx="69081">
                  <c:v>137.97999999999999</c:v>
                </c:pt>
                <c:pt idx="69082">
                  <c:v>124.9</c:v>
                </c:pt>
                <c:pt idx="69083">
                  <c:v>79.989999999999995</c:v>
                </c:pt>
                <c:pt idx="69084">
                  <c:v>79.989999999999995</c:v>
                </c:pt>
                <c:pt idx="69085">
                  <c:v>149.97999999999999</c:v>
                </c:pt>
                <c:pt idx="69086">
                  <c:v>159.97999999999999</c:v>
                </c:pt>
                <c:pt idx="69087">
                  <c:v>79.989999999999995</c:v>
                </c:pt>
                <c:pt idx="69088">
                  <c:v>159.97999999999999</c:v>
                </c:pt>
                <c:pt idx="69089">
                  <c:v>159.97999999999999</c:v>
                </c:pt>
                <c:pt idx="69090">
                  <c:v>159.97999999999999</c:v>
                </c:pt>
                <c:pt idx="69091">
                  <c:v>215.94</c:v>
                </c:pt>
                <c:pt idx="69092">
                  <c:v>91.94</c:v>
                </c:pt>
                <c:pt idx="69093">
                  <c:v>79.849999999999994</c:v>
                </c:pt>
                <c:pt idx="69094">
                  <c:v>77.209999999999994</c:v>
                </c:pt>
                <c:pt idx="69095">
                  <c:v>120.98</c:v>
                </c:pt>
                <c:pt idx="69096">
                  <c:v>169.96</c:v>
                </c:pt>
                <c:pt idx="69097">
                  <c:v>167.65</c:v>
                </c:pt>
                <c:pt idx="69098">
                  <c:v>182.66</c:v>
                </c:pt>
                <c:pt idx="69099">
                  <c:v>93.29</c:v>
                </c:pt>
                <c:pt idx="69100">
                  <c:v>47.49</c:v>
                </c:pt>
                <c:pt idx="69101">
                  <c:v>215.97</c:v>
                </c:pt>
                <c:pt idx="69102">
                  <c:v>135.97999999999999</c:v>
                </c:pt>
                <c:pt idx="69103">
                  <c:v>215.97</c:v>
                </c:pt>
                <c:pt idx="69104">
                  <c:v>135.97999999999999</c:v>
                </c:pt>
                <c:pt idx="69105">
                  <c:v>215.97</c:v>
                </c:pt>
                <c:pt idx="69106">
                  <c:v>135.97999999999999</c:v>
                </c:pt>
                <c:pt idx="69107">
                  <c:v>215.97</c:v>
                </c:pt>
                <c:pt idx="69108">
                  <c:v>47.49</c:v>
                </c:pt>
                <c:pt idx="69109">
                  <c:v>215.87</c:v>
                </c:pt>
                <c:pt idx="69110">
                  <c:v>215.97</c:v>
                </c:pt>
                <c:pt idx="69111">
                  <c:v>215.87</c:v>
                </c:pt>
                <c:pt idx="69112">
                  <c:v>203.97</c:v>
                </c:pt>
                <c:pt idx="69113">
                  <c:v>215.87</c:v>
                </c:pt>
                <c:pt idx="69114">
                  <c:v>203.97</c:v>
                </c:pt>
                <c:pt idx="69115">
                  <c:v>203.97</c:v>
                </c:pt>
                <c:pt idx="69116">
                  <c:v>203.97</c:v>
                </c:pt>
                <c:pt idx="69117">
                  <c:v>203.97</c:v>
                </c:pt>
                <c:pt idx="69118">
                  <c:v>47.49</c:v>
                </c:pt>
                <c:pt idx="69119">
                  <c:v>190.97</c:v>
                </c:pt>
                <c:pt idx="69120">
                  <c:v>215.97</c:v>
                </c:pt>
                <c:pt idx="69121">
                  <c:v>190.97</c:v>
                </c:pt>
                <c:pt idx="69122">
                  <c:v>47.49</c:v>
                </c:pt>
                <c:pt idx="69123">
                  <c:v>215.87</c:v>
                </c:pt>
                <c:pt idx="69124">
                  <c:v>215.97</c:v>
                </c:pt>
                <c:pt idx="69125">
                  <c:v>190.97</c:v>
                </c:pt>
                <c:pt idx="69126">
                  <c:v>190.97</c:v>
                </c:pt>
                <c:pt idx="69127">
                  <c:v>203.97</c:v>
                </c:pt>
                <c:pt idx="69128">
                  <c:v>215.97</c:v>
                </c:pt>
                <c:pt idx="69129">
                  <c:v>215.97</c:v>
                </c:pt>
                <c:pt idx="69130">
                  <c:v>215.97</c:v>
                </c:pt>
                <c:pt idx="69131">
                  <c:v>135.97999999999999</c:v>
                </c:pt>
                <c:pt idx="69132">
                  <c:v>215.97</c:v>
                </c:pt>
                <c:pt idx="69133">
                  <c:v>215.97</c:v>
                </c:pt>
                <c:pt idx="69134">
                  <c:v>203.97</c:v>
                </c:pt>
                <c:pt idx="69135">
                  <c:v>215.97</c:v>
                </c:pt>
                <c:pt idx="69136">
                  <c:v>215.97</c:v>
                </c:pt>
                <c:pt idx="69137">
                  <c:v>215.97</c:v>
                </c:pt>
                <c:pt idx="69138">
                  <c:v>203.97</c:v>
                </c:pt>
                <c:pt idx="69139">
                  <c:v>215.97</c:v>
                </c:pt>
                <c:pt idx="69140">
                  <c:v>100.97</c:v>
                </c:pt>
                <c:pt idx="69141">
                  <c:v>141.96</c:v>
                </c:pt>
                <c:pt idx="69142">
                  <c:v>65.989999999999995</c:v>
                </c:pt>
                <c:pt idx="69143">
                  <c:v>95.97</c:v>
                </c:pt>
                <c:pt idx="69144">
                  <c:v>79.37</c:v>
                </c:pt>
                <c:pt idx="69145">
                  <c:v>80.98</c:v>
                </c:pt>
                <c:pt idx="69146">
                  <c:v>67.16</c:v>
                </c:pt>
                <c:pt idx="69147">
                  <c:v>65.989999999999995</c:v>
                </c:pt>
                <c:pt idx="69148">
                  <c:v>76.760000000000005</c:v>
                </c:pt>
                <c:pt idx="69149">
                  <c:v>64.09</c:v>
                </c:pt>
                <c:pt idx="69150">
                  <c:v>69.650000000000006</c:v>
                </c:pt>
                <c:pt idx="69151">
                  <c:v>67.709999999999994</c:v>
                </c:pt>
                <c:pt idx="69152">
                  <c:v>62.39</c:v>
                </c:pt>
                <c:pt idx="69153">
                  <c:v>67.709999999999994</c:v>
                </c:pt>
                <c:pt idx="69154">
                  <c:v>62.87</c:v>
                </c:pt>
                <c:pt idx="69155">
                  <c:v>67.709999999999994</c:v>
                </c:pt>
                <c:pt idx="69156">
                  <c:v>67.709999999999994</c:v>
                </c:pt>
                <c:pt idx="69157">
                  <c:v>67.709999999999994</c:v>
                </c:pt>
                <c:pt idx="69158">
                  <c:v>64.09</c:v>
                </c:pt>
                <c:pt idx="69159">
                  <c:v>67.709999999999994</c:v>
                </c:pt>
                <c:pt idx="69160">
                  <c:v>-1.2</c:v>
                </c:pt>
                <c:pt idx="69161">
                  <c:v>299.95999999999998</c:v>
                </c:pt>
                <c:pt idx="69162">
                  <c:v>94.98</c:v>
                </c:pt>
                <c:pt idx="69163">
                  <c:v>355.91</c:v>
                </c:pt>
                <c:pt idx="69164">
                  <c:v>442.93</c:v>
                </c:pt>
                <c:pt idx="69165">
                  <c:v>404.95</c:v>
                </c:pt>
                <c:pt idx="69166">
                  <c:v>114.94</c:v>
                </c:pt>
                <c:pt idx="69167">
                  <c:v>101.62</c:v>
                </c:pt>
                <c:pt idx="69168">
                  <c:v>65.989999999999995</c:v>
                </c:pt>
                <c:pt idx="69169">
                  <c:v>171.28</c:v>
                </c:pt>
                <c:pt idx="69170">
                  <c:v>197.97</c:v>
                </c:pt>
                <c:pt idx="69171">
                  <c:v>169.98</c:v>
                </c:pt>
                <c:pt idx="69172">
                  <c:v>254.97</c:v>
                </c:pt>
                <c:pt idx="69173">
                  <c:v>169.98</c:v>
                </c:pt>
                <c:pt idx="69174">
                  <c:v>17.29</c:v>
                </c:pt>
                <c:pt idx="69175">
                  <c:v>84.99</c:v>
                </c:pt>
                <c:pt idx="69176">
                  <c:v>254.97</c:v>
                </c:pt>
                <c:pt idx="69177">
                  <c:v>81.819999999999993</c:v>
                </c:pt>
                <c:pt idx="69178">
                  <c:v>359.88</c:v>
                </c:pt>
                <c:pt idx="69179">
                  <c:v>83.97</c:v>
                </c:pt>
                <c:pt idx="69180">
                  <c:v>51.49</c:v>
                </c:pt>
                <c:pt idx="69181">
                  <c:v>143.94999999999999</c:v>
                </c:pt>
                <c:pt idx="69182">
                  <c:v>74.97</c:v>
                </c:pt>
                <c:pt idx="69183">
                  <c:v>149.94</c:v>
                </c:pt>
                <c:pt idx="69184">
                  <c:v>89.97</c:v>
                </c:pt>
                <c:pt idx="69185">
                  <c:v>113.96</c:v>
                </c:pt>
                <c:pt idx="69186">
                  <c:v>87.95</c:v>
                </c:pt>
                <c:pt idx="69187">
                  <c:v>126.91</c:v>
                </c:pt>
                <c:pt idx="69188">
                  <c:v>79.959999999999994</c:v>
                </c:pt>
                <c:pt idx="69189">
                  <c:v>79.959999999999994</c:v>
                </c:pt>
                <c:pt idx="69190">
                  <c:v>137.94</c:v>
                </c:pt>
                <c:pt idx="69191">
                  <c:v>51.48</c:v>
                </c:pt>
                <c:pt idx="69192">
                  <c:v>91.96</c:v>
                </c:pt>
                <c:pt idx="69193">
                  <c:v>99.95</c:v>
                </c:pt>
                <c:pt idx="69194">
                  <c:v>120.93</c:v>
                </c:pt>
                <c:pt idx="69195">
                  <c:v>68.97</c:v>
                </c:pt>
                <c:pt idx="69196">
                  <c:v>91.96</c:v>
                </c:pt>
                <c:pt idx="69197">
                  <c:v>120.98</c:v>
                </c:pt>
                <c:pt idx="69198">
                  <c:v>131.96</c:v>
                </c:pt>
                <c:pt idx="69199">
                  <c:v>112.17</c:v>
                </c:pt>
                <c:pt idx="69200">
                  <c:v>264.91000000000003</c:v>
                </c:pt>
                <c:pt idx="69201">
                  <c:v>222.94</c:v>
                </c:pt>
                <c:pt idx="69202">
                  <c:v>206.93</c:v>
                </c:pt>
                <c:pt idx="69203">
                  <c:v>103.96</c:v>
                </c:pt>
                <c:pt idx="69204">
                  <c:v>89.98</c:v>
                </c:pt>
                <c:pt idx="69205">
                  <c:v>64.98</c:v>
                </c:pt>
                <c:pt idx="69206">
                  <c:v>79.98</c:v>
                </c:pt>
                <c:pt idx="69207">
                  <c:v>109.97</c:v>
                </c:pt>
                <c:pt idx="69208">
                  <c:v>149.97</c:v>
                </c:pt>
                <c:pt idx="69209">
                  <c:v>65.98</c:v>
                </c:pt>
                <c:pt idx="69210">
                  <c:v>86.12</c:v>
                </c:pt>
                <c:pt idx="69211">
                  <c:v>55.98</c:v>
                </c:pt>
                <c:pt idx="69212">
                  <c:v>55.98</c:v>
                </c:pt>
                <c:pt idx="69213">
                  <c:v>28.94</c:v>
                </c:pt>
                <c:pt idx="69214">
                  <c:v>87.98</c:v>
                </c:pt>
                <c:pt idx="69215">
                  <c:v>69.680000000000007</c:v>
                </c:pt>
                <c:pt idx="69216">
                  <c:v>107.89</c:v>
                </c:pt>
                <c:pt idx="69217">
                  <c:v>79.36</c:v>
                </c:pt>
                <c:pt idx="69218">
                  <c:v>84.99</c:v>
                </c:pt>
                <c:pt idx="69219">
                  <c:v>64.98</c:v>
                </c:pt>
                <c:pt idx="69220">
                  <c:v>84.99</c:v>
                </c:pt>
                <c:pt idx="69221">
                  <c:v>87.05</c:v>
                </c:pt>
                <c:pt idx="69222">
                  <c:v>58.93</c:v>
                </c:pt>
                <c:pt idx="69223">
                  <c:v>84.99</c:v>
                </c:pt>
                <c:pt idx="69224">
                  <c:v>59.98</c:v>
                </c:pt>
                <c:pt idx="69225">
                  <c:v>90.48</c:v>
                </c:pt>
                <c:pt idx="69226">
                  <c:v>84.98</c:v>
                </c:pt>
                <c:pt idx="69227">
                  <c:v>50.98</c:v>
                </c:pt>
                <c:pt idx="69228">
                  <c:v>68.989999999999995</c:v>
                </c:pt>
                <c:pt idx="69229">
                  <c:v>65.98</c:v>
                </c:pt>
                <c:pt idx="69230">
                  <c:v>110.46</c:v>
                </c:pt>
                <c:pt idx="69231">
                  <c:v>329.95</c:v>
                </c:pt>
                <c:pt idx="69232">
                  <c:v>329.95</c:v>
                </c:pt>
                <c:pt idx="69233">
                  <c:v>179.94</c:v>
                </c:pt>
                <c:pt idx="69234">
                  <c:v>271.41000000000003</c:v>
                </c:pt>
                <c:pt idx="69235">
                  <c:v>149.94999999999999</c:v>
                </c:pt>
                <c:pt idx="69236">
                  <c:v>119.95</c:v>
                </c:pt>
                <c:pt idx="69237">
                  <c:v>144.69999999999999</c:v>
                </c:pt>
                <c:pt idx="69238">
                  <c:v>179.94</c:v>
                </c:pt>
                <c:pt idx="69239">
                  <c:v>149.94999999999999</c:v>
                </c:pt>
                <c:pt idx="69240">
                  <c:v>99.96</c:v>
                </c:pt>
                <c:pt idx="69241">
                  <c:v>149.97</c:v>
                </c:pt>
                <c:pt idx="69242">
                  <c:v>84.99</c:v>
                </c:pt>
                <c:pt idx="69243">
                  <c:v>80.98</c:v>
                </c:pt>
                <c:pt idx="69244">
                  <c:v>63.98</c:v>
                </c:pt>
                <c:pt idx="69245">
                  <c:v>84.99</c:v>
                </c:pt>
                <c:pt idx="69246">
                  <c:v>123.47</c:v>
                </c:pt>
                <c:pt idx="69247">
                  <c:v>80.98</c:v>
                </c:pt>
                <c:pt idx="69248">
                  <c:v>65.989999999999995</c:v>
                </c:pt>
                <c:pt idx="69249">
                  <c:v>49.99</c:v>
                </c:pt>
                <c:pt idx="69250">
                  <c:v>58.45</c:v>
                </c:pt>
                <c:pt idx="69251">
                  <c:v>65.989999999999995</c:v>
                </c:pt>
                <c:pt idx="69252">
                  <c:v>84.99</c:v>
                </c:pt>
                <c:pt idx="69253">
                  <c:v>84.99</c:v>
                </c:pt>
                <c:pt idx="69254">
                  <c:v>54.99</c:v>
                </c:pt>
                <c:pt idx="69255">
                  <c:v>14.99</c:v>
                </c:pt>
                <c:pt idx="69256">
                  <c:v>65.989999999999995</c:v>
                </c:pt>
                <c:pt idx="69257">
                  <c:v>84.98</c:v>
                </c:pt>
                <c:pt idx="69258">
                  <c:v>52.49</c:v>
                </c:pt>
                <c:pt idx="69259">
                  <c:v>80.98</c:v>
                </c:pt>
                <c:pt idx="69260">
                  <c:v>121.98</c:v>
                </c:pt>
                <c:pt idx="69261">
                  <c:v>54.99</c:v>
                </c:pt>
                <c:pt idx="69262">
                  <c:v>120.97</c:v>
                </c:pt>
                <c:pt idx="69263">
                  <c:v>84.99</c:v>
                </c:pt>
                <c:pt idx="69264">
                  <c:v>84.99</c:v>
                </c:pt>
                <c:pt idx="69265">
                  <c:v>84.99</c:v>
                </c:pt>
                <c:pt idx="69266">
                  <c:v>84.99</c:v>
                </c:pt>
                <c:pt idx="69267">
                  <c:v>54.99</c:v>
                </c:pt>
                <c:pt idx="69268">
                  <c:v>134.97999999999999</c:v>
                </c:pt>
                <c:pt idx="69269">
                  <c:v>56.49</c:v>
                </c:pt>
                <c:pt idx="69270">
                  <c:v>84.99</c:v>
                </c:pt>
                <c:pt idx="69271">
                  <c:v>68.989999999999995</c:v>
                </c:pt>
                <c:pt idx="69272">
                  <c:v>104.98</c:v>
                </c:pt>
                <c:pt idx="69273">
                  <c:v>84.99</c:v>
                </c:pt>
                <c:pt idx="69274">
                  <c:v>169.98</c:v>
                </c:pt>
                <c:pt idx="69275">
                  <c:v>65.989999999999995</c:v>
                </c:pt>
                <c:pt idx="69276">
                  <c:v>65.989999999999995</c:v>
                </c:pt>
                <c:pt idx="69277">
                  <c:v>79.98</c:v>
                </c:pt>
                <c:pt idx="69278">
                  <c:v>65.989999999999995</c:v>
                </c:pt>
                <c:pt idx="69279">
                  <c:v>65.989999999999995</c:v>
                </c:pt>
                <c:pt idx="69280">
                  <c:v>65.989999999999995</c:v>
                </c:pt>
                <c:pt idx="69281">
                  <c:v>65.989999999999995</c:v>
                </c:pt>
                <c:pt idx="69282">
                  <c:v>56.81</c:v>
                </c:pt>
                <c:pt idx="69283">
                  <c:v>65.989999999999995</c:v>
                </c:pt>
                <c:pt idx="69284">
                  <c:v>65.989999999999995</c:v>
                </c:pt>
                <c:pt idx="69285">
                  <c:v>79.98</c:v>
                </c:pt>
                <c:pt idx="69286">
                  <c:v>65.989999999999995</c:v>
                </c:pt>
                <c:pt idx="69287">
                  <c:v>62.79</c:v>
                </c:pt>
                <c:pt idx="69288">
                  <c:v>65.989999999999995</c:v>
                </c:pt>
                <c:pt idx="69289">
                  <c:v>65.989999999999995</c:v>
                </c:pt>
                <c:pt idx="69290">
                  <c:v>64.98</c:v>
                </c:pt>
                <c:pt idx="69291">
                  <c:v>65.989999999999995</c:v>
                </c:pt>
                <c:pt idx="69292">
                  <c:v>59.39</c:v>
                </c:pt>
                <c:pt idx="69293">
                  <c:v>64.98</c:v>
                </c:pt>
                <c:pt idx="69294">
                  <c:v>65.989999999999995</c:v>
                </c:pt>
                <c:pt idx="69295">
                  <c:v>119.96</c:v>
                </c:pt>
                <c:pt idx="69296">
                  <c:v>90.07</c:v>
                </c:pt>
                <c:pt idx="69297">
                  <c:v>119.96</c:v>
                </c:pt>
                <c:pt idx="69298">
                  <c:v>119.96</c:v>
                </c:pt>
                <c:pt idx="69299">
                  <c:v>88.87</c:v>
                </c:pt>
                <c:pt idx="69300">
                  <c:v>59.98</c:v>
                </c:pt>
                <c:pt idx="69301">
                  <c:v>89.97</c:v>
                </c:pt>
                <c:pt idx="69302">
                  <c:v>89.97</c:v>
                </c:pt>
                <c:pt idx="69303">
                  <c:v>-110</c:v>
                </c:pt>
                <c:pt idx="69304">
                  <c:v>89.97</c:v>
                </c:pt>
                <c:pt idx="69305">
                  <c:v>119.96</c:v>
                </c:pt>
                <c:pt idx="69306">
                  <c:v>56.7</c:v>
                </c:pt>
                <c:pt idx="69307">
                  <c:v>82.07</c:v>
                </c:pt>
                <c:pt idx="69308">
                  <c:v>50.38</c:v>
                </c:pt>
                <c:pt idx="69309">
                  <c:v>55.98</c:v>
                </c:pt>
                <c:pt idx="69310">
                  <c:v>56.98</c:v>
                </c:pt>
                <c:pt idx="69311">
                  <c:v>71.989999999999995</c:v>
                </c:pt>
                <c:pt idx="69312">
                  <c:v>71.989999999999995</c:v>
                </c:pt>
                <c:pt idx="69313">
                  <c:v>79.989999999999995</c:v>
                </c:pt>
                <c:pt idx="69314">
                  <c:v>79.989999999999995</c:v>
                </c:pt>
                <c:pt idx="69315">
                  <c:v>67.989999999999995</c:v>
                </c:pt>
                <c:pt idx="69316">
                  <c:v>60.99</c:v>
                </c:pt>
                <c:pt idx="69317">
                  <c:v>71.989999999999995</c:v>
                </c:pt>
                <c:pt idx="69318">
                  <c:v>71.989999999999995</c:v>
                </c:pt>
                <c:pt idx="69319">
                  <c:v>67.989999999999995</c:v>
                </c:pt>
                <c:pt idx="69320">
                  <c:v>60.99</c:v>
                </c:pt>
                <c:pt idx="69321">
                  <c:v>60.99</c:v>
                </c:pt>
                <c:pt idx="69322">
                  <c:v>65.95</c:v>
                </c:pt>
                <c:pt idx="69323">
                  <c:v>91.96</c:v>
                </c:pt>
                <c:pt idx="69324">
                  <c:v>148.03</c:v>
                </c:pt>
                <c:pt idx="69325">
                  <c:v>101.95</c:v>
                </c:pt>
                <c:pt idx="69326">
                  <c:v>60.47</c:v>
                </c:pt>
                <c:pt idx="69327">
                  <c:v>79.92</c:v>
                </c:pt>
                <c:pt idx="69328">
                  <c:v>157.94</c:v>
                </c:pt>
                <c:pt idx="69329">
                  <c:v>138.97999999999999</c:v>
                </c:pt>
                <c:pt idx="69330">
                  <c:v>119.96</c:v>
                </c:pt>
                <c:pt idx="69331">
                  <c:v>269.95999999999998</c:v>
                </c:pt>
                <c:pt idx="69332">
                  <c:v>41.29</c:v>
                </c:pt>
                <c:pt idx="69333">
                  <c:v>114.98</c:v>
                </c:pt>
                <c:pt idx="69334">
                  <c:v>139.96</c:v>
                </c:pt>
                <c:pt idx="69335">
                  <c:v>90.98</c:v>
                </c:pt>
                <c:pt idx="69336">
                  <c:v>84.97</c:v>
                </c:pt>
                <c:pt idx="69337">
                  <c:v>64.98</c:v>
                </c:pt>
                <c:pt idx="69338">
                  <c:v>33.659999999999997</c:v>
                </c:pt>
                <c:pt idx="69339">
                  <c:v>59.98</c:v>
                </c:pt>
                <c:pt idx="69340">
                  <c:v>204.95</c:v>
                </c:pt>
                <c:pt idx="69341">
                  <c:v>75.37</c:v>
                </c:pt>
                <c:pt idx="69342">
                  <c:v>75.37</c:v>
                </c:pt>
                <c:pt idx="69343">
                  <c:v>16.29</c:v>
                </c:pt>
                <c:pt idx="69344">
                  <c:v>16.29</c:v>
                </c:pt>
                <c:pt idx="69345">
                  <c:v>65.989999999999995</c:v>
                </c:pt>
                <c:pt idx="69346">
                  <c:v>65.989999999999995</c:v>
                </c:pt>
                <c:pt idx="69347">
                  <c:v>103.98</c:v>
                </c:pt>
                <c:pt idx="69348">
                  <c:v>103.98</c:v>
                </c:pt>
                <c:pt idx="69349">
                  <c:v>84.99</c:v>
                </c:pt>
                <c:pt idx="69350">
                  <c:v>103.98</c:v>
                </c:pt>
                <c:pt idx="69351">
                  <c:v>103.98</c:v>
                </c:pt>
                <c:pt idx="69352">
                  <c:v>84.99</c:v>
                </c:pt>
                <c:pt idx="69353">
                  <c:v>65.989999999999995</c:v>
                </c:pt>
                <c:pt idx="69354">
                  <c:v>65.989999999999995</c:v>
                </c:pt>
                <c:pt idx="69355">
                  <c:v>65.989999999999995</c:v>
                </c:pt>
                <c:pt idx="69356">
                  <c:v>84.99</c:v>
                </c:pt>
                <c:pt idx="69357">
                  <c:v>103.98</c:v>
                </c:pt>
                <c:pt idx="69358">
                  <c:v>103.98</c:v>
                </c:pt>
                <c:pt idx="69359">
                  <c:v>84.99</c:v>
                </c:pt>
                <c:pt idx="69360">
                  <c:v>84.99</c:v>
                </c:pt>
                <c:pt idx="69361">
                  <c:v>84.99</c:v>
                </c:pt>
                <c:pt idx="69362">
                  <c:v>65.989999999999995</c:v>
                </c:pt>
                <c:pt idx="69363">
                  <c:v>65.989999999999995</c:v>
                </c:pt>
                <c:pt idx="69364">
                  <c:v>84.98</c:v>
                </c:pt>
                <c:pt idx="69365">
                  <c:v>84.98</c:v>
                </c:pt>
                <c:pt idx="69366">
                  <c:v>68.989999999999995</c:v>
                </c:pt>
                <c:pt idx="69367">
                  <c:v>68.989999999999995</c:v>
                </c:pt>
                <c:pt idx="69368">
                  <c:v>84.11</c:v>
                </c:pt>
                <c:pt idx="69369">
                  <c:v>84.11</c:v>
                </c:pt>
                <c:pt idx="69370">
                  <c:v>84.99</c:v>
                </c:pt>
                <c:pt idx="69371">
                  <c:v>84.99</c:v>
                </c:pt>
                <c:pt idx="69372">
                  <c:v>65.989999999999995</c:v>
                </c:pt>
                <c:pt idx="69373">
                  <c:v>84.99</c:v>
                </c:pt>
                <c:pt idx="69374">
                  <c:v>84.99</c:v>
                </c:pt>
                <c:pt idx="69375">
                  <c:v>85.43</c:v>
                </c:pt>
                <c:pt idx="69376">
                  <c:v>84.99</c:v>
                </c:pt>
                <c:pt idx="69377">
                  <c:v>85.43</c:v>
                </c:pt>
                <c:pt idx="69378">
                  <c:v>84.99</c:v>
                </c:pt>
                <c:pt idx="69379">
                  <c:v>53.42</c:v>
                </c:pt>
                <c:pt idx="69380">
                  <c:v>89.98</c:v>
                </c:pt>
                <c:pt idx="69381">
                  <c:v>65.989999999999995</c:v>
                </c:pt>
                <c:pt idx="69382">
                  <c:v>68.989999999999995</c:v>
                </c:pt>
                <c:pt idx="69383">
                  <c:v>-65.989999999999995</c:v>
                </c:pt>
                <c:pt idx="69384">
                  <c:v>65.989999999999995</c:v>
                </c:pt>
                <c:pt idx="69385">
                  <c:v>58.98</c:v>
                </c:pt>
                <c:pt idx="69386">
                  <c:v>19.989999999999998</c:v>
                </c:pt>
                <c:pt idx="69387">
                  <c:v>55.98</c:v>
                </c:pt>
                <c:pt idx="69388">
                  <c:v>59.98</c:v>
                </c:pt>
                <c:pt idx="69389">
                  <c:v>72.97</c:v>
                </c:pt>
                <c:pt idx="69390">
                  <c:v>60.39</c:v>
                </c:pt>
                <c:pt idx="69391">
                  <c:v>69.98</c:v>
                </c:pt>
                <c:pt idx="69392">
                  <c:v>61.98</c:v>
                </c:pt>
                <c:pt idx="69393">
                  <c:v>81.97</c:v>
                </c:pt>
                <c:pt idx="69394">
                  <c:v>148.47</c:v>
                </c:pt>
                <c:pt idx="69395">
                  <c:v>134.19</c:v>
                </c:pt>
                <c:pt idx="69396">
                  <c:v>60.73</c:v>
                </c:pt>
                <c:pt idx="69397">
                  <c:v>206.5</c:v>
                </c:pt>
                <c:pt idx="69398">
                  <c:v>65.989999999999995</c:v>
                </c:pt>
                <c:pt idx="69399">
                  <c:v>101.98</c:v>
                </c:pt>
                <c:pt idx="69400">
                  <c:v>131.97999999999999</c:v>
                </c:pt>
                <c:pt idx="69401">
                  <c:v>143.27000000000001</c:v>
                </c:pt>
                <c:pt idx="69402">
                  <c:v>118.78</c:v>
                </c:pt>
                <c:pt idx="69403">
                  <c:v>59.39</c:v>
                </c:pt>
                <c:pt idx="69404">
                  <c:v>94.31</c:v>
                </c:pt>
                <c:pt idx="69405">
                  <c:v>209.94</c:v>
                </c:pt>
                <c:pt idx="69406">
                  <c:v>65.989999999999995</c:v>
                </c:pt>
                <c:pt idx="69407">
                  <c:v>44.54</c:v>
                </c:pt>
                <c:pt idx="69408">
                  <c:v>73.84</c:v>
                </c:pt>
                <c:pt idx="69409">
                  <c:v>74.95</c:v>
                </c:pt>
                <c:pt idx="69410">
                  <c:v>109.95</c:v>
                </c:pt>
                <c:pt idx="69411">
                  <c:v>44.02</c:v>
                </c:pt>
                <c:pt idx="69412">
                  <c:v>152.96</c:v>
                </c:pt>
                <c:pt idx="69413">
                  <c:v>99.98</c:v>
                </c:pt>
                <c:pt idx="69414">
                  <c:v>59.96</c:v>
                </c:pt>
                <c:pt idx="69415">
                  <c:v>53.96</c:v>
                </c:pt>
                <c:pt idx="69416">
                  <c:v>59.96</c:v>
                </c:pt>
                <c:pt idx="69417">
                  <c:v>58.46</c:v>
                </c:pt>
                <c:pt idx="69418">
                  <c:v>59.96</c:v>
                </c:pt>
                <c:pt idx="69419">
                  <c:v>59.96</c:v>
                </c:pt>
                <c:pt idx="69420">
                  <c:v>141.97</c:v>
                </c:pt>
                <c:pt idx="69421">
                  <c:v>200.97</c:v>
                </c:pt>
                <c:pt idx="69422">
                  <c:v>158.06</c:v>
                </c:pt>
                <c:pt idx="69423">
                  <c:v>135.28</c:v>
                </c:pt>
                <c:pt idx="69424">
                  <c:v>263.95999999999998</c:v>
                </c:pt>
                <c:pt idx="69425">
                  <c:v>395.94</c:v>
                </c:pt>
                <c:pt idx="69426">
                  <c:v>79.98</c:v>
                </c:pt>
                <c:pt idx="69427">
                  <c:v>59.98</c:v>
                </c:pt>
                <c:pt idx="69428">
                  <c:v>79.989999999999995</c:v>
                </c:pt>
                <c:pt idx="69429">
                  <c:v>75.97</c:v>
                </c:pt>
                <c:pt idx="69430">
                  <c:v>99.98</c:v>
                </c:pt>
                <c:pt idx="69431">
                  <c:v>149.97</c:v>
                </c:pt>
                <c:pt idx="69432">
                  <c:v>93.98</c:v>
                </c:pt>
                <c:pt idx="69433">
                  <c:v>149.97</c:v>
                </c:pt>
                <c:pt idx="69434">
                  <c:v>133.79</c:v>
                </c:pt>
                <c:pt idx="69435">
                  <c:v>99.98</c:v>
                </c:pt>
                <c:pt idx="69436">
                  <c:v>74.98</c:v>
                </c:pt>
                <c:pt idx="69437">
                  <c:v>104.98</c:v>
                </c:pt>
                <c:pt idx="69438">
                  <c:v>58.98</c:v>
                </c:pt>
                <c:pt idx="69439">
                  <c:v>65.98</c:v>
                </c:pt>
                <c:pt idx="69440">
                  <c:v>60.99</c:v>
                </c:pt>
                <c:pt idx="69441">
                  <c:v>288.97000000000003</c:v>
                </c:pt>
                <c:pt idx="69442">
                  <c:v>309.95999999999998</c:v>
                </c:pt>
                <c:pt idx="69443">
                  <c:v>197.97</c:v>
                </c:pt>
                <c:pt idx="69444">
                  <c:v>119.96</c:v>
                </c:pt>
                <c:pt idx="69445">
                  <c:v>59.98</c:v>
                </c:pt>
                <c:pt idx="69446">
                  <c:v>59.98</c:v>
                </c:pt>
                <c:pt idx="69447">
                  <c:v>209.93</c:v>
                </c:pt>
                <c:pt idx="69448">
                  <c:v>149.94999999999999</c:v>
                </c:pt>
                <c:pt idx="69449">
                  <c:v>119.96</c:v>
                </c:pt>
                <c:pt idx="69450">
                  <c:v>89.97</c:v>
                </c:pt>
                <c:pt idx="69451">
                  <c:v>83.29</c:v>
                </c:pt>
                <c:pt idx="69452">
                  <c:v>152.97999999999999</c:v>
                </c:pt>
                <c:pt idx="69453">
                  <c:v>164.03</c:v>
                </c:pt>
                <c:pt idx="69454">
                  <c:v>144.47999999999999</c:v>
                </c:pt>
                <c:pt idx="69455">
                  <c:v>154.88</c:v>
                </c:pt>
                <c:pt idx="69456">
                  <c:v>169.98</c:v>
                </c:pt>
                <c:pt idx="69457">
                  <c:v>169.98</c:v>
                </c:pt>
                <c:pt idx="69458">
                  <c:v>84.99</c:v>
                </c:pt>
                <c:pt idx="69459">
                  <c:v>169.98</c:v>
                </c:pt>
                <c:pt idx="69460">
                  <c:v>84.66</c:v>
                </c:pt>
                <c:pt idx="69461">
                  <c:v>27.99</c:v>
                </c:pt>
                <c:pt idx="69462">
                  <c:v>95.55</c:v>
                </c:pt>
                <c:pt idx="69463">
                  <c:v>73.790000000000006</c:v>
                </c:pt>
                <c:pt idx="69464">
                  <c:v>97.97</c:v>
                </c:pt>
                <c:pt idx="69465">
                  <c:v>81.03</c:v>
                </c:pt>
                <c:pt idx="69466">
                  <c:v>116.1</c:v>
                </c:pt>
                <c:pt idx="69467">
                  <c:v>72.58</c:v>
                </c:pt>
                <c:pt idx="69468">
                  <c:v>90.71</c:v>
                </c:pt>
                <c:pt idx="69469">
                  <c:v>104.02</c:v>
                </c:pt>
                <c:pt idx="69470">
                  <c:v>65.47</c:v>
                </c:pt>
                <c:pt idx="69471">
                  <c:v>76.37</c:v>
                </c:pt>
                <c:pt idx="69472">
                  <c:v>82.73</c:v>
                </c:pt>
                <c:pt idx="69473">
                  <c:v>87.08</c:v>
                </c:pt>
                <c:pt idx="69474">
                  <c:v>95.54</c:v>
                </c:pt>
                <c:pt idx="69475">
                  <c:v>101.59</c:v>
                </c:pt>
                <c:pt idx="69476">
                  <c:v>72.55</c:v>
                </c:pt>
                <c:pt idx="69477">
                  <c:v>99.17</c:v>
                </c:pt>
                <c:pt idx="69478">
                  <c:v>65.3</c:v>
                </c:pt>
                <c:pt idx="69479">
                  <c:v>65.989999999999995</c:v>
                </c:pt>
                <c:pt idx="69480">
                  <c:v>61.32</c:v>
                </c:pt>
                <c:pt idx="69481">
                  <c:v>79.599999999999994</c:v>
                </c:pt>
                <c:pt idx="69482">
                  <c:v>16.29</c:v>
                </c:pt>
                <c:pt idx="69483">
                  <c:v>83.98</c:v>
                </c:pt>
                <c:pt idx="69484">
                  <c:v>65.989999999999995</c:v>
                </c:pt>
                <c:pt idx="69485">
                  <c:v>68.3</c:v>
                </c:pt>
                <c:pt idx="69486">
                  <c:v>96.17</c:v>
                </c:pt>
                <c:pt idx="69487">
                  <c:v>68.989999999999995</c:v>
                </c:pt>
                <c:pt idx="69488">
                  <c:v>68.989999999999995</c:v>
                </c:pt>
                <c:pt idx="69489">
                  <c:v>80.36</c:v>
                </c:pt>
                <c:pt idx="69490">
                  <c:v>65.33</c:v>
                </c:pt>
                <c:pt idx="69491">
                  <c:v>63.77</c:v>
                </c:pt>
                <c:pt idx="69492">
                  <c:v>80.98</c:v>
                </c:pt>
                <c:pt idx="69493">
                  <c:v>74.95</c:v>
                </c:pt>
                <c:pt idx="69494">
                  <c:v>76.400000000000006</c:v>
                </c:pt>
                <c:pt idx="69495">
                  <c:v>96.17</c:v>
                </c:pt>
                <c:pt idx="69496">
                  <c:v>68.02</c:v>
                </c:pt>
                <c:pt idx="69497">
                  <c:v>76.209999999999994</c:v>
                </c:pt>
                <c:pt idx="69498">
                  <c:v>119.96</c:v>
                </c:pt>
                <c:pt idx="69499">
                  <c:v>119.96</c:v>
                </c:pt>
                <c:pt idx="69500">
                  <c:v>112.36</c:v>
                </c:pt>
                <c:pt idx="69501">
                  <c:v>119.96</c:v>
                </c:pt>
                <c:pt idx="69502">
                  <c:v>112.36</c:v>
                </c:pt>
                <c:pt idx="69503">
                  <c:v>119.96</c:v>
                </c:pt>
                <c:pt idx="69504">
                  <c:v>119.96</c:v>
                </c:pt>
                <c:pt idx="69505">
                  <c:v>119.96</c:v>
                </c:pt>
                <c:pt idx="69506">
                  <c:v>119.96</c:v>
                </c:pt>
                <c:pt idx="69507">
                  <c:v>99.96</c:v>
                </c:pt>
                <c:pt idx="69508">
                  <c:v>99.96</c:v>
                </c:pt>
                <c:pt idx="69509">
                  <c:v>74.97</c:v>
                </c:pt>
                <c:pt idx="69510">
                  <c:v>74.97</c:v>
                </c:pt>
                <c:pt idx="69511">
                  <c:v>74.97</c:v>
                </c:pt>
                <c:pt idx="69512">
                  <c:v>74.97</c:v>
                </c:pt>
                <c:pt idx="69513">
                  <c:v>74.97</c:v>
                </c:pt>
                <c:pt idx="69514">
                  <c:v>74.97</c:v>
                </c:pt>
                <c:pt idx="69515">
                  <c:v>74.97</c:v>
                </c:pt>
                <c:pt idx="69516">
                  <c:v>74.97</c:v>
                </c:pt>
                <c:pt idx="69517">
                  <c:v>114.86</c:v>
                </c:pt>
                <c:pt idx="69518">
                  <c:v>58.63</c:v>
                </c:pt>
                <c:pt idx="69519">
                  <c:v>119.96</c:v>
                </c:pt>
                <c:pt idx="69520">
                  <c:v>119.96</c:v>
                </c:pt>
                <c:pt idx="69521">
                  <c:v>114.86</c:v>
                </c:pt>
                <c:pt idx="69522">
                  <c:v>58.63</c:v>
                </c:pt>
                <c:pt idx="69523">
                  <c:v>119.96</c:v>
                </c:pt>
                <c:pt idx="69524">
                  <c:v>94.31</c:v>
                </c:pt>
                <c:pt idx="69525">
                  <c:v>91.91</c:v>
                </c:pt>
                <c:pt idx="69526">
                  <c:v>91.91</c:v>
                </c:pt>
                <c:pt idx="69527">
                  <c:v>78.59</c:v>
                </c:pt>
                <c:pt idx="69528">
                  <c:v>78.59</c:v>
                </c:pt>
                <c:pt idx="69529">
                  <c:v>94.31</c:v>
                </c:pt>
                <c:pt idx="69530">
                  <c:v>94.31</c:v>
                </c:pt>
                <c:pt idx="69531">
                  <c:v>94.31</c:v>
                </c:pt>
                <c:pt idx="69532">
                  <c:v>148.72999999999999</c:v>
                </c:pt>
                <c:pt idx="69533">
                  <c:v>94.31</c:v>
                </c:pt>
                <c:pt idx="69534">
                  <c:v>78.59</c:v>
                </c:pt>
                <c:pt idx="69535">
                  <c:v>78.59</c:v>
                </c:pt>
                <c:pt idx="69536">
                  <c:v>62.87</c:v>
                </c:pt>
                <c:pt idx="69537">
                  <c:v>62.87</c:v>
                </c:pt>
                <c:pt idx="69538">
                  <c:v>94.31</c:v>
                </c:pt>
                <c:pt idx="69539">
                  <c:v>94.31</c:v>
                </c:pt>
                <c:pt idx="69540">
                  <c:v>94.31</c:v>
                </c:pt>
                <c:pt idx="69541">
                  <c:v>94.31</c:v>
                </c:pt>
                <c:pt idx="69542">
                  <c:v>146.30000000000001</c:v>
                </c:pt>
                <c:pt idx="69543">
                  <c:v>146.30000000000001</c:v>
                </c:pt>
                <c:pt idx="69544">
                  <c:v>148.72999999999999</c:v>
                </c:pt>
                <c:pt idx="69545">
                  <c:v>94.31</c:v>
                </c:pt>
                <c:pt idx="69546">
                  <c:v>59.98</c:v>
                </c:pt>
                <c:pt idx="69547">
                  <c:v>59.98</c:v>
                </c:pt>
                <c:pt idx="69548">
                  <c:v>98.97</c:v>
                </c:pt>
                <c:pt idx="69549">
                  <c:v>112.95</c:v>
                </c:pt>
                <c:pt idx="69550">
                  <c:v>59.98</c:v>
                </c:pt>
                <c:pt idx="69551">
                  <c:v>49.84</c:v>
                </c:pt>
                <c:pt idx="69552">
                  <c:v>74.97</c:v>
                </c:pt>
                <c:pt idx="69553">
                  <c:v>83.97</c:v>
                </c:pt>
                <c:pt idx="69554">
                  <c:v>59.98</c:v>
                </c:pt>
                <c:pt idx="69555">
                  <c:v>54.98</c:v>
                </c:pt>
                <c:pt idx="69556">
                  <c:v>53.63</c:v>
                </c:pt>
                <c:pt idx="69557">
                  <c:v>89.97</c:v>
                </c:pt>
                <c:pt idx="69558">
                  <c:v>98.97</c:v>
                </c:pt>
                <c:pt idx="69559">
                  <c:v>59.98</c:v>
                </c:pt>
                <c:pt idx="69560">
                  <c:v>59.98</c:v>
                </c:pt>
                <c:pt idx="69561">
                  <c:v>59.98</c:v>
                </c:pt>
                <c:pt idx="69562">
                  <c:v>134.97999999999999</c:v>
                </c:pt>
                <c:pt idx="69563">
                  <c:v>84.99</c:v>
                </c:pt>
                <c:pt idx="69564">
                  <c:v>41.49</c:v>
                </c:pt>
                <c:pt idx="69565">
                  <c:v>84.99</c:v>
                </c:pt>
                <c:pt idx="69566">
                  <c:v>79.95</c:v>
                </c:pt>
                <c:pt idx="69567">
                  <c:v>84.99</c:v>
                </c:pt>
                <c:pt idx="69568">
                  <c:v>105.98</c:v>
                </c:pt>
                <c:pt idx="69569">
                  <c:v>65.19</c:v>
                </c:pt>
                <c:pt idx="69570">
                  <c:v>134.97999999999999</c:v>
                </c:pt>
                <c:pt idx="69571">
                  <c:v>137.97999999999999</c:v>
                </c:pt>
                <c:pt idx="69572">
                  <c:v>81.94</c:v>
                </c:pt>
                <c:pt idx="69573">
                  <c:v>84.99</c:v>
                </c:pt>
                <c:pt idx="69574">
                  <c:v>134.97999999999999</c:v>
                </c:pt>
                <c:pt idx="69575">
                  <c:v>79.989999999999995</c:v>
                </c:pt>
                <c:pt idx="69576">
                  <c:v>159.97999999999999</c:v>
                </c:pt>
                <c:pt idx="69577">
                  <c:v>149.97999999999999</c:v>
                </c:pt>
                <c:pt idx="69578">
                  <c:v>95.98</c:v>
                </c:pt>
                <c:pt idx="69579">
                  <c:v>159.97999999999999</c:v>
                </c:pt>
                <c:pt idx="69580">
                  <c:v>159.97999999999999</c:v>
                </c:pt>
                <c:pt idx="69581">
                  <c:v>159.97999999999999</c:v>
                </c:pt>
                <c:pt idx="69582">
                  <c:v>159.97999999999999</c:v>
                </c:pt>
                <c:pt idx="69583">
                  <c:v>159.97999999999999</c:v>
                </c:pt>
                <c:pt idx="69584">
                  <c:v>64.53</c:v>
                </c:pt>
                <c:pt idx="69585">
                  <c:v>249.12</c:v>
                </c:pt>
                <c:pt idx="69586">
                  <c:v>306.07</c:v>
                </c:pt>
                <c:pt idx="69587">
                  <c:v>212.88</c:v>
                </c:pt>
                <c:pt idx="69588">
                  <c:v>293.95999999999998</c:v>
                </c:pt>
                <c:pt idx="69589">
                  <c:v>145.1</c:v>
                </c:pt>
                <c:pt idx="69590">
                  <c:v>312.10000000000002</c:v>
                </c:pt>
                <c:pt idx="69591">
                  <c:v>206.95</c:v>
                </c:pt>
                <c:pt idx="69592">
                  <c:v>159.97999999999999</c:v>
                </c:pt>
                <c:pt idx="69593">
                  <c:v>211.94</c:v>
                </c:pt>
                <c:pt idx="69594">
                  <c:v>161.97</c:v>
                </c:pt>
                <c:pt idx="69595">
                  <c:v>159.97999999999999</c:v>
                </c:pt>
                <c:pt idx="69596">
                  <c:v>165.96</c:v>
                </c:pt>
                <c:pt idx="69597">
                  <c:v>159.97999999999999</c:v>
                </c:pt>
                <c:pt idx="69598">
                  <c:v>84.99</c:v>
                </c:pt>
                <c:pt idx="69599">
                  <c:v>49.99</c:v>
                </c:pt>
                <c:pt idx="69600">
                  <c:v>99.98</c:v>
                </c:pt>
                <c:pt idx="69601">
                  <c:v>134.97999999999999</c:v>
                </c:pt>
                <c:pt idx="69602">
                  <c:v>134.97999999999999</c:v>
                </c:pt>
                <c:pt idx="69603">
                  <c:v>79.44</c:v>
                </c:pt>
                <c:pt idx="69604">
                  <c:v>114.95</c:v>
                </c:pt>
                <c:pt idx="69605">
                  <c:v>104.98</c:v>
                </c:pt>
                <c:pt idx="69606">
                  <c:v>169.98</c:v>
                </c:pt>
                <c:pt idx="69607">
                  <c:v>59.97</c:v>
                </c:pt>
                <c:pt idx="69608">
                  <c:v>159.53</c:v>
                </c:pt>
                <c:pt idx="69609">
                  <c:v>86.98</c:v>
                </c:pt>
                <c:pt idx="69610">
                  <c:v>94.98</c:v>
                </c:pt>
                <c:pt idx="69611">
                  <c:v>173.07</c:v>
                </c:pt>
                <c:pt idx="69612">
                  <c:v>113.97</c:v>
                </c:pt>
                <c:pt idx="69613">
                  <c:v>75.98</c:v>
                </c:pt>
                <c:pt idx="69614">
                  <c:v>113.97</c:v>
                </c:pt>
                <c:pt idx="69615">
                  <c:v>82.98</c:v>
                </c:pt>
                <c:pt idx="69616">
                  <c:v>110.98</c:v>
                </c:pt>
                <c:pt idx="69617">
                  <c:v>73.98</c:v>
                </c:pt>
                <c:pt idx="69618">
                  <c:v>113.97</c:v>
                </c:pt>
                <c:pt idx="69619">
                  <c:v>107.97</c:v>
                </c:pt>
                <c:pt idx="69620">
                  <c:v>59.39</c:v>
                </c:pt>
                <c:pt idx="69621">
                  <c:v>60.99</c:v>
                </c:pt>
                <c:pt idx="69622">
                  <c:v>113.97</c:v>
                </c:pt>
                <c:pt idx="69623">
                  <c:v>86.98</c:v>
                </c:pt>
                <c:pt idx="69624">
                  <c:v>84.99</c:v>
                </c:pt>
                <c:pt idx="69625">
                  <c:v>106.97</c:v>
                </c:pt>
                <c:pt idx="69626">
                  <c:v>121.96</c:v>
                </c:pt>
                <c:pt idx="69627">
                  <c:v>90.95</c:v>
                </c:pt>
                <c:pt idx="69628">
                  <c:v>84.99</c:v>
                </c:pt>
                <c:pt idx="69629">
                  <c:v>60.98</c:v>
                </c:pt>
                <c:pt idx="69630">
                  <c:v>116.16</c:v>
                </c:pt>
                <c:pt idx="69631">
                  <c:v>120.97</c:v>
                </c:pt>
                <c:pt idx="69632">
                  <c:v>64.77</c:v>
                </c:pt>
                <c:pt idx="69633">
                  <c:v>72.239999999999995</c:v>
                </c:pt>
                <c:pt idx="69634">
                  <c:v>121.96</c:v>
                </c:pt>
                <c:pt idx="69635">
                  <c:v>94.96</c:v>
                </c:pt>
                <c:pt idx="69636">
                  <c:v>56.98</c:v>
                </c:pt>
                <c:pt idx="69637">
                  <c:v>67.37</c:v>
                </c:pt>
                <c:pt idx="69638">
                  <c:v>107.98</c:v>
                </c:pt>
                <c:pt idx="69639">
                  <c:v>122.96</c:v>
                </c:pt>
                <c:pt idx="69640">
                  <c:v>94.97</c:v>
                </c:pt>
                <c:pt idx="69641">
                  <c:v>238.94</c:v>
                </c:pt>
                <c:pt idx="69642">
                  <c:v>55.98</c:v>
                </c:pt>
                <c:pt idx="69643">
                  <c:v>169.37</c:v>
                </c:pt>
                <c:pt idx="69644">
                  <c:v>29.28</c:v>
                </c:pt>
                <c:pt idx="69645">
                  <c:v>58.98</c:v>
                </c:pt>
                <c:pt idx="69646">
                  <c:v>49.78</c:v>
                </c:pt>
                <c:pt idx="69647">
                  <c:v>117.95</c:v>
                </c:pt>
                <c:pt idx="69648">
                  <c:v>115.18</c:v>
                </c:pt>
                <c:pt idx="69649">
                  <c:v>160.29</c:v>
                </c:pt>
                <c:pt idx="69650">
                  <c:v>156.24</c:v>
                </c:pt>
                <c:pt idx="69651">
                  <c:v>197.97</c:v>
                </c:pt>
                <c:pt idx="69652">
                  <c:v>166.34</c:v>
                </c:pt>
                <c:pt idx="69653">
                  <c:v>79.98</c:v>
                </c:pt>
                <c:pt idx="69654">
                  <c:v>117.97</c:v>
                </c:pt>
                <c:pt idx="69655">
                  <c:v>79.98</c:v>
                </c:pt>
                <c:pt idx="69656">
                  <c:v>112.96</c:v>
                </c:pt>
                <c:pt idx="69657">
                  <c:v>99.98</c:v>
                </c:pt>
                <c:pt idx="69658">
                  <c:v>87.98</c:v>
                </c:pt>
                <c:pt idx="69659">
                  <c:v>96.76</c:v>
                </c:pt>
                <c:pt idx="69660">
                  <c:v>97.31</c:v>
                </c:pt>
                <c:pt idx="69661">
                  <c:v>103.16</c:v>
                </c:pt>
                <c:pt idx="69662">
                  <c:v>98.97</c:v>
                </c:pt>
                <c:pt idx="69663">
                  <c:v>110.05</c:v>
                </c:pt>
                <c:pt idx="69664">
                  <c:v>64.97</c:v>
                </c:pt>
                <c:pt idx="69665">
                  <c:v>22.24</c:v>
                </c:pt>
                <c:pt idx="69666">
                  <c:v>36.49</c:v>
                </c:pt>
                <c:pt idx="69667">
                  <c:v>21.49</c:v>
                </c:pt>
                <c:pt idx="69668">
                  <c:v>62.97</c:v>
                </c:pt>
                <c:pt idx="69669">
                  <c:v>57.27</c:v>
                </c:pt>
                <c:pt idx="69670">
                  <c:v>37.979999999999997</c:v>
                </c:pt>
                <c:pt idx="69671">
                  <c:v>89.96</c:v>
                </c:pt>
                <c:pt idx="69672">
                  <c:v>202</c:v>
                </c:pt>
                <c:pt idx="69673">
                  <c:v>202</c:v>
                </c:pt>
                <c:pt idx="69674">
                  <c:v>73.790000000000006</c:v>
                </c:pt>
                <c:pt idx="69675">
                  <c:v>73.790000000000006</c:v>
                </c:pt>
                <c:pt idx="69676">
                  <c:v>35.67</c:v>
                </c:pt>
                <c:pt idx="69677">
                  <c:v>108.88</c:v>
                </c:pt>
                <c:pt idx="69678">
                  <c:v>163.31</c:v>
                </c:pt>
                <c:pt idx="69679">
                  <c:v>35.67</c:v>
                </c:pt>
                <c:pt idx="69680">
                  <c:v>163.31</c:v>
                </c:pt>
                <c:pt idx="69681">
                  <c:v>73.12</c:v>
                </c:pt>
                <c:pt idx="69682">
                  <c:v>151.19</c:v>
                </c:pt>
                <c:pt idx="69683">
                  <c:v>160.05000000000001</c:v>
                </c:pt>
                <c:pt idx="69684">
                  <c:v>113.7</c:v>
                </c:pt>
                <c:pt idx="69685">
                  <c:v>113.7</c:v>
                </c:pt>
                <c:pt idx="69686">
                  <c:v>160.05000000000001</c:v>
                </c:pt>
                <c:pt idx="69687">
                  <c:v>145.13999999999999</c:v>
                </c:pt>
                <c:pt idx="69688">
                  <c:v>145.13999999999999</c:v>
                </c:pt>
                <c:pt idx="69689">
                  <c:v>73.12</c:v>
                </c:pt>
                <c:pt idx="69690">
                  <c:v>84.66</c:v>
                </c:pt>
                <c:pt idx="69691">
                  <c:v>84.66</c:v>
                </c:pt>
                <c:pt idx="69692">
                  <c:v>108.88</c:v>
                </c:pt>
                <c:pt idx="69693">
                  <c:v>151.19</c:v>
                </c:pt>
                <c:pt idx="69694">
                  <c:v>177.92</c:v>
                </c:pt>
                <c:pt idx="69695">
                  <c:v>160.97</c:v>
                </c:pt>
                <c:pt idx="69696">
                  <c:v>168.91</c:v>
                </c:pt>
                <c:pt idx="69697">
                  <c:v>277.95</c:v>
                </c:pt>
                <c:pt idx="69698">
                  <c:v>226.94</c:v>
                </c:pt>
                <c:pt idx="69699">
                  <c:v>173.97</c:v>
                </c:pt>
                <c:pt idx="69700">
                  <c:v>242.94</c:v>
                </c:pt>
                <c:pt idx="69701">
                  <c:v>78.34</c:v>
                </c:pt>
                <c:pt idx="69702">
                  <c:v>98.98</c:v>
                </c:pt>
                <c:pt idx="69703">
                  <c:v>98.98</c:v>
                </c:pt>
                <c:pt idx="69704">
                  <c:v>98.98</c:v>
                </c:pt>
                <c:pt idx="69705">
                  <c:v>113.97</c:v>
                </c:pt>
                <c:pt idx="69706">
                  <c:v>79.98</c:v>
                </c:pt>
                <c:pt idx="69707">
                  <c:v>98.98</c:v>
                </c:pt>
                <c:pt idx="69708">
                  <c:v>73.48</c:v>
                </c:pt>
                <c:pt idx="69709">
                  <c:v>103.97</c:v>
                </c:pt>
                <c:pt idx="69710">
                  <c:v>92.9</c:v>
                </c:pt>
                <c:pt idx="69711">
                  <c:v>84.99</c:v>
                </c:pt>
                <c:pt idx="69712">
                  <c:v>84.99</c:v>
                </c:pt>
                <c:pt idx="69713">
                  <c:v>74.97</c:v>
                </c:pt>
                <c:pt idx="69714">
                  <c:v>239.92</c:v>
                </c:pt>
                <c:pt idx="69715">
                  <c:v>99.96</c:v>
                </c:pt>
                <c:pt idx="69716">
                  <c:v>74.97</c:v>
                </c:pt>
                <c:pt idx="69717">
                  <c:v>226.02</c:v>
                </c:pt>
                <c:pt idx="69718">
                  <c:v>119.96</c:v>
                </c:pt>
                <c:pt idx="69719">
                  <c:v>173.94</c:v>
                </c:pt>
                <c:pt idx="69720">
                  <c:v>179.94</c:v>
                </c:pt>
                <c:pt idx="69721">
                  <c:v>239.92</c:v>
                </c:pt>
                <c:pt idx="69722">
                  <c:v>65.790000000000006</c:v>
                </c:pt>
                <c:pt idx="69723">
                  <c:v>77.39</c:v>
                </c:pt>
                <c:pt idx="69724">
                  <c:v>70.13</c:v>
                </c:pt>
                <c:pt idx="69725">
                  <c:v>176.79</c:v>
                </c:pt>
                <c:pt idx="69726">
                  <c:v>106.38</c:v>
                </c:pt>
                <c:pt idx="69727">
                  <c:v>126.98</c:v>
                </c:pt>
                <c:pt idx="69728">
                  <c:v>79.790000000000006</c:v>
                </c:pt>
                <c:pt idx="69729">
                  <c:v>62.88</c:v>
                </c:pt>
                <c:pt idx="69730">
                  <c:v>77.39</c:v>
                </c:pt>
                <c:pt idx="69731">
                  <c:v>82.32</c:v>
                </c:pt>
                <c:pt idx="69732">
                  <c:v>71.959999999999994</c:v>
                </c:pt>
                <c:pt idx="69733">
                  <c:v>50.98</c:v>
                </c:pt>
                <c:pt idx="69734">
                  <c:v>76.98</c:v>
                </c:pt>
                <c:pt idx="69735">
                  <c:v>84.96</c:v>
                </c:pt>
                <c:pt idx="69736">
                  <c:v>41.49</c:v>
                </c:pt>
                <c:pt idx="69737">
                  <c:v>65.989999999999995</c:v>
                </c:pt>
                <c:pt idx="69738">
                  <c:v>65.989999999999995</c:v>
                </c:pt>
                <c:pt idx="69739">
                  <c:v>65.989999999999995</c:v>
                </c:pt>
                <c:pt idx="69740">
                  <c:v>73.97</c:v>
                </c:pt>
                <c:pt idx="69741">
                  <c:v>84.11</c:v>
                </c:pt>
                <c:pt idx="69742">
                  <c:v>60.43</c:v>
                </c:pt>
                <c:pt idx="69743">
                  <c:v>79.02</c:v>
                </c:pt>
                <c:pt idx="69744">
                  <c:v>92.97</c:v>
                </c:pt>
                <c:pt idx="69745">
                  <c:v>61.98</c:v>
                </c:pt>
                <c:pt idx="69746">
                  <c:v>60.43</c:v>
                </c:pt>
                <c:pt idx="69747">
                  <c:v>92.97</c:v>
                </c:pt>
                <c:pt idx="69748">
                  <c:v>61.98</c:v>
                </c:pt>
                <c:pt idx="69749">
                  <c:v>92.11</c:v>
                </c:pt>
                <c:pt idx="69750">
                  <c:v>95.03</c:v>
                </c:pt>
                <c:pt idx="69751">
                  <c:v>95.97</c:v>
                </c:pt>
                <c:pt idx="69752">
                  <c:v>92.04</c:v>
                </c:pt>
                <c:pt idx="69753">
                  <c:v>65.16</c:v>
                </c:pt>
                <c:pt idx="69754">
                  <c:v>56.68</c:v>
                </c:pt>
                <c:pt idx="69755">
                  <c:v>92.97</c:v>
                </c:pt>
                <c:pt idx="69756">
                  <c:v>92.97</c:v>
                </c:pt>
                <c:pt idx="69757">
                  <c:v>61.98</c:v>
                </c:pt>
                <c:pt idx="69758">
                  <c:v>68.989999999999995</c:v>
                </c:pt>
                <c:pt idx="69759">
                  <c:v>83.98</c:v>
                </c:pt>
                <c:pt idx="69760">
                  <c:v>134.32</c:v>
                </c:pt>
                <c:pt idx="69761">
                  <c:v>64.489999999999995</c:v>
                </c:pt>
                <c:pt idx="69762">
                  <c:v>64.67</c:v>
                </c:pt>
                <c:pt idx="69763">
                  <c:v>65.989999999999995</c:v>
                </c:pt>
                <c:pt idx="69764">
                  <c:v>59.98</c:v>
                </c:pt>
                <c:pt idx="69765">
                  <c:v>65.989999999999995</c:v>
                </c:pt>
                <c:pt idx="69766">
                  <c:v>78.11</c:v>
                </c:pt>
                <c:pt idx="69767">
                  <c:v>84.99</c:v>
                </c:pt>
                <c:pt idx="69768">
                  <c:v>137.96</c:v>
                </c:pt>
                <c:pt idx="69769">
                  <c:v>81.98</c:v>
                </c:pt>
                <c:pt idx="69770">
                  <c:v>84.99</c:v>
                </c:pt>
                <c:pt idx="69771">
                  <c:v>65.989999999999995</c:v>
                </c:pt>
                <c:pt idx="69772">
                  <c:v>84.99</c:v>
                </c:pt>
                <c:pt idx="69773">
                  <c:v>102.48</c:v>
                </c:pt>
                <c:pt idx="69774">
                  <c:v>68.989999999999995</c:v>
                </c:pt>
                <c:pt idx="69775">
                  <c:v>84.99</c:v>
                </c:pt>
                <c:pt idx="69776">
                  <c:v>84.14</c:v>
                </c:pt>
                <c:pt idx="69777">
                  <c:v>80.98</c:v>
                </c:pt>
                <c:pt idx="69778">
                  <c:v>54.99</c:v>
                </c:pt>
                <c:pt idx="69779">
                  <c:v>84.99</c:v>
                </c:pt>
                <c:pt idx="69780">
                  <c:v>143.72</c:v>
                </c:pt>
                <c:pt idx="69781">
                  <c:v>226.19</c:v>
                </c:pt>
                <c:pt idx="69782">
                  <c:v>232.24</c:v>
                </c:pt>
                <c:pt idx="69783">
                  <c:v>128.76</c:v>
                </c:pt>
                <c:pt idx="69784">
                  <c:v>69.680000000000007</c:v>
                </c:pt>
                <c:pt idx="69785">
                  <c:v>131.97999999999999</c:v>
                </c:pt>
                <c:pt idx="69786">
                  <c:v>146.97</c:v>
                </c:pt>
                <c:pt idx="69787">
                  <c:v>84.97</c:v>
                </c:pt>
                <c:pt idx="69788">
                  <c:v>216.96</c:v>
                </c:pt>
                <c:pt idx="69789">
                  <c:v>149.97</c:v>
                </c:pt>
                <c:pt idx="69790">
                  <c:v>134.97999999999999</c:v>
                </c:pt>
                <c:pt idx="69791">
                  <c:v>51.49</c:v>
                </c:pt>
                <c:pt idx="69792">
                  <c:v>147.18</c:v>
                </c:pt>
                <c:pt idx="69793">
                  <c:v>89.98</c:v>
                </c:pt>
                <c:pt idx="69794">
                  <c:v>134.97999999999999</c:v>
                </c:pt>
                <c:pt idx="69795">
                  <c:v>151.96</c:v>
                </c:pt>
                <c:pt idx="69796">
                  <c:v>49.99</c:v>
                </c:pt>
                <c:pt idx="69797">
                  <c:v>126.91</c:v>
                </c:pt>
                <c:pt idx="69798">
                  <c:v>96.79</c:v>
                </c:pt>
                <c:pt idx="69799">
                  <c:v>107.07</c:v>
                </c:pt>
                <c:pt idx="69800">
                  <c:v>263.95999999999998</c:v>
                </c:pt>
                <c:pt idx="69801">
                  <c:v>113.95</c:v>
                </c:pt>
                <c:pt idx="69802">
                  <c:v>278.95</c:v>
                </c:pt>
                <c:pt idx="69803">
                  <c:v>252.55</c:v>
                </c:pt>
                <c:pt idx="69804">
                  <c:v>74.95</c:v>
                </c:pt>
                <c:pt idx="69805">
                  <c:v>159.96</c:v>
                </c:pt>
                <c:pt idx="69806">
                  <c:v>67.63</c:v>
                </c:pt>
                <c:pt idx="69807">
                  <c:v>77.400000000000006</c:v>
                </c:pt>
                <c:pt idx="69808">
                  <c:v>72.540000000000006</c:v>
                </c:pt>
                <c:pt idx="69809">
                  <c:v>86.32</c:v>
                </c:pt>
                <c:pt idx="69810">
                  <c:v>123.32</c:v>
                </c:pt>
                <c:pt idx="69811">
                  <c:v>101.56</c:v>
                </c:pt>
                <c:pt idx="69812">
                  <c:v>169.28</c:v>
                </c:pt>
                <c:pt idx="69813">
                  <c:v>58.87</c:v>
                </c:pt>
                <c:pt idx="69814">
                  <c:v>53.98</c:v>
                </c:pt>
                <c:pt idx="69815">
                  <c:v>54.16</c:v>
                </c:pt>
                <c:pt idx="69816">
                  <c:v>75.98</c:v>
                </c:pt>
                <c:pt idx="69817">
                  <c:v>61.98</c:v>
                </c:pt>
                <c:pt idx="69818">
                  <c:v>71.13</c:v>
                </c:pt>
                <c:pt idx="69819">
                  <c:v>73.98</c:v>
                </c:pt>
                <c:pt idx="69820">
                  <c:v>55.78</c:v>
                </c:pt>
                <c:pt idx="69821">
                  <c:v>75.98</c:v>
                </c:pt>
                <c:pt idx="69822">
                  <c:v>75.98</c:v>
                </c:pt>
                <c:pt idx="69823">
                  <c:v>79.98</c:v>
                </c:pt>
                <c:pt idx="69824">
                  <c:v>73.98</c:v>
                </c:pt>
                <c:pt idx="69825">
                  <c:v>105.46</c:v>
                </c:pt>
                <c:pt idx="69826">
                  <c:v>65.98</c:v>
                </c:pt>
                <c:pt idx="69827">
                  <c:v>65.989999999999995</c:v>
                </c:pt>
                <c:pt idx="69828">
                  <c:v>92.97</c:v>
                </c:pt>
                <c:pt idx="69829">
                  <c:v>73.98</c:v>
                </c:pt>
                <c:pt idx="69830">
                  <c:v>73.98</c:v>
                </c:pt>
                <c:pt idx="69831">
                  <c:v>50.98</c:v>
                </c:pt>
                <c:pt idx="69832">
                  <c:v>75.98</c:v>
                </c:pt>
                <c:pt idx="69833">
                  <c:v>374.41</c:v>
                </c:pt>
                <c:pt idx="69834">
                  <c:v>285.5</c:v>
                </c:pt>
                <c:pt idx="69835">
                  <c:v>214.13</c:v>
                </c:pt>
                <c:pt idx="69836">
                  <c:v>236.95</c:v>
                </c:pt>
                <c:pt idx="69837">
                  <c:v>65.989999999999995</c:v>
                </c:pt>
                <c:pt idx="69838">
                  <c:v>243.95</c:v>
                </c:pt>
                <c:pt idx="69839">
                  <c:v>64.06</c:v>
                </c:pt>
                <c:pt idx="69840">
                  <c:v>63.98</c:v>
                </c:pt>
                <c:pt idx="69841">
                  <c:v>75.98</c:v>
                </c:pt>
                <c:pt idx="69842">
                  <c:v>62.96</c:v>
                </c:pt>
                <c:pt idx="69843">
                  <c:v>75.98</c:v>
                </c:pt>
                <c:pt idx="69844">
                  <c:v>63.98</c:v>
                </c:pt>
                <c:pt idx="69845">
                  <c:v>84.99</c:v>
                </c:pt>
                <c:pt idx="69846">
                  <c:v>84.99</c:v>
                </c:pt>
                <c:pt idx="69847">
                  <c:v>69.97</c:v>
                </c:pt>
                <c:pt idx="69848">
                  <c:v>120.98</c:v>
                </c:pt>
                <c:pt idx="69849">
                  <c:v>96.98</c:v>
                </c:pt>
                <c:pt idx="69850">
                  <c:v>142.97</c:v>
                </c:pt>
                <c:pt idx="69851">
                  <c:v>169.98</c:v>
                </c:pt>
                <c:pt idx="69852">
                  <c:v>61.22</c:v>
                </c:pt>
                <c:pt idx="69853">
                  <c:v>146.97</c:v>
                </c:pt>
                <c:pt idx="69854">
                  <c:v>89.98</c:v>
                </c:pt>
                <c:pt idx="69855">
                  <c:v>184.97</c:v>
                </c:pt>
                <c:pt idx="69856">
                  <c:v>65.989999999999995</c:v>
                </c:pt>
                <c:pt idx="69857">
                  <c:v>70.989999999999995</c:v>
                </c:pt>
                <c:pt idx="69858">
                  <c:v>84.99</c:v>
                </c:pt>
                <c:pt idx="69859">
                  <c:v>64.98</c:v>
                </c:pt>
                <c:pt idx="69860">
                  <c:v>100.98</c:v>
                </c:pt>
                <c:pt idx="69861">
                  <c:v>84.99</c:v>
                </c:pt>
                <c:pt idx="69862">
                  <c:v>96.88</c:v>
                </c:pt>
                <c:pt idx="69863">
                  <c:v>59.96</c:v>
                </c:pt>
                <c:pt idx="69864">
                  <c:v>65.19</c:v>
                </c:pt>
                <c:pt idx="69865">
                  <c:v>65.989999999999995</c:v>
                </c:pt>
                <c:pt idx="69866">
                  <c:v>65.989999999999995</c:v>
                </c:pt>
                <c:pt idx="69867">
                  <c:v>65.989999999999995</c:v>
                </c:pt>
                <c:pt idx="69868">
                  <c:v>63.89</c:v>
                </c:pt>
                <c:pt idx="69869">
                  <c:v>77.98</c:v>
                </c:pt>
                <c:pt idx="69870">
                  <c:v>96.32</c:v>
                </c:pt>
                <c:pt idx="69871">
                  <c:v>99.98</c:v>
                </c:pt>
                <c:pt idx="69872">
                  <c:v>77.98</c:v>
                </c:pt>
                <c:pt idx="69873">
                  <c:v>64.55</c:v>
                </c:pt>
                <c:pt idx="69874">
                  <c:v>63.89</c:v>
                </c:pt>
                <c:pt idx="69875">
                  <c:v>65.989999999999995</c:v>
                </c:pt>
                <c:pt idx="69876">
                  <c:v>65.989999999999995</c:v>
                </c:pt>
                <c:pt idx="69877">
                  <c:v>67.489999999999995</c:v>
                </c:pt>
                <c:pt idx="69878">
                  <c:v>65.989999999999995</c:v>
                </c:pt>
                <c:pt idx="69879">
                  <c:v>65.989999999999995</c:v>
                </c:pt>
                <c:pt idx="69880">
                  <c:v>65.989999999999995</c:v>
                </c:pt>
                <c:pt idx="69881">
                  <c:v>57.79</c:v>
                </c:pt>
                <c:pt idx="69882">
                  <c:v>81.48</c:v>
                </c:pt>
                <c:pt idx="69883">
                  <c:v>65.989999999999995</c:v>
                </c:pt>
                <c:pt idx="69884">
                  <c:v>56.09</c:v>
                </c:pt>
                <c:pt idx="69885">
                  <c:v>65.989999999999995</c:v>
                </c:pt>
                <c:pt idx="69886">
                  <c:v>65.989999999999995</c:v>
                </c:pt>
                <c:pt idx="69887">
                  <c:v>65.989999999999995</c:v>
                </c:pt>
                <c:pt idx="69888">
                  <c:v>67.489999999999995</c:v>
                </c:pt>
                <c:pt idx="69889">
                  <c:v>79.98</c:v>
                </c:pt>
                <c:pt idx="69890">
                  <c:v>65.989999999999995</c:v>
                </c:pt>
                <c:pt idx="69891">
                  <c:v>65.989999999999995</c:v>
                </c:pt>
                <c:pt idx="69892">
                  <c:v>65.989999999999995</c:v>
                </c:pt>
                <c:pt idx="69893">
                  <c:v>65.989999999999995</c:v>
                </c:pt>
                <c:pt idx="69894">
                  <c:v>169.95</c:v>
                </c:pt>
                <c:pt idx="69895">
                  <c:v>109.97</c:v>
                </c:pt>
                <c:pt idx="69896">
                  <c:v>164.94</c:v>
                </c:pt>
                <c:pt idx="69897">
                  <c:v>119.96</c:v>
                </c:pt>
                <c:pt idx="69898">
                  <c:v>50.98</c:v>
                </c:pt>
                <c:pt idx="69899">
                  <c:v>164.94</c:v>
                </c:pt>
                <c:pt idx="69900">
                  <c:v>199.94</c:v>
                </c:pt>
                <c:pt idx="69901">
                  <c:v>149.94999999999999</c:v>
                </c:pt>
                <c:pt idx="69902">
                  <c:v>262.93</c:v>
                </c:pt>
                <c:pt idx="69903">
                  <c:v>130.47999999999999</c:v>
                </c:pt>
                <c:pt idx="69904">
                  <c:v>87.46</c:v>
                </c:pt>
                <c:pt idx="69905">
                  <c:v>262.93</c:v>
                </c:pt>
                <c:pt idx="69906">
                  <c:v>85.49</c:v>
                </c:pt>
                <c:pt idx="69907">
                  <c:v>87.46</c:v>
                </c:pt>
                <c:pt idx="69908">
                  <c:v>97.94</c:v>
                </c:pt>
                <c:pt idx="69909">
                  <c:v>157.43</c:v>
                </c:pt>
                <c:pt idx="69910">
                  <c:v>157.43</c:v>
                </c:pt>
                <c:pt idx="69911">
                  <c:v>130.47999999999999</c:v>
                </c:pt>
                <c:pt idx="69912">
                  <c:v>85.49</c:v>
                </c:pt>
                <c:pt idx="69913">
                  <c:v>105.45</c:v>
                </c:pt>
                <c:pt idx="69914">
                  <c:v>105.45</c:v>
                </c:pt>
                <c:pt idx="69915">
                  <c:v>97.94</c:v>
                </c:pt>
                <c:pt idx="69916">
                  <c:v>39.5</c:v>
                </c:pt>
                <c:pt idx="69917">
                  <c:v>49.99</c:v>
                </c:pt>
                <c:pt idx="69918">
                  <c:v>84.99</c:v>
                </c:pt>
                <c:pt idx="69919">
                  <c:v>68.989999999999995</c:v>
                </c:pt>
                <c:pt idx="69920">
                  <c:v>68.989999999999995</c:v>
                </c:pt>
                <c:pt idx="69921">
                  <c:v>65.989999999999995</c:v>
                </c:pt>
                <c:pt idx="69922">
                  <c:v>65.989999999999995</c:v>
                </c:pt>
                <c:pt idx="69923">
                  <c:v>84.99</c:v>
                </c:pt>
                <c:pt idx="69924">
                  <c:v>65.989999999999995</c:v>
                </c:pt>
                <c:pt idx="69925">
                  <c:v>68.989999999999995</c:v>
                </c:pt>
                <c:pt idx="69926">
                  <c:v>51.98</c:v>
                </c:pt>
                <c:pt idx="69927">
                  <c:v>65.989999999999995</c:v>
                </c:pt>
                <c:pt idx="69928">
                  <c:v>49.99</c:v>
                </c:pt>
                <c:pt idx="69929">
                  <c:v>84.99</c:v>
                </c:pt>
                <c:pt idx="69930">
                  <c:v>84.99</c:v>
                </c:pt>
                <c:pt idx="69931">
                  <c:v>65.989999999999995</c:v>
                </c:pt>
                <c:pt idx="69932">
                  <c:v>65.989999999999995</c:v>
                </c:pt>
                <c:pt idx="69933">
                  <c:v>84.99</c:v>
                </c:pt>
                <c:pt idx="69934">
                  <c:v>65.959999999999994</c:v>
                </c:pt>
                <c:pt idx="69935">
                  <c:v>63.96</c:v>
                </c:pt>
                <c:pt idx="69936">
                  <c:v>52.3</c:v>
                </c:pt>
                <c:pt idx="69937">
                  <c:v>53.98</c:v>
                </c:pt>
                <c:pt idx="69938">
                  <c:v>63.96</c:v>
                </c:pt>
                <c:pt idx="69939">
                  <c:v>63.96</c:v>
                </c:pt>
                <c:pt idx="69940">
                  <c:v>59.98</c:v>
                </c:pt>
                <c:pt idx="69941">
                  <c:v>63.96</c:v>
                </c:pt>
                <c:pt idx="69942">
                  <c:v>53.98</c:v>
                </c:pt>
                <c:pt idx="69943">
                  <c:v>55.96</c:v>
                </c:pt>
                <c:pt idx="69944">
                  <c:v>86.93</c:v>
                </c:pt>
                <c:pt idx="69945">
                  <c:v>86.93</c:v>
                </c:pt>
                <c:pt idx="69946">
                  <c:v>57.97</c:v>
                </c:pt>
                <c:pt idx="69947">
                  <c:v>69.95</c:v>
                </c:pt>
                <c:pt idx="69948">
                  <c:v>136.18</c:v>
                </c:pt>
                <c:pt idx="69949">
                  <c:v>48.71</c:v>
                </c:pt>
                <c:pt idx="69950">
                  <c:v>118.53</c:v>
                </c:pt>
                <c:pt idx="69951">
                  <c:v>66.569999999999993</c:v>
                </c:pt>
                <c:pt idx="69952">
                  <c:v>99.97</c:v>
                </c:pt>
                <c:pt idx="69953">
                  <c:v>82.98</c:v>
                </c:pt>
                <c:pt idx="69954">
                  <c:v>104.97</c:v>
                </c:pt>
                <c:pt idx="69955">
                  <c:v>135.55000000000001</c:v>
                </c:pt>
                <c:pt idx="69956">
                  <c:v>84.98</c:v>
                </c:pt>
                <c:pt idx="69957">
                  <c:v>104.97</c:v>
                </c:pt>
                <c:pt idx="69958">
                  <c:v>84.99</c:v>
                </c:pt>
                <c:pt idx="69959">
                  <c:v>103.09</c:v>
                </c:pt>
                <c:pt idx="69960">
                  <c:v>119.97</c:v>
                </c:pt>
                <c:pt idx="69961">
                  <c:v>74.97</c:v>
                </c:pt>
                <c:pt idx="69962">
                  <c:v>64.98</c:v>
                </c:pt>
                <c:pt idx="69963">
                  <c:v>99.98</c:v>
                </c:pt>
                <c:pt idx="69964">
                  <c:v>109.97</c:v>
                </c:pt>
                <c:pt idx="69965">
                  <c:v>84.99</c:v>
                </c:pt>
                <c:pt idx="69966">
                  <c:v>65.989999999999995</c:v>
                </c:pt>
                <c:pt idx="69967">
                  <c:v>59.39</c:v>
                </c:pt>
                <c:pt idx="69968">
                  <c:v>67.489999999999995</c:v>
                </c:pt>
                <c:pt idx="69969">
                  <c:v>65.989999999999995</c:v>
                </c:pt>
                <c:pt idx="69970">
                  <c:v>82.44</c:v>
                </c:pt>
                <c:pt idx="69971">
                  <c:v>76.489999999999995</c:v>
                </c:pt>
                <c:pt idx="69972">
                  <c:v>84.99</c:v>
                </c:pt>
                <c:pt idx="69973">
                  <c:v>79.05</c:v>
                </c:pt>
                <c:pt idx="69974">
                  <c:v>37.24</c:v>
                </c:pt>
                <c:pt idx="69975">
                  <c:v>104.98</c:v>
                </c:pt>
                <c:pt idx="69976">
                  <c:v>65.989999999999995</c:v>
                </c:pt>
                <c:pt idx="69977">
                  <c:v>65.989999999999995</c:v>
                </c:pt>
                <c:pt idx="69978">
                  <c:v>84.99</c:v>
                </c:pt>
                <c:pt idx="69979">
                  <c:v>65.989999999999995</c:v>
                </c:pt>
                <c:pt idx="69980">
                  <c:v>65.989999999999995</c:v>
                </c:pt>
                <c:pt idx="69981">
                  <c:v>84.99</c:v>
                </c:pt>
                <c:pt idx="69982">
                  <c:v>95.98</c:v>
                </c:pt>
                <c:pt idx="69983">
                  <c:v>183.97</c:v>
                </c:pt>
                <c:pt idx="69984">
                  <c:v>164.98</c:v>
                </c:pt>
                <c:pt idx="69985">
                  <c:v>65.98</c:v>
                </c:pt>
                <c:pt idx="69986">
                  <c:v>157.38</c:v>
                </c:pt>
                <c:pt idx="69987">
                  <c:v>114.97</c:v>
                </c:pt>
                <c:pt idx="69988">
                  <c:v>148.47999999999999</c:v>
                </c:pt>
                <c:pt idx="69989">
                  <c:v>209.97</c:v>
                </c:pt>
                <c:pt idx="69990">
                  <c:v>54.07</c:v>
                </c:pt>
                <c:pt idx="69991">
                  <c:v>370.94</c:v>
                </c:pt>
                <c:pt idx="69992">
                  <c:v>69.989999999999995</c:v>
                </c:pt>
                <c:pt idx="69993">
                  <c:v>169.98</c:v>
                </c:pt>
                <c:pt idx="69994">
                  <c:v>269.95999999999998</c:v>
                </c:pt>
                <c:pt idx="69995">
                  <c:v>205.96</c:v>
                </c:pt>
                <c:pt idx="69996">
                  <c:v>169.98</c:v>
                </c:pt>
                <c:pt idx="69997">
                  <c:v>79.98</c:v>
                </c:pt>
                <c:pt idx="69998">
                  <c:v>96.96</c:v>
                </c:pt>
                <c:pt idx="69999">
                  <c:v>65.989999999999995</c:v>
                </c:pt>
                <c:pt idx="70000">
                  <c:v>184.97</c:v>
                </c:pt>
                <c:pt idx="70001">
                  <c:v>84.99</c:v>
                </c:pt>
                <c:pt idx="70002">
                  <c:v>84.99</c:v>
                </c:pt>
                <c:pt idx="70003">
                  <c:v>69.989999999999995</c:v>
                </c:pt>
                <c:pt idx="70004">
                  <c:v>100.98</c:v>
                </c:pt>
                <c:pt idx="70005">
                  <c:v>135.97999999999999</c:v>
                </c:pt>
                <c:pt idx="70006">
                  <c:v>73.78</c:v>
                </c:pt>
                <c:pt idx="70007">
                  <c:v>98.14</c:v>
                </c:pt>
                <c:pt idx="70008">
                  <c:v>100.98</c:v>
                </c:pt>
                <c:pt idx="70009">
                  <c:v>84.99</c:v>
                </c:pt>
                <c:pt idx="70010">
                  <c:v>76.319999999999993</c:v>
                </c:pt>
                <c:pt idx="70011">
                  <c:v>70.989999999999995</c:v>
                </c:pt>
                <c:pt idx="70012">
                  <c:v>65.989999999999995</c:v>
                </c:pt>
                <c:pt idx="70013">
                  <c:v>82.24</c:v>
                </c:pt>
                <c:pt idx="70014">
                  <c:v>104.98</c:v>
                </c:pt>
                <c:pt idx="70015">
                  <c:v>62.09</c:v>
                </c:pt>
                <c:pt idx="70016">
                  <c:v>59.98</c:v>
                </c:pt>
                <c:pt idx="70017">
                  <c:v>54.99</c:v>
                </c:pt>
                <c:pt idx="70018">
                  <c:v>68.989999999999995</c:v>
                </c:pt>
                <c:pt idx="70019">
                  <c:v>54.97</c:v>
                </c:pt>
                <c:pt idx="70020">
                  <c:v>84.99</c:v>
                </c:pt>
                <c:pt idx="70021">
                  <c:v>84.99</c:v>
                </c:pt>
                <c:pt idx="70022">
                  <c:v>71.989999999999995</c:v>
                </c:pt>
                <c:pt idx="70023">
                  <c:v>104.97</c:v>
                </c:pt>
                <c:pt idx="70024">
                  <c:v>79.02</c:v>
                </c:pt>
                <c:pt idx="70025">
                  <c:v>68.989999999999995</c:v>
                </c:pt>
                <c:pt idx="70026">
                  <c:v>59.94</c:v>
                </c:pt>
                <c:pt idx="70027">
                  <c:v>54.99</c:v>
                </c:pt>
                <c:pt idx="70028">
                  <c:v>68.989999999999995</c:v>
                </c:pt>
                <c:pt idx="70029">
                  <c:v>89.18</c:v>
                </c:pt>
                <c:pt idx="70030">
                  <c:v>66.739999999999995</c:v>
                </c:pt>
                <c:pt idx="70031">
                  <c:v>80.97</c:v>
                </c:pt>
                <c:pt idx="70032">
                  <c:v>73.41</c:v>
                </c:pt>
                <c:pt idx="70033">
                  <c:v>112.95</c:v>
                </c:pt>
                <c:pt idx="70034">
                  <c:v>74.97</c:v>
                </c:pt>
                <c:pt idx="70035">
                  <c:v>53.98</c:v>
                </c:pt>
                <c:pt idx="70036">
                  <c:v>80.97</c:v>
                </c:pt>
                <c:pt idx="70037">
                  <c:v>84.97</c:v>
                </c:pt>
                <c:pt idx="70038">
                  <c:v>80.97</c:v>
                </c:pt>
                <c:pt idx="70039">
                  <c:v>77.09</c:v>
                </c:pt>
                <c:pt idx="70040">
                  <c:v>159.97999999999999</c:v>
                </c:pt>
                <c:pt idx="70041">
                  <c:v>197.96</c:v>
                </c:pt>
                <c:pt idx="70042">
                  <c:v>148.25</c:v>
                </c:pt>
                <c:pt idx="70043">
                  <c:v>98.98</c:v>
                </c:pt>
                <c:pt idx="70044">
                  <c:v>183.97</c:v>
                </c:pt>
                <c:pt idx="70045">
                  <c:v>139.07</c:v>
                </c:pt>
                <c:pt idx="70046">
                  <c:v>183.97</c:v>
                </c:pt>
                <c:pt idx="70047">
                  <c:v>134.97999999999999</c:v>
                </c:pt>
                <c:pt idx="70048">
                  <c:v>163.13999999999999</c:v>
                </c:pt>
                <c:pt idx="70049">
                  <c:v>159.69999999999999</c:v>
                </c:pt>
                <c:pt idx="70050">
                  <c:v>261.42</c:v>
                </c:pt>
                <c:pt idx="70051">
                  <c:v>570.36</c:v>
                </c:pt>
                <c:pt idx="70052">
                  <c:v>229.84</c:v>
                </c:pt>
                <c:pt idx="70053">
                  <c:v>134.29</c:v>
                </c:pt>
                <c:pt idx="70054">
                  <c:v>260.93</c:v>
                </c:pt>
                <c:pt idx="70055">
                  <c:v>197.97</c:v>
                </c:pt>
                <c:pt idx="70056">
                  <c:v>68.989999999999995</c:v>
                </c:pt>
                <c:pt idx="70057">
                  <c:v>211.95</c:v>
                </c:pt>
                <c:pt idx="70058">
                  <c:v>135.74</c:v>
                </c:pt>
                <c:pt idx="70059">
                  <c:v>414.77</c:v>
                </c:pt>
                <c:pt idx="70060">
                  <c:v>211.74</c:v>
                </c:pt>
                <c:pt idx="70061">
                  <c:v>98.91</c:v>
                </c:pt>
                <c:pt idx="70062">
                  <c:v>120.89</c:v>
                </c:pt>
                <c:pt idx="70063">
                  <c:v>157.27000000000001</c:v>
                </c:pt>
                <c:pt idx="70064">
                  <c:v>129.94999999999999</c:v>
                </c:pt>
                <c:pt idx="70065">
                  <c:v>65.989999999999995</c:v>
                </c:pt>
                <c:pt idx="70066">
                  <c:v>57.6</c:v>
                </c:pt>
                <c:pt idx="70067">
                  <c:v>59.96</c:v>
                </c:pt>
                <c:pt idx="70068">
                  <c:v>112.84</c:v>
                </c:pt>
                <c:pt idx="70069">
                  <c:v>129.94999999999999</c:v>
                </c:pt>
                <c:pt idx="70070">
                  <c:v>59.96</c:v>
                </c:pt>
                <c:pt idx="70071">
                  <c:v>58.81</c:v>
                </c:pt>
                <c:pt idx="70072">
                  <c:v>79.849999999999994</c:v>
                </c:pt>
                <c:pt idx="70073">
                  <c:v>83.47</c:v>
                </c:pt>
                <c:pt idx="70074">
                  <c:v>18.989999999999998</c:v>
                </c:pt>
                <c:pt idx="70075">
                  <c:v>-22.99</c:v>
                </c:pt>
                <c:pt idx="70076">
                  <c:v>79.849999999999994</c:v>
                </c:pt>
                <c:pt idx="70077">
                  <c:v>182.67</c:v>
                </c:pt>
                <c:pt idx="70078">
                  <c:v>79.849999999999994</c:v>
                </c:pt>
                <c:pt idx="70079">
                  <c:v>79.849999999999994</c:v>
                </c:pt>
                <c:pt idx="70080">
                  <c:v>143.72</c:v>
                </c:pt>
                <c:pt idx="70081">
                  <c:v>159.69999999999999</c:v>
                </c:pt>
                <c:pt idx="70082">
                  <c:v>79.849999999999994</c:v>
                </c:pt>
                <c:pt idx="70083">
                  <c:v>159.69999999999999</c:v>
                </c:pt>
                <c:pt idx="70084">
                  <c:v>143.72</c:v>
                </c:pt>
                <c:pt idx="70085">
                  <c:v>83.97</c:v>
                </c:pt>
                <c:pt idx="70086">
                  <c:v>301.70999999999998</c:v>
                </c:pt>
                <c:pt idx="70087">
                  <c:v>524.92999999999995</c:v>
                </c:pt>
                <c:pt idx="70088">
                  <c:v>229.47</c:v>
                </c:pt>
                <c:pt idx="70089">
                  <c:v>247.95</c:v>
                </c:pt>
                <c:pt idx="70090">
                  <c:v>344.64</c:v>
                </c:pt>
                <c:pt idx="70091">
                  <c:v>284.95</c:v>
                </c:pt>
                <c:pt idx="70092">
                  <c:v>234.96</c:v>
                </c:pt>
                <c:pt idx="70093">
                  <c:v>319.92</c:v>
                </c:pt>
                <c:pt idx="70094">
                  <c:v>197.97</c:v>
                </c:pt>
                <c:pt idx="70095">
                  <c:v>254.97</c:v>
                </c:pt>
                <c:pt idx="70096">
                  <c:v>278.91000000000003</c:v>
                </c:pt>
                <c:pt idx="70097">
                  <c:v>299.89999999999998</c:v>
                </c:pt>
                <c:pt idx="70098">
                  <c:v>149.30000000000001</c:v>
                </c:pt>
                <c:pt idx="70099">
                  <c:v>257.3</c:v>
                </c:pt>
                <c:pt idx="70100">
                  <c:v>307.89999999999998</c:v>
                </c:pt>
                <c:pt idx="70101">
                  <c:v>54.98</c:v>
                </c:pt>
                <c:pt idx="70102">
                  <c:v>59.38</c:v>
                </c:pt>
                <c:pt idx="70103">
                  <c:v>54.98</c:v>
                </c:pt>
                <c:pt idx="70104">
                  <c:v>50.97</c:v>
                </c:pt>
                <c:pt idx="70105">
                  <c:v>59.98</c:v>
                </c:pt>
                <c:pt idx="70106">
                  <c:v>59.38</c:v>
                </c:pt>
                <c:pt idx="70107">
                  <c:v>59.38</c:v>
                </c:pt>
                <c:pt idx="70108">
                  <c:v>31.49</c:v>
                </c:pt>
                <c:pt idx="70109">
                  <c:v>50.97</c:v>
                </c:pt>
                <c:pt idx="70110">
                  <c:v>59.38</c:v>
                </c:pt>
                <c:pt idx="70111">
                  <c:v>84.97</c:v>
                </c:pt>
                <c:pt idx="70112">
                  <c:v>31.49</c:v>
                </c:pt>
                <c:pt idx="70113">
                  <c:v>54.27</c:v>
                </c:pt>
                <c:pt idx="70114">
                  <c:v>31.49</c:v>
                </c:pt>
                <c:pt idx="70115">
                  <c:v>148.44999999999999</c:v>
                </c:pt>
                <c:pt idx="70116">
                  <c:v>54.98</c:v>
                </c:pt>
                <c:pt idx="70117">
                  <c:v>54.98</c:v>
                </c:pt>
                <c:pt idx="70118">
                  <c:v>58.48</c:v>
                </c:pt>
                <c:pt idx="70119">
                  <c:v>50.97</c:v>
                </c:pt>
                <c:pt idx="70120">
                  <c:v>147.93</c:v>
                </c:pt>
                <c:pt idx="70121">
                  <c:v>31.49</c:v>
                </c:pt>
                <c:pt idx="70122">
                  <c:v>61.59</c:v>
                </c:pt>
                <c:pt idx="70123">
                  <c:v>180.37</c:v>
                </c:pt>
                <c:pt idx="70124">
                  <c:v>131.72</c:v>
                </c:pt>
                <c:pt idx="70125">
                  <c:v>101.97</c:v>
                </c:pt>
                <c:pt idx="70126">
                  <c:v>151.79</c:v>
                </c:pt>
                <c:pt idx="70127">
                  <c:v>132.86000000000001</c:v>
                </c:pt>
                <c:pt idx="70128">
                  <c:v>59.39</c:v>
                </c:pt>
                <c:pt idx="70129">
                  <c:v>229.94</c:v>
                </c:pt>
                <c:pt idx="70130">
                  <c:v>211.94</c:v>
                </c:pt>
                <c:pt idx="70131">
                  <c:v>385.91</c:v>
                </c:pt>
                <c:pt idx="70132">
                  <c:v>79.98</c:v>
                </c:pt>
                <c:pt idx="70133">
                  <c:v>61.97</c:v>
                </c:pt>
                <c:pt idx="70134">
                  <c:v>181.76</c:v>
                </c:pt>
                <c:pt idx="70135">
                  <c:v>179.71</c:v>
                </c:pt>
                <c:pt idx="70136">
                  <c:v>110.45</c:v>
                </c:pt>
                <c:pt idx="70137">
                  <c:v>125.98</c:v>
                </c:pt>
                <c:pt idx="70138">
                  <c:v>89.16</c:v>
                </c:pt>
                <c:pt idx="70139">
                  <c:v>146.94999999999999</c:v>
                </c:pt>
                <c:pt idx="70140">
                  <c:v>97.72</c:v>
                </c:pt>
                <c:pt idx="70141">
                  <c:v>49.99</c:v>
                </c:pt>
                <c:pt idx="70142">
                  <c:v>51.29</c:v>
                </c:pt>
                <c:pt idx="70143">
                  <c:v>99.98</c:v>
                </c:pt>
                <c:pt idx="70144">
                  <c:v>99.98</c:v>
                </c:pt>
                <c:pt idx="70145">
                  <c:v>46.09</c:v>
                </c:pt>
                <c:pt idx="70146">
                  <c:v>99.98</c:v>
                </c:pt>
                <c:pt idx="70147">
                  <c:v>79.98</c:v>
                </c:pt>
                <c:pt idx="70148">
                  <c:v>107.94</c:v>
                </c:pt>
                <c:pt idx="70149">
                  <c:v>84.98</c:v>
                </c:pt>
                <c:pt idx="70150">
                  <c:v>80.16</c:v>
                </c:pt>
                <c:pt idx="70151">
                  <c:v>16.29</c:v>
                </c:pt>
                <c:pt idx="70152">
                  <c:v>99.98</c:v>
                </c:pt>
                <c:pt idx="70153">
                  <c:v>119.97</c:v>
                </c:pt>
                <c:pt idx="70154">
                  <c:v>120.97</c:v>
                </c:pt>
                <c:pt idx="70155">
                  <c:v>94.98</c:v>
                </c:pt>
                <c:pt idx="70156">
                  <c:v>43.64</c:v>
                </c:pt>
                <c:pt idx="70157">
                  <c:v>79.849999999999994</c:v>
                </c:pt>
                <c:pt idx="70158">
                  <c:v>23.28</c:v>
                </c:pt>
                <c:pt idx="70159">
                  <c:v>50.96</c:v>
                </c:pt>
                <c:pt idx="70160">
                  <c:v>128.24</c:v>
                </c:pt>
                <c:pt idx="70161">
                  <c:v>148.5</c:v>
                </c:pt>
                <c:pt idx="70162">
                  <c:v>84.99</c:v>
                </c:pt>
                <c:pt idx="70163">
                  <c:v>84.99</c:v>
                </c:pt>
                <c:pt idx="70164">
                  <c:v>64.98</c:v>
                </c:pt>
                <c:pt idx="70165">
                  <c:v>94.95</c:v>
                </c:pt>
                <c:pt idx="70166">
                  <c:v>89.97</c:v>
                </c:pt>
                <c:pt idx="70167">
                  <c:v>89.97</c:v>
                </c:pt>
                <c:pt idx="70168">
                  <c:v>149.94999999999999</c:v>
                </c:pt>
                <c:pt idx="70169">
                  <c:v>89.97</c:v>
                </c:pt>
                <c:pt idx="70170">
                  <c:v>91.47</c:v>
                </c:pt>
                <c:pt idx="70171">
                  <c:v>99.96</c:v>
                </c:pt>
                <c:pt idx="70172">
                  <c:v>75.77</c:v>
                </c:pt>
                <c:pt idx="70173">
                  <c:v>89.97</c:v>
                </c:pt>
                <c:pt idx="70174">
                  <c:v>89.97</c:v>
                </c:pt>
                <c:pt idx="70175">
                  <c:v>59.98</c:v>
                </c:pt>
                <c:pt idx="70176">
                  <c:v>99.96</c:v>
                </c:pt>
                <c:pt idx="70177">
                  <c:v>119.96</c:v>
                </c:pt>
                <c:pt idx="70178">
                  <c:v>337.45</c:v>
                </c:pt>
                <c:pt idx="70179">
                  <c:v>159.91999999999999</c:v>
                </c:pt>
                <c:pt idx="70180">
                  <c:v>73.8</c:v>
                </c:pt>
                <c:pt idx="70181">
                  <c:v>73.8</c:v>
                </c:pt>
                <c:pt idx="70182">
                  <c:v>73.8</c:v>
                </c:pt>
                <c:pt idx="70183">
                  <c:v>71.58</c:v>
                </c:pt>
                <c:pt idx="70184">
                  <c:v>61.69</c:v>
                </c:pt>
                <c:pt idx="70185">
                  <c:v>38.700000000000003</c:v>
                </c:pt>
                <c:pt idx="70186">
                  <c:v>73.8</c:v>
                </c:pt>
                <c:pt idx="70187">
                  <c:v>73.8</c:v>
                </c:pt>
                <c:pt idx="70188">
                  <c:v>79.989999999999995</c:v>
                </c:pt>
                <c:pt idx="70189">
                  <c:v>70.66</c:v>
                </c:pt>
                <c:pt idx="70190">
                  <c:v>72.319999999999993</c:v>
                </c:pt>
                <c:pt idx="70191">
                  <c:v>73.8</c:v>
                </c:pt>
                <c:pt idx="70192">
                  <c:v>62.73</c:v>
                </c:pt>
                <c:pt idx="70193">
                  <c:v>104.02</c:v>
                </c:pt>
                <c:pt idx="70194">
                  <c:v>70.98</c:v>
                </c:pt>
                <c:pt idx="70195">
                  <c:v>62.86</c:v>
                </c:pt>
                <c:pt idx="70196">
                  <c:v>87.96</c:v>
                </c:pt>
                <c:pt idx="70197">
                  <c:v>70.98</c:v>
                </c:pt>
                <c:pt idx="70198">
                  <c:v>151.97</c:v>
                </c:pt>
                <c:pt idx="70199">
                  <c:v>65.989999999999995</c:v>
                </c:pt>
                <c:pt idx="70200">
                  <c:v>142.75</c:v>
                </c:pt>
                <c:pt idx="70201">
                  <c:v>79.98</c:v>
                </c:pt>
                <c:pt idx="70202">
                  <c:v>65.989999999999995</c:v>
                </c:pt>
                <c:pt idx="70203">
                  <c:v>65.989999999999995</c:v>
                </c:pt>
                <c:pt idx="70204">
                  <c:v>65.989999999999995</c:v>
                </c:pt>
                <c:pt idx="70205">
                  <c:v>79.98</c:v>
                </c:pt>
                <c:pt idx="70206">
                  <c:v>65.989999999999995</c:v>
                </c:pt>
                <c:pt idx="70207">
                  <c:v>65.989999999999995</c:v>
                </c:pt>
                <c:pt idx="70208">
                  <c:v>59.39</c:v>
                </c:pt>
                <c:pt idx="70209">
                  <c:v>85.98</c:v>
                </c:pt>
                <c:pt idx="70210">
                  <c:v>127.97</c:v>
                </c:pt>
                <c:pt idx="70211">
                  <c:v>191.67</c:v>
                </c:pt>
                <c:pt idx="70212">
                  <c:v>159.97999999999999</c:v>
                </c:pt>
                <c:pt idx="70213">
                  <c:v>216.95</c:v>
                </c:pt>
                <c:pt idx="70214">
                  <c:v>184.97</c:v>
                </c:pt>
                <c:pt idx="70215">
                  <c:v>59.95</c:v>
                </c:pt>
                <c:pt idx="70216">
                  <c:v>123.16</c:v>
                </c:pt>
                <c:pt idx="70217">
                  <c:v>159.96</c:v>
                </c:pt>
                <c:pt idx="70218">
                  <c:v>149.97999999999999</c:v>
                </c:pt>
                <c:pt idx="70219">
                  <c:v>62.97</c:v>
                </c:pt>
                <c:pt idx="70220">
                  <c:v>153.97999999999999</c:v>
                </c:pt>
                <c:pt idx="70221">
                  <c:v>88.85</c:v>
                </c:pt>
                <c:pt idx="70222">
                  <c:v>51.96</c:v>
                </c:pt>
                <c:pt idx="70223">
                  <c:v>101.93</c:v>
                </c:pt>
                <c:pt idx="70224">
                  <c:v>54.97</c:v>
                </c:pt>
                <c:pt idx="70225">
                  <c:v>137.97999999999999</c:v>
                </c:pt>
                <c:pt idx="70226">
                  <c:v>84.99</c:v>
                </c:pt>
                <c:pt idx="70227">
                  <c:v>123.97</c:v>
                </c:pt>
                <c:pt idx="70228">
                  <c:v>74.989999999999995</c:v>
                </c:pt>
                <c:pt idx="70229">
                  <c:v>84.99</c:v>
                </c:pt>
                <c:pt idx="70230">
                  <c:v>65.19</c:v>
                </c:pt>
                <c:pt idx="70231">
                  <c:v>84.99</c:v>
                </c:pt>
                <c:pt idx="70232">
                  <c:v>126.97</c:v>
                </c:pt>
                <c:pt idx="70233">
                  <c:v>56.65</c:v>
                </c:pt>
                <c:pt idx="70234">
                  <c:v>84.99</c:v>
                </c:pt>
                <c:pt idx="70235">
                  <c:v>65.19</c:v>
                </c:pt>
                <c:pt idx="70236">
                  <c:v>271.44</c:v>
                </c:pt>
                <c:pt idx="70237">
                  <c:v>51.49</c:v>
                </c:pt>
                <c:pt idx="70238">
                  <c:v>79.959999999999994</c:v>
                </c:pt>
                <c:pt idx="70239">
                  <c:v>75.95</c:v>
                </c:pt>
                <c:pt idx="70240">
                  <c:v>88.37</c:v>
                </c:pt>
                <c:pt idx="70241">
                  <c:v>83.95</c:v>
                </c:pt>
                <c:pt idx="70242">
                  <c:v>1.5</c:v>
                </c:pt>
                <c:pt idx="70243">
                  <c:v>63.63</c:v>
                </c:pt>
                <c:pt idx="70244">
                  <c:v>59.95</c:v>
                </c:pt>
                <c:pt idx="70245">
                  <c:v>130.93</c:v>
                </c:pt>
                <c:pt idx="70246">
                  <c:v>63.96</c:v>
                </c:pt>
                <c:pt idx="70247">
                  <c:v>125.02</c:v>
                </c:pt>
                <c:pt idx="70248">
                  <c:v>96.63</c:v>
                </c:pt>
                <c:pt idx="70249">
                  <c:v>155.09</c:v>
                </c:pt>
                <c:pt idx="70250">
                  <c:v>114.18</c:v>
                </c:pt>
                <c:pt idx="70251">
                  <c:v>149.94</c:v>
                </c:pt>
                <c:pt idx="70252">
                  <c:v>169.98</c:v>
                </c:pt>
                <c:pt idx="70253">
                  <c:v>131.97999999999999</c:v>
                </c:pt>
                <c:pt idx="70254">
                  <c:v>131.97999999999999</c:v>
                </c:pt>
                <c:pt idx="70255">
                  <c:v>209.96</c:v>
                </c:pt>
                <c:pt idx="70256">
                  <c:v>149.97999999999999</c:v>
                </c:pt>
                <c:pt idx="70257">
                  <c:v>169.98</c:v>
                </c:pt>
                <c:pt idx="70258">
                  <c:v>156.06</c:v>
                </c:pt>
                <c:pt idx="70259">
                  <c:v>159.97999999999999</c:v>
                </c:pt>
                <c:pt idx="70260">
                  <c:v>219.95</c:v>
                </c:pt>
                <c:pt idx="70261">
                  <c:v>242.95</c:v>
                </c:pt>
                <c:pt idx="70262">
                  <c:v>235.94</c:v>
                </c:pt>
                <c:pt idx="70263">
                  <c:v>242.21</c:v>
                </c:pt>
                <c:pt idx="70264">
                  <c:v>227.7</c:v>
                </c:pt>
                <c:pt idx="70265">
                  <c:v>61.98</c:v>
                </c:pt>
                <c:pt idx="70266">
                  <c:v>61.98</c:v>
                </c:pt>
                <c:pt idx="70267">
                  <c:v>58.88</c:v>
                </c:pt>
                <c:pt idx="70268">
                  <c:v>92.97</c:v>
                </c:pt>
                <c:pt idx="70269">
                  <c:v>91.97</c:v>
                </c:pt>
                <c:pt idx="70270">
                  <c:v>61.98</c:v>
                </c:pt>
                <c:pt idx="70271">
                  <c:v>50.98</c:v>
                </c:pt>
                <c:pt idx="70272">
                  <c:v>61.98</c:v>
                </c:pt>
                <c:pt idx="70273">
                  <c:v>61.98</c:v>
                </c:pt>
                <c:pt idx="70274">
                  <c:v>61.98</c:v>
                </c:pt>
                <c:pt idx="70275">
                  <c:v>61.98</c:v>
                </c:pt>
                <c:pt idx="70276">
                  <c:v>61.98</c:v>
                </c:pt>
                <c:pt idx="70277">
                  <c:v>61.98</c:v>
                </c:pt>
                <c:pt idx="70278">
                  <c:v>32.29</c:v>
                </c:pt>
                <c:pt idx="70279">
                  <c:v>61.98</c:v>
                </c:pt>
                <c:pt idx="70280">
                  <c:v>61.98</c:v>
                </c:pt>
                <c:pt idx="70281">
                  <c:v>54.75</c:v>
                </c:pt>
                <c:pt idx="70282">
                  <c:v>48.69</c:v>
                </c:pt>
                <c:pt idx="70283">
                  <c:v>119.97</c:v>
                </c:pt>
                <c:pt idx="70284">
                  <c:v>298.94</c:v>
                </c:pt>
                <c:pt idx="70285">
                  <c:v>314.94</c:v>
                </c:pt>
                <c:pt idx="70286">
                  <c:v>137.97</c:v>
                </c:pt>
                <c:pt idx="70287">
                  <c:v>179.96</c:v>
                </c:pt>
                <c:pt idx="70288">
                  <c:v>125.97</c:v>
                </c:pt>
                <c:pt idx="70289">
                  <c:v>199.18</c:v>
                </c:pt>
                <c:pt idx="70290">
                  <c:v>23.68</c:v>
                </c:pt>
                <c:pt idx="70291">
                  <c:v>63.17</c:v>
                </c:pt>
                <c:pt idx="70292">
                  <c:v>115.96</c:v>
                </c:pt>
                <c:pt idx="70293">
                  <c:v>84.98</c:v>
                </c:pt>
                <c:pt idx="70294">
                  <c:v>73.09</c:v>
                </c:pt>
                <c:pt idx="70295">
                  <c:v>84.06</c:v>
                </c:pt>
                <c:pt idx="70296">
                  <c:v>116.05</c:v>
                </c:pt>
                <c:pt idx="70297">
                  <c:v>115.97</c:v>
                </c:pt>
                <c:pt idx="70298">
                  <c:v>102.97</c:v>
                </c:pt>
                <c:pt idx="70299">
                  <c:v>84.99</c:v>
                </c:pt>
                <c:pt idx="70300">
                  <c:v>84.99</c:v>
                </c:pt>
                <c:pt idx="70301">
                  <c:v>99.98</c:v>
                </c:pt>
                <c:pt idx="70302">
                  <c:v>96.48</c:v>
                </c:pt>
                <c:pt idx="70303">
                  <c:v>158.96</c:v>
                </c:pt>
                <c:pt idx="70304">
                  <c:v>68.989999999999995</c:v>
                </c:pt>
                <c:pt idx="70305">
                  <c:v>74.98</c:v>
                </c:pt>
                <c:pt idx="70306">
                  <c:v>84.99</c:v>
                </c:pt>
                <c:pt idx="70307">
                  <c:v>68.989999999999995</c:v>
                </c:pt>
                <c:pt idx="70308">
                  <c:v>161.88999999999999</c:v>
                </c:pt>
                <c:pt idx="70309">
                  <c:v>139.91</c:v>
                </c:pt>
                <c:pt idx="70310">
                  <c:v>97.86</c:v>
                </c:pt>
                <c:pt idx="70311">
                  <c:v>67.98</c:v>
                </c:pt>
                <c:pt idx="70312">
                  <c:v>120.98</c:v>
                </c:pt>
                <c:pt idx="70313">
                  <c:v>96.78</c:v>
                </c:pt>
                <c:pt idx="70314">
                  <c:v>95.57</c:v>
                </c:pt>
                <c:pt idx="70315">
                  <c:v>96.78</c:v>
                </c:pt>
                <c:pt idx="70316">
                  <c:v>96.78</c:v>
                </c:pt>
                <c:pt idx="70317">
                  <c:v>164.52</c:v>
                </c:pt>
                <c:pt idx="70318">
                  <c:v>130.63999999999999</c:v>
                </c:pt>
                <c:pt idx="70319">
                  <c:v>60.48</c:v>
                </c:pt>
                <c:pt idx="70320">
                  <c:v>159.69999999999999</c:v>
                </c:pt>
                <c:pt idx="70321">
                  <c:v>169.98</c:v>
                </c:pt>
                <c:pt idx="70322">
                  <c:v>152.83000000000001</c:v>
                </c:pt>
                <c:pt idx="70323">
                  <c:v>68.989999999999995</c:v>
                </c:pt>
                <c:pt idx="70324">
                  <c:v>108.98</c:v>
                </c:pt>
                <c:pt idx="70325">
                  <c:v>169.98</c:v>
                </c:pt>
                <c:pt idx="70326">
                  <c:v>77.48</c:v>
                </c:pt>
                <c:pt idx="70327">
                  <c:v>229.97</c:v>
                </c:pt>
                <c:pt idx="70328">
                  <c:v>169.98</c:v>
                </c:pt>
                <c:pt idx="70329">
                  <c:v>177.97</c:v>
                </c:pt>
                <c:pt idx="70330">
                  <c:v>109.97</c:v>
                </c:pt>
                <c:pt idx="70331">
                  <c:v>53.29</c:v>
                </c:pt>
                <c:pt idx="70332">
                  <c:v>65.989999999999995</c:v>
                </c:pt>
                <c:pt idx="70333">
                  <c:v>67.489999999999995</c:v>
                </c:pt>
                <c:pt idx="70334">
                  <c:v>84.98</c:v>
                </c:pt>
                <c:pt idx="70335">
                  <c:v>65.989999999999995</c:v>
                </c:pt>
                <c:pt idx="70336">
                  <c:v>69.98</c:v>
                </c:pt>
                <c:pt idx="70337">
                  <c:v>65.989999999999995</c:v>
                </c:pt>
                <c:pt idx="70338">
                  <c:v>86.48</c:v>
                </c:pt>
                <c:pt idx="70339">
                  <c:v>69.98</c:v>
                </c:pt>
                <c:pt idx="70340">
                  <c:v>69.290000000000006</c:v>
                </c:pt>
                <c:pt idx="70341">
                  <c:v>158.96</c:v>
                </c:pt>
                <c:pt idx="70342">
                  <c:v>-0.69</c:v>
                </c:pt>
                <c:pt idx="70343">
                  <c:v>102.49</c:v>
                </c:pt>
                <c:pt idx="70344">
                  <c:v>61.98</c:v>
                </c:pt>
                <c:pt idx="70345">
                  <c:v>73.98</c:v>
                </c:pt>
                <c:pt idx="70346">
                  <c:v>69.510000000000005</c:v>
                </c:pt>
                <c:pt idx="70347">
                  <c:v>73.98</c:v>
                </c:pt>
                <c:pt idx="70348">
                  <c:v>67.34</c:v>
                </c:pt>
                <c:pt idx="70349">
                  <c:v>93.97</c:v>
                </c:pt>
                <c:pt idx="70350">
                  <c:v>136.94999999999999</c:v>
                </c:pt>
                <c:pt idx="70351">
                  <c:v>66.58</c:v>
                </c:pt>
                <c:pt idx="70352">
                  <c:v>110.97</c:v>
                </c:pt>
                <c:pt idx="70353">
                  <c:v>59.98</c:v>
                </c:pt>
                <c:pt idx="70354">
                  <c:v>189.94</c:v>
                </c:pt>
                <c:pt idx="70355">
                  <c:v>184.95</c:v>
                </c:pt>
                <c:pt idx="70356">
                  <c:v>106.97</c:v>
                </c:pt>
                <c:pt idx="70357">
                  <c:v>84.99</c:v>
                </c:pt>
                <c:pt idx="70358">
                  <c:v>84.99</c:v>
                </c:pt>
                <c:pt idx="70359">
                  <c:v>109.26</c:v>
                </c:pt>
                <c:pt idx="70360">
                  <c:v>84.99</c:v>
                </c:pt>
                <c:pt idx="70361">
                  <c:v>132.47</c:v>
                </c:pt>
                <c:pt idx="70362">
                  <c:v>84.99</c:v>
                </c:pt>
                <c:pt idx="70363">
                  <c:v>55.97</c:v>
                </c:pt>
                <c:pt idx="70364">
                  <c:v>95.96</c:v>
                </c:pt>
                <c:pt idx="70365">
                  <c:v>131.97999999999999</c:v>
                </c:pt>
                <c:pt idx="70366">
                  <c:v>99.96</c:v>
                </c:pt>
                <c:pt idx="70367">
                  <c:v>224.36</c:v>
                </c:pt>
                <c:pt idx="70368">
                  <c:v>187.96</c:v>
                </c:pt>
                <c:pt idx="70369">
                  <c:v>164.96</c:v>
                </c:pt>
                <c:pt idx="70370">
                  <c:v>275.95</c:v>
                </c:pt>
                <c:pt idx="70371">
                  <c:v>183.75</c:v>
                </c:pt>
                <c:pt idx="70372">
                  <c:v>55.98</c:v>
                </c:pt>
                <c:pt idx="70373">
                  <c:v>90.98</c:v>
                </c:pt>
                <c:pt idx="70374">
                  <c:v>64.98</c:v>
                </c:pt>
                <c:pt idx="70375">
                  <c:v>69.98</c:v>
                </c:pt>
                <c:pt idx="70376">
                  <c:v>69.98</c:v>
                </c:pt>
                <c:pt idx="70377">
                  <c:v>110.97</c:v>
                </c:pt>
                <c:pt idx="70378">
                  <c:v>110.97</c:v>
                </c:pt>
                <c:pt idx="70379">
                  <c:v>110.97</c:v>
                </c:pt>
                <c:pt idx="70380">
                  <c:v>146.96</c:v>
                </c:pt>
                <c:pt idx="70381">
                  <c:v>110.97</c:v>
                </c:pt>
                <c:pt idx="70382">
                  <c:v>154.76</c:v>
                </c:pt>
                <c:pt idx="70383">
                  <c:v>100.98</c:v>
                </c:pt>
                <c:pt idx="70384">
                  <c:v>67.98</c:v>
                </c:pt>
                <c:pt idx="70385">
                  <c:v>64.989999999999995</c:v>
                </c:pt>
                <c:pt idx="70386">
                  <c:v>100.98</c:v>
                </c:pt>
                <c:pt idx="70387">
                  <c:v>97.39</c:v>
                </c:pt>
                <c:pt idx="70388">
                  <c:v>179.96</c:v>
                </c:pt>
                <c:pt idx="70389">
                  <c:v>94.98</c:v>
                </c:pt>
                <c:pt idx="70390">
                  <c:v>129.97</c:v>
                </c:pt>
                <c:pt idx="70391">
                  <c:v>118.46</c:v>
                </c:pt>
                <c:pt idx="70392">
                  <c:v>100.98</c:v>
                </c:pt>
                <c:pt idx="70393">
                  <c:v>15.99</c:v>
                </c:pt>
                <c:pt idx="70394">
                  <c:v>63.96</c:v>
                </c:pt>
                <c:pt idx="70395">
                  <c:v>63.96</c:v>
                </c:pt>
                <c:pt idx="70396">
                  <c:v>63.96</c:v>
                </c:pt>
                <c:pt idx="70397">
                  <c:v>79.95</c:v>
                </c:pt>
                <c:pt idx="70398">
                  <c:v>63.96</c:v>
                </c:pt>
                <c:pt idx="70399">
                  <c:v>76.91</c:v>
                </c:pt>
                <c:pt idx="70400">
                  <c:v>84.99</c:v>
                </c:pt>
                <c:pt idx="70401">
                  <c:v>84.99</c:v>
                </c:pt>
                <c:pt idx="70402">
                  <c:v>99.98</c:v>
                </c:pt>
                <c:pt idx="70403">
                  <c:v>89.96</c:v>
                </c:pt>
                <c:pt idx="70404">
                  <c:v>84.99</c:v>
                </c:pt>
                <c:pt idx="70405">
                  <c:v>93.47</c:v>
                </c:pt>
                <c:pt idx="70406">
                  <c:v>99.98</c:v>
                </c:pt>
                <c:pt idx="70407">
                  <c:v>124.96</c:v>
                </c:pt>
                <c:pt idx="70408">
                  <c:v>228.96</c:v>
                </c:pt>
                <c:pt idx="70409">
                  <c:v>149.97999999999999</c:v>
                </c:pt>
                <c:pt idx="70410">
                  <c:v>149.97</c:v>
                </c:pt>
                <c:pt idx="70411">
                  <c:v>64.98</c:v>
                </c:pt>
                <c:pt idx="70412">
                  <c:v>84.99</c:v>
                </c:pt>
                <c:pt idx="70413">
                  <c:v>84.99</c:v>
                </c:pt>
                <c:pt idx="70414">
                  <c:v>65.989999999999995</c:v>
                </c:pt>
                <c:pt idx="70415">
                  <c:v>84.99</c:v>
                </c:pt>
                <c:pt idx="70416">
                  <c:v>45.49</c:v>
                </c:pt>
                <c:pt idx="70417">
                  <c:v>84.99</c:v>
                </c:pt>
                <c:pt idx="70418">
                  <c:v>40.49</c:v>
                </c:pt>
                <c:pt idx="70419">
                  <c:v>40.49</c:v>
                </c:pt>
                <c:pt idx="70420">
                  <c:v>84.99</c:v>
                </c:pt>
                <c:pt idx="70421">
                  <c:v>65.989999999999995</c:v>
                </c:pt>
                <c:pt idx="70422">
                  <c:v>65.989999999999995</c:v>
                </c:pt>
                <c:pt idx="70423">
                  <c:v>-45.49</c:v>
                </c:pt>
                <c:pt idx="70424">
                  <c:v>137.96</c:v>
                </c:pt>
                <c:pt idx="70425">
                  <c:v>99.98</c:v>
                </c:pt>
                <c:pt idx="70426">
                  <c:v>49.99</c:v>
                </c:pt>
                <c:pt idx="70427">
                  <c:v>84.99</c:v>
                </c:pt>
                <c:pt idx="70428">
                  <c:v>131.97999999999999</c:v>
                </c:pt>
                <c:pt idx="70429">
                  <c:v>101.98</c:v>
                </c:pt>
                <c:pt idx="70430">
                  <c:v>131.97999999999999</c:v>
                </c:pt>
                <c:pt idx="70431">
                  <c:v>129.34</c:v>
                </c:pt>
                <c:pt idx="70432">
                  <c:v>129.97999999999999</c:v>
                </c:pt>
                <c:pt idx="70433">
                  <c:v>135.97999999999999</c:v>
                </c:pt>
                <c:pt idx="70434">
                  <c:v>223.61</c:v>
                </c:pt>
                <c:pt idx="70435">
                  <c:v>275.94</c:v>
                </c:pt>
                <c:pt idx="70436">
                  <c:v>129.97999999999999</c:v>
                </c:pt>
                <c:pt idx="70437">
                  <c:v>209.46</c:v>
                </c:pt>
                <c:pt idx="70438">
                  <c:v>149.46</c:v>
                </c:pt>
                <c:pt idx="70439">
                  <c:v>-23</c:v>
                </c:pt>
                <c:pt idx="70440">
                  <c:v>62.9</c:v>
                </c:pt>
                <c:pt idx="70441">
                  <c:v>94.34</c:v>
                </c:pt>
                <c:pt idx="70442">
                  <c:v>171.48</c:v>
                </c:pt>
                <c:pt idx="70443">
                  <c:v>169.98</c:v>
                </c:pt>
                <c:pt idx="70444">
                  <c:v>169.98</c:v>
                </c:pt>
                <c:pt idx="70445">
                  <c:v>256.47000000000003</c:v>
                </c:pt>
                <c:pt idx="70446">
                  <c:v>154.47999999999999</c:v>
                </c:pt>
                <c:pt idx="70447">
                  <c:v>161.47999999999999</c:v>
                </c:pt>
                <c:pt idx="70448">
                  <c:v>256.47000000000003</c:v>
                </c:pt>
                <c:pt idx="70449">
                  <c:v>101.98</c:v>
                </c:pt>
                <c:pt idx="70450">
                  <c:v>131.97999999999999</c:v>
                </c:pt>
                <c:pt idx="70451">
                  <c:v>131.97999999999999</c:v>
                </c:pt>
                <c:pt idx="70452">
                  <c:v>121.98</c:v>
                </c:pt>
                <c:pt idx="70453">
                  <c:v>131.94</c:v>
                </c:pt>
                <c:pt idx="70454">
                  <c:v>190.53</c:v>
                </c:pt>
                <c:pt idx="70455">
                  <c:v>239.97</c:v>
                </c:pt>
                <c:pt idx="70456">
                  <c:v>159.97999999999999</c:v>
                </c:pt>
                <c:pt idx="70457">
                  <c:v>270.95999999999998</c:v>
                </c:pt>
                <c:pt idx="70458">
                  <c:v>169.98</c:v>
                </c:pt>
                <c:pt idx="70459">
                  <c:v>70.489999999999995</c:v>
                </c:pt>
                <c:pt idx="70460">
                  <c:v>270.95999999999998</c:v>
                </c:pt>
                <c:pt idx="70461">
                  <c:v>123.95</c:v>
                </c:pt>
                <c:pt idx="70462">
                  <c:v>140.94</c:v>
                </c:pt>
                <c:pt idx="70463">
                  <c:v>-22.99</c:v>
                </c:pt>
                <c:pt idx="70464">
                  <c:v>160.93</c:v>
                </c:pt>
                <c:pt idx="70465">
                  <c:v>138.94999999999999</c:v>
                </c:pt>
                <c:pt idx="70466">
                  <c:v>165.53</c:v>
                </c:pt>
                <c:pt idx="70467">
                  <c:v>71.739999999999995</c:v>
                </c:pt>
                <c:pt idx="70468">
                  <c:v>144.84</c:v>
                </c:pt>
                <c:pt idx="70469">
                  <c:v>123.95</c:v>
                </c:pt>
                <c:pt idx="70470">
                  <c:v>91.96</c:v>
                </c:pt>
                <c:pt idx="70471">
                  <c:v>116.95</c:v>
                </c:pt>
                <c:pt idx="70472">
                  <c:v>163.31</c:v>
                </c:pt>
                <c:pt idx="70473">
                  <c:v>122.17</c:v>
                </c:pt>
                <c:pt idx="70474">
                  <c:v>102.83</c:v>
                </c:pt>
                <c:pt idx="70475">
                  <c:v>130.91999999999999</c:v>
                </c:pt>
                <c:pt idx="70476">
                  <c:v>96.78</c:v>
                </c:pt>
                <c:pt idx="70477">
                  <c:v>84.68</c:v>
                </c:pt>
                <c:pt idx="70478">
                  <c:v>13.29</c:v>
                </c:pt>
                <c:pt idx="70479">
                  <c:v>70.98</c:v>
                </c:pt>
                <c:pt idx="70480">
                  <c:v>65.319999999999993</c:v>
                </c:pt>
                <c:pt idx="70481">
                  <c:v>84.68</c:v>
                </c:pt>
                <c:pt idx="70482">
                  <c:v>122.17</c:v>
                </c:pt>
                <c:pt idx="70483">
                  <c:v>58.21</c:v>
                </c:pt>
                <c:pt idx="70484">
                  <c:v>134.97</c:v>
                </c:pt>
                <c:pt idx="70485">
                  <c:v>73.98</c:v>
                </c:pt>
                <c:pt idx="70486">
                  <c:v>29.28</c:v>
                </c:pt>
                <c:pt idx="70487">
                  <c:v>126.94</c:v>
                </c:pt>
                <c:pt idx="70488">
                  <c:v>89.97</c:v>
                </c:pt>
                <c:pt idx="70489">
                  <c:v>128.97</c:v>
                </c:pt>
                <c:pt idx="70490">
                  <c:v>144.33000000000001</c:v>
                </c:pt>
                <c:pt idx="70491">
                  <c:v>149.97</c:v>
                </c:pt>
                <c:pt idx="70492">
                  <c:v>149.97</c:v>
                </c:pt>
                <c:pt idx="70493">
                  <c:v>131.97999999999999</c:v>
                </c:pt>
                <c:pt idx="70494">
                  <c:v>118.78</c:v>
                </c:pt>
                <c:pt idx="70495">
                  <c:v>169.98</c:v>
                </c:pt>
                <c:pt idx="70496">
                  <c:v>169.98</c:v>
                </c:pt>
                <c:pt idx="70497">
                  <c:v>118.78</c:v>
                </c:pt>
                <c:pt idx="70498">
                  <c:v>121.98</c:v>
                </c:pt>
                <c:pt idx="70499">
                  <c:v>131.97999999999999</c:v>
                </c:pt>
                <c:pt idx="70500">
                  <c:v>169.98</c:v>
                </c:pt>
                <c:pt idx="70501">
                  <c:v>118.78</c:v>
                </c:pt>
                <c:pt idx="70502">
                  <c:v>65.989999999999995</c:v>
                </c:pt>
                <c:pt idx="70503">
                  <c:v>100.37</c:v>
                </c:pt>
                <c:pt idx="70504">
                  <c:v>70.98</c:v>
                </c:pt>
                <c:pt idx="70505">
                  <c:v>124.98</c:v>
                </c:pt>
                <c:pt idx="70506">
                  <c:v>99.98</c:v>
                </c:pt>
                <c:pt idx="70507">
                  <c:v>56.47</c:v>
                </c:pt>
                <c:pt idx="70508">
                  <c:v>134.26</c:v>
                </c:pt>
                <c:pt idx="70509">
                  <c:v>93.47</c:v>
                </c:pt>
                <c:pt idx="70510">
                  <c:v>145.35</c:v>
                </c:pt>
                <c:pt idx="70511">
                  <c:v>193.96</c:v>
                </c:pt>
                <c:pt idx="70512">
                  <c:v>169.98</c:v>
                </c:pt>
                <c:pt idx="70513">
                  <c:v>169.98</c:v>
                </c:pt>
                <c:pt idx="70514">
                  <c:v>131.97999999999999</c:v>
                </c:pt>
                <c:pt idx="70515">
                  <c:v>131.97999999999999</c:v>
                </c:pt>
                <c:pt idx="70516">
                  <c:v>79.98</c:v>
                </c:pt>
                <c:pt idx="70517">
                  <c:v>131.97999999999999</c:v>
                </c:pt>
                <c:pt idx="70518">
                  <c:v>182.95</c:v>
                </c:pt>
                <c:pt idx="70519">
                  <c:v>99.98</c:v>
                </c:pt>
                <c:pt idx="70520">
                  <c:v>107.96</c:v>
                </c:pt>
                <c:pt idx="70521">
                  <c:v>114.97</c:v>
                </c:pt>
                <c:pt idx="70522">
                  <c:v>169.98</c:v>
                </c:pt>
                <c:pt idx="70523">
                  <c:v>110.98</c:v>
                </c:pt>
                <c:pt idx="70524">
                  <c:v>114.97</c:v>
                </c:pt>
                <c:pt idx="70525">
                  <c:v>99.98</c:v>
                </c:pt>
                <c:pt idx="70526">
                  <c:v>51.49</c:v>
                </c:pt>
                <c:pt idx="70527">
                  <c:v>99.97</c:v>
                </c:pt>
                <c:pt idx="70528">
                  <c:v>84.99</c:v>
                </c:pt>
                <c:pt idx="70529">
                  <c:v>84.99</c:v>
                </c:pt>
                <c:pt idx="70530">
                  <c:v>114.97</c:v>
                </c:pt>
                <c:pt idx="70531">
                  <c:v>69.98</c:v>
                </c:pt>
                <c:pt idx="70532">
                  <c:v>46.49</c:v>
                </c:pt>
                <c:pt idx="70533">
                  <c:v>145.16</c:v>
                </c:pt>
                <c:pt idx="70534">
                  <c:v>266.87</c:v>
                </c:pt>
                <c:pt idx="70535">
                  <c:v>56.51</c:v>
                </c:pt>
                <c:pt idx="70536">
                  <c:v>143.97</c:v>
                </c:pt>
                <c:pt idx="70537">
                  <c:v>176.62</c:v>
                </c:pt>
                <c:pt idx="70538">
                  <c:v>165.1</c:v>
                </c:pt>
                <c:pt idx="70539">
                  <c:v>216.53</c:v>
                </c:pt>
                <c:pt idx="70540">
                  <c:v>201.95</c:v>
                </c:pt>
                <c:pt idx="70541">
                  <c:v>131.97999999999999</c:v>
                </c:pt>
                <c:pt idx="70542">
                  <c:v>131.97999999999999</c:v>
                </c:pt>
                <c:pt idx="70543">
                  <c:v>131.97999999999999</c:v>
                </c:pt>
                <c:pt idx="70544">
                  <c:v>131.97999999999999</c:v>
                </c:pt>
                <c:pt idx="70545">
                  <c:v>131.97999999999999</c:v>
                </c:pt>
                <c:pt idx="70546">
                  <c:v>131.97999999999999</c:v>
                </c:pt>
                <c:pt idx="70547">
                  <c:v>121.98</c:v>
                </c:pt>
                <c:pt idx="70548">
                  <c:v>69.989999999999995</c:v>
                </c:pt>
                <c:pt idx="70549">
                  <c:v>131.97999999999999</c:v>
                </c:pt>
                <c:pt idx="70550">
                  <c:v>326.93</c:v>
                </c:pt>
                <c:pt idx="70551">
                  <c:v>254.97</c:v>
                </c:pt>
                <c:pt idx="70552">
                  <c:v>247.23</c:v>
                </c:pt>
                <c:pt idx="70553">
                  <c:v>121.97</c:v>
                </c:pt>
                <c:pt idx="70554">
                  <c:v>62.99</c:v>
                </c:pt>
                <c:pt idx="70555">
                  <c:v>144.47999999999999</c:v>
                </c:pt>
                <c:pt idx="70556">
                  <c:v>134.97</c:v>
                </c:pt>
                <c:pt idx="70557">
                  <c:v>189.97</c:v>
                </c:pt>
                <c:pt idx="70558">
                  <c:v>169.12</c:v>
                </c:pt>
                <c:pt idx="70559">
                  <c:v>170.97</c:v>
                </c:pt>
                <c:pt idx="70560">
                  <c:v>60.99</c:v>
                </c:pt>
                <c:pt idx="70561">
                  <c:v>161.65</c:v>
                </c:pt>
                <c:pt idx="70562">
                  <c:v>197.97</c:v>
                </c:pt>
                <c:pt idx="70563">
                  <c:v>117.96</c:v>
                </c:pt>
                <c:pt idx="70564">
                  <c:v>109.96</c:v>
                </c:pt>
                <c:pt idx="70565">
                  <c:v>53.98</c:v>
                </c:pt>
                <c:pt idx="70566">
                  <c:v>53.98</c:v>
                </c:pt>
                <c:pt idx="70567">
                  <c:v>53.98</c:v>
                </c:pt>
                <c:pt idx="70568">
                  <c:v>55.58</c:v>
                </c:pt>
                <c:pt idx="70569">
                  <c:v>53.98</c:v>
                </c:pt>
                <c:pt idx="70570">
                  <c:v>134.94999999999999</c:v>
                </c:pt>
                <c:pt idx="70571">
                  <c:v>137.94999999999999</c:v>
                </c:pt>
                <c:pt idx="70572">
                  <c:v>53.98</c:v>
                </c:pt>
                <c:pt idx="70573">
                  <c:v>53.98</c:v>
                </c:pt>
                <c:pt idx="70574">
                  <c:v>109.96</c:v>
                </c:pt>
                <c:pt idx="70575">
                  <c:v>134.94999999999999</c:v>
                </c:pt>
                <c:pt idx="70576">
                  <c:v>107.96</c:v>
                </c:pt>
                <c:pt idx="70577">
                  <c:v>55.98</c:v>
                </c:pt>
                <c:pt idx="70578">
                  <c:v>65.989999999999995</c:v>
                </c:pt>
                <c:pt idx="70579">
                  <c:v>95.98</c:v>
                </c:pt>
                <c:pt idx="70580">
                  <c:v>-65.19</c:v>
                </c:pt>
                <c:pt idx="70581">
                  <c:v>60.7</c:v>
                </c:pt>
                <c:pt idx="70582">
                  <c:v>65.989999999999995</c:v>
                </c:pt>
                <c:pt idx="70583">
                  <c:v>169.97</c:v>
                </c:pt>
                <c:pt idx="70584">
                  <c:v>65.19</c:v>
                </c:pt>
                <c:pt idx="70585">
                  <c:v>130.97</c:v>
                </c:pt>
                <c:pt idx="70586">
                  <c:v>65.19</c:v>
                </c:pt>
                <c:pt idx="70587">
                  <c:v>70.989999999999995</c:v>
                </c:pt>
                <c:pt idx="70588">
                  <c:v>134.97999999999999</c:v>
                </c:pt>
                <c:pt idx="70589">
                  <c:v>134.97999999999999</c:v>
                </c:pt>
                <c:pt idx="70590">
                  <c:v>104.98</c:v>
                </c:pt>
                <c:pt idx="70591">
                  <c:v>64.989999999999995</c:v>
                </c:pt>
                <c:pt idx="70592">
                  <c:v>76.489999999999995</c:v>
                </c:pt>
                <c:pt idx="70593">
                  <c:v>169.98</c:v>
                </c:pt>
                <c:pt idx="70594">
                  <c:v>159.97999999999999</c:v>
                </c:pt>
                <c:pt idx="70595">
                  <c:v>72.239999999999995</c:v>
                </c:pt>
                <c:pt idx="70596">
                  <c:v>84.99</c:v>
                </c:pt>
                <c:pt idx="70597">
                  <c:v>76.489999999999995</c:v>
                </c:pt>
                <c:pt idx="70598">
                  <c:v>169.98</c:v>
                </c:pt>
                <c:pt idx="70599">
                  <c:v>169.98</c:v>
                </c:pt>
                <c:pt idx="70600">
                  <c:v>99.98</c:v>
                </c:pt>
                <c:pt idx="70601">
                  <c:v>169.98</c:v>
                </c:pt>
                <c:pt idx="70602">
                  <c:v>137.97999999999999</c:v>
                </c:pt>
                <c:pt idx="70603">
                  <c:v>169.98</c:v>
                </c:pt>
                <c:pt idx="70604">
                  <c:v>169.98</c:v>
                </c:pt>
                <c:pt idx="70605">
                  <c:v>169.98</c:v>
                </c:pt>
                <c:pt idx="70606">
                  <c:v>151.19</c:v>
                </c:pt>
                <c:pt idx="70607">
                  <c:v>157.22999999999999</c:v>
                </c:pt>
                <c:pt idx="70608">
                  <c:v>18.64</c:v>
                </c:pt>
                <c:pt idx="70609">
                  <c:v>55.61</c:v>
                </c:pt>
                <c:pt idx="70610">
                  <c:v>55.61</c:v>
                </c:pt>
                <c:pt idx="70611">
                  <c:v>151.19</c:v>
                </c:pt>
                <c:pt idx="70612">
                  <c:v>84.66</c:v>
                </c:pt>
                <c:pt idx="70613">
                  <c:v>151.19</c:v>
                </c:pt>
                <c:pt idx="70614">
                  <c:v>46.27</c:v>
                </c:pt>
                <c:pt idx="70615">
                  <c:v>86.95</c:v>
                </c:pt>
                <c:pt idx="70616">
                  <c:v>107.94</c:v>
                </c:pt>
                <c:pt idx="70617">
                  <c:v>150.91999999999999</c:v>
                </c:pt>
                <c:pt idx="70618">
                  <c:v>179.9</c:v>
                </c:pt>
                <c:pt idx="70619">
                  <c:v>71.959999999999994</c:v>
                </c:pt>
                <c:pt idx="70620">
                  <c:v>89.95</c:v>
                </c:pt>
                <c:pt idx="70621">
                  <c:v>93.96</c:v>
                </c:pt>
                <c:pt idx="70622">
                  <c:v>53.97</c:v>
                </c:pt>
                <c:pt idx="70623">
                  <c:v>53.97</c:v>
                </c:pt>
                <c:pt idx="70624">
                  <c:v>53.97</c:v>
                </c:pt>
                <c:pt idx="70625">
                  <c:v>110.94</c:v>
                </c:pt>
                <c:pt idx="70626">
                  <c:v>179.9</c:v>
                </c:pt>
                <c:pt idx="70627">
                  <c:v>71.959999999999994</c:v>
                </c:pt>
                <c:pt idx="70628">
                  <c:v>53.97</c:v>
                </c:pt>
                <c:pt idx="70629">
                  <c:v>84.99</c:v>
                </c:pt>
                <c:pt idx="70630">
                  <c:v>84.99</c:v>
                </c:pt>
                <c:pt idx="70631">
                  <c:v>80.98</c:v>
                </c:pt>
                <c:pt idx="70632">
                  <c:v>129.34</c:v>
                </c:pt>
                <c:pt idx="70633">
                  <c:v>134.97999999999999</c:v>
                </c:pt>
                <c:pt idx="70634">
                  <c:v>119.94</c:v>
                </c:pt>
                <c:pt idx="70635">
                  <c:v>144.37</c:v>
                </c:pt>
                <c:pt idx="70636">
                  <c:v>74.98</c:v>
                </c:pt>
                <c:pt idx="70637">
                  <c:v>98.67</c:v>
                </c:pt>
                <c:pt idx="70638">
                  <c:v>50.98</c:v>
                </c:pt>
                <c:pt idx="70639">
                  <c:v>49.99</c:v>
                </c:pt>
                <c:pt idx="70640">
                  <c:v>52.98</c:v>
                </c:pt>
                <c:pt idx="70641">
                  <c:v>69.989999999999995</c:v>
                </c:pt>
                <c:pt idx="70642">
                  <c:v>99.98</c:v>
                </c:pt>
                <c:pt idx="70643">
                  <c:v>73.989999999999995</c:v>
                </c:pt>
                <c:pt idx="70644">
                  <c:v>50.98</c:v>
                </c:pt>
                <c:pt idx="70645">
                  <c:v>99.13</c:v>
                </c:pt>
                <c:pt idx="70646">
                  <c:v>54.99</c:v>
                </c:pt>
                <c:pt idx="70647">
                  <c:v>75.98</c:v>
                </c:pt>
                <c:pt idx="70648">
                  <c:v>54.23</c:v>
                </c:pt>
                <c:pt idx="70649">
                  <c:v>83.99</c:v>
                </c:pt>
                <c:pt idx="70650">
                  <c:v>83.14</c:v>
                </c:pt>
                <c:pt idx="70651">
                  <c:v>77.63</c:v>
                </c:pt>
                <c:pt idx="70652">
                  <c:v>70.989999999999995</c:v>
                </c:pt>
                <c:pt idx="70653">
                  <c:v>135.96</c:v>
                </c:pt>
                <c:pt idx="70654">
                  <c:v>195.95</c:v>
                </c:pt>
                <c:pt idx="70655">
                  <c:v>113.28</c:v>
                </c:pt>
                <c:pt idx="70656">
                  <c:v>159.97999999999999</c:v>
                </c:pt>
                <c:pt idx="70657">
                  <c:v>183.96</c:v>
                </c:pt>
                <c:pt idx="70658">
                  <c:v>67.489999999999995</c:v>
                </c:pt>
                <c:pt idx="70659">
                  <c:v>73.17</c:v>
                </c:pt>
                <c:pt idx="70660">
                  <c:v>67.489999999999995</c:v>
                </c:pt>
                <c:pt idx="70661">
                  <c:v>67.489999999999995</c:v>
                </c:pt>
                <c:pt idx="70662">
                  <c:v>126.97</c:v>
                </c:pt>
                <c:pt idx="70663">
                  <c:v>73.17</c:v>
                </c:pt>
                <c:pt idx="70664">
                  <c:v>84.99</c:v>
                </c:pt>
                <c:pt idx="70665">
                  <c:v>84.99</c:v>
                </c:pt>
                <c:pt idx="70666">
                  <c:v>67.489999999999995</c:v>
                </c:pt>
                <c:pt idx="70667">
                  <c:v>126.97</c:v>
                </c:pt>
                <c:pt idx="70668">
                  <c:v>60.47</c:v>
                </c:pt>
                <c:pt idx="70669">
                  <c:v>200.97</c:v>
                </c:pt>
                <c:pt idx="70670">
                  <c:v>200.97</c:v>
                </c:pt>
                <c:pt idx="70671">
                  <c:v>24.68</c:v>
                </c:pt>
                <c:pt idx="70672">
                  <c:v>46.49</c:v>
                </c:pt>
                <c:pt idx="70673">
                  <c:v>46.49</c:v>
                </c:pt>
                <c:pt idx="70674">
                  <c:v>60.47</c:v>
                </c:pt>
                <c:pt idx="70675">
                  <c:v>24.68</c:v>
                </c:pt>
                <c:pt idx="70676">
                  <c:v>170.48</c:v>
                </c:pt>
                <c:pt idx="70677">
                  <c:v>99.98</c:v>
                </c:pt>
                <c:pt idx="70678">
                  <c:v>152.97999999999999</c:v>
                </c:pt>
                <c:pt idx="70679">
                  <c:v>30.48</c:v>
                </c:pt>
                <c:pt idx="70680">
                  <c:v>169.98</c:v>
                </c:pt>
                <c:pt idx="70681">
                  <c:v>99.98</c:v>
                </c:pt>
                <c:pt idx="70682">
                  <c:v>84.99</c:v>
                </c:pt>
                <c:pt idx="70683">
                  <c:v>63.83</c:v>
                </c:pt>
                <c:pt idx="70684">
                  <c:v>84.99</c:v>
                </c:pt>
                <c:pt idx="70685">
                  <c:v>82.65</c:v>
                </c:pt>
                <c:pt idx="70686">
                  <c:v>82.98</c:v>
                </c:pt>
                <c:pt idx="70687">
                  <c:v>98.57</c:v>
                </c:pt>
                <c:pt idx="70688">
                  <c:v>143.96</c:v>
                </c:pt>
                <c:pt idx="70689">
                  <c:v>71.680000000000007</c:v>
                </c:pt>
                <c:pt idx="70690">
                  <c:v>79.98</c:v>
                </c:pt>
                <c:pt idx="70691">
                  <c:v>225.95</c:v>
                </c:pt>
                <c:pt idx="70692">
                  <c:v>131.97999999999999</c:v>
                </c:pt>
                <c:pt idx="70693">
                  <c:v>235.17</c:v>
                </c:pt>
                <c:pt idx="70694">
                  <c:v>67.48</c:v>
                </c:pt>
                <c:pt idx="70695">
                  <c:v>166.05</c:v>
                </c:pt>
                <c:pt idx="70696">
                  <c:v>177.95</c:v>
                </c:pt>
                <c:pt idx="70697">
                  <c:v>126.96</c:v>
                </c:pt>
                <c:pt idx="70698">
                  <c:v>76.489999999999995</c:v>
                </c:pt>
                <c:pt idx="70699">
                  <c:v>76.489999999999995</c:v>
                </c:pt>
                <c:pt idx="70700">
                  <c:v>84.99</c:v>
                </c:pt>
                <c:pt idx="70701">
                  <c:v>84.99</c:v>
                </c:pt>
                <c:pt idx="70702">
                  <c:v>139.97</c:v>
                </c:pt>
                <c:pt idx="70703">
                  <c:v>84.99</c:v>
                </c:pt>
                <c:pt idx="70704">
                  <c:v>84.99</c:v>
                </c:pt>
                <c:pt idx="70705">
                  <c:v>88.97</c:v>
                </c:pt>
                <c:pt idx="70706">
                  <c:v>124.98</c:v>
                </c:pt>
                <c:pt idx="70707">
                  <c:v>124.98</c:v>
                </c:pt>
                <c:pt idx="70708">
                  <c:v>-8.5</c:v>
                </c:pt>
                <c:pt idx="70709">
                  <c:v>84.99</c:v>
                </c:pt>
                <c:pt idx="70710">
                  <c:v>126.96</c:v>
                </c:pt>
                <c:pt idx="70711">
                  <c:v>-8.5</c:v>
                </c:pt>
                <c:pt idx="70712">
                  <c:v>78.48</c:v>
                </c:pt>
                <c:pt idx="70713">
                  <c:v>88.97</c:v>
                </c:pt>
                <c:pt idx="70714">
                  <c:v>84.99</c:v>
                </c:pt>
                <c:pt idx="70715">
                  <c:v>84.99</c:v>
                </c:pt>
                <c:pt idx="70716">
                  <c:v>84.99</c:v>
                </c:pt>
                <c:pt idx="70717">
                  <c:v>78.48</c:v>
                </c:pt>
                <c:pt idx="70718">
                  <c:v>139.97</c:v>
                </c:pt>
                <c:pt idx="70719">
                  <c:v>65.86</c:v>
                </c:pt>
                <c:pt idx="70720">
                  <c:v>65.989999999999995</c:v>
                </c:pt>
                <c:pt idx="70721">
                  <c:v>84.99</c:v>
                </c:pt>
                <c:pt idx="70722">
                  <c:v>73.989999999999995</c:v>
                </c:pt>
                <c:pt idx="70723">
                  <c:v>67.97</c:v>
                </c:pt>
                <c:pt idx="70724">
                  <c:v>157.97</c:v>
                </c:pt>
                <c:pt idx="70725">
                  <c:v>78.98</c:v>
                </c:pt>
                <c:pt idx="70726">
                  <c:v>99.98</c:v>
                </c:pt>
                <c:pt idx="70727">
                  <c:v>84.99</c:v>
                </c:pt>
                <c:pt idx="70728">
                  <c:v>158.97999999999999</c:v>
                </c:pt>
                <c:pt idx="70729">
                  <c:v>83.29</c:v>
                </c:pt>
                <c:pt idx="70730">
                  <c:v>84.14</c:v>
                </c:pt>
                <c:pt idx="70731">
                  <c:v>65.989999999999995</c:v>
                </c:pt>
                <c:pt idx="70732">
                  <c:v>84.14</c:v>
                </c:pt>
                <c:pt idx="70733">
                  <c:v>-65.989999999999995</c:v>
                </c:pt>
                <c:pt idx="70734">
                  <c:v>68.989999999999995</c:v>
                </c:pt>
                <c:pt idx="70735">
                  <c:v>83.9</c:v>
                </c:pt>
                <c:pt idx="70736">
                  <c:v>62.09</c:v>
                </c:pt>
                <c:pt idx="70737">
                  <c:v>100.97</c:v>
                </c:pt>
                <c:pt idx="70738">
                  <c:v>108.13</c:v>
                </c:pt>
                <c:pt idx="70739">
                  <c:v>112.97</c:v>
                </c:pt>
                <c:pt idx="70740">
                  <c:v>96.98</c:v>
                </c:pt>
                <c:pt idx="70741">
                  <c:v>339.93</c:v>
                </c:pt>
                <c:pt idx="70742">
                  <c:v>279.93</c:v>
                </c:pt>
                <c:pt idx="70743">
                  <c:v>259.94</c:v>
                </c:pt>
                <c:pt idx="70744">
                  <c:v>64.98</c:v>
                </c:pt>
                <c:pt idx="70745">
                  <c:v>14.99</c:v>
                </c:pt>
                <c:pt idx="70746">
                  <c:v>89.98</c:v>
                </c:pt>
                <c:pt idx="70747">
                  <c:v>82.69</c:v>
                </c:pt>
                <c:pt idx="70748">
                  <c:v>99.98</c:v>
                </c:pt>
                <c:pt idx="70749">
                  <c:v>134.97999999999999</c:v>
                </c:pt>
                <c:pt idx="70750">
                  <c:v>41.49</c:v>
                </c:pt>
                <c:pt idx="70751">
                  <c:v>235.56</c:v>
                </c:pt>
                <c:pt idx="70752">
                  <c:v>162.87</c:v>
                </c:pt>
                <c:pt idx="70753">
                  <c:v>84.99</c:v>
                </c:pt>
                <c:pt idx="70754">
                  <c:v>84.99</c:v>
                </c:pt>
                <c:pt idx="70755">
                  <c:v>84.99</c:v>
                </c:pt>
                <c:pt idx="70756">
                  <c:v>153.97999999999999</c:v>
                </c:pt>
                <c:pt idx="70757">
                  <c:v>84.99</c:v>
                </c:pt>
                <c:pt idx="70758">
                  <c:v>169.98</c:v>
                </c:pt>
                <c:pt idx="70759">
                  <c:v>139.53</c:v>
                </c:pt>
                <c:pt idx="70760">
                  <c:v>54.98</c:v>
                </c:pt>
                <c:pt idx="70761">
                  <c:v>84.99</c:v>
                </c:pt>
                <c:pt idx="70762">
                  <c:v>144.47999999999999</c:v>
                </c:pt>
                <c:pt idx="70763">
                  <c:v>213.16</c:v>
                </c:pt>
                <c:pt idx="70764">
                  <c:v>118.57</c:v>
                </c:pt>
                <c:pt idx="70765">
                  <c:v>119.97</c:v>
                </c:pt>
                <c:pt idx="70766">
                  <c:v>136.97</c:v>
                </c:pt>
                <c:pt idx="70767">
                  <c:v>124.97</c:v>
                </c:pt>
                <c:pt idx="70768">
                  <c:v>135.97</c:v>
                </c:pt>
                <c:pt idx="70769">
                  <c:v>263.95999999999998</c:v>
                </c:pt>
                <c:pt idx="70770">
                  <c:v>131.97999999999999</c:v>
                </c:pt>
                <c:pt idx="70771">
                  <c:v>169.98</c:v>
                </c:pt>
                <c:pt idx="70772">
                  <c:v>169.98</c:v>
                </c:pt>
                <c:pt idx="70773">
                  <c:v>156.96</c:v>
                </c:pt>
                <c:pt idx="70774">
                  <c:v>118.78</c:v>
                </c:pt>
                <c:pt idx="70775">
                  <c:v>169.98</c:v>
                </c:pt>
                <c:pt idx="70776">
                  <c:v>131.97999999999999</c:v>
                </c:pt>
                <c:pt idx="70777">
                  <c:v>226.41</c:v>
                </c:pt>
                <c:pt idx="70778">
                  <c:v>89.97</c:v>
                </c:pt>
                <c:pt idx="70779">
                  <c:v>361.38</c:v>
                </c:pt>
                <c:pt idx="70780">
                  <c:v>659.83</c:v>
                </c:pt>
                <c:pt idx="70781">
                  <c:v>84.99</c:v>
                </c:pt>
                <c:pt idx="70782">
                  <c:v>-84.99</c:v>
                </c:pt>
                <c:pt idx="70783">
                  <c:v>154.96</c:v>
                </c:pt>
                <c:pt idx="70784">
                  <c:v>84.99</c:v>
                </c:pt>
                <c:pt idx="70785">
                  <c:v>129.97</c:v>
                </c:pt>
                <c:pt idx="70786">
                  <c:v>97.2</c:v>
                </c:pt>
                <c:pt idx="70787">
                  <c:v>41.49</c:v>
                </c:pt>
                <c:pt idx="70788">
                  <c:v>124.97</c:v>
                </c:pt>
                <c:pt idx="70789">
                  <c:v>145.97</c:v>
                </c:pt>
                <c:pt idx="70790">
                  <c:v>-45.68</c:v>
                </c:pt>
                <c:pt idx="70791">
                  <c:v>105.98</c:v>
                </c:pt>
                <c:pt idx="70792">
                  <c:v>59.98</c:v>
                </c:pt>
                <c:pt idx="70793">
                  <c:v>51.49</c:v>
                </c:pt>
                <c:pt idx="70794">
                  <c:v>129.97</c:v>
                </c:pt>
                <c:pt idx="70795">
                  <c:v>57.98</c:v>
                </c:pt>
                <c:pt idx="70796">
                  <c:v>65.989999999999995</c:v>
                </c:pt>
                <c:pt idx="70797">
                  <c:v>37.49</c:v>
                </c:pt>
                <c:pt idx="70798">
                  <c:v>85.98</c:v>
                </c:pt>
                <c:pt idx="70799">
                  <c:v>89.97</c:v>
                </c:pt>
                <c:pt idx="70800">
                  <c:v>89.97</c:v>
                </c:pt>
                <c:pt idx="70801">
                  <c:v>113.96</c:v>
                </c:pt>
                <c:pt idx="70802">
                  <c:v>99.96</c:v>
                </c:pt>
                <c:pt idx="70803">
                  <c:v>89.97</c:v>
                </c:pt>
                <c:pt idx="70804">
                  <c:v>84.97</c:v>
                </c:pt>
                <c:pt idx="70805">
                  <c:v>114.96</c:v>
                </c:pt>
                <c:pt idx="70806">
                  <c:v>89.97</c:v>
                </c:pt>
                <c:pt idx="70807">
                  <c:v>104.96</c:v>
                </c:pt>
                <c:pt idx="70808">
                  <c:v>89.97</c:v>
                </c:pt>
                <c:pt idx="70809">
                  <c:v>59.98</c:v>
                </c:pt>
                <c:pt idx="70810">
                  <c:v>89.97</c:v>
                </c:pt>
                <c:pt idx="70811">
                  <c:v>89.97</c:v>
                </c:pt>
                <c:pt idx="70812">
                  <c:v>144.94999999999999</c:v>
                </c:pt>
                <c:pt idx="70813">
                  <c:v>99.98</c:v>
                </c:pt>
                <c:pt idx="70814">
                  <c:v>79.98</c:v>
                </c:pt>
                <c:pt idx="70815">
                  <c:v>89.98</c:v>
                </c:pt>
                <c:pt idx="70816">
                  <c:v>121.13</c:v>
                </c:pt>
                <c:pt idx="70817">
                  <c:v>84.98</c:v>
                </c:pt>
                <c:pt idx="70818">
                  <c:v>105.96</c:v>
                </c:pt>
                <c:pt idx="70819">
                  <c:v>99.98</c:v>
                </c:pt>
                <c:pt idx="70820">
                  <c:v>79.98</c:v>
                </c:pt>
                <c:pt idx="70821">
                  <c:v>99.98</c:v>
                </c:pt>
                <c:pt idx="70822">
                  <c:v>124.97</c:v>
                </c:pt>
                <c:pt idx="70823">
                  <c:v>99.98</c:v>
                </c:pt>
                <c:pt idx="70824">
                  <c:v>275.29000000000002</c:v>
                </c:pt>
                <c:pt idx="70825">
                  <c:v>254.97</c:v>
                </c:pt>
                <c:pt idx="70826">
                  <c:v>69.95</c:v>
                </c:pt>
                <c:pt idx="70827">
                  <c:v>159.97999999999999</c:v>
                </c:pt>
                <c:pt idx="70828">
                  <c:v>339.96</c:v>
                </c:pt>
                <c:pt idx="70829">
                  <c:v>168.95</c:v>
                </c:pt>
                <c:pt idx="70830">
                  <c:v>97.95</c:v>
                </c:pt>
                <c:pt idx="70831">
                  <c:v>115.52</c:v>
                </c:pt>
                <c:pt idx="70832">
                  <c:v>120.16</c:v>
                </c:pt>
                <c:pt idx="70833">
                  <c:v>87.35</c:v>
                </c:pt>
                <c:pt idx="70834">
                  <c:v>143.02000000000001</c:v>
                </c:pt>
                <c:pt idx="70835">
                  <c:v>96.95</c:v>
                </c:pt>
                <c:pt idx="70836">
                  <c:v>122.94</c:v>
                </c:pt>
                <c:pt idx="70837">
                  <c:v>103.95</c:v>
                </c:pt>
                <c:pt idx="70838">
                  <c:v>112.95</c:v>
                </c:pt>
                <c:pt idx="70839">
                  <c:v>59.98</c:v>
                </c:pt>
                <c:pt idx="70840">
                  <c:v>111.94</c:v>
                </c:pt>
                <c:pt idx="70841">
                  <c:v>53.98</c:v>
                </c:pt>
                <c:pt idx="70842">
                  <c:v>244.95</c:v>
                </c:pt>
                <c:pt idx="70843">
                  <c:v>54.99</c:v>
                </c:pt>
                <c:pt idx="70844">
                  <c:v>75.98</c:v>
                </c:pt>
                <c:pt idx="70845">
                  <c:v>199.96</c:v>
                </c:pt>
                <c:pt idx="70846">
                  <c:v>153.96</c:v>
                </c:pt>
                <c:pt idx="70847">
                  <c:v>170.46</c:v>
                </c:pt>
                <c:pt idx="70848">
                  <c:v>109.98</c:v>
                </c:pt>
                <c:pt idx="70849">
                  <c:v>129.97</c:v>
                </c:pt>
                <c:pt idx="70850">
                  <c:v>184.96</c:v>
                </c:pt>
                <c:pt idx="70851">
                  <c:v>139.97999999999999</c:v>
                </c:pt>
                <c:pt idx="70852">
                  <c:v>54.99</c:v>
                </c:pt>
                <c:pt idx="70853">
                  <c:v>54.98</c:v>
                </c:pt>
                <c:pt idx="70854">
                  <c:v>54.98</c:v>
                </c:pt>
                <c:pt idx="70855">
                  <c:v>124.97</c:v>
                </c:pt>
                <c:pt idx="70856">
                  <c:v>159.97</c:v>
                </c:pt>
                <c:pt idx="70857">
                  <c:v>197.04</c:v>
                </c:pt>
                <c:pt idx="70858">
                  <c:v>102.18</c:v>
                </c:pt>
                <c:pt idx="70859">
                  <c:v>190.96</c:v>
                </c:pt>
                <c:pt idx="70860">
                  <c:v>131.97999999999999</c:v>
                </c:pt>
                <c:pt idx="70861">
                  <c:v>79.19</c:v>
                </c:pt>
                <c:pt idx="70862">
                  <c:v>131.97999999999999</c:v>
                </c:pt>
                <c:pt idx="70863">
                  <c:v>141.88999999999999</c:v>
                </c:pt>
                <c:pt idx="70864">
                  <c:v>186.96</c:v>
                </c:pt>
                <c:pt idx="70865">
                  <c:v>58.98</c:v>
                </c:pt>
                <c:pt idx="70866">
                  <c:v>131.97999999999999</c:v>
                </c:pt>
                <c:pt idx="70867">
                  <c:v>59.98</c:v>
                </c:pt>
                <c:pt idx="70868">
                  <c:v>59.98</c:v>
                </c:pt>
                <c:pt idx="70869">
                  <c:v>73.98</c:v>
                </c:pt>
                <c:pt idx="70870">
                  <c:v>59.98</c:v>
                </c:pt>
                <c:pt idx="70871">
                  <c:v>61.98</c:v>
                </c:pt>
                <c:pt idx="70872">
                  <c:v>61.48</c:v>
                </c:pt>
                <c:pt idx="70873">
                  <c:v>59.98</c:v>
                </c:pt>
                <c:pt idx="70874">
                  <c:v>-73.98</c:v>
                </c:pt>
                <c:pt idx="70875">
                  <c:v>54.98</c:v>
                </c:pt>
                <c:pt idx="70876">
                  <c:v>182.94</c:v>
                </c:pt>
                <c:pt idx="70877">
                  <c:v>59.98</c:v>
                </c:pt>
                <c:pt idx="70878">
                  <c:v>89.97</c:v>
                </c:pt>
                <c:pt idx="70879">
                  <c:v>61.98</c:v>
                </c:pt>
                <c:pt idx="70880">
                  <c:v>59.98</c:v>
                </c:pt>
                <c:pt idx="70881">
                  <c:v>59.98</c:v>
                </c:pt>
                <c:pt idx="70882">
                  <c:v>54.81</c:v>
                </c:pt>
                <c:pt idx="70883">
                  <c:v>59.98</c:v>
                </c:pt>
                <c:pt idx="70884">
                  <c:v>61.98</c:v>
                </c:pt>
                <c:pt idx="70885">
                  <c:v>61.98</c:v>
                </c:pt>
                <c:pt idx="70886">
                  <c:v>64.78</c:v>
                </c:pt>
                <c:pt idx="70887">
                  <c:v>67.040000000000006</c:v>
                </c:pt>
                <c:pt idx="70888">
                  <c:v>81.709999999999994</c:v>
                </c:pt>
                <c:pt idx="70889">
                  <c:v>71.97</c:v>
                </c:pt>
                <c:pt idx="70890">
                  <c:v>85.36</c:v>
                </c:pt>
                <c:pt idx="70891">
                  <c:v>103.97</c:v>
                </c:pt>
                <c:pt idx="70892">
                  <c:v>54.99</c:v>
                </c:pt>
                <c:pt idx="70893">
                  <c:v>59.97</c:v>
                </c:pt>
                <c:pt idx="70894">
                  <c:v>65.989999999999995</c:v>
                </c:pt>
                <c:pt idx="70895">
                  <c:v>63.45</c:v>
                </c:pt>
                <c:pt idx="70896">
                  <c:v>188.97</c:v>
                </c:pt>
                <c:pt idx="70897">
                  <c:v>311.94</c:v>
                </c:pt>
                <c:pt idx="70898">
                  <c:v>275.95999999999998</c:v>
                </c:pt>
                <c:pt idx="70899">
                  <c:v>103.98</c:v>
                </c:pt>
                <c:pt idx="70900">
                  <c:v>195.95</c:v>
                </c:pt>
                <c:pt idx="70901">
                  <c:v>169.96</c:v>
                </c:pt>
                <c:pt idx="70902">
                  <c:v>76.97</c:v>
                </c:pt>
                <c:pt idx="70903">
                  <c:v>94.97</c:v>
                </c:pt>
                <c:pt idx="70904">
                  <c:v>95.97</c:v>
                </c:pt>
                <c:pt idx="70905">
                  <c:v>74.599999999999994</c:v>
                </c:pt>
                <c:pt idx="70906">
                  <c:v>69.989999999999995</c:v>
                </c:pt>
                <c:pt idx="70907">
                  <c:v>55.94</c:v>
                </c:pt>
                <c:pt idx="70908">
                  <c:v>195.02</c:v>
                </c:pt>
                <c:pt idx="70909">
                  <c:v>199.96</c:v>
                </c:pt>
                <c:pt idx="70910">
                  <c:v>181.97</c:v>
                </c:pt>
                <c:pt idx="70911">
                  <c:v>51.28</c:v>
                </c:pt>
                <c:pt idx="70912">
                  <c:v>79.989999999999995</c:v>
                </c:pt>
                <c:pt idx="70913">
                  <c:v>99.97</c:v>
                </c:pt>
                <c:pt idx="70914">
                  <c:v>95.97</c:v>
                </c:pt>
                <c:pt idx="70915">
                  <c:v>99.97</c:v>
                </c:pt>
                <c:pt idx="70916">
                  <c:v>51.28</c:v>
                </c:pt>
                <c:pt idx="70917">
                  <c:v>51.28</c:v>
                </c:pt>
                <c:pt idx="70918">
                  <c:v>51.28</c:v>
                </c:pt>
                <c:pt idx="70919">
                  <c:v>95.97</c:v>
                </c:pt>
                <c:pt idx="70920">
                  <c:v>79.989999999999995</c:v>
                </c:pt>
                <c:pt idx="70921">
                  <c:v>96.78</c:v>
                </c:pt>
                <c:pt idx="70922">
                  <c:v>96.78</c:v>
                </c:pt>
                <c:pt idx="70923">
                  <c:v>96.78</c:v>
                </c:pt>
                <c:pt idx="70924">
                  <c:v>169.38</c:v>
                </c:pt>
                <c:pt idx="70925">
                  <c:v>116.14</c:v>
                </c:pt>
                <c:pt idx="70926">
                  <c:v>116.14</c:v>
                </c:pt>
                <c:pt idx="70927">
                  <c:v>257.64999999999998</c:v>
                </c:pt>
                <c:pt idx="70928">
                  <c:v>169.38</c:v>
                </c:pt>
                <c:pt idx="70929">
                  <c:v>79.849999999999994</c:v>
                </c:pt>
                <c:pt idx="70930">
                  <c:v>79.849999999999994</c:v>
                </c:pt>
                <c:pt idx="70931">
                  <c:v>96.78</c:v>
                </c:pt>
                <c:pt idx="70932">
                  <c:v>257.64999999999998</c:v>
                </c:pt>
                <c:pt idx="70933">
                  <c:v>210.94</c:v>
                </c:pt>
                <c:pt idx="70934">
                  <c:v>87.96</c:v>
                </c:pt>
                <c:pt idx="70935">
                  <c:v>59.98</c:v>
                </c:pt>
                <c:pt idx="70936">
                  <c:v>95.92</c:v>
                </c:pt>
                <c:pt idx="70937">
                  <c:v>270.32</c:v>
                </c:pt>
                <c:pt idx="70938">
                  <c:v>146.97</c:v>
                </c:pt>
                <c:pt idx="70939">
                  <c:v>115.17</c:v>
                </c:pt>
                <c:pt idx="70940">
                  <c:v>84.99</c:v>
                </c:pt>
                <c:pt idx="70941">
                  <c:v>84.99</c:v>
                </c:pt>
                <c:pt idx="70942">
                  <c:v>70.489999999999995</c:v>
                </c:pt>
                <c:pt idx="70943">
                  <c:v>80.98</c:v>
                </c:pt>
                <c:pt idx="70944">
                  <c:v>158.96</c:v>
                </c:pt>
                <c:pt idx="70945">
                  <c:v>114.97</c:v>
                </c:pt>
                <c:pt idx="70946">
                  <c:v>108.97</c:v>
                </c:pt>
                <c:pt idx="70947">
                  <c:v>84.99</c:v>
                </c:pt>
                <c:pt idx="70948">
                  <c:v>99.98</c:v>
                </c:pt>
                <c:pt idx="70949">
                  <c:v>64.98</c:v>
                </c:pt>
                <c:pt idx="70950">
                  <c:v>52.18</c:v>
                </c:pt>
                <c:pt idx="70951">
                  <c:v>135.96</c:v>
                </c:pt>
                <c:pt idx="70952">
                  <c:v>89.95</c:v>
                </c:pt>
                <c:pt idx="70953">
                  <c:v>52.76</c:v>
                </c:pt>
                <c:pt idx="70954">
                  <c:v>95.38</c:v>
                </c:pt>
                <c:pt idx="70955">
                  <c:v>79.98</c:v>
                </c:pt>
                <c:pt idx="70956">
                  <c:v>-7.82</c:v>
                </c:pt>
                <c:pt idx="70957">
                  <c:v>71.959999999999994</c:v>
                </c:pt>
                <c:pt idx="70958">
                  <c:v>67.97</c:v>
                </c:pt>
                <c:pt idx="70959">
                  <c:v>79.98</c:v>
                </c:pt>
                <c:pt idx="70960">
                  <c:v>60.18</c:v>
                </c:pt>
                <c:pt idx="70961">
                  <c:v>67.97</c:v>
                </c:pt>
                <c:pt idx="70962">
                  <c:v>47.24</c:v>
                </c:pt>
                <c:pt idx="70963">
                  <c:v>62.97</c:v>
                </c:pt>
                <c:pt idx="70964">
                  <c:v>56.98</c:v>
                </c:pt>
                <c:pt idx="70965">
                  <c:v>65.989999999999995</c:v>
                </c:pt>
                <c:pt idx="70966">
                  <c:v>79.98</c:v>
                </c:pt>
                <c:pt idx="70967">
                  <c:v>190.71</c:v>
                </c:pt>
                <c:pt idx="70968">
                  <c:v>269.64999999999998</c:v>
                </c:pt>
                <c:pt idx="70969">
                  <c:v>197.97</c:v>
                </c:pt>
                <c:pt idx="70970">
                  <c:v>131.97999999999999</c:v>
                </c:pt>
                <c:pt idx="70971">
                  <c:v>153.16999999999999</c:v>
                </c:pt>
                <c:pt idx="70972">
                  <c:v>150.94</c:v>
                </c:pt>
                <c:pt idx="70973">
                  <c:v>150.94</c:v>
                </c:pt>
                <c:pt idx="70974">
                  <c:v>89.96</c:v>
                </c:pt>
                <c:pt idx="70975">
                  <c:v>85.66</c:v>
                </c:pt>
                <c:pt idx="70976">
                  <c:v>124.06</c:v>
                </c:pt>
                <c:pt idx="70977">
                  <c:v>41.09</c:v>
                </c:pt>
                <c:pt idx="70978">
                  <c:v>71.97</c:v>
                </c:pt>
                <c:pt idx="70979">
                  <c:v>120.97</c:v>
                </c:pt>
                <c:pt idx="70980">
                  <c:v>55.98</c:v>
                </c:pt>
                <c:pt idx="70981">
                  <c:v>134.94999999999999</c:v>
                </c:pt>
                <c:pt idx="70982">
                  <c:v>117.79</c:v>
                </c:pt>
                <c:pt idx="70983">
                  <c:v>79.97</c:v>
                </c:pt>
                <c:pt idx="70984">
                  <c:v>265.95</c:v>
                </c:pt>
                <c:pt idx="70985">
                  <c:v>305.94</c:v>
                </c:pt>
                <c:pt idx="70986">
                  <c:v>259.83</c:v>
                </c:pt>
                <c:pt idx="70987">
                  <c:v>269.94</c:v>
                </c:pt>
                <c:pt idx="70988">
                  <c:v>79.98</c:v>
                </c:pt>
                <c:pt idx="70989">
                  <c:v>79.98</c:v>
                </c:pt>
                <c:pt idx="70990">
                  <c:v>89.95</c:v>
                </c:pt>
                <c:pt idx="70991">
                  <c:v>98.97</c:v>
                </c:pt>
                <c:pt idx="70992">
                  <c:v>239.94</c:v>
                </c:pt>
                <c:pt idx="70993">
                  <c:v>269.94</c:v>
                </c:pt>
                <c:pt idx="70994">
                  <c:v>79.98</c:v>
                </c:pt>
                <c:pt idx="70995">
                  <c:v>79.98</c:v>
                </c:pt>
                <c:pt idx="70996">
                  <c:v>98.97</c:v>
                </c:pt>
                <c:pt idx="70997">
                  <c:v>239.94</c:v>
                </c:pt>
                <c:pt idx="70998">
                  <c:v>89.95</c:v>
                </c:pt>
                <c:pt idx="70999">
                  <c:v>193.93</c:v>
                </c:pt>
                <c:pt idx="71000">
                  <c:v>165.94</c:v>
                </c:pt>
                <c:pt idx="71001">
                  <c:v>78.959999999999994</c:v>
                </c:pt>
                <c:pt idx="71002">
                  <c:v>224.92</c:v>
                </c:pt>
                <c:pt idx="71003">
                  <c:v>153.94</c:v>
                </c:pt>
                <c:pt idx="71004">
                  <c:v>184.92</c:v>
                </c:pt>
                <c:pt idx="71005">
                  <c:v>220.91</c:v>
                </c:pt>
                <c:pt idx="71006">
                  <c:v>137.94999999999999</c:v>
                </c:pt>
                <c:pt idx="71007">
                  <c:v>100.59</c:v>
                </c:pt>
                <c:pt idx="71008">
                  <c:v>131.97999999999999</c:v>
                </c:pt>
                <c:pt idx="71009">
                  <c:v>169.98</c:v>
                </c:pt>
                <c:pt idx="71010">
                  <c:v>131.97999999999999</c:v>
                </c:pt>
                <c:pt idx="71011">
                  <c:v>65.989999999999995</c:v>
                </c:pt>
                <c:pt idx="71012">
                  <c:v>131.97999999999999</c:v>
                </c:pt>
                <c:pt idx="71013">
                  <c:v>161.16999999999999</c:v>
                </c:pt>
                <c:pt idx="71014">
                  <c:v>84.98</c:v>
                </c:pt>
                <c:pt idx="71015">
                  <c:v>103.98</c:v>
                </c:pt>
                <c:pt idx="71016">
                  <c:v>69.98</c:v>
                </c:pt>
                <c:pt idx="71017">
                  <c:v>84.98</c:v>
                </c:pt>
                <c:pt idx="71018">
                  <c:v>114.98</c:v>
                </c:pt>
                <c:pt idx="71019">
                  <c:v>99.98</c:v>
                </c:pt>
                <c:pt idx="71020">
                  <c:v>154.97999999999999</c:v>
                </c:pt>
                <c:pt idx="71021">
                  <c:v>79.98</c:v>
                </c:pt>
                <c:pt idx="71022">
                  <c:v>118.97</c:v>
                </c:pt>
                <c:pt idx="71023">
                  <c:v>99.98</c:v>
                </c:pt>
                <c:pt idx="71024">
                  <c:v>169.98</c:v>
                </c:pt>
                <c:pt idx="71025">
                  <c:v>77.34</c:v>
                </c:pt>
                <c:pt idx="71026">
                  <c:v>84.99</c:v>
                </c:pt>
                <c:pt idx="71027">
                  <c:v>84.99</c:v>
                </c:pt>
                <c:pt idx="71028">
                  <c:v>84.99</c:v>
                </c:pt>
                <c:pt idx="71029">
                  <c:v>84.99</c:v>
                </c:pt>
                <c:pt idx="71030">
                  <c:v>159.97999999999999</c:v>
                </c:pt>
                <c:pt idx="71031">
                  <c:v>84.99</c:v>
                </c:pt>
                <c:pt idx="71032">
                  <c:v>169.98</c:v>
                </c:pt>
                <c:pt idx="71033">
                  <c:v>169.98</c:v>
                </c:pt>
                <c:pt idx="71034">
                  <c:v>69.98</c:v>
                </c:pt>
                <c:pt idx="71035">
                  <c:v>79.98</c:v>
                </c:pt>
                <c:pt idx="71036">
                  <c:v>69.98</c:v>
                </c:pt>
                <c:pt idx="71037">
                  <c:v>79.98</c:v>
                </c:pt>
                <c:pt idx="71038">
                  <c:v>99.98</c:v>
                </c:pt>
                <c:pt idx="71039">
                  <c:v>68.98</c:v>
                </c:pt>
                <c:pt idx="71040">
                  <c:v>104.97</c:v>
                </c:pt>
                <c:pt idx="71041">
                  <c:v>77.2</c:v>
                </c:pt>
                <c:pt idx="71042">
                  <c:v>89.98</c:v>
                </c:pt>
                <c:pt idx="71043">
                  <c:v>158.96</c:v>
                </c:pt>
                <c:pt idx="71044">
                  <c:v>83.98</c:v>
                </c:pt>
                <c:pt idx="71045">
                  <c:v>59.98</c:v>
                </c:pt>
                <c:pt idx="71046">
                  <c:v>231.94</c:v>
                </c:pt>
                <c:pt idx="71047">
                  <c:v>121.98</c:v>
                </c:pt>
                <c:pt idx="71048">
                  <c:v>79.989999999999995</c:v>
                </c:pt>
                <c:pt idx="71049">
                  <c:v>79.989999999999995</c:v>
                </c:pt>
                <c:pt idx="71050">
                  <c:v>75.989999999999995</c:v>
                </c:pt>
                <c:pt idx="71051">
                  <c:v>157.97</c:v>
                </c:pt>
                <c:pt idx="71052">
                  <c:v>79.989999999999995</c:v>
                </c:pt>
                <c:pt idx="71053">
                  <c:v>121.98</c:v>
                </c:pt>
                <c:pt idx="71054">
                  <c:v>153.99</c:v>
                </c:pt>
                <c:pt idx="71055">
                  <c:v>118.27</c:v>
                </c:pt>
                <c:pt idx="71056">
                  <c:v>169.98</c:v>
                </c:pt>
                <c:pt idx="71057">
                  <c:v>169.98</c:v>
                </c:pt>
                <c:pt idx="71058">
                  <c:v>84.99</c:v>
                </c:pt>
                <c:pt idx="71059">
                  <c:v>84.99</c:v>
                </c:pt>
                <c:pt idx="71060">
                  <c:v>86.29</c:v>
                </c:pt>
                <c:pt idx="71061">
                  <c:v>86.29</c:v>
                </c:pt>
                <c:pt idx="71062">
                  <c:v>84.99</c:v>
                </c:pt>
                <c:pt idx="71063">
                  <c:v>129.94999999999999</c:v>
                </c:pt>
                <c:pt idx="71064">
                  <c:v>84.99</c:v>
                </c:pt>
                <c:pt idx="71065">
                  <c:v>84.99</c:v>
                </c:pt>
                <c:pt idx="71066">
                  <c:v>129.94999999999999</c:v>
                </c:pt>
                <c:pt idx="71067">
                  <c:v>84.99</c:v>
                </c:pt>
                <c:pt idx="71068">
                  <c:v>84.99</c:v>
                </c:pt>
                <c:pt idx="71069">
                  <c:v>84.99</c:v>
                </c:pt>
                <c:pt idx="71070">
                  <c:v>666.46</c:v>
                </c:pt>
                <c:pt idx="71071">
                  <c:v>118.27</c:v>
                </c:pt>
                <c:pt idx="71072">
                  <c:v>84.99</c:v>
                </c:pt>
                <c:pt idx="71073">
                  <c:v>84.99</c:v>
                </c:pt>
                <c:pt idx="71074">
                  <c:v>84.99</c:v>
                </c:pt>
                <c:pt idx="71075">
                  <c:v>84.99</c:v>
                </c:pt>
                <c:pt idx="71076">
                  <c:v>666.46</c:v>
                </c:pt>
                <c:pt idx="71077">
                  <c:v>85.97</c:v>
                </c:pt>
                <c:pt idx="71078">
                  <c:v>75.98</c:v>
                </c:pt>
                <c:pt idx="71079">
                  <c:v>84.99</c:v>
                </c:pt>
                <c:pt idx="71080">
                  <c:v>75.98</c:v>
                </c:pt>
                <c:pt idx="71081">
                  <c:v>94.98</c:v>
                </c:pt>
                <c:pt idx="71082">
                  <c:v>75.98</c:v>
                </c:pt>
                <c:pt idx="71083">
                  <c:v>86.83</c:v>
                </c:pt>
                <c:pt idx="71084">
                  <c:v>169.97</c:v>
                </c:pt>
                <c:pt idx="71085">
                  <c:v>104.97</c:v>
                </c:pt>
                <c:pt idx="71086">
                  <c:v>94.98</c:v>
                </c:pt>
                <c:pt idx="71087">
                  <c:v>77.98</c:v>
                </c:pt>
                <c:pt idx="71088">
                  <c:v>67.27</c:v>
                </c:pt>
                <c:pt idx="71089">
                  <c:v>69.989999999999995</c:v>
                </c:pt>
                <c:pt idx="71090">
                  <c:v>67.27</c:v>
                </c:pt>
                <c:pt idx="71091">
                  <c:v>67.27</c:v>
                </c:pt>
                <c:pt idx="71092">
                  <c:v>69.989999999999995</c:v>
                </c:pt>
                <c:pt idx="71093">
                  <c:v>69.989999999999995</c:v>
                </c:pt>
                <c:pt idx="71094">
                  <c:v>184.97</c:v>
                </c:pt>
                <c:pt idx="71095">
                  <c:v>131.97999999999999</c:v>
                </c:pt>
                <c:pt idx="71096">
                  <c:v>164.58</c:v>
                </c:pt>
                <c:pt idx="71097">
                  <c:v>83.97</c:v>
                </c:pt>
                <c:pt idx="71098">
                  <c:v>184.97</c:v>
                </c:pt>
                <c:pt idx="71099">
                  <c:v>166.62</c:v>
                </c:pt>
                <c:pt idx="71100">
                  <c:v>168.28</c:v>
                </c:pt>
                <c:pt idx="71101">
                  <c:v>139.96</c:v>
                </c:pt>
                <c:pt idx="71102">
                  <c:v>170</c:v>
                </c:pt>
                <c:pt idx="71103">
                  <c:v>79.98</c:v>
                </c:pt>
                <c:pt idx="71104">
                  <c:v>86.97</c:v>
                </c:pt>
                <c:pt idx="71105">
                  <c:v>69.989999999999995</c:v>
                </c:pt>
                <c:pt idx="71106">
                  <c:v>89.97</c:v>
                </c:pt>
                <c:pt idx="71107">
                  <c:v>75.13</c:v>
                </c:pt>
                <c:pt idx="71108">
                  <c:v>67.28</c:v>
                </c:pt>
                <c:pt idx="71109">
                  <c:v>92.03</c:v>
                </c:pt>
                <c:pt idx="71110">
                  <c:v>129.96</c:v>
                </c:pt>
                <c:pt idx="71111">
                  <c:v>180.94</c:v>
                </c:pt>
                <c:pt idx="71112">
                  <c:v>158.94</c:v>
                </c:pt>
                <c:pt idx="71113">
                  <c:v>79.98</c:v>
                </c:pt>
                <c:pt idx="71114">
                  <c:v>9.99</c:v>
                </c:pt>
                <c:pt idx="71115">
                  <c:v>79.98</c:v>
                </c:pt>
                <c:pt idx="71116">
                  <c:v>79.98</c:v>
                </c:pt>
                <c:pt idx="71117">
                  <c:v>99.98</c:v>
                </c:pt>
                <c:pt idx="71118">
                  <c:v>79.98</c:v>
                </c:pt>
                <c:pt idx="71119">
                  <c:v>56.98</c:v>
                </c:pt>
                <c:pt idx="71120">
                  <c:v>48.49</c:v>
                </c:pt>
                <c:pt idx="71121">
                  <c:v>41.49</c:v>
                </c:pt>
                <c:pt idx="71122">
                  <c:v>99.98</c:v>
                </c:pt>
                <c:pt idx="71123">
                  <c:v>41.49</c:v>
                </c:pt>
                <c:pt idx="71124">
                  <c:v>84.98</c:v>
                </c:pt>
                <c:pt idx="71125">
                  <c:v>73.98</c:v>
                </c:pt>
                <c:pt idx="71126">
                  <c:v>99.98</c:v>
                </c:pt>
                <c:pt idx="71127">
                  <c:v>31.47</c:v>
                </c:pt>
                <c:pt idx="71128">
                  <c:v>49.99</c:v>
                </c:pt>
                <c:pt idx="71129">
                  <c:v>112</c:v>
                </c:pt>
                <c:pt idx="71130">
                  <c:v>85.97</c:v>
                </c:pt>
                <c:pt idx="71131">
                  <c:v>89.97</c:v>
                </c:pt>
                <c:pt idx="71132">
                  <c:v>105.96</c:v>
                </c:pt>
                <c:pt idx="71133">
                  <c:v>85.47</c:v>
                </c:pt>
                <c:pt idx="71134">
                  <c:v>119.96</c:v>
                </c:pt>
                <c:pt idx="71135">
                  <c:v>119.96</c:v>
                </c:pt>
                <c:pt idx="71136">
                  <c:v>119.96</c:v>
                </c:pt>
                <c:pt idx="71137">
                  <c:v>89.97</c:v>
                </c:pt>
                <c:pt idx="71138">
                  <c:v>85.86</c:v>
                </c:pt>
                <c:pt idx="71139">
                  <c:v>99.96</c:v>
                </c:pt>
                <c:pt idx="71140">
                  <c:v>245.97</c:v>
                </c:pt>
                <c:pt idx="71141">
                  <c:v>299.94</c:v>
                </c:pt>
                <c:pt idx="71142">
                  <c:v>232.17</c:v>
                </c:pt>
                <c:pt idx="71143">
                  <c:v>214.68</c:v>
                </c:pt>
                <c:pt idx="71144">
                  <c:v>117.96</c:v>
                </c:pt>
                <c:pt idx="71145">
                  <c:v>85.98</c:v>
                </c:pt>
                <c:pt idx="71146">
                  <c:v>95.94</c:v>
                </c:pt>
                <c:pt idx="71147">
                  <c:v>95.94</c:v>
                </c:pt>
                <c:pt idx="71148">
                  <c:v>315.95</c:v>
                </c:pt>
                <c:pt idx="71149">
                  <c:v>299.94</c:v>
                </c:pt>
                <c:pt idx="71150">
                  <c:v>75.959999999999994</c:v>
                </c:pt>
                <c:pt idx="71151">
                  <c:v>52.97</c:v>
                </c:pt>
                <c:pt idx="71152">
                  <c:v>75.959999999999994</c:v>
                </c:pt>
                <c:pt idx="71153">
                  <c:v>64.98</c:v>
                </c:pt>
                <c:pt idx="71154">
                  <c:v>88.95</c:v>
                </c:pt>
                <c:pt idx="71155">
                  <c:v>58.35</c:v>
                </c:pt>
                <c:pt idx="71156">
                  <c:v>105.93</c:v>
                </c:pt>
                <c:pt idx="71157">
                  <c:v>75.959999999999994</c:v>
                </c:pt>
                <c:pt idx="71158">
                  <c:v>52.97</c:v>
                </c:pt>
                <c:pt idx="71159">
                  <c:v>197.97</c:v>
                </c:pt>
                <c:pt idx="71160">
                  <c:v>39.479999999999997</c:v>
                </c:pt>
                <c:pt idx="71161">
                  <c:v>197.97</c:v>
                </c:pt>
                <c:pt idx="71162">
                  <c:v>197.97</c:v>
                </c:pt>
                <c:pt idx="71163">
                  <c:v>195.96</c:v>
                </c:pt>
                <c:pt idx="71164">
                  <c:v>118.78</c:v>
                </c:pt>
                <c:pt idx="71165">
                  <c:v>101.97</c:v>
                </c:pt>
                <c:pt idx="71166">
                  <c:v>72.239999999999995</c:v>
                </c:pt>
                <c:pt idx="71167">
                  <c:v>15.99</c:v>
                </c:pt>
                <c:pt idx="71168">
                  <c:v>287.93</c:v>
                </c:pt>
                <c:pt idx="71169">
                  <c:v>118.78</c:v>
                </c:pt>
                <c:pt idx="71170">
                  <c:v>319.55</c:v>
                </c:pt>
                <c:pt idx="71171">
                  <c:v>118.78</c:v>
                </c:pt>
                <c:pt idx="71172">
                  <c:v>59.39</c:v>
                </c:pt>
                <c:pt idx="71173">
                  <c:v>73.87</c:v>
                </c:pt>
                <c:pt idx="71174">
                  <c:v>59.97</c:v>
                </c:pt>
                <c:pt idx="71175">
                  <c:v>101.95</c:v>
                </c:pt>
                <c:pt idx="71176">
                  <c:v>111.93</c:v>
                </c:pt>
                <c:pt idx="71177">
                  <c:v>79.959999999999994</c:v>
                </c:pt>
                <c:pt idx="71178">
                  <c:v>194.97</c:v>
                </c:pt>
                <c:pt idx="71179">
                  <c:v>101.14</c:v>
                </c:pt>
                <c:pt idx="71180">
                  <c:v>184.91</c:v>
                </c:pt>
                <c:pt idx="71181">
                  <c:v>71.959999999999994</c:v>
                </c:pt>
                <c:pt idx="71182">
                  <c:v>191.95</c:v>
                </c:pt>
                <c:pt idx="71183">
                  <c:v>195.96</c:v>
                </c:pt>
                <c:pt idx="71184">
                  <c:v>152.94999999999999</c:v>
                </c:pt>
                <c:pt idx="71185">
                  <c:v>110.97</c:v>
                </c:pt>
                <c:pt idx="71186">
                  <c:v>79.989999999999995</c:v>
                </c:pt>
                <c:pt idx="71187">
                  <c:v>89.98</c:v>
                </c:pt>
                <c:pt idx="71188">
                  <c:v>108.29</c:v>
                </c:pt>
                <c:pt idx="71189">
                  <c:v>91.98</c:v>
                </c:pt>
                <c:pt idx="71190">
                  <c:v>179.97</c:v>
                </c:pt>
                <c:pt idx="71191">
                  <c:v>90.98</c:v>
                </c:pt>
                <c:pt idx="71192">
                  <c:v>103.47</c:v>
                </c:pt>
                <c:pt idx="71193">
                  <c:v>104.37</c:v>
                </c:pt>
                <c:pt idx="71194">
                  <c:v>91.98</c:v>
                </c:pt>
                <c:pt idx="71195">
                  <c:v>96.98</c:v>
                </c:pt>
                <c:pt idx="71196">
                  <c:v>75.98</c:v>
                </c:pt>
                <c:pt idx="71197">
                  <c:v>79.67</c:v>
                </c:pt>
                <c:pt idx="71198">
                  <c:v>84.99</c:v>
                </c:pt>
                <c:pt idx="71199">
                  <c:v>84.99</c:v>
                </c:pt>
                <c:pt idx="71200">
                  <c:v>84.99</c:v>
                </c:pt>
                <c:pt idx="71201">
                  <c:v>169.98</c:v>
                </c:pt>
                <c:pt idx="71202">
                  <c:v>84.99</c:v>
                </c:pt>
                <c:pt idx="71203">
                  <c:v>84.99</c:v>
                </c:pt>
                <c:pt idx="71204">
                  <c:v>127.98</c:v>
                </c:pt>
                <c:pt idx="71205">
                  <c:v>115.18</c:v>
                </c:pt>
                <c:pt idx="71206">
                  <c:v>84.99</c:v>
                </c:pt>
                <c:pt idx="71207">
                  <c:v>169.98</c:v>
                </c:pt>
                <c:pt idx="71208">
                  <c:v>64.97</c:v>
                </c:pt>
                <c:pt idx="71209">
                  <c:v>66.959999999999994</c:v>
                </c:pt>
                <c:pt idx="71210">
                  <c:v>23.38</c:v>
                </c:pt>
                <c:pt idx="71211">
                  <c:v>59.97</c:v>
                </c:pt>
                <c:pt idx="71212">
                  <c:v>61.97</c:v>
                </c:pt>
                <c:pt idx="71213">
                  <c:v>19.989999999999998</c:v>
                </c:pt>
                <c:pt idx="71214">
                  <c:v>50.97</c:v>
                </c:pt>
                <c:pt idx="71215">
                  <c:v>136.86000000000001</c:v>
                </c:pt>
                <c:pt idx="71216">
                  <c:v>82.72</c:v>
                </c:pt>
                <c:pt idx="71217">
                  <c:v>91.87</c:v>
                </c:pt>
                <c:pt idx="71218">
                  <c:v>152.96</c:v>
                </c:pt>
                <c:pt idx="71219">
                  <c:v>100.86</c:v>
                </c:pt>
                <c:pt idx="71220">
                  <c:v>56.98</c:v>
                </c:pt>
                <c:pt idx="71221">
                  <c:v>164.85</c:v>
                </c:pt>
                <c:pt idx="71222">
                  <c:v>85.86</c:v>
                </c:pt>
                <c:pt idx="71223">
                  <c:v>157.86000000000001</c:v>
                </c:pt>
                <c:pt idx="71224">
                  <c:v>15.48</c:v>
                </c:pt>
                <c:pt idx="71225">
                  <c:v>127.74</c:v>
                </c:pt>
                <c:pt idx="71226">
                  <c:v>-1.5</c:v>
                </c:pt>
                <c:pt idx="71227">
                  <c:v>100.98</c:v>
                </c:pt>
                <c:pt idx="71228">
                  <c:v>71.59</c:v>
                </c:pt>
                <c:pt idx="71229">
                  <c:v>137.57</c:v>
                </c:pt>
                <c:pt idx="71230">
                  <c:v>80.89</c:v>
                </c:pt>
                <c:pt idx="71231">
                  <c:v>103.58</c:v>
                </c:pt>
                <c:pt idx="71232">
                  <c:v>84.99</c:v>
                </c:pt>
                <c:pt idx="71233">
                  <c:v>84.99</c:v>
                </c:pt>
                <c:pt idx="71234">
                  <c:v>69.989999999999995</c:v>
                </c:pt>
                <c:pt idx="71235">
                  <c:v>102.58</c:v>
                </c:pt>
                <c:pt idx="71236">
                  <c:v>68.989999999999995</c:v>
                </c:pt>
                <c:pt idx="71237">
                  <c:v>59.98</c:v>
                </c:pt>
                <c:pt idx="71238">
                  <c:v>59.98</c:v>
                </c:pt>
                <c:pt idx="71239">
                  <c:v>89.97</c:v>
                </c:pt>
                <c:pt idx="71240">
                  <c:v>119.96</c:v>
                </c:pt>
                <c:pt idx="71241">
                  <c:v>53.98</c:v>
                </c:pt>
                <c:pt idx="71242">
                  <c:v>89.97</c:v>
                </c:pt>
                <c:pt idx="71243">
                  <c:v>59.98</c:v>
                </c:pt>
                <c:pt idx="71244">
                  <c:v>83.37</c:v>
                </c:pt>
                <c:pt idx="71245">
                  <c:v>56.38</c:v>
                </c:pt>
                <c:pt idx="71246">
                  <c:v>59.98</c:v>
                </c:pt>
                <c:pt idx="71247">
                  <c:v>89.97</c:v>
                </c:pt>
                <c:pt idx="71248">
                  <c:v>89.97</c:v>
                </c:pt>
                <c:pt idx="71249">
                  <c:v>109.96</c:v>
                </c:pt>
                <c:pt idx="71250">
                  <c:v>22.37</c:v>
                </c:pt>
                <c:pt idx="71251">
                  <c:v>84.99</c:v>
                </c:pt>
                <c:pt idx="71252">
                  <c:v>131.97999999999999</c:v>
                </c:pt>
                <c:pt idx="71253">
                  <c:v>50.98</c:v>
                </c:pt>
                <c:pt idx="71254">
                  <c:v>131.97999999999999</c:v>
                </c:pt>
                <c:pt idx="71255">
                  <c:v>131.97999999999999</c:v>
                </c:pt>
                <c:pt idx="71256">
                  <c:v>131.97999999999999</c:v>
                </c:pt>
                <c:pt idx="71257">
                  <c:v>121.98</c:v>
                </c:pt>
                <c:pt idx="71258">
                  <c:v>97.97</c:v>
                </c:pt>
                <c:pt idx="71259">
                  <c:v>75.959999999999994</c:v>
                </c:pt>
                <c:pt idx="71260">
                  <c:v>49.98</c:v>
                </c:pt>
                <c:pt idx="71261">
                  <c:v>131.97999999999999</c:v>
                </c:pt>
                <c:pt idx="71262">
                  <c:v>150.97</c:v>
                </c:pt>
                <c:pt idx="71263">
                  <c:v>60.86</c:v>
                </c:pt>
                <c:pt idx="71264">
                  <c:v>131.97999999999999</c:v>
                </c:pt>
                <c:pt idx="71265">
                  <c:v>65.989999999999995</c:v>
                </c:pt>
                <c:pt idx="71266">
                  <c:v>131.97999999999999</c:v>
                </c:pt>
                <c:pt idx="71267">
                  <c:v>147.97</c:v>
                </c:pt>
                <c:pt idx="71268">
                  <c:v>86.57</c:v>
                </c:pt>
                <c:pt idx="71269">
                  <c:v>113.26</c:v>
                </c:pt>
                <c:pt idx="71270">
                  <c:v>107.27</c:v>
                </c:pt>
                <c:pt idx="71271">
                  <c:v>64.28</c:v>
                </c:pt>
                <c:pt idx="71272">
                  <c:v>51.28</c:v>
                </c:pt>
                <c:pt idx="71273">
                  <c:v>83.22</c:v>
                </c:pt>
                <c:pt idx="71274">
                  <c:v>98.56</c:v>
                </c:pt>
                <c:pt idx="71275">
                  <c:v>126.27</c:v>
                </c:pt>
                <c:pt idx="71276">
                  <c:v>43.88</c:v>
                </c:pt>
                <c:pt idx="71277">
                  <c:v>59.97</c:v>
                </c:pt>
                <c:pt idx="71278">
                  <c:v>109.96</c:v>
                </c:pt>
                <c:pt idx="71279">
                  <c:v>84.97</c:v>
                </c:pt>
                <c:pt idx="71280">
                  <c:v>85.97</c:v>
                </c:pt>
                <c:pt idx="71281">
                  <c:v>89.97</c:v>
                </c:pt>
                <c:pt idx="71282">
                  <c:v>89.97</c:v>
                </c:pt>
                <c:pt idx="71283">
                  <c:v>80.97</c:v>
                </c:pt>
                <c:pt idx="71284">
                  <c:v>84.97</c:v>
                </c:pt>
                <c:pt idx="71285">
                  <c:v>89.97</c:v>
                </c:pt>
                <c:pt idx="71286">
                  <c:v>89.97</c:v>
                </c:pt>
                <c:pt idx="71287">
                  <c:v>83.76</c:v>
                </c:pt>
                <c:pt idx="71288">
                  <c:v>89.97</c:v>
                </c:pt>
                <c:pt idx="71289">
                  <c:v>89.97</c:v>
                </c:pt>
                <c:pt idx="71290">
                  <c:v>74.97</c:v>
                </c:pt>
                <c:pt idx="71291">
                  <c:v>89.97</c:v>
                </c:pt>
                <c:pt idx="71292">
                  <c:v>191.12</c:v>
                </c:pt>
                <c:pt idx="71293">
                  <c:v>149.9</c:v>
                </c:pt>
                <c:pt idx="71294">
                  <c:v>127.42</c:v>
                </c:pt>
                <c:pt idx="71295">
                  <c:v>149.9</c:v>
                </c:pt>
                <c:pt idx="71296">
                  <c:v>164.89</c:v>
                </c:pt>
                <c:pt idx="71297">
                  <c:v>141.75</c:v>
                </c:pt>
                <c:pt idx="71298">
                  <c:v>159.93</c:v>
                </c:pt>
                <c:pt idx="71299">
                  <c:v>208.92</c:v>
                </c:pt>
                <c:pt idx="71300">
                  <c:v>136.27000000000001</c:v>
                </c:pt>
                <c:pt idx="71301">
                  <c:v>125.92</c:v>
                </c:pt>
                <c:pt idx="71302">
                  <c:v>59.96</c:v>
                </c:pt>
                <c:pt idx="71303">
                  <c:v>74.95</c:v>
                </c:pt>
                <c:pt idx="71304">
                  <c:v>33.479999999999997</c:v>
                </c:pt>
                <c:pt idx="71305">
                  <c:v>147.96</c:v>
                </c:pt>
                <c:pt idx="71306">
                  <c:v>109.98</c:v>
                </c:pt>
                <c:pt idx="71307">
                  <c:v>109.98</c:v>
                </c:pt>
                <c:pt idx="71308">
                  <c:v>147.96</c:v>
                </c:pt>
                <c:pt idx="71309">
                  <c:v>33.479999999999997</c:v>
                </c:pt>
                <c:pt idx="71310">
                  <c:v>300.39999999999998</c:v>
                </c:pt>
                <c:pt idx="71311">
                  <c:v>600.29999999999995</c:v>
                </c:pt>
                <c:pt idx="71312">
                  <c:v>510.58</c:v>
                </c:pt>
                <c:pt idx="71313">
                  <c:v>99.98</c:v>
                </c:pt>
                <c:pt idx="71314">
                  <c:v>74.97</c:v>
                </c:pt>
                <c:pt idx="71315">
                  <c:v>126.95</c:v>
                </c:pt>
                <c:pt idx="71316">
                  <c:v>115.97</c:v>
                </c:pt>
                <c:pt idx="71317">
                  <c:v>179.95</c:v>
                </c:pt>
                <c:pt idx="71318">
                  <c:v>234.93</c:v>
                </c:pt>
                <c:pt idx="71319">
                  <c:v>146.96</c:v>
                </c:pt>
                <c:pt idx="71320">
                  <c:v>54.99</c:v>
                </c:pt>
                <c:pt idx="71321">
                  <c:v>38.270000000000003</c:v>
                </c:pt>
                <c:pt idx="71322">
                  <c:v>58.98</c:v>
                </c:pt>
                <c:pt idx="71323">
                  <c:v>54.98</c:v>
                </c:pt>
                <c:pt idx="71324">
                  <c:v>20.49</c:v>
                </c:pt>
                <c:pt idx="71325">
                  <c:v>20.49</c:v>
                </c:pt>
                <c:pt idx="71326">
                  <c:v>62.08</c:v>
                </c:pt>
                <c:pt idx="71327">
                  <c:v>41.48</c:v>
                </c:pt>
                <c:pt idx="71328">
                  <c:v>49.48</c:v>
                </c:pt>
                <c:pt idx="71329">
                  <c:v>21.24</c:v>
                </c:pt>
                <c:pt idx="71330">
                  <c:v>82.97</c:v>
                </c:pt>
                <c:pt idx="71331">
                  <c:v>13.91</c:v>
                </c:pt>
                <c:pt idx="71332">
                  <c:v>41.48</c:v>
                </c:pt>
                <c:pt idx="71333">
                  <c:v>51.49</c:v>
                </c:pt>
                <c:pt idx="71334">
                  <c:v>49.99</c:v>
                </c:pt>
                <c:pt idx="71335">
                  <c:v>159.97999999999999</c:v>
                </c:pt>
                <c:pt idx="71336">
                  <c:v>99.89</c:v>
                </c:pt>
                <c:pt idx="71337">
                  <c:v>159.97999999999999</c:v>
                </c:pt>
                <c:pt idx="71338">
                  <c:v>159.97999999999999</c:v>
                </c:pt>
                <c:pt idx="71339">
                  <c:v>79.989999999999995</c:v>
                </c:pt>
                <c:pt idx="71340">
                  <c:v>79.989999999999995</c:v>
                </c:pt>
                <c:pt idx="71341">
                  <c:v>125.3</c:v>
                </c:pt>
                <c:pt idx="71342">
                  <c:v>100.98</c:v>
                </c:pt>
                <c:pt idx="71343">
                  <c:v>126.86</c:v>
                </c:pt>
                <c:pt idx="71344">
                  <c:v>65.98</c:v>
                </c:pt>
                <c:pt idx="71345">
                  <c:v>69.98</c:v>
                </c:pt>
                <c:pt idx="71346">
                  <c:v>72.97</c:v>
                </c:pt>
                <c:pt idx="71347">
                  <c:v>105.96</c:v>
                </c:pt>
                <c:pt idx="71348">
                  <c:v>86.92</c:v>
                </c:pt>
                <c:pt idx="71349">
                  <c:v>89.97</c:v>
                </c:pt>
                <c:pt idx="71350">
                  <c:v>53.14</c:v>
                </c:pt>
                <c:pt idx="71351">
                  <c:v>84.97</c:v>
                </c:pt>
                <c:pt idx="71352">
                  <c:v>59.98</c:v>
                </c:pt>
                <c:pt idx="71353">
                  <c:v>55.98</c:v>
                </c:pt>
                <c:pt idx="71354">
                  <c:v>57.98</c:v>
                </c:pt>
                <c:pt idx="71355">
                  <c:v>57.98</c:v>
                </c:pt>
                <c:pt idx="71356">
                  <c:v>57.98</c:v>
                </c:pt>
                <c:pt idx="71357">
                  <c:v>79.97</c:v>
                </c:pt>
                <c:pt idx="71358">
                  <c:v>111.34</c:v>
                </c:pt>
                <c:pt idx="71359">
                  <c:v>108.57</c:v>
                </c:pt>
                <c:pt idx="71360">
                  <c:v>97.57</c:v>
                </c:pt>
                <c:pt idx="71361">
                  <c:v>96.98</c:v>
                </c:pt>
                <c:pt idx="71362">
                  <c:v>103.62</c:v>
                </c:pt>
                <c:pt idx="71363">
                  <c:v>-11.99</c:v>
                </c:pt>
                <c:pt idx="71364">
                  <c:v>219.97</c:v>
                </c:pt>
                <c:pt idx="71365">
                  <c:v>79.98</c:v>
                </c:pt>
                <c:pt idx="71366">
                  <c:v>130.96</c:v>
                </c:pt>
                <c:pt idx="71367">
                  <c:v>181.72</c:v>
                </c:pt>
                <c:pt idx="71368">
                  <c:v>77.98</c:v>
                </c:pt>
                <c:pt idx="71369">
                  <c:v>84.99</c:v>
                </c:pt>
                <c:pt idx="71370">
                  <c:v>100.01</c:v>
                </c:pt>
                <c:pt idx="71371">
                  <c:v>77.98</c:v>
                </c:pt>
                <c:pt idx="71372">
                  <c:v>64.98</c:v>
                </c:pt>
                <c:pt idx="71373">
                  <c:v>1451.52</c:v>
                </c:pt>
                <c:pt idx="71374">
                  <c:v>97.48</c:v>
                </c:pt>
                <c:pt idx="71375">
                  <c:v>169.98</c:v>
                </c:pt>
                <c:pt idx="71376">
                  <c:v>214.96</c:v>
                </c:pt>
                <c:pt idx="71377">
                  <c:v>152.97999999999999</c:v>
                </c:pt>
                <c:pt idx="71378">
                  <c:v>169.98</c:v>
                </c:pt>
                <c:pt idx="71379">
                  <c:v>162.02000000000001</c:v>
                </c:pt>
                <c:pt idx="71380">
                  <c:v>132.72</c:v>
                </c:pt>
                <c:pt idx="71381">
                  <c:v>170.9</c:v>
                </c:pt>
                <c:pt idx="71382">
                  <c:v>84.99</c:v>
                </c:pt>
                <c:pt idx="71383">
                  <c:v>99.98</c:v>
                </c:pt>
                <c:pt idx="71384">
                  <c:v>140.94999999999999</c:v>
                </c:pt>
                <c:pt idx="71385">
                  <c:v>115.41</c:v>
                </c:pt>
                <c:pt idx="71386">
                  <c:v>84.98</c:v>
                </c:pt>
                <c:pt idx="71387">
                  <c:v>170.9</c:v>
                </c:pt>
                <c:pt idx="71388">
                  <c:v>163.34</c:v>
                </c:pt>
                <c:pt idx="71389">
                  <c:v>107.95</c:v>
                </c:pt>
                <c:pt idx="71390">
                  <c:v>59.98</c:v>
                </c:pt>
                <c:pt idx="71391">
                  <c:v>59.98</c:v>
                </c:pt>
                <c:pt idx="71392">
                  <c:v>84.97</c:v>
                </c:pt>
                <c:pt idx="71393">
                  <c:v>60.98</c:v>
                </c:pt>
                <c:pt idx="71394">
                  <c:v>59.98</c:v>
                </c:pt>
                <c:pt idx="71395">
                  <c:v>54.98</c:v>
                </c:pt>
                <c:pt idx="71396">
                  <c:v>64.98</c:v>
                </c:pt>
                <c:pt idx="71397">
                  <c:v>59.98</c:v>
                </c:pt>
                <c:pt idx="71398">
                  <c:v>59.98</c:v>
                </c:pt>
                <c:pt idx="71399">
                  <c:v>121.46</c:v>
                </c:pt>
                <c:pt idx="71400">
                  <c:v>72.55</c:v>
                </c:pt>
                <c:pt idx="71401">
                  <c:v>66.53</c:v>
                </c:pt>
                <c:pt idx="71402">
                  <c:v>66.53</c:v>
                </c:pt>
                <c:pt idx="71403">
                  <c:v>84.66</c:v>
                </c:pt>
                <c:pt idx="71404">
                  <c:v>128.13</c:v>
                </c:pt>
                <c:pt idx="71405">
                  <c:v>72.56</c:v>
                </c:pt>
                <c:pt idx="71406">
                  <c:v>19.34</c:v>
                </c:pt>
                <c:pt idx="71407">
                  <c:v>84.66</c:v>
                </c:pt>
                <c:pt idx="71408">
                  <c:v>78.819999999999993</c:v>
                </c:pt>
                <c:pt idx="71409">
                  <c:v>129.96</c:v>
                </c:pt>
                <c:pt idx="71410">
                  <c:v>79.97</c:v>
                </c:pt>
                <c:pt idx="71411">
                  <c:v>99.98</c:v>
                </c:pt>
                <c:pt idx="71412">
                  <c:v>87.72</c:v>
                </c:pt>
                <c:pt idx="71413">
                  <c:v>73.989999999999995</c:v>
                </c:pt>
                <c:pt idx="71414">
                  <c:v>114.97</c:v>
                </c:pt>
                <c:pt idx="71415">
                  <c:v>129.96</c:v>
                </c:pt>
                <c:pt idx="71416">
                  <c:v>80.98</c:v>
                </c:pt>
                <c:pt idx="71417">
                  <c:v>69.97</c:v>
                </c:pt>
                <c:pt idx="71418">
                  <c:v>97.92</c:v>
                </c:pt>
                <c:pt idx="71419">
                  <c:v>53.88</c:v>
                </c:pt>
                <c:pt idx="71420">
                  <c:v>96.76</c:v>
                </c:pt>
                <c:pt idx="71421">
                  <c:v>66.53</c:v>
                </c:pt>
                <c:pt idx="71422">
                  <c:v>71.61</c:v>
                </c:pt>
                <c:pt idx="71423">
                  <c:v>96.78</c:v>
                </c:pt>
                <c:pt idx="71424">
                  <c:v>133.08000000000001</c:v>
                </c:pt>
                <c:pt idx="71425">
                  <c:v>114.91</c:v>
                </c:pt>
                <c:pt idx="71426">
                  <c:v>75.55</c:v>
                </c:pt>
                <c:pt idx="71427">
                  <c:v>116.12</c:v>
                </c:pt>
                <c:pt idx="71428">
                  <c:v>114.91</c:v>
                </c:pt>
                <c:pt idx="71429">
                  <c:v>100.15</c:v>
                </c:pt>
                <c:pt idx="71430">
                  <c:v>95.14</c:v>
                </c:pt>
                <c:pt idx="71431">
                  <c:v>157.57</c:v>
                </c:pt>
                <c:pt idx="71432">
                  <c:v>64.260000000000005</c:v>
                </c:pt>
                <c:pt idx="71433">
                  <c:v>139.97999999999999</c:v>
                </c:pt>
                <c:pt idx="71434">
                  <c:v>119.92</c:v>
                </c:pt>
                <c:pt idx="71435">
                  <c:v>159.93</c:v>
                </c:pt>
                <c:pt idx="71436">
                  <c:v>89.94</c:v>
                </c:pt>
                <c:pt idx="71437">
                  <c:v>131.97999999999999</c:v>
                </c:pt>
                <c:pt idx="71438">
                  <c:v>197.97</c:v>
                </c:pt>
                <c:pt idx="71439">
                  <c:v>173.97</c:v>
                </c:pt>
                <c:pt idx="71440">
                  <c:v>82.79</c:v>
                </c:pt>
                <c:pt idx="71441">
                  <c:v>166.06</c:v>
                </c:pt>
                <c:pt idx="71442">
                  <c:v>117.48</c:v>
                </c:pt>
                <c:pt idx="71443">
                  <c:v>60.96</c:v>
                </c:pt>
                <c:pt idx="71444">
                  <c:v>114.45</c:v>
                </c:pt>
                <c:pt idx="71445">
                  <c:v>76.95</c:v>
                </c:pt>
                <c:pt idx="71446">
                  <c:v>133.63999999999999</c:v>
                </c:pt>
                <c:pt idx="71447">
                  <c:v>127.92</c:v>
                </c:pt>
                <c:pt idx="71448">
                  <c:v>145.63</c:v>
                </c:pt>
                <c:pt idx="71449">
                  <c:v>75.959999999999994</c:v>
                </c:pt>
                <c:pt idx="71450">
                  <c:v>71.27</c:v>
                </c:pt>
                <c:pt idx="71451">
                  <c:v>127.98</c:v>
                </c:pt>
                <c:pt idx="71452">
                  <c:v>104.94</c:v>
                </c:pt>
                <c:pt idx="71453">
                  <c:v>86.21</c:v>
                </c:pt>
                <c:pt idx="71454">
                  <c:v>218.95</c:v>
                </c:pt>
                <c:pt idx="71455">
                  <c:v>74.98</c:v>
                </c:pt>
                <c:pt idx="71456">
                  <c:v>181.97</c:v>
                </c:pt>
                <c:pt idx="71457">
                  <c:v>133.96</c:v>
                </c:pt>
                <c:pt idx="71458">
                  <c:v>163.96</c:v>
                </c:pt>
                <c:pt idx="71459">
                  <c:v>89.97</c:v>
                </c:pt>
                <c:pt idx="71460">
                  <c:v>133.96</c:v>
                </c:pt>
                <c:pt idx="71461">
                  <c:v>84.99</c:v>
                </c:pt>
                <c:pt idx="71462">
                  <c:v>84.99</c:v>
                </c:pt>
                <c:pt idx="71463">
                  <c:v>84.99</c:v>
                </c:pt>
                <c:pt idx="71464">
                  <c:v>63.96</c:v>
                </c:pt>
                <c:pt idx="71465">
                  <c:v>77.75</c:v>
                </c:pt>
                <c:pt idx="71466">
                  <c:v>63.96</c:v>
                </c:pt>
                <c:pt idx="71467">
                  <c:v>84.99</c:v>
                </c:pt>
                <c:pt idx="71468">
                  <c:v>61.97</c:v>
                </c:pt>
                <c:pt idx="71469">
                  <c:v>77.75</c:v>
                </c:pt>
                <c:pt idx="71470">
                  <c:v>116.97</c:v>
                </c:pt>
                <c:pt idx="71471">
                  <c:v>116.97</c:v>
                </c:pt>
                <c:pt idx="71472">
                  <c:v>61.97</c:v>
                </c:pt>
                <c:pt idx="71473">
                  <c:v>84.99</c:v>
                </c:pt>
                <c:pt idx="71474">
                  <c:v>65.42</c:v>
                </c:pt>
                <c:pt idx="71475">
                  <c:v>148.94999999999999</c:v>
                </c:pt>
                <c:pt idx="71476">
                  <c:v>116.97</c:v>
                </c:pt>
                <c:pt idx="71477">
                  <c:v>69.989999999999995</c:v>
                </c:pt>
                <c:pt idx="71478">
                  <c:v>63.96</c:v>
                </c:pt>
                <c:pt idx="71479">
                  <c:v>84.99</c:v>
                </c:pt>
                <c:pt idx="71480">
                  <c:v>148.94999999999999</c:v>
                </c:pt>
                <c:pt idx="71481">
                  <c:v>84.99</c:v>
                </c:pt>
                <c:pt idx="71482">
                  <c:v>65.42</c:v>
                </c:pt>
                <c:pt idx="71483">
                  <c:v>116.97</c:v>
                </c:pt>
                <c:pt idx="71484">
                  <c:v>69.989999999999995</c:v>
                </c:pt>
                <c:pt idx="71485">
                  <c:v>84.99</c:v>
                </c:pt>
                <c:pt idx="71486">
                  <c:v>84.99</c:v>
                </c:pt>
                <c:pt idx="71487">
                  <c:v>84.99</c:v>
                </c:pt>
                <c:pt idx="71488">
                  <c:v>63.96</c:v>
                </c:pt>
                <c:pt idx="71489">
                  <c:v>121.98</c:v>
                </c:pt>
                <c:pt idx="71490">
                  <c:v>152.97999999999999</c:v>
                </c:pt>
                <c:pt idx="71491">
                  <c:v>188.48</c:v>
                </c:pt>
                <c:pt idx="71492">
                  <c:v>118.97</c:v>
                </c:pt>
                <c:pt idx="71493">
                  <c:v>142.97999999999999</c:v>
                </c:pt>
                <c:pt idx="71494">
                  <c:v>112.18</c:v>
                </c:pt>
                <c:pt idx="71495">
                  <c:v>118.78</c:v>
                </c:pt>
                <c:pt idx="71496">
                  <c:v>193.77</c:v>
                </c:pt>
                <c:pt idx="71497">
                  <c:v>129.94</c:v>
                </c:pt>
                <c:pt idx="71498">
                  <c:v>205.54</c:v>
                </c:pt>
                <c:pt idx="71499">
                  <c:v>129.94</c:v>
                </c:pt>
                <c:pt idx="71500">
                  <c:v>59.95</c:v>
                </c:pt>
                <c:pt idx="71501">
                  <c:v>59.95</c:v>
                </c:pt>
                <c:pt idx="71502">
                  <c:v>205.54</c:v>
                </c:pt>
                <c:pt idx="71503">
                  <c:v>58.82</c:v>
                </c:pt>
                <c:pt idx="71504">
                  <c:v>61.98</c:v>
                </c:pt>
                <c:pt idx="71505">
                  <c:v>104.97</c:v>
                </c:pt>
                <c:pt idx="71506">
                  <c:v>64.08</c:v>
                </c:pt>
                <c:pt idx="71507">
                  <c:v>65.98</c:v>
                </c:pt>
                <c:pt idx="71508">
                  <c:v>51.48</c:v>
                </c:pt>
                <c:pt idx="71509">
                  <c:v>94.97</c:v>
                </c:pt>
                <c:pt idx="71510">
                  <c:v>85.97</c:v>
                </c:pt>
                <c:pt idx="71511">
                  <c:v>56.95</c:v>
                </c:pt>
                <c:pt idx="71512">
                  <c:v>65.98</c:v>
                </c:pt>
                <c:pt idx="71513">
                  <c:v>201.96</c:v>
                </c:pt>
                <c:pt idx="71514">
                  <c:v>101.98</c:v>
                </c:pt>
                <c:pt idx="71515">
                  <c:v>21.49</c:v>
                </c:pt>
                <c:pt idx="71516">
                  <c:v>189.97</c:v>
                </c:pt>
                <c:pt idx="71517">
                  <c:v>71.97</c:v>
                </c:pt>
                <c:pt idx="71518">
                  <c:v>185.97</c:v>
                </c:pt>
                <c:pt idx="71519">
                  <c:v>212.95</c:v>
                </c:pt>
                <c:pt idx="71520">
                  <c:v>69.97</c:v>
                </c:pt>
                <c:pt idx="71521">
                  <c:v>89.48</c:v>
                </c:pt>
                <c:pt idx="71522">
                  <c:v>84.64</c:v>
                </c:pt>
                <c:pt idx="71523">
                  <c:v>96.76</c:v>
                </c:pt>
                <c:pt idx="71524">
                  <c:v>76.19</c:v>
                </c:pt>
                <c:pt idx="71525">
                  <c:v>98.97</c:v>
                </c:pt>
                <c:pt idx="71526">
                  <c:v>70.98</c:v>
                </c:pt>
                <c:pt idx="71527">
                  <c:v>65.989999999999995</c:v>
                </c:pt>
                <c:pt idx="71528">
                  <c:v>121.94</c:v>
                </c:pt>
                <c:pt idx="71529">
                  <c:v>131.97999999999999</c:v>
                </c:pt>
                <c:pt idx="71530">
                  <c:v>125.38</c:v>
                </c:pt>
                <c:pt idx="71531">
                  <c:v>101.98</c:v>
                </c:pt>
                <c:pt idx="71532">
                  <c:v>118.78</c:v>
                </c:pt>
                <c:pt idx="71533">
                  <c:v>111.98</c:v>
                </c:pt>
                <c:pt idx="71534">
                  <c:v>92.38</c:v>
                </c:pt>
                <c:pt idx="71535">
                  <c:v>145.13</c:v>
                </c:pt>
                <c:pt idx="71536">
                  <c:v>139.96</c:v>
                </c:pt>
                <c:pt idx="71537">
                  <c:v>74.989999999999995</c:v>
                </c:pt>
                <c:pt idx="71538">
                  <c:v>65.989999999999995</c:v>
                </c:pt>
                <c:pt idx="71539">
                  <c:v>-139.96</c:v>
                </c:pt>
                <c:pt idx="71540">
                  <c:v>119.17</c:v>
                </c:pt>
                <c:pt idx="71541">
                  <c:v>175.54</c:v>
                </c:pt>
                <c:pt idx="71542">
                  <c:v>121.97</c:v>
                </c:pt>
                <c:pt idx="71543">
                  <c:v>146.49</c:v>
                </c:pt>
                <c:pt idx="71544">
                  <c:v>140.63999999999999</c:v>
                </c:pt>
                <c:pt idx="71545">
                  <c:v>197.96</c:v>
                </c:pt>
                <c:pt idx="71546">
                  <c:v>120.65</c:v>
                </c:pt>
                <c:pt idx="71547">
                  <c:v>63.96</c:v>
                </c:pt>
                <c:pt idx="71548">
                  <c:v>50.22</c:v>
                </c:pt>
                <c:pt idx="71549">
                  <c:v>63.96</c:v>
                </c:pt>
                <c:pt idx="71550">
                  <c:v>63.96</c:v>
                </c:pt>
                <c:pt idx="71551">
                  <c:v>49.47</c:v>
                </c:pt>
                <c:pt idx="71552">
                  <c:v>33.479999999999997</c:v>
                </c:pt>
                <c:pt idx="71553">
                  <c:v>47.49</c:v>
                </c:pt>
                <c:pt idx="71554">
                  <c:v>17.489999999999998</c:v>
                </c:pt>
                <c:pt idx="71555">
                  <c:v>63.96</c:v>
                </c:pt>
                <c:pt idx="71556">
                  <c:v>33.479999999999997</c:v>
                </c:pt>
                <c:pt idx="71557">
                  <c:v>33.479999999999997</c:v>
                </c:pt>
                <c:pt idx="71558">
                  <c:v>33.479999999999997</c:v>
                </c:pt>
                <c:pt idx="71559">
                  <c:v>63.96</c:v>
                </c:pt>
                <c:pt idx="71560">
                  <c:v>49.47</c:v>
                </c:pt>
                <c:pt idx="71561">
                  <c:v>49.47</c:v>
                </c:pt>
                <c:pt idx="71562">
                  <c:v>17.489999999999998</c:v>
                </c:pt>
                <c:pt idx="71563">
                  <c:v>50.22</c:v>
                </c:pt>
                <c:pt idx="71564">
                  <c:v>33.479999999999997</c:v>
                </c:pt>
                <c:pt idx="71565">
                  <c:v>21.49</c:v>
                </c:pt>
                <c:pt idx="71566">
                  <c:v>49.47</c:v>
                </c:pt>
                <c:pt idx="71567">
                  <c:v>84.99</c:v>
                </c:pt>
                <c:pt idx="71568">
                  <c:v>33.479999999999997</c:v>
                </c:pt>
                <c:pt idx="71569">
                  <c:v>33.49</c:v>
                </c:pt>
                <c:pt idx="71570">
                  <c:v>60.99</c:v>
                </c:pt>
                <c:pt idx="71571">
                  <c:v>53.54</c:v>
                </c:pt>
                <c:pt idx="71572">
                  <c:v>81.98</c:v>
                </c:pt>
                <c:pt idx="71573">
                  <c:v>65.989999999999995</c:v>
                </c:pt>
                <c:pt idx="71574">
                  <c:v>57.98</c:v>
                </c:pt>
                <c:pt idx="71575">
                  <c:v>59.97</c:v>
                </c:pt>
                <c:pt idx="71576">
                  <c:v>65.989999999999995</c:v>
                </c:pt>
                <c:pt idx="71577">
                  <c:v>65.989999999999995</c:v>
                </c:pt>
                <c:pt idx="71578">
                  <c:v>65.989999999999995</c:v>
                </c:pt>
                <c:pt idx="71579">
                  <c:v>86.98</c:v>
                </c:pt>
                <c:pt idx="71580">
                  <c:v>65.989999999999995</c:v>
                </c:pt>
                <c:pt idx="71581">
                  <c:v>134.97999999999999</c:v>
                </c:pt>
                <c:pt idx="71582">
                  <c:v>107.97</c:v>
                </c:pt>
                <c:pt idx="71583">
                  <c:v>62.97</c:v>
                </c:pt>
                <c:pt idx="71584">
                  <c:v>190.97</c:v>
                </c:pt>
                <c:pt idx="71585">
                  <c:v>117.98</c:v>
                </c:pt>
                <c:pt idx="71586">
                  <c:v>117.04</c:v>
                </c:pt>
                <c:pt idx="71587">
                  <c:v>83.98</c:v>
                </c:pt>
                <c:pt idx="71588">
                  <c:v>169.98</c:v>
                </c:pt>
                <c:pt idx="71589">
                  <c:v>83.97</c:v>
                </c:pt>
                <c:pt idx="71590">
                  <c:v>83.97</c:v>
                </c:pt>
                <c:pt idx="71591">
                  <c:v>83.97</c:v>
                </c:pt>
                <c:pt idx="71592">
                  <c:v>83.97</c:v>
                </c:pt>
                <c:pt idx="71593">
                  <c:v>98.97</c:v>
                </c:pt>
                <c:pt idx="71594">
                  <c:v>74.97</c:v>
                </c:pt>
                <c:pt idx="71595">
                  <c:v>89.07</c:v>
                </c:pt>
                <c:pt idx="71596">
                  <c:v>87.42</c:v>
                </c:pt>
                <c:pt idx="71597">
                  <c:v>104.98</c:v>
                </c:pt>
                <c:pt idx="71598">
                  <c:v>89.97</c:v>
                </c:pt>
                <c:pt idx="71599">
                  <c:v>68.989999999999995</c:v>
                </c:pt>
                <c:pt idx="71600">
                  <c:v>89.97</c:v>
                </c:pt>
                <c:pt idx="71601">
                  <c:v>93.92</c:v>
                </c:pt>
                <c:pt idx="71602">
                  <c:v>74.98</c:v>
                </c:pt>
                <c:pt idx="71603">
                  <c:v>76.989999999999995</c:v>
                </c:pt>
                <c:pt idx="71604">
                  <c:v>89.97</c:v>
                </c:pt>
                <c:pt idx="71605">
                  <c:v>74.97</c:v>
                </c:pt>
                <c:pt idx="71606">
                  <c:v>73.47</c:v>
                </c:pt>
                <c:pt idx="71607">
                  <c:v>59.98</c:v>
                </c:pt>
                <c:pt idx="71608">
                  <c:v>59.98</c:v>
                </c:pt>
                <c:pt idx="71609">
                  <c:v>66.98</c:v>
                </c:pt>
                <c:pt idx="71610">
                  <c:v>59.98</c:v>
                </c:pt>
                <c:pt idx="71611">
                  <c:v>99.97</c:v>
                </c:pt>
                <c:pt idx="71612">
                  <c:v>59.98</c:v>
                </c:pt>
                <c:pt idx="71613">
                  <c:v>54.98</c:v>
                </c:pt>
                <c:pt idx="71614">
                  <c:v>119.96</c:v>
                </c:pt>
                <c:pt idx="71615">
                  <c:v>89.97</c:v>
                </c:pt>
                <c:pt idx="71616">
                  <c:v>164.98</c:v>
                </c:pt>
                <c:pt idx="71617">
                  <c:v>46.49</c:v>
                </c:pt>
                <c:pt idx="71618">
                  <c:v>95.98</c:v>
                </c:pt>
                <c:pt idx="71619">
                  <c:v>95.98</c:v>
                </c:pt>
                <c:pt idx="71620">
                  <c:v>159.97999999999999</c:v>
                </c:pt>
                <c:pt idx="71621">
                  <c:v>95.98</c:v>
                </c:pt>
                <c:pt idx="71622">
                  <c:v>143.97999999999999</c:v>
                </c:pt>
                <c:pt idx="71623">
                  <c:v>59.98</c:v>
                </c:pt>
                <c:pt idx="71624">
                  <c:v>84.99</c:v>
                </c:pt>
                <c:pt idx="71625">
                  <c:v>115.98</c:v>
                </c:pt>
                <c:pt idx="71626">
                  <c:v>113.98</c:v>
                </c:pt>
                <c:pt idx="71627">
                  <c:v>109.98</c:v>
                </c:pt>
                <c:pt idx="71628">
                  <c:v>74.97</c:v>
                </c:pt>
                <c:pt idx="71629">
                  <c:v>95.17</c:v>
                </c:pt>
                <c:pt idx="71630">
                  <c:v>118.3</c:v>
                </c:pt>
                <c:pt idx="71631">
                  <c:v>135.04</c:v>
                </c:pt>
                <c:pt idx="71632">
                  <c:v>84.99</c:v>
                </c:pt>
                <c:pt idx="71633">
                  <c:v>68.989999999999995</c:v>
                </c:pt>
                <c:pt idx="71634">
                  <c:v>-31.49</c:v>
                </c:pt>
                <c:pt idx="71635">
                  <c:v>94.72</c:v>
                </c:pt>
                <c:pt idx="71636">
                  <c:v>84.99</c:v>
                </c:pt>
                <c:pt idx="71637">
                  <c:v>192.35</c:v>
                </c:pt>
                <c:pt idx="71638">
                  <c:v>72.59</c:v>
                </c:pt>
                <c:pt idx="71639">
                  <c:v>155.13</c:v>
                </c:pt>
                <c:pt idx="71640">
                  <c:v>74.95</c:v>
                </c:pt>
                <c:pt idx="71641">
                  <c:v>89.94</c:v>
                </c:pt>
                <c:pt idx="71642">
                  <c:v>119.92</c:v>
                </c:pt>
                <c:pt idx="71643">
                  <c:v>83.56</c:v>
                </c:pt>
                <c:pt idx="71644">
                  <c:v>67.95</c:v>
                </c:pt>
                <c:pt idx="71645">
                  <c:v>50.96</c:v>
                </c:pt>
                <c:pt idx="71646">
                  <c:v>58.34</c:v>
                </c:pt>
                <c:pt idx="71647">
                  <c:v>74.94</c:v>
                </c:pt>
                <c:pt idx="71648">
                  <c:v>52.96</c:v>
                </c:pt>
                <c:pt idx="71649">
                  <c:v>59.95</c:v>
                </c:pt>
                <c:pt idx="71650">
                  <c:v>85.93</c:v>
                </c:pt>
                <c:pt idx="71651">
                  <c:v>54.98</c:v>
                </c:pt>
                <c:pt idx="71652">
                  <c:v>57.96</c:v>
                </c:pt>
                <c:pt idx="71653">
                  <c:v>24.18</c:v>
                </c:pt>
                <c:pt idx="71654">
                  <c:v>213.99</c:v>
                </c:pt>
                <c:pt idx="71655">
                  <c:v>108.88</c:v>
                </c:pt>
                <c:pt idx="71656">
                  <c:v>206.93</c:v>
                </c:pt>
                <c:pt idx="71657">
                  <c:v>206.73</c:v>
                </c:pt>
                <c:pt idx="71658">
                  <c:v>96.78</c:v>
                </c:pt>
                <c:pt idx="71659">
                  <c:v>159.69999999999999</c:v>
                </c:pt>
                <c:pt idx="71660">
                  <c:v>91.91</c:v>
                </c:pt>
                <c:pt idx="71661">
                  <c:v>166.9</c:v>
                </c:pt>
                <c:pt idx="71662">
                  <c:v>290.33</c:v>
                </c:pt>
                <c:pt idx="71663">
                  <c:v>208.08</c:v>
                </c:pt>
                <c:pt idx="71664">
                  <c:v>69.98</c:v>
                </c:pt>
                <c:pt idx="71665">
                  <c:v>110.97</c:v>
                </c:pt>
                <c:pt idx="71666">
                  <c:v>184.95</c:v>
                </c:pt>
                <c:pt idx="71667">
                  <c:v>221.94</c:v>
                </c:pt>
                <c:pt idx="71668">
                  <c:v>184.95</c:v>
                </c:pt>
                <c:pt idx="71669">
                  <c:v>73.98</c:v>
                </c:pt>
                <c:pt idx="71670">
                  <c:v>73.98</c:v>
                </c:pt>
                <c:pt idx="71671">
                  <c:v>73.98</c:v>
                </c:pt>
                <c:pt idx="71672">
                  <c:v>59.98</c:v>
                </c:pt>
                <c:pt idx="71673">
                  <c:v>73.98</c:v>
                </c:pt>
                <c:pt idx="71674">
                  <c:v>170.95</c:v>
                </c:pt>
                <c:pt idx="71675">
                  <c:v>155.94999999999999</c:v>
                </c:pt>
                <c:pt idx="71676">
                  <c:v>156.96</c:v>
                </c:pt>
                <c:pt idx="71677">
                  <c:v>131.97999999999999</c:v>
                </c:pt>
                <c:pt idx="71678">
                  <c:v>156.97</c:v>
                </c:pt>
                <c:pt idx="71679">
                  <c:v>176.96</c:v>
                </c:pt>
                <c:pt idx="71680">
                  <c:v>62.97</c:v>
                </c:pt>
                <c:pt idx="71681">
                  <c:v>65.97</c:v>
                </c:pt>
                <c:pt idx="71682">
                  <c:v>101.96</c:v>
                </c:pt>
                <c:pt idx="71683">
                  <c:v>50.98</c:v>
                </c:pt>
                <c:pt idx="71684">
                  <c:v>78.97</c:v>
                </c:pt>
                <c:pt idx="71685">
                  <c:v>150.68</c:v>
                </c:pt>
                <c:pt idx="71686">
                  <c:v>101.96</c:v>
                </c:pt>
                <c:pt idx="71687">
                  <c:v>111.96</c:v>
                </c:pt>
                <c:pt idx="71688">
                  <c:v>55.98</c:v>
                </c:pt>
                <c:pt idx="71689">
                  <c:v>79.97</c:v>
                </c:pt>
                <c:pt idx="71690">
                  <c:v>106.96</c:v>
                </c:pt>
                <c:pt idx="71691">
                  <c:v>169.98</c:v>
                </c:pt>
                <c:pt idx="71692">
                  <c:v>84.99</c:v>
                </c:pt>
                <c:pt idx="71693">
                  <c:v>49.99</c:v>
                </c:pt>
                <c:pt idx="71694">
                  <c:v>163.72</c:v>
                </c:pt>
                <c:pt idx="71695">
                  <c:v>169.98</c:v>
                </c:pt>
                <c:pt idx="71696">
                  <c:v>134.97999999999999</c:v>
                </c:pt>
                <c:pt idx="71697">
                  <c:v>146.78</c:v>
                </c:pt>
                <c:pt idx="71698">
                  <c:v>72.239999999999995</c:v>
                </c:pt>
                <c:pt idx="71699">
                  <c:v>131.97999999999999</c:v>
                </c:pt>
                <c:pt idx="71700">
                  <c:v>116.97</c:v>
                </c:pt>
                <c:pt idx="71701">
                  <c:v>127.98</c:v>
                </c:pt>
                <c:pt idx="71702">
                  <c:v>131.97999999999999</c:v>
                </c:pt>
                <c:pt idx="71703">
                  <c:v>131.97999999999999</c:v>
                </c:pt>
                <c:pt idx="71704">
                  <c:v>69.989999999999995</c:v>
                </c:pt>
                <c:pt idx="71705">
                  <c:v>169.98</c:v>
                </c:pt>
                <c:pt idx="71706">
                  <c:v>188.97</c:v>
                </c:pt>
                <c:pt idx="71707">
                  <c:v>141.96</c:v>
                </c:pt>
                <c:pt idx="71708">
                  <c:v>95.17</c:v>
                </c:pt>
                <c:pt idx="71709">
                  <c:v>141.96</c:v>
                </c:pt>
                <c:pt idx="71710">
                  <c:v>111.96</c:v>
                </c:pt>
                <c:pt idx="71711">
                  <c:v>95.96</c:v>
                </c:pt>
                <c:pt idx="71712">
                  <c:v>111.96</c:v>
                </c:pt>
                <c:pt idx="71713">
                  <c:v>101.96</c:v>
                </c:pt>
                <c:pt idx="71714">
                  <c:v>123.96</c:v>
                </c:pt>
                <c:pt idx="71715">
                  <c:v>111.96</c:v>
                </c:pt>
                <c:pt idx="71716">
                  <c:v>101.96</c:v>
                </c:pt>
                <c:pt idx="71717">
                  <c:v>111.96</c:v>
                </c:pt>
                <c:pt idx="71718">
                  <c:v>55.98</c:v>
                </c:pt>
                <c:pt idx="71719">
                  <c:v>111.96</c:v>
                </c:pt>
                <c:pt idx="71720">
                  <c:v>111.96</c:v>
                </c:pt>
                <c:pt idx="71721">
                  <c:v>111.96</c:v>
                </c:pt>
                <c:pt idx="71722">
                  <c:v>83.97</c:v>
                </c:pt>
                <c:pt idx="71723">
                  <c:v>111.96</c:v>
                </c:pt>
                <c:pt idx="71724">
                  <c:v>95.96</c:v>
                </c:pt>
                <c:pt idx="71725">
                  <c:v>83.97</c:v>
                </c:pt>
                <c:pt idx="71726">
                  <c:v>111.96</c:v>
                </c:pt>
                <c:pt idx="71727">
                  <c:v>123.96</c:v>
                </c:pt>
                <c:pt idx="71728">
                  <c:v>123.96</c:v>
                </c:pt>
                <c:pt idx="71729">
                  <c:v>123.96</c:v>
                </c:pt>
                <c:pt idx="71730">
                  <c:v>95.96</c:v>
                </c:pt>
                <c:pt idx="71731">
                  <c:v>55.98</c:v>
                </c:pt>
                <c:pt idx="71732">
                  <c:v>95.17</c:v>
                </c:pt>
                <c:pt idx="71733">
                  <c:v>111.96</c:v>
                </c:pt>
                <c:pt idx="71734">
                  <c:v>95.96</c:v>
                </c:pt>
                <c:pt idx="71735">
                  <c:v>84.99</c:v>
                </c:pt>
                <c:pt idx="71736">
                  <c:v>137.97999999999999</c:v>
                </c:pt>
                <c:pt idx="71737">
                  <c:v>169.98</c:v>
                </c:pt>
                <c:pt idx="71738">
                  <c:v>84.99</c:v>
                </c:pt>
                <c:pt idx="71739">
                  <c:v>84.99</c:v>
                </c:pt>
                <c:pt idx="71740">
                  <c:v>84.99</c:v>
                </c:pt>
                <c:pt idx="71741">
                  <c:v>169.98</c:v>
                </c:pt>
                <c:pt idx="71742">
                  <c:v>84.99</c:v>
                </c:pt>
                <c:pt idx="71743">
                  <c:v>84.99</c:v>
                </c:pt>
                <c:pt idx="71744">
                  <c:v>169.98</c:v>
                </c:pt>
                <c:pt idx="71745">
                  <c:v>51.49</c:v>
                </c:pt>
                <c:pt idx="71746">
                  <c:v>214.97</c:v>
                </c:pt>
                <c:pt idx="71747">
                  <c:v>109.97</c:v>
                </c:pt>
                <c:pt idx="71748">
                  <c:v>169.98</c:v>
                </c:pt>
                <c:pt idx="71749">
                  <c:v>77.239999999999995</c:v>
                </c:pt>
                <c:pt idx="71750">
                  <c:v>99.98</c:v>
                </c:pt>
                <c:pt idx="71751">
                  <c:v>129.97</c:v>
                </c:pt>
                <c:pt idx="71752">
                  <c:v>184.97</c:v>
                </c:pt>
                <c:pt idx="71753">
                  <c:v>184.97</c:v>
                </c:pt>
                <c:pt idx="71754">
                  <c:v>117.97</c:v>
                </c:pt>
                <c:pt idx="71755">
                  <c:v>84.99</c:v>
                </c:pt>
                <c:pt idx="71756">
                  <c:v>104.97</c:v>
                </c:pt>
                <c:pt idx="71757">
                  <c:v>84.99</c:v>
                </c:pt>
                <c:pt idx="71758">
                  <c:v>92.66</c:v>
                </c:pt>
                <c:pt idx="71759">
                  <c:v>84.99</c:v>
                </c:pt>
                <c:pt idx="71760">
                  <c:v>134.97999999999999</c:v>
                </c:pt>
                <c:pt idx="71761">
                  <c:v>59.98</c:v>
                </c:pt>
                <c:pt idx="71762">
                  <c:v>56.09</c:v>
                </c:pt>
                <c:pt idx="71763">
                  <c:v>106.48</c:v>
                </c:pt>
                <c:pt idx="71764">
                  <c:v>84.99</c:v>
                </c:pt>
                <c:pt idx="71765">
                  <c:v>85.98</c:v>
                </c:pt>
                <c:pt idx="71766">
                  <c:v>197.97</c:v>
                </c:pt>
                <c:pt idx="71767">
                  <c:v>59.98</c:v>
                </c:pt>
                <c:pt idx="71768">
                  <c:v>65.989999999999995</c:v>
                </c:pt>
                <c:pt idx="71769">
                  <c:v>197.97</c:v>
                </c:pt>
                <c:pt idx="71770">
                  <c:v>65.989999999999995</c:v>
                </c:pt>
                <c:pt idx="71771">
                  <c:v>65.989999999999995</c:v>
                </c:pt>
                <c:pt idx="71772">
                  <c:v>178.17</c:v>
                </c:pt>
                <c:pt idx="71773">
                  <c:v>59.98</c:v>
                </c:pt>
                <c:pt idx="71774">
                  <c:v>65.989999999999995</c:v>
                </c:pt>
                <c:pt idx="71775">
                  <c:v>197.97</c:v>
                </c:pt>
                <c:pt idx="71776">
                  <c:v>65.989999999999995</c:v>
                </c:pt>
                <c:pt idx="71777">
                  <c:v>131.97999999999999</c:v>
                </c:pt>
                <c:pt idx="71778">
                  <c:v>197.97</c:v>
                </c:pt>
                <c:pt idx="71779">
                  <c:v>131.97999999999999</c:v>
                </c:pt>
                <c:pt idx="71780">
                  <c:v>65.989999999999995</c:v>
                </c:pt>
                <c:pt idx="71781">
                  <c:v>131.97999999999999</c:v>
                </c:pt>
                <c:pt idx="71782">
                  <c:v>178.17</c:v>
                </c:pt>
                <c:pt idx="71783">
                  <c:v>59.98</c:v>
                </c:pt>
                <c:pt idx="71784">
                  <c:v>131.97999999999999</c:v>
                </c:pt>
                <c:pt idx="71785">
                  <c:v>178.17</c:v>
                </c:pt>
                <c:pt idx="71786">
                  <c:v>131.97999999999999</c:v>
                </c:pt>
                <c:pt idx="71787">
                  <c:v>131.97999999999999</c:v>
                </c:pt>
                <c:pt idx="71788">
                  <c:v>118.78</c:v>
                </c:pt>
                <c:pt idx="71789">
                  <c:v>121.98</c:v>
                </c:pt>
                <c:pt idx="71790">
                  <c:v>197.97</c:v>
                </c:pt>
                <c:pt idx="71791">
                  <c:v>121.98</c:v>
                </c:pt>
                <c:pt idx="71792">
                  <c:v>131.97999999999999</c:v>
                </c:pt>
                <c:pt idx="71793">
                  <c:v>131.97999999999999</c:v>
                </c:pt>
                <c:pt idx="71794">
                  <c:v>197.97</c:v>
                </c:pt>
                <c:pt idx="71795">
                  <c:v>118.78</c:v>
                </c:pt>
                <c:pt idx="71796">
                  <c:v>131.97999999999999</c:v>
                </c:pt>
                <c:pt idx="71797">
                  <c:v>197.97</c:v>
                </c:pt>
                <c:pt idx="71798">
                  <c:v>118.78</c:v>
                </c:pt>
                <c:pt idx="71799">
                  <c:v>121.98</c:v>
                </c:pt>
                <c:pt idx="71800">
                  <c:v>197.97</c:v>
                </c:pt>
                <c:pt idx="71801">
                  <c:v>197.97</c:v>
                </c:pt>
                <c:pt idx="71802">
                  <c:v>143.91999999999999</c:v>
                </c:pt>
                <c:pt idx="71803">
                  <c:v>143.91999999999999</c:v>
                </c:pt>
                <c:pt idx="71804">
                  <c:v>89.95</c:v>
                </c:pt>
                <c:pt idx="71805">
                  <c:v>138.91</c:v>
                </c:pt>
                <c:pt idx="71806">
                  <c:v>120.41</c:v>
                </c:pt>
                <c:pt idx="71807">
                  <c:v>98.7</c:v>
                </c:pt>
                <c:pt idx="71808">
                  <c:v>106.71</c:v>
                </c:pt>
                <c:pt idx="71809">
                  <c:v>89.95</c:v>
                </c:pt>
                <c:pt idx="71810">
                  <c:v>104.94</c:v>
                </c:pt>
                <c:pt idx="71811">
                  <c:v>143.91999999999999</c:v>
                </c:pt>
                <c:pt idx="71812">
                  <c:v>26.56</c:v>
                </c:pt>
                <c:pt idx="71813">
                  <c:v>51.99</c:v>
                </c:pt>
                <c:pt idx="71814">
                  <c:v>37.47</c:v>
                </c:pt>
                <c:pt idx="71815">
                  <c:v>79.849999999999994</c:v>
                </c:pt>
                <c:pt idx="71816">
                  <c:v>79.849999999999994</c:v>
                </c:pt>
                <c:pt idx="71817">
                  <c:v>52.59</c:v>
                </c:pt>
                <c:pt idx="71818">
                  <c:v>51.99</c:v>
                </c:pt>
                <c:pt idx="71819">
                  <c:v>146.38999999999999</c:v>
                </c:pt>
                <c:pt idx="71820">
                  <c:v>51.99</c:v>
                </c:pt>
                <c:pt idx="71821">
                  <c:v>-84.99</c:v>
                </c:pt>
                <c:pt idx="71822">
                  <c:v>117.47</c:v>
                </c:pt>
                <c:pt idx="71823">
                  <c:v>123.97</c:v>
                </c:pt>
                <c:pt idx="71824">
                  <c:v>121.98</c:v>
                </c:pt>
                <c:pt idx="71825">
                  <c:v>319.95999999999998</c:v>
                </c:pt>
                <c:pt idx="71826">
                  <c:v>169.98</c:v>
                </c:pt>
                <c:pt idx="71827">
                  <c:v>60.82</c:v>
                </c:pt>
                <c:pt idx="71828">
                  <c:v>109.96</c:v>
                </c:pt>
                <c:pt idx="71829">
                  <c:v>54.98</c:v>
                </c:pt>
                <c:pt idx="71830">
                  <c:v>84.99</c:v>
                </c:pt>
                <c:pt idx="71831">
                  <c:v>122.96</c:v>
                </c:pt>
                <c:pt idx="71832">
                  <c:v>101.47</c:v>
                </c:pt>
                <c:pt idx="71833">
                  <c:v>79.98</c:v>
                </c:pt>
                <c:pt idx="71834">
                  <c:v>84.99</c:v>
                </c:pt>
                <c:pt idx="71835">
                  <c:v>114.97</c:v>
                </c:pt>
                <c:pt idx="71836">
                  <c:v>69.98</c:v>
                </c:pt>
                <c:pt idx="71837">
                  <c:v>94.63</c:v>
                </c:pt>
                <c:pt idx="71838">
                  <c:v>39.99</c:v>
                </c:pt>
                <c:pt idx="71839">
                  <c:v>90.96</c:v>
                </c:pt>
                <c:pt idx="71840">
                  <c:v>80.58</c:v>
                </c:pt>
                <c:pt idx="71841">
                  <c:v>-12.6</c:v>
                </c:pt>
                <c:pt idx="71842">
                  <c:v>59.39</c:v>
                </c:pt>
                <c:pt idx="71843">
                  <c:v>49.98</c:v>
                </c:pt>
                <c:pt idx="71844">
                  <c:v>102.94</c:v>
                </c:pt>
                <c:pt idx="71845">
                  <c:v>99.97</c:v>
                </c:pt>
                <c:pt idx="71846">
                  <c:v>64.97</c:v>
                </c:pt>
                <c:pt idx="71847">
                  <c:v>89.96</c:v>
                </c:pt>
                <c:pt idx="71848">
                  <c:v>58.3</c:v>
                </c:pt>
                <c:pt idx="71849">
                  <c:v>110.96</c:v>
                </c:pt>
                <c:pt idx="71850">
                  <c:v>65.989999999999995</c:v>
                </c:pt>
                <c:pt idx="71851">
                  <c:v>138.57</c:v>
                </c:pt>
                <c:pt idx="71852">
                  <c:v>51.26</c:v>
                </c:pt>
                <c:pt idx="71853">
                  <c:v>62.98</c:v>
                </c:pt>
                <c:pt idx="71854">
                  <c:v>143.75</c:v>
                </c:pt>
                <c:pt idx="71855">
                  <c:v>152.94999999999999</c:v>
                </c:pt>
                <c:pt idx="71856">
                  <c:v>134.96</c:v>
                </c:pt>
                <c:pt idx="71857">
                  <c:v>103.46</c:v>
                </c:pt>
                <c:pt idx="71858">
                  <c:v>74.97</c:v>
                </c:pt>
                <c:pt idx="71859">
                  <c:v>149.94999999999999</c:v>
                </c:pt>
                <c:pt idx="71860">
                  <c:v>135.97</c:v>
                </c:pt>
                <c:pt idx="71861">
                  <c:v>119.96</c:v>
                </c:pt>
                <c:pt idx="71862">
                  <c:v>109.96</c:v>
                </c:pt>
                <c:pt idx="71863">
                  <c:v>109.96</c:v>
                </c:pt>
                <c:pt idx="71864">
                  <c:v>109.96</c:v>
                </c:pt>
                <c:pt idx="71865">
                  <c:v>161.94999999999999</c:v>
                </c:pt>
                <c:pt idx="71866">
                  <c:v>157.94</c:v>
                </c:pt>
                <c:pt idx="71867">
                  <c:v>109.96</c:v>
                </c:pt>
                <c:pt idx="71868">
                  <c:v>397.86</c:v>
                </c:pt>
                <c:pt idx="71869">
                  <c:v>157.94</c:v>
                </c:pt>
                <c:pt idx="71870">
                  <c:v>397.86</c:v>
                </c:pt>
                <c:pt idx="71871">
                  <c:v>161.94999999999999</c:v>
                </c:pt>
                <c:pt idx="71872">
                  <c:v>79.849999999999994</c:v>
                </c:pt>
                <c:pt idx="71873">
                  <c:v>79.849999999999994</c:v>
                </c:pt>
                <c:pt idx="71874">
                  <c:v>96.78</c:v>
                </c:pt>
                <c:pt idx="71875">
                  <c:v>96.78</c:v>
                </c:pt>
                <c:pt idx="71876">
                  <c:v>61.98</c:v>
                </c:pt>
                <c:pt idx="71877">
                  <c:v>59.98</c:v>
                </c:pt>
                <c:pt idx="71878">
                  <c:v>55.98</c:v>
                </c:pt>
                <c:pt idx="71879">
                  <c:v>60.98</c:v>
                </c:pt>
                <c:pt idx="71880">
                  <c:v>53.98</c:v>
                </c:pt>
                <c:pt idx="71881">
                  <c:v>61.56</c:v>
                </c:pt>
                <c:pt idx="71882">
                  <c:v>59.97</c:v>
                </c:pt>
                <c:pt idx="71883">
                  <c:v>53.98</c:v>
                </c:pt>
                <c:pt idx="71884">
                  <c:v>61.56</c:v>
                </c:pt>
                <c:pt idx="71885">
                  <c:v>70.97</c:v>
                </c:pt>
                <c:pt idx="71886">
                  <c:v>70.97</c:v>
                </c:pt>
                <c:pt idx="71887">
                  <c:v>53.98</c:v>
                </c:pt>
                <c:pt idx="71888">
                  <c:v>60.98</c:v>
                </c:pt>
                <c:pt idx="71889">
                  <c:v>72.98</c:v>
                </c:pt>
                <c:pt idx="71890">
                  <c:v>59.97</c:v>
                </c:pt>
                <c:pt idx="71891">
                  <c:v>60.98</c:v>
                </c:pt>
                <c:pt idx="71892">
                  <c:v>72.98</c:v>
                </c:pt>
                <c:pt idx="71893">
                  <c:v>60.98</c:v>
                </c:pt>
                <c:pt idx="71894">
                  <c:v>55.98</c:v>
                </c:pt>
                <c:pt idx="71895">
                  <c:v>60.98</c:v>
                </c:pt>
                <c:pt idx="71896">
                  <c:v>58.98</c:v>
                </c:pt>
                <c:pt idx="71897">
                  <c:v>54.98</c:v>
                </c:pt>
                <c:pt idx="71898">
                  <c:v>56.98</c:v>
                </c:pt>
                <c:pt idx="71899">
                  <c:v>50.98</c:v>
                </c:pt>
                <c:pt idx="71900">
                  <c:v>53.98</c:v>
                </c:pt>
                <c:pt idx="71901">
                  <c:v>60.98</c:v>
                </c:pt>
                <c:pt idx="71902">
                  <c:v>59.98</c:v>
                </c:pt>
                <c:pt idx="71903">
                  <c:v>50.98</c:v>
                </c:pt>
                <c:pt idx="71904">
                  <c:v>56.98</c:v>
                </c:pt>
                <c:pt idx="71905">
                  <c:v>60.98</c:v>
                </c:pt>
                <c:pt idx="71906">
                  <c:v>59.98</c:v>
                </c:pt>
                <c:pt idx="71907">
                  <c:v>55.98</c:v>
                </c:pt>
                <c:pt idx="71908">
                  <c:v>60.98</c:v>
                </c:pt>
                <c:pt idx="71909">
                  <c:v>55.98</c:v>
                </c:pt>
                <c:pt idx="71910">
                  <c:v>72.98</c:v>
                </c:pt>
                <c:pt idx="71911">
                  <c:v>55.98</c:v>
                </c:pt>
                <c:pt idx="71912">
                  <c:v>67.98</c:v>
                </c:pt>
                <c:pt idx="71913">
                  <c:v>54.98</c:v>
                </c:pt>
                <c:pt idx="71914">
                  <c:v>67.98</c:v>
                </c:pt>
                <c:pt idx="71915">
                  <c:v>58.98</c:v>
                </c:pt>
                <c:pt idx="71916">
                  <c:v>61.98</c:v>
                </c:pt>
                <c:pt idx="71917">
                  <c:v>59.98</c:v>
                </c:pt>
                <c:pt idx="71918">
                  <c:v>72.98</c:v>
                </c:pt>
                <c:pt idx="71919">
                  <c:v>55.98</c:v>
                </c:pt>
                <c:pt idx="71920">
                  <c:v>46.49</c:v>
                </c:pt>
                <c:pt idx="71921">
                  <c:v>89.98</c:v>
                </c:pt>
                <c:pt idx="71922">
                  <c:v>65.989999999999995</c:v>
                </c:pt>
                <c:pt idx="71923">
                  <c:v>65.989999999999995</c:v>
                </c:pt>
                <c:pt idx="71924">
                  <c:v>64.150000000000006</c:v>
                </c:pt>
                <c:pt idx="71925">
                  <c:v>63.66</c:v>
                </c:pt>
                <c:pt idx="71926">
                  <c:v>96.98</c:v>
                </c:pt>
                <c:pt idx="71927">
                  <c:v>84.99</c:v>
                </c:pt>
                <c:pt idx="71928">
                  <c:v>84.99</c:v>
                </c:pt>
                <c:pt idx="71929">
                  <c:v>85.96</c:v>
                </c:pt>
                <c:pt idx="71930">
                  <c:v>84.99</c:v>
                </c:pt>
                <c:pt idx="71931">
                  <c:v>84.99</c:v>
                </c:pt>
                <c:pt idx="71932">
                  <c:v>85.96</c:v>
                </c:pt>
                <c:pt idx="71933">
                  <c:v>54.98</c:v>
                </c:pt>
                <c:pt idx="71934">
                  <c:v>84.99</c:v>
                </c:pt>
                <c:pt idx="71935">
                  <c:v>84.99</c:v>
                </c:pt>
                <c:pt idx="71936">
                  <c:v>84.99</c:v>
                </c:pt>
                <c:pt idx="71937">
                  <c:v>84.99</c:v>
                </c:pt>
                <c:pt idx="71938">
                  <c:v>77.180000000000007</c:v>
                </c:pt>
                <c:pt idx="71939">
                  <c:v>79.98</c:v>
                </c:pt>
                <c:pt idx="71940">
                  <c:v>51.29</c:v>
                </c:pt>
                <c:pt idx="71941">
                  <c:v>159.69999999999999</c:v>
                </c:pt>
                <c:pt idx="71942">
                  <c:v>159.69999999999999</c:v>
                </c:pt>
                <c:pt idx="71943">
                  <c:v>62.29</c:v>
                </c:pt>
                <c:pt idx="71944">
                  <c:v>159.69999999999999</c:v>
                </c:pt>
                <c:pt idx="71945">
                  <c:v>120.98</c:v>
                </c:pt>
                <c:pt idx="71946">
                  <c:v>78.37</c:v>
                </c:pt>
                <c:pt idx="71947">
                  <c:v>159.69999999999999</c:v>
                </c:pt>
                <c:pt idx="71948">
                  <c:v>43.85</c:v>
                </c:pt>
                <c:pt idx="71949">
                  <c:v>197.88</c:v>
                </c:pt>
                <c:pt idx="71950">
                  <c:v>70.98</c:v>
                </c:pt>
                <c:pt idx="71951">
                  <c:v>115.98</c:v>
                </c:pt>
                <c:pt idx="71952">
                  <c:v>66.819999999999993</c:v>
                </c:pt>
                <c:pt idx="71953">
                  <c:v>74.97</c:v>
                </c:pt>
                <c:pt idx="71954">
                  <c:v>84.33</c:v>
                </c:pt>
                <c:pt idx="71955">
                  <c:v>61.98</c:v>
                </c:pt>
                <c:pt idx="71956">
                  <c:v>79.98</c:v>
                </c:pt>
                <c:pt idx="71957">
                  <c:v>98.52</c:v>
                </c:pt>
                <c:pt idx="71958">
                  <c:v>115.98</c:v>
                </c:pt>
                <c:pt idx="71959">
                  <c:v>49.48</c:v>
                </c:pt>
                <c:pt idx="71960">
                  <c:v>59.96</c:v>
                </c:pt>
                <c:pt idx="71961">
                  <c:v>92.67</c:v>
                </c:pt>
                <c:pt idx="71962">
                  <c:v>59.96</c:v>
                </c:pt>
                <c:pt idx="71963">
                  <c:v>110.96</c:v>
                </c:pt>
                <c:pt idx="71964">
                  <c:v>140.94999999999999</c:v>
                </c:pt>
                <c:pt idx="71965">
                  <c:v>89.96</c:v>
                </c:pt>
                <c:pt idx="71966">
                  <c:v>65.989999999999995</c:v>
                </c:pt>
                <c:pt idx="71967">
                  <c:v>95.97</c:v>
                </c:pt>
                <c:pt idx="71968">
                  <c:v>54.98</c:v>
                </c:pt>
                <c:pt idx="71969">
                  <c:v>101.94</c:v>
                </c:pt>
                <c:pt idx="71970">
                  <c:v>56.94</c:v>
                </c:pt>
                <c:pt idx="71971">
                  <c:v>59.96</c:v>
                </c:pt>
                <c:pt idx="71972">
                  <c:v>216.52</c:v>
                </c:pt>
                <c:pt idx="71973">
                  <c:v>119.94</c:v>
                </c:pt>
                <c:pt idx="71974">
                  <c:v>99.95</c:v>
                </c:pt>
                <c:pt idx="71975">
                  <c:v>99.98</c:v>
                </c:pt>
                <c:pt idx="71976">
                  <c:v>110.28</c:v>
                </c:pt>
                <c:pt idx="71977">
                  <c:v>119.94</c:v>
                </c:pt>
                <c:pt idx="71978">
                  <c:v>128.91</c:v>
                </c:pt>
                <c:pt idx="71979">
                  <c:v>79.959999999999994</c:v>
                </c:pt>
                <c:pt idx="71980">
                  <c:v>72.95</c:v>
                </c:pt>
                <c:pt idx="71981">
                  <c:v>91.96</c:v>
                </c:pt>
                <c:pt idx="71982">
                  <c:v>183.92</c:v>
                </c:pt>
                <c:pt idx="71983">
                  <c:v>137.94</c:v>
                </c:pt>
                <c:pt idx="71984">
                  <c:v>137.94</c:v>
                </c:pt>
                <c:pt idx="71985">
                  <c:v>137.94</c:v>
                </c:pt>
                <c:pt idx="71986">
                  <c:v>132.80000000000001</c:v>
                </c:pt>
                <c:pt idx="71987">
                  <c:v>112.18</c:v>
                </c:pt>
                <c:pt idx="71988">
                  <c:v>134.96</c:v>
                </c:pt>
                <c:pt idx="71989">
                  <c:v>68.959999999999994</c:v>
                </c:pt>
                <c:pt idx="71990">
                  <c:v>152.97</c:v>
                </c:pt>
                <c:pt idx="71991">
                  <c:v>70.98</c:v>
                </c:pt>
                <c:pt idx="71992">
                  <c:v>111.98</c:v>
                </c:pt>
                <c:pt idx="71993">
                  <c:v>178.96</c:v>
                </c:pt>
                <c:pt idx="71994">
                  <c:v>131.97999999999999</c:v>
                </c:pt>
                <c:pt idx="71995">
                  <c:v>82.97</c:v>
                </c:pt>
                <c:pt idx="71996">
                  <c:v>55.98</c:v>
                </c:pt>
                <c:pt idx="71997">
                  <c:v>83.97</c:v>
                </c:pt>
                <c:pt idx="71998">
                  <c:v>83.97</c:v>
                </c:pt>
                <c:pt idx="71999">
                  <c:v>55.98</c:v>
                </c:pt>
                <c:pt idx="72000">
                  <c:v>83.97</c:v>
                </c:pt>
                <c:pt idx="72001">
                  <c:v>83.97</c:v>
                </c:pt>
                <c:pt idx="72002">
                  <c:v>83.97</c:v>
                </c:pt>
                <c:pt idx="72003">
                  <c:v>55.98</c:v>
                </c:pt>
                <c:pt idx="72004">
                  <c:v>55.98</c:v>
                </c:pt>
                <c:pt idx="72005">
                  <c:v>83.97</c:v>
                </c:pt>
                <c:pt idx="72006">
                  <c:v>83.97</c:v>
                </c:pt>
                <c:pt idx="72007">
                  <c:v>83.97</c:v>
                </c:pt>
                <c:pt idx="72008">
                  <c:v>55.98</c:v>
                </c:pt>
                <c:pt idx="72009">
                  <c:v>133.06</c:v>
                </c:pt>
                <c:pt idx="72010">
                  <c:v>134.26</c:v>
                </c:pt>
                <c:pt idx="72011">
                  <c:v>157.26</c:v>
                </c:pt>
                <c:pt idx="72012">
                  <c:v>83.97</c:v>
                </c:pt>
                <c:pt idx="72013">
                  <c:v>117.96</c:v>
                </c:pt>
                <c:pt idx="72014">
                  <c:v>82.97</c:v>
                </c:pt>
                <c:pt idx="72015">
                  <c:v>89.97</c:v>
                </c:pt>
                <c:pt idx="72016">
                  <c:v>120.97</c:v>
                </c:pt>
                <c:pt idx="72017">
                  <c:v>117.96</c:v>
                </c:pt>
                <c:pt idx="72018">
                  <c:v>89.97</c:v>
                </c:pt>
                <c:pt idx="72019">
                  <c:v>83.97</c:v>
                </c:pt>
                <c:pt idx="72020">
                  <c:v>81.97</c:v>
                </c:pt>
                <c:pt idx="72021">
                  <c:v>104.97</c:v>
                </c:pt>
                <c:pt idx="72022">
                  <c:v>117.96</c:v>
                </c:pt>
                <c:pt idx="72023">
                  <c:v>112.48</c:v>
                </c:pt>
                <c:pt idx="72024">
                  <c:v>110.46</c:v>
                </c:pt>
                <c:pt idx="72025">
                  <c:v>140.97</c:v>
                </c:pt>
                <c:pt idx="72026">
                  <c:v>94.47</c:v>
                </c:pt>
                <c:pt idx="72027">
                  <c:v>55.47</c:v>
                </c:pt>
                <c:pt idx="72028">
                  <c:v>109.49</c:v>
                </c:pt>
                <c:pt idx="72029">
                  <c:v>135.69</c:v>
                </c:pt>
                <c:pt idx="72030">
                  <c:v>101.97</c:v>
                </c:pt>
                <c:pt idx="72031">
                  <c:v>99.97</c:v>
                </c:pt>
                <c:pt idx="72032">
                  <c:v>101.97</c:v>
                </c:pt>
                <c:pt idx="72033">
                  <c:v>65.989999999999995</c:v>
                </c:pt>
                <c:pt idx="72034">
                  <c:v>101.97</c:v>
                </c:pt>
                <c:pt idx="72035">
                  <c:v>106.97</c:v>
                </c:pt>
                <c:pt idx="72036">
                  <c:v>101.97</c:v>
                </c:pt>
                <c:pt idx="72037">
                  <c:v>46.49</c:v>
                </c:pt>
                <c:pt idx="72038">
                  <c:v>59.98</c:v>
                </c:pt>
                <c:pt idx="72039">
                  <c:v>79.97</c:v>
                </c:pt>
                <c:pt idx="72040">
                  <c:v>56.97</c:v>
                </c:pt>
                <c:pt idx="72041">
                  <c:v>75.959999999999994</c:v>
                </c:pt>
                <c:pt idx="72042">
                  <c:v>50.18</c:v>
                </c:pt>
                <c:pt idx="72043">
                  <c:v>107.48</c:v>
                </c:pt>
                <c:pt idx="72044">
                  <c:v>113.94</c:v>
                </c:pt>
                <c:pt idx="72045">
                  <c:v>64.569999999999993</c:v>
                </c:pt>
                <c:pt idx="72046">
                  <c:v>75.959999999999994</c:v>
                </c:pt>
                <c:pt idx="72047">
                  <c:v>56.97</c:v>
                </c:pt>
                <c:pt idx="72048">
                  <c:v>56.97</c:v>
                </c:pt>
                <c:pt idx="72049">
                  <c:v>75.959999999999994</c:v>
                </c:pt>
                <c:pt idx="72050">
                  <c:v>224.97</c:v>
                </c:pt>
                <c:pt idx="72051">
                  <c:v>219.96</c:v>
                </c:pt>
                <c:pt idx="72052">
                  <c:v>199.95</c:v>
                </c:pt>
                <c:pt idx="72053">
                  <c:v>74.97</c:v>
                </c:pt>
                <c:pt idx="72054">
                  <c:v>191.22</c:v>
                </c:pt>
                <c:pt idx="72055">
                  <c:v>159.96</c:v>
                </c:pt>
                <c:pt idx="72056">
                  <c:v>223.95</c:v>
                </c:pt>
                <c:pt idx="72057">
                  <c:v>76.489999999999995</c:v>
                </c:pt>
                <c:pt idx="72058">
                  <c:v>160.08000000000001</c:v>
                </c:pt>
                <c:pt idx="72059">
                  <c:v>84.99</c:v>
                </c:pt>
                <c:pt idx="72060">
                  <c:v>114.96</c:v>
                </c:pt>
                <c:pt idx="72061">
                  <c:v>99.98</c:v>
                </c:pt>
                <c:pt idx="72062">
                  <c:v>169.98</c:v>
                </c:pt>
                <c:pt idx="72063">
                  <c:v>98.97</c:v>
                </c:pt>
                <c:pt idx="72064">
                  <c:v>65.19</c:v>
                </c:pt>
                <c:pt idx="72065">
                  <c:v>68.989999999999995</c:v>
                </c:pt>
                <c:pt idx="72066">
                  <c:v>84.99</c:v>
                </c:pt>
                <c:pt idx="72067">
                  <c:v>68.989999999999995</c:v>
                </c:pt>
                <c:pt idx="72068">
                  <c:v>154.97999999999999</c:v>
                </c:pt>
                <c:pt idx="72069">
                  <c:v>50.99</c:v>
                </c:pt>
                <c:pt idx="72070">
                  <c:v>54.98</c:v>
                </c:pt>
                <c:pt idx="72071">
                  <c:v>64.98</c:v>
                </c:pt>
                <c:pt idx="72072">
                  <c:v>61.45</c:v>
                </c:pt>
                <c:pt idx="72073">
                  <c:v>63.98</c:v>
                </c:pt>
                <c:pt idx="72074">
                  <c:v>64.98</c:v>
                </c:pt>
                <c:pt idx="72075">
                  <c:v>148.94999999999999</c:v>
                </c:pt>
                <c:pt idx="72076">
                  <c:v>139.24</c:v>
                </c:pt>
                <c:pt idx="72077">
                  <c:v>77.27</c:v>
                </c:pt>
                <c:pt idx="72078">
                  <c:v>155.81</c:v>
                </c:pt>
                <c:pt idx="72079">
                  <c:v>229.95</c:v>
                </c:pt>
                <c:pt idx="72080">
                  <c:v>68.989999999999995</c:v>
                </c:pt>
                <c:pt idx="72081">
                  <c:v>84.99</c:v>
                </c:pt>
                <c:pt idx="72082">
                  <c:v>73.989999999999995</c:v>
                </c:pt>
                <c:pt idx="72083">
                  <c:v>84.99</c:v>
                </c:pt>
                <c:pt idx="72084">
                  <c:v>84.99</c:v>
                </c:pt>
                <c:pt idx="72085">
                  <c:v>84.99</c:v>
                </c:pt>
                <c:pt idx="72086">
                  <c:v>84.99</c:v>
                </c:pt>
                <c:pt idx="72087">
                  <c:v>84.99</c:v>
                </c:pt>
                <c:pt idx="72088">
                  <c:v>57.12</c:v>
                </c:pt>
                <c:pt idx="72089">
                  <c:v>84.99</c:v>
                </c:pt>
                <c:pt idx="72090">
                  <c:v>84.99</c:v>
                </c:pt>
                <c:pt idx="72091">
                  <c:v>84.99</c:v>
                </c:pt>
                <c:pt idx="72092">
                  <c:v>68.989999999999995</c:v>
                </c:pt>
                <c:pt idx="72093">
                  <c:v>68.989999999999995</c:v>
                </c:pt>
                <c:pt idx="72094">
                  <c:v>84.99</c:v>
                </c:pt>
                <c:pt idx="72095">
                  <c:v>159.97999999999999</c:v>
                </c:pt>
                <c:pt idx="72096">
                  <c:v>266.35000000000002</c:v>
                </c:pt>
                <c:pt idx="72097">
                  <c:v>314.95</c:v>
                </c:pt>
                <c:pt idx="72098">
                  <c:v>197.17</c:v>
                </c:pt>
                <c:pt idx="72099">
                  <c:v>356.77</c:v>
                </c:pt>
                <c:pt idx="72100">
                  <c:v>84.14</c:v>
                </c:pt>
                <c:pt idx="72101">
                  <c:v>65.989999999999995</c:v>
                </c:pt>
                <c:pt idx="72102">
                  <c:v>84.99</c:v>
                </c:pt>
                <c:pt idx="72103">
                  <c:v>65.989999999999995</c:v>
                </c:pt>
                <c:pt idx="72104">
                  <c:v>84.99</c:v>
                </c:pt>
                <c:pt idx="72105">
                  <c:v>100.23</c:v>
                </c:pt>
                <c:pt idx="72106">
                  <c:v>99.31</c:v>
                </c:pt>
                <c:pt idx="72107">
                  <c:v>84.99</c:v>
                </c:pt>
                <c:pt idx="72108">
                  <c:v>-7.39</c:v>
                </c:pt>
                <c:pt idx="72109">
                  <c:v>81.81</c:v>
                </c:pt>
                <c:pt idx="72110">
                  <c:v>84.99</c:v>
                </c:pt>
                <c:pt idx="72111">
                  <c:v>84.14</c:v>
                </c:pt>
                <c:pt idx="72112">
                  <c:v>65.989999999999995</c:v>
                </c:pt>
                <c:pt idx="72113">
                  <c:v>83.29</c:v>
                </c:pt>
                <c:pt idx="72114">
                  <c:v>84.99</c:v>
                </c:pt>
                <c:pt idx="72115">
                  <c:v>99.98</c:v>
                </c:pt>
                <c:pt idx="72116">
                  <c:v>99.98</c:v>
                </c:pt>
                <c:pt idx="72117">
                  <c:v>40.49</c:v>
                </c:pt>
                <c:pt idx="72118">
                  <c:v>97.98</c:v>
                </c:pt>
                <c:pt idx="72119">
                  <c:v>84.98</c:v>
                </c:pt>
                <c:pt idx="72120">
                  <c:v>97.38</c:v>
                </c:pt>
                <c:pt idx="72121">
                  <c:v>79.98</c:v>
                </c:pt>
                <c:pt idx="72122">
                  <c:v>99.98</c:v>
                </c:pt>
                <c:pt idx="72123">
                  <c:v>96.98</c:v>
                </c:pt>
                <c:pt idx="72124">
                  <c:v>98.98</c:v>
                </c:pt>
                <c:pt idx="72125">
                  <c:v>78.78</c:v>
                </c:pt>
                <c:pt idx="72126">
                  <c:v>99.98</c:v>
                </c:pt>
                <c:pt idx="72127">
                  <c:v>79.180000000000007</c:v>
                </c:pt>
                <c:pt idx="72128">
                  <c:v>169.97</c:v>
                </c:pt>
                <c:pt idx="72129">
                  <c:v>66.099999999999994</c:v>
                </c:pt>
                <c:pt idx="72130">
                  <c:v>99.98</c:v>
                </c:pt>
                <c:pt idx="72131">
                  <c:v>169.98</c:v>
                </c:pt>
                <c:pt idx="72132">
                  <c:v>53.98</c:v>
                </c:pt>
                <c:pt idx="72133">
                  <c:v>48.58</c:v>
                </c:pt>
                <c:pt idx="72134">
                  <c:v>279.60000000000002</c:v>
                </c:pt>
                <c:pt idx="72135">
                  <c:v>50.62</c:v>
                </c:pt>
                <c:pt idx="72136">
                  <c:v>152.97999999999999</c:v>
                </c:pt>
                <c:pt idx="72137">
                  <c:v>178.46</c:v>
                </c:pt>
                <c:pt idx="72138">
                  <c:v>79.849999999999994</c:v>
                </c:pt>
                <c:pt idx="72139">
                  <c:v>159.69999999999999</c:v>
                </c:pt>
                <c:pt idx="72140">
                  <c:v>60.9</c:v>
                </c:pt>
                <c:pt idx="72141">
                  <c:v>97.99</c:v>
                </c:pt>
                <c:pt idx="72142">
                  <c:v>268.56</c:v>
                </c:pt>
                <c:pt idx="72143">
                  <c:v>51.98</c:v>
                </c:pt>
                <c:pt idx="72144">
                  <c:v>159.69999999999999</c:v>
                </c:pt>
                <c:pt idx="72145">
                  <c:v>97.99</c:v>
                </c:pt>
                <c:pt idx="72146">
                  <c:v>67.87</c:v>
                </c:pt>
                <c:pt idx="72147">
                  <c:v>159.69999999999999</c:v>
                </c:pt>
                <c:pt idx="72148">
                  <c:v>89.98</c:v>
                </c:pt>
                <c:pt idx="72149">
                  <c:v>128.93</c:v>
                </c:pt>
                <c:pt idx="72150">
                  <c:v>156.91</c:v>
                </c:pt>
                <c:pt idx="72151">
                  <c:v>83.94</c:v>
                </c:pt>
                <c:pt idx="72152">
                  <c:v>133.93</c:v>
                </c:pt>
                <c:pt idx="72153">
                  <c:v>125.91</c:v>
                </c:pt>
                <c:pt idx="72154">
                  <c:v>83.94</c:v>
                </c:pt>
                <c:pt idx="72155">
                  <c:v>145.94</c:v>
                </c:pt>
                <c:pt idx="72156">
                  <c:v>166.08</c:v>
                </c:pt>
                <c:pt idx="72157">
                  <c:v>69.95</c:v>
                </c:pt>
                <c:pt idx="72158">
                  <c:v>124.06</c:v>
                </c:pt>
                <c:pt idx="72159">
                  <c:v>48.18</c:v>
                </c:pt>
                <c:pt idx="72160">
                  <c:v>84.99</c:v>
                </c:pt>
                <c:pt idx="72161">
                  <c:v>170.98</c:v>
                </c:pt>
                <c:pt idx="72162">
                  <c:v>62.69</c:v>
                </c:pt>
                <c:pt idx="72163">
                  <c:v>65.989999999999995</c:v>
                </c:pt>
                <c:pt idx="72164">
                  <c:v>85.99</c:v>
                </c:pt>
                <c:pt idx="72165">
                  <c:v>85.99</c:v>
                </c:pt>
                <c:pt idx="72166">
                  <c:v>84.99</c:v>
                </c:pt>
                <c:pt idx="72167">
                  <c:v>45.74</c:v>
                </c:pt>
                <c:pt idx="72168">
                  <c:v>65.98</c:v>
                </c:pt>
                <c:pt idx="72169">
                  <c:v>84.58</c:v>
                </c:pt>
                <c:pt idx="72170">
                  <c:v>185.94</c:v>
                </c:pt>
                <c:pt idx="72171">
                  <c:v>65.98</c:v>
                </c:pt>
                <c:pt idx="72172">
                  <c:v>89.98</c:v>
                </c:pt>
                <c:pt idx="72173">
                  <c:v>134.97</c:v>
                </c:pt>
                <c:pt idx="72174">
                  <c:v>85.48</c:v>
                </c:pt>
                <c:pt idx="72175">
                  <c:v>131.96</c:v>
                </c:pt>
                <c:pt idx="72176">
                  <c:v>176.36</c:v>
                </c:pt>
                <c:pt idx="72177">
                  <c:v>89.98</c:v>
                </c:pt>
                <c:pt idx="72178">
                  <c:v>89.98</c:v>
                </c:pt>
                <c:pt idx="72179">
                  <c:v>89.98</c:v>
                </c:pt>
                <c:pt idx="72180">
                  <c:v>59.98</c:v>
                </c:pt>
                <c:pt idx="72181">
                  <c:v>59.98</c:v>
                </c:pt>
                <c:pt idx="72182">
                  <c:v>59.98</c:v>
                </c:pt>
                <c:pt idx="72183">
                  <c:v>59.98</c:v>
                </c:pt>
                <c:pt idx="72184">
                  <c:v>59.98</c:v>
                </c:pt>
                <c:pt idx="72185">
                  <c:v>74.97</c:v>
                </c:pt>
                <c:pt idx="72186">
                  <c:v>59.98</c:v>
                </c:pt>
                <c:pt idx="72187">
                  <c:v>59.98</c:v>
                </c:pt>
                <c:pt idx="72188">
                  <c:v>54.98</c:v>
                </c:pt>
                <c:pt idx="72189">
                  <c:v>59.98</c:v>
                </c:pt>
                <c:pt idx="72190">
                  <c:v>74.97</c:v>
                </c:pt>
                <c:pt idx="72191">
                  <c:v>59.98</c:v>
                </c:pt>
                <c:pt idx="72192">
                  <c:v>59.98</c:v>
                </c:pt>
                <c:pt idx="72193">
                  <c:v>54.43</c:v>
                </c:pt>
                <c:pt idx="72194">
                  <c:v>59.98</c:v>
                </c:pt>
                <c:pt idx="72195">
                  <c:v>59.98</c:v>
                </c:pt>
                <c:pt idx="72196">
                  <c:v>59.98</c:v>
                </c:pt>
                <c:pt idx="72197">
                  <c:v>65.989999999999995</c:v>
                </c:pt>
                <c:pt idx="72198">
                  <c:v>127.47</c:v>
                </c:pt>
                <c:pt idx="72199">
                  <c:v>140.97</c:v>
                </c:pt>
                <c:pt idx="72200">
                  <c:v>62.77</c:v>
                </c:pt>
                <c:pt idx="72201">
                  <c:v>131.97999999999999</c:v>
                </c:pt>
                <c:pt idx="72202">
                  <c:v>-64.98</c:v>
                </c:pt>
                <c:pt idx="72203">
                  <c:v>65.989999999999995</c:v>
                </c:pt>
                <c:pt idx="72204">
                  <c:v>114.97</c:v>
                </c:pt>
                <c:pt idx="72205">
                  <c:v>75.489999999999995</c:v>
                </c:pt>
                <c:pt idx="72206">
                  <c:v>72.989999999999995</c:v>
                </c:pt>
                <c:pt idx="72207">
                  <c:v>84.99</c:v>
                </c:pt>
                <c:pt idx="72208">
                  <c:v>84.99</c:v>
                </c:pt>
                <c:pt idx="72209">
                  <c:v>84.99</c:v>
                </c:pt>
                <c:pt idx="72210">
                  <c:v>65.989999999999995</c:v>
                </c:pt>
                <c:pt idx="72211">
                  <c:v>84.99</c:v>
                </c:pt>
                <c:pt idx="72212">
                  <c:v>84.99</c:v>
                </c:pt>
                <c:pt idx="72213">
                  <c:v>84.99</c:v>
                </c:pt>
                <c:pt idx="72214">
                  <c:v>46.49</c:v>
                </c:pt>
                <c:pt idx="72215">
                  <c:v>84.99</c:v>
                </c:pt>
                <c:pt idx="72216">
                  <c:v>65.989999999999995</c:v>
                </c:pt>
                <c:pt idx="72217">
                  <c:v>65.19</c:v>
                </c:pt>
                <c:pt idx="72218">
                  <c:v>84.99</c:v>
                </c:pt>
                <c:pt idx="72219">
                  <c:v>84.99</c:v>
                </c:pt>
                <c:pt idx="72220">
                  <c:v>84.99</c:v>
                </c:pt>
                <c:pt idx="72221">
                  <c:v>71.94</c:v>
                </c:pt>
                <c:pt idx="72222">
                  <c:v>123.93</c:v>
                </c:pt>
                <c:pt idx="72223">
                  <c:v>109.96</c:v>
                </c:pt>
                <c:pt idx="72224">
                  <c:v>135.76</c:v>
                </c:pt>
                <c:pt idx="72225">
                  <c:v>87.54</c:v>
                </c:pt>
                <c:pt idx="72226">
                  <c:v>83.48</c:v>
                </c:pt>
                <c:pt idx="72227">
                  <c:v>223.91</c:v>
                </c:pt>
                <c:pt idx="72228">
                  <c:v>259.91000000000003</c:v>
                </c:pt>
                <c:pt idx="72229">
                  <c:v>307.91000000000003</c:v>
                </c:pt>
                <c:pt idx="72230">
                  <c:v>215.36</c:v>
                </c:pt>
                <c:pt idx="72231">
                  <c:v>280.94</c:v>
                </c:pt>
                <c:pt idx="72232">
                  <c:v>295.85000000000002</c:v>
                </c:pt>
                <c:pt idx="72233">
                  <c:v>209.95</c:v>
                </c:pt>
                <c:pt idx="72234">
                  <c:v>119.96</c:v>
                </c:pt>
                <c:pt idx="72235">
                  <c:v>101.97</c:v>
                </c:pt>
                <c:pt idx="72236">
                  <c:v>178.44</c:v>
                </c:pt>
                <c:pt idx="72237">
                  <c:v>119.38</c:v>
                </c:pt>
                <c:pt idx="72238">
                  <c:v>124.95</c:v>
                </c:pt>
                <c:pt idx="72239">
                  <c:v>119.96</c:v>
                </c:pt>
                <c:pt idx="72240">
                  <c:v>179.94</c:v>
                </c:pt>
                <c:pt idx="72241">
                  <c:v>89.97</c:v>
                </c:pt>
                <c:pt idx="72242">
                  <c:v>54.99</c:v>
                </c:pt>
                <c:pt idx="72243">
                  <c:v>0</c:v>
                </c:pt>
                <c:pt idx="72244">
                  <c:v>84.99</c:v>
                </c:pt>
                <c:pt idx="72245">
                  <c:v>71.790000000000006</c:v>
                </c:pt>
                <c:pt idx="72246">
                  <c:v>41.94</c:v>
                </c:pt>
                <c:pt idx="72247">
                  <c:v>74.459999999999994</c:v>
                </c:pt>
                <c:pt idx="72248">
                  <c:v>87.86</c:v>
                </c:pt>
                <c:pt idx="72249">
                  <c:v>205.78</c:v>
                </c:pt>
                <c:pt idx="72250">
                  <c:v>169.98</c:v>
                </c:pt>
                <c:pt idx="72251">
                  <c:v>105.66</c:v>
                </c:pt>
                <c:pt idx="72252">
                  <c:v>84.99</c:v>
                </c:pt>
                <c:pt idx="72253">
                  <c:v>124.97</c:v>
                </c:pt>
                <c:pt idx="72254">
                  <c:v>91.27</c:v>
                </c:pt>
                <c:pt idx="72255">
                  <c:v>203.44</c:v>
                </c:pt>
                <c:pt idx="72256">
                  <c:v>131.27000000000001</c:v>
                </c:pt>
                <c:pt idx="72257">
                  <c:v>125.26</c:v>
                </c:pt>
                <c:pt idx="72258">
                  <c:v>119.96</c:v>
                </c:pt>
                <c:pt idx="72259">
                  <c:v>51.49</c:v>
                </c:pt>
                <c:pt idx="72260">
                  <c:v>84.99</c:v>
                </c:pt>
                <c:pt idx="72261">
                  <c:v>84.99</c:v>
                </c:pt>
                <c:pt idx="72262">
                  <c:v>84.99</c:v>
                </c:pt>
                <c:pt idx="72263">
                  <c:v>99.98</c:v>
                </c:pt>
                <c:pt idx="72264">
                  <c:v>94.96</c:v>
                </c:pt>
                <c:pt idx="72265">
                  <c:v>86.49</c:v>
                </c:pt>
                <c:pt idx="72266">
                  <c:v>80.180000000000007</c:v>
                </c:pt>
                <c:pt idx="72267">
                  <c:v>114.97</c:v>
                </c:pt>
                <c:pt idx="72268">
                  <c:v>142.97</c:v>
                </c:pt>
                <c:pt idx="72269">
                  <c:v>84.99</c:v>
                </c:pt>
                <c:pt idx="72270">
                  <c:v>84.99</c:v>
                </c:pt>
                <c:pt idx="72271">
                  <c:v>84.98</c:v>
                </c:pt>
                <c:pt idx="72272">
                  <c:v>84.99</c:v>
                </c:pt>
                <c:pt idx="72273">
                  <c:v>89.98</c:v>
                </c:pt>
                <c:pt idx="72274">
                  <c:v>75.87</c:v>
                </c:pt>
                <c:pt idx="72275">
                  <c:v>120.98</c:v>
                </c:pt>
                <c:pt idx="72276">
                  <c:v>64.98</c:v>
                </c:pt>
                <c:pt idx="72277">
                  <c:v>93.14</c:v>
                </c:pt>
                <c:pt idx="72278">
                  <c:v>69.98</c:v>
                </c:pt>
                <c:pt idx="72279">
                  <c:v>99.98</c:v>
                </c:pt>
                <c:pt idx="72280">
                  <c:v>84.99</c:v>
                </c:pt>
                <c:pt idx="72281">
                  <c:v>91.98</c:v>
                </c:pt>
                <c:pt idx="72282">
                  <c:v>169.98</c:v>
                </c:pt>
                <c:pt idx="72283">
                  <c:v>154.34</c:v>
                </c:pt>
                <c:pt idx="72284">
                  <c:v>94.48</c:v>
                </c:pt>
                <c:pt idx="72285">
                  <c:v>169.98</c:v>
                </c:pt>
                <c:pt idx="72286">
                  <c:v>102.98</c:v>
                </c:pt>
                <c:pt idx="72287">
                  <c:v>84.99</c:v>
                </c:pt>
                <c:pt idx="72288">
                  <c:v>66.48</c:v>
                </c:pt>
                <c:pt idx="72289">
                  <c:v>84.99</c:v>
                </c:pt>
                <c:pt idx="72290">
                  <c:v>94.34</c:v>
                </c:pt>
                <c:pt idx="72291">
                  <c:v>101.59</c:v>
                </c:pt>
                <c:pt idx="72292">
                  <c:v>126.99</c:v>
                </c:pt>
                <c:pt idx="72293">
                  <c:v>93.33</c:v>
                </c:pt>
                <c:pt idx="72294">
                  <c:v>101.59</c:v>
                </c:pt>
                <c:pt idx="72295">
                  <c:v>101.59</c:v>
                </c:pt>
                <c:pt idx="72296">
                  <c:v>77.39</c:v>
                </c:pt>
                <c:pt idx="72297">
                  <c:v>106.6</c:v>
                </c:pt>
                <c:pt idx="72298">
                  <c:v>123.95</c:v>
                </c:pt>
                <c:pt idx="72299">
                  <c:v>1.5</c:v>
                </c:pt>
                <c:pt idx="72300">
                  <c:v>165.8</c:v>
                </c:pt>
                <c:pt idx="72301">
                  <c:v>182.19</c:v>
                </c:pt>
                <c:pt idx="72302">
                  <c:v>168.87</c:v>
                </c:pt>
                <c:pt idx="72303">
                  <c:v>76.06</c:v>
                </c:pt>
                <c:pt idx="72304">
                  <c:v>44.99</c:v>
                </c:pt>
                <c:pt idx="72305">
                  <c:v>100.98</c:v>
                </c:pt>
                <c:pt idx="72306">
                  <c:v>44.99</c:v>
                </c:pt>
                <c:pt idx="72307">
                  <c:v>82.97</c:v>
                </c:pt>
                <c:pt idx="72308">
                  <c:v>100.98</c:v>
                </c:pt>
                <c:pt idx="72309">
                  <c:v>100.98</c:v>
                </c:pt>
                <c:pt idx="72310">
                  <c:v>68.98</c:v>
                </c:pt>
                <c:pt idx="72311">
                  <c:v>84.99</c:v>
                </c:pt>
                <c:pt idx="72312">
                  <c:v>84.99</c:v>
                </c:pt>
                <c:pt idx="72313">
                  <c:v>84.99</c:v>
                </c:pt>
                <c:pt idx="72314">
                  <c:v>169.98</c:v>
                </c:pt>
                <c:pt idx="72315">
                  <c:v>169.98</c:v>
                </c:pt>
                <c:pt idx="72316">
                  <c:v>109.98</c:v>
                </c:pt>
                <c:pt idx="72317">
                  <c:v>109.98</c:v>
                </c:pt>
                <c:pt idx="72318">
                  <c:v>194.97</c:v>
                </c:pt>
                <c:pt idx="72319">
                  <c:v>84.98</c:v>
                </c:pt>
                <c:pt idx="72320">
                  <c:v>84.98</c:v>
                </c:pt>
                <c:pt idx="72321">
                  <c:v>143.72</c:v>
                </c:pt>
                <c:pt idx="72322">
                  <c:v>84.99</c:v>
                </c:pt>
                <c:pt idx="72323">
                  <c:v>84.99</c:v>
                </c:pt>
                <c:pt idx="72324">
                  <c:v>84.99</c:v>
                </c:pt>
                <c:pt idx="72325">
                  <c:v>194.97</c:v>
                </c:pt>
                <c:pt idx="72326">
                  <c:v>89.98</c:v>
                </c:pt>
                <c:pt idx="72327">
                  <c:v>82.97</c:v>
                </c:pt>
                <c:pt idx="72328">
                  <c:v>140.57</c:v>
                </c:pt>
                <c:pt idx="72329">
                  <c:v>140.57</c:v>
                </c:pt>
                <c:pt idx="72330">
                  <c:v>76.489999999999995</c:v>
                </c:pt>
                <c:pt idx="72331">
                  <c:v>76.489999999999995</c:v>
                </c:pt>
                <c:pt idx="72332">
                  <c:v>100.98</c:v>
                </c:pt>
                <c:pt idx="72333">
                  <c:v>69.98</c:v>
                </c:pt>
                <c:pt idx="72334">
                  <c:v>69.98</c:v>
                </c:pt>
                <c:pt idx="72335">
                  <c:v>36.49</c:v>
                </c:pt>
                <c:pt idx="72336">
                  <c:v>143.72</c:v>
                </c:pt>
                <c:pt idx="72337">
                  <c:v>36.49</c:v>
                </c:pt>
                <c:pt idx="72338">
                  <c:v>68.98</c:v>
                </c:pt>
                <c:pt idx="72339">
                  <c:v>89.98</c:v>
                </c:pt>
                <c:pt idx="72340">
                  <c:v>76.06</c:v>
                </c:pt>
                <c:pt idx="72341">
                  <c:v>84.98</c:v>
                </c:pt>
                <c:pt idx="72342">
                  <c:v>169.98</c:v>
                </c:pt>
                <c:pt idx="72343">
                  <c:v>181.95</c:v>
                </c:pt>
                <c:pt idx="72344">
                  <c:v>65.98</c:v>
                </c:pt>
                <c:pt idx="72345">
                  <c:v>169.98</c:v>
                </c:pt>
                <c:pt idx="72346">
                  <c:v>181.95</c:v>
                </c:pt>
                <c:pt idx="72347">
                  <c:v>84.98</c:v>
                </c:pt>
                <c:pt idx="72348">
                  <c:v>65.98</c:v>
                </c:pt>
                <c:pt idx="72349">
                  <c:v>99.98</c:v>
                </c:pt>
                <c:pt idx="72350">
                  <c:v>99.98</c:v>
                </c:pt>
                <c:pt idx="72351">
                  <c:v>85.95</c:v>
                </c:pt>
                <c:pt idx="72352">
                  <c:v>93.97</c:v>
                </c:pt>
                <c:pt idx="72353">
                  <c:v>74.97</c:v>
                </c:pt>
                <c:pt idx="72354">
                  <c:v>65.98</c:v>
                </c:pt>
                <c:pt idx="72355">
                  <c:v>85.97</c:v>
                </c:pt>
                <c:pt idx="72356">
                  <c:v>91.97</c:v>
                </c:pt>
                <c:pt idx="72357">
                  <c:v>60.99</c:v>
                </c:pt>
                <c:pt idx="72358">
                  <c:v>55.98</c:v>
                </c:pt>
                <c:pt idx="72359">
                  <c:v>87.98</c:v>
                </c:pt>
                <c:pt idx="72360">
                  <c:v>58.98</c:v>
                </c:pt>
                <c:pt idx="72361">
                  <c:v>73.98</c:v>
                </c:pt>
                <c:pt idx="72362">
                  <c:v>67.66</c:v>
                </c:pt>
                <c:pt idx="72363">
                  <c:v>60.99</c:v>
                </c:pt>
                <c:pt idx="72364">
                  <c:v>75.98</c:v>
                </c:pt>
                <c:pt idx="72365">
                  <c:v>141.44999999999999</c:v>
                </c:pt>
                <c:pt idx="72366">
                  <c:v>84.99</c:v>
                </c:pt>
                <c:pt idx="72367">
                  <c:v>84.97</c:v>
                </c:pt>
                <c:pt idx="72368">
                  <c:v>116.97</c:v>
                </c:pt>
                <c:pt idx="72369">
                  <c:v>131.97999999999999</c:v>
                </c:pt>
                <c:pt idx="72370">
                  <c:v>169.98</c:v>
                </c:pt>
                <c:pt idx="72371">
                  <c:v>294.26</c:v>
                </c:pt>
                <c:pt idx="72372">
                  <c:v>99.98</c:v>
                </c:pt>
                <c:pt idx="72373">
                  <c:v>109.98</c:v>
                </c:pt>
                <c:pt idx="72374">
                  <c:v>56.48</c:v>
                </c:pt>
                <c:pt idx="72375">
                  <c:v>59.96</c:v>
                </c:pt>
                <c:pt idx="72376">
                  <c:v>146.13999999999999</c:v>
                </c:pt>
                <c:pt idx="72377">
                  <c:v>76.489999999999995</c:v>
                </c:pt>
                <c:pt idx="72378">
                  <c:v>69.989999999999995</c:v>
                </c:pt>
                <c:pt idx="72379">
                  <c:v>84.99</c:v>
                </c:pt>
                <c:pt idx="72380">
                  <c:v>62.98</c:v>
                </c:pt>
                <c:pt idx="72381">
                  <c:v>133.06</c:v>
                </c:pt>
                <c:pt idx="72382">
                  <c:v>84.99</c:v>
                </c:pt>
                <c:pt idx="72383">
                  <c:v>69.86</c:v>
                </c:pt>
                <c:pt idx="72384">
                  <c:v>52.97</c:v>
                </c:pt>
                <c:pt idx="72385">
                  <c:v>78.569999999999993</c:v>
                </c:pt>
                <c:pt idx="72386">
                  <c:v>79.849999999999994</c:v>
                </c:pt>
                <c:pt idx="72387">
                  <c:v>97.99</c:v>
                </c:pt>
                <c:pt idx="72388">
                  <c:v>79.849999999999994</c:v>
                </c:pt>
                <c:pt idx="72389">
                  <c:v>79.849999999999994</c:v>
                </c:pt>
                <c:pt idx="72390">
                  <c:v>79.849999999999994</c:v>
                </c:pt>
                <c:pt idx="72391">
                  <c:v>147.6</c:v>
                </c:pt>
                <c:pt idx="72392">
                  <c:v>157.25</c:v>
                </c:pt>
                <c:pt idx="72393">
                  <c:v>79.849999999999994</c:v>
                </c:pt>
                <c:pt idx="72394">
                  <c:v>177.83</c:v>
                </c:pt>
                <c:pt idx="72395">
                  <c:v>65.989999999999995</c:v>
                </c:pt>
                <c:pt idx="72396">
                  <c:v>65.989999999999995</c:v>
                </c:pt>
                <c:pt idx="72397">
                  <c:v>65.989999999999995</c:v>
                </c:pt>
                <c:pt idx="72398">
                  <c:v>65.989999999999995</c:v>
                </c:pt>
                <c:pt idx="72399">
                  <c:v>54.99</c:v>
                </c:pt>
                <c:pt idx="72400">
                  <c:v>65.989999999999995</c:v>
                </c:pt>
                <c:pt idx="72401">
                  <c:v>84.99</c:v>
                </c:pt>
                <c:pt idx="72402">
                  <c:v>65.989999999999995</c:v>
                </c:pt>
                <c:pt idx="72403">
                  <c:v>65.989999999999995</c:v>
                </c:pt>
                <c:pt idx="72404">
                  <c:v>65.989999999999995</c:v>
                </c:pt>
                <c:pt idx="72405">
                  <c:v>65.989999999999995</c:v>
                </c:pt>
                <c:pt idx="72406">
                  <c:v>54.99</c:v>
                </c:pt>
                <c:pt idx="72407">
                  <c:v>49.99</c:v>
                </c:pt>
                <c:pt idx="72408">
                  <c:v>46.49</c:v>
                </c:pt>
                <c:pt idx="72409">
                  <c:v>51.49</c:v>
                </c:pt>
                <c:pt idx="72410">
                  <c:v>46.49</c:v>
                </c:pt>
                <c:pt idx="72411">
                  <c:v>60.85</c:v>
                </c:pt>
                <c:pt idx="72412">
                  <c:v>65.989999999999995</c:v>
                </c:pt>
                <c:pt idx="72413">
                  <c:v>135.93</c:v>
                </c:pt>
                <c:pt idx="72414">
                  <c:v>101.96</c:v>
                </c:pt>
                <c:pt idx="72415">
                  <c:v>121.98</c:v>
                </c:pt>
                <c:pt idx="72416">
                  <c:v>145.77000000000001</c:v>
                </c:pt>
                <c:pt idx="72417">
                  <c:v>137.66999999999999</c:v>
                </c:pt>
                <c:pt idx="72418">
                  <c:v>79.959999999999994</c:v>
                </c:pt>
                <c:pt idx="72419">
                  <c:v>193.95</c:v>
                </c:pt>
                <c:pt idx="72420">
                  <c:v>207.37</c:v>
                </c:pt>
                <c:pt idx="72421">
                  <c:v>257.83</c:v>
                </c:pt>
                <c:pt idx="72422">
                  <c:v>117.76</c:v>
                </c:pt>
                <c:pt idx="72423">
                  <c:v>174.56</c:v>
                </c:pt>
                <c:pt idx="72424">
                  <c:v>59.96</c:v>
                </c:pt>
                <c:pt idx="72425">
                  <c:v>74.95</c:v>
                </c:pt>
                <c:pt idx="72426">
                  <c:v>59.96</c:v>
                </c:pt>
                <c:pt idx="72427">
                  <c:v>56.9</c:v>
                </c:pt>
                <c:pt idx="72428">
                  <c:v>65.989999999999995</c:v>
                </c:pt>
                <c:pt idx="72429">
                  <c:v>69.989999999999995</c:v>
                </c:pt>
                <c:pt idx="72430">
                  <c:v>74.95</c:v>
                </c:pt>
                <c:pt idx="72431">
                  <c:v>149.96</c:v>
                </c:pt>
                <c:pt idx="72432">
                  <c:v>49.71</c:v>
                </c:pt>
                <c:pt idx="72433">
                  <c:v>179.94</c:v>
                </c:pt>
                <c:pt idx="72434">
                  <c:v>79.98</c:v>
                </c:pt>
                <c:pt idx="72435">
                  <c:v>84.98</c:v>
                </c:pt>
                <c:pt idx="72436">
                  <c:v>79.98</c:v>
                </c:pt>
                <c:pt idx="72437">
                  <c:v>59.98</c:v>
                </c:pt>
                <c:pt idx="72438">
                  <c:v>79.98</c:v>
                </c:pt>
                <c:pt idx="72439">
                  <c:v>79.95</c:v>
                </c:pt>
                <c:pt idx="72440">
                  <c:v>119.96</c:v>
                </c:pt>
                <c:pt idx="72441">
                  <c:v>79.98</c:v>
                </c:pt>
                <c:pt idx="72442">
                  <c:v>84.98</c:v>
                </c:pt>
                <c:pt idx="72443">
                  <c:v>64.98</c:v>
                </c:pt>
                <c:pt idx="72444">
                  <c:v>71.959999999999994</c:v>
                </c:pt>
                <c:pt idx="72445">
                  <c:v>175.4</c:v>
                </c:pt>
                <c:pt idx="72446">
                  <c:v>194.89</c:v>
                </c:pt>
                <c:pt idx="72447">
                  <c:v>174.9</c:v>
                </c:pt>
                <c:pt idx="72448">
                  <c:v>204.88</c:v>
                </c:pt>
                <c:pt idx="72449">
                  <c:v>173.9</c:v>
                </c:pt>
                <c:pt idx="72450">
                  <c:v>175.4</c:v>
                </c:pt>
                <c:pt idx="72451">
                  <c:v>174.9</c:v>
                </c:pt>
                <c:pt idx="72452">
                  <c:v>173.9</c:v>
                </c:pt>
                <c:pt idx="72453">
                  <c:v>71.959999999999994</c:v>
                </c:pt>
                <c:pt idx="72454">
                  <c:v>204.88</c:v>
                </c:pt>
                <c:pt idx="72455">
                  <c:v>194.89</c:v>
                </c:pt>
                <c:pt idx="72456">
                  <c:v>71.959999999999994</c:v>
                </c:pt>
                <c:pt idx="72457">
                  <c:v>71.959999999999994</c:v>
                </c:pt>
                <c:pt idx="72458">
                  <c:v>176.9</c:v>
                </c:pt>
                <c:pt idx="72459">
                  <c:v>176.9</c:v>
                </c:pt>
                <c:pt idx="72460">
                  <c:v>41.49</c:v>
                </c:pt>
                <c:pt idx="72461">
                  <c:v>79.95</c:v>
                </c:pt>
                <c:pt idx="72462">
                  <c:v>63.47</c:v>
                </c:pt>
                <c:pt idx="72463">
                  <c:v>41.49</c:v>
                </c:pt>
                <c:pt idx="72464">
                  <c:v>35.49</c:v>
                </c:pt>
                <c:pt idx="72465">
                  <c:v>79.98</c:v>
                </c:pt>
                <c:pt idx="72466">
                  <c:v>79.95</c:v>
                </c:pt>
                <c:pt idx="72467">
                  <c:v>16.489999999999998</c:v>
                </c:pt>
                <c:pt idx="72468">
                  <c:v>79.95</c:v>
                </c:pt>
                <c:pt idx="72469">
                  <c:v>41.49</c:v>
                </c:pt>
                <c:pt idx="72470">
                  <c:v>153.32</c:v>
                </c:pt>
                <c:pt idx="72471">
                  <c:v>129.9</c:v>
                </c:pt>
                <c:pt idx="72472">
                  <c:v>138.34</c:v>
                </c:pt>
                <c:pt idx="72473">
                  <c:v>142.54</c:v>
                </c:pt>
                <c:pt idx="72474">
                  <c:v>195.04</c:v>
                </c:pt>
                <c:pt idx="72475">
                  <c:v>131.1</c:v>
                </c:pt>
                <c:pt idx="72476">
                  <c:v>139.9</c:v>
                </c:pt>
                <c:pt idx="72477">
                  <c:v>127.95</c:v>
                </c:pt>
                <c:pt idx="72478">
                  <c:v>59.98</c:v>
                </c:pt>
                <c:pt idx="72479">
                  <c:v>59.98</c:v>
                </c:pt>
                <c:pt idx="72480">
                  <c:v>59.98</c:v>
                </c:pt>
                <c:pt idx="72481">
                  <c:v>59.98</c:v>
                </c:pt>
                <c:pt idx="72482">
                  <c:v>59.98</c:v>
                </c:pt>
                <c:pt idx="72483">
                  <c:v>54.5</c:v>
                </c:pt>
                <c:pt idx="72484">
                  <c:v>59.98</c:v>
                </c:pt>
                <c:pt idx="72485">
                  <c:v>59.98</c:v>
                </c:pt>
                <c:pt idx="72486">
                  <c:v>59.98</c:v>
                </c:pt>
                <c:pt idx="72487">
                  <c:v>59.98</c:v>
                </c:pt>
                <c:pt idx="72488">
                  <c:v>79.62</c:v>
                </c:pt>
                <c:pt idx="72489">
                  <c:v>59.98</c:v>
                </c:pt>
                <c:pt idx="72490">
                  <c:v>59.98</c:v>
                </c:pt>
                <c:pt idx="72491">
                  <c:v>59.98</c:v>
                </c:pt>
                <c:pt idx="72492">
                  <c:v>59.98</c:v>
                </c:pt>
                <c:pt idx="72493">
                  <c:v>59.98</c:v>
                </c:pt>
                <c:pt idx="72494">
                  <c:v>59.98</c:v>
                </c:pt>
                <c:pt idx="72495">
                  <c:v>77.97</c:v>
                </c:pt>
                <c:pt idx="72496">
                  <c:v>46.48</c:v>
                </c:pt>
                <c:pt idx="72497">
                  <c:v>71.989999999999995</c:v>
                </c:pt>
                <c:pt idx="72498">
                  <c:v>67.33</c:v>
                </c:pt>
                <c:pt idx="72499">
                  <c:v>84.99</c:v>
                </c:pt>
                <c:pt idx="72500">
                  <c:v>65.989999999999995</c:v>
                </c:pt>
                <c:pt idx="72501">
                  <c:v>139.97999999999999</c:v>
                </c:pt>
                <c:pt idx="72502">
                  <c:v>72.239999999999995</c:v>
                </c:pt>
                <c:pt idx="72503">
                  <c:v>77.98</c:v>
                </c:pt>
                <c:pt idx="72504">
                  <c:v>84.99</c:v>
                </c:pt>
                <c:pt idx="72505">
                  <c:v>84.99</c:v>
                </c:pt>
                <c:pt idx="72506">
                  <c:v>58.98</c:v>
                </c:pt>
                <c:pt idx="72507">
                  <c:v>53.98</c:v>
                </c:pt>
                <c:pt idx="72508">
                  <c:v>38.99</c:v>
                </c:pt>
                <c:pt idx="72509">
                  <c:v>122.07</c:v>
                </c:pt>
                <c:pt idx="72510">
                  <c:v>90.98</c:v>
                </c:pt>
                <c:pt idx="72511">
                  <c:v>107.07</c:v>
                </c:pt>
                <c:pt idx="72512">
                  <c:v>84.07</c:v>
                </c:pt>
                <c:pt idx="72513">
                  <c:v>45.49</c:v>
                </c:pt>
                <c:pt idx="72514">
                  <c:v>181.06</c:v>
                </c:pt>
                <c:pt idx="72515">
                  <c:v>77.08</c:v>
                </c:pt>
                <c:pt idx="72516">
                  <c:v>91.08</c:v>
                </c:pt>
                <c:pt idx="72517">
                  <c:v>59.98</c:v>
                </c:pt>
                <c:pt idx="72518">
                  <c:v>59.98</c:v>
                </c:pt>
                <c:pt idx="72519">
                  <c:v>59.98</c:v>
                </c:pt>
                <c:pt idx="72520">
                  <c:v>59.98</c:v>
                </c:pt>
                <c:pt idx="72521">
                  <c:v>89.97</c:v>
                </c:pt>
                <c:pt idx="72522">
                  <c:v>89.97</c:v>
                </c:pt>
                <c:pt idx="72523">
                  <c:v>89.97</c:v>
                </c:pt>
                <c:pt idx="72524">
                  <c:v>89.97</c:v>
                </c:pt>
                <c:pt idx="72525">
                  <c:v>94.41</c:v>
                </c:pt>
                <c:pt idx="72526">
                  <c:v>59.98</c:v>
                </c:pt>
                <c:pt idx="72527">
                  <c:v>74.97</c:v>
                </c:pt>
                <c:pt idx="72528">
                  <c:v>59.98</c:v>
                </c:pt>
                <c:pt idx="72529">
                  <c:v>120.98</c:v>
                </c:pt>
                <c:pt idx="72530">
                  <c:v>171.76</c:v>
                </c:pt>
                <c:pt idx="72531">
                  <c:v>107.85</c:v>
                </c:pt>
                <c:pt idx="72532">
                  <c:v>280.67</c:v>
                </c:pt>
                <c:pt idx="72533">
                  <c:v>122.18</c:v>
                </c:pt>
                <c:pt idx="72534">
                  <c:v>195.98</c:v>
                </c:pt>
                <c:pt idx="72535">
                  <c:v>153.65</c:v>
                </c:pt>
                <c:pt idx="72536">
                  <c:v>139.28</c:v>
                </c:pt>
                <c:pt idx="72537">
                  <c:v>137.81</c:v>
                </c:pt>
                <c:pt idx="72538">
                  <c:v>61.98</c:v>
                </c:pt>
                <c:pt idx="72539">
                  <c:v>59.98</c:v>
                </c:pt>
                <c:pt idx="72540">
                  <c:v>54.98</c:v>
                </c:pt>
                <c:pt idx="72541">
                  <c:v>61.98</c:v>
                </c:pt>
                <c:pt idx="72542">
                  <c:v>61.98</c:v>
                </c:pt>
                <c:pt idx="72543">
                  <c:v>61.98</c:v>
                </c:pt>
                <c:pt idx="72544">
                  <c:v>59.98</c:v>
                </c:pt>
                <c:pt idx="72545">
                  <c:v>61.98</c:v>
                </c:pt>
                <c:pt idx="72546">
                  <c:v>61.98</c:v>
                </c:pt>
                <c:pt idx="72547">
                  <c:v>59.98</c:v>
                </c:pt>
                <c:pt idx="72548">
                  <c:v>61.98</c:v>
                </c:pt>
                <c:pt idx="72549">
                  <c:v>65.98</c:v>
                </c:pt>
                <c:pt idx="72550">
                  <c:v>58.97</c:v>
                </c:pt>
                <c:pt idx="72551">
                  <c:v>61.98</c:v>
                </c:pt>
                <c:pt idx="72552">
                  <c:v>54.98</c:v>
                </c:pt>
                <c:pt idx="72553">
                  <c:v>59.98</c:v>
                </c:pt>
                <c:pt idx="72554">
                  <c:v>61.98</c:v>
                </c:pt>
                <c:pt idx="72555">
                  <c:v>54.98</c:v>
                </c:pt>
                <c:pt idx="72556">
                  <c:v>61.98</c:v>
                </c:pt>
                <c:pt idx="72557">
                  <c:v>61.98</c:v>
                </c:pt>
                <c:pt idx="72558">
                  <c:v>181.93</c:v>
                </c:pt>
                <c:pt idx="72559">
                  <c:v>155.94</c:v>
                </c:pt>
                <c:pt idx="72560">
                  <c:v>129.94999999999999</c:v>
                </c:pt>
                <c:pt idx="72561">
                  <c:v>155.94</c:v>
                </c:pt>
                <c:pt idx="72562">
                  <c:v>181.93</c:v>
                </c:pt>
                <c:pt idx="72563">
                  <c:v>84.04</c:v>
                </c:pt>
                <c:pt idx="72564">
                  <c:v>55.97</c:v>
                </c:pt>
                <c:pt idx="72565">
                  <c:v>128.08000000000001</c:v>
                </c:pt>
                <c:pt idx="72566">
                  <c:v>88.9</c:v>
                </c:pt>
                <c:pt idx="72567">
                  <c:v>96.93</c:v>
                </c:pt>
                <c:pt idx="72568">
                  <c:v>51.98</c:v>
                </c:pt>
                <c:pt idx="72569">
                  <c:v>77.97</c:v>
                </c:pt>
                <c:pt idx="72570">
                  <c:v>103.96</c:v>
                </c:pt>
                <c:pt idx="72571">
                  <c:v>103.96</c:v>
                </c:pt>
                <c:pt idx="72572">
                  <c:v>70.17</c:v>
                </c:pt>
                <c:pt idx="72573">
                  <c:v>77.97</c:v>
                </c:pt>
                <c:pt idx="72574">
                  <c:v>66.27</c:v>
                </c:pt>
                <c:pt idx="72575">
                  <c:v>72.97</c:v>
                </c:pt>
                <c:pt idx="72576">
                  <c:v>51.98</c:v>
                </c:pt>
                <c:pt idx="72577">
                  <c:v>51.98</c:v>
                </c:pt>
                <c:pt idx="72578">
                  <c:v>92.77</c:v>
                </c:pt>
                <c:pt idx="72579">
                  <c:v>63.96</c:v>
                </c:pt>
                <c:pt idx="72580">
                  <c:v>103.96</c:v>
                </c:pt>
                <c:pt idx="72581">
                  <c:v>51.98</c:v>
                </c:pt>
                <c:pt idx="72582">
                  <c:v>72.97</c:v>
                </c:pt>
                <c:pt idx="72583">
                  <c:v>51.98</c:v>
                </c:pt>
                <c:pt idx="72584">
                  <c:v>77.97</c:v>
                </c:pt>
                <c:pt idx="72585">
                  <c:v>53.94</c:v>
                </c:pt>
                <c:pt idx="72586">
                  <c:v>119.96</c:v>
                </c:pt>
                <c:pt idx="72587">
                  <c:v>89.97</c:v>
                </c:pt>
                <c:pt idx="72588">
                  <c:v>59.98</c:v>
                </c:pt>
                <c:pt idx="72589">
                  <c:v>59.98</c:v>
                </c:pt>
                <c:pt idx="72590">
                  <c:v>123.96</c:v>
                </c:pt>
                <c:pt idx="72591">
                  <c:v>123.96</c:v>
                </c:pt>
                <c:pt idx="72592">
                  <c:v>107.96</c:v>
                </c:pt>
                <c:pt idx="72593">
                  <c:v>123.96</c:v>
                </c:pt>
                <c:pt idx="72594">
                  <c:v>59.98</c:v>
                </c:pt>
                <c:pt idx="72595">
                  <c:v>59.98</c:v>
                </c:pt>
                <c:pt idx="72596">
                  <c:v>123.96</c:v>
                </c:pt>
                <c:pt idx="72597">
                  <c:v>145.16</c:v>
                </c:pt>
                <c:pt idx="72598">
                  <c:v>116.12</c:v>
                </c:pt>
                <c:pt idx="72599">
                  <c:v>145.16</c:v>
                </c:pt>
                <c:pt idx="72600">
                  <c:v>145.16</c:v>
                </c:pt>
                <c:pt idx="72601">
                  <c:v>145.16</c:v>
                </c:pt>
                <c:pt idx="72602">
                  <c:v>145.15</c:v>
                </c:pt>
                <c:pt idx="72603">
                  <c:v>145.15</c:v>
                </c:pt>
                <c:pt idx="72604">
                  <c:v>205.63</c:v>
                </c:pt>
                <c:pt idx="72605">
                  <c:v>114.9</c:v>
                </c:pt>
                <c:pt idx="72606">
                  <c:v>120.95</c:v>
                </c:pt>
                <c:pt idx="72607">
                  <c:v>181.44</c:v>
                </c:pt>
                <c:pt idx="72608">
                  <c:v>200.79</c:v>
                </c:pt>
                <c:pt idx="72609">
                  <c:v>79.84</c:v>
                </c:pt>
                <c:pt idx="72610">
                  <c:v>145.15</c:v>
                </c:pt>
                <c:pt idx="72611">
                  <c:v>79.84</c:v>
                </c:pt>
                <c:pt idx="72612">
                  <c:v>79.98</c:v>
                </c:pt>
                <c:pt idx="72613">
                  <c:v>79.98</c:v>
                </c:pt>
                <c:pt idx="72614">
                  <c:v>47.66</c:v>
                </c:pt>
                <c:pt idx="72615">
                  <c:v>47.66</c:v>
                </c:pt>
                <c:pt idx="72616">
                  <c:v>71.98</c:v>
                </c:pt>
                <c:pt idx="72617">
                  <c:v>71.98</c:v>
                </c:pt>
                <c:pt idx="72618">
                  <c:v>79.98</c:v>
                </c:pt>
                <c:pt idx="72619">
                  <c:v>75.98</c:v>
                </c:pt>
                <c:pt idx="72620">
                  <c:v>79.98</c:v>
                </c:pt>
                <c:pt idx="72621">
                  <c:v>75.98</c:v>
                </c:pt>
                <c:pt idx="72622">
                  <c:v>79.98</c:v>
                </c:pt>
                <c:pt idx="72623">
                  <c:v>79.98</c:v>
                </c:pt>
                <c:pt idx="72624">
                  <c:v>159.69999999999999</c:v>
                </c:pt>
                <c:pt idx="72625">
                  <c:v>130.9</c:v>
                </c:pt>
                <c:pt idx="72626">
                  <c:v>200.81</c:v>
                </c:pt>
                <c:pt idx="72627">
                  <c:v>177.83</c:v>
                </c:pt>
                <c:pt idx="72628">
                  <c:v>159.69999999999999</c:v>
                </c:pt>
                <c:pt idx="72629">
                  <c:v>120.96</c:v>
                </c:pt>
                <c:pt idx="72630">
                  <c:v>244.37</c:v>
                </c:pt>
                <c:pt idx="72631">
                  <c:v>176.62</c:v>
                </c:pt>
                <c:pt idx="72632">
                  <c:v>91.26</c:v>
                </c:pt>
                <c:pt idx="72633">
                  <c:v>104.98</c:v>
                </c:pt>
                <c:pt idx="72634">
                  <c:v>130.38</c:v>
                </c:pt>
                <c:pt idx="72635">
                  <c:v>53.97</c:v>
                </c:pt>
                <c:pt idx="72636">
                  <c:v>84.99</c:v>
                </c:pt>
                <c:pt idx="72637">
                  <c:v>105.87</c:v>
                </c:pt>
                <c:pt idx="72638">
                  <c:v>100.18</c:v>
                </c:pt>
                <c:pt idx="72639">
                  <c:v>109.97</c:v>
                </c:pt>
                <c:pt idx="72640">
                  <c:v>84.99</c:v>
                </c:pt>
                <c:pt idx="72641">
                  <c:v>94.98</c:v>
                </c:pt>
                <c:pt idx="72642">
                  <c:v>141.74</c:v>
                </c:pt>
                <c:pt idx="72643">
                  <c:v>159.97999999999999</c:v>
                </c:pt>
                <c:pt idx="72644">
                  <c:v>1105.78</c:v>
                </c:pt>
                <c:pt idx="72645">
                  <c:v>153.85</c:v>
                </c:pt>
                <c:pt idx="72646">
                  <c:v>142.44999999999999</c:v>
                </c:pt>
                <c:pt idx="72647">
                  <c:v>79.14</c:v>
                </c:pt>
                <c:pt idx="72648">
                  <c:v>100.97</c:v>
                </c:pt>
                <c:pt idx="72649">
                  <c:v>105.26</c:v>
                </c:pt>
                <c:pt idx="72650">
                  <c:v>149.94999999999999</c:v>
                </c:pt>
                <c:pt idx="72651">
                  <c:v>92.97</c:v>
                </c:pt>
                <c:pt idx="72652">
                  <c:v>114.96</c:v>
                </c:pt>
                <c:pt idx="72653">
                  <c:v>120.96</c:v>
                </c:pt>
                <c:pt idx="72654">
                  <c:v>92.97</c:v>
                </c:pt>
                <c:pt idx="72655">
                  <c:v>102.97</c:v>
                </c:pt>
                <c:pt idx="72656">
                  <c:v>123.26</c:v>
                </c:pt>
                <c:pt idx="72657">
                  <c:v>80.180000000000007</c:v>
                </c:pt>
                <c:pt idx="72658">
                  <c:v>87.98</c:v>
                </c:pt>
                <c:pt idx="72659">
                  <c:v>124.89</c:v>
                </c:pt>
                <c:pt idx="72660">
                  <c:v>82.48</c:v>
                </c:pt>
                <c:pt idx="72661">
                  <c:v>89.47</c:v>
                </c:pt>
                <c:pt idx="72662">
                  <c:v>102.97</c:v>
                </c:pt>
                <c:pt idx="72663">
                  <c:v>99.98</c:v>
                </c:pt>
                <c:pt idx="72664">
                  <c:v>74.98</c:v>
                </c:pt>
                <c:pt idx="72665">
                  <c:v>93.96</c:v>
                </c:pt>
                <c:pt idx="72666">
                  <c:v>53.97</c:v>
                </c:pt>
                <c:pt idx="72667">
                  <c:v>53.97</c:v>
                </c:pt>
                <c:pt idx="72668">
                  <c:v>83.53</c:v>
                </c:pt>
                <c:pt idx="72669">
                  <c:v>69.23</c:v>
                </c:pt>
                <c:pt idx="72670">
                  <c:v>111.25</c:v>
                </c:pt>
                <c:pt idx="72671">
                  <c:v>53.97</c:v>
                </c:pt>
                <c:pt idx="72672">
                  <c:v>86.02</c:v>
                </c:pt>
                <c:pt idx="72673">
                  <c:v>89.95</c:v>
                </c:pt>
                <c:pt idx="72674">
                  <c:v>89.95</c:v>
                </c:pt>
                <c:pt idx="72675">
                  <c:v>68.989999999999995</c:v>
                </c:pt>
                <c:pt idx="72676">
                  <c:v>84.99</c:v>
                </c:pt>
                <c:pt idx="72677">
                  <c:v>84.99</c:v>
                </c:pt>
                <c:pt idx="72678">
                  <c:v>86.98</c:v>
                </c:pt>
                <c:pt idx="72679">
                  <c:v>84.99</c:v>
                </c:pt>
                <c:pt idx="72680">
                  <c:v>73.989999999999995</c:v>
                </c:pt>
                <c:pt idx="72681">
                  <c:v>60.03</c:v>
                </c:pt>
                <c:pt idx="72682">
                  <c:v>97.98</c:v>
                </c:pt>
                <c:pt idx="72683">
                  <c:v>25.47</c:v>
                </c:pt>
                <c:pt idx="72684">
                  <c:v>65.19</c:v>
                </c:pt>
                <c:pt idx="72685">
                  <c:v>72.989999999999995</c:v>
                </c:pt>
                <c:pt idx="72686">
                  <c:v>68.989999999999995</c:v>
                </c:pt>
                <c:pt idx="72687">
                  <c:v>76.069999999999993</c:v>
                </c:pt>
                <c:pt idx="72688">
                  <c:v>51.97</c:v>
                </c:pt>
                <c:pt idx="72689">
                  <c:v>84.99</c:v>
                </c:pt>
                <c:pt idx="72690">
                  <c:v>57.69</c:v>
                </c:pt>
                <c:pt idx="72691">
                  <c:v>93.54</c:v>
                </c:pt>
                <c:pt idx="72692">
                  <c:v>216.93</c:v>
                </c:pt>
                <c:pt idx="72693">
                  <c:v>131.97999999999999</c:v>
                </c:pt>
                <c:pt idx="72694">
                  <c:v>269.95999999999998</c:v>
                </c:pt>
                <c:pt idx="72695">
                  <c:v>181.97</c:v>
                </c:pt>
                <c:pt idx="72696">
                  <c:v>199.96</c:v>
                </c:pt>
                <c:pt idx="72697">
                  <c:v>64.97</c:v>
                </c:pt>
                <c:pt idx="72698">
                  <c:v>51.28</c:v>
                </c:pt>
                <c:pt idx="72699">
                  <c:v>46.28</c:v>
                </c:pt>
                <c:pt idx="72700">
                  <c:v>55.96</c:v>
                </c:pt>
                <c:pt idx="72701">
                  <c:v>36.58</c:v>
                </c:pt>
                <c:pt idx="72702">
                  <c:v>51.93</c:v>
                </c:pt>
                <c:pt idx="72703">
                  <c:v>89.96</c:v>
                </c:pt>
                <c:pt idx="72704">
                  <c:v>84.99</c:v>
                </c:pt>
                <c:pt idx="72705">
                  <c:v>84.99</c:v>
                </c:pt>
                <c:pt idx="72706">
                  <c:v>84.99</c:v>
                </c:pt>
                <c:pt idx="72707">
                  <c:v>84.99</c:v>
                </c:pt>
                <c:pt idx="72708">
                  <c:v>76.489999999999995</c:v>
                </c:pt>
                <c:pt idx="72709">
                  <c:v>84.99</c:v>
                </c:pt>
                <c:pt idx="72710">
                  <c:v>84.99</c:v>
                </c:pt>
                <c:pt idx="72711">
                  <c:v>84.99</c:v>
                </c:pt>
                <c:pt idx="72712">
                  <c:v>84.99</c:v>
                </c:pt>
                <c:pt idx="72713">
                  <c:v>84.99</c:v>
                </c:pt>
                <c:pt idx="72714">
                  <c:v>84.99</c:v>
                </c:pt>
                <c:pt idx="72715">
                  <c:v>84.99</c:v>
                </c:pt>
                <c:pt idx="72716">
                  <c:v>74.790000000000006</c:v>
                </c:pt>
                <c:pt idx="72717">
                  <c:v>92.84</c:v>
                </c:pt>
                <c:pt idx="72718">
                  <c:v>84.99</c:v>
                </c:pt>
                <c:pt idx="72719">
                  <c:v>109.98</c:v>
                </c:pt>
                <c:pt idx="72720">
                  <c:v>84.99</c:v>
                </c:pt>
                <c:pt idx="72721">
                  <c:v>99.98</c:v>
                </c:pt>
                <c:pt idx="72722">
                  <c:v>54.99</c:v>
                </c:pt>
                <c:pt idx="72723">
                  <c:v>94.43</c:v>
                </c:pt>
                <c:pt idx="72724">
                  <c:v>84.99</c:v>
                </c:pt>
                <c:pt idx="72725">
                  <c:v>99.98</c:v>
                </c:pt>
                <c:pt idx="72726">
                  <c:v>84.99</c:v>
                </c:pt>
                <c:pt idx="72727">
                  <c:v>84.97</c:v>
                </c:pt>
                <c:pt idx="72728">
                  <c:v>68.989999999999995</c:v>
                </c:pt>
                <c:pt idx="72729">
                  <c:v>109.98</c:v>
                </c:pt>
                <c:pt idx="72730">
                  <c:v>99.98</c:v>
                </c:pt>
                <c:pt idx="72731">
                  <c:v>9.99</c:v>
                </c:pt>
                <c:pt idx="72732">
                  <c:v>34.479999999999997</c:v>
                </c:pt>
                <c:pt idx="72733">
                  <c:v>91.96</c:v>
                </c:pt>
                <c:pt idx="72734">
                  <c:v>55.97</c:v>
                </c:pt>
                <c:pt idx="72735">
                  <c:v>47.48</c:v>
                </c:pt>
                <c:pt idx="72736">
                  <c:v>72.97</c:v>
                </c:pt>
                <c:pt idx="72737">
                  <c:v>103.96</c:v>
                </c:pt>
                <c:pt idx="72738">
                  <c:v>68.97</c:v>
                </c:pt>
                <c:pt idx="72739">
                  <c:v>47.48</c:v>
                </c:pt>
                <c:pt idx="72740">
                  <c:v>55.97</c:v>
                </c:pt>
                <c:pt idx="72741">
                  <c:v>68.97</c:v>
                </c:pt>
                <c:pt idx="72742">
                  <c:v>55.97</c:v>
                </c:pt>
                <c:pt idx="72743">
                  <c:v>51.98</c:v>
                </c:pt>
                <c:pt idx="72744">
                  <c:v>9.99</c:v>
                </c:pt>
                <c:pt idx="72745">
                  <c:v>114.95</c:v>
                </c:pt>
                <c:pt idx="72746">
                  <c:v>55.97</c:v>
                </c:pt>
                <c:pt idx="72747">
                  <c:v>74.98</c:v>
                </c:pt>
                <c:pt idx="72748">
                  <c:v>134.93</c:v>
                </c:pt>
                <c:pt idx="72749">
                  <c:v>55.97</c:v>
                </c:pt>
                <c:pt idx="72750">
                  <c:v>154.96</c:v>
                </c:pt>
                <c:pt idx="72751">
                  <c:v>96.37</c:v>
                </c:pt>
                <c:pt idx="72752">
                  <c:v>157.51</c:v>
                </c:pt>
                <c:pt idx="72753">
                  <c:v>163.19</c:v>
                </c:pt>
                <c:pt idx="72754">
                  <c:v>154.96</c:v>
                </c:pt>
                <c:pt idx="72755">
                  <c:v>73.959999999999994</c:v>
                </c:pt>
                <c:pt idx="72756">
                  <c:v>237.09</c:v>
                </c:pt>
                <c:pt idx="72757">
                  <c:v>104.98</c:v>
                </c:pt>
                <c:pt idx="72758">
                  <c:v>64.98</c:v>
                </c:pt>
                <c:pt idx="72759">
                  <c:v>36.29</c:v>
                </c:pt>
                <c:pt idx="72760">
                  <c:v>57.98</c:v>
                </c:pt>
                <c:pt idx="72761">
                  <c:v>65.98</c:v>
                </c:pt>
                <c:pt idx="72762">
                  <c:v>58.28</c:v>
                </c:pt>
                <c:pt idx="72763">
                  <c:v>65.98</c:v>
                </c:pt>
                <c:pt idx="72764">
                  <c:v>55.98</c:v>
                </c:pt>
                <c:pt idx="72765">
                  <c:v>65.989999999999995</c:v>
                </c:pt>
                <c:pt idx="72766">
                  <c:v>49.71</c:v>
                </c:pt>
                <c:pt idx="72767">
                  <c:v>84.97</c:v>
                </c:pt>
                <c:pt idx="72768">
                  <c:v>57.98</c:v>
                </c:pt>
                <c:pt idx="72769">
                  <c:v>67.98</c:v>
                </c:pt>
                <c:pt idx="72770">
                  <c:v>56.98</c:v>
                </c:pt>
                <c:pt idx="72771">
                  <c:v>60.99</c:v>
                </c:pt>
                <c:pt idx="72772">
                  <c:v>103.97</c:v>
                </c:pt>
                <c:pt idx="72773">
                  <c:v>91.98</c:v>
                </c:pt>
                <c:pt idx="72774">
                  <c:v>91.98</c:v>
                </c:pt>
                <c:pt idx="72775">
                  <c:v>79.989999999999995</c:v>
                </c:pt>
                <c:pt idx="72776">
                  <c:v>91.98</c:v>
                </c:pt>
                <c:pt idx="72777">
                  <c:v>91.98</c:v>
                </c:pt>
                <c:pt idx="72778">
                  <c:v>91.98</c:v>
                </c:pt>
                <c:pt idx="72779">
                  <c:v>95.98</c:v>
                </c:pt>
                <c:pt idx="72780">
                  <c:v>79.989999999999995</c:v>
                </c:pt>
                <c:pt idx="72781">
                  <c:v>103.97</c:v>
                </c:pt>
                <c:pt idx="72782">
                  <c:v>60.99</c:v>
                </c:pt>
                <c:pt idx="72783">
                  <c:v>99.95</c:v>
                </c:pt>
                <c:pt idx="72784">
                  <c:v>99.98</c:v>
                </c:pt>
                <c:pt idx="72785">
                  <c:v>39.99</c:v>
                </c:pt>
                <c:pt idx="72786">
                  <c:v>75.98</c:v>
                </c:pt>
                <c:pt idx="72787">
                  <c:v>99.98</c:v>
                </c:pt>
                <c:pt idx="72788">
                  <c:v>99.98</c:v>
                </c:pt>
                <c:pt idx="72789">
                  <c:v>74.98</c:v>
                </c:pt>
                <c:pt idx="72790">
                  <c:v>92.46</c:v>
                </c:pt>
                <c:pt idx="72791">
                  <c:v>59.97</c:v>
                </c:pt>
                <c:pt idx="72792">
                  <c:v>96.86</c:v>
                </c:pt>
                <c:pt idx="72793">
                  <c:v>99.98</c:v>
                </c:pt>
                <c:pt idx="72794">
                  <c:v>99.98</c:v>
                </c:pt>
                <c:pt idx="72795">
                  <c:v>75.98</c:v>
                </c:pt>
                <c:pt idx="72796">
                  <c:v>59.97</c:v>
                </c:pt>
                <c:pt idx="72797">
                  <c:v>79.98</c:v>
                </c:pt>
                <c:pt idx="72798">
                  <c:v>150.97</c:v>
                </c:pt>
                <c:pt idx="72799">
                  <c:v>125.17</c:v>
                </c:pt>
                <c:pt idx="72800">
                  <c:v>150.97</c:v>
                </c:pt>
                <c:pt idx="72801">
                  <c:v>125.68</c:v>
                </c:pt>
                <c:pt idx="72802">
                  <c:v>101.98</c:v>
                </c:pt>
                <c:pt idx="72803">
                  <c:v>99.98</c:v>
                </c:pt>
                <c:pt idx="72804">
                  <c:v>140.97</c:v>
                </c:pt>
                <c:pt idx="72805">
                  <c:v>145.63</c:v>
                </c:pt>
                <c:pt idx="72806">
                  <c:v>89.97</c:v>
                </c:pt>
                <c:pt idx="72807">
                  <c:v>87.46</c:v>
                </c:pt>
                <c:pt idx="72808">
                  <c:v>56.97</c:v>
                </c:pt>
                <c:pt idx="72809">
                  <c:v>74.97</c:v>
                </c:pt>
                <c:pt idx="72810">
                  <c:v>62.97</c:v>
                </c:pt>
                <c:pt idx="72811">
                  <c:v>89.97</c:v>
                </c:pt>
                <c:pt idx="72812">
                  <c:v>89.97</c:v>
                </c:pt>
                <c:pt idx="72813">
                  <c:v>83.26</c:v>
                </c:pt>
                <c:pt idx="72814">
                  <c:v>74.98</c:v>
                </c:pt>
                <c:pt idx="72815">
                  <c:v>89.97</c:v>
                </c:pt>
                <c:pt idx="72816">
                  <c:v>84.97</c:v>
                </c:pt>
                <c:pt idx="72817">
                  <c:v>74.97</c:v>
                </c:pt>
                <c:pt idx="72818">
                  <c:v>89.97</c:v>
                </c:pt>
                <c:pt idx="72819">
                  <c:v>84.99</c:v>
                </c:pt>
                <c:pt idx="72820">
                  <c:v>197.97</c:v>
                </c:pt>
                <c:pt idx="72821">
                  <c:v>169.98</c:v>
                </c:pt>
                <c:pt idx="72822">
                  <c:v>65.989999999999995</c:v>
                </c:pt>
                <c:pt idx="72823">
                  <c:v>84.99</c:v>
                </c:pt>
                <c:pt idx="72824">
                  <c:v>54.98</c:v>
                </c:pt>
                <c:pt idx="72825">
                  <c:v>59.95</c:v>
                </c:pt>
                <c:pt idx="72826">
                  <c:v>59.95</c:v>
                </c:pt>
                <c:pt idx="72827">
                  <c:v>66.95</c:v>
                </c:pt>
                <c:pt idx="72828">
                  <c:v>63.05</c:v>
                </c:pt>
                <c:pt idx="72829">
                  <c:v>54.98</c:v>
                </c:pt>
                <c:pt idx="72830">
                  <c:v>56.97</c:v>
                </c:pt>
                <c:pt idx="72831">
                  <c:v>67.97</c:v>
                </c:pt>
                <c:pt idx="72832">
                  <c:v>129.96</c:v>
                </c:pt>
                <c:pt idx="72833">
                  <c:v>44.99</c:v>
                </c:pt>
                <c:pt idx="72834">
                  <c:v>69.98</c:v>
                </c:pt>
                <c:pt idx="72835">
                  <c:v>121.96</c:v>
                </c:pt>
                <c:pt idx="72836">
                  <c:v>29.99</c:v>
                </c:pt>
                <c:pt idx="72837">
                  <c:v>147.96</c:v>
                </c:pt>
                <c:pt idx="72838">
                  <c:v>179.95</c:v>
                </c:pt>
                <c:pt idx="72839">
                  <c:v>129.16</c:v>
                </c:pt>
                <c:pt idx="72840">
                  <c:v>158.94999999999999</c:v>
                </c:pt>
                <c:pt idx="72841">
                  <c:v>139.96</c:v>
                </c:pt>
                <c:pt idx="72842">
                  <c:v>147.97999999999999</c:v>
                </c:pt>
                <c:pt idx="72843">
                  <c:v>168.27</c:v>
                </c:pt>
                <c:pt idx="72844">
                  <c:v>144.47999999999999</c:v>
                </c:pt>
                <c:pt idx="72845">
                  <c:v>137.97999999999999</c:v>
                </c:pt>
                <c:pt idx="72846">
                  <c:v>258.26</c:v>
                </c:pt>
                <c:pt idx="72847">
                  <c:v>49.99</c:v>
                </c:pt>
                <c:pt idx="72848">
                  <c:v>54.98</c:v>
                </c:pt>
                <c:pt idx="72849">
                  <c:v>119.98</c:v>
                </c:pt>
                <c:pt idx="72850">
                  <c:v>26.99</c:v>
                </c:pt>
                <c:pt idx="72851">
                  <c:v>72.97</c:v>
                </c:pt>
                <c:pt idx="72852">
                  <c:v>134.97</c:v>
                </c:pt>
                <c:pt idx="72853">
                  <c:v>95.98</c:v>
                </c:pt>
                <c:pt idx="72854">
                  <c:v>1247.54</c:v>
                </c:pt>
                <c:pt idx="72855">
                  <c:v>73.98</c:v>
                </c:pt>
                <c:pt idx="72856">
                  <c:v>73.98</c:v>
                </c:pt>
                <c:pt idx="72857">
                  <c:v>73.98</c:v>
                </c:pt>
                <c:pt idx="72858">
                  <c:v>73.98</c:v>
                </c:pt>
                <c:pt idx="72859">
                  <c:v>73.98</c:v>
                </c:pt>
                <c:pt idx="72860">
                  <c:v>57.98</c:v>
                </c:pt>
                <c:pt idx="72861">
                  <c:v>73.98</c:v>
                </c:pt>
                <c:pt idx="72862">
                  <c:v>73.98</c:v>
                </c:pt>
                <c:pt idx="72863">
                  <c:v>73.98</c:v>
                </c:pt>
                <c:pt idx="72864">
                  <c:v>73.98</c:v>
                </c:pt>
                <c:pt idx="72865">
                  <c:v>73.98</c:v>
                </c:pt>
                <c:pt idx="72866">
                  <c:v>73.98</c:v>
                </c:pt>
                <c:pt idx="72867">
                  <c:v>96.98</c:v>
                </c:pt>
                <c:pt idx="72868">
                  <c:v>54.98</c:v>
                </c:pt>
                <c:pt idx="72869">
                  <c:v>84.99</c:v>
                </c:pt>
                <c:pt idx="72870">
                  <c:v>84.99</c:v>
                </c:pt>
                <c:pt idx="72871">
                  <c:v>74.67</c:v>
                </c:pt>
                <c:pt idx="72872">
                  <c:v>84.99</c:v>
                </c:pt>
                <c:pt idx="72873">
                  <c:v>96.98</c:v>
                </c:pt>
                <c:pt idx="72874">
                  <c:v>108.97</c:v>
                </c:pt>
                <c:pt idx="72875">
                  <c:v>84.99</c:v>
                </c:pt>
                <c:pt idx="72876">
                  <c:v>84.99</c:v>
                </c:pt>
                <c:pt idx="72877">
                  <c:v>108.97</c:v>
                </c:pt>
                <c:pt idx="72878">
                  <c:v>127.97</c:v>
                </c:pt>
                <c:pt idx="72879">
                  <c:v>-162.47999999999999</c:v>
                </c:pt>
                <c:pt idx="72880">
                  <c:v>162.47999999999999</c:v>
                </c:pt>
                <c:pt idx="72881">
                  <c:v>94.48</c:v>
                </c:pt>
                <c:pt idx="72882">
                  <c:v>162.47999999999999</c:v>
                </c:pt>
                <c:pt idx="72883">
                  <c:v>30.73</c:v>
                </c:pt>
                <c:pt idx="72884">
                  <c:v>73.48</c:v>
                </c:pt>
                <c:pt idx="72885">
                  <c:v>100.49</c:v>
                </c:pt>
                <c:pt idx="72886">
                  <c:v>202.45</c:v>
                </c:pt>
                <c:pt idx="72887">
                  <c:v>80.489999999999995</c:v>
                </c:pt>
                <c:pt idx="72888">
                  <c:v>79.989999999999995</c:v>
                </c:pt>
                <c:pt idx="72889">
                  <c:v>-162.47999999999999</c:v>
                </c:pt>
                <c:pt idx="72890">
                  <c:v>94.57</c:v>
                </c:pt>
                <c:pt idx="72891">
                  <c:v>162.47999999999999</c:v>
                </c:pt>
                <c:pt idx="72892">
                  <c:v>162.47999999999999</c:v>
                </c:pt>
                <c:pt idx="72893">
                  <c:v>-220.47</c:v>
                </c:pt>
                <c:pt idx="72894">
                  <c:v>79.989999999999995</c:v>
                </c:pt>
                <c:pt idx="72895">
                  <c:v>-0.75</c:v>
                </c:pt>
                <c:pt idx="72896">
                  <c:v>71.459999999999994</c:v>
                </c:pt>
                <c:pt idx="72897">
                  <c:v>66.239999999999995</c:v>
                </c:pt>
                <c:pt idx="72898">
                  <c:v>84.99</c:v>
                </c:pt>
                <c:pt idx="72899">
                  <c:v>62.02</c:v>
                </c:pt>
                <c:pt idx="72900">
                  <c:v>66.239999999999995</c:v>
                </c:pt>
                <c:pt idx="72901">
                  <c:v>62.02</c:v>
                </c:pt>
                <c:pt idx="72902">
                  <c:v>84.99</c:v>
                </c:pt>
                <c:pt idx="72903">
                  <c:v>169.98</c:v>
                </c:pt>
                <c:pt idx="72904">
                  <c:v>62.09</c:v>
                </c:pt>
                <c:pt idx="72905">
                  <c:v>169.98</c:v>
                </c:pt>
                <c:pt idx="72906">
                  <c:v>84.99</c:v>
                </c:pt>
                <c:pt idx="72907">
                  <c:v>62.09</c:v>
                </c:pt>
                <c:pt idx="72908">
                  <c:v>73.98</c:v>
                </c:pt>
                <c:pt idx="72909">
                  <c:v>73.98</c:v>
                </c:pt>
                <c:pt idx="72910">
                  <c:v>76.489999999999995</c:v>
                </c:pt>
                <c:pt idx="72911">
                  <c:v>169.98</c:v>
                </c:pt>
                <c:pt idx="72912">
                  <c:v>72.599999999999994</c:v>
                </c:pt>
                <c:pt idx="72913">
                  <c:v>80.739999999999995</c:v>
                </c:pt>
                <c:pt idx="72914">
                  <c:v>76.489999999999995</c:v>
                </c:pt>
                <c:pt idx="72915">
                  <c:v>84.99</c:v>
                </c:pt>
                <c:pt idx="72916">
                  <c:v>84.99</c:v>
                </c:pt>
                <c:pt idx="72917">
                  <c:v>76.489999999999995</c:v>
                </c:pt>
                <c:pt idx="72918">
                  <c:v>76.489999999999995</c:v>
                </c:pt>
                <c:pt idx="72919">
                  <c:v>42.22</c:v>
                </c:pt>
                <c:pt idx="72920">
                  <c:v>42.22</c:v>
                </c:pt>
                <c:pt idx="72921">
                  <c:v>76.489999999999995</c:v>
                </c:pt>
                <c:pt idx="72922">
                  <c:v>80.739999999999995</c:v>
                </c:pt>
                <c:pt idx="72923">
                  <c:v>89.98</c:v>
                </c:pt>
                <c:pt idx="72924">
                  <c:v>76.489999999999995</c:v>
                </c:pt>
                <c:pt idx="72925">
                  <c:v>76.489999999999995</c:v>
                </c:pt>
                <c:pt idx="72926">
                  <c:v>76.489999999999995</c:v>
                </c:pt>
                <c:pt idx="72927">
                  <c:v>72.239999999999995</c:v>
                </c:pt>
                <c:pt idx="72928">
                  <c:v>71.98</c:v>
                </c:pt>
                <c:pt idx="72929">
                  <c:v>71.98</c:v>
                </c:pt>
                <c:pt idx="72930">
                  <c:v>72.239999999999995</c:v>
                </c:pt>
                <c:pt idx="72931">
                  <c:v>84.99</c:v>
                </c:pt>
                <c:pt idx="72932">
                  <c:v>72.599999999999994</c:v>
                </c:pt>
                <c:pt idx="72933">
                  <c:v>89.98</c:v>
                </c:pt>
                <c:pt idx="72934">
                  <c:v>169.98</c:v>
                </c:pt>
                <c:pt idx="72935">
                  <c:v>79.989999999999995</c:v>
                </c:pt>
                <c:pt idx="72936">
                  <c:v>99.98</c:v>
                </c:pt>
                <c:pt idx="72937">
                  <c:v>84.98</c:v>
                </c:pt>
                <c:pt idx="72938">
                  <c:v>79.989999999999995</c:v>
                </c:pt>
                <c:pt idx="72939">
                  <c:v>71.98</c:v>
                </c:pt>
                <c:pt idx="72940">
                  <c:v>79.989999999999995</c:v>
                </c:pt>
                <c:pt idx="72941">
                  <c:v>99.98</c:v>
                </c:pt>
                <c:pt idx="72942">
                  <c:v>74.010000000000005</c:v>
                </c:pt>
                <c:pt idx="72943">
                  <c:v>79.989999999999995</c:v>
                </c:pt>
                <c:pt idx="72944">
                  <c:v>120.84</c:v>
                </c:pt>
                <c:pt idx="72945">
                  <c:v>65.98</c:v>
                </c:pt>
                <c:pt idx="72946">
                  <c:v>79.989999999999995</c:v>
                </c:pt>
                <c:pt idx="72947">
                  <c:v>63.45</c:v>
                </c:pt>
                <c:pt idx="72948">
                  <c:v>105.98</c:v>
                </c:pt>
                <c:pt idx="72949">
                  <c:v>65.989999999999995</c:v>
                </c:pt>
                <c:pt idx="72950">
                  <c:v>67.489999999999995</c:v>
                </c:pt>
                <c:pt idx="72951">
                  <c:v>101.96</c:v>
                </c:pt>
                <c:pt idx="72952">
                  <c:v>81.98</c:v>
                </c:pt>
                <c:pt idx="72953">
                  <c:v>116.53</c:v>
                </c:pt>
                <c:pt idx="72954">
                  <c:v>64.819999999999993</c:v>
                </c:pt>
                <c:pt idx="72955">
                  <c:v>53.98</c:v>
                </c:pt>
                <c:pt idx="72956">
                  <c:v>96.25</c:v>
                </c:pt>
                <c:pt idx="72957">
                  <c:v>81.98</c:v>
                </c:pt>
                <c:pt idx="72958">
                  <c:v>77.98</c:v>
                </c:pt>
                <c:pt idx="72959">
                  <c:v>107.96</c:v>
                </c:pt>
                <c:pt idx="72960">
                  <c:v>80.97</c:v>
                </c:pt>
                <c:pt idx="72961">
                  <c:v>89.97</c:v>
                </c:pt>
                <c:pt idx="72962">
                  <c:v>84.97</c:v>
                </c:pt>
                <c:pt idx="72963">
                  <c:v>80.97</c:v>
                </c:pt>
                <c:pt idx="72964">
                  <c:v>81.599999999999994</c:v>
                </c:pt>
                <c:pt idx="72965">
                  <c:v>76.47</c:v>
                </c:pt>
                <c:pt idx="72966">
                  <c:v>76.47</c:v>
                </c:pt>
                <c:pt idx="72967">
                  <c:v>94.46</c:v>
                </c:pt>
                <c:pt idx="72968">
                  <c:v>85.97</c:v>
                </c:pt>
                <c:pt idx="72969">
                  <c:v>92.98</c:v>
                </c:pt>
                <c:pt idx="72970">
                  <c:v>105.97</c:v>
                </c:pt>
                <c:pt idx="72971">
                  <c:v>127.95</c:v>
                </c:pt>
                <c:pt idx="72972">
                  <c:v>122.16</c:v>
                </c:pt>
                <c:pt idx="72973">
                  <c:v>81.98</c:v>
                </c:pt>
                <c:pt idx="72974">
                  <c:v>29.29</c:v>
                </c:pt>
                <c:pt idx="72975">
                  <c:v>84.98</c:v>
                </c:pt>
                <c:pt idx="72976">
                  <c:v>87.97</c:v>
                </c:pt>
                <c:pt idx="72977">
                  <c:v>65.98</c:v>
                </c:pt>
                <c:pt idx="72978">
                  <c:v>87.97</c:v>
                </c:pt>
                <c:pt idx="72979">
                  <c:v>25.09</c:v>
                </c:pt>
                <c:pt idx="72980">
                  <c:v>29.29</c:v>
                </c:pt>
                <c:pt idx="72981">
                  <c:v>84.98</c:v>
                </c:pt>
                <c:pt idx="72982">
                  <c:v>65.98</c:v>
                </c:pt>
                <c:pt idx="72983">
                  <c:v>25.09</c:v>
                </c:pt>
                <c:pt idx="72984">
                  <c:v>29.29</c:v>
                </c:pt>
                <c:pt idx="72985">
                  <c:v>29.29</c:v>
                </c:pt>
                <c:pt idx="72986">
                  <c:v>263.95999999999998</c:v>
                </c:pt>
                <c:pt idx="72987">
                  <c:v>161.62</c:v>
                </c:pt>
                <c:pt idx="72988">
                  <c:v>65.989999999999995</c:v>
                </c:pt>
                <c:pt idx="72989">
                  <c:v>84.99</c:v>
                </c:pt>
                <c:pt idx="72990">
                  <c:v>169.98</c:v>
                </c:pt>
                <c:pt idx="72991">
                  <c:v>65.989999999999995</c:v>
                </c:pt>
                <c:pt idx="72992">
                  <c:v>239.54</c:v>
                </c:pt>
                <c:pt idx="72993">
                  <c:v>231.06</c:v>
                </c:pt>
                <c:pt idx="72994">
                  <c:v>24.78</c:v>
                </c:pt>
                <c:pt idx="72995">
                  <c:v>260.08999999999997</c:v>
                </c:pt>
                <c:pt idx="72996">
                  <c:v>143.47</c:v>
                </c:pt>
                <c:pt idx="72997">
                  <c:v>79.849999999999994</c:v>
                </c:pt>
                <c:pt idx="72998">
                  <c:v>139.13</c:v>
                </c:pt>
                <c:pt idx="72999">
                  <c:v>108.85</c:v>
                </c:pt>
                <c:pt idx="73000">
                  <c:v>-45.02</c:v>
                </c:pt>
                <c:pt idx="73001">
                  <c:v>151.29</c:v>
                </c:pt>
                <c:pt idx="73002">
                  <c:v>64.3</c:v>
                </c:pt>
                <c:pt idx="73003">
                  <c:v>129.68</c:v>
                </c:pt>
                <c:pt idx="73004">
                  <c:v>123.2</c:v>
                </c:pt>
                <c:pt idx="73005">
                  <c:v>51.96</c:v>
                </c:pt>
                <c:pt idx="73006">
                  <c:v>64.3</c:v>
                </c:pt>
                <c:pt idx="73007">
                  <c:v>49.94</c:v>
                </c:pt>
                <c:pt idx="73008">
                  <c:v>62.19</c:v>
                </c:pt>
                <c:pt idx="73009">
                  <c:v>99.98</c:v>
                </c:pt>
                <c:pt idx="73010">
                  <c:v>99.98</c:v>
                </c:pt>
                <c:pt idx="73011">
                  <c:v>84.99</c:v>
                </c:pt>
                <c:pt idx="73012">
                  <c:v>84.99</c:v>
                </c:pt>
                <c:pt idx="73013">
                  <c:v>99.98</c:v>
                </c:pt>
                <c:pt idx="73014">
                  <c:v>99.98</c:v>
                </c:pt>
                <c:pt idx="73015">
                  <c:v>118.98</c:v>
                </c:pt>
                <c:pt idx="73016">
                  <c:v>84.99</c:v>
                </c:pt>
                <c:pt idx="73017">
                  <c:v>79.98</c:v>
                </c:pt>
                <c:pt idx="73018">
                  <c:v>75.989999999999995</c:v>
                </c:pt>
                <c:pt idx="73019">
                  <c:v>118.98</c:v>
                </c:pt>
                <c:pt idx="73020">
                  <c:v>114.97</c:v>
                </c:pt>
                <c:pt idx="73021">
                  <c:v>169.98</c:v>
                </c:pt>
                <c:pt idx="73022">
                  <c:v>159.97999999999999</c:v>
                </c:pt>
                <c:pt idx="73023">
                  <c:v>169.98</c:v>
                </c:pt>
                <c:pt idx="73024">
                  <c:v>79.98</c:v>
                </c:pt>
                <c:pt idx="73025">
                  <c:v>197.97</c:v>
                </c:pt>
                <c:pt idx="73026">
                  <c:v>223.92</c:v>
                </c:pt>
                <c:pt idx="73027">
                  <c:v>288.33999999999997</c:v>
                </c:pt>
                <c:pt idx="73028">
                  <c:v>280.39999999999998</c:v>
                </c:pt>
                <c:pt idx="73029">
                  <c:v>-48.05</c:v>
                </c:pt>
                <c:pt idx="73030">
                  <c:v>111.96</c:v>
                </c:pt>
                <c:pt idx="73031">
                  <c:v>67.03</c:v>
                </c:pt>
                <c:pt idx="73032">
                  <c:v>79.98</c:v>
                </c:pt>
                <c:pt idx="73033">
                  <c:v>85.98</c:v>
                </c:pt>
                <c:pt idx="73034">
                  <c:v>131.97999999999999</c:v>
                </c:pt>
                <c:pt idx="73035">
                  <c:v>151.97</c:v>
                </c:pt>
                <c:pt idx="73036">
                  <c:v>90.88</c:v>
                </c:pt>
                <c:pt idx="73037">
                  <c:v>131.97999999999999</c:v>
                </c:pt>
                <c:pt idx="73038">
                  <c:v>254.97</c:v>
                </c:pt>
                <c:pt idx="73039">
                  <c:v>40.28</c:v>
                </c:pt>
                <c:pt idx="73040">
                  <c:v>84.99</c:v>
                </c:pt>
                <c:pt idx="73041">
                  <c:v>339.96</c:v>
                </c:pt>
                <c:pt idx="73042">
                  <c:v>256.27</c:v>
                </c:pt>
                <c:pt idx="73043">
                  <c:v>239.96</c:v>
                </c:pt>
                <c:pt idx="73044">
                  <c:v>124.98</c:v>
                </c:pt>
                <c:pt idx="73045">
                  <c:v>134.97999999999999</c:v>
                </c:pt>
                <c:pt idx="73046">
                  <c:v>99.98</c:v>
                </c:pt>
                <c:pt idx="73047">
                  <c:v>134.97999999999999</c:v>
                </c:pt>
                <c:pt idx="73048">
                  <c:v>129.58000000000001</c:v>
                </c:pt>
                <c:pt idx="73049">
                  <c:v>169.96</c:v>
                </c:pt>
                <c:pt idx="73050">
                  <c:v>134.97999999999999</c:v>
                </c:pt>
                <c:pt idx="73051">
                  <c:v>127.93</c:v>
                </c:pt>
                <c:pt idx="73052">
                  <c:v>154.97</c:v>
                </c:pt>
                <c:pt idx="73053">
                  <c:v>61.98</c:v>
                </c:pt>
                <c:pt idx="73054">
                  <c:v>56.08</c:v>
                </c:pt>
                <c:pt idx="73055">
                  <c:v>55.97</c:v>
                </c:pt>
                <c:pt idx="73056">
                  <c:v>55.98</c:v>
                </c:pt>
                <c:pt idx="73057">
                  <c:v>51.98</c:v>
                </c:pt>
                <c:pt idx="73058">
                  <c:v>90.97</c:v>
                </c:pt>
                <c:pt idx="73059">
                  <c:v>95.97</c:v>
                </c:pt>
                <c:pt idx="73060">
                  <c:v>71.06</c:v>
                </c:pt>
                <c:pt idx="73061">
                  <c:v>65.98</c:v>
                </c:pt>
                <c:pt idx="73062">
                  <c:v>60.98</c:v>
                </c:pt>
                <c:pt idx="73063">
                  <c:v>59.98</c:v>
                </c:pt>
                <c:pt idx="73064">
                  <c:v>65.98</c:v>
                </c:pt>
                <c:pt idx="73065">
                  <c:v>53.98</c:v>
                </c:pt>
                <c:pt idx="73066">
                  <c:v>-1.5</c:v>
                </c:pt>
                <c:pt idx="73067">
                  <c:v>76.489999999999995</c:v>
                </c:pt>
                <c:pt idx="73068">
                  <c:v>90.08</c:v>
                </c:pt>
                <c:pt idx="73069">
                  <c:v>99.98</c:v>
                </c:pt>
                <c:pt idx="73070">
                  <c:v>10.78</c:v>
                </c:pt>
                <c:pt idx="73071">
                  <c:v>103.98</c:v>
                </c:pt>
                <c:pt idx="73072">
                  <c:v>76.489999999999995</c:v>
                </c:pt>
                <c:pt idx="73073">
                  <c:v>84.99</c:v>
                </c:pt>
                <c:pt idx="73074">
                  <c:v>84.99</c:v>
                </c:pt>
                <c:pt idx="73075">
                  <c:v>76.489999999999995</c:v>
                </c:pt>
                <c:pt idx="73076">
                  <c:v>84.99</c:v>
                </c:pt>
                <c:pt idx="73077">
                  <c:v>84.99</c:v>
                </c:pt>
                <c:pt idx="73078">
                  <c:v>56.98</c:v>
                </c:pt>
                <c:pt idx="73079">
                  <c:v>13.48</c:v>
                </c:pt>
                <c:pt idx="73080">
                  <c:v>46.49</c:v>
                </c:pt>
                <c:pt idx="73081">
                  <c:v>38.479999999999997</c:v>
                </c:pt>
                <c:pt idx="73082">
                  <c:v>65.989999999999995</c:v>
                </c:pt>
                <c:pt idx="73083">
                  <c:v>56.98</c:v>
                </c:pt>
                <c:pt idx="73084">
                  <c:v>49.48</c:v>
                </c:pt>
                <c:pt idx="73085">
                  <c:v>56.98</c:v>
                </c:pt>
                <c:pt idx="73086">
                  <c:v>41.49</c:v>
                </c:pt>
                <c:pt idx="73087">
                  <c:v>77.98</c:v>
                </c:pt>
                <c:pt idx="73088">
                  <c:v>56.98</c:v>
                </c:pt>
                <c:pt idx="73089">
                  <c:v>74.97</c:v>
                </c:pt>
                <c:pt idx="73090">
                  <c:v>56.98</c:v>
                </c:pt>
                <c:pt idx="73091">
                  <c:v>40.479999999999997</c:v>
                </c:pt>
                <c:pt idx="73092">
                  <c:v>56.98</c:v>
                </c:pt>
                <c:pt idx="73093">
                  <c:v>77.98</c:v>
                </c:pt>
                <c:pt idx="73094">
                  <c:v>56.98</c:v>
                </c:pt>
                <c:pt idx="73095">
                  <c:v>56.98</c:v>
                </c:pt>
                <c:pt idx="73096">
                  <c:v>56.98</c:v>
                </c:pt>
                <c:pt idx="73097">
                  <c:v>56.98</c:v>
                </c:pt>
                <c:pt idx="73098">
                  <c:v>-105.94</c:v>
                </c:pt>
                <c:pt idx="73099">
                  <c:v>105.94</c:v>
                </c:pt>
                <c:pt idx="73100">
                  <c:v>99.98</c:v>
                </c:pt>
                <c:pt idx="73101">
                  <c:v>99.98</c:v>
                </c:pt>
                <c:pt idx="73102">
                  <c:v>99.98</c:v>
                </c:pt>
                <c:pt idx="73103">
                  <c:v>99.98</c:v>
                </c:pt>
                <c:pt idx="73104">
                  <c:v>99.98</c:v>
                </c:pt>
                <c:pt idx="73105">
                  <c:v>99.98</c:v>
                </c:pt>
                <c:pt idx="73106">
                  <c:v>108.92</c:v>
                </c:pt>
                <c:pt idx="73107">
                  <c:v>115.55</c:v>
                </c:pt>
                <c:pt idx="73108">
                  <c:v>126.61</c:v>
                </c:pt>
                <c:pt idx="73109">
                  <c:v>269.3</c:v>
                </c:pt>
                <c:pt idx="73110">
                  <c:v>125.46</c:v>
                </c:pt>
                <c:pt idx="73111">
                  <c:v>89.23</c:v>
                </c:pt>
                <c:pt idx="73112">
                  <c:v>134.96</c:v>
                </c:pt>
                <c:pt idx="73113">
                  <c:v>84.67</c:v>
                </c:pt>
                <c:pt idx="73114">
                  <c:v>263.14</c:v>
                </c:pt>
                <c:pt idx="73115">
                  <c:v>20.85</c:v>
                </c:pt>
                <c:pt idx="73116">
                  <c:v>269.91000000000003</c:v>
                </c:pt>
                <c:pt idx="73117">
                  <c:v>185.93</c:v>
                </c:pt>
                <c:pt idx="73118">
                  <c:v>122.56</c:v>
                </c:pt>
                <c:pt idx="73119">
                  <c:v>158.94999999999999</c:v>
                </c:pt>
                <c:pt idx="73120">
                  <c:v>89.97</c:v>
                </c:pt>
                <c:pt idx="73121">
                  <c:v>185.94</c:v>
                </c:pt>
                <c:pt idx="73122">
                  <c:v>92.57</c:v>
                </c:pt>
                <c:pt idx="73123">
                  <c:v>183.09</c:v>
                </c:pt>
                <c:pt idx="73124">
                  <c:v>195.82</c:v>
                </c:pt>
                <c:pt idx="73125">
                  <c:v>297.95999999999998</c:v>
                </c:pt>
                <c:pt idx="73126">
                  <c:v>149.97</c:v>
                </c:pt>
                <c:pt idx="73127">
                  <c:v>211.35</c:v>
                </c:pt>
                <c:pt idx="73128">
                  <c:v>31.48</c:v>
                </c:pt>
                <c:pt idx="73129">
                  <c:v>129.96</c:v>
                </c:pt>
                <c:pt idx="73130">
                  <c:v>164.98</c:v>
                </c:pt>
                <c:pt idx="73131">
                  <c:v>169.17</c:v>
                </c:pt>
                <c:pt idx="73132">
                  <c:v>148.97999999999999</c:v>
                </c:pt>
                <c:pt idx="73133">
                  <c:v>126.98</c:v>
                </c:pt>
                <c:pt idx="73134">
                  <c:v>103.12</c:v>
                </c:pt>
                <c:pt idx="73135">
                  <c:v>63.97</c:v>
                </c:pt>
                <c:pt idx="73136">
                  <c:v>52.97</c:v>
                </c:pt>
                <c:pt idx="73137">
                  <c:v>55.96</c:v>
                </c:pt>
                <c:pt idx="73138">
                  <c:v>55.96</c:v>
                </c:pt>
                <c:pt idx="73139">
                  <c:v>51.96</c:v>
                </c:pt>
                <c:pt idx="73140">
                  <c:v>51.96</c:v>
                </c:pt>
                <c:pt idx="73141">
                  <c:v>63.97</c:v>
                </c:pt>
                <c:pt idx="73142">
                  <c:v>55.96</c:v>
                </c:pt>
                <c:pt idx="73143">
                  <c:v>169.98</c:v>
                </c:pt>
                <c:pt idx="73144">
                  <c:v>104.69</c:v>
                </c:pt>
                <c:pt idx="73145">
                  <c:v>163.96</c:v>
                </c:pt>
                <c:pt idx="73146">
                  <c:v>201.96</c:v>
                </c:pt>
                <c:pt idx="73147">
                  <c:v>99.98</c:v>
                </c:pt>
                <c:pt idx="73148">
                  <c:v>40.49</c:v>
                </c:pt>
                <c:pt idx="73149">
                  <c:v>131.97999999999999</c:v>
                </c:pt>
                <c:pt idx="73150">
                  <c:v>114.98</c:v>
                </c:pt>
                <c:pt idx="73151">
                  <c:v>85.98</c:v>
                </c:pt>
                <c:pt idx="73152">
                  <c:v>84.99</c:v>
                </c:pt>
                <c:pt idx="73153">
                  <c:v>84.99</c:v>
                </c:pt>
                <c:pt idx="73154">
                  <c:v>159.97999999999999</c:v>
                </c:pt>
                <c:pt idx="73155">
                  <c:v>41.49</c:v>
                </c:pt>
                <c:pt idx="73156">
                  <c:v>84.99</c:v>
                </c:pt>
                <c:pt idx="73157">
                  <c:v>84.99</c:v>
                </c:pt>
                <c:pt idx="73158">
                  <c:v>84.99</c:v>
                </c:pt>
                <c:pt idx="73159">
                  <c:v>84.99</c:v>
                </c:pt>
                <c:pt idx="73160">
                  <c:v>72.239999999999995</c:v>
                </c:pt>
                <c:pt idx="73161">
                  <c:v>83.74</c:v>
                </c:pt>
                <c:pt idx="73162">
                  <c:v>84.99</c:v>
                </c:pt>
                <c:pt idx="73163">
                  <c:v>173.01</c:v>
                </c:pt>
                <c:pt idx="73164">
                  <c:v>89.94</c:v>
                </c:pt>
                <c:pt idx="73165">
                  <c:v>59.39</c:v>
                </c:pt>
                <c:pt idx="73166">
                  <c:v>65.989999999999995</c:v>
                </c:pt>
                <c:pt idx="73167">
                  <c:v>59.98</c:v>
                </c:pt>
                <c:pt idx="73168">
                  <c:v>252.91</c:v>
                </c:pt>
                <c:pt idx="73169">
                  <c:v>250.76</c:v>
                </c:pt>
                <c:pt idx="73170">
                  <c:v>107.45</c:v>
                </c:pt>
                <c:pt idx="73171">
                  <c:v>71.959999999999994</c:v>
                </c:pt>
                <c:pt idx="73172">
                  <c:v>107.45</c:v>
                </c:pt>
                <c:pt idx="73173">
                  <c:v>107.45</c:v>
                </c:pt>
                <c:pt idx="73174">
                  <c:v>107.45</c:v>
                </c:pt>
                <c:pt idx="73175">
                  <c:v>107.45</c:v>
                </c:pt>
                <c:pt idx="73176">
                  <c:v>107.45</c:v>
                </c:pt>
                <c:pt idx="73177">
                  <c:v>49.87</c:v>
                </c:pt>
                <c:pt idx="73178">
                  <c:v>107.45</c:v>
                </c:pt>
                <c:pt idx="73179">
                  <c:v>128.94</c:v>
                </c:pt>
                <c:pt idx="73180">
                  <c:v>107.45</c:v>
                </c:pt>
                <c:pt idx="73181">
                  <c:v>107.45</c:v>
                </c:pt>
                <c:pt idx="73182">
                  <c:v>170.97</c:v>
                </c:pt>
                <c:pt idx="73183">
                  <c:v>173.89</c:v>
                </c:pt>
                <c:pt idx="73184">
                  <c:v>63.96</c:v>
                </c:pt>
                <c:pt idx="73185">
                  <c:v>167.96</c:v>
                </c:pt>
                <c:pt idx="73186">
                  <c:v>172.76</c:v>
                </c:pt>
                <c:pt idx="73187">
                  <c:v>184.97</c:v>
                </c:pt>
                <c:pt idx="73188">
                  <c:v>134.97999999999999</c:v>
                </c:pt>
                <c:pt idx="73189">
                  <c:v>162.31</c:v>
                </c:pt>
                <c:pt idx="73190">
                  <c:v>159.97999999999999</c:v>
                </c:pt>
                <c:pt idx="73191">
                  <c:v>219.97</c:v>
                </c:pt>
                <c:pt idx="73192">
                  <c:v>65.989999999999995</c:v>
                </c:pt>
                <c:pt idx="73193">
                  <c:v>137.97999999999999</c:v>
                </c:pt>
                <c:pt idx="73194">
                  <c:v>104.05</c:v>
                </c:pt>
                <c:pt idx="73195">
                  <c:v>131.97999999999999</c:v>
                </c:pt>
                <c:pt idx="73196">
                  <c:v>79.98</c:v>
                </c:pt>
                <c:pt idx="73197">
                  <c:v>206.97</c:v>
                </c:pt>
                <c:pt idx="73198">
                  <c:v>169.98</c:v>
                </c:pt>
                <c:pt idx="73199">
                  <c:v>169.98</c:v>
                </c:pt>
                <c:pt idx="73200">
                  <c:v>137.97999999999999</c:v>
                </c:pt>
                <c:pt idx="73201">
                  <c:v>59.99</c:v>
                </c:pt>
                <c:pt idx="73202">
                  <c:v>135.09</c:v>
                </c:pt>
                <c:pt idx="73203">
                  <c:v>99.98</c:v>
                </c:pt>
                <c:pt idx="73204">
                  <c:v>79.989999999999995</c:v>
                </c:pt>
                <c:pt idx="73205">
                  <c:v>35.619999999999997</c:v>
                </c:pt>
                <c:pt idx="73206">
                  <c:v>84.99</c:v>
                </c:pt>
                <c:pt idx="73207">
                  <c:v>122.98</c:v>
                </c:pt>
                <c:pt idx="73208">
                  <c:v>66.27</c:v>
                </c:pt>
                <c:pt idx="73209">
                  <c:v>56.98</c:v>
                </c:pt>
                <c:pt idx="73210">
                  <c:v>14.99</c:v>
                </c:pt>
                <c:pt idx="73211">
                  <c:v>124.97</c:v>
                </c:pt>
                <c:pt idx="73212">
                  <c:v>81.56</c:v>
                </c:pt>
                <c:pt idx="73213">
                  <c:v>77.400000000000006</c:v>
                </c:pt>
                <c:pt idx="73214">
                  <c:v>108.88</c:v>
                </c:pt>
                <c:pt idx="73215">
                  <c:v>141.53</c:v>
                </c:pt>
                <c:pt idx="73216">
                  <c:v>92.54</c:v>
                </c:pt>
                <c:pt idx="73217">
                  <c:v>77.400000000000006</c:v>
                </c:pt>
                <c:pt idx="73218">
                  <c:v>73.77</c:v>
                </c:pt>
                <c:pt idx="73219">
                  <c:v>49.57</c:v>
                </c:pt>
                <c:pt idx="73220">
                  <c:v>88.27</c:v>
                </c:pt>
                <c:pt idx="73221">
                  <c:v>81.02</c:v>
                </c:pt>
                <c:pt idx="73222">
                  <c:v>103.41</c:v>
                </c:pt>
                <c:pt idx="73223">
                  <c:v>99.17</c:v>
                </c:pt>
                <c:pt idx="73224">
                  <c:v>103.41</c:v>
                </c:pt>
                <c:pt idx="73225">
                  <c:v>203.45</c:v>
                </c:pt>
                <c:pt idx="73226">
                  <c:v>160.97</c:v>
                </c:pt>
                <c:pt idx="73227">
                  <c:v>108.88</c:v>
                </c:pt>
                <c:pt idx="73228">
                  <c:v>53.46</c:v>
                </c:pt>
                <c:pt idx="73229">
                  <c:v>85.52</c:v>
                </c:pt>
                <c:pt idx="73230">
                  <c:v>108.93</c:v>
                </c:pt>
                <c:pt idx="73231">
                  <c:v>159.32</c:v>
                </c:pt>
                <c:pt idx="73232">
                  <c:v>56.09</c:v>
                </c:pt>
                <c:pt idx="73233">
                  <c:v>182.97</c:v>
                </c:pt>
                <c:pt idx="73234">
                  <c:v>191.89</c:v>
                </c:pt>
                <c:pt idx="73235">
                  <c:v>133.16</c:v>
                </c:pt>
                <c:pt idx="73236">
                  <c:v>167.97</c:v>
                </c:pt>
                <c:pt idx="73237">
                  <c:v>191.74</c:v>
                </c:pt>
                <c:pt idx="73238">
                  <c:v>242.95</c:v>
                </c:pt>
                <c:pt idx="73239">
                  <c:v>90.97</c:v>
                </c:pt>
                <c:pt idx="73240">
                  <c:v>73.959999999999994</c:v>
                </c:pt>
                <c:pt idx="73241">
                  <c:v>104.98</c:v>
                </c:pt>
                <c:pt idx="73242">
                  <c:v>64.430000000000007</c:v>
                </c:pt>
                <c:pt idx="73243">
                  <c:v>84.99</c:v>
                </c:pt>
                <c:pt idx="73244">
                  <c:v>84.99</c:v>
                </c:pt>
                <c:pt idx="73245">
                  <c:v>70.989999999999995</c:v>
                </c:pt>
                <c:pt idx="73246">
                  <c:v>54.99</c:v>
                </c:pt>
                <c:pt idx="73247">
                  <c:v>84.99</c:v>
                </c:pt>
                <c:pt idx="73248">
                  <c:v>84.99</c:v>
                </c:pt>
                <c:pt idx="73249">
                  <c:v>58.48</c:v>
                </c:pt>
                <c:pt idx="73250">
                  <c:v>84.99</c:v>
                </c:pt>
                <c:pt idx="73251">
                  <c:v>86.49</c:v>
                </c:pt>
                <c:pt idx="73252">
                  <c:v>84.99</c:v>
                </c:pt>
                <c:pt idx="73253">
                  <c:v>83.98</c:v>
                </c:pt>
                <c:pt idx="73254">
                  <c:v>84.99</c:v>
                </c:pt>
                <c:pt idx="73255">
                  <c:v>119.96</c:v>
                </c:pt>
                <c:pt idx="73256">
                  <c:v>89.97</c:v>
                </c:pt>
                <c:pt idx="73257">
                  <c:v>119.96</c:v>
                </c:pt>
                <c:pt idx="73258">
                  <c:v>-131.97999999999999</c:v>
                </c:pt>
                <c:pt idx="73259">
                  <c:v>119.96</c:v>
                </c:pt>
                <c:pt idx="73260">
                  <c:v>114.26</c:v>
                </c:pt>
                <c:pt idx="73261">
                  <c:v>119.96</c:v>
                </c:pt>
                <c:pt idx="73262">
                  <c:v>119.96</c:v>
                </c:pt>
                <c:pt idx="73263">
                  <c:v>119.96</c:v>
                </c:pt>
                <c:pt idx="73264">
                  <c:v>59.98</c:v>
                </c:pt>
                <c:pt idx="73265">
                  <c:v>149.94999999999999</c:v>
                </c:pt>
                <c:pt idx="73266">
                  <c:v>79.98</c:v>
                </c:pt>
                <c:pt idx="73267">
                  <c:v>79.98</c:v>
                </c:pt>
                <c:pt idx="73268">
                  <c:v>99.97</c:v>
                </c:pt>
                <c:pt idx="73269">
                  <c:v>79.98</c:v>
                </c:pt>
                <c:pt idx="73270">
                  <c:v>99.97</c:v>
                </c:pt>
                <c:pt idx="73271">
                  <c:v>114.97</c:v>
                </c:pt>
                <c:pt idx="73272">
                  <c:v>69.67</c:v>
                </c:pt>
                <c:pt idx="73273">
                  <c:v>99.97</c:v>
                </c:pt>
                <c:pt idx="73274">
                  <c:v>105.98</c:v>
                </c:pt>
                <c:pt idx="73275">
                  <c:v>99.97</c:v>
                </c:pt>
                <c:pt idx="73276">
                  <c:v>79.48</c:v>
                </c:pt>
                <c:pt idx="73277">
                  <c:v>99.97</c:v>
                </c:pt>
                <c:pt idx="73278">
                  <c:v>107.33</c:v>
                </c:pt>
                <c:pt idx="73279">
                  <c:v>95.98</c:v>
                </c:pt>
                <c:pt idx="73280">
                  <c:v>193.56</c:v>
                </c:pt>
                <c:pt idx="73281">
                  <c:v>137.97999999999999</c:v>
                </c:pt>
                <c:pt idx="73282">
                  <c:v>123.56</c:v>
                </c:pt>
                <c:pt idx="73283">
                  <c:v>82.55</c:v>
                </c:pt>
                <c:pt idx="73284">
                  <c:v>79.97</c:v>
                </c:pt>
                <c:pt idx="73285">
                  <c:v>83.9</c:v>
                </c:pt>
                <c:pt idx="73286">
                  <c:v>73.98</c:v>
                </c:pt>
                <c:pt idx="73287">
                  <c:v>158.56</c:v>
                </c:pt>
                <c:pt idx="73288">
                  <c:v>84.99</c:v>
                </c:pt>
                <c:pt idx="73289">
                  <c:v>85.61</c:v>
                </c:pt>
                <c:pt idx="73290">
                  <c:v>92.38</c:v>
                </c:pt>
                <c:pt idx="73291">
                  <c:v>103.96</c:v>
                </c:pt>
                <c:pt idx="73292">
                  <c:v>66.98</c:v>
                </c:pt>
                <c:pt idx="73293">
                  <c:v>96.86</c:v>
                </c:pt>
                <c:pt idx="73294">
                  <c:v>55.47</c:v>
                </c:pt>
                <c:pt idx="73295">
                  <c:v>121.98</c:v>
                </c:pt>
                <c:pt idx="73296">
                  <c:v>106.96</c:v>
                </c:pt>
                <c:pt idx="73297">
                  <c:v>101.96</c:v>
                </c:pt>
                <c:pt idx="73298">
                  <c:v>64.95</c:v>
                </c:pt>
                <c:pt idx="73299">
                  <c:v>119.96</c:v>
                </c:pt>
                <c:pt idx="73300">
                  <c:v>131.97999999999999</c:v>
                </c:pt>
                <c:pt idx="73301">
                  <c:v>55.21</c:v>
                </c:pt>
                <c:pt idx="73302">
                  <c:v>121.98</c:v>
                </c:pt>
                <c:pt idx="73303">
                  <c:v>55.5</c:v>
                </c:pt>
                <c:pt idx="73304">
                  <c:v>60.99</c:v>
                </c:pt>
                <c:pt idx="73305">
                  <c:v>60.99</c:v>
                </c:pt>
                <c:pt idx="73306">
                  <c:v>60.99</c:v>
                </c:pt>
                <c:pt idx="73307">
                  <c:v>121.98</c:v>
                </c:pt>
                <c:pt idx="73308">
                  <c:v>121.98</c:v>
                </c:pt>
                <c:pt idx="73309">
                  <c:v>60.99</c:v>
                </c:pt>
                <c:pt idx="73310">
                  <c:v>59.48</c:v>
                </c:pt>
                <c:pt idx="73311">
                  <c:v>53.94</c:v>
                </c:pt>
                <c:pt idx="73312">
                  <c:v>60.99</c:v>
                </c:pt>
                <c:pt idx="73313">
                  <c:v>131.97999999999999</c:v>
                </c:pt>
                <c:pt idx="73314">
                  <c:v>76.98</c:v>
                </c:pt>
                <c:pt idx="73315">
                  <c:v>60.99</c:v>
                </c:pt>
                <c:pt idx="73316">
                  <c:v>74.95</c:v>
                </c:pt>
                <c:pt idx="73317">
                  <c:v>159.91</c:v>
                </c:pt>
                <c:pt idx="73318">
                  <c:v>149.9</c:v>
                </c:pt>
                <c:pt idx="73319">
                  <c:v>149.9</c:v>
                </c:pt>
                <c:pt idx="73320">
                  <c:v>56.98</c:v>
                </c:pt>
                <c:pt idx="73321">
                  <c:v>111.96</c:v>
                </c:pt>
                <c:pt idx="73322">
                  <c:v>56.98</c:v>
                </c:pt>
                <c:pt idx="73323">
                  <c:v>159.91</c:v>
                </c:pt>
                <c:pt idx="73324">
                  <c:v>74.95</c:v>
                </c:pt>
                <c:pt idx="73325">
                  <c:v>111.96</c:v>
                </c:pt>
                <c:pt idx="73326">
                  <c:v>69.95</c:v>
                </c:pt>
                <c:pt idx="73327">
                  <c:v>83.94</c:v>
                </c:pt>
                <c:pt idx="73328">
                  <c:v>168.93</c:v>
                </c:pt>
                <c:pt idx="73329">
                  <c:v>111.92</c:v>
                </c:pt>
                <c:pt idx="73330">
                  <c:v>55.96</c:v>
                </c:pt>
                <c:pt idx="73331">
                  <c:v>111.92</c:v>
                </c:pt>
                <c:pt idx="73332">
                  <c:v>95.95</c:v>
                </c:pt>
                <c:pt idx="73333">
                  <c:v>253.92</c:v>
                </c:pt>
                <c:pt idx="73334">
                  <c:v>55.96</c:v>
                </c:pt>
                <c:pt idx="73335">
                  <c:v>125.96</c:v>
                </c:pt>
                <c:pt idx="73336">
                  <c:v>57.61</c:v>
                </c:pt>
                <c:pt idx="73337">
                  <c:v>65.989999999999995</c:v>
                </c:pt>
                <c:pt idx="73338">
                  <c:v>46.48</c:v>
                </c:pt>
                <c:pt idx="73339">
                  <c:v>59.97</c:v>
                </c:pt>
                <c:pt idx="73340">
                  <c:v>125.96</c:v>
                </c:pt>
                <c:pt idx="73341">
                  <c:v>115.97</c:v>
                </c:pt>
                <c:pt idx="73342">
                  <c:v>168.22</c:v>
                </c:pt>
                <c:pt idx="73343">
                  <c:v>142.94999999999999</c:v>
                </c:pt>
                <c:pt idx="73344">
                  <c:v>149.97</c:v>
                </c:pt>
                <c:pt idx="73345">
                  <c:v>161.36000000000001</c:v>
                </c:pt>
                <c:pt idx="73346">
                  <c:v>75.98</c:v>
                </c:pt>
                <c:pt idx="73347">
                  <c:v>106.38</c:v>
                </c:pt>
                <c:pt idx="73348">
                  <c:v>88.34</c:v>
                </c:pt>
                <c:pt idx="73349">
                  <c:v>89.98</c:v>
                </c:pt>
                <c:pt idx="73350">
                  <c:v>99.97</c:v>
                </c:pt>
                <c:pt idx="73351">
                  <c:v>51.45</c:v>
                </c:pt>
                <c:pt idx="73352">
                  <c:v>180.8</c:v>
                </c:pt>
                <c:pt idx="73353">
                  <c:v>105.35</c:v>
                </c:pt>
                <c:pt idx="73354">
                  <c:v>111.9</c:v>
                </c:pt>
                <c:pt idx="73355">
                  <c:v>127.72</c:v>
                </c:pt>
                <c:pt idx="73356">
                  <c:v>61.43</c:v>
                </c:pt>
                <c:pt idx="73357">
                  <c:v>69.95</c:v>
                </c:pt>
                <c:pt idx="73358">
                  <c:v>24.99</c:v>
                </c:pt>
                <c:pt idx="73359">
                  <c:v>67.400000000000006</c:v>
                </c:pt>
                <c:pt idx="73360">
                  <c:v>94.15</c:v>
                </c:pt>
                <c:pt idx="73361">
                  <c:v>67.98</c:v>
                </c:pt>
                <c:pt idx="73362">
                  <c:v>59.97</c:v>
                </c:pt>
                <c:pt idx="73363">
                  <c:v>193.88</c:v>
                </c:pt>
                <c:pt idx="73364">
                  <c:v>134.97999999999999</c:v>
                </c:pt>
                <c:pt idx="73365">
                  <c:v>111.92</c:v>
                </c:pt>
                <c:pt idx="73366">
                  <c:v>150.25</c:v>
                </c:pt>
                <c:pt idx="73367">
                  <c:v>111.92</c:v>
                </c:pt>
                <c:pt idx="73368">
                  <c:v>139.9</c:v>
                </c:pt>
                <c:pt idx="73369">
                  <c:v>139.9</c:v>
                </c:pt>
                <c:pt idx="73370">
                  <c:v>137.87</c:v>
                </c:pt>
                <c:pt idx="73371">
                  <c:v>84.65</c:v>
                </c:pt>
                <c:pt idx="73372">
                  <c:v>134.24</c:v>
                </c:pt>
                <c:pt idx="73373">
                  <c:v>108.9</c:v>
                </c:pt>
                <c:pt idx="73374">
                  <c:v>140.29</c:v>
                </c:pt>
                <c:pt idx="73375">
                  <c:v>120.94</c:v>
                </c:pt>
                <c:pt idx="73376">
                  <c:v>239.97</c:v>
                </c:pt>
                <c:pt idx="73377">
                  <c:v>152.97999999999999</c:v>
                </c:pt>
                <c:pt idx="73378">
                  <c:v>143.97999999999999</c:v>
                </c:pt>
                <c:pt idx="73379">
                  <c:v>159.97999999999999</c:v>
                </c:pt>
                <c:pt idx="73380">
                  <c:v>143.97999999999999</c:v>
                </c:pt>
                <c:pt idx="73381">
                  <c:v>107.97</c:v>
                </c:pt>
                <c:pt idx="73382">
                  <c:v>79.989999999999995</c:v>
                </c:pt>
                <c:pt idx="73383">
                  <c:v>119.97</c:v>
                </c:pt>
                <c:pt idx="73384">
                  <c:v>79.989999999999995</c:v>
                </c:pt>
                <c:pt idx="73385">
                  <c:v>79.989999999999995</c:v>
                </c:pt>
                <c:pt idx="73386">
                  <c:v>79.989999999999995</c:v>
                </c:pt>
                <c:pt idx="73387">
                  <c:v>77.349999999999994</c:v>
                </c:pt>
                <c:pt idx="73388">
                  <c:v>60.99</c:v>
                </c:pt>
                <c:pt idx="73389">
                  <c:v>79.989999999999995</c:v>
                </c:pt>
                <c:pt idx="73390">
                  <c:v>89.98</c:v>
                </c:pt>
                <c:pt idx="73391">
                  <c:v>58.74</c:v>
                </c:pt>
                <c:pt idx="73392">
                  <c:v>60.99</c:v>
                </c:pt>
                <c:pt idx="73393">
                  <c:v>79.989999999999995</c:v>
                </c:pt>
                <c:pt idx="73394">
                  <c:v>117.95</c:v>
                </c:pt>
                <c:pt idx="73395">
                  <c:v>69.98</c:v>
                </c:pt>
                <c:pt idx="73396">
                  <c:v>89.97</c:v>
                </c:pt>
                <c:pt idx="73397">
                  <c:v>69.98</c:v>
                </c:pt>
                <c:pt idx="73398">
                  <c:v>87.47</c:v>
                </c:pt>
                <c:pt idx="73399">
                  <c:v>69.98</c:v>
                </c:pt>
                <c:pt idx="73400">
                  <c:v>57.93</c:v>
                </c:pt>
                <c:pt idx="73401">
                  <c:v>69.98</c:v>
                </c:pt>
                <c:pt idx="73402">
                  <c:v>84.98</c:v>
                </c:pt>
                <c:pt idx="73403">
                  <c:v>103.96</c:v>
                </c:pt>
                <c:pt idx="73404">
                  <c:v>63.97</c:v>
                </c:pt>
                <c:pt idx="73405">
                  <c:v>48.97</c:v>
                </c:pt>
                <c:pt idx="73406">
                  <c:v>59.98</c:v>
                </c:pt>
                <c:pt idx="73407">
                  <c:v>52.51</c:v>
                </c:pt>
                <c:pt idx="73408">
                  <c:v>69.98</c:v>
                </c:pt>
                <c:pt idx="73409">
                  <c:v>275.93</c:v>
                </c:pt>
                <c:pt idx="73410">
                  <c:v>239.96</c:v>
                </c:pt>
                <c:pt idx="73411">
                  <c:v>249.91</c:v>
                </c:pt>
                <c:pt idx="73412">
                  <c:v>219.97</c:v>
                </c:pt>
                <c:pt idx="73413">
                  <c:v>95.98</c:v>
                </c:pt>
                <c:pt idx="73414">
                  <c:v>241.95</c:v>
                </c:pt>
                <c:pt idx="73415">
                  <c:v>104.98</c:v>
                </c:pt>
                <c:pt idx="73416">
                  <c:v>186.95</c:v>
                </c:pt>
                <c:pt idx="73417">
                  <c:v>76.489999999999995</c:v>
                </c:pt>
                <c:pt idx="73418">
                  <c:v>135.97</c:v>
                </c:pt>
                <c:pt idx="73419">
                  <c:v>29.48</c:v>
                </c:pt>
                <c:pt idx="73420">
                  <c:v>131.97999999999999</c:v>
                </c:pt>
                <c:pt idx="73421">
                  <c:v>131.97999999999999</c:v>
                </c:pt>
                <c:pt idx="73422">
                  <c:v>159.96</c:v>
                </c:pt>
                <c:pt idx="73423">
                  <c:v>77.97</c:v>
                </c:pt>
                <c:pt idx="73424">
                  <c:v>209.91</c:v>
                </c:pt>
                <c:pt idx="73425">
                  <c:v>145.97</c:v>
                </c:pt>
                <c:pt idx="73426">
                  <c:v>131.97999999999999</c:v>
                </c:pt>
                <c:pt idx="73427">
                  <c:v>29.48</c:v>
                </c:pt>
                <c:pt idx="73428">
                  <c:v>76.959999999999994</c:v>
                </c:pt>
                <c:pt idx="73429">
                  <c:v>106.97</c:v>
                </c:pt>
                <c:pt idx="73430">
                  <c:v>71.97</c:v>
                </c:pt>
                <c:pt idx="73431">
                  <c:v>60.98</c:v>
                </c:pt>
                <c:pt idx="73432">
                  <c:v>60.98</c:v>
                </c:pt>
                <c:pt idx="73433">
                  <c:v>95.51</c:v>
                </c:pt>
                <c:pt idx="73434">
                  <c:v>75.97</c:v>
                </c:pt>
                <c:pt idx="73435">
                  <c:v>64.98</c:v>
                </c:pt>
                <c:pt idx="73436">
                  <c:v>76.180000000000007</c:v>
                </c:pt>
                <c:pt idx="73437">
                  <c:v>68.989999999999995</c:v>
                </c:pt>
                <c:pt idx="73438">
                  <c:v>51.48</c:v>
                </c:pt>
                <c:pt idx="73439">
                  <c:v>60.98</c:v>
                </c:pt>
                <c:pt idx="73440">
                  <c:v>129.97</c:v>
                </c:pt>
                <c:pt idx="73441">
                  <c:v>50.98</c:v>
                </c:pt>
                <c:pt idx="73442">
                  <c:v>66.64</c:v>
                </c:pt>
                <c:pt idx="73443">
                  <c:v>95.98</c:v>
                </c:pt>
                <c:pt idx="73444">
                  <c:v>53.98</c:v>
                </c:pt>
                <c:pt idx="73445">
                  <c:v>71.97</c:v>
                </c:pt>
                <c:pt idx="73446">
                  <c:v>89.97</c:v>
                </c:pt>
                <c:pt idx="73447">
                  <c:v>60.97</c:v>
                </c:pt>
                <c:pt idx="73448">
                  <c:v>-61.98</c:v>
                </c:pt>
                <c:pt idx="73449">
                  <c:v>51.98</c:v>
                </c:pt>
                <c:pt idx="73450">
                  <c:v>86.97</c:v>
                </c:pt>
                <c:pt idx="73451">
                  <c:v>67.06</c:v>
                </c:pt>
                <c:pt idx="73452">
                  <c:v>68.97</c:v>
                </c:pt>
                <c:pt idx="73453">
                  <c:v>61.98</c:v>
                </c:pt>
                <c:pt idx="73454">
                  <c:v>68.97</c:v>
                </c:pt>
                <c:pt idx="73455">
                  <c:v>68.97</c:v>
                </c:pt>
                <c:pt idx="73456">
                  <c:v>68.97</c:v>
                </c:pt>
                <c:pt idx="73457">
                  <c:v>56.97</c:v>
                </c:pt>
                <c:pt idx="73458">
                  <c:v>89.97</c:v>
                </c:pt>
                <c:pt idx="73459">
                  <c:v>56.98</c:v>
                </c:pt>
                <c:pt idx="73460">
                  <c:v>59.98</c:v>
                </c:pt>
                <c:pt idx="73461">
                  <c:v>54.88</c:v>
                </c:pt>
                <c:pt idx="73462">
                  <c:v>59.98</c:v>
                </c:pt>
                <c:pt idx="73463">
                  <c:v>56.97</c:v>
                </c:pt>
                <c:pt idx="73464">
                  <c:v>76.489999999999995</c:v>
                </c:pt>
                <c:pt idx="73465">
                  <c:v>84.99</c:v>
                </c:pt>
                <c:pt idx="73466">
                  <c:v>84.99</c:v>
                </c:pt>
                <c:pt idx="73467">
                  <c:v>84.99</c:v>
                </c:pt>
                <c:pt idx="73468">
                  <c:v>84.99</c:v>
                </c:pt>
                <c:pt idx="73469">
                  <c:v>84.99</c:v>
                </c:pt>
                <c:pt idx="73470">
                  <c:v>127.98</c:v>
                </c:pt>
                <c:pt idx="73471">
                  <c:v>99.98</c:v>
                </c:pt>
                <c:pt idx="73472">
                  <c:v>88.97</c:v>
                </c:pt>
                <c:pt idx="73473">
                  <c:v>104.98</c:v>
                </c:pt>
                <c:pt idx="73474">
                  <c:v>72.239999999999995</c:v>
                </c:pt>
                <c:pt idx="73475">
                  <c:v>84.99</c:v>
                </c:pt>
                <c:pt idx="73476">
                  <c:v>98.13</c:v>
                </c:pt>
                <c:pt idx="73477">
                  <c:v>84.99</c:v>
                </c:pt>
                <c:pt idx="73478">
                  <c:v>119.94</c:v>
                </c:pt>
                <c:pt idx="73479">
                  <c:v>197.96</c:v>
                </c:pt>
                <c:pt idx="73480">
                  <c:v>169.98</c:v>
                </c:pt>
                <c:pt idx="73481">
                  <c:v>146.66</c:v>
                </c:pt>
                <c:pt idx="73482">
                  <c:v>83.94</c:v>
                </c:pt>
                <c:pt idx="73483">
                  <c:v>272.93</c:v>
                </c:pt>
                <c:pt idx="73484">
                  <c:v>63.97</c:v>
                </c:pt>
                <c:pt idx="73485">
                  <c:v>59.97</c:v>
                </c:pt>
                <c:pt idx="73486">
                  <c:v>78.97</c:v>
                </c:pt>
                <c:pt idx="73487">
                  <c:v>68.989999999999995</c:v>
                </c:pt>
                <c:pt idx="73488">
                  <c:v>93.96</c:v>
                </c:pt>
                <c:pt idx="73489">
                  <c:v>76.959999999999994</c:v>
                </c:pt>
                <c:pt idx="73490">
                  <c:v>68.569999999999993</c:v>
                </c:pt>
                <c:pt idx="73491">
                  <c:v>56.97</c:v>
                </c:pt>
                <c:pt idx="73492">
                  <c:v>73.97</c:v>
                </c:pt>
                <c:pt idx="73493">
                  <c:v>51.98</c:v>
                </c:pt>
                <c:pt idx="73494">
                  <c:v>79.989999999999995</c:v>
                </c:pt>
                <c:pt idx="73495">
                  <c:v>67.98</c:v>
                </c:pt>
                <c:pt idx="73496">
                  <c:v>169.98</c:v>
                </c:pt>
                <c:pt idx="73497">
                  <c:v>247.47</c:v>
                </c:pt>
                <c:pt idx="73498">
                  <c:v>71.48</c:v>
                </c:pt>
                <c:pt idx="73499">
                  <c:v>139.97999999999999</c:v>
                </c:pt>
                <c:pt idx="73500">
                  <c:v>74.97</c:v>
                </c:pt>
                <c:pt idx="73501">
                  <c:v>160.16</c:v>
                </c:pt>
                <c:pt idx="73502">
                  <c:v>108.96</c:v>
                </c:pt>
                <c:pt idx="73503">
                  <c:v>151.94999999999999</c:v>
                </c:pt>
                <c:pt idx="73504">
                  <c:v>118.97</c:v>
                </c:pt>
                <c:pt idx="73505">
                  <c:v>155.94</c:v>
                </c:pt>
                <c:pt idx="73506">
                  <c:v>101.94</c:v>
                </c:pt>
                <c:pt idx="73507">
                  <c:v>189.93</c:v>
                </c:pt>
                <c:pt idx="73508">
                  <c:v>182.93</c:v>
                </c:pt>
                <c:pt idx="73509">
                  <c:v>101.94</c:v>
                </c:pt>
                <c:pt idx="73510">
                  <c:v>110.3</c:v>
                </c:pt>
                <c:pt idx="73511">
                  <c:v>74.95</c:v>
                </c:pt>
                <c:pt idx="73512">
                  <c:v>59.96</c:v>
                </c:pt>
                <c:pt idx="73513">
                  <c:v>59.98</c:v>
                </c:pt>
                <c:pt idx="73514">
                  <c:v>39.479999999999997</c:v>
                </c:pt>
                <c:pt idx="73515">
                  <c:v>59.98</c:v>
                </c:pt>
                <c:pt idx="73516">
                  <c:v>59.98</c:v>
                </c:pt>
                <c:pt idx="73517">
                  <c:v>53.98</c:v>
                </c:pt>
                <c:pt idx="73518">
                  <c:v>59.98</c:v>
                </c:pt>
                <c:pt idx="73519">
                  <c:v>57.77</c:v>
                </c:pt>
                <c:pt idx="73520">
                  <c:v>59.98</c:v>
                </c:pt>
                <c:pt idx="73521">
                  <c:v>54.37</c:v>
                </c:pt>
                <c:pt idx="73522">
                  <c:v>59.98</c:v>
                </c:pt>
                <c:pt idx="73523">
                  <c:v>59.98</c:v>
                </c:pt>
                <c:pt idx="73524">
                  <c:v>59.98</c:v>
                </c:pt>
                <c:pt idx="73525">
                  <c:v>56.98</c:v>
                </c:pt>
                <c:pt idx="73526">
                  <c:v>59.98</c:v>
                </c:pt>
                <c:pt idx="73527">
                  <c:v>48.84</c:v>
                </c:pt>
                <c:pt idx="73528">
                  <c:v>64.569999999999993</c:v>
                </c:pt>
                <c:pt idx="73529">
                  <c:v>59.98</c:v>
                </c:pt>
                <c:pt idx="73530">
                  <c:v>66.98</c:v>
                </c:pt>
                <c:pt idx="73531">
                  <c:v>59.98</c:v>
                </c:pt>
                <c:pt idx="73532">
                  <c:v>54.98</c:v>
                </c:pt>
                <c:pt idx="73533">
                  <c:v>53.98</c:v>
                </c:pt>
                <c:pt idx="73534">
                  <c:v>73.98</c:v>
                </c:pt>
                <c:pt idx="73535">
                  <c:v>59.98</c:v>
                </c:pt>
                <c:pt idx="73536">
                  <c:v>58.73</c:v>
                </c:pt>
                <c:pt idx="73537">
                  <c:v>61.98</c:v>
                </c:pt>
                <c:pt idx="73538">
                  <c:v>84.97</c:v>
                </c:pt>
                <c:pt idx="73539">
                  <c:v>69.98</c:v>
                </c:pt>
                <c:pt idx="73540">
                  <c:v>59.38</c:v>
                </c:pt>
                <c:pt idx="73541">
                  <c:v>74.97</c:v>
                </c:pt>
                <c:pt idx="73542">
                  <c:v>55.28</c:v>
                </c:pt>
                <c:pt idx="73543">
                  <c:v>62.49</c:v>
                </c:pt>
                <c:pt idx="73544">
                  <c:v>56.98</c:v>
                </c:pt>
                <c:pt idx="73545">
                  <c:v>20.29</c:v>
                </c:pt>
                <c:pt idx="73546">
                  <c:v>10.29</c:v>
                </c:pt>
                <c:pt idx="73547">
                  <c:v>84.99</c:v>
                </c:pt>
                <c:pt idx="73548">
                  <c:v>54.99</c:v>
                </c:pt>
                <c:pt idx="73549">
                  <c:v>84.99</c:v>
                </c:pt>
                <c:pt idx="73550">
                  <c:v>84.99</c:v>
                </c:pt>
                <c:pt idx="73551">
                  <c:v>79.05</c:v>
                </c:pt>
                <c:pt idx="73552">
                  <c:v>68.959999999999994</c:v>
                </c:pt>
                <c:pt idx="73553">
                  <c:v>84.99</c:v>
                </c:pt>
                <c:pt idx="73554">
                  <c:v>10.1</c:v>
                </c:pt>
                <c:pt idx="73555">
                  <c:v>103.98</c:v>
                </c:pt>
                <c:pt idx="73556">
                  <c:v>84.99</c:v>
                </c:pt>
                <c:pt idx="73557">
                  <c:v>84.99</c:v>
                </c:pt>
                <c:pt idx="73558">
                  <c:v>84.99</c:v>
                </c:pt>
                <c:pt idx="73559">
                  <c:v>99.98</c:v>
                </c:pt>
                <c:pt idx="73560">
                  <c:v>129.97</c:v>
                </c:pt>
                <c:pt idx="73561">
                  <c:v>84.99</c:v>
                </c:pt>
                <c:pt idx="73562">
                  <c:v>131.97999999999999</c:v>
                </c:pt>
                <c:pt idx="73563">
                  <c:v>111.97</c:v>
                </c:pt>
                <c:pt idx="73564">
                  <c:v>35.69</c:v>
                </c:pt>
                <c:pt idx="73565">
                  <c:v>93.49</c:v>
                </c:pt>
                <c:pt idx="73566">
                  <c:v>94.15</c:v>
                </c:pt>
                <c:pt idx="73567">
                  <c:v>59.95</c:v>
                </c:pt>
                <c:pt idx="73568">
                  <c:v>76.489999999999995</c:v>
                </c:pt>
                <c:pt idx="73569">
                  <c:v>91.87</c:v>
                </c:pt>
                <c:pt idx="73570">
                  <c:v>110.87</c:v>
                </c:pt>
                <c:pt idx="73571">
                  <c:v>84.99</c:v>
                </c:pt>
                <c:pt idx="73572">
                  <c:v>84.99</c:v>
                </c:pt>
                <c:pt idx="73573">
                  <c:v>91.98</c:v>
                </c:pt>
                <c:pt idx="73574">
                  <c:v>72.239999999999995</c:v>
                </c:pt>
                <c:pt idx="73575">
                  <c:v>65.989999999999995</c:v>
                </c:pt>
                <c:pt idx="73576">
                  <c:v>84.99</c:v>
                </c:pt>
                <c:pt idx="73577">
                  <c:v>84.99</c:v>
                </c:pt>
                <c:pt idx="73578">
                  <c:v>84.99</c:v>
                </c:pt>
                <c:pt idx="73579">
                  <c:v>75.09</c:v>
                </c:pt>
                <c:pt idx="73580">
                  <c:v>84.99</c:v>
                </c:pt>
                <c:pt idx="73581">
                  <c:v>82.84</c:v>
                </c:pt>
                <c:pt idx="73582">
                  <c:v>82.64</c:v>
                </c:pt>
                <c:pt idx="73583">
                  <c:v>84.99</c:v>
                </c:pt>
                <c:pt idx="73584">
                  <c:v>65.989999999999995</c:v>
                </c:pt>
                <c:pt idx="73585">
                  <c:v>84.99</c:v>
                </c:pt>
                <c:pt idx="73586">
                  <c:v>84.99</c:v>
                </c:pt>
                <c:pt idx="73587">
                  <c:v>99.98</c:v>
                </c:pt>
                <c:pt idx="73588">
                  <c:v>41.97</c:v>
                </c:pt>
                <c:pt idx="73589">
                  <c:v>41.97</c:v>
                </c:pt>
                <c:pt idx="73590">
                  <c:v>273.93</c:v>
                </c:pt>
                <c:pt idx="73591">
                  <c:v>307.10000000000002</c:v>
                </c:pt>
                <c:pt idx="73592">
                  <c:v>273.93</c:v>
                </c:pt>
                <c:pt idx="73593">
                  <c:v>131.97999999999999</c:v>
                </c:pt>
                <c:pt idx="73594">
                  <c:v>99.98</c:v>
                </c:pt>
                <c:pt idx="73595">
                  <c:v>99.98</c:v>
                </c:pt>
                <c:pt idx="73596">
                  <c:v>307.10000000000002</c:v>
                </c:pt>
                <c:pt idx="73597">
                  <c:v>131.97999999999999</c:v>
                </c:pt>
                <c:pt idx="73598">
                  <c:v>246.86</c:v>
                </c:pt>
                <c:pt idx="73599">
                  <c:v>246.86</c:v>
                </c:pt>
                <c:pt idx="73600">
                  <c:v>87.33</c:v>
                </c:pt>
                <c:pt idx="73601">
                  <c:v>84.99</c:v>
                </c:pt>
                <c:pt idx="73602">
                  <c:v>99.98</c:v>
                </c:pt>
                <c:pt idx="73603">
                  <c:v>99.98</c:v>
                </c:pt>
                <c:pt idx="73604">
                  <c:v>84.99</c:v>
                </c:pt>
                <c:pt idx="73605">
                  <c:v>84.99</c:v>
                </c:pt>
                <c:pt idx="73606">
                  <c:v>76.489999999999995</c:v>
                </c:pt>
                <c:pt idx="73607">
                  <c:v>84.99</c:v>
                </c:pt>
                <c:pt idx="73608">
                  <c:v>84.99</c:v>
                </c:pt>
                <c:pt idx="73609">
                  <c:v>84.99</c:v>
                </c:pt>
                <c:pt idx="73610">
                  <c:v>84.99</c:v>
                </c:pt>
                <c:pt idx="73611">
                  <c:v>53.97</c:v>
                </c:pt>
                <c:pt idx="73612">
                  <c:v>69.989999999999995</c:v>
                </c:pt>
                <c:pt idx="73613">
                  <c:v>134.55000000000001</c:v>
                </c:pt>
                <c:pt idx="73614">
                  <c:v>60.99</c:v>
                </c:pt>
                <c:pt idx="73615">
                  <c:v>79.989999999999995</c:v>
                </c:pt>
                <c:pt idx="73616">
                  <c:v>60.99</c:v>
                </c:pt>
                <c:pt idx="73617">
                  <c:v>43.31</c:v>
                </c:pt>
                <c:pt idx="73618">
                  <c:v>84.99</c:v>
                </c:pt>
                <c:pt idx="73619">
                  <c:v>84.99</c:v>
                </c:pt>
                <c:pt idx="73620">
                  <c:v>68.83</c:v>
                </c:pt>
                <c:pt idx="73621">
                  <c:v>82.02</c:v>
                </c:pt>
                <c:pt idx="73622">
                  <c:v>104.98</c:v>
                </c:pt>
                <c:pt idx="73623">
                  <c:v>82.6</c:v>
                </c:pt>
                <c:pt idx="73624">
                  <c:v>68.989999999999995</c:v>
                </c:pt>
                <c:pt idx="73625">
                  <c:v>84.99</c:v>
                </c:pt>
                <c:pt idx="73626">
                  <c:v>65.19</c:v>
                </c:pt>
                <c:pt idx="73627">
                  <c:v>54.98</c:v>
                </c:pt>
                <c:pt idx="73628">
                  <c:v>54.98</c:v>
                </c:pt>
                <c:pt idx="73629">
                  <c:v>84.99</c:v>
                </c:pt>
                <c:pt idx="73630">
                  <c:v>106.97</c:v>
                </c:pt>
                <c:pt idx="73631">
                  <c:v>39.020000000000003</c:v>
                </c:pt>
                <c:pt idx="73632">
                  <c:v>65.989999999999995</c:v>
                </c:pt>
                <c:pt idx="73633">
                  <c:v>65.989999999999995</c:v>
                </c:pt>
                <c:pt idx="73634">
                  <c:v>39.979999999999997</c:v>
                </c:pt>
                <c:pt idx="73635">
                  <c:v>65.989999999999995</c:v>
                </c:pt>
                <c:pt idx="73636">
                  <c:v>65.989999999999995</c:v>
                </c:pt>
                <c:pt idx="73637">
                  <c:v>64.27</c:v>
                </c:pt>
                <c:pt idx="73638">
                  <c:v>53.97</c:v>
                </c:pt>
                <c:pt idx="73639">
                  <c:v>77.64</c:v>
                </c:pt>
                <c:pt idx="73640">
                  <c:v>46.17</c:v>
                </c:pt>
                <c:pt idx="73641">
                  <c:v>134.96</c:v>
                </c:pt>
                <c:pt idx="73642">
                  <c:v>149.94999999999999</c:v>
                </c:pt>
                <c:pt idx="73643">
                  <c:v>89.97</c:v>
                </c:pt>
                <c:pt idx="73644">
                  <c:v>89.97</c:v>
                </c:pt>
                <c:pt idx="73645">
                  <c:v>149.94999999999999</c:v>
                </c:pt>
                <c:pt idx="73646">
                  <c:v>299.89999999999998</c:v>
                </c:pt>
                <c:pt idx="73647">
                  <c:v>299.89999999999998</c:v>
                </c:pt>
                <c:pt idx="73648">
                  <c:v>134.96</c:v>
                </c:pt>
                <c:pt idx="73649">
                  <c:v>89.97</c:v>
                </c:pt>
                <c:pt idx="73650">
                  <c:v>149.94999999999999</c:v>
                </c:pt>
                <c:pt idx="73651">
                  <c:v>278.07</c:v>
                </c:pt>
                <c:pt idx="73652">
                  <c:v>89.97</c:v>
                </c:pt>
                <c:pt idx="73653">
                  <c:v>278.07</c:v>
                </c:pt>
                <c:pt idx="73654">
                  <c:v>149.94999999999999</c:v>
                </c:pt>
                <c:pt idx="73655">
                  <c:v>84.99</c:v>
                </c:pt>
                <c:pt idx="73656">
                  <c:v>59.98</c:v>
                </c:pt>
                <c:pt idx="73657">
                  <c:v>84.97</c:v>
                </c:pt>
                <c:pt idx="73658">
                  <c:v>89.98</c:v>
                </c:pt>
                <c:pt idx="73659">
                  <c:v>59.98</c:v>
                </c:pt>
                <c:pt idx="73660">
                  <c:v>51.48</c:v>
                </c:pt>
                <c:pt idx="73661">
                  <c:v>109.98</c:v>
                </c:pt>
                <c:pt idx="73662">
                  <c:v>74.97</c:v>
                </c:pt>
                <c:pt idx="73663">
                  <c:v>-51.48</c:v>
                </c:pt>
                <c:pt idx="73664">
                  <c:v>31.57</c:v>
                </c:pt>
                <c:pt idx="73665">
                  <c:v>169.98</c:v>
                </c:pt>
                <c:pt idx="73666">
                  <c:v>181.97</c:v>
                </c:pt>
                <c:pt idx="73667">
                  <c:v>99.98</c:v>
                </c:pt>
                <c:pt idx="73668">
                  <c:v>57.46</c:v>
                </c:pt>
                <c:pt idx="73669">
                  <c:v>84.99</c:v>
                </c:pt>
                <c:pt idx="73670">
                  <c:v>84.99</c:v>
                </c:pt>
                <c:pt idx="73671">
                  <c:v>84.99</c:v>
                </c:pt>
                <c:pt idx="73672">
                  <c:v>84.99</c:v>
                </c:pt>
                <c:pt idx="73673">
                  <c:v>84.99</c:v>
                </c:pt>
                <c:pt idx="73674">
                  <c:v>99.98</c:v>
                </c:pt>
                <c:pt idx="73675">
                  <c:v>99.98</c:v>
                </c:pt>
                <c:pt idx="73676">
                  <c:v>84.99</c:v>
                </c:pt>
                <c:pt idx="73677">
                  <c:v>97.13</c:v>
                </c:pt>
                <c:pt idx="73678">
                  <c:v>84.99</c:v>
                </c:pt>
                <c:pt idx="73679">
                  <c:v>113.97</c:v>
                </c:pt>
                <c:pt idx="73680">
                  <c:v>80.45</c:v>
                </c:pt>
                <c:pt idx="73681">
                  <c:v>84.99</c:v>
                </c:pt>
                <c:pt idx="73682">
                  <c:v>84.99</c:v>
                </c:pt>
                <c:pt idx="73683">
                  <c:v>97.13</c:v>
                </c:pt>
                <c:pt idx="73684">
                  <c:v>102.98</c:v>
                </c:pt>
                <c:pt idx="73685">
                  <c:v>84.99</c:v>
                </c:pt>
                <c:pt idx="73686">
                  <c:v>84.99</c:v>
                </c:pt>
                <c:pt idx="73687">
                  <c:v>84.99</c:v>
                </c:pt>
                <c:pt idx="73688">
                  <c:v>80.45</c:v>
                </c:pt>
                <c:pt idx="73689">
                  <c:v>102.98</c:v>
                </c:pt>
                <c:pt idx="73690">
                  <c:v>113.97</c:v>
                </c:pt>
                <c:pt idx="73691">
                  <c:v>109.97</c:v>
                </c:pt>
                <c:pt idx="73692">
                  <c:v>503.88</c:v>
                </c:pt>
                <c:pt idx="73693">
                  <c:v>399.95</c:v>
                </c:pt>
                <c:pt idx="73694">
                  <c:v>31.48</c:v>
                </c:pt>
                <c:pt idx="73695">
                  <c:v>59.95</c:v>
                </c:pt>
                <c:pt idx="73696">
                  <c:v>119.96</c:v>
                </c:pt>
                <c:pt idx="73697">
                  <c:v>91.48</c:v>
                </c:pt>
                <c:pt idx="73698">
                  <c:v>155.97</c:v>
                </c:pt>
                <c:pt idx="73699">
                  <c:v>39.99</c:v>
                </c:pt>
                <c:pt idx="73700">
                  <c:v>110.95</c:v>
                </c:pt>
                <c:pt idx="73701">
                  <c:v>191.96</c:v>
                </c:pt>
                <c:pt idx="73702">
                  <c:v>74.98</c:v>
                </c:pt>
                <c:pt idx="73703">
                  <c:v>205.94</c:v>
                </c:pt>
                <c:pt idx="73704">
                  <c:v>265.95999999999998</c:v>
                </c:pt>
                <c:pt idx="73705">
                  <c:v>178.97</c:v>
                </c:pt>
                <c:pt idx="73706">
                  <c:v>188.97</c:v>
                </c:pt>
                <c:pt idx="73707">
                  <c:v>273.95999999999998</c:v>
                </c:pt>
                <c:pt idx="73708">
                  <c:v>154.97999999999999</c:v>
                </c:pt>
                <c:pt idx="73709">
                  <c:v>79.98</c:v>
                </c:pt>
                <c:pt idx="73710">
                  <c:v>152.97999999999999</c:v>
                </c:pt>
                <c:pt idx="73711">
                  <c:v>151.02000000000001</c:v>
                </c:pt>
                <c:pt idx="73712">
                  <c:v>169.98</c:v>
                </c:pt>
                <c:pt idx="73713">
                  <c:v>99.98</c:v>
                </c:pt>
                <c:pt idx="73714">
                  <c:v>169.98</c:v>
                </c:pt>
                <c:pt idx="73715">
                  <c:v>144.47999999999999</c:v>
                </c:pt>
                <c:pt idx="73716">
                  <c:v>47.28</c:v>
                </c:pt>
                <c:pt idx="73717">
                  <c:v>46.94</c:v>
                </c:pt>
                <c:pt idx="73718">
                  <c:v>84.99</c:v>
                </c:pt>
                <c:pt idx="73719">
                  <c:v>51.29</c:v>
                </c:pt>
                <c:pt idx="73720">
                  <c:v>84.99</c:v>
                </c:pt>
                <c:pt idx="73721">
                  <c:v>169.98</c:v>
                </c:pt>
                <c:pt idx="73722">
                  <c:v>169.98</c:v>
                </c:pt>
                <c:pt idx="73723">
                  <c:v>84.99</c:v>
                </c:pt>
                <c:pt idx="73724">
                  <c:v>65.19</c:v>
                </c:pt>
                <c:pt idx="73725">
                  <c:v>51.29</c:v>
                </c:pt>
                <c:pt idx="73726">
                  <c:v>127.47</c:v>
                </c:pt>
                <c:pt idx="73727">
                  <c:v>149.97</c:v>
                </c:pt>
                <c:pt idx="73728">
                  <c:v>89.98</c:v>
                </c:pt>
                <c:pt idx="73729">
                  <c:v>145.27000000000001</c:v>
                </c:pt>
                <c:pt idx="73730">
                  <c:v>119.97</c:v>
                </c:pt>
                <c:pt idx="73731">
                  <c:v>149.97</c:v>
                </c:pt>
                <c:pt idx="73732">
                  <c:v>144.47999999999999</c:v>
                </c:pt>
                <c:pt idx="73733">
                  <c:v>89.98</c:v>
                </c:pt>
                <c:pt idx="73734">
                  <c:v>99.98</c:v>
                </c:pt>
                <c:pt idx="73735">
                  <c:v>84.99</c:v>
                </c:pt>
                <c:pt idx="73736">
                  <c:v>99.98</c:v>
                </c:pt>
                <c:pt idx="73737">
                  <c:v>99.98</c:v>
                </c:pt>
                <c:pt idx="73738">
                  <c:v>84.99</c:v>
                </c:pt>
                <c:pt idx="73739">
                  <c:v>127.98</c:v>
                </c:pt>
                <c:pt idx="73740">
                  <c:v>119.97</c:v>
                </c:pt>
                <c:pt idx="73741">
                  <c:v>91.09</c:v>
                </c:pt>
                <c:pt idx="73742">
                  <c:v>90.08</c:v>
                </c:pt>
                <c:pt idx="73743">
                  <c:v>64.98</c:v>
                </c:pt>
                <c:pt idx="73744">
                  <c:v>99.98</c:v>
                </c:pt>
                <c:pt idx="73745">
                  <c:v>127.96</c:v>
                </c:pt>
                <c:pt idx="73746">
                  <c:v>167.96</c:v>
                </c:pt>
                <c:pt idx="73747">
                  <c:v>187.74</c:v>
                </c:pt>
                <c:pt idx="73748">
                  <c:v>177.95</c:v>
                </c:pt>
                <c:pt idx="73749">
                  <c:v>57.56</c:v>
                </c:pt>
                <c:pt idx="73750">
                  <c:v>68.989999999999995</c:v>
                </c:pt>
                <c:pt idx="73751">
                  <c:v>50.29</c:v>
                </c:pt>
                <c:pt idx="73752">
                  <c:v>74.989999999999995</c:v>
                </c:pt>
                <c:pt idx="73753">
                  <c:v>65.19</c:v>
                </c:pt>
                <c:pt idx="73754">
                  <c:v>-11.5</c:v>
                </c:pt>
                <c:pt idx="73755">
                  <c:v>76.489999999999995</c:v>
                </c:pt>
                <c:pt idx="73756">
                  <c:v>95.9</c:v>
                </c:pt>
                <c:pt idx="73757">
                  <c:v>269.94</c:v>
                </c:pt>
                <c:pt idx="73758">
                  <c:v>193.79</c:v>
                </c:pt>
                <c:pt idx="73759">
                  <c:v>79.989999999999995</c:v>
                </c:pt>
                <c:pt idx="73760">
                  <c:v>79.989999999999995</c:v>
                </c:pt>
                <c:pt idx="73761">
                  <c:v>159.97999999999999</c:v>
                </c:pt>
                <c:pt idx="73762">
                  <c:v>159.97999999999999</c:v>
                </c:pt>
                <c:pt idx="73763">
                  <c:v>159.97999999999999</c:v>
                </c:pt>
                <c:pt idx="73764">
                  <c:v>79.989999999999995</c:v>
                </c:pt>
                <c:pt idx="73765">
                  <c:v>79.989999999999995</c:v>
                </c:pt>
                <c:pt idx="73766">
                  <c:v>67.989999999999995</c:v>
                </c:pt>
                <c:pt idx="73767">
                  <c:v>69.989999999999995</c:v>
                </c:pt>
                <c:pt idx="73768">
                  <c:v>79.989999999999995</c:v>
                </c:pt>
                <c:pt idx="73769">
                  <c:v>159.97999999999999</c:v>
                </c:pt>
                <c:pt idx="73770">
                  <c:v>75.98</c:v>
                </c:pt>
                <c:pt idx="73771">
                  <c:v>76.489999999999995</c:v>
                </c:pt>
                <c:pt idx="73772">
                  <c:v>64.989999999999995</c:v>
                </c:pt>
                <c:pt idx="73773">
                  <c:v>76.489999999999995</c:v>
                </c:pt>
                <c:pt idx="73774">
                  <c:v>154.47999999999999</c:v>
                </c:pt>
                <c:pt idx="73775">
                  <c:v>79.98</c:v>
                </c:pt>
                <c:pt idx="73776">
                  <c:v>65.19</c:v>
                </c:pt>
                <c:pt idx="73777">
                  <c:v>58.64</c:v>
                </c:pt>
                <c:pt idx="73778">
                  <c:v>89.97</c:v>
                </c:pt>
                <c:pt idx="73779">
                  <c:v>70.989999999999995</c:v>
                </c:pt>
                <c:pt idx="73780">
                  <c:v>58.64</c:v>
                </c:pt>
                <c:pt idx="73781">
                  <c:v>75.58</c:v>
                </c:pt>
                <c:pt idx="73782">
                  <c:v>67.14</c:v>
                </c:pt>
                <c:pt idx="73783">
                  <c:v>25.48</c:v>
                </c:pt>
                <c:pt idx="73784">
                  <c:v>13.49</c:v>
                </c:pt>
                <c:pt idx="73785">
                  <c:v>84.99</c:v>
                </c:pt>
                <c:pt idx="73786">
                  <c:v>12.49</c:v>
                </c:pt>
                <c:pt idx="73787">
                  <c:v>-21.99</c:v>
                </c:pt>
                <c:pt idx="73788">
                  <c:v>47.47</c:v>
                </c:pt>
                <c:pt idx="73789">
                  <c:v>154.97999999999999</c:v>
                </c:pt>
                <c:pt idx="73790">
                  <c:v>84.99</c:v>
                </c:pt>
                <c:pt idx="73791">
                  <c:v>186.45</c:v>
                </c:pt>
                <c:pt idx="73792">
                  <c:v>118.97</c:v>
                </c:pt>
                <c:pt idx="73793">
                  <c:v>66.98</c:v>
                </c:pt>
                <c:pt idx="73794">
                  <c:v>119.98</c:v>
                </c:pt>
                <c:pt idx="73795">
                  <c:v>99.98</c:v>
                </c:pt>
                <c:pt idx="73796">
                  <c:v>68.989999999999995</c:v>
                </c:pt>
                <c:pt idx="73797">
                  <c:v>119.98</c:v>
                </c:pt>
                <c:pt idx="73798">
                  <c:v>46.47</c:v>
                </c:pt>
                <c:pt idx="73799">
                  <c:v>99.98</c:v>
                </c:pt>
                <c:pt idx="73800">
                  <c:v>88.49</c:v>
                </c:pt>
                <c:pt idx="73801">
                  <c:v>44.99</c:v>
                </c:pt>
                <c:pt idx="73802">
                  <c:v>67.47</c:v>
                </c:pt>
                <c:pt idx="73803">
                  <c:v>111.95</c:v>
                </c:pt>
                <c:pt idx="73804">
                  <c:v>51.62</c:v>
                </c:pt>
                <c:pt idx="73805">
                  <c:v>52.92</c:v>
                </c:pt>
                <c:pt idx="73806">
                  <c:v>78.260000000000005</c:v>
                </c:pt>
                <c:pt idx="73807">
                  <c:v>84.99</c:v>
                </c:pt>
                <c:pt idx="73808">
                  <c:v>75.959999999999994</c:v>
                </c:pt>
                <c:pt idx="73809">
                  <c:v>94.95</c:v>
                </c:pt>
                <c:pt idx="73810">
                  <c:v>75.959999999999994</c:v>
                </c:pt>
                <c:pt idx="73811">
                  <c:v>239.97</c:v>
                </c:pt>
                <c:pt idx="73812">
                  <c:v>214.97</c:v>
                </c:pt>
                <c:pt idx="73813">
                  <c:v>113.94</c:v>
                </c:pt>
                <c:pt idx="73814">
                  <c:v>239.97</c:v>
                </c:pt>
                <c:pt idx="73815">
                  <c:v>73.930000000000007</c:v>
                </c:pt>
                <c:pt idx="73816">
                  <c:v>54.42</c:v>
                </c:pt>
                <c:pt idx="73817">
                  <c:v>45.44</c:v>
                </c:pt>
                <c:pt idx="73818">
                  <c:v>116.97</c:v>
                </c:pt>
                <c:pt idx="73819">
                  <c:v>51.28</c:v>
                </c:pt>
                <c:pt idx="73820">
                  <c:v>84.99</c:v>
                </c:pt>
                <c:pt idx="73821">
                  <c:v>51.98</c:v>
                </c:pt>
                <c:pt idx="73822">
                  <c:v>83.24</c:v>
                </c:pt>
                <c:pt idx="73823">
                  <c:v>59.49</c:v>
                </c:pt>
                <c:pt idx="73824">
                  <c:v>76.489999999999995</c:v>
                </c:pt>
                <c:pt idx="73825">
                  <c:v>84.99</c:v>
                </c:pt>
                <c:pt idx="73826">
                  <c:v>49.98</c:v>
                </c:pt>
                <c:pt idx="73827">
                  <c:v>83.1</c:v>
                </c:pt>
                <c:pt idx="73828">
                  <c:v>78.28</c:v>
                </c:pt>
                <c:pt idx="73829">
                  <c:v>84.99</c:v>
                </c:pt>
                <c:pt idx="73830">
                  <c:v>107.98</c:v>
                </c:pt>
                <c:pt idx="73831">
                  <c:v>84.99</c:v>
                </c:pt>
                <c:pt idx="73832">
                  <c:v>64.930000000000007</c:v>
                </c:pt>
                <c:pt idx="73833">
                  <c:v>103.26</c:v>
                </c:pt>
                <c:pt idx="73834">
                  <c:v>84.99</c:v>
                </c:pt>
                <c:pt idx="73835">
                  <c:v>65.989999999999995</c:v>
                </c:pt>
                <c:pt idx="73836">
                  <c:v>84.99</c:v>
                </c:pt>
                <c:pt idx="73837">
                  <c:v>84.99</c:v>
                </c:pt>
                <c:pt idx="73838">
                  <c:v>449.91</c:v>
                </c:pt>
                <c:pt idx="73839">
                  <c:v>59.96</c:v>
                </c:pt>
                <c:pt idx="73840">
                  <c:v>134.97999999999999</c:v>
                </c:pt>
                <c:pt idx="73841">
                  <c:v>134.97999999999999</c:v>
                </c:pt>
                <c:pt idx="73842">
                  <c:v>117.97</c:v>
                </c:pt>
                <c:pt idx="73843">
                  <c:v>134.97999999999999</c:v>
                </c:pt>
                <c:pt idx="73844">
                  <c:v>128.22999999999999</c:v>
                </c:pt>
                <c:pt idx="73845">
                  <c:v>134.97999999999999</c:v>
                </c:pt>
                <c:pt idx="73846">
                  <c:v>120.52</c:v>
                </c:pt>
                <c:pt idx="73847">
                  <c:v>65.989999999999995</c:v>
                </c:pt>
                <c:pt idx="73848">
                  <c:v>65.989999999999995</c:v>
                </c:pt>
                <c:pt idx="73849">
                  <c:v>65.989999999999995</c:v>
                </c:pt>
                <c:pt idx="73850">
                  <c:v>55.98</c:v>
                </c:pt>
                <c:pt idx="73851">
                  <c:v>64.150000000000006</c:v>
                </c:pt>
                <c:pt idx="73852">
                  <c:v>65.989999999999995</c:v>
                </c:pt>
                <c:pt idx="73853">
                  <c:v>65.989999999999995</c:v>
                </c:pt>
                <c:pt idx="73854">
                  <c:v>161.04</c:v>
                </c:pt>
                <c:pt idx="73855">
                  <c:v>65.989999999999995</c:v>
                </c:pt>
                <c:pt idx="73856">
                  <c:v>155.66</c:v>
                </c:pt>
                <c:pt idx="73857">
                  <c:v>59.39</c:v>
                </c:pt>
                <c:pt idx="73858">
                  <c:v>59.99</c:v>
                </c:pt>
                <c:pt idx="73859">
                  <c:v>64.010000000000005</c:v>
                </c:pt>
                <c:pt idx="73860">
                  <c:v>61.79</c:v>
                </c:pt>
                <c:pt idx="73861">
                  <c:v>159.97999999999999</c:v>
                </c:pt>
                <c:pt idx="73862">
                  <c:v>83.94</c:v>
                </c:pt>
                <c:pt idx="73863">
                  <c:v>143.97999999999999</c:v>
                </c:pt>
                <c:pt idx="73864">
                  <c:v>143.97999999999999</c:v>
                </c:pt>
                <c:pt idx="73865">
                  <c:v>319.95999999999998</c:v>
                </c:pt>
                <c:pt idx="73866">
                  <c:v>199.92</c:v>
                </c:pt>
                <c:pt idx="73867">
                  <c:v>29.48</c:v>
                </c:pt>
                <c:pt idx="73868">
                  <c:v>99.96</c:v>
                </c:pt>
                <c:pt idx="73869">
                  <c:v>29.48</c:v>
                </c:pt>
                <c:pt idx="73870">
                  <c:v>74.97</c:v>
                </c:pt>
                <c:pt idx="73871">
                  <c:v>99.96</c:v>
                </c:pt>
                <c:pt idx="73872">
                  <c:v>31.1</c:v>
                </c:pt>
                <c:pt idx="73873">
                  <c:v>120.71</c:v>
                </c:pt>
                <c:pt idx="73874">
                  <c:v>139.63999999999999</c:v>
                </c:pt>
                <c:pt idx="73875">
                  <c:v>121.98</c:v>
                </c:pt>
                <c:pt idx="73876">
                  <c:v>65.989999999999995</c:v>
                </c:pt>
                <c:pt idx="73877">
                  <c:v>93.96</c:v>
                </c:pt>
                <c:pt idx="73878">
                  <c:v>89.97</c:v>
                </c:pt>
                <c:pt idx="73879">
                  <c:v>69.98</c:v>
                </c:pt>
                <c:pt idx="73880">
                  <c:v>155.97</c:v>
                </c:pt>
                <c:pt idx="73881">
                  <c:v>189.76</c:v>
                </c:pt>
                <c:pt idx="73882">
                  <c:v>63.72</c:v>
                </c:pt>
                <c:pt idx="73883">
                  <c:v>104.65</c:v>
                </c:pt>
                <c:pt idx="73884">
                  <c:v>197.96</c:v>
                </c:pt>
                <c:pt idx="73885">
                  <c:v>75.77</c:v>
                </c:pt>
                <c:pt idx="73886">
                  <c:v>140.37</c:v>
                </c:pt>
                <c:pt idx="73887">
                  <c:v>178.16</c:v>
                </c:pt>
                <c:pt idx="73888">
                  <c:v>79.98</c:v>
                </c:pt>
                <c:pt idx="73889">
                  <c:v>74.98</c:v>
                </c:pt>
                <c:pt idx="73890">
                  <c:v>79.98</c:v>
                </c:pt>
                <c:pt idx="73891">
                  <c:v>79.98</c:v>
                </c:pt>
                <c:pt idx="73892">
                  <c:v>51.49</c:v>
                </c:pt>
                <c:pt idx="73893">
                  <c:v>64.98</c:v>
                </c:pt>
                <c:pt idx="73894">
                  <c:v>118.97</c:v>
                </c:pt>
                <c:pt idx="73895">
                  <c:v>30.48</c:v>
                </c:pt>
                <c:pt idx="73896">
                  <c:v>118.97</c:v>
                </c:pt>
                <c:pt idx="73897">
                  <c:v>20.46</c:v>
                </c:pt>
                <c:pt idx="73898">
                  <c:v>55.98</c:v>
                </c:pt>
                <c:pt idx="73899">
                  <c:v>68.98</c:v>
                </c:pt>
                <c:pt idx="73900">
                  <c:v>74.45</c:v>
                </c:pt>
                <c:pt idx="73901">
                  <c:v>180.46</c:v>
                </c:pt>
                <c:pt idx="73902">
                  <c:v>137.96</c:v>
                </c:pt>
                <c:pt idx="73903">
                  <c:v>61.48</c:v>
                </c:pt>
                <c:pt idx="73904">
                  <c:v>192.95</c:v>
                </c:pt>
                <c:pt idx="73905">
                  <c:v>137.96</c:v>
                </c:pt>
                <c:pt idx="73906">
                  <c:v>127.32</c:v>
                </c:pt>
                <c:pt idx="73907">
                  <c:v>206.94</c:v>
                </c:pt>
                <c:pt idx="73908">
                  <c:v>93.97</c:v>
                </c:pt>
                <c:pt idx="73909">
                  <c:v>199.86</c:v>
                </c:pt>
                <c:pt idx="73910">
                  <c:v>149.97</c:v>
                </c:pt>
                <c:pt idx="73911">
                  <c:v>208.44</c:v>
                </c:pt>
                <c:pt idx="73912">
                  <c:v>131.97999999999999</c:v>
                </c:pt>
                <c:pt idx="73913">
                  <c:v>107.86</c:v>
                </c:pt>
                <c:pt idx="73914">
                  <c:v>54.98</c:v>
                </c:pt>
                <c:pt idx="73915">
                  <c:v>54.98</c:v>
                </c:pt>
                <c:pt idx="73916">
                  <c:v>59.98</c:v>
                </c:pt>
                <c:pt idx="73917">
                  <c:v>59.98</c:v>
                </c:pt>
                <c:pt idx="73918">
                  <c:v>54.98</c:v>
                </c:pt>
                <c:pt idx="73919">
                  <c:v>57.58</c:v>
                </c:pt>
                <c:pt idx="73920">
                  <c:v>59.98</c:v>
                </c:pt>
                <c:pt idx="73921">
                  <c:v>59.98</c:v>
                </c:pt>
                <c:pt idx="73922">
                  <c:v>59.98</c:v>
                </c:pt>
                <c:pt idx="73923">
                  <c:v>59.98</c:v>
                </c:pt>
                <c:pt idx="73924">
                  <c:v>59.98</c:v>
                </c:pt>
                <c:pt idx="73925">
                  <c:v>54.98</c:v>
                </c:pt>
                <c:pt idx="73926">
                  <c:v>58.78</c:v>
                </c:pt>
                <c:pt idx="73927">
                  <c:v>59.98</c:v>
                </c:pt>
                <c:pt idx="73928">
                  <c:v>59.98</c:v>
                </c:pt>
                <c:pt idx="73929">
                  <c:v>54.83</c:v>
                </c:pt>
                <c:pt idx="73930">
                  <c:v>68.989999999999995</c:v>
                </c:pt>
                <c:pt idx="73931">
                  <c:v>81.98</c:v>
                </c:pt>
                <c:pt idx="73932">
                  <c:v>68.989999999999995</c:v>
                </c:pt>
                <c:pt idx="73933">
                  <c:v>76.489999999999995</c:v>
                </c:pt>
                <c:pt idx="73934">
                  <c:v>75.63</c:v>
                </c:pt>
                <c:pt idx="73935">
                  <c:v>99.98</c:v>
                </c:pt>
                <c:pt idx="73936">
                  <c:v>65.989999999999995</c:v>
                </c:pt>
                <c:pt idx="73937">
                  <c:v>59.98</c:v>
                </c:pt>
                <c:pt idx="73938">
                  <c:v>114.97</c:v>
                </c:pt>
                <c:pt idx="73939">
                  <c:v>81.98</c:v>
                </c:pt>
                <c:pt idx="73940">
                  <c:v>65.989999999999995</c:v>
                </c:pt>
                <c:pt idx="73941">
                  <c:v>81.98</c:v>
                </c:pt>
                <c:pt idx="73942">
                  <c:v>116.97</c:v>
                </c:pt>
                <c:pt idx="73943">
                  <c:v>91.47</c:v>
                </c:pt>
                <c:pt idx="73944">
                  <c:v>92.97</c:v>
                </c:pt>
                <c:pt idx="73945">
                  <c:v>168.47</c:v>
                </c:pt>
                <c:pt idx="73946">
                  <c:v>92.97</c:v>
                </c:pt>
                <c:pt idx="73947">
                  <c:v>92.97</c:v>
                </c:pt>
                <c:pt idx="73948">
                  <c:v>60.98</c:v>
                </c:pt>
                <c:pt idx="73949">
                  <c:v>61.98</c:v>
                </c:pt>
                <c:pt idx="73950">
                  <c:v>92.97</c:v>
                </c:pt>
                <c:pt idx="73951">
                  <c:v>123.96</c:v>
                </c:pt>
                <c:pt idx="73952">
                  <c:v>98.97</c:v>
                </c:pt>
                <c:pt idx="73953">
                  <c:v>51.44</c:v>
                </c:pt>
                <c:pt idx="73954">
                  <c:v>50.65</c:v>
                </c:pt>
                <c:pt idx="73955">
                  <c:v>84.99</c:v>
                </c:pt>
                <c:pt idx="73956">
                  <c:v>169.98</c:v>
                </c:pt>
                <c:pt idx="73957">
                  <c:v>47.42</c:v>
                </c:pt>
                <c:pt idx="73958">
                  <c:v>169.98</c:v>
                </c:pt>
                <c:pt idx="73959">
                  <c:v>121.98</c:v>
                </c:pt>
                <c:pt idx="73960">
                  <c:v>71.790000000000006</c:v>
                </c:pt>
                <c:pt idx="73961">
                  <c:v>131.97999999999999</c:v>
                </c:pt>
                <c:pt idx="73962">
                  <c:v>191.96</c:v>
                </c:pt>
                <c:pt idx="73963">
                  <c:v>101.47</c:v>
                </c:pt>
                <c:pt idx="73964">
                  <c:v>84.99</c:v>
                </c:pt>
                <c:pt idx="73965">
                  <c:v>96.98</c:v>
                </c:pt>
                <c:pt idx="73966">
                  <c:v>117.76</c:v>
                </c:pt>
                <c:pt idx="73967">
                  <c:v>92.98</c:v>
                </c:pt>
                <c:pt idx="73968">
                  <c:v>79.989999999999995</c:v>
                </c:pt>
                <c:pt idx="73969">
                  <c:v>133.96</c:v>
                </c:pt>
                <c:pt idx="73970">
                  <c:v>90.64</c:v>
                </c:pt>
                <c:pt idx="73971">
                  <c:v>63.98</c:v>
                </c:pt>
                <c:pt idx="73972">
                  <c:v>63.98</c:v>
                </c:pt>
                <c:pt idx="73973">
                  <c:v>74.180000000000007</c:v>
                </c:pt>
                <c:pt idx="73974">
                  <c:v>113.97</c:v>
                </c:pt>
                <c:pt idx="73975">
                  <c:v>51.49</c:v>
                </c:pt>
                <c:pt idx="73976">
                  <c:v>89.98</c:v>
                </c:pt>
                <c:pt idx="73977">
                  <c:v>162.96</c:v>
                </c:pt>
                <c:pt idx="73978">
                  <c:v>77.98</c:v>
                </c:pt>
                <c:pt idx="73979">
                  <c:v>98.98</c:v>
                </c:pt>
                <c:pt idx="73980">
                  <c:v>94.98</c:v>
                </c:pt>
                <c:pt idx="73981">
                  <c:v>719.76</c:v>
                </c:pt>
                <c:pt idx="73982">
                  <c:v>59.98</c:v>
                </c:pt>
                <c:pt idx="73983">
                  <c:v>149.94999999999999</c:v>
                </c:pt>
                <c:pt idx="73984">
                  <c:v>54.98</c:v>
                </c:pt>
                <c:pt idx="73985">
                  <c:v>59.98</c:v>
                </c:pt>
                <c:pt idx="73986">
                  <c:v>119.96</c:v>
                </c:pt>
                <c:pt idx="73987">
                  <c:v>26.48</c:v>
                </c:pt>
                <c:pt idx="73988">
                  <c:v>121.98</c:v>
                </c:pt>
                <c:pt idx="73989">
                  <c:v>144.47999999999999</c:v>
                </c:pt>
                <c:pt idx="73990">
                  <c:v>169.98</c:v>
                </c:pt>
                <c:pt idx="73991">
                  <c:v>131.97999999999999</c:v>
                </c:pt>
                <c:pt idx="73992">
                  <c:v>152.97999999999999</c:v>
                </c:pt>
                <c:pt idx="73993">
                  <c:v>44.49</c:v>
                </c:pt>
                <c:pt idx="73994">
                  <c:v>99.95</c:v>
                </c:pt>
                <c:pt idx="73995">
                  <c:v>104.93</c:v>
                </c:pt>
                <c:pt idx="73996">
                  <c:v>59.36</c:v>
                </c:pt>
                <c:pt idx="73997">
                  <c:v>59.42</c:v>
                </c:pt>
                <c:pt idx="73998">
                  <c:v>49.28</c:v>
                </c:pt>
                <c:pt idx="73999">
                  <c:v>59.96</c:v>
                </c:pt>
                <c:pt idx="74000">
                  <c:v>35.83</c:v>
                </c:pt>
                <c:pt idx="74001">
                  <c:v>46.47</c:v>
                </c:pt>
                <c:pt idx="74002">
                  <c:v>53</c:v>
                </c:pt>
                <c:pt idx="74003">
                  <c:v>240.97</c:v>
                </c:pt>
                <c:pt idx="74004">
                  <c:v>130.38</c:v>
                </c:pt>
                <c:pt idx="74005">
                  <c:v>169.98</c:v>
                </c:pt>
                <c:pt idx="74006">
                  <c:v>137.97999999999999</c:v>
                </c:pt>
                <c:pt idx="74007">
                  <c:v>169.98</c:v>
                </c:pt>
                <c:pt idx="74008">
                  <c:v>254.97</c:v>
                </c:pt>
                <c:pt idx="74009">
                  <c:v>67.959999999999994</c:v>
                </c:pt>
                <c:pt idx="74010">
                  <c:v>84.96</c:v>
                </c:pt>
                <c:pt idx="74011">
                  <c:v>54.99</c:v>
                </c:pt>
                <c:pt idx="74012">
                  <c:v>51.44</c:v>
                </c:pt>
                <c:pt idx="74013">
                  <c:v>62.98</c:v>
                </c:pt>
                <c:pt idx="74014">
                  <c:v>54.99</c:v>
                </c:pt>
                <c:pt idx="74015">
                  <c:v>54.99</c:v>
                </c:pt>
                <c:pt idx="74016">
                  <c:v>109.98</c:v>
                </c:pt>
                <c:pt idx="74017">
                  <c:v>41.47</c:v>
                </c:pt>
                <c:pt idx="74018">
                  <c:v>65.95</c:v>
                </c:pt>
                <c:pt idx="74019">
                  <c:v>119.97</c:v>
                </c:pt>
                <c:pt idx="74020">
                  <c:v>261.27999999999997</c:v>
                </c:pt>
                <c:pt idx="74021">
                  <c:v>323.86</c:v>
                </c:pt>
                <c:pt idx="74022">
                  <c:v>120.88</c:v>
                </c:pt>
                <c:pt idx="74023">
                  <c:v>131.97999999999999</c:v>
                </c:pt>
                <c:pt idx="74024">
                  <c:v>131.97999999999999</c:v>
                </c:pt>
                <c:pt idx="74025">
                  <c:v>59.95</c:v>
                </c:pt>
                <c:pt idx="74026">
                  <c:v>43.8</c:v>
                </c:pt>
                <c:pt idx="74027">
                  <c:v>65.989999999999995</c:v>
                </c:pt>
                <c:pt idx="74028">
                  <c:v>172.97</c:v>
                </c:pt>
                <c:pt idx="74029">
                  <c:v>97.88</c:v>
                </c:pt>
                <c:pt idx="74030">
                  <c:v>89.95</c:v>
                </c:pt>
                <c:pt idx="74031">
                  <c:v>192.94</c:v>
                </c:pt>
                <c:pt idx="74032">
                  <c:v>281.83</c:v>
                </c:pt>
                <c:pt idx="74033">
                  <c:v>238.46</c:v>
                </c:pt>
                <c:pt idx="74034">
                  <c:v>89.95</c:v>
                </c:pt>
                <c:pt idx="74035">
                  <c:v>138.94999999999999</c:v>
                </c:pt>
                <c:pt idx="74036">
                  <c:v>64.95</c:v>
                </c:pt>
                <c:pt idx="74037">
                  <c:v>22.41</c:v>
                </c:pt>
                <c:pt idx="74038">
                  <c:v>75.87</c:v>
                </c:pt>
                <c:pt idx="74039">
                  <c:v>171.87</c:v>
                </c:pt>
                <c:pt idx="74040">
                  <c:v>99.98</c:v>
                </c:pt>
                <c:pt idx="74041">
                  <c:v>127.98</c:v>
                </c:pt>
                <c:pt idx="74042">
                  <c:v>169.98</c:v>
                </c:pt>
                <c:pt idx="74043">
                  <c:v>84.99</c:v>
                </c:pt>
                <c:pt idx="74044">
                  <c:v>211.65</c:v>
                </c:pt>
                <c:pt idx="74045">
                  <c:v>97.96</c:v>
                </c:pt>
                <c:pt idx="74046">
                  <c:v>78.17</c:v>
                </c:pt>
                <c:pt idx="74047">
                  <c:v>111.96</c:v>
                </c:pt>
                <c:pt idx="74048">
                  <c:v>55.98</c:v>
                </c:pt>
                <c:pt idx="74049">
                  <c:v>50.72</c:v>
                </c:pt>
                <c:pt idx="74050">
                  <c:v>55.98</c:v>
                </c:pt>
                <c:pt idx="74051">
                  <c:v>55.98</c:v>
                </c:pt>
                <c:pt idx="74052">
                  <c:v>55.98</c:v>
                </c:pt>
                <c:pt idx="74053">
                  <c:v>79.760000000000005</c:v>
                </c:pt>
                <c:pt idx="74054">
                  <c:v>83.97</c:v>
                </c:pt>
                <c:pt idx="74055">
                  <c:v>83.97</c:v>
                </c:pt>
                <c:pt idx="74056">
                  <c:v>83.96</c:v>
                </c:pt>
                <c:pt idx="74057">
                  <c:v>99.96</c:v>
                </c:pt>
                <c:pt idx="74058">
                  <c:v>85.33</c:v>
                </c:pt>
                <c:pt idx="74059">
                  <c:v>149.94999999999999</c:v>
                </c:pt>
                <c:pt idx="74060">
                  <c:v>99.96</c:v>
                </c:pt>
                <c:pt idx="74061">
                  <c:v>89.97</c:v>
                </c:pt>
                <c:pt idx="74062">
                  <c:v>179.94</c:v>
                </c:pt>
                <c:pt idx="74063">
                  <c:v>119.96</c:v>
                </c:pt>
                <c:pt idx="74064">
                  <c:v>83.97</c:v>
                </c:pt>
                <c:pt idx="74065">
                  <c:v>179.94</c:v>
                </c:pt>
                <c:pt idx="74066">
                  <c:v>74.98</c:v>
                </c:pt>
                <c:pt idx="74067">
                  <c:v>51.97</c:v>
                </c:pt>
                <c:pt idx="74068">
                  <c:v>64.040000000000006</c:v>
                </c:pt>
                <c:pt idx="74069">
                  <c:v>76.489999999999995</c:v>
                </c:pt>
                <c:pt idx="74070">
                  <c:v>152.97999999999999</c:v>
                </c:pt>
                <c:pt idx="74071">
                  <c:v>105.97</c:v>
                </c:pt>
                <c:pt idx="74072">
                  <c:v>161.47999999999999</c:v>
                </c:pt>
                <c:pt idx="74073">
                  <c:v>152.97999999999999</c:v>
                </c:pt>
                <c:pt idx="74074">
                  <c:v>249.96</c:v>
                </c:pt>
                <c:pt idx="74075">
                  <c:v>121.96</c:v>
                </c:pt>
                <c:pt idx="74076">
                  <c:v>174.17</c:v>
                </c:pt>
                <c:pt idx="74077">
                  <c:v>125.79</c:v>
                </c:pt>
                <c:pt idx="74078">
                  <c:v>181.42</c:v>
                </c:pt>
                <c:pt idx="74079">
                  <c:v>229.84</c:v>
                </c:pt>
                <c:pt idx="74080">
                  <c:v>153.61000000000001</c:v>
                </c:pt>
                <c:pt idx="74081">
                  <c:v>183.87</c:v>
                </c:pt>
                <c:pt idx="74082">
                  <c:v>229.84</c:v>
                </c:pt>
                <c:pt idx="74083">
                  <c:v>99.97</c:v>
                </c:pt>
                <c:pt idx="74084">
                  <c:v>151.94</c:v>
                </c:pt>
                <c:pt idx="74085">
                  <c:v>99.97</c:v>
                </c:pt>
                <c:pt idx="74086">
                  <c:v>99.97</c:v>
                </c:pt>
                <c:pt idx="74087">
                  <c:v>106.97</c:v>
                </c:pt>
                <c:pt idx="74088">
                  <c:v>115.98</c:v>
                </c:pt>
                <c:pt idx="74089">
                  <c:v>131.97999999999999</c:v>
                </c:pt>
                <c:pt idx="74090">
                  <c:v>102.97</c:v>
                </c:pt>
                <c:pt idx="74091">
                  <c:v>165.96</c:v>
                </c:pt>
                <c:pt idx="74092">
                  <c:v>86.18</c:v>
                </c:pt>
                <c:pt idx="74093">
                  <c:v>60.99</c:v>
                </c:pt>
                <c:pt idx="74094">
                  <c:v>169.98</c:v>
                </c:pt>
                <c:pt idx="74095">
                  <c:v>60.99</c:v>
                </c:pt>
                <c:pt idx="74096">
                  <c:v>169.98</c:v>
                </c:pt>
                <c:pt idx="74097">
                  <c:v>169.98</c:v>
                </c:pt>
                <c:pt idx="74098">
                  <c:v>131.97999999999999</c:v>
                </c:pt>
                <c:pt idx="74099">
                  <c:v>131.91</c:v>
                </c:pt>
                <c:pt idx="74100">
                  <c:v>54.89</c:v>
                </c:pt>
                <c:pt idx="74101">
                  <c:v>84.99</c:v>
                </c:pt>
                <c:pt idx="74102">
                  <c:v>60.99</c:v>
                </c:pt>
                <c:pt idx="74103">
                  <c:v>60.99</c:v>
                </c:pt>
                <c:pt idx="74104">
                  <c:v>374.87</c:v>
                </c:pt>
                <c:pt idx="74105">
                  <c:v>49.98</c:v>
                </c:pt>
                <c:pt idx="74106">
                  <c:v>49.98</c:v>
                </c:pt>
                <c:pt idx="74107">
                  <c:v>111.96</c:v>
                </c:pt>
                <c:pt idx="74108">
                  <c:v>111.96</c:v>
                </c:pt>
                <c:pt idx="74109">
                  <c:v>-56.23</c:v>
                </c:pt>
                <c:pt idx="74110">
                  <c:v>-56.23</c:v>
                </c:pt>
                <c:pt idx="74111">
                  <c:v>292.38</c:v>
                </c:pt>
                <c:pt idx="74112">
                  <c:v>129.41</c:v>
                </c:pt>
                <c:pt idx="74113">
                  <c:v>129.41</c:v>
                </c:pt>
                <c:pt idx="74114">
                  <c:v>292.38</c:v>
                </c:pt>
                <c:pt idx="74115">
                  <c:v>374.87</c:v>
                </c:pt>
                <c:pt idx="74116">
                  <c:v>178.15</c:v>
                </c:pt>
                <c:pt idx="74117">
                  <c:v>178.15</c:v>
                </c:pt>
                <c:pt idx="74118">
                  <c:v>154.94999999999999</c:v>
                </c:pt>
                <c:pt idx="74119">
                  <c:v>154.94999999999999</c:v>
                </c:pt>
                <c:pt idx="74120">
                  <c:v>65.989999999999995</c:v>
                </c:pt>
                <c:pt idx="74121">
                  <c:v>49.98</c:v>
                </c:pt>
                <c:pt idx="74122">
                  <c:v>65.989999999999995</c:v>
                </c:pt>
                <c:pt idx="74123">
                  <c:v>65.989999999999995</c:v>
                </c:pt>
                <c:pt idx="74124">
                  <c:v>152.06</c:v>
                </c:pt>
                <c:pt idx="74125">
                  <c:v>59.99</c:v>
                </c:pt>
                <c:pt idx="74126">
                  <c:v>15.49</c:v>
                </c:pt>
                <c:pt idx="74127">
                  <c:v>65.989999999999995</c:v>
                </c:pt>
                <c:pt idx="74128">
                  <c:v>65.989999999999995</c:v>
                </c:pt>
                <c:pt idx="74129">
                  <c:v>65.989999999999995</c:v>
                </c:pt>
                <c:pt idx="74130">
                  <c:v>79.98</c:v>
                </c:pt>
                <c:pt idx="74131">
                  <c:v>65.989999999999995</c:v>
                </c:pt>
                <c:pt idx="74132">
                  <c:v>65.989999999999995</c:v>
                </c:pt>
                <c:pt idx="74133">
                  <c:v>65.989999999999995</c:v>
                </c:pt>
                <c:pt idx="74134">
                  <c:v>65.989999999999995</c:v>
                </c:pt>
                <c:pt idx="74135">
                  <c:v>54.88</c:v>
                </c:pt>
                <c:pt idx="74136">
                  <c:v>102.6</c:v>
                </c:pt>
                <c:pt idx="74137">
                  <c:v>102.6</c:v>
                </c:pt>
                <c:pt idx="74138">
                  <c:v>58.98</c:v>
                </c:pt>
                <c:pt idx="74139">
                  <c:v>58.98</c:v>
                </c:pt>
                <c:pt idx="74140">
                  <c:v>58.98</c:v>
                </c:pt>
                <c:pt idx="74141">
                  <c:v>58.98</c:v>
                </c:pt>
                <c:pt idx="74142">
                  <c:v>58.98</c:v>
                </c:pt>
                <c:pt idx="74143">
                  <c:v>98.08</c:v>
                </c:pt>
                <c:pt idx="74144">
                  <c:v>58.98</c:v>
                </c:pt>
                <c:pt idx="74145">
                  <c:v>102.6</c:v>
                </c:pt>
                <c:pt idx="74146">
                  <c:v>102.6</c:v>
                </c:pt>
                <c:pt idx="74147">
                  <c:v>51.96</c:v>
                </c:pt>
                <c:pt idx="74148">
                  <c:v>51.96</c:v>
                </c:pt>
                <c:pt idx="74149">
                  <c:v>98.08</c:v>
                </c:pt>
                <c:pt idx="74150">
                  <c:v>98.08</c:v>
                </c:pt>
                <c:pt idx="74151">
                  <c:v>102.6</c:v>
                </c:pt>
                <c:pt idx="74152">
                  <c:v>98.08</c:v>
                </c:pt>
                <c:pt idx="74153">
                  <c:v>98.08</c:v>
                </c:pt>
                <c:pt idx="74154">
                  <c:v>98.08</c:v>
                </c:pt>
                <c:pt idx="74155">
                  <c:v>58.98</c:v>
                </c:pt>
                <c:pt idx="74156">
                  <c:v>99.98</c:v>
                </c:pt>
                <c:pt idx="74157">
                  <c:v>129.56</c:v>
                </c:pt>
                <c:pt idx="74158">
                  <c:v>51.96</c:v>
                </c:pt>
                <c:pt idx="74159">
                  <c:v>129.56</c:v>
                </c:pt>
                <c:pt idx="74160">
                  <c:v>129.56</c:v>
                </c:pt>
                <c:pt idx="74161">
                  <c:v>129.56</c:v>
                </c:pt>
                <c:pt idx="74162">
                  <c:v>51.96</c:v>
                </c:pt>
                <c:pt idx="74163">
                  <c:v>76.489999999999995</c:v>
                </c:pt>
                <c:pt idx="74164">
                  <c:v>76.489999999999995</c:v>
                </c:pt>
                <c:pt idx="74165">
                  <c:v>129.56</c:v>
                </c:pt>
                <c:pt idx="74166">
                  <c:v>51.96</c:v>
                </c:pt>
                <c:pt idx="74167">
                  <c:v>129.56</c:v>
                </c:pt>
                <c:pt idx="74168">
                  <c:v>76.489999999999995</c:v>
                </c:pt>
                <c:pt idx="74169">
                  <c:v>76.489999999999995</c:v>
                </c:pt>
                <c:pt idx="74170">
                  <c:v>76.489999999999995</c:v>
                </c:pt>
                <c:pt idx="74171">
                  <c:v>76.489999999999995</c:v>
                </c:pt>
                <c:pt idx="74172">
                  <c:v>76.489999999999995</c:v>
                </c:pt>
                <c:pt idx="74173">
                  <c:v>104.97</c:v>
                </c:pt>
                <c:pt idx="74174">
                  <c:v>129.56</c:v>
                </c:pt>
                <c:pt idx="74175">
                  <c:v>99.98</c:v>
                </c:pt>
                <c:pt idx="74176">
                  <c:v>99.98</c:v>
                </c:pt>
                <c:pt idx="74177">
                  <c:v>99.98</c:v>
                </c:pt>
                <c:pt idx="74178">
                  <c:v>99.98</c:v>
                </c:pt>
                <c:pt idx="74179">
                  <c:v>99.98</c:v>
                </c:pt>
                <c:pt idx="74180">
                  <c:v>99.98</c:v>
                </c:pt>
                <c:pt idx="74181">
                  <c:v>51.96</c:v>
                </c:pt>
                <c:pt idx="74182">
                  <c:v>104.97</c:v>
                </c:pt>
                <c:pt idx="74183">
                  <c:v>104.97</c:v>
                </c:pt>
                <c:pt idx="74184">
                  <c:v>104.97</c:v>
                </c:pt>
                <c:pt idx="74185">
                  <c:v>104.97</c:v>
                </c:pt>
                <c:pt idx="74186">
                  <c:v>104.97</c:v>
                </c:pt>
                <c:pt idx="74187">
                  <c:v>54.88</c:v>
                </c:pt>
                <c:pt idx="74188">
                  <c:v>51.96</c:v>
                </c:pt>
                <c:pt idx="74189">
                  <c:v>104.97</c:v>
                </c:pt>
                <c:pt idx="74190">
                  <c:v>98.08</c:v>
                </c:pt>
                <c:pt idx="74191">
                  <c:v>102.6</c:v>
                </c:pt>
                <c:pt idx="74192">
                  <c:v>54.88</c:v>
                </c:pt>
                <c:pt idx="74193">
                  <c:v>55.23</c:v>
                </c:pt>
                <c:pt idx="74194">
                  <c:v>55.23</c:v>
                </c:pt>
                <c:pt idx="74195">
                  <c:v>55.23</c:v>
                </c:pt>
                <c:pt idx="74196">
                  <c:v>55.23</c:v>
                </c:pt>
                <c:pt idx="74197">
                  <c:v>55.23</c:v>
                </c:pt>
                <c:pt idx="74198">
                  <c:v>55.23</c:v>
                </c:pt>
                <c:pt idx="74199">
                  <c:v>55.23</c:v>
                </c:pt>
                <c:pt idx="74200">
                  <c:v>117.28</c:v>
                </c:pt>
                <c:pt idx="74201">
                  <c:v>183.93</c:v>
                </c:pt>
                <c:pt idx="74202">
                  <c:v>183.93</c:v>
                </c:pt>
                <c:pt idx="74203">
                  <c:v>183.93</c:v>
                </c:pt>
                <c:pt idx="74204">
                  <c:v>183.93</c:v>
                </c:pt>
                <c:pt idx="74205">
                  <c:v>54.88</c:v>
                </c:pt>
                <c:pt idx="74206">
                  <c:v>183.93</c:v>
                </c:pt>
                <c:pt idx="74207">
                  <c:v>114.27</c:v>
                </c:pt>
                <c:pt idx="74208">
                  <c:v>114.27</c:v>
                </c:pt>
                <c:pt idx="74209">
                  <c:v>183.93</c:v>
                </c:pt>
                <c:pt idx="74210">
                  <c:v>117.28</c:v>
                </c:pt>
                <c:pt idx="74211">
                  <c:v>117.28</c:v>
                </c:pt>
                <c:pt idx="74212">
                  <c:v>117.28</c:v>
                </c:pt>
                <c:pt idx="74213">
                  <c:v>124.18</c:v>
                </c:pt>
                <c:pt idx="74214">
                  <c:v>124.18</c:v>
                </c:pt>
                <c:pt idx="74215">
                  <c:v>124.18</c:v>
                </c:pt>
                <c:pt idx="74216">
                  <c:v>124.18</c:v>
                </c:pt>
                <c:pt idx="74217">
                  <c:v>124.18</c:v>
                </c:pt>
                <c:pt idx="74218">
                  <c:v>124.18</c:v>
                </c:pt>
                <c:pt idx="74219">
                  <c:v>124.18</c:v>
                </c:pt>
                <c:pt idx="74220">
                  <c:v>59.98</c:v>
                </c:pt>
                <c:pt idx="74221">
                  <c:v>59.98</c:v>
                </c:pt>
                <c:pt idx="74222">
                  <c:v>59.98</c:v>
                </c:pt>
                <c:pt idx="74223">
                  <c:v>59.98</c:v>
                </c:pt>
                <c:pt idx="74224">
                  <c:v>59.98</c:v>
                </c:pt>
                <c:pt idx="74225">
                  <c:v>59.98</c:v>
                </c:pt>
                <c:pt idx="74226">
                  <c:v>59.98</c:v>
                </c:pt>
                <c:pt idx="74227">
                  <c:v>117.28</c:v>
                </c:pt>
                <c:pt idx="74228">
                  <c:v>117.28</c:v>
                </c:pt>
                <c:pt idx="74229">
                  <c:v>117.28</c:v>
                </c:pt>
                <c:pt idx="74230">
                  <c:v>114.27</c:v>
                </c:pt>
                <c:pt idx="74231">
                  <c:v>114.27</c:v>
                </c:pt>
                <c:pt idx="74232">
                  <c:v>183.93</c:v>
                </c:pt>
                <c:pt idx="74233">
                  <c:v>104.98</c:v>
                </c:pt>
                <c:pt idx="74234">
                  <c:v>114.27</c:v>
                </c:pt>
                <c:pt idx="74235">
                  <c:v>93.97</c:v>
                </c:pt>
                <c:pt idx="74236">
                  <c:v>104.98</c:v>
                </c:pt>
                <c:pt idx="74237">
                  <c:v>99.98</c:v>
                </c:pt>
                <c:pt idx="74238">
                  <c:v>93.97</c:v>
                </c:pt>
                <c:pt idx="74239">
                  <c:v>93.97</c:v>
                </c:pt>
                <c:pt idx="74240">
                  <c:v>93.97</c:v>
                </c:pt>
                <c:pt idx="74241">
                  <c:v>93.97</c:v>
                </c:pt>
                <c:pt idx="74242">
                  <c:v>54.88</c:v>
                </c:pt>
                <c:pt idx="74243">
                  <c:v>54.88</c:v>
                </c:pt>
                <c:pt idx="74244">
                  <c:v>114.27</c:v>
                </c:pt>
                <c:pt idx="74245">
                  <c:v>93.97</c:v>
                </c:pt>
                <c:pt idx="74246">
                  <c:v>104.98</c:v>
                </c:pt>
                <c:pt idx="74247">
                  <c:v>93.97</c:v>
                </c:pt>
                <c:pt idx="74248">
                  <c:v>104.98</c:v>
                </c:pt>
                <c:pt idx="74249">
                  <c:v>99.98</c:v>
                </c:pt>
                <c:pt idx="74250">
                  <c:v>54.88</c:v>
                </c:pt>
                <c:pt idx="74251">
                  <c:v>99.98</c:v>
                </c:pt>
                <c:pt idx="74252">
                  <c:v>114.27</c:v>
                </c:pt>
                <c:pt idx="74253">
                  <c:v>102.6</c:v>
                </c:pt>
                <c:pt idx="74254">
                  <c:v>104.98</c:v>
                </c:pt>
                <c:pt idx="74255">
                  <c:v>99.98</c:v>
                </c:pt>
                <c:pt idx="74256">
                  <c:v>99.98</c:v>
                </c:pt>
                <c:pt idx="74257">
                  <c:v>99.98</c:v>
                </c:pt>
                <c:pt idx="74258">
                  <c:v>104.98</c:v>
                </c:pt>
                <c:pt idx="74259">
                  <c:v>104.98</c:v>
                </c:pt>
                <c:pt idx="74260">
                  <c:v>99.98</c:v>
                </c:pt>
                <c:pt idx="74261">
                  <c:v>121.98</c:v>
                </c:pt>
                <c:pt idx="74262">
                  <c:v>120.98</c:v>
                </c:pt>
                <c:pt idx="74263">
                  <c:v>84.99</c:v>
                </c:pt>
                <c:pt idx="74264">
                  <c:v>120.97</c:v>
                </c:pt>
                <c:pt idx="74265">
                  <c:v>137.97999999999999</c:v>
                </c:pt>
                <c:pt idx="74266">
                  <c:v>84.99</c:v>
                </c:pt>
                <c:pt idx="74267">
                  <c:v>84.99</c:v>
                </c:pt>
                <c:pt idx="74268">
                  <c:v>76.989999999999995</c:v>
                </c:pt>
                <c:pt idx="74269">
                  <c:v>84.99</c:v>
                </c:pt>
                <c:pt idx="74270">
                  <c:v>84.99</c:v>
                </c:pt>
                <c:pt idx="74271">
                  <c:v>84.99</c:v>
                </c:pt>
                <c:pt idx="74272">
                  <c:v>84.99</c:v>
                </c:pt>
                <c:pt idx="74273">
                  <c:v>72.98</c:v>
                </c:pt>
                <c:pt idx="74274">
                  <c:v>44.99</c:v>
                </c:pt>
                <c:pt idx="74275">
                  <c:v>74.98</c:v>
                </c:pt>
                <c:pt idx="74276">
                  <c:v>60.99</c:v>
                </c:pt>
                <c:pt idx="74277">
                  <c:v>60.99</c:v>
                </c:pt>
                <c:pt idx="74278">
                  <c:v>74.98</c:v>
                </c:pt>
                <c:pt idx="74279">
                  <c:v>60.33</c:v>
                </c:pt>
                <c:pt idx="74280">
                  <c:v>74.98</c:v>
                </c:pt>
                <c:pt idx="74281">
                  <c:v>218.96</c:v>
                </c:pt>
                <c:pt idx="74282">
                  <c:v>60.99</c:v>
                </c:pt>
                <c:pt idx="74283">
                  <c:v>60.99</c:v>
                </c:pt>
                <c:pt idx="74284">
                  <c:v>-164.22</c:v>
                </c:pt>
                <c:pt idx="74285">
                  <c:v>30.23</c:v>
                </c:pt>
                <c:pt idx="74286">
                  <c:v>46.49</c:v>
                </c:pt>
                <c:pt idx="74287">
                  <c:v>74.98</c:v>
                </c:pt>
                <c:pt idx="74288">
                  <c:v>60.99</c:v>
                </c:pt>
                <c:pt idx="74289">
                  <c:v>74.98</c:v>
                </c:pt>
                <c:pt idx="74290">
                  <c:v>79.98</c:v>
                </c:pt>
                <c:pt idx="74291">
                  <c:v>229.85</c:v>
                </c:pt>
                <c:pt idx="74292">
                  <c:v>101.6</c:v>
                </c:pt>
                <c:pt idx="74293">
                  <c:v>129.41999999999999</c:v>
                </c:pt>
                <c:pt idx="74294">
                  <c:v>108.86</c:v>
                </c:pt>
                <c:pt idx="74295">
                  <c:v>145.13999999999999</c:v>
                </c:pt>
                <c:pt idx="74296">
                  <c:v>101.6</c:v>
                </c:pt>
                <c:pt idx="74297">
                  <c:v>98.29</c:v>
                </c:pt>
                <c:pt idx="74298">
                  <c:v>130.63</c:v>
                </c:pt>
                <c:pt idx="74299">
                  <c:v>108.86</c:v>
                </c:pt>
                <c:pt idx="74300">
                  <c:v>108.86</c:v>
                </c:pt>
                <c:pt idx="74301">
                  <c:v>163.29</c:v>
                </c:pt>
                <c:pt idx="74302">
                  <c:v>67.739999999999995</c:v>
                </c:pt>
                <c:pt idx="74303">
                  <c:v>53.97</c:v>
                </c:pt>
                <c:pt idx="74304">
                  <c:v>64.760000000000005</c:v>
                </c:pt>
                <c:pt idx="74305">
                  <c:v>150.18</c:v>
                </c:pt>
                <c:pt idx="74306">
                  <c:v>64.760000000000005</c:v>
                </c:pt>
                <c:pt idx="74307">
                  <c:v>272.95</c:v>
                </c:pt>
                <c:pt idx="74308">
                  <c:v>97.94</c:v>
                </c:pt>
                <c:pt idx="74309">
                  <c:v>64.760000000000005</c:v>
                </c:pt>
                <c:pt idx="74310">
                  <c:v>57.98</c:v>
                </c:pt>
                <c:pt idx="74311">
                  <c:v>149.97</c:v>
                </c:pt>
                <c:pt idx="74312">
                  <c:v>99.98</c:v>
                </c:pt>
                <c:pt idx="74313">
                  <c:v>118.97</c:v>
                </c:pt>
                <c:pt idx="74314">
                  <c:v>99.98</c:v>
                </c:pt>
                <c:pt idx="74315">
                  <c:v>75.98</c:v>
                </c:pt>
                <c:pt idx="74316">
                  <c:v>99.98</c:v>
                </c:pt>
                <c:pt idx="74317">
                  <c:v>104.97</c:v>
                </c:pt>
                <c:pt idx="74318">
                  <c:v>99.98</c:v>
                </c:pt>
                <c:pt idx="74319">
                  <c:v>118.97</c:v>
                </c:pt>
                <c:pt idx="74320">
                  <c:v>219.97</c:v>
                </c:pt>
                <c:pt idx="74321">
                  <c:v>66.53</c:v>
                </c:pt>
                <c:pt idx="74322">
                  <c:v>33.86</c:v>
                </c:pt>
                <c:pt idx="74323">
                  <c:v>36.79</c:v>
                </c:pt>
                <c:pt idx="74324">
                  <c:v>41.12</c:v>
                </c:pt>
                <c:pt idx="74325">
                  <c:v>35.07</c:v>
                </c:pt>
                <c:pt idx="74326">
                  <c:v>33.86</c:v>
                </c:pt>
                <c:pt idx="74327">
                  <c:v>32.65</c:v>
                </c:pt>
                <c:pt idx="74328">
                  <c:v>87.1</c:v>
                </c:pt>
                <c:pt idx="74329">
                  <c:v>33.86</c:v>
                </c:pt>
                <c:pt idx="74330">
                  <c:v>35.07</c:v>
                </c:pt>
                <c:pt idx="74331">
                  <c:v>36.79</c:v>
                </c:pt>
                <c:pt idx="74332">
                  <c:v>72.58</c:v>
                </c:pt>
                <c:pt idx="74333">
                  <c:v>38.090000000000003</c:v>
                </c:pt>
                <c:pt idx="74334">
                  <c:v>68.95</c:v>
                </c:pt>
                <c:pt idx="74335">
                  <c:v>68.95</c:v>
                </c:pt>
                <c:pt idx="74336">
                  <c:v>7.24</c:v>
                </c:pt>
                <c:pt idx="74337">
                  <c:v>35.07</c:v>
                </c:pt>
                <c:pt idx="74338">
                  <c:v>84.68</c:v>
                </c:pt>
                <c:pt idx="74339">
                  <c:v>68.95</c:v>
                </c:pt>
                <c:pt idx="74340">
                  <c:v>32.65</c:v>
                </c:pt>
                <c:pt idx="74341">
                  <c:v>72.58</c:v>
                </c:pt>
                <c:pt idx="74342">
                  <c:v>84.99</c:v>
                </c:pt>
                <c:pt idx="74343">
                  <c:v>84.99</c:v>
                </c:pt>
                <c:pt idx="74344">
                  <c:v>76.489999999999995</c:v>
                </c:pt>
                <c:pt idx="74345">
                  <c:v>84.99</c:v>
                </c:pt>
                <c:pt idx="74346">
                  <c:v>84.99</c:v>
                </c:pt>
                <c:pt idx="74347">
                  <c:v>84.99</c:v>
                </c:pt>
                <c:pt idx="74348">
                  <c:v>69.400000000000006</c:v>
                </c:pt>
                <c:pt idx="74349">
                  <c:v>68.989999999999995</c:v>
                </c:pt>
                <c:pt idx="74350">
                  <c:v>72.239999999999995</c:v>
                </c:pt>
                <c:pt idx="74351">
                  <c:v>84.99</c:v>
                </c:pt>
                <c:pt idx="74352">
                  <c:v>84.99</c:v>
                </c:pt>
                <c:pt idx="74353">
                  <c:v>84.99</c:v>
                </c:pt>
                <c:pt idx="74354">
                  <c:v>125.98</c:v>
                </c:pt>
                <c:pt idx="74355">
                  <c:v>207.94</c:v>
                </c:pt>
                <c:pt idx="74356">
                  <c:v>112.18</c:v>
                </c:pt>
                <c:pt idx="74357">
                  <c:v>59.98</c:v>
                </c:pt>
                <c:pt idx="74358">
                  <c:v>178.97</c:v>
                </c:pt>
                <c:pt idx="74359">
                  <c:v>178.97</c:v>
                </c:pt>
                <c:pt idx="74360">
                  <c:v>140.97</c:v>
                </c:pt>
                <c:pt idx="74361">
                  <c:v>178.97</c:v>
                </c:pt>
                <c:pt idx="74362">
                  <c:v>140.97</c:v>
                </c:pt>
                <c:pt idx="74363">
                  <c:v>178.97</c:v>
                </c:pt>
                <c:pt idx="74364">
                  <c:v>150.97</c:v>
                </c:pt>
                <c:pt idx="74365">
                  <c:v>123.96</c:v>
                </c:pt>
                <c:pt idx="74366">
                  <c:v>123.96</c:v>
                </c:pt>
                <c:pt idx="74367">
                  <c:v>61.01</c:v>
                </c:pt>
                <c:pt idx="74368">
                  <c:v>171.94</c:v>
                </c:pt>
                <c:pt idx="74369">
                  <c:v>161.94999999999999</c:v>
                </c:pt>
                <c:pt idx="74370">
                  <c:v>111.96</c:v>
                </c:pt>
                <c:pt idx="74371">
                  <c:v>139.46</c:v>
                </c:pt>
                <c:pt idx="74372">
                  <c:v>73.98</c:v>
                </c:pt>
                <c:pt idx="74373">
                  <c:v>179.94</c:v>
                </c:pt>
                <c:pt idx="74374">
                  <c:v>131.97999999999999</c:v>
                </c:pt>
                <c:pt idx="74375">
                  <c:v>54.98</c:v>
                </c:pt>
                <c:pt idx="74376">
                  <c:v>112.18</c:v>
                </c:pt>
                <c:pt idx="74377">
                  <c:v>151.97</c:v>
                </c:pt>
                <c:pt idx="74378">
                  <c:v>92.38</c:v>
                </c:pt>
                <c:pt idx="74379">
                  <c:v>67.48</c:v>
                </c:pt>
                <c:pt idx="74380">
                  <c:v>62.98</c:v>
                </c:pt>
                <c:pt idx="74381">
                  <c:v>131.97999999999999</c:v>
                </c:pt>
                <c:pt idx="74382">
                  <c:v>65.989999999999995</c:v>
                </c:pt>
                <c:pt idx="74383">
                  <c:v>157.96</c:v>
                </c:pt>
                <c:pt idx="74384">
                  <c:v>144.97</c:v>
                </c:pt>
                <c:pt idx="74385">
                  <c:v>124.92</c:v>
                </c:pt>
                <c:pt idx="74386">
                  <c:v>135.94999999999999</c:v>
                </c:pt>
                <c:pt idx="74387">
                  <c:v>130.97</c:v>
                </c:pt>
                <c:pt idx="74388">
                  <c:v>210.96</c:v>
                </c:pt>
                <c:pt idx="74389">
                  <c:v>89.98</c:v>
                </c:pt>
                <c:pt idx="74390">
                  <c:v>167.64</c:v>
                </c:pt>
                <c:pt idx="74391">
                  <c:v>99.68</c:v>
                </c:pt>
                <c:pt idx="74392">
                  <c:v>164.97</c:v>
                </c:pt>
                <c:pt idx="74393">
                  <c:v>-20</c:v>
                </c:pt>
                <c:pt idx="74394">
                  <c:v>128.68</c:v>
                </c:pt>
                <c:pt idx="74395">
                  <c:v>109.96</c:v>
                </c:pt>
                <c:pt idx="74396">
                  <c:v>78.87</c:v>
                </c:pt>
                <c:pt idx="74397">
                  <c:v>184.97</c:v>
                </c:pt>
                <c:pt idx="74398">
                  <c:v>133.96</c:v>
                </c:pt>
                <c:pt idx="74399">
                  <c:v>203.33</c:v>
                </c:pt>
                <c:pt idx="74400">
                  <c:v>209.96</c:v>
                </c:pt>
                <c:pt idx="74401">
                  <c:v>104.98</c:v>
                </c:pt>
                <c:pt idx="74402">
                  <c:v>173.97</c:v>
                </c:pt>
                <c:pt idx="74403">
                  <c:v>144.93</c:v>
                </c:pt>
                <c:pt idx="74404">
                  <c:v>63.96</c:v>
                </c:pt>
                <c:pt idx="74405">
                  <c:v>217.65</c:v>
                </c:pt>
                <c:pt idx="74406">
                  <c:v>68.989999999999995</c:v>
                </c:pt>
                <c:pt idx="74407">
                  <c:v>63.98</c:v>
                </c:pt>
                <c:pt idx="74408">
                  <c:v>169.98</c:v>
                </c:pt>
                <c:pt idx="74409">
                  <c:v>169.98</c:v>
                </c:pt>
                <c:pt idx="74410">
                  <c:v>153.25</c:v>
                </c:pt>
                <c:pt idx="74411">
                  <c:v>159.97999999999999</c:v>
                </c:pt>
                <c:pt idx="74412">
                  <c:v>121.98</c:v>
                </c:pt>
                <c:pt idx="74413">
                  <c:v>106.06</c:v>
                </c:pt>
                <c:pt idx="74414">
                  <c:v>159.97999999999999</c:v>
                </c:pt>
                <c:pt idx="74415">
                  <c:v>159.97999999999999</c:v>
                </c:pt>
                <c:pt idx="74416">
                  <c:v>124.98</c:v>
                </c:pt>
                <c:pt idx="74417">
                  <c:v>159.97999999999999</c:v>
                </c:pt>
                <c:pt idx="74418">
                  <c:v>152.97999999999999</c:v>
                </c:pt>
                <c:pt idx="74419">
                  <c:v>169.98</c:v>
                </c:pt>
                <c:pt idx="74420">
                  <c:v>92.48</c:v>
                </c:pt>
                <c:pt idx="74421">
                  <c:v>72.239999999999995</c:v>
                </c:pt>
                <c:pt idx="74422">
                  <c:v>92.38</c:v>
                </c:pt>
                <c:pt idx="74423">
                  <c:v>90.88</c:v>
                </c:pt>
                <c:pt idx="74424">
                  <c:v>143.07</c:v>
                </c:pt>
                <c:pt idx="74425">
                  <c:v>73.739999999999995</c:v>
                </c:pt>
                <c:pt idx="74426">
                  <c:v>15.09</c:v>
                </c:pt>
                <c:pt idx="74427">
                  <c:v>84.99</c:v>
                </c:pt>
                <c:pt idx="74428">
                  <c:v>99.98</c:v>
                </c:pt>
                <c:pt idx="74429">
                  <c:v>99.98</c:v>
                </c:pt>
                <c:pt idx="74430">
                  <c:v>84.99</c:v>
                </c:pt>
                <c:pt idx="74431">
                  <c:v>84.99</c:v>
                </c:pt>
                <c:pt idx="74432">
                  <c:v>84.99</c:v>
                </c:pt>
                <c:pt idx="74433">
                  <c:v>99.98</c:v>
                </c:pt>
                <c:pt idx="74434">
                  <c:v>80.98</c:v>
                </c:pt>
                <c:pt idx="74435">
                  <c:v>84.99</c:v>
                </c:pt>
                <c:pt idx="74436">
                  <c:v>83.48</c:v>
                </c:pt>
                <c:pt idx="74437">
                  <c:v>99.98</c:v>
                </c:pt>
                <c:pt idx="74438">
                  <c:v>29.98</c:v>
                </c:pt>
                <c:pt idx="74439">
                  <c:v>55.61</c:v>
                </c:pt>
                <c:pt idx="74440">
                  <c:v>182.63</c:v>
                </c:pt>
                <c:pt idx="74441">
                  <c:v>79.989999999999995</c:v>
                </c:pt>
                <c:pt idx="74442">
                  <c:v>160.88999999999999</c:v>
                </c:pt>
                <c:pt idx="74443">
                  <c:v>163.91</c:v>
                </c:pt>
                <c:pt idx="74444">
                  <c:v>94.99</c:v>
                </c:pt>
                <c:pt idx="74445">
                  <c:v>120.98</c:v>
                </c:pt>
                <c:pt idx="74446">
                  <c:v>96.57</c:v>
                </c:pt>
                <c:pt idx="74447">
                  <c:v>91.48</c:v>
                </c:pt>
                <c:pt idx="74448">
                  <c:v>94.97</c:v>
                </c:pt>
                <c:pt idx="74449">
                  <c:v>65.989999999999995</c:v>
                </c:pt>
                <c:pt idx="74450">
                  <c:v>65.989999999999995</c:v>
                </c:pt>
                <c:pt idx="74451">
                  <c:v>53.99</c:v>
                </c:pt>
                <c:pt idx="74452">
                  <c:v>80.98</c:v>
                </c:pt>
                <c:pt idx="74453">
                  <c:v>108.78</c:v>
                </c:pt>
                <c:pt idx="74454">
                  <c:v>112.18</c:v>
                </c:pt>
                <c:pt idx="74455">
                  <c:v>178.17</c:v>
                </c:pt>
                <c:pt idx="74456">
                  <c:v>49.49</c:v>
                </c:pt>
                <c:pt idx="74457">
                  <c:v>229.47</c:v>
                </c:pt>
                <c:pt idx="74458">
                  <c:v>111.98</c:v>
                </c:pt>
                <c:pt idx="74459">
                  <c:v>105.98</c:v>
                </c:pt>
                <c:pt idx="74460">
                  <c:v>85.98</c:v>
                </c:pt>
                <c:pt idx="74461">
                  <c:v>105.98</c:v>
                </c:pt>
                <c:pt idx="74462">
                  <c:v>131.97999999999999</c:v>
                </c:pt>
                <c:pt idx="74463">
                  <c:v>81.98</c:v>
                </c:pt>
                <c:pt idx="74464">
                  <c:v>65.989999999999995</c:v>
                </c:pt>
                <c:pt idx="74465">
                  <c:v>65.989999999999995</c:v>
                </c:pt>
                <c:pt idx="74466">
                  <c:v>105.98</c:v>
                </c:pt>
                <c:pt idx="74467">
                  <c:v>52.95</c:v>
                </c:pt>
                <c:pt idx="74468">
                  <c:v>52.81</c:v>
                </c:pt>
                <c:pt idx="74469">
                  <c:v>65.989999999999995</c:v>
                </c:pt>
                <c:pt idx="74470">
                  <c:v>85.98</c:v>
                </c:pt>
                <c:pt idx="74471">
                  <c:v>65.989999999999995</c:v>
                </c:pt>
                <c:pt idx="74472">
                  <c:v>65.989999999999995</c:v>
                </c:pt>
                <c:pt idx="74473">
                  <c:v>65.989999999999995</c:v>
                </c:pt>
                <c:pt idx="74474">
                  <c:v>52.79</c:v>
                </c:pt>
                <c:pt idx="74475">
                  <c:v>65.989999999999995</c:v>
                </c:pt>
                <c:pt idx="74476">
                  <c:v>65.989999999999995</c:v>
                </c:pt>
                <c:pt idx="74477">
                  <c:v>65.989999999999995</c:v>
                </c:pt>
                <c:pt idx="74478">
                  <c:v>58.41</c:v>
                </c:pt>
                <c:pt idx="74479">
                  <c:v>65.989999999999995</c:v>
                </c:pt>
                <c:pt idx="74480">
                  <c:v>110.98</c:v>
                </c:pt>
                <c:pt idx="74481">
                  <c:v>65.989999999999995</c:v>
                </c:pt>
                <c:pt idx="74482">
                  <c:v>45.24</c:v>
                </c:pt>
                <c:pt idx="74483">
                  <c:v>65.989999999999995</c:v>
                </c:pt>
                <c:pt idx="74484">
                  <c:v>65.989999999999995</c:v>
                </c:pt>
                <c:pt idx="74485">
                  <c:v>241.97</c:v>
                </c:pt>
                <c:pt idx="74486">
                  <c:v>55.97</c:v>
                </c:pt>
                <c:pt idx="74487">
                  <c:v>185.95</c:v>
                </c:pt>
                <c:pt idx="74488">
                  <c:v>203.17</c:v>
                </c:pt>
                <c:pt idx="74489">
                  <c:v>149.97</c:v>
                </c:pt>
                <c:pt idx="74490">
                  <c:v>154.97</c:v>
                </c:pt>
                <c:pt idx="74491">
                  <c:v>84.99</c:v>
                </c:pt>
                <c:pt idx="74492">
                  <c:v>84.99</c:v>
                </c:pt>
                <c:pt idx="74493">
                  <c:v>157.96</c:v>
                </c:pt>
                <c:pt idx="74494">
                  <c:v>124.97</c:v>
                </c:pt>
                <c:pt idx="74495">
                  <c:v>171.64</c:v>
                </c:pt>
                <c:pt idx="74496">
                  <c:v>134.97</c:v>
                </c:pt>
                <c:pt idx="74497">
                  <c:v>170.96</c:v>
                </c:pt>
                <c:pt idx="74498">
                  <c:v>99.97</c:v>
                </c:pt>
                <c:pt idx="74499">
                  <c:v>109.98</c:v>
                </c:pt>
                <c:pt idx="74500">
                  <c:v>201.95</c:v>
                </c:pt>
                <c:pt idx="74501">
                  <c:v>251.6</c:v>
                </c:pt>
                <c:pt idx="74502">
                  <c:v>226.68</c:v>
                </c:pt>
                <c:pt idx="74503">
                  <c:v>183.86</c:v>
                </c:pt>
                <c:pt idx="74504">
                  <c:v>77.39</c:v>
                </c:pt>
                <c:pt idx="74505">
                  <c:v>133.06</c:v>
                </c:pt>
                <c:pt idx="74506">
                  <c:v>120.94</c:v>
                </c:pt>
                <c:pt idx="74507">
                  <c:v>57.95</c:v>
                </c:pt>
                <c:pt idx="74508">
                  <c:v>66.81</c:v>
                </c:pt>
                <c:pt idx="74509">
                  <c:v>59.96</c:v>
                </c:pt>
                <c:pt idx="74510">
                  <c:v>99.98</c:v>
                </c:pt>
                <c:pt idx="74511">
                  <c:v>65.989999999999995</c:v>
                </c:pt>
                <c:pt idx="74512">
                  <c:v>99.98</c:v>
                </c:pt>
                <c:pt idx="74513">
                  <c:v>84.99</c:v>
                </c:pt>
                <c:pt idx="74514">
                  <c:v>80.98</c:v>
                </c:pt>
                <c:pt idx="74515">
                  <c:v>65.989999999999995</c:v>
                </c:pt>
                <c:pt idx="74516">
                  <c:v>80.98</c:v>
                </c:pt>
                <c:pt idx="74517">
                  <c:v>169.98</c:v>
                </c:pt>
                <c:pt idx="74518">
                  <c:v>84.99</c:v>
                </c:pt>
                <c:pt idx="74519">
                  <c:v>48.33</c:v>
                </c:pt>
                <c:pt idx="74520">
                  <c:v>84.99</c:v>
                </c:pt>
                <c:pt idx="74521">
                  <c:v>84.99</c:v>
                </c:pt>
                <c:pt idx="74522">
                  <c:v>58.98</c:v>
                </c:pt>
                <c:pt idx="74523">
                  <c:v>58.98</c:v>
                </c:pt>
                <c:pt idx="74524">
                  <c:v>59.98</c:v>
                </c:pt>
                <c:pt idx="74525">
                  <c:v>92.97</c:v>
                </c:pt>
                <c:pt idx="74526">
                  <c:v>59.98</c:v>
                </c:pt>
                <c:pt idx="74527">
                  <c:v>61.98</c:v>
                </c:pt>
                <c:pt idx="74528">
                  <c:v>59.98</c:v>
                </c:pt>
                <c:pt idx="74529">
                  <c:v>59.98</c:v>
                </c:pt>
                <c:pt idx="74530">
                  <c:v>119.96</c:v>
                </c:pt>
                <c:pt idx="74531">
                  <c:v>59.98</c:v>
                </c:pt>
                <c:pt idx="74532">
                  <c:v>59.98</c:v>
                </c:pt>
                <c:pt idx="74533">
                  <c:v>61.98</c:v>
                </c:pt>
                <c:pt idx="74534">
                  <c:v>84.85</c:v>
                </c:pt>
                <c:pt idx="74535">
                  <c:v>59.98</c:v>
                </c:pt>
                <c:pt idx="74536">
                  <c:v>59.98</c:v>
                </c:pt>
                <c:pt idx="74537">
                  <c:v>119.96</c:v>
                </c:pt>
                <c:pt idx="74538">
                  <c:v>84.85</c:v>
                </c:pt>
                <c:pt idx="74539">
                  <c:v>59.98</c:v>
                </c:pt>
                <c:pt idx="74540">
                  <c:v>92.97</c:v>
                </c:pt>
                <c:pt idx="74541">
                  <c:v>59.98</c:v>
                </c:pt>
                <c:pt idx="74542">
                  <c:v>59.98</c:v>
                </c:pt>
                <c:pt idx="74543">
                  <c:v>59.98</c:v>
                </c:pt>
                <c:pt idx="74544">
                  <c:v>59.98</c:v>
                </c:pt>
                <c:pt idx="74545">
                  <c:v>59.98</c:v>
                </c:pt>
                <c:pt idx="74546">
                  <c:v>59.98</c:v>
                </c:pt>
                <c:pt idx="74547">
                  <c:v>59.98</c:v>
                </c:pt>
                <c:pt idx="74548">
                  <c:v>59.98</c:v>
                </c:pt>
                <c:pt idx="74549">
                  <c:v>59.98</c:v>
                </c:pt>
                <c:pt idx="74550">
                  <c:v>99.98</c:v>
                </c:pt>
                <c:pt idx="74551">
                  <c:v>185.23</c:v>
                </c:pt>
                <c:pt idx="74552">
                  <c:v>137.97999999999999</c:v>
                </c:pt>
                <c:pt idx="74553">
                  <c:v>84.99</c:v>
                </c:pt>
                <c:pt idx="74554">
                  <c:v>169.98</c:v>
                </c:pt>
                <c:pt idx="74555">
                  <c:v>137.97999999999999</c:v>
                </c:pt>
                <c:pt idx="74556">
                  <c:v>84.99</c:v>
                </c:pt>
                <c:pt idx="74557">
                  <c:v>239.9</c:v>
                </c:pt>
                <c:pt idx="74558">
                  <c:v>214.97</c:v>
                </c:pt>
                <c:pt idx="74559">
                  <c:v>159.97999999999999</c:v>
                </c:pt>
                <c:pt idx="74560">
                  <c:v>182.97</c:v>
                </c:pt>
                <c:pt idx="74561">
                  <c:v>159.97999999999999</c:v>
                </c:pt>
                <c:pt idx="74562">
                  <c:v>79.989999999999995</c:v>
                </c:pt>
                <c:pt idx="74563">
                  <c:v>133.97999999999999</c:v>
                </c:pt>
                <c:pt idx="74564">
                  <c:v>182.97</c:v>
                </c:pt>
                <c:pt idx="74565">
                  <c:v>244.97</c:v>
                </c:pt>
                <c:pt idx="74566">
                  <c:v>79.989999999999995</c:v>
                </c:pt>
                <c:pt idx="74567">
                  <c:v>239.97</c:v>
                </c:pt>
                <c:pt idx="74568">
                  <c:v>74.97</c:v>
                </c:pt>
                <c:pt idx="74569">
                  <c:v>119.96</c:v>
                </c:pt>
                <c:pt idx="74570">
                  <c:v>153.24</c:v>
                </c:pt>
                <c:pt idx="74571">
                  <c:v>209.93</c:v>
                </c:pt>
                <c:pt idx="74572">
                  <c:v>138.19999999999999</c:v>
                </c:pt>
                <c:pt idx="74573">
                  <c:v>119.96</c:v>
                </c:pt>
                <c:pt idx="74574">
                  <c:v>142.18</c:v>
                </c:pt>
                <c:pt idx="74575">
                  <c:v>172.97</c:v>
                </c:pt>
                <c:pt idx="74576">
                  <c:v>84.99</c:v>
                </c:pt>
                <c:pt idx="74577">
                  <c:v>76.540000000000006</c:v>
                </c:pt>
                <c:pt idx="74578">
                  <c:v>51.49</c:v>
                </c:pt>
                <c:pt idx="74579">
                  <c:v>99.98</c:v>
                </c:pt>
                <c:pt idx="74580">
                  <c:v>52.24</c:v>
                </c:pt>
                <c:pt idx="74581">
                  <c:v>84.99</c:v>
                </c:pt>
                <c:pt idx="74582">
                  <c:v>84.99</c:v>
                </c:pt>
                <c:pt idx="74583">
                  <c:v>169.98</c:v>
                </c:pt>
                <c:pt idx="74584">
                  <c:v>171.41</c:v>
                </c:pt>
                <c:pt idx="74585">
                  <c:v>155.94999999999999</c:v>
                </c:pt>
                <c:pt idx="74586">
                  <c:v>244.93</c:v>
                </c:pt>
                <c:pt idx="74587">
                  <c:v>242.94</c:v>
                </c:pt>
                <c:pt idx="74588">
                  <c:v>134.94999999999999</c:v>
                </c:pt>
                <c:pt idx="74589">
                  <c:v>63.96</c:v>
                </c:pt>
                <c:pt idx="74590">
                  <c:v>-74.989999999999995</c:v>
                </c:pt>
                <c:pt idx="74591">
                  <c:v>61.96</c:v>
                </c:pt>
                <c:pt idx="74592">
                  <c:v>59.99</c:v>
                </c:pt>
                <c:pt idx="74593">
                  <c:v>77.56</c:v>
                </c:pt>
                <c:pt idx="74594">
                  <c:v>69.989999999999995</c:v>
                </c:pt>
                <c:pt idx="74595">
                  <c:v>33.479999999999997</c:v>
                </c:pt>
                <c:pt idx="74596">
                  <c:v>199.95</c:v>
                </c:pt>
                <c:pt idx="74597">
                  <c:v>290.95</c:v>
                </c:pt>
                <c:pt idx="74598">
                  <c:v>187.97</c:v>
                </c:pt>
                <c:pt idx="74599">
                  <c:v>100.27</c:v>
                </c:pt>
                <c:pt idx="74600">
                  <c:v>187.07</c:v>
                </c:pt>
                <c:pt idx="74601">
                  <c:v>157.25</c:v>
                </c:pt>
                <c:pt idx="74602">
                  <c:v>123.01</c:v>
                </c:pt>
                <c:pt idx="74603">
                  <c:v>164.5</c:v>
                </c:pt>
                <c:pt idx="74604">
                  <c:v>135.46</c:v>
                </c:pt>
                <c:pt idx="74605">
                  <c:v>61.87</c:v>
                </c:pt>
                <c:pt idx="74606">
                  <c:v>262.49</c:v>
                </c:pt>
                <c:pt idx="74607">
                  <c:v>102.96</c:v>
                </c:pt>
                <c:pt idx="74608">
                  <c:v>89.97</c:v>
                </c:pt>
                <c:pt idx="74609">
                  <c:v>92.97</c:v>
                </c:pt>
                <c:pt idx="74610">
                  <c:v>89.97</c:v>
                </c:pt>
                <c:pt idx="74611">
                  <c:v>91.97</c:v>
                </c:pt>
                <c:pt idx="74612">
                  <c:v>79.97</c:v>
                </c:pt>
                <c:pt idx="74613">
                  <c:v>80.010000000000005</c:v>
                </c:pt>
                <c:pt idx="74614">
                  <c:v>89.97</c:v>
                </c:pt>
                <c:pt idx="74615">
                  <c:v>89.97</c:v>
                </c:pt>
                <c:pt idx="74616">
                  <c:v>87.97</c:v>
                </c:pt>
                <c:pt idx="74617">
                  <c:v>99.98</c:v>
                </c:pt>
                <c:pt idx="74618">
                  <c:v>134.97999999999999</c:v>
                </c:pt>
                <c:pt idx="74619">
                  <c:v>134.97999999999999</c:v>
                </c:pt>
                <c:pt idx="74620">
                  <c:v>99.98</c:v>
                </c:pt>
                <c:pt idx="74621">
                  <c:v>84.99</c:v>
                </c:pt>
                <c:pt idx="74622">
                  <c:v>134.97999999999999</c:v>
                </c:pt>
                <c:pt idx="74623">
                  <c:v>99.98</c:v>
                </c:pt>
                <c:pt idx="74624">
                  <c:v>72.239999999999995</c:v>
                </c:pt>
                <c:pt idx="74625">
                  <c:v>152.97999999999999</c:v>
                </c:pt>
                <c:pt idx="74626">
                  <c:v>152.97999999999999</c:v>
                </c:pt>
                <c:pt idx="74627">
                  <c:v>72.239999999999995</c:v>
                </c:pt>
                <c:pt idx="74628">
                  <c:v>114.98</c:v>
                </c:pt>
                <c:pt idx="74629">
                  <c:v>76.489999999999995</c:v>
                </c:pt>
                <c:pt idx="74630">
                  <c:v>93.48</c:v>
                </c:pt>
                <c:pt idx="74631">
                  <c:v>152.97999999999999</c:v>
                </c:pt>
                <c:pt idx="74632">
                  <c:v>77.34</c:v>
                </c:pt>
                <c:pt idx="74633">
                  <c:v>488.86</c:v>
                </c:pt>
                <c:pt idx="74634">
                  <c:v>109.96</c:v>
                </c:pt>
                <c:pt idx="74635">
                  <c:v>211.96</c:v>
                </c:pt>
                <c:pt idx="74636">
                  <c:v>189.94</c:v>
                </c:pt>
                <c:pt idx="74637">
                  <c:v>134.96</c:v>
                </c:pt>
                <c:pt idx="74638">
                  <c:v>107.96</c:v>
                </c:pt>
                <c:pt idx="74639">
                  <c:v>107.96</c:v>
                </c:pt>
                <c:pt idx="74640">
                  <c:v>96.98</c:v>
                </c:pt>
                <c:pt idx="74641">
                  <c:v>107.96</c:v>
                </c:pt>
                <c:pt idx="74642">
                  <c:v>51.49</c:v>
                </c:pt>
                <c:pt idx="74643">
                  <c:v>53.98</c:v>
                </c:pt>
                <c:pt idx="74644">
                  <c:v>49.99</c:v>
                </c:pt>
                <c:pt idx="74645">
                  <c:v>59.98</c:v>
                </c:pt>
                <c:pt idx="74646">
                  <c:v>103.89</c:v>
                </c:pt>
                <c:pt idx="74647">
                  <c:v>59.98</c:v>
                </c:pt>
                <c:pt idx="74648">
                  <c:v>41.49</c:v>
                </c:pt>
                <c:pt idx="74649">
                  <c:v>56.99</c:v>
                </c:pt>
                <c:pt idx="74650">
                  <c:v>69.97</c:v>
                </c:pt>
                <c:pt idx="74651">
                  <c:v>69.97</c:v>
                </c:pt>
                <c:pt idx="74652">
                  <c:v>149.94999999999999</c:v>
                </c:pt>
                <c:pt idx="74653">
                  <c:v>102.31</c:v>
                </c:pt>
                <c:pt idx="74654">
                  <c:v>124.95</c:v>
                </c:pt>
                <c:pt idx="74655">
                  <c:v>149.94999999999999</c:v>
                </c:pt>
                <c:pt idx="74656">
                  <c:v>109.96</c:v>
                </c:pt>
                <c:pt idx="74657">
                  <c:v>119.96</c:v>
                </c:pt>
                <c:pt idx="74658">
                  <c:v>119.96</c:v>
                </c:pt>
                <c:pt idx="74659">
                  <c:v>119.98</c:v>
                </c:pt>
                <c:pt idx="74660">
                  <c:v>81.489999999999995</c:v>
                </c:pt>
                <c:pt idx="74661">
                  <c:v>69.3</c:v>
                </c:pt>
                <c:pt idx="74662">
                  <c:v>121.96</c:v>
                </c:pt>
                <c:pt idx="74663">
                  <c:v>124.98</c:v>
                </c:pt>
                <c:pt idx="74664">
                  <c:v>79.989999999999995</c:v>
                </c:pt>
                <c:pt idx="74665">
                  <c:v>121.96</c:v>
                </c:pt>
                <c:pt idx="74666">
                  <c:v>99.98</c:v>
                </c:pt>
                <c:pt idx="74667">
                  <c:v>77.650000000000006</c:v>
                </c:pt>
                <c:pt idx="74668">
                  <c:v>41.49</c:v>
                </c:pt>
                <c:pt idx="74669">
                  <c:v>58.98</c:v>
                </c:pt>
                <c:pt idx="74670">
                  <c:v>41.49</c:v>
                </c:pt>
                <c:pt idx="74671">
                  <c:v>39.299999999999997</c:v>
                </c:pt>
                <c:pt idx="74672">
                  <c:v>42.24</c:v>
                </c:pt>
                <c:pt idx="74673">
                  <c:v>58.98</c:v>
                </c:pt>
                <c:pt idx="74674">
                  <c:v>39.159999999999997</c:v>
                </c:pt>
                <c:pt idx="74675">
                  <c:v>58.98</c:v>
                </c:pt>
                <c:pt idx="74676">
                  <c:v>41.49</c:v>
                </c:pt>
                <c:pt idx="74677">
                  <c:v>58.98</c:v>
                </c:pt>
                <c:pt idx="74678">
                  <c:v>61.98</c:v>
                </c:pt>
                <c:pt idx="74679">
                  <c:v>64.98</c:v>
                </c:pt>
                <c:pt idx="74680">
                  <c:v>53.98</c:v>
                </c:pt>
                <c:pt idx="74681">
                  <c:v>74.98</c:v>
                </c:pt>
                <c:pt idx="74682">
                  <c:v>65.989999999999995</c:v>
                </c:pt>
                <c:pt idx="74683">
                  <c:v>89.97</c:v>
                </c:pt>
                <c:pt idx="74684">
                  <c:v>69.959999999999994</c:v>
                </c:pt>
                <c:pt idx="74685">
                  <c:v>77.95</c:v>
                </c:pt>
                <c:pt idx="74686">
                  <c:v>99.96</c:v>
                </c:pt>
                <c:pt idx="74687">
                  <c:v>99.95</c:v>
                </c:pt>
                <c:pt idx="74688">
                  <c:v>89.98</c:v>
                </c:pt>
                <c:pt idx="74689">
                  <c:v>59.98</c:v>
                </c:pt>
                <c:pt idx="74690">
                  <c:v>84.97</c:v>
                </c:pt>
                <c:pt idx="74691">
                  <c:v>59.98</c:v>
                </c:pt>
                <c:pt idx="74692">
                  <c:v>59.98</c:v>
                </c:pt>
                <c:pt idx="74693">
                  <c:v>84.97</c:v>
                </c:pt>
                <c:pt idx="74694">
                  <c:v>59.98</c:v>
                </c:pt>
                <c:pt idx="74695">
                  <c:v>59.98</c:v>
                </c:pt>
                <c:pt idx="74696">
                  <c:v>74.97</c:v>
                </c:pt>
                <c:pt idx="74697">
                  <c:v>59.98</c:v>
                </c:pt>
                <c:pt idx="74698">
                  <c:v>74.97</c:v>
                </c:pt>
                <c:pt idx="74699">
                  <c:v>59.98</c:v>
                </c:pt>
                <c:pt idx="74700">
                  <c:v>74.97</c:v>
                </c:pt>
                <c:pt idx="74701">
                  <c:v>74.97</c:v>
                </c:pt>
                <c:pt idx="74702">
                  <c:v>74.97</c:v>
                </c:pt>
                <c:pt idx="74703">
                  <c:v>74.97</c:v>
                </c:pt>
                <c:pt idx="74704">
                  <c:v>58.03</c:v>
                </c:pt>
                <c:pt idx="74705">
                  <c:v>58.18</c:v>
                </c:pt>
                <c:pt idx="74706">
                  <c:v>59.98</c:v>
                </c:pt>
                <c:pt idx="74707">
                  <c:v>67.47</c:v>
                </c:pt>
                <c:pt idx="74708">
                  <c:v>59.98</c:v>
                </c:pt>
                <c:pt idx="74709">
                  <c:v>59.98</c:v>
                </c:pt>
                <c:pt idx="74710">
                  <c:v>59.98</c:v>
                </c:pt>
                <c:pt idx="74711">
                  <c:v>59.98</c:v>
                </c:pt>
                <c:pt idx="74712">
                  <c:v>59.98</c:v>
                </c:pt>
                <c:pt idx="74713">
                  <c:v>119.96</c:v>
                </c:pt>
                <c:pt idx="74714">
                  <c:v>67.47</c:v>
                </c:pt>
                <c:pt idx="74715">
                  <c:v>59.98</c:v>
                </c:pt>
                <c:pt idx="74716">
                  <c:v>58.03</c:v>
                </c:pt>
                <c:pt idx="74717">
                  <c:v>59.98</c:v>
                </c:pt>
                <c:pt idx="74718">
                  <c:v>53.73</c:v>
                </c:pt>
                <c:pt idx="74719">
                  <c:v>58.18</c:v>
                </c:pt>
                <c:pt idx="74720">
                  <c:v>53.73</c:v>
                </c:pt>
                <c:pt idx="74721">
                  <c:v>59.98</c:v>
                </c:pt>
                <c:pt idx="74722">
                  <c:v>119.96</c:v>
                </c:pt>
                <c:pt idx="74723">
                  <c:v>114.96</c:v>
                </c:pt>
                <c:pt idx="74724">
                  <c:v>83.98</c:v>
                </c:pt>
                <c:pt idx="74725">
                  <c:v>99.98</c:v>
                </c:pt>
                <c:pt idx="74726">
                  <c:v>64.98</c:v>
                </c:pt>
                <c:pt idx="74727">
                  <c:v>149.97</c:v>
                </c:pt>
                <c:pt idx="74728">
                  <c:v>65.989999999999995</c:v>
                </c:pt>
                <c:pt idx="74729">
                  <c:v>139.97999999999999</c:v>
                </c:pt>
                <c:pt idx="74730">
                  <c:v>79.98</c:v>
                </c:pt>
                <c:pt idx="74731">
                  <c:v>79.849999999999994</c:v>
                </c:pt>
                <c:pt idx="74732">
                  <c:v>79.849999999999994</c:v>
                </c:pt>
                <c:pt idx="74733">
                  <c:v>79.849999999999994</c:v>
                </c:pt>
                <c:pt idx="74734">
                  <c:v>79.849999999999994</c:v>
                </c:pt>
                <c:pt idx="74735">
                  <c:v>123.38</c:v>
                </c:pt>
                <c:pt idx="74736">
                  <c:v>39.200000000000003</c:v>
                </c:pt>
                <c:pt idx="74737">
                  <c:v>147.6</c:v>
                </c:pt>
                <c:pt idx="74738">
                  <c:v>159.69999999999999</c:v>
                </c:pt>
                <c:pt idx="74739">
                  <c:v>79.849999999999994</c:v>
                </c:pt>
                <c:pt idx="74740">
                  <c:v>67.739999999999995</c:v>
                </c:pt>
                <c:pt idx="74741">
                  <c:v>55.64</c:v>
                </c:pt>
                <c:pt idx="74742">
                  <c:v>79.849999999999994</c:v>
                </c:pt>
                <c:pt idx="74743">
                  <c:v>72.84</c:v>
                </c:pt>
                <c:pt idx="74744">
                  <c:v>84.68</c:v>
                </c:pt>
                <c:pt idx="74745">
                  <c:v>89.97</c:v>
                </c:pt>
                <c:pt idx="74746">
                  <c:v>59.98</c:v>
                </c:pt>
                <c:pt idx="74747">
                  <c:v>69.97</c:v>
                </c:pt>
                <c:pt idx="74748">
                  <c:v>180.93</c:v>
                </c:pt>
                <c:pt idx="74749">
                  <c:v>115.14</c:v>
                </c:pt>
                <c:pt idx="74750">
                  <c:v>129.34</c:v>
                </c:pt>
                <c:pt idx="74751">
                  <c:v>62.97</c:v>
                </c:pt>
                <c:pt idx="74752">
                  <c:v>204.44</c:v>
                </c:pt>
                <c:pt idx="74753">
                  <c:v>197.19</c:v>
                </c:pt>
                <c:pt idx="74754">
                  <c:v>140.34</c:v>
                </c:pt>
                <c:pt idx="74755">
                  <c:v>204.7</c:v>
                </c:pt>
                <c:pt idx="74756">
                  <c:v>259.91000000000003</c:v>
                </c:pt>
                <c:pt idx="74757">
                  <c:v>219.92</c:v>
                </c:pt>
                <c:pt idx="74758">
                  <c:v>134.96</c:v>
                </c:pt>
                <c:pt idx="74759">
                  <c:v>199.96</c:v>
                </c:pt>
                <c:pt idx="74760">
                  <c:v>94.98</c:v>
                </c:pt>
                <c:pt idx="74761">
                  <c:v>49.99</c:v>
                </c:pt>
                <c:pt idx="74762">
                  <c:v>149.97</c:v>
                </c:pt>
                <c:pt idx="74763">
                  <c:v>99.98</c:v>
                </c:pt>
                <c:pt idx="74764">
                  <c:v>84.98</c:v>
                </c:pt>
                <c:pt idx="74765">
                  <c:v>219.97</c:v>
                </c:pt>
                <c:pt idx="74766">
                  <c:v>50.98</c:v>
                </c:pt>
                <c:pt idx="74767">
                  <c:v>-53.98</c:v>
                </c:pt>
                <c:pt idx="74768">
                  <c:v>172.15</c:v>
                </c:pt>
                <c:pt idx="74769">
                  <c:v>122.95</c:v>
                </c:pt>
                <c:pt idx="74770">
                  <c:v>273.93</c:v>
                </c:pt>
                <c:pt idx="74771">
                  <c:v>159.97999999999999</c:v>
                </c:pt>
                <c:pt idx="74772">
                  <c:v>122.95</c:v>
                </c:pt>
                <c:pt idx="74773">
                  <c:v>83.12</c:v>
                </c:pt>
                <c:pt idx="74774">
                  <c:v>218.84</c:v>
                </c:pt>
                <c:pt idx="74775">
                  <c:v>336.81</c:v>
                </c:pt>
                <c:pt idx="74776">
                  <c:v>141.72999999999999</c:v>
                </c:pt>
                <c:pt idx="74777">
                  <c:v>154.93</c:v>
                </c:pt>
                <c:pt idx="74778">
                  <c:v>127.91</c:v>
                </c:pt>
                <c:pt idx="74779">
                  <c:v>182.66</c:v>
                </c:pt>
                <c:pt idx="74780">
                  <c:v>112.96</c:v>
                </c:pt>
                <c:pt idx="74781">
                  <c:v>104.97</c:v>
                </c:pt>
                <c:pt idx="74782">
                  <c:v>119.96</c:v>
                </c:pt>
                <c:pt idx="74783">
                  <c:v>220.02</c:v>
                </c:pt>
                <c:pt idx="74784">
                  <c:v>223.92</c:v>
                </c:pt>
                <c:pt idx="74785">
                  <c:v>204.93</c:v>
                </c:pt>
                <c:pt idx="74786">
                  <c:v>91.96</c:v>
                </c:pt>
                <c:pt idx="74787">
                  <c:v>68.38</c:v>
                </c:pt>
                <c:pt idx="74788">
                  <c:v>99.95</c:v>
                </c:pt>
                <c:pt idx="74789">
                  <c:v>61.07</c:v>
                </c:pt>
                <c:pt idx="74790">
                  <c:v>81.97</c:v>
                </c:pt>
                <c:pt idx="74791">
                  <c:v>86.96</c:v>
                </c:pt>
                <c:pt idx="74792">
                  <c:v>51.98</c:v>
                </c:pt>
                <c:pt idx="74793">
                  <c:v>106.97</c:v>
                </c:pt>
                <c:pt idx="74794">
                  <c:v>127.7</c:v>
                </c:pt>
                <c:pt idx="74795">
                  <c:v>55.98</c:v>
                </c:pt>
                <c:pt idx="74796">
                  <c:v>120.93</c:v>
                </c:pt>
                <c:pt idx="74797">
                  <c:v>65.98</c:v>
                </c:pt>
                <c:pt idx="74798">
                  <c:v>254.97</c:v>
                </c:pt>
                <c:pt idx="74799">
                  <c:v>239.95</c:v>
                </c:pt>
                <c:pt idx="74800">
                  <c:v>93.18</c:v>
                </c:pt>
                <c:pt idx="74801">
                  <c:v>66.97</c:v>
                </c:pt>
                <c:pt idx="74802">
                  <c:v>156.97</c:v>
                </c:pt>
                <c:pt idx="74803">
                  <c:v>334.97</c:v>
                </c:pt>
                <c:pt idx="74804">
                  <c:v>96.78</c:v>
                </c:pt>
                <c:pt idx="74805">
                  <c:v>93.15</c:v>
                </c:pt>
                <c:pt idx="74806">
                  <c:v>71.86</c:v>
                </c:pt>
                <c:pt idx="74807">
                  <c:v>93.15</c:v>
                </c:pt>
                <c:pt idx="74808">
                  <c:v>124.59</c:v>
                </c:pt>
                <c:pt idx="74809">
                  <c:v>136.68</c:v>
                </c:pt>
                <c:pt idx="74810">
                  <c:v>79.849999999999994</c:v>
                </c:pt>
                <c:pt idx="74811">
                  <c:v>79.849999999999994</c:v>
                </c:pt>
                <c:pt idx="74812">
                  <c:v>158.46</c:v>
                </c:pt>
                <c:pt idx="74813">
                  <c:v>79.849999999999994</c:v>
                </c:pt>
                <c:pt idx="74814">
                  <c:v>107.67</c:v>
                </c:pt>
                <c:pt idx="74815">
                  <c:v>154.93</c:v>
                </c:pt>
                <c:pt idx="74816">
                  <c:v>79.98</c:v>
                </c:pt>
                <c:pt idx="74817">
                  <c:v>131.97999999999999</c:v>
                </c:pt>
                <c:pt idx="74818">
                  <c:v>114.57</c:v>
                </c:pt>
                <c:pt idx="74819">
                  <c:v>84.99</c:v>
                </c:pt>
                <c:pt idx="74820">
                  <c:v>132.54</c:v>
                </c:pt>
                <c:pt idx="74821">
                  <c:v>186.96</c:v>
                </c:pt>
                <c:pt idx="74822">
                  <c:v>73.48</c:v>
                </c:pt>
                <c:pt idx="74823">
                  <c:v>168.28</c:v>
                </c:pt>
                <c:pt idx="74824">
                  <c:v>167.51</c:v>
                </c:pt>
                <c:pt idx="74825">
                  <c:v>239.97</c:v>
                </c:pt>
                <c:pt idx="74826">
                  <c:v>63.98</c:v>
                </c:pt>
                <c:pt idx="74827">
                  <c:v>239.97</c:v>
                </c:pt>
                <c:pt idx="74828">
                  <c:v>239.97</c:v>
                </c:pt>
                <c:pt idx="74829">
                  <c:v>265.94</c:v>
                </c:pt>
                <c:pt idx="74830">
                  <c:v>238.91</c:v>
                </c:pt>
                <c:pt idx="74831">
                  <c:v>318.32</c:v>
                </c:pt>
                <c:pt idx="74832">
                  <c:v>125.93</c:v>
                </c:pt>
                <c:pt idx="74833">
                  <c:v>104.34</c:v>
                </c:pt>
                <c:pt idx="74834">
                  <c:v>107.94</c:v>
                </c:pt>
                <c:pt idx="74835">
                  <c:v>-128.94</c:v>
                </c:pt>
                <c:pt idx="74836">
                  <c:v>107.94</c:v>
                </c:pt>
                <c:pt idx="74837">
                  <c:v>107.94</c:v>
                </c:pt>
                <c:pt idx="74838">
                  <c:v>143.91999999999999</c:v>
                </c:pt>
                <c:pt idx="74839">
                  <c:v>128.94</c:v>
                </c:pt>
                <c:pt idx="74840">
                  <c:v>102.36</c:v>
                </c:pt>
                <c:pt idx="74841">
                  <c:v>84.99</c:v>
                </c:pt>
                <c:pt idx="74842">
                  <c:v>84.99</c:v>
                </c:pt>
                <c:pt idx="74843">
                  <c:v>84.99</c:v>
                </c:pt>
                <c:pt idx="74844">
                  <c:v>84.99</c:v>
                </c:pt>
                <c:pt idx="74845">
                  <c:v>84.99</c:v>
                </c:pt>
                <c:pt idx="74846">
                  <c:v>84.99</c:v>
                </c:pt>
                <c:pt idx="74847">
                  <c:v>84.99</c:v>
                </c:pt>
                <c:pt idx="74848">
                  <c:v>100.97</c:v>
                </c:pt>
                <c:pt idx="74849">
                  <c:v>68.48</c:v>
                </c:pt>
                <c:pt idx="74850">
                  <c:v>84.99</c:v>
                </c:pt>
                <c:pt idx="74851">
                  <c:v>84.99</c:v>
                </c:pt>
                <c:pt idx="74852">
                  <c:v>84.99</c:v>
                </c:pt>
                <c:pt idx="74853">
                  <c:v>84.99</c:v>
                </c:pt>
                <c:pt idx="74854">
                  <c:v>96.78</c:v>
                </c:pt>
                <c:pt idx="74855">
                  <c:v>119.89</c:v>
                </c:pt>
                <c:pt idx="74856">
                  <c:v>182.67</c:v>
                </c:pt>
                <c:pt idx="74857">
                  <c:v>109</c:v>
                </c:pt>
                <c:pt idx="74858">
                  <c:v>114.14</c:v>
                </c:pt>
                <c:pt idx="74859">
                  <c:v>123.37</c:v>
                </c:pt>
                <c:pt idx="74860">
                  <c:v>128.24</c:v>
                </c:pt>
                <c:pt idx="74861">
                  <c:v>115.41</c:v>
                </c:pt>
                <c:pt idx="74862">
                  <c:v>74.95</c:v>
                </c:pt>
                <c:pt idx="74863">
                  <c:v>74.95</c:v>
                </c:pt>
                <c:pt idx="74864">
                  <c:v>74.95</c:v>
                </c:pt>
                <c:pt idx="74865">
                  <c:v>71.95</c:v>
                </c:pt>
                <c:pt idx="74866">
                  <c:v>89.94</c:v>
                </c:pt>
                <c:pt idx="74867">
                  <c:v>74.95</c:v>
                </c:pt>
                <c:pt idx="74868">
                  <c:v>169.98</c:v>
                </c:pt>
                <c:pt idx="74869">
                  <c:v>82.64</c:v>
                </c:pt>
                <c:pt idx="74870">
                  <c:v>84.99</c:v>
                </c:pt>
                <c:pt idx="74871">
                  <c:v>84.99</c:v>
                </c:pt>
                <c:pt idx="74872">
                  <c:v>84.99</c:v>
                </c:pt>
                <c:pt idx="74873">
                  <c:v>99.98</c:v>
                </c:pt>
                <c:pt idx="74874">
                  <c:v>84.99</c:v>
                </c:pt>
                <c:pt idx="74875">
                  <c:v>144.47999999999999</c:v>
                </c:pt>
                <c:pt idx="74876">
                  <c:v>124.18</c:v>
                </c:pt>
                <c:pt idx="74877">
                  <c:v>169.98</c:v>
                </c:pt>
                <c:pt idx="74878">
                  <c:v>169.98</c:v>
                </c:pt>
                <c:pt idx="74879">
                  <c:v>156.78</c:v>
                </c:pt>
                <c:pt idx="74880">
                  <c:v>131.97999999999999</c:v>
                </c:pt>
                <c:pt idx="74881">
                  <c:v>184.97</c:v>
                </c:pt>
                <c:pt idx="74882">
                  <c:v>136.84</c:v>
                </c:pt>
                <c:pt idx="74883">
                  <c:v>59.24</c:v>
                </c:pt>
                <c:pt idx="74884">
                  <c:v>69.989999999999995</c:v>
                </c:pt>
                <c:pt idx="74885">
                  <c:v>63.96</c:v>
                </c:pt>
                <c:pt idx="74886">
                  <c:v>63.96</c:v>
                </c:pt>
                <c:pt idx="74887">
                  <c:v>63.96</c:v>
                </c:pt>
                <c:pt idx="74888">
                  <c:v>63.96</c:v>
                </c:pt>
                <c:pt idx="74889">
                  <c:v>63.96</c:v>
                </c:pt>
                <c:pt idx="74890">
                  <c:v>63.96</c:v>
                </c:pt>
                <c:pt idx="74891">
                  <c:v>84.99</c:v>
                </c:pt>
                <c:pt idx="74892">
                  <c:v>76.489999999999995</c:v>
                </c:pt>
                <c:pt idx="74893">
                  <c:v>72.239999999999995</c:v>
                </c:pt>
                <c:pt idx="74894">
                  <c:v>76.489999999999995</c:v>
                </c:pt>
                <c:pt idx="74895">
                  <c:v>76.489999999999995</c:v>
                </c:pt>
                <c:pt idx="74896">
                  <c:v>84.99</c:v>
                </c:pt>
                <c:pt idx="74897">
                  <c:v>84.97</c:v>
                </c:pt>
                <c:pt idx="74898">
                  <c:v>76.489999999999995</c:v>
                </c:pt>
                <c:pt idx="74899">
                  <c:v>51.98</c:v>
                </c:pt>
                <c:pt idx="74900">
                  <c:v>76.489999999999995</c:v>
                </c:pt>
                <c:pt idx="74901">
                  <c:v>69.98</c:v>
                </c:pt>
                <c:pt idx="74902">
                  <c:v>51.98</c:v>
                </c:pt>
                <c:pt idx="74903">
                  <c:v>51.98</c:v>
                </c:pt>
                <c:pt idx="74904">
                  <c:v>63.69</c:v>
                </c:pt>
                <c:pt idx="74905">
                  <c:v>51.98</c:v>
                </c:pt>
                <c:pt idx="74906">
                  <c:v>50.98</c:v>
                </c:pt>
                <c:pt idx="74907">
                  <c:v>169.98</c:v>
                </c:pt>
                <c:pt idx="74908">
                  <c:v>169.98</c:v>
                </c:pt>
                <c:pt idx="74909">
                  <c:v>79.95</c:v>
                </c:pt>
                <c:pt idx="74910">
                  <c:v>201.96</c:v>
                </c:pt>
                <c:pt idx="74911">
                  <c:v>169.98</c:v>
                </c:pt>
                <c:pt idx="74912">
                  <c:v>80.739999999999995</c:v>
                </c:pt>
                <c:pt idx="74913">
                  <c:v>150.93</c:v>
                </c:pt>
                <c:pt idx="74914">
                  <c:v>131.97999999999999</c:v>
                </c:pt>
                <c:pt idx="74915">
                  <c:v>113.95</c:v>
                </c:pt>
                <c:pt idx="74916">
                  <c:v>131.37</c:v>
                </c:pt>
                <c:pt idx="74917">
                  <c:v>137.94999999999999</c:v>
                </c:pt>
                <c:pt idx="74918">
                  <c:v>131.97999999999999</c:v>
                </c:pt>
                <c:pt idx="74919">
                  <c:v>55.92</c:v>
                </c:pt>
                <c:pt idx="74920">
                  <c:v>105.98</c:v>
                </c:pt>
                <c:pt idx="74921">
                  <c:v>59.94</c:v>
                </c:pt>
                <c:pt idx="74922">
                  <c:v>145.94999999999999</c:v>
                </c:pt>
                <c:pt idx="74923">
                  <c:v>122.97</c:v>
                </c:pt>
                <c:pt idx="74924">
                  <c:v>169.98</c:v>
                </c:pt>
                <c:pt idx="74925">
                  <c:v>84.99</c:v>
                </c:pt>
                <c:pt idx="74926">
                  <c:v>84.99</c:v>
                </c:pt>
                <c:pt idx="74927">
                  <c:v>169.98</c:v>
                </c:pt>
                <c:pt idx="74928">
                  <c:v>84.99</c:v>
                </c:pt>
                <c:pt idx="74929">
                  <c:v>76.489999999999995</c:v>
                </c:pt>
                <c:pt idx="74930">
                  <c:v>169.98</c:v>
                </c:pt>
                <c:pt idx="74931">
                  <c:v>74.22</c:v>
                </c:pt>
                <c:pt idx="74932">
                  <c:v>25.99</c:v>
                </c:pt>
                <c:pt idx="74933">
                  <c:v>66.27</c:v>
                </c:pt>
                <c:pt idx="74934">
                  <c:v>70.17</c:v>
                </c:pt>
                <c:pt idx="74935">
                  <c:v>102.92</c:v>
                </c:pt>
                <c:pt idx="74936">
                  <c:v>103.96</c:v>
                </c:pt>
                <c:pt idx="74937">
                  <c:v>93.56</c:v>
                </c:pt>
                <c:pt idx="74938">
                  <c:v>86.97</c:v>
                </c:pt>
                <c:pt idx="74939">
                  <c:v>77.97</c:v>
                </c:pt>
                <c:pt idx="74940">
                  <c:v>100.84</c:v>
                </c:pt>
                <c:pt idx="74941">
                  <c:v>74.069999999999993</c:v>
                </c:pt>
                <c:pt idx="74942">
                  <c:v>62.97</c:v>
                </c:pt>
                <c:pt idx="74943">
                  <c:v>103.96</c:v>
                </c:pt>
                <c:pt idx="74944">
                  <c:v>77.19</c:v>
                </c:pt>
                <c:pt idx="74945">
                  <c:v>99.98</c:v>
                </c:pt>
                <c:pt idx="74946">
                  <c:v>84.98</c:v>
                </c:pt>
                <c:pt idx="74947">
                  <c:v>84.99</c:v>
                </c:pt>
                <c:pt idx="74948">
                  <c:v>100.98</c:v>
                </c:pt>
                <c:pt idx="74949">
                  <c:v>84.99</c:v>
                </c:pt>
                <c:pt idx="74950">
                  <c:v>75.33</c:v>
                </c:pt>
                <c:pt idx="74951">
                  <c:v>84.99</c:v>
                </c:pt>
                <c:pt idx="74952">
                  <c:v>84.99</c:v>
                </c:pt>
                <c:pt idx="74953">
                  <c:v>84.99</c:v>
                </c:pt>
                <c:pt idx="74954">
                  <c:v>84.99</c:v>
                </c:pt>
                <c:pt idx="74955">
                  <c:v>84.99</c:v>
                </c:pt>
                <c:pt idx="74956">
                  <c:v>76.489999999999995</c:v>
                </c:pt>
                <c:pt idx="74957">
                  <c:v>99.96</c:v>
                </c:pt>
                <c:pt idx="74958">
                  <c:v>110.97</c:v>
                </c:pt>
                <c:pt idx="74959">
                  <c:v>99.96</c:v>
                </c:pt>
                <c:pt idx="74960">
                  <c:v>77.97</c:v>
                </c:pt>
                <c:pt idx="74961">
                  <c:v>99.96</c:v>
                </c:pt>
                <c:pt idx="74962">
                  <c:v>96.67</c:v>
                </c:pt>
                <c:pt idx="74963">
                  <c:v>73.98</c:v>
                </c:pt>
                <c:pt idx="74964">
                  <c:v>73.98</c:v>
                </c:pt>
                <c:pt idx="74965">
                  <c:v>81.96</c:v>
                </c:pt>
                <c:pt idx="74966">
                  <c:v>110.97</c:v>
                </c:pt>
                <c:pt idx="74967">
                  <c:v>267.92</c:v>
                </c:pt>
                <c:pt idx="74968">
                  <c:v>267.92</c:v>
                </c:pt>
                <c:pt idx="74969">
                  <c:v>118.96</c:v>
                </c:pt>
                <c:pt idx="74970">
                  <c:v>118.96</c:v>
                </c:pt>
                <c:pt idx="74971">
                  <c:v>227.94</c:v>
                </c:pt>
                <c:pt idx="74972">
                  <c:v>227.94</c:v>
                </c:pt>
                <c:pt idx="74973">
                  <c:v>133.94999999999999</c:v>
                </c:pt>
                <c:pt idx="74974">
                  <c:v>119.96</c:v>
                </c:pt>
                <c:pt idx="74975">
                  <c:v>119.96</c:v>
                </c:pt>
                <c:pt idx="74976">
                  <c:v>133.94999999999999</c:v>
                </c:pt>
                <c:pt idx="74977">
                  <c:v>54.99</c:v>
                </c:pt>
                <c:pt idx="74978">
                  <c:v>98.97</c:v>
                </c:pt>
                <c:pt idx="74979">
                  <c:v>54.99</c:v>
                </c:pt>
                <c:pt idx="74980">
                  <c:v>94.98</c:v>
                </c:pt>
                <c:pt idx="74981">
                  <c:v>84.99</c:v>
                </c:pt>
                <c:pt idx="74982">
                  <c:v>59.98</c:v>
                </c:pt>
                <c:pt idx="74983">
                  <c:v>84.99</c:v>
                </c:pt>
                <c:pt idx="74984">
                  <c:v>64.98</c:v>
                </c:pt>
                <c:pt idx="74985">
                  <c:v>84.99</c:v>
                </c:pt>
                <c:pt idx="74986">
                  <c:v>75.73</c:v>
                </c:pt>
                <c:pt idx="74987">
                  <c:v>45.48</c:v>
                </c:pt>
                <c:pt idx="74988">
                  <c:v>72.98</c:v>
                </c:pt>
                <c:pt idx="74989">
                  <c:v>84.99</c:v>
                </c:pt>
                <c:pt idx="74990">
                  <c:v>59.98</c:v>
                </c:pt>
                <c:pt idx="74991">
                  <c:v>51.95</c:v>
                </c:pt>
                <c:pt idx="74992">
                  <c:v>109.98</c:v>
                </c:pt>
                <c:pt idx="74993">
                  <c:v>79.98</c:v>
                </c:pt>
                <c:pt idx="74994">
                  <c:v>109.59</c:v>
                </c:pt>
                <c:pt idx="74995">
                  <c:v>59.98</c:v>
                </c:pt>
                <c:pt idx="74996">
                  <c:v>26.28</c:v>
                </c:pt>
                <c:pt idx="74997">
                  <c:v>68.98</c:v>
                </c:pt>
                <c:pt idx="74998">
                  <c:v>104.98</c:v>
                </c:pt>
                <c:pt idx="74999">
                  <c:v>104.98</c:v>
                </c:pt>
                <c:pt idx="75000">
                  <c:v>82.98</c:v>
                </c:pt>
                <c:pt idx="75001">
                  <c:v>84.99</c:v>
                </c:pt>
                <c:pt idx="75002">
                  <c:v>129.97999999999999</c:v>
                </c:pt>
                <c:pt idx="75003">
                  <c:v>103.98</c:v>
                </c:pt>
                <c:pt idx="75004">
                  <c:v>84.99</c:v>
                </c:pt>
                <c:pt idx="75005">
                  <c:v>84.99</c:v>
                </c:pt>
                <c:pt idx="75006">
                  <c:v>84.99</c:v>
                </c:pt>
                <c:pt idx="75007">
                  <c:v>89.69</c:v>
                </c:pt>
                <c:pt idx="75008">
                  <c:v>84.99</c:v>
                </c:pt>
                <c:pt idx="75009">
                  <c:v>197.96</c:v>
                </c:pt>
                <c:pt idx="75010">
                  <c:v>84.99</c:v>
                </c:pt>
                <c:pt idx="75011">
                  <c:v>94.08</c:v>
                </c:pt>
                <c:pt idx="75012">
                  <c:v>84.99</c:v>
                </c:pt>
                <c:pt idx="75013">
                  <c:v>93.03</c:v>
                </c:pt>
                <c:pt idx="75014">
                  <c:v>6</c:v>
                </c:pt>
                <c:pt idx="75015">
                  <c:v>52.98</c:v>
                </c:pt>
                <c:pt idx="75016">
                  <c:v>56.98</c:v>
                </c:pt>
                <c:pt idx="75017">
                  <c:v>59.98</c:v>
                </c:pt>
                <c:pt idx="75018">
                  <c:v>39.33</c:v>
                </c:pt>
                <c:pt idx="75019">
                  <c:v>68.17</c:v>
                </c:pt>
                <c:pt idx="75020">
                  <c:v>67.98</c:v>
                </c:pt>
                <c:pt idx="75021">
                  <c:v>70.989999999999995</c:v>
                </c:pt>
                <c:pt idx="75022">
                  <c:v>99.98</c:v>
                </c:pt>
                <c:pt idx="75023">
                  <c:v>18.86</c:v>
                </c:pt>
                <c:pt idx="75024">
                  <c:v>84.98</c:v>
                </c:pt>
                <c:pt idx="75025">
                  <c:v>99.98</c:v>
                </c:pt>
                <c:pt idx="75026">
                  <c:v>84.99</c:v>
                </c:pt>
                <c:pt idx="75027">
                  <c:v>99.98</c:v>
                </c:pt>
                <c:pt idx="75028">
                  <c:v>84.99</c:v>
                </c:pt>
                <c:pt idx="75029">
                  <c:v>84.99</c:v>
                </c:pt>
                <c:pt idx="75030">
                  <c:v>84.99</c:v>
                </c:pt>
                <c:pt idx="75031">
                  <c:v>79.98</c:v>
                </c:pt>
                <c:pt idx="75032">
                  <c:v>85.98</c:v>
                </c:pt>
                <c:pt idx="75033">
                  <c:v>122.93</c:v>
                </c:pt>
                <c:pt idx="75034">
                  <c:v>53.45</c:v>
                </c:pt>
                <c:pt idx="75035">
                  <c:v>104.98</c:v>
                </c:pt>
                <c:pt idx="75036">
                  <c:v>68.989999999999995</c:v>
                </c:pt>
                <c:pt idx="75037">
                  <c:v>51.49</c:v>
                </c:pt>
                <c:pt idx="75038">
                  <c:v>68.989999999999995</c:v>
                </c:pt>
                <c:pt idx="75039">
                  <c:v>68.989999999999995</c:v>
                </c:pt>
                <c:pt idx="75040">
                  <c:v>41.49</c:v>
                </c:pt>
                <c:pt idx="75041">
                  <c:v>21.49</c:v>
                </c:pt>
                <c:pt idx="75042">
                  <c:v>104.98</c:v>
                </c:pt>
                <c:pt idx="75043">
                  <c:v>21.49</c:v>
                </c:pt>
                <c:pt idx="75044">
                  <c:v>21.49</c:v>
                </c:pt>
                <c:pt idx="75045">
                  <c:v>51.49</c:v>
                </c:pt>
                <c:pt idx="75046">
                  <c:v>104.98</c:v>
                </c:pt>
                <c:pt idx="75047">
                  <c:v>71.98</c:v>
                </c:pt>
                <c:pt idx="75048">
                  <c:v>104.98</c:v>
                </c:pt>
                <c:pt idx="75049">
                  <c:v>104.98</c:v>
                </c:pt>
                <c:pt idx="75050">
                  <c:v>71.98</c:v>
                </c:pt>
                <c:pt idx="75051">
                  <c:v>104.98</c:v>
                </c:pt>
                <c:pt idx="75052">
                  <c:v>71.98</c:v>
                </c:pt>
                <c:pt idx="75053">
                  <c:v>51.49</c:v>
                </c:pt>
                <c:pt idx="75054">
                  <c:v>41.49</c:v>
                </c:pt>
                <c:pt idx="75055">
                  <c:v>62.98</c:v>
                </c:pt>
                <c:pt idx="75056">
                  <c:v>41.49</c:v>
                </c:pt>
                <c:pt idx="75057">
                  <c:v>76.489999999999995</c:v>
                </c:pt>
                <c:pt idx="75058">
                  <c:v>69.98</c:v>
                </c:pt>
                <c:pt idx="75059">
                  <c:v>69.98</c:v>
                </c:pt>
                <c:pt idx="75060">
                  <c:v>69.98</c:v>
                </c:pt>
                <c:pt idx="75061">
                  <c:v>69.98</c:v>
                </c:pt>
                <c:pt idx="75062">
                  <c:v>69.98</c:v>
                </c:pt>
                <c:pt idx="75063">
                  <c:v>69.98</c:v>
                </c:pt>
                <c:pt idx="75064">
                  <c:v>76.489999999999995</c:v>
                </c:pt>
                <c:pt idx="75065">
                  <c:v>68.37</c:v>
                </c:pt>
                <c:pt idx="75066">
                  <c:v>104.98</c:v>
                </c:pt>
                <c:pt idx="75067">
                  <c:v>104.98</c:v>
                </c:pt>
                <c:pt idx="75068">
                  <c:v>104.98</c:v>
                </c:pt>
                <c:pt idx="75069">
                  <c:v>104.98</c:v>
                </c:pt>
                <c:pt idx="75070">
                  <c:v>104.98</c:v>
                </c:pt>
                <c:pt idx="75071">
                  <c:v>68.37</c:v>
                </c:pt>
                <c:pt idx="75072">
                  <c:v>68.37</c:v>
                </c:pt>
                <c:pt idx="75073">
                  <c:v>104.98</c:v>
                </c:pt>
                <c:pt idx="75074">
                  <c:v>19.899999999999999</c:v>
                </c:pt>
                <c:pt idx="75075">
                  <c:v>19.489999999999998</c:v>
                </c:pt>
                <c:pt idx="75076">
                  <c:v>69.98</c:v>
                </c:pt>
                <c:pt idx="75077">
                  <c:v>62.98</c:v>
                </c:pt>
                <c:pt idx="75078">
                  <c:v>69.98</c:v>
                </c:pt>
                <c:pt idx="75079">
                  <c:v>19.899999999999999</c:v>
                </c:pt>
                <c:pt idx="75080">
                  <c:v>62.98</c:v>
                </c:pt>
                <c:pt idx="75081">
                  <c:v>19.489999999999998</c:v>
                </c:pt>
                <c:pt idx="75082">
                  <c:v>86.53</c:v>
                </c:pt>
                <c:pt idx="75083">
                  <c:v>69.98</c:v>
                </c:pt>
                <c:pt idx="75084">
                  <c:v>86.53</c:v>
                </c:pt>
                <c:pt idx="75085">
                  <c:v>69.09</c:v>
                </c:pt>
                <c:pt idx="75086">
                  <c:v>69.09</c:v>
                </c:pt>
                <c:pt idx="75087">
                  <c:v>86.53</c:v>
                </c:pt>
                <c:pt idx="75088">
                  <c:v>69.09</c:v>
                </c:pt>
                <c:pt idx="75089">
                  <c:v>19.489999999999998</c:v>
                </c:pt>
                <c:pt idx="75090">
                  <c:v>76.489999999999995</c:v>
                </c:pt>
                <c:pt idx="75091">
                  <c:v>19.899999999999999</c:v>
                </c:pt>
                <c:pt idx="75092">
                  <c:v>130.63999999999999</c:v>
                </c:pt>
                <c:pt idx="75093">
                  <c:v>117.2</c:v>
                </c:pt>
                <c:pt idx="75094">
                  <c:v>82.23</c:v>
                </c:pt>
                <c:pt idx="75095">
                  <c:v>82.23</c:v>
                </c:pt>
                <c:pt idx="75096">
                  <c:v>119.74</c:v>
                </c:pt>
                <c:pt idx="75097">
                  <c:v>93.21</c:v>
                </c:pt>
                <c:pt idx="75098">
                  <c:v>68.94</c:v>
                </c:pt>
                <c:pt idx="75099">
                  <c:v>62.9</c:v>
                </c:pt>
                <c:pt idx="75100">
                  <c:v>217.74</c:v>
                </c:pt>
                <c:pt idx="75101">
                  <c:v>168.61</c:v>
                </c:pt>
                <c:pt idx="75102">
                  <c:v>151.66</c:v>
                </c:pt>
                <c:pt idx="75103">
                  <c:v>100.28</c:v>
                </c:pt>
                <c:pt idx="75104">
                  <c:v>79.98</c:v>
                </c:pt>
                <c:pt idx="75105">
                  <c:v>65.989999999999995</c:v>
                </c:pt>
                <c:pt idx="75106">
                  <c:v>103.47</c:v>
                </c:pt>
                <c:pt idx="75107">
                  <c:v>79.98</c:v>
                </c:pt>
                <c:pt idx="75108">
                  <c:v>101.98</c:v>
                </c:pt>
                <c:pt idx="75109">
                  <c:v>88.57</c:v>
                </c:pt>
                <c:pt idx="75110">
                  <c:v>79.98</c:v>
                </c:pt>
                <c:pt idx="75111">
                  <c:v>79.98</c:v>
                </c:pt>
                <c:pt idx="75112">
                  <c:v>101.48</c:v>
                </c:pt>
                <c:pt idx="75113">
                  <c:v>201.46</c:v>
                </c:pt>
                <c:pt idx="75114">
                  <c:v>164.5</c:v>
                </c:pt>
                <c:pt idx="75115">
                  <c:v>99.98</c:v>
                </c:pt>
                <c:pt idx="75116">
                  <c:v>99.98</c:v>
                </c:pt>
                <c:pt idx="75117">
                  <c:v>84.99</c:v>
                </c:pt>
                <c:pt idx="75118">
                  <c:v>137.96</c:v>
                </c:pt>
                <c:pt idx="75119">
                  <c:v>113.97</c:v>
                </c:pt>
                <c:pt idx="75120">
                  <c:v>142.74</c:v>
                </c:pt>
                <c:pt idx="75121">
                  <c:v>84.99</c:v>
                </c:pt>
                <c:pt idx="75122">
                  <c:v>139.96</c:v>
                </c:pt>
                <c:pt idx="75123">
                  <c:v>84.99</c:v>
                </c:pt>
                <c:pt idx="75124">
                  <c:v>99.97</c:v>
                </c:pt>
                <c:pt idx="75125">
                  <c:v>125.97</c:v>
                </c:pt>
                <c:pt idx="75126">
                  <c:v>115.47</c:v>
                </c:pt>
                <c:pt idx="75127">
                  <c:v>63.97</c:v>
                </c:pt>
                <c:pt idx="75128">
                  <c:v>109.96</c:v>
                </c:pt>
                <c:pt idx="75129">
                  <c:v>74.97</c:v>
                </c:pt>
                <c:pt idx="75130">
                  <c:v>89.97</c:v>
                </c:pt>
                <c:pt idx="75131">
                  <c:v>59.98</c:v>
                </c:pt>
                <c:pt idx="75132">
                  <c:v>83.97</c:v>
                </c:pt>
                <c:pt idx="75133">
                  <c:v>139.94999999999999</c:v>
                </c:pt>
                <c:pt idx="75134">
                  <c:v>59.98</c:v>
                </c:pt>
                <c:pt idx="75135">
                  <c:v>119.96</c:v>
                </c:pt>
                <c:pt idx="75136">
                  <c:v>82.62</c:v>
                </c:pt>
                <c:pt idx="75137">
                  <c:v>109.97</c:v>
                </c:pt>
                <c:pt idx="75138">
                  <c:v>100.97</c:v>
                </c:pt>
                <c:pt idx="75139">
                  <c:v>85.97</c:v>
                </c:pt>
                <c:pt idx="75140">
                  <c:v>64.98</c:v>
                </c:pt>
                <c:pt idx="75141">
                  <c:v>74.98</c:v>
                </c:pt>
                <c:pt idx="75142">
                  <c:v>89.97</c:v>
                </c:pt>
                <c:pt idx="75143">
                  <c:v>57.38</c:v>
                </c:pt>
                <c:pt idx="75144">
                  <c:v>65.97</c:v>
                </c:pt>
                <c:pt idx="75145">
                  <c:v>59.98</c:v>
                </c:pt>
                <c:pt idx="75146">
                  <c:v>114.98</c:v>
                </c:pt>
                <c:pt idx="75147">
                  <c:v>68.97</c:v>
                </c:pt>
                <c:pt idx="75148">
                  <c:v>227.15</c:v>
                </c:pt>
                <c:pt idx="75149">
                  <c:v>246.44</c:v>
                </c:pt>
                <c:pt idx="75150">
                  <c:v>169.98</c:v>
                </c:pt>
                <c:pt idx="75151">
                  <c:v>246.44</c:v>
                </c:pt>
                <c:pt idx="75152">
                  <c:v>57.43</c:v>
                </c:pt>
                <c:pt idx="75153">
                  <c:v>57.43</c:v>
                </c:pt>
                <c:pt idx="75154">
                  <c:v>199.96</c:v>
                </c:pt>
                <c:pt idx="75155">
                  <c:v>199.96</c:v>
                </c:pt>
                <c:pt idx="75156">
                  <c:v>79.97</c:v>
                </c:pt>
                <c:pt idx="75157">
                  <c:v>79.97</c:v>
                </c:pt>
                <c:pt idx="75158">
                  <c:v>184.97</c:v>
                </c:pt>
                <c:pt idx="75159">
                  <c:v>184.97</c:v>
                </c:pt>
                <c:pt idx="75160">
                  <c:v>169.98</c:v>
                </c:pt>
                <c:pt idx="75161">
                  <c:v>227.15</c:v>
                </c:pt>
                <c:pt idx="75162">
                  <c:v>71.959999999999994</c:v>
                </c:pt>
                <c:pt idx="75163">
                  <c:v>84.99</c:v>
                </c:pt>
                <c:pt idx="75164">
                  <c:v>59.96</c:v>
                </c:pt>
                <c:pt idx="75165">
                  <c:v>98.94</c:v>
                </c:pt>
                <c:pt idx="75166">
                  <c:v>59.96</c:v>
                </c:pt>
                <c:pt idx="75167">
                  <c:v>56.97</c:v>
                </c:pt>
                <c:pt idx="75168">
                  <c:v>59.96</c:v>
                </c:pt>
                <c:pt idx="75169">
                  <c:v>67.2</c:v>
                </c:pt>
                <c:pt idx="75170">
                  <c:v>53.97</c:v>
                </c:pt>
                <c:pt idx="75171">
                  <c:v>59.96</c:v>
                </c:pt>
                <c:pt idx="75172">
                  <c:v>79.98</c:v>
                </c:pt>
                <c:pt idx="75173">
                  <c:v>60.99</c:v>
                </c:pt>
                <c:pt idx="75174">
                  <c:v>60.99</c:v>
                </c:pt>
                <c:pt idx="75175">
                  <c:v>111.98</c:v>
                </c:pt>
                <c:pt idx="75176">
                  <c:v>91.98</c:v>
                </c:pt>
                <c:pt idx="75177">
                  <c:v>56.17</c:v>
                </c:pt>
                <c:pt idx="75178">
                  <c:v>79.989999999999995</c:v>
                </c:pt>
                <c:pt idx="75179">
                  <c:v>111.98</c:v>
                </c:pt>
                <c:pt idx="75180">
                  <c:v>91.98</c:v>
                </c:pt>
                <c:pt idx="75181">
                  <c:v>79.989999999999995</c:v>
                </c:pt>
                <c:pt idx="75182">
                  <c:v>51.84</c:v>
                </c:pt>
                <c:pt idx="75183">
                  <c:v>51.84</c:v>
                </c:pt>
                <c:pt idx="75184">
                  <c:v>56.17</c:v>
                </c:pt>
                <c:pt idx="75185">
                  <c:v>60.99</c:v>
                </c:pt>
                <c:pt idx="75186">
                  <c:v>79.989999999999995</c:v>
                </c:pt>
                <c:pt idx="75187">
                  <c:v>60.99</c:v>
                </c:pt>
                <c:pt idx="75188">
                  <c:v>79.989999999999995</c:v>
                </c:pt>
                <c:pt idx="75189">
                  <c:v>189.9</c:v>
                </c:pt>
                <c:pt idx="75190">
                  <c:v>80.959999999999994</c:v>
                </c:pt>
                <c:pt idx="75191">
                  <c:v>16.489999999999998</c:v>
                </c:pt>
                <c:pt idx="75192">
                  <c:v>36.49</c:v>
                </c:pt>
                <c:pt idx="75193">
                  <c:v>179.9</c:v>
                </c:pt>
                <c:pt idx="75194">
                  <c:v>79.959999999999994</c:v>
                </c:pt>
                <c:pt idx="75195">
                  <c:v>107.94</c:v>
                </c:pt>
                <c:pt idx="75196">
                  <c:v>224.89</c:v>
                </c:pt>
                <c:pt idx="75197">
                  <c:v>84.99</c:v>
                </c:pt>
                <c:pt idx="75198">
                  <c:v>114.98</c:v>
                </c:pt>
                <c:pt idx="75199">
                  <c:v>153.91999999999999</c:v>
                </c:pt>
                <c:pt idx="75200">
                  <c:v>88.96</c:v>
                </c:pt>
                <c:pt idx="75201">
                  <c:v>105.98</c:v>
                </c:pt>
                <c:pt idx="75202">
                  <c:v>76.13</c:v>
                </c:pt>
                <c:pt idx="75203">
                  <c:v>103.18</c:v>
                </c:pt>
                <c:pt idx="75204">
                  <c:v>134.97999999999999</c:v>
                </c:pt>
                <c:pt idx="75205">
                  <c:v>99.96</c:v>
                </c:pt>
                <c:pt idx="75206">
                  <c:v>130.80000000000001</c:v>
                </c:pt>
                <c:pt idx="75207">
                  <c:v>119.97</c:v>
                </c:pt>
                <c:pt idx="75208">
                  <c:v>94.97</c:v>
                </c:pt>
                <c:pt idx="75209">
                  <c:v>67.42</c:v>
                </c:pt>
                <c:pt idx="75210">
                  <c:v>79.98</c:v>
                </c:pt>
                <c:pt idx="75211">
                  <c:v>119.97</c:v>
                </c:pt>
                <c:pt idx="75212">
                  <c:v>119.97</c:v>
                </c:pt>
                <c:pt idx="75213">
                  <c:v>87.98</c:v>
                </c:pt>
                <c:pt idx="75214">
                  <c:v>123.16</c:v>
                </c:pt>
                <c:pt idx="75215">
                  <c:v>305.88</c:v>
                </c:pt>
                <c:pt idx="75216">
                  <c:v>169.98</c:v>
                </c:pt>
                <c:pt idx="75217">
                  <c:v>39.28</c:v>
                </c:pt>
                <c:pt idx="75218">
                  <c:v>214.87</c:v>
                </c:pt>
                <c:pt idx="75219">
                  <c:v>169.98</c:v>
                </c:pt>
                <c:pt idx="75220">
                  <c:v>84.99</c:v>
                </c:pt>
                <c:pt idx="75221">
                  <c:v>169.98</c:v>
                </c:pt>
                <c:pt idx="75222">
                  <c:v>192.53</c:v>
                </c:pt>
                <c:pt idx="75223">
                  <c:v>114.97</c:v>
                </c:pt>
                <c:pt idx="75224">
                  <c:v>142.97</c:v>
                </c:pt>
                <c:pt idx="75225">
                  <c:v>144.94999999999999</c:v>
                </c:pt>
                <c:pt idx="75226">
                  <c:v>84.99</c:v>
                </c:pt>
                <c:pt idx="75227">
                  <c:v>342.89</c:v>
                </c:pt>
                <c:pt idx="75228">
                  <c:v>131.97999999999999</c:v>
                </c:pt>
                <c:pt idx="75229">
                  <c:v>169.98</c:v>
                </c:pt>
                <c:pt idx="75230">
                  <c:v>89</c:v>
                </c:pt>
                <c:pt idx="75231">
                  <c:v>238.96</c:v>
                </c:pt>
                <c:pt idx="75232">
                  <c:v>131.97999999999999</c:v>
                </c:pt>
                <c:pt idx="75233">
                  <c:v>79.989999999999995</c:v>
                </c:pt>
                <c:pt idx="75234">
                  <c:v>79.989999999999995</c:v>
                </c:pt>
                <c:pt idx="75235">
                  <c:v>79.989999999999995</c:v>
                </c:pt>
                <c:pt idx="75236">
                  <c:v>79.989999999999995</c:v>
                </c:pt>
                <c:pt idx="75237">
                  <c:v>60.99</c:v>
                </c:pt>
                <c:pt idx="75238">
                  <c:v>79.989999999999995</c:v>
                </c:pt>
                <c:pt idx="75239">
                  <c:v>60.99</c:v>
                </c:pt>
                <c:pt idx="75240">
                  <c:v>81.77</c:v>
                </c:pt>
                <c:pt idx="75241">
                  <c:v>60.99</c:v>
                </c:pt>
                <c:pt idx="75242">
                  <c:v>60.99</c:v>
                </c:pt>
                <c:pt idx="75243">
                  <c:v>54.89</c:v>
                </c:pt>
                <c:pt idx="75244">
                  <c:v>71.34</c:v>
                </c:pt>
                <c:pt idx="75245">
                  <c:v>49.99</c:v>
                </c:pt>
                <c:pt idx="75246">
                  <c:v>79.989999999999995</c:v>
                </c:pt>
                <c:pt idx="75247">
                  <c:v>79.989999999999995</c:v>
                </c:pt>
                <c:pt idx="75248">
                  <c:v>65.19</c:v>
                </c:pt>
                <c:pt idx="75249">
                  <c:v>65.97</c:v>
                </c:pt>
                <c:pt idx="75250">
                  <c:v>75.09</c:v>
                </c:pt>
                <c:pt idx="75251">
                  <c:v>147.97999999999999</c:v>
                </c:pt>
                <c:pt idx="75252">
                  <c:v>143.97999999999999</c:v>
                </c:pt>
                <c:pt idx="75253">
                  <c:v>55.16</c:v>
                </c:pt>
                <c:pt idx="75254">
                  <c:v>73.989999999999995</c:v>
                </c:pt>
                <c:pt idx="75255">
                  <c:v>84.99</c:v>
                </c:pt>
                <c:pt idx="75256">
                  <c:v>51.96</c:v>
                </c:pt>
                <c:pt idx="75257">
                  <c:v>129.97999999999999</c:v>
                </c:pt>
                <c:pt idx="75258">
                  <c:v>169.98</c:v>
                </c:pt>
                <c:pt idx="75259">
                  <c:v>254.96</c:v>
                </c:pt>
                <c:pt idx="75260">
                  <c:v>254.96</c:v>
                </c:pt>
                <c:pt idx="75261">
                  <c:v>155.96</c:v>
                </c:pt>
                <c:pt idx="75262">
                  <c:v>253.4</c:v>
                </c:pt>
                <c:pt idx="75263">
                  <c:v>113.94</c:v>
                </c:pt>
                <c:pt idx="75264">
                  <c:v>84.99</c:v>
                </c:pt>
                <c:pt idx="75265">
                  <c:v>77.180000000000007</c:v>
                </c:pt>
                <c:pt idx="75266">
                  <c:v>81.05</c:v>
                </c:pt>
                <c:pt idx="75267">
                  <c:v>82.49</c:v>
                </c:pt>
                <c:pt idx="75268">
                  <c:v>79.849999999999994</c:v>
                </c:pt>
                <c:pt idx="75269">
                  <c:v>95.57</c:v>
                </c:pt>
                <c:pt idx="75270">
                  <c:v>102.83</c:v>
                </c:pt>
                <c:pt idx="75271">
                  <c:v>79.849999999999994</c:v>
                </c:pt>
                <c:pt idx="75272">
                  <c:v>79.849999999999994</c:v>
                </c:pt>
                <c:pt idx="75273">
                  <c:v>79.849999999999994</c:v>
                </c:pt>
                <c:pt idx="75274">
                  <c:v>79.849999999999994</c:v>
                </c:pt>
                <c:pt idx="75275">
                  <c:v>79.849999999999994</c:v>
                </c:pt>
                <c:pt idx="75276">
                  <c:v>79.849999999999994</c:v>
                </c:pt>
                <c:pt idx="75277">
                  <c:v>107.96</c:v>
                </c:pt>
                <c:pt idx="75278">
                  <c:v>59.98</c:v>
                </c:pt>
                <c:pt idx="75279">
                  <c:v>89.97</c:v>
                </c:pt>
                <c:pt idx="75280">
                  <c:v>74.97</c:v>
                </c:pt>
                <c:pt idx="75281">
                  <c:v>89.97</c:v>
                </c:pt>
                <c:pt idx="75282">
                  <c:v>59.98</c:v>
                </c:pt>
                <c:pt idx="75283">
                  <c:v>119.96</c:v>
                </c:pt>
                <c:pt idx="75284">
                  <c:v>59.98</c:v>
                </c:pt>
                <c:pt idx="75285">
                  <c:v>89.97</c:v>
                </c:pt>
                <c:pt idx="75286">
                  <c:v>97.96</c:v>
                </c:pt>
                <c:pt idx="75287">
                  <c:v>89.96</c:v>
                </c:pt>
                <c:pt idx="75288">
                  <c:v>184.96</c:v>
                </c:pt>
                <c:pt idx="75289">
                  <c:v>67.22</c:v>
                </c:pt>
                <c:pt idx="75290">
                  <c:v>140.97</c:v>
                </c:pt>
                <c:pt idx="75291">
                  <c:v>166.96</c:v>
                </c:pt>
                <c:pt idx="75292">
                  <c:v>68.989999999999995</c:v>
                </c:pt>
                <c:pt idx="75293">
                  <c:v>46.47</c:v>
                </c:pt>
                <c:pt idx="75294">
                  <c:v>120.96</c:v>
                </c:pt>
                <c:pt idx="75295">
                  <c:v>165.17</c:v>
                </c:pt>
                <c:pt idx="75296">
                  <c:v>46.47</c:v>
                </c:pt>
                <c:pt idx="75297">
                  <c:v>55.98</c:v>
                </c:pt>
                <c:pt idx="75298">
                  <c:v>55.98</c:v>
                </c:pt>
                <c:pt idx="75299">
                  <c:v>55.98</c:v>
                </c:pt>
                <c:pt idx="75300">
                  <c:v>55.98</c:v>
                </c:pt>
                <c:pt idx="75301">
                  <c:v>55.98</c:v>
                </c:pt>
                <c:pt idx="75302">
                  <c:v>83.97</c:v>
                </c:pt>
                <c:pt idx="75303">
                  <c:v>55.98</c:v>
                </c:pt>
                <c:pt idx="75304">
                  <c:v>55.98</c:v>
                </c:pt>
                <c:pt idx="75305">
                  <c:v>55.98</c:v>
                </c:pt>
                <c:pt idx="75306">
                  <c:v>55.98</c:v>
                </c:pt>
                <c:pt idx="75307">
                  <c:v>55.98</c:v>
                </c:pt>
                <c:pt idx="75308">
                  <c:v>55.98</c:v>
                </c:pt>
                <c:pt idx="75309">
                  <c:v>55.98</c:v>
                </c:pt>
                <c:pt idx="75310">
                  <c:v>55.98</c:v>
                </c:pt>
                <c:pt idx="75311">
                  <c:v>55.98</c:v>
                </c:pt>
                <c:pt idx="75312">
                  <c:v>84.99</c:v>
                </c:pt>
                <c:pt idx="75313">
                  <c:v>196.85</c:v>
                </c:pt>
                <c:pt idx="75314">
                  <c:v>122.98</c:v>
                </c:pt>
                <c:pt idx="75315">
                  <c:v>356.93</c:v>
                </c:pt>
                <c:pt idx="75316">
                  <c:v>104.98</c:v>
                </c:pt>
                <c:pt idx="75317">
                  <c:v>169.98</c:v>
                </c:pt>
                <c:pt idx="75318">
                  <c:v>41.49</c:v>
                </c:pt>
                <c:pt idx="75319">
                  <c:v>84.99</c:v>
                </c:pt>
                <c:pt idx="75320">
                  <c:v>84.99</c:v>
                </c:pt>
                <c:pt idx="75321">
                  <c:v>104.98</c:v>
                </c:pt>
                <c:pt idx="75322">
                  <c:v>84.99</c:v>
                </c:pt>
                <c:pt idx="75323">
                  <c:v>99.98</c:v>
                </c:pt>
                <c:pt idx="75324">
                  <c:v>84.99</c:v>
                </c:pt>
                <c:pt idx="75325">
                  <c:v>-99.98</c:v>
                </c:pt>
                <c:pt idx="75326">
                  <c:v>59.94</c:v>
                </c:pt>
                <c:pt idx="75327">
                  <c:v>84.99</c:v>
                </c:pt>
                <c:pt idx="75328">
                  <c:v>84.99</c:v>
                </c:pt>
                <c:pt idx="75329">
                  <c:v>84.99</c:v>
                </c:pt>
                <c:pt idx="75330">
                  <c:v>249.9</c:v>
                </c:pt>
                <c:pt idx="75331">
                  <c:v>50.97</c:v>
                </c:pt>
                <c:pt idx="75332">
                  <c:v>79.37</c:v>
                </c:pt>
                <c:pt idx="75333">
                  <c:v>50.38</c:v>
                </c:pt>
                <c:pt idx="75334">
                  <c:v>50.97</c:v>
                </c:pt>
                <c:pt idx="75335">
                  <c:v>249.9</c:v>
                </c:pt>
                <c:pt idx="75336">
                  <c:v>229.42</c:v>
                </c:pt>
                <c:pt idx="75337">
                  <c:v>239.92</c:v>
                </c:pt>
                <c:pt idx="75338">
                  <c:v>299.89999999999998</c:v>
                </c:pt>
                <c:pt idx="75339">
                  <c:v>79.37</c:v>
                </c:pt>
                <c:pt idx="75340">
                  <c:v>50.38</c:v>
                </c:pt>
                <c:pt idx="75341">
                  <c:v>299.89999999999998</c:v>
                </c:pt>
                <c:pt idx="75342">
                  <c:v>229.42</c:v>
                </c:pt>
                <c:pt idx="75343">
                  <c:v>239.92</c:v>
                </c:pt>
                <c:pt idx="75344">
                  <c:v>170.98</c:v>
                </c:pt>
                <c:pt idx="75345">
                  <c:v>323.95</c:v>
                </c:pt>
                <c:pt idx="75346">
                  <c:v>31.73</c:v>
                </c:pt>
                <c:pt idx="75347">
                  <c:v>239.72</c:v>
                </c:pt>
                <c:pt idx="75348">
                  <c:v>109.98</c:v>
                </c:pt>
                <c:pt idx="75349">
                  <c:v>37.979999999999997</c:v>
                </c:pt>
                <c:pt idx="75350">
                  <c:v>57.98</c:v>
                </c:pt>
                <c:pt idx="75351">
                  <c:v>56.97</c:v>
                </c:pt>
                <c:pt idx="75352">
                  <c:v>84.96</c:v>
                </c:pt>
                <c:pt idx="75353">
                  <c:v>71.95</c:v>
                </c:pt>
                <c:pt idx="75354">
                  <c:v>130.96</c:v>
                </c:pt>
                <c:pt idx="75355">
                  <c:v>29.98</c:v>
                </c:pt>
                <c:pt idx="75356">
                  <c:v>57.98</c:v>
                </c:pt>
                <c:pt idx="75357">
                  <c:v>50.98</c:v>
                </c:pt>
                <c:pt idx="75358">
                  <c:v>50.98</c:v>
                </c:pt>
                <c:pt idx="75359">
                  <c:v>83.19</c:v>
                </c:pt>
                <c:pt idx="75360">
                  <c:v>129.94999999999999</c:v>
                </c:pt>
                <c:pt idx="75361">
                  <c:v>84.99</c:v>
                </c:pt>
                <c:pt idx="75362">
                  <c:v>182.95</c:v>
                </c:pt>
                <c:pt idx="75363">
                  <c:v>159.97999999999999</c:v>
                </c:pt>
                <c:pt idx="75364">
                  <c:v>129.97999999999999</c:v>
                </c:pt>
                <c:pt idx="75365">
                  <c:v>93.98</c:v>
                </c:pt>
                <c:pt idx="75366">
                  <c:v>87.96</c:v>
                </c:pt>
                <c:pt idx="75367">
                  <c:v>79.98</c:v>
                </c:pt>
                <c:pt idx="75368">
                  <c:v>79.98</c:v>
                </c:pt>
                <c:pt idx="75369">
                  <c:v>60.99</c:v>
                </c:pt>
                <c:pt idx="75370">
                  <c:v>164.98</c:v>
                </c:pt>
                <c:pt idx="75371">
                  <c:v>59.99</c:v>
                </c:pt>
                <c:pt idx="75372">
                  <c:v>115.96</c:v>
                </c:pt>
                <c:pt idx="75373">
                  <c:v>71.680000000000007</c:v>
                </c:pt>
                <c:pt idx="75374">
                  <c:v>167.46</c:v>
                </c:pt>
                <c:pt idx="75375">
                  <c:v>60.99</c:v>
                </c:pt>
                <c:pt idx="75376">
                  <c:v>124.98</c:v>
                </c:pt>
                <c:pt idx="75377">
                  <c:v>128.97</c:v>
                </c:pt>
                <c:pt idx="75378">
                  <c:v>81.900000000000006</c:v>
                </c:pt>
                <c:pt idx="75379">
                  <c:v>95.37</c:v>
                </c:pt>
                <c:pt idx="75380">
                  <c:v>92.92</c:v>
                </c:pt>
                <c:pt idx="75381">
                  <c:v>75.91</c:v>
                </c:pt>
                <c:pt idx="75382">
                  <c:v>68.97</c:v>
                </c:pt>
                <c:pt idx="75383">
                  <c:v>88.97</c:v>
                </c:pt>
                <c:pt idx="75384">
                  <c:v>89.98</c:v>
                </c:pt>
                <c:pt idx="75385">
                  <c:v>82.42</c:v>
                </c:pt>
                <c:pt idx="75386">
                  <c:v>104.98</c:v>
                </c:pt>
                <c:pt idx="75387">
                  <c:v>70.959999999999994</c:v>
                </c:pt>
                <c:pt idx="75388">
                  <c:v>99.96</c:v>
                </c:pt>
                <c:pt idx="75389">
                  <c:v>134.97</c:v>
                </c:pt>
                <c:pt idx="75390">
                  <c:v>122.97</c:v>
                </c:pt>
                <c:pt idx="75391">
                  <c:v>70.959999999999994</c:v>
                </c:pt>
                <c:pt idx="75392">
                  <c:v>56.97</c:v>
                </c:pt>
                <c:pt idx="75393">
                  <c:v>84.97</c:v>
                </c:pt>
                <c:pt idx="75394">
                  <c:v>78.98</c:v>
                </c:pt>
                <c:pt idx="75395">
                  <c:v>97.96</c:v>
                </c:pt>
                <c:pt idx="75396">
                  <c:v>119.96</c:v>
                </c:pt>
                <c:pt idx="75397">
                  <c:v>78.260000000000005</c:v>
                </c:pt>
                <c:pt idx="75398">
                  <c:v>89.97</c:v>
                </c:pt>
                <c:pt idx="75399">
                  <c:v>116.95</c:v>
                </c:pt>
                <c:pt idx="75400">
                  <c:v>-8.6999999999999993</c:v>
                </c:pt>
                <c:pt idx="75401">
                  <c:v>97.96</c:v>
                </c:pt>
                <c:pt idx="75402">
                  <c:v>82.97</c:v>
                </c:pt>
                <c:pt idx="75403">
                  <c:v>53.47</c:v>
                </c:pt>
                <c:pt idx="75404">
                  <c:v>59.98</c:v>
                </c:pt>
                <c:pt idx="75405">
                  <c:v>53.98</c:v>
                </c:pt>
                <c:pt idx="75406">
                  <c:v>59.98</c:v>
                </c:pt>
                <c:pt idx="75407">
                  <c:v>59.98</c:v>
                </c:pt>
                <c:pt idx="75408">
                  <c:v>40.49</c:v>
                </c:pt>
                <c:pt idx="75409">
                  <c:v>59.98</c:v>
                </c:pt>
                <c:pt idx="75410">
                  <c:v>51.48</c:v>
                </c:pt>
                <c:pt idx="75411">
                  <c:v>59.98</c:v>
                </c:pt>
                <c:pt idx="75412">
                  <c:v>51.48</c:v>
                </c:pt>
                <c:pt idx="75413">
                  <c:v>46.73</c:v>
                </c:pt>
                <c:pt idx="75414">
                  <c:v>77.97</c:v>
                </c:pt>
                <c:pt idx="75415">
                  <c:v>59.98</c:v>
                </c:pt>
                <c:pt idx="75416">
                  <c:v>52.98</c:v>
                </c:pt>
                <c:pt idx="75417">
                  <c:v>49.48</c:v>
                </c:pt>
                <c:pt idx="75418">
                  <c:v>53.98</c:v>
                </c:pt>
                <c:pt idx="75419">
                  <c:v>64.98</c:v>
                </c:pt>
                <c:pt idx="75420">
                  <c:v>169.98</c:v>
                </c:pt>
                <c:pt idx="75421">
                  <c:v>84.99</c:v>
                </c:pt>
                <c:pt idx="75422">
                  <c:v>84.99</c:v>
                </c:pt>
                <c:pt idx="75423">
                  <c:v>169.98</c:v>
                </c:pt>
                <c:pt idx="75424">
                  <c:v>169.98</c:v>
                </c:pt>
                <c:pt idx="75425">
                  <c:v>84.99</c:v>
                </c:pt>
                <c:pt idx="75426">
                  <c:v>84.99</c:v>
                </c:pt>
                <c:pt idx="75427">
                  <c:v>56.97</c:v>
                </c:pt>
                <c:pt idx="75428">
                  <c:v>169.98</c:v>
                </c:pt>
                <c:pt idx="75429">
                  <c:v>99.98</c:v>
                </c:pt>
                <c:pt idx="75430">
                  <c:v>84.99</c:v>
                </c:pt>
                <c:pt idx="75431">
                  <c:v>84.99</c:v>
                </c:pt>
                <c:pt idx="75432">
                  <c:v>79.98</c:v>
                </c:pt>
                <c:pt idx="75433">
                  <c:v>84.99</c:v>
                </c:pt>
                <c:pt idx="75434">
                  <c:v>56.97</c:v>
                </c:pt>
                <c:pt idx="75435">
                  <c:v>169.98</c:v>
                </c:pt>
                <c:pt idx="75436">
                  <c:v>99.98</c:v>
                </c:pt>
                <c:pt idx="75437">
                  <c:v>84.99</c:v>
                </c:pt>
                <c:pt idx="75438">
                  <c:v>169.98</c:v>
                </c:pt>
                <c:pt idx="75439">
                  <c:v>79.98</c:v>
                </c:pt>
                <c:pt idx="75440">
                  <c:v>84.99</c:v>
                </c:pt>
                <c:pt idx="75441">
                  <c:v>84.99</c:v>
                </c:pt>
                <c:pt idx="75442">
                  <c:v>84.99</c:v>
                </c:pt>
                <c:pt idx="75443">
                  <c:v>169.98</c:v>
                </c:pt>
                <c:pt idx="75444">
                  <c:v>84.99</c:v>
                </c:pt>
                <c:pt idx="75445">
                  <c:v>169.98</c:v>
                </c:pt>
                <c:pt idx="75446">
                  <c:v>99.97</c:v>
                </c:pt>
                <c:pt idx="75447">
                  <c:v>25.48</c:v>
                </c:pt>
                <c:pt idx="75448">
                  <c:v>101.96</c:v>
                </c:pt>
                <c:pt idx="75449">
                  <c:v>79.98</c:v>
                </c:pt>
                <c:pt idx="75450">
                  <c:v>131.97999999999999</c:v>
                </c:pt>
                <c:pt idx="75451">
                  <c:v>79.98</c:v>
                </c:pt>
                <c:pt idx="75452">
                  <c:v>79.98</c:v>
                </c:pt>
                <c:pt idx="75453">
                  <c:v>79.98</c:v>
                </c:pt>
                <c:pt idx="75454">
                  <c:v>103.96</c:v>
                </c:pt>
                <c:pt idx="75455">
                  <c:v>84.99</c:v>
                </c:pt>
                <c:pt idx="75456">
                  <c:v>84.99</c:v>
                </c:pt>
                <c:pt idx="75457">
                  <c:v>84.99</c:v>
                </c:pt>
                <c:pt idx="75458">
                  <c:v>68.989999999999995</c:v>
                </c:pt>
                <c:pt idx="75459">
                  <c:v>84.99</c:v>
                </c:pt>
                <c:pt idx="75460">
                  <c:v>84.99</c:v>
                </c:pt>
                <c:pt idx="75461">
                  <c:v>65.989999999999995</c:v>
                </c:pt>
                <c:pt idx="75462">
                  <c:v>131.97999999999999</c:v>
                </c:pt>
                <c:pt idx="75463">
                  <c:v>61.7</c:v>
                </c:pt>
                <c:pt idx="75464">
                  <c:v>65.78</c:v>
                </c:pt>
                <c:pt idx="75465">
                  <c:v>84.99</c:v>
                </c:pt>
                <c:pt idx="75466">
                  <c:v>64.98</c:v>
                </c:pt>
                <c:pt idx="75467">
                  <c:v>145.96</c:v>
                </c:pt>
                <c:pt idx="75468">
                  <c:v>56.98</c:v>
                </c:pt>
                <c:pt idx="75469">
                  <c:v>64.98</c:v>
                </c:pt>
                <c:pt idx="75470">
                  <c:v>71.48</c:v>
                </c:pt>
                <c:pt idx="75471">
                  <c:v>55.71</c:v>
                </c:pt>
                <c:pt idx="75472">
                  <c:v>111.98</c:v>
                </c:pt>
                <c:pt idx="75473">
                  <c:v>89.97</c:v>
                </c:pt>
                <c:pt idx="75474">
                  <c:v>162.97</c:v>
                </c:pt>
                <c:pt idx="75475">
                  <c:v>214.95</c:v>
                </c:pt>
                <c:pt idx="75476">
                  <c:v>193.46</c:v>
                </c:pt>
                <c:pt idx="75477">
                  <c:v>79.98</c:v>
                </c:pt>
                <c:pt idx="75478">
                  <c:v>89.96</c:v>
                </c:pt>
                <c:pt idx="75479">
                  <c:v>153.86000000000001</c:v>
                </c:pt>
                <c:pt idx="75480">
                  <c:v>59.98</c:v>
                </c:pt>
                <c:pt idx="75481">
                  <c:v>99.98</c:v>
                </c:pt>
                <c:pt idx="75482">
                  <c:v>59.98</c:v>
                </c:pt>
                <c:pt idx="75483">
                  <c:v>84.99</c:v>
                </c:pt>
                <c:pt idx="75484">
                  <c:v>169.98</c:v>
                </c:pt>
                <c:pt idx="75485">
                  <c:v>59.98</c:v>
                </c:pt>
                <c:pt idx="75486">
                  <c:v>99.98</c:v>
                </c:pt>
                <c:pt idx="75487">
                  <c:v>48.13</c:v>
                </c:pt>
                <c:pt idx="75488">
                  <c:v>169.98</c:v>
                </c:pt>
                <c:pt idx="75489">
                  <c:v>59.98</c:v>
                </c:pt>
                <c:pt idx="75490">
                  <c:v>109.96</c:v>
                </c:pt>
                <c:pt idx="75491">
                  <c:v>69.97</c:v>
                </c:pt>
                <c:pt idx="75492">
                  <c:v>92.09</c:v>
                </c:pt>
                <c:pt idx="75493">
                  <c:v>101.48</c:v>
                </c:pt>
                <c:pt idx="75494">
                  <c:v>102.97</c:v>
                </c:pt>
                <c:pt idx="75495">
                  <c:v>54.99</c:v>
                </c:pt>
                <c:pt idx="75496">
                  <c:v>124.97</c:v>
                </c:pt>
                <c:pt idx="75497">
                  <c:v>107.47</c:v>
                </c:pt>
                <c:pt idx="75498">
                  <c:v>87.27</c:v>
                </c:pt>
                <c:pt idx="75499">
                  <c:v>69.98</c:v>
                </c:pt>
                <c:pt idx="75500">
                  <c:v>99.98</c:v>
                </c:pt>
                <c:pt idx="75501">
                  <c:v>54.99</c:v>
                </c:pt>
                <c:pt idx="75502">
                  <c:v>188.72</c:v>
                </c:pt>
                <c:pt idx="75503">
                  <c:v>176.53</c:v>
                </c:pt>
                <c:pt idx="75504">
                  <c:v>166.93</c:v>
                </c:pt>
                <c:pt idx="75505">
                  <c:v>226.22</c:v>
                </c:pt>
                <c:pt idx="75506">
                  <c:v>205.64</c:v>
                </c:pt>
                <c:pt idx="75507">
                  <c:v>106.56</c:v>
                </c:pt>
                <c:pt idx="75508">
                  <c:v>135.74</c:v>
                </c:pt>
                <c:pt idx="75509">
                  <c:v>86.07</c:v>
                </c:pt>
                <c:pt idx="75510">
                  <c:v>85.78</c:v>
                </c:pt>
                <c:pt idx="75511">
                  <c:v>55.97</c:v>
                </c:pt>
                <c:pt idx="75512">
                  <c:v>98.98</c:v>
                </c:pt>
                <c:pt idx="75513">
                  <c:v>659.35</c:v>
                </c:pt>
                <c:pt idx="75514">
                  <c:v>94.19</c:v>
                </c:pt>
                <c:pt idx="75515">
                  <c:v>94.95</c:v>
                </c:pt>
                <c:pt idx="75516">
                  <c:v>72.569999999999993</c:v>
                </c:pt>
                <c:pt idx="75517">
                  <c:v>94.95</c:v>
                </c:pt>
                <c:pt idx="75518">
                  <c:v>169.97</c:v>
                </c:pt>
                <c:pt idx="75519">
                  <c:v>260.44</c:v>
                </c:pt>
                <c:pt idx="75520">
                  <c:v>105.97</c:v>
                </c:pt>
                <c:pt idx="75521">
                  <c:v>95.98</c:v>
                </c:pt>
                <c:pt idx="75522">
                  <c:v>116.97</c:v>
                </c:pt>
                <c:pt idx="75523">
                  <c:v>227.14</c:v>
                </c:pt>
                <c:pt idx="75524">
                  <c:v>169.98</c:v>
                </c:pt>
                <c:pt idx="75525">
                  <c:v>72.88</c:v>
                </c:pt>
                <c:pt idx="75526">
                  <c:v>65.989999999999995</c:v>
                </c:pt>
                <c:pt idx="75527">
                  <c:v>60.22</c:v>
                </c:pt>
                <c:pt idx="75528">
                  <c:v>65.989999999999995</c:v>
                </c:pt>
                <c:pt idx="75529">
                  <c:v>65.989999999999995</c:v>
                </c:pt>
                <c:pt idx="75530">
                  <c:v>77.98</c:v>
                </c:pt>
                <c:pt idx="75531">
                  <c:v>65.989999999999995</c:v>
                </c:pt>
                <c:pt idx="75532">
                  <c:v>41.49</c:v>
                </c:pt>
                <c:pt idx="75533">
                  <c:v>65.989999999999995</c:v>
                </c:pt>
                <c:pt idx="75534">
                  <c:v>31.48</c:v>
                </c:pt>
                <c:pt idx="75535">
                  <c:v>65.989999999999995</c:v>
                </c:pt>
                <c:pt idx="75536">
                  <c:v>80.98</c:v>
                </c:pt>
                <c:pt idx="75537">
                  <c:v>131.97999999999999</c:v>
                </c:pt>
                <c:pt idx="75538">
                  <c:v>65.989999999999995</c:v>
                </c:pt>
                <c:pt idx="75539">
                  <c:v>61.98</c:v>
                </c:pt>
                <c:pt idx="75540">
                  <c:v>65.989999999999995</c:v>
                </c:pt>
                <c:pt idx="75541">
                  <c:v>84.99</c:v>
                </c:pt>
                <c:pt idx="75542">
                  <c:v>84.99</c:v>
                </c:pt>
                <c:pt idx="75543">
                  <c:v>65.989999999999995</c:v>
                </c:pt>
                <c:pt idx="75544">
                  <c:v>65.989999999999995</c:v>
                </c:pt>
                <c:pt idx="75545">
                  <c:v>65.989999999999995</c:v>
                </c:pt>
                <c:pt idx="75546">
                  <c:v>84.99</c:v>
                </c:pt>
                <c:pt idx="75547">
                  <c:v>56.09</c:v>
                </c:pt>
                <c:pt idx="75548">
                  <c:v>39.99</c:v>
                </c:pt>
                <c:pt idx="75549">
                  <c:v>68.989999999999995</c:v>
                </c:pt>
                <c:pt idx="75550">
                  <c:v>269.91000000000003</c:v>
                </c:pt>
                <c:pt idx="75551">
                  <c:v>49.98</c:v>
                </c:pt>
                <c:pt idx="75552">
                  <c:v>59.98</c:v>
                </c:pt>
                <c:pt idx="75553">
                  <c:v>-20</c:v>
                </c:pt>
                <c:pt idx="75554">
                  <c:v>50.48</c:v>
                </c:pt>
                <c:pt idx="75555">
                  <c:v>50.98</c:v>
                </c:pt>
                <c:pt idx="75556">
                  <c:v>113.84</c:v>
                </c:pt>
                <c:pt idx="75557">
                  <c:v>50.01</c:v>
                </c:pt>
                <c:pt idx="75558">
                  <c:v>54.99</c:v>
                </c:pt>
                <c:pt idx="75559">
                  <c:v>62.97</c:v>
                </c:pt>
                <c:pt idx="75560">
                  <c:v>51.95</c:v>
                </c:pt>
                <c:pt idx="75561">
                  <c:v>65.540000000000006</c:v>
                </c:pt>
                <c:pt idx="75562">
                  <c:v>63.79</c:v>
                </c:pt>
                <c:pt idx="75563">
                  <c:v>79.319999999999993</c:v>
                </c:pt>
                <c:pt idx="75564">
                  <c:v>169.98</c:v>
                </c:pt>
                <c:pt idx="75565">
                  <c:v>155.97</c:v>
                </c:pt>
                <c:pt idx="75566">
                  <c:v>169.98</c:v>
                </c:pt>
                <c:pt idx="75567">
                  <c:v>84.99</c:v>
                </c:pt>
                <c:pt idx="75568">
                  <c:v>254.97</c:v>
                </c:pt>
                <c:pt idx="75569">
                  <c:v>84.99</c:v>
                </c:pt>
                <c:pt idx="75570">
                  <c:v>69.98</c:v>
                </c:pt>
                <c:pt idx="75571">
                  <c:v>124.97</c:v>
                </c:pt>
                <c:pt idx="75572">
                  <c:v>69.98</c:v>
                </c:pt>
                <c:pt idx="75573">
                  <c:v>112.97</c:v>
                </c:pt>
                <c:pt idx="75574">
                  <c:v>104.98</c:v>
                </c:pt>
                <c:pt idx="75575">
                  <c:v>119.97</c:v>
                </c:pt>
                <c:pt idx="75576">
                  <c:v>51.96</c:v>
                </c:pt>
                <c:pt idx="75577">
                  <c:v>124.97</c:v>
                </c:pt>
                <c:pt idx="75578">
                  <c:v>69.98</c:v>
                </c:pt>
                <c:pt idx="75579">
                  <c:v>105.98</c:v>
                </c:pt>
                <c:pt idx="75580">
                  <c:v>54.98</c:v>
                </c:pt>
                <c:pt idx="75581">
                  <c:v>105.98</c:v>
                </c:pt>
                <c:pt idx="75582">
                  <c:v>101.97</c:v>
                </c:pt>
                <c:pt idx="75583">
                  <c:v>84.99</c:v>
                </c:pt>
                <c:pt idx="75584">
                  <c:v>87.47</c:v>
                </c:pt>
                <c:pt idx="75585">
                  <c:v>77.88</c:v>
                </c:pt>
                <c:pt idx="75586">
                  <c:v>154.46</c:v>
                </c:pt>
                <c:pt idx="75587">
                  <c:v>105.98</c:v>
                </c:pt>
                <c:pt idx="75588">
                  <c:v>163.76</c:v>
                </c:pt>
                <c:pt idx="75589">
                  <c:v>27.48</c:v>
                </c:pt>
                <c:pt idx="75590">
                  <c:v>104.16</c:v>
                </c:pt>
                <c:pt idx="75591">
                  <c:v>81.97</c:v>
                </c:pt>
                <c:pt idx="75592">
                  <c:v>91.97</c:v>
                </c:pt>
                <c:pt idx="75593">
                  <c:v>128.63</c:v>
                </c:pt>
                <c:pt idx="75594">
                  <c:v>51.96</c:v>
                </c:pt>
                <c:pt idx="75595">
                  <c:v>131.97999999999999</c:v>
                </c:pt>
                <c:pt idx="75596">
                  <c:v>84.99</c:v>
                </c:pt>
                <c:pt idx="75597">
                  <c:v>169.98</c:v>
                </c:pt>
                <c:pt idx="75598">
                  <c:v>169.98</c:v>
                </c:pt>
                <c:pt idx="75599">
                  <c:v>27.38</c:v>
                </c:pt>
                <c:pt idx="75600">
                  <c:v>47.37</c:v>
                </c:pt>
                <c:pt idx="75601">
                  <c:v>53.26</c:v>
                </c:pt>
                <c:pt idx="75602">
                  <c:v>53.26</c:v>
                </c:pt>
                <c:pt idx="75603">
                  <c:v>162.94999999999999</c:v>
                </c:pt>
                <c:pt idx="75604">
                  <c:v>110.87</c:v>
                </c:pt>
                <c:pt idx="75605">
                  <c:v>47.37</c:v>
                </c:pt>
                <c:pt idx="75606">
                  <c:v>52.24</c:v>
                </c:pt>
                <c:pt idx="75607">
                  <c:v>52.24</c:v>
                </c:pt>
                <c:pt idx="75608">
                  <c:v>84.99</c:v>
                </c:pt>
                <c:pt idx="75609">
                  <c:v>22.49</c:v>
                </c:pt>
                <c:pt idx="75610">
                  <c:v>22.49</c:v>
                </c:pt>
                <c:pt idx="75611">
                  <c:v>110.87</c:v>
                </c:pt>
                <c:pt idx="75612">
                  <c:v>84.99</c:v>
                </c:pt>
                <c:pt idx="75613">
                  <c:v>84.99</c:v>
                </c:pt>
                <c:pt idx="75614">
                  <c:v>105.98</c:v>
                </c:pt>
                <c:pt idx="75615">
                  <c:v>162.94999999999999</c:v>
                </c:pt>
                <c:pt idx="75616">
                  <c:v>84.99</c:v>
                </c:pt>
                <c:pt idx="75617">
                  <c:v>105.98</c:v>
                </c:pt>
                <c:pt idx="75618">
                  <c:v>67.489999999999995</c:v>
                </c:pt>
                <c:pt idx="75619">
                  <c:v>27.38</c:v>
                </c:pt>
                <c:pt idx="75620">
                  <c:v>67.489999999999995</c:v>
                </c:pt>
                <c:pt idx="75621">
                  <c:v>59.98</c:v>
                </c:pt>
                <c:pt idx="75622">
                  <c:v>89.97</c:v>
                </c:pt>
                <c:pt idx="75623">
                  <c:v>89.97</c:v>
                </c:pt>
                <c:pt idx="75624">
                  <c:v>89.97</c:v>
                </c:pt>
                <c:pt idx="75625">
                  <c:v>89.97</c:v>
                </c:pt>
                <c:pt idx="75626">
                  <c:v>104.96</c:v>
                </c:pt>
                <c:pt idx="75627">
                  <c:v>89.97</c:v>
                </c:pt>
                <c:pt idx="75628">
                  <c:v>89.97</c:v>
                </c:pt>
                <c:pt idx="75629">
                  <c:v>109.41</c:v>
                </c:pt>
                <c:pt idx="75630">
                  <c:v>65.989999999999995</c:v>
                </c:pt>
                <c:pt idx="75631">
                  <c:v>81.98</c:v>
                </c:pt>
                <c:pt idx="75632">
                  <c:v>65.989999999999995</c:v>
                </c:pt>
                <c:pt idx="75633">
                  <c:v>61.71</c:v>
                </c:pt>
                <c:pt idx="75634">
                  <c:v>85.98</c:v>
                </c:pt>
                <c:pt idx="75635">
                  <c:v>64.67</c:v>
                </c:pt>
                <c:pt idx="75636">
                  <c:v>65.989999999999995</c:v>
                </c:pt>
                <c:pt idx="75637">
                  <c:v>81.98</c:v>
                </c:pt>
                <c:pt idx="75638">
                  <c:v>-65.989999999999995</c:v>
                </c:pt>
                <c:pt idx="75639">
                  <c:v>65.989999999999995</c:v>
                </c:pt>
                <c:pt idx="75640">
                  <c:v>81.98</c:v>
                </c:pt>
                <c:pt idx="75641">
                  <c:v>65.98</c:v>
                </c:pt>
                <c:pt idx="75642">
                  <c:v>80.5</c:v>
                </c:pt>
                <c:pt idx="75643">
                  <c:v>131.97999999999999</c:v>
                </c:pt>
                <c:pt idx="75644">
                  <c:v>65.989999999999995</c:v>
                </c:pt>
                <c:pt idx="75645">
                  <c:v>84.99</c:v>
                </c:pt>
                <c:pt idx="75646">
                  <c:v>85.97</c:v>
                </c:pt>
                <c:pt idx="75647">
                  <c:v>65.989999999999995</c:v>
                </c:pt>
                <c:pt idx="75648">
                  <c:v>84.99</c:v>
                </c:pt>
                <c:pt idx="75649">
                  <c:v>78.150000000000006</c:v>
                </c:pt>
                <c:pt idx="75650">
                  <c:v>56.68</c:v>
                </c:pt>
                <c:pt idx="75651">
                  <c:v>52.98</c:v>
                </c:pt>
                <c:pt idx="75652">
                  <c:v>50.98</c:v>
                </c:pt>
                <c:pt idx="75653">
                  <c:v>72.989999999999995</c:v>
                </c:pt>
                <c:pt idx="75654">
                  <c:v>68.989999999999995</c:v>
                </c:pt>
                <c:pt idx="75655">
                  <c:v>55.97</c:v>
                </c:pt>
                <c:pt idx="75656">
                  <c:v>59.98</c:v>
                </c:pt>
                <c:pt idx="75657">
                  <c:v>63.24</c:v>
                </c:pt>
                <c:pt idx="75658">
                  <c:v>63.82</c:v>
                </c:pt>
                <c:pt idx="75659">
                  <c:v>51.96</c:v>
                </c:pt>
                <c:pt idx="75660">
                  <c:v>64.98</c:v>
                </c:pt>
                <c:pt idx="75661">
                  <c:v>79.53</c:v>
                </c:pt>
                <c:pt idx="75662">
                  <c:v>56.98</c:v>
                </c:pt>
                <c:pt idx="75663">
                  <c:v>65.989999999999995</c:v>
                </c:pt>
                <c:pt idx="75664">
                  <c:v>50.98</c:v>
                </c:pt>
                <c:pt idx="75665">
                  <c:v>57.71</c:v>
                </c:pt>
                <c:pt idx="75666">
                  <c:v>108.78</c:v>
                </c:pt>
                <c:pt idx="75667">
                  <c:v>243.32</c:v>
                </c:pt>
                <c:pt idx="75668">
                  <c:v>54.1</c:v>
                </c:pt>
                <c:pt idx="75669">
                  <c:v>118.97</c:v>
                </c:pt>
                <c:pt idx="75670">
                  <c:v>266.27</c:v>
                </c:pt>
                <c:pt idx="75671">
                  <c:v>75.959999999999994</c:v>
                </c:pt>
                <c:pt idx="75672">
                  <c:v>116.97</c:v>
                </c:pt>
                <c:pt idx="75673">
                  <c:v>91.96</c:v>
                </c:pt>
                <c:pt idx="75674">
                  <c:v>21.48</c:v>
                </c:pt>
                <c:pt idx="75675">
                  <c:v>89.97</c:v>
                </c:pt>
                <c:pt idx="75676">
                  <c:v>101.44</c:v>
                </c:pt>
                <c:pt idx="75677">
                  <c:v>80.97</c:v>
                </c:pt>
                <c:pt idx="75678">
                  <c:v>79.959999999999994</c:v>
                </c:pt>
                <c:pt idx="75679">
                  <c:v>89.97</c:v>
                </c:pt>
                <c:pt idx="75680">
                  <c:v>91.96</c:v>
                </c:pt>
                <c:pt idx="75681">
                  <c:v>71.959999999999994</c:v>
                </c:pt>
                <c:pt idx="75682">
                  <c:v>160.77000000000001</c:v>
                </c:pt>
                <c:pt idx="75683">
                  <c:v>316.87</c:v>
                </c:pt>
                <c:pt idx="75684">
                  <c:v>378.87</c:v>
                </c:pt>
                <c:pt idx="75685">
                  <c:v>224.97</c:v>
                </c:pt>
                <c:pt idx="75686">
                  <c:v>81.97</c:v>
                </c:pt>
                <c:pt idx="75687">
                  <c:v>159.97999999999999</c:v>
                </c:pt>
                <c:pt idx="75688">
                  <c:v>154.63999999999999</c:v>
                </c:pt>
                <c:pt idx="75689">
                  <c:v>154.66999999999999</c:v>
                </c:pt>
                <c:pt idx="75690">
                  <c:v>109.98</c:v>
                </c:pt>
                <c:pt idx="75691">
                  <c:v>79.989999999999995</c:v>
                </c:pt>
                <c:pt idx="75692">
                  <c:v>79.989999999999995</c:v>
                </c:pt>
                <c:pt idx="75693">
                  <c:v>115.97</c:v>
                </c:pt>
                <c:pt idx="75694">
                  <c:v>95.98</c:v>
                </c:pt>
                <c:pt idx="75695">
                  <c:v>65.98</c:v>
                </c:pt>
                <c:pt idx="75696">
                  <c:v>206.07</c:v>
                </c:pt>
                <c:pt idx="75697">
                  <c:v>310.52999999999997</c:v>
                </c:pt>
                <c:pt idx="75698">
                  <c:v>353.83</c:v>
                </c:pt>
                <c:pt idx="75699">
                  <c:v>239.97</c:v>
                </c:pt>
                <c:pt idx="75700">
                  <c:v>194.85</c:v>
                </c:pt>
                <c:pt idx="75701">
                  <c:v>179.88</c:v>
                </c:pt>
                <c:pt idx="75702">
                  <c:v>100.98</c:v>
                </c:pt>
                <c:pt idx="75703">
                  <c:v>120.97</c:v>
                </c:pt>
                <c:pt idx="75704">
                  <c:v>117.8</c:v>
                </c:pt>
                <c:pt idx="75705">
                  <c:v>104.98</c:v>
                </c:pt>
                <c:pt idx="75706">
                  <c:v>114.65</c:v>
                </c:pt>
                <c:pt idx="75707">
                  <c:v>120.97</c:v>
                </c:pt>
                <c:pt idx="75708">
                  <c:v>103.78</c:v>
                </c:pt>
                <c:pt idx="75709">
                  <c:v>123.96</c:v>
                </c:pt>
                <c:pt idx="75710">
                  <c:v>154.94999999999999</c:v>
                </c:pt>
                <c:pt idx="75711">
                  <c:v>154.94999999999999</c:v>
                </c:pt>
                <c:pt idx="75712">
                  <c:v>154.94999999999999</c:v>
                </c:pt>
                <c:pt idx="75713">
                  <c:v>139.94999999999999</c:v>
                </c:pt>
                <c:pt idx="75714">
                  <c:v>73.98</c:v>
                </c:pt>
                <c:pt idx="75715">
                  <c:v>123.96</c:v>
                </c:pt>
                <c:pt idx="75716">
                  <c:v>154.94999999999999</c:v>
                </c:pt>
                <c:pt idx="75717">
                  <c:v>168.28</c:v>
                </c:pt>
                <c:pt idx="75718">
                  <c:v>217.97</c:v>
                </c:pt>
                <c:pt idx="75719">
                  <c:v>99.98</c:v>
                </c:pt>
                <c:pt idx="75720">
                  <c:v>153.97999999999999</c:v>
                </c:pt>
                <c:pt idx="75721">
                  <c:v>157.80000000000001</c:v>
                </c:pt>
                <c:pt idx="75722">
                  <c:v>169.98</c:v>
                </c:pt>
                <c:pt idx="75723">
                  <c:v>67.739999999999995</c:v>
                </c:pt>
                <c:pt idx="75724">
                  <c:v>77.98</c:v>
                </c:pt>
                <c:pt idx="75725">
                  <c:v>40.94</c:v>
                </c:pt>
                <c:pt idx="75726">
                  <c:v>55.08</c:v>
                </c:pt>
                <c:pt idx="75727">
                  <c:v>55.27</c:v>
                </c:pt>
                <c:pt idx="75728">
                  <c:v>50.95</c:v>
                </c:pt>
                <c:pt idx="75729">
                  <c:v>29.38</c:v>
                </c:pt>
                <c:pt idx="75730">
                  <c:v>79.849999999999994</c:v>
                </c:pt>
                <c:pt idx="75731">
                  <c:v>84.69</c:v>
                </c:pt>
                <c:pt idx="75732">
                  <c:v>111.78</c:v>
                </c:pt>
                <c:pt idx="75733">
                  <c:v>79.849999999999994</c:v>
                </c:pt>
                <c:pt idx="75734">
                  <c:v>99.2</c:v>
                </c:pt>
                <c:pt idx="75735">
                  <c:v>99.18</c:v>
                </c:pt>
                <c:pt idx="75736">
                  <c:v>118.54</c:v>
                </c:pt>
                <c:pt idx="75737">
                  <c:v>113.44</c:v>
                </c:pt>
                <c:pt idx="75738">
                  <c:v>79.849999999999994</c:v>
                </c:pt>
                <c:pt idx="75739">
                  <c:v>109.98</c:v>
                </c:pt>
                <c:pt idx="75740">
                  <c:v>105.16</c:v>
                </c:pt>
                <c:pt idx="75741">
                  <c:v>226.75</c:v>
                </c:pt>
                <c:pt idx="75742">
                  <c:v>49.28</c:v>
                </c:pt>
                <c:pt idx="75743">
                  <c:v>59.96</c:v>
                </c:pt>
                <c:pt idx="75744">
                  <c:v>29.98</c:v>
                </c:pt>
                <c:pt idx="75745">
                  <c:v>58.96</c:v>
                </c:pt>
                <c:pt idx="75746">
                  <c:v>29.28</c:v>
                </c:pt>
                <c:pt idx="75747">
                  <c:v>71.38</c:v>
                </c:pt>
                <c:pt idx="75748">
                  <c:v>40.24</c:v>
                </c:pt>
                <c:pt idx="75749">
                  <c:v>186.47</c:v>
                </c:pt>
                <c:pt idx="75750">
                  <c:v>113.97</c:v>
                </c:pt>
                <c:pt idx="75751">
                  <c:v>101.48</c:v>
                </c:pt>
                <c:pt idx="75752">
                  <c:v>113.97</c:v>
                </c:pt>
                <c:pt idx="75753">
                  <c:v>99.98</c:v>
                </c:pt>
                <c:pt idx="75754">
                  <c:v>54.98</c:v>
                </c:pt>
                <c:pt idx="75755">
                  <c:v>14.99</c:v>
                </c:pt>
                <c:pt idx="75756">
                  <c:v>59.98</c:v>
                </c:pt>
                <c:pt idx="75757">
                  <c:v>51.28</c:v>
                </c:pt>
                <c:pt idx="75758">
                  <c:v>54.99</c:v>
                </c:pt>
                <c:pt idx="75759">
                  <c:v>92.7</c:v>
                </c:pt>
                <c:pt idx="75760">
                  <c:v>99.98</c:v>
                </c:pt>
                <c:pt idx="75761">
                  <c:v>69.98</c:v>
                </c:pt>
                <c:pt idx="75762">
                  <c:v>68.989999999999995</c:v>
                </c:pt>
                <c:pt idx="75763">
                  <c:v>59.98</c:v>
                </c:pt>
                <c:pt idx="75764">
                  <c:v>153.16999999999999</c:v>
                </c:pt>
                <c:pt idx="75765">
                  <c:v>129.16999999999999</c:v>
                </c:pt>
                <c:pt idx="75766">
                  <c:v>85.97</c:v>
                </c:pt>
                <c:pt idx="75767">
                  <c:v>50.98</c:v>
                </c:pt>
                <c:pt idx="75768">
                  <c:v>13.32</c:v>
                </c:pt>
                <c:pt idx="75769">
                  <c:v>74.97</c:v>
                </c:pt>
                <c:pt idx="75770">
                  <c:v>84.99</c:v>
                </c:pt>
                <c:pt idx="75771">
                  <c:v>100.98</c:v>
                </c:pt>
                <c:pt idx="75772">
                  <c:v>37.479999999999997</c:v>
                </c:pt>
                <c:pt idx="75773">
                  <c:v>50.98</c:v>
                </c:pt>
                <c:pt idx="75774">
                  <c:v>68.989999999999995</c:v>
                </c:pt>
                <c:pt idx="75775">
                  <c:v>64.98</c:v>
                </c:pt>
                <c:pt idx="75776">
                  <c:v>50.98</c:v>
                </c:pt>
                <c:pt idx="75777">
                  <c:v>55.98</c:v>
                </c:pt>
                <c:pt idx="75778">
                  <c:v>46.65</c:v>
                </c:pt>
                <c:pt idx="75779">
                  <c:v>65.98</c:v>
                </c:pt>
                <c:pt idx="75780">
                  <c:v>84.99</c:v>
                </c:pt>
                <c:pt idx="75781">
                  <c:v>59.98</c:v>
                </c:pt>
                <c:pt idx="75782">
                  <c:v>151.15</c:v>
                </c:pt>
                <c:pt idx="75783">
                  <c:v>77.97</c:v>
                </c:pt>
                <c:pt idx="75784">
                  <c:v>84.99</c:v>
                </c:pt>
                <c:pt idx="75785">
                  <c:v>57.03</c:v>
                </c:pt>
                <c:pt idx="75786">
                  <c:v>76.47</c:v>
                </c:pt>
                <c:pt idx="75787">
                  <c:v>63.46</c:v>
                </c:pt>
                <c:pt idx="75788">
                  <c:v>50.69</c:v>
                </c:pt>
                <c:pt idx="75789">
                  <c:v>59.98</c:v>
                </c:pt>
                <c:pt idx="75790">
                  <c:v>51.2</c:v>
                </c:pt>
                <c:pt idx="75791">
                  <c:v>59.38</c:v>
                </c:pt>
                <c:pt idx="75792">
                  <c:v>59.98</c:v>
                </c:pt>
                <c:pt idx="75793">
                  <c:v>59.98</c:v>
                </c:pt>
                <c:pt idx="75794">
                  <c:v>143.97</c:v>
                </c:pt>
                <c:pt idx="75795">
                  <c:v>54.99</c:v>
                </c:pt>
                <c:pt idx="75796">
                  <c:v>68.989999999999995</c:v>
                </c:pt>
                <c:pt idx="75797">
                  <c:v>110.48</c:v>
                </c:pt>
                <c:pt idx="75798">
                  <c:v>58.98</c:v>
                </c:pt>
                <c:pt idx="75799">
                  <c:v>61.18</c:v>
                </c:pt>
                <c:pt idx="75800">
                  <c:v>114.98</c:v>
                </c:pt>
                <c:pt idx="75801">
                  <c:v>55.95</c:v>
                </c:pt>
                <c:pt idx="75802">
                  <c:v>84.99</c:v>
                </c:pt>
                <c:pt idx="75803">
                  <c:v>69.59</c:v>
                </c:pt>
                <c:pt idx="75804">
                  <c:v>72.55</c:v>
                </c:pt>
                <c:pt idx="75805">
                  <c:v>95.81</c:v>
                </c:pt>
                <c:pt idx="75806">
                  <c:v>72.55</c:v>
                </c:pt>
                <c:pt idx="75807">
                  <c:v>55.61</c:v>
                </c:pt>
                <c:pt idx="75808">
                  <c:v>70.37</c:v>
                </c:pt>
                <c:pt idx="75809">
                  <c:v>96.78</c:v>
                </c:pt>
                <c:pt idx="75810">
                  <c:v>254.97</c:v>
                </c:pt>
                <c:pt idx="75811">
                  <c:v>287.95999999999998</c:v>
                </c:pt>
                <c:pt idx="75812">
                  <c:v>181.77</c:v>
                </c:pt>
                <c:pt idx="75813">
                  <c:v>139.97999999999999</c:v>
                </c:pt>
                <c:pt idx="75814">
                  <c:v>229.97</c:v>
                </c:pt>
                <c:pt idx="75815">
                  <c:v>169.98</c:v>
                </c:pt>
                <c:pt idx="75816">
                  <c:v>244.97</c:v>
                </c:pt>
                <c:pt idx="75817">
                  <c:v>169.98</c:v>
                </c:pt>
                <c:pt idx="75818">
                  <c:v>169.98</c:v>
                </c:pt>
                <c:pt idx="75819">
                  <c:v>217.94</c:v>
                </c:pt>
                <c:pt idx="75820">
                  <c:v>99.98</c:v>
                </c:pt>
                <c:pt idx="75821">
                  <c:v>67.47</c:v>
                </c:pt>
                <c:pt idx="75822">
                  <c:v>59.98</c:v>
                </c:pt>
                <c:pt idx="75823">
                  <c:v>19.989999999999998</c:v>
                </c:pt>
                <c:pt idx="75824">
                  <c:v>59.98</c:v>
                </c:pt>
                <c:pt idx="75825">
                  <c:v>59.98</c:v>
                </c:pt>
                <c:pt idx="75826">
                  <c:v>61.98</c:v>
                </c:pt>
                <c:pt idx="75827">
                  <c:v>84.97</c:v>
                </c:pt>
                <c:pt idx="75828">
                  <c:v>53.98</c:v>
                </c:pt>
                <c:pt idx="75829">
                  <c:v>-22.61</c:v>
                </c:pt>
                <c:pt idx="75830">
                  <c:v>59.98</c:v>
                </c:pt>
                <c:pt idx="75831">
                  <c:v>19.989999999999998</c:v>
                </c:pt>
                <c:pt idx="75832">
                  <c:v>67.47</c:v>
                </c:pt>
                <c:pt idx="75833">
                  <c:v>53.61</c:v>
                </c:pt>
                <c:pt idx="75834">
                  <c:v>59.98</c:v>
                </c:pt>
                <c:pt idx="75835">
                  <c:v>54.98</c:v>
                </c:pt>
                <c:pt idx="75836">
                  <c:v>19.989999999999998</c:v>
                </c:pt>
                <c:pt idx="75837">
                  <c:v>119.96</c:v>
                </c:pt>
                <c:pt idx="75838">
                  <c:v>67.47</c:v>
                </c:pt>
                <c:pt idx="75839">
                  <c:v>65.930000000000007</c:v>
                </c:pt>
                <c:pt idx="75840">
                  <c:v>52.61</c:v>
                </c:pt>
                <c:pt idx="75841">
                  <c:v>72.55</c:v>
                </c:pt>
                <c:pt idx="75842">
                  <c:v>78.64</c:v>
                </c:pt>
                <c:pt idx="75843">
                  <c:v>239.54</c:v>
                </c:pt>
                <c:pt idx="75844">
                  <c:v>84.99</c:v>
                </c:pt>
                <c:pt idx="75845">
                  <c:v>104.95</c:v>
                </c:pt>
                <c:pt idx="75846">
                  <c:v>169.98</c:v>
                </c:pt>
                <c:pt idx="75847">
                  <c:v>68.98</c:v>
                </c:pt>
                <c:pt idx="75848">
                  <c:v>129.22</c:v>
                </c:pt>
                <c:pt idx="75849">
                  <c:v>99.98</c:v>
                </c:pt>
                <c:pt idx="75850">
                  <c:v>169.98</c:v>
                </c:pt>
                <c:pt idx="75851">
                  <c:v>169.98</c:v>
                </c:pt>
                <c:pt idx="75852">
                  <c:v>169.98</c:v>
                </c:pt>
                <c:pt idx="75853">
                  <c:v>49.99</c:v>
                </c:pt>
                <c:pt idx="75854">
                  <c:v>120.48</c:v>
                </c:pt>
                <c:pt idx="75855">
                  <c:v>214.93</c:v>
                </c:pt>
                <c:pt idx="75856">
                  <c:v>265.36</c:v>
                </c:pt>
                <c:pt idx="75857">
                  <c:v>97.7</c:v>
                </c:pt>
                <c:pt idx="75858">
                  <c:v>152.94999999999999</c:v>
                </c:pt>
                <c:pt idx="75859">
                  <c:v>180.94</c:v>
                </c:pt>
                <c:pt idx="75860">
                  <c:v>84.99</c:v>
                </c:pt>
                <c:pt idx="75861">
                  <c:v>83.98</c:v>
                </c:pt>
                <c:pt idx="75862">
                  <c:v>65.989999999999995</c:v>
                </c:pt>
                <c:pt idx="75863">
                  <c:v>73.98</c:v>
                </c:pt>
                <c:pt idx="75864">
                  <c:v>84.99</c:v>
                </c:pt>
                <c:pt idx="75865">
                  <c:v>49.27</c:v>
                </c:pt>
                <c:pt idx="75866">
                  <c:v>292.95</c:v>
                </c:pt>
                <c:pt idx="75867">
                  <c:v>68.97</c:v>
                </c:pt>
                <c:pt idx="75868">
                  <c:v>61.06</c:v>
                </c:pt>
                <c:pt idx="75869">
                  <c:v>52.97</c:v>
                </c:pt>
                <c:pt idx="75870">
                  <c:v>52.46</c:v>
                </c:pt>
                <c:pt idx="75871">
                  <c:v>101.97</c:v>
                </c:pt>
                <c:pt idx="75872">
                  <c:v>69.959999999999994</c:v>
                </c:pt>
                <c:pt idx="75873">
                  <c:v>124.06</c:v>
                </c:pt>
                <c:pt idx="75874">
                  <c:v>84.99</c:v>
                </c:pt>
                <c:pt idx="75875">
                  <c:v>82.98</c:v>
                </c:pt>
                <c:pt idx="75876">
                  <c:v>98.98</c:v>
                </c:pt>
                <c:pt idx="75877">
                  <c:v>82.46</c:v>
                </c:pt>
                <c:pt idx="75878">
                  <c:v>173.97</c:v>
                </c:pt>
                <c:pt idx="75879">
                  <c:v>186.96</c:v>
                </c:pt>
                <c:pt idx="75880">
                  <c:v>189.97</c:v>
                </c:pt>
                <c:pt idx="75881">
                  <c:v>105.97</c:v>
                </c:pt>
                <c:pt idx="75882">
                  <c:v>124.97</c:v>
                </c:pt>
                <c:pt idx="75883">
                  <c:v>189.97</c:v>
                </c:pt>
                <c:pt idx="75884">
                  <c:v>56.97</c:v>
                </c:pt>
                <c:pt idx="75885">
                  <c:v>144.97</c:v>
                </c:pt>
                <c:pt idx="75886">
                  <c:v>127.47</c:v>
                </c:pt>
                <c:pt idx="75887">
                  <c:v>79.989999999999995</c:v>
                </c:pt>
                <c:pt idx="75888">
                  <c:v>112.07</c:v>
                </c:pt>
                <c:pt idx="75889">
                  <c:v>53.96</c:v>
                </c:pt>
                <c:pt idx="75890">
                  <c:v>57.96</c:v>
                </c:pt>
                <c:pt idx="75891">
                  <c:v>133.94999999999999</c:v>
                </c:pt>
                <c:pt idx="75892">
                  <c:v>169.98</c:v>
                </c:pt>
                <c:pt idx="75893">
                  <c:v>53.23</c:v>
                </c:pt>
                <c:pt idx="75894">
                  <c:v>52.95</c:v>
                </c:pt>
                <c:pt idx="75895">
                  <c:v>83.09</c:v>
                </c:pt>
                <c:pt idx="75896">
                  <c:v>53.95</c:v>
                </c:pt>
                <c:pt idx="75897">
                  <c:v>100.98</c:v>
                </c:pt>
                <c:pt idx="75898">
                  <c:v>44.46</c:v>
                </c:pt>
                <c:pt idx="75899">
                  <c:v>1085.05</c:v>
                </c:pt>
                <c:pt idx="75900">
                  <c:v>84.98</c:v>
                </c:pt>
                <c:pt idx="75901">
                  <c:v>83.98</c:v>
                </c:pt>
                <c:pt idx="75902">
                  <c:v>65.989999999999995</c:v>
                </c:pt>
                <c:pt idx="75903">
                  <c:v>65.989999999999995</c:v>
                </c:pt>
                <c:pt idx="75904">
                  <c:v>20.49</c:v>
                </c:pt>
                <c:pt idx="75905">
                  <c:v>68.97</c:v>
                </c:pt>
                <c:pt idx="75906">
                  <c:v>67.98</c:v>
                </c:pt>
                <c:pt idx="75907">
                  <c:v>95.92</c:v>
                </c:pt>
                <c:pt idx="75908">
                  <c:v>-134.91</c:v>
                </c:pt>
                <c:pt idx="75909">
                  <c:v>134.91</c:v>
                </c:pt>
                <c:pt idx="75910">
                  <c:v>92.97</c:v>
                </c:pt>
                <c:pt idx="75911">
                  <c:v>185.94</c:v>
                </c:pt>
                <c:pt idx="75912">
                  <c:v>111.96</c:v>
                </c:pt>
                <c:pt idx="75913">
                  <c:v>59.98</c:v>
                </c:pt>
                <c:pt idx="75914">
                  <c:v>59.98</c:v>
                </c:pt>
                <c:pt idx="75915">
                  <c:v>123.96</c:v>
                </c:pt>
                <c:pt idx="75916">
                  <c:v>83.97</c:v>
                </c:pt>
                <c:pt idx="75917">
                  <c:v>59.98</c:v>
                </c:pt>
                <c:pt idx="75918">
                  <c:v>119.96</c:v>
                </c:pt>
                <c:pt idx="75919">
                  <c:v>53.87</c:v>
                </c:pt>
                <c:pt idx="75920">
                  <c:v>61.98</c:v>
                </c:pt>
                <c:pt idx="75921">
                  <c:v>51.98</c:v>
                </c:pt>
                <c:pt idx="75922">
                  <c:v>59.17</c:v>
                </c:pt>
                <c:pt idx="75923">
                  <c:v>59.98</c:v>
                </c:pt>
                <c:pt idx="75924">
                  <c:v>59.98</c:v>
                </c:pt>
                <c:pt idx="75925">
                  <c:v>76.930000000000007</c:v>
                </c:pt>
                <c:pt idx="75926">
                  <c:v>59.98</c:v>
                </c:pt>
                <c:pt idx="75927">
                  <c:v>223.87</c:v>
                </c:pt>
                <c:pt idx="75928">
                  <c:v>79.97</c:v>
                </c:pt>
                <c:pt idx="75929">
                  <c:v>244.93</c:v>
                </c:pt>
                <c:pt idx="75930">
                  <c:v>129.94</c:v>
                </c:pt>
                <c:pt idx="75931">
                  <c:v>57.98</c:v>
                </c:pt>
                <c:pt idx="75932">
                  <c:v>269.89</c:v>
                </c:pt>
                <c:pt idx="75933">
                  <c:v>65.97</c:v>
                </c:pt>
                <c:pt idx="75934">
                  <c:v>134.97999999999999</c:v>
                </c:pt>
                <c:pt idx="75935">
                  <c:v>68.989999999999995</c:v>
                </c:pt>
                <c:pt idx="75936">
                  <c:v>99.98</c:v>
                </c:pt>
                <c:pt idx="75937">
                  <c:v>99.98</c:v>
                </c:pt>
                <c:pt idx="75938">
                  <c:v>84.99</c:v>
                </c:pt>
                <c:pt idx="75939">
                  <c:v>99.98</c:v>
                </c:pt>
                <c:pt idx="75940">
                  <c:v>127.96</c:v>
                </c:pt>
                <c:pt idx="75941">
                  <c:v>84.99</c:v>
                </c:pt>
                <c:pt idx="75942">
                  <c:v>84.99</c:v>
                </c:pt>
                <c:pt idx="75943">
                  <c:v>65.59</c:v>
                </c:pt>
                <c:pt idx="75944">
                  <c:v>60.99</c:v>
                </c:pt>
                <c:pt idx="75945">
                  <c:v>41.09</c:v>
                </c:pt>
                <c:pt idx="75946">
                  <c:v>41.09</c:v>
                </c:pt>
                <c:pt idx="75947">
                  <c:v>41.09</c:v>
                </c:pt>
                <c:pt idx="75948">
                  <c:v>41.09</c:v>
                </c:pt>
                <c:pt idx="75949">
                  <c:v>69.959999999999994</c:v>
                </c:pt>
                <c:pt idx="75950">
                  <c:v>55.27</c:v>
                </c:pt>
                <c:pt idx="75951">
                  <c:v>41.09</c:v>
                </c:pt>
                <c:pt idx="75952">
                  <c:v>37.49</c:v>
                </c:pt>
                <c:pt idx="75953">
                  <c:v>90.69</c:v>
                </c:pt>
                <c:pt idx="75954">
                  <c:v>91.91</c:v>
                </c:pt>
                <c:pt idx="75955">
                  <c:v>101.56</c:v>
                </c:pt>
                <c:pt idx="75956">
                  <c:v>96.78</c:v>
                </c:pt>
                <c:pt idx="75957">
                  <c:v>114.9</c:v>
                </c:pt>
                <c:pt idx="75958">
                  <c:v>91.91</c:v>
                </c:pt>
                <c:pt idx="75959">
                  <c:v>145.1</c:v>
                </c:pt>
                <c:pt idx="75960">
                  <c:v>75.959999999999994</c:v>
                </c:pt>
                <c:pt idx="75961">
                  <c:v>75.959999999999994</c:v>
                </c:pt>
                <c:pt idx="75962">
                  <c:v>75.959999999999994</c:v>
                </c:pt>
                <c:pt idx="75963">
                  <c:v>150.94999999999999</c:v>
                </c:pt>
                <c:pt idx="75964">
                  <c:v>44.99</c:v>
                </c:pt>
                <c:pt idx="75965">
                  <c:v>78.599999999999994</c:v>
                </c:pt>
                <c:pt idx="75966">
                  <c:v>137.96</c:v>
                </c:pt>
                <c:pt idx="75967">
                  <c:v>39.28</c:v>
                </c:pt>
                <c:pt idx="75968">
                  <c:v>75.959999999999994</c:v>
                </c:pt>
                <c:pt idx="75969">
                  <c:v>169.98</c:v>
                </c:pt>
                <c:pt idx="75970">
                  <c:v>131.97999999999999</c:v>
                </c:pt>
                <c:pt idx="75971">
                  <c:v>76.930000000000007</c:v>
                </c:pt>
                <c:pt idx="75972">
                  <c:v>174.96</c:v>
                </c:pt>
                <c:pt idx="75973">
                  <c:v>249.18</c:v>
                </c:pt>
                <c:pt idx="75974">
                  <c:v>-10.99</c:v>
                </c:pt>
                <c:pt idx="75975">
                  <c:v>134.65</c:v>
                </c:pt>
                <c:pt idx="75976">
                  <c:v>65.989999999999995</c:v>
                </c:pt>
                <c:pt idx="75977">
                  <c:v>186.97</c:v>
                </c:pt>
                <c:pt idx="75978">
                  <c:v>150.97</c:v>
                </c:pt>
                <c:pt idx="75979">
                  <c:v>131.97999999999999</c:v>
                </c:pt>
                <c:pt idx="75980">
                  <c:v>131.97999999999999</c:v>
                </c:pt>
                <c:pt idx="75981">
                  <c:v>150.97</c:v>
                </c:pt>
                <c:pt idx="75982">
                  <c:v>111.98</c:v>
                </c:pt>
                <c:pt idx="75983">
                  <c:v>252.83</c:v>
                </c:pt>
                <c:pt idx="75984">
                  <c:v>295.19</c:v>
                </c:pt>
                <c:pt idx="75985">
                  <c:v>134.29</c:v>
                </c:pt>
                <c:pt idx="75986">
                  <c:v>343.58</c:v>
                </c:pt>
                <c:pt idx="75987">
                  <c:v>147.6</c:v>
                </c:pt>
                <c:pt idx="75988">
                  <c:v>109.84</c:v>
                </c:pt>
                <c:pt idx="75989">
                  <c:v>109.84</c:v>
                </c:pt>
                <c:pt idx="75990">
                  <c:v>91.98</c:v>
                </c:pt>
                <c:pt idx="75991">
                  <c:v>181.93</c:v>
                </c:pt>
                <c:pt idx="75992">
                  <c:v>91.98</c:v>
                </c:pt>
                <c:pt idx="75993">
                  <c:v>203.94</c:v>
                </c:pt>
                <c:pt idx="75994">
                  <c:v>56.98</c:v>
                </c:pt>
                <c:pt idx="75995">
                  <c:v>56.98</c:v>
                </c:pt>
                <c:pt idx="75996">
                  <c:v>41.49</c:v>
                </c:pt>
                <c:pt idx="75997">
                  <c:v>91.98</c:v>
                </c:pt>
                <c:pt idx="75998">
                  <c:v>41.49</c:v>
                </c:pt>
                <c:pt idx="75999">
                  <c:v>203.94</c:v>
                </c:pt>
                <c:pt idx="76000">
                  <c:v>91.98</c:v>
                </c:pt>
                <c:pt idx="76001">
                  <c:v>181.93</c:v>
                </c:pt>
                <c:pt idx="76002">
                  <c:v>91.93</c:v>
                </c:pt>
                <c:pt idx="76003">
                  <c:v>91.98</c:v>
                </c:pt>
                <c:pt idx="76004">
                  <c:v>75.98</c:v>
                </c:pt>
                <c:pt idx="76005">
                  <c:v>91.98</c:v>
                </c:pt>
                <c:pt idx="76006">
                  <c:v>109.9</c:v>
                </c:pt>
                <c:pt idx="76007">
                  <c:v>109.9</c:v>
                </c:pt>
                <c:pt idx="76008">
                  <c:v>75.98</c:v>
                </c:pt>
                <c:pt idx="76009">
                  <c:v>91.93</c:v>
                </c:pt>
                <c:pt idx="76010">
                  <c:v>76.48</c:v>
                </c:pt>
                <c:pt idx="76011">
                  <c:v>119.97</c:v>
                </c:pt>
                <c:pt idx="76012">
                  <c:v>120.46</c:v>
                </c:pt>
                <c:pt idx="76013">
                  <c:v>10.49</c:v>
                </c:pt>
                <c:pt idx="76014">
                  <c:v>81.96</c:v>
                </c:pt>
                <c:pt idx="76015">
                  <c:v>120.71</c:v>
                </c:pt>
                <c:pt idx="76016">
                  <c:v>152.44999999999999</c:v>
                </c:pt>
                <c:pt idx="76017">
                  <c:v>122.46</c:v>
                </c:pt>
                <c:pt idx="76018">
                  <c:v>90.47</c:v>
                </c:pt>
                <c:pt idx="76019">
                  <c:v>72.97</c:v>
                </c:pt>
                <c:pt idx="76020">
                  <c:v>84.99</c:v>
                </c:pt>
                <c:pt idx="76021">
                  <c:v>134.97999999999999</c:v>
                </c:pt>
                <c:pt idx="76022">
                  <c:v>169.98</c:v>
                </c:pt>
                <c:pt idx="76023">
                  <c:v>134.97999999999999</c:v>
                </c:pt>
                <c:pt idx="76024">
                  <c:v>84.99</c:v>
                </c:pt>
                <c:pt idx="76025">
                  <c:v>84.99</c:v>
                </c:pt>
                <c:pt idx="76026">
                  <c:v>169.98</c:v>
                </c:pt>
                <c:pt idx="76027">
                  <c:v>169.98</c:v>
                </c:pt>
                <c:pt idx="76028">
                  <c:v>169.98</c:v>
                </c:pt>
                <c:pt idx="76029">
                  <c:v>169.98</c:v>
                </c:pt>
                <c:pt idx="76030">
                  <c:v>169.98</c:v>
                </c:pt>
                <c:pt idx="76031">
                  <c:v>169.98</c:v>
                </c:pt>
                <c:pt idx="76032">
                  <c:v>84.99</c:v>
                </c:pt>
                <c:pt idx="76033">
                  <c:v>169.98</c:v>
                </c:pt>
                <c:pt idx="76034">
                  <c:v>73.349999999999994</c:v>
                </c:pt>
                <c:pt idx="76035">
                  <c:v>79.989999999999995</c:v>
                </c:pt>
                <c:pt idx="76036">
                  <c:v>79.989999999999995</c:v>
                </c:pt>
                <c:pt idx="76037">
                  <c:v>104.98</c:v>
                </c:pt>
                <c:pt idx="76038">
                  <c:v>52.97</c:v>
                </c:pt>
                <c:pt idx="76039">
                  <c:v>79.989999999999995</c:v>
                </c:pt>
                <c:pt idx="76040">
                  <c:v>159.97999999999999</c:v>
                </c:pt>
                <c:pt idx="76041">
                  <c:v>79.989999999999995</c:v>
                </c:pt>
                <c:pt idx="76042">
                  <c:v>82.97</c:v>
                </c:pt>
                <c:pt idx="76043">
                  <c:v>71.989999999999995</c:v>
                </c:pt>
                <c:pt idx="76044">
                  <c:v>82.98</c:v>
                </c:pt>
                <c:pt idx="76045">
                  <c:v>104.97</c:v>
                </c:pt>
                <c:pt idx="76046">
                  <c:v>110.97</c:v>
                </c:pt>
                <c:pt idx="76047">
                  <c:v>103.94</c:v>
                </c:pt>
                <c:pt idx="76048">
                  <c:v>66.58</c:v>
                </c:pt>
                <c:pt idx="76049">
                  <c:v>110.97</c:v>
                </c:pt>
                <c:pt idx="76050">
                  <c:v>110.97</c:v>
                </c:pt>
                <c:pt idx="76051">
                  <c:v>119.97</c:v>
                </c:pt>
                <c:pt idx="76052">
                  <c:v>110.97</c:v>
                </c:pt>
                <c:pt idx="76053">
                  <c:v>73.98</c:v>
                </c:pt>
                <c:pt idx="76054">
                  <c:v>54.98</c:v>
                </c:pt>
                <c:pt idx="76055">
                  <c:v>74.97</c:v>
                </c:pt>
                <c:pt idx="76056">
                  <c:v>62.93</c:v>
                </c:pt>
                <c:pt idx="76057">
                  <c:v>71.97</c:v>
                </c:pt>
                <c:pt idx="76058">
                  <c:v>59.98</c:v>
                </c:pt>
                <c:pt idx="76059">
                  <c:v>52.98</c:v>
                </c:pt>
                <c:pt idx="76060">
                  <c:v>78.94</c:v>
                </c:pt>
                <c:pt idx="76061">
                  <c:v>100.96</c:v>
                </c:pt>
                <c:pt idx="76062">
                  <c:v>61.75</c:v>
                </c:pt>
                <c:pt idx="76063">
                  <c:v>55.97</c:v>
                </c:pt>
                <c:pt idx="76064">
                  <c:v>69.97</c:v>
                </c:pt>
                <c:pt idx="76065">
                  <c:v>69.97</c:v>
                </c:pt>
                <c:pt idx="76066">
                  <c:v>54.98</c:v>
                </c:pt>
                <c:pt idx="76067">
                  <c:v>87.95</c:v>
                </c:pt>
                <c:pt idx="76068">
                  <c:v>65.989999999999995</c:v>
                </c:pt>
                <c:pt idx="76069">
                  <c:v>59.39</c:v>
                </c:pt>
                <c:pt idx="76070">
                  <c:v>59.39</c:v>
                </c:pt>
                <c:pt idx="76071">
                  <c:v>105.98</c:v>
                </c:pt>
                <c:pt idx="76072">
                  <c:v>65.989999999999995</c:v>
                </c:pt>
                <c:pt idx="76073">
                  <c:v>62.55</c:v>
                </c:pt>
                <c:pt idx="76074">
                  <c:v>65.989999999999995</c:v>
                </c:pt>
                <c:pt idx="76075">
                  <c:v>59.98</c:v>
                </c:pt>
                <c:pt idx="76076">
                  <c:v>99.38</c:v>
                </c:pt>
                <c:pt idx="76077">
                  <c:v>59.98</c:v>
                </c:pt>
                <c:pt idx="76078">
                  <c:v>65.989999999999995</c:v>
                </c:pt>
                <c:pt idx="76079">
                  <c:v>112.94</c:v>
                </c:pt>
                <c:pt idx="76080">
                  <c:v>72.48</c:v>
                </c:pt>
                <c:pt idx="76081">
                  <c:v>127.92</c:v>
                </c:pt>
                <c:pt idx="76082">
                  <c:v>171.99</c:v>
                </c:pt>
                <c:pt idx="76083">
                  <c:v>282.82</c:v>
                </c:pt>
                <c:pt idx="76084">
                  <c:v>158.06</c:v>
                </c:pt>
                <c:pt idx="76085">
                  <c:v>197.97</c:v>
                </c:pt>
                <c:pt idx="76086">
                  <c:v>65.989999999999995</c:v>
                </c:pt>
                <c:pt idx="76087">
                  <c:v>96.98</c:v>
                </c:pt>
                <c:pt idx="76088">
                  <c:v>84.99</c:v>
                </c:pt>
                <c:pt idx="76089">
                  <c:v>84.99</c:v>
                </c:pt>
                <c:pt idx="76090">
                  <c:v>84.99</c:v>
                </c:pt>
                <c:pt idx="76091">
                  <c:v>65.989999999999995</c:v>
                </c:pt>
                <c:pt idx="76092">
                  <c:v>41.49</c:v>
                </c:pt>
                <c:pt idx="76093">
                  <c:v>84.99</c:v>
                </c:pt>
                <c:pt idx="76094">
                  <c:v>84.99</c:v>
                </c:pt>
                <c:pt idx="76095">
                  <c:v>102.98</c:v>
                </c:pt>
                <c:pt idx="76096">
                  <c:v>41.49</c:v>
                </c:pt>
                <c:pt idx="76097">
                  <c:v>65.989999999999995</c:v>
                </c:pt>
                <c:pt idx="76098">
                  <c:v>96.98</c:v>
                </c:pt>
                <c:pt idx="76099">
                  <c:v>65.989999999999995</c:v>
                </c:pt>
                <c:pt idx="76100">
                  <c:v>96.98</c:v>
                </c:pt>
                <c:pt idx="76101">
                  <c:v>84.99</c:v>
                </c:pt>
                <c:pt idx="76102">
                  <c:v>84.99</c:v>
                </c:pt>
                <c:pt idx="76103">
                  <c:v>84.99</c:v>
                </c:pt>
                <c:pt idx="76104">
                  <c:v>96.98</c:v>
                </c:pt>
                <c:pt idx="76105">
                  <c:v>84.99</c:v>
                </c:pt>
                <c:pt idx="76106">
                  <c:v>84.99</c:v>
                </c:pt>
                <c:pt idx="76107">
                  <c:v>84.99</c:v>
                </c:pt>
                <c:pt idx="76108">
                  <c:v>84.99</c:v>
                </c:pt>
                <c:pt idx="76109">
                  <c:v>102.98</c:v>
                </c:pt>
                <c:pt idx="76110">
                  <c:v>59.98</c:v>
                </c:pt>
                <c:pt idx="76111">
                  <c:v>89.97</c:v>
                </c:pt>
                <c:pt idx="76112">
                  <c:v>119.96</c:v>
                </c:pt>
                <c:pt idx="76113">
                  <c:v>59.98</c:v>
                </c:pt>
                <c:pt idx="76114">
                  <c:v>59.98</c:v>
                </c:pt>
                <c:pt idx="76115">
                  <c:v>61.48</c:v>
                </c:pt>
                <c:pt idx="76116">
                  <c:v>59.98</c:v>
                </c:pt>
                <c:pt idx="76117">
                  <c:v>149.94999999999999</c:v>
                </c:pt>
                <c:pt idx="76118">
                  <c:v>59.98</c:v>
                </c:pt>
                <c:pt idx="76119">
                  <c:v>59.98</c:v>
                </c:pt>
                <c:pt idx="76120">
                  <c:v>89.97</c:v>
                </c:pt>
                <c:pt idx="76121">
                  <c:v>51.98</c:v>
                </c:pt>
                <c:pt idx="76122">
                  <c:v>129.15</c:v>
                </c:pt>
                <c:pt idx="76123">
                  <c:v>104.97</c:v>
                </c:pt>
                <c:pt idx="76124">
                  <c:v>199.95</c:v>
                </c:pt>
                <c:pt idx="76125">
                  <c:v>89.94</c:v>
                </c:pt>
                <c:pt idx="76126">
                  <c:v>103.98</c:v>
                </c:pt>
                <c:pt idx="76127">
                  <c:v>115.97</c:v>
                </c:pt>
                <c:pt idx="76128">
                  <c:v>69.97</c:v>
                </c:pt>
                <c:pt idx="76129">
                  <c:v>80.98</c:v>
                </c:pt>
                <c:pt idx="76130">
                  <c:v>104.98</c:v>
                </c:pt>
                <c:pt idx="76131">
                  <c:v>137.97999999999999</c:v>
                </c:pt>
                <c:pt idx="76132">
                  <c:v>152.97999999999999</c:v>
                </c:pt>
                <c:pt idx="76133">
                  <c:v>62.09</c:v>
                </c:pt>
                <c:pt idx="76134">
                  <c:v>95.17</c:v>
                </c:pt>
                <c:pt idx="76135">
                  <c:v>132.44999999999999</c:v>
                </c:pt>
                <c:pt idx="76136">
                  <c:v>87.28</c:v>
                </c:pt>
                <c:pt idx="76137">
                  <c:v>116.97</c:v>
                </c:pt>
                <c:pt idx="76138">
                  <c:v>179.9</c:v>
                </c:pt>
                <c:pt idx="76139">
                  <c:v>269.85000000000002</c:v>
                </c:pt>
                <c:pt idx="76140">
                  <c:v>179.9</c:v>
                </c:pt>
                <c:pt idx="76141">
                  <c:v>55.96</c:v>
                </c:pt>
                <c:pt idx="76142">
                  <c:v>69.95</c:v>
                </c:pt>
                <c:pt idx="76143">
                  <c:v>69.95</c:v>
                </c:pt>
                <c:pt idx="76144">
                  <c:v>55.96</c:v>
                </c:pt>
                <c:pt idx="76145">
                  <c:v>69.95</c:v>
                </c:pt>
                <c:pt idx="76146">
                  <c:v>69.95</c:v>
                </c:pt>
                <c:pt idx="76147">
                  <c:v>55.96</c:v>
                </c:pt>
                <c:pt idx="76148">
                  <c:v>69.95</c:v>
                </c:pt>
                <c:pt idx="76149">
                  <c:v>49.33</c:v>
                </c:pt>
                <c:pt idx="76150">
                  <c:v>69.95</c:v>
                </c:pt>
                <c:pt idx="76151">
                  <c:v>55.96</c:v>
                </c:pt>
                <c:pt idx="76152">
                  <c:v>55.96</c:v>
                </c:pt>
                <c:pt idx="76153">
                  <c:v>55.96</c:v>
                </c:pt>
                <c:pt idx="76154">
                  <c:v>77.97</c:v>
                </c:pt>
                <c:pt idx="76155">
                  <c:v>128.31</c:v>
                </c:pt>
                <c:pt idx="76156">
                  <c:v>103.96</c:v>
                </c:pt>
                <c:pt idx="76157">
                  <c:v>103.96</c:v>
                </c:pt>
                <c:pt idx="76158">
                  <c:v>76.28</c:v>
                </c:pt>
                <c:pt idx="76159">
                  <c:v>101.96</c:v>
                </c:pt>
                <c:pt idx="76160">
                  <c:v>103.96</c:v>
                </c:pt>
                <c:pt idx="76161">
                  <c:v>49.17</c:v>
                </c:pt>
                <c:pt idx="76162">
                  <c:v>94.94</c:v>
                </c:pt>
                <c:pt idx="76163">
                  <c:v>81.97</c:v>
                </c:pt>
                <c:pt idx="76164">
                  <c:v>103.96</c:v>
                </c:pt>
                <c:pt idx="76165">
                  <c:v>37.18</c:v>
                </c:pt>
                <c:pt idx="76166">
                  <c:v>107.61</c:v>
                </c:pt>
                <c:pt idx="76167">
                  <c:v>52.03</c:v>
                </c:pt>
                <c:pt idx="76168">
                  <c:v>94.97</c:v>
                </c:pt>
                <c:pt idx="76169">
                  <c:v>94.97</c:v>
                </c:pt>
                <c:pt idx="76170">
                  <c:v>52.03</c:v>
                </c:pt>
                <c:pt idx="76171">
                  <c:v>59.98</c:v>
                </c:pt>
                <c:pt idx="76172">
                  <c:v>107.61</c:v>
                </c:pt>
                <c:pt idx="76173">
                  <c:v>118.97</c:v>
                </c:pt>
                <c:pt idx="76174">
                  <c:v>107.61</c:v>
                </c:pt>
                <c:pt idx="76175">
                  <c:v>95.97</c:v>
                </c:pt>
                <c:pt idx="76176">
                  <c:v>95.97</c:v>
                </c:pt>
                <c:pt idx="76177">
                  <c:v>236.87</c:v>
                </c:pt>
                <c:pt idx="76178">
                  <c:v>236.87</c:v>
                </c:pt>
                <c:pt idx="76179">
                  <c:v>82.98</c:v>
                </c:pt>
                <c:pt idx="76180">
                  <c:v>82.98</c:v>
                </c:pt>
                <c:pt idx="76181">
                  <c:v>236.87</c:v>
                </c:pt>
                <c:pt idx="76182">
                  <c:v>82.98</c:v>
                </c:pt>
                <c:pt idx="76183">
                  <c:v>52.03</c:v>
                </c:pt>
                <c:pt idx="76184">
                  <c:v>94.97</c:v>
                </c:pt>
                <c:pt idx="76185">
                  <c:v>54.98</c:v>
                </c:pt>
                <c:pt idx="76186">
                  <c:v>56.33</c:v>
                </c:pt>
                <c:pt idx="76187">
                  <c:v>94.97</c:v>
                </c:pt>
                <c:pt idx="76188">
                  <c:v>94.97</c:v>
                </c:pt>
                <c:pt idx="76189">
                  <c:v>118.97</c:v>
                </c:pt>
                <c:pt idx="76190">
                  <c:v>95.97</c:v>
                </c:pt>
                <c:pt idx="76191">
                  <c:v>94.97</c:v>
                </c:pt>
                <c:pt idx="76192">
                  <c:v>56.33</c:v>
                </c:pt>
                <c:pt idx="76193">
                  <c:v>59.98</c:v>
                </c:pt>
                <c:pt idx="76194">
                  <c:v>54.98</c:v>
                </c:pt>
                <c:pt idx="76195">
                  <c:v>54.98</c:v>
                </c:pt>
                <c:pt idx="76196">
                  <c:v>56.33</c:v>
                </c:pt>
                <c:pt idx="76197">
                  <c:v>59.98</c:v>
                </c:pt>
                <c:pt idx="76198">
                  <c:v>118.97</c:v>
                </c:pt>
                <c:pt idx="76199">
                  <c:v>75.87</c:v>
                </c:pt>
                <c:pt idx="76200">
                  <c:v>89.98</c:v>
                </c:pt>
                <c:pt idx="76201">
                  <c:v>79.97</c:v>
                </c:pt>
                <c:pt idx="76202">
                  <c:v>65.989999999999995</c:v>
                </c:pt>
                <c:pt idx="76203">
                  <c:v>65.989999999999995</c:v>
                </c:pt>
                <c:pt idx="76204">
                  <c:v>65.989999999999995</c:v>
                </c:pt>
                <c:pt idx="76205">
                  <c:v>121.85</c:v>
                </c:pt>
                <c:pt idx="76206">
                  <c:v>65.989999999999995</c:v>
                </c:pt>
                <c:pt idx="76207">
                  <c:v>62.78</c:v>
                </c:pt>
                <c:pt idx="76208">
                  <c:v>51.76</c:v>
                </c:pt>
                <c:pt idx="76209">
                  <c:v>65.989999999999995</c:v>
                </c:pt>
                <c:pt idx="76210">
                  <c:v>83.97</c:v>
                </c:pt>
                <c:pt idx="76211">
                  <c:v>179.94</c:v>
                </c:pt>
                <c:pt idx="76212">
                  <c:v>179.94</c:v>
                </c:pt>
                <c:pt idx="76213">
                  <c:v>71.959999999999994</c:v>
                </c:pt>
                <c:pt idx="76214">
                  <c:v>179.94</c:v>
                </c:pt>
                <c:pt idx="76215">
                  <c:v>179.94</c:v>
                </c:pt>
                <c:pt idx="76216">
                  <c:v>113.96</c:v>
                </c:pt>
                <c:pt idx="76217">
                  <c:v>95.98</c:v>
                </c:pt>
                <c:pt idx="76218">
                  <c:v>65.989999999999995</c:v>
                </c:pt>
                <c:pt idx="76219">
                  <c:v>199.95</c:v>
                </c:pt>
                <c:pt idx="76220">
                  <c:v>106.95</c:v>
                </c:pt>
                <c:pt idx="76221">
                  <c:v>42.45</c:v>
                </c:pt>
                <c:pt idx="76222">
                  <c:v>213.31</c:v>
                </c:pt>
                <c:pt idx="76223">
                  <c:v>59.94</c:v>
                </c:pt>
                <c:pt idx="76224">
                  <c:v>86.69</c:v>
                </c:pt>
                <c:pt idx="76225">
                  <c:v>119.96</c:v>
                </c:pt>
                <c:pt idx="76226">
                  <c:v>119.96</c:v>
                </c:pt>
                <c:pt idx="76227">
                  <c:v>123.96</c:v>
                </c:pt>
                <c:pt idx="76228">
                  <c:v>74.959999999999994</c:v>
                </c:pt>
                <c:pt idx="76229">
                  <c:v>144.94999999999999</c:v>
                </c:pt>
                <c:pt idx="76230">
                  <c:v>92.97</c:v>
                </c:pt>
                <c:pt idx="76231">
                  <c:v>112.47</c:v>
                </c:pt>
                <c:pt idx="76232">
                  <c:v>70.13</c:v>
                </c:pt>
                <c:pt idx="76233">
                  <c:v>93.11</c:v>
                </c:pt>
                <c:pt idx="76234">
                  <c:v>76.040000000000006</c:v>
                </c:pt>
                <c:pt idx="76235">
                  <c:v>93.11</c:v>
                </c:pt>
                <c:pt idx="76236">
                  <c:v>145.13999999999999</c:v>
                </c:pt>
                <c:pt idx="76237">
                  <c:v>101.6</c:v>
                </c:pt>
                <c:pt idx="76238">
                  <c:v>68.930000000000007</c:v>
                </c:pt>
                <c:pt idx="76239">
                  <c:v>88.27</c:v>
                </c:pt>
                <c:pt idx="76240">
                  <c:v>93.11</c:v>
                </c:pt>
                <c:pt idx="76241">
                  <c:v>165.96</c:v>
                </c:pt>
                <c:pt idx="76242">
                  <c:v>129.97999999999999</c:v>
                </c:pt>
                <c:pt idx="76243">
                  <c:v>79.989999999999995</c:v>
                </c:pt>
                <c:pt idx="76244">
                  <c:v>147.1</c:v>
                </c:pt>
                <c:pt idx="76245">
                  <c:v>129.97999999999999</c:v>
                </c:pt>
                <c:pt idx="76246">
                  <c:v>159.96</c:v>
                </c:pt>
                <c:pt idx="76247">
                  <c:v>99.98</c:v>
                </c:pt>
                <c:pt idx="76248">
                  <c:v>47.28</c:v>
                </c:pt>
                <c:pt idx="76249">
                  <c:v>11.94</c:v>
                </c:pt>
                <c:pt idx="76250">
                  <c:v>96.27</c:v>
                </c:pt>
                <c:pt idx="76251">
                  <c:v>62.98</c:v>
                </c:pt>
                <c:pt idx="76252">
                  <c:v>65.989999999999995</c:v>
                </c:pt>
                <c:pt idx="76253">
                  <c:v>169.98</c:v>
                </c:pt>
                <c:pt idx="76254">
                  <c:v>81.97</c:v>
                </c:pt>
                <c:pt idx="76255">
                  <c:v>59.83</c:v>
                </c:pt>
                <c:pt idx="76256">
                  <c:v>60.97</c:v>
                </c:pt>
                <c:pt idx="76257">
                  <c:v>185.97</c:v>
                </c:pt>
                <c:pt idx="76258">
                  <c:v>191.96</c:v>
                </c:pt>
                <c:pt idx="76259">
                  <c:v>82.78</c:v>
                </c:pt>
                <c:pt idx="76260">
                  <c:v>209.95</c:v>
                </c:pt>
                <c:pt idx="76261">
                  <c:v>172.76</c:v>
                </c:pt>
                <c:pt idx="76262">
                  <c:v>181.25</c:v>
                </c:pt>
                <c:pt idx="76263">
                  <c:v>65.989999999999995</c:v>
                </c:pt>
                <c:pt idx="76264">
                  <c:v>161.96</c:v>
                </c:pt>
                <c:pt idx="76265">
                  <c:v>65.989999999999995</c:v>
                </c:pt>
                <c:pt idx="76266">
                  <c:v>15.99</c:v>
                </c:pt>
                <c:pt idx="76267">
                  <c:v>65.989999999999995</c:v>
                </c:pt>
                <c:pt idx="76268">
                  <c:v>65.989999999999995</c:v>
                </c:pt>
                <c:pt idx="76269">
                  <c:v>65.989999999999995</c:v>
                </c:pt>
                <c:pt idx="76270">
                  <c:v>79.98</c:v>
                </c:pt>
                <c:pt idx="76271">
                  <c:v>65.989999999999995</c:v>
                </c:pt>
                <c:pt idx="76272">
                  <c:v>79.98</c:v>
                </c:pt>
                <c:pt idx="76273">
                  <c:v>105.98</c:v>
                </c:pt>
                <c:pt idx="76274">
                  <c:v>65.989999999999995</c:v>
                </c:pt>
                <c:pt idx="76275">
                  <c:v>84.99</c:v>
                </c:pt>
                <c:pt idx="76276">
                  <c:v>97.26</c:v>
                </c:pt>
                <c:pt idx="76277">
                  <c:v>84.99</c:v>
                </c:pt>
                <c:pt idx="76278">
                  <c:v>134.97999999999999</c:v>
                </c:pt>
                <c:pt idx="76279">
                  <c:v>75.09</c:v>
                </c:pt>
                <c:pt idx="76280">
                  <c:v>84.99</c:v>
                </c:pt>
                <c:pt idx="76281">
                  <c:v>110.97</c:v>
                </c:pt>
                <c:pt idx="76282">
                  <c:v>102.98</c:v>
                </c:pt>
                <c:pt idx="76283">
                  <c:v>102.98</c:v>
                </c:pt>
                <c:pt idx="76284">
                  <c:v>84.99</c:v>
                </c:pt>
                <c:pt idx="76285">
                  <c:v>134.96</c:v>
                </c:pt>
                <c:pt idx="76286">
                  <c:v>89.98</c:v>
                </c:pt>
                <c:pt idx="76287">
                  <c:v>134.97</c:v>
                </c:pt>
                <c:pt idx="76288">
                  <c:v>120.47</c:v>
                </c:pt>
                <c:pt idx="76289">
                  <c:v>89.98</c:v>
                </c:pt>
                <c:pt idx="76290">
                  <c:v>89.97</c:v>
                </c:pt>
                <c:pt idx="76291">
                  <c:v>119.96</c:v>
                </c:pt>
                <c:pt idx="76292">
                  <c:v>89.98</c:v>
                </c:pt>
                <c:pt idx="76293">
                  <c:v>116.97</c:v>
                </c:pt>
                <c:pt idx="76294">
                  <c:v>89.97</c:v>
                </c:pt>
                <c:pt idx="76295">
                  <c:v>120.98</c:v>
                </c:pt>
                <c:pt idx="76296">
                  <c:v>72.58</c:v>
                </c:pt>
                <c:pt idx="76297">
                  <c:v>139.11000000000001</c:v>
                </c:pt>
                <c:pt idx="76298">
                  <c:v>84.66</c:v>
                </c:pt>
                <c:pt idx="76299">
                  <c:v>120.98</c:v>
                </c:pt>
                <c:pt idx="76300">
                  <c:v>79.849999999999994</c:v>
                </c:pt>
                <c:pt idx="76301">
                  <c:v>157.26</c:v>
                </c:pt>
                <c:pt idx="76302">
                  <c:v>241.95</c:v>
                </c:pt>
                <c:pt idx="76303">
                  <c:v>140.34</c:v>
                </c:pt>
                <c:pt idx="76304">
                  <c:v>70.87</c:v>
                </c:pt>
                <c:pt idx="76305">
                  <c:v>72.97</c:v>
                </c:pt>
                <c:pt idx="76306">
                  <c:v>69.98</c:v>
                </c:pt>
                <c:pt idx="76307">
                  <c:v>83.97</c:v>
                </c:pt>
                <c:pt idx="76308">
                  <c:v>99.98</c:v>
                </c:pt>
                <c:pt idx="76309">
                  <c:v>134.47999999999999</c:v>
                </c:pt>
                <c:pt idx="76310">
                  <c:v>84.39</c:v>
                </c:pt>
                <c:pt idx="76311">
                  <c:v>89.98</c:v>
                </c:pt>
                <c:pt idx="76312">
                  <c:v>59.96</c:v>
                </c:pt>
                <c:pt idx="76313">
                  <c:v>168.97</c:v>
                </c:pt>
                <c:pt idx="76314">
                  <c:v>167.43</c:v>
                </c:pt>
                <c:pt idx="76315">
                  <c:v>159.97999999999999</c:v>
                </c:pt>
                <c:pt idx="76316">
                  <c:v>143.97999999999999</c:v>
                </c:pt>
                <c:pt idx="76317">
                  <c:v>143.97999999999999</c:v>
                </c:pt>
                <c:pt idx="76318">
                  <c:v>84.99</c:v>
                </c:pt>
                <c:pt idx="76319">
                  <c:v>84.99</c:v>
                </c:pt>
                <c:pt idx="76320">
                  <c:v>65.989999999999995</c:v>
                </c:pt>
                <c:pt idx="76321">
                  <c:v>65.989999999999995</c:v>
                </c:pt>
                <c:pt idx="76322">
                  <c:v>84.99</c:v>
                </c:pt>
                <c:pt idx="76323">
                  <c:v>84.99</c:v>
                </c:pt>
                <c:pt idx="76324">
                  <c:v>84.99</c:v>
                </c:pt>
                <c:pt idx="76325">
                  <c:v>173.96</c:v>
                </c:pt>
                <c:pt idx="76326">
                  <c:v>173.96</c:v>
                </c:pt>
                <c:pt idx="76327">
                  <c:v>84.99</c:v>
                </c:pt>
                <c:pt idx="76328">
                  <c:v>84.99</c:v>
                </c:pt>
                <c:pt idx="76329">
                  <c:v>88.98</c:v>
                </c:pt>
                <c:pt idx="76330">
                  <c:v>88.98</c:v>
                </c:pt>
                <c:pt idx="76331">
                  <c:v>84.99</c:v>
                </c:pt>
                <c:pt idx="76332">
                  <c:v>84.99</c:v>
                </c:pt>
                <c:pt idx="76333">
                  <c:v>84.99</c:v>
                </c:pt>
                <c:pt idx="76334">
                  <c:v>98.58</c:v>
                </c:pt>
                <c:pt idx="76335">
                  <c:v>98.58</c:v>
                </c:pt>
                <c:pt idx="76336">
                  <c:v>134.97999999999999</c:v>
                </c:pt>
                <c:pt idx="76337">
                  <c:v>134.97999999999999</c:v>
                </c:pt>
                <c:pt idx="76338">
                  <c:v>169.98</c:v>
                </c:pt>
                <c:pt idx="76339">
                  <c:v>84.99</c:v>
                </c:pt>
                <c:pt idx="76340">
                  <c:v>169.98</c:v>
                </c:pt>
                <c:pt idx="76341">
                  <c:v>84.99</c:v>
                </c:pt>
                <c:pt idx="76342">
                  <c:v>89.97</c:v>
                </c:pt>
                <c:pt idx="76343">
                  <c:v>99.95</c:v>
                </c:pt>
                <c:pt idx="76344">
                  <c:v>119.96</c:v>
                </c:pt>
                <c:pt idx="76345">
                  <c:v>119.96</c:v>
                </c:pt>
                <c:pt idx="76346">
                  <c:v>89.97</c:v>
                </c:pt>
                <c:pt idx="76347">
                  <c:v>82.32</c:v>
                </c:pt>
                <c:pt idx="76348">
                  <c:v>114.96</c:v>
                </c:pt>
                <c:pt idx="76349">
                  <c:v>119.96</c:v>
                </c:pt>
                <c:pt idx="76350">
                  <c:v>84.99</c:v>
                </c:pt>
                <c:pt idx="76351">
                  <c:v>84.99</c:v>
                </c:pt>
                <c:pt idx="76352">
                  <c:v>84.99</c:v>
                </c:pt>
                <c:pt idx="76353">
                  <c:v>84.99</c:v>
                </c:pt>
                <c:pt idx="76354">
                  <c:v>116.97</c:v>
                </c:pt>
                <c:pt idx="76355">
                  <c:v>84.99</c:v>
                </c:pt>
                <c:pt idx="76356">
                  <c:v>169.98</c:v>
                </c:pt>
                <c:pt idx="76357">
                  <c:v>116.97</c:v>
                </c:pt>
                <c:pt idx="76358">
                  <c:v>84.99</c:v>
                </c:pt>
                <c:pt idx="76359">
                  <c:v>54.98</c:v>
                </c:pt>
                <c:pt idx="76360">
                  <c:v>113.26</c:v>
                </c:pt>
                <c:pt idx="76361">
                  <c:v>63.28</c:v>
                </c:pt>
                <c:pt idx="76362">
                  <c:v>54.28</c:v>
                </c:pt>
                <c:pt idx="76363">
                  <c:v>74.48</c:v>
                </c:pt>
                <c:pt idx="76364">
                  <c:v>65.98</c:v>
                </c:pt>
                <c:pt idx="76365">
                  <c:v>54.98</c:v>
                </c:pt>
                <c:pt idx="76366">
                  <c:v>74.48</c:v>
                </c:pt>
                <c:pt idx="76367">
                  <c:v>41.49</c:v>
                </c:pt>
                <c:pt idx="76368">
                  <c:v>41.49</c:v>
                </c:pt>
                <c:pt idx="76369">
                  <c:v>54.28</c:v>
                </c:pt>
                <c:pt idx="76370">
                  <c:v>41.49</c:v>
                </c:pt>
                <c:pt idx="76371">
                  <c:v>65.98</c:v>
                </c:pt>
                <c:pt idx="76372">
                  <c:v>74.48</c:v>
                </c:pt>
                <c:pt idx="76373">
                  <c:v>54.28</c:v>
                </c:pt>
                <c:pt idx="76374">
                  <c:v>130.26</c:v>
                </c:pt>
                <c:pt idx="76375">
                  <c:v>113.26</c:v>
                </c:pt>
                <c:pt idx="76376">
                  <c:v>130.26</c:v>
                </c:pt>
                <c:pt idx="76377">
                  <c:v>113.26</c:v>
                </c:pt>
                <c:pt idx="76378">
                  <c:v>130.26</c:v>
                </c:pt>
                <c:pt idx="76379">
                  <c:v>63.28</c:v>
                </c:pt>
                <c:pt idx="76380">
                  <c:v>65.98</c:v>
                </c:pt>
                <c:pt idx="76381">
                  <c:v>54.98</c:v>
                </c:pt>
                <c:pt idx="76382">
                  <c:v>63.28</c:v>
                </c:pt>
                <c:pt idx="76383">
                  <c:v>259.95999999999998</c:v>
                </c:pt>
                <c:pt idx="76384">
                  <c:v>41.28</c:v>
                </c:pt>
                <c:pt idx="76385">
                  <c:v>121.98</c:v>
                </c:pt>
                <c:pt idx="76386">
                  <c:v>374.94</c:v>
                </c:pt>
                <c:pt idx="76387">
                  <c:v>150.96</c:v>
                </c:pt>
                <c:pt idx="76388">
                  <c:v>149.94999999999999</c:v>
                </c:pt>
                <c:pt idx="76389">
                  <c:v>59.98</c:v>
                </c:pt>
                <c:pt idx="76390">
                  <c:v>149.94999999999999</c:v>
                </c:pt>
                <c:pt idx="76391">
                  <c:v>84.97</c:v>
                </c:pt>
                <c:pt idx="76392">
                  <c:v>149.94999999999999</c:v>
                </c:pt>
                <c:pt idx="76393">
                  <c:v>149.94999999999999</c:v>
                </c:pt>
                <c:pt idx="76394">
                  <c:v>149.94999999999999</c:v>
                </c:pt>
                <c:pt idx="76395">
                  <c:v>87.48</c:v>
                </c:pt>
                <c:pt idx="76396">
                  <c:v>183.27</c:v>
                </c:pt>
                <c:pt idx="76397">
                  <c:v>125.46</c:v>
                </c:pt>
                <c:pt idx="76398">
                  <c:v>169.59</c:v>
                </c:pt>
                <c:pt idx="76399">
                  <c:v>61.69</c:v>
                </c:pt>
                <c:pt idx="76400">
                  <c:v>124.94</c:v>
                </c:pt>
                <c:pt idx="76401">
                  <c:v>134.94</c:v>
                </c:pt>
                <c:pt idx="76402">
                  <c:v>149.93</c:v>
                </c:pt>
                <c:pt idx="76403">
                  <c:v>74.97</c:v>
                </c:pt>
                <c:pt idx="76404">
                  <c:v>154.93</c:v>
                </c:pt>
                <c:pt idx="76405">
                  <c:v>79.959999999999994</c:v>
                </c:pt>
                <c:pt idx="76406">
                  <c:v>67.849999999999994</c:v>
                </c:pt>
                <c:pt idx="76407">
                  <c:v>83.94</c:v>
                </c:pt>
                <c:pt idx="76408">
                  <c:v>254.97</c:v>
                </c:pt>
                <c:pt idx="76409">
                  <c:v>494.94</c:v>
                </c:pt>
                <c:pt idx="76410">
                  <c:v>64.3</c:v>
                </c:pt>
                <c:pt idx="76411">
                  <c:v>198.95</c:v>
                </c:pt>
                <c:pt idx="76412">
                  <c:v>205.94</c:v>
                </c:pt>
                <c:pt idx="76413">
                  <c:v>189.97</c:v>
                </c:pt>
                <c:pt idx="76414">
                  <c:v>206.95</c:v>
                </c:pt>
                <c:pt idx="76415">
                  <c:v>140.94999999999999</c:v>
                </c:pt>
                <c:pt idx="76416">
                  <c:v>99.98</c:v>
                </c:pt>
                <c:pt idx="76417">
                  <c:v>66.97</c:v>
                </c:pt>
                <c:pt idx="76418">
                  <c:v>53.92</c:v>
                </c:pt>
                <c:pt idx="76419">
                  <c:v>51.98</c:v>
                </c:pt>
                <c:pt idx="76420">
                  <c:v>102.95</c:v>
                </c:pt>
                <c:pt idx="76421">
                  <c:v>99.98</c:v>
                </c:pt>
                <c:pt idx="76422">
                  <c:v>48.88</c:v>
                </c:pt>
                <c:pt idx="76423">
                  <c:v>61.94</c:v>
                </c:pt>
                <c:pt idx="76424">
                  <c:v>90.97</c:v>
                </c:pt>
                <c:pt idx="76425">
                  <c:v>159.69999999999999</c:v>
                </c:pt>
                <c:pt idx="76426">
                  <c:v>159.69999999999999</c:v>
                </c:pt>
                <c:pt idx="76427">
                  <c:v>147.6</c:v>
                </c:pt>
                <c:pt idx="76428">
                  <c:v>154.9</c:v>
                </c:pt>
                <c:pt idx="76429">
                  <c:v>89.97</c:v>
                </c:pt>
                <c:pt idx="76430">
                  <c:v>119.96</c:v>
                </c:pt>
                <c:pt idx="76431">
                  <c:v>120.95</c:v>
                </c:pt>
                <c:pt idx="76432">
                  <c:v>78.97</c:v>
                </c:pt>
                <c:pt idx="76433">
                  <c:v>113.96</c:v>
                </c:pt>
                <c:pt idx="76434">
                  <c:v>98.97</c:v>
                </c:pt>
                <c:pt idx="76435">
                  <c:v>119.96</c:v>
                </c:pt>
                <c:pt idx="76436">
                  <c:v>89.97</c:v>
                </c:pt>
                <c:pt idx="76437">
                  <c:v>99.96</c:v>
                </c:pt>
                <c:pt idx="76438">
                  <c:v>127.95</c:v>
                </c:pt>
                <c:pt idx="76439">
                  <c:v>75.97</c:v>
                </c:pt>
                <c:pt idx="76440">
                  <c:v>100.97</c:v>
                </c:pt>
                <c:pt idx="76441">
                  <c:v>85.97</c:v>
                </c:pt>
                <c:pt idx="76442">
                  <c:v>159.97999999999999</c:v>
                </c:pt>
                <c:pt idx="76443">
                  <c:v>198.24</c:v>
                </c:pt>
                <c:pt idx="76444">
                  <c:v>79.98</c:v>
                </c:pt>
                <c:pt idx="76445">
                  <c:v>104.97</c:v>
                </c:pt>
                <c:pt idx="76446">
                  <c:v>79.849999999999994</c:v>
                </c:pt>
                <c:pt idx="76447">
                  <c:v>79.849999999999994</c:v>
                </c:pt>
                <c:pt idx="76448">
                  <c:v>122.19</c:v>
                </c:pt>
                <c:pt idx="76449">
                  <c:v>128.24</c:v>
                </c:pt>
                <c:pt idx="76450">
                  <c:v>79.849999999999994</c:v>
                </c:pt>
                <c:pt idx="76451">
                  <c:v>104.04</c:v>
                </c:pt>
                <c:pt idx="76452">
                  <c:v>79.849999999999994</c:v>
                </c:pt>
                <c:pt idx="76453">
                  <c:v>79.849999999999994</c:v>
                </c:pt>
                <c:pt idx="76454">
                  <c:v>79.849999999999994</c:v>
                </c:pt>
                <c:pt idx="76455">
                  <c:v>104.04</c:v>
                </c:pt>
                <c:pt idx="76456">
                  <c:v>79.849999999999994</c:v>
                </c:pt>
                <c:pt idx="76457">
                  <c:v>79.849999999999994</c:v>
                </c:pt>
                <c:pt idx="76458">
                  <c:v>43.54</c:v>
                </c:pt>
                <c:pt idx="76459">
                  <c:v>65.19</c:v>
                </c:pt>
                <c:pt idx="76460">
                  <c:v>84.99</c:v>
                </c:pt>
                <c:pt idx="76461">
                  <c:v>64.98</c:v>
                </c:pt>
                <c:pt idx="76462">
                  <c:v>52.26</c:v>
                </c:pt>
                <c:pt idx="76463">
                  <c:v>82.73</c:v>
                </c:pt>
                <c:pt idx="76464">
                  <c:v>84.99</c:v>
                </c:pt>
                <c:pt idx="76465">
                  <c:v>84.99</c:v>
                </c:pt>
                <c:pt idx="76466">
                  <c:v>84.99</c:v>
                </c:pt>
                <c:pt idx="76467">
                  <c:v>75.09</c:v>
                </c:pt>
                <c:pt idx="76468">
                  <c:v>103.98</c:v>
                </c:pt>
                <c:pt idx="76469">
                  <c:v>121.58</c:v>
                </c:pt>
                <c:pt idx="76470">
                  <c:v>174.96</c:v>
                </c:pt>
                <c:pt idx="76471">
                  <c:v>81.62</c:v>
                </c:pt>
                <c:pt idx="76472">
                  <c:v>88.03</c:v>
                </c:pt>
                <c:pt idx="76473">
                  <c:v>159.97999999999999</c:v>
                </c:pt>
                <c:pt idx="76474">
                  <c:v>159.97999999999999</c:v>
                </c:pt>
                <c:pt idx="76475">
                  <c:v>88.03</c:v>
                </c:pt>
                <c:pt idx="76476">
                  <c:v>60.99</c:v>
                </c:pt>
                <c:pt idx="76477">
                  <c:v>63.98</c:v>
                </c:pt>
                <c:pt idx="76478">
                  <c:v>97.98</c:v>
                </c:pt>
                <c:pt idx="76479">
                  <c:v>89.98</c:v>
                </c:pt>
                <c:pt idx="76480">
                  <c:v>60.99</c:v>
                </c:pt>
                <c:pt idx="76481">
                  <c:v>159.97999999999999</c:v>
                </c:pt>
                <c:pt idx="76482">
                  <c:v>159.97999999999999</c:v>
                </c:pt>
                <c:pt idx="76483">
                  <c:v>97.98</c:v>
                </c:pt>
                <c:pt idx="76484">
                  <c:v>63.98</c:v>
                </c:pt>
                <c:pt idx="76485">
                  <c:v>89.98</c:v>
                </c:pt>
                <c:pt idx="76486">
                  <c:v>159.97999999999999</c:v>
                </c:pt>
                <c:pt idx="76487">
                  <c:v>159.97999999999999</c:v>
                </c:pt>
                <c:pt idx="76488">
                  <c:v>159.97999999999999</c:v>
                </c:pt>
                <c:pt idx="76489">
                  <c:v>159.97999999999999</c:v>
                </c:pt>
                <c:pt idx="76490">
                  <c:v>12.49</c:v>
                </c:pt>
                <c:pt idx="76491">
                  <c:v>95.98</c:v>
                </c:pt>
                <c:pt idx="76492">
                  <c:v>54.88</c:v>
                </c:pt>
                <c:pt idx="76493">
                  <c:v>54.99</c:v>
                </c:pt>
                <c:pt idx="76494">
                  <c:v>35.200000000000003</c:v>
                </c:pt>
                <c:pt idx="76495">
                  <c:v>95.98</c:v>
                </c:pt>
                <c:pt idx="76496">
                  <c:v>53.48</c:v>
                </c:pt>
                <c:pt idx="76497">
                  <c:v>68.98</c:v>
                </c:pt>
                <c:pt idx="76498">
                  <c:v>60.98</c:v>
                </c:pt>
                <c:pt idx="76499">
                  <c:v>49.99</c:v>
                </c:pt>
                <c:pt idx="76500">
                  <c:v>60.98</c:v>
                </c:pt>
                <c:pt idx="76501">
                  <c:v>95.98</c:v>
                </c:pt>
                <c:pt idx="76502">
                  <c:v>95.98</c:v>
                </c:pt>
                <c:pt idx="76503">
                  <c:v>79.98</c:v>
                </c:pt>
                <c:pt idx="76504">
                  <c:v>49.99</c:v>
                </c:pt>
                <c:pt idx="76505">
                  <c:v>163.12</c:v>
                </c:pt>
                <c:pt idx="76506">
                  <c:v>197.97</c:v>
                </c:pt>
                <c:pt idx="76507">
                  <c:v>199.47</c:v>
                </c:pt>
                <c:pt idx="76508">
                  <c:v>65.989999999999995</c:v>
                </c:pt>
                <c:pt idx="76509">
                  <c:v>197.97</c:v>
                </c:pt>
                <c:pt idx="76510">
                  <c:v>226.26</c:v>
                </c:pt>
                <c:pt idx="76511">
                  <c:v>131.97999999999999</c:v>
                </c:pt>
                <c:pt idx="76512">
                  <c:v>152.97999999999999</c:v>
                </c:pt>
                <c:pt idx="76513">
                  <c:v>59.96</c:v>
                </c:pt>
                <c:pt idx="76514">
                  <c:v>139.96</c:v>
                </c:pt>
                <c:pt idx="76515">
                  <c:v>179.96</c:v>
                </c:pt>
                <c:pt idx="76516">
                  <c:v>64.98</c:v>
                </c:pt>
                <c:pt idx="76517">
                  <c:v>147.97</c:v>
                </c:pt>
                <c:pt idx="76518">
                  <c:v>121.98</c:v>
                </c:pt>
                <c:pt idx="76519">
                  <c:v>145.97</c:v>
                </c:pt>
                <c:pt idx="76520">
                  <c:v>86.18</c:v>
                </c:pt>
                <c:pt idx="76521">
                  <c:v>84.99</c:v>
                </c:pt>
                <c:pt idx="76522">
                  <c:v>84.99</c:v>
                </c:pt>
                <c:pt idx="76523">
                  <c:v>117.87</c:v>
                </c:pt>
                <c:pt idx="76524">
                  <c:v>139.97999999999999</c:v>
                </c:pt>
                <c:pt idx="76525">
                  <c:v>84.99</c:v>
                </c:pt>
                <c:pt idx="76526">
                  <c:v>48.99</c:v>
                </c:pt>
                <c:pt idx="76527">
                  <c:v>139.97999999999999</c:v>
                </c:pt>
                <c:pt idx="76528">
                  <c:v>42.99</c:v>
                </c:pt>
                <c:pt idx="76529">
                  <c:v>89.94</c:v>
                </c:pt>
                <c:pt idx="76530">
                  <c:v>104.34</c:v>
                </c:pt>
                <c:pt idx="76531">
                  <c:v>64.77</c:v>
                </c:pt>
                <c:pt idx="76532">
                  <c:v>64.77</c:v>
                </c:pt>
                <c:pt idx="76533">
                  <c:v>69.239999999999995</c:v>
                </c:pt>
                <c:pt idx="76534">
                  <c:v>64.77</c:v>
                </c:pt>
                <c:pt idx="76535">
                  <c:v>64.77</c:v>
                </c:pt>
                <c:pt idx="76536">
                  <c:v>49.46</c:v>
                </c:pt>
                <c:pt idx="76537">
                  <c:v>79.17</c:v>
                </c:pt>
                <c:pt idx="76538">
                  <c:v>104.34</c:v>
                </c:pt>
                <c:pt idx="76539">
                  <c:v>69.239999999999995</c:v>
                </c:pt>
                <c:pt idx="76540">
                  <c:v>104.34</c:v>
                </c:pt>
                <c:pt idx="76541">
                  <c:v>64.77</c:v>
                </c:pt>
                <c:pt idx="76542">
                  <c:v>92.59</c:v>
                </c:pt>
                <c:pt idx="76543">
                  <c:v>69.239999999999995</c:v>
                </c:pt>
                <c:pt idx="76544">
                  <c:v>83.14</c:v>
                </c:pt>
                <c:pt idx="76545">
                  <c:v>49.46</c:v>
                </c:pt>
                <c:pt idx="76546">
                  <c:v>49.46</c:v>
                </c:pt>
                <c:pt idx="76547">
                  <c:v>83.14</c:v>
                </c:pt>
                <c:pt idx="76548">
                  <c:v>56.98</c:v>
                </c:pt>
                <c:pt idx="76549">
                  <c:v>98.58</c:v>
                </c:pt>
                <c:pt idx="76550">
                  <c:v>89.94</c:v>
                </c:pt>
                <c:pt idx="76551">
                  <c:v>112.97</c:v>
                </c:pt>
                <c:pt idx="76552">
                  <c:v>49.46</c:v>
                </c:pt>
                <c:pt idx="76553">
                  <c:v>49.46</c:v>
                </c:pt>
                <c:pt idx="76554">
                  <c:v>97.5</c:v>
                </c:pt>
                <c:pt idx="76555">
                  <c:v>77.86</c:v>
                </c:pt>
                <c:pt idx="76556">
                  <c:v>104.34</c:v>
                </c:pt>
                <c:pt idx="76557">
                  <c:v>118.78</c:v>
                </c:pt>
                <c:pt idx="76558">
                  <c:v>56.96</c:v>
                </c:pt>
                <c:pt idx="76559">
                  <c:v>118.78</c:v>
                </c:pt>
                <c:pt idx="76560">
                  <c:v>65.989999999999995</c:v>
                </c:pt>
                <c:pt idx="76561">
                  <c:v>83.14</c:v>
                </c:pt>
                <c:pt idx="76562">
                  <c:v>56.96</c:v>
                </c:pt>
                <c:pt idx="76563">
                  <c:v>94.96</c:v>
                </c:pt>
                <c:pt idx="76564">
                  <c:v>42.99</c:v>
                </c:pt>
                <c:pt idx="76565">
                  <c:v>81.88</c:v>
                </c:pt>
                <c:pt idx="76566">
                  <c:v>69.239999999999995</c:v>
                </c:pt>
                <c:pt idx="76567">
                  <c:v>89.94</c:v>
                </c:pt>
                <c:pt idx="76568">
                  <c:v>89.94</c:v>
                </c:pt>
                <c:pt idx="76569">
                  <c:v>94.96</c:v>
                </c:pt>
                <c:pt idx="76570">
                  <c:v>92.59</c:v>
                </c:pt>
                <c:pt idx="76571">
                  <c:v>118.78</c:v>
                </c:pt>
                <c:pt idx="76572">
                  <c:v>94.96</c:v>
                </c:pt>
                <c:pt idx="76573">
                  <c:v>94.96</c:v>
                </c:pt>
                <c:pt idx="76574">
                  <c:v>112.97</c:v>
                </c:pt>
                <c:pt idx="76575">
                  <c:v>118.78</c:v>
                </c:pt>
                <c:pt idx="76576">
                  <c:v>89.94</c:v>
                </c:pt>
                <c:pt idx="76577">
                  <c:v>94.96</c:v>
                </c:pt>
                <c:pt idx="76578">
                  <c:v>112.97</c:v>
                </c:pt>
                <c:pt idx="76579">
                  <c:v>112.97</c:v>
                </c:pt>
                <c:pt idx="76580">
                  <c:v>56.98</c:v>
                </c:pt>
                <c:pt idx="76581">
                  <c:v>118.78</c:v>
                </c:pt>
                <c:pt idx="76582">
                  <c:v>56.96</c:v>
                </c:pt>
                <c:pt idx="76583">
                  <c:v>104.34</c:v>
                </c:pt>
                <c:pt idx="76584">
                  <c:v>79.17</c:v>
                </c:pt>
                <c:pt idx="76585">
                  <c:v>112.97</c:v>
                </c:pt>
                <c:pt idx="76586">
                  <c:v>56.98</c:v>
                </c:pt>
                <c:pt idx="76587">
                  <c:v>77.86</c:v>
                </c:pt>
                <c:pt idx="76588">
                  <c:v>42.99</c:v>
                </c:pt>
                <c:pt idx="76589">
                  <c:v>81.88</c:v>
                </c:pt>
                <c:pt idx="76590">
                  <c:v>79.17</c:v>
                </c:pt>
                <c:pt idx="76591">
                  <c:v>42.99</c:v>
                </c:pt>
                <c:pt idx="76592">
                  <c:v>92.59</c:v>
                </c:pt>
                <c:pt idx="76593">
                  <c:v>147.97</c:v>
                </c:pt>
                <c:pt idx="76594">
                  <c:v>81.88</c:v>
                </c:pt>
                <c:pt idx="76595">
                  <c:v>147.97</c:v>
                </c:pt>
                <c:pt idx="76596">
                  <c:v>147.97</c:v>
                </c:pt>
                <c:pt idx="76597">
                  <c:v>81.88</c:v>
                </c:pt>
                <c:pt idx="76598">
                  <c:v>56.96</c:v>
                </c:pt>
                <c:pt idx="76599">
                  <c:v>77.86</c:v>
                </c:pt>
                <c:pt idx="76600">
                  <c:v>97.5</c:v>
                </c:pt>
                <c:pt idx="76601">
                  <c:v>65.989999999999995</c:v>
                </c:pt>
                <c:pt idx="76602">
                  <c:v>77.33</c:v>
                </c:pt>
                <c:pt idx="76603">
                  <c:v>92.59</c:v>
                </c:pt>
                <c:pt idx="76604">
                  <c:v>77.33</c:v>
                </c:pt>
                <c:pt idx="76605">
                  <c:v>81.88</c:v>
                </c:pt>
                <c:pt idx="76606">
                  <c:v>42.99</c:v>
                </c:pt>
                <c:pt idx="76607">
                  <c:v>97.5</c:v>
                </c:pt>
                <c:pt idx="76608">
                  <c:v>77.33</c:v>
                </c:pt>
                <c:pt idx="76609">
                  <c:v>92.59</c:v>
                </c:pt>
                <c:pt idx="76610">
                  <c:v>77.33</c:v>
                </c:pt>
                <c:pt idx="76611">
                  <c:v>98.58</c:v>
                </c:pt>
                <c:pt idx="76612">
                  <c:v>77.33</c:v>
                </c:pt>
                <c:pt idx="76613">
                  <c:v>65.989999999999995</c:v>
                </c:pt>
                <c:pt idx="76614">
                  <c:v>98.58</c:v>
                </c:pt>
                <c:pt idx="76615">
                  <c:v>65.989999999999995</c:v>
                </c:pt>
                <c:pt idx="76616">
                  <c:v>97.5</c:v>
                </c:pt>
                <c:pt idx="76617">
                  <c:v>79.17</c:v>
                </c:pt>
                <c:pt idx="76618">
                  <c:v>69.239999999999995</c:v>
                </c:pt>
                <c:pt idx="76619">
                  <c:v>56.98</c:v>
                </c:pt>
                <c:pt idx="76620">
                  <c:v>56.98</c:v>
                </c:pt>
                <c:pt idx="76621">
                  <c:v>65.989999999999995</c:v>
                </c:pt>
                <c:pt idx="76622">
                  <c:v>77.86</c:v>
                </c:pt>
                <c:pt idx="76623">
                  <c:v>79.17</c:v>
                </c:pt>
                <c:pt idx="76624">
                  <c:v>56.96</c:v>
                </c:pt>
                <c:pt idx="76625">
                  <c:v>83.14</c:v>
                </c:pt>
                <c:pt idx="76626">
                  <c:v>147.97</c:v>
                </c:pt>
                <c:pt idx="76627">
                  <c:v>83.14</c:v>
                </c:pt>
                <c:pt idx="76628">
                  <c:v>98.58</c:v>
                </c:pt>
                <c:pt idx="76629">
                  <c:v>147.97</c:v>
                </c:pt>
                <c:pt idx="76630">
                  <c:v>97.5</c:v>
                </c:pt>
                <c:pt idx="76631">
                  <c:v>98.58</c:v>
                </c:pt>
                <c:pt idx="76632">
                  <c:v>77.86</c:v>
                </c:pt>
                <c:pt idx="76633">
                  <c:v>126.95</c:v>
                </c:pt>
                <c:pt idx="76634">
                  <c:v>82.22</c:v>
                </c:pt>
                <c:pt idx="76635">
                  <c:v>78.59</c:v>
                </c:pt>
                <c:pt idx="76636">
                  <c:v>69.89</c:v>
                </c:pt>
                <c:pt idx="76637">
                  <c:v>63.86</c:v>
                </c:pt>
                <c:pt idx="76638">
                  <c:v>51.29</c:v>
                </c:pt>
                <c:pt idx="76639">
                  <c:v>84.99</c:v>
                </c:pt>
                <c:pt idx="76640">
                  <c:v>83.48</c:v>
                </c:pt>
                <c:pt idx="76641">
                  <c:v>62.64</c:v>
                </c:pt>
                <c:pt idx="76642">
                  <c:v>84.99</c:v>
                </c:pt>
                <c:pt idx="76643">
                  <c:v>86.98</c:v>
                </c:pt>
                <c:pt idx="76644">
                  <c:v>236.92</c:v>
                </c:pt>
                <c:pt idx="76645">
                  <c:v>83.97</c:v>
                </c:pt>
                <c:pt idx="76646">
                  <c:v>203.93</c:v>
                </c:pt>
                <c:pt idx="76647">
                  <c:v>119.95</c:v>
                </c:pt>
                <c:pt idx="76648">
                  <c:v>182.94</c:v>
                </c:pt>
                <c:pt idx="76649">
                  <c:v>63.98</c:v>
                </c:pt>
                <c:pt idx="76650">
                  <c:v>79.430000000000007</c:v>
                </c:pt>
                <c:pt idx="76651">
                  <c:v>65.98</c:v>
                </c:pt>
                <c:pt idx="76652">
                  <c:v>128.72</c:v>
                </c:pt>
                <c:pt idx="76653">
                  <c:v>69.97</c:v>
                </c:pt>
                <c:pt idx="76654">
                  <c:v>133.96</c:v>
                </c:pt>
                <c:pt idx="76655">
                  <c:v>104.94</c:v>
                </c:pt>
                <c:pt idx="76656">
                  <c:v>108.97</c:v>
                </c:pt>
                <c:pt idx="76657">
                  <c:v>109.96</c:v>
                </c:pt>
                <c:pt idx="76658">
                  <c:v>86.96</c:v>
                </c:pt>
                <c:pt idx="76659">
                  <c:v>131.97999999999999</c:v>
                </c:pt>
                <c:pt idx="76660">
                  <c:v>131.97999999999999</c:v>
                </c:pt>
                <c:pt idx="76661">
                  <c:v>120.98</c:v>
                </c:pt>
                <c:pt idx="76662">
                  <c:v>131.97999999999999</c:v>
                </c:pt>
                <c:pt idx="76663">
                  <c:v>121.98</c:v>
                </c:pt>
                <c:pt idx="76664">
                  <c:v>131.97999999999999</c:v>
                </c:pt>
                <c:pt idx="76665">
                  <c:v>134.97999999999999</c:v>
                </c:pt>
                <c:pt idx="76666">
                  <c:v>172.16</c:v>
                </c:pt>
                <c:pt idx="76667">
                  <c:v>238.95</c:v>
                </c:pt>
                <c:pt idx="76668">
                  <c:v>60.99</c:v>
                </c:pt>
                <c:pt idx="76669">
                  <c:v>85.97</c:v>
                </c:pt>
                <c:pt idx="76670">
                  <c:v>75.98</c:v>
                </c:pt>
                <c:pt idx="76671">
                  <c:v>90.97</c:v>
                </c:pt>
                <c:pt idx="76672">
                  <c:v>75.98</c:v>
                </c:pt>
                <c:pt idx="76673">
                  <c:v>75.98</c:v>
                </c:pt>
                <c:pt idx="76674">
                  <c:v>114.89</c:v>
                </c:pt>
                <c:pt idx="76675">
                  <c:v>114.89</c:v>
                </c:pt>
                <c:pt idx="76676">
                  <c:v>137.87</c:v>
                </c:pt>
                <c:pt idx="76677">
                  <c:v>91.91</c:v>
                </c:pt>
                <c:pt idx="76678">
                  <c:v>65.319999999999993</c:v>
                </c:pt>
                <c:pt idx="76679">
                  <c:v>137.87</c:v>
                </c:pt>
                <c:pt idx="76680">
                  <c:v>108.88</c:v>
                </c:pt>
                <c:pt idx="76681">
                  <c:v>65.989999999999995</c:v>
                </c:pt>
                <c:pt idx="76682">
                  <c:v>198.39</c:v>
                </c:pt>
                <c:pt idx="76683">
                  <c:v>79.849999999999994</c:v>
                </c:pt>
                <c:pt idx="76684">
                  <c:v>56.85</c:v>
                </c:pt>
                <c:pt idx="76685">
                  <c:v>77.39</c:v>
                </c:pt>
                <c:pt idx="76686">
                  <c:v>79.849999999999994</c:v>
                </c:pt>
                <c:pt idx="76687">
                  <c:v>79.849999999999994</c:v>
                </c:pt>
                <c:pt idx="76688">
                  <c:v>118.54</c:v>
                </c:pt>
                <c:pt idx="76689">
                  <c:v>79.849999999999994</c:v>
                </c:pt>
                <c:pt idx="76690">
                  <c:v>79.849999999999994</c:v>
                </c:pt>
                <c:pt idx="76691">
                  <c:v>75.87</c:v>
                </c:pt>
                <c:pt idx="76692">
                  <c:v>71.86</c:v>
                </c:pt>
                <c:pt idx="76693">
                  <c:v>239.94</c:v>
                </c:pt>
                <c:pt idx="76694">
                  <c:v>279.93</c:v>
                </c:pt>
                <c:pt idx="76695">
                  <c:v>65.97</c:v>
                </c:pt>
                <c:pt idx="76696">
                  <c:v>-101.88</c:v>
                </c:pt>
                <c:pt idx="76697">
                  <c:v>65.989999999999995</c:v>
                </c:pt>
                <c:pt idx="76698">
                  <c:v>49.99</c:v>
                </c:pt>
                <c:pt idx="76699">
                  <c:v>101.88</c:v>
                </c:pt>
                <c:pt idx="76700">
                  <c:v>102.96</c:v>
                </c:pt>
                <c:pt idx="76701">
                  <c:v>68.98</c:v>
                </c:pt>
                <c:pt idx="76702">
                  <c:v>56.98</c:v>
                </c:pt>
                <c:pt idx="76703">
                  <c:v>91.04</c:v>
                </c:pt>
                <c:pt idx="76704">
                  <c:v>69.98</c:v>
                </c:pt>
                <c:pt idx="76705">
                  <c:v>79.38</c:v>
                </c:pt>
                <c:pt idx="76706">
                  <c:v>83.98</c:v>
                </c:pt>
                <c:pt idx="76707">
                  <c:v>149.94999999999999</c:v>
                </c:pt>
                <c:pt idx="76708">
                  <c:v>119.96</c:v>
                </c:pt>
                <c:pt idx="76709">
                  <c:v>89.97</c:v>
                </c:pt>
                <c:pt idx="76710">
                  <c:v>134.96</c:v>
                </c:pt>
                <c:pt idx="76711">
                  <c:v>149.94999999999999</c:v>
                </c:pt>
                <c:pt idx="76712">
                  <c:v>119.96</c:v>
                </c:pt>
                <c:pt idx="76713">
                  <c:v>119.96</c:v>
                </c:pt>
                <c:pt idx="76714">
                  <c:v>79.989999999999995</c:v>
                </c:pt>
                <c:pt idx="76715">
                  <c:v>12.49</c:v>
                </c:pt>
                <c:pt idx="76716">
                  <c:v>29.48</c:v>
                </c:pt>
                <c:pt idx="76717">
                  <c:v>79.989999999999995</c:v>
                </c:pt>
                <c:pt idx="76718">
                  <c:v>79.989999999999995</c:v>
                </c:pt>
                <c:pt idx="76719">
                  <c:v>79.989999999999995</c:v>
                </c:pt>
                <c:pt idx="76720">
                  <c:v>79.989999999999995</c:v>
                </c:pt>
                <c:pt idx="76721">
                  <c:v>79.989999999999995</c:v>
                </c:pt>
                <c:pt idx="76722">
                  <c:v>79.989999999999995</c:v>
                </c:pt>
                <c:pt idx="76723">
                  <c:v>129.97999999999999</c:v>
                </c:pt>
                <c:pt idx="76724">
                  <c:v>79.87</c:v>
                </c:pt>
                <c:pt idx="76725">
                  <c:v>195.93</c:v>
                </c:pt>
                <c:pt idx="76726">
                  <c:v>93.98</c:v>
                </c:pt>
                <c:pt idx="76727">
                  <c:v>187.94</c:v>
                </c:pt>
                <c:pt idx="76728">
                  <c:v>222.24</c:v>
                </c:pt>
                <c:pt idx="76729">
                  <c:v>262.92</c:v>
                </c:pt>
                <c:pt idx="76730">
                  <c:v>49.96</c:v>
                </c:pt>
                <c:pt idx="76731">
                  <c:v>144.51</c:v>
                </c:pt>
                <c:pt idx="76732">
                  <c:v>256.47000000000003</c:v>
                </c:pt>
                <c:pt idx="76733">
                  <c:v>55.98</c:v>
                </c:pt>
                <c:pt idx="76734">
                  <c:v>100.98</c:v>
                </c:pt>
                <c:pt idx="76735">
                  <c:v>105.97</c:v>
                </c:pt>
                <c:pt idx="76736">
                  <c:v>107.22</c:v>
                </c:pt>
                <c:pt idx="76737">
                  <c:v>84.99</c:v>
                </c:pt>
                <c:pt idx="76738">
                  <c:v>47.96</c:v>
                </c:pt>
                <c:pt idx="76739">
                  <c:v>62.22</c:v>
                </c:pt>
                <c:pt idx="76740">
                  <c:v>31.49</c:v>
                </c:pt>
                <c:pt idx="76741">
                  <c:v>127.19</c:v>
                </c:pt>
                <c:pt idx="76742">
                  <c:v>100.98</c:v>
                </c:pt>
                <c:pt idx="76743">
                  <c:v>51.49</c:v>
                </c:pt>
                <c:pt idx="76744">
                  <c:v>55.98</c:v>
                </c:pt>
                <c:pt idx="76745">
                  <c:v>168.23</c:v>
                </c:pt>
                <c:pt idx="76746">
                  <c:v>156.33000000000001</c:v>
                </c:pt>
                <c:pt idx="76747">
                  <c:v>165.53</c:v>
                </c:pt>
                <c:pt idx="76748">
                  <c:v>124.15</c:v>
                </c:pt>
                <c:pt idx="76749">
                  <c:v>131.04</c:v>
                </c:pt>
                <c:pt idx="76750">
                  <c:v>165.53</c:v>
                </c:pt>
                <c:pt idx="76751">
                  <c:v>142.15</c:v>
                </c:pt>
                <c:pt idx="76752">
                  <c:v>109.98</c:v>
                </c:pt>
                <c:pt idx="76753">
                  <c:v>89.98</c:v>
                </c:pt>
                <c:pt idx="76754">
                  <c:v>65.989999999999995</c:v>
                </c:pt>
                <c:pt idx="76755">
                  <c:v>94.77</c:v>
                </c:pt>
                <c:pt idx="76756">
                  <c:v>84.99</c:v>
                </c:pt>
                <c:pt idx="76757">
                  <c:v>84.99</c:v>
                </c:pt>
                <c:pt idx="76758">
                  <c:v>69.98</c:v>
                </c:pt>
                <c:pt idx="76759">
                  <c:v>84.99</c:v>
                </c:pt>
                <c:pt idx="76760">
                  <c:v>84.99</c:v>
                </c:pt>
                <c:pt idx="76761">
                  <c:v>89.07</c:v>
                </c:pt>
                <c:pt idx="76762">
                  <c:v>59.08</c:v>
                </c:pt>
                <c:pt idx="76763">
                  <c:v>74.97</c:v>
                </c:pt>
                <c:pt idx="76764">
                  <c:v>89.97</c:v>
                </c:pt>
                <c:pt idx="76765">
                  <c:v>49.83</c:v>
                </c:pt>
                <c:pt idx="76766">
                  <c:v>54.98</c:v>
                </c:pt>
                <c:pt idx="76767">
                  <c:v>87.27</c:v>
                </c:pt>
                <c:pt idx="76768">
                  <c:v>89.22</c:v>
                </c:pt>
                <c:pt idx="76769">
                  <c:v>89.37</c:v>
                </c:pt>
                <c:pt idx="76770">
                  <c:v>89.97</c:v>
                </c:pt>
                <c:pt idx="76771">
                  <c:v>59.98</c:v>
                </c:pt>
                <c:pt idx="76772">
                  <c:v>54.98</c:v>
                </c:pt>
                <c:pt idx="76773">
                  <c:v>89.97</c:v>
                </c:pt>
                <c:pt idx="76774">
                  <c:v>54.98</c:v>
                </c:pt>
                <c:pt idx="76775">
                  <c:v>59.98</c:v>
                </c:pt>
                <c:pt idx="76776">
                  <c:v>53.98</c:v>
                </c:pt>
                <c:pt idx="76777">
                  <c:v>59.98</c:v>
                </c:pt>
                <c:pt idx="76778">
                  <c:v>119.96</c:v>
                </c:pt>
                <c:pt idx="76779">
                  <c:v>59.98</c:v>
                </c:pt>
                <c:pt idx="76780">
                  <c:v>59.98</c:v>
                </c:pt>
                <c:pt idx="76781">
                  <c:v>59.98</c:v>
                </c:pt>
                <c:pt idx="76782">
                  <c:v>59.98</c:v>
                </c:pt>
                <c:pt idx="76783">
                  <c:v>59.98</c:v>
                </c:pt>
                <c:pt idx="76784">
                  <c:v>65.989999999999995</c:v>
                </c:pt>
                <c:pt idx="76785">
                  <c:v>99.98</c:v>
                </c:pt>
                <c:pt idx="76786">
                  <c:v>65.989999999999995</c:v>
                </c:pt>
                <c:pt idx="76787">
                  <c:v>65.989999999999995</c:v>
                </c:pt>
                <c:pt idx="76788">
                  <c:v>65.989999999999995</c:v>
                </c:pt>
                <c:pt idx="76789">
                  <c:v>59.39</c:v>
                </c:pt>
                <c:pt idx="76790">
                  <c:v>84.99</c:v>
                </c:pt>
                <c:pt idx="76791">
                  <c:v>84.99</c:v>
                </c:pt>
                <c:pt idx="76792">
                  <c:v>84.99</c:v>
                </c:pt>
                <c:pt idx="76793">
                  <c:v>89.98</c:v>
                </c:pt>
                <c:pt idx="76794">
                  <c:v>121.98</c:v>
                </c:pt>
                <c:pt idx="76795">
                  <c:v>76.67</c:v>
                </c:pt>
                <c:pt idx="76796">
                  <c:v>59.37</c:v>
                </c:pt>
                <c:pt idx="76797">
                  <c:v>117.01</c:v>
                </c:pt>
                <c:pt idx="76798">
                  <c:v>111.56</c:v>
                </c:pt>
                <c:pt idx="76799">
                  <c:v>65.989999999999995</c:v>
                </c:pt>
                <c:pt idx="76800">
                  <c:v>65.989999999999995</c:v>
                </c:pt>
                <c:pt idx="76801">
                  <c:v>119.55</c:v>
                </c:pt>
                <c:pt idx="76802">
                  <c:v>74.849999999999994</c:v>
                </c:pt>
                <c:pt idx="76803">
                  <c:v>54.98</c:v>
                </c:pt>
                <c:pt idx="76804">
                  <c:v>54.98</c:v>
                </c:pt>
                <c:pt idx="76805">
                  <c:v>79.08</c:v>
                </c:pt>
                <c:pt idx="76806">
                  <c:v>57.4</c:v>
                </c:pt>
                <c:pt idx="76807">
                  <c:v>54.98</c:v>
                </c:pt>
                <c:pt idx="76808">
                  <c:v>133.93</c:v>
                </c:pt>
                <c:pt idx="76809">
                  <c:v>107.94</c:v>
                </c:pt>
                <c:pt idx="76810">
                  <c:v>107.94</c:v>
                </c:pt>
                <c:pt idx="76811">
                  <c:v>159.91999999999999</c:v>
                </c:pt>
                <c:pt idx="76812">
                  <c:v>107.94</c:v>
                </c:pt>
                <c:pt idx="76813">
                  <c:v>107.94</c:v>
                </c:pt>
                <c:pt idx="76814">
                  <c:v>107.94</c:v>
                </c:pt>
                <c:pt idx="76815">
                  <c:v>98.52</c:v>
                </c:pt>
                <c:pt idx="76816">
                  <c:v>107.94</c:v>
                </c:pt>
                <c:pt idx="76817">
                  <c:v>62.98</c:v>
                </c:pt>
                <c:pt idx="76818">
                  <c:v>15.49</c:v>
                </c:pt>
                <c:pt idx="76819">
                  <c:v>81.34</c:v>
                </c:pt>
                <c:pt idx="76820">
                  <c:v>84.99</c:v>
                </c:pt>
                <c:pt idx="76821">
                  <c:v>189.34</c:v>
                </c:pt>
                <c:pt idx="76822">
                  <c:v>99.87</c:v>
                </c:pt>
                <c:pt idx="76823">
                  <c:v>199.95</c:v>
                </c:pt>
                <c:pt idx="76824">
                  <c:v>104.97</c:v>
                </c:pt>
                <c:pt idx="76825">
                  <c:v>63.98</c:v>
                </c:pt>
                <c:pt idx="76826">
                  <c:v>84.99</c:v>
                </c:pt>
                <c:pt idx="76827">
                  <c:v>84.99</c:v>
                </c:pt>
                <c:pt idx="76828">
                  <c:v>84.99</c:v>
                </c:pt>
                <c:pt idx="76829">
                  <c:v>169.98</c:v>
                </c:pt>
                <c:pt idx="76830">
                  <c:v>169.98</c:v>
                </c:pt>
                <c:pt idx="76831">
                  <c:v>68.989999999999995</c:v>
                </c:pt>
                <c:pt idx="76832">
                  <c:v>163.85</c:v>
                </c:pt>
                <c:pt idx="76833">
                  <c:v>68.989999999999995</c:v>
                </c:pt>
                <c:pt idx="76834">
                  <c:v>134.97</c:v>
                </c:pt>
                <c:pt idx="76835">
                  <c:v>-84.99</c:v>
                </c:pt>
                <c:pt idx="76836">
                  <c:v>84.99</c:v>
                </c:pt>
                <c:pt idx="76837">
                  <c:v>299.89999999999998</c:v>
                </c:pt>
                <c:pt idx="76838">
                  <c:v>209.93</c:v>
                </c:pt>
                <c:pt idx="76839">
                  <c:v>293.89</c:v>
                </c:pt>
                <c:pt idx="76840">
                  <c:v>227.92</c:v>
                </c:pt>
                <c:pt idx="76841">
                  <c:v>145.97</c:v>
                </c:pt>
                <c:pt idx="76842">
                  <c:v>69.489999999999995</c:v>
                </c:pt>
                <c:pt idx="76843">
                  <c:v>149.44999999999999</c:v>
                </c:pt>
                <c:pt idx="76844">
                  <c:v>70.48</c:v>
                </c:pt>
                <c:pt idx="76845">
                  <c:v>31.09</c:v>
                </c:pt>
                <c:pt idx="76846">
                  <c:v>85.49</c:v>
                </c:pt>
                <c:pt idx="76847">
                  <c:v>169.98</c:v>
                </c:pt>
                <c:pt idx="76848">
                  <c:v>25.93</c:v>
                </c:pt>
                <c:pt idx="76849">
                  <c:v>193.96</c:v>
                </c:pt>
                <c:pt idx="76850">
                  <c:v>166.35</c:v>
                </c:pt>
                <c:pt idx="76851">
                  <c:v>395.94</c:v>
                </c:pt>
                <c:pt idx="76852">
                  <c:v>455.91</c:v>
                </c:pt>
                <c:pt idx="76853">
                  <c:v>46.72</c:v>
                </c:pt>
                <c:pt idx="76854">
                  <c:v>99.98</c:v>
                </c:pt>
                <c:pt idx="76855">
                  <c:v>99.98</c:v>
                </c:pt>
                <c:pt idx="76856">
                  <c:v>138.97</c:v>
                </c:pt>
                <c:pt idx="76857">
                  <c:v>94.98</c:v>
                </c:pt>
                <c:pt idx="76858">
                  <c:v>99.98</c:v>
                </c:pt>
                <c:pt idx="76859">
                  <c:v>106.97</c:v>
                </c:pt>
                <c:pt idx="76860">
                  <c:v>138.84</c:v>
                </c:pt>
                <c:pt idx="76861">
                  <c:v>62.97</c:v>
                </c:pt>
                <c:pt idx="76862">
                  <c:v>113.94</c:v>
                </c:pt>
                <c:pt idx="76863">
                  <c:v>94.95</c:v>
                </c:pt>
                <c:pt idx="76864">
                  <c:v>94.95</c:v>
                </c:pt>
                <c:pt idx="76865">
                  <c:v>75.959999999999994</c:v>
                </c:pt>
                <c:pt idx="76866">
                  <c:v>94.95</c:v>
                </c:pt>
                <c:pt idx="76867">
                  <c:v>127.15</c:v>
                </c:pt>
                <c:pt idx="76868">
                  <c:v>79.84</c:v>
                </c:pt>
                <c:pt idx="76869">
                  <c:v>115.16</c:v>
                </c:pt>
                <c:pt idx="76870">
                  <c:v>61.69</c:v>
                </c:pt>
                <c:pt idx="76871">
                  <c:v>94.65</c:v>
                </c:pt>
                <c:pt idx="76872">
                  <c:v>142.72</c:v>
                </c:pt>
                <c:pt idx="76873">
                  <c:v>103.8</c:v>
                </c:pt>
                <c:pt idx="76874">
                  <c:v>88.95</c:v>
                </c:pt>
                <c:pt idx="76875">
                  <c:v>147.57</c:v>
                </c:pt>
                <c:pt idx="76876">
                  <c:v>57.6</c:v>
                </c:pt>
                <c:pt idx="76877">
                  <c:v>99.97</c:v>
                </c:pt>
                <c:pt idx="76878">
                  <c:v>53.97</c:v>
                </c:pt>
                <c:pt idx="76879">
                  <c:v>99.98</c:v>
                </c:pt>
                <c:pt idx="76880">
                  <c:v>65.989999999999995</c:v>
                </c:pt>
                <c:pt idx="76881">
                  <c:v>99.98</c:v>
                </c:pt>
                <c:pt idx="76882">
                  <c:v>23.48</c:v>
                </c:pt>
                <c:pt idx="76883">
                  <c:v>55.95</c:v>
                </c:pt>
                <c:pt idx="76884">
                  <c:v>64.83</c:v>
                </c:pt>
                <c:pt idx="76885">
                  <c:v>59.39</c:v>
                </c:pt>
                <c:pt idx="76886">
                  <c:v>113.99</c:v>
                </c:pt>
                <c:pt idx="76887">
                  <c:v>50.95</c:v>
                </c:pt>
                <c:pt idx="76888">
                  <c:v>65.989999999999995</c:v>
                </c:pt>
                <c:pt idx="76889">
                  <c:v>124.47</c:v>
                </c:pt>
                <c:pt idx="76890">
                  <c:v>65.989999999999995</c:v>
                </c:pt>
                <c:pt idx="76891">
                  <c:v>65.989999999999995</c:v>
                </c:pt>
                <c:pt idx="76892">
                  <c:v>63.97</c:v>
                </c:pt>
                <c:pt idx="76893">
                  <c:v>28.98</c:v>
                </c:pt>
                <c:pt idx="76894">
                  <c:v>65.989999999999995</c:v>
                </c:pt>
                <c:pt idx="76895">
                  <c:v>65.989999999999995</c:v>
                </c:pt>
                <c:pt idx="76896">
                  <c:v>65.989999999999995</c:v>
                </c:pt>
                <c:pt idx="76897">
                  <c:v>65.989999999999995</c:v>
                </c:pt>
                <c:pt idx="76898">
                  <c:v>65.989999999999995</c:v>
                </c:pt>
                <c:pt idx="76899">
                  <c:v>59.99</c:v>
                </c:pt>
                <c:pt idx="76900">
                  <c:v>203.19</c:v>
                </c:pt>
                <c:pt idx="76901">
                  <c:v>128.96</c:v>
                </c:pt>
                <c:pt idx="76902">
                  <c:v>151.96</c:v>
                </c:pt>
                <c:pt idx="76903">
                  <c:v>197.97</c:v>
                </c:pt>
                <c:pt idx="76904">
                  <c:v>54.99</c:v>
                </c:pt>
                <c:pt idx="76905">
                  <c:v>102.97</c:v>
                </c:pt>
                <c:pt idx="76906">
                  <c:v>83.97</c:v>
                </c:pt>
                <c:pt idx="76907">
                  <c:v>93.43</c:v>
                </c:pt>
                <c:pt idx="76908">
                  <c:v>54.44</c:v>
                </c:pt>
                <c:pt idx="76909">
                  <c:v>93.98</c:v>
                </c:pt>
                <c:pt idx="76910">
                  <c:v>102.03</c:v>
                </c:pt>
                <c:pt idx="76911">
                  <c:v>93.98</c:v>
                </c:pt>
                <c:pt idx="76912">
                  <c:v>84.99</c:v>
                </c:pt>
                <c:pt idx="76913">
                  <c:v>78.040000000000006</c:v>
                </c:pt>
                <c:pt idx="76914">
                  <c:v>84.99</c:v>
                </c:pt>
                <c:pt idx="76915">
                  <c:v>99.98</c:v>
                </c:pt>
                <c:pt idx="76916">
                  <c:v>84.99</c:v>
                </c:pt>
                <c:pt idx="76917">
                  <c:v>84.99</c:v>
                </c:pt>
                <c:pt idx="76918">
                  <c:v>84.99</c:v>
                </c:pt>
                <c:pt idx="76919">
                  <c:v>84.99</c:v>
                </c:pt>
                <c:pt idx="76920">
                  <c:v>84.99</c:v>
                </c:pt>
                <c:pt idx="76921">
                  <c:v>84.99</c:v>
                </c:pt>
                <c:pt idx="76922">
                  <c:v>84.99</c:v>
                </c:pt>
                <c:pt idx="76923">
                  <c:v>84.99</c:v>
                </c:pt>
                <c:pt idx="76924">
                  <c:v>62.97</c:v>
                </c:pt>
                <c:pt idx="76925">
                  <c:v>110.98</c:v>
                </c:pt>
                <c:pt idx="76926">
                  <c:v>58.98</c:v>
                </c:pt>
                <c:pt idx="76927">
                  <c:v>70.98</c:v>
                </c:pt>
                <c:pt idx="76928">
                  <c:v>40.479999999999997</c:v>
                </c:pt>
                <c:pt idx="76929">
                  <c:v>65.989999999999995</c:v>
                </c:pt>
                <c:pt idx="76930">
                  <c:v>67.97</c:v>
                </c:pt>
                <c:pt idx="76931">
                  <c:v>57.97</c:v>
                </c:pt>
                <c:pt idx="76932">
                  <c:v>78.75</c:v>
                </c:pt>
                <c:pt idx="76933">
                  <c:v>58.98</c:v>
                </c:pt>
                <c:pt idx="76934">
                  <c:v>65.989999999999995</c:v>
                </c:pt>
                <c:pt idx="76935">
                  <c:v>71.98</c:v>
                </c:pt>
                <c:pt idx="76936">
                  <c:v>62.97</c:v>
                </c:pt>
                <c:pt idx="76937">
                  <c:v>86.98</c:v>
                </c:pt>
                <c:pt idx="76938">
                  <c:v>90.97</c:v>
                </c:pt>
                <c:pt idx="76939">
                  <c:v>126.28</c:v>
                </c:pt>
                <c:pt idx="76940">
                  <c:v>129.97</c:v>
                </c:pt>
                <c:pt idx="76941">
                  <c:v>73.650000000000006</c:v>
                </c:pt>
                <c:pt idx="76942">
                  <c:v>79.849999999999994</c:v>
                </c:pt>
                <c:pt idx="76943">
                  <c:v>79.849999999999994</c:v>
                </c:pt>
                <c:pt idx="76944">
                  <c:v>79.849999999999994</c:v>
                </c:pt>
                <c:pt idx="76945">
                  <c:v>75.06</c:v>
                </c:pt>
                <c:pt idx="76946">
                  <c:v>79.05</c:v>
                </c:pt>
                <c:pt idx="76947">
                  <c:v>79.849999999999994</c:v>
                </c:pt>
                <c:pt idx="76948">
                  <c:v>79.849999999999994</c:v>
                </c:pt>
                <c:pt idx="76949">
                  <c:v>79.849999999999994</c:v>
                </c:pt>
                <c:pt idx="76950">
                  <c:v>79.849999999999994</c:v>
                </c:pt>
                <c:pt idx="76951">
                  <c:v>79.849999999999994</c:v>
                </c:pt>
                <c:pt idx="76952">
                  <c:v>114.91</c:v>
                </c:pt>
                <c:pt idx="76953">
                  <c:v>79.849999999999994</c:v>
                </c:pt>
                <c:pt idx="76954">
                  <c:v>56.85</c:v>
                </c:pt>
                <c:pt idx="76955">
                  <c:v>134.97999999999999</c:v>
                </c:pt>
                <c:pt idx="76956">
                  <c:v>134.97999999999999</c:v>
                </c:pt>
                <c:pt idx="76957">
                  <c:v>216.72</c:v>
                </c:pt>
                <c:pt idx="76958">
                  <c:v>216.72</c:v>
                </c:pt>
                <c:pt idx="76959">
                  <c:v>87.98</c:v>
                </c:pt>
                <c:pt idx="76960">
                  <c:v>229.97</c:v>
                </c:pt>
                <c:pt idx="76961">
                  <c:v>339.96</c:v>
                </c:pt>
                <c:pt idx="76962">
                  <c:v>229.97</c:v>
                </c:pt>
                <c:pt idx="76963">
                  <c:v>87.98</c:v>
                </c:pt>
                <c:pt idx="76964">
                  <c:v>339.96</c:v>
                </c:pt>
                <c:pt idx="76965">
                  <c:v>59.98</c:v>
                </c:pt>
                <c:pt idx="76966">
                  <c:v>59.98</c:v>
                </c:pt>
                <c:pt idx="76967">
                  <c:v>59.98</c:v>
                </c:pt>
                <c:pt idx="76968">
                  <c:v>59.98</c:v>
                </c:pt>
                <c:pt idx="76969">
                  <c:v>58.18</c:v>
                </c:pt>
                <c:pt idx="76970">
                  <c:v>59.98</c:v>
                </c:pt>
                <c:pt idx="76971">
                  <c:v>53.38</c:v>
                </c:pt>
                <c:pt idx="76972">
                  <c:v>59.98</c:v>
                </c:pt>
                <c:pt idx="76973">
                  <c:v>59.98</c:v>
                </c:pt>
                <c:pt idx="76974">
                  <c:v>74.97</c:v>
                </c:pt>
                <c:pt idx="76975">
                  <c:v>59.98</c:v>
                </c:pt>
                <c:pt idx="76976">
                  <c:v>59.98</c:v>
                </c:pt>
                <c:pt idx="76977">
                  <c:v>59.98</c:v>
                </c:pt>
                <c:pt idx="76978">
                  <c:v>59.98</c:v>
                </c:pt>
                <c:pt idx="76979">
                  <c:v>80.180000000000007</c:v>
                </c:pt>
                <c:pt idx="76980">
                  <c:v>64.98</c:v>
                </c:pt>
                <c:pt idx="76981">
                  <c:v>82.29</c:v>
                </c:pt>
                <c:pt idx="76982">
                  <c:v>45.19</c:v>
                </c:pt>
                <c:pt idx="76983">
                  <c:v>84.99</c:v>
                </c:pt>
                <c:pt idx="76984">
                  <c:v>82.17</c:v>
                </c:pt>
                <c:pt idx="76985">
                  <c:v>84.99</c:v>
                </c:pt>
                <c:pt idx="76986">
                  <c:v>95.97</c:v>
                </c:pt>
                <c:pt idx="76987">
                  <c:v>99.98</c:v>
                </c:pt>
                <c:pt idx="76988">
                  <c:v>84.15</c:v>
                </c:pt>
                <c:pt idx="76989">
                  <c:v>68.989999999999995</c:v>
                </c:pt>
                <c:pt idx="76990">
                  <c:v>15.49</c:v>
                </c:pt>
                <c:pt idx="76991">
                  <c:v>65.989999999999995</c:v>
                </c:pt>
                <c:pt idx="76992">
                  <c:v>173.46</c:v>
                </c:pt>
                <c:pt idx="76993">
                  <c:v>89.98</c:v>
                </c:pt>
                <c:pt idx="76994">
                  <c:v>49.99</c:v>
                </c:pt>
                <c:pt idx="76995">
                  <c:v>81.98</c:v>
                </c:pt>
                <c:pt idx="76996">
                  <c:v>121.98</c:v>
                </c:pt>
                <c:pt idx="76997">
                  <c:v>1.97</c:v>
                </c:pt>
                <c:pt idx="76998">
                  <c:v>165.96</c:v>
                </c:pt>
                <c:pt idx="76999">
                  <c:v>65.989999999999995</c:v>
                </c:pt>
                <c:pt idx="77000">
                  <c:v>91.47</c:v>
                </c:pt>
                <c:pt idx="77001">
                  <c:v>145.97</c:v>
                </c:pt>
                <c:pt idx="77002">
                  <c:v>42.72</c:v>
                </c:pt>
                <c:pt idx="77003">
                  <c:v>104.97</c:v>
                </c:pt>
                <c:pt idx="77004">
                  <c:v>53.41</c:v>
                </c:pt>
                <c:pt idx="77005">
                  <c:v>137.97999999999999</c:v>
                </c:pt>
                <c:pt idx="77006">
                  <c:v>128.97</c:v>
                </c:pt>
                <c:pt idx="77007">
                  <c:v>177.96</c:v>
                </c:pt>
                <c:pt idx="77008">
                  <c:v>127.96</c:v>
                </c:pt>
                <c:pt idx="77009">
                  <c:v>189.97</c:v>
                </c:pt>
                <c:pt idx="77010">
                  <c:v>102.97</c:v>
                </c:pt>
                <c:pt idx="77011">
                  <c:v>344.89</c:v>
                </c:pt>
                <c:pt idx="77012">
                  <c:v>382.87</c:v>
                </c:pt>
                <c:pt idx="77013">
                  <c:v>275.95999999999998</c:v>
                </c:pt>
                <c:pt idx="77014">
                  <c:v>254.97</c:v>
                </c:pt>
                <c:pt idx="77015">
                  <c:v>254.97</c:v>
                </c:pt>
                <c:pt idx="77016">
                  <c:v>96.96</c:v>
                </c:pt>
                <c:pt idx="77017">
                  <c:v>139.97</c:v>
                </c:pt>
                <c:pt idx="77018">
                  <c:v>117.97</c:v>
                </c:pt>
                <c:pt idx="77019">
                  <c:v>111.96</c:v>
                </c:pt>
                <c:pt idx="77020">
                  <c:v>91.97</c:v>
                </c:pt>
                <c:pt idx="77021">
                  <c:v>47.39</c:v>
                </c:pt>
                <c:pt idx="77022">
                  <c:v>197.97</c:v>
                </c:pt>
                <c:pt idx="77023">
                  <c:v>197.97</c:v>
                </c:pt>
                <c:pt idx="77024">
                  <c:v>197.97</c:v>
                </c:pt>
                <c:pt idx="77025">
                  <c:v>181.97</c:v>
                </c:pt>
                <c:pt idx="77026">
                  <c:v>181.97</c:v>
                </c:pt>
                <c:pt idx="77027">
                  <c:v>65.989999999999995</c:v>
                </c:pt>
                <c:pt idx="77028">
                  <c:v>179.94</c:v>
                </c:pt>
                <c:pt idx="77029">
                  <c:v>99.96</c:v>
                </c:pt>
                <c:pt idx="77030">
                  <c:v>99.96</c:v>
                </c:pt>
                <c:pt idx="77031">
                  <c:v>119.96</c:v>
                </c:pt>
                <c:pt idx="77032">
                  <c:v>88.97</c:v>
                </c:pt>
                <c:pt idx="77033">
                  <c:v>119.96</c:v>
                </c:pt>
                <c:pt idx="77034">
                  <c:v>71.97</c:v>
                </c:pt>
                <c:pt idx="77035">
                  <c:v>89.96</c:v>
                </c:pt>
                <c:pt idx="77036">
                  <c:v>149.94999999999999</c:v>
                </c:pt>
                <c:pt idx="77037">
                  <c:v>65.19</c:v>
                </c:pt>
                <c:pt idx="77038">
                  <c:v>70.989999999999995</c:v>
                </c:pt>
                <c:pt idx="77039">
                  <c:v>64.98</c:v>
                </c:pt>
                <c:pt idx="77040">
                  <c:v>35.479999999999997</c:v>
                </c:pt>
                <c:pt idx="77041">
                  <c:v>68.989999999999995</c:v>
                </c:pt>
                <c:pt idx="77042">
                  <c:v>57.98</c:v>
                </c:pt>
                <c:pt idx="77043">
                  <c:v>83.89</c:v>
                </c:pt>
                <c:pt idx="77044">
                  <c:v>54.98</c:v>
                </c:pt>
                <c:pt idx="77045">
                  <c:v>62.98</c:v>
                </c:pt>
                <c:pt idx="77046">
                  <c:v>49.99</c:v>
                </c:pt>
                <c:pt idx="77047">
                  <c:v>64.98</c:v>
                </c:pt>
                <c:pt idx="77048">
                  <c:v>64.19</c:v>
                </c:pt>
                <c:pt idx="77049">
                  <c:v>52.38</c:v>
                </c:pt>
                <c:pt idx="77050">
                  <c:v>78.97</c:v>
                </c:pt>
                <c:pt idx="77051">
                  <c:v>79.62</c:v>
                </c:pt>
                <c:pt idx="77052">
                  <c:v>55.97</c:v>
                </c:pt>
                <c:pt idx="77053">
                  <c:v>42.23</c:v>
                </c:pt>
                <c:pt idx="77054">
                  <c:v>59.97</c:v>
                </c:pt>
                <c:pt idx="77055">
                  <c:v>59.97</c:v>
                </c:pt>
                <c:pt idx="77056">
                  <c:v>41.48</c:v>
                </c:pt>
                <c:pt idx="77057">
                  <c:v>54.98</c:v>
                </c:pt>
                <c:pt idx="77058">
                  <c:v>74.97</c:v>
                </c:pt>
                <c:pt idx="77059">
                  <c:v>59.97</c:v>
                </c:pt>
                <c:pt idx="77060">
                  <c:v>85.98</c:v>
                </c:pt>
                <c:pt idx="77061">
                  <c:v>79.989999999999995</c:v>
                </c:pt>
                <c:pt idx="77062">
                  <c:v>99.98</c:v>
                </c:pt>
                <c:pt idx="77063">
                  <c:v>115.44</c:v>
                </c:pt>
                <c:pt idx="77064">
                  <c:v>184.97</c:v>
                </c:pt>
                <c:pt idx="77065">
                  <c:v>84.99</c:v>
                </c:pt>
                <c:pt idx="77066">
                  <c:v>149.97</c:v>
                </c:pt>
                <c:pt idx="77067">
                  <c:v>99.98</c:v>
                </c:pt>
                <c:pt idx="77068">
                  <c:v>63.82</c:v>
                </c:pt>
                <c:pt idx="77069">
                  <c:v>53.98</c:v>
                </c:pt>
                <c:pt idx="77070">
                  <c:v>99.98</c:v>
                </c:pt>
                <c:pt idx="77071">
                  <c:v>59.96</c:v>
                </c:pt>
                <c:pt idx="77072">
                  <c:v>64.98</c:v>
                </c:pt>
                <c:pt idx="77073">
                  <c:v>99.98</c:v>
                </c:pt>
                <c:pt idx="77074">
                  <c:v>21.49</c:v>
                </c:pt>
                <c:pt idx="77075">
                  <c:v>54.99</c:v>
                </c:pt>
                <c:pt idx="77076">
                  <c:v>51.49</c:v>
                </c:pt>
                <c:pt idx="77077">
                  <c:v>99.97</c:v>
                </c:pt>
                <c:pt idx="77078">
                  <c:v>64.98</c:v>
                </c:pt>
                <c:pt idx="77079">
                  <c:v>84.99</c:v>
                </c:pt>
                <c:pt idx="77080">
                  <c:v>61.22</c:v>
                </c:pt>
                <c:pt idx="77081">
                  <c:v>68.989999999999995</c:v>
                </c:pt>
                <c:pt idx="77082">
                  <c:v>84.99</c:v>
                </c:pt>
                <c:pt idx="77083">
                  <c:v>169.98</c:v>
                </c:pt>
                <c:pt idx="77084">
                  <c:v>208.16</c:v>
                </c:pt>
                <c:pt idx="77085">
                  <c:v>68.97</c:v>
                </c:pt>
                <c:pt idx="77086">
                  <c:v>169.98</c:v>
                </c:pt>
                <c:pt idx="77087">
                  <c:v>99.98</c:v>
                </c:pt>
                <c:pt idx="77088">
                  <c:v>99.96</c:v>
                </c:pt>
                <c:pt idx="77089">
                  <c:v>51.96</c:v>
                </c:pt>
                <c:pt idx="77090">
                  <c:v>99.96</c:v>
                </c:pt>
                <c:pt idx="77091">
                  <c:v>51.96</c:v>
                </c:pt>
                <c:pt idx="77092">
                  <c:v>51.96</c:v>
                </c:pt>
                <c:pt idx="77093">
                  <c:v>74.97</c:v>
                </c:pt>
                <c:pt idx="77094">
                  <c:v>51.96</c:v>
                </c:pt>
                <c:pt idx="77095">
                  <c:v>51.96</c:v>
                </c:pt>
                <c:pt idx="77096">
                  <c:v>99.96</c:v>
                </c:pt>
                <c:pt idx="77097">
                  <c:v>99.96</c:v>
                </c:pt>
                <c:pt idx="77098">
                  <c:v>51.97</c:v>
                </c:pt>
                <c:pt idx="77099">
                  <c:v>118.78</c:v>
                </c:pt>
                <c:pt idx="77100">
                  <c:v>131.97999999999999</c:v>
                </c:pt>
                <c:pt idx="77101">
                  <c:v>65.989999999999995</c:v>
                </c:pt>
                <c:pt idx="77102">
                  <c:v>71.48</c:v>
                </c:pt>
                <c:pt idx="77103">
                  <c:v>164.95</c:v>
                </c:pt>
                <c:pt idx="77104">
                  <c:v>112.18</c:v>
                </c:pt>
                <c:pt idx="77105">
                  <c:v>89.97</c:v>
                </c:pt>
                <c:pt idx="77106">
                  <c:v>161.94999999999999</c:v>
                </c:pt>
                <c:pt idx="77107">
                  <c:v>67.47</c:v>
                </c:pt>
                <c:pt idx="77108">
                  <c:v>134.96</c:v>
                </c:pt>
                <c:pt idx="77109">
                  <c:v>143.9</c:v>
                </c:pt>
                <c:pt idx="77110">
                  <c:v>29.99</c:v>
                </c:pt>
                <c:pt idx="77111">
                  <c:v>54.98</c:v>
                </c:pt>
                <c:pt idx="77112">
                  <c:v>189.93</c:v>
                </c:pt>
                <c:pt idx="77113">
                  <c:v>216.72</c:v>
                </c:pt>
                <c:pt idx="77114">
                  <c:v>169.98</c:v>
                </c:pt>
                <c:pt idx="77115">
                  <c:v>219.97</c:v>
                </c:pt>
                <c:pt idx="77116">
                  <c:v>121.48</c:v>
                </c:pt>
                <c:pt idx="77117">
                  <c:v>169.98</c:v>
                </c:pt>
                <c:pt idx="77118">
                  <c:v>118.97</c:v>
                </c:pt>
                <c:pt idx="77119">
                  <c:v>56.43</c:v>
                </c:pt>
                <c:pt idx="77120">
                  <c:v>56.97</c:v>
                </c:pt>
                <c:pt idx="77121">
                  <c:v>56.45</c:v>
                </c:pt>
                <c:pt idx="77122">
                  <c:v>56.4</c:v>
                </c:pt>
                <c:pt idx="77123">
                  <c:v>56.4</c:v>
                </c:pt>
                <c:pt idx="77124">
                  <c:v>56.97</c:v>
                </c:pt>
                <c:pt idx="77125">
                  <c:v>56.97</c:v>
                </c:pt>
                <c:pt idx="77126">
                  <c:v>56.4</c:v>
                </c:pt>
                <c:pt idx="77127">
                  <c:v>56.97</c:v>
                </c:pt>
                <c:pt idx="77128">
                  <c:v>51.39</c:v>
                </c:pt>
                <c:pt idx="77129">
                  <c:v>56.97</c:v>
                </c:pt>
                <c:pt idx="77130">
                  <c:v>56.37</c:v>
                </c:pt>
                <c:pt idx="77131">
                  <c:v>170.48</c:v>
                </c:pt>
                <c:pt idx="77132">
                  <c:v>170.48</c:v>
                </c:pt>
                <c:pt idx="77133">
                  <c:v>107.97</c:v>
                </c:pt>
                <c:pt idx="77134">
                  <c:v>99.98</c:v>
                </c:pt>
                <c:pt idx="77135">
                  <c:v>144.47999999999999</c:v>
                </c:pt>
                <c:pt idx="77136">
                  <c:v>210.46</c:v>
                </c:pt>
                <c:pt idx="77137">
                  <c:v>114.97</c:v>
                </c:pt>
                <c:pt idx="77138">
                  <c:v>64.81</c:v>
                </c:pt>
                <c:pt idx="77139">
                  <c:v>131.97999999999999</c:v>
                </c:pt>
                <c:pt idx="77140">
                  <c:v>114.97</c:v>
                </c:pt>
                <c:pt idx="77141">
                  <c:v>99.96</c:v>
                </c:pt>
                <c:pt idx="77142">
                  <c:v>119.96</c:v>
                </c:pt>
                <c:pt idx="77143">
                  <c:v>139.94999999999999</c:v>
                </c:pt>
                <c:pt idx="77144">
                  <c:v>89.97</c:v>
                </c:pt>
                <c:pt idx="77145">
                  <c:v>89.97</c:v>
                </c:pt>
                <c:pt idx="77146">
                  <c:v>84.97</c:v>
                </c:pt>
                <c:pt idx="77147">
                  <c:v>99.96</c:v>
                </c:pt>
                <c:pt idx="77148">
                  <c:v>89.97</c:v>
                </c:pt>
                <c:pt idx="77149">
                  <c:v>106</c:v>
                </c:pt>
                <c:pt idx="77150">
                  <c:v>161.94</c:v>
                </c:pt>
                <c:pt idx="77151">
                  <c:v>143.94</c:v>
                </c:pt>
                <c:pt idx="77152">
                  <c:v>135.91999999999999</c:v>
                </c:pt>
                <c:pt idx="77153">
                  <c:v>75.03</c:v>
                </c:pt>
                <c:pt idx="77154">
                  <c:v>74.11</c:v>
                </c:pt>
                <c:pt idx="77155">
                  <c:v>78.98</c:v>
                </c:pt>
                <c:pt idx="77156">
                  <c:v>157.96</c:v>
                </c:pt>
                <c:pt idx="77157">
                  <c:v>51.48</c:v>
                </c:pt>
                <c:pt idx="77158">
                  <c:v>109.98</c:v>
                </c:pt>
                <c:pt idx="77159">
                  <c:v>146.94999999999999</c:v>
                </c:pt>
                <c:pt idx="77160">
                  <c:v>116.96</c:v>
                </c:pt>
                <c:pt idx="77161">
                  <c:v>47.48</c:v>
                </c:pt>
                <c:pt idx="77162">
                  <c:v>58.98</c:v>
                </c:pt>
                <c:pt idx="77163">
                  <c:v>47.48</c:v>
                </c:pt>
                <c:pt idx="77164">
                  <c:v>57.98</c:v>
                </c:pt>
                <c:pt idx="77165">
                  <c:v>191.96</c:v>
                </c:pt>
                <c:pt idx="77166">
                  <c:v>79.98</c:v>
                </c:pt>
                <c:pt idx="77167">
                  <c:v>77.959999999999994</c:v>
                </c:pt>
                <c:pt idx="77168">
                  <c:v>59.96</c:v>
                </c:pt>
                <c:pt idx="77169">
                  <c:v>74.27</c:v>
                </c:pt>
                <c:pt idx="77170">
                  <c:v>39.49</c:v>
                </c:pt>
                <c:pt idx="77171">
                  <c:v>15.49</c:v>
                </c:pt>
                <c:pt idx="77172">
                  <c:v>68.69</c:v>
                </c:pt>
                <c:pt idx="77173">
                  <c:v>299.85000000000002</c:v>
                </c:pt>
                <c:pt idx="77174">
                  <c:v>199.94</c:v>
                </c:pt>
                <c:pt idx="77175">
                  <c:v>263.95999999999998</c:v>
                </c:pt>
                <c:pt idx="77176">
                  <c:v>293.95</c:v>
                </c:pt>
                <c:pt idx="77177">
                  <c:v>166.97</c:v>
                </c:pt>
                <c:pt idx="77178">
                  <c:v>294.93</c:v>
                </c:pt>
                <c:pt idx="77179">
                  <c:v>149.97</c:v>
                </c:pt>
                <c:pt idx="77180">
                  <c:v>72.58</c:v>
                </c:pt>
                <c:pt idx="77181">
                  <c:v>109.96</c:v>
                </c:pt>
                <c:pt idx="77182">
                  <c:v>84.99</c:v>
                </c:pt>
                <c:pt idx="77183">
                  <c:v>139.97999999999999</c:v>
                </c:pt>
                <c:pt idx="77184">
                  <c:v>112.33</c:v>
                </c:pt>
                <c:pt idx="77185">
                  <c:v>184.97</c:v>
                </c:pt>
                <c:pt idx="77186">
                  <c:v>84.99</c:v>
                </c:pt>
                <c:pt idx="77187">
                  <c:v>121.98</c:v>
                </c:pt>
                <c:pt idx="77188">
                  <c:v>81.14</c:v>
                </c:pt>
                <c:pt idx="77189">
                  <c:v>42.99</c:v>
                </c:pt>
                <c:pt idx="77190">
                  <c:v>129.96</c:v>
                </c:pt>
                <c:pt idx="77191">
                  <c:v>112.97</c:v>
                </c:pt>
                <c:pt idx="77192">
                  <c:v>164.36</c:v>
                </c:pt>
                <c:pt idx="77193">
                  <c:v>131.97999999999999</c:v>
                </c:pt>
                <c:pt idx="77194">
                  <c:v>55.98</c:v>
                </c:pt>
                <c:pt idx="77195">
                  <c:v>103.97</c:v>
                </c:pt>
                <c:pt idx="77196">
                  <c:v>65.989999999999995</c:v>
                </c:pt>
                <c:pt idx="77197">
                  <c:v>65.989999999999995</c:v>
                </c:pt>
                <c:pt idx="77198">
                  <c:v>65.180000000000007</c:v>
                </c:pt>
                <c:pt idx="77199">
                  <c:v>65.180000000000007</c:v>
                </c:pt>
                <c:pt idx="77200">
                  <c:v>93.58</c:v>
                </c:pt>
                <c:pt idx="77201">
                  <c:v>79.13</c:v>
                </c:pt>
                <c:pt idx="77202">
                  <c:v>51.21</c:v>
                </c:pt>
                <c:pt idx="77203">
                  <c:v>60.98</c:v>
                </c:pt>
                <c:pt idx="77204">
                  <c:v>96.96</c:v>
                </c:pt>
                <c:pt idx="77205">
                  <c:v>77.47</c:v>
                </c:pt>
                <c:pt idx="77206">
                  <c:v>53.98</c:v>
                </c:pt>
                <c:pt idx="77207">
                  <c:v>54.48</c:v>
                </c:pt>
                <c:pt idx="77208">
                  <c:v>81.96</c:v>
                </c:pt>
                <c:pt idx="77209">
                  <c:v>57.98</c:v>
                </c:pt>
                <c:pt idx="77210">
                  <c:v>59.98</c:v>
                </c:pt>
                <c:pt idx="77211">
                  <c:v>66.97</c:v>
                </c:pt>
                <c:pt idx="77212">
                  <c:v>61.98</c:v>
                </c:pt>
                <c:pt idx="77213">
                  <c:v>56.07</c:v>
                </c:pt>
                <c:pt idx="77214">
                  <c:v>119.96</c:v>
                </c:pt>
                <c:pt idx="77215">
                  <c:v>52.68</c:v>
                </c:pt>
                <c:pt idx="77216">
                  <c:v>150.97</c:v>
                </c:pt>
                <c:pt idx="77217">
                  <c:v>35.49</c:v>
                </c:pt>
                <c:pt idx="77218">
                  <c:v>85.98</c:v>
                </c:pt>
                <c:pt idx="77219">
                  <c:v>79.959999999999994</c:v>
                </c:pt>
                <c:pt idx="77220">
                  <c:v>79.959999999999994</c:v>
                </c:pt>
                <c:pt idx="77221">
                  <c:v>84.97</c:v>
                </c:pt>
                <c:pt idx="77222">
                  <c:v>61.17</c:v>
                </c:pt>
                <c:pt idx="77223">
                  <c:v>61.17</c:v>
                </c:pt>
                <c:pt idx="77224">
                  <c:v>98.57</c:v>
                </c:pt>
                <c:pt idx="77225">
                  <c:v>44.99</c:v>
                </c:pt>
                <c:pt idx="77226">
                  <c:v>99.98</c:v>
                </c:pt>
                <c:pt idx="77227">
                  <c:v>44.99</c:v>
                </c:pt>
                <c:pt idx="77228">
                  <c:v>59.98</c:v>
                </c:pt>
                <c:pt idx="77229">
                  <c:v>129.97999999999999</c:v>
                </c:pt>
                <c:pt idx="77230">
                  <c:v>98.57</c:v>
                </c:pt>
                <c:pt idx="77231">
                  <c:v>99.98</c:v>
                </c:pt>
                <c:pt idx="77232">
                  <c:v>129.97999999999999</c:v>
                </c:pt>
                <c:pt idx="77233">
                  <c:v>143.97</c:v>
                </c:pt>
                <c:pt idx="77234">
                  <c:v>59.98</c:v>
                </c:pt>
                <c:pt idx="77235">
                  <c:v>143.97</c:v>
                </c:pt>
                <c:pt idx="77236">
                  <c:v>84.97</c:v>
                </c:pt>
                <c:pt idx="77237">
                  <c:v>169.98</c:v>
                </c:pt>
                <c:pt idx="77238">
                  <c:v>169.98</c:v>
                </c:pt>
                <c:pt idx="77239">
                  <c:v>159.97999999999999</c:v>
                </c:pt>
                <c:pt idx="77240">
                  <c:v>164.98</c:v>
                </c:pt>
                <c:pt idx="77241">
                  <c:v>169.98</c:v>
                </c:pt>
                <c:pt idx="77242">
                  <c:v>63.96</c:v>
                </c:pt>
                <c:pt idx="77243">
                  <c:v>74.97</c:v>
                </c:pt>
                <c:pt idx="77244">
                  <c:v>139.93</c:v>
                </c:pt>
                <c:pt idx="77245">
                  <c:v>63.96</c:v>
                </c:pt>
                <c:pt idx="77246">
                  <c:v>127.46</c:v>
                </c:pt>
                <c:pt idx="77247">
                  <c:v>109.96</c:v>
                </c:pt>
                <c:pt idx="77248">
                  <c:v>54.98</c:v>
                </c:pt>
                <c:pt idx="77249">
                  <c:v>63.96</c:v>
                </c:pt>
                <c:pt idx="77250">
                  <c:v>55.98</c:v>
                </c:pt>
                <c:pt idx="77251">
                  <c:v>61.98</c:v>
                </c:pt>
                <c:pt idx="77252">
                  <c:v>55.98</c:v>
                </c:pt>
                <c:pt idx="77253">
                  <c:v>91.96</c:v>
                </c:pt>
                <c:pt idx="77254">
                  <c:v>62.38</c:v>
                </c:pt>
                <c:pt idx="77255">
                  <c:v>55.98</c:v>
                </c:pt>
                <c:pt idx="77256">
                  <c:v>151.15</c:v>
                </c:pt>
                <c:pt idx="77257">
                  <c:v>151.15</c:v>
                </c:pt>
                <c:pt idx="77258">
                  <c:v>151.15</c:v>
                </c:pt>
                <c:pt idx="77259">
                  <c:v>61.48</c:v>
                </c:pt>
                <c:pt idx="77260">
                  <c:v>86.97</c:v>
                </c:pt>
                <c:pt idx="77261">
                  <c:v>34.880000000000003</c:v>
                </c:pt>
                <c:pt idx="77262">
                  <c:v>73.98</c:v>
                </c:pt>
                <c:pt idx="77263">
                  <c:v>51.48</c:v>
                </c:pt>
                <c:pt idx="77264">
                  <c:v>65.98</c:v>
                </c:pt>
                <c:pt idx="77265">
                  <c:v>86.97</c:v>
                </c:pt>
                <c:pt idx="77266">
                  <c:v>79.959999999999994</c:v>
                </c:pt>
                <c:pt idx="77267">
                  <c:v>59.98</c:v>
                </c:pt>
                <c:pt idx="77268">
                  <c:v>52.23</c:v>
                </c:pt>
                <c:pt idx="77269">
                  <c:v>55.98</c:v>
                </c:pt>
                <c:pt idx="77270">
                  <c:v>61.98</c:v>
                </c:pt>
                <c:pt idx="77271">
                  <c:v>112.97</c:v>
                </c:pt>
                <c:pt idx="77272">
                  <c:v>156.66999999999999</c:v>
                </c:pt>
                <c:pt idx="77273">
                  <c:v>59.98</c:v>
                </c:pt>
                <c:pt idx="77274">
                  <c:v>81.56</c:v>
                </c:pt>
                <c:pt idx="77275">
                  <c:v>84.99</c:v>
                </c:pt>
                <c:pt idx="77276">
                  <c:v>86.49</c:v>
                </c:pt>
                <c:pt idx="77277">
                  <c:v>29.48</c:v>
                </c:pt>
                <c:pt idx="77278">
                  <c:v>68.989999999999995</c:v>
                </c:pt>
                <c:pt idx="77279">
                  <c:v>101.98</c:v>
                </c:pt>
                <c:pt idx="77280">
                  <c:v>33.28</c:v>
                </c:pt>
                <c:pt idx="77281">
                  <c:v>33.28</c:v>
                </c:pt>
                <c:pt idx="77282">
                  <c:v>33.28</c:v>
                </c:pt>
                <c:pt idx="77283">
                  <c:v>63.96</c:v>
                </c:pt>
                <c:pt idx="77284">
                  <c:v>21.93</c:v>
                </c:pt>
                <c:pt idx="77285">
                  <c:v>50.97</c:v>
                </c:pt>
                <c:pt idx="77286">
                  <c:v>33.28</c:v>
                </c:pt>
                <c:pt idx="77287">
                  <c:v>-9.99</c:v>
                </c:pt>
                <c:pt idx="77288">
                  <c:v>33.28</c:v>
                </c:pt>
                <c:pt idx="77289">
                  <c:v>159.97999999999999</c:v>
                </c:pt>
                <c:pt idx="77290">
                  <c:v>132.97</c:v>
                </c:pt>
                <c:pt idx="77291">
                  <c:v>174.97</c:v>
                </c:pt>
                <c:pt idx="77292">
                  <c:v>159.97999999999999</c:v>
                </c:pt>
                <c:pt idx="77293">
                  <c:v>77.959999999999994</c:v>
                </c:pt>
                <c:pt idx="77294">
                  <c:v>143.97999999999999</c:v>
                </c:pt>
                <c:pt idx="77295">
                  <c:v>144.22</c:v>
                </c:pt>
                <c:pt idx="77296">
                  <c:v>71.959999999999994</c:v>
                </c:pt>
                <c:pt idx="77297">
                  <c:v>101.94</c:v>
                </c:pt>
                <c:pt idx="77298">
                  <c:v>89.23</c:v>
                </c:pt>
                <c:pt idx="77299">
                  <c:v>53.97</c:v>
                </c:pt>
                <c:pt idx="77300">
                  <c:v>69.38</c:v>
                </c:pt>
                <c:pt idx="77301">
                  <c:v>112.97</c:v>
                </c:pt>
                <c:pt idx="77302">
                  <c:v>214.97</c:v>
                </c:pt>
                <c:pt idx="77303">
                  <c:v>112.97</c:v>
                </c:pt>
                <c:pt idx="77304">
                  <c:v>39.479999999999997</c:v>
                </c:pt>
                <c:pt idx="77305">
                  <c:v>72.97</c:v>
                </c:pt>
                <c:pt idx="77306">
                  <c:v>31.48</c:v>
                </c:pt>
                <c:pt idx="77307">
                  <c:v>53.97</c:v>
                </c:pt>
                <c:pt idx="77308">
                  <c:v>68.98</c:v>
                </c:pt>
                <c:pt idx="77309">
                  <c:v>49.17</c:v>
                </c:pt>
                <c:pt idx="77310">
                  <c:v>71.97</c:v>
                </c:pt>
                <c:pt idx="77311">
                  <c:v>134.97999999999999</c:v>
                </c:pt>
                <c:pt idx="77312">
                  <c:v>67.97</c:v>
                </c:pt>
                <c:pt idx="77313">
                  <c:v>129.97999999999999</c:v>
                </c:pt>
                <c:pt idx="77314">
                  <c:v>119.68</c:v>
                </c:pt>
                <c:pt idx="77315">
                  <c:v>99.98</c:v>
                </c:pt>
                <c:pt idx="77316">
                  <c:v>53.95</c:v>
                </c:pt>
                <c:pt idx="77317">
                  <c:v>56.06</c:v>
                </c:pt>
                <c:pt idx="77318">
                  <c:v>57.8</c:v>
                </c:pt>
                <c:pt idx="77319">
                  <c:v>54.32</c:v>
                </c:pt>
                <c:pt idx="77320">
                  <c:v>54.96</c:v>
                </c:pt>
                <c:pt idx="77321">
                  <c:v>59.92</c:v>
                </c:pt>
                <c:pt idx="77322">
                  <c:v>52.96</c:v>
                </c:pt>
                <c:pt idx="77323">
                  <c:v>53.97</c:v>
                </c:pt>
                <c:pt idx="77324">
                  <c:v>51.98</c:v>
                </c:pt>
                <c:pt idx="77325">
                  <c:v>72.98</c:v>
                </c:pt>
                <c:pt idx="77326">
                  <c:v>99.96</c:v>
                </c:pt>
                <c:pt idx="77327">
                  <c:v>59.86</c:v>
                </c:pt>
                <c:pt idx="77328">
                  <c:v>51.98</c:v>
                </c:pt>
                <c:pt idx="77329">
                  <c:v>77.98</c:v>
                </c:pt>
                <c:pt idx="77330">
                  <c:v>51.98</c:v>
                </c:pt>
                <c:pt idx="77331">
                  <c:v>67.27</c:v>
                </c:pt>
                <c:pt idx="77332">
                  <c:v>75.959999999999994</c:v>
                </c:pt>
                <c:pt idx="77333">
                  <c:v>94.05</c:v>
                </c:pt>
                <c:pt idx="77334">
                  <c:v>96.74</c:v>
                </c:pt>
                <c:pt idx="77335">
                  <c:v>96.74</c:v>
                </c:pt>
                <c:pt idx="77336">
                  <c:v>72.48</c:v>
                </c:pt>
                <c:pt idx="77337">
                  <c:v>176.58</c:v>
                </c:pt>
                <c:pt idx="77338">
                  <c:v>124.06</c:v>
                </c:pt>
                <c:pt idx="77339">
                  <c:v>62.09</c:v>
                </c:pt>
                <c:pt idx="77340">
                  <c:v>84.99</c:v>
                </c:pt>
                <c:pt idx="77341">
                  <c:v>135.4</c:v>
                </c:pt>
                <c:pt idx="77342">
                  <c:v>84.99</c:v>
                </c:pt>
                <c:pt idx="77343">
                  <c:v>83.29</c:v>
                </c:pt>
                <c:pt idx="77344">
                  <c:v>103.98</c:v>
                </c:pt>
                <c:pt idx="77345">
                  <c:v>68.989999999999995</c:v>
                </c:pt>
                <c:pt idx="77346">
                  <c:v>82.07</c:v>
                </c:pt>
                <c:pt idx="77347">
                  <c:v>84.99</c:v>
                </c:pt>
                <c:pt idx="77348">
                  <c:v>84.99</c:v>
                </c:pt>
                <c:pt idx="77349">
                  <c:v>134.27000000000001</c:v>
                </c:pt>
                <c:pt idx="77350">
                  <c:v>134.27000000000001</c:v>
                </c:pt>
                <c:pt idx="77351">
                  <c:v>170.55</c:v>
                </c:pt>
                <c:pt idx="77352">
                  <c:v>134.27000000000001</c:v>
                </c:pt>
                <c:pt idx="77353">
                  <c:v>134.27000000000001</c:v>
                </c:pt>
                <c:pt idx="77354">
                  <c:v>149.99</c:v>
                </c:pt>
                <c:pt idx="77355">
                  <c:v>112.49</c:v>
                </c:pt>
                <c:pt idx="77356">
                  <c:v>133.03</c:v>
                </c:pt>
                <c:pt idx="77357">
                  <c:v>171.95</c:v>
                </c:pt>
                <c:pt idx="77358">
                  <c:v>141.97</c:v>
                </c:pt>
                <c:pt idx="77359">
                  <c:v>179.97</c:v>
                </c:pt>
                <c:pt idx="77360">
                  <c:v>164.86</c:v>
                </c:pt>
                <c:pt idx="77361">
                  <c:v>111.97</c:v>
                </c:pt>
                <c:pt idx="77362">
                  <c:v>124.96</c:v>
                </c:pt>
                <c:pt idx="77363">
                  <c:v>137.97999999999999</c:v>
                </c:pt>
                <c:pt idx="77364">
                  <c:v>254.97</c:v>
                </c:pt>
                <c:pt idx="77365">
                  <c:v>74.98</c:v>
                </c:pt>
                <c:pt idx="77366">
                  <c:v>84.99</c:v>
                </c:pt>
                <c:pt idx="77367">
                  <c:v>169.98</c:v>
                </c:pt>
                <c:pt idx="77368">
                  <c:v>55.84</c:v>
                </c:pt>
                <c:pt idx="77369">
                  <c:v>68.989999999999995</c:v>
                </c:pt>
                <c:pt idx="77370">
                  <c:v>92.97</c:v>
                </c:pt>
                <c:pt idx="77371">
                  <c:v>142.97999999999999</c:v>
                </c:pt>
                <c:pt idx="77372">
                  <c:v>124.18</c:v>
                </c:pt>
                <c:pt idx="77373">
                  <c:v>65.19</c:v>
                </c:pt>
                <c:pt idx="77374">
                  <c:v>68.989999999999995</c:v>
                </c:pt>
                <c:pt idx="77375">
                  <c:v>84.99</c:v>
                </c:pt>
                <c:pt idx="77376">
                  <c:v>68.989999999999995</c:v>
                </c:pt>
                <c:pt idx="77377">
                  <c:v>220.16</c:v>
                </c:pt>
                <c:pt idx="77378">
                  <c:v>138.12</c:v>
                </c:pt>
                <c:pt idx="77379">
                  <c:v>193.48</c:v>
                </c:pt>
                <c:pt idx="77380">
                  <c:v>97.78</c:v>
                </c:pt>
                <c:pt idx="77381">
                  <c:v>91.98</c:v>
                </c:pt>
                <c:pt idx="77382">
                  <c:v>84.99</c:v>
                </c:pt>
                <c:pt idx="77383">
                  <c:v>160.97</c:v>
                </c:pt>
                <c:pt idx="77384">
                  <c:v>84.99</c:v>
                </c:pt>
                <c:pt idx="77385">
                  <c:v>39.33</c:v>
                </c:pt>
                <c:pt idx="77386">
                  <c:v>169.98</c:v>
                </c:pt>
                <c:pt idx="77387">
                  <c:v>19.940000000000001</c:v>
                </c:pt>
                <c:pt idx="77388">
                  <c:v>84.99</c:v>
                </c:pt>
                <c:pt idx="77389">
                  <c:v>84.99</c:v>
                </c:pt>
                <c:pt idx="77390">
                  <c:v>84.99</c:v>
                </c:pt>
                <c:pt idx="77391">
                  <c:v>69.989999999999995</c:v>
                </c:pt>
                <c:pt idx="77392">
                  <c:v>121.5</c:v>
                </c:pt>
                <c:pt idx="77393">
                  <c:v>118.53</c:v>
                </c:pt>
                <c:pt idx="77394">
                  <c:v>157.88999999999999</c:v>
                </c:pt>
                <c:pt idx="77395">
                  <c:v>90.04</c:v>
                </c:pt>
                <c:pt idx="77396">
                  <c:v>145.94</c:v>
                </c:pt>
                <c:pt idx="77397">
                  <c:v>102.56</c:v>
                </c:pt>
                <c:pt idx="77398">
                  <c:v>69.95</c:v>
                </c:pt>
                <c:pt idx="77399">
                  <c:v>91.98</c:v>
                </c:pt>
                <c:pt idx="77400">
                  <c:v>65.98</c:v>
                </c:pt>
                <c:pt idx="77401">
                  <c:v>68.989999999999995</c:v>
                </c:pt>
                <c:pt idx="77402">
                  <c:v>84.99</c:v>
                </c:pt>
                <c:pt idx="77403">
                  <c:v>115.97</c:v>
                </c:pt>
                <c:pt idx="77404">
                  <c:v>70.989999999999995</c:v>
                </c:pt>
                <c:pt idx="77405">
                  <c:v>115.97</c:v>
                </c:pt>
                <c:pt idx="77406">
                  <c:v>72.12</c:v>
                </c:pt>
                <c:pt idx="77407">
                  <c:v>84.98</c:v>
                </c:pt>
                <c:pt idx="77408">
                  <c:v>68.989999999999995</c:v>
                </c:pt>
                <c:pt idx="77409">
                  <c:v>84.98</c:v>
                </c:pt>
                <c:pt idx="77410">
                  <c:v>68.989999999999995</c:v>
                </c:pt>
                <c:pt idx="77411">
                  <c:v>65.989999999999995</c:v>
                </c:pt>
                <c:pt idx="77412">
                  <c:v>99.97</c:v>
                </c:pt>
                <c:pt idx="77413">
                  <c:v>60.99</c:v>
                </c:pt>
                <c:pt idx="77414">
                  <c:v>26.19</c:v>
                </c:pt>
                <c:pt idx="77415">
                  <c:v>161.47999999999999</c:v>
                </c:pt>
                <c:pt idx="77416">
                  <c:v>169.98</c:v>
                </c:pt>
                <c:pt idx="77417">
                  <c:v>169.98</c:v>
                </c:pt>
                <c:pt idx="77418">
                  <c:v>169.98</c:v>
                </c:pt>
                <c:pt idx="77419">
                  <c:v>152.97999999999999</c:v>
                </c:pt>
                <c:pt idx="77420">
                  <c:v>169.98</c:v>
                </c:pt>
                <c:pt idx="77421">
                  <c:v>131.97999999999999</c:v>
                </c:pt>
                <c:pt idx="77422">
                  <c:v>263.95999999999998</c:v>
                </c:pt>
                <c:pt idx="77423">
                  <c:v>237.56</c:v>
                </c:pt>
                <c:pt idx="77424">
                  <c:v>135.97999999999999</c:v>
                </c:pt>
                <c:pt idx="77425">
                  <c:v>165.46</c:v>
                </c:pt>
                <c:pt idx="77426">
                  <c:v>65.989999999999995</c:v>
                </c:pt>
                <c:pt idx="77427">
                  <c:v>59.97</c:v>
                </c:pt>
                <c:pt idx="77428">
                  <c:v>131.97999999999999</c:v>
                </c:pt>
                <c:pt idx="77429">
                  <c:v>77.959999999999994</c:v>
                </c:pt>
                <c:pt idx="77430">
                  <c:v>77.959999999999994</c:v>
                </c:pt>
                <c:pt idx="77431">
                  <c:v>62.72</c:v>
                </c:pt>
                <c:pt idx="77432">
                  <c:v>131.97999999999999</c:v>
                </c:pt>
                <c:pt idx="77433">
                  <c:v>103.95</c:v>
                </c:pt>
                <c:pt idx="77434">
                  <c:v>64.95</c:v>
                </c:pt>
                <c:pt idx="77435">
                  <c:v>64.95</c:v>
                </c:pt>
                <c:pt idx="77436">
                  <c:v>76.83</c:v>
                </c:pt>
                <c:pt idx="77437">
                  <c:v>63.37</c:v>
                </c:pt>
                <c:pt idx="77438">
                  <c:v>172.96</c:v>
                </c:pt>
                <c:pt idx="77439">
                  <c:v>51.96</c:v>
                </c:pt>
                <c:pt idx="77440">
                  <c:v>74.98</c:v>
                </c:pt>
                <c:pt idx="77441">
                  <c:v>84.99</c:v>
                </c:pt>
                <c:pt idx="77442">
                  <c:v>50.97</c:v>
                </c:pt>
                <c:pt idx="77443">
                  <c:v>274.55</c:v>
                </c:pt>
                <c:pt idx="77444">
                  <c:v>195.97</c:v>
                </c:pt>
                <c:pt idx="77445">
                  <c:v>333.15</c:v>
                </c:pt>
                <c:pt idx="77446">
                  <c:v>292.75</c:v>
                </c:pt>
                <c:pt idx="77447">
                  <c:v>263.47000000000003</c:v>
                </c:pt>
                <c:pt idx="77448">
                  <c:v>832.22</c:v>
                </c:pt>
                <c:pt idx="77449">
                  <c:v>832.22</c:v>
                </c:pt>
                <c:pt idx="77450">
                  <c:v>263.47000000000003</c:v>
                </c:pt>
                <c:pt idx="77451">
                  <c:v>85.83</c:v>
                </c:pt>
                <c:pt idx="77452">
                  <c:v>47.33</c:v>
                </c:pt>
                <c:pt idx="77453">
                  <c:v>100.98</c:v>
                </c:pt>
                <c:pt idx="77454">
                  <c:v>72.180000000000007</c:v>
                </c:pt>
                <c:pt idx="77455">
                  <c:v>65.989999999999995</c:v>
                </c:pt>
                <c:pt idx="77456">
                  <c:v>65.989999999999995</c:v>
                </c:pt>
                <c:pt idx="77457">
                  <c:v>65.989999999999995</c:v>
                </c:pt>
                <c:pt idx="77458">
                  <c:v>84.99</c:v>
                </c:pt>
                <c:pt idx="77459">
                  <c:v>69.989999999999995</c:v>
                </c:pt>
                <c:pt idx="77460">
                  <c:v>54.99</c:v>
                </c:pt>
                <c:pt idx="77461">
                  <c:v>81.62</c:v>
                </c:pt>
                <c:pt idx="77462">
                  <c:v>149.96</c:v>
                </c:pt>
                <c:pt idx="77463">
                  <c:v>158.96</c:v>
                </c:pt>
                <c:pt idx="77464">
                  <c:v>154.47</c:v>
                </c:pt>
                <c:pt idx="77465">
                  <c:v>434.9</c:v>
                </c:pt>
                <c:pt idx="77466">
                  <c:v>187.96</c:v>
                </c:pt>
                <c:pt idx="77467">
                  <c:v>14.99</c:v>
                </c:pt>
                <c:pt idx="77468">
                  <c:v>84.56</c:v>
                </c:pt>
                <c:pt idx="77469">
                  <c:v>74.03</c:v>
                </c:pt>
                <c:pt idx="77470">
                  <c:v>102.94</c:v>
                </c:pt>
                <c:pt idx="77471">
                  <c:v>72.97</c:v>
                </c:pt>
                <c:pt idx="77472">
                  <c:v>70.33</c:v>
                </c:pt>
                <c:pt idx="77473">
                  <c:v>122.64</c:v>
                </c:pt>
                <c:pt idx="77474">
                  <c:v>94.25</c:v>
                </c:pt>
                <c:pt idx="77475">
                  <c:v>104.98</c:v>
                </c:pt>
                <c:pt idx="77476">
                  <c:v>84.99</c:v>
                </c:pt>
                <c:pt idx="77477">
                  <c:v>98.03</c:v>
                </c:pt>
                <c:pt idx="77478">
                  <c:v>104.98</c:v>
                </c:pt>
                <c:pt idx="77479">
                  <c:v>84.99</c:v>
                </c:pt>
                <c:pt idx="77480">
                  <c:v>114.98</c:v>
                </c:pt>
                <c:pt idx="77481">
                  <c:v>131.72</c:v>
                </c:pt>
                <c:pt idx="77482">
                  <c:v>96.48</c:v>
                </c:pt>
                <c:pt idx="77483">
                  <c:v>69.98</c:v>
                </c:pt>
                <c:pt idx="77484">
                  <c:v>72.56</c:v>
                </c:pt>
                <c:pt idx="77485">
                  <c:v>79.98</c:v>
                </c:pt>
                <c:pt idx="77486">
                  <c:v>128.97</c:v>
                </c:pt>
                <c:pt idx="77487">
                  <c:v>54.99</c:v>
                </c:pt>
                <c:pt idx="77488">
                  <c:v>51.09</c:v>
                </c:pt>
                <c:pt idx="77489">
                  <c:v>89.98</c:v>
                </c:pt>
                <c:pt idx="77490">
                  <c:v>83.97</c:v>
                </c:pt>
                <c:pt idx="77491">
                  <c:v>72.97</c:v>
                </c:pt>
                <c:pt idx="77492">
                  <c:v>65.989999999999995</c:v>
                </c:pt>
                <c:pt idx="77493">
                  <c:v>63.98</c:v>
                </c:pt>
                <c:pt idx="77494">
                  <c:v>86.96</c:v>
                </c:pt>
                <c:pt idx="77495">
                  <c:v>65.989999999999995</c:v>
                </c:pt>
                <c:pt idx="77496">
                  <c:v>49.48</c:v>
                </c:pt>
                <c:pt idx="77497">
                  <c:v>84.99</c:v>
                </c:pt>
                <c:pt idx="77498">
                  <c:v>84.99</c:v>
                </c:pt>
                <c:pt idx="77499">
                  <c:v>84.99</c:v>
                </c:pt>
                <c:pt idx="77500">
                  <c:v>64.98</c:v>
                </c:pt>
                <c:pt idx="77501">
                  <c:v>83.98</c:v>
                </c:pt>
                <c:pt idx="77502">
                  <c:v>99.98</c:v>
                </c:pt>
                <c:pt idx="77503">
                  <c:v>84.99</c:v>
                </c:pt>
                <c:pt idx="77504">
                  <c:v>84.99</c:v>
                </c:pt>
                <c:pt idx="77505">
                  <c:v>84.99</c:v>
                </c:pt>
                <c:pt idx="77506">
                  <c:v>61.98</c:v>
                </c:pt>
                <c:pt idx="77507">
                  <c:v>73.98</c:v>
                </c:pt>
                <c:pt idx="77508">
                  <c:v>73.98</c:v>
                </c:pt>
                <c:pt idx="77509">
                  <c:v>73.98</c:v>
                </c:pt>
                <c:pt idx="77510">
                  <c:v>55.98</c:v>
                </c:pt>
                <c:pt idx="77511">
                  <c:v>73.98</c:v>
                </c:pt>
                <c:pt idx="77512">
                  <c:v>73.98</c:v>
                </c:pt>
                <c:pt idx="77513">
                  <c:v>103</c:v>
                </c:pt>
                <c:pt idx="77514">
                  <c:v>61.98</c:v>
                </c:pt>
                <c:pt idx="77515">
                  <c:v>110.97</c:v>
                </c:pt>
                <c:pt idx="77516">
                  <c:v>49.99</c:v>
                </c:pt>
                <c:pt idx="77517">
                  <c:v>67.47</c:v>
                </c:pt>
                <c:pt idx="77518">
                  <c:v>124.87</c:v>
                </c:pt>
                <c:pt idx="77519">
                  <c:v>127.95</c:v>
                </c:pt>
                <c:pt idx="77520">
                  <c:v>89.97</c:v>
                </c:pt>
                <c:pt idx="77521">
                  <c:v>50.96</c:v>
                </c:pt>
                <c:pt idx="77522">
                  <c:v>65.98</c:v>
                </c:pt>
                <c:pt idx="77523">
                  <c:v>101.97</c:v>
                </c:pt>
                <c:pt idx="77524">
                  <c:v>98.57</c:v>
                </c:pt>
                <c:pt idx="77525">
                  <c:v>68.959999999999994</c:v>
                </c:pt>
                <c:pt idx="77526">
                  <c:v>89.97</c:v>
                </c:pt>
                <c:pt idx="77527">
                  <c:v>65.97</c:v>
                </c:pt>
                <c:pt idx="77528">
                  <c:v>104.97</c:v>
                </c:pt>
                <c:pt idx="77529">
                  <c:v>49.98</c:v>
                </c:pt>
                <c:pt idx="77530">
                  <c:v>89.97</c:v>
                </c:pt>
                <c:pt idx="77531">
                  <c:v>73.97</c:v>
                </c:pt>
                <c:pt idx="77532">
                  <c:v>54.98</c:v>
                </c:pt>
                <c:pt idx="77533">
                  <c:v>59.37</c:v>
                </c:pt>
                <c:pt idx="77534">
                  <c:v>59.98</c:v>
                </c:pt>
                <c:pt idx="77535">
                  <c:v>38.799999999999997</c:v>
                </c:pt>
                <c:pt idx="77536">
                  <c:v>28.17</c:v>
                </c:pt>
                <c:pt idx="77537">
                  <c:v>59.98</c:v>
                </c:pt>
                <c:pt idx="77538">
                  <c:v>56.21</c:v>
                </c:pt>
                <c:pt idx="77539">
                  <c:v>39.18</c:v>
                </c:pt>
                <c:pt idx="77540">
                  <c:v>59.98</c:v>
                </c:pt>
                <c:pt idx="77541">
                  <c:v>38.44</c:v>
                </c:pt>
                <c:pt idx="77542">
                  <c:v>141.91999999999999</c:v>
                </c:pt>
                <c:pt idx="77543">
                  <c:v>166.96</c:v>
                </c:pt>
                <c:pt idx="77544">
                  <c:v>166.96</c:v>
                </c:pt>
                <c:pt idx="77545">
                  <c:v>166.96</c:v>
                </c:pt>
                <c:pt idx="77546">
                  <c:v>87.16</c:v>
                </c:pt>
                <c:pt idx="77547">
                  <c:v>119.14</c:v>
                </c:pt>
                <c:pt idx="77548">
                  <c:v>169.98</c:v>
                </c:pt>
                <c:pt idx="77549">
                  <c:v>121.35</c:v>
                </c:pt>
                <c:pt idx="77550">
                  <c:v>102.96</c:v>
                </c:pt>
                <c:pt idx="77551">
                  <c:v>93.97</c:v>
                </c:pt>
                <c:pt idx="77552">
                  <c:v>95.93</c:v>
                </c:pt>
                <c:pt idx="77553">
                  <c:v>94.31</c:v>
                </c:pt>
                <c:pt idx="77554">
                  <c:v>64.069999999999993</c:v>
                </c:pt>
                <c:pt idx="77555">
                  <c:v>64.069999999999993</c:v>
                </c:pt>
                <c:pt idx="77556">
                  <c:v>71.98</c:v>
                </c:pt>
                <c:pt idx="77557">
                  <c:v>-1.2</c:v>
                </c:pt>
                <c:pt idx="77558">
                  <c:v>131.79</c:v>
                </c:pt>
                <c:pt idx="77559">
                  <c:v>131.79</c:v>
                </c:pt>
                <c:pt idx="77560">
                  <c:v>71.98</c:v>
                </c:pt>
                <c:pt idx="77561">
                  <c:v>101.57</c:v>
                </c:pt>
                <c:pt idx="77562">
                  <c:v>87.65</c:v>
                </c:pt>
                <c:pt idx="77563">
                  <c:v>229.8</c:v>
                </c:pt>
                <c:pt idx="77564">
                  <c:v>87.65</c:v>
                </c:pt>
                <c:pt idx="77565">
                  <c:v>229.8</c:v>
                </c:pt>
                <c:pt idx="77566">
                  <c:v>94.31</c:v>
                </c:pt>
                <c:pt idx="77567">
                  <c:v>-1.2</c:v>
                </c:pt>
                <c:pt idx="77568">
                  <c:v>101.57</c:v>
                </c:pt>
                <c:pt idx="77569">
                  <c:v>56.97</c:v>
                </c:pt>
                <c:pt idx="77570">
                  <c:v>125.95</c:v>
                </c:pt>
                <c:pt idx="77571">
                  <c:v>103.96</c:v>
                </c:pt>
                <c:pt idx="77572">
                  <c:v>137.97999999999999</c:v>
                </c:pt>
                <c:pt idx="77573">
                  <c:v>114.96</c:v>
                </c:pt>
                <c:pt idx="77574">
                  <c:v>37.479999999999997</c:v>
                </c:pt>
                <c:pt idx="77575">
                  <c:v>77.97</c:v>
                </c:pt>
                <c:pt idx="77576">
                  <c:v>77.97</c:v>
                </c:pt>
                <c:pt idx="77577">
                  <c:v>103.96</c:v>
                </c:pt>
                <c:pt idx="77578">
                  <c:v>131.97999999999999</c:v>
                </c:pt>
                <c:pt idx="77579">
                  <c:v>212.96</c:v>
                </c:pt>
                <c:pt idx="77580">
                  <c:v>199.46</c:v>
                </c:pt>
                <c:pt idx="77581">
                  <c:v>197.97</c:v>
                </c:pt>
                <c:pt idx="77582">
                  <c:v>118.78</c:v>
                </c:pt>
                <c:pt idx="77583">
                  <c:v>131.97999999999999</c:v>
                </c:pt>
                <c:pt idx="77584">
                  <c:v>68.98</c:v>
                </c:pt>
                <c:pt idx="77585">
                  <c:v>68.98</c:v>
                </c:pt>
                <c:pt idx="77586">
                  <c:v>84.99</c:v>
                </c:pt>
                <c:pt idx="77587">
                  <c:v>82.98</c:v>
                </c:pt>
                <c:pt idx="77588">
                  <c:v>80.55</c:v>
                </c:pt>
                <c:pt idx="77589">
                  <c:v>50.22</c:v>
                </c:pt>
                <c:pt idx="77590">
                  <c:v>68.98</c:v>
                </c:pt>
                <c:pt idx="77591">
                  <c:v>79.98</c:v>
                </c:pt>
                <c:pt idx="77592">
                  <c:v>41.29</c:v>
                </c:pt>
                <c:pt idx="77593">
                  <c:v>98.98</c:v>
                </c:pt>
                <c:pt idx="77594">
                  <c:v>54.99</c:v>
                </c:pt>
                <c:pt idx="77595">
                  <c:v>97.3</c:v>
                </c:pt>
                <c:pt idx="77596">
                  <c:v>79.98</c:v>
                </c:pt>
                <c:pt idx="77597">
                  <c:v>74.98</c:v>
                </c:pt>
                <c:pt idx="77598">
                  <c:v>89.97</c:v>
                </c:pt>
                <c:pt idx="77599">
                  <c:v>98.98</c:v>
                </c:pt>
                <c:pt idx="77600">
                  <c:v>69.98</c:v>
                </c:pt>
                <c:pt idx="77601">
                  <c:v>98.98</c:v>
                </c:pt>
                <c:pt idx="77602">
                  <c:v>50.98</c:v>
                </c:pt>
                <c:pt idx="77603">
                  <c:v>99.98</c:v>
                </c:pt>
                <c:pt idx="77604">
                  <c:v>109.97</c:v>
                </c:pt>
                <c:pt idx="77605">
                  <c:v>74.98</c:v>
                </c:pt>
                <c:pt idx="77606">
                  <c:v>79.98</c:v>
                </c:pt>
                <c:pt idx="77607">
                  <c:v>169.98</c:v>
                </c:pt>
                <c:pt idx="77608">
                  <c:v>169.98</c:v>
                </c:pt>
                <c:pt idx="77609">
                  <c:v>292.95</c:v>
                </c:pt>
                <c:pt idx="77610">
                  <c:v>143.97999999999999</c:v>
                </c:pt>
                <c:pt idx="77611">
                  <c:v>65.989999999999995</c:v>
                </c:pt>
                <c:pt idx="77612">
                  <c:v>50.98</c:v>
                </c:pt>
                <c:pt idx="77613">
                  <c:v>70.98</c:v>
                </c:pt>
                <c:pt idx="77614">
                  <c:v>99.98</c:v>
                </c:pt>
                <c:pt idx="77615">
                  <c:v>131.97999999999999</c:v>
                </c:pt>
                <c:pt idx="77616">
                  <c:v>65.989999999999995</c:v>
                </c:pt>
                <c:pt idx="77617">
                  <c:v>92.38</c:v>
                </c:pt>
                <c:pt idx="77618">
                  <c:v>114.97</c:v>
                </c:pt>
                <c:pt idx="77619">
                  <c:v>131.97999999999999</c:v>
                </c:pt>
                <c:pt idx="77620">
                  <c:v>80.8</c:v>
                </c:pt>
                <c:pt idx="77621">
                  <c:v>131.13999999999999</c:v>
                </c:pt>
                <c:pt idx="77622">
                  <c:v>105.98</c:v>
                </c:pt>
                <c:pt idx="77623">
                  <c:v>105.98</c:v>
                </c:pt>
                <c:pt idx="77624">
                  <c:v>94.65</c:v>
                </c:pt>
                <c:pt idx="77625">
                  <c:v>105.98</c:v>
                </c:pt>
                <c:pt idx="77626">
                  <c:v>131.02000000000001</c:v>
                </c:pt>
                <c:pt idx="77627">
                  <c:v>166.54</c:v>
                </c:pt>
                <c:pt idx="77628">
                  <c:v>118.97</c:v>
                </c:pt>
                <c:pt idx="77629">
                  <c:v>148.97999999999999</c:v>
                </c:pt>
                <c:pt idx="77630">
                  <c:v>169.98</c:v>
                </c:pt>
                <c:pt idx="77631">
                  <c:v>94.17</c:v>
                </c:pt>
                <c:pt idx="77632">
                  <c:v>194.97</c:v>
                </c:pt>
                <c:pt idx="77633">
                  <c:v>50.98</c:v>
                </c:pt>
                <c:pt idx="77634">
                  <c:v>91.94</c:v>
                </c:pt>
                <c:pt idx="77635">
                  <c:v>50.98</c:v>
                </c:pt>
                <c:pt idx="77636">
                  <c:v>85.95</c:v>
                </c:pt>
                <c:pt idx="77637">
                  <c:v>91.94</c:v>
                </c:pt>
                <c:pt idx="77638">
                  <c:v>85.95</c:v>
                </c:pt>
                <c:pt idx="77639">
                  <c:v>84.99</c:v>
                </c:pt>
                <c:pt idx="77640">
                  <c:v>84.99</c:v>
                </c:pt>
                <c:pt idx="77641">
                  <c:v>68.989999999999995</c:v>
                </c:pt>
                <c:pt idx="77642">
                  <c:v>84.99</c:v>
                </c:pt>
                <c:pt idx="77643">
                  <c:v>54.99</c:v>
                </c:pt>
                <c:pt idx="77644">
                  <c:v>84.99</c:v>
                </c:pt>
                <c:pt idx="77645">
                  <c:v>89.98</c:v>
                </c:pt>
                <c:pt idx="77646">
                  <c:v>84.99</c:v>
                </c:pt>
                <c:pt idx="77647">
                  <c:v>84.99</c:v>
                </c:pt>
                <c:pt idx="77648">
                  <c:v>84.99</c:v>
                </c:pt>
                <c:pt idx="77649">
                  <c:v>29.48</c:v>
                </c:pt>
                <c:pt idx="77650">
                  <c:v>47.49</c:v>
                </c:pt>
                <c:pt idx="77651">
                  <c:v>54.98</c:v>
                </c:pt>
                <c:pt idx="77652">
                  <c:v>54.98</c:v>
                </c:pt>
                <c:pt idx="77653">
                  <c:v>129.97999999999999</c:v>
                </c:pt>
                <c:pt idx="77654">
                  <c:v>54.98</c:v>
                </c:pt>
                <c:pt idx="77655">
                  <c:v>29.99</c:v>
                </c:pt>
                <c:pt idx="77656">
                  <c:v>119.96</c:v>
                </c:pt>
                <c:pt idx="77657">
                  <c:v>89.97</c:v>
                </c:pt>
                <c:pt idx="77658">
                  <c:v>119.96</c:v>
                </c:pt>
                <c:pt idx="77659">
                  <c:v>89.97</c:v>
                </c:pt>
                <c:pt idx="77660">
                  <c:v>374.91</c:v>
                </c:pt>
                <c:pt idx="77661">
                  <c:v>223.36</c:v>
                </c:pt>
                <c:pt idx="77662">
                  <c:v>279.39999999999998</c:v>
                </c:pt>
                <c:pt idx="77663">
                  <c:v>84.96</c:v>
                </c:pt>
                <c:pt idx="77664">
                  <c:v>124.94</c:v>
                </c:pt>
                <c:pt idx="77665">
                  <c:v>144.94999999999999</c:v>
                </c:pt>
                <c:pt idx="77666">
                  <c:v>100.96</c:v>
                </c:pt>
                <c:pt idx="77667">
                  <c:v>169.98</c:v>
                </c:pt>
                <c:pt idx="77668">
                  <c:v>67.48</c:v>
                </c:pt>
                <c:pt idx="77669">
                  <c:v>105.98</c:v>
                </c:pt>
                <c:pt idx="77670">
                  <c:v>84.99</c:v>
                </c:pt>
                <c:pt idx="77671">
                  <c:v>166.96</c:v>
                </c:pt>
                <c:pt idx="77672">
                  <c:v>75.959999999999994</c:v>
                </c:pt>
                <c:pt idx="77673">
                  <c:v>102.41</c:v>
                </c:pt>
                <c:pt idx="77674">
                  <c:v>84.99</c:v>
                </c:pt>
                <c:pt idx="77675">
                  <c:v>99.98</c:v>
                </c:pt>
                <c:pt idx="77676">
                  <c:v>54.28</c:v>
                </c:pt>
                <c:pt idx="77677">
                  <c:v>37.590000000000003</c:v>
                </c:pt>
                <c:pt idx="77678">
                  <c:v>65.989999999999995</c:v>
                </c:pt>
                <c:pt idx="77679">
                  <c:v>79.989999999999995</c:v>
                </c:pt>
                <c:pt idx="77680">
                  <c:v>79.989999999999995</c:v>
                </c:pt>
                <c:pt idx="77681">
                  <c:v>79.989999999999995</c:v>
                </c:pt>
                <c:pt idx="77682">
                  <c:v>68.98</c:v>
                </c:pt>
                <c:pt idx="77683">
                  <c:v>52.24</c:v>
                </c:pt>
                <c:pt idx="77684">
                  <c:v>98.97</c:v>
                </c:pt>
                <c:pt idx="77685">
                  <c:v>69.98</c:v>
                </c:pt>
                <c:pt idx="77686">
                  <c:v>79.989999999999995</c:v>
                </c:pt>
                <c:pt idx="77687">
                  <c:v>47.49</c:v>
                </c:pt>
                <c:pt idx="77688">
                  <c:v>68.98</c:v>
                </c:pt>
                <c:pt idx="77689">
                  <c:v>41.49</c:v>
                </c:pt>
                <c:pt idx="77690">
                  <c:v>96.15</c:v>
                </c:pt>
                <c:pt idx="77691">
                  <c:v>66.540000000000006</c:v>
                </c:pt>
                <c:pt idx="77692">
                  <c:v>83.47</c:v>
                </c:pt>
                <c:pt idx="77693">
                  <c:v>92.54</c:v>
                </c:pt>
                <c:pt idx="77694">
                  <c:v>62.91</c:v>
                </c:pt>
                <c:pt idx="77695">
                  <c:v>83.47</c:v>
                </c:pt>
                <c:pt idx="77696">
                  <c:v>214.35</c:v>
                </c:pt>
                <c:pt idx="77697">
                  <c:v>67.87</c:v>
                </c:pt>
                <c:pt idx="77698">
                  <c:v>78.87</c:v>
                </c:pt>
                <c:pt idx="77699">
                  <c:v>102.83</c:v>
                </c:pt>
                <c:pt idx="77700">
                  <c:v>61.69</c:v>
                </c:pt>
                <c:pt idx="77701">
                  <c:v>169.98</c:v>
                </c:pt>
                <c:pt idx="77702">
                  <c:v>73.48</c:v>
                </c:pt>
                <c:pt idx="77703">
                  <c:v>87.97</c:v>
                </c:pt>
                <c:pt idx="77704">
                  <c:v>84.99</c:v>
                </c:pt>
                <c:pt idx="77705">
                  <c:v>108.96</c:v>
                </c:pt>
                <c:pt idx="77706">
                  <c:v>84.99</c:v>
                </c:pt>
                <c:pt idx="77707">
                  <c:v>106.46</c:v>
                </c:pt>
                <c:pt idx="77708">
                  <c:v>82.97</c:v>
                </c:pt>
                <c:pt idx="77709">
                  <c:v>84.64</c:v>
                </c:pt>
                <c:pt idx="77710">
                  <c:v>84.99</c:v>
                </c:pt>
                <c:pt idx="77711">
                  <c:v>109.97</c:v>
                </c:pt>
                <c:pt idx="77712">
                  <c:v>84.99</c:v>
                </c:pt>
                <c:pt idx="77713">
                  <c:v>133.97</c:v>
                </c:pt>
                <c:pt idx="77714">
                  <c:v>89.95</c:v>
                </c:pt>
                <c:pt idx="77715">
                  <c:v>104.94</c:v>
                </c:pt>
                <c:pt idx="77716">
                  <c:v>94.95</c:v>
                </c:pt>
                <c:pt idx="77717">
                  <c:v>109.94</c:v>
                </c:pt>
                <c:pt idx="77718">
                  <c:v>89.95</c:v>
                </c:pt>
                <c:pt idx="77719">
                  <c:v>109.94</c:v>
                </c:pt>
                <c:pt idx="77720">
                  <c:v>94.95</c:v>
                </c:pt>
                <c:pt idx="77721">
                  <c:v>189.9</c:v>
                </c:pt>
                <c:pt idx="77722">
                  <c:v>107.94</c:v>
                </c:pt>
                <c:pt idx="77723">
                  <c:v>104.94</c:v>
                </c:pt>
                <c:pt idx="77724">
                  <c:v>94.95</c:v>
                </c:pt>
                <c:pt idx="77725">
                  <c:v>94.95</c:v>
                </c:pt>
                <c:pt idx="77726">
                  <c:v>144.94</c:v>
                </c:pt>
                <c:pt idx="77727">
                  <c:v>144.94</c:v>
                </c:pt>
                <c:pt idx="77728">
                  <c:v>189.9</c:v>
                </c:pt>
                <c:pt idx="77729">
                  <c:v>107.94</c:v>
                </c:pt>
                <c:pt idx="77730">
                  <c:v>75.98</c:v>
                </c:pt>
                <c:pt idx="77731">
                  <c:v>65.98</c:v>
                </c:pt>
                <c:pt idx="77732">
                  <c:v>75.98</c:v>
                </c:pt>
                <c:pt idx="77733">
                  <c:v>72.180000000000007</c:v>
                </c:pt>
                <c:pt idx="77734">
                  <c:v>74.52</c:v>
                </c:pt>
                <c:pt idx="77735">
                  <c:v>145.96</c:v>
                </c:pt>
                <c:pt idx="77736">
                  <c:v>79.97</c:v>
                </c:pt>
                <c:pt idx="77737">
                  <c:v>104.45</c:v>
                </c:pt>
                <c:pt idx="77738">
                  <c:v>75.98</c:v>
                </c:pt>
                <c:pt idx="77739">
                  <c:v>75.22</c:v>
                </c:pt>
                <c:pt idx="77740">
                  <c:v>52.24</c:v>
                </c:pt>
                <c:pt idx="77741">
                  <c:v>59.39</c:v>
                </c:pt>
                <c:pt idx="77742">
                  <c:v>76.489999999999995</c:v>
                </c:pt>
                <c:pt idx="77743">
                  <c:v>134.97</c:v>
                </c:pt>
                <c:pt idx="77744">
                  <c:v>67.48</c:v>
                </c:pt>
                <c:pt idx="77745">
                  <c:v>76.489999999999995</c:v>
                </c:pt>
                <c:pt idx="77746">
                  <c:v>130.47</c:v>
                </c:pt>
                <c:pt idx="77747">
                  <c:v>76.489999999999995</c:v>
                </c:pt>
                <c:pt idx="77748">
                  <c:v>78.47</c:v>
                </c:pt>
                <c:pt idx="77749">
                  <c:v>84.98</c:v>
                </c:pt>
                <c:pt idx="77750">
                  <c:v>80.23</c:v>
                </c:pt>
                <c:pt idx="77751">
                  <c:v>129.97</c:v>
                </c:pt>
                <c:pt idx="77752">
                  <c:v>51.86</c:v>
                </c:pt>
                <c:pt idx="77753">
                  <c:v>159.96</c:v>
                </c:pt>
                <c:pt idx="77754">
                  <c:v>148.44999999999999</c:v>
                </c:pt>
                <c:pt idx="77755">
                  <c:v>180.42</c:v>
                </c:pt>
                <c:pt idx="77756">
                  <c:v>152.93</c:v>
                </c:pt>
                <c:pt idx="77757">
                  <c:v>77.459999999999994</c:v>
                </c:pt>
                <c:pt idx="77758">
                  <c:v>55.96</c:v>
                </c:pt>
                <c:pt idx="77759">
                  <c:v>59.96</c:v>
                </c:pt>
                <c:pt idx="77760">
                  <c:v>54.98</c:v>
                </c:pt>
                <c:pt idx="77761">
                  <c:v>59.96</c:v>
                </c:pt>
                <c:pt idx="77762">
                  <c:v>42.87</c:v>
                </c:pt>
                <c:pt idx="77763">
                  <c:v>77.459999999999994</c:v>
                </c:pt>
                <c:pt idx="77764">
                  <c:v>42.87</c:v>
                </c:pt>
                <c:pt idx="77765">
                  <c:v>54.98</c:v>
                </c:pt>
                <c:pt idx="77766">
                  <c:v>59.96</c:v>
                </c:pt>
                <c:pt idx="77767">
                  <c:v>59.96</c:v>
                </c:pt>
                <c:pt idx="77768">
                  <c:v>59.96</c:v>
                </c:pt>
                <c:pt idx="77769">
                  <c:v>55.96</c:v>
                </c:pt>
                <c:pt idx="77770">
                  <c:v>59.96</c:v>
                </c:pt>
                <c:pt idx="77771">
                  <c:v>258.39999999999998</c:v>
                </c:pt>
                <c:pt idx="77772">
                  <c:v>53.97</c:v>
                </c:pt>
                <c:pt idx="77773">
                  <c:v>51.96</c:v>
                </c:pt>
                <c:pt idx="77774">
                  <c:v>139.97999999999999</c:v>
                </c:pt>
                <c:pt idx="77775">
                  <c:v>139.97999999999999</c:v>
                </c:pt>
                <c:pt idx="77776">
                  <c:v>51.96</c:v>
                </c:pt>
                <c:pt idx="77777">
                  <c:v>124.98</c:v>
                </c:pt>
                <c:pt idx="77778">
                  <c:v>-14.94</c:v>
                </c:pt>
                <c:pt idx="77779">
                  <c:v>-14.94</c:v>
                </c:pt>
                <c:pt idx="77780">
                  <c:v>14.29</c:v>
                </c:pt>
                <c:pt idx="77781">
                  <c:v>14.29</c:v>
                </c:pt>
                <c:pt idx="77782">
                  <c:v>134.97999999999999</c:v>
                </c:pt>
                <c:pt idx="77783">
                  <c:v>14.94</c:v>
                </c:pt>
                <c:pt idx="77784">
                  <c:v>14.94</c:v>
                </c:pt>
                <c:pt idx="77785">
                  <c:v>14.94</c:v>
                </c:pt>
                <c:pt idx="77786">
                  <c:v>134.97999999999999</c:v>
                </c:pt>
                <c:pt idx="77787">
                  <c:v>124.98</c:v>
                </c:pt>
                <c:pt idx="77788">
                  <c:v>14.94</c:v>
                </c:pt>
                <c:pt idx="77789">
                  <c:v>110.98</c:v>
                </c:pt>
                <c:pt idx="77790">
                  <c:v>65.989999999999995</c:v>
                </c:pt>
                <c:pt idx="77791">
                  <c:v>65.989999999999995</c:v>
                </c:pt>
                <c:pt idx="77792">
                  <c:v>65.989999999999995</c:v>
                </c:pt>
                <c:pt idx="77793">
                  <c:v>59.39</c:v>
                </c:pt>
                <c:pt idx="77794">
                  <c:v>65.989999999999995</c:v>
                </c:pt>
                <c:pt idx="77795">
                  <c:v>59.99</c:v>
                </c:pt>
                <c:pt idx="77796">
                  <c:v>65.989999999999995</c:v>
                </c:pt>
                <c:pt idx="77797">
                  <c:v>92.07</c:v>
                </c:pt>
                <c:pt idx="77798">
                  <c:v>59.39</c:v>
                </c:pt>
                <c:pt idx="77799">
                  <c:v>84.99</c:v>
                </c:pt>
                <c:pt idx="77800">
                  <c:v>69.989999999999995</c:v>
                </c:pt>
                <c:pt idx="77801">
                  <c:v>31.48</c:v>
                </c:pt>
                <c:pt idx="77802">
                  <c:v>20.49</c:v>
                </c:pt>
                <c:pt idx="77803">
                  <c:v>69.98</c:v>
                </c:pt>
                <c:pt idx="77804">
                  <c:v>84.99</c:v>
                </c:pt>
                <c:pt idx="77805">
                  <c:v>16.489999999999998</c:v>
                </c:pt>
                <c:pt idx="77806">
                  <c:v>49.99</c:v>
                </c:pt>
                <c:pt idx="77807">
                  <c:v>55.98</c:v>
                </c:pt>
                <c:pt idx="77808">
                  <c:v>55.98</c:v>
                </c:pt>
                <c:pt idx="77809">
                  <c:v>75.349999999999994</c:v>
                </c:pt>
                <c:pt idx="77810">
                  <c:v>83.97</c:v>
                </c:pt>
                <c:pt idx="77811">
                  <c:v>71.959999999999994</c:v>
                </c:pt>
                <c:pt idx="77812">
                  <c:v>53.98</c:v>
                </c:pt>
                <c:pt idx="77813">
                  <c:v>64.349999999999994</c:v>
                </c:pt>
                <c:pt idx="77814">
                  <c:v>59.98</c:v>
                </c:pt>
                <c:pt idx="77815">
                  <c:v>59.98</c:v>
                </c:pt>
                <c:pt idx="77816">
                  <c:v>59.98</c:v>
                </c:pt>
                <c:pt idx="77817">
                  <c:v>61.98</c:v>
                </c:pt>
                <c:pt idx="77818">
                  <c:v>54.58</c:v>
                </c:pt>
                <c:pt idx="77819">
                  <c:v>83.97</c:v>
                </c:pt>
                <c:pt idx="77820">
                  <c:v>107.51</c:v>
                </c:pt>
                <c:pt idx="77821">
                  <c:v>162.35</c:v>
                </c:pt>
                <c:pt idx="77822">
                  <c:v>57.98</c:v>
                </c:pt>
                <c:pt idx="77823">
                  <c:v>142.94999999999999</c:v>
                </c:pt>
                <c:pt idx="77824">
                  <c:v>103.98</c:v>
                </c:pt>
                <c:pt idx="77825">
                  <c:v>41.49</c:v>
                </c:pt>
                <c:pt idx="77826">
                  <c:v>54.99</c:v>
                </c:pt>
                <c:pt idx="77827">
                  <c:v>17.489999999999998</c:v>
                </c:pt>
                <c:pt idx="77828">
                  <c:v>58.67</c:v>
                </c:pt>
                <c:pt idx="77829">
                  <c:v>74.98</c:v>
                </c:pt>
                <c:pt idx="77830">
                  <c:v>114.97</c:v>
                </c:pt>
                <c:pt idx="77831">
                  <c:v>55.98</c:v>
                </c:pt>
                <c:pt idx="77832">
                  <c:v>-103.98</c:v>
                </c:pt>
                <c:pt idx="77833">
                  <c:v>54.98</c:v>
                </c:pt>
                <c:pt idx="77834">
                  <c:v>83.98</c:v>
                </c:pt>
                <c:pt idx="77835">
                  <c:v>54.99</c:v>
                </c:pt>
                <c:pt idx="77836">
                  <c:v>54.99</c:v>
                </c:pt>
                <c:pt idx="77837">
                  <c:v>65.98</c:v>
                </c:pt>
                <c:pt idx="77838">
                  <c:v>66.099999999999994</c:v>
                </c:pt>
                <c:pt idx="77839">
                  <c:v>65.98</c:v>
                </c:pt>
                <c:pt idx="77840">
                  <c:v>149.94999999999999</c:v>
                </c:pt>
                <c:pt idx="77841">
                  <c:v>113.66</c:v>
                </c:pt>
                <c:pt idx="77842">
                  <c:v>119.96</c:v>
                </c:pt>
                <c:pt idx="77843">
                  <c:v>119.96</c:v>
                </c:pt>
                <c:pt idx="77844">
                  <c:v>119.96</c:v>
                </c:pt>
                <c:pt idx="77845">
                  <c:v>119.96</c:v>
                </c:pt>
                <c:pt idx="77846">
                  <c:v>119.96</c:v>
                </c:pt>
                <c:pt idx="77847">
                  <c:v>119.96</c:v>
                </c:pt>
                <c:pt idx="77848">
                  <c:v>109.97</c:v>
                </c:pt>
                <c:pt idx="77849">
                  <c:v>84.99</c:v>
                </c:pt>
                <c:pt idx="77850">
                  <c:v>68.989999999999995</c:v>
                </c:pt>
                <c:pt idx="77851">
                  <c:v>119.96</c:v>
                </c:pt>
                <c:pt idx="77852">
                  <c:v>100.96</c:v>
                </c:pt>
                <c:pt idx="77853">
                  <c:v>65.989999999999995</c:v>
                </c:pt>
                <c:pt idx="77854">
                  <c:v>99.98</c:v>
                </c:pt>
                <c:pt idx="77855">
                  <c:v>84.99</c:v>
                </c:pt>
                <c:pt idx="77856">
                  <c:v>85.97</c:v>
                </c:pt>
                <c:pt idx="77857">
                  <c:v>78.63</c:v>
                </c:pt>
                <c:pt idx="77858">
                  <c:v>96.78</c:v>
                </c:pt>
                <c:pt idx="77859">
                  <c:v>96.78</c:v>
                </c:pt>
                <c:pt idx="77860">
                  <c:v>96.78</c:v>
                </c:pt>
                <c:pt idx="77861">
                  <c:v>96.78</c:v>
                </c:pt>
                <c:pt idx="77862">
                  <c:v>96.78</c:v>
                </c:pt>
                <c:pt idx="77863">
                  <c:v>77.97</c:v>
                </c:pt>
                <c:pt idx="77864">
                  <c:v>84.97</c:v>
                </c:pt>
                <c:pt idx="77865">
                  <c:v>51.98</c:v>
                </c:pt>
                <c:pt idx="77866">
                  <c:v>59.98</c:v>
                </c:pt>
                <c:pt idx="77867">
                  <c:v>59.98</c:v>
                </c:pt>
                <c:pt idx="77868">
                  <c:v>59.98</c:v>
                </c:pt>
                <c:pt idx="77869">
                  <c:v>84.97</c:v>
                </c:pt>
                <c:pt idx="77870">
                  <c:v>72.97</c:v>
                </c:pt>
                <c:pt idx="77871">
                  <c:v>96.96</c:v>
                </c:pt>
                <c:pt idx="77872">
                  <c:v>59.98</c:v>
                </c:pt>
                <c:pt idx="77873">
                  <c:v>169.98</c:v>
                </c:pt>
                <c:pt idx="77874">
                  <c:v>232.56</c:v>
                </c:pt>
                <c:pt idx="77875">
                  <c:v>149.97</c:v>
                </c:pt>
                <c:pt idx="77876">
                  <c:v>235.17</c:v>
                </c:pt>
                <c:pt idx="77877">
                  <c:v>77.97</c:v>
                </c:pt>
                <c:pt idx="77878">
                  <c:v>172.36</c:v>
                </c:pt>
                <c:pt idx="77879">
                  <c:v>263.91000000000003</c:v>
                </c:pt>
                <c:pt idx="77880">
                  <c:v>305.92</c:v>
                </c:pt>
                <c:pt idx="77881">
                  <c:v>130.16999999999999</c:v>
                </c:pt>
                <c:pt idx="77882">
                  <c:v>31.48</c:v>
                </c:pt>
                <c:pt idx="77883">
                  <c:v>31.48</c:v>
                </c:pt>
                <c:pt idx="77884">
                  <c:v>97.68</c:v>
                </c:pt>
                <c:pt idx="77885">
                  <c:v>65.989999999999995</c:v>
                </c:pt>
                <c:pt idx="77886">
                  <c:v>83.48</c:v>
                </c:pt>
                <c:pt idx="77887">
                  <c:v>149.47</c:v>
                </c:pt>
                <c:pt idx="77888">
                  <c:v>78.48</c:v>
                </c:pt>
                <c:pt idx="77889">
                  <c:v>98.68</c:v>
                </c:pt>
                <c:pt idx="77890">
                  <c:v>99.98</c:v>
                </c:pt>
                <c:pt idx="77891">
                  <c:v>79.98</c:v>
                </c:pt>
                <c:pt idx="77892">
                  <c:v>184.97</c:v>
                </c:pt>
                <c:pt idx="77893">
                  <c:v>284.95</c:v>
                </c:pt>
                <c:pt idx="77894">
                  <c:v>72.97</c:v>
                </c:pt>
                <c:pt idx="77895">
                  <c:v>72.97</c:v>
                </c:pt>
                <c:pt idx="77896">
                  <c:v>254.97</c:v>
                </c:pt>
                <c:pt idx="77897">
                  <c:v>254.97</c:v>
                </c:pt>
                <c:pt idx="77898">
                  <c:v>254.97</c:v>
                </c:pt>
                <c:pt idx="77899">
                  <c:v>184.97</c:v>
                </c:pt>
                <c:pt idx="77900">
                  <c:v>254.97</c:v>
                </c:pt>
                <c:pt idx="77901">
                  <c:v>284.95</c:v>
                </c:pt>
                <c:pt idx="77902">
                  <c:v>107.96</c:v>
                </c:pt>
                <c:pt idx="77903">
                  <c:v>77.97</c:v>
                </c:pt>
                <c:pt idx="77904">
                  <c:v>112.97</c:v>
                </c:pt>
                <c:pt idx="77905">
                  <c:v>161.94</c:v>
                </c:pt>
                <c:pt idx="77906">
                  <c:v>133.96</c:v>
                </c:pt>
                <c:pt idx="77907">
                  <c:v>148.97</c:v>
                </c:pt>
                <c:pt idx="77908">
                  <c:v>83.97</c:v>
                </c:pt>
                <c:pt idx="77909">
                  <c:v>83.97</c:v>
                </c:pt>
                <c:pt idx="77910">
                  <c:v>167.94</c:v>
                </c:pt>
                <c:pt idx="77911">
                  <c:v>83.97</c:v>
                </c:pt>
                <c:pt idx="77912">
                  <c:v>167.94</c:v>
                </c:pt>
                <c:pt idx="77913">
                  <c:v>111.96</c:v>
                </c:pt>
                <c:pt idx="77914">
                  <c:v>111.96</c:v>
                </c:pt>
                <c:pt idx="77915">
                  <c:v>115.98</c:v>
                </c:pt>
                <c:pt idx="77916">
                  <c:v>221.94</c:v>
                </c:pt>
                <c:pt idx="77917">
                  <c:v>118.78</c:v>
                </c:pt>
                <c:pt idx="77918">
                  <c:v>121.98</c:v>
                </c:pt>
                <c:pt idx="77919">
                  <c:v>56.97</c:v>
                </c:pt>
                <c:pt idx="77920">
                  <c:v>115.98</c:v>
                </c:pt>
                <c:pt idx="77921">
                  <c:v>134.94</c:v>
                </c:pt>
                <c:pt idx="77922">
                  <c:v>75.959999999999994</c:v>
                </c:pt>
                <c:pt idx="77923">
                  <c:v>116.11</c:v>
                </c:pt>
                <c:pt idx="77924">
                  <c:v>163.31</c:v>
                </c:pt>
                <c:pt idx="77925">
                  <c:v>137.9</c:v>
                </c:pt>
                <c:pt idx="77926">
                  <c:v>108.86</c:v>
                </c:pt>
                <c:pt idx="77927">
                  <c:v>70.13</c:v>
                </c:pt>
                <c:pt idx="77928">
                  <c:v>47.17</c:v>
                </c:pt>
                <c:pt idx="77929">
                  <c:v>63.96</c:v>
                </c:pt>
                <c:pt idx="77930">
                  <c:v>109.4</c:v>
                </c:pt>
                <c:pt idx="77931">
                  <c:v>84.99</c:v>
                </c:pt>
                <c:pt idx="77932">
                  <c:v>75.09</c:v>
                </c:pt>
                <c:pt idx="77933">
                  <c:v>84.99</c:v>
                </c:pt>
                <c:pt idx="77934">
                  <c:v>55.97</c:v>
                </c:pt>
                <c:pt idx="77935">
                  <c:v>64.98</c:v>
                </c:pt>
                <c:pt idx="77936">
                  <c:v>81.47</c:v>
                </c:pt>
                <c:pt idx="77937">
                  <c:v>64.98</c:v>
                </c:pt>
                <c:pt idx="77938">
                  <c:v>60.98</c:v>
                </c:pt>
                <c:pt idx="77939">
                  <c:v>58.46</c:v>
                </c:pt>
                <c:pt idx="77940">
                  <c:v>71.98</c:v>
                </c:pt>
                <c:pt idx="77941">
                  <c:v>59.98</c:v>
                </c:pt>
                <c:pt idx="77942">
                  <c:v>71.98</c:v>
                </c:pt>
                <c:pt idx="77943">
                  <c:v>73.98</c:v>
                </c:pt>
                <c:pt idx="77944">
                  <c:v>71.98</c:v>
                </c:pt>
                <c:pt idx="77945">
                  <c:v>67.97</c:v>
                </c:pt>
                <c:pt idx="77946">
                  <c:v>74.97</c:v>
                </c:pt>
                <c:pt idx="77947">
                  <c:v>59.98</c:v>
                </c:pt>
                <c:pt idx="77948">
                  <c:v>69.98</c:v>
                </c:pt>
                <c:pt idx="77949">
                  <c:v>67.98</c:v>
                </c:pt>
                <c:pt idx="77950">
                  <c:v>73.98</c:v>
                </c:pt>
                <c:pt idx="77951">
                  <c:v>71.98</c:v>
                </c:pt>
                <c:pt idx="77952">
                  <c:v>151.96</c:v>
                </c:pt>
                <c:pt idx="77953">
                  <c:v>59.96</c:v>
                </c:pt>
                <c:pt idx="77954">
                  <c:v>122.22</c:v>
                </c:pt>
                <c:pt idx="77955">
                  <c:v>129.97</c:v>
                </c:pt>
                <c:pt idx="77956">
                  <c:v>169.98</c:v>
                </c:pt>
                <c:pt idx="77957">
                  <c:v>150.18</c:v>
                </c:pt>
                <c:pt idx="77958">
                  <c:v>125.98</c:v>
                </c:pt>
                <c:pt idx="77959">
                  <c:v>79.72</c:v>
                </c:pt>
                <c:pt idx="77960">
                  <c:v>59.98</c:v>
                </c:pt>
                <c:pt idx="77961">
                  <c:v>59.98</c:v>
                </c:pt>
                <c:pt idx="77962">
                  <c:v>51.98</c:v>
                </c:pt>
                <c:pt idx="77963">
                  <c:v>78.959999999999994</c:v>
                </c:pt>
                <c:pt idx="77964">
                  <c:v>52.98</c:v>
                </c:pt>
                <c:pt idx="77965">
                  <c:v>59.98</c:v>
                </c:pt>
                <c:pt idx="77966">
                  <c:v>68.97</c:v>
                </c:pt>
                <c:pt idx="77967">
                  <c:v>50.98</c:v>
                </c:pt>
                <c:pt idx="77968">
                  <c:v>59.98</c:v>
                </c:pt>
                <c:pt idx="77969">
                  <c:v>59.98</c:v>
                </c:pt>
                <c:pt idx="77970">
                  <c:v>59.98</c:v>
                </c:pt>
                <c:pt idx="77971">
                  <c:v>61.98</c:v>
                </c:pt>
                <c:pt idx="77972">
                  <c:v>55.98</c:v>
                </c:pt>
                <c:pt idx="77973">
                  <c:v>51.98</c:v>
                </c:pt>
                <c:pt idx="77974">
                  <c:v>60.97</c:v>
                </c:pt>
                <c:pt idx="77975">
                  <c:v>68.97</c:v>
                </c:pt>
                <c:pt idx="77976">
                  <c:v>103.98</c:v>
                </c:pt>
                <c:pt idx="77977">
                  <c:v>134.97999999999999</c:v>
                </c:pt>
                <c:pt idx="77978">
                  <c:v>68.989999999999995</c:v>
                </c:pt>
                <c:pt idx="77979">
                  <c:v>134.97999999999999</c:v>
                </c:pt>
                <c:pt idx="77980">
                  <c:v>71.989999999999995</c:v>
                </c:pt>
                <c:pt idx="77981">
                  <c:v>84.99</c:v>
                </c:pt>
                <c:pt idx="77982">
                  <c:v>59.98</c:v>
                </c:pt>
                <c:pt idx="77983">
                  <c:v>84.99</c:v>
                </c:pt>
                <c:pt idx="77984">
                  <c:v>78.45</c:v>
                </c:pt>
                <c:pt idx="77985">
                  <c:v>65.19</c:v>
                </c:pt>
                <c:pt idx="77986">
                  <c:v>-1.5</c:v>
                </c:pt>
                <c:pt idx="77987">
                  <c:v>81.88</c:v>
                </c:pt>
                <c:pt idx="77988">
                  <c:v>15.49</c:v>
                </c:pt>
                <c:pt idx="77989">
                  <c:v>131.97999999999999</c:v>
                </c:pt>
                <c:pt idx="77990">
                  <c:v>-13.99</c:v>
                </c:pt>
                <c:pt idx="77991">
                  <c:v>65.989999999999995</c:v>
                </c:pt>
                <c:pt idx="77992">
                  <c:v>131.97999999999999</c:v>
                </c:pt>
                <c:pt idx="77993">
                  <c:v>52.98</c:v>
                </c:pt>
                <c:pt idx="77994">
                  <c:v>64.989999999999995</c:v>
                </c:pt>
                <c:pt idx="77995">
                  <c:v>55.98</c:v>
                </c:pt>
                <c:pt idx="77996">
                  <c:v>64.989999999999995</c:v>
                </c:pt>
                <c:pt idx="77997">
                  <c:v>65.989999999999995</c:v>
                </c:pt>
                <c:pt idx="77998">
                  <c:v>118.98</c:v>
                </c:pt>
                <c:pt idx="77999">
                  <c:v>67.98</c:v>
                </c:pt>
                <c:pt idx="78000">
                  <c:v>85.33</c:v>
                </c:pt>
                <c:pt idx="78001">
                  <c:v>79.84</c:v>
                </c:pt>
                <c:pt idx="78002">
                  <c:v>11.47</c:v>
                </c:pt>
                <c:pt idx="78003">
                  <c:v>68.69</c:v>
                </c:pt>
                <c:pt idx="78004">
                  <c:v>64.94</c:v>
                </c:pt>
                <c:pt idx="78005">
                  <c:v>69.67</c:v>
                </c:pt>
                <c:pt idx="78006">
                  <c:v>73.5</c:v>
                </c:pt>
                <c:pt idx="78007">
                  <c:v>79.84</c:v>
                </c:pt>
                <c:pt idx="78008">
                  <c:v>72.540000000000006</c:v>
                </c:pt>
                <c:pt idx="78009">
                  <c:v>76.19</c:v>
                </c:pt>
                <c:pt idx="78010">
                  <c:v>80.69</c:v>
                </c:pt>
                <c:pt idx="78011">
                  <c:v>71.37</c:v>
                </c:pt>
                <c:pt idx="78012">
                  <c:v>79.84</c:v>
                </c:pt>
                <c:pt idx="78013">
                  <c:v>71.349999999999994</c:v>
                </c:pt>
                <c:pt idx="78014">
                  <c:v>99.98</c:v>
                </c:pt>
                <c:pt idx="78015">
                  <c:v>118.97</c:v>
                </c:pt>
                <c:pt idx="78016">
                  <c:v>143.33000000000001</c:v>
                </c:pt>
                <c:pt idx="78017">
                  <c:v>56.98</c:v>
                </c:pt>
                <c:pt idx="78018">
                  <c:v>118.97</c:v>
                </c:pt>
                <c:pt idx="78019">
                  <c:v>118.97</c:v>
                </c:pt>
                <c:pt idx="78020">
                  <c:v>149.97</c:v>
                </c:pt>
                <c:pt idx="78021">
                  <c:v>169.98</c:v>
                </c:pt>
                <c:pt idx="78022">
                  <c:v>87.98</c:v>
                </c:pt>
                <c:pt idx="78023">
                  <c:v>186.96</c:v>
                </c:pt>
                <c:pt idx="78024">
                  <c:v>169.98</c:v>
                </c:pt>
                <c:pt idx="78025">
                  <c:v>188.97</c:v>
                </c:pt>
                <c:pt idx="78026">
                  <c:v>59.98</c:v>
                </c:pt>
                <c:pt idx="78027">
                  <c:v>59.98</c:v>
                </c:pt>
                <c:pt idx="78028">
                  <c:v>59.98</c:v>
                </c:pt>
                <c:pt idx="78029">
                  <c:v>59.98</c:v>
                </c:pt>
                <c:pt idx="78030">
                  <c:v>71.97</c:v>
                </c:pt>
                <c:pt idx="78031">
                  <c:v>68.849999999999994</c:v>
                </c:pt>
                <c:pt idx="78032">
                  <c:v>71.97</c:v>
                </c:pt>
                <c:pt idx="78033">
                  <c:v>59.98</c:v>
                </c:pt>
                <c:pt idx="78034">
                  <c:v>54.98</c:v>
                </c:pt>
                <c:pt idx="78035">
                  <c:v>59.98</c:v>
                </c:pt>
                <c:pt idx="78036">
                  <c:v>54.87</c:v>
                </c:pt>
                <c:pt idx="78037">
                  <c:v>59.98</c:v>
                </c:pt>
                <c:pt idx="78038">
                  <c:v>59.98</c:v>
                </c:pt>
                <c:pt idx="78039">
                  <c:v>147.6</c:v>
                </c:pt>
                <c:pt idx="78040">
                  <c:v>118.5</c:v>
                </c:pt>
                <c:pt idx="78041">
                  <c:v>253.97</c:v>
                </c:pt>
                <c:pt idx="78042">
                  <c:v>239.54</c:v>
                </c:pt>
                <c:pt idx="78043">
                  <c:v>65.989999999999995</c:v>
                </c:pt>
                <c:pt idx="78044">
                  <c:v>64.98</c:v>
                </c:pt>
                <c:pt idx="78045">
                  <c:v>64.98</c:v>
                </c:pt>
                <c:pt idx="78046">
                  <c:v>141.51</c:v>
                </c:pt>
                <c:pt idx="78047">
                  <c:v>208.72</c:v>
                </c:pt>
                <c:pt idx="78048">
                  <c:v>79.98</c:v>
                </c:pt>
                <c:pt idx="78049">
                  <c:v>105.98</c:v>
                </c:pt>
                <c:pt idx="78050">
                  <c:v>79.98</c:v>
                </c:pt>
                <c:pt idx="78051">
                  <c:v>89.98</c:v>
                </c:pt>
                <c:pt idx="78052">
                  <c:v>64.98</c:v>
                </c:pt>
                <c:pt idx="78053">
                  <c:v>79.98</c:v>
                </c:pt>
                <c:pt idx="78054">
                  <c:v>84.99</c:v>
                </c:pt>
                <c:pt idx="78055">
                  <c:v>84.99</c:v>
                </c:pt>
                <c:pt idx="78056">
                  <c:v>64.489999999999995</c:v>
                </c:pt>
                <c:pt idx="78057">
                  <c:v>62.98</c:v>
                </c:pt>
                <c:pt idx="78058">
                  <c:v>84.99</c:v>
                </c:pt>
                <c:pt idx="78059">
                  <c:v>79.98</c:v>
                </c:pt>
                <c:pt idx="78060">
                  <c:v>99.98</c:v>
                </c:pt>
                <c:pt idx="78061">
                  <c:v>49.99</c:v>
                </c:pt>
                <c:pt idx="78062">
                  <c:v>99.98</c:v>
                </c:pt>
                <c:pt idx="78063">
                  <c:v>96.98</c:v>
                </c:pt>
                <c:pt idx="78064">
                  <c:v>88.98</c:v>
                </c:pt>
                <c:pt idx="78065">
                  <c:v>52.24</c:v>
                </c:pt>
                <c:pt idx="78066">
                  <c:v>52.24</c:v>
                </c:pt>
                <c:pt idx="78067">
                  <c:v>61.98</c:v>
                </c:pt>
                <c:pt idx="78068">
                  <c:v>51.49</c:v>
                </c:pt>
                <c:pt idx="78069">
                  <c:v>99.98</c:v>
                </c:pt>
                <c:pt idx="78070">
                  <c:v>52.24</c:v>
                </c:pt>
                <c:pt idx="78071">
                  <c:v>26.23</c:v>
                </c:pt>
                <c:pt idx="78072">
                  <c:v>76.489999999999995</c:v>
                </c:pt>
                <c:pt idx="78073">
                  <c:v>-20</c:v>
                </c:pt>
                <c:pt idx="78074">
                  <c:v>79.03</c:v>
                </c:pt>
                <c:pt idx="78075">
                  <c:v>76.489999999999995</c:v>
                </c:pt>
                <c:pt idx="78076">
                  <c:v>113.97</c:v>
                </c:pt>
                <c:pt idx="78077">
                  <c:v>72.239999999999995</c:v>
                </c:pt>
                <c:pt idx="78078">
                  <c:v>99.98</c:v>
                </c:pt>
                <c:pt idx="78079">
                  <c:v>84.99</c:v>
                </c:pt>
                <c:pt idx="78080">
                  <c:v>53.53</c:v>
                </c:pt>
                <c:pt idx="78081">
                  <c:v>80.739999999999995</c:v>
                </c:pt>
                <c:pt idx="78082">
                  <c:v>63.98</c:v>
                </c:pt>
                <c:pt idx="78083">
                  <c:v>111.4</c:v>
                </c:pt>
                <c:pt idx="78084">
                  <c:v>79.849999999999994</c:v>
                </c:pt>
                <c:pt idx="78085">
                  <c:v>79.849999999999994</c:v>
                </c:pt>
                <c:pt idx="78086">
                  <c:v>79.849999999999994</c:v>
                </c:pt>
                <c:pt idx="78087">
                  <c:v>165.84</c:v>
                </c:pt>
                <c:pt idx="78088">
                  <c:v>79.849999999999994</c:v>
                </c:pt>
                <c:pt idx="78089">
                  <c:v>79.849999999999994</c:v>
                </c:pt>
                <c:pt idx="78090">
                  <c:v>42.33</c:v>
                </c:pt>
                <c:pt idx="78091">
                  <c:v>59.98</c:v>
                </c:pt>
                <c:pt idx="78092">
                  <c:v>137.9</c:v>
                </c:pt>
                <c:pt idx="78093">
                  <c:v>4.24</c:v>
                </c:pt>
                <c:pt idx="78094">
                  <c:v>67.48</c:v>
                </c:pt>
                <c:pt idx="78095">
                  <c:v>55.98</c:v>
                </c:pt>
                <c:pt idx="78096">
                  <c:v>55.42</c:v>
                </c:pt>
                <c:pt idx="78097">
                  <c:v>75.98</c:v>
                </c:pt>
                <c:pt idx="78098">
                  <c:v>75.98</c:v>
                </c:pt>
                <c:pt idx="78099">
                  <c:v>60.98</c:v>
                </c:pt>
                <c:pt idx="78100">
                  <c:v>51.98</c:v>
                </c:pt>
                <c:pt idx="78101">
                  <c:v>75.98</c:v>
                </c:pt>
                <c:pt idx="78102">
                  <c:v>75.98</c:v>
                </c:pt>
                <c:pt idx="78103">
                  <c:v>34.020000000000003</c:v>
                </c:pt>
                <c:pt idx="78104">
                  <c:v>70.72</c:v>
                </c:pt>
                <c:pt idx="78105">
                  <c:v>139.94999999999999</c:v>
                </c:pt>
                <c:pt idx="78106">
                  <c:v>83.97</c:v>
                </c:pt>
                <c:pt idx="78107">
                  <c:v>59.98</c:v>
                </c:pt>
                <c:pt idx="78108">
                  <c:v>89.92</c:v>
                </c:pt>
                <c:pt idx="78109">
                  <c:v>89.97</c:v>
                </c:pt>
                <c:pt idx="78110">
                  <c:v>83.97</c:v>
                </c:pt>
                <c:pt idx="78111">
                  <c:v>83.97</c:v>
                </c:pt>
                <c:pt idx="78112">
                  <c:v>89.97</c:v>
                </c:pt>
                <c:pt idx="78113">
                  <c:v>74.97</c:v>
                </c:pt>
                <c:pt idx="78114">
                  <c:v>74.97</c:v>
                </c:pt>
                <c:pt idx="78115">
                  <c:v>68.989999999999995</c:v>
                </c:pt>
                <c:pt idx="78116">
                  <c:v>76.489999999999995</c:v>
                </c:pt>
                <c:pt idx="78117">
                  <c:v>79.37</c:v>
                </c:pt>
                <c:pt idx="78118">
                  <c:v>48.98</c:v>
                </c:pt>
                <c:pt idx="78119">
                  <c:v>68.98</c:v>
                </c:pt>
                <c:pt idx="78120">
                  <c:v>76.489999999999995</c:v>
                </c:pt>
                <c:pt idx="78121">
                  <c:v>84.99</c:v>
                </c:pt>
                <c:pt idx="78122">
                  <c:v>134.97999999999999</c:v>
                </c:pt>
                <c:pt idx="78123">
                  <c:v>84.99</c:v>
                </c:pt>
                <c:pt idx="78124">
                  <c:v>90.98</c:v>
                </c:pt>
                <c:pt idx="78125">
                  <c:v>117.97</c:v>
                </c:pt>
                <c:pt idx="78126">
                  <c:v>59.98</c:v>
                </c:pt>
                <c:pt idx="78127">
                  <c:v>149.94999999999999</c:v>
                </c:pt>
                <c:pt idx="78128">
                  <c:v>59.98</c:v>
                </c:pt>
                <c:pt idx="78129">
                  <c:v>51.98</c:v>
                </c:pt>
                <c:pt idx="78130">
                  <c:v>89.97</c:v>
                </c:pt>
                <c:pt idx="78131">
                  <c:v>50.97</c:v>
                </c:pt>
                <c:pt idx="78132">
                  <c:v>59.98</c:v>
                </c:pt>
                <c:pt idx="78133">
                  <c:v>59.98</c:v>
                </c:pt>
                <c:pt idx="78134">
                  <c:v>59.98</c:v>
                </c:pt>
                <c:pt idx="78135">
                  <c:v>50.97</c:v>
                </c:pt>
                <c:pt idx="78136">
                  <c:v>59.98</c:v>
                </c:pt>
                <c:pt idx="78137">
                  <c:v>239.97</c:v>
                </c:pt>
                <c:pt idx="78138">
                  <c:v>239.97</c:v>
                </c:pt>
                <c:pt idx="78139">
                  <c:v>121.98</c:v>
                </c:pt>
                <c:pt idx="78140">
                  <c:v>157.97</c:v>
                </c:pt>
                <c:pt idx="78141">
                  <c:v>34.99</c:v>
                </c:pt>
                <c:pt idx="78142">
                  <c:v>99.98</c:v>
                </c:pt>
                <c:pt idx="78143">
                  <c:v>99.98</c:v>
                </c:pt>
                <c:pt idx="78144">
                  <c:v>68.989999999999995</c:v>
                </c:pt>
                <c:pt idx="78145">
                  <c:v>113.38</c:v>
                </c:pt>
                <c:pt idx="78146">
                  <c:v>79.92</c:v>
                </c:pt>
                <c:pt idx="78147">
                  <c:v>108.98</c:v>
                </c:pt>
                <c:pt idx="78148">
                  <c:v>99.98</c:v>
                </c:pt>
                <c:pt idx="78149">
                  <c:v>131.97999999999999</c:v>
                </c:pt>
                <c:pt idx="78150">
                  <c:v>126.98</c:v>
                </c:pt>
                <c:pt idx="78151">
                  <c:v>65.989999999999995</c:v>
                </c:pt>
                <c:pt idx="78152">
                  <c:v>131.97999999999999</c:v>
                </c:pt>
                <c:pt idx="78153">
                  <c:v>80.98</c:v>
                </c:pt>
                <c:pt idx="78154">
                  <c:v>113.96</c:v>
                </c:pt>
                <c:pt idx="78155">
                  <c:v>194.07</c:v>
                </c:pt>
                <c:pt idx="78156">
                  <c:v>139.94</c:v>
                </c:pt>
                <c:pt idx="78157">
                  <c:v>183.97</c:v>
                </c:pt>
                <c:pt idx="78158">
                  <c:v>176.15</c:v>
                </c:pt>
                <c:pt idx="78159">
                  <c:v>59.95</c:v>
                </c:pt>
                <c:pt idx="78160">
                  <c:v>36.47</c:v>
                </c:pt>
                <c:pt idx="78161">
                  <c:v>214.51</c:v>
                </c:pt>
                <c:pt idx="78162">
                  <c:v>181.48</c:v>
                </c:pt>
                <c:pt idx="78163">
                  <c:v>117.94</c:v>
                </c:pt>
                <c:pt idx="78164">
                  <c:v>184.97</c:v>
                </c:pt>
                <c:pt idx="78165">
                  <c:v>116.97</c:v>
                </c:pt>
                <c:pt idx="78166">
                  <c:v>169.98</c:v>
                </c:pt>
                <c:pt idx="78167">
                  <c:v>159.97999999999999</c:v>
                </c:pt>
                <c:pt idx="78168">
                  <c:v>169.98</c:v>
                </c:pt>
                <c:pt idx="78169">
                  <c:v>169.98</c:v>
                </c:pt>
                <c:pt idx="78170">
                  <c:v>127.16</c:v>
                </c:pt>
                <c:pt idx="78171">
                  <c:v>130.93</c:v>
                </c:pt>
                <c:pt idx="78172">
                  <c:v>84.99</c:v>
                </c:pt>
                <c:pt idx="78173">
                  <c:v>84.99</c:v>
                </c:pt>
                <c:pt idx="78174">
                  <c:v>67.489999999999995</c:v>
                </c:pt>
                <c:pt idx="78175">
                  <c:v>116.06</c:v>
                </c:pt>
                <c:pt idx="78176">
                  <c:v>51.96</c:v>
                </c:pt>
                <c:pt idx="78177">
                  <c:v>-27.98</c:v>
                </c:pt>
                <c:pt idx="78178">
                  <c:v>117.95</c:v>
                </c:pt>
                <c:pt idx="78179">
                  <c:v>134.97999999999999</c:v>
                </c:pt>
                <c:pt idx="78180">
                  <c:v>76.489999999999995</c:v>
                </c:pt>
                <c:pt idx="78181">
                  <c:v>59.98</c:v>
                </c:pt>
                <c:pt idx="78182">
                  <c:v>59.98</c:v>
                </c:pt>
                <c:pt idx="78183">
                  <c:v>31.49</c:v>
                </c:pt>
                <c:pt idx="78184">
                  <c:v>59.98</c:v>
                </c:pt>
                <c:pt idx="78185">
                  <c:v>53.63</c:v>
                </c:pt>
                <c:pt idx="78186">
                  <c:v>59.98</c:v>
                </c:pt>
                <c:pt idx="78187">
                  <c:v>59.98</c:v>
                </c:pt>
                <c:pt idx="78188">
                  <c:v>59.98</c:v>
                </c:pt>
                <c:pt idx="78189">
                  <c:v>31.49</c:v>
                </c:pt>
                <c:pt idx="78190">
                  <c:v>104.98</c:v>
                </c:pt>
                <c:pt idx="78191">
                  <c:v>59.98</c:v>
                </c:pt>
                <c:pt idx="78192">
                  <c:v>169.98</c:v>
                </c:pt>
                <c:pt idx="78193">
                  <c:v>79.98</c:v>
                </c:pt>
                <c:pt idx="78194">
                  <c:v>57.98</c:v>
                </c:pt>
                <c:pt idx="78195">
                  <c:v>64.98</c:v>
                </c:pt>
                <c:pt idx="78196">
                  <c:v>92.98</c:v>
                </c:pt>
                <c:pt idx="78197">
                  <c:v>50.95</c:v>
                </c:pt>
                <c:pt idx="78198">
                  <c:v>61.72</c:v>
                </c:pt>
                <c:pt idx="78199">
                  <c:v>57.98</c:v>
                </c:pt>
                <c:pt idx="78200">
                  <c:v>102.96</c:v>
                </c:pt>
                <c:pt idx="78201">
                  <c:v>110.96</c:v>
                </c:pt>
                <c:pt idx="78202">
                  <c:v>83.97</c:v>
                </c:pt>
                <c:pt idx="78203">
                  <c:v>83.97</c:v>
                </c:pt>
                <c:pt idx="78204">
                  <c:v>181.97</c:v>
                </c:pt>
                <c:pt idx="78205">
                  <c:v>83.97</c:v>
                </c:pt>
                <c:pt idx="78206">
                  <c:v>113.96</c:v>
                </c:pt>
                <c:pt idx="78207">
                  <c:v>84.98</c:v>
                </c:pt>
                <c:pt idx="78208">
                  <c:v>32.26</c:v>
                </c:pt>
                <c:pt idx="78209">
                  <c:v>59.98</c:v>
                </c:pt>
                <c:pt idx="78210">
                  <c:v>79.989999999999995</c:v>
                </c:pt>
                <c:pt idx="78211">
                  <c:v>154.41999999999999</c:v>
                </c:pt>
                <c:pt idx="78212">
                  <c:v>117.28</c:v>
                </c:pt>
                <c:pt idx="78213">
                  <c:v>55.96</c:v>
                </c:pt>
                <c:pt idx="78214">
                  <c:v>99.98</c:v>
                </c:pt>
                <c:pt idx="78215">
                  <c:v>319.95999999999998</c:v>
                </c:pt>
                <c:pt idx="78216">
                  <c:v>119.37</c:v>
                </c:pt>
                <c:pt idx="78217">
                  <c:v>98.98</c:v>
                </c:pt>
                <c:pt idx="78218">
                  <c:v>63.98</c:v>
                </c:pt>
                <c:pt idx="78219">
                  <c:v>88.58</c:v>
                </c:pt>
                <c:pt idx="78220">
                  <c:v>78.260000000000005</c:v>
                </c:pt>
                <c:pt idx="78221">
                  <c:v>89.98</c:v>
                </c:pt>
                <c:pt idx="78222">
                  <c:v>84.99</c:v>
                </c:pt>
                <c:pt idx="78223">
                  <c:v>84.99</c:v>
                </c:pt>
                <c:pt idx="78224">
                  <c:v>99.98</c:v>
                </c:pt>
                <c:pt idx="78225">
                  <c:v>59.98</c:v>
                </c:pt>
                <c:pt idx="78226">
                  <c:v>40.479999999999997</c:v>
                </c:pt>
                <c:pt idx="78227">
                  <c:v>108.86</c:v>
                </c:pt>
                <c:pt idx="78228">
                  <c:v>71.349999999999994</c:v>
                </c:pt>
                <c:pt idx="78229">
                  <c:v>51.88</c:v>
                </c:pt>
                <c:pt idx="78230">
                  <c:v>95.85</c:v>
                </c:pt>
                <c:pt idx="78231">
                  <c:v>71.67</c:v>
                </c:pt>
                <c:pt idx="78232">
                  <c:v>119.14</c:v>
                </c:pt>
                <c:pt idx="78233">
                  <c:v>177.82</c:v>
                </c:pt>
                <c:pt idx="78234">
                  <c:v>69.430000000000007</c:v>
                </c:pt>
                <c:pt idx="78235">
                  <c:v>90.7</c:v>
                </c:pt>
                <c:pt idx="78236">
                  <c:v>90.71</c:v>
                </c:pt>
                <c:pt idx="78237">
                  <c:v>65.319999999999993</c:v>
                </c:pt>
                <c:pt idx="78238">
                  <c:v>155.97</c:v>
                </c:pt>
                <c:pt idx="78239">
                  <c:v>67.989999999999995</c:v>
                </c:pt>
                <c:pt idx="78240">
                  <c:v>75.22</c:v>
                </c:pt>
                <c:pt idx="78241">
                  <c:v>84.99</c:v>
                </c:pt>
                <c:pt idx="78242">
                  <c:v>108.97</c:v>
                </c:pt>
                <c:pt idx="78243">
                  <c:v>169.98</c:v>
                </c:pt>
                <c:pt idx="78244">
                  <c:v>76.489999999999995</c:v>
                </c:pt>
                <c:pt idx="78245">
                  <c:v>100.98</c:v>
                </c:pt>
                <c:pt idx="78246">
                  <c:v>105.98</c:v>
                </c:pt>
                <c:pt idx="78247">
                  <c:v>162.19999999999999</c:v>
                </c:pt>
                <c:pt idx="78248">
                  <c:v>174.19</c:v>
                </c:pt>
                <c:pt idx="78249">
                  <c:v>89.97</c:v>
                </c:pt>
                <c:pt idx="78250">
                  <c:v>59.98</c:v>
                </c:pt>
                <c:pt idx="78251">
                  <c:v>68.989999999999995</c:v>
                </c:pt>
                <c:pt idx="78252">
                  <c:v>59.98</c:v>
                </c:pt>
                <c:pt idx="78253">
                  <c:v>32.99</c:v>
                </c:pt>
                <c:pt idx="78254">
                  <c:v>94.24</c:v>
                </c:pt>
                <c:pt idx="78255">
                  <c:v>65.98</c:v>
                </c:pt>
                <c:pt idx="78256">
                  <c:v>133.71</c:v>
                </c:pt>
                <c:pt idx="78257">
                  <c:v>89.97</c:v>
                </c:pt>
                <c:pt idx="78258">
                  <c:v>151.16999999999999</c:v>
                </c:pt>
                <c:pt idx="78259">
                  <c:v>72.97</c:v>
                </c:pt>
                <c:pt idx="78260">
                  <c:v>110.97</c:v>
                </c:pt>
                <c:pt idx="78261">
                  <c:v>147.96</c:v>
                </c:pt>
                <c:pt idx="78262">
                  <c:v>110.97</c:v>
                </c:pt>
                <c:pt idx="78263">
                  <c:v>113.87</c:v>
                </c:pt>
                <c:pt idx="78264">
                  <c:v>36.99</c:v>
                </c:pt>
                <c:pt idx="78265">
                  <c:v>102.42</c:v>
                </c:pt>
                <c:pt idx="78266">
                  <c:v>109.95</c:v>
                </c:pt>
                <c:pt idx="78267">
                  <c:v>124.18</c:v>
                </c:pt>
                <c:pt idx="78268">
                  <c:v>144.47999999999999</c:v>
                </c:pt>
                <c:pt idx="78269">
                  <c:v>131.97999999999999</c:v>
                </c:pt>
                <c:pt idx="78270">
                  <c:v>119.98</c:v>
                </c:pt>
                <c:pt idx="78271">
                  <c:v>69.98</c:v>
                </c:pt>
                <c:pt idx="78272">
                  <c:v>99.98</c:v>
                </c:pt>
                <c:pt idx="78273">
                  <c:v>94.56</c:v>
                </c:pt>
                <c:pt idx="78274">
                  <c:v>89.98</c:v>
                </c:pt>
                <c:pt idx="78275">
                  <c:v>94.98</c:v>
                </c:pt>
                <c:pt idx="78276">
                  <c:v>81.97</c:v>
                </c:pt>
                <c:pt idx="78277">
                  <c:v>98.97</c:v>
                </c:pt>
                <c:pt idx="78278">
                  <c:v>31.48</c:v>
                </c:pt>
                <c:pt idx="78279">
                  <c:v>59.96</c:v>
                </c:pt>
                <c:pt idx="78280">
                  <c:v>83.48</c:v>
                </c:pt>
                <c:pt idx="78281">
                  <c:v>84.99</c:v>
                </c:pt>
                <c:pt idx="78282">
                  <c:v>61.98</c:v>
                </c:pt>
                <c:pt idx="78283">
                  <c:v>50.98</c:v>
                </c:pt>
                <c:pt idx="78284">
                  <c:v>61.98</c:v>
                </c:pt>
                <c:pt idx="78285">
                  <c:v>33.28</c:v>
                </c:pt>
                <c:pt idx="78286">
                  <c:v>31.49</c:v>
                </c:pt>
                <c:pt idx="78287">
                  <c:v>59.98</c:v>
                </c:pt>
                <c:pt idx="78288">
                  <c:v>31.49</c:v>
                </c:pt>
                <c:pt idx="78289">
                  <c:v>54.98</c:v>
                </c:pt>
                <c:pt idx="78290">
                  <c:v>61.98</c:v>
                </c:pt>
                <c:pt idx="78291">
                  <c:v>65.989999999999995</c:v>
                </c:pt>
                <c:pt idx="78292">
                  <c:v>120.97</c:v>
                </c:pt>
                <c:pt idx="78293">
                  <c:v>65.989999999999995</c:v>
                </c:pt>
                <c:pt idx="78294">
                  <c:v>105.98</c:v>
                </c:pt>
                <c:pt idx="78295">
                  <c:v>90.36</c:v>
                </c:pt>
                <c:pt idx="78296">
                  <c:v>146.97</c:v>
                </c:pt>
                <c:pt idx="78297">
                  <c:v>54.98</c:v>
                </c:pt>
                <c:pt idx="78298">
                  <c:v>49.48</c:v>
                </c:pt>
                <c:pt idx="78299">
                  <c:v>55.78</c:v>
                </c:pt>
                <c:pt idx="78300">
                  <c:v>75.98</c:v>
                </c:pt>
                <c:pt idx="78301">
                  <c:v>52.57</c:v>
                </c:pt>
                <c:pt idx="78302">
                  <c:v>120.98</c:v>
                </c:pt>
                <c:pt idx="78303">
                  <c:v>352.93</c:v>
                </c:pt>
                <c:pt idx="78304">
                  <c:v>241.93</c:v>
                </c:pt>
                <c:pt idx="78305">
                  <c:v>259.13</c:v>
                </c:pt>
                <c:pt idx="78306">
                  <c:v>152.97999999999999</c:v>
                </c:pt>
                <c:pt idx="78307">
                  <c:v>152.97999999999999</c:v>
                </c:pt>
                <c:pt idx="78308">
                  <c:v>152.97999999999999</c:v>
                </c:pt>
                <c:pt idx="78309">
                  <c:v>108.98</c:v>
                </c:pt>
                <c:pt idx="78310">
                  <c:v>85.47</c:v>
                </c:pt>
                <c:pt idx="78311">
                  <c:v>93.2</c:v>
                </c:pt>
                <c:pt idx="78312">
                  <c:v>148.87</c:v>
                </c:pt>
                <c:pt idx="78313">
                  <c:v>149.96</c:v>
                </c:pt>
                <c:pt idx="78314">
                  <c:v>56.38</c:v>
                </c:pt>
                <c:pt idx="78315">
                  <c:v>58.48</c:v>
                </c:pt>
                <c:pt idx="78316">
                  <c:v>54.98</c:v>
                </c:pt>
                <c:pt idx="78317">
                  <c:v>123.96</c:v>
                </c:pt>
                <c:pt idx="78318">
                  <c:v>123.96</c:v>
                </c:pt>
                <c:pt idx="78319">
                  <c:v>123.96</c:v>
                </c:pt>
                <c:pt idx="78320">
                  <c:v>86.76</c:v>
                </c:pt>
                <c:pt idx="78321">
                  <c:v>118.13</c:v>
                </c:pt>
                <c:pt idx="78322">
                  <c:v>123.96</c:v>
                </c:pt>
                <c:pt idx="78323">
                  <c:v>169.98</c:v>
                </c:pt>
                <c:pt idx="78324">
                  <c:v>111.08</c:v>
                </c:pt>
                <c:pt idx="78325">
                  <c:v>169.98</c:v>
                </c:pt>
                <c:pt idx="78326">
                  <c:v>217.96</c:v>
                </c:pt>
                <c:pt idx="78327">
                  <c:v>169.98</c:v>
                </c:pt>
                <c:pt idx="78328">
                  <c:v>179.94</c:v>
                </c:pt>
                <c:pt idx="78329">
                  <c:v>240.42</c:v>
                </c:pt>
                <c:pt idx="78330">
                  <c:v>152.44999999999999</c:v>
                </c:pt>
                <c:pt idx="78331">
                  <c:v>190.43</c:v>
                </c:pt>
                <c:pt idx="78332">
                  <c:v>504.94</c:v>
                </c:pt>
                <c:pt idx="78333">
                  <c:v>74.989999999999995</c:v>
                </c:pt>
                <c:pt idx="78334">
                  <c:v>141.97999999999999</c:v>
                </c:pt>
                <c:pt idx="78335">
                  <c:v>219.97</c:v>
                </c:pt>
                <c:pt idx="78336">
                  <c:v>193.97</c:v>
                </c:pt>
                <c:pt idx="78337">
                  <c:v>86.08</c:v>
                </c:pt>
                <c:pt idx="78338">
                  <c:v>104.98</c:v>
                </c:pt>
                <c:pt idx="78339">
                  <c:v>83.34</c:v>
                </c:pt>
                <c:pt idx="78340">
                  <c:v>104.98</c:v>
                </c:pt>
                <c:pt idx="78341">
                  <c:v>162.02000000000001</c:v>
                </c:pt>
                <c:pt idx="78342">
                  <c:v>193.9</c:v>
                </c:pt>
                <c:pt idx="78343">
                  <c:v>89.98</c:v>
                </c:pt>
                <c:pt idx="78344">
                  <c:v>80.98</c:v>
                </c:pt>
                <c:pt idx="78345">
                  <c:v>79.989999999999995</c:v>
                </c:pt>
                <c:pt idx="78346">
                  <c:v>79.989999999999995</c:v>
                </c:pt>
                <c:pt idx="78347">
                  <c:v>79.989999999999995</c:v>
                </c:pt>
                <c:pt idx="78348">
                  <c:v>75.27</c:v>
                </c:pt>
                <c:pt idx="78349">
                  <c:v>79.989999999999995</c:v>
                </c:pt>
                <c:pt idx="78350">
                  <c:v>119.97</c:v>
                </c:pt>
                <c:pt idx="78351">
                  <c:v>90.98</c:v>
                </c:pt>
                <c:pt idx="78352">
                  <c:v>83.28</c:v>
                </c:pt>
                <c:pt idx="78353">
                  <c:v>59.98</c:v>
                </c:pt>
                <c:pt idx="78354">
                  <c:v>59.98</c:v>
                </c:pt>
                <c:pt idx="78355">
                  <c:v>56.95</c:v>
                </c:pt>
                <c:pt idx="78356">
                  <c:v>68.959999999999994</c:v>
                </c:pt>
                <c:pt idx="78357">
                  <c:v>52.98</c:v>
                </c:pt>
                <c:pt idx="78358">
                  <c:v>99.94</c:v>
                </c:pt>
                <c:pt idx="78359">
                  <c:v>99.96</c:v>
                </c:pt>
                <c:pt idx="78360">
                  <c:v>52.98</c:v>
                </c:pt>
                <c:pt idx="78361">
                  <c:v>77.959999999999994</c:v>
                </c:pt>
                <c:pt idx="78362">
                  <c:v>55.98</c:v>
                </c:pt>
                <c:pt idx="78363">
                  <c:v>57.97</c:v>
                </c:pt>
                <c:pt idx="78364">
                  <c:v>53.98</c:v>
                </c:pt>
                <c:pt idx="78365">
                  <c:v>81.239999999999995</c:v>
                </c:pt>
                <c:pt idx="78366">
                  <c:v>59.96</c:v>
                </c:pt>
                <c:pt idx="78367">
                  <c:v>168.13</c:v>
                </c:pt>
                <c:pt idx="78368">
                  <c:v>183.97</c:v>
                </c:pt>
                <c:pt idx="78369">
                  <c:v>169.98</c:v>
                </c:pt>
                <c:pt idx="78370">
                  <c:v>99.98</c:v>
                </c:pt>
                <c:pt idx="78371">
                  <c:v>169.98</c:v>
                </c:pt>
                <c:pt idx="78372">
                  <c:v>169.98</c:v>
                </c:pt>
                <c:pt idx="78373">
                  <c:v>84.99</c:v>
                </c:pt>
                <c:pt idx="78374">
                  <c:v>84.99</c:v>
                </c:pt>
                <c:pt idx="78375">
                  <c:v>88.18</c:v>
                </c:pt>
                <c:pt idx="78376">
                  <c:v>169.98</c:v>
                </c:pt>
                <c:pt idx="78377">
                  <c:v>169.98</c:v>
                </c:pt>
                <c:pt idx="78378">
                  <c:v>169.98</c:v>
                </c:pt>
                <c:pt idx="78379">
                  <c:v>79.849999999999994</c:v>
                </c:pt>
                <c:pt idx="78380">
                  <c:v>96.78</c:v>
                </c:pt>
                <c:pt idx="78381">
                  <c:v>39.89</c:v>
                </c:pt>
                <c:pt idx="78382">
                  <c:v>159.69999999999999</c:v>
                </c:pt>
                <c:pt idx="78383">
                  <c:v>50.84</c:v>
                </c:pt>
                <c:pt idx="78384">
                  <c:v>32.479999999999997</c:v>
                </c:pt>
                <c:pt idx="78385">
                  <c:v>39.89</c:v>
                </c:pt>
                <c:pt idx="78386">
                  <c:v>120.98</c:v>
                </c:pt>
                <c:pt idx="78387">
                  <c:v>62.33</c:v>
                </c:pt>
                <c:pt idx="78388">
                  <c:v>265.39999999999998</c:v>
                </c:pt>
                <c:pt idx="78389">
                  <c:v>88.48</c:v>
                </c:pt>
                <c:pt idx="78390">
                  <c:v>94.95</c:v>
                </c:pt>
                <c:pt idx="78391">
                  <c:v>62.97</c:v>
                </c:pt>
                <c:pt idx="78392">
                  <c:v>75.959999999999994</c:v>
                </c:pt>
                <c:pt idx="78393">
                  <c:v>112.96</c:v>
                </c:pt>
                <c:pt idx="78394">
                  <c:v>70.98</c:v>
                </c:pt>
                <c:pt idx="78395">
                  <c:v>182.23</c:v>
                </c:pt>
                <c:pt idx="78396">
                  <c:v>98.97</c:v>
                </c:pt>
                <c:pt idx="78397">
                  <c:v>163.66</c:v>
                </c:pt>
                <c:pt idx="78398">
                  <c:v>131.96</c:v>
                </c:pt>
                <c:pt idx="78399">
                  <c:v>116.97</c:v>
                </c:pt>
                <c:pt idx="78400">
                  <c:v>193.24</c:v>
                </c:pt>
                <c:pt idx="78401">
                  <c:v>84.99</c:v>
                </c:pt>
                <c:pt idx="78402">
                  <c:v>254.97</c:v>
                </c:pt>
                <c:pt idx="78403">
                  <c:v>197.97</c:v>
                </c:pt>
                <c:pt idx="78404">
                  <c:v>84.99</c:v>
                </c:pt>
                <c:pt idx="78405">
                  <c:v>76.209999999999994</c:v>
                </c:pt>
                <c:pt idx="78406">
                  <c:v>254.97</c:v>
                </c:pt>
                <c:pt idx="78407">
                  <c:v>231.94</c:v>
                </c:pt>
                <c:pt idx="78408">
                  <c:v>166.96</c:v>
                </c:pt>
                <c:pt idx="78409">
                  <c:v>157.22</c:v>
                </c:pt>
                <c:pt idx="78410">
                  <c:v>230.36</c:v>
                </c:pt>
                <c:pt idx="78411">
                  <c:v>76.489999999999995</c:v>
                </c:pt>
                <c:pt idx="78412">
                  <c:v>84.99</c:v>
                </c:pt>
                <c:pt idx="78413">
                  <c:v>84.99</c:v>
                </c:pt>
                <c:pt idx="78414">
                  <c:v>65.989999999999995</c:v>
                </c:pt>
                <c:pt idx="78415">
                  <c:v>169.98</c:v>
                </c:pt>
                <c:pt idx="78416">
                  <c:v>85.98</c:v>
                </c:pt>
                <c:pt idx="78417">
                  <c:v>72.290000000000006</c:v>
                </c:pt>
                <c:pt idx="78418">
                  <c:v>54.99</c:v>
                </c:pt>
                <c:pt idx="78419">
                  <c:v>131.97999999999999</c:v>
                </c:pt>
                <c:pt idx="78420">
                  <c:v>67.41</c:v>
                </c:pt>
                <c:pt idx="78421">
                  <c:v>68.430000000000007</c:v>
                </c:pt>
                <c:pt idx="78422">
                  <c:v>163.88</c:v>
                </c:pt>
                <c:pt idx="78423">
                  <c:v>69.989999999999995</c:v>
                </c:pt>
                <c:pt idx="78424">
                  <c:v>65.22</c:v>
                </c:pt>
                <c:pt idx="78425">
                  <c:v>47.15</c:v>
                </c:pt>
                <c:pt idx="78426">
                  <c:v>47.75</c:v>
                </c:pt>
                <c:pt idx="78427">
                  <c:v>47.15</c:v>
                </c:pt>
                <c:pt idx="78428">
                  <c:v>47.75</c:v>
                </c:pt>
                <c:pt idx="78429">
                  <c:v>339.96</c:v>
                </c:pt>
                <c:pt idx="78430">
                  <c:v>169.98</c:v>
                </c:pt>
                <c:pt idx="78431">
                  <c:v>131.97999999999999</c:v>
                </c:pt>
                <c:pt idx="78432">
                  <c:v>131.97999999999999</c:v>
                </c:pt>
                <c:pt idx="78433">
                  <c:v>84.99</c:v>
                </c:pt>
                <c:pt idx="78434">
                  <c:v>169.98</c:v>
                </c:pt>
                <c:pt idx="78435">
                  <c:v>64.98</c:v>
                </c:pt>
                <c:pt idx="78436">
                  <c:v>40.49</c:v>
                </c:pt>
                <c:pt idx="78437">
                  <c:v>105.98</c:v>
                </c:pt>
                <c:pt idx="78438">
                  <c:v>219.97</c:v>
                </c:pt>
                <c:pt idx="78439">
                  <c:v>41.49</c:v>
                </c:pt>
                <c:pt idx="78440">
                  <c:v>134.97999999999999</c:v>
                </c:pt>
                <c:pt idx="78441">
                  <c:v>21.28</c:v>
                </c:pt>
                <c:pt idx="78442">
                  <c:v>21.28</c:v>
                </c:pt>
                <c:pt idx="78443">
                  <c:v>138.57</c:v>
                </c:pt>
                <c:pt idx="78444">
                  <c:v>212.96</c:v>
                </c:pt>
                <c:pt idx="78445">
                  <c:v>174.95</c:v>
                </c:pt>
                <c:pt idx="78446">
                  <c:v>216.95</c:v>
                </c:pt>
                <c:pt idx="78447">
                  <c:v>242.95</c:v>
                </c:pt>
                <c:pt idx="78448">
                  <c:v>229.45</c:v>
                </c:pt>
                <c:pt idx="78449">
                  <c:v>89.98</c:v>
                </c:pt>
                <c:pt idx="78450">
                  <c:v>161.96</c:v>
                </c:pt>
                <c:pt idx="78451">
                  <c:v>67.98</c:v>
                </c:pt>
                <c:pt idx="78452">
                  <c:v>73.48</c:v>
                </c:pt>
                <c:pt idx="78453">
                  <c:v>47.94</c:v>
                </c:pt>
                <c:pt idx="78454">
                  <c:v>51.29</c:v>
                </c:pt>
                <c:pt idx="78455">
                  <c:v>57.78</c:v>
                </c:pt>
                <c:pt idx="78456">
                  <c:v>51.94</c:v>
                </c:pt>
                <c:pt idx="78457">
                  <c:v>51.94</c:v>
                </c:pt>
                <c:pt idx="78458">
                  <c:v>52.85</c:v>
                </c:pt>
                <c:pt idx="78459">
                  <c:v>51.94</c:v>
                </c:pt>
                <c:pt idx="78460">
                  <c:v>67.98</c:v>
                </c:pt>
                <c:pt idx="78461">
                  <c:v>79.989999999999995</c:v>
                </c:pt>
                <c:pt idx="78462">
                  <c:v>58.98</c:v>
                </c:pt>
                <c:pt idx="78463">
                  <c:v>53.97</c:v>
                </c:pt>
                <c:pt idx="78464">
                  <c:v>78.22</c:v>
                </c:pt>
                <c:pt idx="78465">
                  <c:v>74.98</c:v>
                </c:pt>
                <c:pt idx="78466">
                  <c:v>50.46</c:v>
                </c:pt>
                <c:pt idx="78467">
                  <c:v>79.19</c:v>
                </c:pt>
                <c:pt idx="78468">
                  <c:v>61.98</c:v>
                </c:pt>
                <c:pt idx="78469">
                  <c:v>79.989999999999995</c:v>
                </c:pt>
                <c:pt idx="78470">
                  <c:v>71.97</c:v>
                </c:pt>
                <c:pt idx="78471">
                  <c:v>78.39</c:v>
                </c:pt>
                <c:pt idx="78472">
                  <c:v>149.97</c:v>
                </c:pt>
                <c:pt idx="78473">
                  <c:v>59.96</c:v>
                </c:pt>
                <c:pt idx="78474">
                  <c:v>65.989999999999995</c:v>
                </c:pt>
                <c:pt idx="78475">
                  <c:v>72.19</c:v>
                </c:pt>
                <c:pt idx="78476">
                  <c:v>83.96</c:v>
                </c:pt>
                <c:pt idx="78477">
                  <c:v>65.989999999999995</c:v>
                </c:pt>
                <c:pt idx="78478">
                  <c:v>-65.989999999999995</c:v>
                </c:pt>
                <c:pt idx="78479">
                  <c:v>65.989999999999995</c:v>
                </c:pt>
                <c:pt idx="78480">
                  <c:v>59.97</c:v>
                </c:pt>
                <c:pt idx="78481">
                  <c:v>65.989999999999995</c:v>
                </c:pt>
                <c:pt idx="78482">
                  <c:v>59.99</c:v>
                </c:pt>
                <c:pt idx="78483">
                  <c:v>65.989999999999995</c:v>
                </c:pt>
                <c:pt idx="78484">
                  <c:v>65.989999999999995</c:v>
                </c:pt>
                <c:pt idx="78485">
                  <c:v>183.88</c:v>
                </c:pt>
                <c:pt idx="78486">
                  <c:v>131.85</c:v>
                </c:pt>
                <c:pt idx="78487">
                  <c:v>159.69999999999999</c:v>
                </c:pt>
                <c:pt idx="78488">
                  <c:v>137.18</c:v>
                </c:pt>
                <c:pt idx="78489">
                  <c:v>100.04</c:v>
                </c:pt>
                <c:pt idx="78490">
                  <c:v>56.64</c:v>
                </c:pt>
                <c:pt idx="78491">
                  <c:v>47.15</c:v>
                </c:pt>
                <c:pt idx="78492">
                  <c:v>99.98</c:v>
                </c:pt>
                <c:pt idx="78493">
                  <c:v>99.98</c:v>
                </c:pt>
                <c:pt idx="78494">
                  <c:v>51.83</c:v>
                </c:pt>
                <c:pt idx="78495">
                  <c:v>54.99</c:v>
                </c:pt>
                <c:pt idx="78496">
                  <c:v>65.989999999999995</c:v>
                </c:pt>
                <c:pt idx="78497">
                  <c:v>65.989999999999995</c:v>
                </c:pt>
                <c:pt idx="78498">
                  <c:v>60.98</c:v>
                </c:pt>
                <c:pt idx="78499">
                  <c:v>59.98</c:v>
                </c:pt>
                <c:pt idx="78500">
                  <c:v>100.98</c:v>
                </c:pt>
                <c:pt idx="78501">
                  <c:v>114.98</c:v>
                </c:pt>
                <c:pt idx="78502">
                  <c:v>114.98</c:v>
                </c:pt>
                <c:pt idx="78503">
                  <c:v>114.98</c:v>
                </c:pt>
                <c:pt idx="78504">
                  <c:v>60.98</c:v>
                </c:pt>
                <c:pt idx="78505">
                  <c:v>104.97</c:v>
                </c:pt>
                <c:pt idx="78506">
                  <c:v>74.989999999999995</c:v>
                </c:pt>
                <c:pt idx="78507">
                  <c:v>114.98</c:v>
                </c:pt>
                <c:pt idx="78508">
                  <c:v>99.97</c:v>
                </c:pt>
                <c:pt idx="78509">
                  <c:v>114.98</c:v>
                </c:pt>
                <c:pt idx="78510">
                  <c:v>114.98</c:v>
                </c:pt>
                <c:pt idx="78511">
                  <c:v>104.97</c:v>
                </c:pt>
                <c:pt idx="78512">
                  <c:v>99.97</c:v>
                </c:pt>
                <c:pt idx="78513">
                  <c:v>74.989999999999995</c:v>
                </c:pt>
                <c:pt idx="78514">
                  <c:v>-104.97</c:v>
                </c:pt>
                <c:pt idx="78515">
                  <c:v>-104.97</c:v>
                </c:pt>
                <c:pt idx="78516">
                  <c:v>104.97</c:v>
                </c:pt>
                <c:pt idx="78517">
                  <c:v>75.09</c:v>
                </c:pt>
                <c:pt idx="78518">
                  <c:v>29.99</c:v>
                </c:pt>
                <c:pt idx="78519">
                  <c:v>29.99</c:v>
                </c:pt>
                <c:pt idx="78520">
                  <c:v>75.09</c:v>
                </c:pt>
                <c:pt idx="78521">
                  <c:v>104.97</c:v>
                </c:pt>
                <c:pt idx="78522">
                  <c:v>60.98</c:v>
                </c:pt>
                <c:pt idx="78523">
                  <c:v>199.96</c:v>
                </c:pt>
                <c:pt idx="78524">
                  <c:v>199.96</c:v>
                </c:pt>
                <c:pt idx="78525">
                  <c:v>199.96</c:v>
                </c:pt>
                <c:pt idx="78526">
                  <c:v>149.97</c:v>
                </c:pt>
                <c:pt idx="78527">
                  <c:v>135.94</c:v>
                </c:pt>
                <c:pt idx="78528">
                  <c:v>163.92</c:v>
                </c:pt>
                <c:pt idx="78529">
                  <c:v>123.93</c:v>
                </c:pt>
                <c:pt idx="78530">
                  <c:v>79.98</c:v>
                </c:pt>
                <c:pt idx="78531">
                  <c:v>123.93</c:v>
                </c:pt>
                <c:pt idx="78532">
                  <c:v>122.79</c:v>
                </c:pt>
                <c:pt idx="78533">
                  <c:v>67.97</c:v>
                </c:pt>
                <c:pt idx="78534">
                  <c:v>53.16</c:v>
                </c:pt>
                <c:pt idx="78535">
                  <c:v>84.57</c:v>
                </c:pt>
                <c:pt idx="78536">
                  <c:v>83.94</c:v>
                </c:pt>
                <c:pt idx="78537">
                  <c:v>53.16</c:v>
                </c:pt>
                <c:pt idx="78538">
                  <c:v>67.97</c:v>
                </c:pt>
                <c:pt idx="78539">
                  <c:v>135.94</c:v>
                </c:pt>
                <c:pt idx="78540">
                  <c:v>83.94</c:v>
                </c:pt>
                <c:pt idx="78541">
                  <c:v>79.98</c:v>
                </c:pt>
                <c:pt idx="78542">
                  <c:v>163.92</c:v>
                </c:pt>
                <c:pt idx="78543">
                  <c:v>84.57</c:v>
                </c:pt>
                <c:pt idx="78544">
                  <c:v>122.79</c:v>
                </c:pt>
                <c:pt idx="78545">
                  <c:v>139.97999999999999</c:v>
                </c:pt>
                <c:pt idx="78546">
                  <c:v>69.97</c:v>
                </c:pt>
                <c:pt idx="78547">
                  <c:v>54.98</c:v>
                </c:pt>
                <c:pt idx="78548">
                  <c:v>149.97</c:v>
                </c:pt>
                <c:pt idx="78549">
                  <c:v>160.27000000000001</c:v>
                </c:pt>
                <c:pt idx="78550">
                  <c:v>139.97999999999999</c:v>
                </c:pt>
                <c:pt idx="78551">
                  <c:v>108.97</c:v>
                </c:pt>
                <c:pt idx="78552">
                  <c:v>94.97</c:v>
                </c:pt>
                <c:pt idx="78553">
                  <c:v>99.98</c:v>
                </c:pt>
                <c:pt idx="78554">
                  <c:v>99.98</c:v>
                </c:pt>
                <c:pt idx="78555">
                  <c:v>99.98</c:v>
                </c:pt>
                <c:pt idx="78556">
                  <c:v>68.98</c:v>
                </c:pt>
                <c:pt idx="78557">
                  <c:v>116.5</c:v>
                </c:pt>
                <c:pt idx="78558">
                  <c:v>98.01</c:v>
                </c:pt>
                <c:pt idx="78559">
                  <c:v>99.18</c:v>
                </c:pt>
                <c:pt idx="78560">
                  <c:v>104.19</c:v>
                </c:pt>
                <c:pt idx="78561">
                  <c:v>179.02</c:v>
                </c:pt>
                <c:pt idx="78562">
                  <c:v>101.52</c:v>
                </c:pt>
                <c:pt idx="78563">
                  <c:v>99.2</c:v>
                </c:pt>
                <c:pt idx="78564">
                  <c:v>65.98</c:v>
                </c:pt>
                <c:pt idx="78565">
                  <c:v>65.98</c:v>
                </c:pt>
                <c:pt idx="78566">
                  <c:v>70.97</c:v>
                </c:pt>
                <c:pt idx="78567">
                  <c:v>85.97</c:v>
                </c:pt>
                <c:pt idx="78568">
                  <c:v>57.98</c:v>
                </c:pt>
                <c:pt idx="78569">
                  <c:v>67.98</c:v>
                </c:pt>
                <c:pt idx="78570">
                  <c:v>69.98</c:v>
                </c:pt>
                <c:pt idx="78571">
                  <c:v>55.97</c:v>
                </c:pt>
                <c:pt idx="78572">
                  <c:v>59.98</c:v>
                </c:pt>
                <c:pt idx="78573">
                  <c:v>69.98</c:v>
                </c:pt>
                <c:pt idx="78574">
                  <c:v>62.98</c:v>
                </c:pt>
                <c:pt idx="78575">
                  <c:v>65.98</c:v>
                </c:pt>
                <c:pt idx="78576">
                  <c:v>65.98</c:v>
                </c:pt>
                <c:pt idx="78577">
                  <c:v>63.98</c:v>
                </c:pt>
                <c:pt idx="78578">
                  <c:v>79.989999999999995</c:v>
                </c:pt>
                <c:pt idx="78579">
                  <c:v>71.989999999999995</c:v>
                </c:pt>
                <c:pt idx="78580">
                  <c:v>67.989999999999995</c:v>
                </c:pt>
                <c:pt idx="78581">
                  <c:v>79.989999999999995</c:v>
                </c:pt>
                <c:pt idx="78582">
                  <c:v>71.989999999999995</c:v>
                </c:pt>
                <c:pt idx="78583">
                  <c:v>60.99</c:v>
                </c:pt>
                <c:pt idx="78584">
                  <c:v>79.989999999999995</c:v>
                </c:pt>
                <c:pt idx="78585">
                  <c:v>127.48</c:v>
                </c:pt>
                <c:pt idx="78586">
                  <c:v>75.569999999999993</c:v>
                </c:pt>
                <c:pt idx="78587">
                  <c:v>139.96</c:v>
                </c:pt>
                <c:pt idx="78588">
                  <c:v>39.99</c:v>
                </c:pt>
                <c:pt idx="78589">
                  <c:v>127.46</c:v>
                </c:pt>
                <c:pt idx="78590">
                  <c:v>59.96</c:v>
                </c:pt>
                <c:pt idx="78591">
                  <c:v>74.95</c:v>
                </c:pt>
                <c:pt idx="78592">
                  <c:v>61.96</c:v>
                </c:pt>
                <c:pt idx="78593">
                  <c:v>100.47</c:v>
                </c:pt>
                <c:pt idx="78594">
                  <c:v>79.98</c:v>
                </c:pt>
                <c:pt idx="78595">
                  <c:v>59.98</c:v>
                </c:pt>
                <c:pt idx="78596">
                  <c:v>81.48</c:v>
                </c:pt>
                <c:pt idx="78597">
                  <c:v>55.9</c:v>
                </c:pt>
                <c:pt idx="78598">
                  <c:v>51.47</c:v>
                </c:pt>
                <c:pt idx="78599">
                  <c:v>81.48</c:v>
                </c:pt>
                <c:pt idx="78600">
                  <c:v>107.97</c:v>
                </c:pt>
                <c:pt idx="78601">
                  <c:v>72.97</c:v>
                </c:pt>
                <c:pt idx="78602">
                  <c:v>97.92</c:v>
                </c:pt>
                <c:pt idx="78603">
                  <c:v>170.97</c:v>
                </c:pt>
                <c:pt idx="78604">
                  <c:v>79.989999999999995</c:v>
                </c:pt>
                <c:pt idx="78605">
                  <c:v>194.97</c:v>
                </c:pt>
                <c:pt idx="78606">
                  <c:v>159.97999999999999</c:v>
                </c:pt>
                <c:pt idx="78607">
                  <c:v>48.29</c:v>
                </c:pt>
                <c:pt idx="78608">
                  <c:v>84.98</c:v>
                </c:pt>
                <c:pt idx="78609">
                  <c:v>62.76</c:v>
                </c:pt>
                <c:pt idx="78610">
                  <c:v>65.989999999999995</c:v>
                </c:pt>
                <c:pt idx="78611">
                  <c:v>41.48</c:v>
                </c:pt>
                <c:pt idx="78612">
                  <c:v>65.989999999999995</c:v>
                </c:pt>
                <c:pt idx="78613">
                  <c:v>105.97</c:v>
                </c:pt>
                <c:pt idx="78614">
                  <c:v>105.97</c:v>
                </c:pt>
                <c:pt idx="78615">
                  <c:v>65.989999999999995</c:v>
                </c:pt>
                <c:pt idx="78616">
                  <c:v>65.989999999999995</c:v>
                </c:pt>
                <c:pt idx="78617">
                  <c:v>99.98</c:v>
                </c:pt>
                <c:pt idx="78618">
                  <c:v>84.99</c:v>
                </c:pt>
                <c:pt idx="78619">
                  <c:v>254.97</c:v>
                </c:pt>
                <c:pt idx="78620">
                  <c:v>169.98</c:v>
                </c:pt>
                <c:pt idx="78621">
                  <c:v>59.96</c:v>
                </c:pt>
                <c:pt idx="78622">
                  <c:v>89.52</c:v>
                </c:pt>
                <c:pt idx="78623">
                  <c:v>79.81</c:v>
                </c:pt>
                <c:pt idx="78624">
                  <c:v>71.349999999999994</c:v>
                </c:pt>
                <c:pt idx="78625">
                  <c:v>116.12</c:v>
                </c:pt>
                <c:pt idx="78626">
                  <c:v>128.44999999999999</c:v>
                </c:pt>
                <c:pt idx="78627">
                  <c:v>20.9</c:v>
                </c:pt>
                <c:pt idx="78628">
                  <c:v>72.58</c:v>
                </c:pt>
                <c:pt idx="78629">
                  <c:v>31.44</c:v>
                </c:pt>
                <c:pt idx="78630">
                  <c:v>278.23</c:v>
                </c:pt>
                <c:pt idx="78631">
                  <c:v>108.88</c:v>
                </c:pt>
                <c:pt idx="78632">
                  <c:v>100.98</c:v>
                </c:pt>
                <c:pt idx="78633">
                  <c:v>98.97</c:v>
                </c:pt>
                <c:pt idx="78634">
                  <c:v>44.72</c:v>
                </c:pt>
                <c:pt idx="78635">
                  <c:v>116.97</c:v>
                </c:pt>
                <c:pt idx="78636">
                  <c:v>79.849999999999994</c:v>
                </c:pt>
                <c:pt idx="78637">
                  <c:v>68.989999999999995</c:v>
                </c:pt>
                <c:pt idx="78638">
                  <c:v>100.98</c:v>
                </c:pt>
                <c:pt idx="78639">
                  <c:v>80.06</c:v>
                </c:pt>
                <c:pt idx="78640">
                  <c:v>63.98</c:v>
                </c:pt>
                <c:pt idx="78641">
                  <c:v>142.04</c:v>
                </c:pt>
                <c:pt idx="78642">
                  <c:v>175.95</c:v>
                </c:pt>
                <c:pt idx="78643">
                  <c:v>128.57</c:v>
                </c:pt>
                <c:pt idx="78644">
                  <c:v>175.95</c:v>
                </c:pt>
                <c:pt idx="78645">
                  <c:v>142.04</c:v>
                </c:pt>
                <c:pt idx="78646">
                  <c:v>63.98</c:v>
                </c:pt>
                <c:pt idx="78647">
                  <c:v>65.989999999999995</c:v>
                </c:pt>
                <c:pt idx="78648">
                  <c:v>65.989999999999995</c:v>
                </c:pt>
                <c:pt idx="78649">
                  <c:v>128.57</c:v>
                </c:pt>
                <c:pt idx="78650">
                  <c:v>125.64</c:v>
                </c:pt>
                <c:pt idx="78651">
                  <c:v>125.64</c:v>
                </c:pt>
                <c:pt idx="78652">
                  <c:v>151.19</c:v>
                </c:pt>
                <c:pt idx="78653">
                  <c:v>137.88999999999999</c:v>
                </c:pt>
                <c:pt idx="78654">
                  <c:v>145.15</c:v>
                </c:pt>
                <c:pt idx="78655">
                  <c:v>145.15</c:v>
                </c:pt>
                <c:pt idx="78656">
                  <c:v>295.06</c:v>
                </c:pt>
                <c:pt idx="78657">
                  <c:v>145.15</c:v>
                </c:pt>
                <c:pt idx="78658">
                  <c:v>114.94</c:v>
                </c:pt>
                <c:pt idx="78659">
                  <c:v>126.17</c:v>
                </c:pt>
                <c:pt idx="78660">
                  <c:v>-20.09</c:v>
                </c:pt>
                <c:pt idx="78661">
                  <c:v>172.93</c:v>
                </c:pt>
                <c:pt idx="78662">
                  <c:v>77.94</c:v>
                </c:pt>
                <c:pt idx="78663">
                  <c:v>77.94</c:v>
                </c:pt>
                <c:pt idx="78664">
                  <c:v>149.94</c:v>
                </c:pt>
                <c:pt idx="78665">
                  <c:v>237.44</c:v>
                </c:pt>
                <c:pt idx="78666">
                  <c:v>65.989999999999995</c:v>
                </c:pt>
                <c:pt idx="78667">
                  <c:v>84.99</c:v>
                </c:pt>
                <c:pt idx="78668">
                  <c:v>50.98</c:v>
                </c:pt>
                <c:pt idx="78669">
                  <c:v>83.97</c:v>
                </c:pt>
                <c:pt idx="78670">
                  <c:v>84.99</c:v>
                </c:pt>
                <c:pt idx="78671">
                  <c:v>66.98</c:v>
                </c:pt>
                <c:pt idx="78672">
                  <c:v>84.99</c:v>
                </c:pt>
                <c:pt idx="78673">
                  <c:v>79.98</c:v>
                </c:pt>
                <c:pt idx="78674">
                  <c:v>28.48</c:v>
                </c:pt>
                <c:pt idx="78675">
                  <c:v>50.98</c:v>
                </c:pt>
                <c:pt idx="78676">
                  <c:v>140.97</c:v>
                </c:pt>
                <c:pt idx="78677">
                  <c:v>90.88</c:v>
                </c:pt>
                <c:pt idx="78678">
                  <c:v>99.96</c:v>
                </c:pt>
                <c:pt idx="78679">
                  <c:v>89.97</c:v>
                </c:pt>
                <c:pt idx="78680">
                  <c:v>59.98</c:v>
                </c:pt>
                <c:pt idx="78681">
                  <c:v>89.97</c:v>
                </c:pt>
                <c:pt idx="78682">
                  <c:v>119.96</c:v>
                </c:pt>
                <c:pt idx="78683">
                  <c:v>108.06</c:v>
                </c:pt>
                <c:pt idx="78684">
                  <c:v>114.96</c:v>
                </c:pt>
                <c:pt idx="78685">
                  <c:v>159.97999999999999</c:v>
                </c:pt>
                <c:pt idx="78686">
                  <c:v>169.98</c:v>
                </c:pt>
                <c:pt idx="78687">
                  <c:v>184.55</c:v>
                </c:pt>
                <c:pt idx="78688">
                  <c:v>201.96</c:v>
                </c:pt>
                <c:pt idx="78689">
                  <c:v>39.99</c:v>
                </c:pt>
                <c:pt idx="78690">
                  <c:v>169.98</c:v>
                </c:pt>
                <c:pt idx="78691">
                  <c:v>171.9</c:v>
                </c:pt>
                <c:pt idx="78692">
                  <c:v>64.95</c:v>
                </c:pt>
                <c:pt idx="78693">
                  <c:v>51.96</c:v>
                </c:pt>
                <c:pt idx="78694">
                  <c:v>64.95</c:v>
                </c:pt>
                <c:pt idx="78695">
                  <c:v>60.53</c:v>
                </c:pt>
                <c:pt idx="78696">
                  <c:v>90.93</c:v>
                </c:pt>
                <c:pt idx="78697">
                  <c:v>-119.97</c:v>
                </c:pt>
                <c:pt idx="78698">
                  <c:v>175.95</c:v>
                </c:pt>
                <c:pt idx="78699">
                  <c:v>64.92</c:v>
                </c:pt>
                <c:pt idx="78700">
                  <c:v>64.349999999999994</c:v>
                </c:pt>
                <c:pt idx="78701">
                  <c:v>129.97999999999999</c:v>
                </c:pt>
                <c:pt idx="78702">
                  <c:v>67.64</c:v>
                </c:pt>
                <c:pt idx="78703">
                  <c:v>105.96</c:v>
                </c:pt>
                <c:pt idx="78704">
                  <c:v>77.97</c:v>
                </c:pt>
                <c:pt idx="78705">
                  <c:v>51.98</c:v>
                </c:pt>
                <c:pt idx="78706">
                  <c:v>59.98</c:v>
                </c:pt>
                <c:pt idx="78707">
                  <c:v>66.98</c:v>
                </c:pt>
                <c:pt idx="78708">
                  <c:v>69.98</c:v>
                </c:pt>
                <c:pt idx="78709">
                  <c:v>69.98</c:v>
                </c:pt>
                <c:pt idx="78710">
                  <c:v>127.46</c:v>
                </c:pt>
                <c:pt idx="78711">
                  <c:v>83.79</c:v>
                </c:pt>
                <c:pt idx="78712">
                  <c:v>169.98</c:v>
                </c:pt>
                <c:pt idx="78713">
                  <c:v>33.479999999999997</c:v>
                </c:pt>
                <c:pt idx="78714">
                  <c:v>95.25</c:v>
                </c:pt>
                <c:pt idx="78715">
                  <c:v>95.83</c:v>
                </c:pt>
                <c:pt idx="78716">
                  <c:v>91</c:v>
                </c:pt>
                <c:pt idx="78717">
                  <c:v>108.83</c:v>
                </c:pt>
                <c:pt idx="78718">
                  <c:v>102.8</c:v>
                </c:pt>
                <c:pt idx="78719">
                  <c:v>72.55</c:v>
                </c:pt>
                <c:pt idx="78720">
                  <c:v>65.989999999999995</c:v>
                </c:pt>
                <c:pt idx="78721">
                  <c:v>121.98</c:v>
                </c:pt>
                <c:pt idx="78722">
                  <c:v>112.18</c:v>
                </c:pt>
                <c:pt idx="78723">
                  <c:v>131.97999999999999</c:v>
                </c:pt>
                <c:pt idx="78724">
                  <c:v>131.97999999999999</c:v>
                </c:pt>
                <c:pt idx="78725">
                  <c:v>59.39</c:v>
                </c:pt>
                <c:pt idx="78726">
                  <c:v>71.959999999999994</c:v>
                </c:pt>
                <c:pt idx="78727">
                  <c:v>195.05</c:v>
                </c:pt>
                <c:pt idx="78728">
                  <c:v>167.98</c:v>
                </c:pt>
                <c:pt idx="78729">
                  <c:v>195.05</c:v>
                </c:pt>
                <c:pt idx="78730">
                  <c:v>89.98</c:v>
                </c:pt>
                <c:pt idx="78731">
                  <c:v>89.98</c:v>
                </c:pt>
                <c:pt idx="78732">
                  <c:v>167.98</c:v>
                </c:pt>
                <c:pt idx="78733">
                  <c:v>280.98</c:v>
                </c:pt>
                <c:pt idx="78734">
                  <c:v>267.95999999999998</c:v>
                </c:pt>
                <c:pt idx="78735">
                  <c:v>280.98</c:v>
                </c:pt>
                <c:pt idx="78736">
                  <c:v>199.97</c:v>
                </c:pt>
                <c:pt idx="78737">
                  <c:v>240.33</c:v>
                </c:pt>
                <c:pt idx="78738">
                  <c:v>104.97</c:v>
                </c:pt>
                <c:pt idx="78739">
                  <c:v>199.97</c:v>
                </c:pt>
                <c:pt idx="78740">
                  <c:v>267.95999999999998</c:v>
                </c:pt>
                <c:pt idx="78741">
                  <c:v>240.33</c:v>
                </c:pt>
                <c:pt idx="78742">
                  <c:v>104.97</c:v>
                </c:pt>
                <c:pt idx="78743">
                  <c:v>73.98</c:v>
                </c:pt>
                <c:pt idx="78744">
                  <c:v>127.56</c:v>
                </c:pt>
                <c:pt idx="78745">
                  <c:v>59.99</c:v>
                </c:pt>
                <c:pt idx="78746">
                  <c:v>39.07</c:v>
                </c:pt>
                <c:pt idx="78747">
                  <c:v>72.58</c:v>
                </c:pt>
                <c:pt idx="78748">
                  <c:v>54.59</c:v>
                </c:pt>
                <c:pt idx="78749">
                  <c:v>41.14</c:v>
                </c:pt>
                <c:pt idx="78750">
                  <c:v>17.09</c:v>
                </c:pt>
                <c:pt idx="78751">
                  <c:v>64.97</c:v>
                </c:pt>
                <c:pt idx="78752">
                  <c:v>54.37</c:v>
                </c:pt>
                <c:pt idx="78753">
                  <c:v>39.74</c:v>
                </c:pt>
                <c:pt idx="78754">
                  <c:v>31.33</c:v>
                </c:pt>
                <c:pt idx="78755">
                  <c:v>53.98</c:v>
                </c:pt>
                <c:pt idx="78756">
                  <c:v>36.04</c:v>
                </c:pt>
                <c:pt idx="78757">
                  <c:v>61.43</c:v>
                </c:pt>
                <c:pt idx="78758">
                  <c:v>53.58</c:v>
                </c:pt>
                <c:pt idx="78759">
                  <c:v>50.98</c:v>
                </c:pt>
                <c:pt idx="78760">
                  <c:v>40.43</c:v>
                </c:pt>
                <c:pt idx="78761">
                  <c:v>41.19</c:v>
                </c:pt>
                <c:pt idx="78762">
                  <c:v>45.09</c:v>
                </c:pt>
                <c:pt idx="78763">
                  <c:v>121.93</c:v>
                </c:pt>
                <c:pt idx="78764">
                  <c:v>64.069999999999993</c:v>
                </c:pt>
                <c:pt idx="78765">
                  <c:v>63.37</c:v>
                </c:pt>
                <c:pt idx="78766">
                  <c:v>64.069999999999993</c:v>
                </c:pt>
                <c:pt idx="78767">
                  <c:v>64.069999999999993</c:v>
                </c:pt>
                <c:pt idx="78768">
                  <c:v>64.069999999999993</c:v>
                </c:pt>
                <c:pt idx="78769">
                  <c:v>56.97</c:v>
                </c:pt>
                <c:pt idx="78770">
                  <c:v>197.45</c:v>
                </c:pt>
                <c:pt idx="78771">
                  <c:v>109.96</c:v>
                </c:pt>
                <c:pt idx="78772">
                  <c:v>131.97999999999999</c:v>
                </c:pt>
                <c:pt idx="78773">
                  <c:v>72.97</c:v>
                </c:pt>
                <c:pt idx="78774">
                  <c:v>89.98</c:v>
                </c:pt>
                <c:pt idx="78775">
                  <c:v>68.98</c:v>
                </c:pt>
                <c:pt idx="78776">
                  <c:v>42.99</c:v>
                </c:pt>
                <c:pt idx="78777">
                  <c:v>145.16</c:v>
                </c:pt>
                <c:pt idx="78778">
                  <c:v>78.400000000000006</c:v>
                </c:pt>
                <c:pt idx="78779">
                  <c:v>79.849999999999994</c:v>
                </c:pt>
                <c:pt idx="78780">
                  <c:v>83.48</c:v>
                </c:pt>
                <c:pt idx="78781">
                  <c:v>31.28</c:v>
                </c:pt>
                <c:pt idx="78782">
                  <c:v>48.78</c:v>
                </c:pt>
                <c:pt idx="78783">
                  <c:v>84.98</c:v>
                </c:pt>
                <c:pt idx="78784">
                  <c:v>31.28</c:v>
                </c:pt>
                <c:pt idx="78785">
                  <c:v>31.28</c:v>
                </c:pt>
                <c:pt idx="78786">
                  <c:v>31.28</c:v>
                </c:pt>
                <c:pt idx="78787">
                  <c:v>84.98</c:v>
                </c:pt>
                <c:pt idx="78788">
                  <c:v>31.93</c:v>
                </c:pt>
                <c:pt idx="78789">
                  <c:v>31.28</c:v>
                </c:pt>
                <c:pt idx="78790">
                  <c:v>231.95</c:v>
                </c:pt>
                <c:pt idx="78791">
                  <c:v>77.86</c:v>
                </c:pt>
                <c:pt idx="78792">
                  <c:v>69.95</c:v>
                </c:pt>
                <c:pt idx="78793">
                  <c:v>316.83999999999997</c:v>
                </c:pt>
                <c:pt idx="78794">
                  <c:v>139.9</c:v>
                </c:pt>
                <c:pt idx="78795">
                  <c:v>85.98</c:v>
                </c:pt>
                <c:pt idx="78796">
                  <c:v>128.97</c:v>
                </c:pt>
                <c:pt idx="78797">
                  <c:v>71.97</c:v>
                </c:pt>
                <c:pt idx="78798">
                  <c:v>107.97</c:v>
                </c:pt>
                <c:pt idx="78799">
                  <c:v>179.94</c:v>
                </c:pt>
                <c:pt idx="78800">
                  <c:v>50.97</c:v>
                </c:pt>
                <c:pt idx="78801">
                  <c:v>77.48</c:v>
                </c:pt>
                <c:pt idx="78802">
                  <c:v>77.48</c:v>
                </c:pt>
                <c:pt idx="78803">
                  <c:v>75.98</c:v>
                </c:pt>
                <c:pt idx="78804">
                  <c:v>62.68</c:v>
                </c:pt>
                <c:pt idx="78805">
                  <c:v>77.48</c:v>
                </c:pt>
                <c:pt idx="78806">
                  <c:v>65.98</c:v>
                </c:pt>
                <c:pt idx="78807">
                  <c:v>73.98</c:v>
                </c:pt>
                <c:pt idx="78808">
                  <c:v>75.97</c:v>
                </c:pt>
                <c:pt idx="78809">
                  <c:v>77.48</c:v>
                </c:pt>
                <c:pt idx="78810">
                  <c:v>201.96</c:v>
                </c:pt>
                <c:pt idx="78811">
                  <c:v>164.56</c:v>
                </c:pt>
                <c:pt idx="78812">
                  <c:v>153.97999999999999</c:v>
                </c:pt>
                <c:pt idx="78813">
                  <c:v>106.97</c:v>
                </c:pt>
                <c:pt idx="78814">
                  <c:v>185.97</c:v>
                </c:pt>
                <c:pt idx="78815">
                  <c:v>50.48</c:v>
                </c:pt>
                <c:pt idx="78816">
                  <c:v>77.94</c:v>
                </c:pt>
                <c:pt idx="78817">
                  <c:v>77.94</c:v>
                </c:pt>
                <c:pt idx="78818">
                  <c:v>50.48</c:v>
                </c:pt>
                <c:pt idx="78819">
                  <c:v>103.92</c:v>
                </c:pt>
                <c:pt idx="78820">
                  <c:v>77.94</c:v>
                </c:pt>
                <c:pt idx="78821">
                  <c:v>77.94</c:v>
                </c:pt>
                <c:pt idx="78822">
                  <c:v>77.94</c:v>
                </c:pt>
                <c:pt idx="78823">
                  <c:v>127.92</c:v>
                </c:pt>
                <c:pt idx="78824">
                  <c:v>77.94</c:v>
                </c:pt>
                <c:pt idx="78825">
                  <c:v>11.29</c:v>
                </c:pt>
                <c:pt idx="78826">
                  <c:v>174.94</c:v>
                </c:pt>
                <c:pt idx="78827">
                  <c:v>114.95</c:v>
                </c:pt>
                <c:pt idx="78828">
                  <c:v>91.96</c:v>
                </c:pt>
                <c:pt idx="78829">
                  <c:v>68.989999999999995</c:v>
                </c:pt>
                <c:pt idx="78830">
                  <c:v>199.96</c:v>
                </c:pt>
                <c:pt idx="78831">
                  <c:v>218.95</c:v>
                </c:pt>
                <c:pt idx="78832">
                  <c:v>196.97</c:v>
                </c:pt>
                <c:pt idx="78833">
                  <c:v>229.47</c:v>
                </c:pt>
                <c:pt idx="78834">
                  <c:v>124.47</c:v>
                </c:pt>
                <c:pt idx="78835">
                  <c:v>122.45</c:v>
                </c:pt>
                <c:pt idx="78836">
                  <c:v>194.46</c:v>
                </c:pt>
                <c:pt idx="78837">
                  <c:v>65.989999999999995</c:v>
                </c:pt>
                <c:pt idx="78838">
                  <c:v>65.989999999999995</c:v>
                </c:pt>
                <c:pt idx="78839">
                  <c:v>63.98</c:v>
                </c:pt>
                <c:pt idx="78840">
                  <c:v>59.98</c:v>
                </c:pt>
                <c:pt idx="78841">
                  <c:v>65.989999999999995</c:v>
                </c:pt>
                <c:pt idx="78842">
                  <c:v>59.98</c:v>
                </c:pt>
                <c:pt idx="78843">
                  <c:v>65.989999999999995</c:v>
                </c:pt>
                <c:pt idx="78844">
                  <c:v>63.98</c:v>
                </c:pt>
                <c:pt idx="78845">
                  <c:v>130.63999999999999</c:v>
                </c:pt>
                <c:pt idx="78846">
                  <c:v>140.32</c:v>
                </c:pt>
                <c:pt idx="78847">
                  <c:v>79.849999999999994</c:v>
                </c:pt>
                <c:pt idx="78848">
                  <c:v>79.849999999999994</c:v>
                </c:pt>
                <c:pt idx="78849">
                  <c:v>104.04</c:v>
                </c:pt>
                <c:pt idx="78850">
                  <c:v>88.43</c:v>
                </c:pt>
                <c:pt idx="78851">
                  <c:v>104.04</c:v>
                </c:pt>
                <c:pt idx="78852">
                  <c:v>95.8</c:v>
                </c:pt>
                <c:pt idx="78853">
                  <c:v>121.98</c:v>
                </c:pt>
                <c:pt idx="78854">
                  <c:v>54.33</c:v>
                </c:pt>
                <c:pt idx="78855">
                  <c:v>67.66</c:v>
                </c:pt>
                <c:pt idx="78856">
                  <c:v>131.41</c:v>
                </c:pt>
                <c:pt idx="78857">
                  <c:v>130.18</c:v>
                </c:pt>
                <c:pt idx="78858">
                  <c:v>110.98</c:v>
                </c:pt>
                <c:pt idx="78859">
                  <c:v>312.92</c:v>
                </c:pt>
                <c:pt idx="78860">
                  <c:v>99.98</c:v>
                </c:pt>
                <c:pt idx="78861">
                  <c:v>101.12</c:v>
                </c:pt>
                <c:pt idx="78862">
                  <c:v>97.08</c:v>
                </c:pt>
                <c:pt idx="78863">
                  <c:v>136.94999999999999</c:v>
                </c:pt>
                <c:pt idx="78864">
                  <c:v>-11.3</c:v>
                </c:pt>
                <c:pt idx="78865">
                  <c:v>94.54</c:v>
                </c:pt>
                <c:pt idx="78866">
                  <c:v>107.07</c:v>
                </c:pt>
                <c:pt idx="78867">
                  <c:v>166.95</c:v>
                </c:pt>
                <c:pt idx="78868">
                  <c:v>173.97</c:v>
                </c:pt>
                <c:pt idx="78869">
                  <c:v>121.98</c:v>
                </c:pt>
                <c:pt idx="78870">
                  <c:v>111.98</c:v>
                </c:pt>
                <c:pt idx="78871">
                  <c:v>66.680000000000007</c:v>
                </c:pt>
                <c:pt idx="78872">
                  <c:v>121.98</c:v>
                </c:pt>
                <c:pt idx="78873">
                  <c:v>121.98</c:v>
                </c:pt>
                <c:pt idx="78874">
                  <c:v>181.45</c:v>
                </c:pt>
                <c:pt idx="78875">
                  <c:v>182.97</c:v>
                </c:pt>
                <c:pt idx="78876">
                  <c:v>67.98</c:v>
                </c:pt>
                <c:pt idx="78877">
                  <c:v>79.98</c:v>
                </c:pt>
                <c:pt idx="78878">
                  <c:v>79.98</c:v>
                </c:pt>
                <c:pt idx="78879">
                  <c:v>66.790000000000006</c:v>
                </c:pt>
                <c:pt idx="78880">
                  <c:v>79.98</c:v>
                </c:pt>
                <c:pt idx="78881">
                  <c:v>64.98</c:v>
                </c:pt>
                <c:pt idx="78882">
                  <c:v>137.97</c:v>
                </c:pt>
                <c:pt idx="78883">
                  <c:v>79.98</c:v>
                </c:pt>
                <c:pt idx="78884">
                  <c:v>79.98</c:v>
                </c:pt>
                <c:pt idx="78885">
                  <c:v>46.49</c:v>
                </c:pt>
                <c:pt idx="78886">
                  <c:v>202.94</c:v>
                </c:pt>
                <c:pt idx="78887">
                  <c:v>21.49</c:v>
                </c:pt>
                <c:pt idx="78888">
                  <c:v>46.49</c:v>
                </c:pt>
                <c:pt idx="78889">
                  <c:v>289.95999999999998</c:v>
                </c:pt>
                <c:pt idx="78890">
                  <c:v>21.49</c:v>
                </c:pt>
                <c:pt idx="78891">
                  <c:v>68.989999999999995</c:v>
                </c:pt>
                <c:pt idx="78892">
                  <c:v>11.49</c:v>
                </c:pt>
                <c:pt idx="78893">
                  <c:v>11.49</c:v>
                </c:pt>
                <c:pt idx="78894">
                  <c:v>108.98</c:v>
                </c:pt>
                <c:pt idx="78895">
                  <c:v>202.94</c:v>
                </c:pt>
                <c:pt idx="78896">
                  <c:v>33.479999999999997</c:v>
                </c:pt>
                <c:pt idx="78897">
                  <c:v>99.98</c:v>
                </c:pt>
                <c:pt idx="78898">
                  <c:v>33.479999999999997</c:v>
                </c:pt>
                <c:pt idx="78899">
                  <c:v>149.97</c:v>
                </c:pt>
                <c:pt idx="78900">
                  <c:v>289.95999999999998</c:v>
                </c:pt>
                <c:pt idx="78901">
                  <c:v>108.98</c:v>
                </c:pt>
                <c:pt idx="78902">
                  <c:v>149.97</c:v>
                </c:pt>
                <c:pt idx="78903">
                  <c:v>68.989999999999995</c:v>
                </c:pt>
                <c:pt idx="78904">
                  <c:v>99.98</c:v>
                </c:pt>
                <c:pt idx="78905">
                  <c:v>90.96</c:v>
                </c:pt>
                <c:pt idx="78906">
                  <c:v>114.96</c:v>
                </c:pt>
                <c:pt idx="78907">
                  <c:v>84.97</c:v>
                </c:pt>
                <c:pt idx="78908">
                  <c:v>143.72999999999999</c:v>
                </c:pt>
                <c:pt idx="78909">
                  <c:v>70.98</c:v>
                </c:pt>
                <c:pt idx="78910">
                  <c:v>171.95</c:v>
                </c:pt>
                <c:pt idx="78911">
                  <c:v>140.94999999999999</c:v>
                </c:pt>
                <c:pt idx="78912">
                  <c:v>263.95999999999998</c:v>
                </c:pt>
                <c:pt idx="78913">
                  <c:v>68.48</c:v>
                </c:pt>
                <c:pt idx="78914">
                  <c:v>131.97999999999999</c:v>
                </c:pt>
                <c:pt idx="78915">
                  <c:v>84.99</c:v>
                </c:pt>
                <c:pt idx="78916">
                  <c:v>84.99</c:v>
                </c:pt>
                <c:pt idx="78917">
                  <c:v>112.18</c:v>
                </c:pt>
                <c:pt idx="78918">
                  <c:v>84.99</c:v>
                </c:pt>
                <c:pt idx="78919">
                  <c:v>84.99</c:v>
                </c:pt>
                <c:pt idx="78920">
                  <c:v>84.99</c:v>
                </c:pt>
                <c:pt idx="78921">
                  <c:v>49.99</c:v>
                </c:pt>
                <c:pt idx="78922">
                  <c:v>59.94</c:v>
                </c:pt>
                <c:pt idx="78923">
                  <c:v>84.99</c:v>
                </c:pt>
                <c:pt idx="78924">
                  <c:v>84.99</c:v>
                </c:pt>
                <c:pt idx="78925">
                  <c:v>84.99</c:v>
                </c:pt>
                <c:pt idx="78926">
                  <c:v>65.19</c:v>
                </c:pt>
                <c:pt idx="78927">
                  <c:v>68.989999999999995</c:v>
                </c:pt>
                <c:pt idx="78928">
                  <c:v>68.989999999999995</c:v>
                </c:pt>
                <c:pt idx="78929">
                  <c:v>61.97</c:v>
                </c:pt>
                <c:pt idx="78930">
                  <c:v>73.959999999999994</c:v>
                </c:pt>
                <c:pt idx="78931">
                  <c:v>27.64</c:v>
                </c:pt>
                <c:pt idx="78932">
                  <c:v>95.36</c:v>
                </c:pt>
                <c:pt idx="78933">
                  <c:v>51.98</c:v>
                </c:pt>
                <c:pt idx="78934">
                  <c:v>97.55</c:v>
                </c:pt>
                <c:pt idx="78935">
                  <c:v>81.97</c:v>
                </c:pt>
                <c:pt idx="78936">
                  <c:v>65.97</c:v>
                </c:pt>
                <c:pt idx="78937">
                  <c:v>51.98</c:v>
                </c:pt>
                <c:pt idx="78938">
                  <c:v>63.97</c:v>
                </c:pt>
                <c:pt idx="78939">
                  <c:v>27.64</c:v>
                </c:pt>
                <c:pt idx="78940">
                  <c:v>81.97</c:v>
                </c:pt>
                <c:pt idx="78941">
                  <c:v>73.959999999999994</c:v>
                </c:pt>
                <c:pt idx="78942">
                  <c:v>75.19</c:v>
                </c:pt>
                <c:pt idx="78943">
                  <c:v>51.98</c:v>
                </c:pt>
                <c:pt idx="78944">
                  <c:v>51.98</c:v>
                </c:pt>
                <c:pt idx="78945">
                  <c:v>61.97</c:v>
                </c:pt>
                <c:pt idx="78946">
                  <c:v>51.98</c:v>
                </c:pt>
                <c:pt idx="78947">
                  <c:v>95.36</c:v>
                </c:pt>
                <c:pt idx="78948">
                  <c:v>65.97</c:v>
                </c:pt>
                <c:pt idx="78949">
                  <c:v>75.19</c:v>
                </c:pt>
                <c:pt idx="78950">
                  <c:v>51.98</c:v>
                </c:pt>
                <c:pt idx="78951">
                  <c:v>63.97</c:v>
                </c:pt>
                <c:pt idx="78952">
                  <c:v>63.97</c:v>
                </c:pt>
                <c:pt idx="78953">
                  <c:v>51.98</c:v>
                </c:pt>
                <c:pt idx="78954">
                  <c:v>127.94</c:v>
                </c:pt>
                <c:pt idx="78955">
                  <c:v>63.97</c:v>
                </c:pt>
                <c:pt idx="78956">
                  <c:v>51.98</c:v>
                </c:pt>
                <c:pt idx="78957">
                  <c:v>97.55</c:v>
                </c:pt>
                <c:pt idx="78958">
                  <c:v>127.94</c:v>
                </c:pt>
                <c:pt idx="78959">
                  <c:v>84.99</c:v>
                </c:pt>
                <c:pt idx="78960">
                  <c:v>209.94</c:v>
                </c:pt>
                <c:pt idx="78961">
                  <c:v>234.94</c:v>
                </c:pt>
                <c:pt idx="78962">
                  <c:v>84.99</c:v>
                </c:pt>
                <c:pt idx="78963">
                  <c:v>73.97</c:v>
                </c:pt>
                <c:pt idx="78964">
                  <c:v>83.97</c:v>
                </c:pt>
                <c:pt idx="78965">
                  <c:v>55.98</c:v>
                </c:pt>
                <c:pt idx="78966">
                  <c:v>77.959999999999994</c:v>
                </c:pt>
                <c:pt idx="78967">
                  <c:v>65.97</c:v>
                </c:pt>
                <c:pt idx="78968">
                  <c:v>115.96</c:v>
                </c:pt>
                <c:pt idx="78969">
                  <c:v>55.98</c:v>
                </c:pt>
                <c:pt idx="78970">
                  <c:v>112.96</c:v>
                </c:pt>
                <c:pt idx="78971">
                  <c:v>58.98</c:v>
                </c:pt>
                <c:pt idx="78972">
                  <c:v>55.98</c:v>
                </c:pt>
                <c:pt idx="78973">
                  <c:v>59.98</c:v>
                </c:pt>
                <c:pt idx="78974">
                  <c:v>88.97</c:v>
                </c:pt>
                <c:pt idx="78975">
                  <c:v>169.98</c:v>
                </c:pt>
                <c:pt idx="78976">
                  <c:v>187.97</c:v>
                </c:pt>
                <c:pt idx="78977">
                  <c:v>169.98</c:v>
                </c:pt>
                <c:pt idx="78978">
                  <c:v>169.98</c:v>
                </c:pt>
                <c:pt idx="78979">
                  <c:v>62.98</c:v>
                </c:pt>
                <c:pt idx="78980">
                  <c:v>169.44</c:v>
                </c:pt>
                <c:pt idx="78981">
                  <c:v>71.86</c:v>
                </c:pt>
                <c:pt idx="78982">
                  <c:v>113.7</c:v>
                </c:pt>
                <c:pt idx="78983">
                  <c:v>108.88</c:v>
                </c:pt>
                <c:pt idx="78984">
                  <c:v>71.86</c:v>
                </c:pt>
                <c:pt idx="78985">
                  <c:v>53.82</c:v>
                </c:pt>
                <c:pt idx="78986">
                  <c:v>110.06</c:v>
                </c:pt>
                <c:pt idx="78987">
                  <c:v>76.08</c:v>
                </c:pt>
                <c:pt idx="78988">
                  <c:v>214.23</c:v>
                </c:pt>
                <c:pt idx="78989">
                  <c:v>14.99</c:v>
                </c:pt>
                <c:pt idx="78990">
                  <c:v>59.96</c:v>
                </c:pt>
                <c:pt idx="78991">
                  <c:v>50.97</c:v>
                </c:pt>
                <c:pt idx="78992">
                  <c:v>59.96</c:v>
                </c:pt>
                <c:pt idx="78993">
                  <c:v>99.96</c:v>
                </c:pt>
                <c:pt idx="78994">
                  <c:v>56.91</c:v>
                </c:pt>
                <c:pt idx="78995">
                  <c:v>130.44</c:v>
                </c:pt>
                <c:pt idx="78996">
                  <c:v>59.36</c:v>
                </c:pt>
                <c:pt idx="78997">
                  <c:v>59.96</c:v>
                </c:pt>
                <c:pt idx="78998">
                  <c:v>59.96</c:v>
                </c:pt>
                <c:pt idx="78999">
                  <c:v>59.96</c:v>
                </c:pt>
                <c:pt idx="79000">
                  <c:v>59.36</c:v>
                </c:pt>
                <c:pt idx="79001">
                  <c:v>65.989999999999995</c:v>
                </c:pt>
                <c:pt idx="79002">
                  <c:v>104.96</c:v>
                </c:pt>
                <c:pt idx="79003">
                  <c:v>84.98</c:v>
                </c:pt>
                <c:pt idx="79004">
                  <c:v>190.96</c:v>
                </c:pt>
                <c:pt idx="79005">
                  <c:v>43.46</c:v>
                </c:pt>
                <c:pt idx="79006">
                  <c:v>65.989999999999995</c:v>
                </c:pt>
                <c:pt idx="79007">
                  <c:v>103.97</c:v>
                </c:pt>
                <c:pt idx="79008">
                  <c:v>105.98</c:v>
                </c:pt>
                <c:pt idx="79009">
                  <c:v>58.98</c:v>
                </c:pt>
                <c:pt idx="79010">
                  <c:v>68.84</c:v>
                </c:pt>
                <c:pt idx="79011">
                  <c:v>85.95</c:v>
                </c:pt>
                <c:pt idx="79012">
                  <c:v>67.97</c:v>
                </c:pt>
                <c:pt idx="79013">
                  <c:v>55.96</c:v>
                </c:pt>
                <c:pt idx="79014">
                  <c:v>55.96</c:v>
                </c:pt>
                <c:pt idx="79015">
                  <c:v>73.97</c:v>
                </c:pt>
                <c:pt idx="79016">
                  <c:v>124.8</c:v>
                </c:pt>
                <c:pt idx="79017">
                  <c:v>224.94</c:v>
                </c:pt>
                <c:pt idx="79018">
                  <c:v>159.94999999999999</c:v>
                </c:pt>
                <c:pt idx="79019">
                  <c:v>132.47</c:v>
                </c:pt>
                <c:pt idx="79020">
                  <c:v>131.97999999999999</c:v>
                </c:pt>
                <c:pt idx="79021">
                  <c:v>163.96</c:v>
                </c:pt>
                <c:pt idx="79022">
                  <c:v>131.97999999999999</c:v>
                </c:pt>
                <c:pt idx="79023">
                  <c:v>121.98</c:v>
                </c:pt>
                <c:pt idx="79024">
                  <c:v>219.97</c:v>
                </c:pt>
                <c:pt idx="79025">
                  <c:v>159.69999999999999</c:v>
                </c:pt>
                <c:pt idx="79026">
                  <c:v>239.54</c:v>
                </c:pt>
                <c:pt idx="79027">
                  <c:v>240.74</c:v>
                </c:pt>
                <c:pt idx="79028">
                  <c:v>40.49</c:v>
                </c:pt>
                <c:pt idx="79029">
                  <c:v>159.69999999999999</c:v>
                </c:pt>
                <c:pt idx="79030">
                  <c:v>122.17</c:v>
                </c:pt>
                <c:pt idx="79031">
                  <c:v>27.25</c:v>
                </c:pt>
                <c:pt idx="79032">
                  <c:v>120.42</c:v>
                </c:pt>
                <c:pt idx="79033">
                  <c:v>28.48</c:v>
                </c:pt>
                <c:pt idx="79034">
                  <c:v>102.74</c:v>
                </c:pt>
                <c:pt idx="79035">
                  <c:v>27.18</c:v>
                </c:pt>
                <c:pt idx="79036">
                  <c:v>13.98</c:v>
                </c:pt>
                <c:pt idx="79037">
                  <c:v>77.64</c:v>
                </c:pt>
                <c:pt idx="79038">
                  <c:v>20.97</c:v>
                </c:pt>
                <c:pt idx="79039">
                  <c:v>103.52</c:v>
                </c:pt>
                <c:pt idx="79040">
                  <c:v>50.73</c:v>
                </c:pt>
                <c:pt idx="79041">
                  <c:v>98.63</c:v>
                </c:pt>
                <c:pt idx="79042">
                  <c:v>77.64</c:v>
                </c:pt>
                <c:pt idx="79043">
                  <c:v>75.87</c:v>
                </c:pt>
                <c:pt idx="79044">
                  <c:v>77.64</c:v>
                </c:pt>
                <c:pt idx="79045">
                  <c:v>98.63</c:v>
                </c:pt>
                <c:pt idx="79046">
                  <c:v>77.64</c:v>
                </c:pt>
                <c:pt idx="79047">
                  <c:v>84.99</c:v>
                </c:pt>
                <c:pt idx="79048">
                  <c:v>80.98</c:v>
                </c:pt>
                <c:pt idx="79049">
                  <c:v>131.97999999999999</c:v>
                </c:pt>
                <c:pt idx="79050">
                  <c:v>59.97</c:v>
                </c:pt>
                <c:pt idx="79051">
                  <c:v>79.98</c:v>
                </c:pt>
                <c:pt idx="79052">
                  <c:v>80.98</c:v>
                </c:pt>
                <c:pt idx="79053">
                  <c:v>161.96</c:v>
                </c:pt>
                <c:pt idx="79054">
                  <c:v>95.38</c:v>
                </c:pt>
                <c:pt idx="79055">
                  <c:v>80.98</c:v>
                </c:pt>
                <c:pt idx="79056">
                  <c:v>173.66</c:v>
                </c:pt>
                <c:pt idx="79057">
                  <c:v>89.97</c:v>
                </c:pt>
                <c:pt idx="79058">
                  <c:v>67.48</c:v>
                </c:pt>
                <c:pt idx="79059">
                  <c:v>113.16</c:v>
                </c:pt>
                <c:pt idx="79060">
                  <c:v>167.96</c:v>
                </c:pt>
                <c:pt idx="79061">
                  <c:v>167.96</c:v>
                </c:pt>
                <c:pt idx="79062">
                  <c:v>173.66</c:v>
                </c:pt>
                <c:pt idx="79063">
                  <c:v>153.97999999999999</c:v>
                </c:pt>
                <c:pt idx="79064">
                  <c:v>113.16</c:v>
                </c:pt>
                <c:pt idx="79065">
                  <c:v>84.99</c:v>
                </c:pt>
                <c:pt idx="79066">
                  <c:v>115.95</c:v>
                </c:pt>
                <c:pt idx="79067">
                  <c:v>115.95</c:v>
                </c:pt>
                <c:pt idx="79068">
                  <c:v>89.97</c:v>
                </c:pt>
                <c:pt idx="79069">
                  <c:v>67.48</c:v>
                </c:pt>
                <c:pt idx="79070">
                  <c:v>84.99</c:v>
                </c:pt>
                <c:pt idx="79071">
                  <c:v>153.97999999999999</c:v>
                </c:pt>
                <c:pt idx="79072">
                  <c:v>31.29</c:v>
                </c:pt>
                <c:pt idx="79073">
                  <c:v>33.29</c:v>
                </c:pt>
                <c:pt idx="79074">
                  <c:v>138.97</c:v>
                </c:pt>
                <c:pt idx="79075">
                  <c:v>31.29</c:v>
                </c:pt>
                <c:pt idx="79076">
                  <c:v>50</c:v>
                </c:pt>
                <c:pt idx="79077">
                  <c:v>9.39</c:v>
                </c:pt>
                <c:pt idx="79078">
                  <c:v>14.55</c:v>
                </c:pt>
                <c:pt idx="79079">
                  <c:v>63.98</c:v>
                </c:pt>
                <c:pt idx="79080">
                  <c:v>71.48</c:v>
                </c:pt>
                <c:pt idx="79081">
                  <c:v>40.29</c:v>
                </c:pt>
                <c:pt idx="79082">
                  <c:v>65.989999999999995</c:v>
                </c:pt>
                <c:pt idx="79083">
                  <c:v>65.989999999999995</c:v>
                </c:pt>
                <c:pt idx="79084">
                  <c:v>79.98</c:v>
                </c:pt>
                <c:pt idx="79085">
                  <c:v>54.5</c:v>
                </c:pt>
                <c:pt idx="79086">
                  <c:v>49.49</c:v>
                </c:pt>
                <c:pt idx="79087">
                  <c:v>92.98</c:v>
                </c:pt>
                <c:pt idx="79088">
                  <c:v>49.49</c:v>
                </c:pt>
                <c:pt idx="79089">
                  <c:v>183.95</c:v>
                </c:pt>
                <c:pt idx="79090">
                  <c:v>169.98</c:v>
                </c:pt>
                <c:pt idx="79091">
                  <c:v>153.97</c:v>
                </c:pt>
                <c:pt idx="79092">
                  <c:v>84.99</c:v>
                </c:pt>
                <c:pt idx="79093">
                  <c:v>234.96</c:v>
                </c:pt>
                <c:pt idx="79094">
                  <c:v>69.989999999999995</c:v>
                </c:pt>
                <c:pt idx="79095">
                  <c:v>128.97999999999999</c:v>
                </c:pt>
                <c:pt idx="79096">
                  <c:v>179.95</c:v>
                </c:pt>
                <c:pt idx="79097">
                  <c:v>91.95</c:v>
                </c:pt>
                <c:pt idx="79098">
                  <c:v>267.95</c:v>
                </c:pt>
                <c:pt idx="79099">
                  <c:v>538.41999999999996</c:v>
                </c:pt>
                <c:pt idx="79100">
                  <c:v>84.99</c:v>
                </c:pt>
                <c:pt idx="79101">
                  <c:v>82.75</c:v>
                </c:pt>
                <c:pt idx="79102">
                  <c:v>80.739999999999995</c:v>
                </c:pt>
                <c:pt idx="79103">
                  <c:v>166.58</c:v>
                </c:pt>
                <c:pt idx="79104">
                  <c:v>138.97</c:v>
                </c:pt>
                <c:pt idx="79105">
                  <c:v>169.98</c:v>
                </c:pt>
                <c:pt idx="79106">
                  <c:v>189.97</c:v>
                </c:pt>
                <c:pt idx="79107">
                  <c:v>248.36</c:v>
                </c:pt>
                <c:pt idx="79108">
                  <c:v>152.97999999999999</c:v>
                </c:pt>
                <c:pt idx="79109">
                  <c:v>207.96</c:v>
                </c:pt>
                <c:pt idx="79110">
                  <c:v>200.33</c:v>
                </c:pt>
                <c:pt idx="79111">
                  <c:v>97.98</c:v>
                </c:pt>
                <c:pt idx="79112">
                  <c:v>14.49</c:v>
                </c:pt>
                <c:pt idx="79113">
                  <c:v>169.98</c:v>
                </c:pt>
                <c:pt idx="79114">
                  <c:v>182.97</c:v>
                </c:pt>
                <c:pt idx="79115">
                  <c:v>60.47</c:v>
                </c:pt>
                <c:pt idx="79116">
                  <c:v>65.97</c:v>
                </c:pt>
                <c:pt idx="79117">
                  <c:v>99.97</c:v>
                </c:pt>
                <c:pt idx="79118">
                  <c:v>27.48</c:v>
                </c:pt>
                <c:pt idx="79119">
                  <c:v>61.96</c:v>
                </c:pt>
                <c:pt idx="79120">
                  <c:v>156.24</c:v>
                </c:pt>
                <c:pt idx="79121">
                  <c:v>84.99</c:v>
                </c:pt>
                <c:pt idx="79122">
                  <c:v>76.489999999999995</c:v>
                </c:pt>
                <c:pt idx="79123">
                  <c:v>84.99</c:v>
                </c:pt>
                <c:pt idx="79124">
                  <c:v>84.99</c:v>
                </c:pt>
                <c:pt idx="79125">
                  <c:v>49.99</c:v>
                </c:pt>
                <c:pt idx="79126">
                  <c:v>68.989999999999995</c:v>
                </c:pt>
                <c:pt idx="79127">
                  <c:v>145.97999999999999</c:v>
                </c:pt>
                <c:pt idx="79128">
                  <c:v>144.47999999999999</c:v>
                </c:pt>
                <c:pt idx="79129">
                  <c:v>65.989999999999995</c:v>
                </c:pt>
                <c:pt idx="79130">
                  <c:v>137.97999999999999</c:v>
                </c:pt>
                <c:pt idx="79131">
                  <c:v>84.99</c:v>
                </c:pt>
                <c:pt idx="79132">
                  <c:v>65.989999999999995</c:v>
                </c:pt>
                <c:pt idx="79133">
                  <c:v>153.97999999999999</c:v>
                </c:pt>
                <c:pt idx="79134">
                  <c:v>65.989999999999995</c:v>
                </c:pt>
                <c:pt idx="79135">
                  <c:v>169.98</c:v>
                </c:pt>
                <c:pt idx="79136">
                  <c:v>65.989999999999995</c:v>
                </c:pt>
                <c:pt idx="79137">
                  <c:v>84.99</c:v>
                </c:pt>
                <c:pt idx="79138">
                  <c:v>89.98</c:v>
                </c:pt>
                <c:pt idx="79139">
                  <c:v>89.98</c:v>
                </c:pt>
                <c:pt idx="79140">
                  <c:v>89.98</c:v>
                </c:pt>
                <c:pt idx="79141">
                  <c:v>68.98</c:v>
                </c:pt>
                <c:pt idx="79142">
                  <c:v>99.98</c:v>
                </c:pt>
                <c:pt idx="79143">
                  <c:v>91.98</c:v>
                </c:pt>
                <c:pt idx="79144">
                  <c:v>89.98</c:v>
                </c:pt>
                <c:pt idx="79145">
                  <c:v>104.97</c:v>
                </c:pt>
                <c:pt idx="79146">
                  <c:v>94.96</c:v>
                </c:pt>
                <c:pt idx="79147">
                  <c:v>64.97</c:v>
                </c:pt>
                <c:pt idx="79148">
                  <c:v>149.94</c:v>
                </c:pt>
                <c:pt idx="79149">
                  <c:v>119.94</c:v>
                </c:pt>
                <c:pt idx="79150">
                  <c:v>54.98</c:v>
                </c:pt>
                <c:pt idx="79151">
                  <c:v>109.98</c:v>
                </c:pt>
                <c:pt idx="79152">
                  <c:v>139.94999999999999</c:v>
                </c:pt>
                <c:pt idx="79153">
                  <c:v>273.39999999999998</c:v>
                </c:pt>
                <c:pt idx="79154">
                  <c:v>81.260000000000005</c:v>
                </c:pt>
                <c:pt idx="79155">
                  <c:v>66.510000000000005</c:v>
                </c:pt>
                <c:pt idx="79156">
                  <c:v>174.18</c:v>
                </c:pt>
                <c:pt idx="79157">
                  <c:v>108.86</c:v>
                </c:pt>
                <c:pt idx="79158">
                  <c:v>49.57</c:v>
                </c:pt>
                <c:pt idx="79159">
                  <c:v>67.72</c:v>
                </c:pt>
                <c:pt idx="79160">
                  <c:v>90.74</c:v>
                </c:pt>
                <c:pt idx="79161">
                  <c:v>25.39</c:v>
                </c:pt>
                <c:pt idx="79162">
                  <c:v>65.989999999999995</c:v>
                </c:pt>
                <c:pt idx="79163">
                  <c:v>65.989999999999995</c:v>
                </c:pt>
                <c:pt idx="79164">
                  <c:v>77.48</c:v>
                </c:pt>
                <c:pt idx="79165">
                  <c:v>67.489999999999995</c:v>
                </c:pt>
                <c:pt idx="79166">
                  <c:v>109.98</c:v>
                </c:pt>
                <c:pt idx="79167">
                  <c:v>65.989999999999995</c:v>
                </c:pt>
                <c:pt idx="79168">
                  <c:v>89.97</c:v>
                </c:pt>
                <c:pt idx="79169">
                  <c:v>50.97</c:v>
                </c:pt>
                <c:pt idx="79170">
                  <c:v>65.989999999999995</c:v>
                </c:pt>
                <c:pt idx="79171">
                  <c:v>65.989999999999995</c:v>
                </c:pt>
                <c:pt idx="79172">
                  <c:v>84.99</c:v>
                </c:pt>
                <c:pt idx="79173">
                  <c:v>65.989999999999995</c:v>
                </c:pt>
                <c:pt idx="79174">
                  <c:v>104.93</c:v>
                </c:pt>
                <c:pt idx="79175">
                  <c:v>119.92</c:v>
                </c:pt>
                <c:pt idx="79176">
                  <c:v>119.92</c:v>
                </c:pt>
                <c:pt idx="79177">
                  <c:v>86.79</c:v>
                </c:pt>
                <c:pt idx="79178">
                  <c:v>0</c:v>
                </c:pt>
                <c:pt idx="79179">
                  <c:v>94.34</c:v>
                </c:pt>
                <c:pt idx="79180">
                  <c:v>94.34</c:v>
                </c:pt>
                <c:pt idx="79181">
                  <c:v>84.91</c:v>
                </c:pt>
                <c:pt idx="79182">
                  <c:v>70.14</c:v>
                </c:pt>
                <c:pt idx="79183">
                  <c:v>94.34</c:v>
                </c:pt>
                <c:pt idx="79184">
                  <c:v>94.34</c:v>
                </c:pt>
                <c:pt idx="79185">
                  <c:v>94.34</c:v>
                </c:pt>
                <c:pt idx="79186">
                  <c:v>87.97</c:v>
                </c:pt>
                <c:pt idx="79187">
                  <c:v>197.87</c:v>
                </c:pt>
                <c:pt idx="79188">
                  <c:v>114.91</c:v>
                </c:pt>
                <c:pt idx="79189">
                  <c:v>126.02</c:v>
                </c:pt>
                <c:pt idx="79190">
                  <c:v>278.22000000000003</c:v>
                </c:pt>
                <c:pt idx="79191">
                  <c:v>214.13</c:v>
                </c:pt>
                <c:pt idx="79192">
                  <c:v>237.96</c:v>
                </c:pt>
                <c:pt idx="79193">
                  <c:v>79.98</c:v>
                </c:pt>
                <c:pt idx="79194">
                  <c:v>65.989999999999995</c:v>
                </c:pt>
                <c:pt idx="79195">
                  <c:v>199.95</c:v>
                </c:pt>
                <c:pt idx="79196">
                  <c:v>89.97</c:v>
                </c:pt>
                <c:pt idx="79197">
                  <c:v>118.46</c:v>
                </c:pt>
                <c:pt idx="79198">
                  <c:v>59.98</c:v>
                </c:pt>
                <c:pt idx="79199">
                  <c:v>59.98</c:v>
                </c:pt>
                <c:pt idx="79200">
                  <c:v>58.18</c:v>
                </c:pt>
                <c:pt idx="79201">
                  <c:v>59.98</c:v>
                </c:pt>
                <c:pt idx="79202">
                  <c:v>59.98</c:v>
                </c:pt>
                <c:pt idx="79203">
                  <c:v>58.78</c:v>
                </c:pt>
                <c:pt idx="79204">
                  <c:v>59.98</c:v>
                </c:pt>
                <c:pt idx="79205">
                  <c:v>59.98</c:v>
                </c:pt>
                <c:pt idx="79206">
                  <c:v>58.18</c:v>
                </c:pt>
                <c:pt idx="79207">
                  <c:v>109.76</c:v>
                </c:pt>
                <c:pt idx="79208">
                  <c:v>63.97</c:v>
                </c:pt>
                <c:pt idx="79209">
                  <c:v>66.27</c:v>
                </c:pt>
                <c:pt idx="79210">
                  <c:v>21.96</c:v>
                </c:pt>
                <c:pt idx="79211">
                  <c:v>121.96</c:v>
                </c:pt>
                <c:pt idx="79212">
                  <c:v>93.56</c:v>
                </c:pt>
                <c:pt idx="79213">
                  <c:v>121.96</c:v>
                </c:pt>
                <c:pt idx="79214">
                  <c:v>121.96</c:v>
                </c:pt>
                <c:pt idx="79215">
                  <c:v>103.96</c:v>
                </c:pt>
                <c:pt idx="79216">
                  <c:v>77.97</c:v>
                </c:pt>
                <c:pt idx="79217">
                  <c:v>77.97</c:v>
                </c:pt>
                <c:pt idx="79218">
                  <c:v>61.97</c:v>
                </c:pt>
                <c:pt idx="79219">
                  <c:v>71.97</c:v>
                </c:pt>
                <c:pt idx="79220">
                  <c:v>66.97</c:v>
                </c:pt>
                <c:pt idx="79221">
                  <c:v>53.97</c:v>
                </c:pt>
                <c:pt idx="79222">
                  <c:v>55.98</c:v>
                </c:pt>
                <c:pt idx="79223">
                  <c:v>156.96</c:v>
                </c:pt>
                <c:pt idx="79224">
                  <c:v>37.479999999999997</c:v>
                </c:pt>
                <c:pt idx="79225">
                  <c:v>131.96</c:v>
                </c:pt>
                <c:pt idx="79226">
                  <c:v>150.96</c:v>
                </c:pt>
                <c:pt idx="79227">
                  <c:v>79.97</c:v>
                </c:pt>
                <c:pt idx="79228">
                  <c:v>194.94</c:v>
                </c:pt>
                <c:pt idx="79229">
                  <c:v>245.95</c:v>
                </c:pt>
                <c:pt idx="79230">
                  <c:v>104.98</c:v>
                </c:pt>
                <c:pt idx="79231">
                  <c:v>67.989999999999995</c:v>
                </c:pt>
                <c:pt idx="79232">
                  <c:v>79.989999999999995</c:v>
                </c:pt>
                <c:pt idx="79233">
                  <c:v>99.98</c:v>
                </c:pt>
                <c:pt idx="79234">
                  <c:v>79.989999999999995</c:v>
                </c:pt>
                <c:pt idx="79235">
                  <c:v>79.989999999999995</c:v>
                </c:pt>
                <c:pt idx="79236">
                  <c:v>79.989999999999995</c:v>
                </c:pt>
                <c:pt idx="79237">
                  <c:v>52.17</c:v>
                </c:pt>
                <c:pt idx="79238">
                  <c:v>171.96</c:v>
                </c:pt>
                <c:pt idx="79239">
                  <c:v>21.49</c:v>
                </c:pt>
                <c:pt idx="79240">
                  <c:v>55.98</c:v>
                </c:pt>
                <c:pt idx="79241">
                  <c:v>171.96</c:v>
                </c:pt>
                <c:pt idx="79242">
                  <c:v>124.77</c:v>
                </c:pt>
                <c:pt idx="79243">
                  <c:v>343.92</c:v>
                </c:pt>
                <c:pt idx="79244">
                  <c:v>78.36</c:v>
                </c:pt>
                <c:pt idx="79245">
                  <c:v>60.98</c:v>
                </c:pt>
                <c:pt idx="79246">
                  <c:v>109.98</c:v>
                </c:pt>
                <c:pt idx="79247">
                  <c:v>68.900000000000006</c:v>
                </c:pt>
                <c:pt idx="79248">
                  <c:v>84.99</c:v>
                </c:pt>
                <c:pt idx="79249">
                  <c:v>73.97</c:v>
                </c:pt>
                <c:pt idx="79250">
                  <c:v>54.98</c:v>
                </c:pt>
                <c:pt idx="79251">
                  <c:v>62.98</c:v>
                </c:pt>
                <c:pt idx="79252">
                  <c:v>84.99</c:v>
                </c:pt>
                <c:pt idx="79253">
                  <c:v>84.98</c:v>
                </c:pt>
                <c:pt idx="79254">
                  <c:v>169.98</c:v>
                </c:pt>
                <c:pt idx="79255">
                  <c:v>175.87</c:v>
                </c:pt>
                <c:pt idx="79256">
                  <c:v>109.98</c:v>
                </c:pt>
                <c:pt idx="79257">
                  <c:v>159.97999999999999</c:v>
                </c:pt>
                <c:pt idx="79258">
                  <c:v>84.99</c:v>
                </c:pt>
                <c:pt idx="79259">
                  <c:v>82.19</c:v>
                </c:pt>
                <c:pt idx="79260">
                  <c:v>68.98</c:v>
                </c:pt>
                <c:pt idx="79261">
                  <c:v>20.49</c:v>
                </c:pt>
                <c:pt idx="79262">
                  <c:v>72.239999999999995</c:v>
                </c:pt>
                <c:pt idx="79263">
                  <c:v>19.489999999999998</c:v>
                </c:pt>
                <c:pt idx="79264">
                  <c:v>140.94</c:v>
                </c:pt>
                <c:pt idx="79265">
                  <c:v>140.94</c:v>
                </c:pt>
                <c:pt idx="79266">
                  <c:v>145.94</c:v>
                </c:pt>
                <c:pt idx="79267">
                  <c:v>55.96</c:v>
                </c:pt>
                <c:pt idx="79268">
                  <c:v>55.96</c:v>
                </c:pt>
                <c:pt idx="79269">
                  <c:v>100.95</c:v>
                </c:pt>
                <c:pt idx="79270">
                  <c:v>99.83</c:v>
                </c:pt>
                <c:pt idx="79271">
                  <c:v>128.24</c:v>
                </c:pt>
                <c:pt idx="79272">
                  <c:v>167.79</c:v>
                </c:pt>
                <c:pt idx="79273">
                  <c:v>96.96</c:v>
                </c:pt>
                <c:pt idx="79274">
                  <c:v>136.69</c:v>
                </c:pt>
                <c:pt idx="79275">
                  <c:v>158.96</c:v>
                </c:pt>
                <c:pt idx="79276">
                  <c:v>96.78</c:v>
                </c:pt>
                <c:pt idx="79277">
                  <c:v>198.16</c:v>
                </c:pt>
                <c:pt idx="79278">
                  <c:v>105.25</c:v>
                </c:pt>
                <c:pt idx="79279">
                  <c:v>79.849999999999994</c:v>
                </c:pt>
                <c:pt idx="79280">
                  <c:v>97.99</c:v>
                </c:pt>
                <c:pt idx="79281">
                  <c:v>159.69999999999999</c:v>
                </c:pt>
                <c:pt idx="79282">
                  <c:v>114.91</c:v>
                </c:pt>
                <c:pt idx="79283">
                  <c:v>150</c:v>
                </c:pt>
                <c:pt idx="79284">
                  <c:v>52.98</c:v>
                </c:pt>
                <c:pt idx="79285">
                  <c:v>98.97</c:v>
                </c:pt>
                <c:pt idx="79286">
                  <c:v>103.66</c:v>
                </c:pt>
                <c:pt idx="79287">
                  <c:v>-41.62</c:v>
                </c:pt>
                <c:pt idx="79288">
                  <c:v>118.78</c:v>
                </c:pt>
                <c:pt idx="79289">
                  <c:v>169.98</c:v>
                </c:pt>
                <c:pt idx="79290">
                  <c:v>84.57</c:v>
                </c:pt>
                <c:pt idx="79291">
                  <c:v>65.989999999999995</c:v>
                </c:pt>
                <c:pt idx="79292">
                  <c:v>159.96</c:v>
                </c:pt>
                <c:pt idx="79293">
                  <c:v>5.2</c:v>
                </c:pt>
                <c:pt idx="79294">
                  <c:v>65.989999999999995</c:v>
                </c:pt>
                <c:pt idx="79295">
                  <c:v>84.68</c:v>
                </c:pt>
                <c:pt idx="79296">
                  <c:v>132.97999999999999</c:v>
                </c:pt>
                <c:pt idx="79297">
                  <c:v>82.26</c:v>
                </c:pt>
                <c:pt idx="79298">
                  <c:v>101.79</c:v>
                </c:pt>
                <c:pt idx="79299">
                  <c:v>159.63999999999999</c:v>
                </c:pt>
                <c:pt idx="79300">
                  <c:v>50.98</c:v>
                </c:pt>
                <c:pt idx="79301">
                  <c:v>51.09</c:v>
                </c:pt>
                <c:pt idx="79302">
                  <c:v>29.49</c:v>
                </c:pt>
                <c:pt idx="79303">
                  <c:v>65.989999999999995</c:v>
                </c:pt>
                <c:pt idx="79304">
                  <c:v>54.99</c:v>
                </c:pt>
                <c:pt idx="79305">
                  <c:v>54.99</c:v>
                </c:pt>
                <c:pt idx="79306">
                  <c:v>120.98</c:v>
                </c:pt>
                <c:pt idx="79307">
                  <c:v>29.49</c:v>
                </c:pt>
                <c:pt idx="79308">
                  <c:v>54.99</c:v>
                </c:pt>
                <c:pt idx="79309">
                  <c:v>32.24</c:v>
                </c:pt>
                <c:pt idx="79310">
                  <c:v>16.489999999999998</c:v>
                </c:pt>
                <c:pt idx="79311">
                  <c:v>86.49</c:v>
                </c:pt>
                <c:pt idx="79312">
                  <c:v>65.989999999999995</c:v>
                </c:pt>
                <c:pt idx="79313">
                  <c:v>41.49</c:v>
                </c:pt>
                <c:pt idx="79314">
                  <c:v>65.989999999999995</c:v>
                </c:pt>
                <c:pt idx="79315">
                  <c:v>16.489999999999998</c:v>
                </c:pt>
                <c:pt idx="79316">
                  <c:v>41.49</c:v>
                </c:pt>
                <c:pt idx="79317">
                  <c:v>31.49</c:v>
                </c:pt>
                <c:pt idx="79318">
                  <c:v>254.91</c:v>
                </c:pt>
                <c:pt idx="79319">
                  <c:v>59.95</c:v>
                </c:pt>
                <c:pt idx="79320">
                  <c:v>79.98</c:v>
                </c:pt>
                <c:pt idx="79321">
                  <c:v>87.26</c:v>
                </c:pt>
                <c:pt idx="79322">
                  <c:v>169.98</c:v>
                </c:pt>
                <c:pt idx="79323">
                  <c:v>135.47</c:v>
                </c:pt>
                <c:pt idx="79324">
                  <c:v>87.47</c:v>
                </c:pt>
                <c:pt idx="79325">
                  <c:v>84.99</c:v>
                </c:pt>
                <c:pt idx="79326">
                  <c:v>107.08</c:v>
                </c:pt>
                <c:pt idx="79327">
                  <c:v>144.47999999999999</c:v>
                </c:pt>
                <c:pt idx="79328">
                  <c:v>263.95999999999998</c:v>
                </c:pt>
                <c:pt idx="79329">
                  <c:v>338.91</c:v>
                </c:pt>
                <c:pt idx="79330">
                  <c:v>104.93</c:v>
                </c:pt>
                <c:pt idx="79331">
                  <c:v>169.98</c:v>
                </c:pt>
                <c:pt idx="79332">
                  <c:v>188.97</c:v>
                </c:pt>
                <c:pt idx="79333">
                  <c:v>149.97</c:v>
                </c:pt>
                <c:pt idx="79334">
                  <c:v>218.95</c:v>
                </c:pt>
                <c:pt idx="79335">
                  <c:v>159.97999999999999</c:v>
                </c:pt>
                <c:pt idx="79336">
                  <c:v>89.98</c:v>
                </c:pt>
                <c:pt idx="79337">
                  <c:v>89.98</c:v>
                </c:pt>
                <c:pt idx="79338">
                  <c:v>89.98</c:v>
                </c:pt>
                <c:pt idx="79339">
                  <c:v>89.98</c:v>
                </c:pt>
                <c:pt idx="79340">
                  <c:v>89.98</c:v>
                </c:pt>
                <c:pt idx="79341">
                  <c:v>83.54</c:v>
                </c:pt>
                <c:pt idx="79342">
                  <c:v>114.97</c:v>
                </c:pt>
                <c:pt idx="79343">
                  <c:v>89.98</c:v>
                </c:pt>
                <c:pt idx="79344">
                  <c:v>74.95</c:v>
                </c:pt>
                <c:pt idx="79345">
                  <c:v>126.98</c:v>
                </c:pt>
                <c:pt idx="79346">
                  <c:v>148.06</c:v>
                </c:pt>
                <c:pt idx="79347">
                  <c:v>70.290000000000006</c:v>
                </c:pt>
                <c:pt idx="79348">
                  <c:v>74.97</c:v>
                </c:pt>
                <c:pt idx="79349">
                  <c:v>231.14</c:v>
                </c:pt>
                <c:pt idx="79350">
                  <c:v>228.56</c:v>
                </c:pt>
                <c:pt idx="79351">
                  <c:v>234.96</c:v>
                </c:pt>
                <c:pt idx="79352">
                  <c:v>137.96</c:v>
                </c:pt>
                <c:pt idx="79353">
                  <c:v>57.97</c:v>
                </c:pt>
                <c:pt idx="79354">
                  <c:v>59.95</c:v>
                </c:pt>
                <c:pt idx="79355">
                  <c:v>65.319999999999993</c:v>
                </c:pt>
                <c:pt idx="79356">
                  <c:v>59.98</c:v>
                </c:pt>
                <c:pt idx="79357">
                  <c:v>61.36</c:v>
                </c:pt>
                <c:pt idx="79358">
                  <c:v>61.98</c:v>
                </c:pt>
                <c:pt idx="79359">
                  <c:v>12.49</c:v>
                </c:pt>
                <c:pt idx="79360">
                  <c:v>33.479999999999997</c:v>
                </c:pt>
                <c:pt idx="79361">
                  <c:v>56.98</c:v>
                </c:pt>
                <c:pt idx="79362">
                  <c:v>60.99</c:v>
                </c:pt>
                <c:pt idx="79363">
                  <c:v>61.32</c:v>
                </c:pt>
                <c:pt idx="79364">
                  <c:v>63.03</c:v>
                </c:pt>
                <c:pt idx="79365">
                  <c:v>84.99</c:v>
                </c:pt>
                <c:pt idx="79366">
                  <c:v>55.98</c:v>
                </c:pt>
                <c:pt idx="79367">
                  <c:v>60.74</c:v>
                </c:pt>
                <c:pt idx="79368">
                  <c:v>71.98</c:v>
                </c:pt>
                <c:pt idx="79369">
                  <c:v>104.97</c:v>
                </c:pt>
                <c:pt idx="79370">
                  <c:v>58.48</c:v>
                </c:pt>
                <c:pt idx="79371">
                  <c:v>69.98</c:v>
                </c:pt>
                <c:pt idx="79372">
                  <c:v>99.96</c:v>
                </c:pt>
                <c:pt idx="79373">
                  <c:v>86.97</c:v>
                </c:pt>
                <c:pt idx="79374">
                  <c:v>61.98</c:v>
                </c:pt>
                <c:pt idx="79375">
                  <c:v>66.98</c:v>
                </c:pt>
                <c:pt idx="79376">
                  <c:v>69.98</c:v>
                </c:pt>
                <c:pt idx="79377">
                  <c:v>59.98</c:v>
                </c:pt>
                <c:pt idx="79378">
                  <c:v>59.98</c:v>
                </c:pt>
                <c:pt idx="79379">
                  <c:v>50.98</c:v>
                </c:pt>
                <c:pt idx="79380">
                  <c:v>59.98</c:v>
                </c:pt>
                <c:pt idx="79381">
                  <c:v>59.98</c:v>
                </c:pt>
                <c:pt idx="79382">
                  <c:v>59.98</c:v>
                </c:pt>
                <c:pt idx="79383">
                  <c:v>59.98</c:v>
                </c:pt>
                <c:pt idx="79384">
                  <c:v>59.98</c:v>
                </c:pt>
                <c:pt idx="79385">
                  <c:v>54.98</c:v>
                </c:pt>
                <c:pt idx="79386">
                  <c:v>74.97</c:v>
                </c:pt>
                <c:pt idx="79387">
                  <c:v>54.98</c:v>
                </c:pt>
                <c:pt idx="79388">
                  <c:v>59.98</c:v>
                </c:pt>
                <c:pt idx="79389">
                  <c:v>109.98</c:v>
                </c:pt>
                <c:pt idx="79390">
                  <c:v>99.98</c:v>
                </c:pt>
                <c:pt idx="79391">
                  <c:v>66.16</c:v>
                </c:pt>
                <c:pt idx="79392">
                  <c:v>84.99</c:v>
                </c:pt>
                <c:pt idx="79393">
                  <c:v>84.99</c:v>
                </c:pt>
                <c:pt idx="79394">
                  <c:v>67.98</c:v>
                </c:pt>
                <c:pt idx="79395">
                  <c:v>84.99</c:v>
                </c:pt>
                <c:pt idx="79396">
                  <c:v>84.99</c:v>
                </c:pt>
                <c:pt idx="79397">
                  <c:v>99.98</c:v>
                </c:pt>
                <c:pt idx="79398">
                  <c:v>294.95999999999998</c:v>
                </c:pt>
                <c:pt idx="79399">
                  <c:v>56.97</c:v>
                </c:pt>
                <c:pt idx="79400">
                  <c:v>159.97999999999999</c:v>
                </c:pt>
                <c:pt idx="79401">
                  <c:v>85.27</c:v>
                </c:pt>
                <c:pt idx="79402">
                  <c:v>53.97</c:v>
                </c:pt>
                <c:pt idx="79403">
                  <c:v>59.97</c:v>
                </c:pt>
                <c:pt idx="79404">
                  <c:v>334.87</c:v>
                </c:pt>
                <c:pt idx="79405">
                  <c:v>53.97</c:v>
                </c:pt>
                <c:pt idx="79406">
                  <c:v>59.97</c:v>
                </c:pt>
                <c:pt idx="79407">
                  <c:v>59.97</c:v>
                </c:pt>
                <c:pt idx="79408">
                  <c:v>59.97</c:v>
                </c:pt>
                <c:pt idx="79409">
                  <c:v>53.97</c:v>
                </c:pt>
                <c:pt idx="79410">
                  <c:v>53.97</c:v>
                </c:pt>
                <c:pt idx="79411">
                  <c:v>74.959999999999994</c:v>
                </c:pt>
                <c:pt idx="79412">
                  <c:v>74.959999999999994</c:v>
                </c:pt>
                <c:pt idx="79413">
                  <c:v>85.27</c:v>
                </c:pt>
                <c:pt idx="79414">
                  <c:v>334.87</c:v>
                </c:pt>
                <c:pt idx="79415">
                  <c:v>119.94</c:v>
                </c:pt>
                <c:pt idx="79416">
                  <c:v>45.27</c:v>
                </c:pt>
                <c:pt idx="79417">
                  <c:v>59.97</c:v>
                </c:pt>
                <c:pt idx="79418">
                  <c:v>74.97</c:v>
                </c:pt>
                <c:pt idx="79419">
                  <c:v>74.97</c:v>
                </c:pt>
                <c:pt idx="79420">
                  <c:v>62.39</c:v>
                </c:pt>
                <c:pt idx="79421">
                  <c:v>45.27</c:v>
                </c:pt>
                <c:pt idx="79422">
                  <c:v>184.93</c:v>
                </c:pt>
                <c:pt idx="79423">
                  <c:v>119.94</c:v>
                </c:pt>
                <c:pt idx="79424">
                  <c:v>184.93</c:v>
                </c:pt>
                <c:pt idx="79425">
                  <c:v>62.39</c:v>
                </c:pt>
                <c:pt idx="79426">
                  <c:v>59.97</c:v>
                </c:pt>
                <c:pt idx="79427">
                  <c:v>84.99</c:v>
                </c:pt>
                <c:pt idx="79428">
                  <c:v>100.98</c:v>
                </c:pt>
                <c:pt idx="79429">
                  <c:v>86.49</c:v>
                </c:pt>
                <c:pt idx="79430">
                  <c:v>52.24</c:v>
                </c:pt>
                <c:pt idx="79431">
                  <c:v>120.97</c:v>
                </c:pt>
                <c:pt idx="79432">
                  <c:v>115.97</c:v>
                </c:pt>
                <c:pt idx="79433">
                  <c:v>115.97</c:v>
                </c:pt>
                <c:pt idx="79434">
                  <c:v>84.99</c:v>
                </c:pt>
                <c:pt idx="79435">
                  <c:v>99.98</c:v>
                </c:pt>
                <c:pt idx="79436">
                  <c:v>180.22</c:v>
                </c:pt>
                <c:pt idx="79437">
                  <c:v>262.49</c:v>
                </c:pt>
                <c:pt idx="79438">
                  <c:v>228.62</c:v>
                </c:pt>
                <c:pt idx="79439">
                  <c:v>55.98</c:v>
                </c:pt>
                <c:pt idx="79440">
                  <c:v>77.97</c:v>
                </c:pt>
                <c:pt idx="79441">
                  <c:v>55.98</c:v>
                </c:pt>
                <c:pt idx="79442">
                  <c:v>55.91</c:v>
                </c:pt>
                <c:pt idx="79443">
                  <c:v>55.98</c:v>
                </c:pt>
                <c:pt idx="79444">
                  <c:v>29.44</c:v>
                </c:pt>
                <c:pt idx="79445">
                  <c:v>65.98</c:v>
                </c:pt>
                <c:pt idx="79446">
                  <c:v>51.98</c:v>
                </c:pt>
                <c:pt idx="79447">
                  <c:v>55.98</c:v>
                </c:pt>
                <c:pt idx="79448">
                  <c:v>51.98</c:v>
                </c:pt>
                <c:pt idx="79449">
                  <c:v>29.43</c:v>
                </c:pt>
                <c:pt idx="79450">
                  <c:v>53.95</c:v>
                </c:pt>
                <c:pt idx="79451">
                  <c:v>51.98</c:v>
                </c:pt>
                <c:pt idx="79452">
                  <c:v>51.98</c:v>
                </c:pt>
                <c:pt idx="79453">
                  <c:v>65.98</c:v>
                </c:pt>
                <c:pt idx="79454">
                  <c:v>55.98</c:v>
                </c:pt>
                <c:pt idx="79455">
                  <c:v>123.35</c:v>
                </c:pt>
                <c:pt idx="79456">
                  <c:v>107.63</c:v>
                </c:pt>
                <c:pt idx="79457">
                  <c:v>108.83</c:v>
                </c:pt>
                <c:pt idx="79458">
                  <c:v>78.59</c:v>
                </c:pt>
                <c:pt idx="79459">
                  <c:v>108.83</c:v>
                </c:pt>
                <c:pt idx="79460">
                  <c:v>78.59</c:v>
                </c:pt>
                <c:pt idx="79461">
                  <c:v>63.97</c:v>
                </c:pt>
                <c:pt idx="79462">
                  <c:v>69.98</c:v>
                </c:pt>
                <c:pt idx="79463">
                  <c:v>65.98</c:v>
                </c:pt>
                <c:pt idx="79464">
                  <c:v>69.98</c:v>
                </c:pt>
                <c:pt idx="79465">
                  <c:v>59.98</c:v>
                </c:pt>
                <c:pt idx="79466">
                  <c:v>61.98</c:v>
                </c:pt>
                <c:pt idx="79467">
                  <c:v>92.97</c:v>
                </c:pt>
                <c:pt idx="79468">
                  <c:v>59.98</c:v>
                </c:pt>
                <c:pt idx="79469">
                  <c:v>59.98</c:v>
                </c:pt>
                <c:pt idx="79470">
                  <c:v>65.989999999999995</c:v>
                </c:pt>
                <c:pt idx="79471">
                  <c:v>85.97</c:v>
                </c:pt>
                <c:pt idx="79472">
                  <c:v>85.34</c:v>
                </c:pt>
                <c:pt idx="79473">
                  <c:v>75.37</c:v>
                </c:pt>
                <c:pt idx="79474">
                  <c:v>75.959999999999994</c:v>
                </c:pt>
                <c:pt idx="79475">
                  <c:v>72.239999999999995</c:v>
                </c:pt>
                <c:pt idx="79476">
                  <c:v>57.59</c:v>
                </c:pt>
                <c:pt idx="79477">
                  <c:v>49.99</c:v>
                </c:pt>
                <c:pt idx="79478">
                  <c:v>65.989999999999995</c:v>
                </c:pt>
                <c:pt idx="79479">
                  <c:v>162.94999999999999</c:v>
                </c:pt>
                <c:pt idx="79480">
                  <c:v>49.99</c:v>
                </c:pt>
                <c:pt idx="79481">
                  <c:v>173.94</c:v>
                </c:pt>
                <c:pt idx="79482">
                  <c:v>187.94</c:v>
                </c:pt>
                <c:pt idx="79483">
                  <c:v>227.93</c:v>
                </c:pt>
                <c:pt idx="79484">
                  <c:v>221.92</c:v>
                </c:pt>
                <c:pt idx="79485">
                  <c:v>179.94</c:v>
                </c:pt>
                <c:pt idx="79486">
                  <c:v>178.93</c:v>
                </c:pt>
                <c:pt idx="79487">
                  <c:v>50.97</c:v>
                </c:pt>
                <c:pt idx="79488">
                  <c:v>179.94</c:v>
                </c:pt>
                <c:pt idx="79489">
                  <c:v>112.46</c:v>
                </c:pt>
                <c:pt idx="79490">
                  <c:v>179.94</c:v>
                </c:pt>
                <c:pt idx="79491">
                  <c:v>89.98</c:v>
                </c:pt>
                <c:pt idx="79492">
                  <c:v>181.96</c:v>
                </c:pt>
                <c:pt idx="79493">
                  <c:v>0</c:v>
                </c:pt>
                <c:pt idx="79494">
                  <c:v>81.28</c:v>
                </c:pt>
                <c:pt idx="79495">
                  <c:v>155.57</c:v>
                </c:pt>
                <c:pt idx="79496">
                  <c:v>16.13</c:v>
                </c:pt>
                <c:pt idx="79497">
                  <c:v>16.940000000000001</c:v>
                </c:pt>
                <c:pt idx="79498">
                  <c:v>31.28</c:v>
                </c:pt>
                <c:pt idx="79499">
                  <c:v>17.29</c:v>
                </c:pt>
                <c:pt idx="79500">
                  <c:v>31.28</c:v>
                </c:pt>
                <c:pt idx="79501">
                  <c:v>17.29</c:v>
                </c:pt>
                <c:pt idx="79502">
                  <c:v>31.28</c:v>
                </c:pt>
                <c:pt idx="79503">
                  <c:v>31.28</c:v>
                </c:pt>
                <c:pt idx="79504">
                  <c:v>83.48</c:v>
                </c:pt>
                <c:pt idx="79505">
                  <c:v>16.940000000000001</c:v>
                </c:pt>
                <c:pt idx="79506">
                  <c:v>31.28</c:v>
                </c:pt>
                <c:pt idx="79507">
                  <c:v>31.93</c:v>
                </c:pt>
                <c:pt idx="79508">
                  <c:v>31.28</c:v>
                </c:pt>
                <c:pt idx="79509">
                  <c:v>16.940000000000001</c:v>
                </c:pt>
                <c:pt idx="79510">
                  <c:v>16.940000000000001</c:v>
                </c:pt>
                <c:pt idx="79511">
                  <c:v>17.940000000000001</c:v>
                </c:pt>
                <c:pt idx="79512">
                  <c:v>17.29</c:v>
                </c:pt>
                <c:pt idx="79513">
                  <c:v>31.28</c:v>
                </c:pt>
                <c:pt idx="79514">
                  <c:v>77.97</c:v>
                </c:pt>
                <c:pt idx="79515">
                  <c:v>218.96</c:v>
                </c:pt>
                <c:pt idx="79516">
                  <c:v>197.96</c:v>
                </c:pt>
                <c:pt idx="79517">
                  <c:v>75.95</c:v>
                </c:pt>
                <c:pt idx="79518">
                  <c:v>112.46</c:v>
                </c:pt>
                <c:pt idx="79519">
                  <c:v>197.96</c:v>
                </c:pt>
                <c:pt idx="79520">
                  <c:v>64.069999999999993</c:v>
                </c:pt>
                <c:pt idx="79521">
                  <c:v>-1.2</c:v>
                </c:pt>
                <c:pt idx="79522">
                  <c:v>88.29</c:v>
                </c:pt>
                <c:pt idx="79523">
                  <c:v>90.69</c:v>
                </c:pt>
                <c:pt idx="79524">
                  <c:v>94.31</c:v>
                </c:pt>
                <c:pt idx="79525">
                  <c:v>51.96</c:v>
                </c:pt>
                <c:pt idx="79526">
                  <c:v>72.55</c:v>
                </c:pt>
                <c:pt idx="79527">
                  <c:v>72.55</c:v>
                </c:pt>
                <c:pt idx="79528">
                  <c:v>64.069999999999993</c:v>
                </c:pt>
                <c:pt idx="79529">
                  <c:v>73.53</c:v>
                </c:pt>
                <c:pt idx="79530">
                  <c:v>55.61</c:v>
                </c:pt>
                <c:pt idx="79531">
                  <c:v>26.79</c:v>
                </c:pt>
                <c:pt idx="79532">
                  <c:v>15.29</c:v>
                </c:pt>
                <c:pt idx="79533">
                  <c:v>52.98</c:v>
                </c:pt>
                <c:pt idx="79534">
                  <c:v>41.29</c:v>
                </c:pt>
                <c:pt idx="79535">
                  <c:v>41.29</c:v>
                </c:pt>
                <c:pt idx="79536">
                  <c:v>15.29</c:v>
                </c:pt>
                <c:pt idx="79537">
                  <c:v>14.75</c:v>
                </c:pt>
                <c:pt idx="79538">
                  <c:v>-41.29</c:v>
                </c:pt>
                <c:pt idx="79539">
                  <c:v>41.29</c:v>
                </c:pt>
                <c:pt idx="79540">
                  <c:v>15.29</c:v>
                </c:pt>
                <c:pt idx="79541">
                  <c:v>30.75</c:v>
                </c:pt>
                <c:pt idx="79542">
                  <c:v>15.8</c:v>
                </c:pt>
                <c:pt idx="79543">
                  <c:v>89.59</c:v>
                </c:pt>
                <c:pt idx="79544">
                  <c:v>83.15</c:v>
                </c:pt>
                <c:pt idx="79545">
                  <c:v>54.43</c:v>
                </c:pt>
                <c:pt idx="79546">
                  <c:v>61.69</c:v>
                </c:pt>
                <c:pt idx="79547">
                  <c:v>25.39</c:v>
                </c:pt>
                <c:pt idx="79548">
                  <c:v>57.49</c:v>
                </c:pt>
                <c:pt idx="79549">
                  <c:v>18.73</c:v>
                </c:pt>
                <c:pt idx="79550">
                  <c:v>83.45</c:v>
                </c:pt>
                <c:pt idx="79551">
                  <c:v>99.07</c:v>
                </c:pt>
                <c:pt idx="79552">
                  <c:v>95.57</c:v>
                </c:pt>
                <c:pt idx="79553">
                  <c:v>81.98</c:v>
                </c:pt>
                <c:pt idx="79554">
                  <c:v>68.989999999999995</c:v>
                </c:pt>
                <c:pt idx="79555">
                  <c:v>84.98</c:v>
                </c:pt>
                <c:pt idx="79556">
                  <c:v>188.83</c:v>
                </c:pt>
                <c:pt idx="79557">
                  <c:v>264.87</c:v>
                </c:pt>
                <c:pt idx="79558">
                  <c:v>162.94999999999999</c:v>
                </c:pt>
                <c:pt idx="79559">
                  <c:v>68.319999999999993</c:v>
                </c:pt>
                <c:pt idx="79560">
                  <c:v>59.98</c:v>
                </c:pt>
                <c:pt idx="79561">
                  <c:v>79.38</c:v>
                </c:pt>
                <c:pt idx="79562">
                  <c:v>54.98</c:v>
                </c:pt>
                <c:pt idx="79563">
                  <c:v>102.28</c:v>
                </c:pt>
                <c:pt idx="79564">
                  <c:v>102.28</c:v>
                </c:pt>
                <c:pt idx="79565">
                  <c:v>102.28</c:v>
                </c:pt>
                <c:pt idx="79566">
                  <c:v>59.98</c:v>
                </c:pt>
                <c:pt idx="79567">
                  <c:v>59.98</c:v>
                </c:pt>
                <c:pt idx="79568">
                  <c:v>84.98</c:v>
                </c:pt>
                <c:pt idx="79569">
                  <c:v>59.98</c:v>
                </c:pt>
                <c:pt idx="79570">
                  <c:v>79.48</c:v>
                </c:pt>
                <c:pt idx="79571">
                  <c:v>84.99</c:v>
                </c:pt>
                <c:pt idx="79572">
                  <c:v>84.99</c:v>
                </c:pt>
                <c:pt idx="79573">
                  <c:v>84.99</c:v>
                </c:pt>
                <c:pt idx="79574">
                  <c:v>98.98</c:v>
                </c:pt>
                <c:pt idx="79575">
                  <c:v>119.96</c:v>
                </c:pt>
                <c:pt idx="79576">
                  <c:v>59.98</c:v>
                </c:pt>
                <c:pt idx="79577">
                  <c:v>85.45</c:v>
                </c:pt>
                <c:pt idx="79578">
                  <c:v>89.95</c:v>
                </c:pt>
                <c:pt idx="79579">
                  <c:v>161.91</c:v>
                </c:pt>
                <c:pt idx="79580">
                  <c:v>179.9</c:v>
                </c:pt>
                <c:pt idx="79581">
                  <c:v>161.91</c:v>
                </c:pt>
                <c:pt idx="79582">
                  <c:v>89.95</c:v>
                </c:pt>
                <c:pt idx="79583">
                  <c:v>107.94</c:v>
                </c:pt>
                <c:pt idx="79584">
                  <c:v>157.97</c:v>
                </c:pt>
                <c:pt idx="79585">
                  <c:v>207.96</c:v>
                </c:pt>
                <c:pt idx="79586">
                  <c:v>131.97999999999999</c:v>
                </c:pt>
                <c:pt idx="79587">
                  <c:v>109.98</c:v>
                </c:pt>
                <c:pt idx="79588">
                  <c:v>84.98</c:v>
                </c:pt>
                <c:pt idx="79589">
                  <c:v>168.97</c:v>
                </c:pt>
                <c:pt idx="79590">
                  <c:v>132.75</c:v>
                </c:pt>
                <c:pt idx="79591">
                  <c:v>158.97999999999999</c:v>
                </c:pt>
                <c:pt idx="79592">
                  <c:v>185.97</c:v>
                </c:pt>
                <c:pt idx="79593">
                  <c:v>158.97</c:v>
                </c:pt>
                <c:pt idx="79594">
                  <c:v>169.98</c:v>
                </c:pt>
                <c:pt idx="79595">
                  <c:v>169.98</c:v>
                </c:pt>
                <c:pt idx="79596">
                  <c:v>68.989999999999995</c:v>
                </c:pt>
                <c:pt idx="79597">
                  <c:v>137.97999999999999</c:v>
                </c:pt>
                <c:pt idx="79598">
                  <c:v>94.34</c:v>
                </c:pt>
                <c:pt idx="79599">
                  <c:v>94.34</c:v>
                </c:pt>
                <c:pt idx="79600">
                  <c:v>94.34</c:v>
                </c:pt>
                <c:pt idx="79601">
                  <c:v>55.97</c:v>
                </c:pt>
                <c:pt idx="79602">
                  <c:v>84.68</c:v>
                </c:pt>
                <c:pt idx="79603">
                  <c:v>62.9</c:v>
                </c:pt>
                <c:pt idx="79604">
                  <c:v>84.91</c:v>
                </c:pt>
                <c:pt idx="79605">
                  <c:v>94.34</c:v>
                </c:pt>
                <c:pt idx="79606">
                  <c:v>125.79</c:v>
                </c:pt>
                <c:pt idx="79607">
                  <c:v>94.34</c:v>
                </c:pt>
                <c:pt idx="79608">
                  <c:v>80.19</c:v>
                </c:pt>
                <c:pt idx="79609">
                  <c:v>189.24</c:v>
                </c:pt>
                <c:pt idx="79610">
                  <c:v>154.94999999999999</c:v>
                </c:pt>
                <c:pt idx="79611">
                  <c:v>189.24</c:v>
                </c:pt>
                <c:pt idx="79612">
                  <c:v>127.26</c:v>
                </c:pt>
                <c:pt idx="79613">
                  <c:v>156.44999999999999</c:v>
                </c:pt>
                <c:pt idx="79614">
                  <c:v>98.97</c:v>
                </c:pt>
                <c:pt idx="79615">
                  <c:v>210.96</c:v>
                </c:pt>
                <c:pt idx="79616">
                  <c:v>65.989999999999995</c:v>
                </c:pt>
                <c:pt idx="79617">
                  <c:v>60.51</c:v>
                </c:pt>
                <c:pt idx="79618">
                  <c:v>131.97999999999999</c:v>
                </c:pt>
                <c:pt idx="79619">
                  <c:v>42.24</c:v>
                </c:pt>
                <c:pt idx="79620">
                  <c:v>121.98</c:v>
                </c:pt>
                <c:pt idx="79621">
                  <c:v>143.72</c:v>
                </c:pt>
                <c:pt idx="79622">
                  <c:v>229.96</c:v>
                </c:pt>
                <c:pt idx="79623">
                  <c:v>82.25</c:v>
                </c:pt>
                <c:pt idx="79624">
                  <c:v>149.99</c:v>
                </c:pt>
                <c:pt idx="79625">
                  <c:v>130.63</c:v>
                </c:pt>
                <c:pt idx="79626">
                  <c:v>-39.99</c:v>
                </c:pt>
                <c:pt idx="79627">
                  <c:v>55.98</c:v>
                </c:pt>
                <c:pt idx="79628">
                  <c:v>64.599999999999994</c:v>
                </c:pt>
                <c:pt idx="79629">
                  <c:v>69.98</c:v>
                </c:pt>
                <c:pt idx="79630">
                  <c:v>79.98</c:v>
                </c:pt>
                <c:pt idx="79631">
                  <c:v>69.98</c:v>
                </c:pt>
                <c:pt idx="79632">
                  <c:v>55.98</c:v>
                </c:pt>
                <c:pt idx="79633">
                  <c:v>69.98</c:v>
                </c:pt>
                <c:pt idx="79634">
                  <c:v>97.97</c:v>
                </c:pt>
                <c:pt idx="79635">
                  <c:v>69.98</c:v>
                </c:pt>
                <c:pt idx="79636">
                  <c:v>68.989999999999995</c:v>
                </c:pt>
                <c:pt idx="79637">
                  <c:v>75.09</c:v>
                </c:pt>
                <c:pt idx="79638">
                  <c:v>109.98</c:v>
                </c:pt>
                <c:pt idx="79639">
                  <c:v>111.57</c:v>
                </c:pt>
                <c:pt idx="79640">
                  <c:v>73.59</c:v>
                </c:pt>
                <c:pt idx="79641">
                  <c:v>68.989999999999995</c:v>
                </c:pt>
                <c:pt idx="79642">
                  <c:v>122.97</c:v>
                </c:pt>
                <c:pt idx="79643">
                  <c:v>24.99</c:v>
                </c:pt>
                <c:pt idx="79644">
                  <c:v>63.27</c:v>
                </c:pt>
                <c:pt idx="79645">
                  <c:v>51.97</c:v>
                </c:pt>
                <c:pt idx="79646">
                  <c:v>115.18</c:v>
                </c:pt>
                <c:pt idx="79647">
                  <c:v>64.98</c:v>
                </c:pt>
                <c:pt idx="79648">
                  <c:v>69.989999999999995</c:v>
                </c:pt>
                <c:pt idx="79649">
                  <c:v>203.45</c:v>
                </c:pt>
                <c:pt idx="79650">
                  <c:v>94.44</c:v>
                </c:pt>
                <c:pt idx="79651">
                  <c:v>84.98</c:v>
                </c:pt>
                <c:pt idx="79652">
                  <c:v>69.95</c:v>
                </c:pt>
                <c:pt idx="79653">
                  <c:v>119.98</c:v>
                </c:pt>
                <c:pt idx="79654">
                  <c:v>119.98</c:v>
                </c:pt>
                <c:pt idx="79655">
                  <c:v>69.95</c:v>
                </c:pt>
                <c:pt idx="79656">
                  <c:v>129.94</c:v>
                </c:pt>
                <c:pt idx="79657">
                  <c:v>91.95</c:v>
                </c:pt>
                <c:pt idx="79658">
                  <c:v>58.13</c:v>
                </c:pt>
                <c:pt idx="79659">
                  <c:v>154.94999999999999</c:v>
                </c:pt>
                <c:pt idx="79660">
                  <c:v>49.12</c:v>
                </c:pt>
                <c:pt idx="79661">
                  <c:v>57.98</c:v>
                </c:pt>
                <c:pt idx="79662">
                  <c:v>74.97</c:v>
                </c:pt>
                <c:pt idx="79663">
                  <c:v>48.03</c:v>
                </c:pt>
                <c:pt idx="79664">
                  <c:v>59.98</c:v>
                </c:pt>
                <c:pt idx="79665">
                  <c:v>50.97</c:v>
                </c:pt>
                <c:pt idx="79666">
                  <c:v>51.98</c:v>
                </c:pt>
                <c:pt idx="79667">
                  <c:v>74.98</c:v>
                </c:pt>
                <c:pt idx="79668">
                  <c:v>84.87</c:v>
                </c:pt>
                <c:pt idx="79669">
                  <c:v>50.98</c:v>
                </c:pt>
                <c:pt idx="79670">
                  <c:v>61.98</c:v>
                </c:pt>
                <c:pt idx="79671">
                  <c:v>68.989999999999995</c:v>
                </c:pt>
                <c:pt idx="79672">
                  <c:v>68.989999999999995</c:v>
                </c:pt>
                <c:pt idx="79673">
                  <c:v>83.61</c:v>
                </c:pt>
                <c:pt idx="79674">
                  <c:v>68.989999999999995</c:v>
                </c:pt>
                <c:pt idx="79675">
                  <c:v>50.99</c:v>
                </c:pt>
                <c:pt idx="79676">
                  <c:v>98.97</c:v>
                </c:pt>
                <c:pt idx="79677">
                  <c:v>137.97999999999999</c:v>
                </c:pt>
                <c:pt idx="79678">
                  <c:v>162.96</c:v>
                </c:pt>
                <c:pt idx="79679">
                  <c:v>145.37</c:v>
                </c:pt>
                <c:pt idx="79680">
                  <c:v>77.95</c:v>
                </c:pt>
                <c:pt idx="79681">
                  <c:v>69.98</c:v>
                </c:pt>
                <c:pt idx="79682">
                  <c:v>69.98</c:v>
                </c:pt>
                <c:pt idx="79683">
                  <c:v>67.959999999999994</c:v>
                </c:pt>
                <c:pt idx="79684">
                  <c:v>99.98</c:v>
                </c:pt>
                <c:pt idx="79685">
                  <c:v>84.98</c:v>
                </c:pt>
                <c:pt idx="79686">
                  <c:v>-49.99</c:v>
                </c:pt>
                <c:pt idx="79687">
                  <c:v>57.97</c:v>
                </c:pt>
                <c:pt idx="79688">
                  <c:v>58.95</c:v>
                </c:pt>
                <c:pt idx="79689">
                  <c:v>59.97</c:v>
                </c:pt>
                <c:pt idx="79690">
                  <c:v>84.99</c:v>
                </c:pt>
                <c:pt idx="79691">
                  <c:v>95.97</c:v>
                </c:pt>
                <c:pt idx="79692">
                  <c:v>161.96</c:v>
                </c:pt>
                <c:pt idx="79693">
                  <c:v>84.99</c:v>
                </c:pt>
                <c:pt idx="79694">
                  <c:v>84.99</c:v>
                </c:pt>
                <c:pt idx="79695">
                  <c:v>81.56</c:v>
                </c:pt>
                <c:pt idx="79696">
                  <c:v>84.99</c:v>
                </c:pt>
                <c:pt idx="79697">
                  <c:v>159.69999999999999</c:v>
                </c:pt>
                <c:pt idx="79698">
                  <c:v>79.849999999999994</c:v>
                </c:pt>
                <c:pt idx="79699">
                  <c:v>79.849999999999994</c:v>
                </c:pt>
                <c:pt idx="79700">
                  <c:v>35.65</c:v>
                </c:pt>
                <c:pt idx="79701">
                  <c:v>79.849999999999994</c:v>
                </c:pt>
                <c:pt idx="79702">
                  <c:v>79.849999999999994</c:v>
                </c:pt>
                <c:pt idx="79703">
                  <c:v>79.849999999999994</c:v>
                </c:pt>
                <c:pt idx="79704">
                  <c:v>54.94</c:v>
                </c:pt>
                <c:pt idx="79705">
                  <c:v>159.69999999999999</c:v>
                </c:pt>
                <c:pt idx="79706">
                  <c:v>128.24</c:v>
                </c:pt>
                <c:pt idx="79707">
                  <c:v>54.99</c:v>
                </c:pt>
                <c:pt idx="79708">
                  <c:v>54.99</c:v>
                </c:pt>
                <c:pt idx="79709">
                  <c:v>16.489999999999998</c:v>
                </c:pt>
                <c:pt idx="79710">
                  <c:v>84.95</c:v>
                </c:pt>
                <c:pt idx="79711">
                  <c:v>79.98</c:v>
                </c:pt>
                <c:pt idx="79712">
                  <c:v>31.98</c:v>
                </c:pt>
                <c:pt idx="79713">
                  <c:v>31.48</c:v>
                </c:pt>
                <c:pt idx="79714">
                  <c:v>26.49</c:v>
                </c:pt>
                <c:pt idx="79715">
                  <c:v>66.27</c:v>
                </c:pt>
                <c:pt idx="79716">
                  <c:v>82.97</c:v>
                </c:pt>
                <c:pt idx="79717">
                  <c:v>29.99</c:v>
                </c:pt>
                <c:pt idx="79718">
                  <c:v>73.98</c:v>
                </c:pt>
                <c:pt idx="79719">
                  <c:v>52.23</c:v>
                </c:pt>
                <c:pt idx="79720">
                  <c:v>69.97</c:v>
                </c:pt>
                <c:pt idx="79721">
                  <c:v>13.99</c:v>
                </c:pt>
                <c:pt idx="79722">
                  <c:v>2.99</c:v>
                </c:pt>
                <c:pt idx="79723">
                  <c:v>63.73</c:v>
                </c:pt>
                <c:pt idx="79724">
                  <c:v>69.98</c:v>
                </c:pt>
                <c:pt idx="79725">
                  <c:v>159.94999999999999</c:v>
                </c:pt>
                <c:pt idx="79726">
                  <c:v>82.18</c:v>
                </c:pt>
                <c:pt idx="79727">
                  <c:v>167.95</c:v>
                </c:pt>
                <c:pt idx="79728">
                  <c:v>111.27</c:v>
                </c:pt>
                <c:pt idx="79729">
                  <c:v>194.76</c:v>
                </c:pt>
                <c:pt idx="79730">
                  <c:v>193.58</c:v>
                </c:pt>
                <c:pt idx="79731">
                  <c:v>113.97</c:v>
                </c:pt>
                <c:pt idx="79732">
                  <c:v>-2.4</c:v>
                </c:pt>
                <c:pt idx="79733">
                  <c:v>131.97999999999999</c:v>
                </c:pt>
                <c:pt idx="79734">
                  <c:v>192.57</c:v>
                </c:pt>
                <c:pt idx="79735">
                  <c:v>148.96</c:v>
                </c:pt>
                <c:pt idx="79736">
                  <c:v>149.94999999999999</c:v>
                </c:pt>
                <c:pt idx="79737">
                  <c:v>101.47</c:v>
                </c:pt>
                <c:pt idx="79738">
                  <c:v>105.96</c:v>
                </c:pt>
                <c:pt idx="79739">
                  <c:v>60.96</c:v>
                </c:pt>
                <c:pt idx="79740">
                  <c:v>51.4</c:v>
                </c:pt>
                <c:pt idx="79741">
                  <c:v>65.98</c:v>
                </c:pt>
                <c:pt idx="79742">
                  <c:v>57.32</c:v>
                </c:pt>
                <c:pt idx="79743">
                  <c:v>23.99</c:v>
                </c:pt>
                <c:pt idx="79744">
                  <c:v>53.98</c:v>
                </c:pt>
                <c:pt idx="79745">
                  <c:v>64.3</c:v>
                </c:pt>
                <c:pt idx="79746">
                  <c:v>56.09</c:v>
                </c:pt>
                <c:pt idx="79747">
                  <c:v>88.98</c:v>
                </c:pt>
                <c:pt idx="79748">
                  <c:v>57.23</c:v>
                </c:pt>
                <c:pt idx="79749">
                  <c:v>71.459999999999994</c:v>
                </c:pt>
                <c:pt idx="79750">
                  <c:v>59.32</c:v>
                </c:pt>
                <c:pt idx="79751">
                  <c:v>65.989999999999995</c:v>
                </c:pt>
                <c:pt idx="79752">
                  <c:v>56.09</c:v>
                </c:pt>
                <c:pt idx="79753">
                  <c:v>31.49</c:v>
                </c:pt>
                <c:pt idx="79754">
                  <c:v>69.98</c:v>
                </c:pt>
                <c:pt idx="79755">
                  <c:v>47.73</c:v>
                </c:pt>
                <c:pt idx="79756">
                  <c:v>69.98</c:v>
                </c:pt>
                <c:pt idx="79757">
                  <c:v>45.88</c:v>
                </c:pt>
                <c:pt idx="79758">
                  <c:v>60.7</c:v>
                </c:pt>
                <c:pt idx="79759">
                  <c:v>69.98</c:v>
                </c:pt>
                <c:pt idx="79760">
                  <c:v>74.98</c:v>
                </c:pt>
                <c:pt idx="79761">
                  <c:v>51.49</c:v>
                </c:pt>
                <c:pt idx="79762">
                  <c:v>51.49</c:v>
                </c:pt>
                <c:pt idx="79763">
                  <c:v>65.19</c:v>
                </c:pt>
                <c:pt idx="79764">
                  <c:v>84.99</c:v>
                </c:pt>
                <c:pt idx="79765">
                  <c:v>51.48</c:v>
                </c:pt>
                <c:pt idx="79766">
                  <c:v>149.94999999999999</c:v>
                </c:pt>
                <c:pt idx="79767">
                  <c:v>149.94999999999999</c:v>
                </c:pt>
                <c:pt idx="79768">
                  <c:v>107.96</c:v>
                </c:pt>
                <c:pt idx="79769">
                  <c:v>23.99</c:v>
                </c:pt>
                <c:pt idx="79770">
                  <c:v>119.96</c:v>
                </c:pt>
                <c:pt idx="79771">
                  <c:v>131.94999999999999</c:v>
                </c:pt>
                <c:pt idx="79772">
                  <c:v>59.98</c:v>
                </c:pt>
                <c:pt idx="79773">
                  <c:v>84.56</c:v>
                </c:pt>
                <c:pt idx="79774">
                  <c:v>85.98</c:v>
                </c:pt>
                <c:pt idx="79775">
                  <c:v>65.989999999999995</c:v>
                </c:pt>
                <c:pt idx="79776">
                  <c:v>65.989999999999995</c:v>
                </c:pt>
                <c:pt idx="79777">
                  <c:v>85.98</c:v>
                </c:pt>
                <c:pt idx="79778">
                  <c:v>85.98</c:v>
                </c:pt>
                <c:pt idx="79779">
                  <c:v>95.56</c:v>
                </c:pt>
                <c:pt idx="79780">
                  <c:v>74.98</c:v>
                </c:pt>
                <c:pt idx="79781">
                  <c:v>81.23</c:v>
                </c:pt>
                <c:pt idx="79782">
                  <c:v>100.06</c:v>
                </c:pt>
                <c:pt idx="79783">
                  <c:v>33.479999999999997</c:v>
                </c:pt>
                <c:pt idx="79784">
                  <c:v>73.48</c:v>
                </c:pt>
                <c:pt idx="79785">
                  <c:v>33.479999999999997</c:v>
                </c:pt>
                <c:pt idx="79786">
                  <c:v>62.57</c:v>
                </c:pt>
                <c:pt idx="79787">
                  <c:v>62.57</c:v>
                </c:pt>
                <c:pt idx="79788">
                  <c:v>100.06</c:v>
                </c:pt>
                <c:pt idx="79789">
                  <c:v>56.96</c:v>
                </c:pt>
                <c:pt idx="79790">
                  <c:v>87.97</c:v>
                </c:pt>
                <c:pt idx="79791">
                  <c:v>73.48</c:v>
                </c:pt>
                <c:pt idx="79792">
                  <c:v>55.96</c:v>
                </c:pt>
                <c:pt idx="79793">
                  <c:v>56.96</c:v>
                </c:pt>
                <c:pt idx="79794">
                  <c:v>33.479999999999997</c:v>
                </c:pt>
                <c:pt idx="79795">
                  <c:v>33.479999999999997</c:v>
                </c:pt>
                <c:pt idx="79796">
                  <c:v>33.479999999999997</c:v>
                </c:pt>
                <c:pt idx="79797">
                  <c:v>55.96</c:v>
                </c:pt>
                <c:pt idx="79798">
                  <c:v>30.28</c:v>
                </c:pt>
                <c:pt idx="79799">
                  <c:v>33.479999999999997</c:v>
                </c:pt>
                <c:pt idx="79800">
                  <c:v>30.28</c:v>
                </c:pt>
                <c:pt idx="79801">
                  <c:v>87.97</c:v>
                </c:pt>
                <c:pt idx="79802">
                  <c:v>59.98</c:v>
                </c:pt>
                <c:pt idx="79803">
                  <c:v>99.98</c:v>
                </c:pt>
                <c:pt idx="79804">
                  <c:v>139.96</c:v>
                </c:pt>
                <c:pt idx="79805">
                  <c:v>59.98</c:v>
                </c:pt>
                <c:pt idx="79806">
                  <c:v>61.48</c:v>
                </c:pt>
                <c:pt idx="79807">
                  <c:v>54.23</c:v>
                </c:pt>
                <c:pt idx="79808">
                  <c:v>94.97</c:v>
                </c:pt>
                <c:pt idx="79809">
                  <c:v>115.45</c:v>
                </c:pt>
                <c:pt idx="79810">
                  <c:v>126.96</c:v>
                </c:pt>
                <c:pt idx="79811">
                  <c:v>59.99</c:v>
                </c:pt>
                <c:pt idx="79812">
                  <c:v>78.180000000000007</c:v>
                </c:pt>
                <c:pt idx="79813">
                  <c:v>68.989999999999995</c:v>
                </c:pt>
                <c:pt idx="79814">
                  <c:v>64.98</c:v>
                </c:pt>
                <c:pt idx="79815">
                  <c:v>74.989999999999995</c:v>
                </c:pt>
                <c:pt idx="79816">
                  <c:v>83.73</c:v>
                </c:pt>
                <c:pt idx="79817">
                  <c:v>48.28</c:v>
                </c:pt>
                <c:pt idx="79818">
                  <c:v>139.26</c:v>
                </c:pt>
                <c:pt idx="79819">
                  <c:v>132.46</c:v>
                </c:pt>
                <c:pt idx="79820">
                  <c:v>33.28</c:v>
                </c:pt>
                <c:pt idx="79821">
                  <c:v>86.23</c:v>
                </c:pt>
                <c:pt idx="79822">
                  <c:v>119.57</c:v>
                </c:pt>
                <c:pt idx="79823">
                  <c:v>61.98</c:v>
                </c:pt>
                <c:pt idx="79824">
                  <c:v>89.98</c:v>
                </c:pt>
                <c:pt idx="79825">
                  <c:v>77.98</c:v>
                </c:pt>
                <c:pt idx="79826">
                  <c:v>89.98</c:v>
                </c:pt>
                <c:pt idx="79827">
                  <c:v>89.98</c:v>
                </c:pt>
                <c:pt idx="79828">
                  <c:v>30.99</c:v>
                </c:pt>
                <c:pt idx="79829">
                  <c:v>89.98</c:v>
                </c:pt>
                <c:pt idx="79830">
                  <c:v>89.98</c:v>
                </c:pt>
                <c:pt idx="79831">
                  <c:v>89.98</c:v>
                </c:pt>
                <c:pt idx="79832">
                  <c:v>84.97</c:v>
                </c:pt>
                <c:pt idx="79833">
                  <c:v>53.98</c:v>
                </c:pt>
                <c:pt idx="79834">
                  <c:v>61.98</c:v>
                </c:pt>
                <c:pt idx="79835">
                  <c:v>143.94999999999999</c:v>
                </c:pt>
                <c:pt idx="79836">
                  <c:v>92.97</c:v>
                </c:pt>
                <c:pt idx="79837">
                  <c:v>49.48</c:v>
                </c:pt>
                <c:pt idx="79838">
                  <c:v>34.479999999999997</c:v>
                </c:pt>
                <c:pt idx="79839">
                  <c:v>81.09</c:v>
                </c:pt>
                <c:pt idx="79840">
                  <c:v>176.94</c:v>
                </c:pt>
                <c:pt idx="79841">
                  <c:v>176.94</c:v>
                </c:pt>
                <c:pt idx="79842">
                  <c:v>59.98</c:v>
                </c:pt>
                <c:pt idx="79843">
                  <c:v>59.98</c:v>
                </c:pt>
                <c:pt idx="79844">
                  <c:v>59.98</c:v>
                </c:pt>
                <c:pt idx="79845">
                  <c:v>55.98</c:v>
                </c:pt>
                <c:pt idx="79846">
                  <c:v>59.98</c:v>
                </c:pt>
                <c:pt idx="79847">
                  <c:v>59.98</c:v>
                </c:pt>
                <c:pt idx="79848">
                  <c:v>119.96</c:v>
                </c:pt>
                <c:pt idx="79849">
                  <c:v>59.98</c:v>
                </c:pt>
                <c:pt idx="79850">
                  <c:v>59.98</c:v>
                </c:pt>
                <c:pt idx="79851">
                  <c:v>59.98</c:v>
                </c:pt>
                <c:pt idx="79852">
                  <c:v>59.98</c:v>
                </c:pt>
                <c:pt idx="79853">
                  <c:v>59.98</c:v>
                </c:pt>
                <c:pt idx="79854">
                  <c:v>89.97</c:v>
                </c:pt>
                <c:pt idx="79855">
                  <c:v>134.97</c:v>
                </c:pt>
                <c:pt idx="79856">
                  <c:v>169.98</c:v>
                </c:pt>
                <c:pt idx="79857">
                  <c:v>118.95</c:v>
                </c:pt>
                <c:pt idx="79858">
                  <c:v>97.97</c:v>
                </c:pt>
                <c:pt idx="79859">
                  <c:v>92.98</c:v>
                </c:pt>
                <c:pt idx="79860">
                  <c:v>189.96</c:v>
                </c:pt>
                <c:pt idx="79861">
                  <c:v>59.96</c:v>
                </c:pt>
                <c:pt idx="79862">
                  <c:v>148.24</c:v>
                </c:pt>
                <c:pt idx="79863">
                  <c:v>109.48</c:v>
                </c:pt>
                <c:pt idx="79864">
                  <c:v>114.83</c:v>
                </c:pt>
                <c:pt idx="79865">
                  <c:v>112.44</c:v>
                </c:pt>
                <c:pt idx="79866">
                  <c:v>105.26</c:v>
                </c:pt>
                <c:pt idx="79867">
                  <c:v>190.74</c:v>
                </c:pt>
                <c:pt idx="79868">
                  <c:v>64.989999999999995</c:v>
                </c:pt>
                <c:pt idx="79869">
                  <c:v>90.71</c:v>
                </c:pt>
                <c:pt idx="79870">
                  <c:v>61.67</c:v>
                </c:pt>
                <c:pt idx="79871">
                  <c:v>79.849999999999994</c:v>
                </c:pt>
                <c:pt idx="79872">
                  <c:v>66.53</c:v>
                </c:pt>
                <c:pt idx="79873">
                  <c:v>169.36</c:v>
                </c:pt>
                <c:pt idx="79874">
                  <c:v>66.53</c:v>
                </c:pt>
                <c:pt idx="79875">
                  <c:v>159.69999999999999</c:v>
                </c:pt>
                <c:pt idx="79876">
                  <c:v>151.19999999999999</c:v>
                </c:pt>
                <c:pt idx="79877">
                  <c:v>89.97</c:v>
                </c:pt>
                <c:pt idx="79878">
                  <c:v>79.97</c:v>
                </c:pt>
                <c:pt idx="79879">
                  <c:v>82.97</c:v>
                </c:pt>
                <c:pt idx="79880">
                  <c:v>89.97</c:v>
                </c:pt>
                <c:pt idx="79881">
                  <c:v>89.97</c:v>
                </c:pt>
                <c:pt idx="79882">
                  <c:v>84.97</c:v>
                </c:pt>
                <c:pt idx="79883">
                  <c:v>89.97</c:v>
                </c:pt>
                <c:pt idx="79884">
                  <c:v>83.97</c:v>
                </c:pt>
                <c:pt idx="79885">
                  <c:v>89.97</c:v>
                </c:pt>
                <c:pt idx="79886">
                  <c:v>130.36000000000001</c:v>
                </c:pt>
                <c:pt idx="79887">
                  <c:v>75.09</c:v>
                </c:pt>
                <c:pt idx="79888">
                  <c:v>84.99</c:v>
                </c:pt>
                <c:pt idx="79889">
                  <c:v>84.99</c:v>
                </c:pt>
                <c:pt idx="79890">
                  <c:v>64.989999999999995</c:v>
                </c:pt>
                <c:pt idx="79891">
                  <c:v>141.96</c:v>
                </c:pt>
                <c:pt idx="79892">
                  <c:v>299.89999999999998</c:v>
                </c:pt>
                <c:pt idx="79893">
                  <c:v>269.91000000000003</c:v>
                </c:pt>
                <c:pt idx="79894">
                  <c:v>104.97</c:v>
                </c:pt>
                <c:pt idx="79895">
                  <c:v>86.49</c:v>
                </c:pt>
                <c:pt idx="79896">
                  <c:v>84.99</c:v>
                </c:pt>
                <c:pt idx="79897">
                  <c:v>114.98</c:v>
                </c:pt>
                <c:pt idx="79898">
                  <c:v>84.99</c:v>
                </c:pt>
                <c:pt idx="79899">
                  <c:v>65.989999999999995</c:v>
                </c:pt>
                <c:pt idx="79900">
                  <c:v>51.08</c:v>
                </c:pt>
                <c:pt idx="79901">
                  <c:v>47.48</c:v>
                </c:pt>
                <c:pt idx="79902">
                  <c:v>84.99</c:v>
                </c:pt>
                <c:pt idx="79903">
                  <c:v>84.99</c:v>
                </c:pt>
                <c:pt idx="79904">
                  <c:v>84.99</c:v>
                </c:pt>
                <c:pt idx="79905">
                  <c:v>56.97</c:v>
                </c:pt>
                <c:pt idx="79906">
                  <c:v>68.989999999999995</c:v>
                </c:pt>
                <c:pt idx="79907">
                  <c:v>63.99</c:v>
                </c:pt>
                <c:pt idx="79908">
                  <c:v>84.18</c:v>
                </c:pt>
                <c:pt idx="79909">
                  <c:v>67.28</c:v>
                </c:pt>
                <c:pt idx="79910">
                  <c:v>68.989999999999995</c:v>
                </c:pt>
                <c:pt idx="79911">
                  <c:v>56.97</c:v>
                </c:pt>
                <c:pt idx="79912">
                  <c:v>94.98</c:v>
                </c:pt>
                <c:pt idx="79913">
                  <c:v>51.14</c:v>
                </c:pt>
                <c:pt idx="79914">
                  <c:v>60.34</c:v>
                </c:pt>
                <c:pt idx="79915">
                  <c:v>53.35</c:v>
                </c:pt>
                <c:pt idx="79916">
                  <c:v>98.96</c:v>
                </c:pt>
                <c:pt idx="79917">
                  <c:v>53.35</c:v>
                </c:pt>
                <c:pt idx="79918">
                  <c:v>49.76</c:v>
                </c:pt>
                <c:pt idx="79919">
                  <c:v>50.97</c:v>
                </c:pt>
                <c:pt idx="79920">
                  <c:v>66.97</c:v>
                </c:pt>
                <c:pt idx="79921">
                  <c:v>50.97</c:v>
                </c:pt>
                <c:pt idx="79922">
                  <c:v>72.22</c:v>
                </c:pt>
                <c:pt idx="79923">
                  <c:v>69.97</c:v>
                </c:pt>
                <c:pt idx="79924">
                  <c:v>142.72</c:v>
                </c:pt>
                <c:pt idx="79925">
                  <c:v>50.96</c:v>
                </c:pt>
                <c:pt idx="79926">
                  <c:v>57.97</c:v>
                </c:pt>
                <c:pt idx="79927">
                  <c:v>59.98</c:v>
                </c:pt>
                <c:pt idx="79928">
                  <c:v>51.98</c:v>
                </c:pt>
                <c:pt idx="79929">
                  <c:v>57.97</c:v>
                </c:pt>
                <c:pt idx="79930">
                  <c:v>88.32</c:v>
                </c:pt>
                <c:pt idx="79931">
                  <c:v>53.98</c:v>
                </c:pt>
                <c:pt idx="79932">
                  <c:v>129.97</c:v>
                </c:pt>
                <c:pt idx="79933">
                  <c:v>169.98</c:v>
                </c:pt>
                <c:pt idx="79934">
                  <c:v>189.97</c:v>
                </c:pt>
                <c:pt idx="79935">
                  <c:v>159.97999999999999</c:v>
                </c:pt>
                <c:pt idx="79936">
                  <c:v>79.989999999999995</c:v>
                </c:pt>
                <c:pt idx="79937">
                  <c:v>94.98</c:v>
                </c:pt>
                <c:pt idx="79938">
                  <c:v>79.989999999999995</c:v>
                </c:pt>
                <c:pt idx="79939">
                  <c:v>79.989999999999995</c:v>
                </c:pt>
                <c:pt idx="79940">
                  <c:v>79.989999999999995</c:v>
                </c:pt>
                <c:pt idx="79941">
                  <c:v>79.989999999999995</c:v>
                </c:pt>
                <c:pt idx="79942">
                  <c:v>79.989999999999995</c:v>
                </c:pt>
                <c:pt idx="79943">
                  <c:v>54.89</c:v>
                </c:pt>
                <c:pt idx="79944">
                  <c:v>67.98</c:v>
                </c:pt>
                <c:pt idx="79945">
                  <c:v>79.989999999999995</c:v>
                </c:pt>
                <c:pt idx="79946">
                  <c:v>54.99</c:v>
                </c:pt>
                <c:pt idx="79947">
                  <c:v>84.99</c:v>
                </c:pt>
                <c:pt idx="79948">
                  <c:v>84.99</c:v>
                </c:pt>
                <c:pt idx="79949">
                  <c:v>76.48</c:v>
                </c:pt>
                <c:pt idx="79950">
                  <c:v>68.989999999999995</c:v>
                </c:pt>
                <c:pt idx="79951">
                  <c:v>95.88</c:v>
                </c:pt>
                <c:pt idx="79952">
                  <c:v>100.98</c:v>
                </c:pt>
                <c:pt idx="79953">
                  <c:v>84.99</c:v>
                </c:pt>
                <c:pt idx="79954">
                  <c:v>84.99</c:v>
                </c:pt>
                <c:pt idx="79955">
                  <c:v>84.97</c:v>
                </c:pt>
                <c:pt idx="79956">
                  <c:v>73.97</c:v>
                </c:pt>
                <c:pt idx="79957">
                  <c:v>95.73</c:v>
                </c:pt>
                <c:pt idx="79958">
                  <c:v>64.98</c:v>
                </c:pt>
                <c:pt idx="79959">
                  <c:v>130.96</c:v>
                </c:pt>
                <c:pt idx="79960">
                  <c:v>76.489999999999995</c:v>
                </c:pt>
                <c:pt idx="79961">
                  <c:v>73.97</c:v>
                </c:pt>
                <c:pt idx="79962">
                  <c:v>69.97</c:v>
                </c:pt>
                <c:pt idx="79963">
                  <c:v>39.99</c:v>
                </c:pt>
                <c:pt idx="79964">
                  <c:v>59.96</c:v>
                </c:pt>
                <c:pt idx="79965">
                  <c:v>54.98</c:v>
                </c:pt>
                <c:pt idx="79966">
                  <c:v>79.98</c:v>
                </c:pt>
                <c:pt idx="79967">
                  <c:v>74.95</c:v>
                </c:pt>
                <c:pt idx="79968">
                  <c:v>154.56</c:v>
                </c:pt>
                <c:pt idx="79969">
                  <c:v>79.97</c:v>
                </c:pt>
                <c:pt idx="79970">
                  <c:v>79.97</c:v>
                </c:pt>
                <c:pt idx="79971">
                  <c:v>110.96</c:v>
                </c:pt>
                <c:pt idx="79972">
                  <c:v>144.94999999999999</c:v>
                </c:pt>
                <c:pt idx="79973">
                  <c:v>111.96</c:v>
                </c:pt>
                <c:pt idx="79974">
                  <c:v>56.98</c:v>
                </c:pt>
                <c:pt idx="79975">
                  <c:v>79.97</c:v>
                </c:pt>
                <c:pt idx="79976">
                  <c:v>55.98</c:v>
                </c:pt>
                <c:pt idx="79977">
                  <c:v>55.98</c:v>
                </c:pt>
                <c:pt idx="79978">
                  <c:v>55.98</c:v>
                </c:pt>
                <c:pt idx="79979">
                  <c:v>55.98</c:v>
                </c:pt>
                <c:pt idx="79980">
                  <c:v>57.48</c:v>
                </c:pt>
                <c:pt idx="79981">
                  <c:v>55.98</c:v>
                </c:pt>
                <c:pt idx="79982">
                  <c:v>55.98</c:v>
                </c:pt>
                <c:pt idx="79983">
                  <c:v>68.98</c:v>
                </c:pt>
                <c:pt idx="79984">
                  <c:v>25.93</c:v>
                </c:pt>
                <c:pt idx="79985">
                  <c:v>68.14</c:v>
                </c:pt>
                <c:pt idx="79986">
                  <c:v>63.98</c:v>
                </c:pt>
                <c:pt idx="79987">
                  <c:v>86.07</c:v>
                </c:pt>
                <c:pt idx="79988">
                  <c:v>82.9</c:v>
                </c:pt>
                <c:pt idx="79989">
                  <c:v>84.99</c:v>
                </c:pt>
                <c:pt idx="79990">
                  <c:v>206.59</c:v>
                </c:pt>
                <c:pt idx="79991">
                  <c:v>84.14</c:v>
                </c:pt>
                <c:pt idx="79992">
                  <c:v>84.99</c:v>
                </c:pt>
                <c:pt idx="79993">
                  <c:v>219.45</c:v>
                </c:pt>
                <c:pt idx="79994">
                  <c:v>151.96</c:v>
                </c:pt>
                <c:pt idx="79995">
                  <c:v>161.96</c:v>
                </c:pt>
                <c:pt idx="79996">
                  <c:v>59.96</c:v>
                </c:pt>
                <c:pt idx="79997">
                  <c:v>139.97999999999999</c:v>
                </c:pt>
                <c:pt idx="79998">
                  <c:v>74.95</c:v>
                </c:pt>
                <c:pt idx="79999">
                  <c:v>74.95</c:v>
                </c:pt>
                <c:pt idx="80000">
                  <c:v>71.95</c:v>
                </c:pt>
                <c:pt idx="80001">
                  <c:v>74.95</c:v>
                </c:pt>
                <c:pt idx="80002">
                  <c:v>59.24</c:v>
                </c:pt>
                <c:pt idx="80003">
                  <c:v>293.20999999999998</c:v>
                </c:pt>
                <c:pt idx="80004">
                  <c:v>215.07</c:v>
                </c:pt>
                <c:pt idx="80005">
                  <c:v>163.72</c:v>
                </c:pt>
                <c:pt idx="80006">
                  <c:v>70.69</c:v>
                </c:pt>
                <c:pt idx="80007">
                  <c:v>69.98</c:v>
                </c:pt>
                <c:pt idx="80008">
                  <c:v>147.96</c:v>
                </c:pt>
                <c:pt idx="80009">
                  <c:v>39.49</c:v>
                </c:pt>
                <c:pt idx="80010">
                  <c:v>110.97</c:v>
                </c:pt>
                <c:pt idx="80011">
                  <c:v>51.98</c:v>
                </c:pt>
                <c:pt idx="80012">
                  <c:v>73.98</c:v>
                </c:pt>
                <c:pt idx="80013">
                  <c:v>75.97</c:v>
                </c:pt>
                <c:pt idx="80014">
                  <c:v>59.98</c:v>
                </c:pt>
                <c:pt idx="80015">
                  <c:v>71.97</c:v>
                </c:pt>
                <c:pt idx="80016">
                  <c:v>53.93</c:v>
                </c:pt>
                <c:pt idx="80017">
                  <c:v>95.96</c:v>
                </c:pt>
                <c:pt idx="80018">
                  <c:v>59.98</c:v>
                </c:pt>
                <c:pt idx="80019">
                  <c:v>59.98</c:v>
                </c:pt>
                <c:pt idx="80020">
                  <c:v>88.3</c:v>
                </c:pt>
                <c:pt idx="80021">
                  <c:v>70.97</c:v>
                </c:pt>
                <c:pt idx="80022">
                  <c:v>59.98</c:v>
                </c:pt>
                <c:pt idx="80023">
                  <c:v>71.97</c:v>
                </c:pt>
                <c:pt idx="80024">
                  <c:v>59.98</c:v>
                </c:pt>
                <c:pt idx="80025">
                  <c:v>59.98</c:v>
                </c:pt>
                <c:pt idx="80026">
                  <c:v>104.98</c:v>
                </c:pt>
                <c:pt idx="80027">
                  <c:v>69.989999999999995</c:v>
                </c:pt>
                <c:pt idx="80028">
                  <c:v>88.28</c:v>
                </c:pt>
                <c:pt idx="80029">
                  <c:v>74.98</c:v>
                </c:pt>
                <c:pt idx="80030">
                  <c:v>79.98</c:v>
                </c:pt>
                <c:pt idx="80031">
                  <c:v>50.98</c:v>
                </c:pt>
                <c:pt idx="80032">
                  <c:v>79.98</c:v>
                </c:pt>
                <c:pt idx="80033">
                  <c:v>41.49</c:v>
                </c:pt>
                <c:pt idx="80034">
                  <c:v>60.98</c:v>
                </c:pt>
                <c:pt idx="80035">
                  <c:v>65.989999999999995</c:v>
                </c:pt>
                <c:pt idx="80036">
                  <c:v>23.48</c:v>
                </c:pt>
                <c:pt idx="80037">
                  <c:v>12.49</c:v>
                </c:pt>
                <c:pt idx="80038">
                  <c:v>105.98</c:v>
                </c:pt>
                <c:pt idx="80039">
                  <c:v>82.87</c:v>
                </c:pt>
                <c:pt idx="80040">
                  <c:v>83.13</c:v>
                </c:pt>
                <c:pt idx="80041">
                  <c:v>83.97</c:v>
                </c:pt>
                <c:pt idx="80042">
                  <c:v>83.13</c:v>
                </c:pt>
                <c:pt idx="80043">
                  <c:v>83.97</c:v>
                </c:pt>
                <c:pt idx="80044">
                  <c:v>59.98</c:v>
                </c:pt>
                <c:pt idx="80045">
                  <c:v>89.97</c:v>
                </c:pt>
                <c:pt idx="80046">
                  <c:v>81.44</c:v>
                </c:pt>
                <c:pt idx="80047">
                  <c:v>83.97</c:v>
                </c:pt>
                <c:pt idx="80048">
                  <c:v>110.97</c:v>
                </c:pt>
                <c:pt idx="80049">
                  <c:v>104.97</c:v>
                </c:pt>
                <c:pt idx="80050">
                  <c:v>103.97</c:v>
                </c:pt>
                <c:pt idx="80051">
                  <c:v>110.97</c:v>
                </c:pt>
                <c:pt idx="80052">
                  <c:v>73.98</c:v>
                </c:pt>
                <c:pt idx="80053">
                  <c:v>104.15</c:v>
                </c:pt>
                <c:pt idx="80054">
                  <c:v>56.09</c:v>
                </c:pt>
                <c:pt idx="80055">
                  <c:v>102.97</c:v>
                </c:pt>
                <c:pt idx="80056">
                  <c:v>86.36</c:v>
                </c:pt>
                <c:pt idx="80057">
                  <c:v>69.67</c:v>
                </c:pt>
                <c:pt idx="80058">
                  <c:v>119.53</c:v>
                </c:pt>
                <c:pt idx="80059">
                  <c:v>35.99</c:v>
                </c:pt>
                <c:pt idx="80060">
                  <c:v>71.959999999999994</c:v>
                </c:pt>
                <c:pt idx="80061">
                  <c:v>36.49</c:v>
                </c:pt>
                <c:pt idx="80062">
                  <c:v>94.03</c:v>
                </c:pt>
                <c:pt idx="80063">
                  <c:v>84.99</c:v>
                </c:pt>
                <c:pt idx="80064">
                  <c:v>69.989999999999995</c:v>
                </c:pt>
                <c:pt idx="80065">
                  <c:v>99.98</c:v>
                </c:pt>
                <c:pt idx="80066">
                  <c:v>84.99</c:v>
                </c:pt>
                <c:pt idx="80067">
                  <c:v>69.989999999999995</c:v>
                </c:pt>
                <c:pt idx="80068">
                  <c:v>99.98</c:v>
                </c:pt>
                <c:pt idx="80069">
                  <c:v>84.99</c:v>
                </c:pt>
                <c:pt idx="80070">
                  <c:v>84.99</c:v>
                </c:pt>
                <c:pt idx="80071">
                  <c:v>97.97</c:v>
                </c:pt>
                <c:pt idx="80072">
                  <c:v>121.98</c:v>
                </c:pt>
                <c:pt idx="80073">
                  <c:v>33.28</c:v>
                </c:pt>
                <c:pt idx="80074">
                  <c:v>109.97</c:v>
                </c:pt>
                <c:pt idx="80075">
                  <c:v>243.9</c:v>
                </c:pt>
                <c:pt idx="80076">
                  <c:v>105.98</c:v>
                </c:pt>
                <c:pt idx="80077">
                  <c:v>80.97</c:v>
                </c:pt>
                <c:pt idx="80078">
                  <c:v>61.81</c:v>
                </c:pt>
                <c:pt idx="80079">
                  <c:v>79.849999999999994</c:v>
                </c:pt>
                <c:pt idx="80080">
                  <c:v>77.400000000000006</c:v>
                </c:pt>
                <c:pt idx="80081">
                  <c:v>101.52</c:v>
                </c:pt>
                <c:pt idx="80082">
                  <c:v>72.58</c:v>
                </c:pt>
                <c:pt idx="80083">
                  <c:v>104.02</c:v>
                </c:pt>
                <c:pt idx="80084">
                  <c:v>77.83</c:v>
                </c:pt>
                <c:pt idx="80085">
                  <c:v>91.94</c:v>
                </c:pt>
                <c:pt idx="80086">
                  <c:v>169.98</c:v>
                </c:pt>
                <c:pt idx="80087">
                  <c:v>218.96</c:v>
                </c:pt>
                <c:pt idx="80088">
                  <c:v>153.94</c:v>
                </c:pt>
                <c:pt idx="80089">
                  <c:v>305.95999999999998</c:v>
                </c:pt>
                <c:pt idx="80090">
                  <c:v>96.48</c:v>
                </c:pt>
                <c:pt idx="80091">
                  <c:v>169.98</c:v>
                </c:pt>
                <c:pt idx="80092">
                  <c:v>78.97</c:v>
                </c:pt>
                <c:pt idx="80093">
                  <c:v>169.98</c:v>
                </c:pt>
                <c:pt idx="80094">
                  <c:v>119.96</c:v>
                </c:pt>
                <c:pt idx="80095">
                  <c:v>78.97</c:v>
                </c:pt>
                <c:pt idx="80096">
                  <c:v>119.96</c:v>
                </c:pt>
                <c:pt idx="80097">
                  <c:v>134.97999999999999</c:v>
                </c:pt>
                <c:pt idx="80098">
                  <c:v>96.48</c:v>
                </c:pt>
                <c:pt idx="80099">
                  <c:v>59.98</c:v>
                </c:pt>
                <c:pt idx="80100">
                  <c:v>59.98</c:v>
                </c:pt>
                <c:pt idx="80101">
                  <c:v>99.96</c:v>
                </c:pt>
                <c:pt idx="80102">
                  <c:v>59.98</c:v>
                </c:pt>
                <c:pt idx="80103">
                  <c:v>59.98</c:v>
                </c:pt>
                <c:pt idx="80104">
                  <c:v>119.96</c:v>
                </c:pt>
                <c:pt idx="80105">
                  <c:v>84.99</c:v>
                </c:pt>
                <c:pt idx="80106">
                  <c:v>134.97999999999999</c:v>
                </c:pt>
                <c:pt idx="80107">
                  <c:v>119.96</c:v>
                </c:pt>
                <c:pt idx="80108">
                  <c:v>101.48</c:v>
                </c:pt>
                <c:pt idx="80109">
                  <c:v>101.48</c:v>
                </c:pt>
                <c:pt idx="80110">
                  <c:v>84.99</c:v>
                </c:pt>
                <c:pt idx="80111">
                  <c:v>169.98</c:v>
                </c:pt>
                <c:pt idx="80112">
                  <c:v>99.98</c:v>
                </c:pt>
                <c:pt idx="80113">
                  <c:v>99.96</c:v>
                </c:pt>
                <c:pt idx="80114">
                  <c:v>169.98</c:v>
                </c:pt>
                <c:pt idx="80115">
                  <c:v>99.98</c:v>
                </c:pt>
                <c:pt idx="80116">
                  <c:v>55.98</c:v>
                </c:pt>
                <c:pt idx="80117">
                  <c:v>105.54</c:v>
                </c:pt>
                <c:pt idx="80118">
                  <c:v>73.98</c:v>
                </c:pt>
                <c:pt idx="80119">
                  <c:v>73.98</c:v>
                </c:pt>
                <c:pt idx="80120">
                  <c:v>110.97</c:v>
                </c:pt>
                <c:pt idx="80121">
                  <c:v>60.3</c:v>
                </c:pt>
                <c:pt idx="80122">
                  <c:v>55.98</c:v>
                </c:pt>
                <c:pt idx="80123">
                  <c:v>49.08</c:v>
                </c:pt>
                <c:pt idx="80124">
                  <c:v>110.97</c:v>
                </c:pt>
                <c:pt idx="80125">
                  <c:v>75.98</c:v>
                </c:pt>
                <c:pt idx="80126">
                  <c:v>76.489999999999995</c:v>
                </c:pt>
                <c:pt idx="80127">
                  <c:v>84.99</c:v>
                </c:pt>
                <c:pt idx="80128">
                  <c:v>82.39</c:v>
                </c:pt>
                <c:pt idx="80129">
                  <c:v>97.14</c:v>
                </c:pt>
                <c:pt idx="80130">
                  <c:v>98.98</c:v>
                </c:pt>
                <c:pt idx="80131">
                  <c:v>122.98</c:v>
                </c:pt>
                <c:pt idx="80132">
                  <c:v>129.97999999999999</c:v>
                </c:pt>
                <c:pt idx="80133">
                  <c:v>78.97</c:v>
                </c:pt>
                <c:pt idx="80134">
                  <c:v>53.98</c:v>
                </c:pt>
                <c:pt idx="80135">
                  <c:v>53.98</c:v>
                </c:pt>
                <c:pt idx="80136">
                  <c:v>56.97</c:v>
                </c:pt>
                <c:pt idx="80137">
                  <c:v>63.98</c:v>
                </c:pt>
                <c:pt idx="80138">
                  <c:v>50.98</c:v>
                </c:pt>
                <c:pt idx="80139">
                  <c:v>68.97</c:v>
                </c:pt>
                <c:pt idx="80140">
                  <c:v>77.97</c:v>
                </c:pt>
                <c:pt idx="80141">
                  <c:v>50.98</c:v>
                </c:pt>
                <c:pt idx="80142">
                  <c:v>77.97</c:v>
                </c:pt>
                <c:pt idx="80143">
                  <c:v>68.97</c:v>
                </c:pt>
                <c:pt idx="80144">
                  <c:v>91.96</c:v>
                </c:pt>
                <c:pt idx="80145">
                  <c:v>53.98</c:v>
                </c:pt>
                <c:pt idx="80146">
                  <c:v>91.96</c:v>
                </c:pt>
                <c:pt idx="80147">
                  <c:v>58.97</c:v>
                </c:pt>
                <c:pt idx="80148">
                  <c:v>59.97</c:v>
                </c:pt>
                <c:pt idx="80149">
                  <c:v>59.97</c:v>
                </c:pt>
                <c:pt idx="80150">
                  <c:v>58.97</c:v>
                </c:pt>
                <c:pt idx="80151">
                  <c:v>59.97</c:v>
                </c:pt>
                <c:pt idx="80152">
                  <c:v>41.28</c:v>
                </c:pt>
                <c:pt idx="80153">
                  <c:v>40.08</c:v>
                </c:pt>
                <c:pt idx="80154">
                  <c:v>59.97</c:v>
                </c:pt>
                <c:pt idx="80155">
                  <c:v>59.97</c:v>
                </c:pt>
                <c:pt idx="80156">
                  <c:v>63.88</c:v>
                </c:pt>
                <c:pt idx="80157">
                  <c:v>84.99</c:v>
                </c:pt>
                <c:pt idx="80158">
                  <c:v>60.33</c:v>
                </c:pt>
                <c:pt idx="80159">
                  <c:v>70.45</c:v>
                </c:pt>
                <c:pt idx="80160">
                  <c:v>78.28</c:v>
                </c:pt>
                <c:pt idx="80161">
                  <c:v>73</c:v>
                </c:pt>
                <c:pt idx="80162">
                  <c:v>181.97</c:v>
                </c:pt>
                <c:pt idx="80163">
                  <c:v>105.98</c:v>
                </c:pt>
                <c:pt idx="80164">
                  <c:v>68.989999999999995</c:v>
                </c:pt>
                <c:pt idx="80165">
                  <c:v>54.99</c:v>
                </c:pt>
                <c:pt idx="80166">
                  <c:v>97.9</c:v>
                </c:pt>
                <c:pt idx="80167">
                  <c:v>128.24</c:v>
                </c:pt>
                <c:pt idx="80168">
                  <c:v>159.69999999999999</c:v>
                </c:pt>
                <c:pt idx="80169">
                  <c:v>249.2</c:v>
                </c:pt>
                <c:pt idx="80170">
                  <c:v>68.98</c:v>
                </c:pt>
                <c:pt idx="80171">
                  <c:v>66.489999999999995</c:v>
                </c:pt>
                <c:pt idx="80172">
                  <c:v>171.48</c:v>
                </c:pt>
                <c:pt idx="80173">
                  <c:v>137.97999999999999</c:v>
                </c:pt>
                <c:pt idx="80174">
                  <c:v>99.98</c:v>
                </c:pt>
                <c:pt idx="80175">
                  <c:v>94.97</c:v>
                </c:pt>
                <c:pt idx="80176">
                  <c:v>87.98</c:v>
                </c:pt>
                <c:pt idx="80177">
                  <c:v>84.99</c:v>
                </c:pt>
                <c:pt idx="80178">
                  <c:v>94.96</c:v>
                </c:pt>
                <c:pt idx="80179">
                  <c:v>139.97</c:v>
                </c:pt>
                <c:pt idx="80180">
                  <c:v>127.98</c:v>
                </c:pt>
                <c:pt idx="80181">
                  <c:v>84.99</c:v>
                </c:pt>
                <c:pt idx="80182">
                  <c:v>76.489999999999995</c:v>
                </c:pt>
                <c:pt idx="80183">
                  <c:v>134.97999999999999</c:v>
                </c:pt>
                <c:pt idx="80184">
                  <c:v>31.48</c:v>
                </c:pt>
                <c:pt idx="80185">
                  <c:v>41.46</c:v>
                </c:pt>
                <c:pt idx="80186">
                  <c:v>59.98</c:v>
                </c:pt>
                <c:pt idx="80187">
                  <c:v>58.95</c:v>
                </c:pt>
                <c:pt idx="80188">
                  <c:v>51.48</c:v>
                </c:pt>
                <c:pt idx="80189">
                  <c:v>59.98</c:v>
                </c:pt>
                <c:pt idx="80190">
                  <c:v>74.97</c:v>
                </c:pt>
                <c:pt idx="80191">
                  <c:v>59.98</c:v>
                </c:pt>
                <c:pt idx="80192">
                  <c:v>51.48</c:v>
                </c:pt>
                <c:pt idx="80193">
                  <c:v>-51.48</c:v>
                </c:pt>
                <c:pt idx="80194">
                  <c:v>67.87</c:v>
                </c:pt>
                <c:pt idx="80195">
                  <c:v>79.849999999999994</c:v>
                </c:pt>
                <c:pt idx="80196">
                  <c:v>71.86</c:v>
                </c:pt>
                <c:pt idx="80197">
                  <c:v>79.849999999999994</c:v>
                </c:pt>
                <c:pt idx="80198">
                  <c:v>79.849999999999994</c:v>
                </c:pt>
                <c:pt idx="80199">
                  <c:v>159.69999999999999</c:v>
                </c:pt>
                <c:pt idx="80200">
                  <c:v>79.849999999999994</c:v>
                </c:pt>
                <c:pt idx="80201">
                  <c:v>77.45</c:v>
                </c:pt>
                <c:pt idx="80202">
                  <c:v>79.849999999999994</c:v>
                </c:pt>
                <c:pt idx="80203">
                  <c:v>79.849999999999994</c:v>
                </c:pt>
                <c:pt idx="80204">
                  <c:v>78.25</c:v>
                </c:pt>
                <c:pt idx="80205">
                  <c:v>79.53</c:v>
                </c:pt>
                <c:pt idx="80206">
                  <c:v>144.88999999999999</c:v>
                </c:pt>
                <c:pt idx="80207">
                  <c:v>84.98</c:v>
                </c:pt>
                <c:pt idx="80208">
                  <c:v>69.989999999999995</c:v>
                </c:pt>
                <c:pt idx="80209">
                  <c:v>84.99</c:v>
                </c:pt>
                <c:pt idx="80210">
                  <c:v>70.989999999999995</c:v>
                </c:pt>
                <c:pt idx="80211">
                  <c:v>169.98</c:v>
                </c:pt>
                <c:pt idx="80212">
                  <c:v>80.930000000000007</c:v>
                </c:pt>
                <c:pt idx="80213">
                  <c:v>129.96</c:v>
                </c:pt>
                <c:pt idx="80214">
                  <c:v>68.989999999999995</c:v>
                </c:pt>
                <c:pt idx="80215">
                  <c:v>84.99</c:v>
                </c:pt>
                <c:pt idx="80216">
                  <c:v>84.99</c:v>
                </c:pt>
                <c:pt idx="80217">
                  <c:v>60.99</c:v>
                </c:pt>
                <c:pt idx="80218">
                  <c:v>124.96</c:v>
                </c:pt>
                <c:pt idx="80219">
                  <c:v>60.99</c:v>
                </c:pt>
                <c:pt idx="80220">
                  <c:v>100.98</c:v>
                </c:pt>
                <c:pt idx="80221">
                  <c:v>49.46</c:v>
                </c:pt>
                <c:pt idx="80222">
                  <c:v>100.98</c:v>
                </c:pt>
                <c:pt idx="80223">
                  <c:v>60.99</c:v>
                </c:pt>
                <c:pt idx="80224">
                  <c:v>56.98</c:v>
                </c:pt>
                <c:pt idx="80225">
                  <c:v>60.99</c:v>
                </c:pt>
                <c:pt idx="80226">
                  <c:v>76.98</c:v>
                </c:pt>
                <c:pt idx="80227">
                  <c:v>95.97</c:v>
                </c:pt>
                <c:pt idx="80228">
                  <c:v>131.97999999999999</c:v>
                </c:pt>
                <c:pt idx="80229">
                  <c:v>179.94</c:v>
                </c:pt>
                <c:pt idx="80230">
                  <c:v>109.96</c:v>
                </c:pt>
                <c:pt idx="80231">
                  <c:v>179.94</c:v>
                </c:pt>
                <c:pt idx="80232">
                  <c:v>149.9</c:v>
                </c:pt>
                <c:pt idx="80233">
                  <c:v>206.94</c:v>
                </c:pt>
                <c:pt idx="80234">
                  <c:v>296.92</c:v>
                </c:pt>
                <c:pt idx="80235">
                  <c:v>59.98</c:v>
                </c:pt>
                <c:pt idx="80236">
                  <c:v>58.48</c:v>
                </c:pt>
                <c:pt idx="80237">
                  <c:v>79.98</c:v>
                </c:pt>
                <c:pt idx="80238">
                  <c:v>59.98</c:v>
                </c:pt>
                <c:pt idx="80239">
                  <c:v>59.98</c:v>
                </c:pt>
                <c:pt idx="80240">
                  <c:v>59.98</c:v>
                </c:pt>
                <c:pt idx="80241">
                  <c:v>59.94</c:v>
                </c:pt>
                <c:pt idx="80242">
                  <c:v>107.96</c:v>
                </c:pt>
                <c:pt idx="80243">
                  <c:v>9.9499999999999993</c:v>
                </c:pt>
                <c:pt idx="80244">
                  <c:v>59.98</c:v>
                </c:pt>
                <c:pt idx="80245">
                  <c:v>122.77</c:v>
                </c:pt>
                <c:pt idx="80246">
                  <c:v>441.6</c:v>
                </c:pt>
                <c:pt idx="80247">
                  <c:v>62.58</c:v>
                </c:pt>
                <c:pt idx="80248">
                  <c:v>66.489999999999995</c:v>
                </c:pt>
                <c:pt idx="80249">
                  <c:v>103.98</c:v>
                </c:pt>
                <c:pt idx="80250">
                  <c:v>164.96</c:v>
                </c:pt>
                <c:pt idx="80251">
                  <c:v>168.97</c:v>
                </c:pt>
                <c:pt idx="80252">
                  <c:v>84.99</c:v>
                </c:pt>
                <c:pt idx="80253">
                  <c:v>84.99</c:v>
                </c:pt>
                <c:pt idx="80254">
                  <c:v>84.99</c:v>
                </c:pt>
                <c:pt idx="80255">
                  <c:v>64.98</c:v>
                </c:pt>
                <c:pt idx="80256">
                  <c:v>84.99</c:v>
                </c:pt>
                <c:pt idx="80257">
                  <c:v>87.07</c:v>
                </c:pt>
                <c:pt idx="80258">
                  <c:v>82.38</c:v>
                </c:pt>
                <c:pt idx="80259">
                  <c:v>116.11</c:v>
                </c:pt>
                <c:pt idx="80260">
                  <c:v>123.37</c:v>
                </c:pt>
                <c:pt idx="80261">
                  <c:v>113.68</c:v>
                </c:pt>
                <c:pt idx="80262">
                  <c:v>97.78</c:v>
                </c:pt>
                <c:pt idx="80263">
                  <c:v>77.400000000000006</c:v>
                </c:pt>
                <c:pt idx="80264">
                  <c:v>55.49</c:v>
                </c:pt>
                <c:pt idx="80265">
                  <c:v>39.99</c:v>
                </c:pt>
                <c:pt idx="80266">
                  <c:v>44.99</c:v>
                </c:pt>
                <c:pt idx="80267">
                  <c:v>48.49</c:v>
                </c:pt>
                <c:pt idx="80268">
                  <c:v>62.49</c:v>
                </c:pt>
                <c:pt idx="80269">
                  <c:v>49.49</c:v>
                </c:pt>
                <c:pt idx="80270">
                  <c:v>70.989999999999995</c:v>
                </c:pt>
                <c:pt idx="80271">
                  <c:v>62.98</c:v>
                </c:pt>
                <c:pt idx="80272">
                  <c:v>53.98</c:v>
                </c:pt>
                <c:pt idx="80273">
                  <c:v>84.99</c:v>
                </c:pt>
                <c:pt idx="80274">
                  <c:v>59.98</c:v>
                </c:pt>
                <c:pt idx="80275">
                  <c:v>101.17</c:v>
                </c:pt>
                <c:pt idx="80276">
                  <c:v>74.98</c:v>
                </c:pt>
                <c:pt idx="80277">
                  <c:v>74.98</c:v>
                </c:pt>
                <c:pt idx="80278">
                  <c:v>66.08</c:v>
                </c:pt>
                <c:pt idx="80279">
                  <c:v>79.98</c:v>
                </c:pt>
                <c:pt idx="80280">
                  <c:v>50.98</c:v>
                </c:pt>
                <c:pt idx="80281">
                  <c:v>19.989999999999998</c:v>
                </c:pt>
                <c:pt idx="80282">
                  <c:v>241.94</c:v>
                </c:pt>
                <c:pt idx="80283">
                  <c:v>237.08</c:v>
                </c:pt>
                <c:pt idx="80284">
                  <c:v>217.74</c:v>
                </c:pt>
                <c:pt idx="80285">
                  <c:v>67.97</c:v>
                </c:pt>
                <c:pt idx="80286">
                  <c:v>55.97</c:v>
                </c:pt>
                <c:pt idx="80287">
                  <c:v>67.97</c:v>
                </c:pt>
                <c:pt idx="80288">
                  <c:v>55.97</c:v>
                </c:pt>
                <c:pt idx="80289">
                  <c:v>109.98</c:v>
                </c:pt>
                <c:pt idx="80290">
                  <c:v>55.39</c:v>
                </c:pt>
                <c:pt idx="80291">
                  <c:v>54.99</c:v>
                </c:pt>
                <c:pt idx="80292">
                  <c:v>76.489999999999995</c:v>
                </c:pt>
                <c:pt idx="80293">
                  <c:v>54.99</c:v>
                </c:pt>
                <c:pt idx="80294">
                  <c:v>68.989999999999995</c:v>
                </c:pt>
                <c:pt idx="80295">
                  <c:v>54.99</c:v>
                </c:pt>
                <c:pt idx="80296">
                  <c:v>109.97</c:v>
                </c:pt>
                <c:pt idx="80297">
                  <c:v>84.97</c:v>
                </c:pt>
                <c:pt idx="80298">
                  <c:v>69.98</c:v>
                </c:pt>
                <c:pt idx="80299">
                  <c:v>123.96</c:v>
                </c:pt>
                <c:pt idx="80300">
                  <c:v>155.96</c:v>
                </c:pt>
                <c:pt idx="80301">
                  <c:v>121.57</c:v>
                </c:pt>
                <c:pt idx="80302">
                  <c:v>77.98</c:v>
                </c:pt>
                <c:pt idx="80303">
                  <c:v>155.96</c:v>
                </c:pt>
                <c:pt idx="80304">
                  <c:v>146.72999999999999</c:v>
                </c:pt>
                <c:pt idx="80305">
                  <c:v>61.98</c:v>
                </c:pt>
                <c:pt idx="80306">
                  <c:v>125.36</c:v>
                </c:pt>
                <c:pt idx="80307">
                  <c:v>79.97</c:v>
                </c:pt>
                <c:pt idx="80308">
                  <c:v>58.98</c:v>
                </c:pt>
                <c:pt idx="80309">
                  <c:v>99.98</c:v>
                </c:pt>
                <c:pt idx="80310">
                  <c:v>99.98</c:v>
                </c:pt>
                <c:pt idx="80311">
                  <c:v>56.96</c:v>
                </c:pt>
                <c:pt idx="80312">
                  <c:v>84.97</c:v>
                </c:pt>
                <c:pt idx="80313">
                  <c:v>69.98</c:v>
                </c:pt>
                <c:pt idx="80314">
                  <c:v>118.98</c:v>
                </c:pt>
                <c:pt idx="80315">
                  <c:v>149.9</c:v>
                </c:pt>
                <c:pt idx="80316">
                  <c:v>279.88</c:v>
                </c:pt>
                <c:pt idx="80317">
                  <c:v>149.9</c:v>
                </c:pt>
                <c:pt idx="80318">
                  <c:v>89.22</c:v>
                </c:pt>
                <c:pt idx="80319">
                  <c:v>179.96</c:v>
                </c:pt>
                <c:pt idx="80320">
                  <c:v>64.95</c:v>
                </c:pt>
                <c:pt idx="80321">
                  <c:v>172.11</c:v>
                </c:pt>
                <c:pt idx="80322">
                  <c:v>51.96</c:v>
                </c:pt>
                <c:pt idx="80323">
                  <c:v>83.97</c:v>
                </c:pt>
                <c:pt idx="80324">
                  <c:v>65.989999999999995</c:v>
                </c:pt>
                <c:pt idx="80325">
                  <c:v>65.989999999999995</c:v>
                </c:pt>
                <c:pt idx="80326">
                  <c:v>54.95</c:v>
                </c:pt>
                <c:pt idx="80327">
                  <c:v>65.989999999999995</c:v>
                </c:pt>
                <c:pt idx="80328">
                  <c:v>27.9</c:v>
                </c:pt>
                <c:pt idx="80329">
                  <c:v>57.98</c:v>
                </c:pt>
                <c:pt idx="80330">
                  <c:v>81.97</c:v>
                </c:pt>
                <c:pt idx="80331">
                  <c:v>58.98</c:v>
                </c:pt>
                <c:pt idx="80332">
                  <c:v>50.98</c:v>
                </c:pt>
                <c:pt idx="80333">
                  <c:v>72.97</c:v>
                </c:pt>
                <c:pt idx="80334">
                  <c:v>55.98</c:v>
                </c:pt>
                <c:pt idx="80335">
                  <c:v>79.97</c:v>
                </c:pt>
                <c:pt idx="80336">
                  <c:v>79.680000000000007</c:v>
                </c:pt>
                <c:pt idx="80337">
                  <c:v>74.989999999999995</c:v>
                </c:pt>
                <c:pt idx="80338">
                  <c:v>169.98</c:v>
                </c:pt>
                <c:pt idx="80339">
                  <c:v>114.97</c:v>
                </c:pt>
                <c:pt idx="80340">
                  <c:v>59.97</c:v>
                </c:pt>
                <c:pt idx="80341">
                  <c:v>103.97</c:v>
                </c:pt>
                <c:pt idx="80342">
                  <c:v>81.97</c:v>
                </c:pt>
                <c:pt idx="80343">
                  <c:v>254.92</c:v>
                </c:pt>
                <c:pt idx="80344">
                  <c:v>49.98</c:v>
                </c:pt>
                <c:pt idx="80345">
                  <c:v>49.98</c:v>
                </c:pt>
                <c:pt idx="80346">
                  <c:v>254.92</c:v>
                </c:pt>
                <c:pt idx="80347">
                  <c:v>97.24</c:v>
                </c:pt>
                <c:pt idx="80348">
                  <c:v>63.96</c:v>
                </c:pt>
                <c:pt idx="80349">
                  <c:v>63.96</c:v>
                </c:pt>
                <c:pt idx="80350">
                  <c:v>74.95</c:v>
                </c:pt>
                <c:pt idx="80351">
                  <c:v>179.93</c:v>
                </c:pt>
                <c:pt idx="80352">
                  <c:v>114.95</c:v>
                </c:pt>
                <c:pt idx="80353">
                  <c:v>59.98</c:v>
                </c:pt>
                <c:pt idx="80354">
                  <c:v>137.94</c:v>
                </c:pt>
                <c:pt idx="80355">
                  <c:v>95.96</c:v>
                </c:pt>
                <c:pt idx="80356">
                  <c:v>188.93</c:v>
                </c:pt>
                <c:pt idx="80357">
                  <c:v>112.97</c:v>
                </c:pt>
                <c:pt idx="80358">
                  <c:v>84.99</c:v>
                </c:pt>
                <c:pt idx="80359">
                  <c:v>98.98</c:v>
                </c:pt>
                <c:pt idx="80360">
                  <c:v>84.99</c:v>
                </c:pt>
                <c:pt idx="80361">
                  <c:v>59.99</c:v>
                </c:pt>
                <c:pt idx="80362">
                  <c:v>134.97</c:v>
                </c:pt>
                <c:pt idx="80363">
                  <c:v>49.99</c:v>
                </c:pt>
                <c:pt idx="80364">
                  <c:v>49.99</c:v>
                </c:pt>
                <c:pt idx="80365">
                  <c:v>51.49</c:v>
                </c:pt>
                <c:pt idx="80366">
                  <c:v>132.47</c:v>
                </c:pt>
                <c:pt idx="80367">
                  <c:v>79.98</c:v>
                </c:pt>
                <c:pt idx="80368">
                  <c:v>87.47</c:v>
                </c:pt>
                <c:pt idx="80369">
                  <c:v>41.49</c:v>
                </c:pt>
                <c:pt idx="80370">
                  <c:v>114.96</c:v>
                </c:pt>
                <c:pt idx="80371">
                  <c:v>61.18</c:v>
                </c:pt>
                <c:pt idx="80372">
                  <c:v>84.97</c:v>
                </c:pt>
                <c:pt idx="80373">
                  <c:v>105.26</c:v>
                </c:pt>
                <c:pt idx="80374">
                  <c:v>79.63</c:v>
                </c:pt>
                <c:pt idx="80375">
                  <c:v>118.91</c:v>
                </c:pt>
                <c:pt idx="80376">
                  <c:v>93.47</c:v>
                </c:pt>
                <c:pt idx="80377">
                  <c:v>61.98</c:v>
                </c:pt>
                <c:pt idx="80378">
                  <c:v>27.49</c:v>
                </c:pt>
                <c:pt idx="80379">
                  <c:v>61.98</c:v>
                </c:pt>
                <c:pt idx="80380">
                  <c:v>61.98</c:v>
                </c:pt>
                <c:pt idx="80381">
                  <c:v>51.98</c:v>
                </c:pt>
                <c:pt idx="80382">
                  <c:v>33.24</c:v>
                </c:pt>
                <c:pt idx="80383">
                  <c:v>32.49</c:v>
                </c:pt>
                <c:pt idx="80384">
                  <c:v>26.4</c:v>
                </c:pt>
                <c:pt idx="80385">
                  <c:v>51.98</c:v>
                </c:pt>
                <c:pt idx="80386">
                  <c:v>51.98</c:v>
                </c:pt>
                <c:pt idx="80387">
                  <c:v>32.49</c:v>
                </c:pt>
                <c:pt idx="80388">
                  <c:v>26.49</c:v>
                </c:pt>
                <c:pt idx="80389">
                  <c:v>51.98</c:v>
                </c:pt>
                <c:pt idx="80390">
                  <c:v>51.48</c:v>
                </c:pt>
                <c:pt idx="80391">
                  <c:v>51.98</c:v>
                </c:pt>
                <c:pt idx="80392">
                  <c:v>109.98</c:v>
                </c:pt>
                <c:pt idx="80393">
                  <c:v>62.86</c:v>
                </c:pt>
                <c:pt idx="80394">
                  <c:v>71.98</c:v>
                </c:pt>
                <c:pt idx="80395">
                  <c:v>80.56</c:v>
                </c:pt>
                <c:pt idx="80396">
                  <c:v>68.989999999999995</c:v>
                </c:pt>
                <c:pt idx="80397">
                  <c:v>72.239999999999995</c:v>
                </c:pt>
                <c:pt idx="80398">
                  <c:v>90.88</c:v>
                </c:pt>
                <c:pt idx="80399">
                  <c:v>84.99</c:v>
                </c:pt>
                <c:pt idx="80400">
                  <c:v>100.98</c:v>
                </c:pt>
                <c:pt idx="80401">
                  <c:v>179.85</c:v>
                </c:pt>
                <c:pt idx="80402">
                  <c:v>119.9</c:v>
                </c:pt>
                <c:pt idx="80403">
                  <c:v>119.9</c:v>
                </c:pt>
                <c:pt idx="80404">
                  <c:v>19.440000000000001</c:v>
                </c:pt>
                <c:pt idx="80405">
                  <c:v>187.24</c:v>
                </c:pt>
                <c:pt idx="80406">
                  <c:v>237.11</c:v>
                </c:pt>
                <c:pt idx="80407">
                  <c:v>98.07</c:v>
                </c:pt>
                <c:pt idx="80408">
                  <c:v>169.98</c:v>
                </c:pt>
                <c:pt idx="80409">
                  <c:v>143.97999999999999</c:v>
                </c:pt>
                <c:pt idx="80410">
                  <c:v>79.989999999999995</c:v>
                </c:pt>
                <c:pt idx="80411">
                  <c:v>53.96</c:v>
                </c:pt>
                <c:pt idx="80412">
                  <c:v>79.989999999999995</c:v>
                </c:pt>
                <c:pt idx="80413">
                  <c:v>79.989999999999995</c:v>
                </c:pt>
                <c:pt idx="80414">
                  <c:v>79.989999999999995</c:v>
                </c:pt>
                <c:pt idx="80415">
                  <c:v>79.989999999999995</c:v>
                </c:pt>
                <c:pt idx="80416">
                  <c:v>73.05</c:v>
                </c:pt>
                <c:pt idx="80417">
                  <c:v>79.989999999999995</c:v>
                </c:pt>
                <c:pt idx="80418">
                  <c:v>197.97</c:v>
                </c:pt>
                <c:pt idx="80419">
                  <c:v>249.1</c:v>
                </c:pt>
                <c:pt idx="80420">
                  <c:v>149.97</c:v>
                </c:pt>
                <c:pt idx="80421">
                  <c:v>238.93</c:v>
                </c:pt>
                <c:pt idx="80422">
                  <c:v>64.95</c:v>
                </c:pt>
                <c:pt idx="80423">
                  <c:v>99.9</c:v>
                </c:pt>
                <c:pt idx="80424">
                  <c:v>153.97999999999999</c:v>
                </c:pt>
                <c:pt idx="80425">
                  <c:v>58.64</c:v>
                </c:pt>
                <c:pt idx="80426">
                  <c:v>54.99</c:v>
                </c:pt>
                <c:pt idx="80427">
                  <c:v>51.76</c:v>
                </c:pt>
                <c:pt idx="80428">
                  <c:v>105.98</c:v>
                </c:pt>
                <c:pt idx="80429">
                  <c:v>65.19</c:v>
                </c:pt>
                <c:pt idx="80430">
                  <c:v>105.98</c:v>
                </c:pt>
                <c:pt idx="80431">
                  <c:v>154.05000000000001</c:v>
                </c:pt>
                <c:pt idx="80432">
                  <c:v>257.33999999999997</c:v>
                </c:pt>
                <c:pt idx="80433">
                  <c:v>159.97999999999999</c:v>
                </c:pt>
                <c:pt idx="80434">
                  <c:v>250.93</c:v>
                </c:pt>
                <c:pt idx="80435">
                  <c:v>181.58</c:v>
                </c:pt>
                <c:pt idx="80436">
                  <c:v>86.97</c:v>
                </c:pt>
                <c:pt idx="80437">
                  <c:v>207.93</c:v>
                </c:pt>
                <c:pt idx="80438">
                  <c:v>86.97</c:v>
                </c:pt>
                <c:pt idx="80439">
                  <c:v>74.98</c:v>
                </c:pt>
                <c:pt idx="80440">
                  <c:v>64.98</c:v>
                </c:pt>
                <c:pt idx="80441">
                  <c:v>321.89999999999998</c:v>
                </c:pt>
                <c:pt idx="80442">
                  <c:v>113.94</c:v>
                </c:pt>
                <c:pt idx="80443">
                  <c:v>149.94</c:v>
                </c:pt>
                <c:pt idx="80444">
                  <c:v>74.97</c:v>
                </c:pt>
                <c:pt idx="80445">
                  <c:v>199.92</c:v>
                </c:pt>
                <c:pt idx="80446">
                  <c:v>38.68</c:v>
                </c:pt>
                <c:pt idx="80447">
                  <c:v>66.489999999999995</c:v>
                </c:pt>
                <c:pt idx="80448">
                  <c:v>73.790000000000006</c:v>
                </c:pt>
                <c:pt idx="80449">
                  <c:v>85.24</c:v>
                </c:pt>
                <c:pt idx="80450">
                  <c:v>73.790000000000006</c:v>
                </c:pt>
                <c:pt idx="80451">
                  <c:v>79.849999999999994</c:v>
                </c:pt>
                <c:pt idx="80452">
                  <c:v>78.63</c:v>
                </c:pt>
                <c:pt idx="80453">
                  <c:v>103.77</c:v>
                </c:pt>
                <c:pt idx="80454">
                  <c:v>76.209999999999994</c:v>
                </c:pt>
                <c:pt idx="80455">
                  <c:v>116.14</c:v>
                </c:pt>
                <c:pt idx="80456">
                  <c:v>119.74</c:v>
                </c:pt>
                <c:pt idx="80457">
                  <c:v>127.96</c:v>
                </c:pt>
                <c:pt idx="80458">
                  <c:v>89.97</c:v>
                </c:pt>
                <c:pt idx="80459">
                  <c:v>119.96</c:v>
                </c:pt>
                <c:pt idx="80460">
                  <c:v>119.96</c:v>
                </c:pt>
                <c:pt idx="80461">
                  <c:v>51.98</c:v>
                </c:pt>
                <c:pt idx="80462">
                  <c:v>51.98</c:v>
                </c:pt>
                <c:pt idx="80463">
                  <c:v>119.96</c:v>
                </c:pt>
                <c:pt idx="80464">
                  <c:v>127.96</c:v>
                </c:pt>
                <c:pt idx="80465">
                  <c:v>89.97</c:v>
                </c:pt>
                <c:pt idx="80466">
                  <c:v>119.96</c:v>
                </c:pt>
                <c:pt idx="80467">
                  <c:v>160.94999999999999</c:v>
                </c:pt>
                <c:pt idx="80468">
                  <c:v>170.95</c:v>
                </c:pt>
                <c:pt idx="80469">
                  <c:v>170.95</c:v>
                </c:pt>
                <c:pt idx="80470">
                  <c:v>160.94999999999999</c:v>
                </c:pt>
                <c:pt idx="80471">
                  <c:v>87.47</c:v>
                </c:pt>
                <c:pt idx="80472">
                  <c:v>55.96</c:v>
                </c:pt>
                <c:pt idx="80473">
                  <c:v>59.94</c:v>
                </c:pt>
                <c:pt idx="80474">
                  <c:v>59.96</c:v>
                </c:pt>
                <c:pt idx="80475">
                  <c:v>84.99</c:v>
                </c:pt>
                <c:pt idx="80476">
                  <c:v>89.46</c:v>
                </c:pt>
                <c:pt idx="80477">
                  <c:v>162.31</c:v>
                </c:pt>
                <c:pt idx="80478">
                  <c:v>84.99</c:v>
                </c:pt>
                <c:pt idx="80479">
                  <c:v>89.98</c:v>
                </c:pt>
                <c:pt idx="80480">
                  <c:v>145.97999999999999</c:v>
                </c:pt>
                <c:pt idx="80481">
                  <c:v>175.94</c:v>
                </c:pt>
                <c:pt idx="80482">
                  <c:v>139.97</c:v>
                </c:pt>
                <c:pt idx="80483">
                  <c:v>121.48</c:v>
                </c:pt>
                <c:pt idx="80484">
                  <c:v>169.98</c:v>
                </c:pt>
                <c:pt idx="80485">
                  <c:v>167.33</c:v>
                </c:pt>
                <c:pt idx="80486">
                  <c:v>144.07</c:v>
                </c:pt>
                <c:pt idx="80487">
                  <c:v>277.93</c:v>
                </c:pt>
                <c:pt idx="80488">
                  <c:v>263.95999999999998</c:v>
                </c:pt>
                <c:pt idx="80489">
                  <c:v>77.39</c:v>
                </c:pt>
                <c:pt idx="80490">
                  <c:v>77.39</c:v>
                </c:pt>
                <c:pt idx="80491">
                  <c:v>215.96</c:v>
                </c:pt>
                <c:pt idx="80492">
                  <c:v>75.87</c:v>
                </c:pt>
                <c:pt idx="80493">
                  <c:v>60.99</c:v>
                </c:pt>
                <c:pt idx="80494">
                  <c:v>85.98</c:v>
                </c:pt>
                <c:pt idx="80495">
                  <c:v>149.97</c:v>
                </c:pt>
                <c:pt idx="80496">
                  <c:v>256.94</c:v>
                </c:pt>
                <c:pt idx="80497">
                  <c:v>176.91</c:v>
                </c:pt>
                <c:pt idx="80498">
                  <c:v>60.75</c:v>
                </c:pt>
                <c:pt idx="80499">
                  <c:v>79.95</c:v>
                </c:pt>
                <c:pt idx="80500">
                  <c:v>63.96</c:v>
                </c:pt>
                <c:pt idx="80501">
                  <c:v>157.13999999999999</c:v>
                </c:pt>
                <c:pt idx="80502">
                  <c:v>97.9</c:v>
                </c:pt>
                <c:pt idx="80503">
                  <c:v>217.56</c:v>
                </c:pt>
                <c:pt idx="80504">
                  <c:v>72.58</c:v>
                </c:pt>
                <c:pt idx="80505">
                  <c:v>77.39</c:v>
                </c:pt>
                <c:pt idx="80506">
                  <c:v>185.07</c:v>
                </c:pt>
                <c:pt idx="80507">
                  <c:v>-36</c:v>
                </c:pt>
                <c:pt idx="80508">
                  <c:v>79.84</c:v>
                </c:pt>
                <c:pt idx="80509">
                  <c:v>185.69</c:v>
                </c:pt>
                <c:pt idx="80510">
                  <c:v>169.36</c:v>
                </c:pt>
                <c:pt idx="80511">
                  <c:v>62.9</c:v>
                </c:pt>
                <c:pt idx="80512">
                  <c:v>123.4</c:v>
                </c:pt>
                <c:pt idx="80513">
                  <c:v>75.540000000000006</c:v>
                </c:pt>
                <c:pt idx="80514">
                  <c:v>254.97</c:v>
                </c:pt>
                <c:pt idx="80515">
                  <c:v>254.97</c:v>
                </c:pt>
                <c:pt idx="80516">
                  <c:v>172.97</c:v>
                </c:pt>
                <c:pt idx="80517">
                  <c:v>128.94</c:v>
                </c:pt>
                <c:pt idx="80518">
                  <c:v>131.97999999999999</c:v>
                </c:pt>
                <c:pt idx="80519">
                  <c:v>339.96</c:v>
                </c:pt>
                <c:pt idx="80520">
                  <c:v>149.9</c:v>
                </c:pt>
                <c:pt idx="80521">
                  <c:v>339.96</c:v>
                </c:pt>
                <c:pt idx="80522">
                  <c:v>127.43</c:v>
                </c:pt>
                <c:pt idx="80523">
                  <c:v>128.91999999999999</c:v>
                </c:pt>
                <c:pt idx="80524">
                  <c:v>93.24</c:v>
                </c:pt>
                <c:pt idx="80525">
                  <c:v>84.73</c:v>
                </c:pt>
                <c:pt idx="80526">
                  <c:v>93.24</c:v>
                </c:pt>
                <c:pt idx="80527">
                  <c:v>65.989999999999995</c:v>
                </c:pt>
                <c:pt idx="80528">
                  <c:v>81.98</c:v>
                </c:pt>
                <c:pt idx="80529">
                  <c:v>49.47</c:v>
                </c:pt>
                <c:pt idx="80530">
                  <c:v>49.47</c:v>
                </c:pt>
                <c:pt idx="80531">
                  <c:v>81.98</c:v>
                </c:pt>
                <c:pt idx="80532">
                  <c:v>101.97</c:v>
                </c:pt>
                <c:pt idx="80533">
                  <c:v>101.97</c:v>
                </c:pt>
                <c:pt idx="80534">
                  <c:v>65.989999999999995</c:v>
                </c:pt>
                <c:pt idx="80535">
                  <c:v>55.98</c:v>
                </c:pt>
                <c:pt idx="80536">
                  <c:v>-1.5</c:v>
                </c:pt>
                <c:pt idx="80537">
                  <c:v>55.98</c:v>
                </c:pt>
                <c:pt idx="80538">
                  <c:v>-1.5</c:v>
                </c:pt>
                <c:pt idx="80539">
                  <c:v>209.93</c:v>
                </c:pt>
                <c:pt idx="80540">
                  <c:v>156.69999999999999</c:v>
                </c:pt>
                <c:pt idx="80541">
                  <c:v>179.94</c:v>
                </c:pt>
                <c:pt idx="80542">
                  <c:v>31.18</c:v>
                </c:pt>
                <c:pt idx="80543">
                  <c:v>184.97</c:v>
                </c:pt>
                <c:pt idx="80544">
                  <c:v>84.99</c:v>
                </c:pt>
                <c:pt idx="80545">
                  <c:v>184.97</c:v>
                </c:pt>
                <c:pt idx="80546">
                  <c:v>59.96</c:v>
                </c:pt>
                <c:pt idx="80547">
                  <c:v>74.260000000000005</c:v>
                </c:pt>
                <c:pt idx="80548">
                  <c:v>56.97</c:v>
                </c:pt>
                <c:pt idx="80549">
                  <c:v>56.97</c:v>
                </c:pt>
                <c:pt idx="80550">
                  <c:v>59.98</c:v>
                </c:pt>
                <c:pt idx="80551">
                  <c:v>86.96</c:v>
                </c:pt>
                <c:pt idx="80552">
                  <c:v>265.67</c:v>
                </c:pt>
                <c:pt idx="80553">
                  <c:v>132.83000000000001</c:v>
                </c:pt>
                <c:pt idx="80554">
                  <c:v>295.19</c:v>
                </c:pt>
                <c:pt idx="80555">
                  <c:v>73.8</c:v>
                </c:pt>
                <c:pt idx="80556">
                  <c:v>147.6</c:v>
                </c:pt>
                <c:pt idx="80557">
                  <c:v>81.98</c:v>
                </c:pt>
                <c:pt idx="80558">
                  <c:v>124.97</c:v>
                </c:pt>
                <c:pt idx="80559">
                  <c:v>115.97</c:v>
                </c:pt>
                <c:pt idx="80560">
                  <c:v>81.98</c:v>
                </c:pt>
                <c:pt idx="80561">
                  <c:v>115.98</c:v>
                </c:pt>
                <c:pt idx="80562">
                  <c:v>64.989999999999995</c:v>
                </c:pt>
                <c:pt idx="80563">
                  <c:v>75.97</c:v>
                </c:pt>
                <c:pt idx="80564">
                  <c:v>57.86</c:v>
                </c:pt>
                <c:pt idx="80565">
                  <c:v>84.99</c:v>
                </c:pt>
                <c:pt idx="80566">
                  <c:v>84.99</c:v>
                </c:pt>
                <c:pt idx="80567">
                  <c:v>84.99</c:v>
                </c:pt>
                <c:pt idx="80568">
                  <c:v>84.99</c:v>
                </c:pt>
                <c:pt idx="80569">
                  <c:v>99.98</c:v>
                </c:pt>
                <c:pt idx="80570">
                  <c:v>76.489999999999995</c:v>
                </c:pt>
                <c:pt idx="80571">
                  <c:v>84.99</c:v>
                </c:pt>
                <c:pt idx="80572">
                  <c:v>84.99</c:v>
                </c:pt>
                <c:pt idx="80573">
                  <c:v>84.99</c:v>
                </c:pt>
                <c:pt idx="80574">
                  <c:v>99.98</c:v>
                </c:pt>
                <c:pt idx="80575">
                  <c:v>97.97</c:v>
                </c:pt>
                <c:pt idx="80576">
                  <c:v>122.96</c:v>
                </c:pt>
                <c:pt idx="80577">
                  <c:v>114.97</c:v>
                </c:pt>
                <c:pt idx="80578">
                  <c:v>51.29</c:v>
                </c:pt>
                <c:pt idx="80579">
                  <c:v>79.98</c:v>
                </c:pt>
                <c:pt idx="80580">
                  <c:v>59.98</c:v>
                </c:pt>
                <c:pt idx="80581">
                  <c:v>59.98</c:v>
                </c:pt>
                <c:pt idx="80582">
                  <c:v>59.98</c:v>
                </c:pt>
                <c:pt idx="80583">
                  <c:v>57.58</c:v>
                </c:pt>
                <c:pt idx="80584">
                  <c:v>59.98</c:v>
                </c:pt>
                <c:pt idx="80585">
                  <c:v>59.98</c:v>
                </c:pt>
                <c:pt idx="80586">
                  <c:v>59.98</c:v>
                </c:pt>
                <c:pt idx="80587">
                  <c:v>59.98</c:v>
                </c:pt>
                <c:pt idx="80588">
                  <c:v>59.98</c:v>
                </c:pt>
                <c:pt idx="80589">
                  <c:v>59.98</c:v>
                </c:pt>
                <c:pt idx="80590">
                  <c:v>59.98</c:v>
                </c:pt>
                <c:pt idx="80591">
                  <c:v>130.87</c:v>
                </c:pt>
                <c:pt idx="80592">
                  <c:v>128.24</c:v>
                </c:pt>
                <c:pt idx="80593">
                  <c:v>72.58</c:v>
                </c:pt>
                <c:pt idx="80594">
                  <c:v>143.72</c:v>
                </c:pt>
                <c:pt idx="80595">
                  <c:v>169.98</c:v>
                </c:pt>
                <c:pt idx="80596">
                  <c:v>84.99</c:v>
                </c:pt>
                <c:pt idx="80597">
                  <c:v>109.97</c:v>
                </c:pt>
                <c:pt idx="80598">
                  <c:v>76.489999999999995</c:v>
                </c:pt>
                <c:pt idx="80599">
                  <c:v>99.98</c:v>
                </c:pt>
                <c:pt idx="80600">
                  <c:v>84.99</c:v>
                </c:pt>
                <c:pt idx="80601">
                  <c:v>201.92</c:v>
                </c:pt>
                <c:pt idx="80602">
                  <c:v>107.96</c:v>
                </c:pt>
                <c:pt idx="80603">
                  <c:v>156.46</c:v>
                </c:pt>
                <c:pt idx="80604">
                  <c:v>81.97</c:v>
                </c:pt>
                <c:pt idx="80605">
                  <c:v>148.49</c:v>
                </c:pt>
                <c:pt idx="80606">
                  <c:v>79.989999999999995</c:v>
                </c:pt>
                <c:pt idx="80607">
                  <c:v>79.989999999999995</c:v>
                </c:pt>
                <c:pt idx="80608">
                  <c:v>71.989999999999995</c:v>
                </c:pt>
                <c:pt idx="80609">
                  <c:v>16.29</c:v>
                </c:pt>
                <c:pt idx="80610">
                  <c:v>89.43</c:v>
                </c:pt>
                <c:pt idx="80611">
                  <c:v>79.989999999999995</c:v>
                </c:pt>
                <c:pt idx="80612">
                  <c:v>79.989999999999995</c:v>
                </c:pt>
                <c:pt idx="80613">
                  <c:v>93.6</c:v>
                </c:pt>
                <c:pt idx="80614">
                  <c:v>79.989999999999995</c:v>
                </c:pt>
                <c:pt idx="80615">
                  <c:v>79.989999999999995</c:v>
                </c:pt>
                <c:pt idx="80616">
                  <c:v>74.12</c:v>
                </c:pt>
                <c:pt idx="80617">
                  <c:v>59.94</c:v>
                </c:pt>
                <c:pt idx="80618">
                  <c:v>69.930000000000007</c:v>
                </c:pt>
                <c:pt idx="80619">
                  <c:v>59.94</c:v>
                </c:pt>
                <c:pt idx="80620">
                  <c:v>59.94</c:v>
                </c:pt>
                <c:pt idx="80621">
                  <c:v>59.94</c:v>
                </c:pt>
                <c:pt idx="80622">
                  <c:v>59.94</c:v>
                </c:pt>
                <c:pt idx="80623">
                  <c:v>53.95</c:v>
                </c:pt>
                <c:pt idx="80624">
                  <c:v>69.930000000000007</c:v>
                </c:pt>
                <c:pt idx="80625">
                  <c:v>79.92</c:v>
                </c:pt>
                <c:pt idx="80626">
                  <c:v>59.94</c:v>
                </c:pt>
                <c:pt idx="80627">
                  <c:v>59.94</c:v>
                </c:pt>
                <c:pt idx="80628">
                  <c:v>79.92</c:v>
                </c:pt>
                <c:pt idx="80629">
                  <c:v>64.09</c:v>
                </c:pt>
                <c:pt idx="80630">
                  <c:v>93.01</c:v>
                </c:pt>
                <c:pt idx="80631">
                  <c:v>64.09</c:v>
                </c:pt>
                <c:pt idx="80632">
                  <c:v>61.69</c:v>
                </c:pt>
                <c:pt idx="80633">
                  <c:v>32.04</c:v>
                </c:pt>
                <c:pt idx="80634">
                  <c:v>130.63999999999999</c:v>
                </c:pt>
                <c:pt idx="80635">
                  <c:v>72.55</c:v>
                </c:pt>
                <c:pt idx="80636">
                  <c:v>135.94999999999999</c:v>
                </c:pt>
                <c:pt idx="80637">
                  <c:v>131.94999999999999</c:v>
                </c:pt>
                <c:pt idx="80638">
                  <c:v>79.98</c:v>
                </c:pt>
                <c:pt idx="80639">
                  <c:v>53.98</c:v>
                </c:pt>
                <c:pt idx="80640">
                  <c:v>95.97</c:v>
                </c:pt>
                <c:pt idx="80641">
                  <c:v>131.94</c:v>
                </c:pt>
                <c:pt idx="80642">
                  <c:v>72.53</c:v>
                </c:pt>
                <c:pt idx="80643">
                  <c:v>-68.45</c:v>
                </c:pt>
                <c:pt idx="80644">
                  <c:v>98.68</c:v>
                </c:pt>
                <c:pt idx="80645">
                  <c:v>96.76</c:v>
                </c:pt>
                <c:pt idx="80646">
                  <c:v>72.53</c:v>
                </c:pt>
                <c:pt idx="80647">
                  <c:v>68.45</c:v>
                </c:pt>
                <c:pt idx="80648">
                  <c:v>71.92</c:v>
                </c:pt>
                <c:pt idx="80649">
                  <c:v>118.88</c:v>
                </c:pt>
                <c:pt idx="80650">
                  <c:v>107.17</c:v>
                </c:pt>
                <c:pt idx="80651">
                  <c:v>107.17</c:v>
                </c:pt>
                <c:pt idx="80652">
                  <c:v>211.68</c:v>
                </c:pt>
                <c:pt idx="80653">
                  <c:v>76.87</c:v>
                </c:pt>
                <c:pt idx="80654">
                  <c:v>56.97</c:v>
                </c:pt>
                <c:pt idx="80655">
                  <c:v>-84.98</c:v>
                </c:pt>
                <c:pt idx="80656">
                  <c:v>108.97</c:v>
                </c:pt>
                <c:pt idx="80657">
                  <c:v>84.98</c:v>
                </c:pt>
                <c:pt idx="80658">
                  <c:v>137.97999999999999</c:v>
                </c:pt>
                <c:pt idx="80659">
                  <c:v>54.98</c:v>
                </c:pt>
                <c:pt idx="80660">
                  <c:v>79.98</c:v>
                </c:pt>
                <c:pt idx="80661">
                  <c:v>171.96</c:v>
                </c:pt>
                <c:pt idx="80662">
                  <c:v>89.94</c:v>
                </c:pt>
                <c:pt idx="80663">
                  <c:v>59.96</c:v>
                </c:pt>
                <c:pt idx="80664">
                  <c:v>59.96</c:v>
                </c:pt>
                <c:pt idx="80665">
                  <c:v>59.96</c:v>
                </c:pt>
                <c:pt idx="80666">
                  <c:v>59.96</c:v>
                </c:pt>
                <c:pt idx="80667">
                  <c:v>89.94</c:v>
                </c:pt>
                <c:pt idx="80668">
                  <c:v>131.97999999999999</c:v>
                </c:pt>
                <c:pt idx="80669">
                  <c:v>69.98</c:v>
                </c:pt>
                <c:pt idx="80670">
                  <c:v>131.97999999999999</c:v>
                </c:pt>
                <c:pt idx="80671">
                  <c:v>98.99</c:v>
                </c:pt>
                <c:pt idx="80672">
                  <c:v>98.99</c:v>
                </c:pt>
                <c:pt idx="80673">
                  <c:v>99.98</c:v>
                </c:pt>
                <c:pt idx="80674">
                  <c:v>65.989999999999995</c:v>
                </c:pt>
                <c:pt idx="80675">
                  <c:v>69.98</c:v>
                </c:pt>
                <c:pt idx="80676">
                  <c:v>136.46</c:v>
                </c:pt>
                <c:pt idx="80677">
                  <c:v>136.46</c:v>
                </c:pt>
                <c:pt idx="80678">
                  <c:v>65.989999999999995</c:v>
                </c:pt>
                <c:pt idx="80679">
                  <c:v>99.98</c:v>
                </c:pt>
                <c:pt idx="80680">
                  <c:v>65.989999999999995</c:v>
                </c:pt>
                <c:pt idx="80681">
                  <c:v>65.989999999999995</c:v>
                </c:pt>
                <c:pt idx="80682">
                  <c:v>153.9</c:v>
                </c:pt>
                <c:pt idx="80683">
                  <c:v>152.47</c:v>
                </c:pt>
                <c:pt idx="80684">
                  <c:v>55.98</c:v>
                </c:pt>
                <c:pt idx="80685">
                  <c:v>127.12</c:v>
                </c:pt>
                <c:pt idx="80686">
                  <c:v>59.96</c:v>
                </c:pt>
                <c:pt idx="80687">
                  <c:v>94.32</c:v>
                </c:pt>
                <c:pt idx="80688">
                  <c:v>84.96</c:v>
                </c:pt>
                <c:pt idx="80689">
                  <c:v>209.95</c:v>
                </c:pt>
                <c:pt idx="80690">
                  <c:v>139.96</c:v>
                </c:pt>
                <c:pt idx="80691">
                  <c:v>52.83</c:v>
                </c:pt>
                <c:pt idx="80692">
                  <c:v>50.98</c:v>
                </c:pt>
                <c:pt idx="80693">
                  <c:v>-50.98</c:v>
                </c:pt>
                <c:pt idx="80694">
                  <c:v>55.98</c:v>
                </c:pt>
                <c:pt idx="80695">
                  <c:v>54.36</c:v>
                </c:pt>
                <c:pt idx="80696">
                  <c:v>54.98</c:v>
                </c:pt>
                <c:pt idx="80697">
                  <c:v>54.98</c:v>
                </c:pt>
                <c:pt idx="80698">
                  <c:v>50.97</c:v>
                </c:pt>
                <c:pt idx="80699">
                  <c:v>59.98</c:v>
                </c:pt>
                <c:pt idx="80700">
                  <c:v>52.98</c:v>
                </c:pt>
                <c:pt idx="80701">
                  <c:v>59.98</c:v>
                </c:pt>
                <c:pt idx="80702">
                  <c:v>79.98</c:v>
                </c:pt>
                <c:pt idx="80703">
                  <c:v>116.95</c:v>
                </c:pt>
                <c:pt idx="80704">
                  <c:v>84.99</c:v>
                </c:pt>
                <c:pt idx="80705">
                  <c:v>51.27</c:v>
                </c:pt>
                <c:pt idx="80706">
                  <c:v>56.97</c:v>
                </c:pt>
                <c:pt idx="80707">
                  <c:v>122.97</c:v>
                </c:pt>
                <c:pt idx="80708">
                  <c:v>84.99</c:v>
                </c:pt>
                <c:pt idx="80709">
                  <c:v>152.41</c:v>
                </c:pt>
                <c:pt idx="80710">
                  <c:v>220.12</c:v>
                </c:pt>
                <c:pt idx="80711">
                  <c:v>29.48</c:v>
                </c:pt>
                <c:pt idx="80712">
                  <c:v>59.99</c:v>
                </c:pt>
                <c:pt idx="80713">
                  <c:v>41.48</c:v>
                </c:pt>
                <c:pt idx="80714">
                  <c:v>29.48</c:v>
                </c:pt>
                <c:pt idx="80715">
                  <c:v>85.98</c:v>
                </c:pt>
                <c:pt idx="80716">
                  <c:v>29.48</c:v>
                </c:pt>
                <c:pt idx="80717">
                  <c:v>29.48</c:v>
                </c:pt>
                <c:pt idx="80718">
                  <c:v>143.94</c:v>
                </c:pt>
                <c:pt idx="80719">
                  <c:v>29.48</c:v>
                </c:pt>
                <c:pt idx="80720">
                  <c:v>84.99</c:v>
                </c:pt>
                <c:pt idx="80721">
                  <c:v>50.98</c:v>
                </c:pt>
                <c:pt idx="80722">
                  <c:v>100.98</c:v>
                </c:pt>
                <c:pt idx="80723">
                  <c:v>119.98</c:v>
                </c:pt>
                <c:pt idx="80724">
                  <c:v>54.99</c:v>
                </c:pt>
                <c:pt idx="80725">
                  <c:v>131.97999999999999</c:v>
                </c:pt>
                <c:pt idx="80726">
                  <c:v>84.99</c:v>
                </c:pt>
                <c:pt idx="80727">
                  <c:v>84.99</c:v>
                </c:pt>
                <c:pt idx="80728">
                  <c:v>77.849999999999994</c:v>
                </c:pt>
                <c:pt idx="80729">
                  <c:v>36.29</c:v>
                </c:pt>
                <c:pt idx="80730">
                  <c:v>99.87</c:v>
                </c:pt>
                <c:pt idx="80731">
                  <c:v>109.98</c:v>
                </c:pt>
                <c:pt idx="80732">
                  <c:v>109.98</c:v>
                </c:pt>
                <c:pt idx="80733">
                  <c:v>101.48</c:v>
                </c:pt>
                <c:pt idx="80734">
                  <c:v>169.98</c:v>
                </c:pt>
                <c:pt idx="80735">
                  <c:v>74.81</c:v>
                </c:pt>
                <c:pt idx="80736">
                  <c:v>70.989999999999995</c:v>
                </c:pt>
                <c:pt idx="80737">
                  <c:v>84.99</c:v>
                </c:pt>
                <c:pt idx="80738">
                  <c:v>81.489999999999995</c:v>
                </c:pt>
                <c:pt idx="80739">
                  <c:v>99.95</c:v>
                </c:pt>
                <c:pt idx="80740">
                  <c:v>109.96</c:v>
                </c:pt>
                <c:pt idx="80741">
                  <c:v>122.97</c:v>
                </c:pt>
                <c:pt idx="80742">
                  <c:v>58.97</c:v>
                </c:pt>
                <c:pt idx="80743">
                  <c:v>75.17</c:v>
                </c:pt>
                <c:pt idx="80744">
                  <c:v>169.98</c:v>
                </c:pt>
                <c:pt idx="80745">
                  <c:v>164.66</c:v>
                </c:pt>
                <c:pt idx="80746">
                  <c:v>59.98</c:v>
                </c:pt>
                <c:pt idx="80747">
                  <c:v>40.18</c:v>
                </c:pt>
                <c:pt idx="80748">
                  <c:v>114.97</c:v>
                </c:pt>
                <c:pt idx="80749">
                  <c:v>84.99</c:v>
                </c:pt>
                <c:pt idx="80750">
                  <c:v>59.39</c:v>
                </c:pt>
                <c:pt idx="80751">
                  <c:v>59.39</c:v>
                </c:pt>
                <c:pt idx="80752">
                  <c:v>38.270000000000003</c:v>
                </c:pt>
                <c:pt idx="80753">
                  <c:v>264.95</c:v>
                </c:pt>
                <c:pt idx="80754">
                  <c:v>184.97</c:v>
                </c:pt>
                <c:pt idx="80755">
                  <c:v>169.98</c:v>
                </c:pt>
                <c:pt idx="80756">
                  <c:v>146.16999999999999</c:v>
                </c:pt>
                <c:pt idx="80757">
                  <c:v>99.96</c:v>
                </c:pt>
                <c:pt idx="80758">
                  <c:v>87.97</c:v>
                </c:pt>
                <c:pt idx="80759">
                  <c:v>77.540000000000006</c:v>
                </c:pt>
                <c:pt idx="80760">
                  <c:v>136.97</c:v>
                </c:pt>
                <c:pt idx="80761">
                  <c:v>105.98</c:v>
                </c:pt>
                <c:pt idx="80762">
                  <c:v>105.98</c:v>
                </c:pt>
                <c:pt idx="80763">
                  <c:v>120.28</c:v>
                </c:pt>
                <c:pt idx="80764">
                  <c:v>-23</c:v>
                </c:pt>
                <c:pt idx="80765">
                  <c:v>107.48</c:v>
                </c:pt>
                <c:pt idx="80766">
                  <c:v>100.68</c:v>
                </c:pt>
                <c:pt idx="80767">
                  <c:v>49.99</c:v>
                </c:pt>
                <c:pt idx="80768">
                  <c:v>59.98</c:v>
                </c:pt>
                <c:pt idx="80769">
                  <c:v>119.96</c:v>
                </c:pt>
                <c:pt idx="80770">
                  <c:v>59.98</c:v>
                </c:pt>
                <c:pt idx="80771">
                  <c:v>59.98</c:v>
                </c:pt>
                <c:pt idx="80772">
                  <c:v>179.94</c:v>
                </c:pt>
                <c:pt idx="80773">
                  <c:v>119.96</c:v>
                </c:pt>
                <c:pt idx="80774">
                  <c:v>65.989999999999995</c:v>
                </c:pt>
                <c:pt idx="80775">
                  <c:v>138.96</c:v>
                </c:pt>
                <c:pt idx="80776">
                  <c:v>79.08</c:v>
                </c:pt>
                <c:pt idx="80777">
                  <c:v>107.96</c:v>
                </c:pt>
                <c:pt idx="80778">
                  <c:v>93.97</c:v>
                </c:pt>
                <c:pt idx="80779">
                  <c:v>65.989999999999995</c:v>
                </c:pt>
                <c:pt idx="80780">
                  <c:v>126.96</c:v>
                </c:pt>
                <c:pt idx="80781">
                  <c:v>79.98</c:v>
                </c:pt>
                <c:pt idx="80782">
                  <c:v>65.989999999999995</c:v>
                </c:pt>
                <c:pt idx="80783">
                  <c:v>25.28</c:v>
                </c:pt>
                <c:pt idx="80784">
                  <c:v>63.97</c:v>
                </c:pt>
                <c:pt idx="80785">
                  <c:v>76.47</c:v>
                </c:pt>
                <c:pt idx="80786">
                  <c:v>89.98</c:v>
                </c:pt>
                <c:pt idx="80787">
                  <c:v>159.97999999999999</c:v>
                </c:pt>
                <c:pt idx="80788">
                  <c:v>53.08</c:v>
                </c:pt>
                <c:pt idx="80789">
                  <c:v>149.96</c:v>
                </c:pt>
                <c:pt idx="80790">
                  <c:v>75.13</c:v>
                </c:pt>
                <c:pt idx="80791">
                  <c:v>84.98</c:v>
                </c:pt>
                <c:pt idx="80792">
                  <c:v>65.19</c:v>
                </c:pt>
                <c:pt idx="80793">
                  <c:v>158.38</c:v>
                </c:pt>
                <c:pt idx="80794">
                  <c:v>164.98</c:v>
                </c:pt>
                <c:pt idx="80795">
                  <c:v>164.98</c:v>
                </c:pt>
                <c:pt idx="80796">
                  <c:v>164.98</c:v>
                </c:pt>
                <c:pt idx="80797">
                  <c:v>164.98</c:v>
                </c:pt>
                <c:pt idx="80798">
                  <c:v>41.09</c:v>
                </c:pt>
                <c:pt idx="80799">
                  <c:v>41.64</c:v>
                </c:pt>
                <c:pt idx="80800">
                  <c:v>40.49</c:v>
                </c:pt>
                <c:pt idx="80801">
                  <c:v>41.09</c:v>
                </c:pt>
                <c:pt idx="80802">
                  <c:v>51.09</c:v>
                </c:pt>
                <c:pt idx="80803">
                  <c:v>65.989999999999995</c:v>
                </c:pt>
                <c:pt idx="80804">
                  <c:v>41.64</c:v>
                </c:pt>
                <c:pt idx="80805">
                  <c:v>169.98</c:v>
                </c:pt>
                <c:pt idx="80806">
                  <c:v>229.96</c:v>
                </c:pt>
                <c:pt idx="80807">
                  <c:v>169.98</c:v>
                </c:pt>
                <c:pt idx="80808">
                  <c:v>247.94</c:v>
                </c:pt>
                <c:pt idx="80809">
                  <c:v>79.849999999999994</c:v>
                </c:pt>
                <c:pt idx="80810">
                  <c:v>159.69999999999999</c:v>
                </c:pt>
                <c:pt idx="80811">
                  <c:v>84.69</c:v>
                </c:pt>
                <c:pt idx="80812">
                  <c:v>79.849999999999994</c:v>
                </c:pt>
                <c:pt idx="80813">
                  <c:v>159.69999999999999</c:v>
                </c:pt>
                <c:pt idx="80814">
                  <c:v>84.69</c:v>
                </c:pt>
                <c:pt idx="80815">
                  <c:v>89.52</c:v>
                </c:pt>
                <c:pt idx="80816">
                  <c:v>124.98</c:v>
                </c:pt>
                <c:pt idx="80817">
                  <c:v>124.18</c:v>
                </c:pt>
                <c:pt idx="80818">
                  <c:v>169.98</c:v>
                </c:pt>
                <c:pt idx="80819">
                  <c:v>142.97999999999999</c:v>
                </c:pt>
                <c:pt idx="80820">
                  <c:v>127.45</c:v>
                </c:pt>
                <c:pt idx="80821">
                  <c:v>182.93</c:v>
                </c:pt>
                <c:pt idx="80822">
                  <c:v>142.94999999999999</c:v>
                </c:pt>
                <c:pt idx="80823">
                  <c:v>114.03</c:v>
                </c:pt>
                <c:pt idx="80824">
                  <c:v>155.94</c:v>
                </c:pt>
                <c:pt idx="80825">
                  <c:v>108.97</c:v>
                </c:pt>
                <c:pt idx="80826">
                  <c:v>237.56</c:v>
                </c:pt>
                <c:pt idx="80827">
                  <c:v>61.3</c:v>
                </c:pt>
                <c:pt idx="80828">
                  <c:v>-26.4</c:v>
                </c:pt>
                <c:pt idx="80829">
                  <c:v>56.97</c:v>
                </c:pt>
                <c:pt idx="80830">
                  <c:v>95.97</c:v>
                </c:pt>
                <c:pt idx="80831">
                  <c:v>99.98</c:v>
                </c:pt>
                <c:pt idx="80832">
                  <c:v>64.98</c:v>
                </c:pt>
                <c:pt idx="80833">
                  <c:v>95.97</c:v>
                </c:pt>
                <c:pt idx="80834">
                  <c:v>71.98</c:v>
                </c:pt>
                <c:pt idx="80835">
                  <c:v>71.98</c:v>
                </c:pt>
                <c:pt idx="80836">
                  <c:v>77.95</c:v>
                </c:pt>
                <c:pt idx="80837">
                  <c:v>79.98</c:v>
                </c:pt>
                <c:pt idx="80838">
                  <c:v>231.47</c:v>
                </c:pt>
                <c:pt idx="80839">
                  <c:v>-254.97</c:v>
                </c:pt>
                <c:pt idx="80840">
                  <c:v>225.27</c:v>
                </c:pt>
                <c:pt idx="80841">
                  <c:v>169.98</c:v>
                </c:pt>
                <c:pt idx="80842">
                  <c:v>171.48</c:v>
                </c:pt>
                <c:pt idx="80843">
                  <c:v>254.97</c:v>
                </c:pt>
                <c:pt idx="80844">
                  <c:v>59.98</c:v>
                </c:pt>
                <c:pt idx="80845">
                  <c:v>32.24</c:v>
                </c:pt>
                <c:pt idx="80846">
                  <c:v>31.49</c:v>
                </c:pt>
                <c:pt idx="80847">
                  <c:v>59.98</c:v>
                </c:pt>
                <c:pt idx="80848">
                  <c:v>31.49</c:v>
                </c:pt>
                <c:pt idx="80849">
                  <c:v>59.98</c:v>
                </c:pt>
                <c:pt idx="80850">
                  <c:v>32.24</c:v>
                </c:pt>
                <c:pt idx="80851">
                  <c:v>59.98</c:v>
                </c:pt>
                <c:pt idx="80852">
                  <c:v>31.49</c:v>
                </c:pt>
                <c:pt idx="80853">
                  <c:v>59.98</c:v>
                </c:pt>
                <c:pt idx="80854">
                  <c:v>74.97</c:v>
                </c:pt>
                <c:pt idx="80855">
                  <c:v>74.97</c:v>
                </c:pt>
                <c:pt idx="80856">
                  <c:v>27.24</c:v>
                </c:pt>
                <c:pt idx="80857">
                  <c:v>31.49</c:v>
                </c:pt>
                <c:pt idx="80858">
                  <c:v>31.49</c:v>
                </c:pt>
                <c:pt idx="80859">
                  <c:v>27.24</c:v>
                </c:pt>
                <c:pt idx="80860">
                  <c:v>31.49</c:v>
                </c:pt>
                <c:pt idx="80861">
                  <c:v>59.98</c:v>
                </c:pt>
                <c:pt idx="80862">
                  <c:v>59.98</c:v>
                </c:pt>
                <c:pt idx="80863">
                  <c:v>59.98</c:v>
                </c:pt>
                <c:pt idx="80864">
                  <c:v>59.98</c:v>
                </c:pt>
                <c:pt idx="80865">
                  <c:v>59.98</c:v>
                </c:pt>
                <c:pt idx="80866">
                  <c:v>59.98</c:v>
                </c:pt>
                <c:pt idx="80867">
                  <c:v>59.98</c:v>
                </c:pt>
                <c:pt idx="80868">
                  <c:v>53.97</c:v>
                </c:pt>
                <c:pt idx="80869">
                  <c:v>52.97</c:v>
                </c:pt>
                <c:pt idx="80870">
                  <c:v>50.97</c:v>
                </c:pt>
                <c:pt idx="80871">
                  <c:v>102.82</c:v>
                </c:pt>
                <c:pt idx="80872">
                  <c:v>187.94</c:v>
                </c:pt>
                <c:pt idx="80873">
                  <c:v>91.96</c:v>
                </c:pt>
                <c:pt idx="80874">
                  <c:v>79.97</c:v>
                </c:pt>
                <c:pt idx="80875">
                  <c:v>165.95</c:v>
                </c:pt>
                <c:pt idx="80876">
                  <c:v>39.49</c:v>
                </c:pt>
                <c:pt idx="80877">
                  <c:v>59.98</c:v>
                </c:pt>
                <c:pt idx="80878">
                  <c:v>56.98</c:v>
                </c:pt>
                <c:pt idx="80879">
                  <c:v>111.96</c:v>
                </c:pt>
                <c:pt idx="80880">
                  <c:v>57.98</c:v>
                </c:pt>
                <c:pt idx="80881">
                  <c:v>117.96</c:v>
                </c:pt>
                <c:pt idx="80882">
                  <c:v>125.46</c:v>
                </c:pt>
                <c:pt idx="80883">
                  <c:v>65.459999999999994</c:v>
                </c:pt>
                <c:pt idx="80884">
                  <c:v>87.97</c:v>
                </c:pt>
                <c:pt idx="80885">
                  <c:v>121.95</c:v>
                </c:pt>
                <c:pt idx="80886">
                  <c:v>89.97</c:v>
                </c:pt>
                <c:pt idx="80887">
                  <c:v>153.96</c:v>
                </c:pt>
                <c:pt idx="80888">
                  <c:v>94.98</c:v>
                </c:pt>
                <c:pt idx="80889">
                  <c:v>97.55</c:v>
                </c:pt>
                <c:pt idx="80890">
                  <c:v>122.26</c:v>
                </c:pt>
                <c:pt idx="80891">
                  <c:v>118.98</c:v>
                </c:pt>
                <c:pt idx="80892">
                  <c:v>149.97999999999999</c:v>
                </c:pt>
                <c:pt idx="80893">
                  <c:v>169.97</c:v>
                </c:pt>
                <c:pt idx="80894">
                  <c:v>51.49</c:v>
                </c:pt>
                <c:pt idx="80895">
                  <c:v>84.99</c:v>
                </c:pt>
                <c:pt idx="80896">
                  <c:v>84.99</c:v>
                </c:pt>
                <c:pt idx="80897">
                  <c:v>105.98</c:v>
                </c:pt>
                <c:pt idx="80898">
                  <c:v>84.99</c:v>
                </c:pt>
                <c:pt idx="80899">
                  <c:v>165.77</c:v>
                </c:pt>
                <c:pt idx="80900">
                  <c:v>84.99</c:v>
                </c:pt>
                <c:pt idx="80901">
                  <c:v>84.99</c:v>
                </c:pt>
                <c:pt idx="80902">
                  <c:v>127.98</c:v>
                </c:pt>
                <c:pt idx="80903">
                  <c:v>84.99</c:v>
                </c:pt>
                <c:pt idx="80904">
                  <c:v>150.18</c:v>
                </c:pt>
                <c:pt idx="80905">
                  <c:v>84.99</c:v>
                </c:pt>
                <c:pt idx="80906">
                  <c:v>169.98</c:v>
                </c:pt>
                <c:pt idx="80907">
                  <c:v>84.99</c:v>
                </c:pt>
                <c:pt idx="80908">
                  <c:v>88.98</c:v>
                </c:pt>
                <c:pt idx="80909">
                  <c:v>94.98</c:v>
                </c:pt>
                <c:pt idx="80910">
                  <c:v>97.48</c:v>
                </c:pt>
                <c:pt idx="80911">
                  <c:v>38.479999999999997</c:v>
                </c:pt>
                <c:pt idx="80912">
                  <c:v>72.98</c:v>
                </c:pt>
                <c:pt idx="80913">
                  <c:v>84.25</c:v>
                </c:pt>
                <c:pt idx="80914">
                  <c:v>88.98</c:v>
                </c:pt>
                <c:pt idx="80915">
                  <c:v>72.84</c:v>
                </c:pt>
                <c:pt idx="80916">
                  <c:v>89.28</c:v>
                </c:pt>
                <c:pt idx="80917">
                  <c:v>99.98</c:v>
                </c:pt>
                <c:pt idx="80918">
                  <c:v>99.98</c:v>
                </c:pt>
                <c:pt idx="80919">
                  <c:v>79.98</c:v>
                </c:pt>
                <c:pt idx="80920">
                  <c:v>99.98</c:v>
                </c:pt>
                <c:pt idx="80921">
                  <c:v>99.98</c:v>
                </c:pt>
                <c:pt idx="80922">
                  <c:v>99.98</c:v>
                </c:pt>
                <c:pt idx="80923">
                  <c:v>48.46</c:v>
                </c:pt>
                <c:pt idx="80924">
                  <c:v>50.98</c:v>
                </c:pt>
                <c:pt idx="80925">
                  <c:v>143.94999999999999</c:v>
                </c:pt>
                <c:pt idx="80926">
                  <c:v>215.93</c:v>
                </c:pt>
                <c:pt idx="80927">
                  <c:v>139.96</c:v>
                </c:pt>
                <c:pt idx="80928">
                  <c:v>93.97</c:v>
                </c:pt>
                <c:pt idx="80929">
                  <c:v>19.989999999999998</c:v>
                </c:pt>
                <c:pt idx="80930">
                  <c:v>157.16</c:v>
                </c:pt>
                <c:pt idx="80931">
                  <c:v>150.94999999999999</c:v>
                </c:pt>
                <c:pt idx="80932">
                  <c:v>148.46</c:v>
                </c:pt>
                <c:pt idx="80933">
                  <c:v>55.96</c:v>
                </c:pt>
                <c:pt idx="80934">
                  <c:v>146.96</c:v>
                </c:pt>
                <c:pt idx="80935">
                  <c:v>145.66</c:v>
                </c:pt>
                <c:pt idx="80936">
                  <c:v>121.48</c:v>
                </c:pt>
                <c:pt idx="80937">
                  <c:v>105.98</c:v>
                </c:pt>
                <c:pt idx="80938">
                  <c:v>65.989999999999995</c:v>
                </c:pt>
                <c:pt idx="80939">
                  <c:v>71.069999999999993</c:v>
                </c:pt>
                <c:pt idx="80940">
                  <c:v>131.97999999999999</c:v>
                </c:pt>
                <c:pt idx="80941">
                  <c:v>59.39</c:v>
                </c:pt>
                <c:pt idx="80942">
                  <c:v>146.97</c:v>
                </c:pt>
                <c:pt idx="80943">
                  <c:v>45.99</c:v>
                </c:pt>
                <c:pt idx="80944">
                  <c:v>301.94</c:v>
                </c:pt>
                <c:pt idx="80945">
                  <c:v>65.989999999999995</c:v>
                </c:pt>
                <c:pt idx="80946">
                  <c:v>65.989999999999995</c:v>
                </c:pt>
                <c:pt idx="80947">
                  <c:v>65.989999999999995</c:v>
                </c:pt>
                <c:pt idx="80948">
                  <c:v>250.93</c:v>
                </c:pt>
                <c:pt idx="80949">
                  <c:v>65.989999999999995</c:v>
                </c:pt>
                <c:pt idx="80950">
                  <c:v>65.989999999999995</c:v>
                </c:pt>
                <c:pt idx="80951">
                  <c:v>59.98</c:v>
                </c:pt>
                <c:pt idx="80952">
                  <c:v>64.09</c:v>
                </c:pt>
                <c:pt idx="80953">
                  <c:v>51.98</c:v>
                </c:pt>
                <c:pt idx="80954">
                  <c:v>55.98</c:v>
                </c:pt>
                <c:pt idx="80955">
                  <c:v>77.97</c:v>
                </c:pt>
                <c:pt idx="80956">
                  <c:v>99.96</c:v>
                </c:pt>
                <c:pt idx="80957">
                  <c:v>-1.2</c:v>
                </c:pt>
                <c:pt idx="80958">
                  <c:v>49.64</c:v>
                </c:pt>
                <c:pt idx="80959">
                  <c:v>62.9</c:v>
                </c:pt>
                <c:pt idx="80960">
                  <c:v>52.97</c:v>
                </c:pt>
                <c:pt idx="80961">
                  <c:v>51.98</c:v>
                </c:pt>
                <c:pt idx="80962">
                  <c:v>50.94</c:v>
                </c:pt>
                <c:pt idx="80963">
                  <c:v>51.98</c:v>
                </c:pt>
                <c:pt idx="80964">
                  <c:v>51.98</c:v>
                </c:pt>
                <c:pt idx="80965">
                  <c:v>51.98</c:v>
                </c:pt>
                <c:pt idx="80966">
                  <c:v>49.37</c:v>
                </c:pt>
                <c:pt idx="80967">
                  <c:v>108.77</c:v>
                </c:pt>
                <c:pt idx="80968">
                  <c:v>152.97999999999999</c:v>
                </c:pt>
                <c:pt idx="80969">
                  <c:v>98.98</c:v>
                </c:pt>
                <c:pt idx="80970">
                  <c:v>229.94</c:v>
                </c:pt>
                <c:pt idx="80971">
                  <c:v>59.96</c:v>
                </c:pt>
                <c:pt idx="80972">
                  <c:v>59.98</c:v>
                </c:pt>
                <c:pt idx="80973">
                  <c:v>89.97</c:v>
                </c:pt>
                <c:pt idx="80974">
                  <c:v>59.98</c:v>
                </c:pt>
                <c:pt idx="80975">
                  <c:v>59.98</c:v>
                </c:pt>
                <c:pt idx="80976">
                  <c:v>59.98</c:v>
                </c:pt>
                <c:pt idx="80977">
                  <c:v>59.98</c:v>
                </c:pt>
                <c:pt idx="80978">
                  <c:v>59.98</c:v>
                </c:pt>
                <c:pt idx="80979">
                  <c:v>59.98</c:v>
                </c:pt>
                <c:pt idx="80980">
                  <c:v>114.89</c:v>
                </c:pt>
                <c:pt idx="80981">
                  <c:v>65.989999999999995</c:v>
                </c:pt>
                <c:pt idx="80982">
                  <c:v>65.989999999999995</c:v>
                </c:pt>
                <c:pt idx="80983">
                  <c:v>97.58</c:v>
                </c:pt>
                <c:pt idx="80984">
                  <c:v>65.989999999999995</c:v>
                </c:pt>
                <c:pt idx="80985">
                  <c:v>65.989999999999995</c:v>
                </c:pt>
                <c:pt idx="80986">
                  <c:v>137.94999999999999</c:v>
                </c:pt>
                <c:pt idx="80987">
                  <c:v>76.98</c:v>
                </c:pt>
                <c:pt idx="80988">
                  <c:v>64.31</c:v>
                </c:pt>
                <c:pt idx="80989">
                  <c:v>79.98</c:v>
                </c:pt>
                <c:pt idx="80990">
                  <c:v>90.98</c:v>
                </c:pt>
                <c:pt idx="80991">
                  <c:v>90.98</c:v>
                </c:pt>
                <c:pt idx="80992">
                  <c:v>84.99</c:v>
                </c:pt>
                <c:pt idx="80993">
                  <c:v>79.989999999999995</c:v>
                </c:pt>
                <c:pt idx="80994">
                  <c:v>79.989999999999995</c:v>
                </c:pt>
                <c:pt idx="80995">
                  <c:v>64.989999999999995</c:v>
                </c:pt>
                <c:pt idx="80996">
                  <c:v>354.95</c:v>
                </c:pt>
                <c:pt idx="80997">
                  <c:v>130.38</c:v>
                </c:pt>
                <c:pt idx="80998">
                  <c:v>149.97</c:v>
                </c:pt>
                <c:pt idx="80999">
                  <c:v>46.49</c:v>
                </c:pt>
                <c:pt idx="81000">
                  <c:v>130.97</c:v>
                </c:pt>
                <c:pt idx="81001">
                  <c:v>54.98</c:v>
                </c:pt>
                <c:pt idx="81002">
                  <c:v>73.2</c:v>
                </c:pt>
                <c:pt idx="81003">
                  <c:v>54.98</c:v>
                </c:pt>
                <c:pt idx="81004">
                  <c:v>89.97</c:v>
                </c:pt>
                <c:pt idx="81005">
                  <c:v>131.96</c:v>
                </c:pt>
                <c:pt idx="81006">
                  <c:v>179.94</c:v>
                </c:pt>
                <c:pt idx="81007">
                  <c:v>124.96</c:v>
                </c:pt>
                <c:pt idx="81008">
                  <c:v>27.09</c:v>
                </c:pt>
                <c:pt idx="81009">
                  <c:v>59.98</c:v>
                </c:pt>
                <c:pt idx="81010">
                  <c:v>76.47</c:v>
                </c:pt>
                <c:pt idx="81011">
                  <c:v>74.97</c:v>
                </c:pt>
                <c:pt idx="81012">
                  <c:v>57.48</c:v>
                </c:pt>
                <c:pt idx="81013">
                  <c:v>69.97</c:v>
                </c:pt>
                <c:pt idx="81014">
                  <c:v>59.38</c:v>
                </c:pt>
                <c:pt idx="81015">
                  <c:v>91.47</c:v>
                </c:pt>
                <c:pt idx="81016">
                  <c:v>63.48</c:v>
                </c:pt>
                <c:pt idx="81017">
                  <c:v>55.98</c:v>
                </c:pt>
                <c:pt idx="81018">
                  <c:v>70.97</c:v>
                </c:pt>
                <c:pt idx="81019">
                  <c:v>63.97</c:v>
                </c:pt>
                <c:pt idx="81020">
                  <c:v>69.569999999999993</c:v>
                </c:pt>
                <c:pt idx="81021">
                  <c:v>73.97</c:v>
                </c:pt>
                <c:pt idx="81022">
                  <c:v>75.97</c:v>
                </c:pt>
                <c:pt idx="81023">
                  <c:v>47.38</c:v>
                </c:pt>
                <c:pt idx="81024">
                  <c:v>68.97</c:v>
                </c:pt>
                <c:pt idx="81025">
                  <c:v>68.97</c:v>
                </c:pt>
                <c:pt idx="81026">
                  <c:v>68.97</c:v>
                </c:pt>
                <c:pt idx="81027">
                  <c:v>68.97</c:v>
                </c:pt>
                <c:pt idx="81028">
                  <c:v>47.48</c:v>
                </c:pt>
                <c:pt idx="81029">
                  <c:v>66.819999999999993</c:v>
                </c:pt>
                <c:pt idx="81030">
                  <c:v>99.97</c:v>
                </c:pt>
                <c:pt idx="81031">
                  <c:v>164.38</c:v>
                </c:pt>
                <c:pt idx="81032">
                  <c:v>134.97999999999999</c:v>
                </c:pt>
                <c:pt idx="81033">
                  <c:v>99.98</c:v>
                </c:pt>
                <c:pt idx="81034">
                  <c:v>154.97</c:v>
                </c:pt>
                <c:pt idx="81035">
                  <c:v>68.989999999999995</c:v>
                </c:pt>
                <c:pt idx="81036">
                  <c:v>229.47</c:v>
                </c:pt>
                <c:pt idx="81037">
                  <c:v>254.97</c:v>
                </c:pt>
                <c:pt idx="81038">
                  <c:v>65.989999999999995</c:v>
                </c:pt>
                <c:pt idx="81039">
                  <c:v>53.98</c:v>
                </c:pt>
                <c:pt idx="81040">
                  <c:v>105.98</c:v>
                </c:pt>
                <c:pt idx="81041">
                  <c:v>94.98</c:v>
                </c:pt>
                <c:pt idx="81042">
                  <c:v>131.96</c:v>
                </c:pt>
                <c:pt idx="81043">
                  <c:v>121.98</c:v>
                </c:pt>
                <c:pt idx="81044">
                  <c:v>169.98</c:v>
                </c:pt>
                <c:pt idx="81045">
                  <c:v>149.97999999999999</c:v>
                </c:pt>
                <c:pt idx="81046">
                  <c:v>130.38</c:v>
                </c:pt>
                <c:pt idx="81047">
                  <c:v>68.989999999999995</c:v>
                </c:pt>
                <c:pt idx="81048">
                  <c:v>169.98</c:v>
                </c:pt>
                <c:pt idx="81049">
                  <c:v>123.86</c:v>
                </c:pt>
                <c:pt idx="81050">
                  <c:v>164.97</c:v>
                </c:pt>
                <c:pt idx="81051">
                  <c:v>68.989999999999995</c:v>
                </c:pt>
                <c:pt idx="81052">
                  <c:v>149.97999999999999</c:v>
                </c:pt>
                <c:pt idx="81053">
                  <c:v>130.38</c:v>
                </c:pt>
                <c:pt idx="81054">
                  <c:v>130.38</c:v>
                </c:pt>
                <c:pt idx="81055">
                  <c:v>164.97</c:v>
                </c:pt>
                <c:pt idx="81056">
                  <c:v>130.38</c:v>
                </c:pt>
                <c:pt idx="81057">
                  <c:v>123.86</c:v>
                </c:pt>
                <c:pt idx="81058">
                  <c:v>89.97</c:v>
                </c:pt>
                <c:pt idx="81059">
                  <c:v>92.37</c:v>
                </c:pt>
                <c:pt idx="81060">
                  <c:v>74.97</c:v>
                </c:pt>
                <c:pt idx="81061">
                  <c:v>132.57</c:v>
                </c:pt>
                <c:pt idx="81062">
                  <c:v>118.87</c:v>
                </c:pt>
                <c:pt idx="81063">
                  <c:v>119.96</c:v>
                </c:pt>
                <c:pt idx="81064">
                  <c:v>98.63</c:v>
                </c:pt>
                <c:pt idx="81065">
                  <c:v>79.98</c:v>
                </c:pt>
                <c:pt idx="81066">
                  <c:v>56.97</c:v>
                </c:pt>
                <c:pt idx="81067">
                  <c:v>69.930000000000007</c:v>
                </c:pt>
                <c:pt idx="81068">
                  <c:v>69.98</c:v>
                </c:pt>
                <c:pt idx="81069">
                  <c:v>284.95999999999998</c:v>
                </c:pt>
                <c:pt idx="81070">
                  <c:v>189.97</c:v>
                </c:pt>
                <c:pt idx="81071">
                  <c:v>254.97</c:v>
                </c:pt>
                <c:pt idx="81072">
                  <c:v>84.99</c:v>
                </c:pt>
                <c:pt idx="81073">
                  <c:v>169.98</c:v>
                </c:pt>
                <c:pt idx="81074">
                  <c:v>147.94999999999999</c:v>
                </c:pt>
                <c:pt idx="81075">
                  <c:v>57.98</c:v>
                </c:pt>
                <c:pt idx="81076">
                  <c:v>85.97</c:v>
                </c:pt>
                <c:pt idx="81077">
                  <c:v>115.34</c:v>
                </c:pt>
                <c:pt idx="81078">
                  <c:v>96.87</c:v>
                </c:pt>
                <c:pt idx="81079">
                  <c:v>131.96</c:v>
                </c:pt>
                <c:pt idx="81080">
                  <c:v>235.15</c:v>
                </c:pt>
                <c:pt idx="81081">
                  <c:v>134.26</c:v>
                </c:pt>
                <c:pt idx="81082">
                  <c:v>262.38</c:v>
                </c:pt>
                <c:pt idx="81083">
                  <c:v>59.96</c:v>
                </c:pt>
                <c:pt idx="81084">
                  <c:v>-9.99</c:v>
                </c:pt>
                <c:pt idx="81085">
                  <c:v>122.13</c:v>
                </c:pt>
                <c:pt idx="81086">
                  <c:v>42.49</c:v>
                </c:pt>
                <c:pt idx="81087">
                  <c:v>63.99</c:v>
                </c:pt>
                <c:pt idx="81088">
                  <c:v>115.78</c:v>
                </c:pt>
                <c:pt idx="81089">
                  <c:v>110.93</c:v>
                </c:pt>
                <c:pt idx="81090">
                  <c:v>51.98</c:v>
                </c:pt>
                <c:pt idx="81091">
                  <c:v>62.97</c:v>
                </c:pt>
                <c:pt idx="81092">
                  <c:v>51.98</c:v>
                </c:pt>
                <c:pt idx="81093">
                  <c:v>51.98</c:v>
                </c:pt>
                <c:pt idx="81094">
                  <c:v>51.98</c:v>
                </c:pt>
                <c:pt idx="81095">
                  <c:v>51.98</c:v>
                </c:pt>
                <c:pt idx="81096">
                  <c:v>51.98</c:v>
                </c:pt>
                <c:pt idx="81097">
                  <c:v>51.98</c:v>
                </c:pt>
                <c:pt idx="81098">
                  <c:v>51.98</c:v>
                </c:pt>
                <c:pt idx="81099">
                  <c:v>69.33</c:v>
                </c:pt>
                <c:pt idx="81100">
                  <c:v>51.98</c:v>
                </c:pt>
                <c:pt idx="81101">
                  <c:v>49.79</c:v>
                </c:pt>
                <c:pt idx="81102">
                  <c:v>51.98</c:v>
                </c:pt>
                <c:pt idx="81103">
                  <c:v>51.98</c:v>
                </c:pt>
                <c:pt idx="81104">
                  <c:v>51.98</c:v>
                </c:pt>
                <c:pt idx="81105">
                  <c:v>179.94</c:v>
                </c:pt>
                <c:pt idx="81106">
                  <c:v>181.95</c:v>
                </c:pt>
                <c:pt idx="81107">
                  <c:v>75.569999999999993</c:v>
                </c:pt>
                <c:pt idx="81108">
                  <c:v>206.46</c:v>
                </c:pt>
                <c:pt idx="81109">
                  <c:v>114.97</c:v>
                </c:pt>
                <c:pt idx="81110">
                  <c:v>137.97</c:v>
                </c:pt>
                <c:pt idx="81111">
                  <c:v>184.06</c:v>
                </c:pt>
                <c:pt idx="81112">
                  <c:v>84.99</c:v>
                </c:pt>
                <c:pt idx="81113">
                  <c:v>175.72</c:v>
                </c:pt>
                <c:pt idx="81114">
                  <c:v>151.97</c:v>
                </c:pt>
                <c:pt idx="81115">
                  <c:v>81.98</c:v>
                </c:pt>
                <c:pt idx="81116">
                  <c:v>239.54</c:v>
                </c:pt>
                <c:pt idx="81117">
                  <c:v>239.54</c:v>
                </c:pt>
                <c:pt idx="81118">
                  <c:v>165.74</c:v>
                </c:pt>
                <c:pt idx="81119">
                  <c:v>107.65</c:v>
                </c:pt>
                <c:pt idx="81120">
                  <c:v>136.91999999999999</c:v>
                </c:pt>
                <c:pt idx="81121">
                  <c:v>212.91</c:v>
                </c:pt>
                <c:pt idx="81122">
                  <c:v>113.94</c:v>
                </c:pt>
                <c:pt idx="81123">
                  <c:v>75.959999999999994</c:v>
                </c:pt>
                <c:pt idx="81124">
                  <c:v>75.959999999999994</c:v>
                </c:pt>
                <c:pt idx="81125">
                  <c:v>51.98</c:v>
                </c:pt>
                <c:pt idx="81126">
                  <c:v>75.959999999999994</c:v>
                </c:pt>
                <c:pt idx="81127">
                  <c:v>75.98</c:v>
                </c:pt>
                <c:pt idx="81128">
                  <c:v>60.52</c:v>
                </c:pt>
                <c:pt idx="81129">
                  <c:v>75.959999999999994</c:v>
                </c:pt>
                <c:pt idx="81130">
                  <c:v>175.94</c:v>
                </c:pt>
                <c:pt idx="81131">
                  <c:v>169.98</c:v>
                </c:pt>
                <c:pt idx="81132">
                  <c:v>165.97</c:v>
                </c:pt>
                <c:pt idx="81133">
                  <c:v>196.31</c:v>
                </c:pt>
                <c:pt idx="81134">
                  <c:v>169.98</c:v>
                </c:pt>
                <c:pt idx="81135">
                  <c:v>165.97</c:v>
                </c:pt>
                <c:pt idx="81136">
                  <c:v>196.31</c:v>
                </c:pt>
                <c:pt idx="81137">
                  <c:v>84.99</c:v>
                </c:pt>
                <c:pt idx="81138">
                  <c:v>137.97999999999999</c:v>
                </c:pt>
                <c:pt idx="81139">
                  <c:v>137.97999999999999</c:v>
                </c:pt>
                <c:pt idx="81140">
                  <c:v>69.97</c:v>
                </c:pt>
                <c:pt idx="81141">
                  <c:v>181.95</c:v>
                </c:pt>
                <c:pt idx="81142">
                  <c:v>-181.95</c:v>
                </c:pt>
                <c:pt idx="81143">
                  <c:v>-181.95</c:v>
                </c:pt>
                <c:pt idx="81144">
                  <c:v>69.97</c:v>
                </c:pt>
                <c:pt idx="81145">
                  <c:v>181.95</c:v>
                </c:pt>
                <c:pt idx="81146">
                  <c:v>175.94</c:v>
                </c:pt>
                <c:pt idx="81147">
                  <c:v>84.99</c:v>
                </c:pt>
                <c:pt idx="81148">
                  <c:v>84.99</c:v>
                </c:pt>
                <c:pt idx="81149">
                  <c:v>163.62</c:v>
                </c:pt>
                <c:pt idx="81150">
                  <c:v>152.97999999999999</c:v>
                </c:pt>
                <c:pt idx="81151">
                  <c:v>254.97</c:v>
                </c:pt>
                <c:pt idx="81152">
                  <c:v>147.97999999999999</c:v>
                </c:pt>
                <c:pt idx="81153">
                  <c:v>60.99</c:v>
                </c:pt>
                <c:pt idx="81154">
                  <c:v>60.99</c:v>
                </c:pt>
                <c:pt idx="81155">
                  <c:v>36.49</c:v>
                </c:pt>
                <c:pt idx="81156">
                  <c:v>87.98</c:v>
                </c:pt>
                <c:pt idx="81157">
                  <c:v>60.99</c:v>
                </c:pt>
                <c:pt idx="81158">
                  <c:v>70.98</c:v>
                </c:pt>
                <c:pt idx="81159">
                  <c:v>54.98</c:v>
                </c:pt>
                <c:pt idx="81160">
                  <c:v>76.98</c:v>
                </c:pt>
                <c:pt idx="81161">
                  <c:v>72.98</c:v>
                </c:pt>
                <c:pt idx="81162">
                  <c:v>60.99</c:v>
                </c:pt>
                <c:pt idx="81163">
                  <c:v>68.930000000000007</c:v>
                </c:pt>
                <c:pt idx="81164">
                  <c:v>79.849999999999994</c:v>
                </c:pt>
                <c:pt idx="81165">
                  <c:v>84.68</c:v>
                </c:pt>
                <c:pt idx="81166">
                  <c:v>119.77</c:v>
                </c:pt>
                <c:pt idx="81167">
                  <c:v>79.989999999999995</c:v>
                </c:pt>
                <c:pt idx="81168">
                  <c:v>79.989999999999995</c:v>
                </c:pt>
                <c:pt idx="81169">
                  <c:v>79.989999999999995</c:v>
                </c:pt>
                <c:pt idx="81170">
                  <c:v>159.97999999999999</c:v>
                </c:pt>
                <c:pt idx="81171">
                  <c:v>79.989999999999995</c:v>
                </c:pt>
                <c:pt idx="81172">
                  <c:v>181.44</c:v>
                </c:pt>
                <c:pt idx="81173">
                  <c:v>270.92</c:v>
                </c:pt>
                <c:pt idx="81174">
                  <c:v>270.92</c:v>
                </c:pt>
                <c:pt idx="81175">
                  <c:v>181.44</c:v>
                </c:pt>
                <c:pt idx="81176">
                  <c:v>73.97</c:v>
                </c:pt>
                <c:pt idx="81177">
                  <c:v>60.86</c:v>
                </c:pt>
                <c:pt idx="81178">
                  <c:v>70.97</c:v>
                </c:pt>
                <c:pt idx="81179">
                  <c:v>68.97</c:v>
                </c:pt>
                <c:pt idx="81180">
                  <c:v>89.97</c:v>
                </c:pt>
                <c:pt idx="81181">
                  <c:v>56.98</c:v>
                </c:pt>
                <c:pt idx="81182">
                  <c:v>68.97</c:v>
                </c:pt>
                <c:pt idx="81183">
                  <c:v>68.97</c:v>
                </c:pt>
                <c:pt idx="81184">
                  <c:v>51.98</c:v>
                </c:pt>
                <c:pt idx="81185">
                  <c:v>75.98</c:v>
                </c:pt>
                <c:pt idx="81186">
                  <c:v>65.64</c:v>
                </c:pt>
                <c:pt idx="81187">
                  <c:v>113.97</c:v>
                </c:pt>
                <c:pt idx="81188">
                  <c:v>68.489999999999995</c:v>
                </c:pt>
                <c:pt idx="81189">
                  <c:v>84.99</c:v>
                </c:pt>
                <c:pt idx="81190">
                  <c:v>51.98</c:v>
                </c:pt>
                <c:pt idx="81191">
                  <c:v>84.99</c:v>
                </c:pt>
                <c:pt idx="81192">
                  <c:v>68.989999999999995</c:v>
                </c:pt>
                <c:pt idx="81193">
                  <c:v>95.98</c:v>
                </c:pt>
                <c:pt idx="81194">
                  <c:v>77.77</c:v>
                </c:pt>
                <c:pt idx="81195">
                  <c:v>99.98</c:v>
                </c:pt>
                <c:pt idx="81196">
                  <c:v>120.98</c:v>
                </c:pt>
                <c:pt idx="81197">
                  <c:v>54.98</c:v>
                </c:pt>
                <c:pt idx="81198">
                  <c:v>63.27</c:v>
                </c:pt>
                <c:pt idx="81199">
                  <c:v>56.18</c:v>
                </c:pt>
                <c:pt idx="81200">
                  <c:v>181.44</c:v>
                </c:pt>
                <c:pt idx="81201">
                  <c:v>119.96</c:v>
                </c:pt>
                <c:pt idx="81202">
                  <c:v>71.959999999999994</c:v>
                </c:pt>
                <c:pt idx="81203">
                  <c:v>79.98</c:v>
                </c:pt>
                <c:pt idx="81204">
                  <c:v>195.37</c:v>
                </c:pt>
                <c:pt idx="81205">
                  <c:v>32.94</c:v>
                </c:pt>
                <c:pt idx="81206">
                  <c:v>62.31</c:v>
                </c:pt>
                <c:pt idx="81207">
                  <c:v>109.98</c:v>
                </c:pt>
                <c:pt idx="81208">
                  <c:v>109.98</c:v>
                </c:pt>
                <c:pt idx="81209">
                  <c:v>137.97999999999999</c:v>
                </c:pt>
                <c:pt idx="81210">
                  <c:v>99.84</c:v>
                </c:pt>
                <c:pt idx="81211">
                  <c:v>39.99</c:v>
                </c:pt>
                <c:pt idx="81212">
                  <c:v>44.99</c:v>
                </c:pt>
                <c:pt idx="81213">
                  <c:v>79.97</c:v>
                </c:pt>
                <c:pt idx="81214">
                  <c:v>93.97</c:v>
                </c:pt>
                <c:pt idx="81215">
                  <c:v>153.16999999999999</c:v>
                </c:pt>
                <c:pt idx="81216">
                  <c:v>99.97</c:v>
                </c:pt>
                <c:pt idx="81217">
                  <c:v>50.97</c:v>
                </c:pt>
                <c:pt idx="81218">
                  <c:v>149.94999999999999</c:v>
                </c:pt>
                <c:pt idx="81219">
                  <c:v>84.99</c:v>
                </c:pt>
                <c:pt idx="81220">
                  <c:v>69.989999999999995</c:v>
                </c:pt>
                <c:pt idx="81221">
                  <c:v>84.99</c:v>
                </c:pt>
                <c:pt idx="81222">
                  <c:v>84.99</c:v>
                </c:pt>
                <c:pt idx="81223">
                  <c:v>84.99</c:v>
                </c:pt>
                <c:pt idx="81224">
                  <c:v>59.96</c:v>
                </c:pt>
                <c:pt idx="81225">
                  <c:v>84.99</c:v>
                </c:pt>
                <c:pt idx="81226">
                  <c:v>103.98</c:v>
                </c:pt>
                <c:pt idx="81227">
                  <c:v>103.98</c:v>
                </c:pt>
                <c:pt idx="81228">
                  <c:v>98.97</c:v>
                </c:pt>
                <c:pt idx="81229">
                  <c:v>130.38</c:v>
                </c:pt>
                <c:pt idx="81230">
                  <c:v>84.99</c:v>
                </c:pt>
                <c:pt idx="81231">
                  <c:v>69.97</c:v>
                </c:pt>
                <c:pt idx="81232">
                  <c:v>63.98</c:v>
                </c:pt>
                <c:pt idx="81233">
                  <c:v>63.98</c:v>
                </c:pt>
                <c:pt idx="81234">
                  <c:v>52.98</c:v>
                </c:pt>
                <c:pt idx="81235">
                  <c:v>78.959999999999994</c:v>
                </c:pt>
                <c:pt idx="81236">
                  <c:v>61.98</c:v>
                </c:pt>
                <c:pt idx="81237">
                  <c:v>83.97</c:v>
                </c:pt>
                <c:pt idx="81238">
                  <c:v>71.180000000000007</c:v>
                </c:pt>
                <c:pt idx="81239">
                  <c:v>51.98</c:v>
                </c:pt>
                <c:pt idx="81240">
                  <c:v>67.97</c:v>
                </c:pt>
                <c:pt idx="81241">
                  <c:v>159.69999999999999</c:v>
                </c:pt>
                <c:pt idx="81242">
                  <c:v>159.69999999999999</c:v>
                </c:pt>
                <c:pt idx="81243">
                  <c:v>159.69999999999999</c:v>
                </c:pt>
                <c:pt idx="81244">
                  <c:v>153.31</c:v>
                </c:pt>
                <c:pt idx="81245">
                  <c:v>179.94</c:v>
                </c:pt>
                <c:pt idx="81246">
                  <c:v>239.92</c:v>
                </c:pt>
                <c:pt idx="81247">
                  <c:v>203.98</c:v>
                </c:pt>
                <c:pt idx="81248">
                  <c:v>174.93</c:v>
                </c:pt>
                <c:pt idx="81249">
                  <c:v>59.98</c:v>
                </c:pt>
                <c:pt idx="81250">
                  <c:v>59.98</c:v>
                </c:pt>
                <c:pt idx="81251">
                  <c:v>51.48</c:v>
                </c:pt>
                <c:pt idx="81252">
                  <c:v>59.98</c:v>
                </c:pt>
                <c:pt idx="81253">
                  <c:v>89.97</c:v>
                </c:pt>
                <c:pt idx="81254">
                  <c:v>53.98</c:v>
                </c:pt>
                <c:pt idx="81255">
                  <c:v>51.48</c:v>
                </c:pt>
                <c:pt idx="81256">
                  <c:v>51.48</c:v>
                </c:pt>
                <c:pt idx="81257">
                  <c:v>59.98</c:v>
                </c:pt>
                <c:pt idx="81258">
                  <c:v>59.98</c:v>
                </c:pt>
                <c:pt idx="81259">
                  <c:v>59.98</c:v>
                </c:pt>
                <c:pt idx="81260">
                  <c:v>129.9</c:v>
                </c:pt>
                <c:pt idx="81261">
                  <c:v>138.58000000000001</c:v>
                </c:pt>
                <c:pt idx="81262">
                  <c:v>346.82</c:v>
                </c:pt>
                <c:pt idx="81263">
                  <c:v>129.96</c:v>
                </c:pt>
                <c:pt idx="81264">
                  <c:v>182.93</c:v>
                </c:pt>
                <c:pt idx="81265">
                  <c:v>205.66</c:v>
                </c:pt>
                <c:pt idx="81266">
                  <c:v>145.18</c:v>
                </c:pt>
                <c:pt idx="81267">
                  <c:v>147.6</c:v>
                </c:pt>
                <c:pt idx="81268">
                  <c:v>153.65</c:v>
                </c:pt>
                <c:pt idx="81269">
                  <c:v>153.65</c:v>
                </c:pt>
                <c:pt idx="81270">
                  <c:v>153.65</c:v>
                </c:pt>
                <c:pt idx="81271">
                  <c:v>130.9</c:v>
                </c:pt>
                <c:pt idx="81272">
                  <c:v>59.98</c:v>
                </c:pt>
                <c:pt idx="81273">
                  <c:v>130.9</c:v>
                </c:pt>
                <c:pt idx="81274">
                  <c:v>59.98</c:v>
                </c:pt>
                <c:pt idx="81275">
                  <c:v>149.94999999999999</c:v>
                </c:pt>
                <c:pt idx="81276">
                  <c:v>88.47</c:v>
                </c:pt>
                <c:pt idx="81277">
                  <c:v>89.97</c:v>
                </c:pt>
                <c:pt idx="81278">
                  <c:v>48.98</c:v>
                </c:pt>
                <c:pt idx="81279">
                  <c:v>89.97</c:v>
                </c:pt>
                <c:pt idx="81280">
                  <c:v>74.97</c:v>
                </c:pt>
                <c:pt idx="81281">
                  <c:v>89.97</c:v>
                </c:pt>
                <c:pt idx="81282">
                  <c:v>73.98</c:v>
                </c:pt>
                <c:pt idx="81283">
                  <c:v>59.98</c:v>
                </c:pt>
                <c:pt idx="81284">
                  <c:v>63.97</c:v>
                </c:pt>
                <c:pt idx="81285">
                  <c:v>68.959999999999994</c:v>
                </c:pt>
                <c:pt idx="81286">
                  <c:v>80.97</c:v>
                </c:pt>
                <c:pt idx="81287">
                  <c:v>65.989999999999995</c:v>
                </c:pt>
                <c:pt idx="81288">
                  <c:v>142.96</c:v>
                </c:pt>
                <c:pt idx="81289">
                  <c:v>291.94</c:v>
                </c:pt>
                <c:pt idx="81290">
                  <c:v>165.89</c:v>
                </c:pt>
                <c:pt idx="81291">
                  <c:v>84.99</c:v>
                </c:pt>
                <c:pt idx="81292">
                  <c:v>77.400000000000006</c:v>
                </c:pt>
                <c:pt idx="81293">
                  <c:v>70.98</c:v>
                </c:pt>
                <c:pt idx="81294">
                  <c:v>138.41999999999999</c:v>
                </c:pt>
                <c:pt idx="81295">
                  <c:v>79.989999999999995</c:v>
                </c:pt>
                <c:pt idx="81296">
                  <c:v>98.98</c:v>
                </c:pt>
                <c:pt idx="81297">
                  <c:v>79.989999999999995</c:v>
                </c:pt>
                <c:pt idx="81298">
                  <c:v>160.22</c:v>
                </c:pt>
                <c:pt idx="81299">
                  <c:v>302.76</c:v>
                </c:pt>
                <c:pt idx="81300">
                  <c:v>159.25</c:v>
                </c:pt>
                <c:pt idx="81301">
                  <c:v>104.97</c:v>
                </c:pt>
                <c:pt idx="81302">
                  <c:v>129.96</c:v>
                </c:pt>
                <c:pt idx="81303">
                  <c:v>129.96</c:v>
                </c:pt>
                <c:pt idx="81304">
                  <c:v>128.96</c:v>
                </c:pt>
                <c:pt idx="81305">
                  <c:v>134.96</c:v>
                </c:pt>
                <c:pt idx="81306">
                  <c:v>167.36</c:v>
                </c:pt>
                <c:pt idx="81307">
                  <c:v>65.989999999999995</c:v>
                </c:pt>
                <c:pt idx="81308">
                  <c:v>65.989999999999995</c:v>
                </c:pt>
                <c:pt idx="81309">
                  <c:v>65.989999999999995</c:v>
                </c:pt>
                <c:pt idx="81310">
                  <c:v>68.989999999999995</c:v>
                </c:pt>
                <c:pt idx="81311">
                  <c:v>65.989999999999995</c:v>
                </c:pt>
                <c:pt idx="81312">
                  <c:v>51.99</c:v>
                </c:pt>
                <c:pt idx="81313">
                  <c:v>65.989999999999995</c:v>
                </c:pt>
                <c:pt idx="81314">
                  <c:v>65.989999999999995</c:v>
                </c:pt>
                <c:pt idx="81315">
                  <c:v>54.99</c:v>
                </c:pt>
                <c:pt idx="81316">
                  <c:v>175.3</c:v>
                </c:pt>
                <c:pt idx="81317">
                  <c:v>75.98</c:v>
                </c:pt>
                <c:pt idx="81318">
                  <c:v>113.97</c:v>
                </c:pt>
                <c:pt idx="81319">
                  <c:v>79.97</c:v>
                </c:pt>
                <c:pt idx="81320">
                  <c:v>113.97</c:v>
                </c:pt>
                <c:pt idx="81321">
                  <c:v>151.96</c:v>
                </c:pt>
                <c:pt idx="81322">
                  <c:v>75.98</c:v>
                </c:pt>
                <c:pt idx="81323">
                  <c:v>75.98</c:v>
                </c:pt>
                <c:pt idx="81324">
                  <c:v>113.97</c:v>
                </c:pt>
                <c:pt idx="81325">
                  <c:v>114.12</c:v>
                </c:pt>
                <c:pt idx="81326">
                  <c:v>51.96</c:v>
                </c:pt>
                <c:pt idx="81327">
                  <c:v>95.93</c:v>
                </c:pt>
                <c:pt idx="81328">
                  <c:v>59.39</c:v>
                </c:pt>
                <c:pt idx="81329">
                  <c:v>112.62</c:v>
                </c:pt>
                <c:pt idx="81330">
                  <c:v>79.17</c:v>
                </c:pt>
                <c:pt idx="81331">
                  <c:v>50.98</c:v>
                </c:pt>
                <c:pt idx="81332">
                  <c:v>76.97</c:v>
                </c:pt>
                <c:pt idx="81333">
                  <c:v>116.97</c:v>
                </c:pt>
                <c:pt idx="81334">
                  <c:v>50.96</c:v>
                </c:pt>
                <c:pt idx="81335">
                  <c:v>54.99</c:v>
                </c:pt>
                <c:pt idx="81336">
                  <c:v>114.16</c:v>
                </c:pt>
                <c:pt idx="81337">
                  <c:v>109.98</c:v>
                </c:pt>
                <c:pt idx="81338">
                  <c:v>114.97</c:v>
                </c:pt>
                <c:pt idx="81339">
                  <c:v>71.06</c:v>
                </c:pt>
                <c:pt idx="81340">
                  <c:v>82.2</c:v>
                </c:pt>
                <c:pt idx="81341">
                  <c:v>234.94</c:v>
                </c:pt>
                <c:pt idx="81342">
                  <c:v>542.80999999999995</c:v>
                </c:pt>
                <c:pt idx="81343">
                  <c:v>99.98</c:v>
                </c:pt>
                <c:pt idx="81344">
                  <c:v>95.98</c:v>
                </c:pt>
                <c:pt idx="81345">
                  <c:v>93.98</c:v>
                </c:pt>
                <c:pt idx="81346">
                  <c:v>111.65</c:v>
                </c:pt>
                <c:pt idx="81347">
                  <c:v>89.98</c:v>
                </c:pt>
                <c:pt idx="81348">
                  <c:v>135.97</c:v>
                </c:pt>
                <c:pt idx="81349">
                  <c:v>99.98</c:v>
                </c:pt>
                <c:pt idx="81350">
                  <c:v>61.96</c:v>
                </c:pt>
                <c:pt idx="81351">
                  <c:v>59.97</c:v>
                </c:pt>
                <c:pt idx="81352">
                  <c:v>67.959999999999994</c:v>
                </c:pt>
                <c:pt idx="81353">
                  <c:v>82.97</c:v>
                </c:pt>
                <c:pt idx="81354">
                  <c:v>154.94999999999999</c:v>
                </c:pt>
                <c:pt idx="81355">
                  <c:v>101.97</c:v>
                </c:pt>
                <c:pt idx="81356">
                  <c:v>88.97</c:v>
                </c:pt>
                <c:pt idx="81357">
                  <c:v>53.98</c:v>
                </c:pt>
                <c:pt idx="81358">
                  <c:v>53.98</c:v>
                </c:pt>
                <c:pt idx="81359">
                  <c:v>63.21</c:v>
                </c:pt>
                <c:pt idx="81360">
                  <c:v>53.98</c:v>
                </c:pt>
                <c:pt idx="81361">
                  <c:v>53.98</c:v>
                </c:pt>
                <c:pt idx="81362">
                  <c:v>98.96</c:v>
                </c:pt>
                <c:pt idx="81363">
                  <c:v>67.97</c:v>
                </c:pt>
                <c:pt idx="81364">
                  <c:v>65.98</c:v>
                </c:pt>
                <c:pt idx="81365">
                  <c:v>84.97</c:v>
                </c:pt>
                <c:pt idx="81366">
                  <c:v>53.98</c:v>
                </c:pt>
                <c:pt idx="81367">
                  <c:v>55.98</c:v>
                </c:pt>
                <c:pt idx="81368">
                  <c:v>104.98</c:v>
                </c:pt>
                <c:pt idx="81369">
                  <c:v>120.97</c:v>
                </c:pt>
                <c:pt idx="81370">
                  <c:v>75.09</c:v>
                </c:pt>
                <c:pt idx="81371">
                  <c:v>84.99</c:v>
                </c:pt>
                <c:pt idx="81372">
                  <c:v>119.97</c:v>
                </c:pt>
                <c:pt idx="81373">
                  <c:v>78.22</c:v>
                </c:pt>
                <c:pt idx="81374">
                  <c:v>104.98</c:v>
                </c:pt>
                <c:pt idx="81375">
                  <c:v>65.319999999999993</c:v>
                </c:pt>
                <c:pt idx="81376">
                  <c:v>176.61</c:v>
                </c:pt>
                <c:pt idx="81377">
                  <c:v>82.24</c:v>
                </c:pt>
                <c:pt idx="81378">
                  <c:v>61.74</c:v>
                </c:pt>
                <c:pt idx="81379">
                  <c:v>79.84</c:v>
                </c:pt>
                <c:pt idx="81380">
                  <c:v>119.96</c:v>
                </c:pt>
                <c:pt idx="81381">
                  <c:v>119.96</c:v>
                </c:pt>
                <c:pt idx="81382">
                  <c:v>59.98</c:v>
                </c:pt>
                <c:pt idx="81383">
                  <c:v>59.98</c:v>
                </c:pt>
                <c:pt idx="81384">
                  <c:v>95.96</c:v>
                </c:pt>
                <c:pt idx="81385">
                  <c:v>125.19</c:v>
                </c:pt>
                <c:pt idx="81386">
                  <c:v>75.959999999999994</c:v>
                </c:pt>
                <c:pt idx="81387">
                  <c:v>95.96</c:v>
                </c:pt>
                <c:pt idx="81388">
                  <c:v>75.959999999999994</c:v>
                </c:pt>
                <c:pt idx="81389">
                  <c:v>75.959999999999994</c:v>
                </c:pt>
                <c:pt idx="81390">
                  <c:v>59.98</c:v>
                </c:pt>
                <c:pt idx="81391">
                  <c:v>59.98</c:v>
                </c:pt>
                <c:pt idx="81392">
                  <c:v>59.98</c:v>
                </c:pt>
                <c:pt idx="81393">
                  <c:v>59.98</c:v>
                </c:pt>
                <c:pt idx="81394">
                  <c:v>75.959999999999994</c:v>
                </c:pt>
                <c:pt idx="81395">
                  <c:v>95.96</c:v>
                </c:pt>
                <c:pt idx="81396">
                  <c:v>125.19</c:v>
                </c:pt>
                <c:pt idx="81397">
                  <c:v>87.25</c:v>
                </c:pt>
                <c:pt idx="81398">
                  <c:v>132.68</c:v>
                </c:pt>
                <c:pt idx="81399">
                  <c:v>95.96</c:v>
                </c:pt>
                <c:pt idx="81400">
                  <c:v>132.68</c:v>
                </c:pt>
                <c:pt idx="81401">
                  <c:v>59.98</c:v>
                </c:pt>
                <c:pt idx="81402">
                  <c:v>59.98</c:v>
                </c:pt>
                <c:pt idx="81403">
                  <c:v>53.98</c:v>
                </c:pt>
                <c:pt idx="81404">
                  <c:v>59.98</c:v>
                </c:pt>
                <c:pt idx="81405">
                  <c:v>53.98</c:v>
                </c:pt>
                <c:pt idx="81406">
                  <c:v>59.98</c:v>
                </c:pt>
                <c:pt idx="81407">
                  <c:v>87.25</c:v>
                </c:pt>
                <c:pt idx="81408">
                  <c:v>50.61</c:v>
                </c:pt>
                <c:pt idx="81409">
                  <c:v>115.96</c:v>
                </c:pt>
                <c:pt idx="81410">
                  <c:v>32.24</c:v>
                </c:pt>
                <c:pt idx="81411">
                  <c:v>26.49</c:v>
                </c:pt>
                <c:pt idx="81412">
                  <c:v>144.68</c:v>
                </c:pt>
                <c:pt idx="81413">
                  <c:v>62.98</c:v>
                </c:pt>
                <c:pt idx="81414">
                  <c:v>26.49</c:v>
                </c:pt>
                <c:pt idx="81415">
                  <c:v>31.49</c:v>
                </c:pt>
                <c:pt idx="81416">
                  <c:v>37.24</c:v>
                </c:pt>
                <c:pt idx="81417">
                  <c:v>50.98</c:v>
                </c:pt>
                <c:pt idx="81418">
                  <c:v>50.98</c:v>
                </c:pt>
                <c:pt idx="81419">
                  <c:v>25.49</c:v>
                </c:pt>
                <c:pt idx="81420">
                  <c:v>51.48</c:v>
                </c:pt>
                <c:pt idx="81421">
                  <c:v>147.6</c:v>
                </c:pt>
                <c:pt idx="81422">
                  <c:v>73.8</c:v>
                </c:pt>
                <c:pt idx="81423">
                  <c:v>88.31</c:v>
                </c:pt>
                <c:pt idx="81424">
                  <c:v>117.35</c:v>
                </c:pt>
                <c:pt idx="81425">
                  <c:v>73.8</c:v>
                </c:pt>
                <c:pt idx="81426">
                  <c:v>117.35</c:v>
                </c:pt>
                <c:pt idx="81427">
                  <c:v>140.24</c:v>
                </c:pt>
                <c:pt idx="81428">
                  <c:v>58.97</c:v>
                </c:pt>
                <c:pt idx="81429">
                  <c:v>222.94</c:v>
                </c:pt>
                <c:pt idx="81430">
                  <c:v>59.97</c:v>
                </c:pt>
                <c:pt idx="81431">
                  <c:v>73.569999999999993</c:v>
                </c:pt>
                <c:pt idx="81432">
                  <c:v>91.77</c:v>
                </c:pt>
                <c:pt idx="81433">
                  <c:v>59.96</c:v>
                </c:pt>
                <c:pt idx="81434">
                  <c:v>151.13999999999999</c:v>
                </c:pt>
                <c:pt idx="81435">
                  <c:v>119.66</c:v>
                </c:pt>
                <c:pt idx="81436">
                  <c:v>113.63</c:v>
                </c:pt>
                <c:pt idx="81437">
                  <c:v>285.49</c:v>
                </c:pt>
                <c:pt idx="81438">
                  <c:v>203.23</c:v>
                </c:pt>
                <c:pt idx="81439">
                  <c:v>384.7</c:v>
                </c:pt>
                <c:pt idx="81440">
                  <c:v>46.29</c:v>
                </c:pt>
                <c:pt idx="81441">
                  <c:v>51.94</c:v>
                </c:pt>
                <c:pt idx="81442">
                  <c:v>79.41</c:v>
                </c:pt>
                <c:pt idx="81443">
                  <c:v>74.98</c:v>
                </c:pt>
                <c:pt idx="81444">
                  <c:v>83.99</c:v>
                </c:pt>
                <c:pt idx="81445">
                  <c:v>46.29</c:v>
                </c:pt>
                <c:pt idx="81446">
                  <c:v>72.239999999999995</c:v>
                </c:pt>
                <c:pt idx="81447">
                  <c:v>84.99</c:v>
                </c:pt>
                <c:pt idx="81448">
                  <c:v>74.989999999999995</c:v>
                </c:pt>
                <c:pt idx="81449">
                  <c:v>66.489999999999995</c:v>
                </c:pt>
                <c:pt idx="81450">
                  <c:v>87.07</c:v>
                </c:pt>
                <c:pt idx="81451">
                  <c:v>88.29</c:v>
                </c:pt>
                <c:pt idx="81452">
                  <c:v>67.819999999999993</c:v>
                </c:pt>
                <c:pt idx="81453">
                  <c:v>39.979999999999997</c:v>
                </c:pt>
                <c:pt idx="81454">
                  <c:v>66.489999999999995</c:v>
                </c:pt>
                <c:pt idx="81455">
                  <c:v>184.97</c:v>
                </c:pt>
                <c:pt idx="81456">
                  <c:v>66.489999999999995</c:v>
                </c:pt>
                <c:pt idx="81457">
                  <c:v>57.96</c:v>
                </c:pt>
                <c:pt idx="81458">
                  <c:v>37.29</c:v>
                </c:pt>
                <c:pt idx="81459">
                  <c:v>63.98</c:v>
                </c:pt>
                <c:pt idx="81460">
                  <c:v>92.92</c:v>
                </c:pt>
                <c:pt idx="81461">
                  <c:v>62.22</c:v>
                </c:pt>
                <c:pt idx="81462">
                  <c:v>76.400000000000006</c:v>
                </c:pt>
                <c:pt idx="81463">
                  <c:v>159.69999999999999</c:v>
                </c:pt>
                <c:pt idx="81464">
                  <c:v>79.849999999999994</c:v>
                </c:pt>
                <c:pt idx="81465">
                  <c:v>159.69999999999999</c:v>
                </c:pt>
                <c:pt idx="81466">
                  <c:v>71.86</c:v>
                </c:pt>
                <c:pt idx="81467">
                  <c:v>79.849999999999994</c:v>
                </c:pt>
                <c:pt idx="81468">
                  <c:v>159.69999999999999</c:v>
                </c:pt>
                <c:pt idx="81469">
                  <c:v>-79.849999999999994</c:v>
                </c:pt>
                <c:pt idx="81470">
                  <c:v>216.89</c:v>
                </c:pt>
                <c:pt idx="81471">
                  <c:v>331.88</c:v>
                </c:pt>
                <c:pt idx="81472">
                  <c:v>51.96</c:v>
                </c:pt>
                <c:pt idx="81473">
                  <c:v>64.95</c:v>
                </c:pt>
                <c:pt idx="81474">
                  <c:v>173.47</c:v>
                </c:pt>
                <c:pt idx="81475">
                  <c:v>148.72</c:v>
                </c:pt>
                <c:pt idx="81476">
                  <c:v>151.26</c:v>
                </c:pt>
                <c:pt idx="81477">
                  <c:v>152.97999999999999</c:v>
                </c:pt>
                <c:pt idx="81478">
                  <c:v>53.98</c:v>
                </c:pt>
                <c:pt idx="81479">
                  <c:v>149.97</c:v>
                </c:pt>
                <c:pt idx="81480">
                  <c:v>254.97</c:v>
                </c:pt>
                <c:pt idx="81481">
                  <c:v>213.95</c:v>
                </c:pt>
                <c:pt idx="81482">
                  <c:v>169.98</c:v>
                </c:pt>
                <c:pt idx="81483">
                  <c:v>141.07</c:v>
                </c:pt>
                <c:pt idx="81484">
                  <c:v>144.96</c:v>
                </c:pt>
                <c:pt idx="81485">
                  <c:v>74.98</c:v>
                </c:pt>
                <c:pt idx="81486">
                  <c:v>75.180000000000007</c:v>
                </c:pt>
                <c:pt idx="81487">
                  <c:v>51.98</c:v>
                </c:pt>
                <c:pt idx="81488">
                  <c:v>75.98</c:v>
                </c:pt>
                <c:pt idx="81489">
                  <c:v>89.98</c:v>
                </c:pt>
                <c:pt idx="81490">
                  <c:v>89.98</c:v>
                </c:pt>
                <c:pt idx="81491">
                  <c:v>69.05</c:v>
                </c:pt>
                <c:pt idx="81492">
                  <c:v>89.98</c:v>
                </c:pt>
                <c:pt idx="81493">
                  <c:v>81.56</c:v>
                </c:pt>
                <c:pt idx="81494">
                  <c:v>63.98</c:v>
                </c:pt>
                <c:pt idx="81495">
                  <c:v>89.98</c:v>
                </c:pt>
                <c:pt idx="81496">
                  <c:v>119.96</c:v>
                </c:pt>
                <c:pt idx="81497">
                  <c:v>109.96</c:v>
                </c:pt>
                <c:pt idx="81498">
                  <c:v>74.97</c:v>
                </c:pt>
                <c:pt idx="81499">
                  <c:v>121.46</c:v>
                </c:pt>
                <c:pt idx="81500">
                  <c:v>89.97</c:v>
                </c:pt>
                <c:pt idx="81501">
                  <c:v>15.49</c:v>
                </c:pt>
                <c:pt idx="81502">
                  <c:v>111.46</c:v>
                </c:pt>
                <c:pt idx="81503">
                  <c:v>197.97</c:v>
                </c:pt>
                <c:pt idx="81504">
                  <c:v>229.47</c:v>
                </c:pt>
                <c:pt idx="81505">
                  <c:v>171.97</c:v>
                </c:pt>
                <c:pt idx="81506">
                  <c:v>66.84</c:v>
                </c:pt>
                <c:pt idx="81507">
                  <c:v>65.319999999999993</c:v>
                </c:pt>
                <c:pt idx="81508">
                  <c:v>74.97</c:v>
                </c:pt>
                <c:pt idx="81509">
                  <c:v>78.599999999999994</c:v>
                </c:pt>
                <c:pt idx="81510">
                  <c:v>90.71</c:v>
                </c:pt>
                <c:pt idx="81511">
                  <c:v>105.22</c:v>
                </c:pt>
                <c:pt idx="81512">
                  <c:v>87.07</c:v>
                </c:pt>
                <c:pt idx="81513">
                  <c:v>105.96</c:v>
                </c:pt>
                <c:pt idx="81514">
                  <c:v>105.96</c:v>
                </c:pt>
                <c:pt idx="81515">
                  <c:v>169.98</c:v>
                </c:pt>
                <c:pt idx="81516">
                  <c:v>169.98</c:v>
                </c:pt>
                <c:pt idx="81517">
                  <c:v>197.97</c:v>
                </c:pt>
                <c:pt idx="81518">
                  <c:v>197.97</c:v>
                </c:pt>
                <c:pt idx="81519">
                  <c:v>131.97999999999999</c:v>
                </c:pt>
                <c:pt idx="81520">
                  <c:v>207.96</c:v>
                </c:pt>
                <c:pt idx="81521">
                  <c:v>207.96</c:v>
                </c:pt>
                <c:pt idx="81522">
                  <c:v>159.97999999999999</c:v>
                </c:pt>
                <c:pt idx="81523">
                  <c:v>159.97999999999999</c:v>
                </c:pt>
                <c:pt idx="81524">
                  <c:v>169.98</c:v>
                </c:pt>
                <c:pt idx="81525">
                  <c:v>169.98</c:v>
                </c:pt>
                <c:pt idx="81526">
                  <c:v>181.97</c:v>
                </c:pt>
                <c:pt idx="81527">
                  <c:v>181.97</c:v>
                </c:pt>
                <c:pt idx="81528">
                  <c:v>131.97999999999999</c:v>
                </c:pt>
                <c:pt idx="81529">
                  <c:v>76.489999999999995</c:v>
                </c:pt>
                <c:pt idx="81530">
                  <c:v>93.98</c:v>
                </c:pt>
                <c:pt idx="81531">
                  <c:v>93.98</c:v>
                </c:pt>
                <c:pt idx="81532">
                  <c:v>84.99</c:v>
                </c:pt>
                <c:pt idx="81533">
                  <c:v>65.989999999999995</c:v>
                </c:pt>
                <c:pt idx="81534">
                  <c:v>61.98</c:v>
                </c:pt>
                <c:pt idx="81535">
                  <c:v>31.29</c:v>
                </c:pt>
                <c:pt idx="81536">
                  <c:v>90.97</c:v>
                </c:pt>
                <c:pt idx="81537">
                  <c:v>89.98</c:v>
                </c:pt>
                <c:pt idx="81538">
                  <c:v>53.68</c:v>
                </c:pt>
                <c:pt idx="81539">
                  <c:v>61.98</c:v>
                </c:pt>
                <c:pt idx="81540">
                  <c:v>70.59</c:v>
                </c:pt>
                <c:pt idx="81541">
                  <c:v>89.98</c:v>
                </c:pt>
                <c:pt idx="81542">
                  <c:v>129.93</c:v>
                </c:pt>
                <c:pt idx="81543">
                  <c:v>61.98</c:v>
                </c:pt>
                <c:pt idx="81544">
                  <c:v>83.97</c:v>
                </c:pt>
                <c:pt idx="81545">
                  <c:v>92.97</c:v>
                </c:pt>
                <c:pt idx="81546">
                  <c:v>55.98</c:v>
                </c:pt>
                <c:pt idx="81547">
                  <c:v>84.78</c:v>
                </c:pt>
                <c:pt idx="81548">
                  <c:v>83.97</c:v>
                </c:pt>
                <c:pt idx="81549">
                  <c:v>55.98</c:v>
                </c:pt>
                <c:pt idx="81550">
                  <c:v>83.97</c:v>
                </c:pt>
                <c:pt idx="81551">
                  <c:v>55.98</c:v>
                </c:pt>
                <c:pt idx="81552">
                  <c:v>142.94999999999999</c:v>
                </c:pt>
                <c:pt idx="81553">
                  <c:v>142.94999999999999</c:v>
                </c:pt>
                <c:pt idx="81554">
                  <c:v>142.94999999999999</c:v>
                </c:pt>
                <c:pt idx="81555">
                  <c:v>73.98</c:v>
                </c:pt>
                <c:pt idx="81556">
                  <c:v>144.97</c:v>
                </c:pt>
                <c:pt idx="81557">
                  <c:v>64.97</c:v>
                </c:pt>
                <c:pt idx="81558">
                  <c:v>73.98</c:v>
                </c:pt>
                <c:pt idx="81559">
                  <c:v>20.49</c:v>
                </c:pt>
                <c:pt idx="81560">
                  <c:v>73.98</c:v>
                </c:pt>
                <c:pt idx="81561">
                  <c:v>55.98</c:v>
                </c:pt>
                <c:pt idx="81562">
                  <c:v>41.48</c:v>
                </c:pt>
                <c:pt idx="81563">
                  <c:v>73.98</c:v>
                </c:pt>
                <c:pt idx="81564">
                  <c:v>69.98</c:v>
                </c:pt>
                <c:pt idx="81565">
                  <c:v>59.98</c:v>
                </c:pt>
                <c:pt idx="81566">
                  <c:v>59.98</c:v>
                </c:pt>
                <c:pt idx="81567">
                  <c:v>55.35</c:v>
                </c:pt>
                <c:pt idx="81568">
                  <c:v>51.98</c:v>
                </c:pt>
                <c:pt idx="81569">
                  <c:v>65.98</c:v>
                </c:pt>
                <c:pt idx="81570">
                  <c:v>73.98</c:v>
                </c:pt>
                <c:pt idx="81571">
                  <c:v>44.48</c:v>
                </c:pt>
                <c:pt idx="81572">
                  <c:v>94.97</c:v>
                </c:pt>
                <c:pt idx="81573">
                  <c:v>104.18</c:v>
                </c:pt>
                <c:pt idx="81574">
                  <c:v>146.97</c:v>
                </c:pt>
                <c:pt idx="81575">
                  <c:v>119.95</c:v>
                </c:pt>
                <c:pt idx="81576">
                  <c:v>54.98</c:v>
                </c:pt>
                <c:pt idx="81577">
                  <c:v>82.82</c:v>
                </c:pt>
                <c:pt idx="81578">
                  <c:v>63.98</c:v>
                </c:pt>
                <c:pt idx="81579">
                  <c:v>74.97</c:v>
                </c:pt>
                <c:pt idx="81580">
                  <c:v>63.98</c:v>
                </c:pt>
                <c:pt idx="81581">
                  <c:v>87.98</c:v>
                </c:pt>
                <c:pt idx="81582">
                  <c:v>89.98</c:v>
                </c:pt>
                <c:pt idx="81583">
                  <c:v>63.98</c:v>
                </c:pt>
                <c:pt idx="81584">
                  <c:v>119.96</c:v>
                </c:pt>
                <c:pt idx="81585">
                  <c:v>53.98</c:v>
                </c:pt>
                <c:pt idx="81586">
                  <c:v>73.98</c:v>
                </c:pt>
                <c:pt idx="81587">
                  <c:v>136.94999999999999</c:v>
                </c:pt>
                <c:pt idx="81588">
                  <c:v>149.94999999999999</c:v>
                </c:pt>
                <c:pt idx="81589">
                  <c:v>227.88</c:v>
                </c:pt>
                <c:pt idx="81590">
                  <c:v>56.97</c:v>
                </c:pt>
                <c:pt idx="81591">
                  <c:v>55.96</c:v>
                </c:pt>
                <c:pt idx="81592">
                  <c:v>89.98</c:v>
                </c:pt>
                <c:pt idx="81593">
                  <c:v>189.92</c:v>
                </c:pt>
                <c:pt idx="81594">
                  <c:v>44.99</c:v>
                </c:pt>
                <c:pt idx="81595">
                  <c:v>97.93</c:v>
                </c:pt>
                <c:pt idx="81596">
                  <c:v>182.91</c:v>
                </c:pt>
                <c:pt idx="81597">
                  <c:v>97.93</c:v>
                </c:pt>
                <c:pt idx="81598">
                  <c:v>449.85</c:v>
                </c:pt>
                <c:pt idx="81599">
                  <c:v>239.92</c:v>
                </c:pt>
                <c:pt idx="81600">
                  <c:v>99.96</c:v>
                </c:pt>
                <c:pt idx="81601">
                  <c:v>189.92</c:v>
                </c:pt>
                <c:pt idx="81602">
                  <c:v>89.94</c:v>
                </c:pt>
                <c:pt idx="81603">
                  <c:v>353.9</c:v>
                </c:pt>
                <c:pt idx="81604">
                  <c:v>59.98</c:v>
                </c:pt>
                <c:pt idx="81605">
                  <c:v>79.97</c:v>
                </c:pt>
                <c:pt idx="81606">
                  <c:v>74.97</c:v>
                </c:pt>
                <c:pt idx="81607">
                  <c:v>59.98</c:v>
                </c:pt>
                <c:pt idx="81608">
                  <c:v>53.98</c:v>
                </c:pt>
                <c:pt idx="81609">
                  <c:v>59.98</c:v>
                </c:pt>
                <c:pt idx="81610">
                  <c:v>59.98</c:v>
                </c:pt>
                <c:pt idx="81611">
                  <c:v>63.96</c:v>
                </c:pt>
                <c:pt idx="81612">
                  <c:v>182.97</c:v>
                </c:pt>
                <c:pt idx="81613">
                  <c:v>141.97</c:v>
                </c:pt>
                <c:pt idx="81614">
                  <c:v>121.98</c:v>
                </c:pt>
                <c:pt idx="81615">
                  <c:v>157.96</c:v>
                </c:pt>
                <c:pt idx="81616">
                  <c:v>51.96</c:v>
                </c:pt>
                <c:pt idx="81617">
                  <c:v>51.96</c:v>
                </c:pt>
                <c:pt idx="81618">
                  <c:v>162.93</c:v>
                </c:pt>
                <c:pt idx="81619">
                  <c:v>105.98</c:v>
                </c:pt>
                <c:pt idx="81620">
                  <c:v>84.99</c:v>
                </c:pt>
                <c:pt idx="81621">
                  <c:v>68.989999999999995</c:v>
                </c:pt>
                <c:pt idx="81622">
                  <c:v>49.49</c:v>
                </c:pt>
                <c:pt idx="81623">
                  <c:v>68.989999999999995</c:v>
                </c:pt>
                <c:pt idx="81624">
                  <c:v>115.18</c:v>
                </c:pt>
                <c:pt idx="81625">
                  <c:v>58.2</c:v>
                </c:pt>
                <c:pt idx="81626">
                  <c:v>79.959999999999994</c:v>
                </c:pt>
                <c:pt idx="81627">
                  <c:v>79.959999999999994</c:v>
                </c:pt>
                <c:pt idx="81628">
                  <c:v>41.79</c:v>
                </c:pt>
                <c:pt idx="81629">
                  <c:v>79.959999999999994</c:v>
                </c:pt>
                <c:pt idx="81630">
                  <c:v>89.98</c:v>
                </c:pt>
                <c:pt idx="81631">
                  <c:v>79.959999999999994</c:v>
                </c:pt>
                <c:pt idx="81632">
                  <c:v>149.93</c:v>
                </c:pt>
                <c:pt idx="81633">
                  <c:v>59.95</c:v>
                </c:pt>
                <c:pt idx="81634">
                  <c:v>46.29</c:v>
                </c:pt>
                <c:pt idx="81635">
                  <c:v>69.98</c:v>
                </c:pt>
                <c:pt idx="81636">
                  <c:v>79.849999999999994</c:v>
                </c:pt>
                <c:pt idx="81637">
                  <c:v>159.69999999999999</c:v>
                </c:pt>
                <c:pt idx="81638">
                  <c:v>143.72</c:v>
                </c:pt>
                <c:pt idx="81639">
                  <c:v>79.05</c:v>
                </c:pt>
                <c:pt idx="81640">
                  <c:v>159.69999999999999</c:v>
                </c:pt>
                <c:pt idx="81641">
                  <c:v>144.47999999999999</c:v>
                </c:pt>
                <c:pt idx="81642">
                  <c:v>166.58</c:v>
                </c:pt>
                <c:pt idx="81643">
                  <c:v>153.97999999999999</c:v>
                </c:pt>
                <c:pt idx="81644">
                  <c:v>159.97999999999999</c:v>
                </c:pt>
                <c:pt idx="81645">
                  <c:v>105.97</c:v>
                </c:pt>
                <c:pt idx="81646">
                  <c:v>119.96</c:v>
                </c:pt>
                <c:pt idx="81647">
                  <c:v>149.96</c:v>
                </c:pt>
                <c:pt idx="81648">
                  <c:v>119.96</c:v>
                </c:pt>
                <c:pt idx="81649">
                  <c:v>119.96</c:v>
                </c:pt>
                <c:pt idx="81650">
                  <c:v>149.96</c:v>
                </c:pt>
                <c:pt idx="81651">
                  <c:v>74.98</c:v>
                </c:pt>
                <c:pt idx="81652">
                  <c:v>122.16</c:v>
                </c:pt>
                <c:pt idx="81653">
                  <c:v>71.12</c:v>
                </c:pt>
                <c:pt idx="81654">
                  <c:v>72.56</c:v>
                </c:pt>
                <c:pt idx="81655">
                  <c:v>130.63</c:v>
                </c:pt>
                <c:pt idx="81656">
                  <c:v>72.56</c:v>
                </c:pt>
                <c:pt idx="81657">
                  <c:v>120.94</c:v>
                </c:pt>
                <c:pt idx="81658">
                  <c:v>118.78</c:v>
                </c:pt>
                <c:pt idx="81659">
                  <c:v>89.23</c:v>
                </c:pt>
                <c:pt idx="81660">
                  <c:v>89.23</c:v>
                </c:pt>
                <c:pt idx="81661">
                  <c:v>89.23</c:v>
                </c:pt>
                <c:pt idx="81662">
                  <c:v>76.489999999999995</c:v>
                </c:pt>
                <c:pt idx="81663">
                  <c:v>108.78</c:v>
                </c:pt>
                <c:pt idx="81664">
                  <c:v>76.489999999999995</c:v>
                </c:pt>
                <c:pt idx="81665">
                  <c:v>76.489999999999995</c:v>
                </c:pt>
                <c:pt idx="81666">
                  <c:v>108.78</c:v>
                </c:pt>
                <c:pt idx="81667">
                  <c:v>76.489999999999995</c:v>
                </c:pt>
                <c:pt idx="81668">
                  <c:v>76.489999999999995</c:v>
                </c:pt>
                <c:pt idx="81669">
                  <c:v>108.78</c:v>
                </c:pt>
                <c:pt idx="81670">
                  <c:v>102.82</c:v>
                </c:pt>
                <c:pt idx="81671">
                  <c:v>76.489999999999995</c:v>
                </c:pt>
                <c:pt idx="81672">
                  <c:v>76.489999999999995</c:v>
                </c:pt>
                <c:pt idx="81673">
                  <c:v>76.489999999999995</c:v>
                </c:pt>
                <c:pt idx="81674">
                  <c:v>76.489999999999995</c:v>
                </c:pt>
                <c:pt idx="81675">
                  <c:v>144.47999999999999</c:v>
                </c:pt>
                <c:pt idx="81676">
                  <c:v>118.78</c:v>
                </c:pt>
                <c:pt idx="81677">
                  <c:v>144.47999999999999</c:v>
                </c:pt>
                <c:pt idx="81678">
                  <c:v>76.489999999999995</c:v>
                </c:pt>
                <c:pt idx="81679">
                  <c:v>76.489999999999995</c:v>
                </c:pt>
                <c:pt idx="81680">
                  <c:v>144.47999999999999</c:v>
                </c:pt>
                <c:pt idx="81681">
                  <c:v>72.239999999999995</c:v>
                </c:pt>
                <c:pt idx="81682">
                  <c:v>76.489999999999995</c:v>
                </c:pt>
                <c:pt idx="81683">
                  <c:v>144.47999999999999</c:v>
                </c:pt>
                <c:pt idx="81684">
                  <c:v>76.489999999999995</c:v>
                </c:pt>
                <c:pt idx="81685">
                  <c:v>76.489999999999995</c:v>
                </c:pt>
                <c:pt idx="81686">
                  <c:v>118.78</c:v>
                </c:pt>
                <c:pt idx="81687">
                  <c:v>89.23</c:v>
                </c:pt>
                <c:pt idx="81688">
                  <c:v>61.98</c:v>
                </c:pt>
                <c:pt idx="81689">
                  <c:v>61.98</c:v>
                </c:pt>
                <c:pt idx="81690">
                  <c:v>76.489999999999995</c:v>
                </c:pt>
                <c:pt idx="81691">
                  <c:v>72.239999999999995</c:v>
                </c:pt>
                <c:pt idx="81692">
                  <c:v>102.82</c:v>
                </c:pt>
                <c:pt idx="81693">
                  <c:v>76.489999999999995</c:v>
                </c:pt>
                <c:pt idx="81694">
                  <c:v>102.82</c:v>
                </c:pt>
                <c:pt idx="81695">
                  <c:v>76.489999999999995</c:v>
                </c:pt>
                <c:pt idx="81696">
                  <c:v>72.239999999999995</c:v>
                </c:pt>
                <c:pt idx="81697">
                  <c:v>76.489999999999995</c:v>
                </c:pt>
                <c:pt idx="81698">
                  <c:v>76.489999999999995</c:v>
                </c:pt>
                <c:pt idx="81699">
                  <c:v>50.38</c:v>
                </c:pt>
                <c:pt idx="81700">
                  <c:v>76.489999999999995</c:v>
                </c:pt>
                <c:pt idx="81701">
                  <c:v>50.38</c:v>
                </c:pt>
                <c:pt idx="81702">
                  <c:v>50.38</c:v>
                </c:pt>
                <c:pt idx="81703">
                  <c:v>50.38</c:v>
                </c:pt>
                <c:pt idx="81704">
                  <c:v>72.239999999999995</c:v>
                </c:pt>
                <c:pt idx="81705">
                  <c:v>76.489999999999995</c:v>
                </c:pt>
                <c:pt idx="81706">
                  <c:v>61.98</c:v>
                </c:pt>
                <c:pt idx="81707">
                  <c:v>108.78</c:v>
                </c:pt>
                <c:pt idx="81708">
                  <c:v>144.47999999999999</c:v>
                </c:pt>
                <c:pt idx="81709">
                  <c:v>144.47999999999999</c:v>
                </c:pt>
                <c:pt idx="81710">
                  <c:v>144.47999999999999</c:v>
                </c:pt>
                <c:pt idx="81711">
                  <c:v>118.78</c:v>
                </c:pt>
                <c:pt idx="81712">
                  <c:v>144.47999999999999</c:v>
                </c:pt>
                <c:pt idx="81713">
                  <c:v>76.489999999999995</c:v>
                </c:pt>
                <c:pt idx="81714">
                  <c:v>76.489999999999995</c:v>
                </c:pt>
                <c:pt idx="81715">
                  <c:v>61.98</c:v>
                </c:pt>
                <c:pt idx="81716">
                  <c:v>76.489999999999995</c:v>
                </c:pt>
                <c:pt idx="81717">
                  <c:v>102.82</c:v>
                </c:pt>
                <c:pt idx="81718">
                  <c:v>84.99</c:v>
                </c:pt>
                <c:pt idx="81719">
                  <c:v>172.97</c:v>
                </c:pt>
                <c:pt idx="81720">
                  <c:v>84.99</c:v>
                </c:pt>
                <c:pt idx="81721">
                  <c:v>79.98</c:v>
                </c:pt>
                <c:pt idx="81722">
                  <c:v>99.98</c:v>
                </c:pt>
                <c:pt idx="81723">
                  <c:v>84.99</c:v>
                </c:pt>
                <c:pt idx="81724">
                  <c:v>68.98</c:v>
                </c:pt>
                <c:pt idx="81725">
                  <c:v>101.67</c:v>
                </c:pt>
                <c:pt idx="81726">
                  <c:v>135.94</c:v>
                </c:pt>
                <c:pt idx="81727">
                  <c:v>62.02</c:v>
                </c:pt>
                <c:pt idx="81728">
                  <c:v>129.96</c:v>
                </c:pt>
                <c:pt idx="81729">
                  <c:v>30.23</c:v>
                </c:pt>
                <c:pt idx="81730">
                  <c:v>94.03</c:v>
                </c:pt>
                <c:pt idx="81731">
                  <c:v>58.63</c:v>
                </c:pt>
                <c:pt idx="81732">
                  <c:v>83.26</c:v>
                </c:pt>
                <c:pt idx="81733">
                  <c:v>59.98</c:v>
                </c:pt>
                <c:pt idx="81734">
                  <c:v>76.47</c:v>
                </c:pt>
                <c:pt idx="81735">
                  <c:v>59.98</c:v>
                </c:pt>
                <c:pt idx="81736">
                  <c:v>83.94</c:v>
                </c:pt>
                <c:pt idx="81737">
                  <c:v>89.97</c:v>
                </c:pt>
                <c:pt idx="81738">
                  <c:v>54.98</c:v>
                </c:pt>
                <c:pt idx="81739">
                  <c:v>92.97</c:v>
                </c:pt>
                <c:pt idx="81740">
                  <c:v>59.98</c:v>
                </c:pt>
                <c:pt idx="81741">
                  <c:v>89.97</c:v>
                </c:pt>
                <c:pt idx="81742">
                  <c:v>99.85</c:v>
                </c:pt>
                <c:pt idx="81743">
                  <c:v>122.97</c:v>
                </c:pt>
                <c:pt idx="81744">
                  <c:v>110.97</c:v>
                </c:pt>
                <c:pt idx="81745">
                  <c:v>74.97</c:v>
                </c:pt>
                <c:pt idx="81746">
                  <c:v>151.94999999999999</c:v>
                </c:pt>
                <c:pt idx="81747">
                  <c:v>127.97</c:v>
                </c:pt>
                <c:pt idx="81748">
                  <c:v>65.989999999999995</c:v>
                </c:pt>
                <c:pt idx="81749">
                  <c:v>65.989999999999995</c:v>
                </c:pt>
                <c:pt idx="81750">
                  <c:v>64.67</c:v>
                </c:pt>
                <c:pt idx="81751">
                  <c:v>65.989999999999995</c:v>
                </c:pt>
                <c:pt idx="81752">
                  <c:v>65.989999999999995</c:v>
                </c:pt>
                <c:pt idx="81753">
                  <c:v>65.989999999999995</c:v>
                </c:pt>
                <c:pt idx="81754">
                  <c:v>115.98</c:v>
                </c:pt>
                <c:pt idx="81755">
                  <c:v>131.97999999999999</c:v>
                </c:pt>
                <c:pt idx="81756">
                  <c:v>54.98</c:v>
                </c:pt>
                <c:pt idx="81757">
                  <c:v>124.94</c:v>
                </c:pt>
                <c:pt idx="81758">
                  <c:v>149.97</c:v>
                </c:pt>
                <c:pt idx="81759">
                  <c:v>59.98</c:v>
                </c:pt>
                <c:pt idx="81760">
                  <c:v>59.98</c:v>
                </c:pt>
                <c:pt idx="81761">
                  <c:v>59.98</c:v>
                </c:pt>
                <c:pt idx="81762">
                  <c:v>59.98</c:v>
                </c:pt>
                <c:pt idx="81763">
                  <c:v>50.98</c:v>
                </c:pt>
                <c:pt idx="81764">
                  <c:v>54.98</c:v>
                </c:pt>
                <c:pt idx="81765">
                  <c:v>53.98</c:v>
                </c:pt>
                <c:pt idx="81766">
                  <c:v>59.98</c:v>
                </c:pt>
                <c:pt idx="81767">
                  <c:v>59.98</c:v>
                </c:pt>
                <c:pt idx="81768">
                  <c:v>59.98</c:v>
                </c:pt>
                <c:pt idx="81769">
                  <c:v>41.49</c:v>
                </c:pt>
                <c:pt idx="81770">
                  <c:v>29.48</c:v>
                </c:pt>
                <c:pt idx="81771">
                  <c:v>29.48</c:v>
                </c:pt>
                <c:pt idx="81772">
                  <c:v>127.96</c:v>
                </c:pt>
                <c:pt idx="81773">
                  <c:v>79.98</c:v>
                </c:pt>
                <c:pt idx="81774">
                  <c:v>119.97</c:v>
                </c:pt>
                <c:pt idx="81775">
                  <c:v>79.98</c:v>
                </c:pt>
                <c:pt idx="81776">
                  <c:v>521.04</c:v>
                </c:pt>
                <c:pt idx="81777">
                  <c:v>329.94</c:v>
                </c:pt>
                <c:pt idx="81778">
                  <c:v>84.99</c:v>
                </c:pt>
                <c:pt idx="81779">
                  <c:v>99.98</c:v>
                </c:pt>
                <c:pt idx="81780">
                  <c:v>84.99</c:v>
                </c:pt>
                <c:pt idx="81781">
                  <c:v>84.99</c:v>
                </c:pt>
                <c:pt idx="81782">
                  <c:v>84.99</c:v>
                </c:pt>
                <c:pt idx="81783">
                  <c:v>59.48</c:v>
                </c:pt>
                <c:pt idx="81784">
                  <c:v>69.98</c:v>
                </c:pt>
                <c:pt idx="81785">
                  <c:v>79.98</c:v>
                </c:pt>
                <c:pt idx="81786">
                  <c:v>93.98</c:v>
                </c:pt>
                <c:pt idx="81787">
                  <c:v>84.99</c:v>
                </c:pt>
                <c:pt idx="81788">
                  <c:v>68.98</c:v>
                </c:pt>
                <c:pt idx="81789">
                  <c:v>84.99</c:v>
                </c:pt>
                <c:pt idx="81790">
                  <c:v>79.98</c:v>
                </c:pt>
                <c:pt idx="81791">
                  <c:v>68.98</c:v>
                </c:pt>
                <c:pt idx="81792">
                  <c:v>59.98</c:v>
                </c:pt>
                <c:pt idx="81793">
                  <c:v>89.97</c:v>
                </c:pt>
                <c:pt idx="81794">
                  <c:v>82.67</c:v>
                </c:pt>
                <c:pt idx="81795">
                  <c:v>144.97</c:v>
                </c:pt>
                <c:pt idx="81796">
                  <c:v>84.97</c:v>
                </c:pt>
                <c:pt idx="81797">
                  <c:v>89.97</c:v>
                </c:pt>
                <c:pt idx="81798">
                  <c:v>50.11</c:v>
                </c:pt>
                <c:pt idx="81799">
                  <c:v>99.18</c:v>
                </c:pt>
                <c:pt idx="81800">
                  <c:v>109.97</c:v>
                </c:pt>
                <c:pt idx="81801">
                  <c:v>89.97</c:v>
                </c:pt>
                <c:pt idx="81802">
                  <c:v>98.97</c:v>
                </c:pt>
                <c:pt idx="81803">
                  <c:v>118.84</c:v>
                </c:pt>
                <c:pt idx="81804">
                  <c:v>77.97</c:v>
                </c:pt>
                <c:pt idx="81805">
                  <c:v>113.75</c:v>
                </c:pt>
                <c:pt idx="81806">
                  <c:v>79.97</c:v>
                </c:pt>
                <c:pt idx="81807">
                  <c:v>208.08</c:v>
                </c:pt>
                <c:pt idx="81808">
                  <c:v>186.29</c:v>
                </c:pt>
                <c:pt idx="81809">
                  <c:v>123.37</c:v>
                </c:pt>
                <c:pt idx="81810">
                  <c:v>116.12</c:v>
                </c:pt>
                <c:pt idx="81811">
                  <c:v>67.650000000000006</c:v>
                </c:pt>
                <c:pt idx="81812">
                  <c:v>67.650000000000006</c:v>
                </c:pt>
                <c:pt idx="81813">
                  <c:v>119.96</c:v>
                </c:pt>
                <c:pt idx="81814">
                  <c:v>119.96</c:v>
                </c:pt>
                <c:pt idx="81815">
                  <c:v>51.98</c:v>
                </c:pt>
                <c:pt idx="81816">
                  <c:v>179.94</c:v>
                </c:pt>
                <c:pt idx="81817">
                  <c:v>51.98</c:v>
                </c:pt>
                <c:pt idx="81818">
                  <c:v>119.96</c:v>
                </c:pt>
                <c:pt idx="81819">
                  <c:v>119.96</c:v>
                </c:pt>
                <c:pt idx="81820">
                  <c:v>24.68</c:v>
                </c:pt>
                <c:pt idx="81821">
                  <c:v>24.68</c:v>
                </c:pt>
                <c:pt idx="81822">
                  <c:v>179.94</c:v>
                </c:pt>
                <c:pt idx="81823">
                  <c:v>217.75</c:v>
                </c:pt>
                <c:pt idx="81824">
                  <c:v>72.53</c:v>
                </c:pt>
                <c:pt idx="81825">
                  <c:v>84.99</c:v>
                </c:pt>
                <c:pt idx="81826">
                  <c:v>84.99</c:v>
                </c:pt>
                <c:pt idx="81827">
                  <c:v>65.989999999999995</c:v>
                </c:pt>
                <c:pt idx="81828">
                  <c:v>84.99</c:v>
                </c:pt>
                <c:pt idx="81829">
                  <c:v>84.99</c:v>
                </c:pt>
                <c:pt idx="81830">
                  <c:v>131.97999999999999</c:v>
                </c:pt>
                <c:pt idx="81831">
                  <c:v>84.99</c:v>
                </c:pt>
                <c:pt idx="81832">
                  <c:v>65.989999999999995</c:v>
                </c:pt>
                <c:pt idx="81833">
                  <c:v>53.98</c:v>
                </c:pt>
                <c:pt idx="81834">
                  <c:v>68.95</c:v>
                </c:pt>
                <c:pt idx="81835">
                  <c:v>96.56</c:v>
                </c:pt>
                <c:pt idx="81836">
                  <c:v>53.98</c:v>
                </c:pt>
                <c:pt idx="81837">
                  <c:v>72.58</c:v>
                </c:pt>
                <c:pt idx="81838">
                  <c:v>136.68</c:v>
                </c:pt>
                <c:pt idx="81839">
                  <c:v>152.41999999999999</c:v>
                </c:pt>
                <c:pt idx="81840">
                  <c:v>72.58</c:v>
                </c:pt>
                <c:pt idx="81841">
                  <c:v>59.98</c:v>
                </c:pt>
                <c:pt idx="81842">
                  <c:v>72.58</c:v>
                </c:pt>
                <c:pt idx="81843">
                  <c:v>63.97</c:v>
                </c:pt>
                <c:pt idx="81844">
                  <c:v>79.95</c:v>
                </c:pt>
                <c:pt idx="81845">
                  <c:v>111.93</c:v>
                </c:pt>
                <c:pt idx="81846">
                  <c:v>79.95</c:v>
                </c:pt>
                <c:pt idx="81847">
                  <c:v>79.95</c:v>
                </c:pt>
                <c:pt idx="81848">
                  <c:v>95.94</c:v>
                </c:pt>
                <c:pt idx="81849">
                  <c:v>79.95</c:v>
                </c:pt>
                <c:pt idx="81850">
                  <c:v>79.95</c:v>
                </c:pt>
                <c:pt idx="81851">
                  <c:v>79.95</c:v>
                </c:pt>
                <c:pt idx="81852">
                  <c:v>59.98</c:v>
                </c:pt>
                <c:pt idx="81853">
                  <c:v>59.98</c:v>
                </c:pt>
                <c:pt idx="81854">
                  <c:v>69.97</c:v>
                </c:pt>
                <c:pt idx="81855">
                  <c:v>79.98</c:v>
                </c:pt>
                <c:pt idx="81856">
                  <c:v>57.88</c:v>
                </c:pt>
                <c:pt idx="81857">
                  <c:v>59.98</c:v>
                </c:pt>
                <c:pt idx="81858">
                  <c:v>59.98</c:v>
                </c:pt>
                <c:pt idx="81859">
                  <c:v>179.94</c:v>
                </c:pt>
                <c:pt idx="81860">
                  <c:v>59.98</c:v>
                </c:pt>
                <c:pt idx="81861">
                  <c:v>29.99</c:v>
                </c:pt>
                <c:pt idx="81862">
                  <c:v>59.98</c:v>
                </c:pt>
                <c:pt idx="81863">
                  <c:v>31.48</c:v>
                </c:pt>
                <c:pt idx="81864">
                  <c:v>93.47</c:v>
                </c:pt>
                <c:pt idx="81865">
                  <c:v>63.96</c:v>
                </c:pt>
                <c:pt idx="81866">
                  <c:v>79.97</c:v>
                </c:pt>
                <c:pt idx="81867">
                  <c:v>55.96</c:v>
                </c:pt>
                <c:pt idx="81868">
                  <c:v>55.96</c:v>
                </c:pt>
                <c:pt idx="81869">
                  <c:v>72.150000000000006</c:v>
                </c:pt>
                <c:pt idx="81870">
                  <c:v>53.98</c:v>
                </c:pt>
                <c:pt idx="81871">
                  <c:v>108.96</c:v>
                </c:pt>
                <c:pt idx="81872">
                  <c:v>109.96</c:v>
                </c:pt>
                <c:pt idx="81873">
                  <c:v>197.97</c:v>
                </c:pt>
                <c:pt idx="81874">
                  <c:v>353.65</c:v>
                </c:pt>
                <c:pt idx="81875">
                  <c:v>234.57</c:v>
                </c:pt>
                <c:pt idx="81876">
                  <c:v>108.88</c:v>
                </c:pt>
                <c:pt idx="81877">
                  <c:v>74.22</c:v>
                </c:pt>
                <c:pt idx="81878">
                  <c:v>77.400000000000006</c:v>
                </c:pt>
                <c:pt idx="81879">
                  <c:v>82.21</c:v>
                </c:pt>
                <c:pt idx="81880">
                  <c:v>56.85</c:v>
                </c:pt>
                <c:pt idx="81881">
                  <c:v>75</c:v>
                </c:pt>
                <c:pt idx="81882">
                  <c:v>115.11</c:v>
                </c:pt>
                <c:pt idx="81883">
                  <c:v>142.74</c:v>
                </c:pt>
                <c:pt idx="81884">
                  <c:v>110.34</c:v>
                </c:pt>
                <c:pt idx="81885">
                  <c:v>107.98</c:v>
                </c:pt>
                <c:pt idx="81886">
                  <c:v>170.95</c:v>
                </c:pt>
                <c:pt idx="81887">
                  <c:v>164.95</c:v>
                </c:pt>
                <c:pt idx="81888">
                  <c:v>94.96</c:v>
                </c:pt>
                <c:pt idx="81889">
                  <c:v>127.98</c:v>
                </c:pt>
                <c:pt idx="81890">
                  <c:v>131.97999999999999</c:v>
                </c:pt>
                <c:pt idx="81891">
                  <c:v>65.989999999999995</c:v>
                </c:pt>
                <c:pt idx="81892">
                  <c:v>121.46</c:v>
                </c:pt>
                <c:pt idx="81893">
                  <c:v>79.98</c:v>
                </c:pt>
                <c:pt idx="81894">
                  <c:v>85.98</c:v>
                </c:pt>
                <c:pt idx="81895">
                  <c:v>125.97</c:v>
                </c:pt>
                <c:pt idx="81896">
                  <c:v>149.97999999999999</c:v>
                </c:pt>
                <c:pt idx="81897">
                  <c:v>130.38</c:v>
                </c:pt>
                <c:pt idx="81898">
                  <c:v>75.959999999999994</c:v>
                </c:pt>
                <c:pt idx="81899">
                  <c:v>56.97</c:v>
                </c:pt>
                <c:pt idx="81900">
                  <c:v>142.34</c:v>
                </c:pt>
                <c:pt idx="81901">
                  <c:v>77.97</c:v>
                </c:pt>
                <c:pt idx="81902">
                  <c:v>65.989999999999995</c:v>
                </c:pt>
                <c:pt idx="81903">
                  <c:v>108.97</c:v>
                </c:pt>
                <c:pt idx="81904">
                  <c:v>105.98</c:v>
                </c:pt>
                <c:pt idx="81905">
                  <c:v>65.989999999999995</c:v>
                </c:pt>
                <c:pt idx="81906">
                  <c:v>130.38999999999999</c:v>
                </c:pt>
                <c:pt idx="81907">
                  <c:v>130.38999999999999</c:v>
                </c:pt>
                <c:pt idx="81908">
                  <c:v>89.98</c:v>
                </c:pt>
                <c:pt idx="81909">
                  <c:v>120.54</c:v>
                </c:pt>
                <c:pt idx="81910">
                  <c:v>125.97</c:v>
                </c:pt>
                <c:pt idx="81911">
                  <c:v>84.99</c:v>
                </c:pt>
                <c:pt idx="81912">
                  <c:v>122.98</c:v>
                </c:pt>
                <c:pt idx="81913">
                  <c:v>89.98</c:v>
                </c:pt>
                <c:pt idx="81914">
                  <c:v>79.98</c:v>
                </c:pt>
                <c:pt idx="81915">
                  <c:v>70.5</c:v>
                </c:pt>
                <c:pt idx="81916">
                  <c:v>94.96</c:v>
                </c:pt>
                <c:pt idx="81917">
                  <c:v>79.959999999999994</c:v>
                </c:pt>
                <c:pt idx="81918">
                  <c:v>-59.95</c:v>
                </c:pt>
                <c:pt idx="81919">
                  <c:v>59.95</c:v>
                </c:pt>
                <c:pt idx="81920">
                  <c:v>127.43</c:v>
                </c:pt>
                <c:pt idx="81921">
                  <c:v>253.94</c:v>
                </c:pt>
                <c:pt idx="81922">
                  <c:v>96.43</c:v>
                </c:pt>
                <c:pt idx="81923">
                  <c:v>125.98</c:v>
                </c:pt>
                <c:pt idx="81924">
                  <c:v>339.96</c:v>
                </c:pt>
                <c:pt idx="81925">
                  <c:v>358.95</c:v>
                </c:pt>
                <c:pt idx="81926">
                  <c:v>143.96</c:v>
                </c:pt>
                <c:pt idx="81927">
                  <c:v>143.96</c:v>
                </c:pt>
                <c:pt idx="81928">
                  <c:v>153.34</c:v>
                </c:pt>
                <c:pt idx="81929">
                  <c:v>68.97</c:v>
                </c:pt>
                <c:pt idx="81930">
                  <c:v>135.96</c:v>
                </c:pt>
                <c:pt idx="81931">
                  <c:v>141.88</c:v>
                </c:pt>
                <c:pt idx="81932">
                  <c:v>157.87</c:v>
                </c:pt>
                <c:pt idx="81933">
                  <c:v>152.87</c:v>
                </c:pt>
                <c:pt idx="81934">
                  <c:v>108.91</c:v>
                </c:pt>
                <c:pt idx="81935">
                  <c:v>120.97</c:v>
                </c:pt>
                <c:pt idx="81936">
                  <c:v>59.13</c:v>
                </c:pt>
                <c:pt idx="81937">
                  <c:v>84.99</c:v>
                </c:pt>
                <c:pt idx="81938">
                  <c:v>48.24</c:v>
                </c:pt>
                <c:pt idx="81939">
                  <c:v>80.38</c:v>
                </c:pt>
                <c:pt idx="81940">
                  <c:v>84.99</c:v>
                </c:pt>
                <c:pt idx="81941">
                  <c:v>76.48</c:v>
                </c:pt>
                <c:pt idx="81942">
                  <c:v>76.48</c:v>
                </c:pt>
                <c:pt idx="81943">
                  <c:v>120.97</c:v>
                </c:pt>
                <c:pt idx="81944">
                  <c:v>72.989999999999995</c:v>
                </c:pt>
                <c:pt idx="81945">
                  <c:v>84.14</c:v>
                </c:pt>
                <c:pt idx="81946">
                  <c:v>84.14</c:v>
                </c:pt>
                <c:pt idx="81947">
                  <c:v>84.14</c:v>
                </c:pt>
                <c:pt idx="81948">
                  <c:v>84.14</c:v>
                </c:pt>
                <c:pt idx="81949">
                  <c:v>62.97</c:v>
                </c:pt>
                <c:pt idx="81950">
                  <c:v>62.97</c:v>
                </c:pt>
                <c:pt idx="81951">
                  <c:v>88.98</c:v>
                </c:pt>
                <c:pt idx="81952">
                  <c:v>88.98</c:v>
                </c:pt>
                <c:pt idx="81953">
                  <c:v>80.38</c:v>
                </c:pt>
                <c:pt idx="81954">
                  <c:v>48.24</c:v>
                </c:pt>
                <c:pt idx="81955">
                  <c:v>72.989999999999995</c:v>
                </c:pt>
                <c:pt idx="81956">
                  <c:v>59.13</c:v>
                </c:pt>
                <c:pt idx="81957">
                  <c:v>49.99</c:v>
                </c:pt>
                <c:pt idx="81958">
                  <c:v>49.99</c:v>
                </c:pt>
                <c:pt idx="81959">
                  <c:v>84.99</c:v>
                </c:pt>
                <c:pt idx="81960">
                  <c:v>51.94</c:v>
                </c:pt>
                <c:pt idx="81961">
                  <c:v>84.99</c:v>
                </c:pt>
                <c:pt idx="81962">
                  <c:v>51.29</c:v>
                </c:pt>
                <c:pt idx="81963">
                  <c:v>74.989999999999995</c:v>
                </c:pt>
                <c:pt idx="81964">
                  <c:v>59.98</c:v>
                </c:pt>
                <c:pt idx="81965">
                  <c:v>51.64</c:v>
                </c:pt>
                <c:pt idx="81966">
                  <c:v>51.29</c:v>
                </c:pt>
                <c:pt idx="81967">
                  <c:v>21.29</c:v>
                </c:pt>
                <c:pt idx="81968">
                  <c:v>21.29</c:v>
                </c:pt>
                <c:pt idx="81969">
                  <c:v>21.94</c:v>
                </c:pt>
                <c:pt idx="81970">
                  <c:v>19.989999999999998</c:v>
                </c:pt>
                <c:pt idx="81971">
                  <c:v>30.12</c:v>
                </c:pt>
                <c:pt idx="81972">
                  <c:v>206.97</c:v>
                </c:pt>
                <c:pt idx="81973">
                  <c:v>239.97</c:v>
                </c:pt>
                <c:pt idx="81974">
                  <c:v>159.97999999999999</c:v>
                </c:pt>
                <c:pt idx="81975">
                  <c:v>159.97999999999999</c:v>
                </c:pt>
                <c:pt idx="81976">
                  <c:v>257.92</c:v>
                </c:pt>
                <c:pt idx="81977">
                  <c:v>69.97</c:v>
                </c:pt>
                <c:pt idx="81978">
                  <c:v>413.43</c:v>
                </c:pt>
                <c:pt idx="81979">
                  <c:v>120.98</c:v>
                </c:pt>
                <c:pt idx="81980">
                  <c:v>79.849999999999994</c:v>
                </c:pt>
                <c:pt idx="81981">
                  <c:v>91.94</c:v>
                </c:pt>
                <c:pt idx="81982">
                  <c:v>175.28</c:v>
                </c:pt>
                <c:pt idx="81983">
                  <c:v>96.78</c:v>
                </c:pt>
                <c:pt idx="81984">
                  <c:v>50.97</c:v>
                </c:pt>
                <c:pt idx="81985">
                  <c:v>50.98</c:v>
                </c:pt>
                <c:pt idx="81986">
                  <c:v>57.69</c:v>
                </c:pt>
                <c:pt idx="81987">
                  <c:v>46.29</c:v>
                </c:pt>
                <c:pt idx="81988">
                  <c:v>72.19</c:v>
                </c:pt>
                <c:pt idx="81989">
                  <c:v>52.98</c:v>
                </c:pt>
                <c:pt idx="81990">
                  <c:v>63.98</c:v>
                </c:pt>
                <c:pt idx="81991">
                  <c:v>50.98</c:v>
                </c:pt>
                <c:pt idx="81992">
                  <c:v>55.98</c:v>
                </c:pt>
                <c:pt idx="81993">
                  <c:v>52.97</c:v>
                </c:pt>
                <c:pt idx="81994">
                  <c:v>54.92</c:v>
                </c:pt>
                <c:pt idx="81995">
                  <c:v>55.98</c:v>
                </c:pt>
                <c:pt idx="81996">
                  <c:v>6.8</c:v>
                </c:pt>
                <c:pt idx="81997">
                  <c:v>104.94</c:v>
                </c:pt>
                <c:pt idx="81998">
                  <c:v>83.87</c:v>
                </c:pt>
                <c:pt idx="81999">
                  <c:v>83.45</c:v>
                </c:pt>
                <c:pt idx="82000">
                  <c:v>30.74</c:v>
                </c:pt>
                <c:pt idx="82001">
                  <c:v>95.55</c:v>
                </c:pt>
                <c:pt idx="82002">
                  <c:v>111.27</c:v>
                </c:pt>
                <c:pt idx="82003">
                  <c:v>87.01</c:v>
                </c:pt>
                <c:pt idx="82004">
                  <c:v>85.99</c:v>
                </c:pt>
                <c:pt idx="82005">
                  <c:v>68.930000000000007</c:v>
                </c:pt>
                <c:pt idx="82006">
                  <c:v>84.65</c:v>
                </c:pt>
                <c:pt idx="82007">
                  <c:v>80.86</c:v>
                </c:pt>
                <c:pt idx="82008">
                  <c:v>107.96</c:v>
                </c:pt>
                <c:pt idx="82009">
                  <c:v>167.35</c:v>
                </c:pt>
                <c:pt idx="82010">
                  <c:v>139.46</c:v>
                </c:pt>
                <c:pt idx="82011">
                  <c:v>154.94999999999999</c:v>
                </c:pt>
                <c:pt idx="82012">
                  <c:v>185.94</c:v>
                </c:pt>
                <c:pt idx="82013">
                  <c:v>131.71</c:v>
                </c:pt>
                <c:pt idx="82014">
                  <c:v>68.95</c:v>
                </c:pt>
                <c:pt idx="82015">
                  <c:v>93.97</c:v>
                </c:pt>
                <c:pt idx="82016">
                  <c:v>57.69</c:v>
                </c:pt>
                <c:pt idx="82017">
                  <c:v>72.58</c:v>
                </c:pt>
                <c:pt idx="82018">
                  <c:v>185.09</c:v>
                </c:pt>
                <c:pt idx="82019">
                  <c:v>105.1</c:v>
                </c:pt>
                <c:pt idx="82020">
                  <c:v>77.400000000000006</c:v>
                </c:pt>
                <c:pt idx="82021">
                  <c:v>90.69</c:v>
                </c:pt>
                <c:pt idx="82022">
                  <c:v>87.91</c:v>
                </c:pt>
                <c:pt idx="82023">
                  <c:v>90.69</c:v>
                </c:pt>
                <c:pt idx="82024">
                  <c:v>96.78</c:v>
                </c:pt>
                <c:pt idx="82025">
                  <c:v>99.98</c:v>
                </c:pt>
                <c:pt idx="82026">
                  <c:v>99.98</c:v>
                </c:pt>
                <c:pt idx="82027">
                  <c:v>99.98</c:v>
                </c:pt>
                <c:pt idx="82028">
                  <c:v>99.98</c:v>
                </c:pt>
                <c:pt idx="82029">
                  <c:v>84.98</c:v>
                </c:pt>
                <c:pt idx="82030">
                  <c:v>114.97</c:v>
                </c:pt>
                <c:pt idx="82031">
                  <c:v>144.96</c:v>
                </c:pt>
                <c:pt idx="82032">
                  <c:v>169.96</c:v>
                </c:pt>
                <c:pt idx="82033">
                  <c:v>299.89999999999998</c:v>
                </c:pt>
                <c:pt idx="82034">
                  <c:v>149.94999999999999</c:v>
                </c:pt>
                <c:pt idx="82035">
                  <c:v>65.989999999999995</c:v>
                </c:pt>
                <c:pt idx="82036">
                  <c:v>80.48</c:v>
                </c:pt>
                <c:pt idx="82037">
                  <c:v>188.69</c:v>
                </c:pt>
                <c:pt idx="82038">
                  <c:v>251.58</c:v>
                </c:pt>
                <c:pt idx="82039">
                  <c:v>108.85</c:v>
                </c:pt>
                <c:pt idx="82040">
                  <c:v>62.71</c:v>
                </c:pt>
                <c:pt idx="82041">
                  <c:v>238.97</c:v>
                </c:pt>
                <c:pt idx="82042">
                  <c:v>31.48</c:v>
                </c:pt>
                <c:pt idx="82043">
                  <c:v>238.97</c:v>
                </c:pt>
                <c:pt idx="82044">
                  <c:v>31.48</c:v>
                </c:pt>
                <c:pt idx="82045">
                  <c:v>215.07</c:v>
                </c:pt>
                <c:pt idx="82046">
                  <c:v>215.07</c:v>
                </c:pt>
                <c:pt idx="82047">
                  <c:v>63.96</c:v>
                </c:pt>
                <c:pt idx="82048">
                  <c:v>173.97</c:v>
                </c:pt>
                <c:pt idx="82049">
                  <c:v>157.94999999999999</c:v>
                </c:pt>
                <c:pt idx="82050">
                  <c:v>143.96</c:v>
                </c:pt>
                <c:pt idx="82051">
                  <c:v>55.96</c:v>
                </c:pt>
                <c:pt idx="82052">
                  <c:v>174.95</c:v>
                </c:pt>
                <c:pt idx="82053">
                  <c:v>99.98</c:v>
                </c:pt>
                <c:pt idx="82054">
                  <c:v>102.98</c:v>
                </c:pt>
                <c:pt idx="82055">
                  <c:v>158.47</c:v>
                </c:pt>
                <c:pt idx="82056">
                  <c:v>102.98</c:v>
                </c:pt>
                <c:pt idx="82057">
                  <c:v>124.98</c:v>
                </c:pt>
                <c:pt idx="82058">
                  <c:v>62.98</c:v>
                </c:pt>
                <c:pt idx="82059">
                  <c:v>99.98</c:v>
                </c:pt>
                <c:pt idx="82060">
                  <c:v>16.489999999999998</c:v>
                </c:pt>
                <c:pt idx="82061">
                  <c:v>79.44</c:v>
                </c:pt>
                <c:pt idx="82062">
                  <c:v>99.98</c:v>
                </c:pt>
                <c:pt idx="82063">
                  <c:v>99.96</c:v>
                </c:pt>
                <c:pt idx="82064">
                  <c:v>51.49</c:v>
                </c:pt>
                <c:pt idx="82065">
                  <c:v>15.24</c:v>
                </c:pt>
                <c:pt idx="82066">
                  <c:v>84.99</c:v>
                </c:pt>
                <c:pt idx="82067">
                  <c:v>-30</c:v>
                </c:pt>
                <c:pt idx="82068">
                  <c:v>89.17</c:v>
                </c:pt>
                <c:pt idx="82069">
                  <c:v>14.99</c:v>
                </c:pt>
                <c:pt idx="82070">
                  <c:v>59.98</c:v>
                </c:pt>
                <c:pt idx="82071">
                  <c:v>89.97</c:v>
                </c:pt>
                <c:pt idx="82072">
                  <c:v>59.98</c:v>
                </c:pt>
                <c:pt idx="82073">
                  <c:v>59.98</c:v>
                </c:pt>
                <c:pt idx="82074">
                  <c:v>59.98</c:v>
                </c:pt>
                <c:pt idx="82075">
                  <c:v>89.97</c:v>
                </c:pt>
                <c:pt idx="82076">
                  <c:v>89.97</c:v>
                </c:pt>
                <c:pt idx="82077">
                  <c:v>29.99</c:v>
                </c:pt>
                <c:pt idx="82078">
                  <c:v>74.97</c:v>
                </c:pt>
                <c:pt idx="82079">
                  <c:v>59.98</c:v>
                </c:pt>
                <c:pt idx="82080">
                  <c:v>89.97</c:v>
                </c:pt>
                <c:pt idx="82081">
                  <c:v>134.97999999999999</c:v>
                </c:pt>
                <c:pt idx="82082">
                  <c:v>126.48</c:v>
                </c:pt>
                <c:pt idx="82083">
                  <c:v>164.98</c:v>
                </c:pt>
                <c:pt idx="82084">
                  <c:v>79.98</c:v>
                </c:pt>
                <c:pt idx="82085">
                  <c:v>30.48</c:v>
                </c:pt>
                <c:pt idx="82086">
                  <c:v>95.96</c:v>
                </c:pt>
                <c:pt idx="82087">
                  <c:v>89.98</c:v>
                </c:pt>
                <c:pt idx="82088">
                  <c:v>49.27</c:v>
                </c:pt>
                <c:pt idx="82089">
                  <c:v>95.96</c:v>
                </c:pt>
                <c:pt idx="82090">
                  <c:v>65.97</c:v>
                </c:pt>
                <c:pt idx="82091">
                  <c:v>95.96</c:v>
                </c:pt>
                <c:pt idx="82092">
                  <c:v>71.97</c:v>
                </c:pt>
                <c:pt idx="82093">
                  <c:v>25.29</c:v>
                </c:pt>
                <c:pt idx="82094">
                  <c:v>95.96</c:v>
                </c:pt>
                <c:pt idx="82095">
                  <c:v>69.97</c:v>
                </c:pt>
                <c:pt idx="82096">
                  <c:v>59.97</c:v>
                </c:pt>
                <c:pt idx="82097">
                  <c:v>59.97</c:v>
                </c:pt>
                <c:pt idx="82098">
                  <c:v>184.94</c:v>
                </c:pt>
                <c:pt idx="82099">
                  <c:v>59.98</c:v>
                </c:pt>
                <c:pt idx="82100">
                  <c:v>59.97</c:v>
                </c:pt>
                <c:pt idx="82101">
                  <c:v>59.98</c:v>
                </c:pt>
                <c:pt idx="82102">
                  <c:v>54.98</c:v>
                </c:pt>
                <c:pt idx="82103">
                  <c:v>59.97</c:v>
                </c:pt>
                <c:pt idx="82104">
                  <c:v>50.98</c:v>
                </c:pt>
                <c:pt idx="82105">
                  <c:v>76.8</c:v>
                </c:pt>
                <c:pt idx="82106">
                  <c:v>97.97</c:v>
                </c:pt>
                <c:pt idx="82107">
                  <c:v>102.97</c:v>
                </c:pt>
                <c:pt idx="82108">
                  <c:v>84.99</c:v>
                </c:pt>
                <c:pt idx="82109">
                  <c:v>68.19</c:v>
                </c:pt>
                <c:pt idx="82110">
                  <c:v>264.95</c:v>
                </c:pt>
                <c:pt idx="82111">
                  <c:v>109.97</c:v>
                </c:pt>
                <c:pt idx="82112">
                  <c:v>59.97</c:v>
                </c:pt>
                <c:pt idx="82113">
                  <c:v>169.98</c:v>
                </c:pt>
                <c:pt idx="82114">
                  <c:v>153.97999999999999</c:v>
                </c:pt>
                <c:pt idx="82115">
                  <c:v>123.96</c:v>
                </c:pt>
                <c:pt idx="82116">
                  <c:v>71.98</c:v>
                </c:pt>
                <c:pt idx="82117">
                  <c:v>89.56</c:v>
                </c:pt>
                <c:pt idx="82118">
                  <c:v>135.94999999999999</c:v>
                </c:pt>
                <c:pt idx="82119">
                  <c:v>87.97</c:v>
                </c:pt>
                <c:pt idx="82120">
                  <c:v>104.32</c:v>
                </c:pt>
                <c:pt idx="82121">
                  <c:v>65.989999999999995</c:v>
                </c:pt>
                <c:pt idx="82122">
                  <c:v>82.97</c:v>
                </c:pt>
                <c:pt idx="82123">
                  <c:v>65.989999999999995</c:v>
                </c:pt>
                <c:pt idx="82124">
                  <c:v>152.97999999999999</c:v>
                </c:pt>
                <c:pt idx="82125">
                  <c:v>99.98</c:v>
                </c:pt>
                <c:pt idx="82126">
                  <c:v>131.97999999999999</c:v>
                </c:pt>
                <c:pt idx="82127">
                  <c:v>103.97</c:v>
                </c:pt>
                <c:pt idx="82128">
                  <c:v>59.39</c:v>
                </c:pt>
                <c:pt idx="82129">
                  <c:v>75.2</c:v>
                </c:pt>
                <c:pt idx="82130">
                  <c:v>59.98</c:v>
                </c:pt>
                <c:pt idx="82131">
                  <c:v>84.99</c:v>
                </c:pt>
                <c:pt idx="82132">
                  <c:v>109.98</c:v>
                </c:pt>
                <c:pt idx="82133">
                  <c:v>52.13</c:v>
                </c:pt>
                <c:pt idx="82134">
                  <c:v>74.98</c:v>
                </c:pt>
                <c:pt idx="82135">
                  <c:v>83.94</c:v>
                </c:pt>
                <c:pt idx="82136">
                  <c:v>69.27</c:v>
                </c:pt>
                <c:pt idx="82137">
                  <c:v>68.989999999999995</c:v>
                </c:pt>
                <c:pt idx="82138">
                  <c:v>104.98</c:v>
                </c:pt>
                <c:pt idx="82139">
                  <c:v>59.98</c:v>
                </c:pt>
                <c:pt idx="82140">
                  <c:v>56.94</c:v>
                </c:pt>
                <c:pt idx="82141">
                  <c:v>89.97</c:v>
                </c:pt>
                <c:pt idx="82142">
                  <c:v>89.97</c:v>
                </c:pt>
                <c:pt idx="82143">
                  <c:v>76.47</c:v>
                </c:pt>
                <c:pt idx="82144">
                  <c:v>89.97</c:v>
                </c:pt>
                <c:pt idx="82145">
                  <c:v>131.94999999999999</c:v>
                </c:pt>
                <c:pt idx="82146">
                  <c:v>81.97</c:v>
                </c:pt>
                <c:pt idx="82147">
                  <c:v>114.93</c:v>
                </c:pt>
                <c:pt idx="82148">
                  <c:v>72.58</c:v>
                </c:pt>
                <c:pt idx="82149">
                  <c:v>145.15</c:v>
                </c:pt>
                <c:pt idx="82150">
                  <c:v>145.15</c:v>
                </c:pt>
                <c:pt idx="82151">
                  <c:v>145.15</c:v>
                </c:pt>
                <c:pt idx="82152">
                  <c:v>327.92</c:v>
                </c:pt>
                <c:pt idx="82153">
                  <c:v>205.95</c:v>
                </c:pt>
                <c:pt idx="82154">
                  <c:v>223.94</c:v>
                </c:pt>
                <c:pt idx="82155">
                  <c:v>51.98</c:v>
                </c:pt>
                <c:pt idx="82156">
                  <c:v>51.98</c:v>
                </c:pt>
                <c:pt idx="82157">
                  <c:v>51.98</c:v>
                </c:pt>
                <c:pt idx="82158">
                  <c:v>51.98</c:v>
                </c:pt>
                <c:pt idx="82159">
                  <c:v>49.38</c:v>
                </c:pt>
                <c:pt idx="82160">
                  <c:v>51.98</c:v>
                </c:pt>
                <c:pt idx="82161">
                  <c:v>51.98</c:v>
                </c:pt>
                <c:pt idx="82162">
                  <c:v>51.98</c:v>
                </c:pt>
                <c:pt idx="82163">
                  <c:v>51.98</c:v>
                </c:pt>
                <c:pt idx="82164">
                  <c:v>51.98</c:v>
                </c:pt>
                <c:pt idx="82165">
                  <c:v>51.98</c:v>
                </c:pt>
                <c:pt idx="82166">
                  <c:v>51.98</c:v>
                </c:pt>
                <c:pt idx="82167">
                  <c:v>89.98</c:v>
                </c:pt>
                <c:pt idx="82168">
                  <c:v>95.98</c:v>
                </c:pt>
                <c:pt idx="82169">
                  <c:v>139.97999999999999</c:v>
                </c:pt>
                <c:pt idx="82170">
                  <c:v>89.98</c:v>
                </c:pt>
                <c:pt idx="82171">
                  <c:v>93.48</c:v>
                </c:pt>
                <c:pt idx="82172">
                  <c:v>99.98</c:v>
                </c:pt>
                <c:pt idx="82173">
                  <c:v>75.959999999999994</c:v>
                </c:pt>
                <c:pt idx="82174">
                  <c:v>84.99</c:v>
                </c:pt>
                <c:pt idx="82175">
                  <c:v>65.989999999999995</c:v>
                </c:pt>
                <c:pt idx="82176">
                  <c:v>31.49</c:v>
                </c:pt>
                <c:pt idx="82177">
                  <c:v>48.98</c:v>
                </c:pt>
                <c:pt idx="82178">
                  <c:v>65.989999999999995</c:v>
                </c:pt>
                <c:pt idx="82179">
                  <c:v>31.49</c:v>
                </c:pt>
                <c:pt idx="82180">
                  <c:v>68.87</c:v>
                </c:pt>
                <c:pt idx="82181">
                  <c:v>58.73</c:v>
                </c:pt>
                <c:pt idx="82182">
                  <c:v>49.99</c:v>
                </c:pt>
                <c:pt idx="82183">
                  <c:v>74.98</c:v>
                </c:pt>
                <c:pt idx="82184">
                  <c:v>59.98</c:v>
                </c:pt>
                <c:pt idx="82185">
                  <c:v>54.98</c:v>
                </c:pt>
                <c:pt idx="82186">
                  <c:v>71.959999999999994</c:v>
                </c:pt>
                <c:pt idx="82187">
                  <c:v>143.91999999999999</c:v>
                </c:pt>
                <c:pt idx="82188">
                  <c:v>89.95</c:v>
                </c:pt>
                <c:pt idx="82189">
                  <c:v>107.94</c:v>
                </c:pt>
                <c:pt idx="82190">
                  <c:v>107.94</c:v>
                </c:pt>
                <c:pt idx="82191">
                  <c:v>70.34</c:v>
                </c:pt>
                <c:pt idx="82192">
                  <c:v>50.07</c:v>
                </c:pt>
                <c:pt idx="82193">
                  <c:v>105.96</c:v>
                </c:pt>
                <c:pt idx="82194">
                  <c:v>157.43</c:v>
                </c:pt>
                <c:pt idx="82195">
                  <c:v>289.14</c:v>
                </c:pt>
                <c:pt idx="82196">
                  <c:v>236.97</c:v>
                </c:pt>
                <c:pt idx="82197">
                  <c:v>151.06</c:v>
                </c:pt>
                <c:pt idx="82198">
                  <c:v>181.94</c:v>
                </c:pt>
                <c:pt idx="82199">
                  <c:v>56.98</c:v>
                </c:pt>
                <c:pt idx="82200">
                  <c:v>91.98</c:v>
                </c:pt>
                <c:pt idx="82201">
                  <c:v>99.98</c:v>
                </c:pt>
                <c:pt idx="82202">
                  <c:v>90.6</c:v>
                </c:pt>
                <c:pt idx="82203">
                  <c:v>84.99</c:v>
                </c:pt>
                <c:pt idx="82204">
                  <c:v>137.97999999999999</c:v>
                </c:pt>
                <c:pt idx="82205">
                  <c:v>99.98</c:v>
                </c:pt>
                <c:pt idx="82206">
                  <c:v>86.32</c:v>
                </c:pt>
                <c:pt idx="82207">
                  <c:v>84.98</c:v>
                </c:pt>
                <c:pt idx="82208">
                  <c:v>114.97</c:v>
                </c:pt>
                <c:pt idx="82209">
                  <c:v>58.64</c:v>
                </c:pt>
                <c:pt idx="82210">
                  <c:v>119.96</c:v>
                </c:pt>
                <c:pt idx="82211">
                  <c:v>90.08</c:v>
                </c:pt>
                <c:pt idx="82212">
                  <c:v>159.62</c:v>
                </c:pt>
                <c:pt idx="82213">
                  <c:v>103.98</c:v>
                </c:pt>
                <c:pt idx="82214">
                  <c:v>-20.49</c:v>
                </c:pt>
                <c:pt idx="82215">
                  <c:v>20.49</c:v>
                </c:pt>
                <c:pt idx="82216">
                  <c:v>-23</c:v>
                </c:pt>
                <c:pt idx="82217">
                  <c:v>144.22999999999999</c:v>
                </c:pt>
                <c:pt idx="82218">
                  <c:v>232.97</c:v>
                </c:pt>
                <c:pt idx="82219">
                  <c:v>133.94</c:v>
                </c:pt>
                <c:pt idx="82220">
                  <c:v>67.75</c:v>
                </c:pt>
                <c:pt idx="82221">
                  <c:v>79.849999999999994</c:v>
                </c:pt>
                <c:pt idx="82222">
                  <c:v>79.849999999999994</c:v>
                </c:pt>
                <c:pt idx="82223">
                  <c:v>101.85</c:v>
                </c:pt>
                <c:pt idx="82224">
                  <c:v>128.24</c:v>
                </c:pt>
                <c:pt idx="82225">
                  <c:v>167.67</c:v>
                </c:pt>
                <c:pt idx="82226">
                  <c:v>128.24</c:v>
                </c:pt>
                <c:pt idx="82227">
                  <c:v>79.849999999999994</c:v>
                </c:pt>
                <c:pt idx="82228">
                  <c:v>169.96</c:v>
                </c:pt>
                <c:pt idx="82229">
                  <c:v>219.93</c:v>
                </c:pt>
                <c:pt idx="82230">
                  <c:v>121.98</c:v>
                </c:pt>
                <c:pt idx="82231">
                  <c:v>121.98</c:v>
                </c:pt>
                <c:pt idx="82232">
                  <c:v>60.99</c:v>
                </c:pt>
                <c:pt idx="82233">
                  <c:v>78.98</c:v>
                </c:pt>
                <c:pt idx="82234">
                  <c:v>100.98</c:v>
                </c:pt>
                <c:pt idx="82235">
                  <c:v>83.96</c:v>
                </c:pt>
                <c:pt idx="82236">
                  <c:v>176.2</c:v>
                </c:pt>
                <c:pt idx="82237">
                  <c:v>115.97</c:v>
                </c:pt>
                <c:pt idx="82238">
                  <c:v>185.96</c:v>
                </c:pt>
                <c:pt idx="82239">
                  <c:v>63.28</c:v>
                </c:pt>
                <c:pt idx="82240">
                  <c:v>61.48</c:v>
                </c:pt>
                <c:pt idx="82241">
                  <c:v>91.47</c:v>
                </c:pt>
                <c:pt idx="82242">
                  <c:v>59.98</c:v>
                </c:pt>
                <c:pt idx="82243">
                  <c:v>76.47</c:v>
                </c:pt>
                <c:pt idx="82244">
                  <c:v>93.27</c:v>
                </c:pt>
                <c:pt idx="82245">
                  <c:v>89.97</c:v>
                </c:pt>
                <c:pt idx="82246">
                  <c:v>61.48</c:v>
                </c:pt>
                <c:pt idx="82247">
                  <c:v>84.97</c:v>
                </c:pt>
                <c:pt idx="82248">
                  <c:v>222.1</c:v>
                </c:pt>
                <c:pt idx="82249">
                  <c:v>114.94</c:v>
                </c:pt>
                <c:pt idx="82250">
                  <c:v>159.91</c:v>
                </c:pt>
                <c:pt idx="82251">
                  <c:v>106.43</c:v>
                </c:pt>
                <c:pt idx="82252">
                  <c:v>120.93</c:v>
                </c:pt>
                <c:pt idx="82253">
                  <c:v>62.87</c:v>
                </c:pt>
                <c:pt idx="82254">
                  <c:v>87.07</c:v>
                </c:pt>
                <c:pt idx="82255">
                  <c:v>220.14</c:v>
                </c:pt>
                <c:pt idx="82256">
                  <c:v>71.37</c:v>
                </c:pt>
                <c:pt idx="82257">
                  <c:v>78.63</c:v>
                </c:pt>
                <c:pt idx="82258">
                  <c:v>64.41</c:v>
                </c:pt>
                <c:pt idx="82259">
                  <c:v>66.53</c:v>
                </c:pt>
                <c:pt idx="82260">
                  <c:v>130.63999999999999</c:v>
                </c:pt>
                <c:pt idx="82261">
                  <c:v>85.49</c:v>
                </c:pt>
                <c:pt idx="82262">
                  <c:v>99.47</c:v>
                </c:pt>
                <c:pt idx="82263">
                  <c:v>169.98</c:v>
                </c:pt>
                <c:pt idx="82264">
                  <c:v>107.97</c:v>
                </c:pt>
                <c:pt idx="82265">
                  <c:v>84.99</c:v>
                </c:pt>
                <c:pt idx="82266">
                  <c:v>54.98</c:v>
                </c:pt>
                <c:pt idx="82267">
                  <c:v>96.93</c:v>
                </c:pt>
                <c:pt idx="82268">
                  <c:v>48.44</c:v>
                </c:pt>
                <c:pt idx="82269">
                  <c:v>131.97999999999999</c:v>
                </c:pt>
                <c:pt idx="82270">
                  <c:v>56.09</c:v>
                </c:pt>
                <c:pt idx="82271">
                  <c:v>93.97</c:v>
                </c:pt>
                <c:pt idx="82272">
                  <c:v>149.97</c:v>
                </c:pt>
                <c:pt idx="82273">
                  <c:v>93.97</c:v>
                </c:pt>
                <c:pt idx="82274">
                  <c:v>84.98</c:v>
                </c:pt>
                <c:pt idx="82275">
                  <c:v>76.489999999999995</c:v>
                </c:pt>
                <c:pt idx="82276">
                  <c:v>133.57</c:v>
                </c:pt>
                <c:pt idx="82277">
                  <c:v>84.99</c:v>
                </c:pt>
                <c:pt idx="82278">
                  <c:v>84.99</c:v>
                </c:pt>
                <c:pt idx="82279">
                  <c:v>59.99</c:v>
                </c:pt>
                <c:pt idx="82280">
                  <c:v>145.07</c:v>
                </c:pt>
                <c:pt idx="82281">
                  <c:v>84.99</c:v>
                </c:pt>
                <c:pt idx="82282">
                  <c:v>84.99</c:v>
                </c:pt>
                <c:pt idx="82283">
                  <c:v>119.96</c:v>
                </c:pt>
                <c:pt idx="82284">
                  <c:v>102.46</c:v>
                </c:pt>
                <c:pt idx="82285">
                  <c:v>119.96</c:v>
                </c:pt>
                <c:pt idx="82286">
                  <c:v>59.98</c:v>
                </c:pt>
                <c:pt idx="82287">
                  <c:v>119.96</c:v>
                </c:pt>
                <c:pt idx="82288">
                  <c:v>89.97</c:v>
                </c:pt>
                <c:pt idx="82289">
                  <c:v>139.94999999999999</c:v>
                </c:pt>
                <c:pt idx="82290">
                  <c:v>52.24</c:v>
                </c:pt>
                <c:pt idx="82291">
                  <c:v>89.98</c:v>
                </c:pt>
                <c:pt idx="82292">
                  <c:v>79.98</c:v>
                </c:pt>
                <c:pt idx="82293">
                  <c:v>65.989999999999995</c:v>
                </c:pt>
                <c:pt idx="82294">
                  <c:v>65.989999999999995</c:v>
                </c:pt>
                <c:pt idx="82295">
                  <c:v>79.98</c:v>
                </c:pt>
                <c:pt idx="82296">
                  <c:v>59.39</c:v>
                </c:pt>
                <c:pt idx="82297">
                  <c:v>46.49</c:v>
                </c:pt>
                <c:pt idx="82298">
                  <c:v>84.64</c:v>
                </c:pt>
                <c:pt idx="82299">
                  <c:v>304.86</c:v>
                </c:pt>
                <c:pt idx="82300">
                  <c:v>87.63</c:v>
                </c:pt>
                <c:pt idx="82301">
                  <c:v>17.190000000000001</c:v>
                </c:pt>
                <c:pt idx="82302">
                  <c:v>84.99</c:v>
                </c:pt>
                <c:pt idx="82303">
                  <c:v>51.79</c:v>
                </c:pt>
                <c:pt idx="82304">
                  <c:v>69.98</c:v>
                </c:pt>
                <c:pt idx="82305">
                  <c:v>84.99</c:v>
                </c:pt>
                <c:pt idx="82306">
                  <c:v>21.19</c:v>
                </c:pt>
                <c:pt idx="82307">
                  <c:v>21.79</c:v>
                </c:pt>
                <c:pt idx="82308">
                  <c:v>17.190000000000001</c:v>
                </c:pt>
                <c:pt idx="82309">
                  <c:v>111.97</c:v>
                </c:pt>
                <c:pt idx="82310">
                  <c:v>55.98</c:v>
                </c:pt>
                <c:pt idx="82311">
                  <c:v>31.49</c:v>
                </c:pt>
                <c:pt idx="82312">
                  <c:v>65.98</c:v>
                </c:pt>
                <c:pt idx="82313">
                  <c:v>31.49</c:v>
                </c:pt>
                <c:pt idx="82314">
                  <c:v>53.97</c:v>
                </c:pt>
                <c:pt idx="82315">
                  <c:v>57.98</c:v>
                </c:pt>
                <c:pt idx="82316">
                  <c:v>57.57</c:v>
                </c:pt>
                <c:pt idx="82317">
                  <c:v>61.98</c:v>
                </c:pt>
                <c:pt idx="82318">
                  <c:v>51.48</c:v>
                </c:pt>
                <c:pt idx="82319">
                  <c:v>91.96</c:v>
                </c:pt>
                <c:pt idx="82320">
                  <c:v>79.849999999999994</c:v>
                </c:pt>
                <c:pt idx="82321">
                  <c:v>76.5</c:v>
                </c:pt>
                <c:pt idx="82322">
                  <c:v>97.99</c:v>
                </c:pt>
                <c:pt idx="82323">
                  <c:v>79.849999999999994</c:v>
                </c:pt>
                <c:pt idx="82324">
                  <c:v>79.849999999999994</c:v>
                </c:pt>
                <c:pt idx="82325">
                  <c:v>79.849999999999994</c:v>
                </c:pt>
                <c:pt idx="82326">
                  <c:v>79.849999999999994</c:v>
                </c:pt>
                <c:pt idx="82327">
                  <c:v>79.849999999999994</c:v>
                </c:pt>
                <c:pt idx="82328">
                  <c:v>60.98</c:v>
                </c:pt>
                <c:pt idx="82329">
                  <c:v>-84.99</c:v>
                </c:pt>
                <c:pt idx="82330">
                  <c:v>84.99</c:v>
                </c:pt>
                <c:pt idx="82331">
                  <c:v>254.97</c:v>
                </c:pt>
                <c:pt idx="82332">
                  <c:v>84.99</c:v>
                </c:pt>
                <c:pt idx="82333">
                  <c:v>139.97999999999999</c:v>
                </c:pt>
                <c:pt idx="82334">
                  <c:v>61.18</c:v>
                </c:pt>
                <c:pt idx="82335">
                  <c:v>169.98</c:v>
                </c:pt>
                <c:pt idx="82336">
                  <c:v>169.98</c:v>
                </c:pt>
                <c:pt idx="82337">
                  <c:v>69.08</c:v>
                </c:pt>
                <c:pt idx="82338">
                  <c:v>21.29</c:v>
                </c:pt>
                <c:pt idx="82339">
                  <c:v>41.28</c:v>
                </c:pt>
                <c:pt idx="82340">
                  <c:v>90.28</c:v>
                </c:pt>
                <c:pt idx="82341">
                  <c:v>124.97</c:v>
                </c:pt>
                <c:pt idx="82342">
                  <c:v>80.27</c:v>
                </c:pt>
                <c:pt idx="82343">
                  <c:v>84.99</c:v>
                </c:pt>
                <c:pt idx="82344">
                  <c:v>51.29</c:v>
                </c:pt>
                <c:pt idx="82345">
                  <c:v>47.26</c:v>
                </c:pt>
                <c:pt idx="82346">
                  <c:v>20.47</c:v>
                </c:pt>
                <c:pt idx="82347">
                  <c:v>84.99</c:v>
                </c:pt>
                <c:pt idx="82348">
                  <c:v>68.989999999999995</c:v>
                </c:pt>
                <c:pt idx="82349">
                  <c:v>79.83</c:v>
                </c:pt>
                <c:pt idx="82350">
                  <c:v>100.98</c:v>
                </c:pt>
                <c:pt idx="82351">
                  <c:v>169.98</c:v>
                </c:pt>
                <c:pt idx="82352">
                  <c:v>71.989999999999995</c:v>
                </c:pt>
                <c:pt idx="82353">
                  <c:v>84.99</c:v>
                </c:pt>
                <c:pt idx="82354">
                  <c:v>84.99</c:v>
                </c:pt>
                <c:pt idx="82355">
                  <c:v>50.97</c:v>
                </c:pt>
                <c:pt idx="82356">
                  <c:v>102.98</c:v>
                </c:pt>
                <c:pt idx="82357">
                  <c:v>54.99</c:v>
                </c:pt>
                <c:pt idx="82358">
                  <c:v>84.99</c:v>
                </c:pt>
                <c:pt idx="82359">
                  <c:v>157.96</c:v>
                </c:pt>
                <c:pt idx="82360">
                  <c:v>65.989999999999995</c:v>
                </c:pt>
                <c:pt idx="82361">
                  <c:v>87.96</c:v>
                </c:pt>
                <c:pt idx="82362">
                  <c:v>454.94</c:v>
                </c:pt>
                <c:pt idx="82363">
                  <c:v>179.96</c:v>
                </c:pt>
                <c:pt idx="82364">
                  <c:v>29.98</c:v>
                </c:pt>
                <c:pt idx="82365">
                  <c:v>73.989999999999995</c:v>
                </c:pt>
                <c:pt idx="82366">
                  <c:v>73.989999999999995</c:v>
                </c:pt>
                <c:pt idx="82367">
                  <c:v>73.989999999999995</c:v>
                </c:pt>
                <c:pt idx="82368">
                  <c:v>159.97999999999999</c:v>
                </c:pt>
                <c:pt idx="82369">
                  <c:v>84.99</c:v>
                </c:pt>
                <c:pt idx="82370">
                  <c:v>84.99</c:v>
                </c:pt>
                <c:pt idx="82371">
                  <c:v>73.989999999999995</c:v>
                </c:pt>
                <c:pt idx="82372">
                  <c:v>62.98</c:v>
                </c:pt>
                <c:pt idx="82373">
                  <c:v>88.96</c:v>
                </c:pt>
                <c:pt idx="82374">
                  <c:v>74.98</c:v>
                </c:pt>
                <c:pt idx="82375">
                  <c:v>73.78</c:v>
                </c:pt>
                <c:pt idx="82376">
                  <c:v>196.94</c:v>
                </c:pt>
                <c:pt idx="82377">
                  <c:v>128.58000000000001</c:v>
                </c:pt>
                <c:pt idx="82378">
                  <c:v>89.98</c:v>
                </c:pt>
                <c:pt idx="82379">
                  <c:v>63.17</c:v>
                </c:pt>
                <c:pt idx="82380">
                  <c:v>119.96</c:v>
                </c:pt>
                <c:pt idx="82381">
                  <c:v>84.99</c:v>
                </c:pt>
                <c:pt idx="82382">
                  <c:v>52.98</c:v>
                </c:pt>
                <c:pt idx="82383">
                  <c:v>83.98</c:v>
                </c:pt>
                <c:pt idx="82384">
                  <c:v>75.97</c:v>
                </c:pt>
                <c:pt idx="82385">
                  <c:v>50.97</c:v>
                </c:pt>
                <c:pt idx="82386">
                  <c:v>52.98</c:v>
                </c:pt>
                <c:pt idx="82387">
                  <c:v>169.98</c:v>
                </c:pt>
                <c:pt idx="82388">
                  <c:v>77.400000000000006</c:v>
                </c:pt>
                <c:pt idx="82389">
                  <c:v>66.5</c:v>
                </c:pt>
                <c:pt idx="82390">
                  <c:v>120.96</c:v>
                </c:pt>
                <c:pt idx="82391">
                  <c:v>161.49</c:v>
                </c:pt>
                <c:pt idx="82392">
                  <c:v>118.5</c:v>
                </c:pt>
                <c:pt idx="82393">
                  <c:v>344.87</c:v>
                </c:pt>
                <c:pt idx="82394">
                  <c:v>404.87</c:v>
                </c:pt>
                <c:pt idx="82395">
                  <c:v>292.7</c:v>
                </c:pt>
                <c:pt idx="82396">
                  <c:v>435.46</c:v>
                </c:pt>
                <c:pt idx="82397">
                  <c:v>59.98</c:v>
                </c:pt>
                <c:pt idx="82398">
                  <c:v>68.989999999999995</c:v>
                </c:pt>
                <c:pt idx="82399">
                  <c:v>84.99</c:v>
                </c:pt>
                <c:pt idx="82400">
                  <c:v>84.99</c:v>
                </c:pt>
                <c:pt idx="82401">
                  <c:v>84.99</c:v>
                </c:pt>
                <c:pt idx="82402">
                  <c:v>49.99</c:v>
                </c:pt>
                <c:pt idx="82403">
                  <c:v>65.989999999999995</c:v>
                </c:pt>
                <c:pt idx="82404">
                  <c:v>84.99</c:v>
                </c:pt>
                <c:pt idx="82405">
                  <c:v>68.989999999999995</c:v>
                </c:pt>
                <c:pt idx="82406">
                  <c:v>84.99</c:v>
                </c:pt>
                <c:pt idx="82407">
                  <c:v>83.97</c:v>
                </c:pt>
                <c:pt idx="82408">
                  <c:v>111.12</c:v>
                </c:pt>
                <c:pt idx="82409">
                  <c:v>57.18</c:v>
                </c:pt>
                <c:pt idx="82410">
                  <c:v>99.94</c:v>
                </c:pt>
                <c:pt idx="82411">
                  <c:v>54.98</c:v>
                </c:pt>
                <c:pt idx="82412">
                  <c:v>132.96</c:v>
                </c:pt>
                <c:pt idx="82413">
                  <c:v>144.82</c:v>
                </c:pt>
                <c:pt idx="82414">
                  <c:v>114.97</c:v>
                </c:pt>
                <c:pt idx="82415">
                  <c:v>217.96</c:v>
                </c:pt>
                <c:pt idx="82416">
                  <c:v>167.77</c:v>
                </c:pt>
                <c:pt idx="82417">
                  <c:v>85.97</c:v>
                </c:pt>
                <c:pt idx="82418">
                  <c:v>139.97999999999999</c:v>
                </c:pt>
                <c:pt idx="82419">
                  <c:v>34.99</c:v>
                </c:pt>
                <c:pt idx="82420">
                  <c:v>59.97</c:v>
                </c:pt>
                <c:pt idx="82421">
                  <c:v>178.57</c:v>
                </c:pt>
                <c:pt idx="82422">
                  <c:v>79.95</c:v>
                </c:pt>
                <c:pt idx="82423">
                  <c:v>63.96</c:v>
                </c:pt>
                <c:pt idx="82424">
                  <c:v>79.95</c:v>
                </c:pt>
                <c:pt idx="82425">
                  <c:v>79.95</c:v>
                </c:pt>
                <c:pt idx="82426">
                  <c:v>79.95</c:v>
                </c:pt>
                <c:pt idx="82427">
                  <c:v>79.95</c:v>
                </c:pt>
                <c:pt idx="82428">
                  <c:v>84.98</c:v>
                </c:pt>
                <c:pt idx="82429">
                  <c:v>79.95</c:v>
                </c:pt>
                <c:pt idx="82430">
                  <c:v>63.96</c:v>
                </c:pt>
                <c:pt idx="82431">
                  <c:v>103.18</c:v>
                </c:pt>
                <c:pt idx="82432">
                  <c:v>80.97</c:v>
                </c:pt>
                <c:pt idx="82433">
                  <c:v>60.99</c:v>
                </c:pt>
                <c:pt idx="82434">
                  <c:v>65.98</c:v>
                </c:pt>
                <c:pt idx="82435">
                  <c:v>99.98</c:v>
                </c:pt>
                <c:pt idx="82436">
                  <c:v>99.23</c:v>
                </c:pt>
                <c:pt idx="82437">
                  <c:v>73.709999999999994</c:v>
                </c:pt>
                <c:pt idx="82438">
                  <c:v>149.94999999999999</c:v>
                </c:pt>
                <c:pt idx="82439">
                  <c:v>179.94</c:v>
                </c:pt>
                <c:pt idx="82440">
                  <c:v>119.96</c:v>
                </c:pt>
                <c:pt idx="82441">
                  <c:v>59.98</c:v>
                </c:pt>
                <c:pt idx="82442">
                  <c:v>119.96</c:v>
                </c:pt>
                <c:pt idx="82443">
                  <c:v>139.94999999999999</c:v>
                </c:pt>
                <c:pt idx="82444">
                  <c:v>149.9</c:v>
                </c:pt>
                <c:pt idx="82445">
                  <c:v>74.95</c:v>
                </c:pt>
                <c:pt idx="82446">
                  <c:v>93.95</c:v>
                </c:pt>
                <c:pt idx="82447">
                  <c:v>59.98</c:v>
                </c:pt>
                <c:pt idx="82448">
                  <c:v>89.97</c:v>
                </c:pt>
                <c:pt idx="82449">
                  <c:v>59.98</c:v>
                </c:pt>
                <c:pt idx="82450">
                  <c:v>59.98</c:v>
                </c:pt>
                <c:pt idx="82451">
                  <c:v>59.98</c:v>
                </c:pt>
                <c:pt idx="82452">
                  <c:v>59.98</c:v>
                </c:pt>
                <c:pt idx="82453">
                  <c:v>59.98</c:v>
                </c:pt>
                <c:pt idx="82454">
                  <c:v>52.78</c:v>
                </c:pt>
                <c:pt idx="82455">
                  <c:v>59.98</c:v>
                </c:pt>
                <c:pt idx="82456">
                  <c:v>59.98</c:v>
                </c:pt>
                <c:pt idx="82457">
                  <c:v>182.97</c:v>
                </c:pt>
                <c:pt idx="82458">
                  <c:v>182.97</c:v>
                </c:pt>
                <c:pt idx="82459">
                  <c:v>197.97</c:v>
                </c:pt>
                <c:pt idx="82460">
                  <c:v>19.579999999999998</c:v>
                </c:pt>
                <c:pt idx="82461">
                  <c:v>22.27</c:v>
                </c:pt>
                <c:pt idx="82462">
                  <c:v>75.98</c:v>
                </c:pt>
                <c:pt idx="82463">
                  <c:v>173</c:v>
                </c:pt>
                <c:pt idx="82464">
                  <c:v>86.96</c:v>
                </c:pt>
                <c:pt idx="82465">
                  <c:v>84.99</c:v>
                </c:pt>
                <c:pt idx="82466">
                  <c:v>85.96</c:v>
                </c:pt>
                <c:pt idx="82467">
                  <c:v>41.29</c:v>
                </c:pt>
                <c:pt idx="82468">
                  <c:v>84.99</c:v>
                </c:pt>
                <c:pt idx="82469">
                  <c:v>84.99</c:v>
                </c:pt>
                <c:pt idx="82470">
                  <c:v>51.29</c:v>
                </c:pt>
                <c:pt idx="82471">
                  <c:v>84.99</c:v>
                </c:pt>
                <c:pt idx="82472">
                  <c:v>61.17</c:v>
                </c:pt>
                <c:pt idx="82473">
                  <c:v>84.99</c:v>
                </c:pt>
                <c:pt idx="82474">
                  <c:v>119.96</c:v>
                </c:pt>
                <c:pt idx="82475">
                  <c:v>119.96</c:v>
                </c:pt>
                <c:pt idx="82476">
                  <c:v>114.98</c:v>
                </c:pt>
                <c:pt idx="82477">
                  <c:v>114.98</c:v>
                </c:pt>
                <c:pt idx="82478">
                  <c:v>84.99</c:v>
                </c:pt>
                <c:pt idx="82479">
                  <c:v>61.17</c:v>
                </c:pt>
                <c:pt idx="82480">
                  <c:v>84.99</c:v>
                </c:pt>
                <c:pt idx="82481">
                  <c:v>84.99</c:v>
                </c:pt>
                <c:pt idx="82482">
                  <c:v>59.98</c:v>
                </c:pt>
                <c:pt idx="82483">
                  <c:v>59.98</c:v>
                </c:pt>
                <c:pt idx="82484">
                  <c:v>84.99</c:v>
                </c:pt>
                <c:pt idx="82485">
                  <c:v>59.97</c:v>
                </c:pt>
                <c:pt idx="82486">
                  <c:v>83.98</c:v>
                </c:pt>
                <c:pt idx="82487">
                  <c:v>80.98</c:v>
                </c:pt>
                <c:pt idx="82488">
                  <c:v>49.99</c:v>
                </c:pt>
                <c:pt idx="82489">
                  <c:v>84.99</c:v>
                </c:pt>
                <c:pt idx="82490">
                  <c:v>114.97</c:v>
                </c:pt>
                <c:pt idx="82491">
                  <c:v>64.98</c:v>
                </c:pt>
                <c:pt idx="82492">
                  <c:v>79.989999999999995</c:v>
                </c:pt>
                <c:pt idx="82493">
                  <c:v>43.47</c:v>
                </c:pt>
                <c:pt idx="82494">
                  <c:v>29.48</c:v>
                </c:pt>
                <c:pt idx="82495">
                  <c:v>235.95</c:v>
                </c:pt>
                <c:pt idx="82496">
                  <c:v>130.38</c:v>
                </c:pt>
                <c:pt idx="82497">
                  <c:v>108.97</c:v>
                </c:pt>
                <c:pt idx="82498">
                  <c:v>94.98</c:v>
                </c:pt>
                <c:pt idx="82499">
                  <c:v>84.97</c:v>
                </c:pt>
                <c:pt idx="82500">
                  <c:v>59.98</c:v>
                </c:pt>
                <c:pt idx="82501">
                  <c:v>54.98</c:v>
                </c:pt>
                <c:pt idx="82502">
                  <c:v>59.98</c:v>
                </c:pt>
                <c:pt idx="82503">
                  <c:v>59.98</c:v>
                </c:pt>
                <c:pt idx="82504">
                  <c:v>59.98</c:v>
                </c:pt>
                <c:pt idx="82505">
                  <c:v>54.98</c:v>
                </c:pt>
                <c:pt idx="82506">
                  <c:v>52.23</c:v>
                </c:pt>
                <c:pt idx="82507">
                  <c:v>59.98</c:v>
                </c:pt>
                <c:pt idx="82508">
                  <c:v>59.97</c:v>
                </c:pt>
                <c:pt idx="82509">
                  <c:v>34.99</c:v>
                </c:pt>
                <c:pt idx="82510">
                  <c:v>58.38</c:v>
                </c:pt>
                <c:pt idx="82511">
                  <c:v>59.97</c:v>
                </c:pt>
                <c:pt idx="82512">
                  <c:v>64.98</c:v>
                </c:pt>
                <c:pt idx="82513">
                  <c:v>54.98</c:v>
                </c:pt>
                <c:pt idx="82514">
                  <c:v>59.97</c:v>
                </c:pt>
                <c:pt idx="82515">
                  <c:v>176.3</c:v>
                </c:pt>
                <c:pt idx="82516">
                  <c:v>118.18</c:v>
                </c:pt>
                <c:pt idx="82517">
                  <c:v>113.47</c:v>
                </c:pt>
                <c:pt idx="82518">
                  <c:v>62.96</c:v>
                </c:pt>
                <c:pt idx="82519">
                  <c:v>171.97</c:v>
                </c:pt>
                <c:pt idx="82520">
                  <c:v>87.98</c:v>
                </c:pt>
                <c:pt idx="82521">
                  <c:v>70.38</c:v>
                </c:pt>
                <c:pt idx="82522">
                  <c:v>130.97999999999999</c:v>
                </c:pt>
                <c:pt idx="82523">
                  <c:v>150.97</c:v>
                </c:pt>
                <c:pt idx="82524">
                  <c:v>109.94</c:v>
                </c:pt>
                <c:pt idx="82525">
                  <c:v>89.81</c:v>
                </c:pt>
                <c:pt idx="82526">
                  <c:v>54.98</c:v>
                </c:pt>
                <c:pt idx="82527">
                  <c:v>24.99</c:v>
                </c:pt>
                <c:pt idx="82528">
                  <c:v>59.41</c:v>
                </c:pt>
                <c:pt idx="82529">
                  <c:v>199.61</c:v>
                </c:pt>
                <c:pt idx="82530">
                  <c:v>76.19</c:v>
                </c:pt>
                <c:pt idx="82531">
                  <c:v>63.98</c:v>
                </c:pt>
                <c:pt idx="82532">
                  <c:v>68.989999999999995</c:v>
                </c:pt>
                <c:pt idx="82533">
                  <c:v>59.98</c:v>
                </c:pt>
                <c:pt idx="82534">
                  <c:v>50.38</c:v>
                </c:pt>
                <c:pt idx="82535">
                  <c:v>64.53</c:v>
                </c:pt>
                <c:pt idx="82536">
                  <c:v>84.99</c:v>
                </c:pt>
                <c:pt idx="82537">
                  <c:v>84.99</c:v>
                </c:pt>
                <c:pt idx="82538">
                  <c:v>45.33</c:v>
                </c:pt>
                <c:pt idx="82539">
                  <c:v>106.37</c:v>
                </c:pt>
                <c:pt idx="82540">
                  <c:v>85.47</c:v>
                </c:pt>
                <c:pt idx="82541">
                  <c:v>59.98</c:v>
                </c:pt>
                <c:pt idx="82542">
                  <c:v>59.95</c:v>
                </c:pt>
                <c:pt idx="82543">
                  <c:v>50.97</c:v>
                </c:pt>
                <c:pt idx="82544">
                  <c:v>83.97</c:v>
                </c:pt>
                <c:pt idx="82545">
                  <c:v>89.97</c:v>
                </c:pt>
                <c:pt idx="82546">
                  <c:v>179.89</c:v>
                </c:pt>
                <c:pt idx="82547">
                  <c:v>89.97</c:v>
                </c:pt>
                <c:pt idx="82548">
                  <c:v>50.97</c:v>
                </c:pt>
                <c:pt idx="82549">
                  <c:v>134.97999999999999</c:v>
                </c:pt>
                <c:pt idx="82550">
                  <c:v>103.98</c:v>
                </c:pt>
                <c:pt idx="82551">
                  <c:v>119.97</c:v>
                </c:pt>
                <c:pt idx="82552">
                  <c:v>134.97999999999999</c:v>
                </c:pt>
                <c:pt idx="82553">
                  <c:v>68.319999999999993</c:v>
                </c:pt>
                <c:pt idx="82554">
                  <c:v>64.709999999999994</c:v>
                </c:pt>
                <c:pt idx="82555">
                  <c:v>113.97</c:v>
                </c:pt>
                <c:pt idx="82556">
                  <c:v>59.97</c:v>
                </c:pt>
                <c:pt idx="82557">
                  <c:v>67.430000000000007</c:v>
                </c:pt>
                <c:pt idx="82558">
                  <c:v>159.69999999999999</c:v>
                </c:pt>
                <c:pt idx="82559">
                  <c:v>120.94</c:v>
                </c:pt>
                <c:pt idx="82560">
                  <c:v>159.69999999999999</c:v>
                </c:pt>
                <c:pt idx="82561">
                  <c:v>225.01</c:v>
                </c:pt>
                <c:pt idx="82562">
                  <c:v>147.6</c:v>
                </c:pt>
                <c:pt idx="82563">
                  <c:v>89.97</c:v>
                </c:pt>
                <c:pt idx="82564">
                  <c:v>209.93</c:v>
                </c:pt>
                <c:pt idx="82565">
                  <c:v>152.94999999999999</c:v>
                </c:pt>
                <c:pt idx="82566">
                  <c:v>159.96</c:v>
                </c:pt>
                <c:pt idx="82567">
                  <c:v>75.87</c:v>
                </c:pt>
                <c:pt idx="82568">
                  <c:v>389.93</c:v>
                </c:pt>
                <c:pt idx="82569">
                  <c:v>50.47</c:v>
                </c:pt>
                <c:pt idx="82570">
                  <c:v>84.99</c:v>
                </c:pt>
                <c:pt idx="82571">
                  <c:v>84.99</c:v>
                </c:pt>
                <c:pt idx="82572">
                  <c:v>84.99</c:v>
                </c:pt>
                <c:pt idx="82573">
                  <c:v>62.69</c:v>
                </c:pt>
                <c:pt idx="82574">
                  <c:v>84.99</c:v>
                </c:pt>
                <c:pt idx="82575">
                  <c:v>65.989999999999995</c:v>
                </c:pt>
                <c:pt idx="82576">
                  <c:v>65.989999999999995</c:v>
                </c:pt>
                <c:pt idx="82577">
                  <c:v>66.489999999999995</c:v>
                </c:pt>
                <c:pt idx="82578">
                  <c:v>131.97999999999999</c:v>
                </c:pt>
                <c:pt idx="82579">
                  <c:v>131.97999999999999</c:v>
                </c:pt>
                <c:pt idx="82580">
                  <c:v>27.48</c:v>
                </c:pt>
                <c:pt idx="82581">
                  <c:v>119.97</c:v>
                </c:pt>
                <c:pt idx="82582">
                  <c:v>89.98</c:v>
                </c:pt>
                <c:pt idx="82583">
                  <c:v>89.98</c:v>
                </c:pt>
                <c:pt idx="82584">
                  <c:v>55.97</c:v>
                </c:pt>
                <c:pt idx="82585">
                  <c:v>27.48</c:v>
                </c:pt>
                <c:pt idx="82586">
                  <c:v>97.95</c:v>
                </c:pt>
                <c:pt idx="82587">
                  <c:v>74.97</c:v>
                </c:pt>
                <c:pt idx="82588">
                  <c:v>84.99</c:v>
                </c:pt>
                <c:pt idx="82589">
                  <c:v>170.96</c:v>
                </c:pt>
                <c:pt idx="82590">
                  <c:v>139.97999999999999</c:v>
                </c:pt>
                <c:pt idx="82591">
                  <c:v>55.97</c:v>
                </c:pt>
                <c:pt idx="82592">
                  <c:v>169.98</c:v>
                </c:pt>
                <c:pt idx="82593">
                  <c:v>41.27</c:v>
                </c:pt>
                <c:pt idx="82594">
                  <c:v>53.94</c:v>
                </c:pt>
                <c:pt idx="82595">
                  <c:v>65.95</c:v>
                </c:pt>
                <c:pt idx="82596">
                  <c:v>72.239999999999995</c:v>
                </c:pt>
                <c:pt idx="82597">
                  <c:v>72.239999999999995</c:v>
                </c:pt>
                <c:pt idx="82598">
                  <c:v>72.239999999999995</c:v>
                </c:pt>
                <c:pt idx="82599">
                  <c:v>73.7</c:v>
                </c:pt>
                <c:pt idx="82600">
                  <c:v>44.44</c:v>
                </c:pt>
                <c:pt idx="82601">
                  <c:v>-1.95</c:v>
                </c:pt>
                <c:pt idx="82602">
                  <c:v>48.99</c:v>
                </c:pt>
                <c:pt idx="82603">
                  <c:v>72.239999999999995</c:v>
                </c:pt>
                <c:pt idx="82604">
                  <c:v>62.89</c:v>
                </c:pt>
                <c:pt idx="82605">
                  <c:v>180.95</c:v>
                </c:pt>
                <c:pt idx="82606">
                  <c:v>104.97</c:v>
                </c:pt>
                <c:pt idx="82607">
                  <c:v>104.97</c:v>
                </c:pt>
                <c:pt idx="82608">
                  <c:v>104.97</c:v>
                </c:pt>
                <c:pt idx="82609">
                  <c:v>102.87</c:v>
                </c:pt>
                <c:pt idx="82610">
                  <c:v>139.96</c:v>
                </c:pt>
                <c:pt idx="82611">
                  <c:v>53.97</c:v>
                </c:pt>
                <c:pt idx="82612">
                  <c:v>50.97</c:v>
                </c:pt>
                <c:pt idx="82613">
                  <c:v>50.97</c:v>
                </c:pt>
                <c:pt idx="82614">
                  <c:v>83.95</c:v>
                </c:pt>
                <c:pt idx="82615">
                  <c:v>53.97</c:v>
                </c:pt>
                <c:pt idx="82616">
                  <c:v>55.97</c:v>
                </c:pt>
                <c:pt idx="82617">
                  <c:v>47.48</c:v>
                </c:pt>
                <c:pt idx="82618">
                  <c:v>68.97</c:v>
                </c:pt>
                <c:pt idx="82619">
                  <c:v>62.49</c:v>
                </c:pt>
                <c:pt idx="82620">
                  <c:v>74.98</c:v>
                </c:pt>
                <c:pt idx="82621">
                  <c:v>74.98</c:v>
                </c:pt>
                <c:pt idx="82622">
                  <c:v>60.99</c:v>
                </c:pt>
                <c:pt idx="82623">
                  <c:v>63.98</c:v>
                </c:pt>
                <c:pt idx="82624">
                  <c:v>60.99</c:v>
                </c:pt>
                <c:pt idx="82625">
                  <c:v>74.88</c:v>
                </c:pt>
                <c:pt idx="82626">
                  <c:v>112.97</c:v>
                </c:pt>
                <c:pt idx="82627">
                  <c:v>60.18</c:v>
                </c:pt>
                <c:pt idx="82628">
                  <c:v>99.98</c:v>
                </c:pt>
                <c:pt idx="82629">
                  <c:v>99.98</c:v>
                </c:pt>
                <c:pt idx="82630">
                  <c:v>175.96</c:v>
                </c:pt>
                <c:pt idx="82631">
                  <c:v>119.97</c:v>
                </c:pt>
                <c:pt idx="82632">
                  <c:v>124.95</c:v>
                </c:pt>
                <c:pt idx="82633">
                  <c:v>115.96</c:v>
                </c:pt>
                <c:pt idx="82634">
                  <c:v>114.8</c:v>
                </c:pt>
                <c:pt idx="82635">
                  <c:v>108.96</c:v>
                </c:pt>
                <c:pt idx="82636">
                  <c:v>76.97</c:v>
                </c:pt>
                <c:pt idx="82637">
                  <c:v>88.97</c:v>
                </c:pt>
                <c:pt idx="82638">
                  <c:v>83.93</c:v>
                </c:pt>
                <c:pt idx="82639">
                  <c:v>187.88</c:v>
                </c:pt>
                <c:pt idx="82640">
                  <c:v>101.97</c:v>
                </c:pt>
                <c:pt idx="82641">
                  <c:v>83.48</c:v>
                </c:pt>
                <c:pt idx="82642">
                  <c:v>64.59</c:v>
                </c:pt>
                <c:pt idx="82643">
                  <c:v>81.98</c:v>
                </c:pt>
                <c:pt idx="82644">
                  <c:v>105.98</c:v>
                </c:pt>
                <c:pt idx="82645">
                  <c:v>65.989999999999995</c:v>
                </c:pt>
                <c:pt idx="82646">
                  <c:v>51.97</c:v>
                </c:pt>
                <c:pt idx="82647">
                  <c:v>123.93</c:v>
                </c:pt>
                <c:pt idx="82648">
                  <c:v>53.98</c:v>
                </c:pt>
                <c:pt idx="82649">
                  <c:v>55.96</c:v>
                </c:pt>
                <c:pt idx="82650">
                  <c:v>89.94</c:v>
                </c:pt>
                <c:pt idx="82651">
                  <c:v>55.96</c:v>
                </c:pt>
                <c:pt idx="82652">
                  <c:v>69.95</c:v>
                </c:pt>
                <c:pt idx="82653">
                  <c:v>55.96</c:v>
                </c:pt>
                <c:pt idx="82654">
                  <c:v>69.95</c:v>
                </c:pt>
                <c:pt idx="82655">
                  <c:v>85.94</c:v>
                </c:pt>
                <c:pt idx="82656">
                  <c:v>69.95</c:v>
                </c:pt>
                <c:pt idx="82657">
                  <c:v>69.97</c:v>
                </c:pt>
                <c:pt idx="82658">
                  <c:v>33.479999999999997</c:v>
                </c:pt>
                <c:pt idx="82659">
                  <c:v>21.49</c:v>
                </c:pt>
                <c:pt idx="82660">
                  <c:v>79.98</c:v>
                </c:pt>
                <c:pt idx="82661">
                  <c:v>101.96</c:v>
                </c:pt>
                <c:pt idx="82662">
                  <c:v>56.97</c:v>
                </c:pt>
                <c:pt idx="82663">
                  <c:v>94.95</c:v>
                </c:pt>
                <c:pt idx="82664">
                  <c:v>65.989999999999995</c:v>
                </c:pt>
                <c:pt idx="82665">
                  <c:v>52.79</c:v>
                </c:pt>
                <c:pt idx="82666">
                  <c:v>41.49</c:v>
                </c:pt>
                <c:pt idx="82667">
                  <c:v>56.09</c:v>
                </c:pt>
                <c:pt idx="82668">
                  <c:v>65.989999999999995</c:v>
                </c:pt>
                <c:pt idx="82669">
                  <c:v>17.489999999999998</c:v>
                </c:pt>
                <c:pt idx="82670">
                  <c:v>65.989999999999995</c:v>
                </c:pt>
                <c:pt idx="82671">
                  <c:v>60.22</c:v>
                </c:pt>
                <c:pt idx="82672">
                  <c:v>21.49</c:v>
                </c:pt>
                <c:pt idx="82673">
                  <c:v>64.930000000000007</c:v>
                </c:pt>
                <c:pt idx="82674">
                  <c:v>16.489999999999998</c:v>
                </c:pt>
                <c:pt idx="82675">
                  <c:v>105.98</c:v>
                </c:pt>
                <c:pt idx="82676">
                  <c:v>133.46</c:v>
                </c:pt>
                <c:pt idx="82677">
                  <c:v>46.97</c:v>
                </c:pt>
                <c:pt idx="82678">
                  <c:v>51.98</c:v>
                </c:pt>
                <c:pt idx="82679">
                  <c:v>60.96</c:v>
                </c:pt>
                <c:pt idx="82680">
                  <c:v>17.489999999999998</c:v>
                </c:pt>
                <c:pt idx="82681">
                  <c:v>107.97</c:v>
                </c:pt>
                <c:pt idx="82682">
                  <c:v>99.98</c:v>
                </c:pt>
                <c:pt idx="82683">
                  <c:v>144.97</c:v>
                </c:pt>
                <c:pt idx="82684">
                  <c:v>75.98</c:v>
                </c:pt>
                <c:pt idx="82685">
                  <c:v>84.99</c:v>
                </c:pt>
                <c:pt idx="82686">
                  <c:v>87.98</c:v>
                </c:pt>
                <c:pt idx="82687">
                  <c:v>79.45</c:v>
                </c:pt>
                <c:pt idx="82688">
                  <c:v>53.98</c:v>
                </c:pt>
                <c:pt idx="82689">
                  <c:v>55.98</c:v>
                </c:pt>
                <c:pt idx="82690">
                  <c:v>59.98</c:v>
                </c:pt>
                <c:pt idx="82691">
                  <c:v>91.47</c:v>
                </c:pt>
                <c:pt idx="82692">
                  <c:v>89.97</c:v>
                </c:pt>
                <c:pt idx="82693">
                  <c:v>59.98</c:v>
                </c:pt>
                <c:pt idx="82694">
                  <c:v>89.97</c:v>
                </c:pt>
                <c:pt idx="82695">
                  <c:v>89.97</c:v>
                </c:pt>
                <c:pt idx="82696">
                  <c:v>70.17</c:v>
                </c:pt>
                <c:pt idx="82697">
                  <c:v>59.98</c:v>
                </c:pt>
                <c:pt idx="82698">
                  <c:v>88.43</c:v>
                </c:pt>
                <c:pt idx="82699">
                  <c:v>208.07</c:v>
                </c:pt>
                <c:pt idx="82700">
                  <c:v>145.16</c:v>
                </c:pt>
                <c:pt idx="82701">
                  <c:v>128.22</c:v>
                </c:pt>
                <c:pt idx="82702">
                  <c:v>235.9</c:v>
                </c:pt>
                <c:pt idx="82703">
                  <c:v>68.989999999999995</c:v>
                </c:pt>
                <c:pt idx="82704">
                  <c:v>84.99</c:v>
                </c:pt>
                <c:pt idx="82705">
                  <c:v>83.64</c:v>
                </c:pt>
                <c:pt idx="82706">
                  <c:v>64.34</c:v>
                </c:pt>
                <c:pt idx="82707">
                  <c:v>134.28</c:v>
                </c:pt>
                <c:pt idx="82708">
                  <c:v>29.48</c:v>
                </c:pt>
                <c:pt idx="82709">
                  <c:v>226.03</c:v>
                </c:pt>
                <c:pt idx="82710">
                  <c:v>65.989999999999995</c:v>
                </c:pt>
                <c:pt idx="82711">
                  <c:v>131.97999999999999</c:v>
                </c:pt>
                <c:pt idx="82712">
                  <c:v>29.48</c:v>
                </c:pt>
                <c:pt idx="82713">
                  <c:v>127.96</c:v>
                </c:pt>
                <c:pt idx="82714">
                  <c:v>77.97</c:v>
                </c:pt>
                <c:pt idx="82715">
                  <c:v>-127.96</c:v>
                </c:pt>
                <c:pt idx="82716">
                  <c:v>149.96</c:v>
                </c:pt>
                <c:pt idx="82717">
                  <c:v>56.97</c:v>
                </c:pt>
                <c:pt idx="82718">
                  <c:v>56.97</c:v>
                </c:pt>
                <c:pt idx="82719">
                  <c:v>56.97</c:v>
                </c:pt>
                <c:pt idx="82720">
                  <c:v>56.97</c:v>
                </c:pt>
                <c:pt idx="82721">
                  <c:v>169.36</c:v>
                </c:pt>
                <c:pt idx="82722">
                  <c:v>169.36</c:v>
                </c:pt>
                <c:pt idx="82723">
                  <c:v>120.98</c:v>
                </c:pt>
                <c:pt idx="82724">
                  <c:v>194.88</c:v>
                </c:pt>
                <c:pt idx="82725">
                  <c:v>163.30000000000001</c:v>
                </c:pt>
                <c:pt idx="82726">
                  <c:v>194.88</c:v>
                </c:pt>
                <c:pt idx="82727">
                  <c:v>145.16</c:v>
                </c:pt>
                <c:pt idx="82728">
                  <c:v>160.38999999999999</c:v>
                </c:pt>
                <c:pt idx="82729">
                  <c:v>93.13</c:v>
                </c:pt>
                <c:pt idx="82730">
                  <c:v>79.849999999999994</c:v>
                </c:pt>
                <c:pt idx="82731">
                  <c:v>79.849999999999994</c:v>
                </c:pt>
                <c:pt idx="82732">
                  <c:v>120.98</c:v>
                </c:pt>
                <c:pt idx="82733">
                  <c:v>93.13</c:v>
                </c:pt>
                <c:pt idx="82734">
                  <c:v>145.16</c:v>
                </c:pt>
                <c:pt idx="82735">
                  <c:v>120.98</c:v>
                </c:pt>
                <c:pt idx="82736">
                  <c:v>120.98</c:v>
                </c:pt>
                <c:pt idx="82737">
                  <c:v>163.30000000000001</c:v>
                </c:pt>
                <c:pt idx="82738">
                  <c:v>160.38999999999999</c:v>
                </c:pt>
                <c:pt idx="82739">
                  <c:v>108.97</c:v>
                </c:pt>
                <c:pt idx="82740">
                  <c:v>75.87</c:v>
                </c:pt>
                <c:pt idx="82741">
                  <c:v>112.96</c:v>
                </c:pt>
                <c:pt idx="82742">
                  <c:v>61.18</c:v>
                </c:pt>
                <c:pt idx="82743">
                  <c:v>75.87</c:v>
                </c:pt>
                <c:pt idx="82744">
                  <c:v>121.98</c:v>
                </c:pt>
                <c:pt idx="82745">
                  <c:v>129</c:v>
                </c:pt>
                <c:pt idx="82746">
                  <c:v>84.99</c:v>
                </c:pt>
                <c:pt idx="82747">
                  <c:v>130.66</c:v>
                </c:pt>
                <c:pt idx="82748">
                  <c:v>84.99</c:v>
                </c:pt>
                <c:pt idx="82749">
                  <c:v>146.97</c:v>
                </c:pt>
                <c:pt idx="82750">
                  <c:v>149.97</c:v>
                </c:pt>
                <c:pt idx="82751">
                  <c:v>85.98</c:v>
                </c:pt>
                <c:pt idx="82752">
                  <c:v>49.28</c:v>
                </c:pt>
                <c:pt idx="82753">
                  <c:v>56.97</c:v>
                </c:pt>
                <c:pt idx="82754">
                  <c:v>59.97</c:v>
                </c:pt>
                <c:pt idx="82755">
                  <c:v>59.97</c:v>
                </c:pt>
                <c:pt idx="82756">
                  <c:v>59.97</c:v>
                </c:pt>
                <c:pt idx="82757">
                  <c:v>59.97</c:v>
                </c:pt>
                <c:pt idx="82758">
                  <c:v>59.97</c:v>
                </c:pt>
                <c:pt idx="82759">
                  <c:v>59.97</c:v>
                </c:pt>
                <c:pt idx="82760">
                  <c:v>59.97</c:v>
                </c:pt>
                <c:pt idx="82761">
                  <c:v>59.97</c:v>
                </c:pt>
                <c:pt idx="82762">
                  <c:v>59.97</c:v>
                </c:pt>
                <c:pt idx="82763">
                  <c:v>59.97</c:v>
                </c:pt>
                <c:pt idx="82764">
                  <c:v>79.959999999999994</c:v>
                </c:pt>
                <c:pt idx="82765">
                  <c:v>59.97</c:v>
                </c:pt>
                <c:pt idx="82766">
                  <c:v>79.959999999999994</c:v>
                </c:pt>
                <c:pt idx="82767">
                  <c:v>59.97</c:v>
                </c:pt>
                <c:pt idx="82768">
                  <c:v>56.97</c:v>
                </c:pt>
                <c:pt idx="82769">
                  <c:v>84.94</c:v>
                </c:pt>
                <c:pt idx="82770">
                  <c:v>83.44</c:v>
                </c:pt>
                <c:pt idx="82771">
                  <c:v>59.96</c:v>
                </c:pt>
                <c:pt idx="82772">
                  <c:v>59.2</c:v>
                </c:pt>
                <c:pt idx="82773">
                  <c:v>25.49</c:v>
                </c:pt>
                <c:pt idx="82774">
                  <c:v>53.98</c:v>
                </c:pt>
                <c:pt idx="82775">
                  <c:v>39.49</c:v>
                </c:pt>
                <c:pt idx="82776">
                  <c:v>30.48</c:v>
                </c:pt>
                <c:pt idx="82777">
                  <c:v>53.48</c:v>
                </c:pt>
                <c:pt idx="82778">
                  <c:v>80.48</c:v>
                </c:pt>
                <c:pt idx="82779">
                  <c:v>42.37</c:v>
                </c:pt>
                <c:pt idx="82780">
                  <c:v>28.49</c:v>
                </c:pt>
                <c:pt idx="82781">
                  <c:v>199.96</c:v>
                </c:pt>
                <c:pt idx="82782">
                  <c:v>40.99</c:v>
                </c:pt>
                <c:pt idx="82783">
                  <c:v>64.66</c:v>
                </c:pt>
                <c:pt idx="82784">
                  <c:v>59.38</c:v>
                </c:pt>
                <c:pt idx="82785">
                  <c:v>68.989999999999995</c:v>
                </c:pt>
                <c:pt idx="82786">
                  <c:v>86.98</c:v>
                </c:pt>
                <c:pt idx="82787">
                  <c:v>51.19</c:v>
                </c:pt>
                <c:pt idx="82788">
                  <c:v>53.98</c:v>
                </c:pt>
                <c:pt idx="82789">
                  <c:v>55.37</c:v>
                </c:pt>
                <c:pt idx="82790">
                  <c:v>64.47</c:v>
                </c:pt>
                <c:pt idx="82791">
                  <c:v>64.47</c:v>
                </c:pt>
                <c:pt idx="82792">
                  <c:v>100.95</c:v>
                </c:pt>
                <c:pt idx="82793">
                  <c:v>44.28</c:v>
                </c:pt>
                <c:pt idx="82794">
                  <c:v>79.459999999999994</c:v>
                </c:pt>
                <c:pt idx="82795">
                  <c:v>53.97</c:v>
                </c:pt>
                <c:pt idx="82796">
                  <c:v>64.47</c:v>
                </c:pt>
                <c:pt idx="82797">
                  <c:v>107.45</c:v>
                </c:pt>
                <c:pt idx="82798">
                  <c:v>85.96</c:v>
                </c:pt>
                <c:pt idx="82799">
                  <c:v>64.47</c:v>
                </c:pt>
                <c:pt idx="82800">
                  <c:v>84.99</c:v>
                </c:pt>
                <c:pt idx="82801">
                  <c:v>59.47</c:v>
                </c:pt>
                <c:pt idx="82802">
                  <c:v>84.99</c:v>
                </c:pt>
                <c:pt idx="82803">
                  <c:v>154.97999999999999</c:v>
                </c:pt>
                <c:pt idx="82804">
                  <c:v>84.99</c:v>
                </c:pt>
                <c:pt idx="82805">
                  <c:v>54.43</c:v>
                </c:pt>
                <c:pt idx="82806">
                  <c:v>56.98</c:v>
                </c:pt>
                <c:pt idx="82807">
                  <c:v>112.97</c:v>
                </c:pt>
                <c:pt idx="82808">
                  <c:v>99.98</c:v>
                </c:pt>
                <c:pt idx="82809">
                  <c:v>114.07</c:v>
                </c:pt>
                <c:pt idx="82810">
                  <c:v>89.98</c:v>
                </c:pt>
                <c:pt idx="82811">
                  <c:v>98.83</c:v>
                </c:pt>
                <c:pt idx="82812">
                  <c:v>70.97</c:v>
                </c:pt>
                <c:pt idx="82813">
                  <c:v>89.96</c:v>
                </c:pt>
                <c:pt idx="82814">
                  <c:v>52.46</c:v>
                </c:pt>
                <c:pt idx="82815">
                  <c:v>92.45</c:v>
                </c:pt>
                <c:pt idx="82816">
                  <c:v>102.97</c:v>
                </c:pt>
                <c:pt idx="82817">
                  <c:v>123.38</c:v>
                </c:pt>
                <c:pt idx="82818">
                  <c:v>107.95</c:v>
                </c:pt>
                <c:pt idx="82819">
                  <c:v>84.99</c:v>
                </c:pt>
                <c:pt idx="82820">
                  <c:v>84.99</c:v>
                </c:pt>
                <c:pt idx="82821">
                  <c:v>99.35</c:v>
                </c:pt>
                <c:pt idx="82822">
                  <c:v>65.989999999999995</c:v>
                </c:pt>
                <c:pt idx="82823">
                  <c:v>65.989999999999995</c:v>
                </c:pt>
                <c:pt idx="82824">
                  <c:v>65.989999999999995</c:v>
                </c:pt>
                <c:pt idx="82825">
                  <c:v>81.28</c:v>
                </c:pt>
                <c:pt idx="82826">
                  <c:v>73.03</c:v>
                </c:pt>
                <c:pt idx="82827">
                  <c:v>69.98</c:v>
                </c:pt>
                <c:pt idx="82828">
                  <c:v>58.48</c:v>
                </c:pt>
                <c:pt idx="82829">
                  <c:v>58.64</c:v>
                </c:pt>
                <c:pt idx="82830">
                  <c:v>56.09</c:v>
                </c:pt>
                <c:pt idx="82831">
                  <c:v>82.77</c:v>
                </c:pt>
                <c:pt idx="82832">
                  <c:v>76.48</c:v>
                </c:pt>
                <c:pt idx="82833">
                  <c:v>67.98</c:v>
                </c:pt>
                <c:pt idx="82834">
                  <c:v>119.96</c:v>
                </c:pt>
                <c:pt idx="82835">
                  <c:v>59.98</c:v>
                </c:pt>
                <c:pt idx="82836">
                  <c:v>124.95</c:v>
                </c:pt>
                <c:pt idx="82837">
                  <c:v>59.98</c:v>
                </c:pt>
                <c:pt idx="82838">
                  <c:v>59.98</c:v>
                </c:pt>
                <c:pt idx="82839">
                  <c:v>59.98</c:v>
                </c:pt>
                <c:pt idx="82840">
                  <c:v>59.98</c:v>
                </c:pt>
                <c:pt idx="82841">
                  <c:v>59.98</c:v>
                </c:pt>
                <c:pt idx="82842">
                  <c:v>59.98</c:v>
                </c:pt>
                <c:pt idx="82843">
                  <c:v>149.44999999999999</c:v>
                </c:pt>
                <c:pt idx="82844">
                  <c:v>197.96</c:v>
                </c:pt>
                <c:pt idx="82845">
                  <c:v>54.99</c:v>
                </c:pt>
                <c:pt idx="82846">
                  <c:v>84.99</c:v>
                </c:pt>
                <c:pt idx="82847">
                  <c:v>72.239999999999995</c:v>
                </c:pt>
                <c:pt idx="82848">
                  <c:v>27.98</c:v>
                </c:pt>
                <c:pt idx="82849">
                  <c:v>206.97</c:v>
                </c:pt>
                <c:pt idx="82850">
                  <c:v>188.97</c:v>
                </c:pt>
                <c:pt idx="82851">
                  <c:v>85.98</c:v>
                </c:pt>
                <c:pt idx="82852">
                  <c:v>97.08</c:v>
                </c:pt>
                <c:pt idx="82853">
                  <c:v>39.99</c:v>
                </c:pt>
                <c:pt idx="82854">
                  <c:v>93.99</c:v>
                </c:pt>
                <c:pt idx="82855">
                  <c:v>127.64</c:v>
                </c:pt>
                <c:pt idx="82856">
                  <c:v>59.96</c:v>
                </c:pt>
                <c:pt idx="82857">
                  <c:v>74.97</c:v>
                </c:pt>
                <c:pt idx="82858">
                  <c:v>59.96</c:v>
                </c:pt>
                <c:pt idx="82859">
                  <c:v>74.22</c:v>
                </c:pt>
                <c:pt idx="82860">
                  <c:v>73.849999999999994</c:v>
                </c:pt>
                <c:pt idx="82861">
                  <c:v>163.77000000000001</c:v>
                </c:pt>
                <c:pt idx="82862">
                  <c:v>251.95</c:v>
                </c:pt>
                <c:pt idx="82863">
                  <c:v>308.33</c:v>
                </c:pt>
                <c:pt idx="82864">
                  <c:v>74.95</c:v>
                </c:pt>
                <c:pt idx="82865">
                  <c:v>59.96</c:v>
                </c:pt>
                <c:pt idx="82866">
                  <c:v>74.95</c:v>
                </c:pt>
                <c:pt idx="82867">
                  <c:v>74.95</c:v>
                </c:pt>
                <c:pt idx="82868">
                  <c:v>74.95</c:v>
                </c:pt>
                <c:pt idx="82869">
                  <c:v>55.98</c:v>
                </c:pt>
                <c:pt idx="82870">
                  <c:v>84.98</c:v>
                </c:pt>
                <c:pt idx="82871">
                  <c:v>63.92</c:v>
                </c:pt>
                <c:pt idx="82872">
                  <c:v>59.98</c:v>
                </c:pt>
                <c:pt idx="82873">
                  <c:v>69.98</c:v>
                </c:pt>
                <c:pt idx="82874">
                  <c:v>83.48</c:v>
                </c:pt>
                <c:pt idx="82875">
                  <c:v>55.98</c:v>
                </c:pt>
                <c:pt idx="82876">
                  <c:v>50.97</c:v>
                </c:pt>
                <c:pt idx="82877">
                  <c:v>65.98</c:v>
                </c:pt>
                <c:pt idx="82878">
                  <c:v>49.99</c:v>
                </c:pt>
                <c:pt idx="82879">
                  <c:v>65.989999999999995</c:v>
                </c:pt>
                <c:pt idx="82880">
                  <c:v>79.98</c:v>
                </c:pt>
                <c:pt idx="82881">
                  <c:v>60.99</c:v>
                </c:pt>
                <c:pt idx="82882">
                  <c:v>65.989999999999995</c:v>
                </c:pt>
                <c:pt idx="82883">
                  <c:v>60.99</c:v>
                </c:pt>
                <c:pt idx="82884">
                  <c:v>49.99</c:v>
                </c:pt>
                <c:pt idx="82885">
                  <c:v>69.98</c:v>
                </c:pt>
                <c:pt idx="82886">
                  <c:v>239.94</c:v>
                </c:pt>
                <c:pt idx="82887">
                  <c:v>59.98</c:v>
                </c:pt>
                <c:pt idx="82888">
                  <c:v>41.29</c:v>
                </c:pt>
                <c:pt idx="82889">
                  <c:v>28.29</c:v>
                </c:pt>
                <c:pt idx="82890">
                  <c:v>59.98</c:v>
                </c:pt>
                <c:pt idx="82891">
                  <c:v>28.29</c:v>
                </c:pt>
                <c:pt idx="82892">
                  <c:v>41.29</c:v>
                </c:pt>
                <c:pt idx="82893">
                  <c:v>50.98</c:v>
                </c:pt>
                <c:pt idx="82894">
                  <c:v>116.26</c:v>
                </c:pt>
                <c:pt idx="82895">
                  <c:v>50.98</c:v>
                </c:pt>
                <c:pt idx="82896">
                  <c:v>84.97</c:v>
                </c:pt>
                <c:pt idx="82897">
                  <c:v>50.98</c:v>
                </c:pt>
                <c:pt idx="82898">
                  <c:v>89.97</c:v>
                </c:pt>
                <c:pt idx="82899">
                  <c:v>89.97</c:v>
                </c:pt>
                <c:pt idx="82900">
                  <c:v>59.98</c:v>
                </c:pt>
                <c:pt idx="82901">
                  <c:v>74.97</c:v>
                </c:pt>
                <c:pt idx="82902">
                  <c:v>74.97</c:v>
                </c:pt>
                <c:pt idx="82903">
                  <c:v>71.97</c:v>
                </c:pt>
                <c:pt idx="82904">
                  <c:v>59.98</c:v>
                </c:pt>
                <c:pt idx="82905">
                  <c:v>64.97</c:v>
                </c:pt>
                <c:pt idx="82906">
                  <c:v>31.28</c:v>
                </c:pt>
                <c:pt idx="82907">
                  <c:v>116.26</c:v>
                </c:pt>
                <c:pt idx="82908">
                  <c:v>31.28</c:v>
                </c:pt>
                <c:pt idx="82909">
                  <c:v>84.97</c:v>
                </c:pt>
                <c:pt idx="82910">
                  <c:v>64.97</c:v>
                </c:pt>
                <c:pt idx="82911">
                  <c:v>71.97</c:v>
                </c:pt>
                <c:pt idx="82912">
                  <c:v>50.98</c:v>
                </c:pt>
                <c:pt idx="82913">
                  <c:v>109.96</c:v>
                </c:pt>
                <c:pt idx="82914">
                  <c:v>119.96</c:v>
                </c:pt>
                <c:pt idx="82915">
                  <c:v>107.95</c:v>
                </c:pt>
                <c:pt idx="82916">
                  <c:v>72.97</c:v>
                </c:pt>
                <c:pt idx="82917">
                  <c:v>71.98</c:v>
                </c:pt>
                <c:pt idx="82918">
                  <c:v>149.94999999999999</c:v>
                </c:pt>
                <c:pt idx="82919">
                  <c:v>89.97</c:v>
                </c:pt>
                <c:pt idx="82920">
                  <c:v>42.23</c:v>
                </c:pt>
                <c:pt idx="82921">
                  <c:v>64.98</c:v>
                </c:pt>
                <c:pt idx="82922">
                  <c:v>59.98</c:v>
                </c:pt>
                <c:pt idx="82923">
                  <c:v>119.96</c:v>
                </c:pt>
                <c:pt idx="82924">
                  <c:v>89.97</c:v>
                </c:pt>
                <c:pt idx="82925">
                  <c:v>54.98</c:v>
                </c:pt>
                <c:pt idx="82926">
                  <c:v>109.97</c:v>
                </c:pt>
                <c:pt idx="82927">
                  <c:v>59.99</c:v>
                </c:pt>
                <c:pt idx="82928">
                  <c:v>51.29</c:v>
                </c:pt>
                <c:pt idx="82929">
                  <c:v>59.99</c:v>
                </c:pt>
                <c:pt idx="82930">
                  <c:v>4.99</c:v>
                </c:pt>
                <c:pt idx="82931">
                  <c:v>138.86000000000001</c:v>
                </c:pt>
                <c:pt idx="82932">
                  <c:v>118.75</c:v>
                </c:pt>
                <c:pt idx="82933">
                  <c:v>112.75</c:v>
                </c:pt>
                <c:pt idx="82934">
                  <c:v>112.75</c:v>
                </c:pt>
                <c:pt idx="82935">
                  <c:v>109.98</c:v>
                </c:pt>
                <c:pt idx="82936">
                  <c:v>169.92</c:v>
                </c:pt>
                <c:pt idx="82937">
                  <c:v>138.86000000000001</c:v>
                </c:pt>
                <c:pt idx="82938">
                  <c:v>109.98</c:v>
                </c:pt>
                <c:pt idx="82939">
                  <c:v>109.98</c:v>
                </c:pt>
                <c:pt idx="82940">
                  <c:v>118.75</c:v>
                </c:pt>
                <c:pt idx="82941">
                  <c:v>54.99</c:v>
                </c:pt>
                <c:pt idx="82942">
                  <c:v>54.99</c:v>
                </c:pt>
                <c:pt idx="82943">
                  <c:v>54.99</c:v>
                </c:pt>
                <c:pt idx="82944">
                  <c:v>54.99</c:v>
                </c:pt>
                <c:pt idx="82945">
                  <c:v>169.92</c:v>
                </c:pt>
                <c:pt idx="82946">
                  <c:v>109.98</c:v>
                </c:pt>
                <c:pt idx="82947">
                  <c:v>65.989999999999995</c:v>
                </c:pt>
                <c:pt idx="82948">
                  <c:v>127.96</c:v>
                </c:pt>
                <c:pt idx="82949">
                  <c:v>110.98</c:v>
                </c:pt>
                <c:pt idx="82950">
                  <c:v>20.29</c:v>
                </c:pt>
                <c:pt idx="82951">
                  <c:v>158.96</c:v>
                </c:pt>
                <c:pt idx="82952">
                  <c:v>65.989999999999995</c:v>
                </c:pt>
                <c:pt idx="82953">
                  <c:v>65.989999999999995</c:v>
                </c:pt>
                <c:pt idx="82954">
                  <c:v>65.989999999999995</c:v>
                </c:pt>
                <c:pt idx="82955">
                  <c:v>61.99</c:v>
                </c:pt>
                <c:pt idx="82956">
                  <c:v>101.97</c:v>
                </c:pt>
                <c:pt idx="82957">
                  <c:v>65.989999999999995</c:v>
                </c:pt>
                <c:pt idx="82958">
                  <c:v>65.989999999999995</c:v>
                </c:pt>
                <c:pt idx="82959">
                  <c:v>65.989999999999995</c:v>
                </c:pt>
                <c:pt idx="82960">
                  <c:v>65.989999999999995</c:v>
                </c:pt>
                <c:pt idx="82961">
                  <c:v>56.09</c:v>
                </c:pt>
                <c:pt idx="82962">
                  <c:v>33.880000000000003</c:v>
                </c:pt>
                <c:pt idx="82963">
                  <c:v>75.959999999999994</c:v>
                </c:pt>
                <c:pt idx="82964">
                  <c:v>75.959999999999994</c:v>
                </c:pt>
                <c:pt idx="82965">
                  <c:v>113.94</c:v>
                </c:pt>
                <c:pt idx="82966">
                  <c:v>113.94</c:v>
                </c:pt>
                <c:pt idx="82967">
                  <c:v>53.97</c:v>
                </c:pt>
                <c:pt idx="82968">
                  <c:v>69.95</c:v>
                </c:pt>
                <c:pt idx="82969">
                  <c:v>53.97</c:v>
                </c:pt>
                <c:pt idx="82970">
                  <c:v>59.99</c:v>
                </c:pt>
                <c:pt idx="82971">
                  <c:v>59.99</c:v>
                </c:pt>
                <c:pt idx="82972">
                  <c:v>69.95</c:v>
                </c:pt>
                <c:pt idx="82973">
                  <c:v>145.97</c:v>
                </c:pt>
                <c:pt idx="82974">
                  <c:v>71.94</c:v>
                </c:pt>
                <c:pt idx="82975">
                  <c:v>91.94</c:v>
                </c:pt>
                <c:pt idx="82976">
                  <c:v>189.96</c:v>
                </c:pt>
                <c:pt idx="82977">
                  <c:v>219.95</c:v>
                </c:pt>
                <c:pt idx="82978">
                  <c:v>116.12</c:v>
                </c:pt>
                <c:pt idx="82979">
                  <c:v>49.59</c:v>
                </c:pt>
                <c:pt idx="82980">
                  <c:v>85.87</c:v>
                </c:pt>
                <c:pt idx="82981">
                  <c:v>195.97</c:v>
                </c:pt>
                <c:pt idx="82982">
                  <c:v>137.9</c:v>
                </c:pt>
                <c:pt idx="82983">
                  <c:v>114.91</c:v>
                </c:pt>
                <c:pt idx="82984">
                  <c:v>84.66</c:v>
                </c:pt>
                <c:pt idx="82985">
                  <c:v>21.49</c:v>
                </c:pt>
                <c:pt idx="82986">
                  <c:v>84.99</c:v>
                </c:pt>
                <c:pt idx="82987">
                  <c:v>109.98</c:v>
                </c:pt>
                <c:pt idx="82988">
                  <c:v>90.98</c:v>
                </c:pt>
                <c:pt idx="82989">
                  <c:v>104.98</c:v>
                </c:pt>
                <c:pt idx="82990">
                  <c:v>84.99</c:v>
                </c:pt>
                <c:pt idx="82991">
                  <c:v>23.24</c:v>
                </c:pt>
                <c:pt idx="82992">
                  <c:v>84.99</c:v>
                </c:pt>
                <c:pt idx="82993">
                  <c:v>64.67</c:v>
                </c:pt>
                <c:pt idx="82994">
                  <c:v>84.99</c:v>
                </c:pt>
                <c:pt idx="82995">
                  <c:v>84.33</c:v>
                </c:pt>
                <c:pt idx="82996">
                  <c:v>84.97</c:v>
                </c:pt>
                <c:pt idx="82997">
                  <c:v>84.99</c:v>
                </c:pt>
                <c:pt idx="82998">
                  <c:v>114.95</c:v>
                </c:pt>
                <c:pt idx="82999">
                  <c:v>119.96</c:v>
                </c:pt>
                <c:pt idx="83000">
                  <c:v>-49.98</c:v>
                </c:pt>
                <c:pt idx="83001">
                  <c:v>11.49</c:v>
                </c:pt>
                <c:pt idx="83002">
                  <c:v>174.93</c:v>
                </c:pt>
                <c:pt idx="83003">
                  <c:v>269.91000000000003</c:v>
                </c:pt>
                <c:pt idx="83004">
                  <c:v>68.97</c:v>
                </c:pt>
                <c:pt idx="83005">
                  <c:v>129.57</c:v>
                </c:pt>
                <c:pt idx="83006">
                  <c:v>89.98</c:v>
                </c:pt>
                <c:pt idx="83007">
                  <c:v>99.98</c:v>
                </c:pt>
                <c:pt idx="83008">
                  <c:v>136.47999999999999</c:v>
                </c:pt>
                <c:pt idx="83009">
                  <c:v>83.94</c:v>
                </c:pt>
                <c:pt idx="83010">
                  <c:v>59.13</c:v>
                </c:pt>
                <c:pt idx="83011">
                  <c:v>184.59</c:v>
                </c:pt>
                <c:pt idx="83012">
                  <c:v>159.69999999999999</c:v>
                </c:pt>
                <c:pt idx="83013">
                  <c:v>143.72</c:v>
                </c:pt>
                <c:pt idx="83014">
                  <c:v>145.16</c:v>
                </c:pt>
                <c:pt idx="83015">
                  <c:v>59.96</c:v>
                </c:pt>
                <c:pt idx="83016">
                  <c:v>59.96</c:v>
                </c:pt>
                <c:pt idx="83017">
                  <c:v>57.56</c:v>
                </c:pt>
                <c:pt idx="83018">
                  <c:v>94.93</c:v>
                </c:pt>
                <c:pt idx="83019">
                  <c:v>59.96</c:v>
                </c:pt>
                <c:pt idx="83020">
                  <c:v>47.69</c:v>
                </c:pt>
                <c:pt idx="83021">
                  <c:v>59.96</c:v>
                </c:pt>
                <c:pt idx="83022">
                  <c:v>41.27</c:v>
                </c:pt>
                <c:pt idx="83023">
                  <c:v>59.96</c:v>
                </c:pt>
                <c:pt idx="83024">
                  <c:v>104.98</c:v>
                </c:pt>
                <c:pt idx="83025">
                  <c:v>51.97</c:v>
                </c:pt>
                <c:pt idx="83026">
                  <c:v>95.97</c:v>
                </c:pt>
                <c:pt idx="83027">
                  <c:v>99.96</c:v>
                </c:pt>
                <c:pt idx="83028">
                  <c:v>129.96</c:v>
                </c:pt>
                <c:pt idx="83029">
                  <c:v>98.96</c:v>
                </c:pt>
                <c:pt idx="83030">
                  <c:v>129.96</c:v>
                </c:pt>
                <c:pt idx="83031">
                  <c:v>63.95</c:v>
                </c:pt>
                <c:pt idx="83032">
                  <c:v>50.45</c:v>
                </c:pt>
                <c:pt idx="83033">
                  <c:v>79.98</c:v>
                </c:pt>
                <c:pt idx="83034">
                  <c:v>59.96</c:v>
                </c:pt>
                <c:pt idx="83035">
                  <c:v>-59.95</c:v>
                </c:pt>
                <c:pt idx="83036">
                  <c:v>60.99</c:v>
                </c:pt>
                <c:pt idx="83037">
                  <c:v>54.89</c:v>
                </c:pt>
                <c:pt idx="83038">
                  <c:v>59.95</c:v>
                </c:pt>
                <c:pt idx="83039">
                  <c:v>59.96</c:v>
                </c:pt>
                <c:pt idx="83040">
                  <c:v>50.97</c:v>
                </c:pt>
                <c:pt idx="83041">
                  <c:v>68.97</c:v>
                </c:pt>
                <c:pt idx="83042">
                  <c:v>77.97</c:v>
                </c:pt>
                <c:pt idx="83043">
                  <c:v>77.97</c:v>
                </c:pt>
                <c:pt idx="83044">
                  <c:v>53.98</c:v>
                </c:pt>
                <c:pt idx="83045">
                  <c:v>58.98</c:v>
                </c:pt>
                <c:pt idx="83046">
                  <c:v>53.97</c:v>
                </c:pt>
                <c:pt idx="83047">
                  <c:v>59.98</c:v>
                </c:pt>
                <c:pt idx="83048">
                  <c:v>53.98</c:v>
                </c:pt>
                <c:pt idx="83049">
                  <c:v>69.98</c:v>
                </c:pt>
                <c:pt idx="83050">
                  <c:v>96.98</c:v>
                </c:pt>
                <c:pt idx="83051">
                  <c:v>155.97999999999999</c:v>
                </c:pt>
                <c:pt idx="83052">
                  <c:v>84.99</c:v>
                </c:pt>
                <c:pt idx="83053">
                  <c:v>202.75</c:v>
                </c:pt>
                <c:pt idx="83054">
                  <c:v>137.96</c:v>
                </c:pt>
                <c:pt idx="83055">
                  <c:v>54.98</c:v>
                </c:pt>
                <c:pt idx="83056">
                  <c:v>84.99</c:v>
                </c:pt>
                <c:pt idx="83057">
                  <c:v>69.98</c:v>
                </c:pt>
                <c:pt idx="83058">
                  <c:v>89.98</c:v>
                </c:pt>
                <c:pt idx="83059">
                  <c:v>79.97</c:v>
                </c:pt>
                <c:pt idx="83060">
                  <c:v>94.97</c:v>
                </c:pt>
                <c:pt idx="83061">
                  <c:v>99.98</c:v>
                </c:pt>
                <c:pt idx="83062">
                  <c:v>65.48</c:v>
                </c:pt>
                <c:pt idx="83063">
                  <c:v>137.96</c:v>
                </c:pt>
                <c:pt idx="83064">
                  <c:v>118.97</c:v>
                </c:pt>
                <c:pt idx="83065">
                  <c:v>99.98</c:v>
                </c:pt>
                <c:pt idx="83066">
                  <c:v>139.46</c:v>
                </c:pt>
                <c:pt idx="83067">
                  <c:v>99.98</c:v>
                </c:pt>
                <c:pt idx="83068">
                  <c:v>119.96</c:v>
                </c:pt>
                <c:pt idx="83069">
                  <c:v>119.96</c:v>
                </c:pt>
                <c:pt idx="83070">
                  <c:v>119.96</c:v>
                </c:pt>
                <c:pt idx="83071">
                  <c:v>119.96</c:v>
                </c:pt>
                <c:pt idx="83072">
                  <c:v>119.96</c:v>
                </c:pt>
                <c:pt idx="83073">
                  <c:v>131.97999999999999</c:v>
                </c:pt>
                <c:pt idx="83074">
                  <c:v>121.98</c:v>
                </c:pt>
                <c:pt idx="83075">
                  <c:v>119.94</c:v>
                </c:pt>
                <c:pt idx="83076">
                  <c:v>143.16999999999999</c:v>
                </c:pt>
                <c:pt idx="83077">
                  <c:v>158.04</c:v>
                </c:pt>
                <c:pt idx="83078">
                  <c:v>96.78</c:v>
                </c:pt>
                <c:pt idx="83079">
                  <c:v>101.01</c:v>
                </c:pt>
                <c:pt idx="83080">
                  <c:v>79.849999999999994</c:v>
                </c:pt>
                <c:pt idx="83081">
                  <c:v>79.849999999999994</c:v>
                </c:pt>
                <c:pt idx="83082">
                  <c:v>96.78</c:v>
                </c:pt>
                <c:pt idx="83083">
                  <c:v>87.15</c:v>
                </c:pt>
                <c:pt idx="83084">
                  <c:v>103.41</c:v>
                </c:pt>
                <c:pt idx="83085">
                  <c:v>68.930000000000007</c:v>
                </c:pt>
                <c:pt idx="83086">
                  <c:v>68.930000000000007</c:v>
                </c:pt>
                <c:pt idx="83087">
                  <c:v>68.930000000000007</c:v>
                </c:pt>
                <c:pt idx="83088">
                  <c:v>-68.930000000000007</c:v>
                </c:pt>
                <c:pt idx="83089">
                  <c:v>114.89</c:v>
                </c:pt>
                <c:pt idx="83090">
                  <c:v>114.89</c:v>
                </c:pt>
                <c:pt idx="83091">
                  <c:v>114.98</c:v>
                </c:pt>
                <c:pt idx="83092">
                  <c:v>109.96</c:v>
                </c:pt>
                <c:pt idx="83093">
                  <c:v>169.98</c:v>
                </c:pt>
                <c:pt idx="83094">
                  <c:v>216.72</c:v>
                </c:pt>
                <c:pt idx="83095">
                  <c:v>134.97999999999999</c:v>
                </c:pt>
                <c:pt idx="83096">
                  <c:v>84.99</c:v>
                </c:pt>
                <c:pt idx="83097">
                  <c:v>-169.98</c:v>
                </c:pt>
                <c:pt idx="83098">
                  <c:v>76.489999999999995</c:v>
                </c:pt>
                <c:pt idx="83099">
                  <c:v>76.489999999999995</c:v>
                </c:pt>
                <c:pt idx="83100">
                  <c:v>76.489999999999995</c:v>
                </c:pt>
                <c:pt idx="83101">
                  <c:v>68.989999999999995</c:v>
                </c:pt>
                <c:pt idx="83102">
                  <c:v>82.38</c:v>
                </c:pt>
                <c:pt idx="83103">
                  <c:v>102.97</c:v>
                </c:pt>
                <c:pt idx="83104">
                  <c:v>55.23</c:v>
                </c:pt>
                <c:pt idx="83105">
                  <c:v>84.99</c:v>
                </c:pt>
                <c:pt idx="83106">
                  <c:v>59.99</c:v>
                </c:pt>
                <c:pt idx="83107">
                  <c:v>57.95</c:v>
                </c:pt>
                <c:pt idx="83108">
                  <c:v>61.97</c:v>
                </c:pt>
                <c:pt idx="83109">
                  <c:v>131.97999999999999</c:v>
                </c:pt>
                <c:pt idx="83110">
                  <c:v>131.97999999999999</c:v>
                </c:pt>
                <c:pt idx="83111">
                  <c:v>53.97</c:v>
                </c:pt>
                <c:pt idx="83112">
                  <c:v>32.229999999999997</c:v>
                </c:pt>
                <c:pt idx="83113">
                  <c:v>53.97</c:v>
                </c:pt>
                <c:pt idx="83114">
                  <c:v>51.49</c:v>
                </c:pt>
                <c:pt idx="83115">
                  <c:v>53.97</c:v>
                </c:pt>
                <c:pt idx="83116">
                  <c:v>53.97</c:v>
                </c:pt>
                <c:pt idx="83117">
                  <c:v>27.49</c:v>
                </c:pt>
                <c:pt idx="83118">
                  <c:v>84.99</c:v>
                </c:pt>
                <c:pt idx="83119">
                  <c:v>53.97</c:v>
                </c:pt>
                <c:pt idx="83120">
                  <c:v>53.97</c:v>
                </c:pt>
                <c:pt idx="83121">
                  <c:v>53.97</c:v>
                </c:pt>
                <c:pt idx="83122">
                  <c:v>53.97</c:v>
                </c:pt>
                <c:pt idx="83123">
                  <c:v>108.88</c:v>
                </c:pt>
                <c:pt idx="83124">
                  <c:v>159.69999999999999</c:v>
                </c:pt>
                <c:pt idx="83125">
                  <c:v>99.98</c:v>
                </c:pt>
                <c:pt idx="83126">
                  <c:v>171.16</c:v>
                </c:pt>
                <c:pt idx="83127">
                  <c:v>89.98</c:v>
                </c:pt>
                <c:pt idx="83128">
                  <c:v>99.98</c:v>
                </c:pt>
                <c:pt idx="83129">
                  <c:v>149.97</c:v>
                </c:pt>
                <c:pt idx="83130">
                  <c:v>99.98</c:v>
                </c:pt>
                <c:pt idx="83131">
                  <c:v>169.98</c:v>
                </c:pt>
                <c:pt idx="83132">
                  <c:v>105.98</c:v>
                </c:pt>
                <c:pt idx="83133">
                  <c:v>179.15</c:v>
                </c:pt>
                <c:pt idx="83134">
                  <c:v>101.96</c:v>
                </c:pt>
                <c:pt idx="83135">
                  <c:v>117.96</c:v>
                </c:pt>
                <c:pt idx="83136">
                  <c:v>100.43</c:v>
                </c:pt>
                <c:pt idx="83137">
                  <c:v>101.97</c:v>
                </c:pt>
                <c:pt idx="83138">
                  <c:v>109.15</c:v>
                </c:pt>
                <c:pt idx="83139">
                  <c:v>128.94999999999999</c:v>
                </c:pt>
                <c:pt idx="83140">
                  <c:v>147.6</c:v>
                </c:pt>
                <c:pt idx="83141">
                  <c:v>159.69999999999999</c:v>
                </c:pt>
                <c:pt idx="83142">
                  <c:v>159.69999999999999</c:v>
                </c:pt>
                <c:pt idx="83143">
                  <c:v>159.69999999999999</c:v>
                </c:pt>
                <c:pt idx="83144">
                  <c:v>63.96</c:v>
                </c:pt>
                <c:pt idx="83145">
                  <c:v>63.96</c:v>
                </c:pt>
                <c:pt idx="83146">
                  <c:v>138.94999999999999</c:v>
                </c:pt>
                <c:pt idx="83147">
                  <c:v>63.96</c:v>
                </c:pt>
                <c:pt idx="83148">
                  <c:v>63.96</c:v>
                </c:pt>
                <c:pt idx="83149">
                  <c:v>63.96</c:v>
                </c:pt>
                <c:pt idx="83150">
                  <c:v>-49.27</c:v>
                </c:pt>
                <c:pt idx="83151">
                  <c:v>63.96</c:v>
                </c:pt>
                <c:pt idx="83152">
                  <c:v>49.27</c:v>
                </c:pt>
                <c:pt idx="83153">
                  <c:v>55.98</c:v>
                </c:pt>
                <c:pt idx="83154">
                  <c:v>63.96</c:v>
                </c:pt>
                <c:pt idx="83155">
                  <c:v>79.98</c:v>
                </c:pt>
                <c:pt idx="83156">
                  <c:v>131.97999999999999</c:v>
                </c:pt>
                <c:pt idx="83157">
                  <c:v>112.18</c:v>
                </c:pt>
                <c:pt idx="83158">
                  <c:v>145.15</c:v>
                </c:pt>
                <c:pt idx="83159">
                  <c:v>239.54</c:v>
                </c:pt>
                <c:pt idx="83160">
                  <c:v>157.22999999999999</c:v>
                </c:pt>
                <c:pt idx="83161">
                  <c:v>220.37</c:v>
                </c:pt>
                <c:pt idx="83162">
                  <c:v>84.64</c:v>
                </c:pt>
                <c:pt idx="83163">
                  <c:v>67.709999999999994</c:v>
                </c:pt>
                <c:pt idx="83164">
                  <c:v>110.05</c:v>
                </c:pt>
                <c:pt idx="83165">
                  <c:v>84.64</c:v>
                </c:pt>
                <c:pt idx="83166">
                  <c:v>89.97</c:v>
                </c:pt>
                <c:pt idx="83167">
                  <c:v>86.28</c:v>
                </c:pt>
                <c:pt idx="83168">
                  <c:v>77.349999999999994</c:v>
                </c:pt>
                <c:pt idx="83169">
                  <c:v>183.34</c:v>
                </c:pt>
                <c:pt idx="83170">
                  <c:v>120.47</c:v>
                </c:pt>
                <c:pt idx="83171">
                  <c:v>176.44</c:v>
                </c:pt>
                <c:pt idx="83172">
                  <c:v>67.959999999999994</c:v>
                </c:pt>
                <c:pt idx="83173">
                  <c:v>77.67</c:v>
                </c:pt>
                <c:pt idx="83174">
                  <c:v>85.79</c:v>
                </c:pt>
                <c:pt idx="83175">
                  <c:v>71.86</c:v>
                </c:pt>
                <c:pt idx="83176">
                  <c:v>129.43</c:v>
                </c:pt>
                <c:pt idx="83177">
                  <c:v>105.25</c:v>
                </c:pt>
                <c:pt idx="83178">
                  <c:v>85.89</c:v>
                </c:pt>
                <c:pt idx="83179">
                  <c:v>81.05</c:v>
                </c:pt>
                <c:pt idx="83180">
                  <c:v>78.19</c:v>
                </c:pt>
                <c:pt idx="83181">
                  <c:v>66.540000000000006</c:v>
                </c:pt>
                <c:pt idx="83182">
                  <c:v>79.989999999999995</c:v>
                </c:pt>
                <c:pt idx="83183">
                  <c:v>79.989999999999995</c:v>
                </c:pt>
                <c:pt idx="83184">
                  <c:v>79.989999999999995</c:v>
                </c:pt>
                <c:pt idx="83185">
                  <c:v>79.989999999999995</c:v>
                </c:pt>
                <c:pt idx="83186">
                  <c:v>79.989999999999995</c:v>
                </c:pt>
                <c:pt idx="83187">
                  <c:v>79.989999999999995</c:v>
                </c:pt>
                <c:pt idx="83188">
                  <c:v>78.39</c:v>
                </c:pt>
                <c:pt idx="83189">
                  <c:v>83.52</c:v>
                </c:pt>
                <c:pt idx="83190">
                  <c:v>53.97</c:v>
                </c:pt>
                <c:pt idx="83191">
                  <c:v>93.97</c:v>
                </c:pt>
                <c:pt idx="83192">
                  <c:v>81.98</c:v>
                </c:pt>
                <c:pt idx="83193">
                  <c:v>87.98</c:v>
                </c:pt>
                <c:pt idx="83194">
                  <c:v>121.98</c:v>
                </c:pt>
                <c:pt idx="83195">
                  <c:v>81.97</c:v>
                </c:pt>
                <c:pt idx="83196">
                  <c:v>64.98</c:v>
                </c:pt>
                <c:pt idx="83197">
                  <c:v>60.99</c:v>
                </c:pt>
                <c:pt idx="83198">
                  <c:v>81.69</c:v>
                </c:pt>
                <c:pt idx="83199">
                  <c:v>84.99</c:v>
                </c:pt>
                <c:pt idx="83200">
                  <c:v>65.989999999999995</c:v>
                </c:pt>
                <c:pt idx="83201">
                  <c:v>84.99</c:v>
                </c:pt>
                <c:pt idx="83202">
                  <c:v>84.99</c:v>
                </c:pt>
                <c:pt idx="83203">
                  <c:v>65.989999999999995</c:v>
                </c:pt>
                <c:pt idx="83204">
                  <c:v>84.99</c:v>
                </c:pt>
                <c:pt idx="83205">
                  <c:v>76.489999999999995</c:v>
                </c:pt>
                <c:pt idx="83206">
                  <c:v>76.489999999999995</c:v>
                </c:pt>
                <c:pt idx="83207">
                  <c:v>55.23</c:v>
                </c:pt>
                <c:pt idx="83208">
                  <c:v>89.98</c:v>
                </c:pt>
                <c:pt idx="83209">
                  <c:v>76.489999999999995</c:v>
                </c:pt>
                <c:pt idx="83210">
                  <c:v>46.49</c:v>
                </c:pt>
                <c:pt idx="83211">
                  <c:v>154.94999999999999</c:v>
                </c:pt>
                <c:pt idx="83212">
                  <c:v>121.96</c:v>
                </c:pt>
                <c:pt idx="83213">
                  <c:v>73.98</c:v>
                </c:pt>
                <c:pt idx="83214">
                  <c:v>154.94999999999999</c:v>
                </c:pt>
                <c:pt idx="83215">
                  <c:v>111.96</c:v>
                </c:pt>
                <c:pt idx="83216">
                  <c:v>88.97</c:v>
                </c:pt>
                <c:pt idx="83217">
                  <c:v>72.239999999999995</c:v>
                </c:pt>
                <c:pt idx="83218">
                  <c:v>63.88</c:v>
                </c:pt>
                <c:pt idx="83219">
                  <c:v>72.239999999999995</c:v>
                </c:pt>
                <c:pt idx="83220">
                  <c:v>34.99</c:v>
                </c:pt>
                <c:pt idx="83221">
                  <c:v>49.49</c:v>
                </c:pt>
                <c:pt idx="83222">
                  <c:v>54.99</c:v>
                </c:pt>
                <c:pt idx="83223">
                  <c:v>76.489999999999995</c:v>
                </c:pt>
                <c:pt idx="83224">
                  <c:v>76.489999999999995</c:v>
                </c:pt>
                <c:pt idx="83225">
                  <c:v>94.97</c:v>
                </c:pt>
                <c:pt idx="83226">
                  <c:v>59.96</c:v>
                </c:pt>
                <c:pt idx="83227">
                  <c:v>126.96</c:v>
                </c:pt>
                <c:pt idx="83228">
                  <c:v>239.92</c:v>
                </c:pt>
                <c:pt idx="83229">
                  <c:v>159.97</c:v>
                </c:pt>
                <c:pt idx="83230">
                  <c:v>179.94</c:v>
                </c:pt>
                <c:pt idx="83231">
                  <c:v>171.87</c:v>
                </c:pt>
                <c:pt idx="83232">
                  <c:v>76.930000000000007</c:v>
                </c:pt>
                <c:pt idx="83233">
                  <c:v>103.39</c:v>
                </c:pt>
                <c:pt idx="83234">
                  <c:v>59.95</c:v>
                </c:pt>
                <c:pt idx="83235">
                  <c:v>199.96</c:v>
                </c:pt>
                <c:pt idx="83236">
                  <c:v>66.12</c:v>
                </c:pt>
                <c:pt idx="83237">
                  <c:v>87.67</c:v>
                </c:pt>
                <c:pt idx="83238">
                  <c:v>59.98</c:v>
                </c:pt>
                <c:pt idx="83239">
                  <c:v>59.98</c:v>
                </c:pt>
                <c:pt idx="83240">
                  <c:v>55.98</c:v>
                </c:pt>
                <c:pt idx="83241">
                  <c:v>87.67</c:v>
                </c:pt>
                <c:pt idx="83242">
                  <c:v>59.98</c:v>
                </c:pt>
                <c:pt idx="83243">
                  <c:v>59.98</c:v>
                </c:pt>
                <c:pt idx="83244">
                  <c:v>75.97</c:v>
                </c:pt>
                <c:pt idx="83245">
                  <c:v>77.97</c:v>
                </c:pt>
                <c:pt idx="83246">
                  <c:v>55.98</c:v>
                </c:pt>
                <c:pt idx="83247">
                  <c:v>66.12</c:v>
                </c:pt>
                <c:pt idx="83248">
                  <c:v>102.57</c:v>
                </c:pt>
                <c:pt idx="83249">
                  <c:v>102.57</c:v>
                </c:pt>
                <c:pt idx="83250">
                  <c:v>59.98</c:v>
                </c:pt>
                <c:pt idx="83251">
                  <c:v>59.98</c:v>
                </c:pt>
                <c:pt idx="83252">
                  <c:v>59.98</c:v>
                </c:pt>
                <c:pt idx="83253">
                  <c:v>75.97</c:v>
                </c:pt>
                <c:pt idx="83254">
                  <c:v>77.97</c:v>
                </c:pt>
                <c:pt idx="83255">
                  <c:v>59.98</c:v>
                </c:pt>
                <c:pt idx="83256">
                  <c:v>60.99</c:v>
                </c:pt>
                <c:pt idx="83257">
                  <c:v>234.33</c:v>
                </c:pt>
                <c:pt idx="83258">
                  <c:v>60.28</c:v>
                </c:pt>
                <c:pt idx="83259">
                  <c:v>75.97</c:v>
                </c:pt>
                <c:pt idx="83260">
                  <c:v>15.99</c:v>
                </c:pt>
                <c:pt idx="83261">
                  <c:v>77.63</c:v>
                </c:pt>
                <c:pt idx="83262">
                  <c:v>15.99</c:v>
                </c:pt>
                <c:pt idx="83263">
                  <c:v>84.99</c:v>
                </c:pt>
                <c:pt idx="83264">
                  <c:v>169.98</c:v>
                </c:pt>
                <c:pt idx="83265">
                  <c:v>147.97999999999999</c:v>
                </c:pt>
                <c:pt idx="83266">
                  <c:v>134.97999999999999</c:v>
                </c:pt>
                <c:pt idx="83267">
                  <c:v>84.99</c:v>
                </c:pt>
                <c:pt idx="83268">
                  <c:v>82.79</c:v>
                </c:pt>
                <c:pt idx="83269">
                  <c:v>90.71</c:v>
                </c:pt>
                <c:pt idx="83270">
                  <c:v>114.88</c:v>
                </c:pt>
                <c:pt idx="83271">
                  <c:v>24.99</c:v>
                </c:pt>
                <c:pt idx="83272">
                  <c:v>125.74</c:v>
                </c:pt>
                <c:pt idx="83273">
                  <c:v>128.19</c:v>
                </c:pt>
                <c:pt idx="83274">
                  <c:v>71.959999999999994</c:v>
                </c:pt>
                <c:pt idx="83275">
                  <c:v>68.62</c:v>
                </c:pt>
                <c:pt idx="83276">
                  <c:v>53.97</c:v>
                </c:pt>
                <c:pt idx="83277">
                  <c:v>89.95</c:v>
                </c:pt>
                <c:pt idx="83278">
                  <c:v>86.95</c:v>
                </c:pt>
                <c:pt idx="83279">
                  <c:v>53.97</c:v>
                </c:pt>
                <c:pt idx="83280">
                  <c:v>71.959999999999994</c:v>
                </c:pt>
                <c:pt idx="83281">
                  <c:v>71.959999999999994</c:v>
                </c:pt>
                <c:pt idx="83282">
                  <c:v>71.959999999999994</c:v>
                </c:pt>
                <c:pt idx="83283">
                  <c:v>63.97</c:v>
                </c:pt>
                <c:pt idx="83284">
                  <c:v>104.98</c:v>
                </c:pt>
                <c:pt idx="83285">
                  <c:v>52.97</c:v>
                </c:pt>
                <c:pt idx="83286">
                  <c:v>106.97</c:v>
                </c:pt>
                <c:pt idx="83287">
                  <c:v>106.97</c:v>
                </c:pt>
                <c:pt idx="83288">
                  <c:v>90.97</c:v>
                </c:pt>
                <c:pt idx="83289">
                  <c:v>95.98</c:v>
                </c:pt>
                <c:pt idx="83290">
                  <c:v>59.97</c:v>
                </c:pt>
                <c:pt idx="83291">
                  <c:v>74.97</c:v>
                </c:pt>
                <c:pt idx="83292">
                  <c:v>68.97</c:v>
                </c:pt>
                <c:pt idx="83293">
                  <c:v>78.97</c:v>
                </c:pt>
                <c:pt idx="83294">
                  <c:v>55.98</c:v>
                </c:pt>
                <c:pt idx="83295">
                  <c:v>68.97</c:v>
                </c:pt>
                <c:pt idx="83296">
                  <c:v>44.59</c:v>
                </c:pt>
                <c:pt idx="83297">
                  <c:v>55.97</c:v>
                </c:pt>
                <c:pt idx="83298">
                  <c:v>74.97</c:v>
                </c:pt>
                <c:pt idx="83299">
                  <c:v>65</c:v>
                </c:pt>
                <c:pt idx="83300">
                  <c:v>68.97</c:v>
                </c:pt>
                <c:pt idx="83301">
                  <c:v>50.37</c:v>
                </c:pt>
                <c:pt idx="83302">
                  <c:v>84.34</c:v>
                </c:pt>
                <c:pt idx="83303">
                  <c:v>103.98</c:v>
                </c:pt>
                <c:pt idx="83304">
                  <c:v>59.46</c:v>
                </c:pt>
                <c:pt idx="83305">
                  <c:v>60.98</c:v>
                </c:pt>
                <c:pt idx="83306">
                  <c:v>58.44</c:v>
                </c:pt>
                <c:pt idx="83307">
                  <c:v>45.32</c:v>
                </c:pt>
                <c:pt idx="83308">
                  <c:v>51.38</c:v>
                </c:pt>
                <c:pt idx="83309">
                  <c:v>105.38</c:v>
                </c:pt>
                <c:pt idx="83310">
                  <c:v>84.97</c:v>
                </c:pt>
                <c:pt idx="83311">
                  <c:v>85.98</c:v>
                </c:pt>
                <c:pt idx="83312">
                  <c:v>125.97</c:v>
                </c:pt>
                <c:pt idx="83313">
                  <c:v>176.97</c:v>
                </c:pt>
                <c:pt idx="83314">
                  <c:v>150.97</c:v>
                </c:pt>
                <c:pt idx="83315">
                  <c:v>139.46</c:v>
                </c:pt>
                <c:pt idx="83316">
                  <c:v>53.99</c:v>
                </c:pt>
                <c:pt idx="83317">
                  <c:v>33.479999999999997</c:v>
                </c:pt>
                <c:pt idx="83318">
                  <c:v>81.58</c:v>
                </c:pt>
                <c:pt idx="83319">
                  <c:v>169.97</c:v>
                </c:pt>
                <c:pt idx="83320">
                  <c:v>56.08</c:v>
                </c:pt>
                <c:pt idx="83321">
                  <c:v>168.94</c:v>
                </c:pt>
                <c:pt idx="83322">
                  <c:v>59.98</c:v>
                </c:pt>
                <c:pt idx="83323">
                  <c:v>59.98</c:v>
                </c:pt>
                <c:pt idx="83324">
                  <c:v>74.97</c:v>
                </c:pt>
                <c:pt idx="83325">
                  <c:v>59.98</c:v>
                </c:pt>
                <c:pt idx="83326">
                  <c:v>119.96</c:v>
                </c:pt>
                <c:pt idx="83327">
                  <c:v>59.98</c:v>
                </c:pt>
                <c:pt idx="83328">
                  <c:v>89.97</c:v>
                </c:pt>
                <c:pt idx="83329">
                  <c:v>89.97</c:v>
                </c:pt>
                <c:pt idx="83330">
                  <c:v>382.38</c:v>
                </c:pt>
                <c:pt idx="83331">
                  <c:v>262.94</c:v>
                </c:pt>
                <c:pt idx="83332">
                  <c:v>53.97</c:v>
                </c:pt>
                <c:pt idx="83333">
                  <c:v>55.96</c:v>
                </c:pt>
                <c:pt idx="83334">
                  <c:v>13.49</c:v>
                </c:pt>
                <c:pt idx="83335">
                  <c:v>53.97</c:v>
                </c:pt>
                <c:pt idx="83336">
                  <c:v>53.97</c:v>
                </c:pt>
                <c:pt idx="83337">
                  <c:v>45.59</c:v>
                </c:pt>
                <c:pt idx="83338">
                  <c:v>27.49</c:v>
                </c:pt>
                <c:pt idx="83339">
                  <c:v>14.24</c:v>
                </c:pt>
                <c:pt idx="83340">
                  <c:v>73.97</c:v>
                </c:pt>
                <c:pt idx="83341">
                  <c:v>34.229999999999997</c:v>
                </c:pt>
                <c:pt idx="83342">
                  <c:v>56.97</c:v>
                </c:pt>
                <c:pt idx="83343">
                  <c:v>14.24</c:v>
                </c:pt>
                <c:pt idx="83344">
                  <c:v>89.97</c:v>
                </c:pt>
                <c:pt idx="83345">
                  <c:v>276.95</c:v>
                </c:pt>
                <c:pt idx="83346">
                  <c:v>76.27</c:v>
                </c:pt>
                <c:pt idx="83347">
                  <c:v>51.49</c:v>
                </c:pt>
                <c:pt idx="83348">
                  <c:v>70.98</c:v>
                </c:pt>
                <c:pt idx="83349">
                  <c:v>46.24</c:v>
                </c:pt>
                <c:pt idx="83350">
                  <c:v>48.48</c:v>
                </c:pt>
                <c:pt idx="83351">
                  <c:v>67.86</c:v>
                </c:pt>
                <c:pt idx="83352">
                  <c:v>67.86</c:v>
                </c:pt>
                <c:pt idx="83353">
                  <c:v>51.98</c:v>
                </c:pt>
                <c:pt idx="83354">
                  <c:v>50.98</c:v>
                </c:pt>
                <c:pt idx="83355">
                  <c:v>52.24</c:v>
                </c:pt>
                <c:pt idx="83356">
                  <c:v>78.959999999999994</c:v>
                </c:pt>
                <c:pt idx="83357">
                  <c:v>51.98</c:v>
                </c:pt>
                <c:pt idx="83358">
                  <c:v>15.99</c:v>
                </c:pt>
                <c:pt idx="83359">
                  <c:v>67.97</c:v>
                </c:pt>
                <c:pt idx="83360">
                  <c:v>94.71</c:v>
                </c:pt>
                <c:pt idx="83361">
                  <c:v>51.98</c:v>
                </c:pt>
                <c:pt idx="83362">
                  <c:v>55.98</c:v>
                </c:pt>
                <c:pt idx="83363">
                  <c:v>54.98</c:v>
                </c:pt>
                <c:pt idx="83364">
                  <c:v>69.98</c:v>
                </c:pt>
                <c:pt idx="83365">
                  <c:v>159.97999999999999</c:v>
                </c:pt>
                <c:pt idx="83366">
                  <c:v>211.94</c:v>
                </c:pt>
                <c:pt idx="83367">
                  <c:v>66.959999999999994</c:v>
                </c:pt>
                <c:pt idx="83368">
                  <c:v>114.33</c:v>
                </c:pt>
                <c:pt idx="83369">
                  <c:v>61.97</c:v>
                </c:pt>
                <c:pt idx="83370">
                  <c:v>19.82</c:v>
                </c:pt>
                <c:pt idx="83371">
                  <c:v>119.92</c:v>
                </c:pt>
                <c:pt idx="83372">
                  <c:v>119.92</c:v>
                </c:pt>
                <c:pt idx="83373">
                  <c:v>129.97999999999999</c:v>
                </c:pt>
                <c:pt idx="83374">
                  <c:v>85.89</c:v>
                </c:pt>
                <c:pt idx="83375">
                  <c:v>102.96</c:v>
                </c:pt>
                <c:pt idx="83376">
                  <c:v>111.96</c:v>
                </c:pt>
                <c:pt idx="83377">
                  <c:v>64.98</c:v>
                </c:pt>
                <c:pt idx="83378">
                  <c:v>119.97</c:v>
                </c:pt>
                <c:pt idx="83379">
                  <c:v>111.94</c:v>
                </c:pt>
                <c:pt idx="83380">
                  <c:v>99.94</c:v>
                </c:pt>
                <c:pt idx="83381">
                  <c:v>91.96</c:v>
                </c:pt>
                <c:pt idx="83382">
                  <c:v>39.119999999999997</c:v>
                </c:pt>
                <c:pt idx="83383">
                  <c:v>65.28</c:v>
                </c:pt>
                <c:pt idx="83384">
                  <c:v>25.29</c:v>
                </c:pt>
                <c:pt idx="83385">
                  <c:v>29.1</c:v>
                </c:pt>
                <c:pt idx="83386">
                  <c:v>51.98</c:v>
                </c:pt>
                <c:pt idx="83387">
                  <c:v>28.74</c:v>
                </c:pt>
                <c:pt idx="83388">
                  <c:v>61.98</c:v>
                </c:pt>
                <c:pt idx="83389">
                  <c:v>40.29</c:v>
                </c:pt>
                <c:pt idx="83390">
                  <c:v>39.29</c:v>
                </c:pt>
                <c:pt idx="83391">
                  <c:v>39.97</c:v>
                </c:pt>
                <c:pt idx="83392">
                  <c:v>60.59</c:v>
                </c:pt>
                <c:pt idx="83393">
                  <c:v>41.29</c:v>
                </c:pt>
                <c:pt idx="83394">
                  <c:v>51.98</c:v>
                </c:pt>
                <c:pt idx="83395">
                  <c:v>181.97</c:v>
                </c:pt>
                <c:pt idx="83396">
                  <c:v>159.97999999999999</c:v>
                </c:pt>
                <c:pt idx="83397">
                  <c:v>114.97</c:v>
                </c:pt>
                <c:pt idx="83398">
                  <c:v>94.98</c:v>
                </c:pt>
                <c:pt idx="83399">
                  <c:v>59.98</c:v>
                </c:pt>
                <c:pt idx="83400">
                  <c:v>125.97</c:v>
                </c:pt>
                <c:pt idx="83401">
                  <c:v>178.46</c:v>
                </c:pt>
                <c:pt idx="83402">
                  <c:v>59.98</c:v>
                </c:pt>
                <c:pt idx="83403">
                  <c:v>49.48</c:v>
                </c:pt>
                <c:pt idx="83404">
                  <c:v>59.98</c:v>
                </c:pt>
                <c:pt idx="83405">
                  <c:v>59.98</c:v>
                </c:pt>
                <c:pt idx="83406">
                  <c:v>56.98</c:v>
                </c:pt>
                <c:pt idx="83407">
                  <c:v>56.97</c:v>
                </c:pt>
                <c:pt idx="83408">
                  <c:v>1.99</c:v>
                </c:pt>
                <c:pt idx="83409">
                  <c:v>67.959999999999994</c:v>
                </c:pt>
                <c:pt idx="83410">
                  <c:v>90.98</c:v>
                </c:pt>
                <c:pt idx="83411">
                  <c:v>139.97999999999999</c:v>
                </c:pt>
                <c:pt idx="83412">
                  <c:v>56.98</c:v>
                </c:pt>
                <c:pt idx="83413">
                  <c:v>122.97</c:v>
                </c:pt>
                <c:pt idx="83414">
                  <c:v>102.98</c:v>
                </c:pt>
                <c:pt idx="83415">
                  <c:v>99.2</c:v>
                </c:pt>
                <c:pt idx="83416">
                  <c:v>96.76</c:v>
                </c:pt>
                <c:pt idx="83417">
                  <c:v>133.06</c:v>
                </c:pt>
                <c:pt idx="83418">
                  <c:v>80.08</c:v>
                </c:pt>
                <c:pt idx="83419">
                  <c:v>90.73</c:v>
                </c:pt>
                <c:pt idx="83420">
                  <c:v>67.739999999999995</c:v>
                </c:pt>
                <c:pt idx="83421">
                  <c:v>62.97</c:v>
                </c:pt>
                <c:pt idx="83422">
                  <c:v>84.97</c:v>
                </c:pt>
                <c:pt idx="83423">
                  <c:v>88.78</c:v>
                </c:pt>
                <c:pt idx="83424">
                  <c:v>59.98</c:v>
                </c:pt>
                <c:pt idx="83425">
                  <c:v>89.97</c:v>
                </c:pt>
                <c:pt idx="83426">
                  <c:v>55.98</c:v>
                </c:pt>
                <c:pt idx="83427">
                  <c:v>89.97</c:v>
                </c:pt>
                <c:pt idx="83428">
                  <c:v>166.95</c:v>
                </c:pt>
                <c:pt idx="83429">
                  <c:v>236.93</c:v>
                </c:pt>
                <c:pt idx="83430">
                  <c:v>154.94999999999999</c:v>
                </c:pt>
                <c:pt idx="83431">
                  <c:v>153.96</c:v>
                </c:pt>
                <c:pt idx="83432">
                  <c:v>93.09</c:v>
                </c:pt>
                <c:pt idx="83433">
                  <c:v>96.09</c:v>
                </c:pt>
                <c:pt idx="83434">
                  <c:v>65.27</c:v>
                </c:pt>
                <c:pt idx="83435">
                  <c:v>65.16</c:v>
                </c:pt>
                <c:pt idx="83436">
                  <c:v>59.94</c:v>
                </c:pt>
                <c:pt idx="83437">
                  <c:v>112.98</c:v>
                </c:pt>
                <c:pt idx="83438">
                  <c:v>59.98</c:v>
                </c:pt>
                <c:pt idx="83439">
                  <c:v>59.98</c:v>
                </c:pt>
                <c:pt idx="83440">
                  <c:v>59.98</c:v>
                </c:pt>
                <c:pt idx="83441">
                  <c:v>80.72</c:v>
                </c:pt>
                <c:pt idx="83442">
                  <c:v>89.97</c:v>
                </c:pt>
                <c:pt idx="83443">
                  <c:v>89.97</c:v>
                </c:pt>
                <c:pt idx="83444">
                  <c:v>59.98</c:v>
                </c:pt>
                <c:pt idx="83445">
                  <c:v>255.96</c:v>
                </c:pt>
                <c:pt idx="83446">
                  <c:v>59.48</c:v>
                </c:pt>
                <c:pt idx="83447">
                  <c:v>180.97</c:v>
                </c:pt>
                <c:pt idx="83448">
                  <c:v>50.97</c:v>
                </c:pt>
                <c:pt idx="83449">
                  <c:v>57.48</c:v>
                </c:pt>
                <c:pt idx="83450">
                  <c:v>89.97</c:v>
                </c:pt>
                <c:pt idx="83451">
                  <c:v>13.24</c:v>
                </c:pt>
                <c:pt idx="83452">
                  <c:v>91.47</c:v>
                </c:pt>
                <c:pt idx="83453">
                  <c:v>48.97</c:v>
                </c:pt>
                <c:pt idx="83454">
                  <c:v>60.95</c:v>
                </c:pt>
                <c:pt idx="83455">
                  <c:v>75.98</c:v>
                </c:pt>
                <c:pt idx="83456">
                  <c:v>109.96</c:v>
                </c:pt>
                <c:pt idx="83457">
                  <c:v>49.95</c:v>
                </c:pt>
                <c:pt idx="83458">
                  <c:v>68.989999999999995</c:v>
                </c:pt>
                <c:pt idx="83459">
                  <c:v>92.49</c:v>
                </c:pt>
                <c:pt idx="83460">
                  <c:v>84.99</c:v>
                </c:pt>
                <c:pt idx="83461">
                  <c:v>82.46</c:v>
                </c:pt>
                <c:pt idx="83462">
                  <c:v>65.19</c:v>
                </c:pt>
                <c:pt idx="83463">
                  <c:v>65.989999999999995</c:v>
                </c:pt>
                <c:pt idx="83464">
                  <c:v>36.49</c:v>
                </c:pt>
                <c:pt idx="83465">
                  <c:v>84.99</c:v>
                </c:pt>
                <c:pt idx="83466">
                  <c:v>65.19</c:v>
                </c:pt>
                <c:pt idx="83467">
                  <c:v>114.01</c:v>
                </c:pt>
                <c:pt idx="83468">
                  <c:v>119.96</c:v>
                </c:pt>
                <c:pt idx="83469">
                  <c:v>119.96</c:v>
                </c:pt>
                <c:pt idx="83470">
                  <c:v>119.96</c:v>
                </c:pt>
                <c:pt idx="83471">
                  <c:v>114.96</c:v>
                </c:pt>
                <c:pt idx="83472">
                  <c:v>117.12</c:v>
                </c:pt>
                <c:pt idx="83473">
                  <c:v>68.989999999999995</c:v>
                </c:pt>
                <c:pt idx="83474">
                  <c:v>65.989999999999995</c:v>
                </c:pt>
                <c:pt idx="83475">
                  <c:v>86.98</c:v>
                </c:pt>
                <c:pt idx="83476">
                  <c:v>117.12</c:v>
                </c:pt>
                <c:pt idx="83477">
                  <c:v>86.98</c:v>
                </c:pt>
                <c:pt idx="83478">
                  <c:v>65.989999999999995</c:v>
                </c:pt>
                <c:pt idx="83479">
                  <c:v>68.989999999999995</c:v>
                </c:pt>
                <c:pt idx="83480">
                  <c:v>99.98</c:v>
                </c:pt>
                <c:pt idx="83481">
                  <c:v>-84.99</c:v>
                </c:pt>
                <c:pt idx="83482">
                  <c:v>254.97</c:v>
                </c:pt>
                <c:pt idx="83483">
                  <c:v>99.98</c:v>
                </c:pt>
                <c:pt idx="83484">
                  <c:v>99.98</c:v>
                </c:pt>
                <c:pt idx="83485">
                  <c:v>99.98</c:v>
                </c:pt>
                <c:pt idx="83486">
                  <c:v>51.97</c:v>
                </c:pt>
                <c:pt idx="83487">
                  <c:v>84.99</c:v>
                </c:pt>
                <c:pt idx="83488">
                  <c:v>83.97</c:v>
                </c:pt>
                <c:pt idx="83489">
                  <c:v>62.97</c:v>
                </c:pt>
                <c:pt idx="83490">
                  <c:v>89.97</c:v>
                </c:pt>
                <c:pt idx="83491">
                  <c:v>69.98</c:v>
                </c:pt>
                <c:pt idx="83492">
                  <c:v>56.72</c:v>
                </c:pt>
                <c:pt idx="83493">
                  <c:v>70.17</c:v>
                </c:pt>
                <c:pt idx="83494">
                  <c:v>54.98</c:v>
                </c:pt>
                <c:pt idx="83495">
                  <c:v>100.96</c:v>
                </c:pt>
                <c:pt idx="83496">
                  <c:v>59.98</c:v>
                </c:pt>
                <c:pt idx="83497">
                  <c:v>69.97</c:v>
                </c:pt>
                <c:pt idx="83498">
                  <c:v>79.98</c:v>
                </c:pt>
                <c:pt idx="83499">
                  <c:v>55.98</c:v>
                </c:pt>
                <c:pt idx="83500">
                  <c:v>39.28</c:v>
                </c:pt>
                <c:pt idx="83501">
                  <c:v>50.98</c:v>
                </c:pt>
                <c:pt idx="83502">
                  <c:v>55.98</c:v>
                </c:pt>
                <c:pt idx="83503">
                  <c:v>61.98</c:v>
                </c:pt>
                <c:pt idx="83504">
                  <c:v>84.69</c:v>
                </c:pt>
                <c:pt idx="83505">
                  <c:v>72.98</c:v>
                </c:pt>
                <c:pt idx="83506">
                  <c:v>55.98</c:v>
                </c:pt>
                <c:pt idx="83507">
                  <c:v>57.98</c:v>
                </c:pt>
                <c:pt idx="83508">
                  <c:v>55.98</c:v>
                </c:pt>
                <c:pt idx="83509">
                  <c:v>1.5</c:v>
                </c:pt>
                <c:pt idx="83510">
                  <c:v>79.98</c:v>
                </c:pt>
                <c:pt idx="83511">
                  <c:v>108.04</c:v>
                </c:pt>
                <c:pt idx="83512">
                  <c:v>254.97</c:v>
                </c:pt>
                <c:pt idx="83513">
                  <c:v>53.98</c:v>
                </c:pt>
                <c:pt idx="83514">
                  <c:v>51.98</c:v>
                </c:pt>
                <c:pt idx="83515">
                  <c:v>55.98</c:v>
                </c:pt>
                <c:pt idx="83516">
                  <c:v>15.49</c:v>
                </c:pt>
                <c:pt idx="83517">
                  <c:v>55.98</c:v>
                </c:pt>
                <c:pt idx="83518">
                  <c:v>59.98</c:v>
                </c:pt>
                <c:pt idx="83519">
                  <c:v>59.98</c:v>
                </c:pt>
                <c:pt idx="83520">
                  <c:v>158.47</c:v>
                </c:pt>
                <c:pt idx="83521">
                  <c:v>24.49</c:v>
                </c:pt>
                <c:pt idx="83522">
                  <c:v>82.7</c:v>
                </c:pt>
                <c:pt idx="83523">
                  <c:v>59.98</c:v>
                </c:pt>
                <c:pt idx="83524">
                  <c:v>77.97</c:v>
                </c:pt>
                <c:pt idx="83525">
                  <c:v>51.98</c:v>
                </c:pt>
                <c:pt idx="83526">
                  <c:v>51.98</c:v>
                </c:pt>
                <c:pt idx="83527">
                  <c:v>90.98</c:v>
                </c:pt>
                <c:pt idx="83528">
                  <c:v>112.97</c:v>
                </c:pt>
                <c:pt idx="83529">
                  <c:v>77.97</c:v>
                </c:pt>
                <c:pt idx="83530">
                  <c:v>75.989999999999995</c:v>
                </c:pt>
                <c:pt idx="83531">
                  <c:v>51.98</c:v>
                </c:pt>
                <c:pt idx="83532">
                  <c:v>51.98</c:v>
                </c:pt>
                <c:pt idx="83533">
                  <c:v>51.98</c:v>
                </c:pt>
                <c:pt idx="83534">
                  <c:v>357.82</c:v>
                </c:pt>
                <c:pt idx="83535">
                  <c:v>21.28</c:v>
                </c:pt>
                <c:pt idx="83536">
                  <c:v>319.95999999999998</c:v>
                </c:pt>
                <c:pt idx="83537">
                  <c:v>59.98</c:v>
                </c:pt>
                <c:pt idx="83538">
                  <c:v>84.99</c:v>
                </c:pt>
                <c:pt idx="83539">
                  <c:v>94.98</c:v>
                </c:pt>
                <c:pt idx="83540">
                  <c:v>164.97</c:v>
                </c:pt>
                <c:pt idx="83541">
                  <c:v>129.97</c:v>
                </c:pt>
                <c:pt idx="83542">
                  <c:v>159.96</c:v>
                </c:pt>
                <c:pt idx="83543">
                  <c:v>80.97</c:v>
                </c:pt>
                <c:pt idx="83544">
                  <c:v>89.97</c:v>
                </c:pt>
                <c:pt idx="83545">
                  <c:v>89.97</c:v>
                </c:pt>
                <c:pt idx="83546">
                  <c:v>89.97</c:v>
                </c:pt>
                <c:pt idx="83547">
                  <c:v>59.98</c:v>
                </c:pt>
                <c:pt idx="83548">
                  <c:v>159.97999999999999</c:v>
                </c:pt>
                <c:pt idx="83549">
                  <c:v>169.98</c:v>
                </c:pt>
                <c:pt idx="83550">
                  <c:v>159.97999999999999</c:v>
                </c:pt>
                <c:pt idx="83551">
                  <c:v>116.74</c:v>
                </c:pt>
                <c:pt idx="83552">
                  <c:v>107.98</c:v>
                </c:pt>
                <c:pt idx="83553">
                  <c:v>79.17</c:v>
                </c:pt>
                <c:pt idx="83554">
                  <c:v>76.489999999999995</c:v>
                </c:pt>
                <c:pt idx="83555">
                  <c:v>132.24</c:v>
                </c:pt>
                <c:pt idx="83556">
                  <c:v>69.95</c:v>
                </c:pt>
                <c:pt idx="83557">
                  <c:v>441.92</c:v>
                </c:pt>
                <c:pt idx="83558">
                  <c:v>66.959999999999994</c:v>
                </c:pt>
                <c:pt idx="83559">
                  <c:v>56.97</c:v>
                </c:pt>
                <c:pt idx="83560">
                  <c:v>94.95</c:v>
                </c:pt>
                <c:pt idx="83561">
                  <c:v>75.650000000000006</c:v>
                </c:pt>
                <c:pt idx="83562">
                  <c:v>67.959999999999994</c:v>
                </c:pt>
                <c:pt idx="83563">
                  <c:v>75.959999999999994</c:v>
                </c:pt>
                <c:pt idx="83564">
                  <c:v>99.98</c:v>
                </c:pt>
                <c:pt idx="83565">
                  <c:v>84.98</c:v>
                </c:pt>
                <c:pt idx="83566">
                  <c:v>99.98</c:v>
                </c:pt>
                <c:pt idx="83567">
                  <c:v>84.99</c:v>
                </c:pt>
                <c:pt idx="83568">
                  <c:v>99.98</c:v>
                </c:pt>
                <c:pt idx="83569">
                  <c:v>64.98</c:v>
                </c:pt>
                <c:pt idx="83570">
                  <c:v>79.98</c:v>
                </c:pt>
                <c:pt idx="83571">
                  <c:v>74.84</c:v>
                </c:pt>
                <c:pt idx="83572">
                  <c:v>88.95</c:v>
                </c:pt>
                <c:pt idx="83573">
                  <c:v>20.49</c:v>
                </c:pt>
                <c:pt idx="83574">
                  <c:v>104.97</c:v>
                </c:pt>
                <c:pt idx="83575">
                  <c:v>77.97</c:v>
                </c:pt>
                <c:pt idx="83576">
                  <c:v>250.93</c:v>
                </c:pt>
                <c:pt idx="83577">
                  <c:v>229.93</c:v>
                </c:pt>
                <c:pt idx="83578">
                  <c:v>56.97</c:v>
                </c:pt>
                <c:pt idx="83579">
                  <c:v>79.98</c:v>
                </c:pt>
                <c:pt idx="83580">
                  <c:v>82.97</c:v>
                </c:pt>
                <c:pt idx="83581">
                  <c:v>65.989999999999995</c:v>
                </c:pt>
                <c:pt idx="83582">
                  <c:v>123.47</c:v>
                </c:pt>
                <c:pt idx="83583">
                  <c:v>80.98</c:v>
                </c:pt>
                <c:pt idx="83584">
                  <c:v>65.989999999999995</c:v>
                </c:pt>
                <c:pt idx="83585">
                  <c:v>65.989999999999995</c:v>
                </c:pt>
                <c:pt idx="83586">
                  <c:v>105.98</c:v>
                </c:pt>
                <c:pt idx="83587">
                  <c:v>79.98</c:v>
                </c:pt>
                <c:pt idx="83588">
                  <c:v>234.26</c:v>
                </c:pt>
                <c:pt idx="83589">
                  <c:v>139.9</c:v>
                </c:pt>
                <c:pt idx="83590">
                  <c:v>139.9</c:v>
                </c:pt>
                <c:pt idx="83591">
                  <c:v>139.9</c:v>
                </c:pt>
                <c:pt idx="83592">
                  <c:v>73.98</c:v>
                </c:pt>
                <c:pt idx="83593">
                  <c:v>55.98</c:v>
                </c:pt>
                <c:pt idx="83594">
                  <c:v>55.98</c:v>
                </c:pt>
                <c:pt idx="83595">
                  <c:v>64.98</c:v>
                </c:pt>
                <c:pt idx="83596">
                  <c:v>67.98</c:v>
                </c:pt>
                <c:pt idx="83597">
                  <c:v>55.98</c:v>
                </c:pt>
                <c:pt idx="83598">
                  <c:v>167.94</c:v>
                </c:pt>
                <c:pt idx="83599">
                  <c:v>89.97</c:v>
                </c:pt>
                <c:pt idx="83600">
                  <c:v>59.98</c:v>
                </c:pt>
                <c:pt idx="83601">
                  <c:v>59.98</c:v>
                </c:pt>
                <c:pt idx="83602">
                  <c:v>69.319999999999993</c:v>
                </c:pt>
                <c:pt idx="83603">
                  <c:v>54.98</c:v>
                </c:pt>
                <c:pt idx="83604">
                  <c:v>74.97</c:v>
                </c:pt>
                <c:pt idx="83605">
                  <c:v>89.97</c:v>
                </c:pt>
                <c:pt idx="83606">
                  <c:v>54.98</c:v>
                </c:pt>
                <c:pt idx="83607">
                  <c:v>59.98</c:v>
                </c:pt>
                <c:pt idx="83608">
                  <c:v>96.78</c:v>
                </c:pt>
                <c:pt idx="83609">
                  <c:v>151.1</c:v>
                </c:pt>
                <c:pt idx="83610">
                  <c:v>171.96</c:v>
                </c:pt>
                <c:pt idx="83611">
                  <c:v>113.97</c:v>
                </c:pt>
                <c:pt idx="83612">
                  <c:v>65.989999999999995</c:v>
                </c:pt>
                <c:pt idx="83613">
                  <c:v>65.989999999999995</c:v>
                </c:pt>
                <c:pt idx="83614">
                  <c:v>65.989999999999995</c:v>
                </c:pt>
                <c:pt idx="83615">
                  <c:v>79.98</c:v>
                </c:pt>
                <c:pt idx="83616">
                  <c:v>63.21</c:v>
                </c:pt>
                <c:pt idx="83617">
                  <c:v>75.25</c:v>
                </c:pt>
                <c:pt idx="83618">
                  <c:v>43.98</c:v>
                </c:pt>
                <c:pt idx="83619">
                  <c:v>15.49</c:v>
                </c:pt>
                <c:pt idx="83620">
                  <c:v>84.99</c:v>
                </c:pt>
                <c:pt idx="83621">
                  <c:v>68.989999999999995</c:v>
                </c:pt>
                <c:pt idx="83622">
                  <c:v>30.23</c:v>
                </c:pt>
                <c:pt idx="83623">
                  <c:v>70.11</c:v>
                </c:pt>
                <c:pt idx="83624">
                  <c:v>67.709999999999994</c:v>
                </c:pt>
                <c:pt idx="83625">
                  <c:v>197.05</c:v>
                </c:pt>
                <c:pt idx="83626">
                  <c:v>84.64</c:v>
                </c:pt>
                <c:pt idx="83627">
                  <c:v>324.32</c:v>
                </c:pt>
                <c:pt idx="83628">
                  <c:v>102.97</c:v>
                </c:pt>
                <c:pt idx="83629">
                  <c:v>99.98</c:v>
                </c:pt>
                <c:pt idx="83630">
                  <c:v>65.989999999999995</c:v>
                </c:pt>
                <c:pt idx="83631">
                  <c:v>99.98</c:v>
                </c:pt>
                <c:pt idx="83632">
                  <c:v>134.97999999999999</c:v>
                </c:pt>
                <c:pt idx="83633">
                  <c:v>51.29</c:v>
                </c:pt>
                <c:pt idx="83634">
                  <c:v>27.18</c:v>
                </c:pt>
                <c:pt idx="83635">
                  <c:v>51.76</c:v>
                </c:pt>
                <c:pt idx="83636">
                  <c:v>49.99</c:v>
                </c:pt>
                <c:pt idx="83637">
                  <c:v>91.98</c:v>
                </c:pt>
                <c:pt idx="83638">
                  <c:v>99.98</c:v>
                </c:pt>
                <c:pt idx="83639">
                  <c:v>91.98</c:v>
                </c:pt>
                <c:pt idx="83640">
                  <c:v>119.96</c:v>
                </c:pt>
                <c:pt idx="83641">
                  <c:v>119.96</c:v>
                </c:pt>
                <c:pt idx="83642">
                  <c:v>149.94999999999999</c:v>
                </c:pt>
                <c:pt idx="83643">
                  <c:v>149.94999999999999</c:v>
                </c:pt>
                <c:pt idx="83644">
                  <c:v>149.94999999999999</c:v>
                </c:pt>
                <c:pt idx="83645">
                  <c:v>122.96</c:v>
                </c:pt>
                <c:pt idx="83646">
                  <c:v>122.96</c:v>
                </c:pt>
                <c:pt idx="83647">
                  <c:v>122.96</c:v>
                </c:pt>
                <c:pt idx="83648">
                  <c:v>121.46</c:v>
                </c:pt>
                <c:pt idx="83649">
                  <c:v>122.96</c:v>
                </c:pt>
                <c:pt idx="83650">
                  <c:v>59.98</c:v>
                </c:pt>
                <c:pt idx="83651">
                  <c:v>59.98</c:v>
                </c:pt>
                <c:pt idx="83652">
                  <c:v>85.47</c:v>
                </c:pt>
                <c:pt idx="83653">
                  <c:v>59.98</c:v>
                </c:pt>
                <c:pt idx="83654">
                  <c:v>50.98</c:v>
                </c:pt>
                <c:pt idx="83655">
                  <c:v>54.98</c:v>
                </c:pt>
                <c:pt idx="83656">
                  <c:v>59.98</c:v>
                </c:pt>
                <c:pt idx="83657">
                  <c:v>84.41</c:v>
                </c:pt>
                <c:pt idx="83658">
                  <c:v>118.78</c:v>
                </c:pt>
                <c:pt idx="83659">
                  <c:v>161.97</c:v>
                </c:pt>
                <c:pt idx="83660">
                  <c:v>112.18</c:v>
                </c:pt>
                <c:pt idx="83661">
                  <c:v>79.989999999999995</c:v>
                </c:pt>
                <c:pt idx="83662">
                  <c:v>93.98</c:v>
                </c:pt>
                <c:pt idx="83663">
                  <c:v>139.97999999999999</c:v>
                </c:pt>
                <c:pt idx="83664">
                  <c:v>107.97</c:v>
                </c:pt>
                <c:pt idx="83665">
                  <c:v>185.96</c:v>
                </c:pt>
                <c:pt idx="83666">
                  <c:v>93.98</c:v>
                </c:pt>
                <c:pt idx="83667">
                  <c:v>119.96</c:v>
                </c:pt>
                <c:pt idx="83668">
                  <c:v>59.98</c:v>
                </c:pt>
                <c:pt idx="83669">
                  <c:v>59.98</c:v>
                </c:pt>
                <c:pt idx="83670">
                  <c:v>59.98</c:v>
                </c:pt>
                <c:pt idx="83671">
                  <c:v>119.96</c:v>
                </c:pt>
                <c:pt idx="83672">
                  <c:v>119.96</c:v>
                </c:pt>
                <c:pt idx="83673">
                  <c:v>59.98</c:v>
                </c:pt>
                <c:pt idx="83674">
                  <c:v>89.97</c:v>
                </c:pt>
                <c:pt idx="83675">
                  <c:v>75.98</c:v>
                </c:pt>
                <c:pt idx="83676">
                  <c:v>68.569999999999993</c:v>
                </c:pt>
                <c:pt idx="83677">
                  <c:v>74.98</c:v>
                </c:pt>
                <c:pt idx="83678">
                  <c:v>101.98</c:v>
                </c:pt>
                <c:pt idx="83679">
                  <c:v>63.29</c:v>
                </c:pt>
                <c:pt idx="83680">
                  <c:v>50.97</c:v>
                </c:pt>
                <c:pt idx="83681">
                  <c:v>168.93</c:v>
                </c:pt>
                <c:pt idx="83682">
                  <c:v>84.99</c:v>
                </c:pt>
                <c:pt idx="83683">
                  <c:v>124.98</c:v>
                </c:pt>
                <c:pt idx="83684">
                  <c:v>99.98</c:v>
                </c:pt>
                <c:pt idx="83685">
                  <c:v>46.49</c:v>
                </c:pt>
                <c:pt idx="83686">
                  <c:v>132.88</c:v>
                </c:pt>
                <c:pt idx="83687">
                  <c:v>184.97</c:v>
                </c:pt>
                <c:pt idx="83688">
                  <c:v>59.98</c:v>
                </c:pt>
                <c:pt idx="83689">
                  <c:v>79.98</c:v>
                </c:pt>
                <c:pt idx="83690">
                  <c:v>84.99</c:v>
                </c:pt>
                <c:pt idx="83691">
                  <c:v>79.95</c:v>
                </c:pt>
                <c:pt idx="83692">
                  <c:v>62.97</c:v>
                </c:pt>
                <c:pt idx="83693">
                  <c:v>62.97</c:v>
                </c:pt>
                <c:pt idx="83694">
                  <c:v>51.71</c:v>
                </c:pt>
                <c:pt idx="83695">
                  <c:v>79.95</c:v>
                </c:pt>
                <c:pt idx="83696">
                  <c:v>79.95</c:v>
                </c:pt>
                <c:pt idx="83697">
                  <c:v>59.39</c:v>
                </c:pt>
                <c:pt idx="83698">
                  <c:v>59.39</c:v>
                </c:pt>
                <c:pt idx="83699">
                  <c:v>51.71</c:v>
                </c:pt>
                <c:pt idx="83700">
                  <c:v>22.29</c:v>
                </c:pt>
                <c:pt idx="83701">
                  <c:v>22.29</c:v>
                </c:pt>
                <c:pt idx="83702">
                  <c:v>79.95</c:v>
                </c:pt>
                <c:pt idx="83703">
                  <c:v>41.28</c:v>
                </c:pt>
                <c:pt idx="83704">
                  <c:v>18.29</c:v>
                </c:pt>
                <c:pt idx="83705">
                  <c:v>41.28</c:v>
                </c:pt>
                <c:pt idx="83706">
                  <c:v>41.28</c:v>
                </c:pt>
                <c:pt idx="83707">
                  <c:v>50.97</c:v>
                </c:pt>
                <c:pt idx="83708">
                  <c:v>91.97</c:v>
                </c:pt>
                <c:pt idx="83709">
                  <c:v>62.97</c:v>
                </c:pt>
                <c:pt idx="83710">
                  <c:v>49.99</c:v>
                </c:pt>
                <c:pt idx="83711">
                  <c:v>62.97</c:v>
                </c:pt>
                <c:pt idx="83712">
                  <c:v>66.02</c:v>
                </c:pt>
                <c:pt idx="83713">
                  <c:v>75.87</c:v>
                </c:pt>
                <c:pt idx="83714">
                  <c:v>62.97</c:v>
                </c:pt>
                <c:pt idx="83715">
                  <c:v>67.86</c:v>
                </c:pt>
                <c:pt idx="83716">
                  <c:v>83.96</c:v>
                </c:pt>
                <c:pt idx="83717">
                  <c:v>79.849999999999994</c:v>
                </c:pt>
                <c:pt idx="83718">
                  <c:v>37.28</c:v>
                </c:pt>
                <c:pt idx="83719">
                  <c:v>59.97</c:v>
                </c:pt>
                <c:pt idx="83720">
                  <c:v>59.97</c:v>
                </c:pt>
                <c:pt idx="83721">
                  <c:v>41.28</c:v>
                </c:pt>
                <c:pt idx="83722">
                  <c:v>119.97</c:v>
                </c:pt>
                <c:pt idx="83723">
                  <c:v>144.94999999999999</c:v>
                </c:pt>
                <c:pt idx="83724">
                  <c:v>59.97</c:v>
                </c:pt>
                <c:pt idx="83725">
                  <c:v>41.28</c:v>
                </c:pt>
                <c:pt idx="83726">
                  <c:v>52.97</c:v>
                </c:pt>
                <c:pt idx="83727">
                  <c:v>52.97</c:v>
                </c:pt>
                <c:pt idx="83728">
                  <c:v>69.98</c:v>
                </c:pt>
                <c:pt idx="83729">
                  <c:v>65.98</c:v>
                </c:pt>
                <c:pt idx="83730">
                  <c:v>84.99</c:v>
                </c:pt>
                <c:pt idx="83731">
                  <c:v>1.3</c:v>
                </c:pt>
                <c:pt idx="83732">
                  <c:v>119.96</c:v>
                </c:pt>
                <c:pt idx="83733">
                  <c:v>99.96</c:v>
                </c:pt>
                <c:pt idx="83734">
                  <c:v>55.96</c:v>
                </c:pt>
                <c:pt idx="83735">
                  <c:v>88.95</c:v>
                </c:pt>
                <c:pt idx="83736">
                  <c:v>61.23</c:v>
                </c:pt>
                <c:pt idx="83737">
                  <c:v>50.48</c:v>
                </c:pt>
                <c:pt idx="83738">
                  <c:v>114.94</c:v>
                </c:pt>
                <c:pt idx="83739">
                  <c:v>55.98</c:v>
                </c:pt>
                <c:pt idx="83740">
                  <c:v>59.98</c:v>
                </c:pt>
                <c:pt idx="83741">
                  <c:v>48.23</c:v>
                </c:pt>
                <c:pt idx="83742">
                  <c:v>48.05</c:v>
                </c:pt>
                <c:pt idx="83743">
                  <c:v>61.98</c:v>
                </c:pt>
                <c:pt idx="83744">
                  <c:v>84.97</c:v>
                </c:pt>
                <c:pt idx="83745">
                  <c:v>59.98</c:v>
                </c:pt>
                <c:pt idx="83746">
                  <c:v>46.48</c:v>
                </c:pt>
                <c:pt idx="83747">
                  <c:v>77.97</c:v>
                </c:pt>
                <c:pt idx="83748">
                  <c:v>59.98</c:v>
                </c:pt>
                <c:pt idx="83749">
                  <c:v>55.97</c:v>
                </c:pt>
                <c:pt idx="83750">
                  <c:v>16.09</c:v>
                </c:pt>
                <c:pt idx="83751">
                  <c:v>159.57</c:v>
                </c:pt>
                <c:pt idx="83752">
                  <c:v>102.98</c:v>
                </c:pt>
                <c:pt idx="83753">
                  <c:v>139.97999999999999</c:v>
                </c:pt>
                <c:pt idx="83754">
                  <c:v>59.39</c:v>
                </c:pt>
                <c:pt idx="83755">
                  <c:v>79.98</c:v>
                </c:pt>
                <c:pt idx="83756">
                  <c:v>59.96</c:v>
                </c:pt>
                <c:pt idx="83757">
                  <c:v>61.98</c:v>
                </c:pt>
                <c:pt idx="83758">
                  <c:v>31.27</c:v>
                </c:pt>
                <c:pt idx="83759">
                  <c:v>191.94</c:v>
                </c:pt>
                <c:pt idx="83760">
                  <c:v>76.97</c:v>
                </c:pt>
                <c:pt idx="83761">
                  <c:v>91.96</c:v>
                </c:pt>
                <c:pt idx="83762">
                  <c:v>120.97</c:v>
                </c:pt>
                <c:pt idx="83763">
                  <c:v>54.99</c:v>
                </c:pt>
                <c:pt idx="83764">
                  <c:v>59.98</c:v>
                </c:pt>
                <c:pt idx="83765">
                  <c:v>49.28</c:v>
                </c:pt>
                <c:pt idx="83766">
                  <c:v>89.97</c:v>
                </c:pt>
                <c:pt idx="83767">
                  <c:v>75.959999999999994</c:v>
                </c:pt>
                <c:pt idx="83768">
                  <c:v>59.98</c:v>
                </c:pt>
                <c:pt idx="83769">
                  <c:v>59.98</c:v>
                </c:pt>
                <c:pt idx="83770">
                  <c:v>89.97</c:v>
                </c:pt>
                <c:pt idx="83771">
                  <c:v>59.98</c:v>
                </c:pt>
                <c:pt idx="83772">
                  <c:v>54.95</c:v>
                </c:pt>
                <c:pt idx="83773">
                  <c:v>89.97</c:v>
                </c:pt>
                <c:pt idx="83774">
                  <c:v>178.88</c:v>
                </c:pt>
                <c:pt idx="83775">
                  <c:v>143.96</c:v>
                </c:pt>
                <c:pt idx="83776">
                  <c:v>134.97</c:v>
                </c:pt>
                <c:pt idx="83777">
                  <c:v>117.66</c:v>
                </c:pt>
                <c:pt idx="83778">
                  <c:v>123.26</c:v>
                </c:pt>
                <c:pt idx="83779">
                  <c:v>139.94999999999999</c:v>
                </c:pt>
                <c:pt idx="83780">
                  <c:v>66.53</c:v>
                </c:pt>
                <c:pt idx="83781">
                  <c:v>66.53</c:v>
                </c:pt>
                <c:pt idx="83782">
                  <c:v>66.53</c:v>
                </c:pt>
                <c:pt idx="83783">
                  <c:v>70.489999999999995</c:v>
                </c:pt>
                <c:pt idx="83784">
                  <c:v>120.97</c:v>
                </c:pt>
                <c:pt idx="83785">
                  <c:v>300.94</c:v>
                </c:pt>
                <c:pt idx="83786">
                  <c:v>59.98</c:v>
                </c:pt>
                <c:pt idx="83787">
                  <c:v>53.98</c:v>
                </c:pt>
                <c:pt idx="83788">
                  <c:v>74.97</c:v>
                </c:pt>
                <c:pt idx="83789">
                  <c:v>89.97</c:v>
                </c:pt>
                <c:pt idx="83790">
                  <c:v>59.98</c:v>
                </c:pt>
                <c:pt idx="83791">
                  <c:v>84.97</c:v>
                </c:pt>
                <c:pt idx="83792">
                  <c:v>93.26</c:v>
                </c:pt>
                <c:pt idx="83793">
                  <c:v>59.98</c:v>
                </c:pt>
                <c:pt idx="83794">
                  <c:v>59.98</c:v>
                </c:pt>
                <c:pt idx="83795">
                  <c:v>59.98</c:v>
                </c:pt>
                <c:pt idx="83796">
                  <c:v>59.98</c:v>
                </c:pt>
                <c:pt idx="83797">
                  <c:v>61.48</c:v>
                </c:pt>
                <c:pt idx="83798">
                  <c:v>59.98</c:v>
                </c:pt>
                <c:pt idx="83799">
                  <c:v>59.98</c:v>
                </c:pt>
                <c:pt idx="83800">
                  <c:v>59.98</c:v>
                </c:pt>
                <c:pt idx="83801">
                  <c:v>59.98</c:v>
                </c:pt>
                <c:pt idx="83802">
                  <c:v>137.29</c:v>
                </c:pt>
                <c:pt idx="83803">
                  <c:v>54.98</c:v>
                </c:pt>
                <c:pt idx="83804">
                  <c:v>58.62</c:v>
                </c:pt>
                <c:pt idx="83805">
                  <c:v>59.98</c:v>
                </c:pt>
                <c:pt idx="83806">
                  <c:v>59.98</c:v>
                </c:pt>
                <c:pt idx="83807">
                  <c:v>74.97</c:v>
                </c:pt>
                <c:pt idx="83808">
                  <c:v>60.99</c:v>
                </c:pt>
                <c:pt idx="83809">
                  <c:v>59.77</c:v>
                </c:pt>
                <c:pt idx="83810">
                  <c:v>79.98</c:v>
                </c:pt>
                <c:pt idx="83811">
                  <c:v>124.95</c:v>
                </c:pt>
                <c:pt idx="83812">
                  <c:v>58.93</c:v>
                </c:pt>
                <c:pt idx="83813">
                  <c:v>52.35</c:v>
                </c:pt>
                <c:pt idx="83814">
                  <c:v>59.96</c:v>
                </c:pt>
                <c:pt idx="83815">
                  <c:v>57.96</c:v>
                </c:pt>
                <c:pt idx="83816">
                  <c:v>119.96</c:v>
                </c:pt>
                <c:pt idx="83817">
                  <c:v>59.98</c:v>
                </c:pt>
                <c:pt idx="83818">
                  <c:v>51.48</c:v>
                </c:pt>
                <c:pt idx="83819">
                  <c:v>84.99</c:v>
                </c:pt>
                <c:pt idx="83820">
                  <c:v>149.94999999999999</c:v>
                </c:pt>
                <c:pt idx="83821">
                  <c:v>59.98</c:v>
                </c:pt>
                <c:pt idx="83822">
                  <c:v>65.989999999999995</c:v>
                </c:pt>
                <c:pt idx="83823">
                  <c:v>9.99</c:v>
                </c:pt>
                <c:pt idx="83824">
                  <c:v>80.73</c:v>
                </c:pt>
                <c:pt idx="83825">
                  <c:v>78.97</c:v>
                </c:pt>
                <c:pt idx="83826">
                  <c:v>49.99</c:v>
                </c:pt>
                <c:pt idx="83827">
                  <c:v>84.98</c:v>
                </c:pt>
                <c:pt idx="83828">
                  <c:v>93.07</c:v>
                </c:pt>
                <c:pt idx="83829">
                  <c:v>105.46</c:v>
                </c:pt>
                <c:pt idx="83830">
                  <c:v>119.94</c:v>
                </c:pt>
                <c:pt idx="83831">
                  <c:v>-19.989999999999998</c:v>
                </c:pt>
                <c:pt idx="83832">
                  <c:v>123.97</c:v>
                </c:pt>
                <c:pt idx="83833">
                  <c:v>65.989999999999995</c:v>
                </c:pt>
                <c:pt idx="83834">
                  <c:v>88.47</c:v>
                </c:pt>
                <c:pt idx="83835">
                  <c:v>123.97</c:v>
                </c:pt>
                <c:pt idx="83836">
                  <c:v>119.94</c:v>
                </c:pt>
                <c:pt idx="83837">
                  <c:v>89.97</c:v>
                </c:pt>
                <c:pt idx="83838">
                  <c:v>79.98</c:v>
                </c:pt>
                <c:pt idx="83839">
                  <c:v>57.42</c:v>
                </c:pt>
                <c:pt idx="83840">
                  <c:v>65.989999999999995</c:v>
                </c:pt>
                <c:pt idx="83841">
                  <c:v>-19.989999999999998</c:v>
                </c:pt>
                <c:pt idx="83842">
                  <c:v>145.97</c:v>
                </c:pt>
                <c:pt idx="83843">
                  <c:v>89.97</c:v>
                </c:pt>
                <c:pt idx="83844">
                  <c:v>79.98</c:v>
                </c:pt>
                <c:pt idx="83845">
                  <c:v>57.42</c:v>
                </c:pt>
                <c:pt idx="83846">
                  <c:v>88.47</c:v>
                </c:pt>
                <c:pt idx="83847">
                  <c:v>65.989999999999995</c:v>
                </c:pt>
                <c:pt idx="83848">
                  <c:v>65.989999999999995</c:v>
                </c:pt>
                <c:pt idx="83849">
                  <c:v>145.97</c:v>
                </c:pt>
                <c:pt idx="83850">
                  <c:v>140.31</c:v>
                </c:pt>
                <c:pt idx="83851">
                  <c:v>108.88</c:v>
                </c:pt>
                <c:pt idx="83852">
                  <c:v>108.88</c:v>
                </c:pt>
                <c:pt idx="83853">
                  <c:v>67.97</c:v>
                </c:pt>
                <c:pt idx="83854">
                  <c:v>64.98</c:v>
                </c:pt>
                <c:pt idx="83855">
                  <c:v>101.48</c:v>
                </c:pt>
                <c:pt idx="83856">
                  <c:v>84.53</c:v>
                </c:pt>
                <c:pt idx="83857">
                  <c:v>57.45</c:v>
                </c:pt>
                <c:pt idx="83858">
                  <c:v>86.49</c:v>
                </c:pt>
                <c:pt idx="83859">
                  <c:v>99.98</c:v>
                </c:pt>
                <c:pt idx="83860">
                  <c:v>84.99</c:v>
                </c:pt>
                <c:pt idx="83861">
                  <c:v>171.95</c:v>
                </c:pt>
                <c:pt idx="83862">
                  <c:v>54.95</c:v>
                </c:pt>
                <c:pt idx="83863">
                  <c:v>54.95</c:v>
                </c:pt>
                <c:pt idx="83864">
                  <c:v>61.17</c:v>
                </c:pt>
                <c:pt idx="83865">
                  <c:v>54.95</c:v>
                </c:pt>
                <c:pt idx="83866">
                  <c:v>54.33</c:v>
                </c:pt>
                <c:pt idx="83867">
                  <c:v>54.95</c:v>
                </c:pt>
                <c:pt idx="83868">
                  <c:v>78.260000000000005</c:v>
                </c:pt>
                <c:pt idx="83869">
                  <c:v>54.95</c:v>
                </c:pt>
                <c:pt idx="83870">
                  <c:v>54.95</c:v>
                </c:pt>
                <c:pt idx="83871">
                  <c:v>51.99</c:v>
                </c:pt>
                <c:pt idx="83872">
                  <c:v>150.96</c:v>
                </c:pt>
                <c:pt idx="83873">
                  <c:v>81.52</c:v>
                </c:pt>
                <c:pt idx="83874">
                  <c:v>92.38</c:v>
                </c:pt>
                <c:pt idx="83875">
                  <c:v>65.989999999999995</c:v>
                </c:pt>
                <c:pt idx="83876">
                  <c:v>90.87</c:v>
                </c:pt>
                <c:pt idx="83877">
                  <c:v>61.98</c:v>
                </c:pt>
                <c:pt idx="83878">
                  <c:v>91.97</c:v>
                </c:pt>
                <c:pt idx="83879">
                  <c:v>104.93</c:v>
                </c:pt>
                <c:pt idx="83880">
                  <c:v>59.96</c:v>
                </c:pt>
                <c:pt idx="83881">
                  <c:v>69.95</c:v>
                </c:pt>
                <c:pt idx="83882">
                  <c:v>84.99</c:v>
                </c:pt>
                <c:pt idx="83883">
                  <c:v>153.97999999999999</c:v>
                </c:pt>
                <c:pt idx="83884">
                  <c:v>84.99</c:v>
                </c:pt>
                <c:pt idx="83885">
                  <c:v>59.96</c:v>
                </c:pt>
                <c:pt idx="83886">
                  <c:v>149.94</c:v>
                </c:pt>
                <c:pt idx="83887">
                  <c:v>71.95</c:v>
                </c:pt>
                <c:pt idx="83888">
                  <c:v>59.96</c:v>
                </c:pt>
                <c:pt idx="83889">
                  <c:v>59.96</c:v>
                </c:pt>
                <c:pt idx="83890">
                  <c:v>59.96</c:v>
                </c:pt>
                <c:pt idx="83891">
                  <c:v>59.96</c:v>
                </c:pt>
                <c:pt idx="83892">
                  <c:v>84.99</c:v>
                </c:pt>
                <c:pt idx="83893">
                  <c:v>76.47</c:v>
                </c:pt>
                <c:pt idx="83894">
                  <c:v>128.97</c:v>
                </c:pt>
                <c:pt idx="83895">
                  <c:v>83.47</c:v>
                </c:pt>
                <c:pt idx="83896">
                  <c:v>79.959999999999994</c:v>
                </c:pt>
                <c:pt idx="83897">
                  <c:v>59.96</c:v>
                </c:pt>
                <c:pt idx="83898">
                  <c:v>41.79</c:v>
                </c:pt>
                <c:pt idx="83899">
                  <c:v>53.96</c:v>
                </c:pt>
                <c:pt idx="83900">
                  <c:v>59.96</c:v>
                </c:pt>
                <c:pt idx="83901">
                  <c:v>104.95</c:v>
                </c:pt>
                <c:pt idx="83902">
                  <c:v>59.96</c:v>
                </c:pt>
                <c:pt idx="83903">
                  <c:v>52.71</c:v>
                </c:pt>
                <c:pt idx="83904">
                  <c:v>89.21</c:v>
                </c:pt>
                <c:pt idx="83905">
                  <c:v>50.97</c:v>
                </c:pt>
                <c:pt idx="83906">
                  <c:v>58.31</c:v>
                </c:pt>
                <c:pt idx="83907">
                  <c:v>69.98</c:v>
                </c:pt>
                <c:pt idx="83908">
                  <c:v>59.39</c:v>
                </c:pt>
                <c:pt idx="83909">
                  <c:v>59.39</c:v>
                </c:pt>
                <c:pt idx="83910">
                  <c:v>81.680000000000007</c:v>
                </c:pt>
                <c:pt idx="83911">
                  <c:v>59.39</c:v>
                </c:pt>
                <c:pt idx="83912">
                  <c:v>104.97</c:v>
                </c:pt>
                <c:pt idx="83913">
                  <c:v>95.98</c:v>
                </c:pt>
                <c:pt idx="83914">
                  <c:v>122.46</c:v>
                </c:pt>
                <c:pt idx="83915">
                  <c:v>149.94999999999999</c:v>
                </c:pt>
                <c:pt idx="83916">
                  <c:v>334.89</c:v>
                </c:pt>
                <c:pt idx="83917">
                  <c:v>84.99</c:v>
                </c:pt>
                <c:pt idx="83918">
                  <c:v>65.989999999999995</c:v>
                </c:pt>
                <c:pt idx="83919">
                  <c:v>59.39</c:v>
                </c:pt>
                <c:pt idx="83920">
                  <c:v>84.99</c:v>
                </c:pt>
                <c:pt idx="83921">
                  <c:v>84.99</c:v>
                </c:pt>
                <c:pt idx="83922">
                  <c:v>65.989999999999995</c:v>
                </c:pt>
                <c:pt idx="83923">
                  <c:v>84.93</c:v>
                </c:pt>
                <c:pt idx="83924">
                  <c:v>84.99</c:v>
                </c:pt>
                <c:pt idx="83925">
                  <c:v>59.98</c:v>
                </c:pt>
                <c:pt idx="83926">
                  <c:v>57.35</c:v>
                </c:pt>
                <c:pt idx="83927">
                  <c:v>83.96</c:v>
                </c:pt>
                <c:pt idx="83928">
                  <c:v>84.97</c:v>
                </c:pt>
                <c:pt idx="83929">
                  <c:v>70.599999999999994</c:v>
                </c:pt>
                <c:pt idx="83930">
                  <c:v>72.97</c:v>
                </c:pt>
                <c:pt idx="83931">
                  <c:v>33.99</c:v>
                </c:pt>
                <c:pt idx="83932">
                  <c:v>90.45</c:v>
                </c:pt>
                <c:pt idx="83933">
                  <c:v>53.95</c:v>
                </c:pt>
                <c:pt idx="83934">
                  <c:v>59.97</c:v>
                </c:pt>
                <c:pt idx="83935">
                  <c:v>66.27</c:v>
                </c:pt>
                <c:pt idx="83936">
                  <c:v>65.98</c:v>
                </c:pt>
                <c:pt idx="83937">
                  <c:v>65.98</c:v>
                </c:pt>
                <c:pt idx="83938">
                  <c:v>119.98</c:v>
                </c:pt>
                <c:pt idx="83939">
                  <c:v>51.29</c:v>
                </c:pt>
                <c:pt idx="83940">
                  <c:v>64.98</c:v>
                </c:pt>
                <c:pt idx="83941">
                  <c:v>65.98</c:v>
                </c:pt>
                <c:pt idx="83942">
                  <c:v>75.98</c:v>
                </c:pt>
                <c:pt idx="83943">
                  <c:v>123.96</c:v>
                </c:pt>
                <c:pt idx="83944">
                  <c:v>103.96</c:v>
                </c:pt>
                <c:pt idx="83945">
                  <c:v>110.95</c:v>
                </c:pt>
                <c:pt idx="83946">
                  <c:v>115.96</c:v>
                </c:pt>
                <c:pt idx="83947">
                  <c:v>59.98</c:v>
                </c:pt>
                <c:pt idx="83948">
                  <c:v>89.97</c:v>
                </c:pt>
                <c:pt idx="83949">
                  <c:v>58.98</c:v>
                </c:pt>
                <c:pt idx="83950">
                  <c:v>42.47</c:v>
                </c:pt>
                <c:pt idx="83951">
                  <c:v>45.49</c:v>
                </c:pt>
                <c:pt idx="83952">
                  <c:v>96.96</c:v>
                </c:pt>
                <c:pt idx="83953">
                  <c:v>52.8</c:v>
                </c:pt>
                <c:pt idx="83954">
                  <c:v>0</c:v>
                </c:pt>
                <c:pt idx="83955">
                  <c:v>36.49</c:v>
                </c:pt>
                <c:pt idx="83956">
                  <c:v>169.98</c:v>
                </c:pt>
                <c:pt idx="83957">
                  <c:v>169.98</c:v>
                </c:pt>
                <c:pt idx="83958">
                  <c:v>169.98</c:v>
                </c:pt>
                <c:pt idx="83959">
                  <c:v>169.98</c:v>
                </c:pt>
                <c:pt idx="83960">
                  <c:v>169.98</c:v>
                </c:pt>
                <c:pt idx="83961">
                  <c:v>169.98</c:v>
                </c:pt>
                <c:pt idx="83962">
                  <c:v>84.99</c:v>
                </c:pt>
                <c:pt idx="83963">
                  <c:v>84.99</c:v>
                </c:pt>
                <c:pt idx="83964">
                  <c:v>169.98</c:v>
                </c:pt>
                <c:pt idx="83965">
                  <c:v>169.98</c:v>
                </c:pt>
                <c:pt idx="83966">
                  <c:v>169.98</c:v>
                </c:pt>
                <c:pt idx="83967">
                  <c:v>169.98</c:v>
                </c:pt>
                <c:pt idx="83968">
                  <c:v>53.07</c:v>
                </c:pt>
                <c:pt idx="83969">
                  <c:v>111.07</c:v>
                </c:pt>
                <c:pt idx="83970">
                  <c:v>84.98</c:v>
                </c:pt>
                <c:pt idx="83971">
                  <c:v>84.65</c:v>
                </c:pt>
                <c:pt idx="83972">
                  <c:v>65.81</c:v>
                </c:pt>
                <c:pt idx="83973">
                  <c:v>67.05</c:v>
                </c:pt>
                <c:pt idx="83974">
                  <c:v>62.04</c:v>
                </c:pt>
                <c:pt idx="83975">
                  <c:v>73.98</c:v>
                </c:pt>
                <c:pt idx="83976">
                  <c:v>103.68</c:v>
                </c:pt>
                <c:pt idx="83977">
                  <c:v>123.48</c:v>
                </c:pt>
                <c:pt idx="83978">
                  <c:v>121.98</c:v>
                </c:pt>
                <c:pt idx="83979">
                  <c:v>121.98</c:v>
                </c:pt>
                <c:pt idx="83980">
                  <c:v>63.98</c:v>
                </c:pt>
                <c:pt idx="83981">
                  <c:v>126.96</c:v>
                </c:pt>
                <c:pt idx="83982">
                  <c:v>80.72</c:v>
                </c:pt>
                <c:pt idx="83983">
                  <c:v>84.97</c:v>
                </c:pt>
                <c:pt idx="83984">
                  <c:v>59.98</c:v>
                </c:pt>
                <c:pt idx="83985">
                  <c:v>84.97</c:v>
                </c:pt>
                <c:pt idx="83986">
                  <c:v>89.97</c:v>
                </c:pt>
                <c:pt idx="83987">
                  <c:v>127</c:v>
                </c:pt>
                <c:pt idx="83988">
                  <c:v>147.6</c:v>
                </c:pt>
                <c:pt idx="83989">
                  <c:v>113.96</c:v>
                </c:pt>
                <c:pt idx="83990">
                  <c:v>84.99</c:v>
                </c:pt>
                <c:pt idx="83991">
                  <c:v>69.989999999999995</c:v>
                </c:pt>
                <c:pt idx="83992">
                  <c:v>254.97</c:v>
                </c:pt>
                <c:pt idx="83993">
                  <c:v>157.96</c:v>
                </c:pt>
                <c:pt idx="83994">
                  <c:v>115.86</c:v>
                </c:pt>
                <c:pt idx="83995">
                  <c:v>149.97</c:v>
                </c:pt>
                <c:pt idx="83996">
                  <c:v>97.18</c:v>
                </c:pt>
                <c:pt idx="83997">
                  <c:v>80.98</c:v>
                </c:pt>
                <c:pt idx="83998">
                  <c:v>46.73</c:v>
                </c:pt>
                <c:pt idx="83999">
                  <c:v>22.09</c:v>
                </c:pt>
                <c:pt idx="84000">
                  <c:v>96.75</c:v>
                </c:pt>
                <c:pt idx="84001">
                  <c:v>70.98</c:v>
                </c:pt>
                <c:pt idx="84002">
                  <c:v>84.98</c:v>
                </c:pt>
                <c:pt idx="84003">
                  <c:v>115.98</c:v>
                </c:pt>
                <c:pt idx="84004">
                  <c:v>69.98</c:v>
                </c:pt>
                <c:pt idx="84005">
                  <c:v>69.98</c:v>
                </c:pt>
                <c:pt idx="84006">
                  <c:v>59.38</c:v>
                </c:pt>
                <c:pt idx="84007">
                  <c:v>59.38</c:v>
                </c:pt>
                <c:pt idx="84008">
                  <c:v>59.98</c:v>
                </c:pt>
                <c:pt idx="84009">
                  <c:v>59.98</c:v>
                </c:pt>
                <c:pt idx="84010">
                  <c:v>57.33</c:v>
                </c:pt>
                <c:pt idx="84011">
                  <c:v>52.24</c:v>
                </c:pt>
                <c:pt idx="84012">
                  <c:v>59.98</c:v>
                </c:pt>
                <c:pt idx="84013">
                  <c:v>69.98</c:v>
                </c:pt>
                <c:pt idx="84014">
                  <c:v>59.38</c:v>
                </c:pt>
                <c:pt idx="84015">
                  <c:v>67.959999999999994</c:v>
                </c:pt>
                <c:pt idx="84016">
                  <c:v>67.959999999999994</c:v>
                </c:pt>
                <c:pt idx="84017">
                  <c:v>39.28</c:v>
                </c:pt>
                <c:pt idx="84018">
                  <c:v>39.28</c:v>
                </c:pt>
                <c:pt idx="84019">
                  <c:v>15.48</c:v>
                </c:pt>
                <c:pt idx="84020">
                  <c:v>49.16</c:v>
                </c:pt>
                <c:pt idx="84021">
                  <c:v>51.98</c:v>
                </c:pt>
                <c:pt idx="84022">
                  <c:v>69.98</c:v>
                </c:pt>
                <c:pt idx="84023">
                  <c:v>114.98</c:v>
                </c:pt>
                <c:pt idx="84024">
                  <c:v>69.98</c:v>
                </c:pt>
                <c:pt idx="84025">
                  <c:v>219.95</c:v>
                </c:pt>
                <c:pt idx="84026">
                  <c:v>79.989999999999995</c:v>
                </c:pt>
                <c:pt idx="84027">
                  <c:v>55.98</c:v>
                </c:pt>
                <c:pt idx="84028">
                  <c:v>59.98</c:v>
                </c:pt>
                <c:pt idx="84029">
                  <c:v>72.97</c:v>
                </c:pt>
                <c:pt idx="84030">
                  <c:v>86.97</c:v>
                </c:pt>
                <c:pt idx="84031">
                  <c:v>84.99</c:v>
                </c:pt>
                <c:pt idx="84032">
                  <c:v>84.14</c:v>
                </c:pt>
                <c:pt idx="84033">
                  <c:v>84.99</c:v>
                </c:pt>
                <c:pt idx="84034">
                  <c:v>82.44</c:v>
                </c:pt>
                <c:pt idx="84035">
                  <c:v>84.99</c:v>
                </c:pt>
                <c:pt idx="84036">
                  <c:v>84.14</c:v>
                </c:pt>
                <c:pt idx="84037">
                  <c:v>84.99</c:v>
                </c:pt>
                <c:pt idx="84038">
                  <c:v>62.9</c:v>
                </c:pt>
                <c:pt idx="84039">
                  <c:v>66.53</c:v>
                </c:pt>
                <c:pt idx="84040">
                  <c:v>111.28</c:v>
                </c:pt>
                <c:pt idx="84041">
                  <c:v>76.209999999999994</c:v>
                </c:pt>
                <c:pt idx="84042">
                  <c:v>91.94</c:v>
                </c:pt>
                <c:pt idx="84043">
                  <c:v>105.91</c:v>
                </c:pt>
                <c:pt idx="84044">
                  <c:v>71.37</c:v>
                </c:pt>
                <c:pt idx="84045">
                  <c:v>64.08</c:v>
                </c:pt>
                <c:pt idx="84046">
                  <c:v>95.78</c:v>
                </c:pt>
                <c:pt idx="84047">
                  <c:v>263.95999999999998</c:v>
                </c:pt>
                <c:pt idx="84048">
                  <c:v>149.47</c:v>
                </c:pt>
                <c:pt idx="84049">
                  <c:v>131.97999999999999</c:v>
                </c:pt>
                <c:pt idx="84050">
                  <c:v>131.97999999999999</c:v>
                </c:pt>
                <c:pt idx="84051">
                  <c:v>73.59</c:v>
                </c:pt>
                <c:pt idx="84052">
                  <c:v>61.67</c:v>
                </c:pt>
                <c:pt idx="84053">
                  <c:v>-60.44</c:v>
                </c:pt>
                <c:pt idx="84054">
                  <c:v>24.99</c:v>
                </c:pt>
                <c:pt idx="84055">
                  <c:v>49.59</c:v>
                </c:pt>
                <c:pt idx="84056">
                  <c:v>67.709999999999994</c:v>
                </c:pt>
                <c:pt idx="84057">
                  <c:v>47.15</c:v>
                </c:pt>
                <c:pt idx="84058">
                  <c:v>47.15</c:v>
                </c:pt>
                <c:pt idx="84059">
                  <c:v>60.44</c:v>
                </c:pt>
                <c:pt idx="84060">
                  <c:v>107.63</c:v>
                </c:pt>
                <c:pt idx="84061">
                  <c:v>31.44</c:v>
                </c:pt>
                <c:pt idx="84062">
                  <c:v>54.98</c:v>
                </c:pt>
                <c:pt idx="84063">
                  <c:v>107.95</c:v>
                </c:pt>
                <c:pt idx="84064">
                  <c:v>121.96</c:v>
                </c:pt>
                <c:pt idx="84065">
                  <c:v>121.96</c:v>
                </c:pt>
                <c:pt idx="84066">
                  <c:v>121.96</c:v>
                </c:pt>
                <c:pt idx="84067">
                  <c:v>686.42</c:v>
                </c:pt>
                <c:pt idx="84068">
                  <c:v>81.78</c:v>
                </c:pt>
                <c:pt idx="84069">
                  <c:v>55.78</c:v>
                </c:pt>
                <c:pt idx="84070">
                  <c:v>61.98</c:v>
                </c:pt>
                <c:pt idx="84071">
                  <c:v>61.98</c:v>
                </c:pt>
                <c:pt idx="84072">
                  <c:v>61.98</c:v>
                </c:pt>
                <c:pt idx="84073">
                  <c:v>61.98</c:v>
                </c:pt>
                <c:pt idx="84074">
                  <c:v>61.98</c:v>
                </c:pt>
                <c:pt idx="84075">
                  <c:v>52.68</c:v>
                </c:pt>
                <c:pt idx="84076">
                  <c:v>61.98</c:v>
                </c:pt>
                <c:pt idx="84077">
                  <c:v>61.98</c:v>
                </c:pt>
                <c:pt idx="84078">
                  <c:v>61.98</c:v>
                </c:pt>
                <c:pt idx="84079">
                  <c:v>249.9</c:v>
                </c:pt>
                <c:pt idx="84080">
                  <c:v>149.94</c:v>
                </c:pt>
                <c:pt idx="84081">
                  <c:v>167.98</c:v>
                </c:pt>
                <c:pt idx="84082">
                  <c:v>166.97</c:v>
                </c:pt>
                <c:pt idx="84083">
                  <c:v>195.28</c:v>
                </c:pt>
                <c:pt idx="84084">
                  <c:v>135.47</c:v>
                </c:pt>
                <c:pt idx="84085">
                  <c:v>75.81</c:v>
                </c:pt>
                <c:pt idx="84086">
                  <c:v>78.97</c:v>
                </c:pt>
                <c:pt idx="84087">
                  <c:v>99.98</c:v>
                </c:pt>
                <c:pt idx="84088">
                  <c:v>98.97</c:v>
                </c:pt>
                <c:pt idx="84089">
                  <c:v>86.98</c:v>
                </c:pt>
                <c:pt idx="84090">
                  <c:v>65.98</c:v>
                </c:pt>
                <c:pt idx="84091">
                  <c:v>84.99</c:v>
                </c:pt>
                <c:pt idx="84092">
                  <c:v>99.98</c:v>
                </c:pt>
                <c:pt idx="84093">
                  <c:v>33.479999999999997</c:v>
                </c:pt>
                <c:pt idx="84094">
                  <c:v>63.96</c:v>
                </c:pt>
                <c:pt idx="84095">
                  <c:v>84.99</c:v>
                </c:pt>
                <c:pt idx="84096">
                  <c:v>143.97</c:v>
                </c:pt>
                <c:pt idx="84097">
                  <c:v>181.76</c:v>
                </c:pt>
                <c:pt idx="84098">
                  <c:v>88.97</c:v>
                </c:pt>
                <c:pt idx="84099">
                  <c:v>55.87</c:v>
                </c:pt>
                <c:pt idx="84100">
                  <c:v>129.94</c:v>
                </c:pt>
                <c:pt idx="84101">
                  <c:v>62.97</c:v>
                </c:pt>
                <c:pt idx="84102">
                  <c:v>51.29</c:v>
                </c:pt>
                <c:pt idx="84103">
                  <c:v>98.8</c:v>
                </c:pt>
                <c:pt idx="84104">
                  <c:v>97.8</c:v>
                </c:pt>
                <c:pt idx="84105">
                  <c:v>67.98</c:v>
                </c:pt>
                <c:pt idx="84106">
                  <c:v>84.99</c:v>
                </c:pt>
                <c:pt idx="84107">
                  <c:v>117.97</c:v>
                </c:pt>
                <c:pt idx="84108">
                  <c:v>84.99</c:v>
                </c:pt>
                <c:pt idx="84109">
                  <c:v>95.96</c:v>
                </c:pt>
                <c:pt idx="84110">
                  <c:v>65.989999999999995</c:v>
                </c:pt>
                <c:pt idx="84111">
                  <c:v>126.52</c:v>
                </c:pt>
                <c:pt idx="84112">
                  <c:v>65.989999999999995</c:v>
                </c:pt>
                <c:pt idx="84113">
                  <c:v>65.989999999999995</c:v>
                </c:pt>
                <c:pt idx="84114">
                  <c:v>99.98</c:v>
                </c:pt>
                <c:pt idx="84115">
                  <c:v>115.98</c:v>
                </c:pt>
                <c:pt idx="84116">
                  <c:v>131.97999999999999</c:v>
                </c:pt>
                <c:pt idx="84117">
                  <c:v>99.98</c:v>
                </c:pt>
                <c:pt idx="84118">
                  <c:v>35.49</c:v>
                </c:pt>
                <c:pt idx="84119">
                  <c:v>73.98</c:v>
                </c:pt>
                <c:pt idx="84120">
                  <c:v>79.98</c:v>
                </c:pt>
                <c:pt idx="84121">
                  <c:v>109.97</c:v>
                </c:pt>
                <c:pt idx="84122">
                  <c:v>79.98</c:v>
                </c:pt>
                <c:pt idx="84123">
                  <c:v>35.49</c:v>
                </c:pt>
                <c:pt idx="84124">
                  <c:v>67.98</c:v>
                </c:pt>
                <c:pt idx="84125">
                  <c:v>83.97</c:v>
                </c:pt>
                <c:pt idx="84126">
                  <c:v>111.96</c:v>
                </c:pt>
                <c:pt idx="84127">
                  <c:v>83.97</c:v>
                </c:pt>
                <c:pt idx="84128">
                  <c:v>83.97</c:v>
                </c:pt>
                <c:pt idx="84129">
                  <c:v>111.96</c:v>
                </c:pt>
                <c:pt idx="84130">
                  <c:v>111.96</c:v>
                </c:pt>
                <c:pt idx="84131">
                  <c:v>83.97</c:v>
                </c:pt>
                <c:pt idx="84132">
                  <c:v>95.98</c:v>
                </c:pt>
                <c:pt idx="84133">
                  <c:v>145.97</c:v>
                </c:pt>
                <c:pt idx="84134">
                  <c:v>65.989999999999995</c:v>
                </c:pt>
                <c:pt idx="84135">
                  <c:v>84.99</c:v>
                </c:pt>
                <c:pt idx="84136">
                  <c:v>107.97</c:v>
                </c:pt>
                <c:pt idx="84137">
                  <c:v>54.7</c:v>
                </c:pt>
                <c:pt idx="84138">
                  <c:v>99.98</c:v>
                </c:pt>
                <c:pt idx="84139">
                  <c:v>53.98</c:v>
                </c:pt>
                <c:pt idx="84140">
                  <c:v>51.48</c:v>
                </c:pt>
                <c:pt idx="84141">
                  <c:v>99.98</c:v>
                </c:pt>
                <c:pt idx="84142">
                  <c:v>183.17</c:v>
                </c:pt>
                <c:pt idx="84143">
                  <c:v>99.98</c:v>
                </c:pt>
                <c:pt idx="84144">
                  <c:v>217.73</c:v>
                </c:pt>
                <c:pt idx="84145">
                  <c:v>84.48</c:v>
                </c:pt>
                <c:pt idx="84146">
                  <c:v>212.37</c:v>
                </c:pt>
                <c:pt idx="84147">
                  <c:v>74.95</c:v>
                </c:pt>
                <c:pt idx="84148">
                  <c:v>131.91999999999999</c:v>
                </c:pt>
                <c:pt idx="84149">
                  <c:v>98.98</c:v>
                </c:pt>
                <c:pt idx="84150">
                  <c:v>131.97999999999999</c:v>
                </c:pt>
                <c:pt idx="84151">
                  <c:v>131.97999999999999</c:v>
                </c:pt>
                <c:pt idx="84152">
                  <c:v>65.989999999999995</c:v>
                </c:pt>
                <c:pt idx="84153">
                  <c:v>65.989999999999995</c:v>
                </c:pt>
                <c:pt idx="84154">
                  <c:v>65.989999999999995</c:v>
                </c:pt>
                <c:pt idx="84155">
                  <c:v>134.97999999999999</c:v>
                </c:pt>
                <c:pt idx="84156">
                  <c:v>84.99</c:v>
                </c:pt>
                <c:pt idx="84157">
                  <c:v>84.99</c:v>
                </c:pt>
                <c:pt idx="84158">
                  <c:v>99.98</c:v>
                </c:pt>
                <c:pt idx="84159">
                  <c:v>84.99</c:v>
                </c:pt>
                <c:pt idx="84160">
                  <c:v>126.97</c:v>
                </c:pt>
                <c:pt idx="84161">
                  <c:v>59.96</c:v>
                </c:pt>
                <c:pt idx="84162">
                  <c:v>56.81</c:v>
                </c:pt>
                <c:pt idx="84163">
                  <c:v>149.9</c:v>
                </c:pt>
                <c:pt idx="84164">
                  <c:v>88.44</c:v>
                </c:pt>
                <c:pt idx="84165">
                  <c:v>104.93</c:v>
                </c:pt>
                <c:pt idx="84166">
                  <c:v>89.94</c:v>
                </c:pt>
                <c:pt idx="84167">
                  <c:v>32.229999999999997</c:v>
                </c:pt>
                <c:pt idx="84168">
                  <c:v>159.38</c:v>
                </c:pt>
                <c:pt idx="84169">
                  <c:v>125.97</c:v>
                </c:pt>
                <c:pt idx="84170">
                  <c:v>69.290000000000006</c:v>
                </c:pt>
                <c:pt idx="84171">
                  <c:v>105.98</c:v>
                </c:pt>
                <c:pt idx="84172">
                  <c:v>112.56</c:v>
                </c:pt>
                <c:pt idx="84173">
                  <c:v>51.96</c:v>
                </c:pt>
                <c:pt idx="84174">
                  <c:v>51.96</c:v>
                </c:pt>
                <c:pt idx="84175">
                  <c:v>112.56</c:v>
                </c:pt>
                <c:pt idx="84176">
                  <c:v>53.97</c:v>
                </c:pt>
                <c:pt idx="84177">
                  <c:v>53.97</c:v>
                </c:pt>
                <c:pt idx="84178">
                  <c:v>53.97</c:v>
                </c:pt>
                <c:pt idx="84179">
                  <c:v>53.97</c:v>
                </c:pt>
                <c:pt idx="84180">
                  <c:v>54.98</c:v>
                </c:pt>
                <c:pt idx="84181">
                  <c:v>53.97</c:v>
                </c:pt>
                <c:pt idx="84182">
                  <c:v>93.96</c:v>
                </c:pt>
                <c:pt idx="84183">
                  <c:v>51.98</c:v>
                </c:pt>
                <c:pt idx="84184">
                  <c:v>51.98</c:v>
                </c:pt>
                <c:pt idx="84185">
                  <c:v>20.49</c:v>
                </c:pt>
                <c:pt idx="84186">
                  <c:v>20.49</c:v>
                </c:pt>
                <c:pt idx="84187">
                  <c:v>54.98</c:v>
                </c:pt>
                <c:pt idx="84188">
                  <c:v>99.98</c:v>
                </c:pt>
                <c:pt idx="84189">
                  <c:v>93.96</c:v>
                </c:pt>
                <c:pt idx="84190">
                  <c:v>53.97</c:v>
                </c:pt>
                <c:pt idx="84191">
                  <c:v>99.98</c:v>
                </c:pt>
                <c:pt idx="84192">
                  <c:v>191.83</c:v>
                </c:pt>
                <c:pt idx="84193">
                  <c:v>81.5</c:v>
                </c:pt>
                <c:pt idx="84194">
                  <c:v>159.97999999999999</c:v>
                </c:pt>
                <c:pt idx="84195">
                  <c:v>39.979999999999997</c:v>
                </c:pt>
                <c:pt idx="84196">
                  <c:v>96.78</c:v>
                </c:pt>
                <c:pt idx="84197">
                  <c:v>79.849999999999994</c:v>
                </c:pt>
                <c:pt idx="84198">
                  <c:v>96.78</c:v>
                </c:pt>
                <c:pt idx="84199">
                  <c:v>128.24</c:v>
                </c:pt>
                <c:pt idx="84200">
                  <c:v>67.87</c:v>
                </c:pt>
                <c:pt idx="84201">
                  <c:v>159.69999999999999</c:v>
                </c:pt>
                <c:pt idx="84202">
                  <c:v>108.86</c:v>
                </c:pt>
                <c:pt idx="84203">
                  <c:v>128.24</c:v>
                </c:pt>
                <c:pt idx="84204">
                  <c:v>127</c:v>
                </c:pt>
                <c:pt idx="84205">
                  <c:v>67.87</c:v>
                </c:pt>
                <c:pt idx="84206">
                  <c:v>79.849999999999994</c:v>
                </c:pt>
                <c:pt idx="84207">
                  <c:v>127</c:v>
                </c:pt>
                <c:pt idx="84208">
                  <c:v>159.69999999999999</c:v>
                </c:pt>
                <c:pt idx="84209">
                  <c:v>108.86</c:v>
                </c:pt>
                <c:pt idx="84210">
                  <c:v>119.96</c:v>
                </c:pt>
                <c:pt idx="84211">
                  <c:v>119.96</c:v>
                </c:pt>
                <c:pt idx="84212">
                  <c:v>119.96</c:v>
                </c:pt>
                <c:pt idx="84213">
                  <c:v>79.97</c:v>
                </c:pt>
                <c:pt idx="84214">
                  <c:v>59.98</c:v>
                </c:pt>
                <c:pt idx="84215">
                  <c:v>169.98</c:v>
                </c:pt>
                <c:pt idx="84216">
                  <c:v>63.97</c:v>
                </c:pt>
                <c:pt idx="84217">
                  <c:v>79.97</c:v>
                </c:pt>
                <c:pt idx="84218">
                  <c:v>94.96</c:v>
                </c:pt>
                <c:pt idx="84219">
                  <c:v>62.98</c:v>
                </c:pt>
                <c:pt idx="84220">
                  <c:v>134.97999999999999</c:v>
                </c:pt>
                <c:pt idx="84221">
                  <c:v>99.98</c:v>
                </c:pt>
                <c:pt idx="84222">
                  <c:v>37.47</c:v>
                </c:pt>
                <c:pt idx="84223">
                  <c:v>99.98</c:v>
                </c:pt>
                <c:pt idx="84224">
                  <c:v>123.96</c:v>
                </c:pt>
                <c:pt idx="84225">
                  <c:v>99.98</c:v>
                </c:pt>
                <c:pt idx="84226">
                  <c:v>29.28</c:v>
                </c:pt>
                <c:pt idx="84227">
                  <c:v>112.3</c:v>
                </c:pt>
                <c:pt idx="84228">
                  <c:v>93.28</c:v>
                </c:pt>
                <c:pt idx="84229">
                  <c:v>71.98</c:v>
                </c:pt>
                <c:pt idx="84230">
                  <c:v>57.96</c:v>
                </c:pt>
                <c:pt idx="84231">
                  <c:v>74.78</c:v>
                </c:pt>
                <c:pt idx="84232">
                  <c:v>75.14</c:v>
                </c:pt>
                <c:pt idx="84233">
                  <c:v>69.45</c:v>
                </c:pt>
                <c:pt idx="84234">
                  <c:v>94.98</c:v>
                </c:pt>
                <c:pt idx="84235">
                  <c:v>91.97</c:v>
                </c:pt>
                <c:pt idx="84236">
                  <c:v>131.97</c:v>
                </c:pt>
                <c:pt idx="84237">
                  <c:v>99.97</c:v>
                </c:pt>
                <c:pt idx="84238">
                  <c:v>60.96</c:v>
                </c:pt>
                <c:pt idx="84239">
                  <c:v>88.29</c:v>
                </c:pt>
                <c:pt idx="84240">
                  <c:v>14.4</c:v>
                </c:pt>
                <c:pt idx="84241">
                  <c:v>52.98</c:v>
                </c:pt>
                <c:pt idx="84242">
                  <c:v>79.989999999999995</c:v>
                </c:pt>
                <c:pt idx="84243">
                  <c:v>57.97</c:v>
                </c:pt>
                <c:pt idx="84244">
                  <c:v>52.98</c:v>
                </c:pt>
                <c:pt idx="84245">
                  <c:v>64.97</c:v>
                </c:pt>
                <c:pt idx="84246">
                  <c:v>106.96</c:v>
                </c:pt>
                <c:pt idx="84247">
                  <c:v>73.97</c:v>
                </c:pt>
                <c:pt idx="84248">
                  <c:v>83.95</c:v>
                </c:pt>
                <c:pt idx="84249">
                  <c:v>69.97</c:v>
                </c:pt>
                <c:pt idx="84250">
                  <c:v>83.97</c:v>
                </c:pt>
                <c:pt idx="84251">
                  <c:v>59.99</c:v>
                </c:pt>
                <c:pt idx="84252">
                  <c:v>42.27</c:v>
                </c:pt>
                <c:pt idx="84253">
                  <c:v>119.98</c:v>
                </c:pt>
                <c:pt idx="84254">
                  <c:v>105.95</c:v>
                </c:pt>
                <c:pt idx="84255">
                  <c:v>84.99</c:v>
                </c:pt>
                <c:pt idx="84256">
                  <c:v>84.99</c:v>
                </c:pt>
                <c:pt idx="84257">
                  <c:v>71.790000000000006</c:v>
                </c:pt>
                <c:pt idx="84258">
                  <c:v>84.99</c:v>
                </c:pt>
                <c:pt idx="84259">
                  <c:v>84.99</c:v>
                </c:pt>
                <c:pt idx="84260">
                  <c:v>84.99</c:v>
                </c:pt>
                <c:pt idx="84261">
                  <c:v>84.99</c:v>
                </c:pt>
                <c:pt idx="84262">
                  <c:v>79.98</c:v>
                </c:pt>
                <c:pt idx="84263">
                  <c:v>149.97</c:v>
                </c:pt>
                <c:pt idx="84264">
                  <c:v>113.37</c:v>
                </c:pt>
                <c:pt idx="84265">
                  <c:v>-1.95</c:v>
                </c:pt>
                <c:pt idx="84266">
                  <c:v>99.98</c:v>
                </c:pt>
                <c:pt idx="84267">
                  <c:v>118.77</c:v>
                </c:pt>
                <c:pt idx="84268">
                  <c:v>99.98</c:v>
                </c:pt>
                <c:pt idx="84269">
                  <c:v>17.940000000000001</c:v>
                </c:pt>
                <c:pt idx="84270">
                  <c:v>51.47</c:v>
                </c:pt>
                <c:pt idx="84271">
                  <c:v>58.28</c:v>
                </c:pt>
                <c:pt idx="84272">
                  <c:v>69.459999999999994</c:v>
                </c:pt>
                <c:pt idx="84273">
                  <c:v>221.94</c:v>
                </c:pt>
                <c:pt idx="84274">
                  <c:v>221.94</c:v>
                </c:pt>
                <c:pt idx="84275">
                  <c:v>221.94</c:v>
                </c:pt>
                <c:pt idx="84276">
                  <c:v>60.99</c:v>
                </c:pt>
                <c:pt idx="84277">
                  <c:v>60.99</c:v>
                </c:pt>
                <c:pt idx="84278">
                  <c:v>60.99</c:v>
                </c:pt>
                <c:pt idx="84279">
                  <c:v>159.69999999999999</c:v>
                </c:pt>
                <c:pt idx="84280">
                  <c:v>67.709999999999994</c:v>
                </c:pt>
                <c:pt idx="84281">
                  <c:v>56.24</c:v>
                </c:pt>
                <c:pt idx="84282">
                  <c:v>78.63</c:v>
                </c:pt>
                <c:pt idx="84283">
                  <c:v>96.78</c:v>
                </c:pt>
                <c:pt idx="84284">
                  <c:v>155.96</c:v>
                </c:pt>
                <c:pt idx="84285">
                  <c:v>89.98</c:v>
                </c:pt>
                <c:pt idx="84286">
                  <c:v>116.97</c:v>
                </c:pt>
                <c:pt idx="84287">
                  <c:v>127.96</c:v>
                </c:pt>
                <c:pt idx="84288">
                  <c:v>89.98</c:v>
                </c:pt>
                <c:pt idx="84289">
                  <c:v>95.97</c:v>
                </c:pt>
                <c:pt idx="84290">
                  <c:v>99.98</c:v>
                </c:pt>
                <c:pt idx="84291">
                  <c:v>99.98</c:v>
                </c:pt>
                <c:pt idx="84292">
                  <c:v>169.38</c:v>
                </c:pt>
                <c:pt idx="84293">
                  <c:v>290.33999999999997</c:v>
                </c:pt>
                <c:pt idx="84294">
                  <c:v>290.33999999999997</c:v>
                </c:pt>
                <c:pt idx="84295">
                  <c:v>169.38</c:v>
                </c:pt>
                <c:pt idx="84296">
                  <c:v>51.46</c:v>
                </c:pt>
                <c:pt idx="84297">
                  <c:v>9.86</c:v>
                </c:pt>
                <c:pt idx="84298">
                  <c:v>51.46</c:v>
                </c:pt>
                <c:pt idx="84299">
                  <c:v>9.86</c:v>
                </c:pt>
                <c:pt idx="84300">
                  <c:v>162.93</c:v>
                </c:pt>
                <c:pt idx="84301">
                  <c:v>105.37</c:v>
                </c:pt>
                <c:pt idx="84302">
                  <c:v>69.98</c:v>
                </c:pt>
                <c:pt idx="84303">
                  <c:v>121.41</c:v>
                </c:pt>
                <c:pt idx="84304">
                  <c:v>121.41</c:v>
                </c:pt>
                <c:pt idx="84305">
                  <c:v>143.94</c:v>
                </c:pt>
                <c:pt idx="84306">
                  <c:v>143.94</c:v>
                </c:pt>
                <c:pt idx="84307">
                  <c:v>250.66</c:v>
                </c:pt>
                <c:pt idx="84308">
                  <c:v>69.98</c:v>
                </c:pt>
                <c:pt idx="84309">
                  <c:v>105.37</c:v>
                </c:pt>
                <c:pt idx="84310">
                  <c:v>68.760000000000005</c:v>
                </c:pt>
                <c:pt idx="84311">
                  <c:v>68.760000000000005</c:v>
                </c:pt>
                <c:pt idx="84312">
                  <c:v>250.66</c:v>
                </c:pt>
                <c:pt idx="84313">
                  <c:v>162.93</c:v>
                </c:pt>
                <c:pt idx="84314">
                  <c:v>61.16</c:v>
                </c:pt>
                <c:pt idx="84315">
                  <c:v>99.98</c:v>
                </c:pt>
                <c:pt idx="84316">
                  <c:v>84.98</c:v>
                </c:pt>
                <c:pt idx="84317">
                  <c:v>119.97</c:v>
                </c:pt>
                <c:pt idx="84318">
                  <c:v>119.96</c:v>
                </c:pt>
                <c:pt idx="84319">
                  <c:v>79.98</c:v>
                </c:pt>
                <c:pt idx="84320">
                  <c:v>99.98</c:v>
                </c:pt>
                <c:pt idx="84321">
                  <c:v>68.98</c:v>
                </c:pt>
                <c:pt idx="84322">
                  <c:v>109.98</c:v>
                </c:pt>
                <c:pt idx="84323">
                  <c:v>137.96</c:v>
                </c:pt>
                <c:pt idx="84324">
                  <c:v>99.98</c:v>
                </c:pt>
                <c:pt idx="84325">
                  <c:v>84.99</c:v>
                </c:pt>
                <c:pt idx="84326">
                  <c:v>96.98</c:v>
                </c:pt>
                <c:pt idx="84327">
                  <c:v>84.99</c:v>
                </c:pt>
                <c:pt idx="84328">
                  <c:v>72.97</c:v>
                </c:pt>
                <c:pt idx="84329">
                  <c:v>59.95</c:v>
                </c:pt>
                <c:pt idx="84330">
                  <c:v>59.95</c:v>
                </c:pt>
                <c:pt idx="84331">
                  <c:v>59.95</c:v>
                </c:pt>
                <c:pt idx="84332">
                  <c:v>59.95</c:v>
                </c:pt>
                <c:pt idx="84333">
                  <c:v>25.48</c:v>
                </c:pt>
                <c:pt idx="84334">
                  <c:v>26.94</c:v>
                </c:pt>
                <c:pt idx="84335">
                  <c:v>113.96</c:v>
                </c:pt>
                <c:pt idx="84336">
                  <c:v>25.48</c:v>
                </c:pt>
                <c:pt idx="84337">
                  <c:v>84.98</c:v>
                </c:pt>
                <c:pt idx="84338">
                  <c:v>86.96</c:v>
                </c:pt>
                <c:pt idx="84339">
                  <c:v>101.97</c:v>
                </c:pt>
                <c:pt idx="84340">
                  <c:v>89.98</c:v>
                </c:pt>
                <c:pt idx="84341">
                  <c:v>143.97</c:v>
                </c:pt>
                <c:pt idx="84342">
                  <c:v>124.06</c:v>
                </c:pt>
                <c:pt idx="84343">
                  <c:v>169.98</c:v>
                </c:pt>
                <c:pt idx="84344">
                  <c:v>54.98</c:v>
                </c:pt>
                <c:pt idx="84345">
                  <c:v>69.98</c:v>
                </c:pt>
                <c:pt idx="84346">
                  <c:v>73.98</c:v>
                </c:pt>
                <c:pt idx="84347">
                  <c:v>76.98</c:v>
                </c:pt>
                <c:pt idx="84348">
                  <c:v>61.48</c:v>
                </c:pt>
                <c:pt idx="84349">
                  <c:v>66.98</c:v>
                </c:pt>
                <c:pt idx="84350">
                  <c:v>69.98</c:v>
                </c:pt>
                <c:pt idx="84351">
                  <c:v>69.98</c:v>
                </c:pt>
                <c:pt idx="84352">
                  <c:v>62.57</c:v>
                </c:pt>
                <c:pt idx="84353">
                  <c:v>59.96</c:v>
                </c:pt>
                <c:pt idx="84354">
                  <c:v>159.97999999999999</c:v>
                </c:pt>
                <c:pt idx="84355">
                  <c:v>49.83</c:v>
                </c:pt>
                <c:pt idx="84356">
                  <c:v>178.94</c:v>
                </c:pt>
                <c:pt idx="84357">
                  <c:v>90.78</c:v>
                </c:pt>
                <c:pt idx="84358">
                  <c:v>59.99</c:v>
                </c:pt>
                <c:pt idx="84359">
                  <c:v>254.97</c:v>
                </c:pt>
                <c:pt idx="84360">
                  <c:v>144.94</c:v>
                </c:pt>
                <c:pt idx="84361">
                  <c:v>192.34</c:v>
                </c:pt>
                <c:pt idx="84362">
                  <c:v>164.5</c:v>
                </c:pt>
                <c:pt idx="84363">
                  <c:v>102.83</c:v>
                </c:pt>
                <c:pt idx="84364">
                  <c:v>37.479999999999997</c:v>
                </c:pt>
                <c:pt idx="84365">
                  <c:v>74.98</c:v>
                </c:pt>
                <c:pt idx="84366">
                  <c:v>75.959999999999994</c:v>
                </c:pt>
                <c:pt idx="84367">
                  <c:v>109.45</c:v>
                </c:pt>
                <c:pt idx="84368">
                  <c:v>123.96</c:v>
                </c:pt>
                <c:pt idx="84369">
                  <c:v>174.2</c:v>
                </c:pt>
                <c:pt idx="84370">
                  <c:v>55.64</c:v>
                </c:pt>
                <c:pt idx="84371">
                  <c:v>68.72</c:v>
                </c:pt>
                <c:pt idx="84372">
                  <c:v>64.95</c:v>
                </c:pt>
                <c:pt idx="84373">
                  <c:v>95.94</c:v>
                </c:pt>
                <c:pt idx="84374">
                  <c:v>95.94</c:v>
                </c:pt>
                <c:pt idx="84375">
                  <c:v>55.98</c:v>
                </c:pt>
                <c:pt idx="84376">
                  <c:v>50.98</c:v>
                </c:pt>
                <c:pt idx="84377">
                  <c:v>55.98</c:v>
                </c:pt>
                <c:pt idx="84378">
                  <c:v>83.97</c:v>
                </c:pt>
                <c:pt idx="84379">
                  <c:v>55.98</c:v>
                </c:pt>
                <c:pt idx="84380">
                  <c:v>55.98</c:v>
                </c:pt>
                <c:pt idx="84381">
                  <c:v>83.97</c:v>
                </c:pt>
                <c:pt idx="84382">
                  <c:v>55.98</c:v>
                </c:pt>
                <c:pt idx="84383">
                  <c:v>57.98</c:v>
                </c:pt>
                <c:pt idx="84384">
                  <c:v>12.24</c:v>
                </c:pt>
                <c:pt idx="84385">
                  <c:v>78.959999999999994</c:v>
                </c:pt>
                <c:pt idx="84386">
                  <c:v>89.97</c:v>
                </c:pt>
                <c:pt idx="84387">
                  <c:v>107.97</c:v>
                </c:pt>
                <c:pt idx="84388">
                  <c:v>119.97</c:v>
                </c:pt>
                <c:pt idx="84389">
                  <c:v>149.97</c:v>
                </c:pt>
                <c:pt idx="84390">
                  <c:v>109.97</c:v>
                </c:pt>
                <c:pt idx="84391">
                  <c:v>314.70999999999998</c:v>
                </c:pt>
                <c:pt idx="84392">
                  <c:v>-39.6</c:v>
                </c:pt>
                <c:pt idx="84393">
                  <c:v>396.1</c:v>
                </c:pt>
                <c:pt idx="84394">
                  <c:v>156.18</c:v>
                </c:pt>
                <c:pt idx="84395">
                  <c:v>28.68</c:v>
                </c:pt>
                <c:pt idx="84396">
                  <c:v>26.5</c:v>
                </c:pt>
                <c:pt idx="84397">
                  <c:v>139.97999999999999</c:v>
                </c:pt>
                <c:pt idx="84398">
                  <c:v>64.989999999999995</c:v>
                </c:pt>
                <c:pt idx="84399">
                  <c:v>104.98</c:v>
                </c:pt>
                <c:pt idx="84400">
                  <c:v>50.65</c:v>
                </c:pt>
                <c:pt idx="84401">
                  <c:v>106.21</c:v>
                </c:pt>
                <c:pt idx="84402">
                  <c:v>177.43</c:v>
                </c:pt>
                <c:pt idx="84403">
                  <c:v>90.71</c:v>
                </c:pt>
                <c:pt idx="84404">
                  <c:v>100.41</c:v>
                </c:pt>
                <c:pt idx="84405">
                  <c:v>129.81</c:v>
                </c:pt>
                <c:pt idx="84406">
                  <c:v>96.78</c:v>
                </c:pt>
                <c:pt idx="84407">
                  <c:v>105.72</c:v>
                </c:pt>
                <c:pt idx="84408">
                  <c:v>124.59</c:v>
                </c:pt>
                <c:pt idx="84409">
                  <c:v>79.849999999999994</c:v>
                </c:pt>
                <c:pt idx="84410">
                  <c:v>54.98</c:v>
                </c:pt>
                <c:pt idx="84411">
                  <c:v>54.98</c:v>
                </c:pt>
                <c:pt idx="84412">
                  <c:v>59.98</c:v>
                </c:pt>
                <c:pt idx="84413">
                  <c:v>59.98</c:v>
                </c:pt>
                <c:pt idx="84414">
                  <c:v>54.98</c:v>
                </c:pt>
                <c:pt idx="84415">
                  <c:v>59.98</c:v>
                </c:pt>
                <c:pt idx="84416">
                  <c:v>59.98</c:v>
                </c:pt>
                <c:pt idx="84417">
                  <c:v>59.98</c:v>
                </c:pt>
                <c:pt idx="84418">
                  <c:v>299.31</c:v>
                </c:pt>
                <c:pt idx="84419">
                  <c:v>204.26</c:v>
                </c:pt>
                <c:pt idx="84420">
                  <c:v>189.94</c:v>
                </c:pt>
                <c:pt idx="84421">
                  <c:v>275.95999999999998</c:v>
                </c:pt>
                <c:pt idx="84422">
                  <c:v>59.98</c:v>
                </c:pt>
                <c:pt idx="84423">
                  <c:v>50.18</c:v>
                </c:pt>
                <c:pt idx="84424">
                  <c:v>63.46</c:v>
                </c:pt>
                <c:pt idx="84425">
                  <c:v>54.38</c:v>
                </c:pt>
                <c:pt idx="84426">
                  <c:v>53.48</c:v>
                </c:pt>
                <c:pt idx="84427">
                  <c:v>99.98</c:v>
                </c:pt>
                <c:pt idx="84428">
                  <c:v>65.989999999999995</c:v>
                </c:pt>
                <c:pt idx="84429">
                  <c:v>62.69</c:v>
                </c:pt>
                <c:pt idx="84430">
                  <c:v>199.93</c:v>
                </c:pt>
                <c:pt idx="84431">
                  <c:v>322.93</c:v>
                </c:pt>
                <c:pt idx="84432">
                  <c:v>47.96</c:v>
                </c:pt>
                <c:pt idx="84433">
                  <c:v>104.48</c:v>
                </c:pt>
                <c:pt idx="84434">
                  <c:v>135.13</c:v>
                </c:pt>
                <c:pt idx="84435">
                  <c:v>148.47999999999999</c:v>
                </c:pt>
                <c:pt idx="84436">
                  <c:v>97.73</c:v>
                </c:pt>
                <c:pt idx="84437">
                  <c:v>111.96</c:v>
                </c:pt>
                <c:pt idx="84438">
                  <c:v>32.24</c:v>
                </c:pt>
                <c:pt idx="84439">
                  <c:v>111.96</c:v>
                </c:pt>
                <c:pt idx="84440">
                  <c:v>111.96</c:v>
                </c:pt>
                <c:pt idx="84441">
                  <c:v>24.84</c:v>
                </c:pt>
                <c:pt idx="84442">
                  <c:v>55.98</c:v>
                </c:pt>
                <c:pt idx="84443">
                  <c:v>65.98</c:v>
                </c:pt>
                <c:pt idx="84444">
                  <c:v>65.67</c:v>
                </c:pt>
                <c:pt idx="84445">
                  <c:v>55.98</c:v>
                </c:pt>
                <c:pt idx="84446">
                  <c:v>83.94</c:v>
                </c:pt>
                <c:pt idx="84447">
                  <c:v>43.92</c:v>
                </c:pt>
                <c:pt idx="84448">
                  <c:v>83.94</c:v>
                </c:pt>
                <c:pt idx="84449">
                  <c:v>83.94</c:v>
                </c:pt>
                <c:pt idx="84450">
                  <c:v>71.959999999999994</c:v>
                </c:pt>
                <c:pt idx="84451">
                  <c:v>83.94</c:v>
                </c:pt>
                <c:pt idx="84452">
                  <c:v>87.96</c:v>
                </c:pt>
                <c:pt idx="84453">
                  <c:v>196.88</c:v>
                </c:pt>
                <c:pt idx="84454">
                  <c:v>-20.99</c:v>
                </c:pt>
                <c:pt idx="84455">
                  <c:v>188.91</c:v>
                </c:pt>
                <c:pt idx="84456">
                  <c:v>304.36</c:v>
                </c:pt>
                <c:pt idx="84457">
                  <c:v>201.96</c:v>
                </c:pt>
                <c:pt idx="84458">
                  <c:v>107.95</c:v>
                </c:pt>
                <c:pt idx="84459">
                  <c:v>109.97</c:v>
                </c:pt>
                <c:pt idx="84460">
                  <c:v>164.98</c:v>
                </c:pt>
                <c:pt idx="84461">
                  <c:v>215.7</c:v>
                </c:pt>
                <c:pt idx="84462">
                  <c:v>99.98</c:v>
                </c:pt>
                <c:pt idx="84463">
                  <c:v>123.69</c:v>
                </c:pt>
                <c:pt idx="84464">
                  <c:v>204.96</c:v>
                </c:pt>
                <c:pt idx="84465">
                  <c:v>104.97</c:v>
                </c:pt>
                <c:pt idx="84466">
                  <c:v>68.98</c:v>
                </c:pt>
                <c:pt idx="84467">
                  <c:v>101.97</c:v>
                </c:pt>
                <c:pt idx="84468">
                  <c:v>131.80000000000001</c:v>
                </c:pt>
                <c:pt idx="84469">
                  <c:v>137.97</c:v>
                </c:pt>
                <c:pt idx="84470">
                  <c:v>59.99</c:v>
                </c:pt>
                <c:pt idx="84471">
                  <c:v>79.989999999999995</c:v>
                </c:pt>
                <c:pt idx="84472">
                  <c:v>76.98</c:v>
                </c:pt>
                <c:pt idx="84473">
                  <c:v>91.98</c:v>
                </c:pt>
                <c:pt idx="84474">
                  <c:v>125.97</c:v>
                </c:pt>
                <c:pt idx="84475">
                  <c:v>84.99</c:v>
                </c:pt>
                <c:pt idx="84476">
                  <c:v>127.98</c:v>
                </c:pt>
                <c:pt idx="84477">
                  <c:v>99.98</c:v>
                </c:pt>
                <c:pt idx="84478">
                  <c:v>84.99</c:v>
                </c:pt>
                <c:pt idx="84479">
                  <c:v>99.98</c:v>
                </c:pt>
                <c:pt idx="84480">
                  <c:v>84.99</c:v>
                </c:pt>
                <c:pt idx="84481">
                  <c:v>84.99</c:v>
                </c:pt>
                <c:pt idx="84482">
                  <c:v>78.489999999999995</c:v>
                </c:pt>
                <c:pt idx="84483">
                  <c:v>84.99</c:v>
                </c:pt>
                <c:pt idx="84484">
                  <c:v>84.99</c:v>
                </c:pt>
                <c:pt idx="84485">
                  <c:v>84.99</c:v>
                </c:pt>
                <c:pt idx="84486">
                  <c:v>86.49</c:v>
                </c:pt>
                <c:pt idx="84487">
                  <c:v>63.96</c:v>
                </c:pt>
                <c:pt idx="84488">
                  <c:v>87.94</c:v>
                </c:pt>
                <c:pt idx="84489">
                  <c:v>135.91999999999999</c:v>
                </c:pt>
                <c:pt idx="84490">
                  <c:v>135.91999999999999</c:v>
                </c:pt>
                <c:pt idx="84491">
                  <c:v>123.93</c:v>
                </c:pt>
                <c:pt idx="84492">
                  <c:v>55.96</c:v>
                </c:pt>
                <c:pt idx="84493">
                  <c:v>101.96</c:v>
                </c:pt>
                <c:pt idx="84494">
                  <c:v>59.99</c:v>
                </c:pt>
                <c:pt idx="84495">
                  <c:v>132.47999999999999</c:v>
                </c:pt>
                <c:pt idx="84496">
                  <c:v>131.97999999999999</c:v>
                </c:pt>
                <c:pt idx="84497">
                  <c:v>121.98</c:v>
                </c:pt>
                <c:pt idx="84498">
                  <c:v>133.47999999999999</c:v>
                </c:pt>
                <c:pt idx="84499">
                  <c:v>118.78</c:v>
                </c:pt>
                <c:pt idx="84500">
                  <c:v>59.96</c:v>
                </c:pt>
                <c:pt idx="84501">
                  <c:v>79.98</c:v>
                </c:pt>
                <c:pt idx="84502">
                  <c:v>59.96</c:v>
                </c:pt>
                <c:pt idx="84503">
                  <c:v>119.97</c:v>
                </c:pt>
                <c:pt idx="84504">
                  <c:v>59.96</c:v>
                </c:pt>
                <c:pt idx="84505">
                  <c:v>30.48</c:v>
                </c:pt>
                <c:pt idx="84506">
                  <c:v>16.399999999999999</c:v>
                </c:pt>
                <c:pt idx="84507">
                  <c:v>214.53</c:v>
                </c:pt>
                <c:pt idx="84508">
                  <c:v>59.96</c:v>
                </c:pt>
                <c:pt idx="84509">
                  <c:v>74.95</c:v>
                </c:pt>
                <c:pt idx="84510">
                  <c:v>31.49</c:v>
                </c:pt>
                <c:pt idx="84511">
                  <c:v>59.98</c:v>
                </c:pt>
                <c:pt idx="84512">
                  <c:v>31.49</c:v>
                </c:pt>
                <c:pt idx="84513">
                  <c:v>51.48</c:v>
                </c:pt>
                <c:pt idx="84514">
                  <c:v>59.98</c:v>
                </c:pt>
                <c:pt idx="84515">
                  <c:v>54.88</c:v>
                </c:pt>
                <c:pt idx="84516">
                  <c:v>59.98</c:v>
                </c:pt>
                <c:pt idx="84517">
                  <c:v>59.98</c:v>
                </c:pt>
                <c:pt idx="84518">
                  <c:v>31.49</c:v>
                </c:pt>
                <c:pt idx="84519">
                  <c:v>59.98</c:v>
                </c:pt>
                <c:pt idx="84520">
                  <c:v>59.98</c:v>
                </c:pt>
                <c:pt idx="84521">
                  <c:v>59.98</c:v>
                </c:pt>
                <c:pt idx="84522">
                  <c:v>134.94</c:v>
                </c:pt>
                <c:pt idx="84523">
                  <c:v>79.989999999999995</c:v>
                </c:pt>
                <c:pt idx="84524">
                  <c:v>39.479999999999997</c:v>
                </c:pt>
                <c:pt idx="84525">
                  <c:v>127.96</c:v>
                </c:pt>
                <c:pt idx="84526">
                  <c:v>89.98</c:v>
                </c:pt>
                <c:pt idx="84527">
                  <c:v>69.98</c:v>
                </c:pt>
                <c:pt idx="84528">
                  <c:v>84.99</c:v>
                </c:pt>
                <c:pt idx="84529">
                  <c:v>134.97999999999999</c:v>
                </c:pt>
                <c:pt idx="84530">
                  <c:v>186.96</c:v>
                </c:pt>
                <c:pt idx="84531">
                  <c:v>71.989999999999995</c:v>
                </c:pt>
                <c:pt idx="84532">
                  <c:v>84.99</c:v>
                </c:pt>
                <c:pt idx="84533">
                  <c:v>76.489999999999995</c:v>
                </c:pt>
                <c:pt idx="84534">
                  <c:v>84.99</c:v>
                </c:pt>
                <c:pt idx="84535">
                  <c:v>84.99</c:v>
                </c:pt>
                <c:pt idx="84536">
                  <c:v>59.98</c:v>
                </c:pt>
                <c:pt idx="84537">
                  <c:v>59.97</c:v>
                </c:pt>
                <c:pt idx="84538">
                  <c:v>53.96</c:v>
                </c:pt>
                <c:pt idx="84539">
                  <c:v>56.95</c:v>
                </c:pt>
                <c:pt idx="84540">
                  <c:v>53.97</c:v>
                </c:pt>
                <c:pt idx="84541">
                  <c:v>59.97</c:v>
                </c:pt>
                <c:pt idx="84542">
                  <c:v>59.6</c:v>
                </c:pt>
                <c:pt idx="84543">
                  <c:v>59.95</c:v>
                </c:pt>
                <c:pt idx="84544">
                  <c:v>62.98</c:v>
                </c:pt>
                <c:pt idx="84545">
                  <c:v>43.27</c:v>
                </c:pt>
                <c:pt idx="84546">
                  <c:v>72.58</c:v>
                </c:pt>
                <c:pt idx="84547">
                  <c:v>73.48</c:v>
                </c:pt>
                <c:pt idx="84548">
                  <c:v>55.96</c:v>
                </c:pt>
                <c:pt idx="84549">
                  <c:v>76.489999999999995</c:v>
                </c:pt>
                <c:pt idx="84550">
                  <c:v>167.97</c:v>
                </c:pt>
                <c:pt idx="84551">
                  <c:v>89.98</c:v>
                </c:pt>
                <c:pt idx="84552">
                  <c:v>72.239999999999995</c:v>
                </c:pt>
                <c:pt idx="84553">
                  <c:v>-22.6</c:v>
                </c:pt>
                <c:pt idx="84554">
                  <c:v>84.98</c:v>
                </c:pt>
                <c:pt idx="84555">
                  <c:v>83.28</c:v>
                </c:pt>
                <c:pt idx="84556">
                  <c:v>54.99</c:v>
                </c:pt>
                <c:pt idx="84557">
                  <c:v>53.47</c:v>
                </c:pt>
                <c:pt idx="84558">
                  <c:v>73.97</c:v>
                </c:pt>
                <c:pt idx="84559">
                  <c:v>171.97</c:v>
                </c:pt>
                <c:pt idx="84560">
                  <c:v>148.46</c:v>
                </c:pt>
                <c:pt idx="84561">
                  <c:v>83.98</c:v>
                </c:pt>
                <c:pt idx="84562">
                  <c:v>119.96</c:v>
                </c:pt>
                <c:pt idx="84563">
                  <c:v>89.97</c:v>
                </c:pt>
                <c:pt idx="84564">
                  <c:v>113.95</c:v>
                </c:pt>
                <c:pt idx="84565">
                  <c:v>119.96</c:v>
                </c:pt>
                <c:pt idx="84566">
                  <c:v>83.94</c:v>
                </c:pt>
                <c:pt idx="84567">
                  <c:v>123.94</c:v>
                </c:pt>
                <c:pt idx="84568">
                  <c:v>79.95</c:v>
                </c:pt>
                <c:pt idx="84569">
                  <c:v>152.9</c:v>
                </c:pt>
                <c:pt idx="84570">
                  <c:v>92.98</c:v>
                </c:pt>
                <c:pt idx="84571">
                  <c:v>81.98</c:v>
                </c:pt>
                <c:pt idx="84572">
                  <c:v>79.33</c:v>
                </c:pt>
                <c:pt idx="84573">
                  <c:v>19.989999999999998</c:v>
                </c:pt>
                <c:pt idx="84574">
                  <c:v>65.989999999999995</c:v>
                </c:pt>
                <c:pt idx="84575">
                  <c:v>65.989999999999995</c:v>
                </c:pt>
                <c:pt idx="84576">
                  <c:v>81.98</c:v>
                </c:pt>
                <c:pt idx="84577">
                  <c:v>75.98</c:v>
                </c:pt>
                <c:pt idx="84578">
                  <c:v>59.98</c:v>
                </c:pt>
                <c:pt idx="84579">
                  <c:v>59.98</c:v>
                </c:pt>
                <c:pt idx="84580">
                  <c:v>86.17</c:v>
                </c:pt>
                <c:pt idx="84581">
                  <c:v>59.98</c:v>
                </c:pt>
                <c:pt idx="84582">
                  <c:v>59.98</c:v>
                </c:pt>
                <c:pt idx="84583">
                  <c:v>59.98</c:v>
                </c:pt>
                <c:pt idx="84584">
                  <c:v>59.98</c:v>
                </c:pt>
                <c:pt idx="84585">
                  <c:v>59.98</c:v>
                </c:pt>
                <c:pt idx="84586">
                  <c:v>59.98</c:v>
                </c:pt>
                <c:pt idx="84587">
                  <c:v>59.98</c:v>
                </c:pt>
                <c:pt idx="84588">
                  <c:v>65.989999999999995</c:v>
                </c:pt>
                <c:pt idx="84589">
                  <c:v>84.99</c:v>
                </c:pt>
                <c:pt idx="84590">
                  <c:v>62.69</c:v>
                </c:pt>
                <c:pt idx="84591">
                  <c:v>59.39</c:v>
                </c:pt>
                <c:pt idx="84592">
                  <c:v>159.69999999999999</c:v>
                </c:pt>
                <c:pt idx="84593">
                  <c:v>159.69999999999999</c:v>
                </c:pt>
                <c:pt idx="84594">
                  <c:v>70.16</c:v>
                </c:pt>
                <c:pt idx="84595">
                  <c:v>70.16</c:v>
                </c:pt>
                <c:pt idx="84596">
                  <c:v>79.849999999999994</c:v>
                </c:pt>
                <c:pt idx="84597">
                  <c:v>159.69999999999999</c:v>
                </c:pt>
                <c:pt idx="84598">
                  <c:v>79.849999999999994</c:v>
                </c:pt>
                <c:pt idx="84599">
                  <c:v>63.14</c:v>
                </c:pt>
                <c:pt idx="84600">
                  <c:v>159.69999999999999</c:v>
                </c:pt>
                <c:pt idx="84601">
                  <c:v>63.14</c:v>
                </c:pt>
                <c:pt idx="84602">
                  <c:v>159.69999999999999</c:v>
                </c:pt>
                <c:pt idx="84603">
                  <c:v>159.69999999999999</c:v>
                </c:pt>
                <c:pt idx="84604">
                  <c:v>139.97999999999999</c:v>
                </c:pt>
                <c:pt idx="84605">
                  <c:v>166.96</c:v>
                </c:pt>
                <c:pt idx="84606">
                  <c:v>138.13999999999999</c:v>
                </c:pt>
                <c:pt idx="84607">
                  <c:v>161.94999999999999</c:v>
                </c:pt>
                <c:pt idx="84608">
                  <c:v>84.99</c:v>
                </c:pt>
                <c:pt idx="84609">
                  <c:v>139.97999999999999</c:v>
                </c:pt>
                <c:pt idx="84610">
                  <c:v>149.97</c:v>
                </c:pt>
                <c:pt idx="84611">
                  <c:v>65.19</c:v>
                </c:pt>
                <c:pt idx="84612">
                  <c:v>86.49</c:v>
                </c:pt>
                <c:pt idx="84613">
                  <c:v>86.49</c:v>
                </c:pt>
                <c:pt idx="84614">
                  <c:v>86.49</c:v>
                </c:pt>
                <c:pt idx="84615">
                  <c:v>51.49</c:v>
                </c:pt>
                <c:pt idx="84616">
                  <c:v>51.49</c:v>
                </c:pt>
                <c:pt idx="84617">
                  <c:v>84.99</c:v>
                </c:pt>
                <c:pt idx="84618">
                  <c:v>4.99</c:v>
                </c:pt>
                <c:pt idx="84619">
                  <c:v>68.989999999999995</c:v>
                </c:pt>
                <c:pt idx="84620">
                  <c:v>119.98</c:v>
                </c:pt>
                <c:pt idx="84621">
                  <c:v>84.99</c:v>
                </c:pt>
                <c:pt idx="84622">
                  <c:v>65.98</c:v>
                </c:pt>
                <c:pt idx="84623">
                  <c:v>54.98</c:v>
                </c:pt>
                <c:pt idx="84624">
                  <c:v>89.97</c:v>
                </c:pt>
                <c:pt idx="84625">
                  <c:v>59.98</c:v>
                </c:pt>
                <c:pt idx="84626">
                  <c:v>59.98</c:v>
                </c:pt>
                <c:pt idx="84627">
                  <c:v>99.96</c:v>
                </c:pt>
                <c:pt idx="84628">
                  <c:v>79.62</c:v>
                </c:pt>
                <c:pt idx="84629">
                  <c:v>59.98</c:v>
                </c:pt>
                <c:pt idx="84630">
                  <c:v>59.98</c:v>
                </c:pt>
                <c:pt idx="84631">
                  <c:v>22.29</c:v>
                </c:pt>
                <c:pt idx="84632">
                  <c:v>110.87</c:v>
                </c:pt>
                <c:pt idx="84633">
                  <c:v>63.88</c:v>
                </c:pt>
                <c:pt idx="84634">
                  <c:v>22.29</c:v>
                </c:pt>
                <c:pt idx="84635">
                  <c:v>105.98</c:v>
                </c:pt>
                <c:pt idx="84636">
                  <c:v>105.98</c:v>
                </c:pt>
                <c:pt idx="84637">
                  <c:v>105.98</c:v>
                </c:pt>
                <c:pt idx="84638">
                  <c:v>55.98</c:v>
                </c:pt>
                <c:pt idx="84639">
                  <c:v>51.98</c:v>
                </c:pt>
                <c:pt idx="84640">
                  <c:v>53.98</c:v>
                </c:pt>
                <c:pt idx="84641">
                  <c:v>63.98</c:v>
                </c:pt>
                <c:pt idx="84642">
                  <c:v>63.98</c:v>
                </c:pt>
                <c:pt idx="84643">
                  <c:v>60.98</c:v>
                </c:pt>
                <c:pt idx="84644">
                  <c:v>60.98</c:v>
                </c:pt>
                <c:pt idx="84645">
                  <c:v>59.41</c:v>
                </c:pt>
                <c:pt idx="84646">
                  <c:v>53.98</c:v>
                </c:pt>
                <c:pt idx="84647">
                  <c:v>55.98</c:v>
                </c:pt>
                <c:pt idx="84648">
                  <c:v>59.41</c:v>
                </c:pt>
                <c:pt idx="84649">
                  <c:v>51.98</c:v>
                </c:pt>
                <c:pt idx="84650">
                  <c:v>63.98</c:v>
                </c:pt>
                <c:pt idx="84651">
                  <c:v>100.98</c:v>
                </c:pt>
                <c:pt idx="84652">
                  <c:v>11.29</c:v>
                </c:pt>
                <c:pt idx="84653">
                  <c:v>100.98</c:v>
                </c:pt>
                <c:pt idx="84654">
                  <c:v>55.98</c:v>
                </c:pt>
                <c:pt idx="84655">
                  <c:v>53.98</c:v>
                </c:pt>
                <c:pt idx="84656">
                  <c:v>53.98</c:v>
                </c:pt>
                <c:pt idx="84657">
                  <c:v>62.98</c:v>
                </c:pt>
                <c:pt idx="84658">
                  <c:v>62.98</c:v>
                </c:pt>
                <c:pt idx="84659">
                  <c:v>55.98</c:v>
                </c:pt>
                <c:pt idx="84660">
                  <c:v>11.29</c:v>
                </c:pt>
                <c:pt idx="84661">
                  <c:v>63.98</c:v>
                </c:pt>
                <c:pt idx="84662">
                  <c:v>57.32</c:v>
                </c:pt>
                <c:pt idx="84663">
                  <c:v>57.32</c:v>
                </c:pt>
                <c:pt idx="84664">
                  <c:v>62.97</c:v>
                </c:pt>
                <c:pt idx="84665">
                  <c:v>62.97</c:v>
                </c:pt>
                <c:pt idx="84666">
                  <c:v>51.76</c:v>
                </c:pt>
                <c:pt idx="84667">
                  <c:v>284.93</c:v>
                </c:pt>
                <c:pt idx="84668">
                  <c:v>70.98</c:v>
                </c:pt>
                <c:pt idx="84669">
                  <c:v>119.96</c:v>
                </c:pt>
                <c:pt idx="84670">
                  <c:v>51.49</c:v>
                </c:pt>
                <c:pt idx="84671">
                  <c:v>78.290000000000006</c:v>
                </c:pt>
                <c:pt idx="84672">
                  <c:v>76.489999999999995</c:v>
                </c:pt>
                <c:pt idx="84673">
                  <c:v>80.94</c:v>
                </c:pt>
                <c:pt idx="84674">
                  <c:v>89.97</c:v>
                </c:pt>
                <c:pt idx="84675">
                  <c:v>84.99</c:v>
                </c:pt>
                <c:pt idx="84676">
                  <c:v>59.98</c:v>
                </c:pt>
                <c:pt idx="84677">
                  <c:v>66.59</c:v>
                </c:pt>
                <c:pt idx="84678">
                  <c:v>105.96</c:v>
                </c:pt>
                <c:pt idx="84679">
                  <c:v>72.239999999999995</c:v>
                </c:pt>
                <c:pt idx="84680">
                  <c:v>98.97</c:v>
                </c:pt>
                <c:pt idx="84681">
                  <c:v>67.489999999999995</c:v>
                </c:pt>
                <c:pt idx="84682">
                  <c:v>203.89</c:v>
                </c:pt>
                <c:pt idx="84683">
                  <c:v>215.89</c:v>
                </c:pt>
                <c:pt idx="84684">
                  <c:v>155.94</c:v>
                </c:pt>
                <c:pt idx="84685">
                  <c:v>71.959999999999994</c:v>
                </c:pt>
                <c:pt idx="84686">
                  <c:v>56.97</c:v>
                </c:pt>
                <c:pt idx="84687">
                  <c:v>94.95</c:v>
                </c:pt>
                <c:pt idx="84688">
                  <c:v>94.95</c:v>
                </c:pt>
                <c:pt idx="84689">
                  <c:v>113.94</c:v>
                </c:pt>
                <c:pt idx="84690">
                  <c:v>122.93</c:v>
                </c:pt>
                <c:pt idx="84691">
                  <c:v>163.74</c:v>
                </c:pt>
                <c:pt idx="84692">
                  <c:v>68.989999999999995</c:v>
                </c:pt>
                <c:pt idx="84693">
                  <c:v>68.989999999999995</c:v>
                </c:pt>
                <c:pt idx="84694">
                  <c:v>146.91999999999999</c:v>
                </c:pt>
                <c:pt idx="84695">
                  <c:v>96.97</c:v>
                </c:pt>
                <c:pt idx="84696">
                  <c:v>146.91999999999999</c:v>
                </c:pt>
                <c:pt idx="84697">
                  <c:v>169.98</c:v>
                </c:pt>
                <c:pt idx="84698">
                  <c:v>99.98</c:v>
                </c:pt>
                <c:pt idx="84699">
                  <c:v>99.98</c:v>
                </c:pt>
                <c:pt idx="84700">
                  <c:v>64.010000000000005</c:v>
                </c:pt>
                <c:pt idx="84701">
                  <c:v>64.010000000000005</c:v>
                </c:pt>
                <c:pt idx="84702">
                  <c:v>96.97</c:v>
                </c:pt>
                <c:pt idx="84703">
                  <c:v>169.98</c:v>
                </c:pt>
                <c:pt idx="84704">
                  <c:v>60.99</c:v>
                </c:pt>
                <c:pt idx="84705">
                  <c:v>121.98</c:v>
                </c:pt>
                <c:pt idx="84706">
                  <c:v>152.94999999999999</c:v>
                </c:pt>
                <c:pt idx="84707">
                  <c:v>145.96</c:v>
                </c:pt>
                <c:pt idx="84708">
                  <c:v>325.95</c:v>
                </c:pt>
                <c:pt idx="84709">
                  <c:v>84.99</c:v>
                </c:pt>
                <c:pt idx="84710">
                  <c:v>79.98</c:v>
                </c:pt>
                <c:pt idx="84711">
                  <c:v>315.92</c:v>
                </c:pt>
                <c:pt idx="84712">
                  <c:v>101.97</c:v>
                </c:pt>
                <c:pt idx="84713">
                  <c:v>29.99</c:v>
                </c:pt>
                <c:pt idx="84714">
                  <c:v>118.96</c:v>
                </c:pt>
                <c:pt idx="84715">
                  <c:v>76.47</c:v>
                </c:pt>
                <c:pt idx="84716">
                  <c:v>89.97</c:v>
                </c:pt>
                <c:pt idx="84717">
                  <c:v>147.6</c:v>
                </c:pt>
                <c:pt idx="84718">
                  <c:v>89.55</c:v>
                </c:pt>
                <c:pt idx="84719">
                  <c:v>116.14</c:v>
                </c:pt>
                <c:pt idx="84720">
                  <c:v>95.55</c:v>
                </c:pt>
                <c:pt idx="84721">
                  <c:v>151.91999999999999</c:v>
                </c:pt>
                <c:pt idx="84722">
                  <c:v>270.97000000000003</c:v>
                </c:pt>
                <c:pt idx="84723">
                  <c:v>96.78</c:v>
                </c:pt>
                <c:pt idx="84724">
                  <c:v>96.78</c:v>
                </c:pt>
                <c:pt idx="84725">
                  <c:v>131.97999999999999</c:v>
                </c:pt>
                <c:pt idx="84726">
                  <c:v>131.97999999999999</c:v>
                </c:pt>
                <c:pt idx="84727">
                  <c:v>99.98</c:v>
                </c:pt>
                <c:pt idx="84728">
                  <c:v>109.98</c:v>
                </c:pt>
                <c:pt idx="84729">
                  <c:v>118.78</c:v>
                </c:pt>
                <c:pt idx="84730">
                  <c:v>99.2</c:v>
                </c:pt>
                <c:pt idx="84731">
                  <c:v>71.97</c:v>
                </c:pt>
                <c:pt idx="84732">
                  <c:v>19.989999999999998</c:v>
                </c:pt>
                <c:pt idx="84733">
                  <c:v>71.97</c:v>
                </c:pt>
                <c:pt idx="84734">
                  <c:v>71.97</c:v>
                </c:pt>
                <c:pt idx="84735">
                  <c:v>71.97</c:v>
                </c:pt>
                <c:pt idx="84736">
                  <c:v>71.97</c:v>
                </c:pt>
                <c:pt idx="84737">
                  <c:v>69.09</c:v>
                </c:pt>
                <c:pt idx="84738">
                  <c:v>71.97</c:v>
                </c:pt>
                <c:pt idx="84739">
                  <c:v>71.97</c:v>
                </c:pt>
                <c:pt idx="84740">
                  <c:v>64.77</c:v>
                </c:pt>
                <c:pt idx="84741">
                  <c:v>79.849999999999994</c:v>
                </c:pt>
                <c:pt idx="84742">
                  <c:v>79.849999999999994</c:v>
                </c:pt>
                <c:pt idx="84743">
                  <c:v>79.849999999999994</c:v>
                </c:pt>
                <c:pt idx="84744">
                  <c:v>79.849999999999994</c:v>
                </c:pt>
                <c:pt idx="84745">
                  <c:v>79.849999999999994</c:v>
                </c:pt>
                <c:pt idx="84746">
                  <c:v>74.64</c:v>
                </c:pt>
                <c:pt idx="84747">
                  <c:v>115.76</c:v>
                </c:pt>
                <c:pt idx="84748">
                  <c:v>119.96</c:v>
                </c:pt>
                <c:pt idx="84749">
                  <c:v>80.97</c:v>
                </c:pt>
                <c:pt idx="84750">
                  <c:v>119.96</c:v>
                </c:pt>
                <c:pt idx="84751">
                  <c:v>119.96</c:v>
                </c:pt>
                <c:pt idx="84752">
                  <c:v>89.97</c:v>
                </c:pt>
                <c:pt idx="84753">
                  <c:v>121.48</c:v>
                </c:pt>
                <c:pt idx="84754">
                  <c:v>181.85</c:v>
                </c:pt>
                <c:pt idx="84755">
                  <c:v>169.98</c:v>
                </c:pt>
                <c:pt idx="84756">
                  <c:v>79.98</c:v>
                </c:pt>
                <c:pt idx="84757">
                  <c:v>131.94</c:v>
                </c:pt>
                <c:pt idx="84758">
                  <c:v>173.96</c:v>
                </c:pt>
                <c:pt idx="84759">
                  <c:v>86.98</c:v>
                </c:pt>
                <c:pt idx="84760">
                  <c:v>63.98</c:v>
                </c:pt>
                <c:pt idx="84761">
                  <c:v>72.97</c:v>
                </c:pt>
                <c:pt idx="84762">
                  <c:v>149.97</c:v>
                </c:pt>
                <c:pt idx="84763">
                  <c:v>89.98</c:v>
                </c:pt>
                <c:pt idx="84764">
                  <c:v>216.54</c:v>
                </c:pt>
                <c:pt idx="84765">
                  <c:v>99.98</c:v>
                </c:pt>
                <c:pt idx="84766">
                  <c:v>169.98</c:v>
                </c:pt>
                <c:pt idx="84767">
                  <c:v>65.98</c:v>
                </c:pt>
                <c:pt idx="84768">
                  <c:v>89.22</c:v>
                </c:pt>
                <c:pt idx="84769">
                  <c:v>99.97</c:v>
                </c:pt>
                <c:pt idx="84770">
                  <c:v>102.97</c:v>
                </c:pt>
                <c:pt idx="84771">
                  <c:v>84.97</c:v>
                </c:pt>
                <c:pt idx="84772">
                  <c:v>104.97</c:v>
                </c:pt>
                <c:pt idx="84773">
                  <c:v>99.97</c:v>
                </c:pt>
                <c:pt idx="84774">
                  <c:v>82.48</c:v>
                </c:pt>
                <c:pt idx="84775">
                  <c:v>130.46</c:v>
                </c:pt>
                <c:pt idx="84776">
                  <c:v>97.48</c:v>
                </c:pt>
                <c:pt idx="84777">
                  <c:v>89.99</c:v>
                </c:pt>
                <c:pt idx="84778">
                  <c:v>71.98</c:v>
                </c:pt>
                <c:pt idx="84779">
                  <c:v>143.91999999999999</c:v>
                </c:pt>
                <c:pt idx="84780">
                  <c:v>94.45</c:v>
                </c:pt>
                <c:pt idx="84781">
                  <c:v>50.97</c:v>
                </c:pt>
                <c:pt idx="84782">
                  <c:v>53.97</c:v>
                </c:pt>
                <c:pt idx="84783">
                  <c:v>43.32</c:v>
                </c:pt>
                <c:pt idx="84784">
                  <c:v>50.97</c:v>
                </c:pt>
                <c:pt idx="84785">
                  <c:v>35.299999999999997</c:v>
                </c:pt>
                <c:pt idx="84786">
                  <c:v>239.8</c:v>
                </c:pt>
                <c:pt idx="84787">
                  <c:v>239.8</c:v>
                </c:pt>
                <c:pt idx="84788">
                  <c:v>191.96</c:v>
                </c:pt>
                <c:pt idx="84789">
                  <c:v>23.93</c:v>
                </c:pt>
                <c:pt idx="84790">
                  <c:v>254.97</c:v>
                </c:pt>
                <c:pt idx="84791">
                  <c:v>23.93</c:v>
                </c:pt>
                <c:pt idx="84792">
                  <c:v>13.99</c:v>
                </c:pt>
                <c:pt idx="84793">
                  <c:v>69.98</c:v>
                </c:pt>
                <c:pt idx="84794">
                  <c:v>84.98</c:v>
                </c:pt>
                <c:pt idx="84795">
                  <c:v>59.98</c:v>
                </c:pt>
                <c:pt idx="84796">
                  <c:v>281.42</c:v>
                </c:pt>
                <c:pt idx="84797">
                  <c:v>132.97999999999999</c:v>
                </c:pt>
                <c:pt idx="84798">
                  <c:v>123.96</c:v>
                </c:pt>
                <c:pt idx="84799">
                  <c:v>30.99</c:v>
                </c:pt>
                <c:pt idx="84800">
                  <c:v>111.56</c:v>
                </c:pt>
                <c:pt idx="84801">
                  <c:v>195.24</c:v>
                </c:pt>
                <c:pt idx="84802">
                  <c:v>185.69</c:v>
                </c:pt>
                <c:pt idx="84803">
                  <c:v>74.97</c:v>
                </c:pt>
                <c:pt idx="84804">
                  <c:v>29.99</c:v>
                </c:pt>
                <c:pt idx="84805">
                  <c:v>59.98</c:v>
                </c:pt>
                <c:pt idx="84806">
                  <c:v>59.98</c:v>
                </c:pt>
                <c:pt idx="84807">
                  <c:v>59.98</c:v>
                </c:pt>
                <c:pt idx="84808">
                  <c:v>59.98</c:v>
                </c:pt>
                <c:pt idx="84809">
                  <c:v>59.98</c:v>
                </c:pt>
                <c:pt idx="84810">
                  <c:v>59.98</c:v>
                </c:pt>
                <c:pt idx="84811">
                  <c:v>212.44</c:v>
                </c:pt>
                <c:pt idx="84812">
                  <c:v>67.98</c:v>
                </c:pt>
                <c:pt idx="84813">
                  <c:v>41.29</c:v>
                </c:pt>
                <c:pt idx="84814">
                  <c:v>35.29</c:v>
                </c:pt>
                <c:pt idx="84815">
                  <c:v>184.97</c:v>
                </c:pt>
                <c:pt idx="84816">
                  <c:v>168.68</c:v>
                </c:pt>
                <c:pt idx="84817">
                  <c:v>169.98</c:v>
                </c:pt>
                <c:pt idx="84818">
                  <c:v>128.13</c:v>
                </c:pt>
                <c:pt idx="84819">
                  <c:v>63.96</c:v>
                </c:pt>
                <c:pt idx="84820">
                  <c:v>130.94999999999999</c:v>
                </c:pt>
                <c:pt idx="84821">
                  <c:v>70.959999999999994</c:v>
                </c:pt>
                <c:pt idx="84822">
                  <c:v>64.989999999999995</c:v>
                </c:pt>
                <c:pt idx="84823">
                  <c:v>62.97</c:v>
                </c:pt>
                <c:pt idx="84824">
                  <c:v>67.86</c:v>
                </c:pt>
                <c:pt idx="84825">
                  <c:v>62.97</c:v>
                </c:pt>
                <c:pt idx="84826">
                  <c:v>112.96</c:v>
                </c:pt>
                <c:pt idx="84827">
                  <c:v>104.95</c:v>
                </c:pt>
                <c:pt idx="84828">
                  <c:v>112.96</c:v>
                </c:pt>
                <c:pt idx="84829">
                  <c:v>126.97</c:v>
                </c:pt>
                <c:pt idx="84830">
                  <c:v>99.98</c:v>
                </c:pt>
                <c:pt idx="84831">
                  <c:v>99.98</c:v>
                </c:pt>
                <c:pt idx="84832">
                  <c:v>99.98</c:v>
                </c:pt>
                <c:pt idx="84833">
                  <c:v>99.98</c:v>
                </c:pt>
                <c:pt idx="84834">
                  <c:v>115.97</c:v>
                </c:pt>
                <c:pt idx="84835">
                  <c:v>56.97</c:v>
                </c:pt>
                <c:pt idx="84836">
                  <c:v>56.97</c:v>
                </c:pt>
                <c:pt idx="84837">
                  <c:v>55.67</c:v>
                </c:pt>
                <c:pt idx="84838">
                  <c:v>56.97</c:v>
                </c:pt>
                <c:pt idx="84839">
                  <c:v>79.98</c:v>
                </c:pt>
                <c:pt idx="84840">
                  <c:v>94.97</c:v>
                </c:pt>
                <c:pt idx="84841">
                  <c:v>79.98</c:v>
                </c:pt>
                <c:pt idx="84842">
                  <c:v>94.97</c:v>
                </c:pt>
                <c:pt idx="84843">
                  <c:v>94.97</c:v>
                </c:pt>
                <c:pt idx="84844">
                  <c:v>131.97999999999999</c:v>
                </c:pt>
                <c:pt idx="84845">
                  <c:v>115.98</c:v>
                </c:pt>
                <c:pt idx="84846">
                  <c:v>132.97</c:v>
                </c:pt>
                <c:pt idx="84847">
                  <c:v>48.94</c:v>
                </c:pt>
                <c:pt idx="84848">
                  <c:v>59.39</c:v>
                </c:pt>
                <c:pt idx="84849">
                  <c:v>80.739999999999995</c:v>
                </c:pt>
                <c:pt idx="84850">
                  <c:v>115.98</c:v>
                </c:pt>
                <c:pt idx="84851">
                  <c:v>59.39</c:v>
                </c:pt>
                <c:pt idx="84852">
                  <c:v>80.739999999999995</c:v>
                </c:pt>
                <c:pt idx="84853">
                  <c:v>84.99</c:v>
                </c:pt>
                <c:pt idx="84854">
                  <c:v>132.97</c:v>
                </c:pt>
                <c:pt idx="84855">
                  <c:v>84.99</c:v>
                </c:pt>
                <c:pt idx="84856">
                  <c:v>54.98</c:v>
                </c:pt>
                <c:pt idx="84857">
                  <c:v>131.97999999999999</c:v>
                </c:pt>
                <c:pt idx="84858">
                  <c:v>48.94</c:v>
                </c:pt>
                <c:pt idx="84859">
                  <c:v>65.989999999999995</c:v>
                </c:pt>
                <c:pt idx="84860">
                  <c:v>54.98</c:v>
                </c:pt>
                <c:pt idx="84861">
                  <c:v>65.989999999999995</c:v>
                </c:pt>
                <c:pt idx="84862">
                  <c:v>119.97</c:v>
                </c:pt>
                <c:pt idx="84863">
                  <c:v>84.99</c:v>
                </c:pt>
                <c:pt idx="84864">
                  <c:v>66.98</c:v>
                </c:pt>
                <c:pt idx="84865">
                  <c:v>41.29</c:v>
                </c:pt>
                <c:pt idx="84866">
                  <c:v>54.99</c:v>
                </c:pt>
                <c:pt idx="84867">
                  <c:v>54.99</c:v>
                </c:pt>
                <c:pt idx="84868">
                  <c:v>110.97</c:v>
                </c:pt>
                <c:pt idx="84869">
                  <c:v>19.29</c:v>
                </c:pt>
                <c:pt idx="84870">
                  <c:v>65.19</c:v>
                </c:pt>
                <c:pt idx="84871">
                  <c:v>65.98</c:v>
                </c:pt>
                <c:pt idx="84872">
                  <c:v>20.49</c:v>
                </c:pt>
                <c:pt idx="84873">
                  <c:v>40.24</c:v>
                </c:pt>
                <c:pt idx="84874">
                  <c:v>65.19</c:v>
                </c:pt>
                <c:pt idx="84875">
                  <c:v>84.99</c:v>
                </c:pt>
                <c:pt idx="84876">
                  <c:v>29.48</c:v>
                </c:pt>
                <c:pt idx="84877">
                  <c:v>68.180000000000007</c:v>
                </c:pt>
                <c:pt idx="84878">
                  <c:v>103.98</c:v>
                </c:pt>
                <c:pt idx="84879">
                  <c:v>-65.19</c:v>
                </c:pt>
                <c:pt idx="84880">
                  <c:v>84.99</c:v>
                </c:pt>
                <c:pt idx="84881">
                  <c:v>92.97</c:v>
                </c:pt>
                <c:pt idx="84882">
                  <c:v>101.95</c:v>
                </c:pt>
                <c:pt idx="84883">
                  <c:v>91.96</c:v>
                </c:pt>
                <c:pt idx="84884">
                  <c:v>80.97</c:v>
                </c:pt>
                <c:pt idx="84885">
                  <c:v>219.92</c:v>
                </c:pt>
                <c:pt idx="84886">
                  <c:v>61.98</c:v>
                </c:pt>
                <c:pt idx="84887">
                  <c:v>326.48</c:v>
                </c:pt>
                <c:pt idx="84888">
                  <c:v>180.23</c:v>
                </c:pt>
                <c:pt idx="84889">
                  <c:v>159.69999999999999</c:v>
                </c:pt>
                <c:pt idx="84890">
                  <c:v>65.989999999999995</c:v>
                </c:pt>
                <c:pt idx="84891">
                  <c:v>65.989999999999995</c:v>
                </c:pt>
                <c:pt idx="84892">
                  <c:v>81.5</c:v>
                </c:pt>
                <c:pt idx="84893">
                  <c:v>56.09</c:v>
                </c:pt>
                <c:pt idx="84894">
                  <c:v>-81.5</c:v>
                </c:pt>
                <c:pt idx="84895">
                  <c:v>39.79</c:v>
                </c:pt>
                <c:pt idx="84896">
                  <c:v>84.99</c:v>
                </c:pt>
                <c:pt idx="84897">
                  <c:v>84.99</c:v>
                </c:pt>
                <c:pt idx="84898">
                  <c:v>80.650000000000006</c:v>
                </c:pt>
                <c:pt idx="84899">
                  <c:v>84.99</c:v>
                </c:pt>
                <c:pt idx="84900">
                  <c:v>58.76</c:v>
                </c:pt>
                <c:pt idx="84901">
                  <c:v>59.96</c:v>
                </c:pt>
                <c:pt idx="84902">
                  <c:v>58.81</c:v>
                </c:pt>
                <c:pt idx="84903">
                  <c:v>59.96</c:v>
                </c:pt>
                <c:pt idx="84904">
                  <c:v>57.96</c:v>
                </c:pt>
                <c:pt idx="84905">
                  <c:v>59.36</c:v>
                </c:pt>
                <c:pt idx="84906">
                  <c:v>114.35</c:v>
                </c:pt>
                <c:pt idx="84907">
                  <c:v>100.98</c:v>
                </c:pt>
                <c:pt idx="84908">
                  <c:v>100.98</c:v>
                </c:pt>
                <c:pt idx="84909">
                  <c:v>63.96</c:v>
                </c:pt>
                <c:pt idx="84910">
                  <c:v>100.98</c:v>
                </c:pt>
                <c:pt idx="84911">
                  <c:v>84.99</c:v>
                </c:pt>
                <c:pt idx="84912">
                  <c:v>95.94</c:v>
                </c:pt>
                <c:pt idx="84913">
                  <c:v>111.93</c:v>
                </c:pt>
                <c:pt idx="84914">
                  <c:v>63.96</c:v>
                </c:pt>
                <c:pt idx="84915">
                  <c:v>97.87</c:v>
                </c:pt>
                <c:pt idx="84916">
                  <c:v>219.94</c:v>
                </c:pt>
                <c:pt idx="84917">
                  <c:v>61.46</c:v>
                </c:pt>
                <c:pt idx="84918">
                  <c:v>249.97</c:v>
                </c:pt>
                <c:pt idx="84919">
                  <c:v>123.97</c:v>
                </c:pt>
                <c:pt idx="84920">
                  <c:v>197.63</c:v>
                </c:pt>
                <c:pt idx="84921">
                  <c:v>51.49</c:v>
                </c:pt>
                <c:pt idx="84922">
                  <c:v>255.92</c:v>
                </c:pt>
                <c:pt idx="84923">
                  <c:v>119.96</c:v>
                </c:pt>
                <c:pt idx="84924">
                  <c:v>84.97</c:v>
                </c:pt>
                <c:pt idx="84925">
                  <c:v>128.26</c:v>
                </c:pt>
                <c:pt idx="84926">
                  <c:v>96.47</c:v>
                </c:pt>
                <c:pt idx="84927">
                  <c:v>172.45</c:v>
                </c:pt>
                <c:pt idx="84928">
                  <c:v>88.48</c:v>
                </c:pt>
                <c:pt idx="84929">
                  <c:v>96.98</c:v>
                </c:pt>
                <c:pt idx="84930">
                  <c:v>105.97</c:v>
                </c:pt>
                <c:pt idx="84931">
                  <c:v>76.489999999999995</c:v>
                </c:pt>
                <c:pt idx="84932">
                  <c:v>84.99</c:v>
                </c:pt>
                <c:pt idx="84933">
                  <c:v>94.95</c:v>
                </c:pt>
                <c:pt idx="84934">
                  <c:v>94.95</c:v>
                </c:pt>
                <c:pt idx="84935">
                  <c:v>94.95</c:v>
                </c:pt>
                <c:pt idx="84936">
                  <c:v>94.95</c:v>
                </c:pt>
                <c:pt idx="84937">
                  <c:v>94.95</c:v>
                </c:pt>
                <c:pt idx="84938">
                  <c:v>69.95</c:v>
                </c:pt>
                <c:pt idx="84939">
                  <c:v>50.36</c:v>
                </c:pt>
                <c:pt idx="84940">
                  <c:v>50.36</c:v>
                </c:pt>
                <c:pt idx="84941">
                  <c:v>94.95</c:v>
                </c:pt>
                <c:pt idx="84942">
                  <c:v>69.95</c:v>
                </c:pt>
                <c:pt idx="84943">
                  <c:v>239.97</c:v>
                </c:pt>
                <c:pt idx="84944">
                  <c:v>149.97999999999999</c:v>
                </c:pt>
                <c:pt idx="84945">
                  <c:v>79.989999999999995</c:v>
                </c:pt>
                <c:pt idx="84946">
                  <c:v>646.80999999999995</c:v>
                </c:pt>
                <c:pt idx="84947">
                  <c:v>69.97</c:v>
                </c:pt>
                <c:pt idx="84948">
                  <c:v>169.98</c:v>
                </c:pt>
                <c:pt idx="84949">
                  <c:v>169.98</c:v>
                </c:pt>
                <c:pt idx="84950">
                  <c:v>127.78</c:v>
                </c:pt>
                <c:pt idx="84951">
                  <c:v>169.98</c:v>
                </c:pt>
                <c:pt idx="84952">
                  <c:v>102.97</c:v>
                </c:pt>
                <c:pt idx="84953">
                  <c:v>98.98</c:v>
                </c:pt>
                <c:pt idx="84954">
                  <c:v>84.99</c:v>
                </c:pt>
                <c:pt idx="84955">
                  <c:v>84.99</c:v>
                </c:pt>
                <c:pt idx="84956">
                  <c:v>84.99</c:v>
                </c:pt>
                <c:pt idx="84957">
                  <c:v>98.98</c:v>
                </c:pt>
                <c:pt idx="84958">
                  <c:v>144.96</c:v>
                </c:pt>
                <c:pt idx="84959">
                  <c:v>65.989999999999995</c:v>
                </c:pt>
                <c:pt idx="84960">
                  <c:v>104.97</c:v>
                </c:pt>
                <c:pt idx="84961">
                  <c:v>116.14</c:v>
                </c:pt>
                <c:pt idx="84962">
                  <c:v>240.73</c:v>
                </c:pt>
                <c:pt idx="84963">
                  <c:v>104.04</c:v>
                </c:pt>
                <c:pt idx="84964">
                  <c:v>79.849999999999994</c:v>
                </c:pt>
                <c:pt idx="84965">
                  <c:v>159.69999999999999</c:v>
                </c:pt>
                <c:pt idx="84966">
                  <c:v>117.95</c:v>
                </c:pt>
                <c:pt idx="84967">
                  <c:v>59.96</c:v>
                </c:pt>
                <c:pt idx="84968">
                  <c:v>117.95</c:v>
                </c:pt>
                <c:pt idx="84969">
                  <c:v>62.56</c:v>
                </c:pt>
                <c:pt idx="84970">
                  <c:v>79.989999999999995</c:v>
                </c:pt>
                <c:pt idx="84971">
                  <c:v>79.989999999999995</c:v>
                </c:pt>
                <c:pt idx="84972">
                  <c:v>93.58</c:v>
                </c:pt>
                <c:pt idx="84973">
                  <c:v>93.58</c:v>
                </c:pt>
                <c:pt idx="84974">
                  <c:v>59.96</c:v>
                </c:pt>
                <c:pt idx="84975">
                  <c:v>59.96</c:v>
                </c:pt>
                <c:pt idx="84976">
                  <c:v>59.96</c:v>
                </c:pt>
                <c:pt idx="84977">
                  <c:v>87.47</c:v>
                </c:pt>
                <c:pt idx="84978">
                  <c:v>87.47</c:v>
                </c:pt>
                <c:pt idx="84979">
                  <c:v>62.56</c:v>
                </c:pt>
                <c:pt idx="84980">
                  <c:v>63.88</c:v>
                </c:pt>
                <c:pt idx="84981">
                  <c:v>59.37</c:v>
                </c:pt>
                <c:pt idx="84982">
                  <c:v>48.57</c:v>
                </c:pt>
                <c:pt idx="84983">
                  <c:v>72.98</c:v>
                </c:pt>
                <c:pt idx="84984">
                  <c:v>79.319999999999993</c:v>
                </c:pt>
                <c:pt idx="84985">
                  <c:v>66.27</c:v>
                </c:pt>
                <c:pt idx="84986">
                  <c:v>62.98</c:v>
                </c:pt>
                <c:pt idx="84987">
                  <c:v>75.88</c:v>
                </c:pt>
                <c:pt idx="84988">
                  <c:v>98.96</c:v>
                </c:pt>
                <c:pt idx="84989">
                  <c:v>114.89</c:v>
                </c:pt>
                <c:pt idx="84990">
                  <c:v>114.89</c:v>
                </c:pt>
                <c:pt idx="84991">
                  <c:v>91.95</c:v>
                </c:pt>
                <c:pt idx="84992">
                  <c:v>65.989999999999995</c:v>
                </c:pt>
                <c:pt idx="84993">
                  <c:v>96.98</c:v>
                </c:pt>
                <c:pt idx="84994">
                  <c:v>79.98</c:v>
                </c:pt>
                <c:pt idx="84995">
                  <c:v>63.97</c:v>
                </c:pt>
                <c:pt idx="84996">
                  <c:v>81.98</c:v>
                </c:pt>
                <c:pt idx="84997">
                  <c:v>99.95</c:v>
                </c:pt>
                <c:pt idx="84998">
                  <c:v>111.94</c:v>
                </c:pt>
                <c:pt idx="84999">
                  <c:v>-56.95</c:v>
                </c:pt>
                <c:pt idx="85000">
                  <c:v>95.95</c:v>
                </c:pt>
                <c:pt idx="85001">
                  <c:v>59.95</c:v>
                </c:pt>
                <c:pt idx="85002">
                  <c:v>117.71</c:v>
                </c:pt>
                <c:pt idx="85003">
                  <c:v>99.95</c:v>
                </c:pt>
                <c:pt idx="85004">
                  <c:v>59.98</c:v>
                </c:pt>
                <c:pt idx="85005">
                  <c:v>55.98</c:v>
                </c:pt>
                <c:pt idx="85006">
                  <c:v>50.38</c:v>
                </c:pt>
                <c:pt idx="85007">
                  <c:v>55.98</c:v>
                </c:pt>
                <c:pt idx="85008">
                  <c:v>80.97</c:v>
                </c:pt>
                <c:pt idx="85009">
                  <c:v>35.08</c:v>
                </c:pt>
                <c:pt idx="85010">
                  <c:v>18.670000000000002</c:v>
                </c:pt>
                <c:pt idx="85011">
                  <c:v>55.98</c:v>
                </c:pt>
                <c:pt idx="85012">
                  <c:v>63.58</c:v>
                </c:pt>
                <c:pt idx="85013">
                  <c:v>89.98</c:v>
                </c:pt>
                <c:pt idx="85014">
                  <c:v>63.96</c:v>
                </c:pt>
                <c:pt idx="85015">
                  <c:v>63.96</c:v>
                </c:pt>
                <c:pt idx="85016">
                  <c:v>35.49</c:v>
                </c:pt>
                <c:pt idx="85017">
                  <c:v>63.96</c:v>
                </c:pt>
                <c:pt idx="85018">
                  <c:v>129.97999999999999</c:v>
                </c:pt>
                <c:pt idx="85019">
                  <c:v>50.49</c:v>
                </c:pt>
                <c:pt idx="85020">
                  <c:v>-50.49</c:v>
                </c:pt>
                <c:pt idx="85021">
                  <c:v>131.97999999999999</c:v>
                </c:pt>
                <c:pt idx="85022">
                  <c:v>60.48</c:v>
                </c:pt>
                <c:pt idx="85023">
                  <c:v>94.98</c:v>
                </c:pt>
                <c:pt idx="85024">
                  <c:v>105.98</c:v>
                </c:pt>
                <c:pt idx="85025">
                  <c:v>149.9</c:v>
                </c:pt>
                <c:pt idx="85026">
                  <c:v>-149.9</c:v>
                </c:pt>
                <c:pt idx="85027">
                  <c:v>189.9</c:v>
                </c:pt>
                <c:pt idx="85028">
                  <c:v>94.98</c:v>
                </c:pt>
                <c:pt idx="85029">
                  <c:v>347.86</c:v>
                </c:pt>
                <c:pt idx="85030">
                  <c:v>51.48</c:v>
                </c:pt>
                <c:pt idx="85031">
                  <c:v>94.97</c:v>
                </c:pt>
                <c:pt idx="85032">
                  <c:v>26.49</c:v>
                </c:pt>
                <c:pt idx="85033">
                  <c:v>55.96</c:v>
                </c:pt>
                <c:pt idx="85034">
                  <c:v>116.95</c:v>
                </c:pt>
                <c:pt idx="85035">
                  <c:v>65.989999999999995</c:v>
                </c:pt>
                <c:pt idx="85036">
                  <c:v>79.98</c:v>
                </c:pt>
                <c:pt idx="85037">
                  <c:v>65.989999999999995</c:v>
                </c:pt>
                <c:pt idx="85038">
                  <c:v>65.989999999999995</c:v>
                </c:pt>
                <c:pt idx="85039">
                  <c:v>49.99</c:v>
                </c:pt>
                <c:pt idx="85040">
                  <c:v>65.989999999999995</c:v>
                </c:pt>
                <c:pt idx="85041">
                  <c:v>85.47</c:v>
                </c:pt>
                <c:pt idx="85042">
                  <c:v>43.67</c:v>
                </c:pt>
                <c:pt idx="85043">
                  <c:v>61.46</c:v>
                </c:pt>
                <c:pt idx="85044">
                  <c:v>51.29</c:v>
                </c:pt>
                <c:pt idx="85045">
                  <c:v>51.29</c:v>
                </c:pt>
                <c:pt idx="85046">
                  <c:v>51.29</c:v>
                </c:pt>
                <c:pt idx="85047">
                  <c:v>51.23</c:v>
                </c:pt>
                <c:pt idx="85048">
                  <c:v>51.94</c:v>
                </c:pt>
                <c:pt idx="85049">
                  <c:v>149.97</c:v>
                </c:pt>
                <c:pt idx="85050">
                  <c:v>50.84</c:v>
                </c:pt>
                <c:pt idx="85051">
                  <c:v>56.47</c:v>
                </c:pt>
                <c:pt idx="85052">
                  <c:v>107.91</c:v>
                </c:pt>
                <c:pt idx="85053">
                  <c:v>59.95</c:v>
                </c:pt>
                <c:pt idx="85054">
                  <c:v>59.95</c:v>
                </c:pt>
                <c:pt idx="85055">
                  <c:v>170.96</c:v>
                </c:pt>
                <c:pt idx="85056">
                  <c:v>135.97999999999999</c:v>
                </c:pt>
                <c:pt idx="85057">
                  <c:v>159.97999999999999</c:v>
                </c:pt>
                <c:pt idx="85058">
                  <c:v>164.97</c:v>
                </c:pt>
                <c:pt idx="85059">
                  <c:v>244.92</c:v>
                </c:pt>
                <c:pt idx="85060">
                  <c:v>119.82</c:v>
                </c:pt>
                <c:pt idx="85061">
                  <c:v>239.77</c:v>
                </c:pt>
                <c:pt idx="85062">
                  <c:v>169.98</c:v>
                </c:pt>
                <c:pt idx="85063">
                  <c:v>124.18</c:v>
                </c:pt>
                <c:pt idx="85064">
                  <c:v>76.489999999999995</c:v>
                </c:pt>
                <c:pt idx="85065">
                  <c:v>260.76</c:v>
                </c:pt>
                <c:pt idx="85066">
                  <c:v>63.72</c:v>
                </c:pt>
                <c:pt idx="85067">
                  <c:v>54.98</c:v>
                </c:pt>
                <c:pt idx="85068">
                  <c:v>75.98</c:v>
                </c:pt>
                <c:pt idx="85069">
                  <c:v>61.98</c:v>
                </c:pt>
                <c:pt idx="85070">
                  <c:v>52.98</c:v>
                </c:pt>
                <c:pt idx="85071">
                  <c:v>54.73</c:v>
                </c:pt>
                <c:pt idx="85072">
                  <c:v>26.63</c:v>
                </c:pt>
                <c:pt idx="85073">
                  <c:v>60.41</c:v>
                </c:pt>
                <c:pt idx="85074">
                  <c:v>88.98</c:v>
                </c:pt>
                <c:pt idx="85075">
                  <c:v>108.97</c:v>
                </c:pt>
                <c:pt idx="85076">
                  <c:v>118.97</c:v>
                </c:pt>
                <c:pt idx="85077">
                  <c:v>65.19</c:v>
                </c:pt>
                <c:pt idx="85078">
                  <c:v>101.75</c:v>
                </c:pt>
                <c:pt idx="85079">
                  <c:v>54.98</c:v>
                </c:pt>
                <c:pt idx="85080">
                  <c:v>103.04</c:v>
                </c:pt>
                <c:pt idx="85081">
                  <c:v>108.97</c:v>
                </c:pt>
                <c:pt idx="85082">
                  <c:v>137.97999999999999</c:v>
                </c:pt>
                <c:pt idx="85083">
                  <c:v>75.97</c:v>
                </c:pt>
                <c:pt idx="85084">
                  <c:v>65.959999999999994</c:v>
                </c:pt>
                <c:pt idx="85085">
                  <c:v>71.97</c:v>
                </c:pt>
                <c:pt idx="85086">
                  <c:v>19.29</c:v>
                </c:pt>
                <c:pt idx="85087">
                  <c:v>59.98</c:v>
                </c:pt>
                <c:pt idx="85088">
                  <c:v>61.97</c:v>
                </c:pt>
                <c:pt idx="85089">
                  <c:v>58.98</c:v>
                </c:pt>
                <c:pt idx="85090">
                  <c:v>50.97</c:v>
                </c:pt>
                <c:pt idx="85091">
                  <c:v>61.49</c:v>
                </c:pt>
                <c:pt idx="85092">
                  <c:v>51.98</c:v>
                </c:pt>
                <c:pt idx="85093">
                  <c:v>53.98</c:v>
                </c:pt>
                <c:pt idx="85094">
                  <c:v>59.98</c:v>
                </c:pt>
                <c:pt idx="85095">
                  <c:v>59.98</c:v>
                </c:pt>
                <c:pt idx="85096">
                  <c:v>59.98</c:v>
                </c:pt>
                <c:pt idx="85097">
                  <c:v>89.97</c:v>
                </c:pt>
                <c:pt idx="85098">
                  <c:v>59.98</c:v>
                </c:pt>
                <c:pt idx="85099">
                  <c:v>59.98</c:v>
                </c:pt>
                <c:pt idx="85100">
                  <c:v>84.99</c:v>
                </c:pt>
                <c:pt idx="85101">
                  <c:v>84.99</c:v>
                </c:pt>
                <c:pt idx="85102">
                  <c:v>92.98</c:v>
                </c:pt>
                <c:pt idx="85103">
                  <c:v>152.94999999999999</c:v>
                </c:pt>
                <c:pt idx="85104">
                  <c:v>114.97</c:v>
                </c:pt>
                <c:pt idx="85105">
                  <c:v>109.97</c:v>
                </c:pt>
                <c:pt idx="85106">
                  <c:v>194.97</c:v>
                </c:pt>
                <c:pt idx="85107">
                  <c:v>108.97</c:v>
                </c:pt>
                <c:pt idx="85108">
                  <c:v>109.96</c:v>
                </c:pt>
                <c:pt idx="85109">
                  <c:v>99.98</c:v>
                </c:pt>
                <c:pt idx="85110">
                  <c:v>114.97</c:v>
                </c:pt>
                <c:pt idx="85111">
                  <c:v>53.4</c:v>
                </c:pt>
                <c:pt idx="85112">
                  <c:v>193.76</c:v>
                </c:pt>
                <c:pt idx="85113">
                  <c:v>199.8</c:v>
                </c:pt>
                <c:pt idx="85114">
                  <c:v>83.97</c:v>
                </c:pt>
                <c:pt idx="85115">
                  <c:v>84.99</c:v>
                </c:pt>
                <c:pt idx="85116">
                  <c:v>97.98</c:v>
                </c:pt>
                <c:pt idx="85117">
                  <c:v>205.96</c:v>
                </c:pt>
                <c:pt idx="85118">
                  <c:v>84.99</c:v>
                </c:pt>
                <c:pt idx="85119">
                  <c:v>69.98</c:v>
                </c:pt>
                <c:pt idx="85120">
                  <c:v>84.99</c:v>
                </c:pt>
                <c:pt idx="85121">
                  <c:v>70.98</c:v>
                </c:pt>
                <c:pt idx="85122">
                  <c:v>56.98</c:v>
                </c:pt>
                <c:pt idx="85123">
                  <c:v>110.87</c:v>
                </c:pt>
                <c:pt idx="85124">
                  <c:v>84.99</c:v>
                </c:pt>
                <c:pt idx="85125">
                  <c:v>134.97999999999999</c:v>
                </c:pt>
                <c:pt idx="85126">
                  <c:v>84.99</c:v>
                </c:pt>
                <c:pt idx="85127">
                  <c:v>79.98</c:v>
                </c:pt>
                <c:pt idx="85128">
                  <c:v>126.98</c:v>
                </c:pt>
                <c:pt idx="85129">
                  <c:v>65.66</c:v>
                </c:pt>
                <c:pt idx="85130">
                  <c:v>137.96</c:v>
                </c:pt>
                <c:pt idx="85131">
                  <c:v>167.96</c:v>
                </c:pt>
                <c:pt idx="85132">
                  <c:v>149.94</c:v>
                </c:pt>
                <c:pt idx="85133">
                  <c:v>174.93</c:v>
                </c:pt>
                <c:pt idx="85134">
                  <c:v>84.99</c:v>
                </c:pt>
                <c:pt idx="85135">
                  <c:v>75.98</c:v>
                </c:pt>
                <c:pt idx="85136">
                  <c:v>65.98</c:v>
                </c:pt>
                <c:pt idx="85137">
                  <c:v>70.989999999999995</c:v>
                </c:pt>
                <c:pt idx="85138">
                  <c:v>84.99</c:v>
                </c:pt>
                <c:pt idx="85139">
                  <c:v>84.99</c:v>
                </c:pt>
                <c:pt idx="85140">
                  <c:v>84.99</c:v>
                </c:pt>
                <c:pt idx="85141">
                  <c:v>37.47</c:v>
                </c:pt>
                <c:pt idx="85142">
                  <c:v>58.06</c:v>
                </c:pt>
                <c:pt idx="85143">
                  <c:v>61.69</c:v>
                </c:pt>
                <c:pt idx="85144">
                  <c:v>88.29</c:v>
                </c:pt>
                <c:pt idx="85145">
                  <c:v>91.94</c:v>
                </c:pt>
                <c:pt idx="85146">
                  <c:v>54.99</c:v>
                </c:pt>
                <c:pt idx="85147">
                  <c:v>37.47</c:v>
                </c:pt>
                <c:pt idx="85148">
                  <c:v>114.9</c:v>
                </c:pt>
                <c:pt idx="85149">
                  <c:v>50.98</c:v>
                </c:pt>
                <c:pt idx="85150">
                  <c:v>263.95999999999998</c:v>
                </c:pt>
                <c:pt idx="85151">
                  <c:v>131.97999999999999</c:v>
                </c:pt>
                <c:pt idx="85152">
                  <c:v>131.97999999999999</c:v>
                </c:pt>
                <c:pt idx="85153">
                  <c:v>115.98</c:v>
                </c:pt>
                <c:pt idx="85154">
                  <c:v>131.97999999999999</c:v>
                </c:pt>
                <c:pt idx="85155">
                  <c:v>115.98</c:v>
                </c:pt>
                <c:pt idx="85156">
                  <c:v>131.97999999999999</c:v>
                </c:pt>
                <c:pt idx="85157">
                  <c:v>172.46</c:v>
                </c:pt>
                <c:pt idx="85158">
                  <c:v>244.93</c:v>
                </c:pt>
                <c:pt idx="85159">
                  <c:v>104.97</c:v>
                </c:pt>
                <c:pt idx="85160">
                  <c:v>104.97</c:v>
                </c:pt>
                <c:pt idx="85161">
                  <c:v>104.97</c:v>
                </c:pt>
                <c:pt idx="85162">
                  <c:v>69.98</c:v>
                </c:pt>
                <c:pt idx="85163">
                  <c:v>19.989999999999998</c:v>
                </c:pt>
                <c:pt idx="85164">
                  <c:v>19.989999999999998</c:v>
                </c:pt>
                <c:pt idx="85165">
                  <c:v>104.94</c:v>
                </c:pt>
                <c:pt idx="85166">
                  <c:v>54.95</c:v>
                </c:pt>
                <c:pt idx="85167">
                  <c:v>54.95</c:v>
                </c:pt>
                <c:pt idx="85168">
                  <c:v>53.96</c:v>
                </c:pt>
                <c:pt idx="85169">
                  <c:v>53.96</c:v>
                </c:pt>
                <c:pt idx="85170">
                  <c:v>65.19</c:v>
                </c:pt>
                <c:pt idx="85171">
                  <c:v>65.19</c:v>
                </c:pt>
                <c:pt idx="85172">
                  <c:v>119.97</c:v>
                </c:pt>
                <c:pt idx="85173">
                  <c:v>71.959999999999994</c:v>
                </c:pt>
                <c:pt idx="85174">
                  <c:v>42.74</c:v>
                </c:pt>
                <c:pt idx="85175">
                  <c:v>67.489999999999995</c:v>
                </c:pt>
                <c:pt idx="85176">
                  <c:v>54.95</c:v>
                </c:pt>
                <c:pt idx="85177">
                  <c:v>54.95</c:v>
                </c:pt>
                <c:pt idx="85178">
                  <c:v>54.4</c:v>
                </c:pt>
                <c:pt idx="85179">
                  <c:v>71.959999999999994</c:v>
                </c:pt>
                <c:pt idx="85180">
                  <c:v>54.4</c:v>
                </c:pt>
                <c:pt idx="85181">
                  <c:v>42.74</c:v>
                </c:pt>
                <c:pt idx="85182">
                  <c:v>54.95</c:v>
                </c:pt>
                <c:pt idx="85183">
                  <c:v>54.4</c:v>
                </c:pt>
                <c:pt idx="85184">
                  <c:v>54.4</c:v>
                </c:pt>
                <c:pt idx="85185">
                  <c:v>64.989999999999995</c:v>
                </c:pt>
                <c:pt idx="85186">
                  <c:v>119.97</c:v>
                </c:pt>
                <c:pt idx="85187">
                  <c:v>54.95</c:v>
                </c:pt>
                <c:pt idx="85188">
                  <c:v>64.989999999999995</c:v>
                </c:pt>
                <c:pt idx="85189">
                  <c:v>67.489999999999995</c:v>
                </c:pt>
                <c:pt idx="85190">
                  <c:v>59.96</c:v>
                </c:pt>
                <c:pt idx="85191">
                  <c:v>59.96</c:v>
                </c:pt>
                <c:pt idx="85192">
                  <c:v>79.849999999999994</c:v>
                </c:pt>
                <c:pt idx="85193">
                  <c:v>79.849999999999994</c:v>
                </c:pt>
                <c:pt idx="85194">
                  <c:v>65.989999999999995</c:v>
                </c:pt>
                <c:pt idx="85195">
                  <c:v>104.04</c:v>
                </c:pt>
                <c:pt idx="85196">
                  <c:v>114.93</c:v>
                </c:pt>
                <c:pt idx="85197">
                  <c:v>85.46</c:v>
                </c:pt>
                <c:pt idx="85198">
                  <c:v>50.38</c:v>
                </c:pt>
                <c:pt idx="85199">
                  <c:v>59.98</c:v>
                </c:pt>
                <c:pt idx="85200">
                  <c:v>79.97</c:v>
                </c:pt>
                <c:pt idx="85201">
                  <c:v>57.52</c:v>
                </c:pt>
                <c:pt idx="85202">
                  <c:v>64.98</c:v>
                </c:pt>
                <c:pt idx="85203">
                  <c:v>61.98</c:v>
                </c:pt>
                <c:pt idx="85204">
                  <c:v>61.98</c:v>
                </c:pt>
                <c:pt idx="85205">
                  <c:v>99.96</c:v>
                </c:pt>
                <c:pt idx="85206">
                  <c:v>80.98</c:v>
                </c:pt>
                <c:pt idx="85207">
                  <c:v>80.98</c:v>
                </c:pt>
                <c:pt idx="85208">
                  <c:v>150.97</c:v>
                </c:pt>
                <c:pt idx="85209">
                  <c:v>65.989999999999995</c:v>
                </c:pt>
                <c:pt idx="85210">
                  <c:v>89.98</c:v>
                </c:pt>
                <c:pt idx="85211">
                  <c:v>58.98</c:v>
                </c:pt>
                <c:pt idx="85212">
                  <c:v>84.99</c:v>
                </c:pt>
                <c:pt idx="85213">
                  <c:v>58.98</c:v>
                </c:pt>
                <c:pt idx="85214">
                  <c:v>84.97</c:v>
                </c:pt>
                <c:pt idx="85215">
                  <c:v>58.98</c:v>
                </c:pt>
                <c:pt idx="85216">
                  <c:v>99.98</c:v>
                </c:pt>
                <c:pt idx="85217">
                  <c:v>67.97</c:v>
                </c:pt>
                <c:pt idx="85218">
                  <c:v>110.47</c:v>
                </c:pt>
                <c:pt idx="85219">
                  <c:v>100.96</c:v>
                </c:pt>
                <c:pt idx="85220">
                  <c:v>91.98</c:v>
                </c:pt>
                <c:pt idx="85221">
                  <c:v>81.97</c:v>
                </c:pt>
                <c:pt idx="85222">
                  <c:v>69.959999999999994</c:v>
                </c:pt>
                <c:pt idx="85223">
                  <c:v>95.98</c:v>
                </c:pt>
                <c:pt idx="85224">
                  <c:v>90.98</c:v>
                </c:pt>
                <c:pt idx="85225">
                  <c:v>84.99</c:v>
                </c:pt>
                <c:pt idx="85226">
                  <c:v>84.99</c:v>
                </c:pt>
                <c:pt idx="85227">
                  <c:v>339.96</c:v>
                </c:pt>
                <c:pt idx="85228">
                  <c:v>169.98</c:v>
                </c:pt>
                <c:pt idx="85229">
                  <c:v>131.97999999999999</c:v>
                </c:pt>
                <c:pt idx="85230">
                  <c:v>99.98</c:v>
                </c:pt>
                <c:pt idx="85231">
                  <c:v>131.97999999999999</c:v>
                </c:pt>
                <c:pt idx="85232">
                  <c:v>211.96</c:v>
                </c:pt>
                <c:pt idx="85233">
                  <c:v>79.98</c:v>
                </c:pt>
                <c:pt idx="85234">
                  <c:v>52.24</c:v>
                </c:pt>
                <c:pt idx="85235">
                  <c:v>75.98</c:v>
                </c:pt>
                <c:pt idx="85236">
                  <c:v>56.09</c:v>
                </c:pt>
                <c:pt idx="85237">
                  <c:v>75.98</c:v>
                </c:pt>
                <c:pt idx="85238">
                  <c:v>62.99</c:v>
                </c:pt>
                <c:pt idx="85239">
                  <c:v>84.99</c:v>
                </c:pt>
                <c:pt idx="85240">
                  <c:v>84.99</c:v>
                </c:pt>
                <c:pt idx="85241">
                  <c:v>84.99</c:v>
                </c:pt>
                <c:pt idx="85242">
                  <c:v>68.989999999999995</c:v>
                </c:pt>
                <c:pt idx="85243">
                  <c:v>93.58</c:v>
                </c:pt>
                <c:pt idx="85244">
                  <c:v>144.47999999999999</c:v>
                </c:pt>
                <c:pt idx="85245">
                  <c:v>19.489999999999998</c:v>
                </c:pt>
                <c:pt idx="85246">
                  <c:v>54.97</c:v>
                </c:pt>
                <c:pt idx="85247">
                  <c:v>72.33</c:v>
                </c:pt>
                <c:pt idx="85248">
                  <c:v>54.97</c:v>
                </c:pt>
                <c:pt idx="85249">
                  <c:v>101.94</c:v>
                </c:pt>
                <c:pt idx="85250">
                  <c:v>104.13</c:v>
                </c:pt>
                <c:pt idx="85251">
                  <c:v>84.99</c:v>
                </c:pt>
                <c:pt idx="85252">
                  <c:v>84.99</c:v>
                </c:pt>
                <c:pt idx="85253">
                  <c:v>65.989999999999995</c:v>
                </c:pt>
                <c:pt idx="85254">
                  <c:v>84.99</c:v>
                </c:pt>
                <c:pt idx="85255">
                  <c:v>65.989999999999995</c:v>
                </c:pt>
                <c:pt idx="85256">
                  <c:v>82.16</c:v>
                </c:pt>
                <c:pt idx="85257">
                  <c:v>65.989999999999995</c:v>
                </c:pt>
                <c:pt idx="85258">
                  <c:v>59.98</c:v>
                </c:pt>
                <c:pt idx="85259">
                  <c:v>59.98</c:v>
                </c:pt>
                <c:pt idx="85260">
                  <c:v>57.91</c:v>
                </c:pt>
                <c:pt idx="85261">
                  <c:v>86.97</c:v>
                </c:pt>
                <c:pt idx="85262">
                  <c:v>59.98</c:v>
                </c:pt>
                <c:pt idx="85263">
                  <c:v>59.98</c:v>
                </c:pt>
                <c:pt idx="85264">
                  <c:v>59.98</c:v>
                </c:pt>
                <c:pt idx="85265">
                  <c:v>54.98</c:v>
                </c:pt>
                <c:pt idx="85266">
                  <c:v>59.98</c:v>
                </c:pt>
                <c:pt idx="85267">
                  <c:v>37.47</c:v>
                </c:pt>
                <c:pt idx="85268">
                  <c:v>65.19</c:v>
                </c:pt>
                <c:pt idx="85269">
                  <c:v>124.18</c:v>
                </c:pt>
                <c:pt idx="85270">
                  <c:v>103.96</c:v>
                </c:pt>
                <c:pt idx="85271">
                  <c:v>103.96</c:v>
                </c:pt>
                <c:pt idx="85272">
                  <c:v>121.96</c:v>
                </c:pt>
                <c:pt idx="85273">
                  <c:v>103.96</c:v>
                </c:pt>
                <c:pt idx="85274">
                  <c:v>103.96</c:v>
                </c:pt>
                <c:pt idx="85275">
                  <c:v>58.5</c:v>
                </c:pt>
                <c:pt idx="85276">
                  <c:v>128.04</c:v>
                </c:pt>
                <c:pt idx="85277">
                  <c:v>-63.4</c:v>
                </c:pt>
                <c:pt idx="85278">
                  <c:v>59.99</c:v>
                </c:pt>
                <c:pt idx="85279">
                  <c:v>56.97</c:v>
                </c:pt>
                <c:pt idx="85280">
                  <c:v>128.24</c:v>
                </c:pt>
                <c:pt idx="85281">
                  <c:v>58.57</c:v>
                </c:pt>
                <c:pt idx="85282">
                  <c:v>59.97</c:v>
                </c:pt>
                <c:pt idx="85283">
                  <c:v>38.82</c:v>
                </c:pt>
                <c:pt idx="85284">
                  <c:v>50.97</c:v>
                </c:pt>
                <c:pt idx="85285">
                  <c:v>59.97</c:v>
                </c:pt>
                <c:pt idx="85286">
                  <c:v>37.28</c:v>
                </c:pt>
                <c:pt idx="85287">
                  <c:v>59.97</c:v>
                </c:pt>
                <c:pt idx="85288">
                  <c:v>59.97</c:v>
                </c:pt>
                <c:pt idx="85289">
                  <c:v>70.98</c:v>
                </c:pt>
                <c:pt idx="85290">
                  <c:v>50.98</c:v>
                </c:pt>
                <c:pt idx="85291">
                  <c:v>126.97</c:v>
                </c:pt>
                <c:pt idx="85292">
                  <c:v>91.87</c:v>
                </c:pt>
                <c:pt idx="85293">
                  <c:v>104.85</c:v>
                </c:pt>
                <c:pt idx="85294">
                  <c:v>53.98</c:v>
                </c:pt>
                <c:pt idx="85295">
                  <c:v>49.59</c:v>
                </c:pt>
                <c:pt idx="85296">
                  <c:v>65.989999999999995</c:v>
                </c:pt>
                <c:pt idx="85297">
                  <c:v>65.989999999999995</c:v>
                </c:pt>
                <c:pt idx="85298">
                  <c:v>209.27</c:v>
                </c:pt>
                <c:pt idx="85299">
                  <c:v>97</c:v>
                </c:pt>
                <c:pt idx="85300">
                  <c:v>209.27</c:v>
                </c:pt>
                <c:pt idx="85301">
                  <c:v>65.989999999999995</c:v>
                </c:pt>
                <c:pt idx="85302">
                  <c:v>65.989999999999995</c:v>
                </c:pt>
                <c:pt idx="85303">
                  <c:v>97</c:v>
                </c:pt>
                <c:pt idx="85304">
                  <c:v>73.98</c:v>
                </c:pt>
                <c:pt idx="85305">
                  <c:v>65.94</c:v>
                </c:pt>
                <c:pt idx="85306">
                  <c:v>123.96</c:v>
                </c:pt>
                <c:pt idx="85307">
                  <c:v>134.97</c:v>
                </c:pt>
                <c:pt idx="85308">
                  <c:v>114.95</c:v>
                </c:pt>
                <c:pt idx="85309">
                  <c:v>97.95</c:v>
                </c:pt>
                <c:pt idx="85310">
                  <c:v>63.94</c:v>
                </c:pt>
                <c:pt idx="85311">
                  <c:v>60.97</c:v>
                </c:pt>
                <c:pt idx="85312">
                  <c:v>65.98</c:v>
                </c:pt>
                <c:pt idx="85313">
                  <c:v>15.29</c:v>
                </c:pt>
                <c:pt idx="85314">
                  <c:v>55.98</c:v>
                </c:pt>
                <c:pt idx="85315">
                  <c:v>55.98</c:v>
                </c:pt>
                <c:pt idx="85316">
                  <c:v>72.97</c:v>
                </c:pt>
                <c:pt idx="85317">
                  <c:v>63.97</c:v>
                </c:pt>
                <c:pt idx="85318">
                  <c:v>69.97</c:v>
                </c:pt>
                <c:pt idx="85319">
                  <c:v>55.98</c:v>
                </c:pt>
                <c:pt idx="85320">
                  <c:v>101.97</c:v>
                </c:pt>
                <c:pt idx="85321">
                  <c:v>82.98</c:v>
                </c:pt>
                <c:pt idx="85322">
                  <c:v>84.98</c:v>
                </c:pt>
                <c:pt idx="85323">
                  <c:v>58.98</c:v>
                </c:pt>
                <c:pt idx="85324">
                  <c:v>99.98</c:v>
                </c:pt>
                <c:pt idx="85325">
                  <c:v>100.98</c:v>
                </c:pt>
                <c:pt idx="85326">
                  <c:v>84.99</c:v>
                </c:pt>
                <c:pt idx="85327">
                  <c:v>84.99</c:v>
                </c:pt>
                <c:pt idx="85328">
                  <c:v>84.99</c:v>
                </c:pt>
                <c:pt idx="85329">
                  <c:v>104.98</c:v>
                </c:pt>
                <c:pt idx="85330">
                  <c:v>80.98</c:v>
                </c:pt>
                <c:pt idx="85331">
                  <c:v>152.96</c:v>
                </c:pt>
                <c:pt idx="85332">
                  <c:v>131.97999999999999</c:v>
                </c:pt>
                <c:pt idx="85333">
                  <c:v>145.96</c:v>
                </c:pt>
                <c:pt idx="85334">
                  <c:v>105.97</c:v>
                </c:pt>
                <c:pt idx="85335">
                  <c:v>89.98</c:v>
                </c:pt>
                <c:pt idx="85336">
                  <c:v>89.98</c:v>
                </c:pt>
                <c:pt idx="85337">
                  <c:v>89.98</c:v>
                </c:pt>
                <c:pt idx="85338">
                  <c:v>86.38</c:v>
                </c:pt>
                <c:pt idx="85339">
                  <c:v>89.98</c:v>
                </c:pt>
                <c:pt idx="85340">
                  <c:v>89.98</c:v>
                </c:pt>
                <c:pt idx="85341">
                  <c:v>89.98</c:v>
                </c:pt>
                <c:pt idx="85342">
                  <c:v>59.96</c:v>
                </c:pt>
                <c:pt idx="85343">
                  <c:v>89.96</c:v>
                </c:pt>
                <c:pt idx="85344">
                  <c:v>59.96</c:v>
                </c:pt>
                <c:pt idx="85345">
                  <c:v>59.96</c:v>
                </c:pt>
                <c:pt idx="85346">
                  <c:v>74.95</c:v>
                </c:pt>
                <c:pt idx="85347">
                  <c:v>84.99</c:v>
                </c:pt>
                <c:pt idx="85348">
                  <c:v>64.989999999999995</c:v>
                </c:pt>
                <c:pt idx="85349">
                  <c:v>103.47</c:v>
                </c:pt>
                <c:pt idx="85350">
                  <c:v>84.99</c:v>
                </c:pt>
                <c:pt idx="85351">
                  <c:v>84.99</c:v>
                </c:pt>
                <c:pt idx="85352">
                  <c:v>169.98</c:v>
                </c:pt>
                <c:pt idx="85353">
                  <c:v>79.97</c:v>
                </c:pt>
                <c:pt idx="85354">
                  <c:v>59.96</c:v>
                </c:pt>
                <c:pt idx="85355">
                  <c:v>58.42</c:v>
                </c:pt>
                <c:pt idx="85356">
                  <c:v>53.97</c:v>
                </c:pt>
                <c:pt idx="85357">
                  <c:v>99.96</c:v>
                </c:pt>
                <c:pt idx="85358">
                  <c:v>20.49</c:v>
                </c:pt>
                <c:pt idx="85359">
                  <c:v>29.48</c:v>
                </c:pt>
                <c:pt idx="85360">
                  <c:v>113.96</c:v>
                </c:pt>
                <c:pt idx="85361">
                  <c:v>13.49</c:v>
                </c:pt>
                <c:pt idx="85362">
                  <c:v>54.99</c:v>
                </c:pt>
                <c:pt idx="85363">
                  <c:v>151.15</c:v>
                </c:pt>
                <c:pt idx="85364">
                  <c:v>8.25</c:v>
                </c:pt>
                <c:pt idx="85365">
                  <c:v>36.479999999999997</c:v>
                </c:pt>
                <c:pt idx="85366">
                  <c:v>89.97</c:v>
                </c:pt>
                <c:pt idx="85367">
                  <c:v>119.96</c:v>
                </c:pt>
                <c:pt idx="85368">
                  <c:v>149.94999999999999</c:v>
                </c:pt>
                <c:pt idx="85369">
                  <c:v>59.98</c:v>
                </c:pt>
                <c:pt idx="85370">
                  <c:v>109.96</c:v>
                </c:pt>
                <c:pt idx="85371">
                  <c:v>59.95</c:v>
                </c:pt>
                <c:pt idx="85372">
                  <c:v>59.44</c:v>
                </c:pt>
                <c:pt idx="85373">
                  <c:v>59.95</c:v>
                </c:pt>
                <c:pt idx="85374">
                  <c:v>65.989999999999995</c:v>
                </c:pt>
                <c:pt idx="85375">
                  <c:v>62.95</c:v>
                </c:pt>
                <c:pt idx="85376">
                  <c:v>118.78</c:v>
                </c:pt>
                <c:pt idx="85377">
                  <c:v>42.24</c:v>
                </c:pt>
                <c:pt idx="85378">
                  <c:v>65.989999999999995</c:v>
                </c:pt>
                <c:pt idx="85379">
                  <c:v>51.99</c:v>
                </c:pt>
                <c:pt idx="85380">
                  <c:v>65.989999999999995</c:v>
                </c:pt>
                <c:pt idx="85381">
                  <c:v>170.83</c:v>
                </c:pt>
                <c:pt idx="85382">
                  <c:v>166.92</c:v>
                </c:pt>
                <c:pt idx="85383">
                  <c:v>166.92</c:v>
                </c:pt>
                <c:pt idx="85384">
                  <c:v>88.98</c:v>
                </c:pt>
                <c:pt idx="85385">
                  <c:v>84.99</c:v>
                </c:pt>
                <c:pt idx="85386">
                  <c:v>80.08</c:v>
                </c:pt>
                <c:pt idx="85387">
                  <c:v>189.97</c:v>
                </c:pt>
                <c:pt idx="85388">
                  <c:v>88.98</c:v>
                </c:pt>
                <c:pt idx="85389">
                  <c:v>91.98</c:v>
                </c:pt>
                <c:pt idx="85390">
                  <c:v>139.97</c:v>
                </c:pt>
                <c:pt idx="85391">
                  <c:v>99.98</c:v>
                </c:pt>
                <c:pt idx="85392">
                  <c:v>49.79</c:v>
                </c:pt>
                <c:pt idx="85393">
                  <c:v>70.989999999999995</c:v>
                </c:pt>
                <c:pt idx="85394">
                  <c:v>67.98</c:v>
                </c:pt>
                <c:pt idx="85395">
                  <c:v>74.98</c:v>
                </c:pt>
                <c:pt idx="85396">
                  <c:v>79.180000000000007</c:v>
                </c:pt>
                <c:pt idx="85397">
                  <c:v>143.97999999999999</c:v>
                </c:pt>
                <c:pt idx="85398">
                  <c:v>73.78</c:v>
                </c:pt>
                <c:pt idx="85399">
                  <c:v>169.98</c:v>
                </c:pt>
                <c:pt idx="85400">
                  <c:v>109.98</c:v>
                </c:pt>
                <c:pt idx="85401">
                  <c:v>114.97</c:v>
                </c:pt>
                <c:pt idx="85402">
                  <c:v>137.97</c:v>
                </c:pt>
                <c:pt idx="85403">
                  <c:v>55.98</c:v>
                </c:pt>
                <c:pt idx="85404">
                  <c:v>55.98</c:v>
                </c:pt>
                <c:pt idx="85405">
                  <c:v>61.98</c:v>
                </c:pt>
                <c:pt idx="85406">
                  <c:v>58.76</c:v>
                </c:pt>
                <c:pt idx="85407">
                  <c:v>55.64</c:v>
                </c:pt>
                <c:pt idx="85408">
                  <c:v>61.69</c:v>
                </c:pt>
                <c:pt idx="85409">
                  <c:v>62.91</c:v>
                </c:pt>
                <c:pt idx="85410">
                  <c:v>61.69</c:v>
                </c:pt>
                <c:pt idx="85411">
                  <c:v>68.58</c:v>
                </c:pt>
                <c:pt idx="85412">
                  <c:v>64.12</c:v>
                </c:pt>
                <c:pt idx="85413">
                  <c:v>61.69</c:v>
                </c:pt>
                <c:pt idx="85414">
                  <c:v>59.45</c:v>
                </c:pt>
                <c:pt idx="85415">
                  <c:v>54.98</c:v>
                </c:pt>
                <c:pt idx="85416">
                  <c:v>84.99</c:v>
                </c:pt>
                <c:pt idx="85417">
                  <c:v>84.99</c:v>
                </c:pt>
                <c:pt idx="85418">
                  <c:v>80.180000000000007</c:v>
                </c:pt>
                <c:pt idx="85419">
                  <c:v>84.99</c:v>
                </c:pt>
                <c:pt idx="85420">
                  <c:v>109.97</c:v>
                </c:pt>
                <c:pt idx="85421">
                  <c:v>96.98</c:v>
                </c:pt>
                <c:pt idx="85422">
                  <c:v>54.99</c:v>
                </c:pt>
                <c:pt idx="85423">
                  <c:v>53.28</c:v>
                </c:pt>
                <c:pt idx="85424">
                  <c:v>51.49</c:v>
                </c:pt>
                <c:pt idx="85425">
                  <c:v>22.24</c:v>
                </c:pt>
                <c:pt idx="85426">
                  <c:v>71.48</c:v>
                </c:pt>
                <c:pt idx="85427">
                  <c:v>84.99</c:v>
                </c:pt>
                <c:pt idx="85428">
                  <c:v>104.98</c:v>
                </c:pt>
                <c:pt idx="85429">
                  <c:v>84.99</c:v>
                </c:pt>
                <c:pt idx="85430">
                  <c:v>68.989999999999995</c:v>
                </c:pt>
                <c:pt idx="85431">
                  <c:v>118.25</c:v>
                </c:pt>
                <c:pt idx="85432">
                  <c:v>102.93</c:v>
                </c:pt>
                <c:pt idx="85433">
                  <c:v>104.98</c:v>
                </c:pt>
                <c:pt idx="85434">
                  <c:v>169.98</c:v>
                </c:pt>
                <c:pt idx="85435">
                  <c:v>152.97999999999999</c:v>
                </c:pt>
                <c:pt idx="85436">
                  <c:v>29.48</c:v>
                </c:pt>
                <c:pt idx="85437">
                  <c:v>29.27</c:v>
                </c:pt>
                <c:pt idx="85438">
                  <c:v>246.36</c:v>
                </c:pt>
                <c:pt idx="85439">
                  <c:v>356.78</c:v>
                </c:pt>
                <c:pt idx="85440">
                  <c:v>84.99</c:v>
                </c:pt>
                <c:pt idx="85441">
                  <c:v>108.97</c:v>
                </c:pt>
                <c:pt idx="85442">
                  <c:v>86.98</c:v>
                </c:pt>
                <c:pt idx="85443">
                  <c:v>84.99</c:v>
                </c:pt>
                <c:pt idx="85444">
                  <c:v>96.98</c:v>
                </c:pt>
                <c:pt idx="85445">
                  <c:v>84.99</c:v>
                </c:pt>
                <c:pt idx="85446">
                  <c:v>94.95</c:v>
                </c:pt>
                <c:pt idx="85447">
                  <c:v>59.94</c:v>
                </c:pt>
                <c:pt idx="85448">
                  <c:v>59.94</c:v>
                </c:pt>
                <c:pt idx="85449">
                  <c:v>94.95</c:v>
                </c:pt>
                <c:pt idx="85450">
                  <c:v>79.92</c:v>
                </c:pt>
                <c:pt idx="85451">
                  <c:v>79.92</c:v>
                </c:pt>
                <c:pt idx="85452">
                  <c:v>124.93</c:v>
                </c:pt>
                <c:pt idx="85453">
                  <c:v>124.93</c:v>
                </c:pt>
                <c:pt idx="85454">
                  <c:v>157.25</c:v>
                </c:pt>
                <c:pt idx="85455">
                  <c:v>102.83</c:v>
                </c:pt>
                <c:pt idx="85456">
                  <c:v>66.53</c:v>
                </c:pt>
                <c:pt idx="85457">
                  <c:v>78.98</c:v>
                </c:pt>
                <c:pt idx="85458">
                  <c:v>-30</c:v>
                </c:pt>
                <c:pt idx="85459">
                  <c:v>73.97</c:v>
                </c:pt>
                <c:pt idx="85460">
                  <c:v>80.98</c:v>
                </c:pt>
                <c:pt idx="85461">
                  <c:v>65.989999999999995</c:v>
                </c:pt>
                <c:pt idx="85462">
                  <c:v>54.98</c:v>
                </c:pt>
                <c:pt idx="85463">
                  <c:v>42.99</c:v>
                </c:pt>
                <c:pt idx="85464">
                  <c:v>59.98</c:v>
                </c:pt>
                <c:pt idx="85465">
                  <c:v>93.97</c:v>
                </c:pt>
                <c:pt idx="85466">
                  <c:v>61.09</c:v>
                </c:pt>
                <c:pt idx="85467">
                  <c:v>38.99</c:v>
                </c:pt>
                <c:pt idx="85468">
                  <c:v>179.97</c:v>
                </c:pt>
                <c:pt idx="85469">
                  <c:v>54.25</c:v>
                </c:pt>
                <c:pt idx="85470">
                  <c:v>76.489999999999995</c:v>
                </c:pt>
                <c:pt idx="85471">
                  <c:v>72.58</c:v>
                </c:pt>
                <c:pt idx="85472">
                  <c:v>89.98</c:v>
                </c:pt>
                <c:pt idx="85473">
                  <c:v>83.9</c:v>
                </c:pt>
                <c:pt idx="85474">
                  <c:v>53.98</c:v>
                </c:pt>
                <c:pt idx="85475">
                  <c:v>72.53</c:v>
                </c:pt>
                <c:pt idx="85476">
                  <c:v>-1.2</c:v>
                </c:pt>
                <c:pt idx="85477">
                  <c:v>72.53</c:v>
                </c:pt>
                <c:pt idx="85478">
                  <c:v>82.23</c:v>
                </c:pt>
                <c:pt idx="85479">
                  <c:v>64.09</c:v>
                </c:pt>
                <c:pt idx="85480">
                  <c:v>74.97</c:v>
                </c:pt>
                <c:pt idx="85481">
                  <c:v>74.97</c:v>
                </c:pt>
                <c:pt idx="85482">
                  <c:v>96.75</c:v>
                </c:pt>
                <c:pt idx="85483">
                  <c:v>99.98</c:v>
                </c:pt>
                <c:pt idx="85484">
                  <c:v>99.98</c:v>
                </c:pt>
                <c:pt idx="85485">
                  <c:v>82.64</c:v>
                </c:pt>
                <c:pt idx="85486">
                  <c:v>144.47999999999999</c:v>
                </c:pt>
                <c:pt idx="85487">
                  <c:v>103.48</c:v>
                </c:pt>
                <c:pt idx="85488">
                  <c:v>119.98</c:v>
                </c:pt>
                <c:pt idx="85489">
                  <c:v>266.14</c:v>
                </c:pt>
                <c:pt idx="85490">
                  <c:v>90.35</c:v>
                </c:pt>
                <c:pt idx="85491">
                  <c:v>151.21</c:v>
                </c:pt>
                <c:pt idx="85492">
                  <c:v>150.9</c:v>
                </c:pt>
                <c:pt idx="85493">
                  <c:v>79.849999999999994</c:v>
                </c:pt>
                <c:pt idx="85494">
                  <c:v>137.97</c:v>
                </c:pt>
                <c:pt idx="85495">
                  <c:v>169.98</c:v>
                </c:pt>
                <c:pt idx="85496">
                  <c:v>38.78</c:v>
                </c:pt>
                <c:pt idx="85497">
                  <c:v>103.97</c:v>
                </c:pt>
                <c:pt idx="85498">
                  <c:v>169.98</c:v>
                </c:pt>
                <c:pt idx="85499">
                  <c:v>99.95</c:v>
                </c:pt>
                <c:pt idx="85500">
                  <c:v>82.96</c:v>
                </c:pt>
                <c:pt idx="85501">
                  <c:v>72.319999999999993</c:v>
                </c:pt>
                <c:pt idx="85502">
                  <c:v>63.96</c:v>
                </c:pt>
                <c:pt idx="85503">
                  <c:v>78.209999999999994</c:v>
                </c:pt>
                <c:pt idx="85504">
                  <c:v>61.98</c:v>
                </c:pt>
                <c:pt idx="85505">
                  <c:v>61.98</c:v>
                </c:pt>
                <c:pt idx="85506">
                  <c:v>67.98</c:v>
                </c:pt>
                <c:pt idx="85507">
                  <c:v>59.98</c:v>
                </c:pt>
                <c:pt idx="85508">
                  <c:v>61.98</c:v>
                </c:pt>
                <c:pt idx="85509">
                  <c:v>55.98</c:v>
                </c:pt>
                <c:pt idx="85510">
                  <c:v>60.98</c:v>
                </c:pt>
                <c:pt idx="85511">
                  <c:v>51.94</c:v>
                </c:pt>
                <c:pt idx="85512">
                  <c:v>58.98</c:v>
                </c:pt>
                <c:pt idx="85513">
                  <c:v>62.98</c:v>
                </c:pt>
                <c:pt idx="85514">
                  <c:v>62.98</c:v>
                </c:pt>
                <c:pt idx="85515">
                  <c:v>58.98</c:v>
                </c:pt>
                <c:pt idx="85516">
                  <c:v>58.98</c:v>
                </c:pt>
                <c:pt idx="85517">
                  <c:v>51.94</c:v>
                </c:pt>
                <c:pt idx="85518">
                  <c:v>58.98</c:v>
                </c:pt>
                <c:pt idx="85519">
                  <c:v>58.98</c:v>
                </c:pt>
                <c:pt idx="85520">
                  <c:v>58.98</c:v>
                </c:pt>
                <c:pt idx="85521">
                  <c:v>119.98</c:v>
                </c:pt>
                <c:pt idx="85522">
                  <c:v>54.74</c:v>
                </c:pt>
                <c:pt idx="85523">
                  <c:v>169.97</c:v>
                </c:pt>
                <c:pt idx="85524">
                  <c:v>56.97</c:v>
                </c:pt>
                <c:pt idx="85525">
                  <c:v>99.98</c:v>
                </c:pt>
                <c:pt idx="85526">
                  <c:v>159.97999999999999</c:v>
                </c:pt>
                <c:pt idx="85527">
                  <c:v>40.53</c:v>
                </c:pt>
                <c:pt idx="85528">
                  <c:v>69.98</c:v>
                </c:pt>
                <c:pt idx="85529">
                  <c:v>50.38</c:v>
                </c:pt>
                <c:pt idx="85530">
                  <c:v>41.49</c:v>
                </c:pt>
                <c:pt idx="85531">
                  <c:v>65.989999999999995</c:v>
                </c:pt>
                <c:pt idx="85532">
                  <c:v>19.489999999999998</c:v>
                </c:pt>
                <c:pt idx="85533">
                  <c:v>59.98</c:v>
                </c:pt>
                <c:pt idx="85534">
                  <c:v>53.98</c:v>
                </c:pt>
                <c:pt idx="85535">
                  <c:v>53.98</c:v>
                </c:pt>
                <c:pt idx="85536">
                  <c:v>64.97</c:v>
                </c:pt>
                <c:pt idx="85537">
                  <c:v>91.47</c:v>
                </c:pt>
                <c:pt idx="85538">
                  <c:v>104.97</c:v>
                </c:pt>
                <c:pt idx="85539">
                  <c:v>209.94</c:v>
                </c:pt>
                <c:pt idx="85540">
                  <c:v>84.99</c:v>
                </c:pt>
                <c:pt idx="85541">
                  <c:v>156.97</c:v>
                </c:pt>
                <c:pt idx="85542">
                  <c:v>84.99</c:v>
                </c:pt>
                <c:pt idx="85543">
                  <c:v>75.959999999999994</c:v>
                </c:pt>
                <c:pt idx="85544">
                  <c:v>119.94</c:v>
                </c:pt>
                <c:pt idx="85545">
                  <c:v>84.99</c:v>
                </c:pt>
                <c:pt idx="85546">
                  <c:v>80.97</c:v>
                </c:pt>
                <c:pt idx="85547">
                  <c:v>91.6</c:v>
                </c:pt>
                <c:pt idx="85548">
                  <c:v>93.97</c:v>
                </c:pt>
                <c:pt idx="85549">
                  <c:v>97.11</c:v>
                </c:pt>
                <c:pt idx="85550">
                  <c:v>89.97</c:v>
                </c:pt>
                <c:pt idx="85551">
                  <c:v>90.97</c:v>
                </c:pt>
                <c:pt idx="85552">
                  <c:v>62.98</c:v>
                </c:pt>
                <c:pt idx="85553">
                  <c:v>326.07</c:v>
                </c:pt>
                <c:pt idx="85554">
                  <c:v>-17.98</c:v>
                </c:pt>
                <c:pt idx="85555">
                  <c:v>55.23</c:v>
                </c:pt>
                <c:pt idx="85556">
                  <c:v>135.97</c:v>
                </c:pt>
                <c:pt idx="85557">
                  <c:v>64.98</c:v>
                </c:pt>
                <c:pt idx="85558">
                  <c:v>199.96</c:v>
                </c:pt>
                <c:pt idx="85559">
                  <c:v>161.96</c:v>
                </c:pt>
                <c:pt idx="85560">
                  <c:v>122.34</c:v>
                </c:pt>
                <c:pt idx="85561">
                  <c:v>155.88</c:v>
                </c:pt>
                <c:pt idx="85562">
                  <c:v>124.96</c:v>
                </c:pt>
                <c:pt idx="85563">
                  <c:v>122.97</c:v>
                </c:pt>
                <c:pt idx="85564">
                  <c:v>159.97999999999999</c:v>
                </c:pt>
                <c:pt idx="85565">
                  <c:v>59.98</c:v>
                </c:pt>
                <c:pt idx="85566">
                  <c:v>95.75</c:v>
                </c:pt>
                <c:pt idx="85567">
                  <c:v>51.26</c:v>
                </c:pt>
                <c:pt idx="85568">
                  <c:v>95.98</c:v>
                </c:pt>
                <c:pt idx="85569">
                  <c:v>121.98</c:v>
                </c:pt>
                <c:pt idx="85570">
                  <c:v>109.78</c:v>
                </c:pt>
                <c:pt idx="85571">
                  <c:v>80.98</c:v>
                </c:pt>
                <c:pt idx="85572">
                  <c:v>63.96</c:v>
                </c:pt>
                <c:pt idx="85573">
                  <c:v>161.94999999999999</c:v>
                </c:pt>
                <c:pt idx="85574">
                  <c:v>69.98</c:v>
                </c:pt>
                <c:pt idx="85575">
                  <c:v>220.94</c:v>
                </c:pt>
                <c:pt idx="85576">
                  <c:v>169.94</c:v>
                </c:pt>
                <c:pt idx="85577">
                  <c:v>53.97</c:v>
                </c:pt>
                <c:pt idx="85578">
                  <c:v>114.98</c:v>
                </c:pt>
                <c:pt idx="85579">
                  <c:v>86.07</c:v>
                </c:pt>
                <c:pt idx="85580">
                  <c:v>196.96</c:v>
                </c:pt>
                <c:pt idx="85581">
                  <c:v>99.97</c:v>
                </c:pt>
                <c:pt idx="85582">
                  <c:v>59.99</c:v>
                </c:pt>
                <c:pt idx="85583">
                  <c:v>65.989999999999995</c:v>
                </c:pt>
                <c:pt idx="85584">
                  <c:v>139.03</c:v>
                </c:pt>
                <c:pt idx="85585">
                  <c:v>103.99</c:v>
                </c:pt>
                <c:pt idx="85586">
                  <c:v>-65.27</c:v>
                </c:pt>
                <c:pt idx="85587">
                  <c:v>65.27</c:v>
                </c:pt>
                <c:pt idx="85588">
                  <c:v>65.27</c:v>
                </c:pt>
                <c:pt idx="85589">
                  <c:v>-24.48</c:v>
                </c:pt>
                <c:pt idx="85590">
                  <c:v>123.31</c:v>
                </c:pt>
                <c:pt idx="85591">
                  <c:v>-1.95</c:v>
                </c:pt>
                <c:pt idx="85592">
                  <c:v>41.94</c:v>
                </c:pt>
                <c:pt idx="85593">
                  <c:v>41.29</c:v>
                </c:pt>
                <c:pt idx="85594">
                  <c:v>30</c:v>
                </c:pt>
                <c:pt idx="85595">
                  <c:v>234.43</c:v>
                </c:pt>
                <c:pt idx="85596">
                  <c:v>58.29</c:v>
                </c:pt>
                <c:pt idx="85597">
                  <c:v>68.989999999999995</c:v>
                </c:pt>
                <c:pt idx="85598">
                  <c:v>148.97999999999999</c:v>
                </c:pt>
                <c:pt idx="85599">
                  <c:v>179.94</c:v>
                </c:pt>
                <c:pt idx="85600">
                  <c:v>155.96</c:v>
                </c:pt>
                <c:pt idx="85601">
                  <c:v>269.95999999999998</c:v>
                </c:pt>
                <c:pt idx="85602">
                  <c:v>68.989999999999995</c:v>
                </c:pt>
                <c:pt idx="85603">
                  <c:v>139.97</c:v>
                </c:pt>
                <c:pt idx="85604">
                  <c:v>84.98</c:v>
                </c:pt>
                <c:pt idx="85605">
                  <c:v>104.98</c:v>
                </c:pt>
                <c:pt idx="85606">
                  <c:v>63.56</c:v>
                </c:pt>
                <c:pt idx="85607">
                  <c:v>124.97</c:v>
                </c:pt>
                <c:pt idx="85608">
                  <c:v>20.29</c:v>
                </c:pt>
                <c:pt idx="85609">
                  <c:v>112.86</c:v>
                </c:pt>
                <c:pt idx="85610">
                  <c:v>79.98</c:v>
                </c:pt>
                <c:pt idx="85611">
                  <c:v>169.98</c:v>
                </c:pt>
                <c:pt idx="85612">
                  <c:v>67.98</c:v>
                </c:pt>
                <c:pt idx="85613">
                  <c:v>41.29</c:v>
                </c:pt>
                <c:pt idx="85614">
                  <c:v>84.99</c:v>
                </c:pt>
                <c:pt idx="85615">
                  <c:v>84.99</c:v>
                </c:pt>
                <c:pt idx="85616">
                  <c:v>84.99</c:v>
                </c:pt>
                <c:pt idx="85617">
                  <c:v>84.99</c:v>
                </c:pt>
                <c:pt idx="85618">
                  <c:v>65.989999999999995</c:v>
                </c:pt>
                <c:pt idx="85619">
                  <c:v>74.98</c:v>
                </c:pt>
                <c:pt idx="85620">
                  <c:v>67.98</c:v>
                </c:pt>
                <c:pt idx="85621">
                  <c:v>50.98</c:v>
                </c:pt>
                <c:pt idx="85622">
                  <c:v>26.29</c:v>
                </c:pt>
                <c:pt idx="85623">
                  <c:v>173.96</c:v>
                </c:pt>
                <c:pt idx="85624">
                  <c:v>52.97</c:v>
                </c:pt>
                <c:pt idx="85625">
                  <c:v>84.99</c:v>
                </c:pt>
                <c:pt idx="85626">
                  <c:v>65.989999999999995</c:v>
                </c:pt>
                <c:pt idx="85627">
                  <c:v>-84.99</c:v>
                </c:pt>
                <c:pt idx="85628">
                  <c:v>65.989999999999995</c:v>
                </c:pt>
                <c:pt idx="85629">
                  <c:v>65.989999999999995</c:v>
                </c:pt>
                <c:pt idx="85630">
                  <c:v>84.99</c:v>
                </c:pt>
                <c:pt idx="85631">
                  <c:v>76.489999999999995</c:v>
                </c:pt>
                <c:pt idx="85632">
                  <c:v>-84.99</c:v>
                </c:pt>
                <c:pt idx="85633">
                  <c:v>76.489999999999995</c:v>
                </c:pt>
                <c:pt idx="85634">
                  <c:v>99.98</c:v>
                </c:pt>
                <c:pt idx="85635">
                  <c:v>99.98</c:v>
                </c:pt>
                <c:pt idx="85636">
                  <c:v>84.99</c:v>
                </c:pt>
                <c:pt idx="85637">
                  <c:v>39.99</c:v>
                </c:pt>
                <c:pt idx="85638">
                  <c:v>65.989999999999995</c:v>
                </c:pt>
                <c:pt idx="85639">
                  <c:v>35.49</c:v>
                </c:pt>
                <c:pt idx="85640">
                  <c:v>65.989999999999995</c:v>
                </c:pt>
                <c:pt idx="85641">
                  <c:v>84.99</c:v>
                </c:pt>
                <c:pt idx="85642">
                  <c:v>84.99</c:v>
                </c:pt>
                <c:pt idx="85643">
                  <c:v>84.99</c:v>
                </c:pt>
                <c:pt idx="85644">
                  <c:v>39.99</c:v>
                </c:pt>
                <c:pt idx="85645">
                  <c:v>84.99</c:v>
                </c:pt>
                <c:pt idx="85646">
                  <c:v>135.93</c:v>
                </c:pt>
                <c:pt idx="85647">
                  <c:v>65.989999999999995</c:v>
                </c:pt>
                <c:pt idx="85648">
                  <c:v>35.49</c:v>
                </c:pt>
                <c:pt idx="85649">
                  <c:v>135.93</c:v>
                </c:pt>
                <c:pt idx="85650">
                  <c:v>84.99</c:v>
                </c:pt>
                <c:pt idx="85651">
                  <c:v>65.989999999999995</c:v>
                </c:pt>
                <c:pt idx="85652">
                  <c:v>37.68</c:v>
                </c:pt>
                <c:pt idx="85653">
                  <c:v>175.94</c:v>
                </c:pt>
                <c:pt idx="85654">
                  <c:v>20.49</c:v>
                </c:pt>
                <c:pt idx="85655">
                  <c:v>54.63</c:v>
                </c:pt>
                <c:pt idx="85656">
                  <c:v>53.98</c:v>
                </c:pt>
                <c:pt idx="85657">
                  <c:v>72.97</c:v>
                </c:pt>
                <c:pt idx="85658">
                  <c:v>53.98</c:v>
                </c:pt>
                <c:pt idx="85659">
                  <c:v>66.97</c:v>
                </c:pt>
                <c:pt idx="85660">
                  <c:v>31.29</c:v>
                </c:pt>
                <c:pt idx="85661">
                  <c:v>53.98</c:v>
                </c:pt>
                <c:pt idx="85662">
                  <c:v>53.98</c:v>
                </c:pt>
                <c:pt idx="85663">
                  <c:v>70.97</c:v>
                </c:pt>
                <c:pt idx="85664">
                  <c:v>53.98</c:v>
                </c:pt>
                <c:pt idx="85665">
                  <c:v>59.98</c:v>
                </c:pt>
                <c:pt idx="85666">
                  <c:v>25.29</c:v>
                </c:pt>
                <c:pt idx="85667">
                  <c:v>79.98</c:v>
                </c:pt>
                <c:pt idx="85668">
                  <c:v>89.98</c:v>
                </c:pt>
                <c:pt idx="85669">
                  <c:v>85.98</c:v>
                </c:pt>
                <c:pt idx="85670">
                  <c:v>56.98</c:v>
                </c:pt>
                <c:pt idx="85671">
                  <c:v>75.97</c:v>
                </c:pt>
                <c:pt idx="85672">
                  <c:v>56.09</c:v>
                </c:pt>
                <c:pt idx="85673">
                  <c:v>221.55</c:v>
                </c:pt>
                <c:pt idx="85674">
                  <c:v>179.96</c:v>
                </c:pt>
                <c:pt idx="85675">
                  <c:v>75.319999999999993</c:v>
                </c:pt>
                <c:pt idx="85676">
                  <c:v>76.62</c:v>
                </c:pt>
                <c:pt idx="85677">
                  <c:v>77.39</c:v>
                </c:pt>
                <c:pt idx="85678">
                  <c:v>76.62</c:v>
                </c:pt>
                <c:pt idx="85679">
                  <c:v>76.62</c:v>
                </c:pt>
                <c:pt idx="85680">
                  <c:v>77.39</c:v>
                </c:pt>
                <c:pt idx="85681">
                  <c:v>77.39</c:v>
                </c:pt>
                <c:pt idx="85682">
                  <c:v>214.34</c:v>
                </c:pt>
                <c:pt idx="85683">
                  <c:v>124.04</c:v>
                </c:pt>
                <c:pt idx="85684">
                  <c:v>276.02</c:v>
                </c:pt>
                <c:pt idx="85685">
                  <c:v>46.92</c:v>
                </c:pt>
                <c:pt idx="85686">
                  <c:v>136.96</c:v>
                </c:pt>
                <c:pt idx="85687">
                  <c:v>18.8</c:v>
                </c:pt>
                <c:pt idx="85688">
                  <c:v>31.04</c:v>
                </c:pt>
                <c:pt idx="85689">
                  <c:v>56.97</c:v>
                </c:pt>
                <c:pt idx="85690">
                  <c:v>20.29</c:v>
                </c:pt>
                <c:pt idx="85691">
                  <c:v>39.28</c:v>
                </c:pt>
                <c:pt idx="85692">
                  <c:v>95.54</c:v>
                </c:pt>
                <c:pt idx="85693">
                  <c:v>29.99</c:v>
                </c:pt>
                <c:pt idx="85694">
                  <c:v>166.91</c:v>
                </c:pt>
                <c:pt idx="85695">
                  <c:v>235.88</c:v>
                </c:pt>
                <c:pt idx="85696">
                  <c:v>139.09</c:v>
                </c:pt>
                <c:pt idx="85697">
                  <c:v>30.48</c:v>
                </c:pt>
                <c:pt idx="85698">
                  <c:v>43.48</c:v>
                </c:pt>
                <c:pt idx="85699">
                  <c:v>22.99</c:v>
                </c:pt>
                <c:pt idx="85700">
                  <c:v>53.96</c:v>
                </c:pt>
                <c:pt idx="85701">
                  <c:v>110.97</c:v>
                </c:pt>
                <c:pt idx="85702">
                  <c:v>51.97</c:v>
                </c:pt>
                <c:pt idx="85703">
                  <c:v>50.69</c:v>
                </c:pt>
                <c:pt idx="85704">
                  <c:v>54.96</c:v>
                </c:pt>
                <c:pt idx="85705">
                  <c:v>50.96</c:v>
                </c:pt>
                <c:pt idx="85706">
                  <c:v>50.97</c:v>
                </c:pt>
                <c:pt idx="85707">
                  <c:v>145.15</c:v>
                </c:pt>
                <c:pt idx="85708">
                  <c:v>145.15</c:v>
                </c:pt>
                <c:pt idx="85709">
                  <c:v>145.15</c:v>
                </c:pt>
                <c:pt idx="85710">
                  <c:v>75.52</c:v>
                </c:pt>
                <c:pt idx="85711">
                  <c:v>76.489999999999995</c:v>
                </c:pt>
                <c:pt idx="85712">
                  <c:v>84.99</c:v>
                </c:pt>
                <c:pt idx="85713">
                  <c:v>68.989999999999995</c:v>
                </c:pt>
                <c:pt idx="85714">
                  <c:v>70.989999999999995</c:v>
                </c:pt>
                <c:pt idx="85715">
                  <c:v>139.97999999999999</c:v>
                </c:pt>
                <c:pt idx="85716">
                  <c:v>72.98</c:v>
                </c:pt>
                <c:pt idx="85717">
                  <c:v>82.96</c:v>
                </c:pt>
                <c:pt idx="85718">
                  <c:v>57.72</c:v>
                </c:pt>
                <c:pt idx="85719">
                  <c:v>69.959999999999994</c:v>
                </c:pt>
                <c:pt idx="85720">
                  <c:v>109.98</c:v>
                </c:pt>
                <c:pt idx="85721">
                  <c:v>171.48</c:v>
                </c:pt>
                <c:pt idx="85722">
                  <c:v>109.98</c:v>
                </c:pt>
                <c:pt idx="85723">
                  <c:v>23.48</c:v>
                </c:pt>
                <c:pt idx="85724">
                  <c:v>79.98</c:v>
                </c:pt>
                <c:pt idx="85725">
                  <c:v>38.479999999999997</c:v>
                </c:pt>
                <c:pt idx="85726">
                  <c:v>39.479999999999997</c:v>
                </c:pt>
                <c:pt idx="85727">
                  <c:v>20.49</c:v>
                </c:pt>
                <c:pt idx="85728">
                  <c:v>36.49</c:v>
                </c:pt>
                <c:pt idx="85729">
                  <c:v>39.479999999999997</c:v>
                </c:pt>
                <c:pt idx="85730">
                  <c:v>11.49</c:v>
                </c:pt>
                <c:pt idx="85731">
                  <c:v>84.97</c:v>
                </c:pt>
                <c:pt idx="85732">
                  <c:v>39.479999999999997</c:v>
                </c:pt>
                <c:pt idx="85733">
                  <c:v>39.479999999999997</c:v>
                </c:pt>
                <c:pt idx="85734">
                  <c:v>143.96</c:v>
                </c:pt>
                <c:pt idx="85735">
                  <c:v>131.97999999999999</c:v>
                </c:pt>
                <c:pt idx="85736">
                  <c:v>128.32</c:v>
                </c:pt>
                <c:pt idx="85737">
                  <c:v>104.38</c:v>
                </c:pt>
                <c:pt idx="85738">
                  <c:v>59.98</c:v>
                </c:pt>
                <c:pt idx="85739">
                  <c:v>26.49</c:v>
                </c:pt>
                <c:pt idx="85740">
                  <c:v>59.98</c:v>
                </c:pt>
                <c:pt idx="85741">
                  <c:v>51.23</c:v>
                </c:pt>
                <c:pt idx="85742">
                  <c:v>50.98</c:v>
                </c:pt>
                <c:pt idx="85743">
                  <c:v>59.98</c:v>
                </c:pt>
                <c:pt idx="85744">
                  <c:v>59.98</c:v>
                </c:pt>
                <c:pt idx="85745">
                  <c:v>80.72</c:v>
                </c:pt>
                <c:pt idx="85746">
                  <c:v>54.12</c:v>
                </c:pt>
                <c:pt idx="85747">
                  <c:v>58.98</c:v>
                </c:pt>
                <c:pt idx="85748">
                  <c:v>118.98</c:v>
                </c:pt>
                <c:pt idx="85749">
                  <c:v>101.57</c:v>
                </c:pt>
                <c:pt idx="85750">
                  <c:v>273.39999999999998</c:v>
                </c:pt>
                <c:pt idx="85751">
                  <c:v>107.97</c:v>
                </c:pt>
                <c:pt idx="85752">
                  <c:v>101.67</c:v>
                </c:pt>
                <c:pt idx="85753">
                  <c:v>42.99</c:v>
                </c:pt>
                <c:pt idx="85754">
                  <c:v>119.77</c:v>
                </c:pt>
                <c:pt idx="85755">
                  <c:v>109.98</c:v>
                </c:pt>
                <c:pt idx="85756">
                  <c:v>133.21</c:v>
                </c:pt>
                <c:pt idx="85757">
                  <c:v>77.97</c:v>
                </c:pt>
                <c:pt idx="85758">
                  <c:v>52.23</c:v>
                </c:pt>
                <c:pt idx="85759">
                  <c:v>148.96</c:v>
                </c:pt>
                <c:pt idx="85760">
                  <c:v>84.99</c:v>
                </c:pt>
                <c:pt idx="85761">
                  <c:v>222.95</c:v>
                </c:pt>
                <c:pt idx="85762">
                  <c:v>268.12</c:v>
                </c:pt>
                <c:pt idx="85763">
                  <c:v>152.93</c:v>
                </c:pt>
                <c:pt idx="85764">
                  <c:v>127.94</c:v>
                </c:pt>
                <c:pt idx="85765">
                  <c:v>169.98</c:v>
                </c:pt>
                <c:pt idx="85766">
                  <c:v>195.96</c:v>
                </c:pt>
                <c:pt idx="85767">
                  <c:v>62.98</c:v>
                </c:pt>
                <c:pt idx="85768">
                  <c:v>95.96</c:v>
                </c:pt>
                <c:pt idx="85769">
                  <c:v>84.99</c:v>
                </c:pt>
                <c:pt idx="85770">
                  <c:v>65.989999999999995</c:v>
                </c:pt>
                <c:pt idx="85771">
                  <c:v>84.99</c:v>
                </c:pt>
                <c:pt idx="85772">
                  <c:v>83.97</c:v>
                </c:pt>
                <c:pt idx="85773">
                  <c:v>97.98</c:v>
                </c:pt>
                <c:pt idx="85774">
                  <c:v>84.99</c:v>
                </c:pt>
                <c:pt idx="85775">
                  <c:v>-3</c:v>
                </c:pt>
                <c:pt idx="85776">
                  <c:v>90.97</c:v>
                </c:pt>
                <c:pt idx="85777">
                  <c:v>-3.75</c:v>
                </c:pt>
                <c:pt idx="85778">
                  <c:v>0</c:v>
                </c:pt>
                <c:pt idx="85779">
                  <c:v>100.27</c:v>
                </c:pt>
                <c:pt idx="85780">
                  <c:v>89.97</c:v>
                </c:pt>
                <c:pt idx="85781">
                  <c:v>24.99</c:v>
                </c:pt>
                <c:pt idx="85782">
                  <c:v>52.23</c:v>
                </c:pt>
                <c:pt idx="85783">
                  <c:v>68.59</c:v>
                </c:pt>
                <c:pt idx="85784">
                  <c:v>134.46</c:v>
                </c:pt>
                <c:pt idx="85785">
                  <c:v>121.98</c:v>
                </c:pt>
                <c:pt idx="85786">
                  <c:v>121.98</c:v>
                </c:pt>
                <c:pt idx="85787">
                  <c:v>121.98</c:v>
                </c:pt>
                <c:pt idx="85788">
                  <c:v>121.98</c:v>
                </c:pt>
                <c:pt idx="85789">
                  <c:v>74.97</c:v>
                </c:pt>
                <c:pt idx="85790">
                  <c:v>89.97</c:v>
                </c:pt>
                <c:pt idx="85791">
                  <c:v>74.97</c:v>
                </c:pt>
                <c:pt idx="85792">
                  <c:v>59.97</c:v>
                </c:pt>
                <c:pt idx="85793">
                  <c:v>23.49</c:v>
                </c:pt>
                <c:pt idx="85794">
                  <c:v>62.97</c:v>
                </c:pt>
                <c:pt idx="85795">
                  <c:v>89.97</c:v>
                </c:pt>
                <c:pt idx="85796">
                  <c:v>64.989999999999995</c:v>
                </c:pt>
                <c:pt idx="85797">
                  <c:v>99.98</c:v>
                </c:pt>
                <c:pt idx="85798">
                  <c:v>82.98</c:v>
                </c:pt>
                <c:pt idx="85799">
                  <c:v>129.75</c:v>
                </c:pt>
                <c:pt idx="85800">
                  <c:v>89.98</c:v>
                </c:pt>
                <c:pt idx="85801">
                  <c:v>64.98</c:v>
                </c:pt>
                <c:pt idx="85802">
                  <c:v>119.96</c:v>
                </c:pt>
                <c:pt idx="85803">
                  <c:v>119.96</c:v>
                </c:pt>
                <c:pt idx="85804">
                  <c:v>117.56</c:v>
                </c:pt>
                <c:pt idx="85805">
                  <c:v>119.96</c:v>
                </c:pt>
                <c:pt idx="85806">
                  <c:v>257.41000000000003</c:v>
                </c:pt>
                <c:pt idx="85807">
                  <c:v>231.92</c:v>
                </c:pt>
                <c:pt idx="85808">
                  <c:v>60.48</c:v>
                </c:pt>
                <c:pt idx="85809">
                  <c:v>56.97</c:v>
                </c:pt>
                <c:pt idx="85810">
                  <c:v>169.98</c:v>
                </c:pt>
                <c:pt idx="85811">
                  <c:v>84.99</c:v>
                </c:pt>
                <c:pt idx="85812">
                  <c:v>76.489999999999995</c:v>
                </c:pt>
                <c:pt idx="85813">
                  <c:v>84.99</c:v>
                </c:pt>
                <c:pt idx="85814">
                  <c:v>76.489999999999995</c:v>
                </c:pt>
                <c:pt idx="85815">
                  <c:v>84.99</c:v>
                </c:pt>
                <c:pt idx="85816">
                  <c:v>61.85</c:v>
                </c:pt>
                <c:pt idx="85817">
                  <c:v>99.98</c:v>
                </c:pt>
                <c:pt idx="85818">
                  <c:v>127.98</c:v>
                </c:pt>
                <c:pt idx="85819">
                  <c:v>99.98</c:v>
                </c:pt>
                <c:pt idx="85820">
                  <c:v>64.989999999999995</c:v>
                </c:pt>
                <c:pt idx="85821">
                  <c:v>44.74</c:v>
                </c:pt>
                <c:pt idx="85822">
                  <c:v>58.8</c:v>
                </c:pt>
                <c:pt idx="85823">
                  <c:v>59.98</c:v>
                </c:pt>
                <c:pt idx="85824">
                  <c:v>53.8</c:v>
                </c:pt>
                <c:pt idx="85825">
                  <c:v>67.28</c:v>
                </c:pt>
                <c:pt idx="85826">
                  <c:v>169.43</c:v>
                </c:pt>
                <c:pt idx="85827">
                  <c:v>52.97</c:v>
                </c:pt>
                <c:pt idx="85828">
                  <c:v>99.29</c:v>
                </c:pt>
                <c:pt idx="85829">
                  <c:v>147.94999999999999</c:v>
                </c:pt>
                <c:pt idx="85830">
                  <c:v>254.97</c:v>
                </c:pt>
                <c:pt idx="85831">
                  <c:v>398.85</c:v>
                </c:pt>
                <c:pt idx="85832">
                  <c:v>134.97999999999999</c:v>
                </c:pt>
                <c:pt idx="85833">
                  <c:v>147.46</c:v>
                </c:pt>
                <c:pt idx="85834">
                  <c:v>84.99</c:v>
                </c:pt>
                <c:pt idx="85835">
                  <c:v>84.99</c:v>
                </c:pt>
                <c:pt idx="85836">
                  <c:v>70.98</c:v>
                </c:pt>
                <c:pt idx="85837">
                  <c:v>169.98</c:v>
                </c:pt>
                <c:pt idx="85838">
                  <c:v>84.99</c:v>
                </c:pt>
                <c:pt idx="85839">
                  <c:v>104.98</c:v>
                </c:pt>
                <c:pt idx="85840">
                  <c:v>59.98</c:v>
                </c:pt>
                <c:pt idx="85841">
                  <c:v>64.989999999999995</c:v>
                </c:pt>
                <c:pt idx="85842">
                  <c:v>51.48</c:v>
                </c:pt>
                <c:pt idx="85843">
                  <c:v>89.96</c:v>
                </c:pt>
                <c:pt idx="85844">
                  <c:v>112.95</c:v>
                </c:pt>
                <c:pt idx="85845">
                  <c:v>99.98</c:v>
                </c:pt>
                <c:pt idx="85846">
                  <c:v>140.34</c:v>
                </c:pt>
                <c:pt idx="85847">
                  <c:v>128.24</c:v>
                </c:pt>
                <c:pt idx="85848">
                  <c:v>164.51</c:v>
                </c:pt>
                <c:pt idx="85849">
                  <c:v>74.98</c:v>
                </c:pt>
                <c:pt idx="85850">
                  <c:v>167.94</c:v>
                </c:pt>
                <c:pt idx="85851">
                  <c:v>114.96</c:v>
                </c:pt>
                <c:pt idx="85852">
                  <c:v>62.97</c:v>
                </c:pt>
                <c:pt idx="85853">
                  <c:v>150.94999999999999</c:v>
                </c:pt>
                <c:pt idx="85854">
                  <c:v>108.95</c:v>
                </c:pt>
                <c:pt idx="85855">
                  <c:v>101.98</c:v>
                </c:pt>
                <c:pt idx="85856">
                  <c:v>79.98</c:v>
                </c:pt>
                <c:pt idx="85857">
                  <c:v>65.989999999999995</c:v>
                </c:pt>
                <c:pt idx="85858">
                  <c:v>167.45</c:v>
                </c:pt>
                <c:pt idx="85859">
                  <c:v>131.97999999999999</c:v>
                </c:pt>
                <c:pt idx="85860">
                  <c:v>112.98</c:v>
                </c:pt>
                <c:pt idx="85861">
                  <c:v>99.98</c:v>
                </c:pt>
                <c:pt idx="85862">
                  <c:v>169.98</c:v>
                </c:pt>
                <c:pt idx="85863">
                  <c:v>169.98</c:v>
                </c:pt>
                <c:pt idx="85864">
                  <c:v>84.99</c:v>
                </c:pt>
                <c:pt idx="85865">
                  <c:v>169.98</c:v>
                </c:pt>
                <c:pt idx="85866">
                  <c:v>149.97</c:v>
                </c:pt>
                <c:pt idx="85867">
                  <c:v>84.99</c:v>
                </c:pt>
                <c:pt idx="85868">
                  <c:v>84.97</c:v>
                </c:pt>
                <c:pt idx="85869">
                  <c:v>86.49</c:v>
                </c:pt>
                <c:pt idx="85870">
                  <c:v>99.98</c:v>
                </c:pt>
                <c:pt idx="85871">
                  <c:v>79.989999999999995</c:v>
                </c:pt>
                <c:pt idx="85872">
                  <c:v>65.3</c:v>
                </c:pt>
                <c:pt idx="85873">
                  <c:v>65.3</c:v>
                </c:pt>
                <c:pt idx="85874">
                  <c:v>65.3</c:v>
                </c:pt>
                <c:pt idx="85875">
                  <c:v>65.3</c:v>
                </c:pt>
                <c:pt idx="85876">
                  <c:v>65.3</c:v>
                </c:pt>
                <c:pt idx="85877">
                  <c:v>208.93</c:v>
                </c:pt>
                <c:pt idx="85878">
                  <c:v>53.97</c:v>
                </c:pt>
                <c:pt idx="85879">
                  <c:v>271.92</c:v>
                </c:pt>
                <c:pt idx="85880">
                  <c:v>62.98</c:v>
                </c:pt>
                <c:pt idx="85881">
                  <c:v>24.6</c:v>
                </c:pt>
                <c:pt idx="85882">
                  <c:v>70.17</c:v>
                </c:pt>
                <c:pt idx="85883">
                  <c:v>62.98</c:v>
                </c:pt>
                <c:pt idx="85884">
                  <c:v>50.73</c:v>
                </c:pt>
                <c:pt idx="85885">
                  <c:v>40.159999999999997</c:v>
                </c:pt>
                <c:pt idx="85886">
                  <c:v>-1.3</c:v>
                </c:pt>
                <c:pt idx="85887">
                  <c:v>24.68</c:v>
                </c:pt>
                <c:pt idx="85888">
                  <c:v>47.17</c:v>
                </c:pt>
                <c:pt idx="85889">
                  <c:v>59.98</c:v>
                </c:pt>
                <c:pt idx="85890">
                  <c:v>79.959999999999994</c:v>
                </c:pt>
                <c:pt idx="85891">
                  <c:v>212.93</c:v>
                </c:pt>
                <c:pt idx="85892">
                  <c:v>79.95</c:v>
                </c:pt>
                <c:pt idx="85893">
                  <c:v>60.99</c:v>
                </c:pt>
                <c:pt idx="85894">
                  <c:v>41.13</c:v>
                </c:pt>
                <c:pt idx="85895">
                  <c:v>38.49</c:v>
                </c:pt>
                <c:pt idx="85896">
                  <c:v>37.130000000000003</c:v>
                </c:pt>
                <c:pt idx="85897">
                  <c:v>169.96</c:v>
                </c:pt>
                <c:pt idx="85898">
                  <c:v>72.739999999999995</c:v>
                </c:pt>
                <c:pt idx="85899">
                  <c:v>68.98</c:v>
                </c:pt>
                <c:pt idx="85900">
                  <c:v>143.97999999999999</c:v>
                </c:pt>
                <c:pt idx="85901">
                  <c:v>121.48</c:v>
                </c:pt>
                <c:pt idx="85902">
                  <c:v>124.98</c:v>
                </c:pt>
                <c:pt idx="85903">
                  <c:v>134.97999999999999</c:v>
                </c:pt>
                <c:pt idx="85904">
                  <c:v>106.93</c:v>
                </c:pt>
                <c:pt idx="85905">
                  <c:v>159.97999999999999</c:v>
                </c:pt>
                <c:pt idx="85906">
                  <c:v>126.17</c:v>
                </c:pt>
                <c:pt idx="85907">
                  <c:v>128.36000000000001</c:v>
                </c:pt>
                <c:pt idx="85908">
                  <c:v>72.959999999999994</c:v>
                </c:pt>
                <c:pt idx="85909">
                  <c:v>69.650000000000006</c:v>
                </c:pt>
                <c:pt idx="85910">
                  <c:v>30.19</c:v>
                </c:pt>
                <c:pt idx="85911">
                  <c:v>96.74</c:v>
                </c:pt>
                <c:pt idx="85912">
                  <c:v>125.78</c:v>
                </c:pt>
                <c:pt idx="85913">
                  <c:v>77.39</c:v>
                </c:pt>
                <c:pt idx="85914">
                  <c:v>77.39</c:v>
                </c:pt>
                <c:pt idx="85915">
                  <c:v>73.98</c:v>
                </c:pt>
                <c:pt idx="85916">
                  <c:v>131.96</c:v>
                </c:pt>
                <c:pt idx="85917">
                  <c:v>61.98</c:v>
                </c:pt>
                <c:pt idx="85918">
                  <c:v>98.97</c:v>
                </c:pt>
                <c:pt idx="85919">
                  <c:v>135.96</c:v>
                </c:pt>
                <c:pt idx="85920">
                  <c:v>92.97</c:v>
                </c:pt>
                <c:pt idx="85921">
                  <c:v>54.98</c:v>
                </c:pt>
                <c:pt idx="85922">
                  <c:v>99.98</c:v>
                </c:pt>
                <c:pt idx="85923">
                  <c:v>79.510000000000005</c:v>
                </c:pt>
                <c:pt idx="85924">
                  <c:v>65.989999999999995</c:v>
                </c:pt>
                <c:pt idx="85925">
                  <c:v>80.98</c:v>
                </c:pt>
                <c:pt idx="85926">
                  <c:v>64.28</c:v>
                </c:pt>
                <c:pt idx="85927">
                  <c:v>49.99</c:v>
                </c:pt>
                <c:pt idx="85928">
                  <c:v>98.17</c:v>
                </c:pt>
                <c:pt idx="85929">
                  <c:v>84.99</c:v>
                </c:pt>
                <c:pt idx="85930">
                  <c:v>49.2</c:v>
                </c:pt>
                <c:pt idx="85931">
                  <c:v>56.98</c:v>
                </c:pt>
                <c:pt idx="85932">
                  <c:v>115.57</c:v>
                </c:pt>
                <c:pt idx="85933">
                  <c:v>51.29</c:v>
                </c:pt>
                <c:pt idx="85934">
                  <c:v>105.28</c:v>
                </c:pt>
                <c:pt idx="85935">
                  <c:v>48.29</c:v>
                </c:pt>
                <c:pt idx="85936">
                  <c:v>22.89</c:v>
                </c:pt>
                <c:pt idx="85937">
                  <c:v>126.16</c:v>
                </c:pt>
                <c:pt idx="85938">
                  <c:v>125.92</c:v>
                </c:pt>
                <c:pt idx="85939">
                  <c:v>257.95999999999998</c:v>
                </c:pt>
                <c:pt idx="85940">
                  <c:v>89.96</c:v>
                </c:pt>
                <c:pt idx="85941">
                  <c:v>118.96</c:v>
                </c:pt>
                <c:pt idx="85942">
                  <c:v>89.96</c:v>
                </c:pt>
                <c:pt idx="85943">
                  <c:v>54.16</c:v>
                </c:pt>
                <c:pt idx="85944">
                  <c:v>79.98</c:v>
                </c:pt>
                <c:pt idx="85945">
                  <c:v>118.96</c:v>
                </c:pt>
                <c:pt idx="85946">
                  <c:v>79.98</c:v>
                </c:pt>
                <c:pt idx="85947">
                  <c:v>54.16</c:v>
                </c:pt>
                <c:pt idx="85948">
                  <c:v>76.62</c:v>
                </c:pt>
                <c:pt idx="85949">
                  <c:v>76.62</c:v>
                </c:pt>
                <c:pt idx="85950">
                  <c:v>55.96</c:v>
                </c:pt>
                <c:pt idx="85951">
                  <c:v>93.96</c:v>
                </c:pt>
                <c:pt idx="85952">
                  <c:v>52.91</c:v>
                </c:pt>
                <c:pt idx="85953">
                  <c:v>137.97999999999999</c:v>
                </c:pt>
                <c:pt idx="85954">
                  <c:v>76.489999999999995</c:v>
                </c:pt>
                <c:pt idx="85955">
                  <c:v>67.959999999999994</c:v>
                </c:pt>
                <c:pt idx="85956">
                  <c:v>84.39</c:v>
                </c:pt>
                <c:pt idx="85957">
                  <c:v>61.96</c:v>
                </c:pt>
                <c:pt idx="85958">
                  <c:v>59.95</c:v>
                </c:pt>
                <c:pt idx="85959">
                  <c:v>50.45</c:v>
                </c:pt>
                <c:pt idx="85960">
                  <c:v>53.96</c:v>
                </c:pt>
                <c:pt idx="85961">
                  <c:v>78.959999999999994</c:v>
                </c:pt>
                <c:pt idx="85962">
                  <c:v>69.19</c:v>
                </c:pt>
                <c:pt idx="85963">
                  <c:v>79.98</c:v>
                </c:pt>
                <c:pt idx="85964">
                  <c:v>90.97</c:v>
                </c:pt>
                <c:pt idx="85965">
                  <c:v>57.98</c:v>
                </c:pt>
                <c:pt idx="85966">
                  <c:v>-58.4</c:v>
                </c:pt>
                <c:pt idx="85967">
                  <c:v>27.24</c:v>
                </c:pt>
                <c:pt idx="85968">
                  <c:v>32.99</c:v>
                </c:pt>
                <c:pt idx="85969">
                  <c:v>58.4</c:v>
                </c:pt>
                <c:pt idx="85970">
                  <c:v>48.38</c:v>
                </c:pt>
                <c:pt idx="85971">
                  <c:v>75.98</c:v>
                </c:pt>
                <c:pt idx="85972">
                  <c:v>85.97</c:v>
                </c:pt>
                <c:pt idx="85973">
                  <c:v>85.97</c:v>
                </c:pt>
                <c:pt idx="85974">
                  <c:v>11.49</c:v>
                </c:pt>
                <c:pt idx="85975">
                  <c:v>60.98</c:v>
                </c:pt>
                <c:pt idx="85976">
                  <c:v>51.44</c:v>
                </c:pt>
                <c:pt idx="85977">
                  <c:v>62.97</c:v>
                </c:pt>
                <c:pt idx="85978">
                  <c:v>110.94</c:v>
                </c:pt>
                <c:pt idx="85979">
                  <c:v>68.989999999999995</c:v>
                </c:pt>
                <c:pt idx="85980">
                  <c:v>65.19</c:v>
                </c:pt>
                <c:pt idx="85981">
                  <c:v>79.959999999999994</c:v>
                </c:pt>
                <c:pt idx="85982">
                  <c:v>59.95</c:v>
                </c:pt>
                <c:pt idx="85983">
                  <c:v>65.989999999999995</c:v>
                </c:pt>
                <c:pt idx="85984">
                  <c:v>49.22</c:v>
                </c:pt>
                <c:pt idx="85985">
                  <c:v>99.98</c:v>
                </c:pt>
                <c:pt idx="85986">
                  <c:v>61.48</c:v>
                </c:pt>
                <c:pt idx="85987">
                  <c:v>61.48</c:v>
                </c:pt>
                <c:pt idx="85988">
                  <c:v>61.48</c:v>
                </c:pt>
                <c:pt idx="85989">
                  <c:v>61.48</c:v>
                </c:pt>
                <c:pt idx="85990">
                  <c:v>58.28</c:v>
                </c:pt>
                <c:pt idx="85991">
                  <c:v>31.49</c:v>
                </c:pt>
                <c:pt idx="85992">
                  <c:v>59.98</c:v>
                </c:pt>
                <c:pt idx="85993">
                  <c:v>46.92</c:v>
                </c:pt>
                <c:pt idx="85994">
                  <c:v>33.28</c:v>
                </c:pt>
                <c:pt idx="85995">
                  <c:v>44.28</c:v>
                </c:pt>
                <c:pt idx="85996">
                  <c:v>46.27</c:v>
                </c:pt>
                <c:pt idx="85997">
                  <c:v>47.27</c:v>
                </c:pt>
                <c:pt idx="85998">
                  <c:v>33.28</c:v>
                </c:pt>
                <c:pt idx="85999">
                  <c:v>44.28</c:v>
                </c:pt>
                <c:pt idx="86000">
                  <c:v>74.989999999999995</c:v>
                </c:pt>
                <c:pt idx="86001">
                  <c:v>74.989999999999995</c:v>
                </c:pt>
                <c:pt idx="86002">
                  <c:v>106.96</c:v>
                </c:pt>
                <c:pt idx="86003">
                  <c:v>41.47</c:v>
                </c:pt>
                <c:pt idx="86004">
                  <c:v>50.98</c:v>
                </c:pt>
                <c:pt idx="86005">
                  <c:v>54.98</c:v>
                </c:pt>
                <c:pt idx="86006">
                  <c:v>50.98</c:v>
                </c:pt>
                <c:pt idx="86007">
                  <c:v>53.98</c:v>
                </c:pt>
                <c:pt idx="86008">
                  <c:v>65.98</c:v>
                </c:pt>
                <c:pt idx="86009">
                  <c:v>51.98</c:v>
                </c:pt>
                <c:pt idx="86010">
                  <c:v>52.98</c:v>
                </c:pt>
                <c:pt idx="86011">
                  <c:v>65.98</c:v>
                </c:pt>
                <c:pt idx="86012">
                  <c:v>83.45</c:v>
                </c:pt>
                <c:pt idx="86013">
                  <c:v>84.99</c:v>
                </c:pt>
                <c:pt idx="86014">
                  <c:v>83.48</c:v>
                </c:pt>
                <c:pt idx="86015">
                  <c:v>84.99</c:v>
                </c:pt>
                <c:pt idx="86016">
                  <c:v>62.94</c:v>
                </c:pt>
                <c:pt idx="86017">
                  <c:v>109.97</c:v>
                </c:pt>
                <c:pt idx="86018">
                  <c:v>79.989999999999995</c:v>
                </c:pt>
                <c:pt idx="86019">
                  <c:v>132.96</c:v>
                </c:pt>
                <c:pt idx="86020">
                  <c:v>84.99</c:v>
                </c:pt>
                <c:pt idx="86021">
                  <c:v>191.97</c:v>
                </c:pt>
                <c:pt idx="86022">
                  <c:v>59.99</c:v>
                </c:pt>
                <c:pt idx="86023">
                  <c:v>59.99</c:v>
                </c:pt>
                <c:pt idx="86024">
                  <c:v>71.680000000000007</c:v>
                </c:pt>
                <c:pt idx="86025">
                  <c:v>79.98</c:v>
                </c:pt>
                <c:pt idx="86026">
                  <c:v>109.94</c:v>
                </c:pt>
                <c:pt idx="86027">
                  <c:v>-79.97</c:v>
                </c:pt>
                <c:pt idx="86028">
                  <c:v>79.97</c:v>
                </c:pt>
                <c:pt idx="86029">
                  <c:v>59.98</c:v>
                </c:pt>
                <c:pt idx="86030">
                  <c:v>69.989999999999995</c:v>
                </c:pt>
                <c:pt idx="86031">
                  <c:v>83.48</c:v>
                </c:pt>
                <c:pt idx="86032">
                  <c:v>83.48</c:v>
                </c:pt>
                <c:pt idx="86033">
                  <c:v>54.98</c:v>
                </c:pt>
                <c:pt idx="86034">
                  <c:v>74.97</c:v>
                </c:pt>
                <c:pt idx="86035">
                  <c:v>61.98</c:v>
                </c:pt>
                <c:pt idx="86036">
                  <c:v>55.78</c:v>
                </c:pt>
                <c:pt idx="86037">
                  <c:v>71.98</c:v>
                </c:pt>
                <c:pt idx="86038">
                  <c:v>61.98</c:v>
                </c:pt>
                <c:pt idx="86039">
                  <c:v>74.97</c:v>
                </c:pt>
                <c:pt idx="86040">
                  <c:v>65.98</c:v>
                </c:pt>
                <c:pt idx="86041">
                  <c:v>66.58</c:v>
                </c:pt>
                <c:pt idx="86042">
                  <c:v>50.98</c:v>
                </c:pt>
                <c:pt idx="86043">
                  <c:v>69.989999999999995</c:v>
                </c:pt>
                <c:pt idx="86044">
                  <c:v>62.58</c:v>
                </c:pt>
                <c:pt idx="86045">
                  <c:v>79.98</c:v>
                </c:pt>
                <c:pt idx="86046">
                  <c:v>66.31</c:v>
                </c:pt>
                <c:pt idx="86047">
                  <c:v>64.98</c:v>
                </c:pt>
                <c:pt idx="86048">
                  <c:v>84.99</c:v>
                </c:pt>
                <c:pt idx="86049">
                  <c:v>72.239999999999995</c:v>
                </c:pt>
                <c:pt idx="86050">
                  <c:v>118.73</c:v>
                </c:pt>
                <c:pt idx="86051">
                  <c:v>76.489999999999995</c:v>
                </c:pt>
                <c:pt idx="86052">
                  <c:v>76.489999999999995</c:v>
                </c:pt>
                <c:pt idx="86053">
                  <c:v>84.99</c:v>
                </c:pt>
                <c:pt idx="86054">
                  <c:v>84.99</c:v>
                </c:pt>
                <c:pt idx="86055">
                  <c:v>83.14</c:v>
                </c:pt>
                <c:pt idx="86056">
                  <c:v>76.16</c:v>
                </c:pt>
                <c:pt idx="86057">
                  <c:v>123.38</c:v>
                </c:pt>
                <c:pt idx="86058">
                  <c:v>77.39</c:v>
                </c:pt>
                <c:pt idx="86059">
                  <c:v>149.13999999999999</c:v>
                </c:pt>
                <c:pt idx="86060">
                  <c:v>59.98</c:v>
                </c:pt>
                <c:pt idx="86061">
                  <c:v>59.98</c:v>
                </c:pt>
                <c:pt idx="86062">
                  <c:v>97.97</c:v>
                </c:pt>
                <c:pt idx="86063">
                  <c:v>59.98</c:v>
                </c:pt>
                <c:pt idx="86064">
                  <c:v>59.98</c:v>
                </c:pt>
                <c:pt idx="86065">
                  <c:v>85.47</c:v>
                </c:pt>
                <c:pt idx="86066">
                  <c:v>59.96</c:v>
                </c:pt>
                <c:pt idx="86067">
                  <c:v>59.96</c:v>
                </c:pt>
                <c:pt idx="86068">
                  <c:v>59.96</c:v>
                </c:pt>
                <c:pt idx="86069">
                  <c:v>59.96</c:v>
                </c:pt>
                <c:pt idx="86070">
                  <c:v>55.96</c:v>
                </c:pt>
                <c:pt idx="86071">
                  <c:v>59.96</c:v>
                </c:pt>
                <c:pt idx="86072">
                  <c:v>-55.96</c:v>
                </c:pt>
                <c:pt idx="86073">
                  <c:v>62.47</c:v>
                </c:pt>
                <c:pt idx="86074">
                  <c:v>53.94</c:v>
                </c:pt>
                <c:pt idx="86075">
                  <c:v>53.94</c:v>
                </c:pt>
                <c:pt idx="86076">
                  <c:v>85.94</c:v>
                </c:pt>
                <c:pt idx="86077">
                  <c:v>76.930000000000007</c:v>
                </c:pt>
                <c:pt idx="86078">
                  <c:v>54.95</c:v>
                </c:pt>
                <c:pt idx="86079">
                  <c:v>53.94</c:v>
                </c:pt>
                <c:pt idx="86080">
                  <c:v>53.94</c:v>
                </c:pt>
                <c:pt idx="86081">
                  <c:v>178.96</c:v>
                </c:pt>
                <c:pt idx="86082">
                  <c:v>84.99</c:v>
                </c:pt>
                <c:pt idx="86083">
                  <c:v>144.97</c:v>
                </c:pt>
                <c:pt idx="86084">
                  <c:v>25.42</c:v>
                </c:pt>
                <c:pt idx="86085">
                  <c:v>81.97</c:v>
                </c:pt>
                <c:pt idx="86086">
                  <c:v>32.729999999999997</c:v>
                </c:pt>
                <c:pt idx="86087">
                  <c:v>59.95</c:v>
                </c:pt>
                <c:pt idx="86088">
                  <c:v>91.96</c:v>
                </c:pt>
                <c:pt idx="86089">
                  <c:v>65.959999999999994</c:v>
                </c:pt>
                <c:pt idx="86090">
                  <c:v>55.97</c:v>
                </c:pt>
                <c:pt idx="86091">
                  <c:v>64.94</c:v>
                </c:pt>
                <c:pt idx="86092">
                  <c:v>47.82</c:v>
                </c:pt>
                <c:pt idx="86093">
                  <c:v>106.96</c:v>
                </c:pt>
                <c:pt idx="86094">
                  <c:v>37.479999999999997</c:v>
                </c:pt>
                <c:pt idx="86095">
                  <c:v>107.81</c:v>
                </c:pt>
                <c:pt idx="86096">
                  <c:v>63.96</c:v>
                </c:pt>
                <c:pt idx="86097">
                  <c:v>117.95</c:v>
                </c:pt>
                <c:pt idx="86098">
                  <c:v>82.55</c:v>
                </c:pt>
                <c:pt idx="86099">
                  <c:v>58.49</c:v>
                </c:pt>
                <c:pt idx="86100">
                  <c:v>42.99</c:v>
                </c:pt>
                <c:pt idx="86101">
                  <c:v>60.99</c:v>
                </c:pt>
                <c:pt idx="86102">
                  <c:v>57.98</c:v>
                </c:pt>
                <c:pt idx="86103">
                  <c:v>32.229999999999997</c:v>
                </c:pt>
                <c:pt idx="86104">
                  <c:v>69.97</c:v>
                </c:pt>
                <c:pt idx="86105">
                  <c:v>99.98</c:v>
                </c:pt>
                <c:pt idx="86106">
                  <c:v>109.97</c:v>
                </c:pt>
                <c:pt idx="86107">
                  <c:v>102.96</c:v>
                </c:pt>
                <c:pt idx="86108">
                  <c:v>102.96</c:v>
                </c:pt>
                <c:pt idx="86109">
                  <c:v>109.97</c:v>
                </c:pt>
                <c:pt idx="86110">
                  <c:v>51.29</c:v>
                </c:pt>
                <c:pt idx="86111">
                  <c:v>51.29</c:v>
                </c:pt>
                <c:pt idx="86112">
                  <c:v>99.98</c:v>
                </c:pt>
                <c:pt idx="86113">
                  <c:v>94.45</c:v>
                </c:pt>
                <c:pt idx="86114">
                  <c:v>94.45</c:v>
                </c:pt>
                <c:pt idx="86115">
                  <c:v>72.959999999999994</c:v>
                </c:pt>
                <c:pt idx="86116">
                  <c:v>99.98</c:v>
                </c:pt>
                <c:pt idx="86117">
                  <c:v>99.98</c:v>
                </c:pt>
                <c:pt idx="86118">
                  <c:v>57.44</c:v>
                </c:pt>
                <c:pt idx="86119">
                  <c:v>72.959999999999994</c:v>
                </c:pt>
                <c:pt idx="86120">
                  <c:v>57.44</c:v>
                </c:pt>
                <c:pt idx="86121">
                  <c:v>71.2</c:v>
                </c:pt>
                <c:pt idx="86122">
                  <c:v>110.46</c:v>
                </c:pt>
                <c:pt idx="86123">
                  <c:v>53.96</c:v>
                </c:pt>
                <c:pt idx="86124">
                  <c:v>50.97</c:v>
                </c:pt>
                <c:pt idx="86125">
                  <c:v>53.96</c:v>
                </c:pt>
                <c:pt idx="86126">
                  <c:v>53.96</c:v>
                </c:pt>
                <c:pt idx="86127">
                  <c:v>56.97</c:v>
                </c:pt>
                <c:pt idx="86128">
                  <c:v>116.92</c:v>
                </c:pt>
                <c:pt idx="86129">
                  <c:v>112.92</c:v>
                </c:pt>
                <c:pt idx="86130">
                  <c:v>125.45</c:v>
                </c:pt>
                <c:pt idx="86131">
                  <c:v>56.97</c:v>
                </c:pt>
                <c:pt idx="86132">
                  <c:v>27.48</c:v>
                </c:pt>
                <c:pt idx="86133">
                  <c:v>89.95</c:v>
                </c:pt>
                <c:pt idx="86134">
                  <c:v>53.97</c:v>
                </c:pt>
                <c:pt idx="86135">
                  <c:v>8.49</c:v>
                </c:pt>
                <c:pt idx="86136">
                  <c:v>55.07</c:v>
                </c:pt>
                <c:pt idx="86137">
                  <c:v>59.16</c:v>
                </c:pt>
                <c:pt idx="86138">
                  <c:v>128.24</c:v>
                </c:pt>
                <c:pt idx="86139">
                  <c:v>79.849999999999994</c:v>
                </c:pt>
                <c:pt idx="86140">
                  <c:v>95.57</c:v>
                </c:pt>
                <c:pt idx="86141">
                  <c:v>150.91</c:v>
                </c:pt>
                <c:pt idx="86142">
                  <c:v>77.97</c:v>
                </c:pt>
                <c:pt idx="86143">
                  <c:v>357.9</c:v>
                </c:pt>
                <c:pt idx="86144">
                  <c:v>179.94</c:v>
                </c:pt>
                <c:pt idx="86145">
                  <c:v>179.94</c:v>
                </c:pt>
                <c:pt idx="86146">
                  <c:v>93.95</c:v>
                </c:pt>
                <c:pt idx="86147">
                  <c:v>93.95</c:v>
                </c:pt>
                <c:pt idx="86148">
                  <c:v>155.94999999999999</c:v>
                </c:pt>
                <c:pt idx="86149">
                  <c:v>67.489999999999995</c:v>
                </c:pt>
                <c:pt idx="86150">
                  <c:v>60.89</c:v>
                </c:pt>
                <c:pt idx="86151">
                  <c:v>65.989999999999995</c:v>
                </c:pt>
                <c:pt idx="86152">
                  <c:v>59.98</c:v>
                </c:pt>
                <c:pt idx="86153">
                  <c:v>89.97</c:v>
                </c:pt>
                <c:pt idx="86154">
                  <c:v>60.89</c:v>
                </c:pt>
                <c:pt idx="86155">
                  <c:v>99.98</c:v>
                </c:pt>
                <c:pt idx="86156">
                  <c:v>152.97999999999999</c:v>
                </c:pt>
                <c:pt idx="86157">
                  <c:v>132.94999999999999</c:v>
                </c:pt>
                <c:pt idx="86158">
                  <c:v>199.96</c:v>
                </c:pt>
                <c:pt idx="86159">
                  <c:v>79.180000000000007</c:v>
                </c:pt>
                <c:pt idx="86160">
                  <c:v>65.19</c:v>
                </c:pt>
                <c:pt idx="86161">
                  <c:v>79.180000000000007</c:v>
                </c:pt>
                <c:pt idx="86162">
                  <c:v>77.39</c:v>
                </c:pt>
                <c:pt idx="86163">
                  <c:v>33.479999999999997</c:v>
                </c:pt>
                <c:pt idx="86164">
                  <c:v>63.96</c:v>
                </c:pt>
                <c:pt idx="86165">
                  <c:v>63.96</c:v>
                </c:pt>
                <c:pt idx="86166">
                  <c:v>69.989999999999995</c:v>
                </c:pt>
                <c:pt idx="86167">
                  <c:v>60.92</c:v>
                </c:pt>
                <c:pt idx="86168">
                  <c:v>63.96</c:v>
                </c:pt>
                <c:pt idx="86169">
                  <c:v>63.96</c:v>
                </c:pt>
                <c:pt idx="86170">
                  <c:v>71.959999999999994</c:v>
                </c:pt>
                <c:pt idx="86171">
                  <c:v>31.47</c:v>
                </c:pt>
                <c:pt idx="86172">
                  <c:v>59.96</c:v>
                </c:pt>
                <c:pt idx="86173">
                  <c:v>51.29</c:v>
                </c:pt>
                <c:pt idx="86174">
                  <c:v>41.28</c:v>
                </c:pt>
                <c:pt idx="86175">
                  <c:v>86.97</c:v>
                </c:pt>
                <c:pt idx="86176">
                  <c:v>74.98</c:v>
                </c:pt>
                <c:pt idx="86177">
                  <c:v>11.29</c:v>
                </c:pt>
                <c:pt idx="86178">
                  <c:v>50.98</c:v>
                </c:pt>
                <c:pt idx="86179">
                  <c:v>49.28</c:v>
                </c:pt>
                <c:pt idx="86180">
                  <c:v>54.99</c:v>
                </c:pt>
                <c:pt idx="86181">
                  <c:v>54.99</c:v>
                </c:pt>
                <c:pt idx="86182">
                  <c:v>16.29</c:v>
                </c:pt>
                <c:pt idx="86183">
                  <c:v>59.98</c:v>
                </c:pt>
                <c:pt idx="86184">
                  <c:v>84.99</c:v>
                </c:pt>
                <c:pt idx="86185">
                  <c:v>76.489999999999995</c:v>
                </c:pt>
                <c:pt idx="86186">
                  <c:v>83.29</c:v>
                </c:pt>
                <c:pt idx="86187">
                  <c:v>84.99</c:v>
                </c:pt>
                <c:pt idx="86188">
                  <c:v>84.99</c:v>
                </c:pt>
                <c:pt idx="86189">
                  <c:v>84.99</c:v>
                </c:pt>
                <c:pt idx="86190">
                  <c:v>84.99</c:v>
                </c:pt>
                <c:pt idx="86191">
                  <c:v>89.44</c:v>
                </c:pt>
                <c:pt idx="86192">
                  <c:v>70.98</c:v>
                </c:pt>
                <c:pt idx="86193">
                  <c:v>75.09</c:v>
                </c:pt>
                <c:pt idx="86194">
                  <c:v>40.49</c:v>
                </c:pt>
                <c:pt idx="86195">
                  <c:v>84.99</c:v>
                </c:pt>
                <c:pt idx="86196">
                  <c:v>105.98</c:v>
                </c:pt>
                <c:pt idx="86197">
                  <c:v>59.98</c:v>
                </c:pt>
                <c:pt idx="86198">
                  <c:v>77.98</c:v>
                </c:pt>
                <c:pt idx="86199">
                  <c:v>26.29</c:v>
                </c:pt>
                <c:pt idx="86200">
                  <c:v>76.48</c:v>
                </c:pt>
                <c:pt idx="86201">
                  <c:v>89.98</c:v>
                </c:pt>
                <c:pt idx="86202">
                  <c:v>89.97</c:v>
                </c:pt>
                <c:pt idx="86203">
                  <c:v>89.98</c:v>
                </c:pt>
                <c:pt idx="86204">
                  <c:v>170.94</c:v>
                </c:pt>
                <c:pt idx="86205">
                  <c:v>119.96</c:v>
                </c:pt>
                <c:pt idx="86206">
                  <c:v>65.989999999999995</c:v>
                </c:pt>
                <c:pt idx="86207">
                  <c:v>54.98</c:v>
                </c:pt>
                <c:pt idx="86208">
                  <c:v>65.98</c:v>
                </c:pt>
                <c:pt idx="86209">
                  <c:v>69.98</c:v>
                </c:pt>
                <c:pt idx="86210">
                  <c:v>89.18</c:v>
                </c:pt>
                <c:pt idx="86211">
                  <c:v>79.98</c:v>
                </c:pt>
                <c:pt idx="86212">
                  <c:v>87.44</c:v>
                </c:pt>
                <c:pt idx="86213">
                  <c:v>62.29</c:v>
                </c:pt>
                <c:pt idx="86214">
                  <c:v>55.34</c:v>
                </c:pt>
                <c:pt idx="86215">
                  <c:v>74.94</c:v>
                </c:pt>
                <c:pt idx="86216">
                  <c:v>16.239999999999998</c:v>
                </c:pt>
                <c:pt idx="86217">
                  <c:v>100.96</c:v>
                </c:pt>
                <c:pt idx="86218">
                  <c:v>68.48</c:v>
                </c:pt>
                <c:pt idx="86219">
                  <c:v>52.29</c:v>
                </c:pt>
                <c:pt idx="86220">
                  <c:v>145.94</c:v>
                </c:pt>
                <c:pt idx="86221">
                  <c:v>179.96</c:v>
                </c:pt>
                <c:pt idx="86222">
                  <c:v>113.97</c:v>
                </c:pt>
                <c:pt idx="86223">
                  <c:v>113.97</c:v>
                </c:pt>
                <c:pt idx="86224">
                  <c:v>113.97</c:v>
                </c:pt>
                <c:pt idx="86225">
                  <c:v>15.29</c:v>
                </c:pt>
                <c:pt idx="86226">
                  <c:v>98.97</c:v>
                </c:pt>
                <c:pt idx="86227">
                  <c:v>127.96</c:v>
                </c:pt>
                <c:pt idx="86228">
                  <c:v>93.11</c:v>
                </c:pt>
                <c:pt idx="86229">
                  <c:v>100.39</c:v>
                </c:pt>
                <c:pt idx="86230">
                  <c:v>119.75</c:v>
                </c:pt>
                <c:pt idx="86231">
                  <c:v>65.42</c:v>
                </c:pt>
                <c:pt idx="86232">
                  <c:v>66.489999999999995</c:v>
                </c:pt>
                <c:pt idx="86233">
                  <c:v>183.86</c:v>
                </c:pt>
                <c:pt idx="86234">
                  <c:v>205.64</c:v>
                </c:pt>
                <c:pt idx="86235">
                  <c:v>234.44</c:v>
                </c:pt>
                <c:pt idx="86236">
                  <c:v>82.89</c:v>
                </c:pt>
                <c:pt idx="86237">
                  <c:v>72.459999999999994</c:v>
                </c:pt>
                <c:pt idx="86238">
                  <c:v>55.23</c:v>
                </c:pt>
                <c:pt idx="86239">
                  <c:v>60.13</c:v>
                </c:pt>
                <c:pt idx="86240">
                  <c:v>83.14</c:v>
                </c:pt>
                <c:pt idx="86241">
                  <c:v>89.98</c:v>
                </c:pt>
                <c:pt idx="86242">
                  <c:v>79.959999999999994</c:v>
                </c:pt>
                <c:pt idx="86243">
                  <c:v>58.48</c:v>
                </c:pt>
                <c:pt idx="86244">
                  <c:v>92.47</c:v>
                </c:pt>
                <c:pt idx="86245">
                  <c:v>54.99</c:v>
                </c:pt>
                <c:pt idx="86246">
                  <c:v>92.47</c:v>
                </c:pt>
                <c:pt idx="86247">
                  <c:v>88.28</c:v>
                </c:pt>
                <c:pt idx="86248">
                  <c:v>86.49</c:v>
                </c:pt>
                <c:pt idx="86249">
                  <c:v>79.98</c:v>
                </c:pt>
                <c:pt idx="86250">
                  <c:v>79.98</c:v>
                </c:pt>
                <c:pt idx="86251">
                  <c:v>70.48</c:v>
                </c:pt>
                <c:pt idx="86252">
                  <c:v>54.99</c:v>
                </c:pt>
                <c:pt idx="86253">
                  <c:v>70.48</c:v>
                </c:pt>
                <c:pt idx="86254">
                  <c:v>86.49</c:v>
                </c:pt>
                <c:pt idx="86255">
                  <c:v>54.99</c:v>
                </c:pt>
                <c:pt idx="86256">
                  <c:v>88.28</c:v>
                </c:pt>
                <c:pt idx="86257">
                  <c:v>104.98</c:v>
                </c:pt>
                <c:pt idx="86258">
                  <c:v>104.98</c:v>
                </c:pt>
                <c:pt idx="86259">
                  <c:v>54.99</c:v>
                </c:pt>
                <c:pt idx="86260">
                  <c:v>81.97</c:v>
                </c:pt>
                <c:pt idx="86261">
                  <c:v>85.98</c:v>
                </c:pt>
                <c:pt idx="86262">
                  <c:v>65.989999999999995</c:v>
                </c:pt>
                <c:pt idx="86263">
                  <c:v>79.989999999999995</c:v>
                </c:pt>
                <c:pt idx="86264">
                  <c:v>132.06</c:v>
                </c:pt>
                <c:pt idx="86265">
                  <c:v>84.99</c:v>
                </c:pt>
                <c:pt idx="86266">
                  <c:v>78.66</c:v>
                </c:pt>
                <c:pt idx="86267">
                  <c:v>55.96</c:v>
                </c:pt>
                <c:pt idx="86268">
                  <c:v>79.989999999999995</c:v>
                </c:pt>
                <c:pt idx="86269">
                  <c:v>79.989999999999995</c:v>
                </c:pt>
                <c:pt idx="86270">
                  <c:v>83.95</c:v>
                </c:pt>
                <c:pt idx="86271">
                  <c:v>87.96</c:v>
                </c:pt>
                <c:pt idx="86272">
                  <c:v>135.94999999999999</c:v>
                </c:pt>
                <c:pt idx="86273">
                  <c:v>70.98</c:v>
                </c:pt>
                <c:pt idx="86274">
                  <c:v>78.959999999999994</c:v>
                </c:pt>
                <c:pt idx="86275">
                  <c:v>68.36</c:v>
                </c:pt>
                <c:pt idx="86276">
                  <c:v>87.49</c:v>
                </c:pt>
                <c:pt idx="86277">
                  <c:v>71.489999999999995</c:v>
                </c:pt>
                <c:pt idx="86278">
                  <c:v>50.74</c:v>
                </c:pt>
                <c:pt idx="86279">
                  <c:v>-87.49</c:v>
                </c:pt>
                <c:pt idx="86280">
                  <c:v>172.48</c:v>
                </c:pt>
                <c:pt idx="86281">
                  <c:v>222.67</c:v>
                </c:pt>
                <c:pt idx="86282">
                  <c:v>87.07</c:v>
                </c:pt>
                <c:pt idx="86283">
                  <c:v>87.07</c:v>
                </c:pt>
                <c:pt idx="86284">
                  <c:v>108.84</c:v>
                </c:pt>
                <c:pt idx="86285">
                  <c:v>124.56</c:v>
                </c:pt>
                <c:pt idx="86286">
                  <c:v>108.84</c:v>
                </c:pt>
                <c:pt idx="86287">
                  <c:v>124.56</c:v>
                </c:pt>
                <c:pt idx="86288">
                  <c:v>100.98</c:v>
                </c:pt>
                <c:pt idx="86289">
                  <c:v>129.97999999999999</c:v>
                </c:pt>
                <c:pt idx="86290">
                  <c:v>49.99</c:v>
                </c:pt>
                <c:pt idx="86291">
                  <c:v>125.97</c:v>
                </c:pt>
                <c:pt idx="86292">
                  <c:v>159.69999999999999</c:v>
                </c:pt>
                <c:pt idx="86293">
                  <c:v>143.35</c:v>
                </c:pt>
                <c:pt idx="86294">
                  <c:v>88.91</c:v>
                </c:pt>
                <c:pt idx="86295">
                  <c:v>88.91</c:v>
                </c:pt>
                <c:pt idx="86296">
                  <c:v>248.51</c:v>
                </c:pt>
                <c:pt idx="86297">
                  <c:v>143.35</c:v>
                </c:pt>
                <c:pt idx="86298">
                  <c:v>159.69999999999999</c:v>
                </c:pt>
                <c:pt idx="86299">
                  <c:v>248.51</c:v>
                </c:pt>
                <c:pt idx="86300">
                  <c:v>74.95</c:v>
                </c:pt>
                <c:pt idx="86301">
                  <c:v>54.96</c:v>
                </c:pt>
                <c:pt idx="86302">
                  <c:v>59.96</c:v>
                </c:pt>
                <c:pt idx="86303">
                  <c:v>92.44</c:v>
                </c:pt>
                <c:pt idx="86304">
                  <c:v>71.97</c:v>
                </c:pt>
                <c:pt idx="86305">
                  <c:v>79.989999999999995</c:v>
                </c:pt>
                <c:pt idx="86306">
                  <c:v>84.99</c:v>
                </c:pt>
                <c:pt idx="86307">
                  <c:v>79.989999999999995</c:v>
                </c:pt>
                <c:pt idx="86308">
                  <c:v>79.989999999999995</c:v>
                </c:pt>
                <c:pt idx="86309">
                  <c:v>79.98</c:v>
                </c:pt>
                <c:pt idx="86310">
                  <c:v>119.97</c:v>
                </c:pt>
                <c:pt idx="86311">
                  <c:v>67.98</c:v>
                </c:pt>
                <c:pt idx="86312">
                  <c:v>131.97999999999999</c:v>
                </c:pt>
                <c:pt idx="86313">
                  <c:v>65.989999999999995</c:v>
                </c:pt>
                <c:pt idx="86314">
                  <c:v>65.989999999999995</c:v>
                </c:pt>
                <c:pt idx="86315">
                  <c:v>73.98</c:v>
                </c:pt>
                <c:pt idx="86316">
                  <c:v>84.99</c:v>
                </c:pt>
                <c:pt idx="86317">
                  <c:v>83.09</c:v>
                </c:pt>
                <c:pt idx="86318">
                  <c:v>84.99</c:v>
                </c:pt>
                <c:pt idx="86319">
                  <c:v>50.98</c:v>
                </c:pt>
                <c:pt idx="86320">
                  <c:v>65.98</c:v>
                </c:pt>
                <c:pt idx="86321">
                  <c:v>31.49</c:v>
                </c:pt>
                <c:pt idx="86322">
                  <c:v>94.98</c:v>
                </c:pt>
                <c:pt idx="86323">
                  <c:v>68.98</c:v>
                </c:pt>
                <c:pt idx="86324">
                  <c:v>104.97</c:v>
                </c:pt>
                <c:pt idx="86325">
                  <c:v>65.19</c:v>
                </c:pt>
                <c:pt idx="86326">
                  <c:v>72.239999999999995</c:v>
                </c:pt>
                <c:pt idx="86327">
                  <c:v>131.56</c:v>
                </c:pt>
                <c:pt idx="86328">
                  <c:v>68.989999999999995</c:v>
                </c:pt>
                <c:pt idx="86329">
                  <c:v>68.989999999999995</c:v>
                </c:pt>
                <c:pt idx="86330">
                  <c:v>182.96</c:v>
                </c:pt>
                <c:pt idx="86331">
                  <c:v>98.47</c:v>
                </c:pt>
                <c:pt idx="86332">
                  <c:v>90.97</c:v>
                </c:pt>
                <c:pt idx="86333">
                  <c:v>206.96</c:v>
                </c:pt>
                <c:pt idx="86334">
                  <c:v>58.64</c:v>
                </c:pt>
                <c:pt idx="86335">
                  <c:v>-13</c:v>
                </c:pt>
                <c:pt idx="86336">
                  <c:v>72.239999999999995</c:v>
                </c:pt>
                <c:pt idx="86337">
                  <c:v>114.98</c:v>
                </c:pt>
                <c:pt idx="86338">
                  <c:v>52.18</c:v>
                </c:pt>
                <c:pt idx="86339">
                  <c:v>89.98</c:v>
                </c:pt>
                <c:pt idx="86340">
                  <c:v>-114.98</c:v>
                </c:pt>
                <c:pt idx="86341">
                  <c:v>-22.6</c:v>
                </c:pt>
                <c:pt idx="86342">
                  <c:v>154.38999999999999</c:v>
                </c:pt>
                <c:pt idx="86343">
                  <c:v>108.78</c:v>
                </c:pt>
                <c:pt idx="86344">
                  <c:v>140.34</c:v>
                </c:pt>
                <c:pt idx="86345">
                  <c:v>202.03</c:v>
                </c:pt>
                <c:pt idx="86346">
                  <c:v>48.38</c:v>
                </c:pt>
                <c:pt idx="86347">
                  <c:v>159.69999999999999</c:v>
                </c:pt>
                <c:pt idx="86348">
                  <c:v>79.849999999999994</c:v>
                </c:pt>
                <c:pt idx="86349">
                  <c:v>54.95</c:v>
                </c:pt>
                <c:pt idx="86350">
                  <c:v>54.95</c:v>
                </c:pt>
                <c:pt idx="86351">
                  <c:v>69.959999999999994</c:v>
                </c:pt>
                <c:pt idx="86352">
                  <c:v>69.959999999999994</c:v>
                </c:pt>
                <c:pt idx="86353">
                  <c:v>77.97</c:v>
                </c:pt>
                <c:pt idx="86354">
                  <c:v>99.98</c:v>
                </c:pt>
                <c:pt idx="86355">
                  <c:v>153.97</c:v>
                </c:pt>
                <c:pt idx="86356">
                  <c:v>153.97</c:v>
                </c:pt>
                <c:pt idx="86357">
                  <c:v>99.98</c:v>
                </c:pt>
                <c:pt idx="86358">
                  <c:v>77.97</c:v>
                </c:pt>
                <c:pt idx="86359">
                  <c:v>293.89999999999998</c:v>
                </c:pt>
                <c:pt idx="86360">
                  <c:v>287.89</c:v>
                </c:pt>
                <c:pt idx="86361">
                  <c:v>199.21</c:v>
                </c:pt>
                <c:pt idx="86362">
                  <c:v>263.66000000000003</c:v>
                </c:pt>
                <c:pt idx="86363">
                  <c:v>176.59</c:v>
                </c:pt>
                <c:pt idx="86364">
                  <c:v>59.48</c:v>
                </c:pt>
                <c:pt idx="86365">
                  <c:v>54.82</c:v>
                </c:pt>
                <c:pt idx="86366">
                  <c:v>55.78</c:v>
                </c:pt>
                <c:pt idx="86367">
                  <c:v>48.58</c:v>
                </c:pt>
                <c:pt idx="86368">
                  <c:v>78.260000000000005</c:v>
                </c:pt>
                <c:pt idx="86369">
                  <c:v>58.72</c:v>
                </c:pt>
                <c:pt idx="86370">
                  <c:v>76.930000000000007</c:v>
                </c:pt>
                <c:pt idx="86371">
                  <c:v>100.52</c:v>
                </c:pt>
                <c:pt idx="86372">
                  <c:v>67.98</c:v>
                </c:pt>
                <c:pt idx="86373">
                  <c:v>87.92</c:v>
                </c:pt>
                <c:pt idx="86374">
                  <c:v>67.98</c:v>
                </c:pt>
                <c:pt idx="86375">
                  <c:v>14.97</c:v>
                </c:pt>
                <c:pt idx="86376">
                  <c:v>71.92</c:v>
                </c:pt>
                <c:pt idx="86377">
                  <c:v>89.97</c:v>
                </c:pt>
                <c:pt idx="86378">
                  <c:v>124.97</c:v>
                </c:pt>
                <c:pt idx="86379">
                  <c:v>61.17</c:v>
                </c:pt>
                <c:pt idx="86380">
                  <c:v>53.97</c:v>
                </c:pt>
                <c:pt idx="86381">
                  <c:v>52.35</c:v>
                </c:pt>
                <c:pt idx="86382">
                  <c:v>53.97</c:v>
                </c:pt>
                <c:pt idx="86383">
                  <c:v>53.97</c:v>
                </c:pt>
                <c:pt idx="86384">
                  <c:v>172.42</c:v>
                </c:pt>
                <c:pt idx="86385">
                  <c:v>99.98</c:v>
                </c:pt>
                <c:pt idx="86386">
                  <c:v>202.4</c:v>
                </c:pt>
                <c:pt idx="86387">
                  <c:v>65.459999999999994</c:v>
                </c:pt>
                <c:pt idx="86388">
                  <c:v>48.42</c:v>
                </c:pt>
                <c:pt idx="86389">
                  <c:v>97.94</c:v>
                </c:pt>
                <c:pt idx="86390">
                  <c:v>97.15</c:v>
                </c:pt>
                <c:pt idx="86391">
                  <c:v>61.96</c:v>
                </c:pt>
                <c:pt idx="86392">
                  <c:v>44.48</c:v>
                </c:pt>
                <c:pt idx="86393">
                  <c:v>102.82</c:v>
                </c:pt>
                <c:pt idx="86394">
                  <c:v>50.97</c:v>
                </c:pt>
                <c:pt idx="86395">
                  <c:v>59.95</c:v>
                </c:pt>
                <c:pt idx="86396">
                  <c:v>179.96</c:v>
                </c:pt>
                <c:pt idx="86397">
                  <c:v>159.97999999999999</c:v>
                </c:pt>
                <c:pt idx="86398">
                  <c:v>23.98</c:v>
                </c:pt>
                <c:pt idx="86399">
                  <c:v>179.96</c:v>
                </c:pt>
                <c:pt idx="86400">
                  <c:v>84.99</c:v>
                </c:pt>
                <c:pt idx="86401">
                  <c:v>84.99</c:v>
                </c:pt>
                <c:pt idx="86402">
                  <c:v>18.989999999999998</c:v>
                </c:pt>
                <c:pt idx="86403">
                  <c:v>84.99</c:v>
                </c:pt>
                <c:pt idx="86404">
                  <c:v>72.239999999999995</c:v>
                </c:pt>
                <c:pt idx="86405">
                  <c:v>84.99</c:v>
                </c:pt>
                <c:pt idx="86406">
                  <c:v>68.989999999999995</c:v>
                </c:pt>
                <c:pt idx="86407">
                  <c:v>88.98</c:v>
                </c:pt>
                <c:pt idx="86408">
                  <c:v>84.99</c:v>
                </c:pt>
                <c:pt idx="86409">
                  <c:v>99.98</c:v>
                </c:pt>
                <c:pt idx="86410">
                  <c:v>80.98</c:v>
                </c:pt>
                <c:pt idx="86411">
                  <c:v>84.99</c:v>
                </c:pt>
                <c:pt idx="86412">
                  <c:v>84.99</c:v>
                </c:pt>
                <c:pt idx="86413">
                  <c:v>65.989999999999995</c:v>
                </c:pt>
                <c:pt idx="86414">
                  <c:v>84.99</c:v>
                </c:pt>
                <c:pt idx="86415">
                  <c:v>60.18</c:v>
                </c:pt>
                <c:pt idx="86416">
                  <c:v>80.97</c:v>
                </c:pt>
                <c:pt idx="86417">
                  <c:v>50.97</c:v>
                </c:pt>
                <c:pt idx="86418">
                  <c:v>59.96</c:v>
                </c:pt>
                <c:pt idx="86419">
                  <c:v>91.96</c:v>
                </c:pt>
                <c:pt idx="86420">
                  <c:v>68.97</c:v>
                </c:pt>
                <c:pt idx="86421">
                  <c:v>73.239999999999995</c:v>
                </c:pt>
                <c:pt idx="86422">
                  <c:v>89.97</c:v>
                </c:pt>
                <c:pt idx="86423">
                  <c:v>63.32</c:v>
                </c:pt>
                <c:pt idx="86424">
                  <c:v>62.52</c:v>
                </c:pt>
                <c:pt idx="86425">
                  <c:v>63.32</c:v>
                </c:pt>
                <c:pt idx="86426">
                  <c:v>63.96</c:v>
                </c:pt>
                <c:pt idx="86427">
                  <c:v>116.33</c:v>
                </c:pt>
                <c:pt idx="86428">
                  <c:v>79.95</c:v>
                </c:pt>
                <c:pt idx="86429">
                  <c:v>63.96</c:v>
                </c:pt>
                <c:pt idx="86430">
                  <c:v>62.79</c:v>
                </c:pt>
                <c:pt idx="86431">
                  <c:v>46.47</c:v>
                </c:pt>
                <c:pt idx="86432">
                  <c:v>67.97</c:v>
                </c:pt>
                <c:pt idx="86433">
                  <c:v>62.47</c:v>
                </c:pt>
                <c:pt idx="86434">
                  <c:v>62.57</c:v>
                </c:pt>
                <c:pt idx="86435">
                  <c:v>48.89</c:v>
                </c:pt>
                <c:pt idx="86436">
                  <c:v>49.59</c:v>
                </c:pt>
                <c:pt idx="86437">
                  <c:v>77.39</c:v>
                </c:pt>
                <c:pt idx="86438">
                  <c:v>71.86</c:v>
                </c:pt>
                <c:pt idx="86439">
                  <c:v>137.96</c:v>
                </c:pt>
                <c:pt idx="86440">
                  <c:v>99.98</c:v>
                </c:pt>
                <c:pt idx="86441">
                  <c:v>99.97</c:v>
                </c:pt>
                <c:pt idx="86442">
                  <c:v>99.98</c:v>
                </c:pt>
                <c:pt idx="86443">
                  <c:v>79.98</c:v>
                </c:pt>
                <c:pt idx="86444">
                  <c:v>79.98</c:v>
                </c:pt>
                <c:pt idx="86445">
                  <c:v>79.98</c:v>
                </c:pt>
                <c:pt idx="86446">
                  <c:v>119.97</c:v>
                </c:pt>
                <c:pt idx="86447">
                  <c:v>29.29</c:v>
                </c:pt>
                <c:pt idx="86448">
                  <c:v>32.29</c:v>
                </c:pt>
                <c:pt idx="86449">
                  <c:v>80.72</c:v>
                </c:pt>
                <c:pt idx="86450">
                  <c:v>41.29</c:v>
                </c:pt>
                <c:pt idx="86451">
                  <c:v>50.98</c:v>
                </c:pt>
                <c:pt idx="86452">
                  <c:v>51.29</c:v>
                </c:pt>
                <c:pt idx="86453">
                  <c:v>96.27</c:v>
                </c:pt>
                <c:pt idx="86454">
                  <c:v>32.29</c:v>
                </c:pt>
                <c:pt idx="86455">
                  <c:v>58.98</c:v>
                </c:pt>
                <c:pt idx="86456">
                  <c:v>51.29</c:v>
                </c:pt>
                <c:pt idx="86457">
                  <c:v>79.98</c:v>
                </c:pt>
                <c:pt idx="86458">
                  <c:v>159.96</c:v>
                </c:pt>
                <c:pt idx="86459">
                  <c:v>83.07</c:v>
                </c:pt>
                <c:pt idx="86460">
                  <c:v>53.56</c:v>
                </c:pt>
                <c:pt idx="86461">
                  <c:v>76.97</c:v>
                </c:pt>
                <c:pt idx="86462">
                  <c:v>54.95</c:v>
                </c:pt>
                <c:pt idx="86463">
                  <c:v>54.95</c:v>
                </c:pt>
                <c:pt idx="86464">
                  <c:v>54.95</c:v>
                </c:pt>
                <c:pt idx="86465">
                  <c:v>54.95</c:v>
                </c:pt>
                <c:pt idx="86466">
                  <c:v>114.97</c:v>
                </c:pt>
                <c:pt idx="86467">
                  <c:v>131.97999999999999</c:v>
                </c:pt>
                <c:pt idx="86468">
                  <c:v>74.95</c:v>
                </c:pt>
                <c:pt idx="86469">
                  <c:v>159.97999999999999</c:v>
                </c:pt>
                <c:pt idx="86470">
                  <c:v>59.98</c:v>
                </c:pt>
                <c:pt idx="86471">
                  <c:v>59.98</c:v>
                </c:pt>
                <c:pt idx="86472">
                  <c:v>59.98</c:v>
                </c:pt>
                <c:pt idx="86473">
                  <c:v>99.96</c:v>
                </c:pt>
                <c:pt idx="86474">
                  <c:v>59.98</c:v>
                </c:pt>
                <c:pt idx="86475">
                  <c:v>59.98</c:v>
                </c:pt>
                <c:pt idx="86476">
                  <c:v>59.98</c:v>
                </c:pt>
                <c:pt idx="86477">
                  <c:v>74.95</c:v>
                </c:pt>
                <c:pt idx="86478">
                  <c:v>74.95</c:v>
                </c:pt>
                <c:pt idx="86479">
                  <c:v>259.92</c:v>
                </c:pt>
                <c:pt idx="86480">
                  <c:v>74.95</c:v>
                </c:pt>
                <c:pt idx="86481">
                  <c:v>89.94</c:v>
                </c:pt>
                <c:pt idx="86482">
                  <c:v>147.96</c:v>
                </c:pt>
                <c:pt idx="86483">
                  <c:v>147.96</c:v>
                </c:pt>
                <c:pt idx="86484">
                  <c:v>133.16</c:v>
                </c:pt>
                <c:pt idx="86485">
                  <c:v>147.96</c:v>
                </c:pt>
                <c:pt idx="86486">
                  <c:v>79.98</c:v>
                </c:pt>
                <c:pt idx="86487">
                  <c:v>55.98</c:v>
                </c:pt>
                <c:pt idx="86488">
                  <c:v>150.94</c:v>
                </c:pt>
                <c:pt idx="86489">
                  <c:v>59.38</c:v>
                </c:pt>
                <c:pt idx="86490">
                  <c:v>59.26</c:v>
                </c:pt>
                <c:pt idx="86491">
                  <c:v>57.38</c:v>
                </c:pt>
                <c:pt idx="86492">
                  <c:v>69.989999999999995</c:v>
                </c:pt>
                <c:pt idx="86493">
                  <c:v>94.96</c:v>
                </c:pt>
                <c:pt idx="86494">
                  <c:v>29.29</c:v>
                </c:pt>
                <c:pt idx="86495">
                  <c:v>46.29</c:v>
                </c:pt>
                <c:pt idx="86496">
                  <c:v>46.1</c:v>
                </c:pt>
                <c:pt idx="86497">
                  <c:v>29.29</c:v>
                </c:pt>
                <c:pt idx="86498">
                  <c:v>5.28</c:v>
                </c:pt>
                <c:pt idx="86499">
                  <c:v>24.94</c:v>
                </c:pt>
                <c:pt idx="86500">
                  <c:v>29.94</c:v>
                </c:pt>
                <c:pt idx="86501">
                  <c:v>46.29</c:v>
                </c:pt>
                <c:pt idx="86502">
                  <c:v>46.94</c:v>
                </c:pt>
                <c:pt idx="86503">
                  <c:v>63.98</c:v>
                </c:pt>
                <c:pt idx="86504">
                  <c:v>94.95</c:v>
                </c:pt>
                <c:pt idx="86505">
                  <c:v>94.95</c:v>
                </c:pt>
                <c:pt idx="86506">
                  <c:v>94.95</c:v>
                </c:pt>
                <c:pt idx="86507">
                  <c:v>75.959999999999994</c:v>
                </c:pt>
                <c:pt idx="86508">
                  <c:v>58.98</c:v>
                </c:pt>
                <c:pt idx="86509">
                  <c:v>123.95</c:v>
                </c:pt>
                <c:pt idx="86510">
                  <c:v>69.98</c:v>
                </c:pt>
                <c:pt idx="86511">
                  <c:v>91.96</c:v>
                </c:pt>
                <c:pt idx="86512">
                  <c:v>59.96</c:v>
                </c:pt>
                <c:pt idx="86513">
                  <c:v>31.93</c:v>
                </c:pt>
                <c:pt idx="86514">
                  <c:v>59.96</c:v>
                </c:pt>
                <c:pt idx="86515">
                  <c:v>31.28</c:v>
                </c:pt>
                <c:pt idx="86516">
                  <c:v>59.96</c:v>
                </c:pt>
                <c:pt idx="86517">
                  <c:v>59.96</c:v>
                </c:pt>
                <c:pt idx="86518">
                  <c:v>84.78</c:v>
                </c:pt>
                <c:pt idx="86519">
                  <c:v>16.29</c:v>
                </c:pt>
                <c:pt idx="86520">
                  <c:v>31.28</c:v>
                </c:pt>
                <c:pt idx="86521">
                  <c:v>31.28</c:v>
                </c:pt>
                <c:pt idx="86522">
                  <c:v>108.97</c:v>
                </c:pt>
                <c:pt idx="86523">
                  <c:v>84.99</c:v>
                </c:pt>
                <c:pt idx="86524">
                  <c:v>96.98</c:v>
                </c:pt>
                <c:pt idx="86525">
                  <c:v>99.98</c:v>
                </c:pt>
                <c:pt idx="86526">
                  <c:v>54.99</c:v>
                </c:pt>
                <c:pt idx="86527">
                  <c:v>55.24</c:v>
                </c:pt>
                <c:pt idx="86528">
                  <c:v>102.97</c:v>
                </c:pt>
                <c:pt idx="86529">
                  <c:v>75.98</c:v>
                </c:pt>
                <c:pt idx="86530">
                  <c:v>30.27</c:v>
                </c:pt>
                <c:pt idx="86531">
                  <c:v>104.98</c:v>
                </c:pt>
                <c:pt idx="86532">
                  <c:v>51.98</c:v>
                </c:pt>
                <c:pt idx="86533">
                  <c:v>11.99</c:v>
                </c:pt>
                <c:pt idx="86534">
                  <c:v>119.75</c:v>
                </c:pt>
                <c:pt idx="86535">
                  <c:v>-19.989999999999998</c:v>
                </c:pt>
                <c:pt idx="86536">
                  <c:v>96.16</c:v>
                </c:pt>
                <c:pt idx="86537">
                  <c:v>72.55</c:v>
                </c:pt>
                <c:pt idx="86538">
                  <c:v>72.56</c:v>
                </c:pt>
                <c:pt idx="86539">
                  <c:v>-5</c:v>
                </c:pt>
                <c:pt idx="86540">
                  <c:v>71.8</c:v>
                </c:pt>
                <c:pt idx="86541">
                  <c:v>72.53</c:v>
                </c:pt>
                <c:pt idx="86542">
                  <c:v>71.11</c:v>
                </c:pt>
                <c:pt idx="86543">
                  <c:v>71.27</c:v>
                </c:pt>
                <c:pt idx="86544">
                  <c:v>64.55</c:v>
                </c:pt>
                <c:pt idx="86545">
                  <c:v>63.98</c:v>
                </c:pt>
                <c:pt idx="86546">
                  <c:v>64.97</c:v>
                </c:pt>
                <c:pt idx="86547">
                  <c:v>84.18</c:v>
                </c:pt>
                <c:pt idx="86548">
                  <c:v>107.96</c:v>
                </c:pt>
                <c:pt idx="86549">
                  <c:v>103.98</c:v>
                </c:pt>
                <c:pt idx="86550">
                  <c:v>73.48</c:v>
                </c:pt>
                <c:pt idx="86551">
                  <c:v>54.99</c:v>
                </c:pt>
                <c:pt idx="86552">
                  <c:v>91.98</c:v>
                </c:pt>
                <c:pt idx="86553">
                  <c:v>75.87</c:v>
                </c:pt>
                <c:pt idx="86554">
                  <c:v>78.87</c:v>
                </c:pt>
                <c:pt idx="86555">
                  <c:v>164.97</c:v>
                </c:pt>
                <c:pt idx="86556">
                  <c:v>56.77</c:v>
                </c:pt>
                <c:pt idx="86557">
                  <c:v>59.98</c:v>
                </c:pt>
                <c:pt idx="86558">
                  <c:v>59.98</c:v>
                </c:pt>
                <c:pt idx="86559">
                  <c:v>50.97</c:v>
                </c:pt>
                <c:pt idx="86560">
                  <c:v>89.97</c:v>
                </c:pt>
                <c:pt idx="86561">
                  <c:v>31.29</c:v>
                </c:pt>
                <c:pt idx="86562">
                  <c:v>29.99</c:v>
                </c:pt>
                <c:pt idx="86563">
                  <c:v>64.98</c:v>
                </c:pt>
                <c:pt idx="86564">
                  <c:v>61.48</c:v>
                </c:pt>
                <c:pt idx="86565">
                  <c:v>59.98</c:v>
                </c:pt>
                <c:pt idx="86566">
                  <c:v>-73.98</c:v>
                </c:pt>
                <c:pt idx="86567">
                  <c:v>51.49</c:v>
                </c:pt>
                <c:pt idx="86568">
                  <c:v>29.48</c:v>
                </c:pt>
                <c:pt idx="86569">
                  <c:v>55.96</c:v>
                </c:pt>
                <c:pt idx="86570">
                  <c:v>29.48</c:v>
                </c:pt>
                <c:pt idx="86571">
                  <c:v>73.98</c:v>
                </c:pt>
                <c:pt idx="86572">
                  <c:v>29.48</c:v>
                </c:pt>
                <c:pt idx="86573">
                  <c:v>29.48</c:v>
                </c:pt>
                <c:pt idx="86574">
                  <c:v>29.48</c:v>
                </c:pt>
                <c:pt idx="86575">
                  <c:v>30.23</c:v>
                </c:pt>
                <c:pt idx="86576">
                  <c:v>55.96</c:v>
                </c:pt>
                <c:pt idx="86577">
                  <c:v>29.48</c:v>
                </c:pt>
                <c:pt idx="86578">
                  <c:v>29.48</c:v>
                </c:pt>
                <c:pt idx="86579">
                  <c:v>80.540000000000006</c:v>
                </c:pt>
                <c:pt idx="86580">
                  <c:v>67.12</c:v>
                </c:pt>
                <c:pt idx="86581">
                  <c:v>59.56</c:v>
                </c:pt>
                <c:pt idx="86582">
                  <c:v>61.17</c:v>
                </c:pt>
                <c:pt idx="86583">
                  <c:v>67.47</c:v>
                </c:pt>
                <c:pt idx="86584">
                  <c:v>52.79</c:v>
                </c:pt>
                <c:pt idx="86585">
                  <c:v>45.99</c:v>
                </c:pt>
                <c:pt idx="86586">
                  <c:v>105.22</c:v>
                </c:pt>
                <c:pt idx="86587">
                  <c:v>89.98</c:v>
                </c:pt>
                <c:pt idx="86588">
                  <c:v>109.97</c:v>
                </c:pt>
                <c:pt idx="86589">
                  <c:v>99.96</c:v>
                </c:pt>
                <c:pt idx="86590">
                  <c:v>89.98</c:v>
                </c:pt>
                <c:pt idx="86591">
                  <c:v>85.98</c:v>
                </c:pt>
                <c:pt idx="86592">
                  <c:v>59.39</c:v>
                </c:pt>
                <c:pt idx="86593">
                  <c:v>64.98</c:v>
                </c:pt>
                <c:pt idx="86594">
                  <c:v>22.48</c:v>
                </c:pt>
                <c:pt idx="86595">
                  <c:v>13.19</c:v>
                </c:pt>
                <c:pt idx="86596">
                  <c:v>60.18</c:v>
                </c:pt>
                <c:pt idx="86597">
                  <c:v>26.49</c:v>
                </c:pt>
                <c:pt idx="86598">
                  <c:v>65.2</c:v>
                </c:pt>
                <c:pt idx="86599">
                  <c:v>53.98</c:v>
                </c:pt>
                <c:pt idx="86600">
                  <c:v>63.98</c:v>
                </c:pt>
                <c:pt idx="86601">
                  <c:v>110.98</c:v>
                </c:pt>
                <c:pt idx="86602">
                  <c:v>339.96</c:v>
                </c:pt>
                <c:pt idx="86603">
                  <c:v>239.97</c:v>
                </c:pt>
                <c:pt idx="86604">
                  <c:v>94.95</c:v>
                </c:pt>
                <c:pt idx="86605">
                  <c:v>94.95</c:v>
                </c:pt>
                <c:pt idx="86606">
                  <c:v>94.95</c:v>
                </c:pt>
                <c:pt idx="86607">
                  <c:v>94.95</c:v>
                </c:pt>
                <c:pt idx="86608">
                  <c:v>94.95</c:v>
                </c:pt>
                <c:pt idx="86609">
                  <c:v>299.89999999999998</c:v>
                </c:pt>
                <c:pt idx="86610">
                  <c:v>269.89999999999998</c:v>
                </c:pt>
                <c:pt idx="86611">
                  <c:v>59.98</c:v>
                </c:pt>
                <c:pt idx="86612">
                  <c:v>59.98</c:v>
                </c:pt>
                <c:pt idx="86613">
                  <c:v>89.97</c:v>
                </c:pt>
                <c:pt idx="86614">
                  <c:v>89.97</c:v>
                </c:pt>
                <c:pt idx="86615">
                  <c:v>119.96</c:v>
                </c:pt>
                <c:pt idx="86616">
                  <c:v>59.98</c:v>
                </c:pt>
                <c:pt idx="86617">
                  <c:v>59.98</c:v>
                </c:pt>
                <c:pt idx="86618">
                  <c:v>59.98</c:v>
                </c:pt>
                <c:pt idx="86619">
                  <c:v>59.98</c:v>
                </c:pt>
                <c:pt idx="86620">
                  <c:v>74.97</c:v>
                </c:pt>
                <c:pt idx="86621">
                  <c:v>89.97</c:v>
                </c:pt>
                <c:pt idx="86622">
                  <c:v>104.97</c:v>
                </c:pt>
                <c:pt idx="86623">
                  <c:v>21.49</c:v>
                </c:pt>
                <c:pt idx="86624">
                  <c:v>74.98</c:v>
                </c:pt>
                <c:pt idx="86625">
                  <c:v>39.24</c:v>
                </c:pt>
                <c:pt idx="86626">
                  <c:v>61.98</c:v>
                </c:pt>
                <c:pt idx="86627">
                  <c:v>73.98</c:v>
                </c:pt>
                <c:pt idx="86628">
                  <c:v>75.48</c:v>
                </c:pt>
                <c:pt idx="86629">
                  <c:v>73.98</c:v>
                </c:pt>
                <c:pt idx="86630">
                  <c:v>35.76</c:v>
                </c:pt>
                <c:pt idx="86631">
                  <c:v>73.98</c:v>
                </c:pt>
                <c:pt idx="86632">
                  <c:v>17.489999999999998</c:v>
                </c:pt>
                <c:pt idx="86633">
                  <c:v>20.23</c:v>
                </c:pt>
                <c:pt idx="86634">
                  <c:v>19.48</c:v>
                </c:pt>
                <c:pt idx="86635">
                  <c:v>19.48</c:v>
                </c:pt>
                <c:pt idx="86636">
                  <c:v>21.98</c:v>
                </c:pt>
                <c:pt idx="86637">
                  <c:v>19.28</c:v>
                </c:pt>
                <c:pt idx="86638">
                  <c:v>20.23</c:v>
                </c:pt>
                <c:pt idx="86639">
                  <c:v>19.48</c:v>
                </c:pt>
                <c:pt idx="86640">
                  <c:v>59.98</c:v>
                </c:pt>
                <c:pt idx="86641">
                  <c:v>157.24</c:v>
                </c:pt>
                <c:pt idx="86642">
                  <c:v>65.3</c:v>
                </c:pt>
                <c:pt idx="86643">
                  <c:v>134.29</c:v>
                </c:pt>
                <c:pt idx="86644">
                  <c:v>96.78</c:v>
                </c:pt>
                <c:pt idx="86645">
                  <c:v>76.209999999999994</c:v>
                </c:pt>
                <c:pt idx="86646">
                  <c:v>97.93</c:v>
                </c:pt>
                <c:pt idx="86647">
                  <c:v>50.97</c:v>
                </c:pt>
                <c:pt idx="86648">
                  <c:v>59.32</c:v>
                </c:pt>
                <c:pt idx="86649">
                  <c:v>53.96</c:v>
                </c:pt>
                <c:pt idx="86650">
                  <c:v>50.97</c:v>
                </c:pt>
                <c:pt idx="86651">
                  <c:v>62.97</c:v>
                </c:pt>
                <c:pt idx="86652">
                  <c:v>59.96</c:v>
                </c:pt>
                <c:pt idx="86653">
                  <c:v>51.29</c:v>
                </c:pt>
                <c:pt idx="86654">
                  <c:v>93.98</c:v>
                </c:pt>
                <c:pt idx="86655">
                  <c:v>84.99</c:v>
                </c:pt>
                <c:pt idx="86656">
                  <c:v>84.99</c:v>
                </c:pt>
                <c:pt idx="86657">
                  <c:v>84.99</c:v>
                </c:pt>
                <c:pt idx="86658">
                  <c:v>69.98</c:v>
                </c:pt>
                <c:pt idx="86659">
                  <c:v>16.489999999999998</c:v>
                </c:pt>
                <c:pt idx="86660">
                  <c:v>70.930000000000007</c:v>
                </c:pt>
                <c:pt idx="86661">
                  <c:v>15.49</c:v>
                </c:pt>
                <c:pt idx="86662">
                  <c:v>16.489999999999998</c:v>
                </c:pt>
                <c:pt idx="86663">
                  <c:v>69.98</c:v>
                </c:pt>
                <c:pt idx="86664">
                  <c:v>157.58000000000001</c:v>
                </c:pt>
                <c:pt idx="86665">
                  <c:v>91.47</c:v>
                </c:pt>
                <c:pt idx="86666">
                  <c:v>85.62</c:v>
                </c:pt>
                <c:pt idx="86667">
                  <c:v>55.93</c:v>
                </c:pt>
                <c:pt idx="86668">
                  <c:v>71.98</c:v>
                </c:pt>
                <c:pt idx="86669">
                  <c:v>72.739999999999995</c:v>
                </c:pt>
                <c:pt idx="86670">
                  <c:v>96.76</c:v>
                </c:pt>
                <c:pt idx="86671">
                  <c:v>116.12</c:v>
                </c:pt>
                <c:pt idx="86672">
                  <c:v>116.12</c:v>
                </c:pt>
                <c:pt idx="86673">
                  <c:v>65.989999999999995</c:v>
                </c:pt>
                <c:pt idx="86674">
                  <c:v>122.08</c:v>
                </c:pt>
                <c:pt idx="86675">
                  <c:v>65.989999999999995</c:v>
                </c:pt>
                <c:pt idx="86676">
                  <c:v>131.97999999999999</c:v>
                </c:pt>
                <c:pt idx="86677">
                  <c:v>57.96</c:v>
                </c:pt>
                <c:pt idx="86678">
                  <c:v>36.28</c:v>
                </c:pt>
                <c:pt idx="86679">
                  <c:v>56.97</c:v>
                </c:pt>
                <c:pt idx="86680">
                  <c:v>62.08</c:v>
                </c:pt>
                <c:pt idx="86681">
                  <c:v>75.98</c:v>
                </c:pt>
                <c:pt idx="86682">
                  <c:v>52.14</c:v>
                </c:pt>
                <c:pt idx="86683">
                  <c:v>53.85</c:v>
                </c:pt>
                <c:pt idx="86684">
                  <c:v>56.97</c:v>
                </c:pt>
                <c:pt idx="86685">
                  <c:v>59.39</c:v>
                </c:pt>
                <c:pt idx="86686">
                  <c:v>56.97</c:v>
                </c:pt>
                <c:pt idx="86687">
                  <c:v>93.73</c:v>
                </c:pt>
                <c:pt idx="86688">
                  <c:v>176.62</c:v>
                </c:pt>
                <c:pt idx="86689">
                  <c:v>128.24</c:v>
                </c:pt>
                <c:pt idx="86690">
                  <c:v>79.849999999999994</c:v>
                </c:pt>
                <c:pt idx="86691">
                  <c:v>67.739999999999995</c:v>
                </c:pt>
                <c:pt idx="86692">
                  <c:v>79.849999999999994</c:v>
                </c:pt>
                <c:pt idx="86693">
                  <c:v>85.17</c:v>
                </c:pt>
                <c:pt idx="86694">
                  <c:v>124.95</c:v>
                </c:pt>
                <c:pt idx="86695">
                  <c:v>136.77000000000001</c:v>
                </c:pt>
                <c:pt idx="86696">
                  <c:v>112.96</c:v>
                </c:pt>
                <c:pt idx="86697">
                  <c:v>98.56</c:v>
                </c:pt>
                <c:pt idx="86698">
                  <c:v>92.97</c:v>
                </c:pt>
                <c:pt idx="86699">
                  <c:v>59.98</c:v>
                </c:pt>
                <c:pt idx="86700">
                  <c:v>59.98</c:v>
                </c:pt>
                <c:pt idx="86701">
                  <c:v>31.49</c:v>
                </c:pt>
                <c:pt idx="86702">
                  <c:v>92.97</c:v>
                </c:pt>
                <c:pt idx="86703">
                  <c:v>61.98</c:v>
                </c:pt>
                <c:pt idx="86704">
                  <c:v>60.98</c:v>
                </c:pt>
                <c:pt idx="86705">
                  <c:v>189.95</c:v>
                </c:pt>
                <c:pt idx="86706">
                  <c:v>144.96</c:v>
                </c:pt>
                <c:pt idx="86707">
                  <c:v>159.96</c:v>
                </c:pt>
                <c:pt idx="86708">
                  <c:v>112.97</c:v>
                </c:pt>
                <c:pt idx="86709">
                  <c:v>54.98</c:v>
                </c:pt>
                <c:pt idx="86710">
                  <c:v>99.98</c:v>
                </c:pt>
                <c:pt idx="86711">
                  <c:v>84.99</c:v>
                </c:pt>
                <c:pt idx="86712">
                  <c:v>42.99</c:v>
                </c:pt>
                <c:pt idx="86713">
                  <c:v>84.99</c:v>
                </c:pt>
                <c:pt idx="86714">
                  <c:v>191.96</c:v>
                </c:pt>
                <c:pt idx="86715">
                  <c:v>151.96</c:v>
                </c:pt>
                <c:pt idx="86716">
                  <c:v>221.93</c:v>
                </c:pt>
                <c:pt idx="86717">
                  <c:v>55.98</c:v>
                </c:pt>
                <c:pt idx="86718">
                  <c:v>55.98</c:v>
                </c:pt>
                <c:pt idx="86719">
                  <c:v>83.97</c:v>
                </c:pt>
                <c:pt idx="86720">
                  <c:v>55.98</c:v>
                </c:pt>
                <c:pt idx="86721">
                  <c:v>55.98</c:v>
                </c:pt>
                <c:pt idx="86722">
                  <c:v>55.98</c:v>
                </c:pt>
                <c:pt idx="86723">
                  <c:v>55.98</c:v>
                </c:pt>
                <c:pt idx="86724">
                  <c:v>55.98</c:v>
                </c:pt>
                <c:pt idx="86725">
                  <c:v>41.29</c:v>
                </c:pt>
                <c:pt idx="86726">
                  <c:v>129.97</c:v>
                </c:pt>
                <c:pt idx="86727">
                  <c:v>65.97</c:v>
                </c:pt>
                <c:pt idx="86728">
                  <c:v>152.96</c:v>
                </c:pt>
                <c:pt idx="86729">
                  <c:v>59.97</c:v>
                </c:pt>
                <c:pt idx="86730">
                  <c:v>174.95</c:v>
                </c:pt>
                <c:pt idx="86731">
                  <c:v>84.99</c:v>
                </c:pt>
                <c:pt idx="86732">
                  <c:v>254.97</c:v>
                </c:pt>
                <c:pt idx="86733">
                  <c:v>51.49</c:v>
                </c:pt>
                <c:pt idx="86734">
                  <c:v>41.49</c:v>
                </c:pt>
                <c:pt idx="86735">
                  <c:v>21.49</c:v>
                </c:pt>
                <c:pt idx="86736">
                  <c:v>99.98</c:v>
                </c:pt>
                <c:pt idx="86737">
                  <c:v>42.24</c:v>
                </c:pt>
                <c:pt idx="86738">
                  <c:v>51.49</c:v>
                </c:pt>
                <c:pt idx="86739">
                  <c:v>79.98</c:v>
                </c:pt>
                <c:pt idx="86740">
                  <c:v>74.98</c:v>
                </c:pt>
                <c:pt idx="86741">
                  <c:v>54.99</c:v>
                </c:pt>
                <c:pt idx="86742">
                  <c:v>85.27</c:v>
                </c:pt>
                <c:pt idx="86743">
                  <c:v>91.97</c:v>
                </c:pt>
                <c:pt idx="86744">
                  <c:v>86.98</c:v>
                </c:pt>
                <c:pt idx="86745">
                  <c:v>65.989999999999995</c:v>
                </c:pt>
                <c:pt idx="86746">
                  <c:v>102.64</c:v>
                </c:pt>
                <c:pt idx="86747">
                  <c:v>104.97</c:v>
                </c:pt>
                <c:pt idx="86748">
                  <c:v>79.98</c:v>
                </c:pt>
                <c:pt idx="86749">
                  <c:v>119.96</c:v>
                </c:pt>
                <c:pt idx="86750">
                  <c:v>92.57</c:v>
                </c:pt>
                <c:pt idx="86751">
                  <c:v>62.58</c:v>
                </c:pt>
                <c:pt idx="86752">
                  <c:v>162.82</c:v>
                </c:pt>
                <c:pt idx="86753">
                  <c:v>182.82</c:v>
                </c:pt>
                <c:pt idx="86754">
                  <c:v>61.95</c:v>
                </c:pt>
                <c:pt idx="86755">
                  <c:v>68.97</c:v>
                </c:pt>
                <c:pt idx="86756">
                  <c:v>70.27</c:v>
                </c:pt>
                <c:pt idx="86757">
                  <c:v>91.96</c:v>
                </c:pt>
                <c:pt idx="86758">
                  <c:v>70.27</c:v>
                </c:pt>
                <c:pt idx="86759">
                  <c:v>68.97</c:v>
                </c:pt>
                <c:pt idx="86760">
                  <c:v>2.99</c:v>
                </c:pt>
                <c:pt idx="86761">
                  <c:v>101.82</c:v>
                </c:pt>
                <c:pt idx="86762">
                  <c:v>233.46</c:v>
                </c:pt>
                <c:pt idx="86763">
                  <c:v>112.48</c:v>
                </c:pt>
                <c:pt idx="86764">
                  <c:v>114.89</c:v>
                </c:pt>
                <c:pt idx="86765">
                  <c:v>111.94</c:v>
                </c:pt>
                <c:pt idx="86766">
                  <c:v>95.94</c:v>
                </c:pt>
                <c:pt idx="86767">
                  <c:v>117.96</c:v>
                </c:pt>
                <c:pt idx="86768">
                  <c:v>65.47</c:v>
                </c:pt>
                <c:pt idx="86769">
                  <c:v>59.48</c:v>
                </c:pt>
                <c:pt idx="86770">
                  <c:v>46.33</c:v>
                </c:pt>
                <c:pt idx="86771">
                  <c:v>108.86</c:v>
                </c:pt>
                <c:pt idx="86772">
                  <c:v>176.62</c:v>
                </c:pt>
                <c:pt idx="86773">
                  <c:v>159.66999999999999</c:v>
                </c:pt>
                <c:pt idx="86774">
                  <c:v>176.36</c:v>
                </c:pt>
                <c:pt idx="86775">
                  <c:v>89.97</c:v>
                </c:pt>
                <c:pt idx="86776">
                  <c:v>51.99</c:v>
                </c:pt>
                <c:pt idx="86777">
                  <c:v>1.97</c:v>
                </c:pt>
                <c:pt idx="86778">
                  <c:v>54.98</c:v>
                </c:pt>
                <c:pt idx="86779">
                  <c:v>81.88</c:v>
                </c:pt>
                <c:pt idx="86780">
                  <c:v>56.09</c:v>
                </c:pt>
                <c:pt idx="86781">
                  <c:v>24.99</c:v>
                </c:pt>
                <c:pt idx="86782">
                  <c:v>89.97</c:v>
                </c:pt>
                <c:pt idx="86783">
                  <c:v>67.180000000000007</c:v>
                </c:pt>
                <c:pt idx="86784">
                  <c:v>1.5</c:v>
                </c:pt>
                <c:pt idx="86785">
                  <c:v>7.64</c:v>
                </c:pt>
                <c:pt idx="86786">
                  <c:v>65.989999999999995</c:v>
                </c:pt>
                <c:pt idx="86787">
                  <c:v>91.87</c:v>
                </c:pt>
                <c:pt idx="86788">
                  <c:v>65.989999999999995</c:v>
                </c:pt>
                <c:pt idx="86789">
                  <c:v>57.98</c:v>
                </c:pt>
                <c:pt idx="86790">
                  <c:v>80.849999999999994</c:v>
                </c:pt>
                <c:pt idx="86791">
                  <c:v>189.97</c:v>
                </c:pt>
                <c:pt idx="86792">
                  <c:v>159.47</c:v>
                </c:pt>
                <c:pt idx="86793">
                  <c:v>178.97</c:v>
                </c:pt>
                <c:pt idx="86794">
                  <c:v>58.97</c:v>
                </c:pt>
                <c:pt idx="86795">
                  <c:v>50.68</c:v>
                </c:pt>
                <c:pt idx="86796">
                  <c:v>99.96</c:v>
                </c:pt>
                <c:pt idx="86797">
                  <c:v>179.03</c:v>
                </c:pt>
                <c:pt idx="86798">
                  <c:v>149.94999999999999</c:v>
                </c:pt>
                <c:pt idx="86799">
                  <c:v>149.94999999999999</c:v>
                </c:pt>
                <c:pt idx="86800">
                  <c:v>134.97999999999999</c:v>
                </c:pt>
                <c:pt idx="86801">
                  <c:v>85.83</c:v>
                </c:pt>
                <c:pt idx="86802">
                  <c:v>89.23</c:v>
                </c:pt>
                <c:pt idx="86803">
                  <c:v>131.72</c:v>
                </c:pt>
                <c:pt idx="86804">
                  <c:v>119.98</c:v>
                </c:pt>
                <c:pt idx="86805">
                  <c:v>101.97</c:v>
                </c:pt>
                <c:pt idx="86806">
                  <c:v>50.57</c:v>
                </c:pt>
                <c:pt idx="86807">
                  <c:v>67.98</c:v>
                </c:pt>
                <c:pt idx="86808">
                  <c:v>131.97999999999999</c:v>
                </c:pt>
                <c:pt idx="86809">
                  <c:v>65.989999999999995</c:v>
                </c:pt>
                <c:pt idx="86810">
                  <c:v>65.989999999999995</c:v>
                </c:pt>
                <c:pt idx="86811">
                  <c:v>104.97</c:v>
                </c:pt>
                <c:pt idx="86812">
                  <c:v>78.17</c:v>
                </c:pt>
                <c:pt idx="86813">
                  <c:v>87.83</c:v>
                </c:pt>
                <c:pt idx="86814">
                  <c:v>111.94</c:v>
                </c:pt>
                <c:pt idx="86815">
                  <c:v>91.04</c:v>
                </c:pt>
                <c:pt idx="86816">
                  <c:v>91.07</c:v>
                </c:pt>
                <c:pt idx="86817">
                  <c:v>110.82</c:v>
                </c:pt>
                <c:pt idx="86818">
                  <c:v>233.68</c:v>
                </c:pt>
                <c:pt idx="86819">
                  <c:v>153.94</c:v>
                </c:pt>
                <c:pt idx="86820">
                  <c:v>-1.2</c:v>
                </c:pt>
                <c:pt idx="86821">
                  <c:v>65.3</c:v>
                </c:pt>
                <c:pt idx="86822">
                  <c:v>65.290000000000006</c:v>
                </c:pt>
                <c:pt idx="86823">
                  <c:v>64.069999999999993</c:v>
                </c:pt>
                <c:pt idx="86824">
                  <c:v>62.87</c:v>
                </c:pt>
                <c:pt idx="86825">
                  <c:v>65.3</c:v>
                </c:pt>
                <c:pt idx="86826">
                  <c:v>62.87</c:v>
                </c:pt>
                <c:pt idx="86827">
                  <c:v>71.37</c:v>
                </c:pt>
                <c:pt idx="86828">
                  <c:v>105.98</c:v>
                </c:pt>
                <c:pt idx="86829">
                  <c:v>65.989999999999995</c:v>
                </c:pt>
                <c:pt idx="86830">
                  <c:v>65.989999999999995</c:v>
                </c:pt>
                <c:pt idx="86831">
                  <c:v>131.97999999999999</c:v>
                </c:pt>
                <c:pt idx="86832">
                  <c:v>65.989999999999995</c:v>
                </c:pt>
                <c:pt idx="86833">
                  <c:v>149.47</c:v>
                </c:pt>
                <c:pt idx="86834">
                  <c:v>107.97</c:v>
                </c:pt>
                <c:pt idx="86835">
                  <c:v>189.83</c:v>
                </c:pt>
                <c:pt idx="86836">
                  <c:v>59.98</c:v>
                </c:pt>
                <c:pt idx="86837">
                  <c:v>82.96</c:v>
                </c:pt>
                <c:pt idx="86838">
                  <c:v>129.63</c:v>
                </c:pt>
                <c:pt idx="86839">
                  <c:v>107.97</c:v>
                </c:pt>
                <c:pt idx="86840">
                  <c:v>105.98</c:v>
                </c:pt>
                <c:pt idx="86841">
                  <c:v>160.16</c:v>
                </c:pt>
                <c:pt idx="86842">
                  <c:v>-23</c:v>
                </c:pt>
                <c:pt idx="86843">
                  <c:v>219.97</c:v>
                </c:pt>
                <c:pt idx="86844">
                  <c:v>59.97</c:v>
                </c:pt>
                <c:pt idx="86845">
                  <c:v>125.94</c:v>
                </c:pt>
                <c:pt idx="86846">
                  <c:v>139.96</c:v>
                </c:pt>
                <c:pt idx="86847">
                  <c:v>168.14</c:v>
                </c:pt>
                <c:pt idx="86848">
                  <c:v>123.38</c:v>
                </c:pt>
                <c:pt idx="86849">
                  <c:v>128.21</c:v>
                </c:pt>
                <c:pt idx="86850">
                  <c:v>198.39</c:v>
                </c:pt>
                <c:pt idx="86851">
                  <c:v>99.96</c:v>
                </c:pt>
                <c:pt idx="86852">
                  <c:v>114.93</c:v>
                </c:pt>
                <c:pt idx="86853">
                  <c:v>139.91999999999999</c:v>
                </c:pt>
                <c:pt idx="86854">
                  <c:v>64.95</c:v>
                </c:pt>
                <c:pt idx="86855">
                  <c:v>114.93</c:v>
                </c:pt>
                <c:pt idx="86856">
                  <c:v>64.95</c:v>
                </c:pt>
                <c:pt idx="86857">
                  <c:v>-24.99</c:v>
                </c:pt>
                <c:pt idx="86858">
                  <c:v>120.94</c:v>
                </c:pt>
                <c:pt idx="86859">
                  <c:v>90.71</c:v>
                </c:pt>
                <c:pt idx="86860">
                  <c:v>146.34</c:v>
                </c:pt>
                <c:pt idx="86861">
                  <c:v>157.22999999999999</c:v>
                </c:pt>
                <c:pt idx="86862">
                  <c:v>102.8</c:v>
                </c:pt>
                <c:pt idx="86863">
                  <c:v>101.95</c:v>
                </c:pt>
                <c:pt idx="86864">
                  <c:v>95.44</c:v>
                </c:pt>
                <c:pt idx="86865">
                  <c:v>67.959999999999994</c:v>
                </c:pt>
                <c:pt idx="86866">
                  <c:v>53.98</c:v>
                </c:pt>
                <c:pt idx="86867">
                  <c:v>55.97</c:v>
                </c:pt>
                <c:pt idx="86868">
                  <c:v>53.98</c:v>
                </c:pt>
                <c:pt idx="86869">
                  <c:v>47.67</c:v>
                </c:pt>
                <c:pt idx="86870">
                  <c:v>57.98</c:v>
                </c:pt>
                <c:pt idx="86871">
                  <c:v>79.98</c:v>
                </c:pt>
                <c:pt idx="86872">
                  <c:v>84.99</c:v>
                </c:pt>
                <c:pt idx="86873">
                  <c:v>169.98</c:v>
                </c:pt>
                <c:pt idx="86874">
                  <c:v>65.19</c:v>
                </c:pt>
                <c:pt idx="86875">
                  <c:v>84.99</c:v>
                </c:pt>
                <c:pt idx="86876">
                  <c:v>84.99</c:v>
                </c:pt>
                <c:pt idx="86877">
                  <c:v>68.989999999999995</c:v>
                </c:pt>
                <c:pt idx="86878">
                  <c:v>83.97</c:v>
                </c:pt>
                <c:pt idx="86879">
                  <c:v>49.28</c:v>
                </c:pt>
                <c:pt idx="86880">
                  <c:v>59.98</c:v>
                </c:pt>
                <c:pt idx="86881">
                  <c:v>74.98</c:v>
                </c:pt>
                <c:pt idx="86882">
                  <c:v>59.98</c:v>
                </c:pt>
                <c:pt idx="86883">
                  <c:v>59.98</c:v>
                </c:pt>
                <c:pt idx="86884">
                  <c:v>59.98</c:v>
                </c:pt>
                <c:pt idx="86885">
                  <c:v>59.98</c:v>
                </c:pt>
                <c:pt idx="86886">
                  <c:v>58.78</c:v>
                </c:pt>
                <c:pt idx="86887">
                  <c:v>59.98</c:v>
                </c:pt>
                <c:pt idx="86888">
                  <c:v>61.48</c:v>
                </c:pt>
                <c:pt idx="86889">
                  <c:v>59.98</c:v>
                </c:pt>
                <c:pt idx="86890">
                  <c:v>61.48</c:v>
                </c:pt>
                <c:pt idx="86891">
                  <c:v>59.98</c:v>
                </c:pt>
                <c:pt idx="86892">
                  <c:v>102.98</c:v>
                </c:pt>
                <c:pt idx="86893">
                  <c:v>65.989999999999995</c:v>
                </c:pt>
                <c:pt idx="86894">
                  <c:v>85.96</c:v>
                </c:pt>
                <c:pt idx="86895">
                  <c:v>65.97</c:v>
                </c:pt>
                <c:pt idx="86896">
                  <c:v>69.97</c:v>
                </c:pt>
                <c:pt idx="86897">
                  <c:v>74.97</c:v>
                </c:pt>
                <c:pt idx="86898">
                  <c:v>59.98</c:v>
                </c:pt>
                <c:pt idx="86899">
                  <c:v>74.97</c:v>
                </c:pt>
                <c:pt idx="86900">
                  <c:v>51.97</c:v>
                </c:pt>
                <c:pt idx="86901">
                  <c:v>51.97</c:v>
                </c:pt>
                <c:pt idx="86902">
                  <c:v>33.28</c:v>
                </c:pt>
                <c:pt idx="86903">
                  <c:v>59.97</c:v>
                </c:pt>
                <c:pt idx="86904">
                  <c:v>59.97</c:v>
                </c:pt>
                <c:pt idx="86905">
                  <c:v>59.97</c:v>
                </c:pt>
                <c:pt idx="86906">
                  <c:v>71.959999999999994</c:v>
                </c:pt>
                <c:pt idx="86907">
                  <c:v>33.28</c:v>
                </c:pt>
                <c:pt idx="86908">
                  <c:v>59.97</c:v>
                </c:pt>
                <c:pt idx="86909">
                  <c:v>59.97</c:v>
                </c:pt>
                <c:pt idx="86910">
                  <c:v>137.97999999999999</c:v>
                </c:pt>
                <c:pt idx="86911">
                  <c:v>69.989999999999995</c:v>
                </c:pt>
                <c:pt idx="86912">
                  <c:v>94.96</c:v>
                </c:pt>
                <c:pt idx="86913">
                  <c:v>64.95</c:v>
                </c:pt>
                <c:pt idx="86914">
                  <c:v>64.959999999999994</c:v>
                </c:pt>
                <c:pt idx="86915">
                  <c:v>110.67</c:v>
                </c:pt>
                <c:pt idx="86916">
                  <c:v>67.14</c:v>
                </c:pt>
                <c:pt idx="86917">
                  <c:v>49.49</c:v>
                </c:pt>
                <c:pt idx="86918">
                  <c:v>67.47</c:v>
                </c:pt>
                <c:pt idx="86919">
                  <c:v>51.98</c:v>
                </c:pt>
                <c:pt idx="86920">
                  <c:v>60.98</c:v>
                </c:pt>
                <c:pt idx="86921">
                  <c:v>66.98</c:v>
                </c:pt>
                <c:pt idx="86922">
                  <c:v>39.24</c:v>
                </c:pt>
                <c:pt idx="86923">
                  <c:v>66.98</c:v>
                </c:pt>
                <c:pt idx="86924">
                  <c:v>33.24</c:v>
                </c:pt>
                <c:pt idx="86925">
                  <c:v>66.98</c:v>
                </c:pt>
                <c:pt idx="86926">
                  <c:v>59.96</c:v>
                </c:pt>
                <c:pt idx="86927">
                  <c:v>59.96</c:v>
                </c:pt>
                <c:pt idx="86928">
                  <c:v>62.97</c:v>
                </c:pt>
                <c:pt idx="86929">
                  <c:v>50.48</c:v>
                </c:pt>
                <c:pt idx="86930">
                  <c:v>55.52</c:v>
                </c:pt>
                <c:pt idx="86931">
                  <c:v>139.94</c:v>
                </c:pt>
                <c:pt idx="86932">
                  <c:v>47.22</c:v>
                </c:pt>
                <c:pt idx="86933">
                  <c:v>119.95</c:v>
                </c:pt>
                <c:pt idx="86934">
                  <c:v>79.98</c:v>
                </c:pt>
                <c:pt idx="86935">
                  <c:v>151.91999999999999</c:v>
                </c:pt>
                <c:pt idx="86936">
                  <c:v>224.46</c:v>
                </c:pt>
                <c:pt idx="86937">
                  <c:v>56.97</c:v>
                </c:pt>
                <c:pt idx="86938">
                  <c:v>56.97</c:v>
                </c:pt>
                <c:pt idx="86939">
                  <c:v>197.96</c:v>
                </c:pt>
                <c:pt idx="86940">
                  <c:v>29.28</c:v>
                </c:pt>
                <c:pt idx="86941">
                  <c:v>105.97</c:v>
                </c:pt>
                <c:pt idx="86942">
                  <c:v>59.98</c:v>
                </c:pt>
                <c:pt idx="86943">
                  <c:v>108.97</c:v>
                </c:pt>
                <c:pt idx="86944">
                  <c:v>92.97</c:v>
                </c:pt>
                <c:pt idx="86945">
                  <c:v>99.96</c:v>
                </c:pt>
                <c:pt idx="86946">
                  <c:v>119.96</c:v>
                </c:pt>
                <c:pt idx="86947">
                  <c:v>59.98</c:v>
                </c:pt>
                <c:pt idx="86948">
                  <c:v>54.48</c:v>
                </c:pt>
                <c:pt idx="86949">
                  <c:v>86.67</c:v>
                </c:pt>
                <c:pt idx="86950">
                  <c:v>89.94</c:v>
                </c:pt>
                <c:pt idx="86951">
                  <c:v>87.47</c:v>
                </c:pt>
                <c:pt idx="86952">
                  <c:v>87.47</c:v>
                </c:pt>
                <c:pt idx="86953">
                  <c:v>73.98</c:v>
                </c:pt>
                <c:pt idx="86954">
                  <c:v>104.97</c:v>
                </c:pt>
                <c:pt idx="86955">
                  <c:v>64.98</c:v>
                </c:pt>
                <c:pt idx="86956">
                  <c:v>62.98</c:v>
                </c:pt>
                <c:pt idx="86957">
                  <c:v>94.97</c:v>
                </c:pt>
                <c:pt idx="86958">
                  <c:v>610.83000000000004</c:v>
                </c:pt>
                <c:pt idx="86959">
                  <c:v>114.91</c:v>
                </c:pt>
                <c:pt idx="86960">
                  <c:v>79.97</c:v>
                </c:pt>
                <c:pt idx="86961">
                  <c:v>94.95</c:v>
                </c:pt>
                <c:pt idx="86962">
                  <c:v>145.97</c:v>
                </c:pt>
                <c:pt idx="86963">
                  <c:v>99.97</c:v>
                </c:pt>
                <c:pt idx="86964">
                  <c:v>112.18</c:v>
                </c:pt>
                <c:pt idx="86965">
                  <c:v>64.98</c:v>
                </c:pt>
                <c:pt idx="86966">
                  <c:v>44.47</c:v>
                </c:pt>
                <c:pt idx="86967">
                  <c:v>65.98</c:v>
                </c:pt>
                <c:pt idx="86968">
                  <c:v>123.96</c:v>
                </c:pt>
                <c:pt idx="86969">
                  <c:v>127.96</c:v>
                </c:pt>
                <c:pt idx="86970">
                  <c:v>61.98</c:v>
                </c:pt>
                <c:pt idx="86971">
                  <c:v>55.11</c:v>
                </c:pt>
                <c:pt idx="86972">
                  <c:v>63.98</c:v>
                </c:pt>
                <c:pt idx="86973">
                  <c:v>65.989999999999995</c:v>
                </c:pt>
                <c:pt idx="86974">
                  <c:v>68.98</c:v>
                </c:pt>
                <c:pt idx="86975">
                  <c:v>65.989999999999995</c:v>
                </c:pt>
                <c:pt idx="86976">
                  <c:v>88.28</c:v>
                </c:pt>
                <c:pt idx="86977">
                  <c:v>65.989999999999995</c:v>
                </c:pt>
                <c:pt idx="86978">
                  <c:v>371.92</c:v>
                </c:pt>
                <c:pt idx="86979">
                  <c:v>89.98</c:v>
                </c:pt>
                <c:pt idx="86980">
                  <c:v>89.98</c:v>
                </c:pt>
                <c:pt idx="86981">
                  <c:v>95.17</c:v>
                </c:pt>
                <c:pt idx="86982">
                  <c:v>121.67</c:v>
                </c:pt>
                <c:pt idx="86983">
                  <c:v>140.35</c:v>
                </c:pt>
                <c:pt idx="86984">
                  <c:v>194.32</c:v>
                </c:pt>
                <c:pt idx="86985">
                  <c:v>98.97</c:v>
                </c:pt>
                <c:pt idx="86986">
                  <c:v>120.97</c:v>
                </c:pt>
                <c:pt idx="86987">
                  <c:v>65.97</c:v>
                </c:pt>
                <c:pt idx="86988">
                  <c:v>120.97</c:v>
                </c:pt>
                <c:pt idx="86989">
                  <c:v>68.38</c:v>
                </c:pt>
                <c:pt idx="86990">
                  <c:v>85.97</c:v>
                </c:pt>
                <c:pt idx="86991">
                  <c:v>79.849999999999994</c:v>
                </c:pt>
                <c:pt idx="86992">
                  <c:v>79.849999999999994</c:v>
                </c:pt>
                <c:pt idx="86993">
                  <c:v>134.29</c:v>
                </c:pt>
                <c:pt idx="86994">
                  <c:v>79.849999999999994</c:v>
                </c:pt>
                <c:pt idx="86995">
                  <c:v>55.98</c:v>
                </c:pt>
                <c:pt idx="86996">
                  <c:v>55.98</c:v>
                </c:pt>
                <c:pt idx="86997">
                  <c:v>86.38</c:v>
                </c:pt>
                <c:pt idx="86998">
                  <c:v>79.989999999999995</c:v>
                </c:pt>
                <c:pt idx="86999">
                  <c:v>95.98</c:v>
                </c:pt>
                <c:pt idx="87000">
                  <c:v>95.98</c:v>
                </c:pt>
                <c:pt idx="87001">
                  <c:v>52.29</c:v>
                </c:pt>
                <c:pt idx="87002">
                  <c:v>103.96</c:v>
                </c:pt>
                <c:pt idx="87003">
                  <c:v>46.74</c:v>
                </c:pt>
                <c:pt idx="87004">
                  <c:v>92.97</c:v>
                </c:pt>
                <c:pt idx="87005">
                  <c:v>90.95</c:v>
                </c:pt>
                <c:pt idx="87006">
                  <c:v>106.97</c:v>
                </c:pt>
                <c:pt idx="87007">
                  <c:v>65.98</c:v>
                </c:pt>
                <c:pt idx="87008">
                  <c:v>62.98</c:v>
                </c:pt>
                <c:pt idx="87009">
                  <c:v>89.97</c:v>
                </c:pt>
                <c:pt idx="87010">
                  <c:v>54.98</c:v>
                </c:pt>
                <c:pt idx="87011">
                  <c:v>50.98</c:v>
                </c:pt>
                <c:pt idx="87012">
                  <c:v>59.98</c:v>
                </c:pt>
                <c:pt idx="87013">
                  <c:v>29.99</c:v>
                </c:pt>
                <c:pt idx="87014">
                  <c:v>76.47</c:v>
                </c:pt>
                <c:pt idx="87015">
                  <c:v>56.98</c:v>
                </c:pt>
                <c:pt idx="87016">
                  <c:v>50.07</c:v>
                </c:pt>
                <c:pt idx="87017">
                  <c:v>112.39</c:v>
                </c:pt>
                <c:pt idx="87018">
                  <c:v>63.96</c:v>
                </c:pt>
                <c:pt idx="87019">
                  <c:v>26.49</c:v>
                </c:pt>
                <c:pt idx="87020">
                  <c:v>59.98</c:v>
                </c:pt>
                <c:pt idx="87021">
                  <c:v>59.98</c:v>
                </c:pt>
                <c:pt idx="87022">
                  <c:v>54.98</c:v>
                </c:pt>
                <c:pt idx="87023">
                  <c:v>32.24</c:v>
                </c:pt>
                <c:pt idx="87024">
                  <c:v>31.49</c:v>
                </c:pt>
                <c:pt idx="87025">
                  <c:v>59.98</c:v>
                </c:pt>
                <c:pt idx="87026">
                  <c:v>59.98</c:v>
                </c:pt>
                <c:pt idx="87027">
                  <c:v>31.49</c:v>
                </c:pt>
                <c:pt idx="87028">
                  <c:v>54.98</c:v>
                </c:pt>
                <c:pt idx="87029">
                  <c:v>31.49</c:v>
                </c:pt>
                <c:pt idx="87030">
                  <c:v>169.98</c:v>
                </c:pt>
                <c:pt idx="87031">
                  <c:v>149.9</c:v>
                </c:pt>
                <c:pt idx="87032">
                  <c:v>122.43</c:v>
                </c:pt>
                <c:pt idx="87033">
                  <c:v>157.35</c:v>
                </c:pt>
                <c:pt idx="87034">
                  <c:v>99.98</c:v>
                </c:pt>
                <c:pt idx="87035">
                  <c:v>50.98</c:v>
                </c:pt>
                <c:pt idx="87036">
                  <c:v>164.98</c:v>
                </c:pt>
                <c:pt idx="87037">
                  <c:v>116.97</c:v>
                </c:pt>
                <c:pt idx="87038">
                  <c:v>114.98</c:v>
                </c:pt>
                <c:pt idx="87039">
                  <c:v>189.97</c:v>
                </c:pt>
                <c:pt idx="87040">
                  <c:v>154.94</c:v>
                </c:pt>
                <c:pt idx="87041">
                  <c:v>128.97</c:v>
                </c:pt>
                <c:pt idx="87042">
                  <c:v>73.989999999999995</c:v>
                </c:pt>
                <c:pt idx="87043">
                  <c:v>78.63</c:v>
                </c:pt>
                <c:pt idx="87044">
                  <c:v>66.53</c:v>
                </c:pt>
                <c:pt idx="87045">
                  <c:v>90.73</c:v>
                </c:pt>
                <c:pt idx="87046">
                  <c:v>108.88</c:v>
                </c:pt>
                <c:pt idx="87047">
                  <c:v>96.78</c:v>
                </c:pt>
                <c:pt idx="87048">
                  <c:v>72.58</c:v>
                </c:pt>
                <c:pt idx="87049">
                  <c:v>90.73</c:v>
                </c:pt>
                <c:pt idx="87050">
                  <c:v>129.94</c:v>
                </c:pt>
                <c:pt idx="87051">
                  <c:v>55.96</c:v>
                </c:pt>
                <c:pt idx="87052">
                  <c:v>125.91</c:v>
                </c:pt>
                <c:pt idx="87053">
                  <c:v>59.99</c:v>
                </c:pt>
                <c:pt idx="87054">
                  <c:v>175.94</c:v>
                </c:pt>
                <c:pt idx="87055">
                  <c:v>79.849999999999994</c:v>
                </c:pt>
                <c:pt idx="87056">
                  <c:v>79.849999999999994</c:v>
                </c:pt>
                <c:pt idx="87057">
                  <c:v>79.849999999999994</c:v>
                </c:pt>
                <c:pt idx="87058">
                  <c:v>44.75</c:v>
                </c:pt>
                <c:pt idx="87059">
                  <c:v>79.849999999999994</c:v>
                </c:pt>
                <c:pt idx="87060">
                  <c:v>79.849999999999994</c:v>
                </c:pt>
                <c:pt idx="87061">
                  <c:v>61.69</c:v>
                </c:pt>
                <c:pt idx="87062">
                  <c:v>145.47</c:v>
                </c:pt>
                <c:pt idx="87063">
                  <c:v>123.66</c:v>
                </c:pt>
                <c:pt idx="87064">
                  <c:v>137.47999999999999</c:v>
                </c:pt>
                <c:pt idx="87065">
                  <c:v>155.05000000000001</c:v>
                </c:pt>
                <c:pt idx="87066">
                  <c:v>60.96</c:v>
                </c:pt>
                <c:pt idx="87067">
                  <c:v>32.04</c:v>
                </c:pt>
                <c:pt idx="87068">
                  <c:v>238.77</c:v>
                </c:pt>
                <c:pt idx="87069">
                  <c:v>102.83</c:v>
                </c:pt>
                <c:pt idx="87070">
                  <c:v>191.72</c:v>
                </c:pt>
                <c:pt idx="87071">
                  <c:v>115.98</c:v>
                </c:pt>
                <c:pt idx="87072">
                  <c:v>238.97</c:v>
                </c:pt>
                <c:pt idx="87073">
                  <c:v>74.02</c:v>
                </c:pt>
                <c:pt idx="87074">
                  <c:v>65.3</c:v>
                </c:pt>
                <c:pt idx="87075">
                  <c:v>87.07</c:v>
                </c:pt>
                <c:pt idx="87076">
                  <c:v>65.3</c:v>
                </c:pt>
                <c:pt idx="87077">
                  <c:v>62.9</c:v>
                </c:pt>
                <c:pt idx="87078">
                  <c:v>62.9</c:v>
                </c:pt>
                <c:pt idx="87079">
                  <c:v>62.9</c:v>
                </c:pt>
                <c:pt idx="87080">
                  <c:v>94.34</c:v>
                </c:pt>
                <c:pt idx="87081">
                  <c:v>62.9</c:v>
                </c:pt>
                <c:pt idx="87082">
                  <c:v>94.34</c:v>
                </c:pt>
                <c:pt idx="87083">
                  <c:v>68.930000000000007</c:v>
                </c:pt>
                <c:pt idx="87084">
                  <c:v>1.5</c:v>
                </c:pt>
                <c:pt idx="87085">
                  <c:v>83.51</c:v>
                </c:pt>
                <c:pt idx="87086">
                  <c:v>90.48</c:v>
                </c:pt>
                <c:pt idx="87087">
                  <c:v>84.99</c:v>
                </c:pt>
                <c:pt idx="87088">
                  <c:v>72.989999999999995</c:v>
                </c:pt>
                <c:pt idx="87089">
                  <c:v>73.48</c:v>
                </c:pt>
                <c:pt idx="87090">
                  <c:v>84.99</c:v>
                </c:pt>
                <c:pt idx="87091">
                  <c:v>41.29</c:v>
                </c:pt>
                <c:pt idx="87092">
                  <c:v>57.66</c:v>
                </c:pt>
                <c:pt idx="87093">
                  <c:v>54.97</c:v>
                </c:pt>
                <c:pt idx="87094">
                  <c:v>20.29</c:v>
                </c:pt>
                <c:pt idx="87095">
                  <c:v>59.97</c:v>
                </c:pt>
                <c:pt idx="87096">
                  <c:v>66.41</c:v>
                </c:pt>
                <c:pt idx="87097">
                  <c:v>50.49</c:v>
                </c:pt>
                <c:pt idx="87098">
                  <c:v>67.86</c:v>
                </c:pt>
                <c:pt idx="87099">
                  <c:v>50.49</c:v>
                </c:pt>
                <c:pt idx="87100">
                  <c:v>14.48</c:v>
                </c:pt>
                <c:pt idx="87101">
                  <c:v>84.96</c:v>
                </c:pt>
                <c:pt idx="87102">
                  <c:v>93.96</c:v>
                </c:pt>
                <c:pt idx="87103">
                  <c:v>80.97</c:v>
                </c:pt>
                <c:pt idx="87104">
                  <c:v>89.98</c:v>
                </c:pt>
                <c:pt idx="87105">
                  <c:v>53.94</c:v>
                </c:pt>
                <c:pt idx="87106">
                  <c:v>109.96</c:v>
                </c:pt>
                <c:pt idx="87107">
                  <c:v>102.97</c:v>
                </c:pt>
                <c:pt idx="87108">
                  <c:v>85.95</c:v>
                </c:pt>
                <c:pt idx="87109">
                  <c:v>18.579999999999998</c:v>
                </c:pt>
                <c:pt idx="87110">
                  <c:v>75.98</c:v>
                </c:pt>
                <c:pt idx="87111">
                  <c:v>86.95</c:v>
                </c:pt>
                <c:pt idx="87112">
                  <c:v>44.18</c:v>
                </c:pt>
                <c:pt idx="87113">
                  <c:v>69.97</c:v>
                </c:pt>
                <c:pt idx="87114">
                  <c:v>89.98</c:v>
                </c:pt>
                <c:pt idx="87115">
                  <c:v>93.96</c:v>
                </c:pt>
                <c:pt idx="87116">
                  <c:v>169.98</c:v>
                </c:pt>
                <c:pt idx="87117">
                  <c:v>51.29</c:v>
                </c:pt>
                <c:pt idx="87118">
                  <c:v>92.97</c:v>
                </c:pt>
                <c:pt idx="87119">
                  <c:v>106.47</c:v>
                </c:pt>
                <c:pt idx="87120">
                  <c:v>75.47</c:v>
                </c:pt>
                <c:pt idx="87121">
                  <c:v>108.96</c:v>
                </c:pt>
                <c:pt idx="87122">
                  <c:v>59.98</c:v>
                </c:pt>
                <c:pt idx="87123">
                  <c:v>54.98</c:v>
                </c:pt>
                <c:pt idx="87124">
                  <c:v>59.98</c:v>
                </c:pt>
                <c:pt idx="87125">
                  <c:v>121.46</c:v>
                </c:pt>
                <c:pt idx="87126">
                  <c:v>59.98</c:v>
                </c:pt>
                <c:pt idx="87127">
                  <c:v>0.5</c:v>
                </c:pt>
                <c:pt idx="87128">
                  <c:v>107.7</c:v>
                </c:pt>
                <c:pt idx="87129">
                  <c:v>134.97999999999999</c:v>
                </c:pt>
                <c:pt idx="87130">
                  <c:v>71.959999999999994</c:v>
                </c:pt>
                <c:pt idx="87131">
                  <c:v>89.95</c:v>
                </c:pt>
                <c:pt idx="87132">
                  <c:v>71.069999999999993</c:v>
                </c:pt>
                <c:pt idx="87133">
                  <c:v>71.069999999999993</c:v>
                </c:pt>
                <c:pt idx="87134">
                  <c:v>35</c:v>
                </c:pt>
                <c:pt idx="87135">
                  <c:v>56.97</c:v>
                </c:pt>
                <c:pt idx="87136">
                  <c:v>56.97</c:v>
                </c:pt>
                <c:pt idx="87137">
                  <c:v>35</c:v>
                </c:pt>
                <c:pt idx="87138">
                  <c:v>54.99</c:v>
                </c:pt>
                <c:pt idx="87139">
                  <c:v>77.98</c:v>
                </c:pt>
                <c:pt idx="87140">
                  <c:v>155.94</c:v>
                </c:pt>
                <c:pt idx="87141">
                  <c:v>94.98</c:v>
                </c:pt>
                <c:pt idx="87142">
                  <c:v>169.98</c:v>
                </c:pt>
                <c:pt idx="87143">
                  <c:v>96.74</c:v>
                </c:pt>
                <c:pt idx="87144">
                  <c:v>83.97</c:v>
                </c:pt>
                <c:pt idx="87145">
                  <c:v>153.97</c:v>
                </c:pt>
                <c:pt idx="87146">
                  <c:v>86.36</c:v>
                </c:pt>
                <c:pt idx="87147">
                  <c:v>153.97</c:v>
                </c:pt>
                <c:pt idx="87148">
                  <c:v>86.36</c:v>
                </c:pt>
                <c:pt idx="87149">
                  <c:v>123.97</c:v>
                </c:pt>
                <c:pt idx="87150">
                  <c:v>123.97</c:v>
                </c:pt>
                <c:pt idx="87151">
                  <c:v>127.97</c:v>
                </c:pt>
                <c:pt idx="87152">
                  <c:v>127.97</c:v>
                </c:pt>
                <c:pt idx="87153">
                  <c:v>51.96</c:v>
                </c:pt>
                <c:pt idx="87154">
                  <c:v>51.96</c:v>
                </c:pt>
                <c:pt idx="87155">
                  <c:v>68.98</c:v>
                </c:pt>
                <c:pt idx="87156">
                  <c:v>20.29</c:v>
                </c:pt>
                <c:pt idx="87157">
                  <c:v>15.74</c:v>
                </c:pt>
                <c:pt idx="87158">
                  <c:v>16.29</c:v>
                </c:pt>
                <c:pt idx="87159">
                  <c:v>51.29</c:v>
                </c:pt>
                <c:pt idx="87160">
                  <c:v>68.98</c:v>
                </c:pt>
                <c:pt idx="87161">
                  <c:v>39.28</c:v>
                </c:pt>
                <c:pt idx="87162">
                  <c:v>84.99</c:v>
                </c:pt>
                <c:pt idx="87163">
                  <c:v>84.98</c:v>
                </c:pt>
                <c:pt idx="87164">
                  <c:v>58.98</c:v>
                </c:pt>
                <c:pt idx="87165">
                  <c:v>321.44</c:v>
                </c:pt>
                <c:pt idx="87166">
                  <c:v>44.67</c:v>
                </c:pt>
                <c:pt idx="87167">
                  <c:v>275.08</c:v>
                </c:pt>
                <c:pt idx="87168">
                  <c:v>44.71</c:v>
                </c:pt>
                <c:pt idx="87169">
                  <c:v>-1.3</c:v>
                </c:pt>
                <c:pt idx="87170">
                  <c:v>59.98</c:v>
                </c:pt>
                <c:pt idx="87171">
                  <c:v>114.95</c:v>
                </c:pt>
                <c:pt idx="87172">
                  <c:v>63.96</c:v>
                </c:pt>
                <c:pt idx="87173">
                  <c:v>63.97</c:v>
                </c:pt>
                <c:pt idx="87174">
                  <c:v>47.28</c:v>
                </c:pt>
                <c:pt idx="87175">
                  <c:v>57.98</c:v>
                </c:pt>
                <c:pt idx="87176">
                  <c:v>75.97</c:v>
                </c:pt>
                <c:pt idx="87177">
                  <c:v>94.99</c:v>
                </c:pt>
                <c:pt idx="87178">
                  <c:v>169.98</c:v>
                </c:pt>
                <c:pt idx="87179">
                  <c:v>117.76</c:v>
                </c:pt>
                <c:pt idx="87180">
                  <c:v>41.49</c:v>
                </c:pt>
                <c:pt idx="87181">
                  <c:v>41.49</c:v>
                </c:pt>
                <c:pt idx="87182">
                  <c:v>59.99</c:v>
                </c:pt>
                <c:pt idx="87183">
                  <c:v>53.98</c:v>
                </c:pt>
                <c:pt idx="87184">
                  <c:v>53.98</c:v>
                </c:pt>
                <c:pt idx="87185">
                  <c:v>53.98</c:v>
                </c:pt>
                <c:pt idx="87186">
                  <c:v>53.98</c:v>
                </c:pt>
                <c:pt idx="87187">
                  <c:v>59.99</c:v>
                </c:pt>
                <c:pt idx="87188">
                  <c:v>99.98</c:v>
                </c:pt>
                <c:pt idx="87189">
                  <c:v>72.97</c:v>
                </c:pt>
                <c:pt idx="87190">
                  <c:v>99.73</c:v>
                </c:pt>
                <c:pt idx="87191">
                  <c:v>36.29</c:v>
                </c:pt>
                <c:pt idx="87192">
                  <c:v>114.97</c:v>
                </c:pt>
                <c:pt idx="87193">
                  <c:v>59.98</c:v>
                </c:pt>
                <c:pt idx="87194">
                  <c:v>92.97</c:v>
                </c:pt>
                <c:pt idx="87195">
                  <c:v>59.98</c:v>
                </c:pt>
                <c:pt idx="87196">
                  <c:v>89.97</c:v>
                </c:pt>
                <c:pt idx="87197">
                  <c:v>59.98</c:v>
                </c:pt>
                <c:pt idx="87198">
                  <c:v>89.97</c:v>
                </c:pt>
                <c:pt idx="87199">
                  <c:v>89.97</c:v>
                </c:pt>
                <c:pt idx="87200">
                  <c:v>65.27</c:v>
                </c:pt>
                <c:pt idx="87201">
                  <c:v>66.489999999999995</c:v>
                </c:pt>
                <c:pt idx="87202">
                  <c:v>90.74</c:v>
                </c:pt>
                <c:pt idx="87203">
                  <c:v>168.97</c:v>
                </c:pt>
                <c:pt idx="87204">
                  <c:v>122.97</c:v>
                </c:pt>
                <c:pt idx="87205">
                  <c:v>96.96</c:v>
                </c:pt>
                <c:pt idx="87206">
                  <c:v>89.98</c:v>
                </c:pt>
                <c:pt idx="87207">
                  <c:v>51.98</c:v>
                </c:pt>
                <c:pt idx="87208">
                  <c:v>51.29</c:v>
                </c:pt>
                <c:pt idx="87209">
                  <c:v>84.99</c:v>
                </c:pt>
                <c:pt idx="87210">
                  <c:v>129.94</c:v>
                </c:pt>
                <c:pt idx="87211">
                  <c:v>84.99</c:v>
                </c:pt>
                <c:pt idx="87212">
                  <c:v>84.99</c:v>
                </c:pt>
                <c:pt idx="87213">
                  <c:v>46.25</c:v>
                </c:pt>
                <c:pt idx="87214">
                  <c:v>97.15</c:v>
                </c:pt>
                <c:pt idx="87215">
                  <c:v>52.24</c:v>
                </c:pt>
                <c:pt idx="87216">
                  <c:v>104.32</c:v>
                </c:pt>
                <c:pt idx="87217">
                  <c:v>53.97</c:v>
                </c:pt>
                <c:pt idx="87218">
                  <c:v>59.94</c:v>
                </c:pt>
                <c:pt idx="87219">
                  <c:v>121.06</c:v>
                </c:pt>
                <c:pt idx="87220">
                  <c:v>-49.95</c:v>
                </c:pt>
                <c:pt idx="87221">
                  <c:v>77.97</c:v>
                </c:pt>
                <c:pt idx="87222">
                  <c:v>8.49</c:v>
                </c:pt>
                <c:pt idx="87223">
                  <c:v>110.97</c:v>
                </c:pt>
                <c:pt idx="87224">
                  <c:v>108.97</c:v>
                </c:pt>
                <c:pt idx="87225">
                  <c:v>73.98</c:v>
                </c:pt>
                <c:pt idx="87226">
                  <c:v>118.97</c:v>
                </c:pt>
                <c:pt idx="87227">
                  <c:v>84.99</c:v>
                </c:pt>
                <c:pt idx="87228">
                  <c:v>76.489999999999995</c:v>
                </c:pt>
                <c:pt idx="87229">
                  <c:v>84.99</c:v>
                </c:pt>
                <c:pt idx="87230">
                  <c:v>84.99</c:v>
                </c:pt>
                <c:pt idx="87231">
                  <c:v>84.99</c:v>
                </c:pt>
                <c:pt idx="87232">
                  <c:v>84.99</c:v>
                </c:pt>
                <c:pt idx="87233">
                  <c:v>31.49</c:v>
                </c:pt>
                <c:pt idx="87234">
                  <c:v>26.29</c:v>
                </c:pt>
                <c:pt idx="87235">
                  <c:v>27.29</c:v>
                </c:pt>
                <c:pt idx="87236">
                  <c:v>26.29</c:v>
                </c:pt>
                <c:pt idx="87237">
                  <c:v>53.9</c:v>
                </c:pt>
                <c:pt idx="87238">
                  <c:v>29.29</c:v>
                </c:pt>
                <c:pt idx="87239">
                  <c:v>24.74</c:v>
                </c:pt>
                <c:pt idx="87240">
                  <c:v>24.29</c:v>
                </c:pt>
                <c:pt idx="87241">
                  <c:v>22.85</c:v>
                </c:pt>
                <c:pt idx="87242">
                  <c:v>24.29</c:v>
                </c:pt>
                <c:pt idx="87243">
                  <c:v>11.29</c:v>
                </c:pt>
                <c:pt idx="87244">
                  <c:v>30.28</c:v>
                </c:pt>
                <c:pt idx="87245">
                  <c:v>33.29</c:v>
                </c:pt>
                <c:pt idx="87246">
                  <c:v>24.29</c:v>
                </c:pt>
                <c:pt idx="87247">
                  <c:v>33.29</c:v>
                </c:pt>
                <c:pt idx="87248">
                  <c:v>78.400000000000006</c:v>
                </c:pt>
                <c:pt idx="87249">
                  <c:v>79.95</c:v>
                </c:pt>
                <c:pt idx="87250">
                  <c:v>75.959999999999994</c:v>
                </c:pt>
                <c:pt idx="87251">
                  <c:v>106.97</c:v>
                </c:pt>
                <c:pt idx="87252">
                  <c:v>54.3</c:v>
                </c:pt>
                <c:pt idx="87253">
                  <c:v>65.959999999999994</c:v>
                </c:pt>
                <c:pt idx="87254">
                  <c:v>120.96</c:v>
                </c:pt>
                <c:pt idx="87255">
                  <c:v>99.98</c:v>
                </c:pt>
                <c:pt idx="87256">
                  <c:v>112.45</c:v>
                </c:pt>
                <c:pt idx="87257">
                  <c:v>148.71</c:v>
                </c:pt>
                <c:pt idx="87258">
                  <c:v>131.09</c:v>
                </c:pt>
                <c:pt idx="87259">
                  <c:v>44.44</c:v>
                </c:pt>
                <c:pt idx="87260">
                  <c:v>190.55</c:v>
                </c:pt>
                <c:pt idx="87261">
                  <c:v>-49.99</c:v>
                </c:pt>
                <c:pt idx="87262">
                  <c:v>162.37</c:v>
                </c:pt>
                <c:pt idx="87263">
                  <c:v>154.96</c:v>
                </c:pt>
                <c:pt idx="87264">
                  <c:v>147.88</c:v>
                </c:pt>
                <c:pt idx="87265">
                  <c:v>49.99</c:v>
                </c:pt>
                <c:pt idx="87266">
                  <c:v>89.98</c:v>
                </c:pt>
                <c:pt idx="87267">
                  <c:v>119.96</c:v>
                </c:pt>
                <c:pt idx="87268">
                  <c:v>119.96</c:v>
                </c:pt>
                <c:pt idx="87269">
                  <c:v>119.96</c:v>
                </c:pt>
                <c:pt idx="87270">
                  <c:v>89.97</c:v>
                </c:pt>
                <c:pt idx="87271">
                  <c:v>89.97</c:v>
                </c:pt>
                <c:pt idx="87272">
                  <c:v>111.12</c:v>
                </c:pt>
                <c:pt idx="87273">
                  <c:v>82.01</c:v>
                </c:pt>
                <c:pt idx="87274">
                  <c:v>111.96</c:v>
                </c:pt>
                <c:pt idx="87275">
                  <c:v>83.97</c:v>
                </c:pt>
                <c:pt idx="87276">
                  <c:v>110.84</c:v>
                </c:pt>
                <c:pt idx="87277">
                  <c:v>184.97</c:v>
                </c:pt>
                <c:pt idx="87278">
                  <c:v>59.96</c:v>
                </c:pt>
                <c:pt idx="87279">
                  <c:v>-59.95</c:v>
                </c:pt>
                <c:pt idx="87280">
                  <c:v>59.95</c:v>
                </c:pt>
                <c:pt idx="87281">
                  <c:v>69.989999999999995</c:v>
                </c:pt>
                <c:pt idx="87282">
                  <c:v>84.99</c:v>
                </c:pt>
                <c:pt idx="87283">
                  <c:v>84.99</c:v>
                </c:pt>
                <c:pt idx="87284">
                  <c:v>43.48</c:v>
                </c:pt>
                <c:pt idx="87285">
                  <c:v>43.48</c:v>
                </c:pt>
                <c:pt idx="87286">
                  <c:v>44.23</c:v>
                </c:pt>
                <c:pt idx="87287">
                  <c:v>43.48</c:v>
                </c:pt>
                <c:pt idx="87288">
                  <c:v>43.48</c:v>
                </c:pt>
                <c:pt idx="87289">
                  <c:v>43.48</c:v>
                </c:pt>
                <c:pt idx="87290">
                  <c:v>22.47</c:v>
                </c:pt>
                <c:pt idx="87291">
                  <c:v>22.49</c:v>
                </c:pt>
                <c:pt idx="87292">
                  <c:v>44.23</c:v>
                </c:pt>
                <c:pt idx="87293">
                  <c:v>43.48</c:v>
                </c:pt>
                <c:pt idx="87294">
                  <c:v>89.94</c:v>
                </c:pt>
                <c:pt idx="87295">
                  <c:v>89.94</c:v>
                </c:pt>
                <c:pt idx="87296">
                  <c:v>89.94</c:v>
                </c:pt>
                <c:pt idx="87297">
                  <c:v>89.94</c:v>
                </c:pt>
                <c:pt idx="87298">
                  <c:v>293.95999999999998</c:v>
                </c:pt>
                <c:pt idx="87299">
                  <c:v>128.24</c:v>
                </c:pt>
                <c:pt idx="87300">
                  <c:v>90.71</c:v>
                </c:pt>
                <c:pt idx="87301">
                  <c:v>79.849999999999994</c:v>
                </c:pt>
                <c:pt idx="87302">
                  <c:v>71.86</c:v>
                </c:pt>
                <c:pt idx="87303">
                  <c:v>128.24</c:v>
                </c:pt>
                <c:pt idx="87304">
                  <c:v>79.95</c:v>
                </c:pt>
                <c:pt idx="87305">
                  <c:v>37.89</c:v>
                </c:pt>
                <c:pt idx="87306">
                  <c:v>119.94</c:v>
                </c:pt>
                <c:pt idx="87307">
                  <c:v>151.91999999999999</c:v>
                </c:pt>
                <c:pt idx="87308">
                  <c:v>65.94</c:v>
                </c:pt>
                <c:pt idx="87309">
                  <c:v>79.95</c:v>
                </c:pt>
                <c:pt idx="87310">
                  <c:v>217.96</c:v>
                </c:pt>
                <c:pt idx="87311">
                  <c:v>138.96</c:v>
                </c:pt>
                <c:pt idx="87312">
                  <c:v>138.96</c:v>
                </c:pt>
                <c:pt idx="87313">
                  <c:v>45.98</c:v>
                </c:pt>
                <c:pt idx="87314">
                  <c:v>59.98</c:v>
                </c:pt>
                <c:pt idx="87315">
                  <c:v>41.49</c:v>
                </c:pt>
                <c:pt idx="87316">
                  <c:v>31.49</c:v>
                </c:pt>
                <c:pt idx="87317">
                  <c:v>117.83</c:v>
                </c:pt>
                <c:pt idx="87318">
                  <c:v>21.24</c:v>
                </c:pt>
                <c:pt idx="87319">
                  <c:v>13.96</c:v>
                </c:pt>
                <c:pt idx="87320">
                  <c:v>91.57</c:v>
                </c:pt>
                <c:pt idx="87321">
                  <c:v>58.98</c:v>
                </c:pt>
                <c:pt idx="87322">
                  <c:v>47.75</c:v>
                </c:pt>
                <c:pt idx="87323">
                  <c:v>70.13</c:v>
                </c:pt>
                <c:pt idx="87324">
                  <c:v>84.68</c:v>
                </c:pt>
                <c:pt idx="87325">
                  <c:v>76.209999999999994</c:v>
                </c:pt>
                <c:pt idx="87326">
                  <c:v>72.59</c:v>
                </c:pt>
                <c:pt idx="87327">
                  <c:v>67.739999999999995</c:v>
                </c:pt>
                <c:pt idx="87328">
                  <c:v>104.04</c:v>
                </c:pt>
                <c:pt idx="87329">
                  <c:v>104.04</c:v>
                </c:pt>
                <c:pt idx="87330">
                  <c:v>85.43</c:v>
                </c:pt>
                <c:pt idx="87331">
                  <c:v>157.97</c:v>
                </c:pt>
                <c:pt idx="87332">
                  <c:v>308.52999999999997</c:v>
                </c:pt>
                <c:pt idx="87333">
                  <c:v>46.47</c:v>
                </c:pt>
                <c:pt idx="87334">
                  <c:v>41.49</c:v>
                </c:pt>
                <c:pt idx="87335">
                  <c:v>65.989999999999995</c:v>
                </c:pt>
                <c:pt idx="87336">
                  <c:v>65.97</c:v>
                </c:pt>
                <c:pt idx="87337">
                  <c:v>93.57</c:v>
                </c:pt>
                <c:pt idx="87338">
                  <c:v>75.239999999999995</c:v>
                </c:pt>
                <c:pt idx="87339">
                  <c:v>44.99</c:v>
                </c:pt>
                <c:pt idx="87340">
                  <c:v>62.98</c:v>
                </c:pt>
                <c:pt idx="87341">
                  <c:v>89.97</c:v>
                </c:pt>
                <c:pt idx="87342">
                  <c:v>115.96</c:v>
                </c:pt>
                <c:pt idx="87343">
                  <c:v>184.95</c:v>
                </c:pt>
                <c:pt idx="87344">
                  <c:v>184.95</c:v>
                </c:pt>
                <c:pt idx="87345">
                  <c:v>115.96</c:v>
                </c:pt>
                <c:pt idx="87346">
                  <c:v>118.95</c:v>
                </c:pt>
                <c:pt idx="87347">
                  <c:v>118.95</c:v>
                </c:pt>
                <c:pt idx="87348">
                  <c:v>89.97</c:v>
                </c:pt>
                <c:pt idx="87349">
                  <c:v>298.48</c:v>
                </c:pt>
                <c:pt idx="87350">
                  <c:v>141.94999999999999</c:v>
                </c:pt>
                <c:pt idx="87351">
                  <c:v>59.95</c:v>
                </c:pt>
                <c:pt idx="87352">
                  <c:v>88.96</c:v>
                </c:pt>
                <c:pt idx="87353">
                  <c:v>72.97</c:v>
                </c:pt>
                <c:pt idx="87354">
                  <c:v>55.93</c:v>
                </c:pt>
                <c:pt idx="87355">
                  <c:v>61.97</c:v>
                </c:pt>
                <c:pt idx="87356">
                  <c:v>81.97</c:v>
                </c:pt>
                <c:pt idx="87357">
                  <c:v>169.97</c:v>
                </c:pt>
                <c:pt idx="87358">
                  <c:v>147.57</c:v>
                </c:pt>
                <c:pt idx="87359">
                  <c:v>82.11</c:v>
                </c:pt>
                <c:pt idx="87360">
                  <c:v>33.72</c:v>
                </c:pt>
                <c:pt idx="87361">
                  <c:v>142.6</c:v>
                </c:pt>
                <c:pt idx="87362">
                  <c:v>101.59</c:v>
                </c:pt>
                <c:pt idx="87363">
                  <c:v>76.19</c:v>
                </c:pt>
                <c:pt idx="87364">
                  <c:v>65.989999999999995</c:v>
                </c:pt>
                <c:pt idx="87365">
                  <c:v>65.989999999999995</c:v>
                </c:pt>
                <c:pt idx="87366">
                  <c:v>65.989999999999995</c:v>
                </c:pt>
                <c:pt idx="87367">
                  <c:v>65.989999999999995</c:v>
                </c:pt>
                <c:pt idx="87368">
                  <c:v>84.99</c:v>
                </c:pt>
                <c:pt idx="87369">
                  <c:v>-66.14</c:v>
                </c:pt>
                <c:pt idx="87370">
                  <c:v>121.48</c:v>
                </c:pt>
                <c:pt idx="87371">
                  <c:v>219.11</c:v>
                </c:pt>
                <c:pt idx="87372">
                  <c:v>104.98</c:v>
                </c:pt>
                <c:pt idx="87373">
                  <c:v>72.42</c:v>
                </c:pt>
                <c:pt idx="87374">
                  <c:v>53.97</c:v>
                </c:pt>
                <c:pt idx="87375">
                  <c:v>55.96</c:v>
                </c:pt>
                <c:pt idx="87376">
                  <c:v>147.96</c:v>
                </c:pt>
                <c:pt idx="87377">
                  <c:v>194.95</c:v>
                </c:pt>
                <c:pt idx="87378">
                  <c:v>194.95</c:v>
                </c:pt>
                <c:pt idx="87379">
                  <c:v>155.96</c:v>
                </c:pt>
                <c:pt idx="87380">
                  <c:v>55.96</c:v>
                </c:pt>
                <c:pt idx="87381">
                  <c:v>81.98</c:v>
                </c:pt>
                <c:pt idx="87382">
                  <c:v>65.989999999999995</c:v>
                </c:pt>
                <c:pt idx="87383">
                  <c:v>65.989999999999995</c:v>
                </c:pt>
                <c:pt idx="87384">
                  <c:v>65.98</c:v>
                </c:pt>
                <c:pt idx="87385">
                  <c:v>65.989999999999995</c:v>
                </c:pt>
                <c:pt idx="87386">
                  <c:v>65.989999999999995</c:v>
                </c:pt>
                <c:pt idx="87387">
                  <c:v>61.89</c:v>
                </c:pt>
                <c:pt idx="87388">
                  <c:v>63.96</c:v>
                </c:pt>
                <c:pt idx="87389">
                  <c:v>91.94</c:v>
                </c:pt>
                <c:pt idx="87390">
                  <c:v>113.93</c:v>
                </c:pt>
                <c:pt idx="87391">
                  <c:v>98.97</c:v>
                </c:pt>
                <c:pt idx="87392">
                  <c:v>129.97</c:v>
                </c:pt>
                <c:pt idx="87393">
                  <c:v>65.3</c:v>
                </c:pt>
                <c:pt idx="87394">
                  <c:v>44.73</c:v>
                </c:pt>
                <c:pt idx="87395">
                  <c:v>45.33</c:v>
                </c:pt>
                <c:pt idx="87396">
                  <c:v>22.97</c:v>
                </c:pt>
                <c:pt idx="87397">
                  <c:v>44.73</c:v>
                </c:pt>
                <c:pt idx="87398">
                  <c:v>65.3</c:v>
                </c:pt>
                <c:pt idx="87399">
                  <c:v>59.97</c:v>
                </c:pt>
                <c:pt idx="87400">
                  <c:v>56.98</c:v>
                </c:pt>
                <c:pt idx="87401">
                  <c:v>71.239999999999995</c:v>
                </c:pt>
                <c:pt idx="87402">
                  <c:v>71.239999999999995</c:v>
                </c:pt>
                <c:pt idx="87403">
                  <c:v>71.959999999999994</c:v>
                </c:pt>
                <c:pt idx="87404">
                  <c:v>85.97</c:v>
                </c:pt>
                <c:pt idx="87405">
                  <c:v>168.96</c:v>
                </c:pt>
                <c:pt idx="87406">
                  <c:v>144.97</c:v>
                </c:pt>
                <c:pt idx="87407">
                  <c:v>134.97999999999999</c:v>
                </c:pt>
                <c:pt idx="87408">
                  <c:v>51.95</c:v>
                </c:pt>
                <c:pt idx="87409">
                  <c:v>41.29</c:v>
                </c:pt>
                <c:pt idx="87410">
                  <c:v>79.98</c:v>
                </c:pt>
                <c:pt idx="87411">
                  <c:v>38.86</c:v>
                </c:pt>
                <c:pt idx="87412">
                  <c:v>41.09</c:v>
                </c:pt>
                <c:pt idx="87413">
                  <c:v>54.58</c:v>
                </c:pt>
                <c:pt idx="87414">
                  <c:v>59.98</c:v>
                </c:pt>
                <c:pt idx="87415">
                  <c:v>119.96</c:v>
                </c:pt>
                <c:pt idx="87416">
                  <c:v>59.98</c:v>
                </c:pt>
                <c:pt idx="87417">
                  <c:v>119.96</c:v>
                </c:pt>
                <c:pt idx="87418">
                  <c:v>59.98</c:v>
                </c:pt>
                <c:pt idx="87419">
                  <c:v>94.95</c:v>
                </c:pt>
                <c:pt idx="87420">
                  <c:v>126.85</c:v>
                </c:pt>
                <c:pt idx="87421">
                  <c:v>130.63</c:v>
                </c:pt>
                <c:pt idx="87422">
                  <c:v>92.64</c:v>
                </c:pt>
                <c:pt idx="87423">
                  <c:v>84.64</c:v>
                </c:pt>
                <c:pt idx="87424">
                  <c:v>75.709999999999994</c:v>
                </c:pt>
                <c:pt idx="87425">
                  <c:v>92.64</c:v>
                </c:pt>
                <c:pt idx="87426">
                  <c:v>113.7</c:v>
                </c:pt>
                <c:pt idx="87427">
                  <c:v>99.96</c:v>
                </c:pt>
                <c:pt idx="87428">
                  <c:v>109.54</c:v>
                </c:pt>
                <c:pt idx="87429">
                  <c:v>143.94999999999999</c:v>
                </c:pt>
                <c:pt idx="87430">
                  <c:v>73.98</c:v>
                </c:pt>
                <c:pt idx="87431">
                  <c:v>139.93</c:v>
                </c:pt>
                <c:pt idx="87432">
                  <c:v>68.17</c:v>
                </c:pt>
                <c:pt idx="87433">
                  <c:v>59.96</c:v>
                </c:pt>
                <c:pt idx="87434">
                  <c:v>50.97</c:v>
                </c:pt>
                <c:pt idx="87435">
                  <c:v>80.95</c:v>
                </c:pt>
                <c:pt idx="87436">
                  <c:v>89.97</c:v>
                </c:pt>
                <c:pt idx="87437">
                  <c:v>147.97</c:v>
                </c:pt>
                <c:pt idx="87438">
                  <c:v>114.98</c:v>
                </c:pt>
                <c:pt idx="87439">
                  <c:v>79.98</c:v>
                </c:pt>
                <c:pt idx="87440">
                  <c:v>99.75</c:v>
                </c:pt>
                <c:pt idx="87441">
                  <c:v>123.97</c:v>
                </c:pt>
                <c:pt idx="87442">
                  <c:v>88.97</c:v>
                </c:pt>
                <c:pt idx="87443">
                  <c:v>123.97</c:v>
                </c:pt>
                <c:pt idx="87444">
                  <c:v>94.97</c:v>
                </c:pt>
                <c:pt idx="87445">
                  <c:v>109.98</c:v>
                </c:pt>
                <c:pt idx="87446">
                  <c:v>65.98</c:v>
                </c:pt>
                <c:pt idx="87447">
                  <c:v>51.49</c:v>
                </c:pt>
                <c:pt idx="87448">
                  <c:v>51.49</c:v>
                </c:pt>
                <c:pt idx="87449">
                  <c:v>51.49</c:v>
                </c:pt>
                <c:pt idx="87450">
                  <c:v>51.49</c:v>
                </c:pt>
                <c:pt idx="87451">
                  <c:v>51.49</c:v>
                </c:pt>
                <c:pt idx="87452">
                  <c:v>51.49</c:v>
                </c:pt>
                <c:pt idx="87453">
                  <c:v>51.49</c:v>
                </c:pt>
                <c:pt idx="87454">
                  <c:v>105.96</c:v>
                </c:pt>
                <c:pt idx="87455">
                  <c:v>116.96</c:v>
                </c:pt>
                <c:pt idx="87456">
                  <c:v>64.02</c:v>
                </c:pt>
                <c:pt idx="87457">
                  <c:v>78.319999999999993</c:v>
                </c:pt>
                <c:pt idx="87458">
                  <c:v>90.98</c:v>
                </c:pt>
                <c:pt idx="87459">
                  <c:v>51.96</c:v>
                </c:pt>
                <c:pt idx="87460">
                  <c:v>51.96</c:v>
                </c:pt>
                <c:pt idx="87461">
                  <c:v>51.96</c:v>
                </c:pt>
                <c:pt idx="87462">
                  <c:v>51.96</c:v>
                </c:pt>
                <c:pt idx="87463">
                  <c:v>51.96</c:v>
                </c:pt>
                <c:pt idx="87464">
                  <c:v>53.26</c:v>
                </c:pt>
                <c:pt idx="87465">
                  <c:v>51.96</c:v>
                </c:pt>
                <c:pt idx="87466">
                  <c:v>51.96</c:v>
                </c:pt>
                <c:pt idx="87467">
                  <c:v>51.96</c:v>
                </c:pt>
                <c:pt idx="87468">
                  <c:v>31.28</c:v>
                </c:pt>
                <c:pt idx="87469">
                  <c:v>94.48</c:v>
                </c:pt>
                <c:pt idx="87470">
                  <c:v>99.98</c:v>
                </c:pt>
                <c:pt idx="87471">
                  <c:v>129.96</c:v>
                </c:pt>
                <c:pt idx="87472">
                  <c:v>82.09</c:v>
                </c:pt>
                <c:pt idx="87473">
                  <c:v>94.97</c:v>
                </c:pt>
                <c:pt idx="87474">
                  <c:v>89.61</c:v>
                </c:pt>
                <c:pt idx="87475">
                  <c:v>78.959999999999994</c:v>
                </c:pt>
                <c:pt idx="87476">
                  <c:v>59.98</c:v>
                </c:pt>
                <c:pt idx="87477">
                  <c:v>41.29</c:v>
                </c:pt>
                <c:pt idx="87478">
                  <c:v>-1.3</c:v>
                </c:pt>
                <c:pt idx="87479">
                  <c:v>28.93</c:v>
                </c:pt>
                <c:pt idx="87480">
                  <c:v>-1.3</c:v>
                </c:pt>
                <c:pt idx="87481">
                  <c:v>52.22</c:v>
                </c:pt>
                <c:pt idx="87482">
                  <c:v>64.97</c:v>
                </c:pt>
                <c:pt idx="87483">
                  <c:v>1.3</c:v>
                </c:pt>
                <c:pt idx="87484">
                  <c:v>-1.95</c:v>
                </c:pt>
                <c:pt idx="87485">
                  <c:v>-1.3</c:v>
                </c:pt>
                <c:pt idx="87486">
                  <c:v>59.98</c:v>
                </c:pt>
                <c:pt idx="87487">
                  <c:v>59.98</c:v>
                </c:pt>
                <c:pt idx="87488">
                  <c:v>13.29</c:v>
                </c:pt>
                <c:pt idx="87489">
                  <c:v>-1.3</c:v>
                </c:pt>
                <c:pt idx="87490">
                  <c:v>9.98</c:v>
                </c:pt>
                <c:pt idx="87491">
                  <c:v>33.28</c:v>
                </c:pt>
                <c:pt idx="87492">
                  <c:v>5</c:v>
                </c:pt>
                <c:pt idx="87493">
                  <c:v>159.96</c:v>
                </c:pt>
                <c:pt idx="87494">
                  <c:v>167.94</c:v>
                </c:pt>
                <c:pt idx="87495">
                  <c:v>205.13</c:v>
                </c:pt>
                <c:pt idx="87496">
                  <c:v>79.959999999999994</c:v>
                </c:pt>
                <c:pt idx="87497">
                  <c:v>60.98</c:v>
                </c:pt>
                <c:pt idx="87498">
                  <c:v>84.99</c:v>
                </c:pt>
                <c:pt idx="87499">
                  <c:v>54.98</c:v>
                </c:pt>
                <c:pt idx="87500">
                  <c:v>58.47</c:v>
                </c:pt>
                <c:pt idx="87501">
                  <c:v>12.99</c:v>
                </c:pt>
                <c:pt idx="87502">
                  <c:v>17.98</c:v>
                </c:pt>
                <c:pt idx="87503">
                  <c:v>57.98</c:v>
                </c:pt>
                <c:pt idx="87504">
                  <c:v>-20.99</c:v>
                </c:pt>
                <c:pt idx="87505">
                  <c:v>35.29</c:v>
                </c:pt>
                <c:pt idx="87506">
                  <c:v>134.97</c:v>
                </c:pt>
                <c:pt idx="87507">
                  <c:v>93.16</c:v>
                </c:pt>
                <c:pt idx="87508">
                  <c:v>349.92</c:v>
                </c:pt>
                <c:pt idx="87509">
                  <c:v>87.96</c:v>
                </c:pt>
                <c:pt idx="87510">
                  <c:v>63.97</c:v>
                </c:pt>
                <c:pt idx="87511">
                  <c:v>63.97</c:v>
                </c:pt>
                <c:pt idx="87512">
                  <c:v>63.97</c:v>
                </c:pt>
                <c:pt idx="87513">
                  <c:v>57.96</c:v>
                </c:pt>
                <c:pt idx="87514">
                  <c:v>85.47</c:v>
                </c:pt>
                <c:pt idx="87515">
                  <c:v>114.32</c:v>
                </c:pt>
                <c:pt idx="87516">
                  <c:v>62.68</c:v>
                </c:pt>
                <c:pt idx="87517">
                  <c:v>56.98</c:v>
                </c:pt>
                <c:pt idx="87518">
                  <c:v>49.48</c:v>
                </c:pt>
                <c:pt idx="87519">
                  <c:v>68.989999999999995</c:v>
                </c:pt>
                <c:pt idx="87520">
                  <c:v>50.98</c:v>
                </c:pt>
                <c:pt idx="87521">
                  <c:v>146.97</c:v>
                </c:pt>
                <c:pt idx="87522">
                  <c:v>81.5</c:v>
                </c:pt>
                <c:pt idx="87523">
                  <c:v>201.97</c:v>
                </c:pt>
                <c:pt idx="87524">
                  <c:v>99.98</c:v>
                </c:pt>
                <c:pt idx="87525">
                  <c:v>56.07</c:v>
                </c:pt>
                <c:pt idx="87526">
                  <c:v>89.95</c:v>
                </c:pt>
                <c:pt idx="87527">
                  <c:v>69.2</c:v>
                </c:pt>
                <c:pt idx="87528">
                  <c:v>54.98</c:v>
                </c:pt>
                <c:pt idx="87529">
                  <c:v>56.97</c:v>
                </c:pt>
                <c:pt idx="87530">
                  <c:v>131.97999999999999</c:v>
                </c:pt>
                <c:pt idx="87531">
                  <c:v>56.97</c:v>
                </c:pt>
                <c:pt idx="87532">
                  <c:v>56.97</c:v>
                </c:pt>
                <c:pt idx="87533">
                  <c:v>54.16</c:v>
                </c:pt>
                <c:pt idx="87534">
                  <c:v>120.97</c:v>
                </c:pt>
                <c:pt idx="87535">
                  <c:v>119.94</c:v>
                </c:pt>
                <c:pt idx="87536">
                  <c:v>79.959999999999994</c:v>
                </c:pt>
                <c:pt idx="87537">
                  <c:v>59.97</c:v>
                </c:pt>
                <c:pt idx="87538">
                  <c:v>119.94</c:v>
                </c:pt>
                <c:pt idx="87539">
                  <c:v>79.959999999999994</c:v>
                </c:pt>
                <c:pt idx="87540">
                  <c:v>79.959999999999994</c:v>
                </c:pt>
                <c:pt idx="87541">
                  <c:v>47.49</c:v>
                </c:pt>
                <c:pt idx="87542">
                  <c:v>84.96</c:v>
                </c:pt>
                <c:pt idx="87543">
                  <c:v>72.239999999999995</c:v>
                </c:pt>
                <c:pt idx="87544">
                  <c:v>81.150000000000006</c:v>
                </c:pt>
                <c:pt idx="87545">
                  <c:v>65.989999999999995</c:v>
                </c:pt>
                <c:pt idx="87546">
                  <c:v>84.99</c:v>
                </c:pt>
                <c:pt idx="87547">
                  <c:v>84.99</c:v>
                </c:pt>
                <c:pt idx="87548">
                  <c:v>94.97</c:v>
                </c:pt>
                <c:pt idx="87549">
                  <c:v>84.99</c:v>
                </c:pt>
                <c:pt idx="87550">
                  <c:v>209.56</c:v>
                </c:pt>
                <c:pt idx="87551">
                  <c:v>109.96</c:v>
                </c:pt>
                <c:pt idx="87552">
                  <c:v>109.96</c:v>
                </c:pt>
                <c:pt idx="87553">
                  <c:v>56.97</c:v>
                </c:pt>
                <c:pt idx="87554">
                  <c:v>-56.97</c:v>
                </c:pt>
                <c:pt idx="87555">
                  <c:v>53.98</c:v>
                </c:pt>
                <c:pt idx="87556">
                  <c:v>55.97</c:v>
                </c:pt>
                <c:pt idx="87557">
                  <c:v>3.49</c:v>
                </c:pt>
                <c:pt idx="87558">
                  <c:v>66.97</c:v>
                </c:pt>
                <c:pt idx="87559">
                  <c:v>58.98</c:v>
                </c:pt>
                <c:pt idx="87560">
                  <c:v>58.97</c:v>
                </c:pt>
                <c:pt idx="87561">
                  <c:v>58.87</c:v>
                </c:pt>
                <c:pt idx="87562">
                  <c:v>103.96</c:v>
                </c:pt>
                <c:pt idx="87563">
                  <c:v>59.98</c:v>
                </c:pt>
                <c:pt idx="87564">
                  <c:v>59.98</c:v>
                </c:pt>
                <c:pt idx="87565">
                  <c:v>59.98</c:v>
                </c:pt>
                <c:pt idx="87566">
                  <c:v>59.98</c:v>
                </c:pt>
                <c:pt idx="87567">
                  <c:v>59.98</c:v>
                </c:pt>
                <c:pt idx="87568">
                  <c:v>59.98</c:v>
                </c:pt>
                <c:pt idx="87569">
                  <c:v>53.98</c:v>
                </c:pt>
                <c:pt idx="87570">
                  <c:v>74.95</c:v>
                </c:pt>
                <c:pt idx="87571">
                  <c:v>152.91999999999999</c:v>
                </c:pt>
                <c:pt idx="87572">
                  <c:v>74.95</c:v>
                </c:pt>
                <c:pt idx="87573">
                  <c:v>79.180000000000007</c:v>
                </c:pt>
                <c:pt idx="87574">
                  <c:v>79.180000000000007</c:v>
                </c:pt>
                <c:pt idx="87575">
                  <c:v>69.989999999999995</c:v>
                </c:pt>
                <c:pt idx="87576">
                  <c:v>69.989999999999995</c:v>
                </c:pt>
                <c:pt idx="87577">
                  <c:v>152.91999999999999</c:v>
                </c:pt>
                <c:pt idx="87578">
                  <c:v>65.989999999999995</c:v>
                </c:pt>
                <c:pt idx="87579">
                  <c:v>65.989999999999995</c:v>
                </c:pt>
                <c:pt idx="87580">
                  <c:v>65.989999999999995</c:v>
                </c:pt>
                <c:pt idx="87581">
                  <c:v>65.989999999999995</c:v>
                </c:pt>
                <c:pt idx="87582">
                  <c:v>65.989999999999995</c:v>
                </c:pt>
                <c:pt idx="87583">
                  <c:v>42.24</c:v>
                </c:pt>
                <c:pt idx="87584">
                  <c:v>41.49</c:v>
                </c:pt>
                <c:pt idx="87585">
                  <c:v>79.98</c:v>
                </c:pt>
                <c:pt idx="87586">
                  <c:v>79.98</c:v>
                </c:pt>
                <c:pt idx="87587">
                  <c:v>42.24</c:v>
                </c:pt>
                <c:pt idx="87588">
                  <c:v>79.98</c:v>
                </c:pt>
                <c:pt idx="87589">
                  <c:v>52.79</c:v>
                </c:pt>
                <c:pt idx="87590">
                  <c:v>41.49</c:v>
                </c:pt>
                <c:pt idx="87591">
                  <c:v>79.98</c:v>
                </c:pt>
                <c:pt idx="87592">
                  <c:v>79.98</c:v>
                </c:pt>
                <c:pt idx="87593">
                  <c:v>79.98</c:v>
                </c:pt>
                <c:pt idx="87594">
                  <c:v>72.58</c:v>
                </c:pt>
                <c:pt idx="87595">
                  <c:v>49.27</c:v>
                </c:pt>
                <c:pt idx="87596">
                  <c:v>124.46</c:v>
                </c:pt>
                <c:pt idx="87597">
                  <c:v>139.37</c:v>
                </c:pt>
                <c:pt idx="87598">
                  <c:v>130.38</c:v>
                </c:pt>
                <c:pt idx="87599">
                  <c:v>138.96</c:v>
                </c:pt>
                <c:pt idx="87600">
                  <c:v>9.99</c:v>
                </c:pt>
                <c:pt idx="87601">
                  <c:v>-42.49</c:v>
                </c:pt>
                <c:pt idx="87602">
                  <c:v>84.99</c:v>
                </c:pt>
                <c:pt idx="87603">
                  <c:v>67.98</c:v>
                </c:pt>
                <c:pt idx="87604">
                  <c:v>94.98</c:v>
                </c:pt>
                <c:pt idx="87605">
                  <c:v>69.97</c:v>
                </c:pt>
                <c:pt idx="87606">
                  <c:v>84.99</c:v>
                </c:pt>
                <c:pt idx="87607">
                  <c:v>52.98</c:v>
                </c:pt>
                <c:pt idx="87608">
                  <c:v>74.77</c:v>
                </c:pt>
                <c:pt idx="87609">
                  <c:v>63.98</c:v>
                </c:pt>
                <c:pt idx="87610">
                  <c:v>85.48</c:v>
                </c:pt>
                <c:pt idx="87611">
                  <c:v>92.67</c:v>
                </c:pt>
                <c:pt idx="87612">
                  <c:v>76.489999999999995</c:v>
                </c:pt>
                <c:pt idx="87613">
                  <c:v>89.98</c:v>
                </c:pt>
                <c:pt idx="87614">
                  <c:v>53.98</c:v>
                </c:pt>
                <c:pt idx="87615">
                  <c:v>72.239999999999995</c:v>
                </c:pt>
                <c:pt idx="87616">
                  <c:v>65.989999999999995</c:v>
                </c:pt>
                <c:pt idx="87617">
                  <c:v>84.99</c:v>
                </c:pt>
                <c:pt idx="87618">
                  <c:v>71.37</c:v>
                </c:pt>
                <c:pt idx="87619">
                  <c:v>134.27000000000001</c:v>
                </c:pt>
                <c:pt idx="87620">
                  <c:v>71.37</c:v>
                </c:pt>
                <c:pt idx="87621">
                  <c:v>134.27000000000001</c:v>
                </c:pt>
                <c:pt idx="87622">
                  <c:v>179.03</c:v>
                </c:pt>
                <c:pt idx="87623">
                  <c:v>71.37</c:v>
                </c:pt>
                <c:pt idx="87624">
                  <c:v>179.03</c:v>
                </c:pt>
                <c:pt idx="87625">
                  <c:v>134.27000000000001</c:v>
                </c:pt>
                <c:pt idx="87626">
                  <c:v>179.03</c:v>
                </c:pt>
                <c:pt idx="87627">
                  <c:v>82.26</c:v>
                </c:pt>
                <c:pt idx="87628">
                  <c:v>82.26</c:v>
                </c:pt>
                <c:pt idx="87629">
                  <c:v>82.26</c:v>
                </c:pt>
                <c:pt idx="87630">
                  <c:v>53.97</c:v>
                </c:pt>
                <c:pt idx="87631">
                  <c:v>89.95</c:v>
                </c:pt>
                <c:pt idx="87632">
                  <c:v>55.98</c:v>
                </c:pt>
                <c:pt idx="87633">
                  <c:v>50.97</c:v>
                </c:pt>
                <c:pt idx="87634">
                  <c:v>37.47</c:v>
                </c:pt>
                <c:pt idx="87635">
                  <c:v>119.26</c:v>
                </c:pt>
                <c:pt idx="87636">
                  <c:v>65.989999999999995</c:v>
                </c:pt>
                <c:pt idx="87637">
                  <c:v>169.98</c:v>
                </c:pt>
                <c:pt idx="87638">
                  <c:v>94.97</c:v>
                </c:pt>
                <c:pt idx="87639">
                  <c:v>84.99</c:v>
                </c:pt>
                <c:pt idx="87640">
                  <c:v>79.989999999999995</c:v>
                </c:pt>
                <c:pt idx="87641">
                  <c:v>59.97</c:v>
                </c:pt>
                <c:pt idx="87642">
                  <c:v>59.39</c:v>
                </c:pt>
                <c:pt idx="87643">
                  <c:v>78.48</c:v>
                </c:pt>
                <c:pt idx="87644">
                  <c:v>59.39</c:v>
                </c:pt>
                <c:pt idx="87645">
                  <c:v>189.97</c:v>
                </c:pt>
                <c:pt idx="87646">
                  <c:v>72.38</c:v>
                </c:pt>
                <c:pt idx="87647">
                  <c:v>65.989999999999995</c:v>
                </c:pt>
                <c:pt idx="87648">
                  <c:v>149.97999999999999</c:v>
                </c:pt>
                <c:pt idx="87649">
                  <c:v>79.989999999999995</c:v>
                </c:pt>
                <c:pt idx="87650">
                  <c:v>71.989999999999995</c:v>
                </c:pt>
                <c:pt idx="87651">
                  <c:v>75.989999999999995</c:v>
                </c:pt>
                <c:pt idx="87652">
                  <c:v>76.790000000000006</c:v>
                </c:pt>
                <c:pt idx="87653">
                  <c:v>79.989999999999995</c:v>
                </c:pt>
                <c:pt idx="87654">
                  <c:v>50.98</c:v>
                </c:pt>
                <c:pt idx="87655">
                  <c:v>129.97</c:v>
                </c:pt>
                <c:pt idx="87656">
                  <c:v>50.97</c:v>
                </c:pt>
                <c:pt idx="87657">
                  <c:v>123.96</c:v>
                </c:pt>
                <c:pt idx="87658">
                  <c:v>58.98</c:v>
                </c:pt>
                <c:pt idx="87659">
                  <c:v>110.98</c:v>
                </c:pt>
                <c:pt idx="87660">
                  <c:v>29.48</c:v>
                </c:pt>
                <c:pt idx="87661">
                  <c:v>111.96</c:v>
                </c:pt>
                <c:pt idx="87662">
                  <c:v>79.540000000000006</c:v>
                </c:pt>
                <c:pt idx="87663">
                  <c:v>79.959999999999994</c:v>
                </c:pt>
                <c:pt idx="87664">
                  <c:v>59.97</c:v>
                </c:pt>
                <c:pt idx="87665">
                  <c:v>59.97</c:v>
                </c:pt>
                <c:pt idx="87666">
                  <c:v>59.97</c:v>
                </c:pt>
                <c:pt idx="87667">
                  <c:v>64.98</c:v>
                </c:pt>
                <c:pt idx="87668">
                  <c:v>94.33</c:v>
                </c:pt>
                <c:pt idx="87669">
                  <c:v>77.099999999999994</c:v>
                </c:pt>
                <c:pt idx="87670">
                  <c:v>70.14</c:v>
                </c:pt>
                <c:pt idx="87671">
                  <c:v>87.97</c:v>
                </c:pt>
                <c:pt idx="87672">
                  <c:v>87.97</c:v>
                </c:pt>
                <c:pt idx="87673">
                  <c:v>149.97</c:v>
                </c:pt>
                <c:pt idx="87674">
                  <c:v>144.91</c:v>
                </c:pt>
                <c:pt idx="87675">
                  <c:v>59.95</c:v>
                </c:pt>
                <c:pt idx="87676">
                  <c:v>25.39</c:v>
                </c:pt>
                <c:pt idx="87677">
                  <c:v>167.81</c:v>
                </c:pt>
                <c:pt idx="87678">
                  <c:v>95.03</c:v>
                </c:pt>
                <c:pt idx="87679">
                  <c:v>25.49</c:v>
                </c:pt>
                <c:pt idx="87680">
                  <c:v>26.49</c:v>
                </c:pt>
                <c:pt idx="87681">
                  <c:v>27.24</c:v>
                </c:pt>
                <c:pt idx="87682">
                  <c:v>26.24</c:v>
                </c:pt>
                <c:pt idx="87683">
                  <c:v>31.49</c:v>
                </c:pt>
                <c:pt idx="87684">
                  <c:v>25.49</c:v>
                </c:pt>
                <c:pt idx="87685">
                  <c:v>31.49</c:v>
                </c:pt>
                <c:pt idx="87686">
                  <c:v>53.96</c:v>
                </c:pt>
                <c:pt idx="87687">
                  <c:v>58.19</c:v>
                </c:pt>
                <c:pt idx="87688">
                  <c:v>27.24</c:v>
                </c:pt>
                <c:pt idx="87689">
                  <c:v>31.49</c:v>
                </c:pt>
                <c:pt idx="87690">
                  <c:v>103.96</c:v>
                </c:pt>
                <c:pt idx="87691">
                  <c:v>67.739999999999995</c:v>
                </c:pt>
                <c:pt idx="87692">
                  <c:v>101.6</c:v>
                </c:pt>
                <c:pt idx="87693">
                  <c:v>91.92</c:v>
                </c:pt>
                <c:pt idx="87694">
                  <c:v>67.739999999999995</c:v>
                </c:pt>
                <c:pt idx="87695">
                  <c:v>67.739999999999995</c:v>
                </c:pt>
                <c:pt idx="87696">
                  <c:v>101.6</c:v>
                </c:pt>
                <c:pt idx="87697">
                  <c:v>79.84</c:v>
                </c:pt>
                <c:pt idx="87698">
                  <c:v>292.95</c:v>
                </c:pt>
                <c:pt idx="87699">
                  <c:v>229.97</c:v>
                </c:pt>
                <c:pt idx="87700">
                  <c:v>79.97</c:v>
                </c:pt>
                <c:pt idx="87701">
                  <c:v>70.97</c:v>
                </c:pt>
                <c:pt idx="87702">
                  <c:v>91.96</c:v>
                </c:pt>
                <c:pt idx="87703">
                  <c:v>78.97</c:v>
                </c:pt>
                <c:pt idx="87704">
                  <c:v>200.91</c:v>
                </c:pt>
                <c:pt idx="87705">
                  <c:v>102.97</c:v>
                </c:pt>
                <c:pt idx="87706">
                  <c:v>145.97</c:v>
                </c:pt>
                <c:pt idx="87707">
                  <c:v>110.87</c:v>
                </c:pt>
                <c:pt idx="87708">
                  <c:v>84.99</c:v>
                </c:pt>
                <c:pt idx="87709">
                  <c:v>84.99</c:v>
                </c:pt>
                <c:pt idx="87710">
                  <c:v>113.36</c:v>
                </c:pt>
                <c:pt idx="87711">
                  <c:v>84.99</c:v>
                </c:pt>
                <c:pt idx="87712">
                  <c:v>68.989999999999995</c:v>
                </c:pt>
                <c:pt idx="87713">
                  <c:v>84.99</c:v>
                </c:pt>
                <c:pt idx="87714">
                  <c:v>54.48</c:v>
                </c:pt>
                <c:pt idx="87715">
                  <c:v>54.98</c:v>
                </c:pt>
                <c:pt idx="87716">
                  <c:v>58.81</c:v>
                </c:pt>
                <c:pt idx="87717">
                  <c:v>172.95</c:v>
                </c:pt>
                <c:pt idx="87718">
                  <c:v>122.93</c:v>
                </c:pt>
                <c:pt idx="87719">
                  <c:v>60.96</c:v>
                </c:pt>
                <c:pt idx="87720">
                  <c:v>144.85</c:v>
                </c:pt>
                <c:pt idx="87721">
                  <c:v>186.47</c:v>
                </c:pt>
                <c:pt idx="87722">
                  <c:v>172.98</c:v>
                </c:pt>
                <c:pt idx="87723">
                  <c:v>119.97</c:v>
                </c:pt>
                <c:pt idx="87724">
                  <c:v>217.96</c:v>
                </c:pt>
                <c:pt idx="87725">
                  <c:v>51.49</c:v>
                </c:pt>
                <c:pt idx="87726">
                  <c:v>99.98</c:v>
                </c:pt>
                <c:pt idx="87727">
                  <c:v>99.98</c:v>
                </c:pt>
                <c:pt idx="87728">
                  <c:v>132.47</c:v>
                </c:pt>
                <c:pt idx="87729">
                  <c:v>65.989999999999995</c:v>
                </c:pt>
                <c:pt idx="87730">
                  <c:v>132.47</c:v>
                </c:pt>
                <c:pt idx="87731">
                  <c:v>65.989999999999995</c:v>
                </c:pt>
                <c:pt idx="87732">
                  <c:v>41.49</c:v>
                </c:pt>
                <c:pt idx="87733">
                  <c:v>69.97</c:v>
                </c:pt>
                <c:pt idx="87734">
                  <c:v>46.81</c:v>
                </c:pt>
                <c:pt idx="87735">
                  <c:v>57.97</c:v>
                </c:pt>
                <c:pt idx="87736">
                  <c:v>31.48</c:v>
                </c:pt>
                <c:pt idx="87737">
                  <c:v>31.48</c:v>
                </c:pt>
                <c:pt idx="87738">
                  <c:v>41.49</c:v>
                </c:pt>
                <c:pt idx="87739">
                  <c:v>158.94999999999999</c:v>
                </c:pt>
                <c:pt idx="87740">
                  <c:v>68.239999999999995</c:v>
                </c:pt>
                <c:pt idx="87741">
                  <c:v>51.29</c:v>
                </c:pt>
                <c:pt idx="87742">
                  <c:v>84.99</c:v>
                </c:pt>
                <c:pt idx="87743">
                  <c:v>54.99</c:v>
                </c:pt>
                <c:pt idx="87744">
                  <c:v>68.989999999999995</c:v>
                </c:pt>
                <c:pt idx="87745">
                  <c:v>76.48</c:v>
                </c:pt>
                <c:pt idx="87746">
                  <c:v>65.989999999999995</c:v>
                </c:pt>
                <c:pt idx="87747">
                  <c:v>63.48</c:v>
                </c:pt>
                <c:pt idx="87748">
                  <c:v>65.989999999999995</c:v>
                </c:pt>
                <c:pt idx="87749">
                  <c:v>74.97</c:v>
                </c:pt>
                <c:pt idx="87750">
                  <c:v>65.989999999999995</c:v>
                </c:pt>
                <c:pt idx="87751">
                  <c:v>65.989999999999995</c:v>
                </c:pt>
                <c:pt idx="87752">
                  <c:v>520.88</c:v>
                </c:pt>
                <c:pt idx="87753">
                  <c:v>123.95</c:v>
                </c:pt>
                <c:pt idx="87754">
                  <c:v>49.98</c:v>
                </c:pt>
                <c:pt idx="87755">
                  <c:v>30.48</c:v>
                </c:pt>
                <c:pt idx="87756">
                  <c:v>15.99</c:v>
                </c:pt>
                <c:pt idx="87757">
                  <c:v>31.49</c:v>
                </c:pt>
                <c:pt idx="87758">
                  <c:v>37.479999999999997</c:v>
                </c:pt>
                <c:pt idx="87759">
                  <c:v>118.54</c:v>
                </c:pt>
                <c:pt idx="87760">
                  <c:v>118.54</c:v>
                </c:pt>
                <c:pt idx="87761">
                  <c:v>118.54</c:v>
                </c:pt>
                <c:pt idx="87762">
                  <c:v>187.5</c:v>
                </c:pt>
                <c:pt idx="87763">
                  <c:v>187.5</c:v>
                </c:pt>
                <c:pt idx="87764">
                  <c:v>187.5</c:v>
                </c:pt>
                <c:pt idx="87765">
                  <c:v>247.16</c:v>
                </c:pt>
                <c:pt idx="87766">
                  <c:v>135.74</c:v>
                </c:pt>
                <c:pt idx="87767">
                  <c:v>247.16</c:v>
                </c:pt>
                <c:pt idx="87768">
                  <c:v>209.29</c:v>
                </c:pt>
                <c:pt idx="87769">
                  <c:v>135.74</c:v>
                </c:pt>
                <c:pt idx="87770">
                  <c:v>209.29</c:v>
                </c:pt>
                <c:pt idx="87771">
                  <c:v>209.29</c:v>
                </c:pt>
                <c:pt idx="87772">
                  <c:v>247.16</c:v>
                </c:pt>
                <c:pt idx="87773">
                  <c:v>135.74</c:v>
                </c:pt>
                <c:pt idx="87774">
                  <c:v>63.98</c:v>
                </c:pt>
                <c:pt idx="87775">
                  <c:v>54.98</c:v>
                </c:pt>
                <c:pt idx="87776">
                  <c:v>63.98</c:v>
                </c:pt>
                <c:pt idx="87777">
                  <c:v>95.97</c:v>
                </c:pt>
                <c:pt idx="87778">
                  <c:v>95.97</c:v>
                </c:pt>
                <c:pt idx="87779">
                  <c:v>180.72</c:v>
                </c:pt>
                <c:pt idx="87780">
                  <c:v>71.959999999999994</c:v>
                </c:pt>
                <c:pt idx="87781">
                  <c:v>104.94</c:v>
                </c:pt>
                <c:pt idx="87782">
                  <c:v>96.18</c:v>
                </c:pt>
                <c:pt idx="87783">
                  <c:v>75.959999999999994</c:v>
                </c:pt>
                <c:pt idx="87784">
                  <c:v>58.97</c:v>
                </c:pt>
                <c:pt idx="87785">
                  <c:v>88.96</c:v>
                </c:pt>
                <c:pt idx="87786">
                  <c:v>52.52</c:v>
                </c:pt>
                <c:pt idx="87787">
                  <c:v>86.97</c:v>
                </c:pt>
                <c:pt idx="87788">
                  <c:v>59.98</c:v>
                </c:pt>
                <c:pt idx="87789">
                  <c:v>50.97</c:v>
                </c:pt>
                <c:pt idx="87790">
                  <c:v>124.97</c:v>
                </c:pt>
                <c:pt idx="87791">
                  <c:v>56.97</c:v>
                </c:pt>
                <c:pt idx="87792">
                  <c:v>67.989999999999995</c:v>
                </c:pt>
                <c:pt idx="87793">
                  <c:v>56.97</c:v>
                </c:pt>
                <c:pt idx="87794">
                  <c:v>75.959999999999994</c:v>
                </c:pt>
                <c:pt idx="87795">
                  <c:v>75.959999999999994</c:v>
                </c:pt>
                <c:pt idx="87796">
                  <c:v>81.95</c:v>
                </c:pt>
                <c:pt idx="87797">
                  <c:v>148.96</c:v>
                </c:pt>
                <c:pt idx="87798">
                  <c:v>94.96</c:v>
                </c:pt>
                <c:pt idx="87799">
                  <c:v>64.27</c:v>
                </c:pt>
                <c:pt idx="87800">
                  <c:v>94.97</c:v>
                </c:pt>
                <c:pt idx="87801">
                  <c:v>119.96</c:v>
                </c:pt>
                <c:pt idx="87802">
                  <c:v>76.28</c:v>
                </c:pt>
                <c:pt idx="87803">
                  <c:v>68.599999999999994</c:v>
                </c:pt>
                <c:pt idx="87804">
                  <c:v>39.28</c:v>
                </c:pt>
                <c:pt idx="87805">
                  <c:v>82.61</c:v>
                </c:pt>
                <c:pt idx="87806">
                  <c:v>68.989999999999995</c:v>
                </c:pt>
                <c:pt idx="87807">
                  <c:v>84.99</c:v>
                </c:pt>
                <c:pt idx="87808">
                  <c:v>99.98</c:v>
                </c:pt>
                <c:pt idx="87809">
                  <c:v>61.67</c:v>
                </c:pt>
                <c:pt idx="87810">
                  <c:v>-24.19</c:v>
                </c:pt>
                <c:pt idx="87811">
                  <c:v>90.74</c:v>
                </c:pt>
                <c:pt idx="87812">
                  <c:v>96.75</c:v>
                </c:pt>
                <c:pt idx="87813">
                  <c:v>72.55</c:v>
                </c:pt>
                <c:pt idx="87814">
                  <c:v>59.96</c:v>
                </c:pt>
                <c:pt idx="87815">
                  <c:v>59.96</c:v>
                </c:pt>
                <c:pt idx="87816">
                  <c:v>63.45</c:v>
                </c:pt>
                <c:pt idx="87817">
                  <c:v>86.76</c:v>
                </c:pt>
                <c:pt idx="87818">
                  <c:v>131.69999999999999</c:v>
                </c:pt>
                <c:pt idx="87819">
                  <c:v>59.96</c:v>
                </c:pt>
                <c:pt idx="87820">
                  <c:v>58.48</c:v>
                </c:pt>
                <c:pt idx="87821">
                  <c:v>65.98</c:v>
                </c:pt>
                <c:pt idx="87822">
                  <c:v>44.19</c:v>
                </c:pt>
                <c:pt idx="87823">
                  <c:v>27.38</c:v>
                </c:pt>
                <c:pt idx="87824">
                  <c:v>17.989999999999998</c:v>
                </c:pt>
                <c:pt idx="87825">
                  <c:v>59.95</c:v>
                </c:pt>
                <c:pt idx="87826">
                  <c:v>66.97</c:v>
                </c:pt>
                <c:pt idx="87827">
                  <c:v>58.96</c:v>
                </c:pt>
                <c:pt idx="87828">
                  <c:v>63.95</c:v>
                </c:pt>
                <c:pt idx="87829">
                  <c:v>79.97</c:v>
                </c:pt>
                <c:pt idx="87830">
                  <c:v>53.96</c:v>
                </c:pt>
                <c:pt idx="87831">
                  <c:v>66.97</c:v>
                </c:pt>
                <c:pt idx="87832">
                  <c:v>53.97</c:v>
                </c:pt>
                <c:pt idx="87833">
                  <c:v>51.49</c:v>
                </c:pt>
                <c:pt idx="87834">
                  <c:v>51.49</c:v>
                </c:pt>
                <c:pt idx="87835">
                  <c:v>51.49</c:v>
                </c:pt>
                <c:pt idx="87836">
                  <c:v>64.98</c:v>
                </c:pt>
                <c:pt idx="87837">
                  <c:v>79.97</c:v>
                </c:pt>
                <c:pt idx="87838">
                  <c:v>64.98</c:v>
                </c:pt>
                <c:pt idx="87839">
                  <c:v>117.59</c:v>
                </c:pt>
                <c:pt idx="87840">
                  <c:v>55.61</c:v>
                </c:pt>
                <c:pt idx="87841">
                  <c:v>55.61</c:v>
                </c:pt>
                <c:pt idx="87842">
                  <c:v>135.74</c:v>
                </c:pt>
                <c:pt idx="87843">
                  <c:v>72.55</c:v>
                </c:pt>
                <c:pt idx="87844">
                  <c:v>72.55</c:v>
                </c:pt>
                <c:pt idx="87845">
                  <c:v>72.55</c:v>
                </c:pt>
                <c:pt idx="87846">
                  <c:v>102.8</c:v>
                </c:pt>
                <c:pt idx="87847">
                  <c:v>102.8</c:v>
                </c:pt>
                <c:pt idx="87848">
                  <c:v>72.55</c:v>
                </c:pt>
                <c:pt idx="87849">
                  <c:v>117.59</c:v>
                </c:pt>
                <c:pt idx="87850">
                  <c:v>72.55</c:v>
                </c:pt>
                <c:pt idx="87851">
                  <c:v>135.74</c:v>
                </c:pt>
                <c:pt idx="87852">
                  <c:v>72.55</c:v>
                </c:pt>
                <c:pt idx="87853">
                  <c:v>159.91999999999999</c:v>
                </c:pt>
                <c:pt idx="87854">
                  <c:v>124.95</c:v>
                </c:pt>
                <c:pt idx="87855">
                  <c:v>111.27</c:v>
                </c:pt>
                <c:pt idx="87856">
                  <c:v>79.849999999999994</c:v>
                </c:pt>
                <c:pt idx="87857">
                  <c:v>108.86</c:v>
                </c:pt>
                <c:pt idx="87858">
                  <c:v>195.86</c:v>
                </c:pt>
                <c:pt idx="87859">
                  <c:v>141.97</c:v>
                </c:pt>
                <c:pt idx="87860">
                  <c:v>76.489999999999995</c:v>
                </c:pt>
                <c:pt idx="87861">
                  <c:v>76.489999999999995</c:v>
                </c:pt>
                <c:pt idx="87862">
                  <c:v>67.58</c:v>
                </c:pt>
                <c:pt idx="87863">
                  <c:v>84.99</c:v>
                </c:pt>
                <c:pt idx="87864">
                  <c:v>72.239999999999995</c:v>
                </c:pt>
                <c:pt idx="87865">
                  <c:v>72.239999999999995</c:v>
                </c:pt>
                <c:pt idx="87866">
                  <c:v>249.96</c:v>
                </c:pt>
                <c:pt idx="87867">
                  <c:v>70.48</c:v>
                </c:pt>
                <c:pt idx="87868">
                  <c:v>77.97</c:v>
                </c:pt>
                <c:pt idx="87869">
                  <c:v>50.93</c:v>
                </c:pt>
                <c:pt idx="87870">
                  <c:v>86.97</c:v>
                </c:pt>
                <c:pt idx="87871">
                  <c:v>92.97</c:v>
                </c:pt>
                <c:pt idx="87872">
                  <c:v>56.67</c:v>
                </c:pt>
                <c:pt idx="87873">
                  <c:v>44.99</c:v>
                </c:pt>
                <c:pt idx="87874">
                  <c:v>99.98</c:v>
                </c:pt>
                <c:pt idx="87875">
                  <c:v>65.989999999999995</c:v>
                </c:pt>
                <c:pt idx="87876">
                  <c:v>75.98</c:v>
                </c:pt>
                <c:pt idx="87877">
                  <c:v>113.97</c:v>
                </c:pt>
                <c:pt idx="87878">
                  <c:v>124.97</c:v>
                </c:pt>
                <c:pt idx="87879">
                  <c:v>68.25</c:v>
                </c:pt>
                <c:pt idx="87880">
                  <c:v>79.98</c:v>
                </c:pt>
                <c:pt idx="87881">
                  <c:v>79.98</c:v>
                </c:pt>
                <c:pt idx="87882">
                  <c:v>119.97</c:v>
                </c:pt>
                <c:pt idx="87883">
                  <c:v>131.97999999999999</c:v>
                </c:pt>
                <c:pt idx="87884">
                  <c:v>107.97</c:v>
                </c:pt>
                <c:pt idx="87885">
                  <c:v>80.97</c:v>
                </c:pt>
                <c:pt idx="87886">
                  <c:v>65.98</c:v>
                </c:pt>
                <c:pt idx="87887">
                  <c:v>143.94999999999999</c:v>
                </c:pt>
                <c:pt idx="87888">
                  <c:v>78.97</c:v>
                </c:pt>
                <c:pt idx="87889">
                  <c:v>55.86</c:v>
                </c:pt>
                <c:pt idx="87890">
                  <c:v>57.96</c:v>
                </c:pt>
                <c:pt idx="87891">
                  <c:v>157.94</c:v>
                </c:pt>
                <c:pt idx="87892">
                  <c:v>115.97</c:v>
                </c:pt>
                <c:pt idx="87893">
                  <c:v>49.28</c:v>
                </c:pt>
                <c:pt idx="87894">
                  <c:v>132.97</c:v>
                </c:pt>
                <c:pt idx="87895">
                  <c:v>16.2</c:v>
                </c:pt>
                <c:pt idx="87896">
                  <c:v>33.93</c:v>
                </c:pt>
                <c:pt idx="87897">
                  <c:v>239.44</c:v>
                </c:pt>
                <c:pt idx="87898">
                  <c:v>279.95999999999998</c:v>
                </c:pt>
                <c:pt idx="87899">
                  <c:v>55.92</c:v>
                </c:pt>
                <c:pt idx="87900">
                  <c:v>127.98</c:v>
                </c:pt>
                <c:pt idx="87901">
                  <c:v>72.239999999999995</c:v>
                </c:pt>
                <c:pt idx="87902">
                  <c:v>50.37</c:v>
                </c:pt>
                <c:pt idx="87903">
                  <c:v>65.989999999999995</c:v>
                </c:pt>
                <c:pt idx="87904">
                  <c:v>59.39</c:v>
                </c:pt>
                <c:pt idx="87905">
                  <c:v>243.31</c:v>
                </c:pt>
                <c:pt idx="87906">
                  <c:v>119.9</c:v>
                </c:pt>
                <c:pt idx="87907">
                  <c:v>153.71</c:v>
                </c:pt>
                <c:pt idx="87908">
                  <c:v>59.98</c:v>
                </c:pt>
                <c:pt idx="87909">
                  <c:v>101.97</c:v>
                </c:pt>
                <c:pt idx="87910">
                  <c:v>74.97</c:v>
                </c:pt>
                <c:pt idx="87911">
                  <c:v>89.97</c:v>
                </c:pt>
                <c:pt idx="87912">
                  <c:v>54.98</c:v>
                </c:pt>
                <c:pt idx="87913">
                  <c:v>74.97</c:v>
                </c:pt>
                <c:pt idx="87914">
                  <c:v>59.98</c:v>
                </c:pt>
                <c:pt idx="87915">
                  <c:v>51.97</c:v>
                </c:pt>
                <c:pt idx="87916">
                  <c:v>128.94999999999999</c:v>
                </c:pt>
                <c:pt idx="87917">
                  <c:v>147.94999999999999</c:v>
                </c:pt>
                <c:pt idx="87918">
                  <c:v>94.46</c:v>
                </c:pt>
                <c:pt idx="87919">
                  <c:v>53.97</c:v>
                </c:pt>
                <c:pt idx="87920">
                  <c:v>91.96</c:v>
                </c:pt>
                <c:pt idx="87921">
                  <c:v>53.97</c:v>
                </c:pt>
                <c:pt idx="87922">
                  <c:v>89.96</c:v>
                </c:pt>
                <c:pt idx="87923">
                  <c:v>74.959999999999994</c:v>
                </c:pt>
                <c:pt idx="87924">
                  <c:v>109.98</c:v>
                </c:pt>
                <c:pt idx="87925">
                  <c:v>74.97</c:v>
                </c:pt>
                <c:pt idx="87926">
                  <c:v>69.959999999999994</c:v>
                </c:pt>
                <c:pt idx="87927">
                  <c:v>110.97</c:v>
                </c:pt>
                <c:pt idx="87928">
                  <c:v>50.97</c:v>
                </c:pt>
                <c:pt idx="87929">
                  <c:v>57.96</c:v>
                </c:pt>
                <c:pt idx="87930">
                  <c:v>50.4</c:v>
                </c:pt>
                <c:pt idx="87931">
                  <c:v>113.53</c:v>
                </c:pt>
                <c:pt idx="87932">
                  <c:v>103.47</c:v>
                </c:pt>
                <c:pt idx="87933">
                  <c:v>28.48</c:v>
                </c:pt>
                <c:pt idx="87934">
                  <c:v>155.97</c:v>
                </c:pt>
                <c:pt idx="87935">
                  <c:v>51.96</c:v>
                </c:pt>
                <c:pt idx="87936">
                  <c:v>54.99</c:v>
                </c:pt>
                <c:pt idx="87937">
                  <c:v>59.96</c:v>
                </c:pt>
                <c:pt idx="87938">
                  <c:v>32.229999999999997</c:v>
                </c:pt>
                <c:pt idx="87939">
                  <c:v>57.71</c:v>
                </c:pt>
                <c:pt idx="87940">
                  <c:v>79.849999999999994</c:v>
                </c:pt>
                <c:pt idx="87941">
                  <c:v>79.849999999999994</c:v>
                </c:pt>
                <c:pt idx="87942">
                  <c:v>79.849999999999994</c:v>
                </c:pt>
                <c:pt idx="87943">
                  <c:v>79.849999999999994</c:v>
                </c:pt>
                <c:pt idx="87944">
                  <c:v>160.88999999999999</c:v>
                </c:pt>
                <c:pt idx="87945">
                  <c:v>89.97</c:v>
                </c:pt>
                <c:pt idx="87946">
                  <c:v>122.98</c:v>
                </c:pt>
                <c:pt idx="87947">
                  <c:v>198.96</c:v>
                </c:pt>
                <c:pt idx="87948">
                  <c:v>103.97</c:v>
                </c:pt>
                <c:pt idx="87949">
                  <c:v>95.96</c:v>
                </c:pt>
                <c:pt idx="87950">
                  <c:v>59.98</c:v>
                </c:pt>
                <c:pt idx="87951">
                  <c:v>59.98</c:v>
                </c:pt>
                <c:pt idx="87952">
                  <c:v>59.98</c:v>
                </c:pt>
                <c:pt idx="87953">
                  <c:v>89.97</c:v>
                </c:pt>
                <c:pt idx="87954">
                  <c:v>89.97</c:v>
                </c:pt>
                <c:pt idx="87955">
                  <c:v>59.98</c:v>
                </c:pt>
                <c:pt idx="87956">
                  <c:v>37.99</c:v>
                </c:pt>
                <c:pt idx="87957">
                  <c:v>92.54</c:v>
                </c:pt>
                <c:pt idx="87958">
                  <c:v>95.6</c:v>
                </c:pt>
                <c:pt idx="87959">
                  <c:v>135.86000000000001</c:v>
                </c:pt>
                <c:pt idx="87960">
                  <c:v>83.97</c:v>
                </c:pt>
                <c:pt idx="87961">
                  <c:v>80.72</c:v>
                </c:pt>
                <c:pt idx="87962">
                  <c:v>115.86</c:v>
                </c:pt>
                <c:pt idx="87963">
                  <c:v>13.99</c:v>
                </c:pt>
                <c:pt idx="87964">
                  <c:v>119.22</c:v>
                </c:pt>
                <c:pt idx="87965">
                  <c:v>135.94999999999999</c:v>
                </c:pt>
                <c:pt idx="87966">
                  <c:v>69.989999999999995</c:v>
                </c:pt>
                <c:pt idx="87967">
                  <c:v>99.98</c:v>
                </c:pt>
                <c:pt idx="87968">
                  <c:v>89.98</c:v>
                </c:pt>
                <c:pt idx="87969">
                  <c:v>103.98</c:v>
                </c:pt>
                <c:pt idx="87970">
                  <c:v>87.97</c:v>
                </c:pt>
                <c:pt idx="87971">
                  <c:v>84.99</c:v>
                </c:pt>
                <c:pt idx="87972">
                  <c:v>84.99</c:v>
                </c:pt>
                <c:pt idx="87973">
                  <c:v>65.19</c:v>
                </c:pt>
                <c:pt idx="87974">
                  <c:v>74.95</c:v>
                </c:pt>
                <c:pt idx="87975">
                  <c:v>104.93</c:v>
                </c:pt>
                <c:pt idx="87976">
                  <c:v>162.91</c:v>
                </c:pt>
                <c:pt idx="87977">
                  <c:v>89.97</c:v>
                </c:pt>
                <c:pt idx="87978">
                  <c:v>79.97</c:v>
                </c:pt>
                <c:pt idx="87979">
                  <c:v>59.98</c:v>
                </c:pt>
                <c:pt idx="87980">
                  <c:v>104.97</c:v>
                </c:pt>
                <c:pt idx="87981">
                  <c:v>59.98</c:v>
                </c:pt>
                <c:pt idx="87982">
                  <c:v>59.98</c:v>
                </c:pt>
                <c:pt idx="87983">
                  <c:v>59.98</c:v>
                </c:pt>
                <c:pt idx="87984">
                  <c:v>14.79</c:v>
                </c:pt>
                <c:pt idx="87985">
                  <c:v>51.29</c:v>
                </c:pt>
                <c:pt idx="87986">
                  <c:v>51.29</c:v>
                </c:pt>
                <c:pt idx="87987">
                  <c:v>31.28</c:v>
                </c:pt>
                <c:pt idx="87988">
                  <c:v>51.94</c:v>
                </c:pt>
                <c:pt idx="87989">
                  <c:v>119.98</c:v>
                </c:pt>
                <c:pt idx="87990">
                  <c:v>182.95</c:v>
                </c:pt>
                <c:pt idx="87991">
                  <c:v>161.06</c:v>
                </c:pt>
                <c:pt idx="87992">
                  <c:v>64.959999999999994</c:v>
                </c:pt>
                <c:pt idx="87993">
                  <c:v>104.97</c:v>
                </c:pt>
                <c:pt idx="87994">
                  <c:v>16.66</c:v>
                </c:pt>
                <c:pt idx="87995">
                  <c:v>68.98</c:v>
                </c:pt>
                <c:pt idx="87996">
                  <c:v>219.97</c:v>
                </c:pt>
                <c:pt idx="87997">
                  <c:v>182.67</c:v>
                </c:pt>
                <c:pt idx="87998">
                  <c:v>159.69999999999999</c:v>
                </c:pt>
                <c:pt idx="87999">
                  <c:v>89.5</c:v>
                </c:pt>
                <c:pt idx="88000">
                  <c:v>135.5</c:v>
                </c:pt>
                <c:pt idx="88001">
                  <c:v>118.76</c:v>
                </c:pt>
                <c:pt idx="88002">
                  <c:v>394.88</c:v>
                </c:pt>
                <c:pt idx="88003">
                  <c:v>50.98</c:v>
                </c:pt>
                <c:pt idx="88004">
                  <c:v>85.98</c:v>
                </c:pt>
                <c:pt idx="88005">
                  <c:v>60.98</c:v>
                </c:pt>
                <c:pt idx="88006">
                  <c:v>101.97</c:v>
                </c:pt>
                <c:pt idx="88007">
                  <c:v>71.98</c:v>
                </c:pt>
                <c:pt idx="88008">
                  <c:v>295.26</c:v>
                </c:pt>
                <c:pt idx="88009">
                  <c:v>133.16</c:v>
                </c:pt>
                <c:pt idx="88010">
                  <c:v>84.98</c:v>
                </c:pt>
                <c:pt idx="88011">
                  <c:v>84.99</c:v>
                </c:pt>
                <c:pt idx="88012">
                  <c:v>81.94</c:v>
                </c:pt>
                <c:pt idx="88013">
                  <c:v>50.12</c:v>
                </c:pt>
                <c:pt idx="88014">
                  <c:v>84.99</c:v>
                </c:pt>
                <c:pt idx="88015">
                  <c:v>134.97</c:v>
                </c:pt>
                <c:pt idx="88016">
                  <c:v>84.99</c:v>
                </c:pt>
                <c:pt idx="88017">
                  <c:v>96.77</c:v>
                </c:pt>
                <c:pt idx="88018">
                  <c:v>99.98</c:v>
                </c:pt>
                <c:pt idx="88019">
                  <c:v>60.98</c:v>
                </c:pt>
                <c:pt idx="88020">
                  <c:v>99.98</c:v>
                </c:pt>
                <c:pt idx="88021">
                  <c:v>49.99</c:v>
                </c:pt>
                <c:pt idx="88022">
                  <c:v>119.97</c:v>
                </c:pt>
                <c:pt idx="88023">
                  <c:v>40.29</c:v>
                </c:pt>
                <c:pt idx="88024">
                  <c:v>46.29</c:v>
                </c:pt>
                <c:pt idx="88025">
                  <c:v>46.29</c:v>
                </c:pt>
                <c:pt idx="88026">
                  <c:v>38.340000000000003</c:v>
                </c:pt>
                <c:pt idx="88027">
                  <c:v>40.29</c:v>
                </c:pt>
                <c:pt idx="88028">
                  <c:v>40.29</c:v>
                </c:pt>
                <c:pt idx="88029">
                  <c:v>46.29</c:v>
                </c:pt>
                <c:pt idx="88030">
                  <c:v>40.94</c:v>
                </c:pt>
                <c:pt idx="88031">
                  <c:v>40.29</c:v>
                </c:pt>
                <c:pt idx="88032">
                  <c:v>142.97</c:v>
                </c:pt>
                <c:pt idx="88033">
                  <c:v>99.96</c:v>
                </c:pt>
                <c:pt idx="88034">
                  <c:v>122.95</c:v>
                </c:pt>
                <c:pt idx="88035">
                  <c:v>94.97</c:v>
                </c:pt>
                <c:pt idx="88036">
                  <c:v>48.58</c:v>
                </c:pt>
                <c:pt idx="88037">
                  <c:v>79.98</c:v>
                </c:pt>
                <c:pt idx="88038">
                  <c:v>69.989999999999995</c:v>
                </c:pt>
                <c:pt idx="88039">
                  <c:v>59.95</c:v>
                </c:pt>
                <c:pt idx="88040">
                  <c:v>141.74</c:v>
                </c:pt>
                <c:pt idx="88041">
                  <c:v>78.94</c:v>
                </c:pt>
                <c:pt idx="88042">
                  <c:v>52.97</c:v>
                </c:pt>
                <c:pt idx="88043">
                  <c:v>55.96</c:v>
                </c:pt>
                <c:pt idx="88044">
                  <c:v>48.36</c:v>
                </c:pt>
                <c:pt idx="88045">
                  <c:v>29.48</c:v>
                </c:pt>
                <c:pt idx="88046">
                  <c:v>29.48</c:v>
                </c:pt>
                <c:pt idx="88047">
                  <c:v>53.96</c:v>
                </c:pt>
                <c:pt idx="88048">
                  <c:v>26.49</c:v>
                </c:pt>
                <c:pt idx="88049">
                  <c:v>65.97</c:v>
                </c:pt>
                <c:pt idx="88050">
                  <c:v>104.97</c:v>
                </c:pt>
                <c:pt idx="88051">
                  <c:v>58.97</c:v>
                </c:pt>
                <c:pt idx="88052">
                  <c:v>115.95</c:v>
                </c:pt>
                <c:pt idx="88053">
                  <c:v>55.98</c:v>
                </c:pt>
                <c:pt idx="88054">
                  <c:v>109.95</c:v>
                </c:pt>
                <c:pt idx="88055">
                  <c:v>82.97</c:v>
                </c:pt>
                <c:pt idx="88056">
                  <c:v>107.52</c:v>
                </c:pt>
                <c:pt idx="88057">
                  <c:v>101.38</c:v>
                </c:pt>
                <c:pt idx="88058">
                  <c:v>79.989999999999995</c:v>
                </c:pt>
                <c:pt idx="88059">
                  <c:v>79.989999999999995</c:v>
                </c:pt>
                <c:pt idx="88060">
                  <c:v>76.34</c:v>
                </c:pt>
                <c:pt idx="88061">
                  <c:v>38.28</c:v>
                </c:pt>
                <c:pt idx="88062">
                  <c:v>99.97</c:v>
                </c:pt>
                <c:pt idx="88063">
                  <c:v>41.49</c:v>
                </c:pt>
                <c:pt idx="88064">
                  <c:v>104.98</c:v>
                </c:pt>
                <c:pt idx="88065">
                  <c:v>163.28</c:v>
                </c:pt>
                <c:pt idx="88066">
                  <c:v>144.94</c:v>
                </c:pt>
                <c:pt idx="88067">
                  <c:v>74.95</c:v>
                </c:pt>
                <c:pt idx="88068">
                  <c:v>26.98</c:v>
                </c:pt>
                <c:pt idx="88069">
                  <c:v>159.97999999999999</c:v>
                </c:pt>
                <c:pt idx="88070">
                  <c:v>159.97999999999999</c:v>
                </c:pt>
                <c:pt idx="88071">
                  <c:v>159.97999999999999</c:v>
                </c:pt>
                <c:pt idx="88072">
                  <c:v>34.99</c:v>
                </c:pt>
                <c:pt idx="88073">
                  <c:v>219.93</c:v>
                </c:pt>
                <c:pt idx="88074">
                  <c:v>189.94</c:v>
                </c:pt>
                <c:pt idx="88075">
                  <c:v>63.96</c:v>
                </c:pt>
                <c:pt idx="88076">
                  <c:v>51.97</c:v>
                </c:pt>
                <c:pt idx="88077">
                  <c:v>93.54</c:v>
                </c:pt>
                <c:pt idx="88078">
                  <c:v>59.95</c:v>
                </c:pt>
                <c:pt idx="88079">
                  <c:v>99.98</c:v>
                </c:pt>
                <c:pt idx="88080">
                  <c:v>104.98</c:v>
                </c:pt>
                <c:pt idx="88081">
                  <c:v>84.99</c:v>
                </c:pt>
                <c:pt idx="88082">
                  <c:v>99.98</c:v>
                </c:pt>
                <c:pt idx="88083">
                  <c:v>55.96</c:v>
                </c:pt>
                <c:pt idx="88084">
                  <c:v>97.16</c:v>
                </c:pt>
                <c:pt idx="88085">
                  <c:v>64.98</c:v>
                </c:pt>
                <c:pt idx="88086">
                  <c:v>54.99</c:v>
                </c:pt>
                <c:pt idx="88087">
                  <c:v>59.98</c:v>
                </c:pt>
                <c:pt idx="88088">
                  <c:v>68.989999999999995</c:v>
                </c:pt>
                <c:pt idx="88089">
                  <c:v>108.97</c:v>
                </c:pt>
                <c:pt idx="88090">
                  <c:v>77.959999999999994</c:v>
                </c:pt>
                <c:pt idx="88091">
                  <c:v>55.96</c:v>
                </c:pt>
                <c:pt idx="88092">
                  <c:v>33.08</c:v>
                </c:pt>
                <c:pt idx="88093">
                  <c:v>39.630000000000003</c:v>
                </c:pt>
                <c:pt idx="88094">
                  <c:v>62.97</c:v>
                </c:pt>
                <c:pt idx="88095">
                  <c:v>82.86</c:v>
                </c:pt>
                <c:pt idx="88096">
                  <c:v>125.97</c:v>
                </c:pt>
                <c:pt idx="88097">
                  <c:v>114.97</c:v>
                </c:pt>
                <c:pt idx="88098">
                  <c:v>119.98</c:v>
                </c:pt>
                <c:pt idx="88099">
                  <c:v>93.38</c:v>
                </c:pt>
                <c:pt idx="88100">
                  <c:v>64.98</c:v>
                </c:pt>
                <c:pt idx="88101">
                  <c:v>241.86</c:v>
                </c:pt>
                <c:pt idx="88102">
                  <c:v>137.5</c:v>
                </c:pt>
                <c:pt idx="88103">
                  <c:v>82.98</c:v>
                </c:pt>
                <c:pt idx="88104">
                  <c:v>80.98</c:v>
                </c:pt>
                <c:pt idx="88105">
                  <c:v>65.989999999999995</c:v>
                </c:pt>
                <c:pt idx="88106">
                  <c:v>107.37</c:v>
                </c:pt>
                <c:pt idx="88107">
                  <c:v>59.39</c:v>
                </c:pt>
                <c:pt idx="88108">
                  <c:v>117.97</c:v>
                </c:pt>
                <c:pt idx="88109">
                  <c:v>169.98</c:v>
                </c:pt>
                <c:pt idx="88110">
                  <c:v>169.98</c:v>
                </c:pt>
                <c:pt idx="88111">
                  <c:v>169.98</c:v>
                </c:pt>
                <c:pt idx="88112">
                  <c:v>169.98</c:v>
                </c:pt>
                <c:pt idx="88113">
                  <c:v>174.96</c:v>
                </c:pt>
                <c:pt idx="88114">
                  <c:v>174.96</c:v>
                </c:pt>
                <c:pt idx="88115">
                  <c:v>169.98</c:v>
                </c:pt>
                <c:pt idx="88116">
                  <c:v>169.98</c:v>
                </c:pt>
                <c:pt idx="88117">
                  <c:v>169.98</c:v>
                </c:pt>
                <c:pt idx="88118">
                  <c:v>84.99</c:v>
                </c:pt>
                <c:pt idx="88119">
                  <c:v>84.99</c:v>
                </c:pt>
                <c:pt idx="88120">
                  <c:v>84.99</c:v>
                </c:pt>
                <c:pt idx="88121">
                  <c:v>84.99</c:v>
                </c:pt>
                <c:pt idx="88122">
                  <c:v>84.99</c:v>
                </c:pt>
                <c:pt idx="88123">
                  <c:v>84.99</c:v>
                </c:pt>
                <c:pt idx="88124">
                  <c:v>254.97</c:v>
                </c:pt>
                <c:pt idx="88125">
                  <c:v>254.97</c:v>
                </c:pt>
                <c:pt idx="88126">
                  <c:v>84.98</c:v>
                </c:pt>
                <c:pt idx="88127">
                  <c:v>169.98</c:v>
                </c:pt>
                <c:pt idx="88128">
                  <c:v>84.99</c:v>
                </c:pt>
                <c:pt idx="88129">
                  <c:v>84.99</c:v>
                </c:pt>
                <c:pt idx="88130">
                  <c:v>139.97999999999999</c:v>
                </c:pt>
                <c:pt idx="88131">
                  <c:v>107.44</c:v>
                </c:pt>
                <c:pt idx="88132">
                  <c:v>69.930000000000007</c:v>
                </c:pt>
                <c:pt idx="88133">
                  <c:v>89.94</c:v>
                </c:pt>
                <c:pt idx="88134">
                  <c:v>59.96</c:v>
                </c:pt>
                <c:pt idx="88135">
                  <c:v>59.96</c:v>
                </c:pt>
                <c:pt idx="88136">
                  <c:v>59.96</c:v>
                </c:pt>
                <c:pt idx="88137">
                  <c:v>59.96</c:v>
                </c:pt>
                <c:pt idx="88138">
                  <c:v>41.46</c:v>
                </c:pt>
                <c:pt idx="88139">
                  <c:v>59.96</c:v>
                </c:pt>
                <c:pt idx="88140">
                  <c:v>103.97</c:v>
                </c:pt>
                <c:pt idx="88141">
                  <c:v>103.97</c:v>
                </c:pt>
                <c:pt idx="88142">
                  <c:v>64.569999999999993</c:v>
                </c:pt>
                <c:pt idx="88143">
                  <c:v>64.569999999999993</c:v>
                </c:pt>
                <c:pt idx="88144">
                  <c:v>82.73</c:v>
                </c:pt>
                <c:pt idx="88145">
                  <c:v>68.27</c:v>
                </c:pt>
                <c:pt idx="88146">
                  <c:v>90.71</c:v>
                </c:pt>
                <c:pt idx="88147">
                  <c:v>84.68</c:v>
                </c:pt>
                <c:pt idx="88148">
                  <c:v>72.58</c:v>
                </c:pt>
                <c:pt idx="88149">
                  <c:v>90.71</c:v>
                </c:pt>
                <c:pt idx="88150">
                  <c:v>72.58</c:v>
                </c:pt>
                <c:pt idx="88151">
                  <c:v>104.04</c:v>
                </c:pt>
                <c:pt idx="88152">
                  <c:v>140.34</c:v>
                </c:pt>
                <c:pt idx="88153">
                  <c:v>71.86</c:v>
                </c:pt>
                <c:pt idx="88154">
                  <c:v>245.58</c:v>
                </c:pt>
                <c:pt idx="88155">
                  <c:v>137.88999999999999</c:v>
                </c:pt>
                <c:pt idx="88156">
                  <c:v>59.36</c:v>
                </c:pt>
                <c:pt idx="88157">
                  <c:v>59.96</c:v>
                </c:pt>
                <c:pt idx="88158">
                  <c:v>101.97</c:v>
                </c:pt>
                <c:pt idx="88159">
                  <c:v>130.97</c:v>
                </c:pt>
                <c:pt idx="88160">
                  <c:v>130.97</c:v>
                </c:pt>
                <c:pt idx="88161">
                  <c:v>130.97</c:v>
                </c:pt>
                <c:pt idx="88162">
                  <c:v>101.97</c:v>
                </c:pt>
                <c:pt idx="88163">
                  <c:v>130.97</c:v>
                </c:pt>
                <c:pt idx="88164">
                  <c:v>55.98</c:v>
                </c:pt>
                <c:pt idx="88165">
                  <c:v>55.98</c:v>
                </c:pt>
                <c:pt idx="88166">
                  <c:v>59.98</c:v>
                </c:pt>
                <c:pt idx="88167">
                  <c:v>55.98</c:v>
                </c:pt>
                <c:pt idx="88168">
                  <c:v>55.98</c:v>
                </c:pt>
                <c:pt idx="88169">
                  <c:v>55.98</c:v>
                </c:pt>
                <c:pt idx="88170">
                  <c:v>55.98</c:v>
                </c:pt>
                <c:pt idx="88171">
                  <c:v>55.98</c:v>
                </c:pt>
                <c:pt idx="88172">
                  <c:v>55.98</c:v>
                </c:pt>
                <c:pt idx="88173">
                  <c:v>384.93</c:v>
                </c:pt>
                <c:pt idx="88174">
                  <c:v>39.72</c:v>
                </c:pt>
                <c:pt idx="88175">
                  <c:v>121.98</c:v>
                </c:pt>
                <c:pt idx="88176">
                  <c:v>559.9</c:v>
                </c:pt>
                <c:pt idx="88177">
                  <c:v>-559.9</c:v>
                </c:pt>
                <c:pt idx="88178">
                  <c:v>66.97</c:v>
                </c:pt>
                <c:pt idx="88179">
                  <c:v>85.97</c:v>
                </c:pt>
                <c:pt idx="88180">
                  <c:v>116.96</c:v>
                </c:pt>
                <c:pt idx="88181">
                  <c:v>59.98</c:v>
                </c:pt>
                <c:pt idx="88182">
                  <c:v>74.97</c:v>
                </c:pt>
                <c:pt idx="88183">
                  <c:v>103.96</c:v>
                </c:pt>
                <c:pt idx="88184">
                  <c:v>84.99</c:v>
                </c:pt>
                <c:pt idx="88185">
                  <c:v>227.94</c:v>
                </c:pt>
                <c:pt idx="88186">
                  <c:v>126.97</c:v>
                </c:pt>
                <c:pt idx="88187">
                  <c:v>84.99</c:v>
                </c:pt>
                <c:pt idx="88188">
                  <c:v>-20</c:v>
                </c:pt>
                <c:pt idx="88189">
                  <c:v>219.65</c:v>
                </c:pt>
                <c:pt idx="88190">
                  <c:v>135.74</c:v>
                </c:pt>
                <c:pt idx="88191">
                  <c:v>183.88</c:v>
                </c:pt>
                <c:pt idx="88192">
                  <c:v>24.18</c:v>
                </c:pt>
                <c:pt idx="88193">
                  <c:v>67.739999999999995</c:v>
                </c:pt>
                <c:pt idx="88194">
                  <c:v>17.29</c:v>
                </c:pt>
                <c:pt idx="88195">
                  <c:v>49.59</c:v>
                </c:pt>
                <c:pt idx="88196">
                  <c:v>19.34</c:v>
                </c:pt>
                <c:pt idx="88197">
                  <c:v>20.29</c:v>
                </c:pt>
                <c:pt idx="88198">
                  <c:v>105.84</c:v>
                </c:pt>
                <c:pt idx="88199">
                  <c:v>21.57</c:v>
                </c:pt>
                <c:pt idx="88200">
                  <c:v>89.98</c:v>
                </c:pt>
                <c:pt idx="88201">
                  <c:v>99.98</c:v>
                </c:pt>
                <c:pt idx="88202">
                  <c:v>-148.97</c:v>
                </c:pt>
                <c:pt idx="88203">
                  <c:v>112.97</c:v>
                </c:pt>
                <c:pt idx="88204">
                  <c:v>101.67</c:v>
                </c:pt>
                <c:pt idx="88205">
                  <c:v>148.97</c:v>
                </c:pt>
                <c:pt idx="88206">
                  <c:v>72.239999999999995</c:v>
                </c:pt>
                <c:pt idx="88207">
                  <c:v>199.76</c:v>
                </c:pt>
                <c:pt idx="88208">
                  <c:v>176.01</c:v>
                </c:pt>
                <c:pt idx="88209">
                  <c:v>58.64</c:v>
                </c:pt>
                <c:pt idx="88210">
                  <c:v>96.78</c:v>
                </c:pt>
                <c:pt idx="88211">
                  <c:v>113.68</c:v>
                </c:pt>
                <c:pt idx="88212">
                  <c:v>159.69999999999999</c:v>
                </c:pt>
                <c:pt idx="88213">
                  <c:v>116.38</c:v>
                </c:pt>
                <c:pt idx="88214">
                  <c:v>72.55</c:v>
                </c:pt>
                <c:pt idx="88215">
                  <c:v>62.06</c:v>
                </c:pt>
                <c:pt idx="88216">
                  <c:v>41.48</c:v>
                </c:pt>
                <c:pt idx="88217">
                  <c:v>38.880000000000003</c:v>
                </c:pt>
                <c:pt idx="88218">
                  <c:v>102.56</c:v>
                </c:pt>
                <c:pt idx="88219">
                  <c:v>59.97</c:v>
                </c:pt>
                <c:pt idx="88220">
                  <c:v>78.81</c:v>
                </c:pt>
                <c:pt idx="88221">
                  <c:v>50.97</c:v>
                </c:pt>
                <c:pt idx="88222">
                  <c:v>53.97</c:v>
                </c:pt>
                <c:pt idx="88223">
                  <c:v>59.97</c:v>
                </c:pt>
                <c:pt idx="88224">
                  <c:v>59.97</c:v>
                </c:pt>
                <c:pt idx="88225">
                  <c:v>65.989999999999995</c:v>
                </c:pt>
                <c:pt idx="88226">
                  <c:v>81.680000000000007</c:v>
                </c:pt>
                <c:pt idx="88227">
                  <c:v>77.38</c:v>
                </c:pt>
                <c:pt idx="88228">
                  <c:v>92.63</c:v>
                </c:pt>
                <c:pt idx="88229">
                  <c:v>59.39</c:v>
                </c:pt>
                <c:pt idx="88230">
                  <c:v>67.959999999999994</c:v>
                </c:pt>
                <c:pt idx="88231">
                  <c:v>79.989999999999995</c:v>
                </c:pt>
                <c:pt idx="88232">
                  <c:v>331.77</c:v>
                </c:pt>
                <c:pt idx="88233">
                  <c:v>68.27</c:v>
                </c:pt>
                <c:pt idx="88234">
                  <c:v>68.930000000000007</c:v>
                </c:pt>
                <c:pt idx="88235">
                  <c:v>68.239999999999995</c:v>
                </c:pt>
                <c:pt idx="88236">
                  <c:v>68.239999999999995</c:v>
                </c:pt>
                <c:pt idx="88237">
                  <c:v>68.930000000000007</c:v>
                </c:pt>
                <c:pt idx="88238">
                  <c:v>68.239999999999995</c:v>
                </c:pt>
                <c:pt idx="88239">
                  <c:v>68.239999999999995</c:v>
                </c:pt>
                <c:pt idx="88240">
                  <c:v>65.849999999999994</c:v>
                </c:pt>
                <c:pt idx="88241">
                  <c:v>-68.239999999999995</c:v>
                </c:pt>
                <c:pt idx="88242">
                  <c:v>79.81</c:v>
                </c:pt>
                <c:pt idx="88243">
                  <c:v>51.49</c:v>
                </c:pt>
                <c:pt idx="88244">
                  <c:v>51.49</c:v>
                </c:pt>
                <c:pt idx="88245">
                  <c:v>65.989999999999995</c:v>
                </c:pt>
                <c:pt idx="88246">
                  <c:v>51.49</c:v>
                </c:pt>
                <c:pt idx="88247">
                  <c:v>69.989999999999995</c:v>
                </c:pt>
                <c:pt idx="88248">
                  <c:v>133.94999999999999</c:v>
                </c:pt>
                <c:pt idx="88249">
                  <c:v>149.97</c:v>
                </c:pt>
                <c:pt idx="88250">
                  <c:v>120.94</c:v>
                </c:pt>
                <c:pt idx="88251">
                  <c:v>64.08</c:v>
                </c:pt>
                <c:pt idx="88252">
                  <c:v>82.24</c:v>
                </c:pt>
                <c:pt idx="88253">
                  <c:v>131.84</c:v>
                </c:pt>
                <c:pt idx="88254">
                  <c:v>90.06</c:v>
                </c:pt>
                <c:pt idx="88255">
                  <c:v>121.95</c:v>
                </c:pt>
                <c:pt idx="88256">
                  <c:v>95.98</c:v>
                </c:pt>
                <c:pt idx="88257">
                  <c:v>95.98</c:v>
                </c:pt>
                <c:pt idx="88258">
                  <c:v>79.989999999999995</c:v>
                </c:pt>
                <c:pt idx="88259">
                  <c:v>79.989999999999995</c:v>
                </c:pt>
                <c:pt idx="88260">
                  <c:v>79.989999999999995</c:v>
                </c:pt>
                <c:pt idx="88261">
                  <c:v>79.989999999999995</c:v>
                </c:pt>
                <c:pt idx="88262">
                  <c:v>165.76</c:v>
                </c:pt>
                <c:pt idx="88263">
                  <c:v>12.49</c:v>
                </c:pt>
                <c:pt idx="88264">
                  <c:v>165.98</c:v>
                </c:pt>
                <c:pt idx="88265">
                  <c:v>86.96</c:v>
                </c:pt>
                <c:pt idx="88266">
                  <c:v>62.96</c:v>
                </c:pt>
                <c:pt idx="88267">
                  <c:v>170.95</c:v>
                </c:pt>
                <c:pt idx="88268">
                  <c:v>88.96</c:v>
                </c:pt>
                <c:pt idx="88269">
                  <c:v>21.71</c:v>
                </c:pt>
                <c:pt idx="88270">
                  <c:v>43.54</c:v>
                </c:pt>
                <c:pt idx="88271">
                  <c:v>50.19</c:v>
                </c:pt>
                <c:pt idx="88272">
                  <c:v>49.59</c:v>
                </c:pt>
                <c:pt idx="88273">
                  <c:v>44.75</c:v>
                </c:pt>
                <c:pt idx="88274">
                  <c:v>20.55</c:v>
                </c:pt>
                <c:pt idx="88275">
                  <c:v>62.16</c:v>
                </c:pt>
                <c:pt idx="88276">
                  <c:v>70.12</c:v>
                </c:pt>
                <c:pt idx="88277">
                  <c:v>30.23</c:v>
                </c:pt>
                <c:pt idx="88278">
                  <c:v>49.59</c:v>
                </c:pt>
                <c:pt idx="88279">
                  <c:v>12.08</c:v>
                </c:pt>
                <c:pt idx="88280">
                  <c:v>65.989999999999995</c:v>
                </c:pt>
                <c:pt idx="88281">
                  <c:v>152.97999999999999</c:v>
                </c:pt>
                <c:pt idx="88282">
                  <c:v>68.989999999999995</c:v>
                </c:pt>
                <c:pt idx="88283">
                  <c:v>84.99</c:v>
                </c:pt>
                <c:pt idx="88284">
                  <c:v>105.96</c:v>
                </c:pt>
                <c:pt idx="88285">
                  <c:v>105.96</c:v>
                </c:pt>
                <c:pt idx="88286">
                  <c:v>49.36</c:v>
                </c:pt>
                <c:pt idx="88287">
                  <c:v>79.98</c:v>
                </c:pt>
                <c:pt idx="88288">
                  <c:v>37.24</c:v>
                </c:pt>
                <c:pt idx="88289">
                  <c:v>59.99</c:v>
                </c:pt>
                <c:pt idx="88290">
                  <c:v>74.98</c:v>
                </c:pt>
                <c:pt idx="88291">
                  <c:v>54.99</c:v>
                </c:pt>
                <c:pt idx="88292">
                  <c:v>69.989999999999995</c:v>
                </c:pt>
                <c:pt idx="88293">
                  <c:v>56.97</c:v>
                </c:pt>
                <c:pt idx="88294">
                  <c:v>27.28</c:v>
                </c:pt>
                <c:pt idx="88295">
                  <c:v>56.97</c:v>
                </c:pt>
                <c:pt idx="88296">
                  <c:v>27.72</c:v>
                </c:pt>
                <c:pt idx="88297">
                  <c:v>100.98</c:v>
                </c:pt>
                <c:pt idx="88298">
                  <c:v>26.29</c:v>
                </c:pt>
                <c:pt idx="88299">
                  <c:v>64.989999999999995</c:v>
                </c:pt>
                <c:pt idx="88300">
                  <c:v>60.99</c:v>
                </c:pt>
                <c:pt idx="88301">
                  <c:v>41.49</c:v>
                </c:pt>
                <c:pt idx="88302">
                  <c:v>60.99</c:v>
                </c:pt>
                <c:pt idx="88303">
                  <c:v>79.98</c:v>
                </c:pt>
                <c:pt idx="88304">
                  <c:v>60.99</c:v>
                </c:pt>
                <c:pt idx="88305">
                  <c:v>50.98</c:v>
                </c:pt>
                <c:pt idx="88306">
                  <c:v>76.98</c:v>
                </c:pt>
                <c:pt idx="88307">
                  <c:v>60.99</c:v>
                </c:pt>
                <c:pt idx="88308">
                  <c:v>72.95</c:v>
                </c:pt>
                <c:pt idx="88309">
                  <c:v>51.97</c:v>
                </c:pt>
                <c:pt idx="88310">
                  <c:v>53.18</c:v>
                </c:pt>
                <c:pt idx="88311">
                  <c:v>127.57</c:v>
                </c:pt>
                <c:pt idx="88312">
                  <c:v>45.87</c:v>
                </c:pt>
                <c:pt idx="88313">
                  <c:v>150.26</c:v>
                </c:pt>
                <c:pt idx="88314">
                  <c:v>15.99</c:v>
                </c:pt>
                <c:pt idx="88315">
                  <c:v>84.97</c:v>
                </c:pt>
                <c:pt idx="88316">
                  <c:v>77.97</c:v>
                </c:pt>
                <c:pt idx="88317">
                  <c:v>53.28</c:v>
                </c:pt>
                <c:pt idx="88318">
                  <c:v>58.96</c:v>
                </c:pt>
                <c:pt idx="88319">
                  <c:v>62.07</c:v>
                </c:pt>
                <c:pt idx="88320">
                  <c:v>24.99</c:v>
                </c:pt>
                <c:pt idx="88321">
                  <c:v>54.99</c:v>
                </c:pt>
                <c:pt idx="88322">
                  <c:v>81.97</c:v>
                </c:pt>
                <c:pt idx="88323">
                  <c:v>97.98</c:v>
                </c:pt>
                <c:pt idx="88324">
                  <c:v>215.46</c:v>
                </c:pt>
                <c:pt idx="88325">
                  <c:v>131.97999999999999</c:v>
                </c:pt>
                <c:pt idx="88326">
                  <c:v>100.98</c:v>
                </c:pt>
                <c:pt idx="88327">
                  <c:v>100.98</c:v>
                </c:pt>
                <c:pt idx="88328">
                  <c:v>63.52</c:v>
                </c:pt>
                <c:pt idx="88329">
                  <c:v>84.99</c:v>
                </c:pt>
                <c:pt idx="88330">
                  <c:v>65.98</c:v>
                </c:pt>
                <c:pt idx="88331">
                  <c:v>59.98</c:v>
                </c:pt>
                <c:pt idx="88332">
                  <c:v>59.98</c:v>
                </c:pt>
                <c:pt idx="88333">
                  <c:v>76.47</c:v>
                </c:pt>
                <c:pt idx="88334">
                  <c:v>74.97</c:v>
                </c:pt>
                <c:pt idx="88335">
                  <c:v>114.96</c:v>
                </c:pt>
                <c:pt idx="88336">
                  <c:v>89.97</c:v>
                </c:pt>
                <c:pt idx="88337">
                  <c:v>51.49</c:v>
                </c:pt>
                <c:pt idx="88338">
                  <c:v>44.53</c:v>
                </c:pt>
                <c:pt idx="88339">
                  <c:v>51.49</c:v>
                </c:pt>
                <c:pt idx="88340">
                  <c:v>70.48</c:v>
                </c:pt>
                <c:pt idx="88341">
                  <c:v>55.47</c:v>
                </c:pt>
                <c:pt idx="88342">
                  <c:v>21.77</c:v>
                </c:pt>
                <c:pt idx="88343">
                  <c:v>51.49</c:v>
                </c:pt>
                <c:pt idx="88344">
                  <c:v>41.48</c:v>
                </c:pt>
                <c:pt idx="88345">
                  <c:v>164.52</c:v>
                </c:pt>
                <c:pt idx="88346">
                  <c:v>140.30000000000001</c:v>
                </c:pt>
                <c:pt idx="88347">
                  <c:v>183.88</c:v>
                </c:pt>
                <c:pt idx="88348">
                  <c:v>89.97</c:v>
                </c:pt>
                <c:pt idx="88349">
                  <c:v>119.96</c:v>
                </c:pt>
                <c:pt idx="88350">
                  <c:v>89.97</c:v>
                </c:pt>
                <c:pt idx="88351">
                  <c:v>89.97</c:v>
                </c:pt>
                <c:pt idx="88352">
                  <c:v>119.95</c:v>
                </c:pt>
                <c:pt idx="88353">
                  <c:v>169.96</c:v>
                </c:pt>
                <c:pt idx="88354">
                  <c:v>166.96</c:v>
                </c:pt>
                <c:pt idx="88355">
                  <c:v>58.98</c:v>
                </c:pt>
                <c:pt idx="88356">
                  <c:v>49.99</c:v>
                </c:pt>
                <c:pt idx="88357">
                  <c:v>57.97</c:v>
                </c:pt>
                <c:pt idx="88358">
                  <c:v>41.49</c:v>
                </c:pt>
                <c:pt idx="88359">
                  <c:v>65.989999999999995</c:v>
                </c:pt>
                <c:pt idx="88360">
                  <c:v>91.98</c:v>
                </c:pt>
                <c:pt idx="88361">
                  <c:v>65.989999999999995</c:v>
                </c:pt>
                <c:pt idx="88362">
                  <c:v>59.98</c:v>
                </c:pt>
                <c:pt idx="88363">
                  <c:v>224.97</c:v>
                </c:pt>
                <c:pt idx="88364">
                  <c:v>193.47</c:v>
                </c:pt>
                <c:pt idx="88365">
                  <c:v>91.18</c:v>
                </c:pt>
                <c:pt idx="88366">
                  <c:v>87.97</c:v>
                </c:pt>
                <c:pt idx="88367">
                  <c:v>28.48</c:v>
                </c:pt>
                <c:pt idx="88368">
                  <c:v>57.96</c:v>
                </c:pt>
                <c:pt idx="88369">
                  <c:v>52.97</c:v>
                </c:pt>
                <c:pt idx="88370">
                  <c:v>28.48</c:v>
                </c:pt>
                <c:pt idx="88371">
                  <c:v>69.150000000000006</c:v>
                </c:pt>
                <c:pt idx="88372">
                  <c:v>86.07</c:v>
                </c:pt>
                <c:pt idx="88373">
                  <c:v>167.41</c:v>
                </c:pt>
                <c:pt idx="88374">
                  <c:v>186.26</c:v>
                </c:pt>
                <c:pt idx="88375">
                  <c:v>146.96</c:v>
                </c:pt>
                <c:pt idx="88376">
                  <c:v>74.95</c:v>
                </c:pt>
                <c:pt idx="88377">
                  <c:v>74.95</c:v>
                </c:pt>
                <c:pt idx="88378">
                  <c:v>122.43</c:v>
                </c:pt>
                <c:pt idx="88379">
                  <c:v>122.43</c:v>
                </c:pt>
                <c:pt idx="88380">
                  <c:v>83.48</c:v>
                </c:pt>
                <c:pt idx="88381">
                  <c:v>31.28</c:v>
                </c:pt>
                <c:pt idx="88382">
                  <c:v>69.989999999999995</c:v>
                </c:pt>
                <c:pt idx="88383">
                  <c:v>31.28</c:v>
                </c:pt>
                <c:pt idx="88384">
                  <c:v>31.28</c:v>
                </c:pt>
                <c:pt idx="88385">
                  <c:v>54.98</c:v>
                </c:pt>
                <c:pt idx="88386">
                  <c:v>82.74</c:v>
                </c:pt>
                <c:pt idx="88387">
                  <c:v>50.94</c:v>
                </c:pt>
                <c:pt idx="88388">
                  <c:v>54.98</c:v>
                </c:pt>
                <c:pt idx="88389">
                  <c:v>83.98</c:v>
                </c:pt>
                <c:pt idx="88390">
                  <c:v>424.95</c:v>
                </c:pt>
                <c:pt idx="88391">
                  <c:v>169.98</c:v>
                </c:pt>
                <c:pt idx="88392">
                  <c:v>169.98</c:v>
                </c:pt>
                <c:pt idx="88393">
                  <c:v>53.97</c:v>
                </c:pt>
                <c:pt idx="88394">
                  <c:v>75.959999999999994</c:v>
                </c:pt>
                <c:pt idx="88395">
                  <c:v>89.97</c:v>
                </c:pt>
                <c:pt idx="88396">
                  <c:v>109.96</c:v>
                </c:pt>
                <c:pt idx="88397">
                  <c:v>59.98</c:v>
                </c:pt>
                <c:pt idx="88398">
                  <c:v>119.96</c:v>
                </c:pt>
                <c:pt idx="88399">
                  <c:v>119.96</c:v>
                </c:pt>
                <c:pt idx="88400">
                  <c:v>184.97</c:v>
                </c:pt>
                <c:pt idx="88401">
                  <c:v>84.99</c:v>
                </c:pt>
                <c:pt idx="88402">
                  <c:v>69.989999999999995</c:v>
                </c:pt>
                <c:pt idx="88403">
                  <c:v>89.98</c:v>
                </c:pt>
                <c:pt idx="88404">
                  <c:v>69.989999999999995</c:v>
                </c:pt>
                <c:pt idx="88405">
                  <c:v>63.98</c:v>
                </c:pt>
                <c:pt idx="88406">
                  <c:v>54.99</c:v>
                </c:pt>
                <c:pt idx="88407">
                  <c:v>207.96</c:v>
                </c:pt>
                <c:pt idx="88408">
                  <c:v>103.97</c:v>
                </c:pt>
                <c:pt idx="88409">
                  <c:v>68.98</c:v>
                </c:pt>
                <c:pt idx="88410">
                  <c:v>187.16</c:v>
                </c:pt>
                <c:pt idx="88411">
                  <c:v>94.97</c:v>
                </c:pt>
                <c:pt idx="88412">
                  <c:v>93.7</c:v>
                </c:pt>
                <c:pt idx="88413">
                  <c:v>123.98</c:v>
                </c:pt>
                <c:pt idx="88414">
                  <c:v>139.94999999999999</c:v>
                </c:pt>
                <c:pt idx="88415">
                  <c:v>149.94999999999999</c:v>
                </c:pt>
                <c:pt idx="88416">
                  <c:v>209.93</c:v>
                </c:pt>
                <c:pt idx="88417">
                  <c:v>64.98</c:v>
                </c:pt>
                <c:pt idx="88418">
                  <c:v>109.97</c:v>
                </c:pt>
                <c:pt idx="88419">
                  <c:v>65.989999999999995</c:v>
                </c:pt>
                <c:pt idx="88420">
                  <c:v>32.229999999999997</c:v>
                </c:pt>
                <c:pt idx="88421">
                  <c:v>32.229999999999997</c:v>
                </c:pt>
                <c:pt idx="88422">
                  <c:v>46.47</c:v>
                </c:pt>
                <c:pt idx="88423">
                  <c:v>65.989999999999995</c:v>
                </c:pt>
                <c:pt idx="88424">
                  <c:v>46.47</c:v>
                </c:pt>
                <c:pt idx="88425">
                  <c:v>65.989999999999995</c:v>
                </c:pt>
                <c:pt idx="88426">
                  <c:v>103.28</c:v>
                </c:pt>
                <c:pt idx="88427">
                  <c:v>207.96</c:v>
                </c:pt>
                <c:pt idx="88428">
                  <c:v>116.11</c:v>
                </c:pt>
                <c:pt idx="88429">
                  <c:v>120.93</c:v>
                </c:pt>
                <c:pt idx="88430">
                  <c:v>119.72</c:v>
                </c:pt>
                <c:pt idx="88431">
                  <c:v>146.35</c:v>
                </c:pt>
                <c:pt idx="88432">
                  <c:v>59.96</c:v>
                </c:pt>
                <c:pt idx="88433">
                  <c:v>66.900000000000006</c:v>
                </c:pt>
                <c:pt idx="88434">
                  <c:v>59.28</c:v>
                </c:pt>
                <c:pt idx="88435">
                  <c:v>56.97</c:v>
                </c:pt>
                <c:pt idx="88436">
                  <c:v>53.98</c:v>
                </c:pt>
                <c:pt idx="88437">
                  <c:v>187.46</c:v>
                </c:pt>
                <c:pt idx="88438">
                  <c:v>169.98</c:v>
                </c:pt>
                <c:pt idx="88439">
                  <c:v>44.48</c:v>
                </c:pt>
                <c:pt idx="88440">
                  <c:v>64.95</c:v>
                </c:pt>
                <c:pt idx="88441">
                  <c:v>51.96</c:v>
                </c:pt>
                <c:pt idx="88442">
                  <c:v>98.95</c:v>
                </c:pt>
                <c:pt idx="88443">
                  <c:v>69.98</c:v>
                </c:pt>
                <c:pt idx="88444">
                  <c:v>187.49</c:v>
                </c:pt>
                <c:pt idx="88445">
                  <c:v>180.23</c:v>
                </c:pt>
                <c:pt idx="88446">
                  <c:v>182.65</c:v>
                </c:pt>
                <c:pt idx="88447">
                  <c:v>234.92</c:v>
                </c:pt>
                <c:pt idx="88448">
                  <c:v>109.93</c:v>
                </c:pt>
                <c:pt idx="88449">
                  <c:v>152.94999999999999</c:v>
                </c:pt>
                <c:pt idx="88450">
                  <c:v>44.18</c:v>
                </c:pt>
                <c:pt idx="88451">
                  <c:v>51.98</c:v>
                </c:pt>
                <c:pt idx="88452">
                  <c:v>77.97</c:v>
                </c:pt>
                <c:pt idx="88453">
                  <c:v>51.98</c:v>
                </c:pt>
                <c:pt idx="88454">
                  <c:v>96.78</c:v>
                </c:pt>
                <c:pt idx="88455">
                  <c:v>152.94999999999999</c:v>
                </c:pt>
                <c:pt idx="88456">
                  <c:v>53.98</c:v>
                </c:pt>
                <c:pt idx="88457">
                  <c:v>56.43</c:v>
                </c:pt>
                <c:pt idx="88458">
                  <c:v>76.47</c:v>
                </c:pt>
                <c:pt idx="88459">
                  <c:v>89.96</c:v>
                </c:pt>
                <c:pt idx="88460">
                  <c:v>67.47</c:v>
                </c:pt>
                <c:pt idx="88461">
                  <c:v>79.98</c:v>
                </c:pt>
                <c:pt idx="88462">
                  <c:v>134.97</c:v>
                </c:pt>
                <c:pt idx="88463">
                  <c:v>190.94</c:v>
                </c:pt>
                <c:pt idx="88464">
                  <c:v>114.98</c:v>
                </c:pt>
                <c:pt idx="88465">
                  <c:v>59.39</c:v>
                </c:pt>
                <c:pt idx="88466">
                  <c:v>59.21</c:v>
                </c:pt>
                <c:pt idx="88467">
                  <c:v>92.97</c:v>
                </c:pt>
                <c:pt idx="88468">
                  <c:v>55.98</c:v>
                </c:pt>
                <c:pt idx="88469">
                  <c:v>135.97999999999999</c:v>
                </c:pt>
                <c:pt idx="88470">
                  <c:v>35.96</c:v>
                </c:pt>
                <c:pt idx="88471">
                  <c:v>89.98</c:v>
                </c:pt>
                <c:pt idx="88472">
                  <c:v>78.510000000000005</c:v>
                </c:pt>
                <c:pt idx="88473">
                  <c:v>77.150000000000006</c:v>
                </c:pt>
                <c:pt idx="88474">
                  <c:v>71.959999999999994</c:v>
                </c:pt>
                <c:pt idx="88475">
                  <c:v>65.989999999999995</c:v>
                </c:pt>
                <c:pt idx="88476">
                  <c:v>104.89</c:v>
                </c:pt>
                <c:pt idx="88477">
                  <c:v>135.74</c:v>
                </c:pt>
                <c:pt idx="88478">
                  <c:v>85.75</c:v>
                </c:pt>
                <c:pt idx="88479">
                  <c:v>116.12</c:v>
                </c:pt>
                <c:pt idx="88480">
                  <c:v>103.68</c:v>
                </c:pt>
                <c:pt idx="88481">
                  <c:v>113.96</c:v>
                </c:pt>
                <c:pt idx="88482">
                  <c:v>182.97</c:v>
                </c:pt>
                <c:pt idx="88483">
                  <c:v>119.95</c:v>
                </c:pt>
                <c:pt idx="88484">
                  <c:v>136.25</c:v>
                </c:pt>
                <c:pt idx="88485">
                  <c:v>89.97</c:v>
                </c:pt>
                <c:pt idx="88486">
                  <c:v>59.98</c:v>
                </c:pt>
                <c:pt idx="88487">
                  <c:v>89.97</c:v>
                </c:pt>
                <c:pt idx="88488">
                  <c:v>93.47</c:v>
                </c:pt>
                <c:pt idx="88489">
                  <c:v>63.96</c:v>
                </c:pt>
                <c:pt idx="88490">
                  <c:v>47.22</c:v>
                </c:pt>
                <c:pt idx="88491">
                  <c:v>31.48</c:v>
                </c:pt>
                <c:pt idx="88492">
                  <c:v>46.47</c:v>
                </c:pt>
                <c:pt idx="88493">
                  <c:v>85.89</c:v>
                </c:pt>
                <c:pt idx="88494">
                  <c:v>88.29</c:v>
                </c:pt>
                <c:pt idx="88495">
                  <c:v>76.19</c:v>
                </c:pt>
                <c:pt idx="88496">
                  <c:v>83.33</c:v>
                </c:pt>
                <c:pt idx="88497">
                  <c:v>151.19999999999999</c:v>
                </c:pt>
                <c:pt idx="88498">
                  <c:v>59.95</c:v>
                </c:pt>
                <c:pt idx="88499">
                  <c:v>50.97</c:v>
                </c:pt>
                <c:pt idx="88500">
                  <c:v>74.97</c:v>
                </c:pt>
                <c:pt idx="88501">
                  <c:v>66.959999999999994</c:v>
                </c:pt>
                <c:pt idx="88502">
                  <c:v>51.96</c:v>
                </c:pt>
                <c:pt idx="88503">
                  <c:v>83.94</c:v>
                </c:pt>
                <c:pt idx="88504">
                  <c:v>55.96</c:v>
                </c:pt>
                <c:pt idx="88505">
                  <c:v>64.510000000000005</c:v>
                </c:pt>
                <c:pt idx="88506">
                  <c:v>59.95</c:v>
                </c:pt>
                <c:pt idx="88507">
                  <c:v>59.98</c:v>
                </c:pt>
                <c:pt idx="88508">
                  <c:v>59.98</c:v>
                </c:pt>
                <c:pt idx="88509">
                  <c:v>75.98</c:v>
                </c:pt>
                <c:pt idx="88510">
                  <c:v>99.97</c:v>
                </c:pt>
                <c:pt idx="88511">
                  <c:v>53.9</c:v>
                </c:pt>
                <c:pt idx="88512">
                  <c:v>118.76</c:v>
                </c:pt>
                <c:pt idx="88513">
                  <c:v>97.16</c:v>
                </c:pt>
                <c:pt idx="88514">
                  <c:v>148.24</c:v>
                </c:pt>
                <c:pt idx="88515">
                  <c:v>74.95</c:v>
                </c:pt>
                <c:pt idx="88516">
                  <c:v>99.66</c:v>
                </c:pt>
                <c:pt idx="88517">
                  <c:v>59.96</c:v>
                </c:pt>
                <c:pt idx="88518">
                  <c:v>54.96</c:v>
                </c:pt>
                <c:pt idx="88519">
                  <c:v>57.97</c:v>
                </c:pt>
                <c:pt idx="88520">
                  <c:v>47.49</c:v>
                </c:pt>
                <c:pt idx="88521">
                  <c:v>59.98</c:v>
                </c:pt>
                <c:pt idx="88522">
                  <c:v>51.49</c:v>
                </c:pt>
                <c:pt idx="88523">
                  <c:v>23.48</c:v>
                </c:pt>
                <c:pt idx="88524">
                  <c:v>26.49</c:v>
                </c:pt>
                <c:pt idx="88525">
                  <c:v>51.49</c:v>
                </c:pt>
                <c:pt idx="88526">
                  <c:v>59.98</c:v>
                </c:pt>
                <c:pt idx="88527">
                  <c:v>61.98</c:v>
                </c:pt>
                <c:pt idx="88528">
                  <c:v>67.98</c:v>
                </c:pt>
                <c:pt idx="88529">
                  <c:v>55.98</c:v>
                </c:pt>
                <c:pt idx="88530">
                  <c:v>50.38</c:v>
                </c:pt>
                <c:pt idx="88531">
                  <c:v>55.98</c:v>
                </c:pt>
                <c:pt idx="88532">
                  <c:v>55.98</c:v>
                </c:pt>
                <c:pt idx="88533">
                  <c:v>53.98</c:v>
                </c:pt>
                <c:pt idx="88534">
                  <c:v>61.98</c:v>
                </c:pt>
                <c:pt idx="88535">
                  <c:v>28.35</c:v>
                </c:pt>
                <c:pt idx="88536">
                  <c:v>242.92</c:v>
                </c:pt>
                <c:pt idx="88537">
                  <c:v>15.29</c:v>
                </c:pt>
                <c:pt idx="88538">
                  <c:v>84.99</c:v>
                </c:pt>
                <c:pt idx="88539">
                  <c:v>134.97999999999999</c:v>
                </c:pt>
                <c:pt idx="88540">
                  <c:v>84.99</c:v>
                </c:pt>
                <c:pt idx="88541">
                  <c:v>146.96</c:v>
                </c:pt>
                <c:pt idx="88542">
                  <c:v>91.97</c:v>
                </c:pt>
                <c:pt idx="88543">
                  <c:v>96.97</c:v>
                </c:pt>
                <c:pt idx="88544">
                  <c:v>88.97</c:v>
                </c:pt>
                <c:pt idx="88545">
                  <c:v>299.89999999999998</c:v>
                </c:pt>
                <c:pt idx="88546">
                  <c:v>114.97</c:v>
                </c:pt>
                <c:pt idx="88547">
                  <c:v>95.95</c:v>
                </c:pt>
                <c:pt idx="88548">
                  <c:v>103.95</c:v>
                </c:pt>
                <c:pt idx="88549">
                  <c:v>59.98</c:v>
                </c:pt>
                <c:pt idx="88550">
                  <c:v>33.479999999999997</c:v>
                </c:pt>
                <c:pt idx="88551">
                  <c:v>33.479999999999997</c:v>
                </c:pt>
                <c:pt idx="88552">
                  <c:v>33.479999999999997</c:v>
                </c:pt>
                <c:pt idx="88553">
                  <c:v>67.72</c:v>
                </c:pt>
                <c:pt idx="88554">
                  <c:v>67.72</c:v>
                </c:pt>
                <c:pt idx="88555">
                  <c:v>66.53</c:v>
                </c:pt>
                <c:pt idx="88556">
                  <c:v>72.56</c:v>
                </c:pt>
                <c:pt idx="88557">
                  <c:v>76.19</c:v>
                </c:pt>
                <c:pt idx="88558">
                  <c:v>99.17</c:v>
                </c:pt>
                <c:pt idx="88559">
                  <c:v>96.78</c:v>
                </c:pt>
                <c:pt idx="88560">
                  <c:v>84.99</c:v>
                </c:pt>
                <c:pt idx="88561">
                  <c:v>169.98</c:v>
                </c:pt>
                <c:pt idx="88562">
                  <c:v>84.99</c:v>
                </c:pt>
                <c:pt idx="88563">
                  <c:v>137.97999999999999</c:v>
                </c:pt>
                <c:pt idx="88564">
                  <c:v>169.98</c:v>
                </c:pt>
                <c:pt idx="88565">
                  <c:v>124.18</c:v>
                </c:pt>
                <c:pt idx="88566">
                  <c:v>84.99</c:v>
                </c:pt>
                <c:pt idx="88567">
                  <c:v>89.08</c:v>
                </c:pt>
                <c:pt idx="88568">
                  <c:v>183.97</c:v>
                </c:pt>
                <c:pt idx="88569">
                  <c:v>98.98</c:v>
                </c:pt>
                <c:pt idx="88570">
                  <c:v>84.99</c:v>
                </c:pt>
                <c:pt idx="88571">
                  <c:v>119.97</c:v>
                </c:pt>
                <c:pt idx="88572">
                  <c:v>69.98</c:v>
                </c:pt>
                <c:pt idx="88573">
                  <c:v>119.98</c:v>
                </c:pt>
                <c:pt idx="88574">
                  <c:v>99.98</c:v>
                </c:pt>
                <c:pt idx="88575">
                  <c:v>51.98</c:v>
                </c:pt>
                <c:pt idx="88576">
                  <c:v>79.959999999999994</c:v>
                </c:pt>
                <c:pt idx="88577">
                  <c:v>59.97</c:v>
                </c:pt>
                <c:pt idx="88578">
                  <c:v>59.97</c:v>
                </c:pt>
                <c:pt idx="88579">
                  <c:v>157.22999999999999</c:v>
                </c:pt>
                <c:pt idx="88580">
                  <c:v>174.07</c:v>
                </c:pt>
                <c:pt idx="88581">
                  <c:v>214.89</c:v>
                </c:pt>
                <c:pt idx="88582">
                  <c:v>91.96</c:v>
                </c:pt>
                <c:pt idx="88583">
                  <c:v>51.29</c:v>
                </c:pt>
                <c:pt idx="88584">
                  <c:v>190.92</c:v>
                </c:pt>
                <c:pt idx="88585">
                  <c:v>159.94999999999999</c:v>
                </c:pt>
                <c:pt idx="88586">
                  <c:v>85.89</c:v>
                </c:pt>
                <c:pt idx="88587">
                  <c:v>140.34</c:v>
                </c:pt>
                <c:pt idx="88588">
                  <c:v>159.69999999999999</c:v>
                </c:pt>
                <c:pt idx="88589">
                  <c:v>159.69999999999999</c:v>
                </c:pt>
                <c:pt idx="88590">
                  <c:v>69.98</c:v>
                </c:pt>
                <c:pt idx="88591">
                  <c:v>61.97</c:v>
                </c:pt>
                <c:pt idx="88592">
                  <c:v>71.98</c:v>
                </c:pt>
                <c:pt idx="88593">
                  <c:v>62.93</c:v>
                </c:pt>
                <c:pt idx="88594">
                  <c:v>103.69</c:v>
                </c:pt>
                <c:pt idx="88595">
                  <c:v>126.64</c:v>
                </c:pt>
                <c:pt idx="88596">
                  <c:v>135.93</c:v>
                </c:pt>
                <c:pt idx="88597">
                  <c:v>184.96</c:v>
                </c:pt>
                <c:pt idx="88598">
                  <c:v>78.180000000000007</c:v>
                </c:pt>
                <c:pt idx="88599">
                  <c:v>119.97</c:v>
                </c:pt>
                <c:pt idx="88600">
                  <c:v>119.97</c:v>
                </c:pt>
                <c:pt idx="88601">
                  <c:v>154.97</c:v>
                </c:pt>
                <c:pt idx="88602">
                  <c:v>89.97</c:v>
                </c:pt>
                <c:pt idx="88603">
                  <c:v>154.96</c:v>
                </c:pt>
                <c:pt idx="88604">
                  <c:v>89.97</c:v>
                </c:pt>
                <c:pt idx="88605">
                  <c:v>103.96</c:v>
                </c:pt>
                <c:pt idx="88606">
                  <c:v>154.96</c:v>
                </c:pt>
                <c:pt idx="88607">
                  <c:v>103.96</c:v>
                </c:pt>
                <c:pt idx="88608">
                  <c:v>154.97</c:v>
                </c:pt>
                <c:pt idx="88609">
                  <c:v>59.96</c:v>
                </c:pt>
                <c:pt idx="88610">
                  <c:v>59.96</c:v>
                </c:pt>
                <c:pt idx="88611">
                  <c:v>81.98</c:v>
                </c:pt>
                <c:pt idx="88612">
                  <c:v>65.989999999999995</c:v>
                </c:pt>
                <c:pt idx="88613">
                  <c:v>65.989999999999995</c:v>
                </c:pt>
                <c:pt idx="88614">
                  <c:v>85.98</c:v>
                </c:pt>
                <c:pt idx="88615">
                  <c:v>65.989999999999995</c:v>
                </c:pt>
                <c:pt idx="88616">
                  <c:v>65.989999999999995</c:v>
                </c:pt>
                <c:pt idx="88617">
                  <c:v>59.96</c:v>
                </c:pt>
                <c:pt idx="88618">
                  <c:v>118.72</c:v>
                </c:pt>
                <c:pt idx="88619">
                  <c:v>89.94</c:v>
                </c:pt>
                <c:pt idx="88620">
                  <c:v>59.96</c:v>
                </c:pt>
                <c:pt idx="88621">
                  <c:v>59.96</c:v>
                </c:pt>
                <c:pt idx="88622">
                  <c:v>61.48</c:v>
                </c:pt>
                <c:pt idx="88623">
                  <c:v>41.49</c:v>
                </c:pt>
                <c:pt idx="88624">
                  <c:v>55.98</c:v>
                </c:pt>
                <c:pt idx="88625">
                  <c:v>61.48</c:v>
                </c:pt>
                <c:pt idx="88626">
                  <c:v>59.98</c:v>
                </c:pt>
                <c:pt idx="88627">
                  <c:v>59.98</c:v>
                </c:pt>
                <c:pt idx="88628">
                  <c:v>113.97</c:v>
                </c:pt>
                <c:pt idx="88629">
                  <c:v>316.91000000000003</c:v>
                </c:pt>
                <c:pt idx="88630">
                  <c:v>142.72999999999999</c:v>
                </c:pt>
                <c:pt idx="88631">
                  <c:v>84.66</c:v>
                </c:pt>
                <c:pt idx="88632">
                  <c:v>159.66999999999999</c:v>
                </c:pt>
                <c:pt idx="88633">
                  <c:v>120.98</c:v>
                </c:pt>
                <c:pt idx="88634">
                  <c:v>145.16</c:v>
                </c:pt>
                <c:pt idx="88635">
                  <c:v>108.88</c:v>
                </c:pt>
                <c:pt idx="88636">
                  <c:v>73.48</c:v>
                </c:pt>
                <c:pt idx="88637">
                  <c:v>73.48</c:v>
                </c:pt>
                <c:pt idx="88638">
                  <c:v>88.97</c:v>
                </c:pt>
                <c:pt idx="88639">
                  <c:v>118.53</c:v>
                </c:pt>
                <c:pt idx="88640">
                  <c:v>118.85</c:v>
                </c:pt>
                <c:pt idx="88641">
                  <c:v>65.989999999999995</c:v>
                </c:pt>
                <c:pt idx="88642">
                  <c:v>67.489999999999995</c:v>
                </c:pt>
                <c:pt idx="88643">
                  <c:v>65.989999999999995</c:v>
                </c:pt>
                <c:pt idx="88644">
                  <c:v>152.06</c:v>
                </c:pt>
                <c:pt idx="88645">
                  <c:v>65.989999999999995</c:v>
                </c:pt>
                <c:pt idx="88646">
                  <c:v>65.989999999999995</c:v>
                </c:pt>
                <c:pt idx="88647">
                  <c:v>70.150000000000006</c:v>
                </c:pt>
                <c:pt idx="88648">
                  <c:v>54.95</c:v>
                </c:pt>
                <c:pt idx="88649">
                  <c:v>58.95</c:v>
                </c:pt>
                <c:pt idx="88650">
                  <c:v>33.99</c:v>
                </c:pt>
                <c:pt idx="88651">
                  <c:v>173.9</c:v>
                </c:pt>
                <c:pt idx="88652">
                  <c:v>54.95</c:v>
                </c:pt>
                <c:pt idx="88653">
                  <c:v>118.93</c:v>
                </c:pt>
                <c:pt idx="88654">
                  <c:v>98.97</c:v>
                </c:pt>
                <c:pt idx="88655">
                  <c:v>87.47</c:v>
                </c:pt>
                <c:pt idx="88656">
                  <c:v>68.98</c:v>
                </c:pt>
                <c:pt idx="88657">
                  <c:v>71.47</c:v>
                </c:pt>
                <c:pt idx="88658">
                  <c:v>79.98</c:v>
                </c:pt>
                <c:pt idx="88659">
                  <c:v>79.98</c:v>
                </c:pt>
                <c:pt idx="88660">
                  <c:v>71.959999999999994</c:v>
                </c:pt>
                <c:pt idx="88661">
                  <c:v>59.96</c:v>
                </c:pt>
                <c:pt idx="88662">
                  <c:v>199.95</c:v>
                </c:pt>
                <c:pt idx="88663">
                  <c:v>59.96</c:v>
                </c:pt>
                <c:pt idx="88664">
                  <c:v>93.97</c:v>
                </c:pt>
                <c:pt idx="88665">
                  <c:v>75.98</c:v>
                </c:pt>
                <c:pt idx="88666">
                  <c:v>86.98</c:v>
                </c:pt>
                <c:pt idx="88667">
                  <c:v>86.98</c:v>
                </c:pt>
                <c:pt idx="88668">
                  <c:v>86.98</c:v>
                </c:pt>
                <c:pt idx="88669">
                  <c:v>62.97</c:v>
                </c:pt>
                <c:pt idx="88670">
                  <c:v>54.98</c:v>
                </c:pt>
                <c:pt idx="88671">
                  <c:v>50.98</c:v>
                </c:pt>
                <c:pt idx="88672">
                  <c:v>59.98</c:v>
                </c:pt>
                <c:pt idx="88673">
                  <c:v>59.98</c:v>
                </c:pt>
                <c:pt idx="88674">
                  <c:v>59.98</c:v>
                </c:pt>
                <c:pt idx="88675">
                  <c:v>54.98</c:v>
                </c:pt>
                <c:pt idx="88676">
                  <c:v>59.98</c:v>
                </c:pt>
                <c:pt idx="88677">
                  <c:v>329.95</c:v>
                </c:pt>
                <c:pt idx="88678">
                  <c:v>53.97</c:v>
                </c:pt>
                <c:pt idx="88679">
                  <c:v>111.15</c:v>
                </c:pt>
                <c:pt idx="88680">
                  <c:v>65.989999999999995</c:v>
                </c:pt>
                <c:pt idx="88681">
                  <c:v>72.239999999999995</c:v>
                </c:pt>
                <c:pt idx="88682">
                  <c:v>68.989999999999995</c:v>
                </c:pt>
                <c:pt idx="88683">
                  <c:v>68.98</c:v>
                </c:pt>
                <c:pt idx="88684">
                  <c:v>64.98</c:v>
                </c:pt>
                <c:pt idx="88685">
                  <c:v>76.489999999999995</c:v>
                </c:pt>
                <c:pt idx="88686">
                  <c:v>54.99</c:v>
                </c:pt>
                <c:pt idx="88687">
                  <c:v>71.97</c:v>
                </c:pt>
                <c:pt idx="88688">
                  <c:v>61.87</c:v>
                </c:pt>
                <c:pt idx="88689">
                  <c:v>108.04</c:v>
                </c:pt>
                <c:pt idx="88690">
                  <c:v>57.76</c:v>
                </c:pt>
                <c:pt idx="88691">
                  <c:v>135.96</c:v>
                </c:pt>
                <c:pt idx="88692">
                  <c:v>134.97</c:v>
                </c:pt>
                <c:pt idx="88693">
                  <c:v>75.98</c:v>
                </c:pt>
                <c:pt idx="88694">
                  <c:v>79.98</c:v>
                </c:pt>
                <c:pt idx="88695">
                  <c:v>75.98</c:v>
                </c:pt>
                <c:pt idx="88696">
                  <c:v>169.98</c:v>
                </c:pt>
                <c:pt idx="88697">
                  <c:v>150.18</c:v>
                </c:pt>
                <c:pt idx="88698">
                  <c:v>77.39</c:v>
                </c:pt>
                <c:pt idx="88699">
                  <c:v>134.84</c:v>
                </c:pt>
                <c:pt idx="88700">
                  <c:v>77.39</c:v>
                </c:pt>
                <c:pt idx="88701">
                  <c:v>96.74</c:v>
                </c:pt>
                <c:pt idx="88702">
                  <c:v>77.39</c:v>
                </c:pt>
                <c:pt idx="88703">
                  <c:v>55.96</c:v>
                </c:pt>
                <c:pt idx="88704">
                  <c:v>74.959999999999994</c:v>
                </c:pt>
                <c:pt idx="88705">
                  <c:v>61.49</c:v>
                </c:pt>
                <c:pt idx="88706">
                  <c:v>84.99</c:v>
                </c:pt>
                <c:pt idx="88707">
                  <c:v>59.99</c:v>
                </c:pt>
                <c:pt idx="88708">
                  <c:v>84.27</c:v>
                </c:pt>
                <c:pt idx="88709">
                  <c:v>17.489999999999998</c:v>
                </c:pt>
                <c:pt idx="88710">
                  <c:v>41.46</c:v>
                </c:pt>
                <c:pt idx="88711">
                  <c:v>61.15</c:v>
                </c:pt>
                <c:pt idx="88712">
                  <c:v>125.16</c:v>
                </c:pt>
                <c:pt idx="88713">
                  <c:v>56.77</c:v>
                </c:pt>
                <c:pt idx="88714">
                  <c:v>117.11</c:v>
                </c:pt>
                <c:pt idx="88715">
                  <c:v>185.17</c:v>
                </c:pt>
                <c:pt idx="88716">
                  <c:v>60.98</c:v>
                </c:pt>
                <c:pt idx="88717">
                  <c:v>41.48</c:v>
                </c:pt>
                <c:pt idx="88718">
                  <c:v>16.239999999999998</c:v>
                </c:pt>
                <c:pt idx="88719">
                  <c:v>157.35</c:v>
                </c:pt>
                <c:pt idx="88720">
                  <c:v>45.88</c:v>
                </c:pt>
                <c:pt idx="88721">
                  <c:v>70.98</c:v>
                </c:pt>
                <c:pt idx="88722">
                  <c:v>70.98</c:v>
                </c:pt>
                <c:pt idx="88723">
                  <c:v>63.96</c:v>
                </c:pt>
                <c:pt idx="88724">
                  <c:v>105.92</c:v>
                </c:pt>
                <c:pt idx="88725">
                  <c:v>319.8</c:v>
                </c:pt>
                <c:pt idx="88726">
                  <c:v>81.02</c:v>
                </c:pt>
                <c:pt idx="88727">
                  <c:v>68.930000000000007</c:v>
                </c:pt>
                <c:pt idx="88728">
                  <c:v>91.91</c:v>
                </c:pt>
                <c:pt idx="88729">
                  <c:v>68.930000000000007</c:v>
                </c:pt>
                <c:pt idx="88730">
                  <c:v>68.930000000000007</c:v>
                </c:pt>
                <c:pt idx="88731">
                  <c:v>91.91</c:v>
                </c:pt>
                <c:pt idx="88732">
                  <c:v>121.98</c:v>
                </c:pt>
                <c:pt idx="88733">
                  <c:v>127.77</c:v>
                </c:pt>
                <c:pt idx="88734">
                  <c:v>37.49</c:v>
                </c:pt>
                <c:pt idx="88735">
                  <c:v>79.98</c:v>
                </c:pt>
                <c:pt idx="88736">
                  <c:v>59.97</c:v>
                </c:pt>
                <c:pt idx="88737">
                  <c:v>79.98</c:v>
                </c:pt>
                <c:pt idx="88738">
                  <c:v>61.18</c:v>
                </c:pt>
                <c:pt idx="88739">
                  <c:v>80.98</c:v>
                </c:pt>
                <c:pt idx="88740">
                  <c:v>65.989999999999995</c:v>
                </c:pt>
                <c:pt idx="88741">
                  <c:v>92.97</c:v>
                </c:pt>
                <c:pt idx="88742">
                  <c:v>71.97</c:v>
                </c:pt>
                <c:pt idx="88743">
                  <c:v>71.97</c:v>
                </c:pt>
                <c:pt idx="88744">
                  <c:v>95.96</c:v>
                </c:pt>
                <c:pt idx="88745">
                  <c:v>119.96</c:v>
                </c:pt>
                <c:pt idx="88746">
                  <c:v>62.9</c:v>
                </c:pt>
                <c:pt idx="88747">
                  <c:v>101.41</c:v>
                </c:pt>
                <c:pt idx="88748">
                  <c:v>72.239999999999995</c:v>
                </c:pt>
                <c:pt idx="88749">
                  <c:v>236.95</c:v>
                </c:pt>
                <c:pt idx="88750">
                  <c:v>40.229999999999997</c:v>
                </c:pt>
                <c:pt idx="88751">
                  <c:v>59.96</c:v>
                </c:pt>
                <c:pt idx="88752">
                  <c:v>83.45</c:v>
                </c:pt>
                <c:pt idx="88753">
                  <c:v>100.14</c:v>
                </c:pt>
                <c:pt idx="88754">
                  <c:v>112.76</c:v>
                </c:pt>
                <c:pt idx="88755">
                  <c:v>111.27</c:v>
                </c:pt>
                <c:pt idx="88756">
                  <c:v>132.13</c:v>
                </c:pt>
                <c:pt idx="88757">
                  <c:v>73.989999999999995</c:v>
                </c:pt>
                <c:pt idx="88758">
                  <c:v>177.4</c:v>
                </c:pt>
                <c:pt idx="88759">
                  <c:v>84.87</c:v>
                </c:pt>
                <c:pt idx="88760">
                  <c:v>178.14</c:v>
                </c:pt>
                <c:pt idx="88761">
                  <c:v>90.71</c:v>
                </c:pt>
                <c:pt idx="88762">
                  <c:v>80.95</c:v>
                </c:pt>
                <c:pt idx="88763">
                  <c:v>182.59</c:v>
                </c:pt>
                <c:pt idx="88764">
                  <c:v>97.43</c:v>
                </c:pt>
                <c:pt idx="88765">
                  <c:v>76.489999999999995</c:v>
                </c:pt>
                <c:pt idx="88766">
                  <c:v>84.99</c:v>
                </c:pt>
                <c:pt idx="88767">
                  <c:v>76.489999999999995</c:v>
                </c:pt>
                <c:pt idx="88768">
                  <c:v>84.98</c:v>
                </c:pt>
                <c:pt idx="88769">
                  <c:v>76.489999999999995</c:v>
                </c:pt>
                <c:pt idx="88770">
                  <c:v>60.45</c:v>
                </c:pt>
                <c:pt idx="88771">
                  <c:v>71.94</c:v>
                </c:pt>
                <c:pt idx="88772">
                  <c:v>71.94</c:v>
                </c:pt>
                <c:pt idx="88773">
                  <c:v>85.43</c:v>
                </c:pt>
                <c:pt idx="88774">
                  <c:v>72.44</c:v>
                </c:pt>
                <c:pt idx="88775">
                  <c:v>71.94</c:v>
                </c:pt>
                <c:pt idx="88776">
                  <c:v>222.94</c:v>
                </c:pt>
                <c:pt idx="88777">
                  <c:v>62.58</c:v>
                </c:pt>
                <c:pt idx="88778">
                  <c:v>59.96</c:v>
                </c:pt>
                <c:pt idx="88779">
                  <c:v>80.98</c:v>
                </c:pt>
                <c:pt idx="88780">
                  <c:v>109.96</c:v>
                </c:pt>
                <c:pt idx="88781">
                  <c:v>69.97</c:v>
                </c:pt>
                <c:pt idx="88782">
                  <c:v>83.48</c:v>
                </c:pt>
                <c:pt idx="88783">
                  <c:v>154.97999999999999</c:v>
                </c:pt>
                <c:pt idx="88784">
                  <c:v>-1.5</c:v>
                </c:pt>
                <c:pt idx="88785">
                  <c:v>99.95</c:v>
                </c:pt>
                <c:pt idx="88786">
                  <c:v>25.48</c:v>
                </c:pt>
                <c:pt idx="88787">
                  <c:v>154.97999999999999</c:v>
                </c:pt>
                <c:pt idx="88788">
                  <c:v>28.47</c:v>
                </c:pt>
                <c:pt idx="88789">
                  <c:v>115.97</c:v>
                </c:pt>
                <c:pt idx="88790">
                  <c:v>131.96</c:v>
                </c:pt>
                <c:pt idx="88791">
                  <c:v>123.47</c:v>
                </c:pt>
                <c:pt idx="88792">
                  <c:v>115.97</c:v>
                </c:pt>
                <c:pt idx="88793">
                  <c:v>89.97</c:v>
                </c:pt>
                <c:pt idx="88794">
                  <c:v>59.98</c:v>
                </c:pt>
                <c:pt idx="88795">
                  <c:v>55.98</c:v>
                </c:pt>
                <c:pt idx="88796">
                  <c:v>61.98</c:v>
                </c:pt>
                <c:pt idx="88797">
                  <c:v>83.97</c:v>
                </c:pt>
                <c:pt idx="88798">
                  <c:v>85.97</c:v>
                </c:pt>
                <c:pt idx="88799">
                  <c:v>57.98</c:v>
                </c:pt>
                <c:pt idx="88800">
                  <c:v>58.56</c:v>
                </c:pt>
                <c:pt idx="88801">
                  <c:v>112.07</c:v>
                </c:pt>
                <c:pt idx="88802">
                  <c:v>50.98</c:v>
                </c:pt>
                <c:pt idx="88803">
                  <c:v>89.98</c:v>
                </c:pt>
                <c:pt idx="88804">
                  <c:v>50.98</c:v>
                </c:pt>
                <c:pt idx="88805">
                  <c:v>45.88</c:v>
                </c:pt>
                <c:pt idx="88806">
                  <c:v>50.98</c:v>
                </c:pt>
                <c:pt idx="88807">
                  <c:v>50.98</c:v>
                </c:pt>
                <c:pt idx="88808">
                  <c:v>50.98</c:v>
                </c:pt>
                <c:pt idx="88809">
                  <c:v>39.99</c:v>
                </c:pt>
                <c:pt idx="88810">
                  <c:v>86.95</c:v>
                </c:pt>
                <c:pt idx="88811">
                  <c:v>39.99</c:v>
                </c:pt>
                <c:pt idx="88812">
                  <c:v>49.63</c:v>
                </c:pt>
                <c:pt idx="88813">
                  <c:v>90.97</c:v>
                </c:pt>
                <c:pt idx="88814">
                  <c:v>54.95</c:v>
                </c:pt>
                <c:pt idx="88815">
                  <c:v>65.989999999999995</c:v>
                </c:pt>
                <c:pt idx="88816">
                  <c:v>97.97</c:v>
                </c:pt>
                <c:pt idx="88817">
                  <c:v>62.79</c:v>
                </c:pt>
                <c:pt idx="88818">
                  <c:v>85.83</c:v>
                </c:pt>
                <c:pt idx="88819">
                  <c:v>124.98</c:v>
                </c:pt>
                <c:pt idx="88820">
                  <c:v>104.98</c:v>
                </c:pt>
                <c:pt idx="88821">
                  <c:v>51.29</c:v>
                </c:pt>
                <c:pt idx="88822">
                  <c:v>136.28</c:v>
                </c:pt>
                <c:pt idx="88823">
                  <c:v>51.29</c:v>
                </c:pt>
                <c:pt idx="88824">
                  <c:v>65.19</c:v>
                </c:pt>
                <c:pt idx="88825">
                  <c:v>84.99</c:v>
                </c:pt>
                <c:pt idx="88826">
                  <c:v>76.489999999999995</c:v>
                </c:pt>
                <c:pt idx="88827">
                  <c:v>84.99</c:v>
                </c:pt>
                <c:pt idx="88828">
                  <c:v>82.18</c:v>
                </c:pt>
                <c:pt idx="88829">
                  <c:v>83.48</c:v>
                </c:pt>
                <c:pt idx="88830">
                  <c:v>84.96</c:v>
                </c:pt>
                <c:pt idx="88831">
                  <c:v>101.45</c:v>
                </c:pt>
                <c:pt idx="88832">
                  <c:v>103.25</c:v>
                </c:pt>
                <c:pt idx="88833">
                  <c:v>99.94</c:v>
                </c:pt>
                <c:pt idx="88834">
                  <c:v>21.45</c:v>
                </c:pt>
                <c:pt idx="88835">
                  <c:v>87.95</c:v>
                </c:pt>
                <c:pt idx="88836">
                  <c:v>59.95</c:v>
                </c:pt>
                <c:pt idx="88837">
                  <c:v>81.94</c:v>
                </c:pt>
                <c:pt idx="88838">
                  <c:v>81.650000000000006</c:v>
                </c:pt>
                <c:pt idx="88839">
                  <c:v>71.86</c:v>
                </c:pt>
                <c:pt idx="88840">
                  <c:v>88.43</c:v>
                </c:pt>
                <c:pt idx="88841">
                  <c:v>71.86</c:v>
                </c:pt>
                <c:pt idx="88842">
                  <c:v>60.97</c:v>
                </c:pt>
                <c:pt idx="88843">
                  <c:v>55.96</c:v>
                </c:pt>
                <c:pt idx="88844">
                  <c:v>71.45</c:v>
                </c:pt>
                <c:pt idx="88845">
                  <c:v>69.95</c:v>
                </c:pt>
                <c:pt idx="88846">
                  <c:v>55.96</c:v>
                </c:pt>
                <c:pt idx="88847">
                  <c:v>55.96</c:v>
                </c:pt>
                <c:pt idx="88848">
                  <c:v>55.96</c:v>
                </c:pt>
                <c:pt idx="88849">
                  <c:v>55.96</c:v>
                </c:pt>
                <c:pt idx="88850">
                  <c:v>55.96</c:v>
                </c:pt>
                <c:pt idx="88851">
                  <c:v>62.14</c:v>
                </c:pt>
                <c:pt idx="88852">
                  <c:v>78.52</c:v>
                </c:pt>
                <c:pt idx="88853">
                  <c:v>79.95</c:v>
                </c:pt>
                <c:pt idx="88854">
                  <c:v>84.99</c:v>
                </c:pt>
                <c:pt idx="88855">
                  <c:v>68.98</c:v>
                </c:pt>
                <c:pt idx="88856">
                  <c:v>84.99</c:v>
                </c:pt>
                <c:pt idx="88857">
                  <c:v>84.99</c:v>
                </c:pt>
                <c:pt idx="88858">
                  <c:v>84.99</c:v>
                </c:pt>
                <c:pt idx="88859">
                  <c:v>76.489999999999995</c:v>
                </c:pt>
                <c:pt idx="88860">
                  <c:v>69.97</c:v>
                </c:pt>
                <c:pt idx="88861">
                  <c:v>72.98</c:v>
                </c:pt>
                <c:pt idx="88862">
                  <c:v>77.97</c:v>
                </c:pt>
                <c:pt idx="88863">
                  <c:v>89.97</c:v>
                </c:pt>
                <c:pt idx="88864">
                  <c:v>104.98</c:v>
                </c:pt>
                <c:pt idx="88865">
                  <c:v>99.98</c:v>
                </c:pt>
                <c:pt idx="88866">
                  <c:v>189.96</c:v>
                </c:pt>
                <c:pt idx="88867">
                  <c:v>112.97</c:v>
                </c:pt>
                <c:pt idx="88868">
                  <c:v>80.97</c:v>
                </c:pt>
                <c:pt idx="88869">
                  <c:v>69.98</c:v>
                </c:pt>
                <c:pt idx="88870">
                  <c:v>80.97</c:v>
                </c:pt>
                <c:pt idx="88871">
                  <c:v>59.98</c:v>
                </c:pt>
                <c:pt idx="88872">
                  <c:v>79.98</c:v>
                </c:pt>
                <c:pt idx="88873">
                  <c:v>89.98</c:v>
                </c:pt>
                <c:pt idx="88874">
                  <c:v>46.49</c:v>
                </c:pt>
                <c:pt idx="88875">
                  <c:v>84.98</c:v>
                </c:pt>
                <c:pt idx="88876">
                  <c:v>26.49</c:v>
                </c:pt>
                <c:pt idx="88877">
                  <c:v>46.46</c:v>
                </c:pt>
                <c:pt idx="88878">
                  <c:v>47.24</c:v>
                </c:pt>
                <c:pt idx="88879">
                  <c:v>46.49</c:v>
                </c:pt>
                <c:pt idx="88880">
                  <c:v>62.05</c:v>
                </c:pt>
                <c:pt idx="88881">
                  <c:v>293.91000000000003</c:v>
                </c:pt>
                <c:pt idx="88882">
                  <c:v>79.989999999999995</c:v>
                </c:pt>
                <c:pt idx="88883">
                  <c:v>83.95</c:v>
                </c:pt>
                <c:pt idx="88884">
                  <c:v>55.98</c:v>
                </c:pt>
                <c:pt idx="88885">
                  <c:v>193.17</c:v>
                </c:pt>
                <c:pt idx="88886">
                  <c:v>55.24</c:v>
                </c:pt>
                <c:pt idx="88887">
                  <c:v>64.989999999999995</c:v>
                </c:pt>
                <c:pt idx="88888">
                  <c:v>89.99</c:v>
                </c:pt>
                <c:pt idx="88889">
                  <c:v>59.98</c:v>
                </c:pt>
                <c:pt idx="88890">
                  <c:v>59.98</c:v>
                </c:pt>
                <c:pt idx="88891">
                  <c:v>31.49</c:v>
                </c:pt>
                <c:pt idx="88892">
                  <c:v>119.96</c:v>
                </c:pt>
                <c:pt idx="88893">
                  <c:v>59.98</c:v>
                </c:pt>
                <c:pt idx="88894">
                  <c:v>59.98</c:v>
                </c:pt>
                <c:pt idx="88895">
                  <c:v>59.98</c:v>
                </c:pt>
                <c:pt idx="88896">
                  <c:v>29.99</c:v>
                </c:pt>
                <c:pt idx="88897">
                  <c:v>144.47999999999999</c:v>
                </c:pt>
                <c:pt idx="88898">
                  <c:v>169.98</c:v>
                </c:pt>
                <c:pt idx="88899">
                  <c:v>169.98</c:v>
                </c:pt>
                <c:pt idx="88900">
                  <c:v>58.78</c:v>
                </c:pt>
                <c:pt idx="88901">
                  <c:v>59.98</c:v>
                </c:pt>
                <c:pt idx="88902">
                  <c:v>82.98</c:v>
                </c:pt>
                <c:pt idx="88903">
                  <c:v>107.94</c:v>
                </c:pt>
                <c:pt idx="88904">
                  <c:v>89.22</c:v>
                </c:pt>
                <c:pt idx="88905">
                  <c:v>47.48</c:v>
                </c:pt>
                <c:pt idx="88906">
                  <c:v>149.97</c:v>
                </c:pt>
                <c:pt idx="88907">
                  <c:v>103.45</c:v>
                </c:pt>
                <c:pt idx="88908">
                  <c:v>76.97</c:v>
                </c:pt>
                <c:pt idx="88909">
                  <c:v>64.98</c:v>
                </c:pt>
                <c:pt idx="88910">
                  <c:v>53.98</c:v>
                </c:pt>
                <c:pt idx="88911">
                  <c:v>59.98</c:v>
                </c:pt>
                <c:pt idx="88912">
                  <c:v>59.98</c:v>
                </c:pt>
                <c:pt idx="88913">
                  <c:v>59.98</c:v>
                </c:pt>
                <c:pt idx="88914">
                  <c:v>12.48</c:v>
                </c:pt>
                <c:pt idx="88915">
                  <c:v>50.98</c:v>
                </c:pt>
                <c:pt idx="88916">
                  <c:v>64.98</c:v>
                </c:pt>
                <c:pt idx="88917">
                  <c:v>59.98</c:v>
                </c:pt>
                <c:pt idx="88918">
                  <c:v>56.97</c:v>
                </c:pt>
                <c:pt idx="88919">
                  <c:v>56.97</c:v>
                </c:pt>
                <c:pt idx="88920">
                  <c:v>35.68</c:v>
                </c:pt>
                <c:pt idx="88921">
                  <c:v>39.479999999999997</c:v>
                </c:pt>
                <c:pt idx="88922">
                  <c:v>56.97</c:v>
                </c:pt>
                <c:pt idx="88923">
                  <c:v>46.57</c:v>
                </c:pt>
                <c:pt idx="88924">
                  <c:v>64.06</c:v>
                </c:pt>
                <c:pt idx="88925">
                  <c:v>63.92</c:v>
                </c:pt>
                <c:pt idx="88926">
                  <c:v>8.99</c:v>
                </c:pt>
                <c:pt idx="88927">
                  <c:v>46.49</c:v>
                </c:pt>
                <c:pt idx="88928">
                  <c:v>158.46</c:v>
                </c:pt>
                <c:pt idx="88929">
                  <c:v>167.23</c:v>
                </c:pt>
                <c:pt idx="88930">
                  <c:v>32.78</c:v>
                </c:pt>
                <c:pt idx="88931">
                  <c:v>99.98</c:v>
                </c:pt>
                <c:pt idx="88932">
                  <c:v>51.49</c:v>
                </c:pt>
                <c:pt idx="88933">
                  <c:v>31.49</c:v>
                </c:pt>
                <c:pt idx="88934">
                  <c:v>51.98</c:v>
                </c:pt>
                <c:pt idx="88935">
                  <c:v>51.49</c:v>
                </c:pt>
                <c:pt idx="88936">
                  <c:v>77.97</c:v>
                </c:pt>
                <c:pt idx="88937">
                  <c:v>59.98</c:v>
                </c:pt>
                <c:pt idx="88938">
                  <c:v>55.98</c:v>
                </c:pt>
                <c:pt idx="88939">
                  <c:v>77.97</c:v>
                </c:pt>
                <c:pt idx="88940">
                  <c:v>20.49</c:v>
                </c:pt>
                <c:pt idx="88941">
                  <c:v>119.96</c:v>
                </c:pt>
                <c:pt idx="88942">
                  <c:v>149.94999999999999</c:v>
                </c:pt>
                <c:pt idx="88943">
                  <c:v>54.97</c:v>
                </c:pt>
                <c:pt idx="88944">
                  <c:v>129.97</c:v>
                </c:pt>
                <c:pt idx="88945">
                  <c:v>51.96</c:v>
                </c:pt>
                <c:pt idx="88946">
                  <c:v>51.96</c:v>
                </c:pt>
                <c:pt idx="88947">
                  <c:v>51.96</c:v>
                </c:pt>
                <c:pt idx="88948">
                  <c:v>51.96</c:v>
                </c:pt>
                <c:pt idx="88949">
                  <c:v>51.96</c:v>
                </c:pt>
                <c:pt idx="88950">
                  <c:v>51.96</c:v>
                </c:pt>
                <c:pt idx="88951">
                  <c:v>59.97</c:v>
                </c:pt>
                <c:pt idx="88952">
                  <c:v>51.96</c:v>
                </c:pt>
                <c:pt idx="88953">
                  <c:v>59.97</c:v>
                </c:pt>
                <c:pt idx="88954">
                  <c:v>79.98</c:v>
                </c:pt>
                <c:pt idx="88955">
                  <c:v>84.99</c:v>
                </c:pt>
                <c:pt idx="88956">
                  <c:v>65.989999999999995</c:v>
                </c:pt>
                <c:pt idx="88957">
                  <c:v>84.99</c:v>
                </c:pt>
                <c:pt idx="88958">
                  <c:v>84.99</c:v>
                </c:pt>
                <c:pt idx="88959">
                  <c:v>82.68</c:v>
                </c:pt>
                <c:pt idx="88960">
                  <c:v>134.94</c:v>
                </c:pt>
                <c:pt idx="88961">
                  <c:v>124.95</c:v>
                </c:pt>
                <c:pt idx="88962">
                  <c:v>112.8</c:v>
                </c:pt>
                <c:pt idx="88963">
                  <c:v>113.94</c:v>
                </c:pt>
                <c:pt idx="88964">
                  <c:v>57.98</c:v>
                </c:pt>
                <c:pt idx="88965">
                  <c:v>59.96</c:v>
                </c:pt>
                <c:pt idx="88966">
                  <c:v>72.97</c:v>
                </c:pt>
                <c:pt idx="88967">
                  <c:v>75</c:v>
                </c:pt>
                <c:pt idx="88968">
                  <c:v>75</c:v>
                </c:pt>
                <c:pt idx="88969">
                  <c:v>72.58</c:v>
                </c:pt>
                <c:pt idx="88970">
                  <c:v>74.099999999999994</c:v>
                </c:pt>
                <c:pt idx="88971">
                  <c:v>88.02</c:v>
                </c:pt>
                <c:pt idx="88972">
                  <c:v>73.52</c:v>
                </c:pt>
                <c:pt idx="88973">
                  <c:v>75</c:v>
                </c:pt>
                <c:pt idx="88974">
                  <c:v>219.87</c:v>
                </c:pt>
                <c:pt idx="88975">
                  <c:v>67.98</c:v>
                </c:pt>
                <c:pt idx="88976">
                  <c:v>155.93</c:v>
                </c:pt>
                <c:pt idx="88977">
                  <c:v>119.15</c:v>
                </c:pt>
                <c:pt idx="88978">
                  <c:v>72.55</c:v>
                </c:pt>
                <c:pt idx="88979">
                  <c:v>72.55</c:v>
                </c:pt>
                <c:pt idx="88980">
                  <c:v>72.55</c:v>
                </c:pt>
                <c:pt idx="88981">
                  <c:v>75.59</c:v>
                </c:pt>
                <c:pt idx="88982">
                  <c:v>37.47</c:v>
                </c:pt>
                <c:pt idx="88983">
                  <c:v>30.38</c:v>
                </c:pt>
                <c:pt idx="88984">
                  <c:v>54.99</c:v>
                </c:pt>
                <c:pt idx="88985">
                  <c:v>131.97999999999999</c:v>
                </c:pt>
                <c:pt idx="88986">
                  <c:v>131.97999999999999</c:v>
                </c:pt>
                <c:pt idx="88987">
                  <c:v>84.97</c:v>
                </c:pt>
                <c:pt idx="88988">
                  <c:v>89.96</c:v>
                </c:pt>
                <c:pt idx="88989">
                  <c:v>85.47</c:v>
                </c:pt>
                <c:pt idx="88990">
                  <c:v>98.01</c:v>
                </c:pt>
                <c:pt idx="88991">
                  <c:v>132.26</c:v>
                </c:pt>
                <c:pt idx="88992">
                  <c:v>131.97999999999999</c:v>
                </c:pt>
                <c:pt idx="88993">
                  <c:v>41.49</c:v>
                </c:pt>
                <c:pt idx="88994">
                  <c:v>54.98</c:v>
                </c:pt>
                <c:pt idx="88995">
                  <c:v>84.96</c:v>
                </c:pt>
                <c:pt idx="88996">
                  <c:v>99.98</c:v>
                </c:pt>
                <c:pt idx="88997">
                  <c:v>373.1</c:v>
                </c:pt>
                <c:pt idx="88998">
                  <c:v>53.43</c:v>
                </c:pt>
                <c:pt idx="88999">
                  <c:v>53.44</c:v>
                </c:pt>
                <c:pt idx="89000">
                  <c:v>51.28</c:v>
                </c:pt>
                <c:pt idx="89001">
                  <c:v>53.44</c:v>
                </c:pt>
                <c:pt idx="89002">
                  <c:v>54.37</c:v>
                </c:pt>
                <c:pt idx="89003">
                  <c:v>62.9</c:v>
                </c:pt>
                <c:pt idx="89004">
                  <c:v>157.24</c:v>
                </c:pt>
                <c:pt idx="89005">
                  <c:v>111.27</c:v>
                </c:pt>
                <c:pt idx="89006">
                  <c:v>75</c:v>
                </c:pt>
                <c:pt idx="89007">
                  <c:v>125.79</c:v>
                </c:pt>
                <c:pt idx="89008">
                  <c:v>56.96</c:v>
                </c:pt>
                <c:pt idx="89009">
                  <c:v>61.96</c:v>
                </c:pt>
                <c:pt idx="89010">
                  <c:v>74.989999999999995</c:v>
                </c:pt>
                <c:pt idx="89011">
                  <c:v>56.97</c:v>
                </c:pt>
                <c:pt idx="89012">
                  <c:v>61.96</c:v>
                </c:pt>
                <c:pt idx="89013">
                  <c:v>53.97</c:v>
                </c:pt>
                <c:pt idx="89014">
                  <c:v>59.99</c:v>
                </c:pt>
                <c:pt idx="89015">
                  <c:v>59.99</c:v>
                </c:pt>
                <c:pt idx="89016">
                  <c:v>59.99</c:v>
                </c:pt>
                <c:pt idx="89017">
                  <c:v>51.98</c:v>
                </c:pt>
                <c:pt idx="89018">
                  <c:v>96.17</c:v>
                </c:pt>
                <c:pt idx="89019">
                  <c:v>-51.98</c:v>
                </c:pt>
                <c:pt idx="89020">
                  <c:v>91.97</c:v>
                </c:pt>
                <c:pt idx="89021">
                  <c:v>293.94</c:v>
                </c:pt>
                <c:pt idx="89022">
                  <c:v>187.12</c:v>
                </c:pt>
                <c:pt idx="89023">
                  <c:v>167.35</c:v>
                </c:pt>
                <c:pt idx="89024">
                  <c:v>170.84</c:v>
                </c:pt>
                <c:pt idx="89025">
                  <c:v>188.65</c:v>
                </c:pt>
                <c:pt idx="89026">
                  <c:v>141.53</c:v>
                </c:pt>
                <c:pt idx="89027">
                  <c:v>159.69999999999999</c:v>
                </c:pt>
                <c:pt idx="89028">
                  <c:v>66.42</c:v>
                </c:pt>
                <c:pt idx="89029">
                  <c:v>129.97999999999999</c:v>
                </c:pt>
                <c:pt idx="89030">
                  <c:v>127.85</c:v>
                </c:pt>
                <c:pt idx="89031">
                  <c:v>84.99</c:v>
                </c:pt>
                <c:pt idx="89032">
                  <c:v>46.49</c:v>
                </c:pt>
                <c:pt idx="89033">
                  <c:v>82.98</c:v>
                </c:pt>
                <c:pt idx="89034">
                  <c:v>152.97999999999999</c:v>
                </c:pt>
                <c:pt idx="89035">
                  <c:v>116.97</c:v>
                </c:pt>
                <c:pt idx="89036">
                  <c:v>137.97999999999999</c:v>
                </c:pt>
                <c:pt idx="89037">
                  <c:v>68.48</c:v>
                </c:pt>
                <c:pt idx="89038">
                  <c:v>31.28</c:v>
                </c:pt>
                <c:pt idx="89039">
                  <c:v>109.98</c:v>
                </c:pt>
                <c:pt idx="89040">
                  <c:v>99.98</c:v>
                </c:pt>
                <c:pt idx="89041">
                  <c:v>121.97</c:v>
                </c:pt>
                <c:pt idx="89042">
                  <c:v>84.99</c:v>
                </c:pt>
                <c:pt idx="89043">
                  <c:v>99.98</c:v>
                </c:pt>
                <c:pt idx="89044">
                  <c:v>31.48</c:v>
                </c:pt>
                <c:pt idx="89045">
                  <c:v>59.98</c:v>
                </c:pt>
                <c:pt idx="89046">
                  <c:v>59.98</c:v>
                </c:pt>
                <c:pt idx="89047">
                  <c:v>59.98</c:v>
                </c:pt>
                <c:pt idx="89048">
                  <c:v>59.98</c:v>
                </c:pt>
                <c:pt idx="89049">
                  <c:v>59.98</c:v>
                </c:pt>
                <c:pt idx="89050">
                  <c:v>-59.98</c:v>
                </c:pt>
                <c:pt idx="89051">
                  <c:v>59.98</c:v>
                </c:pt>
                <c:pt idx="89052">
                  <c:v>59.98</c:v>
                </c:pt>
                <c:pt idx="89053">
                  <c:v>59.98</c:v>
                </c:pt>
                <c:pt idx="89054">
                  <c:v>59.98</c:v>
                </c:pt>
                <c:pt idx="89055">
                  <c:v>119.96</c:v>
                </c:pt>
                <c:pt idx="89056">
                  <c:v>119.96</c:v>
                </c:pt>
                <c:pt idx="89057">
                  <c:v>119.96</c:v>
                </c:pt>
                <c:pt idx="89058">
                  <c:v>119.96</c:v>
                </c:pt>
                <c:pt idx="89059">
                  <c:v>149.9</c:v>
                </c:pt>
                <c:pt idx="89060">
                  <c:v>55.96</c:v>
                </c:pt>
                <c:pt idx="89061">
                  <c:v>131.97999999999999</c:v>
                </c:pt>
                <c:pt idx="89062">
                  <c:v>243.92</c:v>
                </c:pt>
                <c:pt idx="89063">
                  <c:v>243.92</c:v>
                </c:pt>
                <c:pt idx="89064">
                  <c:v>188.96</c:v>
                </c:pt>
                <c:pt idx="89065">
                  <c:v>188.96</c:v>
                </c:pt>
                <c:pt idx="89066">
                  <c:v>194.95</c:v>
                </c:pt>
                <c:pt idx="89067">
                  <c:v>188.96</c:v>
                </c:pt>
                <c:pt idx="89068">
                  <c:v>134.97</c:v>
                </c:pt>
                <c:pt idx="89069">
                  <c:v>79.48</c:v>
                </c:pt>
                <c:pt idx="89070">
                  <c:v>134.97</c:v>
                </c:pt>
                <c:pt idx="89071">
                  <c:v>134.97</c:v>
                </c:pt>
                <c:pt idx="89072">
                  <c:v>79.48</c:v>
                </c:pt>
                <c:pt idx="89073">
                  <c:v>194.95</c:v>
                </c:pt>
                <c:pt idx="89074">
                  <c:v>194.95</c:v>
                </c:pt>
                <c:pt idx="89075">
                  <c:v>79.48</c:v>
                </c:pt>
                <c:pt idx="89076">
                  <c:v>98.98</c:v>
                </c:pt>
                <c:pt idx="89077">
                  <c:v>198.97</c:v>
                </c:pt>
                <c:pt idx="89078">
                  <c:v>79.989999999999995</c:v>
                </c:pt>
                <c:pt idx="89079">
                  <c:v>118.98</c:v>
                </c:pt>
                <c:pt idx="89080">
                  <c:v>76.47</c:v>
                </c:pt>
                <c:pt idx="89081">
                  <c:v>59.98</c:v>
                </c:pt>
                <c:pt idx="89082">
                  <c:v>49.48</c:v>
                </c:pt>
                <c:pt idx="89083">
                  <c:v>59.98</c:v>
                </c:pt>
                <c:pt idx="89084">
                  <c:v>59.98</c:v>
                </c:pt>
                <c:pt idx="89085">
                  <c:v>74.97</c:v>
                </c:pt>
                <c:pt idx="89086">
                  <c:v>48.58</c:v>
                </c:pt>
                <c:pt idx="89087">
                  <c:v>61.97</c:v>
                </c:pt>
                <c:pt idx="89088">
                  <c:v>57.98</c:v>
                </c:pt>
                <c:pt idx="89089">
                  <c:v>59.96</c:v>
                </c:pt>
                <c:pt idx="89090">
                  <c:v>94.89</c:v>
                </c:pt>
                <c:pt idx="89091">
                  <c:v>29.48</c:v>
                </c:pt>
                <c:pt idx="89092">
                  <c:v>73.95</c:v>
                </c:pt>
                <c:pt idx="89093">
                  <c:v>52.97</c:v>
                </c:pt>
                <c:pt idx="89094">
                  <c:v>103.94</c:v>
                </c:pt>
                <c:pt idx="89095">
                  <c:v>52.97</c:v>
                </c:pt>
                <c:pt idx="89096">
                  <c:v>74.97</c:v>
                </c:pt>
                <c:pt idx="89097">
                  <c:v>199.92</c:v>
                </c:pt>
                <c:pt idx="89098">
                  <c:v>114.89</c:v>
                </c:pt>
                <c:pt idx="89099">
                  <c:v>137.87</c:v>
                </c:pt>
                <c:pt idx="89100">
                  <c:v>137.87</c:v>
                </c:pt>
                <c:pt idx="89101">
                  <c:v>137.87</c:v>
                </c:pt>
                <c:pt idx="89102">
                  <c:v>100.48</c:v>
                </c:pt>
                <c:pt idx="89103">
                  <c:v>206.97</c:v>
                </c:pt>
                <c:pt idx="89104">
                  <c:v>79.98</c:v>
                </c:pt>
                <c:pt idx="89105">
                  <c:v>128.24</c:v>
                </c:pt>
                <c:pt idx="89106">
                  <c:v>50.99</c:v>
                </c:pt>
                <c:pt idx="89107">
                  <c:v>82.97</c:v>
                </c:pt>
                <c:pt idx="89108">
                  <c:v>131.46</c:v>
                </c:pt>
                <c:pt idx="89109">
                  <c:v>63.98</c:v>
                </c:pt>
                <c:pt idx="89110">
                  <c:v>55.96</c:v>
                </c:pt>
                <c:pt idx="89111">
                  <c:v>101.46</c:v>
                </c:pt>
                <c:pt idx="89112">
                  <c:v>32.229999999999997</c:v>
                </c:pt>
                <c:pt idx="89113">
                  <c:v>32.229999999999997</c:v>
                </c:pt>
                <c:pt idx="89114">
                  <c:v>59.96</c:v>
                </c:pt>
                <c:pt idx="89115">
                  <c:v>31.48</c:v>
                </c:pt>
                <c:pt idx="89116">
                  <c:v>85.98</c:v>
                </c:pt>
                <c:pt idx="89117">
                  <c:v>43.49</c:v>
                </c:pt>
                <c:pt idx="89118">
                  <c:v>36.49</c:v>
                </c:pt>
                <c:pt idx="89119">
                  <c:v>36.49</c:v>
                </c:pt>
                <c:pt idx="89120">
                  <c:v>43.49</c:v>
                </c:pt>
                <c:pt idx="89121">
                  <c:v>26.49</c:v>
                </c:pt>
                <c:pt idx="89122">
                  <c:v>49.7</c:v>
                </c:pt>
                <c:pt idx="89123">
                  <c:v>17.489999999999998</c:v>
                </c:pt>
                <c:pt idx="89124">
                  <c:v>69.319999999999993</c:v>
                </c:pt>
                <c:pt idx="89125">
                  <c:v>97.67</c:v>
                </c:pt>
                <c:pt idx="89126">
                  <c:v>69.95</c:v>
                </c:pt>
                <c:pt idx="89127">
                  <c:v>69.95</c:v>
                </c:pt>
                <c:pt idx="89128">
                  <c:v>63.97</c:v>
                </c:pt>
                <c:pt idx="89129">
                  <c:v>69.95</c:v>
                </c:pt>
                <c:pt idx="89130">
                  <c:v>107.97</c:v>
                </c:pt>
                <c:pt idx="89131">
                  <c:v>55.96</c:v>
                </c:pt>
                <c:pt idx="89132">
                  <c:v>84.99</c:v>
                </c:pt>
                <c:pt idx="89133">
                  <c:v>137.97999999999999</c:v>
                </c:pt>
                <c:pt idx="89134">
                  <c:v>169.98</c:v>
                </c:pt>
                <c:pt idx="89135">
                  <c:v>84.99</c:v>
                </c:pt>
                <c:pt idx="89136">
                  <c:v>527.4</c:v>
                </c:pt>
                <c:pt idx="89137">
                  <c:v>157.97</c:v>
                </c:pt>
                <c:pt idx="89138">
                  <c:v>124.97</c:v>
                </c:pt>
                <c:pt idx="89139">
                  <c:v>65.3</c:v>
                </c:pt>
                <c:pt idx="89140">
                  <c:v>29.25</c:v>
                </c:pt>
                <c:pt idx="89141">
                  <c:v>65.3</c:v>
                </c:pt>
                <c:pt idx="89142">
                  <c:v>65.3</c:v>
                </c:pt>
                <c:pt idx="89143">
                  <c:v>90.71</c:v>
                </c:pt>
                <c:pt idx="89144">
                  <c:v>164.52</c:v>
                </c:pt>
                <c:pt idx="89145">
                  <c:v>-1.2</c:v>
                </c:pt>
                <c:pt idx="89146">
                  <c:v>104.28</c:v>
                </c:pt>
                <c:pt idx="89147">
                  <c:v>168.64</c:v>
                </c:pt>
                <c:pt idx="89148">
                  <c:v>66.58</c:v>
                </c:pt>
                <c:pt idx="89149">
                  <c:v>58.48</c:v>
                </c:pt>
                <c:pt idx="89150">
                  <c:v>45.01</c:v>
                </c:pt>
                <c:pt idx="89151">
                  <c:v>45.01</c:v>
                </c:pt>
                <c:pt idx="89152">
                  <c:v>79.98</c:v>
                </c:pt>
                <c:pt idx="89153">
                  <c:v>79.98</c:v>
                </c:pt>
                <c:pt idx="89154">
                  <c:v>58.48</c:v>
                </c:pt>
                <c:pt idx="89155">
                  <c:v>66.58</c:v>
                </c:pt>
                <c:pt idx="89156">
                  <c:v>61.98</c:v>
                </c:pt>
                <c:pt idx="89157">
                  <c:v>61.98</c:v>
                </c:pt>
                <c:pt idx="89158">
                  <c:v>125.97</c:v>
                </c:pt>
                <c:pt idx="89159">
                  <c:v>25.03</c:v>
                </c:pt>
                <c:pt idx="89160">
                  <c:v>25.03</c:v>
                </c:pt>
                <c:pt idx="89161">
                  <c:v>147.96</c:v>
                </c:pt>
                <c:pt idx="89162">
                  <c:v>125.97</c:v>
                </c:pt>
                <c:pt idx="89163">
                  <c:v>65.989999999999995</c:v>
                </c:pt>
                <c:pt idx="89164">
                  <c:v>65.989999999999995</c:v>
                </c:pt>
                <c:pt idx="89165">
                  <c:v>147.96</c:v>
                </c:pt>
                <c:pt idx="89166">
                  <c:v>309.57</c:v>
                </c:pt>
                <c:pt idx="89167">
                  <c:v>59.95</c:v>
                </c:pt>
                <c:pt idx="89168">
                  <c:v>59.97</c:v>
                </c:pt>
                <c:pt idx="89169">
                  <c:v>59.94</c:v>
                </c:pt>
                <c:pt idx="89170">
                  <c:v>59.95</c:v>
                </c:pt>
                <c:pt idx="89171">
                  <c:v>59.95</c:v>
                </c:pt>
                <c:pt idx="89172">
                  <c:v>65.989999999999995</c:v>
                </c:pt>
                <c:pt idx="89173">
                  <c:v>59.95</c:v>
                </c:pt>
                <c:pt idx="89174">
                  <c:v>59.97</c:v>
                </c:pt>
                <c:pt idx="89175">
                  <c:v>71.650000000000006</c:v>
                </c:pt>
                <c:pt idx="89176">
                  <c:v>56.65</c:v>
                </c:pt>
                <c:pt idx="89177">
                  <c:v>74.95</c:v>
                </c:pt>
                <c:pt idx="89178">
                  <c:v>-56.65</c:v>
                </c:pt>
                <c:pt idx="89179">
                  <c:v>74.95</c:v>
                </c:pt>
                <c:pt idx="89180">
                  <c:v>79.849999999999994</c:v>
                </c:pt>
                <c:pt idx="89181">
                  <c:v>75.06</c:v>
                </c:pt>
                <c:pt idx="89182">
                  <c:v>143.72</c:v>
                </c:pt>
                <c:pt idx="89183">
                  <c:v>79.849999999999994</c:v>
                </c:pt>
                <c:pt idx="89184">
                  <c:v>147.6</c:v>
                </c:pt>
                <c:pt idx="89185">
                  <c:v>69.989999999999995</c:v>
                </c:pt>
                <c:pt idx="89186">
                  <c:v>124.95</c:v>
                </c:pt>
                <c:pt idx="89187">
                  <c:v>119.96</c:v>
                </c:pt>
                <c:pt idx="89188">
                  <c:v>59.98</c:v>
                </c:pt>
                <c:pt idx="89189">
                  <c:v>80.97</c:v>
                </c:pt>
                <c:pt idx="89190">
                  <c:v>89.97</c:v>
                </c:pt>
                <c:pt idx="89191">
                  <c:v>143.96</c:v>
                </c:pt>
                <c:pt idx="89192">
                  <c:v>169.98</c:v>
                </c:pt>
                <c:pt idx="89193">
                  <c:v>43.48</c:v>
                </c:pt>
                <c:pt idx="89194">
                  <c:v>43.48</c:v>
                </c:pt>
                <c:pt idx="89195">
                  <c:v>37.49</c:v>
                </c:pt>
                <c:pt idx="89196">
                  <c:v>104.98</c:v>
                </c:pt>
                <c:pt idx="89197">
                  <c:v>84.98</c:v>
                </c:pt>
                <c:pt idx="89198">
                  <c:v>68.98</c:v>
                </c:pt>
                <c:pt idx="89199">
                  <c:v>9.99</c:v>
                </c:pt>
                <c:pt idx="89200">
                  <c:v>166.54</c:v>
                </c:pt>
                <c:pt idx="89201">
                  <c:v>165.53</c:v>
                </c:pt>
                <c:pt idx="89202">
                  <c:v>276.99</c:v>
                </c:pt>
                <c:pt idx="89203">
                  <c:v>84.99</c:v>
                </c:pt>
                <c:pt idx="89204">
                  <c:v>67.97</c:v>
                </c:pt>
                <c:pt idx="89205">
                  <c:v>57.97</c:v>
                </c:pt>
                <c:pt idx="89206">
                  <c:v>46.48</c:v>
                </c:pt>
                <c:pt idx="89207">
                  <c:v>84.99</c:v>
                </c:pt>
                <c:pt idx="89208">
                  <c:v>67.97</c:v>
                </c:pt>
                <c:pt idx="89209">
                  <c:v>47</c:v>
                </c:pt>
                <c:pt idx="89210">
                  <c:v>36.479999999999997</c:v>
                </c:pt>
                <c:pt idx="89211">
                  <c:v>84.98</c:v>
                </c:pt>
                <c:pt idx="89212">
                  <c:v>89.98</c:v>
                </c:pt>
                <c:pt idx="89213">
                  <c:v>56.09</c:v>
                </c:pt>
                <c:pt idx="89214">
                  <c:v>89.98</c:v>
                </c:pt>
                <c:pt idx="89215">
                  <c:v>49.48</c:v>
                </c:pt>
                <c:pt idx="89216">
                  <c:v>234.97</c:v>
                </c:pt>
                <c:pt idx="89217">
                  <c:v>238.97</c:v>
                </c:pt>
                <c:pt idx="89218">
                  <c:v>122.96</c:v>
                </c:pt>
                <c:pt idx="89219">
                  <c:v>85.98</c:v>
                </c:pt>
                <c:pt idx="89220">
                  <c:v>110.96</c:v>
                </c:pt>
                <c:pt idx="89221">
                  <c:v>153.96</c:v>
                </c:pt>
                <c:pt idx="89222">
                  <c:v>60.98</c:v>
                </c:pt>
                <c:pt idx="89223">
                  <c:v>55.98</c:v>
                </c:pt>
                <c:pt idx="89224">
                  <c:v>57.98</c:v>
                </c:pt>
                <c:pt idx="89225">
                  <c:v>51.98</c:v>
                </c:pt>
                <c:pt idx="89226">
                  <c:v>59.69</c:v>
                </c:pt>
                <c:pt idx="89227">
                  <c:v>30.99</c:v>
                </c:pt>
                <c:pt idx="89228">
                  <c:v>107.96</c:v>
                </c:pt>
                <c:pt idx="89229">
                  <c:v>52.18</c:v>
                </c:pt>
                <c:pt idx="89230">
                  <c:v>55.83</c:v>
                </c:pt>
                <c:pt idx="89231">
                  <c:v>56.97</c:v>
                </c:pt>
                <c:pt idx="89232">
                  <c:v>113.94</c:v>
                </c:pt>
                <c:pt idx="89233">
                  <c:v>140.97</c:v>
                </c:pt>
                <c:pt idx="89234">
                  <c:v>56.97</c:v>
                </c:pt>
                <c:pt idx="89235">
                  <c:v>159.9</c:v>
                </c:pt>
                <c:pt idx="89236">
                  <c:v>127.92</c:v>
                </c:pt>
                <c:pt idx="89237">
                  <c:v>99.98</c:v>
                </c:pt>
                <c:pt idx="89238">
                  <c:v>84.99</c:v>
                </c:pt>
                <c:pt idx="89239">
                  <c:v>84.97</c:v>
                </c:pt>
                <c:pt idx="89240">
                  <c:v>108.97</c:v>
                </c:pt>
                <c:pt idx="89241">
                  <c:v>143.88</c:v>
                </c:pt>
                <c:pt idx="89242">
                  <c:v>143.88</c:v>
                </c:pt>
                <c:pt idx="89243">
                  <c:v>92.94</c:v>
                </c:pt>
                <c:pt idx="89244">
                  <c:v>59.98</c:v>
                </c:pt>
                <c:pt idx="89245">
                  <c:v>79.97</c:v>
                </c:pt>
                <c:pt idx="89246">
                  <c:v>72.98</c:v>
                </c:pt>
                <c:pt idx="89247">
                  <c:v>-7.2</c:v>
                </c:pt>
                <c:pt idx="89248">
                  <c:v>60.98</c:v>
                </c:pt>
                <c:pt idx="89249">
                  <c:v>-5.7</c:v>
                </c:pt>
                <c:pt idx="89250">
                  <c:v>31.49</c:v>
                </c:pt>
                <c:pt idx="89251">
                  <c:v>59.06</c:v>
                </c:pt>
                <c:pt idx="89252">
                  <c:v>72.48</c:v>
                </c:pt>
                <c:pt idx="89253">
                  <c:v>224.62</c:v>
                </c:pt>
                <c:pt idx="89254">
                  <c:v>112.24</c:v>
                </c:pt>
                <c:pt idx="89255">
                  <c:v>224.62</c:v>
                </c:pt>
                <c:pt idx="89256">
                  <c:v>142.72999999999999</c:v>
                </c:pt>
                <c:pt idx="89257">
                  <c:v>142.72999999999999</c:v>
                </c:pt>
                <c:pt idx="89258">
                  <c:v>224.62</c:v>
                </c:pt>
                <c:pt idx="89259">
                  <c:v>153.37</c:v>
                </c:pt>
                <c:pt idx="89260">
                  <c:v>112.24</c:v>
                </c:pt>
                <c:pt idx="89261">
                  <c:v>142.72999999999999</c:v>
                </c:pt>
                <c:pt idx="89262">
                  <c:v>153.37</c:v>
                </c:pt>
                <c:pt idx="89263">
                  <c:v>154.47999999999999</c:v>
                </c:pt>
                <c:pt idx="89264">
                  <c:v>112.24</c:v>
                </c:pt>
                <c:pt idx="89265">
                  <c:v>154.47999999999999</c:v>
                </c:pt>
                <c:pt idx="89266">
                  <c:v>154.47999999999999</c:v>
                </c:pt>
                <c:pt idx="89267">
                  <c:v>153.37</c:v>
                </c:pt>
                <c:pt idx="89268">
                  <c:v>165.97</c:v>
                </c:pt>
                <c:pt idx="89269">
                  <c:v>69.989999999999995</c:v>
                </c:pt>
                <c:pt idx="89270">
                  <c:v>237.56</c:v>
                </c:pt>
                <c:pt idx="89271">
                  <c:v>31.49</c:v>
                </c:pt>
                <c:pt idx="89272">
                  <c:v>54.98</c:v>
                </c:pt>
                <c:pt idx="89273">
                  <c:v>43.99</c:v>
                </c:pt>
                <c:pt idx="89274">
                  <c:v>54.98</c:v>
                </c:pt>
                <c:pt idx="89275">
                  <c:v>84.98</c:v>
                </c:pt>
                <c:pt idx="89276">
                  <c:v>94.47</c:v>
                </c:pt>
                <c:pt idx="89277">
                  <c:v>71.02</c:v>
                </c:pt>
                <c:pt idx="89278">
                  <c:v>167.95</c:v>
                </c:pt>
                <c:pt idx="89279">
                  <c:v>146.94</c:v>
                </c:pt>
                <c:pt idx="89280">
                  <c:v>49.59</c:v>
                </c:pt>
                <c:pt idx="89281">
                  <c:v>128.24</c:v>
                </c:pt>
                <c:pt idx="89282">
                  <c:v>49.59</c:v>
                </c:pt>
                <c:pt idx="89283">
                  <c:v>128.24</c:v>
                </c:pt>
                <c:pt idx="89284">
                  <c:v>79.989999999999995</c:v>
                </c:pt>
                <c:pt idx="89285">
                  <c:v>79.989999999999995</c:v>
                </c:pt>
                <c:pt idx="89286">
                  <c:v>79.989999999999995</c:v>
                </c:pt>
                <c:pt idx="89287">
                  <c:v>79.989999999999995</c:v>
                </c:pt>
                <c:pt idx="89288">
                  <c:v>71.989999999999995</c:v>
                </c:pt>
                <c:pt idx="89289">
                  <c:v>79.989999999999995</c:v>
                </c:pt>
                <c:pt idx="89290">
                  <c:v>65.98</c:v>
                </c:pt>
                <c:pt idx="89291">
                  <c:v>59.98</c:v>
                </c:pt>
                <c:pt idx="89292">
                  <c:v>51.48</c:v>
                </c:pt>
                <c:pt idx="89293">
                  <c:v>59.98</c:v>
                </c:pt>
                <c:pt idx="89294">
                  <c:v>47.48</c:v>
                </c:pt>
                <c:pt idx="89295">
                  <c:v>43.47</c:v>
                </c:pt>
                <c:pt idx="89296">
                  <c:v>51.98</c:v>
                </c:pt>
                <c:pt idx="89297">
                  <c:v>65.98</c:v>
                </c:pt>
                <c:pt idx="89298">
                  <c:v>62.97</c:v>
                </c:pt>
                <c:pt idx="89299">
                  <c:v>62.97</c:v>
                </c:pt>
                <c:pt idx="89300">
                  <c:v>62.97</c:v>
                </c:pt>
                <c:pt idx="89301">
                  <c:v>99.98</c:v>
                </c:pt>
                <c:pt idx="89302">
                  <c:v>124.98</c:v>
                </c:pt>
                <c:pt idx="89303">
                  <c:v>111.97</c:v>
                </c:pt>
                <c:pt idx="89304">
                  <c:v>142.97</c:v>
                </c:pt>
                <c:pt idx="89305">
                  <c:v>239.92</c:v>
                </c:pt>
                <c:pt idx="89306">
                  <c:v>239.92</c:v>
                </c:pt>
                <c:pt idx="89307">
                  <c:v>74.42</c:v>
                </c:pt>
                <c:pt idx="89308">
                  <c:v>92.95</c:v>
                </c:pt>
                <c:pt idx="89309">
                  <c:v>89.95</c:v>
                </c:pt>
                <c:pt idx="89310">
                  <c:v>119.93</c:v>
                </c:pt>
                <c:pt idx="89311">
                  <c:v>89.95</c:v>
                </c:pt>
                <c:pt idx="89312">
                  <c:v>56.4</c:v>
                </c:pt>
                <c:pt idx="89313">
                  <c:v>56.97</c:v>
                </c:pt>
                <c:pt idx="89314">
                  <c:v>56.97</c:v>
                </c:pt>
                <c:pt idx="89315">
                  <c:v>159.96</c:v>
                </c:pt>
                <c:pt idx="89316">
                  <c:v>119.97</c:v>
                </c:pt>
                <c:pt idx="89317">
                  <c:v>59.95</c:v>
                </c:pt>
                <c:pt idx="89318">
                  <c:v>11.55</c:v>
                </c:pt>
                <c:pt idx="89319">
                  <c:v>190.96</c:v>
                </c:pt>
                <c:pt idx="89320">
                  <c:v>179.44</c:v>
                </c:pt>
                <c:pt idx="89321">
                  <c:v>249.96</c:v>
                </c:pt>
                <c:pt idx="89322">
                  <c:v>58.22</c:v>
                </c:pt>
                <c:pt idx="89323">
                  <c:v>59.96</c:v>
                </c:pt>
                <c:pt idx="89324">
                  <c:v>25.79</c:v>
                </c:pt>
                <c:pt idx="89325">
                  <c:v>39.97</c:v>
                </c:pt>
                <c:pt idx="89326">
                  <c:v>113.85</c:v>
                </c:pt>
                <c:pt idx="89327">
                  <c:v>52.47</c:v>
                </c:pt>
                <c:pt idx="89328">
                  <c:v>59.96</c:v>
                </c:pt>
                <c:pt idx="89329">
                  <c:v>71.97</c:v>
                </c:pt>
                <c:pt idx="89330">
                  <c:v>29.48</c:v>
                </c:pt>
                <c:pt idx="89331">
                  <c:v>71.97</c:v>
                </c:pt>
                <c:pt idx="89332">
                  <c:v>71.97</c:v>
                </c:pt>
                <c:pt idx="89333">
                  <c:v>65.959999999999994</c:v>
                </c:pt>
                <c:pt idx="89334">
                  <c:v>71.97</c:v>
                </c:pt>
                <c:pt idx="89335">
                  <c:v>79.97</c:v>
                </c:pt>
                <c:pt idx="89336">
                  <c:v>69.150000000000006</c:v>
                </c:pt>
                <c:pt idx="89337">
                  <c:v>77.37</c:v>
                </c:pt>
                <c:pt idx="89338">
                  <c:v>63.98</c:v>
                </c:pt>
                <c:pt idx="89339">
                  <c:v>83.94</c:v>
                </c:pt>
                <c:pt idx="89340">
                  <c:v>59.98</c:v>
                </c:pt>
                <c:pt idx="89341">
                  <c:v>59.98</c:v>
                </c:pt>
                <c:pt idx="89342">
                  <c:v>59.98</c:v>
                </c:pt>
                <c:pt idx="89343">
                  <c:v>54.98</c:v>
                </c:pt>
                <c:pt idx="89344">
                  <c:v>59.98</c:v>
                </c:pt>
                <c:pt idx="89345">
                  <c:v>59.98</c:v>
                </c:pt>
                <c:pt idx="89346">
                  <c:v>89.94</c:v>
                </c:pt>
                <c:pt idx="89347">
                  <c:v>74.95</c:v>
                </c:pt>
                <c:pt idx="89348">
                  <c:v>72.55</c:v>
                </c:pt>
                <c:pt idx="89349">
                  <c:v>74.95</c:v>
                </c:pt>
                <c:pt idx="89350">
                  <c:v>59.98</c:v>
                </c:pt>
                <c:pt idx="89351">
                  <c:v>79.97</c:v>
                </c:pt>
                <c:pt idx="89352">
                  <c:v>119.96</c:v>
                </c:pt>
                <c:pt idx="89353">
                  <c:v>59.98</c:v>
                </c:pt>
                <c:pt idx="89354">
                  <c:v>59.98</c:v>
                </c:pt>
                <c:pt idx="89355">
                  <c:v>89.97</c:v>
                </c:pt>
                <c:pt idx="89356">
                  <c:v>52.23</c:v>
                </c:pt>
                <c:pt idx="89357">
                  <c:v>49.48</c:v>
                </c:pt>
                <c:pt idx="89358">
                  <c:v>46.23</c:v>
                </c:pt>
                <c:pt idx="89359">
                  <c:v>16.489999999999998</c:v>
                </c:pt>
                <c:pt idx="89360">
                  <c:v>56.98</c:v>
                </c:pt>
                <c:pt idx="89361">
                  <c:v>52.23</c:v>
                </c:pt>
                <c:pt idx="89362">
                  <c:v>53.98</c:v>
                </c:pt>
                <c:pt idx="89363">
                  <c:v>61.48</c:v>
                </c:pt>
                <c:pt idx="89364">
                  <c:v>59.98</c:v>
                </c:pt>
                <c:pt idx="89365">
                  <c:v>107.96</c:v>
                </c:pt>
                <c:pt idx="89366">
                  <c:v>85.47</c:v>
                </c:pt>
                <c:pt idx="89367">
                  <c:v>134.96</c:v>
                </c:pt>
                <c:pt idx="89368">
                  <c:v>80.97</c:v>
                </c:pt>
                <c:pt idx="89369">
                  <c:v>287.92</c:v>
                </c:pt>
                <c:pt idx="89370">
                  <c:v>159.69999999999999</c:v>
                </c:pt>
                <c:pt idx="89371">
                  <c:v>98.99</c:v>
                </c:pt>
                <c:pt idx="89372">
                  <c:v>193.96</c:v>
                </c:pt>
                <c:pt idx="89373">
                  <c:v>208.95</c:v>
                </c:pt>
                <c:pt idx="89374">
                  <c:v>79.97</c:v>
                </c:pt>
                <c:pt idx="89375">
                  <c:v>128.44999999999999</c:v>
                </c:pt>
                <c:pt idx="89376">
                  <c:v>77.459999999999994</c:v>
                </c:pt>
                <c:pt idx="89377">
                  <c:v>64.959999999999994</c:v>
                </c:pt>
                <c:pt idx="89378">
                  <c:v>74.95</c:v>
                </c:pt>
                <c:pt idx="89379">
                  <c:v>87.95</c:v>
                </c:pt>
                <c:pt idx="89380">
                  <c:v>72.55</c:v>
                </c:pt>
                <c:pt idx="89381">
                  <c:v>134.26</c:v>
                </c:pt>
                <c:pt idx="89382">
                  <c:v>54.99</c:v>
                </c:pt>
                <c:pt idx="89383">
                  <c:v>152.4</c:v>
                </c:pt>
                <c:pt idx="89384">
                  <c:v>105.84</c:v>
                </c:pt>
                <c:pt idx="89385">
                  <c:v>207.95</c:v>
                </c:pt>
                <c:pt idx="89386">
                  <c:v>260.76</c:v>
                </c:pt>
                <c:pt idx="89387">
                  <c:v>131.97999999999999</c:v>
                </c:pt>
                <c:pt idx="89388">
                  <c:v>131.97999999999999</c:v>
                </c:pt>
                <c:pt idx="89389">
                  <c:v>131.97999999999999</c:v>
                </c:pt>
                <c:pt idx="89390">
                  <c:v>65.989999999999995</c:v>
                </c:pt>
                <c:pt idx="89391">
                  <c:v>131.97999999999999</c:v>
                </c:pt>
                <c:pt idx="89392">
                  <c:v>65.989999999999995</c:v>
                </c:pt>
                <c:pt idx="89393">
                  <c:v>90.71</c:v>
                </c:pt>
                <c:pt idx="89394">
                  <c:v>72.56</c:v>
                </c:pt>
                <c:pt idx="89395">
                  <c:v>19.34</c:v>
                </c:pt>
                <c:pt idx="89396">
                  <c:v>29.62</c:v>
                </c:pt>
                <c:pt idx="89397">
                  <c:v>29.62</c:v>
                </c:pt>
                <c:pt idx="89398">
                  <c:v>85.34</c:v>
                </c:pt>
                <c:pt idx="89399">
                  <c:v>19.34</c:v>
                </c:pt>
                <c:pt idx="89400">
                  <c:v>90.36</c:v>
                </c:pt>
                <c:pt idx="89401">
                  <c:v>90.36</c:v>
                </c:pt>
                <c:pt idx="89402">
                  <c:v>85.34</c:v>
                </c:pt>
                <c:pt idx="89403">
                  <c:v>93.93</c:v>
                </c:pt>
                <c:pt idx="89404">
                  <c:v>188.89</c:v>
                </c:pt>
                <c:pt idx="89405">
                  <c:v>188.89</c:v>
                </c:pt>
                <c:pt idx="89406">
                  <c:v>84.99</c:v>
                </c:pt>
                <c:pt idx="89407">
                  <c:v>83.51</c:v>
                </c:pt>
                <c:pt idx="89408">
                  <c:v>147.15</c:v>
                </c:pt>
                <c:pt idx="89409">
                  <c:v>99.98</c:v>
                </c:pt>
                <c:pt idx="89410">
                  <c:v>67.989999999999995</c:v>
                </c:pt>
                <c:pt idx="89411">
                  <c:v>71.989999999999995</c:v>
                </c:pt>
                <c:pt idx="89412">
                  <c:v>79.989999999999995</c:v>
                </c:pt>
                <c:pt idx="89413">
                  <c:v>67.989999999999995</c:v>
                </c:pt>
                <c:pt idx="89414">
                  <c:v>79.989999999999995</c:v>
                </c:pt>
                <c:pt idx="89415">
                  <c:v>73.8</c:v>
                </c:pt>
                <c:pt idx="89416">
                  <c:v>1475.96</c:v>
                </c:pt>
                <c:pt idx="89417">
                  <c:v>51.49</c:v>
                </c:pt>
                <c:pt idx="89418">
                  <c:v>164.46</c:v>
                </c:pt>
                <c:pt idx="89419">
                  <c:v>72.97</c:v>
                </c:pt>
                <c:pt idx="89420">
                  <c:v>83.96</c:v>
                </c:pt>
                <c:pt idx="89421">
                  <c:v>77.97</c:v>
                </c:pt>
                <c:pt idx="89422">
                  <c:v>69.98</c:v>
                </c:pt>
                <c:pt idx="89423">
                  <c:v>41.49</c:v>
                </c:pt>
                <c:pt idx="89424">
                  <c:v>41.49</c:v>
                </c:pt>
                <c:pt idx="89425">
                  <c:v>69.98</c:v>
                </c:pt>
                <c:pt idx="89426">
                  <c:v>40.49</c:v>
                </c:pt>
                <c:pt idx="89427">
                  <c:v>40.49</c:v>
                </c:pt>
                <c:pt idx="89428">
                  <c:v>49.98</c:v>
                </c:pt>
                <c:pt idx="89429">
                  <c:v>49.99</c:v>
                </c:pt>
                <c:pt idx="89430">
                  <c:v>49.99</c:v>
                </c:pt>
                <c:pt idx="89431">
                  <c:v>79.98</c:v>
                </c:pt>
                <c:pt idx="89432">
                  <c:v>49.98</c:v>
                </c:pt>
                <c:pt idx="89433">
                  <c:v>32.24</c:v>
                </c:pt>
                <c:pt idx="89434">
                  <c:v>-32.24</c:v>
                </c:pt>
                <c:pt idx="89435">
                  <c:v>79.98</c:v>
                </c:pt>
                <c:pt idx="89436">
                  <c:v>32.24</c:v>
                </c:pt>
                <c:pt idx="89437">
                  <c:v>-32.24</c:v>
                </c:pt>
                <c:pt idx="89438">
                  <c:v>233.16</c:v>
                </c:pt>
                <c:pt idx="89439">
                  <c:v>119.9</c:v>
                </c:pt>
                <c:pt idx="89440">
                  <c:v>95.92</c:v>
                </c:pt>
                <c:pt idx="89441">
                  <c:v>54.98</c:v>
                </c:pt>
                <c:pt idx="89442">
                  <c:v>104.47</c:v>
                </c:pt>
                <c:pt idx="89443">
                  <c:v>69.97</c:v>
                </c:pt>
                <c:pt idx="89444">
                  <c:v>72.239999999999995</c:v>
                </c:pt>
                <c:pt idx="89445">
                  <c:v>68.989999999999995</c:v>
                </c:pt>
                <c:pt idx="89446">
                  <c:v>51.97</c:v>
                </c:pt>
                <c:pt idx="89447">
                  <c:v>40.49</c:v>
                </c:pt>
                <c:pt idx="89448">
                  <c:v>51.98</c:v>
                </c:pt>
                <c:pt idx="89449">
                  <c:v>69.98</c:v>
                </c:pt>
                <c:pt idx="89450">
                  <c:v>79.84</c:v>
                </c:pt>
                <c:pt idx="89451">
                  <c:v>65.27</c:v>
                </c:pt>
                <c:pt idx="89452">
                  <c:v>24.78</c:v>
                </c:pt>
                <c:pt idx="89453">
                  <c:v>-24.78</c:v>
                </c:pt>
                <c:pt idx="89454">
                  <c:v>79.849999999999994</c:v>
                </c:pt>
                <c:pt idx="89455">
                  <c:v>211.73</c:v>
                </c:pt>
                <c:pt idx="89456">
                  <c:v>114.89</c:v>
                </c:pt>
                <c:pt idx="89457">
                  <c:v>168.08</c:v>
                </c:pt>
                <c:pt idx="89458">
                  <c:v>157.96</c:v>
                </c:pt>
                <c:pt idx="89459">
                  <c:v>129.96</c:v>
                </c:pt>
                <c:pt idx="89460">
                  <c:v>84.99</c:v>
                </c:pt>
                <c:pt idx="89461">
                  <c:v>93.97</c:v>
                </c:pt>
                <c:pt idx="89462">
                  <c:v>206.95</c:v>
                </c:pt>
                <c:pt idx="89463">
                  <c:v>131.97999999999999</c:v>
                </c:pt>
                <c:pt idx="89464">
                  <c:v>155.91999999999999</c:v>
                </c:pt>
                <c:pt idx="89465">
                  <c:v>49.98</c:v>
                </c:pt>
                <c:pt idx="89466">
                  <c:v>66.959999999999994</c:v>
                </c:pt>
                <c:pt idx="89467">
                  <c:v>127.94</c:v>
                </c:pt>
                <c:pt idx="89468">
                  <c:v>31.48</c:v>
                </c:pt>
                <c:pt idx="89469">
                  <c:v>67.959999999999994</c:v>
                </c:pt>
                <c:pt idx="89470">
                  <c:v>106.97</c:v>
                </c:pt>
                <c:pt idx="89471">
                  <c:v>94.97</c:v>
                </c:pt>
                <c:pt idx="89472">
                  <c:v>67.959999999999994</c:v>
                </c:pt>
                <c:pt idx="89473">
                  <c:v>83.97</c:v>
                </c:pt>
                <c:pt idx="89474">
                  <c:v>83.97</c:v>
                </c:pt>
                <c:pt idx="89475">
                  <c:v>95.67</c:v>
                </c:pt>
                <c:pt idx="89476">
                  <c:v>69.97</c:v>
                </c:pt>
                <c:pt idx="89477">
                  <c:v>111.96</c:v>
                </c:pt>
                <c:pt idx="89478">
                  <c:v>55.98</c:v>
                </c:pt>
                <c:pt idx="89479">
                  <c:v>79.459999999999994</c:v>
                </c:pt>
                <c:pt idx="89480">
                  <c:v>39.99</c:v>
                </c:pt>
                <c:pt idx="89481">
                  <c:v>79.98</c:v>
                </c:pt>
                <c:pt idx="89482">
                  <c:v>44.73</c:v>
                </c:pt>
                <c:pt idx="89483">
                  <c:v>44.04</c:v>
                </c:pt>
                <c:pt idx="89484">
                  <c:v>44.73</c:v>
                </c:pt>
                <c:pt idx="89485">
                  <c:v>76.38</c:v>
                </c:pt>
                <c:pt idx="89486">
                  <c:v>26.49</c:v>
                </c:pt>
                <c:pt idx="89487">
                  <c:v>89.97</c:v>
                </c:pt>
                <c:pt idx="89488">
                  <c:v>59.98</c:v>
                </c:pt>
                <c:pt idx="89489">
                  <c:v>26.49</c:v>
                </c:pt>
                <c:pt idx="89490">
                  <c:v>25.49</c:v>
                </c:pt>
                <c:pt idx="89491">
                  <c:v>26.24</c:v>
                </c:pt>
                <c:pt idx="89492">
                  <c:v>29.99</c:v>
                </c:pt>
                <c:pt idx="89493">
                  <c:v>26.49</c:v>
                </c:pt>
                <c:pt idx="89494">
                  <c:v>23.73</c:v>
                </c:pt>
                <c:pt idx="89495">
                  <c:v>31.49</c:v>
                </c:pt>
                <c:pt idx="89496">
                  <c:v>27.49</c:v>
                </c:pt>
                <c:pt idx="89497">
                  <c:v>69.989999999999995</c:v>
                </c:pt>
                <c:pt idx="89498">
                  <c:v>106.97</c:v>
                </c:pt>
                <c:pt idx="89499">
                  <c:v>140.96</c:v>
                </c:pt>
                <c:pt idx="89500">
                  <c:v>115.97</c:v>
                </c:pt>
                <c:pt idx="89501">
                  <c:v>31.48</c:v>
                </c:pt>
                <c:pt idx="89502">
                  <c:v>139.97999999999999</c:v>
                </c:pt>
                <c:pt idx="89503">
                  <c:v>147.97999999999999</c:v>
                </c:pt>
                <c:pt idx="89504">
                  <c:v>137.97999999999999</c:v>
                </c:pt>
                <c:pt idx="89505">
                  <c:v>61.98</c:v>
                </c:pt>
                <c:pt idx="89506">
                  <c:v>61.98</c:v>
                </c:pt>
                <c:pt idx="89507">
                  <c:v>89.97</c:v>
                </c:pt>
                <c:pt idx="89508">
                  <c:v>71.97</c:v>
                </c:pt>
                <c:pt idx="89509">
                  <c:v>59.98</c:v>
                </c:pt>
                <c:pt idx="89510">
                  <c:v>119.96</c:v>
                </c:pt>
                <c:pt idx="89511">
                  <c:v>143.96</c:v>
                </c:pt>
                <c:pt idx="89512">
                  <c:v>196.92</c:v>
                </c:pt>
                <c:pt idx="89513">
                  <c:v>85.98</c:v>
                </c:pt>
                <c:pt idx="89514">
                  <c:v>69.989999999999995</c:v>
                </c:pt>
                <c:pt idx="89515">
                  <c:v>34.229999999999997</c:v>
                </c:pt>
                <c:pt idx="89516">
                  <c:v>49.47</c:v>
                </c:pt>
                <c:pt idx="89517">
                  <c:v>67.98</c:v>
                </c:pt>
                <c:pt idx="89518">
                  <c:v>142.97</c:v>
                </c:pt>
                <c:pt idx="89519">
                  <c:v>106.96</c:v>
                </c:pt>
                <c:pt idx="89520">
                  <c:v>151.21</c:v>
                </c:pt>
                <c:pt idx="89521">
                  <c:v>145.1</c:v>
                </c:pt>
                <c:pt idx="89522">
                  <c:v>108.83</c:v>
                </c:pt>
                <c:pt idx="89523">
                  <c:v>108.83</c:v>
                </c:pt>
                <c:pt idx="89524">
                  <c:v>72.91</c:v>
                </c:pt>
                <c:pt idx="89525">
                  <c:v>59.62</c:v>
                </c:pt>
                <c:pt idx="89526">
                  <c:v>95.78</c:v>
                </c:pt>
                <c:pt idx="89527">
                  <c:v>163.38999999999999</c:v>
                </c:pt>
                <c:pt idx="89528">
                  <c:v>91.97</c:v>
                </c:pt>
                <c:pt idx="89529">
                  <c:v>69.88</c:v>
                </c:pt>
                <c:pt idx="89530">
                  <c:v>50.37</c:v>
                </c:pt>
                <c:pt idx="89531">
                  <c:v>115.96</c:v>
                </c:pt>
                <c:pt idx="89532">
                  <c:v>76.47</c:v>
                </c:pt>
                <c:pt idx="89533">
                  <c:v>119.96</c:v>
                </c:pt>
                <c:pt idx="89534">
                  <c:v>121.46</c:v>
                </c:pt>
                <c:pt idx="89535">
                  <c:v>121.46</c:v>
                </c:pt>
                <c:pt idx="89536">
                  <c:v>154.63999999999999</c:v>
                </c:pt>
                <c:pt idx="89537">
                  <c:v>128.13</c:v>
                </c:pt>
                <c:pt idx="89538">
                  <c:v>181.93</c:v>
                </c:pt>
                <c:pt idx="89539">
                  <c:v>100.98</c:v>
                </c:pt>
                <c:pt idx="89540">
                  <c:v>94.98</c:v>
                </c:pt>
                <c:pt idx="89541">
                  <c:v>54.98</c:v>
                </c:pt>
                <c:pt idx="89542">
                  <c:v>59.98</c:v>
                </c:pt>
                <c:pt idx="89543">
                  <c:v>124.95</c:v>
                </c:pt>
                <c:pt idx="89544">
                  <c:v>74.98</c:v>
                </c:pt>
                <c:pt idx="89545">
                  <c:v>61.96</c:v>
                </c:pt>
                <c:pt idx="89546">
                  <c:v>65.98</c:v>
                </c:pt>
                <c:pt idx="89547">
                  <c:v>104.97</c:v>
                </c:pt>
                <c:pt idx="89548">
                  <c:v>51.98</c:v>
                </c:pt>
                <c:pt idx="89549">
                  <c:v>56.68</c:v>
                </c:pt>
                <c:pt idx="89550">
                  <c:v>55.95</c:v>
                </c:pt>
                <c:pt idx="89551">
                  <c:v>59.97</c:v>
                </c:pt>
                <c:pt idx="89552">
                  <c:v>59.97</c:v>
                </c:pt>
                <c:pt idx="89553">
                  <c:v>59.97</c:v>
                </c:pt>
                <c:pt idx="89554">
                  <c:v>59.97</c:v>
                </c:pt>
                <c:pt idx="89555">
                  <c:v>13.66</c:v>
                </c:pt>
                <c:pt idx="89556">
                  <c:v>-13.66</c:v>
                </c:pt>
                <c:pt idx="89557">
                  <c:v>50.98</c:v>
                </c:pt>
                <c:pt idx="89558">
                  <c:v>52.98</c:v>
                </c:pt>
                <c:pt idx="89559">
                  <c:v>62.98</c:v>
                </c:pt>
                <c:pt idx="89560">
                  <c:v>60.63</c:v>
                </c:pt>
                <c:pt idx="89561">
                  <c:v>60.98</c:v>
                </c:pt>
                <c:pt idx="89562">
                  <c:v>52.98</c:v>
                </c:pt>
                <c:pt idx="89563">
                  <c:v>61.54</c:v>
                </c:pt>
                <c:pt idx="89564">
                  <c:v>60.96</c:v>
                </c:pt>
                <c:pt idx="89565">
                  <c:v>51.96</c:v>
                </c:pt>
                <c:pt idx="89566">
                  <c:v>112.96</c:v>
                </c:pt>
                <c:pt idx="89567">
                  <c:v>60.96</c:v>
                </c:pt>
                <c:pt idx="89568">
                  <c:v>86.07</c:v>
                </c:pt>
                <c:pt idx="89569">
                  <c:v>117.95</c:v>
                </c:pt>
                <c:pt idx="89570">
                  <c:v>119.96</c:v>
                </c:pt>
                <c:pt idx="89571">
                  <c:v>119.96</c:v>
                </c:pt>
                <c:pt idx="89572">
                  <c:v>147.71</c:v>
                </c:pt>
                <c:pt idx="89573">
                  <c:v>177.55</c:v>
                </c:pt>
                <c:pt idx="89574">
                  <c:v>40.94</c:v>
                </c:pt>
                <c:pt idx="89575">
                  <c:v>99.96</c:v>
                </c:pt>
                <c:pt idx="89576">
                  <c:v>120.46</c:v>
                </c:pt>
                <c:pt idx="89577">
                  <c:v>120.46</c:v>
                </c:pt>
                <c:pt idx="89578">
                  <c:v>84.99</c:v>
                </c:pt>
                <c:pt idx="89579">
                  <c:v>123.97</c:v>
                </c:pt>
                <c:pt idx="89580">
                  <c:v>45.26</c:v>
                </c:pt>
                <c:pt idx="89581">
                  <c:v>65.94</c:v>
                </c:pt>
                <c:pt idx="89582">
                  <c:v>65.94</c:v>
                </c:pt>
                <c:pt idx="89583">
                  <c:v>54.95</c:v>
                </c:pt>
                <c:pt idx="89584">
                  <c:v>65.94</c:v>
                </c:pt>
                <c:pt idx="89585">
                  <c:v>54.95</c:v>
                </c:pt>
                <c:pt idx="89586">
                  <c:v>54.95</c:v>
                </c:pt>
                <c:pt idx="89587">
                  <c:v>54.95</c:v>
                </c:pt>
                <c:pt idx="89588">
                  <c:v>69.989999999999995</c:v>
                </c:pt>
                <c:pt idx="89589">
                  <c:v>361.53</c:v>
                </c:pt>
                <c:pt idx="89590">
                  <c:v>31.28</c:v>
                </c:pt>
                <c:pt idx="89591">
                  <c:v>59.98</c:v>
                </c:pt>
                <c:pt idx="89592">
                  <c:v>59.98</c:v>
                </c:pt>
                <c:pt idx="89593">
                  <c:v>59.98</c:v>
                </c:pt>
                <c:pt idx="89594">
                  <c:v>59.98</c:v>
                </c:pt>
                <c:pt idx="89595">
                  <c:v>89.97</c:v>
                </c:pt>
                <c:pt idx="89596">
                  <c:v>29.99</c:v>
                </c:pt>
                <c:pt idx="89597">
                  <c:v>59.98</c:v>
                </c:pt>
                <c:pt idx="89598">
                  <c:v>54.98</c:v>
                </c:pt>
                <c:pt idx="89599">
                  <c:v>179.96</c:v>
                </c:pt>
                <c:pt idx="89600">
                  <c:v>84.99</c:v>
                </c:pt>
                <c:pt idx="89601">
                  <c:v>72.97</c:v>
                </c:pt>
                <c:pt idx="89602">
                  <c:v>84.99</c:v>
                </c:pt>
                <c:pt idx="89603">
                  <c:v>111.98</c:v>
                </c:pt>
                <c:pt idx="89604">
                  <c:v>99.98</c:v>
                </c:pt>
                <c:pt idx="89605">
                  <c:v>99.98</c:v>
                </c:pt>
                <c:pt idx="89606">
                  <c:v>65.989999999999995</c:v>
                </c:pt>
                <c:pt idx="89607">
                  <c:v>84.98</c:v>
                </c:pt>
                <c:pt idx="89608">
                  <c:v>72.58</c:v>
                </c:pt>
                <c:pt idx="89609">
                  <c:v>108.86</c:v>
                </c:pt>
                <c:pt idx="89610">
                  <c:v>155.96</c:v>
                </c:pt>
                <c:pt idx="89611">
                  <c:v>53.4</c:v>
                </c:pt>
                <c:pt idx="89612">
                  <c:v>252.87</c:v>
                </c:pt>
                <c:pt idx="89613">
                  <c:v>79.98</c:v>
                </c:pt>
                <c:pt idx="89614">
                  <c:v>63.96</c:v>
                </c:pt>
                <c:pt idx="89615">
                  <c:v>61.96</c:v>
                </c:pt>
                <c:pt idx="89616">
                  <c:v>79.98</c:v>
                </c:pt>
                <c:pt idx="89617">
                  <c:v>-52</c:v>
                </c:pt>
                <c:pt idx="89618">
                  <c:v>51.99</c:v>
                </c:pt>
                <c:pt idx="89619">
                  <c:v>152.38</c:v>
                </c:pt>
                <c:pt idx="89620">
                  <c:v>-152.38</c:v>
                </c:pt>
                <c:pt idx="89621">
                  <c:v>87.98</c:v>
                </c:pt>
                <c:pt idx="89622">
                  <c:v>84.99</c:v>
                </c:pt>
                <c:pt idx="89623">
                  <c:v>68.989999999999995</c:v>
                </c:pt>
                <c:pt idx="89624">
                  <c:v>74.989999999999995</c:v>
                </c:pt>
                <c:pt idx="89625">
                  <c:v>144.97</c:v>
                </c:pt>
                <c:pt idx="89626">
                  <c:v>109.98</c:v>
                </c:pt>
                <c:pt idx="89627">
                  <c:v>65.989999999999995</c:v>
                </c:pt>
                <c:pt idx="89628">
                  <c:v>109.98</c:v>
                </c:pt>
                <c:pt idx="89629">
                  <c:v>219.96</c:v>
                </c:pt>
                <c:pt idx="89630">
                  <c:v>77.97</c:v>
                </c:pt>
                <c:pt idx="89631">
                  <c:v>154.22999999999999</c:v>
                </c:pt>
                <c:pt idx="89632">
                  <c:v>123.97</c:v>
                </c:pt>
                <c:pt idx="89633">
                  <c:v>65.989999999999995</c:v>
                </c:pt>
                <c:pt idx="89634">
                  <c:v>80.98</c:v>
                </c:pt>
                <c:pt idx="89635">
                  <c:v>65.989999999999995</c:v>
                </c:pt>
                <c:pt idx="89636">
                  <c:v>1.49</c:v>
                </c:pt>
                <c:pt idx="89637">
                  <c:v>179.96</c:v>
                </c:pt>
                <c:pt idx="89638">
                  <c:v>51.97</c:v>
                </c:pt>
                <c:pt idx="89639">
                  <c:v>29.48</c:v>
                </c:pt>
                <c:pt idx="89640">
                  <c:v>191.88</c:v>
                </c:pt>
                <c:pt idx="89641">
                  <c:v>197.93</c:v>
                </c:pt>
                <c:pt idx="89642">
                  <c:v>86.97</c:v>
                </c:pt>
                <c:pt idx="89643">
                  <c:v>184.94</c:v>
                </c:pt>
                <c:pt idx="89644">
                  <c:v>96.87</c:v>
                </c:pt>
                <c:pt idx="89645">
                  <c:v>71.849999999999994</c:v>
                </c:pt>
                <c:pt idx="89646">
                  <c:v>64.09</c:v>
                </c:pt>
                <c:pt idx="89647">
                  <c:v>108.86</c:v>
                </c:pt>
                <c:pt idx="89648">
                  <c:v>90.77</c:v>
                </c:pt>
                <c:pt idx="89649">
                  <c:v>67.86</c:v>
                </c:pt>
                <c:pt idx="89650">
                  <c:v>69.95</c:v>
                </c:pt>
                <c:pt idx="89651">
                  <c:v>101.93</c:v>
                </c:pt>
                <c:pt idx="89652">
                  <c:v>69.95</c:v>
                </c:pt>
                <c:pt idx="89653">
                  <c:v>71.45</c:v>
                </c:pt>
                <c:pt idx="89654">
                  <c:v>51.09</c:v>
                </c:pt>
                <c:pt idx="89655">
                  <c:v>87.36</c:v>
                </c:pt>
                <c:pt idx="89656">
                  <c:v>47.98</c:v>
                </c:pt>
                <c:pt idx="89657">
                  <c:v>195.1</c:v>
                </c:pt>
                <c:pt idx="89658">
                  <c:v>83.22</c:v>
                </c:pt>
                <c:pt idx="89659">
                  <c:v>46.49</c:v>
                </c:pt>
                <c:pt idx="89660">
                  <c:v>185.96</c:v>
                </c:pt>
                <c:pt idx="89661">
                  <c:v>99.98</c:v>
                </c:pt>
                <c:pt idx="89662">
                  <c:v>67.98</c:v>
                </c:pt>
                <c:pt idx="89663">
                  <c:v>79.98</c:v>
                </c:pt>
                <c:pt idx="89664">
                  <c:v>79.98</c:v>
                </c:pt>
                <c:pt idx="89665">
                  <c:v>85.92</c:v>
                </c:pt>
                <c:pt idx="89666">
                  <c:v>79.98</c:v>
                </c:pt>
                <c:pt idx="89667">
                  <c:v>67.98</c:v>
                </c:pt>
                <c:pt idx="89668">
                  <c:v>194.93</c:v>
                </c:pt>
                <c:pt idx="89669">
                  <c:v>56.97</c:v>
                </c:pt>
                <c:pt idx="89670">
                  <c:v>99.98</c:v>
                </c:pt>
                <c:pt idx="89671">
                  <c:v>145.15</c:v>
                </c:pt>
                <c:pt idx="89672">
                  <c:v>217.73</c:v>
                </c:pt>
                <c:pt idx="89673">
                  <c:v>76.959999999999994</c:v>
                </c:pt>
                <c:pt idx="89674">
                  <c:v>74.62</c:v>
                </c:pt>
                <c:pt idx="89675">
                  <c:v>59.96</c:v>
                </c:pt>
                <c:pt idx="89676">
                  <c:v>55.96</c:v>
                </c:pt>
                <c:pt idx="89677">
                  <c:v>151.69</c:v>
                </c:pt>
                <c:pt idx="89678">
                  <c:v>55.96</c:v>
                </c:pt>
                <c:pt idx="89679">
                  <c:v>187.44</c:v>
                </c:pt>
                <c:pt idx="89680">
                  <c:v>187.44</c:v>
                </c:pt>
                <c:pt idx="89681">
                  <c:v>187.44</c:v>
                </c:pt>
                <c:pt idx="89682">
                  <c:v>187.44</c:v>
                </c:pt>
                <c:pt idx="89683">
                  <c:v>99.95</c:v>
                </c:pt>
                <c:pt idx="89684">
                  <c:v>187.92</c:v>
                </c:pt>
                <c:pt idx="89685">
                  <c:v>89.26</c:v>
                </c:pt>
                <c:pt idx="89686">
                  <c:v>73.37</c:v>
                </c:pt>
                <c:pt idx="89687">
                  <c:v>131.97999999999999</c:v>
                </c:pt>
                <c:pt idx="89688">
                  <c:v>131.97999999999999</c:v>
                </c:pt>
                <c:pt idx="89689">
                  <c:v>197.97</c:v>
                </c:pt>
                <c:pt idx="89690">
                  <c:v>62.98</c:v>
                </c:pt>
                <c:pt idx="89691">
                  <c:v>82.97</c:v>
                </c:pt>
                <c:pt idx="89692">
                  <c:v>62.98</c:v>
                </c:pt>
                <c:pt idx="89693">
                  <c:v>61.54</c:v>
                </c:pt>
                <c:pt idx="89694">
                  <c:v>53.97</c:v>
                </c:pt>
                <c:pt idx="89695">
                  <c:v>90.96</c:v>
                </c:pt>
                <c:pt idx="89696">
                  <c:v>138.94999999999999</c:v>
                </c:pt>
                <c:pt idx="89697">
                  <c:v>118.25</c:v>
                </c:pt>
                <c:pt idx="89698">
                  <c:v>95.91</c:v>
                </c:pt>
                <c:pt idx="89699">
                  <c:v>251.95</c:v>
                </c:pt>
                <c:pt idx="89700">
                  <c:v>215.05</c:v>
                </c:pt>
                <c:pt idx="89701">
                  <c:v>119.96</c:v>
                </c:pt>
                <c:pt idx="89702">
                  <c:v>59.98</c:v>
                </c:pt>
                <c:pt idx="89703">
                  <c:v>59.98</c:v>
                </c:pt>
                <c:pt idx="89704">
                  <c:v>68.989999999999995</c:v>
                </c:pt>
                <c:pt idx="89705">
                  <c:v>58.97</c:v>
                </c:pt>
                <c:pt idx="89706">
                  <c:v>73.98</c:v>
                </c:pt>
                <c:pt idx="89707">
                  <c:v>106.96</c:v>
                </c:pt>
                <c:pt idx="89708">
                  <c:v>69.98</c:v>
                </c:pt>
                <c:pt idx="89709">
                  <c:v>109.94</c:v>
                </c:pt>
                <c:pt idx="89710">
                  <c:v>50.97</c:v>
                </c:pt>
                <c:pt idx="89711">
                  <c:v>131.97999999999999</c:v>
                </c:pt>
                <c:pt idx="89712">
                  <c:v>128.68</c:v>
                </c:pt>
                <c:pt idx="89713">
                  <c:v>131.97999999999999</c:v>
                </c:pt>
                <c:pt idx="89714">
                  <c:v>93.47</c:v>
                </c:pt>
                <c:pt idx="89715">
                  <c:v>81.48</c:v>
                </c:pt>
                <c:pt idx="89716">
                  <c:v>81.48</c:v>
                </c:pt>
                <c:pt idx="89717">
                  <c:v>79.98</c:v>
                </c:pt>
                <c:pt idx="89718">
                  <c:v>66.98</c:v>
                </c:pt>
                <c:pt idx="89719">
                  <c:v>92.97</c:v>
                </c:pt>
                <c:pt idx="89720">
                  <c:v>134.97999999999999</c:v>
                </c:pt>
                <c:pt idx="89721">
                  <c:v>196.95</c:v>
                </c:pt>
                <c:pt idx="89722">
                  <c:v>138.44</c:v>
                </c:pt>
                <c:pt idx="89723">
                  <c:v>10.29</c:v>
                </c:pt>
                <c:pt idx="89724">
                  <c:v>111.96</c:v>
                </c:pt>
                <c:pt idx="89725">
                  <c:v>55.96</c:v>
                </c:pt>
                <c:pt idx="89726">
                  <c:v>59.99</c:v>
                </c:pt>
                <c:pt idx="89727">
                  <c:v>53.99</c:v>
                </c:pt>
                <c:pt idx="89728">
                  <c:v>69.95</c:v>
                </c:pt>
                <c:pt idx="89729">
                  <c:v>59.99</c:v>
                </c:pt>
                <c:pt idx="89730">
                  <c:v>9.0299999999999994</c:v>
                </c:pt>
                <c:pt idx="89731">
                  <c:v>120.95</c:v>
                </c:pt>
                <c:pt idx="89732">
                  <c:v>79.84</c:v>
                </c:pt>
                <c:pt idx="89733">
                  <c:v>65.989999999999995</c:v>
                </c:pt>
                <c:pt idx="89734">
                  <c:v>131.97999999999999</c:v>
                </c:pt>
                <c:pt idx="89735">
                  <c:v>263.95999999999998</c:v>
                </c:pt>
                <c:pt idx="89736">
                  <c:v>55.96</c:v>
                </c:pt>
                <c:pt idx="89737">
                  <c:v>51.56</c:v>
                </c:pt>
                <c:pt idx="89738">
                  <c:v>55.96</c:v>
                </c:pt>
                <c:pt idx="89739">
                  <c:v>54.92</c:v>
                </c:pt>
                <c:pt idx="89740">
                  <c:v>55.96</c:v>
                </c:pt>
                <c:pt idx="89741">
                  <c:v>58.97</c:v>
                </c:pt>
                <c:pt idx="89742">
                  <c:v>56.97</c:v>
                </c:pt>
                <c:pt idx="89743">
                  <c:v>48.42</c:v>
                </c:pt>
                <c:pt idx="89744">
                  <c:v>55.97</c:v>
                </c:pt>
                <c:pt idx="89745">
                  <c:v>57.97</c:v>
                </c:pt>
                <c:pt idx="89746">
                  <c:v>51.28</c:v>
                </c:pt>
                <c:pt idx="89747">
                  <c:v>70.47</c:v>
                </c:pt>
                <c:pt idx="89748">
                  <c:v>48.28</c:v>
                </c:pt>
                <c:pt idx="89749">
                  <c:v>14.29</c:v>
                </c:pt>
                <c:pt idx="89750">
                  <c:v>27.28</c:v>
                </c:pt>
                <c:pt idx="89751">
                  <c:v>12.99</c:v>
                </c:pt>
                <c:pt idx="89752">
                  <c:v>25.98</c:v>
                </c:pt>
                <c:pt idx="89753">
                  <c:v>67.260000000000005</c:v>
                </c:pt>
                <c:pt idx="89754">
                  <c:v>12.99</c:v>
                </c:pt>
                <c:pt idx="89755">
                  <c:v>12.98</c:v>
                </c:pt>
                <c:pt idx="89756">
                  <c:v>6.71</c:v>
                </c:pt>
                <c:pt idx="89757">
                  <c:v>12.99</c:v>
                </c:pt>
                <c:pt idx="89758">
                  <c:v>25.98</c:v>
                </c:pt>
                <c:pt idx="89759">
                  <c:v>14.29</c:v>
                </c:pt>
                <c:pt idx="89760">
                  <c:v>12.99</c:v>
                </c:pt>
                <c:pt idx="89761">
                  <c:v>27.28</c:v>
                </c:pt>
                <c:pt idx="89762">
                  <c:v>27.28</c:v>
                </c:pt>
                <c:pt idx="89763">
                  <c:v>27.28</c:v>
                </c:pt>
                <c:pt idx="89764">
                  <c:v>67.260000000000005</c:v>
                </c:pt>
                <c:pt idx="89765">
                  <c:v>12.98</c:v>
                </c:pt>
                <c:pt idx="89766">
                  <c:v>27.02</c:v>
                </c:pt>
                <c:pt idx="89767">
                  <c:v>27.02</c:v>
                </c:pt>
                <c:pt idx="89768">
                  <c:v>6.71</c:v>
                </c:pt>
                <c:pt idx="89769">
                  <c:v>18.13</c:v>
                </c:pt>
                <c:pt idx="89770">
                  <c:v>18.13</c:v>
                </c:pt>
                <c:pt idx="89771">
                  <c:v>64.010000000000005</c:v>
                </c:pt>
                <c:pt idx="89772">
                  <c:v>18.13</c:v>
                </c:pt>
                <c:pt idx="89773">
                  <c:v>79.849999999999994</c:v>
                </c:pt>
                <c:pt idx="89774">
                  <c:v>102.83</c:v>
                </c:pt>
                <c:pt idx="89775">
                  <c:v>78.400000000000006</c:v>
                </c:pt>
                <c:pt idx="89776">
                  <c:v>96.78</c:v>
                </c:pt>
                <c:pt idx="89777">
                  <c:v>87.97</c:v>
                </c:pt>
                <c:pt idx="89778">
                  <c:v>50.13</c:v>
                </c:pt>
                <c:pt idx="89779">
                  <c:v>197.73</c:v>
                </c:pt>
                <c:pt idx="89780">
                  <c:v>64.92</c:v>
                </c:pt>
                <c:pt idx="89781">
                  <c:v>61.69</c:v>
                </c:pt>
                <c:pt idx="89782">
                  <c:v>221.38</c:v>
                </c:pt>
                <c:pt idx="89783">
                  <c:v>49.99</c:v>
                </c:pt>
                <c:pt idx="89784">
                  <c:v>79.84</c:v>
                </c:pt>
                <c:pt idx="89785">
                  <c:v>309.89999999999998</c:v>
                </c:pt>
                <c:pt idx="89786">
                  <c:v>154.94999999999999</c:v>
                </c:pt>
                <c:pt idx="89787">
                  <c:v>104.96</c:v>
                </c:pt>
                <c:pt idx="89788">
                  <c:v>78.97</c:v>
                </c:pt>
                <c:pt idx="89789">
                  <c:v>40.47</c:v>
                </c:pt>
                <c:pt idx="89790">
                  <c:v>56.97</c:v>
                </c:pt>
                <c:pt idx="89791">
                  <c:v>49.99</c:v>
                </c:pt>
                <c:pt idx="89792">
                  <c:v>39.479999999999997</c:v>
                </c:pt>
                <c:pt idx="89793">
                  <c:v>68.48</c:v>
                </c:pt>
                <c:pt idx="89794">
                  <c:v>135.46</c:v>
                </c:pt>
                <c:pt idx="89795">
                  <c:v>31.48</c:v>
                </c:pt>
                <c:pt idx="89796">
                  <c:v>31.48</c:v>
                </c:pt>
                <c:pt idx="89797">
                  <c:v>16.489999999999998</c:v>
                </c:pt>
                <c:pt idx="89798">
                  <c:v>56.96</c:v>
                </c:pt>
                <c:pt idx="89799">
                  <c:v>104.96</c:v>
                </c:pt>
                <c:pt idx="89800">
                  <c:v>124.98</c:v>
                </c:pt>
                <c:pt idx="89801">
                  <c:v>112.48</c:v>
                </c:pt>
                <c:pt idx="89802">
                  <c:v>54.98</c:v>
                </c:pt>
                <c:pt idx="89803">
                  <c:v>140.53</c:v>
                </c:pt>
                <c:pt idx="89804">
                  <c:v>166.92</c:v>
                </c:pt>
                <c:pt idx="89805">
                  <c:v>240.94</c:v>
                </c:pt>
                <c:pt idx="89806">
                  <c:v>252.74</c:v>
                </c:pt>
                <c:pt idx="89807">
                  <c:v>136.74</c:v>
                </c:pt>
                <c:pt idx="89808">
                  <c:v>57.98</c:v>
                </c:pt>
                <c:pt idx="89809">
                  <c:v>59.98</c:v>
                </c:pt>
                <c:pt idx="89810">
                  <c:v>59.98</c:v>
                </c:pt>
                <c:pt idx="89811">
                  <c:v>119.9</c:v>
                </c:pt>
                <c:pt idx="89812">
                  <c:v>95.92</c:v>
                </c:pt>
                <c:pt idx="89813">
                  <c:v>119.9</c:v>
                </c:pt>
                <c:pt idx="89814">
                  <c:v>119.9</c:v>
                </c:pt>
                <c:pt idx="89815">
                  <c:v>86.98</c:v>
                </c:pt>
                <c:pt idx="89816">
                  <c:v>50.98</c:v>
                </c:pt>
                <c:pt idx="89817">
                  <c:v>50.97</c:v>
                </c:pt>
                <c:pt idx="89818">
                  <c:v>0</c:v>
                </c:pt>
                <c:pt idx="89819">
                  <c:v>65.989999999999995</c:v>
                </c:pt>
                <c:pt idx="89820">
                  <c:v>12.99</c:v>
                </c:pt>
                <c:pt idx="89821">
                  <c:v>51.76</c:v>
                </c:pt>
                <c:pt idx="89822">
                  <c:v>97.97</c:v>
                </c:pt>
                <c:pt idx="89823">
                  <c:v>51.76</c:v>
                </c:pt>
                <c:pt idx="89824">
                  <c:v>79.989999999999995</c:v>
                </c:pt>
                <c:pt idx="89825">
                  <c:v>54.99</c:v>
                </c:pt>
                <c:pt idx="89826">
                  <c:v>79.989999999999995</c:v>
                </c:pt>
                <c:pt idx="89827">
                  <c:v>79.989999999999995</c:v>
                </c:pt>
                <c:pt idx="89828">
                  <c:v>159.97999999999999</c:v>
                </c:pt>
                <c:pt idx="89829">
                  <c:v>120.98</c:v>
                </c:pt>
                <c:pt idx="89830">
                  <c:v>54.28</c:v>
                </c:pt>
                <c:pt idx="89831">
                  <c:v>56.97</c:v>
                </c:pt>
                <c:pt idx="89832">
                  <c:v>55.96</c:v>
                </c:pt>
                <c:pt idx="89833">
                  <c:v>75.959999999999994</c:v>
                </c:pt>
                <c:pt idx="89834">
                  <c:v>55.96</c:v>
                </c:pt>
                <c:pt idx="89835">
                  <c:v>111.56</c:v>
                </c:pt>
                <c:pt idx="89836">
                  <c:v>83.97</c:v>
                </c:pt>
                <c:pt idx="89837">
                  <c:v>74.97</c:v>
                </c:pt>
                <c:pt idx="89838">
                  <c:v>113.94</c:v>
                </c:pt>
                <c:pt idx="89839">
                  <c:v>69.97</c:v>
                </c:pt>
                <c:pt idx="89840">
                  <c:v>68.98</c:v>
                </c:pt>
                <c:pt idx="89841">
                  <c:v>99.98</c:v>
                </c:pt>
                <c:pt idx="89842">
                  <c:v>150.18</c:v>
                </c:pt>
                <c:pt idx="89843">
                  <c:v>134.97999999999999</c:v>
                </c:pt>
                <c:pt idx="89844">
                  <c:v>114.97</c:v>
                </c:pt>
                <c:pt idx="89845">
                  <c:v>62.97</c:v>
                </c:pt>
                <c:pt idx="89846">
                  <c:v>108.98</c:v>
                </c:pt>
                <c:pt idx="89847">
                  <c:v>125.97</c:v>
                </c:pt>
                <c:pt idx="89848">
                  <c:v>109.98</c:v>
                </c:pt>
                <c:pt idx="89849">
                  <c:v>54.09</c:v>
                </c:pt>
                <c:pt idx="89850">
                  <c:v>90.92</c:v>
                </c:pt>
                <c:pt idx="89851">
                  <c:v>56.97</c:v>
                </c:pt>
                <c:pt idx="89852">
                  <c:v>103.97</c:v>
                </c:pt>
                <c:pt idx="89853">
                  <c:v>56.97</c:v>
                </c:pt>
                <c:pt idx="89854">
                  <c:v>56.97</c:v>
                </c:pt>
                <c:pt idx="89855">
                  <c:v>204.97</c:v>
                </c:pt>
                <c:pt idx="89856">
                  <c:v>16.489999999999998</c:v>
                </c:pt>
                <c:pt idx="89857">
                  <c:v>69.989999999999995</c:v>
                </c:pt>
                <c:pt idx="89858">
                  <c:v>83.48</c:v>
                </c:pt>
                <c:pt idx="89859">
                  <c:v>69.989999999999995</c:v>
                </c:pt>
                <c:pt idx="89860">
                  <c:v>131.97999999999999</c:v>
                </c:pt>
                <c:pt idx="89861">
                  <c:v>50.98</c:v>
                </c:pt>
                <c:pt idx="89862">
                  <c:v>155.97</c:v>
                </c:pt>
                <c:pt idx="89863">
                  <c:v>118.26</c:v>
                </c:pt>
                <c:pt idx="89864">
                  <c:v>59.94</c:v>
                </c:pt>
                <c:pt idx="89865">
                  <c:v>69.98</c:v>
                </c:pt>
                <c:pt idx="89866">
                  <c:v>71.47</c:v>
                </c:pt>
                <c:pt idx="89867">
                  <c:v>70.989999999999995</c:v>
                </c:pt>
                <c:pt idx="89868">
                  <c:v>59.98</c:v>
                </c:pt>
                <c:pt idx="89869">
                  <c:v>64.98</c:v>
                </c:pt>
                <c:pt idx="89870">
                  <c:v>44.38</c:v>
                </c:pt>
                <c:pt idx="89871">
                  <c:v>68.989999999999995</c:v>
                </c:pt>
                <c:pt idx="89872">
                  <c:v>74.98</c:v>
                </c:pt>
                <c:pt idx="89873">
                  <c:v>59.98</c:v>
                </c:pt>
                <c:pt idx="89874">
                  <c:v>54.98</c:v>
                </c:pt>
                <c:pt idx="89875">
                  <c:v>54.98</c:v>
                </c:pt>
                <c:pt idx="89876">
                  <c:v>59.98</c:v>
                </c:pt>
                <c:pt idx="89877">
                  <c:v>59.98</c:v>
                </c:pt>
                <c:pt idx="89878">
                  <c:v>54.98</c:v>
                </c:pt>
                <c:pt idx="89879">
                  <c:v>21.49</c:v>
                </c:pt>
                <c:pt idx="89880">
                  <c:v>129.97999999999999</c:v>
                </c:pt>
                <c:pt idx="89881">
                  <c:v>15.49</c:v>
                </c:pt>
                <c:pt idx="89882">
                  <c:v>26.49</c:v>
                </c:pt>
                <c:pt idx="89883">
                  <c:v>97.04</c:v>
                </c:pt>
                <c:pt idx="89884">
                  <c:v>98.98</c:v>
                </c:pt>
                <c:pt idx="89885">
                  <c:v>29.48</c:v>
                </c:pt>
                <c:pt idx="89886">
                  <c:v>84.99</c:v>
                </c:pt>
                <c:pt idx="89887">
                  <c:v>70.989999999999995</c:v>
                </c:pt>
                <c:pt idx="89888">
                  <c:v>84.99</c:v>
                </c:pt>
                <c:pt idx="89889">
                  <c:v>84.99</c:v>
                </c:pt>
                <c:pt idx="89890">
                  <c:v>187.92</c:v>
                </c:pt>
                <c:pt idx="89891">
                  <c:v>229.9</c:v>
                </c:pt>
                <c:pt idx="89892">
                  <c:v>220.42</c:v>
                </c:pt>
                <c:pt idx="89893">
                  <c:v>229.9</c:v>
                </c:pt>
                <c:pt idx="89894">
                  <c:v>231.91</c:v>
                </c:pt>
                <c:pt idx="89895">
                  <c:v>220.42</c:v>
                </c:pt>
                <c:pt idx="89896">
                  <c:v>187.92</c:v>
                </c:pt>
                <c:pt idx="89897">
                  <c:v>231.91</c:v>
                </c:pt>
                <c:pt idx="89898">
                  <c:v>125.8</c:v>
                </c:pt>
                <c:pt idx="89899">
                  <c:v>122.16</c:v>
                </c:pt>
                <c:pt idx="89900">
                  <c:v>70.14</c:v>
                </c:pt>
                <c:pt idx="89901">
                  <c:v>65.989999999999995</c:v>
                </c:pt>
                <c:pt idx="89902">
                  <c:v>131.97999999999999</c:v>
                </c:pt>
                <c:pt idx="89903">
                  <c:v>118.78</c:v>
                </c:pt>
                <c:pt idx="89904">
                  <c:v>59.39</c:v>
                </c:pt>
                <c:pt idx="89905">
                  <c:v>79.98</c:v>
                </c:pt>
                <c:pt idx="89906">
                  <c:v>50.38</c:v>
                </c:pt>
                <c:pt idx="89907">
                  <c:v>84.99</c:v>
                </c:pt>
                <c:pt idx="89908">
                  <c:v>59.46</c:v>
                </c:pt>
                <c:pt idx="89909">
                  <c:v>54.39</c:v>
                </c:pt>
                <c:pt idx="89910">
                  <c:v>51.42</c:v>
                </c:pt>
                <c:pt idx="89911">
                  <c:v>159.43</c:v>
                </c:pt>
                <c:pt idx="89912">
                  <c:v>75.98</c:v>
                </c:pt>
                <c:pt idx="89913">
                  <c:v>75.98</c:v>
                </c:pt>
                <c:pt idx="89914">
                  <c:v>75.98</c:v>
                </c:pt>
                <c:pt idx="89915">
                  <c:v>89.97</c:v>
                </c:pt>
                <c:pt idx="89916">
                  <c:v>15.49</c:v>
                </c:pt>
                <c:pt idx="89917">
                  <c:v>112.96</c:v>
                </c:pt>
                <c:pt idx="89918">
                  <c:v>137.91999999999999</c:v>
                </c:pt>
                <c:pt idx="89919">
                  <c:v>79.989999999999995</c:v>
                </c:pt>
                <c:pt idx="89920">
                  <c:v>133.97</c:v>
                </c:pt>
                <c:pt idx="89921">
                  <c:v>132.96</c:v>
                </c:pt>
                <c:pt idx="89922">
                  <c:v>33.479999999999997</c:v>
                </c:pt>
                <c:pt idx="89923">
                  <c:v>212.94</c:v>
                </c:pt>
                <c:pt idx="89924">
                  <c:v>63.96</c:v>
                </c:pt>
                <c:pt idx="89925">
                  <c:v>81.64</c:v>
                </c:pt>
                <c:pt idx="89926">
                  <c:v>99.98</c:v>
                </c:pt>
                <c:pt idx="89927">
                  <c:v>84.99</c:v>
                </c:pt>
                <c:pt idx="89928">
                  <c:v>99.98</c:v>
                </c:pt>
                <c:pt idx="89929">
                  <c:v>84.99</c:v>
                </c:pt>
                <c:pt idx="89930">
                  <c:v>100.98</c:v>
                </c:pt>
                <c:pt idx="89931">
                  <c:v>75.989999999999995</c:v>
                </c:pt>
                <c:pt idx="89932">
                  <c:v>71.989999999999995</c:v>
                </c:pt>
                <c:pt idx="89933">
                  <c:v>104.98</c:v>
                </c:pt>
                <c:pt idx="89934">
                  <c:v>163.28</c:v>
                </c:pt>
                <c:pt idx="89935">
                  <c:v>66.489999999999995</c:v>
                </c:pt>
                <c:pt idx="89936">
                  <c:v>72.53</c:v>
                </c:pt>
                <c:pt idx="89937">
                  <c:v>67.98</c:v>
                </c:pt>
                <c:pt idx="89938">
                  <c:v>48.78</c:v>
                </c:pt>
                <c:pt idx="89939">
                  <c:v>67.98</c:v>
                </c:pt>
                <c:pt idx="89940">
                  <c:v>59.96</c:v>
                </c:pt>
                <c:pt idx="89941">
                  <c:v>449.85</c:v>
                </c:pt>
                <c:pt idx="89942">
                  <c:v>79.95</c:v>
                </c:pt>
                <c:pt idx="89943">
                  <c:v>130.97</c:v>
                </c:pt>
                <c:pt idx="89944">
                  <c:v>79.98</c:v>
                </c:pt>
                <c:pt idx="89945">
                  <c:v>158.94999999999999</c:v>
                </c:pt>
                <c:pt idx="89946">
                  <c:v>239.92</c:v>
                </c:pt>
                <c:pt idx="89947">
                  <c:v>119.96</c:v>
                </c:pt>
                <c:pt idx="89948">
                  <c:v>89.97</c:v>
                </c:pt>
                <c:pt idx="89949">
                  <c:v>53.97</c:v>
                </c:pt>
                <c:pt idx="89950">
                  <c:v>74.95</c:v>
                </c:pt>
                <c:pt idx="89951">
                  <c:v>71.94</c:v>
                </c:pt>
                <c:pt idx="89952">
                  <c:v>74.95</c:v>
                </c:pt>
                <c:pt idx="89953">
                  <c:v>59.96</c:v>
                </c:pt>
                <c:pt idx="89954">
                  <c:v>-71.94</c:v>
                </c:pt>
                <c:pt idx="89955">
                  <c:v>108.86</c:v>
                </c:pt>
                <c:pt idx="89956">
                  <c:v>91.91</c:v>
                </c:pt>
                <c:pt idx="89957">
                  <c:v>68.930000000000007</c:v>
                </c:pt>
                <c:pt idx="89958">
                  <c:v>68.930000000000007</c:v>
                </c:pt>
                <c:pt idx="89959">
                  <c:v>74.97</c:v>
                </c:pt>
                <c:pt idx="89960">
                  <c:v>80.97</c:v>
                </c:pt>
                <c:pt idx="89961">
                  <c:v>89.97</c:v>
                </c:pt>
                <c:pt idx="89962">
                  <c:v>149.94999999999999</c:v>
                </c:pt>
                <c:pt idx="89963">
                  <c:v>59.98</c:v>
                </c:pt>
                <c:pt idx="89964">
                  <c:v>46.29</c:v>
                </c:pt>
                <c:pt idx="89965">
                  <c:v>20.29</c:v>
                </c:pt>
                <c:pt idx="89966">
                  <c:v>51.29</c:v>
                </c:pt>
                <c:pt idx="89967">
                  <c:v>46.29</c:v>
                </c:pt>
                <c:pt idx="89968">
                  <c:v>20.29</c:v>
                </c:pt>
                <c:pt idx="89969">
                  <c:v>10.29</c:v>
                </c:pt>
                <c:pt idx="89970">
                  <c:v>10.29</c:v>
                </c:pt>
                <c:pt idx="89971">
                  <c:v>51.29</c:v>
                </c:pt>
                <c:pt idx="89972">
                  <c:v>239.97</c:v>
                </c:pt>
                <c:pt idx="89973">
                  <c:v>239.97</c:v>
                </c:pt>
                <c:pt idx="89974">
                  <c:v>89.36</c:v>
                </c:pt>
                <c:pt idx="89975">
                  <c:v>-0.5</c:v>
                </c:pt>
                <c:pt idx="89976">
                  <c:v>75.599999999999994</c:v>
                </c:pt>
                <c:pt idx="89977">
                  <c:v>62.9</c:v>
                </c:pt>
                <c:pt idx="89978">
                  <c:v>65.489999999999995</c:v>
                </c:pt>
                <c:pt idx="89979">
                  <c:v>29.89</c:v>
                </c:pt>
                <c:pt idx="89980">
                  <c:v>91.94</c:v>
                </c:pt>
                <c:pt idx="89981">
                  <c:v>70.16</c:v>
                </c:pt>
                <c:pt idx="89982">
                  <c:v>69.959999999999994</c:v>
                </c:pt>
                <c:pt idx="89983">
                  <c:v>57.98</c:v>
                </c:pt>
                <c:pt idx="89984">
                  <c:v>53.96</c:v>
                </c:pt>
                <c:pt idx="89985">
                  <c:v>59.97</c:v>
                </c:pt>
                <c:pt idx="89986">
                  <c:v>67.98</c:v>
                </c:pt>
                <c:pt idx="89987">
                  <c:v>219.97</c:v>
                </c:pt>
                <c:pt idx="89988">
                  <c:v>447.65</c:v>
                </c:pt>
                <c:pt idx="89989">
                  <c:v>59.98</c:v>
                </c:pt>
                <c:pt idx="89990">
                  <c:v>67.97</c:v>
                </c:pt>
                <c:pt idx="89991">
                  <c:v>160.96</c:v>
                </c:pt>
                <c:pt idx="89992">
                  <c:v>20.49</c:v>
                </c:pt>
                <c:pt idx="89993">
                  <c:v>172.46</c:v>
                </c:pt>
                <c:pt idx="89994">
                  <c:v>104.98</c:v>
                </c:pt>
                <c:pt idx="89995">
                  <c:v>98.98</c:v>
                </c:pt>
                <c:pt idx="89996">
                  <c:v>67.98</c:v>
                </c:pt>
                <c:pt idx="89997">
                  <c:v>175.47</c:v>
                </c:pt>
                <c:pt idx="89998">
                  <c:v>164.96</c:v>
                </c:pt>
                <c:pt idx="89999">
                  <c:v>63.74</c:v>
                </c:pt>
                <c:pt idx="90000">
                  <c:v>49.99</c:v>
                </c:pt>
                <c:pt idx="90001">
                  <c:v>191.95</c:v>
                </c:pt>
                <c:pt idx="90002">
                  <c:v>74.98</c:v>
                </c:pt>
                <c:pt idx="90003">
                  <c:v>89.98</c:v>
                </c:pt>
                <c:pt idx="90004">
                  <c:v>39.28</c:v>
                </c:pt>
                <c:pt idx="90005">
                  <c:v>113.96</c:v>
                </c:pt>
                <c:pt idx="90006">
                  <c:v>108.95</c:v>
                </c:pt>
                <c:pt idx="90007">
                  <c:v>231.92</c:v>
                </c:pt>
                <c:pt idx="90008">
                  <c:v>50.97</c:v>
                </c:pt>
                <c:pt idx="90009">
                  <c:v>50.97</c:v>
                </c:pt>
                <c:pt idx="90010">
                  <c:v>65.97</c:v>
                </c:pt>
                <c:pt idx="90011">
                  <c:v>53.97</c:v>
                </c:pt>
                <c:pt idx="90012">
                  <c:v>114.91</c:v>
                </c:pt>
                <c:pt idx="90013">
                  <c:v>82.26</c:v>
                </c:pt>
                <c:pt idx="90014">
                  <c:v>145.94</c:v>
                </c:pt>
                <c:pt idx="90015">
                  <c:v>145.94</c:v>
                </c:pt>
                <c:pt idx="90016">
                  <c:v>89.94</c:v>
                </c:pt>
                <c:pt idx="90017">
                  <c:v>218.91</c:v>
                </c:pt>
                <c:pt idx="90018">
                  <c:v>89.94</c:v>
                </c:pt>
                <c:pt idx="90019">
                  <c:v>218.91</c:v>
                </c:pt>
                <c:pt idx="90020">
                  <c:v>95.98</c:v>
                </c:pt>
                <c:pt idx="90021">
                  <c:v>84.99</c:v>
                </c:pt>
                <c:pt idx="90022">
                  <c:v>95.98</c:v>
                </c:pt>
                <c:pt idx="90023">
                  <c:v>84.99</c:v>
                </c:pt>
                <c:pt idx="90024">
                  <c:v>141.9</c:v>
                </c:pt>
                <c:pt idx="90025">
                  <c:v>75.959999999999994</c:v>
                </c:pt>
                <c:pt idx="90026">
                  <c:v>168.27</c:v>
                </c:pt>
                <c:pt idx="90027">
                  <c:v>254.97</c:v>
                </c:pt>
                <c:pt idx="90028">
                  <c:v>65.989999999999995</c:v>
                </c:pt>
                <c:pt idx="90029">
                  <c:v>156.94999999999999</c:v>
                </c:pt>
                <c:pt idx="90030">
                  <c:v>144.47999999999999</c:v>
                </c:pt>
                <c:pt idx="90031">
                  <c:v>152.97999999999999</c:v>
                </c:pt>
                <c:pt idx="90032">
                  <c:v>65.989999999999995</c:v>
                </c:pt>
                <c:pt idx="90033">
                  <c:v>84.99</c:v>
                </c:pt>
                <c:pt idx="90034">
                  <c:v>30.05</c:v>
                </c:pt>
                <c:pt idx="90035">
                  <c:v>65.989999999999995</c:v>
                </c:pt>
                <c:pt idx="90036">
                  <c:v>65.989999999999995</c:v>
                </c:pt>
                <c:pt idx="90037">
                  <c:v>63.71</c:v>
                </c:pt>
                <c:pt idx="90038">
                  <c:v>103.66</c:v>
                </c:pt>
                <c:pt idx="90039">
                  <c:v>162.37</c:v>
                </c:pt>
                <c:pt idx="90040">
                  <c:v>121.07</c:v>
                </c:pt>
                <c:pt idx="90041">
                  <c:v>59.98</c:v>
                </c:pt>
                <c:pt idx="90042">
                  <c:v>79.849999999999994</c:v>
                </c:pt>
                <c:pt idx="90043">
                  <c:v>96.78</c:v>
                </c:pt>
                <c:pt idx="90044">
                  <c:v>61.67</c:v>
                </c:pt>
                <c:pt idx="90045">
                  <c:v>37.47</c:v>
                </c:pt>
                <c:pt idx="90046">
                  <c:v>49.59</c:v>
                </c:pt>
                <c:pt idx="90047">
                  <c:v>67.739999999999995</c:v>
                </c:pt>
                <c:pt idx="90048">
                  <c:v>71.09</c:v>
                </c:pt>
                <c:pt idx="90049">
                  <c:v>48.58</c:v>
                </c:pt>
                <c:pt idx="90050">
                  <c:v>201.95</c:v>
                </c:pt>
                <c:pt idx="90051">
                  <c:v>81.67</c:v>
                </c:pt>
                <c:pt idx="90052">
                  <c:v>59.97</c:v>
                </c:pt>
                <c:pt idx="90053">
                  <c:v>53.98</c:v>
                </c:pt>
                <c:pt idx="90054">
                  <c:v>59.95</c:v>
                </c:pt>
                <c:pt idx="90055">
                  <c:v>95.96</c:v>
                </c:pt>
                <c:pt idx="90056">
                  <c:v>131.97999999999999</c:v>
                </c:pt>
                <c:pt idx="90057">
                  <c:v>317.94</c:v>
                </c:pt>
                <c:pt idx="90058">
                  <c:v>133.97999999999999</c:v>
                </c:pt>
                <c:pt idx="90059">
                  <c:v>84.99</c:v>
                </c:pt>
                <c:pt idx="90060">
                  <c:v>184.8</c:v>
                </c:pt>
                <c:pt idx="90061">
                  <c:v>17.940000000000001</c:v>
                </c:pt>
                <c:pt idx="90062">
                  <c:v>36.479999999999997</c:v>
                </c:pt>
                <c:pt idx="90063">
                  <c:v>55.98</c:v>
                </c:pt>
                <c:pt idx="90064">
                  <c:v>58.98</c:v>
                </c:pt>
                <c:pt idx="90065">
                  <c:v>76.489999999999995</c:v>
                </c:pt>
                <c:pt idx="90066">
                  <c:v>109.97</c:v>
                </c:pt>
                <c:pt idx="90067">
                  <c:v>72.239999999999995</c:v>
                </c:pt>
                <c:pt idx="90068">
                  <c:v>117.76</c:v>
                </c:pt>
                <c:pt idx="90069">
                  <c:v>83.81</c:v>
                </c:pt>
                <c:pt idx="90070">
                  <c:v>208.08</c:v>
                </c:pt>
                <c:pt idx="90071">
                  <c:v>284.27999999999997</c:v>
                </c:pt>
                <c:pt idx="90072">
                  <c:v>219.8</c:v>
                </c:pt>
                <c:pt idx="90073">
                  <c:v>108.84</c:v>
                </c:pt>
                <c:pt idx="90074">
                  <c:v>65.290000000000006</c:v>
                </c:pt>
                <c:pt idx="90075">
                  <c:v>72.55</c:v>
                </c:pt>
                <c:pt idx="90076">
                  <c:v>96.79</c:v>
                </c:pt>
                <c:pt idx="90077">
                  <c:v>58.56</c:v>
                </c:pt>
                <c:pt idx="90078">
                  <c:v>129.97999999999999</c:v>
                </c:pt>
                <c:pt idx="90079">
                  <c:v>159.96</c:v>
                </c:pt>
                <c:pt idx="90080">
                  <c:v>53.88</c:v>
                </c:pt>
                <c:pt idx="90081">
                  <c:v>53.98</c:v>
                </c:pt>
                <c:pt idx="90082">
                  <c:v>17.489999999999998</c:v>
                </c:pt>
                <c:pt idx="90083">
                  <c:v>55.94</c:v>
                </c:pt>
                <c:pt idx="90084">
                  <c:v>67.98</c:v>
                </c:pt>
                <c:pt idx="90085">
                  <c:v>184.97</c:v>
                </c:pt>
                <c:pt idx="90086">
                  <c:v>65.989999999999995</c:v>
                </c:pt>
                <c:pt idx="90087">
                  <c:v>115.95</c:v>
                </c:pt>
                <c:pt idx="90088">
                  <c:v>79.98</c:v>
                </c:pt>
                <c:pt idx="90089">
                  <c:v>64.83</c:v>
                </c:pt>
                <c:pt idx="90090">
                  <c:v>98.98</c:v>
                </c:pt>
                <c:pt idx="90091">
                  <c:v>65.989999999999995</c:v>
                </c:pt>
                <c:pt idx="90092">
                  <c:v>84.99</c:v>
                </c:pt>
                <c:pt idx="90093">
                  <c:v>84.18</c:v>
                </c:pt>
                <c:pt idx="90094">
                  <c:v>84.18</c:v>
                </c:pt>
                <c:pt idx="90095">
                  <c:v>98.13</c:v>
                </c:pt>
                <c:pt idx="90096">
                  <c:v>109.98</c:v>
                </c:pt>
                <c:pt idx="90097">
                  <c:v>59.98</c:v>
                </c:pt>
                <c:pt idx="90098">
                  <c:v>102.97</c:v>
                </c:pt>
                <c:pt idx="90099">
                  <c:v>89.96</c:v>
                </c:pt>
                <c:pt idx="90100">
                  <c:v>125.57</c:v>
                </c:pt>
                <c:pt idx="90101">
                  <c:v>55.97</c:v>
                </c:pt>
                <c:pt idx="90102">
                  <c:v>64.989999999999995</c:v>
                </c:pt>
                <c:pt idx="90103">
                  <c:v>57.68</c:v>
                </c:pt>
                <c:pt idx="90104">
                  <c:v>64.98</c:v>
                </c:pt>
                <c:pt idx="90105">
                  <c:v>59.96</c:v>
                </c:pt>
                <c:pt idx="90106">
                  <c:v>76.489999999999995</c:v>
                </c:pt>
                <c:pt idx="90107">
                  <c:v>59.96</c:v>
                </c:pt>
                <c:pt idx="90108">
                  <c:v>87.97</c:v>
                </c:pt>
                <c:pt idx="90109">
                  <c:v>49.48</c:v>
                </c:pt>
                <c:pt idx="90110">
                  <c:v>54.98</c:v>
                </c:pt>
                <c:pt idx="90111">
                  <c:v>40.49</c:v>
                </c:pt>
                <c:pt idx="90112">
                  <c:v>61.98</c:v>
                </c:pt>
                <c:pt idx="90113">
                  <c:v>78.98</c:v>
                </c:pt>
                <c:pt idx="90114">
                  <c:v>53.98</c:v>
                </c:pt>
                <c:pt idx="90115">
                  <c:v>148.97</c:v>
                </c:pt>
                <c:pt idx="90116">
                  <c:v>54.98</c:v>
                </c:pt>
                <c:pt idx="90117">
                  <c:v>119.97</c:v>
                </c:pt>
                <c:pt idx="90118">
                  <c:v>119.96</c:v>
                </c:pt>
                <c:pt idx="90119">
                  <c:v>135.96</c:v>
                </c:pt>
                <c:pt idx="90120">
                  <c:v>67.98</c:v>
                </c:pt>
                <c:pt idx="90121">
                  <c:v>89.9</c:v>
                </c:pt>
                <c:pt idx="90122">
                  <c:v>59.98</c:v>
                </c:pt>
                <c:pt idx="90123">
                  <c:v>53.97</c:v>
                </c:pt>
                <c:pt idx="90124">
                  <c:v>59.98</c:v>
                </c:pt>
                <c:pt idx="90125">
                  <c:v>59.98</c:v>
                </c:pt>
                <c:pt idx="90126">
                  <c:v>59.98</c:v>
                </c:pt>
                <c:pt idx="90127">
                  <c:v>59.98</c:v>
                </c:pt>
                <c:pt idx="90128">
                  <c:v>89.97</c:v>
                </c:pt>
                <c:pt idx="90129">
                  <c:v>55.98</c:v>
                </c:pt>
                <c:pt idx="90130">
                  <c:v>91.96</c:v>
                </c:pt>
                <c:pt idx="90131">
                  <c:v>69.959999999999994</c:v>
                </c:pt>
                <c:pt idx="90132">
                  <c:v>123.96</c:v>
                </c:pt>
                <c:pt idx="90133">
                  <c:v>91.96</c:v>
                </c:pt>
                <c:pt idx="90134">
                  <c:v>65.959999999999994</c:v>
                </c:pt>
                <c:pt idx="90135">
                  <c:v>84.99</c:v>
                </c:pt>
                <c:pt idx="90136">
                  <c:v>73.48</c:v>
                </c:pt>
                <c:pt idx="90137">
                  <c:v>84.99</c:v>
                </c:pt>
                <c:pt idx="90138">
                  <c:v>51.96</c:v>
                </c:pt>
                <c:pt idx="90139">
                  <c:v>26.29</c:v>
                </c:pt>
                <c:pt idx="90140">
                  <c:v>75.959999999999994</c:v>
                </c:pt>
                <c:pt idx="90141">
                  <c:v>55.45</c:v>
                </c:pt>
                <c:pt idx="90142">
                  <c:v>27.28</c:v>
                </c:pt>
                <c:pt idx="90143">
                  <c:v>26.29</c:v>
                </c:pt>
                <c:pt idx="90144">
                  <c:v>59.98</c:v>
                </c:pt>
                <c:pt idx="90145">
                  <c:v>71.22</c:v>
                </c:pt>
                <c:pt idx="90146">
                  <c:v>119.96</c:v>
                </c:pt>
                <c:pt idx="90147">
                  <c:v>53.98</c:v>
                </c:pt>
                <c:pt idx="90148">
                  <c:v>137.94999999999999</c:v>
                </c:pt>
                <c:pt idx="90149">
                  <c:v>149.9</c:v>
                </c:pt>
                <c:pt idx="90150">
                  <c:v>62.47</c:v>
                </c:pt>
                <c:pt idx="90151">
                  <c:v>67.98</c:v>
                </c:pt>
                <c:pt idx="90152">
                  <c:v>59.96</c:v>
                </c:pt>
                <c:pt idx="90153">
                  <c:v>10.24</c:v>
                </c:pt>
                <c:pt idx="90154">
                  <c:v>104.96</c:v>
                </c:pt>
                <c:pt idx="90155">
                  <c:v>198.85</c:v>
                </c:pt>
                <c:pt idx="90156">
                  <c:v>141.96</c:v>
                </c:pt>
                <c:pt idx="90157">
                  <c:v>26.49</c:v>
                </c:pt>
                <c:pt idx="90158">
                  <c:v>20.48</c:v>
                </c:pt>
                <c:pt idx="90159">
                  <c:v>51.49</c:v>
                </c:pt>
                <c:pt idx="90160">
                  <c:v>31.49</c:v>
                </c:pt>
                <c:pt idx="90161">
                  <c:v>26.49</c:v>
                </c:pt>
                <c:pt idx="90162">
                  <c:v>26.49</c:v>
                </c:pt>
                <c:pt idx="90163">
                  <c:v>20.48</c:v>
                </c:pt>
                <c:pt idx="90164">
                  <c:v>36.49</c:v>
                </c:pt>
                <c:pt idx="90165">
                  <c:v>100.98</c:v>
                </c:pt>
                <c:pt idx="90166">
                  <c:v>175.46</c:v>
                </c:pt>
                <c:pt idx="90167">
                  <c:v>135.47999999999999</c:v>
                </c:pt>
                <c:pt idx="90168">
                  <c:v>145.47</c:v>
                </c:pt>
                <c:pt idx="90169">
                  <c:v>76.45</c:v>
                </c:pt>
                <c:pt idx="90170">
                  <c:v>105.93</c:v>
                </c:pt>
                <c:pt idx="90171">
                  <c:v>125.93</c:v>
                </c:pt>
                <c:pt idx="90172">
                  <c:v>108.92</c:v>
                </c:pt>
                <c:pt idx="90173">
                  <c:v>78.180000000000007</c:v>
                </c:pt>
                <c:pt idx="90174">
                  <c:v>63.98</c:v>
                </c:pt>
                <c:pt idx="90175">
                  <c:v>62.88</c:v>
                </c:pt>
                <c:pt idx="90176">
                  <c:v>178.56</c:v>
                </c:pt>
                <c:pt idx="90177">
                  <c:v>55.96</c:v>
                </c:pt>
                <c:pt idx="90178">
                  <c:v>55.96</c:v>
                </c:pt>
                <c:pt idx="90179">
                  <c:v>55.96</c:v>
                </c:pt>
                <c:pt idx="90180">
                  <c:v>55.96</c:v>
                </c:pt>
                <c:pt idx="90181">
                  <c:v>50.36</c:v>
                </c:pt>
                <c:pt idx="90182">
                  <c:v>55.96</c:v>
                </c:pt>
                <c:pt idx="90183">
                  <c:v>55.96</c:v>
                </c:pt>
                <c:pt idx="90184">
                  <c:v>55.96</c:v>
                </c:pt>
                <c:pt idx="90185">
                  <c:v>143.94</c:v>
                </c:pt>
                <c:pt idx="90186">
                  <c:v>147.85</c:v>
                </c:pt>
                <c:pt idx="90187">
                  <c:v>149.94999999999999</c:v>
                </c:pt>
                <c:pt idx="90188">
                  <c:v>70.98</c:v>
                </c:pt>
                <c:pt idx="90189">
                  <c:v>19.989999999999998</c:v>
                </c:pt>
                <c:pt idx="90190">
                  <c:v>-49.99</c:v>
                </c:pt>
                <c:pt idx="90191">
                  <c:v>58.97</c:v>
                </c:pt>
                <c:pt idx="90192">
                  <c:v>57.96</c:v>
                </c:pt>
                <c:pt idx="90193">
                  <c:v>49.99</c:v>
                </c:pt>
                <c:pt idx="90194">
                  <c:v>56.97</c:v>
                </c:pt>
                <c:pt idx="90195">
                  <c:v>56.97</c:v>
                </c:pt>
                <c:pt idx="90196">
                  <c:v>65.489999999999995</c:v>
                </c:pt>
                <c:pt idx="90197">
                  <c:v>56.97</c:v>
                </c:pt>
                <c:pt idx="90198">
                  <c:v>76.489999999999995</c:v>
                </c:pt>
                <c:pt idx="90199">
                  <c:v>97.29</c:v>
                </c:pt>
                <c:pt idx="90200">
                  <c:v>99.98</c:v>
                </c:pt>
                <c:pt idx="90201">
                  <c:v>76.489999999999995</c:v>
                </c:pt>
                <c:pt idx="90202">
                  <c:v>98.97</c:v>
                </c:pt>
                <c:pt idx="90203">
                  <c:v>76.489999999999995</c:v>
                </c:pt>
                <c:pt idx="90204">
                  <c:v>142.97</c:v>
                </c:pt>
                <c:pt idx="90205">
                  <c:v>221.93</c:v>
                </c:pt>
                <c:pt idx="90206">
                  <c:v>79.98</c:v>
                </c:pt>
                <c:pt idx="90207">
                  <c:v>67.98</c:v>
                </c:pt>
                <c:pt idx="90208">
                  <c:v>79.98</c:v>
                </c:pt>
                <c:pt idx="90209">
                  <c:v>56.98</c:v>
                </c:pt>
                <c:pt idx="90210">
                  <c:v>79.98</c:v>
                </c:pt>
                <c:pt idx="90211">
                  <c:v>61.98</c:v>
                </c:pt>
                <c:pt idx="90212">
                  <c:v>61.98</c:v>
                </c:pt>
                <c:pt idx="90213">
                  <c:v>60.98</c:v>
                </c:pt>
                <c:pt idx="90214">
                  <c:v>101.95</c:v>
                </c:pt>
                <c:pt idx="90215">
                  <c:v>78.959999999999994</c:v>
                </c:pt>
                <c:pt idx="90216">
                  <c:v>44.47</c:v>
                </c:pt>
                <c:pt idx="90217">
                  <c:v>206.91</c:v>
                </c:pt>
                <c:pt idx="90218">
                  <c:v>54.98</c:v>
                </c:pt>
                <c:pt idx="90219">
                  <c:v>74.97</c:v>
                </c:pt>
                <c:pt idx="90220">
                  <c:v>115.96</c:v>
                </c:pt>
                <c:pt idx="90221">
                  <c:v>139.96</c:v>
                </c:pt>
                <c:pt idx="90222">
                  <c:v>108.6</c:v>
                </c:pt>
                <c:pt idx="90223">
                  <c:v>99.72</c:v>
                </c:pt>
                <c:pt idx="90224">
                  <c:v>99.87</c:v>
                </c:pt>
                <c:pt idx="90225">
                  <c:v>131.96</c:v>
                </c:pt>
                <c:pt idx="90226">
                  <c:v>48.48</c:v>
                </c:pt>
                <c:pt idx="90227">
                  <c:v>43.93</c:v>
                </c:pt>
                <c:pt idx="90228">
                  <c:v>37.93</c:v>
                </c:pt>
                <c:pt idx="90229">
                  <c:v>84.97</c:v>
                </c:pt>
                <c:pt idx="90230">
                  <c:v>99.98</c:v>
                </c:pt>
                <c:pt idx="90231">
                  <c:v>167.94</c:v>
                </c:pt>
                <c:pt idx="90232">
                  <c:v>111.96</c:v>
                </c:pt>
                <c:pt idx="90233">
                  <c:v>167.94</c:v>
                </c:pt>
                <c:pt idx="90234">
                  <c:v>143.97999999999999</c:v>
                </c:pt>
                <c:pt idx="90235">
                  <c:v>135.97999999999999</c:v>
                </c:pt>
                <c:pt idx="90236">
                  <c:v>79.989999999999995</c:v>
                </c:pt>
                <c:pt idx="90237">
                  <c:v>84.99</c:v>
                </c:pt>
                <c:pt idx="90238">
                  <c:v>84.99</c:v>
                </c:pt>
                <c:pt idx="90239">
                  <c:v>84.99</c:v>
                </c:pt>
                <c:pt idx="90240">
                  <c:v>88.38</c:v>
                </c:pt>
                <c:pt idx="90241">
                  <c:v>84.99</c:v>
                </c:pt>
                <c:pt idx="90242">
                  <c:v>83.48</c:v>
                </c:pt>
                <c:pt idx="90243">
                  <c:v>65.989999999999995</c:v>
                </c:pt>
                <c:pt idx="90244">
                  <c:v>84.99</c:v>
                </c:pt>
                <c:pt idx="90245">
                  <c:v>65.989999999999995</c:v>
                </c:pt>
                <c:pt idx="90246">
                  <c:v>95.97</c:v>
                </c:pt>
                <c:pt idx="90247">
                  <c:v>79.989999999999995</c:v>
                </c:pt>
                <c:pt idx="90248">
                  <c:v>79.989999999999995</c:v>
                </c:pt>
                <c:pt idx="90249">
                  <c:v>94.98</c:v>
                </c:pt>
                <c:pt idx="90250">
                  <c:v>124.16</c:v>
                </c:pt>
                <c:pt idx="90251">
                  <c:v>139.94999999999999</c:v>
                </c:pt>
                <c:pt idx="90252">
                  <c:v>162.94</c:v>
                </c:pt>
                <c:pt idx="90253">
                  <c:v>139.94999999999999</c:v>
                </c:pt>
                <c:pt idx="90254">
                  <c:v>55.78</c:v>
                </c:pt>
                <c:pt idx="90255">
                  <c:v>60.84</c:v>
                </c:pt>
                <c:pt idx="90256">
                  <c:v>55.78</c:v>
                </c:pt>
                <c:pt idx="90257">
                  <c:v>54.98</c:v>
                </c:pt>
                <c:pt idx="90258">
                  <c:v>51.98</c:v>
                </c:pt>
                <c:pt idx="90259">
                  <c:v>52.68</c:v>
                </c:pt>
                <c:pt idx="90260">
                  <c:v>52.68</c:v>
                </c:pt>
                <c:pt idx="90261">
                  <c:v>61.98</c:v>
                </c:pt>
                <c:pt idx="90262">
                  <c:v>64.989999999999995</c:v>
                </c:pt>
                <c:pt idx="90263">
                  <c:v>137.97999999999999</c:v>
                </c:pt>
                <c:pt idx="90264">
                  <c:v>169.98</c:v>
                </c:pt>
                <c:pt idx="90265">
                  <c:v>65.989999999999995</c:v>
                </c:pt>
                <c:pt idx="90266">
                  <c:v>64.989999999999995</c:v>
                </c:pt>
                <c:pt idx="90267">
                  <c:v>64.989999999999995</c:v>
                </c:pt>
                <c:pt idx="90268">
                  <c:v>79.98</c:v>
                </c:pt>
                <c:pt idx="90269">
                  <c:v>106.48</c:v>
                </c:pt>
                <c:pt idx="90270">
                  <c:v>69.989999999999995</c:v>
                </c:pt>
                <c:pt idx="90271">
                  <c:v>280.64999999999998</c:v>
                </c:pt>
                <c:pt idx="90272">
                  <c:v>203.24</c:v>
                </c:pt>
                <c:pt idx="90273">
                  <c:v>125.96</c:v>
                </c:pt>
                <c:pt idx="90274">
                  <c:v>75.97</c:v>
                </c:pt>
                <c:pt idx="90275">
                  <c:v>120.97</c:v>
                </c:pt>
                <c:pt idx="90276">
                  <c:v>116.95</c:v>
                </c:pt>
                <c:pt idx="90277">
                  <c:v>75.95</c:v>
                </c:pt>
                <c:pt idx="90278">
                  <c:v>93.97</c:v>
                </c:pt>
                <c:pt idx="90279">
                  <c:v>89.98</c:v>
                </c:pt>
                <c:pt idx="90280">
                  <c:v>53.98</c:v>
                </c:pt>
                <c:pt idx="90281">
                  <c:v>69.98</c:v>
                </c:pt>
                <c:pt idx="90282">
                  <c:v>89.97</c:v>
                </c:pt>
                <c:pt idx="90283">
                  <c:v>123.96</c:v>
                </c:pt>
                <c:pt idx="90284">
                  <c:v>125.46</c:v>
                </c:pt>
                <c:pt idx="90285">
                  <c:v>89.97</c:v>
                </c:pt>
                <c:pt idx="90286">
                  <c:v>-147.96</c:v>
                </c:pt>
                <c:pt idx="90287">
                  <c:v>147.96</c:v>
                </c:pt>
                <c:pt idx="90288">
                  <c:v>55.98</c:v>
                </c:pt>
                <c:pt idx="90289">
                  <c:v>59.98</c:v>
                </c:pt>
                <c:pt idx="90290">
                  <c:v>52.88</c:v>
                </c:pt>
                <c:pt idx="90291">
                  <c:v>59.98</c:v>
                </c:pt>
                <c:pt idx="90292">
                  <c:v>89.97</c:v>
                </c:pt>
                <c:pt idx="90293">
                  <c:v>59.98</c:v>
                </c:pt>
                <c:pt idx="90294">
                  <c:v>59.98</c:v>
                </c:pt>
                <c:pt idx="90295">
                  <c:v>56.97</c:v>
                </c:pt>
                <c:pt idx="90296">
                  <c:v>75.959999999999994</c:v>
                </c:pt>
                <c:pt idx="90297">
                  <c:v>47.24</c:v>
                </c:pt>
                <c:pt idx="90298">
                  <c:v>46.49</c:v>
                </c:pt>
                <c:pt idx="90299">
                  <c:v>72.97</c:v>
                </c:pt>
                <c:pt idx="90300">
                  <c:v>29.48</c:v>
                </c:pt>
                <c:pt idx="90301">
                  <c:v>55.96</c:v>
                </c:pt>
                <c:pt idx="90302">
                  <c:v>44.99</c:v>
                </c:pt>
                <c:pt idx="90303">
                  <c:v>46.49</c:v>
                </c:pt>
                <c:pt idx="90304">
                  <c:v>54.99</c:v>
                </c:pt>
                <c:pt idx="90305">
                  <c:v>69.98</c:v>
                </c:pt>
                <c:pt idx="90306">
                  <c:v>74.98</c:v>
                </c:pt>
                <c:pt idx="90307">
                  <c:v>59.97</c:v>
                </c:pt>
                <c:pt idx="90308">
                  <c:v>89.97</c:v>
                </c:pt>
                <c:pt idx="90309">
                  <c:v>84.97</c:v>
                </c:pt>
                <c:pt idx="90310">
                  <c:v>89.97</c:v>
                </c:pt>
                <c:pt idx="90311">
                  <c:v>89.97</c:v>
                </c:pt>
                <c:pt idx="90312">
                  <c:v>89.97</c:v>
                </c:pt>
                <c:pt idx="90313">
                  <c:v>136.94999999999999</c:v>
                </c:pt>
                <c:pt idx="90314">
                  <c:v>55.98</c:v>
                </c:pt>
                <c:pt idx="90315">
                  <c:v>111.96</c:v>
                </c:pt>
                <c:pt idx="90316">
                  <c:v>55.98</c:v>
                </c:pt>
                <c:pt idx="90317">
                  <c:v>83.97</c:v>
                </c:pt>
                <c:pt idx="90318">
                  <c:v>50.49</c:v>
                </c:pt>
                <c:pt idx="90319">
                  <c:v>65.989999999999995</c:v>
                </c:pt>
                <c:pt idx="90320">
                  <c:v>82.61</c:v>
                </c:pt>
                <c:pt idx="90321">
                  <c:v>148.97</c:v>
                </c:pt>
                <c:pt idx="90322">
                  <c:v>68.989999999999995</c:v>
                </c:pt>
                <c:pt idx="90323">
                  <c:v>73.569999999999993</c:v>
                </c:pt>
                <c:pt idx="90324">
                  <c:v>29.28</c:v>
                </c:pt>
                <c:pt idx="90325">
                  <c:v>122.98</c:v>
                </c:pt>
                <c:pt idx="90326">
                  <c:v>26.49</c:v>
                </c:pt>
                <c:pt idx="90327">
                  <c:v>96.98</c:v>
                </c:pt>
                <c:pt idx="90328">
                  <c:v>26.49</c:v>
                </c:pt>
                <c:pt idx="90329">
                  <c:v>71.97</c:v>
                </c:pt>
                <c:pt idx="90330">
                  <c:v>121.96</c:v>
                </c:pt>
                <c:pt idx="90331">
                  <c:v>87.88</c:v>
                </c:pt>
                <c:pt idx="90332">
                  <c:v>71.97</c:v>
                </c:pt>
                <c:pt idx="90333">
                  <c:v>86.38</c:v>
                </c:pt>
                <c:pt idx="90334">
                  <c:v>86.38</c:v>
                </c:pt>
                <c:pt idx="90335">
                  <c:v>96.98</c:v>
                </c:pt>
                <c:pt idx="90336">
                  <c:v>87.88</c:v>
                </c:pt>
                <c:pt idx="90337">
                  <c:v>121.96</c:v>
                </c:pt>
                <c:pt idx="90338">
                  <c:v>61.79</c:v>
                </c:pt>
                <c:pt idx="90339">
                  <c:v>51.76</c:v>
                </c:pt>
                <c:pt idx="90340">
                  <c:v>56.37</c:v>
                </c:pt>
                <c:pt idx="90341">
                  <c:v>55.97</c:v>
                </c:pt>
                <c:pt idx="90342">
                  <c:v>477.94</c:v>
                </c:pt>
                <c:pt idx="90343">
                  <c:v>229.97</c:v>
                </c:pt>
                <c:pt idx="90344">
                  <c:v>229.97</c:v>
                </c:pt>
                <c:pt idx="90345">
                  <c:v>477.94</c:v>
                </c:pt>
                <c:pt idx="90346">
                  <c:v>89.98</c:v>
                </c:pt>
                <c:pt idx="90347">
                  <c:v>64.97</c:v>
                </c:pt>
                <c:pt idx="90348">
                  <c:v>105.98</c:v>
                </c:pt>
                <c:pt idx="90349">
                  <c:v>59.98</c:v>
                </c:pt>
                <c:pt idx="90350">
                  <c:v>1.5</c:v>
                </c:pt>
                <c:pt idx="90351">
                  <c:v>105.98</c:v>
                </c:pt>
                <c:pt idx="90352">
                  <c:v>87.98</c:v>
                </c:pt>
                <c:pt idx="90353">
                  <c:v>99.98</c:v>
                </c:pt>
                <c:pt idx="90354">
                  <c:v>85.98</c:v>
                </c:pt>
                <c:pt idx="90355">
                  <c:v>55.96</c:v>
                </c:pt>
                <c:pt idx="90356">
                  <c:v>101.47</c:v>
                </c:pt>
                <c:pt idx="90357">
                  <c:v>55.96</c:v>
                </c:pt>
                <c:pt idx="90358">
                  <c:v>59.99</c:v>
                </c:pt>
                <c:pt idx="90359">
                  <c:v>96.78</c:v>
                </c:pt>
                <c:pt idx="90360">
                  <c:v>131.37</c:v>
                </c:pt>
                <c:pt idx="90361">
                  <c:v>84.99</c:v>
                </c:pt>
                <c:pt idx="90362">
                  <c:v>111.28</c:v>
                </c:pt>
                <c:pt idx="90363">
                  <c:v>100.39</c:v>
                </c:pt>
                <c:pt idx="90364">
                  <c:v>172.98</c:v>
                </c:pt>
                <c:pt idx="90365">
                  <c:v>84.99</c:v>
                </c:pt>
                <c:pt idx="90366">
                  <c:v>180.97</c:v>
                </c:pt>
                <c:pt idx="90367">
                  <c:v>169.98</c:v>
                </c:pt>
                <c:pt idx="90368">
                  <c:v>248.93</c:v>
                </c:pt>
                <c:pt idx="90369">
                  <c:v>82.26</c:v>
                </c:pt>
                <c:pt idx="90370">
                  <c:v>398.94</c:v>
                </c:pt>
                <c:pt idx="90371">
                  <c:v>113.01</c:v>
                </c:pt>
                <c:pt idx="90372">
                  <c:v>113.01</c:v>
                </c:pt>
                <c:pt idx="90373">
                  <c:v>113.01</c:v>
                </c:pt>
                <c:pt idx="90374">
                  <c:v>113.01</c:v>
                </c:pt>
                <c:pt idx="90375">
                  <c:v>113.01</c:v>
                </c:pt>
                <c:pt idx="90376">
                  <c:v>105.26</c:v>
                </c:pt>
                <c:pt idx="90377">
                  <c:v>105.26</c:v>
                </c:pt>
                <c:pt idx="90378">
                  <c:v>105.26</c:v>
                </c:pt>
                <c:pt idx="90379">
                  <c:v>113.01</c:v>
                </c:pt>
                <c:pt idx="90380">
                  <c:v>109.2</c:v>
                </c:pt>
                <c:pt idx="90381">
                  <c:v>105.26</c:v>
                </c:pt>
                <c:pt idx="90382">
                  <c:v>105.36</c:v>
                </c:pt>
                <c:pt idx="90383">
                  <c:v>105.36</c:v>
                </c:pt>
                <c:pt idx="90384">
                  <c:v>105.36</c:v>
                </c:pt>
                <c:pt idx="90385">
                  <c:v>105.36</c:v>
                </c:pt>
                <c:pt idx="90386">
                  <c:v>105.36</c:v>
                </c:pt>
                <c:pt idx="90387">
                  <c:v>132.25</c:v>
                </c:pt>
                <c:pt idx="90388">
                  <c:v>132.25</c:v>
                </c:pt>
                <c:pt idx="90389">
                  <c:v>132.25</c:v>
                </c:pt>
                <c:pt idx="90390">
                  <c:v>132.25</c:v>
                </c:pt>
                <c:pt idx="90391">
                  <c:v>132.25</c:v>
                </c:pt>
                <c:pt idx="90392">
                  <c:v>132.25</c:v>
                </c:pt>
                <c:pt idx="90393">
                  <c:v>109.2</c:v>
                </c:pt>
                <c:pt idx="90394">
                  <c:v>109.2</c:v>
                </c:pt>
                <c:pt idx="90395">
                  <c:v>109.2</c:v>
                </c:pt>
                <c:pt idx="90396">
                  <c:v>109.2</c:v>
                </c:pt>
                <c:pt idx="90397">
                  <c:v>109.2</c:v>
                </c:pt>
                <c:pt idx="90398">
                  <c:v>109.2</c:v>
                </c:pt>
                <c:pt idx="90399">
                  <c:v>105.26</c:v>
                </c:pt>
                <c:pt idx="90400">
                  <c:v>105.26</c:v>
                </c:pt>
                <c:pt idx="90401">
                  <c:v>105.26</c:v>
                </c:pt>
                <c:pt idx="90402">
                  <c:v>132.25</c:v>
                </c:pt>
                <c:pt idx="90403">
                  <c:v>113.01</c:v>
                </c:pt>
                <c:pt idx="90404">
                  <c:v>103.46</c:v>
                </c:pt>
                <c:pt idx="90405">
                  <c:v>103.46</c:v>
                </c:pt>
                <c:pt idx="90406">
                  <c:v>124.9</c:v>
                </c:pt>
                <c:pt idx="90407">
                  <c:v>64.94</c:v>
                </c:pt>
                <c:pt idx="90408">
                  <c:v>124.9</c:v>
                </c:pt>
                <c:pt idx="90409">
                  <c:v>124.9</c:v>
                </c:pt>
                <c:pt idx="90410">
                  <c:v>124.9</c:v>
                </c:pt>
                <c:pt idx="90411">
                  <c:v>64.94</c:v>
                </c:pt>
                <c:pt idx="90412">
                  <c:v>119.66</c:v>
                </c:pt>
                <c:pt idx="90413">
                  <c:v>64.94</c:v>
                </c:pt>
                <c:pt idx="90414">
                  <c:v>64.94</c:v>
                </c:pt>
                <c:pt idx="90415">
                  <c:v>64.94</c:v>
                </c:pt>
                <c:pt idx="90416">
                  <c:v>113.36</c:v>
                </c:pt>
                <c:pt idx="90417">
                  <c:v>64.94</c:v>
                </c:pt>
                <c:pt idx="90418">
                  <c:v>119.66</c:v>
                </c:pt>
                <c:pt idx="90419">
                  <c:v>119.66</c:v>
                </c:pt>
                <c:pt idx="90420">
                  <c:v>119.66</c:v>
                </c:pt>
                <c:pt idx="90421">
                  <c:v>113</c:v>
                </c:pt>
                <c:pt idx="90422">
                  <c:v>113</c:v>
                </c:pt>
                <c:pt idx="90423">
                  <c:v>113</c:v>
                </c:pt>
                <c:pt idx="90424">
                  <c:v>113</c:v>
                </c:pt>
                <c:pt idx="90425">
                  <c:v>113</c:v>
                </c:pt>
                <c:pt idx="90426">
                  <c:v>113</c:v>
                </c:pt>
                <c:pt idx="90427">
                  <c:v>113</c:v>
                </c:pt>
                <c:pt idx="90428">
                  <c:v>113.36</c:v>
                </c:pt>
                <c:pt idx="90429">
                  <c:v>113.36</c:v>
                </c:pt>
                <c:pt idx="90430">
                  <c:v>119.66</c:v>
                </c:pt>
                <c:pt idx="90431">
                  <c:v>119.66</c:v>
                </c:pt>
                <c:pt idx="90432">
                  <c:v>119.66</c:v>
                </c:pt>
                <c:pt idx="90433">
                  <c:v>113.36</c:v>
                </c:pt>
                <c:pt idx="90434">
                  <c:v>64.94</c:v>
                </c:pt>
                <c:pt idx="90435">
                  <c:v>113.36</c:v>
                </c:pt>
                <c:pt idx="90436">
                  <c:v>105.36</c:v>
                </c:pt>
                <c:pt idx="90437">
                  <c:v>113.36</c:v>
                </c:pt>
                <c:pt idx="90438">
                  <c:v>103.46</c:v>
                </c:pt>
                <c:pt idx="90439">
                  <c:v>105.36</c:v>
                </c:pt>
                <c:pt idx="90440">
                  <c:v>103.46</c:v>
                </c:pt>
                <c:pt idx="90441">
                  <c:v>103.46</c:v>
                </c:pt>
                <c:pt idx="90442">
                  <c:v>103.46</c:v>
                </c:pt>
                <c:pt idx="90443">
                  <c:v>103.46</c:v>
                </c:pt>
                <c:pt idx="90444">
                  <c:v>128.31</c:v>
                </c:pt>
                <c:pt idx="90445">
                  <c:v>128.31</c:v>
                </c:pt>
                <c:pt idx="90446">
                  <c:v>128.31</c:v>
                </c:pt>
                <c:pt idx="90447">
                  <c:v>128.31</c:v>
                </c:pt>
                <c:pt idx="90448">
                  <c:v>128.31</c:v>
                </c:pt>
                <c:pt idx="90449">
                  <c:v>124.9</c:v>
                </c:pt>
                <c:pt idx="90450">
                  <c:v>128.31</c:v>
                </c:pt>
                <c:pt idx="90451">
                  <c:v>113.36</c:v>
                </c:pt>
                <c:pt idx="90452">
                  <c:v>128.31</c:v>
                </c:pt>
                <c:pt idx="90453">
                  <c:v>124.9</c:v>
                </c:pt>
                <c:pt idx="90454">
                  <c:v>124.9</c:v>
                </c:pt>
                <c:pt idx="90455">
                  <c:v>130.97999999999999</c:v>
                </c:pt>
                <c:pt idx="90456">
                  <c:v>155.69</c:v>
                </c:pt>
                <c:pt idx="90457">
                  <c:v>148.97</c:v>
                </c:pt>
                <c:pt idx="90458">
                  <c:v>89.94</c:v>
                </c:pt>
                <c:pt idx="90459">
                  <c:v>74.95</c:v>
                </c:pt>
                <c:pt idx="90460">
                  <c:v>89.94</c:v>
                </c:pt>
                <c:pt idx="90461">
                  <c:v>89.94</c:v>
                </c:pt>
                <c:pt idx="90462">
                  <c:v>89.94</c:v>
                </c:pt>
                <c:pt idx="90463">
                  <c:v>55.98</c:v>
                </c:pt>
                <c:pt idx="90464">
                  <c:v>36.49</c:v>
                </c:pt>
                <c:pt idx="90465">
                  <c:v>62.97</c:v>
                </c:pt>
                <c:pt idx="90466">
                  <c:v>73.98</c:v>
                </c:pt>
                <c:pt idx="90467">
                  <c:v>77.97</c:v>
                </c:pt>
                <c:pt idx="90468">
                  <c:v>84.99</c:v>
                </c:pt>
                <c:pt idx="90469">
                  <c:v>84.99</c:v>
                </c:pt>
                <c:pt idx="90470">
                  <c:v>127.98</c:v>
                </c:pt>
                <c:pt idx="90471">
                  <c:v>50.98</c:v>
                </c:pt>
                <c:pt idx="90472">
                  <c:v>56.98</c:v>
                </c:pt>
                <c:pt idx="90473">
                  <c:v>59.98</c:v>
                </c:pt>
                <c:pt idx="90474">
                  <c:v>95.98</c:v>
                </c:pt>
                <c:pt idx="90475">
                  <c:v>59.98</c:v>
                </c:pt>
                <c:pt idx="90476">
                  <c:v>59.39</c:v>
                </c:pt>
                <c:pt idx="90477">
                  <c:v>79.989999999999995</c:v>
                </c:pt>
                <c:pt idx="90478">
                  <c:v>54.98</c:v>
                </c:pt>
                <c:pt idx="90479">
                  <c:v>76.48</c:v>
                </c:pt>
                <c:pt idx="90480">
                  <c:v>62.98</c:v>
                </c:pt>
                <c:pt idx="90481">
                  <c:v>79.989999999999995</c:v>
                </c:pt>
                <c:pt idx="90482">
                  <c:v>59.99</c:v>
                </c:pt>
                <c:pt idx="90483">
                  <c:v>55.96</c:v>
                </c:pt>
                <c:pt idx="90484">
                  <c:v>59.99</c:v>
                </c:pt>
                <c:pt idx="90485">
                  <c:v>55.96</c:v>
                </c:pt>
                <c:pt idx="90486">
                  <c:v>55.96</c:v>
                </c:pt>
                <c:pt idx="90487">
                  <c:v>95.96</c:v>
                </c:pt>
                <c:pt idx="90488">
                  <c:v>68.06</c:v>
                </c:pt>
                <c:pt idx="90489">
                  <c:v>147.96</c:v>
                </c:pt>
                <c:pt idx="90490">
                  <c:v>147.96</c:v>
                </c:pt>
                <c:pt idx="90491">
                  <c:v>73.98</c:v>
                </c:pt>
                <c:pt idx="90492">
                  <c:v>74.77</c:v>
                </c:pt>
                <c:pt idx="90493">
                  <c:v>76.489999999999995</c:v>
                </c:pt>
                <c:pt idx="90494">
                  <c:v>74.45</c:v>
                </c:pt>
                <c:pt idx="90495">
                  <c:v>57.98</c:v>
                </c:pt>
                <c:pt idx="90496">
                  <c:v>46.74</c:v>
                </c:pt>
                <c:pt idx="90497">
                  <c:v>84.99</c:v>
                </c:pt>
                <c:pt idx="90498">
                  <c:v>131.97999999999999</c:v>
                </c:pt>
                <c:pt idx="90499">
                  <c:v>135.46</c:v>
                </c:pt>
                <c:pt idx="90500">
                  <c:v>84.99</c:v>
                </c:pt>
                <c:pt idx="90501">
                  <c:v>35.49</c:v>
                </c:pt>
                <c:pt idx="90502">
                  <c:v>65.989999999999995</c:v>
                </c:pt>
                <c:pt idx="90503">
                  <c:v>131.97999999999999</c:v>
                </c:pt>
                <c:pt idx="90504">
                  <c:v>159.69999999999999</c:v>
                </c:pt>
                <c:pt idx="90505">
                  <c:v>159.69999999999999</c:v>
                </c:pt>
                <c:pt idx="90506">
                  <c:v>136.43</c:v>
                </c:pt>
                <c:pt idx="90507">
                  <c:v>137.47999999999999</c:v>
                </c:pt>
                <c:pt idx="90508">
                  <c:v>95.23</c:v>
                </c:pt>
                <c:pt idx="90509">
                  <c:v>99.98</c:v>
                </c:pt>
                <c:pt idx="90510">
                  <c:v>37.49</c:v>
                </c:pt>
                <c:pt idx="90511">
                  <c:v>54.98</c:v>
                </c:pt>
                <c:pt idx="90512">
                  <c:v>72.97</c:v>
                </c:pt>
                <c:pt idx="90513">
                  <c:v>79.989999999999995</c:v>
                </c:pt>
                <c:pt idx="90514">
                  <c:v>79.989999999999995</c:v>
                </c:pt>
                <c:pt idx="90515">
                  <c:v>73.069999999999993</c:v>
                </c:pt>
                <c:pt idx="90516">
                  <c:v>79.989999999999995</c:v>
                </c:pt>
                <c:pt idx="90517">
                  <c:v>108.86</c:v>
                </c:pt>
                <c:pt idx="90518">
                  <c:v>93.63</c:v>
                </c:pt>
                <c:pt idx="90519">
                  <c:v>130.63999999999999</c:v>
                </c:pt>
                <c:pt idx="90520">
                  <c:v>79.849999999999994</c:v>
                </c:pt>
                <c:pt idx="90521">
                  <c:v>65.3</c:v>
                </c:pt>
                <c:pt idx="90522">
                  <c:v>77.52</c:v>
                </c:pt>
                <c:pt idx="90523">
                  <c:v>99.95</c:v>
                </c:pt>
                <c:pt idx="90524">
                  <c:v>53.98</c:v>
                </c:pt>
                <c:pt idx="90525">
                  <c:v>99.95</c:v>
                </c:pt>
                <c:pt idx="90526">
                  <c:v>-99.95</c:v>
                </c:pt>
                <c:pt idx="90527">
                  <c:v>99.95</c:v>
                </c:pt>
                <c:pt idx="90528">
                  <c:v>77.98</c:v>
                </c:pt>
                <c:pt idx="90529">
                  <c:v>58.98</c:v>
                </c:pt>
                <c:pt idx="90530">
                  <c:v>84.99</c:v>
                </c:pt>
                <c:pt idx="90531">
                  <c:v>84.99</c:v>
                </c:pt>
                <c:pt idx="90532">
                  <c:v>86.94</c:v>
                </c:pt>
                <c:pt idx="90533">
                  <c:v>84.99</c:v>
                </c:pt>
                <c:pt idx="90534">
                  <c:v>52.98</c:v>
                </c:pt>
                <c:pt idx="90535">
                  <c:v>52.98</c:v>
                </c:pt>
                <c:pt idx="90536">
                  <c:v>52.98</c:v>
                </c:pt>
                <c:pt idx="90537">
                  <c:v>84.99</c:v>
                </c:pt>
                <c:pt idx="90538">
                  <c:v>84.99</c:v>
                </c:pt>
                <c:pt idx="90539">
                  <c:v>84.99</c:v>
                </c:pt>
                <c:pt idx="90540">
                  <c:v>84.99</c:v>
                </c:pt>
                <c:pt idx="90541">
                  <c:v>84.99</c:v>
                </c:pt>
                <c:pt idx="90542">
                  <c:v>84.99</c:v>
                </c:pt>
                <c:pt idx="90543">
                  <c:v>99.98</c:v>
                </c:pt>
                <c:pt idx="90544">
                  <c:v>99.98</c:v>
                </c:pt>
                <c:pt idx="90545">
                  <c:v>84.99</c:v>
                </c:pt>
                <c:pt idx="90546">
                  <c:v>99.98</c:v>
                </c:pt>
                <c:pt idx="90547">
                  <c:v>84.99</c:v>
                </c:pt>
                <c:pt idx="90548">
                  <c:v>84.99</c:v>
                </c:pt>
                <c:pt idx="90549">
                  <c:v>65.989999999999995</c:v>
                </c:pt>
                <c:pt idx="90550">
                  <c:v>65.989999999999995</c:v>
                </c:pt>
                <c:pt idx="90551">
                  <c:v>65.989999999999995</c:v>
                </c:pt>
                <c:pt idx="90552">
                  <c:v>40</c:v>
                </c:pt>
                <c:pt idx="90553">
                  <c:v>84.99</c:v>
                </c:pt>
                <c:pt idx="90554">
                  <c:v>84.99</c:v>
                </c:pt>
                <c:pt idx="90555">
                  <c:v>65.989999999999995</c:v>
                </c:pt>
                <c:pt idx="90556">
                  <c:v>40</c:v>
                </c:pt>
                <c:pt idx="90557">
                  <c:v>84.99</c:v>
                </c:pt>
                <c:pt idx="90558">
                  <c:v>65.989999999999995</c:v>
                </c:pt>
                <c:pt idx="90559">
                  <c:v>65.989999999999995</c:v>
                </c:pt>
                <c:pt idx="90560">
                  <c:v>40</c:v>
                </c:pt>
                <c:pt idx="90561">
                  <c:v>99.98</c:v>
                </c:pt>
                <c:pt idx="90562">
                  <c:v>122.97</c:v>
                </c:pt>
                <c:pt idx="90563">
                  <c:v>99.98</c:v>
                </c:pt>
                <c:pt idx="90564">
                  <c:v>116.97</c:v>
                </c:pt>
                <c:pt idx="90565">
                  <c:v>229.47</c:v>
                </c:pt>
                <c:pt idx="90566">
                  <c:v>80.98</c:v>
                </c:pt>
                <c:pt idx="90567">
                  <c:v>104.98</c:v>
                </c:pt>
                <c:pt idx="90568">
                  <c:v>63.73</c:v>
                </c:pt>
                <c:pt idx="90569">
                  <c:v>59.98</c:v>
                </c:pt>
                <c:pt idx="90570">
                  <c:v>131.96</c:v>
                </c:pt>
                <c:pt idx="90571">
                  <c:v>59.98</c:v>
                </c:pt>
                <c:pt idx="90572">
                  <c:v>89.97</c:v>
                </c:pt>
                <c:pt idx="90573">
                  <c:v>89.97</c:v>
                </c:pt>
                <c:pt idx="90574">
                  <c:v>169.98</c:v>
                </c:pt>
                <c:pt idx="90575">
                  <c:v>205.96</c:v>
                </c:pt>
                <c:pt idx="90576">
                  <c:v>47.46</c:v>
                </c:pt>
                <c:pt idx="90577">
                  <c:v>37.47</c:v>
                </c:pt>
                <c:pt idx="90578">
                  <c:v>97.96</c:v>
                </c:pt>
                <c:pt idx="90579">
                  <c:v>107.62</c:v>
                </c:pt>
                <c:pt idx="90580">
                  <c:v>111.95</c:v>
                </c:pt>
                <c:pt idx="90581">
                  <c:v>111.95</c:v>
                </c:pt>
                <c:pt idx="90582">
                  <c:v>38.049999999999997</c:v>
                </c:pt>
                <c:pt idx="90583">
                  <c:v>71.98</c:v>
                </c:pt>
                <c:pt idx="90584">
                  <c:v>89.06</c:v>
                </c:pt>
                <c:pt idx="90585">
                  <c:v>110.98</c:v>
                </c:pt>
                <c:pt idx="90586">
                  <c:v>89.98</c:v>
                </c:pt>
                <c:pt idx="90587">
                  <c:v>139.97</c:v>
                </c:pt>
                <c:pt idx="90588">
                  <c:v>148.97</c:v>
                </c:pt>
                <c:pt idx="90589">
                  <c:v>61.98</c:v>
                </c:pt>
                <c:pt idx="90590">
                  <c:v>63.96</c:v>
                </c:pt>
                <c:pt idx="90591">
                  <c:v>79.98</c:v>
                </c:pt>
                <c:pt idx="90592">
                  <c:v>19.48</c:v>
                </c:pt>
                <c:pt idx="90593">
                  <c:v>105.97</c:v>
                </c:pt>
                <c:pt idx="90594">
                  <c:v>65.97</c:v>
                </c:pt>
                <c:pt idx="90595">
                  <c:v>85.98</c:v>
                </c:pt>
                <c:pt idx="90596">
                  <c:v>75.97</c:v>
                </c:pt>
                <c:pt idx="90597">
                  <c:v>59.96</c:v>
                </c:pt>
                <c:pt idx="90598">
                  <c:v>58.76</c:v>
                </c:pt>
                <c:pt idx="90599">
                  <c:v>59.96</c:v>
                </c:pt>
                <c:pt idx="90600">
                  <c:v>62.9</c:v>
                </c:pt>
                <c:pt idx="90601">
                  <c:v>125.79</c:v>
                </c:pt>
                <c:pt idx="90602">
                  <c:v>115.39</c:v>
                </c:pt>
                <c:pt idx="90603">
                  <c:v>96.75</c:v>
                </c:pt>
                <c:pt idx="90604">
                  <c:v>137.88</c:v>
                </c:pt>
                <c:pt idx="90605">
                  <c:v>52.97</c:v>
                </c:pt>
                <c:pt idx="90606">
                  <c:v>96.97</c:v>
                </c:pt>
                <c:pt idx="90607">
                  <c:v>59.98</c:v>
                </c:pt>
                <c:pt idx="90608">
                  <c:v>67.48</c:v>
                </c:pt>
                <c:pt idx="90609">
                  <c:v>80.97</c:v>
                </c:pt>
                <c:pt idx="90610">
                  <c:v>63.97</c:v>
                </c:pt>
                <c:pt idx="90611">
                  <c:v>209.43</c:v>
                </c:pt>
                <c:pt idx="90612">
                  <c:v>53.97</c:v>
                </c:pt>
                <c:pt idx="90613">
                  <c:v>184.93</c:v>
                </c:pt>
                <c:pt idx="90614">
                  <c:v>55.98</c:v>
                </c:pt>
                <c:pt idx="90615">
                  <c:v>31.48</c:v>
                </c:pt>
                <c:pt idx="90616">
                  <c:v>27.38</c:v>
                </c:pt>
                <c:pt idx="90617">
                  <c:v>28.74</c:v>
                </c:pt>
                <c:pt idx="90618">
                  <c:v>22.29</c:v>
                </c:pt>
                <c:pt idx="90619">
                  <c:v>50.98</c:v>
                </c:pt>
                <c:pt idx="90620">
                  <c:v>131.97999999999999</c:v>
                </c:pt>
                <c:pt idx="90621">
                  <c:v>203.92</c:v>
                </c:pt>
                <c:pt idx="90622">
                  <c:v>59.96</c:v>
                </c:pt>
                <c:pt idx="90623">
                  <c:v>39.479999999999997</c:v>
                </c:pt>
                <c:pt idx="90624">
                  <c:v>39.479999999999997</c:v>
                </c:pt>
                <c:pt idx="90625">
                  <c:v>53.98</c:v>
                </c:pt>
                <c:pt idx="90626">
                  <c:v>53.98</c:v>
                </c:pt>
                <c:pt idx="90627">
                  <c:v>59.98</c:v>
                </c:pt>
                <c:pt idx="90628">
                  <c:v>53.98</c:v>
                </c:pt>
                <c:pt idx="90629">
                  <c:v>59.98</c:v>
                </c:pt>
                <c:pt idx="90630">
                  <c:v>53.98</c:v>
                </c:pt>
                <c:pt idx="90631">
                  <c:v>59.98</c:v>
                </c:pt>
                <c:pt idx="90632">
                  <c:v>227.94</c:v>
                </c:pt>
                <c:pt idx="90633">
                  <c:v>65.97</c:v>
                </c:pt>
                <c:pt idx="90634">
                  <c:v>143.96</c:v>
                </c:pt>
                <c:pt idx="90635">
                  <c:v>99.95</c:v>
                </c:pt>
                <c:pt idx="90636">
                  <c:v>47.22</c:v>
                </c:pt>
                <c:pt idx="90637">
                  <c:v>59.96</c:v>
                </c:pt>
                <c:pt idx="90638">
                  <c:v>66.53</c:v>
                </c:pt>
                <c:pt idx="90639">
                  <c:v>66.53</c:v>
                </c:pt>
                <c:pt idx="90640">
                  <c:v>37.47</c:v>
                </c:pt>
                <c:pt idx="90641">
                  <c:v>96.78</c:v>
                </c:pt>
                <c:pt idx="90642">
                  <c:v>84.68</c:v>
                </c:pt>
                <c:pt idx="90643">
                  <c:v>37.49</c:v>
                </c:pt>
                <c:pt idx="90644">
                  <c:v>59.95</c:v>
                </c:pt>
                <c:pt idx="90645">
                  <c:v>57.96</c:v>
                </c:pt>
                <c:pt idx="90646">
                  <c:v>53.96</c:v>
                </c:pt>
                <c:pt idx="90647">
                  <c:v>10.99</c:v>
                </c:pt>
                <c:pt idx="90648">
                  <c:v>57.95</c:v>
                </c:pt>
                <c:pt idx="90649">
                  <c:v>50.96</c:v>
                </c:pt>
                <c:pt idx="90650">
                  <c:v>329.95</c:v>
                </c:pt>
                <c:pt idx="90651">
                  <c:v>84.98</c:v>
                </c:pt>
                <c:pt idx="90652">
                  <c:v>103.96</c:v>
                </c:pt>
                <c:pt idx="90653">
                  <c:v>103.96</c:v>
                </c:pt>
                <c:pt idx="90654">
                  <c:v>103.96</c:v>
                </c:pt>
                <c:pt idx="90655">
                  <c:v>84.98</c:v>
                </c:pt>
                <c:pt idx="90656">
                  <c:v>22.49</c:v>
                </c:pt>
                <c:pt idx="90657">
                  <c:v>120.95</c:v>
                </c:pt>
                <c:pt idx="90658">
                  <c:v>50.98</c:v>
                </c:pt>
                <c:pt idx="90659">
                  <c:v>50.98</c:v>
                </c:pt>
                <c:pt idx="90660">
                  <c:v>22.49</c:v>
                </c:pt>
                <c:pt idx="90661">
                  <c:v>22.49</c:v>
                </c:pt>
                <c:pt idx="90662">
                  <c:v>84.98</c:v>
                </c:pt>
                <c:pt idx="90663">
                  <c:v>22.49</c:v>
                </c:pt>
                <c:pt idx="90664">
                  <c:v>22.49</c:v>
                </c:pt>
                <c:pt idx="90665">
                  <c:v>120.95</c:v>
                </c:pt>
                <c:pt idx="90666">
                  <c:v>120.95</c:v>
                </c:pt>
                <c:pt idx="90667">
                  <c:v>22.49</c:v>
                </c:pt>
                <c:pt idx="90668">
                  <c:v>50.98</c:v>
                </c:pt>
                <c:pt idx="90669">
                  <c:v>169.96</c:v>
                </c:pt>
                <c:pt idx="90670">
                  <c:v>139.97</c:v>
                </c:pt>
                <c:pt idx="90671">
                  <c:v>59.98</c:v>
                </c:pt>
                <c:pt idx="90672">
                  <c:v>109.97</c:v>
                </c:pt>
                <c:pt idx="90673">
                  <c:v>109.98</c:v>
                </c:pt>
                <c:pt idx="90674">
                  <c:v>120.94</c:v>
                </c:pt>
                <c:pt idx="90675">
                  <c:v>67.98</c:v>
                </c:pt>
                <c:pt idx="90676">
                  <c:v>189.97</c:v>
                </c:pt>
                <c:pt idx="90677">
                  <c:v>157.46</c:v>
                </c:pt>
                <c:pt idx="90678">
                  <c:v>89.23</c:v>
                </c:pt>
                <c:pt idx="90679">
                  <c:v>167.93</c:v>
                </c:pt>
                <c:pt idx="90680">
                  <c:v>167.93</c:v>
                </c:pt>
                <c:pt idx="90681">
                  <c:v>119.94</c:v>
                </c:pt>
                <c:pt idx="90682">
                  <c:v>84.98</c:v>
                </c:pt>
                <c:pt idx="90683">
                  <c:v>139.97999999999999</c:v>
                </c:pt>
                <c:pt idx="90684">
                  <c:v>139.97999999999999</c:v>
                </c:pt>
                <c:pt idx="90685">
                  <c:v>31.49</c:v>
                </c:pt>
                <c:pt idx="90686">
                  <c:v>59.38</c:v>
                </c:pt>
                <c:pt idx="90687">
                  <c:v>59.98</c:v>
                </c:pt>
                <c:pt idx="90688">
                  <c:v>51.48</c:v>
                </c:pt>
                <c:pt idx="90689">
                  <c:v>59.48</c:v>
                </c:pt>
                <c:pt idx="90690">
                  <c:v>104.59</c:v>
                </c:pt>
                <c:pt idx="90691">
                  <c:v>64.78</c:v>
                </c:pt>
                <c:pt idx="90692">
                  <c:v>76.48</c:v>
                </c:pt>
                <c:pt idx="90693">
                  <c:v>55.87</c:v>
                </c:pt>
                <c:pt idx="90694">
                  <c:v>50.98</c:v>
                </c:pt>
                <c:pt idx="90695">
                  <c:v>75.87</c:v>
                </c:pt>
                <c:pt idx="90696">
                  <c:v>83.97</c:v>
                </c:pt>
                <c:pt idx="90697">
                  <c:v>137.94</c:v>
                </c:pt>
                <c:pt idx="90698">
                  <c:v>114.97</c:v>
                </c:pt>
                <c:pt idx="90699">
                  <c:v>71.38</c:v>
                </c:pt>
                <c:pt idx="90700">
                  <c:v>55.96</c:v>
                </c:pt>
                <c:pt idx="90701">
                  <c:v>134.97</c:v>
                </c:pt>
                <c:pt idx="90702">
                  <c:v>64.349999999999994</c:v>
                </c:pt>
                <c:pt idx="90703">
                  <c:v>46.49</c:v>
                </c:pt>
                <c:pt idx="90704">
                  <c:v>37.479999999999997</c:v>
                </c:pt>
                <c:pt idx="90705">
                  <c:v>145.15</c:v>
                </c:pt>
                <c:pt idx="90706">
                  <c:v>63.96</c:v>
                </c:pt>
                <c:pt idx="90707">
                  <c:v>63.96</c:v>
                </c:pt>
                <c:pt idx="90708">
                  <c:v>63.96</c:v>
                </c:pt>
                <c:pt idx="90709">
                  <c:v>63.96</c:v>
                </c:pt>
                <c:pt idx="90710">
                  <c:v>89.95</c:v>
                </c:pt>
                <c:pt idx="90711">
                  <c:v>89.94</c:v>
                </c:pt>
                <c:pt idx="90712">
                  <c:v>-59.99</c:v>
                </c:pt>
                <c:pt idx="90713">
                  <c:v>120.81</c:v>
                </c:pt>
                <c:pt idx="90714">
                  <c:v>144.94999999999999</c:v>
                </c:pt>
                <c:pt idx="90715">
                  <c:v>79.989999999999995</c:v>
                </c:pt>
                <c:pt idx="90716">
                  <c:v>59.99</c:v>
                </c:pt>
                <c:pt idx="90717">
                  <c:v>54.95</c:v>
                </c:pt>
                <c:pt idx="90718">
                  <c:v>54.95</c:v>
                </c:pt>
                <c:pt idx="90719">
                  <c:v>54.95</c:v>
                </c:pt>
                <c:pt idx="90720">
                  <c:v>54.95</c:v>
                </c:pt>
                <c:pt idx="90721">
                  <c:v>54.95</c:v>
                </c:pt>
                <c:pt idx="90722">
                  <c:v>84.99</c:v>
                </c:pt>
                <c:pt idx="90723">
                  <c:v>64.989999999999995</c:v>
                </c:pt>
                <c:pt idx="90724">
                  <c:v>72.239999999999995</c:v>
                </c:pt>
                <c:pt idx="90725">
                  <c:v>120.97</c:v>
                </c:pt>
                <c:pt idx="90726">
                  <c:v>84.99</c:v>
                </c:pt>
                <c:pt idx="90727">
                  <c:v>124.97</c:v>
                </c:pt>
                <c:pt idx="90728">
                  <c:v>124.97</c:v>
                </c:pt>
                <c:pt idx="90729">
                  <c:v>109.96</c:v>
                </c:pt>
                <c:pt idx="90730">
                  <c:v>84.99</c:v>
                </c:pt>
                <c:pt idx="90731">
                  <c:v>64.98</c:v>
                </c:pt>
                <c:pt idx="90732">
                  <c:v>192.96</c:v>
                </c:pt>
                <c:pt idx="90733">
                  <c:v>99.98</c:v>
                </c:pt>
                <c:pt idx="90734">
                  <c:v>46.49</c:v>
                </c:pt>
                <c:pt idx="90735">
                  <c:v>34.479999999999997</c:v>
                </c:pt>
                <c:pt idx="90736">
                  <c:v>41.49</c:v>
                </c:pt>
                <c:pt idx="90737">
                  <c:v>34.479999999999997</c:v>
                </c:pt>
                <c:pt idx="90738">
                  <c:v>139.96</c:v>
                </c:pt>
                <c:pt idx="90739">
                  <c:v>46.49</c:v>
                </c:pt>
                <c:pt idx="90740">
                  <c:v>31.49</c:v>
                </c:pt>
                <c:pt idx="90741">
                  <c:v>139.96</c:v>
                </c:pt>
                <c:pt idx="90742">
                  <c:v>-1.5</c:v>
                </c:pt>
                <c:pt idx="90743">
                  <c:v>99.98</c:v>
                </c:pt>
                <c:pt idx="90744">
                  <c:v>99.98</c:v>
                </c:pt>
                <c:pt idx="90745">
                  <c:v>99.98</c:v>
                </c:pt>
                <c:pt idx="90746">
                  <c:v>99.98</c:v>
                </c:pt>
                <c:pt idx="90747">
                  <c:v>31.49</c:v>
                </c:pt>
                <c:pt idx="90748">
                  <c:v>-1.5</c:v>
                </c:pt>
                <c:pt idx="90749">
                  <c:v>41.49</c:v>
                </c:pt>
                <c:pt idx="90750">
                  <c:v>99.98</c:v>
                </c:pt>
                <c:pt idx="90751">
                  <c:v>55.96</c:v>
                </c:pt>
                <c:pt idx="90752">
                  <c:v>89.98</c:v>
                </c:pt>
                <c:pt idx="90753">
                  <c:v>55.96</c:v>
                </c:pt>
                <c:pt idx="90754">
                  <c:v>55.96</c:v>
                </c:pt>
                <c:pt idx="90755">
                  <c:v>114.94</c:v>
                </c:pt>
                <c:pt idx="90756">
                  <c:v>55.96</c:v>
                </c:pt>
                <c:pt idx="90757">
                  <c:v>89.23</c:v>
                </c:pt>
                <c:pt idx="90758">
                  <c:v>84.99</c:v>
                </c:pt>
                <c:pt idx="90759">
                  <c:v>0</c:v>
                </c:pt>
                <c:pt idx="90760">
                  <c:v>68.989999999999995</c:v>
                </c:pt>
                <c:pt idx="90761">
                  <c:v>61.95</c:v>
                </c:pt>
                <c:pt idx="90762">
                  <c:v>58.98</c:v>
                </c:pt>
                <c:pt idx="90763">
                  <c:v>62.97</c:v>
                </c:pt>
                <c:pt idx="90764">
                  <c:v>61.96</c:v>
                </c:pt>
                <c:pt idx="90765">
                  <c:v>20.39</c:v>
                </c:pt>
                <c:pt idx="90766">
                  <c:v>53.98</c:v>
                </c:pt>
                <c:pt idx="90767">
                  <c:v>34.49</c:v>
                </c:pt>
                <c:pt idx="90768">
                  <c:v>41.46</c:v>
                </c:pt>
                <c:pt idx="90769">
                  <c:v>55.96</c:v>
                </c:pt>
                <c:pt idx="90770">
                  <c:v>-41.46</c:v>
                </c:pt>
                <c:pt idx="90771">
                  <c:v>151.63</c:v>
                </c:pt>
                <c:pt idx="90772">
                  <c:v>320.58</c:v>
                </c:pt>
                <c:pt idx="90773">
                  <c:v>84.99</c:v>
                </c:pt>
                <c:pt idx="90774">
                  <c:v>84.99</c:v>
                </c:pt>
                <c:pt idx="90775">
                  <c:v>84.99</c:v>
                </c:pt>
                <c:pt idx="90776">
                  <c:v>76.489999999999995</c:v>
                </c:pt>
                <c:pt idx="90777">
                  <c:v>64.61</c:v>
                </c:pt>
                <c:pt idx="90778">
                  <c:v>72.239999999999995</c:v>
                </c:pt>
                <c:pt idx="90779">
                  <c:v>35.49</c:v>
                </c:pt>
                <c:pt idx="90780">
                  <c:v>79.98</c:v>
                </c:pt>
                <c:pt idx="90781">
                  <c:v>48.98</c:v>
                </c:pt>
                <c:pt idx="90782">
                  <c:v>69.98</c:v>
                </c:pt>
                <c:pt idx="90783">
                  <c:v>79.97</c:v>
                </c:pt>
                <c:pt idx="90784">
                  <c:v>62.58</c:v>
                </c:pt>
                <c:pt idx="90785">
                  <c:v>159.97</c:v>
                </c:pt>
                <c:pt idx="90786">
                  <c:v>69.95</c:v>
                </c:pt>
                <c:pt idx="90787">
                  <c:v>204.93</c:v>
                </c:pt>
                <c:pt idx="90788">
                  <c:v>125.95</c:v>
                </c:pt>
                <c:pt idx="90789">
                  <c:v>53.98</c:v>
                </c:pt>
                <c:pt idx="90790">
                  <c:v>137.96</c:v>
                </c:pt>
                <c:pt idx="90791">
                  <c:v>65.22</c:v>
                </c:pt>
                <c:pt idx="90792">
                  <c:v>75.98</c:v>
                </c:pt>
                <c:pt idx="90793">
                  <c:v>65.98</c:v>
                </c:pt>
                <c:pt idx="90794">
                  <c:v>65.98</c:v>
                </c:pt>
                <c:pt idx="90795">
                  <c:v>59.73</c:v>
                </c:pt>
                <c:pt idx="90796">
                  <c:v>98.06</c:v>
                </c:pt>
                <c:pt idx="90797">
                  <c:v>49.99</c:v>
                </c:pt>
                <c:pt idx="90798">
                  <c:v>54.99</c:v>
                </c:pt>
                <c:pt idx="90799">
                  <c:v>72.239999999999995</c:v>
                </c:pt>
                <c:pt idx="90800">
                  <c:v>84.99</c:v>
                </c:pt>
                <c:pt idx="90801">
                  <c:v>177.82</c:v>
                </c:pt>
                <c:pt idx="90802">
                  <c:v>53.98</c:v>
                </c:pt>
                <c:pt idx="90803">
                  <c:v>113.96</c:v>
                </c:pt>
                <c:pt idx="90804">
                  <c:v>99.96</c:v>
                </c:pt>
                <c:pt idx="90805">
                  <c:v>74.97</c:v>
                </c:pt>
                <c:pt idx="90806">
                  <c:v>83.97</c:v>
                </c:pt>
                <c:pt idx="90807">
                  <c:v>86.38</c:v>
                </c:pt>
                <c:pt idx="90808">
                  <c:v>48.58</c:v>
                </c:pt>
                <c:pt idx="90809">
                  <c:v>60.98</c:v>
                </c:pt>
                <c:pt idx="90810">
                  <c:v>56.08</c:v>
                </c:pt>
                <c:pt idx="90811">
                  <c:v>59.96</c:v>
                </c:pt>
                <c:pt idx="90812">
                  <c:v>41.99</c:v>
                </c:pt>
                <c:pt idx="90813">
                  <c:v>51.29</c:v>
                </c:pt>
                <c:pt idx="90814">
                  <c:v>129.97999999999999</c:v>
                </c:pt>
                <c:pt idx="90815">
                  <c:v>81.98</c:v>
                </c:pt>
                <c:pt idx="90816">
                  <c:v>108.97</c:v>
                </c:pt>
                <c:pt idx="90817">
                  <c:v>41.29</c:v>
                </c:pt>
                <c:pt idx="90818">
                  <c:v>39.479999999999997</c:v>
                </c:pt>
                <c:pt idx="90819">
                  <c:v>21.49</c:v>
                </c:pt>
                <c:pt idx="90820">
                  <c:v>78.87</c:v>
                </c:pt>
                <c:pt idx="90821">
                  <c:v>54.99</c:v>
                </c:pt>
                <c:pt idx="90822">
                  <c:v>149.94999999999999</c:v>
                </c:pt>
                <c:pt idx="90823">
                  <c:v>112.46</c:v>
                </c:pt>
                <c:pt idx="90824">
                  <c:v>108.83</c:v>
                </c:pt>
                <c:pt idx="90825">
                  <c:v>89.94</c:v>
                </c:pt>
                <c:pt idx="90826">
                  <c:v>96.23</c:v>
                </c:pt>
                <c:pt idx="90827">
                  <c:v>74.95</c:v>
                </c:pt>
                <c:pt idx="90828">
                  <c:v>84.99</c:v>
                </c:pt>
                <c:pt idx="90829">
                  <c:v>109.98</c:v>
                </c:pt>
                <c:pt idx="90830">
                  <c:v>76.489999999999995</c:v>
                </c:pt>
                <c:pt idx="90831">
                  <c:v>77.97</c:v>
                </c:pt>
                <c:pt idx="90832">
                  <c:v>76.489999999999995</c:v>
                </c:pt>
                <c:pt idx="90833">
                  <c:v>98.79</c:v>
                </c:pt>
                <c:pt idx="90834">
                  <c:v>70.36</c:v>
                </c:pt>
                <c:pt idx="90835">
                  <c:v>58.64</c:v>
                </c:pt>
                <c:pt idx="90836">
                  <c:v>77.97</c:v>
                </c:pt>
                <c:pt idx="90837">
                  <c:v>109.98</c:v>
                </c:pt>
                <c:pt idx="90838">
                  <c:v>125.16</c:v>
                </c:pt>
                <c:pt idx="90839">
                  <c:v>112.64</c:v>
                </c:pt>
                <c:pt idx="90840">
                  <c:v>61.96</c:v>
                </c:pt>
                <c:pt idx="90841">
                  <c:v>289.39</c:v>
                </c:pt>
                <c:pt idx="90842">
                  <c:v>84.99</c:v>
                </c:pt>
                <c:pt idx="90843">
                  <c:v>84.99</c:v>
                </c:pt>
                <c:pt idx="90844">
                  <c:v>84.99</c:v>
                </c:pt>
                <c:pt idx="90845">
                  <c:v>84.99</c:v>
                </c:pt>
                <c:pt idx="90846">
                  <c:v>32.229999999999997</c:v>
                </c:pt>
                <c:pt idx="90847">
                  <c:v>16.489999999999998</c:v>
                </c:pt>
                <c:pt idx="90848">
                  <c:v>16.489999999999998</c:v>
                </c:pt>
                <c:pt idx="90849">
                  <c:v>16.489999999999998</c:v>
                </c:pt>
                <c:pt idx="90850">
                  <c:v>32.229999999999997</c:v>
                </c:pt>
                <c:pt idx="90851">
                  <c:v>32.229999999999997</c:v>
                </c:pt>
                <c:pt idx="90852">
                  <c:v>31.48</c:v>
                </c:pt>
                <c:pt idx="90853">
                  <c:v>31.48</c:v>
                </c:pt>
                <c:pt idx="90854">
                  <c:v>31.48</c:v>
                </c:pt>
                <c:pt idx="90855">
                  <c:v>46.47</c:v>
                </c:pt>
                <c:pt idx="90856">
                  <c:v>73.17</c:v>
                </c:pt>
                <c:pt idx="90857">
                  <c:v>63.99</c:v>
                </c:pt>
                <c:pt idx="90858">
                  <c:v>84.98</c:v>
                </c:pt>
                <c:pt idx="90859">
                  <c:v>259.95999999999998</c:v>
                </c:pt>
                <c:pt idx="90860">
                  <c:v>30.48</c:v>
                </c:pt>
                <c:pt idx="90861">
                  <c:v>164.98</c:v>
                </c:pt>
                <c:pt idx="90862">
                  <c:v>149.94</c:v>
                </c:pt>
                <c:pt idx="90863">
                  <c:v>102.23</c:v>
                </c:pt>
                <c:pt idx="90864">
                  <c:v>62.97</c:v>
                </c:pt>
                <c:pt idx="90865">
                  <c:v>52.98</c:v>
                </c:pt>
                <c:pt idx="90866">
                  <c:v>50.98</c:v>
                </c:pt>
                <c:pt idx="90867">
                  <c:v>55.98</c:v>
                </c:pt>
                <c:pt idx="90868">
                  <c:v>54.98</c:v>
                </c:pt>
                <c:pt idx="90869">
                  <c:v>59.98</c:v>
                </c:pt>
                <c:pt idx="90870">
                  <c:v>161.96</c:v>
                </c:pt>
                <c:pt idx="90871">
                  <c:v>31.48</c:v>
                </c:pt>
                <c:pt idx="90872">
                  <c:v>68.44</c:v>
                </c:pt>
                <c:pt idx="90873">
                  <c:v>53.89</c:v>
                </c:pt>
                <c:pt idx="90874">
                  <c:v>48.24</c:v>
                </c:pt>
                <c:pt idx="90875">
                  <c:v>89.98</c:v>
                </c:pt>
                <c:pt idx="90876">
                  <c:v>99.98</c:v>
                </c:pt>
                <c:pt idx="90877">
                  <c:v>54.99</c:v>
                </c:pt>
                <c:pt idx="90878">
                  <c:v>134.94999999999999</c:v>
                </c:pt>
                <c:pt idx="90879">
                  <c:v>153.84</c:v>
                </c:pt>
                <c:pt idx="90880">
                  <c:v>134.94999999999999</c:v>
                </c:pt>
                <c:pt idx="90881">
                  <c:v>51.29</c:v>
                </c:pt>
                <c:pt idx="90882">
                  <c:v>92.98</c:v>
                </c:pt>
                <c:pt idx="90883">
                  <c:v>99.98</c:v>
                </c:pt>
                <c:pt idx="90884">
                  <c:v>69.98</c:v>
                </c:pt>
                <c:pt idx="90885">
                  <c:v>41.94</c:v>
                </c:pt>
                <c:pt idx="90886">
                  <c:v>71.97</c:v>
                </c:pt>
                <c:pt idx="90887">
                  <c:v>59.98</c:v>
                </c:pt>
                <c:pt idx="90888">
                  <c:v>59.98</c:v>
                </c:pt>
                <c:pt idx="90889">
                  <c:v>59.98</c:v>
                </c:pt>
                <c:pt idx="90890">
                  <c:v>59.98</c:v>
                </c:pt>
                <c:pt idx="90891">
                  <c:v>67.709999999999994</c:v>
                </c:pt>
                <c:pt idx="90892">
                  <c:v>187.51</c:v>
                </c:pt>
                <c:pt idx="90893">
                  <c:v>72.55</c:v>
                </c:pt>
                <c:pt idx="90894">
                  <c:v>51.98</c:v>
                </c:pt>
                <c:pt idx="90895">
                  <c:v>151.96</c:v>
                </c:pt>
                <c:pt idx="90896">
                  <c:v>73.98</c:v>
                </c:pt>
                <c:pt idx="90897">
                  <c:v>72.98</c:v>
                </c:pt>
                <c:pt idx="90898">
                  <c:v>105.97</c:v>
                </c:pt>
                <c:pt idx="90899">
                  <c:v>92.57</c:v>
                </c:pt>
                <c:pt idx="90900">
                  <c:v>73.48</c:v>
                </c:pt>
                <c:pt idx="90901">
                  <c:v>70.47</c:v>
                </c:pt>
                <c:pt idx="90902">
                  <c:v>70.97</c:v>
                </c:pt>
                <c:pt idx="90903">
                  <c:v>68.97</c:v>
                </c:pt>
                <c:pt idx="90904">
                  <c:v>70.97</c:v>
                </c:pt>
                <c:pt idx="90905">
                  <c:v>59.98</c:v>
                </c:pt>
                <c:pt idx="90906">
                  <c:v>72.97</c:v>
                </c:pt>
                <c:pt idx="90907">
                  <c:v>154.82</c:v>
                </c:pt>
                <c:pt idx="90908">
                  <c:v>159.69999999999999</c:v>
                </c:pt>
                <c:pt idx="90909">
                  <c:v>152.41999999999999</c:v>
                </c:pt>
                <c:pt idx="90910">
                  <c:v>94.96</c:v>
                </c:pt>
                <c:pt idx="90911">
                  <c:v>52.16</c:v>
                </c:pt>
                <c:pt idx="90912">
                  <c:v>209.06</c:v>
                </c:pt>
                <c:pt idx="90913">
                  <c:v>60.99</c:v>
                </c:pt>
                <c:pt idx="90914">
                  <c:v>60.99</c:v>
                </c:pt>
                <c:pt idx="90915">
                  <c:v>50.98</c:v>
                </c:pt>
                <c:pt idx="90916">
                  <c:v>59.7</c:v>
                </c:pt>
                <c:pt idx="90917">
                  <c:v>77.98</c:v>
                </c:pt>
                <c:pt idx="90918">
                  <c:v>44.49</c:v>
                </c:pt>
                <c:pt idx="90919">
                  <c:v>120.94</c:v>
                </c:pt>
                <c:pt idx="90920">
                  <c:v>59.96</c:v>
                </c:pt>
                <c:pt idx="90921">
                  <c:v>421.22</c:v>
                </c:pt>
                <c:pt idx="90922">
                  <c:v>171.96</c:v>
                </c:pt>
                <c:pt idx="90923">
                  <c:v>240.54</c:v>
                </c:pt>
                <c:pt idx="90924">
                  <c:v>46.27</c:v>
                </c:pt>
                <c:pt idx="90925">
                  <c:v>174.1</c:v>
                </c:pt>
                <c:pt idx="90926">
                  <c:v>29.99</c:v>
                </c:pt>
                <c:pt idx="90927">
                  <c:v>61.48</c:v>
                </c:pt>
                <c:pt idx="90928">
                  <c:v>25.58</c:v>
                </c:pt>
                <c:pt idx="90929">
                  <c:v>33.29</c:v>
                </c:pt>
                <c:pt idx="90930">
                  <c:v>92.97</c:v>
                </c:pt>
                <c:pt idx="90931">
                  <c:v>92.97</c:v>
                </c:pt>
                <c:pt idx="90932">
                  <c:v>1.5</c:v>
                </c:pt>
                <c:pt idx="90933">
                  <c:v>83.27</c:v>
                </c:pt>
                <c:pt idx="90934">
                  <c:v>99.98</c:v>
                </c:pt>
                <c:pt idx="90935">
                  <c:v>128.97</c:v>
                </c:pt>
                <c:pt idx="90936">
                  <c:v>109.98</c:v>
                </c:pt>
                <c:pt idx="90937">
                  <c:v>10.87</c:v>
                </c:pt>
                <c:pt idx="90938">
                  <c:v>27.79</c:v>
                </c:pt>
                <c:pt idx="90939">
                  <c:v>27.79</c:v>
                </c:pt>
                <c:pt idx="90940">
                  <c:v>27.79</c:v>
                </c:pt>
                <c:pt idx="90941">
                  <c:v>27.79</c:v>
                </c:pt>
                <c:pt idx="90942">
                  <c:v>27.79</c:v>
                </c:pt>
                <c:pt idx="90943">
                  <c:v>28.39</c:v>
                </c:pt>
                <c:pt idx="90944">
                  <c:v>28.39</c:v>
                </c:pt>
                <c:pt idx="90945">
                  <c:v>27.79</c:v>
                </c:pt>
                <c:pt idx="90946">
                  <c:v>89.95</c:v>
                </c:pt>
                <c:pt idx="90947">
                  <c:v>89.95</c:v>
                </c:pt>
                <c:pt idx="90948">
                  <c:v>53.98</c:v>
                </c:pt>
                <c:pt idx="90949">
                  <c:v>15.49</c:v>
                </c:pt>
                <c:pt idx="90950">
                  <c:v>111.96</c:v>
                </c:pt>
                <c:pt idx="90951">
                  <c:v>55.98</c:v>
                </c:pt>
                <c:pt idx="90952">
                  <c:v>40.58</c:v>
                </c:pt>
                <c:pt idx="90953">
                  <c:v>75</c:v>
                </c:pt>
                <c:pt idx="90954">
                  <c:v>107.77</c:v>
                </c:pt>
                <c:pt idx="90955">
                  <c:v>107.77</c:v>
                </c:pt>
                <c:pt idx="90956">
                  <c:v>103.42</c:v>
                </c:pt>
                <c:pt idx="90957">
                  <c:v>71.849999999999994</c:v>
                </c:pt>
                <c:pt idx="90958">
                  <c:v>29.48</c:v>
                </c:pt>
                <c:pt idx="90959">
                  <c:v>33.28</c:v>
                </c:pt>
                <c:pt idx="90960">
                  <c:v>32.24</c:v>
                </c:pt>
                <c:pt idx="90961">
                  <c:v>49.98</c:v>
                </c:pt>
                <c:pt idx="90962">
                  <c:v>59.98</c:v>
                </c:pt>
                <c:pt idx="90963">
                  <c:v>26.49</c:v>
                </c:pt>
                <c:pt idx="90964">
                  <c:v>27.24</c:v>
                </c:pt>
                <c:pt idx="90965">
                  <c:v>99.98</c:v>
                </c:pt>
                <c:pt idx="90966">
                  <c:v>134.97</c:v>
                </c:pt>
                <c:pt idx="90967">
                  <c:v>99.98</c:v>
                </c:pt>
                <c:pt idx="90968">
                  <c:v>110.53</c:v>
                </c:pt>
                <c:pt idx="90969">
                  <c:v>55.64</c:v>
                </c:pt>
                <c:pt idx="90970">
                  <c:v>49.49</c:v>
                </c:pt>
                <c:pt idx="90971">
                  <c:v>68.989999999999995</c:v>
                </c:pt>
                <c:pt idx="90972">
                  <c:v>20.49</c:v>
                </c:pt>
                <c:pt idx="90973">
                  <c:v>84.99</c:v>
                </c:pt>
                <c:pt idx="90974">
                  <c:v>84.99</c:v>
                </c:pt>
                <c:pt idx="90975">
                  <c:v>103.98</c:v>
                </c:pt>
                <c:pt idx="90976">
                  <c:v>71.48</c:v>
                </c:pt>
                <c:pt idx="90977">
                  <c:v>176.45</c:v>
                </c:pt>
                <c:pt idx="90978">
                  <c:v>71.069999999999993</c:v>
                </c:pt>
                <c:pt idx="90979">
                  <c:v>63.98</c:v>
                </c:pt>
                <c:pt idx="90980">
                  <c:v>81.94</c:v>
                </c:pt>
                <c:pt idx="90981">
                  <c:v>94.46</c:v>
                </c:pt>
                <c:pt idx="90982">
                  <c:v>69.98</c:v>
                </c:pt>
                <c:pt idx="90983">
                  <c:v>68.989999999999995</c:v>
                </c:pt>
                <c:pt idx="90984">
                  <c:v>152.41</c:v>
                </c:pt>
                <c:pt idx="90985">
                  <c:v>145.15</c:v>
                </c:pt>
                <c:pt idx="90986">
                  <c:v>94.36</c:v>
                </c:pt>
                <c:pt idx="90987">
                  <c:v>72.56</c:v>
                </c:pt>
                <c:pt idx="90988">
                  <c:v>55.97</c:v>
                </c:pt>
                <c:pt idx="90989">
                  <c:v>73.959999999999994</c:v>
                </c:pt>
                <c:pt idx="90990">
                  <c:v>41.78</c:v>
                </c:pt>
                <c:pt idx="90991">
                  <c:v>74.989999999999995</c:v>
                </c:pt>
                <c:pt idx="90992">
                  <c:v>56.97</c:v>
                </c:pt>
                <c:pt idx="90993">
                  <c:v>31.18</c:v>
                </c:pt>
                <c:pt idx="90994">
                  <c:v>74.989999999999995</c:v>
                </c:pt>
                <c:pt idx="90995">
                  <c:v>53.98</c:v>
                </c:pt>
                <c:pt idx="90996">
                  <c:v>248.91</c:v>
                </c:pt>
                <c:pt idx="90997">
                  <c:v>53.98</c:v>
                </c:pt>
                <c:pt idx="90998">
                  <c:v>248.91</c:v>
                </c:pt>
                <c:pt idx="90999">
                  <c:v>41.28</c:v>
                </c:pt>
                <c:pt idx="91000">
                  <c:v>41.28</c:v>
                </c:pt>
                <c:pt idx="91001">
                  <c:v>74.97</c:v>
                </c:pt>
                <c:pt idx="91002">
                  <c:v>74.97</c:v>
                </c:pt>
                <c:pt idx="91003">
                  <c:v>84.81</c:v>
                </c:pt>
                <c:pt idx="91004">
                  <c:v>51.29</c:v>
                </c:pt>
                <c:pt idx="91005">
                  <c:v>38.28</c:v>
                </c:pt>
                <c:pt idx="91006">
                  <c:v>20.29</c:v>
                </c:pt>
                <c:pt idx="91007">
                  <c:v>95.78</c:v>
                </c:pt>
                <c:pt idx="91008">
                  <c:v>91.97</c:v>
                </c:pt>
                <c:pt idx="91009">
                  <c:v>120.97</c:v>
                </c:pt>
                <c:pt idx="91010">
                  <c:v>112.95</c:v>
                </c:pt>
                <c:pt idx="91011">
                  <c:v>84.98</c:v>
                </c:pt>
                <c:pt idx="91012">
                  <c:v>-17.989999999999998</c:v>
                </c:pt>
                <c:pt idx="91013">
                  <c:v>118.98</c:v>
                </c:pt>
                <c:pt idx="91014">
                  <c:v>84.99</c:v>
                </c:pt>
                <c:pt idx="91015">
                  <c:v>68.98</c:v>
                </c:pt>
                <c:pt idx="91016">
                  <c:v>68.989999999999995</c:v>
                </c:pt>
                <c:pt idx="91017">
                  <c:v>84.99</c:v>
                </c:pt>
                <c:pt idx="91018">
                  <c:v>77.790000000000006</c:v>
                </c:pt>
                <c:pt idx="91019">
                  <c:v>76.489999999999995</c:v>
                </c:pt>
                <c:pt idx="91020">
                  <c:v>16.29</c:v>
                </c:pt>
                <c:pt idx="91021">
                  <c:v>68.989999999999995</c:v>
                </c:pt>
                <c:pt idx="91022">
                  <c:v>77.790000000000006</c:v>
                </c:pt>
                <c:pt idx="91023">
                  <c:v>76.489999999999995</c:v>
                </c:pt>
                <c:pt idx="91024">
                  <c:v>16.29</c:v>
                </c:pt>
                <c:pt idx="91025">
                  <c:v>16.29</c:v>
                </c:pt>
                <c:pt idx="91026">
                  <c:v>76.489999999999995</c:v>
                </c:pt>
                <c:pt idx="91027">
                  <c:v>84.99</c:v>
                </c:pt>
                <c:pt idx="91028">
                  <c:v>68.989999999999995</c:v>
                </c:pt>
                <c:pt idx="91029">
                  <c:v>68.98</c:v>
                </c:pt>
                <c:pt idx="91030">
                  <c:v>68.989999999999995</c:v>
                </c:pt>
                <c:pt idx="91031">
                  <c:v>77.790000000000006</c:v>
                </c:pt>
                <c:pt idx="91032">
                  <c:v>107.94</c:v>
                </c:pt>
                <c:pt idx="91033">
                  <c:v>107.94</c:v>
                </c:pt>
                <c:pt idx="91034">
                  <c:v>68.989999999999995</c:v>
                </c:pt>
                <c:pt idx="91035">
                  <c:v>68.989999999999995</c:v>
                </c:pt>
                <c:pt idx="91036">
                  <c:v>68.98</c:v>
                </c:pt>
                <c:pt idx="91037">
                  <c:v>107.94</c:v>
                </c:pt>
                <c:pt idx="91038">
                  <c:v>89.97</c:v>
                </c:pt>
                <c:pt idx="91039">
                  <c:v>59.98</c:v>
                </c:pt>
                <c:pt idx="91040">
                  <c:v>89.97</c:v>
                </c:pt>
                <c:pt idx="91041">
                  <c:v>419.86</c:v>
                </c:pt>
                <c:pt idx="91042">
                  <c:v>55.78</c:v>
                </c:pt>
                <c:pt idx="91043">
                  <c:v>66.58</c:v>
                </c:pt>
                <c:pt idx="91044">
                  <c:v>62.88</c:v>
                </c:pt>
                <c:pt idx="91045">
                  <c:v>59.38</c:v>
                </c:pt>
                <c:pt idx="91046">
                  <c:v>59.1</c:v>
                </c:pt>
                <c:pt idx="91047">
                  <c:v>53.98</c:v>
                </c:pt>
                <c:pt idx="91048">
                  <c:v>62.88</c:v>
                </c:pt>
                <c:pt idx="91049">
                  <c:v>-2.6</c:v>
                </c:pt>
                <c:pt idx="91050">
                  <c:v>77.97</c:v>
                </c:pt>
                <c:pt idx="91051">
                  <c:v>137.57</c:v>
                </c:pt>
                <c:pt idx="91052">
                  <c:v>91.98</c:v>
                </c:pt>
                <c:pt idx="91053">
                  <c:v>242.94</c:v>
                </c:pt>
                <c:pt idx="91054">
                  <c:v>179.95</c:v>
                </c:pt>
                <c:pt idx="91055">
                  <c:v>179.96</c:v>
                </c:pt>
                <c:pt idx="91056">
                  <c:v>125.96</c:v>
                </c:pt>
                <c:pt idx="91057">
                  <c:v>65.989999999999995</c:v>
                </c:pt>
                <c:pt idx="91058">
                  <c:v>59.99</c:v>
                </c:pt>
                <c:pt idx="91059">
                  <c:v>53.98</c:v>
                </c:pt>
                <c:pt idx="91060">
                  <c:v>126.98</c:v>
                </c:pt>
                <c:pt idx="91061">
                  <c:v>118.98</c:v>
                </c:pt>
                <c:pt idx="91062">
                  <c:v>118.98</c:v>
                </c:pt>
                <c:pt idx="91063">
                  <c:v>60.99</c:v>
                </c:pt>
                <c:pt idx="91064">
                  <c:v>32.520000000000003</c:v>
                </c:pt>
                <c:pt idx="91065">
                  <c:v>91.98</c:v>
                </c:pt>
                <c:pt idx="91066">
                  <c:v>58.78</c:v>
                </c:pt>
                <c:pt idx="91067">
                  <c:v>119.96</c:v>
                </c:pt>
                <c:pt idx="91068">
                  <c:v>59.98</c:v>
                </c:pt>
                <c:pt idx="91069">
                  <c:v>59.98</c:v>
                </c:pt>
                <c:pt idx="91070">
                  <c:v>59.98</c:v>
                </c:pt>
                <c:pt idx="91071">
                  <c:v>59.98</c:v>
                </c:pt>
                <c:pt idx="91072">
                  <c:v>134.94999999999999</c:v>
                </c:pt>
                <c:pt idx="91073">
                  <c:v>99.98</c:v>
                </c:pt>
                <c:pt idx="91074">
                  <c:v>127.47</c:v>
                </c:pt>
                <c:pt idx="91075">
                  <c:v>56.09</c:v>
                </c:pt>
                <c:pt idx="91076">
                  <c:v>61.96</c:v>
                </c:pt>
                <c:pt idx="91077">
                  <c:v>82.95</c:v>
                </c:pt>
                <c:pt idx="91078">
                  <c:v>56.97</c:v>
                </c:pt>
                <c:pt idx="91079">
                  <c:v>96.96</c:v>
                </c:pt>
                <c:pt idx="91080">
                  <c:v>100.27</c:v>
                </c:pt>
                <c:pt idx="91081">
                  <c:v>98.98</c:v>
                </c:pt>
                <c:pt idx="91082">
                  <c:v>67.97</c:v>
                </c:pt>
                <c:pt idx="91083">
                  <c:v>53.17</c:v>
                </c:pt>
                <c:pt idx="91084">
                  <c:v>65.39</c:v>
                </c:pt>
                <c:pt idx="91085">
                  <c:v>68.05</c:v>
                </c:pt>
                <c:pt idx="91086">
                  <c:v>69.989999999999995</c:v>
                </c:pt>
                <c:pt idx="91087">
                  <c:v>139.96</c:v>
                </c:pt>
                <c:pt idx="91088">
                  <c:v>93.63</c:v>
                </c:pt>
                <c:pt idx="91089">
                  <c:v>104.04</c:v>
                </c:pt>
                <c:pt idx="91090">
                  <c:v>79.849999999999994</c:v>
                </c:pt>
                <c:pt idx="91091">
                  <c:v>61.98</c:v>
                </c:pt>
                <c:pt idx="91092">
                  <c:v>216.93</c:v>
                </c:pt>
                <c:pt idx="91093">
                  <c:v>97.98</c:v>
                </c:pt>
                <c:pt idx="91094">
                  <c:v>79.02</c:v>
                </c:pt>
                <c:pt idx="91095">
                  <c:v>216.93</c:v>
                </c:pt>
                <c:pt idx="91096">
                  <c:v>97.98</c:v>
                </c:pt>
                <c:pt idx="91097">
                  <c:v>61.98</c:v>
                </c:pt>
                <c:pt idx="91098">
                  <c:v>79.02</c:v>
                </c:pt>
                <c:pt idx="91099">
                  <c:v>59.9</c:v>
                </c:pt>
                <c:pt idx="91100">
                  <c:v>75.650000000000006</c:v>
                </c:pt>
                <c:pt idx="91101">
                  <c:v>78.61</c:v>
                </c:pt>
                <c:pt idx="91102">
                  <c:v>92.15</c:v>
                </c:pt>
                <c:pt idx="91103">
                  <c:v>12.68</c:v>
                </c:pt>
                <c:pt idx="91104">
                  <c:v>55.64</c:v>
                </c:pt>
                <c:pt idx="91105">
                  <c:v>62.87</c:v>
                </c:pt>
                <c:pt idx="91106">
                  <c:v>72.540000000000006</c:v>
                </c:pt>
                <c:pt idx="91107">
                  <c:v>85.45</c:v>
                </c:pt>
                <c:pt idx="91108">
                  <c:v>71.09</c:v>
                </c:pt>
                <c:pt idx="91109">
                  <c:v>72.540000000000006</c:v>
                </c:pt>
                <c:pt idx="91110">
                  <c:v>87.05</c:v>
                </c:pt>
                <c:pt idx="91111">
                  <c:v>97.97</c:v>
                </c:pt>
                <c:pt idx="91112">
                  <c:v>33.479999999999997</c:v>
                </c:pt>
                <c:pt idx="91113">
                  <c:v>65.989999999999995</c:v>
                </c:pt>
                <c:pt idx="91114">
                  <c:v>41.49</c:v>
                </c:pt>
                <c:pt idx="91115">
                  <c:v>97.97</c:v>
                </c:pt>
                <c:pt idx="91116">
                  <c:v>65.989999999999995</c:v>
                </c:pt>
                <c:pt idx="91117">
                  <c:v>95.97</c:v>
                </c:pt>
                <c:pt idx="91118">
                  <c:v>58.84</c:v>
                </c:pt>
                <c:pt idx="91119">
                  <c:v>103.83</c:v>
                </c:pt>
                <c:pt idx="91120">
                  <c:v>58.84</c:v>
                </c:pt>
                <c:pt idx="91121">
                  <c:v>126.82</c:v>
                </c:pt>
                <c:pt idx="91122">
                  <c:v>105.98</c:v>
                </c:pt>
                <c:pt idx="91123">
                  <c:v>65.989999999999995</c:v>
                </c:pt>
                <c:pt idx="91124">
                  <c:v>51.32</c:v>
                </c:pt>
                <c:pt idx="91125">
                  <c:v>59.98</c:v>
                </c:pt>
                <c:pt idx="91126">
                  <c:v>81.98</c:v>
                </c:pt>
                <c:pt idx="91127">
                  <c:v>64.87</c:v>
                </c:pt>
                <c:pt idx="91128">
                  <c:v>65.989999999999995</c:v>
                </c:pt>
                <c:pt idx="91129">
                  <c:v>15.99</c:v>
                </c:pt>
                <c:pt idx="91130">
                  <c:v>15.99</c:v>
                </c:pt>
                <c:pt idx="91131">
                  <c:v>59.96</c:v>
                </c:pt>
                <c:pt idx="91132">
                  <c:v>59.96</c:v>
                </c:pt>
                <c:pt idx="91133">
                  <c:v>65.989999999999995</c:v>
                </c:pt>
                <c:pt idx="91134">
                  <c:v>59.96</c:v>
                </c:pt>
                <c:pt idx="91135">
                  <c:v>59.96</c:v>
                </c:pt>
                <c:pt idx="91136">
                  <c:v>59.96</c:v>
                </c:pt>
                <c:pt idx="91137">
                  <c:v>62.47</c:v>
                </c:pt>
                <c:pt idx="91138">
                  <c:v>222.24</c:v>
                </c:pt>
                <c:pt idx="91139">
                  <c:v>-23</c:v>
                </c:pt>
                <c:pt idx="91140">
                  <c:v>214.95</c:v>
                </c:pt>
                <c:pt idx="91141">
                  <c:v>65.27</c:v>
                </c:pt>
                <c:pt idx="91142">
                  <c:v>65.27</c:v>
                </c:pt>
                <c:pt idx="91143">
                  <c:v>55.59</c:v>
                </c:pt>
                <c:pt idx="91144">
                  <c:v>149.97999999999999</c:v>
                </c:pt>
                <c:pt idx="91145">
                  <c:v>104.98</c:v>
                </c:pt>
                <c:pt idx="91146">
                  <c:v>134.96</c:v>
                </c:pt>
                <c:pt idx="91147">
                  <c:v>63.96</c:v>
                </c:pt>
                <c:pt idx="91148">
                  <c:v>51.97</c:v>
                </c:pt>
                <c:pt idx="91149">
                  <c:v>69.989999999999995</c:v>
                </c:pt>
                <c:pt idx="91150">
                  <c:v>123.9</c:v>
                </c:pt>
                <c:pt idx="91151">
                  <c:v>143.91</c:v>
                </c:pt>
                <c:pt idx="91152">
                  <c:v>16.489999999999998</c:v>
                </c:pt>
                <c:pt idx="91153">
                  <c:v>99.97</c:v>
                </c:pt>
                <c:pt idx="91154">
                  <c:v>99.97</c:v>
                </c:pt>
                <c:pt idx="91155">
                  <c:v>119.95</c:v>
                </c:pt>
                <c:pt idx="91156">
                  <c:v>99.97</c:v>
                </c:pt>
                <c:pt idx="91157">
                  <c:v>145.13999999999999</c:v>
                </c:pt>
                <c:pt idx="91158">
                  <c:v>145.15</c:v>
                </c:pt>
                <c:pt idx="91159">
                  <c:v>53.97</c:v>
                </c:pt>
                <c:pt idx="91160">
                  <c:v>84.98</c:v>
                </c:pt>
                <c:pt idx="91161">
                  <c:v>54.98</c:v>
                </c:pt>
                <c:pt idx="91162">
                  <c:v>84.98</c:v>
                </c:pt>
                <c:pt idx="91163">
                  <c:v>53.97</c:v>
                </c:pt>
                <c:pt idx="91164">
                  <c:v>64.98</c:v>
                </c:pt>
                <c:pt idx="91165">
                  <c:v>64.98</c:v>
                </c:pt>
                <c:pt idx="91166">
                  <c:v>54.98</c:v>
                </c:pt>
                <c:pt idx="91167">
                  <c:v>54.87</c:v>
                </c:pt>
                <c:pt idx="91168">
                  <c:v>54.87</c:v>
                </c:pt>
                <c:pt idx="91169">
                  <c:v>21.48</c:v>
                </c:pt>
                <c:pt idx="91170">
                  <c:v>89.98</c:v>
                </c:pt>
                <c:pt idx="91171">
                  <c:v>84.99</c:v>
                </c:pt>
                <c:pt idx="91172">
                  <c:v>125.97</c:v>
                </c:pt>
                <c:pt idx="91173">
                  <c:v>84.99</c:v>
                </c:pt>
                <c:pt idx="91174">
                  <c:v>70.989999999999995</c:v>
                </c:pt>
                <c:pt idx="91175">
                  <c:v>67.98</c:v>
                </c:pt>
                <c:pt idx="91176">
                  <c:v>135.97999999999999</c:v>
                </c:pt>
                <c:pt idx="91177">
                  <c:v>223.94</c:v>
                </c:pt>
                <c:pt idx="91178">
                  <c:v>113.91</c:v>
                </c:pt>
                <c:pt idx="91179">
                  <c:v>77.94</c:v>
                </c:pt>
                <c:pt idx="91180">
                  <c:v>53.09</c:v>
                </c:pt>
                <c:pt idx="91181">
                  <c:v>79.98</c:v>
                </c:pt>
                <c:pt idx="91182">
                  <c:v>71.989999999999995</c:v>
                </c:pt>
                <c:pt idx="91183">
                  <c:v>60.98</c:v>
                </c:pt>
                <c:pt idx="91184">
                  <c:v>123.47</c:v>
                </c:pt>
                <c:pt idx="91185">
                  <c:v>141.25</c:v>
                </c:pt>
                <c:pt idx="91186">
                  <c:v>254.97</c:v>
                </c:pt>
                <c:pt idx="91187">
                  <c:v>49.57</c:v>
                </c:pt>
                <c:pt idx="91188">
                  <c:v>132.97999999999999</c:v>
                </c:pt>
                <c:pt idx="91189">
                  <c:v>132.97999999999999</c:v>
                </c:pt>
                <c:pt idx="91190">
                  <c:v>137.94999999999999</c:v>
                </c:pt>
                <c:pt idx="91191">
                  <c:v>122.13</c:v>
                </c:pt>
                <c:pt idx="91192">
                  <c:v>127.96</c:v>
                </c:pt>
                <c:pt idx="91193">
                  <c:v>66.53</c:v>
                </c:pt>
                <c:pt idx="91194">
                  <c:v>67.290000000000006</c:v>
                </c:pt>
                <c:pt idx="91195">
                  <c:v>104.14</c:v>
                </c:pt>
                <c:pt idx="91196">
                  <c:v>84.64</c:v>
                </c:pt>
                <c:pt idx="91197">
                  <c:v>76.489999999999995</c:v>
                </c:pt>
                <c:pt idx="91198">
                  <c:v>76.489999999999995</c:v>
                </c:pt>
                <c:pt idx="91199">
                  <c:v>155.52000000000001</c:v>
                </c:pt>
                <c:pt idx="91200">
                  <c:v>152.97999999999999</c:v>
                </c:pt>
                <c:pt idx="91201">
                  <c:v>152.97999999999999</c:v>
                </c:pt>
                <c:pt idx="91202">
                  <c:v>105.96</c:v>
                </c:pt>
                <c:pt idx="91203">
                  <c:v>105.96</c:v>
                </c:pt>
                <c:pt idx="91204">
                  <c:v>155.52000000000001</c:v>
                </c:pt>
                <c:pt idx="91205">
                  <c:v>118.78</c:v>
                </c:pt>
                <c:pt idx="91206">
                  <c:v>138.57</c:v>
                </c:pt>
                <c:pt idx="91207">
                  <c:v>65.989999999999995</c:v>
                </c:pt>
                <c:pt idx="91208">
                  <c:v>93.56</c:v>
                </c:pt>
                <c:pt idx="91209">
                  <c:v>109.96</c:v>
                </c:pt>
                <c:pt idx="91210">
                  <c:v>119.97</c:v>
                </c:pt>
                <c:pt idx="91211">
                  <c:v>83.96</c:v>
                </c:pt>
                <c:pt idx="91212">
                  <c:v>62.97</c:v>
                </c:pt>
                <c:pt idx="91213">
                  <c:v>83.96</c:v>
                </c:pt>
                <c:pt idx="91214">
                  <c:v>-83.96</c:v>
                </c:pt>
                <c:pt idx="91215">
                  <c:v>49.24</c:v>
                </c:pt>
                <c:pt idx="91216">
                  <c:v>62.97</c:v>
                </c:pt>
                <c:pt idx="91217">
                  <c:v>-62.97</c:v>
                </c:pt>
                <c:pt idx="91218">
                  <c:v>16.489999999999998</c:v>
                </c:pt>
                <c:pt idx="91219">
                  <c:v>15.49</c:v>
                </c:pt>
                <c:pt idx="91220">
                  <c:v>36.49</c:v>
                </c:pt>
                <c:pt idx="91221">
                  <c:v>59.49</c:v>
                </c:pt>
                <c:pt idx="91222">
                  <c:v>40.49</c:v>
                </c:pt>
                <c:pt idx="91223">
                  <c:v>19.489999999999998</c:v>
                </c:pt>
                <c:pt idx="91224">
                  <c:v>41.49</c:v>
                </c:pt>
                <c:pt idx="91225">
                  <c:v>16.489999999999998</c:v>
                </c:pt>
                <c:pt idx="91226">
                  <c:v>49.99</c:v>
                </c:pt>
                <c:pt idx="91227">
                  <c:v>49.74</c:v>
                </c:pt>
                <c:pt idx="91228">
                  <c:v>147.96</c:v>
                </c:pt>
                <c:pt idx="91229">
                  <c:v>73.98</c:v>
                </c:pt>
                <c:pt idx="91230">
                  <c:v>59.98</c:v>
                </c:pt>
                <c:pt idx="91231">
                  <c:v>149.97</c:v>
                </c:pt>
                <c:pt idx="91232">
                  <c:v>104.98</c:v>
                </c:pt>
                <c:pt idx="91233">
                  <c:v>64.98</c:v>
                </c:pt>
                <c:pt idx="91234">
                  <c:v>99.98</c:v>
                </c:pt>
                <c:pt idx="91235">
                  <c:v>73.98</c:v>
                </c:pt>
                <c:pt idx="91236">
                  <c:v>73.98</c:v>
                </c:pt>
                <c:pt idx="91237">
                  <c:v>68.97</c:v>
                </c:pt>
                <c:pt idx="91238">
                  <c:v>53.98</c:v>
                </c:pt>
                <c:pt idx="91239">
                  <c:v>69.98</c:v>
                </c:pt>
                <c:pt idx="91240">
                  <c:v>72.3</c:v>
                </c:pt>
                <c:pt idx="91241">
                  <c:v>419.85</c:v>
                </c:pt>
                <c:pt idx="91242">
                  <c:v>88.97</c:v>
                </c:pt>
                <c:pt idx="91243">
                  <c:v>88.97</c:v>
                </c:pt>
                <c:pt idx="91244">
                  <c:v>56.98</c:v>
                </c:pt>
                <c:pt idx="91245">
                  <c:v>56.98</c:v>
                </c:pt>
                <c:pt idx="91246">
                  <c:v>53.98</c:v>
                </c:pt>
                <c:pt idx="91247">
                  <c:v>95.97</c:v>
                </c:pt>
                <c:pt idx="91248">
                  <c:v>86.96</c:v>
                </c:pt>
                <c:pt idx="91249">
                  <c:v>70.97</c:v>
                </c:pt>
                <c:pt idx="91250">
                  <c:v>70.97</c:v>
                </c:pt>
                <c:pt idx="91251">
                  <c:v>95.97</c:v>
                </c:pt>
                <c:pt idx="91252">
                  <c:v>53.98</c:v>
                </c:pt>
                <c:pt idx="91253">
                  <c:v>86.96</c:v>
                </c:pt>
                <c:pt idx="91254">
                  <c:v>139.9</c:v>
                </c:pt>
                <c:pt idx="91255">
                  <c:v>139.9</c:v>
                </c:pt>
                <c:pt idx="91256">
                  <c:v>22.79</c:v>
                </c:pt>
                <c:pt idx="91257">
                  <c:v>24.49</c:v>
                </c:pt>
                <c:pt idx="91258">
                  <c:v>24.49</c:v>
                </c:pt>
                <c:pt idx="91259">
                  <c:v>24.49</c:v>
                </c:pt>
                <c:pt idx="91260">
                  <c:v>24.49</c:v>
                </c:pt>
                <c:pt idx="91261">
                  <c:v>31.49</c:v>
                </c:pt>
                <c:pt idx="91262">
                  <c:v>24.49</c:v>
                </c:pt>
                <c:pt idx="91263">
                  <c:v>34.49</c:v>
                </c:pt>
                <c:pt idx="91264">
                  <c:v>59.98</c:v>
                </c:pt>
                <c:pt idx="91265">
                  <c:v>31.49</c:v>
                </c:pt>
                <c:pt idx="91266">
                  <c:v>24.49</c:v>
                </c:pt>
                <c:pt idx="91267">
                  <c:v>70.61</c:v>
                </c:pt>
                <c:pt idx="91268">
                  <c:v>73.260000000000005</c:v>
                </c:pt>
                <c:pt idx="91269">
                  <c:v>52.68</c:v>
                </c:pt>
                <c:pt idx="91270">
                  <c:v>69.98</c:v>
                </c:pt>
                <c:pt idx="91271">
                  <c:v>73.98</c:v>
                </c:pt>
                <c:pt idx="91272">
                  <c:v>73.98</c:v>
                </c:pt>
                <c:pt idx="91273">
                  <c:v>252.94</c:v>
                </c:pt>
                <c:pt idx="91274">
                  <c:v>54.95</c:v>
                </c:pt>
                <c:pt idx="91275">
                  <c:v>84.99</c:v>
                </c:pt>
                <c:pt idx="91276">
                  <c:v>134.97999999999999</c:v>
                </c:pt>
                <c:pt idx="91277">
                  <c:v>67.959999999999994</c:v>
                </c:pt>
                <c:pt idx="91278">
                  <c:v>65.989999999999995</c:v>
                </c:pt>
                <c:pt idx="91279">
                  <c:v>90.93</c:v>
                </c:pt>
                <c:pt idx="91280">
                  <c:v>84.95</c:v>
                </c:pt>
                <c:pt idx="91281">
                  <c:v>101.94</c:v>
                </c:pt>
                <c:pt idx="91282">
                  <c:v>72.55</c:v>
                </c:pt>
                <c:pt idx="91283">
                  <c:v>119.77</c:v>
                </c:pt>
                <c:pt idx="91284">
                  <c:v>72.55</c:v>
                </c:pt>
                <c:pt idx="91285">
                  <c:v>59.98</c:v>
                </c:pt>
                <c:pt idx="91286">
                  <c:v>119.96</c:v>
                </c:pt>
                <c:pt idx="91287">
                  <c:v>126.84</c:v>
                </c:pt>
                <c:pt idx="91288">
                  <c:v>119.96</c:v>
                </c:pt>
                <c:pt idx="91289">
                  <c:v>24.99</c:v>
                </c:pt>
                <c:pt idx="91290">
                  <c:v>46.54</c:v>
                </c:pt>
                <c:pt idx="91291">
                  <c:v>69.98</c:v>
                </c:pt>
                <c:pt idx="91292">
                  <c:v>83.48</c:v>
                </c:pt>
                <c:pt idx="91293">
                  <c:v>69.989999999999995</c:v>
                </c:pt>
                <c:pt idx="91294">
                  <c:v>147.94999999999999</c:v>
                </c:pt>
                <c:pt idx="91295">
                  <c:v>94.96</c:v>
                </c:pt>
                <c:pt idx="91296">
                  <c:v>80.72</c:v>
                </c:pt>
                <c:pt idx="91297">
                  <c:v>74.97</c:v>
                </c:pt>
                <c:pt idx="91298">
                  <c:v>79.97</c:v>
                </c:pt>
                <c:pt idx="91299">
                  <c:v>89.97</c:v>
                </c:pt>
                <c:pt idx="91300">
                  <c:v>59.98</c:v>
                </c:pt>
                <c:pt idx="91301">
                  <c:v>120.99</c:v>
                </c:pt>
                <c:pt idx="91302">
                  <c:v>77.39</c:v>
                </c:pt>
                <c:pt idx="91303">
                  <c:v>77.39</c:v>
                </c:pt>
                <c:pt idx="91304">
                  <c:v>65.98</c:v>
                </c:pt>
                <c:pt idx="91305">
                  <c:v>59.98</c:v>
                </c:pt>
                <c:pt idx="91306">
                  <c:v>59.98</c:v>
                </c:pt>
                <c:pt idx="91307">
                  <c:v>54.98</c:v>
                </c:pt>
                <c:pt idx="91308">
                  <c:v>59.98</c:v>
                </c:pt>
                <c:pt idx="91309">
                  <c:v>72.55</c:v>
                </c:pt>
                <c:pt idx="91310">
                  <c:v>72.55</c:v>
                </c:pt>
                <c:pt idx="91311">
                  <c:v>67.72</c:v>
                </c:pt>
                <c:pt idx="91312">
                  <c:v>72.55</c:v>
                </c:pt>
                <c:pt idx="91313">
                  <c:v>181.04</c:v>
                </c:pt>
                <c:pt idx="91314">
                  <c:v>52.97</c:v>
                </c:pt>
                <c:pt idx="91315">
                  <c:v>224.93</c:v>
                </c:pt>
                <c:pt idx="91316">
                  <c:v>61.96</c:v>
                </c:pt>
                <c:pt idx="91317">
                  <c:v>31.48</c:v>
                </c:pt>
                <c:pt idx="91318">
                  <c:v>51.98</c:v>
                </c:pt>
                <c:pt idx="91319">
                  <c:v>119.98</c:v>
                </c:pt>
                <c:pt idx="91320">
                  <c:v>66.98</c:v>
                </c:pt>
                <c:pt idx="91321">
                  <c:v>68.930000000000007</c:v>
                </c:pt>
                <c:pt idx="91322">
                  <c:v>68.930000000000007</c:v>
                </c:pt>
                <c:pt idx="91323">
                  <c:v>137.9</c:v>
                </c:pt>
                <c:pt idx="91324">
                  <c:v>68.930000000000007</c:v>
                </c:pt>
                <c:pt idx="91325">
                  <c:v>149.97999999999999</c:v>
                </c:pt>
                <c:pt idx="91326">
                  <c:v>94.34</c:v>
                </c:pt>
                <c:pt idx="91327">
                  <c:v>209.25</c:v>
                </c:pt>
                <c:pt idx="91328">
                  <c:v>149.9</c:v>
                </c:pt>
                <c:pt idx="91329">
                  <c:v>134.91</c:v>
                </c:pt>
                <c:pt idx="91330">
                  <c:v>125.72</c:v>
                </c:pt>
                <c:pt idx="91331">
                  <c:v>50.98</c:v>
                </c:pt>
                <c:pt idx="91332">
                  <c:v>89.98</c:v>
                </c:pt>
                <c:pt idx="91333">
                  <c:v>37.08</c:v>
                </c:pt>
                <c:pt idx="91334">
                  <c:v>73.150000000000006</c:v>
                </c:pt>
                <c:pt idx="91335">
                  <c:v>65.989999999999995</c:v>
                </c:pt>
                <c:pt idx="91336">
                  <c:v>-37.08</c:v>
                </c:pt>
                <c:pt idx="91337">
                  <c:v>99.98</c:v>
                </c:pt>
                <c:pt idx="91338">
                  <c:v>89.25</c:v>
                </c:pt>
                <c:pt idx="91339">
                  <c:v>96.78</c:v>
                </c:pt>
                <c:pt idx="91340">
                  <c:v>71.86</c:v>
                </c:pt>
                <c:pt idx="91341">
                  <c:v>52.97</c:v>
                </c:pt>
                <c:pt idx="91342">
                  <c:v>-17.989999999999998</c:v>
                </c:pt>
                <c:pt idx="91343">
                  <c:v>132.96</c:v>
                </c:pt>
                <c:pt idx="91344">
                  <c:v>59.96</c:v>
                </c:pt>
                <c:pt idx="91345">
                  <c:v>59.96</c:v>
                </c:pt>
                <c:pt idx="91346">
                  <c:v>51.95</c:v>
                </c:pt>
                <c:pt idx="91347">
                  <c:v>70.989999999999995</c:v>
                </c:pt>
                <c:pt idx="91348">
                  <c:v>100.13</c:v>
                </c:pt>
                <c:pt idx="91349">
                  <c:v>84.98</c:v>
                </c:pt>
                <c:pt idx="91350">
                  <c:v>84.99</c:v>
                </c:pt>
                <c:pt idx="91351">
                  <c:v>87.68</c:v>
                </c:pt>
                <c:pt idx="91352">
                  <c:v>69.67</c:v>
                </c:pt>
                <c:pt idx="91353">
                  <c:v>110.09</c:v>
                </c:pt>
                <c:pt idx="91354">
                  <c:v>89.52</c:v>
                </c:pt>
                <c:pt idx="91355">
                  <c:v>95.79</c:v>
                </c:pt>
                <c:pt idx="91356">
                  <c:v>59.96</c:v>
                </c:pt>
                <c:pt idx="91357">
                  <c:v>95.97</c:v>
                </c:pt>
                <c:pt idx="91358">
                  <c:v>75.98</c:v>
                </c:pt>
                <c:pt idx="91359">
                  <c:v>54.98</c:v>
                </c:pt>
                <c:pt idx="91360">
                  <c:v>37.29</c:v>
                </c:pt>
                <c:pt idx="91361">
                  <c:v>15.29</c:v>
                </c:pt>
                <c:pt idx="91362">
                  <c:v>59.99</c:v>
                </c:pt>
                <c:pt idx="91363">
                  <c:v>367.37</c:v>
                </c:pt>
                <c:pt idx="91364">
                  <c:v>61.48</c:v>
                </c:pt>
                <c:pt idx="91365">
                  <c:v>55.98</c:v>
                </c:pt>
                <c:pt idx="91366">
                  <c:v>89.97</c:v>
                </c:pt>
                <c:pt idx="91367">
                  <c:v>93.26</c:v>
                </c:pt>
                <c:pt idx="91368">
                  <c:v>63.27</c:v>
                </c:pt>
                <c:pt idx="91369">
                  <c:v>74.95</c:v>
                </c:pt>
                <c:pt idx="91370">
                  <c:v>74.95</c:v>
                </c:pt>
                <c:pt idx="91371">
                  <c:v>59.96</c:v>
                </c:pt>
                <c:pt idx="91372">
                  <c:v>72.25</c:v>
                </c:pt>
                <c:pt idx="91373">
                  <c:v>279.95999999999998</c:v>
                </c:pt>
                <c:pt idx="91374">
                  <c:v>61.96</c:v>
                </c:pt>
                <c:pt idx="91375">
                  <c:v>74.97</c:v>
                </c:pt>
                <c:pt idx="91376">
                  <c:v>84.99</c:v>
                </c:pt>
                <c:pt idx="91377">
                  <c:v>112.94</c:v>
                </c:pt>
                <c:pt idx="91378">
                  <c:v>52.96</c:v>
                </c:pt>
                <c:pt idx="91379">
                  <c:v>50.95</c:v>
                </c:pt>
                <c:pt idx="91380">
                  <c:v>53.94</c:v>
                </c:pt>
                <c:pt idx="91381">
                  <c:v>53.94</c:v>
                </c:pt>
                <c:pt idx="91382">
                  <c:v>33.479999999999997</c:v>
                </c:pt>
                <c:pt idx="91383">
                  <c:v>17.489999999999998</c:v>
                </c:pt>
                <c:pt idx="91384">
                  <c:v>33.479999999999997</c:v>
                </c:pt>
                <c:pt idx="91385">
                  <c:v>63.96</c:v>
                </c:pt>
                <c:pt idx="91386">
                  <c:v>16.850000000000001</c:v>
                </c:pt>
                <c:pt idx="91387">
                  <c:v>15.09</c:v>
                </c:pt>
                <c:pt idx="91388">
                  <c:v>118.54</c:v>
                </c:pt>
                <c:pt idx="91389">
                  <c:v>84.69</c:v>
                </c:pt>
                <c:pt idx="91390">
                  <c:v>65.33</c:v>
                </c:pt>
                <c:pt idx="91391">
                  <c:v>67.27</c:v>
                </c:pt>
                <c:pt idx="91392">
                  <c:v>35.47</c:v>
                </c:pt>
                <c:pt idx="91393">
                  <c:v>65.47</c:v>
                </c:pt>
                <c:pt idx="91394">
                  <c:v>59.07</c:v>
                </c:pt>
                <c:pt idx="91395">
                  <c:v>75.98</c:v>
                </c:pt>
                <c:pt idx="91396">
                  <c:v>65.98</c:v>
                </c:pt>
                <c:pt idx="91397">
                  <c:v>65.98</c:v>
                </c:pt>
                <c:pt idx="91398">
                  <c:v>75.98</c:v>
                </c:pt>
                <c:pt idx="91399">
                  <c:v>59.39</c:v>
                </c:pt>
                <c:pt idx="91400">
                  <c:v>68.38</c:v>
                </c:pt>
                <c:pt idx="91401">
                  <c:v>68.98</c:v>
                </c:pt>
                <c:pt idx="91402">
                  <c:v>38.89</c:v>
                </c:pt>
                <c:pt idx="91403">
                  <c:v>40.49</c:v>
                </c:pt>
                <c:pt idx="91404">
                  <c:v>40.49</c:v>
                </c:pt>
                <c:pt idx="91405">
                  <c:v>18.59</c:v>
                </c:pt>
                <c:pt idx="91406">
                  <c:v>18.59</c:v>
                </c:pt>
                <c:pt idx="91407">
                  <c:v>38.89</c:v>
                </c:pt>
                <c:pt idx="91408">
                  <c:v>68.98</c:v>
                </c:pt>
                <c:pt idx="91409">
                  <c:v>191.21</c:v>
                </c:pt>
                <c:pt idx="91410">
                  <c:v>224.95</c:v>
                </c:pt>
                <c:pt idx="91411">
                  <c:v>84.14</c:v>
                </c:pt>
                <c:pt idx="91412">
                  <c:v>84.14</c:v>
                </c:pt>
                <c:pt idx="91413">
                  <c:v>92.94</c:v>
                </c:pt>
                <c:pt idx="91414">
                  <c:v>43.62</c:v>
                </c:pt>
                <c:pt idx="91415">
                  <c:v>89.98</c:v>
                </c:pt>
                <c:pt idx="91416">
                  <c:v>7.06</c:v>
                </c:pt>
                <c:pt idx="91417">
                  <c:v>131.97999999999999</c:v>
                </c:pt>
                <c:pt idx="91418">
                  <c:v>127.96</c:v>
                </c:pt>
                <c:pt idx="91419">
                  <c:v>127.96</c:v>
                </c:pt>
                <c:pt idx="91420">
                  <c:v>63.98</c:v>
                </c:pt>
                <c:pt idx="91421">
                  <c:v>59.98</c:v>
                </c:pt>
                <c:pt idx="91422">
                  <c:v>74.98</c:v>
                </c:pt>
                <c:pt idx="91423">
                  <c:v>59.98</c:v>
                </c:pt>
                <c:pt idx="91424">
                  <c:v>119.96</c:v>
                </c:pt>
                <c:pt idx="91425">
                  <c:v>67.47</c:v>
                </c:pt>
                <c:pt idx="91426">
                  <c:v>29.99</c:v>
                </c:pt>
                <c:pt idx="91427">
                  <c:v>171.88</c:v>
                </c:pt>
                <c:pt idx="91428">
                  <c:v>139.91</c:v>
                </c:pt>
                <c:pt idx="91429">
                  <c:v>139.44</c:v>
                </c:pt>
                <c:pt idx="91430">
                  <c:v>53.97</c:v>
                </c:pt>
                <c:pt idx="91431">
                  <c:v>59.95</c:v>
                </c:pt>
                <c:pt idx="91432">
                  <c:v>59.96</c:v>
                </c:pt>
                <c:pt idx="91433">
                  <c:v>53.97</c:v>
                </c:pt>
                <c:pt idx="91434">
                  <c:v>53.97</c:v>
                </c:pt>
                <c:pt idx="91435">
                  <c:v>53.97</c:v>
                </c:pt>
                <c:pt idx="91436">
                  <c:v>50.97</c:v>
                </c:pt>
                <c:pt idx="91437">
                  <c:v>53.97</c:v>
                </c:pt>
                <c:pt idx="91438">
                  <c:v>68.959999999999994</c:v>
                </c:pt>
                <c:pt idx="91439">
                  <c:v>11.49</c:v>
                </c:pt>
                <c:pt idx="91440">
                  <c:v>71.47</c:v>
                </c:pt>
                <c:pt idx="91441">
                  <c:v>169.98</c:v>
                </c:pt>
                <c:pt idx="91442">
                  <c:v>237.46</c:v>
                </c:pt>
                <c:pt idx="91443">
                  <c:v>22.97</c:v>
                </c:pt>
                <c:pt idx="91444">
                  <c:v>22.97</c:v>
                </c:pt>
                <c:pt idx="91445">
                  <c:v>22.97</c:v>
                </c:pt>
                <c:pt idx="91446">
                  <c:v>22.97</c:v>
                </c:pt>
                <c:pt idx="91447">
                  <c:v>22.97</c:v>
                </c:pt>
                <c:pt idx="91448">
                  <c:v>22.97</c:v>
                </c:pt>
                <c:pt idx="91449">
                  <c:v>62.47</c:v>
                </c:pt>
                <c:pt idx="91450">
                  <c:v>89.94</c:v>
                </c:pt>
                <c:pt idx="91451">
                  <c:v>59.96</c:v>
                </c:pt>
                <c:pt idx="91452">
                  <c:v>59.96</c:v>
                </c:pt>
                <c:pt idx="91453">
                  <c:v>74.95</c:v>
                </c:pt>
                <c:pt idx="91454">
                  <c:v>54.98</c:v>
                </c:pt>
                <c:pt idx="91455">
                  <c:v>59.98</c:v>
                </c:pt>
                <c:pt idx="91456">
                  <c:v>54.98</c:v>
                </c:pt>
                <c:pt idx="91457">
                  <c:v>59.98</c:v>
                </c:pt>
                <c:pt idx="91458">
                  <c:v>56.98</c:v>
                </c:pt>
                <c:pt idx="91459">
                  <c:v>59.98</c:v>
                </c:pt>
                <c:pt idx="91460">
                  <c:v>157.93</c:v>
                </c:pt>
                <c:pt idx="91461">
                  <c:v>128.96</c:v>
                </c:pt>
                <c:pt idx="91462">
                  <c:v>119.96</c:v>
                </c:pt>
                <c:pt idx="91463">
                  <c:v>319.39</c:v>
                </c:pt>
                <c:pt idx="91464">
                  <c:v>68.930000000000007</c:v>
                </c:pt>
                <c:pt idx="91465">
                  <c:v>89.47</c:v>
                </c:pt>
                <c:pt idx="91466">
                  <c:v>256.22000000000003</c:v>
                </c:pt>
                <c:pt idx="91467">
                  <c:v>256.22000000000003</c:v>
                </c:pt>
                <c:pt idx="91468">
                  <c:v>89.47</c:v>
                </c:pt>
                <c:pt idx="91469">
                  <c:v>116.26</c:v>
                </c:pt>
                <c:pt idx="91470">
                  <c:v>116.26</c:v>
                </c:pt>
                <c:pt idx="91471">
                  <c:v>278.83</c:v>
                </c:pt>
                <c:pt idx="91472">
                  <c:v>134.97999999999999</c:v>
                </c:pt>
                <c:pt idx="91473">
                  <c:v>55.22</c:v>
                </c:pt>
                <c:pt idx="91474">
                  <c:v>249.91</c:v>
                </c:pt>
                <c:pt idx="91475">
                  <c:v>59.97</c:v>
                </c:pt>
                <c:pt idx="91476">
                  <c:v>30.48</c:v>
                </c:pt>
                <c:pt idx="91477">
                  <c:v>57.62</c:v>
                </c:pt>
                <c:pt idx="91478">
                  <c:v>130.96</c:v>
                </c:pt>
                <c:pt idx="91479">
                  <c:v>59.96</c:v>
                </c:pt>
                <c:pt idx="91480">
                  <c:v>59.95</c:v>
                </c:pt>
                <c:pt idx="91481">
                  <c:v>59.95</c:v>
                </c:pt>
                <c:pt idx="91482">
                  <c:v>59.95</c:v>
                </c:pt>
                <c:pt idx="91483">
                  <c:v>59.95</c:v>
                </c:pt>
                <c:pt idx="91484">
                  <c:v>74.08</c:v>
                </c:pt>
                <c:pt idx="91485">
                  <c:v>83.97</c:v>
                </c:pt>
                <c:pt idx="91486">
                  <c:v>180.44</c:v>
                </c:pt>
                <c:pt idx="91487">
                  <c:v>50.48</c:v>
                </c:pt>
                <c:pt idx="91488">
                  <c:v>180.69</c:v>
                </c:pt>
                <c:pt idx="91489">
                  <c:v>112.96</c:v>
                </c:pt>
                <c:pt idx="91490">
                  <c:v>74.819999999999993</c:v>
                </c:pt>
                <c:pt idx="91491">
                  <c:v>62.97</c:v>
                </c:pt>
                <c:pt idx="91492">
                  <c:v>45.17</c:v>
                </c:pt>
                <c:pt idx="91493">
                  <c:v>71.97</c:v>
                </c:pt>
                <c:pt idx="91494">
                  <c:v>55.98</c:v>
                </c:pt>
                <c:pt idx="91495">
                  <c:v>144.97</c:v>
                </c:pt>
                <c:pt idx="91496">
                  <c:v>158.41</c:v>
                </c:pt>
                <c:pt idx="91497">
                  <c:v>74.959999999999994</c:v>
                </c:pt>
                <c:pt idx="91498">
                  <c:v>65.989999999999995</c:v>
                </c:pt>
                <c:pt idx="91499">
                  <c:v>59.98</c:v>
                </c:pt>
                <c:pt idx="91500">
                  <c:v>63.98</c:v>
                </c:pt>
                <c:pt idx="91501">
                  <c:v>63.98</c:v>
                </c:pt>
                <c:pt idx="91502">
                  <c:v>63.98</c:v>
                </c:pt>
                <c:pt idx="91503">
                  <c:v>54.98</c:v>
                </c:pt>
                <c:pt idx="91504">
                  <c:v>51.28</c:v>
                </c:pt>
                <c:pt idx="91505">
                  <c:v>6.9</c:v>
                </c:pt>
                <c:pt idx="91506">
                  <c:v>51.28</c:v>
                </c:pt>
                <c:pt idx="91507">
                  <c:v>11.1</c:v>
                </c:pt>
                <c:pt idx="91508">
                  <c:v>51.28</c:v>
                </c:pt>
                <c:pt idx="91509">
                  <c:v>11.1</c:v>
                </c:pt>
                <c:pt idx="91510">
                  <c:v>54.98</c:v>
                </c:pt>
                <c:pt idx="91511">
                  <c:v>11.1</c:v>
                </c:pt>
                <c:pt idx="91512">
                  <c:v>6.9</c:v>
                </c:pt>
                <c:pt idx="91513">
                  <c:v>6.9</c:v>
                </c:pt>
                <c:pt idx="91514">
                  <c:v>89.97</c:v>
                </c:pt>
                <c:pt idx="91515">
                  <c:v>59.98</c:v>
                </c:pt>
                <c:pt idx="91516">
                  <c:v>89.97</c:v>
                </c:pt>
                <c:pt idx="91517">
                  <c:v>59.98</c:v>
                </c:pt>
                <c:pt idx="91518">
                  <c:v>54.98</c:v>
                </c:pt>
                <c:pt idx="91519">
                  <c:v>89.97</c:v>
                </c:pt>
                <c:pt idx="91520">
                  <c:v>71.959999999999994</c:v>
                </c:pt>
                <c:pt idx="91521">
                  <c:v>56.97</c:v>
                </c:pt>
                <c:pt idx="91522">
                  <c:v>74.97</c:v>
                </c:pt>
                <c:pt idx="91523">
                  <c:v>79.989999999999995</c:v>
                </c:pt>
                <c:pt idx="91524">
                  <c:v>51.97</c:v>
                </c:pt>
                <c:pt idx="91525">
                  <c:v>64.98</c:v>
                </c:pt>
                <c:pt idx="91526">
                  <c:v>60.98</c:v>
                </c:pt>
                <c:pt idx="91527">
                  <c:v>64.98</c:v>
                </c:pt>
                <c:pt idx="91528">
                  <c:v>76.209999999999994</c:v>
                </c:pt>
                <c:pt idx="91529">
                  <c:v>79.849999999999994</c:v>
                </c:pt>
                <c:pt idx="91530">
                  <c:v>131.87</c:v>
                </c:pt>
                <c:pt idx="91531">
                  <c:v>181.46</c:v>
                </c:pt>
                <c:pt idx="91532">
                  <c:v>181.46</c:v>
                </c:pt>
                <c:pt idx="91533">
                  <c:v>266.14999999999998</c:v>
                </c:pt>
                <c:pt idx="91534">
                  <c:v>239.54</c:v>
                </c:pt>
                <c:pt idx="91535">
                  <c:v>239.54</c:v>
                </c:pt>
                <c:pt idx="91536">
                  <c:v>266.14999999999998</c:v>
                </c:pt>
                <c:pt idx="91537">
                  <c:v>107.96</c:v>
                </c:pt>
                <c:pt idx="91538">
                  <c:v>48.73</c:v>
                </c:pt>
                <c:pt idx="91539">
                  <c:v>119.96</c:v>
                </c:pt>
                <c:pt idx="91540">
                  <c:v>48.73</c:v>
                </c:pt>
                <c:pt idx="91541">
                  <c:v>361.94</c:v>
                </c:pt>
                <c:pt idx="91542">
                  <c:v>12.08</c:v>
                </c:pt>
                <c:pt idx="91543">
                  <c:v>12.08</c:v>
                </c:pt>
                <c:pt idx="91544">
                  <c:v>123.38</c:v>
                </c:pt>
                <c:pt idx="91545">
                  <c:v>123.38</c:v>
                </c:pt>
                <c:pt idx="91546">
                  <c:v>135.46</c:v>
                </c:pt>
                <c:pt idx="91547">
                  <c:v>125.54</c:v>
                </c:pt>
                <c:pt idx="91548">
                  <c:v>151.25</c:v>
                </c:pt>
                <c:pt idx="91549">
                  <c:v>55.96</c:v>
                </c:pt>
                <c:pt idx="91550">
                  <c:v>59.98</c:v>
                </c:pt>
                <c:pt idx="91551">
                  <c:v>59.98</c:v>
                </c:pt>
                <c:pt idx="91552">
                  <c:v>59.98</c:v>
                </c:pt>
                <c:pt idx="91553">
                  <c:v>59.98</c:v>
                </c:pt>
                <c:pt idx="91554">
                  <c:v>56.98</c:v>
                </c:pt>
                <c:pt idx="91555">
                  <c:v>56.98</c:v>
                </c:pt>
                <c:pt idx="91556">
                  <c:v>55.98</c:v>
                </c:pt>
                <c:pt idx="91557">
                  <c:v>56.98</c:v>
                </c:pt>
                <c:pt idx="91558">
                  <c:v>81.97</c:v>
                </c:pt>
                <c:pt idx="91559">
                  <c:v>81.97</c:v>
                </c:pt>
                <c:pt idx="91560">
                  <c:v>55.98</c:v>
                </c:pt>
                <c:pt idx="91561">
                  <c:v>81.97</c:v>
                </c:pt>
                <c:pt idx="91562">
                  <c:v>59.98</c:v>
                </c:pt>
                <c:pt idx="91563">
                  <c:v>52.18</c:v>
                </c:pt>
                <c:pt idx="91564">
                  <c:v>52.18</c:v>
                </c:pt>
                <c:pt idx="91565">
                  <c:v>59.98</c:v>
                </c:pt>
                <c:pt idx="91566">
                  <c:v>59.98</c:v>
                </c:pt>
                <c:pt idx="91567">
                  <c:v>59.98</c:v>
                </c:pt>
                <c:pt idx="91568">
                  <c:v>52.18</c:v>
                </c:pt>
                <c:pt idx="91569">
                  <c:v>59.98</c:v>
                </c:pt>
                <c:pt idx="91570">
                  <c:v>59.98</c:v>
                </c:pt>
                <c:pt idx="91571">
                  <c:v>55.96</c:v>
                </c:pt>
                <c:pt idx="91572">
                  <c:v>55.96</c:v>
                </c:pt>
                <c:pt idx="91573">
                  <c:v>59.98</c:v>
                </c:pt>
                <c:pt idx="91574">
                  <c:v>59.98</c:v>
                </c:pt>
                <c:pt idx="91575">
                  <c:v>55.98</c:v>
                </c:pt>
                <c:pt idx="91576">
                  <c:v>75.959999999999994</c:v>
                </c:pt>
                <c:pt idx="91577">
                  <c:v>31.28</c:v>
                </c:pt>
                <c:pt idx="91578">
                  <c:v>55.96</c:v>
                </c:pt>
                <c:pt idx="91579">
                  <c:v>29.16</c:v>
                </c:pt>
                <c:pt idx="91580">
                  <c:v>30.98</c:v>
                </c:pt>
                <c:pt idx="91581">
                  <c:v>69.97</c:v>
                </c:pt>
                <c:pt idx="91582">
                  <c:v>59.98</c:v>
                </c:pt>
                <c:pt idx="91583">
                  <c:v>54.98</c:v>
                </c:pt>
                <c:pt idx="91584">
                  <c:v>89.97</c:v>
                </c:pt>
                <c:pt idx="91585">
                  <c:v>109.96</c:v>
                </c:pt>
                <c:pt idx="91586">
                  <c:v>89.97</c:v>
                </c:pt>
                <c:pt idx="91587">
                  <c:v>246.94</c:v>
                </c:pt>
                <c:pt idx="91588">
                  <c:v>99.98</c:v>
                </c:pt>
                <c:pt idx="91589">
                  <c:v>87.95</c:v>
                </c:pt>
                <c:pt idx="91590">
                  <c:v>93.95</c:v>
                </c:pt>
                <c:pt idx="91591">
                  <c:v>149.96</c:v>
                </c:pt>
                <c:pt idx="91592">
                  <c:v>79.95</c:v>
                </c:pt>
                <c:pt idx="91593">
                  <c:v>58.64</c:v>
                </c:pt>
                <c:pt idx="91594">
                  <c:v>73.97</c:v>
                </c:pt>
                <c:pt idx="91595">
                  <c:v>65.19</c:v>
                </c:pt>
                <c:pt idx="91596">
                  <c:v>65.98</c:v>
                </c:pt>
                <c:pt idx="91597">
                  <c:v>55.97</c:v>
                </c:pt>
                <c:pt idx="91598">
                  <c:v>149.9</c:v>
                </c:pt>
                <c:pt idx="91599">
                  <c:v>149.9</c:v>
                </c:pt>
                <c:pt idx="91600">
                  <c:v>104.93</c:v>
                </c:pt>
                <c:pt idx="91601">
                  <c:v>109.97</c:v>
                </c:pt>
                <c:pt idx="91602">
                  <c:v>169.97</c:v>
                </c:pt>
                <c:pt idx="91603">
                  <c:v>62.97</c:v>
                </c:pt>
                <c:pt idx="91604">
                  <c:v>-109.97</c:v>
                </c:pt>
                <c:pt idx="91605">
                  <c:v>109.98</c:v>
                </c:pt>
                <c:pt idx="91606">
                  <c:v>99.98</c:v>
                </c:pt>
                <c:pt idx="91607">
                  <c:v>117.97</c:v>
                </c:pt>
                <c:pt idx="91608">
                  <c:v>117.97</c:v>
                </c:pt>
                <c:pt idx="91609">
                  <c:v>60.87</c:v>
                </c:pt>
                <c:pt idx="91610">
                  <c:v>70.97</c:v>
                </c:pt>
                <c:pt idx="91611">
                  <c:v>35.299999999999997</c:v>
                </c:pt>
                <c:pt idx="91612">
                  <c:v>47.99</c:v>
                </c:pt>
                <c:pt idx="91613">
                  <c:v>63.99</c:v>
                </c:pt>
                <c:pt idx="91614">
                  <c:v>67.989999999999995</c:v>
                </c:pt>
                <c:pt idx="91615">
                  <c:v>63.99</c:v>
                </c:pt>
                <c:pt idx="91616">
                  <c:v>63.99</c:v>
                </c:pt>
                <c:pt idx="91617">
                  <c:v>59.37</c:v>
                </c:pt>
                <c:pt idx="91618">
                  <c:v>63.96</c:v>
                </c:pt>
                <c:pt idx="91619">
                  <c:v>37.479999999999997</c:v>
                </c:pt>
                <c:pt idx="91620">
                  <c:v>62.98</c:v>
                </c:pt>
                <c:pt idx="91621">
                  <c:v>46.49</c:v>
                </c:pt>
                <c:pt idx="91622">
                  <c:v>46.49</c:v>
                </c:pt>
                <c:pt idx="91623">
                  <c:v>62.98</c:v>
                </c:pt>
                <c:pt idx="91624">
                  <c:v>63.98</c:v>
                </c:pt>
                <c:pt idx="91625">
                  <c:v>77.959999999999994</c:v>
                </c:pt>
                <c:pt idx="91626">
                  <c:v>15.29</c:v>
                </c:pt>
                <c:pt idx="91627">
                  <c:v>57.97</c:v>
                </c:pt>
                <c:pt idx="91628">
                  <c:v>51.29</c:v>
                </c:pt>
                <c:pt idx="91629">
                  <c:v>50.96</c:v>
                </c:pt>
                <c:pt idx="91630">
                  <c:v>76.180000000000007</c:v>
                </c:pt>
                <c:pt idx="91631">
                  <c:v>233.94</c:v>
                </c:pt>
                <c:pt idx="91632">
                  <c:v>118.97</c:v>
                </c:pt>
                <c:pt idx="91633">
                  <c:v>118.97</c:v>
                </c:pt>
                <c:pt idx="91634">
                  <c:v>50.99</c:v>
                </c:pt>
                <c:pt idx="91635">
                  <c:v>68.989999999999995</c:v>
                </c:pt>
                <c:pt idx="91636">
                  <c:v>56.97</c:v>
                </c:pt>
                <c:pt idx="91637">
                  <c:v>138.79</c:v>
                </c:pt>
                <c:pt idx="91638">
                  <c:v>-49.11</c:v>
                </c:pt>
                <c:pt idx="91639">
                  <c:v>99.86</c:v>
                </c:pt>
                <c:pt idx="91640">
                  <c:v>98.25</c:v>
                </c:pt>
                <c:pt idx="91641">
                  <c:v>59.98</c:v>
                </c:pt>
                <c:pt idx="91642">
                  <c:v>59.98</c:v>
                </c:pt>
                <c:pt idx="91643">
                  <c:v>54.98</c:v>
                </c:pt>
                <c:pt idx="91644">
                  <c:v>59.98</c:v>
                </c:pt>
                <c:pt idx="91645">
                  <c:v>58.88</c:v>
                </c:pt>
                <c:pt idx="91646">
                  <c:v>57.97</c:v>
                </c:pt>
                <c:pt idx="91647">
                  <c:v>51.98</c:v>
                </c:pt>
                <c:pt idx="91648">
                  <c:v>113.57</c:v>
                </c:pt>
                <c:pt idx="91649">
                  <c:v>89.91</c:v>
                </c:pt>
                <c:pt idx="91650">
                  <c:v>89.91</c:v>
                </c:pt>
                <c:pt idx="91651">
                  <c:v>99.9</c:v>
                </c:pt>
                <c:pt idx="91652">
                  <c:v>107.95</c:v>
                </c:pt>
                <c:pt idx="91653">
                  <c:v>53.96</c:v>
                </c:pt>
                <c:pt idx="91654">
                  <c:v>60.96</c:v>
                </c:pt>
                <c:pt idx="91655">
                  <c:v>128.96</c:v>
                </c:pt>
                <c:pt idx="91656">
                  <c:v>51.97</c:v>
                </c:pt>
                <c:pt idx="91657">
                  <c:v>54.98</c:v>
                </c:pt>
                <c:pt idx="91658">
                  <c:v>84.99</c:v>
                </c:pt>
                <c:pt idx="91659">
                  <c:v>59.98</c:v>
                </c:pt>
                <c:pt idx="91660">
                  <c:v>49.48</c:v>
                </c:pt>
                <c:pt idx="91661">
                  <c:v>0</c:v>
                </c:pt>
                <c:pt idx="91662">
                  <c:v>81.97</c:v>
                </c:pt>
                <c:pt idx="91663">
                  <c:v>110.97</c:v>
                </c:pt>
                <c:pt idx="91664">
                  <c:v>80.97</c:v>
                </c:pt>
                <c:pt idx="91665">
                  <c:v>113.97</c:v>
                </c:pt>
                <c:pt idx="91666">
                  <c:v>51.97</c:v>
                </c:pt>
                <c:pt idx="91667">
                  <c:v>119.96</c:v>
                </c:pt>
                <c:pt idx="91668">
                  <c:v>75.41</c:v>
                </c:pt>
                <c:pt idx="91669">
                  <c:v>-20</c:v>
                </c:pt>
                <c:pt idx="91670">
                  <c:v>53.97</c:v>
                </c:pt>
                <c:pt idx="91671">
                  <c:v>119.96</c:v>
                </c:pt>
                <c:pt idx="91672">
                  <c:v>89.95</c:v>
                </c:pt>
                <c:pt idx="91673">
                  <c:v>71.98</c:v>
                </c:pt>
                <c:pt idx="91674">
                  <c:v>79.959999999999994</c:v>
                </c:pt>
                <c:pt idx="91675">
                  <c:v>59.95</c:v>
                </c:pt>
                <c:pt idx="91676">
                  <c:v>59.95</c:v>
                </c:pt>
                <c:pt idx="91677">
                  <c:v>118.97</c:v>
                </c:pt>
                <c:pt idx="91678">
                  <c:v>59.98</c:v>
                </c:pt>
                <c:pt idx="91679">
                  <c:v>61.48</c:v>
                </c:pt>
                <c:pt idx="91680">
                  <c:v>89.97</c:v>
                </c:pt>
                <c:pt idx="91681">
                  <c:v>89.97</c:v>
                </c:pt>
                <c:pt idx="91682">
                  <c:v>89.97</c:v>
                </c:pt>
                <c:pt idx="91683">
                  <c:v>128.96</c:v>
                </c:pt>
                <c:pt idx="91684">
                  <c:v>61.48</c:v>
                </c:pt>
                <c:pt idx="91685">
                  <c:v>128.96</c:v>
                </c:pt>
                <c:pt idx="91686">
                  <c:v>62.23</c:v>
                </c:pt>
                <c:pt idx="91687">
                  <c:v>62.23</c:v>
                </c:pt>
                <c:pt idx="91688">
                  <c:v>59.98</c:v>
                </c:pt>
                <c:pt idx="91689">
                  <c:v>89.97</c:v>
                </c:pt>
                <c:pt idx="91690">
                  <c:v>42.47</c:v>
                </c:pt>
                <c:pt idx="91691">
                  <c:v>51.49</c:v>
                </c:pt>
                <c:pt idx="91692">
                  <c:v>105.95</c:v>
                </c:pt>
                <c:pt idx="91693">
                  <c:v>12.49</c:v>
                </c:pt>
                <c:pt idx="91694">
                  <c:v>134.97999999999999</c:v>
                </c:pt>
                <c:pt idx="91695">
                  <c:v>115.97</c:v>
                </c:pt>
                <c:pt idx="91696">
                  <c:v>96.78</c:v>
                </c:pt>
                <c:pt idx="91697">
                  <c:v>78.81</c:v>
                </c:pt>
                <c:pt idx="91698">
                  <c:v>116.06</c:v>
                </c:pt>
                <c:pt idx="91699">
                  <c:v>106.98</c:v>
                </c:pt>
                <c:pt idx="91700">
                  <c:v>98.98</c:v>
                </c:pt>
                <c:pt idx="91701">
                  <c:v>143.94</c:v>
                </c:pt>
                <c:pt idx="91702">
                  <c:v>124.94</c:v>
                </c:pt>
                <c:pt idx="91703">
                  <c:v>68.97</c:v>
                </c:pt>
                <c:pt idx="91704">
                  <c:v>68.97</c:v>
                </c:pt>
                <c:pt idx="91705">
                  <c:v>137.94</c:v>
                </c:pt>
                <c:pt idx="91706">
                  <c:v>71.959999999999994</c:v>
                </c:pt>
                <c:pt idx="91707">
                  <c:v>71.959999999999994</c:v>
                </c:pt>
                <c:pt idx="91708">
                  <c:v>50.97</c:v>
                </c:pt>
                <c:pt idx="91709">
                  <c:v>71.959999999999994</c:v>
                </c:pt>
                <c:pt idx="91710">
                  <c:v>71.959999999999994</c:v>
                </c:pt>
                <c:pt idx="91711">
                  <c:v>209.95</c:v>
                </c:pt>
                <c:pt idx="91712">
                  <c:v>172.01</c:v>
                </c:pt>
                <c:pt idx="91713">
                  <c:v>65.989999999999995</c:v>
                </c:pt>
                <c:pt idx="91714">
                  <c:v>65.989999999999995</c:v>
                </c:pt>
                <c:pt idx="91715">
                  <c:v>59.39</c:v>
                </c:pt>
                <c:pt idx="91716">
                  <c:v>11.49</c:v>
                </c:pt>
                <c:pt idx="91717">
                  <c:v>76.47</c:v>
                </c:pt>
                <c:pt idx="91718">
                  <c:v>46.73</c:v>
                </c:pt>
                <c:pt idx="91719">
                  <c:v>103.46</c:v>
                </c:pt>
                <c:pt idx="91720">
                  <c:v>115.11</c:v>
                </c:pt>
                <c:pt idx="91721">
                  <c:v>117.33</c:v>
                </c:pt>
                <c:pt idx="91722">
                  <c:v>104.83</c:v>
                </c:pt>
                <c:pt idx="91723">
                  <c:v>104.83</c:v>
                </c:pt>
                <c:pt idx="91724">
                  <c:v>92.77</c:v>
                </c:pt>
                <c:pt idx="91725">
                  <c:v>64.97</c:v>
                </c:pt>
                <c:pt idx="91726">
                  <c:v>14.99</c:v>
                </c:pt>
                <c:pt idx="91727">
                  <c:v>99.98</c:v>
                </c:pt>
                <c:pt idx="91728">
                  <c:v>84.27</c:v>
                </c:pt>
                <c:pt idx="91729">
                  <c:v>85.8</c:v>
                </c:pt>
                <c:pt idx="91730">
                  <c:v>113.97</c:v>
                </c:pt>
                <c:pt idx="91731">
                  <c:v>99.98</c:v>
                </c:pt>
                <c:pt idx="91732">
                  <c:v>85.95</c:v>
                </c:pt>
                <c:pt idx="91733">
                  <c:v>99.97</c:v>
                </c:pt>
                <c:pt idx="91734">
                  <c:v>31.49</c:v>
                </c:pt>
                <c:pt idx="91735">
                  <c:v>59.98</c:v>
                </c:pt>
                <c:pt idx="91736">
                  <c:v>59.98</c:v>
                </c:pt>
                <c:pt idx="91737">
                  <c:v>59.98</c:v>
                </c:pt>
                <c:pt idx="91738">
                  <c:v>59.98</c:v>
                </c:pt>
                <c:pt idx="91739">
                  <c:v>59.98</c:v>
                </c:pt>
                <c:pt idx="91740">
                  <c:v>59.98</c:v>
                </c:pt>
                <c:pt idx="91741">
                  <c:v>406.72</c:v>
                </c:pt>
                <c:pt idx="91742">
                  <c:v>58.46</c:v>
                </c:pt>
                <c:pt idx="91743">
                  <c:v>74.95</c:v>
                </c:pt>
                <c:pt idx="91744">
                  <c:v>74.95</c:v>
                </c:pt>
                <c:pt idx="91745">
                  <c:v>159.97999999999999</c:v>
                </c:pt>
                <c:pt idx="91746">
                  <c:v>92.98</c:v>
                </c:pt>
                <c:pt idx="91747">
                  <c:v>66.66</c:v>
                </c:pt>
                <c:pt idx="91748">
                  <c:v>79.989999999999995</c:v>
                </c:pt>
                <c:pt idx="91749">
                  <c:v>125.36</c:v>
                </c:pt>
                <c:pt idx="91750">
                  <c:v>65.989999999999995</c:v>
                </c:pt>
                <c:pt idx="91751">
                  <c:v>65.989999999999995</c:v>
                </c:pt>
                <c:pt idx="91752">
                  <c:v>88.98</c:v>
                </c:pt>
                <c:pt idx="91753">
                  <c:v>65.19</c:v>
                </c:pt>
                <c:pt idx="91754">
                  <c:v>72.239999999999995</c:v>
                </c:pt>
                <c:pt idx="91755">
                  <c:v>107.98</c:v>
                </c:pt>
                <c:pt idx="91756">
                  <c:v>68.97</c:v>
                </c:pt>
                <c:pt idx="91757">
                  <c:v>96.87</c:v>
                </c:pt>
                <c:pt idx="91758">
                  <c:v>99.97</c:v>
                </c:pt>
                <c:pt idx="91759">
                  <c:v>107.96</c:v>
                </c:pt>
                <c:pt idx="91760">
                  <c:v>32.99</c:v>
                </c:pt>
                <c:pt idx="91761">
                  <c:v>48.42</c:v>
                </c:pt>
                <c:pt idx="91762">
                  <c:v>158.96</c:v>
                </c:pt>
                <c:pt idx="91763">
                  <c:v>137.28</c:v>
                </c:pt>
                <c:pt idx="91764">
                  <c:v>118.98</c:v>
                </c:pt>
                <c:pt idx="91765">
                  <c:v>149.97</c:v>
                </c:pt>
                <c:pt idx="91766">
                  <c:v>84.99</c:v>
                </c:pt>
                <c:pt idx="91767">
                  <c:v>159.97999999999999</c:v>
                </c:pt>
                <c:pt idx="91768">
                  <c:v>161.15</c:v>
                </c:pt>
                <c:pt idx="91769">
                  <c:v>100.97</c:v>
                </c:pt>
                <c:pt idx="91770">
                  <c:v>69.959999999999994</c:v>
                </c:pt>
                <c:pt idx="91771">
                  <c:v>-24.99</c:v>
                </c:pt>
                <c:pt idx="91772">
                  <c:v>84.99</c:v>
                </c:pt>
                <c:pt idx="91773">
                  <c:v>99.98</c:v>
                </c:pt>
                <c:pt idx="91774">
                  <c:v>113.97</c:v>
                </c:pt>
                <c:pt idx="91775">
                  <c:v>99.98</c:v>
                </c:pt>
                <c:pt idx="91776">
                  <c:v>46.29</c:v>
                </c:pt>
                <c:pt idx="91777">
                  <c:v>89.98</c:v>
                </c:pt>
                <c:pt idx="91778">
                  <c:v>89.98</c:v>
                </c:pt>
                <c:pt idx="91779">
                  <c:v>79.98</c:v>
                </c:pt>
                <c:pt idx="91780">
                  <c:v>54.95</c:v>
                </c:pt>
                <c:pt idx="91781">
                  <c:v>13.09</c:v>
                </c:pt>
                <c:pt idx="91782">
                  <c:v>80.180000000000007</c:v>
                </c:pt>
                <c:pt idx="91783">
                  <c:v>64.98</c:v>
                </c:pt>
                <c:pt idx="91784">
                  <c:v>46.19</c:v>
                </c:pt>
                <c:pt idx="91785">
                  <c:v>64.98</c:v>
                </c:pt>
                <c:pt idx="91786">
                  <c:v>84.99</c:v>
                </c:pt>
                <c:pt idx="91787">
                  <c:v>78.88</c:v>
                </c:pt>
                <c:pt idx="91788">
                  <c:v>68.83</c:v>
                </c:pt>
                <c:pt idx="91789">
                  <c:v>65.989999999999995</c:v>
                </c:pt>
                <c:pt idx="91790">
                  <c:v>75.98</c:v>
                </c:pt>
                <c:pt idx="91791">
                  <c:v>65.989999999999995</c:v>
                </c:pt>
                <c:pt idx="91792">
                  <c:v>59.39</c:v>
                </c:pt>
                <c:pt idx="91793">
                  <c:v>-56.97</c:v>
                </c:pt>
                <c:pt idx="91794">
                  <c:v>59.96</c:v>
                </c:pt>
                <c:pt idx="91795">
                  <c:v>-59.95</c:v>
                </c:pt>
                <c:pt idx="91796">
                  <c:v>56.97</c:v>
                </c:pt>
                <c:pt idx="91797">
                  <c:v>59.96</c:v>
                </c:pt>
                <c:pt idx="91798">
                  <c:v>54.98</c:v>
                </c:pt>
                <c:pt idx="91799">
                  <c:v>79.98</c:v>
                </c:pt>
                <c:pt idx="91800">
                  <c:v>59.95</c:v>
                </c:pt>
                <c:pt idx="91801">
                  <c:v>65.989999999999995</c:v>
                </c:pt>
                <c:pt idx="91802">
                  <c:v>75.98</c:v>
                </c:pt>
                <c:pt idx="91803">
                  <c:v>79.98</c:v>
                </c:pt>
                <c:pt idx="91804">
                  <c:v>59.39</c:v>
                </c:pt>
                <c:pt idx="91805">
                  <c:v>51.25</c:v>
                </c:pt>
                <c:pt idx="91806">
                  <c:v>65.989999999999995</c:v>
                </c:pt>
                <c:pt idx="91807">
                  <c:v>91.57</c:v>
                </c:pt>
                <c:pt idx="91808">
                  <c:v>48.78</c:v>
                </c:pt>
                <c:pt idx="91809">
                  <c:v>73.98</c:v>
                </c:pt>
                <c:pt idx="91810">
                  <c:v>83.95</c:v>
                </c:pt>
                <c:pt idx="91811">
                  <c:v>109.98</c:v>
                </c:pt>
                <c:pt idx="91812">
                  <c:v>79.98</c:v>
                </c:pt>
                <c:pt idx="91813">
                  <c:v>54.99</c:v>
                </c:pt>
                <c:pt idx="91814">
                  <c:v>66.540000000000006</c:v>
                </c:pt>
                <c:pt idx="91815">
                  <c:v>85.74</c:v>
                </c:pt>
                <c:pt idx="91816">
                  <c:v>83.47</c:v>
                </c:pt>
                <c:pt idx="91817">
                  <c:v>66.540000000000006</c:v>
                </c:pt>
                <c:pt idx="91818">
                  <c:v>69.989999999999995</c:v>
                </c:pt>
                <c:pt idx="91819">
                  <c:v>89.94</c:v>
                </c:pt>
                <c:pt idx="91820">
                  <c:v>89.94</c:v>
                </c:pt>
                <c:pt idx="91821">
                  <c:v>89.97</c:v>
                </c:pt>
                <c:pt idx="91822">
                  <c:v>67.98</c:v>
                </c:pt>
                <c:pt idx="91823">
                  <c:v>71.98</c:v>
                </c:pt>
                <c:pt idx="91824">
                  <c:v>51.27</c:v>
                </c:pt>
                <c:pt idx="91825">
                  <c:v>123.97</c:v>
                </c:pt>
                <c:pt idx="91826">
                  <c:v>54.98</c:v>
                </c:pt>
                <c:pt idx="91827">
                  <c:v>49.05</c:v>
                </c:pt>
                <c:pt idx="91828">
                  <c:v>57.98</c:v>
                </c:pt>
                <c:pt idx="91829">
                  <c:v>57.98</c:v>
                </c:pt>
                <c:pt idx="91830">
                  <c:v>54.98</c:v>
                </c:pt>
                <c:pt idx="91831">
                  <c:v>59.98</c:v>
                </c:pt>
                <c:pt idx="91832">
                  <c:v>49.05</c:v>
                </c:pt>
                <c:pt idx="91833">
                  <c:v>59.98</c:v>
                </c:pt>
                <c:pt idx="91834">
                  <c:v>51.66</c:v>
                </c:pt>
                <c:pt idx="91835">
                  <c:v>51.66</c:v>
                </c:pt>
                <c:pt idx="91836">
                  <c:v>41.93</c:v>
                </c:pt>
                <c:pt idx="91837">
                  <c:v>73.98</c:v>
                </c:pt>
                <c:pt idx="91838">
                  <c:v>60.97</c:v>
                </c:pt>
                <c:pt idx="91839">
                  <c:v>60.97</c:v>
                </c:pt>
                <c:pt idx="91840">
                  <c:v>73.98</c:v>
                </c:pt>
                <c:pt idx="91841">
                  <c:v>41.93</c:v>
                </c:pt>
                <c:pt idx="91842">
                  <c:v>397.94</c:v>
                </c:pt>
                <c:pt idx="91843">
                  <c:v>83.93</c:v>
                </c:pt>
                <c:pt idx="91844">
                  <c:v>56.97</c:v>
                </c:pt>
                <c:pt idx="91845">
                  <c:v>56.4</c:v>
                </c:pt>
                <c:pt idx="91846">
                  <c:v>92.47</c:v>
                </c:pt>
                <c:pt idx="91847">
                  <c:v>104.98</c:v>
                </c:pt>
                <c:pt idx="91848">
                  <c:v>62.57</c:v>
                </c:pt>
                <c:pt idx="91849">
                  <c:v>93.97</c:v>
                </c:pt>
                <c:pt idx="91850">
                  <c:v>73.48</c:v>
                </c:pt>
                <c:pt idx="91851">
                  <c:v>62.98</c:v>
                </c:pt>
                <c:pt idx="91852">
                  <c:v>89.98</c:v>
                </c:pt>
                <c:pt idx="91853">
                  <c:v>61.98</c:v>
                </c:pt>
                <c:pt idx="91854">
                  <c:v>99.96</c:v>
                </c:pt>
                <c:pt idx="91855">
                  <c:v>77.98</c:v>
                </c:pt>
                <c:pt idx="91856">
                  <c:v>74.97</c:v>
                </c:pt>
                <c:pt idx="91857">
                  <c:v>52.98</c:v>
                </c:pt>
                <c:pt idx="91858">
                  <c:v>84.99</c:v>
                </c:pt>
                <c:pt idx="91859">
                  <c:v>104.97</c:v>
                </c:pt>
                <c:pt idx="91860">
                  <c:v>69.98</c:v>
                </c:pt>
                <c:pt idx="91861">
                  <c:v>84.98</c:v>
                </c:pt>
                <c:pt idx="91862">
                  <c:v>72.239999999999995</c:v>
                </c:pt>
                <c:pt idx="91863">
                  <c:v>84.99</c:v>
                </c:pt>
                <c:pt idx="91864">
                  <c:v>149.94999999999999</c:v>
                </c:pt>
                <c:pt idx="91865">
                  <c:v>97.96</c:v>
                </c:pt>
                <c:pt idx="91866">
                  <c:v>48.29</c:v>
                </c:pt>
                <c:pt idx="91867">
                  <c:v>65.989999999999995</c:v>
                </c:pt>
                <c:pt idx="91868">
                  <c:v>102.83</c:v>
                </c:pt>
                <c:pt idx="91869">
                  <c:v>102.83</c:v>
                </c:pt>
                <c:pt idx="91870">
                  <c:v>159.69999999999999</c:v>
                </c:pt>
                <c:pt idx="91871">
                  <c:v>79.849999999999994</c:v>
                </c:pt>
                <c:pt idx="91872">
                  <c:v>79.849999999999994</c:v>
                </c:pt>
                <c:pt idx="91873">
                  <c:v>102.83</c:v>
                </c:pt>
                <c:pt idx="91874">
                  <c:v>159.69999999999999</c:v>
                </c:pt>
                <c:pt idx="91875">
                  <c:v>96.78</c:v>
                </c:pt>
                <c:pt idx="91876">
                  <c:v>96.78</c:v>
                </c:pt>
                <c:pt idx="91877">
                  <c:v>159.69999999999999</c:v>
                </c:pt>
                <c:pt idx="91878">
                  <c:v>96.78</c:v>
                </c:pt>
                <c:pt idx="91879">
                  <c:v>79.849999999999994</c:v>
                </c:pt>
                <c:pt idx="91880">
                  <c:v>79.849999999999994</c:v>
                </c:pt>
                <c:pt idx="91881">
                  <c:v>79.849999999999994</c:v>
                </c:pt>
                <c:pt idx="91882">
                  <c:v>79.849999999999994</c:v>
                </c:pt>
                <c:pt idx="91883">
                  <c:v>82.92</c:v>
                </c:pt>
                <c:pt idx="91884">
                  <c:v>92.92</c:v>
                </c:pt>
                <c:pt idx="91885">
                  <c:v>138.94999999999999</c:v>
                </c:pt>
                <c:pt idx="91886">
                  <c:v>157.96</c:v>
                </c:pt>
                <c:pt idx="91887">
                  <c:v>96.56</c:v>
                </c:pt>
                <c:pt idx="91888">
                  <c:v>50.97</c:v>
                </c:pt>
                <c:pt idx="91889">
                  <c:v>130.94999999999999</c:v>
                </c:pt>
                <c:pt idx="91890">
                  <c:v>56.98</c:v>
                </c:pt>
                <c:pt idx="91891">
                  <c:v>108.97</c:v>
                </c:pt>
                <c:pt idx="91892">
                  <c:v>56.97</c:v>
                </c:pt>
                <c:pt idx="91893">
                  <c:v>63.98</c:v>
                </c:pt>
                <c:pt idx="91894">
                  <c:v>103.98</c:v>
                </c:pt>
                <c:pt idx="91895">
                  <c:v>63.96</c:v>
                </c:pt>
                <c:pt idx="91896">
                  <c:v>59.95</c:v>
                </c:pt>
                <c:pt idx="91897">
                  <c:v>50.95</c:v>
                </c:pt>
                <c:pt idx="91898">
                  <c:v>50.96</c:v>
                </c:pt>
                <c:pt idx="91899">
                  <c:v>52.85</c:v>
                </c:pt>
                <c:pt idx="91900">
                  <c:v>15.99</c:v>
                </c:pt>
                <c:pt idx="91901">
                  <c:v>84.98</c:v>
                </c:pt>
                <c:pt idx="91902">
                  <c:v>84.99</c:v>
                </c:pt>
                <c:pt idx="91903">
                  <c:v>84.99</c:v>
                </c:pt>
                <c:pt idx="91904">
                  <c:v>84.99</c:v>
                </c:pt>
                <c:pt idx="91905">
                  <c:v>152.97999999999999</c:v>
                </c:pt>
                <c:pt idx="91906">
                  <c:v>84.99</c:v>
                </c:pt>
                <c:pt idx="91907">
                  <c:v>65.98</c:v>
                </c:pt>
                <c:pt idx="91908">
                  <c:v>100.97</c:v>
                </c:pt>
                <c:pt idx="91909">
                  <c:v>51.49</c:v>
                </c:pt>
                <c:pt idx="91910">
                  <c:v>84.99</c:v>
                </c:pt>
                <c:pt idx="91911">
                  <c:v>79.98</c:v>
                </c:pt>
                <c:pt idx="91912">
                  <c:v>69.989999999999995</c:v>
                </c:pt>
                <c:pt idx="91913">
                  <c:v>33.479999999999997</c:v>
                </c:pt>
                <c:pt idx="91914">
                  <c:v>36.49</c:v>
                </c:pt>
                <c:pt idx="91915">
                  <c:v>51.97</c:v>
                </c:pt>
                <c:pt idx="91916">
                  <c:v>55.83</c:v>
                </c:pt>
                <c:pt idx="91917">
                  <c:v>56.97</c:v>
                </c:pt>
                <c:pt idx="91918">
                  <c:v>56.97</c:v>
                </c:pt>
                <c:pt idx="91919">
                  <c:v>56.97</c:v>
                </c:pt>
                <c:pt idx="91920">
                  <c:v>56.97</c:v>
                </c:pt>
                <c:pt idx="91921">
                  <c:v>56.96</c:v>
                </c:pt>
                <c:pt idx="91922">
                  <c:v>55.83</c:v>
                </c:pt>
                <c:pt idx="91923">
                  <c:v>224.95</c:v>
                </c:pt>
                <c:pt idx="91924">
                  <c:v>99.98</c:v>
                </c:pt>
                <c:pt idx="91925">
                  <c:v>89.98</c:v>
                </c:pt>
                <c:pt idx="91926">
                  <c:v>87.47</c:v>
                </c:pt>
                <c:pt idx="91927">
                  <c:v>62.57</c:v>
                </c:pt>
                <c:pt idx="91928">
                  <c:v>69.95</c:v>
                </c:pt>
                <c:pt idx="91929">
                  <c:v>117.43</c:v>
                </c:pt>
                <c:pt idx="91930">
                  <c:v>85</c:v>
                </c:pt>
                <c:pt idx="91931">
                  <c:v>67.459999999999994</c:v>
                </c:pt>
                <c:pt idx="91932">
                  <c:v>76.25</c:v>
                </c:pt>
                <c:pt idx="91933">
                  <c:v>59.96</c:v>
                </c:pt>
                <c:pt idx="91934">
                  <c:v>63.71</c:v>
                </c:pt>
                <c:pt idx="91935">
                  <c:v>63.71</c:v>
                </c:pt>
                <c:pt idx="91936">
                  <c:v>84.99</c:v>
                </c:pt>
                <c:pt idx="91937">
                  <c:v>107.07</c:v>
                </c:pt>
                <c:pt idx="91938">
                  <c:v>118.97</c:v>
                </c:pt>
                <c:pt idx="91939">
                  <c:v>57.98</c:v>
                </c:pt>
                <c:pt idx="91940">
                  <c:v>87.96</c:v>
                </c:pt>
                <c:pt idx="91941">
                  <c:v>157.96</c:v>
                </c:pt>
                <c:pt idx="91942">
                  <c:v>54.99</c:v>
                </c:pt>
                <c:pt idx="91943">
                  <c:v>83.98</c:v>
                </c:pt>
                <c:pt idx="91944">
                  <c:v>-275.94</c:v>
                </c:pt>
                <c:pt idx="91945">
                  <c:v>-275.94</c:v>
                </c:pt>
                <c:pt idx="91946">
                  <c:v>124.18</c:v>
                </c:pt>
                <c:pt idx="91947">
                  <c:v>-275.94</c:v>
                </c:pt>
                <c:pt idx="91948">
                  <c:v>53.99</c:v>
                </c:pt>
                <c:pt idx="91949">
                  <c:v>58.64</c:v>
                </c:pt>
                <c:pt idx="91950">
                  <c:v>53.99</c:v>
                </c:pt>
                <c:pt idx="91951">
                  <c:v>140.22</c:v>
                </c:pt>
                <c:pt idx="91952">
                  <c:v>140.22</c:v>
                </c:pt>
                <c:pt idx="91953">
                  <c:v>-275.94</c:v>
                </c:pt>
                <c:pt idx="91954">
                  <c:v>118.97</c:v>
                </c:pt>
                <c:pt idx="91955">
                  <c:v>140.22</c:v>
                </c:pt>
                <c:pt idx="91956">
                  <c:v>-275.94</c:v>
                </c:pt>
                <c:pt idx="91957">
                  <c:v>-275.94</c:v>
                </c:pt>
                <c:pt idx="91958">
                  <c:v>-53.99</c:v>
                </c:pt>
                <c:pt idx="91959">
                  <c:v>53.99</c:v>
                </c:pt>
                <c:pt idx="91960">
                  <c:v>275.94</c:v>
                </c:pt>
                <c:pt idx="91961">
                  <c:v>275.94</c:v>
                </c:pt>
                <c:pt idx="91962">
                  <c:v>275.94</c:v>
                </c:pt>
                <c:pt idx="91963">
                  <c:v>83.98</c:v>
                </c:pt>
                <c:pt idx="91964">
                  <c:v>275.94</c:v>
                </c:pt>
                <c:pt idx="91965">
                  <c:v>275.94</c:v>
                </c:pt>
                <c:pt idx="91966">
                  <c:v>275.94</c:v>
                </c:pt>
                <c:pt idx="91967">
                  <c:v>124.18</c:v>
                </c:pt>
                <c:pt idx="91968">
                  <c:v>83.98</c:v>
                </c:pt>
                <c:pt idx="91969">
                  <c:v>53.99</c:v>
                </c:pt>
                <c:pt idx="91970">
                  <c:v>83.98</c:v>
                </c:pt>
                <c:pt idx="91971">
                  <c:v>-53.99</c:v>
                </c:pt>
                <c:pt idx="91972">
                  <c:v>-53.99</c:v>
                </c:pt>
                <c:pt idx="91973">
                  <c:v>124.18</c:v>
                </c:pt>
                <c:pt idx="91974">
                  <c:v>53.99</c:v>
                </c:pt>
                <c:pt idx="91975">
                  <c:v>83.98</c:v>
                </c:pt>
                <c:pt idx="91976">
                  <c:v>84.13</c:v>
                </c:pt>
                <c:pt idx="91977">
                  <c:v>58.64</c:v>
                </c:pt>
                <c:pt idx="91978">
                  <c:v>124.18</c:v>
                </c:pt>
                <c:pt idx="91979">
                  <c:v>118.97</c:v>
                </c:pt>
                <c:pt idx="91980">
                  <c:v>58.64</c:v>
                </c:pt>
                <c:pt idx="91981">
                  <c:v>84.13</c:v>
                </c:pt>
                <c:pt idx="91982">
                  <c:v>-53.99</c:v>
                </c:pt>
                <c:pt idx="91983">
                  <c:v>124.18</c:v>
                </c:pt>
                <c:pt idx="91984">
                  <c:v>84.13</c:v>
                </c:pt>
                <c:pt idx="91985">
                  <c:v>84.13</c:v>
                </c:pt>
                <c:pt idx="91986">
                  <c:v>-53.99</c:v>
                </c:pt>
                <c:pt idx="91987">
                  <c:v>83.98</c:v>
                </c:pt>
                <c:pt idx="91988">
                  <c:v>53.99</c:v>
                </c:pt>
                <c:pt idx="91989">
                  <c:v>84.13</c:v>
                </c:pt>
                <c:pt idx="91990">
                  <c:v>58.64</c:v>
                </c:pt>
                <c:pt idx="91991">
                  <c:v>118.97</c:v>
                </c:pt>
                <c:pt idx="91992">
                  <c:v>124.18</c:v>
                </c:pt>
                <c:pt idx="91993">
                  <c:v>118.97</c:v>
                </c:pt>
                <c:pt idx="91994">
                  <c:v>118.97</c:v>
                </c:pt>
                <c:pt idx="91995">
                  <c:v>118.97</c:v>
                </c:pt>
                <c:pt idx="91996">
                  <c:v>140.22</c:v>
                </c:pt>
                <c:pt idx="91997">
                  <c:v>58.64</c:v>
                </c:pt>
                <c:pt idx="91998">
                  <c:v>140.22</c:v>
                </c:pt>
                <c:pt idx="91999">
                  <c:v>140.22</c:v>
                </c:pt>
                <c:pt idx="92000">
                  <c:v>-53.99</c:v>
                </c:pt>
                <c:pt idx="92001">
                  <c:v>58.64</c:v>
                </c:pt>
                <c:pt idx="92002">
                  <c:v>84.13</c:v>
                </c:pt>
                <c:pt idx="92003">
                  <c:v>124.97</c:v>
                </c:pt>
                <c:pt idx="92004">
                  <c:v>89.97</c:v>
                </c:pt>
                <c:pt idx="92005">
                  <c:v>89.97</c:v>
                </c:pt>
                <c:pt idx="92006">
                  <c:v>89.97</c:v>
                </c:pt>
                <c:pt idx="92007">
                  <c:v>174.97</c:v>
                </c:pt>
                <c:pt idx="92008">
                  <c:v>79.98</c:v>
                </c:pt>
                <c:pt idx="92009">
                  <c:v>62.37</c:v>
                </c:pt>
                <c:pt idx="92010">
                  <c:v>148.44999999999999</c:v>
                </c:pt>
                <c:pt idx="92011">
                  <c:v>93.97</c:v>
                </c:pt>
                <c:pt idx="92012">
                  <c:v>89.98</c:v>
                </c:pt>
                <c:pt idx="92013">
                  <c:v>79.98</c:v>
                </c:pt>
                <c:pt idx="92014">
                  <c:v>80.97</c:v>
                </c:pt>
                <c:pt idx="92015">
                  <c:v>87.23</c:v>
                </c:pt>
                <c:pt idx="92016">
                  <c:v>68.98</c:v>
                </c:pt>
                <c:pt idx="92017">
                  <c:v>28.28</c:v>
                </c:pt>
                <c:pt idx="92018">
                  <c:v>61.98</c:v>
                </c:pt>
                <c:pt idx="92019">
                  <c:v>69.98</c:v>
                </c:pt>
                <c:pt idx="92020">
                  <c:v>51.98</c:v>
                </c:pt>
                <c:pt idx="92021">
                  <c:v>73.98</c:v>
                </c:pt>
                <c:pt idx="92022">
                  <c:v>73.98</c:v>
                </c:pt>
                <c:pt idx="92023">
                  <c:v>63.84</c:v>
                </c:pt>
                <c:pt idx="92024">
                  <c:v>55.97</c:v>
                </c:pt>
                <c:pt idx="92025">
                  <c:v>54.33</c:v>
                </c:pt>
                <c:pt idx="92026">
                  <c:v>15.99</c:v>
                </c:pt>
                <c:pt idx="92027">
                  <c:v>54.92</c:v>
                </c:pt>
                <c:pt idx="92028">
                  <c:v>109.97</c:v>
                </c:pt>
                <c:pt idx="92029">
                  <c:v>105.98</c:v>
                </c:pt>
                <c:pt idx="92030">
                  <c:v>105.98</c:v>
                </c:pt>
                <c:pt idx="92031">
                  <c:v>109.97</c:v>
                </c:pt>
                <c:pt idx="92032">
                  <c:v>182.95</c:v>
                </c:pt>
                <c:pt idx="92033">
                  <c:v>182.95</c:v>
                </c:pt>
                <c:pt idx="92034">
                  <c:v>75.98</c:v>
                </c:pt>
                <c:pt idx="92035">
                  <c:v>37.93</c:v>
                </c:pt>
                <c:pt idx="92036">
                  <c:v>84.99</c:v>
                </c:pt>
                <c:pt idx="92037">
                  <c:v>84.99</c:v>
                </c:pt>
                <c:pt idx="92038">
                  <c:v>102.98</c:v>
                </c:pt>
                <c:pt idx="92039">
                  <c:v>149.97</c:v>
                </c:pt>
                <c:pt idx="92040">
                  <c:v>241.25</c:v>
                </c:pt>
                <c:pt idx="92041">
                  <c:v>19.48</c:v>
                </c:pt>
                <c:pt idx="92042">
                  <c:v>84.99</c:v>
                </c:pt>
                <c:pt idx="92043">
                  <c:v>49.99</c:v>
                </c:pt>
                <c:pt idx="92044">
                  <c:v>84.99</c:v>
                </c:pt>
                <c:pt idx="92045">
                  <c:v>51.49</c:v>
                </c:pt>
                <c:pt idx="92046">
                  <c:v>84.99</c:v>
                </c:pt>
                <c:pt idx="92047">
                  <c:v>65.319999999999993</c:v>
                </c:pt>
                <c:pt idx="92048">
                  <c:v>104.04</c:v>
                </c:pt>
                <c:pt idx="92049">
                  <c:v>70.16</c:v>
                </c:pt>
                <c:pt idx="92050">
                  <c:v>395.87</c:v>
                </c:pt>
                <c:pt idx="92051">
                  <c:v>31.29</c:v>
                </c:pt>
                <c:pt idx="92052">
                  <c:v>26.94</c:v>
                </c:pt>
                <c:pt idx="92053">
                  <c:v>31.64</c:v>
                </c:pt>
                <c:pt idx="92054">
                  <c:v>31.29</c:v>
                </c:pt>
                <c:pt idx="92055">
                  <c:v>36.49</c:v>
                </c:pt>
                <c:pt idx="92056">
                  <c:v>55.98</c:v>
                </c:pt>
                <c:pt idx="92057">
                  <c:v>-31.64</c:v>
                </c:pt>
                <c:pt idx="92058">
                  <c:v>66.98</c:v>
                </c:pt>
                <c:pt idx="92059">
                  <c:v>98.97</c:v>
                </c:pt>
                <c:pt idx="92060">
                  <c:v>240.35</c:v>
                </c:pt>
                <c:pt idx="92061">
                  <c:v>54.97</c:v>
                </c:pt>
                <c:pt idx="92062">
                  <c:v>65.989999999999995</c:v>
                </c:pt>
                <c:pt idx="92063">
                  <c:v>65.959999999999994</c:v>
                </c:pt>
                <c:pt idx="92064">
                  <c:v>41.49</c:v>
                </c:pt>
                <c:pt idx="92065">
                  <c:v>76.98</c:v>
                </c:pt>
                <c:pt idx="92066">
                  <c:v>82.96</c:v>
                </c:pt>
                <c:pt idx="92067">
                  <c:v>45.87</c:v>
                </c:pt>
                <c:pt idx="92068">
                  <c:v>64.989999999999995</c:v>
                </c:pt>
                <c:pt idx="92069">
                  <c:v>83.95</c:v>
                </c:pt>
                <c:pt idx="92070">
                  <c:v>261.89999999999998</c:v>
                </c:pt>
                <c:pt idx="92071">
                  <c:v>166.94</c:v>
                </c:pt>
                <c:pt idx="92072">
                  <c:v>46.73</c:v>
                </c:pt>
                <c:pt idx="92073">
                  <c:v>54.98</c:v>
                </c:pt>
                <c:pt idx="92074">
                  <c:v>59.98</c:v>
                </c:pt>
                <c:pt idx="92075">
                  <c:v>53.98</c:v>
                </c:pt>
                <c:pt idx="92076">
                  <c:v>61.98</c:v>
                </c:pt>
                <c:pt idx="92077">
                  <c:v>129.75</c:v>
                </c:pt>
                <c:pt idx="92078">
                  <c:v>149.47</c:v>
                </c:pt>
                <c:pt idx="92079">
                  <c:v>59.95</c:v>
                </c:pt>
                <c:pt idx="92080">
                  <c:v>51.97</c:v>
                </c:pt>
                <c:pt idx="92081">
                  <c:v>49.47</c:v>
                </c:pt>
                <c:pt idx="92082">
                  <c:v>69.989999999999995</c:v>
                </c:pt>
                <c:pt idx="92083">
                  <c:v>79.95</c:v>
                </c:pt>
                <c:pt idx="92084">
                  <c:v>166.92</c:v>
                </c:pt>
                <c:pt idx="92085">
                  <c:v>29.99</c:v>
                </c:pt>
                <c:pt idx="92086">
                  <c:v>235.83</c:v>
                </c:pt>
                <c:pt idx="92087">
                  <c:v>77.98</c:v>
                </c:pt>
                <c:pt idx="92088">
                  <c:v>59.98</c:v>
                </c:pt>
                <c:pt idx="92089">
                  <c:v>59.98</c:v>
                </c:pt>
                <c:pt idx="92090">
                  <c:v>61.98</c:v>
                </c:pt>
                <c:pt idx="92091">
                  <c:v>61.98</c:v>
                </c:pt>
                <c:pt idx="92092">
                  <c:v>59.98</c:v>
                </c:pt>
                <c:pt idx="92093">
                  <c:v>31.74</c:v>
                </c:pt>
                <c:pt idx="92094">
                  <c:v>380.37</c:v>
                </c:pt>
                <c:pt idx="92095">
                  <c:v>89.94</c:v>
                </c:pt>
                <c:pt idx="92096">
                  <c:v>85.79</c:v>
                </c:pt>
                <c:pt idx="92097">
                  <c:v>33.479999999999997</c:v>
                </c:pt>
                <c:pt idx="92098">
                  <c:v>33.479999999999997</c:v>
                </c:pt>
                <c:pt idx="92099">
                  <c:v>71.959999999999994</c:v>
                </c:pt>
                <c:pt idx="92100">
                  <c:v>58.97</c:v>
                </c:pt>
                <c:pt idx="92101">
                  <c:v>-33.479999999999997</c:v>
                </c:pt>
                <c:pt idx="92102">
                  <c:v>33.479999999999997</c:v>
                </c:pt>
                <c:pt idx="92103">
                  <c:v>84.99</c:v>
                </c:pt>
                <c:pt idx="92104">
                  <c:v>84.99</c:v>
                </c:pt>
                <c:pt idx="92105">
                  <c:v>14.24</c:v>
                </c:pt>
                <c:pt idx="92106">
                  <c:v>114.97</c:v>
                </c:pt>
                <c:pt idx="92107">
                  <c:v>84.99</c:v>
                </c:pt>
                <c:pt idx="92108">
                  <c:v>31.48</c:v>
                </c:pt>
                <c:pt idx="92109">
                  <c:v>109.96</c:v>
                </c:pt>
                <c:pt idx="92110">
                  <c:v>49.98</c:v>
                </c:pt>
                <c:pt idx="92111">
                  <c:v>59.96</c:v>
                </c:pt>
                <c:pt idx="92112">
                  <c:v>179.94</c:v>
                </c:pt>
                <c:pt idx="92113">
                  <c:v>209.93</c:v>
                </c:pt>
                <c:pt idx="92114">
                  <c:v>80.47</c:v>
                </c:pt>
                <c:pt idx="92115">
                  <c:v>45.88</c:v>
                </c:pt>
                <c:pt idx="92116">
                  <c:v>49.28</c:v>
                </c:pt>
                <c:pt idx="92117">
                  <c:v>53.97</c:v>
                </c:pt>
                <c:pt idx="92118">
                  <c:v>49.48</c:v>
                </c:pt>
                <c:pt idx="92119">
                  <c:v>149.94999999999999</c:v>
                </c:pt>
                <c:pt idx="92120">
                  <c:v>119.96</c:v>
                </c:pt>
                <c:pt idx="92121">
                  <c:v>51.96</c:v>
                </c:pt>
                <c:pt idx="92122">
                  <c:v>51.96</c:v>
                </c:pt>
                <c:pt idx="92123">
                  <c:v>51.96</c:v>
                </c:pt>
                <c:pt idx="92124">
                  <c:v>81.97</c:v>
                </c:pt>
                <c:pt idx="92125">
                  <c:v>55.98</c:v>
                </c:pt>
                <c:pt idx="92126">
                  <c:v>55.98</c:v>
                </c:pt>
                <c:pt idx="92127">
                  <c:v>59.98</c:v>
                </c:pt>
                <c:pt idx="92128">
                  <c:v>57.98</c:v>
                </c:pt>
                <c:pt idx="92129">
                  <c:v>92.97</c:v>
                </c:pt>
                <c:pt idx="92130">
                  <c:v>88.46</c:v>
                </c:pt>
                <c:pt idx="92131">
                  <c:v>56.97</c:v>
                </c:pt>
                <c:pt idx="92132">
                  <c:v>59.97</c:v>
                </c:pt>
                <c:pt idx="92133">
                  <c:v>139.38</c:v>
                </c:pt>
                <c:pt idx="92134">
                  <c:v>81.95</c:v>
                </c:pt>
                <c:pt idx="92135">
                  <c:v>84.99</c:v>
                </c:pt>
                <c:pt idx="92136">
                  <c:v>84.99</c:v>
                </c:pt>
                <c:pt idx="92137">
                  <c:v>65.98</c:v>
                </c:pt>
                <c:pt idx="92138">
                  <c:v>84.99</c:v>
                </c:pt>
                <c:pt idx="92139">
                  <c:v>171.13</c:v>
                </c:pt>
                <c:pt idx="92140">
                  <c:v>254.97</c:v>
                </c:pt>
                <c:pt idx="92141">
                  <c:v>254.97</c:v>
                </c:pt>
                <c:pt idx="92142">
                  <c:v>171.13</c:v>
                </c:pt>
                <c:pt idx="92143">
                  <c:v>114.97</c:v>
                </c:pt>
                <c:pt idx="92144">
                  <c:v>65.989999999999995</c:v>
                </c:pt>
                <c:pt idx="92145">
                  <c:v>65.290000000000006</c:v>
                </c:pt>
                <c:pt idx="92146">
                  <c:v>73.97</c:v>
                </c:pt>
                <c:pt idx="92147">
                  <c:v>117.76</c:v>
                </c:pt>
                <c:pt idx="92148">
                  <c:v>26.29</c:v>
                </c:pt>
                <c:pt idx="92149">
                  <c:v>80.97</c:v>
                </c:pt>
                <c:pt idx="92150">
                  <c:v>109.98</c:v>
                </c:pt>
                <c:pt idx="92151">
                  <c:v>51.98</c:v>
                </c:pt>
                <c:pt idx="92152">
                  <c:v>90.69</c:v>
                </c:pt>
                <c:pt idx="92153">
                  <c:v>90.69</c:v>
                </c:pt>
                <c:pt idx="92154">
                  <c:v>72.55</c:v>
                </c:pt>
                <c:pt idx="92155">
                  <c:v>90.69</c:v>
                </c:pt>
                <c:pt idx="92156">
                  <c:v>84.69</c:v>
                </c:pt>
                <c:pt idx="92157">
                  <c:v>84.99</c:v>
                </c:pt>
                <c:pt idx="92158">
                  <c:v>72.239999999999995</c:v>
                </c:pt>
                <c:pt idx="92159">
                  <c:v>76.489999999999995</c:v>
                </c:pt>
                <c:pt idx="92160">
                  <c:v>76.489999999999995</c:v>
                </c:pt>
                <c:pt idx="92161">
                  <c:v>62.97</c:v>
                </c:pt>
                <c:pt idx="92162">
                  <c:v>59.98</c:v>
                </c:pt>
                <c:pt idx="92163">
                  <c:v>103.46</c:v>
                </c:pt>
                <c:pt idx="92164">
                  <c:v>67.97</c:v>
                </c:pt>
                <c:pt idx="92165">
                  <c:v>97.16</c:v>
                </c:pt>
                <c:pt idx="92166">
                  <c:v>122.57</c:v>
                </c:pt>
                <c:pt idx="92167">
                  <c:v>84.99</c:v>
                </c:pt>
                <c:pt idx="92168">
                  <c:v>55.64</c:v>
                </c:pt>
                <c:pt idx="92169">
                  <c:v>51.99</c:v>
                </c:pt>
                <c:pt idx="92170">
                  <c:v>117.2</c:v>
                </c:pt>
                <c:pt idx="92171">
                  <c:v>117.2</c:v>
                </c:pt>
                <c:pt idx="92172">
                  <c:v>125.94</c:v>
                </c:pt>
                <c:pt idx="92173">
                  <c:v>190.89</c:v>
                </c:pt>
                <c:pt idx="92174">
                  <c:v>77.97</c:v>
                </c:pt>
                <c:pt idx="92175">
                  <c:v>89.97</c:v>
                </c:pt>
                <c:pt idx="92176">
                  <c:v>49.99</c:v>
                </c:pt>
                <c:pt idx="92177">
                  <c:v>144.47999999999999</c:v>
                </c:pt>
                <c:pt idx="92178">
                  <c:v>169.97</c:v>
                </c:pt>
                <c:pt idx="92179">
                  <c:v>62.47</c:v>
                </c:pt>
                <c:pt idx="92180">
                  <c:v>200.75</c:v>
                </c:pt>
                <c:pt idx="92181">
                  <c:v>194.71</c:v>
                </c:pt>
                <c:pt idx="92182">
                  <c:v>217.7</c:v>
                </c:pt>
                <c:pt idx="92183">
                  <c:v>-194.72</c:v>
                </c:pt>
                <c:pt idx="92184">
                  <c:v>89.98</c:v>
                </c:pt>
                <c:pt idx="92185">
                  <c:v>49.99</c:v>
                </c:pt>
                <c:pt idx="92186">
                  <c:v>184.97</c:v>
                </c:pt>
                <c:pt idx="92187">
                  <c:v>84.99</c:v>
                </c:pt>
                <c:pt idx="92188">
                  <c:v>51.96</c:v>
                </c:pt>
                <c:pt idx="92189">
                  <c:v>85.56</c:v>
                </c:pt>
                <c:pt idx="92190">
                  <c:v>87.99</c:v>
                </c:pt>
                <c:pt idx="92191">
                  <c:v>84.97</c:v>
                </c:pt>
                <c:pt idx="92192">
                  <c:v>84.99</c:v>
                </c:pt>
                <c:pt idx="92193">
                  <c:v>62.65</c:v>
                </c:pt>
                <c:pt idx="92194">
                  <c:v>143.79</c:v>
                </c:pt>
                <c:pt idx="92195">
                  <c:v>84.13</c:v>
                </c:pt>
                <c:pt idx="92196">
                  <c:v>99.98</c:v>
                </c:pt>
                <c:pt idx="92197">
                  <c:v>71.97</c:v>
                </c:pt>
                <c:pt idx="92198">
                  <c:v>70.86</c:v>
                </c:pt>
                <c:pt idx="92199">
                  <c:v>89.98</c:v>
                </c:pt>
                <c:pt idx="92200">
                  <c:v>50.97</c:v>
                </c:pt>
                <c:pt idx="92201">
                  <c:v>53.97</c:v>
                </c:pt>
                <c:pt idx="92202">
                  <c:v>87.97</c:v>
                </c:pt>
                <c:pt idx="92203">
                  <c:v>53.97</c:v>
                </c:pt>
                <c:pt idx="92204">
                  <c:v>87.97</c:v>
                </c:pt>
                <c:pt idx="92205">
                  <c:v>50.97</c:v>
                </c:pt>
                <c:pt idx="92206">
                  <c:v>143.63999999999999</c:v>
                </c:pt>
                <c:pt idx="92207">
                  <c:v>61.97</c:v>
                </c:pt>
                <c:pt idx="92208">
                  <c:v>24.99</c:v>
                </c:pt>
                <c:pt idx="92209">
                  <c:v>74.97</c:v>
                </c:pt>
                <c:pt idx="92210">
                  <c:v>51.48</c:v>
                </c:pt>
                <c:pt idx="92211">
                  <c:v>41.49</c:v>
                </c:pt>
                <c:pt idx="92212">
                  <c:v>83.96</c:v>
                </c:pt>
                <c:pt idx="92213">
                  <c:v>193.93</c:v>
                </c:pt>
                <c:pt idx="92214">
                  <c:v>83.96</c:v>
                </c:pt>
                <c:pt idx="92215">
                  <c:v>99.99</c:v>
                </c:pt>
                <c:pt idx="92216">
                  <c:v>99.99</c:v>
                </c:pt>
                <c:pt idx="92217">
                  <c:v>63.96</c:v>
                </c:pt>
                <c:pt idx="92218">
                  <c:v>56.72</c:v>
                </c:pt>
                <c:pt idx="92219">
                  <c:v>60.96</c:v>
                </c:pt>
                <c:pt idx="92220">
                  <c:v>96.47</c:v>
                </c:pt>
                <c:pt idx="92221">
                  <c:v>59.82</c:v>
                </c:pt>
                <c:pt idx="92222">
                  <c:v>59.37</c:v>
                </c:pt>
                <c:pt idx="92223">
                  <c:v>59.98</c:v>
                </c:pt>
                <c:pt idx="92224">
                  <c:v>59.98</c:v>
                </c:pt>
                <c:pt idx="92225">
                  <c:v>65.989999999999995</c:v>
                </c:pt>
                <c:pt idx="92226">
                  <c:v>65.989999999999995</c:v>
                </c:pt>
                <c:pt idx="92227">
                  <c:v>69.98</c:v>
                </c:pt>
                <c:pt idx="92228">
                  <c:v>65.989999999999995</c:v>
                </c:pt>
                <c:pt idx="92229">
                  <c:v>59.96</c:v>
                </c:pt>
                <c:pt idx="92230">
                  <c:v>52.86</c:v>
                </c:pt>
                <c:pt idx="92231">
                  <c:v>59.96</c:v>
                </c:pt>
                <c:pt idx="92232">
                  <c:v>59.96</c:v>
                </c:pt>
                <c:pt idx="92233">
                  <c:v>89.97</c:v>
                </c:pt>
                <c:pt idx="92234">
                  <c:v>57.98</c:v>
                </c:pt>
                <c:pt idx="92235">
                  <c:v>89.97</c:v>
                </c:pt>
                <c:pt idx="92236">
                  <c:v>59.98</c:v>
                </c:pt>
                <c:pt idx="92237">
                  <c:v>29.99</c:v>
                </c:pt>
                <c:pt idx="92238">
                  <c:v>63.97</c:v>
                </c:pt>
                <c:pt idx="92239">
                  <c:v>79.849999999999994</c:v>
                </c:pt>
                <c:pt idx="92240">
                  <c:v>79.849999999999994</c:v>
                </c:pt>
                <c:pt idx="92241">
                  <c:v>104.04</c:v>
                </c:pt>
                <c:pt idx="92242">
                  <c:v>67.87</c:v>
                </c:pt>
                <c:pt idx="92243">
                  <c:v>94.34</c:v>
                </c:pt>
                <c:pt idx="92244">
                  <c:v>161.94</c:v>
                </c:pt>
                <c:pt idx="92245">
                  <c:v>87.98</c:v>
                </c:pt>
                <c:pt idx="92246">
                  <c:v>95.92</c:v>
                </c:pt>
                <c:pt idx="92247">
                  <c:v>66.97</c:v>
                </c:pt>
                <c:pt idx="92248">
                  <c:v>71.97</c:v>
                </c:pt>
                <c:pt idx="92249">
                  <c:v>147.55000000000001</c:v>
                </c:pt>
                <c:pt idx="92250">
                  <c:v>4.99</c:v>
                </c:pt>
                <c:pt idx="92251">
                  <c:v>99.95</c:v>
                </c:pt>
                <c:pt idx="92252">
                  <c:v>64.97</c:v>
                </c:pt>
                <c:pt idx="92253">
                  <c:v>384.81</c:v>
                </c:pt>
                <c:pt idx="92254">
                  <c:v>68.97</c:v>
                </c:pt>
                <c:pt idx="92255">
                  <c:v>55.97</c:v>
                </c:pt>
                <c:pt idx="92256">
                  <c:v>63.98</c:v>
                </c:pt>
                <c:pt idx="92257">
                  <c:v>62.96</c:v>
                </c:pt>
                <c:pt idx="92258">
                  <c:v>48.89</c:v>
                </c:pt>
                <c:pt idx="92259">
                  <c:v>61.04</c:v>
                </c:pt>
                <c:pt idx="92260">
                  <c:v>-1.2</c:v>
                </c:pt>
                <c:pt idx="92261">
                  <c:v>66.53</c:v>
                </c:pt>
                <c:pt idx="92262">
                  <c:v>60.46</c:v>
                </c:pt>
                <c:pt idx="92263">
                  <c:v>49.59</c:v>
                </c:pt>
                <c:pt idx="92264">
                  <c:v>129.96</c:v>
                </c:pt>
                <c:pt idx="92265">
                  <c:v>174.95</c:v>
                </c:pt>
                <c:pt idx="92266">
                  <c:v>106.53</c:v>
                </c:pt>
                <c:pt idx="92267">
                  <c:v>-22.6</c:v>
                </c:pt>
                <c:pt idx="92268">
                  <c:v>59.98</c:v>
                </c:pt>
                <c:pt idx="92269">
                  <c:v>50.38</c:v>
                </c:pt>
                <c:pt idx="92270">
                  <c:v>55.98</c:v>
                </c:pt>
                <c:pt idx="92271">
                  <c:v>59.98</c:v>
                </c:pt>
                <c:pt idx="92272">
                  <c:v>50.38</c:v>
                </c:pt>
                <c:pt idx="92273">
                  <c:v>55.98</c:v>
                </c:pt>
                <c:pt idx="92274">
                  <c:v>51.98</c:v>
                </c:pt>
                <c:pt idx="92275">
                  <c:v>29.48</c:v>
                </c:pt>
                <c:pt idx="92276">
                  <c:v>21.24</c:v>
                </c:pt>
                <c:pt idx="92277">
                  <c:v>20.49</c:v>
                </c:pt>
                <c:pt idx="92278">
                  <c:v>59.98</c:v>
                </c:pt>
                <c:pt idx="92279">
                  <c:v>65.540000000000006</c:v>
                </c:pt>
                <c:pt idx="92280">
                  <c:v>64.98</c:v>
                </c:pt>
                <c:pt idx="92281">
                  <c:v>68.98</c:v>
                </c:pt>
                <c:pt idx="92282">
                  <c:v>59.98</c:v>
                </c:pt>
                <c:pt idx="92283">
                  <c:v>64.98</c:v>
                </c:pt>
                <c:pt idx="92284">
                  <c:v>145.1</c:v>
                </c:pt>
                <c:pt idx="92285">
                  <c:v>74</c:v>
                </c:pt>
                <c:pt idx="92286">
                  <c:v>75.09</c:v>
                </c:pt>
                <c:pt idx="92287">
                  <c:v>68.930000000000007</c:v>
                </c:pt>
                <c:pt idx="92288">
                  <c:v>75.09</c:v>
                </c:pt>
                <c:pt idx="92289">
                  <c:v>68.930000000000007</c:v>
                </c:pt>
                <c:pt idx="92290">
                  <c:v>74</c:v>
                </c:pt>
                <c:pt idx="92291">
                  <c:v>77.97</c:v>
                </c:pt>
                <c:pt idx="92292">
                  <c:v>77.97</c:v>
                </c:pt>
                <c:pt idx="92293">
                  <c:v>64.98</c:v>
                </c:pt>
                <c:pt idx="92294">
                  <c:v>119.92</c:v>
                </c:pt>
                <c:pt idx="92295">
                  <c:v>89.94</c:v>
                </c:pt>
                <c:pt idx="92296">
                  <c:v>119.92</c:v>
                </c:pt>
                <c:pt idx="92297">
                  <c:v>89.94</c:v>
                </c:pt>
                <c:pt idx="92298">
                  <c:v>191.96</c:v>
                </c:pt>
                <c:pt idx="92299">
                  <c:v>191.96</c:v>
                </c:pt>
                <c:pt idx="92300">
                  <c:v>21.49</c:v>
                </c:pt>
                <c:pt idx="92301">
                  <c:v>129.97</c:v>
                </c:pt>
                <c:pt idx="92302">
                  <c:v>19.48</c:v>
                </c:pt>
                <c:pt idx="92303">
                  <c:v>54.95</c:v>
                </c:pt>
                <c:pt idx="92304">
                  <c:v>103.93</c:v>
                </c:pt>
                <c:pt idx="92305">
                  <c:v>28.47</c:v>
                </c:pt>
                <c:pt idx="92306">
                  <c:v>74.98</c:v>
                </c:pt>
                <c:pt idx="92307">
                  <c:v>139.94999999999999</c:v>
                </c:pt>
                <c:pt idx="92308">
                  <c:v>73.959999999999994</c:v>
                </c:pt>
                <c:pt idx="92309">
                  <c:v>94.96</c:v>
                </c:pt>
                <c:pt idx="92310">
                  <c:v>89.97</c:v>
                </c:pt>
                <c:pt idx="92311">
                  <c:v>119.96</c:v>
                </c:pt>
                <c:pt idx="92312">
                  <c:v>99.96</c:v>
                </c:pt>
                <c:pt idx="92313">
                  <c:v>73.97</c:v>
                </c:pt>
                <c:pt idx="92314">
                  <c:v>77.97</c:v>
                </c:pt>
                <c:pt idx="92315">
                  <c:v>103.96</c:v>
                </c:pt>
                <c:pt idx="92316">
                  <c:v>80.959999999999994</c:v>
                </c:pt>
                <c:pt idx="92317">
                  <c:v>44.98</c:v>
                </c:pt>
                <c:pt idx="92318">
                  <c:v>-22.45</c:v>
                </c:pt>
                <c:pt idx="92319">
                  <c:v>97.71</c:v>
                </c:pt>
                <c:pt idx="92320">
                  <c:v>109.97</c:v>
                </c:pt>
                <c:pt idx="92321">
                  <c:v>99.98</c:v>
                </c:pt>
                <c:pt idx="92322">
                  <c:v>109.97</c:v>
                </c:pt>
                <c:pt idx="92323">
                  <c:v>99.98</c:v>
                </c:pt>
                <c:pt idx="92324">
                  <c:v>-22.45</c:v>
                </c:pt>
                <c:pt idx="92325">
                  <c:v>101.97</c:v>
                </c:pt>
                <c:pt idx="92326">
                  <c:v>95.82</c:v>
                </c:pt>
                <c:pt idx="92327">
                  <c:v>99.98</c:v>
                </c:pt>
                <c:pt idx="92328">
                  <c:v>44.98</c:v>
                </c:pt>
                <c:pt idx="92329">
                  <c:v>99.98</c:v>
                </c:pt>
                <c:pt idx="92330">
                  <c:v>97.71</c:v>
                </c:pt>
                <c:pt idx="92331">
                  <c:v>95.82</c:v>
                </c:pt>
                <c:pt idx="92332">
                  <c:v>101.97</c:v>
                </c:pt>
                <c:pt idx="92333">
                  <c:v>57.76</c:v>
                </c:pt>
                <c:pt idx="92334">
                  <c:v>54.41</c:v>
                </c:pt>
                <c:pt idx="92335">
                  <c:v>138.86000000000001</c:v>
                </c:pt>
                <c:pt idx="92336">
                  <c:v>99.96</c:v>
                </c:pt>
                <c:pt idx="92337">
                  <c:v>99.96</c:v>
                </c:pt>
                <c:pt idx="92338">
                  <c:v>51.28</c:v>
                </c:pt>
                <c:pt idx="92339">
                  <c:v>65.989999999999995</c:v>
                </c:pt>
                <c:pt idx="92340">
                  <c:v>27.58</c:v>
                </c:pt>
                <c:pt idx="92341">
                  <c:v>197.97</c:v>
                </c:pt>
                <c:pt idx="92342">
                  <c:v>60.98</c:v>
                </c:pt>
                <c:pt idx="92343">
                  <c:v>94.98</c:v>
                </c:pt>
                <c:pt idx="92344">
                  <c:v>99.98</c:v>
                </c:pt>
                <c:pt idx="92345">
                  <c:v>63.98</c:v>
                </c:pt>
                <c:pt idx="92346">
                  <c:v>63.98</c:v>
                </c:pt>
                <c:pt idx="92347">
                  <c:v>51.49</c:v>
                </c:pt>
                <c:pt idx="92348">
                  <c:v>116.09</c:v>
                </c:pt>
                <c:pt idx="92349">
                  <c:v>154.78</c:v>
                </c:pt>
                <c:pt idx="92350">
                  <c:v>107.48</c:v>
                </c:pt>
                <c:pt idx="92351">
                  <c:v>89.95</c:v>
                </c:pt>
                <c:pt idx="92352">
                  <c:v>73.48</c:v>
                </c:pt>
                <c:pt idx="92353">
                  <c:v>79.849999999999994</c:v>
                </c:pt>
                <c:pt idx="92354">
                  <c:v>131.84</c:v>
                </c:pt>
                <c:pt idx="92355">
                  <c:v>36.26</c:v>
                </c:pt>
                <c:pt idx="92356">
                  <c:v>-79.849999999999994</c:v>
                </c:pt>
                <c:pt idx="92357">
                  <c:v>176.62</c:v>
                </c:pt>
                <c:pt idx="92358">
                  <c:v>67.739999999999995</c:v>
                </c:pt>
                <c:pt idx="92359">
                  <c:v>125.46</c:v>
                </c:pt>
                <c:pt idx="92360">
                  <c:v>247.92</c:v>
                </c:pt>
                <c:pt idx="92361">
                  <c:v>116.96</c:v>
                </c:pt>
                <c:pt idx="92362">
                  <c:v>119.97</c:v>
                </c:pt>
                <c:pt idx="92363">
                  <c:v>84.99</c:v>
                </c:pt>
                <c:pt idx="92364">
                  <c:v>85.97</c:v>
                </c:pt>
                <c:pt idx="92365">
                  <c:v>36.49</c:v>
                </c:pt>
                <c:pt idx="92366">
                  <c:v>58.97</c:v>
                </c:pt>
                <c:pt idx="92367">
                  <c:v>51.96</c:v>
                </c:pt>
                <c:pt idx="92368">
                  <c:v>36.49</c:v>
                </c:pt>
                <c:pt idx="92369">
                  <c:v>94.96</c:v>
                </c:pt>
                <c:pt idx="92370">
                  <c:v>19.989999999999998</c:v>
                </c:pt>
                <c:pt idx="92371">
                  <c:v>64.959999999999994</c:v>
                </c:pt>
                <c:pt idx="92372">
                  <c:v>-26.25</c:v>
                </c:pt>
                <c:pt idx="92373">
                  <c:v>26.25</c:v>
                </c:pt>
                <c:pt idx="92374">
                  <c:v>26.25</c:v>
                </c:pt>
                <c:pt idx="92375">
                  <c:v>59.98</c:v>
                </c:pt>
                <c:pt idx="92376">
                  <c:v>59.98</c:v>
                </c:pt>
                <c:pt idx="92377">
                  <c:v>59.98</c:v>
                </c:pt>
                <c:pt idx="92378">
                  <c:v>59.98</c:v>
                </c:pt>
                <c:pt idx="92379">
                  <c:v>57.98</c:v>
                </c:pt>
                <c:pt idx="92380">
                  <c:v>59.98</c:v>
                </c:pt>
                <c:pt idx="92381">
                  <c:v>77.97</c:v>
                </c:pt>
                <c:pt idx="92382">
                  <c:v>303.44</c:v>
                </c:pt>
                <c:pt idx="92383">
                  <c:v>219.95</c:v>
                </c:pt>
                <c:pt idx="92384">
                  <c:v>54.39</c:v>
                </c:pt>
                <c:pt idx="92385">
                  <c:v>66.489999999999995</c:v>
                </c:pt>
                <c:pt idx="92386">
                  <c:v>103.98</c:v>
                </c:pt>
                <c:pt idx="92387">
                  <c:v>66.489999999999995</c:v>
                </c:pt>
                <c:pt idx="92388">
                  <c:v>277.56</c:v>
                </c:pt>
                <c:pt idx="92389">
                  <c:v>92.95</c:v>
                </c:pt>
                <c:pt idx="92390">
                  <c:v>50.98</c:v>
                </c:pt>
                <c:pt idx="92391">
                  <c:v>64.98</c:v>
                </c:pt>
                <c:pt idx="92392">
                  <c:v>50.98</c:v>
                </c:pt>
                <c:pt idx="92393">
                  <c:v>50.98</c:v>
                </c:pt>
                <c:pt idx="92394">
                  <c:v>99.98</c:v>
                </c:pt>
                <c:pt idx="92395">
                  <c:v>126.62</c:v>
                </c:pt>
                <c:pt idx="92396">
                  <c:v>77.97</c:v>
                </c:pt>
                <c:pt idx="92397">
                  <c:v>211.96</c:v>
                </c:pt>
                <c:pt idx="92398">
                  <c:v>172.34</c:v>
                </c:pt>
                <c:pt idx="92399">
                  <c:v>42.23</c:v>
                </c:pt>
                <c:pt idx="92400">
                  <c:v>42.23</c:v>
                </c:pt>
                <c:pt idx="92401">
                  <c:v>104.98</c:v>
                </c:pt>
                <c:pt idx="92402">
                  <c:v>49.46</c:v>
                </c:pt>
                <c:pt idx="92403">
                  <c:v>49.46</c:v>
                </c:pt>
                <c:pt idx="92404">
                  <c:v>41.48</c:v>
                </c:pt>
                <c:pt idx="92405">
                  <c:v>65.989999999999995</c:v>
                </c:pt>
                <c:pt idx="92406">
                  <c:v>41.49</c:v>
                </c:pt>
                <c:pt idx="92407">
                  <c:v>46.26</c:v>
                </c:pt>
                <c:pt idx="92408">
                  <c:v>43.29</c:v>
                </c:pt>
                <c:pt idx="92409">
                  <c:v>87.97</c:v>
                </c:pt>
                <c:pt idx="92410">
                  <c:v>47.24</c:v>
                </c:pt>
                <c:pt idx="92411">
                  <c:v>51.49</c:v>
                </c:pt>
                <c:pt idx="92412">
                  <c:v>70.98</c:v>
                </c:pt>
                <c:pt idx="92413">
                  <c:v>63.94</c:v>
                </c:pt>
                <c:pt idx="92414">
                  <c:v>108.88</c:v>
                </c:pt>
                <c:pt idx="92415">
                  <c:v>81.05</c:v>
                </c:pt>
                <c:pt idx="92416">
                  <c:v>108.88</c:v>
                </c:pt>
                <c:pt idx="92417">
                  <c:v>120.94</c:v>
                </c:pt>
                <c:pt idx="92418">
                  <c:v>131.88999999999999</c:v>
                </c:pt>
                <c:pt idx="92419">
                  <c:v>141.47999999999999</c:v>
                </c:pt>
                <c:pt idx="92420">
                  <c:v>107.91</c:v>
                </c:pt>
                <c:pt idx="92421">
                  <c:v>114.98</c:v>
                </c:pt>
                <c:pt idx="92422">
                  <c:v>99.98</c:v>
                </c:pt>
                <c:pt idx="92423">
                  <c:v>84.99</c:v>
                </c:pt>
                <c:pt idx="92424">
                  <c:v>79.98</c:v>
                </c:pt>
                <c:pt idx="92425">
                  <c:v>89.97</c:v>
                </c:pt>
                <c:pt idx="92426">
                  <c:v>59.98</c:v>
                </c:pt>
                <c:pt idx="92427">
                  <c:v>54.97</c:v>
                </c:pt>
                <c:pt idx="92428">
                  <c:v>84.97</c:v>
                </c:pt>
                <c:pt idx="92429">
                  <c:v>102.97</c:v>
                </c:pt>
                <c:pt idx="92430">
                  <c:v>151.47</c:v>
                </c:pt>
                <c:pt idx="92431">
                  <c:v>65.989999999999995</c:v>
                </c:pt>
                <c:pt idx="92432">
                  <c:v>65.989999999999995</c:v>
                </c:pt>
                <c:pt idx="92433">
                  <c:v>49.99</c:v>
                </c:pt>
                <c:pt idx="92434">
                  <c:v>65.989999999999995</c:v>
                </c:pt>
                <c:pt idx="92435">
                  <c:v>65.989999999999995</c:v>
                </c:pt>
                <c:pt idx="92436">
                  <c:v>79.45</c:v>
                </c:pt>
                <c:pt idx="92437">
                  <c:v>20.49</c:v>
                </c:pt>
                <c:pt idx="92438">
                  <c:v>20.49</c:v>
                </c:pt>
                <c:pt idx="92439">
                  <c:v>19.489999999999998</c:v>
                </c:pt>
                <c:pt idx="92440">
                  <c:v>76.48</c:v>
                </c:pt>
                <c:pt idx="92441">
                  <c:v>99.98</c:v>
                </c:pt>
                <c:pt idx="92442">
                  <c:v>79.97</c:v>
                </c:pt>
                <c:pt idx="92443">
                  <c:v>-80.98</c:v>
                </c:pt>
                <c:pt idx="92444">
                  <c:v>80.98</c:v>
                </c:pt>
                <c:pt idx="92445">
                  <c:v>64.98</c:v>
                </c:pt>
                <c:pt idx="92446">
                  <c:v>205.95</c:v>
                </c:pt>
                <c:pt idx="92447">
                  <c:v>205.95</c:v>
                </c:pt>
                <c:pt idx="92448">
                  <c:v>44.29</c:v>
                </c:pt>
                <c:pt idx="92449">
                  <c:v>44.29</c:v>
                </c:pt>
                <c:pt idx="92450">
                  <c:v>72.55</c:v>
                </c:pt>
                <c:pt idx="92451">
                  <c:v>71.94</c:v>
                </c:pt>
                <c:pt idx="92452">
                  <c:v>71.94</c:v>
                </c:pt>
                <c:pt idx="92453">
                  <c:v>69.989999999999995</c:v>
                </c:pt>
                <c:pt idx="92454">
                  <c:v>74.95</c:v>
                </c:pt>
                <c:pt idx="92455">
                  <c:v>74.95</c:v>
                </c:pt>
                <c:pt idx="92456">
                  <c:v>69.989999999999995</c:v>
                </c:pt>
                <c:pt idx="92457">
                  <c:v>61.13</c:v>
                </c:pt>
                <c:pt idx="92458">
                  <c:v>59.96</c:v>
                </c:pt>
                <c:pt idx="92459">
                  <c:v>66.849999999999994</c:v>
                </c:pt>
                <c:pt idx="92460">
                  <c:v>73.48</c:v>
                </c:pt>
                <c:pt idx="92461">
                  <c:v>64.95</c:v>
                </c:pt>
                <c:pt idx="92462">
                  <c:v>177.91</c:v>
                </c:pt>
                <c:pt idx="92463">
                  <c:v>137.91999999999999</c:v>
                </c:pt>
                <c:pt idx="92464">
                  <c:v>66.5</c:v>
                </c:pt>
                <c:pt idx="92465">
                  <c:v>76.19</c:v>
                </c:pt>
                <c:pt idx="92466">
                  <c:v>100.38</c:v>
                </c:pt>
                <c:pt idx="92467">
                  <c:v>120.98</c:v>
                </c:pt>
                <c:pt idx="92468">
                  <c:v>200.82</c:v>
                </c:pt>
                <c:pt idx="92469">
                  <c:v>200.82</c:v>
                </c:pt>
                <c:pt idx="92470">
                  <c:v>97.97</c:v>
                </c:pt>
                <c:pt idx="92471">
                  <c:v>16.489999999999998</c:v>
                </c:pt>
                <c:pt idx="92472">
                  <c:v>89.98</c:v>
                </c:pt>
                <c:pt idx="92473">
                  <c:v>54.98</c:v>
                </c:pt>
                <c:pt idx="92474">
                  <c:v>110.98</c:v>
                </c:pt>
                <c:pt idx="92475">
                  <c:v>119.26</c:v>
                </c:pt>
                <c:pt idx="92476">
                  <c:v>36.49</c:v>
                </c:pt>
                <c:pt idx="92477">
                  <c:v>22.98</c:v>
                </c:pt>
                <c:pt idx="92478">
                  <c:v>-35.799999999999997</c:v>
                </c:pt>
                <c:pt idx="92479">
                  <c:v>35.799999999999997</c:v>
                </c:pt>
                <c:pt idx="92480">
                  <c:v>15.49</c:v>
                </c:pt>
                <c:pt idx="92481">
                  <c:v>14.49</c:v>
                </c:pt>
                <c:pt idx="92482">
                  <c:v>20.49</c:v>
                </c:pt>
                <c:pt idx="92483">
                  <c:v>16.28</c:v>
                </c:pt>
                <c:pt idx="92484">
                  <c:v>20.49</c:v>
                </c:pt>
                <c:pt idx="92485">
                  <c:v>36.49</c:v>
                </c:pt>
                <c:pt idx="92486">
                  <c:v>94.97</c:v>
                </c:pt>
                <c:pt idx="92487">
                  <c:v>89.98</c:v>
                </c:pt>
                <c:pt idx="92488">
                  <c:v>109.98</c:v>
                </c:pt>
                <c:pt idx="92489">
                  <c:v>110.48</c:v>
                </c:pt>
                <c:pt idx="92490">
                  <c:v>76.97</c:v>
                </c:pt>
                <c:pt idx="92491">
                  <c:v>111.96</c:v>
                </c:pt>
                <c:pt idx="92492">
                  <c:v>104.96</c:v>
                </c:pt>
                <c:pt idx="92493">
                  <c:v>269.92</c:v>
                </c:pt>
                <c:pt idx="92494">
                  <c:v>94.95</c:v>
                </c:pt>
                <c:pt idx="92495">
                  <c:v>41.49</c:v>
                </c:pt>
                <c:pt idx="92496">
                  <c:v>84.98</c:v>
                </c:pt>
                <c:pt idx="92497">
                  <c:v>27.58</c:v>
                </c:pt>
                <c:pt idx="92498">
                  <c:v>20.49</c:v>
                </c:pt>
                <c:pt idx="92499">
                  <c:v>83.98</c:v>
                </c:pt>
                <c:pt idx="92500">
                  <c:v>20.49</c:v>
                </c:pt>
                <c:pt idx="92501">
                  <c:v>65.989999999999995</c:v>
                </c:pt>
                <c:pt idx="92502">
                  <c:v>75.97</c:v>
                </c:pt>
                <c:pt idx="92503">
                  <c:v>51.98</c:v>
                </c:pt>
                <c:pt idx="92504">
                  <c:v>54.32</c:v>
                </c:pt>
                <c:pt idx="92505">
                  <c:v>68.989999999999995</c:v>
                </c:pt>
                <c:pt idx="92506">
                  <c:v>66.45</c:v>
                </c:pt>
                <c:pt idx="92507">
                  <c:v>60.98</c:v>
                </c:pt>
                <c:pt idx="92508">
                  <c:v>93.96</c:v>
                </c:pt>
                <c:pt idx="92509">
                  <c:v>102.78</c:v>
                </c:pt>
                <c:pt idx="92510">
                  <c:v>94.31</c:v>
                </c:pt>
                <c:pt idx="92511">
                  <c:v>119.97</c:v>
                </c:pt>
                <c:pt idx="92512">
                  <c:v>58.98</c:v>
                </c:pt>
                <c:pt idx="92513">
                  <c:v>63.12</c:v>
                </c:pt>
                <c:pt idx="92514">
                  <c:v>79.98</c:v>
                </c:pt>
                <c:pt idx="92515">
                  <c:v>109.98</c:v>
                </c:pt>
                <c:pt idx="92516">
                  <c:v>115.98</c:v>
                </c:pt>
                <c:pt idx="92517">
                  <c:v>137.97999999999999</c:v>
                </c:pt>
                <c:pt idx="92518">
                  <c:v>69.989999999999995</c:v>
                </c:pt>
                <c:pt idx="92519">
                  <c:v>74.97</c:v>
                </c:pt>
                <c:pt idx="92520">
                  <c:v>143.94999999999999</c:v>
                </c:pt>
                <c:pt idx="92521">
                  <c:v>74.97</c:v>
                </c:pt>
                <c:pt idx="92522">
                  <c:v>83.97</c:v>
                </c:pt>
                <c:pt idx="92523">
                  <c:v>360.73</c:v>
                </c:pt>
                <c:pt idx="92524">
                  <c:v>102.98</c:v>
                </c:pt>
                <c:pt idx="92525">
                  <c:v>77.459999999999994</c:v>
                </c:pt>
                <c:pt idx="92526">
                  <c:v>63.98</c:v>
                </c:pt>
                <c:pt idx="92527">
                  <c:v>79.989999999999995</c:v>
                </c:pt>
                <c:pt idx="92528">
                  <c:v>51.29</c:v>
                </c:pt>
                <c:pt idx="92529">
                  <c:v>77.94</c:v>
                </c:pt>
                <c:pt idx="92530">
                  <c:v>127.93</c:v>
                </c:pt>
                <c:pt idx="92531">
                  <c:v>77.94</c:v>
                </c:pt>
                <c:pt idx="92532">
                  <c:v>51.96</c:v>
                </c:pt>
                <c:pt idx="92533">
                  <c:v>51.96</c:v>
                </c:pt>
                <c:pt idx="92534">
                  <c:v>40.479999999999997</c:v>
                </c:pt>
                <c:pt idx="92535">
                  <c:v>66.959999999999994</c:v>
                </c:pt>
                <c:pt idx="92536">
                  <c:v>63.97</c:v>
                </c:pt>
                <c:pt idx="92537">
                  <c:v>53.98</c:v>
                </c:pt>
                <c:pt idx="92538">
                  <c:v>52.97</c:v>
                </c:pt>
                <c:pt idx="92539">
                  <c:v>91.95</c:v>
                </c:pt>
                <c:pt idx="92540">
                  <c:v>203.94</c:v>
                </c:pt>
                <c:pt idx="92541">
                  <c:v>179.94</c:v>
                </c:pt>
                <c:pt idx="92542">
                  <c:v>53.71</c:v>
                </c:pt>
                <c:pt idx="92543">
                  <c:v>55.96</c:v>
                </c:pt>
                <c:pt idx="92544">
                  <c:v>55.96</c:v>
                </c:pt>
                <c:pt idx="92545">
                  <c:v>84.27</c:v>
                </c:pt>
                <c:pt idx="92546">
                  <c:v>164.94</c:v>
                </c:pt>
                <c:pt idx="92547">
                  <c:v>119.97</c:v>
                </c:pt>
                <c:pt idx="92548">
                  <c:v>94.98</c:v>
                </c:pt>
                <c:pt idx="92549">
                  <c:v>61.48</c:v>
                </c:pt>
                <c:pt idx="92550">
                  <c:v>59.98</c:v>
                </c:pt>
                <c:pt idx="92551">
                  <c:v>63.28</c:v>
                </c:pt>
                <c:pt idx="92552">
                  <c:v>61.48</c:v>
                </c:pt>
                <c:pt idx="92553">
                  <c:v>119.98</c:v>
                </c:pt>
                <c:pt idx="92554">
                  <c:v>111.96</c:v>
                </c:pt>
                <c:pt idx="92555">
                  <c:v>139.94999999999999</c:v>
                </c:pt>
                <c:pt idx="92556">
                  <c:v>125.97</c:v>
                </c:pt>
                <c:pt idx="92557">
                  <c:v>53.97</c:v>
                </c:pt>
                <c:pt idx="92558">
                  <c:v>52.84</c:v>
                </c:pt>
                <c:pt idx="92559">
                  <c:v>53.97</c:v>
                </c:pt>
                <c:pt idx="92560">
                  <c:v>138.57</c:v>
                </c:pt>
                <c:pt idx="92561">
                  <c:v>100.98</c:v>
                </c:pt>
                <c:pt idx="92562">
                  <c:v>64.989999999999995</c:v>
                </c:pt>
                <c:pt idx="92563">
                  <c:v>81.98</c:v>
                </c:pt>
                <c:pt idx="92564">
                  <c:v>47.15</c:v>
                </c:pt>
                <c:pt idx="92565">
                  <c:v>61.67</c:v>
                </c:pt>
                <c:pt idx="92566">
                  <c:v>77.400000000000006</c:v>
                </c:pt>
                <c:pt idx="92567">
                  <c:v>66.510000000000005</c:v>
                </c:pt>
                <c:pt idx="92568">
                  <c:v>135.87</c:v>
                </c:pt>
                <c:pt idx="92569">
                  <c:v>51.96</c:v>
                </c:pt>
                <c:pt idx="92570">
                  <c:v>98.56</c:v>
                </c:pt>
                <c:pt idx="92571">
                  <c:v>89.97</c:v>
                </c:pt>
                <c:pt idx="92572">
                  <c:v>102.8</c:v>
                </c:pt>
                <c:pt idx="92573">
                  <c:v>99.98</c:v>
                </c:pt>
                <c:pt idx="92574">
                  <c:v>76.489999999999995</c:v>
                </c:pt>
                <c:pt idx="92575">
                  <c:v>59.99</c:v>
                </c:pt>
                <c:pt idx="92576">
                  <c:v>134.96</c:v>
                </c:pt>
                <c:pt idx="92577">
                  <c:v>49.48</c:v>
                </c:pt>
                <c:pt idx="92578">
                  <c:v>59.98</c:v>
                </c:pt>
                <c:pt idx="92579">
                  <c:v>74.97</c:v>
                </c:pt>
                <c:pt idx="92580">
                  <c:v>59.96</c:v>
                </c:pt>
                <c:pt idx="92581">
                  <c:v>31.48</c:v>
                </c:pt>
                <c:pt idx="92582">
                  <c:v>138.47999999999999</c:v>
                </c:pt>
                <c:pt idx="92583">
                  <c:v>31.48</c:v>
                </c:pt>
                <c:pt idx="92584">
                  <c:v>54.99</c:v>
                </c:pt>
                <c:pt idx="92585">
                  <c:v>73.98</c:v>
                </c:pt>
                <c:pt idx="92586">
                  <c:v>73.98</c:v>
                </c:pt>
                <c:pt idx="92587">
                  <c:v>59.98</c:v>
                </c:pt>
                <c:pt idx="92588">
                  <c:v>59.98</c:v>
                </c:pt>
                <c:pt idx="92589">
                  <c:v>59.98</c:v>
                </c:pt>
                <c:pt idx="92590">
                  <c:v>65.98</c:v>
                </c:pt>
                <c:pt idx="92591">
                  <c:v>65.98</c:v>
                </c:pt>
                <c:pt idx="92592">
                  <c:v>65.98</c:v>
                </c:pt>
                <c:pt idx="92593">
                  <c:v>13.39</c:v>
                </c:pt>
                <c:pt idx="92594">
                  <c:v>53.99</c:v>
                </c:pt>
                <c:pt idx="92595">
                  <c:v>73.98</c:v>
                </c:pt>
                <c:pt idx="92596">
                  <c:v>16.239999999999998</c:v>
                </c:pt>
                <c:pt idx="92597">
                  <c:v>74.98</c:v>
                </c:pt>
                <c:pt idx="92598">
                  <c:v>15.49</c:v>
                </c:pt>
                <c:pt idx="92599">
                  <c:v>59.99</c:v>
                </c:pt>
                <c:pt idx="92600">
                  <c:v>239.85</c:v>
                </c:pt>
                <c:pt idx="92601">
                  <c:v>170.96</c:v>
                </c:pt>
                <c:pt idx="92602">
                  <c:v>89.98</c:v>
                </c:pt>
                <c:pt idx="92603">
                  <c:v>91.48</c:v>
                </c:pt>
                <c:pt idx="92604">
                  <c:v>79.98</c:v>
                </c:pt>
                <c:pt idx="92605">
                  <c:v>104.97</c:v>
                </c:pt>
                <c:pt idx="92606">
                  <c:v>64.989999999999995</c:v>
                </c:pt>
                <c:pt idx="92607">
                  <c:v>89.98</c:v>
                </c:pt>
                <c:pt idx="92608">
                  <c:v>99.98</c:v>
                </c:pt>
                <c:pt idx="92609">
                  <c:v>119.97</c:v>
                </c:pt>
                <c:pt idx="92610">
                  <c:v>25.28</c:v>
                </c:pt>
                <c:pt idx="92611">
                  <c:v>39.99</c:v>
                </c:pt>
                <c:pt idx="92612">
                  <c:v>-23.29</c:v>
                </c:pt>
                <c:pt idx="92613">
                  <c:v>169.98</c:v>
                </c:pt>
                <c:pt idx="92614">
                  <c:v>89.98</c:v>
                </c:pt>
                <c:pt idx="92615">
                  <c:v>23.29</c:v>
                </c:pt>
                <c:pt idx="92616">
                  <c:v>64.47</c:v>
                </c:pt>
                <c:pt idx="92617">
                  <c:v>79.459999999999994</c:v>
                </c:pt>
                <c:pt idx="92618">
                  <c:v>53.97</c:v>
                </c:pt>
                <c:pt idx="92619">
                  <c:v>30.78</c:v>
                </c:pt>
                <c:pt idx="92620">
                  <c:v>71.959999999999994</c:v>
                </c:pt>
                <c:pt idx="92621">
                  <c:v>71.959999999999994</c:v>
                </c:pt>
                <c:pt idx="92622">
                  <c:v>72.239999999999995</c:v>
                </c:pt>
                <c:pt idx="92623">
                  <c:v>52.62</c:v>
                </c:pt>
                <c:pt idx="92624">
                  <c:v>89.98</c:v>
                </c:pt>
                <c:pt idx="92625">
                  <c:v>70.98</c:v>
                </c:pt>
                <c:pt idx="92626">
                  <c:v>65.98</c:v>
                </c:pt>
                <c:pt idx="92627">
                  <c:v>-22.6</c:v>
                </c:pt>
                <c:pt idx="92628">
                  <c:v>90.73</c:v>
                </c:pt>
                <c:pt idx="92629">
                  <c:v>106.43</c:v>
                </c:pt>
                <c:pt idx="92630">
                  <c:v>73.760000000000005</c:v>
                </c:pt>
                <c:pt idx="92631">
                  <c:v>61.67</c:v>
                </c:pt>
                <c:pt idx="92632">
                  <c:v>71.349999999999994</c:v>
                </c:pt>
                <c:pt idx="92633">
                  <c:v>259.13</c:v>
                </c:pt>
                <c:pt idx="92634">
                  <c:v>154.22999999999999</c:v>
                </c:pt>
                <c:pt idx="92635">
                  <c:v>101.37</c:v>
                </c:pt>
                <c:pt idx="92636">
                  <c:v>113.37</c:v>
                </c:pt>
                <c:pt idx="92637">
                  <c:v>70.47</c:v>
                </c:pt>
                <c:pt idx="92638">
                  <c:v>84.99</c:v>
                </c:pt>
                <c:pt idx="92639">
                  <c:v>100.97</c:v>
                </c:pt>
                <c:pt idx="92640">
                  <c:v>135.94</c:v>
                </c:pt>
                <c:pt idx="92641">
                  <c:v>94.98</c:v>
                </c:pt>
                <c:pt idx="92642">
                  <c:v>69.95</c:v>
                </c:pt>
                <c:pt idx="92643">
                  <c:v>108.98</c:v>
                </c:pt>
                <c:pt idx="92644">
                  <c:v>72.88</c:v>
                </c:pt>
                <c:pt idx="92645">
                  <c:v>307.89999999999998</c:v>
                </c:pt>
                <c:pt idx="92646">
                  <c:v>31.48</c:v>
                </c:pt>
                <c:pt idx="92647">
                  <c:v>59.96</c:v>
                </c:pt>
                <c:pt idx="92648">
                  <c:v>54.99</c:v>
                </c:pt>
                <c:pt idx="92649">
                  <c:v>59.96</c:v>
                </c:pt>
                <c:pt idx="92650">
                  <c:v>54.96</c:v>
                </c:pt>
                <c:pt idx="92651">
                  <c:v>412.48</c:v>
                </c:pt>
                <c:pt idx="92652">
                  <c:v>41.49</c:v>
                </c:pt>
                <c:pt idx="92653">
                  <c:v>57.98</c:v>
                </c:pt>
                <c:pt idx="92654">
                  <c:v>116.37</c:v>
                </c:pt>
                <c:pt idx="92655">
                  <c:v>59.98</c:v>
                </c:pt>
                <c:pt idx="92656">
                  <c:v>57.98</c:v>
                </c:pt>
                <c:pt idx="92657">
                  <c:v>103.36</c:v>
                </c:pt>
                <c:pt idx="92658">
                  <c:v>95.98</c:v>
                </c:pt>
                <c:pt idx="92659">
                  <c:v>27.48</c:v>
                </c:pt>
                <c:pt idx="92660">
                  <c:v>138.93</c:v>
                </c:pt>
                <c:pt idx="92661">
                  <c:v>112.47</c:v>
                </c:pt>
                <c:pt idx="92662">
                  <c:v>109.98</c:v>
                </c:pt>
                <c:pt idx="92663">
                  <c:v>150.96</c:v>
                </c:pt>
                <c:pt idx="92664">
                  <c:v>183.92</c:v>
                </c:pt>
                <c:pt idx="92665">
                  <c:v>59.95</c:v>
                </c:pt>
                <c:pt idx="92666">
                  <c:v>135.94999999999999</c:v>
                </c:pt>
                <c:pt idx="92667">
                  <c:v>50.37</c:v>
                </c:pt>
                <c:pt idx="92668">
                  <c:v>51.95</c:v>
                </c:pt>
                <c:pt idx="92669">
                  <c:v>54.93</c:v>
                </c:pt>
                <c:pt idx="92670">
                  <c:v>56.68</c:v>
                </c:pt>
                <c:pt idx="92671">
                  <c:v>54.99</c:v>
                </c:pt>
                <c:pt idx="92672">
                  <c:v>85.97</c:v>
                </c:pt>
                <c:pt idx="92673">
                  <c:v>65.540000000000006</c:v>
                </c:pt>
                <c:pt idx="92674">
                  <c:v>54.99</c:v>
                </c:pt>
                <c:pt idx="92675">
                  <c:v>31.48</c:v>
                </c:pt>
                <c:pt idx="92676">
                  <c:v>65.989999999999995</c:v>
                </c:pt>
                <c:pt idx="92677">
                  <c:v>53.95</c:v>
                </c:pt>
                <c:pt idx="92678">
                  <c:v>51.98</c:v>
                </c:pt>
                <c:pt idx="92679">
                  <c:v>98.97</c:v>
                </c:pt>
                <c:pt idx="92680">
                  <c:v>53.98</c:v>
                </c:pt>
                <c:pt idx="92681">
                  <c:v>59.98</c:v>
                </c:pt>
                <c:pt idx="92682">
                  <c:v>53.98</c:v>
                </c:pt>
                <c:pt idx="92683">
                  <c:v>134.97999999999999</c:v>
                </c:pt>
                <c:pt idx="92684">
                  <c:v>173.96</c:v>
                </c:pt>
                <c:pt idx="92685">
                  <c:v>63.98</c:v>
                </c:pt>
                <c:pt idx="92686">
                  <c:v>69.34</c:v>
                </c:pt>
                <c:pt idx="92687">
                  <c:v>63.44</c:v>
                </c:pt>
                <c:pt idx="92688">
                  <c:v>40.78</c:v>
                </c:pt>
                <c:pt idx="92689">
                  <c:v>79.959999999999994</c:v>
                </c:pt>
                <c:pt idx="92690">
                  <c:v>58.77</c:v>
                </c:pt>
                <c:pt idx="92691">
                  <c:v>103.96</c:v>
                </c:pt>
                <c:pt idx="92692">
                  <c:v>103.96</c:v>
                </c:pt>
                <c:pt idx="92693">
                  <c:v>95.96</c:v>
                </c:pt>
                <c:pt idx="92694">
                  <c:v>103.96</c:v>
                </c:pt>
                <c:pt idx="92695">
                  <c:v>145.13</c:v>
                </c:pt>
                <c:pt idx="92696">
                  <c:v>145.13</c:v>
                </c:pt>
                <c:pt idx="92697">
                  <c:v>246.96</c:v>
                </c:pt>
                <c:pt idx="92698">
                  <c:v>81.739999999999995</c:v>
                </c:pt>
                <c:pt idx="92699">
                  <c:v>54.98</c:v>
                </c:pt>
                <c:pt idx="92700">
                  <c:v>70.17</c:v>
                </c:pt>
                <c:pt idx="92701">
                  <c:v>96.96</c:v>
                </c:pt>
                <c:pt idx="92702">
                  <c:v>74.97</c:v>
                </c:pt>
                <c:pt idx="92703">
                  <c:v>83.97</c:v>
                </c:pt>
                <c:pt idx="92704">
                  <c:v>48.57</c:v>
                </c:pt>
                <c:pt idx="92705">
                  <c:v>91.78</c:v>
                </c:pt>
                <c:pt idx="92706">
                  <c:v>134.97999999999999</c:v>
                </c:pt>
                <c:pt idx="92707">
                  <c:v>224.6</c:v>
                </c:pt>
                <c:pt idx="92708">
                  <c:v>67.58</c:v>
                </c:pt>
                <c:pt idx="92709">
                  <c:v>110.98</c:v>
                </c:pt>
                <c:pt idx="92710">
                  <c:v>84.99</c:v>
                </c:pt>
                <c:pt idx="92711">
                  <c:v>84.99</c:v>
                </c:pt>
                <c:pt idx="92712">
                  <c:v>85.97</c:v>
                </c:pt>
                <c:pt idx="92713">
                  <c:v>35.979999999999997</c:v>
                </c:pt>
                <c:pt idx="92714">
                  <c:v>84.99</c:v>
                </c:pt>
                <c:pt idx="92715">
                  <c:v>95.98</c:v>
                </c:pt>
                <c:pt idx="92716">
                  <c:v>105.95</c:v>
                </c:pt>
                <c:pt idx="92717">
                  <c:v>199.95</c:v>
                </c:pt>
                <c:pt idx="92718">
                  <c:v>171.88</c:v>
                </c:pt>
                <c:pt idx="92719">
                  <c:v>62.98</c:v>
                </c:pt>
                <c:pt idx="92720">
                  <c:v>57.94</c:v>
                </c:pt>
                <c:pt idx="92721">
                  <c:v>79.989999999999995</c:v>
                </c:pt>
                <c:pt idx="92722">
                  <c:v>90.98</c:v>
                </c:pt>
                <c:pt idx="92723">
                  <c:v>79.989999999999995</c:v>
                </c:pt>
                <c:pt idx="92724">
                  <c:v>54.98</c:v>
                </c:pt>
                <c:pt idx="92725">
                  <c:v>166.97</c:v>
                </c:pt>
                <c:pt idx="92726">
                  <c:v>119.97</c:v>
                </c:pt>
                <c:pt idx="92727">
                  <c:v>95.54</c:v>
                </c:pt>
                <c:pt idx="92728">
                  <c:v>83.44</c:v>
                </c:pt>
                <c:pt idx="92729">
                  <c:v>67.72</c:v>
                </c:pt>
                <c:pt idx="92730">
                  <c:v>95.54</c:v>
                </c:pt>
                <c:pt idx="92731">
                  <c:v>102.83</c:v>
                </c:pt>
                <c:pt idx="92732">
                  <c:v>-25.36</c:v>
                </c:pt>
                <c:pt idx="92733">
                  <c:v>71.959999999999994</c:v>
                </c:pt>
                <c:pt idx="92734">
                  <c:v>53.97</c:v>
                </c:pt>
                <c:pt idx="92735">
                  <c:v>71.959999999999994</c:v>
                </c:pt>
                <c:pt idx="92736">
                  <c:v>71.959999999999994</c:v>
                </c:pt>
                <c:pt idx="92737">
                  <c:v>53.97</c:v>
                </c:pt>
                <c:pt idx="92738">
                  <c:v>53.97</c:v>
                </c:pt>
                <c:pt idx="92739">
                  <c:v>65.989999999999995</c:v>
                </c:pt>
                <c:pt idx="92740">
                  <c:v>58.98</c:v>
                </c:pt>
                <c:pt idx="92741">
                  <c:v>77.97</c:v>
                </c:pt>
                <c:pt idx="92742">
                  <c:v>57.98</c:v>
                </c:pt>
                <c:pt idx="92743">
                  <c:v>58.98</c:v>
                </c:pt>
                <c:pt idx="92744">
                  <c:v>50.98</c:v>
                </c:pt>
                <c:pt idx="92745">
                  <c:v>59.39</c:v>
                </c:pt>
                <c:pt idx="92746">
                  <c:v>80.97</c:v>
                </c:pt>
                <c:pt idx="92747">
                  <c:v>101.97</c:v>
                </c:pt>
                <c:pt idx="92748">
                  <c:v>74.95</c:v>
                </c:pt>
                <c:pt idx="92749">
                  <c:v>110.96</c:v>
                </c:pt>
                <c:pt idx="92750">
                  <c:v>184.96</c:v>
                </c:pt>
                <c:pt idx="92751">
                  <c:v>37.49</c:v>
                </c:pt>
                <c:pt idx="92752">
                  <c:v>44.14</c:v>
                </c:pt>
                <c:pt idx="92753">
                  <c:v>44.14</c:v>
                </c:pt>
                <c:pt idx="92754">
                  <c:v>44.14</c:v>
                </c:pt>
                <c:pt idx="92755">
                  <c:v>32.04</c:v>
                </c:pt>
                <c:pt idx="92756">
                  <c:v>37.49</c:v>
                </c:pt>
                <c:pt idx="92757">
                  <c:v>32.04</c:v>
                </c:pt>
                <c:pt idx="92758">
                  <c:v>137.96</c:v>
                </c:pt>
                <c:pt idx="92759">
                  <c:v>68.77</c:v>
                </c:pt>
                <c:pt idx="92760">
                  <c:v>72.75</c:v>
                </c:pt>
                <c:pt idx="92761">
                  <c:v>91.05</c:v>
                </c:pt>
                <c:pt idx="92762">
                  <c:v>101.97</c:v>
                </c:pt>
                <c:pt idx="92763">
                  <c:v>84.99</c:v>
                </c:pt>
                <c:pt idx="92764">
                  <c:v>59.98</c:v>
                </c:pt>
                <c:pt idx="92765">
                  <c:v>84.99</c:v>
                </c:pt>
                <c:pt idx="92766">
                  <c:v>84.99</c:v>
                </c:pt>
                <c:pt idx="92767">
                  <c:v>61.98</c:v>
                </c:pt>
                <c:pt idx="92768">
                  <c:v>161.96</c:v>
                </c:pt>
                <c:pt idx="92769">
                  <c:v>91.76</c:v>
                </c:pt>
                <c:pt idx="92770">
                  <c:v>69.989999999999995</c:v>
                </c:pt>
                <c:pt idx="92771">
                  <c:v>63.98</c:v>
                </c:pt>
                <c:pt idx="92772">
                  <c:v>89.98</c:v>
                </c:pt>
                <c:pt idx="92773">
                  <c:v>89.98</c:v>
                </c:pt>
                <c:pt idx="92774">
                  <c:v>89.98</c:v>
                </c:pt>
                <c:pt idx="92775">
                  <c:v>34.29</c:v>
                </c:pt>
                <c:pt idx="92776">
                  <c:v>79.98</c:v>
                </c:pt>
                <c:pt idx="92777">
                  <c:v>55.33</c:v>
                </c:pt>
                <c:pt idx="92778">
                  <c:v>82.97</c:v>
                </c:pt>
                <c:pt idx="92779">
                  <c:v>101.15</c:v>
                </c:pt>
                <c:pt idx="92780">
                  <c:v>85.97</c:v>
                </c:pt>
                <c:pt idx="92781">
                  <c:v>102.79</c:v>
                </c:pt>
                <c:pt idx="92782">
                  <c:v>90.71</c:v>
                </c:pt>
                <c:pt idx="92783">
                  <c:v>48.35</c:v>
                </c:pt>
                <c:pt idx="92784">
                  <c:v>157.25</c:v>
                </c:pt>
                <c:pt idx="92785">
                  <c:v>84.99</c:v>
                </c:pt>
                <c:pt idx="92786">
                  <c:v>79.98</c:v>
                </c:pt>
                <c:pt idx="92787">
                  <c:v>80.08</c:v>
                </c:pt>
                <c:pt idx="92788">
                  <c:v>76.489999999999995</c:v>
                </c:pt>
                <c:pt idx="92789">
                  <c:v>54.98</c:v>
                </c:pt>
                <c:pt idx="92790">
                  <c:v>182.94</c:v>
                </c:pt>
                <c:pt idx="92791">
                  <c:v>127.46</c:v>
                </c:pt>
                <c:pt idx="92792">
                  <c:v>59.98</c:v>
                </c:pt>
                <c:pt idx="92793">
                  <c:v>59.98</c:v>
                </c:pt>
                <c:pt idx="92794">
                  <c:v>59.98</c:v>
                </c:pt>
                <c:pt idx="92795">
                  <c:v>74.97</c:v>
                </c:pt>
                <c:pt idx="92796">
                  <c:v>59.98</c:v>
                </c:pt>
                <c:pt idx="92797">
                  <c:v>84.99</c:v>
                </c:pt>
                <c:pt idx="92798">
                  <c:v>99.98</c:v>
                </c:pt>
                <c:pt idx="92799">
                  <c:v>84.99</c:v>
                </c:pt>
                <c:pt idx="92800">
                  <c:v>99.98</c:v>
                </c:pt>
                <c:pt idx="92801">
                  <c:v>99.96</c:v>
                </c:pt>
                <c:pt idx="92802">
                  <c:v>89.98</c:v>
                </c:pt>
                <c:pt idx="92803">
                  <c:v>179.96</c:v>
                </c:pt>
                <c:pt idx="92804">
                  <c:v>59.99</c:v>
                </c:pt>
                <c:pt idx="92805">
                  <c:v>59.99</c:v>
                </c:pt>
                <c:pt idx="92806">
                  <c:v>68.069999999999993</c:v>
                </c:pt>
                <c:pt idx="92807">
                  <c:v>59.95</c:v>
                </c:pt>
                <c:pt idx="92808">
                  <c:v>59.95</c:v>
                </c:pt>
                <c:pt idx="92809">
                  <c:v>59.95</c:v>
                </c:pt>
                <c:pt idx="92810">
                  <c:v>61.45</c:v>
                </c:pt>
                <c:pt idx="92811">
                  <c:v>59.95</c:v>
                </c:pt>
                <c:pt idx="92812">
                  <c:v>142.6</c:v>
                </c:pt>
                <c:pt idx="92813">
                  <c:v>62.29</c:v>
                </c:pt>
                <c:pt idx="92814">
                  <c:v>31.81</c:v>
                </c:pt>
                <c:pt idx="92815">
                  <c:v>18.260000000000002</c:v>
                </c:pt>
                <c:pt idx="92816">
                  <c:v>105.98</c:v>
                </c:pt>
                <c:pt idx="92817">
                  <c:v>78.52</c:v>
                </c:pt>
                <c:pt idx="92818">
                  <c:v>118.95</c:v>
                </c:pt>
                <c:pt idx="92819">
                  <c:v>31.47</c:v>
                </c:pt>
                <c:pt idx="92820">
                  <c:v>31.48</c:v>
                </c:pt>
                <c:pt idx="92821">
                  <c:v>31.47</c:v>
                </c:pt>
                <c:pt idx="92822">
                  <c:v>31.48</c:v>
                </c:pt>
                <c:pt idx="92823">
                  <c:v>31.48</c:v>
                </c:pt>
                <c:pt idx="92824">
                  <c:v>31.48</c:v>
                </c:pt>
                <c:pt idx="92825">
                  <c:v>66.489999999999995</c:v>
                </c:pt>
                <c:pt idx="92826">
                  <c:v>26.46</c:v>
                </c:pt>
                <c:pt idx="92827">
                  <c:v>54.39</c:v>
                </c:pt>
                <c:pt idx="92828">
                  <c:v>203.6</c:v>
                </c:pt>
                <c:pt idx="92829">
                  <c:v>203.6</c:v>
                </c:pt>
                <c:pt idx="92830">
                  <c:v>113.97</c:v>
                </c:pt>
                <c:pt idx="92831">
                  <c:v>113.97</c:v>
                </c:pt>
                <c:pt idx="92832">
                  <c:v>85.97</c:v>
                </c:pt>
                <c:pt idx="92833">
                  <c:v>174.95</c:v>
                </c:pt>
                <c:pt idx="92834">
                  <c:v>174.95</c:v>
                </c:pt>
                <c:pt idx="92835">
                  <c:v>11.29</c:v>
                </c:pt>
                <c:pt idx="92836">
                  <c:v>11.29</c:v>
                </c:pt>
                <c:pt idx="92837">
                  <c:v>56.98</c:v>
                </c:pt>
                <c:pt idx="92838">
                  <c:v>56.98</c:v>
                </c:pt>
                <c:pt idx="92839">
                  <c:v>85.97</c:v>
                </c:pt>
                <c:pt idx="92840">
                  <c:v>54.98</c:v>
                </c:pt>
                <c:pt idx="92841">
                  <c:v>158.97</c:v>
                </c:pt>
                <c:pt idx="92842">
                  <c:v>51.09</c:v>
                </c:pt>
                <c:pt idx="92843">
                  <c:v>50.32</c:v>
                </c:pt>
                <c:pt idx="92844">
                  <c:v>31.08</c:v>
                </c:pt>
                <c:pt idx="92845">
                  <c:v>16.09</c:v>
                </c:pt>
                <c:pt idx="92846">
                  <c:v>63.96</c:v>
                </c:pt>
                <c:pt idx="92847">
                  <c:v>63.96</c:v>
                </c:pt>
                <c:pt idx="92848">
                  <c:v>63.96</c:v>
                </c:pt>
                <c:pt idx="92849">
                  <c:v>42.47</c:v>
                </c:pt>
                <c:pt idx="92850">
                  <c:v>24.47</c:v>
                </c:pt>
                <c:pt idx="92851">
                  <c:v>42.47</c:v>
                </c:pt>
                <c:pt idx="92852">
                  <c:v>42.47</c:v>
                </c:pt>
                <c:pt idx="92853">
                  <c:v>42.47</c:v>
                </c:pt>
                <c:pt idx="92854">
                  <c:v>24.47</c:v>
                </c:pt>
                <c:pt idx="92855">
                  <c:v>59.98</c:v>
                </c:pt>
                <c:pt idx="92856">
                  <c:v>73.98</c:v>
                </c:pt>
                <c:pt idx="92857">
                  <c:v>73.98</c:v>
                </c:pt>
                <c:pt idx="92858">
                  <c:v>73.98</c:v>
                </c:pt>
                <c:pt idx="92859">
                  <c:v>73.98</c:v>
                </c:pt>
                <c:pt idx="92860">
                  <c:v>73.98</c:v>
                </c:pt>
                <c:pt idx="92861">
                  <c:v>53.9</c:v>
                </c:pt>
                <c:pt idx="92862">
                  <c:v>50.96</c:v>
                </c:pt>
                <c:pt idx="92863">
                  <c:v>55.97</c:v>
                </c:pt>
                <c:pt idx="92864">
                  <c:v>84.99</c:v>
                </c:pt>
                <c:pt idx="92865">
                  <c:v>88.98</c:v>
                </c:pt>
                <c:pt idx="92866">
                  <c:v>88.98</c:v>
                </c:pt>
                <c:pt idx="92867">
                  <c:v>104.98</c:v>
                </c:pt>
                <c:pt idx="92868">
                  <c:v>170.92</c:v>
                </c:pt>
                <c:pt idx="92869">
                  <c:v>67.47</c:v>
                </c:pt>
                <c:pt idx="92870">
                  <c:v>37.28</c:v>
                </c:pt>
                <c:pt idx="92871">
                  <c:v>59.99</c:v>
                </c:pt>
                <c:pt idx="92872">
                  <c:v>59.99</c:v>
                </c:pt>
                <c:pt idx="92873">
                  <c:v>50.99</c:v>
                </c:pt>
                <c:pt idx="92874">
                  <c:v>53.99</c:v>
                </c:pt>
                <c:pt idx="92875">
                  <c:v>58.79</c:v>
                </c:pt>
                <c:pt idx="92876">
                  <c:v>95.94</c:v>
                </c:pt>
                <c:pt idx="92877">
                  <c:v>92.95</c:v>
                </c:pt>
                <c:pt idx="92878">
                  <c:v>209.94</c:v>
                </c:pt>
                <c:pt idx="92879">
                  <c:v>77.86</c:v>
                </c:pt>
                <c:pt idx="92880">
                  <c:v>59.84</c:v>
                </c:pt>
                <c:pt idx="92881">
                  <c:v>11.49</c:v>
                </c:pt>
                <c:pt idx="92882">
                  <c:v>20.29</c:v>
                </c:pt>
                <c:pt idx="92883">
                  <c:v>255.23</c:v>
                </c:pt>
                <c:pt idx="92884">
                  <c:v>178.93</c:v>
                </c:pt>
                <c:pt idx="92885">
                  <c:v>119.96</c:v>
                </c:pt>
                <c:pt idx="92886">
                  <c:v>74.97</c:v>
                </c:pt>
                <c:pt idx="92887">
                  <c:v>102.95</c:v>
                </c:pt>
                <c:pt idx="92888">
                  <c:v>90.98</c:v>
                </c:pt>
                <c:pt idx="92889">
                  <c:v>89.94</c:v>
                </c:pt>
                <c:pt idx="92890">
                  <c:v>74.989999999999995</c:v>
                </c:pt>
                <c:pt idx="92891">
                  <c:v>171.41</c:v>
                </c:pt>
                <c:pt idx="92892">
                  <c:v>67.87</c:v>
                </c:pt>
                <c:pt idx="92893">
                  <c:v>79.849999999999994</c:v>
                </c:pt>
                <c:pt idx="92894">
                  <c:v>79.849999999999994</c:v>
                </c:pt>
                <c:pt idx="92895">
                  <c:v>67.87</c:v>
                </c:pt>
                <c:pt idx="92896">
                  <c:v>79.849999999999994</c:v>
                </c:pt>
                <c:pt idx="92897">
                  <c:v>79.849999999999994</c:v>
                </c:pt>
                <c:pt idx="92898">
                  <c:v>67.709999999999994</c:v>
                </c:pt>
                <c:pt idx="92899">
                  <c:v>67.709999999999994</c:v>
                </c:pt>
                <c:pt idx="92900">
                  <c:v>79.02</c:v>
                </c:pt>
                <c:pt idx="92901">
                  <c:v>111.56</c:v>
                </c:pt>
                <c:pt idx="92902">
                  <c:v>51.73</c:v>
                </c:pt>
                <c:pt idx="92903">
                  <c:v>59.9</c:v>
                </c:pt>
                <c:pt idx="92904">
                  <c:v>67.98</c:v>
                </c:pt>
                <c:pt idx="92905">
                  <c:v>69.98</c:v>
                </c:pt>
                <c:pt idx="92906">
                  <c:v>123.96</c:v>
                </c:pt>
                <c:pt idx="92907">
                  <c:v>122.56</c:v>
                </c:pt>
                <c:pt idx="92908">
                  <c:v>66.58</c:v>
                </c:pt>
                <c:pt idx="92909">
                  <c:v>76.88</c:v>
                </c:pt>
                <c:pt idx="92910">
                  <c:v>107.94</c:v>
                </c:pt>
                <c:pt idx="92911">
                  <c:v>62.49</c:v>
                </c:pt>
                <c:pt idx="92912">
                  <c:v>49.37</c:v>
                </c:pt>
                <c:pt idx="92913">
                  <c:v>95.9</c:v>
                </c:pt>
                <c:pt idx="92914">
                  <c:v>52.18</c:v>
                </c:pt>
                <c:pt idx="92915">
                  <c:v>106.95</c:v>
                </c:pt>
                <c:pt idx="92916">
                  <c:v>91.98</c:v>
                </c:pt>
                <c:pt idx="92917">
                  <c:v>76.489999999999995</c:v>
                </c:pt>
                <c:pt idx="92918">
                  <c:v>91.44</c:v>
                </c:pt>
                <c:pt idx="92919">
                  <c:v>125.76</c:v>
                </c:pt>
                <c:pt idx="92920">
                  <c:v>75.59</c:v>
                </c:pt>
                <c:pt idx="92921">
                  <c:v>56.97</c:v>
                </c:pt>
                <c:pt idx="92922">
                  <c:v>185.96</c:v>
                </c:pt>
                <c:pt idx="92923">
                  <c:v>72.97</c:v>
                </c:pt>
                <c:pt idx="92924">
                  <c:v>56.97</c:v>
                </c:pt>
                <c:pt idx="92925">
                  <c:v>69.98</c:v>
                </c:pt>
                <c:pt idx="92926">
                  <c:v>109.96</c:v>
                </c:pt>
                <c:pt idx="92927">
                  <c:v>31.28</c:v>
                </c:pt>
                <c:pt idx="92928">
                  <c:v>52.98</c:v>
                </c:pt>
                <c:pt idx="92929">
                  <c:v>31.28</c:v>
                </c:pt>
                <c:pt idx="92930">
                  <c:v>31.28</c:v>
                </c:pt>
                <c:pt idx="92931">
                  <c:v>31.28</c:v>
                </c:pt>
                <c:pt idx="92932">
                  <c:v>16.940000000000001</c:v>
                </c:pt>
                <c:pt idx="92933">
                  <c:v>16.29</c:v>
                </c:pt>
                <c:pt idx="92934">
                  <c:v>31.28</c:v>
                </c:pt>
                <c:pt idx="92935">
                  <c:v>16.29</c:v>
                </c:pt>
                <c:pt idx="92936">
                  <c:v>52.98</c:v>
                </c:pt>
                <c:pt idx="92937">
                  <c:v>71.86</c:v>
                </c:pt>
                <c:pt idx="92938">
                  <c:v>97.99</c:v>
                </c:pt>
                <c:pt idx="92939">
                  <c:v>79.849999999999994</c:v>
                </c:pt>
                <c:pt idx="92940">
                  <c:v>19.989999999999998</c:v>
                </c:pt>
                <c:pt idx="92941">
                  <c:v>79.849999999999994</c:v>
                </c:pt>
                <c:pt idx="92942">
                  <c:v>55.65</c:v>
                </c:pt>
                <c:pt idx="92943">
                  <c:v>71.489999999999995</c:v>
                </c:pt>
                <c:pt idx="92944">
                  <c:v>84.99</c:v>
                </c:pt>
                <c:pt idx="92945">
                  <c:v>59.98</c:v>
                </c:pt>
                <c:pt idx="92946">
                  <c:v>165.56</c:v>
                </c:pt>
                <c:pt idx="92947">
                  <c:v>233.95</c:v>
                </c:pt>
                <c:pt idx="92948">
                  <c:v>65.97</c:v>
                </c:pt>
                <c:pt idx="92949">
                  <c:v>98.97</c:v>
                </c:pt>
                <c:pt idx="92950">
                  <c:v>78.97</c:v>
                </c:pt>
                <c:pt idx="92951">
                  <c:v>50.97</c:v>
                </c:pt>
                <c:pt idx="92952">
                  <c:v>98.97</c:v>
                </c:pt>
                <c:pt idx="92953">
                  <c:v>78.97</c:v>
                </c:pt>
                <c:pt idx="92954">
                  <c:v>65.97</c:v>
                </c:pt>
                <c:pt idx="92955">
                  <c:v>65.97</c:v>
                </c:pt>
                <c:pt idx="92956">
                  <c:v>78.97</c:v>
                </c:pt>
                <c:pt idx="92957">
                  <c:v>50.97</c:v>
                </c:pt>
                <c:pt idx="92958">
                  <c:v>47.48</c:v>
                </c:pt>
                <c:pt idx="92959">
                  <c:v>78.97</c:v>
                </c:pt>
                <c:pt idx="92960">
                  <c:v>47.48</c:v>
                </c:pt>
                <c:pt idx="92961">
                  <c:v>65.97</c:v>
                </c:pt>
                <c:pt idx="92962">
                  <c:v>68.930000000000007</c:v>
                </c:pt>
                <c:pt idx="92963">
                  <c:v>335.1</c:v>
                </c:pt>
                <c:pt idx="92964">
                  <c:v>59.98</c:v>
                </c:pt>
                <c:pt idx="92965">
                  <c:v>53.98</c:v>
                </c:pt>
                <c:pt idx="92966">
                  <c:v>119.96</c:v>
                </c:pt>
                <c:pt idx="92967">
                  <c:v>74.97</c:v>
                </c:pt>
                <c:pt idx="92968">
                  <c:v>24.48</c:v>
                </c:pt>
                <c:pt idx="92969">
                  <c:v>64.959999999999994</c:v>
                </c:pt>
                <c:pt idx="92970">
                  <c:v>18.489999999999998</c:v>
                </c:pt>
                <c:pt idx="92971">
                  <c:v>19.239999999999998</c:v>
                </c:pt>
                <c:pt idx="92972">
                  <c:v>46.97</c:v>
                </c:pt>
                <c:pt idx="92973">
                  <c:v>18.489999999999998</c:v>
                </c:pt>
                <c:pt idx="92974">
                  <c:v>18.489999999999998</c:v>
                </c:pt>
                <c:pt idx="92975">
                  <c:v>53.98</c:v>
                </c:pt>
                <c:pt idx="92976">
                  <c:v>18.489999999999998</c:v>
                </c:pt>
                <c:pt idx="92977">
                  <c:v>18.489999999999998</c:v>
                </c:pt>
                <c:pt idx="92978">
                  <c:v>84.99</c:v>
                </c:pt>
                <c:pt idx="92979">
                  <c:v>102.98</c:v>
                </c:pt>
                <c:pt idx="92980">
                  <c:v>92.68</c:v>
                </c:pt>
                <c:pt idx="92981">
                  <c:v>84.99</c:v>
                </c:pt>
                <c:pt idx="92982">
                  <c:v>22.95</c:v>
                </c:pt>
                <c:pt idx="92983">
                  <c:v>65.319999999999993</c:v>
                </c:pt>
                <c:pt idx="92984">
                  <c:v>79.849999999999994</c:v>
                </c:pt>
                <c:pt idx="92985">
                  <c:v>111.16</c:v>
                </c:pt>
                <c:pt idx="92986">
                  <c:v>120.85</c:v>
                </c:pt>
                <c:pt idx="92987">
                  <c:v>91.8</c:v>
                </c:pt>
                <c:pt idx="92988">
                  <c:v>65.989999999999995</c:v>
                </c:pt>
                <c:pt idx="92989">
                  <c:v>65.989999999999995</c:v>
                </c:pt>
                <c:pt idx="92990">
                  <c:v>84.98</c:v>
                </c:pt>
                <c:pt idx="92991">
                  <c:v>84.99</c:v>
                </c:pt>
                <c:pt idx="92992">
                  <c:v>84.33</c:v>
                </c:pt>
                <c:pt idx="92993">
                  <c:v>84.99</c:v>
                </c:pt>
                <c:pt idx="92994">
                  <c:v>63.98</c:v>
                </c:pt>
                <c:pt idx="92995">
                  <c:v>84.99</c:v>
                </c:pt>
                <c:pt idx="92996">
                  <c:v>63.98</c:v>
                </c:pt>
                <c:pt idx="92997">
                  <c:v>84.98</c:v>
                </c:pt>
                <c:pt idx="92998">
                  <c:v>84.99</c:v>
                </c:pt>
                <c:pt idx="92999">
                  <c:v>84.33</c:v>
                </c:pt>
                <c:pt idx="93000">
                  <c:v>82.97</c:v>
                </c:pt>
                <c:pt idx="93001">
                  <c:v>51.27</c:v>
                </c:pt>
                <c:pt idx="93002">
                  <c:v>53.98</c:v>
                </c:pt>
                <c:pt idx="93003">
                  <c:v>109.76</c:v>
                </c:pt>
                <c:pt idx="93004">
                  <c:v>51.27</c:v>
                </c:pt>
                <c:pt idx="93005">
                  <c:v>63.88</c:v>
                </c:pt>
                <c:pt idx="93006">
                  <c:v>53.98</c:v>
                </c:pt>
                <c:pt idx="93007">
                  <c:v>56.97</c:v>
                </c:pt>
                <c:pt idx="93008">
                  <c:v>63.88</c:v>
                </c:pt>
                <c:pt idx="93009">
                  <c:v>56.97</c:v>
                </c:pt>
                <c:pt idx="93010">
                  <c:v>109.76</c:v>
                </c:pt>
                <c:pt idx="93011">
                  <c:v>69.98</c:v>
                </c:pt>
                <c:pt idx="93012">
                  <c:v>66.459999999999994</c:v>
                </c:pt>
                <c:pt idx="93013">
                  <c:v>149.97</c:v>
                </c:pt>
                <c:pt idx="93014">
                  <c:v>169.98</c:v>
                </c:pt>
                <c:pt idx="93015">
                  <c:v>14.49</c:v>
                </c:pt>
                <c:pt idx="93016">
                  <c:v>47.49</c:v>
                </c:pt>
                <c:pt idx="93017">
                  <c:v>115.98</c:v>
                </c:pt>
                <c:pt idx="93018">
                  <c:v>77.39</c:v>
                </c:pt>
                <c:pt idx="93019">
                  <c:v>169.38</c:v>
                </c:pt>
                <c:pt idx="93020">
                  <c:v>103.98</c:v>
                </c:pt>
                <c:pt idx="93021">
                  <c:v>60.99</c:v>
                </c:pt>
                <c:pt idx="93022">
                  <c:v>120.94</c:v>
                </c:pt>
                <c:pt idx="93023">
                  <c:v>60.99</c:v>
                </c:pt>
                <c:pt idx="93024">
                  <c:v>60.99</c:v>
                </c:pt>
                <c:pt idx="93025">
                  <c:v>60.99</c:v>
                </c:pt>
                <c:pt idx="93026">
                  <c:v>229.45</c:v>
                </c:pt>
                <c:pt idx="93027">
                  <c:v>129.94999999999999</c:v>
                </c:pt>
                <c:pt idx="93028">
                  <c:v>155.94</c:v>
                </c:pt>
                <c:pt idx="93029">
                  <c:v>77.97</c:v>
                </c:pt>
                <c:pt idx="93030">
                  <c:v>20.89</c:v>
                </c:pt>
                <c:pt idx="93031">
                  <c:v>70.959999999999994</c:v>
                </c:pt>
                <c:pt idx="93032">
                  <c:v>59.97</c:v>
                </c:pt>
                <c:pt idx="93033">
                  <c:v>84.99</c:v>
                </c:pt>
                <c:pt idx="93034">
                  <c:v>62.09</c:v>
                </c:pt>
                <c:pt idx="93035">
                  <c:v>62.09</c:v>
                </c:pt>
                <c:pt idx="93036">
                  <c:v>46.49</c:v>
                </c:pt>
                <c:pt idx="93037">
                  <c:v>84.99</c:v>
                </c:pt>
                <c:pt idx="93038">
                  <c:v>46.49</c:v>
                </c:pt>
                <c:pt idx="93039">
                  <c:v>64.989999999999995</c:v>
                </c:pt>
                <c:pt idx="93040">
                  <c:v>64.989999999999995</c:v>
                </c:pt>
                <c:pt idx="93041">
                  <c:v>77.989999999999995</c:v>
                </c:pt>
                <c:pt idx="93042">
                  <c:v>77.989999999999995</c:v>
                </c:pt>
                <c:pt idx="93043">
                  <c:v>54.98</c:v>
                </c:pt>
                <c:pt idx="93044">
                  <c:v>56.97</c:v>
                </c:pt>
                <c:pt idx="93045">
                  <c:v>123.64</c:v>
                </c:pt>
                <c:pt idx="93046">
                  <c:v>91.94</c:v>
                </c:pt>
                <c:pt idx="93047">
                  <c:v>79.849999999999994</c:v>
                </c:pt>
                <c:pt idx="93048">
                  <c:v>68.569999999999993</c:v>
                </c:pt>
                <c:pt idx="93049">
                  <c:v>105.84</c:v>
                </c:pt>
                <c:pt idx="93050">
                  <c:v>47.15</c:v>
                </c:pt>
                <c:pt idx="93051">
                  <c:v>47.15</c:v>
                </c:pt>
                <c:pt idx="93052">
                  <c:v>47.15</c:v>
                </c:pt>
                <c:pt idx="93053">
                  <c:v>36.28</c:v>
                </c:pt>
                <c:pt idx="93054">
                  <c:v>65.98</c:v>
                </c:pt>
                <c:pt idx="93055">
                  <c:v>51.11</c:v>
                </c:pt>
                <c:pt idx="93056">
                  <c:v>59.96</c:v>
                </c:pt>
                <c:pt idx="93057">
                  <c:v>69.989999999999995</c:v>
                </c:pt>
                <c:pt idx="93058">
                  <c:v>71.680000000000007</c:v>
                </c:pt>
                <c:pt idx="93059">
                  <c:v>83.94</c:v>
                </c:pt>
                <c:pt idx="93060">
                  <c:v>83.94</c:v>
                </c:pt>
                <c:pt idx="93061">
                  <c:v>145.44999999999999</c:v>
                </c:pt>
                <c:pt idx="93062">
                  <c:v>49.47</c:v>
                </c:pt>
                <c:pt idx="93063">
                  <c:v>46.47</c:v>
                </c:pt>
                <c:pt idx="93064">
                  <c:v>125.14</c:v>
                </c:pt>
                <c:pt idx="93065">
                  <c:v>69.989999999999995</c:v>
                </c:pt>
                <c:pt idx="93066">
                  <c:v>112.94</c:v>
                </c:pt>
                <c:pt idx="93067">
                  <c:v>86.98</c:v>
                </c:pt>
                <c:pt idx="93068">
                  <c:v>81.98</c:v>
                </c:pt>
                <c:pt idx="93069">
                  <c:v>76.98</c:v>
                </c:pt>
                <c:pt idx="93070">
                  <c:v>50.98</c:v>
                </c:pt>
                <c:pt idx="93071">
                  <c:v>65.989999999999995</c:v>
                </c:pt>
                <c:pt idx="93072">
                  <c:v>91.87</c:v>
                </c:pt>
                <c:pt idx="93073">
                  <c:v>83.96</c:v>
                </c:pt>
                <c:pt idx="93074">
                  <c:v>48.37</c:v>
                </c:pt>
                <c:pt idx="93075">
                  <c:v>93.13</c:v>
                </c:pt>
                <c:pt idx="93076">
                  <c:v>118.51</c:v>
                </c:pt>
                <c:pt idx="93077">
                  <c:v>74.97</c:v>
                </c:pt>
                <c:pt idx="93078">
                  <c:v>113.7</c:v>
                </c:pt>
                <c:pt idx="93079">
                  <c:v>61.98</c:v>
                </c:pt>
                <c:pt idx="93080">
                  <c:v>63.98</c:v>
                </c:pt>
                <c:pt idx="93081">
                  <c:v>89.98</c:v>
                </c:pt>
                <c:pt idx="93082">
                  <c:v>62.95</c:v>
                </c:pt>
                <c:pt idx="93083">
                  <c:v>83.28</c:v>
                </c:pt>
                <c:pt idx="93084">
                  <c:v>108.57</c:v>
                </c:pt>
                <c:pt idx="93085">
                  <c:v>68.28</c:v>
                </c:pt>
                <c:pt idx="93086">
                  <c:v>56.58</c:v>
                </c:pt>
                <c:pt idx="93087">
                  <c:v>55.96</c:v>
                </c:pt>
                <c:pt idx="93088">
                  <c:v>55.96</c:v>
                </c:pt>
                <c:pt idx="93089">
                  <c:v>40.53</c:v>
                </c:pt>
                <c:pt idx="93090">
                  <c:v>58.7</c:v>
                </c:pt>
                <c:pt idx="93091">
                  <c:v>29.48</c:v>
                </c:pt>
                <c:pt idx="93092">
                  <c:v>43.47</c:v>
                </c:pt>
                <c:pt idx="93093">
                  <c:v>124.97</c:v>
                </c:pt>
                <c:pt idx="93094">
                  <c:v>65.989999999999995</c:v>
                </c:pt>
                <c:pt idx="93095">
                  <c:v>179.97</c:v>
                </c:pt>
                <c:pt idx="93096">
                  <c:v>81.97</c:v>
                </c:pt>
                <c:pt idx="93097">
                  <c:v>50.38</c:v>
                </c:pt>
                <c:pt idx="93098">
                  <c:v>98.97</c:v>
                </c:pt>
                <c:pt idx="93099">
                  <c:v>130.94999999999999</c:v>
                </c:pt>
                <c:pt idx="93100">
                  <c:v>64.95</c:v>
                </c:pt>
                <c:pt idx="93101">
                  <c:v>88.64</c:v>
                </c:pt>
                <c:pt idx="93102">
                  <c:v>149.9</c:v>
                </c:pt>
                <c:pt idx="93103">
                  <c:v>62.98</c:v>
                </c:pt>
                <c:pt idx="93104">
                  <c:v>93.27</c:v>
                </c:pt>
                <c:pt idx="93105">
                  <c:v>59.98</c:v>
                </c:pt>
                <c:pt idx="93106">
                  <c:v>92.97</c:v>
                </c:pt>
                <c:pt idx="93107">
                  <c:v>361.93</c:v>
                </c:pt>
                <c:pt idx="93108">
                  <c:v>62.58</c:v>
                </c:pt>
                <c:pt idx="93109">
                  <c:v>51.29</c:v>
                </c:pt>
                <c:pt idx="93110">
                  <c:v>107.98</c:v>
                </c:pt>
                <c:pt idx="93111">
                  <c:v>253.45</c:v>
                </c:pt>
                <c:pt idx="93112">
                  <c:v>27.48</c:v>
                </c:pt>
                <c:pt idx="93113">
                  <c:v>27.48</c:v>
                </c:pt>
                <c:pt idx="93114">
                  <c:v>194.89</c:v>
                </c:pt>
                <c:pt idx="93115">
                  <c:v>194.89</c:v>
                </c:pt>
                <c:pt idx="93116">
                  <c:v>54.98</c:v>
                </c:pt>
                <c:pt idx="93117">
                  <c:v>110.98</c:v>
                </c:pt>
                <c:pt idx="93118">
                  <c:v>323.42</c:v>
                </c:pt>
                <c:pt idx="93119">
                  <c:v>227.86</c:v>
                </c:pt>
                <c:pt idx="93120">
                  <c:v>139.05000000000001</c:v>
                </c:pt>
                <c:pt idx="93121">
                  <c:v>99.97</c:v>
                </c:pt>
                <c:pt idx="93122">
                  <c:v>99.97</c:v>
                </c:pt>
                <c:pt idx="93123">
                  <c:v>89.97</c:v>
                </c:pt>
                <c:pt idx="93124">
                  <c:v>74.48</c:v>
                </c:pt>
                <c:pt idx="93125">
                  <c:v>37.99</c:v>
                </c:pt>
                <c:pt idx="93126">
                  <c:v>71.48</c:v>
                </c:pt>
                <c:pt idx="93127">
                  <c:v>66.08</c:v>
                </c:pt>
                <c:pt idx="93128">
                  <c:v>48</c:v>
                </c:pt>
                <c:pt idx="93129">
                  <c:v>51.49</c:v>
                </c:pt>
                <c:pt idx="93130">
                  <c:v>56.97</c:v>
                </c:pt>
                <c:pt idx="93131">
                  <c:v>56.97</c:v>
                </c:pt>
                <c:pt idx="93132">
                  <c:v>21.24</c:v>
                </c:pt>
                <c:pt idx="93133">
                  <c:v>20.49</c:v>
                </c:pt>
                <c:pt idx="93134">
                  <c:v>65.98</c:v>
                </c:pt>
                <c:pt idx="93135">
                  <c:v>65.989999999999995</c:v>
                </c:pt>
                <c:pt idx="93136">
                  <c:v>102.98</c:v>
                </c:pt>
                <c:pt idx="93137">
                  <c:v>65.98</c:v>
                </c:pt>
                <c:pt idx="93138">
                  <c:v>48.44</c:v>
                </c:pt>
                <c:pt idx="93139">
                  <c:v>141.97</c:v>
                </c:pt>
                <c:pt idx="93140">
                  <c:v>59.98</c:v>
                </c:pt>
                <c:pt idx="93141">
                  <c:v>79.98</c:v>
                </c:pt>
                <c:pt idx="93142">
                  <c:v>17.29</c:v>
                </c:pt>
                <c:pt idx="93143">
                  <c:v>56.97</c:v>
                </c:pt>
                <c:pt idx="93144">
                  <c:v>75.959999999999994</c:v>
                </c:pt>
                <c:pt idx="93145">
                  <c:v>75.22</c:v>
                </c:pt>
                <c:pt idx="93146">
                  <c:v>75.23</c:v>
                </c:pt>
                <c:pt idx="93147">
                  <c:v>56.97</c:v>
                </c:pt>
                <c:pt idx="93148">
                  <c:v>108.98</c:v>
                </c:pt>
                <c:pt idx="93149">
                  <c:v>139.97999999999999</c:v>
                </c:pt>
                <c:pt idx="93150">
                  <c:v>-108.98</c:v>
                </c:pt>
                <c:pt idx="93151">
                  <c:v>139.97999999999999</c:v>
                </c:pt>
                <c:pt idx="93152">
                  <c:v>99.98</c:v>
                </c:pt>
                <c:pt idx="93153">
                  <c:v>99.98</c:v>
                </c:pt>
                <c:pt idx="93154">
                  <c:v>71.23</c:v>
                </c:pt>
                <c:pt idx="93155">
                  <c:v>94.97</c:v>
                </c:pt>
                <c:pt idx="93156">
                  <c:v>59.98</c:v>
                </c:pt>
                <c:pt idx="93157">
                  <c:v>59.98</c:v>
                </c:pt>
                <c:pt idx="93158">
                  <c:v>59.98</c:v>
                </c:pt>
                <c:pt idx="93159">
                  <c:v>119.96</c:v>
                </c:pt>
                <c:pt idx="93160">
                  <c:v>119.96</c:v>
                </c:pt>
                <c:pt idx="93161">
                  <c:v>149.94999999999999</c:v>
                </c:pt>
                <c:pt idx="93162">
                  <c:v>89.97</c:v>
                </c:pt>
                <c:pt idx="93163">
                  <c:v>179.94</c:v>
                </c:pt>
                <c:pt idx="93164">
                  <c:v>179.94</c:v>
                </c:pt>
                <c:pt idx="93165">
                  <c:v>102.83</c:v>
                </c:pt>
                <c:pt idx="93166">
                  <c:v>59.94</c:v>
                </c:pt>
                <c:pt idx="93167">
                  <c:v>59.97</c:v>
                </c:pt>
                <c:pt idx="93168">
                  <c:v>250.23</c:v>
                </c:pt>
                <c:pt idx="93169">
                  <c:v>106.95</c:v>
                </c:pt>
                <c:pt idx="93170">
                  <c:v>96.06</c:v>
                </c:pt>
                <c:pt idx="93171">
                  <c:v>89.94</c:v>
                </c:pt>
                <c:pt idx="93172">
                  <c:v>33.479999999999997</c:v>
                </c:pt>
                <c:pt idx="93173">
                  <c:v>16.27</c:v>
                </c:pt>
                <c:pt idx="93174">
                  <c:v>39.479999999999997</c:v>
                </c:pt>
                <c:pt idx="93175">
                  <c:v>131.85</c:v>
                </c:pt>
                <c:pt idx="93176">
                  <c:v>221.38</c:v>
                </c:pt>
                <c:pt idx="93177">
                  <c:v>24.18</c:v>
                </c:pt>
                <c:pt idx="93178">
                  <c:v>64.98</c:v>
                </c:pt>
                <c:pt idx="93179">
                  <c:v>89.98</c:v>
                </c:pt>
                <c:pt idx="93180">
                  <c:v>56.98</c:v>
                </c:pt>
                <c:pt idx="93181">
                  <c:v>89.98</c:v>
                </c:pt>
                <c:pt idx="93182">
                  <c:v>11.64</c:v>
                </c:pt>
                <c:pt idx="93183">
                  <c:v>15.09</c:v>
                </c:pt>
                <c:pt idx="93184">
                  <c:v>90.97</c:v>
                </c:pt>
                <c:pt idx="93185">
                  <c:v>-1.1000000000000001</c:v>
                </c:pt>
                <c:pt idx="93186">
                  <c:v>67.98</c:v>
                </c:pt>
                <c:pt idx="93187">
                  <c:v>49.99</c:v>
                </c:pt>
                <c:pt idx="93188">
                  <c:v>15.09</c:v>
                </c:pt>
                <c:pt idx="93189">
                  <c:v>60.98</c:v>
                </c:pt>
                <c:pt idx="93190">
                  <c:v>111.96</c:v>
                </c:pt>
                <c:pt idx="93191">
                  <c:v>120.95</c:v>
                </c:pt>
                <c:pt idx="93192">
                  <c:v>125.96</c:v>
                </c:pt>
                <c:pt idx="93193">
                  <c:v>85.98</c:v>
                </c:pt>
                <c:pt idx="93194">
                  <c:v>54.98</c:v>
                </c:pt>
                <c:pt idx="93195">
                  <c:v>117.94</c:v>
                </c:pt>
                <c:pt idx="93196">
                  <c:v>62.97</c:v>
                </c:pt>
                <c:pt idx="93197">
                  <c:v>55.96</c:v>
                </c:pt>
                <c:pt idx="93198">
                  <c:v>56.67</c:v>
                </c:pt>
                <c:pt idx="93199">
                  <c:v>83.48</c:v>
                </c:pt>
                <c:pt idx="93200">
                  <c:v>53.96</c:v>
                </c:pt>
                <c:pt idx="93201">
                  <c:v>51.97</c:v>
                </c:pt>
                <c:pt idx="93202">
                  <c:v>79.180000000000007</c:v>
                </c:pt>
                <c:pt idx="93203">
                  <c:v>94.96</c:v>
                </c:pt>
                <c:pt idx="93204">
                  <c:v>119.97</c:v>
                </c:pt>
                <c:pt idx="93205">
                  <c:v>74.95</c:v>
                </c:pt>
                <c:pt idx="93206">
                  <c:v>139.94</c:v>
                </c:pt>
                <c:pt idx="93207">
                  <c:v>43.54</c:v>
                </c:pt>
                <c:pt idx="93208">
                  <c:v>159.69999999999999</c:v>
                </c:pt>
                <c:pt idx="93209">
                  <c:v>71.86</c:v>
                </c:pt>
                <c:pt idx="93210">
                  <c:v>111.04</c:v>
                </c:pt>
                <c:pt idx="93211">
                  <c:v>161.47</c:v>
                </c:pt>
                <c:pt idx="93212">
                  <c:v>59.98</c:v>
                </c:pt>
                <c:pt idx="93213">
                  <c:v>131.96</c:v>
                </c:pt>
                <c:pt idx="93214">
                  <c:v>131.96</c:v>
                </c:pt>
                <c:pt idx="93215">
                  <c:v>127.96</c:v>
                </c:pt>
                <c:pt idx="93216">
                  <c:v>111.96</c:v>
                </c:pt>
                <c:pt idx="93217">
                  <c:v>55.98</c:v>
                </c:pt>
                <c:pt idx="93218">
                  <c:v>55.98</c:v>
                </c:pt>
                <c:pt idx="93219">
                  <c:v>83.97</c:v>
                </c:pt>
                <c:pt idx="93220">
                  <c:v>54.29</c:v>
                </c:pt>
                <c:pt idx="93221">
                  <c:v>54.29</c:v>
                </c:pt>
                <c:pt idx="93222">
                  <c:v>263.94</c:v>
                </c:pt>
                <c:pt idx="93223">
                  <c:v>72.92</c:v>
                </c:pt>
                <c:pt idx="93224">
                  <c:v>72.92</c:v>
                </c:pt>
                <c:pt idx="93225">
                  <c:v>146.96</c:v>
                </c:pt>
                <c:pt idx="93226">
                  <c:v>54.49</c:v>
                </c:pt>
                <c:pt idx="93227">
                  <c:v>54.49</c:v>
                </c:pt>
                <c:pt idx="93228">
                  <c:v>146.96</c:v>
                </c:pt>
                <c:pt idx="93229">
                  <c:v>62.97</c:v>
                </c:pt>
                <c:pt idx="93230">
                  <c:v>54.99</c:v>
                </c:pt>
                <c:pt idx="93231">
                  <c:v>79.87</c:v>
                </c:pt>
                <c:pt idx="93232">
                  <c:v>75.98</c:v>
                </c:pt>
                <c:pt idx="93233">
                  <c:v>83.87</c:v>
                </c:pt>
                <c:pt idx="93234">
                  <c:v>95.98</c:v>
                </c:pt>
                <c:pt idx="93235">
                  <c:v>84.99</c:v>
                </c:pt>
                <c:pt idx="93236">
                  <c:v>80.739999999999995</c:v>
                </c:pt>
                <c:pt idx="93237">
                  <c:v>191.72</c:v>
                </c:pt>
                <c:pt idx="93238">
                  <c:v>128.22</c:v>
                </c:pt>
                <c:pt idx="93239">
                  <c:v>159.69999999999999</c:v>
                </c:pt>
                <c:pt idx="93240">
                  <c:v>77.28</c:v>
                </c:pt>
                <c:pt idx="93241">
                  <c:v>113.97</c:v>
                </c:pt>
                <c:pt idx="93242">
                  <c:v>50.28</c:v>
                </c:pt>
                <c:pt idx="93243">
                  <c:v>79.98</c:v>
                </c:pt>
                <c:pt idx="93244">
                  <c:v>120.97</c:v>
                </c:pt>
                <c:pt idx="93245">
                  <c:v>69.98</c:v>
                </c:pt>
                <c:pt idx="93246">
                  <c:v>320.93</c:v>
                </c:pt>
                <c:pt idx="93247">
                  <c:v>201.04</c:v>
                </c:pt>
                <c:pt idx="93248">
                  <c:v>121.96</c:v>
                </c:pt>
                <c:pt idx="93249">
                  <c:v>189.55</c:v>
                </c:pt>
                <c:pt idx="93250">
                  <c:v>-121.96</c:v>
                </c:pt>
                <c:pt idx="93251">
                  <c:v>57.48</c:v>
                </c:pt>
                <c:pt idx="93252">
                  <c:v>32.24</c:v>
                </c:pt>
                <c:pt idx="93253">
                  <c:v>59.98</c:v>
                </c:pt>
                <c:pt idx="93254">
                  <c:v>57.48</c:v>
                </c:pt>
                <c:pt idx="93255">
                  <c:v>32.24</c:v>
                </c:pt>
                <c:pt idx="93256">
                  <c:v>59.98</c:v>
                </c:pt>
                <c:pt idx="93257">
                  <c:v>32.24</c:v>
                </c:pt>
                <c:pt idx="93258">
                  <c:v>32.24</c:v>
                </c:pt>
                <c:pt idx="93259">
                  <c:v>55.98</c:v>
                </c:pt>
                <c:pt idx="93260">
                  <c:v>55.98</c:v>
                </c:pt>
                <c:pt idx="93261">
                  <c:v>99.98</c:v>
                </c:pt>
                <c:pt idx="93262">
                  <c:v>74.989999999999995</c:v>
                </c:pt>
                <c:pt idx="93263">
                  <c:v>76.489999999999995</c:v>
                </c:pt>
                <c:pt idx="93264">
                  <c:v>64.819999999999993</c:v>
                </c:pt>
                <c:pt idx="93265">
                  <c:v>91.91</c:v>
                </c:pt>
                <c:pt idx="93266">
                  <c:v>75.53</c:v>
                </c:pt>
                <c:pt idx="93267">
                  <c:v>91.42</c:v>
                </c:pt>
                <c:pt idx="93268">
                  <c:v>69.66</c:v>
                </c:pt>
                <c:pt idx="93269">
                  <c:v>31.48</c:v>
                </c:pt>
                <c:pt idx="93270">
                  <c:v>31.48</c:v>
                </c:pt>
                <c:pt idx="93271">
                  <c:v>31.48</c:v>
                </c:pt>
                <c:pt idx="93272">
                  <c:v>43.48</c:v>
                </c:pt>
                <c:pt idx="93273">
                  <c:v>51.49</c:v>
                </c:pt>
                <c:pt idx="93274">
                  <c:v>16.95</c:v>
                </c:pt>
                <c:pt idx="93275">
                  <c:v>134.91</c:v>
                </c:pt>
                <c:pt idx="93276">
                  <c:v>77.459999999999994</c:v>
                </c:pt>
                <c:pt idx="93277">
                  <c:v>149.9</c:v>
                </c:pt>
                <c:pt idx="93278">
                  <c:v>84.99</c:v>
                </c:pt>
                <c:pt idx="93279">
                  <c:v>84.99</c:v>
                </c:pt>
                <c:pt idx="93280">
                  <c:v>84.99</c:v>
                </c:pt>
                <c:pt idx="93281">
                  <c:v>100.98</c:v>
                </c:pt>
                <c:pt idx="93282">
                  <c:v>63.98</c:v>
                </c:pt>
                <c:pt idx="93283">
                  <c:v>84.99</c:v>
                </c:pt>
                <c:pt idx="93284">
                  <c:v>58.98</c:v>
                </c:pt>
                <c:pt idx="93285">
                  <c:v>84.99</c:v>
                </c:pt>
                <c:pt idx="93286">
                  <c:v>63.98</c:v>
                </c:pt>
                <c:pt idx="93287">
                  <c:v>55.96</c:v>
                </c:pt>
                <c:pt idx="93288">
                  <c:v>55.96</c:v>
                </c:pt>
                <c:pt idx="93289">
                  <c:v>58.98</c:v>
                </c:pt>
                <c:pt idx="93290">
                  <c:v>64.98</c:v>
                </c:pt>
                <c:pt idx="93291">
                  <c:v>59.97</c:v>
                </c:pt>
                <c:pt idx="93292">
                  <c:v>79.97</c:v>
                </c:pt>
                <c:pt idx="93293">
                  <c:v>35.29</c:v>
                </c:pt>
                <c:pt idx="93294">
                  <c:v>94.95</c:v>
                </c:pt>
                <c:pt idx="93295">
                  <c:v>94.95</c:v>
                </c:pt>
                <c:pt idx="93296">
                  <c:v>94.95</c:v>
                </c:pt>
                <c:pt idx="93297">
                  <c:v>39.99</c:v>
                </c:pt>
                <c:pt idx="93298">
                  <c:v>39.99</c:v>
                </c:pt>
                <c:pt idx="93299">
                  <c:v>59.96</c:v>
                </c:pt>
                <c:pt idx="93300">
                  <c:v>59.96</c:v>
                </c:pt>
                <c:pt idx="93301">
                  <c:v>54.98</c:v>
                </c:pt>
                <c:pt idx="93302">
                  <c:v>51.98</c:v>
                </c:pt>
                <c:pt idx="93303">
                  <c:v>59.96</c:v>
                </c:pt>
                <c:pt idx="93304">
                  <c:v>83.48</c:v>
                </c:pt>
                <c:pt idx="93305">
                  <c:v>53.94</c:v>
                </c:pt>
                <c:pt idx="93306">
                  <c:v>183.92</c:v>
                </c:pt>
                <c:pt idx="93307">
                  <c:v>99.96</c:v>
                </c:pt>
                <c:pt idx="93308">
                  <c:v>63.98</c:v>
                </c:pt>
                <c:pt idx="93309">
                  <c:v>183.92</c:v>
                </c:pt>
                <c:pt idx="93310">
                  <c:v>63.98</c:v>
                </c:pt>
                <c:pt idx="93311">
                  <c:v>99.96</c:v>
                </c:pt>
                <c:pt idx="93312">
                  <c:v>95.46</c:v>
                </c:pt>
                <c:pt idx="93313">
                  <c:v>95.46</c:v>
                </c:pt>
                <c:pt idx="93314">
                  <c:v>58.47</c:v>
                </c:pt>
                <c:pt idx="93315">
                  <c:v>116.24</c:v>
                </c:pt>
                <c:pt idx="93316">
                  <c:v>79.989999999999995</c:v>
                </c:pt>
                <c:pt idx="93317">
                  <c:v>51.27</c:v>
                </c:pt>
                <c:pt idx="93318">
                  <c:v>50.97</c:v>
                </c:pt>
                <c:pt idx="93319">
                  <c:v>96.78</c:v>
                </c:pt>
                <c:pt idx="93320">
                  <c:v>135.5</c:v>
                </c:pt>
                <c:pt idx="93321">
                  <c:v>166.45</c:v>
                </c:pt>
                <c:pt idx="93322">
                  <c:v>171.48</c:v>
                </c:pt>
                <c:pt idx="93323">
                  <c:v>149.94999999999999</c:v>
                </c:pt>
                <c:pt idx="93324">
                  <c:v>84.97</c:v>
                </c:pt>
                <c:pt idx="93325">
                  <c:v>360.95</c:v>
                </c:pt>
                <c:pt idx="93326">
                  <c:v>108.97</c:v>
                </c:pt>
                <c:pt idx="93327">
                  <c:v>217.74</c:v>
                </c:pt>
                <c:pt idx="93328">
                  <c:v>104.98</c:v>
                </c:pt>
                <c:pt idx="93329">
                  <c:v>65.989999999999995</c:v>
                </c:pt>
                <c:pt idx="93330">
                  <c:v>50.05</c:v>
                </c:pt>
                <c:pt idx="93331">
                  <c:v>9.99</c:v>
                </c:pt>
                <c:pt idx="93332">
                  <c:v>54.38</c:v>
                </c:pt>
                <c:pt idx="93333">
                  <c:v>50.98</c:v>
                </c:pt>
                <c:pt idx="93334">
                  <c:v>90.97</c:v>
                </c:pt>
                <c:pt idx="93335">
                  <c:v>59.45</c:v>
                </c:pt>
                <c:pt idx="93336">
                  <c:v>-1.3</c:v>
                </c:pt>
                <c:pt idx="93337">
                  <c:v>47.18</c:v>
                </c:pt>
                <c:pt idx="93338">
                  <c:v>55.98</c:v>
                </c:pt>
                <c:pt idx="93339">
                  <c:v>55.78</c:v>
                </c:pt>
                <c:pt idx="93340">
                  <c:v>55.78</c:v>
                </c:pt>
                <c:pt idx="93341">
                  <c:v>74.97</c:v>
                </c:pt>
                <c:pt idx="93342">
                  <c:v>61.94</c:v>
                </c:pt>
                <c:pt idx="93343">
                  <c:v>55.98</c:v>
                </c:pt>
                <c:pt idx="93344">
                  <c:v>50.49</c:v>
                </c:pt>
                <c:pt idx="93345">
                  <c:v>35.49</c:v>
                </c:pt>
                <c:pt idx="93346">
                  <c:v>69.98</c:v>
                </c:pt>
                <c:pt idx="93347">
                  <c:v>63.96</c:v>
                </c:pt>
                <c:pt idx="93348">
                  <c:v>33.28</c:v>
                </c:pt>
                <c:pt idx="93349">
                  <c:v>33.28</c:v>
                </c:pt>
                <c:pt idx="93350">
                  <c:v>59.97</c:v>
                </c:pt>
                <c:pt idx="93351">
                  <c:v>55.96</c:v>
                </c:pt>
                <c:pt idx="93352">
                  <c:v>59.97</c:v>
                </c:pt>
                <c:pt idx="93353">
                  <c:v>56.97</c:v>
                </c:pt>
                <c:pt idx="93354">
                  <c:v>56.97</c:v>
                </c:pt>
                <c:pt idx="93355">
                  <c:v>70.44</c:v>
                </c:pt>
                <c:pt idx="93356">
                  <c:v>265.14999999999998</c:v>
                </c:pt>
                <c:pt idx="93357">
                  <c:v>38.07</c:v>
                </c:pt>
                <c:pt idx="93358">
                  <c:v>38.07</c:v>
                </c:pt>
                <c:pt idx="93359">
                  <c:v>84.99</c:v>
                </c:pt>
                <c:pt idx="93360">
                  <c:v>134.97999999999999</c:v>
                </c:pt>
                <c:pt idx="93361">
                  <c:v>84.99</c:v>
                </c:pt>
                <c:pt idx="93362">
                  <c:v>128.24</c:v>
                </c:pt>
                <c:pt idx="93363">
                  <c:v>159.69999999999999</c:v>
                </c:pt>
                <c:pt idx="93364">
                  <c:v>102.83</c:v>
                </c:pt>
                <c:pt idx="93365">
                  <c:v>49.47</c:v>
                </c:pt>
                <c:pt idx="93366">
                  <c:v>56.97</c:v>
                </c:pt>
                <c:pt idx="93367">
                  <c:v>67.98</c:v>
                </c:pt>
                <c:pt idx="93368">
                  <c:v>56.97</c:v>
                </c:pt>
                <c:pt idx="93369">
                  <c:v>65.989999999999995</c:v>
                </c:pt>
                <c:pt idx="93370">
                  <c:v>55.96</c:v>
                </c:pt>
                <c:pt idx="93371">
                  <c:v>55.96</c:v>
                </c:pt>
                <c:pt idx="93372">
                  <c:v>59.99</c:v>
                </c:pt>
                <c:pt idx="93373">
                  <c:v>42.47</c:v>
                </c:pt>
                <c:pt idx="93374">
                  <c:v>73.48</c:v>
                </c:pt>
                <c:pt idx="93375">
                  <c:v>28.48</c:v>
                </c:pt>
                <c:pt idx="93376">
                  <c:v>42.47</c:v>
                </c:pt>
                <c:pt idx="93377">
                  <c:v>41.91</c:v>
                </c:pt>
                <c:pt idx="93378">
                  <c:v>183.56</c:v>
                </c:pt>
                <c:pt idx="93379">
                  <c:v>169.98</c:v>
                </c:pt>
                <c:pt idx="93380">
                  <c:v>104.97</c:v>
                </c:pt>
                <c:pt idx="93381">
                  <c:v>78.959999999999994</c:v>
                </c:pt>
                <c:pt idx="93382">
                  <c:v>68.97</c:v>
                </c:pt>
                <c:pt idx="93383">
                  <c:v>100.44</c:v>
                </c:pt>
                <c:pt idx="93384">
                  <c:v>212.94</c:v>
                </c:pt>
                <c:pt idx="93385">
                  <c:v>90.96</c:v>
                </c:pt>
                <c:pt idx="93386">
                  <c:v>63.96</c:v>
                </c:pt>
                <c:pt idx="93387">
                  <c:v>104.98</c:v>
                </c:pt>
                <c:pt idx="93388">
                  <c:v>154.97</c:v>
                </c:pt>
                <c:pt idx="93389">
                  <c:v>124.97</c:v>
                </c:pt>
                <c:pt idx="93390">
                  <c:v>102.95</c:v>
                </c:pt>
                <c:pt idx="93391">
                  <c:v>124.95</c:v>
                </c:pt>
                <c:pt idx="93392">
                  <c:v>33.479999999999997</c:v>
                </c:pt>
                <c:pt idx="93393">
                  <c:v>83.48</c:v>
                </c:pt>
                <c:pt idx="93394">
                  <c:v>106.97</c:v>
                </c:pt>
                <c:pt idx="93395">
                  <c:v>59.96</c:v>
                </c:pt>
                <c:pt idx="93396">
                  <c:v>112.97</c:v>
                </c:pt>
                <c:pt idx="93397">
                  <c:v>59.95</c:v>
                </c:pt>
                <c:pt idx="93398">
                  <c:v>59.95</c:v>
                </c:pt>
                <c:pt idx="93399">
                  <c:v>87.97</c:v>
                </c:pt>
                <c:pt idx="93400">
                  <c:v>62.98</c:v>
                </c:pt>
                <c:pt idx="93401">
                  <c:v>87.97</c:v>
                </c:pt>
                <c:pt idx="93402">
                  <c:v>83.48</c:v>
                </c:pt>
                <c:pt idx="93403">
                  <c:v>70.47</c:v>
                </c:pt>
                <c:pt idx="93404">
                  <c:v>30.49</c:v>
                </c:pt>
                <c:pt idx="93405">
                  <c:v>30.49</c:v>
                </c:pt>
                <c:pt idx="93406">
                  <c:v>161.44</c:v>
                </c:pt>
                <c:pt idx="93407">
                  <c:v>79.989999999999995</c:v>
                </c:pt>
                <c:pt idx="93408">
                  <c:v>-152.97</c:v>
                </c:pt>
                <c:pt idx="93409">
                  <c:v>237.95</c:v>
                </c:pt>
                <c:pt idx="93410">
                  <c:v>242.95</c:v>
                </c:pt>
                <c:pt idx="93411">
                  <c:v>113.95</c:v>
                </c:pt>
                <c:pt idx="93412">
                  <c:v>-89.98</c:v>
                </c:pt>
                <c:pt idx="93413">
                  <c:v>351.89</c:v>
                </c:pt>
                <c:pt idx="93414">
                  <c:v>51.96</c:v>
                </c:pt>
                <c:pt idx="93415">
                  <c:v>65.95</c:v>
                </c:pt>
                <c:pt idx="93416">
                  <c:v>61.48</c:v>
                </c:pt>
                <c:pt idx="93417">
                  <c:v>61.48</c:v>
                </c:pt>
                <c:pt idx="93418">
                  <c:v>91.47</c:v>
                </c:pt>
                <c:pt idx="93419">
                  <c:v>93.26</c:v>
                </c:pt>
                <c:pt idx="93420">
                  <c:v>73.98</c:v>
                </c:pt>
                <c:pt idx="93421">
                  <c:v>101.96</c:v>
                </c:pt>
                <c:pt idx="93422">
                  <c:v>91.76</c:v>
                </c:pt>
                <c:pt idx="93423">
                  <c:v>71.86</c:v>
                </c:pt>
                <c:pt idx="93424">
                  <c:v>79.849999999999994</c:v>
                </c:pt>
                <c:pt idx="93425">
                  <c:v>93.75</c:v>
                </c:pt>
                <c:pt idx="93426">
                  <c:v>142.74</c:v>
                </c:pt>
                <c:pt idx="93427">
                  <c:v>79.849999999999994</c:v>
                </c:pt>
                <c:pt idx="93428">
                  <c:v>154.6</c:v>
                </c:pt>
                <c:pt idx="93429">
                  <c:v>153.65</c:v>
                </c:pt>
                <c:pt idx="93430">
                  <c:v>167.74</c:v>
                </c:pt>
                <c:pt idx="93431">
                  <c:v>88.97</c:v>
                </c:pt>
                <c:pt idx="93432">
                  <c:v>56.22</c:v>
                </c:pt>
                <c:pt idx="93433">
                  <c:v>50.98</c:v>
                </c:pt>
                <c:pt idx="93434">
                  <c:v>30.23</c:v>
                </c:pt>
                <c:pt idx="93435">
                  <c:v>21.24</c:v>
                </c:pt>
                <c:pt idx="93436">
                  <c:v>20.49</c:v>
                </c:pt>
                <c:pt idx="93437">
                  <c:v>63.98</c:v>
                </c:pt>
                <c:pt idx="93438">
                  <c:v>20.49</c:v>
                </c:pt>
                <c:pt idx="93439">
                  <c:v>20.49</c:v>
                </c:pt>
                <c:pt idx="93440">
                  <c:v>19.489999999999998</c:v>
                </c:pt>
                <c:pt idx="93441">
                  <c:v>24.98</c:v>
                </c:pt>
                <c:pt idx="93442">
                  <c:v>20.49</c:v>
                </c:pt>
                <c:pt idx="93443">
                  <c:v>18.989999999999998</c:v>
                </c:pt>
                <c:pt idx="93444">
                  <c:v>214.35</c:v>
                </c:pt>
                <c:pt idx="93445">
                  <c:v>79.989999999999995</c:v>
                </c:pt>
                <c:pt idx="93446">
                  <c:v>59.99</c:v>
                </c:pt>
                <c:pt idx="93447">
                  <c:v>106.97</c:v>
                </c:pt>
                <c:pt idx="93448">
                  <c:v>49.28</c:v>
                </c:pt>
                <c:pt idx="93449">
                  <c:v>25.29</c:v>
                </c:pt>
                <c:pt idx="93450">
                  <c:v>23.21</c:v>
                </c:pt>
                <c:pt idx="93451">
                  <c:v>4.29</c:v>
                </c:pt>
                <c:pt idx="93452">
                  <c:v>25.29</c:v>
                </c:pt>
                <c:pt idx="93453">
                  <c:v>25.29</c:v>
                </c:pt>
                <c:pt idx="93454">
                  <c:v>29.29</c:v>
                </c:pt>
                <c:pt idx="93455">
                  <c:v>26.29</c:v>
                </c:pt>
                <c:pt idx="93456">
                  <c:v>25.29</c:v>
                </c:pt>
                <c:pt idx="93457">
                  <c:v>89.97</c:v>
                </c:pt>
                <c:pt idx="93458">
                  <c:v>96.98</c:v>
                </c:pt>
                <c:pt idx="93459">
                  <c:v>140.91999999999999</c:v>
                </c:pt>
                <c:pt idx="93460">
                  <c:v>104.94</c:v>
                </c:pt>
                <c:pt idx="93461">
                  <c:v>104.98</c:v>
                </c:pt>
                <c:pt idx="93462">
                  <c:v>39.28</c:v>
                </c:pt>
                <c:pt idx="93463">
                  <c:v>118.97</c:v>
                </c:pt>
                <c:pt idx="93464">
                  <c:v>84.99</c:v>
                </c:pt>
                <c:pt idx="93465">
                  <c:v>67.97</c:v>
                </c:pt>
                <c:pt idx="93466">
                  <c:v>63.98</c:v>
                </c:pt>
                <c:pt idx="93467">
                  <c:v>54.98</c:v>
                </c:pt>
                <c:pt idx="93468">
                  <c:v>54.99</c:v>
                </c:pt>
                <c:pt idx="93469">
                  <c:v>50.98</c:v>
                </c:pt>
                <c:pt idx="93470">
                  <c:v>63.98</c:v>
                </c:pt>
                <c:pt idx="93471">
                  <c:v>99.98</c:v>
                </c:pt>
                <c:pt idx="93472">
                  <c:v>98.46</c:v>
                </c:pt>
                <c:pt idx="93473">
                  <c:v>98.46</c:v>
                </c:pt>
                <c:pt idx="93474">
                  <c:v>99.98</c:v>
                </c:pt>
                <c:pt idx="93475">
                  <c:v>79.819999999999993</c:v>
                </c:pt>
                <c:pt idx="93476">
                  <c:v>61.65</c:v>
                </c:pt>
                <c:pt idx="93477">
                  <c:v>73.760000000000005</c:v>
                </c:pt>
                <c:pt idx="93478">
                  <c:v>76.150000000000006</c:v>
                </c:pt>
                <c:pt idx="93479">
                  <c:v>55.08</c:v>
                </c:pt>
                <c:pt idx="93480">
                  <c:v>64.98</c:v>
                </c:pt>
                <c:pt idx="93481">
                  <c:v>30.38</c:v>
                </c:pt>
                <c:pt idx="93482">
                  <c:v>84.98</c:v>
                </c:pt>
                <c:pt idx="93483">
                  <c:v>55.96</c:v>
                </c:pt>
                <c:pt idx="93484">
                  <c:v>172.98</c:v>
                </c:pt>
                <c:pt idx="93485">
                  <c:v>159.97999999999999</c:v>
                </c:pt>
                <c:pt idx="93486">
                  <c:v>149.97</c:v>
                </c:pt>
                <c:pt idx="93487">
                  <c:v>99.98</c:v>
                </c:pt>
                <c:pt idx="93488">
                  <c:v>74.98</c:v>
                </c:pt>
                <c:pt idx="93489">
                  <c:v>119.97</c:v>
                </c:pt>
                <c:pt idx="93490">
                  <c:v>86.18</c:v>
                </c:pt>
                <c:pt idx="93491">
                  <c:v>74.97</c:v>
                </c:pt>
                <c:pt idx="93492">
                  <c:v>341.46</c:v>
                </c:pt>
                <c:pt idx="93493">
                  <c:v>59.98</c:v>
                </c:pt>
                <c:pt idx="93494">
                  <c:v>79.98</c:v>
                </c:pt>
                <c:pt idx="93495">
                  <c:v>54.99</c:v>
                </c:pt>
                <c:pt idx="93496">
                  <c:v>84.99</c:v>
                </c:pt>
                <c:pt idx="93497">
                  <c:v>69.98</c:v>
                </c:pt>
                <c:pt idx="93498">
                  <c:v>307.39</c:v>
                </c:pt>
                <c:pt idx="93499">
                  <c:v>132.96</c:v>
                </c:pt>
                <c:pt idx="93500">
                  <c:v>77.97</c:v>
                </c:pt>
                <c:pt idx="93501">
                  <c:v>95.97</c:v>
                </c:pt>
                <c:pt idx="93502">
                  <c:v>59.98</c:v>
                </c:pt>
                <c:pt idx="93503">
                  <c:v>199.95</c:v>
                </c:pt>
                <c:pt idx="93504">
                  <c:v>59.97</c:v>
                </c:pt>
                <c:pt idx="93505">
                  <c:v>59.98</c:v>
                </c:pt>
                <c:pt idx="93506">
                  <c:v>31.29</c:v>
                </c:pt>
                <c:pt idx="93507">
                  <c:v>1.3</c:v>
                </c:pt>
                <c:pt idx="93508">
                  <c:v>51.98</c:v>
                </c:pt>
                <c:pt idx="93509">
                  <c:v>125.97</c:v>
                </c:pt>
                <c:pt idx="93510">
                  <c:v>79.98</c:v>
                </c:pt>
                <c:pt idx="93511">
                  <c:v>79.98</c:v>
                </c:pt>
                <c:pt idx="93512">
                  <c:v>107.96</c:v>
                </c:pt>
                <c:pt idx="93513">
                  <c:v>81.96</c:v>
                </c:pt>
                <c:pt idx="93514">
                  <c:v>87.1</c:v>
                </c:pt>
                <c:pt idx="93515">
                  <c:v>72.58</c:v>
                </c:pt>
                <c:pt idx="93516">
                  <c:v>79.849999999999994</c:v>
                </c:pt>
                <c:pt idx="93517">
                  <c:v>65.959999999999994</c:v>
                </c:pt>
                <c:pt idx="93518">
                  <c:v>79.849999999999994</c:v>
                </c:pt>
                <c:pt idx="93519">
                  <c:v>94.97</c:v>
                </c:pt>
                <c:pt idx="93520">
                  <c:v>89.98</c:v>
                </c:pt>
                <c:pt idx="93521">
                  <c:v>113.97</c:v>
                </c:pt>
                <c:pt idx="93522">
                  <c:v>84.99</c:v>
                </c:pt>
                <c:pt idx="93523">
                  <c:v>94.98</c:v>
                </c:pt>
                <c:pt idx="93524">
                  <c:v>54.97</c:v>
                </c:pt>
                <c:pt idx="93525">
                  <c:v>154.97999999999999</c:v>
                </c:pt>
                <c:pt idx="93526">
                  <c:v>103.97</c:v>
                </c:pt>
                <c:pt idx="93527">
                  <c:v>89.97</c:v>
                </c:pt>
                <c:pt idx="93528">
                  <c:v>74.97</c:v>
                </c:pt>
                <c:pt idx="93529">
                  <c:v>54.98</c:v>
                </c:pt>
                <c:pt idx="93530">
                  <c:v>34.99</c:v>
                </c:pt>
                <c:pt idx="93531">
                  <c:v>58.38</c:v>
                </c:pt>
                <c:pt idx="93532">
                  <c:v>29.99</c:v>
                </c:pt>
                <c:pt idx="93533">
                  <c:v>103.96</c:v>
                </c:pt>
                <c:pt idx="93534">
                  <c:v>109.98</c:v>
                </c:pt>
                <c:pt idx="93535">
                  <c:v>134.94</c:v>
                </c:pt>
                <c:pt idx="93536">
                  <c:v>109.98</c:v>
                </c:pt>
                <c:pt idx="93537">
                  <c:v>128.97</c:v>
                </c:pt>
                <c:pt idx="93538">
                  <c:v>125.96</c:v>
                </c:pt>
                <c:pt idx="93539">
                  <c:v>99.95</c:v>
                </c:pt>
                <c:pt idx="93540">
                  <c:v>84.99</c:v>
                </c:pt>
                <c:pt idx="93541">
                  <c:v>55.78</c:v>
                </c:pt>
                <c:pt idx="93542">
                  <c:v>81.48</c:v>
                </c:pt>
                <c:pt idx="93543">
                  <c:v>73.98</c:v>
                </c:pt>
                <c:pt idx="93544">
                  <c:v>51.96</c:v>
                </c:pt>
                <c:pt idx="93545">
                  <c:v>64.95</c:v>
                </c:pt>
                <c:pt idx="93546">
                  <c:v>62.97</c:v>
                </c:pt>
                <c:pt idx="93547">
                  <c:v>21.49</c:v>
                </c:pt>
                <c:pt idx="93548">
                  <c:v>51.96</c:v>
                </c:pt>
                <c:pt idx="93549">
                  <c:v>88.2</c:v>
                </c:pt>
                <c:pt idx="93550">
                  <c:v>72.58</c:v>
                </c:pt>
                <c:pt idx="93551">
                  <c:v>56.25</c:v>
                </c:pt>
                <c:pt idx="93552">
                  <c:v>55.23</c:v>
                </c:pt>
                <c:pt idx="93553">
                  <c:v>75.31</c:v>
                </c:pt>
                <c:pt idx="93554">
                  <c:v>65.989999999999995</c:v>
                </c:pt>
                <c:pt idx="93555">
                  <c:v>79.98</c:v>
                </c:pt>
                <c:pt idx="93556">
                  <c:v>78.17</c:v>
                </c:pt>
                <c:pt idx="93557">
                  <c:v>100.96</c:v>
                </c:pt>
                <c:pt idx="93558">
                  <c:v>103.46</c:v>
                </c:pt>
                <c:pt idx="93559">
                  <c:v>97.71</c:v>
                </c:pt>
                <c:pt idx="93560">
                  <c:v>52.23</c:v>
                </c:pt>
                <c:pt idx="93561">
                  <c:v>59.98</c:v>
                </c:pt>
                <c:pt idx="93562">
                  <c:v>74.97</c:v>
                </c:pt>
                <c:pt idx="93563">
                  <c:v>84.97</c:v>
                </c:pt>
                <c:pt idx="93564">
                  <c:v>79.98</c:v>
                </c:pt>
                <c:pt idx="93565">
                  <c:v>84.99</c:v>
                </c:pt>
                <c:pt idx="93566">
                  <c:v>82.94</c:v>
                </c:pt>
                <c:pt idx="93567">
                  <c:v>102.47</c:v>
                </c:pt>
                <c:pt idx="93568">
                  <c:v>51.49</c:v>
                </c:pt>
                <c:pt idx="93569">
                  <c:v>17.489999999999998</c:v>
                </c:pt>
                <c:pt idx="93570">
                  <c:v>18.239999999999998</c:v>
                </c:pt>
                <c:pt idx="93571">
                  <c:v>33.479999999999997</c:v>
                </c:pt>
                <c:pt idx="93572">
                  <c:v>17.489999999999998</c:v>
                </c:pt>
                <c:pt idx="93573">
                  <c:v>11.48</c:v>
                </c:pt>
                <c:pt idx="93574">
                  <c:v>17.489999999999998</c:v>
                </c:pt>
                <c:pt idx="93575">
                  <c:v>18.41</c:v>
                </c:pt>
                <c:pt idx="93576">
                  <c:v>24.23</c:v>
                </c:pt>
                <c:pt idx="93577">
                  <c:v>23.48</c:v>
                </c:pt>
                <c:pt idx="93578">
                  <c:v>23.48</c:v>
                </c:pt>
                <c:pt idx="93579">
                  <c:v>213.94</c:v>
                </c:pt>
                <c:pt idx="93580">
                  <c:v>79.989999999999995</c:v>
                </c:pt>
                <c:pt idx="93581">
                  <c:v>51.28</c:v>
                </c:pt>
                <c:pt idx="93582">
                  <c:v>89.97</c:v>
                </c:pt>
                <c:pt idx="93583">
                  <c:v>114.96</c:v>
                </c:pt>
                <c:pt idx="93584">
                  <c:v>89.97</c:v>
                </c:pt>
                <c:pt idx="93585">
                  <c:v>65.97</c:v>
                </c:pt>
                <c:pt idx="93586">
                  <c:v>53.97</c:v>
                </c:pt>
                <c:pt idx="93587">
                  <c:v>37.479999999999997</c:v>
                </c:pt>
                <c:pt idx="93588">
                  <c:v>6.48</c:v>
                </c:pt>
                <c:pt idx="93589">
                  <c:v>38.229999999999997</c:v>
                </c:pt>
                <c:pt idx="93590">
                  <c:v>119.97</c:v>
                </c:pt>
                <c:pt idx="93591">
                  <c:v>228.92</c:v>
                </c:pt>
                <c:pt idx="93592">
                  <c:v>80.97</c:v>
                </c:pt>
                <c:pt idx="93593">
                  <c:v>80.97</c:v>
                </c:pt>
                <c:pt idx="93594">
                  <c:v>62.98</c:v>
                </c:pt>
                <c:pt idx="93595">
                  <c:v>42.99</c:v>
                </c:pt>
                <c:pt idx="93596">
                  <c:v>79.959999999999994</c:v>
                </c:pt>
                <c:pt idx="93597">
                  <c:v>62.98</c:v>
                </c:pt>
                <c:pt idx="93598">
                  <c:v>79.959999999999994</c:v>
                </c:pt>
                <c:pt idx="93599">
                  <c:v>42.99</c:v>
                </c:pt>
                <c:pt idx="93600">
                  <c:v>46.29</c:v>
                </c:pt>
                <c:pt idx="93601">
                  <c:v>29.28</c:v>
                </c:pt>
                <c:pt idx="93602">
                  <c:v>105.84</c:v>
                </c:pt>
                <c:pt idx="93603">
                  <c:v>51.49</c:v>
                </c:pt>
                <c:pt idx="93604">
                  <c:v>104.95</c:v>
                </c:pt>
                <c:pt idx="93605">
                  <c:v>104.95</c:v>
                </c:pt>
                <c:pt idx="93606">
                  <c:v>75.87</c:v>
                </c:pt>
                <c:pt idx="93607">
                  <c:v>171.75</c:v>
                </c:pt>
                <c:pt idx="93608">
                  <c:v>95.17</c:v>
                </c:pt>
                <c:pt idx="93609">
                  <c:v>14.99</c:v>
                </c:pt>
                <c:pt idx="93610">
                  <c:v>123.46</c:v>
                </c:pt>
                <c:pt idx="93611">
                  <c:v>113.97</c:v>
                </c:pt>
                <c:pt idx="93612">
                  <c:v>46.07</c:v>
                </c:pt>
                <c:pt idx="93613">
                  <c:v>59.96</c:v>
                </c:pt>
                <c:pt idx="93614">
                  <c:v>87.96</c:v>
                </c:pt>
                <c:pt idx="93615">
                  <c:v>221.45</c:v>
                </c:pt>
                <c:pt idx="93616">
                  <c:v>221.45</c:v>
                </c:pt>
                <c:pt idx="93617">
                  <c:v>139.97999999999999</c:v>
                </c:pt>
                <c:pt idx="93618">
                  <c:v>139.97999999999999</c:v>
                </c:pt>
                <c:pt idx="93619">
                  <c:v>63.98</c:v>
                </c:pt>
                <c:pt idx="93620">
                  <c:v>181.96</c:v>
                </c:pt>
                <c:pt idx="93621">
                  <c:v>99.98</c:v>
                </c:pt>
                <c:pt idx="93622">
                  <c:v>56.97</c:v>
                </c:pt>
                <c:pt idx="93623">
                  <c:v>117.98</c:v>
                </c:pt>
                <c:pt idx="93624">
                  <c:v>169.98</c:v>
                </c:pt>
                <c:pt idx="93625">
                  <c:v>109.97</c:v>
                </c:pt>
                <c:pt idx="93626">
                  <c:v>79.989999999999995</c:v>
                </c:pt>
                <c:pt idx="93627">
                  <c:v>99.98</c:v>
                </c:pt>
                <c:pt idx="93628">
                  <c:v>51.49</c:v>
                </c:pt>
                <c:pt idx="93629">
                  <c:v>84.97</c:v>
                </c:pt>
                <c:pt idx="93630">
                  <c:v>99.98</c:v>
                </c:pt>
                <c:pt idx="93631">
                  <c:v>94.98</c:v>
                </c:pt>
                <c:pt idx="93632">
                  <c:v>94.98</c:v>
                </c:pt>
                <c:pt idx="93633">
                  <c:v>66.95</c:v>
                </c:pt>
                <c:pt idx="93634">
                  <c:v>92.97</c:v>
                </c:pt>
                <c:pt idx="93635">
                  <c:v>59.98</c:v>
                </c:pt>
                <c:pt idx="93636">
                  <c:v>91.47</c:v>
                </c:pt>
                <c:pt idx="93637">
                  <c:v>69.47</c:v>
                </c:pt>
                <c:pt idx="93638">
                  <c:v>70.47</c:v>
                </c:pt>
                <c:pt idx="93639">
                  <c:v>60.98</c:v>
                </c:pt>
                <c:pt idx="93640">
                  <c:v>58.46</c:v>
                </c:pt>
                <c:pt idx="93641">
                  <c:v>71.97</c:v>
                </c:pt>
                <c:pt idx="93642">
                  <c:v>51.95</c:v>
                </c:pt>
                <c:pt idx="93643">
                  <c:v>58.98</c:v>
                </c:pt>
                <c:pt idx="93644">
                  <c:v>55.98</c:v>
                </c:pt>
                <c:pt idx="93645">
                  <c:v>47.28</c:v>
                </c:pt>
                <c:pt idx="93646">
                  <c:v>82.98</c:v>
                </c:pt>
                <c:pt idx="93647">
                  <c:v>84.27</c:v>
                </c:pt>
                <c:pt idx="93648">
                  <c:v>55.96</c:v>
                </c:pt>
                <c:pt idx="93649">
                  <c:v>127.57</c:v>
                </c:pt>
                <c:pt idx="93650">
                  <c:v>26.49</c:v>
                </c:pt>
                <c:pt idx="93651">
                  <c:v>11.49</c:v>
                </c:pt>
                <c:pt idx="93652">
                  <c:v>1.5</c:v>
                </c:pt>
                <c:pt idx="93653">
                  <c:v>59.98</c:v>
                </c:pt>
                <c:pt idx="93654">
                  <c:v>147.13999999999999</c:v>
                </c:pt>
                <c:pt idx="93655">
                  <c:v>73.569999999999993</c:v>
                </c:pt>
                <c:pt idx="93656">
                  <c:v>123.56</c:v>
                </c:pt>
                <c:pt idx="93657">
                  <c:v>53.98</c:v>
                </c:pt>
                <c:pt idx="93658">
                  <c:v>133.29</c:v>
                </c:pt>
                <c:pt idx="93659">
                  <c:v>132.99</c:v>
                </c:pt>
                <c:pt idx="93660">
                  <c:v>68.930000000000007</c:v>
                </c:pt>
                <c:pt idx="93661">
                  <c:v>68.930000000000007</c:v>
                </c:pt>
                <c:pt idx="93662">
                  <c:v>82.77</c:v>
                </c:pt>
                <c:pt idx="93663">
                  <c:v>132.99</c:v>
                </c:pt>
                <c:pt idx="93664">
                  <c:v>82.77</c:v>
                </c:pt>
                <c:pt idx="93665">
                  <c:v>131.72999999999999</c:v>
                </c:pt>
                <c:pt idx="93666">
                  <c:v>131.72999999999999</c:v>
                </c:pt>
                <c:pt idx="93667">
                  <c:v>98.97</c:v>
                </c:pt>
                <c:pt idx="93668">
                  <c:v>154.82</c:v>
                </c:pt>
                <c:pt idx="93669">
                  <c:v>96.78</c:v>
                </c:pt>
                <c:pt idx="93670">
                  <c:v>128.24</c:v>
                </c:pt>
                <c:pt idx="93671">
                  <c:v>79.98</c:v>
                </c:pt>
                <c:pt idx="93672">
                  <c:v>263.95</c:v>
                </c:pt>
                <c:pt idx="93673">
                  <c:v>89.96</c:v>
                </c:pt>
                <c:pt idx="93674">
                  <c:v>97.96</c:v>
                </c:pt>
                <c:pt idx="93675">
                  <c:v>84.01</c:v>
                </c:pt>
                <c:pt idx="93676">
                  <c:v>68.92</c:v>
                </c:pt>
                <c:pt idx="93677">
                  <c:v>69.989999999999995</c:v>
                </c:pt>
                <c:pt idx="93678">
                  <c:v>34.49</c:v>
                </c:pt>
                <c:pt idx="93679">
                  <c:v>69.989999999999995</c:v>
                </c:pt>
                <c:pt idx="93680">
                  <c:v>169.98</c:v>
                </c:pt>
                <c:pt idx="93681">
                  <c:v>55.96</c:v>
                </c:pt>
                <c:pt idx="93682">
                  <c:v>111.92</c:v>
                </c:pt>
                <c:pt idx="93683">
                  <c:v>69.95</c:v>
                </c:pt>
                <c:pt idx="93684">
                  <c:v>55.96</c:v>
                </c:pt>
                <c:pt idx="93685">
                  <c:v>55.96</c:v>
                </c:pt>
                <c:pt idx="93686">
                  <c:v>169.83</c:v>
                </c:pt>
                <c:pt idx="93687">
                  <c:v>179.82</c:v>
                </c:pt>
                <c:pt idx="93688">
                  <c:v>218.66</c:v>
                </c:pt>
                <c:pt idx="93689">
                  <c:v>124.98</c:v>
                </c:pt>
                <c:pt idx="93690">
                  <c:v>59.95</c:v>
                </c:pt>
                <c:pt idx="93691">
                  <c:v>29.48</c:v>
                </c:pt>
                <c:pt idx="93692">
                  <c:v>78.94</c:v>
                </c:pt>
                <c:pt idx="93693">
                  <c:v>65.989999999999995</c:v>
                </c:pt>
                <c:pt idx="93694">
                  <c:v>41.48</c:v>
                </c:pt>
                <c:pt idx="93695">
                  <c:v>65.98</c:v>
                </c:pt>
                <c:pt idx="93696">
                  <c:v>45.99</c:v>
                </c:pt>
                <c:pt idx="93697">
                  <c:v>65.989999999999995</c:v>
                </c:pt>
                <c:pt idx="93698">
                  <c:v>65.989999999999995</c:v>
                </c:pt>
                <c:pt idx="93699">
                  <c:v>65.989999999999995</c:v>
                </c:pt>
                <c:pt idx="93700">
                  <c:v>81.98</c:v>
                </c:pt>
                <c:pt idx="93701">
                  <c:v>85.98</c:v>
                </c:pt>
                <c:pt idx="93702">
                  <c:v>105.97</c:v>
                </c:pt>
                <c:pt idx="93703">
                  <c:v>80.97</c:v>
                </c:pt>
                <c:pt idx="93704">
                  <c:v>51.49</c:v>
                </c:pt>
                <c:pt idx="93705">
                  <c:v>18.239999999999998</c:v>
                </c:pt>
                <c:pt idx="93706">
                  <c:v>17.489999999999998</c:v>
                </c:pt>
                <c:pt idx="93707">
                  <c:v>55.98</c:v>
                </c:pt>
                <c:pt idx="93708">
                  <c:v>31.49</c:v>
                </c:pt>
                <c:pt idx="93709">
                  <c:v>31.49</c:v>
                </c:pt>
                <c:pt idx="93710">
                  <c:v>49.99</c:v>
                </c:pt>
                <c:pt idx="93711">
                  <c:v>31.49</c:v>
                </c:pt>
                <c:pt idx="93712">
                  <c:v>79.989999999999995</c:v>
                </c:pt>
                <c:pt idx="93713">
                  <c:v>109.96</c:v>
                </c:pt>
                <c:pt idx="93714">
                  <c:v>67.98</c:v>
                </c:pt>
                <c:pt idx="93715">
                  <c:v>101.97</c:v>
                </c:pt>
                <c:pt idx="93716">
                  <c:v>101.97</c:v>
                </c:pt>
                <c:pt idx="93717">
                  <c:v>67.98</c:v>
                </c:pt>
                <c:pt idx="93718">
                  <c:v>59.96</c:v>
                </c:pt>
                <c:pt idx="93719">
                  <c:v>59.96</c:v>
                </c:pt>
                <c:pt idx="93720">
                  <c:v>57.38</c:v>
                </c:pt>
                <c:pt idx="93721">
                  <c:v>92.97</c:v>
                </c:pt>
                <c:pt idx="93722">
                  <c:v>98.97</c:v>
                </c:pt>
                <c:pt idx="93723">
                  <c:v>75.98</c:v>
                </c:pt>
                <c:pt idx="93724">
                  <c:v>80.72</c:v>
                </c:pt>
                <c:pt idx="93725">
                  <c:v>269.91000000000003</c:v>
                </c:pt>
                <c:pt idx="93726">
                  <c:v>74.97</c:v>
                </c:pt>
                <c:pt idx="93727">
                  <c:v>41.7</c:v>
                </c:pt>
                <c:pt idx="93728">
                  <c:v>65.319999999999993</c:v>
                </c:pt>
                <c:pt idx="93729">
                  <c:v>67.709999999999994</c:v>
                </c:pt>
                <c:pt idx="93730">
                  <c:v>21.76</c:v>
                </c:pt>
                <c:pt idx="93731">
                  <c:v>41.12</c:v>
                </c:pt>
                <c:pt idx="93732">
                  <c:v>31.44</c:v>
                </c:pt>
                <c:pt idx="93733">
                  <c:v>37.49</c:v>
                </c:pt>
                <c:pt idx="93734">
                  <c:v>113.47</c:v>
                </c:pt>
                <c:pt idx="93735">
                  <c:v>67.58</c:v>
                </c:pt>
                <c:pt idx="93736">
                  <c:v>106.48</c:v>
                </c:pt>
                <c:pt idx="93737">
                  <c:v>85.96</c:v>
                </c:pt>
                <c:pt idx="93738">
                  <c:v>71.87</c:v>
                </c:pt>
                <c:pt idx="93739">
                  <c:v>29.02</c:v>
                </c:pt>
                <c:pt idx="93740">
                  <c:v>111.98</c:v>
                </c:pt>
                <c:pt idx="93741">
                  <c:v>90.36</c:v>
                </c:pt>
                <c:pt idx="93742">
                  <c:v>47.98</c:v>
                </c:pt>
                <c:pt idx="93743">
                  <c:v>77.55</c:v>
                </c:pt>
                <c:pt idx="93744">
                  <c:v>62.57</c:v>
                </c:pt>
                <c:pt idx="93745">
                  <c:v>64.98</c:v>
                </c:pt>
                <c:pt idx="93746">
                  <c:v>64.98</c:v>
                </c:pt>
                <c:pt idx="93747">
                  <c:v>97.15</c:v>
                </c:pt>
                <c:pt idx="93748">
                  <c:v>104.94</c:v>
                </c:pt>
                <c:pt idx="93749">
                  <c:v>97.15</c:v>
                </c:pt>
                <c:pt idx="93750">
                  <c:v>104.94</c:v>
                </c:pt>
                <c:pt idx="93751">
                  <c:v>183.97</c:v>
                </c:pt>
                <c:pt idx="93752">
                  <c:v>73.17</c:v>
                </c:pt>
                <c:pt idx="93753">
                  <c:v>77.72</c:v>
                </c:pt>
                <c:pt idx="93754">
                  <c:v>107.97</c:v>
                </c:pt>
                <c:pt idx="93755">
                  <c:v>-183.97</c:v>
                </c:pt>
                <c:pt idx="93756">
                  <c:v>85.98</c:v>
                </c:pt>
                <c:pt idx="93757">
                  <c:v>63.47</c:v>
                </c:pt>
                <c:pt idx="93758">
                  <c:v>341.93</c:v>
                </c:pt>
                <c:pt idx="93759">
                  <c:v>341.93</c:v>
                </c:pt>
                <c:pt idx="93760">
                  <c:v>63.47</c:v>
                </c:pt>
                <c:pt idx="93761">
                  <c:v>104.97</c:v>
                </c:pt>
                <c:pt idx="93762">
                  <c:v>69.98</c:v>
                </c:pt>
                <c:pt idx="93763">
                  <c:v>59.98</c:v>
                </c:pt>
                <c:pt idx="93764">
                  <c:v>73.989999999999995</c:v>
                </c:pt>
                <c:pt idx="93765">
                  <c:v>79.989999999999995</c:v>
                </c:pt>
                <c:pt idx="93766">
                  <c:v>125.98</c:v>
                </c:pt>
                <c:pt idx="93767">
                  <c:v>79.989999999999995</c:v>
                </c:pt>
                <c:pt idx="93768">
                  <c:v>47.48</c:v>
                </c:pt>
                <c:pt idx="93769">
                  <c:v>78.97</c:v>
                </c:pt>
                <c:pt idx="93770">
                  <c:v>68.97</c:v>
                </c:pt>
                <c:pt idx="93771">
                  <c:v>68.97</c:v>
                </c:pt>
                <c:pt idx="93772">
                  <c:v>68.97</c:v>
                </c:pt>
                <c:pt idx="93773">
                  <c:v>176.01</c:v>
                </c:pt>
                <c:pt idx="93774">
                  <c:v>201.46</c:v>
                </c:pt>
                <c:pt idx="93775">
                  <c:v>114.98</c:v>
                </c:pt>
                <c:pt idx="93776">
                  <c:v>105.97</c:v>
                </c:pt>
                <c:pt idx="93777">
                  <c:v>105.97</c:v>
                </c:pt>
                <c:pt idx="93778">
                  <c:v>72.78</c:v>
                </c:pt>
                <c:pt idx="93779">
                  <c:v>72.78</c:v>
                </c:pt>
                <c:pt idx="93780">
                  <c:v>114.98</c:v>
                </c:pt>
                <c:pt idx="93781">
                  <c:v>72.239999999999995</c:v>
                </c:pt>
                <c:pt idx="93782">
                  <c:v>73.48</c:v>
                </c:pt>
                <c:pt idx="93783">
                  <c:v>74.98</c:v>
                </c:pt>
                <c:pt idx="93784">
                  <c:v>147.96</c:v>
                </c:pt>
                <c:pt idx="93785">
                  <c:v>75.98</c:v>
                </c:pt>
                <c:pt idx="93786">
                  <c:v>89.98</c:v>
                </c:pt>
                <c:pt idx="93787">
                  <c:v>84.99</c:v>
                </c:pt>
                <c:pt idx="93788">
                  <c:v>59.95</c:v>
                </c:pt>
                <c:pt idx="93789">
                  <c:v>66.37</c:v>
                </c:pt>
                <c:pt idx="93790">
                  <c:v>84.99</c:v>
                </c:pt>
                <c:pt idx="93791">
                  <c:v>50.97</c:v>
                </c:pt>
                <c:pt idx="93792">
                  <c:v>114.91</c:v>
                </c:pt>
                <c:pt idx="93793">
                  <c:v>110.93</c:v>
                </c:pt>
                <c:pt idx="93794">
                  <c:v>131.83000000000001</c:v>
                </c:pt>
                <c:pt idx="93795">
                  <c:v>50.98</c:v>
                </c:pt>
                <c:pt idx="93796">
                  <c:v>89.98</c:v>
                </c:pt>
                <c:pt idx="93797">
                  <c:v>65.989999999999995</c:v>
                </c:pt>
                <c:pt idx="93798">
                  <c:v>130.56</c:v>
                </c:pt>
                <c:pt idx="93799">
                  <c:v>72.55</c:v>
                </c:pt>
                <c:pt idx="93800">
                  <c:v>71.680000000000007</c:v>
                </c:pt>
                <c:pt idx="93801">
                  <c:v>149.97</c:v>
                </c:pt>
                <c:pt idx="93802">
                  <c:v>74.97</c:v>
                </c:pt>
                <c:pt idx="93803">
                  <c:v>127.94</c:v>
                </c:pt>
                <c:pt idx="93804">
                  <c:v>71.959999999999994</c:v>
                </c:pt>
                <c:pt idx="93805">
                  <c:v>71.959999999999994</c:v>
                </c:pt>
                <c:pt idx="93806">
                  <c:v>27.38</c:v>
                </c:pt>
                <c:pt idx="93807">
                  <c:v>84.99</c:v>
                </c:pt>
                <c:pt idx="93808">
                  <c:v>134.97999999999999</c:v>
                </c:pt>
                <c:pt idx="93809">
                  <c:v>98.79</c:v>
                </c:pt>
                <c:pt idx="93810">
                  <c:v>76.97</c:v>
                </c:pt>
                <c:pt idx="93811">
                  <c:v>79.849999999999994</c:v>
                </c:pt>
                <c:pt idx="93812">
                  <c:v>123.38</c:v>
                </c:pt>
                <c:pt idx="93813">
                  <c:v>27.18</c:v>
                </c:pt>
                <c:pt idx="93814">
                  <c:v>51.98</c:v>
                </c:pt>
                <c:pt idx="93815">
                  <c:v>51.98</c:v>
                </c:pt>
                <c:pt idx="93816">
                  <c:v>67.97</c:v>
                </c:pt>
                <c:pt idx="93817">
                  <c:v>29.48</c:v>
                </c:pt>
                <c:pt idx="93818">
                  <c:v>29.48</c:v>
                </c:pt>
                <c:pt idx="93819">
                  <c:v>67.97</c:v>
                </c:pt>
                <c:pt idx="93820">
                  <c:v>88.43</c:v>
                </c:pt>
                <c:pt idx="93821">
                  <c:v>71.86</c:v>
                </c:pt>
                <c:pt idx="93822">
                  <c:v>149.37</c:v>
                </c:pt>
                <c:pt idx="93823">
                  <c:v>124.97</c:v>
                </c:pt>
                <c:pt idx="93824">
                  <c:v>65.989999999999995</c:v>
                </c:pt>
                <c:pt idx="93825">
                  <c:v>74.95</c:v>
                </c:pt>
                <c:pt idx="93826">
                  <c:v>69.989999999999995</c:v>
                </c:pt>
                <c:pt idx="93827">
                  <c:v>117.47</c:v>
                </c:pt>
                <c:pt idx="93828">
                  <c:v>59.98</c:v>
                </c:pt>
                <c:pt idx="93829">
                  <c:v>50.98</c:v>
                </c:pt>
                <c:pt idx="93830">
                  <c:v>59.98</c:v>
                </c:pt>
                <c:pt idx="93831">
                  <c:v>-32.24</c:v>
                </c:pt>
                <c:pt idx="93832">
                  <c:v>59.98</c:v>
                </c:pt>
                <c:pt idx="93833">
                  <c:v>59.98</c:v>
                </c:pt>
                <c:pt idx="93834">
                  <c:v>32.24</c:v>
                </c:pt>
                <c:pt idx="93835">
                  <c:v>59.48</c:v>
                </c:pt>
                <c:pt idx="93836">
                  <c:v>55.96</c:v>
                </c:pt>
                <c:pt idx="93837">
                  <c:v>74.02</c:v>
                </c:pt>
                <c:pt idx="93838">
                  <c:v>96.41</c:v>
                </c:pt>
                <c:pt idx="93839">
                  <c:v>169.98</c:v>
                </c:pt>
                <c:pt idx="93840">
                  <c:v>169.98</c:v>
                </c:pt>
                <c:pt idx="93841">
                  <c:v>169.98</c:v>
                </c:pt>
                <c:pt idx="93842">
                  <c:v>169.98</c:v>
                </c:pt>
                <c:pt idx="93843">
                  <c:v>169.98</c:v>
                </c:pt>
                <c:pt idx="93844">
                  <c:v>169.98</c:v>
                </c:pt>
                <c:pt idx="93845">
                  <c:v>169.98</c:v>
                </c:pt>
                <c:pt idx="93846">
                  <c:v>169.98</c:v>
                </c:pt>
                <c:pt idx="93847">
                  <c:v>339.92</c:v>
                </c:pt>
                <c:pt idx="93848">
                  <c:v>56.97</c:v>
                </c:pt>
                <c:pt idx="93849">
                  <c:v>68.94</c:v>
                </c:pt>
                <c:pt idx="93850">
                  <c:v>78.94</c:v>
                </c:pt>
                <c:pt idx="93851">
                  <c:v>57.94</c:v>
                </c:pt>
                <c:pt idx="93852">
                  <c:v>69.989999999999995</c:v>
                </c:pt>
                <c:pt idx="93853">
                  <c:v>67.98</c:v>
                </c:pt>
                <c:pt idx="93854">
                  <c:v>67.98</c:v>
                </c:pt>
                <c:pt idx="93855">
                  <c:v>69.989999999999995</c:v>
                </c:pt>
                <c:pt idx="93856">
                  <c:v>51.48</c:v>
                </c:pt>
                <c:pt idx="93857">
                  <c:v>50.93</c:v>
                </c:pt>
                <c:pt idx="93858">
                  <c:v>50.98</c:v>
                </c:pt>
                <c:pt idx="93859">
                  <c:v>51.98</c:v>
                </c:pt>
                <c:pt idx="93860">
                  <c:v>50.98</c:v>
                </c:pt>
                <c:pt idx="93861">
                  <c:v>52.45</c:v>
                </c:pt>
                <c:pt idx="93862">
                  <c:v>94.96</c:v>
                </c:pt>
                <c:pt idx="93863">
                  <c:v>60.95</c:v>
                </c:pt>
                <c:pt idx="93864">
                  <c:v>94.96</c:v>
                </c:pt>
                <c:pt idx="93865">
                  <c:v>60.95</c:v>
                </c:pt>
                <c:pt idx="93866">
                  <c:v>59.96</c:v>
                </c:pt>
                <c:pt idx="93867">
                  <c:v>59.96</c:v>
                </c:pt>
                <c:pt idx="93868">
                  <c:v>29.48</c:v>
                </c:pt>
                <c:pt idx="93869">
                  <c:v>31.48</c:v>
                </c:pt>
                <c:pt idx="93870">
                  <c:v>51.48</c:v>
                </c:pt>
                <c:pt idx="93871">
                  <c:v>121.96</c:v>
                </c:pt>
                <c:pt idx="93872">
                  <c:v>68.989999999999995</c:v>
                </c:pt>
                <c:pt idx="93873">
                  <c:v>84.99</c:v>
                </c:pt>
                <c:pt idx="93874">
                  <c:v>79.98</c:v>
                </c:pt>
                <c:pt idx="93875">
                  <c:v>89.17</c:v>
                </c:pt>
                <c:pt idx="93876">
                  <c:v>106.07</c:v>
                </c:pt>
                <c:pt idx="93877">
                  <c:v>43.89</c:v>
                </c:pt>
                <c:pt idx="93878">
                  <c:v>76.489999999999995</c:v>
                </c:pt>
                <c:pt idx="93879">
                  <c:v>76.489999999999995</c:v>
                </c:pt>
                <c:pt idx="93880">
                  <c:v>54.99</c:v>
                </c:pt>
                <c:pt idx="93881">
                  <c:v>72.239999999999995</c:v>
                </c:pt>
                <c:pt idx="93882">
                  <c:v>64.989999999999995</c:v>
                </c:pt>
                <c:pt idx="93883">
                  <c:v>68.989999999999995</c:v>
                </c:pt>
                <c:pt idx="93884">
                  <c:v>42.5</c:v>
                </c:pt>
                <c:pt idx="93885">
                  <c:v>120.99</c:v>
                </c:pt>
                <c:pt idx="93886">
                  <c:v>68.989999999999995</c:v>
                </c:pt>
                <c:pt idx="93887">
                  <c:v>39.93</c:v>
                </c:pt>
                <c:pt idx="93888">
                  <c:v>65.98</c:v>
                </c:pt>
                <c:pt idx="93889">
                  <c:v>32.29</c:v>
                </c:pt>
                <c:pt idx="93890">
                  <c:v>45.28</c:v>
                </c:pt>
                <c:pt idx="93891">
                  <c:v>29.29</c:v>
                </c:pt>
                <c:pt idx="93892">
                  <c:v>83.97</c:v>
                </c:pt>
                <c:pt idx="93893">
                  <c:v>61.96</c:v>
                </c:pt>
                <c:pt idx="93894">
                  <c:v>56.97</c:v>
                </c:pt>
                <c:pt idx="93895">
                  <c:v>62.48</c:v>
                </c:pt>
                <c:pt idx="93896">
                  <c:v>75.959999999999994</c:v>
                </c:pt>
                <c:pt idx="93897">
                  <c:v>51.26</c:v>
                </c:pt>
                <c:pt idx="93898">
                  <c:v>64.97</c:v>
                </c:pt>
                <c:pt idx="93899">
                  <c:v>36.92</c:v>
                </c:pt>
                <c:pt idx="93900">
                  <c:v>169.94</c:v>
                </c:pt>
                <c:pt idx="93901">
                  <c:v>58.52</c:v>
                </c:pt>
                <c:pt idx="93902">
                  <c:v>59.96</c:v>
                </c:pt>
                <c:pt idx="93903">
                  <c:v>139.97999999999999</c:v>
                </c:pt>
                <c:pt idx="93904">
                  <c:v>79.98</c:v>
                </c:pt>
                <c:pt idx="93905">
                  <c:v>119.97</c:v>
                </c:pt>
                <c:pt idx="93906">
                  <c:v>373.83</c:v>
                </c:pt>
                <c:pt idx="93907">
                  <c:v>56.97</c:v>
                </c:pt>
                <c:pt idx="93908">
                  <c:v>66.959999999999994</c:v>
                </c:pt>
                <c:pt idx="93909">
                  <c:v>56.97</c:v>
                </c:pt>
                <c:pt idx="93910">
                  <c:v>49.93</c:v>
                </c:pt>
                <c:pt idx="93911">
                  <c:v>98.82</c:v>
                </c:pt>
                <c:pt idx="93912">
                  <c:v>25.94</c:v>
                </c:pt>
                <c:pt idx="93913">
                  <c:v>125.92</c:v>
                </c:pt>
                <c:pt idx="93914">
                  <c:v>53.97</c:v>
                </c:pt>
                <c:pt idx="93915">
                  <c:v>74.989999999999995</c:v>
                </c:pt>
                <c:pt idx="93916">
                  <c:v>59.96</c:v>
                </c:pt>
                <c:pt idx="93917">
                  <c:v>71.97</c:v>
                </c:pt>
                <c:pt idx="93918">
                  <c:v>68.48</c:v>
                </c:pt>
                <c:pt idx="93919">
                  <c:v>68.48</c:v>
                </c:pt>
                <c:pt idx="93920">
                  <c:v>159.69999999999999</c:v>
                </c:pt>
                <c:pt idx="93921">
                  <c:v>72.55</c:v>
                </c:pt>
                <c:pt idx="93922">
                  <c:v>67.87</c:v>
                </c:pt>
                <c:pt idx="93923">
                  <c:v>72.55</c:v>
                </c:pt>
                <c:pt idx="93924">
                  <c:v>55.35</c:v>
                </c:pt>
                <c:pt idx="93925">
                  <c:v>54.86</c:v>
                </c:pt>
                <c:pt idx="93926">
                  <c:v>60.82</c:v>
                </c:pt>
                <c:pt idx="93927">
                  <c:v>53.98</c:v>
                </c:pt>
                <c:pt idx="93928">
                  <c:v>55.98</c:v>
                </c:pt>
                <c:pt idx="93929">
                  <c:v>55.98</c:v>
                </c:pt>
                <c:pt idx="93930">
                  <c:v>60.97</c:v>
                </c:pt>
                <c:pt idx="93931">
                  <c:v>63.96</c:v>
                </c:pt>
                <c:pt idx="93932">
                  <c:v>63.96</c:v>
                </c:pt>
                <c:pt idx="93933">
                  <c:v>41.28</c:v>
                </c:pt>
                <c:pt idx="93934">
                  <c:v>51.97</c:v>
                </c:pt>
                <c:pt idx="93935">
                  <c:v>51.97</c:v>
                </c:pt>
                <c:pt idx="93936">
                  <c:v>117.76</c:v>
                </c:pt>
                <c:pt idx="93937">
                  <c:v>87.97</c:v>
                </c:pt>
                <c:pt idx="93938">
                  <c:v>71.989999999999995</c:v>
                </c:pt>
                <c:pt idx="93939">
                  <c:v>86.07</c:v>
                </c:pt>
                <c:pt idx="93940">
                  <c:v>119.26</c:v>
                </c:pt>
                <c:pt idx="93941">
                  <c:v>30.38</c:v>
                </c:pt>
                <c:pt idx="93942">
                  <c:v>126.99</c:v>
                </c:pt>
                <c:pt idx="93943">
                  <c:v>105.22</c:v>
                </c:pt>
                <c:pt idx="93944">
                  <c:v>82.25</c:v>
                </c:pt>
                <c:pt idx="93945">
                  <c:v>56.6</c:v>
                </c:pt>
                <c:pt idx="93946">
                  <c:v>84.99</c:v>
                </c:pt>
                <c:pt idx="93947">
                  <c:v>154.97999999999999</c:v>
                </c:pt>
                <c:pt idx="93948">
                  <c:v>101.98</c:v>
                </c:pt>
                <c:pt idx="93949">
                  <c:v>48.28</c:v>
                </c:pt>
                <c:pt idx="93950">
                  <c:v>89.98</c:v>
                </c:pt>
                <c:pt idx="93951">
                  <c:v>69.98</c:v>
                </c:pt>
                <c:pt idx="93952">
                  <c:v>11.29</c:v>
                </c:pt>
                <c:pt idx="93953">
                  <c:v>39.28</c:v>
                </c:pt>
                <c:pt idx="93954">
                  <c:v>48.28</c:v>
                </c:pt>
                <c:pt idx="93955">
                  <c:v>77.39</c:v>
                </c:pt>
                <c:pt idx="93956">
                  <c:v>77.39</c:v>
                </c:pt>
                <c:pt idx="93957">
                  <c:v>77.39</c:v>
                </c:pt>
                <c:pt idx="93958">
                  <c:v>59.24</c:v>
                </c:pt>
                <c:pt idx="93959">
                  <c:v>66.34</c:v>
                </c:pt>
                <c:pt idx="93960">
                  <c:v>123.58</c:v>
                </c:pt>
                <c:pt idx="93961">
                  <c:v>74.97</c:v>
                </c:pt>
                <c:pt idx="93962">
                  <c:v>64.97</c:v>
                </c:pt>
                <c:pt idx="93963">
                  <c:v>47.37</c:v>
                </c:pt>
                <c:pt idx="93964">
                  <c:v>48.99</c:v>
                </c:pt>
                <c:pt idx="93965">
                  <c:v>129.53</c:v>
                </c:pt>
                <c:pt idx="93966">
                  <c:v>83.95</c:v>
                </c:pt>
                <c:pt idx="93967">
                  <c:v>80.03</c:v>
                </c:pt>
                <c:pt idx="93968">
                  <c:v>20.55</c:v>
                </c:pt>
                <c:pt idx="93969">
                  <c:v>68.930000000000007</c:v>
                </c:pt>
                <c:pt idx="93970">
                  <c:v>66.98</c:v>
                </c:pt>
                <c:pt idx="93971">
                  <c:v>99.97</c:v>
                </c:pt>
                <c:pt idx="93972">
                  <c:v>87.98</c:v>
                </c:pt>
                <c:pt idx="93973">
                  <c:v>82.97</c:v>
                </c:pt>
                <c:pt idx="93974">
                  <c:v>84.99</c:v>
                </c:pt>
                <c:pt idx="93975">
                  <c:v>164.98</c:v>
                </c:pt>
                <c:pt idx="93976">
                  <c:v>84.99</c:v>
                </c:pt>
                <c:pt idx="93977">
                  <c:v>59.98</c:v>
                </c:pt>
                <c:pt idx="93978">
                  <c:v>84.99</c:v>
                </c:pt>
                <c:pt idx="93979">
                  <c:v>84.99</c:v>
                </c:pt>
                <c:pt idx="93980">
                  <c:v>104.98</c:v>
                </c:pt>
                <c:pt idx="93981">
                  <c:v>61.26</c:v>
                </c:pt>
                <c:pt idx="93982">
                  <c:v>56.97</c:v>
                </c:pt>
                <c:pt idx="93983">
                  <c:v>119.9</c:v>
                </c:pt>
                <c:pt idx="93984">
                  <c:v>90.06</c:v>
                </c:pt>
                <c:pt idx="93985">
                  <c:v>141.22999999999999</c:v>
                </c:pt>
                <c:pt idx="93986">
                  <c:v>54.95</c:v>
                </c:pt>
                <c:pt idx="93987">
                  <c:v>109.9</c:v>
                </c:pt>
                <c:pt idx="93988">
                  <c:v>54.95</c:v>
                </c:pt>
                <c:pt idx="93989">
                  <c:v>54.95</c:v>
                </c:pt>
                <c:pt idx="93990">
                  <c:v>27.18</c:v>
                </c:pt>
                <c:pt idx="93991">
                  <c:v>14.19</c:v>
                </c:pt>
                <c:pt idx="93992">
                  <c:v>51.96</c:v>
                </c:pt>
                <c:pt idx="93993">
                  <c:v>27.18</c:v>
                </c:pt>
                <c:pt idx="93994">
                  <c:v>14.79</c:v>
                </c:pt>
                <c:pt idx="93995">
                  <c:v>13.24</c:v>
                </c:pt>
                <c:pt idx="93996">
                  <c:v>29.02</c:v>
                </c:pt>
                <c:pt idx="93997">
                  <c:v>38.700000000000003</c:v>
                </c:pt>
                <c:pt idx="93998">
                  <c:v>38.700000000000003</c:v>
                </c:pt>
                <c:pt idx="93999">
                  <c:v>14.5</c:v>
                </c:pt>
                <c:pt idx="94000">
                  <c:v>29.59</c:v>
                </c:pt>
                <c:pt idx="94001">
                  <c:v>10.99</c:v>
                </c:pt>
                <c:pt idx="94002">
                  <c:v>41.12</c:v>
                </c:pt>
                <c:pt idx="94003">
                  <c:v>62.9</c:v>
                </c:pt>
                <c:pt idx="94004">
                  <c:v>84.99</c:v>
                </c:pt>
                <c:pt idx="94005">
                  <c:v>84.99</c:v>
                </c:pt>
                <c:pt idx="94006">
                  <c:v>84.99</c:v>
                </c:pt>
                <c:pt idx="94007">
                  <c:v>169.98</c:v>
                </c:pt>
                <c:pt idx="94008">
                  <c:v>84.99</c:v>
                </c:pt>
                <c:pt idx="94009">
                  <c:v>169.98</c:v>
                </c:pt>
                <c:pt idx="94010">
                  <c:v>169.98</c:v>
                </c:pt>
                <c:pt idx="94011">
                  <c:v>67.37</c:v>
                </c:pt>
                <c:pt idx="94012">
                  <c:v>51.29</c:v>
                </c:pt>
                <c:pt idx="94013">
                  <c:v>-11.98</c:v>
                </c:pt>
                <c:pt idx="94014">
                  <c:v>169.98</c:v>
                </c:pt>
                <c:pt idx="94015">
                  <c:v>169.98</c:v>
                </c:pt>
                <c:pt idx="94016">
                  <c:v>33.479999999999997</c:v>
                </c:pt>
                <c:pt idx="94017">
                  <c:v>99.98</c:v>
                </c:pt>
                <c:pt idx="94018">
                  <c:v>33.479999999999997</c:v>
                </c:pt>
                <c:pt idx="94019">
                  <c:v>48.37</c:v>
                </c:pt>
                <c:pt idx="94020">
                  <c:v>99.98</c:v>
                </c:pt>
                <c:pt idx="94021">
                  <c:v>33.479999999999997</c:v>
                </c:pt>
                <c:pt idx="94022">
                  <c:v>33.479999999999997</c:v>
                </c:pt>
                <c:pt idx="94023">
                  <c:v>33.479999999999997</c:v>
                </c:pt>
                <c:pt idx="94024">
                  <c:v>48.37</c:v>
                </c:pt>
                <c:pt idx="94025">
                  <c:v>33.479999999999997</c:v>
                </c:pt>
                <c:pt idx="94026">
                  <c:v>102.83</c:v>
                </c:pt>
                <c:pt idx="94027">
                  <c:v>61.84</c:v>
                </c:pt>
                <c:pt idx="94028">
                  <c:v>117.83</c:v>
                </c:pt>
                <c:pt idx="94029">
                  <c:v>79.959999999999994</c:v>
                </c:pt>
                <c:pt idx="94030">
                  <c:v>41.28</c:v>
                </c:pt>
                <c:pt idx="94031">
                  <c:v>41.28</c:v>
                </c:pt>
                <c:pt idx="94032">
                  <c:v>79.959999999999994</c:v>
                </c:pt>
                <c:pt idx="94033">
                  <c:v>79.959999999999994</c:v>
                </c:pt>
                <c:pt idx="94034">
                  <c:v>325.45999999999998</c:v>
                </c:pt>
                <c:pt idx="94035">
                  <c:v>99.98</c:v>
                </c:pt>
                <c:pt idx="94036">
                  <c:v>77.97</c:v>
                </c:pt>
                <c:pt idx="94037">
                  <c:v>46.78</c:v>
                </c:pt>
                <c:pt idx="94038">
                  <c:v>51.98</c:v>
                </c:pt>
                <c:pt idx="94039">
                  <c:v>77.97</c:v>
                </c:pt>
                <c:pt idx="94040">
                  <c:v>54.69</c:v>
                </c:pt>
                <c:pt idx="94041">
                  <c:v>56.97</c:v>
                </c:pt>
                <c:pt idx="94042">
                  <c:v>56.97</c:v>
                </c:pt>
                <c:pt idx="94043">
                  <c:v>56.97</c:v>
                </c:pt>
                <c:pt idx="94044">
                  <c:v>56.97</c:v>
                </c:pt>
                <c:pt idx="94045">
                  <c:v>169.98</c:v>
                </c:pt>
                <c:pt idx="94046">
                  <c:v>67.58</c:v>
                </c:pt>
                <c:pt idx="94047">
                  <c:v>50.99</c:v>
                </c:pt>
                <c:pt idx="94048">
                  <c:v>50.99</c:v>
                </c:pt>
                <c:pt idx="94049">
                  <c:v>131.97999999999999</c:v>
                </c:pt>
                <c:pt idx="94050">
                  <c:v>65.989999999999995</c:v>
                </c:pt>
                <c:pt idx="94051">
                  <c:v>63.96</c:v>
                </c:pt>
                <c:pt idx="94052">
                  <c:v>54.98</c:v>
                </c:pt>
                <c:pt idx="94053">
                  <c:v>25.48</c:v>
                </c:pt>
                <c:pt idx="94054">
                  <c:v>10.73</c:v>
                </c:pt>
                <c:pt idx="94055">
                  <c:v>35.49</c:v>
                </c:pt>
                <c:pt idx="94056">
                  <c:v>39.28</c:v>
                </c:pt>
                <c:pt idx="94057">
                  <c:v>40.200000000000003</c:v>
                </c:pt>
                <c:pt idx="94058">
                  <c:v>214.91</c:v>
                </c:pt>
                <c:pt idx="94059">
                  <c:v>124.47</c:v>
                </c:pt>
                <c:pt idx="94060">
                  <c:v>-44.29</c:v>
                </c:pt>
                <c:pt idx="94061">
                  <c:v>44.29</c:v>
                </c:pt>
                <c:pt idx="94062">
                  <c:v>59.97</c:v>
                </c:pt>
                <c:pt idx="94063">
                  <c:v>24.42</c:v>
                </c:pt>
                <c:pt idx="94064">
                  <c:v>188.93</c:v>
                </c:pt>
                <c:pt idx="94065">
                  <c:v>75.959999999999994</c:v>
                </c:pt>
                <c:pt idx="94066">
                  <c:v>232.16</c:v>
                </c:pt>
                <c:pt idx="94067">
                  <c:v>85.97</c:v>
                </c:pt>
                <c:pt idx="94068">
                  <c:v>82.3</c:v>
                </c:pt>
                <c:pt idx="94069">
                  <c:v>52.07</c:v>
                </c:pt>
                <c:pt idx="94070">
                  <c:v>68.989999999999995</c:v>
                </c:pt>
                <c:pt idx="94071">
                  <c:v>84.99</c:v>
                </c:pt>
                <c:pt idx="94072">
                  <c:v>84.99</c:v>
                </c:pt>
                <c:pt idx="94073">
                  <c:v>79.98</c:v>
                </c:pt>
                <c:pt idx="94074">
                  <c:v>57.98</c:v>
                </c:pt>
                <c:pt idx="94075">
                  <c:v>99.98</c:v>
                </c:pt>
                <c:pt idx="94076">
                  <c:v>52.98</c:v>
                </c:pt>
                <c:pt idx="94077">
                  <c:v>55.97</c:v>
                </c:pt>
                <c:pt idx="94078">
                  <c:v>65.98</c:v>
                </c:pt>
                <c:pt idx="94079">
                  <c:v>100.85</c:v>
                </c:pt>
                <c:pt idx="94080">
                  <c:v>106.97</c:v>
                </c:pt>
                <c:pt idx="94081">
                  <c:v>87.57</c:v>
                </c:pt>
                <c:pt idx="94082">
                  <c:v>74.98</c:v>
                </c:pt>
                <c:pt idx="94083">
                  <c:v>76.77</c:v>
                </c:pt>
                <c:pt idx="94084">
                  <c:v>108.17</c:v>
                </c:pt>
                <c:pt idx="94085">
                  <c:v>69.97</c:v>
                </c:pt>
                <c:pt idx="94086">
                  <c:v>82.98</c:v>
                </c:pt>
                <c:pt idx="94087">
                  <c:v>184.97</c:v>
                </c:pt>
                <c:pt idx="94088">
                  <c:v>89.98</c:v>
                </c:pt>
                <c:pt idx="94089">
                  <c:v>56.98</c:v>
                </c:pt>
                <c:pt idx="94090">
                  <c:v>84.97</c:v>
                </c:pt>
                <c:pt idx="94091">
                  <c:v>105.98</c:v>
                </c:pt>
                <c:pt idx="94092">
                  <c:v>12.49</c:v>
                </c:pt>
                <c:pt idx="94093">
                  <c:v>75.25</c:v>
                </c:pt>
                <c:pt idx="94094">
                  <c:v>12.49</c:v>
                </c:pt>
                <c:pt idx="94095">
                  <c:v>75.25</c:v>
                </c:pt>
                <c:pt idx="94096">
                  <c:v>63.96</c:v>
                </c:pt>
                <c:pt idx="94097">
                  <c:v>172.32</c:v>
                </c:pt>
                <c:pt idx="94098">
                  <c:v>97.94</c:v>
                </c:pt>
                <c:pt idx="94099">
                  <c:v>79.38</c:v>
                </c:pt>
                <c:pt idx="94100">
                  <c:v>134.93</c:v>
                </c:pt>
                <c:pt idx="94101">
                  <c:v>58.46</c:v>
                </c:pt>
                <c:pt idx="94102">
                  <c:v>59.16</c:v>
                </c:pt>
                <c:pt idx="94103">
                  <c:v>98.92</c:v>
                </c:pt>
                <c:pt idx="94104">
                  <c:v>45.48</c:v>
                </c:pt>
                <c:pt idx="94105">
                  <c:v>59.97</c:v>
                </c:pt>
                <c:pt idx="94106">
                  <c:v>118.96</c:v>
                </c:pt>
                <c:pt idx="94107">
                  <c:v>130.46</c:v>
                </c:pt>
                <c:pt idx="94108">
                  <c:v>24.99</c:v>
                </c:pt>
                <c:pt idx="94109">
                  <c:v>59.72</c:v>
                </c:pt>
                <c:pt idx="94110">
                  <c:v>119.95</c:v>
                </c:pt>
                <c:pt idx="94111">
                  <c:v>50.97</c:v>
                </c:pt>
                <c:pt idx="94112">
                  <c:v>129.94999999999999</c:v>
                </c:pt>
                <c:pt idx="94113">
                  <c:v>103.98</c:v>
                </c:pt>
                <c:pt idx="94114">
                  <c:v>82.88</c:v>
                </c:pt>
                <c:pt idx="94115">
                  <c:v>64.959999999999994</c:v>
                </c:pt>
                <c:pt idx="94116">
                  <c:v>74.98</c:v>
                </c:pt>
                <c:pt idx="94117">
                  <c:v>90.91</c:v>
                </c:pt>
                <c:pt idx="94118">
                  <c:v>1.5</c:v>
                </c:pt>
                <c:pt idx="94119">
                  <c:v>69.989999999999995</c:v>
                </c:pt>
                <c:pt idx="94120">
                  <c:v>69.989999999999995</c:v>
                </c:pt>
                <c:pt idx="94121">
                  <c:v>33.99</c:v>
                </c:pt>
                <c:pt idx="94122">
                  <c:v>53.98</c:v>
                </c:pt>
                <c:pt idx="94123">
                  <c:v>51.98</c:v>
                </c:pt>
                <c:pt idx="94124">
                  <c:v>51.98</c:v>
                </c:pt>
                <c:pt idx="94125">
                  <c:v>70.97</c:v>
                </c:pt>
                <c:pt idx="94126">
                  <c:v>46.94</c:v>
                </c:pt>
                <c:pt idx="94127">
                  <c:v>39.29</c:v>
                </c:pt>
                <c:pt idx="94128">
                  <c:v>61.98</c:v>
                </c:pt>
                <c:pt idx="94129">
                  <c:v>61.98</c:v>
                </c:pt>
                <c:pt idx="94130">
                  <c:v>61.98</c:v>
                </c:pt>
                <c:pt idx="94131">
                  <c:v>73.98</c:v>
                </c:pt>
                <c:pt idx="94132">
                  <c:v>102.95</c:v>
                </c:pt>
                <c:pt idx="94133">
                  <c:v>65.98</c:v>
                </c:pt>
                <c:pt idx="94134">
                  <c:v>65.98</c:v>
                </c:pt>
                <c:pt idx="94135">
                  <c:v>68.91</c:v>
                </c:pt>
                <c:pt idx="94136">
                  <c:v>148.18</c:v>
                </c:pt>
                <c:pt idx="94137">
                  <c:v>148.41999999999999</c:v>
                </c:pt>
                <c:pt idx="94138">
                  <c:v>84.98</c:v>
                </c:pt>
                <c:pt idx="94139">
                  <c:v>69.989999999999995</c:v>
                </c:pt>
                <c:pt idx="94140">
                  <c:v>99.74</c:v>
                </c:pt>
                <c:pt idx="94141">
                  <c:v>193.85</c:v>
                </c:pt>
                <c:pt idx="94142">
                  <c:v>84.66</c:v>
                </c:pt>
                <c:pt idx="94143">
                  <c:v>72.55</c:v>
                </c:pt>
                <c:pt idx="94144">
                  <c:v>66.53</c:v>
                </c:pt>
                <c:pt idx="94145">
                  <c:v>55.61</c:v>
                </c:pt>
                <c:pt idx="94146">
                  <c:v>57.98</c:v>
                </c:pt>
                <c:pt idx="94147">
                  <c:v>57.98</c:v>
                </c:pt>
                <c:pt idx="94148">
                  <c:v>89.52</c:v>
                </c:pt>
                <c:pt idx="94149">
                  <c:v>67.709999999999994</c:v>
                </c:pt>
                <c:pt idx="94150">
                  <c:v>56.97</c:v>
                </c:pt>
                <c:pt idx="94151">
                  <c:v>94.95</c:v>
                </c:pt>
                <c:pt idx="94152">
                  <c:v>75.959999999999994</c:v>
                </c:pt>
                <c:pt idx="94153">
                  <c:v>56.97</c:v>
                </c:pt>
                <c:pt idx="94154">
                  <c:v>86.96</c:v>
                </c:pt>
                <c:pt idx="94155">
                  <c:v>71.959999999999994</c:v>
                </c:pt>
                <c:pt idx="94156">
                  <c:v>68.36</c:v>
                </c:pt>
                <c:pt idx="94157">
                  <c:v>111.98</c:v>
                </c:pt>
                <c:pt idx="94158">
                  <c:v>156.28</c:v>
                </c:pt>
                <c:pt idx="94159">
                  <c:v>75.09</c:v>
                </c:pt>
                <c:pt idx="94160">
                  <c:v>84.99</c:v>
                </c:pt>
                <c:pt idx="94161">
                  <c:v>95.96</c:v>
                </c:pt>
                <c:pt idx="94162">
                  <c:v>89.97</c:v>
                </c:pt>
                <c:pt idx="94163">
                  <c:v>89.97</c:v>
                </c:pt>
                <c:pt idx="94164">
                  <c:v>119.95</c:v>
                </c:pt>
                <c:pt idx="94165">
                  <c:v>95.96</c:v>
                </c:pt>
                <c:pt idx="94166">
                  <c:v>89.97</c:v>
                </c:pt>
                <c:pt idx="94167">
                  <c:v>89.97</c:v>
                </c:pt>
                <c:pt idx="94168">
                  <c:v>119.95</c:v>
                </c:pt>
                <c:pt idx="94169">
                  <c:v>63.96</c:v>
                </c:pt>
                <c:pt idx="94170">
                  <c:v>79.95</c:v>
                </c:pt>
                <c:pt idx="94171">
                  <c:v>149.94999999999999</c:v>
                </c:pt>
                <c:pt idx="94172">
                  <c:v>89.97</c:v>
                </c:pt>
                <c:pt idx="94173">
                  <c:v>89.97</c:v>
                </c:pt>
                <c:pt idx="94174">
                  <c:v>62.98</c:v>
                </c:pt>
                <c:pt idx="94175">
                  <c:v>69.959999999999994</c:v>
                </c:pt>
                <c:pt idx="94176">
                  <c:v>59.98</c:v>
                </c:pt>
                <c:pt idx="94177">
                  <c:v>59.98</c:v>
                </c:pt>
                <c:pt idx="94178">
                  <c:v>76.97</c:v>
                </c:pt>
                <c:pt idx="94179">
                  <c:v>99.95</c:v>
                </c:pt>
                <c:pt idx="94180">
                  <c:v>149.94</c:v>
                </c:pt>
                <c:pt idx="94181">
                  <c:v>109.16</c:v>
                </c:pt>
                <c:pt idx="94182">
                  <c:v>79.47</c:v>
                </c:pt>
                <c:pt idx="94183">
                  <c:v>50.97</c:v>
                </c:pt>
                <c:pt idx="94184">
                  <c:v>95.98</c:v>
                </c:pt>
                <c:pt idx="94185">
                  <c:v>79.95</c:v>
                </c:pt>
                <c:pt idx="94186">
                  <c:v>59.96</c:v>
                </c:pt>
                <c:pt idx="94187">
                  <c:v>104.94</c:v>
                </c:pt>
                <c:pt idx="94188">
                  <c:v>94.98</c:v>
                </c:pt>
                <c:pt idx="94189">
                  <c:v>97.18</c:v>
                </c:pt>
                <c:pt idx="94190">
                  <c:v>47.03</c:v>
                </c:pt>
                <c:pt idx="94191">
                  <c:v>18.989999999999998</c:v>
                </c:pt>
                <c:pt idx="94192">
                  <c:v>335.5</c:v>
                </c:pt>
                <c:pt idx="94193">
                  <c:v>84.99</c:v>
                </c:pt>
                <c:pt idx="94194">
                  <c:v>94.96</c:v>
                </c:pt>
                <c:pt idx="94195">
                  <c:v>46.17</c:v>
                </c:pt>
                <c:pt idx="94196">
                  <c:v>99.9</c:v>
                </c:pt>
                <c:pt idx="94197">
                  <c:v>129.87</c:v>
                </c:pt>
                <c:pt idx="94198">
                  <c:v>99.9</c:v>
                </c:pt>
                <c:pt idx="94199">
                  <c:v>87.06</c:v>
                </c:pt>
                <c:pt idx="94200">
                  <c:v>61.67</c:v>
                </c:pt>
                <c:pt idx="94201">
                  <c:v>335.39</c:v>
                </c:pt>
                <c:pt idx="94202">
                  <c:v>150.94999999999999</c:v>
                </c:pt>
                <c:pt idx="94203">
                  <c:v>150.94999999999999</c:v>
                </c:pt>
                <c:pt idx="94204">
                  <c:v>79.959999999999994</c:v>
                </c:pt>
                <c:pt idx="94205">
                  <c:v>79.959999999999994</c:v>
                </c:pt>
                <c:pt idx="94206">
                  <c:v>71.87</c:v>
                </c:pt>
                <c:pt idx="94207">
                  <c:v>70.98</c:v>
                </c:pt>
                <c:pt idx="94208">
                  <c:v>141.96</c:v>
                </c:pt>
                <c:pt idx="94209">
                  <c:v>1.3</c:v>
                </c:pt>
                <c:pt idx="94210">
                  <c:v>56.94</c:v>
                </c:pt>
                <c:pt idx="94211">
                  <c:v>67.930000000000007</c:v>
                </c:pt>
                <c:pt idx="94212">
                  <c:v>58.75</c:v>
                </c:pt>
                <c:pt idx="94213">
                  <c:v>68.37</c:v>
                </c:pt>
                <c:pt idx="94214">
                  <c:v>65.989999999999995</c:v>
                </c:pt>
                <c:pt idx="94215">
                  <c:v>60.98</c:v>
                </c:pt>
                <c:pt idx="94216">
                  <c:v>50.98</c:v>
                </c:pt>
                <c:pt idx="94217">
                  <c:v>23.48</c:v>
                </c:pt>
                <c:pt idx="94218">
                  <c:v>50.98</c:v>
                </c:pt>
                <c:pt idx="94219">
                  <c:v>47.25</c:v>
                </c:pt>
                <c:pt idx="94220">
                  <c:v>75.52</c:v>
                </c:pt>
                <c:pt idx="94221">
                  <c:v>65.98</c:v>
                </c:pt>
                <c:pt idx="94222">
                  <c:v>98.97</c:v>
                </c:pt>
                <c:pt idx="94223">
                  <c:v>24.49</c:v>
                </c:pt>
                <c:pt idx="94224">
                  <c:v>50.81</c:v>
                </c:pt>
                <c:pt idx="94225">
                  <c:v>56.97</c:v>
                </c:pt>
                <c:pt idx="94226">
                  <c:v>71.97</c:v>
                </c:pt>
                <c:pt idx="94227">
                  <c:v>114.28</c:v>
                </c:pt>
                <c:pt idx="94228">
                  <c:v>65.989999999999995</c:v>
                </c:pt>
                <c:pt idx="94229">
                  <c:v>59.39</c:v>
                </c:pt>
                <c:pt idx="94230">
                  <c:v>75.48</c:v>
                </c:pt>
                <c:pt idx="94231">
                  <c:v>54.98</c:v>
                </c:pt>
                <c:pt idx="94232">
                  <c:v>59.98</c:v>
                </c:pt>
                <c:pt idx="94233">
                  <c:v>69.98</c:v>
                </c:pt>
                <c:pt idx="94234">
                  <c:v>62.98</c:v>
                </c:pt>
                <c:pt idx="94235">
                  <c:v>71.09</c:v>
                </c:pt>
                <c:pt idx="94236">
                  <c:v>84.99</c:v>
                </c:pt>
                <c:pt idx="94237">
                  <c:v>84.99</c:v>
                </c:pt>
                <c:pt idx="94238">
                  <c:v>84.99</c:v>
                </c:pt>
                <c:pt idx="94239">
                  <c:v>89.97</c:v>
                </c:pt>
                <c:pt idx="94240">
                  <c:v>113.96</c:v>
                </c:pt>
                <c:pt idx="94241">
                  <c:v>124.95</c:v>
                </c:pt>
                <c:pt idx="94242">
                  <c:v>120.98</c:v>
                </c:pt>
                <c:pt idx="94243">
                  <c:v>120.98</c:v>
                </c:pt>
                <c:pt idx="94244">
                  <c:v>120.98</c:v>
                </c:pt>
                <c:pt idx="94245">
                  <c:v>67.959999999999994</c:v>
                </c:pt>
                <c:pt idx="94246">
                  <c:v>61.97</c:v>
                </c:pt>
                <c:pt idx="94247">
                  <c:v>63.96</c:v>
                </c:pt>
                <c:pt idx="94248">
                  <c:v>55.94</c:v>
                </c:pt>
                <c:pt idx="94249">
                  <c:v>33.28</c:v>
                </c:pt>
                <c:pt idx="94250">
                  <c:v>41.29</c:v>
                </c:pt>
                <c:pt idx="94251">
                  <c:v>89.97</c:v>
                </c:pt>
                <c:pt idx="94252">
                  <c:v>51.98</c:v>
                </c:pt>
                <c:pt idx="94253">
                  <c:v>59.94</c:v>
                </c:pt>
                <c:pt idx="94254">
                  <c:v>59.97</c:v>
                </c:pt>
                <c:pt idx="94255">
                  <c:v>94.96</c:v>
                </c:pt>
                <c:pt idx="94256">
                  <c:v>58.8</c:v>
                </c:pt>
                <c:pt idx="94257">
                  <c:v>54.98</c:v>
                </c:pt>
                <c:pt idx="94258">
                  <c:v>108.86</c:v>
                </c:pt>
                <c:pt idx="94259">
                  <c:v>108.86</c:v>
                </c:pt>
                <c:pt idx="94260">
                  <c:v>145.15</c:v>
                </c:pt>
                <c:pt idx="94261">
                  <c:v>362.76</c:v>
                </c:pt>
                <c:pt idx="94262">
                  <c:v>101.97</c:v>
                </c:pt>
                <c:pt idx="94263">
                  <c:v>65.989999999999995</c:v>
                </c:pt>
                <c:pt idx="94264">
                  <c:v>144.47999999999999</c:v>
                </c:pt>
                <c:pt idx="94265">
                  <c:v>183.95</c:v>
                </c:pt>
                <c:pt idx="94266">
                  <c:v>23.28</c:v>
                </c:pt>
                <c:pt idx="94267">
                  <c:v>57.95</c:v>
                </c:pt>
                <c:pt idx="94268">
                  <c:v>139.94</c:v>
                </c:pt>
                <c:pt idx="94269">
                  <c:v>62.98</c:v>
                </c:pt>
                <c:pt idx="94270">
                  <c:v>80.48</c:v>
                </c:pt>
                <c:pt idx="94271">
                  <c:v>56.34</c:v>
                </c:pt>
                <c:pt idx="94272">
                  <c:v>65.97</c:v>
                </c:pt>
                <c:pt idx="94273">
                  <c:v>62.15</c:v>
                </c:pt>
                <c:pt idx="94274">
                  <c:v>72.239999999999995</c:v>
                </c:pt>
                <c:pt idx="94275">
                  <c:v>99.98</c:v>
                </c:pt>
                <c:pt idx="94276">
                  <c:v>59.98</c:v>
                </c:pt>
                <c:pt idx="94277">
                  <c:v>59.98</c:v>
                </c:pt>
                <c:pt idx="94278">
                  <c:v>85.97</c:v>
                </c:pt>
                <c:pt idx="94279">
                  <c:v>85.97</c:v>
                </c:pt>
                <c:pt idx="94280">
                  <c:v>59.98</c:v>
                </c:pt>
                <c:pt idx="94281">
                  <c:v>55.98</c:v>
                </c:pt>
                <c:pt idx="94282">
                  <c:v>55.98</c:v>
                </c:pt>
                <c:pt idx="94283">
                  <c:v>65.97</c:v>
                </c:pt>
                <c:pt idx="94284">
                  <c:v>59.98</c:v>
                </c:pt>
                <c:pt idx="94285">
                  <c:v>50.98</c:v>
                </c:pt>
                <c:pt idx="94286">
                  <c:v>50.98</c:v>
                </c:pt>
                <c:pt idx="94287">
                  <c:v>65.97</c:v>
                </c:pt>
                <c:pt idx="94288">
                  <c:v>115.97</c:v>
                </c:pt>
                <c:pt idx="94289">
                  <c:v>83.02</c:v>
                </c:pt>
                <c:pt idx="94290">
                  <c:v>-83.02</c:v>
                </c:pt>
                <c:pt idx="94291">
                  <c:v>131.97</c:v>
                </c:pt>
                <c:pt idx="94292">
                  <c:v>49.73</c:v>
                </c:pt>
                <c:pt idx="94293">
                  <c:v>106.98</c:v>
                </c:pt>
                <c:pt idx="94294">
                  <c:v>49.46</c:v>
                </c:pt>
                <c:pt idx="94295">
                  <c:v>87.95</c:v>
                </c:pt>
                <c:pt idx="94296">
                  <c:v>59.95</c:v>
                </c:pt>
                <c:pt idx="94297">
                  <c:v>51.21</c:v>
                </c:pt>
                <c:pt idx="94298">
                  <c:v>63.97</c:v>
                </c:pt>
                <c:pt idx="94299">
                  <c:v>87.95</c:v>
                </c:pt>
                <c:pt idx="94300">
                  <c:v>51.21</c:v>
                </c:pt>
                <c:pt idx="94301">
                  <c:v>49.46</c:v>
                </c:pt>
                <c:pt idx="94302">
                  <c:v>59.95</c:v>
                </c:pt>
                <c:pt idx="94303">
                  <c:v>63.97</c:v>
                </c:pt>
                <c:pt idx="94304">
                  <c:v>29.48</c:v>
                </c:pt>
                <c:pt idx="94305">
                  <c:v>104.25</c:v>
                </c:pt>
                <c:pt idx="94306">
                  <c:v>62.57</c:v>
                </c:pt>
                <c:pt idx="94307">
                  <c:v>171.9</c:v>
                </c:pt>
                <c:pt idx="94308">
                  <c:v>141.27000000000001</c:v>
                </c:pt>
                <c:pt idx="94309">
                  <c:v>191.96</c:v>
                </c:pt>
                <c:pt idx="94310">
                  <c:v>57.97</c:v>
                </c:pt>
                <c:pt idx="94311">
                  <c:v>69.39</c:v>
                </c:pt>
                <c:pt idx="94312">
                  <c:v>104.33</c:v>
                </c:pt>
                <c:pt idx="94313">
                  <c:v>74.98</c:v>
                </c:pt>
                <c:pt idx="94314">
                  <c:v>68.83</c:v>
                </c:pt>
                <c:pt idx="94315">
                  <c:v>59.98</c:v>
                </c:pt>
                <c:pt idx="94316">
                  <c:v>123.47</c:v>
                </c:pt>
                <c:pt idx="94317">
                  <c:v>93.97</c:v>
                </c:pt>
                <c:pt idx="94318">
                  <c:v>68.989999999999995</c:v>
                </c:pt>
                <c:pt idx="94319">
                  <c:v>169.98</c:v>
                </c:pt>
                <c:pt idx="94320">
                  <c:v>99.97</c:v>
                </c:pt>
                <c:pt idx="94321">
                  <c:v>179.96</c:v>
                </c:pt>
                <c:pt idx="94322">
                  <c:v>52.98</c:v>
                </c:pt>
                <c:pt idx="94323">
                  <c:v>79.989999999999995</c:v>
                </c:pt>
                <c:pt idx="94324">
                  <c:v>65.989999999999995</c:v>
                </c:pt>
                <c:pt idx="94325">
                  <c:v>49.99</c:v>
                </c:pt>
                <c:pt idx="94326">
                  <c:v>51.49</c:v>
                </c:pt>
                <c:pt idx="94327">
                  <c:v>329.95</c:v>
                </c:pt>
                <c:pt idx="94328">
                  <c:v>72.53</c:v>
                </c:pt>
                <c:pt idx="94329">
                  <c:v>72.53</c:v>
                </c:pt>
                <c:pt idx="94330">
                  <c:v>71.08</c:v>
                </c:pt>
                <c:pt idx="94331">
                  <c:v>53.06</c:v>
                </c:pt>
                <c:pt idx="94332">
                  <c:v>53.97</c:v>
                </c:pt>
                <c:pt idx="94333">
                  <c:v>80.040000000000006</c:v>
                </c:pt>
                <c:pt idx="94334">
                  <c:v>59.98</c:v>
                </c:pt>
                <c:pt idx="94335">
                  <c:v>79.959999999999994</c:v>
                </c:pt>
                <c:pt idx="94336">
                  <c:v>62.96</c:v>
                </c:pt>
                <c:pt idx="94337">
                  <c:v>61.95</c:v>
                </c:pt>
                <c:pt idx="94338">
                  <c:v>89.91</c:v>
                </c:pt>
                <c:pt idx="94339">
                  <c:v>55.76</c:v>
                </c:pt>
                <c:pt idx="94340">
                  <c:v>64.989999999999995</c:v>
                </c:pt>
                <c:pt idx="94341">
                  <c:v>116.06</c:v>
                </c:pt>
                <c:pt idx="94342">
                  <c:v>89.98</c:v>
                </c:pt>
                <c:pt idx="94343">
                  <c:v>89.98</c:v>
                </c:pt>
                <c:pt idx="94344">
                  <c:v>119.56</c:v>
                </c:pt>
                <c:pt idx="94345">
                  <c:v>18.489999999999998</c:v>
                </c:pt>
                <c:pt idx="94346">
                  <c:v>140.36000000000001</c:v>
                </c:pt>
                <c:pt idx="94347">
                  <c:v>65.989999999999995</c:v>
                </c:pt>
                <c:pt idx="94348">
                  <c:v>122.97</c:v>
                </c:pt>
                <c:pt idx="94349">
                  <c:v>331.94</c:v>
                </c:pt>
                <c:pt idx="94350">
                  <c:v>46.29</c:v>
                </c:pt>
                <c:pt idx="94351">
                  <c:v>98.98</c:v>
                </c:pt>
                <c:pt idx="94352">
                  <c:v>40.24</c:v>
                </c:pt>
                <c:pt idx="94353">
                  <c:v>84.99</c:v>
                </c:pt>
                <c:pt idx="94354">
                  <c:v>84.99</c:v>
                </c:pt>
                <c:pt idx="94355">
                  <c:v>103.18</c:v>
                </c:pt>
                <c:pt idx="94356">
                  <c:v>97.22</c:v>
                </c:pt>
                <c:pt idx="94357">
                  <c:v>234.54</c:v>
                </c:pt>
                <c:pt idx="94358">
                  <c:v>72.959999999999994</c:v>
                </c:pt>
                <c:pt idx="94359">
                  <c:v>29.86</c:v>
                </c:pt>
                <c:pt idx="94360">
                  <c:v>59.97</c:v>
                </c:pt>
                <c:pt idx="94361">
                  <c:v>41.28</c:v>
                </c:pt>
                <c:pt idx="94362">
                  <c:v>50.97</c:v>
                </c:pt>
                <c:pt idx="94363">
                  <c:v>139.97999999999999</c:v>
                </c:pt>
                <c:pt idx="94364">
                  <c:v>147.74</c:v>
                </c:pt>
                <c:pt idx="94365">
                  <c:v>146.03</c:v>
                </c:pt>
                <c:pt idx="94366">
                  <c:v>59.96</c:v>
                </c:pt>
                <c:pt idx="94367">
                  <c:v>59.96</c:v>
                </c:pt>
                <c:pt idx="94368">
                  <c:v>28.23</c:v>
                </c:pt>
                <c:pt idx="94369">
                  <c:v>33.28</c:v>
                </c:pt>
                <c:pt idx="94370">
                  <c:v>33.26</c:v>
                </c:pt>
                <c:pt idx="94371">
                  <c:v>54.97</c:v>
                </c:pt>
                <c:pt idx="94372">
                  <c:v>36.78</c:v>
                </c:pt>
                <c:pt idx="94373">
                  <c:v>72.55</c:v>
                </c:pt>
                <c:pt idx="94374">
                  <c:v>75.2</c:v>
                </c:pt>
                <c:pt idx="94375">
                  <c:v>105.94</c:v>
                </c:pt>
                <c:pt idx="94376">
                  <c:v>74.14</c:v>
                </c:pt>
                <c:pt idx="94377">
                  <c:v>99.97</c:v>
                </c:pt>
                <c:pt idx="94378">
                  <c:v>92.97</c:v>
                </c:pt>
                <c:pt idx="94379">
                  <c:v>82.98</c:v>
                </c:pt>
                <c:pt idx="94380">
                  <c:v>56.97</c:v>
                </c:pt>
                <c:pt idx="94381">
                  <c:v>78.97</c:v>
                </c:pt>
                <c:pt idx="94382">
                  <c:v>87.97</c:v>
                </c:pt>
                <c:pt idx="94383">
                  <c:v>106.96</c:v>
                </c:pt>
                <c:pt idx="94384">
                  <c:v>324.91000000000003</c:v>
                </c:pt>
                <c:pt idx="94385">
                  <c:v>54.99</c:v>
                </c:pt>
                <c:pt idx="94386">
                  <c:v>46.49</c:v>
                </c:pt>
                <c:pt idx="94387">
                  <c:v>4.9800000000000004</c:v>
                </c:pt>
                <c:pt idx="94388">
                  <c:v>109.97</c:v>
                </c:pt>
                <c:pt idx="94389">
                  <c:v>69.989999999999995</c:v>
                </c:pt>
                <c:pt idx="94390">
                  <c:v>64.989999999999995</c:v>
                </c:pt>
                <c:pt idx="94391">
                  <c:v>82.11</c:v>
                </c:pt>
                <c:pt idx="94392">
                  <c:v>51.99</c:v>
                </c:pt>
                <c:pt idx="94393">
                  <c:v>91.8</c:v>
                </c:pt>
                <c:pt idx="94394">
                  <c:v>123.12</c:v>
                </c:pt>
                <c:pt idx="94395">
                  <c:v>77.400000000000006</c:v>
                </c:pt>
                <c:pt idx="94396">
                  <c:v>160.16999999999999</c:v>
                </c:pt>
                <c:pt idx="94397">
                  <c:v>120.95</c:v>
                </c:pt>
                <c:pt idx="94398">
                  <c:v>33.479999999999997</c:v>
                </c:pt>
                <c:pt idx="94399">
                  <c:v>99.97</c:v>
                </c:pt>
                <c:pt idx="94400">
                  <c:v>83.48</c:v>
                </c:pt>
                <c:pt idx="94401">
                  <c:v>62.47</c:v>
                </c:pt>
                <c:pt idx="94402">
                  <c:v>72.959999999999994</c:v>
                </c:pt>
                <c:pt idx="94403">
                  <c:v>53.96</c:v>
                </c:pt>
                <c:pt idx="94404">
                  <c:v>28.48</c:v>
                </c:pt>
                <c:pt idx="94405">
                  <c:v>58.27</c:v>
                </c:pt>
                <c:pt idx="94406">
                  <c:v>49.71</c:v>
                </c:pt>
                <c:pt idx="94407">
                  <c:v>7.04</c:v>
                </c:pt>
                <c:pt idx="94408">
                  <c:v>74.28</c:v>
                </c:pt>
                <c:pt idx="94409">
                  <c:v>73.98</c:v>
                </c:pt>
                <c:pt idx="94410">
                  <c:v>72.97</c:v>
                </c:pt>
                <c:pt idx="94411">
                  <c:v>164.97</c:v>
                </c:pt>
                <c:pt idx="94412">
                  <c:v>77.97</c:v>
                </c:pt>
                <c:pt idx="94413">
                  <c:v>89.97</c:v>
                </c:pt>
                <c:pt idx="94414">
                  <c:v>59.98</c:v>
                </c:pt>
                <c:pt idx="94415">
                  <c:v>59.98</c:v>
                </c:pt>
                <c:pt idx="94416">
                  <c:v>119.96</c:v>
                </c:pt>
                <c:pt idx="94417">
                  <c:v>98.95</c:v>
                </c:pt>
                <c:pt idx="94418">
                  <c:v>230.85</c:v>
                </c:pt>
                <c:pt idx="94419">
                  <c:v>197.96</c:v>
                </c:pt>
                <c:pt idx="94420">
                  <c:v>136.08000000000001</c:v>
                </c:pt>
                <c:pt idx="94421">
                  <c:v>59.96</c:v>
                </c:pt>
                <c:pt idx="94422">
                  <c:v>89.95</c:v>
                </c:pt>
                <c:pt idx="94423">
                  <c:v>59.96</c:v>
                </c:pt>
                <c:pt idx="94424">
                  <c:v>59.96</c:v>
                </c:pt>
                <c:pt idx="94425">
                  <c:v>65.989999999999995</c:v>
                </c:pt>
                <c:pt idx="94426">
                  <c:v>64.709999999999994</c:v>
                </c:pt>
                <c:pt idx="94427">
                  <c:v>53.97</c:v>
                </c:pt>
                <c:pt idx="94428">
                  <c:v>89.93</c:v>
                </c:pt>
                <c:pt idx="94429">
                  <c:v>99.95</c:v>
                </c:pt>
                <c:pt idx="94430">
                  <c:v>59.96</c:v>
                </c:pt>
                <c:pt idx="94431">
                  <c:v>89.93</c:v>
                </c:pt>
                <c:pt idx="94432">
                  <c:v>201.95</c:v>
                </c:pt>
                <c:pt idx="94433">
                  <c:v>54.98</c:v>
                </c:pt>
                <c:pt idx="94434">
                  <c:v>71.97</c:v>
                </c:pt>
                <c:pt idx="94435">
                  <c:v>89.95</c:v>
                </c:pt>
                <c:pt idx="94436">
                  <c:v>82.4</c:v>
                </c:pt>
                <c:pt idx="94437">
                  <c:v>77.150000000000006</c:v>
                </c:pt>
                <c:pt idx="94438">
                  <c:v>71.180000000000007</c:v>
                </c:pt>
                <c:pt idx="94439">
                  <c:v>36.479999999999997</c:v>
                </c:pt>
                <c:pt idx="94440">
                  <c:v>89.98</c:v>
                </c:pt>
                <c:pt idx="94441">
                  <c:v>126.99</c:v>
                </c:pt>
                <c:pt idx="94442">
                  <c:v>110.06</c:v>
                </c:pt>
                <c:pt idx="94443">
                  <c:v>119.73</c:v>
                </c:pt>
                <c:pt idx="94444">
                  <c:v>218.89</c:v>
                </c:pt>
                <c:pt idx="94445">
                  <c:v>89.98</c:v>
                </c:pt>
                <c:pt idx="94446">
                  <c:v>218.89</c:v>
                </c:pt>
                <c:pt idx="94447">
                  <c:v>218.89</c:v>
                </c:pt>
                <c:pt idx="94448">
                  <c:v>137.87</c:v>
                </c:pt>
                <c:pt idx="94449">
                  <c:v>137.87</c:v>
                </c:pt>
                <c:pt idx="94450">
                  <c:v>89.98</c:v>
                </c:pt>
                <c:pt idx="94451">
                  <c:v>137.87</c:v>
                </c:pt>
                <c:pt idx="94452">
                  <c:v>89.98</c:v>
                </c:pt>
                <c:pt idx="94453">
                  <c:v>72.56</c:v>
                </c:pt>
                <c:pt idx="94454">
                  <c:v>152.41</c:v>
                </c:pt>
                <c:pt idx="94455">
                  <c:v>72.56</c:v>
                </c:pt>
                <c:pt idx="94456">
                  <c:v>49.57</c:v>
                </c:pt>
                <c:pt idx="94457">
                  <c:v>53.97</c:v>
                </c:pt>
                <c:pt idx="94458">
                  <c:v>53.43</c:v>
                </c:pt>
                <c:pt idx="94459">
                  <c:v>189.98</c:v>
                </c:pt>
                <c:pt idx="94460">
                  <c:v>56.97</c:v>
                </c:pt>
                <c:pt idx="94461">
                  <c:v>80.97</c:v>
                </c:pt>
                <c:pt idx="94462">
                  <c:v>80.97</c:v>
                </c:pt>
                <c:pt idx="94463">
                  <c:v>70.650000000000006</c:v>
                </c:pt>
                <c:pt idx="94464">
                  <c:v>70.650000000000006</c:v>
                </c:pt>
                <c:pt idx="94465">
                  <c:v>50.98</c:v>
                </c:pt>
                <c:pt idx="94466">
                  <c:v>50.98</c:v>
                </c:pt>
                <c:pt idx="94467">
                  <c:v>59.98</c:v>
                </c:pt>
                <c:pt idx="94468">
                  <c:v>59.98</c:v>
                </c:pt>
                <c:pt idx="94469">
                  <c:v>68.989999999999995</c:v>
                </c:pt>
                <c:pt idx="94470">
                  <c:v>327.92</c:v>
                </c:pt>
                <c:pt idx="94471">
                  <c:v>62.28</c:v>
                </c:pt>
                <c:pt idx="94472">
                  <c:v>49.99</c:v>
                </c:pt>
                <c:pt idx="94473">
                  <c:v>245.56</c:v>
                </c:pt>
                <c:pt idx="94474">
                  <c:v>50.48</c:v>
                </c:pt>
                <c:pt idx="94475">
                  <c:v>114.91</c:v>
                </c:pt>
                <c:pt idx="94476">
                  <c:v>119.98</c:v>
                </c:pt>
                <c:pt idx="94477">
                  <c:v>110.98</c:v>
                </c:pt>
                <c:pt idx="94478">
                  <c:v>62.97</c:v>
                </c:pt>
                <c:pt idx="94479">
                  <c:v>19.48</c:v>
                </c:pt>
                <c:pt idx="94480">
                  <c:v>56.97</c:v>
                </c:pt>
                <c:pt idx="94481">
                  <c:v>56.97</c:v>
                </c:pt>
                <c:pt idx="94482">
                  <c:v>68.73</c:v>
                </c:pt>
                <c:pt idx="94483">
                  <c:v>59.37</c:v>
                </c:pt>
                <c:pt idx="94484">
                  <c:v>-5.9</c:v>
                </c:pt>
                <c:pt idx="94485">
                  <c:v>58.98</c:v>
                </c:pt>
                <c:pt idx="94486">
                  <c:v>64.98</c:v>
                </c:pt>
                <c:pt idx="94487">
                  <c:v>70.13</c:v>
                </c:pt>
                <c:pt idx="94488">
                  <c:v>91.91</c:v>
                </c:pt>
                <c:pt idx="94489">
                  <c:v>91.91</c:v>
                </c:pt>
                <c:pt idx="94490">
                  <c:v>49.59</c:v>
                </c:pt>
                <c:pt idx="94491">
                  <c:v>79.849999999999994</c:v>
                </c:pt>
                <c:pt idx="94492">
                  <c:v>49.59</c:v>
                </c:pt>
                <c:pt idx="94493">
                  <c:v>157.26</c:v>
                </c:pt>
                <c:pt idx="94494">
                  <c:v>50.97</c:v>
                </c:pt>
                <c:pt idx="94495">
                  <c:v>-24.99</c:v>
                </c:pt>
                <c:pt idx="94496">
                  <c:v>-25.98</c:v>
                </c:pt>
                <c:pt idx="94497">
                  <c:v>27.48</c:v>
                </c:pt>
                <c:pt idx="94498">
                  <c:v>27.48</c:v>
                </c:pt>
                <c:pt idx="94499">
                  <c:v>59.83</c:v>
                </c:pt>
                <c:pt idx="94500">
                  <c:v>100.45</c:v>
                </c:pt>
                <c:pt idx="94501">
                  <c:v>84.99</c:v>
                </c:pt>
                <c:pt idx="94502">
                  <c:v>84.99</c:v>
                </c:pt>
                <c:pt idx="94503">
                  <c:v>84.99</c:v>
                </c:pt>
                <c:pt idx="94504">
                  <c:v>72.239999999999995</c:v>
                </c:pt>
                <c:pt idx="94505">
                  <c:v>79.849999999999994</c:v>
                </c:pt>
                <c:pt idx="94506">
                  <c:v>79.849999999999994</c:v>
                </c:pt>
                <c:pt idx="94507">
                  <c:v>108.86</c:v>
                </c:pt>
                <c:pt idx="94508">
                  <c:v>86.49</c:v>
                </c:pt>
                <c:pt idx="94509">
                  <c:v>45.96</c:v>
                </c:pt>
                <c:pt idx="94510">
                  <c:v>37.18</c:v>
                </c:pt>
                <c:pt idx="94511">
                  <c:v>67.739999999999995</c:v>
                </c:pt>
                <c:pt idx="94512">
                  <c:v>77.98</c:v>
                </c:pt>
                <c:pt idx="94513">
                  <c:v>170.97</c:v>
                </c:pt>
                <c:pt idx="94514">
                  <c:v>77.98</c:v>
                </c:pt>
                <c:pt idx="94515">
                  <c:v>154.96</c:v>
                </c:pt>
                <c:pt idx="94516">
                  <c:v>129.96</c:v>
                </c:pt>
                <c:pt idx="94517">
                  <c:v>119.92</c:v>
                </c:pt>
                <c:pt idx="94518">
                  <c:v>50.97</c:v>
                </c:pt>
                <c:pt idx="94519">
                  <c:v>68.97</c:v>
                </c:pt>
                <c:pt idx="94520">
                  <c:v>29.48</c:v>
                </c:pt>
                <c:pt idx="94521">
                  <c:v>24.49</c:v>
                </c:pt>
                <c:pt idx="94522">
                  <c:v>68.97</c:v>
                </c:pt>
                <c:pt idx="94523">
                  <c:v>24.49</c:v>
                </c:pt>
                <c:pt idx="94524">
                  <c:v>21.04</c:v>
                </c:pt>
                <c:pt idx="94525">
                  <c:v>53.97</c:v>
                </c:pt>
                <c:pt idx="94526">
                  <c:v>53.97</c:v>
                </c:pt>
                <c:pt idx="94527">
                  <c:v>19.29</c:v>
                </c:pt>
                <c:pt idx="94528">
                  <c:v>53.98</c:v>
                </c:pt>
                <c:pt idx="94529">
                  <c:v>119.94</c:v>
                </c:pt>
                <c:pt idx="94530">
                  <c:v>71.959999999999994</c:v>
                </c:pt>
                <c:pt idx="94531">
                  <c:v>70.69</c:v>
                </c:pt>
                <c:pt idx="94532">
                  <c:v>64.77</c:v>
                </c:pt>
                <c:pt idx="94533">
                  <c:v>55.98</c:v>
                </c:pt>
                <c:pt idx="94534">
                  <c:v>103.96</c:v>
                </c:pt>
                <c:pt idx="94535">
                  <c:v>119.92</c:v>
                </c:pt>
                <c:pt idx="94536">
                  <c:v>79.989999999999995</c:v>
                </c:pt>
                <c:pt idx="94537">
                  <c:v>121.16</c:v>
                </c:pt>
                <c:pt idx="94538">
                  <c:v>129.36000000000001</c:v>
                </c:pt>
                <c:pt idx="94539">
                  <c:v>99.98</c:v>
                </c:pt>
                <c:pt idx="94540">
                  <c:v>82.97</c:v>
                </c:pt>
                <c:pt idx="94541">
                  <c:v>54.99</c:v>
                </c:pt>
                <c:pt idx="94542">
                  <c:v>54.99</c:v>
                </c:pt>
                <c:pt idx="94543">
                  <c:v>54.99</c:v>
                </c:pt>
                <c:pt idx="94544">
                  <c:v>99.98</c:v>
                </c:pt>
                <c:pt idx="94545">
                  <c:v>55.98</c:v>
                </c:pt>
                <c:pt idx="94546">
                  <c:v>74.98</c:v>
                </c:pt>
                <c:pt idx="94547">
                  <c:v>65.680000000000007</c:v>
                </c:pt>
                <c:pt idx="94548">
                  <c:v>104.98</c:v>
                </c:pt>
                <c:pt idx="94549">
                  <c:v>80.739999999999995</c:v>
                </c:pt>
                <c:pt idx="94550">
                  <c:v>55.96</c:v>
                </c:pt>
                <c:pt idx="94551">
                  <c:v>117.76</c:v>
                </c:pt>
                <c:pt idx="94552">
                  <c:v>146.96</c:v>
                </c:pt>
                <c:pt idx="94553">
                  <c:v>132.36000000000001</c:v>
                </c:pt>
                <c:pt idx="94554">
                  <c:v>59.39</c:v>
                </c:pt>
                <c:pt idx="94555">
                  <c:v>54.98</c:v>
                </c:pt>
                <c:pt idx="94556">
                  <c:v>64.95</c:v>
                </c:pt>
                <c:pt idx="94557">
                  <c:v>94.98</c:v>
                </c:pt>
                <c:pt idx="94558">
                  <c:v>58.93</c:v>
                </c:pt>
                <c:pt idx="94559">
                  <c:v>146.36000000000001</c:v>
                </c:pt>
                <c:pt idx="94560">
                  <c:v>106.86</c:v>
                </c:pt>
                <c:pt idx="94561">
                  <c:v>59.98</c:v>
                </c:pt>
                <c:pt idx="94562">
                  <c:v>56.98</c:v>
                </c:pt>
                <c:pt idx="94563">
                  <c:v>277.41000000000003</c:v>
                </c:pt>
                <c:pt idx="94564">
                  <c:v>51.96</c:v>
                </c:pt>
                <c:pt idx="94565">
                  <c:v>151.91999999999999</c:v>
                </c:pt>
                <c:pt idx="94566">
                  <c:v>71.959999999999994</c:v>
                </c:pt>
                <c:pt idx="94567">
                  <c:v>89.94</c:v>
                </c:pt>
                <c:pt idx="94568">
                  <c:v>226.41</c:v>
                </c:pt>
                <c:pt idx="94569">
                  <c:v>76.47</c:v>
                </c:pt>
                <c:pt idx="94570">
                  <c:v>60.97</c:v>
                </c:pt>
                <c:pt idx="94571">
                  <c:v>89.91</c:v>
                </c:pt>
                <c:pt idx="94572">
                  <c:v>78.959999999999994</c:v>
                </c:pt>
                <c:pt idx="94573">
                  <c:v>39.89</c:v>
                </c:pt>
                <c:pt idx="94574">
                  <c:v>47.28</c:v>
                </c:pt>
                <c:pt idx="94575">
                  <c:v>45.26</c:v>
                </c:pt>
                <c:pt idx="94576">
                  <c:v>55.97</c:v>
                </c:pt>
                <c:pt idx="94577">
                  <c:v>54.95</c:v>
                </c:pt>
                <c:pt idx="94578">
                  <c:v>139.94999999999999</c:v>
                </c:pt>
                <c:pt idx="94579">
                  <c:v>209.97</c:v>
                </c:pt>
                <c:pt idx="94580">
                  <c:v>26.29</c:v>
                </c:pt>
                <c:pt idx="94581">
                  <c:v>41.28</c:v>
                </c:pt>
                <c:pt idx="94582">
                  <c:v>41.28</c:v>
                </c:pt>
                <c:pt idx="94583">
                  <c:v>69.97</c:v>
                </c:pt>
                <c:pt idx="94584">
                  <c:v>158.97</c:v>
                </c:pt>
                <c:pt idx="94585">
                  <c:v>159.97999999999999</c:v>
                </c:pt>
                <c:pt idx="94586">
                  <c:v>50.37</c:v>
                </c:pt>
                <c:pt idx="94587">
                  <c:v>71.97</c:v>
                </c:pt>
                <c:pt idx="94588">
                  <c:v>146.36000000000001</c:v>
                </c:pt>
                <c:pt idx="94589">
                  <c:v>53.97</c:v>
                </c:pt>
                <c:pt idx="94590">
                  <c:v>117.98</c:v>
                </c:pt>
                <c:pt idx="94591">
                  <c:v>117.98</c:v>
                </c:pt>
                <c:pt idx="94592">
                  <c:v>16.29</c:v>
                </c:pt>
                <c:pt idx="94593">
                  <c:v>56.98</c:v>
                </c:pt>
                <c:pt idx="94594">
                  <c:v>16.29</c:v>
                </c:pt>
                <c:pt idx="94595">
                  <c:v>56.98</c:v>
                </c:pt>
                <c:pt idx="94596">
                  <c:v>53.97</c:v>
                </c:pt>
                <c:pt idx="94597">
                  <c:v>109.96</c:v>
                </c:pt>
                <c:pt idx="94598">
                  <c:v>213.92</c:v>
                </c:pt>
                <c:pt idx="94599">
                  <c:v>42.31</c:v>
                </c:pt>
                <c:pt idx="94600">
                  <c:v>42.31</c:v>
                </c:pt>
                <c:pt idx="94601">
                  <c:v>37.47</c:v>
                </c:pt>
                <c:pt idx="94602">
                  <c:v>74.95</c:v>
                </c:pt>
                <c:pt idx="94603">
                  <c:v>46.47</c:v>
                </c:pt>
                <c:pt idx="94604">
                  <c:v>74.95</c:v>
                </c:pt>
                <c:pt idx="94605">
                  <c:v>64.989999999999995</c:v>
                </c:pt>
                <c:pt idx="94606">
                  <c:v>56.97</c:v>
                </c:pt>
                <c:pt idx="94607">
                  <c:v>114.98</c:v>
                </c:pt>
                <c:pt idx="94608">
                  <c:v>67.989999999999995</c:v>
                </c:pt>
                <c:pt idx="94609">
                  <c:v>62.97</c:v>
                </c:pt>
                <c:pt idx="94610">
                  <c:v>52.68</c:v>
                </c:pt>
                <c:pt idx="94611">
                  <c:v>61.98</c:v>
                </c:pt>
                <c:pt idx="94612">
                  <c:v>69.98</c:v>
                </c:pt>
                <c:pt idx="94613">
                  <c:v>75.97</c:v>
                </c:pt>
                <c:pt idx="94614">
                  <c:v>117.96</c:v>
                </c:pt>
                <c:pt idx="94615">
                  <c:v>99.98</c:v>
                </c:pt>
                <c:pt idx="94616">
                  <c:v>125.98</c:v>
                </c:pt>
                <c:pt idx="94617">
                  <c:v>89.96</c:v>
                </c:pt>
                <c:pt idx="94618">
                  <c:v>101.97</c:v>
                </c:pt>
                <c:pt idx="94619">
                  <c:v>94.98</c:v>
                </c:pt>
                <c:pt idx="94620">
                  <c:v>87.98</c:v>
                </c:pt>
                <c:pt idx="94621">
                  <c:v>99.98</c:v>
                </c:pt>
                <c:pt idx="94622">
                  <c:v>64.98</c:v>
                </c:pt>
                <c:pt idx="94623">
                  <c:v>32.479999999999997</c:v>
                </c:pt>
                <c:pt idx="94624">
                  <c:v>59.96</c:v>
                </c:pt>
                <c:pt idx="94625">
                  <c:v>59.91</c:v>
                </c:pt>
                <c:pt idx="94626">
                  <c:v>169.98</c:v>
                </c:pt>
                <c:pt idx="94627">
                  <c:v>152.97999999999999</c:v>
                </c:pt>
                <c:pt idx="94628">
                  <c:v>34.06</c:v>
                </c:pt>
                <c:pt idx="94629">
                  <c:v>64.95</c:v>
                </c:pt>
                <c:pt idx="94630">
                  <c:v>64.95</c:v>
                </c:pt>
                <c:pt idx="94631">
                  <c:v>49.05</c:v>
                </c:pt>
                <c:pt idx="94632">
                  <c:v>61.67</c:v>
                </c:pt>
                <c:pt idx="94633">
                  <c:v>193.55</c:v>
                </c:pt>
                <c:pt idx="94634">
                  <c:v>39.99</c:v>
                </c:pt>
                <c:pt idx="94635">
                  <c:v>157.94999999999999</c:v>
                </c:pt>
                <c:pt idx="94636">
                  <c:v>89.97</c:v>
                </c:pt>
                <c:pt idx="94637">
                  <c:v>139.94999999999999</c:v>
                </c:pt>
                <c:pt idx="94638">
                  <c:v>89.97</c:v>
                </c:pt>
                <c:pt idx="94639">
                  <c:v>69.98</c:v>
                </c:pt>
                <c:pt idx="94640">
                  <c:v>70.97</c:v>
                </c:pt>
                <c:pt idx="94641">
                  <c:v>31.49</c:v>
                </c:pt>
                <c:pt idx="94642">
                  <c:v>55.97</c:v>
                </c:pt>
                <c:pt idx="94643">
                  <c:v>31.49</c:v>
                </c:pt>
                <c:pt idx="94644">
                  <c:v>31.49</c:v>
                </c:pt>
                <c:pt idx="94645">
                  <c:v>259.95999999999998</c:v>
                </c:pt>
                <c:pt idx="94646">
                  <c:v>259.95999999999998</c:v>
                </c:pt>
                <c:pt idx="94647">
                  <c:v>56.97</c:v>
                </c:pt>
                <c:pt idx="94648">
                  <c:v>56.97</c:v>
                </c:pt>
                <c:pt idx="94649">
                  <c:v>69.989999999999995</c:v>
                </c:pt>
                <c:pt idx="94650">
                  <c:v>99.97</c:v>
                </c:pt>
                <c:pt idx="94651">
                  <c:v>55.98</c:v>
                </c:pt>
                <c:pt idx="94652">
                  <c:v>50.98</c:v>
                </c:pt>
                <c:pt idx="94653">
                  <c:v>16.489999999999998</c:v>
                </c:pt>
                <c:pt idx="94654">
                  <c:v>59.99</c:v>
                </c:pt>
                <c:pt idx="94655">
                  <c:v>55.96</c:v>
                </c:pt>
                <c:pt idx="94656">
                  <c:v>151.47</c:v>
                </c:pt>
                <c:pt idx="94657">
                  <c:v>56.97</c:v>
                </c:pt>
                <c:pt idx="94658">
                  <c:v>108.41</c:v>
                </c:pt>
                <c:pt idx="94659">
                  <c:v>63.96</c:v>
                </c:pt>
                <c:pt idx="94660">
                  <c:v>63.96</c:v>
                </c:pt>
                <c:pt idx="94661">
                  <c:v>63.96</c:v>
                </c:pt>
                <c:pt idx="94662">
                  <c:v>68.94</c:v>
                </c:pt>
                <c:pt idx="94663">
                  <c:v>77.959999999999994</c:v>
                </c:pt>
                <c:pt idx="94664">
                  <c:v>269.75</c:v>
                </c:pt>
                <c:pt idx="94665">
                  <c:v>79.849999999999994</c:v>
                </c:pt>
                <c:pt idx="94666">
                  <c:v>119.97</c:v>
                </c:pt>
                <c:pt idx="94667">
                  <c:v>99.95</c:v>
                </c:pt>
                <c:pt idx="94668">
                  <c:v>79.98</c:v>
                </c:pt>
                <c:pt idx="94669">
                  <c:v>79.98</c:v>
                </c:pt>
                <c:pt idx="94670">
                  <c:v>99.95</c:v>
                </c:pt>
                <c:pt idx="94671">
                  <c:v>119.97</c:v>
                </c:pt>
                <c:pt idx="94672">
                  <c:v>26.49</c:v>
                </c:pt>
                <c:pt idx="94673">
                  <c:v>39.479999999999997</c:v>
                </c:pt>
                <c:pt idx="94674">
                  <c:v>26.49</c:v>
                </c:pt>
                <c:pt idx="94675">
                  <c:v>16.239999999999998</c:v>
                </c:pt>
                <c:pt idx="94676">
                  <c:v>22.94</c:v>
                </c:pt>
                <c:pt idx="94677">
                  <c:v>26.49</c:v>
                </c:pt>
                <c:pt idx="94678">
                  <c:v>26.49</c:v>
                </c:pt>
                <c:pt idx="94679">
                  <c:v>121.98</c:v>
                </c:pt>
                <c:pt idx="94680">
                  <c:v>199.96</c:v>
                </c:pt>
                <c:pt idx="94681">
                  <c:v>182.94</c:v>
                </c:pt>
                <c:pt idx="94682">
                  <c:v>134.94999999999999</c:v>
                </c:pt>
                <c:pt idx="94683">
                  <c:v>68.97</c:v>
                </c:pt>
                <c:pt idx="94684">
                  <c:v>59.98</c:v>
                </c:pt>
                <c:pt idx="94685">
                  <c:v>98.06</c:v>
                </c:pt>
                <c:pt idx="94686">
                  <c:v>31.28</c:v>
                </c:pt>
                <c:pt idx="94687">
                  <c:v>16.940000000000001</c:v>
                </c:pt>
                <c:pt idx="94688">
                  <c:v>53.76</c:v>
                </c:pt>
                <c:pt idx="94689">
                  <c:v>70.98</c:v>
                </c:pt>
                <c:pt idx="94690">
                  <c:v>62.97</c:v>
                </c:pt>
                <c:pt idx="94691">
                  <c:v>66.48</c:v>
                </c:pt>
                <c:pt idx="94692">
                  <c:v>119.97</c:v>
                </c:pt>
                <c:pt idx="94693">
                  <c:v>75.97</c:v>
                </c:pt>
                <c:pt idx="94694">
                  <c:v>51.96</c:v>
                </c:pt>
                <c:pt idx="94695">
                  <c:v>41.48</c:v>
                </c:pt>
                <c:pt idx="94696">
                  <c:v>237.55</c:v>
                </c:pt>
                <c:pt idx="94697">
                  <c:v>66.47</c:v>
                </c:pt>
                <c:pt idx="94698">
                  <c:v>51.98</c:v>
                </c:pt>
                <c:pt idx="94699">
                  <c:v>89.97</c:v>
                </c:pt>
                <c:pt idx="94700">
                  <c:v>89.97</c:v>
                </c:pt>
                <c:pt idx="94701">
                  <c:v>83.97</c:v>
                </c:pt>
                <c:pt idx="94702">
                  <c:v>67.98</c:v>
                </c:pt>
                <c:pt idx="94703">
                  <c:v>83.97</c:v>
                </c:pt>
                <c:pt idx="94704">
                  <c:v>47.98</c:v>
                </c:pt>
                <c:pt idx="94705">
                  <c:v>57.98</c:v>
                </c:pt>
                <c:pt idx="94706">
                  <c:v>33.479999999999997</c:v>
                </c:pt>
                <c:pt idx="94707">
                  <c:v>41.48</c:v>
                </c:pt>
                <c:pt idx="94708">
                  <c:v>68.959999999999994</c:v>
                </c:pt>
                <c:pt idx="94709">
                  <c:v>41.48</c:v>
                </c:pt>
                <c:pt idx="94710">
                  <c:v>56.98</c:v>
                </c:pt>
                <c:pt idx="94711">
                  <c:v>79.97</c:v>
                </c:pt>
                <c:pt idx="94712">
                  <c:v>68.91</c:v>
                </c:pt>
                <c:pt idx="94713">
                  <c:v>54.99</c:v>
                </c:pt>
                <c:pt idx="94714">
                  <c:v>54.99</c:v>
                </c:pt>
                <c:pt idx="94715">
                  <c:v>16.940000000000001</c:v>
                </c:pt>
                <c:pt idx="94716">
                  <c:v>16.29</c:v>
                </c:pt>
                <c:pt idx="94717">
                  <c:v>16.940000000000001</c:v>
                </c:pt>
                <c:pt idx="94718">
                  <c:v>106.44</c:v>
                </c:pt>
                <c:pt idx="94719">
                  <c:v>96.78</c:v>
                </c:pt>
                <c:pt idx="94720">
                  <c:v>300.55</c:v>
                </c:pt>
                <c:pt idx="94721">
                  <c:v>65.98</c:v>
                </c:pt>
                <c:pt idx="94722">
                  <c:v>159.96</c:v>
                </c:pt>
                <c:pt idx="94723">
                  <c:v>57.8</c:v>
                </c:pt>
                <c:pt idx="94724">
                  <c:v>72.239999999999995</c:v>
                </c:pt>
                <c:pt idx="94725">
                  <c:v>185.27</c:v>
                </c:pt>
                <c:pt idx="94726">
                  <c:v>72.97</c:v>
                </c:pt>
                <c:pt idx="94727">
                  <c:v>50.98</c:v>
                </c:pt>
                <c:pt idx="94728">
                  <c:v>87.96</c:v>
                </c:pt>
                <c:pt idx="94729">
                  <c:v>59.47</c:v>
                </c:pt>
                <c:pt idx="94730">
                  <c:v>100.95</c:v>
                </c:pt>
                <c:pt idx="94731">
                  <c:v>99.95</c:v>
                </c:pt>
                <c:pt idx="94732">
                  <c:v>119.95</c:v>
                </c:pt>
                <c:pt idx="94733">
                  <c:v>62.98</c:v>
                </c:pt>
                <c:pt idx="94734">
                  <c:v>106.15</c:v>
                </c:pt>
                <c:pt idx="94735">
                  <c:v>42.67</c:v>
                </c:pt>
                <c:pt idx="94736">
                  <c:v>102.48</c:v>
                </c:pt>
                <c:pt idx="94737">
                  <c:v>89.23</c:v>
                </c:pt>
                <c:pt idx="94738">
                  <c:v>114.98</c:v>
                </c:pt>
                <c:pt idx="94739">
                  <c:v>76.11</c:v>
                </c:pt>
                <c:pt idx="94740">
                  <c:v>125.97</c:v>
                </c:pt>
                <c:pt idx="94741">
                  <c:v>184.95</c:v>
                </c:pt>
                <c:pt idx="94742">
                  <c:v>159.97</c:v>
                </c:pt>
                <c:pt idx="94743">
                  <c:v>59.96</c:v>
                </c:pt>
                <c:pt idx="94744">
                  <c:v>77.459999999999994</c:v>
                </c:pt>
                <c:pt idx="94745">
                  <c:v>178.17</c:v>
                </c:pt>
                <c:pt idx="94746">
                  <c:v>43.48</c:v>
                </c:pt>
                <c:pt idx="94747">
                  <c:v>79.98</c:v>
                </c:pt>
                <c:pt idx="94748">
                  <c:v>65.97</c:v>
                </c:pt>
                <c:pt idx="94749">
                  <c:v>59.96</c:v>
                </c:pt>
                <c:pt idx="94750">
                  <c:v>31.48</c:v>
                </c:pt>
                <c:pt idx="94751">
                  <c:v>149.97</c:v>
                </c:pt>
                <c:pt idx="94752">
                  <c:v>83.48</c:v>
                </c:pt>
                <c:pt idx="94753">
                  <c:v>134.97999999999999</c:v>
                </c:pt>
                <c:pt idx="94754">
                  <c:v>54.98</c:v>
                </c:pt>
                <c:pt idx="94755">
                  <c:v>124.97</c:v>
                </c:pt>
                <c:pt idx="94756">
                  <c:v>114.97</c:v>
                </c:pt>
                <c:pt idx="94757">
                  <c:v>77.97</c:v>
                </c:pt>
                <c:pt idx="94758">
                  <c:v>78.97</c:v>
                </c:pt>
                <c:pt idx="94759">
                  <c:v>64.98</c:v>
                </c:pt>
                <c:pt idx="94760">
                  <c:v>32.24</c:v>
                </c:pt>
                <c:pt idx="94761">
                  <c:v>121.46</c:v>
                </c:pt>
                <c:pt idx="94762">
                  <c:v>122.95</c:v>
                </c:pt>
                <c:pt idx="94763">
                  <c:v>53.98</c:v>
                </c:pt>
                <c:pt idx="94764">
                  <c:v>53.98</c:v>
                </c:pt>
                <c:pt idx="94765">
                  <c:v>56.98</c:v>
                </c:pt>
                <c:pt idx="94766">
                  <c:v>89.97</c:v>
                </c:pt>
                <c:pt idx="94767">
                  <c:v>59.98</c:v>
                </c:pt>
                <c:pt idx="94768">
                  <c:v>27.23</c:v>
                </c:pt>
                <c:pt idx="94769">
                  <c:v>16.04</c:v>
                </c:pt>
                <c:pt idx="94770">
                  <c:v>11.09</c:v>
                </c:pt>
                <c:pt idx="94771">
                  <c:v>31.48</c:v>
                </c:pt>
                <c:pt idx="94772">
                  <c:v>31.48</c:v>
                </c:pt>
                <c:pt idx="94773">
                  <c:v>26.48</c:v>
                </c:pt>
                <c:pt idx="94774">
                  <c:v>84.32</c:v>
                </c:pt>
                <c:pt idx="94775">
                  <c:v>59.96</c:v>
                </c:pt>
                <c:pt idx="94776">
                  <c:v>112.95</c:v>
                </c:pt>
                <c:pt idx="94777">
                  <c:v>164.96</c:v>
                </c:pt>
                <c:pt idx="94778">
                  <c:v>83.96</c:v>
                </c:pt>
                <c:pt idx="94779">
                  <c:v>14.99</c:v>
                </c:pt>
                <c:pt idx="94780">
                  <c:v>84.98</c:v>
                </c:pt>
                <c:pt idx="94781">
                  <c:v>68.989999999999995</c:v>
                </c:pt>
                <c:pt idx="94782">
                  <c:v>95.98</c:v>
                </c:pt>
                <c:pt idx="94783">
                  <c:v>55.96</c:v>
                </c:pt>
                <c:pt idx="94784">
                  <c:v>108.57</c:v>
                </c:pt>
                <c:pt idx="94785">
                  <c:v>65.989999999999995</c:v>
                </c:pt>
                <c:pt idx="94786">
                  <c:v>61.98</c:v>
                </c:pt>
                <c:pt idx="94787">
                  <c:v>56.09</c:v>
                </c:pt>
                <c:pt idx="94788">
                  <c:v>65.989999999999995</c:v>
                </c:pt>
                <c:pt idx="94789">
                  <c:v>61.98</c:v>
                </c:pt>
                <c:pt idx="94790">
                  <c:v>65.989999999999995</c:v>
                </c:pt>
                <c:pt idx="94791">
                  <c:v>65.989999999999995</c:v>
                </c:pt>
                <c:pt idx="94792">
                  <c:v>65.989999999999995</c:v>
                </c:pt>
                <c:pt idx="94793">
                  <c:v>65.989999999999995</c:v>
                </c:pt>
                <c:pt idx="94794">
                  <c:v>56.09</c:v>
                </c:pt>
                <c:pt idx="94795">
                  <c:v>65.989999999999995</c:v>
                </c:pt>
                <c:pt idx="94796">
                  <c:v>65.989999999999995</c:v>
                </c:pt>
                <c:pt idx="94797">
                  <c:v>159.97999999999999</c:v>
                </c:pt>
                <c:pt idx="94798">
                  <c:v>65.98</c:v>
                </c:pt>
                <c:pt idx="94799">
                  <c:v>65.98</c:v>
                </c:pt>
                <c:pt idx="94800">
                  <c:v>63.98</c:v>
                </c:pt>
                <c:pt idx="94801">
                  <c:v>59.98</c:v>
                </c:pt>
                <c:pt idx="94802">
                  <c:v>63.98</c:v>
                </c:pt>
                <c:pt idx="94803">
                  <c:v>119.96</c:v>
                </c:pt>
                <c:pt idx="94804">
                  <c:v>59.98</c:v>
                </c:pt>
                <c:pt idx="94805">
                  <c:v>122.56</c:v>
                </c:pt>
                <c:pt idx="94806">
                  <c:v>82.58</c:v>
                </c:pt>
                <c:pt idx="94807">
                  <c:v>77.42</c:v>
                </c:pt>
                <c:pt idx="94808">
                  <c:v>65.53</c:v>
                </c:pt>
                <c:pt idx="94809">
                  <c:v>12.08</c:v>
                </c:pt>
                <c:pt idx="94810">
                  <c:v>41.49</c:v>
                </c:pt>
                <c:pt idx="94811">
                  <c:v>41.49</c:v>
                </c:pt>
                <c:pt idx="94812">
                  <c:v>134.97999999999999</c:v>
                </c:pt>
                <c:pt idx="94813">
                  <c:v>184.41</c:v>
                </c:pt>
                <c:pt idx="94814">
                  <c:v>93.96</c:v>
                </c:pt>
                <c:pt idx="94815">
                  <c:v>74.97</c:v>
                </c:pt>
                <c:pt idx="94816">
                  <c:v>89.99</c:v>
                </c:pt>
                <c:pt idx="94817">
                  <c:v>57.96</c:v>
                </c:pt>
                <c:pt idx="94818">
                  <c:v>49.47</c:v>
                </c:pt>
                <c:pt idx="94819">
                  <c:v>30.28</c:v>
                </c:pt>
                <c:pt idx="94820">
                  <c:v>56.24</c:v>
                </c:pt>
                <c:pt idx="94821">
                  <c:v>74.27</c:v>
                </c:pt>
                <c:pt idx="94822">
                  <c:v>119.68</c:v>
                </c:pt>
                <c:pt idx="94823">
                  <c:v>111.27</c:v>
                </c:pt>
                <c:pt idx="94824">
                  <c:v>58.97</c:v>
                </c:pt>
                <c:pt idx="94825">
                  <c:v>53.98</c:v>
                </c:pt>
                <c:pt idx="94826">
                  <c:v>59.98</c:v>
                </c:pt>
                <c:pt idx="94827">
                  <c:v>88.17</c:v>
                </c:pt>
                <c:pt idx="94828">
                  <c:v>51.98</c:v>
                </c:pt>
                <c:pt idx="94829">
                  <c:v>203.97</c:v>
                </c:pt>
                <c:pt idx="94830">
                  <c:v>114.55</c:v>
                </c:pt>
                <c:pt idx="94831">
                  <c:v>89.23</c:v>
                </c:pt>
                <c:pt idx="94832">
                  <c:v>96.86</c:v>
                </c:pt>
                <c:pt idx="94833">
                  <c:v>55.98</c:v>
                </c:pt>
                <c:pt idx="94834">
                  <c:v>70.989999999999995</c:v>
                </c:pt>
                <c:pt idx="94835">
                  <c:v>124.96</c:v>
                </c:pt>
                <c:pt idx="94836">
                  <c:v>225.6</c:v>
                </c:pt>
                <c:pt idx="94837">
                  <c:v>14.99</c:v>
                </c:pt>
                <c:pt idx="94838">
                  <c:v>59.95</c:v>
                </c:pt>
                <c:pt idx="94839">
                  <c:v>69.989999999999995</c:v>
                </c:pt>
                <c:pt idx="94840">
                  <c:v>169.98</c:v>
                </c:pt>
                <c:pt idx="94841">
                  <c:v>42.47</c:v>
                </c:pt>
                <c:pt idx="94842">
                  <c:v>80.94</c:v>
                </c:pt>
                <c:pt idx="94843">
                  <c:v>59.96</c:v>
                </c:pt>
                <c:pt idx="94844">
                  <c:v>70.98</c:v>
                </c:pt>
                <c:pt idx="94845">
                  <c:v>71.98</c:v>
                </c:pt>
                <c:pt idx="94846">
                  <c:v>169.93</c:v>
                </c:pt>
                <c:pt idx="94847">
                  <c:v>142.44999999999999</c:v>
                </c:pt>
                <c:pt idx="94848">
                  <c:v>76.45</c:v>
                </c:pt>
                <c:pt idx="94849">
                  <c:v>50.98</c:v>
                </c:pt>
                <c:pt idx="94850">
                  <c:v>131.97999999999999</c:v>
                </c:pt>
                <c:pt idx="94851">
                  <c:v>131.97999999999999</c:v>
                </c:pt>
                <c:pt idx="94852">
                  <c:v>36.49</c:v>
                </c:pt>
                <c:pt idx="94853">
                  <c:v>36.89</c:v>
                </c:pt>
                <c:pt idx="94854">
                  <c:v>21.49</c:v>
                </c:pt>
                <c:pt idx="94855">
                  <c:v>59.98</c:v>
                </c:pt>
                <c:pt idx="94856">
                  <c:v>62.98</c:v>
                </c:pt>
                <c:pt idx="94857">
                  <c:v>71.150000000000006</c:v>
                </c:pt>
                <c:pt idx="94858">
                  <c:v>101.62</c:v>
                </c:pt>
                <c:pt idx="94859">
                  <c:v>56.97</c:v>
                </c:pt>
                <c:pt idx="94860">
                  <c:v>189.9</c:v>
                </c:pt>
                <c:pt idx="94861">
                  <c:v>28.92</c:v>
                </c:pt>
                <c:pt idx="94862">
                  <c:v>103.85</c:v>
                </c:pt>
                <c:pt idx="94863">
                  <c:v>72.97</c:v>
                </c:pt>
                <c:pt idx="94864">
                  <c:v>140.96</c:v>
                </c:pt>
                <c:pt idx="94865">
                  <c:v>55.98</c:v>
                </c:pt>
                <c:pt idx="94866">
                  <c:v>55.98</c:v>
                </c:pt>
                <c:pt idx="94867">
                  <c:v>53.98</c:v>
                </c:pt>
                <c:pt idx="94868">
                  <c:v>55.98</c:v>
                </c:pt>
                <c:pt idx="94869">
                  <c:v>31.49</c:v>
                </c:pt>
                <c:pt idx="94870">
                  <c:v>50.38</c:v>
                </c:pt>
                <c:pt idx="94871">
                  <c:v>229.78</c:v>
                </c:pt>
                <c:pt idx="94872">
                  <c:v>114.89</c:v>
                </c:pt>
                <c:pt idx="94873">
                  <c:v>114.89</c:v>
                </c:pt>
                <c:pt idx="94874">
                  <c:v>114.89</c:v>
                </c:pt>
                <c:pt idx="94875">
                  <c:v>114.89</c:v>
                </c:pt>
                <c:pt idx="94876">
                  <c:v>33.479999999999997</c:v>
                </c:pt>
                <c:pt idx="94877">
                  <c:v>56.97</c:v>
                </c:pt>
                <c:pt idx="94878">
                  <c:v>77.47</c:v>
                </c:pt>
                <c:pt idx="94879">
                  <c:v>33.479999999999997</c:v>
                </c:pt>
                <c:pt idx="94880">
                  <c:v>49.97</c:v>
                </c:pt>
                <c:pt idx="94881">
                  <c:v>77.47</c:v>
                </c:pt>
                <c:pt idx="94882">
                  <c:v>56.97</c:v>
                </c:pt>
                <c:pt idx="94883">
                  <c:v>49.97</c:v>
                </c:pt>
                <c:pt idx="94884">
                  <c:v>68.989999999999995</c:v>
                </c:pt>
                <c:pt idx="94885">
                  <c:v>84.98</c:v>
                </c:pt>
                <c:pt idx="94886">
                  <c:v>68.989999999999995</c:v>
                </c:pt>
                <c:pt idx="94887">
                  <c:v>87.64</c:v>
                </c:pt>
                <c:pt idx="94888">
                  <c:v>63.72</c:v>
                </c:pt>
                <c:pt idx="94889">
                  <c:v>87.64</c:v>
                </c:pt>
                <c:pt idx="94890">
                  <c:v>84.99</c:v>
                </c:pt>
                <c:pt idx="94891">
                  <c:v>75.58</c:v>
                </c:pt>
                <c:pt idx="94892">
                  <c:v>84.99</c:v>
                </c:pt>
                <c:pt idx="94893">
                  <c:v>63.72</c:v>
                </c:pt>
                <c:pt idx="94894">
                  <c:v>84.98</c:v>
                </c:pt>
                <c:pt idx="94895">
                  <c:v>75.58</c:v>
                </c:pt>
                <c:pt idx="94896">
                  <c:v>208.96</c:v>
                </c:pt>
                <c:pt idx="94897">
                  <c:v>59.96</c:v>
                </c:pt>
                <c:pt idx="94898">
                  <c:v>59.96</c:v>
                </c:pt>
                <c:pt idx="94899">
                  <c:v>67.709999999999994</c:v>
                </c:pt>
                <c:pt idx="94900">
                  <c:v>65.19</c:v>
                </c:pt>
                <c:pt idx="94901">
                  <c:v>69.98</c:v>
                </c:pt>
                <c:pt idx="94902">
                  <c:v>76.489999999999995</c:v>
                </c:pt>
                <c:pt idx="94903">
                  <c:v>99.98</c:v>
                </c:pt>
                <c:pt idx="94904">
                  <c:v>89.97</c:v>
                </c:pt>
                <c:pt idx="94905">
                  <c:v>227.04</c:v>
                </c:pt>
                <c:pt idx="94906">
                  <c:v>87.36</c:v>
                </c:pt>
                <c:pt idx="94907">
                  <c:v>70.989999999999995</c:v>
                </c:pt>
                <c:pt idx="94908">
                  <c:v>53.96</c:v>
                </c:pt>
                <c:pt idx="94909">
                  <c:v>50.97</c:v>
                </c:pt>
                <c:pt idx="94910">
                  <c:v>15.49</c:v>
                </c:pt>
                <c:pt idx="94911">
                  <c:v>13.7</c:v>
                </c:pt>
                <c:pt idx="94912">
                  <c:v>25.48</c:v>
                </c:pt>
                <c:pt idx="94913">
                  <c:v>15.49</c:v>
                </c:pt>
                <c:pt idx="94914">
                  <c:v>50.98</c:v>
                </c:pt>
                <c:pt idx="94915">
                  <c:v>30.23</c:v>
                </c:pt>
                <c:pt idx="94916">
                  <c:v>65.94</c:v>
                </c:pt>
                <c:pt idx="94917">
                  <c:v>69.989999999999995</c:v>
                </c:pt>
                <c:pt idx="94918">
                  <c:v>59.96</c:v>
                </c:pt>
                <c:pt idx="94919">
                  <c:v>27.38</c:v>
                </c:pt>
                <c:pt idx="94920">
                  <c:v>41.49</c:v>
                </c:pt>
                <c:pt idx="94921">
                  <c:v>102.46</c:v>
                </c:pt>
                <c:pt idx="94922">
                  <c:v>59.96</c:v>
                </c:pt>
                <c:pt idx="94923">
                  <c:v>50.98</c:v>
                </c:pt>
                <c:pt idx="94924">
                  <c:v>89.97</c:v>
                </c:pt>
                <c:pt idx="94925">
                  <c:v>79.97</c:v>
                </c:pt>
                <c:pt idx="94926">
                  <c:v>89.97</c:v>
                </c:pt>
                <c:pt idx="94927">
                  <c:v>59.96</c:v>
                </c:pt>
                <c:pt idx="94928">
                  <c:v>90.87</c:v>
                </c:pt>
                <c:pt idx="94929">
                  <c:v>59.96</c:v>
                </c:pt>
                <c:pt idx="94930">
                  <c:v>31.48</c:v>
                </c:pt>
                <c:pt idx="94931">
                  <c:v>59.96</c:v>
                </c:pt>
                <c:pt idx="94932">
                  <c:v>84.99</c:v>
                </c:pt>
                <c:pt idx="94933">
                  <c:v>160.08000000000001</c:v>
                </c:pt>
                <c:pt idx="94934">
                  <c:v>85.49</c:v>
                </c:pt>
                <c:pt idx="94935">
                  <c:v>77.39</c:v>
                </c:pt>
                <c:pt idx="94936">
                  <c:v>39.49</c:v>
                </c:pt>
                <c:pt idx="94937">
                  <c:v>87.98</c:v>
                </c:pt>
                <c:pt idx="94938">
                  <c:v>46.49</c:v>
                </c:pt>
                <c:pt idx="94939">
                  <c:v>64.349999999999994</c:v>
                </c:pt>
                <c:pt idx="94940">
                  <c:v>46.49</c:v>
                </c:pt>
                <c:pt idx="94941">
                  <c:v>59.84</c:v>
                </c:pt>
                <c:pt idx="94942">
                  <c:v>43.25</c:v>
                </c:pt>
                <c:pt idx="94943">
                  <c:v>62.27</c:v>
                </c:pt>
                <c:pt idx="94944">
                  <c:v>159.69999999999999</c:v>
                </c:pt>
                <c:pt idx="94945">
                  <c:v>182.67</c:v>
                </c:pt>
                <c:pt idx="94946">
                  <c:v>74.97</c:v>
                </c:pt>
                <c:pt idx="94947">
                  <c:v>139.97999999999999</c:v>
                </c:pt>
                <c:pt idx="94948">
                  <c:v>169.98</c:v>
                </c:pt>
                <c:pt idx="94949">
                  <c:v>229.97</c:v>
                </c:pt>
                <c:pt idx="94950">
                  <c:v>63.54</c:v>
                </c:pt>
                <c:pt idx="94951">
                  <c:v>166.85</c:v>
                </c:pt>
                <c:pt idx="94952">
                  <c:v>79.98</c:v>
                </c:pt>
                <c:pt idx="94953">
                  <c:v>77.97</c:v>
                </c:pt>
                <c:pt idx="94954">
                  <c:v>77.97</c:v>
                </c:pt>
                <c:pt idx="94955">
                  <c:v>77.97</c:v>
                </c:pt>
                <c:pt idx="94956">
                  <c:v>77.97</c:v>
                </c:pt>
                <c:pt idx="94957">
                  <c:v>77.97</c:v>
                </c:pt>
                <c:pt idx="94958">
                  <c:v>75.63</c:v>
                </c:pt>
                <c:pt idx="94959">
                  <c:v>75.63</c:v>
                </c:pt>
                <c:pt idx="94960">
                  <c:v>77.97</c:v>
                </c:pt>
                <c:pt idx="94961">
                  <c:v>59.98</c:v>
                </c:pt>
                <c:pt idx="94962">
                  <c:v>65.97</c:v>
                </c:pt>
                <c:pt idx="94963">
                  <c:v>55.96</c:v>
                </c:pt>
                <c:pt idx="94964">
                  <c:v>93.56</c:v>
                </c:pt>
                <c:pt idx="94965">
                  <c:v>137.94999999999999</c:v>
                </c:pt>
                <c:pt idx="94966">
                  <c:v>77.97</c:v>
                </c:pt>
                <c:pt idx="94967">
                  <c:v>130.94999999999999</c:v>
                </c:pt>
                <c:pt idx="94968">
                  <c:v>62.96</c:v>
                </c:pt>
                <c:pt idx="94969">
                  <c:v>67.989999999999995</c:v>
                </c:pt>
                <c:pt idx="94970">
                  <c:v>49.72</c:v>
                </c:pt>
                <c:pt idx="94971">
                  <c:v>93.03</c:v>
                </c:pt>
                <c:pt idx="94972">
                  <c:v>94.99</c:v>
                </c:pt>
                <c:pt idx="94973">
                  <c:v>69.98</c:v>
                </c:pt>
                <c:pt idx="94974">
                  <c:v>84.99</c:v>
                </c:pt>
                <c:pt idx="94975">
                  <c:v>54.99</c:v>
                </c:pt>
                <c:pt idx="94976">
                  <c:v>68.97</c:v>
                </c:pt>
                <c:pt idx="94977">
                  <c:v>98.42</c:v>
                </c:pt>
                <c:pt idx="94978">
                  <c:v>91.96</c:v>
                </c:pt>
                <c:pt idx="94979">
                  <c:v>51.44</c:v>
                </c:pt>
                <c:pt idx="94980">
                  <c:v>51.44</c:v>
                </c:pt>
                <c:pt idx="94981">
                  <c:v>262.94</c:v>
                </c:pt>
                <c:pt idx="94982">
                  <c:v>93.57</c:v>
                </c:pt>
                <c:pt idx="94983">
                  <c:v>48.57</c:v>
                </c:pt>
                <c:pt idx="94984">
                  <c:v>37.28</c:v>
                </c:pt>
                <c:pt idx="94985">
                  <c:v>67.959999999999994</c:v>
                </c:pt>
                <c:pt idx="94986">
                  <c:v>49.27</c:v>
                </c:pt>
                <c:pt idx="94987">
                  <c:v>143.97999999999999</c:v>
                </c:pt>
                <c:pt idx="94988">
                  <c:v>169.98</c:v>
                </c:pt>
                <c:pt idx="94989">
                  <c:v>199.96</c:v>
                </c:pt>
                <c:pt idx="94990">
                  <c:v>113.97</c:v>
                </c:pt>
                <c:pt idx="94991">
                  <c:v>71.97</c:v>
                </c:pt>
                <c:pt idx="94992">
                  <c:v>127.96</c:v>
                </c:pt>
                <c:pt idx="94993">
                  <c:v>113.97</c:v>
                </c:pt>
                <c:pt idx="94994">
                  <c:v>79.98</c:v>
                </c:pt>
                <c:pt idx="94995">
                  <c:v>37.46</c:v>
                </c:pt>
                <c:pt idx="94996">
                  <c:v>32.93</c:v>
                </c:pt>
                <c:pt idx="94997">
                  <c:v>28.44</c:v>
                </c:pt>
                <c:pt idx="94998">
                  <c:v>51.98</c:v>
                </c:pt>
                <c:pt idx="94999">
                  <c:v>55.98</c:v>
                </c:pt>
                <c:pt idx="95000">
                  <c:v>56.97</c:v>
                </c:pt>
                <c:pt idx="95001">
                  <c:v>114.48</c:v>
                </c:pt>
                <c:pt idx="95002">
                  <c:v>148.96</c:v>
                </c:pt>
                <c:pt idx="95003">
                  <c:v>313.83</c:v>
                </c:pt>
                <c:pt idx="95004">
                  <c:v>84.98</c:v>
                </c:pt>
                <c:pt idx="95005">
                  <c:v>69.989999999999995</c:v>
                </c:pt>
                <c:pt idx="95006">
                  <c:v>83.48</c:v>
                </c:pt>
                <c:pt idx="95007">
                  <c:v>135.5</c:v>
                </c:pt>
                <c:pt idx="95008">
                  <c:v>67.87</c:v>
                </c:pt>
                <c:pt idx="95009">
                  <c:v>71.86</c:v>
                </c:pt>
                <c:pt idx="95010">
                  <c:v>65.3</c:v>
                </c:pt>
                <c:pt idx="95011">
                  <c:v>89.97</c:v>
                </c:pt>
                <c:pt idx="95012">
                  <c:v>80.97</c:v>
                </c:pt>
                <c:pt idx="95013">
                  <c:v>73.98</c:v>
                </c:pt>
                <c:pt idx="95014">
                  <c:v>72.58</c:v>
                </c:pt>
                <c:pt idx="95015">
                  <c:v>100.55</c:v>
                </c:pt>
                <c:pt idx="95016">
                  <c:v>72.58</c:v>
                </c:pt>
                <c:pt idx="95017">
                  <c:v>59.18</c:v>
                </c:pt>
                <c:pt idx="95018">
                  <c:v>81.48</c:v>
                </c:pt>
                <c:pt idx="95019">
                  <c:v>31.49</c:v>
                </c:pt>
                <c:pt idx="95020">
                  <c:v>59.38</c:v>
                </c:pt>
                <c:pt idx="95021">
                  <c:v>59.38</c:v>
                </c:pt>
                <c:pt idx="95022">
                  <c:v>83.94</c:v>
                </c:pt>
                <c:pt idx="95023">
                  <c:v>83.94</c:v>
                </c:pt>
                <c:pt idx="95024">
                  <c:v>83.94</c:v>
                </c:pt>
                <c:pt idx="95025">
                  <c:v>55.96</c:v>
                </c:pt>
                <c:pt idx="95026">
                  <c:v>75.959999999999994</c:v>
                </c:pt>
                <c:pt idx="95027">
                  <c:v>83.93</c:v>
                </c:pt>
                <c:pt idx="95028">
                  <c:v>55.96</c:v>
                </c:pt>
                <c:pt idx="95029">
                  <c:v>87.1</c:v>
                </c:pt>
                <c:pt idx="95030">
                  <c:v>83.48</c:v>
                </c:pt>
                <c:pt idx="95031">
                  <c:v>69.989999999999995</c:v>
                </c:pt>
                <c:pt idx="95032">
                  <c:v>69.989999999999995</c:v>
                </c:pt>
                <c:pt idx="95033">
                  <c:v>54.48</c:v>
                </c:pt>
                <c:pt idx="95034">
                  <c:v>79.98</c:v>
                </c:pt>
                <c:pt idx="95035">
                  <c:v>76.489999999999995</c:v>
                </c:pt>
                <c:pt idx="95036">
                  <c:v>164.25</c:v>
                </c:pt>
                <c:pt idx="95037">
                  <c:v>71.63</c:v>
                </c:pt>
                <c:pt idx="95038">
                  <c:v>113.7</c:v>
                </c:pt>
                <c:pt idx="95039">
                  <c:v>93.27</c:v>
                </c:pt>
                <c:pt idx="95040">
                  <c:v>119.97</c:v>
                </c:pt>
                <c:pt idx="95041">
                  <c:v>149.97999999999999</c:v>
                </c:pt>
                <c:pt idx="95042">
                  <c:v>159.97999999999999</c:v>
                </c:pt>
                <c:pt idx="95043">
                  <c:v>149.97999999999999</c:v>
                </c:pt>
                <c:pt idx="95044">
                  <c:v>159.97999999999999</c:v>
                </c:pt>
                <c:pt idx="95045">
                  <c:v>59.97</c:v>
                </c:pt>
                <c:pt idx="95046">
                  <c:v>100.95</c:v>
                </c:pt>
                <c:pt idx="95047">
                  <c:v>95.95</c:v>
                </c:pt>
                <c:pt idx="95048">
                  <c:v>69.95</c:v>
                </c:pt>
                <c:pt idx="95049">
                  <c:v>111.93</c:v>
                </c:pt>
                <c:pt idx="95050">
                  <c:v>69.95</c:v>
                </c:pt>
                <c:pt idx="95051">
                  <c:v>59.99</c:v>
                </c:pt>
                <c:pt idx="95052">
                  <c:v>65.989999999999995</c:v>
                </c:pt>
                <c:pt idx="95053">
                  <c:v>65.989999999999995</c:v>
                </c:pt>
                <c:pt idx="95054">
                  <c:v>41.48</c:v>
                </c:pt>
                <c:pt idx="95055">
                  <c:v>41.48</c:v>
                </c:pt>
                <c:pt idx="95056">
                  <c:v>65.989999999999995</c:v>
                </c:pt>
                <c:pt idx="95057">
                  <c:v>65.989999999999995</c:v>
                </c:pt>
                <c:pt idx="95058">
                  <c:v>65.989999999999995</c:v>
                </c:pt>
                <c:pt idx="95059">
                  <c:v>65.989999999999995</c:v>
                </c:pt>
                <c:pt idx="95060">
                  <c:v>65.989999999999995</c:v>
                </c:pt>
                <c:pt idx="95061">
                  <c:v>51.09</c:v>
                </c:pt>
                <c:pt idx="95062">
                  <c:v>51.09</c:v>
                </c:pt>
                <c:pt idx="95063">
                  <c:v>65.989999999999995</c:v>
                </c:pt>
                <c:pt idx="95064">
                  <c:v>73.48</c:v>
                </c:pt>
                <c:pt idx="95065">
                  <c:v>74.98</c:v>
                </c:pt>
                <c:pt idx="95066">
                  <c:v>75.98</c:v>
                </c:pt>
                <c:pt idx="95067">
                  <c:v>63.98</c:v>
                </c:pt>
                <c:pt idx="95068">
                  <c:v>31.98</c:v>
                </c:pt>
                <c:pt idx="95069">
                  <c:v>69.97</c:v>
                </c:pt>
                <c:pt idx="95070">
                  <c:v>93.96</c:v>
                </c:pt>
                <c:pt idx="95071">
                  <c:v>95.4</c:v>
                </c:pt>
                <c:pt idx="95072">
                  <c:v>55.21</c:v>
                </c:pt>
                <c:pt idx="95073">
                  <c:v>64.95</c:v>
                </c:pt>
                <c:pt idx="95074">
                  <c:v>64.95</c:v>
                </c:pt>
                <c:pt idx="95075">
                  <c:v>51.96</c:v>
                </c:pt>
                <c:pt idx="95076">
                  <c:v>64.95</c:v>
                </c:pt>
                <c:pt idx="95077">
                  <c:v>64.95</c:v>
                </c:pt>
                <c:pt idx="95078">
                  <c:v>31.49</c:v>
                </c:pt>
                <c:pt idx="95079">
                  <c:v>64.37</c:v>
                </c:pt>
                <c:pt idx="95080">
                  <c:v>131.97999999999999</c:v>
                </c:pt>
                <c:pt idx="95081">
                  <c:v>66.540000000000006</c:v>
                </c:pt>
                <c:pt idx="95082">
                  <c:v>117.56</c:v>
                </c:pt>
                <c:pt idx="95083">
                  <c:v>66.540000000000006</c:v>
                </c:pt>
                <c:pt idx="95084">
                  <c:v>66.540000000000006</c:v>
                </c:pt>
                <c:pt idx="95085">
                  <c:v>119.98</c:v>
                </c:pt>
                <c:pt idx="95086">
                  <c:v>55.23</c:v>
                </c:pt>
                <c:pt idx="95087">
                  <c:v>64.989999999999995</c:v>
                </c:pt>
                <c:pt idx="95088">
                  <c:v>65.98</c:v>
                </c:pt>
                <c:pt idx="95089">
                  <c:v>140.53</c:v>
                </c:pt>
                <c:pt idx="95090">
                  <c:v>98.96</c:v>
                </c:pt>
                <c:pt idx="95091">
                  <c:v>92.57</c:v>
                </c:pt>
                <c:pt idx="95092">
                  <c:v>62.56</c:v>
                </c:pt>
                <c:pt idx="95093">
                  <c:v>99.98</c:v>
                </c:pt>
                <c:pt idx="95094">
                  <c:v>105.98</c:v>
                </c:pt>
                <c:pt idx="95095">
                  <c:v>99.98</c:v>
                </c:pt>
                <c:pt idx="95096">
                  <c:v>59.98</c:v>
                </c:pt>
                <c:pt idx="95097">
                  <c:v>90.97</c:v>
                </c:pt>
                <c:pt idx="95098">
                  <c:v>71.98</c:v>
                </c:pt>
                <c:pt idx="95099">
                  <c:v>82.98</c:v>
                </c:pt>
                <c:pt idx="95100">
                  <c:v>59.96</c:v>
                </c:pt>
                <c:pt idx="95101">
                  <c:v>245.97</c:v>
                </c:pt>
                <c:pt idx="95102">
                  <c:v>197.94</c:v>
                </c:pt>
                <c:pt idx="95103">
                  <c:v>51.48</c:v>
                </c:pt>
                <c:pt idx="95104">
                  <c:v>59.98</c:v>
                </c:pt>
                <c:pt idx="95105">
                  <c:v>59.98</c:v>
                </c:pt>
                <c:pt idx="95106">
                  <c:v>59.98</c:v>
                </c:pt>
                <c:pt idx="95107">
                  <c:v>57.48</c:v>
                </c:pt>
                <c:pt idx="95108">
                  <c:v>124.18</c:v>
                </c:pt>
                <c:pt idx="95109">
                  <c:v>76.489999999999995</c:v>
                </c:pt>
                <c:pt idx="95110">
                  <c:v>124.18</c:v>
                </c:pt>
                <c:pt idx="95111">
                  <c:v>76.489999999999995</c:v>
                </c:pt>
                <c:pt idx="95112">
                  <c:v>124.18</c:v>
                </c:pt>
                <c:pt idx="95113">
                  <c:v>124.18</c:v>
                </c:pt>
                <c:pt idx="95114">
                  <c:v>84.99</c:v>
                </c:pt>
                <c:pt idx="95115">
                  <c:v>76.489999999999995</c:v>
                </c:pt>
                <c:pt idx="95116">
                  <c:v>84.99</c:v>
                </c:pt>
                <c:pt idx="95117">
                  <c:v>84.99</c:v>
                </c:pt>
                <c:pt idx="95118">
                  <c:v>152.97999999999999</c:v>
                </c:pt>
                <c:pt idx="95119">
                  <c:v>152.97999999999999</c:v>
                </c:pt>
                <c:pt idx="95120">
                  <c:v>76.489999999999995</c:v>
                </c:pt>
                <c:pt idx="95121">
                  <c:v>152.97999999999999</c:v>
                </c:pt>
                <c:pt idx="95122">
                  <c:v>84.99</c:v>
                </c:pt>
                <c:pt idx="95123">
                  <c:v>152.97999999999999</c:v>
                </c:pt>
                <c:pt idx="95124">
                  <c:v>59.98</c:v>
                </c:pt>
                <c:pt idx="95125">
                  <c:v>85.97</c:v>
                </c:pt>
                <c:pt idx="95126">
                  <c:v>59.94</c:v>
                </c:pt>
                <c:pt idx="95127">
                  <c:v>99.93</c:v>
                </c:pt>
                <c:pt idx="95128">
                  <c:v>75.44</c:v>
                </c:pt>
                <c:pt idx="95129">
                  <c:v>75.44</c:v>
                </c:pt>
                <c:pt idx="95130">
                  <c:v>53.96</c:v>
                </c:pt>
                <c:pt idx="95131">
                  <c:v>53.96</c:v>
                </c:pt>
                <c:pt idx="95132">
                  <c:v>61.97</c:v>
                </c:pt>
                <c:pt idx="95133">
                  <c:v>53.96</c:v>
                </c:pt>
                <c:pt idx="95134">
                  <c:v>53.96</c:v>
                </c:pt>
                <c:pt idx="95135">
                  <c:v>52.06</c:v>
                </c:pt>
                <c:pt idx="95136">
                  <c:v>61.97</c:v>
                </c:pt>
                <c:pt idx="95137">
                  <c:v>52.06</c:v>
                </c:pt>
                <c:pt idx="95138">
                  <c:v>71.86</c:v>
                </c:pt>
                <c:pt idx="95139">
                  <c:v>71.86</c:v>
                </c:pt>
                <c:pt idx="95140">
                  <c:v>65.3</c:v>
                </c:pt>
                <c:pt idx="95141">
                  <c:v>108.88</c:v>
                </c:pt>
                <c:pt idx="95142">
                  <c:v>61.69</c:v>
                </c:pt>
                <c:pt idx="95143">
                  <c:v>55.53</c:v>
                </c:pt>
                <c:pt idx="95144">
                  <c:v>67.87</c:v>
                </c:pt>
                <c:pt idx="95145">
                  <c:v>59.88</c:v>
                </c:pt>
                <c:pt idx="95146">
                  <c:v>55.53</c:v>
                </c:pt>
                <c:pt idx="95147">
                  <c:v>65.3</c:v>
                </c:pt>
                <c:pt idx="95148">
                  <c:v>77.099999999999994</c:v>
                </c:pt>
                <c:pt idx="95149">
                  <c:v>77.099999999999994</c:v>
                </c:pt>
                <c:pt idx="95150">
                  <c:v>67.87</c:v>
                </c:pt>
                <c:pt idx="95151">
                  <c:v>77.099999999999994</c:v>
                </c:pt>
                <c:pt idx="95152">
                  <c:v>108.88</c:v>
                </c:pt>
                <c:pt idx="95153">
                  <c:v>77.099999999999994</c:v>
                </c:pt>
                <c:pt idx="95154">
                  <c:v>72.239999999999995</c:v>
                </c:pt>
                <c:pt idx="95155">
                  <c:v>108.88</c:v>
                </c:pt>
                <c:pt idx="95156">
                  <c:v>55.53</c:v>
                </c:pt>
                <c:pt idx="95157">
                  <c:v>108.88</c:v>
                </c:pt>
                <c:pt idx="95158">
                  <c:v>59.88</c:v>
                </c:pt>
                <c:pt idx="95159">
                  <c:v>67.87</c:v>
                </c:pt>
                <c:pt idx="95160">
                  <c:v>61.69</c:v>
                </c:pt>
                <c:pt idx="95161">
                  <c:v>61.69</c:v>
                </c:pt>
                <c:pt idx="95162">
                  <c:v>59.88</c:v>
                </c:pt>
                <c:pt idx="95163">
                  <c:v>55.53</c:v>
                </c:pt>
                <c:pt idx="95164">
                  <c:v>72.239999999999995</c:v>
                </c:pt>
                <c:pt idx="95165">
                  <c:v>65.3</c:v>
                </c:pt>
                <c:pt idx="95166">
                  <c:v>71.86</c:v>
                </c:pt>
                <c:pt idx="95167">
                  <c:v>72.239999999999995</c:v>
                </c:pt>
                <c:pt idx="95168">
                  <c:v>72.239999999999995</c:v>
                </c:pt>
                <c:pt idx="95169">
                  <c:v>71.86</c:v>
                </c:pt>
                <c:pt idx="95170">
                  <c:v>65.3</c:v>
                </c:pt>
                <c:pt idx="95171">
                  <c:v>67.87</c:v>
                </c:pt>
                <c:pt idx="95172">
                  <c:v>61.69</c:v>
                </c:pt>
                <c:pt idx="95173">
                  <c:v>59.88</c:v>
                </c:pt>
                <c:pt idx="95174">
                  <c:v>17.489999999999998</c:v>
                </c:pt>
                <c:pt idx="95175">
                  <c:v>79.98</c:v>
                </c:pt>
                <c:pt idx="95176">
                  <c:v>51.23</c:v>
                </c:pt>
                <c:pt idx="95177">
                  <c:v>8.49</c:v>
                </c:pt>
                <c:pt idx="95178">
                  <c:v>36.49</c:v>
                </c:pt>
                <c:pt idx="95179">
                  <c:v>74.98</c:v>
                </c:pt>
                <c:pt idx="95180">
                  <c:v>79.819999999999993</c:v>
                </c:pt>
                <c:pt idx="95181">
                  <c:v>33.840000000000003</c:v>
                </c:pt>
                <c:pt idx="95182">
                  <c:v>117.57</c:v>
                </c:pt>
                <c:pt idx="95183">
                  <c:v>96.76</c:v>
                </c:pt>
                <c:pt idx="95184">
                  <c:v>106.97</c:v>
                </c:pt>
                <c:pt idx="95185">
                  <c:v>134.97</c:v>
                </c:pt>
                <c:pt idx="95186">
                  <c:v>56.97</c:v>
                </c:pt>
                <c:pt idx="95187">
                  <c:v>103.98</c:v>
                </c:pt>
                <c:pt idx="95188">
                  <c:v>87.97</c:v>
                </c:pt>
                <c:pt idx="95189">
                  <c:v>92.54</c:v>
                </c:pt>
                <c:pt idx="95190">
                  <c:v>120.96</c:v>
                </c:pt>
                <c:pt idx="95191">
                  <c:v>123.38</c:v>
                </c:pt>
                <c:pt idx="95192">
                  <c:v>63.37</c:v>
                </c:pt>
                <c:pt idx="95193">
                  <c:v>88.97</c:v>
                </c:pt>
                <c:pt idx="95194">
                  <c:v>123.26</c:v>
                </c:pt>
                <c:pt idx="95195">
                  <c:v>30.26</c:v>
                </c:pt>
                <c:pt idx="95196">
                  <c:v>70.989999999999995</c:v>
                </c:pt>
                <c:pt idx="95197">
                  <c:v>169.97</c:v>
                </c:pt>
                <c:pt idx="95198">
                  <c:v>128.24</c:v>
                </c:pt>
                <c:pt idx="95199">
                  <c:v>79.849999999999994</c:v>
                </c:pt>
                <c:pt idx="95200">
                  <c:v>128.24</c:v>
                </c:pt>
                <c:pt idx="95201">
                  <c:v>62.97</c:v>
                </c:pt>
                <c:pt idx="95202">
                  <c:v>53.76</c:v>
                </c:pt>
                <c:pt idx="95203">
                  <c:v>62.97</c:v>
                </c:pt>
                <c:pt idx="95204">
                  <c:v>26.49</c:v>
                </c:pt>
                <c:pt idx="95205">
                  <c:v>140.18</c:v>
                </c:pt>
                <c:pt idx="95206">
                  <c:v>63.97</c:v>
                </c:pt>
                <c:pt idx="95207">
                  <c:v>-1.5</c:v>
                </c:pt>
                <c:pt idx="95208">
                  <c:v>159.96</c:v>
                </c:pt>
                <c:pt idx="95209">
                  <c:v>119.97</c:v>
                </c:pt>
                <c:pt idx="95210">
                  <c:v>131.97999999999999</c:v>
                </c:pt>
                <c:pt idx="95211">
                  <c:v>131.97999999999999</c:v>
                </c:pt>
                <c:pt idx="95212">
                  <c:v>133.47999999999999</c:v>
                </c:pt>
                <c:pt idx="95213">
                  <c:v>174.95</c:v>
                </c:pt>
                <c:pt idx="95214">
                  <c:v>174.95</c:v>
                </c:pt>
                <c:pt idx="95215">
                  <c:v>133.47999999999999</c:v>
                </c:pt>
                <c:pt idx="95216">
                  <c:v>193.76</c:v>
                </c:pt>
                <c:pt idx="95217">
                  <c:v>199.9</c:v>
                </c:pt>
                <c:pt idx="95218">
                  <c:v>79.959999999999994</c:v>
                </c:pt>
                <c:pt idx="95219">
                  <c:v>124.96</c:v>
                </c:pt>
                <c:pt idx="95220">
                  <c:v>79.97</c:v>
                </c:pt>
                <c:pt idx="95221">
                  <c:v>101.92</c:v>
                </c:pt>
                <c:pt idx="95222">
                  <c:v>219.11</c:v>
                </c:pt>
                <c:pt idx="95223">
                  <c:v>129.46</c:v>
                </c:pt>
                <c:pt idx="95224">
                  <c:v>89.98</c:v>
                </c:pt>
                <c:pt idx="95225">
                  <c:v>89.98</c:v>
                </c:pt>
                <c:pt idx="95226">
                  <c:v>146.25</c:v>
                </c:pt>
                <c:pt idx="95227">
                  <c:v>84.96</c:v>
                </c:pt>
                <c:pt idx="95228">
                  <c:v>90.73</c:v>
                </c:pt>
                <c:pt idx="95229">
                  <c:v>100.39</c:v>
                </c:pt>
                <c:pt idx="95230">
                  <c:v>-6</c:v>
                </c:pt>
                <c:pt idx="95231">
                  <c:v>112.18</c:v>
                </c:pt>
                <c:pt idx="95232">
                  <c:v>59.39</c:v>
                </c:pt>
                <c:pt idx="95233">
                  <c:v>64.989999999999995</c:v>
                </c:pt>
                <c:pt idx="95234">
                  <c:v>49.49</c:v>
                </c:pt>
                <c:pt idx="95235">
                  <c:v>76.489999999999995</c:v>
                </c:pt>
                <c:pt idx="95236">
                  <c:v>168.97</c:v>
                </c:pt>
                <c:pt idx="95237">
                  <c:v>155.94999999999999</c:v>
                </c:pt>
                <c:pt idx="95238">
                  <c:v>64.989999999999995</c:v>
                </c:pt>
                <c:pt idx="95239">
                  <c:v>59.96</c:v>
                </c:pt>
                <c:pt idx="95240">
                  <c:v>59.95</c:v>
                </c:pt>
                <c:pt idx="95241">
                  <c:v>83.48</c:v>
                </c:pt>
                <c:pt idx="95242">
                  <c:v>55.97</c:v>
                </c:pt>
                <c:pt idx="95243">
                  <c:v>51.27</c:v>
                </c:pt>
                <c:pt idx="95244">
                  <c:v>56.68</c:v>
                </c:pt>
                <c:pt idx="95245">
                  <c:v>26.99</c:v>
                </c:pt>
                <c:pt idx="95246">
                  <c:v>56.97</c:v>
                </c:pt>
                <c:pt idx="95247">
                  <c:v>58.97</c:v>
                </c:pt>
                <c:pt idx="95248">
                  <c:v>74.28</c:v>
                </c:pt>
                <c:pt idx="95249">
                  <c:v>134.94999999999999</c:v>
                </c:pt>
                <c:pt idx="95250">
                  <c:v>-3.3</c:v>
                </c:pt>
                <c:pt idx="95251">
                  <c:v>77.98</c:v>
                </c:pt>
                <c:pt idx="95252">
                  <c:v>59.38</c:v>
                </c:pt>
                <c:pt idx="95253">
                  <c:v>75.98</c:v>
                </c:pt>
                <c:pt idx="95254">
                  <c:v>89.97</c:v>
                </c:pt>
                <c:pt idx="95255">
                  <c:v>53.97</c:v>
                </c:pt>
                <c:pt idx="95256">
                  <c:v>53.97</c:v>
                </c:pt>
                <c:pt idx="95257">
                  <c:v>71.959999999999994</c:v>
                </c:pt>
                <c:pt idx="95258">
                  <c:v>74.95</c:v>
                </c:pt>
                <c:pt idx="95259">
                  <c:v>54.99</c:v>
                </c:pt>
                <c:pt idx="95260">
                  <c:v>59.98</c:v>
                </c:pt>
                <c:pt idx="95261">
                  <c:v>80.97</c:v>
                </c:pt>
                <c:pt idx="95262">
                  <c:v>76.47</c:v>
                </c:pt>
                <c:pt idx="95263">
                  <c:v>85.47</c:v>
                </c:pt>
                <c:pt idx="95264">
                  <c:v>89.07</c:v>
                </c:pt>
                <c:pt idx="95265">
                  <c:v>88.72</c:v>
                </c:pt>
                <c:pt idx="95266">
                  <c:v>124.95</c:v>
                </c:pt>
                <c:pt idx="95267">
                  <c:v>76.489999999999995</c:v>
                </c:pt>
                <c:pt idx="95268">
                  <c:v>83.29</c:v>
                </c:pt>
                <c:pt idx="95269">
                  <c:v>84.99</c:v>
                </c:pt>
                <c:pt idx="95270">
                  <c:v>84.14</c:v>
                </c:pt>
                <c:pt idx="95271">
                  <c:v>-23.6</c:v>
                </c:pt>
                <c:pt idx="95272">
                  <c:v>154.91</c:v>
                </c:pt>
                <c:pt idx="95273">
                  <c:v>123.4</c:v>
                </c:pt>
                <c:pt idx="95274">
                  <c:v>288.72000000000003</c:v>
                </c:pt>
                <c:pt idx="95275">
                  <c:v>131.97999999999999</c:v>
                </c:pt>
                <c:pt idx="95276">
                  <c:v>171.96</c:v>
                </c:pt>
                <c:pt idx="95277">
                  <c:v>117.85</c:v>
                </c:pt>
                <c:pt idx="95278">
                  <c:v>41.48</c:v>
                </c:pt>
                <c:pt idx="95279">
                  <c:v>16.489999999999998</c:v>
                </c:pt>
                <c:pt idx="95280">
                  <c:v>31.48</c:v>
                </c:pt>
                <c:pt idx="95281">
                  <c:v>15.95</c:v>
                </c:pt>
                <c:pt idx="95282">
                  <c:v>16.190000000000001</c:v>
                </c:pt>
                <c:pt idx="95283">
                  <c:v>145.76</c:v>
                </c:pt>
                <c:pt idx="95284">
                  <c:v>61.69</c:v>
                </c:pt>
                <c:pt idx="95285">
                  <c:v>48.89</c:v>
                </c:pt>
                <c:pt idx="95286">
                  <c:v>126.97</c:v>
                </c:pt>
                <c:pt idx="95287">
                  <c:v>67.959999999999994</c:v>
                </c:pt>
                <c:pt idx="95288">
                  <c:v>112.97</c:v>
                </c:pt>
                <c:pt idx="95289">
                  <c:v>68.98</c:v>
                </c:pt>
                <c:pt idx="95290">
                  <c:v>74.95</c:v>
                </c:pt>
                <c:pt idx="95291">
                  <c:v>157.44999999999999</c:v>
                </c:pt>
                <c:pt idx="95292">
                  <c:v>79.47</c:v>
                </c:pt>
                <c:pt idx="95293">
                  <c:v>60.73</c:v>
                </c:pt>
                <c:pt idx="95294">
                  <c:v>19.04</c:v>
                </c:pt>
                <c:pt idx="95295">
                  <c:v>188.36</c:v>
                </c:pt>
                <c:pt idx="95296">
                  <c:v>20.29</c:v>
                </c:pt>
                <c:pt idx="95297">
                  <c:v>20.29</c:v>
                </c:pt>
                <c:pt idx="95298">
                  <c:v>72.55</c:v>
                </c:pt>
                <c:pt idx="95299">
                  <c:v>72.55</c:v>
                </c:pt>
                <c:pt idx="95300">
                  <c:v>72.55</c:v>
                </c:pt>
                <c:pt idx="95301">
                  <c:v>-72.55</c:v>
                </c:pt>
                <c:pt idx="95302">
                  <c:v>72.55</c:v>
                </c:pt>
                <c:pt idx="95303">
                  <c:v>14.99</c:v>
                </c:pt>
                <c:pt idx="95304">
                  <c:v>29.98</c:v>
                </c:pt>
                <c:pt idx="95305">
                  <c:v>84.95</c:v>
                </c:pt>
                <c:pt idx="95306">
                  <c:v>123.47</c:v>
                </c:pt>
                <c:pt idx="95307">
                  <c:v>50.41</c:v>
                </c:pt>
                <c:pt idx="95308">
                  <c:v>63.96</c:v>
                </c:pt>
                <c:pt idx="95309">
                  <c:v>63.96</c:v>
                </c:pt>
                <c:pt idx="95310">
                  <c:v>54.95</c:v>
                </c:pt>
                <c:pt idx="95311">
                  <c:v>89.9</c:v>
                </c:pt>
                <c:pt idx="95312">
                  <c:v>51.94</c:v>
                </c:pt>
                <c:pt idx="95313">
                  <c:v>54.95</c:v>
                </c:pt>
                <c:pt idx="95314">
                  <c:v>54.95</c:v>
                </c:pt>
                <c:pt idx="95315">
                  <c:v>142.13</c:v>
                </c:pt>
                <c:pt idx="95316">
                  <c:v>53.97</c:v>
                </c:pt>
                <c:pt idx="95317">
                  <c:v>50.97</c:v>
                </c:pt>
                <c:pt idx="95318">
                  <c:v>76.459999999999994</c:v>
                </c:pt>
                <c:pt idx="95319">
                  <c:v>102.48</c:v>
                </c:pt>
                <c:pt idx="95320">
                  <c:v>85.49</c:v>
                </c:pt>
                <c:pt idx="95321">
                  <c:v>102.48</c:v>
                </c:pt>
                <c:pt idx="95322">
                  <c:v>85.49</c:v>
                </c:pt>
                <c:pt idx="95323">
                  <c:v>170.48</c:v>
                </c:pt>
                <c:pt idx="95324">
                  <c:v>170.48</c:v>
                </c:pt>
                <c:pt idx="95325">
                  <c:v>55.97</c:v>
                </c:pt>
                <c:pt idx="95326">
                  <c:v>183.96</c:v>
                </c:pt>
                <c:pt idx="95327">
                  <c:v>66.47</c:v>
                </c:pt>
                <c:pt idx="95328">
                  <c:v>68.930000000000007</c:v>
                </c:pt>
                <c:pt idx="95329">
                  <c:v>68.930000000000007</c:v>
                </c:pt>
                <c:pt idx="95330">
                  <c:v>68.930000000000007</c:v>
                </c:pt>
                <c:pt idx="95331">
                  <c:v>47.15</c:v>
                </c:pt>
                <c:pt idx="95332">
                  <c:v>68.930000000000007</c:v>
                </c:pt>
                <c:pt idx="95333">
                  <c:v>79.989999999999995</c:v>
                </c:pt>
                <c:pt idx="95334">
                  <c:v>79.989999999999995</c:v>
                </c:pt>
                <c:pt idx="95335">
                  <c:v>36.479999999999997</c:v>
                </c:pt>
                <c:pt idx="95336">
                  <c:v>128.96</c:v>
                </c:pt>
                <c:pt idx="95337">
                  <c:v>71.98</c:v>
                </c:pt>
                <c:pt idx="95338">
                  <c:v>49.28</c:v>
                </c:pt>
                <c:pt idx="95339">
                  <c:v>39.99</c:v>
                </c:pt>
                <c:pt idx="95340">
                  <c:v>49.88</c:v>
                </c:pt>
                <c:pt idx="95341">
                  <c:v>59.96</c:v>
                </c:pt>
                <c:pt idx="95342">
                  <c:v>196.25</c:v>
                </c:pt>
                <c:pt idx="95343">
                  <c:v>100.98</c:v>
                </c:pt>
                <c:pt idx="95344">
                  <c:v>59.97</c:v>
                </c:pt>
                <c:pt idx="95345">
                  <c:v>59.99</c:v>
                </c:pt>
                <c:pt idx="95346">
                  <c:v>54.98</c:v>
                </c:pt>
                <c:pt idx="95347">
                  <c:v>54.98</c:v>
                </c:pt>
                <c:pt idx="95348">
                  <c:v>72.22</c:v>
                </c:pt>
                <c:pt idx="95349">
                  <c:v>59.97</c:v>
                </c:pt>
                <c:pt idx="95350">
                  <c:v>48.48</c:v>
                </c:pt>
                <c:pt idx="95351">
                  <c:v>17.489999999999998</c:v>
                </c:pt>
                <c:pt idx="95352">
                  <c:v>89.97</c:v>
                </c:pt>
                <c:pt idx="95353">
                  <c:v>106.97</c:v>
                </c:pt>
                <c:pt idx="95354">
                  <c:v>104.98</c:v>
                </c:pt>
                <c:pt idx="95355">
                  <c:v>158.47</c:v>
                </c:pt>
                <c:pt idx="95356">
                  <c:v>94.36</c:v>
                </c:pt>
                <c:pt idx="95357">
                  <c:v>112.97</c:v>
                </c:pt>
                <c:pt idx="95358">
                  <c:v>201.94</c:v>
                </c:pt>
                <c:pt idx="95359">
                  <c:v>106.98</c:v>
                </c:pt>
                <c:pt idx="95360">
                  <c:v>106.98</c:v>
                </c:pt>
                <c:pt idx="95361">
                  <c:v>112.97</c:v>
                </c:pt>
                <c:pt idx="95362">
                  <c:v>201.94</c:v>
                </c:pt>
                <c:pt idx="95363">
                  <c:v>169.98</c:v>
                </c:pt>
                <c:pt idx="95364">
                  <c:v>73.97</c:v>
                </c:pt>
                <c:pt idx="95365">
                  <c:v>81.58</c:v>
                </c:pt>
                <c:pt idx="95366">
                  <c:v>144.46</c:v>
                </c:pt>
                <c:pt idx="95367">
                  <c:v>81.58</c:v>
                </c:pt>
                <c:pt idx="95368">
                  <c:v>144.46</c:v>
                </c:pt>
                <c:pt idx="95369">
                  <c:v>73.97</c:v>
                </c:pt>
                <c:pt idx="95370">
                  <c:v>141.91</c:v>
                </c:pt>
                <c:pt idx="95371">
                  <c:v>158.05000000000001</c:v>
                </c:pt>
                <c:pt idx="95372">
                  <c:v>101.05</c:v>
                </c:pt>
                <c:pt idx="95373">
                  <c:v>119.97</c:v>
                </c:pt>
                <c:pt idx="95374">
                  <c:v>299.89999999999998</c:v>
                </c:pt>
                <c:pt idx="95375">
                  <c:v>74.95</c:v>
                </c:pt>
                <c:pt idx="95376">
                  <c:v>74.95</c:v>
                </c:pt>
                <c:pt idx="95377">
                  <c:v>119.96</c:v>
                </c:pt>
                <c:pt idx="95378">
                  <c:v>179.94</c:v>
                </c:pt>
                <c:pt idx="95379">
                  <c:v>59.98</c:v>
                </c:pt>
                <c:pt idx="95380">
                  <c:v>59.98</c:v>
                </c:pt>
                <c:pt idx="95381">
                  <c:v>59.98</c:v>
                </c:pt>
                <c:pt idx="95382">
                  <c:v>119.96</c:v>
                </c:pt>
                <c:pt idx="95383">
                  <c:v>59.97</c:v>
                </c:pt>
                <c:pt idx="95384">
                  <c:v>54.98</c:v>
                </c:pt>
                <c:pt idx="95385">
                  <c:v>63.98</c:v>
                </c:pt>
                <c:pt idx="95386">
                  <c:v>54.98</c:v>
                </c:pt>
                <c:pt idx="95387">
                  <c:v>65.989999999999995</c:v>
                </c:pt>
                <c:pt idx="95388">
                  <c:v>299.88</c:v>
                </c:pt>
                <c:pt idx="95389">
                  <c:v>89.97</c:v>
                </c:pt>
                <c:pt idx="95390">
                  <c:v>149.94999999999999</c:v>
                </c:pt>
                <c:pt idx="95391">
                  <c:v>119.95</c:v>
                </c:pt>
                <c:pt idx="95392">
                  <c:v>89.97</c:v>
                </c:pt>
                <c:pt idx="95393">
                  <c:v>-149.94999999999999</c:v>
                </c:pt>
                <c:pt idx="95394">
                  <c:v>61.69</c:v>
                </c:pt>
                <c:pt idx="95395">
                  <c:v>97.99</c:v>
                </c:pt>
                <c:pt idx="95396">
                  <c:v>22.29</c:v>
                </c:pt>
                <c:pt idx="95397">
                  <c:v>128.24</c:v>
                </c:pt>
                <c:pt idx="95398">
                  <c:v>71.959999999999994</c:v>
                </c:pt>
                <c:pt idx="95399">
                  <c:v>62.96</c:v>
                </c:pt>
                <c:pt idx="95400">
                  <c:v>76.959999999999994</c:v>
                </c:pt>
                <c:pt idx="95401">
                  <c:v>85.48</c:v>
                </c:pt>
                <c:pt idx="95402">
                  <c:v>62.98</c:v>
                </c:pt>
                <c:pt idx="95403">
                  <c:v>23.48</c:v>
                </c:pt>
                <c:pt idx="95404">
                  <c:v>67.959999999999994</c:v>
                </c:pt>
                <c:pt idx="95405">
                  <c:v>139.94999999999999</c:v>
                </c:pt>
                <c:pt idx="95406">
                  <c:v>51.45</c:v>
                </c:pt>
                <c:pt idx="95407">
                  <c:v>122.97</c:v>
                </c:pt>
                <c:pt idx="95408">
                  <c:v>120.97</c:v>
                </c:pt>
                <c:pt idx="95409">
                  <c:v>183.95</c:v>
                </c:pt>
                <c:pt idx="95410">
                  <c:v>183.95</c:v>
                </c:pt>
                <c:pt idx="95411">
                  <c:v>120.97</c:v>
                </c:pt>
                <c:pt idx="95412">
                  <c:v>183.95</c:v>
                </c:pt>
                <c:pt idx="95413">
                  <c:v>122.97</c:v>
                </c:pt>
                <c:pt idx="95414">
                  <c:v>122.97</c:v>
                </c:pt>
                <c:pt idx="95415">
                  <c:v>79.98</c:v>
                </c:pt>
                <c:pt idx="95416">
                  <c:v>120.97</c:v>
                </c:pt>
                <c:pt idx="95417">
                  <c:v>79.98</c:v>
                </c:pt>
                <c:pt idx="95418">
                  <c:v>79.98</c:v>
                </c:pt>
                <c:pt idx="95419">
                  <c:v>113.22</c:v>
                </c:pt>
                <c:pt idx="95420">
                  <c:v>182.87</c:v>
                </c:pt>
                <c:pt idx="95421">
                  <c:v>327.92</c:v>
                </c:pt>
                <c:pt idx="95422">
                  <c:v>72.55</c:v>
                </c:pt>
                <c:pt idx="95423">
                  <c:v>61.67</c:v>
                </c:pt>
                <c:pt idx="95424">
                  <c:v>59.96</c:v>
                </c:pt>
                <c:pt idx="95425">
                  <c:v>37.47</c:v>
                </c:pt>
                <c:pt idx="95426">
                  <c:v>55.92</c:v>
                </c:pt>
                <c:pt idx="95427">
                  <c:v>31.48</c:v>
                </c:pt>
                <c:pt idx="95428">
                  <c:v>59.36</c:v>
                </c:pt>
                <c:pt idx="95429">
                  <c:v>152.96</c:v>
                </c:pt>
                <c:pt idx="95430">
                  <c:v>17.239999999999998</c:v>
                </c:pt>
                <c:pt idx="95431">
                  <c:v>96.68</c:v>
                </c:pt>
                <c:pt idx="95432">
                  <c:v>79.989999999999995</c:v>
                </c:pt>
                <c:pt idx="95433">
                  <c:v>123.47</c:v>
                </c:pt>
                <c:pt idx="95434">
                  <c:v>118.26</c:v>
                </c:pt>
                <c:pt idx="95435">
                  <c:v>145.1</c:v>
                </c:pt>
                <c:pt idx="95436">
                  <c:v>112.45</c:v>
                </c:pt>
                <c:pt idx="95437">
                  <c:v>49.99</c:v>
                </c:pt>
                <c:pt idx="95438">
                  <c:v>49.99</c:v>
                </c:pt>
                <c:pt idx="95439">
                  <c:v>50.98</c:v>
                </c:pt>
                <c:pt idx="95440">
                  <c:v>50.86</c:v>
                </c:pt>
                <c:pt idx="95441">
                  <c:v>24.48</c:v>
                </c:pt>
                <c:pt idx="95442">
                  <c:v>60.97</c:v>
                </c:pt>
                <c:pt idx="95443">
                  <c:v>49.47</c:v>
                </c:pt>
                <c:pt idx="95444">
                  <c:v>24.48</c:v>
                </c:pt>
                <c:pt idx="95445">
                  <c:v>49.47</c:v>
                </c:pt>
                <c:pt idx="95446">
                  <c:v>49.47</c:v>
                </c:pt>
                <c:pt idx="95447">
                  <c:v>49.47</c:v>
                </c:pt>
                <c:pt idx="95448">
                  <c:v>50.98</c:v>
                </c:pt>
                <c:pt idx="95449">
                  <c:v>24.48</c:v>
                </c:pt>
                <c:pt idx="95450">
                  <c:v>50.98</c:v>
                </c:pt>
                <c:pt idx="95451">
                  <c:v>50.98</c:v>
                </c:pt>
                <c:pt idx="95452">
                  <c:v>50.86</c:v>
                </c:pt>
                <c:pt idx="95453">
                  <c:v>60.97</c:v>
                </c:pt>
                <c:pt idx="95454">
                  <c:v>50.86</c:v>
                </c:pt>
                <c:pt idx="95455">
                  <c:v>50.86</c:v>
                </c:pt>
                <c:pt idx="95456">
                  <c:v>49.99</c:v>
                </c:pt>
                <c:pt idx="95457">
                  <c:v>60.97</c:v>
                </c:pt>
                <c:pt idx="95458">
                  <c:v>24.48</c:v>
                </c:pt>
                <c:pt idx="95459">
                  <c:v>49.99</c:v>
                </c:pt>
                <c:pt idx="95460">
                  <c:v>60.97</c:v>
                </c:pt>
                <c:pt idx="95461">
                  <c:v>155.96</c:v>
                </c:pt>
                <c:pt idx="95462">
                  <c:v>143.97</c:v>
                </c:pt>
                <c:pt idx="95463">
                  <c:v>249.95</c:v>
                </c:pt>
                <c:pt idx="95464">
                  <c:v>51.97</c:v>
                </c:pt>
                <c:pt idx="95465">
                  <c:v>57.98</c:v>
                </c:pt>
                <c:pt idx="95466">
                  <c:v>54.99</c:v>
                </c:pt>
                <c:pt idx="95467">
                  <c:v>58.77</c:v>
                </c:pt>
                <c:pt idx="95468">
                  <c:v>21.29</c:v>
                </c:pt>
                <c:pt idx="95469">
                  <c:v>21.29</c:v>
                </c:pt>
                <c:pt idx="95470">
                  <c:v>269.91000000000003</c:v>
                </c:pt>
                <c:pt idx="95471">
                  <c:v>79.989999999999995</c:v>
                </c:pt>
                <c:pt idx="95472">
                  <c:v>117.76</c:v>
                </c:pt>
                <c:pt idx="95473">
                  <c:v>54.96</c:v>
                </c:pt>
                <c:pt idx="95474">
                  <c:v>59.95</c:v>
                </c:pt>
                <c:pt idx="95475">
                  <c:v>72.239999999999995</c:v>
                </c:pt>
                <c:pt idx="95476">
                  <c:v>107.97</c:v>
                </c:pt>
                <c:pt idx="95477">
                  <c:v>8.75</c:v>
                </c:pt>
                <c:pt idx="95478">
                  <c:v>51.96</c:v>
                </c:pt>
                <c:pt idx="95479">
                  <c:v>64.95</c:v>
                </c:pt>
                <c:pt idx="95480">
                  <c:v>251.61</c:v>
                </c:pt>
                <c:pt idx="95481">
                  <c:v>77.42</c:v>
                </c:pt>
                <c:pt idx="95482">
                  <c:v>68.38</c:v>
                </c:pt>
                <c:pt idx="95483">
                  <c:v>51.97</c:v>
                </c:pt>
                <c:pt idx="95484">
                  <c:v>53.94</c:v>
                </c:pt>
                <c:pt idx="95485">
                  <c:v>89.98</c:v>
                </c:pt>
                <c:pt idx="95486">
                  <c:v>61.97</c:v>
                </c:pt>
                <c:pt idx="95487">
                  <c:v>45.49</c:v>
                </c:pt>
                <c:pt idx="95488">
                  <c:v>98.96</c:v>
                </c:pt>
                <c:pt idx="95489">
                  <c:v>53.97</c:v>
                </c:pt>
                <c:pt idx="95490">
                  <c:v>64.349999999999994</c:v>
                </c:pt>
                <c:pt idx="95491">
                  <c:v>159.96</c:v>
                </c:pt>
                <c:pt idx="95492">
                  <c:v>137.94999999999999</c:v>
                </c:pt>
                <c:pt idx="95493">
                  <c:v>97.92</c:v>
                </c:pt>
                <c:pt idx="95494">
                  <c:v>99.98</c:v>
                </c:pt>
                <c:pt idx="95495">
                  <c:v>115.95</c:v>
                </c:pt>
                <c:pt idx="95496">
                  <c:v>43.47</c:v>
                </c:pt>
                <c:pt idx="95497">
                  <c:v>59.25</c:v>
                </c:pt>
                <c:pt idx="95498">
                  <c:v>87.08</c:v>
                </c:pt>
                <c:pt idx="95499">
                  <c:v>100.39</c:v>
                </c:pt>
                <c:pt idx="95500">
                  <c:v>72.58</c:v>
                </c:pt>
                <c:pt idx="95501">
                  <c:v>27.28</c:v>
                </c:pt>
                <c:pt idx="95502">
                  <c:v>99.98</c:v>
                </c:pt>
                <c:pt idx="95503">
                  <c:v>52.18</c:v>
                </c:pt>
                <c:pt idx="95504">
                  <c:v>75.569999999999993</c:v>
                </c:pt>
                <c:pt idx="95505">
                  <c:v>62.88</c:v>
                </c:pt>
                <c:pt idx="95506">
                  <c:v>61.18</c:v>
                </c:pt>
                <c:pt idx="95507">
                  <c:v>46.76</c:v>
                </c:pt>
                <c:pt idx="95508">
                  <c:v>59.16</c:v>
                </c:pt>
                <c:pt idx="95509">
                  <c:v>246.21</c:v>
                </c:pt>
                <c:pt idx="95510">
                  <c:v>99.98</c:v>
                </c:pt>
                <c:pt idx="95511">
                  <c:v>246.21</c:v>
                </c:pt>
                <c:pt idx="95512">
                  <c:v>99.98</c:v>
                </c:pt>
                <c:pt idx="95513">
                  <c:v>59.16</c:v>
                </c:pt>
                <c:pt idx="95514">
                  <c:v>65.989999999999995</c:v>
                </c:pt>
                <c:pt idx="95515">
                  <c:v>65.989999999999995</c:v>
                </c:pt>
                <c:pt idx="95516">
                  <c:v>35.99</c:v>
                </c:pt>
                <c:pt idx="95517">
                  <c:v>65.989999999999995</c:v>
                </c:pt>
                <c:pt idx="95518">
                  <c:v>76.489999999999995</c:v>
                </c:pt>
                <c:pt idx="95519">
                  <c:v>84.99</c:v>
                </c:pt>
                <c:pt idx="95520">
                  <c:v>70.989999999999995</c:v>
                </c:pt>
                <c:pt idx="95521">
                  <c:v>69.98</c:v>
                </c:pt>
                <c:pt idx="95522">
                  <c:v>61.17</c:v>
                </c:pt>
                <c:pt idx="95523">
                  <c:v>92.58</c:v>
                </c:pt>
                <c:pt idx="95524">
                  <c:v>110.96</c:v>
                </c:pt>
                <c:pt idx="95525">
                  <c:v>115.97</c:v>
                </c:pt>
                <c:pt idx="95526">
                  <c:v>95.98</c:v>
                </c:pt>
                <c:pt idx="95527">
                  <c:v>84.99</c:v>
                </c:pt>
                <c:pt idx="95528">
                  <c:v>121.05</c:v>
                </c:pt>
                <c:pt idx="95529">
                  <c:v>138.27000000000001</c:v>
                </c:pt>
                <c:pt idx="95530">
                  <c:v>63.97</c:v>
                </c:pt>
                <c:pt idx="95531">
                  <c:v>52.97</c:v>
                </c:pt>
                <c:pt idx="95532">
                  <c:v>62.97</c:v>
                </c:pt>
                <c:pt idx="95533">
                  <c:v>99.03</c:v>
                </c:pt>
                <c:pt idx="95534">
                  <c:v>228.53</c:v>
                </c:pt>
                <c:pt idx="95535">
                  <c:v>59.98</c:v>
                </c:pt>
                <c:pt idx="95536">
                  <c:v>45.14</c:v>
                </c:pt>
                <c:pt idx="95537">
                  <c:v>56.09</c:v>
                </c:pt>
                <c:pt idx="95538">
                  <c:v>85.98</c:v>
                </c:pt>
                <c:pt idx="95539">
                  <c:v>41.49</c:v>
                </c:pt>
                <c:pt idx="95540">
                  <c:v>64.61</c:v>
                </c:pt>
                <c:pt idx="95541">
                  <c:v>42.24</c:v>
                </c:pt>
                <c:pt idx="95542">
                  <c:v>69.98</c:v>
                </c:pt>
                <c:pt idx="95543">
                  <c:v>56.98</c:v>
                </c:pt>
                <c:pt idx="95544">
                  <c:v>64.95</c:v>
                </c:pt>
                <c:pt idx="95545">
                  <c:v>259.8</c:v>
                </c:pt>
                <c:pt idx="95546">
                  <c:v>58.18</c:v>
                </c:pt>
                <c:pt idx="95547">
                  <c:v>53.96</c:v>
                </c:pt>
                <c:pt idx="95548">
                  <c:v>117.47</c:v>
                </c:pt>
                <c:pt idx="95549">
                  <c:v>115.18</c:v>
                </c:pt>
                <c:pt idx="95550">
                  <c:v>92.28</c:v>
                </c:pt>
                <c:pt idx="95551">
                  <c:v>99.97</c:v>
                </c:pt>
                <c:pt idx="95552">
                  <c:v>98.97</c:v>
                </c:pt>
                <c:pt idx="95553">
                  <c:v>99.99</c:v>
                </c:pt>
                <c:pt idx="95554">
                  <c:v>65.989999999999995</c:v>
                </c:pt>
                <c:pt idx="95555">
                  <c:v>169.98</c:v>
                </c:pt>
                <c:pt idx="95556">
                  <c:v>51.98</c:v>
                </c:pt>
                <c:pt idx="95557">
                  <c:v>21.48</c:v>
                </c:pt>
                <c:pt idx="95558">
                  <c:v>52.98</c:v>
                </c:pt>
                <c:pt idx="95559">
                  <c:v>53.98</c:v>
                </c:pt>
                <c:pt idx="95560">
                  <c:v>59.98</c:v>
                </c:pt>
                <c:pt idx="95561">
                  <c:v>52.98</c:v>
                </c:pt>
                <c:pt idx="95562">
                  <c:v>49.48</c:v>
                </c:pt>
                <c:pt idx="95563">
                  <c:v>54.98</c:v>
                </c:pt>
                <c:pt idx="95564">
                  <c:v>93.95</c:v>
                </c:pt>
                <c:pt idx="95565">
                  <c:v>39.479999999999997</c:v>
                </c:pt>
                <c:pt idx="95566">
                  <c:v>125.95</c:v>
                </c:pt>
                <c:pt idx="95567">
                  <c:v>34.979999999999997</c:v>
                </c:pt>
                <c:pt idx="95568">
                  <c:v>59.96</c:v>
                </c:pt>
                <c:pt idx="95569">
                  <c:v>59.96</c:v>
                </c:pt>
                <c:pt idx="95570">
                  <c:v>59.37</c:v>
                </c:pt>
                <c:pt idx="95571">
                  <c:v>59.96</c:v>
                </c:pt>
                <c:pt idx="95572">
                  <c:v>82.98</c:v>
                </c:pt>
                <c:pt idx="95573">
                  <c:v>44.49</c:v>
                </c:pt>
                <c:pt idx="95574">
                  <c:v>109.96</c:v>
                </c:pt>
                <c:pt idx="95575">
                  <c:v>64.58</c:v>
                </c:pt>
                <c:pt idx="95576">
                  <c:v>50.97</c:v>
                </c:pt>
                <c:pt idx="95577">
                  <c:v>17.29</c:v>
                </c:pt>
                <c:pt idx="95578">
                  <c:v>20.29</c:v>
                </c:pt>
                <c:pt idx="95579">
                  <c:v>24.68</c:v>
                </c:pt>
                <c:pt idx="95580">
                  <c:v>19.29</c:v>
                </c:pt>
                <c:pt idx="95581">
                  <c:v>69.27</c:v>
                </c:pt>
                <c:pt idx="95582">
                  <c:v>41.49</c:v>
                </c:pt>
                <c:pt idx="95583">
                  <c:v>41.49</c:v>
                </c:pt>
                <c:pt idx="95584">
                  <c:v>84.99</c:v>
                </c:pt>
                <c:pt idx="95585">
                  <c:v>56.97</c:v>
                </c:pt>
                <c:pt idx="95586">
                  <c:v>59.98</c:v>
                </c:pt>
                <c:pt idx="95587">
                  <c:v>55.98</c:v>
                </c:pt>
                <c:pt idx="95588">
                  <c:v>59.98</c:v>
                </c:pt>
                <c:pt idx="95589">
                  <c:v>84.99</c:v>
                </c:pt>
                <c:pt idx="95590">
                  <c:v>84.99</c:v>
                </c:pt>
                <c:pt idx="95591">
                  <c:v>84.99</c:v>
                </c:pt>
                <c:pt idx="95592">
                  <c:v>87.97</c:v>
                </c:pt>
                <c:pt idx="95593">
                  <c:v>115.98</c:v>
                </c:pt>
                <c:pt idx="95594">
                  <c:v>65.69</c:v>
                </c:pt>
                <c:pt idx="95595">
                  <c:v>54.29</c:v>
                </c:pt>
                <c:pt idx="95596">
                  <c:v>135.97</c:v>
                </c:pt>
                <c:pt idx="95597">
                  <c:v>19.489999999999998</c:v>
                </c:pt>
                <c:pt idx="95598">
                  <c:v>130.47999999999999</c:v>
                </c:pt>
                <c:pt idx="95599">
                  <c:v>63.95</c:v>
                </c:pt>
                <c:pt idx="95600">
                  <c:v>125.05</c:v>
                </c:pt>
                <c:pt idx="95601">
                  <c:v>58.98</c:v>
                </c:pt>
                <c:pt idx="95602">
                  <c:v>52.95</c:v>
                </c:pt>
                <c:pt idx="95603">
                  <c:v>114.93</c:v>
                </c:pt>
                <c:pt idx="95604">
                  <c:v>72.540000000000006</c:v>
                </c:pt>
                <c:pt idx="95605">
                  <c:v>72.55</c:v>
                </c:pt>
                <c:pt idx="95606">
                  <c:v>114.93</c:v>
                </c:pt>
                <c:pt idx="95607">
                  <c:v>66.53</c:v>
                </c:pt>
                <c:pt idx="95608">
                  <c:v>66.53</c:v>
                </c:pt>
                <c:pt idx="95609">
                  <c:v>72.540000000000006</c:v>
                </c:pt>
                <c:pt idx="95610">
                  <c:v>76.17</c:v>
                </c:pt>
                <c:pt idx="95611">
                  <c:v>76.17</c:v>
                </c:pt>
                <c:pt idx="95612">
                  <c:v>72.55</c:v>
                </c:pt>
                <c:pt idx="95613">
                  <c:v>59.96</c:v>
                </c:pt>
                <c:pt idx="95614">
                  <c:v>61.67</c:v>
                </c:pt>
                <c:pt idx="95615">
                  <c:v>134.24</c:v>
                </c:pt>
                <c:pt idx="95616">
                  <c:v>130.58000000000001</c:v>
                </c:pt>
                <c:pt idx="95617">
                  <c:v>72.97</c:v>
                </c:pt>
                <c:pt idx="95618">
                  <c:v>53.91</c:v>
                </c:pt>
                <c:pt idx="95619">
                  <c:v>54.98</c:v>
                </c:pt>
                <c:pt idx="95620">
                  <c:v>62.97</c:v>
                </c:pt>
                <c:pt idx="95621">
                  <c:v>55.98</c:v>
                </c:pt>
                <c:pt idx="95622">
                  <c:v>98.37</c:v>
                </c:pt>
                <c:pt idx="95623">
                  <c:v>19.489999999999998</c:v>
                </c:pt>
                <c:pt idx="95624">
                  <c:v>59.98</c:v>
                </c:pt>
                <c:pt idx="95625">
                  <c:v>55.98</c:v>
                </c:pt>
                <c:pt idx="95626">
                  <c:v>53.18</c:v>
                </c:pt>
                <c:pt idx="95627">
                  <c:v>59.98</c:v>
                </c:pt>
                <c:pt idx="95628">
                  <c:v>59.98</c:v>
                </c:pt>
                <c:pt idx="95629">
                  <c:v>65.98</c:v>
                </c:pt>
                <c:pt idx="95630">
                  <c:v>36.619999999999997</c:v>
                </c:pt>
                <c:pt idx="95631">
                  <c:v>31.18</c:v>
                </c:pt>
                <c:pt idx="95632">
                  <c:v>79.989999999999995</c:v>
                </c:pt>
                <c:pt idx="95633">
                  <c:v>118.17</c:v>
                </c:pt>
                <c:pt idx="95634">
                  <c:v>179.54</c:v>
                </c:pt>
                <c:pt idx="95635">
                  <c:v>114.97</c:v>
                </c:pt>
                <c:pt idx="95636">
                  <c:v>29.98</c:v>
                </c:pt>
                <c:pt idx="95637">
                  <c:v>191.96</c:v>
                </c:pt>
                <c:pt idx="95638">
                  <c:v>131.87</c:v>
                </c:pt>
                <c:pt idx="95639">
                  <c:v>-36</c:v>
                </c:pt>
                <c:pt idx="95640">
                  <c:v>84.98</c:v>
                </c:pt>
                <c:pt idx="95641">
                  <c:v>139.97999999999999</c:v>
                </c:pt>
                <c:pt idx="95642">
                  <c:v>69.989999999999995</c:v>
                </c:pt>
                <c:pt idx="95643">
                  <c:v>29.49</c:v>
                </c:pt>
                <c:pt idx="95644">
                  <c:v>29.49</c:v>
                </c:pt>
                <c:pt idx="95645">
                  <c:v>29.49</c:v>
                </c:pt>
                <c:pt idx="95646">
                  <c:v>28.49</c:v>
                </c:pt>
                <c:pt idx="95647">
                  <c:v>29.49</c:v>
                </c:pt>
                <c:pt idx="95648">
                  <c:v>51.97</c:v>
                </c:pt>
                <c:pt idx="95649">
                  <c:v>26.49</c:v>
                </c:pt>
                <c:pt idx="95650">
                  <c:v>54.95</c:v>
                </c:pt>
                <c:pt idx="95651">
                  <c:v>84.99</c:v>
                </c:pt>
                <c:pt idx="95652">
                  <c:v>60.97</c:v>
                </c:pt>
                <c:pt idx="95653">
                  <c:v>54.98</c:v>
                </c:pt>
                <c:pt idx="95654">
                  <c:v>-29.99</c:v>
                </c:pt>
                <c:pt idx="95655">
                  <c:v>86.45</c:v>
                </c:pt>
                <c:pt idx="95656">
                  <c:v>99.95</c:v>
                </c:pt>
                <c:pt idx="95657">
                  <c:v>139.97</c:v>
                </c:pt>
                <c:pt idx="95658">
                  <c:v>141.25</c:v>
                </c:pt>
                <c:pt idx="95659">
                  <c:v>192.33</c:v>
                </c:pt>
                <c:pt idx="95660">
                  <c:v>66.540000000000006</c:v>
                </c:pt>
                <c:pt idx="95661">
                  <c:v>66.540000000000006</c:v>
                </c:pt>
                <c:pt idx="95662">
                  <c:v>96.79</c:v>
                </c:pt>
                <c:pt idx="95663">
                  <c:v>165.73</c:v>
                </c:pt>
                <c:pt idx="95664">
                  <c:v>62.88</c:v>
                </c:pt>
                <c:pt idx="95665">
                  <c:v>89.98</c:v>
                </c:pt>
                <c:pt idx="95666">
                  <c:v>53.35</c:v>
                </c:pt>
                <c:pt idx="95667">
                  <c:v>66.959999999999994</c:v>
                </c:pt>
                <c:pt idx="95668">
                  <c:v>83.48</c:v>
                </c:pt>
                <c:pt idx="95669">
                  <c:v>98.49</c:v>
                </c:pt>
                <c:pt idx="95670">
                  <c:v>90.68</c:v>
                </c:pt>
                <c:pt idx="95671">
                  <c:v>72.58</c:v>
                </c:pt>
                <c:pt idx="95672">
                  <c:v>107.91</c:v>
                </c:pt>
                <c:pt idx="95673">
                  <c:v>130.38</c:v>
                </c:pt>
                <c:pt idx="95674">
                  <c:v>168.97</c:v>
                </c:pt>
                <c:pt idx="95675">
                  <c:v>64.98</c:v>
                </c:pt>
                <c:pt idx="95676">
                  <c:v>108.65</c:v>
                </c:pt>
                <c:pt idx="95677">
                  <c:v>121.98</c:v>
                </c:pt>
                <c:pt idx="95678">
                  <c:v>84.97</c:v>
                </c:pt>
                <c:pt idx="95679">
                  <c:v>171.97</c:v>
                </c:pt>
                <c:pt idx="95680">
                  <c:v>121.98</c:v>
                </c:pt>
                <c:pt idx="95681">
                  <c:v>50.19</c:v>
                </c:pt>
                <c:pt idx="95682">
                  <c:v>96.78</c:v>
                </c:pt>
                <c:pt idx="95683">
                  <c:v>163.30000000000001</c:v>
                </c:pt>
                <c:pt idx="95684">
                  <c:v>53.98</c:v>
                </c:pt>
                <c:pt idx="95685">
                  <c:v>64.569999999999993</c:v>
                </c:pt>
                <c:pt idx="95686">
                  <c:v>57.58</c:v>
                </c:pt>
                <c:pt idx="95687">
                  <c:v>56.97</c:v>
                </c:pt>
                <c:pt idx="95688">
                  <c:v>65.959999999999994</c:v>
                </c:pt>
                <c:pt idx="95689">
                  <c:v>59.98</c:v>
                </c:pt>
                <c:pt idx="95690">
                  <c:v>59.98</c:v>
                </c:pt>
                <c:pt idx="95691">
                  <c:v>53.98</c:v>
                </c:pt>
                <c:pt idx="95692">
                  <c:v>59.98</c:v>
                </c:pt>
                <c:pt idx="95693">
                  <c:v>69.95</c:v>
                </c:pt>
                <c:pt idx="95694">
                  <c:v>55.96</c:v>
                </c:pt>
                <c:pt idx="95695">
                  <c:v>59.95</c:v>
                </c:pt>
                <c:pt idx="95696">
                  <c:v>59.95</c:v>
                </c:pt>
                <c:pt idx="95697">
                  <c:v>59.95</c:v>
                </c:pt>
                <c:pt idx="95698">
                  <c:v>50.97</c:v>
                </c:pt>
                <c:pt idx="95699">
                  <c:v>233.82</c:v>
                </c:pt>
                <c:pt idx="95700">
                  <c:v>64.95</c:v>
                </c:pt>
                <c:pt idx="95701">
                  <c:v>79.989999999999995</c:v>
                </c:pt>
                <c:pt idx="95702">
                  <c:v>79.989999999999995</c:v>
                </c:pt>
                <c:pt idx="95703">
                  <c:v>147.97</c:v>
                </c:pt>
                <c:pt idx="95704">
                  <c:v>97.97</c:v>
                </c:pt>
                <c:pt idx="95705">
                  <c:v>90.97</c:v>
                </c:pt>
                <c:pt idx="95706">
                  <c:v>107.06</c:v>
                </c:pt>
                <c:pt idx="95707">
                  <c:v>76.66</c:v>
                </c:pt>
                <c:pt idx="95708">
                  <c:v>0.97</c:v>
                </c:pt>
                <c:pt idx="95709">
                  <c:v>61.98</c:v>
                </c:pt>
                <c:pt idx="95710">
                  <c:v>63.98</c:v>
                </c:pt>
                <c:pt idx="95711">
                  <c:v>69.989999999999995</c:v>
                </c:pt>
                <c:pt idx="95712">
                  <c:v>69.989999999999995</c:v>
                </c:pt>
                <c:pt idx="95713">
                  <c:v>83.48</c:v>
                </c:pt>
                <c:pt idx="95714">
                  <c:v>69.989999999999995</c:v>
                </c:pt>
                <c:pt idx="95715">
                  <c:v>295.92</c:v>
                </c:pt>
                <c:pt idx="95716">
                  <c:v>72.25</c:v>
                </c:pt>
                <c:pt idx="95717">
                  <c:v>69.260000000000005</c:v>
                </c:pt>
                <c:pt idx="95718">
                  <c:v>51.23</c:v>
                </c:pt>
                <c:pt idx="95719">
                  <c:v>68.39</c:v>
                </c:pt>
                <c:pt idx="95720">
                  <c:v>69.989999999999995</c:v>
                </c:pt>
                <c:pt idx="95721">
                  <c:v>79.959999999999994</c:v>
                </c:pt>
                <c:pt idx="95722">
                  <c:v>79.959999999999994</c:v>
                </c:pt>
                <c:pt idx="95723">
                  <c:v>69.97</c:v>
                </c:pt>
                <c:pt idx="95724">
                  <c:v>53.96</c:v>
                </c:pt>
                <c:pt idx="95725">
                  <c:v>59.96</c:v>
                </c:pt>
                <c:pt idx="95726">
                  <c:v>118.91</c:v>
                </c:pt>
                <c:pt idx="95727">
                  <c:v>90.97</c:v>
                </c:pt>
                <c:pt idx="95728">
                  <c:v>75.98</c:v>
                </c:pt>
                <c:pt idx="95729">
                  <c:v>75.98</c:v>
                </c:pt>
                <c:pt idx="95730">
                  <c:v>73.98</c:v>
                </c:pt>
                <c:pt idx="95731">
                  <c:v>92.38</c:v>
                </c:pt>
                <c:pt idx="95732">
                  <c:v>73.05</c:v>
                </c:pt>
                <c:pt idx="95733">
                  <c:v>232.96</c:v>
                </c:pt>
                <c:pt idx="95734">
                  <c:v>59.39</c:v>
                </c:pt>
                <c:pt idx="95735">
                  <c:v>55.78</c:v>
                </c:pt>
                <c:pt idx="95736">
                  <c:v>89.96</c:v>
                </c:pt>
                <c:pt idx="95737">
                  <c:v>92.96</c:v>
                </c:pt>
                <c:pt idx="95738">
                  <c:v>92.97</c:v>
                </c:pt>
                <c:pt idx="95739">
                  <c:v>55.78</c:v>
                </c:pt>
                <c:pt idx="95740">
                  <c:v>55.78</c:v>
                </c:pt>
                <c:pt idx="95741">
                  <c:v>55.78</c:v>
                </c:pt>
                <c:pt idx="95742">
                  <c:v>89.96</c:v>
                </c:pt>
                <c:pt idx="95743">
                  <c:v>92.97</c:v>
                </c:pt>
                <c:pt idx="95744">
                  <c:v>92.96</c:v>
                </c:pt>
                <c:pt idx="95745">
                  <c:v>56.97</c:v>
                </c:pt>
                <c:pt idx="95746">
                  <c:v>59.95</c:v>
                </c:pt>
                <c:pt idx="95747">
                  <c:v>56.97</c:v>
                </c:pt>
                <c:pt idx="95748">
                  <c:v>50.98</c:v>
                </c:pt>
                <c:pt idx="95749">
                  <c:v>79.98</c:v>
                </c:pt>
                <c:pt idx="95750">
                  <c:v>99.98</c:v>
                </c:pt>
                <c:pt idx="95751">
                  <c:v>50.98</c:v>
                </c:pt>
                <c:pt idx="95752">
                  <c:v>39.99</c:v>
                </c:pt>
                <c:pt idx="95753">
                  <c:v>150.44999999999999</c:v>
                </c:pt>
                <c:pt idx="95754">
                  <c:v>150.44999999999999</c:v>
                </c:pt>
                <c:pt idx="95755">
                  <c:v>92.97</c:v>
                </c:pt>
                <c:pt idx="95756">
                  <c:v>128.24</c:v>
                </c:pt>
                <c:pt idx="95757">
                  <c:v>84.99</c:v>
                </c:pt>
                <c:pt idx="95758">
                  <c:v>100.41</c:v>
                </c:pt>
                <c:pt idx="95759">
                  <c:v>31.78</c:v>
                </c:pt>
                <c:pt idx="95760">
                  <c:v>31.78</c:v>
                </c:pt>
                <c:pt idx="95761">
                  <c:v>31.78</c:v>
                </c:pt>
                <c:pt idx="95762">
                  <c:v>31.18</c:v>
                </c:pt>
                <c:pt idx="95763">
                  <c:v>31.18</c:v>
                </c:pt>
                <c:pt idx="95764">
                  <c:v>31.78</c:v>
                </c:pt>
                <c:pt idx="95765">
                  <c:v>31.18</c:v>
                </c:pt>
                <c:pt idx="95766">
                  <c:v>99.9</c:v>
                </c:pt>
                <c:pt idx="95767">
                  <c:v>219.8</c:v>
                </c:pt>
                <c:pt idx="95768">
                  <c:v>59.98</c:v>
                </c:pt>
                <c:pt idx="95769">
                  <c:v>49.48</c:v>
                </c:pt>
                <c:pt idx="95770">
                  <c:v>68.959999999999994</c:v>
                </c:pt>
                <c:pt idx="95771">
                  <c:v>79.95</c:v>
                </c:pt>
                <c:pt idx="95772">
                  <c:v>65.989999999999995</c:v>
                </c:pt>
                <c:pt idx="95773">
                  <c:v>16.47</c:v>
                </c:pt>
                <c:pt idx="95774">
                  <c:v>59.96</c:v>
                </c:pt>
                <c:pt idx="95775">
                  <c:v>111.97</c:v>
                </c:pt>
                <c:pt idx="95776">
                  <c:v>193.24</c:v>
                </c:pt>
                <c:pt idx="95777">
                  <c:v>94.95</c:v>
                </c:pt>
                <c:pt idx="95778">
                  <c:v>35.479999999999997</c:v>
                </c:pt>
                <c:pt idx="95779">
                  <c:v>76.180000000000007</c:v>
                </c:pt>
                <c:pt idx="95780">
                  <c:v>96.78</c:v>
                </c:pt>
                <c:pt idx="95781">
                  <c:v>62.9</c:v>
                </c:pt>
                <c:pt idx="95782">
                  <c:v>111.28</c:v>
                </c:pt>
                <c:pt idx="95783">
                  <c:v>84.69</c:v>
                </c:pt>
                <c:pt idx="95784">
                  <c:v>62.9</c:v>
                </c:pt>
                <c:pt idx="95785">
                  <c:v>61.98</c:v>
                </c:pt>
                <c:pt idx="95786">
                  <c:v>92.97</c:v>
                </c:pt>
                <c:pt idx="95787">
                  <c:v>30.99</c:v>
                </c:pt>
                <c:pt idx="95788">
                  <c:v>71.959999999999994</c:v>
                </c:pt>
                <c:pt idx="95789">
                  <c:v>219.93</c:v>
                </c:pt>
                <c:pt idx="95790">
                  <c:v>34.99</c:v>
                </c:pt>
                <c:pt idx="95791">
                  <c:v>15.29</c:v>
                </c:pt>
                <c:pt idx="95792">
                  <c:v>43.27</c:v>
                </c:pt>
                <c:pt idx="95793">
                  <c:v>58.48</c:v>
                </c:pt>
                <c:pt idx="95794">
                  <c:v>63.96</c:v>
                </c:pt>
                <c:pt idx="95795">
                  <c:v>68.62</c:v>
                </c:pt>
                <c:pt idx="95796">
                  <c:v>72.97</c:v>
                </c:pt>
                <c:pt idx="95797">
                  <c:v>46.49</c:v>
                </c:pt>
                <c:pt idx="95798">
                  <c:v>43.47</c:v>
                </c:pt>
                <c:pt idx="95799">
                  <c:v>132.96</c:v>
                </c:pt>
                <c:pt idx="95800">
                  <c:v>79.98</c:v>
                </c:pt>
                <c:pt idx="95801">
                  <c:v>65.97</c:v>
                </c:pt>
                <c:pt idx="95802">
                  <c:v>59.98</c:v>
                </c:pt>
                <c:pt idx="95803">
                  <c:v>89.97</c:v>
                </c:pt>
                <c:pt idx="95804">
                  <c:v>83.97</c:v>
                </c:pt>
                <c:pt idx="95805">
                  <c:v>95.97</c:v>
                </c:pt>
                <c:pt idx="95806">
                  <c:v>115.96</c:v>
                </c:pt>
                <c:pt idx="95807">
                  <c:v>127.92</c:v>
                </c:pt>
                <c:pt idx="95808">
                  <c:v>59.94</c:v>
                </c:pt>
                <c:pt idx="95809">
                  <c:v>69.98</c:v>
                </c:pt>
                <c:pt idx="95810">
                  <c:v>83.94</c:v>
                </c:pt>
                <c:pt idx="95811">
                  <c:v>104.45</c:v>
                </c:pt>
                <c:pt idx="95812">
                  <c:v>50.22</c:v>
                </c:pt>
                <c:pt idx="95813">
                  <c:v>59.98</c:v>
                </c:pt>
                <c:pt idx="95814">
                  <c:v>65.989999999999995</c:v>
                </c:pt>
                <c:pt idx="95815">
                  <c:v>50.97</c:v>
                </c:pt>
                <c:pt idx="95816">
                  <c:v>51.29</c:v>
                </c:pt>
                <c:pt idx="95817">
                  <c:v>99.13</c:v>
                </c:pt>
                <c:pt idx="95818">
                  <c:v>76.489999999999995</c:v>
                </c:pt>
                <c:pt idx="95819">
                  <c:v>75.97</c:v>
                </c:pt>
                <c:pt idx="95820">
                  <c:v>51.97</c:v>
                </c:pt>
                <c:pt idx="95821">
                  <c:v>114.93</c:v>
                </c:pt>
                <c:pt idx="95822">
                  <c:v>73.790000000000006</c:v>
                </c:pt>
                <c:pt idx="95823">
                  <c:v>49.59</c:v>
                </c:pt>
                <c:pt idx="95824">
                  <c:v>72.56</c:v>
                </c:pt>
                <c:pt idx="95825">
                  <c:v>65.989999999999995</c:v>
                </c:pt>
                <c:pt idx="95826">
                  <c:v>52.99</c:v>
                </c:pt>
                <c:pt idx="95827">
                  <c:v>59.98</c:v>
                </c:pt>
                <c:pt idx="95828">
                  <c:v>53.72</c:v>
                </c:pt>
                <c:pt idx="95829">
                  <c:v>39.93</c:v>
                </c:pt>
                <c:pt idx="95830">
                  <c:v>27.28</c:v>
                </c:pt>
                <c:pt idx="95831">
                  <c:v>40.270000000000003</c:v>
                </c:pt>
                <c:pt idx="95832">
                  <c:v>53.98</c:v>
                </c:pt>
                <c:pt idx="95833">
                  <c:v>59.98</c:v>
                </c:pt>
                <c:pt idx="95834">
                  <c:v>29.99</c:v>
                </c:pt>
                <c:pt idx="95835">
                  <c:v>89.98</c:v>
                </c:pt>
                <c:pt idx="95836">
                  <c:v>99.98</c:v>
                </c:pt>
                <c:pt idx="95837">
                  <c:v>99.98</c:v>
                </c:pt>
                <c:pt idx="95838">
                  <c:v>46.94</c:v>
                </c:pt>
                <c:pt idx="95839">
                  <c:v>16.29</c:v>
                </c:pt>
                <c:pt idx="95840">
                  <c:v>51.29</c:v>
                </c:pt>
                <c:pt idx="95841">
                  <c:v>87.47</c:v>
                </c:pt>
                <c:pt idx="95842">
                  <c:v>69.95</c:v>
                </c:pt>
                <c:pt idx="95843">
                  <c:v>55.96</c:v>
                </c:pt>
                <c:pt idx="95844">
                  <c:v>55.96</c:v>
                </c:pt>
                <c:pt idx="95845">
                  <c:v>61.98</c:v>
                </c:pt>
                <c:pt idx="95846">
                  <c:v>79.97</c:v>
                </c:pt>
                <c:pt idx="95847">
                  <c:v>61.98</c:v>
                </c:pt>
                <c:pt idx="95848">
                  <c:v>86.96</c:v>
                </c:pt>
                <c:pt idx="95849">
                  <c:v>55.98</c:v>
                </c:pt>
                <c:pt idx="95850">
                  <c:v>58.98</c:v>
                </c:pt>
                <c:pt idx="95851">
                  <c:v>52.98</c:v>
                </c:pt>
                <c:pt idx="95852">
                  <c:v>55.98</c:v>
                </c:pt>
                <c:pt idx="95853">
                  <c:v>126.48</c:v>
                </c:pt>
                <c:pt idx="95854">
                  <c:v>139.97999999999999</c:v>
                </c:pt>
                <c:pt idx="95855">
                  <c:v>64.98</c:v>
                </c:pt>
                <c:pt idx="95856">
                  <c:v>79.98</c:v>
                </c:pt>
                <c:pt idx="95857">
                  <c:v>59.97</c:v>
                </c:pt>
                <c:pt idx="95858">
                  <c:v>89.97</c:v>
                </c:pt>
                <c:pt idx="95859">
                  <c:v>54.98</c:v>
                </c:pt>
                <c:pt idx="95860">
                  <c:v>50.96</c:v>
                </c:pt>
                <c:pt idx="95861">
                  <c:v>119.97</c:v>
                </c:pt>
                <c:pt idx="95862">
                  <c:v>99.95</c:v>
                </c:pt>
                <c:pt idx="95863">
                  <c:v>114.96</c:v>
                </c:pt>
                <c:pt idx="95864">
                  <c:v>79.959999999999994</c:v>
                </c:pt>
                <c:pt idx="95865">
                  <c:v>238.33</c:v>
                </c:pt>
                <c:pt idx="95866">
                  <c:v>84.99</c:v>
                </c:pt>
                <c:pt idx="95867">
                  <c:v>94.98</c:v>
                </c:pt>
                <c:pt idx="95868">
                  <c:v>98.98</c:v>
                </c:pt>
                <c:pt idx="95869">
                  <c:v>121.67</c:v>
                </c:pt>
                <c:pt idx="95870">
                  <c:v>68.98</c:v>
                </c:pt>
                <c:pt idx="95871">
                  <c:v>54.98</c:v>
                </c:pt>
                <c:pt idx="95872">
                  <c:v>59.98</c:v>
                </c:pt>
                <c:pt idx="95873">
                  <c:v>59.98</c:v>
                </c:pt>
                <c:pt idx="95874">
                  <c:v>59.98</c:v>
                </c:pt>
                <c:pt idx="95875">
                  <c:v>61.98</c:v>
                </c:pt>
                <c:pt idx="95876">
                  <c:v>72.430000000000007</c:v>
                </c:pt>
                <c:pt idx="95877">
                  <c:v>92.97</c:v>
                </c:pt>
                <c:pt idx="95878">
                  <c:v>61.98</c:v>
                </c:pt>
                <c:pt idx="95879">
                  <c:v>51.98</c:v>
                </c:pt>
                <c:pt idx="95880">
                  <c:v>51.98</c:v>
                </c:pt>
                <c:pt idx="95881">
                  <c:v>51.98</c:v>
                </c:pt>
                <c:pt idx="95882">
                  <c:v>159.69999999999999</c:v>
                </c:pt>
                <c:pt idx="95883">
                  <c:v>319.39</c:v>
                </c:pt>
                <c:pt idx="95884">
                  <c:v>319.39</c:v>
                </c:pt>
                <c:pt idx="95885">
                  <c:v>159.69999999999999</c:v>
                </c:pt>
                <c:pt idx="95886">
                  <c:v>108.86</c:v>
                </c:pt>
                <c:pt idx="95887">
                  <c:v>72.58</c:v>
                </c:pt>
                <c:pt idx="95888">
                  <c:v>218.95</c:v>
                </c:pt>
                <c:pt idx="95889">
                  <c:v>188.95</c:v>
                </c:pt>
                <c:pt idx="95890">
                  <c:v>79.98</c:v>
                </c:pt>
                <c:pt idx="95891">
                  <c:v>206.92</c:v>
                </c:pt>
                <c:pt idx="95892">
                  <c:v>29.99</c:v>
                </c:pt>
                <c:pt idx="95893">
                  <c:v>113.97</c:v>
                </c:pt>
                <c:pt idx="95894">
                  <c:v>81.97</c:v>
                </c:pt>
                <c:pt idx="95895">
                  <c:v>97.97</c:v>
                </c:pt>
                <c:pt idx="95896">
                  <c:v>157.96</c:v>
                </c:pt>
                <c:pt idx="95897">
                  <c:v>131.97999999999999</c:v>
                </c:pt>
                <c:pt idx="95898">
                  <c:v>119.96</c:v>
                </c:pt>
                <c:pt idx="95899">
                  <c:v>168.64</c:v>
                </c:pt>
                <c:pt idx="95900">
                  <c:v>186.97</c:v>
                </c:pt>
                <c:pt idx="95901">
                  <c:v>128.86000000000001</c:v>
                </c:pt>
                <c:pt idx="95902">
                  <c:v>159.69999999999999</c:v>
                </c:pt>
                <c:pt idx="95903">
                  <c:v>158.47</c:v>
                </c:pt>
                <c:pt idx="95904">
                  <c:v>63.96</c:v>
                </c:pt>
                <c:pt idx="95905">
                  <c:v>139.11000000000001</c:v>
                </c:pt>
                <c:pt idx="95906">
                  <c:v>85.06</c:v>
                </c:pt>
                <c:pt idx="95907">
                  <c:v>51.23</c:v>
                </c:pt>
                <c:pt idx="95908">
                  <c:v>50.98</c:v>
                </c:pt>
                <c:pt idx="95909">
                  <c:v>50.98</c:v>
                </c:pt>
                <c:pt idx="95910">
                  <c:v>69.98</c:v>
                </c:pt>
                <c:pt idx="95911">
                  <c:v>69.98</c:v>
                </c:pt>
                <c:pt idx="95912">
                  <c:v>51.97</c:v>
                </c:pt>
                <c:pt idx="95913">
                  <c:v>50.98</c:v>
                </c:pt>
                <c:pt idx="95914">
                  <c:v>47.58</c:v>
                </c:pt>
                <c:pt idx="95915">
                  <c:v>59.98</c:v>
                </c:pt>
                <c:pt idx="95916">
                  <c:v>76.819999999999993</c:v>
                </c:pt>
                <c:pt idx="95917">
                  <c:v>121.96</c:v>
                </c:pt>
                <c:pt idx="95918">
                  <c:v>69.98</c:v>
                </c:pt>
                <c:pt idx="95919">
                  <c:v>72.56</c:v>
                </c:pt>
                <c:pt idx="95920">
                  <c:v>96.75</c:v>
                </c:pt>
                <c:pt idx="95921">
                  <c:v>43.54</c:v>
                </c:pt>
                <c:pt idx="95922">
                  <c:v>85.87</c:v>
                </c:pt>
                <c:pt idx="95923">
                  <c:v>54.99</c:v>
                </c:pt>
                <c:pt idx="95924">
                  <c:v>54.99</c:v>
                </c:pt>
                <c:pt idx="95925">
                  <c:v>54.99</c:v>
                </c:pt>
                <c:pt idx="95926">
                  <c:v>46.74</c:v>
                </c:pt>
                <c:pt idx="95927">
                  <c:v>123.23</c:v>
                </c:pt>
                <c:pt idx="95928">
                  <c:v>96.85</c:v>
                </c:pt>
                <c:pt idx="95929">
                  <c:v>94.95</c:v>
                </c:pt>
                <c:pt idx="95930">
                  <c:v>69.989999999999995</c:v>
                </c:pt>
                <c:pt idx="95931">
                  <c:v>-44.99</c:v>
                </c:pt>
                <c:pt idx="95932">
                  <c:v>97.15</c:v>
                </c:pt>
                <c:pt idx="95933">
                  <c:v>98.97</c:v>
                </c:pt>
                <c:pt idx="95934">
                  <c:v>79.17</c:v>
                </c:pt>
                <c:pt idx="95935">
                  <c:v>64.98</c:v>
                </c:pt>
                <c:pt idx="95936">
                  <c:v>25.74</c:v>
                </c:pt>
                <c:pt idx="95937">
                  <c:v>79.98</c:v>
                </c:pt>
                <c:pt idx="95938">
                  <c:v>74.98</c:v>
                </c:pt>
                <c:pt idx="95939">
                  <c:v>61.67</c:v>
                </c:pt>
                <c:pt idx="95940">
                  <c:v>65.319999999999993</c:v>
                </c:pt>
                <c:pt idx="95941">
                  <c:v>97.96</c:v>
                </c:pt>
                <c:pt idx="95942">
                  <c:v>92.53</c:v>
                </c:pt>
                <c:pt idx="95943">
                  <c:v>153.91999999999999</c:v>
                </c:pt>
                <c:pt idx="95944">
                  <c:v>118.97</c:v>
                </c:pt>
                <c:pt idx="95945">
                  <c:v>87.97</c:v>
                </c:pt>
                <c:pt idx="95946">
                  <c:v>71.349999999999994</c:v>
                </c:pt>
                <c:pt idx="95947">
                  <c:v>181.44</c:v>
                </c:pt>
                <c:pt idx="95948">
                  <c:v>27.28</c:v>
                </c:pt>
                <c:pt idx="95949">
                  <c:v>82.49</c:v>
                </c:pt>
                <c:pt idx="95950">
                  <c:v>79.849999999999994</c:v>
                </c:pt>
                <c:pt idx="95951">
                  <c:v>85.85</c:v>
                </c:pt>
                <c:pt idx="95952">
                  <c:v>57.97</c:v>
                </c:pt>
                <c:pt idx="95953">
                  <c:v>52.97</c:v>
                </c:pt>
                <c:pt idx="95954">
                  <c:v>63.97</c:v>
                </c:pt>
                <c:pt idx="95955">
                  <c:v>88.97</c:v>
                </c:pt>
                <c:pt idx="95956">
                  <c:v>110.46</c:v>
                </c:pt>
                <c:pt idx="95957">
                  <c:v>78.97</c:v>
                </c:pt>
                <c:pt idx="95958">
                  <c:v>134.97999999999999</c:v>
                </c:pt>
                <c:pt idx="95959">
                  <c:v>159.54</c:v>
                </c:pt>
                <c:pt idx="95960">
                  <c:v>69.98</c:v>
                </c:pt>
                <c:pt idx="95961">
                  <c:v>114.97</c:v>
                </c:pt>
                <c:pt idx="95962">
                  <c:v>79.959999999999994</c:v>
                </c:pt>
                <c:pt idx="95963">
                  <c:v>59.97</c:v>
                </c:pt>
                <c:pt idx="95964">
                  <c:v>83.96</c:v>
                </c:pt>
                <c:pt idx="95965">
                  <c:v>51.97</c:v>
                </c:pt>
                <c:pt idx="95966">
                  <c:v>54.99</c:v>
                </c:pt>
                <c:pt idx="95967">
                  <c:v>54.99</c:v>
                </c:pt>
                <c:pt idx="95968">
                  <c:v>43.28</c:v>
                </c:pt>
                <c:pt idx="95969">
                  <c:v>59.95</c:v>
                </c:pt>
                <c:pt idx="95970">
                  <c:v>25.48</c:v>
                </c:pt>
                <c:pt idx="95971">
                  <c:v>25.48</c:v>
                </c:pt>
                <c:pt idx="95972">
                  <c:v>89.97</c:v>
                </c:pt>
                <c:pt idx="95973">
                  <c:v>119.96</c:v>
                </c:pt>
                <c:pt idx="95974">
                  <c:v>80.97</c:v>
                </c:pt>
                <c:pt idx="95975">
                  <c:v>71.98</c:v>
                </c:pt>
                <c:pt idx="95976">
                  <c:v>58.97</c:v>
                </c:pt>
                <c:pt idx="95977">
                  <c:v>89.97</c:v>
                </c:pt>
                <c:pt idx="95978">
                  <c:v>64.86</c:v>
                </c:pt>
                <c:pt idx="95979">
                  <c:v>64.989999999999995</c:v>
                </c:pt>
                <c:pt idx="95980">
                  <c:v>91.17</c:v>
                </c:pt>
                <c:pt idx="95981">
                  <c:v>89.95</c:v>
                </c:pt>
                <c:pt idx="95982">
                  <c:v>64.58</c:v>
                </c:pt>
                <c:pt idx="95983">
                  <c:v>80.97</c:v>
                </c:pt>
                <c:pt idx="95984">
                  <c:v>46.29</c:v>
                </c:pt>
                <c:pt idx="95985">
                  <c:v>57.56</c:v>
                </c:pt>
                <c:pt idx="95986">
                  <c:v>63.96</c:v>
                </c:pt>
                <c:pt idx="95987">
                  <c:v>163.94</c:v>
                </c:pt>
                <c:pt idx="95988">
                  <c:v>62.47</c:v>
                </c:pt>
                <c:pt idx="95989">
                  <c:v>62.99</c:v>
                </c:pt>
                <c:pt idx="95990">
                  <c:v>69.98</c:v>
                </c:pt>
                <c:pt idx="95991">
                  <c:v>49.98</c:v>
                </c:pt>
                <c:pt idx="95992">
                  <c:v>76.48</c:v>
                </c:pt>
                <c:pt idx="95993">
                  <c:v>93.97</c:v>
                </c:pt>
                <c:pt idx="95994">
                  <c:v>84.99</c:v>
                </c:pt>
                <c:pt idx="95995">
                  <c:v>54.99</c:v>
                </c:pt>
                <c:pt idx="95996">
                  <c:v>31.49</c:v>
                </c:pt>
                <c:pt idx="95997">
                  <c:v>104.98</c:v>
                </c:pt>
                <c:pt idx="95998">
                  <c:v>289.91000000000003</c:v>
                </c:pt>
                <c:pt idx="95999">
                  <c:v>54.98</c:v>
                </c:pt>
                <c:pt idx="96000">
                  <c:v>59.98</c:v>
                </c:pt>
                <c:pt idx="96001">
                  <c:v>54.98</c:v>
                </c:pt>
                <c:pt idx="96002">
                  <c:v>59.98</c:v>
                </c:pt>
                <c:pt idx="96003">
                  <c:v>289.86</c:v>
                </c:pt>
                <c:pt idx="96004">
                  <c:v>-221.39</c:v>
                </c:pt>
                <c:pt idx="96005">
                  <c:v>147.6</c:v>
                </c:pt>
                <c:pt idx="96006">
                  <c:v>221.39</c:v>
                </c:pt>
                <c:pt idx="96007">
                  <c:v>72.56</c:v>
                </c:pt>
                <c:pt idx="96008">
                  <c:v>72.56</c:v>
                </c:pt>
                <c:pt idx="96009">
                  <c:v>84.68</c:v>
                </c:pt>
                <c:pt idx="96010">
                  <c:v>84.68</c:v>
                </c:pt>
                <c:pt idx="96011">
                  <c:v>69.95</c:v>
                </c:pt>
                <c:pt idx="96012">
                  <c:v>69.95</c:v>
                </c:pt>
                <c:pt idx="96013">
                  <c:v>79.959999999999994</c:v>
                </c:pt>
                <c:pt idx="96014">
                  <c:v>69.95</c:v>
                </c:pt>
                <c:pt idx="96015">
                  <c:v>149.9</c:v>
                </c:pt>
                <c:pt idx="96016">
                  <c:v>169.28</c:v>
                </c:pt>
                <c:pt idx="96017">
                  <c:v>145.18</c:v>
                </c:pt>
                <c:pt idx="96018">
                  <c:v>41.49</c:v>
                </c:pt>
                <c:pt idx="96019">
                  <c:v>54.95</c:v>
                </c:pt>
                <c:pt idx="96020">
                  <c:v>34.92</c:v>
                </c:pt>
                <c:pt idx="96021">
                  <c:v>65.94</c:v>
                </c:pt>
                <c:pt idx="96022">
                  <c:v>54.95</c:v>
                </c:pt>
                <c:pt idx="96023">
                  <c:v>65.94</c:v>
                </c:pt>
                <c:pt idx="96024">
                  <c:v>72.58</c:v>
                </c:pt>
                <c:pt idx="96025">
                  <c:v>55.96</c:v>
                </c:pt>
                <c:pt idx="96026">
                  <c:v>111.12</c:v>
                </c:pt>
                <c:pt idx="96027">
                  <c:v>62.98</c:v>
                </c:pt>
                <c:pt idx="96028">
                  <c:v>57.97</c:v>
                </c:pt>
                <c:pt idx="96029">
                  <c:v>57.58</c:v>
                </c:pt>
                <c:pt idx="96030">
                  <c:v>94.95</c:v>
                </c:pt>
                <c:pt idx="96031">
                  <c:v>118.73</c:v>
                </c:pt>
                <c:pt idx="96032">
                  <c:v>24.68</c:v>
                </c:pt>
                <c:pt idx="96033">
                  <c:v>56.98</c:v>
                </c:pt>
                <c:pt idx="96034">
                  <c:v>53.97</c:v>
                </c:pt>
                <c:pt idx="96035">
                  <c:v>15.29</c:v>
                </c:pt>
                <c:pt idx="96036">
                  <c:v>87.47</c:v>
                </c:pt>
                <c:pt idx="96037">
                  <c:v>124.97</c:v>
                </c:pt>
                <c:pt idx="96038">
                  <c:v>59.96</c:v>
                </c:pt>
                <c:pt idx="96039">
                  <c:v>4.97</c:v>
                </c:pt>
                <c:pt idx="96040">
                  <c:v>32.49</c:v>
                </c:pt>
                <c:pt idx="96041">
                  <c:v>47.24</c:v>
                </c:pt>
                <c:pt idx="96042">
                  <c:v>92.98</c:v>
                </c:pt>
                <c:pt idx="96043">
                  <c:v>85.97</c:v>
                </c:pt>
                <c:pt idx="96044">
                  <c:v>76.98</c:v>
                </c:pt>
                <c:pt idx="96045">
                  <c:v>65.989999999999995</c:v>
                </c:pt>
                <c:pt idx="96046">
                  <c:v>50.98</c:v>
                </c:pt>
                <c:pt idx="96047">
                  <c:v>89.98</c:v>
                </c:pt>
                <c:pt idx="96048">
                  <c:v>152.44</c:v>
                </c:pt>
                <c:pt idx="96049">
                  <c:v>68.989999999999995</c:v>
                </c:pt>
                <c:pt idx="96050">
                  <c:v>32.479999999999997</c:v>
                </c:pt>
                <c:pt idx="96051">
                  <c:v>111.96</c:v>
                </c:pt>
                <c:pt idx="96052">
                  <c:v>55.98</c:v>
                </c:pt>
                <c:pt idx="96053">
                  <c:v>55.98</c:v>
                </c:pt>
                <c:pt idx="96054">
                  <c:v>59.98</c:v>
                </c:pt>
                <c:pt idx="96055">
                  <c:v>59.96</c:v>
                </c:pt>
                <c:pt idx="96056">
                  <c:v>56.97</c:v>
                </c:pt>
                <c:pt idx="96057">
                  <c:v>56.97</c:v>
                </c:pt>
                <c:pt idx="96058">
                  <c:v>159.97</c:v>
                </c:pt>
                <c:pt idx="96059">
                  <c:v>158.47</c:v>
                </c:pt>
                <c:pt idx="96060">
                  <c:v>76.489999999999995</c:v>
                </c:pt>
                <c:pt idx="96061">
                  <c:v>54.99</c:v>
                </c:pt>
                <c:pt idx="96062">
                  <c:v>72.239999999999995</c:v>
                </c:pt>
                <c:pt idx="96063">
                  <c:v>84.99</c:v>
                </c:pt>
                <c:pt idx="96064">
                  <c:v>110.04</c:v>
                </c:pt>
                <c:pt idx="96065">
                  <c:v>111.24</c:v>
                </c:pt>
                <c:pt idx="96066">
                  <c:v>63.58</c:v>
                </c:pt>
                <c:pt idx="96067">
                  <c:v>77.39</c:v>
                </c:pt>
                <c:pt idx="96068">
                  <c:v>68.97</c:v>
                </c:pt>
                <c:pt idx="96069">
                  <c:v>58.62</c:v>
                </c:pt>
                <c:pt idx="96070">
                  <c:v>41.49</c:v>
                </c:pt>
                <c:pt idx="96071">
                  <c:v>41.49</c:v>
                </c:pt>
                <c:pt idx="96072">
                  <c:v>124.98</c:v>
                </c:pt>
                <c:pt idx="96073">
                  <c:v>55.98</c:v>
                </c:pt>
                <c:pt idx="96074">
                  <c:v>57.74</c:v>
                </c:pt>
                <c:pt idx="96075">
                  <c:v>55.98</c:v>
                </c:pt>
                <c:pt idx="96076">
                  <c:v>49.08</c:v>
                </c:pt>
                <c:pt idx="96077">
                  <c:v>55.98</c:v>
                </c:pt>
                <c:pt idx="96078">
                  <c:v>56.97</c:v>
                </c:pt>
                <c:pt idx="96079">
                  <c:v>61.97</c:v>
                </c:pt>
                <c:pt idx="96080">
                  <c:v>56.97</c:v>
                </c:pt>
                <c:pt idx="96081">
                  <c:v>74.98</c:v>
                </c:pt>
                <c:pt idx="96082">
                  <c:v>39.99</c:v>
                </c:pt>
                <c:pt idx="96083">
                  <c:v>89.97</c:v>
                </c:pt>
                <c:pt idx="96084">
                  <c:v>31.24</c:v>
                </c:pt>
                <c:pt idx="96085">
                  <c:v>54.37</c:v>
                </c:pt>
                <c:pt idx="96086">
                  <c:v>58.97</c:v>
                </c:pt>
                <c:pt idx="96087">
                  <c:v>55.96</c:v>
                </c:pt>
                <c:pt idx="96088">
                  <c:v>113.87</c:v>
                </c:pt>
                <c:pt idx="96089">
                  <c:v>36.49</c:v>
                </c:pt>
                <c:pt idx="96090">
                  <c:v>58.18</c:v>
                </c:pt>
                <c:pt idx="96091">
                  <c:v>55.98</c:v>
                </c:pt>
                <c:pt idx="96092">
                  <c:v>66.98</c:v>
                </c:pt>
                <c:pt idx="96093">
                  <c:v>102.98</c:v>
                </c:pt>
                <c:pt idx="96094">
                  <c:v>184.98</c:v>
                </c:pt>
                <c:pt idx="96095">
                  <c:v>155.97</c:v>
                </c:pt>
                <c:pt idx="96096">
                  <c:v>131.97999999999999</c:v>
                </c:pt>
                <c:pt idx="96097">
                  <c:v>300.38</c:v>
                </c:pt>
                <c:pt idx="96098">
                  <c:v>131.96</c:v>
                </c:pt>
                <c:pt idx="96099">
                  <c:v>150.94999999999999</c:v>
                </c:pt>
                <c:pt idx="96100">
                  <c:v>109.97</c:v>
                </c:pt>
                <c:pt idx="96101">
                  <c:v>72.98</c:v>
                </c:pt>
                <c:pt idx="96102">
                  <c:v>83.97</c:v>
                </c:pt>
                <c:pt idx="96103">
                  <c:v>79.98</c:v>
                </c:pt>
                <c:pt idx="96104">
                  <c:v>118.98</c:v>
                </c:pt>
                <c:pt idx="96105">
                  <c:v>212.61</c:v>
                </c:pt>
                <c:pt idx="96106">
                  <c:v>56.97</c:v>
                </c:pt>
                <c:pt idx="96107">
                  <c:v>28.38</c:v>
                </c:pt>
                <c:pt idx="96108">
                  <c:v>59.98</c:v>
                </c:pt>
                <c:pt idx="96109">
                  <c:v>65.989999999999995</c:v>
                </c:pt>
                <c:pt idx="96110">
                  <c:v>56.97</c:v>
                </c:pt>
                <c:pt idx="96111">
                  <c:v>56.97</c:v>
                </c:pt>
                <c:pt idx="96112">
                  <c:v>84.99</c:v>
                </c:pt>
                <c:pt idx="96113">
                  <c:v>76.489999999999995</c:v>
                </c:pt>
                <c:pt idx="96114">
                  <c:v>65.19</c:v>
                </c:pt>
                <c:pt idx="96115">
                  <c:v>62.98</c:v>
                </c:pt>
                <c:pt idx="96116">
                  <c:v>59.39</c:v>
                </c:pt>
                <c:pt idx="96117">
                  <c:v>65.989999999999995</c:v>
                </c:pt>
                <c:pt idx="96118">
                  <c:v>46.79</c:v>
                </c:pt>
                <c:pt idx="96119">
                  <c:v>56.09</c:v>
                </c:pt>
                <c:pt idx="96120">
                  <c:v>171.53</c:v>
                </c:pt>
                <c:pt idx="96121">
                  <c:v>20.49</c:v>
                </c:pt>
                <c:pt idx="96122">
                  <c:v>131.97999999999999</c:v>
                </c:pt>
                <c:pt idx="96123">
                  <c:v>39.22</c:v>
                </c:pt>
                <c:pt idx="96124">
                  <c:v>68.989999999999995</c:v>
                </c:pt>
                <c:pt idx="96125">
                  <c:v>19.899999999999999</c:v>
                </c:pt>
                <c:pt idx="96126">
                  <c:v>57.42</c:v>
                </c:pt>
                <c:pt idx="96127">
                  <c:v>152.91999999999999</c:v>
                </c:pt>
                <c:pt idx="96128">
                  <c:v>129.91999999999999</c:v>
                </c:pt>
                <c:pt idx="96129">
                  <c:v>55.98</c:v>
                </c:pt>
                <c:pt idx="96130">
                  <c:v>48.87</c:v>
                </c:pt>
                <c:pt idx="96131">
                  <c:v>80.98</c:v>
                </c:pt>
                <c:pt idx="96132">
                  <c:v>91.96</c:v>
                </c:pt>
                <c:pt idx="96133">
                  <c:v>45.06</c:v>
                </c:pt>
                <c:pt idx="96134">
                  <c:v>15.49</c:v>
                </c:pt>
                <c:pt idx="96135">
                  <c:v>55.96</c:v>
                </c:pt>
                <c:pt idx="96136">
                  <c:v>156.46</c:v>
                </c:pt>
                <c:pt idx="96137">
                  <c:v>76.47</c:v>
                </c:pt>
                <c:pt idx="96138">
                  <c:v>54.98</c:v>
                </c:pt>
                <c:pt idx="96139">
                  <c:v>86.27</c:v>
                </c:pt>
                <c:pt idx="96140">
                  <c:v>123.12</c:v>
                </c:pt>
                <c:pt idx="96141">
                  <c:v>187.22</c:v>
                </c:pt>
                <c:pt idx="96142">
                  <c:v>119.97</c:v>
                </c:pt>
                <c:pt idx="96143">
                  <c:v>115.95</c:v>
                </c:pt>
                <c:pt idx="96144">
                  <c:v>77.81</c:v>
                </c:pt>
                <c:pt idx="96145">
                  <c:v>79.97</c:v>
                </c:pt>
                <c:pt idx="96146">
                  <c:v>123.23</c:v>
                </c:pt>
                <c:pt idx="96147">
                  <c:v>51.49</c:v>
                </c:pt>
                <c:pt idx="96148">
                  <c:v>51.49</c:v>
                </c:pt>
                <c:pt idx="96149">
                  <c:v>60.98</c:v>
                </c:pt>
                <c:pt idx="96150">
                  <c:v>49.99</c:v>
                </c:pt>
                <c:pt idx="96151">
                  <c:v>49.99</c:v>
                </c:pt>
                <c:pt idx="96152">
                  <c:v>129.97999999999999</c:v>
                </c:pt>
                <c:pt idx="96153">
                  <c:v>-9.15</c:v>
                </c:pt>
                <c:pt idx="96154">
                  <c:v>53.97</c:v>
                </c:pt>
                <c:pt idx="96155">
                  <c:v>75.98</c:v>
                </c:pt>
                <c:pt idx="96156">
                  <c:v>71.959999999999994</c:v>
                </c:pt>
                <c:pt idx="96157">
                  <c:v>91.75</c:v>
                </c:pt>
                <c:pt idx="96158">
                  <c:v>59.96</c:v>
                </c:pt>
                <c:pt idx="96159">
                  <c:v>31.28</c:v>
                </c:pt>
                <c:pt idx="96160">
                  <c:v>17.489999999999998</c:v>
                </c:pt>
                <c:pt idx="96161">
                  <c:v>136.35</c:v>
                </c:pt>
                <c:pt idx="96162">
                  <c:v>60.99</c:v>
                </c:pt>
                <c:pt idx="96163">
                  <c:v>56.97</c:v>
                </c:pt>
                <c:pt idx="96164">
                  <c:v>65.989999999999995</c:v>
                </c:pt>
                <c:pt idx="96165">
                  <c:v>65.989999999999995</c:v>
                </c:pt>
                <c:pt idx="96166">
                  <c:v>68.36</c:v>
                </c:pt>
                <c:pt idx="96167">
                  <c:v>59.99</c:v>
                </c:pt>
                <c:pt idx="96168">
                  <c:v>56.4</c:v>
                </c:pt>
                <c:pt idx="96169">
                  <c:v>-68.36</c:v>
                </c:pt>
                <c:pt idx="96170">
                  <c:v>55.2</c:v>
                </c:pt>
                <c:pt idx="96171">
                  <c:v>161.47999999999999</c:v>
                </c:pt>
                <c:pt idx="96172">
                  <c:v>123.47</c:v>
                </c:pt>
                <c:pt idx="96173">
                  <c:v>75.959999999999994</c:v>
                </c:pt>
                <c:pt idx="96174">
                  <c:v>92.98</c:v>
                </c:pt>
                <c:pt idx="96175">
                  <c:v>119.97</c:v>
                </c:pt>
                <c:pt idx="96176">
                  <c:v>56.97</c:v>
                </c:pt>
                <c:pt idx="96177">
                  <c:v>56.97</c:v>
                </c:pt>
                <c:pt idx="96178">
                  <c:v>56.97</c:v>
                </c:pt>
                <c:pt idx="96179">
                  <c:v>56.97</c:v>
                </c:pt>
                <c:pt idx="96180">
                  <c:v>199.97</c:v>
                </c:pt>
                <c:pt idx="96181">
                  <c:v>79.98</c:v>
                </c:pt>
                <c:pt idx="96182">
                  <c:v>72.58</c:v>
                </c:pt>
                <c:pt idx="96183">
                  <c:v>49.59</c:v>
                </c:pt>
                <c:pt idx="96184">
                  <c:v>61.67</c:v>
                </c:pt>
                <c:pt idx="96185">
                  <c:v>24.04</c:v>
                </c:pt>
                <c:pt idx="96186">
                  <c:v>60.97</c:v>
                </c:pt>
                <c:pt idx="96187">
                  <c:v>83.97</c:v>
                </c:pt>
                <c:pt idx="96188">
                  <c:v>69.98</c:v>
                </c:pt>
                <c:pt idx="96189">
                  <c:v>64.98</c:v>
                </c:pt>
                <c:pt idx="96190">
                  <c:v>54.88</c:v>
                </c:pt>
                <c:pt idx="96191">
                  <c:v>54.95</c:v>
                </c:pt>
                <c:pt idx="96192">
                  <c:v>84.99</c:v>
                </c:pt>
                <c:pt idx="96193">
                  <c:v>84.99</c:v>
                </c:pt>
                <c:pt idx="96194">
                  <c:v>140.34</c:v>
                </c:pt>
                <c:pt idx="96195">
                  <c:v>96.78</c:v>
                </c:pt>
                <c:pt idx="96196">
                  <c:v>71.86</c:v>
                </c:pt>
                <c:pt idx="96197">
                  <c:v>69.98</c:v>
                </c:pt>
                <c:pt idx="96198">
                  <c:v>50.97</c:v>
                </c:pt>
                <c:pt idx="96199">
                  <c:v>74.95</c:v>
                </c:pt>
                <c:pt idx="96200">
                  <c:v>92.94</c:v>
                </c:pt>
                <c:pt idx="96201">
                  <c:v>69.95</c:v>
                </c:pt>
                <c:pt idx="96202">
                  <c:v>83.67</c:v>
                </c:pt>
                <c:pt idx="96203">
                  <c:v>55.98</c:v>
                </c:pt>
                <c:pt idx="96204">
                  <c:v>55.98</c:v>
                </c:pt>
                <c:pt idx="96205">
                  <c:v>83.97</c:v>
                </c:pt>
                <c:pt idx="96206">
                  <c:v>179.54</c:v>
                </c:pt>
                <c:pt idx="96207">
                  <c:v>101.97</c:v>
                </c:pt>
                <c:pt idx="96208">
                  <c:v>101.97</c:v>
                </c:pt>
                <c:pt idx="96209">
                  <c:v>59.95</c:v>
                </c:pt>
                <c:pt idx="96210">
                  <c:v>99.98</c:v>
                </c:pt>
                <c:pt idx="96211">
                  <c:v>83.98</c:v>
                </c:pt>
                <c:pt idx="96212">
                  <c:v>99.98</c:v>
                </c:pt>
                <c:pt idx="96213">
                  <c:v>108.78</c:v>
                </c:pt>
                <c:pt idx="96214">
                  <c:v>97.98</c:v>
                </c:pt>
                <c:pt idx="96215">
                  <c:v>15.49</c:v>
                </c:pt>
                <c:pt idx="96216">
                  <c:v>131.91999999999999</c:v>
                </c:pt>
                <c:pt idx="96217">
                  <c:v>94.95</c:v>
                </c:pt>
                <c:pt idx="96218">
                  <c:v>56.97</c:v>
                </c:pt>
                <c:pt idx="96219">
                  <c:v>55.61</c:v>
                </c:pt>
                <c:pt idx="96220">
                  <c:v>66.53</c:v>
                </c:pt>
                <c:pt idx="96221">
                  <c:v>71.22</c:v>
                </c:pt>
                <c:pt idx="96222">
                  <c:v>66.53</c:v>
                </c:pt>
                <c:pt idx="96223">
                  <c:v>39.99</c:v>
                </c:pt>
                <c:pt idx="96224">
                  <c:v>55.96</c:v>
                </c:pt>
                <c:pt idx="96225">
                  <c:v>77.97</c:v>
                </c:pt>
                <c:pt idx="96226">
                  <c:v>45.97</c:v>
                </c:pt>
                <c:pt idx="96227">
                  <c:v>4.29</c:v>
                </c:pt>
                <c:pt idx="96228">
                  <c:v>13.99</c:v>
                </c:pt>
                <c:pt idx="96229">
                  <c:v>78.27</c:v>
                </c:pt>
                <c:pt idx="96230">
                  <c:v>68.38</c:v>
                </c:pt>
                <c:pt idx="96231">
                  <c:v>59.98</c:v>
                </c:pt>
                <c:pt idx="96232">
                  <c:v>76.48</c:v>
                </c:pt>
                <c:pt idx="96233">
                  <c:v>73.78</c:v>
                </c:pt>
                <c:pt idx="96234">
                  <c:v>125.08</c:v>
                </c:pt>
                <c:pt idx="96235">
                  <c:v>104.95</c:v>
                </c:pt>
                <c:pt idx="96236">
                  <c:v>199.92</c:v>
                </c:pt>
                <c:pt idx="96237">
                  <c:v>59.97</c:v>
                </c:pt>
                <c:pt idx="96238">
                  <c:v>64.98</c:v>
                </c:pt>
                <c:pt idx="96239">
                  <c:v>59.97</c:v>
                </c:pt>
                <c:pt idx="96240">
                  <c:v>59.97</c:v>
                </c:pt>
                <c:pt idx="96241">
                  <c:v>59.97</c:v>
                </c:pt>
                <c:pt idx="96242">
                  <c:v>134.52000000000001</c:v>
                </c:pt>
                <c:pt idx="96243">
                  <c:v>92.59</c:v>
                </c:pt>
                <c:pt idx="96244">
                  <c:v>137.19999999999999</c:v>
                </c:pt>
                <c:pt idx="96245">
                  <c:v>169.82</c:v>
                </c:pt>
                <c:pt idx="96246">
                  <c:v>203.36</c:v>
                </c:pt>
                <c:pt idx="96247">
                  <c:v>79.459999999999994</c:v>
                </c:pt>
                <c:pt idx="96248">
                  <c:v>137.94</c:v>
                </c:pt>
                <c:pt idx="96249">
                  <c:v>139.94999999999999</c:v>
                </c:pt>
                <c:pt idx="96250">
                  <c:v>79.989999999999995</c:v>
                </c:pt>
                <c:pt idx="96251">
                  <c:v>117.96</c:v>
                </c:pt>
                <c:pt idx="96252">
                  <c:v>79.989999999999995</c:v>
                </c:pt>
                <c:pt idx="96253">
                  <c:v>118.96</c:v>
                </c:pt>
                <c:pt idx="96254">
                  <c:v>85.97</c:v>
                </c:pt>
                <c:pt idx="96255">
                  <c:v>16.489999999999998</c:v>
                </c:pt>
                <c:pt idx="96256">
                  <c:v>79.989999999999995</c:v>
                </c:pt>
                <c:pt idx="96257">
                  <c:v>98.98</c:v>
                </c:pt>
                <c:pt idx="96258">
                  <c:v>-1.1000000000000001</c:v>
                </c:pt>
                <c:pt idx="96259">
                  <c:v>67.69</c:v>
                </c:pt>
                <c:pt idx="96260">
                  <c:v>50.98</c:v>
                </c:pt>
                <c:pt idx="96261">
                  <c:v>50.98</c:v>
                </c:pt>
                <c:pt idx="96262">
                  <c:v>26.09</c:v>
                </c:pt>
                <c:pt idx="96263">
                  <c:v>60.96</c:v>
                </c:pt>
                <c:pt idx="96264">
                  <c:v>26.49</c:v>
                </c:pt>
                <c:pt idx="96265">
                  <c:v>25.49</c:v>
                </c:pt>
                <c:pt idx="96266">
                  <c:v>22.24</c:v>
                </c:pt>
                <c:pt idx="96267">
                  <c:v>25.49</c:v>
                </c:pt>
                <c:pt idx="96268">
                  <c:v>59.98</c:v>
                </c:pt>
                <c:pt idx="96269">
                  <c:v>27.24</c:v>
                </c:pt>
                <c:pt idx="96270">
                  <c:v>27.24</c:v>
                </c:pt>
                <c:pt idx="96271">
                  <c:v>60.97</c:v>
                </c:pt>
                <c:pt idx="96272">
                  <c:v>139.94999999999999</c:v>
                </c:pt>
                <c:pt idx="96273">
                  <c:v>74.97</c:v>
                </c:pt>
                <c:pt idx="96274">
                  <c:v>68.97</c:v>
                </c:pt>
                <c:pt idx="96275">
                  <c:v>50.48</c:v>
                </c:pt>
                <c:pt idx="96276">
                  <c:v>58.84</c:v>
                </c:pt>
                <c:pt idx="96277">
                  <c:v>16.489999999999998</c:v>
                </c:pt>
                <c:pt idx="96278">
                  <c:v>99.98</c:v>
                </c:pt>
                <c:pt idx="96279">
                  <c:v>15.79</c:v>
                </c:pt>
                <c:pt idx="96280">
                  <c:v>69.39</c:v>
                </c:pt>
                <c:pt idx="96281">
                  <c:v>74.95</c:v>
                </c:pt>
                <c:pt idx="96282">
                  <c:v>74.95</c:v>
                </c:pt>
                <c:pt idx="96283">
                  <c:v>74.95</c:v>
                </c:pt>
                <c:pt idx="96284">
                  <c:v>53.99</c:v>
                </c:pt>
                <c:pt idx="96285">
                  <c:v>53.99</c:v>
                </c:pt>
                <c:pt idx="96286">
                  <c:v>53.99</c:v>
                </c:pt>
                <c:pt idx="96287">
                  <c:v>119.36</c:v>
                </c:pt>
                <c:pt idx="96288">
                  <c:v>96.96</c:v>
                </c:pt>
                <c:pt idx="96289">
                  <c:v>53.99</c:v>
                </c:pt>
                <c:pt idx="96290">
                  <c:v>119.36</c:v>
                </c:pt>
                <c:pt idx="96291">
                  <c:v>96.96</c:v>
                </c:pt>
                <c:pt idx="96292">
                  <c:v>146.5</c:v>
                </c:pt>
                <c:pt idx="96293">
                  <c:v>59.98</c:v>
                </c:pt>
                <c:pt idx="96294">
                  <c:v>84.99</c:v>
                </c:pt>
                <c:pt idx="96295">
                  <c:v>139.47</c:v>
                </c:pt>
                <c:pt idx="96296">
                  <c:v>281.88</c:v>
                </c:pt>
                <c:pt idx="96297">
                  <c:v>56.97</c:v>
                </c:pt>
                <c:pt idx="96298">
                  <c:v>91.96</c:v>
                </c:pt>
                <c:pt idx="96299">
                  <c:v>75.959999999999994</c:v>
                </c:pt>
                <c:pt idx="96300">
                  <c:v>56.97</c:v>
                </c:pt>
                <c:pt idx="96301">
                  <c:v>51.96</c:v>
                </c:pt>
                <c:pt idx="96302">
                  <c:v>54.82</c:v>
                </c:pt>
                <c:pt idx="96303">
                  <c:v>51.96</c:v>
                </c:pt>
                <c:pt idx="96304">
                  <c:v>51.96</c:v>
                </c:pt>
                <c:pt idx="96305">
                  <c:v>51.96</c:v>
                </c:pt>
                <c:pt idx="96306">
                  <c:v>-55.96</c:v>
                </c:pt>
                <c:pt idx="96307">
                  <c:v>55.96</c:v>
                </c:pt>
                <c:pt idx="96308">
                  <c:v>11.39</c:v>
                </c:pt>
                <c:pt idx="96309">
                  <c:v>49.46</c:v>
                </c:pt>
                <c:pt idx="96310">
                  <c:v>65.98</c:v>
                </c:pt>
                <c:pt idx="96311">
                  <c:v>6.23</c:v>
                </c:pt>
                <c:pt idx="96312">
                  <c:v>65.98</c:v>
                </c:pt>
                <c:pt idx="96313">
                  <c:v>117.95</c:v>
                </c:pt>
                <c:pt idx="96314">
                  <c:v>211.45</c:v>
                </c:pt>
                <c:pt idx="96315">
                  <c:v>67.459999999999994</c:v>
                </c:pt>
                <c:pt idx="96316">
                  <c:v>26.49</c:v>
                </c:pt>
                <c:pt idx="96317">
                  <c:v>52.97</c:v>
                </c:pt>
                <c:pt idx="96318">
                  <c:v>59.98</c:v>
                </c:pt>
                <c:pt idx="96319">
                  <c:v>60.98</c:v>
                </c:pt>
                <c:pt idx="96320">
                  <c:v>46.9</c:v>
                </c:pt>
                <c:pt idx="96321">
                  <c:v>68.989999999999995</c:v>
                </c:pt>
                <c:pt idx="96322">
                  <c:v>124.06</c:v>
                </c:pt>
                <c:pt idx="96323">
                  <c:v>109.98</c:v>
                </c:pt>
                <c:pt idx="96324">
                  <c:v>52.97</c:v>
                </c:pt>
                <c:pt idx="96325">
                  <c:v>152.94999999999999</c:v>
                </c:pt>
                <c:pt idx="96326">
                  <c:v>49.59</c:v>
                </c:pt>
                <c:pt idx="96327">
                  <c:v>71.37</c:v>
                </c:pt>
                <c:pt idx="96328">
                  <c:v>77.73</c:v>
                </c:pt>
                <c:pt idx="96329">
                  <c:v>224.52</c:v>
                </c:pt>
                <c:pt idx="96330">
                  <c:v>22.49</c:v>
                </c:pt>
                <c:pt idx="96331">
                  <c:v>22.49</c:v>
                </c:pt>
                <c:pt idx="96332">
                  <c:v>22.49</c:v>
                </c:pt>
                <c:pt idx="96333">
                  <c:v>62.98</c:v>
                </c:pt>
                <c:pt idx="96334">
                  <c:v>19.489999999999998</c:v>
                </c:pt>
                <c:pt idx="96335">
                  <c:v>52.24</c:v>
                </c:pt>
                <c:pt idx="96336">
                  <c:v>149.97999999999999</c:v>
                </c:pt>
                <c:pt idx="96337">
                  <c:v>125.98</c:v>
                </c:pt>
                <c:pt idx="96338">
                  <c:v>115.98</c:v>
                </c:pt>
                <c:pt idx="96339">
                  <c:v>135.97</c:v>
                </c:pt>
                <c:pt idx="96340">
                  <c:v>139.97</c:v>
                </c:pt>
                <c:pt idx="96341">
                  <c:v>25.48</c:v>
                </c:pt>
                <c:pt idx="96342">
                  <c:v>77.94</c:v>
                </c:pt>
                <c:pt idx="96343">
                  <c:v>55.76</c:v>
                </c:pt>
                <c:pt idx="96344">
                  <c:v>93.93</c:v>
                </c:pt>
                <c:pt idx="96345">
                  <c:v>53.08</c:v>
                </c:pt>
                <c:pt idx="96346">
                  <c:v>60.99</c:v>
                </c:pt>
                <c:pt idx="96347">
                  <c:v>106.87</c:v>
                </c:pt>
                <c:pt idx="96348">
                  <c:v>51.84</c:v>
                </c:pt>
                <c:pt idx="96349">
                  <c:v>63.98</c:v>
                </c:pt>
                <c:pt idx="96350">
                  <c:v>67.98</c:v>
                </c:pt>
                <c:pt idx="96351">
                  <c:v>137.46</c:v>
                </c:pt>
                <c:pt idx="96352">
                  <c:v>89.17</c:v>
                </c:pt>
                <c:pt idx="96353">
                  <c:v>78.17</c:v>
                </c:pt>
                <c:pt idx="96354">
                  <c:v>59.98</c:v>
                </c:pt>
                <c:pt idx="96355">
                  <c:v>53.98</c:v>
                </c:pt>
                <c:pt idx="96356">
                  <c:v>85.47</c:v>
                </c:pt>
                <c:pt idx="96357">
                  <c:v>107.97</c:v>
                </c:pt>
                <c:pt idx="96358">
                  <c:v>157.93</c:v>
                </c:pt>
                <c:pt idx="96359">
                  <c:v>124.94</c:v>
                </c:pt>
                <c:pt idx="96360">
                  <c:v>55.96</c:v>
                </c:pt>
                <c:pt idx="96361">
                  <c:v>63.98</c:v>
                </c:pt>
                <c:pt idx="96362">
                  <c:v>55.96</c:v>
                </c:pt>
                <c:pt idx="96363">
                  <c:v>89.98</c:v>
                </c:pt>
                <c:pt idx="96364">
                  <c:v>121.47</c:v>
                </c:pt>
                <c:pt idx="96365">
                  <c:v>99.96</c:v>
                </c:pt>
                <c:pt idx="96366">
                  <c:v>99.96</c:v>
                </c:pt>
                <c:pt idx="96367">
                  <c:v>89.96</c:v>
                </c:pt>
                <c:pt idx="96368">
                  <c:v>20.46</c:v>
                </c:pt>
                <c:pt idx="96369">
                  <c:v>69.98</c:v>
                </c:pt>
                <c:pt idx="96370">
                  <c:v>79.12</c:v>
                </c:pt>
                <c:pt idx="96371">
                  <c:v>105.89</c:v>
                </c:pt>
                <c:pt idx="96372">
                  <c:v>64.12</c:v>
                </c:pt>
                <c:pt idx="96373">
                  <c:v>79.849999999999994</c:v>
                </c:pt>
                <c:pt idx="96374">
                  <c:v>79.849999999999994</c:v>
                </c:pt>
                <c:pt idx="96375">
                  <c:v>55.96</c:v>
                </c:pt>
                <c:pt idx="96376">
                  <c:v>55.96</c:v>
                </c:pt>
                <c:pt idx="96377">
                  <c:v>55.96</c:v>
                </c:pt>
                <c:pt idx="96378">
                  <c:v>55.96</c:v>
                </c:pt>
                <c:pt idx="96379">
                  <c:v>55.96</c:v>
                </c:pt>
                <c:pt idx="96380">
                  <c:v>70.98</c:v>
                </c:pt>
                <c:pt idx="96381">
                  <c:v>58.48</c:v>
                </c:pt>
                <c:pt idx="96382">
                  <c:v>22.49</c:v>
                </c:pt>
                <c:pt idx="96383">
                  <c:v>69.95</c:v>
                </c:pt>
                <c:pt idx="96384">
                  <c:v>114.94</c:v>
                </c:pt>
                <c:pt idx="96385">
                  <c:v>65.989999999999995</c:v>
                </c:pt>
                <c:pt idx="96386">
                  <c:v>54.99</c:v>
                </c:pt>
                <c:pt idx="96387">
                  <c:v>22.49</c:v>
                </c:pt>
                <c:pt idx="96388">
                  <c:v>54.99</c:v>
                </c:pt>
                <c:pt idx="96389">
                  <c:v>276.86</c:v>
                </c:pt>
                <c:pt idx="96390">
                  <c:v>59.99</c:v>
                </c:pt>
                <c:pt idx="96391">
                  <c:v>51.48</c:v>
                </c:pt>
                <c:pt idx="96392">
                  <c:v>51.46</c:v>
                </c:pt>
                <c:pt idx="96393">
                  <c:v>-51.48</c:v>
                </c:pt>
                <c:pt idx="96394">
                  <c:v>59.99</c:v>
                </c:pt>
                <c:pt idx="96395">
                  <c:v>51.48</c:v>
                </c:pt>
                <c:pt idx="96396">
                  <c:v>51.48</c:v>
                </c:pt>
                <c:pt idx="96397">
                  <c:v>22.82</c:v>
                </c:pt>
                <c:pt idx="96398">
                  <c:v>54.95</c:v>
                </c:pt>
                <c:pt idx="96399">
                  <c:v>31.48</c:v>
                </c:pt>
                <c:pt idx="96400">
                  <c:v>59.96</c:v>
                </c:pt>
                <c:pt idx="96401">
                  <c:v>34.47</c:v>
                </c:pt>
                <c:pt idx="96402">
                  <c:v>65.3</c:v>
                </c:pt>
                <c:pt idx="96403">
                  <c:v>87.07</c:v>
                </c:pt>
                <c:pt idx="96404">
                  <c:v>57.94</c:v>
                </c:pt>
                <c:pt idx="96405">
                  <c:v>143.49</c:v>
                </c:pt>
                <c:pt idx="96406">
                  <c:v>130.46</c:v>
                </c:pt>
                <c:pt idx="96407">
                  <c:v>79.98</c:v>
                </c:pt>
                <c:pt idx="96408">
                  <c:v>50.27</c:v>
                </c:pt>
                <c:pt idx="96409">
                  <c:v>73.78</c:v>
                </c:pt>
                <c:pt idx="96410">
                  <c:v>98.96</c:v>
                </c:pt>
                <c:pt idx="96411">
                  <c:v>59.95</c:v>
                </c:pt>
                <c:pt idx="96412">
                  <c:v>59.95</c:v>
                </c:pt>
                <c:pt idx="96413">
                  <c:v>131.97999999999999</c:v>
                </c:pt>
                <c:pt idx="96414">
                  <c:v>103.98</c:v>
                </c:pt>
                <c:pt idx="96415">
                  <c:v>174.55</c:v>
                </c:pt>
                <c:pt idx="96416">
                  <c:v>111.08</c:v>
                </c:pt>
                <c:pt idx="96417">
                  <c:v>57.76</c:v>
                </c:pt>
                <c:pt idx="96418">
                  <c:v>109.98</c:v>
                </c:pt>
                <c:pt idx="96419">
                  <c:v>75.97</c:v>
                </c:pt>
                <c:pt idx="96420">
                  <c:v>67.98</c:v>
                </c:pt>
                <c:pt idx="96421">
                  <c:v>57.96</c:v>
                </c:pt>
                <c:pt idx="96422">
                  <c:v>52.98</c:v>
                </c:pt>
                <c:pt idx="96423">
                  <c:v>53.97</c:v>
                </c:pt>
                <c:pt idx="96424">
                  <c:v>63.98</c:v>
                </c:pt>
                <c:pt idx="96425">
                  <c:v>49.49</c:v>
                </c:pt>
                <c:pt idx="96426">
                  <c:v>51.96</c:v>
                </c:pt>
                <c:pt idx="96427">
                  <c:v>57.59</c:v>
                </c:pt>
                <c:pt idx="96428">
                  <c:v>99.95</c:v>
                </c:pt>
                <c:pt idx="96429">
                  <c:v>79.959999999999994</c:v>
                </c:pt>
                <c:pt idx="96430">
                  <c:v>69.989999999999995</c:v>
                </c:pt>
                <c:pt idx="96431">
                  <c:v>84.69</c:v>
                </c:pt>
                <c:pt idx="96432">
                  <c:v>84.69</c:v>
                </c:pt>
                <c:pt idx="96433">
                  <c:v>50.38</c:v>
                </c:pt>
                <c:pt idx="96434">
                  <c:v>58.98</c:v>
                </c:pt>
                <c:pt idx="96435">
                  <c:v>47.58</c:v>
                </c:pt>
                <c:pt idx="96436">
                  <c:v>70.97</c:v>
                </c:pt>
                <c:pt idx="96437">
                  <c:v>71.38</c:v>
                </c:pt>
                <c:pt idx="96438">
                  <c:v>11.49</c:v>
                </c:pt>
                <c:pt idx="96439">
                  <c:v>85.98</c:v>
                </c:pt>
                <c:pt idx="96440">
                  <c:v>79.989999999999995</c:v>
                </c:pt>
                <c:pt idx="96441">
                  <c:v>147.56</c:v>
                </c:pt>
                <c:pt idx="96442">
                  <c:v>127.96</c:v>
                </c:pt>
                <c:pt idx="96443">
                  <c:v>-55.96</c:v>
                </c:pt>
                <c:pt idx="96444">
                  <c:v>69.989999999999995</c:v>
                </c:pt>
                <c:pt idx="96445">
                  <c:v>203.91</c:v>
                </c:pt>
                <c:pt idx="96446">
                  <c:v>55.96</c:v>
                </c:pt>
                <c:pt idx="96447">
                  <c:v>55.96</c:v>
                </c:pt>
                <c:pt idx="96448">
                  <c:v>55.96</c:v>
                </c:pt>
                <c:pt idx="96449">
                  <c:v>55.96</c:v>
                </c:pt>
                <c:pt idx="96450">
                  <c:v>55.96</c:v>
                </c:pt>
                <c:pt idx="96451">
                  <c:v>55.96</c:v>
                </c:pt>
                <c:pt idx="96452">
                  <c:v>74.97</c:v>
                </c:pt>
                <c:pt idx="96453">
                  <c:v>89.97</c:v>
                </c:pt>
                <c:pt idx="96454">
                  <c:v>53.97</c:v>
                </c:pt>
                <c:pt idx="96455">
                  <c:v>73.459999999999994</c:v>
                </c:pt>
                <c:pt idx="96456">
                  <c:v>90.95</c:v>
                </c:pt>
                <c:pt idx="96457">
                  <c:v>37.479999999999997</c:v>
                </c:pt>
                <c:pt idx="96458">
                  <c:v>127.46</c:v>
                </c:pt>
                <c:pt idx="96459">
                  <c:v>89.96</c:v>
                </c:pt>
                <c:pt idx="96460">
                  <c:v>59.98</c:v>
                </c:pt>
                <c:pt idx="96461">
                  <c:v>65.97</c:v>
                </c:pt>
                <c:pt idx="96462">
                  <c:v>57.56</c:v>
                </c:pt>
                <c:pt idx="96463">
                  <c:v>63.96</c:v>
                </c:pt>
                <c:pt idx="96464">
                  <c:v>53.86</c:v>
                </c:pt>
                <c:pt idx="96465">
                  <c:v>49.99</c:v>
                </c:pt>
                <c:pt idx="96466">
                  <c:v>49.99</c:v>
                </c:pt>
                <c:pt idx="96467">
                  <c:v>22.49</c:v>
                </c:pt>
                <c:pt idx="96468">
                  <c:v>50.98</c:v>
                </c:pt>
                <c:pt idx="96469">
                  <c:v>50.96</c:v>
                </c:pt>
                <c:pt idx="96470">
                  <c:v>72.22</c:v>
                </c:pt>
                <c:pt idx="96471">
                  <c:v>71.97</c:v>
                </c:pt>
                <c:pt idx="96472">
                  <c:v>104.97</c:v>
                </c:pt>
                <c:pt idx="96473">
                  <c:v>95.97</c:v>
                </c:pt>
                <c:pt idx="96474">
                  <c:v>104.97</c:v>
                </c:pt>
                <c:pt idx="96475">
                  <c:v>104.97</c:v>
                </c:pt>
                <c:pt idx="96476">
                  <c:v>21.48</c:v>
                </c:pt>
                <c:pt idx="96477">
                  <c:v>19.48</c:v>
                </c:pt>
                <c:pt idx="96478">
                  <c:v>19.48</c:v>
                </c:pt>
                <c:pt idx="96479">
                  <c:v>55.96</c:v>
                </c:pt>
                <c:pt idx="96480">
                  <c:v>83.24</c:v>
                </c:pt>
                <c:pt idx="96481">
                  <c:v>69.95</c:v>
                </c:pt>
                <c:pt idx="96482">
                  <c:v>75.98</c:v>
                </c:pt>
                <c:pt idx="96483">
                  <c:v>94.98</c:v>
                </c:pt>
                <c:pt idx="96484">
                  <c:v>100.98</c:v>
                </c:pt>
                <c:pt idx="96485">
                  <c:v>68.989999999999995</c:v>
                </c:pt>
                <c:pt idx="96486">
                  <c:v>114.98</c:v>
                </c:pt>
                <c:pt idx="96487">
                  <c:v>87.98</c:v>
                </c:pt>
                <c:pt idx="96488">
                  <c:v>163.94</c:v>
                </c:pt>
                <c:pt idx="96489">
                  <c:v>107.97</c:v>
                </c:pt>
                <c:pt idx="96490">
                  <c:v>59.98</c:v>
                </c:pt>
                <c:pt idx="96491">
                  <c:v>70.97</c:v>
                </c:pt>
                <c:pt idx="96492">
                  <c:v>97.95</c:v>
                </c:pt>
                <c:pt idx="96493">
                  <c:v>103.47</c:v>
                </c:pt>
                <c:pt idx="96494">
                  <c:v>52.41</c:v>
                </c:pt>
                <c:pt idx="96495">
                  <c:v>52.97</c:v>
                </c:pt>
                <c:pt idx="96496">
                  <c:v>54.85</c:v>
                </c:pt>
                <c:pt idx="96497">
                  <c:v>55.98</c:v>
                </c:pt>
                <c:pt idx="96498">
                  <c:v>55.98</c:v>
                </c:pt>
                <c:pt idx="96499">
                  <c:v>55.98</c:v>
                </c:pt>
                <c:pt idx="96500">
                  <c:v>99.98</c:v>
                </c:pt>
                <c:pt idx="96501">
                  <c:v>60.98</c:v>
                </c:pt>
                <c:pt idx="96502">
                  <c:v>159.69999999999999</c:v>
                </c:pt>
                <c:pt idx="96503">
                  <c:v>140.34</c:v>
                </c:pt>
                <c:pt idx="96504">
                  <c:v>37.49</c:v>
                </c:pt>
                <c:pt idx="96505">
                  <c:v>20.99</c:v>
                </c:pt>
                <c:pt idx="96506">
                  <c:v>61.62</c:v>
                </c:pt>
                <c:pt idx="96507">
                  <c:v>125.75</c:v>
                </c:pt>
                <c:pt idx="96508">
                  <c:v>66.22</c:v>
                </c:pt>
                <c:pt idx="96509">
                  <c:v>130.38</c:v>
                </c:pt>
                <c:pt idx="96510">
                  <c:v>140.94999999999999</c:v>
                </c:pt>
                <c:pt idx="96511">
                  <c:v>97.99</c:v>
                </c:pt>
                <c:pt idx="96512">
                  <c:v>24.99</c:v>
                </c:pt>
                <c:pt idx="96513">
                  <c:v>72.959999999999994</c:v>
                </c:pt>
                <c:pt idx="96514">
                  <c:v>89.96</c:v>
                </c:pt>
                <c:pt idx="96515">
                  <c:v>39.28</c:v>
                </c:pt>
                <c:pt idx="96516">
                  <c:v>82.17</c:v>
                </c:pt>
                <c:pt idx="96517">
                  <c:v>39.28</c:v>
                </c:pt>
                <c:pt idx="96518">
                  <c:v>70.22</c:v>
                </c:pt>
                <c:pt idx="96519">
                  <c:v>183.96</c:v>
                </c:pt>
                <c:pt idx="96520">
                  <c:v>134.97</c:v>
                </c:pt>
                <c:pt idx="96521">
                  <c:v>85.97</c:v>
                </c:pt>
                <c:pt idx="96522">
                  <c:v>54.98</c:v>
                </c:pt>
                <c:pt idx="96523">
                  <c:v>299.39999999999998</c:v>
                </c:pt>
                <c:pt idx="96524">
                  <c:v>113.94</c:v>
                </c:pt>
                <c:pt idx="96525">
                  <c:v>153.22</c:v>
                </c:pt>
                <c:pt idx="96526">
                  <c:v>299.33</c:v>
                </c:pt>
                <c:pt idx="96527">
                  <c:v>51.49</c:v>
                </c:pt>
                <c:pt idx="96528">
                  <c:v>65.989999999999995</c:v>
                </c:pt>
                <c:pt idx="96529">
                  <c:v>11.49</c:v>
                </c:pt>
                <c:pt idx="96530">
                  <c:v>73.98</c:v>
                </c:pt>
                <c:pt idx="96531">
                  <c:v>226.29</c:v>
                </c:pt>
                <c:pt idx="96532">
                  <c:v>54.9</c:v>
                </c:pt>
                <c:pt idx="96533">
                  <c:v>55.42</c:v>
                </c:pt>
                <c:pt idx="96534">
                  <c:v>55.98</c:v>
                </c:pt>
                <c:pt idx="96535">
                  <c:v>54.98</c:v>
                </c:pt>
                <c:pt idx="96536">
                  <c:v>51.98</c:v>
                </c:pt>
                <c:pt idx="96537">
                  <c:v>54.98</c:v>
                </c:pt>
                <c:pt idx="96538">
                  <c:v>11.49</c:v>
                </c:pt>
                <c:pt idx="96539">
                  <c:v>77.42</c:v>
                </c:pt>
                <c:pt idx="96540">
                  <c:v>58.5</c:v>
                </c:pt>
                <c:pt idx="96541">
                  <c:v>59.98</c:v>
                </c:pt>
                <c:pt idx="96542">
                  <c:v>80.97</c:v>
                </c:pt>
                <c:pt idx="96543">
                  <c:v>74.97</c:v>
                </c:pt>
                <c:pt idx="96544">
                  <c:v>80.97</c:v>
                </c:pt>
                <c:pt idx="96545">
                  <c:v>51.49</c:v>
                </c:pt>
                <c:pt idx="96546">
                  <c:v>74.97</c:v>
                </c:pt>
                <c:pt idx="96547">
                  <c:v>51.49</c:v>
                </c:pt>
                <c:pt idx="96548">
                  <c:v>53.98</c:v>
                </c:pt>
                <c:pt idx="96549">
                  <c:v>49.44</c:v>
                </c:pt>
                <c:pt idx="96550">
                  <c:v>59.94</c:v>
                </c:pt>
                <c:pt idx="96551">
                  <c:v>50.98</c:v>
                </c:pt>
                <c:pt idx="96552">
                  <c:v>59.96</c:v>
                </c:pt>
                <c:pt idx="96553">
                  <c:v>53.96</c:v>
                </c:pt>
                <c:pt idx="96554">
                  <c:v>59.96</c:v>
                </c:pt>
                <c:pt idx="96555">
                  <c:v>37.49</c:v>
                </c:pt>
                <c:pt idx="96556">
                  <c:v>163.30000000000001</c:v>
                </c:pt>
                <c:pt idx="96557">
                  <c:v>135.74</c:v>
                </c:pt>
                <c:pt idx="96558">
                  <c:v>84.99</c:v>
                </c:pt>
                <c:pt idx="96559">
                  <c:v>107.94</c:v>
                </c:pt>
                <c:pt idx="96560">
                  <c:v>41.47</c:v>
                </c:pt>
                <c:pt idx="96561">
                  <c:v>25.99</c:v>
                </c:pt>
                <c:pt idx="96562">
                  <c:v>79.849999999999994</c:v>
                </c:pt>
                <c:pt idx="96563">
                  <c:v>72.58</c:v>
                </c:pt>
                <c:pt idx="96564">
                  <c:v>146.37</c:v>
                </c:pt>
                <c:pt idx="96565">
                  <c:v>65.290000000000006</c:v>
                </c:pt>
                <c:pt idx="96566">
                  <c:v>135.5</c:v>
                </c:pt>
                <c:pt idx="96567">
                  <c:v>97.99</c:v>
                </c:pt>
                <c:pt idx="96568">
                  <c:v>115.96</c:v>
                </c:pt>
                <c:pt idx="96569">
                  <c:v>68.91</c:v>
                </c:pt>
                <c:pt idx="96570">
                  <c:v>108.88</c:v>
                </c:pt>
                <c:pt idx="96571">
                  <c:v>295.92</c:v>
                </c:pt>
                <c:pt idx="96572">
                  <c:v>150.24</c:v>
                </c:pt>
                <c:pt idx="96573">
                  <c:v>102.97</c:v>
                </c:pt>
                <c:pt idx="96574">
                  <c:v>54.98</c:v>
                </c:pt>
                <c:pt idx="96575">
                  <c:v>109.98</c:v>
                </c:pt>
                <c:pt idx="96576">
                  <c:v>21.29</c:v>
                </c:pt>
                <c:pt idx="96577">
                  <c:v>64.97</c:v>
                </c:pt>
                <c:pt idx="96578">
                  <c:v>51.28</c:v>
                </c:pt>
                <c:pt idx="96579">
                  <c:v>142.09</c:v>
                </c:pt>
                <c:pt idx="96580">
                  <c:v>79.819999999999993</c:v>
                </c:pt>
                <c:pt idx="96581">
                  <c:v>99.97</c:v>
                </c:pt>
                <c:pt idx="96582">
                  <c:v>99.97</c:v>
                </c:pt>
                <c:pt idx="96583">
                  <c:v>69.989999999999995</c:v>
                </c:pt>
                <c:pt idx="96584">
                  <c:v>149.94999999999999</c:v>
                </c:pt>
                <c:pt idx="96585">
                  <c:v>89.97</c:v>
                </c:pt>
                <c:pt idx="96586">
                  <c:v>89.97</c:v>
                </c:pt>
                <c:pt idx="96587">
                  <c:v>59.97</c:v>
                </c:pt>
                <c:pt idx="96588">
                  <c:v>99.98</c:v>
                </c:pt>
                <c:pt idx="96589">
                  <c:v>59.97</c:v>
                </c:pt>
                <c:pt idx="96590">
                  <c:v>41.48</c:v>
                </c:pt>
                <c:pt idx="96591">
                  <c:v>107.93</c:v>
                </c:pt>
                <c:pt idx="96592">
                  <c:v>134.91</c:v>
                </c:pt>
                <c:pt idx="96593">
                  <c:v>134.91</c:v>
                </c:pt>
                <c:pt idx="96594">
                  <c:v>107.93</c:v>
                </c:pt>
                <c:pt idx="96595">
                  <c:v>107.93</c:v>
                </c:pt>
                <c:pt idx="96596">
                  <c:v>107.93</c:v>
                </c:pt>
                <c:pt idx="96597">
                  <c:v>107.93</c:v>
                </c:pt>
                <c:pt idx="96598">
                  <c:v>134.91</c:v>
                </c:pt>
                <c:pt idx="96599">
                  <c:v>107.93</c:v>
                </c:pt>
                <c:pt idx="96600">
                  <c:v>107.93</c:v>
                </c:pt>
                <c:pt idx="96601">
                  <c:v>134.91</c:v>
                </c:pt>
                <c:pt idx="96602">
                  <c:v>107.93</c:v>
                </c:pt>
                <c:pt idx="96603">
                  <c:v>17.34</c:v>
                </c:pt>
                <c:pt idx="96604">
                  <c:v>54.99</c:v>
                </c:pt>
                <c:pt idx="96605">
                  <c:v>99.98</c:v>
                </c:pt>
                <c:pt idx="96606">
                  <c:v>67.959999999999994</c:v>
                </c:pt>
                <c:pt idx="96607">
                  <c:v>125.97</c:v>
                </c:pt>
                <c:pt idx="96608">
                  <c:v>145.97</c:v>
                </c:pt>
                <c:pt idx="96609">
                  <c:v>297.58</c:v>
                </c:pt>
                <c:pt idx="96610">
                  <c:v>56.97</c:v>
                </c:pt>
                <c:pt idx="96611">
                  <c:v>217.05</c:v>
                </c:pt>
                <c:pt idx="96612">
                  <c:v>54.98</c:v>
                </c:pt>
                <c:pt idx="96613">
                  <c:v>80.97</c:v>
                </c:pt>
                <c:pt idx="96614">
                  <c:v>29.99</c:v>
                </c:pt>
                <c:pt idx="96615">
                  <c:v>120.46</c:v>
                </c:pt>
                <c:pt idx="96616">
                  <c:v>40.28</c:v>
                </c:pt>
                <c:pt idx="96617">
                  <c:v>69.98</c:v>
                </c:pt>
                <c:pt idx="96618">
                  <c:v>57.97</c:v>
                </c:pt>
                <c:pt idx="96619">
                  <c:v>65.97</c:v>
                </c:pt>
                <c:pt idx="96620">
                  <c:v>79.98</c:v>
                </c:pt>
                <c:pt idx="96621">
                  <c:v>76.489999999999995</c:v>
                </c:pt>
                <c:pt idx="96622">
                  <c:v>51.97</c:v>
                </c:pt>
                <c:pt idx="96623">
                  <c:v>145.37</c:v>
                </c:pt>
                <c:pt idx="96624">
                  <c:v>69.989999999999995</c:v>
                </c:pt>
                <c:pt idx="96625">
                  <c:v>55.98</c:v>
                </c:pt>
                <c:pt idx="96626">
                  <c:v>69.989999999999995</c:v>
                </c:pt>
                <c:pt idx="96627">
                  <c:v>73.48</c:v>
                </c:pt>
                <c:pt idx="96628">
                  <c:v>73.98</c:v>
                </c:pt>
                <c:pt idx="96629">
                  <c:v>73.48</c:v>
                </c:pt>
                <c:pt idx="96630">
                  <c:v>88.97</c:v>
                </c:pt>
                <c:pt idx="96631">
                  <c:v>29.48</c:v>
                </c:pt>
                <c:pt idx="96632">
                  <c:v>73.98</c:v>
                </c:pt>
                <c:pt idx="96633">
                  <c:v>29.48</c:v>
                </c:pt>
                <c:pt idx="96634">
                  <c:v>88.97</c:v>
                </c:pt>
                <c:pt idx="96635">
                  <c:v>29.48</c:v>
                </c:pt>
                <c:pt idx="96636">
                  <c:v>29.48</c:v>
                </c:pt>
                <c:pt idx="96637">
                  <c:v>109.96</c:v>
                </c:pt>
                <c:pt idx="96638">
                  <c:v>183.95</c:v>
                </c:pt>
                <c:pt idx="96639">
                  <c:v>86.94</c:v>
                </c:pt>
                <c:pt idx="96640">
                  <c:v>61.47</c:v>
                </c:pt>
                <c:pt idx="96641">
                  <c:v>52.23</c:v>
                </c:pt>
                <c:pt idx="96642">
                  <c:v>52.23</c:v>
                </c:pt>
                <c:pt idx="96643">
                  <c:v>47.23</c:v>
                </c:pt>
                <c:pt idx="96644">
                  <c:v>59.97</c:v>
                </c:pt>
                <c:pt idx="96645">
                  <c:v>59.97</c:v>
                </c:pt>
                <c:pt idx="96646">
                  <c:v>59.97</c:v>
                </c:pt>
                <c:pt idx="96647">
                  <c:v>59.97</c:v>
                </c:pt>
                <c:pt idx="96648">
                  <c:v>164.5</c:v>
                </c:pt>
                <c:pt idx="96649">
                  <c:v>25.37</c:v>
                </c:pt>
                <c:pt idx="96650">
                  <c:v>261.26</c:v>
                </c:pt>
                <c:pt idx="96651">
                  <c:v>-15</c:v>
                </c:pt>
                <c:pt idx="96652">
                  <c:v>118.78</c:v>
                </c:pt>
                <c:pt idx="96653">
                  <c:v>79.98</c:v>
                </c:pt>
                <c:pt idx="96654">
                  <c:v>1.3</c:v>
                </c:pt>
                <c:pt idx="96655">
                  <c:v>1.3</c:v>
                </c:pt>
                <c:pt idx="96656">
                  <c:v>7.7</c:v>
                </c:pt>
                <c:pt idx="96657">
                  <c:v>1.3</c:v>
                </c:pt>
                <c:pt idx="96658">
                  <c:v>1.3</c:v>
                </c:pt>
                <c:pt idx="96659">
                  <c:v>7.7</c:v>
                </c:pt>
                <c:pt idx="96660">
                  <c:v>1.3</c:v>
                </c:pt>
                <c:pt idx="96661">
                  <c:v>1.3</c:v>
                </c:pt>
                <c:pt idx="96662">
                  <c:v>1.3</c:v>
                </c:pt>
                <c:pt idx="96663">
                  <c:v>1.3</c:v>
                </c:pt>
                <c:pt idx="96664">
                  <c:v>1.3</c:v>
                </c:pt>
                <c:pt idx="96665">
                  <c:v>1.3</c:v>
                </c:pt>
                <c:pt idx="96666">
                  <c:v>1.3</c:v>
                </c:pt>
                <c:pt idx="96667">
                  <c:v>1.3</c:v>
                </c:pt>
                <c:pt idx="96668">
                  <c:v>1.3</c:v>
                </c:pt>
                <c:pt idx="96669">
                  <c:v>1.3</c:v>
                </c:pt>
                <c:pt idx="96670">
                  <c:v>1.3</c:v>
                </c:pt>
                <c:pt idx="96671">
                  <c:v>1.3</c:v>
                </c:pt>
                <c:pt idx="96672">
                  <c:v>27.48</c:v>
                </c:pt>
                <c:pt idx="96673">
                  <c:v>109.78</c:v>
                </c:pt>
                <c:pt idx="96674">
                  <c:v>59.38</c:v>
                </c:pt>
                <c:pt idx="96675">
                  <c:v>73.77</c:v>
                </c:pt>
                <c:pt idx="96676">
                  <c:v>43.33</c:v>
                </c:pt>
                <c:pt idx="96677">
                  <c:v>50.97</c:v>
                </c:pt>
                <c:pt idx="96678">
                  <c:v>50.97</c:v>
                </c:pt>
                <c:pt idx="96679">
                  <c:v>62.57</c:v>
                </c:pt>
                <c:pt idx="96680">
                  <c:v>51.48</c:v>
                </c:pt>
                <c:pt idx="96681">
                  <c:v>73.48</c:v>
                </c:pt>
                <c:pt idx="96682">
                  <c:v>66.53</c:v>
                </c:pt>
                <c:pt idx="96683">
                  <c:v>99.18</c:v>
                </c:pt>
                <c:pt idx="96684">
                  <c:v>46.56</c:v>
                </c:pt>
                <c:pt idx="96685">
                  <c:v>74.02</c:v>
                </c:pt>
                <c:pt idx="96686">
                  <c:v>73.099999999999994</c:v>
                </c:pt>
                <c:pt idx="96687">
                  <c:v>99.99</c:v>
                </c:pt>
                <c:pt idx="96688">
                  <c:v>110.89</c:v>
                </c:pt>
                <c:pt idx="96689">
                  <c:v>177.44</c:v>
                </c:pt>
                <c:pt idx="96690">
                  <c:v>39.479999999999997</c:v>
                </c:pt>
                <c:pt idx="96691">
                  <c:v>56.97</c:v>
                </c:pt>
                <c:pt idx="96692">
                  <c:v>56.97</c:v>
                </c:pt>
                <c:pt idx="96693">
                  <c:v>124.97</c:v>
                </c:pt>
                <c:pt idx="96694">
                  <c:v>120.97</c:v>
                </c:pt>
                <c:pt idx="96695">
                  <c:v>84.99</c:v>
                </c:pt>
                <c:pt idx="96696">
                  <c:v>120.97</c:v>
                </c:pt>
                <c:pt idx="96697">
                  <c:v>65.989999999999995</c:v>
                </c:pt>
                <c:pt idx="96698">
                  <c:v>57.98</c:v>
                </c:pt>
                <c:pt idx="96699">
                  <c:v>95.96</c:v>
                </c:pt>
                <c:pt idx="96700">
                  <c:v>81.96</c:v>
                </c:pt>
                <c:pt idx="96701">
                  <c:v>79.98</c:v>
                </c:pt>
                <c:pt idx="96702">
                  <c:v>53.98</c:v>
                </c:pt>
                <c:pt idx="96703">
                  <c:v>55.96</c:v>
                </c:pt>
                <c:pt idx="96704">
                  <c:v>79.849999999999994</c:v>
                </c:pt>
                <c:pt idx="96705">
                  <c:v>67.87</c:v>
                </c:pt>
                <c:pt idx="96706">
                  <c:v>56.62</c:v>
                </c:pt>
                <c:pt idx="96707">
                  <c:v>79.849999999999994</c:v>
                </c:pt>
                <c:pt idx="96708">
                  <c:v>1.2</c:v>
                </c:pt>
                <c:pt idx="96709">
                  <c:v>54.47</c:v>
                </c:pt>
                <c:pt idx="96710">
                  <c:v>63.46</c:v>
                </c:pt>
                <c:pt idx="96711">
                  <c:v>54.98</c:v>
                </c:pt>
                <c:pt idx="96712">
                  <c:v>68.98</c:v>
                </c:pt>
                <c:pt idx="96713">
                  <c:v>87.98</c:v>
                </c:pt>
                <c:pt idx="96714">
                  <c:v>54.98</c:v>
                </c:pt>
                <c:pt idx="96715">
                  <c:v>52.96</c:v>
                </c:pt>
                <c:pt idx="96716">
                  <c:v>52.96</c:v>
                </c:pt>
                <c:pt idx="96717">
                  <c:v>45.47</c:v>
                </c:pt>
                <c:pt idx="96718">
                  <c:v>55.98</c:v>
                </c:pt>
                <c:pt idx="96719">
                  <c:v>71.959999999999994</c:v>
                </c:pt>
                <c:pt idx="96720">
                  <c:v>53.97</c:v>
                </c:pt>
                <c:pt idx="96721">
                  <c:v>99.98</c:v>
                </c:pt>
                <c:pt idx="96722">
                  <c:v>244.43</c:v>
                </c:pt>
                <c:pt idx="96723">
                  <c:v>47.15</c:v>
                </c:pt>
                <c:pt idx="96724">
                  <c:v>47.75</c:v>
                </c:pt>
                <c:pt idx="96725">
                  <c:v>47.15</c:v>
                </c:pt>
                <c:pt idx="96726">
                  <c:v>47.75</c:v>
                </c:pt>
                <c:pt idx="96727">
                  <c:v>64.98</c:v>
                </c:pt>
                <c:pt idx="96728">
                  <c:v>84.97</c:v>
                </c:pt>
                <c:pt idx="96729">
                  <c:v>64.98</c:v>
                </c:pt>
                <c:pt idx="96730">
                  <c:v>51.97</c:v>
                </c:pt>
                <c:pt idx="96731">
                  <c:v>59.94</c:v>
                </c:pt>
                <c:pt idx="96732">
                  <c:v>97.14</c:v>
                </c:pt>
                <c:pt idx="96733">
                  <c:v>103.98</c:v>
                </c:pt>
                <c:pt idx="96734">
                  <c:v>20.29</c:v>
                </c:pt>
                <c:pt idx="96735">
                  <c:v>68.98</c:v>
                </c:pt>
                <c:pt idx="96736">
                  <c:v>135.87</c:v>
                </c:pt>
                <c:pt idx="96737">
                  <c:v>69.989999999999995</c:v>
                </c:pt>
                <c:pt idx="96738">
                  <c:v>85.8</c:v>
                </c:pt>
                <c:pt idx="96739">
                  <c:v>58.46</c:v>
                </c:pt>
                <c:pt idx="96740">
                  <c:v>51.97</c:v>
                </c:pt>
                <c:pt idx="96741">
                  <c:v>79.98</c:v>
                </c:pt>
                <c:pt idx="96742">
                  <c:v>38.65</c:v>
                </c:pt>
                <c:pt idx="96743">
                  <c:v>22.29</c:v>
                </c:pt>
                <c:pt idx="96744">
                  <c:v>128.96</c:v>
                </c:pt>
                <c:pt idx="96745">
                  <c:v>-1.3</c:v>
                </c:pt>
                <c:pt idx="96746">
                  <c:v>68.97</c:v>
                </c:pt>
                <c:pt idx="96747">
                  <c:v>77.36</c:v>
                </c:pt>
                <c:pt idx="96748">
                  <c:v>91.9</c:v>
                </c:pt>
                <c:pt idx="96749">
                  <c:v>59.74</c:v>
                </c:pt>
                <c:pt idx="96750">
                  <c:v>44.71</c:v>
                </c:pt>
                <c:pt idx="96751">
                  <c:v>84.98</c:v>
                </c:pt>
                <c:pt idx="96752">
                  <c:v>84.99</c:v>
                </c:pt>
                <c:pt idx="96753">
                  <c:v>57.98</c:v>
                </c:pt>
                <c:pt idx="96754">
                  <c:v>62.98</c:v>
                </c:pt>
                <c:pt idx="96755">
                  <c:v>49.12</c:v>
                </c:pt>
                <c:pt idx="96756">
                  <c:v>67.98</c:v>
                </c:pt>
                <c:pt idx="96757">
                  <c:v>46.49</c:v>
                </c:pt>
                <c:pt idx="96758">
                  <c:v>73.98</c:v>
                </c:pt>
                <c:pt idx="96759">
                  <c:v>123.96</c:v>
                </c:pt>
                <c:pt idx="96760">
                  <c:v>92.97</c:v>
                </c:pt>
                <c:pt idx="96761">
                  <c:v>134.87</c:v>
                </c:pt>
                <c:pt idx="96762">
                  <c:v>39.99</c:v>
                </c:pt>
                <c:pt idx="96763">
                  <c:v>54.98</c:v>
                </c:pt>
                <c:pt idx="96764">
                  <c:v>59.96</c:v>
                </c:pt>
                <c:pt idx="96765">
                  <c:v>59.96</c:v>
                </c:pt>
                <c:pt idx="96766">
                  <c:v>56.97</c:v>
                </c:pt>
                <c:pt idx="96767">
                  <c:v>56.97</c:v>
                </c:pt>
                <c:pt idx="96768">
                  <c:v>51.27</c:v>
                </c:pt>
                <c:pt idx="96769">
                  <c:v>39.28</c:v>
                </c:pt>
                <c:pt idx="96770">
                  <c:v>56.97</c:v>
                </c:pt>
                <c:pt idx="96771">
                  <c:v>83.96</c:v>
                </c:pt>
                <c:pt idx="96772">
                  <c:v>61.97</c:v>
                </c:pt>
                <c:pt idx="96773">
                  <c:v>61.97</c:v>
                </c:pt>
                <c:pt idx="96774">
                  <c:v>57.57</c:v>
                </c:pt>
                <c:pt idx="96775">
                  <c:v>64.97</c:v>
                </c:pt>
                <c:pt idx="96776">
                  <c:v>75.98</c:v>
                </c:pt>
                <c:pt idx="96777">
                  <c:v>176.97</c:v>
                </c:pt>
                <c:pt idx="96778">
                  <c:v>269.95999999999998</c:v>
                </c:pt>
                <c:pt idx="96779">
                  <c:v>104.98</c:v>
                </c:pt>
                <c:pt idx="96780">
                  <c:v>164.97</c:v>
                </c:pt>
                <c:pt idx="96781">
                  <c:v>269.91000000000003</c:v>
                </c:pt>
                <c:pt idx="96782">
                  <c:v>53.98</c:v>
                </c:pt>
                <c:pt idx="96783">
                  <c:v>79.98</c:v>
                </c:pt>
                <c:pt idx="96784">
                  <c:v>40.49</c:v>
                </c:pt>
                <c:pt idx="96785">
                  <c:v>38.479999999999997</c:v>
                </c:pt>
                <c:pt idx="96786">
                  <c:v>39.49</c:v>
                </c:pt>
                <c:pt idx="96787">
                  <c:v>89.98</c:v>
                </c:pt>
                <c:pt idx="96788">
                  <c:v>126.16</c:v>
                </c:pt>
                <c:pt idx="96789">
                  <c:v>121.98</c:v>
                </c:pt>
                <c:pt idx="96790">
                  <c:v>41.29</c:v>
                </c:pt>
                <c:pt idx="96791">
                  <c:v>59.94</c:v>
                </c:pt>
                <c:pt idx="96792">
                  <c:v>107.88</c:v>
                </c:pt>
                <c:pt idx="96793">
                  <c:v>71.92</c:v>
                </c:pt>
                <c:pt idx="96794">
                  <c:v>71.92</c:v>
                </c:pt>
                <c:pt idx="96795">
                  <c:v>53.94</c:v>
                </c:pt>
                <c:pt idx="96796">
                  <c:v>107.88</c:v>
                </c:pt>
                <c:pt idx="96797">
                  <c:v>107.88</c:v>
                </c:pt>
                <c:pt idx="96798">
                  <c:v>53.94</c:v>
                </c:pt>
                <c:pt idx="96799">
                  <c:v>107.88</c:v>
                </c:pt>
                <c:pt idx="96800">
                  <c:v>171.48</c:v>
                </c:pt>
                <c:pt idx="96801">
                  <c:v>84.99</c:v>
                </c:pt>
                <c:pt idx="96802">
                  <c:v>79.98</c:v>
                </c:pt>
                <c:pt idx="96803">
                  <c:v>99.98</c:v>
                </c:pt>
                <c:pt idx="96804">
                  <c:v>79.02</c:v>
                </c:pt>
                <c:pt idx="96805">
                  <c:v>185.94</c:v>
                </c:pt>
                <c:pt idx="96806">
                  <c:v>140.16999999999999</c:v>
                </c:pt>
                <c:pt idx="96807">
                  <c:v>53.97</c:v>
                </c:pt>
                <c:pt idx="96808">
                  <c:v>64.47</c:v>
                </c:pt>
                <c:pt idx="96809">
                  <c:v>247.94</c:v>
                </c:pt>
                <c:pt idx="96810">
                  <c:v>59.98</c:v>
                </c:pt>
                <c:pt idx="96811">
                  <c:v>59.98</c:v>
                </c:pt>
                <c:pt idx="96812">
                  <c:v>89.97</c:v>
                </c:pt>
                <c:pt idx="96813">
                  <c:v>54.95</c:v>
                </c:pt>
                <c:pt idx="96814">
                  <c:v>91.4</c:v>
                </c:pt>
                <c:pt idx="96815">
                  <c:v>54.95</c:v>
                </c:pt>
                <c:pt idx="96816">
                  <c:v>54.95</c:v>
                </c:pt>
                <c:pt idx="96817">
                  <c:v>90.35</c:v>
                </c:pt>
                <c:pt idx="96818">
                  <c:v>55.65</c:v>
                </c:pt>
                <c:pt idx="96819">
                  <c:v>146.36000000000001</c:v>
                </c:pt>
                <c:pt idx="96820">
                  <c:v>158.76</c:v>
                </c:pt>
                <c:pt idx="96821">
                  <c:v>54.89</c:v>
                </c:pt>
                <c:pt idx="96822">
                  <c:v>42.49</c:v>
                </c:pt>
                <c:pt idx="96823">
                  <c:v>123.96</c:v>
                </c:pt>
                <c:pt idx="96824">
                  <c:v>140.56</c:v>
                </c:pt>
                <c:pt idx="96825">
                  <c:v>79.7</c:v>
                </c:pt>
                <c:pt idx="96826">
                  <c:v>212.31</c:v>
                </c:pt>
                <c:pt idx="96827">
                  <c:v>59.99</c:v>
                </c:pt>
                <c:pt idx="96828">
                  <c:v>64.48</c:v>
                </c:pt>
                <c:pt idx="96829">
                  <c:v>59.99</c:v>
                </c:pt>
                <c:pt idx="96830">
                  <c:v>59.99</c:v>
                </c:pt>
                <c:pt idx="96831">
                  <c:v>64.48</c:v>
                </c:pt>
                <c:pt idx="96832">
                  <c:v>59.99</c:v>
                </c:pt>
                <c:pt idx="96833">
                  <c:v>119.92</c:v>
                </c:pt>
                <c:pt idx="96834">
                  <c:v>57.98</c:v>
                </c:pt>
                <c:pt idx="96835">
                  <c:v>57.42</c:v>
                </c:pt>
                <c:pt idx="96836">
                  <c:v>55.98</c:v>
                </c:pt>
                <c:pt idx="96837">
                  <c:v>65.98</c:v>
                </c:pt>
                <c:pt idx="96838">
                  <c:v>30.99</c:v>
                </c:pt>
                <c:pt idx="96839">
                  <c:v>23.28</c:v>
                </c:pt>
                <c:pt idx="96840">
                  <c:v>65.98</c:v>
                </c:pt>
                <c:pt idx="96841">
                  <c:v>23.28</c:v>
                </c:pt>
                <c:pt idx="96842">
                  <c:v>112.95</c:v>
                </c:pt>
                <c:pt idx="96843">
                  <c:v>20.29</c:v>
                </c:pt>
                <c:pt idx="96844">
                  <c:v>59.25</c:v>
                </c:pt>
                <c:pt idx="96845">
                  <c:v>43.47</c:v>
                </c:pt>
                <c:pt idx="96846">
                  <c:v>55.96</c:v>
                </c:pt>
                <c:pt idx="96847">
                  <c:v>52.56</c:v>
                </c:pt>
                <c:pt idx="96848">
                  <c:v>70.98</c:v>
                </c:pt>
                <c:pt idx="96849">
                  <c:v>82.76</c:v>
                </c:pt>
                <c:pt idx="96850">
                  <c:v>68.97</c:v>
                </c:pt>
                <c:pt idx="96851">
                  <c:v>116.95</c:v>
                </c:pt>
                <c:pt idx="96852">
                  <c:v>291.52999999999997</c:v>
                </c:pt>
                <c:pt idx="96853">
                  <c:v>45.26</c:v>
                </c:pt>
                <c:pt idx="96854">
                  <c:v>56.48</c:v>
                </c:pt>
                <c:pt idx="96855">
                  <c:v>67.989999999999995</c:v>
                </c:pt>
                <c:pt idx="96856">
                  <c:v>59.48</c:v>
                </c:pt>
                <c:pt idx="96857">
                  <c:v>79.989999999999995</c:v>
                </c:pt>
                <c:pt idx="96858">
                  <c:v>74.97</c:v>
                </c:pt>
                <c:pt idx="96859">
                  <c:v>188.93</c:v>
                </c:pt>
                <c:pt idx="96860">
                  <c:v>55.98</c:v>
                </c:pt>
                <c:pt idx="96861">
                  <c:v>123.96</c:v>
                </c:pt>
                <c:pt idx="96862">
                  <c:v>83.97</c:v>
                </c:pt>
                <c:pt idx="96863">
                  <c:v>47.15</c:v>
                </c:pt>
                <c:pt idx="96864">
                  <c:v>165.71</c:v>
                </c:pt>
                <c:pt idx="96865">
                  <c:v>68.930000000000007</c:v>
                </c:pt>
                <c:pt idx="96866">
                  <c:v>39.479999999999997</c:v>
                </c:pt>
                <c:pt idx="96867">
                  <c:v>84.98</c:v>
                </c:pt>
                <c:pt idx="96868">
                  <c:v>131.97999999999999</c:v>
                </c:pt>
                <c:pt idx="96869">
                  <c:v>288.86</c:v>
                </c:pt>
                <c:pt idx="96870">
                  <c:v>51.98</c:v>
                </c:pt>
                <c:pt idx="96871">
                  <c:v>65.989999999999995</c:v>
                </c:pt>
                <c:pt idx="96872">
                  <c:v>65.989999999999995</c:v>
                </c:pt>
                <c:pt idx="96873">
                  <c:v>199.94</c:v>
                </c:pt>
                <c:pt idx="96874">
                  <c:v>65.989999999999995</c:v>
                </c:pt>
                <c:pt idx="96875">
                  <c:v>55.78</c:v>
                </c:pt>
                <c:pt idx="96876">
                  <c:v>50.98</c:v>
                </c:pt>
                <c:pt idx="96877">
                  <c:v>59.98</c:v>
                </c:pt>
                <c:pt idx="96878">
                  <c:v>65.989999999999995</c:v>
                </c:pt>
                <c:pt idx="96879">
                  <c:v>65.989999999999995</c:v>
                </c:pt>
                <c:pt idx="96880">
                  <c:v>65.989999999999995</c:v>
                </c:pt>
                <c:pt idx="96881">
                  <c:v>65.989999999999995</c:v>
                </c:pt>
                <c:pt idx="96882">
                  <c:v>69.989999999999995</c:v>
                </c:pt>
                <c:pt idx="96883">
                  <c:v>59.96</c:v>
                </c:pt>
                <c:pt idx="96884">
                  <c:v>73.349999999999994</c:v>
                </c:pt>
                <c:pt idx="96885">
                  <c:v>33.479999999999997</c:v>
                </c:pt>
                <c:pt idx="96886">
                  <c:v>33.479999999999997</c:v>
                </c:pt>
                <c:pt idx="96887">
                  <c:v>63.96</c:v>
                </c:pt>
                <c:pt idx="96888">
                  <c:v>49.47</c:v>
                </c:pt>
                <c:pt idx="96889">
                  <c:v>59.96</c:v>
                </c:pt>
                <c:pt idx="96890">
                  <c:v>59.96</c:v>
                </c:pt>
                <c:pt idx="96891">
                  <c:v>159.69999999999999</c:v>
                </c:pt>
                <c:pt idx="96892">
                  <c:v>130.63999999999999</c:v>
                </c:pt>
                <c:pt idx="96893">
                  <c:v>145.15</c:v>
                </c:pt>
                <c:pt idx="96894">
                  <c:v>145.13999999999999</c:v>
                </c:pt>
                <c:pt idx="96895">
                  <c:v>63.97</c:v>
                </c:pt>
                <c:pt idx="96896">
                  <c:v>74.97</c:v>
                </c:pt>
                <c:pt idx="96897">
                  <c:v>61.98</c:v>
                </c:pt>
                <c:pt idx="96898">
                  <c:v>68.959999999999994</c:v>
                </c:pt>
                <c:pt idx="96899">
                  <c:v>111.96</c:v>
                </c:pt>
                <c:pt idx="96900">
                  <c:v>109.9</c:v>
                </c:pt>
                <c:pt idx="96901">
                  <c:v>72.55</c:v>
                </c:pt>
                <c:pt idx="96902">
                  <c:v>74.95</c:v>
                </c:pt>
                <c:pt idx="96903">
                  <c:v>83.27</c:v>
                </c:pt>
                <c:pt idx="96904">
                  <c:v>52.96</c:v>
                </c:pt>
                <c:pt idx="96905">
                  <c:v>130.9</c:v>
                </c:pt>
                <c:pt idx="96906">
                  <c:v>70.97</c:v>
                </c:pt>
                <c:pt idx="96907">
                  <c:v>100.97</c:v>
                </c:pt>
                <c:pt idx="96908">
                  <c:v>-31.99</c:v>
                </c:pt>
                <c:pt idx="96909">
                  <c:v>130.96</c:v>
                </c:pt>
                <c:pt idx="96910">
                  <c:v>22.64</c:v>
                </c:pt>
                <c:pt idx="96911">
                  <c:v>9.64</c:v>
                </c:pt>
                <c:pt idx="96912">
                  <c:v>99.42</c:v>
                </c:pt>
                <c:pt idx="96913">
                  <c:v>68.98</c:v>
                </c:pt>
                <c:pt idx="96914">
                  <c:v>102.97</c:v>
                </c:pt>
                <c:pt idx="96915">
                  <c:v>209.77</c:v>
                </c:pt>
                <c:pt idx="96916">
                  <c:v>79.849999999999994</c:v>
                </c:pt>
                <c:pt idx="96917">
                  <c:v>87.73</c:v>
                </c:pt>
                <c:pt idx="96918">
                  <c:v>88.47</c:v>
                </c:pt>
                <c:pt idx="96919">
                  <c:v>86.07</c:v>
                </c:pt>
                <c:pt idx="96920">
                  <c:v>40.43</c:v>
                </c:pt>
                <c:pt idx="96921">
                  <c:v>34.94</c:v>
                </c:pt>
                <c:pt idx="96922">
                  <c:v>51.29</c:v>
                </c:pt>
                <c:pt idx="96923">
                  <c:v>29.99</c:v>
                </c:pt>
                <c:pt idx="96924">
                  <c:v>180.95</c:v>
                </c:pt>
                <c:pt idx="96925">
                  <c:v>54.98</c:v>
                </c:pt>
                <c:pt idx="96926">
                  <c:v>54.98</c:v>
                </c:pt>
                <c:pt idx="96927">
                  <c:v>54.98</c:v>
                </c:pt>
                <c:pt idx="96928">
                  <c:v>91.91</c:v>
                </c:pt>
                <c:pt idx="96929">
                  <c:v>91.91</c:v>
                </c:pt>
                <c:pt idx="96930">
                  <c:v>110.87</c:v>
                </c:pt>
                <c:pt idx="96931">
                  <c:v>84.99</c:v>
                </c:pt>
                <c:pt idx="96932">
                  <c:v>289.14</c:v>
                </c:pt>
                <c:pt idx="96933">
                  <c:v>90.87</c:v>
                </c:pt>
                <c:pt idx="96934">
                  <c:v>170.96</c:v>
                </c:pt>
                <c:pt idx="96935">
                  <c:v>79.98</c:v>
                </c:pt>
                <c:pt idx="96936">
                  <c:v>131.97999999999999</c:v>
                </c:pt>
                <c:pt idx="96937">
                  <c:v>65.989999999999995</c:v>
                </c:pt>
                <c:pt idx="96938">
                  <c:v>65.989999999999995</c:v>
                </c:pt>
                <c:pt idx="96939">
                  <c:v>65.989999999999995</c:v>
                </c:pt>
                <c:pt idx="96940">
                  <c:v>88.57</c:v>
                </c:pt>
                <c:pt idx="96941">
                  <c:v>89.86</c:v>
                </c:pt>
                <c:pt idx="96942">
                  <c:v>179.94</c:v>
                </c:pt>
                <c:pt idx="96943">
                  <c:v>81.569999999999993</c:v>
                </c:pt>
                <c:pt idx="96944">
                  <c:v>60.98</c:v>
                </c:pt>
                <c:pt idx="96945">
                  <c:v>62.98</c:v>
                </c:pt>
                <c:pt idx="96946">
                  <c:v>52.24</c:v>
                </c:pt>
                <c:pt idx="96947">
                  <c:v>37.72</c:v>
                </c:pt>
                <c:pt idx="96948">
                  <c:v>52.18</c:v>
                </c:pt>
                <c:pt idx="96949">
                  <c:v>76.489999999999995</c:v>
                </c:pt>
                <c:pt idx="96950">
                  <c:v>99.98</c:v>
                </c:pt>
                <c:pt idx="96951">
                  <c:v>84.99</c:v>
                </c:pt>
                <c:pt idx="96952">
                  <c:v>89.97</c:v>
                </c:pt>
                <c:pt idx="96953">
                  <c:v>76.47</c:v>
                </c:pt>
                <c:pt idx="96954">
                  <c:v>77.97</c:v>
                </c:pt>
                <c:pt idx="96955">
                  <c:v>79.989999999999995</c:v>
                </c:pt>
                <c:pt idx="96956">
                  <c:v>185.94</c:v>
                </c:pt>
                <c:pt idx="96957">
                  <c:v>95.96</c:v>
                </c:pt>
                <c:pt idx="96958">
                  <c:v>11.29</c:v>
                </c:pt>
                <c:pt idx="96959">
                  <c:v>125.96</c:v>
                </c:pt>
                <c:pt idx="96960">
                  <c:v>139.96</c:v>
                </c:pt>
                <c:pt idx="96961">
                  <c:v>163.94</c:v>
                </c:pt>
                <c:pt idx="96962">
                  <c:v>101.97</c:v>
                </c:pt>
                <c:pt idx="96963">
                  <c:v>41.48</c:v>
                </c:pt>
                <c:pt idx="96964">
                  <c:v>59.98</c:v>
                </c:pt>
                <c:pt idx="96965">
                  <c:v>140.94999999999999</c:v>
                </c:pt>
                <c:pt idx="96966">
                  <c:v>59.98</c:v>
                </c:pt>
                <c:pt idx="96967">
                  <c:v>99.98</c:v>
                </c:pt>
                <c:pt idx="96968">
                  <c:v>92.94</c:v>
                </c:pt>
                <c:pt idx="96969">
                  <c:v>67.97</c:v>
                </c:pt>
                <c:pt idx="96970">
                  <c:v>59.98</c:v>
                </c:pt>
                <c:pt idx="96971">
                  <c:v>119.97</c:v>
                </c:pt>
                <c:pt idx="96972">
                  <c:v>59.98</c:v>
                </c:pt>
                <c:pt idx="96973">
                  <c:v>59.98</c:v>
                </c:pt>
                <c:pt idx="96974">
                  <c:v>119.96</c:v>
                </c:pt>
                <c:pt idx="96975">
                  <c:v>59.98</c:v>
                </c:pt>
                <c:pt idx="96976">
                  <c:v>116.11</c:v>
                </c:pt>
                <c:pt idx="96977">
                  <c:v>102.83</c:v>
                </c:pt>
                <c:pt idx="96978">
                  <c:v>68.930000000000007</c:v>
                </c:pt>
                <c:pt idx="96979">
                  <c:v>77.97</c:v>
                </c:pt>
                <c:pt idx="96980">
                  <c:v>65.989999999999995</c:v>
                </c:pt>
                <c:pt idx="96981">
                  <c:v>52.97</c:v>
                </c:pt>
                <c:pt idx="96982">
                  <c:v>65.989999999999995</c:v>
                </c:pt>
                <c:pt idx="96983">
                  <c:v>68.930000000000007</c:v>
                </c:pt>
                <c:pt idx="96984">
                  <c:v>183.87</c:v>
                </c:pt>
                <c:pt idx="96985">
                  <c:v>264.94</c:v>
                </c:pt>
                <c:pt idx="96986">
                  <c:v>264.94</c:v>
                </c:pt>
                <c:pt idx="96987">
                  <c:v>73.97</c:v>
                </c:pt>
                <c:pt idx="96988">
                  <c:v>74.98</c:v>
                </c:pt>
                <c:pt idx="96989">
                  <c:v>52.98</c:v>
                </c:pt>
                <c:pt idx="96990">
                  <c:v>62.98</c:v>
                </c:pt>
                <c:pt idx="96991">
                  <c:v>47.93</c:v>
                </c:pt>
                <c:pt idx="96992">
                  <c:v>91.96</c:v>
                </c:pt>
                <c:pt idx="96993">
                  <c:v>34.28</c:v>
                </c:pt>
                <c:pt idx="96994">
                  <c:v>68.97</c:v>
                </c:pt>
                <c:pt idx="96995">
                  <c:v>149.9</c:v>
                </c:pt>
                <c:pt idx="96996">
                  <c:v>149.9</c:v>
                </c:pt>
                <c:pt idx="96997">
                  <c:v>149.9</c:v>
                </c:pt>
                <c:pt idx="96998">
                  <c:v>149.9</c:v>
                </c:pt>
                <c:pt idx="96999">
                  <c:v>59.98</c:v>
                </c:pt>
                <c:pt idx="97000">
                  <c:v>59.98</c:v>
                </c:pt>
                <c:pt idx="97001">
                  <c:v>59.98</c:v>
                </c:pt>
                <c:pt idx="97002">
                  <c:v>59.98</c:v>
                </c:pt>
                <c:pt idx="97003">
                  <c:v>59.98</c:v>
                </c:pt>
                <c:pt idx="97004">
                  <c:v>59.98</c:v>
                </c:pt>
                <c:pt idx="97005">
                  <c:v>59.98</c:v>
                </c:pt>
                <c:pt idx="97006">
                  <c:v>59.98</c:v>
                </c:pt>
                <c:pt idx="97007">
                  <c:v>169.98</c:v>
                </c:pt>
                <c:pt idx="97008">
                  <c:v>89.94</c:v>
                </c:pt>
                <c:pt idx="97009">
                  <c:v>95.97</c:v>
                </c:pt>
                <c:pt idx="97010">
                  <c:v>54.97</c:v>
                </c:pt>
                <c:pt idx="97011">
                  <c:v>46.47</c:v>
                </c:pt>
                <c:pt idx="97012">
                  <c:v>53.97</c:v>
                </c:pt>
                <c:pt idx="97013">
                  <c:v>16.489999999999998</c:v>
                </c:pt>
                <c:pt idx="97014">
                  <c:v>16.489999999999998</c:v>
                </c:pt>
                <c:pt idx="97015">
                  <c:v>89.99</c:v>
                </c:pt>
                <c:pt idx="97016">
                  <c:v>129.94999999999999</c:v>
                </c:pt>
                <c:pt idx="97017">
                  <c:v>129.94999999999999</c:v>
                </c:pt>
                <c:pt idx="97018">
                  <c:v>67.959999999999994</c:v>
                </c:pt>
                <c:pt idx="97019">
                  <c:v>63.96</c:v>
                </c:pt>
                <c:pt idx="97020">
                  <c:v>63.96</c:v>
                </c:pt>
                <c:pt idx="97021">
                  <c:v>63.96</c:v>
                </c:pt>
                <c:pt idx="97022">
                  <c:v>176.62</c:v>
                </c:pt>
                <c:pt idx="97023">
                  <c:v>65.98</c:v>
                </c:pt>
                <c:pt idx="97024">
                  <c:v>66.98</c:v>
                </c:pt>
                <c:pt idx="97025">
                  <c:v>71.97</c:v>
                </c:pt>
                <c:pt idx="97026">
                  <c:v>54.98</c:v>
                </c:pt>
                <c:pt idx="97027">
                  <c:v>59.98</c:v>
                </c:pt>
                <c:pt idx="97028">
                  <c:v>56.98</c:v>
                </c:pt>
                <c:pt idx="97029">
                  <c:v>53.98</c:v>
                </c:pt>
                <c:pt idx="97030">
                  <c:v>94.95</c:v>
                </c:pt>
                <c:pt idx="97031">
                  <c:v>168.96</c:v>
                </c:pt>
                <c:pt idx="97032">
                  <c:v>263.89</c:v>
                </c:pt>
                <c:pt idx="97033">
                  <c:v>123.96</c:v>
                </c:pt>
                <c:pt idx="97034">
                  <c:v>74.97</c:v>
                </c:pt>
                <c:pt idx="97035">
                  <c:v>79.97</c:v>
                </c:pt>
                <c:pt idx="97036">
                  <c:v>54.48</c:v>
                </c:pt>
                <c:pt idx="97037">
                  <c:v>64.95</c:v>
                </c:pt>
                <c:pt idx="97038">
                  <c:v>50.79</c:v>
                </c:pt>
                <c:pt idx="97039">
                  <c:v>51.96</c:v>
                </c:pt>
                <c:pt idx="97040">
                  <c:v>52.46</c:v>
                </c:pt>
                <c:pt idx="97041">
                  <c:v>55.98</c:v>
                </c:pt>
                <c:pt idx="97042">
                  <c:v>207.46</c:v>
                </c:pt>
                <c:pt idx="97043">
                  <c:v>96.78</c:v>
                </c:pt>
                <c:pt idx="97044">
                  <c:v>35.049999999999997</c:v>
                </c:pt>
                <c:pt idx="97045">
                  <c:v>12.08</c:v>
                </c:pt>
                <c:pt idx="97046">
                  <c:v>35.049999999999997</c:v>
                </c:pt>
                <c:pt idx="97047">
                  <c:v>35.049999999999997</c:v>
                </c:pt>
                <c:pt idx="97048">
                  <c:v>24.18</c:v>
                </c:pt>
                <c:pt idx="97049">
                  <c:v>120.97</c:v>
                </c:pt>
                <c:pt idx="97050">
                  <c:v>80.97</c:v>
                </c:pt>
                <c:pt idx="97051">
                  <c:v>81.58</c:v>
                </c:pt>
                <c:pt idx="97052">
                  <c:v>78.95</c:v>
                </c:pt>
                <c:pt idx="97053">
                  <c:v>58.78</c:v>
                </c:pt>
                <c:pt idx="97054">
                  <c:v>29.99</c:v>
                </c:pt>
                <c:pt idx="97055">
                  <c:v>59.98</c:v>
                </c:pt>
                <c:pt idx="97056">
                  <c:v>51.48</c:v>
                </c:pt>
                <c:pt idx="97057">
                  <c:v>53.98</c:v>
                </c:pt>
                <c:pt idx="97058">
                  <c:v>56.97</c:v>
                </c:pt>
                <c:pt idx="97059">
                  <c:v>65.959999999999994</c:v>
                </c:pt>
                <c:pt idx="97060">
                  <c:v>65.52</c:v>
                </c:pt>
                <c:pt idx="97061">
                  <c:v>58.6</c:v>
                </c:pt>
                <c:pt idx="97062">
                  <c:v>68.31</c:v>
                </c:pt>
                <c:pt idx="97063">
                  <c:v>144.47999999999999</c:v>
                </c:pt>
                <c:pt idx="97064">
                  <c:v>59.96</c:v>
                </c:pt>
                <c:pt idx="97065">
                  <c:v>53.96</c:v>
                </c:pt>
                <c:pt idx="97066">
                  <c:v>94.98</c:v>
                </c:pt>
                <c:pt idx="97067">
                  <c:v>92.85</c:v>
                </c:pt>
                <c:pt idx="97068">
                  <c:v>51.9</c:v>
                </c:pt>
                <c:pt idx="97069">
                  <c:v>20.29</c:v>
                </c:pt>
                <c:pt idx="97070">
                  <c:v>56.97</c:v>
                </c:pt>
                <c:pt idx="97071">
                  <c:v>50.47</c:v>
                </c:pt>
                <c:pt idx="97072">
                  <c:v>68.98</c:v>
                </c:pt>
                <c:pt idx="97073">
                  <c:v>23.28</c:v>
                </c:pt>
                <c:pt idx="97074">
                  <c:v>37.28</c:v>
                </c:pt>
                <c:pt idx="97075">
                  <c:v>76.95</c:v>
                </c:pt>
                <c:pt idx="97076">
                  <c:v>80.95</c:v>
                </c:pt>
                <c:pt idx="97077">
                  <c:v>52.97</c:v>
                </c:pt>
                <c:pt idx="97078">
                  <c:v>51.96</c:v>
                </c:pt>
                <c:pt idx="97079">
                  <c:v>170.27</c:v>
                </c:pt>
                <c:pt idx="97080">
                  <c:v>-1.3</c:v>
                </c:pt>
                <c:pt idx="97081">
                  <c:v>29.28</c:v>
                </c:pt>
                <c:pt idx="97082">
                  <c:v>55.87</c:v>
                </c:pt>
                <c:pt idx="97083">
                  <c:v>65.989999999999995</c:v>
                </c:pt>
                <c:pt idx="97084">
                  <c:v>65.989999999999995</c:v>
                </c:pt>
                <c:pt idx="97085">
                  <c:v>51.49</c:v>
                </c:pt>
                <c:pt idx="97086">
                  <c:v>65.989999999999995</c:v>
                </c:pt>
                <c:pt idx="97087">
                  <c:v>188.97</c:v>
                </c:pt>
                <c:pt idx="97088">
                  <c:v>59.99</c:v>
                </c:pt>
                <c:pt idx="97089">
                  <c:v>91.97</c:v>
                </c:pt>
                <c:pt idx="97090">
                  <c:v>105.98</c:v>
                </c:pt>
                <c:pt idx="97091">
                  <c:v>74.989999999999995</c:v>
                </c:pt>
                <c:pt idx="97092">
                  <c:v>122.37</c:v>
                </c:pt>
                <c:pt idx="97093">
                  <c:v>67.959999999999994</c:v>
                </c:pt>
                <c:pt idx="97094">
                  <c:v>41.29</c:v>
                </c:pt>
                <c:pt idx="97095">
                  <c:v>27.18</c:v>
                </c:pt>
                <c:pt idx="97096">
                  <c:v>27.18</c:v>
                </c:pt>
                <c:pt idx="97097">
                  <c:v>118.97</c:v>
                </c:pt>
                <c:pt idx="97098">
                  <c:v>138.57</c:v>
                </c:pt>
                <c:pt idx="97099">
                  <c:v>138.57</c:v>
                </c:pt>
                <c:pt idx="97100">
                  <c:v>118.97</c:v>
                </c:pt>
                <c:pt idx="97101">
                  <c:v>103.57</c:v>
                </c:pt>
                <c:pt idx="97102">
                  <c:v>158.47</c:v>
                </c:pt>
                <c:pt idx="97103">
                  <c:v>84.66</c:v>
                </c:pt>
                <c:pt idx="97104">
                  <c:v>199.58</c:v>
                </c:pt>
                <c:pt idx="97105">
                  <c:v>38.49</c:v>
                </c:pt>
                <c:pt idx="97106">
                  <c:v>63.98</c:v>
                </c:pt>
                <c:pt idx="97107">
                  <c:v>45.49</c:v>
                </c:pt>
                <c:pt idx="97108">
                  <c:v>36.479999999999997</c:v>
                </c:pt>
                <c:pt idx="97109">
                  <c:v>68.98</c:v>
                </c:pt>
                <c:pt idx="97110">
                  <c:v>65.989999999999995</c:v>
                </c:pt>
                <c:pt idx="97111">
                  <c:v>65.989999999999995</c:v>
                </c:pt>
                <c:pt idx="97112">
                  <c:v>51.49</c:v>
                </c:pt>
                <c:pt idx="97113">
                  <c:v>65.989999999999995</c:v>
                </c:pt>
                <c:pt idx="97114">
                  <c:v>123.38</c:v>
                </c:pt>
                <c:pt idx="97115">
                  <c:v>67.72</c:v>
                </c:pt>
                <c:pt idx="97116">
                  <c:v>93.13</c:v>
                </c:pt>
                <c:pt idx="97117">
                  <c:v>22.29</c:v>
                </c:pt>
                <c:pt idx="97118">
                  <c:v>115.97</c:v>
                </c:pt>
                <c:pt idx="97119">
                  <c:v>111.57</c:v>
                </c:pt>
                <c:pt idx="97120">
                  <c:v>31.88</c:v>
                </c:pt>
                <c:pt idx="97121">
                  <c:v>27.91</c:v>
                </c:pt>
                <c:pt idx="97122">
                  <c:v>29.28</c:v>
                </c:pt>
                <c:pt idx="97123">
                  <c:v>114.95</c:v>
                </c:pt>
                <c:pt idx="97124">
                  <c:v>82.77</c:v>
                </c:pt>
                <c:pt idx="97125">
                  <c:v>107.97</c:v>
                </c:pt>
                <c:pt idx="97126">
                  <c:v>71.22</c:v>
                </c:pt>
                <c:pt idx="97127">
                  <c:v>89.97</c:v>
                </c:pt>
                <c:pt idx="97128">
                  <c:v>74.97</c:v>
                </c:pt>
                <c:pt idx="97129">
                  <c:v>13.49</c:v>
                </c:pt>
                <c:pt idx="97130">
                  <c:v>35.020000000000003</c:v>
                </c:pt>
                <c:pt idx="97131">
                  <c:v>13.49</c:v>
                </c:pt>
                <c:pt idx="97132">
                  <c:v>47.15</c:v>
                </c:pt>
                <c:pt idx="97133">
                  <c:v>47.15</c:v>
                </c:pt>
                <c:pt idx="97134">
                  <c:v>47.15</c:v>
                </c:pt>
                <c:pt idx="97135">
                  <c:v>29.98</c:v>
                </c:pt>
                <c:pt idx="97136">
                  <c:v>130.97</c:v>
                </c:pt>
                <c:pt idx="97137">
                  <c:v>125.66</c:v>
                </c:pt>
                <c:pt idx="97138">
                  <c:v>76.489999999999995</c:v>
                </c:pt>
                <c:pt idx="97139">
                  <c:v>1.5</c:v>
                </c:pt>
                <c:pt idx="97140">
                  <c:v>84.99</c:v>
                </c:pt>
                <c:pt idx="97141">
                  <c:v>84.99</c:v>
                </c:pt>
                <c:pt idx="97142">
                  <c:v>87.97</c:v>
                </c:pt>
                <c:pt idx="97143">
                  <c:v>122.97</c:v>
                </c:pt>
                <c:pt idx="97144">
                  <c:v>55.96</c:v>
                </c:pt>
                <c:pt idx="97145">
                  <c:v>88.57</c:v>
                </c:pt>
                <c:pt idx="97146">
                  <c:v>55.96</c:v>
                </c:pt>
                <c:pt idx="97147">
                  <c:v>55.96</c:v>
                </c:pt>
                <c:pt idx="97148">
                  <c:v>55.97</c:v>
                </c:pt>
                <c:pt idx="97149">
                  <c:v>252.21</c:v>
                </c:pt>
                <c:pt idx="97150">
                  <c:v>59.99</c:v>
                </c:pt>
                <c:pt idx="97151">
                  <c:v>21.49</c:v>
                </c:pt>
                <c:pt idx="97152">
                  <c:v>69.97</c:v>
                </c:pt>
                <c:pt idx="97153">
                  <c:v>91.94</c:v>
                </c:pt>
                <c:pt idx="97154">
                  <c:v>181.44</c:v>
                </c:pt>
                <c:pt idx="97155">
                  <c:v>74.260000000000005</c:v>
                </c:pt>
                <c:pt idx="97156">
                  <c:v>74.95</c:v>
                </c:pt>
                <c:pt idx="97157">
                  <c:v>52.98</c:v>
                </c:pt>
                <c:pt idx="97158">
                  <c:v>63.98</c:v>
                </c:pt>
                <c:pt idx="97159">
                  <c:v>56.98</c:v>
                </c:pt>
                <c:pt idx="97160">
                  <c:v>11.29</c:v>
                </c:pt>
                <c:pt idx="97161">
                  <c:v>67.98</c:v>
                </c:pt>
                <c:pt idx="97162">
                  <c:v>63.98</c:v>
                </c:pt>
                <c:pt idx="97163">
                  <c:v>63.98</c:v>
                </c:pt>
                <c:pt idx="97164">
                  <c:v>59.98</c:v>
                </c:pt>
                <c:pt idx="97165">
                  <c:v>19.850000000000001</c:v>
                </c:pt>
                <c:pt idx="97166">
                  <c:v>31.24</c:v>
                </c:pt>
                <c:pt idx="97167">
                  <c:v>67.260000000000005</c:v>
                </c:pt>
                <c:pt idx="97168">
                  <c:v>69.959999999999994</c:v>
                </c:pt>
                <c:pt idx="97169">
                  <c:v>104.98</c:v>
                </c:pt>
                <c:pt idx="97170">
                  <c:v>84.99</c:v>
                </c:pt>
                <c:pt idx="97171">
                  <c:v>65.989999999999995</c:v>
                </c:pt>
                <c:pt idx="97172">
                  <c:v>95.94</c:v>
                </c:pt>
                <c:pt idx="97173">
                  <c:v>159.9</c:v>
                </c:pt>
                <c:pt idx="97174">
                  <c:v>170.73</c:v>
                </c:pt>
                <c:pt idx="97175">
                  <c:v>85.49</c:v>
                </c:pt>
                <c:pt idx="97176">
                  <c:v>51.29</c:v>
                </c:pt>
                <c:pt idx="97177">
                  <c:v>70.17</c:v>
                </c:pt>
                <c:pt idx="97178">
                  <c:v>51.94</c:v>
                </c:pt>
                <c:pt idx="97179">
                  <c:v>51.94</c:v>
                </c:pt>
                <c:pt idx="97180">
                  <c:v>65.19</c:v>
                </c:pt>
                <c:pt idx="97181">
                  <c:v>31.29</c:v>
                </c:pt>
                <c:pt idx="97182">
                  <c:v>54.98</c:v>
                </c:pt>
                <c:pt idx="97183">
                  <c:v>21.29</c:v>
                </c:pt>
                <c:pt idx="97184">
                  <c:v>69.98</c:v>
                </c:pt>
                <c:pt idx="97185">
                  <c:v>57.96</c:v>
                </c:pt>
                <c:pt idx="97186">
                  <c:v>23.6</c:v>
                </c:pt>
                <c:pt idx="97187">
                  <c:v>72.95</c:v>
                </c:pt>
                <c:pt idx="97188">
                  <c:v>57.96</c:v>
                </c:pt>
                <c:pt idx="97189">
                  <c:v>57.96</c:v>
                </c:pt>
                <c:pt idx="97190">
                  <c:v>62.48</c:v>
                </c:pt>
                <c:pt idx="97191">
                  <c:v>122.46</c:v>
                </c:pt>
                <c:pt idx="97192">
                  <c:v>7.74</c:v>
                </c:pt>
                <c:pt idx="97193">
                  <c:v>70.98</c:v>
                </c:pt>
                <c:pt idx="97194">
                  <c:v>42.73</c:v>
                </c:pt>
                <c:pt idx="97195">
                  <c:v>70.98</c:v>
                </c:pt>
                <c:pt idx="97196">
                  <c:v>112.97</c:v>
                </c:pt>
                <c:pt idx="97197">
                  <c:v>63.98</c:v>
                </c:pt>
                <c:pt idx="97198">
                  <c:v>-6.38</c:v>
                </c:pt>
                <c:pt idx="97199">
                  <c:v>148.47</c:v>
                </c:pt>
                <c:pt idx="97200">
                  <c:v>106.96</c:v>
                </c:pt>
                <c:pt idx="97201">
                  <c:v>99.98</c:v>
                </c:pt>
                <c:pt idx="97202">
                  <c:v>159.97</c:v>
                </c:pt>
                <c:pt idx="97203">
                  <c:v>58.97</c:v>
                </c:pt>
                <c:pt idx="97204">
                  <c:v>37.729999999999997</c:v>
                </c:pt>
                <c:pt idx="97205">
                  <c:v>32.479999999999997</c:v>
                </c:pt>
                <c:pt idx="97206">
                  <c:v>26.99</c:v>
                </c:pt>
                <c:pt idx="97207">
                  <c:v>65.959999999999994</c:v>
                </c:pt>
                <c:pt idx="97208">
                  <c:v>59.98</c:v>
                </c:pt>
                <c:pt idx="97209">
                  <c:v>79.98</c:v>
                </c:pt>
                <c:pt idx="97210">
                  <c:v>59.98</c:v>
                </c:pt>
                <c:pt idx="97211">
                  <c:v>61.28</c:v>
                </c:pt>
                <c:pt idx="97212">
                  <c:v>61.28</c:v>
                </c:pt>
                <c:pt idx="97213">
                  <c:v>59.98</c:v>
                </c:pt>
                <c:pt idx="97214">
                  <c:v>59.98</c:v>
                </c:pt>
                <c:pt idx="97215">
                  <c:v>59.96</c:v>
                </c:pt>
                <c:pt idx="97216">
                  <c:v>59.97</c:v>
                </c:pt>
                <c:pt idx="97217">
                  <c:v>79.98</c:v>
                </c:pt>
                <c:pt idx="97218">
                  <c:v>79.849999999999994</c:v>
                </c:pt>
                <c:pt idx="97219">
                  <c:v>108.86</c:v>
                </c:pt>
                <c:pt idx="97220">
                  <c:v>79.849999999999994</c:v>
                </c:pt>
                <c:pt idx="97221">
                  <c:v>49.59</c:v>
                </c:pt>
                <c:pt idx="97222">
                  <c:v>49.59</c:v>
                </c:pt>
                <c:pt idx="97223">
                  <c:v>93.01</c:v>
                </c:pt>
                <c:pt idx="97224">
                  <c:v>108.86</c:v>
                </c:pt>
                <c:pt idx="97225">
                  <c:v>93.01</c:v>
                </c:pt>
                <c:pt idx="97226">
                  <c:v>79.849999999999994</c:v>
                </c:pt>
                <c:pt idx="97227">
                  <c:v>79.849999999999994</c:v>
                </c:pt>
                <c:pt idx="97228">
                  <c:v>36.090000000000003</c:v>
                </c:pt>
                <c:pt idx="97229">
                  <c:v>36.090000000000003</c:v>
                </c:pt>
                <c:pt idx="97230">
                  <c:v>54.99</c:v>
                </c:pt>
                <c:pt idx="97231">
                  <c:v>91.96</c:v>
                </c:pt>
                <c:pt idx="97232">
                  <c:v>127.47</c:v>
                </c:pt>
                <c:pt idx="97233">
                  <c:v>127.57</c:v>
                </c:pt>
                <c:pt idx="97234">
                  <c:v>84.99</c:v>
                </c:pt>
                <c:pt idx="97235">
                  <c:v>169.98</c:v>
                </c:pt>
                <c:pt idx="97236">
                  <c:v>84.99</c:v>
                </c:pt>
                <c:pt idx="97237">
                  <c:v>84.99</c:v>
                </c:pt>
                <c:pt idx="97238">
                  <c:v>84.99</c:v>
                </c:pt>
                <c:pt idx="97239">
                  <c:v>51.76</c:v>
                </c:pt>
                <c:pt idx="97240">
                  <c:v>50.06</c:v>
                </c:pt>
                <c:pt idx="97241">
                  <c:v>84.99</c:v>
                </c:pt>
                <c:pt idx="97242">
                  <c:v>84.99</c:v>
                </c:pt>
                <c:pt idx="97243">
                  <c:v>84.99</c:v>
                </c:pt>
                <c:pt idx="97244">
                  <c:v>254.97</c:v>
                </c:pt>
                <c:pt idx="97245">
                  <c:v>254.97</c:v>
                </c:pt>
                <c:pt idx="97246">
                  <c:v>254.97</c:v>
                </c:pt>
                <c:pt idx="97247">
                  <c:v>69.97</c:v>
                </c:pt>
                <c:pt idx="97248">
                  <c:v>99.98</c:v>
                </c:pt>
                <c:pt idx="97249">
                  <c:v>31.49</c:v>
                </c:pt>
                <c:pt idx="97250">
                  <c:v>62.98</c:v>
                </c:pt>
                <c:pt idx="97251">
                  <c:v>215.95</c:v>
                </c:pt>
                <c:pt idx="97252">
                  <c:v>73.92</c:v>
                </c:pt>
                <c:pt idx="97253">
                  <c:v>104.98</c:v>
                </c:pt>
                <c:pt idx="97254">
                  <c:v>99.98</c:v>
                </c:pt>
                <c:pt idx="97255">
                  <c:v>71.069999999999993</c:v>
                </c:pt>
                <c:pt idx="97256">
                  <c:v>76.19</c:v>
                </c:pt>
                <c:pt idx="97257">
                  <c:v>104.04</c:v>
                </c:pt>
                <c:pt idx="97258">
                  <c:v>172.19</c:v>
                </c:pt>
                <c:pt idx="97259">
                  <c:v>54.98</c:v>
                </c:pt>
                <c:pt idx="97260">
                  <c:v>54.98</c:v>
                </c:pt>
                <c:pt idx="97261">
                  <c:v>87.1</c:v>
                </c:pt>
                <c:pt idx="97262">
                  <c:v>65.3</c:v>
                </c:pt>
                <c:pt idx="97263">
                  <c:v>128.53</c:v>
                </c:pt>
                <c:pt idx="97264">
                  <c:v>65.989999999999995</c:v>
                </c:pt>
                <c:pt idx="97265">
                  <c:v>53.47</c:v>
                </c:pt>
                <c:pt idx="97266">
                  <c:v>84.98</c:v>
                </c:pt>
                <c:pt idx="97267">
                  <c:v>37.24</c:v>
                </c:pt>
                <c:pt idx="97268">
                  <c:v>140.36000000000001</c:v>
                </c:pt>
                <c:pt idx="97269">
                  <c:v>19.93</c:v>
                </c:pt>
                <c:pt idx="97270">
                  <c:v>51.49</c:v>
                </c:pt>
                <c:pt idx="97271">
                  <c:v>49.99</c:v>
                </c:pt>
                <c:pt idx="97272">
                  <c:v>75</c:v>
                </c:pt>
                <c:pt idx="97273">
                  <c:v>76.08</c:v>
                </c:pt>
                <c:pt idx="97274">
                  <c:v>85.98</c:v>
                </c:pt>
                <c:pt idx="97275">
                  <c:v>93.76</c:v>
                </c:pt>
                <c:pt idx="97276">
                  <c:v>61.98</c:v>
                </c:pt>
                <c:pt idx="97277">
                  <c:v>98.96</c:v>
                </c:pt>
                <c:pt idx="97278">
                  <c:v>257.94</c:v>
                </c:pt>
                <c:pt idx="97279">
                  <c:v>54.98</c:v>
                </c:pt>
                <c:pt idx="97280">
                  <c:v>69.97</c:v>
                </c:pt>
                <c:pt idx="97281">
                  <c:v>26.94</c:v>
                </c:pt>
                <c:pt idx="97282">
                  <c:v>59.98</c:v>
                </c:pt>
                <c:pt idx="97283">
                  <c:v>92.98</c:v>
                </c:pt>
                <c:pt idx="97284">
                  <c:v>99.98</c:v>
                </c:pt>
                <c:pt idx="97285">
                  <c:v>59.99</c:v>
                </c:pt>
                <c:pt idx="97286">
                  <c:v>64.430000000000007</c:v>
                </c:pt>
                <c:pt idx="97287">
                  <c:v>184.97</c:v>
                </c:pt>
                <c:pt idx="97288">
                  <c:v>67.98</c:v>
                </c:pt>
                <c:pt idx="97289">
                  <c:v>102.97</c:v>
                </c:pt>
                <c:pt idx="97290">
                  <c:v>54.98</c:v>
                </c:pt>
                <c:pt idx="97291">
                  <c:v>94.97</c:v>
                </c:pt>
                <c:pt idx="97292">
                  <c:v>257.91000000000003</c:v>
                </c:pt>
                <c:pt idx="97293">
                  <c:v>94.98</c:v>
                </c:pt>
                <c:pt idx="97294">
                  <c:v>64.97</c:v>
                </c:pt>
                <c:pt idx="97295">
                  <c:v>49.99</c:v>
                </c:pt>
                <c:pt idx="97296">
                  <c:v>101.97</c:v>
                </c:pt>
                <c:pt idx="97297">
                  <c:v>94.97</c:v>
                </c:pt>
                <c:pt idx="97298">
                  <c:v>59.98</c:v>
                </c:pt>
                <c:pt idx="97299">
                  <c:v>70.180000000000007</c:v>
                </c:pt>
                <c:pt idx="97300">
                  <c:v>64.58</c:v>
                </c:pt>
                <c:pt idx="97301">
                  <c:v>121.96</c:v>
                </c:pt>
                <c:pt idx="97302">
                  <c:v>54.99</c:v>
                </c:pt>
                <c:pt idx="97303">
                  <c:v>-54.98</c:v>
                </c:pt>
                <c:pt idx="97304">
                  <c:v>54.98</c:v>
                </c:pt>
                <c:pt idx="97305">
                  <c:v>94.82</c:v>
                </c:pt>
                <c:pt idx="97306">
                  <c:v>79.959999999999994</c:v>
                </c:pt>
                <c:pt idx="97307">
                  <c:v>15.49</c:v>
                </c:pt>
                <c:pt idx="97308">
                  <c:v>15.49</c:v>
                </c:pt>
                <c:pt idx="97309">
                  <c:v>119.97</c:v>
                </c:pt>
                <c:pt idx="97310">
                  <c:v>28.73</c:v>
                </c:pt>
                <c:pt idx="97311">
                  <c:v>32.229999999999997</c:v>
                </c:pt>
                <c:pt idx="97312">
                  <c:v>27.78</c:v>
                </c:pt>
                <c:pt idx="97313">
                  <c:v>51.29</c:v>
                </c:pt>
                <c:pt idx="97314">
                  <c:v>26.29</c:v>
                </c:pt>
                <c:pt idx="97315">
                  <c:v>64.98</c:v>
                </c:pt>
                <c:pt idx="97316">
                  <c:v>51.29</c:v>
                </c:pt>
                <c:pt idx="97317">
                  <c:v>89.99</c:v>
                </c:pt>
                <c:pt idx="97318">
                  <c:v>161.97999999999999</c:v>
                </c:pt>
                <c:pt idx="97319">
                  <c:v>251.91</c:v>
                </c:pt>
                <c:pt idx="97320">
                  <c:v>33.479999999999997</c:v>
                </c:pt>
                <c:pt idx="97321">
                  <c:v>56.97</c:v>
                </c:pt>
                <c:pt idx="97322">
                  <c:v>39.479999999999997</c:v>
                </c:pt>
                <c:pt idx="97323">
                  <c:v>39.479999999999997</c:v>
                </c:pt>
                <c:pt idx="97324">
                  <c:v>56.97</c:v>
                </c:pt>
                <c:pt idx="97325">
                  <c:v>31.48</c:v>
                </c:pt>
                <c:pt idx="97326">
                  <c:v>16.489999999999998</c:v>
                </c:pt>
                <c:pt idx="97327">
                  <c:v>56.95</c:v>
                </c:pt>
                <c:pt idx="97328">
                  <c:v>31.48</c:v>
                </c:pt>
                <c:pt idx="97329">
                  <c:v>91.67</c:v>
                </c:pt>
                <c:pt idx="97330">
                  <c:v>69.98</c:v>
                </c:pt>
                <c:pt idx="97331">
                  <c:v>49.99</c:v>
                </c:pt>
                <c:pt idx="97332">
                  <c:v>139.96</c:v>
                </c:pt>
                <c:pt idx="97333">
                  <c:v>15.65</c:v>
                </c:pt>
                <c:pt idx="97334">
                  <c:v>198.95</c:v>
                </c:pt>
                <c:pt idx="97335">
                  <c:v>75.959999999999994</c:v>
                </c:pt>
                <c:pt idx="97336">
                  <c:v>46.49</c:v>
                </c:pt>
                <c:pt idx="97337">
                  <c:v>95.95</c:v>
                </c:pt>
                <c:pt idx="97338">
                  <c:v>99.96</c:v>
                </c:pt>
                <c:pt idx="97339">
                  <c:v>69.430000000000007</c:v>
                </c:pt>
                <c:pt idx="97340">
                  <c:v>69.430000000000007</c:v>
                </c:pt>
                <c:pt idx="97341">
                  <c:v>129.94999999999999</c:v>
                </c:pt>
                <c:pt idx="97342">
                  <c:v>31.28</c:v>
                </c:pt>
                <c:pt idx="97343">
                  <c:v>55.96</c:v>
                </c:pt>
                <c:pt idx="97344">
                  <c:v>55.96</c:v>
                </c:pt>
                <c:pt idx="97345">
                  <c:v>129.94999999999999</c:v>
                </c:pt>
                <c:pt idx="97346">
                  <c:v>31.28</c:v>
                </c:pt>
                <c:pt idx="97347">
                  <c:v>250.91</c:v>
                </c:pt>
                <c:pt idx="97348">
                  <c:v>61.96</c:v>
                </c:pt>
                <c:pt idx="97349">
                  <c:v>55.97</c:v>
                </c:pt>
                <c:pt idx="97350">
                  <c:v>51.47</c:v>
                </c:pt>
                <c:pt idx="97351">
                  <c:v>51.47</c:v>
                </c:pt>
                <c:pt idx="97352">
                  <c:v>50.95</c:v>
                </c:pt>
                <c:pt idx="97353">
                  <c:v>63.96</c:v>
                </c:pt>
                <c:pt idx="97354">
                  <c:v>63.96</c:v>
                </c:pt>
                <c:pt idx="97355">
                  <c:v>63.96</c:v>
                </c:pt>
                <c:pt idx="97356">
                  <c:v>50.95</c:v>
                </c:pt>
                <c:pt idx="97357">
                  <c:v>63.96</c:v>
                </c:pt>
                <c:pt idx="97358">
                  <c:v>19.940000000000001</c:v>
                </c:pt>
                <c:pt idx="97359">
                  <c:v>40.49</c:v>
                </c:pt>
                <c:pt idx="97360">
                  <c:v>145.15</c:v>
                </c:pt>
                <c:pt idx="97361">
                  <c:v>122.15</c:v>
                </c:pt>
                <c:pt idx="97362">
                  <c:v>170.95</c:v>
                </c:pt>
                <c:pt idx="97363">
                  <c:v>50.12</c:v>
                </c:pt>
                <c:pt idx="97364">
                  <c:v>66.97</c:v>
                </c:pt>
                <c:pt idx="97365">
                  <c:v>79.97</c:v>
                </c:pt>
                <c:pt idx="97366">
                  <c:v>57.98</c:v>
                </c:pt>
                <c:pt idx="97367">
                  <c:v>84.99</c:v>
                </c:pt>
                <c:pt idx="97368">
                  <c:v>84.99</c:v>
                </c:pt>
                <c:pt idx="97369">
                  <c:v>84.99</c:v>
                </c:pt>
                <c:pt idx="97370">
                  <c:v>254.97</c:v>
                </c:pt>
                <c:pt idx="97371">
                  <c:v>89.98</c:v>
                </c:pt>
                <c:pt idx="97372">
                  <c:v>109.98</c:v>
                </c:pt>
                <c:pt idx="97373">
                  <c:v>54.97</c:v>
                </c:pt>
                <c:pt idx="97374">
                  <c:v>72.069999999999993</c:v>
                </c:pt>
                <c:pt idx="97375">
                  <c:v>102.83</c:v>
                </c:pt>
                <c:pt idx="97376">
                  <c:v>102.83</c:v>
                </c:pt>
                <c:pt idx="97377">
                  <c:v>98.97</c:v>
                </c:pt>
                <c:pt idx="97378">
                  <c:v>48.98</c:v>
                </c:pt>
                <c:pt idx="97379">
                  <c:v>86.48</c:v>
                </c:pt>
                <c:pt idx="97380">
                  <c:v>94.48</c:v>
                </c:pt>
                <c:pt idx="97381">
                  <c:v>91.37</c:v>
                </c:pt>
                <c:pt idx="97382">
                  <c:v>68.94</c:v>
                </c:pt>
                <c:pt idx="97383">
                  <c:v>89.95</c:v>
                </c:pt>
                <c:pt idx="97384">
                  <c:v>51.64</c:v>
                </c:pt>
                <c:pt idx="97385">
                  <c:v>95.86</c:v>
                </c:pt>
                <c:pt idx="97386">
                  <c:v>70.98</c:v>
                </c:pt>
                <c:pt idx="97387">
                  <c:v>72.97</c:v>
                </c:pt>
                <c:pt idx="97388">
                  <c:v>59.98</c:v>
                </c:pt>
                <c:pt idx="97389">
                  <c:v>61.17</c:v>
                </c:pt>
                <c:pt idx="97390">
                  <c:v>55.96</c:v>
                </c:pt>
                <c:pt idx="97391">
                  <c:v>152.41</c:v>
                </c:pt>
                <c:pt idx="97392">
                  <c:v>50.17</c:v>
                </c:pt>
                <c:pt idx="97393">
                  <c:v>49.57</c:v>
                </c:pt>
                <c:pt idx="97394">
                  <c:v>99.98</c:v>
                </c:pt>
                <c:pt idx="97395">
                  <c:v>149.97</c:v>
                </c:pt>
                <c:pt idx="97396">
                  <c:v>149.97</c:v>
                </c:pt>
                <c:pt idx="97397">
                  <c:v>84.99</c:v>
                </c:pt>
                <c:pt idx="97398">
                  <c:v>84.99</c:v>
                </c:pt>
                <c:pt idx="97399">
                  <c:v>99.98</c:v>
                </c:pt>
                <c:pt idx="97400">
                  <c:v>149.97</c:v>
                </c:pt>
                <c:pt idx="97401">
                  <c:v>99.98</c:v>
                </c:pt>
                <c:pt idx="97402">
                  <c:v>84.99</c:v>
                </c:pt>
                <c:pt idx="97403">
                  <c:v>89.98</c:v>
                </c:pt>
                <c:pt idx="97404">
                  <c:v>89.98</c:v>
                </c:pt>
                <c:pt idx="97405">
                  <c:v>69.98</c:v>
                </c:pt>
                <c:pt idx="97406">
                  <c:v>249.95</c:v>
                </c:pt>
                <c:pt idx="97407">
                  <c:v>59.98</c:v>
                </c:pt>
                <c:pt idx="97408">
                  <c:v>89.97</c:v>
                </c:pt>
                <c:pt idx="97409">
                  <c:v>99.98</c:v>
                </c:pt>
                <c:pt idx="97410">
                  <c:v>89.97</c:v>
                </c:pt>
                <c:pt idx="97411">
                  <c:v>59.98</c:v>
                </c:pt>
                <c:pt idx="97412">
                  <c:v>99.96</c:v>
                </c:pt>
                <c:pt idx="97413">
                  <c:v>229.86</c:v>
                </c:pt>
                <c:pt idx="97414">
                  <c:v>54.99</c:v>
                </c:pt>
                <c:pt idx="97415">
                  <c:v>149.94</c:v>
                </c:pt>
                <c:pt idx="97416">
                  <c:v>99.96</c:v>
                </c:pt>
                <c:pt idx="97417">
                  <c:v>249.9</c:v>
                </c:pt>
                <c:pt idx="97418">
                  <c:v>20.49</c:v>
                </c:pt>
                <c:pt idx="97419">
                  <c:v>46.49</c:v>
                </c:pt>
                <c:pt idx="97420">
                  <c:v>56.97</c:v>
                </c:pt>
                <c:pt idx="97421">
                  <c:v>143.58000000000001</c:v>
                </c:pt>
                <c:pt idx="97422">
                  <c:v>129.96</c:v>
                </c:pt>
                <c:pt idx="97423">
                  <c:v>174.95</c:v>
                </c:pt>
                <c:pt idx="97424">
                  <c:v>76.97</c:v>
                </c:pt>
                <c:pt idx="97425">
                  <c:v>30.87</c:v>
                </c:pt>
                <c:pt idx="97426">
                  <c:v>59.94</c:v>
                </c:pt>
                <c:pt idx="97427">
                  <c:v>59.94</c:v>
                </c:pt>
                <c:pt idx="97428">
                  <c:v>275.74</c:v>
                </c:pt>
                <c:pt idx="97429">
                  <c:v>51.98</c:v>
                </c:pt>
                <c:pt idx="97430">
                  <c:v>51.98</c:v>
                </c:pt>
                <c:pt idx="97431">
                  <c:v>38.49</c:v>
                </c:pt>
                <c:pt idx="97432">
                  <c:v>38.49</c:v>
                </c:pt>
                <c:pt idx="97433">
                  <c:v>58.98</c:v>
                </c:pt>
                <c:pt idx="97434">
                  <c:v>67.72</c:v>
                </c:pt>
                <c:pt idx="97435">
                  <c:v>62.88</c:v>
                </c:pt>
                <c:pt idx="97436">
                  <c:v>77.39</c:v>
                </c:pt>
                <c:pt idx="97437">
                  <c:v>67.72</c:v>
                </c:pt>
                <c:pt idx="97438">
                  <c:v>117.35</c:v>
                </c:pt>
                <c:pt idx="97439">
                  <c:v>87.1</c:v>
                </c:pt>
                <c:pt idx="97440">
                  <c:v>87.1</c:v>
                </c:pt>
                <c:pt idx="97441">
                  <c:v>147.6</c:v>
                </c:pt>
                <c:pt idx="97442">
                  <c:v>117.35</c:v>
                </c:pt>
                <c:pt idx="97443">
                  <c:v>147.6</c:v>
                </c:pt>
                <c:pt idx="97444">
                  <c:v>75.09</c:v>
                </c:pt>
                <c:pt idx="97445">
                  <c:v>109.96</c:v>
                </c:pt>
                <c:pt idx="97446">
                  <c:v>68.989999999999995</c:v>
                </c:pt>
                <c:pt idx="97447">
                  <c:v>51.29</c:v>
                </c:pt>
                <c:pt idx="97448">
                  <c:v>36.29</c:v>
                </c:pt>
                <c:pt idx="97449">
                  <c:v>17.29</c:v>
                </c:pt>
                <c:pt idx="97450">
                  <c:v>59.98</c:v>
                </c:pt>
                <c:pt idx="97451">
                  <c:v>17.29</c:v>
                </c:pt>
                <c:pt idx="97452">
                  <c:v>59.33</c:v>
                </c:pt>
                <c:pt idx="97453">
                  <c:v>59.99</c:v>
                </c:pt>
                <c:pt idx="97454">
                  <c:v>59.95</c:v>
                </c:pt>
                <c:pt idx="97455">
                  <c:v>79.98</c:v>
                </c:pt>
                <c:pt idx="97456">
                  <c:v>71.47</c:v>
                </c:pt>
                <c:pt idx="97457">
                  <c:v>118.66</c:v>
                </c:pt>
                <c:pt idx="97458">
                  <c:v>100.96</c:v>
                </c:pt>
                <c:pt idx="97459">
                  <c:v>142.37</c:v>
                </c:pt>
                <c:pt idx="97460">
                  <c:v>107.97</c:v>
                </c:pt>
                <c:pt idx="97461">
                  <c:v>99.98</c:v>
                </c:pt>
                <c:pt idx="97462">
                  <c:v>88.98</c:v>
                </c:pt>
                <c:pt idx="97463">
                  <c:v>93.98</c:v>
                </c:pt>
                <c:pt idx="97464">
                  <c:v>66.13</c:v>
                </c:pt>
                <c:pt idx="97465">
                  <c:v>79.92</c:v>
                </c:pt>
                <c:pt idx="97466">
                  <c:v>59.94</c:v>
                </c:pt>
                <c:pt idx="97467">
                  <c:v>62.94</c:v>
                </c:pt>
                <c:pt idx="97468">
                  <c:v>69.930000000000007</c:v>
                </c:pt>
                <c:pt idx="97469">
                  <c:v>80.98</c:v>
                </c:pt>
                <c:pt idx="97470">
                  <c:v>108.98</c:v>
                </c:pt>
                <c:pt idx="97471">
                  <c:v>61.18</c:v>
                </c:pt>
                <c:pt idx="97472">
                  <c:v>71.48</c:v>
                </c:pt>
                <c:pt idx="97473">
                  <c:v>107.48</c:v>
                </c:pt>
                <c:pt idx="97474">
                  <c:v>57.98</c:v>
                </c:pt>
                <c:pt idx="97475">
                  <c:v>29.49</c:v>
                </c:pt>
                <c:pt idx="97476">
                  <c:v>55.98</c:v>
                </c:pt>
                <c:pt idx="97477">
                  <c:v>59.98</c:v>
                </c:pt>
                <c:pt idx="97478">
                  <c:v>29.49</c:v>
                </c:pt>
                <c:pt idx="97479">
                  <c:v>80.97</c:v>
                </c:pt>
                <c:pt idx="97480">
                  <c:v>59.98</c:v>
                </c:pt>
                <c:pt idx="97481">
                  <c:v>107.96</c:v>
                </c:pt>
                <c:pt idx="97482">
                  <c:v>55.96</c:v>
                </c:pt>
                <c:pt idx="97483">
                  <c:v>57.96</c:v>
                </c:pt>
                <c:pt idx="97484">
                  <c:v>70.180000000000007</c:v>
                </c:pt>
                <c:pt idx="97485">
                  <c:v>70.180000000000007</c:v>
                </c:pt>
                <c:pt idx="97486">
                  <c:v>83.48</c:v>
                </c:pt>
                <c:pt idx="97487">
                  <c:v>83.48</c:v>
                </c:pt>
                <c:pt idx="97488">
                  <c:v>194.76</c:v>
                </c:pt>
                <c:pt idx="97489">
                  <c:v>194.76</c:v>
                </c:pt>
                <c:pt idx="97490">
                  <c:v>79.849999999999994</c:v>
                </c:pt>
                <c:pt idx="97491">
                  <c:v>79.849999999999994</c:v>
                </c:pt>
                <c:pt idx="97492">
                  <c:v>9.9700000000000006</c:v>
                </c:pt>
                <c:pt idx="97493">
                  <c:v>9.9700000000000006</c:v>
                </c:pt>
                <c:pt idx="97494">
                  <c:v>51.12</c:v>
                </c:pt>
                <c:pt idx="97495">
                  <c:v>51.12</c:v>
                </c:pt>
                <c:pt idx="97496">
                  <c:v>77.98</c:v>
                </c:pt>
                <c:pt idx="97497">
                  <c:v>223.8</c:v>
                </c:pt>
                <c:pt idx="97498">
                  <c:v>209.25</c:v>
                </c:pt>
                <c:pt idx="97499">
                  <c:v>156.65</c:v>
                </c:pt>
                <c:pt idx="97500">
                  <c:v>117.33</c:v>
                </c:pt>
                <c:pt idx="97501">
                  <c:v>21.24</c:v>
                </c:pt>
                <c:pt idx="97502">
                  <c:v>23.49</c:v>
                </c:pt>
                <c:pt idx="97503">
                  <c:v>39.479999999999997</c:v>
                </c:pt>
                <c:pt idx="97504">
                  <c:v>20.49</c:v>
                </c:pt>
                <c:pt idx="97505">
                  <c:v>71.48</c:v>
                </c:pt>
                <c:pt idx="97506">
                  <c:v>89.98</c:v>
                </c:pt>
                <c:pt idx="97507">
                  <c:v>90.08</c:v>
                </c:pt>
                <c:pt idx="97508">
                  <c:v>70.08</c:v>
                </c:pt>
                <c:pt idx="97509">
                  <c:v>185.94</c:v>
                </c:pt>
                <c:pt idx="97510">
                  <c:v>61.98</c:v>
                </c:pt>
                <c:pt idx="97511">
                  <c:v>123.96</c:v>
                </c:pt>
                <c:pt idx="97512">
                  <c:v>123.96</c:v>
                </c:pt>
                <c:pt idx="97513">
                  <c:v>64.97</c:v>
                </c:pt>
                <c:pt idx="97514">
                  <c:v>59.98</c:v>
                </c:pt>
                <c:pt idx="97515">
                  <c:v>165.91</c:v>
                </c:pt>
                <c:pt idx="97516">
                  <c:v>59.98</c:v>
                </c:pt>
                <c:pt idx="97517">
                  <c:v>59.98</c:v>
                </c:pt>
                <c:pt idx="97518">
                  <c:v>59.98</c:v>
                </c:pt>
                <c:pt idx="97519">
                  <c:v>59.98</c:v>
                </c:pt>
                <c:pt idx="97520">
                  <c:v>59.98</c:v>
                </c:pt>
                <c:pt idx="97521">
                  <c:v>115.97</c:v>
                </c:pt>
                <c:pt idx="97522">
                  <c:v>115.97</c:v>
                </c:pt>
                <c:pt idx="97523">
                  <c:v>65.98</c:v>
                </c:pt>
                <c:pt idx="97524">
                  <c:v>65.989999999999995</c:v>
                </c:pt>
                <c:pt idx="97525">
                  <c:v>65.989999999999995</c:v>
                </c:pt>
                <c:pt idx="97526">
                  <c:v>59.98</c:v>
                </c:pt>
                <c:pt idx="97527">
                  <c:v>65.98</c:v>
                </c:pt>
                <c:pt idx="97528">
                  <c:v>75.959999999999994</c:v>
                </c:pt>
                <c:pt idx="97529">
                  <c:v>171.97</c:v>
                </c:pt>
                <c:pt idx="97530">
                  <c:v>72.55</c:v>
                </c:pt>
                <c:pt idx="97531">
                  <c:v>77.09</c:v>
                </c:pt>
                <c:pt idx="97532">
                  <c:v>37.47</c:v>
                </c:pt>
                <c:pt idx="97533">
                  <c:v>77.09</c:v>
                </c:pt>
                <c:pt idx="97534">
                  <c:v>92.97</c:v>
                </c:pt>
                <c:pt idx="97535">
                  <c:v>61.98</c:v>
                </c:pt>
                <c:pt idx="97536">
                  <c:v>92.97</c:v>
                </c:pt>
                <c:pt idx="97537">
                  <c:v>84.27</c:v>
                </c:pt>
                <c:pt idx="97538">
                  <c:v>57.12</c:v>
                </c:pt>
                <c:pt idx="97539">
                  <c:v>56.38</c:v>
                </c:pt>
                <c:pt idx="97540">
                  <c:v>199.94</c:v>
                </c:pt>
                <c:pt idx="97541">
                  <c:v>41.48</c:v>
                </c:pt>
                <c:pt idx="97542">
                  <c:v>15.49</c:v>
                </c:pt>
                <c:pt idx="97543">
                  <c:v>109.93</c:v>
                </c:pt>
                <c:pt idx="97544">
                  <c:v>51.97</c:v>
                </c:pt>
                <c:pt idx="97545">
                  <c:v>59.98</c:v>
                </c:pt>
                <c:pt idx="97546">
                  <c:v>59.98</c:v>
                </c:pt>
                <c:pt idx="97547">
                  <c:v>59.98</c:v>
                </c:pt>
                <c:pt idx="97548">
                  <c:v>72.239999999999995</c:v>
                </c:pt>
                <c:pt idx="97549">
                  <c:v>103.17</c:v>
                </c:pt>
                <c:pt idx="97550">
                  <c:v>191.94</c:v>
                </c:pt>
                <c:pt idx="97551">
                  <c:v>46.48</c:v>
                </c:pt>
                <c:pt idx="97552">
                  <c:v>56.07</c:v>
                </c:pt>
                <c:pt idx="97553">
                  <c:v>47.23</c:v>
                </c:pt>
                <c:pt idx="97554">
                  <c:v>76.47</c:v>
                </c:pt>
                <c:pt idx="97555">
                  <c:v>113.7</c:v>
                </c:pt>
                <c:pt idx="97556">
                  <c:v>73.48</c:v>
                </c:pt>
                <c:pt idx="97557">
                  <c:v>79.849999999999994</c:v>
                </c:pt>
                <c:pt idx="97558">
                  <c:v>61.98</c:v>
                </c:pt>
                <c:pt idx="97559">
                  <c:v>81.02</c:v>
                </c:pt>
                <c:pt idx="97560">
                  <c:v>70.14</c:v>
                </c:pt>
                <c:pt idx="97561">
                  <c:v>55.59</c:v>
                </c:pt>
                <c:pt idx="97562">
                  <c:v>47.13</c:v>
                </c:pt>
                <c:pt idx="97563">
                  <c:v>47.15</c:v>
                </c:pt>
                <c:pt idx="97564">
                  <c:v>47.15</c:v>
                </c:pt>
                <c:pt idx="97565">
                  <c:v>47.15</c:v>
                </c:pt>
                <c:pt idx="97566">
                  <c:v>102.83</c:v>
                </c:pt>
                <c:pt idx="97567">
                  <c:v>95.95</c:v>
                </c:pt>
                <c:pt idx="97568">
                  <c:v>55.96</c:v>
                </c:pt>
                <c:pt idx="97569">
                  <c:v>212.35</c:v>
                </c:pt>
                <c:pt idx="97570">
                  <c:v>25.93</c:v>
                </c:pt>
                <c:pt idx="97571">
                  <c:v>61.69</c:v>
                </c:pt>
                <c:pt idx="97572">
                  <c:v>63.13</c:v>
                </c:pt>
                <c:pt idx="97573">
                  <c:v>117.2</c:v>
                </c:pt>
                <c:pt idx="97574">
                  <c:v>52.96</c:v>
                </c:pt>
                <c:pt idx="97575">
                  <c:v>58.98</c:v>
                </c:pt>
                <c:pt idx="97576">
                  <c:v>54.99</c:v>
                </c:pt>
                <c:pt idx="97577">
                  <c:v>23.99</c:v>
                </c:pt>
                <c:pt idx="97578">
                  <c:v>58.98</c:v>
                </c:pt>
                <c:pt idx="97579">
                  <c:v>194.94</c:v>
                </c:pt>
                <c:pt idx="97580">
                  <c:v>55.98</c:v>
                </c:pt>
                <c:pt idx="97581">
                  <c:v>112.57</c:v>
                </c:pt>
                <c:pt idx="97582">
                  <c:v>88.28</c:v>
                </c:pt>
                <c:pt idx="97583">
                  <c:v>71.37</c:v>
                </c:pt>
                <c:pt idx="97584">
                  <c:v>269.89999999999998</c:v>
                </c:pt>
                <c:pt idx="97585">
                  <c:v>44.18</c:v>
                </c:pt>
                <c:pt idx="97586">
                  <c:v>43.98</c:v>
                </c:pt>
                <c:pt idx="97587">
                  <c:v>59.37</c:v>
                </c:pt>
                <c:pt idx="97588">
                  <c:v>52.16</c:v>
                </c:pt>
                <c:pt idx="97589">
                  <c:v>46.73</c:v>
                </c:pt>
                <c:pt idx="97590">
                  <c:v>58.97</c:v>
                </c:pt>
                <c:pt idx="97591">
                  <c:v>59.97</c:v>
                </c:pt>
                <c:pt idx="97592">
                  <c:v>57.97</c:v>
                </c:pt>
                <c:pt idx="97593">
                  <c:v>69.959999999999994</c:v>
                </c:pt>
                <c:pt idx="97594">
                  <c:v>79.98</c:v>
                </c:pt>
                <c:pt idx="97595">
                  <c:v>107.97</c:v>
                </c:pt>
                <c:pt idx="97596">
                  <c:v>90.48</c:v>
                </c:pt>
                <c:pt idx="97597">
                  <c:v>72.58</c:v>
                </c:pt>
                <c:pt idx="97598">
                  <c:v>62.58</c:v>
                </c:pt>
                <c:pt idx="97599">
                  <c:v>55.98</c:v>
                </c:pt>
                <c:pt idx="97600">
                  <c:v>63.98</c:v>
                </c:pt>
                <c:pt idx="97601">
                  <c:v>73.97</c:v>
                </c:pt>
                <c:pt idx="97602">
                  <c:v>59.98</c:v>
                </c:pt>
                <c:pt idx="97603">
                  <c:v>59.98</c:v>
                </c:pt>
                <c:pt idx="97604">
                  <c:v>51.97</c:v>
                </c:pt>
                <c:pt idx="97605">
                  <c:v>90.96</c:v>
                </c:pt>
                <c:pt idx="97606">
                  <c:v>90.96</c:v>
                </c:pt>
                <c:pt idx="97607">
                  <c:v>63.97</c:v>
                </c:pt>
                <c:pt idx="97608">
                  <c:v>139.97999999999999</c:v>
                </c:pt>
                <c:pt idx="97609">
                  <c:v>105.94</c:v>
                </c:pt>
                <c:pt idx="97610">
                  <c:v>133.47999999999999</c:v>
                </c:pt>
                <c:pt idx="97611">
                  <c:v>96.47</c:v>
                </c:pt>
                <c:pt idx="97612">
                  <c:v>54.99</c:v>
                </c:pt>
                <c:pt idx="97613">
                  <c:v>51.29</c:v>
                </c:pt>
                <c:pt idx="97614">
                  <c:v>65.19</c:v>
                </c:pt>
                <c:pt idx="97615">
                  <c:v>69.98</c:v>
                </c:pt>
                <c:pt idx="97616">
                  <c:v>23.48</c:v>
                </c:pt>
                <c:pt idx="97617">
                  <c:v>23.48</c:v>
                </c:pt>
                <c:pt idx="97618">
                  <c:v>23.48</c:v>
                </c:pt>
                <c:pt idx="97619">
                  <c:v>123.96</c:v>
                </c:pt>
                <c:pt idx="97620">
                  <c:v>123.96</c:v>
                </c:pt>
                <c:pt idx="97621">
                  <c:v>57.98</c:v>
                </c:pt>
                <c:pt idx="97622">
                  <c:v>47.38</c:v>
                </c:pt>
                <c:pt idx="97623">
                  <c:v>49.98</c:v>
                </c:pt>
                <c:pt idx="97624">
                  <c:v>81.97</c:v>
                </c:pt>
                <c:pt idx="97625">
                  <c:v>249.96</c:v>
                </c:pt>
                <c:pt idx="97626">
                  <c:v>249.96</c:v>
                </c:pt>
                <c:pt idx="97627">
                  <c:v>79.98</c:v>
                </c:pt>
                <c:pt idx="97628">
                  <c:v>79.989999999999995</c:v>
                </c:pt>
                <c:pt idx="97629">
                  <c:v>89.98</c:v>
                </c:pt>
                <c:pt idx="97630">
                  <c:v>225.9</c:v>
                </c:pt>
                <c:pt idx="97631">
                  <c:v>41.28</c:v>
                </c:pt>
                <c:pt idx="97632">
                  <c:v>36.29</c:v>
                </c:pt>
                <c:pt idx="97633">
                  <c:v>59.98</c:v>
                </c:pt>
                <c:pt idx="97634">
                  <c:v>21.94</c:v>
                </c:pt>
                <c:pt idx="97635">
                  <c:v>21.29</c:v>
                </c:pt>
                <c:pt idx="97636">
                  <c:v>249.88</c:v>
                </c:pt>
                <c:pt idx="97637">
                  <c:v>63.98</c:v>
                </c:pt>
                <c:pt idx="97638">
                  <c:v>127.96</c:v>
                </c:pt>
                <c:pt idx="97639">
                  <c:v>96.74</c:v>
                </c:pt>
                <c:pt idx="97640">
                  <c:v>77.39</c:v>
                </c:pt>
                <c:pt idx="97641">
                  <c:v>146.38999999999999</c:v>
                </c:pt>
                <c:pt idx="97642">
                  <c:v>84.96</c:v>
                </c:pt>
                <c:pt idx="97643">
                  <c:v>67.34</c:v>
                </c:pt>
                <c:pt idx="97644">
                  <c:v>125.96</c:v>
                </c:pt>
                <c:pt idx="97645">
                  <c:v>51.7</c:v>
                </c:pt>
                <c:pt idx="97646">
                  <c:v>119.96</c:v>
                </c:pt>
                <c:pt idx="97647">
                  <c:v>124.95</c:v>
                </c:pt>
                <c:pt idx="97648">
                  <c:v>54.99</c:v>
                </c:pt>
                <c:pt idx="97649">
                  <c:v>70.98</c:v>
                </c:pt>
                <c:pt idx="97650">
                  <c:v>67.98</c:v>
                </c:pt>
                <c:pt idx="97651">
                  <c:v>50.98</c:v>
                </c:pt>
                <c:pt idx="97652">
                  <c:v>99.97</c:v>
                </c:pt>
                <c:pt idx="97653">
                  <c:v>89.97</c:v>
                </c:pt>
                <c:pt idx="97654">
                  <c:v>54.98</c:v>
                </c:pt>
                <c:pt idx="97655">
                  <c:v>62.97</c:v>
                </c:pt>
                <c:pt idx="97656">
                  <c:v>87.96</c:v>
                </c:pt>
                <c:pt idx="97657">
                  <c:v>59.98</c:v>
                </c:pt>
                <c:pt idx="97658">
                  <c:v>31.48</c:v>
                </c:pt>
                <c:pt idx="97659">
                  <c:v>74.989999999999995</c:v>
                </c:pt>
                <c:pt idx="97660">
                  <c:v>79.98</c:v>
                </c:pt>
                <c:pt idx="97661">
                  <c:v>50.98</c:v>
                </c:pt>
                <c:pt idx="97662">
                  <c:v>136.97</c:v>
                </c:pt>
                <c:pt idx="97663">
                  <c:v>126.86</c:v>
                </c:pt>
                <c:pt idx="97664">
                  <c:v>84.95</c:v>
                </c:pt>
                <c:pt idx="97665">
                  <c:v>41.97</c:v>
                </c:pt>
                <c:pt idx="97666">
                  <c:v>29.08</c:v>
                </c:pt>
                <c:pt idx="97667">
                  <c:v>46.07</c:v>
                </c:pt>
                <c:pt idx="97668">
                  <c:v>83.48</c:v>
                </c:pt>
                <c:pt idx="97669">
                  <c:v>43.07</c:v>
                </c:pt>
                <c:pt idx="97670">
                  <c:v>53.97</c:v>
                </c:pt>
                <c:pt idx="97671">
                  <c:v>53.97</c:v>
                </c:pt>
                <c:pt idx="97672">
                  <c:v>89.97</c:v>
                </c:pt>
                <c:pt idx="97673">
                  <c:v>50.97</c:v>
                </c:pt>
                <c:pt idx="97674">
                  <c:v>31.48</c:v>
                </c:pt>
                <c:pt idx="97675">
                  <c:v>31.48</c:v>
                </c:pt>
                <c:pt idx="97676">
                  <c:v>31.48</c:v>
                </c:pt>
                <c:pt idx="97677">
                  <c:v>72.88</c:v>
                </c:pt>
                <c:pt idx="97678">
                  <c:v>92.97</c:v>
                </c:pt>
                <c:pt idx="97679">
                  <c:v>79.98</c:v>
                </c:pt>
                <c:pt idx="97680">
                  <c:v>149.94999999999999</c:v>
                </c:pt>
                <c:pt idx="97681">
                  <c:v>124.95</c:v>
                </c:pt>
                <c:pt idx="97682">
                  <c:v>131.97999999999999</c:v>
                </c:pt>
                <c:pt idx="97683">
                  <c:v>31.48</c:v>
                </c:pt>
                <c:pt idx="97684">
                  <c:v>21.48</c:v>
                </c:pt>
                <c:pt idx="97685">
                  <c:v>64.95</c:v>
                </c:pt>
                <c:pt idx="97686">
                  <c:v>51.22</c:v>
                </c:pt>
                <c:pt idx="97687">
                  <c:v>51.96</c:v>
                </c:pt>
                <c:pt idx="97688">
                  <c:v>64.95</c:v>
                </c:pt>
                <c:pt idx="97689">
                  <c:v>33.72</c:v>
                </c:pt>
                <c:pt idx="97690">
                  <c:v>22.48</c:v>
                </c:pt>
                <c:pt idx="97691">
                  <c:v>134.97</c:v>
                </c:pt>
                <c:pt idx="97692">
                  <c:v>54.98</c:v>
                </c:pt>
                <c:pt idx="97693">
                  <c:v>111.98</c:v>
                </c:pt>
                <c:pt idx="97694">
                  <c:v>131.97999999999999</c:v>
                </c:pt>
                <c:pt idx="97695">
                  <c:v>41.49</c:v>
                </c:pt>
                <c:pt idx="97696">
                  <c:v>125.06</c:v>
                </c:pt>
                <c:pt idx="97697">
                  <c:v>93.11</c:v>
                </c:pt>
                <c:pt idx="97698">
                  <c:v>61.47</c:v>
                </c:pt>
                <c:pt idx="97699">
                  <c:v>61.47</c:v>
                </c:pt>
                <c:pt idx="97700">
                  <c:v>125.06</c:v>
                </c:pt>
                <c:pt idx="97701">
                  <c:v>41.49</c:v>
                </c:pt>
                <c:pt idx="97702">
                  <c:v>93.11</c:v>
                </c:pt>
                <c:pt idx="97703">
                  <c:v>74.97</c:v>
                </c:pt>
                <c:pt idx="97704">
                  <c:v>105.94</c:v>
                </c:pt>
                <c:pt idx="97705">
                  <c:v>56.97</c:v>
                </c:pt>
                <c:pt idx="97706">
                  <c:v>20.49</c:v>
                </c:pt>
                <c:pt idx="97707">
                  <c:v>20.49</c:v>
                </c:pt>
                <c:pt idx="97708">
                  <c:v>79.02</c:v>
                </c:pt>
                <c:pt idx="97709">
                  <c:v>109.76</c:v>
                </c:pt>
                <c:pt idx="97710">
                  <c:v>157.94</c:v>
                </c:pt>
                <c:pt idx="97711">
                  <c:v>111.13</c:v>
                </c:pt>
                <c:pt idx="97712">
                  <c:v>39.979999999999997</c:v>
                </c:pt>
                <c:pt idx="97713">
                  <c:v>91.95</c:v>
                </c:pt>
                <c:pt idx="97714">
                  <c:v>116.97</c:v>
                </c:pt>
                <c:pt idx="97715">
                  <c:v>69.98</c:v>
                </c:pt>
                <c:pt idx="97716">
                  <c:v>107.96</c:v>
                </c:pt>
                <c:pt idx="97717">
                  <c:v>93.47</c:v>
                </c:pt>
                <c:pt idx="97718">
                  <c:v>69.989999999999995</c:v>
                </c:pt>
                <c:pt idx="97719">
                  <c:v>62.07</c:v>
                </c:pt>
                <c:pt idx="97720">
                  <c:v>56.97</c:v>
                </c:pt>
                <c:pt idx="97721">
                  <c:v>68.98</c:v>
                </c:pt>
                <c:pt idx="97722">
                  <c:v>64.98</c:v>
                </c:pt>
                <c:pt idx="97723">
                  <c:v>84.99</c:v>
                </c:pt>
                <c:pt idx="97724">
                  <c:v>93.33</c:v>
                </c:pt>
                <c:pt idx="97725">
                  <c:v>96.76</c:v>
                </c:pt>
                <c:pt idx="97726">
                  <c:v>69.989999999999995</c:v>
                </c:pt>
                <c:pt idx="97727">
                  <c:v>59.36</c:v>
                </c:pt>
                <c:pt idx="97728">
                  <c:v>59.96</c:v>
                </c:pt>
                <c:pt idx="97729">
                  <c:v>89.52</c:v>
                </c:pt>
                <c:pt idx="97730">
                  <c:v>89.52</c:v>
                </c:pt>
                <c:pt idx="97731">
                  <c:v>89.52</c:v>
                </c:pt>
                <c:pt idx="97732">
                  <c:v>59.49</c:v>
                </c:pt>
                <c:pt idx="97733">
                  <c:v>134.97999999999999</c:v>
                </c:pt>
                <c:pt idx="97734">
                  <c:v>19.850000000000001</c:v>
                </c:pt>
                <c:pt idx="97735">
                  <c:v>51.28</c:v>
                </c:pt>
                <c:pt idx="97736">
                  <c:v>53.96</c:v>
                </c:pt>
                <c:pt idx="97737">
                  <c:v>41.93</c:v>
                </c:pt>
                <c:pt idx="97738">
                  <c:v>59.96</c:v>
                </c:pt>
                <c:pt idx="97739">
                  <c:v>64.97</c:v>
                </c:pt>
                <c:pt idx="97740">
                  <c:v>89.96</c:v>
                </c:pt>
                <c:pt idx="97741">
                  <c:v>99.96</c:v>
                </c:pt>
                <c:pt idx="97742">
                  <c:v>102.98</c:v>
                </c:pt>
                <c:pt idx="97743">
                  <c:v>139.97999999999999</c:v>
                </c:pt>
                <c:pt idx="97744">
                  <c:v>152.97999999999999</c:v>
                </c:pt>
                <c:pt idx="97745">
                  <c:v>84.99</c:v>
                </c:pt>
                <c:pt idx="97746">
                  <c:v>77.97</c:v>
                </c:pt>
                <c:pt idx="97747">
                  <c:v>79.989999999999995</c:v>
                </c:pt>
                <c:pt idx="97748">
                  <c:v>54.18</c:v>
                </c:pt>
                <c:pt idx="97749">
                  <c:v>38.979999999999997</c:v>
                </c:pt>
                <c:pt idx="97750">
                  <c:v>51.47</c:v>
                </c:pt>
                <c:pt idx="97751">
                  <c:v>43.18</c:v>
                </c:pt>
                <c:pt idx="97752">
                  <c:v>89.97</c:v>
                </c:pt>
                <c:pt idx="97753">
                  <c:v>92.97</c:v>
                </c:pt>
                <c:pt idx="97754">
                  <c:v>59.98</c:v>
                </c:pt>
                <c:pt idx="97755">
                  <c:v>244.93</c:v>
                </c:pt>
                <c:pt idx="97756">
                  <c:v>70.97</c:v>
                </c:pt>
                <c:pt idx="97757">
                  <c:v>59.98</c:v>
                </c:pt>
                <c:pt idx="97758">
                  <c:v>53.98</c:v>
                </c:pt>
                <c:pt idx="97759">
                  <c:v>59.98</c:v>
                </c:pt>
                <c:pt idx="97760">
                  <c:v>142.97</c:v>
                </c:pt>
                <c:pt idx="97761">
                  <c:v>20.29</c:v>
                </c:pt>
                <c:pt idx="97762">
                  <c:v>75.11</c:v>
                </c:pt>
                <c:pt idx="97763">
                  <c:v>59.97</c:v>
                </c:pt>
                <c:pt idx="97764">
                  <c:v>59.97</c:v>
                </c:pt>
                <c:pt idx="97765">
                  <c:v>67.12</c:v>
                </c:pt>
                <c:pt idx="97766">
                  <c:v>59.96</c:v>
                </c:pt>
                <c:pt idx="97767">
                  <c:v>55.96</c:v>
                </c:pt>
                <c:pt idx="97768">
                  <c:v>83.94</c:v>
                </c:pt>
                <c:pt idx="97769">
                  <c:v>55.96</c:v>
                </c:pt>
                <c:pt idx="97770">
                  <c:v>246.94</c:v>
                </c:pt>
                <c:pt idx="97771">
                  <c:v>29.28</c:v>
                </c:pt>
                <c:pt idx="97772">
                  <c:v>87.97</c:v>
                </c:pt>
                <c:pt idx="97773">
                  <c:v>82.97</c:v>
                </c:pt>
                <c:pt idx="97774">
                  <c:v>29.28</c:v>
                </c:pt>
                <c:pt idx="97775">
                  <c:v>56.09</c:v>
                </c:pt>
                <c:pt idx="97776">
                  <c:v>85.98</c:v>
                </c:pt>
                <c:pt idx="97777">
                  <c:v>100.45</c:v>
                </c:pt>
                <c:pt idx="97778">
                  <c:v>114.98</c:v>
                </c:pt>
                <c:pt idx="97779">
                  <c:v>76.489999999999995</c:v>
                </c:pt>
                <c:pt idx="97780">
                  <c:v>76.489999999999995</c:v>
                </c:pt>
                <c:pt idx="97781">
                  <c:v>59.39</c:v>
                </c:pt>
                <c:pt idx="97782">
                  <c:v>59.39</c:v>
                </c:pt>
                <c:pt idx="97783">
                  <c:v>114.98</c:v>
                </c:pt>
                <c:pt idx="97784">
                  <c:v>59.39</c:v>
                </c:pt>
                <c:pt idx="97785">
                  <c:v>114.98</c:v>
                </c:pt>
                <c:pt idx="97786">
                  <c:v>59.39</c:v>
                </c:pt>
                <c:pt idx="97787">
                  <c:v>64.989999999999995</c:v>
                </c:pt>
                <c:pt idx="97788">
                  <c:v>76.489999999999995</c:v>
                </c:pt>
                <c:pt idx="97789">
                  <c:v>72.239999999999995</c:v>
                </c:pt>
                <c:pt idx="97790">
                  <c:v>64.989999999999995</c:v>
                </c:pt>
                <c:pt idx="97791">
                  <c:v>64.989999999999995</c:v>
                </c:pt>
                <c:pt idx="97792">
                  <c:v>59.39</c:v>
                </c:pt>
                <c:pt idx="97793">
                  <c:v>59.39</c:v>
                </c:pt>
                <c:pt idx="97794">
                  <c:v>72.239999999999995</c:v>
                </c:pt>
                <c:pt idx="97795">
                  <c:v>72.239999999999995</c:v>
                </c:pt>
                <c:pt idx="97796">
                  <c:v>59.96</c:v>
                </c:pt>
                <c:pt idx="97797">
                  <c:v>185.28</c:v>
                </c:pt>
                <c:pt idx="97798">
                  <c:v>82.24</c:v>
                </c:pt>
                <c:pt idx="97799">
                  <c:v>96.86</c:v>
                </c:pt>
                <c:pt idx="97800">
                  <c:v>46.57</c:v>
                </c:pt>
                <c:pt idx="97801">
                  <c:v>89.98</c:v>
                </c:pt>
                <c:pt idx="97802">
                  <c:v>72.97</c:v>
                </c:pt>
                <c:pt idx="97803">
                  <c:v>112.97</c:v>
                </c:pt>
                <c:pt idx="97804">
                  <c:v>55.96</c:v>
                </c:pt>
                <c:pt idx="97805">
                  <c:v>58.97</c:v>
                </c:pt>
                <c:pt idx="97806">
                  <c:v>53.9</c:v>
                </c:pt>
                <c:pt idx="97807">
                  <c:v>56.98</c:v>
                </c:pt>
                <c:pt idx="97808">
                  <c:v>75.98</c:v>
                </c:pt>
                <c:pt idx="97809">
                  <c:v>171.47</c:v>
                </c:pt>
                <c:pt idx="97810">
                  <c:v>122.43</c:v>
                </c:pt>
                <c:pt idx="97811">
                  <c:v>118.98</c:v>
                </c:pt>
                <c:pt idx="97812">
                  <c:v>62.96</c:v>
                </c:pt>
                <c:pt idx="97813">
                  <c:v>52.23</c:v>
                </c:pt>
                <c:pt idx="97814">
                  <c:v>59.98</c:v>
                </c:pt>
                <c:pt idx="97815">
                  <c:v>74.97</c:v>
                </c:pt>
                <c:pt idx="97816">
                  <c:v>141.46</c:v>
                </c:pt>
                <c:pt idx="97817">
                  <c:v>129.9</c:v>
                </c:pt>
                <c:pt idx="97818">
                  <c:v>51.97</c:v>
                </c:pt>
                <c:pt idx="97819">
                  <c:v>54.95</c:v>
                </c:pt>
                <c:pt idx="97820">
                  <c:v>76.34</c:v>
                </c:pt>
                <c:pt idx="97821">
                  <c:v>61.96</c:v>
                </c:pt>
                <c:pt idx="97822">
                  <c:v>90.97</c:v>
                </c:pt>
                <c:pt idx="97823">
                  <c:v>79.98</c:v>
                </c:pt>
                <c:pt idx="97824">
                  <c:v>69.98</c:v>
                </c:pt>
                <c:pt idx="97825">
                  <c:v>228.19</c:v>
                </c:pt>
                <c:pt idx="97826">
                  <c:v>72.239999999999995</c:v>
                </c:pt>
                <c:pt idx="97827">
                  <c:v>19.739999999999998</c:v>
                </c:pt>
                <c:pt idx="97828">
                  <c:v>69.989999999999995</c:v>
                </c:pt>
                <c:pt idx="97829">
                  <c:v>84.98</c:v>
                </c:pt>
                <c:pt idx="97830">
                  <c:v>31.48</c:v>
                </c:pt>
                <c:pt idx="97831">
                  <c:v>54.98</c:v>
                </c:pt>
                <c:pt idx="97832">
                  <c:v>84.99</c:v>
                </c:pt>
                <c:pt idx="97833">
                  <c:v>159.97999999999999</c:v>
                </c:pt>
                <c:pt idx="97834">
                  <c:v>77.099999999999994</c:v>
                </c:pt>
                <c:pt idx="97835">
                  <c:v>65.98</c:v>
                </c:pt>
                <c:pt idx="97836">
                  <c:v>68.930000000000007</c:v>
                </c:pt>
                <c:pt idx="97837">
                  <c:v>62.04</c:v>
                </c:pt>
                <c:pt idx="97838">
                  <c:v>68.930000000000007</c:v>
                </c:pt>
                <c:pt idx="97839">
                  <c:v>65.290000000000006</c:v>
                </c:pt>
                <c:pt idx="97840">
                  <c:v>69.98</c:v>
                </c:pt>
                <c:pt idx="97841">
                  <c:v>169.98</c:v>
                </c:pt>
                <c:pt idx="97842">
                  <c:v>59.98</c:v>
                </c:pt>
                <c:pt idx="97843">
                  <c:v>89.97</c:v>
                </c:pt>
                <c:pt idx="97844">
                  <c:v>89.97</c:v>
                </c:pt>
                <c:pt idx="97845">
                  <c:v>149.94999999999999</c:v>
                </c:pt>
                <c:pt idx="97846">
                  <c:v>89.97</c:v>
                </c:pt>
                <c:pt idx="97847">
                  <c:v>183.88</c:v>
                </c:pt>
                <c:pt idx="97848">
                  <c:v>59.98</c:v>
                </c:pt>
                <c:pt idx="97849">
                  <c:v>59.98</c:v>
                </c:pt>
                <c:pt idx="97850">
                  <c:v>59.98</c:v>
                </c:pt>
                <c:pt idx="97851">
                  <c:v>59.98</c:v>
                </c:pt>
                <c:pt idx="97852">
                  <c:v>179.94</c:v>
                </c:pt>
                <c:pt idx="97853">
                  <c:v>65.98</c:v>
                </c:pt>
                <c:pt idx="97854">
                  <c:v>53.97</c:v>
                </c:pt>
                <c:pt idx="97855">
                  <c:v>64.97</c:v>
                </c:pt>
                <c:pt idx="97856">
                  <c:v>46.48</c:v>
                </c:pt>
                <c:pt idx="97857">
                  <c:v>143.94</c:v>
                </c:pt>
                <c:pt idx="97858">
                  <c:v>95.96</c:v>
                </c:pt>
                <c:pt idx="97859">
                  <c:v>139.91999999999999</c:v>
                </c:pt>
                <c:pt idx="97860">
                  <c:v>97.92</c:v>
                </c:pt>
                <c:pt idx="97861">
                  <c:v>-97.92</c:v>
                </c:pt>
                <c:pt idx="97862">
                  <c:v>-139.91999999999999</c:v>
                </c:pt>
                <c:pt idx="97863">
                  <c:v>95.98</c:v>
                </c:pt>
                <c:pt idx="97864">
                  <c:v>65.680000000000007</c:v>
                </c:pt>
                <c:pt idx="97865">
                  <c:v>100.98</c:v>
                </c:pt>
                <c:pt idx="97866">
                  <c:v>61.29</c:v>
                </c:pt>
                <c:pt idx="97867">
                  <c:v>59.99</c:v>
                </c:pt>
                <c:pt idx="97868">
                  <c:v>69.989999999999995</c:v>
                </c:pt>
                <c:pt idx="97869">
                  <c:v>126.97</c:v>
                </c:pt>
                <c:pt idx="97870">
                  <c:v>99.96</c:v>
                </c:pt>
                <c:pt idx="97871">
                  <c:v>83.96</c:v>
                </c:pt>
                <c:pt idx="97872">
                  <c:v>51.28</c:v>
                </c:pt>
                <c:pt idx="97873">
                  <c:v>60.97</c:v>
                </c:pt>
                <c:pt idx="97874">
                  <c:v>31.06</c:v>
                </c:pt>
                <c:pt idx="97875">
                  <c:v>99.99</c:v>
                </c:pt>
                <c:pt idx="97876">
                  <c:v>99.99</c:v>
                </c:pt>
                <c:pt idx="97877">
                  <c:v>101.46</c:v>
                </c:pt>
                <c:pt idx="97878">
                  <c:v>72.58</c:v>
                </c:pt>
                <c:pt idx="97879">
                  <c:v>69.989999999999995</c:v>
                </c:pt>
                <c:pt idx="97880">
                  <c:v>64.94</c:v>
                </c:pt>
                <c:pt idx="97881">
                  <c:v>104.97</c:v>
                </c:pt>
                <c:pt idx="97882">
                  <c:v>113.96</c:v>
                </c:pt>
                <c:pt idx="97883">
                  <c:v>-113.96</c:v>
                </c:pt>
                <c:pt idx="97884">
                  <c:v>127.85</c:v>
                </c:pt>
                <c:pt idx="97885">
                  <c:v>125.96</c:v>
                </c:pt>
                <c:pt idx="97886">
                  <c:v>113.36</c:v>
                </c:pt>
                <c:pt idx="97887">
                  <c:v>92.97</c:v>
                </c:pt>
                <c:pt idx="97888">
                  <c:v>20.29</c:v>
                </c:pt>
                <c:pt idx="97889">
                  <c:v>109.98</c:v>
                </c:pt>
                <c:pt idx="97890">
                  <c:v>-100</c:v>
                </c:pt>
                <c:pt idx="97891">
                  <c:v>99.98</c:v>
                </c:pt>
                <c:pt idx="97892">
                  <c:v>201.95</c:v>
                </c:pt>
                <c:pt idx="97893">
                  <c:v>59.97</c:v>
                </c:pt>
                <c:pt idx="97894">
                  <c:v>149.94999999999999</c:v>
                </c:pt>
                <c:pt idx="97895">
                  <c:v>65.27</c:v>
                </c:pt>
                <c:pt idx="97896">
                  <c:v>65.27</c:v>
                </c:pt>
                <c:pt idx="97897">
                  <c:v>68.180000000000007</c:v>
                </c:pt>
                <c:pt idx="97898">
                  <c:v>65.27</c:v>
                </c:pt>
                <c:pt idx="97899">
                  <c:v>79.98</c:v>
                </c:pt>
                <c:pt idx="97900">
                  <c:v>11.49</c:v>
                </c:pt>
                <c:pt idx="97901">
                  <c:v>68.97</c:v>
                </c:pt>
                <c:pt idx="97902">
                  <c:v>-1.5</c:v>
                </c:pt>
                <c:pt idx="97903">
                  <c:v>79.98</c:v>
                </c:pt>
                <c:pt idx="97904">
                  <c:v>114.96</c:v>
                </c:pt>
                <c:pt idx="97905">
                  <c:v>32.49</c:v>
                </c:pt>
                <c:pt idx="97906">
                  <c:v>65.98</c:v>
                </c:pt>
                <c:pt idx="97907">
                  <c:v>169.97</c:v>
                </c:pt>
                <c:pt idx="97908">
                  <c:v>89.97</c:v>
                </c:pt>
                <c:pt idx="97909">
                  <c:v>100.46</c:v>
                </c:pt>
                <c:pt idx="97910">
                  <c:v>31.48</c:v>
                </c:pt>
                <c:pt idx="97911">
                  <c:v>108.87</c:v>
                </c:pt>
                <c:pt idx="97912">
                  <c:v>64.98</c:v>
                </c:pt>
                <c:pt idx="97913">
                  <c:v>64.98</c:v>
                </c:pt>
                <c:pt idx="97914">
                  <c:v>104.04</c:v>
                </c:pt>
                <c:pt idx="97915">
                  <c:v>79.849999999999994</c:v>
                </c:pt>
                <c:pt idx="97916">
                  <c:v>161.94</c:v>
                </c:pt>
                <c:pt idx="97917">
                  <c:v>84.69</c:v>
                </c:pt>
                <c:pt idx="97918">
                  <c:v>65.19</c:v>
                </c:pt>
                <c:pt idx="97919">
                  <c:v>59.98</c:v>
                </c:pt>
                <c:pt idx="97920">
                  <c:v>59.98</c:v>
                </c:pt>
                <c:pt idx="97921">
                  <c:v>58.78</c:v>
                </c:pt>
                <c:pt idx="97922">
                  <c:v>59.98</c:v>
                </c:pt>
                <c:pt idx="97923">
                  <c:v>65.290000000000006</c:v>
                </c:pt>
                <c:pt idx="97924">
                  <c:v>125.78</c:v>
                </c:pt>
                <c:pt idx="97925">
                  <c:v>72.55</c:v>
                </c:pt>
                <c:pt idx="97926">
                  <c:v>79.97</c:v>
                </c:pt>
                <c:pt idx="97927">
                  <c:v>162.94999999999999</c:v>
                </c:pt>
                <c:pt idx="97928">
                  <c:v>56.97</c:v>
                </c:pt>
                <c:pt idx="97929">
                  <c:v>56.97</c:v>
                </c:pt>
                <c:pt idx="97930">
                  <c:v>65.7</c:v>
                </c:pt>
                <c:pt idx="97931">
                  <c:v>62.08</c:v>
                </c:pt>
                <c:pt idx="97932">
                  <c:v>59.99</c:v>
                </c:pt>
                <c:pt idx="97933">
                  <c:v>146.96</c:v>
                </c:pt>
                <c:pt idx="97934">
                  <c:v>44.97</c:v>
                </c:pt>
                <c:pt idx="97935">
                  <c:v>55.96</c:v>
                </c:pt>
                <c:pt idx="97936">
                  <c:v>99.96</c:v>
                </c:pt>
                <c:pt idx="97937">
                  <c:v>104.95</c:v>
                </c:pt>
                <c:pt idx="97938">
                  <c:v>49.43</c:v>
                </c:pt>
                <c:pt idx="97939">
                  <c:v>71.94</c:v>
                </c:pt>
                <c:pt idx="97940">
                  <c:v>31.28</c:v>
                </c:pt>
                <c:pt idx="97941">
                  <c:v>51.29</c:v>
                </c:pt>
                <c:pt idx="97942">
                  <c:v>173.65</c:v>
                </c:pt>
                <c:pt idx="97943">
                  <c:v>66.98</c:v>
                </c:pt>
                <c:pt idx="97944">
                  <c:v>65.989999999999995</c:v>
                </c:pt>
                <c:pt idx="97945">
                  <c:v>65.98</c:v>
                </c:pt>
                <c:pt idx="97946">
                  <c:v>44.99</c:v>
                </c:pt>
                <c:pt idx="97947">
                  <c:v>84.99</c:v>
                </c:pt>
                <c:pt idx="97948">
                  <c:v>84.99</c:v>
                </c:pt>
                <c:pt idx="97949">
                  <c:v>72.239999999999995</c:v>
                </c:pt>
                <c:pt idx="97950">
                  <c:v>104.02</c:v>
                </c:pt>
                <c:pt idx="97951">
                  <c:v>54.94</c:v>
                </c:pt>
                <c:pt idx="97952">
                  <c:v>90.96</c:v>
                </c:pt>
                <c:pt idx="97953">
                  <c:v>112.96</c:v>
                </c:pt>
                <c:pt idx="97954">
                  <c:v>41.48</c:v>
                </c:pt>
                <c:pt idx="97955">
                  <c:v>63.96</c:v>
                </c:pt>
                <c:pt idx="97956">
                  <c:v>41.48</c:v>
                </c:pt>
                <c:pt idx="97957">
                  <c:v>63.96</c:v>
                </c:pt>
                <c:pt idx="97958">
                  <c:v>119.97</c:v>
                </c:pt>
                <c:pt idx="97959">
                  <c:v>119.96</c:v>
                </c:pt>
                <c:pt idx="97960">
                  <c:v>97.93</c:v>
                </c:pt>
                <c:pt idx="97961">
                  <c:v>139.9</c:v>
                </c:pt>
                <c:pt idx="97962">
                  <c:v>241.97</c:v>
                </c:pt>
                <c:pt idx="97963">
                  <c:v>73.989999999999995</c:v>
                </c:pt>
                <c:pt idx="97964">
                  <c:v>84.99</c:v>
                </c:pt>
                <c:pt idx="97965">
                  <c:v>84.99</c:v>
                </c:pt>
                <c:pt idx="97966">
                  <c:v>96.97</c:v>
                </c:pt>
                <c:pt idx="97967">
                  <c:v>146.96</c:v>
                </c:pt>
                <c:pt idx="97968">
                  <c:v>64.760000000000005</c:v>
                </c:pt>
                <c:pt idx="97969">
                  <c:v>58.62</c:v>
                </c:pt>
                <c:pt idx="97970">
                  <c:v>68.36</c:v>
                </c:pt>
                <c:pt idx="97971">
                  <c:v>52.17</c:v>
                </c:pt>
                <c:pt idx="97972">
                  <c:v>72.55</c:v>
                </c:pt>
                <c:pt idx="97973">
                  <c:v>59.36</c:v>
                </c:pt>
                <c:pt idx="97974">
                  <c:v>174.97</c:v>
                </c:pt>
                <c:pt idx="97975">
                  <c:v>84.99</c:v>
                </c:pt>
                <c:pt idx="97976">
                  <c:v>84.97</c:v>
                </c:pt>
                <c:pt idx="97977">
                  <c:v>124.97</c:v>
                </c:pt>
                <c:pt idx="97978">
                  <c:v>40.479999999999997</c:v>
                </c:pt>
                <c:pt idx="97979">
                  <c:v>92.53</c:v>
                </c:pt>
                <c:pt idx="97980">
                  <c:v>169.34</c:v>
                </c:pt>
                <c:pt idx="97981">
                  <c:v>86.07</c:v>
                </c:pt>
                <c:pt idx="97982">
                  <c:v>65.989999999999995</c:v>
                </c:pt>
                <c:pt idx="97983">
                  <c:v>84.99</c:v>
                </c:pt>
                <c:pt idx="97984">
                  <c:v>76.19</c:v>
                </c:pt>
                <c:pt idx="97985">
                  <c:v>91.91</c:v>
                </c:pt>
                <c:pt idx="97986">
                  <c:v>57.98</c:v>
                </c:pt>
                <c:pt idx="97987">
                  <c:v>64.97</c:v>
                </c:pt>
                <c:pt idx="97988">
                  <c:v>55.97</c:v>
                </c:pt>
                <c:pt idx="97989">
                  <c:v>184.97</c:v>
                </c:pt>
                <c:pt idx="97990">
                  <c:v>62.97</c:v>
                </c:pt>
                <c:pt idx="97991">
                  <c:v>70.98</c:v>
                </c:pt>
                <c:pt idx="97992">
                  <c:v>106.96</c:v>
                </c:pt>
                <c:pt idx="97993">
                  <c:v>80.959999999999994</c:v>
                </c:pt>
                <c:pt idx="97994">
                  <c:v>64.97</c:v>
                </c:pt>
                <c:pt idx="97995">
                  <c:v>94.97</c:v>
                </c:pt>
                <c:pt idx="97996">
                  <c:v>59.98</c:v>
                </c:pt>
                <c:pt idx="97997">
                  <c:v>29.09</c:v>
                </c:pt>
                <c:pt idx="97998">
                  <c:v>32.49</c:v>
                </c:pt>
                <c:pt idx="97999">
                  <c:v>29.49</c:v>
                </c:pt>
                <c:pt idx="98000">
                  <c:v>55.98</c:v>
                </c:pt>
                <c:pt idx="98001">
                  <c:v>95.94</c:v>
                </c:pt>
                <c:pt idx="98002">
                  <c:v>125.96</c:v>
                </c:pt>
                <c:pt idx="98003">
                  <c:v>65.989999999999995</c:v>
                </c:pt>
                <c:pt idx="98004">
                  <c:v>52.97</c:v>
                </c:pt>
                <c:pt idx="98005">
                  <c:v>99.2</c:v>
                </c:pt>
                <c:pt idx="98006">
                  <c:v>94.97</c:v>
                </c:pt>
                <c:pt idx="98007">
                  <c:v>83.98</c:v>
                </c:pt>
                <c:pt idx="98008">
                  <c:v>174.34</c:v>
                </c:pt>
                <c:pt idx="98009">
                  <c:v>61.98</c:v>
                </c:pt>
                <c:pt idx="98010">
                  <c:v>1.5</c:v>
                </c:pt>
                <c:pt idx="98011">
                  <c:v>23.99</c:v>
                </c:pt>
                <c:pt idx="98012">
                  <c:v>26.6</c:v>
                </c:pt>
                <c:pt idx="98013">
                  <c:v>26.6</c:v>
                </c:pt>
                <c:pt idx="98014">
                  <c:v>26.6</c:v>
                </c:pt>
                <c:pt idx="98015">
                  <c:v>27.2</c:v>
                </c:pt>
                <c:pt idx="98016">
                  <c:v>55.26</c:v>
                </c:pt>
                <c:pt idx="98017">
                  <c:v>69.95</c:v>
                </c:pt>
                <c:pt idx="98018">
                  <c:v>63.98</c:v>
                </c:pt>
                <c:pt idx="98019">
                  <c:v>93.97</c:v>
                </c:pt>
                <c:pt idx="98020">
                  <c:v>65.989999999999995</c:v>
                </c:pt>
                <c:pt idx="98021">
                  <c:v>84.99</c:v>
                </c:pt>
                <c:pt idx="98022">
                  <c:v>54.99</c:v>
                </c:pt>
                <c:pt idx="98023">
                  <c:v>64.98</c:v>
                </c:pt>
                <c:pt idx="98024">
                  <c:v>115.98</c:v>
                </c:pt>
                <c:pt idx="98025">
                  <c:v>117.96</c:v>
                </c:pt>
                <c:pt idx="98026">
                  <c:v>62.99</c:v>
                </c:pt>
                <c:pt idx="98027">
                  <c:v>62.99</c:v>
                </c:pt>
                <c:pt idx="98028">
                  <c:v>65.989999999999995</c:v>
                </c:pt>
                <c:pt idx="98029">
                  <c:v>65.989999999999995</c:v>
                </c:pt>
                <c:pt idx="98030">
                  <c:v>59.99</c:v>
                </c:pt>
                <c:pt idx="98031">
                  <c:v>59.99</c:v>
                </c:pt>
                <c:pt idx="98032">
                  <c:v>59.99</c:v>
                </c:pt>
                <c:pt idx="98033">
                  <c:v>59.99</c:v>
                </c:pt>
                <c:pt idx="98034">
                  <c:v>222.56</c:v>
                </c:pt>
                <c:pt idx="98035">
                  <c:v>79.98</c:v>
                </c:pt>
                <c:pt idx="98036">
                  <c:v>79.98</c:v>
                </c:pt>
                <c:pt idx="98037">
                  <c:v>60.98</c:v>
                </c:pt>
                <c:pt idx="98038">
                  <c:v>21.49</c:v>
                </c:pt>
                <c:pt idx="98039">
                  <c:v>99.97</c:v>
                </c:pt>
                <c:pt idx="98040">
                  <c:v>0</c:v>
                </c:pt>
                <c:pt idx="98041">
                  <c:v>139.96</c:v>
                </c:pt>
                <c:pt idx="98042">
                  <c:v>21.29</c:v>
                </c:pt>
                <c:pt idx="98043">
                  <c:v>119.94</c:v>
                </c:pt>
                <c:pt idx="98044">
                  <c:v>119.94</c:v>
                </c:pt>
                <c:pt idx="98045">
                  <c:v>59.96</c:v>
                </c:pt>
                <c:pt idx="98046">
                  <c:v>59.96</c:v>
                </c:pt>
                <c:pt idx="98047">
                  <c:v>59.96</c:v>
                </c:pt>
                <c:pt idx="98048">
                  <c:v>59.96</c:v>
                </c:pt>
                <c:pt idx="98049">
                  <c:v>59.96</c:v>
                </c:pt>
                <c:pt idx="98050">
                  <c:v>59.96</c:v>
                </c:pt>
                <c:pt idx="98051">
                  <c:v>34.369999999999997</c:v>
                </c:pt>
                <c:pt idx="98052">
                  <c:v>34.369999999999997</c:v>
                </c:pt>
                <c:pt idx="98053">
                  <c:v>58.65</c:v>
                </c:pt>
                <c:pt idx="98054">
                  <c:v>58.65</c:v>
                </c:pt>
                <c:pt idx="98055">
                  <c:v>72.56</c:v>
                </c:pt>
                <c:pt idx="98056">
                  <c:v>72.56</c:v>
                </c:pt>
                <c:pt idx="98057">
                  <c:v>129.43</c:v>
                </c:pt>
                <c:pt idx="98058">
                  <c:v>129.43</c:v>
                </c:pt>
                <c:pt idx="98059">
                  <c:v>95.92</c:v>
                </c:pt>
                <c:pt idx="98060">
                  <c:v>83.93</c:v>
                </c:pt>
                <c:pt idx="98061">
                  <c:v>87.97</c:v>
                </c:pt>
                <c:pt idx="98062">
                  <c:v>85.47</c:v>
                </c:pt>
                <c:pt idx="98063">
                  <c:v>40.729999999999997</c:v>
                </c:pt>
                <c:pt idx="98064">
                  <c:v>74.97</c:v>
                </c:pt>
                <c:pt idx="98065">
                  <c:v>74.97</c:v>
                </c:pt>
                <c:pt idx="98066">
                  <c:v>85.47</c:v>
                </c:pt>
                <c:pt idx="98067">
                  <c:v>59.98</c:v>
                </c:pt>
                <c:pt idx="98068">
                  <c:v>59.98</c:v>
                </c:pt>
                <c:pt idx="98069">
                  <c:v>64.58</c:v>
                </c:pt>
                <c:pt idx="98070">
                  <c:v>29.99</c:v>
                </c:pt>
                <c:pt idx="98071">
                  <c:v>29.99</c:v>
                </c:pt>
                <c:pt idx="98072">
                  <c:v>73.17</c:v>
                </c:pt>
                <c:pt idx="98073">
                  <c:v>59.98</c:v>
                </c:pt>
                <c:pt idx="98074">
                  <c:v>59.98</c:v>
                </c:pt>
                <c:pt idx="98075">
                  <c:v>114.96</c:v>
                </c:pt>
                <c:pt idx="98076">
                  <c:v>119.96</c:v>
                </c:pt>
                <c:pt idx="98077">
                  <c:v>54.98</c:v>
                </c:pt>
                <c:pt idx="98078">
                  <c:v>89.97</c:v>
                </c:pt>
                <c:pt idx="98079">
                  <c:v>23.98</c:v>
                </c:pt>
                <c:pt idx="98080">
                  <c:v>89.97</c:v>
                </c:pt>
                <c:pt idx="98081">
                  <c:v>35.99</c:v>
                </c:pt>
                <c:pt idx="98082">
                  <c:v>234.96</c:v>
                </c:pt>
                <c:pt idx="98083">
                  <c:v>139.97</c:v>
                </c:pt>
                <c:pt idx="98084">
                  <c:v>94.96</c:v>
                </c:pt>
                <c:pt idx="98085">
                  <c:v>54.98</c:v>
                </c:pt>
                <c:pt idx="98086">
                  <c:v>59.98</c:v>
                </c:pt>
                <c:pt idx="98087">
                  <c:v>59.98</c:v>
                </c:pt>
                <c:pt idx="98088">
                  <c:v>59.98</c:v>
                </c:pt>
                <c:pt idx="98089">
                  <c:v>98.98</c:v>
                </c:pt>
                <c:pt idx="98090">
                  <c:v>27.89</c:v>
                </c:pt>
                <c:pt idx="98091">
                  <c:v>59.97</c:v>
                </c:pt>
                <c:pt idx="98092">
                  <c:v>84.99</c:v>
                </c:pt>
                <c:pt idx="98093">
                  <c:v>68.989999999999995</c:v>
                </c:pt>
                <c:pt idx="98094">
                  <c:v>84.99</c:v>
                </c:pt>
                <c:pt idx="98095">
                  <c:v>84.98</c:v>
                </c:pt>
                <c:pt idx="98096">
                  <c:v>46.29</c:v>
                </c:pt>
                <c:pt idx="98097">
                  <c:v>58.98</c:v>
                </c:pt>
                <c:pt idx="98098">
                  <c:v>106.46</c:v>
                </c:pt>
                <c:pt idx="98099">
                  <c:v>73.98</c:v>
                </c:pt>
                <c:pt idx="98100">
                  <c:v>73.180000000000007</c:v>
                </c:pt>
                <c:pt idx="98101">
                  <c:v>119.97</c:v>
                </c:pt>
                <c:pt idx="98102">
                  <c:v>96.78</c:v>
                </c:pt>
                <c:pt idx="98103">
                  <c:v>94.69</c:v>
                </c:pt>
                <c:pt idx="98104">
                  <c:v>67.709999999999994</c:v>
                </c:pt>
                <c:pt idx="98105">
                  <c:v>56.97</c:v>
                </c:pt>
                <c:pt idx="98106">
                  <c:v>56.97</c:v>
                </c:pt>
                <c:pt idx="98107">
                  <c:v>209.46</c:v>
                </c:pt>
                <c:pt idx="98108">
                  <c:v>57.96</c:v>
                </c:pt>
                <c:pt idx="98109">
                  <c:v>54.95</c:v>
                </c:pt>
                <c:pt idx="98110">
                  <c:v>48.47</c:v>
                </c:pt>
                <c:pt idx="98111">
                  <c:v>64.77</c:v>
                </c:pt>
                <c:pt idx="98112">
                  <c:v>40.47</c:v>
                </c:pt>
                <c:pt idx="98113">
                  <c:v>51.96</c:v>
                </c:pt>
                <c:pt idx="98114">
                  <c:v>84.98</c:v>
                </c:pt>
                <c:pt idx="98115">
                  <c:v>133.97999999999999</c:v>
                </c:pt>
                <c:pt idx="98116">
                  <c:v>38.229999999999997</c:v>
                </c:pt>
                <c:pt idx="98117">
                  <c:v>37.28</c:v>
                </c:pt>
                <c:pt idx="98118">
                  <c:v>37.479999999999997</c:v>
                </c:pt>
                <c:pt idx="98119">
                  <c:v>37.479999999999997</c:v>
                </c:pt>
                <c:pt idx="98120">
                  <c:v>37.479999999999997</c:v>
                </c:pt>
                <c:pt idx="98121">
                  <c:v>84.99</c:v>
                </c:pt>
                <c:pt idx="98122">
                  <c:v>84.14</c:v>
                </c:pt>
                <c:pt idx="98123">
                  <c:v>191.43</c:v>
                </c:pt>
                <c:pt idx="98124">
                  <c:v>59.99</c:v>
                </c:pt>
                <c:pt idx="98125">
                  <c:v>55.96</c:v>
                </c:pt>
                <c:pt idx="98126">
                  <c:v>117.96</c:v>
                </c:pt>
                <c:pt idx="98127">
                  <c:v>16.489999999999998</c:v>
                </c:pt>
                <c:pt idx="98128">
                  <c:v>54.98</c:v>
                </c:pt>
                <c:pt idx="98129">
                  <c:v>113.96</c:v>
                </c:pt>
                <c:pt idx="98130">
                  <c:v>102.98</c:v>
                </c:pt>
                <c:pt idx="98131">
                  <c:v>134.97999999999999</c:v>
                </c:pt>
                <c:pt idx="98132">
                  <c:v>237.95</c:v>
                </c:pt>
                <c:pt idx="98133">
                  <c:v>59.96</c:v>
                </c:pt>
                <c:pt idx="98134">
                  <c:v>59.96</c:v>
                </c:pt>
                <c:pt idx="98135">
                  <c:v>255.93</c:v>
                </c:pt>
                <c:pt idx="98136">
                  <c:v>53.98</c:v>
                </c:pt>
                <c:pt idx="98137">
                  <c:v>53.98</c:v>
                </c:pt>
                <c:pt idx="98138">
                  <c:v>103.46</c:v>
                </c:pt>
                <c:pt idx="98139">
                  <c:v>103.46</c:v>
                </c:pt>
                <c:pt idx="98140">
                  <c:v>113.06</c:v>
                </c:pt>
                <c:pt idx="98141">
                  <c:v>135.44</c:v>
                </c:pt>
                <c:pt idx="98142">
                  <c:v>72.55</c:v>
                </c:pt>
                <c:pt idx="98143">
                  <c:v>50.19</c:v>
                </c:pt>
                <c:pt idx="98144">
                  <c:v>120.98</c:v>
                </c:pt>
                <c:pt idx="98145">
                  <c:v>235.53</c:v>
                </c:pt>
                <c:pt idx="98146">
                  <c:v>106.47</c:v>
                </c:pt>
                <c:pt idx="98147">
                  <c:v>106.47</c:v>
                </c:pt>
                <c:pt idx="98148">
                  <c:v>191.04</c:v>
                </c:pt>
                <c:pt idx="98149">
                  <c:v>191.04</c:v>
                </c:pt>
                <c:pt idx="98150">
                  <c:v>84.12</c:v>
                </c:pt>
                <c:pt idx="98151">
                  <c:v>89.97</c:v>
                </c:pt>
                <c:pt idx="98152">
                  <c:v>59.38</c:v>
                </c:pt>
                <c:pt idx="98153">
                  <c:v>149.94999999999999</c:v>
                </c:pt>
                <c:pt idx="98154">
                  <c:v>85.47</c:v>
                </c:pt>
                <c:pt idx="98155">
                  <c:v>68.98</c:v>
                </c:pt>
                <c:pt idx="98156">
                  <c:v>56.97</c:v>
                </c:pt>
                <c:pt idx="98157">
                  <c:v>59.56</c:v>
                </c:pt>
                <c:pt idx="98158">
                  <c:v>79.989999999999995</c:v>
                </c:pt>
                <c:pt idx="98159">
                  <c:v>46.47</c:v>
                </c:pt>
                <c:pt idx="98160">
                  <c:v>35.49</c:v>
                </c:pt>
                <c:pt idx="98161">
                  <c:v>54.37</c:v>
                </c:pt>
                <c:pt idx="98162">
                  <c:v>61.98</c:v>
                </c:pt>
                <c:pt idx="98163">
                  <c:v>61.98</c:v>
                </c:pt>
                <c:pt idx="98164">
                  <c:v>51.28</c:v>
                </c:pt>
                <c:pt idx="98165">
                  <c:v>58.98</c:v>
                </c:pt>
                <c:pt idx="98166">
                  <c:v>82.76</c:v>
                </c:pt>
                <c:pt idx="98167">
                  <c:v>46.77</c:v>
                </c:pt>
                <c:pt idx="98168">
                  <c:v>111.56</c:v>
                </c:pt>
                <c:pt idx="98169">
                  <c:v>78.959999999999994</c:v>
                </c:pt>
                <c:pt idx="98170">
                  <c:v>195.89</c:v>
                </c:pt>
                <c:pt idx="98171">
                  <c:v>59.99</c:v>
                </c:pt>
                <c:pt idx="98172">
                  <c:v>61.17</c:v>
                </c:pt>
                <c:pt idx="98173">
                  <c:v>54.98</c:v>
                </c:pt>
                <c:pt idx="98174">
                  <c:v>75.959999999999994</c:v>
                </c:pt>
                <c:pt idx="98175">
                  <c:v>107.63</c:v>
                </c:pt>
                <c:pt idx="98176">
                  <c:v>49.49</c:v>
                </c:pt>
                <c:pt idx="98177">
                  <c:v>152.06</c:v>
                </c:pt>
                <c:pt idx="98178">
                  <c:v>77.97</c:v>
                </c:pt>
                <c:pt idx="98179">
                  <c:v>103.96</c:v>
                </c:pt>
                <c:pt idx="98180">
                  <c:v>50.97</c:v>
                </c:pt>
                <c:pt idx="98181">
                  <c:v>62.89</c:v>
                </c:pt>
                <c:pt idx="98182">
                  <c:v>84.99</c:v>
                </c:pt>
                <c:pt idx="98183">
                  <c:v>84.99</c:v>
                </c:pt>
                <c:pt idx="98184">
                  <c:v>254.97</c:v>
                </c:pt>
                <c:pt idx="98185">
                  <c:v>96.78</c:v>
                </c:pt>
                <c:pt idx="98186">
                  <c:v>61.97</c:v>
                </c:pt>
                <c:pt idx="98187">
                  <c:v>65.98</c:v>
                </c:pt>
                <c:pt idx="98188">
                  <c:v>63.96</c:v>
                </c:pt>
                <c:pt idx="98189">
                  <c:v>33.479999999999997</c:v>
                </c:pt>
                <c:pt idx="98190">
                  <c:v>68.95</c:v>
                </c:pt>
                <c:pt idx="98191">
                  <c:v>84.98</c:v>
                </c:pt>
                <c:pt idx="98192">
                  <c:v>73.95</c:v>
                </c:pt>
                <c:pt idx="98193">
                  <c:v>77.94</c:v>
                </c:pt>
                <c:pt idx="98194">
                  <c:v>28.28</c:v>
                </c:pt>
                <c:pt idx="98195">
                  <c:v>59.96</c:v>
                </c:pt>
                <c:pt idx="98196">
                  <c:v>59.96</c:v>
                </c:pt>
                <c:pt idx="98197">
                  <c:v>31.28</c:v>
                </c:pt>
                <c:pt idx="98198">
                  <c:v>29.24</c:v>
                </c:pt>
                <c:pt idx="98199">
                  <c:v>47.18</c:v>
                </c:pt>
                <c:pt idx="98200">
                  <c:v>57.98</c:v>
                </c:pt>
                <c:pt idx="98201">
                  <c:v>51.58</c:v>
                </c:pt>
                <c:pt idx="98202">
                  <c:v>104.46</c:v>
                </c:pt>
                <c:pt idx="98203">
                  <c:v>63.97</c:v>
                </c:pt>
                <c:pt idx="98204">
                  <c:v>54.97</c:v>
                </c:pt>
                <c:pt idx="98205">
                  <c:v>51.96</c:v>
                </c:pt>
                <c:pt idx="98206">
                  <c:v>51.96</c:v>
                </c:pt>
                <c:pt idx="98207">
                  <c:v>69.959999999999994</c:v>
                </c:pt>
                <c:pt idx="98208">
                  <c:v>66.64</c:v>
                </c:pt>
                <c:pt idx="98209">
                  <c:v>68.489999999999995</c:v>
                </c:pt>
                <c:pt idx="98210">
                  <c:v>63.98</c:v>
                </c:pt>
                <c:pt idx="98211">
                  <c:v>55.96</c:v>
                </c:pt>
                <c:pt idx="98212">
                  <c:v>79.989999999999995</c:v>
                </c:pt>
                <c:pt idx="98213">
                  <c:v>16.29</c:v>
                </c:pt>
                <c:pt idx="98214">
                  <c:v>59.06</c:v>
                </c:pt>
                <c:pt idx="98215">
                  <c:v>256.47000000000003</c:v>
                </c:pt>
                <c:pt idx="98216">
                  <c:v>60.98</c:v>
                </c:pt>
                <c:pt idx="98217">
                  <c:v>26.29</c:v>
                </c:pt>
                <c:pt idx="98218">
                  <c:v>64.98</c:v>
                </c:pt>
                <c:pt idx="98219">
                  <c:v>96.74</c:v>
                </c:pt>
                <c:pt idx="98220">
                  <c:v>159.58000000000001</c:v>
                </c:pt>
                <c:pt idx="98221">
                  <c:v>54.99</c:v>
                </c:pt>
                <c:pt idx="98222">
                  <c:v>54.99</c:v>
                </c:pt>
                <c:pt idx="98223">
                  <c:v>83.87</c:v>
                </c:pt>
                <c:pt idx="98224">
                  <c:v>54.99</c:v>
                </c:pt>
                <c:pt idx="98225">
                  <c:v>51.27</c:v>
                </c:pt>
                <c:pt idx="98226">
                  <c:v>51.27</c:v>
                </c:pt>
                <c:pt idx="98227">
                  <c:v>86.07</c:v>
                </c:pt>
                <c:pt idx="98228">
                  <c:v>50.08</c:v>
                </c:pt>
                <c:pt idx="98229">
                  <c:v>87.47</c:v>
                </c:pt>
                <c:pt idx="98230">
                  <c:v>145.96</c:v>
                </c:pt>
                <c:pt idx="98231">
                  <c:v>50.7</c:v>
                </c:pt>
                <c:pt idx="98232">
                  <c:v>125.36</c:v>
                </c:pt>
                <c:pt idx="98233">
                  <c:v>78.959999999999994</c:v>
                </c:pt>
                <c:pt idx="98234">
                  <c:v>54.98</c:v>
                </c:pt>
                <c:pt idx="98235">
                  <c:v>130.97</c:v>
                </c:pt>
                <c:pt idx="98236">
                  <c:v>75.98</c:v>
                </c:pt>
                <c:pt idx="98237">
                  <c:v>55.96</c:v>
                </c:pt>
                <c:pt idx="98238">
                  <c:v>237.96</c:v>
                </c:pt>
                <c:pt idx="98239">
                  <c:v>55.36</c:v>
                </c:pt>
                <c:pt idx="98240">
                  <c:v>63.95</c:v>
                </c:pt>
                <c:pt idx="98241">
                  <c:v>51.98</c:v>
                </c:pt>
                <c:pt idx="98242">
                  <c:v>51.98</c:v>
                </c:pt>
                <c:pt idx="98243">
                  <c:v>233.73</c:v>
                </c:pt>
                <c:pt idx="98244">
                  <c:v>53.96</c:v>
                </c:pt>
                <c:pt idx="98245">
                  <c:v>76.959999999999994</c:v>
                </c:pt>
                <c:pt idx="98246">
                  <c:v>53.95</c:v>
                </c:pt>
                <c:pt idx="98247">
                  <c:v>53.95</c:v>
                </c:pt>
                <c:pt idx="98248">
                  <c:v>68.98</c:v>
                </c:pt>
                <c:pt idx="98249">
                  <c:v>106.67</c:v>
                </c:pt>
                <c:pt idx="98250">
                  <c:v>55.98</c:v>
                </c:pt>
                <c:pt idx="98251">
                  <c:v>27.79</c:v>
                </c:pt>
                <c:pt idx="98252">
                  <c:v>66.489999999999995</c:v>
                </c:pt>
                <c:pt idx="98253">
                  <c:v>41.09</c:v>
                </c:pt>
                <c:pt idx="98254">
                  <c:v>41.09</c:v>
                </c:pt>
                <c:pt idx="98255">
                  <c:v>55.96</c:v>
                </c:pt>
                <c:pt idx="98256">
                  <c:v>60.96</c:v>
                </c:pt>
                <c:pt idx="98257">
                  <c:v>62.57</c:v>
                </c:pt>
                <c:pt idx="98258">
                  <c:v>48.58</c:v>
                </c:pt>
                <c:pt idx="98259">
                  <c:v>53.98</c:v>
                </c:pt>
                <c:pt idx="98260">
                  <c:v>56.97</c:v>
                </c:pt>
                <c:pt idx="98261">
                  <c:v>89.97</c:v>
                </c:pt>
                <c:pt idx="98262">
                  <c:v>-2.25</c:v>
                </c:pt>
                <c:pt idx="98263">
                  <c:v>59.98</c:v>
                </c:pt>
                <c:pt idx="98264">
                  <c:v>32.24</c:v>
                </c:pt>
                <c:pt idx="98265">
                  <c:v>52.98</c:v>
                </c:pt>
                <c:pt idx="98266">
                  <c:v>114.97</c:v>
                </c:pt>
                <c:pt idx="98267">
                  <c:v>125.97</c:v>
                </c:pt>
                <c:pt idx="98268">
                  <c:v>-11</c:v>
                </c:pt>
                <c:pt idx="98269">
                  <c:v>94.43</c:v>
                </c:pt>
                <c:pt idx="98270">
                  <c:v>136.76</c:v>
                </c:pt>
                <c:pt idx="98271">
                  <c:v>255.19</c:v>
                </c:pt>
                <c:pt idx="98272">
                  <c:v>144.96</c:v>
                </c:pt>
                <c:pt idx="98273">
                  <c:v>59.98</c:v>
                </c:pt>
                <c:pt idx="98274">
                  <c:v>29.99</c:v>
                </c:pt>
                <c:pt idx="98275">
                  <c:v>79.989999999999995</c:v>
                </c:pt>
                <c:pt idx="98276">
                  <c:v>96.97</c:v>
                </c:pt>
                <c:pt idx="98277">
                  <c:v>133.96</c:v>
                </c:pt>
                <c:pt idx="98278">
                  <c:v>125.95</c:v>
                </c:pt>
                <c:pt idx="98279">
                  <c:v>104.97</c:v>
                </c:pt>
                <c:pt idx="98280">
                  <c:v>50.98</c:v>
                </c:pt>
                <c:pt idx="98281">
                  <c:v>59.98</c:v>
                </c:pt>
                <c:pt idx="98282">
                  <c:v>59.98</c:v>
                </c:pt>
                <c:pt idx="98283">
                  <c:v>55.98</c:v>
                </c:pt>
                <c:pt idx="98284">
                  <c:v>63.98</c:v>
                </c:pt>
                <c:pt idx="98285">
                  <c:v>53.98</c:v>
                </c:pt>
                <c:pt idx="98286">
                  <c:v>57.98</c:v>
                </c:pt>
                <c:pt idx="98287">
                  <c:v>235.84</c:v>
                </c:pt>
                <c:pt idx="98288">
                  <c:v>59.98</c:v>
                </c:pt>
                <c:pt idx="98289">
                  <c:v>79.98</c:v>
                </c:pt>
                <c:pt idx="98290">
                  <c:v>86.28</c:v>
                </c:pt>
                <c:pt idx="98291">
                  <c:v>56.95</c:v>
                </c:pt>
                <c:pt idx="98292">
                  <c:v>59.95</c:v>
                </c:pt>
                <c:pt idx="98293">
                  <c:v>59.95</c:v>
                </c:pt>
                <c:pt idx="98294">
                  <c:v>53.96</c:v>
                </c:pt>
                <c:pt idx="98295">
                  <c:v>59.96</c:v>
                </c:pt>
                <c:pt idx="98296">
                  <c:v>55.98</c:v>
                </c:pt>
                <c:pt idx="98297">
                  <c:v>62.57</c:v>
                </c:pt>
                <c:pt idx="98298">
                  <c:v>53.97</c:v>
                </c:pt>
                <c:pt idx="98299">
                  <c:v>57.98</c:v>
                </c:pt>
                <c:pt idx="98300">
                  <c:v>123.96</c:v>
                </c:pt>
                <c:pt idx="98301">
                  <c:v>59.15</c:v>
                </c:pt>
                <c:pt idx="98302">
                  <c:v>75.13</c:v>
                </c:pt>
                <c:pt idx="98303">
                  <c:v>170.45</c:v>
                </c:pt>
                <c:pt idx="98304">
                  <c:v>51.49</c:v>
                </c:pt>
                <c:pt idx="98305">
                  <c:v>59.96</c:v>
                </c:pt>
                <c:pt idx="98306">
                  <c:v>59.96</c:v>
                </c:pt>
                <c:pt idx="98307">
                  <c:v>66.97</c:v>
                </c:pt>
                <c:pt idx="98308">
                  <c:v>83.97</c:v>
                </c:pt>
                <c:pt idx="98309">
                  <c:v>83.97</c:v>
                </c:pt>
                <c:pt idx="98310">
                  <c:v>66.97</c:v>
                </c:pt>
                <c:pt idx="98311">
                  <c:v>119.96</c:v>
                </c:pt>
                <c:pt idx="98312">
                  <c:v>131.94999999999999</c:v>
                </c:pt>
                <c:pt idx="98313">
                  <c:v>229.94</c:v>
                </c:pt>
                <c:pt idx="98314">
                  <c:v>79.98</c:v>
                </c:pt>
                <c:pt idx="98315">
                  <c:v>149.96</c:v>
                </c:pt>
                <c:pt idx="98316">
                  <c:v>79.989999999999995</c:v>
                </c:pt>
                <c:pt idx="98317">
                  <c:v>233.94</c:v>
                </c:pt>
                <c:pt idx="98318">
                  <c:v>49.99</c:v>
                </c:pt>
                <c:pt idx="98319">
                  <c:v>70.98</c:v>
                </c:pt>
                <c:pt idx="98320">
                  <c:v>78.97</c:v>
                </c:pt>
                <c:pt idx="98321">
                  <c:v>59.98</c:v>
                </c:pt>
                <c:pt idx="98322">
                  <c:v>26.49</c:v>
                </c:pt>
                <c:pt idx="98323">
                  <c:v>74.97</c:v>
                </c:pt>
                <c:pt idx="98324">
                  <c:v>59.98</c:v>
                </c:pt>
                <c:pt idx="98325">
                  <c:v>59.98</c:v>
                </c:pt>
                <c:pt idx="98326">
                  <c:v>233.91</c:v>
                </c:pt>
                <c:pt idx="98327">
                  <c:v>53.97</c:v>
                </c:pt>
                <c:pt idx="98328">
                  <c:v>53.97</c:v>
                </c:pt>
                <c:pt idx="98329">
                  <c:v>67.98</c:v>
                </c:pt>
                <c:pt idx="98330">
                  <c:v>59.96</c:v>
                </c:pt>
                <c:pt idx="98331">
                  <c:v>73.95</c:v>
                </c:pt>
                <c:pt idx="98332">
                  <c:v>59.96</c:v>
                </c:pt>
                <c:pt idx="98333">
                  <c:v>90.93</c:v>
                </c:pt>
                <c:pt idx="98334">
                  <c:v>64.95</c:v>
                </c:pt>
                <c:pt idx="98335">
                  <c:v>57.47</c:v>
                </c:pt>
                <c:pt idx="98336">
                  <c:v>71.510000000000005</c:v>
                </c:pt>
                <c:pt idx="98337">
                  <c:v>48.96</c:v>
                </c:pt>
                <c:pt idx="98338">
                  <c:v>47.17</c:v>
                </c:pt>
                <c:pt idx="98339">
                  <c:v>79.95</c:v>
                </c:pt>
                <c:pt idx="98340">
                  <c:v>40.49</c:v>
                </c:pt>
                <c:pt idx="98341">
                  <c:v>84.99</c:v>
                </c:pt>
                <c:pt idx="98342">
                  <c:v>41.49</c:v>
                </c:pt>
                <c:pt idx="98343">
                  <c:v>17.489999999999998</c:v>
                </c:pt>
                <c:pt idx="98344">
                  <c:v>16.96</c:v>
                </c:pt>
                <c:pt idx="98345">
                  <c:v>23.24</c:v>
                </c:pt>
                <c:pt idx="98346">
                  <c:v>22.48</c:v>
                </c:pt>
                <c:pt idx="98347">
                  <c:v>17.489999999999998</c:v>
                </c:pt>
                <c:pt idx="98348">
                  <c:v>50.46</c:v>
                </c:pt>
                <c:pt idx="98349">
                  <c:v>187.73</c:v>
                </c:pt>
                <c:pt idx="98350">
                  <c:v>79.989999999999995</c:v>
                </c:pt>
                <c:pt idx="98351">
                  <c:v>70.98</c:v>
                </c:pt>
                <c:pt idx="98352">
                  <c:v>165.96</c:v>
                </c:pt>
                <c:pt idx="98353">
                  <c:v>50.22</c:v>
                </c:pt>
                <c:pt idx="98354">
                  <c:v>84.99</c:v>
                </c:pt>
                <c:pt idx="98355">
                  <c:v>80.739999999999995</c:v>
                </c:pt>
                <c:pt idx="98356">
                  <c:v>53.98</c:v>
                </c:pt>
                <c:pt idx="98357">
                  <c:v>59.98</c:v>
                </c:pt>
                <c:pt idx="98358">
                  <c:v>46.48</c:v>
                </c:pt>
                <c:pt idx="98359">
                  <c:v>59.98</c:v>
                </c:pt>
                <c:pt idx="98360">
                  <c:v>195.97</c:v>
                </c:pt>
                <c:pt idx="98361">
                  <c:v>47.15</c:v>
                </c:pt>
                <c:pt idx="98362">
                  <c:v>103.96</c:v>
                </c:pt>
                <c:pt idx="98363">
                  <c:v>-1.5</c:v>
                </c:pt>
                <c:pt idx="98364">
                  <c:v>-11.99</c:v>
                </c:pt>
                <c:pt idx="98365">
                  <c:v>71.97</c:v>
                </c:pt>
                <c:pt idx="98366">
                  <c:v>51.82</c:v>
                </c:pt>
                <c:pt idx="98367">
                  <c:v>14.49</c:v>
                </c:pt>
                <c:pt idx="98368">
                  <c:v>68.97</c:v>
                </c:pt>
                <c:pt idx="98369">
                  <c:v>55.97</c:v>
                </c:pt>
                <c:pt idx="98370">
                  <c:v>93.97</c:v>
                </c:pt>
                <c:pt idx="98371">
                  <c:v>134.51</c:v>
                </c:pt>
                <c:pt idx="98372">
                  <c:v>69.95</c:v>
                </c:pt>
                <c:pt idx="98373">
                  <c:v>83.94</c:v>
                </c:pt>
                <c:pt idx="98374">
                  <c:v>240.45</c:v>
                </c:pt>
                <c:pt idx="98375">
                  <c:v>87.97</c:v>
                </c:pt>
                <c:pt idx="98376">
                  <c:v>108.97</c:v>
                </c:pt>
                <c:pt idx="98377">
                  <c:v>140.94999999999999</c:v>
                </c:pt>
                <c:pt idx="98378">
                  <c:v>-87.97</c:v>
                </c:pt>
                <c:pt idx="98379">
                  <c:v>31.18</c:v>
                </c:pt>
                <c:pt idx="98380">
                  <c:v>31.78</c:v>
                </c:pt>
                <c:pt idx="98381">
                  <c:v>31.18</c:v>
                </c:pt>
                <c:pt idx="98382">
                  <c:v>74.97</c:v>
                </c:pt>
                <c:pt idx="98383">
                  <c:v>163.97</c:v>
                </c:pt>
                <c:pt idx="98384">
                  <c:v>65.989999999999995</c:v>
                </c:pt>
                <c:pt idx="98385">
                  <c:v>169.98</c:v>
                </c:pt>
                <c:pt idx="98386">
                  <c:v>49.47</c:v>
                </c:pt>
                <c:pt idx="98387">
                  <c:v>57.98</c:v>
                </c:pt>
                <c:pt idx="98388">
                  <c:v>59.98</c:v>
                </c:pt>
                <c:pt idx="98389">
                  <c:v>55.98</c:v>
                </c:pt>
                <c:pt idx="98390">
                  <c:v>53.98</c:v>
                </c:pt>
                <c:pt idx="98391">
                  <c:v>79.81</c:v>
                </c:pt>
                <c:pt idx="98392">
                  <c:v>79.81</c:v>
                </c:pt>
                <c:pt idx="98393">
                  <c:v>76.8</c:v>
                </c:pt>
                <c:pt idx="98394">
                  <c:v>76.8</c:v>
                </c:pt>
                <c:pt idx="98395">
                  <c:v>56.97</c:v>
                </c:pt>
                <c:pt idx="98396">
                  <c:v>56.97</c:v>
                </c:pt>
                <c:pt idx="98397">
                  <c:v>56.97</c:v>
                </c:pt>
                <c:pt idx="98398">
                  <c:v>56.97</c:v>
                </c:pt>
                <c:pt idx="98399">
                  <c:v>56.97</c:v>
                </c:pt>
                <c:pt idx="98400">
                  <c:v>56.97</c:v>
                </c:pt>
                <c:pt idx="98401">
                  <c:v>57.98</c:v>
                </c:pt>
                <c:pt idx="98402">
                  <c:v>61.98</c:v>
                </c:pt>
                <c:pt idx="98403">
                  <c:v>59.98</c:v>
                </c:pt>
                <c:pt idx="98404">
                  <c:v>231.91</c:v>
                </c:pt>
                <c:pt idx="98405">
                  <c:v>72.239999999999995</c:v>
                </c:pt>
                <c:pt idx="98406">
                  <c:v>72.239999999999995</c:v>
                </c:pt>
                <c:pt idx="98407">
                  <c:v>74.680000000000007</c:v>
                </c:pt>
                <c:pt idx="98408">
                  <c:v>74.680000000000007</c:v>
                </c:pt>
                <c:pt idx="98409">
                  <c:v>31.79</c:v>
                </c:pt>
                <c:pt idx="98410">
                  <c:v>31.79</c:v>
                </c:pt>
                <c:pt idx="98411">
                  <c:v>83.95</c:v>
                </c:pt>
                <c:pt idx="98412">
                  <c:v>143.91999999999999</c:v>
                </c:pt>
                <c:pt idx="98413">
                  <c:v>116.45</c:v>
                </c:pt>
                <c:pt idx="98414">
                  <c:v>111.47</c:v>
                </c:pt>
                <c:pt idx="98415">
                  <c:v>158.54</c:v>
                </c:pt>
                <c:pt idx="98416">
                  <c:v>55.96</c:v>
                </c:pt>
                <c:pt idx="98417">
                  <c:v>83.25</c:v>
                </c:pt>
                <c:pt idx="98418">
                  <c:v>79.98</c:v>
                </c:pt>
                <c:pt idx="98419">
                  <c:v>142.61000000000001</c:v>
                </c:pt>
                <c:pt idx="98420">
                  <c:v>91.97</c:v>
                </c:pt>
                <c:pt idx="98421">
                  <c:v>66.48</c:v>
                </c:pt>
                <c:pt idx="98422">
                  <c:v>66.48</c:v>
                </c:pt>
                <c:pt idx="98423">
                  <c:v>74.97</c:v>
                </c:pt>
                <c:pt idx="98424">
                  <c:v>82.95</c:v>
                </c:pt>
                <c:pt idx="98425">
                  <c:v>59.95</c:v>
                </c:pt>
                <c:pt idx="98426">
                  <c:v>82.95</c:v>
                </c:pt>
                <c:pt idx="98427">
                  <c:v>91.97</c:v>
                </c:pt>
                <c:pt idx="98428">
                  <c:v>59.95</c:v>
                </c:pt>
                <c:pt idx="98429">
                  <c:v>74.97</c:v>
                </c:pt>
                <c:pt idx="98430">
                  <c:v>87.94</c:v>
                </c:pt>
                <c:pt idx="98431">
                  <c:v>79.97</c:v>
                </c:pt>
                <c:pt idx="98432">
                  <c:v>57.98</c:v>
                </c:pt>
                <c:pt idx="98433">
                  <c:v>92.98</c:v>
                </c:pt>
                <c:pt idx="98434">
                  <c:v>74.98</c:v>
                </c:pt>
                <c:pt idx="98435">
                  <c:v>74.98</c:v>
                </c:pt>
                <c:pt idx="98436">
                  <c:v>80.98</c:v>
                </c:pt>
                <c:pt idx="98437">
                  <c:v>56.97</c:v>
                </c:pt>
                <c:pt idx="98438">
                  <c:v>56.97</c:v>
                </c:pt>
                <c:pt idx="98439">
                  <c:v>56.97</c:v>
                </c:pt>
                <c:pt idx="98440">
                  <c:v>56.97</c:v>
                </c:pt>
                <c:pt idx="98441">
                  <c:v>56.97</c:v>
                </c:pt>
                <c:pt idx="98442">
                  <c:v>56.97</c:v>
                </c:pt>
                <c:pt idx="98443">
                  <c:v>99.99</c:v>
                </c:pt>
                <c:pt idx="98444">
                  <c:v>56.97</c:v>
                </c:pt>
                <c:pt idx="98445">
                  <c:v>99.99</c:v>
                </c:pt>
                <c:pt idx="98446">
                  <c:v>56.97</c:v>
                </c:pt>
                <c:pt idx="98447">
                  <c:v>39.880000000000003</c:v>
                </c:pt>
                <c:pt idx="98448">
                  <c:v>93.56</c:v>
                </c:pt>
                <c:pt idx="98449">
                  <c:v>53.97</c:v>
                </c:pt>
                <c:pt idx="98450">
                  <c:v>93.13</c:v>
                </c:pt>
                <c:pt idx="98451">
                  <c:v>69.16</c:v>
                </c:pt>
                <c:pt idx="98452">
                  <c:v>57.48</c:v>
                </c:pt>
                <c:pt idx="98453">
                  <c:v>99.98</c:v>
                </c:pt>
                <c:pt idx="98454">
                  <c:v>65.3</c:v>
                </c:pt>
                <c:pt idx="98455">
                  <c:v>65.3</c:v>
                </c:pt>
                <c:pt idx="98456">
                  <c:v>44.73</c:v>
                </c:pt>
                <c:pt idx="98457">
                  <c:v>65.3</c:v>
                </c:pt>
                <c:pt idx="98458">
                  <c:v>59.95</c:v>
                </c:pt>
                <c:pt idx="98459">
                  <c:v>55.96</c:v>
                </c:pt>
                <c:pt idx="98460">
                  <c:v>98.98</c:v>
                </c:pt>
                <c:pt idx="98461">
                  <c:v>178.95</c:v>
                </c:pt>
                <c:pt idx="98462">
                  <c:v>73.8</c:v>
                </c:pt>
                <c:pt idx="98463">
                  <c:v>164.97</c:v>
                </c:pt>
                <c:pt idx="98464">
                  <c:v>61.33</c:v>
                </c:pt>
                <c:pt idx="98465">
                  <c:v>80.739999999999995</c:v>
                </c:pt>
                <c:pt idx="98466">
                  <c:v>68.989999999999995</c:v>
                </c:pt>
                <c:pt idx="98467">
                  <c:v>53.96</c:v>
                </c:pt>
                <c:pt idx="98468">
                  <c:v>-53.96</c:v>
                </c:pt>
                <c:pt idx="98469">
                  <c:v>91.96</c:v>
                </c:pt>
                <c:pt idx="98470">
                  <c:v>65.959999999999994</c:v>
                </c:pt>
                <c:pt idx="98471">
                  <c:v>72.239999999999995</c:v>
                </c:pt>
                <c:pt idx="98472">
                  <c:v>119.97</c:v>
                </c:pt>
                <c:pt idx="98473">
                  <c:v>106.23</c:v>
                </c:pt>
                <c:pt idx="98474">
                  <c:v>230.13</c:v>
                </c:pt>
                <c:pt idx="98475">
                  <c:v>227.95</c:v>
                </c:pt>
                <c:pt idx="98476">
                  <c:v>229.97</c:v>
                </c:pt>
                <c:pt idx="98477">
                  <c:v>79.989999999999995</c:v>
                </c:pt>
                <c:pt idx="98478">
                  <c:v>46.49</c:v>
                </c:pt>
                <c:pt idx="98479">
                  <c:v>90.98</c:v>
                </c:pt>
                <c:pt idx="98480">
                  <c:v>69.98</c:v>
                </c:pt>
                <c:pt idx="98481">
                  <c:v>159.97</c:v>
                </c:pt>
                <c:pt idx="98482">
                  <c:v>145.30000000000001</c:v>
                </c:pt>
                <c:pt idx="98483">
                  <c:v>36.49</c:v>
                </c:pt>
                <c:pt idx="98484">
                  <c:v>36.49</c:v>
                </c:pt>
                <c:pt idx="98485">
                  <c:v>145.30000000000001</c:v>
                </c:pt>
                <c:pt idx="98486">
                  <c:v>145.30000000000001</c:v>
                </c:pt>
                <c:pt idx="98487">
                  <c:v>36.49</c:v>
                </c:pt>
                <c:pt idx="98488">
                  <c:v>186.46</c:v>
                </c:pt>
                <c:pt idx="98489">
                  <c:v>151.94</c:v>
                </c:pt>
                <c:pt idx="98490">
                  <c:v>75.98</c:v>
                </c:pt>
                <c:pt idx="98491">
                  <c:v>229.95</c:v>
                </c:pt>
                <c:pt idx="98492">
                  <c:v>84.99</c:v>
                </c:pt>
                <c:pt idx="98493">
                  <c:v>144.94999999999999</c:v>
                </c:pt>
                <c:pt idx="98494">
                  <c:v>225.96</c:v>
                </c:pt>
                <c:pt idx="98495">
                  <c:v>90.74</c:v>
                </c:pt>
                <c:pt idx="98496">
                  <c:v>158.72</c:v>
                </c:pt>
                <c:pt idx="98497">
                  <c:v>66.97</c:v>
                </c:pt>
                <c:pt idx="98498">
                  <c:v>75.98</c:v>
                </c:pt>
                <c:pt idx="98499">
                  <c:v>55.98</c:v>
                </c:pt>
                <c:pt idx="98500">
                  <c:v>59.98</c:v>
                </c:pt>
                <c:pt idx="98501">
                  <c:v>56.97</c:v>
                </c:pt>
                <c:pt idx="98502">
                  <c:v>56.97</c:v>
                </c:pt>
                <c:pt idx="98503">
                  <c:v>48.42</c:v>
                </c:pt>
                <c:pt idx="98504">
                  <c:v>66.98</c:v>
                </c:pt>
                <c:pt idx="98505">
                  <c:v>31.48</c:v>
                </c:pt>
                <c:pt idx="98506">
                  <c:v>31.48</c:v>
                </c:pt>
                <c:pt idx="98507">
                  <c:v>31.48</c:v>
                </c:pt>
                <c:pt idx="98508">
                  <c:v>59.96</c:v>
                </c:pt>
                <c:pt idx="98509">
                  <c:v>59.96</c:v>
                </c:pt>
                <c:pt idx="98510">
                  <c:v>59.96</c:v>
                </c:pt>
                <c:pt idx="98511">
                  <c:v>59.96</c:v>
                </c:pt>
                <c:pt idx="98512">
                  <c:v>31.48</c:v>
                </c:pt>
                <c:pt idx="98513">
                  <c:v>31.48</c:v>
                </c:pt>
                <c:pt idx="98514">
                  <c:v>31.48</c:v>
                </c:pt>
                <c:pt idx="98515">
                  <c:v>66.98</c:v>
                </c:pt>
                <c:pt idx="98516">
                  <c:v>120.98</c:v>
                </c:pt>
                <c:pt idx="98517">
                  <c:v>128.24</c:v>
                </c:pt>
                <c:pt idx="98518">
                  <c:v>159.69999999999999</c:v>
                </c:pt>
                <c:pt idx="98519">
                  <c:v>85.67</c:v>
                </c:pt>
                <c:pt idx="98520">
                  <c:v>83.94</c:v>
                </c:pt>
                <c:pt idx="98521">
                  <c:v>55.96</c:v>
                </c:pt>
                <c:pt idx="98522">
                  <c:v>65.989999999999995</c:v>
                </c:pt>
                <c:pt idx="98523">
                  <c:v>99.97</c:v>
                </c:pt>
                <c:pt idx="98524">
                  <c:v>58.96</c:v>
                </c:pt>
                <c:pt idx="98525">
                  <c:v>66.97</c:v>
                </c:pt>
                <c:pt idx="98526">
                  <c:v>104.98</c:v>
                </c:pt>
                <c:pt idx="98527">
                  <c:v>42.24</c:v>
                </c:pt>
                <c:pt idx="98528">
                  <c:v>17.489999999999998</c:v>
                </c:pt>
                <c:pt idx="98529">
                  <c:v>99.98</c:v>
                </c:pt>
                <c:pt idx="98530">
                  <c:v>67.98</c:v>
                </c:pt>
                <c:pt idx="98531">
                  <c:v>60.98</c:v>
                </c:pt>
                <c:pt idx="98532">
                  <c:v>158.94999999999999</c:v>
                </c:pt>
                <c:pt idx="98533">
                  <c:v>75.58</c:v>
                </c:pt>
                <c:pt idx="98534">
                  <c:v>75.959999999999994</c:v>
                </c:pt>
                <c:pt idx="98535">
                  <c:v>46.94</c:v>
                </c:pt>
                <c:pt idx="98536">
                  <c:v>109.97</c:v>
                </c:pt>
                <c:pt idx="98537">
                  <c:v>59.97</c:v>
                </c:pt>
                <c:pt idx="98538">
                  <c:v>46.49</c:v>
                </c:pt>
                <c:pt idx="98539">
                  <c:v>83.96</c:v>
                </c:pt>
                <c:pt idx="98540">
                  <c:v>113.95</c:v>
                </c:pt>
                <c:pt idx="98541">
                  <c:v>22.29</c:v>
                </c:pt>
                <c:pt idx="98542">
                  <c:v>139.97</c:v>
                </c:pt>
                <c:pt idx="98543">
                  <c:v>84.98</c:v>
                </c:pt>
                <c:pt idx="98544">
                  <c:v>224.96</c:v>
                </c:pt>
                <c:pt idx="98545">
                  <c:v>111.26</c:v>
                </c:pt>
                <c:pt idx="98546">
                  <c:v>89.94</c:v>
                </c:pt>
                <c:pt idx="98547">
                  <c:v>59.96</c:v>
                </c:pt>
                <c:pt idx="98548">
                  <c:v>74.95</c:v>
                </c:pt>
                <c:pt idx="98549">
                  <c:v>51.49</c:v>
                </c:pt>
                <c:pt idx="98550">
                  <c:v>51.47</c:v>
                </c:pt>
                <c:pt idx="98551">
                  <c:v>58.36</c:v>
                </c:pt>
                <c:pt idx="98552">
                  <c:v>75.48</c:v>
                </c:pt>
                <c:pt idx="98553">
                  <c:v>141.96</c:v>
                </c:pt>
                <c:pt idx="98554">
                  <c:v>55.97</c:v>
                </c:pt>
                <c:pt idx="98555">
                  <c:v>245.91</c:v>
                </c:pt>
                <c:pt idx="98556">
                  <c:v>42.48</c:v>
                </c:pt>
                <c:pt idx="98557">
                  <c:v>193.94</c:v>
                </c:pt>
                <c:pt idx="98558">
                  <c:v>83.96</c:v>
                </c:pt>
                <c:pt idx="98559">
                  <c:v>62.97</c:v>
                </c:pt>
                <c:pt idx="98560">
                  <c:v>77.97</c:v>
                </c:pt>
                <c:pt idx="98561">
                  <c:v>123.26</c:v>
                </c:pt>
                <c:pt idx="98562">
                  <c:v>95.38</c:v>
                </c:pt>
                <c:pt idx="98563">
                  <c:v>79.98</c:v>
                </c:pt>
                <c:pt idx="98564">
                  <c:v>41.49</c:v>
                </c:pt>
                <c:pt idx="98565">
                  <c:v>39.520000000000003</c:v>
                </c:pt>
                <c:pt idx="98566">
                  <c:v>74.95</c:v>
                </c:pt>
                <c:pt idx="98567">
                  <c:v>50.97</c:v>
                </c:pt>
                <c:pt idx="98568">
                  <c:v>58.98</c:v>
                </c:pt>
                <c:pt idx="98569">
                  <c:v>58.98</c:v>
                </c:pt>
                <c:pt idx="98570">
                  <c:v>46.49</c:v>
                </c:pt>
                <c:pt idx="98571">
                  <c:v>-46.49</c:v>
                </c:pt>
                <c:pt idx="98572">
                  <c:v>-58.98</c:v>
                </c:pt>
                <c:pt idx="98573">
                  <c:v>58.98</c:v>
                </c:pt>
                <c:pt idx="98574">
                  <c:v>43.47</c:v>
                </c:pt>
                <c:pt idx="98575">
                  <c:v>46.49</c:v>
                </c:pt>
                <c:pt idx="98576">
                  <c:v>64.98</c:v>
                </c:pt>
                <c:pt idx="98577">
                  <c:v>227.94</c:v>
                </c:pt>
                <c:pt idx="98578">
                  <c:v>103.37</c:v>
                </c:pt>
                <c:pt idx="98579">
                  <c:v>103.37</c:v>
                </c:pt>
                <c:pt idx="98580">
                  <c:v>229.96</c:v>
                </c:pt>
                <c:pt idx="98581">
                  <c:v>62.58</c:v>
                </c:pt>
                <c:pt idx="98582">
                  <c:v>89.97</c:v>
                </c:pt>
                <c:pt idx="98583">
                  <c:v>49.28</c:v>
                </c:pt>
                <c:pt idx="98584">
                  <c:v>59.98</c:v>
                </c:pt>
                <c:pt idx="98585">
                  <c:v>55.98</c:v>
                </c:pt>
                <c:pt idx="98586">
                  <c:v>113.96</c:v>
                </c:pt>
                <c:pt idx="98587">
                  <c:v>122.96</c:v>
                </c:pt>
                <c:pt idx="98588">
                  <c:v>90.92</c:v>
                </c:pt>
                <c:pt idx="98589">
                  <c:v>78.27</c:v>
                </c:pt>
                <c:pt idx="98590">
                  <c:v>58.64</c:v>
                </c:pt>
                <c:pt idx="98591">
                  <c:v>63.97</c:v>
                </c:pt>
                <c:pt idx="98592">
                  <c:v>30.51</c:v>
                </c:pt>
                <c:pt idx="98593">
                  <c:v>37.47</c:v>
                </c:pt>
                <c:pt idx="98594">
                  <c:v>29.98</c:v>
                </c:pt>
                <c:pt idx="98595">
                  <c:v>30.21</c:v>
                </c:pt>
                <c:pt idx="98596">
                  <c:v>76.87</c:v>
                </c:pt>
                <c:pt idx="98597">
                  <c:v>90.95</c:v>
                </c:pt>
                <c:pt idx="98598">
                  <c:v>81.94</c:v>
                </c:pt>
                <c:pt idx="98599">
                  <c:v>54.87</c:v>
                </c:pt>
                <c:pt idx="98600">
                  <c:v>68.97</c:v>
                </c:pt>
                <c:pt idx="98601">
                  <c:v>59.96</c:v>
                </c:pt>
                <c:pt idx="98602">
                  <c:v>123.82</c:v>
                </c:pt>
                <c:pt idx="98603">
                  <c:v>103.47</c:v>
                </c:pt>
                <c:pt idx="98604">
                  <c:v>57.02</c:v>
                </c:pt>
                <c:pt idx="98605">
                  <c:v>166.27</c:v>
                </c:pt>
                <c:pt idx="98606">
                  <c:v>42.24</c:v>
                </c:pt>
                <c:pt idx="98607">
                  <c:v>41.48</c:v>
                </c:pt>
                <c:pt idx="98608">
                  <c:v>49.99</c:v>
                </c:pt>
                <c:pt idx="98609">
                  <c:v>68.86</c:v>
                </c:pt>
                <c:pt idx="98610">
                  <c:v>121.95</c:v>
                </c:pt>
                <c:pt idx="98611">
                  <c:v>89.98</c:v>
                </c:pt>
                <c:pt idx="98612">
                  <c:v>123.12</c:v>
                </c:pt>
                <c:pt idx="98613">
                  <c:v>123.12</c:v>
                </c:pt>
                <c:pt idx="98614">
                  <c:v>129.96</c:v>
                </c:pt>
                <c:pt idx="98615">
                  <c:v>92.97</c:v>
                </c:pt>
                <c:pt idx="98616">
                  <c:v>53.97</c:v>
                </c:pt>
                <c:pt idx="98617">
                  <c:v>20.49</c:v>
                </c:pt>
                <c:pt idx="98618">
                  <c:v>46.49</c:v>
                </c:pt>
                <c:pt idx="98619">
                  <c:v>56.97</c:v>
                </c:pt>
                <c:pt idx="98620">
                  <c:v>20.49</c:v>
                </c:pt>
                <c:pt idx="98621">
                  <c:v>65.98</c:v>
                </c:pt>
                <c:pt idx="98622">
                  <c:v>37.479999999999997</c:v>
                </c:pt>
                <c:pt idx="98623">
                  <c:v>55.98</c:v>
                </c:pt>
                <c:pt idx="98624">
                  <c:v>46.48</c:v>
                </c:pt>
                <c:pt idx="98625">
                  <c:v>181.46</c:v>
                </c:pt>
                <c:pt idx="98626">
                  <c:v>120.96</c:v>
                </c:pt>
                <c:pt idx="98627">
                  <c:v>105.25</c:v>
                </c:pt>
                <c:pt idx="98628">
                  <c:v>56.97</c:v>
                </c:pt>
                <c:pt idx="98629">
                  <c:v>96.02</c:v>
                </c:pt>
                <c:pt idx="98630">
                  <c:v>129.97999999999999</c:v>
                </c:pt>
                <c:pt idx="98631">
                  <c:v>99.98</c:v>
                </c:pt>
                <c:pt idx="98632">
                  <c:v>125.97</c:v>
                </c:pt>
                <c:pt idx="98633">
                  <c:v>155.97</c:v>
                </c:pt>
                <c:pt idx="98634">
                  <c:v>101.94</c:v>
                </c:pt>
                <c:pt idx="98635">
                  <c:v>123.95</c:v>
                </c:pt>
                <c:pt idx="98636">
                  <c:v>221.94</c:v>
                </c:pt>
                <c:pt idx="98637">
                  <c:v>84.96</c:v>
                </c:pt>
                <c:pt idx="98638">
                  <c:v>59.96</c:v>
                </c:pt>
                <c:pt idx="98639">
                  <c:v>244.98</c:v>
                </c:pt>
                <c:pt idx="98640">
                  <c:v>83.97</c:v>
                </c:pt>
                <c:pt idx="98641">
                  <c:v>53.97</c:v>
                </c:pt>
                <c:pt idx="98642">
                  <c:v>53.98</c:v>
                </c:pt>
                <c:pt idx="98643">
                  <c:v>26.48</c:v>
                </c:pt>
                <c:pt idx="98644">
                  <c:v>26.48</c:v>
                </c:pt>
                <c:pt idx="98645">
                  <c:v>77.98</c:v>
                </c:pt>
                <c:pt idx="98646">
                  <c:v>53.98</c:v>
                </c:pt>
                <c:pt idx="98647">
                  <c:v>83.97</c:v>
                </c:pt>
                <c:pt idx="98648">
                  <c:v>30.49</c:v>
                </c:pt>
                <c:pt idx="98649">
                  <c:v>53.97</c:v>
                </c:pt>
                <c:pt idx="98650">
                  <c:v>17.489999999999998</c:v>
                </c:pt>
                <c:pt idx="98651">
                  <c:v>77.98</c:v>
                </c:pt>
                <c:pt idx="98652">
                  <c:v>17.489999999999998</c:v>
                </c:pt>
                <c:pt idx="98653">
                  <c:v>30.49</c:v>
                </c:pt>
                <c:pt idx="98654">
                  <c:v>62.06</c:v>
                </c:pt>
                <c:pt idx="98655">
                  <c:v>84.99</c:v>
                </c:pt>
                <c:pt idx="98656">
                  <c:v>51.49</c:v>
                </c:pt>
                <c:pt idx="98657">
                  <c:v>76.489999999999995</c:v>
                </c:pt>
                <c:pt idx="98658">
                  <c:v>87.08</c:v>
                </c:pt>
                <c:pt idx="98659">
                  <c:v>84.66</c:v>
                </c:pt>
                <c:pt idx="98660">
                  <c:v>72.58</c:v>
                </c:pt>
                <c:pt idx="98661">
                  <c:v>63.96</c:v>
                </c:pt>
                <c:pt idx="98662">
                  <c:v>67.989999999999995</c:v>
                </c:pt>
                <c:pt idx="98663">
                  <c:v>99.98</c:v>
                </c:pt>
                <c:pt idx="98664">
                  <c:v>59.99</c:v>
                </c:pt>
                <c:pt idx="98665">
                  <c:v>51.94</c:v>
                </c:pt>
                <c:pt idx="98666">
                  <c:v>134.97999999999999</c:v>
                </c:pt>
                <c:pt idx="98667">
                  <c:v>43.27</c:v>
                </c:pt>
                <c:pt idx="98668">
                  <c:v>29.28</c:v>
                </c:pt>
                <c:pt idx="98669">
                  <c:v>15.29</c:v>
                </c:pt>
                <c:pt idx="98670">
                  <c:v>20.29</c:v>
                </c:pt>
                <c:pt idx="98671">
                  <c:v>39.28</c:v>
                </c:pt>
                <c:pt idx="98672">
                  <c:v>39.28</c:v>
                </c:pt>
                <c:pt idx="98673">
                  <c:v>75.959999999999994</c:v>
                </c:pt>
                <c:pt idx="98674">
                  <c:v>10.24</c:v>
                </c:pt>
                <c:pt idx="98675">
                  <c:v>57.98</c:v>
                </c:pt>
                <c:pt idx="98676">
                  <c:v>79.98</c:v>
                </c:pt>
                <c:pt idx="98677">
                  <c:v>95.94</c:v>
                </c:pt>
                <c:pt idx="98678">
                  <c:v>32.479999999999997</c:v>
                </c:pt>
                <c:pt idx="98679">
                  <c:v>32.479999999999997</c:v>
                </c:pt>
                <c:pt idx="98680">
                  <c:v>95.94</c:v>
                </c:pt>
                <c:pt idx="98681">
                  <c:v>131.91</c:v>
                </c:pt>
                <c:pt idx="98682">
                  <c:v>131.91</c:v>
                </c:pt>
                <c:pt idx="98683">
                  <c:v>20.29</c:v>
                </c:pt>
                <c:pt idx="98684">
                  <c:v>39.28</c:v>
                </c:pt>
                <c:pt idx="98685">
                  <c:v>90.78</c:v>
                </c:pt>
                <c:pt idx="98686">
                  <c:v>56.97</c:v>
                </c:pt>
                <c:pt idx="98687">
                  <c:v>70.75</c:v>
                </c:pt>
                <c:pt idx="98688">
                  <c:v>96.97</c:v>
                </c:pt>
                <c:pt idx="98689">
                  <c:v>74.97</c:v>
                </c:pt>
                <c:pt idx="98690">
                  <c:v>17.489999999999998</c:v>
                </c:pt>
                <c:pt idx="98691">
                  <c:v>60.98</c:v>
                </c:pt>
                <c:pt idx="98692">
                  <c:v>59.98</c:v>
                </c:pt>
                <c:pt idx="98693">
                  <c:v>14.89</c:v>
                </c:pt>
                <c:pt idx="98694">
                  <c:v>83.82</c:v>
                </c:pt>
                <c:pt idx="98695">
                  <c:v>116.97</c:v>
                </c:pt>
                <c:pt idx="98696">
                  <c:v>21.04</c:v>
                </c:pt>
                <c:pt idx="98697">
                  <c:v>91.96</c:v>
                </c:pt>
                <c:pt idx="98698">
                  <c:v>55.97</c:v>
                </c:pt>
                <c:pt idx="98699">
                  <c:v>34.479999999999997</c:v>
                </c:pt>
                <c:pt idx="98700">
                  <c:v>72.98</c:v>
                </c:pt>
                <c:pt idx="98701">
                  <c:v>64.489999999999995</c:v>
                </c:pt>
                <c:pt idx="98702">
                  <c:v>48.98</c:v>
                </c:pt>
                <c:pt idx="98703">
                  <c:v>79.989999999999995</c:v>
                </c:pt>
                <c:pt idx="98704">
                  <c:v>86.38</c:v>
                </c:pt>
                <c:pt idx="98705">
                  <c:v>53.98</c:v>
                </c:pt>
                <c:pt idx="98706">
                  <c:v>106.97</c:v>
                </c:pt>
                <c:pt idx="98707">
                  <c:v>56.33</c:v>
                </c:pt>
                <c:pt idx="98708">
                  <c:v>56.97</c:v>
                </c:pt>
                <c:pt idx="98709">
                  <c:v>59.98</c:v>
                </c:pt>
                <c:pt idx="98710">
                  <c:v>49.48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86B-F949-8CC3-49E1DE0845F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27017935"/>
        <c:axId val="227372255"/>
      </c:lineChart>
      <c:dateAx>
        <c:axId val="227017935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Yearly</a:t>
                </a:r>
                <a:endParaRPr lang="en-US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c:rich>
          </c:tx>
          <c:layout>
            <c:manualLayout>
              <c:xMode val="edge"/>
              <c:yMode val="edge"/>
              <c:x val="0.44242424242424244"/>
              <c:y val="0.91685393258426962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m/d/yy" sourceLinked="0"/>
        <c:majorTickMark val="out"/>
        <c:minorTickMark val="none"/>
        <c:tickLblPos val="high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27372255"/>
        <c:crosses val="autoZero"/>
        <c:auto val="0"/>
        <c:lblOffset val="100"/>
        <c:baseTimeUnit val="months"/>
        <c:majorUnit val="1"/>
        <c:majorTimeUnit val="years"/>
        <c:minorUnit val="1"/>
        <c:minorTimeUnit val="years"/>
      </c:dateAx>
      <c:valAx>
        <c:axId val="227372255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CA" sz="1050" b="1" i="0" u="none" strike="noStrike" baseline="0">
                    <a:effectLst/>
                  </a:rPr>
                  <a:t>Total Sales ($)</a:t>
                </a:r>
                <a:endParaRPr lang="en-US" sz="105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27017935"/>
        <c:crossesAt val="45292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CA" sz="1400" b="1" i="0" u="none" strike="noStrike" baseline="0"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Items Sold vs Net Sales</a:t>
            </a:r>
            <a:endParaRPr lang="en-US" b="1">
              <a:latin typeface="Times New Roman" panose="02020603050405020304" pitchFamily="18" charset="0"/>
              <a:cs typeface="Times New Roman" panose="02020603050405020304" pitchFamily="18" charset="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3.8516949152542376E-2"/>
          <c:y val="0.15107089625269116"/>
          <c:w val="0.91156779661016951"/>
          <c:h val="0.76411074810677349"/>
        </c:manualLayout>
      </c:layout>
      <c:scatterChart>
        <c:scatterStyle val="lineMarker"/>
        <c:varyColors val="0"/>
        <c:ser>
          <c:idx val="0"/>
          <c:order val="0"/>
          <c:tx>
            <c:strRef>
              <c:f>Canadavapes!$G$1</c:f>
              <c:strCache>
                <c:ptCount val="1"/>
                <c:pt idx="0">
                  <c:v>Net Sales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0">
                <a:solidFill>
                  <a:schemeClr val="accent1"/>
                </a:solidFill>
              </a:ln>
              <a:effectLst/>
            </c:spPr>
          </c:marker>
          <c:dPt>
            <c:idx val="1618"/>
            <c:marker>
              <c:symbol val="circle"/>
              <c:size val="5"/>
              <c:spPr>
                <a:solidFill>
                  <a:schemeClr val="accent1"/>
                </a:solidFill>
                <a:ln w="0">
                  <a:solidFill>
                    <a:schemeClr val="accent1"/>
                  </a:solidFill>
                </a:ln>
                <a:effectLst>
                  <a:softEdge rad="0"/>
                </a:effectLst>
              </c:spPr>
            </c:marker>
            <c:bubble3D val="0"/>
            <c:spPr>
              <a:ln w="28575" cap="rnd">
                <a:noFill/>
                <a:round/>
              </a:ln>
              <a:effectLst>
                <a:softEdge rad="0"/>
              </a:effectLst>
            </c:spPr>
            <c:extLst>
              <c:ext xmlns:c16="http://schemas.microsoft.com/office/drawing/2014/chart" uri="{C3380CC4-5D6E-409C-BE32-E72D297353CC}">
                <c16:uniqueId val="{00000001-0319-CA4F-A7EA-0EC55C5D6C71}"/>
              </c:ext>
            </c:extLst>
          </c:dPt>
          <c:dPt>
            <c:idx val="94261"/>
            <c:marker>
              <c:symbol val="circle"/>
              <c:size val="5"/>
              <c:spPr>
                <a:solidFill>
                  <a:schemeClr val="accent1"/>
                </a:solidFill>
                <a:ln w="0">
                  <a:solidFill>
                    <a:schemeClr val="accent1"/>
                  </a:solidFill>
                </a:ln>
                <a:effectLst/>
              </c:spPr>
            </c:marker>
            <c:bubble3D val="0"/>
            <c:spPr>
              <a:ln w="0" cap="rnd">
                <a:solidFill>
                  <a:schemeClr val="accent1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3-0319-CA4F-A7EA-0EC55C5D6C71}"/>
              </c:ext>
            </c:extLst>
          </c:dPt>
          <c:xVal>
            <c:numRef>
              <c:f>Canadavapes!$E$2:$E$98712</c:f>
              <c:numCache>
                <c:formatCode>General</c:formatCode>
                <c:ptCount val="98711"/>
                <c:pt idx="0">
                  <c:v>2</c:v>
                </c:pt>
                <c:pt idx="1">
                  <c:v>3</c:v>
                </c:pt>
                <c:pt idx="2">
                  <c:v>3</c:v>
                </c:pt>
                <c:pt idx="3">
                  <c:v>2</c:v>
                </c:pt>
                <c:pt idx="4">
                  <c:v>4</c:v>
                </c:pt>
                <c:pt idx="5">
                  <c:v>3</c:v>
                </c:pt>
                <c:pt idx="6">
                  <c:v>5</c:v>
                </c:pt>
                <c:pt idx="7">
                  <c:v>4</c:v>
                </c:pt>
                <c:pt idx="8">
                  <c:v>2</c:v>
                </c:pt>
                <c:pt idx="9">
                  <c:v>2</c:v>
                </c:pt>
                <c:pt idx="10">
                  <c:v>3</c:v>
                </c:pt>
                <c:pt idx="11">
                  <c:v>3</c:v>
                </c:pt>
                <c:pt idx="12">
                  <c:v>4</c:v>
                </c:pt>
                <c:pt idx="13">
                  <c:v>3</c:v>
                </c:pt>
                <c:pt idx="14">
                  <c:v>4</c:v>
                </c:pt>
                <c:pt idx="15">
                  <c:v>3</c:v>
                </c:pt>
                <c:pt idx="16">
                  <c:v>3</c:v>
                </c:pt>
                <c:pt idx="17">
                  <c:v>2</c:v>
                </c:pt>
                <c:pt idx="18">
                  <c:v>3</c:v>
                </c:pt>
                <c:pt idx="19">
                  <c:v>2</c:v>
                </c:pt>
                <c:pt idx="20">
                  <c:v>2</c:v>
                </c:pt>
                <c:pt idx="21">
                  <c:v>3</c:v>
                </c:pt>
                <c:pt idx="22">
                  <c:v>2</c:v>
                </c:pt>
                <c:pt idx="23">
                  <c:v>2</c:v>
                </c:pt>
                <c:pt idx="24">
                  <c:v>2</c:v>
                </c:pt>
                <c:pt idx="25">
                  <c:v>2</c:v>
                </c:pt>
                <c:pt idx="26">
                  <c:v>3</c:v>
                </c:pt>
                <c:pt idx="27">
                  <c:v>2</c:v>
                </c:pt>
                <c:pt idx="28">
                  <c:v>4</c:v>
                </c:pt>
                <c:pt idx="29">
                  <c:v>3</c:v>
                </c:pt>
                <c:pt idx="30">
                  <c:v>2</c:v>
                </c:pt>
                <c:pt idx="31">
                  <c:v>3</c:v>
                </c:pt>
                <c:pt idx="32">
                  <c:v>4</c:v>
                </c:pt>
                <c:pt idx="33">
                  <c:v>3</c:v>
                </c:pt>
                <c:pt idx="34">
                  <c:v>2</c:v>
                </c:pt>
                <c:pt idx="35">
                  <c:v>3</c:v>
                </c:pt>
                <c:pt idx="36">
                  <c:v>4</c:v>
                </c:pt>
                <c:pt idx="37">
                  <c:v>2</c:v>
                </c:pt>
                <c:pt idx="38">
                  <c:v>4</c:v>
                </c:pt>
                <c:pt idx="39">
                  <c:v>5</c:v>
                </c:pt>
                <c:pt idx="40">
                  <c:v>3</c:v>
                </c:pt>
                <c:pt idx="41">
                  <c:v>3</c:v>
                </c:pt>
                <c:pt idx="42">
                  <c:v>2</c:v>
                </c:pt>
                <c:pt idx="43">
                  <c:v>2</c:v>
                </c:pt>
                <c:pt idx="44">
                  <c:v>2</c:v>
                </c:pt>
                <c:pt idx="45">
                  <c:v>2</c:v>
                </c:pt>
                <c:pt idx="46">
                  <c:v>4</c:v>
                </c:pt>
                <c:pt idx="47">
                  <c:v>3</c:v>
                </c:pt>
                <c:pt idx="48">
                  <c:v>2</c:v>
                </c:pt>
                <c:pt idx="49">
                  <c:v>4</c:v>
                </c:pt>
                <c:pt idx="50">
                  <c:v>6</c:v>
                </c:pt>
                <c:pt idx="51">
                  <c:v>4</c:v>
                </c:pt>
                <c:pt idx="52">
                  <c:v>2</c:v>
                </c:pt>
                <c:pt idx="53">
                  <c:v>3</c:v>
                </c:pt>
                <c:pt idx="54">
                  <c:v>2</c:v>
                </c:pt>
                <c:pt idx="55">
                  <c:v>4</c:v>
                </c:pt>
                <c:pt idx="56">
                  <c:v>3</c:v>
                </c:pt>
                <c:pt idx="57">
                  <c:v>3</c:v>
                </c:pt>
                <c:pt idx="58">
                  <c:v>3</c:v>
                </c:pt>
                <c:pt idx="59">
                  <c:v>7</c:v>
                </c:pt>
                <c:pt idx="60">
                  <c:v>8</c:v>
                </c:pt>
                <c:pt idx="61">
                  <c:v>7</c:v>
                </c:pt>
                <c:pt idx="62">
                  <c:v>7</c:v>
                </c:pt>
                <c:pt idx="63">
                  <c:v>7</c:v>
                </c:pt>
                <c:pt idx="64">
                  <c:v>7</c:v>
                </c:pt>
                <c:pt idx="65">
                  <c:v>7</c:v>
                </c:pt>
                <c:pt idx="66">
                  <c:v>8</c:v>
                </c:pt>
                <c:pt idx="67">
                  <c:v>8</c:v>
                </c:pt>
                <c:pt idx="68">
                  <c:v>7</c:v>
                </c:pt>
                <c:pt idx="69">
                  <c:v>7</c:v>
                </c:pt>
                <c:pt idx="70">
                  <c:v>6</c:v>
                </c:pt>
                <c:pt idx="71">
                  <c:v>8</c:v>
                </c:pt>
                <c:pt idx="72">
                  <c:v>8</c:v>
                </c:pt>
                <c:pt idx="73">
                  <c:v>5</c:v>
                </c:pt>
                <c:pt idx="74">
                  <c:v>7</c:v>
                </c:pt>
                <c:pt idx="75">
                  <c:v>3</c:v>
                </c:pt>
                <c:pt idx="76">
                  <c:v>4</c:v>
                </c:pt>
                <c:pt idx="77">
                  <c:v>8</c:v>
                </c:pt>
                <c:pt idx="78">
                  <c:v>7</c:v>
                </c:pt>
                <c:pt idx="79">
                  <c:v>8</c:v>
                </c:pt>
                <c:pt idx="80">
                  <c:v>7</c:v>
                </c:pt>
                <c:pt idx="81">
                  <c:v>7</c:v>
                </c:pt>
                <c:pt idx="82">
                  <c:v>7</c:v>
                </c:pt>
                <c:pt idx="83">
                  <c:v>5</c:v>
                </c:pt>
                <c:pt idx="84">
                  <c:v>7</c:v>
                </c:pt>
                <c:pt idx="85">
                  <c:v>16</c:v>
                </c:pt>
                <c:pt idx="86">
                  <c:v>10</c:v>
                </c:pt>
                <c:pt idx="87">
                  <c:v>16</c:v>
                </c:pt>
                <c:pt idx="88">
                  <c:v>16</c:v>
                </c:pt>
                <c:pt idx="89">
                  <c:v>10</c:v>
                </c:pt>
                <c:pt idx="90">
                  <c:v>10</c:v>
                </c:pt>
                <c:pt idx="91">
                  <c:v>8</c:v>
                </c:pt>
                <c:pt idx="92">
                  <c:v>13</c:v>
                </c:pt>
                <c:pt idx="93">
                  <c:v>13</c:v>
                </c:pt>
                <c:pt idx="94">
                  <c:v>16</c:v>
                </c:pt>
                <c:pt idx="95">
                  <c:v>7</c:v>
                </c:pt>
                <c:pt idx="96">
                  <c:v>2</c:v>
                </c:pt>
                <c:pt idx="97">
                  <c:v>10</c:v>
                </c:pt>
                <c:pt idx="98">
                  <c:v>11</c:v>
                </c:pt>
                <c:pt idx="99">
                  <c:v>3</c:v>
                </c:pt>
                <c:pt idx="100">
                  <c:v>3</c:v>
                </c:pt>
                <c:pt idx="101">
                  <c:v>3</c:v>
                </c:pt>
                <c:pt idx="102">
                  <c:v>5</c:v>
                </c:pt>
                <c:pt idx="103">
                  <c:v>5</c:v>
                </c:pt>
                <c:pt idx="104">
                  <c:v>4</c:v>
                </c:pt>
                <c:pt idx="105">
                  <c:v>3</c:v>
                </c:pt>
                <c:pt idx="106">
                  <c:v>4</c:v>
                </c:pt>
                <c:pt idx="107">
                  <c:v>5</c:v>
                </c:pt>
                <c:pt idx="108">
                  <c:v>3</c:v>
                </c:pt>
                <c:pt idx="109">
                  <c:v>4</c:v>
                </c:pt>
                <c:pt idx="110">
                  <c:v>3</c:v>
                </c:pt>
                <c:pt idx="111">
                  <c:v>5</c:v>
                </c:pt>
                <c:pt idx="112">
                  <c:v>3</c:v>
                </c:pt>
                <c:pt idx="113">
                  <c:v>3</c:v>
                </c:pt>
                <c:pt idx="114">
                  <c:v>7</c:v>
                </c:pt>
                <c:pt idx="115">
                  <c:v>6</c:v>
                </c:pt>
                <c:pt idx="116">
                  <c:v>3</c:v>
                </c:pt>
                <c:pt idx="117">
                  <c:v>4</c:v>
                </c:pt>
                <c:pt idx="118">
                  <c:v>6</c:v>
                </c:pt>
                <c:pt idx="119">
                  <c:v>5</c:v>
                </c:pt>
                <c:pt idx="120">
                  <c:v>5</c:v>
                </c:pt>
                <c:pt idx="121">
                  <c:v>4</c:v>
                </c:pt>
                <c:pt idx="122">
                  <c:v>3</c:v>
                </c:pt>
                <c:pt idx="123">
                  <c:v>5</c:v>
                </c:pt>
                <c:pt idx="124">
                  <c:v>4</c:v>
                </c:pt>
                <c:pt idx="125">
                  <c:v>5</c:v>
                </c:pt>
                <c:pt idx="126">
                  <c:v>6</c:v>
                </c:pt>
                <c:pt idx="127">
                  <c:v>2</c:v>
                </c:pt>
                <c:pt idx="128">
                  <c:v>4</c:v>
                </c:pt>
                <c:pt idx="129">
                  <c:v>3</c:v>
                </c:pt>
                <c:pt idx="130">
                  <c:v>3</c:v>
                </c:pt>
                <c:pt idx="131">
                  <c:v>4</c:v>
                </c:pt>
                <c:pt idx="132">
                  <c:v>5</c:v>
                </c:pt>
                <c:pt idx="133">
                  <c:v>2</c:v>
                </c:pt>
                <c:pt idx="134">
                  <c:v>3</c:v>
                </c:pt>
                <c:pt idx="135">
                  <c:v>3</c:v>
                </c:pt>
                <c:pt idx="136">
                  <c:v>3</c:v>
                </c:pt>
                <c:pt idx="137">
                  <c:v>4</c:v>
                </c:pt>
                <c:pt idx="138">
                  <c:v>2</c:v>
                </c:pt>
                <c:pt idx="139">
                  <c:v>3</c:v>
                </c:pt>
                <c:pt idx="140">
                  <c:v>3</c:v>
                </c:pt>
                <c:pt idx="141">
                  <c:v>3</c:v>
                </c:pt>
                <c:pt idx="142">
                  <c:v>3</c:v>
                </c:pt>
                <c:pt idx="143">
                  <c:v>5</c:v>
                </c:pt>
                <c:pt idx="144">
                  <c:v>4</c:v>
                </c:pt>
                <c:pt idx="145">
                  <c:v>8</c:v>
                </c:pt>
                <c:pt idx="146">
                  <c:v>3</c:v>
                </c:pt>
                <c:pt idx="147">
                  <c:v>4</c:v>
                </c:pt>
                <c:pt idx="148">
                  <c:v>3</c:v>
                </c:pt>
                <c:pt idx="149">
                  <c:v>3</c:v>
                </c:pt>
                <c:pt idx="150">
                  <c:v>4</c:v>
                </c:pt>
                <c:pt idx="151">
                  <c:v>4</c:v>
                </c:pt>
                <c:pt idx="152">
                  <c:v>2</c:v>
                </c:pt>
                <c:pt idx="153">
                  <c:v>5</c:v>
                </c:pt>
                <c:pt idx="154">
                  <c:v>4</c:v>
                </c:pt>
                <c:pt idx="155">
                  <c:v>4</c:v>
                </c:pt>
                <c:pt idx="156">
                  <c:v>7</c:v>
                </c:pt>
                <c:pt idx="157">
                  <c:v>2</c:v>
                </c:pt>
                <c:pt idx="158">
                  <c:v>4</c:v>
                </c:pt>
                <c:pt idx="159">
                  <c:v>5</c:v>
                </c:pt>
                <c:pt idx="160">
                  <c:v>2</c:v>
                </c:pt>
                <c:pt idx="161">
                  <c:v>1</c:v>
                </c:pt>
                <c:pt idx="162">
                  <c:v>3</c:v>
                </c:pt>
                <c:pt idx="163">
                  <c:v>4</c:v>
                </c:pt>
                <c:pt idx="164">
                  <c:v>3</c:v>
                </c:pt>
                <c:pt idx="165">
                  <c:v>3</c:v>
                </c:pt>
                <c:pt idx="166">
                  <c:v>4</c:v>
                </c:pt>
                <c:pt idx="167">
                  <c:v>1</c:v>
                </c:pt>
                <c:pt idx="168">
                  <c:v>2</c:v>
                </c:pt>
                <c:pt idx="169">
                  <c:v>5</c:v>
                </c:pt>
                <c:pt idx="170">
                  <c:v>1</c:v>
                </c:pt>
                <c:pt idx="171">
                  <c:v>2</c:v>
                </c:pt>
                <c:pt idx="172">
                  <c:v>1</c:v>
                </c:pt>
                <c:pt idx="173">
                  <c:v>3</c:v>
                </c:pt>
                <c:pt idx="174">
                  <c:v>4</c:v>
                </c:pt>
                <c:pt idx="175">
                  <c:v>4</c:v>
                </c:pt>
                <c:pt idx="176">
                  <c:v>2</c:v>
                </c:pt>
                <c:pt idx="177">
                  <c:v>3</c:v>
                </c:pt>
                <c:pt idx="178">
                  <c:v>5</c:v>
                </c:pt>
                <c:pt idx="179">
                  <c:v>3</c:v>
                </c:pt>
                <c:pt idx="180">
                  <c:v>1</c:v>
                </c:pt>
                <c:pt idx="181">
                  <c:v>5</c:v>
                </c:pt>
                <c:pt idx="182">
                  <c:v>1</c:v>
                </c:pt>
                <c:pt idx="183">
                  <c:v>3</c:v>
                </c:pt>
                <c:pt idx="184">
                  <c:v>2</c:v>
                </c:pt>
                <c:pt idx="185">
                  <c:v>3</c:v>
                </c:pt>
                <c:pt idx="186">
                  <c:v>2</c:v>
                </c:pt>
                <c:pt idx="187">
                  <c:v>5</c:v>
                </c:pt>
                <c:pt idx="188">
                  <c:v>6</c:v>
                </c:pt>
                <c:pt idx="189">
                  <c:v>5</c:v>
                </c:pt>
                <c:pt idx="190">
                  <c:v>8</c:v>
                </c:pt>
                <c:pt idx="191">
                  <c:v>7</c:v>
                </c:pt>
                <c:pt idx="192">
                  <c:v>8</c:v>
                </c:pt>
                <c:pt idx="193">
                  <c:v>6</c:v>
                </c:pt>
                <c:pt idx="194">
                  <c:v>7</c:v>
                </c:pt>
                <c:pt idx="195">
                  <c:v>8</c:v>
                </c:pt>
                <c:pt idx="196">
                  <c:v>8</c:v>
                </c:pt>
                <c:pt idx="197">
                  <c:v>5</c:v>
                </c:pt>
                <c:pt idx="198">
                  <c:v>9</c:v>
                </c:pt>
                <c:pt idx="199">
                  <c:v>2</c:v>
                </c:pt>
                <c:pt idx="200">
                  <c:v>6</c:v>
                </c:pt>
                <c:pt idx="201">
                  <c:v>6</c:v>
                </c:pt>
                <c:pt idx="202">
                  <c:v>10</c:v>
                </c:pt>
                <c:pt idx="203">
                  <c:v>12</c:v>
                </c:pt>
                <c:pt idx="204">
                  <c:v>8</c:v>
                </c:pt>
                <c:pt idx="205">
                  <c:v>8</c:v>
                </c:pt>
                <c:pt idx="206">
                  <c:v>6</c:v>
                </c:pt>
                <c:pt idx="207">
                  <c:v>3</c:v>
                </c:pt>
                <c:pt idx="208">
                  <c:v>5</c:v>
                </c:pt>
                <c:pt idx="209">
                  <c:v>5</c:v>
                </c:pt>
                <c:pt idx="210">
                  <c:v>4</c:v>
                </c:pt>
                <c:pt idx="211">
                  <c:v>7</c:v>
                </c:pt>
                <c:pt idx="212">
                  <c:v>7</c:v>
                </c:pt>
                <c:pt idx="213">
                  <c:v>8</c:v>
                </c:pt>
                <c:pt idx="214">
                  <c:v>6</c:v>
                </c:pt>
                <c:pt idx="215">
                  <c:v>8</c:v>
                </c:pt>
                <c:pt idx="216">
                  <c:v>6</c:v>
                </c:pt>
                <c:pt idx="217">
                  <c:v>5</c:v>
                </c:pt>
                <c:pt idx="218">
                  <c:v>6</c:v>
                </c:pt>
                <c:pt idx="219">
                  <c:v>3</c:v>
                </c:pt>
                <c:pt idx="220">
                  <c:v>7</c:v>
                </c:pt>
                <c:pt idx="221">
                  <c:v>6</c:v>
                </c:pt>
                <c:pt idx="222">
                  <c:v>6</c:v>
                </c:pt>
                <c:pt idx="223">
                  <c:v>8</c:v>
                </c:pt>
                <c:pt idx="224">
                  <c:v>4</c:v>
                </c:pt>
                <c:pt idx="225">
                  <c:v>5</c:v>
                </c:pt>
                <c:pt idx="226">
                  <c:v>4</c:v>
                </c:pt>
                <c:pt idx="227">
                  <c:v>3</c:v>
                </c:pt>
                <c:pt idx="228">
                  <c:v>3</c:v>
                </c:pt>
                <c:pt idx="229">
                  <c:v>3</c:v>
                </c:pt>
                <c:pt idx="230">
                  <c:v>4</c:v>
                </c:pt>
                <c:pt idx="231">
                  <c:v>6</c:v>
                </c:pt>
                <c:pt idx="232">
                  <c:v>5</c:v>
                </c:pt>
                <c:pt idx="233">
                  <c:v>5</c:v>
                </c:pt>
                <c:pt idx="234">
                  <c:v>6</c:v>
                </c:pt>
                <c:pt idx="235">
                  <c:v>5</c:v>
                </c:pt>
                <c:pt idx="236">
                  <c:v>11</c:v>
                </c:pt>
                <c:pt idx="237">
                  <c:v>15</c:v>
                </c:pt>
                <c:pt idx="238">
                  <c:v>10</c:v>
                </c:pt>
                <c:pt idx="239">
                  <c:v>10</c:v>
                </c:pt>
                <c:pt idx="240">
                  <c:v>9</c:v>
                </c:pt>
                <c:pt idx="241">
                  <c:v>9</c:v>
                </c:pt>
                <c:pt idx="242">
                  <c:v>10</c:v>
                </c:pt>
                <c:pt idx="243">
                  <c:v>6</c:v>
                </c:pt>
                <c:pt idx="244">
                  <c:v>9</c:v>
                </c:pt>
                <c:pt idx="245">
                  <c:v>13</c:v>
                </c:pt>
                <c:pt idx="246">
                  <c:v>10</c:v>
                </c:pt>
                <c:pt idx="247">
                  <c:v>10</c:v>
                </c:pt>
                <c:pt idx="248">
                  <c:v>12</c:v>
                </c:pt>
                <c:pt idx="249">
                  <c:v>8</c:v>
                </c:pt>
                <c:pt idx="250">
                  <c:v>16</c:v>
                </c:pt>
                <c:pt idx="251">
                  <c:v>11</c:v>
                </c:pt>
                <c:pt idx="252">
                  <c:v>10</c:v>
                </c:pt>
                <c:pt idx="253">
                  <c:v>7</c:v>
                </c:pt>
                <c:pt idx="254">
                  <c:v>12</c:v>
                </c:pt>
                <c:pt idx="255">
                  <c:v>9</c:v>
                </c:pt>
                <c:pt idx="256">
                  <c:v>6</c:v>
                </c:pt>
                <c:pt idx="257">
                  <c:v>12</c:v>
                </c:pt>
                <c:pt idx="258">
                  <c:v>10</c:v>
                </c:pt>
                <c:pt idx="259">
                  <c:v>5</c:v>
                </c:pt>
                <c:pt idx="260">
                  <c:v>3</c:v>
                </c:pt>
                <c:pt idx="261">
                  <c:v>3</c:v>
                </c:pt>
                <c:pt idx="262">
                  <c:v>3</c:v>
                </c:pt>
                <c:pt idx="263">
                  <c:v>3</c:v>
                </c:pt>
                <c:pt idx="264">
                  <c:v>4</c:v>
                </c:pt>
                <c:pt idx="265">
                  <c:v>4</c:v>
                </c:pt>
                <c:pt idx="266">
                  <c:v>1</c:v>
                </c:pt>
                <c:pt idx="267">
                  <c:v>3</c:v>
                </c:pt>
                <c:pt idx="268">
                  <c:v>4</c:v>
                </c:pt>
                <c:pt idx="269">
                  <c:v>6</c:v>
                </c:pt>
                <c:pt idx="270">
                  <c:v>4</c:v>
                </c:pt>
                <c:pt idx="271">
                  <c:v>4</c:v>
                </c:pt>
                <c:pt idx="272">
                  <c:v>8</c:v>
                </c:pt>
                <c:pt idx="273">
                  <c:v>4</c:v>
                </c:pt>
                <c:pt idx="274">
                  <c:v>4</c:v>
                </c:pt>
                <c:pt idx="275">
                  <c:v>3</c:v>
                </c:pt>
                <c:pt idx="276">
                  <c:v>5</c:v>
                </c:pt>
                <c:pt idx="277">
                  <c:v>4</c:v>
                </c:pt>
                <c:pt idx="278">
                  <c:v>4</c:v>
                </c:pt>
                <c:pt idx="279">
                  <c:v>4</c:v>
                </c:pt>
                <c:pt idx="280">
                  <c:v>6</c:v>
                </c:pt>
                <c:pt idx="281">
                  <c:v>4</c:v>
                </c:pt>
                <c:pt idx="282">
                  <c:v>4</c:v>
                </c:pt>
                <c:pt idx="283">
                  <c:v>3</c:v>
                </c:pt>
                <c:pt idx="284">
                  <c:v>4</c:v>
                </c:pt>
                <c:pt idx="285">
                  <c:v>4</c:v>
                </c:pt>
                <c:pt idx="286">
                  <c:v>5</c:v>
                </c:pt>
                <c:pt idx="287">
                  <c:v>7</c:v>
                </c:pt>
                <c:pt idx="288">
                  <c:v>5</c:v>
                </c:pt>
                <c:pt idx="289">
                  <c:v>3</c:v>
                </c:pt>
                <c:pt idx="290">
                  <c:v>3</c:v>
                </c:pt>
                <c:pt idx="291">
                  <c:v>5</c:v>
                </c:pt>
                <c:pt idx="292">
                  <c:v>4</c:v>
                </c:pt>
                <c:pt idx="293">
                  <c:v>4</c:v>
                </c:pt>
                <c:pt idx="294">
                  <c:v>4</c:v>
                </c:pt>
                <c:pt idx="295">
                  <c:v>3</c:v>
                </c:pt>
                <c:pt idx="296">
                  <c:v>4</c:v>
                </c:pt>
                <c:pt idx="297">
                  <c:v>4</c:v>
                </c:pt>
                <c:pt idx="298">
                  <c:v>3</c:v>
                </c:pt>
                <c:pt idx="299">
                  <c:v>3</c:v>
                </c:pt>
                <c:pt idx="300">
                  <c:v>3</c:v>
                </c:pt>
                <c:pt idx="301">
                  <c:v>6</c:v>
                </c:pt>
                <c:pt idx="302">
                  <c:v>3</c:v>
                </c:pt>
                <c:pt idx="303">
                  <c:v>3</c:v>
                </c:pt>
                <c:pt idx="304">
                  <c:v>4</c:v>
                </c:pt>
                <c:pt idx="305">
                  <c:v>3</c:v>
                </c:pt>
                <c:pt idx="306">
                  <c:v>4</c:v>
                </c:pt>
                <c:pt idx="307">
                  <c:v>4</c:v>
                </c:pt>
                <c:pt idx="308">
                  <c:v>4</c:v>
                </c:pt>
                <c:pt idx="309">
                  <c:v>4</c:v>
                </c:pt>
                <c:pt idx="310">
                  <c:v>4</c:v>
                </c:pt>
                <c:pt idx="311">
                  <c:v>4</c:v>
                </c:pt>
                <c:pt idx="312">
                  <c:v>4</c:v>
                </c:pt>
                <c:pt idx="313">
                  <c:v>3</c:v>
                </c:pt>
                <c:pt idx="314">
                  <c:v>4</c:v>
                </c:pt>
                <c:pt idx="315">
                  <c:v>4</c:v>
                </c:pt>
                <c:pt idx="316">
                  <c:v>3</c:v>
                </c:pt>
                <c:pt idx="317">
                  <c:v>0</c:v>
                </c:pt>
                <c:pt idx="318">
                  <c:v>4</c:v>
                </c:pt>
                <c:pt idx="319">
                  <c:v>3</c:v>
                </c:pt>
                <c:pt idx="320">
                  <c:v>3</c:v>
                </c:pt>
                <c:pt idx="321">
                  <c:v>9</c:v>
                </c:pt>
                <c:pt idx="322">
                  <c:v>4</c:v>
                </c:pt>
                <c:pt idx="323">
                  <c:v>3</c:v>
                </c:pt>
                <c:pt idx="324">
                  <c:v>3</c:v>
                </c:pt>
                <c:pt idx="325">
                  <c:v>3</c:v>
                </c:pt>
                <c:pt idx="326">
                  <c:v>3</c:v>
                </c:pt>
                <c:pt idx="327">
                  <c:v>3</c:v>
                </c:pt>
                <c:pt idx="328">
                  <c:v>4</c:v>
                </c:pt>
                <c:pt idx="329">
                  <c:v>3</c:v>
                </c:pt>
                <c:pt idx="330">
                  <c:v>4</c:v>
                </c:pt>
                <c:pt idx="331">
                  <c:v>3</c:v>
                </c:pt>
                <c:pt idx="332">
                  <c:v>8</c:v>
                </c:pt>
                <c:pt idx="333">
                  <c:v>4</c:v>
                </c:pt>
                <c:pt idx="334">
                  <c:v>14</c:v>
                </c:pt>
                <c:pt idx="335">
                  <c:v>8</c:v>
                </c:pt>
                <c:pt idx="336">
                  <c:v>8</c:v>
                </c:pt>
                <c:pt idx="337">
                  <c:v>10</c:v>
                </c:pt>
                <c:pt idx="338">
                  <c:v>8</c:v>
                </c:pt>
                <c:pt idx="339">
                  <c:v>11</c:v>
                </c:pt>
                <c:pt idx="340">
                  <c:v>8</c:v>
                </c:pt>
                <c:pt idx="341">
                  <c:v>8</c:v>
                </c:pt>
                <c:pt idx="342">
                  <c:v>14</c:v>
                </c:pt>
                <c:pt idx="343">
                  <c:v>8</c:v>
                </c:pt>
                <c:pt idx="344">
                  <c:v>9</c:v>
                </c:pt>
                <c:pt idx="345">
                  <c:v>12</c:v>
                </c:pt>
                <c:pt idx="346">
                  <c:v>8</c:v>
                </c:pt>
                <c:pt idx="347">
                  <c:v>8</c:v>
                </c:pt>
                <c:pt idx="348">
                  <c:v>8</c:v>
                </c:pt>
                <c:pt idx="349">
                  <c:v>8</c:v>
                </c:pt>
                <c:pt idx="350">
                  <c:v>10</c:v>
                </c:pt>
                <c:pt idx="351">
                  <c:v>10</c:v>
                </c:pt>
                <c:pt idx="352">
                  <c:v>5</c:v>
                </c:pt>
                <c:pt idx="353">
                  <c:v>4</c:v>
                </c:pt>
                <c:pt idx="354">
                  <c:v>3</c:v>
                </c:pt>
                <c:pt idx="355">
                  <c:v>3</c:v>
                </c:pt>
                <c:pt idx="356">
                  <c:v>3</c:v>
                </c:pt>
                <c:pt idx="357">
                  <c:v>4</c:v>
                </c:pt>
                <c:pt idx="358">
                  <c:v>6</c:v>
                </c:pt>
                <c:pt idx="359">
                  <c:v>2</c:v>
                </c:pt>
                <c:pt idx="360">
                  <c:v>2</c:v>
                </c:pt>
                <c:pt idx="361">
                  <c:v>12</c:v>
                </c:pt>
                <c:pt idx="362">
                  <c:v>5</c:v>
                </c:pt>
                <c:pt idx="363">
                  <c:v>4</c:v>
                </c:pt>
                <c:pt idx="364">
                  <c:v>3</c:v>
                </c:pt>
                <c:pt idx="365">
                  <c:v>2</c:v>
                </c:pt>
                <c:pt idx="366">
                  <c:v>3</c:v>
                </c:pt>
                <c:pt idx="367">
                  <c:v>3</c:v>
                </c:pt>
                <c:pt idx="368">
                  <c:v>3</c:v>
                </c:pt>
                <c:pt idx="369">
                  <c:v>6</c:v>
                </c:pt>
                <c:pt idx="370">
                  <c:v>3</c:v>
                </c:pt>
                <c:pt idx="371">
                  <c:v>4</c:v>
                </c:pt>
                <c:pt idx="372">
                  <c:v>5</c:v>
                </c:pt>
                <c:pt idx="373">
                  <c:v>3</c:v>
                </c:pt>
                <c:pt idx="374">
                  <c:v>5</c:v>
                </c:pt>
                <c:pt idx="375">
                  <c:v>4</c:v>
                </c:pt>
                <c:pt idx="376">
                  <c:v>8</c:v>
                </c:pt>
                <c:pt idx="377">
                  <c:v>7</c:v>
                </c:pt>
                <c:pt idx="378">
                  <c:v>3</c:v>
                </c:pt>
                <c:pt idx="379">
                  <c:v>6</c:v>
                </c:pt>
                <c:pt idx="380">
                  <c:v>4</c:v>
                </c:pt>
                <c:pt idx="381">
                  <c:v>4</c:v>
                </c:pt>
                <c:pt idx="382">
                  <c:v>3</c:v>
                </c:pt>
                <c:pt idx="383">
                  <c:v>5</c:v>
                </c:pt>
                <c:pt idx="384">
                  <c:v>3</c:v>
                </c:pt>
                <c:pt idx="385">
                  <c:v>-2</c:v>
                </c:pt>
                <c:pt idx="386">
                  <c:v>5</c:v>
                </c:pt>
                <c:pt idx="387">
                  <c:v>3</c:v>
                </c:pt>
                <c:pt idx="388">
                  <c:v>5</c:v>
                </c:pt>
                <c:pt idx="389">
                  <c:v>5</c:v>
                </c:pt>
                <c:pt idx="390">
                  <c:v>5</c:v>
                </c:pt>
                <c:pt idx="391">
                  <c:v>3</c:v>
                </c:pt>
                <c:pt idx="392">
                  <c:v>10</c:v>
                </c:pt>
                <c:pt idx="393">
                  <c:v>4</c:v>
                </c:pt>
                <c:pt idx="394">
                  <c:v>4</c:v>
                </c:pt>
                <c:pt idx="395">
                  <c:v>10</c:v>
                </c:pt>
                <c:pt idx="396">
                  <c:v>4</c:v>
                </c:pt>
                <c:pt idx="397">
                  <c:v>4</c:v>
                </c:pt>
                <c:pt idx="398">
                  <c:v>3</c:v>
                </c:pt>
                <c:pt idx="399">
                  <c:v>4</c:v>
                </c:pt>
                <c:pt idx="400">
                  <c:v>3</c:v>
                </c:pt>
                <c:pt idx="401">
                  <c:v>4</c:v>
                </c:pt>
                <c:pt idx="402">
                  <c:v>3</c:v>
                </c:pt>
                <c:pt idx="403">
                  <c:v>10</c:v>
                </c:pt>
                <c:pt idx="404">
                  <c:v>10</c:v>
                </c:pt>
                <c:pt idx="405">
                  <c:v>10</c:v>
                </c:pt>
                <c:pt idx="406">
                  <c:v>3</c:v>
                </c:pt>
                <c:pt idx="407">
                  <c:v>6</c:v>
                </c:pt>
                <c:pt idx="408">
                  <c:v>8</c:v>
                </c:pt>
                <c:pt idx="409">
                  <c:v>6</c:v>
                </c:pt>
                <c:pt idx="410">
                  <c:v>3</c:v>
                </c:pt>
                <c:pt idx="411">
                  <c:v>4</c:v>
                </c:pt>
                <c:pt idx="412">
                  <c:v>6</c:v>
                </c:pt>
                <c:pt idx="413">
                  <c:v>10</c:v>
                </c:pt>
                <c:pt idx="414">
                  <c:v>10</c:v>
                </c:pt>
                <c:pt idx="415">
                  <c:v>2</c:v>
                </c:pt>
                <c:pt idx="416">
                  <c:v>3</c:v>
                </c:pt>
                <c:pt idx="417">
                  <c:v>3</c:v>
                </c:pt>
                <c:pt idx="418">
                  <c:v>2</c:v>
                </c:pt>
                <c:pt idx="419">
                  <c:v>2</c:v>
                </c:pt>
                <c:pt idx="420">
                  <c:v>4</c:v>
                </c:pt>
                <c:pt idx="421">
                  <c:v>2</c:v>
                </c:pt>
                <c:pt idx="422">
                  <c:v>2</c:v>
                </c:pt>
                <c:pt idx="423">
                  <c:v>5</c:v>
                </c:pt>
                <c:pt idx="424">
                  <c:v>3</c:v>
                </c:pt>
                <c:pt idx="425">
                  <c:v>2</c:v>
                </c:pt>
                <c:pt idx="426">
                  <c:v>2</c:v>
                </c:pt>
                <c:pt idx="427">
                  <c:v>2</c:v>
                </c:pt>
                <c:pt idx="428">
                  <c:v>4</c:v>
                </c:pt>
                <c:pt idx="429">
                  <c:v>2</c:v>
                </c:pt>
                <c:pt idx="430">
                  <c:v>3</c:v>
                </c:pt>
                <c:pt idx="431">
                  <c:v>4</c:v>
                </c:pt>
                <c:pt idx="432">
                  <c:v>2</c:v>
                </c:pt>
                <c:pt idx="433">
                  <c:v>3</c:v>
                </c:pt>
                <c:pt idx="434">
                  <c:v>3</c:v>
                </c:pt>
                <c:pt idx="435">
                  <c:v>3</c:v>
                </c:pt>
                <c:pt idx="436">
                  <c:v>3</c:v>
                </c:pt>
                <c:pt idx="437">
                  <c:v>3</c:v>
                </c:pt>
                <c:pt idx="438">
                  <c:v>3</c:v>
                </c:pt>
                <c:pt idx="439">
                  <c:v>3</c:v>
                </c:pt>
                <c:pt idx="440">
                  <c:v>2</c:v>
                </c:pt>
                <c:pt idx="441">
                  <c:v>2</c:v>
                </c:pt>
                <c:pt idx="442">
                  <c:v>2</c:v>
                </c:pt>
                <c:pt idx="443">
                  <c:v>3</c:v>
                </c:pt>
                <c:pt idx="444">
                  <c:v>3</c:v>
                </c:pt>
                <c:pt idx="445">
                  <c:v>3</c:v>
                </c:pt>
                <c:pt idx="446">
                  <c:v>3</c:v>
                </c:pt>
                <c:pt idx="447">
                  <c:v>5</c:v>
                </c:pt>
                <c:pt idx="448">
                  <c:v>2</c:v>
                </c:pt>
                <c:pt idx="449">
                  <c:v>2</c:v>
                </c:pt>
                <c:pt idx="450">
                  <c:v>2</c:v>
                </c:pt>
                <c:pt idx="451">
                  <c:v>2</c:v>
                </c:pt>
                <c:pt idx="452">
                  <c:v>3</c:v>
                </c:pt>
                <c:pt idx="453">
                  <c:v>8</c:v>
                </c:pt>
                <c:pt idx="454">
                  <c:v>1</c:v>
                </c:pt>
                <c:pt idx="455">
                  <c:v>2</c:v>
                </c:pt>
                <c:pt idx="456">
                  <c:v>2</c:v>
                </c:pt>
                <c:pt idx="457">
                  <c:v>2</c:v>
                </c:pt>
                <c:pt idx="458">
                  <c:v>3</c:v>
                </c:pt>
                <c:pt idx="459">
                  <c:v>3</c:v>
                </c:pt>
                <c:pt idx="460">
                  <c:v>3</c:v>
                </c:pt>
                <c:pt idx="461">
                  <c:v>2</c:v>
                </c:pt>
                <c:pt idx="462">
                  <c:v>2</c:v>
                </c:pt>
                <c:pt idx="463">
                  <c:v>3</c:v>
                </c:pt>
                <c:pt idx="464">
                  <c:v>2</c:v>
                </c:pt>
                <c:pt idx="465">
                  <c:v>2</c:v>
                </c:pt>
                <c:pt idx="466">
                  <c:v>6</c:v>
                </c:pt>
                <c:pt idx="467">
                  <c:v>13</c:v>
                </c:pt>
                <c:pt idx="468">
                  <c:v>1</c:v>
                </c:pt>
                <c:pt idx="469">
                  <c:v>4</c:v>
                </c:pt>
                <c:pt idx="470">
                  <c:v>10</c:v>
                </c:pt>
                <c:pt idx="471">
                  <c:v>24</c:v>
                </c:pt>
                <c:pt idx="472">
                  <c:v>4</c:v>
                </c:pt>
                <c:pt idx="473">
                  <c:v>14</c:v>
                </c:pt>
                <c:pt idx="474">
                  <c:v>4</c:v>
                </c:pt>
                <c:pt idx="475">
                  <c:v>0</c:v>
                </c:pt>
                <c:pt idx="476">
                  <c:v>16</c:v>
                </c:pt>
                <c:pt idx="477">
                  <c:v>14</c:v>
                </c:pt>
                <c:pt idx="478">
                  <c:v>20</c:v>
                </c:pt>
                <c:pt idx="479">
                  <c:v>15</c:v>
                </c:pt>
                <c:pt idx="480">
                  <c:v>5</c:v>
                </c:pt>
                <c:pt idx="481">
                  <c:v>5</c:v>
                </c:pt>
                <c:pt idx="482">
                  <c:v>5</c:v>
                </c:pt>
                <c:pt idx="483">
                  <c:v>10</c:v>
                </c:pt>
                <c:pt idx="484">
                  <c:v>5</c:v>
                </c:pt>
                <c:pt idx="485">
                  <c:v>15</c:v>
                </c:pt>
                <c:pt idx="486">
                  <c:v>10</c:v>
                </c:pt>
                <c:pt idx="487">
                  <c:v>10</c:v>
                </c:pt>
                <c:pt idx="488">
                  <c:v>10</c:v>
                </c:pt>
                <c:pt idx="489">
                  <c:v>10</c:v>
                </c:pt>
                <c:pt idx="490">
                  <c:v>10</c:v>
                </c:pt>
                <c:pt idx="491">
                  <c:v>10</c:v>
                </c:pt>
                <c:pt idx="492">
                  <c:v>5</c:v>
                </c:pt>
                <c:pt idx="493">
                  <c:v>10</c:v>
                </c:pt>
                <c:pt idx="494">
                  <c:v>10</c:v>
                </c:pt>
                <c:pt idx="495">
                  <c:v>9</c:v>
                </c:pt>
                <c:pt idx="496">
                  <c:v>10</c:v>
                </c:pt>
                <c:pt idx="497">
                  <c:v>9</c:v>
                </c:pt>
                <c:pt idx="498">
                  <c:v>5</c:v>
                </c:pt>
                <c:pt idx="499">
                  <c:v>10</c:v>
                </c:pt>
                <c:pt idx="500">
                  <c:v>10</c:v>
                </c:pt>
                <c:pt idx="501">
                  <c:v>10</c:v>
                </c:pt>
                <c:pt idx="502">
                  <c:v>2</c:v>
                </c:pt>
                <c:pt idx="503">
                  <c:v>12</c:v>
                </c:pt>
                <c:pt idx="504">
                  <c:v>2</c:v>
                </c:pt>
                <c:pt idx="505">
                  <c:v>1</c:v>
                </c:pt>
                <c:pt idx="506">
                  <c:v>2</c:v>
                </c:pt>
                <c:pt idx="507">
                  <c:v>4</c:v>
                </c:pt>
                <c:pt idx="508">
                  <c:v>3</c:v>
                </c:pt>
                <c:pt idx="509">
                  <c:v>1</c:v>
                </c:pt>
                <c:pt idx="510">
                  <c:v>1</c:v>
                </c:pt>
                <c:pt idx="511">
                  <c:v>2</c:v>
                </c:pt>
                <c:pt idx="512">
                  <c:v>3</c:v>
                </c:pt>
                <c:pt idx="513">
                  <c:v>2</c:v>
                </c:pt>
                <c:pt idx="514">
                  <c:v>4</c:v>
                </c:pt>
                <c:pt idx="515">
                  <c:v>4</c:v>
                </c:pt>
                <c:pt idx="516">
                  <c:v>3</c:v>
                </c:pt>
                <c:pt idx="517">
                  <c:v>3</c:v>
                </c:pt>
                <c:pt idx="518">
                  <c:v>5</c:v>
                </c:pt>
                <c:pt idx="519">
                  <c:v>1</c:v>
                </c:pt>
                <c:pt idx="520">
                  <c:v>3</c:v>
                </c:pt>
                <c:pt idx="521">
                  <c:v>6</c:v>
                </c:pt>
                <c:pt idx="522">
                  <c:v>5</c:v>
                </c:pt>
                <c:pt idx="523">
                  <c:v>3</c:v>
                </c:pt>
                <c:pt idx="524">
                  <c:v>2</c:v>
                </c:pt>
                <c:pt idx="525">
                  <c:v>4</c:v>
                </c:pt>
                <c:pt idx="526">
                  <c:v>3</c:v>
                </c:pt>
                <c:pt idx="527">
                  <c:v>1</c:v>
                </c:pt>
                <c:pt idx="528">
                  <c:v>3</c:v>
                </c:pt>
                <c:pt idx="529">
                  <c:v>4</c:v>
                </c:pt>
                <c:pt idx="530">
                  <c:v>6</c:v>
                </c:pt>
                <c:pt idx="531">
                  <c:v>1</c:v>
                </c:pt>
                <c:pt idx="532">
                  <c:v>5</c:v>
                </c:pt>
                <c:pt idx="533">
                  <c:v>4</c:v>
                </c:pt>
                <c:pt idx="534">
                  <c:v>3</c:v>
                </c:pt>
                <c:pt idx="535">
                  <c:v>2</c:v>
                </c:pt>
                <c:pt idx="536">
                  <c:v>1</c:v>
                </c:pt>
                <c:pt idx="537">
                  <c:v>5</c:v>
                </c:pt>
                <c:pt idx="538">
                  <c:v>6</c:v>
                </c:pt>
                <c:pt idx="539">
                  <c:v>2</c:v>
                </c:pt>
                <c:pt idx="540">
                  <c:v>3</c:v>
                </c:pt>
                <c:pt idx="541">
                  <c:v>1</c:v>
                </c:pt>
                <c:pt idx="542">
                  <c:v>1</c:v>
                </c:pt>
                <c:pt idx="543">
                  <c:v>3</c:v>
                </c:pt>
                <c:pt idx="544">
                  <c:v>5</c:v>
                </c:pt>
                <c:pt idx="545">
                  <c:v>5</c:v>
                </c:pt>
                <c:pt idx="546">
                  <c:v>2</c:v>
                </c:pt>
                <c:pt idx="547">
                  <c:v>4</c:v>
                </c:pt>
                <c:pt idx="548">
                  <c:v>4</c:v>
                </c:pt>
                <c:pt idx="549">
                  <c:v>3</c:v>
                </c:pt>
                <c:pt idx="550">
                  <c:v>3</c:v>
                </c:pt>
                <c:pt idx="551">
                  <c:v>4</c:v>
                </c:pt>
                <c:pt idx="552">
                  <c:v>6</c:v>
                </c:pt>
                <c:pt idx="553">
                  <c:v>3</c:v>
                </c:pt>
                <c:pt idx="554">
                  <c:v>2</c:v>
                </c:pt>
                <c:pt idx="555">
                  <c:v>6</c:v>
                </c:pt>
                <c:pt idx="556">
                  <c:v>4</c:v>
                </c:pt>
                <c:pt idx="557">
                  <c:v>2</c:v>
                </c:pt>
                <c:pt idx="558">
                  <c:v>4</c:v>
                </c:pt>
                <c:pt idx="559">
                  <c:v>4</c:v>
                </c:pt>
                <c:pt idx="560">
                  <c:v>3</c:v>
                </c:pt>
                <c:pt idx="561">
                  <c:v>4</c:v>
                </c:pt>
                <c:pt idx="562">
                  <c:v>3</c:v>
                </c:pt>
                <c:pt idx="563">
                  <c:v>3</c:v>
                </c:pt>
                <c:pt idx="564">
                  <c:v>3</c:v>
                </c:pt>
                <c:pt idx="565">
                  <c:v>2</c:v>
                </c:pt>
                <c:pt idx="566">
                  <c:v>3</c:v>
                </c:pt>
                <c:pt idx="567">
                  <c:v>3</c:v>
                </c:pt>
                <c:pt idx="568">
                  <c:v>4</c:v>
                </c:pt>
                <c:pt idx="569">
                  <c:v>5</c:v>
                </c:pt>
                <c:pt idx="570">
                  <c:v>3</c:v>
                </c:pt>
                <c:pt idx="571">
                  <c:v>2</c:v>
                </c:pt>
                <c:pt idx="572">
                  <c:v>3</c:v>
                </c:pt>
                <c:pt idx="573">
                  <c:v>3</c:v>
                </c:pt>
                <c:pt idx="574">
                  <c:v>3</c:v>
                </c:pt>
                <c:pt idx="575">
                  <c:v>4</c:v>
                </c:pt>
                <c:pt idx="576">
                  <c:v>6</c:v>
                </c:pt>
                <c:pt idx="577">
                  <c:v>4</c:v>
                </c:pt>
                <c:pt idx="578">
                  <c:v>4</c:v>
                </c:pt>
                <c:pt idx="579">
                  <c:v>2</c:v>
                </c:pt>
                <c:pt idx="580">
                  <c:v>4</c:v>
                </c:pt>
                <c:pt idx="581">
                  <c:v>5</c:v>
                </c:pt>
                <c:pt idx="582">
                  <c:v>3</c:v>
                </c:pt>
                <c:pt idx="583">
                  <c:v>3</c:v>
                </c:pt>
                <c:pt idx="584">
                  <c:v>4</c:v>
                </c:pt>
                <c:pt idx="585">
                  <c:v>4</c:v>
                </c:pt>
                <c:pt idx="586">
                  <c:v>3</c:v>
                </c:pt>
                <c:pt idx="587">
                  <c:v>3</c:v>
                </c:pt>
                <c:pt idx="588">
                  <c:v>4</c:v>
                </c:pt>
                <c:pt idx="589">
                  <c:v>4</c:v>
                </c:pt>
                <c:pt idx="590">
                  <c:v>4</c:v>
                </c:pt>
                <c:pt idx="591">
                  <c:v>7</c:v>
                </c:pt>
                <c:pt idx="592">
                  <c:v>5</c:v>
                </c:pt>
                <c:pt idx="593">
                  <c:v>5</c:v>
                </c:pt>
                <c:pt idx="594">
                  <c:v>5</c:v>
                </c:pt>
                <c:pt idx="595">
                  <c:v>5</c:v>
                </c:pt>
                <c:pt idx="596">
                  <c:v>5</c:v>
                </c:pt>
                <c:pt idx="597">
                  <c:v>6</c:v>
                </c:pt>
                <c:pt idx="598">
                  <c:v>5</c:v>
                </c:pt>
                <c:pt idx="599">
                  <c:v>5</c:v>
                </c:pt>
                <c:pt idx="600">
                  <c:v>5</c:v>
                </c:pt>
                <c:pt idx="601">
                  <c:v>5</c:v>
                </c:pt>
                <c:pt idx="602">
                  <c:v>5</c:v>
                </c:pt>
                <c:pt idx="603">
                  <c:v>5</c:v>
                </c:pt>
                <c:pt idx="604">
                  <c:v>5</c:v>
                </c:pt>
                <c:pt idx="605">
                  <c:v>5</c:v>
                </c:pt>
                <c:pt idx="606">
                  <c:v>5</c:v>
                </c:pt>
                <c:pt idx="607">
                  <c:v>5</c:v>
                </c:pt>
                <c:pt idx="608">
                  <c:v>5</c:v>
                </c:pt>
                <c:pt idx="609">
                  <c:v>5</c:v>
                </c:pt>
                <c:pt idx="610">
                  <c:v>5</c:v>
                </c:pt>
                <c:pt idx="611">
                  <c:v>5</c:v>
                </c:pt>
                <c:pt idx="612">
                  <c:v>5</c:v>
                </c:pt>
                <c:pt idx="613">
                  <c:v>2</c:v>
                </c:pt>
                <c:pt idx="614">
                  <c:v>5</c:v>
                </c:pt>
                <c:pt idx="615">
                  <c:v>5</c:v>
                </c:pt>
                <c:pt idx="616">
                  <c:v>5</c:v>
                </c:pt>
                <c:pt idx="617">
                  <c:v>7</c:v>
                </c:pt>
                <c:pt idx="618">
                  <c:v>5</c:v>
                </c:pt>
                <c:pt idx="619">
                  <c:v>5</c:v>
                </c:pt>
                <c:pt idx="620">
                  <c:v>5</c:v>
                </c:pt>
                <c:pt idx="621">
                  <c:v>5</c:v>
                </c:pt>
                <c:pt idx="622">
                  <c:v>5</c:v>
                </c:pt>
                <c:pt idx="623">
                  <c:v>5</c:v>
                </c:pt>
                <c:pt idx="624">
                  <c:v>5</c:v>
                </c:pt>
                <c:pt idx="625">
                  <c:v>5</c:v>
                </c:pt>
                <c:pt idx="626">
                  <c:v>6</c:v>
                </c:pt>
                <c:pt idx="627">
                  <c:v>3</c:v>
                </c:pt>
                <c:pt idx="628">
                  <c:v>5</c:v>
                </c:pt>
                <c:pt idx="629">
                  <c:v>5</c:v>
                </c:pt>
                <c:pt idx="630">
                  <c:v>5</c:v>
                </c:pt>
                <c:pt idx="631">
                  <c:v>5</c:v>
                </c:pt>
                <c:pt idx="632">
                  <c:v>5</c:v>
                </c:pt>
                <c:pt idx="633">
                  <c:v>5</c:v>
                </c:pt>
                <c:pt idx="634">
                  <c:v>3</c:v>
                </c:pt>
                <c:pt idx="635">
                  <c:v>5</c:v>
                </c:pt>
                <c:pt idx="636">
                  <c:v>5</c:v>
                </c:pt>
                <c:pt idx="637">
                  <c:v>6</c:v>
                </c:pt>
                <c:pt idx="638">
                  <c:v>5</c:v>
                </c:pt>
                <c:pt idx="639">
                  <c:v>5</c:v>
                </c:pt>
                <c:pt idx="640">
                  <c:v>5</c:v>
                </c:pt>
                <c:pt idx="641">
                  <c:v>5</c:v>
                </c:pt>
                <c:pt idx="642">
                  <c:v>5</c:v>
                </c:pt>
                <c:pt idx="643">
                  <c:v>5</c:v>
                </c:pt>
                <c:pt idx="644">
                  <c:v>7</c:v>
                </c:pt>
                <c:pt idx="645">
                  <c:v>5</c:v>
                </c:pt>
                <c:pt idx="646">
                  <c:v>5</c:v>
                </c:pt>
                <c:pt idx="647">
                  <c:v>5</c:v>
                </c:pt>
                <c:pt idx="648">
                  <c:v>6</c:v>
                </c:pt>
                <c:pt idx="649">
                  <c:v>5</c:v>
                </c:pt>
                <c:pt idx="650">
                  <c:v>4</c:v>
                </c:pt>
                <c:pt idx="651">
                  <c:v>5</c:v>
                </c:pt>
                <c:pt idx="652">
                  <c:v>5</c:v>
                </c:pt>
                <c:pt idx="653">
                  <c:v>2</c:v>
                </c:pt>
                <c:pt idx="654">
                  <c:v>5</c:v>
                </c:pt>
                <c:pt idx="655">
                  <c:v>2</c:v>
                </c:pt>
                <c:pt idx="656">
                  <c:v>5</c:v>
                </c:pt>
                <c:pt idx="657">
                  <c:v>5</c:v>
                </c:pt>
                <c:pt idx="658">
                  <c:v>5</c:v>
                </c:pt>
                <c:pt idx="659">
                  <c:v>5</c:v>
                </c:pt>
                <c:pt idx="660">
                  <c:v>5</c:v>
                </c:pt>
                <c:pt idx="661">
                  <c:v>5</c:v>
                </c:pt>
                <c:pt idx="662">
                  <c:v>5</c:v>
                </c:pt>
                <c:pt idx="663">
                  <c:v>3</c:v>
                </c:pt>
                <c:pt idx="664">
                  <c:v>4</c:v>
                </c:pt>
                <c:pt idx="665">
                  <c:v>5</c:v>
                </c:pt>
                <c:pt idx="666">
                  <c:v>5</c:v>
                </c:pt>
                <c:pt idx="667">
                  <c:v>5</c:v>
                </c:pt>
                <c:pt idx="668">
                  <c:v>5</c:v>
                </c:pt>
                <c:pt idx="669">
                  <c:v>5</c:v>
                </c:pt>
                <c:pt idx="670">
                  <c:v>5</c:v>
                </c:pt>
                <c:pt idx="671">
                  <c:v>5</c:v>
                </c:pt>
                <c:pt idx="672">
                  <c:v>5</c:v>
                </c:pt>
                <c:pt idx="673">
                  <c:v>7</c:v>
                </c:pt>
                <c:pt idx="674">
                  <c:v>5</c:v>
                </c:pt>
                <c:pt idx="675">
                  <c:v>6</c:v>
                </c:pt>
                <c:pt idx="676">
                  <c:v>5</c:v>
                </c:pt>
                <c:pt idx="677">
                  <c:v>5</c:v>
                </c:pt>
                <c:pt idx="678">
                  <c:v>5</c:v>
                </c:pt>
                <c:pt idx="679">
                  <c:v>5</c:v>
                </c:pt>
                <c:pt idx="680">
                  <c:v>6</c:v>
                </c:pt>
                <c:pt idx="681">
                  <c:v>5</c:v>
                </c:pt>
                <c:pt idx="682">
                  <c:v>5</c:v>
                </c:pt>
                <c:pt idx="683">
                  <c:v>5</c:v>
                </c:pt>
                <c:pt idx="684">
                  <c:v>5</c:v>
                </c:pt>
                <c:pt idx="685">
                  <c:v>5</c:v>
                </c:pt>
                <c:pt idx="686">
                  <c:v>5</c:v>
                </c:pt>
                <c:pt idx="687">
                  <c:v>4</c:v>
                </c:pt>
                <c:pt idx="688">
                  <c:v>5</c:v>
                </c:pt>
                <c:pt idx="689">
                  <c:v>5</c:v>
                </c:pt>
                <c:pt idx="690">
                  <c:v>5</c:v>
                </c:pt>
                <c:pt idx="691">
                  <c:v>5</c:v>
                </c:pt>
                <c:pt idx="692">
                  <c:v>5</c:v>
                </c:pt>
                <c:pt idx="693">
                  <c:v>4</c:v>
                </c:pt>
                <c:pt idx="694">
                  <c:v>4</c:v>
                </c:pt>
                <c:pt idx="695">
                  <c:v>4</c:v>
                </c:pt>
                <c:pt idx="696">
                  <c:v>8</c:v>
                </c:pt>
                <c:pt idx="697">
                  <c:v>2</c:v>
                </c:pt>
                <c:pt idx="698">
                  <c:v>6</c:v>
                </c:pt>
                <c:pt idx="699">
                  <c:v>5</c:v>
                </c:pt>
                <c:pt idx="700">
                  <c:v>6</c:v>
                </c:pt>
                <c:pt idx="701">
                  <c:v>4</c:v>
                </c:pt>
                <c:pt idx="702">
                  <c:v>5</c:v>
                </c:pt>
                <c:pt idx="703">
                  <c:v>4</c:v>
                </c:pt>
                <c:pt idx="704">
                  <c:v>8</c:v>
                </c:pt>
                <c:pt idx="705">
                  <c:v>5</c:v>
                </c:pt>
                <c:pt idx="706">
                  <c:v>6</c:v>
                </c:pt>
                <c:pt idx="707">
                  <c:v>6</c:v>
                </c:pt>
                <c:pt idx="708">
                  <c:v>5</c:v>
                </c:pt>
                <c:pt idx="709">
                  <c:v>4</c:v>
                </c:pt>
                <c:pt idx="710">
                  <c:v>6</c:v>
                </c:pt>
                <c:pt idx="711">
                  <c:v>4</c:v>
                </c:pt>
                <c:pt idx="712">
                  <c:v>6</c:v>
                </c:pt>
                <c:pt idx="713">
                  <c:v>4</c:v>
                </c:pt>
                <c:pt idx="714">
                  <c:v>4</c:v>
                </c:pt>
                <c:pt idx="715">
                  <c:v>4</c:v>
                </c:pt>
                <c:pt idx="716">
                  <c:v>4</c:v>
                </c:pt>
                <c:pt idx="717">
                  <c:v>1</c:v>
                </c:pt>
                <c:pt idx="718">
                  <c:v>6</c:v>
                </c:pt>
                <c:pt idx="719">
                  <c:v>3</c:v>
                </c:pt>
                <c:pt idx="720">
                  <c:v>4</c:v>
                </c:pt>
                <c:pt idx="721">
                  <c:v>5</c:v>
                </c:pt>
                <c:pt idx="722">
                  <c:v>4</c:v>
                </c:pt>
                <c:pt idx="723">
                  <c:v>6</c:v>
                </c:pt>
                <c:pt idx="724">
                  <c:v>1</c:v>
                </c:pt>
                <c:pt idx="725">
                  <c:v>10</c:v>
                </c:pt>
                <c:pt idx="726">
                  <c:v>4</c:v>
                </c:pt>
                <c:pt idx="727">
                  <c:v>4</c:v>
                </c:pt>
                <c:pt idx="728">
                  <c:v>9</c:v>
                </c:pt>
                <c:pt idx="729">
                  <c:v>6</c:v>
                </c:pt>
                <c:pt idx="730">
                  <c:v>5</c:v>
                </c:pt>
                <c:pt idx="731">
                  <c:v>3</c:v>
                </c:pt>
                <c:pt idx="732">
                  <c:v>4</c:v>
                </c:pt>
                <c:pt idx="733">
                  <c:v>20</c:v>
                </c:pt>
                <c:pt idx="734">
                  <c:v>10</c:v>
                </c:pt>
                <c:pt idx="735">
                  <c:v>10</c:v>
                </c:pt>
                <c:pt idx="736">
                  <c:v>12</c:v>
                </c:pt>
                <c:pt idx="737">
                  <c:v>4</c:v>
                </c:pt>
                <c:pt idx="738">
                  <c:v>36</c:v>
                </c:pt>
                <c:pt idx="739">
                  <c:v>30</c:v>
                </c:pt>
                <c:pt idx="740">
                  <c:v>12</c:v>
                </c:pt>
                <c:pt idx="741">
                  <c:v>3</c:v>
                </c:pt>
                <c:pt idx="742">
                  <c:v>13</c:v>
                </c:pt>
                <c:pt idx="743">
                  <c:v>1</c:v>
                </c:pt>
                <c:pt idx="744">
                  <c:v>1</c:v>
                </c:pt>
                <c:pt idx="745">
                  <c:v>2</c:v>
                </c:pt>
                <c:pt idx="746">
                  <c:v>1</c:v>
                </c:pt>
                <c:pt idx="747">
                  <c:v>1</c:v>
                </c:pt>
                <c:pt idx="748">
                  <c:v>1</c:v>
                </c:pt>
                <c:pt idx="749">
                  <c:v>1</c:v>
                </c:pt>
                <c:pt idx="750">
                  <c:v>1</c:v>
                </c:pt>
                <c:pt idx="751">
                  <c:v>1</c:v>
                </c:pt>
                <c:pt idx="752">
                  <c:v>1</c:v>
                </c:pt>
                <c:pt idx="753">
                  <c:v>2</c:v>
                </c:pt>
                <c:pt idx="754">
                  <c:v>1</c:v>
                </c:pt>
                <c:pt idx="755">
                  <c:v>1</c:v>
                </c:pt>
                <c:pt idx="756">
                  <c:v>2</c:v>
                </c:pt>
                <c:pt idx="757">
                  <c:v>2</c:v>
                </c:pt>
                <c:pt idx="758">
                  <c:v>1</c:v>
                </c:pt>
                <c:pt idx="759">
                  <c:v>1</c:v>
                </c:pt>
                <c:pt idx="760">
                  <c:v>1</c:v>
                </c:pt>
                <c:pt idx="761">
                  <c:v>1</c:v>
                </c:pt>
                <c:pt idx="762">
                  <c:v>1</c:v>
                </c:pt>
                <c:pt idx="763">
                  <c:v>1</c:v>
                </c:pt>
                <c:pt idx="764">
                  <c:v>1</c:v>
                </c:pt>
                <c:pt idx="765">
                  <c:v>1</c:v>
                </c:pt>
                <c:pt idx="766">
                  <c:v>1</c:v>
                </c:pt>
                <c:pt idx="767">
                  <c:v>1</c:v>
                </c:pt>
                <c:pt idx="768">
                  <c:v>1</c:v>
                </c:pt>
                <c:pt idx="769">
                  <c:v>1</c:v>
                </c:pt>
                <c:pt idx="770">
                  <c:v>1</c:v>
                </c:pt>
                <c:pt idx="771">
                  <c:v>1</c:v>
                </c:pt>
                <c:pt idx="772">
                  <c:v>1</c:v>
                </c:pt>
                <c:pt idx="773">
                  <c:v>1</c:v>
                </c:pt>
                <c:pt idx="774">
                  <c:v>1</c:v>
                </c:pt>
                <c:pt idx="775">
                  <c:v>1</c:v>
                </c:pt>
                <c:pt idx="776">
                  <c:v>1</c:v>
                </c:pt>
                <c:pt idx="777">
                  <c:v>1</c:v>
                </c:pt>
                <c:pt idx="778">
                  <c:v>1</c:v>
                </c:pt>
                <c:pt idx="779">
                  <c:v>1</c:v>
                </c:pt>
                <c:pt idx="780">
                  <c:v>1</c:v>
                </c:pt>
                <c:pt idx="781">
                  <c:v>1</c:v>
                </c:pt>
                <c:pt idx="782">
                  <c:v>1</c:v>
                </c:pt>
                <c:pt idx="783">
                  <c:v>1</c:v>
                </c:pt>
                <c:pt idx="784">
                  <c:v>1</c:v>
                </c:pt>
                <c:pt idx="785">
                  <c:v>1</c:v>
                </c:pt>
                <c:pt idx="786">
                  <c:v>1</c:v>
                </c:pt>
                <c:pt idx="787">
                  <c:v>1</c:v>
                </c:pt>
                <c:pt idx="788">
                  <c:v>1</c:v>
                </c:pt>
                <c:pt idx="789">
                  <c:v>1</c:v>
                </c:pt>
                <c:pt idx="790">
                  <c:v>1</c:v>
                </c:pt>
                <c:pt idx="791">
                  <c:v>1</c:v>
                </c:pt>
                <c:pt idx="792">
                  <c:v>1</c:v>
                </c:pt>
                <c:pt idx="793">
                  <c:v>1</c:v>
                </c:pt>
                <c:pt idx="794">
                  <c:v>1</c:v>
                </c:pt>
                <c:pt idx="795">
                  <c:v>1</c:v>
                </c:pt>
                <c:pt idx="796">
                  <c:v>1</c:v>
                </c:pt>
                <c:pt idx="797">
                  <c:v>1</c:v>
                </c:pt>
                <c:pt idx="798">
                  <c:v>1</c:v>
                </c:pt>
                <c:pt idx="799">
                  <c:v>1</c:v>
                </c:pt>
                <c:pt idx="800">
                  <c:v>1</c:v>
                </c:pt>
                <c:pt idx="801">
                  <c:v>1</c:v>
                </c:pt>
                <c:pt idx="802">
                  <c:v>1</c:v>
                </c:pt>
                <c:pt idx="803">
                  <c:v>1</c:v>
                </c:pt>
                <c:pt idx="804">
                  <c:v>1</c:v>
                </c:pt>
                <c:pt idx="805">
                  <c:v>1</c:v>
                </c:pt>
                <c:pt idx="806">
                  <c:v>1</c:v>
                </c:pt>
                <c:pt idx="807">
                  <c:v>1</c:v>
                </c:pt>
                <c:pt idx="808">
                  <c:v>1</c:v>
                </c:pt>
                <c:pt idx="809">
                  <c:v>1</c:v>
                </c:pt>
                <c:pt idx="810">
                  <c:v>1</c:v>
                </c:pt>
                <c:pt idx="811">
                  <c:v>1</c:v>
                </c:pt>
                <c:pt idx="812">
                  <c:v>1</c:v>
                </c:pt>
                <c:pt idx="813">
                  <c:v>1</c:v>
                </c:pt>
                <c:pt idx="814">
                  <c:v>1</c:v>
                </c:pt>
                <c:pt idx="815">
                  <c:v>1</c:v>
                </c:pt>
                <c:pt idx="816">
                  <c:v>1</c:v>
                </c:pt>
                <c:pt idx="817">
                  <c:v>1</c:v>
                </c:pt>
                <c:pt idx="818">
                  <c:v>1</c:v>
                </c:pt>
                <c:pt idx="819">
                  <c:v>1</c:v>
                </c:pt>
                <c:pt idx="820">
                  <c:v>1</c:v>
                </c:pt>
                <c:pt idx="821">
                  <c:v>2</c:v>
                </c:pt>
                <c:pt idx="822">
                  <c:v>1</c:v>
                </c:pt>
                <c:pt idx="823">
                  <c:v>2</c:v>
                </c:pt>
                <c:pt idx="824">
                  <c:v>2</c:v>
                </c:pt>
                <c:pt idx="825">
                  <c:v>2</c:v>
                </c:pt>
                <c:pt idx="826">
                  <c:v>1</c:v>
                </c:pt>
                <c:pt idx="827">
                  <c:v>1</c:v>
                </c:pt>
                <c:pt idx="828">
                  <c:v>2</c:v>
                </c:pt>
                <c:pt idx="829">
                  <c:v>1</c:v>
                </c:pt>
                <c:pt idx="830">
                  <c:v>1</c:v>
                </c:pt>
                <c:pt idx="831">
                  <c:v>1</c:v>
                </c:pt>
                <c:pt idx="832">
                  <c:v>2</c:v>
                </c:pt>
                <c:pt idx="833">
                  <c:v>2</c:v>
                </c:pt>
                <c:pt idx="834">
                  <c:v>1</c:v>
                </c:pt>
                <c:pt idx="835">
                  <c:v>1</c:v>
                </c:pt>
                <c:pt idx="836">
                  <c:v>2</c:v>
                </c:pt>
                <c:pt idx="837">
                  <c:v>1</c:v>
                </c:pt>
                <c:pt idx="838">
                  <c:v>1</c:v>
                </c:pt>
                <c:pt idx="839">
                  <c:v>1</c:v>
                </c:pt>
                <c:pt idx="840">
                  <c:v>1</c:v>
                </c:pt>
                <c:pt idx="841">
                  <c:v>1</c:v>
                </c:pt>
                <c:pt idx="842">
                  <c:v>1</c:v>
                </c:pt>
                <c:pt idx="843">
                  <c:v>1</c:v>
                </c:pt>
                <c:pt idx="844">
                  <c:v>1</c:v>
                </c:pt>
                <c:pt idx="845">
                  <c:v>1</c:v>
                </c:pt>
                <c:pt idx="846">
                  <c:v>1</c:v>
                </c:pt>
                <c:pt idx="847">
                  <c:v>1</c:v>
                </c:pt>
                <c:pt idx="848">
                  <c:v>2</c:v>
                </c:pt>
                <c:pt idx="849">
                  <c:v>1</c:v>
                </c:pt>
                <c:pt idx="850">
                  <c:v>2</c:v>
                </c:pt>
                <c:pt idx="851">
                  <c:v>2</c:v>
                </c:pt>
                <c:pt idx="852">
                  <c:v>1</c:v>
                </c:pt>
                <c:pt idx="853">
                  <c:v>1</c:v>
                </c:pt>
                <c:pt idx="854">
                  <c:v>1</c:v>
                </c:pt>
                <c:pt idx="855">
                  <c:v>1</c:v>
                </c:pt>
                <c:pt idx="856">
                  <c:v>1</c:v>
                </c:pt>
                <c:pt idx="857">
                  <c:v>1</c:v>
                </c:pt>
                <c:pt idx="858">
                  <c:v>1</c:v>
                </c:pt>
                <c:pt idx="859">
                  <c:v>1</c:v>
                </c:pt>
                <c:pt idx="860">
                  <c:v>2</c:v>
                </c:pt>
                <c:pt idx="861">
                  <c:v>1</c:v>
                </c:pt>
                <c:pt idx="862">
                  <c:v>2</c:v>
                </c:pt>
                <c:pt idx="863">
                  <c:v>1</c:v>
                </c:pt>
                <c:pt idx="864">
                  <c:v>2</c:v>
                </c:pt>
                <c:pt idx="865">
                  <c:v>1</c:v>
                </c:pt>
                <c:pt idx="866">
                  <c:v>2</c:v>
                </c:pt>
                <c:pt idx="867">
                  <c:v>1</c:v>
                </c:pt>
                <c:pt idx="868">
                  <c:v>1</c:v>
                </c:pt>
                <c:pt idx="869">
                  <c:v>1</c:v>
                </c:pt>
                <c:pt idx="870">
                  <c:v>1</c:v>
                </c:pt>
                <c:pt idx="871">
                  <c:v>1</c:v>
                </c:pt>
                <c:pt idx="872">
                  <c:v>1</c:v>
                </c:pt>
                <c:pt idx="873">
                  <c:v>1</c:v>
                </c:pt>
                <c:pt idx="874">
                  <c:v>2</c:v>
                </c:pt>
                <c:pt idx="875">
                  <c:v>1</c:v>
                </c:pt>
                <c:pt idx="876">
                  <c:v>1</c:v>
                </c:pt>
                <c:pt idx="877">
                  <c:v>1</c:v>
                </c:pt>
                <c:pt idx="878">
                  <c:v>1</c:v>
                </c:pt>
                <c:pt idx="879">
                  <c:v>1</c:v>
                </c:pt>
                <c:pt idx="880">
                  <c:v>1</c:v>
                </c:pt>
                <c:pt idx="881">
                  <c:v>1</c:v>
                </c:pt>
                <c:pt idx="882">
                  <c:v>1</c:v>
                </c:pt>
                <c:pt idx="883">
                  <c:v>1</c:v>
                </c:pt>
                <c:pt idx="884">
                  <c:v>1</c:v>
                </c:pt>
                <c:pt idx="885">
                  <c:v>1</c:v>
                </c:pt>
                <c:pt idx="886">
                  <c:v>1</c:v>
                </c:pt>
                <c:pt idx="887">
                  <c:v>1</c:v>
                </c:pt>
                <c:pt idx="888">
                  <c:v>1</c:v>
                </c:pt>
                <c:pt idx="889">
                  <c:v>1</c:v>
                </c:pt>
                <c:pt idx="890">
                  <c:v>1</c:v>
                </c:pt>
                <c:pt idx="891">
                  <c:v>1</c:v>
                </c:pt>
                <c:pt idx="892">
                  <c:v>1</c:v>
                </c:pt>
                <c:pt idx="893">
                  <c:v>1</c:v>
                </c:pt>
                <c:pt idx="894">
                  <c:v>1</c:v>
                </c:pt>
                <c:pt idx="895">
                  <c:v>1</c:v>
                </c:pt>
                <c:pt idx="896">
                  <c:v>1</c:v>
                </c:pt>
                <c:pt idx="897">
                  <c:v>1</c:v>
                </c:pt>
                <c:pt idx="898">
                  <c:v>1</c:v>
                </c:pt>
                <c:pt idx="899">
                  <c:v>1</c:v>
                </c:pt>
                <c:pt idx="900">
                  <c:v>1</c:v>
                </c:pt>
                <c:pt idx="901">
                  <c:v>1</c:v>
                </c:pt>
                <c:pt idx="902">
                  <c:v>1</c:v>
                </c:pt>
                <c:pt idx="903">
                  <c:v>1</c:v>
                </c:pt>
                <c:pt idx="904">
                  <c:v>1</c:v>
                </c:pt>
                <c:pt idx="905">
                  <c:v>1</c:v>
                </c:pt>
                <c:pt idx="906">
                  <c:v>1</c:v>
                </c:pt>
                <c:pt idx="907">
                  <c:v>1</c:v>
                </c:pt>
                <c:pt idx="908">
                  <c:v>1</c:v>
                </c:pt>
                <c:pt idx="909">
                  <c:v>1</c:v>
                </c:pt>
                <c:pt idx="910">
                  <c:v>1</c:v>
                </c:pt>
                <c:pt idx="911">
                  <c:v>1</c:v>
                </c:pt>
                <c:pt idx="912">
                  <c:v>1</c:v>
                </c:pt>
                <c:pt idx="913">
                  <c:v>1</c:v>
                </c:pt>
                <c:pt idx="914">
                  <c:v>1</c:v>
                </c:pt>
                <c:pt idx="915">
                  <c:v>1</c:v>
                </c:pt>
                <c:pt idx="916">
                  <c:v>1</c:v>
                </c:pt>
                <c:pt idx="917">
                  <c:v>4</c:v>
                </c:pt>
                <c:pt idx="918">
                  <c:v>3</c:v>
                </c:pt>
                <c:pt idx="919">
                  <c:v>4</c:v>
                </c:pt>
                <c:pt idx="920">
                  <c:v>4</c:v>
                </c:pt>
                <c:pt idx="921">
                  <c:v>4</c:v>
                </c:pt>
                <c:pt idx="922">
                  <c:v>4</c:v>
                </c:pt>
                <c:pt idx="923">
                  <c:v>3</c:v>
                </c:pt>
                <c:pt idx="924">
                  <c:v>3</c:v>
                </c:pt>
                <c:pt idx="925">
                  <c:v>2</c:v>
                </c:pt>
                <c:pt idx="926">
                  <c:v>6</c:v>
                </c:pt>
                <c:pt idx="927">
                  <c:v>3</c:v>
                </c:pt>
                <c:pt idx="928">
                  <c:v>3</c:v>
                </c:pt>
                <c:pt idx="929">
                  <c:v>3</c:v>
                </c:pt>
                <c:pt idx="930">
                  <c:v>3</c:v>
                </c:pt>
                <c:pt idx="931">
                  <c:v>3</c:v>
                </c:pt>
                <c:pt idx="932">
                  <c:v>30</c:v>
                </c:pt>
                <c:pt idx="933">
                  <c:v>3</c:v>
                </c:pt>
                <c:pt idx="934">
                  <c:v>3</c:v>
                </c:pt>
                <c:pt idx="935">
                  <c:v>11</c:v>
                </c:pt>
                <c:pt idx="936">
                  <c:v>2</c:v>
                </c:pt>
                <c:pt idx="937">
                  <c:v>3</c:v>
                </c:pt>
                <c:pt idx="938">
                  <c:v>2</c:v>
                </c:pt>
                <c:pt idx="939">
                  <c:v>4</c:v>
                </c:pt>
                <c:pt idx="940">
                  <c:v>7</c:v>
                </c:pt>
                <c:pt idx="941">
                  <c:v>4</c:v>
                </c:pt>
                <c:pt idx="942">
                  <c:v>7</c:v>
                </c:pt>
                <c:pt idx="943">
                  <c:v>3</c:v>
                </c:pt>
                <c:pt idx="944">
                  <c:v>4</c:v>
                </c:pt>
                <c:pt idx="945">
                  <c:v>3</c:v>
                </c:pt>
                <c:pt idx="946">
                  <c:v>3</c:v>
                </c:pt>
                <c:pt idx="947">
                  <c:v>4</c:v>
                </c:pt>
                <c:pt idx="948">
                  <c:v>3</c:v>
                </c:pt>
                <c:pt idx="949">
                  <c:v>30</c:v>
                </c:pt>
                <c:pt idx="950">
                  <c:v>20</c:v>
                </c:pt>
                <c:pt idx="951">
                  <c:v>20</c:v>
                </c:pt>
                <c:pt idx="952">
                  <c:v>20</c:v>
                </c:pt>
                <c:pt idx="953">
                  <c:v>30</c:v>
                </c:pt>
                <c:pt idx="954">
                  <c:v>20</c:v>
                </c:pt>
                <c:pt idx="955">
                  <c:v>1</c:v>
                </c:pt>
                <c:pt idx="956">
                  <c:v>3</c:v>
                </c:pt>
                <c:pt idx="957">
                  <c:v>3</c:v>
                </c:pt>
                <c:pt idx="958">
                  <c:v>2</c:v>
                </c:pt>
                <c:pt idx="959">
                  <c:v>2</c:v>
                </c:pt>
                <c:pt idx="960">
                  <c:v>2</c:v>
                </c:pt>
                <c:pt idx="961">
                  <c:v>1</c:v>
                </c:pt>
                <c:pt idx="962">
                  <c:v>1</c:v>
                </c:pt>
                <c:pt idx="963">
                  <c:v>1</c:v>
                </c:pt>
                <c:pt idx="964">
                  <c:v>2</c:v>
                </c:pt>
                <c:pt idx="965">
                  <c:v>2</c:v>
                </c:pt>
                <c:pt idx="966">
                  <c:v>1</c:v>
                </c:pt>
                <c:pt idx="967">
                  <c:v>2</c:v>
                </c:pt>
                <c:pt idx="968">
                  <c:v>1</c:v>
                </c:pt>
                <c:pt idx="969">
                  <c:v>2</c:v>
                </c:pt>
                <c:pt idx="970">
                  <c:v>2</c:v>
                </c:pt>
                <c:pt idx="971">
                  <c:v>5</c:v>
                </c:pt>
                <c:pt idx="972">
                  <c:v>2</c:v>
                </c:pt>
                <c:pt idx="973">
                  <c:v>2</c:v>
                </c:pt>
                <c:pt idx="974">
                  <c:v>2</c:v>
                </c:pt>
                <c:pt idx="975">
                  <c:v>2</c:v>
                </c:pt>
                <c:pt idx="976">
                  <c:v>2</c:v>
                </c:pt>
                <c:pt idx="977">
                  <c:v>3</c:v>
                </c:pt>
                <c:pt idx="978">
                  <c:v>2</c:v>
                </c:pt>
                <c:pt idx="979">
                  <c:v>2</c:v>
                </c:pt>
                <c:pt idx="980">
                  <c:v>1</c:v>
                </c:pt>
                <c:pt idx="981">
                  <c:v>2</c:v>
                </c:pt>
                <c:pt idx="982">
                  <c:v>2</c:v>
                </c:pt>
                <c:pt idx="983">
                  <c:v>3</c:v>
                </c:pt>
                <c:pt idx="984">
                  <c:v>2</c:v>
                </c:pt>
                <c:pt idx="985">
                  <c:v>3</c:v>
                </c:pt>
                <c:pt idx="986">
                  <c:v>2</c:v>
                </c:pt>
                <c:pt idx="987">
                  <c:v>2</c:v>
                </c:pt>
                <c:pt idx="988">
                  <c:v>1</c:v>
                </c:pt>
                <c:pt idx="989">
                  <c:v>4</c:v>
                </c:pt>
                <c:pt idx="990">
                  <c:v>2</c:v>
                </c:pt>
                <c:pt idx="991">
                  <c:v>3</c:v>
                </c:pt>
                <c:pt idx="992">
                  <c:v>1</c:v>
                </c:pt>
                <c:pt idx="993">
                  <c:v>3</c:v>
                </c:pt>
                <c:pt idx="994">
                  <c:v>1</c:v>
                </c:pt>
                <c:pt idx="995">
                  <c:v>2</c:v>
                </c:pt>
                <c:pt idx="996">
                  <c:v>3</c:v>
                </c:pt>
                <c:pt idx="997">
                  <c:v>2</c:v>
                </c:pt>
                <c:pt idx="998">
                  <c:v>2</c:v>
                </c:pt>
                <c:pt idx="999">
                  <c:v>4</c:v>
                </c:pt>
                <c:pt idx="1000">
                  <c:v>2</c:v>
                </c:pt>
                <c:pt idx="1001">
                  <c:v>2</c:v>
                </c:pt>
                <c:pt idx="1002">
                  <c:v>4</c:v>
                </c:pt>
                <c:pt idx="1003">
                  <c:v>3</c:v>
                </c:pt>
                <c:pt idx="1004">
                  <c:v>2</c:v>
                </c:pt>
                <c:pt idx="1005">
                  <c:v>1</c:v>
                </c:pt>
                <c:pt idx="1006">
                  <c:v>2</c:v>
                </c:pt>
                <c:pt idx="1007">
                  <c:v>3</c:v>
                </c:pt>
                <c:pt idx="1008">
                  <c:v>4</c:v>
                </c:pt>
                <c:pt idx="1009">
                  <c:v>3</c:v>
                </c:pt>
                <c:pt idx="1010">
                  <c:v>4</c:v>
                </c:pt>
                <c:pt idx="1011">
                  <c:v>9</c:v>
                </c:pt>
                <c:pt idx="1012">
                  <c:v>2</c:v>
                </c:pt>
                <c:pt idx="1013">
                  <c:v>4</c:v>
                </c:pt>
                <c:pt idx="1014">
                  <c:v>3</c:v>
                </c:pt>
                <c:pt idx="1015">
                  <c:v>4</c:v>
                </c:pt>
                <c:pt idx="1016">
                  <c:v>3</c:v>
                </c:pt>
                <c:pt idx="1017">
                  <c:v>4</c:v>
                </c:pt>
                <c:pt idx="1018">
                  <c:v>3</c:v>
                </c:pt>
                <c:pt idx="1019">
                  <c:v>3</c:v>
                </c:pt>
                <c:pt idx="1020">
                  <c:v>4</c:v>
                </c:pt>
                <c:pt idx="1021">
                  <c:v>2</c:v>
                </c:pt>
                <c:pt idx="1022">
                  <c:v>4</c:v>
                </c:pt>
                <c:pt idx="1023">
                  <c:v>4</c:v>
                </c:pt>
                <c:pt idx="1024">
                  <c:v>3</c:v>
                </c:pt>
                <c:pt idx="1025">
                  <c:v>3</c:v>
                </c:pt>
                <c:pt idx="1026">
                  <c:v>3</c:v>
                </c:pt>
                <c:pt idx="1027">
                  <c:v>2</c:v>
                </c:pt>
                <c:pt idx="1028">
                  <c:v>2</c:v>
                </c:pt>
                <c:pt idx="1029">
                  <c:v>4</c:v>
                </c:pt>
                <c:pt idx="1030">
                  <c:v>2</c:v>
                </c:pt>
                <c:pt idx="1031">
                  <c:v>3</c:v>
                </c:pt>
                <c:pt idx="1032">
                  <c:v>2</c:v>
                </c:pt>
                <c:pt idx="1033">
                  <c:v>2</c:v>
                </c:pt>
                <c:pt idx="1034">
                  <c:v>2</c:v>
                </c:pt>
                <c:pt idx="1035">
                  <c:v>4</c:v>
                </c:pt>
                <c:pt idx="1036">
                  <c:v>2</c:v>
                </c:pt>
                <c:pt idx="1037">
                  <c:v>2</c:v>
                </c:pt>
                <c:pt idx="1038">
                  <c:v>2</c:v>
                </c:pt>
                <c:pt idx="1039">
                  <c:v>1</c:v>
                </c:pt>
                <c:pt idx="1040">
                  <c:v>2</c:v>
                </c:pt>
                <c:pt idx="1041">
                  <c:v>2</c:v>
                </c:pt>
                <c:pt idx="1042">
                  <c:v>2</c:v>
                </c:pt>
                <c:pt idx="1043">
                  <c:v>2</c:v>
                </c:pt>
                <c:pt idx="1044">
                  <c:v>4</c:v>
                </c:pt>
                <c:pt idx="1045">
                  <c:v>2</c:v>
                </c:pt>
                <c:pt idx="1046">
                  <c:v>2</c:v>
                </c:pt>
                <c:pt idx="1047">
                  <c:v>1</c:v>
                </c:pt>
                <c:pt idx="1048">
                  <c:v>4</c:v>
                </c:pt>
                <c:pt idx="1049">
                  <c:v>4</c:v>
                </c:pt>
                <c:pt idx="1050">
                  <c:v>2</c:v>
                </c:pt>
                <c:pt idx="1051">
                  <c:v>2</c:v>
                </c:pt>
                <c:pt idx="1052">
                  <c:v>2</c:v>
                </c:pt>
                <c:pt idx="1053">
                  <c:v>2</c:v>
                </c:pt>
                <c:pt idx="1054">
                  <c:v>2</c:v>
                </c:pt>
                <c:pt idx="1055">
                  <c:v>1</c:v>
                </c:pt>
                <c:pt idx="1056">
                  <c:v>2</c:v>
                </c:pt>
                <c:pt idx="1057">
                  <c:v>1</c:v>
                </c:pt>
                <c:pt idx="1058">
                  <c:v>1</c:v>
                </c:pt>
                <c:pt idx="1059">
                  <c:v>1</c:v>
                </c:pt>
                <c:pt idx="1060">
                  <c:v>2</c:v>
                </c:pt>
                <c:pt idx="1061">
                  <c:v>1</c:v>
                </c:pt>
                <c:pt idx="1062">
                  <c:v>4</c:v>
                </c:pt>
                <c:pt idx="1063">
                  <c:v>1</c:v>
                </c:pt>
                <c:pt idx="1064">
                  <c:v>1</c:v>
                </c:pt>
                <c:pt idx="1065">
                  <c:v>2</c:v>
                </c:pt>
                <c:pt idx="1066">
                  <c:v>2</c:v>
                </c:pt>
                <c:pt idx="1067">
                  <c:v>4</c:v>
                </c:pt>
                <c:pt idx="1068">
                  <c:v>4</c:v>
                </c:pt>
                <c:pt idx="1069">
                  <c:v>4</c:v>
                </c:pt>
                <c:pt idx="1070">
                  <c:v>2</c:v>
                </c:pt>
                <c:pt idx="1071">
                  <c:v>3</c:v>
                </c:pt>
                <c:pt idx="1072">
                  <c:v>1</c:v>
                </c:pt>
                <c:pt idx="1073">
                  <c:v>1</c:v>
                </c:pt>
                <c:pt idx="1074">
                  <c:v>1</c:v>
                </c:pt>
                <c:pt idx="1075">
                  <c:v>4</c:v>
                </c:pt>
                <c:pt idx="1076">
                  <c:v>2</c:v>
                </c:pt>
                <c:pt idx="1077">
                  <c:v>2</c:v>
                </c:pt>
                <c:pt idx="1078">
                  <c:v>4</c:v>
                </c:pt>
                <c:pt idx="1079">
                  <c:v>3</c:v>
                </c:pt>
                <c:pt idx="1080">
                  <c:v>1</c:v>
                </c:pt>
                <c:pt idx="1081">
                  <c:v>1</c:v>
                </c:pt>
                <c:pt idx="1082">
                  <c:v>2</c:v>
                </c:pt>
                <c:pt idx="1083">
                  <c:v>1</c:v>
                </c:pt>
                <c:pt idx="1084">
                  <c:v>1</c:v>
                </c:pt>
                <c:pt idx="1085">
                  <c:v>2</c:v>
                </c:pt>
                <c:pt idx="1086">
                  <c:v>1</c:v>
                </c:pt>
                <c:pt idx="1087">
                  <c:v>4</c:v>
                </c:pt>
                <c:pt idx="1088">
                  <c:v>1</c:v>
                </c:pt>
                <c:pt idx="1089">
                  <c:v>2</c:v>
                </c:pt>
                <c:pt idx="1090">
                  <c:v>2</c:v>
                </c:pt>
                <c:pt idx="1091">
                  <c:v>1</c:v>
                </c:pt>
                <c:pt idx="1092">
                  <c:v>2</c:v>
                </c:pt>
                <c:pt idx="1093">
                  <c:v>1</c:v>
                </c:pt>
                <c:pt idx="1094">
                  <c:v>2</c:v>
                </c:pt>
                <c:pt idx="1095">
                  <c:v>2</c:v>
                </c:pt>
                <c:pt idx="1096">
                  <c:v>4</c:v>
                </c:pt>
                <c:pt idx="1097">
                  <c:v>4</c:v>
                </c:pt>
                <c:pt idx="1098">
                  <c:v>1</c:v>
                </c:pt>
                <c:pt idx="1099">
                  <c:v>2</c:v>
                </c:pt>
                <c:pt idx="1100">
                  <c:v>4</c:v>
                </c:pt>
                <c:pt idx="1101">
                  <c:v>1</c:v>
                </c:pt>
                <c:pt idx="1102">
                  <c:v>1</c:v>
                </c:pt>
                <c:pt idx="1103">
                  <c:v>2</c:v>
                </c:pt>
                <c:pt idx="1104">
                  <c:v>2</c:v>
                </c:pt>
                <c:pt idx="1105">
                  <c:v>2</c:v>
                </c:pt>
                <c:pt idx="1106">
                  <c:v>1</c:v>
                </c:pt>
                <c:pt idx="1107">
                  <c:v>2</c:v>
                </c:pt>
                <c:pt idx="1108">
                  <c:v>3</c:v>
                </c:pt>
                <c:pt idx="1109">
                  <c:v>3</c:v>
                </c:pt>
                <c:pt idx="1110">
                  <c:v>3</c:v>
                </c:pt>
                <c:pt idx="1111">
                  <c:v>3</c:v>
                </c:pt>
                <c:pt idx="1112">
                  <c:v>1</c:v>
                </c:pt>
                <c:pt idx="1113">
                  <c:v>2</c:v>
                </c:pt>
                <c:pt idx="1114">
                  <c:v>4</c:v>
                </c:pt>
                <c:pt idx="1115">
                  <c:v>2</c:v>
                </c:pt>
                <c:pt idx="1116">
                  <c:v>1</c:v>
                </c:pt>
                <c:pt idx="1117">
                  <c:v>3</c:v>
                </c:pt>
                <c:pt idx="1118">
                  <c:v>2</c:v>
                </c:pt>
                <c:pt idx="1119">
                  <c:v>3</c:v>
                </c:pt>
                <c:pt idx="1120">
                  <c:v>2</c:v>
                </c:pt>
                <c:pt idx="1121">
                  <c:v>3</c:v>
                </c:pt>
                <c:pt idx="1122">
                  <c:v>2</c:v>
                </c:pt>
                <c:pt idx="1123">
                  <c:v>3</c:v>
                </c:pt>
                <c:pt idx="1124">
                  <c:v>6</c:v>
                </c:pt>
                <c:pt idx="1125">
                  <c:v>2</c:v>
                </c:pt>
                <c:pt idx="1126">
                  <c:v>3</c:v>
                </c:pt>
                <c:pt idx="1127">
                  <c:v>6</c:v>
                </c:pt>
                <c:pt idx="1128">
                  <c:v>2</c:v>
                </c:pt>
                <c:pt idx="1129">
                  <c:v>1</c:v>
                </c:pt>
                <c:pt idx="1130">
                  <c:v>2</c:v>
                </c:pt>
                <c:pt idx="1131">
                  <c:v>7</c:v>
                </c:pt>
                <c:pt idx="1132">
                  <c:v>4</c:v>
                </c:pt>
                <c:pt idx="1133">
                  <c:v>2</c:v>
                </c:pt>
                <c:pt idx="1134">
                  <c:v>4</c:v>
                </c:pt>
                <c:pt idx="1135">
                  <c:v>1</c:v>
                </c:pt>
                <c:pt idx="1136">
                  <c:v>3</c:v>
                </c:pt>
                <c:pt idx="1137">
                  <c:v>5</c:v>
                </c:pt>
                <c:pt idx="1138">
                  <c:v>3</c:v>
                </c:pt>
                <c:pt idx="1139">
                  <c:v>4</c:v>
                </c:pt>
                <c:pt idx="1140">
                  <c:v>1</c:v>
                </c:pt>
                <c:pt idx="1141">
                  <c:v>1</c:v>
                </c:pt>
                <c:pt idx="1142">
                  <c:v>1</c:v>
                </c:pt>
                <c:pt idx="1143">
                  <c:v>3</c:v>
                </c:pt>
                <c:pt idx="1144">
                  <c:v>1</c:v>
                </c:pt>
                <c:pt idx="1145">
                  <c:v>2</c:v>
                </c:pt>
                <c:pt idx="1146">
                  <c:v>3</c:v>
                </c:pt>
                <c:pt idx="1147">
                  <c:v>1</c:v>
                </c:pt>
                <c:pt idx="1148">
                  <c:v>5</c:v>
                </c:pt>
                <c:pt idx="1149">
                  <c:v>1</c:v>
                </c:pt>
                <c:pt idx="1150">
                  <c:v>5</c:v>
                </c:pt>
                <c:pt idx="1151">
                  <c:v>6</c:v>
                </c:pt>
                <c:pt idx="1152">
                  <c:v>1</c:v>
                </c:pt>
                <c:pt idx="1153">
                  <c:v>2</c:v>
                </c:pt>
                <c:pt idx="1154">
                  <c:v>4</c:v>
                </c:pt>
                <c:pt idx="1155">
                  <c:v>4</c:v>
                </c:pt>
                <c:pt idx="1156">
                  <c:v>6</c:v>
                </c:pt>
                <c:pt idx="1157">
                  <c:v>3</c:v>
                </c:pt>
                <c:pt idx="1158">
                  <c:v>4</c:v>
                </c:pt>
                <c:pt idx="1159">
                  <c:v>4</c:v>
                </c:pt>
                <c:pt idx="1160">
                  <c:v>3</c:v>
                </c:pt>
                <c:pt idx="1161">
                  <c:v>4</c:v>
                </c:pt>
                <c:pt idx="1162">
                  <c:v>3</c:v>
                </c:pt>
                <c:pt idx="1163">
                  <c:v>7</c:v>
                </c:pt>
                <c:pt idx="1164">
                  <c:v>3</c:v>
                </c:pt>
                <c:pt idx="1165">
                  <c:v>9</c:v>
                </c:pt>
                <c:pt idx="1166">
                  <c:v>3</c:v>
                </c:pt>
                <c:pt idx="1167">
                  <c:v>6</c:v>
                </c:pt>
                <c:pt idx="1168">
                  <c:v>3</c:v>
                </c:pt>
                <c:pt idx="1169">
                  <c:v>4</c:v>
                </c:pt>
                <c:pt idx="1170">
                  <c:v>5</c:v>
                </c:pt>
                <c:pt idx="1171">
                  <c:v>3</c:v>
                </c:pt>
                <c:pt idx="1172">
                  <c:v>3</c:v>
                </c:pt>
                <c:pt idx="1173">
                  <c:v>3</c:v>
                </c:pt>
                <c:pt idx="1174">
                  <c:v>4</c:v>
                </c:pt>
                <c:pt idx="1175">
                  <c:v>3</c:v>
                </c:pt>
                <c:pt idx="1176">
                  <c:v>4</c:v>
                </c:pt>
                <c:pt idx="1177">
                  <c:v>4</c:v>
                </c:pt>
                <c:pt idx="1178">
                  <c:v>8</c:v>
                </c:pt>
                <c:pt idx="1179">
                  <c:v>1</c:v>
                </c:pt>
                <c:pt idx="1180">
                  <c:v>4</c:v>
                </c:pt>
                <c:pt idx="1181">
                  <c:v>3</c:v>
                </c:pt>
                <c:pt idx="1182">
                  <c:v>3</c:v>
                </c:pt>
                <c:pt idx="1183">
                  <c:v>4</c:v>
                </c:pt>
                <c:pt idx="1184">
                  <c:v>2</c:v>
                </c:pt>
                <c:pt idx="1185">
                  <c:v>2</c:v>
                </c:pt>
                <c:pt idx="1186">
                  <c:v>5</c:v>
                </c:pt>
                <c:pt idx="1187">
                  <c:v>4</c:v>
                </c:pt>
                <c:pt idx="1188">
                  <c:v>3</c:v>
                </c:pt>
                <c:pt idx="1189">
                  <c:v>2</c:v>
                </c:pt>
                <c:pt idx="1190">
                  <c:v>3</c:v>
                </c:pt>
                <c:pt idx="1191">
                  <c:v>3</c:v>
                </c:pt>
                <c:pt idx="1192">
                  <c:v>3</c:v>
                </c:pt>
                <c:pt idx="1193">
                  <c:v>3</c:v>
                </c:pt>
                <c:pt idx="1194">
                  <c:v>3</c:v>
                </c:pt>
                <c:pt idx="1195">
                  <c:v>3</c:v>
                </c:pt>
                <c:pt idx="1196">
                  <c:v>2</c:v>
                </c:pt>
                <c:pt idx="1197">
                  <c:v>2</c:v>
                </c:pt>
                <c:pt idx="1198">
                  <c:v>2</c:v>
                </c:pt>
                <c:pt idx="1199">
                  <c:v>3</c:v>
                </c:pt>
                <c:pt idx="1200">
                  <c:v>3</c:v>
                </c:pt>
                <c:pt idx="1201">
                  <c:v>3</c:v>
                </c:pt>
                <c:pt idx="1202">
                  <c:v>3</c:v>
                </c:pt>
                <c:pt idx="1203">
                  <c:v>3</c:v>
                </c:pt>
                <c:pt idx="1204">
                  <c:v>4</c:v>
                </c:pt>
                <c:pt idx="1205">
                  <c:v>4</c:v>
                </c:pt>
                <c:pt idx="1206">
                  <c:v>3</c:v>
                </c:pt>
                <c:pt idx="1207">
                  <c:v>3</c:v>
                </c:pt>
                <c:pt idx="1208">
                  <c:v>1</c:v>
                </c:pt>
                <c:pt idx="1209">
                  <c:v>6</c:v>
                </c:pt>
                <c:pt idx="1210">
                  <c:v>3</c:v>
                </c:pt>
                <c:pt idx="1211">
                  <c:v>5</c:v>
                </c:pt>
                <c:pt idx="1212">
                  <c:v>3</c:v>
                </c:pt>
                <c:pt idx="1213">
                  <c:v>4</c:v>
                </c:pt>
                <c:pt idx="1214">
                  <c:v>4</c:v>
                </c:pt>
                <c:pt idx="1215">
                  <c:v>3</c:v>
                </c:pt>
                <c:pt idx="1216">
                  <c:v>4</c:v>
                </c:pt>
                <c:pt idx="1217">
                  <c:v>2</c:v>
                </c:pt>
                <c:pt idx="1218">
                  <c:v>3</c:v>
                </c:pt>
                <c:pt idx="1219">
                  <c:v>3</c:v>
                </c:pt>
                <c:pt idx="1220">
                  <c:v>4</c:v>
                </c:pt>
                <c:pt idx="1221">
                  <c:v>4</c:v>
                </c:pt>
                <c:pt idx="1222">
                  <c:v>3</c:v>
                </c:pt>
                <c:pt idx="1223">
                  <c:v>3</c:v>
                </c:pt>
                <c:pt idx="1224">
                  <c:v>3</c:v>
                </c:pt>
                <c:pt idx="1225">
                  <c:v>4</c:v>
                </c:pt>
                <c:pt idx="1226">
                  <c:v>3</c:v>
                </c:pt>
                <c:pt idx="1227">
                  <c:v>3</c:v>
                </c:pt>
                <c:pt idx="1228">
                  <c:v>1</c:v>
                </c:pt>
                <c:pt idx="1229">
                  <c:v>4</c:v>
                </c:pt>
                <c:pt idx="1230">
                  <c:v>4</c:v>
                </c:pt>
                <c:pt idx="1231">
                  <c:v>3</c:v>
                </c:pt>
                <c:pt idx="1232">
                  <c:v>4</c:v>
                </c:pt>
                <c:pt idx="1233">
                  <c:v>4</c:v>
                </c:pt>
                <c:pt idx="1234">
                  <c:v>3</c:v>
                </c:pt>
                <c:pt idx="1235">
                  <c:v>3</c:v>
                </c:pt>
                <c:pt idx="1236">
                  <c:v>5</c:v>
                </c:pt>
                <c:pt idx="1237">
                  <c:v>4</c:v>
                </c:pt>
                <c:pt idx="1238">
                  <c:v>5</c:v>
                </c:pt>
                <c:pt idx="1239">
                  <c:v>2</c:v>
                </c:pt>
                <c:pt idx="1240">
                  <c:v>3</c:v>
                </c:pt>
                <c:pt idx="1241">
                  <c:v>5</c:v>
                </c:pt>
                <c:pt idx="1242">
                  <c:v>3</c:v>
                </c:pt>
                <c:pt idx="1243">
                  <c:v>3</c:v>
                </c:pt>
                <c:pt idx="1244">
                  <c:v>3</c:v>
                </c:pt>
                <c:pt idx="1245">
                  <c:v>3</c:v>
                </c:pt>
                <c:pt idx="1246">
                  <c:v>5</c:v>
                </c:pt>
                <c:pt idx="1247">
                  <c:v>2</c:v>
                </c:pt>
                <c:pt idx="1248">
                  <c:v>3</c:v>
                </c:pt>
                <c:pt idx="1249">
                  <c:v>3</c:v>
                </c:pt>
                <c:pt idx="1250">
                  <c:v>3</c:v>
                </c:pt>
                <c:pt idx="1251">
                  <c:v>9</c:v>
                </c:pt>
                <c:pt idx="1252">
                  <c:v>6</c:v>
                </c:pt>
                <c:pt idx="1253">
                  <c:v>2</c:v>
                </c:pt>
                <c:pt idx="1254">
                  <c:v>3</c:v>
                </c:pt>
                <c:pt idx="1255">
                  <c:v>3</c:v>
                </c:pt>
                <c:pt idx="1256">
                  <c:v>3</c:v>
                </c:pt>
                <c:pt idx="1257">
                  <c:v>5</c:v>
                </c:pt>
                <c:pt idx="1258">
                  <c:v>3</c:v>
                </c:pt>
                <c:pt idx="1259">
                  <c:v>3</c:v>
                </c:pt>
                <c:pt idx="1260">
                  <c:v>0</c:v>
                </c:pt>
                <c:pt idx="1261">
                  <c:v>4</c:v>
                </c:pt>
                <c:pt idx="1262">
                  <c:v>5</c:v>
                </c:pt>
                <c:pt idx="1263">
                  <c:v>3</c:v>
                </c:pt>
                <c:pt idx="1264">
                  <c:v>1</c:v>
                </c:pt>
                <c:pt idx="1265">
                  <c:v>2</c:v>
                </c:pt>
                <c:pt idx="1266">
                  <c:v>3</c:v>
                </c:pt>
                <c:pt idx="1267">
                  <c:v>2</c:v>
                </c:pt>
                <c:pt idx="1268">
                  <c:v>3</c:v>
                </c:pt>
                <c:pt idx="1269">
                  <c:v>3</c:v>
                </c:pt>
                <c:pt idx="1270">
                  <c:v>2</c:v>
                </c:pt>
                <c:pt idx="1271">
                  <c:v>2</c:v>
                </c:pt>
                <c:pt idx="1272">
                  <c:v>4</c:v>
                </c:pt>
                <c:pt idx="1273">
                  <c:v>2</c:v>
                </c:pt>
                <c:pt idx="1274">
                  <c:v>2</c:v>
                </c:pt>
                <c:pt idx="1275">
                  <c:v>2</c:v>
                </c:pt>
                <c:pt idx="1276">
                  <c:v>2</c:v>
                </c:pt>
                <c:pt idx="1277">
                  <c:v>3</c:v>
                </c:pt>
                <c:pt idx="1278">
                  <c:v>3</c:v>
                </c:pt>
                <c:pt idx="1279">
                  <c:v>3</c:v>
                </c:pt>
                <c:pt idx="1280">
                  <c:v>2</c:v>
                </c:pt>
                <c:pt idx="1281">
                  <c:v>2</c:v>
                </c:pt>
                <c:pt idx="1282">
                  <c:v>1</c:v>
                </c:pt>
                <c:pt idx="1283">
                  <c:v>3</c:v>
                </c:pt>
                <c:pt idx="1284">
                  <c:v>1</c:v>
                </c:pt>
                <c:pt idx="1285">
                  <c:v>2</c:v>
                </c:pt>
                <c:pt idx="1286">
                  <c:v>2</c:v>
                </c:pt>
                <c:pt idx="1287">
                  <c:v>1</c:v>
                </c:pt>
                <c:pt idx="1288">
                  <c:v>2</c:v>
                </c:pt>
                <c:pt idx="1289">
                  <c:v>2</c:v>
                </c:pt>
                <c:pt idx="1290">
                  <c:v>2</c:v>
                </c:pt>
                <c:pt idx="1291">
                  <c:v>4</c:v>
                </c:pt>
                <c:pt idx="1292">
                  <c:v>3</c:v>
                </c:pt>
                <c:pt idx="1293">
                  <c:v>2</c:v>
                </c:pt>
                <c:pt idx="1294">
                  <c:v>2</c:v>
                </c:pt>
                <c:pt idx="1295">
                  <c:v>4</c:v>
                </c:pt>
                <c:pt idx="1296">
                  <c:v>4</c:v>
                </c:pt>
                <c:pt idx="1297">
                  <c:v>2</c:v>
                </c:pt>
                <c:pt idx="1298">
                  <c:v>3</c:v>
                </c:pt>
                <c:pt idx="1299">
                  <c:v>2</c:v>
                </c:pt>
                <c:pt idx="1300">
                  <c:v>1</c:v>
                </c:pt>
                <c:pt idx="1301">
                  <c:v>6</c:v>
                </c:pt>
                <c:pt idx="1302">
                  <c:v>4</c:v>
                </c:pt>
                <c:pt idx="1303">
                  <c:v>4</c:v>
                </c:pt>
                <c:pt idx="1304">
                  <c:v>5</c:v>
                </c:pt>
                <c:pt idx="1305">
                  <c:v>4</c:v>
                </c:pt>
                <c:pt idx="1306">
                  <c:v>5</c:v>
                </c:pt>
                <c:pt idx="1307">
                  <c:v>4</c:v>
                </c:pt>
                <c:pt idx="1308">
                  <c:v>4</c:v>
                </c:pt>
                <c:pt idx="1309">
                  <c:v>4</c:v>
                </c:pt>
                <c:pt idx="1310">
                  <c:v>4</c:v>
                </c:pt>
                <c:pt idx="1311">
                  <c:v>4</c:v>
                </c:pt>
                <c:pt idx="1312">
                  <c:v>4</c:v>
                </c:pt>
                <c:pt idx="1313">
                  <c:v>6</c:v>
                </c:pt>
                <c:pt idx="1314">
                  <c:v>4</c:v>
                </c:pt>
                <c:pt idx="1315">
                  <c:v>8</c:v>
                </c:pt>
                <c:pt idx="1316">
                  <c:v>6</c:v>
                </c:pt>
                <c:pt idx="1317">
                  <c:v>8</c:v>
                </c:pt>
                <c:pt idx="1318">
                  <c:v>4</c:v>
                </c:pt>
                <c:pt idx="1319">
                  <c:v>4</c:v>
                </c:pt>
                <c:pt idx="1320">
                  <c:v>6</c:v>
                </c:pt>
                <c:pt idx="1321">
                  <c:v>8</c:v>
                </c:pt>
                <c:pt idx="1322">
                  <c:v>8</c:v>
                </c:pt>
                <c:pt idx="1323">
                  <c:v>5</c:v>
                </c:pt>
                <c:pt idx="1324">
                  <c:v>9</c:v>
                </c:pt>
                <c:pt idx="1325">
                  <c:v>6</c:v>
                </c:pt>
                <c:pt idx="1326">
                  <c:v>8</c:v>
                </c:pt>
                <c:pt idx="1327">
                  <c:v>4</c:v>
                </c:pt>
                <c:pt idx="1328">
                  <c:v>6</c:v>
                </c:pt>
                <c:pt idx="1329">
                  <c:v>8</c:v>
                </c:pt>
                <c:pt idx="1330">
                  <c:v>8</c:v>
                </c:pt>
                <c:pt idx="1331">
                  <c:v>6</c:v>
                </c:pt>
                <c:pt idx="1332">
                  <c:v>8</c:v>
                </c:pt>
                <c:pt idx="1333">
                  <c:v>4</c:v>
                </c:pt>
                <c:pt idx="1334">
                  <c:v>4</c:v>
                </c:pt>
                <c:pt idx="1335">
                  <c:v>4</c:v>
                </c:pt>
                <c:pt idx="1336">
                  <c:v>4</c:v>
                </c:pt>
                <c:pt idx="1337">
                  <c:v>4</c:v>
                </c:pt>
                <c:pt idx="1338">
                  <c:v>4</c:v>
                </c:pt>
                <c:pt idx="1339">
                  <c:v>4</c:v>
                </c:pt>
                <c:pt idx="1340">
                  <c:v>4</c:v>
                </c:pt>
                <c:pt idx="1341">
                  <c:v>4</c:v>
                </c:pt>
                <c:pt idx="1342">
                  <c:v>4</c:v>
                </c:pt>
                <c:pt idx="1343">
                  <c:v>2</c:v>
                </c:pt>
                <c:pt idx="1344">
                  <c:v>5</c:v>
                </c:pt>
                <c:pt idx="1345">
                  <c:v>4</c:v>
                </c:pt>
                <c:pt idx="1346">
                  <c:v>2</c:v>
                </c:pt>
                <c:pt idx="1347">
                  <c:v>6</c:v>
                </c:pt>
                <c:pt idx="1348">
                  <c:v>8</c:v>
                </c:pt>
                <c:pt idx="1349">
                  <c:v>2</c:v>
                </c:pt>
                <c:pt idx="1350">
                  <c:v>5</c:v>
                </c:pt>
                <c:pt idx="1351">
                  <c:v>4</c:v>
                </c:pt>
                <c:pt idx="1352">
                  <c:v>3</c:v>
                </c:pt>
                <c:pt idx="1353">
                  <c:v>3</c:v>
                </c:pt>
                <c:pt idx="1354">
                  <c:v>3</c:v>
                </c:pt>
                <c:pt idx="1355">
                  <c:v>3</c:v>
                </c:pt>
                <c:pt idx="1356">
                  <c:v>5</c:v>
                </c:pt>
                <c:pt idx="1357">
                  <c:v>4</c:v>
                </c:pt>
                <c:pt idx="1358">
                  <c:v>4</c:v>
                </c:pt>
                <c:pt idx="1359">
                  <c:v>4</c:v>
                </c:pt>
                <c:pt idx="1360">
                  <c:v>5</c:v>
                </c:pt>
                <c:pt idx="1361">
                  <c:v>3</c:v>
                </c:pt>
                <c:pt idx="1362">
                  <c:v>3</c:v>
                </c:pt>
                <c:pt idx="1363">
                  <c:v>4</c:v>
                </c:pt>
                <c:pt idx="1364">
                  <c:v>4</c:v>
                </c:pt>
                <c:pt idx="1365">
                  <c:v>3</c:v>
                </c:pt>
                <c:pt idx="1366">
                  <c:v>3</c:v>
                </c:pt>
                <c:pt idx="1367">
                  <c:v>3</c:v>
                </c:pt>
                <c:pt idx="1368">
                  <c:v>3</c:v>
                </c:pt>
                <c:pt idx="1369">
                  <c:v>3</c:v>
                </c:pt>
                <c:pt idx="1370">
                  <c:v>3</c:v>
                </c:pt>
                <c:pt idx="1371">
                  <c:v>5</c:v>
                </c:pt>
                <c:pt idx="1372">
                  <c:v>3</c:v>
                </c:pt>
                <c:pt idx="1373">
                  <c:v>3</c:v>
                </c:pt>
                <c:pt idx="1374">
                  <c:v>3</c:v>
                </c:pt>
                <c:pt idx="1375">
                  <c:v>3</c:v>
                </c:pt>
                <c:pt idx="1376">
                  <c:v>4</c:v>
                </c:pt>
                <c:pt idx="1377">
                  <c:v>3</c:v>
                </c:pt>
                <c:pt idx="1378">
                  <c:v>2</c:v>
                </c:pt>
                <c:pt idx="1379">
                  <c:v>1</c:v>
                </c:pt>
                <c:pt idx="1380">
                  <c:v>3</c:v>
                </c:pt>
                <c:pt idx="1381">
                  <c:v>3</c:v>
                </c:pt>
                <c:pt idx="1382">
                  <c:v>3</c:v>
                </c:pt>
                <c:pt idx="1383">
                  <c:v>3</c:v>
                </c:pt>
                <c:pt idx="1384">
                  <c:v>-2</c:v>
                </c:pt>
                <c:pt idx="1385">
                  <c:v>4</c:v>
                </c:pt>
                <c:pt idx="1386">
                  <c:v>5</c:v>
                </c:pt>
                <c:pt idx="1387">
                  <c:v>1</c:v>
                </c:pt>
                <c:pt idx="1388">
                  <c:v>2</c:v>
                </c:pt>
                <c:pt idx="1389">
                  <c:v>3</c:v>
                </c:pt>
                <c:pt idx="1390">
                  <c:v>3</c:v>
                </c:pt>
                <c:pt idx="1391">
                  <c:v>2</c:v>
                </c:pt>
                <c:pt idx="1392">
                  <c:v>2</c:v>
                </c:pt>
                <c:pt idx="1393">
                  <c:v>1</c:v>
                </c:pt>
                <c:pt idx="1394">
                  <c:v>5</c:v>
                </c:pt>
                <c:pt idx="1395">
                  <c:v>3</c:v>
                </c:pt>
                <c:pt idx="1396">
                  <c:v>3</c:v>
                </c:pt>
                <c:pt idx="1397">
                  <c:v>4</c:v>
                </c:pt>
                <c:pt idx="1398">
                  <c:v>2</c:v>
                </c:pt>
                <c:pt idx="1399">
                  <c:v>2</c:v>
                </c:pt>
                <c:pt idx="1400">
                  <c:v>2</c:v>
                </c:pt>
                <c:pt idx="1401">
                  <c:v>2</c:v>
                </c:pt>
                <c:pt idx="1402">
                  <c:v>1</c:v>
                </c:pt>
                <c:pt idx="1403">
                  <c:v>2</c:v>
                </c:pt>
                <c:pt idx="1404">
                  <c:v>3</c:v>
                </c:pt>
                <c:pt idx="1405">
                  <c:v>3</c:v>
                </c:pt>
                <c:pt idx="1406">
                  <c:v>4</c:v>
                </c:pt>
                <c:pt idx="1407">
                  <c:v>4</c:v>
                </c:pt>
                <c:pt idx="1408">
                  <c:v>6</c:v>
                </c:pt>
                <c:pt idx="1409">
                  <c:v>4</c:v>
                </c:pt>
                <c:pt idx="1410">
                  <c:v>5</c:v>
                </c:pt>
                <c:pt idx="1411">
                  <c:v>6</c:v>
                </c:pt>
                <c:pt idx="1412">
                  <c:v>4</c:v>
                </c:pt>
                <c:pt idx="1413">
                  <c:v>6</c:v>
                </c:pt>
                <c:pt idx="1414">
                  <c:v>4</c:v>
                </c:pt>
                <c:pt idx="1415">
                  <c:v>4</c:v>
                </c:pt>
                <c:pt idx="1416">
                  <c:v>5</c:v>
                </c:pt>
                <c:pt idx="1417">
                  <c:v>4</c:v>
                </c:pt>
                <c:pt idx="1418">
                  <c:v>4</c:v>
                </c:pt>
                <c:pt idx="1419">
                  <c:v>5</c:v>
                </c:pt>
                <c:pt idx="1420">
                  <c:v>4</c:v>
                </c:pt>
                <c:pt idx="1421">
                  <c:v>5</c:v>
                </c:pt>
                <c:pt idx="1422">
                  <c:v>5</c:v>
                </c:pt>
                <c:pt idx="1423">
                  <c:v>4</c:v>
                </c:pt>
                <c:pt idx="1424">
                  <c:v>3</c:v>
                </c:pt>
                <c:pt idx="1425">
                  <c:v>3</c:v>
                </c:pt>
                <c:pt idx="1426">
                  <c:v>2</c:v>
                </c:pt>
                <c:pt idx="1427">
                  <c:v>4</c:v>
                </c:pt>
                <c:pt idx="1428">
                  <c:v>2</c:v>
                </c:pt>
                <c:pt idx="1429">
                  <c:v>2</c:v>
                </c:pt>
                <c:pt idx="1430">
                  <c:v>2</c:v>
                </c:pt>
                <c:pt idx="1431">
                  <c:v>2</c:v>
                </c:pt>
                <c:pt idx="1432">
                  <c:v>3</c:v>
                </c:pt>
                <c:pt idx="1433">
                  <c:v>3</c:v>
                </c:pt>
                <c:pt idx="1434">
                  <c:v>3</c:v>
                </c:pt>
                <c:pt idx="1435">
                  <c:v>2</c:v>
                </c:pt>
                <c:pt idx="1436">
                  <c:v>2</c:v>
                </c:pt>
                <c:pt idx="1437">
                  <c:v>3</c:v>
                </c:pt>
                <c:pt idx="1438">
                  <c:v>3</c:v>
                </c:pt>
                <c:pt idx="1439">
                  <c:v>2</c:v>
                </c:pt>
                <c:pt idx="1440">
                  <c:v>3</c:v>
                </c:pt>
                <c:pt idx="1441">
                  <c:v>3</c:v>
                </c:pt>
                <c:pt idx="1442">
                  <c:v>3</c:v>
                </c:pt>
                <c:pt idx="1443">
                  <c:v>2</c:v>
                </c:pt>
                <c:pt idx="1444">
                  <c:v>2</c:v>
                </c:pt>
                <c:pt idx="1445">
                  <c:v>4</c:v>
                </c:pt>
                <c:pt idx="1446">
                  <c:v>3</c:v>
                </c:pt>
                <c:pt idx="1447">
                  <c:v>4</c:v>
                </c:pt>
                <c:pt idx="1448">
                  <c:v>3</c:v>
                </c:pt>
                <c:pt idx="1449">
                  <c:v>2</c:v>
                </c:pt>
                <c:pt idx="1450">
                  <c:v>3</c:v>
                </c:pt>
                <c:pt idx="1451">
                  <c:v>2</c:v>
                </c:pt>
                <c:pt idx="1452">
                  <c:v>3</c:v>
                </c:pt>
                <c:pt idx="1453">
                  <c:v>2</c:v>
                </c:pt>
                <c:pt idx="1454">
                  <c:v>2</c:v>
                </c:pt>
                <c:pt idx="1455">
                  <c:v>2</c:v>
                </c:pt>
                <c:pt idx="1456">
                  <c:v>3</c:v>
                </c:pt>
                <c:pt idx="1457">
                  <c:v>2</c:v>
                </c:pt>
                <c:pt idx="1458">
                  <c:v>2</c:v>
                </c:pt>
                <c:pt idx="1459">
                  <c:v>4</c:v>
                </c:pt>
                <c:pt idx="1460">
                  <c:v>3</c:v>
                </c:pt>
                <c:pt idx="1461">
                  <c:v>2</c:v>
                </c:pt>
                <c:pt idx="1462">
                  <c:v>4</c:v>
                </c:pt>
                <c:pt idx="1463">
                  <c:v>6</c:v>
                </c:pt>
                <c:pt idx="1464">
                  <c:v>4</c:v>
                </c:pt>
                <c:pt idx="1465">
                  <c:v>3</c:v>
                </c:pt>
                <c:pt idx="1466">
                  <c:v>3</c:v>
                </c:pt>
                <c:pt idx="1467">
                  <c:v>2</c:v>
                </c:pt>
                <c:pt idx="1468">
                  <c:v>1</c:v>
                </c:pt>
                <c:pt idx="1469">
                  <c:v>4</c:v>
                </c:pt>
                <c:pt idx="1470">
                  <c:v>2</c:v>
                </c:pt>
                <c:pt idx="1471">
                  <c:v>3</c:v>
                </c:pt>
                <c:pt idx="1472">
                  <c:v>5</c:v>
                </c:pt>
                <c:pt idx="1473">
                  <c:v>3</c:v>
                </c:pt>
                <c:pt idx="1474">
                  <c:v>8</c:v>
                </c:pt>
                <c:pt idx="1475">
                  <c:v>2</c:v>
                </c:pt>
                <c:pt idx="1476">
                  <c:v>2</c:v>
                </c:pt>
                <c:pt idx="1477">
                  <c:v>3</c:v>
                </c:pt>
                <c:pt idx="1478">
                  <c:v>5</c:v>
                </c:pt>
                <c:pt idx="1479">
                  <c:v>2</c:v>
                </c:pt>
                <c:pt idx="1480">
                  <c:v>2</c:v>
                </c:pt>
                <c:pt idx="1481">
                  <c:v>3</c:v>
                </c:pt>
                <c:pt idx="1482">
                  <c:v>5</c:v>
                </c:pt>
                <c:pt idx="1483">
                  <c:v>2</c:v>
                </c:pt>
                <c:pt idx="1484">
                  <c:v>3</c:v>
                </c:pt>
                <c:pt idx="1485">
                  <c:v>3</c:v>
                </c:pt>
                <c:pt idx="1486">
                  <c:v>4</c:v>
                </c:pt>
                <c:pt idx="1487">
                  <c:v>3</c:v>
                </c:pt>
                <c:pt idx="1488">
                  <c:v>1</c:v>
                </c:pt>
                <c:pt idx="1489">
                  <c:v>2</c:v>
                </c:pt>
                <c:pt idx="1490">
                  <c:v>1</c:v>
                </c:pt>
                <c:pt idx="1491">
                  <c:v>1</c:v>
                </c:pt>
                <c:pt idx="1492">
                  <c:v>2</c:v>
                </c:pt>
                <c:pt idx="1493">
                  <c:v>1</c:v>
                </c:pt>
                <c:pt idx="1494">
                  <c:v>2</c:v>
                </c:pt>
                <c:pt idx="1495">
                  <c:v>2</c:v>
                </c:pt>
                <c:pt idx="1496">
                  <c:v>3</c:v>
                </c:pt>
                <c:pt idx="1497">
                  <c:v>1</c:v>
                </c:pt>
                <c:pt idx="1498">
                  <c:v>1</c:v>
                </c:pt>
                <c:pt idx="1499">
                  <c:v>2</c:v>
                </c:pt>
                <c:pt idx="1500">
                  <c:v>1</c:v>
                </c:pt>
                <c:pt idx="1501">
                  <c:v>2</c:v>
                </c:pt>
                <c:pt idx="1502">
                  <c:v>2</c:v>
                </c:pt>
                <c:pt idx="1503">
                  <c:v>2</c:v>
                </c:pt>
                <c:pt idx="1504">
                  <c:v>2</c:v>
                </c:pt>
                <c:pt idx="1505">
                  <c:v>2</c:v>
                </c:pt>
                <c:pt idx="1506">
                  <c:v>2</c:v>
                </c:pt>
                <c:pt idx="1507">
                  <c:v>2</c:v>
                </c:pt>
                <c:pt idx="1508">
                  <c:v>1</c:v>
                </c:pt>
                <c:pt idx="1509">
                  <c:v>4</c:v>
                </c:pt>
                <c:pt idx="1510">
                  <c:v>1</c:v>
                </c:pt>
                <c:pt idx="1511">
                  <c:v>1</c:v>
                </c:pt>
                <c:pt idx="1512">
                  <c:v>1</c:v>
                </c:pt>
                <c:pt idx="1513">
                  <c:v>2</c:v>
                </c:pt>
                <c:pt idx="1514">
                  <c:v>2</c:v>
                </c:pt>
                <c:pt idx="1515">
                  <c:v>1</c:v>
                </c:pt>
                <c:pt idx="1516">
                  <c:v>3</c:v>
                </c:pt>
                <c:pt idx="1517">
                  <c:v>1</c:v>
                </c:pt>
                <c:pt idx="1518">
                  <c:v>1</c:v>
                </c:pt>
                <c:pt idx="1519">
                  <c:v>3</c:v>
                </c:pt>
                <c:pt idx="1520">
                  <c:v>1</c:v>
                </c:pt>
                <c:pt idx="1521">
                  <c:v>2</c:v>
                </c:pt>
                <c:pt idx="1522">
                  <c:v>2</c:v>
                </c:pt>
                <c:pt idx="1523">
                  <c:v>2</c:v>
                </c:pt>
                <c:pt idx="1524">
                  <c:v>2</c:v>
                </c:pt>
                <c:pt idx="1525">
                  <c:v>1</c:v>
                </c:pt>
                <c:pt idx="1526">
                  <c:v>1</c:v>
                </c:pt>
                <c:pt idx="1527">
                  <c:v>2</c:v>
                </c:pt>
                <c:pt idx="1528">
                  <c:v>2</c:v>
                </c:pt>
                <c:pt idx="1529">
                  <c:v>1</c:v>
                </c:pt>
                <c:pt idx="1530">
                  <c:v>1</c:v>
                </c:pt>
                <c:pt idx="1531">
                  <c:v>2</c:v>
                </c:pt>
                <c:pt idx="1532">
                  <c:v>1</c:v>
                </c:pt>
                <c:pt idx="1533">
                  <c:v>2</c:v>
                </c:pt>
                <c:pt idx="1534">
                  <c:v>1</c:v>
                </c:pt>
                <c:pt idx="1535">
                  <c:v>2</c:v>
                </c:pt>
                <c:pt idx="1536">
                  <c:v>1</c:v>
                </c:pt>
                <c:pt idx="1537">
                  <c:v>2</c:v>
                </c:pt>
                <c:pt idx="1538">
                  <c:v>7</c:v>
                </c:pt>
                <c:pt idx="1539">
                  <c:v>26</c:v>
                </c:pt>
                <c:pt idx="1540">
                  <c:v>38</c:v>
                </c:pt>
                <c:pt idx="1541">
                  <c:v>20</c:v>
                </c:pt>
                <c:pt idx="1542">
                  <c:v>8</c:v>
                </c:pt>
                <c:pt idx="1543">
                  <c:v>6</c:v>
                </c:pt>
                <c:pt idx="1544">
                  <c:v>4</c:v>
                </c:pt>
                <c:pt idx="1545">
                  <c:v>6</c:v>
                </c:pt>
                <c:pt idx="1546">
                  <c:v>4</c:v>
                </c:pt>
                <c:pt idx="1547">
                  <c:v>4</c:v>
                </c:pt>
                <c:pt idx="1548">
                  <c:v>3</c:v>
                </c:pt>
                <c:pt idx="1549">
                  <c:v>6</c:v>
                </c:pt>
                <c:pt idx="1550">
                  <c:v>4</c:v>
                </c:pt>
                <c:pt idx="1551">
                  <c:v>2</c:v>
                </c:pt>
                <c:pt idx="1552">
                  <c:v>4</c:v>
                </c:pt>
                <c:pt idx="1553">
                  <c:v>5</c:v>
                </c:pt>
                <c:pt idx="1554">
                  <c:v>4</c:v>
                </c:pt>
                <c:pt idx="1555">
                  <c:v>5</c:v>
                </c:pt>
                <c:pt idx="1556">
                  <c:v>10</c:v>
                </c:pt>
                <c:pt idx="1557">
                  <c:v>2</c:v>
                </c:pt>
                <c:pt idx="1558">
                  <c:v>8</c:v>
                </c:pt>
                <c:pt idx="1559">
                  <c:v>10</c:v>
                </c:pt>
                <c:pt idx="1560">
                  <c:v>4</c:v>
                </c:pt>
                <c:pt idx="1561">
                  <c:v>4</c:v>
                </c:pt>
                <c:pt idx="1562">
                  <c:v>6</c:v>
                </c:pt>
                <c:pt idx="1563">
                  <c:v>4</c:v>
                </c:pt>
                <c:pt idx="1564">
                  <c:v>2</c:v>
                </c:pt>
                <c:pt idx="1565">
                  <c:v>2</c:v>
                </c:pt>
                <c:pt idx="1566">
                  <c:v>5</c:v>
                </c:pt>
                <c:pt idx="1567">
                  <c:v>5</c:v>
                </c:pt>
                <c:pt idx="1568">
                  <c:v>2</c:v>
                </c:pt>
                <c:pt idx="1569">
                  <c:v>2</c:v>
                </c:pt>
                <c:pt idx="1570">
                  <c:v>3</c:v>
                </c:pt>
                <c:pt idx="1571">
                  <c:v>3</c:v>
                </c:pt>
                <c:pt idx="1572">
                  <c:v>3</c:v>
                </c:pt>
                <c:pt idx="1573">
                  <c:v>3</c:v>
                </c:pt>
                <c:pt idx="1574">
                  <c:v>3</c:v>
                </c:pt>
                <c:pt idx="1575">
                  <c:v>2</c:v>
                </c:pt>
                <c:pt idx="1576">
                  <c:v>2</c:v>
                </c:pt>
                <c:pt idx="1577">
                  <c:v>5</c:v>
                </c:pt>
                <c:pt idx="1578">
                  <c:v>4</c:v>
                </c:pt>
                <c:pt idx="1579">
                  <c:v>2</c:v>
                </c:pt>
                <c:pt idx="1580">
                  <c:v>1</c:v>
                </c:pt>
                <c:pt idx="1581">
                  <c:v>4</c:v>
                </c:pt>
                <c:pt idx="1582">
                  <c:v>1</c:v>
                </c:pt>
                <c:pt idx="1583">
                  <c:v>4</c:v>
                </c:pt>
                <c:pt idx="1584">
                  <c:v>5</c:v>
                </c:pt>
                <c:pt idx="1585">
                  <c:v>2</c:v>
                </c:pt>
                <c:pt idx="1586">
                  <c:v>3</c:v>
                </c:pt>
                <c:pt idx="1587">
                  <c:v>2</c:v>
                </c:pt>
                <c:pt idx="1588">
                  <c:v>4</c:v>
                </c:pt>
                <c:pt idx="1589">
                  <c:v>4</c:v>
                </c:pt>
                <c:pt idx="1590">
                  <c:v>4</c:v>
                </c:pt>
                <c:pt idx="1591">
                  <c:v>6</c:v>
                </c:pt>
                <c:pt idx="1592">
                  <c:v>2</c:v>
                </c:pt>
                <c:pt idx="1593">
                  <c:v>2</c:v>
                </c:pt>
                <c:pt idx="1594">
                  <c:v>2</c:v>
                </c:pt>
                <c:pt idx="1595">
                  <c:v>3</c:v>
                </c:pt>
                <c:pt idx="1596">
                  <c:v>3</c:v>
                </c:pt>
                <c:pt idx="1597">
                  <c:v>4</c:v>
                </c:pt>
                <c:pt idx="1598">
                  <c:v>4</c:v>
                </c:pt>
                <c:pt idx="1599">
                  <c:v>3</c:v>
                </c:pt>
                <c:pt idx="1600">
                  <c:v>3</c:v>
                </c:pt>
                <c:pt idx="1601">
                  <c:v>2</c:v>
                </c:pt>
                <c:pt idx="1602">
                  <c:v>2</c:v>
                </c:pt>
                <c:pt idx="1603">
                  <c:v>4</c:v>
                </c:pt>
                <c:pt idx="1604">
                  <c:v>3</c:v>
                </c:pt>
                <c:pt idx="1605">
                  <c:v>3</c:v>
                </c:pt>
                <c:pt idx="1606">
                  <c:v>2</c:v>
                </c:pt>
                <c:pt idx="1607">
                  <c:v>4</c:v>
                </c:pt>
                <c:pt idx="1608">
                  <c:v>1</c:v>
                </c:pt>
                <c:pt idx="1609">
                  <c:v>3</c:v>
                </c:pt>
                <c:pt idx="1610">
                  <c:v>6</c:v>
                </c:pt>
                <c:pt idx="1611">
                  <c:v>3</c:v>
                </c:pt>
                <c:pt idx="1612">
                  <c:v>54</c:v>
                </c:pt>
                <c:pt idx="1613">
                  <c:v>50</c:v>
                </c:pt>
                <c:pt idx="1614">
                  <c:v>48</c:v>
                </c:pt>
                <c:pt idx="1615">
                  <c:v>58</c:v>
                </c:pt>
                <c:pt idx="1616">
                  <c:v>60</c:v>
                </c:pt>
                <c:pt idx="1617">
                  <c:v>40</c:v>
                </c:pt>
                <c:pt idx="1618">
                  <c:v>70</c:v>
                </c:pt>
                <c:pt idx="1619">
                  <c:v>2</c:v>
                </c:pt>
                <c:pt idx="1620">
                  <c:v>2</c:v>
                </c:pt>
                <c:pt idx="1621">
                  <c:v>2</c:v>
                </c:pt>
                <c:pt idx="1622">
                  <c:v>2</c:v>
                </c:pt>
                <c:pt idx="1623">
                  <c:v>2</c:v>
                </c:pt>
                <c:pt idx="1624">
                  <c:v>1</c:v>
                </c:pt>
                <c:pt idx="1625">
                  <c:v>2</c:v>
                </c:pt>
                <c:pt idx="1626">
                  <c:v>2</c:v>
                </c:pt>
                <c:pt idx="1627">
                  <c:v>2</c:v>
                </c:pt>
                <c:pt idx="1628">
                  <c:v>2</c:v>
                </c:pt>
                <c:pt idx="1629">
                  <c:v>3</c:v>
                </c:pt>
                <c:pt idx="1630">
                  <c:v>6</c:v>
                </c:pt>
                <c:pt idx="1631">
                  <c:v>2</c:v>
                </c:pt>
                <c:pt idx="1632">
                  <c:v>4</c:v>
                </c:pt>
                <c:pt idx="1633">
                  <c:v>2</c:v>
                </c:pt>
                <c:pt idx="1634">
                  <c:v>3</c:v>
                </c:pt>
                <c:pt idx="1635">
                  <c:v>2</c:v>
                </c:pt>
                <c:pt idx="1636">
                  <c:v>1</c:v>
                </c:pt>
                <c:pt idx="1637">
                  <c:v>2</c:v>
                </c:pt>
                <c:pt idx="1638">
                  <c:v>2</c:v>
                </c:pt>
                <c:pt idx="1639">
                  <c:v>2</c:v>
                </c:pt>
                <c:pt idx="1640">
                  <c:v>4</c:v>
                </c:pt>
                <c:pt idx="1641">
                  <c:v>2</c:v>
                </c:pt>
                <c:pt idx="1642">
                  <c:v>2</c:v>
                </c:pt>
                <c:pt idx="1643">
                  <c:v>2</c:v>
                </c:pt>
                <c:pt idx="1644">
                  <c:v>4</c:v>
                </c:pt>
                <c:pt idx="1645">
                  <c:v>2</c:v>
                </c:pt>
                <c:pt idx="1646">
                  <c:v>2</c:v>
                </c:pt>
                <c:pt idx="1647">
                  <c:v>6</c:v>
                </c:pt>
                <c:pt idx="1648">
                  <c:v>3</c:v>
                </c:pt>
                <c:pt idx="1649">
                  <c:v>2</c:v>
                </c:pt>
                <c:pt idx="1650">
                  <c:v>1</c:v>
                </c:pt>
                <c:pt idx="1651">
                  <c:v>6</c:v>
                </c:pt>
                <c:pt idx="1652">
                  <c:v>4</c:v>
                </c:pt>
                <c:pt idx="1653">
                  <c:v>6</c:v>
                </c:pt>
                <c:pt idx="1654">
                  <c:v>5</c:v>
                </c:pt>
                <c:pt idx="1655">
                  <c:v>5</c:v>
                </c:pt>
                <c:pt idx="1656">
                  <c:v>7</c:v>
                </c:pt>
                <c:pt idx="1657">
                  <c:v>5</c:v>
                </c:pt>
                <c:pt idx="1658">
                  <c:v>5</c:v>
                </c:pt>
                <c:pt idx="1659">
                  <c:v>3</c:v>
                </c:pt>
                <c:pt idx="1660">
                  <c:v>4</c:v>
                </c:pt>
                <c:pt idx="1661">
                  <c:v>4</c:v>
                </c:pt>
                <c:pt idx="1662">
                  <c:v>7</c:v>
                </c:pt>
                <c:pt idx="1663">
                  <c:v>4</c:v>
                </c:pt>
                <c:pt idx="1664">
                  <c:v>7</c:v>
                </c:pt>
                <c:pt idx="1665">
                  <c:v>8</c:v>
                </c:pt>
                <c:pt idx="1666">
                  <c:v>8</c:v>
                </c:pt>
                <c:pt idx="1667">
                  <c:v>8</c:v>
                </c:pt>
                <c:pt idx="1668">
                  <c:v>7</c:v>
                </c:pt>
                <c:pt idx="1669">
                  <c:v>4</c:v>
                </c:pt>
                <c:pt idx="1670">
                  <c:v>5</c:v>
                </c:pt>
                <c:pt idx="1671">
                  <c:v>4</c:v>
                </c:pt>
                <c:pt idx="1672">
                  <c:v>5</c:v>
                </c:pt>
                <c:pt idx="1673">
                  <c:v>3</c:v>
                </c:pt>
                <c:pt idx="1674">
                  <c:v>7</c:v>
                </c:pt>
                <c:pt idx="1675">
                  <c:v>3</c:v>
                </c:pt>
                <c:pt idx="1676">
                  <c:v>2</c:v>
                </c:pt>
                <c:pt idx="1677">
                  <c:v>2</c:v>
                </c:pt>
                <c:pt idx="1678">
                  <c:v>2</c:v>
                </c:pt>
                <c:pt idx="1679">
                  <c:v>4</c:v>
                </c:pt>
                <c:pt idx="1680">
                  <c:v>4</c:v>
                </c:pt>
                <c:pt idx="1681">
                  <c:v>2</c:v>
                </c:pt>
                <c:pt idx="1682">
                  <c:v>2</c:v>
                </c:pt>
                <c:pt idx="1683">
                  <c:v>2</c:v>
                </c:pt>
                <c:pt idx="1684">
                  <c:v>4</c:v>
                </c:pt>
                <c:pt idx="1685">
                  <c:v>4</c:v>
                </c:pt>
                <c:pt idx="1686">
                  <c:v>1</c:v>
                </c:pt>
                <c:pt idx="1687">
                  <c:v>2</c:v>
                </c:pt>
                <c:pt idx="1688">
                  <c:v>4</c:v>
                </c:pt>
                <c:pt idx="1689">
                  <c:v>2</c:v>
                </c:pt>
                <c:pt idx="1690">
                  <c:v>2</c:v>
                </c:pt>
                <c:pt idx="1691">
                  <c:v>2</c:v>
                </c:pt>
                <c:pt idx="1692">
                  <c:v>4</c:v>
                </c:pt>
                <c:pt idx="1693">
                  <c:v>4</c:v>
                </c:pt>
                <c:pt idx="1694">
                  <c:v>4</c:v>
                </c:pt>
                <c:pt idx="1695">
                  <c:v>3</c:v>
                </c:pt>
                <c:pt idx="1696">
                  <c:v>4</c:v>
                </c:pt>
                <c:pt idx="1697">
                  <c:v>4</c:v>
                </c:pt>
                <c:pt idx="1698">
                  <c:v>2</c:v>
                </c:pt>
                <c:pt idx="1699">
                  <c:v>2</c:v>
                </c:pt>
                <c:pt idx="1700">
                  <c:v>2</c:v>
                </c:pt>
                <c:pt idx="1701">
                  <c:v>4</c:v>
                </c:pt>
                <c:pt idx="1702">
                  <c:v>4</c:v>
                </c:pt>
                <c:pt idx="1703">
                  <c:v>3</c:v>
                </c:pt>
                <c:pt idx="1704">
                  <c:v>2</c:v>
                </c:pt>
                <c:pt idx="1705">
                  <c:v>2</c:v>
                </c:pt>
                <c:pt idx="1706">
                  <c:v>3</c:v>
                </c:pt>
                <c:pt idx="1707">
                  <c:v>2</c:v>
                </c:pt>
                <c:pt idx="1708">
                  <c:v>2</c:v>
                </c:pt>
                <c:pt idx="1709">
                  <c:v>2</c:v>
                </c:pt>
                <c:pt idx="1710">
                  <c:v>4</c:v>
                </c:pt>
                <c:pt idx="1711">
                  <c:v>2</c:v>
                </c:pt>
                <c:pt idx="1712">
                  <c:v>3</c:v>
                </c:pt>
                <c:pt idx="1713">
                  <c:v>4</c:v>
                </c:pt>
                <c:pt idx="1714">
                  <c:v>2</c:v>
                </c:pt>
                <c:pt idx="1715">
                  <c:v>2</c:v>
                </c:pt>
                <c:pt idx="1716">
                  <c:v>2</c:v>
                </c:pt>
                <c:pt idx="1717">
                  <c:v>3</c:v>
                </c:pt>
                <c:pt idx="1718">
                  <c:v>2</c:v>
                </c:pt>
                <c:pt idx="1719">
                  <c:v>3</c:v>
                </c:pt>
                <c:pt idx="1720">
                  <c:v>3</c:v>
                </c:pt>
                <c:pt idx="1721">
                  <c:v>3</c:v>
                </c:pt>
                <c:pt idx="1722">
                  <c:v>4</c:v>
                </c:pt>
                <c:pt idx="1723">
                  <c:v>3</c:v>
                </c:pt>
                <c:pt idx="1724">
                  <c:v>2</c:v>
                </c:pt>
                <c:pt idx="1725">
                  <c:v>2</c:v>
                </c:pt>
                <c:pt idx="1726">
                  <c:v>2</c:v>
                </c:pt>
                <c:pt idx="1727">
                  <c:v>2</c:v>
                </c:pt>
                <c:pt idx="1728">
                  <c:v>4</c:v>
                </c:pt>
                <c:pt idx="1729">
                  <c:v>3</c:v>
                </c:pt>
                <c:pt idx="1730">
                  <c:v>2</c:v>
                </c:pt>
                <c:pt idx="1731">
                  <c:v>2</c:v>
                </c:pt>
                <c:pt idx="1732">
                  <c:v>3</c:v>
                </c:pt>
                <c:pt idx="1733">
                  <c:v>2</c:v>
                </c:pt>
                <c:pt idx="1734">
                  <c:v>2</c:v>
                </c:pt>
                <c:pt idx="1735">
                  <c:v>3</c:v>
                </c:pt>
                <c:pt idx="1736">
                  <c:v>2</c:v>
                </c:pt>
                <c:pt idx="1737">
                  <c:v>2</c:v>
                </c:pt>
                <c:pt idx="1738">
                  <c:v>2</c:v>
                </c:pt>
                <c:pt idx="1739">
                  <c:v>3</c:v>
                </c:pt>
                <c:pt idx="1740">
                  <c:v>3</c:v>
                </c:pt>
                <c:pt idx="1741">
                  <c:v>3</c:v>
                </c:pt>
                <c:pt idx="1742">
                  <c:v>2</c:v>
                </c:pt>
                <c:pt idx="1743">
                  <c:v>2</c:v>
                </c:pt>
                <c:pt idx="1744">
                  <c:v>2</c:v>
                </c:pt>
                <c:pt idx="1745">
                  <c:v>1</c:v>
                </c:pt>
                <c:pt idx="1746">
                  <c:v>2</c:v>
                </c:pt>
                <c:pt idx="1747">
                  <c:v>3</c:v>
                </c:pt>
                <c:pt idx="1748">
                  <c:v>3</c:v>
                </c:pt>
                <c:pt idx="1749">
                  <c:v>2</c:v>
                </c:pt>
                <c:pt idx="1750">
                  <c:v>2</c:v>
                </c:pt>
                <c:pt idx="1751">
                  <c:v>2</c:v>
                </c:pt>
                <c:pt idx="1752">
                  <c:v>3</c:v>
                </c:pt>
                <c:pt idx="1753">
                  <c:v>2</c:v>
                </c:pt>
                <c:pt idx="1754">
                  <c:v>2</c:v>
                </c:pt>
                <c:pt idx="1755">
                  <c:v>3</c:v>
                </c:pt>
                <c:pt idx="1756">
                  <c:v>2</c:v>
                </c:pt>
                <c:pt idx="1757">
                  <c:v>3</c:v>
                </c:pt>
                <c:pt idx="1758">
                  <c:v>7</c:v>
                </c:pt>
                <c:pt idx="1759">
                  <c:v>4</c:v>
                </c:pt>
                <c:pt idx="1760">
                  <c:v>4</c:v>
                </c:pt>
                <c:pt idx="1761">
                  <c:v>4</c:v>
                </c:pt>
                <c:pt idx="1762">
                  <c:v>6</c:v>
                </c:pt>
                <c:pt idx="1763">
                  <c:v>7</c:v>
                </c:pt>
                <c:pt idx="1764">
                  <c:v>12</c:v>
                </c:pt>
                <c:pt idx="1765">
                  <c:v>6</c:v>
                </c:pt>
                <c:pt idx="1766">
                  <c:v>9</c:v>
                </c:pt>
                <c:pt idx="1767">
                  <c:v>5</c:v>
                </c:pt>
                <c:pt idx="1768">
                  <c:v>2</c:v>
                </c:pt>
                <c:pt idx="1769">
                  <c:v>5</c:v>
                </c:pt>
                <c:pt idx="1770">
                  <c:v>5</c:v>
                </c:pt>
                <c:pt idx="1771">
                  <c:v>4</c:v>
                </c:pt>
                <c:pt idx="1772">
                  <c:v>5</c:v>
                </c:pt>
                <c:pt idx="1773">
                  <c:v>3</c:v>
                </c:pt>
                <c:pt idx="1774">
                  <c:v>3</c:v>
                </c:pt>
                <c:pt idx="1775">
                  <c:v>2</c:v>
                </c:pt>
                <c:pt idx="1776">
                  <c:v>3</c:v>
                </c:pt>
                <c:pt idx="1777">
                  <c:v>2</c:v>
                </c:pt>
                <c:pt idx="1778">
                  <c:v>3</c:v>
                </c:pt>
                <c:pt idx="1779">
                  <c:v>6</c:v>
                </c:pt>
                <c:pt idx="1780">
                  <c:v>5</c:v>
                </c:pt>
                <c:pt idx="1781">
                  <c:v>6</c:v>
                </c:pt>
                <c:pt idx="1782">
                  <c:v>5</c:v>
                </c:pt>
                <c:pt idx="1783">
                  <c:v>3</c:v>
                </c:pt>
                <c:pt idx="1784">
                  <c:v>3</c:v>
                </c:pt>
                <c:pt idx="1785">
                  <c:v>5</c:v>
                </c:pt>
                <c:pt idx="1786">
                  <c:v>5</c:v>
                </c:pt>
                <c:pt idx="1787">
                  <c:v>5</c:v>
                </c:pt>
                <c:pt idx="1788">
                  <c:v>4</c:v>
                </c:pt>
                <c:pt idx="1789">
                  <c:v>5</c:v>
                </c:pt>
                <c:pt idx="1790">
                  <c:v>5</c:v>
                </c:pt>
                <c:pt idx="1791">
                  <c:v>3</c:v>
                </c:pt>
                <c:pt idx="1792">
                  <c:v>3</c:v>
                </c:pt>
                <c:pt idx="1793">
                  <c:v>3</c:v>
                </c:pt>
                <c:pt idx="1794">
                  <c:v>5</c:v>
                </c:pt>
                <c:pt idx="1795">
                  <c:v>5</c:v>
                </c:pt>
                <c:pt idx="1796">
                  <c:v>3</c:v>
                </c:pt>
                <c:pt idx="1797">
                  <c:v>5</c:v>
                </c:pt>
                <c:pt idx="1798">
                  <c:v>4</c:v>
                </c:pt>
                <c:pt idx="1799">
                  <c:v>3</c:v>
                </c:pt>
                <c:pt idx="1800">
                  <c:v>5</c:v>
                </c:pt>
                <c:pt idx="1801">
                  <c:v>5</c:v>
                </c:pt>
                <c:pt idx="1802">
                  <c:v>3</c:v>
                </c:pt>
                <c:pt idx="1803">
                  <c:v>3</c:v>
                </c:pt>
                <c:pt idx="1804">
                  <c:v>4</c:v>
                </c:pt>
                <c:pt idx="1805">
                  <c:v>3</c:v>
                </c:pt>
                <c:pt idx="1806">
                  <c:v>3</c:v>
                </c:pt>
                <c:pt idx="1807">
                  <c:v>3</c:v>
                </c:pt>
                <c:pt idx="1808">
                  <c:v>3</c:v>
                </c:pt>
                <c:pt idx="1809">
                  <c:v>3</c:v>
                </c:pt>
                <c:pt idx="1810">
                  <c:v>3</c:v>
                </c:pt>
                <c:pt idx="1811">
                  <c:v>3</c:v>
                </c:pt>
                <c:pt idx="1812">
                  <c:v>3</c:v>
                </c:pt>
                <c:pt idx="1813">
                  <c:v>3</c:v>
                </c:pt>
                <c:pt idx="1814">
                  <c:v>4</c:v>
                </c:pt>
                <c:pt idx="1815">
                  <c:v>3</c:v>
                </c:pt>
                <c:pt idx="1816">
                  <c:v>3</c:v>
                </c:pt>
                <c:pt idx="1817">
                  <c:v>7</c:v>
                </c:pt>
                <c:pt idx="1818">
                  <c:v>3</c:v>
                </c:pt>
                <c:pt idx="1819">
                  <c:v>3</c:v>
                </c:pt>
                <c:pt idx="1820">
                  <c:v>3</c:v>
                </c:pt>
                <c:pt idx="1821">
                  <c:v>3</c:v>
                </c:pt>
                <c:pt idx="1822">
                  <c:v>3</c:v>
                </c:pt>
                <c:pt idx="1823">
                  <c:v>3</c:v>
                </c:pt>
                <c:pt idx="1824">
                  <c:v>3</c:v>
                </c:pt>
                <c:pt idx="1825">
                  <c:v>3</c:v>
                </c:pt>
                <c:pt idx="1826">
                  <c:v>3</c:v>
                </c:pt>
                <c:pt idx="1827">
                  <c:v>3</c:v>
                </c:pt>
                <c:pt idx="1828">
                  <c:v>3</c:v>
                </c:pt>
                <c:pt idx="1829">
                  <c:v>3</c:v>
                </c:pt>
                <c:pt idx="1830">
                  <c:v>3</c:v>
                </c:pt>
                <c:pt idx="1831">
                  <c:v>3</c:v>
                </c:pt>
                <c:pt idx="1832">
                  <c:v>2</c:v>
                </c:pt>
                <c:pt idx="1833">
                  <c:v>2</c:v>
                </c:pt>
                <c:pt idx="1834">
                  <c:v>2</c:v>
                </c:pt>
                <c:pt idx="1835">
                  <c:v>3</c:v>
                </c:pt>
                <c:pt idx="1836">
                  <c:v>2</c:v>
                </c:pt>
                <c:pt idx="1837">
                  <c:v>2</c:v>
                </c:pt>
                <c:pt idx="1838">
                  <c:v>2</c:v>
                </c:pt>
                <c:pt idx="1839">
                  <c:v>2</c:v>
                </c:pt>
                <c:pt idx="1840">
                  <c:v>2</c:v>
                </c:pt>
                <c:pt idx="1841">
                  <c:v>1</c:v>
                </c:pt>
                <c:pt idx="1842">
                  <c:v>2</c:v>
                </c:pt>
                <c:pt idx="1843">
                  <c:v>2</c:v>
                </c:pt>
                <c:pt idx="1844">
                  <c:v>2</c:v>
                </c:pt>
                <c:pt idx="1845">
                  <c:v>2</c:v>
                </c:pt>
                <c:pt idx="1846">
                  <c:v>2</c:v>
                </c:pt>
                <c:pt idx="1847">
                  <c:v>2</c:v>
                </c:pt>
                <c:pt idx="1848">
                  <c:v>2</c:v>
                </c:pt>
                <c:pt idx="1849">
                  <c:v>2</c:v>
                </c:pt>
                <c:pt idx="1850">
                  <c:v>3</c:v>
                </c:pt>
                <c:pt idx="1851">
                  <c:v>2</c:v>
                </c:pt>
                <c:pt idx="1852">
                  <c:v>2</c:v>
                </c:pt>
                <c:pt idx="1853">
                  <c:v>2</c:v>
                </c:pt>
                <c:pt idx="1854">
                  <c:v>2</c:v>
                </c:pt>
                <c:pt idx="1855">
                  <c:v>2</c:v>
                </c:pt>
                <c:pt idx="1856">
                  <c:v>1</c:v>
                </c:pt>
                <c:pt idx="1857">
                  <c:v>2</c:v>
                </c:pt>
                <c:pt idx="1858">
                  <c:v>4</c:v>
                </c:pt>
                <c:pt idx="1859">
                  <c:v>2</c:v>
                </c:pt>
                <c:pt idx="1860">
                  <c:v>2</c:v>
                </c:pt>
                <c:pt idx="1861">
                  <c:v>2</c:v>
                </c:pt>
                <c:pt idx="1862">
                  <c:v>2</c:v>
                </c:pt>
                <c:pt idx="1863">
                  <c:v>2</c:v>
                </c:pt>
                <c:pt idx="1864">
                  <c:v>2</c:v>
                </c:pt>
                <c:pt idx="1865">
                  <c:v>3</c:v>
                </c:pt>
                <c:pt idx="1866">
                  <c:v>2</c:v>
                </c:pt>
                <c:pt idx="1867">
                  <c:v>2</c:v>
                </c:pt>
                <c:pt idx="1868">
                  <c:v>2</c:v>
                </c:pt>
                <c:pt idx="1869">
                  <c:v>2</c:v>
                </c:pt>
                <c:pt idx="1870">
                  <c:v>2</c:v>
                </c:pt>
                <c:pt idx="1871">
                  <c:v>2</c:v>
                </c:pt>
                <c:pt idx="1872">
                  <c:v>2</c:v>
                </c:pt>
                <c:pt idx="1873">
                  <c:v>3</c:v>
                </c:pt>
                <c:pt idx="1874">
                  <c:v>2</c:v>
                </c:pt>
                <c:pt idx="1875">
                  <c:v>2</c:v>
                </c:pt>
                <c:pt idx="1876">
                  <c:v>2</c:v>
                </c:pt>
                <c:pt idx="1877">
                  <c:v>2</c:v>
                </c:pt>
                <c:pt idx="1878">
                  <c:v>2</c:v>
                </c:pt>
                <c:pt idx="1879">
                  <c:v>2</c:v>
                </c:pt>
                <c:pt idx="1880">
                  <c:v>2</c:v>
                </c:pt>
                <c:pt idx="1881">
                  <c:v>2</c:v>
                </c:pt>
                <c:pt idx="1882">
                  <c:v>2</c:v>
                </c:pt>
                <c:pt idx="1883">
                  <c:v>2</c:v>
                </c:pt>
                <c:pt idx="1884">
                  <c:v>2</c:v>
                </c:pt>
                <c:pt idx="1885">
                  <c:v>2</c:v>
                </c:pt>
                <c:pt idx="1886">
                  <c:v>2</c:v>
                </c:pt>
                <c:pt idx="1887">
                  <c:v>2</c:v>
                </c:pt>
                <c:pt idx="1888">
                  <c:v>2</c:v>
                </c:pt>
                <c:pt idx="1889">
                  <c:v>2</c:v>
                </c:pt>
                <c:pt idx="1890">
                  <c:v>2</c:v>
                </c:pt>
                <c:pt idx="1891">
                  <c:v>3</c:v>
                </c:pt>
                <c:pt idx="1892">
                  <c:v>3</c:v>
                </c:pt>
                <c:pt idx="1893">
                  <c:v>2</c:v>
                </c:pt>
                <c:pt idx="1894">
                  <c:v>2</c:v>
                </c:pt>
                <c:pt idx="1895">
                  <c:v>2</c:v>
                </c:pt>
                <c:pt idx="1896">
                  <c:v>2</c:v>
                </c:pt>
                <c:pt idx="1897">
                  <c:v>2</c:v>
                </c:pt>
                <c:pt idx="1898">
                  <c:v>2</c:v>
                </c:pt>
                <c:pt idx="1899">
                  <c:v>2</c:v>
                </c:pt>
                <c:pt idx="1900">
                  <c:v>2</c:v>
                </c:pt>
                <c:pt idx="1901">
                  <c:v>2</c:v>
                </c:pt>
                <c:pt idx="1902">
                  <c:v>2</c:v>
                </c:pt>
                <c:pt idx="1903">
                  <c:v>2</c:v>
                </c:pt>
                <c:pt idx="1904">
                  <c:v>3</c:v>
                </c:pt>
                <c:pt idx="1905">
                  <c:v>2</c:v>
                </c:pt>
                <c:pt idx="1906">
                  <c:v>2</c:v>
                </c:pt>
                <c:pt idx="1907">
                  <c:v>2</c:v>
                </c:pt>
                <c:pt idx="1908">
                  <c:v>3</c:v>
                </c:pt>
                <c:pt idx="1909">
                  <c:v>2</c:v>
                </c:pt>
                <c:pt idx="1910">
                  <c:v>2</c:v>
                </c:pt>
                <c:pt idx="1911">
                  <c:v>1</c:v>
                </c:pt>
                <c:pt idx="1912">
                  <c:v>2</c:v>
                </c:pt>
                <c:pt idx="1913">
                  <c:v>2</c:v>
                </c:pt>
                <c:pt idx="1914">
                  <c:v>1</c:v>
                </c:pt>
                <c:pt idx="1915">
                  <c:v>1</c:v>
                </c:pt>
                <c:pt idx="1916">
                  <c:v>2</c:v>
                </c:pt>
                <c:pt idx="1917">
                  <c:v>1</c:v>
                </c:pt>
                <c:pt idx="1918">
                  <c:v>2</c:v>
                </c:pt>
                <c:pt idx="1919">
                  <c:v>3</c:v>
                </c:pt>
                <c:pt idx="1920">
                  <c:v>1</c:v>
                </c:pt>
                <c:pt idx="1921">
                  <c:v>1</c:v>
                </c:pt>
                <c:pt idx="1922">
                  <c:v>1</c:v>
                </c:pt>
                <c:pt idx="1923">
                  <c:v>1</c:v>
                </c:pt>
                <c:pt idx="1924">
                  <c:v>1</c:v>
                </c:pt>
                <c:pt idx="1925">
                  <c:v>1</c:v>
                </c:pt>
                <c:pt idx="1926">
                  <c:v>2</c:v>
                </c:pt>
                <c:pt idx="1927">
                  <c:v>1</c:v>
                </c:pt>
                <c:pt idx="1928">
                  <c:v>1</c:v>
                </c:pt>
                <c:pt idx="1929">
                  <c:v>1</c:v>
                </c:pt>
                <c:pt idx="1930">
                  <c:v>2</c:v>
                </c:pt>
                <c:pt idx="1931">
                  <c:v>1</c:v>
                </c:pt>
                <c:pt idx="1932">
                  <c:v>1</c:v>
                </c:pt>
                <c:pt idx="1933">
                  <c:v>2</c:v>
                </c:pt>
                <c:pt idx="1934">
                  <c:v>2</c:v>
                </c:pt>
                <c:pt idx="1935">
                  <c:v>1</c:v>
                </c:pt>
                <c:pt idx="1936">
                  <c:v>2</c:v>
                </c:pt>
                <c:pt idx="1937">
                  <c:v>1</c:v>
                </c:pt>
                <c:pt idx="1938">
                  <c:v>1</c:v>
                </c:pt>
                <c:pt idx="1939">
                  <c:v>1</c:v>
                </c:pt>
                <c:pt idx="1940">
                  <c:v>1</c:v>
                </c:pt>
                <c:pt idx="1941">
                  <c:v>1</c:v>
                </c:pt>
                <c:pt idx="1942">
                  <c:v>2</c:v>
                </c:pt>
                <c:pt idx="1943">
                  <c:v>1</c:v>
                </c:pt>
                <c:pt idx="1944">
                  <c:v>1</c:v>
                </c:pt>
                <c:pt idx="1945">
                  <c:v>1</c:v>
                </c:pt>
                <c:pt idx="1946">
                  <c:v>1</c:v>
                </c:pt>
                <c:pt idx="1947">
                  <c:v>1</c:v>
                </c:pt>
                <c:pt idx="1948">
                  <c:v>1</c:v>
                </c:pt>
                <c:pt idx="1949">
                  <c:v>1</c:v>
                </c:pt>
                <c:pt idx="1950">
                  <c:v>2</c:v>
                </c:pt>
                <c:pt idx="1951">
                  <c:v>1</c:v>
                </c:pt>
                <c:pt idx="1952">
                  <c:v>1</c:v>
                </c:pt>
                <c:pt idx="1953">
                  <c:v>1</c:v>
                </c:pt>
                <c:pt idx="1954">
                  <c:v>2</c:v>
                </c:pt>
                <c:pt idx="1955">
                  <c:v>1</c:v>
                </c:pt>
                <c:pt idx="1956">
                  <c:v>1</c:v>
                </c:pt>
                <c:pt idx="1957">
                  <c:v>2</c:v>
                </c:pt>
                <c:pt idx="1958">
                  <c:v>1</c:v>
                </c:pt>
                <c:pt idx="1959">
                  <c:v>1</c:v>
                </c:pt>
                <c:pt idx="1960">
                  <c:v>1</c:v>
                </c:pt>
                <c:pt idx="1961">
                  <c:v>1</c:v>
                </c:pt>
                <c:pt idx="1962">
                  <c:v>1</c:v>
                </c:pt>
                <c:pt idx="1963">
                  <c:v>1</c:v>
                </c:pt>
                <c:pt idx="1964">
                  <c:v>1</c:v>
                </c:pt>
                <c:pt idx="1965">
                  <c:v>1</c:v>
                </c:pt>
                <c:pt idx="1966">
                  <c:v>1</c:v>
                </c:pt>
                <c:pt idx="1967">
                  <c:v>1</c:v>
                </c:pt>
                <c:pt idx="1968">
                  <c:v>1</c:v>
                </c:pt>
                <c:pt idx="1969">
                  <c:v>1</c:v>
                </c:pt>
                <c:pt idx="1970">
                  <c:v>1</c:v>
                </c:pt>
                <c:pt idx="1971">
                  <c:v>1</c:v>
                </c:pt>
                <c:pt idx="1972">
                  <c:v>2</c:v>
                </c:pt>
                <c:pt idx="1973">
                  <c:v>1</c:v>
                </c:pt>
                <c:pt idx="1974">
                  <c:v>4</c:v>
                </c:pt>
                <c:pt idx="1975">
                  <c:v>4</c:v>
                </c:pt>
                <c:pt idx="1976">
                  <c:v>4</c:v>
                </c:pt>
                <c:pt idx="1977">
                  <c:v>5</c:v>
                </c:pt>
                <c:pt idx="1978">
                  <c:v>5</c:v>
                </c:pt>
                <c:pt idx="1979">
                  <c:v>8</c:v>
                </c:pt>
                <c:pt idx="1980">
                  <c:v>4</c:v>
                </c:pt>
                <c:pt idx="1981">
                  <c:v>5</c:v>
                </c:pt>
                <c:pt idx="1982">
                  <c:v>5</c:v>
                </c:pt>
                <c:pt idx="1983">
                  <c:v>5</c:v>
                </c:pt>
                <c:pt idx="1984">
                  <c:v>8</c:v>
                </c:pt>
                <c:pt idx="1985">
                  <c:v>5</c:v>
                </c:pt>
                <c:pt idx="1986">
                  <c:v>2</c:v>
                </c:pt>
                <c:pt idx="1987">
                  <c:v>2</c:v>
                </c:pt>
                <c:pt idx="1988">
                  <c:v>2</c:v>
                </c:pt>
                <c:pt idx="1989">
                  <c:v>1</c:v>
                </c:pt>
                <c:pt idx="1990">
                  <c:v>3</c:v>
                </c:pt>
                <c:pt idx="1991">
                  <c:v>1</c:v>
                </c:pt>
                <c:pt idx="1992">
                  <c:v>2</c:v>
                </c:pt>
                <c:pt idx="1993">
                  <c:v>2</c:v>
                </c:pt>
                <c:pt idx="1994">
                  <c:v>2</c:v>
                </c:pt>
                <c:pt idx="1995">
                  <c:v>1</c:v>
                </c:pt>
                <c:pt idx="1996">
                  <c:v>2</c:v>
                </c:pt>
                <c:pt idx="1997">
                  <c:v>1</c:v>
                </c:pt>
                <c:pt idx="1998">
                  <c:v>2</c:v>
                </c:pt>
                <c:pt idx="1999">
                  <c:v>2</c:v>
                </c:pt>
                <c:pt idx="2000">
                  <c:v>1</c:v>
                </c:pt>
                <c:pt idx="2001">
                  <c:v>5</c:v>
                </c:pt>
                <c:pt idx="2002">
                  <c:v>4</c:v>
                </c:pt>
                <c:pt idx="2003">
                  <c:v>3</c:v>
                </c:pt>
                <c:pt idx="2004">
                  <c:v>1</c:v>
                </c:pt>
                <c:pt idx="2005">
                  <c:v>1</c:v>
                </c:pt>
                <c:pt idx="2006">
                  <c:v>1</c:v>
                </c:pt>
                <c:pt idx="2007">
                  <c:v>1</c:v>
                </c:pt>
                <c:pt idx="2008">
                  <c:v>2</c:v>
                </c:pt>
                <c:pt idx="2009">
                  <c:v>1</c:v>
                </c:pt>
                <c:pt idx="2010">
                  <c:v>2</c:v>
                </c:pt>
                <c:pt idx="2011">
                  <c:v>1</c:v>
                </c:pt>
                <c:pt idx="2012">
                  <c:v>2</c:v>
                </c:pt>
                <c:pt idx="2013">
                  <c:v>2</c:v>
                </c:pt>
                <c:pt idx="2014">
                  <c:v>3</c:v>
                </c:pt>
                <c:pt idx="2015">
                  <c:v>4</c:v>
                </c:pt>
                <c:pt idx="2016">
                  <c:v>2</c:v>
                </c:pt>
                <c:pt idx="2017">
                  <c:v>2</c:v>
                </c:pt>
                <c:pt idx="2018">
                  <c:v>24</c:v>
                </c:pt>
                <c:pt idx="2019">
                  <c:v>6</c:v>
                </c:pt>
                <c:pt idx="2020">
                  <c:v>8</c:v>
                </c:pt>
                <c:pt idx="2021">
                  <c:v>8</c:v>
                </c:pt>
                <c:pt idx="2022">
                  <c:v>10</c:v>
                </c:pt>
                <c:pt idx="2023">
                  <c:v>12</c:v>
                </c:pt>
                <c:pt idx="2024">
                  <c:v>14</c:v>
                </c:pt>
                <c:pt idx="2025">
                  <c:v>8</c:v>
                </c:pt>
                <c:pt idx="2026">
                  <c:v>9</c:v>
                </c:pt>
                <c:pt idx="2027">
                  <c:v>2</c:v>
                </c:pt>
                <c:pt idx="2028">
                  <c:v>3</c:v>
                </c:pt>
                <c:pt idx="2029">
                  <c:v>2</c:v>
                </c:pt>
                <c:pt idx="2030">
                  <c:v>2</c:v>
                </c:pt>
                <c:pt idx="2031">
                  <c:v>2</c:v>
                </c:pt>
                <c:pt idx="2032">
                  <c:v>3</c:v>
                </c:pt>
                <c:pt idx="2033">
                  <c:v>2</c:v>
                </c:pt>
                <c:pt idx="2034">
                  <c:v>3</c:v>
                </c:pt>
                <c:pt idx="2035">
                  <c:v>2</c:v>
                </c:pt>
                <c:pt idx="2036">
                  <c:v>2</c:v>
                </c:pt>
                <c:pt idx="2037">
                  <c:v>2</c:v>
                </c:pt>
                <c:pt idx="2038">
                  <c:v>2</c:v>
                </c:pt>
                <c:pt idx="2039">
                  <c:v>2</c:v>
                </c:pt>
                <c:pt idx="2040">
                  <c:v>2</c:v>
                </c:pt>
                <c:pt idx="2041">
                  <c:v>2</c:v>
                </c:pt>
                <c:pt idx="2042">
                  <c:v>4</c:v>
                </c:pt>
                <c:pt idx="2043">
                  <c:v>2</c:v>
                </c:pt>
                <c:pt idx="2044">
                  <c:v>2</c:v>
                </c:pt>
                <c:pt idx="2045">
                  <c:v>2</c:v>
                </c:pt>
                <c:pt idx="2046">
                  <c:v>3</c:v>
                </c:pt>
                <c:pt idx="2047">
                  <c:v>2</c:v>
                </c:pt>
                <c:pt idx="2048">
                  <c:v>2</c:v>
                </c:pt>
                <c:pt idx="2049">
                  <c:v>3</c:v>
                </c:pt>
                <c:pt idx="2050">
                  <c:v>3</c:v>
                </c:pt>
                <c:pt idx="2051">
                  <c:v>2</c:v>
                </c:pt>
                <c:pt idx="2052">
                  <c:v>3</c:v>
                </c:pt>
                <c:pt idx="2053">
                  <c:v>2</c:v>
                </c:pt>
                <c:pt idx="2054">
                  <c:v>2</c:v>
                </c:pt>
                <c:pt idx="2055">
                  <c:v>3</c:v>
                </c:pt>
                <c:pt idx="2056">
                  <c:v>2</c:v>
                </c:pt>
                <c:pt idx="2057">
                  <c:v>2</c:v>
                </c:pt>
                <c:pt idx="2058">
                  <c:v>3</c:v>
                </c:pt>
                <c:pt idx="2059">
                  <c:v>4</c:v>
                </c:pt>
                <c:pt idx="2060">
                  <c:v>2</c:v>
                </c:pt>
                <c:pt idx="2061">
                  <c:v>3</c:v>
                </c:pt>
                <c:pt idx="2062">
                  <c:v>3</c:v>
                </c:pt>
                <c:pt idx="2063">
                  <c:v>2</c:v>
                </c:pt>
                <c:pt idx="2064">
                  <c:v>3</c:v>
                </c:pt>
                <c:pt idx="2065">
                  <c:v>4</c:v>
                </c:pt>
                <c:pt idx="2066">
                  <c:v>2</c:v>
                </c:pt>
                <c:pt idx="2067">
                  <c:v>4</c:v>
                </c:pt>
                <c:pt idx="2068">
                  <c:v>3</c:v>
                </c:pt>
                <c:pt idx="2069">
                  <c:v>3</c:v>
                </c:pt>
                <c:pt idx="2070">
                  <c:v>2</c:v>
                </c:pt>
                <c:pt idx="2071">
                  <c:v>2</c:v>
                </c:pt>
                <c:pt idx="2072">
                  <c:v>3</c:v>
                </c:pt>
                <c:pt idx="2073">
                  <c:v>4</c:v>
                </c:pt>
                <c:pt idx="2074">
                  <c:v>3</c:v>
                </c:pt>
                <c:pt idx="2075">
                  <c:v>3</c:v>
                </c:pt>
                <c:pt idx="2076">
                  <c:v>9</c:v>
                </c:pt>
                <c:pt idx="2077">
                  <c:v>3</c:v>
                </c:pt>
                <c:pt idx="2078">
                  <c:v>2</c:v>
                </c:pt>
                <c:pt idx="2079">
                  <c:v>3</c:v>
                </c:pt>
                <c:pt idx="2080">
                  <c:v>3</c:v>
                </c:pt>
                <c:pt idx="2081">
                  <c:v>2</c:v>
                </c:pt>
                <c:pt idx="2082">
                  <c:v>2</c:v>
                </c:pt>
                <c:pt idx="2083">
                  <c:v>2</c:v>
                </c:pt>
                <c:pt idx="2084">
                  <c:v>3</c:v>
                </c:pt>
                <c:pt idx="2085">
                  <c:v>3</c:v>
                </c:pt>
                <c:pt idx="2086">
                  <c:v>2</c:v>
                </c:pt>
                <c:pt idx="2087">
                  <c:v>2</c:v>
                </c:pt>
                <c:pt idx="2088">
                  <c:v>4</c:v>
                </c:pt>
                <c:pt idx="2089">
                  <c:v>5</c:v>
                </c:pt>
                <c:pt idx="2090">
                  <c:v>-2</c:v>
                </c:pt>
                <c:pt idx="2091">
                  <c:v>8</c:v>
                </c:pt>
                <c:pt idx="2092">
                  <c:v>4</c:v>
                </c:pt>
                <c:pt idx="2093">
                  <c:v>8</c:v>
                </c:pt>
                <c:pt idx="2094">
                  <c:v>9</c:v>
                </c:pt>
                <c:pt idx="2095">
                  <c:v>8</c:v>
                </c:pt>
                <c:pt idx="2096">
                  <c:v>4</c:v>
                </c:pt>
                <c:pt idx="2097">
                  <c:v>6</c:v>
                </c:pt>
                <c:pt idx="2098">
                  <c:v>3</c:v>
                </c:pt>
                <c:pt idx="2099">
                  <c:v>3</c:v>
                </c:pt>
                <c:pt idx="2100">
                  <c:v>4</c:v>
                </c:pt>
                <c:pt idx="2101">
                  <c:v>5</c:v>
                </c:pt>
                <c:pt idx="2102">
                  <c:v>6</c:v>
                </c:pt>
                <c:pt idx="2103">
                  <c:v>10</c:v>
                </c:pt>
                <c:pt idx="2104">
                  <c:v>4</c:v>
                </c:pt>
                <c:pt idx="2105">
                  <c:v>5</c:v>
                </c:pt>
                <c:pt idx="2106">
                  <c:v>10</c:v>
                </c:pt>
                <c:pt idx="2107">
                  <c:v>6</c:v>
                </c:pt>
                <c:pt idx="2108">
                  <c:v>7</c:v>
                </c:pt>
                <c:pt idx="2109">
                  <c:v>4</c:v>
                </c:pt>
                <c:pt idx="2110">
                  <c:v>8</c:v>
                </c:pt>
                <c:pt idx="2111">
                  <c:v>12</c:v>
                </c:pt>
                <c:pt idx="2112">
                  <c:v>6</c:v>
                </c:pt>
                <c:pt idx="2113">
                  <c:v>22</c:v>
                </c:pt>
                <c:pt idx="2114">
                  <c:v>2</c:v>
                </c:pt>
                <c:pt idx="2115">
                  <c:v>5</c:v>
                </c:pt>
                <c:pt idx="2116">
                  <c:v>3</c:v>
                </c:pt>
                <c:pt idx="2117">
                  <c:v>2</c:v>
                </c:pt>
                <c:pt idx="2118">
                  <c:v>2</c:v>
                </c:pt>
                <c:pt idx="2119">
                  <c:v>2</c:v>
                </c:pt>
                <c:pt idx="2120">
                  <c:v>2</c:v>
                </c:pt>
                <c:pt idx="2121">
                  <c:v>2</c:v>
                </c:pt>
                <c:pt idx="2122">
                  <c:v>2</c:v>
                </c:pt>
                <c:pt idx="2123">
                  <c:v>2</c:v>
                </c:pt>
                <c:pt idx="2124">
                  <c:v>3</c:v>
                </c:pt>
                <c:pt idx="2125">
                  <c:v>2</c:v>
                </c:pt>
                <c:pt idx="2126">
                  <c:v>3</c:v>
                </c:pt>
                <c:pt idx="2127">
                  <c:v>2</c:v>
                </c:pt>
                <c:pt idx="2128">
                  <c:v>2</c:v>
                </c:pt>
                <c:pt idx="2129">
                  <c:v>2</c:v>
                </c:pt>
                <c:pt idx="2130">
                  <c:v>3</c:v>
                </c:pt>
                <c:pt idx="2131">
                  <c:v>3</c:v>
                </c:pt>
                <c:pt idx="2132">
                  <c:v>3</c:v>
                </c:pt>
                <c:pt idx="2133">
                  <c:v>2</c:v>
                </c:pt>
                <c:pt idx="2134">
                  <c:v>2</c:v>
                </c:pt>
                <c:pt idx="2135">
                  <c:v>3</c:v>
                </c:pt>
                <c:pt idx="2136">
                  <c:v>3</c:v>
                </c:pt>
                <c:pt idx="2137">
                  <c:v>3</c:v>
                </c:pt>
                <c:pt idx="2138">
                  <c:v>2</c:v>
                </c:pt>
                <c:pt idx="2139">
                  <c:v>2</c:v>
                </c:pt>
                <c:pt idx="2140">
                  <c:v>2</c:v>
                </c:pt>
                <c:pt idx="2141">
                  <c:v>2</c:v>
                </c:pt>
                <c:pt idx="2142">
                  <c:v>4</c:v>
                </c:pt>
                <c:pt idx="2143">
                  <c:v>4</c:v>
                </c:pt>
                <c:pt idx="2144">
                  <c:v>4</c:v>
                </c:pt>
                <c:pt idx="2145">
                  <c:v>4</c:v>
                </c:pt>
                <c:pt idx="2146">
                  <c:v>4</c:v>
                </c:pt>
                <c:pt idx="2147">
                  <c:v>4</c:v>
                </c:pt>
                <c:pt idx="2148">
                  <c:v>4</c:v>
                </c:pt>
                <c:pt idx="2149">
                  <c:v>4</c:v>
                </c:pt>
                <c:pt idx="2150">
                  <c:v>4</c:v>
                </c:pt>
                <c:pt idx="2151">
                  <c:v>4</c:v>
                </c:pt>
                <c:pt idx="2152">
                  <c:v>3</c:v>
                </c:pt>
                <c:pt idx="2153">
                  <c:v>4</c:v>
                </c:pt>
                <c:pt idx="2154">
                  <c:v>4</c:v>
                </c:pt>
                <c:pt idx="2155">
                  <c:v>4</c:v>
                </c:pt>
                <c:pt idx="2156">
                  <c:v>4</c:v>
                </c:pt>
                <c:pt idx="2157">
                  <c:v>4</c:v>
                </c:pt>
                <c:pt idx="2158">
                  <c:v>4</c:v>
                </c:pt>
                <c:pt idx="2159">
                  <c:v>4</c:v>
                </c:pt>
                <c:pt idx="2160">
                  <c:v>4</c:v>
                </c:pt>
                <c:pt idx="2161">
                  <c:v>4</c:v>
                </c:pt>
                <c:pt idx="2162">
                  <c:v>4</c:v>
                </c:pt>
                <c:pt idx="2163">
                  <c:v>4</c:v>
                </c:pt>
                <c:pt idx="2164">
                  <c:v>4</c:v>
                </c:pt>
                <c:pt idx="2165">
                  <c:v>4</c:v>
                </c:pt>
                <c:pt idx="2166">
                  <c:v>4</c:v>
                </c:pt>
                <c:pt idx="2167">
                  <c:v>4</c:v>
                </c:pt>
                <c:pt idx="2168">
                  <c:v>12</c:v>
                </c:pt>
                <c:pt idx="2169">
                  <c:v>10</c:v>
                </c:pt>
                <c:pt idx="2170">
                  <c:v>6</c:v>
                </c:pt>
                <c:pt idx="2171">
                  <c:v>10</c:v>
                </c:pt>
                <c:pt idx="2172">
                  <c:v>8</c:v>
                </c:pt>
                <c:pt idx="2173">
                  <c:v>10</c:v>
                </c:pt>
                <c:pt idx="2174">
                  <c:v>12</c:v>
                </c:pt>
                <c:pt idx="2175">
                  <c:v>5</c:v>
                </c:pt>
                <c:pt idx="2176">
                  <c:v>8</c:v>
                </c:pt>
                <c:pt idx="2177">
                  <c:v>4</c:v>
                </c:pt>
                <c:pt idx="2178">
                  <c:v>14</c:v>
                </c:pt>
                <c:pt idx="2179">
                  <c:v>12</c:v>
                </c:pt>
                <c:pt idx="2180">
                  <c:v>8</c:v>
                </c:pt>
                <c:pt idx="2181">
                  <c:v>2</c:v>
                </c:pt>
                <c:pt idx="2182">
                  <c:v>3</c:v>
                </c:pt>
                <c:pt idx="2183">
                  <c:v>2</c:v>
                </c:pt>
                <c:pt idx="2184">
                  <c:v>2</c:v>
                </c:pt>
                <c:pt idx="2185">
                  <c:v>4</c:v>
                </c:pt>
                <c:pt idx="2186">
                  <c:v>3</c:v>
                </c:pt>
                <c:pt idx="2187">
                  <c:v>2</c:v>
                </c:pt>
                <c:pt idx="2188">
                  <c:v>5</c:v>
                </c:pt>
                <c:pt idx="2189">
                  <c:v>2</c:v>
                </c:pt>
                <c:pt idx="2190">
                  <c:v>4</c:v>
                </c:pt>
                <c:pt idx="2191">
                  <c:v>2</c:v>
                </c:pt>
                <c:pt idx="2192">
                  <c:v>2</c:v>
                </c:pt>
                <c:pt idx="2193">
                  <c:v>2</c:v>
                </c:pt>
                <c:pt idx="2194">
                  <c:v>2</c:v>
                </c:pt>
                <c:pt idx="2195">
                  <c:v>1</c:v>
                </c:pt>
                <c:pt idx="2196">
                  <c:v>1</c:v>
                </c:pt>
                <c:pt idx="2197">
                  <c:v>3</c:v>
                </c:pt>
                <c:pt idx="2198">
                  <c:v>3</c:v>
                </c:pt>
                <c:pt idx="2199">
                  <c:v>4</c:v>
                </c:pt>
                <c:pt idx="2200">
                  <c:v>2</c:v>
                </c:pt>
                <c:pt idx="2201">
                  <c:v>4</c:v>
                </c:pt>
                <c:pt idx="2202">
                  <c:v>2</c:v>
                </c:pt>
                <c:pt idx="2203">
                  <c:v>3</c:v>
                </c:pt>
                <c:pt idx="2204">
                  <c:v>3</c:v>
                </c:pt>
                <c:pt idx="2205">
                  <c:v>2</c:v>
                </c:pt>
                <c:pt idx="2206">
                  <c:v>3</c:v>
                </c:pt>
                <c:pt idx="2207">
                  <c:v>3</c:v>
                </c:pt>
                <c:pt idx="2208">
                  <c:v>5</c:v>
                </c:pt>
                <c:pt idx="2209">
                  <c:v>3</c:v>
                </c:pt>
                <c:pt idx="2210">
                  <c:v>3</c:v>
                </c:pt>
                <c:pt idx="2211">
                  <c:v>3</c:v>
                </c:pt>
                <c:pt idx="2212">
                  <c:v>5</c:v>
                </c:pt>
                <c:pt idx="2213">
                  <c:v>3</c:v>
                </c:pt>
                <c:pt idx="2214">
                  <c:v>4</c:v>
                </c:pt>
                <c:pt idx="2215">
                  <c:v>4</c:v>
                </c:pt>
                <c:pt idx="2216">
                  <c:v>3</c:v>
                </c:pt>
                <c:pt idx="2217">
                  <c:v>3</c:v>
                </c:pt>
                <c:pt idx="2218">
                  <c:v>5</c:v>
                </c:pt>
                <c:pt idx="2219">
                  <c:v>4</c:v>
                </c:pt>
                <c:pt idx="2220">
                  <c:v>10</c:v>
                </c:pt>
                <c:pt idx="2221">
                  <c:v>9</c:v>
                </c:pt>
                <c:pt idx="2222">
                  <c:v>7</c:v>
                </c:pt>
                <c:pt idx="2223">
                  <c:v>8</c:v>
                </c:pt>
                <c:pt idx="2224">
                  <c:v>7</c:v>
                </c:pt>
                <c:pt idx="2225">
                  <c:v>7</c:v>
                </c:pt>
                <c:pt idx="2226">
                  <c:v>6</c:v>
                </c:pt>
                <c:pt idx="2227">
                  <c:v>7</c:v>
                </c:pt>
                <c:pt idx="2228">
                  <c:v>8</c:v>
                </c:pt>
                <c:pt idx="2229">
                  <c:v>8</c:v>
                </c:pt>
                <c:pt idx="2230">
                  <c:v>7</c:v>
                </c:pt>
                <c:pt idx="2231">
                  <c:v>6</c:v>
                </c:pt>
                <c:pt idx="2232">
                  <c:v>8</c:v>
                </c:pt>
                <c:pt idx="2233">
                  <c:v>8</c:v>
                </c:pt>
                <c:pt idx="2234">
                  <c:v>7</c:v>
                </c:pt>
                <c:pt idx="2235">
                  <c:v>7</c:v>
                </c:pt>
                <c:pt idx="2236">
                  <c:v>8</c:v>
                </c:pt>
                <c:pt idx="2237">
                  <c:v>7</c:v>
                </c:pt>
                <c:pt idx="2238">
                  <c:v>2</c:v>
                </c:pt>
                <c:pt idx="2239">
                  <c:v>2</c:v>
                </c:pt>
                <c:pt idx="2240">
                  <c:v>2</c:v>
                </c:pt>
                <c:pt idx="2241">
                  <c:v>2</c:v>
                </c:pt>
                <c:pt idx="2242">
                  <c:v>2</c:v>
                </c:pt>
                <c:pt idx="2243">
                  <c:v>2</c:v>
                </c:pt>
                <c:pt idx="2244">
                  <c:v>2</c:v>
                </c:pt>
                <c:pt idx="2245">
                  <c:v>2</c:v>
                </c:pt>
                <c:pt idx="2246">
                  <c:v>2</c:v>
                </c:pt>
                <c:pt idx="2247">
                  <c:v>2</c:v>
                </c:pt>
                <c:pt idx="2248">
                  <c:v>2</c:v>
                </c:pt>
                <c:pt idx="2249">
                  <c:v>2</c:v>
                </c:pt>
                <c:pt idx="2250">
                  <c:v>2</c:v>
                </c:pt>
                <c:pt idx="2251">
                  <c:v>2</c:v>
                </c:pt>
                <c:pt idx="2252">
                  <c:v>2</c:v>
                </c:pt>
                <c:pt idx="2253">
                  <c:v>2</c:v>
                </c:pt>
                <c:pt idx="2254">
                  <c:v>2</c:v>
                </c:pt>
                <c:pt idx="2255">
                  <c:v>2</c:v>
                </c:pt>
                <c:pt idx="2256">
                  <c:v>2</c:v>
                </c:pt>
                <c:pt idx="2257">
                  <c:v>2</c:v>
                </c:pt>
                <c:pt idx="2258">
                  <c:v>2</c:v>
                </c:pt>
                <c:pt idx="2259">
                  <c:v>2</c:v>
                </c:pt>
                <c:pt idx="2260">
                  <c:v>2</c:v>
                </c:pt>
                <c:pt idx="2261">
                  <c:v>2</c:v>
                </c:pt>
                <c:pt idx="2262">
                  <c:v>2</c:v>
                </c:pt>
                <c:pt idx="2263">
                  <c:v>2</c:v>
                </c:pt>
                <c:pt idx="2264">
                  <c:v>2</c:v>
                </c:pt>
                <c:pt idx="2265">
                  <c:v>2</c:v>
                </c:pt>
                <c:pt idx="2266">
                  <c:v>2</c:v>
                </c:pt>
                <c:pt idx="2267">
                  <c:v>2</c:v>
                </c:pt>
                <c:pt idx="2268">
                  <c:v>2</c:v>
                </c:pt>
                <c:pt idx="2269">
                  <c:v>2</c:v>
                </c:pt>
                <c:pt idx="2270">
                  <c:v>2</c:v>
                </c:pt>
                <c:pt idx="2271">
                  <c:v>2</c:v>
                </c:pt>
                <c:pt idx="2272">
                  <c:v>2</c:v>
                </c:pt>
                <c:pt idx="2273">
                  <c:v>2</c:v>
                </c:pt>
                <c:pt idx="2274">
                  <c:v>2</c:v>
                </c:pt>
                <c:pt idx="2275">
                  <c:v>1</c:v>
                </c:pt>
                <c:pt idx="2276">
                  <c:v>3</c:v>
                </c:pt>
                <c:pt idx="2277">
                  <c:v>4</c:v>
                </c:pt>
                <c:pt idx="2278">
                  <c:v>4</c:v>
                </c:pt>
                <c:pt idx="2279">
                  <c:v>3</c:v>
                </c:pt>
                <c:pt idx="2280">
                  <c:v>6</c:v>
                </c:pt>
                <c:pt idx="2281">
                  <c:v>3</c:v>
                </c:pt>
                <c:pt idx="2282">
                  <c:v>5</c:v>
                </c:pt>
                <c:pt idx="2283">
                  <c:v>4</c:v>
                </c:pt>
                <c:pt idx="2284">
                  <c:v>3</c:v>
                </c:pt>
                <c:pt idx="2285">
                  <c:v>5</c:v>
                </c:pt>
                <c:pt idx="2286">
                  <c:v>4</c:v>
                </c:pt>
                <c:pt idx="2287">
                  <c:v>5</c:v>
                </c:pt>
                <c:pt idx="2288">
                  <c:v>3</c:v>
                </c:pt>
                <c:pt idx="2289">
                  <c:v>5</c:v>
                </c:pt>
                <c:pt idx="2290">
                  <c:v>6</c:v>
                </c:pt>
                <c:pt idx="2291">
                  <c:v>3</c:v>
                </c:pt>
                <c:pt idx="2292">
                  <c:v>3</c:v>
                </c:pt>
                <c:pt idx="2293">
                  <c:v>2</c:v>
                </c:pt>
                <c:pt idx="2294">
                  <c:v>1</c:v>
                </c:pt>
                <c:pt idx="2295">
                  <c:v>6</c:v>
                </c:pt>
                <c:pt idx="2296">
                  <c:v>5</c:v>
                </c:pt>
                <c:pt idx="2297">
                  <c:v>5</c:v>
                </c:pt>
                <c:pt idx="2298">
                  <c:v>8</c:v>
                </c:pt>
                <c:pt idx="2299">
                  <c:v>4</c:v>
                </c:pt>
                <c:pt idx="2300">
                  <c:v>4</c:v>
                </c:pt>
                <c:pt idx="2301">
                  <c:v>5</c:v>
                </c:pt>
                <c:pt idx="2302">
                  <c:v>4</c:v>
                </c:pt>
                <c:pt idx="2303">
                  <c:v>7</c:v>
                </c:pt>
                <c:pt idx="2304">
                  <c:v>5</c:v>
                </c:pt>
                <c:pt idx="2305">
                  <c:v>7</c:v>
                </c:pt>
                <c:pt idx="2306">
                  <c:v>4</c:v>
                </c:pt>
                <c:pt idx="2307">
                  <c:v>6</c:v>
                </c:pt>
                <c:pt idx="2308">
                  <c:v>6</c:v>
                </c:pt>
                <c:pt idx="2309">
                  <c:v>6</c:v>
                </c:pt>
                <c:pt idx="2310">
                  <c:v>6</c:v>
                </c:pt>
                <c:pt idx="2311">
                  <c:v>5</c:v>
                </c:pt>
                <c:pt idx="2312">
                  <c:v>6</c:v>
                </c:pt>
                <c:pt idx="2313">
                  <c:v>6</c:v>
                </c:pt>
                <c:pt idx="2314">
                  <c:v>10</c:v>
                </c:pt>
                <c:pt idx="2315">
                  <c:v>3</c:v>
                </c:pt>
                <c:pt idx="2316">
                  <c:v>6</c:v>
                </c:pt>
                <c:pt idx="2317">
                  <c:v>3</c:v>
                </c:pt>
                <c:pt idx="2318">
                  <c:v>4</c:v>
                </c:pt>
                <c:pt idx="2319">
                  <c:v>4</c:v>
                </c:pt>
                <c:pt idx="2320">
                  <c:v>4</c:v>
                </c:pt>
                <c:pt idx="2321">
                  <c:v>5</c:v>
                </c:pt>
                <c:pt idx="2322">
                  <c:v>1</c:v>
                </c:pt>
                <c:pt idx="2323">
                  <c:v>-1</c:v>
                </c:pt>
                <c:pt idx="2324">
                  <c:v>7</c:v>
                </c:pt>
                <c:pt idx="2325">
                  <c:v>8</c:v>
                </c:pt>
                <c:pt idx="2326">
                  <c:v>4</c:v>
                </c:pt>
                <c:pt idx="2327">
                  <c:v>7</c:v>
                </c:pt>
                <c:pt idx="2328">
                  <c:v>5</c:v>
                </c:pt>
                <c:pt idx="2329">
                  <c:v>4</c:v>
                </c:pt>
                <c:pt idx="2330">
                  <c:v>8</c:v>
                </c:pt>
                <c:pt idx="2331">
                  <c:v>5</c:v>
                </c:pt>
                <c:pt idx="2332">
                  <c:v>5</c:v>
                </c:pt>
                <c:pt idx="2333">
                  <c:v>7</c:v>
                </c:pt>
                <c:pt idx="2334">
                  <c:v>5</c:v>
                </c:pt>
                <c:pt idx="2335">
                  <c:v>3</c:v>
                </c:pt>
                <c:pt idx="2336">
                  <c:v>2</c:v>
                </c:pt>
                <c:pt idx="2337">
                  <c:v>3</c:v>
                </c:pt>
                <c:pt idx="2338">
                  <c:v>3</c:v>
                </c:pt>
                <c:pt idx="2339">
                  <c:v>8</c:v>
                </c:pt>
                <c:pt idx="2340">
                  <c:v>4</c:v>
                </c:pt>
                <c:pt idx="2341">
                  <c:v>4</c:v>
                </c:pt>
                <c:pt idx="2342">
                  <c:v>3</c:v>
                </c:pt>
                <c:pt idx="2343">
                  <c:v>5</c:v>
                </c:pt>
                <c:pt idx="2344">
                  <c:v>6</c:v>
                </c:pt>
                <c:pt idx="2345">
                  <c:v>5</c:v>
                </c:pt>
                <c:pt idx="2346">
                  <c:v>5</c:v>
                </c:pt>
                <c:pt idx="2347">
                  <c:v>1</c:v>
                </c:pt>
                <c:pt idx="2348">
                  <c:v>1</c:v>
                </c:pt>
                <c:pt idx="2349">
                  <c:v>3</c:v>
                </c:pt>
                <c:pt idx="2350">
                  <c:v>2</c:v>
                </c:pt>
                <c:pt idx="2351">
                  <c:v>2</c:v>
                </c:pt>
                <c:pt idx="2352">
                  <c:v>7</c:v>
                </c:pt>
                <c:pt idx="2353">
                  <c:v>6</c:v>
                </c:pt>
                <c:pt idx="2354">
                  <c:v>5</c:v>
                </c:pt>
                <c:pt idx="2355">
                  <c:v>2</c:v>
                </c:pt>
                <c:pt idx="2356">
                  <c:v>2</c:v>
                </c:pt>
                <c:pt idx="2357">
                  <c:v>2</c:v>
                </c:pt>
                <c:pt idx="2358">
                  <c:v>1</c:v>
                </c:pt>
                <c:pt idx="2359">
                  <c:v>3</c:v>
                </c:pt>
                <c:pt idx="2360">
                  <c:v>2</c:v>
                </c:pt>
                <c:pt idx="2361">
                  <c:v>1</c:v>
                </c:pt>
                <c:pt idx="2362">
                  <c:v>4</c:v>
                </c:pt>
                <c:pt idx="2363">
                  <c:v>2</c:v>
                </c:pt>
                <c:pt idx="2364">
                  <c:v>4</c:v>
                </c:pt>
                <c:pt idx="2365">
                  <c:v>4</c:v>
                </c:pt>
                <c:pt idx="2366">
                  <c:v>3</c:v>
                </c:pt>
                <c:pt idx="2367">
                  <c:v>4</c:v>
                </c:pt>
                <c:pt idx="2368">
                  <c:v>3</c:v>
                </c:pt>
                <c:pt idx="2369">
                  <c:v>4</c:v>
                </c:pt>
                <c:pt idx="2370">
                  <c:v>4</c:v>
                </c:pt>
                <c:pt idx="2371">
                  <c:v>4</c:v>
                </c:pt>
                <c:pt idx="2372">
                  <c:v>3</c:v>
                </c:pt>
                <c:pt idx="2373">
                  <c:v>4</c:v>
                </c:pt>
                <c:pt idx="2374">
                  <c:v>4</c:v>
                </c:pt>
                <c:pt idx="2375">
                  <c:v>4</c:v>
                </c:pt>
                <c:pt idx="2376">
                  <c:v>3</c:v>
                </c:pt>
                <c:pt idx="2377">
                  <c:v>5</c:v>
                </c:pt>
                <c:pt idx="2378">
                  <c:v>3</c:v>
                </c:pt>
                <c:pt idx="2379">
                  <c:v>3</c:v>
                </c:pt>
                <c:pt idx="2380">
                  <c:v>4</c:v>
                </c:pt>
                <c:pt idx="2381">
                  <c:v>3</c:v>
                </c:pt>
                <c:pt idx="2382">
                  <c:v>3</c:v>
                </c:pt>
                <c:pt idx="2383">
                  <c:v>3</c:v>
                </c:pt>
                <c:pt idx="2384">
                  <c:v>4</c:v>
                </c:pt>
                <c:pt idx="2385">
                  <c:v>4</c:v>
                </c:pt>
                <c:pt idx="2386">
                  <c:v>4</c:v>
                </c:pt>
                <c:pt idx="2387">
                  <c:v>4</c:v>
                </c:pt>
                <c:pt idx="2388">
                  <c:v>4</c:v>
                </c:pt>
                <c:pt idx="2389">
                  <c:v>4</c:v>
                </c:pt>
                <c:pt idx="2390">
                  <c:v>4</c:v>
                </c:pt>
                <c:pt idx="2391">
                  <c:v>4</c:v>
                </c:pt>
                <c:pt idx="2392">
                  <c:v>7</c:v>
                </c:pt>
                <c:pt idx="2393">
                  <c:v>3</c:v>
                </c:pt>
                <c:pt idx="2394">
                  <c:v>3</c:v>
                </c:pt>
                <c:pt idx="2395">
                  <c:v>6</c:v>
                </c:pt>
                <c:pt idx="2396">
                  <c:v>5</c:v>
                </c:pt>
                <c:pt idx="2397">
                  <c:v>4</c:v>
                </c:pt>
                <c:pt idx="2398">
                  <c:v>1</c:v>
                </c:pt>
                <c:pt idx="2399">
                  <c:v>4</c:v>
                </c:pt>
                <c:pt idx="2400">
                  <c:v>3</c:v>
                </c:pt>
                <c:pt idx="2401">
                  <c:v>7</c:v>
                </c:pt>
                <c:pt idx="2402">
                  <c:v>4</c:v>
                </c:pt>
                <c:pt idx="2403">
                  <c:v>2</c:v>
                </c:pt>
                <c:pt idx="2404">
                  <c:v>6</c:v>
                </c:pt>
                <c:pt idx="2405">
                  <c:v>3</c:v>
                </c:pt>
                <c:pt idx="2406">
                  <c:v>4</c:v>
                </c:pt>
                <c:pt idx="2407">
                  <c:v>6</c:v>
                </c:pt>
                <c:pt idx="2408">
                  <c:v>4</c:v>
                </c:pt>
                <c:pt idx="2409">
                  <c:v>2</c:v>
                </c:pt>
                <c:pt idx="2410">
                  <c:v>2</c:v>
                </c:pt>
                <c:pt idx="2411">
                  <c:v>4</c:v>
                </c:pt>
                <c:pt idx="2412">
                  <c:v>3</c:v>
                </c:pt>
                <c:pt idx="2413">
                  <c:v>3</c:v>
                </c:pt>
                <c:pt idx="2414">
                  <c:v>4</c:v>
                </c:pt>
                <c:pt idx="2415">
                  <c:v>8</c:v>
                </c:pt>
                <c:pt idx="2416">
                  <c:v>3</c:v>
                </c:pt>
                <c:pt idx="2417">
                  <c:v>3</c:v>
                </c:pt>
                <c:pt idx="2418">
                  <c:v>2</c:v>
                </c:pt>
                <c:pt idx="2419">
                  <c:v>3</c:v>
                </c:pt>
                <c:pt idx="2420">
                  <c:v>2</c:v>
                </c:pt>
                <c:pt idx="2421">
                  <c:v>3</c:v>
                </c:pt>
                <c:pt idx="2422">
                  <c:v>3</c:v>
                </c:pt>
                <c:pt idx="2423">
                  <c:v>3</c:v>
                </c:pt>
                <c:pt idx="2424">
                  <c:v>5</c:v>
                </c:pt>
                <c:pt idx="2425">
                  <c:v>4</c:v>
                </c:pt>
                <c:pt idx="2426">
                  <c:v>6</c:v>
                </c:pt>
                <c:pt idx="2427">
                  <c:v>7</c:v>
                </c:pt>
                <c:pt idx="2428">
                  <c:v>3</c:v>
                </c:pt>
                <c:pt idx="2429">
                  <c:v>2</c:v>
                </c:pt>
                <c:pt idx="2430">
                  <c:v>3</c:v>
                </c:pt>
                <c:pt idx="2431">
                  <c:v>4</c:v>
                </c:pt>
                <c:pt idx="2432">
                  <c:v>2</c:v>
                </c:pt>
                <c:pt idx="2433">
                  <c:v>2</c:v>
                </c:pt>
                <c:pt idx="2434">
                  <c:v>1</c:v>
                </c:pt>
                <c:pt idx="2435">
                  <c:v>3</c:v>
                </c:pt>
                <c:pt idx="2436">
                  <c:v>3</c:v>
                </c:pt>
                <c:pt idx="2437">
                  <c:v>2</c:v>
                </c:pt>
                <c:pt idx="2438">
                  <c:v>4</c:v>
                </c:pt>
                <c:pt idx="2439">
                  <c:v>3</c:v>
                </c:pt>
                <c:pt idx="2440">
                  <c:v>3</c:v>
                </c:pt>
                <c:pt idx="2441">
                  <c:v>2</c:v>
                </c:pt>
                <c:pt idx="2442">
                  <c:v>2</c:v>
                </c:pt>
                <c:pt idx="2443">
                  <c:v>3</c:v>
                </c:pt>
                <c:pt idx="2444">
                  <c:v>3</c:v>
                </c:pt>
                <c:pt idx="2445">
                  <c:v>2</c:v>
                </c:pt>
                <c:pt idx="2446">
                  <c:v>3</c:v>
                </c:pt>
                <c:pt idx="2447">
                  <c:v>2</c:v>
                </c:pt>
                <c:pt idx="2448">
                  <c:v>2</c:v>
                </c:pt>
                <c:pt idx="2449">
                  <c:v>2</c:v>
                </c:pt>
                <c:pt idx="2450">
                  <c:v>5</c:v>
                </c:pt>
                <c:pt idx="2451">
                  <c:v>3</c:v>
                </c:pt>
                <c:pt idx="2452">
                  <c:v>2</c:v>
                </c:pt>
                <c:pt idx="2453">
                  <c:v>3</c:v>
                </c:pt>
                <c:pt idx="2454">
                  <c:v>3</c:v>
                </c:pt>
                <c:pt idx="2455">
                  <c:v>2</c:v>
                </c:pt>
                <c:pt idx="2456">
                  <c:v>3</c:v>
                </c:pt>
                <c:pt idx="2457">
                  <c:v>2</c:v>
                </c:pt>
                <c:pt idx="2458">
                  <c:v>3</c:v>
                </c:pt>
                <c:pt idx="2459">
                  <c:v>3</c:v>
                </c:pt>
                <c:pt idx="2460">
                  <c:v>2</c:v>
                </c:pt>
                <c:pt idx="2461">
                  <c:v>2</c:v>
                </c:pt>
                <c:pt idx="2462">
                  <c:v>3</c:v>
                </c:pt>
                <c:pt idx="2463">
                  <c:v>2</c:v>
                </c:pt>
                <c:pt idx="2464">
                  <c:v>2</c:v>
                </c:pt>
                <c:pt idx="2465">
                  <c:v>3</c:v>
                </c:pt>
                <c:pt idx="2466">
                  <c:v>2</c:v>
                </c:pt>
                <c:pt idx="2467">
                  <c:v>2</c:v>
                </c:pt>
                <c:pt idx="2468">
                  <c:v>3</c:v>
                </c:pt>
                <c:pt idx="2469">
                  <c:v>2</c:v>
                </c:pt>
                <c:pt idx="2470">
                  <c:v>2</c:v>
                </c:pt>
                <c:pt idx="2471">
                  <c:v>2</c:v>
                </c:pt>
                <c:pt idx="2472">
                  <c:v>2</c:v>
                </c:pt>
                <c:pt idx="2473">
                  <c:v>2</c:v>
                </c:pt>
                <c:pt idx="2474">
                  <c:v>2</c:v>
                </c:pt>
                <c:pt idx="2475">
                  <c:v>2</c:v>
                </c:pt>
                <c:pt idx="2476">
                  <c:v>3</c:v>
                </c:pt>
                <c:pt idx="2477">
                  <c:v>3</c:v>
                </c:pt>
                <c:pt idx="2478">
                  <c:v>3</c:v>
                </c:pt>
                <c:pt idx="2479">
                  <c:v>2</c:v>
                </c:pt>
                <c:pt idx="2480">
                  <c:v>2</c:v>
                </c:pt>
                <c:pt idx="2481">
                  <c:v>3</c:v>
                </c:pt>
                <c:pt idx="2482">
                  <c:v>3</c:v>
                </c:pt>
                <c:pt idx="2483">
                  <c:v>2</c:v>
                </c:pt>
                <c:pt idx="2484">
                  <c:v>2</c:v>
                </c:pt>
                <c:pt idx="2485">
                  <c:v>2</c:v>
                </c:pt>
                <c:pt idx="2486">
                  <c:v>2</c:v>
                </c:pt>
                <c:pt idx="2487">
                  <c:v>2</c:v>
                </c:pt>
                <c:pt idx="2488">
                  <c:v>2</c:v>
                </c:pt>
                <c:pt idx="2489">
                  <c:v>2</c:v>
                </c:pt>
                <c:pt idx="2490">
                  <c:v>2</c:v>
                </c:pt>
                <c:pt idx="2491">
                  <c:v>2</c:v>
                </c:pt>
                <c:pt idx="2492">
                  <c:v>3</c:v>
                </c:pt>
                <c:pt idx="2493">
                  <c:v>2</c:v>
                </c:pt>
                <c:pt idx="2494">
                  <c:v>2</c:v>
                </c:pt>
                <c:pt idx="2495">
                  <c:v>2</c:v>
                </c:pt>
                <c:pt idx="2496">
                  <c:v>2</c:v>
                </c:pt>
                <c:pt idx="2497">
                  <c:v>3</c:v>
                </c:pt>
                <c:pt idx="2498">
                  <c:v>2</c:v>
                </c:pt>
                <c:pt idx="2499">
                  <c:v>2</c:v>
                </c:pt>
                <c:pt idx="2500">
                  <c:v>2</c:v>
                </c:pt>
                <c:pt idx="2501">
                  <c:v>2</c:v>
                </c:pt>
                <c:pt idx="2502">
                  <c:v>3</c:v>
                </c:pt>
                <c:pt idx="2503">
                  <c:v>2</c:v>
                </c:pt>
                <c:pt idx="2504">
                  <c:v>3</c:v>
                </c:pt>
                <c:pt idx="2505">
                  <c:v>3</c:v>
                </c:pt>
                <c:pt idx="2506">
                  <c:v>2</c:v>
                </c:pt>
                <c:pt idx="2507">
                  <c:v>2</c:v>
                </c:pt>
                <c:pt idx="2508">
                  <c:v>20</c:v>
                </c:pt>
                <c:pt idx="2509">
                  <c:v>4</c:v>
                </c:pt>
                <c:pt idx="2510">
                  <c:v>5</c:v>
                </c:pt>
                <c:pt idx="2511">
                  <c:v>5</c:v>
                </c:pt>
                <c:pt idx="2512">
                  <c:v>4</c:v>
                </c:pt>
                <c:pt idx="2513">
                  <c:v>3</c:v>
                </c:pt>
                <c:pt idx="2514">
                  <c:v>5</c:v>
                </c:pt>
                <c:pt idx="2515">
                  <c:v>6</c:v>
                </c:pt>
                <c:pt idx="2516">
                  <c:v>3</c:v>
                </c:pt>
                <c:pt idx="2517">
                  <c:v>7</c:v>
                </c:pt>
                <c:pt idx="2518">
                  <c:v>7</c:v>
                </c:pt>
                <c:pt idx="2519">
                  <c:v>4</c:v>
                </c:pt>
                <c:pt idx="2520">
                  <c:v>7</c:v>
                </c:pt>
                <c:pt idx="2521">
                  <c:v>2</c:v>
                </c:pt>
                <c:pt idx="2522">
                  <c:v>3</c:v>
                </c:pt>
                <c:pt idx="2523">
                  <c:v>3</c:v>
                </c:pt>
                <c:pt idx="2524">
                  <c:v>7</c:v>
                </c:pt>
                <c:pt idx="2525">
                  <c:v>7</c:v>
                </c:pt>
                <c:pt idx="2526">
                  <c:v>7</c:v>
                </c:pt>
                <c:pt idx="2527">
                  <c:v>2</c:v>
                </c:pt>
                <c:pt idx="2528">
                  <c:v>7</c:v>
                </c:pt>
                <c:pt idx="2529">
                  <c:v>3</c:v>
                </c:pt>
                <c:pt idx="2530">
                  <c:v>4</c:v>
                </c:pt>
                <c:pt idx="2531">
                  <c:v>2</c:v>
                </c:pt>
                <c:pt idx="2532">
                  <c:v>2</c:v>
                </c:pt>
                <c:pt idx="2533">
                  <c:v>6</c:v>
                </c:pt>
                <c:pt idx="2534">
                  <c:v>5</c:v>
                </c:pt>
                <c:pt idx="2535">
                  <c:v>2</c:v>
                </c:pt>
                <c:pt idx="2536">
                  <c:v>3</c:v>
                </c:pt>
                <c:pt idx="2537">
                  <c:v>2</c:v>
                </c:pt>
                <c:pt idx="2538">
                  <c:v>2</c:v>
                </c:pt>
                <c:pt idx="2539">
                  <c:v>3</c:v>
                </c:pt>
                <c:pt idx="2540">
                  <c:v>1</c:v>
                </c:pt>
                <c:pt idx="2541">
                  <c:v>3</c:v>
                </c:pt>
                <c:pt idx="2542">
                  <c:v>1</c:v>
                </c:pt>
                <c:pt idx="2543">
                  <c:v>2</c:v>
                </c:pt>
                <c:pt idx="2544">
                  <c:v>2</c:v>
                </c:pt>
                <c:pt idx="2545">
                  <c:v>2</c:v>
                </c:pt>
                <c:pt idx="2546">
                  <c:v>3</c:v>
                </c:pt>
                <c:pt idx="2547">
                  <c:v>2</c:v>
                </c:pt>
                <c:pt idx="2548">
                  <c:v>2</c:v>
                </c:pt>
                <c:pt idx="2549">
                  <c:v>2</c:v>
                </c:pt>
                <c:pt idx="2550">
                  <c:v>3</c:v>
                </c:pt>
                <c:pt idx="2551">
                  <c:v>1</c:v>
                </c:pt>
                <c:pt idx="2552">
                  <c:v>2</c:v>
                </c:pt>
                <c:pt idx="2553">
                  <c:v>2</c:v>
                </c:pt>
                <c:pt idx="2554">
                  <c:v>2</c:v>
                </c:pt>
                <c:pt idx="2555">
                  <c:v>2</c:v>
                </c:pt>
                <c:pt idx="2556">
                  <c:v>2</c:v>
                </c:pt>
                <c:pt idx="2557">
                  <c:v>2</c:v>
                </c:pt>
                <c:pt idx="2558">
                  <c:v>2</c:v>
                </c:pt>
                <c:pt idx="2559">
                  <c:v>2</c:v>
                </c:pt>
                <c:pt idx="2560">
                  <c:v>3</c:v>
                </c:pt>
                <c:pt idx="2561">
                  <c:v>3</c:v>
                </c:pt>
                <c:pt idx="2562">
                  <c:v>2</c:v>
                </c:pt>
                <c:pt idx="2563">
                  <c:v>3</c:v>
                </c:pt>
                <c:pt idx="2564">
                  <c:v>2</c:v>
                </c:pt>
                <c:pt idx="2565">
                  <c:v>2</c:v>
                </c:pt>
                <c:pt idx="2566">
                  <c:v>1</c:v>
                </c:pt>
                <c:pt idx="2567">
                  <c:v>2</c:v>
                </c:pt>
                <c:pt idx="2568">
                  <c:v>2</c:v>
                </c:pt>
                <c:pt idx="2569">
                  <c:v>3</c:v>
                </c:pt>
                <c:pt idx="2570">
                  <c:v>2</c:v>
                </c:pt>
                <c:pt idx="2571">
                  <c:v>2</c:v>
                </c:pt>
                <c:pt idx="2572">
                  <c:v>4</c:v>
                </c:pt>
                <c:pt idx="2573">
                  <c:v>2</c:v>
                </c:pt>
                <c:pt idx="2574">
                  <c:v>3</c:v>
                </c:pt>
                <c:pt idx="2575">
                  <c:v>3</c:v>
                </c:pt>
                <c:pt idx="2576">
                  <c:v>2</c:v>
                </c:pt>
                <c:pt idx="2577">
                  <c:v>2</c:v>
                </c:pt>
                <c:pt idx="2578">
                  <c:v>2</c:v>
                </c:pt>
                <c:pt idx="2579">
                  <c:v>2</c:v>
                </c:pt>
                <c:pt idx="2580">
                  <c:v>2</c:v>
                </c:pt>
                <c:pt idx="2581">
                  <c:v>3</c:v>
                </c:pt>
                <c:pt idx="2582">
                  <c:v>3</c:v>
                </c:pt>
                <c:pt idx="2583">
                  <c:v>4</c:v>
                </c:pt>
                <c:pt idx="2584">
                  <c:v>2</c:v>
                </c:pt>
                <c:pt idx="2585">
                  <c:v>2</c:v>
                </c:pt>
                <c:pt idx="2586">
                  <c:v>2</c:v>
                </c:pt>
                <c:pt idx="2587">
                  <c:v>2</c:v>
                </c:pt>
                <c:pt idx="2588">
                  <c:v>2</c:v>
                </c:pt>
                <c:pt idx="2589">
                  <c:v>2</c:v>
                </c:pt>
                <c:pt idx="2590">
                  <c:v>2</c:v>
                </c:pt>
                <c:pt idx="2591">
                  <c:v>2</c:v>
                </c:pt>
                <c:pt idx="2592">
                  <c:v>2</c:v>
                </c:pt>
                <c:pt idx="2593">
                  <c:v>2</c:v>
                </c:pt>
                <c:pt idx="2594">
                  <c:v>2</c:v>
                </c:pt>
                <c:pt idx="2595">
                  <c:v>2</c:v>
                </c:pt>
                <c:pt idx="2596">
                  <c:v>2</c:v>
                </c:pt>
                <c:pt idx="2597">
                  <c:v>2</c:v>
                </c:pt>
                <c:pt idx="2598">
                  <c:v>2</c:v>
                </c:pt>
                <c:pt idx="2599">
                  <c:v>4</c:v>
                </c:pt>
                <c:pt idx="2600">
                  <c:v>4</c:v>
                </c:pt>
                <c:pt idx="2601">
                  <c:v>6</c:v>
                </c:pt>
                <c:pt idx="2602">
                  <c:v>5</c:v>
                </c:pt>
                <c:pt idx="2603">
                  <c:v>4</c:v>
                </c:pt>
                <c:pt idx="2604">
                  <c:v>3</c:v>
                </c:pt>
                <c:pt idx="2605">
                  <c:v>3</c:v>
                </c:pt>
                <c:pt idx="2606">
                  <c:v>5</c:v>
                </c:pt>
                <c:pt idx="2607">
                  <c:v>3</c:v>
                </c:pt>
                <c:pt idx="2608">
                  <c:v>3</c:v>
                </c:pt>
                <c:pt idx="2609">
                  <c:v>4</c:v>
                </c:pt>
                <c:pt idx="2610">
                  <c:v>5</c:v>
                </c:pt>
                <c:pt idx="2611">
                  <c:v>4</c:v>
                </c:pt>
                <c:pt idx="2612">
                  <c:v>6</c:v>
                </c:pt>
                <c:pt idx="2613">
                  <c:v>4</c:v>
                </c:pt>
                <c:pt idx="2614">
                  <c:v>5</c:v>
                </c:pt>
                <c:pt idx="2615">
                  <c:v>4</c:v>
                </c:pt>
                <c:pt idx="2616">
                  <c:v>4</c:v>
                </c:pt>
                <c:pt idx="2617">
                  <c:v>4</c:v>
                </c:pt>
                <c:pt idx="2618">
                  <c:v>5</c:v>
                </c:pt>
                <c:pt idx="2619">
                  <c:v>7</c:v>
                </c:pt>
                <c:pt idx="2620">
                  <c:v>6</c:v>
                </c:pt>
                <c:pt idx="2621">
                  <c:v>5</c:v>
                </c:pt>
                <c:pt idx="2622">
                  <c:v>4</c:v>
                </c:pt>
                <c:pt idx="2623">
                  <c:v>5</c:v>
                </c:pt>
                <c:pt idx="2624">
                  <c:v>1</c:v>
                </c:pt>
                <c:pt idx="2625">
                  <c:v>2</c:v>
                </c:pt>
                <c:pt idx="2626">
                  <c:v>6</c:v>
                </c:pt>
                <c:pt idx="2627">
                  <c:v>2</c:v>
                </c:pt>
                <c:pt idx="2628">
                  <c:v>2</c:v>
                </c:pt>
                <c:pt idx="2629">
                  <c:v>4</c:v>
                </c:pt>
                <c:pt idx="2630">
                  <c:v>2</c:v>
                </c:pt>
                <c:pt idx="2631">
                  <c:v>4</c:v>
                </c:pt>
                <c:pt idx="2632">
                  <c:v>4</c:v>
                </c:pt>
                <c:pt idx="2633">
                  <c:v>2</c:v>
                </c:pt>
                <c:pt idx="2634">
                  <c:v>6</c:v>
                </c:pt>
                <c:pt idx="2635">
                  <c:v>2</c:v>
                </c:pt>
                <c:pt idx="2636">
                  <c:v>1</c:v>
                </c:pt>
                <c:pt idx="2637">
                  <c:v>1</c:v>
                </c:pt>
                <c:pt idx="2638">
                  <c:v>3</c:v>
                </c:pt>
                <c:pt idx="2639">
                  <c:v>5</c:v>
                </c:pt>
                <c:pt idx="2640">
                  <c:v>2</c:v>
                </c:pt>
                <c:pt idx="2641">
                  <c:v>2</c:v>
                </c:pt>
                <c:pt idx="2642">
                  <c:v>4</c:v>
                </c:pt>
                <c:pt idx="2643">
                  <c:v>6</c:v>
                </c:pt>
                <c:pt idx="2644">
                  <c:v>4</c:v>
                </c:pt>
                <c:pt idx="2645">
                  <c:v>3</c:v>
                </c:pt>
                <c:pt idx="2646">
                  <c:v>3</c:v>
                </c:pt>
                <c:pt idx="2647">
                  <c:v>4</c:v>
                </c:pt>
                <c:pt idx="2648">
                  <c:v>5</c:v>
                </c:pt>
                <c:pt idx="2649">
                  <c:v>4</c:v>
                </c:pt>
                <c:pt idx="2650">
                  <c:v>4</c:v>
                </c:pt>
                <c:pt idx="2651">
                  <c:v>3</c:v>
                </c:pt>
                <c:pt idx="2652">
                  <c:v>6</c:v>
                </c:pt>
                <c:pt idx="2653">
                  <c:v>5</c:v>
                </c:pt>
                <c:pt idx="2654">
                  <c:v>4</c:v>
                </c:pt>
                <c:pt idx="2655">
                  <c:v>2</c:v>
                </c:pt>
                <c:pt idx="2656">
                  <c:v>4</c:v>
                </c:pt>
                <c:pt idx="2657">
                  <c:v>3</c:v>
                </c:pt>
                <c:pt idx="2658">
                  <c:v>7</c:v>
                </c:pt>
                <c:pt idx="2659">
                  <c:v>4</c:v>
                </c:pt>
                <c:pt idx="2660">
                  <c:v>5</c:v>
                </c:pt>
                <c:pt idx="2661">
                  <c:v>6</c:v>
                </c:pt>
                <c:pt idx="2662">
                  <c:v>4</c:v>
                </c:pt>
                <c:pt idx="2663">
                  <c:v>4</c:v>
                </c:pt>
                <c:pt idx="2664">
                  <c:v>4</c:v>
                </c:pt>
                <c:pt idx="2665">
                  <c:v>3</c:v>
                </c:pt>
                <c:pt idx="2666">
                  <c:v>6</c:v>
                </c:pt>
                <c:pt idx="2667">
                  <c:v>5</c:v>
                </c:pt>
                <c:pt idx="2668">
                  <c:v>3</c:v>
                </c:pt>
                <c:pt idx="2669">
                  <c:v>5</c:v>
                </c:pt>
                <c:pt idx="2670">
                  <c:v>5</c:v>
                </c:pt>
                <c:pt idx="2671">
                  <c:v>5</c:v>
                </c:pt>
                <c:pt idx="2672">
                  <c:v>3</c:v>
                </c:pt>
                <c:pt idx="2673">
                  <c:v>4</c:v>
                </c:pt>
                <c:pt idx="2674">
                  <c:v>6</c:v>
                </c:pt>
                <c:pt idx="2675">
                  <c:v>7</c:v>
                </c:pt>
                <c:pt idx="2676">
                  <c:v>6</c:v>
                </c:pt>
                <c:pt idx="2677">
                  <c:v>4</c:v>
                </c:pt>
                <c:pt idx="2678">
                  <c:v>5</c:v>
                </c:pt>
                <c:pt idx="2679">
                  <c:v>4</c:v>
                </c:pt>
                <c:pt idx="2680">
                  <c:v>4</c:v>
                </c:pt>
                <c:pt idx="2681">
                  <c:v>1</c:v>
                </c:pt>
                <c:pt idx="2682">
                  <c:v>6</c:v>
                </c:pt>
                <c:pt idx="2683">
                  <c:v>2</c:v>
                </c:pt>
                <c:pt idx="2684">
                  <c:v>6</c:v>
                </c:pt>
                <c:pt idx="2685">
                  <c:v>5</c:v>
                </c:pt>
                <c:pt idx="2686">
                  <c:v>2</c:v>
                </c:pt>
                <c:pt idx="2687">
                  <c:v>5</c:v>
                </c:pt>
                <c:pt idx="2688">
                  <c:v>6</c:v>
                </c:pt>
                <c:pt idx="2689">
                  <c:v>6</c:v>
                </c:pt>
                <c:pt idx="2690">
                  <c:v>5</c:v>
                </c:pt>
                <c:pt idx="2691">
                  <c:v>0</c:v>
                </c:pt>
                <c:pt idx="2692">
                  <c:v>7</c:v>
                </c:pt>
                <c:pt idx="2693">
                  <c:v>8</c:v>
                </c:pt>
                <c:pt idx="2694">
                  <c:v>4</c:v>
                </c:pt>
                <c:pt idx="2695">
                  <c:v>9</c:v>
                </c:pt>
                <c:pt idx="2696">
                  <c:v>7</c:v>
                </c:pt>
                <c:pt idx="2697">
                  <c:v>4</c:v>
                </c:pt>
                <c:pt idx="2698">
                  <c:v>6</c:v>
                </c:pt>
                <c:pt idx="2699">
                  <c:v>4</c:v>
                </c:pt>
                <c:pt idx="2700">
                  <c:v>6</c:v>
                </c:pt>
                <c:pt idx="2701">
                  <c:v>6</c:v>
                </c:pt>
                <c:pt idx="2702">
                  <c:v>7</c:v>
                </c:pt>
                <c:pt idx="2703">
                  <c:v>1</c:v>
                </c:pt>
                <c:pt idx="2704">
                  <c:v>5</c:v>
                </c:pt>
                <c:pt idx="2705">
                  <c:v>6</c:v>
                </c:pt>
                <c:pt idx="2706">
                  <c:v>4</c:v>
                </c:pt>
                <c:pt idx="2707">
                  <c:v>2</c:v>
                </c:pt>
                <c:pt idx="2708">
                  <c:v>3</c:v>
                </c:pt>
                <c:pt idx="2709">
                  <c:v>2</c:v>
                </c:pt>
                <c:pt idx="2710">
                  <c:v>5</c:v>
                </c:pt>
                <c:pt idx="2711">
                  <c:v>2</c:v>
                </c:pt>
                <c:pt idx="2712">
                  <c:v>2</c:v>
                </c:pt>
                <c:pt idx="2713">
                  <c:v>2</c:v>
                </c:pt>
                <c:pt idx="2714">
                  <c:v>2</c:v>
                </c:pt>
                <c:pt idx="2715">
                  <c:v>3</c:v>
                </c:pt>
                <c:pt idx="2716">
                  <c:v>2</c:v>
                </c:pt>
                <c:pt idx="2717">
                  <c:v>2</c:v>
                </c:pt>
                <c:pt idx="2718">
                  <c:v>3</c:v>
                </c:pt>
                <c:pt idx="2719">
                  <c:v>7</c:v>
                </c:pt>
                <c:pt idx="2720">
                  <c:v>3</c:v>
                </c:pt>
                <c:pt idx="2721">
                  <c:v>3</c:v>
                </c:pt>
                <c:pt idx="2722">
                  <c:v>5</c:v>
                </c:pt>
                <c:pt idx="2723">
                  <c:v>3</c:v>
                </c:pt>
                <c:pt idx="2724">
                  <c:v>3</c:v>
                </c:pt>
                <c:pt idx="2725">
                  <c:v>3</c:v>
                </c:pt>
                <c:pt idx="2726">
                  <c:v>3</c:v>
                </c:pt>
                <c:pt idx="2727">
                  <c:v>3</c:v>
                </c:pt>
                <c:pt idx="2728">
                  <c:v>3</c:v>
                </c:pt>
                <c:pt idx="2729">
                  <c:v>2</c:v>
                </c:pt>
                <c:pt idx="2730">
                  <c:v>4</c:v>
                </c:pt>
                <c:pt idx="2731">
                  <c:v>3</c:v>
                </c:pt>
                <c:pt idx="2732">
                  <c:v>3</c:v>
                </c:pt>
                <c:pt idx="2733">
                  <c:v>5</c:v>
                </c:pt>
                <c:pt idx="2734">
                  <c:v>4</c:v>
                </c:pt>
                <c:pt idx="2735">
                  <c:v>3</c:v>
                </c:pt>
                <c:pt idx="2736">
                  <c:v>2</c:v>
                </c:pt>
                <c:pt idx="2737">
                  <c:v>4</c:v>
                </c:pt>
                <c:pt idx="2738">
                  <c:v>5</c:v>
                </c:pt>
                <c:pt idx="2739">
                  <c:v>4</c:v>
                </c:pt>
                <c:pt idx="2740">
                  <c:v>4</c:v>
                </c:pt>
                <c:pt idx="2741">
                  <c:v>4</c:v>
                </c:pt>
                <c:pt idx="2742">
                  <c:v>2</c:v>
                </c:pt>
                <c:pt idx="2743">
                  <c:v>4</c:v>
                </c:pt>
                <c:pt idx="2744">
                  <c:v>3</c:v>
                </c:pt>
                <c:pt idx="2745">
                  <c:v>4</c:v>
                </c:pt>
                <c:pt idx="2746">
                  <c:v>2</c:v>
                </c:pt>
                <c:pt idx="2747">
                  <c:v>4</c:v>
                </c:pt>
                <c:pt idx="2748">
                  <c:v>2</c:v>
                </c:pt>
                <c:pt idx="2749">
                  <c:v>6</c:v>
                </c:pt>
                <c:pt idx="2750">
                  <c:v>2</c:v>
                </c:pt>
                <c:pt idx="2751">
                  <c:v>2</c:v>
                </c:pt>
                <c:pt idx="2752">
                  <c:v>5</c:v>
                </c:pt>
                <c:pt idx="2753">
                  <c:v>4</c:v>
                </c:pt>
                <c:pt idx="2754">
                  <c:v>2</c:v>
                </c:pt>
                <c:pt idx="2755">
                  <c:v>3</c:v>
                </c:pt>
                <c:pt idx="2756">
                  <c:v>3</c:v>
                </c:pt>
                <c:pt idx="2757">
                  <c:v>6</c:v>
                </c:pt>
                <c:pt idx="2758">
                  <c:v>2</c:v>
                </c:pt>
                <c:pt idx="2759">
                  <c:v>5</c:v>
                </c:pt>
                <c:pt idx="2760">
                  <c:v>4</c:v>
                </c:pt>
                <c:pt idx="2761">
                  <c:v>4</c:v>
                </c:pt>
                <c:pt idx="2762">
                  <c:v>4</c:v>
                </c:pt>
                <c:pt idx="2763">
                  <c:v>2</c:v>
                </c:pt>
                <c:pt idx="2764">
                  <c:v>6</c:v>
                </c:pt>
                <c:pt idx="2765">
                  <c:v>5</c:v>
                </c:pt>
                <c:pt idx="2766">
                  <c:v>4</c:v>
                </c:pt>
                <c:pt idx="2767">
                  <c:v>5</c:v>
                </c:pt>
                <c:pt idx="2768">
                  <c:v>5</c:v>
                </c:pt>
                <c:pt idx="2769">
                  <c:v>4</c:v>
                </c:pt>
                <c:pt idx="2770">
                  <c:v>2</c:v>
                </c:pt>
                <c:pt idx="2771">
                  <c:v>3</c:v>
                </c:pt>
                <c:pt idx="2772">
                  <c:v>2</c:v>
                </c:pt>
                <c:pt idx="2773">
                  <c:v>2</c:v>
                </c:pt>
                <c:pt idx="2774">
                  <c:v>5</c:v>
                </c:pt>
                <c:pt idx="2775">
                  <c:v>1</c:v>
                </c:pt>
                <c:pt idx="2776">
                  <c:v>3</c:v>
                </c:pt>
                <c:pt idx="2777">
                  <c:v>3</c:v>
                </c:pt>
                <c:pt idx="2778">
                  <c:v>4</c:v>
                </c:pt>
                <c:pt idx="2779">
                  <c:v>2</c:v>
                </c:pt>
                <c:pt idx="2780">
                  <c:v>1</c:v>
                </c:pt>
                <c:pt idx="2781">
                  <c:v>3</c:v>
                </c:pt>
                <c:pt idx="2782">
                  <c:v>4</c:v>
                </c:pt>
                <c:pt idx="2783">
                  <c:v>3</c:v>
                </c:pt>
                <c:pt idx="2784">
                  <c:v>2</c:v>
                </c:pt>
                <c:pt idx="2785">
                  <c:v>3</c:v>
                </c:pt>
                <c:pt idx="2786">
                  <c:v>2</c:v>
                </c:pt>
                <c:pt idx="2787">
                  <c:v>2</c:v>
                </c:pt>
                <c:pt idx="2788">
                  <c:v>2</c:v>
                </c:pt>
                <c:pt idx="2789">
                  <c:v>4</c:v>
                </c:pt>
                <c:pt idx="2790">
                  <c:v>7</c:v>
                </c:pt>
                <c:pt idx="2791">
                  <c:v>3</c:v>
                </c:pt>
                <c:pt idx="2792">
                  <c:v>2</c:v>
                </c:pt>
                <c:pt idx="2793">
                  <c:v>3</c:v>
                </c:pt>
                <c:pt idx="2794">
                  <c:v>3</c:v>
                </c:pt>
                <c:pt idx="2795">
                  <c:v>2</c:v>
                </c:pt>
                <c:pt idx="2796">
                  <c:v>2</c:v>
                </c:pt>
                <c:pt idx="2797">
                  <c:v>3</c:v>
                </c:pt>
                <c:pt idx="2798">
                  <c:v>2</c:v>
                </c:pt>
                <c:pt idx="2799">
                  <c:v>2</c:v>
                </c:pt>
                <c:pt idx="2800">
                  <c:v>3</c:v>
                </c:pt>
                <c:pt idx="2801">
                  <c:v>2</c:v>
                </c:pt>
                <c:pt idx="2802">
                  <c:v>2</c:v>
                </c:pt>
                <c:pt idx="2803">
                  <c:v>3</c:v>
                </c:pt>
                <c:pt idx="2804">
                  <c:v>4</c:v>
                </c:pt>
                <c:pt idx="2805">
                  <c:v>2</c:v>
                </c:pt>
                <c:pt idx="2806">
                  <c:v>2</c:v>
                </c:pt>
                <c:pt idx="2807">
                  <c:v>2</c:v>
                </c:pt>
                <c:pt idx="2808">
                  <c:v>3</c:v>
                </c:pt>
                <c:pt idx="2809">
                  <c:v>3</c:v>
                </c:pt>
                <c:pt idx="2810">
                  <c:v>3</c:v>
                </c:pt>
                <c:pt idx="2811">
                  <c:v>2</c:v>
                </c:pt>
                <c:pt idx="2812">
                  <c:v>4</c:v>
                </c:pt>
                <c:pt idx="2813">
                  <c:v>2</c:v>
                </c:pt>
                <c:pt idx="2814">
                  <c:v>3</c:v>
                </c:pt>
                <c:pt idx="2815">
                  <c:v>2</c:v>
                </c:pt>
                <c:pt idx="2816">
                  <c:v>4</c:v>
                </c:pt>
                <c:pt idx="2817">
                  <c:v>3</c:v>
                </c:pt>
                <c:pt idx="2818">
                  <c:v>2</c:v>
                </c:pt>
                <c:pt idx="2819">
                  <c:v>5</c:v>
                </c:pt>
                <c:pt idx="2820">
                  <c:v>2</c:v>
                </c:pt>
                <c:pt idx="2821">
                  <c:v>2</c:v>
                </c:pt>
                <c:pt idx="2822">
                  <c:v>3</c:v>
                </c:pt>
                <c:pt idx="2823">
                  <c:v>4</c:v>
                </c:pt>
                <c:pt idx="2824">
                  <c:v>6</c:v>
                </c:pt>
                <c:pt idx="2825">
                  <c:v>8</c:v>
                </c:pt>
                <c:pt idx="2826">
                  <c:v>4</c:v>
                </c:pt>
                <c:pt idx="2827">
                  <c:v>5</c:v>
                </c:pt>
                <c:pt idx="2828">
                  <c:v>6</c:v>
                </c:pt>
                <c:pt idx="2829">
                  <c:v>3</c:v>
                </c:pt>
                <c:pt idx="2830">
                  <c:v>5</c:v>
                </c:pt>
                <c:pt idx="2831">
                  <c:v>5</c:v>
                </c:pt>
                <c:pt idx="2832">
                  <c:v>9</c:v>
                </c:pt>
                <c:pt idx="2833">
                  <c:v>4</c:v>
                </c:pt>
                <c:pt idx="2834">
                  <c:v>4</c:v>
                </c:pt>
                <c:pt idx="2835">
                  <c:v>6</c:v>
                </c:pt>
                <c:pt idx="2836">
                  <c:v>4</c:v>
                </c:pt>
                <c:pt idx="2837">
                  <c:v>6</c:v>
                </c:pt>
                <c:pt idx="2838">
                  <c:v>2</c:v>
                </c:pt>
                <c:pt idx="2839">
                  <c:v>4</c:v>
                </c:pt>
                <c:pt idx="2840">
                  <c:v>4</c:v>
                </c:pt>
                <c:pt idx="2841">
                  <c:v>2</c:v>
                </c:pt>
                <c:pt idx="2842">
                  <c:v>4</c:v>
                </c:pt>
                <c:pt idx="2843">
                  <c:v>5</c:v>
                </c:pt>
                <c:pt idx="2844">
                  <c:v>1</c:v>
                </c:pt>
                <c:pt idx="2845">
                  <c:v>6</c:v>
                </c:pt>
                <c:pt idx="2846">
                  <c:v>5</c:v>
                </c:pt>
                <c:pt idx="2847">
                  <c:v>2</c:v>
                </c:pt>
                <c:pt idx="2848">
                  <c:v>3</c:v>
                </c:pt>
                <c:pt idx="2849">
                  <c:v>1</c:v>
                </c:pt>
                <c:pt idx="2850">
                  <c:v>3</c:v>
                </c:pt>
                <c:pt idx="2851">
                  <c:v>6</c:v>
                </c:pt>
                <c:pt idx="2852">
                  <c:v>4</c:v>
                </c:pt>
                <c:pt idx="2853">
                  <c:v>5</c:v>
                </c:pt>
                <c:pt idx="2854">
                  <c:v>4</c:v>
                </c:pt>
                <c:pt idx="2855">
                  <c:v>2</c:v>
                </c:pt>
                <c:pt idx="2856">
                  <c:v>1</c:v>
                </c:pt>
                <c:pt idx="2857">
                  <c:v>2</c:v>
                </c:pt>
                <c:pt idx="2858">
                  <c:v>4</c:v>
                </c:pt>
                <c:pt idx="2859">
                  <c:v>5</c:v>
                </c:pt>
                <c:pt idx="2860">
                  <c:v>4</c:v>
                </c:pt>
                <c:pt idx="2861">
                  <c:v>5</c:v>
                </c:pt>
                <c:pt idx="2862">
                  <c:v>4</c:v>
                </c:pt>
                <c:pt idx="2863">
                  <c:v>2</c:v>
                </c:pt>
                <c:pt idx="2864">
                  <c:v>5</c:v>
                </c:pt>
                <c:pt idx="2865">
                  <c:v>6</c:v>
                </c:pt>
                <c:pt idx="2866">
                  <c:v>5</c:v>
                </c:pt>
                <c:pt idx="2867">
                  <c:v>5</c:v>
                </c:pt>
                <c:pt idx="2868">
                  <c:v>5</c:v>
                </c:pt>
                <c:pt idx="2869">
                  <c:v>5</c:v>
                </c:pt>
                <c:pt idx="2870">
                  <c:v>2</c:v>
                </c:pt>
                <c:pt idx="2871">
                  <c:v>5</c:v>
                </c:pt>
                <c:pt idx="2872">
                  <c:v>5</c:v>
                </c:pt>
                <c:pt idx="2873">
                  <c:v>2</c:v>
                </c:pt>
                <c:pt idx="2874">
                  <c:v>4</c:v>
                </c:pt>
                <c:pt idx="2875">
                  <c:v>5</c:v>
                </c:pt>
                <c:pt idx="2876">
                  <c:v>5</c:v>
                </c:pt>
                <c:pt idx="2877">
                  <c:v>4</c:v>
                </c:pt>
                <c:pt idx="2878">
                  <c:v>4</c:v>
                </c:pt>
                <c:pt idx="2879">
                  <c:v>4</c:v>
                </c:pt>
                <c:pt idx="2880">
                  <c:v>5</c:v>
                </c:pt>
                <c:pt idx="2881">
                  <c:v>5</c:v>
                </c:pt>
                <c:pt idx="2882">
                  <c:v>5</c:v>
                </c:pt>
                <c:pt idx="2883">
                  <c:v>4</c:v>
                </c:pt>
                <c:pt idx="2884">
                  <c:v>5</c:v>
                </c:pt>
                <c:pt idx="2885">
                  <c:v>5</c:v>
                </c:pt>
                <c:pt idx="2886">
                  <c:v>5</c:v>
                </c:pt>
                <c:pt idx="2887">
                  <c:v>4</c:v>
                </c:pt>
                <c:pt idx="2888">
                  <c:v>4</c:v>
                </c:pt>
                <c:pt idx="2889">
                  <c:v>4</c:v>
                </c:pt>
                <c:pt idx="2890">
                  <c:v>5</c:v>
                </c:pt>
                <c:pt idx="2891">
                  <c:v>6</c:v>
                </c:pt>
                <c:pt idx="2892">
                  <c:v>10</c:v>
                </c:pt>
                <c:pt idx="2893">
                  <c:v>1</c:v>
                </c:pt>
                <c:pt idx="2894">
                  <c:v>12</c:v>
                </c:pt>
                <c:pt idx="2895">
                  <c:v>12</c:v>
                </c:pt>
                <c:pt idx="2896">
                  <c:v>9</c:v>
                </c:pt>
                <c:pt idx="2897">
                  <c:v>14</c:v>
                </c:pt>
                <c:pt idx="2898">
                  <c:v>5</c:v>
                </c:pt>
                <c:pt idx="2899">
                  <c:v>6</c:v>
                </c:pt>
                <c:pt idx="2900">
                  <c:v>12</c:v>
                </c:pt>
                <c:pt idx="2901">
                  <c:v>5</c:v>
                </c:pt>
                <c:pt idx="2902">
                  <c:v>5</c:v>
                </c:pt>
                <c:pt idx="2903">
                  <c:v>4</c:v>
                </c:pt>
                <c:pt idx="2904">
                  <c:v>6</c:v>
                </c:pt>
                <c:pt idx="2905">
                  <c:v>4</c:v>
                </c:pt>
                <c:pt idx="2906">
                  <c:v>3</c:v>
                </c:pt>
                <c:pt idx="2907">
                  <c:v>6</c:v>
                </c:pt>
                <c:pt idx="2908">
                  <c:v>5</c:v>
                </c:pt>
                <c:pt idx="2909">
                  <c:v>3</c:v>
                </c:pt>
                <c:pt idx="2910">
                  <c:v>4</c:v>
                </c:pt>
                <c:pt idx="2911">
                  <c:v>4</c:v>
                </c:pt>
                <c:pt idx="2912">
                  <c:v>4</c:v>
                </c:pt>
                <c:pt idx="2913">
                  <c:v>4</c:v>
                </c:pt>
                <c:pt idx="2914">
                  <c:v>5</c:v>
                </c:pt>
                <c:pt idx="2915">
                  <c:v>5</c:v>
                </c:pt>
                <c:pt idx="2916">
                  <c:v>3</c:v>
                </c:pt>
                <c:pt idx="2917">
                  <c:v>3</c:v>
                </c:pt>
                <c:pt idx="2918">
                  <c:v>4</c:v>
                </c:pt>
                <c:pt idx="2919">
                  <c:v>4</c:v>
                </c:pt>
                <c:pt idx="2920">
                  <c:v>4</c:v>
                </c:pt>
                <c:pt idx="2921">
                  <c:v>4</c:v>
                </c:pt>
                <c:pt idx="2922">
                  <c:v>3</c:v>
                </c:pt>
                <c:pt idx="2923">
                  <c:v>3</c:v>
                </c:pt>
                <c:pt idx="2924">
                  <c:v>4</c:v>
                </c:pt>
                <c:pt idx="2925">
                  <c:v>2</c:v>
                </c:pt>
                <c:pt idx="2926">
                  <c:v>5</c:v>
                </c:pt>
                <c:pt idx="2927">
                  <c:v>4</c:v>
                </c:pt>
                <c:pt idx="2928">
                  <c:v>5</c:v>
                </c:pt>
                <c:pt idx="2929">
                  <c:v>4</c:v>
                </c:pt>
                <c:pt idx="2930">
                  <c:v>6</c:v>
                </c:pt>
                <c:pt idx="2931">
                  <c:v>4</c:v>
                </c:pt>
                <c:pt idx="2932">
                  <c:v>2</c:v>
                </c:pt>
                <c:pt idx="2933">
                  <c:v>4</c:v>
                </c:pt>
                <c:pt idx="2934">
                  <c:v>3</c:v>
                </c:pt>
                <c:pt idx="2935">
                  <c:v>6</c:v>
                </c:pt>
                <c:pt idx="2936">
                  <c:v>3</c:v>
                </c:pt>
                <c:pt idx="2937">
                  <c:v>5</c:v>
                </c:pt>
                <c:pt idx="2938">
                  <c:v>3</c:v>
                </c:pt>
                <c:pt idx="2939">
                  <c:v>0</c:v>
                </c:pt>
                <c:pt idx="2940">
                  <c:v>3</c:v>
                </c:pt>
                <c:pt idx="2941">
                  <c:v>4</c:v>
                </c:pt>
                <c:pt idx="2942">
                  <c:v>3</c:v>
                </c:pt>
                <c:pt idx="2943">
                  <c:v>5</c:v>
                </c:pt>
                <c:pt idx="2944">
                  <c:v>5</c:v>
                </c:pt>
                <c:pt idx="2945">
                  <c:v>4</c:v>
                </c:pt>
                <c:pt idx="2946">
                  <c:v>4</c:v>
                </c:pt>
                <c:pt idx="2947">
                  <c:v>14</c:v>
                </c:pt>
                <c:pt idx="2948">
                  <c:v>12</c:v>
                </c:pt>
                <c:pt idx="2949">
                  <c:v>5</c:v>
                </c:pt>
                <c:pt idx="2950">
                  <c:v>4</c:v>
                </c:pt>
                <c:pt idx="2951">
                  <c:v>7</c:v>
                </c:pt>
                <c:pt idx="2952">
                  <c:v>2</c:v>
                </c:pt>
                <c:pt idx="2953">
                  <c:v>9</c:v>
                </c:pt>
                <c:pt idx="2954">
                  <c:v>6</c:v>
                </c:pt>
                <c:pt idx="2955">
                  <c:v>3</c:v>
                </c:pt>
                <c:pt idx="2956">
                  <c:v>6</c:v>
                </c:pt>
                <c:pt idx="2957">
                  <c:v>2</c:v>
                </c:pt>
                <c:pt idx="2958">
                  <c:v>8</c:v>
                </c:pt>
                <c:pt idx="2959">
                  <c:v>4</c:v>
                </c:pt>
                <c:pt idx="2960">
                  <c:v>5</c:v>
                </c:pt>
                <c:pt idx="2961">
                  <c:v>12</c:v>
                </c:pt>
                <c:pt idx="2962">
                  <c:v>15</c:v>
                </c:pt>
                <c:pt idx="2963">
                  <c:v>6</c:v>
                </c:pt>
                <c:pt idx="2964">
                  <c:v>8</c:v>
                </c:pt>
                <c:pt idx="2965">
                  <c:v>9</c:v>
                </c:pt>
                <c:pt idx="2966">
                  <c:v>2</c:v>
                </c:pt>
                <c:pt idx="2967">
                  <c:v>2</c:v>
                </c:pt>
                <c:pt idx="2968">
                  <c:v>2</c:v>
                </c:pt>
                <c:pt idx="2969">
                  <c:v>2</c:v>
                </c:pt>
                <c:pt idx="2970">
                  <c:v>1</c:v>
                </c:pt>
                <c:pt idx="2971">
                  <c:v>1</c:v>
                </c:pt>
                <c:pt idx="2972">
                  <c:v>1</c:v>
                </c:pt>
                <c:pt idx="2973">
                  <c:v>1</c:v>
                </c:pt>
                <c:pt idx="2974">
                  <c:v>1</c:v>
                </c:pt>
                <c:pt idx="2975">
                  <c:v>1</c:v>
                </c:pt>
                <c:pt idx="2976">
                  <c:v>1</c:v>
                </c:pt>
                <c:pt idx="2977">
                  <c:v>1</c:v>
                </c:pt>
                <c:pt idx="2978">
                  <c:v>2</c:v>
                </c:pt>
                <c:pt idx="2979">
                  <c:v>1</c:v>
                </c:pt>
                <c:pt idx="2980">
                  <c:v>3</c:v>
                </c:pt>
                <c:pt idx="2981">
                  <c:v>1</c:v>
                </c:pt>
                <c:pt idx="2982">
                  <c:v>3</c:v>
                </c:pt>
                <c:pt idx="2983">
                  <c:v>1</c:v>
                </c:pt>
                <c:pt idx="2984">
                  <c:v>3</c:v>
                </c:pt>
                <c:pt idx="2985">
                  <c:v>2</c:v>
                </c:pt>
                <c:pt idx="2986">
                  <c:v>1</c:v>
                </c:pt>
                <c:pt idx="2987">
                  <c:v>2</c:v>
                </c:pt>
                <c:pt idx="2988">
                  <c:v>2</c:v>
                </c:pt>
                <c:pt idx="2989">
                  <c:v>2</c:v>
                </c:pt>
                <c:pt idx="2990">
                  <c:v>1</c:v>
                </c:pt>
                <c:pt idx="2991">
                  <c:v>1</c:v>
                </c:pt>
                <c:pt idx="2992">
                  <c:v>4</c:v>
                </c:pt>
                <c:pt idx="2993">
                  <c:v>2</c:v>
                </c:pt>
                <c:pt idx="2994">
                  <c:v>2</c:v>
                </c:pt>
                <c:pt idx="2995">
                  <c:v>1</c:v>
                </c:pt>
                <c:pt idx="2996">
                  <c:v>1</c:v>
                </c:pt>
                <c:pt idx="2997">
                  <c:v>1</c:v>
                </c:pt>
                <c:pt idx="2998">
                  <c:v>1</c:v>
                </c:pt>
                <c:pt idx="2999">
                  <c:v>1</c:v>
                </c:pt>
                <c:pt idx="3000">
                  <c:v>2</c:v>
                </c:pt>
                <c:pt idx="3001">
                  <c:v>2</c:v>
                </c:pt>
                <c:pt idx="3002">
                  <c:v>3</c:v>
                </c:pt>
                <c:pt idx="3003">
                  <c:v>7</c:v>
                </c:pt>
                <c:pt idx="3004">
                  <c:v>6</c:v>
                </c:pt>
                <c:pt idx="3005">
                  <c:v>6</c:v>
                </c:pt>
                <c:pt idx="3006">
                  <c:v>3</c:v>
                </c:pt>
                <c:pt idx="3007">
                  <c:v>7</c:v>
                </c:pt>
                <c:pt idx="3008">
                  <c:v>6</c:v>
                </c:pt>
                <c:pt idx="3009">
                  <c:v>7</c:v>
                </c:pt>
                <c:pt idx="3010">
                  <c:v>6</c:v>
                </c:pt>
                <c:pt idx="3011">
                  <c:v>8</c:v>
                </c:pt>
                <c:pt idx="3012">
                  <c:v>7</c:v>
                </c:pt>
                <c:pt idx="3013">
                  <c:v>8</c:v>
                </c:pt>
                <c:pt idx="3014">
                  <c:v>8</c:v>
                </c:pt>
                <c:pt idx="3015">
                  <c:v>6</c:v>
                </c:pt>
                <c:pt idx="3016">
                  <c:v>2</c:v>
                </c:pt>
                <c:pt idx="3017">
                  <c:v>2</c:v>
                </c:pt>
                <c:pt idx="3018">
                  <c:v>4</c:v>
                </c:pt>
                <c:pt idx="3019">
                  <c:v>2</c:v>
                </c:pt>
                <c:pt idx="3020">
                  <c:v>4</c:v>
                </c:pt>
                <c:pt idx="3021">
                  <c:v>2</c:v>
                </c:pt>
                <c:pt idx="3022">
                  <c:v>3</c:v>
                </c:pt>
                <c:pt idx="3023">
                  <c:v>3</c:v>
                </c:pt>
                <c:pt idx="3024">
                  <c:v>2</c:v>
                </c:pt>
                <c:pt idx="3025">
                  <c:v>3</c:v>
                </c:pt>
                <c:pt idx="3026">
                  <c:v>2</c:v>
                </c:pt>
                <c:pt idx="3027">
                  <c:v>2</c:v>
                </c:pt>
                <c:pt idx="3028">
                  <c:v>2</c:v>
                </c:pt>
                <c:pt idx="3029">
                  <c:v>4</c:v>
                </c:pt>
                <c:pt idx="3030">
                  <c:v>3</c:v>
                </c:pt>
                <c:pt idx="3031">
                  <c:v>3</c:v>
                </c:pt>
                <c:pt idx="3032">
                  <c:v>5</c:v>
                </c:pt>
                <c:pt idx="3033">
                  <c:v>3</c:v>
                </c:pt>
                <c:pt idx="3034">
                  <c:v>4</c:v>
                </c:pt>
                <c:pt idx="3035">
                  <c:v>6</c:v>
                </c:pt>
                <c:pt idx="3036">
                  <c:v>7</c:v>
                </c:pt>
                <c:pt idx="3037">
                  <c:v>5</c:v>
                </c:pt>
                <c:pt idx="3038">
                  <c:v>5</c:v>
                </c:pt>
                <c:pt idx="3039">
                  <c:v>4</c:v>
                </c:pt>
                <c:pt idx="3040">
                  <c:v>-4</c:v>
                </c:pt>
                <c:pt idx="3041">
                  <c:v>4</c:v>
                </c:pt>
                <c:pt idx="3042">
                  <c:v>6</c:v>
                </c:pt>
                <c:pt idx="3043">
                  <c:v>3</c:v>
                </c:pt>
                <c:pt idx="3044">
                  <c:v>6</c:v>
                </c:pt>
                <c:pt idx="3045">
                  <c:v>4</c:v>
                </c:pt>
                <c:pt idx="3046">
                  <c:v>2</c:v>
                </c:pt>
                <c:pt idx="3047">
                  <c:v>5</c:v>
                </c:pt>
                <c:pt idx="3048">
                  <c:v>2</c:v>
                </c:pt>
                <c:pt idx="3049">
                  <c:v>4</c:v>
                </c:pt>
                <c:pt idx="3050">
                  <c:v>4</c:v>
                </c:pt>
                <c:pt idx="3051">
                  <c:v>2</c:v>
                </c:pt>
                <c:pt idx="3052">
                  <c:v>2</c:v>
                </c:pt>
                <c:pt idx="3053">
                  <c:v>6</c:v>
                </c:pt>
                <c:pt idx="3054">
                  <c:v>4</c:v>
                </c:pt>
                <c:pt idx="3055">
                  <c:v>13</c:v>
                </c:pt>
                <c:pt idx="3056">
                  <c:v>4</c:v>
                </c:pt>
                <c:pt idx="3057">
                  <c:v>4</c:v>
                </c:pt>
                <c:pt idx="3058">
                  <c:v>1</c:v>
                </c:pt>
                <c:pt idx="3059">
                  <c:v>5</c:v>
                </c:pt>
                <c:pt idx="3060">
                  <c:v>4</c:v>
                </c:pt>
                <c:pt idx="3061">
                  <c:v>4</c:v>
                </c:pt>
                <c:pt idx="3062">
                  <c:v>5</c:v>
                </c:pt>
                <c:pt idx="3063">
                  <c:v>8</c:v>
                </c:pt>
                <c:pt idx="3064">
                  <c:v>5</c:v>
                </c:pt>
                <c:pt idx="3065">
                  <c:v>10</c:v>
                </c:pt>
                <c:pt idx="3066">
                  <c:v>4</c:v>
                </c:pt>
                <c:pt idx="3067">
                  <c:v>3</c:v>
                </c:pt>
                <c:pt idx="3068">
                  <c:v>3</c:v>
                </c:pt>
                <c:pt idx="3069">
                  <c:v>3</c:v>
                </c:pt>
                <c:pt idx="3070">
                  <c:v>4</c:v>
                </c:pt>
                <c:pt idx="3071">
                  <c:v>7</c:v>
                </c:pt>
                <c:pt idx="3072">
                  <c:v>4</c:v>
                </c:pt>
                <c:pt idx="3073">
                  <c:v>4</c:v>
                </c:pt>
                <c:pt idx="3074">
                  <c:v>1</c:v>
                </c:pt>
                <c:pt idx="3075">
                  <c:v>4</c:v>
                </c:pt>
                <c:pt idx="3076">
                  <c:v>4</c:v>
                </c:pt>
                <c:pt idx="3077">
                  <c:v>7</c:v>
                </c:pt>
                <c:pt idx="3078">
                  <c:v>8</c:v>
                </c:pt>
                <c:pt idx="3079">
                  <c:v>3</c:v>
                </c:pt>
                <c:pt idx="3080">
                  <c:v>8</c:v>
                </c:pt>
                <c:pt idx="3081">
                  <c:v>5</c:v>
                </c:pt>
                <c:pt idx="3082">
                  <c:v>12</c:v>
                </c:pt>
                <c:pt idx="3083">
                  <c:v>5</c:v>
                </c:pt>
                <c:pt idx="3084">
                  <c:v>3</c:v>
                </c:pt>
                <c:pt idx="3085">
                  <c:v>5</c:v>
                </c:pt>
                <c:pt idx="3086">
                  <c:v>8</c:v>
                </c:pt>
                <c:pt idx="3087">
                  <c:v>3</c:v>
                </c:pt>
                <c:pt idx="3088">
                  <c:v>3</c:v>
                </c:pt>
                <c:pt idx="3089">
                  <c:v>6</c:v>
                </c:pt>
                <c:pt idx="3090">
                  <c:v>6</c:v>
                </c:pt>
                <c:pt idx="3091">
                  <c:v>3</c:v>
                </c:pt>
                <c:pt idx="3092">
                  <c:v>6</c:v>
                </c:pt>
                <c:pt idx="3093">
                  <c:v>5</c:v>
                </c:pt>
                <c:pt idx="3094">
                  <c:v>6</c:v>
                </c:pt>
                <c:pt idx="3095">
                  <c:v>3</c:v>
                </c:pt>
                <c:pt idx="3096">
                  <c:v>5</c:v>
                </c:pt>
                <c:pt idx="3097">
                  <c:v>6</c:v>
                </c:pt>
                <c:pt idx="3098">
                  <c:v>6</c:v>
                </c:pt>
                <c:pt idx="3099">
                  <c:v>2</c:v>
                </c:pt>
                <c:pt idx="3100">
                  <c:v>2</c:v>
                </c:pt>
                <c:pt idx="3101">
                  <c:v>2</c:v>
                </c:pt>
                <c:pt idx="3102">
                  <c:v>2</c:v>
                </c:pt>
                <c:pt idx="3103">
                  <c:v>2</c:v>
                </c:pt>
                <c:pt idx="3104">
                  <c:v>2</c:v>
                </c:pt>
                <c:pt idx="3105">
                  <c:v>2</c:v>
                </c:pt>
                <c:pt idx="3106">
                  <c:v>2</c:v>
                </c:pt>
                <c:pt idx="3107">
                  <c:v>2</c:v>
                </c:pt>
                <c:pt idx="3108">
                  <c:v>2</c:v>
                </c:pt>
                <c:pt idx="3109">
                  <c:v>6</c:v>
                </c:pt>
                <c:pt idx="3110">
                  <c:v>2</c:v>
                </c:pt>
                <c:pt idx="3111">
                  <c:v>4</c:v>
                </c:pt>
                <c:pt idx="3112">
                  <c:v>4</c:v>
                </c:pt>
                <c:pt idx="3113">
                  <c:v>2</c:v>
                </c:pt>
                <c:pt idx="3114">
                  <c:v>3</c:v>
                </c:pt>
                <c:pt idx="3115">
                  <c:v>5</c:v>
                </c:pt>
                <c:pt idx="3116">
                  <c:v>2</c:v>
                </c:pt>
                <c:pt idx="3117">
                  <c:v>2</c:v>
                </c:pt>
                <c:pt idx="3118">
                  <c:v>2</c:v>
                </c:pt>
                <c:pt idx="3119">
                  <c:v>4</c:v>
                </c:pt>
                <c:pt idx="3120">
                  <c:v>2</c:v>
                </c:pt>
                <c:pt idx="3121">
                  <c:v>4</c:v>
                </c:pt>
                <c:pt idx="3122">
                  <c:v>2</c:v>
                </c:pt>
                <c:pt idx="3123">
                  <c:v>6</c:v>
                </c:pt>
                <c:pt idx="3124">
                  <c:v>3</c:v>
                </c:pt>
                <c:pt idx="3125">
                  <c:v>2</c:v>
                </c:pt>
                <c:pt idx="3126">
                  <c:v>2</c:v>
                </c:pt>
                <c:pt idx="3127">
                  <c:v>2</c:v>
                </c:pt>
                <c:pt idx="3128">
                  <c:v>2</c:v>
                </c:pt>
                <c:pt idx="3129">
                  <c:v>2</c:v>
                </c:pt>
                <c:pt idx="3130">
                  <c:v>5</c:v>
                </c:pt>
                <c:pt idx="3131">
                  <c:v>10</c:v>
                </c:pt>
                <c:pt idx="3132">
                  <c:v>2</c:v>
                </c:pt>
                <c:pt idx="3133">
                  <c:v>3</c:v>
                </c:pt>
                <c:pt idx="3134">
                  <c:v>3</c:v>
                </c:pt>
                <c:pt idx="3135">
                  <c:v>4</c:v>
                </c:pt>
                <c:pt idx="3136">
                  <c:v>1</c:v>
                </c:pt>
                <c:pt idx="3137">
                  <c:v>4</c:v>
                </c:pt>
                <c:pt idx="3138">
                  <c:v>2</c:v>
                </c:pt>
                <c:pt idx="3139">
                  <c:v>4</c:v>
                </c:pt>
                <c:pt idx="3140">
                  <c:v>3</c:v>
                </c:pt>
                <c:pt idx="3141">
                  <c:v>2</c:v>
                </c:pt>
                <c:pt idx="3142">
                  <c:v>4</c:v>
                </c:pt>
                <c:pt idx="3143">
                  <c:v>2</c:v>
                </c:pt>
                <c:pt idx="3144">
                  <c:v>4</c:v>
                </c:pt>
                <c:pt idx="3145">
                  <c:v>2</c:v>
                </c:pt>
                <c:pt idx="3146">
                  <c:v>3</c:v>
                </c:pt>
                <c:pt idx="3147">
                  <c:v>2</c:v>
                </c:pt>
                <c:pt idx="3148">
                  <c:v>8</c:v>
                </c:pt>
                <c:pt idx="3149">
                  <c:v>3</c:v>
                </c:pt>
                <c:pt idx="3150">
                  <c:v>2</c:v>
                </c:pt>
                <c:pt idx="3151">
                  <c:v>2</c:v>
                </c:pt>
                <c:pt idx="3152">
                  <c:v>3</c:v>
                </c:pt>
                <c:pt idx="3153">
                  <c:v>2</c:v>
                </c:pt>
                <c:pt idx="3154">
                  <c:v>6</c:v>
                </c:pt>
                <c:pt idx="3155">
                  <c:v>4</c:v>
                </c:pt>
                <c:pt idx="3156">
                  <c:v>3</c:v>
                </c:pt>
                <c:pt idx="3157">
                  <c:v>2</c:v>
                </c:pt>
                <c:pt idx="3158">
                  <c:v>2</c:v>
                </c:pt>
                <c:pt idx="3159">
                  <c:v>2</c:v>
                </c:pt>
                <c:pt idx="3160">
                  <c:v>4</c:v>
                </c:pt>
                <c:pt idx="3161">
                  <c:v>5</c:v>
                </c:pt>
                <c:pt idx="3162">
                  <c:v>3</c:v>
                </c:pt>
                <c:pt idx="3163">
                  <c:v>4</c:v>
                </c:pt>
                <c:pt idx="3164">
                  <c:v>2</c:v>
                </c:pt>
                <c:pt idx="3165">
                  <c:v>4</c:v>
                </c:pt>
                <c:pt idx="3166">
                  <c:v>3</c:v>
                </c:pt>
                <c:pt idx="3167">
                  <c:v>4</c:v>
                </c:pt>
                <c:pt idx="3168">
                  <c:v>3</c:v>
                </c:pt>
                <c:pt idx="3169">
                  <c:v>2</c:v>
                </c:pt>
                <c:pt idx="3170">
                  <c:v>3</c:v>
                </c:pt>
                <c:pt idx="3171">
                  <c:v>3</c:v>
                </c:pt>
                <c:pt idx="3172">
                  <c:v>7</c:v>
                </c:pt>
                <c:pt idx="3173">
                  <c:v>3</c:v>
                </c:pt>
                <c:pt idx="3174">
                  <c:v>2</c:v>
                </c:pt>
                <c:pt idx="3175">
                  <c:v>5</c:v>
                </c:pt>
                <c:pt idx="3176">
                  <c:v>3</c:v>
                </c:pt>
                <c:pt idx="3177">
                  <c:v>3</c:v>
                </c:pt>
                <c:pt idx="3178">
                  <c:v>3</c:v>
                </c:pt>
                <c:pt idx="3179">
                  <c:v>2</c:v>
                </c:pt>
                <c:pt idx="3180">
                  <c:v>2</c:v>
                </c:pt>
                <c:pt idx="3181">
                  <c:v>3</c:v>
                </c:pt>
                <c:pt idx="3182">
                  <c:v>2</c:v>
                </c:pt>
                <c:pt idx="3183">
                  <c:v>3</c:v>
                </c:pt>
                <c:pt idx="3184">
                  <c:v>2</c:v>
                </c:pt>
                <c:pt idx="3185">
                  <c:v>3</c:v>
                </c:pt>
                <c:pt idx="3186">
                  <c:v>2</c:v>
                </c:pt>
                <c:pt idx="3187">
                  <c:v>3</c:v>
                </c:pt>
                <c:pt idx="3188">
                  <c:v>2</c:v>
                </c:pt>
                <c:pt idx="3189">
                  <c:v>3</c:v>
                </c:pt>
                <c:pt idx="3190">
                  <c:v>3</c:v>
                </c:pt>
                <c:pt idx="3191">
                  <c:v>2</c:v>
                </c:pt>
                <c:pt idx="3192">
                  <c:v>2</c:v>
                </c:pt>
                <c:pt idx="3193">
                  <c:v>3</c:v>
                </c:pt>
                <c:pt idx="3194">
                  <c:v>3</c:v>
                </c:pt>
                <c:pt idx="3195">
                  <c:v>3</c:v>
                </c:pt>
                <c:pt idx="3196">
                  <c:v>2</c:v>
                </c:pt>
                <c:pt idx="3197">
                  <c:v>3</c:v>
                </c:pt>
                <c:pt idx="3198">
                  <c:v>3</c:v>
                </c:pt>
                <c:pt idx="3199">
                  <c:v>4</c:v>
                </c:pt>
                <c:pt idx="3200">
                  <c:v>7</c:v>
                </c:pt>
                <c:pt idx="3201">
                  <c:v>7</c:v>
                </c:pt>
                <c:pt idx="3202">
                  <c:v>9</c:v>
                </c:pt>
                <c:pt idx="3203">
                  <c:v>11</c:v>
                </c:pt>
                <c:pt idx="3204">
                  <c:v>17</c:v>
                </c:pt>
                <c:pt idx="3205">
                  <c:v>3</c:v>
                </c:pt>
                <c:pt idx="3206">
                  <c:v>3</c:v>
                </c:pt>
                <c:pt idx="3207">
                  <c:v>4</c:v>
                </c:pt>
                <c:pt idx="3208">
                  <c:v>4</c:v>
                </c:pt>
                <c:pt idx="3209">
                  <c:v>4</c:v>
                </c:pt>
                <c:pt idx="3210">
                  <c:v>3</c:v>
                </c:pt>
                <c:pt idx="3211">
                  <c:v>3</c:v>
                </c:pt>
                <c:pt idx="3212">
                  <c:v>2</c:v>
                </c:pt>
                <c:pt idx="3213">
                  <c:v>5</c:v>
                </c:pt>
                <c:pt idx="3214">
                  <c:v>5</c:v>
                </c:pt>
                <c:pt idx="3215">
                  <c:v>2</c:v>
                </c:pt>
                <c:pt idx="3216">
                  <c:v>2</c:v>
                </c:pt>
                <c:pt idx="3217">
                  <c:v>3</c:v>
                </c:pt>
                <c:pt idx="3218">
                  <c:v>4</c:v>
                </c:pt>
                <c:pt idx="3219">
                  <c:v>9</c:v>
                </c:pt>
                <c:pt idx="3220">
                  <c:v>3</c:v>
                </c:pt>
                <c:pt idx="3221">
                  <c:v>4</c:v>
                </c:pt>
                <c:pt idx="3222">
                  <c:v>4</c:v>
                </c:pt>
                <c:pt idx="3223">
                  <c:v>4</c:v>
                </c:pt>
                <c:pt idx="3224">
                  <c:v>3</c:v>
                </c:pt>
                <c:pt idx="3225">
                  <c:v>6</c:v>
                </c:pt>
                <c:pt idx="3226">
                  <c:v>3</c:v>
                </c:pt>
                <c:pt idx="3227">
                  <c:v>4</c:v>
                </c:pt>
                <c:pt idx="3228">
                  <c:v>3</c:v>
                </c:pt>
                <c:pt idx="3229">
                  <c:v>3</c:v>
                </c:pt>
                <c:pt idx="3230">
                  <c:v>3</c:v>
                </c:pt>
                <c:pt idx="3231">
                  <c:v>2</c:v>
                </c:pt>
                <c:pt idx="3232">
                  <c:v>2</c:v>
                </c:pt>
                <c:pt idx="3233">
                  <c:v>3</c:v>
                </c:pt>
                <c:pt idx="3234">
                  <c:v>3</c:v>
                </c:pt>
                <c:pt idx="3235">
                  <c:v>3</c:v>
                </c:pt>
                <c:pt idx="3236">
                  <c:v>3</c:v>
                </c:pt>
                <c:pt idx="3237">
                  <c:v>3</c:v>
                </c:pt>
                <c:pt idx="3238">
                  <c:v>5</c:v>
                </c:pt>
                <c:pt idx="3239">
                  <c:v>7</c:v>
                </c:pt>
                <c:pt idx="3240">
                  <c:v>5</c:v>
                </c:pt>
                <c:pt idx="3241">
                  <c:v>4</c:v>
                </c:pt>
                <c:pt idx="3242">
                  <c:v>5</c:v>
                </c:pt>
                <c:pt idx="3243">
                  <c:v>4</c:v>
                </c:pt>
                <c:pt idx="3244">
                  <c:v>6</c:v>
                </c:pt>
                <c:pt idx="3245">
                  <c:v>4</c:v>
                </c:pt>
                <c:pt idx="3246">
                  <c:v>4</c:v>
                </c:pt>
                <c:pt idx="3247">
                  <c:v>3</c:v>
                </c:pt>
                <c:pt idx="3248">
                  <c:v>4</c:v>
                </c:pt>
                <c:pt idx="3249">
                  <c:v>3</c:v>
                </c:pt>
                <c:pt idx="3250">
                  <c:v>6</c:v>
                </c:pt>
                <c:pt idx="3251">
                  <c:v>3</c:v>
                </c:pt>
                <c:pt idx="3252">
                  <c:v>6</c:v>
                </c:pt>
                <c:pt idx="3253">
                  <c:v>6</c:v>
                </c:pt>
                <c:pt idx="3254">
                  <c:v>3</c:v>
                </c:pt>
                <c:pt idx="3255">
                  <c:v>2</c:v>
                </c:pt>
                <c:pt idx="3256">
                  <c:v>3</c:v>
                </c:pt>
                <c:pt idx="3257">
                  <c:v>4</c:v>
                </c:pt>
                <c:pt idx="3258">
                  <c:v>5</c:v>
                </c:pt>
                <c:pt idx="3259">
                  <c:v>2</c:v>
                </c:pt>
                <c:pt idx="3260">
                  <c:v>7</c:v>
                </c:pt>
                <c:pt idx="3261">
                  <c:v>3</c:v>
                </c:pt>
                <c:pt idx="3262">
                  <c:v>7</c:v>
                </c:pt>
                <c:pt idx="3263">
                  <c:v>4</c:v>
                </c:pt>
                <c:pt idx="3264">
                  <c:v>4</c:v>
                </c:pt>
                <c:pt idx="3265">
                  <c:v>7</c:v>
                </c:pt>
                <c:pt idx="3266">
                  <c:v>3</c:v>
                </c:pt>
                <c:pt idx="3267">
                  <c:v>5</c:v>
                </c:pt>
                <c:pt idx="3268">
                  <c:v>3</c:v>
                </c:pt>
                <c:pt idx="3269">
                  <c:v>3</c:v>
                </c:pt>
                <c:pt idx="3270">
                  <c:v>4</c:v>
                </c:pt>
                <c:pt idx="3271">
                  <c:v>9</c:v>
                </c:pt>
                <c:pt idx="3272">
                  <c:v>4</c:v>
                </c:pt>
                <c:pt idx="3273">
                  <c:v>2</c:v>
                </c:pt>
                <c:pt idx="3274">
                  <c:v>3</c:v>
                </c:pt>
                <c:pt idx="3275">
                  <c:v>5</c:v>
                </c:pt>
                <c:pt idx="3276">
                  <c:v>5</c:v>
                </c:pt>
                <c:pt idx="3277">
                  <c:v>3</c:v>
                </c:pt>
                <c:pt idx="3278">
                  <c:v>2</c:v>
                </c:pt>
                <c:pt idx="3279">
                  <c:v>4</c:v>
                </c:pt>
                <c:pt idx="3280">
                  <c:v>3</c:v>
                </c:pt>
                <c:pt idx="3281">
                  <c:v>2</c:v>
                </c:pt>
                <c:pt idx="3282">
                  <c:v>2</c:v>
                </c:pt>
                <c:pt idx="3283">
                  <c:v>3</c:v>
                </c:pt>
                <c:pt idx="3284">
                  <c:v>6</c:v>
                </c:pt>
                <c:pt idx="3285">
                  <c:v>4</c:v>
                </c:pt>
                <c:pt idx="3286">
                  <c:v>4</c:v>
                </c:pt>
                <c:pt idx="3287">
                  <c:v>2</c:v>
                </c:pt>
                <c:pt idx="3288">
                  <c:v>2</c:v>
                </c:pt>
                <c:pt idx="3289">
                  <c:v>6</c:v>
                </c:pt>
                <c:pt idx="3290">
                  <c:v>4</c:v>
                </c:pt>
                <c:pt idx="3291">
                  <c:v>4</c:v>
                </c:pt>
                <c:pt idx="3292">
                  <c:v>1</c:v>
                </c:pt>
                <c:pt idx="3293">
                  <c:v>3</c:v>
                </c:pt>
                <c:pt idx="3294">
                  <c:v>2</c:v>
                </c:pt>
                <c:pt idx="3295">
                  <c:v>2</c:v>
                </c:pt>
                <c:pt idx="3296">
                  <c:v>3</c:v>
                </c:pt>
                <c:pt idx="3297">
                  <c:v>2</c:v>
                </c:pt>
                <c:pt idx="3298">
                  <c:v>2</c:v>
                </c:pt>
                <c:pt idx="3299">
                  <c:v>2</c:v>
                </c:pt>
                <c:pt idx="3300">
                  <c:v>1</c:v>
                </c:pt>
                <c:pt idx="3301">
                  <c:v>2</c:v>
                </c:pt>
                <c:pt idx="3302">
                  <c:v>3</c:v>
                </c:pt>
                <c:pt idx="3303">
                  <c:v>3</c:v>
                </c:pt>
                <c:pt idx="3304">
                  <c:v>1</c:v>
                </c:pt>
                <c:pt idx="3305">
                  <c:v>5</c:v>
                </c:pt>
                <c:pt idx="3306">
                  <c:v>1</c:v>
                </c:pt>
                <c:pt idx="3307">
                  <c:v>4</c:v>
                </c:pt>
                <c:pt idx="3308">
                  <c:v>1</c:v>
                </c:pt>
                <c:pt idx="3309">
                  <c:v>2</c:v>
                </c:pt>
                <c:pt idx="3310">
                  <c:v>7</c:v>
                </c:pt>
                <c:pt idx="3311">
                  <c:v>4</c:v>
                </c:pt>
                <c:pt idx="3312">
                  <c:v>6</c:v>
                </c:pt>
                <c:pt idx="3313">
                  <c:v>2</c:v>
                </c:pt>
                <c:pt idx="3314">
                  <c:v>4</c:v>
                </c:pt>
                <c:pt idx="3315">
                  <c:v>4</c:v>
                </c:pt>
                <c:pt idx="3316">
                  <c:v>2</c:v>
                </c:pt>
                <c:pt idx="3317">
                  <c:v>4</c:v>
                </c:pt>
                <c:pt idx="3318">
                  <c:v>6</c:v>
                </c:pt>
                <c:pt idx="3319">
                  <c:v>5</c:v>
                </c:pt>
                <c:pt idx="3320">
                  <c:v>4</c:v>
                </c:pt>
                <c:pt idx="3321">
                  <c:v>6</c:v>
                </c:pt>
                <c:pt idx="3322">
                  <c:v>4</c:v>
                </c:pt>
                <c:pt idx="3323">
                  <c:v>6</c:v>
                </c:pt>
                <c:pt idx="3324">
                  <c:v>6</c:v>
                </c:pt>
                <c:pt idx="3325">
                  <c:v>4</c:v>
                </c:pt>
                <c:pt idx="3326">
                  <c:v>2</c:v>
                </c:pt>
                <c:pt idx="3327">
                  <c:v>5</c:v>
                </c:pt>
                <c:pt idx="3328">
                  <c:v>4</c:v>
                </c:pt>
                <c:pt idx="3329">
                  <c:v>2</c:v>
                </c:pt>
                <c:pt idx="3330">
                  <c:v>1</c:v>
                </c:pt>
                <c:pt idx="3331">
                  <c:v>6</c:v>
                </c:pt>
                <c:pt idx="3332">
                  <c:v>4</c:v>
                </c:pt>
                <c:pt idx="3333">
                  <c:v>2</c:v>
                </c:pt>
                <c:pt idx="3334">
                  <c:v>2</c:v>
                </c:pt>
                <c:pt idx="3335">
                  <c:v>4</c:v>
                </c:pt>
                <c:pt idx="3336">
                  <c:v>2</c:v>
                </c:pt>
                <c:pt idx="3337">
                  <c:v>4</c:v>
                </c:pt>
                <c:pt idx="3338">
                  <c:v>4</c:v>
                </c:pt>
                <c:pt idx="3339">
                  <c:v>2</c:v>
                </c:pt>
                <c:pt idx="3340">
                  <c:v>4</c:v>
                </c:pt>
                <c:pt idx="3341">
                  <c:v>3</c:v>
                </c:pt>
                <c:pt idx="3342">
                  <c:v>2</c:v>
                </c:pt>
                <c:pt idx="3343">
                  <c:v>3</c:v>
                </c:pt>
                <c:pt idx="3344">
                  <c:v>2</c:v>
                </c:pt>
                <c:pt idx="3345">
                  <c:v>3</c:v>
                </c:pt>
                <c:pt idx="3346">
                  <c:v>2</c:v>
                </c:pt>
                <c:pt idx="3347">
                  <c:v>3</c:v>
                </c:pt>
                <c:pt idx="3348">
                  <c:v>3</c:v>
                </c:pt>
                <c:pt idx="3349">
                  <c:v>3</c:v>
                </c:pt>
                <c:pt idx="3350">
                  <c:v>4</c:v>
                </c:pt>
                <c:pt idx="3351">
                  <c:v>4</c:v>
                </c:pt>
                <c:pt idx="3352">
                  <c:v>2</c:v>
                </c:pt>
                <c:pt idx="3353">
                  <c:v>2</c:v>
                </c:pt>
                <c:pt idx="3354">
                  <c:v>2</c:v>
                </c:pt>
                <c:pt idx="3355">
                  <c:v>2</c:v>
                </c:pt>
                <c:pt idx="3356">
                  <c:v>4</c:v>
                </c:pt>
                <c:pt idx="3357">
                  <c:v>3</c:v>
                </c:pt>
                <c:pt idx="3358">
                  <c:v>5</c:v>
                </c:pt>
                <c:pt idx="3359">
                  <c:v>1</c:v>
                </c:pt>
                <c:pt idx="3360">
                  <c:v>2</c:v>
                </c:pt>
                <c:pt idx="3361">
                  <c:v>2</c:v>
                </c:pt>
                <c:pt idx="3362">
                  <c:v>3</c:v>
                </c:pt>
                <c:pt idx="3363">
                  <c:v>3</c:v>
                </c:pt>
                <c:pt idx="3364">
                  <c:v>2</c:v>
                </c:pt>
                <c:pt idx="3365">
                  <c:v>3</c:v>
                </c:pt>
                <c:pt idx="3366">
                  <c:v>3</c:v>
                </c:pt>
                <c:pt idx="3367">
                  <c:v>8</c:v>
                </c:pt>
                <c:pt idx="3368">
                  <c:v>3</c:v>
                </c:pt>
                <c:pt idx="3369">
                  <c:v>3</c:v>
                </c:pt>
                <c:pt idx="3370">
                  <c:v>2</c:v>
                </c:pt>
                <c:pt idx="3371">
                  <c:v>4</c:v>
                </c:pt>
                <c:pt idx="3372">
                  <c:v>4</c:v>
                </c:pt>
                <c:pt idx="3373">
                  <c:v>4</c:v>
                </c:pt>
                <c:pt idx="3374">
                  <c:v>4</c:v>
                </c:pt>
                <c:pt idx="3375">
                  <c:v>6</c:v>
                </c:pt>
                <c:pt idx="3376">
                  <c:v>4</c:v>
                </c:pt>
                <c:pt idx="3377">
                  <c:v>4</c:v>
                </c:pt>
                <c:pt idx="3378">
                  <c:v>4</c:v>
                </c:pt>
                <c:pt idx="3379">
                  <c:v>5</c:v>
                </c:pt>
                <c:pt idx="3380">
                  <c:v>4</c:v>
                </c:pt>
                <c:pt idx="3381">
                  <c:v>5</c:v>
                </c:pt>
                <c:pt idx="3382">
                  <c:v>5</c:v>
                </c:pt>
                <c:pt idx="3383">
                  <c:v>4</c:v>
                </c:pt>
                <c:pt idx="3384">
                  <c:v>4</c:v>
                </c:pt>
                <c:pt idx="3385">
                  <c:v>5</c:v>
                </c:pt>
                <c:pt idx="3386">
                  <c:v>4</c:v>
                </c:pt>
                <c:pt idx="3387">
                  <c:v>5</c:v>
                </c:pt>
                <c:pt idx="3388">
                  <c:v>4</c:v>
                </c:pt>
                <c:pt idx="3389">
                  <c:v>4</c:v>
                </c:pt>
                <c:pt idx="3390">
                  <c:v>4</c:v>
                </c:pt>
                <c:pt idx="3391">
                  <c:v>4</c:v>
                </c:pt>
                <c:pt idx="3392">
                  <c:v>6</c:v>
                </c:pt>
                <c:pt idx="3393">
                  <c:v>2</c:v>
                </c:pt>
                <c:pt idx="3394">
                  <c:v>2</c:v>
                </c:pt>
                <c:pt idx="3395">
                  <c:v>2</c:v>
                </c:pt>
                <c:pt idx="3396">
                  <c:v>3</c:v>
                </c:pt>
                <c:pt idx="3397">
                  <c:v>2</c:v>
                </c:pt>
                <c:pt idx="3398">
                  <c:v>3</c:v>
                </c:pt>
                <c:pt idx="3399">
                  <c:v>2</c:v>
                </c:pt>
                <c:pt idx="3400">
                  <c:v>1</c:v>
                </c:pt>
                <c:pt idx="3401">
                  <c:v>2</c:v>
                </c:pt>
                <c:pt idx="3402">
                  <c:v>3</c:v>
                </c:pt>
                <c:pt idx="3403">
                  <c:v>3</c:v>
                </c:pt>
                <c:pt idx="3404">
                  <c:v>1</c:v>
                </c:pt>
                <c:pt idx="3405">
                  <c:v>2</c:v>
                </c:pt>
                <c:pt idx="3406">
                  <c:v>7</c:v>
                </c:pt>
                <c:pt idx="3407">
                  <c:v>1</c:v>
                </c:pt>
                <c:pt idx="3408">
                  <c:v>3</c:v>
                </c:pt>
                <c:pt idx="3409">
                  <c:v>4</c:v>
                </c:pt>
                <c:pt idx="3410">
                  <c:v>2</c:v>
                </c:pt>
                <c:pt idx="3411">
                  <c:v>-1</c:v>
                </c:pt>
                <c:pt idx="3412">
                  <c:v>3</c:v>
                </c:pt>
                <c:pt idx="3413">
                  <c:v>3</c:v>
                </c:pt>
                <c:pt idx="3414">
                  <c:v>5</c:v>
                </c:pt>
                <c:pt idx="3415">
                  <c:v>2</c:v>
                </c:pt>
                <c:pt idx="3416">
                  <c:v>3</c:v>
                </c:pt>
                <c:pt idx="3417">
                  <c:v>3</c:v>
                </c:pt>
                <c:pt idx="3418">
                  <c:v>3</c:v>
                </c:pt>
                <c:pt idx="3419">
                  <c:v>6</c:v>
                </c:pt>
                <c:pt idx="3420">
                  <c:v>4</c:v>
                </c:pt>
                <c:pt idx="3421">
                  <c:v>2</c:v>
                </c:pt>
                <c:pt idx="3422">
                  <c:v>1</c:v>
                </c:pt>
                <c:pt idx="3423">
                  <c:v>3</c:v>
                </c:pt>
                <c:pt idx="3424">
                  <c:v>3</c:v>
                </c:pt>
                <c:pt idx="3425">
                  <c:v>3</c:v>
                </c:pt>
                <c:pt idx="3426">
                  <c:v>2</c:v>
                </c:pt>
                <c:pt idx="3427">
                  <c:v>3</c:v>
                </c:pt>
                <c:pt idx="3428">
                  <c:v>3</c:v>
                </c:pt>
                <c:pt idx="3429">
                  <c:v>2</c:v>
                </c:pt>
                <c:pt idx="3430">
                  <c:v>3</c:v>
                </c:pt>
                <c:pt idx="3431">
                  <c:v>3</c:v>
                </c:pt>
                <c:pt idx="3432">
                  <c:v>2</c:v>
                </c:pt>
                <c:pt idx="3433">
                  <c:v>3</c:v>
                </c:pt>
                <c:pt idx="3434">
                  <c:v>2</c:v>
                </c:pt>
                <c:pt idx="3435">
                  <c:v>2</c:v>
                </c:pt>
                <c:pt idx="3436">
                  <c:v>2</c:v>
                </c:pt>
                <c:pt idx="3437">
                  <c:v>3</c:v>
                </c:pt>
                <c:pt idx="3438">
                  <c:v>2</c:v>
                </c:pt>
                <c:pt idx="3439">
                  <c:v>2</c:v>
                </c:pt>
                <c:pt idx="3440">
                  <c:v>4</c:v>
                </c:pt>
                <c:pt idx="3441">
                  <c:v>3</c:v>
                </c:pt>
                <c:pt idx="3442">
                  <c:v>2</c:v>
                </c:pt>
                <c:pt idx="3443">
                  <c:v>3</c:v>
                </c:pt>
                <c:pt idx="3444">
                  <c:v>2</c:v>
                </c:pt>
                <c:pt idx="3445">
                  <c:v>2</c:v>
                </c:pt>
                <c:pt idx="3446">
                  <c:v>3</c:v>
                </c:pt>
                <c:pt idx="3447">
                  <c:v>3</c:v>
                </c:pt>
                <c:pt idx="3448">
                  <c:v>2</c:v>
                </c:pt>
                <c:pt idx="3449">
                  <c:v>3</c:v>
                </c:pt>
                <c:pt idx="3450">
                  <c:v>2</c:v>
                </c:pt>
                <c:pt idx="3451">
                  <c:v>2</c:v>
                </c:pt>
                <c:pt idx="3452">
                  <c:v>2</c:v>
                </c:pt>
                <c:pt idx="3453">
                  <c:v>3</c:v>
                </c:pt>
                <c:pt idx="3454">
                  <c:v>3</c:v>
                </c:pt>
                <c:pt idx="3455">
                  <c:v>2</c:v>
                </c:pt>
                <c:pt idx="3456">
                  <c:v>3</c:v>
                </c:pt>
                <c:pt idx="3457">
                  <c:v>3</c:v>
                </c:pt>
                <c:pt idx="3458">
                  <c:v>2</c:v>
                </c:pt>
                <c:pt idx="3459">
                  <c:v>3</c:v>
                </c:pt>
                <c:pt idx="3460">
                  <c:v>3</c:v>
                </c:pt>
                <c:pt idx="3461">
                  <c:v>2</c:v>
                </c:pt>
                <c:pt idx="3462">
                  <c:v>3</c:v>
                </c:pt>
                <c:pt idx="3463">
                  <c:v>3</c:v>
                </c:pt>
                <c:pt idx="3464">
                  <c:v>4</c:v>
                </c:pt>
                <c:pt idx="3465">
                  <c:v>3</c:v>
                </c:pt>
                <c:pt idx="3466">
                  <c:v>3</c:v>
                </c:pt>
                <c:pt idx="3467">
                  <c:v>2</c:v>
                </c:pt>
                <c:pt idx="3468">
                  <c:v>2</c:v>
                </c:pt>
                <c:pt idx="3469">
                  <c:v>2</c:v>
                </c:pt>
                <c:pt idx="3470">
                  <c:v>4</c:v>
                </c:pt>
                <c:pt idx="3471">
                  <c:v>4</c:v>
                </c:pt>
                <c:pt idx="3472">
                  <c:v>4</c:v>
                </c:pt>
                <c:pt idx="3473">
                  <c:v>2</c:v>
                </c:pt>
                <c:pt idx="3474">
                  <c:v>2</c:v>
                </c:pt>
                <c:pt idx="3475">
                  <c:v>2</c:v>
                </c:pt>
                <c:pt idx="3476">
                  <c:v>1</c:v>
                </c:pt>
                <c:pt idx="3477">
                  <c:v>2</c:v>
                </c:pt>
                <c:pt idx="3478">
                  <c:v>1</c:v>
                </c:pt>
                <c:pt idx="3479">
                  <c:v>2</c:v>
                </c:pt>
                <c:pt idx="3480">
                  <c:v>3</c:v>
                </c:pt>
                <c:pt idx="3481">
                  <c:v>3</c:v>
                </c:pt>
                <c:pt idx="3482">
                  <c:v>5</c:v>
                </c:pt>
                <c:pt idx="3483">
                  <c:v>5</c:v>
                </c:pt>
                <c:pt idx="3484">
                  <c:v>3</c:v>
                </c:pt>
                <c:pt idx="3485">
                  <c:v>3</c:v>
                </c:pt>
                <c:pt idx="3486">
                  <c:v>3</c:v>
                </c:pt>
                <c:pt idx="3487">
                  <c:v>3</c:v>
                </c:pt>
                <c:pt idx="3488">
                  <c:v>2</c:v>
                </c:pt>
                <c:pt idx="3489">
                  <c:v>2</c:v>
                </c:pt>
                <c:pt idx="3490">
                  <c:v>3</c:v>
                </c:pt>
                <c:pt idx="3491">
                  <c:v>2</c:v>
                </c:pt>
                <c:pt idx="3492">
                  <c:v>3</c:v>
                </c:pt>
                <c:pt idx="3493">
                  <c:v>3</c:v>
                </c:pt>
                <c:pt idx="3494">
                  <c:v>3</c:v>
                </c:pt>
                <c:pt idx="3495">
                  <c:v>2</c:v>
                </c:pt>
                <c:pt idx="3496">
                  <c:v>4</c:v>
                </c:pt>
                <c:pt idx="3497">
                  <c:v>3</c:v>
                </c:pt>
                <c:pt idx="3498">
                  <c:v>4</c:v>
                </c:pt>
                <c:pt idx="3499">
                  <c:v>4</c:v>
                </c:pt>
                <c:pt idx="3500">
                  <c:v>3</c:v>
                </c:pt>
                <c:pt idx="3501">
                  <c:v>3</c:v>
                </c:pt>
                <c:pt idx="3502">
                  <c:v>3</c:v>
                </c:pt>
                <c:pt idx="3503">
                  <c:v>3</c:v>
                </c:pt>
                <c:pt idx="3504">
                  <c:v>4</c:v>
                </c:pt>
                <c:pt idx="3505">
                  <c:v>1</c:v>
                </c:pt>
                <c:pt idx="3506">
                  <c:v>4</c:v>
                </c:pt>
                <c:pt idx="3507">
                  <c:v>6</c:v>
                </c:pt>
                <c:pt idx="3508">
                  <c:v>3</c:v>
                </c:pt>
                <c:pt idx="3509">
                  <c:v>2</c:v>
                </c:pt>
                <c:pt idx="3510">
                  <c:v>9</c:v>
                </c:pt>
                <c:pt idx="3511">
                  <c:v>5</c:v>
                </c:pt>
                <c:pt idx="3512">
                  <c:v>6</c:v>
                </c:pt>
                <c:pt idx="3513">
                  <c:v>3</c:v>
                </c:pt>
                <c:pt idx="3514">
                  <c:v>3</c:v>
                </c:pt>
                <c:pt idx="3515">
                  <c:v>4</c:v>
                </c:pt>
                <c:pt idx="3516">
                  <c:v>7</c:v>
                </c:pt>
                <c:pt idx="3517">
                  <c:v>2</c:v>
                </c:pt>
                <c:pt idx="3518">
                  <c:v>2</c:v>
                </c:pt>
                <c:pt idx="3519">
                  <c:v>2</c:v>
                </c:pt>
                <c:pt idx="3520">
                  <c:v>2</c:v>
                </c:pt>
                <c:pt idx="3521">
                  <c:v>5</c:v>
                </c:pt>
                <c:pt idx="3522">
                  <c:v>2</c:v>
                </c:pt>
                <c:pt idx="3523">
                  <c:v>3</c:v>
                </c:pt>
                <c:pt idx="3524">
                  <c:v>2</c:v>
                </c:pt>
                <c:pt idx="3525">
                  <c:v>4</c:v>
                </c:pt>
                <c:pt idx="3526">
                  <c:v>3</c:v>
                </c:pt>
                <c:pt idx="3527">
                  <c:v>1</c:v>
                </c:pt>
                <c:pt idx="3528">
                  <c:v>1</c:v>
                </c:pt>
                <c:pt idx="3529">
                  <c:v>2</c:v>
                </c:pt>
                <c:pt idx="3530">
                  <c:v>2</c:v>
                </c:pt>
                <c:pt idx="3531">
                  <c:v>1</c:v>
                </c:pt>
                <c:pt idx="3532">
                  <c:v>2</c:v>
                </c:pt>
                <c:pt idx="3533">
                  <c:v>2</c:v>
                </c:pt>
                <c:pt idx="3534">
                  <c:v>1</c:v>
                </c:pt>
                <c:pt idx="3535">
                  <c:v>2</c:v>
                </c:pt>
                <c:pt idx="3536">
                  <c:v>2</c:v>
                </c:pt>
                <c:pt idx="3537">
                  <c:v>3</c:v>
                </c:pt>
                <c:pt idx="3538">
                  <c:v>2</c:v>
                </c:pt>
                <c:pt idx="3539">
                  <c:v>3</c:v>
                </c:pt>
                <c:pt idx="3540">
                  <c:v>4</c:v>
                </c:pt>
                <c:pt idx="3541">
                  <c:v>1</c:v>
                </c:pt>
                <c:pt idx="3542">
                  <c:v>4</c:v>
                </c:pt>
                <c:pt idx="3543">
                  <c:v>4</c:v>
                </c:pt>
                <c:pt idx="3544">
                  <c:v>3</c:v>
                </c:pt>
                <c:pt idx="3545">
                  <c:v>1</c:v>
                </c:pt>
                <c:pt idx="3546">
                  <c:v>4</c:v>
                </c:pt>
                <c:pt idx="3547">
                  <c:v>2</c:v>
                </c:pt>
                <c:pt idx="3548">
                  <c:v>2</c:v>
                </c:pt>
                <c:pt idx="3549">
                  <c:v>2</c:v>
                </c:pt>
                <c:pt idx="3550">
                  <c:v>2</c:v>
                </c:pt>
                <c:pt idx="3551">
                  <c:v>2</c:v>
                </c:pt>
                <c:pt idx="3552">
                  <c:v>2</c:v>
                </c:pt>
                <c:pt idx="3553">
                  <c:v>1</c:v>
                </c:pt>
                <c:pt idx="3554">
                  <c:v>2</c:v>
                </c:pt>
                <c:pt idx="3555">
                  <c:v>2</c:v>
                </c:pt>
                <c:pt idx="3556">
                  <c:v>3</c:v>
                </c:pt>
                <c:pt idx="3557">
                  <c:v>2</c:v>
                </c:pt>
                <c:pt idx="3558">
                  <c:v>2</c:v>
                </c:pt>
                <c:pt idx="3559">
                  <c:v>2</c:v>
                </c:pt>
                <c:pt idx="3560">
                  <c:v>2</c:v>
                </c:pt>
                <c:pt idx="3561">
                  <c:v>2</c:v>
                </c:pt>
                <c:pt idx="3562">
                  <c:v>2</c:v>
                </c:pt>
                <c:pt idx="3563">
                  <c:v>2</c:v>
                </c:pt>
                <c:pt idx="3564">
                  <c:v>3</c:v>
                </c:pt>
                <c:pt idx="3565">
                  <c:v>2</c:v>
                </c:pt>
                <c:pt idx="3566">
                  <c:v>3</c:v>
                </c:pt>
                <c:pt idx="3567">
                  <c:v>1</c:v>
                </c:pt>
                <c:pt idx="3568">
                  <c:v>2</c:v>
                </c:pt>
                <c:pt idx="3569">
                  <c:v>3</c:v>
                </c:pt>
                <c:pt idx="3570">
                  <c:v>1</c:v>
                </c:pt>
                <c:pt idx="3571">
                  <c:v>2</c:v>
                </c:pt>
                <c:pt idx="3572">
                  <c:v>2</c:v>
                </c:pt>
                <c:pt idx="3573">
                  <c:v>2</c:v>
                </c:pt>
                <c:pt idx="3574">
                  <c:v>2</c:v>
                </c:pt>
                <c:pt idx="3575">
                  <c:v>2</c:v>
                </c:pt>
                <c:pt idx="3576">
                  <c:v>2</c:v>
                </c:pt>
                <c:pt idx="3577">
                  <c:v>2</c:v>
                </c:pt>
                <c:pt idx="3578">
                  <c:v>2</c:v>
                </c:pt>
                <c:pt idx="3579">
                  <c:v>2</c:v>
                </c:pt>
                <c:pt idx="3580">
                  <c:v>2</c:v>
                </c:pt>
                <c:pt idx="3581">
                  <c:v>1</c:v>
                </c:pt>
                <c:pt idx="3582">
                  <c:v>2</c:v>
                </c:pt>
                <c:pt idx="3583">
                  <c:v>3</c:v>
                </c:pt>
                <c:pt idx="3584">
                  <c:v>2</c:v>
                </c:pt>
                <c:pt idx="3585">
                  <c:v>3</c:v>
                </c:pt>
                <c:pt idx="3586">
                  <c:v>2</c:v>
                </c:pt>
                <c:pt idx="3587">
                  <c:v>11</c:v>
                </c:pt>
                <c:pt idx="3588">
                  <c:v>9</c:v>
                </c:pt>
                <c:pt idx="3589">
                  <c:v>17</c:v>
                </c:pt>
                <c:pt idx="3590">
                  <c:v>-4</c:v>
                </c:pt>
                <c:pt idx="3591">
                  <c:v>10</c:v>
                </c:pt>
                <c:pt idx="3592">
                  <c:v>12</c:v>
                </c:pt>
                <c:pt idx="3593">
                  <c:v>2</c:v>
                </c:pt>
                <c:pt idx="3594">
                  <c:v>18</c:v>
                </c:pt>
                <c:pt idx="3595">
                  <c:v>7</c:v>
                </c:pt>
                <c:pt idx="3596">
                  <c:v>1</c:v>
                </c:pt>
                <c:pt idx="3597">
                  <c:v>7</c:v>
                </c:pt>
                <c:pt idx="3598">
                  <c:v>2</c:v>
                </c:pt>
                <c:pt idx="3599">
                  <c:v>7</c:v>
                </c:pt>
                <c:pt idx="3600">
                  <c:v>7</c:v>
                </c:pt>
                <c:pt idx="3601">
                  <c:v>7</c:v>
                </c:pt>
                <c:pt idx="3602">
                  <c:v>6</c:v>
                </c:pt>
                <c:pt idx="3603">
                  <c:v>4</c:v>
                </c:pt>
                <c:pt idx="3604">
                  <c:v>7</c:v>
                </c:pt>
                <c:pt idx="3605">
                  <c:v>7</c:v>
                </c:pt>
                <c:pt idx="3606">
                  <c:v>7</c:v>
                </c:pt>
                <c:pt idx="3607">
                  <c:v>7</c:v>
                </c:pt>
                <c:pt idx="3608">
                  <c:v>4</c:v>
                </c:pt>
                <c:pt idx="3609">
                  <c:v>7</c:v>
                </c:pt>
                <c:pt idx="3610">
                  <c:v>3</c:v>
                </c:pt>
                <c:pt idx="3611">
                  <c:v>6</c:v>
                </c:pt>
                <c:pt idx="3612">
                  <c:v>7</c:v>
                </c:pt>
                <c:pt idx="3613">
                  <c:v>7</c:v>
                </c:pt>
                <c:pt idx="3614">
                  <c:v>7</c:v>
                </c:pt>
                <c:pt idx="3615">
                  <c:v>7</c:v>
                </c:pt>
                <c:pt idx="3616">
                  <c:v>4</c:v>
                </c:pt>
                <c:pt idx="3617">
                  <c:v>3</c:v>
                </c:pt>
                <c:pt idx="3618">
                  <c:v>4</c:v>
                </c:pt>
                <c:pt idx="3619">
                  <c:v>5</c:v>
                </c:pt>
                <c:pt idx="3620">
                  <c:v>3</c:v>
                </c:pt>
                <c:pt idx="3621">
                  <c:v>3</c:v>
                </c:pt>
                <c:pt idx="3622">
                  <c:v>3</c:v>
                </c:pt>
                <c:pt idx="3623">
                  <c:v>4</c:v>
                </c:pt>
                <c:pt idx="3624">
                  <c:v>3</c:v>
                </c:pt>
                <c:pt idx="3625">
                  <c:v>4</c:v>
                </c:pt>
                <c:pt idx="3626">
                  <c:v>3</c:v>
                </c:pt>
                <c:pt idx="3627">
                  <c:v>4</c:v>
                </c:pt>
                <c:pt idx="3628">
                  <c:v>3</c:v>
                </c:pt>
                <c:pt idx="3629">
                  <c:v>3</c:v>
                </c:pt>
                <c:pt idx="3630">
                  <c:v>5</c:v>
                </c:pt>
                <c:pt idx="3631">
                  <c:v>3</c:v>
                </c:pt>
                <c:pt idx="3632">
                  <c:v>4</c:v>
                </c:pt>
                <c:pt idx="3633">
                  <c:v>3</c:v>
                </c:pt>
                <c:pt idx="3634">
                  <c:v>4</c:v>
                </c:pt>
                <c:pt idx="3635">
                  <c:v>5</c:v>
                </c:pt>
                <c:pt idx="3636">
                  <c:v>2</c:v>
                </c:pt>
                <c:pt idx="3637">
                  <c:v>3</c:v>
                </c:pt>
                <c:pt idx="3638">
                  <c:v>4</c:v>
                </c:pt>
                <c:pt idx="3639">
                  <c:v>3</c:v>
                </c:pt>
                <c:pt idx="3640">
                  <c:v>3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3</c:v>
                </c:pt>
                <c:pt idx="3645">
                  <c:v>4</c:v>
                </c:pt>
                <c:pt idx="3646">
                  <c:v>4</c:v>
                </c:pt>
                <c:pt idx="3647">
                  <c:v>5</c:v>
                </c:pt>
                <c:pt idx="3648">
                  <c:v>5</c:v>
                </c:pt>
                <c:pt idx="3649">
                  <c:v>5</c:v>
                </c:pt>
                <c:pt idx="3650">
                  <c:v>7</c:v>
                </c:pt>
                <c:pt idx="3651">
                  <c:v>4</c:v>
                </c:pt>
                <c:pt idx="3652">
                  <c:v>6</c:v>
                </c:pt>
                <c:pt idx="3653">
                  <c:v>8</c:v>
                </c:pt>
                <c:pt idx="3654">
                  <c:v>7</c:v>
                </c:pt>
                <c:pt idx="3655">
                  <c:v>7</c:v>
                </c:pt>
                <c:pt idx="3656">
                  <c:v>10</c:v>
                </c:pt>
                <c:pt idx="3657">
                  <c:v>5</c:v>
                </c:pt>
                <c:pt idx="3658">
                  <c:v>1</c:v>
                </c:pt>
                <c:pt idx="3659">
                  <c:v>2</c:v>
                </c:pt>
                <c:pt idx="3660">
                  <c:v>2</c:v>
                </c:pt>
                <c:pt idx="3661">
                  <c:v>2</c:v>
                </c:pt>
                <c:pt idx="3662">
                  <c:v>1</c:v>
                </c:pt>
                <c:pt idx="3663">
                  <c:v>1</c:v>
                </c:pt>
                <c:pt idx="3664">
                  <c:v>1</c:v>
                </c:pt>
                <c:pt idx="3665">
                  <c:v>1</c:v>
                </c:pt>
                <c:pt idx="3666">
                  <c:v>1</c:v>
                </c:pt>
                <c:pt idx="3667">
                  <c:v>2</c:v>
                </c:pt>
                <c:pt idx="3668">
                  <c:v>1</c:v>
                </c:pt>
                <c:pt idx="3669">
                  <c:v>1</c:v>
                </c:pt>
                <c:pt idx="3670">
                  <c:v>1</c:v>
                </c:pt>
                <c:pt idx="3671">
                  <c:v>1</c:v>
                </c:pt>
                <c:pt idx="3672">
                  <c:v>1</c:v>
                </c:pt>
                <c:pt idx="3673">
                  <c:v>1</c:v>
                </c:pt>
                <c:pt idx="3674">
                  <c:v>1</c:v>
                </c:pt>
                <c:pt idx="3675">
                  <c:v>1</c:v>
                </c:pt>
                <c:pt idx="3676">
                  <c:v>1</c:v>
                </c:pt>
                <c:pt idx="3677">
                  <c:v>4</c:v>
                </c:pt>
                <c:pt idx="3678">
                  <c:v>2</c:v>
                </c:pt>
                <c:pt idx="3679">
                  <c:v>1</c:v>
                </c:pt>
                <c:pt idx="3680">
                  <c:v>2</c:v>
                </c:pt>
                <c:pt idx="3681">
                  <c:v>1</c:v>
                </c:pt>
                <c:pt idx="3682">
                  <c:v>2</c:v>
                </c:pt>
                <c:pt idx="3683">
                  <c:v>1</c:v>
                </c:pt>
                <c:pt idx="3684">
                  <c:v>1</c:v>
                </c:pt>
                <c:pt idx="3685">
                  <c:v>1</c:v>
                </c:pt>
                <c:pt idx="3686">
                  <c:v>1</c:v>
                </c:pt>
                <c:pt idx="3687">
                  <c:v>2</c:v>
                </c:pt>
                <c:pt idx="3688">
                  <c:v>1</c:v>
                </c:pt>
                <c:pt idx="3689">
                  <c:v>1</c:v>
                </c:pt>
                <c:pt idx="3690">
                  <c:v>2</c:v>
                </c:pt>
                <c:pt idx="3691">
                  <c:v>2</c:v>
                </c:pt>
                <c:pt idx="3692">
                  <c:v>2</c:v>
                </c:pt>
                <c:pt idx="3693">
                  <c:v>1</c:v>
                </c:pt>
                <c:pt idx="3694">
                  <c:v>1</c:v>
                </c:pt>
                <c:pt idx="3695">
                  <c:v>1</c:v>
                </c:pt>
                <c:pt idx="3696">
                  <c:v>1</c:v>
                </c:pt>
                <c:pt idx="3697">
                  <c:v>1</c:v>
                </c:pt>
                <c:pt idx="3698">
                  <c:v>-1</c:v>
                </c:pt>
                <c:pt idx="3699">
                  <c:v>2</c:v>
                </c:pt>
                <c:pt idx="3700">
                  <c:v>2</c:v>
                </c:pt>
                <c:pt idx="3701">
                  <c:v>2</c:v>
                </c:pt>
                <c:pt idx="3702">
                  <c:v>2</c:v>
                </c:pt>
                <c:pt idx="3703">
                  <c:v>3</c:v>
                </c:pt>
                <c:pt idx="3704">
                  <c:v>2</c:v>
                </c:pt>
                <c:pt idx="3705">
                  <c:v>2</c:v>
                </c:pt>
                <c:pt idx="3706">
                  <c:v>3</c:v>
                </c:pt>
                <c:pt idx="3707">
                  <c:v>3</c:v>
                </c:pt>
                <c:pt idx="3708">
                  <c:v>3</c:v>
                </c:pt>
                <c:pt idx="3709">
                  <c:v>3</c:v>
                </c:pt>
                <c:pt idx="3710">
                  <c:v>2</c:v>
                </c:pt>
                <c:pt idx="3711">
                  <c:v>2</c:v>
                </c:pt>
                <c:pt idx="3712">
                  <c:v>3</c:v>
                </c:pt>
                <c:pt idx="3713">
                  <c:v>2</c:v>
                </c:pt>
                <c:pt idx="3714">
                  <c:v>2</c:v>
                </c:pt>
                <c:pt idx="3715">
                  <c:v>4</c:v>
                </c:pt>
                <c:pt idx="3716">
                  <c:v>4</c:v>
                </c:pt>
                <c:pt idx="3717">
                  <c:v>2</c:v>
                </c:pt>
                <c:pt idx="3718">
                  <c:v>3</c:v>
                </c:pt>
                <c:pt idx="3719">
                  <c:v>3</c:v>
                </c:pt>
                <c:pt idx="3720">
                  <c:v>4</c:v>
                </c:pt>
                <c:pt idx="3721">
                  <c:v>4</c:v>
                </c:pt>
                <c:pt idx="3722">
                  <c:v>3</c:v>
                </c:pt>
                <c:pt idx="3723">
                  <c:v>3</c:v>
                </c:pt>
                <c:pt idx="3724">
                  <c:v>2</c:v>
                </c:pt>
                <c:pt idx="3725">
                  <c:v>2</c:v>
                </c:pt>
                <c:pt idx="3726">
                  <c:v>2</c:v>
                </c:pt>
                <c:pt idx="3727">
                  <c:v>4</c:v>
                </c:pt>
                <c:pt idx="3728">
                  <c:v>2</c:v>
                </c:pt>
                <c:pt idx="3729">
                  <c:v>4</c:v>
                </c:pt>
                <c:pt idx="3730">
                  <c:v>2</c:v>
                </c:pt>
                <c:pt idx="3731">
                  <c:v>2</c:v>
                </c:pt>
                <c:pt idx="3732">
                  <c:v>2</c:v>
                </c:pt>
                <c:pt idx="3733">
                  <c:v>2</c:v>
                </c:pt>
                <c:pt idx="3734">
                  <c:v>4</c:v>
                </c:pt>
                <c:pt idx="3735">
                  <c:v>4</c:v>
                </c:pt>
                <c:pt idx="3736">
                  <c:v>2</c:v>
                </c:pt>
                <c:pt idx="3737">
                  <c:v>2</c:v>
                </c:pt>
                <c:pt idx="3738">
                  <c:v>2</c:v>
                </c:pt>
                <c:pt idx="3739">
                  <c:v>2</c:v>
                </c:pt>
                <c:pt idx="3740">
                  <c:v>3</c:v>
                </c:pt>
                <c:pt idx="3741">
                  <c:v>4</c:v>
                </c:pt>
                <c:pt idx="3742">
                  <c:v>3</c:v>
                </c:pt>
                <c:pt idx="3743">
                  <c:v>2</c:v>
                </c:pt>
                <c:pt idx="3744">
                  <c:v>2</c:v>
                </c:pt>
                <c:pt idx="3745">
                  <c:v>2</c:v>
                </c:pt>
                <c:pt idx="3746">
                  <c:v>3</c:v>
                </c:pt>
                <c:pt idx="3747">
                  <c:v>4</c:v>
                </c:pt>
                <c:pt idx="3748">
                  <c:v>3</c:v>
                </c:pt>
                <c:pt idx="3749">
                  <c:v>1</c:v>
                </c:pt>
                <c:pt idx="3750">
                  <c:v>3</c:v>
                </c:pt>
                <c:pt idx="3751">
                  <c:v>2</c:v>
                </c:pt>
                <c:pt idx="3752">
                  <c:v>2</c:v>
                </c:pt>
                <c:pt idx="3753">
                  <c:v>2</c:v>
                </c:pt>
                <c:pt idx="3754">
                  <c:v>2</c:v>
                </c:pt>
                <c:pt idx="3755">
                  <c:v>2</c:v>
                </c:pt>
                <c:pt idx="3756">
                  <c:v>3</c:v>
                </c:pt>
                <c:pt idx="3757">
                  <c:v>3</c:v>
                </c:pt>
                <c:pt idx="3758">
                  <c:v>2</c:v>
                </c:pt>
                <c:pt idx="3759">
                  <c:v>2</c:v>
                </c:pt>
                <c:pt idx="3760">
                  <c:v>1</c:v>
                </c:pt>
                <c:pt idx="3761">
                  <c:v>2</c:v>
                </c:pt>
                <c:pt idx="3762">
                  <c:v>1</c:v>
                </c:pt>
                <c:pt idx="3763">
                  <c:v>1</c:v>
                </c:pt>
                <c:pt idx="3764">
                  <c:v>2</c:v>
                </c:pt>
                <c:pt idx="3765">
                  <c:v>2</c:v>
                </c:pt>
                <c:pt idx="3766">
                  <c:v>2</c:v>
                </c:pt>
                <c:pt idx="3767">
                  <c:v>2</c:v>
                </c:pt>
                <c:pt idx="3768">
                  <c:v>4</c:v>
                </c:pt>
                <c:pt idx="3769">
                  <c:v>1</c:v>
                </c:pt>
                <c:pt idx="3770">
                  <c:v>2</c:v>
                </c:pt>
                <c:pt idx="3771">
                  <c:v>1</c:v>
                </c:pt>
                <c:pt idx="3772">
                  <c:v>3</c:v>
                </c:pt>
                <c:pt idx="3773">
                  <c:v>2</c:v>
                </c:pt>
                <c:pt idx="3774">
                  <c:v>3</c:v>
                </c:pt>
                <c:pt idx="3775">
                  <c:v>1</c:v>
                </c:pt>
                <c:pt idx="3776">
                  <c:v>1</c:v>
                </c:pt>
                <c:pt idx="3777">
                  <c:v>3</c:v>
                </c:pt>
                <c:pt idx="3778">
                  <c:v>2</c:v>
                </c:pt>
                <c:pt idx="3779">
                  <c:v>1</c:v>
                </c:pt>
                <c:pt idx="3780">
                  <c:v>2</c:v>
                </c:pt>
                <c:pt idx="3781">
                  <c:v>2</c:v>
                </c:pt>
                <c:pt idx="3782">
                  <c:v>2</c:v>
                </c:pt>
                <c:pt idx="3783">
                  <c:v>2</c:v>
                </c:pt>
                <c:pt idx="3784">
                  <c:v>2</c:v>
                </c:pt>
                <c:pt idx="3785">
                  <c:v>3</c:v>
                </c:pt>
                <c:pt idx="3786">
                  <c:v>3</c:v>
                </c:pt>
                <c:pt idx="3787">
                  <c:v>1</c:v>
                </c:pt>
                <c:pt idx="3788">
                  <c:v>3</c:v>
                </c:pt>
                <c:pt idx="3789">
                  <c:v>3</c:v>
                </c:pt>
                <c:pt idx="3790">
                  <c:v>2</c:v>
                </c:pt>
                <c:pt idx="3791">
                  <c:v>3</c:v>
                </c:pt>
                <c:pt idx="3792">
                  <c:v>2</c:v>
                </c:pt>
                <c:pt idx="3793">
                  <c:v>3</c:v>
                </c:pt>
                <c:pt idx="3794">
                  <c:v>4</c:v>
                </c:pt>
                <c:pt idx="3795">
                  <c:v>2</c:v>
                </c:pt>
                <c:pt idx="3796">
                  <c:v>3</c:v>
                </c:pt>
                <c:pt idx="3797">
                  <c:v>2</c:v>
                </c:pt>
                <c:pt idx="3798">
                  <c:v>3</c:v>
                </c:pt>
                <c:pt idx="3799">
                  <c:v>4</c:v>
                </c:pt>
                <c:pt idx="3800">
                  <c:v>3</c:v>
                </c:pt>
                <c:pt idx="3801">
                  <c:v>5</c:v>
                </c:pt>
                <c:pt idx="3802">
                  <c:v>2</c:v>
                </c:pt>
                <c:pt idx="3803">
                  <c:v>5</c:v>
                </c:pt>
                <c:pt idx="3804">
                  <c:v>-2</c:v>
                </c:pt>
                <c:pt idx="3805">
                  <c:v>3</c:v>
                </c:pt>
                <c:pt idx="3806">
                  <c:v>3</c:v>
                </c:pt>
                <c:pt idx="3807">
                  <c:v>2</c:v>
                </c:pt>
                <c:pt idx="3808">
                  <c:v>2</c:v>
                </c:pt>
                <c:pt idx="3809">
                  <c:v>3</c:v>
                </c:pt>
                <c:pt idx="3810">
                  <c:v>1</c:v>
                </c:pt>
                <c:pt idx="3811">
                  <c:v>4</c:v>
                </c:pt>
                <c:pt idx="3812">
                  <c:v>4</c:v>
                </c:pt>
                <c:pt idx="3813">
                  <c:v>4</c:v>
                </c:pt>
                <c:pt idx="3814">
                  <c:v>4</c:v>
                </c:pt>
                <c:pt idx="3815">
                  <c:v>4</c:v>
                </c:pt>
                <c:pt idx="3816">
                  <c:v>4</c:v>
                </c:pt>
                <c:pt idx="3817">
                  <c:v>4</c:v>
                </c:pt>
                <c:pt idx="3818">
                  <c:v>6</c:v>
                </c:pt>
                <c:pt idx="3819">
                  <c:v>4</c:v>
                </c:pt>
                <c:pt idx="3820">
                  <c:v>4</c:v>
                </c:pt>
                <c:pt idx="3821">
                  <c:v>4</c:v>
                </c:pt>
                <c:pt idx="3822">
                  <c:v>4</c:v>
                </c:pt>
                <c:pt idx="3823">
                  <c:v>4</c:v>
                </c:pt>
                <c:pt idx="3824">
                  <c:v>4</c:v>
                </c:pt>
                <c:pt idx="3825">
                  <c:v>4</c:v>
                </c:pt>
                <c:pt idx="3826">
                  <c:v>12</c:v>
                </c:pt>
                <c:pt idx="3827">
                  <c:v>12</c:v>
                </c:pt>
                <c:pt idx="3828">
                  <c:v>6</c:v>
                </c:pt>
                <c:pt idx="3829">
                  <c:v>5</c:v>
                </c:pt>
                <c:pt idx="3830">
                  <c:v>7</c:v>
                </c:pt>
                <c:pt idx="3831">
                  <c:v>3</c:v>
                </c:pt>
                <c:pt idx="3832">
                  <c:v>7</c:v>
                </c:pt>
                <c:pt idx="3833">
                  <c:v>5</c:v>
                </c:pt>
                <c:pt idx="3834">
                  <c:v>6</c:v>
                </c:pt>
                <c:pt idx="3835">
                  <c:v>3</c:v>
                </c:pt>
                <c:pt idx="3836">
                  <c:v>6</c:v>
                </c:pt>
                <c:pt idx="3837">
                  <c:v>4</c:v>
                </c:pt>
                <c:pt idx="3838">
                  <c:v>3</c:v>
                </c:pt>
                <c:pt idx="3839">
                  <c:v>3</c:v>
                </c:pt>
                <c:pt idx="3840">
                  <c:v>6</c:v>
                </c:pt>
                <c:pt idx="3841">
                  <c:v>2</c:v>
                </c:pt>
                <c:pt idx="3842">
                  <c:v>2</c:v>
                </c:pt>
                <c:pt idx="3843">
                  <c:v>4</c:v>
                </c:pt>
                <c:pt idx="3844">
                  <c:v>2</c:v>
                </c:pt>
                <c:pt idx="3845">
                  <c:v>4</c:v>
                </c:pt>
                <c:pt idx="3846">
                  <c:v>4</c:v>
                </c:pt>
                <c:pt idx="3847">
                  <c:v>2</c:v>
                </c:pt>
                <c:pt idx="3848">
                  <c:v>2</c:v>
                </c:pt>
                <c:pt idx="3849">
                  <c:v>2</c:v>
                </c:pt>
                <c:pt idx="3850">
                  <c:v>5</c:v>
                </c:pt>
                <c:pt idx="3851">
                  <c:v>2</c:v>
                </c:pt>
                <c:pt idx="3852">
                  <c:v>3</c:v>
                </c:pt>
                <c:pt idx="3853">
                  <c:v>4</c:v>
                </c:pt>
                <c:pt idx="3854">
                  <c:v>4</c:v>
                </c:pt>
                <c:pt idx="3855">
                  <c:v>5</c:v>
                </c:pt>
                <c:pt idx="3856">
                  <c:v>4</c:v>
                </c:pt>
                <c:pt idx="3857">
                  <c:v>3</c:v>
                </c:pt>
                <c:pt idx="3858">
                  <c:v>3</c:v>
                </c:pt>
                <c:pt idx="3859">
                  <c:v>2</c:v>
                </c:pt>
                <c:pt idx="3860">
                  <c:v>3</c:v>
                </c:pt>
                <c:pt idx="3861">
                  <c:v>1</c:v>
                </c:pt>
                <c:pt idx="3862">
                  <c:v>2</c:v>
                </c:pt>
                <c:pt idx="3863">
                  <c:v>3</c:v>
                </c:pt>
                <c:pt idx="3864">
                  <c:v>2</c:v>
                </c:pt>
                <c:pt idx="3865">
                  <c:v>4</c:v>
                </c:pt>
                <c:pt idx="3866">
                  <c:v>5</c:v>
                </c:pt>
                <c:pt idx="3867">
                  <c:v>2</c:v>
                </c:pt>
                <c:pt idx="3868">
                  <c:v>3</c:v>
                </c:pt>
                <c:pt idx="3869">
                  <c:v>1</c:v>
                </c:pt>
                <c:pt idx="3870">
                  <c:v>4</c:v>
                </c:pt>
                <c:pt idx="3871">
                  <c:v>3</c:v>
                </c:pt>
                <c:pt idx="3872">
                  <c:v>2</c:v>
                </c:pt>
                <c:pt idx="3873">
                  <c:v>6</c:v>
                </c:pt>
                <c:pt idx="3874">
                  <c:v>3</c:v>
                </c:pt>
                <c:pt idx="3875">
                  <c:v>3</c:v>
                </c:pt>
                <c:pt idx="3876">
                  <c:v>2</c:v>
                </c:pt>
                <c:pt idx="3877">
                  <c:v>3</c:v>
                </c:pt>
                <c:pt idx="3878">
                  <c:v>2</c:v>
                </c:pt>
                <c:pt idx="3879">
                  <c:v>4</c:v>
                </c:pt>
                <c:pt idx="3880">
                  <c:v>3</c:v>
                </c:pt>
                <c:pt idx="3881">
                  <c:v>1</c:v>
                </c:pt>
                <c:pt idx="3882">
                  <c:v>4</c:v>
                </c:pt>
                <c:pt idx="3883">
                  <c:v>4</c:v>
                </c:pt>
                <c:pt idx="3884">
                  <c:v>2</c:v>
                </c:pt>
                <c:pt idx="3885">
                  <c:v>5</c:v>
                </c:pt>
                <c:pt idx="3886">
                  <c:v>1</c:v>
                </c:pt>
                <c:pt idx="3887">
                  <c:v>2</c:v>
                </c:pt>
                <c:pt idx="3888">
                  <c:v>3</c:v>
                </c:pt>
                <c:pt idx="3889">
                  <c:v>3</c:v>
                </c:pt>
                <c:pt idx="3890">
                  <c:v>4</c:v>
                </c:pt>
                <c:pt idx="3891">
                  <c:v>3</c:v>
                </c:pt>
                <c:pt idx="3892">
                  <c:v>2</c:v>
                </c:pt>
                <c:pt idx="3893">
                  <c:v>3</c:v>
                </c:pt>
                <c:pt idx="3894">
                  <c:v>2</c:v>
                </c:pt>
                <c:pt idx="3895">
                  <c:v>2</c:v>
                </c:pt>
                <c:pt idx="3896">
                  <c:v>2</c:v>
                </c:pt>
                <c:pt idx="3897">
                  <c:v>3</c:v>
                </c:pt>
                <c:pt idx="3898">
                  <c:v>3</c:v>
                </c:pt>
                <c:pt idx="3899">
                  <c:v>2</c:v>
                </c:pt>
                <c:pt idx="3900">
                  <c:v>2</c:v>
                </c:pt>
                <c:pt idx="3901">
                  <c:v>2</c:v>
                </c:pt>
                <c:pt idx="3902">
                  <c:v>2</c:v>
                </c:pt>
                <c:pt idx="3903">
                  <c:v>0</c:v>
                </c:pt>
                <c:pt idx="3904">
                  <c:v>3</c:v>
                </c:pt>
                <c:pt idx="3905">
                  <c:v>2</c:v>
                </c:pt>
                <c:pt idx="3906">
                  <c:v>3</c:v>
                </c:pt>
                <c:pt idx="3907">
                  <c:v>2</c:v>
                </c:pt>
                <c:pt idx="3908">
                  <c:v>2</c:v>
                </c:pt>
                <c:pt idx="3909">
                  <c:v>2</c:v>
                </c:pt>
                <c:pt idx="3910">
                  <c:v>3</c:v>
                </c:pt>
                <c:pt idx="3911">
                  <c:v>3</c:v>
                </c:pt>
                <c:pt idx="3912">
                  <c:v>4</c:v>
                </c:pt>
                <c:pt idx="3913">
                  <c:v>4</c:v>
                </c:pt>
                <c:pt idx="3914">
                  <c:v>4</c:v>
                </c:pt>
                <c:pt idx="3915">
                  <c:v>2</c:v>
                </c:pt>
                <c:pt idx="3916">
                  <c:v>4</c:v>
                </c:pt>
                <c:pt idx="3917">
                  <c:v>2</c:v>
                </c:pt>
                <c:pt idx="3918">
                  <c:v>2</c:v>
                </c:pt>
                <c:pt idx="3919">
                  <c:v>4</c:v>
                </c:pt>
                <c:pt idx="3920">
                  <c:v>3</c:v>
                </c:pt>
                <c:pt idx="3921">
                  <c:v>4</c:v>
                </c:pt>
                <c:pt idx="3922">
                  <c:v>2</c:v>
                </c:pt>
                <c:pt idx="3923">
                  <c:v>3</c:v>
                </c:pt>
                <c:pt idx="3924">
                  <c:v>2</c:v>
                </c:pt>
                <c:pt idx="3925">
                  <c:v>2</c:v>
                </c:pt>
                <c:pt idx="3926">
                  <c:v>3</c:v>
                </c:pt>
                <c:pt idx="3927">
                  <c:v>2</c:v>
                </c:pt>
                <c:pt idx="3928">
                  <c:v>4</c:v>
                </c:pt>
                <c:pt idx="3929">
                  <c:v>3</c:v>
                </c:pt>
                <c:pt idx="3930">
                  <c:v>2</c:v>
                </c:pt>
                <c:pt idx="3931">
                  <c:v>3</c:v>
                </c:pt>
                <c:pt idx="3932">
                  <c:v>2</c:v>
                </c:pt>
                <c:pt idx="3933">
                  <c:v>2</c:v>
                </c:pt>
                <c:pt idx="3934">
                  <c:v>3</c:v>
                </c:pt>
                <c:pt idx="3935">
                  <c:v>2</c:v>
                </c:pt>
                <c:pt idx="3936">
                  <c:v>4</c:v>
                </c:pt>
                <c:pt idx="3937">
                  <c:v>4</c:v>
                </c:pt>
                <c:pt idx="3938">
                  <c:v>6</c:v>
                </c:pt>
                <c:pt idx="3939">
                  <c:v>2</c:v>
                </c:pt>
                <c:pt idx="3940">
                  <c:v>4</c:v>
                </c:pt>
                <c:pt idx="3941">
                  <c:v>2</c:v>
                </c:pt>
                <c:pt idx="3942">
                  <c:v>3</c:v>
                </c:pt>
                <c:pt idx="3943">
                  <c:v>4</c:v>
                </c:pt>
                <c:pt idx="3944">
                  <c:v>3</c:v>
                </c:pt>
                <c:pt idx="3945">
                  <c:v>6</c:v>
                </c:pt>
                <c:pt idx="3946">
                  <c:v>1</c:v>
                </c:pt>
                <c:pt idx="3947">
                  <c:v>3</c:v>
                </c:pt>
                <c:pt idx="3948">
                  <c:v>2</c:v>
                </c:pt>
                <c:pt idx="3949">
                  <c:v>2</c:v>
                </c:pt>
                <c:pt idx="3950">
                  <c:v>3</c:v>
                </c:pt>
                <c:pt idx="3951">
                  <c:v>3</c:v>
                </c:pt>
                <c:pt idx="3952">
                  <c:v>2</c:v>
                </c:pt>
                <c:pt idx="3953">
                  <c:v>4</c:v>
                </c:pt>
                <c:pt idx="3954">
                  <c:v>5</c:v>
                </c:pt>
                <c:pt idx="3955">
                  <c:v>4</c:v>
                </c:pt>
                <c:pt idx="3956">
                  <c:v>3</c:v>
                </c:pt>
                <c:pt idx="3957">
                  <c:v>5</c:v>
                </c:pt>
                <c:pt idx="3958">
                  <c:v>4</c:v>
                </c:pt>
                <c:pt idx="3959">
                  <c:v>4</c:v>
                </c:pt>
                <c:pt idx="3960">
                  <c:v>4</c:v>
                </c:pt>
                <c:pt idx="3961">
                  <c:v>3</c:v>
                </c:pt>
                <c:pt idx="3962">
                  <c:v>2</c:v>
                </c:pt>
                <c:pt idx="3963">
                  <c:v>2</c:v>
                </c:pt>
                <c:pt idx="3964">
                  <c:v>3</c:v>
                </c:pt>
                <c:pt idx="3965">
                  <c:v>3</c:v>
                </c:pt>
                <c:pt idx="3966">
                  <c:v>2</c:v>
                </c:pt>
                <c:pt idx="3967">
                  <c:v>3</c:v>
                </c:pt>
                <c:pt idx="3968">
                  <c:v>3</c:v>
                </c:pt>
                <c:pt idx="3969">
                  <c:v>3</c:v>
                </c:pt>
                <c:pt idx="3970">
                  <c:v>2</c:v>
                </c:pt>
                <c:pt idx="3971">
                  <c:v>2</c:v>
                </c:pt>
                <c:pt idx="3972">
                  <c:v>1</c:v>
                </c:pt>
                <c:pt idx="3973">
                  <c:v>3</c:v>
                </c:pt>
                <c:pt idx="3974">
                  <c:v>2</c:v>
                </c:pt>
                <c:pt idx="3975">
                  <c:v>2</c:v>
                </c:pt>
                <c:pt idx="3976">
                  <c:v>2</c:v>
                </c:pt>
                <c:pt idx="3977">
                  <c:v>2</c:v>
                </c:pt>
                <c:pt idx="3978">
                  <c:v>2</c:v>
                </c:pt>
                <c:pt idx="3979">
                  <c:v>1</c:v>
                </c:pt>
                <c:pt idx="3980">
                  <c:v>1</c:v>
                </c:pt>
                <c:pt idx="3981">
                  <c:v>2</c:v>
                </c:pt>
                <c:pt idx="3982">
                  <c:v>1</c:v>
                </c:pt>
                <c:pt idx="3983">
                  <c:v>3</c:v>
                </c:pt>
                <c:pt idx="3984">
                  <c:v>2</c:v>
                </c:pt>
                <c:pt idx="3985">
                  <c:v>2</c:v>
                </c:pt>
                <c:pt idx="3986">
                  <c:v>1</c:v>
                </c:pt>
                <c:pt idx="3987">
                  <c:v>4</c:v>
                </c:pt>
                <c:pt idx="3988">
                  <c:v>2</c:v>
                </c:pt>
                <c:pt idx="3989">
                  <c:v>2</c:v>
                </c:pt>
                <c:pt idx="3990">
                  <c:v>2</c:v>
                </c:pt>
                <c:pt idx="3991">
                  <c:v>1</c:v>
                </c:pt>
                <c:pt idx="3992">
                  <c:v>2</c:v>
                </c:pt>
                <c:pt idx="3993">
                  <c:v>2</c:v>
                </c:pt>
                <c:pt idx="3994">
                  <c:v>3</c:v>
                </c:pt>
                <c:pt idx="3995">
                  <c:v>2</c:v>
                </c:pt>
                <c:pt idx="3996">
                  <c:v>1</c:v>
                </c:pt>
                <c:pt idx="3997">
                  <c:v>3</c:v>
                </c:pt>
                <c:pt idx="3998">
                  <c:v>2</c:v>
                </c:pt>
                <c:pt idx="3999">
                  <c:v>3</c:v>
                </c:pt>
                <c:pt idx="4000">
                  <c:v>3</c:v>
                </c:pt>
                <c:pt idx="4001">
                  <c:v>2</c:v>
                </c:pt>
                <c:pt idx="4002">
                  <c:v>2</c:v>
                </c:pt>
                <c:pt idx="4003">
                  <c:v>2</c:v>
                </c:pt>
                <c:pt idx="4004">
                  <c:v>2</c:v>
                </c:pt>
                <c:pt idx="4005">
                  <c:v>3</c:v>
                </c:pt>
                <c:pt idx="4006">
                  <c:v>3</c:v>
                </c:pt>
                <c:pt idx="4007">
                  <c:v>1</c:v>
                </c:pt>
                <c:pt idx="4008">
                  <c:v>1</c:v>
                </c:pt>
                <c:pt idx="4009">
                  <c:v>3</c:v>
                </c:pt>
                <c:pt idx="4010">
                  <c:v>3</c:v>
                </c:pt>
                <c:pt idx="4011">
                  <c:v>3</c:v>
                </c:pt>
                <c:pt idx="4012">
                  <c:v>3</c:v>
                </c:pt>
                <c:pt idx="4013">
                  <c:v>3</c:v>
                </c:pt>
                <c:pt idx="4014">
                  <c:v>3</c:v>
                </c:pt>
                <c:pt idx="4015">
                  <c:v>2</c:v>
                </c:pt>
                <c:pt idx="4016">
                  <c:v>2</c:v>
                </c:pt>
                <c:pt idx="4017">
                  <c:v>4</c:v>
                </c:pt>
                <c:pt idx="4018">
                  <c:v>3</c:v>
                </c:pt>
                <c:pt idx="4019">
                  <c:v>4</c:v>
                </c:pt>
                <c:pt idx="4020">
                  <c:v>1</c:v>
                </c:pt>
                <c:pt idx="4021">
                  <c:v>3</c:v>
                </c:pt>
                <c:pt idx="4022">
                  <c:v>4</c:v>
                </c:pt>
                <c:pt idx="4023">
                  <c:v>1</c:v>
                </c:pt>
                <c:pt idx="4024">
                  <c:v>1</c:v>
                </c:pt>
                <c:pt idx="4025">
                  <c:v>3</c:v>
                </c:pt>
                <c:pt idx="4026">
                  <c:v>3</c:v>
                </c:pt>
                <c:pt idx="4027">
                  <c:v>3</c:v>
                </c:pt>
                <c:pt idx="4028">
                  <c:v>3</c:v>
                </c:pt>
                <c:pt idx="4029">
                  <c:v>3</c:v>
                </c:pt>
                <c:pt idx="4030">
                  <c:v>6</c:v>
                </c:pt>
                <c:pt idx="4031">
                  <c:v>6</c:v>
                </c:pt>
                <c:pt idx="4032">
                  <c:v>3</c:v>
                </c:pt>
                <c:pt idx="4033">
                  <c:v>6</c:v>
                </c:pt>
                <c:pt idx="4034">
                  <c:v>3</c:v>
                </c:pt>
                <c:pt idx="4035">
                  <c:v>4</c:v>
                </c:pt>
                <c:pt idx="4036">
                  <c:v>6</c:v>
                </c:pt>
                <c:pt idx="4037">
                  <c:v>6</c:v>
                </c:pt>
                <c:pt idx="4038">
                  <c:v>4</c:v>
                </c:pt>
                <c:pt idx="4039">
                  <c:v>6</c:v>
                </c:pt>
                <c:pt idx="4040">
                  <c:v>6</c:v>
                </c:pt>
                <c:pt idx="4041">
                  <c:v>4</c:v>
                </c:pt>
                <c:pt idx="4042">
                  <c:v>4</c:v>
                </c:pt>
                <c:pt idx="4043">
                  <c:v>4</c:v>
                </c:pt>
                <c:pt idx="4044">
                  <c:v>6</c:v>
                </c:pt>
                <c:pt idx="4045">
                  <c:v>6</c:v>
                </c:pt>
                <c:pt idx="4046">
                  <c:v>8</c:v>
                </c:pt>
                <c:pt idx="4047">
                  <c:v>5</c:v>
                </c:pt>
                <c:pt idx="4048">
                  <c:v>3</c:v>
                </c:pt>
                <c:pt idx="4049">
                  <c:v>7</c:v>
                </c:pt>
                <c:pt idx="4050">
                  <c:v>5</c:v>
                </c:pt>
                <c:pt idx="4051">
                  <c:v>8</c:v>
                </c:pt>
                <c:pt idx="4052">
                  <c:v>5</c:v>
                </c:pt>
                <c:pt idx="4053">
                  <c:v>4</c:v>
                </c:pt>
                <c:pt idx="4054">
                  <c:v>6</c:v>
                </c:pt>
                <c:pt idx="4055">
                  <c:v>8</c:v>
                </c:pt>
                <c:pt idx="4056">
                  <c:v>5</c:v>
                </c:pt>
                <c:pt idx="4057">
                  <c:v>2</c:v>
                </c:pt>
                <c:pt idx="4058">
                  <c:v>2</c:v>
                </c:pt>
                <c:pt idx="4059">
                  <c:v>2</c:v>
                </c:pt>
                <c:pt idx="4060">
                  <c:v>3</c:v>
                </c:pt>
                <c:pt idx="4061">
                  <c:v>2</c:v>
                </c:pt>
                <c:pt idx="4062">
                  <c:v>3</c:v>
                </c:pt>
                <c:pt idx="4063">
                  <c:v>3</c:v>
                </c:pt>
                <c:pt idx="4064">
                  <c:v>2</c:v>
                </c:pt>
                <c:pt idx="4065">
                  <c:v>4</c:v>
                </c:pt>
                <c:pt idx="4066">
                  <c:v>2</c:v>
                </c:pt>
                <c:pt idx="4067">
                  <c:v>3</c:v>
                </c:pt>
                <c:pt idx="4068">
                  <c:v>2</c:v>
                </c:pt>
                <c:pt idx="4069">
                  <c:v>3</c:v>
                </c:pt>
                <c:pt idx="4070">
                  <c:v>3</c:v>
                </c:pt>
                <c:pt idx="4071">
                  <c:v>4</c:v>
                </c:pt>
                <c:pt idx="4072">
                  <c:v>2</c:v>
                </c:pt>
                <c:pt idx="4073">
                  <c:v>3</c:v>
                </c:pt>
                <c:pt idx="4074">
                  <c:v>3</c:v>
                </c:pt>
                <c:pt idx="4075">
                  <c:v>4</c:v>
                </c:pt>
                <c:pt idx="4076">
                  <c:v>2</c:v>
                </c:pt>
                <c:pt idx="4077">
                  <c:v>2</c:v>
                </c:pt>
                <c:pt idx="4078">
                  <c:v>2</c:v>
                </c:pt>
                <c:pt idx="4079">
                  <c:v>4</c:v>
                </c:pt>
                <c:pt idx="4080">
                  <c:v>2</c:v>
                </c:pt>
                <c:pt idx="4081">
                  <c:v>2</c:v>
                </c:pt>
                <c:pt idx="4082">
                  <c:v>3</c:v>
                </c:pt>
                <c:pt idx="4083">
                  <c:v>2</c:v>
                </c:pt>
                <c:pt idx="4084">
                  <c:v>2</c:v>
                </c:pt>
                <c:pt idx="4085">
                  <c:v>2</c:v>
                </c:pt>
                <c:pt idx="4086">
                  <c:v>2</c:v>
                </c:pt>
                <c:pt idx="4087">
                  <c:v>3</c:v>
                </c:pt>
                <c:pt idx="4088">
                  <c:v>4</c:v>
                </c:pt>
                <c:pt idx="4089">
                  <c:v>2</c:v>
                </c:pt>
                <c:pt idx="4090">
                  <c:v>3</c:v>
                </c:pt>
                <c:pt idx="4091">
                  <c:v>2</c:v>
                </c:pt>
                <c:pt idx="4092">
                  <c:v>2</c:v>
                </c:pt>
                <c:pt idx="4093">
                  <c:v>5</c:v>
                </c:pt>
                <c:pt idx="4094">
                  <c:v>7</c:v>
                </c:pt>
                <c:pt idx="4095">
                  <c:v>7</c:v>
                </c:pt>
                <c:pt idx="4096">
                  <c:v>7</c:v>
                </c:pt>
                <c:pt idx="4097">
                  <c:v>7</c:v>
                </c:pt>
                <c:pt idx="4098">
                  <c:v>6</c:v>
                </c:pt>
                <c:pt idx="4099">
                  <c:v>8</c:v>
                </c:pt>
                <c:pt idx="4100">
                  <c:v>5</c:v>
                </c:pt>
                <c:pt idx="4101">
                  <c:v>6</c:v>
                </c:pt>
                <c:pt idx="4102">
                  <c:v>6</c:v>
                </c:pt>
                <c:pt idx="4103">
                  <c:v>4</c:v>
                </c:pt>
                <c:pt idx="4104">
                  <c:v>4</c:v>
                </c:pt>
                <c:pt idx="4105">
                  <c:v>9</c:v>
                </c:pt>
                <c:pt idx="4106">
                  <c:v>6</c:v>
                </c:pt>
                <c:pt idx="4107">
                  <c:v>6</c:v>
                </c:pt>
                <c:pt idx="4108">
                  <c:v>8</c:v>
                </c:pt>
                <c:pt idx="4109">
                  <c:v>6</c:v>
                </c:pt>
                <c:pt idx="4110">
                  <c:v>4</c:v>
                </c:pt>
                <c:pt idx="4111">
                  <c:v>8</c:v>
                </c:pt>
                <c:pt idx="4112">
                  <c:v>4</c:v>
                </c:pt>
                <c:pt idx="4113">
                  <c:v>6</c:v>
                </c:pt>
                <c:pt idx="4114">
                  <c:v>7</c:v>
                </c:pt>
                <c:pt idx="4115">
                  <c:v>7</c:v>
                </c:pt>
                <c:pt idx="4116">
                  <c:v>3</c:v>
                </c:pt>
                <c:pt idx="4117">
                  <c:v>8</c:v>
                </c:pt>
                <c:pt idx="4118">
                  <c:v>9</c:v>
                </c:pt>
                <c:pt idx="4119">
                  <c:v>8</c:v>
                </c:pt>
                <c:pt idx="4120">
                  <c:v>3</c:v>
                </c:pt>
                <c:pt idx="4121">
                  <c:v>4</c:v>
                </c:pt>
                <c:pt idx="4122">
                  <c:v>4</c:v>
                </c:pt>
                <c:pt idx="4123">
                  <c:v>7</c:v>
                </c:pt>
                <c:pt idx="4124">
                  <c:v>8</c:v>
                </c:pt>
                <c:pt idx="4125">
                  <c:v>7</c:v>
                </c:pt>
                <c:pt idx="4126">
                  <c:v>8</c:v>
                </c:pt>
                <c:pt idx="4127">
                  <c:v>6</c:v>
                </c:pt>
                <c:pt idx="4128">
                  <c:v>8</c:v>
                </c:pt>
                <c:pt idx="4129">
                  <c:v>7</c:v>
                </c:pt>
                <c:pt idx="4130">
                  <c:v>4</c:v>
                </c:pt>
                <c:pt idx="4131">
                  <c:v>6</c:v>
                </c:pt>
                <c:pt idx="4132">
                  <c:v>5</c:v>
                </c:pt>
                <c:pt idx="4133">
                  <c:v>6</c:v>
                </c:pt>
                <c:pt idx="4134">
                  <c:v>0</c:v>
                </c:pt>
                <c:pt idx="4135">
                  <c:v>4</c:v>
                </c:pt>
                <c:pt idx="4136">
                  <c:v>6</c:v>
                </c:pt>
                <c:pt idx="4137">
                  <c:v>9</c:v>
                </c:pt>
                <c:pt idx="4138">
                  <c:v>8</c:v>
                </c:pt>
                <c:pt idx="4139">
                  <c:v>6</c:v>
                </c:pt>
                <c:pt idx="4140">
                  <c:v>3</c:v>
                </c:pt>
                <c:pt idx="4141">
                  <c:v>7</c:v>
                </c:pt>
                <c:pt idx="4142">
                  <c:v>3</c:v>
                </c:pt>
                <c:pt idx="4143">
                  <c:v>1</c:v>
                </c:pt>
                <c:pt idx="4144">
                  <c:v>2</c:v>
                </c:pt>
                <c:pt idx="4145">
                  <c:v>1</c:v>
                </c:pt>
                <c:pt idx="4146">
                  <c:v>2</c:v>
                </c:pt>
                <c:pt idx="4147">
                  <c:v>3</c:v>
                </c:pt>
                <c:pt idx="4148">
                  <c:v>4</c:v>
                </c:pt>
                <c:pt idx="4149">
                  <c:v>3</c:v>
                </c:pt>
                <c:pt idx="4150">
                  <c:v>1</c:v>
                </c:pt>
                <c:pt idx="4151">
                  <c:v>1</c:v>
                </c:pt>
                <c:pt idx="4152">
                  <c:v>3</c:v>
                </c:pt>
                <c:pt idx="4153">
                  <c:v>4</c:v>
                </c:pt>
                <c:pt idx="4154">
                  <c:v>3</c:v>
                </c:pt>
                <c:pt idx="4155">
                  <c:v>2</c:v>
                </c:pt>
                <c:pt idx="4156">
                  <c:v>2</c:v>
                </c:pt>
                <c:pt idx="4157">
                  <c:v>3</c:v>
                </c:pt>
                <c:pt idx="4158">
                  <c:v>1</c:v>
                </c:pt>
                <c:pt idx="4159">
                  <c:v>1</c:v>
                </c:pt>
                <c:pt idx="4160">
                  <c:v>1</c:v>
                </c:pt>
                <c:pt idx="4161">
                  <c:v>3</c:v>
                </c:pt>
                <c:pt idx="4162">
                  <c:v>3</c:v>
                </c:pt>
                <c:pt idx="4163">
                  <c:v>4</c:v>
                </c:pt>
                <c:pt idx="4164">
                  <c:v>1</c:v>
                </c:pt>
                <c:pt idx="4165">
                  <c:v>2</c:v>
                </c:pt>
                <c:pt idx="4166">
                  <c:v>2</c:v>
                </c:pt>
                <c:pt idx="4167">
                  <c:v>3</c:v>
                </c:pt>
                <c:pt idx="4168">
                  <c:v>3</c:v>
                </c:pt>
                <c:pt idx="4169">
                  <c:v>3</c:v>
                </c:pt>
                <c:pt idx="4170">
                  <c:v>2</c:v>
                </c:pt>
                <c:pt idx="4171">
                  <c:v>2</c:v>
                </c:pt>
                <c:pt idx="4172">
                  <c:v>1</c:v>
                </c:pt>
                <c:pt idx="4173">
                  <c:v>1</c:v>
                </c:pt>
                <c:pt idx="4174">
                  <c:v>2</c:v>
                </c:pt>
                <c:pt idx="4175">
                  <c:v>3</c:v>
                </c:pt>
                <c:pt idx="4176">
                  <c:v>4</c:v>
                </c:pt>
                <c:pt idx="4177">
                  <c:v>4</c:v>
                </c:pt>
                <c:pt idx="4178">
                  <c:v>4</c:v>
                </c:pt>
                <c:pt idx="4179">
                  <c:v>3</c:v>
                </c:pt>
                <c:pt idx="4180">
                  <c:v>4</c:v>
                </c:pt>
                <c:pt idx="4181">
                  <c:v>6</c:v>
                </c:pt>
                <c:pt idx="4182">
                  <c:v>4</c:v>
                </c:pt>
                <c:pt idx="4183">
                  <c:v>4</c:v>
                </c:pt>
                <c:pt idx="4184">
                  <c:v>4</c:v>
                </c:pt>
                <c:pt idx="4185">
                  <c:v>4</c:v>
                </c:pt>
                <c:pt idx="4186">
                  <c:v>4</c:v>
                </c:pt>
                <c:pt idx="4187">
                  <c:v>4</c:v>
                </c:pt>
                <c:pt idx="4188">
                  <c:v>4</c:v>
                </c:pt>
                <c:pt idx="4189">
                  <c:v>4</c:v>
                </c:pt>
                <c:pt idx="4190">
                  <c:v>4</c:v>
                </c:pt>
                <c:pt idx="4191">
                  <c:v>4</c:v>
                </c:pt>
                <c:pt idx="4192">
                  <c:v>4</c:v>
                </c:pt>
                <c:pt idx="4193">
                  <c:v>4</c:v>
                </c:pt>
                <c:pt idx="4194">
                  <c:v>4</c:v>
                </c:pt>
                <c:pt idx="4195">
                  <c:v>5</c:v>
                </c:pt>
                <c:pt idx="4196">
                  <c:v>4</c:v>
                </c:pt>
                <c:pt idx="4197">
                  <c:v>4</c:v>
                </c:pt>
                <c:pt idx="4198">
                  <c:v>2</c:v>
                </c:pt>
                <c:pt idx="4199">
                  <c:v>2</c:v>
                </c:pt>
                <c:pt idx="4200">
                  <c:v>2</c:v>
                </c:pt>
                <c:pt idx="4201">
                  <c:v>2</c:v>
                </c:pt>
                <c:pt idx="4202">
                  <c:v>2</c:v>
                </c:pt>
                <c:pt idx="4203">
                  <c:v>2</c:v>
                </c:pt>
                <c:pt idx="4204">
                  <c:v>2</c:v>
                </c:pt>
                <c:pt idx="4205">
                  <c:v>2</c:v>
                </c:pt>
                <c:pt idx="4206">
                  <c:v>2</c:v>
                </c:pt>
                <c:pt idx="4207">
                  <c:v>2</c:v>
                </c:pt>
                <c:pt idx="4208">
                  <c:v>2</c:v>
                </c:pt>
                <c:pt idx="4209">
                  <c:v>2</c:v>
                </c:pt>
                <c:pt idx="4210">
                  <c:v>2</c:v>
                </c:pt>
                <c:pt idx="4211">
                  <c:v>2</c:v>
                </c:pt>
                <c:pt idx="4212">
                  <c:v>2</c:v>
                </c:pt>
                <c:pt idx="4213">
                  <c:v>2</c:v>
                </c:pt>
                <c:pt idx="4214">
                  <c:v>2</c:v>
                </c:pt>
                <c:pt idx="4215">
                  <c:v>2</c:v>
                </c:pt>
                <c:pt idx="4216">
                  <c:v>3</c:v>
                </c:pt>
                <c:pt idx="4217">
                  <c:v>2</c:v>
                </c:pt>
                <c:pt idx="4218">
                  <c:v>3</c:v>
                </c:pt>
                <c:pt idx="4219">
                  <c:v>2</c:v>
                </c:pt>
                <c:pt idx="4220">
                  <c:v>3</c:v>
                </c:pt>
                <c:pt idx="4221">
                  <c:v>2</c:v>
                </c:pt>
                <c:pt idx="4222">
                  <c:v>2</c:v>
                </c:pt>
                <c:pt idx="4223">
                  <c:v>2</c:v>
                </c:pt>
                <c:pt idx="4224">
                  <c:v>4</c:v>
                </c:pt>
                <c:pt idx="4225">
                  <c:v>3</c:v>
                </c:pt>
                <c:pt idx="4226">
                  <c:v>3</c:v>
                </c:pt>
                <c:pt idx="4227">
                  <c:v>2</c:v>
                </c:pt>
                <c:pt idx="4228">
                  <c:v>2</c:v>
                </c:pt>
                <c:pt idx="4229">
                  <c:v>4</c:v>
                </c:pt>
                <c:pt idx="4230">
                  <c:v>3</c:v>
                </c:pt>
                <c:pt idx="4231">
                  <c:v>2</c:v>
                </c:pt>
                <c:pt idx="4232">
                  <c:v>2</c:v>
                </c:pt>
                <c:pt idx="4233">
                  <c:v>3</c:v>
                </c:pt>
                <c:pt idx="4234">
                  <c:v>8</c:v>
                </c:pt>
                <c:pt idx="4235">
                  <c:v>3</c:v>
                </c:pt>
                <c:pt idx="4236">
                  <c:v>2</c:v>
                </c:pt>
                <c:pt idx="4237">
                  <c:v>2</c:v>
                </c:pt>
                <c:pt idx="4238">
                  <c:v>4</c:v>
                </c:pt>
                <c:pt idx="4239">
                  <c:v>2</c:v>
                </c:pt>
                <c:pt idx="4240">
                  <c:v>4</c:v>
                </c:pt>
                <c:pt idx="4241">
                  <c:v>3</c:v>
                </c:pt>
                <c:pt idx="4242">
                  <c:v>3</c:v>
                </c:pt>
                <c:pt idx="4243">
                  <c:v>4</c:v>
                </c:pt>
                <c:pt idx="4244">
                  <c:v>2</c:v>
                </c:pt>
                <c:pt idx="4245">
                  <c:v>4</c:v>
                </c:pt>
                <c:pt idx="4246">
                  <c:v>4</c:v>
                </c:pt>
                <c:pt idx="4247">
                  <c:v>3</c:v>
                </c:pt>
                <c:pt idx="4248">
                  <c:v>3</c:v>
                </c:pt>
                <c:pt idx="4249">
                  <c:v>2</c:v>
                </c:pt>
                <c:pt idx="4250">
                  <c:v>2</c:v>
                </c:pt>
                <c:pt idx="4251">
                  <c:v>3</c:v>
                </c:pt>
                <c:pt idx="4252">
                  <c:v>4</c:v>
                </c:pt>
                <c:pt idx="4253">
                  <c:v>4</c:v>
                </c:pt>
                <c:pt idx="4254">
                  <c:v>2</c:v>
                </c:pt>
                <c:pt idx="4255">
                  <c:v>4</c:v>
                </c:pt>
                <c:pt idx="4256">
                  <c:v>5</c:v>
                </c:pt>
                <c:pt idx="4257">
                  <c:v>4</c:v>
                </c:pt>
                <c:pt idx="4258">
                  <c:v>2</c:v>
                </c:pt>
                <c:pt idx="4259">
                  <c:v>2</c:v>
                </c:pt>
                <c:pt idx="4260">
                  <c:v>1</c:v>
                </c:pt>
                <c:pt idx="4261">
                  <c:v>1</c:v>
                </c:pt>
                <c:pt idx="4262">
                  <c:v>0</c:v>
                </c:pt>
                <c:pt idx="4263">
                  <c:v>1</c:v>
                </c:pt>
                <c:pt idx="4264">
                  <c:v>2</c:v>
                </c:pt>
                <c:pt idx="4265">
                  <c:v>3</c:v>
                </c:pt>
                <c:pt idx="4266">
                  <c:v>1</c:v>
                </c:pt>
                <c:pt idx="4267">
                  <c:v>2</c:v>
                </c:pt>
                <c:pt idx="4268">
                  <c:v>2</c:v>
                </c:pt>
                <c:pt idx="4269">
                  <c:v>1</c:v>
                </c:pt>
                <c:pt idx="4270">
                  <c:v>1</c:v>
                </c:pt>
                <c:pt idx="4271">
                  <c:v>2</c:v>
                </c:pt>
                <c:pt idx="4272">
                  <c:v>1</c:v>
                </c:pt>
                <c:pt idx="4273">
                  <c:v>1</c:v>
                </c:pt>
                <c:pt idx="4274">
                  <c:v>2</c:v>
                </c:pt>
                <c:pt idx="4275">
                  <c:v>3</c:v>
                </c:pt>
                <c:pt idx="4276">
                  <c:v>3</c:v>
                </c:pt>
                <c:pt idx="4277">
                  <c:v>2</c:v>
                </c:pt>
                <c:pt idx="4278">
                  <c:v>1</c:v>
                </c:pt>
                <c:pt idx="4279">
                  <c:v>2</c:v>
                </c:pt>
                <c:pt idx="4280">
                  <c:v>2</c:v>
                </c:pt>
                <c:pt idx="4281">
                  <c:v>3</c:v>
                </c:pt>
                <c:pt idx="4282">
                  <c:v>2</c:v>
                </c:pt>
                <c:pt idx="4283">
                  <c:v>3</c:v>
                </c:pt>
                <c:pt idx="4284">
                  <c:v>2</c:v>
                </c:pt>
                <c:pt idx="4285">
                  <c:v>2</c:v>
                </c:pt>
                <c:pt idx="4286">
                  <c:v>2</c:v>
                </c:pt>
                <c:pt idx="4287">
                  <c:v>3</c:v>
                </c:pt>
                <c:pt idx="4288">
                  <c:v>3</c:v>
                </c:pt>
                <c:pt idx="4289">
                  <c:v>2</c:v>
                </c:pt>
                <c:pt idx="4290">
                  <c:v>2</c:v>
                </c:pt>
                <c:pt idx="4291">
                  <c:v>3</c:v>
                </c:pt>
                <c:pt idx="4292">
                  <c:v>2</c:v>
                </c:pt>
                <c:pt idx="4293">
                  <c:v>2</c:v>
                </c:pt>
                <c:pt idx="4294">
                  <c:v>3</c:v>
                </c:pt>
                <c:pt idx="4295">
                  <c:v>3</c:v>
                </c:pt>
                <c:pt idx="4296">
                  <c:v>4</c:v>
                </c:pt>
                <c:pt idx="4297">
                  <c:v>5</c:v>
                </c:pt>
                <c:pt idx="4298">
                  <c:v>3</c:v>
                </c:pt>
                <c:pt idx="4299">
                  <c:v>5</c:v>
                </c:pt>
                <c:pt idx="4300">
                  <c:v>3</c:v>
                </c:pt>
                <c:pt idx="4301">
                  <c:v>5</c:v>
                </c:pt>
                <c:pt idx="4302">
                  <c:v>3</c:v>
                </c:pt>
                <c:pt idx="4303">
                  <c:v>5</c:v>
                </c:pt>
                <c:pt idx="4304">
                  <c:v>3</c:v>
                </c:pt>
                <c:pt idx="4305">
                  <c:v>3</c:v>
                </c:pt>
                <c:pt idx="4306">
                  <c:v>5</c:v>
                </c:pt>
                <c:pt idx="4307">
                  <c:v>3</c:v>
                </c:pt>
                <c:pt idx="4308">
                  <c:v>3</c:v>
                </c:pt>
                <c:pt idx="4309">
                  <c:v>3</c:v>
                </c:pt>
                <c:pt idx="4310">
                  <c:v>3</c:v>
                </c:pt>
                <c:pt idx="4311">
                  <c:v>3</c:v>
                </c:pt>
                <c:pt idx="4312">
                  <c:v>3</c:v>
                </c:pt>
                <c:pt idx="4313">
                  <c:v>7</c:v>
                </c:pt>
                <c:pt idx="4314">
                  <c:v>7</c:v>
                </c:pt>
                <c:pt idx="4315">
                  <c:v>4</c:v>
                </c:pt>
                <c:pt idx="4316">
                  <c:v>9</c:v>
                </c:pt>
                <c:pt idx="4317">
                  <c:v>9</c:v>
                </c:pt>
                <c:pt idx="4318">
                  <c:v>9</c:v>
                </c:pt>
                <c:pt idx="4319">
                  <c:v>9</c:v>
                </c:pt>
                <c:pt idx="4320">
                  <c:v>9</c:v>
                </c:pt>
                <c:pt idx="4321">
                  <c:v>8</c:v>
                </c:pt>
                <c:pt idx="4322">
                  <c:v>9</c:v>
                </c:pt>
                <c:pt idx="4323">
                  <c:v>9</c:v>
                </c:pt>
                <c:pt idx="4324">
                  <c:v>6</c:v>
                </c:pt>
                <c:pt idx="4325">
                  <c:v>6</c:v>
                </c:pt>
                <c:pt idx="4326">
                  <c:v>1</c:v>
                </c:pt>
                <c:pt idx="4327">
                  <c:v>7</c:v>
                </c:pt>
                <c:pt idx="4328">
                  <c:v>8</c:v>
                </c:pt>
                <c:pt idx="4329">
                  <c:v>4</c:v>
                </c:pt>
                <c:pt idx="4330">
                  <c:v>9</c:v>
                </c:pt>
                <c:pt idx="4331">
                  <c:v>9</c:v>
                </c:pt>
                <c:pt idx="4332">
                  <c:v>9</c:v>
                </c:pt>
                <c:pt idx="4333">
                  <c:v>7</c:v>
                </c:pt>
                <c:pt idx="4334">
                  <c:v>1</c:v>
                </c:pt>
                <c:pt idx="4335">
                  <c:v>9</c:v>
                </c:pt>
                <c:pt idx="4336">
                  <c:v>10</c:v>
                </c:pt>
                <c:pt idx="4337">
                  <c:v>10</c:v>
                </c:pt>
                <c:pt idx="4338">
                  <c:v>5</c:v>
                </c:pt>
                <c:pt idx="4339">
                  <c:v>9</c:v>
                </c:pt>
                <c:pt idx="4340">
                  <c:v>5</c:v>
                </c:pt>
                <c:pt idx="4341">
                  <c:v>11</c:v>
                </c:pt>
                <c:pt idx="4342">
                  <c:v>7</c:v>
                </c:pt>
                <c:pt idx="4343">
                  <c:v>10</c:v>
                </c:pt>
                <c:pt idx="4344">
                  <c:v>8</c:v>
                </c:pt>
                <c:pt idx="4345">
                  <c:v>9</c:v>
                </c:pt>
                <c:pt idx="4346">
                  <c:v>6</c:v>
                </c:pt>
                <c:pt idx="4347">
                  <c:v>11</c:v>
                </c:pt>
                <c:pt idx="4348">
                  <c:v>9</c:v>
                </c:pt>
                <c:pt idx="4349">
                  <c:v>2</c:v>
                </c:pt>
                <c:pt idx="4350">
                  <c:v>5</c:v>
                </c:pt>
                <c:pt idx="4351">
                  <c:v>2</c:v>
                </c:pt>
                <c:pt idx="4352">
                  <c:v>2</c:v>
                </c:pt>
                <c:pt idx="4353">
                  <c:v>3</c:v>
                </c:pt>
                <c:pt idx="4354">
                  <c:v>3</c:v>
                </c:pt>
                <c:pt idx="4355">
                  <c:v>4</c:v>
                </c:pt>
                <c:pt idx="4356">
                  <c:v>2</c:v>
                </c:pt>
                <c:pt idx="4357">
                  <c:v>5</c:v>
                </c:pt>
                <c:pt idx="4358">
                  <c:v>2</c:v>
                </c:pt>
                <c:pt idx="4359">
                  <c:v>7</c:v>
                </c:pt>
                <c:pt idx="4360">
                  <c:v>1</c:v>
                </c:pt>
                <c:pt idx="4361">
                  <c:v>2</c:v>
                </c:pt>
                <c:pt idx="4362">
                  <c:v>2</c:v>
                </c:pt>
                <c:pt idx="4363">
                  <c:v>2</c:v>
                </c:pt>
                <c:pt idx="4364">
                  <c:v>3</c:v>
                </c:pt>
                <c:pt idx="4365">
                  <c:v>3</c:v>
                </c:pt>
                <c:pt idx="4366">
                  <c:v>3</c:v>
                </c:pt>
                <c:pt idx="4367">
                  <c:v>4</c:v>
                </c:pt>
                <c:pt idx="4368">
                  <c:v>3</c:v>
                </c:pt>
                <c:pt idx="4369">
                  <c:v>5</c:v>
                </c:pt>
                <c:pt idx="4370">
                  <c:v>4</c:v>
                </c:pt>
                <c:pt idx="4371">
                  <c:v>6</c:v>
                </c:pt>
                <c:pt idx="4372">
                  <c:v>-1</c:v>
                </c:pt>
                <c:pt idx="4373">
                  <c:v>3</c:v>
                </c:pt>
                <c:pt idx="4374">
                  <c:v>3</c:v>
                </c:pt>
                <c:pt idx="4375">
                  <c:v>4</c:v>
                </c:pt>
                <c:pt idx="4376">
                  <c:v>3</c:v>
                </c:pt>
                <c:pt idx="4377">
                  <c:v>6</c:v>
                </c:pt>
                <c:pt idx="4378">
                  <c:v>2</c:v>
                </c:pt>
                <c:pt idx="4379">
                  <c:v>3</c:v>
                </c:pt>
                <c:pt idx="4380">
                  <c:v>1</c:v>
                </c:pt>
                <c:pt idx="4381">
                  <c:v>3</c:v>
                </c:pt>
                <c:pt idx="4382">
                  <c:v>5</c:v>
                </c:pt>
                <c:pt idx="4383">
                  <c:v>2</c:v>
                </c:pt>
                <c:pt idx="4384">
                  <c:v>3</c:v>
                </c:pt>
                <c:pt idx="4385">
                  <c:v>3</c:v>
                </c:pt>
                <c:pt idx="4386">
                  <c:v>0</c:v>
                </c:pt>
                <c:pt idx="4387">
                  <c:v>2</c:v>
                </c:pt>
                <c:pt idx="4388">
                  <c:v>5</c:v>
                </c:pt>
                <c:pt idx="4389">
                  <c:v>3</c:v>
                </c:pt>
                <c:pt idx="4390">
                  <c:v>3</c:v>
                </c:pt>
                <c:pt idx="4391">
                  <c:v>4</c:v>
                </c:pt>
                <c:pt idx="4392">
                  <c:v>3</c:v>
                </c:pt>
                <c:pt idx="4393">
                  <c:v>2</c:v>
                </c:pt>
                <c:pt idx="4394">
                  <c:v>3</c:v>
                </c:pt>
                <c:pt idx="4395">
                  <c:v>3</c:v>
                </c:pt>
                <c:pt idx="4396">
                  <c:v>3</c:v>
                </c:pt>
                <c:pt idx="4397">
                  <c:v>4</c:v>
                </c:pt>
                <c:pt idx="4398">
                  <c:v>2</c:v>
                </c:pt>
                <c:pt idx="4399">
                  <c:v>1</c:v>
                </c:pt>
                <c:pt idx="4400">
                  <c:v>2</c:v>
                </c:pt>
                <c:pt idx="4401">
                  <c:v>4</c:v>
                </c:pt>
                <c:pt idx="4402">
                  <c:v>5</c:v>
                </c:pt>
                <c:pt idx="4403">
                  <c:v>4</c:v>
                </c:pt>
                <c:pt idx="4404">
                  <c:v>3</c:v>
                </c:pt>
                <c:pt idx="4405">
                  <c:v>3</c:v>
                </c:pt>
                <c:pt idx="4406">
                  <c:v>5</c:v>
                </c:pt>
                <c:pt idx="4407">
                  <c:v>2</c:v>
                </c:pt>
                <c:pt idx="4408">
                  <c:v>4</c:v>
                </c:pt>
                <c:pt idx="4409">
                  <c:v>3</c:v>
                </c:pt>
                <c:pt idx="4410">
                  <c:v>4</c:v>
                </c:pt>
                <c:pt idx="4411">
                  <c:v>4</c:v>
                </c:pt>
                <c:pt idx="4412">
                  <c:v>3</c:v>
                </c:pt>
                <c:pt idx="4413">
                  <c:v>4</c:v>
                </c:pt>
                <c:pt idx="4414">
                  <c:v>3</c:v>
                </c:pt>
                <c:pt idx="4415">
                  <c:v>5</c:v>
                </c:pt>
                <c:pt idx="4416">
                  <c:v>5</c:v>
                </c:pt>
                <c:pt idx="4417">
                  <c:v>4</c:v>
                </c:pt>
                <c:pt idx="4418">
                  <c:v>6</c:v>
                </c:pt>
                <c:pt idx="4419">
                  <c:v>6</c:v>
                </c:pt>
                <c:pt idx="4420">
                  <c:v>6</c:v>
                </c:pt>
                <c:pt idx="4421">
                  <c:v>5</c:v>
                </c:pt>
                <c:pt idx="4422">
                  <c:v>5</c:v>
                </c:pt>
                <c:pt idx="4423">
                  <c:v>4</c:v>
                </c:pt>
                <c:pt idx="4424">
                  <c:v>6</c:v>
                </c:pt>
                <c:pt idx="4425">
                  <c:v>6</c:v>
                </c:pt>
                <c:pt idx="4426">
                  <c:v>2</c:v>
                </c:pt>
                <c:pt idx="4427">
                  <c:v>4</c:v>
                </c:pt>
                <c:pt idx="4428">
                  <c:v>2</c:v>
                </c:pt>
                <c:pt idx="4429">
                  <c:v>2</c:v>
                </c:pt>
                <c:pt idx="4430">
                  <c:v>2</c:v>
                </c:pt>
                <c:pt idx="4431">
                  <c:v>2</c:v>
                </c:pt>
                <c:pt idx="4432">
                  <c:v>4</c:v>
                </c:pt>
                <c:pt idx="4433">
                  <c:v>4</c:v>
                </c:pt>
                <c:pt idx="4434">
                  <c:v>2</c:v>
                </c:pt>
                <c:pt idx="4435">
                  <c:v>2</c:v>
                </c:pt>
                <c:pt idx="4436">
                  <c:v>2</c:v>
                </c:pt>
                <c:pt idx="4437">
                  <c:v>2</c:v>
                </c:pt>
                <c:pt idx="4438">
                  <c:v>2</c:v>
                </c:pt>
                <c:pt idx="4439">
                  <c:v>4</c:v>
                </c:pt>
                <c:pt idx="4440">
                  <c:v>3</c:v>
                </c:pt>
                <c:pt idx="4441">
                  <c:v>2</c:v>
                </c:pt>
                <c:pt idx="4442">
                  <c:v>2</c:v>
                </c:pt>
                <c:pt idx="4443">
                  <c:v>2</c:v>
                </c:pt>
                <c:pt idx="4444">
                  <c:v>2</c:v>
                </c:pt>
                <c:pt idx="4445">
                  <c:v>4</c:v>
                </c:pt>
                <c:pt idx="4446">
                  <c:v>2</c:v>
                </c:pt>
                <c:pt idx="4447">
                  <c:v>2</c:v>
                </c:pt>
                <c:pt idx="4448">
                  <c:v>2</c:v>
                </c:pt>
                <c:pt idx="4449">
                  <c:v>2</c:v>
                </c:pt>
                <c:pt idx="4450">
                  <c:v>3</c:v>
                </c:pt>
                <c:pt idx="4451">
                  <c:v>2</c:v>
                </c:pt>
                <c:pt idx="4452">
                  <c:v>2</c:v>
                </c:pt>
                <c:pt idx="4453">
                  <c:v>2</c:v>
                </c:pt>
                <c:pt idx="4454">
                  <c:v>3</c:v>
                </c:pt>
                <c:pt idx="4455">
                  <c:v>2</c:v>
                </c:pt>
                <c:pt idx="4456">
                  <c:v>2</c:v>
                </c:pt>
                <c:pt idx="4457">
                  <c:v>2</c:v>
                </c:pt>
                <c:pt idx="4458">
                  <c:v>9</c:v>
                </c:pt>
                <c:pt idx="4459">
                  <c:v>2</c:v>
                </c:pt>
                <c:pt idx="4460">
                  <c:v>4</c:v>
                </c:pt>
                <c:pt idx="4461">
                  <c:v>3</c:v>
                </c:pt>
                <c:pt idx="4462">
                  <c:v>3</c:v>
                </c:pt>
                <c:pt idx="4463">
                  <c:v>6</c:v>
                </c:pt>
                <c:pt idx="4464">
                  <c:v>5</c:v>
                </c:pt>
                <c:pt idx="4465">
                  <c:v>3</c:v>
                </c:pt>
                <c:pt idx="4466">
                  <c:v>10</c:v>
                </c:pt>
                <c:pt idx="4467">
                  <c:v>3</c:v>
                </c:pt>
                <c:pt idx="4468">
                  <c:v>3</c:v>
                </c:pt>
                <c:pt idx="4469">
                  <c:v>4</c:v>
                </c:pt>
                <c:pt idx="4470">
                  <c:v>7</c:v>
                </c:pt>
                <c:pt idx="4471">
                  <c:v>5</c:v>
                </c:pt>
                <c:pt idx="4472">
                  <c:v>3</c:v>
                </c:pt>
                <c:pt idx="4473">
                  <c:v>2</c:v>
                </c:pt>
                <c:pt idx="4474">
                  <c:v>3</c:v>
                </c:pt>
                <c:pt idx="4475">
                  <c:v>11</c:v>
                </c:pt>
                <c:pt idx="4476">
                  <c:v>8</c:v>
                </c:pt>
                <c:pt idx="4477">
                  <c:v>3</c:v>
                </c:pt>
                <c:pt idx="4478">
                  <c:v>3</c:v>
                </c:pt>
                <c:pt idx="4479">
                  <c:v>9</c:v>
                </c:pt>
                <c:pt idx="4480">
                  <c:v>3</c:v>
                </c:pt>
                <c:pt idx="4481">
                  <c:v>8</c:v>
                </c:pt>
                <c:pt idx="4482">
                  <c:v>8</c:v>
                </c:pt>
                <c:pt idx="4483">
                  <c:v>3</c:v>
                </c:pt>
                <c:pt idx="4484">
                  <c:v>3</c:v>
                </c:pt>
                <c:pt idx="4485">
                  <c:v>3</c:v>
                </c:pt>
                <c:pt idx="4486">
                  <c:v>3</c:v>
                </c:pt>
                <c:pt idx="4487">
                  <c:v>3</c:v>
                </c:pt>
                <c:pt idx="4488">
                  <c:v>3</c:v>
                </c:pt>
                <c:pt idx="4489">
                  <c:v>3</c:v>
                </c:pt>
                <c:pt idx="4490">
                  <c:v>10</c:v>
                </c:pt>
                <c:pt idx="4491">
                  <c:v>3</c:v>
                </c:pt>
                <c:pt idx="4492">
                  <c:v>3</c:v>
                </c:pt>
                <c:pt idx="4493">
                  <c:v>3</c:v>
                </c:pt>
                <c:pt idx="4494">
                  <c:v>10</c:v>
                </c:pt>
                <c:pt idx="4495">
                  <c:v>9</c:v>
                </c:pt>
                <c:pt idx="4496">
                  <c:v>3</c:v>
                </c:pt>
                <c:pt idx="4497">
                  <c:v>3</c:v>
                </c:pt>
                <c:pt idx="4498">
                  <c:v>3</c:v>
                </c:pt>
                <c:pt idx="4499">
                  <c:v>4</c:v>
                </c:pt>
                <c:pt idx="4500">
                  <c:v>2</c:v>
                </c:pt>
                <c:pt idx="4501">
                  <c:v>2</c:v>
                </c:pt>
                <c:pt idx="4502">
                  <c:v>2</c:v>
                </c:pt>
                <c:pt idx="4503">
                  <c:v>2</c:v>
                </c:pt>
                <c:pt idx="4504">
                  <c:v>3</c:v>
                </c:pt>
                <c:pt idx="4505">
                  <c:v>3</c:v>
                </c:pt>
                <c:pt idx="4506">
                  <c:v>5</c:v>
                </c:pt>
                <c:pt idx="4507">
                  <c:v>2</c:v>
                </c:pt>
                <c:pt idx="4508">
                  <c:v>2</c:v>
                </c:pt>
                <c:pt idx="4509">
                  <c:v>5</c:v>
                </c:pt>
                <c:pt idx="4510">
                  <c:v>2</c:v>
                </c:pt>
                <c:pt idx="4511">
                  <c:v>4</c:v>
                </c:pt>
                <c:pt idx="4512">
                  <c:v>3</c:v>
                </c:pt>
                <c:pt idx="4513">
                  <c:v>5</c:v>
                </c:pt>
                <c:pt idx="4514">
                  <c:v>6</c:v>
                </c:pt>
                <c:pt idx="4515">
                  <c:v>3</c:v>
                </c:pt>
                <c:pt idx="4516">
                  <c:v>2</c:v>
                </c:pt>
                <c:pt idx="4517">
                  <c:v>3</c:v>
                </c:pt>
                <c:pt idx="4518">
                  <c:v>3</c:v>
                </c:pt>
                <c:pt idx="4519">
                  <c:v>3</c:v>
                </c:pt>
                <c:pt idx="4520">
                  <c:v>2</c:v>
                </c:pt>
                <c:pt idx="4521">
                  <c:v>2</c:v>
                </c:pt>
                <c:pt idx="4522">
                  <c:v>3</c:v>
                </c:pt>
                <c:pt idx="4523">
                  <c:v>2</c:v>
                </c:pt>
                <c:pt idx="4524">
                  <c:v>2</c:v>
                </c:pt>
                <c:pt idx="4525">
                  <c:v>2</c:v>
                </c:pt>
                <c:pt idx="4526">
                  <c:v>3</c:v>
                </c:pt>
                <c:pt idx="4527">
                  <c:v>2</c:v>
                </c:pt>
                <c:pt idx="4528">
                  <c:v>2</c:v>
                </c:pt>
                <c:pt idx="4529">
                  <c:v>2</c:v>
                </c:pt>
                <c:pt idx="4530">
                  <c:v>4</c:v>
                </c:pt>
                <c:pt idx="4531">
                  <c:v>2</c:v>
                </c:pt>
                <c:pt idx="4532">
                  <c:v>5</c:v>
                </c:pt>
                <c:pt idx="4533">
                  <c:v>4</c:v>
                </c:pt>
                <c:pt idx="4534">
                  <c:v>4</c:v>
                </c:pt>
                <c:pt idx="4535">
                  <c:v>4</c:v>
                </c:pt>
                <c:pt idx="4536">
                  <c:v>3</c:v>
                </c:pt>
                <c:pt idx="4537">
                  <c:v>6</c:v>
                </c:pt>
                <c:pt idx="4538">
                  <c:v>3</c:v>
                </c:pt>
                <c:pt idx="4539">
                  <c:v>4</c:v>
                </c:pt>
                <c:pt idx="4540">
                  <c:v>6</c:v>
                </c:pt>
                <c:pt idx="4541">
                  <c:v>3</c:v>
                </c:pt>
                <c:pt idx="4542">
                  <c:v>3</c:v>
                </c:pt>
                <c:pt idx="4543">
                  <c:v>4</c:v>
                </c:pt>
                <c:pt idx="4544">
                  <c:v>3</c:v>
                </c:pt>
                <c:pt idx="4545">
                  <c:v>4</c:v>
                </c:pt>
                <c:pt idx="4546">
                  <c:v>3</c:v>
                </c:pt>
                <c:pt idx="4547">
                  <c:v>4</c:v>
                </c:pt>
                <c:pt idx="4548">
                  <c:v>3</c:v>
                </c:pt>
                <c:pt idx="4549">
                  <c:v>5</c:v>
                </c:pt>
                <c:pt idx="4550">
                  <c:v>4</c:v>
                </c:pt>
                <c:pt idx="4551">
                  <c:v>3</c:v>
                </c:pt>
                <c:pt idx="4552">
                  <c:v>4</c:v>
                </c:pt>
                <c:pt idx="4553">
                  <c:v>3</c:v>
                </c:pt>
                <c:pt idx="4554">
                  <c:v>3</c:v>
                </c:pt>
                <c:pt idx="4555">
                  <c:v>4</c:v>
                </c:pt>
                <c:pt idx="4556">
                  <c:v>3</c:v>
                </c:pt>
                <c:pt idx="4557">
                  <c:v>3</c:v>
                </c:pt>
                <c:pt idx="4558">
                  <c:v>3</c:v>
                </c:pt>
                <c:pt idx="4559">
                  <c:v>6</c:v>
                </c:pt>
                <c:pt idx="4560">
                  <c:v>5</c:v>
                </c:pt>
                <c:pt idx="4561">
                  <c:v>5</c:v>
                </c:pt>
                <c:pt idx="4562">
                  <c:v>5</c:v>
                </c:pt>
                <c:pt idx="4563">
                  <c:v>6</c:v>
                </c:pt>
                <c:pt idx="4564">
                  <c:v>5</c:v>
                </c:pt>
                <c:pt idx="4565">
                  <c:v>5</c:v>
                </c:pt>
                <c:pt idx="4566">
                  <c:v>5</c:v>
                </c:pt>
                <c:pt idx="4567">
                  <c:v>5</c:v>
                </c:pt>
                <c:pt idx="4568">
                  <c:v>5</c:v>
                </c:pt>
                <c:pt idx="4569">
                  <c:v>5</c:v>
                </c:pt>
                <c:pt idx="4570">
                  <c:v>7</c:v>
                </c:pt>
                <c:pt idx="4571">
                  <c:v>5</c:v>
                </c:pt>
                <c:pt idx="4572">
                  <c:v>5</c:v>
                </c:pt>
                <c:pt idx="4573">
                  <c:v>7</c:v>
                </c:pt>
                <c:pt idx="4574">
                  <c:v>5</c:v>
                </c:pt>
                <c:pt idx="4575">
                  <c:v>6</c:v>
                </c:pt>
                <c:pt idx="4576">
                  <c:v>4</c:v>
                </c:pt>
                <c:pt idx="4577">
                  <c:v>5</c:v>
                </c:pt>
                <c:pt idx="4578">
                  <c:v>5</c:v>
                </c:pt>
                <c:pt idx="4579">
                  <c:v>4</c:v>
                </c:pt>
                <c:pt idx="4580">
                  <c:v>4</c:v>
                </c:pt>
                <c:pt idx="4581">
                  <c:v>5</c:v>
                </c:pt>
                <c:pt idx="4582">
                  <c:v>5</c:v>
                </c:pt>
                <c:pt idx="4583">
                  <c:v>4</c:v>
                </c:pt>
                <c:pt idx="4584">
                  <c:v>4</c:v>
                </c:pt>
                <c:pt idx="4585">
                  <c:v>4</c:v>
                </c:pt>
                <c:pt idx="4586">
                  <c:v>4</c:v>
                </c:pt>
                <c:pt idx="4587">
                  <c:v>4</c:v>
                </c:pt>
                <c:pt idx="4588">
                  <c:v>5</c:v>
                </c:pt>
                <c:pt idx="4589">
                  <c:v>4</c:v>
                </c:pt>
                <c:pt idx="4590">
                  <c:v>5</c:v>
                </c:pt>
                <c:pt idx="4591">
                  <c:v>4</c:v>
                </c:pt>
                <c:pt idx="4592">
                  <c:v>3</c:v>
                </c:pt>
                <c:pt idx="4593">
                  <c:v>3</c:v>
                </c:pt>
                <c:pt idx="4594">
                  <c:v>3</c:v>
                </c:pt>
                <c:pt idx="4595">
                  <c:v>4</c:v>
                </c:pt>
                <c:pt idx="4596">
                  <c:v>4</c:v>
                </c:pt>
                <c:pt idx="4597">
                  <c:v>5</c:v>
                </c:pt>
                <c:pt idx="4598">
                  <c:v>4</c:v>
                </c:pt>
                <c:pt idx="4599">
                  <c:v>5</c:v>
                </c:pt>
                <c:pt idx="4600">
                  <c:v>3</c:v>
                </c:pt>
                <c:pt idx="4601">
                  <c:v>4</c:v>
                </c:pt>
                <c:pt idx="4602">
                  <c:v>3</c:v>
                </c:pt>
                <c:pt idx="4603">
                  <c:v>4</c:v>
                </c:pt>
                <c:pt idx="4604">
                  <c:v>3</c:v>
                </c:pt>
                <c:pt idx="4605">
                  <c:v>2</c:v>
                </c:pt>
                <c:pt idx="4606">
                  <c:v>3</c:v>
                </c:pt>
                <c:pt idx="4607">
                  <c:v>3</c:v>
                </c:pt>
                <c:pt idx="4608">
                  <c:v>4</c:v>
                </c:pt>
                <c:pt idx="4609">
                  <c:v>3</c:v>
                </c:pt>
                <c:pt idx="4610">
                  <c:v>4</c:v>
                </c:pt>
                <c:pt idx="4611">
                  <c:v>3</c:v>
                </c:pt>
                <c:pt idx="4612">
                  <c:v>3</c:v>
                </c:pt>
                <c:pt idx="4613">
                  <c:v>3</c:v>
                </c:pt>
                <c:pt idx="4614">
                  <c:v>3</c:v>
                </c:pt>
                <c:pt idx="4615">
                  <c:v>4</c:v>
                </c:pt>
                <c:pt idx="4616">
                  <c:v>3</c:v>
                </c:pt>
                <c:pt idx="4617">
                  <c:v>3</c:v>
                </c:pt>
                <c:pt idx="4618">
                  <c:v>3</c:v>
                </c:pt>
                <c:pt idx="4619">
                  <c:v>3</c:v>
                </c:pt>
                <c:pt idx="4620">
                  <c:v>3</c:v>
                </c:pt>
                <c:pt idx="4621">
                  <c:v>2</c:v>
                </c:pt>
                <c:pt idx="4622">
                  <c:v>2</c:v>
                </c:pt>
                <c:pt idx="4623">
                  <c:v>2</c:v>
                </c:pt>
                <c:pt idx="4624">
                  <c:v>2</c:v>
                </c:pt>
                <c:pt idx="4625">
                  <c:v>2</c:v>
                </c:pt>
                <c:pt idx="4626">
                  <c:v>2</c:v>
                </c:pt>
                <c:pt idx="4627">
                  <c:v>2</c:v>
                </c:pt>
                <c:pt idx="4628">
                  <c:v>2</c:v>
                </c:pt>
                <c:pt idx="4629">
                  <c:v>2</c:v>
                </c:pt>
                <c:pt idx="4630">
                  <c:v>3</c:v>
                </c:pt>
                <c:pt idx="4631">
                  <c:v>2</c:v>
                </c:pt>
                <c:pt idx="4632">
                  <c:v>2</c:v>
                </c:pt>
                <c:pt idx="4633">
                  <c:v>3</c:v>
                </c:pt>
                <c:pt idx="4634">
                  <c:v>2</c:v>
                </c:pt>
                <c:pt idx="4635">
                  <c:v>2</c:v>
                </c:pt>
                <c:pt idx="4636">
                  <c:v>2</c:v>
                </c:pt>
                <c:pt idx="4637">
                  <c:v>2</c:v>
                </c:pt>
                <c:pt idx="4638">
                  <c:v>2</c:v>
                </c:pt>
                <c:pt idx="4639">
                  <c:v>4</c:v>
                </c:pt>
                <c:pt idx="4640">
                  <c:v>2</c:v>
                </c:pt>
                <c:pt idx="4641">
                  <c:v>2</c:v>
                </c:pt>
                <c:pt idx="4642">
                  <c:v>2</c:v>
                </c:pt>
                <c:pt idx="4643">
                  <c:v>2</c:v>
                </c:pt>
                <c:pt idx="4644">
                  <c:v>2</c:v>
                </c:pt>
                <c:pt idx="4645">
                  <c:v>2</c:v>
                </c:pt>
                <c:pt idx="4646">
                  <c:v>2</c:v>
                </c:pt>
                <c:pt idx="4647">
                  <c:v>2</c:v>
                </c:pt>
                <c:pt idx="4648">
                  <c:v>2</c:v>
                </c:pt>
                <c:pt idx="4649">
                  <c:v>2</c:v>
                </c:pt>
                <c:pt idx="4650">
                  <c:v>2</c:v>
                </c:pt>
                <c:pt idx="4651">
                  <c:v>2</c:v>
                </c:pt>
                <c:pt idx="4652">
                  <c:v>9</c:v>
                </c:pt>
                <c:pt idx="4653">
                  <c:v>5</c:v>
                </c:pt>
                <c:pt idx="4654">
                  <c:v>5</c:v>
                </c:pt>
                <c:pt idx="4655">
                  <c:v>6</c:v>
                </c:pt>
                <c:pt idx="4656">
                  <c:v>8</c:v>
                </c:pt>
                <c:pt idx="4657">
                  <c:v>5</c:v>
                </c:pt>
                <c:pt idx="4658">
                  <c:v>8</c:v>
                </c:pt>
                <c:pt idx="4659">
                  <c:v>4</c:v>
                </c:pt>
                <c:pt idx="4660">
                  <c:v>6</c:v>
                </c:pt>
                <c:pt idx="4661">
                  <c:v>5</c:v>
                </c:pt>
                <c:pt idx="4662">
                  <c:v>2</c:v>
                </c:pt>
                <c:pt idx="4663">
                  <c:v>2</c:v>
                </c:pt>
                <c:pt idx="4664">
                  <c:v>2</c:v>
                </c:pt>
                <c:pt idx="4665">
                  <c:v>2</c:v>
                </c:pt>
                <c:pt idx="4666">
                  <c:v>2</c:v>
                </c:pt>
                <c:pt idx="4667">
                  <c:v>2</c:v>
                </c:pt>
                <c:pt idx="4668">
                  <c:v>2</c:v>
                </c:pt>
                <c:pt idx="4669">
                  <c:v>2</c:v>
                </c:pt>
                <c:pt idx="4670">
                  <c:v>2</c:v>
                </c:pt>
                <c:pt idx="4671">
                  <c:v>3</c:v>
                </c:pt>
                <c:pt idx="4672">
                  <c:v>2</c:v>
                </c:pt>
                <c:pt idx="4673">
                  <c:v>3</c:v>
                </c:pt>
                <c:pt idx="4674">
                  <c:v>2</c:v>
                </c:pt>
                <c:pt idx="4675">
                  <c:v>2</c:v>
                </c:pt>
                <c:pt idx="4676">
                  <c:v>2</c:v>
                </c:pt>
                <c:pt idx="4677">
                  <c:v>2</c:v>
                </c:pt>
                <c:pt idx="4678">
                  <c:v>2</c:v>
                </c:pt>
                <c:pt idx="4679">
                  <c:v>2</c:v>
                </c:pt>
                <c:pt idx="4680">
                  <c:v>2</c:v>
                </c:pt>
                <c:pt idx="4681">
                  <c:v>2</c:v>
                </c:pt>
                <c:pt idx="4682">
                  <c:v>2</c:v>
                </c:pt>
                <c:pt idx="4683">
                  <c:v>3</c:v>
                </c:pt>
                <c:pt idx="4684">
                  <c:v>2</c:v>
                </c:pt>
                <c:pt idx="4685">
                  <c:v>2</c:v>
                </c:pt>
                <c:pt idx="4686">
                  <c:v>3</c:v>
                </c:pt>
                <c:pt idx="4687">
                  <c:v>2</c:v>
                </c:pt>
                <c:pt idx="4688">
                  <c:v>20</c:v>
                </c:pt>
                <c:pt idx="4689">
                  <c:v>20</c:v>
                </c:pt>
                <c:pt idx="4690">
                  <c:v>10</c:v>
                </c:pt>
                <c:pt idx="4691">
                  <c:v>13</c:v>
                </c:pt>
                <c:pt idx="4692">
                  <c:v>20</c:v>
                </c:pt>
                <c:pt idx="4693">
                  <c:v>20</c:v>
                </c:pt>
                <c:pt idx="4694">
                  <c:v>20</c:v>
                </c:pt>
                <c:pt idx="4695">
                  <c:v>10</c:v>
                </c:pt>
                <c:pt idx="4696">
                  <c:v>20</c:v>
                </c:pt>
                <c:pt idx="4697">
                  <c:v>11</c:v>
                </c:pt>
                <c:pt idx="4698">
                  <c:v>1</c:v>
                </c:pt>
                <c:pt idx="4699">
                  <c:v>6</c:v>
                </c:pt>
                <c:pt idx="4700">
                  <c:v>6</c:v>
                </c:pt>
                <c:pt idx="4701">
                  <c:v>6</c:v>
                </c:pt>
                <c:pt idx="4702">
                  <c:v>6</c:v>
                </c:pt>
                <c:pt idx="4703">
                  <c:v>4</c:v>
                </c:pt>
                <c:pt idx="4704">
                  <c:v>1</c:v>
                </c:pt>
                <c:pt idx="4705">
                  <c:v>6</c:v>
                </c:pt>
                <c:pt idx="4706">
                  <c:v>4</c:v>
                </c:pt>
                <c:pt idx="4707">
                  <c:v>6</c:v>
                </c:pt>
                <c:pt idx="4708">
                  <c:v>6</c:v>
                </c:pt>
                <c:pt idx="4709">
                  <c:v>4</c:v>
                </c:pt>
                <c:pt idx="4710">
                  <c:v>4</c:v>
                </c:pt>
                <c:pt idx="4711">
                  <c:v>6</c:v>
                </c:pt>
                <c:pt idx="4712">
                  <c:v>4</c:v>
                </c:pt>
                <c:pt idx="4713">
                  <c:v>4</c:v>
                </c:pt>
                <c:pt idx="4714">
                  <c:v>5</c:v>
                </c:pt>
                <c:pt idx="4715">
                  <c:v>4</c:v>
                </c:pt>
                <c:pt idx="4716">
                  <c:v>4</c:v>
                </c:pt>
                <c:pt idx="4717">
                  <c:v>4</c:v>
                </c:pt>
                <c:pt idx="4718">
                  <c:v>5</c:v>
                </c:pt>
                <c:pt idx="4719">
                  <c:v>5</c:v>
                </c:pt>
                <c:pt idx="4720">
                  <c:v>5</c:v>
                </c:pt>
                <c:pt idx="4721">
                  <c:v>4</c:v>
                </c:pt>
                <c:pt idx="4722">
                  <c:v>4</c:v>
                </c:pt>
                <c:pt idx="4723">
                  <c:v>5</c:v>
                </c:pt>
                <c:pt idx="4724">
                  <c:v>4</c:v>
                </c:pt>
                <c:pt idx="4725">
                  <c:v>4</c:v>
                </c:pt>
                <c:pt idx="4726">
                  <c:v>3</c:v>
                </c:pt>
                <c:pt idx="4727">
                  <c:v>3</c:v>
                </c:pt>
                <c:pt idx="4728">
                  <c:v>4</c:v>
                </c:pt>
                <c:pt idx="4729">
                  <c:v>4</c:v>
                </c:pt>
                <c:pt idx="4730">
                  <c:v>5</c:v>
                </c:pt>
                <c:pt idx="4731">
                  <c:v>4</c:v>
                </c:pt>
                <c:pt idx="4732">
                  <c:v>4</c:v>
                </c:pt>
                <c:pt idx="4733">
                  <c:v>4</c:v>
                </c:pt>
                <c:pt idx="4734">
                  <c:v>5</c:v>
                </c:pt>
                <c:pt idx="4735">
                  <c:v>5</c:v>
                </c:pt>
                <c:pt idx="4736">
                  <c:v>4</c:v>
                </c:pt>
                <c:pt idx="4737">
                  <c:v>4</c:v>
                </c:pt>
                <c:pt idx="4738">
                  <c:v>4</c:v>
                </c:pt>
                <c:pt idx="4739">
                  <c:v>4</c:v>
                </c:pt>
                <c:pt idx="4740">
                  <c:v>4</c:v>
                </c:pt>
                <c:pt idx="4741">
                  <c:v>4</c:v>
                </c:pt>
                <c:pt idx="4742">
                  <c:v>2</c:v>
                </c:pt>
                <c:pt idx="4743">
                  <c:v>2</c:v>
                </c:pt>
                <c:pt idx="4744">
                  <c:v>2</c:v>
                </c:pt>
                <c:pt idx="4745">
                  <c:v>2</c:v>
                </c:pt>
                <c:pt idx="4746">
                  <c:v>2</c:v>
                </c:pt>
                <c:pt idx="4747">
                  <c:v>2</c:v>
                </c:pt>
                <c:pt idx="4748">
                  <c:v>3</c:v>
                </c:pt>
                <c:pt idx="4749">
                  <c:v>2</c:v>
                </c:pt>
                <c:pt idx="4750">
                  <c:v>2</c:v>
                </c:pt>
                <c:pt idx="4751">
                  <c:v>2</c:v>
                </c:pt>
                <c:pt idx="4752">
                  <c:v>2</c:v>
                </c:pt>
                <c:pt idx="4753">
                  <c:v>2</c:v>
                </c:pt>
                <c:pt idx="4754">
                  <c:v>2</c:v>
                </c:pt>
                <c:pt idx="4755">
                  <c:v>2</c:v>
                </c:pt>
                <c:pt idx="4756">
                  <c:v>2</c:v>
                </c:pt>
                <c:pt idx="4757">
                  <c:v>2</c:v>
                </c:pt>
                <c:pt idx="4758">
                  <c:v>2</c:v>
                </c:pt>
                <c:pt idx="4759">
                  <c:v>2</c:v>
                </c:pt>
                <c:pt idx="4760">
                  <c:v>3</c:v>
                </c:pt>
                <c:pt idx="4761">
                  <c:v>2</c:v>
                </c:pt>
                <c:pt idx="4762">
                  <c:v>2</c:v>
                </c:pt>
                <c:pt idx="4763">
                  <c:v>2</c:v>
                </c:pt>
                <c:pt idx="4764">
                  <c:v>2</c:v>
                </c:pt>
                <c:pt idx="4765">
                  <c:v>2</c:v>
                </c:pt>
                <c:pt idx="4766">
                  <c:v>2</c:v>
                </c:pt>
                <c:pt idx="4767">
                  <c:v>2</c:v>
                </c:pt>
                <c:pt idx="4768">
                  <c:v>2</c:v>
                </c:pt>
                <c:pt idx="4769">
                  <c:v>3</c:v>
                </c:pt>
                <c:pt idx="4770">
                  <c:v>3</c:v>
                </c:pt>
                <c:pt idx="4771">
                  <c:v>3</c:v>
                </c:pt>
                <c:pt idx="4772">
                  <c:v>3</c:v>
                </c:pt>
                <c:pt idx="4773">
                  <c:v>3</c:v>
                </c:pt>
                <c:pt idx="4774">
                  <c:v>3</c:v>
                </c:pt>
                <c:pt idx="4775">
                  <c:v>3</c:v>
                </c:pt>
                <c:pt idx="4776">
                  <c:v>3</c:v>
                </c:pt>
                <c:pt idx="4777">
                  <c:v>3</c:v>
                </c:pt>
                <c:pt idx="4778">
                  <c:v>3</c:v>
                </c:pt>
                <c:pt idx="4779">
                  <c:v>3</c:v>
                </c:pt>
                <c:pt idx="4780">
                  <c:v>3</c:v>
                </c:pt>
                <c:pt idx="4781">
                  <c:v>3</c:v>
                </c:pt>
                <c:pt idx="4782">
                  <c:v>3</c:v>
                </c:pt>
                <c:pt idx="4783">
                  <c:v>3</c:v>
                </c:pt>
                <c:pt idx="4784">
                  <c:v>3</c:v>
                </c:pt>
                <c:pt idx="4785">
                  <c:v>3</c:v>
                </c:pt>
                <c:pt idx="4786">
                  <c:v>2</c:v>
                </c:pt>
                <c:pt idx="4787">
                  <c:v>3</c:v>
                </c:pt>
                <c:pt idx="4788">
                  <c:v>3</c:v>
                </c:pt>
                <c:pt idx="4789">
                  <c:v>3</c:v>
                </c:pt>
                <c:pt idx="4790">
                  <c:v>3</c:v>
                </c:pt>
                <c:pt idx="4791">
                  <c:v>3</c:v>
                </c:pt>
                <c:pt idx="4792">
                  <c:v>2</c:v>
                </c:pt>
                <c:pt idx="4793">
                  <c:v>1</c:v>
                </c:pt>
                <c:pt idx="4794">
                  <c:v>2</c:v>
                </c:pt>
                <c:pt idx="4795">
                  <c:v>2</c:v>
                </c:pt>
                <c:pt idx="4796">
                  <c:v>2</c:v>
                </c:pt>
                <c:pt idx="4797">
                  <c:v>2</c:v>
                </c:pt>
                <c:pt idx="4798">
                  <c:v>2</c:v>
                </c:pt>
                <c:pt idx="4799">
                  <c:v>3</c:v>
                </c:pt>
                <c:pt idx="4800">
                  <c:v>2</c:v>
                </c:pt>
                <c:pt idx="4801">
                  <c:v>2</c:v>
                </c:pt>
                <c:pt idx="4802">
                  <c:v>2</c:v>
                </c:pt>
                <c:pt idx="4803">
                  <c:v>2</c:v>
                </c:pt>
                <c:pt idx="4804">
                  <c:v>2</c:v>
                </c:pt>
                <c:pt idx="4805">
                  <c:v>2</c:v>
                </c:pt>
                <c:pt idx="4806">
                  <c:v>2</c:v>
                </c:pt>
                <c:pt idx="4807">
                  <c:v>2</c:v>
                </c:pt>
                <c:pt idx="4808">
                  <c:v>2</c:v>
                </c:pt>
                <c:pt idx="4809">
                  <c:v>2</c:v>
                </c:pt>
                <c:pt idx="4810">
                  <c:v>2</c:v>
                </c:pt>
                <c:pt idx="4811">
                  <c:v>2</c:v>
                </c:pt>
                <c:pt idx="4812">
                  <c:v>2</c:v>
                </c:pt>
                <c:pt idx="4813">
                  <c:v>2</c:v>
                </c:pt>
                <c:pt idx="4814">
                  <c:v>2</c:v>
                </c:pt>
                <c:pt idx="4815">
                  <c:v>2</c:v>
                </c:pt>
                <c:pt idx="4816">
                  <c:v>2</c:v>
                </c:pt>
                <c:pt idx="4817">
                  <c:v>2</c:v>
                </c:pt>
                <c:pt idx="4818">
                  <c:v>3</c:v>
                </c:pt>
                <c:pt idx="4819">
                  <c:v>2</c:v>
                </c:pt>
                <c:pt idx="4820">
                  <c:v>2</c:v>
                </c:pt>
                <c:pt idx="4821">
                  <c:v>2</c:v>
                </c:pt>
                <c:pt idx="4822">
                  <c:v>2</c:v>
                </c:pt>
                <c:pt idx="4823">
                  <c:v>3</c:v>
                </c:pt>
                <c:pt idx="4824">
                  <c:v>2</c:v>
                </c:pt>
                <c:pt idx="4825">
                  <c:v>2</c:v>
                </c:pt>
                <c:pt idx="4826">
                  <c:v>3</c:v>
                </c:pt>
                <c:pt idx="4827">
                  <c:v>2</c:v>
                </c:pt>
                <c:pt idx="4828">
                  <c:v>2</c:v>
                </c:pt>
                <c:pt idx="4829">
                  <c:v>4</c:v>
                </c:pt>
                <c:pt idx="4830">
                  <c:v>2</c:v>
                </c:pt>
                <c:pt idx="4831">
                  <c:v>2</c:v>
                </c:pt>
                <c:pt idx="4832">
                  <c:v>2</c:v>
                </c:pt>
                <c:pt idx="4833">
                  <c:v>3</c:v>
                </c:pt>
                <c:pt idx="4834">
                  <c:v>3</c:v>
                </c:pt>
                <c:pt idx="4835">
                  <c:v>2</c:v>
                </c:pt>
                <c:pt idx="4836">
                  <c:v>3</c:v>
                </c:pt>
                <c:pt idx="4837">
                  <c:v>3</c:v>
                </c:pt>
                <c:pt idx="4838">
                  <c:v>4</c:v>
                </c:pt>
                <c:pt idx="4839">
                  <c:v>3</c:v>
                </c:pt>
                <c:pt idx="4840">
                  <c:v>3</c:v>
                </c:pt>
                <c:pt idx="4841">
                  <c:v>2</c:v>
                </c:pt>
                <c:pt idx="4842">
                  <c:v>2</c:v>
                </c:pt>
                <c:pt idx="4843">
                  <c:v>3</c:v>
                </c:pt>
                <c:pt idx="4844">
                  <c:v>3</c:v>
                </c:pt>
                <c:pt idx="4845">
                  <c:v>3</c:v>
                </c:pt>
                <c:pt idx="4846">
                  <c:v>3</c:v>
                </c:pt>
                <c:pt idx="4847">
                  <c:v>2</c:v>
                </c:pt>
                <c:pt idx="4848">
                  <c:v>3</c:v>
                </c:pt>
                <c:pt idx="4849">
                  <c:v>3</c:v>
                </c:pt>
                <c:pt idx="4850">
                  <c:v>5</c:v>
                </c:pt>
                <c:pt idx="4851">
                  <c:v>2</c:v>
                </c:pt>
                <c:pt idx="4852">
                  <c:v>3</c:v>
                </c:pt>
                <c:pt idx="4853">
                  <c:v>3</c:v>
                </c:pt>
                <c:pt idx="4854">
                  <c:v>3</c:v>
                </c:pt>
                <c:pt idx="4855">
                  <c:v>8</c:v>
                </c:pt>
                <c:pt idx="4856">
                  <c:v>9</c:v>
                </c:pt>
                <c:pt idx="4857">
                  <c:v>4</c:v>
                </c:pt>
                <c:pt idx="4858">
                  <c:v>2</c:v>
                </c:pt>
                <c:pt idx="4859">
                  <c:v>3</c:v>
                </c:pt>
                <c:pt idx="4860">
                  <c:v>2</c:v>
                </c:pt>
                <c:pt idx="4861">
                  <c:v>8</c:v>
                </c:pt>
                <c:pt idx="4862">
                  <c:v>7</c:v>
                </c:pt>
                <c:pt idx="4863">
                  <c:v>3</c:v>
                </c:pt>
                <c:pt idx="4864">
                  <c:v>8</c:v>
                </c:pt>
                <c:pt idx="4865">
                  <c:v>2</c:v>
                </c:pt>
                <c:pt idx="4866">
                  <c:v>2</c:v>
                </c:pt>
                <c:pt idx="4867">
                  <c:v>8</c:v>
                </c:pt>
                <c:pt idx="4868">
                  <c:v>9</c:v>
                </c:pt>
                <c:pt idx="4869">
                  <c:v>8</c:v>
                </c:pt>
                <c:pt idx="4870">
                  <c:v>8</c:v>
                </c:pt>
                <c:pt idx="4871">
                  <c:v>2</c:v>
                </c:pt>
                <c:pt idx="4872">
                  <c:v>8</c:v>
                </c:pt>
                <c:pt idx="4873">
                  <c:v>8</c:v>
                </c:pt>
                <c:pt idx="4874">
                  <c:v>9</c:v>
                </c:pt>
                <c:pt idx="4875">
                  <c:v>2</c:v>
                </c:pt>
                <c:pt idx="4876">
                  <c:v>8</c:v>
                </c:pt>
                <c:pt idx="4877">
                  <c:v>3</c:v>
                </c:pt>
                <c:pt idx="4878">
                  <c:v>2</c:v>
                </c:pt>
                <c:pt idx="4879">
                  <c:v>3</c:v>
                </c:pt>
                <c:pt idx="4880">
                  <c:v>2</c:v>
                </c:pt>
                <c:pt idx="4881">
                  <c:v>2</c:v>
                </c:pt>
                <c:pt idx="4882">
                  <c:v>2</c:v>
                </c:pt>
                <c:pt idx="4883">
                  <c:v>2</c:v>
                </c:pt>
                <c:pt idx="4884">
                  <c:v>2</c:v>
                </c:pt>
                <c:pt idx="4885">
                  <c:v>-2</c:v>
                </c:pt>
                <c:pt idx="4886">
                  <c:v>3</c:v>
                </c:pt>
                <c:pt idx="4887">
                  <c:v>4</c:v>
                </c:pt>
                <c:pt idx="4888">
                  <c:v>2</c:v>
                </c:pt>
                <c:pt idx="4889">
                  <c:v>2</c:v>
                </c:pt>
                <c:pt idx="4890">
                  <c:v>2</c:v>
                </c:pt>
                <c:pt idx="4891">
                  <c:v>2</c:v>
                </c:pt>
                <c:pt idx="4892">
                  <c:v>-2</c:v>
                </c:pt>
                <c:pt idx="4893">
                  <c:v>2</c:v>
                </c:pt>
                <c:pt idx="4894">
                  <c:v>2</c:v>
                </c:pt>
                <c:pt idx="4895">
                  <c:v>2</c:v>
                </c:pt>
                <c:pt idx="4896">
                  <c:v>2</c:v>
                </c:pt>
                <c:pt idx="4897">
                  <c:v>2</c:v>
                </c:pt>
                <c:pt idx="4898">
                  <c:v>2</c:v>
                </c:pt>
                <c:pt idx="4899">
                  <c:v>2</c:v>
                </c:pt>
                <c:pt idx="4900">
                  <c:v>2</c:v>
                </c:pt>
                <c:pt idx="4901">
                  <c:v>3</c:v>
                </c:pt>
                <c:pt idx="4902">
                  <c:v>2</c:v>
                </c:pt>
                <c:pt idx="4903">
                  <c:v>2</c:v>
                </c:pt>
                <c:pt idx="4904">
                  <c:v>1</c:v>
                </c:pt>
                <c:pt idx="4905">
                  <c:v>2</c:v>
                </c:pt>
                <c:pt idx="4906">
                  <c:v>2</c:v>
                </c:pt>
                <c:pt idx="4907">
                  <c:v>2</c:v>
                </c:pt>
                <c:pt idx="4908">
                  <c:v>4</c:v>
                </c:pt>
                <c:pt idx="4909">
                  <c:v>2</c:v>
                </c:pt>
                <c:pt idx="4910">
                  <c:v>3</c:v>
                </c:pt>
                <c:pt idx="4911">
                  <c:v>2</c:v>
                </c:pt>
                <c:pt idx="4912">
                  <c:v>3</c:v>
                </c:pt>
                <c:pt idx="4913">
                  <c:v>3</c:v>
                </c:pt>
                <c:pt idx="4914">
                  <c:v>2</c:v>
                </c:pt>
                <c:pt idx="4915">
                  <c:v>7</c:v>
                </c:pt>
                <c:pt idx="4916">
                  <c:v>3</c:v>
                </c:pt>
                <c:pt idx="4917">
                  <c:v>3</c:v>
                </c:pt>
                <c:pt idx="4918">
                  <c:v>7</c:v>
                </c:pt>
                <c:pt idx="4919">
                  <c:v>0</c:v>
                </c:pt>
                <c:pt idx="4920">
                  <c:v>-2</c:v>
                </c:pt>
                <c:pt idx="4921">
                  <c:v>2</c:v>
                </c:pt>
                <c:pt idx="4922">
                  <c:v>2</c:v>
                </c:pt>
                <c:pt idx="4923">
                  <c:v>2</c:v>
                </c:pt>
                <c:pt idx="4924">
                  <c:v>2</c:v>
                </c:pt>
                <c:pt idx="4925">
                  <c:v>4</c:v>
                </c:pt>
                <c:pt idx="4926">
                  <c:v>7</c:v>
                </c:pt>
                <c:pt idx="4927">
                  <c:v>4</c:v>
                </c:pt>
                <c:pt idx="4928">
                  <c:v>3</c:v>
                </c:pt>
                <c:pt idx="4929">
                  <c:v>7</c:v>
                </c:pt>
                <c:pt idx="4930">
                  <c:v>4</c:v>
                </c:pt>
                <c:pt idx="4931">
                  <c:v>3</c:v>
                </c:pt>
                <c:pt idx="4932">
                  <c:v>0</c:v>
                </c:pt>
                <c:pt idx="4933">
                  <c:v>3</c:v>
                </c:pt>
                <c:pt idx="4934">
                  <c:v>4</c:v>
                </c:pt>
                <c:pt idx="4935">
                  <c:v>4</c:v>
                </c:pt>
                <c:pt idx="4936">
                  <c:v>-2</c:v>
                </c:pt>
                <c:pt idx="4937">
                  <c:v>4</c:v>
                </c:pt>
                <c:pt idx="4938">
                  <c:v>4</c:v>
                </c:pt>
                <c:pt idx="4939">
                  <c:v>2</c:v>
                </c:pt>
                <c:pt idx="4940">
                  <c:v>2</c:v>
                </c:pt>
                <c:pt idx="4941">
                  <c:v>3</c:v>
                </c:pt>
                <c:pt idx="4942">
                  <c:v>10</c:v>
                </c:pt>
                <c:pt idx="4943">
                  <c:v>10</c:v>
                </c:pt>
                <c:pt idx="4944">
                  <c:v>3</c:v>
                </c:pt>
                <c:pt idx="4945">
                  <c:v>3</c:v>
                </c:pt>
                <c:pt idx="4946">
                  <c:v>2</c:v>
                </c:pt>
                <c:pt idx="4947">
                  <c:v>4</c:v>
                </c:pt>
                <c:pt idx="4948">
                  <c:v>3</c:v>
                </c:pt>
                <c:pt idx="4949">
                  <c:v>3</c:v>
                </c:pt>
                <c:pt idx="4950">
                  <c:v>4</c:v>
                </c:pt>
                <c:pt idx="4951">
                  <c:v>2</c:v>
                </c:pt>
                <c:pt idx="4952">
                  <c:v>4</c:v>
                </c:pt>
                <c:pt idx="4953">
                  <c:v>2</c:v>
                </c:pt>
                <c:pt idx="4954">
                  <c:v>3</c:v>
                </c:pt>
                <c:pt idx="4955">
                  <c:v>3</c:v>
                </c:pt>
                <c:pt idx="4956">
                  <c:v>2</c:v>
                </c:pt>
                <c:pt idx="4957">
                  <c:v>2</c:v>
                </c:pt>
                <c:pt idx="4958">
                  <c:v>2</c:v>
                </c:pt>
                <c:pt idx="4959">
                  <c:v>2</c:v>
                </c:pt>
                <c:pt idx="4960">
                  <c:v>2</c:v>
                </c:pt>
                <c:pt idx="4961">
                  <c:v>2</c:v>
                </c:pt>
                <c:pt idx="4962">
                  <c:v>6</c:v>
                </c:pt>
                <c:pt idx="4963">
                  <c:v>2</c:v>
                </c:pt>
                <c:pt idx="4964">
                  <c:v>4</c:v>
                </c:pt>
                <c:pt idx="4965">
                  <c:v>1</c:v>
                </c:pt>
                <c:pt idx="4966">
                  <c:v>3</c:v>
                </c:pt>
                <c:pt idx="4967">
                  <c:v>3</c:v>
                </c:pt>
                <c:pt idx="4968">
                  <c:v>2</c:v>
                </c:pt>
                <c:pt idx="4969">
                  <c:v>2</c:v>
                </c:pt>
                <c:pt idx="4970">
                  <c:v>4</c:v>
                </c:pt>
                <c:pt idx="4971">
                  <c:v>1</c:v>
                </c:pt>
                <c:pt idx="4972">
                  <c:v>2</c:v>
                </c:pt>
                <c:pt idx="4973">
                  <c:v>2</c:v>
                </c:pt>
                <c:pt idx="4974">
                  <c:v>2</c:v>
                </c:pt>
                <c:pt idx="4975">
                  <c:v>4</c:v>
                </c:pt>
                <c:pt idx="4976">
                  <c:v>2</c:v>
                </c:pt>
                <c:pt idx="4977">
                  <c:v>5</c:v>
                </c:pt>
                <c:pt idx="4978">
                  <c:v>2</c:v>
                </c:pt>
                <c:pt idx="4979">
                  <c:v>6</c:v>
                </c:pt>
                <c:pt idx="4980">
                  <c:v>4</c:v>
                </c:pt>
                <c:pt idx="4981">
                  <c:v>8</c:v>
                </c:pt>
                <c:pt idx="4982">
                  <c:v>0</c:v>
                </c:pt>
                <c:pt idx="4983">
                  <c:v>7</c:v>
                </c:pt>
                <c:pt idx="4984">
                  <c:v>9</c:v>
                </c:pt>
                <c:pt idx="4985">
                  <c:v>5</c:v>
                </c:pt>
                <c:pt idx="4986">
                  <c:v>4</c:v>
                </c:pt>
                <c:pt idx="4987">
                  <c:v>9</c:v>
                </c:pt>
                <c:pt idx="4988">
                  <c:v>11</c:v>
                </c:pt>
                <c:pt idx="4989">
                  <c:v>0</c:v>
                </c:pt>
                <c:pt idx="4990">
                  <c:v>10</c:v>
                </c:pt>
                <c:pt idx="4991">
                  <c:v>8</c:v>
                </c:pt>
                <c:pt idx="4992">
                  <c:v>2</c:v>
                </c:pt>
                <c:pt idx="4993">
                  <c:v>4</c:v>
                </c:pt>
                <c:pt idx="4994">
                  <c:v>12</c:v>
                </c:pt>
                <c:pt idx="4995">
                  <c:v>0</c:v>
                </c:pt>
                <c:pt idx="4996">
                  <c:v>4</c:v>
                </c:pt>
                <c:pt idx="4997">
                  <c:v>4</c:v>
                </c:pt>
                <c:pt idx="4998">
                  <c:v>5</c:v>
                </c:pt>
                <c:pt idx="4999">
                  <c:v>6</c:v>
                </c:pt>
                <c:pt idx="5000">
                  <c:v>5</c:v>
                </c:pt>
                <c:pt idx="5001">
                  <c:v>6</c:v>
                </c:pt>
                <c:pt idx="5002">
                  <c:v>6</c:v>
                </c:pt>
                <c:pt idx="5003">
                  <c:v>9</c:v>
                </c:pt>
                <c:pt idx="5004">
                  <c:v>15</c:v>
                </c:pt>
                <c:pt idx="5005">
                  <c:v>6</c:v>
                </c:pt>
                <c:pt idx="5006">
                  <c:v>4</c:v>
                </c:pt>
                <c:pt idx="5007">
                  <c:v>2</c:v>
                </c:pt>
                <c:pt idx="5008">
                  <c:v>4</c:v>
                </c:pt>
                <c:pt idx="5009">
                  <c:v>5</c:v>
                </c:pt>
                <c:pt idx="5010">
                  <c:v>3</c:v>
                </c:pt>
                <c:pt idx="5011">
                  <c:v>3</c:v>
                </c:pt>
                <c:pt idx="5012">
                  <c:v>3</c:v>
                </c:pt>
                <c:pt idx="5013">
                  <c:v>3</c:v>
                </c:pt>
                <c:pt idx="5014">
                  <c:v>3</c:v>
                </c:pt>
                <c:pt idx="5015">
                  <c:v>3</c:v>
                </c:pt>
                <c:pt idx="5016">
                  <c:v>3</c:v>
                </c:pt>
                <c:pt idx="5017">
                  <c:v>1</c:v>
                </c:pt>
                <c:pt idx="5018">
                  <c:v>3</c:v>
                </c:pt>
                <c:pt idx="5019">
                  <c:v>3</c:v>
                </c:pt>
                <c:pt idx="5020">
                  <c:v>3</c:v>
                </c:pt>
                <c:pt idx="5021">
                  <c:v>3</c:v>
                </c:pt>
                <c:pt idx="5022">
                  <c:v>4</c:v>
                </c:pt>
                <c:pt idx="5023">
                  <c:v>3</c:v>
                </c:pt>
                <c:pt idx="5024">
                  <c:v>4</c:v>
                </c:pt>
                <c:pt idx="5025">
                  <c:v>4</c:v>
                </c:pt>
                <c:pt idx="5026">
                  <c:v>3</c:v>
                </c:pt>
                <c:pt idx="5027">
                  <c:v>3</c:v>
                </c:pt>
                <c:pt idx="5028">
                  <c:v>3</c:v>
                </c:pt>
                <c:pt idx="5029">
                  <c:v>3</c:v>
                </c:pt>
                <c:pt idx="5030">
                  <c:v>3</c:v>
                </c:pt>
                <c:pt idx="5031">
                  <c:v>3</c:v>
                </c:pt>
                <c:pt idx="5032">
                  <c:v>3</c:v>
                </c:pt>
                <c:pt idx="5033">
                  <c:v>3</c:v>
                </c:pt>
                <c:pt idx="5034">
                  <c:v>3</c:v>
                </c:pt>
                <c:pt idx="5035">
                  <c:v>3</c:v>
                </c:pt>
                <c:pt idx="5036">
                  <c:v>3</c:v>
                </c:pt>
                <c:pt idx="5037">
                  <c:v>2</c:v>
                </c:pt>
                <c:pt idx="5038">
                  <c:v>3</c:v>
                </c:pt>
                <c:pt idx="5039">
                  <c:v>3</c:v>
                </c:pt>
                <c:pt idx="5040">
                  <c:v>3</c:v>
                </c:pt>
                <c:pt idx="5041">
                  <c:v>3</c:v>
                </c:pt>
                <c:pt idx="5042">
                  <c:v>3</c:v>
                </c:pt>
                <c:pt idx="5043">
                  <c:v>4</c:v>
                </c:pt>
                <c:pt idx="5044">
                  <c:v>3</c:v>
                </c:pt>
                <c:pt idx="5045">
                  <c:v>3</c:v>
                </c:pt>
                <c:pt idx="5046">
                  <c:v>4</c:v>
                </c:pt>
                <c:pt idx="5047">
                  <c:v>4</c:v>
                </c:pt>
                <c:pt idx="5048">
                  <c:v>4</c:v>
                </c:pt>
                <c:pt idx="5049">
                  <c:v>6</c:v>
                </c:pt>
                <c:pt idx="5050">
                  <c:v>3</c:v>
                </c:pt>
                <c:pt idx="5051">
                  <c:v>3</c:v>
                </c:pt>
                <c:pt idx="5052">
                  <c:v>3</c:v>
                </c:pt>
                <c:pt idx="5053">
                  <c:v>3</c:v>
                </c:pt>
                <c:pt idx="5054">
                  <c:v>4</c:v>
                </c:pt>
                <c:pt idx="5055">
                  <c:v>4</c:v>
                </c:pt>
                <c:pt idx="5056">
                  <c:v>4</c:v>
                </c:pt>
                <c:pt idx="5057">
                  <c:v>8</c:v>
                </c:pt>
                <c:pt idx="5058">
                  <c:v>8</c:v>
                </c:pt>
                <c:pt idx="5059">
                  <c:v>2</c:v>
                </c:pt>
                <c:pt idx="5060">
                  <c:v>12</c:v>
                </c:pt>
                <c:pt idx="5061">
                  <c:v>2</c:v>
                </c:pt>
                <c:pt idx="5062">
                  <c:v>3</c:v>
                </c:pt>
                <c:pt idx="5063">
                  <c:v>2</c:v>
                </c:pt>
                <c:pt idx="5064">
                  <c:v>2</c:v>
                </c:pt>
                <c:pt idx="5065">
                  <c:v>2</c:v>
                </c:pt>
                <c:pt idx="5066">
                  <c:v>2</c:v>
                </c:pt>
                <c:pt idx="5067">
                  <c:v>2</c:v>
                </c:pt>
                <c:pt idx="5068">
                  <c:v>2</c:v>
                </c:pt>
                <c:pt idx="5069">
                  <c:v>2</c:v>
                </c:pt>
                <c:pt idx="5070">
                  <c:v>2</c:v>
                </c:pt>
                <c:pt idx="5071">
                  <c:v>2</c:v>
                </c:pt>
                <c:pt idx="5072">
                  <c:v>2</c:v>
                </c:pt>
                <c:pt idx="5073">
                  <c:v>2</c:v>
                </c:pt>
                <c:pt idx="5074">
                  <c:v>2</c:v>
                </c:pt>
                <c:pt idx="5075">
                  <c:v>2</c:v>
                </c:pt>
                <c:pt idx="5076">
                  <c:v>2</c:v>
                </c:pt>
                <c:pt idx="5077">
                  <c:v>4</c:v>
                </c:pt>
                <c:pt idx="5078">
                  <c:v>2</c:v>
                </c:pt>
                <c:pt idx="5079">
                  <c:v>2</c:v>
                </c:pt>
                <c:pt idx="5080">
                  <c:v>2</c:v>
                </c:pt>
                <c:pt idx="5081">
                  <c:v>2</c:v>
                </c:pt>
                <c:pt idx="5082">
                  <c:v>4</c:v>
                </c:pt>
                <c:pt idx="5083">
                  <c:v>2</c:v>
                </c:pt>
                <c:pt idx="5084">
                  <c:v>2</c:v>
                </c:pt>
                <c:pt idx="5085">
                  <c:v>6</c:v>
                </c:pt>
                <c:pt idx="5086">
                  <c:v>3</c:v>
                </c:pt>
                <c:pt idx="5087">
                  <c:v>4</c:v>
                </c:pt>
                <c:pt idx="5088">
                  <c:v>3</c:v>
                </c:pt>
                <c:pt idx="5089">
                  <c:v>5</c:v>
                </c:pt>
                <c:pt idx="5090">
                  <c:v>10</c:v>
                </c:pt>
                <c:pt idx="5091">
                  <c:v>2</c:v>
                </c:pt>
                <c:pt idx="5092">
                  <c:v>2</c:v>
                </c:pt>
                <c:pt idx="5093">
                  <c:v>3</c:v>
                </c:pt>
                <c:pt idx="5094">
                  <c:v>3</c:v>
                </c:pt>
                <c:pt idx="5095">
                  <c:v>4</c:v>
                </c:pt>
                <c:pt idx="5096">
                  <c:v>7</c:v>
                </c:pt>
                <c:pt idx="5097">
                  <c:v>6</c:v>
                </c:pt>
                <c:pt idx="5098">
                  <c:v>3</c:v>
                </c:pt>
                <c:pt idx="5099">
                  <c:v>3</c:v>
                </c:pt>
                <c:pt idx="5100">
                  <c:v>2</c:v>
                </c:pt>
                <c:pt idx="5101">
                  <c:v>10</c:v>
                </c:pt>
                <c:pt idx="5102">
                  <c:v>8</c:v>
                </c:pt>
                <c:pt idx="5103">
                  <c:v>5</c:v>
                </c:pt>
                <c:pt idx="5104">
                  <c:v>4</c:v>
                </c:pt>
                <c:pt idx="5105">
                  <c:v>4</c:v>
                </c:pt>
                <c:pt idx="5106">
                  <c:v>2</c:v>
                </c:pt>
                <c:pt idx="5107">
                  <c:v>3</c:v>
                </c:pt>
                <c:pt idx="5108">
                  <c:v>4</c:v>
                </c:pt>
                <c:pt idx="5109">
                  <c:v>4</c:v>
                </c:pt>
                <c:pt idx="5110">
                  <c:v>2</c:v>
                </c:pt>
                <c:pt idx="5111">
                  <c:v>10</c:v>
                </c:pt>
                <c:pt idx="5112">
                  <c:v>10</c:v>
                </c:pt>
                <c:pt idx="5113">
                  <c:v>11</c:v>
                </c:pt>
                <c:pt idx="5114">
                  <c:v>4</c:v>
                </c:pt>
                <c:pt idx="5115">
                  <c:v>4</c:v>
                </c:pt>
                <c:pt idx="5116">
                  <c:v>2</c:v>
                </c:pt>
                <c:pt idx="5117">
                  <c:v>10</c:v>
                </c:pt>
                <c:pt idx="5118">
                  <c:v>7</c:v>
                </c:pt>
                <c:pt idx="5119">
                  <c:v>8</c:v>
                </c:pt>
                <c:pt idx="5120">
                  <c:v>2</c:v>
                </c:pt>
                <c:pt idx="5121">
                  <c:v>2</c:v>
                </c:pt>
                <c:pt idx="5122">
                  <c:v>2</c:v>
                </c:pt>
                <c:pt idx="5123">
                  <c:v>2</c:v>
                </c:pt>
                <c:pt idx="5124">
                  <c:v>2</c:v>
                </c:pt>
                <c:pt idx="5125">
                  <c:v>2</c:v>
                </c:pt>
                <c:pt idx="5126">
                  <c:v>2</c:v>
                </c:pt>
                <c:pt idx="5127">
                  <c:v>2</c:v>
                </c:pt>
                <c:pt idx="5128">
                  <c:v>3</c:v>
                </c:pt>
                <c:pt idx="5129">
                  <c:v>3</c:v>
                </c:pt>
                <c:pt idx="5130">
                  <c:v>2</c:v>
                </c:pt>
                <c:pt idx="5131">
                  <c:v>1</c:v>
                </c:pt>
                <c:pt idx="5132">
                  <c:v>2</c:v>
                </c:pt>
                <c:pt idx="5133">
                  <c:v>2</c:v>
                </c:pt>
                <c:pt idx="5134">
                  <c:v>2</c:v>
                </c:pt>
                <c:pt idx="5135">
                  <c:v>3</c:v>
                </c:pt>
                <c:pt idx="5136">
                  <c:v>2</c:v>
                </c:pt>
                <c:pt idx="5137">
                  <c:v>3</c:v>
                </c:pt>
                <c:pt idx="5138">
                  <c:v>3</c:v>
                </c:pt>
                <c:pt idx="5139">
                  <c:v>3</c:v>
                </c:pt>
                <c:pt idx="5140">
                  <c:v>3</c:v>
                </c:pt>
                <c:pt idx="5141">
                  <c:v>3</c:v>
                </c:pt>
                <c:pt idx="5142">
                  <c:v>3</c:v>
                </c:pt>
                <c:pt idx="5143">
                  <c:v>3</c:v>
                </c:pt>
                <c:pt idx="5144">
                  <c:v>2</c:v>
                </c:pt>
                <c:pt idx="5145">
                  <c:v>2</c:v>
                </c:pt>
                <c:pt idx="5146">
                  <c:v>3</c:v>
                </c:pt>
                <c:pt idx="5147">
                  <c:v>4</c:v>
                </c:pt>
                <c:pt idx="5148">
                  <c:v>4</c:v>
                </c:pt>
                <c:pt idx="5149">
                  <c:v>3</c:v>
                </c:pt>
                <c:pt idx="5150">
                  <c:v>2</c:v>
                </c:pt>
                <c:pt idx="5151">
                  <c:v>2</c:v>
                </c:pt>
                <c:pt idx="5152">
                  <c:v>3</c:v>
                </c:pt>
                <c:pt idx="5153">
                  <c:v>4</c:v>
                </c:pt>
                <c:pt idx="5154">
                  <c:v>2</c:v>
                </c:pt>
                <c:pt idx="5155">
                  <c:v>3</c:v>
                </c:pt>
                <c:pt idx="5156">
                  <c:v>4</c:v>
                </c:pt>
                <c:pt idx="5157">
                  <c:v>2</c:v>
                </c:pt>
                <c:pt idx="5158">
                  <c:v>3</c:v>
                </c:pt>
                <c:pt idx="5159">
                  <c:v>4</c:v>
                </c:pt>
                <c:pt idx="5160">
                  <c:v>3</c:v>
                </c:pt>
                <c:pt idx="5161">
                  <c:v>3</c:v>
                </c:pt>
                <c:pt idx="5162">
                  <c:v>4</c:v>
                </c:pt>
                <c:pt idx="5163">
                  <c:v>2</c:v>
                </c:pt>
                <c:pt idx="5164">
                  <c:v>2</c:v>
                </c:pt>
                <c:pt idx="5165">
                  <c:v>2</c:v>
                </c:pt>
                <c:pt idx="5166">
                  <c:v>2</c:v>
                </c:pt>
                <c:pt idx="5167">
                  <c:v>4</c:v>
                </c:pt>
                <c:pt idx="5168">
                  <c:v>3</c:v>
                </c:pt>
                <c:pt idx="5169">
                  <c:v>2</c:v>
                </c:pt>
                <c:pt idx="5170">
                  <c:v>2</c:v>
                </c:pt>
                <c:pt idx="5171">
                  <c:v>3</c:v>
                </c:pt>
                <c:pt idx="5172">
                  <c:v>2</c:v>
                </c:pt>
                <c:pt idx="5173">
                  <c:v>3</c:v>
                </c:pt>
                <c:pt idx="5174">
                  <c:v>3</c:v>
                </c:pt>
                <c:pt idx="5175">
                  <c:v>4</c:v>
                </c:pt>
                <c:pt idx="5176">
                  <c:v>5</c:v>
                </c:pt>
                <c:pt idx="5177">
                  <c:v>2</c:v>
                </c:pt>
                <c:pt idx="5178">
                  <c:v>2</c:v>
                </c:pt>
                <c:pt idx="5179">
                  <c:v>3</c:v>
                </c:pt>
                <c:pt idx="5180">
                  <c:v>2</c:v>
                </c:pt>
                <c:pt idx="5181">
                  <c:v>2</c:v>
                </c:pt>
                <c:pt idx="5182">
                  <c:v>2</c:v>
                </c:pt>
                <c:pt idx="5183">
                  <c:v>2</c:v>
                </c:pt>
                <c:pt idx="5184">
                  <c:v>2</c:v>
                </c:pt>
                <c:pt idx="5185">
                  <c:v>2</c:v>
                </c:pt>
                <c:pt idx="5186">
                  <c:v>2</c:v>
                </c:pt>
                <c:pt idx="5187">
                  <c:v>5</c:v>
                </c:pt>
                <c:pt idx="5188">
                  <c:v>2</c:v>
                </c:pt>
                <c:pt idx="5189">
                  <c:v>3</c:v>
                </c:pt>
                <c:pt idx="5190">
                  <c:v>2</c:v>
                </c:pt>
                <c:pt idx="5191">
                  <c:v>3</c:v>
                </c:pt>
                <c:pt idx="5192">
                  <c:v>4</c:v>
                </c:pt>
                <c:pt idx="5193">
                  <c:v>2</c:v>
                </c:pt>
                <c:pt idx="5194">
                  <c:v>2</c:v>
                </c:pt>
                <c:pt idx="5195">
                  <c:v>2</c:v>
                </c:pt>
                <c:pt idx="5196">
                  <c:v>2</c:v>
                </c:pt>
                <c:pt idx="5197">
                  <c:v>2</c:v>
                </c:pt>
                <c:pt idx="5198">
                  <c:v>2</c:v>
                </c:pt>
                <c:pt idx="5199">
                  <c:v>2</c:v>
                </c:pt>
                <c:pt idx="5200">
                  <c:v>4</c:v>
                </c:pt>
                <c:pt idx="5201">
                  <c:v>4</c:v>
                </c:pt>
                <c:pt idx="5202">
                  <c:v>2</c:v>
                </c:pt>
                <c:pt idx="5203">
                  <c:v>2</c:v>
                </c:pt>
                <c:pt idx="5204">
                  <c:v>2</c:v>
                </c:pt>
                <c:pt idx="5205">
                  <c:v>2</c:v>
                </c:pt>
                <c:pt idx="5206">
                  <c:v>2</c:v>
                </c:pt>
                <c:pt idx="5207">
                  <c:v>1</c:v>
                </c:pt>
                <c:pt idx="5208">
                  <c:v>1</c:v>
                </c:pt>
                <c:pt idx="5209">
                  <c:v>1</c:v>
                </c:pt>
                <c:pt idx="5210">
                  <c:v>1</c:v>
                </c:pt>
                <c:pt idx="5211">
                  <c:v>1</c:v>
                </c:pt>
                <c:pt idx="5212">
                  <c:v>2</c:v>
                </c:pt>
                <c:pt idx="5213">
                  <c:v>1</c:v>
                </c:pt>
                <c:pt idx="5214">
                  <c:v>1</c:v>
                </c:pt>
                <c:pt idx="5215">
                  <c:v>1</c:v>
                </c:pt>
                <c:pt idx="5216">
                  <c:v>1</c:v>
                </c:pt>
                <c:pt idx="5217">
                  <c:v>1</c:v>
                </c:pt>
                <c:pt idx="5218">
                  <c:v>1</c:v>
                </c:pt>
                <c:pt idx="5219">
                  <c:v>1</c:v>
                </c:pt>
                <c:pt idx="5220">
                  <c:v>3</c:v>
                </c:pt>
                <c:pt idx="5221">
                  <c:v>1</c:v>
                </c:pt>
                <c:pt idx="5222">
                  <c:v>1</c:v>
                </c:pt>
                <c:pt idx="5223">
                  <c:v>2</c:v>
                </c:pt>
                <c:pt idx="5224">
                  <c:v>1</c:v>
                </c:pt>
                <c:pt idx="5225">
                  <c:v>2</c:v>
                </c:pt>
                <c:pt idx="5226">
                  <c:v>1</c:v>
                </c:pt>
                <c:pt idx="5227">
                  <c:v>1</c:v>
                </c:pt>
                <c:pt idx="5228">
                  <c:v>1</c:v>
                </c:pt>
                <c:pt idx="5229">
                  <c:v>1</c:v>
                </c:pt>
                <c:pt idx="5230">
                  <c:v>1</c:v>
                </c:pt>
                <c:pt idx="5231">
                  <c:v>1</c:v>
                </c:pt>
                <c:pt idx="5232">
                  <c:v>1</c:v>
                </c:pt>
                <c:pt idx="5233">
                  <c:v>1</c:v>
                </c:pt>
                <c:pt idx="5234">
                  <c:v>1</c:v>
                </c:pt>
                <c:pt idx="5235">
                  <c:v>2</c:v>
                </c:pt>
                <c:pt idx="5236">
                  <c:v>1</c:v>
                </c:pt>
                <c:pt idx="5237">
                  <c:v>2</c:v>
                </c:pt>
                <c:pt idx="5238">
                  <c:v>2</c:v>
                </c:pt>
                <c:pt idx="5239">
                  <c:v>2</c:v>
                </c:pt>
                <c:pt idx="5240">
                  <c:v>2</c:v>
                </c:pt>
                <c:pt idx="5241">
                  <c:v>1</c:v>
                </c:pt>
                <c:pt idx="5242">
                  <c:v>2</c:v>
                </c:pt>
                <c:pt idx="5243">
                  <c:v>1</c:v>
                </c:pt>
                <c:pt idx="5244">
                  <c:v>1</c:v>
                </c:pt>
                <c:pt idx="5245">
                  <c:v>1</c:v>
                </c:pt>
                <c:pt idx="5246">
                  <c:v>1</c:v>
                </c:pt>
                <c:pt idx="5247">
                  <c:v>1</c:v>
                </c:pt>
                <c:pt idx="5248">
                  <c:v>1</c:v>
                </c:pt>
                <c:pt idx="5249">
                  <c:v>1</c:v>
                </c:pt>
                <c:pt idx="5250">
                  <c:v>1</c:v>
                </c:pt>
                <c:pt idx="5251">
                  <c:v>2</c:v>
                </c:pt>
                <c:pt idx="5252">
                  <c:v>2</c:v>
                </c:pt>
                <c:pt idx="5253">
                  <c:v>2</c:v>
                </c:pt>
                <c:pt idx="5254">
                  <c:v>1</c:v>
                </c:pt>
                <c:pt idx="5255">
                  <c:v>1</c:v>
                </c:pt>
                <c:pt idx="5256">
                  <c:v>5</c:v>
                </c:pt>
                <c:pt idx="5257">
                  <c:v>3</c:v>
                </c:pt>
                <c:pt idx="5258">
                  <c:v>3</c:v>
                </c:pt>
                <c:pt idx="5259">
                  <c:v>4</c:v>
                </c:pt>
                <c:pt idx="5260">
                  <c:v>5</c:v>
                </c:pt>
                <c:pt idx="5261">
                  <c:v>5</c:v>
                </c:pt>
                <c:pt idx="5262">
                  <c:v>3</c:v>
                </c:pt>
                <c:pt idx="5263">
                  <c:v>5</c:v>
                </c:pt>
                <c:pt idx="5264">
                  <c:v>3</c:v>
                </c:pt>
                <c:pt idx="5265">
                  <c:v>3</c:v>
                </c:pt>
                <c:pt idx="5266">
                  <c:v>3</c:v>
                </c:pt>
                <c:pt idx="5267">
                  <c:v>5</c:v>
                </c:pt>
                <c:pt idx="5268">
                  <c:v>2</c:v>
                </c:pt>
                <c:pt idx="5269">
                  <c:v>5</c:v>
                </c:pt>
                <c:pt idx="5270">
                  <c:v>4</c:v>
                </c:pt>
                <c:pt idx="5271">
                  <c:v>3</c:v>
                </c:pt>
                <c:pt idx="5272">
                  <c:v>4</c:v>
                </c:pt>
                <c:pt idx="5273">
                  <c:v>4</c:v>
                </c:pt>
                <c:pt idx="5274">
                  <c:v>2</c:v>
                </c:pt>
                <c:pt idx="5275">
                  <c:v>5</c:v>
                </c:pt>
                <c:pt idx="5276">
                  <c:v>6</c:v>
                </c:pt>
                <c:pt idx="5277">
                  <c:v>4</c:v>
                </c:pt>
                <c:pt idx="5278">
                  <c:v>4</c:v>
                </c:pt>
                <c:pt idx="5279">
                  <c:v>4</c:v>
                </c:pt>
                <c:pt idx="5280">
                  <c:v>4</c:v>
                </c:pt>
                <c:pt idx="5281">
                  <c:v>9</c:v>
                </c:pt>
                <c:pt idx="5282">
                  <c:v>4</c:v>
                </c:pt>
                <c:pt idx="5283">
                  <c:v>6</c:v>
                </c:pt>
                <c:pt idx="5284">
                  <c:v>6</c:v>
                </c:pt>
                <c:pt idx="5285">
                  <c:v>4</c:v>
                </c:pt>
                <c:pt idx="5286">
                  <c:v>9</c:v>
                </c:pt>
                <c:pt idx="5287">
                  <c:v>6</c:v>
                </c:pt>
                <c:pt idx="5288">
                  <c:v>9</c:v>
                </c:pt>
                <c:pt idx="5289">
                  <c:v>2</c:v>
                </c:pt>
                <c:pt idx="5290">
                  <c:v>6</c:v>
                </c:pt>
                <c:pt idx="5291">
                  <c:v>8</c:v>
                </c:pt>
                <c:pt idx="5292">
                  <c:v>4</c:v>
                </c:pt>
                <c:pt idx="5293">
                  <c:v>2</c:v>
                </c:pt>
                <c:pt idx="5294">
                  <c:v>3</c:v>
                </c:pt>
                <c:pt idx="5295">
                  <c:v>6</c:v>
                </c:pt>
                <c:pt idx="5296">
                  <c:v>4</c:v>
                </c:pt>
                <c:pt idx="5297">
                  <c:v>4</c:v>
                </c:pt>
                <c:pt idx="5298">
                  <c:v>7</c:v>
                </c:pt>
                <c:pt idx="5299">
                  <c:v>3</c:v>
                </c:pt>
                <c:pt idx="5300">
                  <c:v>4</c:v>
                </c:pt>
                <c:pt idx="5301">
                  <c:v>3</c:v>
                </c:pt>
                <c:pt idx="5302">
                  <c:v>4</c:v>
                </c:pt>
                <c:pt idx="5303">
                  <c:v>5</c:v>
                </c:pt>
                <c:pt idx="5304">
                  <c:v>16</c:v>
                </c:pt>
                <c:pt idx="5305">
                  <c:v>5</c:v>
                </c:pt>
                <c:pt idx="5306">
                  <c:v>5</c:v>
                </c:pt>
                <c:pt idx="5307">
                  <c:v>3</c:v>
                </c:pt>
                <c:pt idx="5308">
                  <c:v>4</c:v>
                </c:pt>
                <c:pt idx="5309">
                  <c:v>5</c:v>
                </c:pt>
                <c:pt idx="5310">
                  <c:v>3</c:v>
                </c:pt>
                <c:pt idx="5311">
                  <c:v>5</c:v>
                </c:pt>
                <c:pt idx="5312">
                  <c:v>6</c:v>
                </c:pt>
                <c:pt idx="5313">
                  <c:v>2</c:v>
                </c:pt>
                <c:pt idx="5314">
                  <c:v>2</c:v>
                </c:pt>
                <c:pt idx="5315">
                  <c:v>3</c:v>
                </c:pt>
                <c:pt idx="5316">
                  <c:v>4</c:v>
                </c:pt>
                <c:pt idx="5317">
                  <c:v>2</c:v>
                </c:pt>
                <c:pt idx="5318">
                  <c:v>2</c:v>
                </c:pt>
                <c:pt idx="5319">
                  <c:v>3</c:v>
                </c:pt>
                <c:pt idx="5320">
                  <c:v>3</c:v>
                </c:pt>
                <c:pt idx="5321">
                  <c:v>2</c:v>
                </c:pt>
                <c:pt idx="5322">
                  <c:v>2</c:v>
                </c:pt>
                <c:pt idx="5323">
                  <c:v>2</c:v>
                </c:pt>
                <c:pt idx="5324">
                  <c:v>2</c:v>
                </c:pt>
                <c:pt idx="5325">
                  <c:v>3</c:v>
                </c:pt>
                <c:pt idx="5326">
                  <c:v>1</c:v>
                </c:pt>
                <c:pt idx="5327">
                  <c:v>2</c:v>
                </c:pt>
                <c:pt idx="5328">
                  <c:v>2</c:v>
                </c:pt>
                <c:pt idx="5329">
                  <c:v>1</c:v>
                </c:pt>
                <c:pt idx="5330">
                  <c:v>2</c:v>
                </c:pt>
                <c:pt idx="5331">
                  <c:v>1</c:v>
                </c:pt>
                <c:pt idx="5332">
                  <c:v>2</c:v>
                </c:pt>
                <c:pt idx="5333">
                  <c:v>4</c:v>
                </c:pt>
                <c:pt idx="5334">
                  <c:v>2</c:v>
                </c:pt>
                <c:pt idx="5335">
                  <c:v>3</c:v>
                </c:pt>
                <c:pt idx="5336">
                  <c:v>2</c:v>
                </c:pt>
                <c:pt idx="5337">
                  <c:v>2</c:v>
                </c:pt>
                <c:pt idx="5338">
                  <c:v>2</c:v>
                </c:pt>
                <c:pt idx="5339">
                  <c:v>3</c:v>
                </c:pt>
                <c:pt idx="5340">
                  <c:v>3</c:v>
                </c:pt>
                <c:pt idx="5341">
                  <c:v>2</c:v>
                </c:pt>
                <c:pt idx="5342">
                  <c:v>4</c:v>
                </c:pt>
                <c:pt idx="5343">
                  <c:v>4</c:v>
                </c:pt>
                <c:pt idx="5344">
                  <c:v>3</c:v>
                </c:pt>
                <c:pt idx="5345">
                  <c:v>4</c:v>
                </c:pt>
                <c:pt idx="5346">
                  <c:v>3</c:v>
                </c:pt>
                <c:pt idx="5347">
                  <c:v>1</c:v>
                </c:pt>
                <c:pt idx="5348">
                  <c:v>3</c:v>
                </c:pt>
                <c:pt idx="5349">
                  <c:v>4</c:v>
                </c:pt>
                <c:pt idx="5350">
                  <c:v>3</c:v>
                </c:pt>
                <c:pt idx="5351">
                  <c:v>3</c:v>
                </c:pt>
                <c:pt idx="5352">
                  <c:v>4</c:v>
                </c:pt>
                <c:pt idx="5353">
                  <c:v>4</c:v>
                </c:pt>
                <c:pt idx="5354">
                  <c:v>4</c:v>
                </c:pt>
                <c:pt idx="5355">
                  <c:v>4</c:v>
                </c:pt>
                <c:pt idx="5356">
                  <c:v>9</c:v>
                </c:pt>
                <c:pt idx="5357">
                  <c:v>2</c:v>
                </c:pt>
                <c:pt idx="5358">
                  <c:v>3</c:v>
                </c:pt>
                <c:pt idx="5359">
                  <c:v>7</c:v>
                </c:pt>
                <c:pt idx="5360">
                  <c:v>4</c:v>
                </c:pt>
                <c:pt idx="5361">
                  <c:v>4</c:v>
                </c:pt>
                <c:pt idx="5362">
                  <c:v>4</c:v>
                </c:pt>
                <c:pt idx="5363">
                  <c:v>4</c:v>
                </c:pt>
                <c:pt idx="5364">
                  <c:v>3</c:v>
                </c:pt>
                <c:pt idx="5365">
                  <c:v>5</c:v>
                </c:pt>
                <c:pt idx="5366">
                  <c:v>3</c:v>
                </c:pt>
                <c:pt idx="5367">
                  <c:v>5</c:v>
                </c:pt>
                <c:pt idx="5368">
                  <c:v>3</c:v>
                </c:pt>
                <c:pt idx="5369">
                  <c:v>4</c:v>
                </c:pt>
                <c:pt idx="5370">
                  <c:v>3</c:v>
                </c:pt>
                <c:pt idx="5371">
                  <c:v>2</c:v>
                </c:pt>
                <c:pt idx="5372">
                  <c:v>3</c:v>
                </c:pt>
                <c:pt idx="5373">
                  <c:v>4</c:v>
                </c:pt>
                <c:pt idx="5374">
                  <c:v>6</c:v>
                </c:pt>
                <c:pt idx="5375">
                  <c:v>5</c:v>
                </c:pt>
                <c:pt idx="5376">
                  <c:v>3</c:v>
                </c:pt>
                <c:pt idx="5377">
                  <c:v>5</c:v>
                </c:pt>
                <c:pt idx="5378">
                  <c:v>4</c:v>
                </c:pt>
                <c:pt idx="5379">
                  <c:v>3</c:v>
                </c:pt>
                <c:pt idx="5380">
                  <c:v>5</c:v>
                </c:pt>
                <c:pt idx="5381">
                  <c:v>6</c:v>
                </c:pt>
                <c:pt idx="5382">
                  <c:v>2</c:v>
                </c:pt>
                <c:pt idx="5383">
                  <c:v>2</c:v>
                </c:pt>
                <c:pt idx="5384">
                  <c:v>2</c:v>
                </c:pt>
                <c:pt idx="5385">
                  <c:v>2</c:v>
                </c:pt>
                <c:pt idx="5386">
                  <c:v>2</c:v>
                </c:pt>
                <c:pt idx="5387">
                  <c:v>2</c:v>
                </c:pt>
                <c:pt idx="5388">
                  <c:v>1</c:v>
                </c:pt>
                <c:pt idx="5389">
                  <c:v>2</c:v>
                </c:pt>
                <c:pt idx="5390">
                  <c:v>2</c:v>
                </c:pt>
                <c:pt idx="5391">
                  <c:v>-2</c:v>
                </c:pt>
                <c:pt idx="5392">
                  <c:v>2</c:v>
                </c:pt>
                <c:pt idx="5393">
                  <c:v>2</c:v>
                </c:pt>
                <c:pt idx="5394">
                  <c:v>3</c:v>
                </c:pt>
                <c:pt idx="5395">
                  <c:v>3</c:v>
                </c:pt>
                <c:pt idx="5396">
                  <c:v>1</c:v>
                </c:pt>
                <c:pt idx="5397">
                  <c:v>2</c:v>
                </c:pt>
                <c:pt idx="5398">
                  <c:v>2</c:v>
                </c:pt>
                <c:pt idx="5399">
                  <c:v>2</c:v>
                </c:pt>
                <c:pt idx="5400">
                  <c:v>3</c:v>
                </c:pt>
                <c:pt idx="5401">
                  <c:v>3</c:v>
                </c:pt>
                <c:pt idx="5402">
                  <c:v>2</c:v>
                </c:pt>
                <c:pt idx="5403">
                  <c:v>2</c:v>
                </c:pt>
                <c:pt idx="5404">
                  <c:v>2</c:v>
                </c:pt>
                <c:pt idx="5405">
                  <c:v>3</c:v>
                </c:pt>
                <c:pt idx="5406">
                  <c:v>2</c:v>
                </c:pt>
                <c:pt idx="5407">
                  <c:v>2</c:v>
                </c:pt>
                <c:pt idx="5408">
                  <c:v>2</c:v>
                </c:pt>
                <c:pt idx="5409">
                  <c:v>2</c:v>
                </c:pt>
                <c:pt idx="5410">
                  <c:v>2</c:v>
                </c:pt>
                <c:pt idx="5411">
                  <c:v>6</c:v>
                </c:pt>
                <c:pt idx="5412">
                  <c:v>4</c:v>
                </c:pt>
                <c:pt idx="5413">
                  <c:v>3</c:v>
                </c:pt>
                <c:pt idx="5414">
                  <c:v>3</c:v>
                </c:pt>
                <c:pt idx="5415">
                  <c:v>4</c:v>
                </c:pt>
                <c:pt idx="5416">
                  <c:v>4</c:v>
                </c:pt>
                <c:pt idx="5417">
                  <c:v>6</c:v>
                </c:pt>
                <c:pt idx="5418">
                  <c:v>3</c:v>
                </c:pt>
                <c:pt idx="5419">
                  <c:v>6</c:v>
                </c:pt>
                <c:pt idx="5420">
                  <c:v>4</c:v>
                </c:pt>
                <c:pt idx="5421">
                  <c:v>5</c:v>
                </c:pt>
                <c:pt idx="5422">
                  <c:v>4</c:v>
                </c:pt>
                <c:pt idx="5423">
                  <c:v>5</c:v>
                </c:pt>
                <c:pt idx="5424">
                  <c:v>3</c:v>
                </c:pt>
                <c:pt idx="5425">
                  <c:v>3</c:v>
                </c:pt>
                <c:pt idx="5426">
                  <c:v>3</c:v>
                </c:pt>
                <c:pt idx="5427">
                  <c:v>2</c:v>
                </c:pt>
                <c:pt idx="5428">
                  <c:v>6</c:v>
                </c:pt>
                <c:pt idx="5429">
                  <c:v>6</c:v>
                </c:pt>
                <c:pt idx="5430">
                  <c:v>5</c:v>
                </c:pt>
                <c:pt idx="5431">
                  <c:v>5</c:v>
                </c:pt>
                <c:pt idx="5432">
                  <c:v>5</c:v>
                </c:pt>
                <c:pt idx="5433">
                  <c:v>3</c:v>
                </c:pt>
                <c:pt idx="5434">
                  <c:v>3</c:v>
                </c:pt>
                <c:pt idx="5435">
                  <c:v>3</c:v>
                </c:pt>
                <c:pt idx="5436">
                  <c:v>1</c:v>
                </c:pt>
                <c:pt idx="5437">
                  <c:v>5</c:v>
                </c:pt>
                <c:pt idx="5438">
                  <c:v>3</c:v>
                </c:pt>
                <c:pt idx="5439">
                  <c:v>3</c:v>
                </c:pt>
                <c:pt idx="5440">
                  <c:v>3</c:v>
                </c:pt>
                <c:pt idx="5441">
                  <c:v>3</c:v>
                </c:pt>
                <c:pt idx="5442">
                  <c:v>3</c:v>
                </c:pt>
                <c:pt idx="5443">
                  <c:v>3</c:v>
                </c:pt>
                <c:pt idx="5444">
                  <c:v>1</c:v>
                </c:pt>
                <c:pt idx="5445">
                  <c:v>3</c:v>
                </c:pt>
                <c:pt idx="5446">
                  <c:v>4</c:v>
                </c:pt>
                <c:pt idx="5447">
                  <c:v>3</c:v>
                </c:pt>
                <c:pt idx="5448">
                  <c:v>3</c:v>
                </c:pt>
                <c:pt idx="5449">
                  <c:v>3</c:v>
                </c:pt>
                <c:pt idx="5450">
                  <c:v>4</c:v>
                </c:pt>
                <c:pt idx="5451">
                  <c:v>5</c:v>
                </c:pt>
                <c:pt idx="5452">
                  <c:v>3</c:v>
                </c:pt>
                <c:pt idx="5453">
                  <c:v>5</c:v>
                </c:pt>
                <c:pt idx="5454">
                  <c:v>3</c:v>
                </c:pt>
                <c:pt idx="5455">
                  <c:v>3</c:v>
                </c:pt>
                <c:pt idx="5456">
                  <c:v>6</c:v>
                </c:pt>
                <c:pt idx="5457">
                  <c:v>4</c:v>
                </c:pt>
                <c:pt idx="5458">
                  <c:v>5</c:v>
                </c:pt>
                <c:pt idx="5459">
                  <c:v>6</c:v>
                </c:pt>
                <c:pt idx="5460">
                  <c:v>5</c:v>
                </c:pt>
                <c:pt idx="5461">
                  <c:v>7</c:v>
                </c:pt>
                <c:pt idx="5462">
                  <c:v>7</c:v>
                </c:pt>
                <c:pt idx="5463">
                  <c:v>4</c:v>
                </c:pt>
                <c:pt idx="5464">
                  <c:v>6</c:v>
                </c:pt>
                <c:pt idx="5465">
                  <c:v>5</c:v>
                </c:pt>
                <c:pt idx="5466">
                  <c:v>6</c:v>
                </c:pt>
                <c:pt idx="5467">
                  <c:v>6</c:v>
                </c:pt>
                <c:pt idx="5468">
                  <c:v>4</c:v>
                </c:pt>
                <c:pt idx="5469">
                  <c:v>7</c:v>
                </c:pt>
                <c:pt idx="5470">
                  <c:v>5</c:v>
                </c:pt>
                <c:pt idx="5471">
                  <c:v>5</c:v>
                </c:pt>
                <c:pt idx="5472">
                  <c:v>5</c:v>
                </c:pt>
                <c:pt idx="5473">
                  <c:v>5</c:v>
                </c:pt>
                <c:pt idx="5474">
                  <c:v>7</c:v>
                </c:pt>
                <c:pt idx="5475">
                  <c:v>5</c:v>
                </c:pt>
                <c:pt idx="5476">
                  <c:v>6</c:v>
                </c:pt>
                <c:pt idx="5477">
                  <c:v>4</c:v>
                </c:pt>
                <c:pt idx="5478">
                  <c:v>4</c:v>
                </c:pt>
                <c:pt idx="5479">
                  <c:v>1</c:v>
                </c:pt>
                <c:pt idx="5480">
                  <c:v>3</c:v>
                </c:pt>
                <c:pt idx="5481">
                  <c:v>2</c:v>
                </c:pt>
                <c:pt idx="5482">
                  <c:v>4</c:v>
                </c:pt>
                <c:pt idx="5483">
                  <c:v>2</c:v>
                </c:pt>
                <c:pt idx="5484">
                  <c:v>2</c:v>
                </c:pt>
                <c:pt idx="5485">
                  <c:v>2</c:v>
                </c:pt>
                <c:pt idx="5486">
                  <c:v>2</c:v>
                </c:pt>
                <c:pt idx="5487">
                  <c:v>1</c:v>
                </c:pt>
                <c:pt idx="5488">
                  <c:v>2</c:v>
                </c:pt>
                <c:pt idx="5489">
                  <c:v>2</c:v>
                </c:pt>
                <c:pt idx="5490">
                  <c:v>4</c:v>
                </c:pt>
                <c:pt idx="5491">
                  <c:v>5</c:v>
                </c:pt>
                <c:pt idx="5492">
                  <c:v>4</c:v>
                </c:pt>
                <c:pt idx="5493">
                  <c:v>5</c:v>
                </c:pt>
                <c:pt idx="5494">
                  <c:v>2</c:v>
                </c:pt>
                <c:pt idx="5495">
                  <c:v>4</c:v>
                </c:pt>
                <c:pt idx="5496">
                  <c:v>3</c:v>
                </c:pt>
                <c:pt idx="5497">
                  <c:v>2</c:v>
                </c:pt>
                <c:pt idx="5498">
                  <c:v>2</c:v>
                </c:pt>
                <c:pt idx="5499">
                  <c:v>2</c:v>
                </c:pt>
                <c:pt idx="5500">
                  <c:v>4</c:v>
                </c:pt>
                <c:pt idx="5501">
                  <c:v>2</c:v>
                </c:pt>
                <c:pt idx="5502">
                  <c:v>2</c:v>
                </c:pt>
                <c:pt idx="5503">
                  <c:v>4</c:v>
                </c:pt>
                <c:pt idx="5504">
                  <c:v>2</c:v>
                </c:pt>
                <c:pt idx="5505">
                  <c:v>2</c:v>
                </c:pt>
                <c:pt idx="5506">
                  <c:v>-1</c:v>
                </c:pt>
                <c:pt idx="5507">
                  <c:v>4</c:v>
                </c:pt>
                <c:pt idx="5508">
                  <c:v>2</c:v>
                </c:pt>
                <c:pt idx="5509">
                  <c:v>2</c:v>
                </c:pt>
                <c:pt idx="5510">
                  <c:v>2</c:v>
                </c:pt>
                <c:pt idx="5511">
                  <c:v>4</c:v>
                </c:pt>
                <c:pt idx="5512">
                  <c:v>4</c:v>
                </c:pt>
                <c:pt idx="5513">
                  <c:v>2</c:v>
                </c:pt>
                <c:pt idx="5514">
                  <c:v>3</c:v>
                </c:pt>
                <c:pt idx="5515">
                  <c:v>3</c:v>
                </c:pt>
                <c:pt idx="5516">
                  <c:v>3</c:v>
                </c:pt>
                <c:pt idx="5517">
                  <c:v>2</c:v>
                </c:pt>
                <c:pt idx="5518">
                  <c:v>3</c:v>
                </c:pt>
                <c:pt idx="5519">
                  <c:v>3</c:v>
                </c:pt>
                <c:pt idx="5520">
                  <c:v>3</c:v>
                </c:pt>
                <c:pt idx="5521">
                  <c:v>3</c:v>
                </c:pt>
                <c:pt idx="5522">
                  <c:v>3</c:v>
                </c:pt>
                <c:pt idx="5523">
                  <c:v>2</c:v>
                </c:pt>
                <c:pt idx="5524">
                  <c:v>2</c:v>
                </c:pt>
                <c:pt idx="5525">
                  <c:v>3</c:v>
                </c:pt>
                <c:pt idx="5526">
                  <c:v>5</c:v>
                </c:pt>
                <c:pt idx="5527">
                  <c:v>12</c:v>
                </c:pt>
                <c:pt idx="5528">
                  <c:v>4</c:v>
                </c:pt>
                <c:pt idx="5529">
                  <c:v>4</c:v>
                </c:pt>
                <c:pt idx="5530">
                  <c:v>5</c:v>
                </c:pt>
                <c:pt idx="5531">
                  <c:v>3</c:v>
                </c:pt>
                <c:pt idx="5532">
                  <c:v>4</c:v>
                </c:pt>
                <c:pt idx="5533">
                  <c:v>3</c:v>
                </c:pt>
                <c:pt idx="5534">
                  <c:v>8</c:v>
                </c:pt>
                <c:pt idx="5535">
                  <c:v>3</c:v>
                </c:pt>
                <c:pt idx="5536">
                  <c:v>3</c:v>
                </c:pt>
                <c:pt idx="5537">
                  <c:v>2</c:v>
                </c:pt>
                <c:pt idx="5538">
                  <c:v>3</c:v>
                </c:pt>
                <c:pt idx="5539">
                  <c:v>6</c:v>
                </c:pt>
                <c:pt idx="5540">
                  <c:v>4</c:v>
                </c:pt>
                <c:pt idx="5541">
                  <c:v>4</c:v>
                </c:pt>
                <c:pt idx="5542">
                  <c:v>2</c:v>
                </c:pt>
                <c:pt idx="5543">
                  <c:v>4</c:v>
                </c:pt>
                <c:pt idx="5544">
                  <c:v>2</c:v>
                </c:pt>
                <c:pt idx="5545">
                  <c:v>2</c:v>
                </c:pt>
                <c:pt idx="5546">
                  <c:v>3</c:v>
                </c:pt>
                <c:pt idx="5547">
                  <c:v>3</c:v>
                </c:pt>
                <c:pt idx="5548">
                  <c:v>4</c:v>
                </c:pt>
                <c:pt idx="5549">
                  <c:v>2</c:v>
                </c:pt>
                <c:pt idx="5550">
                  <c:v>2</c:v>
                </c:pt>
                <c:pt idx="5551">
                  <c:v>2</c:v>
                </c:pt>
                <c:pt idx="5552">
                  <c:v>4</c:v>
                </c:pt>
                <c:pt idx="5553">
                  <c:v>2</c:v>
                </c:pt>
                <c:pt idx="5554">
                  <c:v>2</c:v>
                </c:pt>
                <c:pt idx="5555">
                  <c:v>4</c:v>
                </c:pt>
                <c:pt idx="5556">
                  <c:v>3</c:v>
                </c:pt>
                <c:pt idx="5557">
                  <c:v>2</c:v>
                </c:pt>
                <c:pt idx="5558">
                  <c:v>8</c:v>
                </c:pt>
                <c:pt idx="5559">
                  <c:v>2</c:v>
                </c:pt>
                <c:pt idx="5560">
                  <c:v>4</c:v>
                </c:pt>
                <c:pt idx="5561">
                  <c:v>13</c:v>
                </c:pt>
                <c:pt idx="5562">
                  <c:v>4</c:v>
                </c:pt>
                <c:pt idx="5563">
                  <c:v>4</c:v>
                </c:pt>
                <c:pt idx="5564">
                  <c:v>10</c:v>
                </c:pt>
                <c:pt idx="5565">
                  <c:v>4</c:v>
                </c:pt>
                <c:pt idx="5566">
                  <c:v>3</c:v>
                </c:pt>
                <c:pt idx="5567">
                  <c:v>8</c:v>
                </c:pt>
                <c:pt idx="5568">
                  <c:v>7</c:v>
                </c:pt>
                <c:pt idx="5569">
                  <c:v>4</c:v>
                </c:pt>
                <c:pt idx="5570">
                  <c:v>2</c:v>
                </c:pt>
                <c:pt idx="5571">
                  <c:v>1</c:v>
                </c:pt>
                <c:pt idx="5572">
                  <c:v>2</c:v>
                </c:pt>
                <c:pt idx="5573">
                  <c:v>2</c:v>
                </c:pt>
                <c:pt idx="5574">
                  <c:v>2</c:v>
                </c:pt>
                <c:pt idx="5575">
                  <c:v>3</c:v>
                </c:pt>
                <c:pt idx="5576">
                  <c:v>2</c:v>
                </c:pt>
                <c:pt idx="5577">
                  <c:v>2</c:v>
                </c:pt>
                <c:pt idx="5578">
                  <c:v>4</c:v>
                </c:pt>
                <c:pt idx="5579">
                  <c:v>3</c:v>
                </c:pt>
                <c:pt idx="5580">
                  <c:v>2</c:v>
                </c:pt>
                <c:pt idx="5581">
                  <c:v>3</c:v>
                </c:pt>
                <c:pt idx="5582">
                  <c:v>2</c:v>
                </c:pt>
                <c:pt idx="5583">
                  <c:v>3</c:v>
                </c:pt>
                <c:pt idx="5584">
                  <c:v>4</c:v>
                </c:pt>
                <c:pt idx="5585">
                  <c:v>4</c:v>
                </c:pt>
                <c:pt idx="5586">
                  <c:v>5</c:v>
                </c:pt>
                <c:pt idx="5587">
                  <c:v>4</c:v>
                </c:pt>
                <c:pt idx="5588">
                  <c:v>4</c:v>
                </c:pt>
                <c:pt idx="5589">
                  <c:v>6</c:v>
                </c:pt>
                <c:pt idx="5590">
                  <c:v>4</c:v>
                </c:pt>
                <c:pt idx="5591">
                  <c:v>7</c:v>
                </c:pt>
                <c:pt idx="5592">
                  <c:v>3</c:v>
                </c:pt>
                <c:pt idx="5593">
                  <c:v>4</c:v>
                </c:pt>
                <c:pt idx="5594">
                  <c:v>3</c:v>
                </c:pt>
                <c:pt idx="5595">
                  <c:v>6</c:v>
                </c:pt>
                <c:pt idx="5596">
                  <c:v>0</c:v>
                </c:pt>
                <c:pt idx="5597">
                  <c:v>3</c:v>
                </c:pt>
                <c:pt idx="5598">
                  <c:v>2</c:v>
                </c:pt>
                <c:pt idx="5599">
                  <c:v>4</c:v>
                </c:pt>
                <c:pt idx="5600">
                  <c:v>2</c:v>
                </c:pt>
                <c:pt idx="5601">
                  <c:v>2</c:v>
                </c:pt>
                <c:pt idx="5602">
                  <c:v>4</c:v>
                </c:pt>
                <c:pt idx="5603">
                  <c:v>2</c:v>
                </c:pt>
                <c:pt idx="5604">
                  <c:v>4</c:v>
                </c:pt>
                <c:pt idx="5605">
                  <c:v>3</c:v>
                </c:pt>
                <c:pt idx="5606">
                  <c:v>4</c:v>
                </c:pt>
                <c:pt idx="5607">
                  <c:v>3</c:v>
                </c:pt>
                <c:pt idx="5608">
                  <c:v>2</c:v>
                </c:pt>
                <c:pt idx="5609">
                  <c:v>4</c:v>
                </c:pt>
                <c:pt idx="5610">
                  <c:v>6</c:v>
                </c:pt>
                <c:pt idx="5611">
                  <c:v>3</c:v>
                </c:pt>
                <c:pt idx="5612">
                  <c:v>1</c:v>
                </c:pt>
                <c:pt idx="5613">
                  <c:v>4</c:v>
                </c:pt>
                <c:pt idx="5614">
                  <c:v>10</c:v>
                </c:pt>
                <c:pt idx="5615">
                  <c:v>3</c:v>
                </c:pt>
                <c:pt idx="5616">
                  <c:v>19</c:v>
                </c:pt>
                <c:pt idx="5617">
                  <c:v>3</c:v>
                </c:pt>
                <c:pt idx="5618">
                  <c:v>4</c:v>
                </c:pt>
                <c:pt idx="5619">
                  <c:v>9</c:v>
                </c:pt>
                <c:pt idx="5620">
                  <c:v>2</c:v>
                </c:pt>
                <c:pt idx="5621">
                  <c:v>18</c:v>
                </c:pt>
                <c:pt idx="5622">
                  <c:v>1</c:v>
                </c:pt>
                <c:pt idx="5623">
                  <c:v>1</c:v>
                </c:pt>
                <c:pt idx="5624">
                  <c:v>3</c:v>
                </c:pt>
                <c:pt idx="5625">
                  <c:v>1</c:v>
                </c:pt>
                <c:pt idx="5626">
                  <c:v>6</c:v>
                </c:pt>
                <c:pt idx="5627">
                  <c:v>1</c:v>
                </c:pt>
                <c:pt idx="5628">
                  <c:v>5</c:v>
                </c:pt>
                <c:pt idx="5629">
                  <c:v>3</c:v>
                </c:pt>
                <c:pt idx="5630">
                  <c:v>1</c:v>
                </c:pt>
                <c:pt idx="5631">
                  <c:v>4</c:v>
                </c:pt>
                <c:pt idx="5632">
                  <c:v>8</c:v>
                </c:pt>
                <c:pt idx="5633">
                  <c:v>1</c:v>
                </c:pt>
                <c:pt idx="5634">
                  <c:v>1</c:v>
                </c:pt>
                <c:pt idx="5635">
                  <c:v>2</c:v>
                </c:pt>
                <c:pt idx="5636">
                  <c:v>3</c:v>
                </c:pt>
                <c:pt idx="5637">
                  <c:v>2</c:v>
                </c:pt>
                <c:pt idx="5638">
                  <c:v>2</c:v>
                </c:pt>
                <c:pt idx="5639">
                  <c:v>2</c:v>
                </c:pt>
                <c:pt idx="5640">
                  <c:v>3</c:v>
                </c:pt>
                <c:pt idx="5641">
                  <c:v>2</c:v>
                </c:pt>
                <c:pt idx="5642">
                  <c:v>4</c:v>
                </c:pt>
                <c:pt idx="5643">
                  <c:v>2</c:v>
                </c:pt>
                <c:pt idx="5644">
                  <c:v>3</c:v>
                </c:pt>
                <c:pt idx="5645">
                  <c:v>2</c:v>
                </c:pt>
                <c:pt idx="5646">
                  <c:v>2</c:v>
                </c:pt>
                <c:pt idx="5647">
                  <c:v>2</c:v>
                </c:pt>
                <c:pt idx="5648">
                  <c:v>2</c:v>
                </c:pt>
                <c:pt idx="5649">
                  <c:v>3</c:v>
                </c:pt>
                <c:pt idx="5650">
                  <c:v>2</c:v>
                </c:pt>
                <c:pt idx="5651">
                  <c:v>3</c:v>
                </c:pt>
                <c:pt idx="5652">
                  <c:v>2</c:v>
                </c:pt>
                <c:pt idx="5653">
                  <c:v>2</c:v>
                </c:pt>
                <c:pt idx="5654">
                  <c:v>2</c:v>
                </c:pt>
                <c:pt idx="5655">
                  <c:v>4</c:v>
                </c:pt>
                <c:pt idx="5656">
                  <c:v>2</c:v>
                </c:pt>
                <c:pt idx="5657">
                  <c:v>2</c:v>
                </c:pt>
                <c:pt idx="5658">
                  <c:v>4</c:v>
                </c:pt>
                <c:pt idx="5659">
                  <c:v>2</c:v>
                </c:pt>
                <c:pt idx="5660">
                  <c:v>2</c:v>
                </c:pt>
                <c:pt idx="5661">
                  <c:v>2</c:v>
                </c:pt>
                <c:pt idx="5662">
                  <c:v>5</c:v>
                </c:pt>
                <c:pt idx="5663">
                  <c:v>1</c:v>
                </c:pt>
                <c:pt idx="5664">
                  <c:v>2</c:v>
                </c:pt>
                <c:pt idx="5665">
                  <c:v>1</c:v>
                </c:pt>
                <c:pt idx="5666">
                  <c:v>6</c:v>
                </c:pt>
                <c:pt idx="5667">
                  <c:v>5</c:v>
                </c:pt>
                <c:pt idx="5668">
                  <c:v>3</c:v>
                </c:pt>
                <c:pt idx="5669">
                  <c:v>4</c:v>
                </c:pt>
                <c:pt idx="5670">
                  <c:v>5</c:v>
                </c:pt>
                <c:pt idx="5671">
                  <c:v>3</c:v>
                </c:pt>
                <c:pt idx="5672">
                  <c:v>2</c:v>
                </c:pt>
                <c:pt idx="5673">
                  <c:v>3</c:v>
                </c:pt>
                <c:pt idx="5674">
                  <c:v>4</c:v>
                </c:pt>
                <c:pt idx="5675">
                  <c:v>6</c:v>
                </c:pt>
                <c:pt idx="5676">
                  <c:v>3</c:v>
                </c:pt>
                <c:pt idx="5677">
                  <c:v>1</c:v>
                </c:pt>
                <c:pt idx="5678">
                  <c:v>3</c:v>
                </c:pt>
                <c:pt idx="5679">
                  <c:v>3</c:v>
                </c:pt>
                <c:pt idx="5680">
                  <c:v>4</c:v>
                </c:pt>
                <c:pt idx="5681">
                  <c:v>3</c:v>
                </c:pt>
                <c:pt idx="5682">
                  <c:v>3</c:v>
                </c:pt>
                <c:pt idx="5683">
                  <c:v>5</c:v>
                </c:pt>
                <c:pt idx="5684">
                  <c:v>3</c:v>
                </c:pt>
                <c:pt idx="5685">
                  <c:v>5</c:v>
                </c:pt>
                <c:pt idx="5686">
                  <c:v>5</c:v>
                </c:pt>
                <c:pt idx="5687">
                  <c:v>4</c:v>
                </c:pt>
                <c:pt idx="5688">
                  <c:v>4</c:v>
                </c:pt>
                <c:pt idx="5689">
                  <c:v>4</c:v>
                </c:pt>
                <c:pt idx="5690">
                  <c:v>2</c:v>
                </c:pt>
                <c:pt idx="5691">
                  <c:v>4</c:v>
                </c:pt>
                <c:pt idx="5692">
                  <c:v>4</c:v>
                </c:pt>
                <c:pt idx="5693">
                  <c:v>4</c:v>
                </c:pt>
                <c:pt idx="5694">
                  <c:v>13</c:v>
                </c:pt>
                <c:pt idx="5695">
                  <c:v>7</c:v>
                </c:pt>
                <c:pt idx="5696">
                  <c:v>11</c:v>
                </c:pt>
                <c:pt idx="5697">
                  <c:v>4</c:v>
                </c:pt>
                <c:pt idx="5698">
                  <c:v>9</c:v>
                </c:pt>
                <c:pt idx="5699">
                  <c:v>9</c:v>
                </c:pt>
                <c:pt idx="5700">
                  <c:v>13</c:v>
                </c:pt>
                <c:pt idx="5701">
                  <c:v>11</c:v>
                </c:pt>
                <c:pt idx="5702">
                  <c:v>12</c:v>
                </c:pt>
                <c:pt idx="5703">
                  <c:v>10</c:v>
                </c:pt>
                <c:pt idx="5704">
                  <c:v>7</c:v>
                </c:pt>
                <c:pt idx="5705">
                  <c:v>15</c:v>
                </c:pt>
                <c:pt idx="5706">
                  <c:v>7</c:v>
                </c:pt>
                <c:pt idx="5707">
                  <c:v>11</c:v>
                </c:pt>
                <c:pt idx="5708">
                  <c:v>6</c:v>
                </c:pt>
                <c:pt idx="5709">
                  <c:v>5</c:v>
                </c:pt>
                <c:pt idx="5710">
                  <c:v>5</c:v>
                </c:pt>
                <c:pt idx="5711">
                  <c:v>4</c:v>
                </c:pt>
                <c:pt idx="5712">
                  <c:v>6</c:v>
                </c:pt>
                <c:pt idx="5713">
                  <c:v>8</c:v>
                </c:pt>
                <c:pt idx="5714">
                  <c:v>10</c:v>
                </c:pt>
                <c:pt idx="5715">
                  <c:v>8</c:v>
                </c:pt>
                <c:pt idx="5716">
                  <c:v>2</c:v>
                </c:pt>
                <c:pt idx="5717">
                  <c:v>1</c:v>
                </c:pt>
                <c:pt idx="5718">
                  <c:v>1</c:v>
                </c:pt>
                <c:pt idx="5719">
                  <c:v>4</c:v>
                </c:pt>
                <c:pt idx="5720">
                  <c:v>7</c:v>
                </c:pt>
                <c:pt idx="5721">
                  <c:v>8</c:v>
                </c:pt>
                <c:pt idx="5722">
                  <c:v>-8</c:v>
                </c:pt>
                <c:pt idx="5723">
                  <c:v>6</c:v>
                </c:pt>
                <c:pt idx="5724">
                  <c:v>8</c:v>
                </c:pt>
                <c:pt idx="5725">
                  <c:v>3</c:v>
                </c:pt>
                <c:pt idx="5726">
                  <c:v>6</c:v>
                </c:pt>
                <c:pt idx="5727">
                  <c:v>6</c:v>
                </c:pt>
                <c:pt idx="5728">
                  <c:v>6</c:v>
                </c:pt>
                <c:pt idx="5729">
                  <c:v>9</c:v>
                </c:pt>
                <c:pt idx="5730">
                  <c:v>8</c:v>
                </c:pt>
                <c:pt idx="5731">
                  <c:v>4</c:v>
                </c:pt>
                <c:pt idx="5732">
                  <c:v>4</c:v>
                </c:pt>
                <c:pt idx="5733">
                  <c:v>9</c:v>
                </c:pt>
                <c:pt idx="5734">
                  <c:v>8</c:v>
                </c:pt>
                <c:pt idx="5735">
                  <c:v>8</c:v>
                </c:pt>
                <c:pt idx="5736">
                  <c:v>8</c:v>
                </c:pt>
                <c:pt idx="5737">
                  <c:v>3</c:v>
                </c:pt>
                <c:pt idx="5738">
                  <c:v>6</c:v>
                </c:pt>
                <c:pt idx="5739">
                  <c:v>3</c:v>
                </c:pt>
                <c:pt idx="5740">
                  <c:v>3</c:v>
                </c:pt>
                <c:pt idx="5741">
                  <c:v>6</c:v>
                </c:pt>
                <c:pt idx="5742">
                  <c:v>4</c:v>
                </c:pt>
                <c:pt idx="5743">
                  <c:v>4</c:v>
                </c:pt>
                <c:pt idx="5744">
                  <c:v>6</c:v>
                </c:pt>
                <c:pt idx="5745">
                  <c:v>3</c:v>
                </c:pt>
                <c:pt idx="5746">
                  <c:v>4</c:v>
                </c:pt>
                <c:pt idx="5747">
                  <c:v>5</c:v>
                </c:pt>
                <c:pt idx="5748">
                  <c:v>6</c:v>
                </c:pt>
                <c:pt idx="5749">
                  <c:v>8</c:v>
                </c:pt>
                <c:pt idx="5750">
                  <c:v>2</c:v>
                </c:pt>
                <c:pt idx="5751">
                  <c:v>3</c:v>
                </c:pt>
                <c:pt idx="5752">
                  <c:v>3</c:v>
                </c:pt>
                <c:pt idx="5753">
                  <c:v>4</c:v>
                </c:pt>
                <c:pt idx="5754">
                  <c:v>3</c:v>
                </c:pt>
                <c:pt idx="5755">
                  <c:v>3</c:v>
                </c:pt>
                <c:pt idx="5756">
                  <c:v>2</c:v>
                </c:pt>
                <c:pt idx="5757">
                  <c:v>4</c:v>
                </c:pt>
                <c:pt idx="5758">
                  <c:v>4</c:v>
                </c:pt>
                <c:pt idx="5759">
                  <c:v>3</c:v>
                </c:pt>
                <c:pt idx="5760">
                  <c:v>4</c:v>
                </c:pt>
                <c:pt idx="5761">
                  <c:v>3</c:v>
                </c:pt>
                <c:pt idx="5762">
                  <c:v>4</c:v>
                </c:pt>
                <c:pt idx="5763">
                  <c:v>3</c:v>
                </c:pt>
                <c:pt idx="5764">
                  <c:v>5</c:v>
                </c:pt>
                <c:pt idx="5765">
                  <c:v>2</c:v>
                </c:pt>
                <c:pt idx="5766">
                  <c:v>2</c:v>
                </c:pt>
                <c:pt idx="5767">
                  <c:v>4</c:v>
                </c:pt>
                <c:pt idx="5768">
                  <c:v>2</c:v>
                </c:pt>
                <c:pt idx="5769">
                  <c:v>5</c:v>
                </c:pt>
                <c:pt idx="5770">
                  <c:v>2</c:v>
                </c:pt>
                <c:pt idx="5771">
                  <c:v>4</c:v>
                </c:pt>
                <c:pt idx="5772">
                  <c:v>2</c:v>
                </c:pt>
                <c:pt idx="5773">
                  <c:v>10</c:v>
                </c:pt>
                <c:pt idx="5774">
                  <c:v>1</c:v>
                </c:pt>
                <c:pt idx="5775">
                  <c:v>2</c:v>
                </c:pt>
                <c:pt idx="5776">
                  <c:v>4</c:v>
                </c:pt>
                <c:pt idx="5777">
                  <c:v>5</c:v>
                </c:pt>
                <c:pt idx="5778">
                  <c:v>4</c:v>
                </c:pt>
                <c:pt idx="5779">
                  <c:v>4</c:v>
                </c:pt>
                <c:pt idx="5780">
                  <c:v>7</c:v>
                </c:pt>
                <c:pt idx="5781">
                  <c:v>14</c:v>
                </c:pt>
                <c:pt idx="5782">
                  <c:v>8</c:v>
                </c:pt>
                <c:pt idx="5783">
                  <c:v>4</c:v>
                </c:pt>
                <c:pt idx="5784">
                  <c:v>8</c:v>
                </c:pt>
                <c:pt idx="5785">
                  <c:v>6</c:v>
                </c:pt>
                <c:pt idx="5786">
                  <c:v>7</c:v>
                </c:pt>
                <c:pt idx="5787">
                  <c:v>4</c:v>
                </c:pt>
                <c:pt idx="5788">
                  <c:v>5</c:v>
                </c:pt>
                <c:pt idx="5789">
                  <c:v>4</c:v>
                </c:pt>
                <c:pt idx="5790">
                  <c:v>8</c:v>
                </c:pt>
                <c:pt idx="5791">
                  <c:v>8</c:v>
                </c:pt>
                <c:pt idx="5792">
                  <c:v>8</c:v>
                </c:pt>
                <c:pt idx="5793">
                  <c:v>1</c:v>
                </c:pt>
                <c:pt idx="5794">
                  <c:v>7</c:v>
                </c:pt>
                <c:pt idx="5795">
                  <c:v>2</c:v>
                </c:pt>
                <c:pt idx="5796">
                  <c:v>2</c:v>
                </c:pt>
                <c:pt idx="5797">
                  <c:v>2</c:v>
                </c:pt>
                <c:pt idx="5798">
                  <c:v>2</c:v>
                </c:pt>
                <c:pt idx="5799">
                  <c:v>2</c:v>
                </c:pt>
                <c:pt idx="5800">
                  <c:v>1</c:v>
                </c:pt>
                <c:pt idx="5801">
                  <c:v>1</c:v>
                </c:pt>
                <c:pt idx="5802">
                  <c:v>1</c:v>
                </c:pt>
                <c:pt idx="5803">
                  <c:v>3</c:v>
                </c:pt>
                <c:pt idx="5804">
                  <c:v>1</c:v>
                </c:pt>
                <c:pt idx="5805">
                  <c:v>1</c:v>
                </c:pt>
                <c:pt idx="5806">
                  <c:v>2</c:v>
                </c:pt>
                <c:pt idx="5807">
                  <c:v>5</c:v>
                </c:pt>
                <c:pt idx="5808">
                  <c:v>2</c:v>
                </c:pt>
                <c:pt idx="5809">
                  <c:v>1</c:v>
                </c:pt>
                <c:pt idx="5810">
                  <c:v>2</c:v>
                </c:pt>
                <c:pt idx="5811">
                  <c:v>3</c:v>
                </c:pt>
                <c:pt idx="5812">
                  <c:v>1</c:v>
                </c:pt>
                <c:pt idx="5813">
                  <c:v>1</c:v>
                </c:pt>
                <c:pt idx="5814">
                  <c:v>1</c:v>
                </c:pt>
                <c:pt idx="5815">
                  <c:v>3</c:v>
                </c:pt>
                <c:pt idx="5816">
                  <c:v>1</c:v>
                </c:pt>
                <c:pt idx="5817">
                  <c:v>2</c:v>
                </c:pt>
                <c:pt idx="5818">
                  <c:v>2</c:v>
                </c:pt>
                <c:pt idx="5819">
                  <c:v>3</c:v>
                </c:pt>
                <c:pt idx="5820">
                  <c:v>2</c:v>
                </c:pt>
                <c:pt idx="5821">
                  <c:v>2</c:v>
                </c:pt>
                <c:pt idx="5822">
                  <c:v>2</c:v>
                </c:pt>
                <c:pt idx="5823">
                  <c:v>2</c:v>
                </c:pt>
                <c:pt idx="5824">
                  <c:v>1</c:v>
                </c:pt>
                <c:pt idx="5825">
                  <c:v>3</c:v>
                </c:pt>
                <c:pt idx="5826">
                  <c:v>2</c:v>
                </c:pt>
                <c:pt idx="5827">
                  <c:v>2</c:v>
                </c:pt>
                <c:pt idx="5828">
                  <c:v>1</c:v>
                </c:pt>
                <c:pt idx="5829">
                  <c:v>1</c:v>
                </c:pt>
                <c:pt idx="5830">
                  <c:v>4</c:v>
                </c:pt>
                <c:pt idx="5831">
                  <c:v>3</c:v>
                </c:pt>
                <c:pt idx="5832">
                  <c:v>5</c:v>
                </c:pt>
                <c:pt idx="5833">
                  <c:v>3</c:v>
                </c:pt>
                <c:pt idx="5834">
                  <c:v>4</c:v>
                </c:pt>
                <c:pt idx="5835">
                  <c:v>3</c:v>
                </c:pt>
                <c:pt idx="5836">
                  <c:v>5</c:v>
                </c:pt>
                <c:pt idx="5837">
                  <c:v>3</c:v>
                </c:pt>
                <c:pt idx="5838">
                  <c:v>4</c:v>
                </c:pt>
                <c:pt idx="5839">
                  <c:v>4</c:v>
                </c:pt>
                <c:pt idx="5840">
                  <c:v>4</c:v>
                </c:pt>
                <c:pt idx="5841">
                  <c:v>5</c:v>
                </c:pt>
                <c:pt idx="5842">
                  <c:v>3</c:v>
                </c:pt>
                <c:pt idx="5843">
                  <c:v>5</c:v>
                </c:pt>
                <c:pt idx="5844">
                  <c:v>2</c:v>
                </c:pt>
                <c:pt idx="5845">
                  <c:v>3</c:v>
                </c:pt>
                <c:pt idx="5846">
                  <c:v>5</c:v>
                </c:pt>
                <c:pt idx="5847">
                  <c:v>2</c:v>
                </c:pt>
                <c:pt idx="5848">
                  <c:v>5</c:v>
                </c:pt>
                <c:pt idx="5849">
                  <c:v>2</c:v>
                </c:pt>
                <c:pt idx="5850">
                  <c:v>3</c:v>
                </c:pt>
                <c:pt idx="5851">
                  <c:v>5</c:v>
                </c:pt>
                <c:pt idx="5852">
                  <c:v>4</c:v>
                </c:pt>
                <c:pt idx="5853">
                  <c:v>3</c:v>
                </c:pt>
                <c:pt idx="5854">
                  <c:v>3</c:v>
                </c:pt>
                <c:pt idx="5855">
                  <c:v>3</c:v>
                </c:pt>
                <c:pt idx="5856">
                  <c:v>2</c:v>
                </c:pt>
                <c:pt idx="5857">
                  <c:v>2</c:v>
                </c:pt>
                <c:pt idx="5858">
                  <c:v>2</c:v>
                </c:pt>
                <c:pt idx="5859">
                  <c:v>2</c:v>
                </c:pt>
                <c:pt idx="5860">
                  <c:v>2</c:v>
                </c:pt>
                <c:pt idx="5861">
                  <c:v>2</c:v>
                </c:pt>
                <c:pt idx="5862">
                  <c:v>2</c:v>
                </c:pt>
                <c:pt idx="5863">
                  <c:v>2</c:v>
                </c:pt>
                <c:pt idx="5864">
                  <c:v>2</c:v>
                </c:pt>
                <c:pt idx="5865">
                  <c:v>2</c:v>
                </c:pt>
                <c:pt idx="5866">
                  <c:v>2</c:v>
                </c:pt>
                <c:pt idx="5867">
                  <c:v>2</c:v>
                </c:pt>
                <c:pt idx="5868">
                  <c:v>2</c:v>
                </c:pt>
                <c:pt idx="5869">
                  <c:v>2</c:v>
                </c:pt>
                <c:pt idx="5870">
                  <c:v>2</c:v>
                </c:pt>
                <c:pt idx="5871">
                  <c:v>2</c:v>
                </c:pt>
                <c:pt idx="5872">
                  <c:v>2</c:v>
                </c:pt>
                <c:pt idx="5873">
                  <c:v>2</c:v>
                </c:pt>
                <c:pt idx="5874">
                  <c:v>2</c:v>
                </c:pt>
                <c:pt idx="5875">
                  <c:v>2</c:v>
                </c:pt>
                <c:pt idx="5876">
                  <c:v>12</c:v>
                </c:pt>
                <c:pt idx="5877">
                  <c:v>7</c:v>
                </c:pt>
                <c:pt idx="5878">
                  <c:v>3</c:v>
                </c:pt>
                <c:pt idx="5879">
                  <c:v>3</c:v>
                </c:pt>
                <c:pt idx="5880">
                  <c:v>9</c:v>
                </c:pt>
                <c:pt idx="5881">
                  <c:v>12</c:v>
                </c:pt>
                <c:pt idx="5882">
                  <c:v>6</c:v>
                </c:pt>
                <c:pt idx="5883">
                  <c:v>6</c:v>
                </c:pt>
                <c:pt idx="5884">
                  <c:v>5</c:v>
                </c:pt>
                <c:pt idx="5885">
                  <c:v>5</c:v>
                </c:pt>
                <c:pt idx="5886">
                  <c:v>5</c:v>
                </c:pt>
                <c:pt idx="5887">
                  <c:v>4</c:v>
                </c:pt>
                <c:pt idx="5888">
                  <c:v>6</c:v>
                </c:pt>
                <c:pt idx="5889">
                  <c:v>4</c:v>
                </c:pt>
                <c:pt idx="5890">
                  <c:v>4</c:v>
                </c:pt>
                <c:pt idx="5891">
                  <c:v>6</c:v>
                </c:pt>
                <c:pt idx="5892">
                  <c:v>4</c:v>
                </c:pt>
                <c:pt idx="5893">
                  <c:v>4</c:v>
                </c:pt>
                <c:pt idx="5894">
                  <c:v>5</c:v>
                </c:pt>
                <c:pt idx="5895">
                  <c:v>4</c:v>
                </c:pt>
                <c:pt idx="5896">
                  <c:v>5</c:v>
                </c:pt>
                <c:pt idx="5897">
                  <c:v>5</c:v>
                </c:pt>
                <c:pt idx="5898">
                  <c:v>1</c:v>
                </c:pt>
                <c:pt idx="5899">
                  <c:v>1</c:v>
                </c:pt>
                <c:pt idx="5900">
                  <c:v>4</c:v>
                </c:pt>
                <c:pt idx="5901">
                  <c:v>4</c:v>
                </c:pt>
                <c:pt idx="5902">
                  <c:v>4</c:v>
                </c:pt>
                <c:pt idx="5903">
                  <c:v>6</c:v>
                </c:pt>
                <c:pt idx="5904">
                  <c:v>4</c:v>
                </c:pt>
                <c:pt idx="5905">
                  <c:v>6</c:v>
                </c:pt>
                <c:pt idx="5906">
                  <c:v>4</c:v>
                </c:pt>
                <c:pt idx="5907">
                  <c:v>4</c:v>
                </c:pt>
                <c:pt idx="5908">
                  <c:v>5</c:v>
                </c:pt>
                <c:pt idx="5909">
                  <c:v>4</c:v>
                </c:pt>
                <c:pt idx="5910">
                  <c:v>4</c:v>
                </c:pt>
                <c:pt idx="5911">
                  <c:v>1</c:v>
                </c:pt>
                <c:pt idx="5912">
                  <c:v>4</c:v>
                </c:pt>
                <c:pt idx="5913">
                  <c:v>4</c:v>
                </c:pt>
                <c:pt idx="5914">
                  <c:v>5</c:v>
                </c:pt>
                <c:pt idx="5915">
                  <c:v>4</c:v>
                </c:pt>
                <c:pt idx="5916">
                  <c:v>4</c:v>
                </c:pt>
                <c:pt idx="5917">
                  <c:v>4</c:v>
                </c:pt>
                <c:pt idx="5918">
                  <c:v>4</c:v>
                </c:pt>
                <c:pt idx="5919">
                  <c:v>4</c:v>
                </c:pt>
                <c:pt idx="5920">
                  <c:v>1</c:v>
                </c:pt>
                <c:pt idx="5921">
                  <c:v>4</c:v>
                </c:pt>
                <c:pt idx="5922">
                  <c:v>2</c:v>
                </c:pt>
                <c:pt idx="5923">
                  <c:v>2</c:v>
                </c:pt>
                <c:pt idx="5924">
                  <c:v>2</c:v>
                </c:pt>
                <c:pt idx="5925">
                  <c:v>2</c:v>
                </c:pt>
                <c:pt idx="5926">
                  <c:v>3</c:v>
                </c:pt>
                <c:pt idx="5927">
                  <c:v>2</c:v>
                </c:pt>
                <c:pt idx="5928">
                  <c:v>2</c:v>
                </c:pt>
                <c:pt idx="5929">
                  <c:v>2</c:v>
                </c:pt>
                <c:pt idx="5930">
                  <c:v>2</c:v>
                </c:pt>
                <c:pt idx="5931">
                  <c:v>2</c:v>
                </c:pt>
                <c:pt idx="5932">
                  <c:v>2</c:v>
                </c:pt>
                <c:pt idx="5933">
                  <c:v>2</c:v>
                </c:pt>
                <c:pt idx="5934">
                  <c:v>2</c:v>
                </c:pt>
                <c:pt idx="5935">
                  <c:v>2</c:v>
                </c:pt>
                <c:pt idx="5936">
                  <c:v>4</c:v>
                </c:pt>
                <c:pt idx="5937">
                  <c:v>2</c:v>
                </c:pt>
                <c:pt idx="5938">
                  <c:v>2</c:v>
                </c:pt>
                <c:pt idx="5939">
                  <c:v>2</c:v>
                </c:pt>
                <c:pt idx="5940">
                  <c:v>2</c:v>
                </c:pt>
                <c:pt idx="5941">
                  <c:v>3</c:v>
                </c:pt>
                <c:pt idx="5942">
                  <c:v>2</c:v>
                </c:pt>
                <c:pt idx="5943">
                  <c:v>2</c:v>
                </c:pt>
                <c:pt idx="5944">
                  <c:v>-2</c:v>
                </c:pt>
                <c:pt idx="5945">
                  <c:v>2</c:v>
                </c:pt>
                <c:pt idx="5946">
                  <c:v>2</c:v>
                </c:pt>
                <c:pt idx="5947">
                  <c:v>2</c:v>
                </c:pt>
                <c:pt idx="5948">
                  <c:v>3</c:v>
                </c:pt>
                <c:pt idx="5949">
                  <c:v>1</c:v>
                </c:pt>
                <c:pt idx="5950">
                  <c:v>2</c:v>
                </c:pt>
                <c:pt idx="5951">
                  <c:v>2</c:v>
                </c:pt>
                <c:pt idx="5952">
                  <c:v>3</c:v>
                </c:pt>
                <c:pt idx="5953">
                  <c:v>4</c:v>
                </c:pt>
                <c:pt idx="5954">
                  <c:v>1</c:v>
                </c:pt>
                <c:pt idx="5955">
                  <c:v>5</c:v>
                </c:pt>
                <c:pt idx="5956">
                  <c:v>6</c:v>
                </c:pt>
                <c:pt idx="5957">
                  <c:v>8</c:v>
                </c:pt>
                <c:pt idx="5958">
                  <c:v>7</c:v>
                </c:pt>
                <c:pt idx="5959">
                  <c:v>4</c:v>
                </c:pt>
                <c:pt idx="5960">
                  <c:v>6</c:v>
                </c:pt>
                <c:pt idx="5961">
                  <c:v>7</c:v>
                </c:pt>
                <c:pt idx="5962">
                  <c:v>8</c:v>
                </c:pt>
                <c:pt idx="5963">
                  <c:v>3</c:v>
                </c:pt>
                <c:pt idx="5964">
                  <c:v>2</c:v>
                </c:pt>
                <c:pt idx="5965">
                  <c:v>2</c:v>
                </c:pt>
                <c:pt idx="5966">
                  <c:v>2</c:v>
                </c:pt>
                <c:pt idx="5967">
                  <c:v>2</c:v>
                </c:pt>
                <c:pt idx="5968">
                  <c:v>9</c:v>
                </c:pt>
                <c:pt idx="5969">
                  <c:v>3</c:v>
                </c:pt>
                <c:pt idx="5970">
                  <c:v>6</c:v>
                </c:pt>
                <c:pt idx="5971">
                  <c:v>2</c:v>
                </c:pt>
                <c:pt idx="5972">
                  <c:v>2</c:v>
                </c:pt>
                <c:pt idx="5973">
                  <c:v>13</c:v>
                </c:pt>
                <c:pt idx="5974">
                  <c:v>2</c:v>
                </c:pt>
                <c:pt idx="5975">
                  <c:v>2</c:v>
                </c:pt>
                <c:pt idx="5976">
                  <c:v>2</c:v>
                </c:pt>
                <c:pt idx="5977">
                  <c:v>2</c:v>
                </c:pt>
                <c:pt idx="5978">
                  <c:v>2</c:v>
                </c:pt>
                <c:pt idx="5979">
                  <c:v>2</c:v>
                </c:pt>
                <c:pt idx="5980">
                  <c:v>3</c:v>
                </c:pt>
                <c:pt idx="5981">
                  <c:v>3</c:v>
                </c:pt>
                <c:pt idx="5982">
                  <c:v>2</c:v>
                </c:pt>
                <c:pt idx="5983">
                  <c:v>3</c:v>
                </c:pt>
                <c:pt idx="5984">
                  <c:v>2</c:v>
                </c:pt>
                <c:pt idx="5985">
                  <c:v>3</c:v>
                </c:pt>
                <c:pt idx="5986">
                  <c:v>2</c:v>
                </c:pt>
                <c:pt idx="5987">
                  <c:v>2</c:v>
                </c:pt>
                <c:pt idx="5988">
                  <c:v>3</c:v>
                </c:pt>
                <c:pt idx="5989">
                  <c:v>2</c:v>
                </c:pt>
                <c:pt idx="5990">
                  <c:v>-2</c:v>
                </c:pt>
                <c:pt idx="5991">
                  <c:v>2</c:v>
                </c:pt>
                <c:pt idx="5992">
                  <c:v>2</c:v>
                </c:pt>
                <c:pt idx="5993">
                  <c:v>2</c:v>
                </c:pt>
                <c:pt idx="5994">
                  <c:v>2</c:v>
                </c:pt>
                <c:pt idx="5995">
                  <c:v>2</c:v>
                </c:pt>
                <c:pt idx="5996">
                  <c:v>3</c:v>
                </c:pt>
                <c:pt idx="5997">
                  <c:v>2</c:v>
                </c:pt>
                <c:pt idx="5998">
                  <c:v>6</c:v>
                </c:pt>
                <c:pt idx="5999">
                  <c:v>4</c:v>
                </c:pt>
                <c:pt idx="6000">
                  <c:v>6</c:v>
                </c:pt>
                <c:pt idx="6001">
                  <c:v>5</c:v>
                </c:pt>
                <c:pt idx="6002">
                  <c:v>6</c:v>
                </c:pt>
                <c:pt idx="6003">
                  <c:v>3</c:v>
                </c:pt>
                <c:pt idx="6004">
                  <c:v>5</c:v>
                </c:pt>
                <c:pt idx="6005">
                  <c:v>6</c:v>
                </c:pt>
                <c:pt idx="6006">
                  <c:v>2</c:v>
                </c:pt>
                <c:pt idx="6007">
                  <c:v>2</c:v>
                </c:pt>
                <c:pt idx="6008">
                  <c:v>2</c:v>
                </c:pt>
                <c:pt idx="6009">
                  <c:v>2</c:v>
                </c:pt>
                <c:pt idx="6010">
                  <c:v>3</c:v>
                </c:pt>
                <c:pt idx="6011">
                  <c:v>3</c:v>
                </c:pt>
                <c:pt idx="6012">
                  <c:v>2</c:v>
                </c:pt>
                <c:pt idx="6013">
                  <c:v>2</c:v>
                </c:pt>
                <c:pt idx="6014">
                  <c:v>2</c:v>
                </c:pt>
                <c:pt idx="6015">
                  <c:v>4</c:v>
                </c:pt>
                <c:pt idx="6016">
                  <c:v>2</c:v>
                </c:pt>
                <c:pt idx="6017">
                  <c:v>2</c:v>
                </c:pt>
                <c:pt idx="6018">
                  <c:v>2</c:v>
                </c:pt>
                <c:pt idx="6019">
                  <c:v>2</c:v>
                </c:pt>
                <c:pt idx="6020">
                  <c:v>2</c:v>
                </c:pt>
                <c:pt idx="6021">
                  <c:v>2</c:v>
                </c:pt>
                <c:pt idx="6022">
                  <c:v>2</c:v>
                </c:pt>
                <c:pt idx="6023">
                  <c:v>2</c:v>
                </c:pt>
                <c:pt idx="6024">
                  <c:v>2</c:v>
                </c:pt>
                <c:pt idx="6025">
                  <c:v>2</c:v>
                </c:pt>
                <c:pt idx="6026">
                  <c:v>3</c:v>
                </c:pt>
                <c:pt idx="6027">
                  <c:v>2</c:v>
                </c:pt>
                <c:pt idx="6028">
                  <c:v>2</c:v>
                </c:pt>
                <c:pt idx="6029">
                  <c:v>2</c:v>
                </c:pt>
                <c:pt idx="6030">
                  <c:v>3</c:v>
                </c:pt>
                <c:pt idx="6031">
                  <c:v>3</c:v>
                </c:pt>
                <c:pt idx="6032">
                  <c:v>2</c:v>
                </c:pt>
                <c:pt idx="6033">
                  <c:v>2</c:v>
                </c:pt>
                <c:pt idx="6034">
                  <c:v>3</c:v>
                </c:pt>
                <c:pt idx="6035">
                  <c:v>2</c:v>
                </c:pt>
                <c:pt idx="6036">
                  <c:v>2</c:v>
                </c:pt>
                <c:pt idx="6037">
                  <c:v>2</c:v>
                </c:pt>
                <c:pt idx="6038">
                  <c:v>2</c:v>
                </c:pt>
                <c:pt idx="6039">
                  <c:v>1</c:v>
                </c:pt>
                <c:pt idx="6040">
                  <c:v>2</c:v>
                </c:pt>
                <c:pt idx="6041">
                  <c:v>3</c:v>
                </c:pt>
                <c:pt idx="6042">
                  <c:v>2</c:v>
                </c:pt>
                <c:pt idx="6043">
                  <c:v>3</c:v>
                </c:pt>
                <c:pt idx="6044">
                  <c:v>2</c:v>
                </c:pt>
                <c:pt idx="6045">
                  <c:v>1</c:v>
                </c:pt>
                <c:pt idx="6046">
                  <c:v>2</c:v>
                </c:pt>
                <c:pt idx="6047">
                  <c:v>3</c:v>
                </c:pt>
                <c:pt idx="6048">
                  <c:v>2</c:v>
                </c:pt>
                <c:pt idx="6049">
                  <c:v>2</c:v>
                </c:pt>
                <c:pt idx="6050">
                  <c:v>2</c:v>
                </c:pt>
                <c:pt idx="6051">
                  <c:v>3</c:v>
                </c:pt>
                <c:pt idx="6052">
                  <c:v>3</c:v>
                </c:pt>
                <c:pt idx="6053">
                  <c:v>2</c:v>
                </c:pt>
                <c:pt idx="6054">
                  <c:v>2</c:v>
                </c:pt>
                <c:pt idx="6055">
                  <c:v>5</c:v>
                </c:pt>
                <c:pt idx="6056">
                  <c:v>2</c:v>
                </c:pt>
                <c:pt idx="6057">
                  <c:v>3</c:v>
                </c:pt>
                <c:pt idx="6058">
                  <c:v>1</c:v>
                </c:pt>
                <c:pt idx="6059">
                  <c:v>4</c:v>
                </c:pt>
                <c:pt idx="6060">
                  <c:v>4</c:v>
                </c:pt>
                <c:pt idx="6061">
                  <c:v>4</c:v>
                </c:pt>
                <c:pt idx="6062">
                  <c:v>4</c:v>
                </c:pt>
                <c:pt idx="6063">
                  <c:v>4</c:v>
                </c:pt>
                <c:pt idx="6064">
                  <c:v>4</c:v>
                </c:pt>
                <c:pt idx="6065">
                  <c:v>4</c:v>
                </c:pt>
                <c:pt idx="6066">
                  <c:v>4</c:v>
                </c:pt>
                <c:pt idx="6067">
                  <c:v>4</c:v>
                </c:pt>
                <c:pt idx="6068">
                  <c:v>2</c:v>
                </c:pt>
                <c:pt idx="6069">
                  <c:v>2</c:v>
                </c:pt>
                <c:pt idx="6070">
                  <c:v>3</c:v>
                </c:pt>
                <c:pt idx="6071">
                  <c:v>2</c:v>
                </c:pt>
                <c:pt idx="6072">
                  <c:v>1</c:v>
                </c:pt>
                <c:pt idx="6073">
                  <c:v>2</c:v>
                </c:pt>
                <c:pt idx="6074">
                  <c:v>2</c:v>
                </c:pt>
                <c:pt idx="6075">
                  <c:v>3</c:v>
                </c:pt>
                <c:pt idx="6076">
                  <c:v>3</c:v>
                </c:pt>
                <c:pt idx="6077">
                  <c:v>3</c:v>
                </c:pt>
                <c:pt idx="6078">
                  <c:v>1</c:v>
                </c:pt>
                <c:pt idx="6079">
                  <c:v>2</c:v>
                </c:pt>
                <c:pt idx="6080">
                  <c:v>2</c:v>
                </c:pt>
                <c:pt idx="6081">
                  <c:v>3</c:v>
                </c:pt>
                <c:pt idx="6082">
                  <c:v>2</c:v>
                </c:pt>
                <c:pt idx="6083">
                  <c:v>2</c:v>
                </c:pt>
                <c:pt idx="6084">
                  <c:v>1</c:v>
                </c:pt>
                <c:pt idx="6085">
                  <c:v>2</c:v>
                </c:pt>
                <c:pt idx="6086">
                  <c:v>2</c:v>
                </c:pt>
                <c:pt idx="6087">
                  <c:v>2</c:v>
                </c:pt>
                <c:pt idx="6088">
                  <c:v>2</c:v>
                </c:pt>
                <c:pt idx="6089">
                  <c:v>2</c:v>
                </c:pt>
                <c:pt idx="6090">
                  <c:v>2</c:v>
                </c:pt>
                <c:pt idx="6091">
                  <c:v>2</c:v>
                </c:pt>
                <c:pt idx="6092">
                  <c:v>2</c:v>
                </c:pt>
                <c:pt idx="6093">
                  <c:v>2</c:v>
                </c:pt>
                <c:pt idx="6094">
                  <c:v>2</c:v>
                </c:pt>
                <c:pt idx="6095">
                  <c:v>1</c:v>
                </c:pt>
                <c:pt idx="6096">
                  <c:v>3</c:v>
                </c:pt>
                <c:pt idx="6097">
                  <c:v>4</c:v>
                </c:pt>
                <c:pt idx="6098">
                  <c:v>2</c:v>
                </c:pt>
                <c:pt idx="6099">
                  <c:v>4</c:v>
                </c:pt>
                <c:pt idx="6100">
                  <c:v>2</c:v>
                </c:pt>
                <c:pt idx="6101">
                  <c:v>3</c:v>
                </c:pt>
                <c:pt idx="6102">
                  <c:v>1</c:v>
                </c:pt>
                <c:pt idx="6103">
                  <c:v>3</c:v>
                </c:pt>
                <c:pt idx="6104">
                  <c:v>2</c:v>
                </c:pt>
                <c:pt idx="6105">
                  <c:v>2</c:v>
                </c:pt>
                <c:pt idx="6106">
                  <c:v>2</c:v>
                </c:pt>
                <c:pt idx="6107">
                  <c:v>2</c:v>
                </c:pt>
                <c:pt idx="6108">
                  <c:v>3</c:v>
                </c:pt>
                <c:pt idx="6109">
                  <c:v>4</c:v>
                </c:pt>
                <c:pt idx="6110">
                  <c:v>1</c:v>
                </c:pt>
                <c:pt idx="6111">
                  <c:v>2</c:v>
                </c:pt>
                <c:pt idx="6112">
                  <c:v>2</c:v>
                </c:pt>
                <c:pt idx="6113">
                  <c:v>2</c:v>
                </c:pt>
                <c:pt idx="6114">
                  <c:v>4</c:v>
                </c:pt>
                <c:pt idx="6115">
                  <c:v>2</c:v>
                </c:pt>
                <c:pt idx="6116">
                  <c:v>2</c:v>
                </c:pt>
                <c:pt idx="6117">
                  <c:v>2</c:v>
                </c:pt>
                <c:pt idx="6118">
                  <c:v>2</c:v>
                </c:pt>
                <c:pt idx="6119">
                  <c:v>3</c:v>
                </c:pt>
                <c:pt idx="6120">
                  <c:v>3</c:v>
                </c:pt>
                <c:pt idx="6121">
                  <c:v>2</c:v>
                </c:pt>
                <c:pt idx="6122">
                  <c:v>5</c:v>
                </c:pt>
                <c:pt idx="6123">
                  <c:v>3</c:v>
                </c:pt>
                <c:pt idx="6124">
                  <c:v>2</c:v>
                </c:pt>
                <c:pt idx="6125">
                  <c:v>2</c:v>
                </c:pt>
                <c:pt idx="6126">
                  <c:v>4</c:v>
                </c:pt>
                <c:pt idx="6127">
                  <c:v>3</c:v>
                </c:pt>
                <c:pt idx="6128">
                  <c:v>3</c:v>
                </c:pt>
                <c:pt idx="6129">
                  <c:v>2</c:v>
                </c:pt>
                <c:pt idx="6130">
                  <c:v>3</c:v>
                </c:pt>
                <c:pt idx="6131">
                  <c:v>2</c:v>
                </c:pt>
                <c:pt idx="6132">
                  <c:v>1</c:v>
                </c:pt>
                <c:pt idx="6133">
                  <c:v>2</c:v>
                </c:pt>
                <c:pt idx="6134">
                  <c:v>3</c:v>
                </c:pt>
                <c:pt idx="6135">
                  <c:v>2</c:v>
                </c:pt>
                <c:pt idx="6136">
                  <c:v>2</c:v>
                </c:pt>
                <c:pt idx="6137">
                  <c:v>2</c:v>
                </c:pt>
                <c:pt idx="6138">
                  <c:v>2</c:v>
                </c:pt>
                <c:pt idx="6139">
                  <c:v>2</c:v>
                </c:pt>
                <c:pt idx="6140">
                  <c:v>2</c:v>
                </c:pt>
                <c:pt idx="6141">
                  <c:v>2</c:v>
                </c:pt>
                <c:pt idx="6142">
                  <c:v>2</c:v>
                </c:pt>
                <c:pt idx="6143">
                  <c:v>2</c:v>
                </c:pt>
                <c:pt idx="6144">
                  <c:v>2</c:v>
                </c:pt>
                <c:pt idx="6145">
                  <c:v>2</c:v>
                </c:pt>
                <c:pt idx="6146">
                  <c:v>3</c:v>
                </c:pt>
                <c:pt idx="6147">
                  <c:v>2</c:v>
                </c:pt>
                <c:pt idx="6148">
                  <c:v>2</c:v>
                </c:pt>
                <c:pt idx="6149">
                  <c:v>2</c:v>
                </c:pt>
                <c:pt idx="6150">
                  <c:v>2</c:v>
                </c:pt>
                <c:pt idx="6151">
                  <c:v>2</c:v>
                </c:pt>
                <c:pt idx="6152">
                  <c:v>2</c:v>
                </c:pt>
                <c:pt idx="6153">
                  <c:v>3</c:v>
                </c:pt>
                <c:pt idx="6154">
                  <c:v>3</c:v>
                </c:pt>
                <c:pt idx="6155">
                  <c:v>4</c:v>
                </c:pt>
                <c:pt idx="6156">
                  <c:v>4</c:v>
                </c:pt>
                <c:pt idx="6157">
                  <c:v>4</c:v>
                </c:pt>
                <c:pt idx="6158">
                  <c:v>3</c:v>
                </c:pt>
                <c:pt idx="6159">
                  <c:v>3</c:v>
                </c:pt>
                <c:pt idx="6160">
                  <c:v>2</c:v>
                </c:pt>
                <c:pt idx="6161">
                  <c:v>2</c:v>
                </c:pt>
                <c:pt idx="6162">
                  <c:v>3</c:v>
                </c:pt>
                <c:pt idx="6163">
                  <c:v>3</c:v>
                </c:pt>
                <c:pt idx="6164">
                  <c:v>2</c:v>
                </c:pt>
                <c:pt idx="6165">
                  <c:v>2</c:v>
                </c:pt>
                <c:pt idx="6166">
                  <c:v>2</c:v>
                </c:pt>
                <c:pt idx="6167">
                  <c:v>3</c:v>
                </c:pt>
                <c:pt idx="6168">
                  <c:v>3</c:v>
                </c:pt>
                <c:pt idx="6169">
                  <c:v>1</c:v>
                </c:pt>
                <c:pt idx="6170">
                  <c:v>1</c:v>
                </c:pt>
                <c:pt idx="6171">
                  <c:v>1</c:v>
                </c:pt>
                <c:pt idx="6172">
                  <c:v>2</c:v>
                </c:pt>
                <c:pt idx="6173">
                  <c:v>1</c:v>
                </c:pt>
                <c:pt idx="6174">
                  <c:v>3</c:v>
                </c:pt>
                <c:pt idx="6175">
                  <c:v>1</c:v>
                </c:pt>
                <c:pt idx="6176">
                  <c:v>2</c:v>
                </c:pt>
                <c:pt idx="6177">
                  <c:v>2</c:v>
                </c:pt>
                <c:pt idx="6178">
                  <c:v>1</c:v>
                </c:pt>
                <c:pt idx="6179">
                  <c:v>1</c:v>
                </c:pt>
                <c:pt idx="6180">
                  <c:v>1</c:v>
                </c:pt>
                <c:pt idx="6181">
                  <c:v>2</c:v>
                </c:pt>
                <c:pt idx="6182">
                  <c:v>2</c:v>
                </c:pt>
                <c:pt idx="6183">
                  <c:v>1</c:v>
                </c:pt>
                <c:pt idx="6184">
                  <c:v>2</c:v>
                </c:pt>
                <c:pt idx="6185">
                  <c:v>2</c:v>
                </c:pt>
                <c:pt idx="6186">
                  <c:v>1</c:v>
                </c:pt>
                <c:pt idx="6187">
                  <c:v>1</c:v>
                </c:pt>
                <c:pt idx="6188">
                  <c:v>1</c:v>
                </c:pt>
                <c:pt idx="6189">
                  <c:v>2</c:v>
                </c:pt>
                <c:pt idx="6190">
                  <c:v>2</c:v>
                </c:pt>
                <c:pt idx="6191">
                  <c:v>2</c:v>
                </c:pt>
                <c:pt idx="6192">
                  <c:v>1</c:v>
                </c:pt>
                <c:pt idx="6193">
                  <c:v>2</c:v>
                </c:pt>
                <c:pt idx="6194">
                  <c:v>1</c:v>
                </c:pt>
                <c:pt idx="6195">
                  <c:v>2</c:v>
                </c:pt>
                <c:pt idx="6196">
                  <c:v>1</c:v>
                </c:pt>
                <c:pt idx="6197">
                  <c:v>2</c:v>
                </c:pt>
                <c:pt idx="6198">
                  <c:v>1</c:v>
                </c:pt>
                <c:pt idx="6199">
                  <c:v>1</c:v>
                </c:pt>
                <c:pt idx="6200">
                  <c:v>2</c:v>
                </c:pt>
                <c:pt idx="6201">
                  <c:v>1</c:v>
                </c:pt>
                <c:pt idx="6202">
                  <c:v>2</c:v>
                </c:pt>
                <c:pt idx="6203">
                  <c:v>2</c:v>
                </c:pt>
                <c:pt idx="6204">
                  <c:v>2</c:v>
                </c:pt>
                <c:pt idx="6205">
                  <c:v>2</c:v>
                </c:pt>
                <c:pt idx="6206">
                  <c:v>6</c:v>
                </c:pt>
                <c:pt idx="6207">
                  <c:v>7</c:v>
                </c:pt>
                <c:pt idx="6208">
                  <c:v>10</c:v>
                </c:pt>
                <c:pt idx="6209">
                  <c:v>4</c:v>
                </c:pt>
                <c:pt idx="6210">
                  <c:v>10</c:v>
                </c:pt>
                <c:pt idx="6211">
                  <c:v>9</c:v>
                </c:pt>
                <c:pt idx="6212">
                  <c:v>5</c:v>
                </c:pt>
                <c:pt idx="6213">
                  <c:v>4</c:v>
                </c:pt>
                <c:pt idx="6214">
                  <c:v>4</c:v>
                </c:pt>
                <c:pt idx="6215">
                  <c:v>3</c:v>
                </c:pt>
                <c:pt idx="6216">
                  <c:v>6</c:v>
                </c:pt>
                <c:pt idx="6217">
                  <c:v>7</c:v>
                </c:pt>
                <c:pt idx="6218">
                  <c:v>5</c:v>
                </c:pt>
                <c:pt idx="6219">
                  <c:v>5</c:v>
                </c:pt>
                <c:pt idx="6220">
                  <c:v>4</c:v>
                </c:pt>
                <c:pt idx="6221">
                  <c:v>3</c:v>
                </c:pt>
                <c:pt idx="6222">
                  <c:v>5</c:v>
                </c:pt>
                <c:pt idx="6223">
                  <c:v>4</c:v>
                </c:pt>
                <c:pt idx="6224">
                  <c:v>5</c:v>
                </c:pt>
                <c:pt idx="6225">
                  <c:v>5</c:v>
                </c:pt>
                <c:pt idx="6226">
                  <c:v>4</c:v>
                </c:pt>
                <c:pt idx="6227">
                  <c:v>3</c:v>
                </c:pt>
                <c:pt idx="6228">
                  <c:v>4</c:v>
                </c:pt>
                <c:pt idx="6229">
                  <c:v>5</c:v>
                </c:pt>
                <c:pt idx="6230">
                  <c:v>4</c:v>
                </c:pt>
                <c:pt idx="6231">
                  <c:v>4</c:v>
                </c:pt>
                <c:pt idx="6232">
                  <c:v>4</c:v>
                </c:pt>
                <c:pt idx="6233">
                  <c:v>4</c:v>
                </c:pt>
                <c:pt idx="6234">
                  <c:v>3</c:v>
                </c:pt>
                <c:pt idx="6235">
                  <c:v>4</c:v>
                </c:pt>
                <c:pt idx="6236">
                  <c:v>4</c:v>
                </c:pt>
                <c:pt idx="6237">
                  <c:v>4</c:v>
                </c:pt>
                <c:pt idx="6238">
                  <c:v>4</c:v>
                </c:pt>
                <c:pt idx="6239">
                  <c:v>4</c:v>
                </c:pt>
                <c:pt idx="6240">
                  <c:v>4</c:v>
                </c:pt>
                <c:pt idx="6241">
                  <c:v>4</c:v>
                </c:pt>
                <c:pt idx="6242">
                  <c:v>3</c:v>
                </c:pt>
                <c:pt idx="6243">
                  <c:v>3</c:v>
                </c:pt>
                <c:pt idx="6244">
                  <c:v>5</c:v>
                </c:pt>
                <c:pt idx="6245">
                  <c:v>4</c:v>
                </c:pt>
                <c:pt idx="6246">
                  <c:v>4</c:v>
                </c:pt>
                <c:pt idx="6247">
                  <c:v>4</c:v>
                </c:pt>
                <c:pt idx="6248">
                  <c:v>5</c:v>
                </c:pt>
                <c:pt idx="6249">
                  <c:v>4</c:v>
                </c:pt>
                <c:pt idx="6250">
                  <c:v>5</c:v>
                </c:pt>
                <c:pt idx="6251">
                  <c:v>4</c:v>
                </c:pt>
                <c:pt idx="6252">
                  <c:v>4</c:v>
                </c:pt>
                <c:pt idx="6253">
                  <c:v>2</c:v>
                </c:pt>
                <c:pt idx="6254">
                  <c:v>4</c:v>
                </c:pt>
                <c:pt idx="6255">
                  <c:v>9</c:v>
                </c:pt>
                <c:pt idx="6256">
                  <c:v>4</c:v>
                </c:pt>
                <c:pt idx="6257">
                  <c:v>4</c:v>
                </c:pt>
                <c:pt idx="6258">
                  <c:v>4</c:v>
                </c:pt>
                <c:pt idx="6259">
                  <c:v>6</c:v>
                </c:pt>
                <c:pt idx="6260">
                  <c:v>4</c:v>
                </c:pt>
                <c:pt idx="6261">
                  <c:v>5</c:v>
                </c:pt>
                <c:pt idx="6262">
                  <c:v>8</c:v>
                </c:pt>
                <c:pt idx="6263">
                  <c:v>4</c:v>
                </c:pt>
                <c:pt idx="6264">
                  <c:v>6</c:v>
                </c:pt>
                <c:pt idx="6265">
                  <c:v>1</c:v>
                </c:pt>
                <c:pt idx="6266">
                  <c:v>4</c:v>
                </c:pt>
                <c:pt idx="6267">
                  <c:v>2</c:v>
                </c:pt>
                <c:pt idx="6268">
                  <c:v>7</c:v>
                </c:pt>
                <c:pt idx="6269">
                  <c:v>3</c:v>
                </c:pt>
                <c:pt idx="6270">
                  <c:v>5</c:v>
                </c:pt>
                <c:pt idx="6271">
                  <c:v>4</c:v>
                </c:pt>
                <c:pt idx="6272">
                  <c:v>3</c:v>
                </c:pt>
                <c:pt idx="6273">
                  <c:v>5</c:v>
                </c:pt>
                <c:pt idx="6274">
                  <c:v>4</c:v>
                </c:pt>
                <c:pt idx="6275">
                  <c:v>5</c:v>
                </c:pt>
                <c:pt idx="6276">
                  <c:v>4</c:v>
                </c:pt>
                <c:pt idx="6277">
                  <c:v>4</c:v>
                </c:pt>
                <c:pt idx="6278">
                  <c:v>4</c:v>
                </c:pt>
                <c:pt idx="6279">
                  <c:v>3</c:v>
                </c:pt>
                <c:pt idx="6280">
                  <c:v>2</c:v>
                </c:pt>
                <c:pt idx="6281">
                  <c:v>2</c:v>
                </c:pt>
                <c:pt idx="6282">
                  <c:v>3</c:v>
                </c:pt>
                <c:pt idx="6283">
                  <c:v>3</c:v>
                </c:pt>
                <c:pt idx="6284">
                  <c:v>2</c:v>
                </c:pt>
                <c:pt idx="6285">
                  <c:v>2</c:v>
                </c:pt>
                <c:pt idx="6286">
                  <c:v>3</c:v>
                </c:pt>
                <c:pt idx="6287">
                  <c:v>2</c:v>
                </c:pt>
                <c:pt idx="6288">
                  <c:v>3</c:v>
                </c:pt>
                <c:pt idx="6289">
                  <c:v>3</c:v>
                </c:pt>
                <c:pt idx="6290">
                  <c:v>2</c:v>
                </c:pt>
                <c:pt idx="6291">
                  <c:v>3</c:v>
                </c:pt>
                <c:pt idx="6292">
                  <c:v>5</c:v>
                </c:pt>
                <c:pt idx="6293">
                  <c:v>3</c:v>
                </c:pt>
                <c:pt idx="6294">
                  <c:v>3</c:v>
                </c:pt>
                <c:pt idx="6295">
                  <c:v>2</c:v>
                </c:pt>
                <c:pt idx="6296">
                  <c:v>3</c:v>
                </c:pt>
                <c:pt idx="6297">
                  <c:v>3</c:v>
                </c:pt>
                <c:pt idx="6298">
                  <c:v>3</c:v>
                </c:pt>
                <c:pt idx="6299">
                  <c:v>3</c:v>
                </c:pt>
                <c:pt idx="6300">
                  <c:v>2</c:v>
                </c:pt>
                <c:pt idx="6301">
                  <c:v>5</c:v>
                </c:pt>
                <c:pt idx="6302">
                  <c:v>0</c:v>
                </c:pt>
                <c:pt idx="6303">
                  <c:v>3</c:v>
                </c:pt>
                <c:pt idx="6304">
                  <c:v>3</c:v>
                </c:pt>
                <c:pt idx="6305">
                  <c:v>2</c:v>
                </c:pt>
                <c:pt idx="6306">
                  <c:v>1</c:v>
                </c:pt>
                <c:pt idx="6307">
                  <c:v>3</c:v>
                </c:pt>
                <c:pt idx="6308">
                  <c:v>1</c:v>
                </c:pt>
                <c:pt idx="6309">
                  <c:v>2</c:v>
                </c:pt>
                <c:pt idx="6310">
                  <c:v>2</c:v>
                </c:pt>
                <c:pt idx="6311">
                  <c:v>5</c:v>
                </c:pt>
                <c:pt idx="6312">
                  <c:v>2</c:v>
                </c:pt>
                <c:pt idx="6313">
                  <c:v>3</c:v>
                </c:pt>
                <c:pt idx="6314">
                  <c:v>2</c:v>
                </c:pt>
                <c:pt idx="6315">
                  <c:v>2</c:v>
                </c:pt>
                <c:pt idx="6316">
                  <c:v>3</c:v>
                </c:pt>
                <c:pt idx="6317">
                  <c:v>3</c:v>
                </c:pt>
                <c:pt idx="6318">
                  <c:v>5</c:v>
                </c:pt>
                <c:pt idx="6319">
                  <c:v>3</c:v>
                </c:pt>
                <c:pt idx="6320">
                  <c:v>2</c:v>
                </c:pt>
                <c:pt idx="6321">
                  <c:v>3</c:v>
                </c:pt>
                <c:pt idx="6322">
                  <c:v>2</c:v>
                </c:pt>
                <c:pt idx="6323">
                  <c:v>4</c:v>
                </c:pt>
                <c:pt idx="6324">
                  <c:v>5</c:v>
                </c:pt>
                <c:pt idx="6325">
                  <c:v>0</c:v>
                </c:pt>
                <c:pt idx="6326">
                  <c:v>2</c:v>
                </c:pt>
                <c:pt idx="6327">
                  <c:v>3</c:v>
                </c:pt>
                <c:pt idx="6328">
                  <c:v>2</c:v>
                </c:pt>
                <c:pt idx="6329">
                  <c:v>2</c:v>
                </c:pt>
                <c:pt idx="6330">
                  <c:v>6</c:v>
                </c:pt>
                <c:pt idx="6331">
                  <c:v>6</c:v>
                </c:pt>
                <c:pt idx="6332">
                  <c:v>4</c:v>
                </c:pt>
                <c:pt idx="6333">
                  <c:v>4</c:v>
                </c:pt>
                <c:pt idx="6334">
                  <c:v>9</c:v>
                </c:pt>
                <c:pt idx="6335">
                  <c:v>3</c:v>
                </c:pt>
                <c:pt idx="6336">
                  <c:v>8</c:v>
                </c:pt>
                <c:pt idx="6337">
                  <c:v>2</c:v>
                </c:pt>
                <c:pt idx="6338">
                  <c:v>4</c:v>
                </c:pt>
                <c:pt idx="6339">
                  <c:v>3</c:v>
                </c:pt>
                <c:pt idx="6340">
                  <c:v>5</c:v>
                </c:pt>
                <c:pt idx="6341">
                  <c:v>6</c:v>
                </c:pt>
                <c:pt idx="6342">
                  <c:v>4</c:v>
                </c:pt>
                <c:pt idx="6343">
                  <c:v>4</c:v>
                </c:pt>
                <c:pt idx="6344">
                  <c:v>3</c:v>
                </c:pt>
                <c:pt idx="6345">
                  <c:v>2</c:v>
                </c:pt>
                <c:pt idx="6346">
                  <c:v>4</c:v>
                </c:pt>
                <c:pt idx="6347">
                  <c:v>3</c:v>
                </c:pt>
                <c:pt idx="6348">
                  <c:v>2</c:v>
                </c:pt>
                <c:pt idx="6349">
                  <c:v>3</c:v>
                </c:pt>
                <c:pt idx="6350">
                  <c:v>4</c:v>
                </c:pt>
                <c:pt idx="6351">
                  <c:v>3</c:v>
                </c:pt>
                <c:pt idx="6352">
                  <c:v>3</c:v>
                </c:pt>
                <c:pt idx="6353">
                  <c:v>2</c:v>
                </c:pt>
                <c:pt idx="6354">
                  <c:v>3</c:v>
                </c:pt>
                <c:pt idx="6355">
                  <c:v>2</c:v>
                </c:pt>
                <c:pt idx="6356">
                  <c:v>4</c:v>
                </c:pt>
                <c:pt idx="6357">
                  <c:v>2</c:v>
                </c:pt>
                <c:pt idx="6358">
                  <c:v>3</c:v>
                </c:pt>
                <c:pt idx="6359">
                  <c:v>3</c:v>
                </c:pt>
                <c:pt idx="6360">
                  <c:v>2</c:v>
                </c:pt>
                <c:pt idx="6361">
                  <c:v>3</c:v>
                </c:pt>
                <c:pt idx="6362">
                  <c:v>2</c:v>
                </c:pt>
                <c:pt idx="6363">
                  <c:v>2</c:v>
                </c:pt>
                <c:pt idx="6364">
                  <c:v>3</c:v>
                </c:pt>
                <c:pt idx="6365">
                  <c:v>2</c:v>
                </c:pt>
                <c:pt idx="6366">
                  <c:v>2</c:v>
                </c:pt>
                <c:pt idx="6367">
                  <c:v>2</c:v>
                </c:pt>
                <c:pt idx="6368">
                  <c:v>2</c:v>
                </c:pt>
                <c:pt idx="6369">
                  <c:v>-2</c:v>
                </c:pt>
                <c:pt idx="6370">
                  <c:v>2</c:v>
                </c:pt>
                <c:pt idx="6371">
                  <c:v>2</c:v>
                </c:pt>
                <c:pt idx="6372">
                  <c:v>2</c:v>
                </c:pt>
                <c:pt idx="6373">
                  <c:v>2</c:v>
                </c:pt>
                <c:pt idx="6374">
                  <c:v>2</c:v>
                </c:pt>
                <c:pt idx="6375">
                  <c:v>2</c:v>
                </c:pt>
                <c:pt idx="6376">
                  <c:v>1</c:v>
                </c:pt>
                <c:pt idx="6377">
                  <c:v>2</c:v>
                </c:pt>
                <c:pt idx="6378">
                  <c:v>2</c:v>
                </c:pt>
                <c:pt idx="6379">
                  <c:v>2</c:v>
                </c:pt>
                <c:pt idx="6380">
                  <c:v>2</c:v>
                </c:pt>
                <c:pt idx="6381">
                  <c:v>2</c:v>
                </c:pt>
                <c:pt idx="6382">
                  <c:v>2</c:v>
                </c:pt>
                <c:pt idx="6383">
                  <c:v>2</c:v>
                </c:pt>
                <c:pt idx="6384">
                  <c:v>2</c:v>
                </c:pt>
                <c:pt idx="6385">
                  <c:v>2</c:v>
                </c:pt>
                <c:pt idx="6386">
                  <c:v>2</c:v>
                </c:pt>
                <c:pt idx="6387">
                  <c:v>3</c:v>
                </c:pt>
                <c:pt idx="6388">
                  <c:v>4</c:v>
                </c:pt>
                <c:pt idx="6389">
                  <c:v>3</c:v>
                </c:pt>
                <c:pt idx="6390">
                  <c:v>4</c:v>
                </c:pt>
                <c:pt idx="6391">
                  <c:v>3</c:v>
                </c:pt>
                <c:pt idx="6392">
                  <c:v>3</c:v>
                </c:pt>
                <c:pt idx="6393">
                  <c:v>4</c:v>
                </c:pt>
                <c:pt idx="6394">
                  <c:v>6</c:v>
                </c:pt>
                <c:pt idx="6395">
                  <c:v>4</c:v>
                </c:pt>
                <c:pt idx="6396">
                  <c:v>3</c:v>
                </c:pt>
                <c:pt idx="6397">
                  <c:v>4</c:v>
                </c:pt>
                <c:pt idx="6398">
                  <c:v>3</c:v>
                </c:pt>
                <c:pt idx="6399">
                  <c:v>4</c:v>
                </c:pt>
                <c:pt idx="6400">
                  <c:v>4</c:v>
                </c:pt>
                <c:pt idx="6401">
                  <c:v>3</c:v>
                </c:pt>
                <c:pt idx="6402">
                  <c:v>2</c:v>
                </c:pt>
                <c:pt idx="6403">
                  <c:v>5</c:v>
                </c:pt>
                <c:pt idx="6404">
                  <c:v>4</c:v>
                </c:pt>
                <c:pt idx="6405">
                  <c:v>3</c:v>
                </c:pt>
                <c:pt idx="6406">
                  <c:v>4</c:v>
                </c:pt>
                <c:pt idx="6407">
                  <c:v>3</c:v>
                </c:pt>
                <c:pt idx="6408">
                  <c:v>4</c:v>
                </c:pt>
                <c:pt idx="6409">
                  <c:v>2</c:v>
                </c:pt>
                <c:pt idx="6410">
                  <c:v>4</c:v>
                </c:pt>
                <c:pt idx="6411">
                  <c:v>3</c:v>
                </c:pt>
                <c:pt idx="6412">
                  <c:v>3</c:v>
                </c:pt>
                <c:pt idx="6413">
                  <c:v>3</c:v>
                </c:pt>
                <c:pt idx="6414">
                  <c:v>4</c:v>
                </c:pt>
                <c:pt idx="6415">
                  <c:v>8</c:v>
                </c:pt>
                <c:pt idx="6416">
                  <c:v>4</c:v>
                </c:pt>
                <c:pt idx="6417">
                  <c:v>6</c:v>
                </c:pt>
                <c:pt idx="6418">
                  <c:v>8</c:v>
                </c:pt>
                <c:pt idx="6419">
                  <c:v>4</c:v>
                </c:pt>
                <c:pt idx="6420">
                  <c:v>4</c:v>
                </c:pt>
                <c:pt idx="6421">
                  <c:v>4</c:v>
                </c:pt>
                <c:pt idx="6422">
                  <c:v>4</c:v>
                </c:pt>
                <c:pt idx="6423">
                  <c:v>4</c:v>
                </c:pt>
                <c:pt idx="6424">
                  <c:v>4</c:v>
                </c:pt>
                <c:pt idx="6425">
                  <c:v>4</c:v>
                </c:pt>
                <c:pt idx="6426">
                  <c:v>4</c:v>
                </c:pt>
                <c:pt idx="6427">
                  <c:v>3</c:v>
                </c:pt>
                <c:pt idx="6428">
                  <c:v>3</c:v>
                </c:pt>
                <c:pt idx="6429">
                  <c:v>3</c:v>
                </c:pt>
                <c:pt idx="6430">
                  <c:v>3</c:v>
                </c:pt>
                <c:pt idx="6431">
                  <c:v>4</c:v>
                </c:pt>
                <c:pt idx="6432">
                  <c:v>3</c:v>
                </c:pt>
                <c:pt idx="6433">
                  <c:v>3</c:v>
                </c:pt>
                <c:pt idx="6434">
                  <c:v>3</c:v>
                </c:pt>
                <c:pt idx="6435">
                  <c:v>3</c:v>
                </c:pt>
                <c:pt idx="6436">
                  <c:v>3</c:v>
                </c:pt>
                <c:pt idx="6437">
                  <c:v>2</c:v>
                </c:pt>
                <c:pt idx="6438">
                  <c:v>3</c:v>
                </c:pt>
                <c:pt idx="6439">
                  <c:v>5</c:v>
                </c:pt>
                <c:pt idx="6440">
                  <c:v>3</c:v>
                </c:pt>
                <c:pt idx="6441">
                  <c:v>3</c:v>
                </c:pt>
                <c:pt idx="6442">
                  <c:v>4</c:v>
                </c:pt>
                <c:pt idx="6443">
                  <c:v>2</c:v>
                </c:pt>
                <c:pt idx="6444">
                  <c:v>1</c:v>
                </c:pt>
                <c:pt idx="6445">
                  <c:v>4</c:v>
                </c:pt>
                <c:pt idx="6446">
                  <c:v>2</c:v>
                </c:pt>
                <c:pt idx="6447">
                  <c:v>5</c:v>
                </c:pt>
                <c:pt idx="6448">
                  <c:v>2</c:v>
                </c:pt>
                <c:pt idx="6449">
                  <c:v>3</c:v>
                </c:pt>
                <c:pt idx="6450">
                  <c:v>4</c:v>
                </c:pt>
                <c:pt idx="6451">
                  <c:v>3</c:v>
                </c:pt>
                <c:pt idx="6452">
                  <c:v>2</c:v>
                </c:pt>
                <c:pt idx="6453">
                  <c:v>5</c:v>
                </c:pt>
                <c:pt idx="6454">
                  <c:v>2</c:v>
                </c:pt>
                <c:pt idx="6455">
                  <c:v>4</c:v>
                </c:pt>
                <c:pt idx="6456">
                  <c:v>3</c:v>
                </c:pt>
                <c:pt idx="6457">
                  <c:v>2</c:v>
                </c:pt>
                <c:pt idx="6458">
                  <c:v>4</c:v>
                </c:pt>
                <c:pt idx="6459">
                  <c:v>4</c:v>
                </c:pt>
                <c:pt idx="6460">
                  <c:v>3</c:v>
                </c:pt>
                <c:pt idx="6461">
                  <c:v>4</c:v>
                </c:pt>
                <c:pt idx="6462">
                  <c:v>4</c:v>
                </c:pt>
                <c:pt idx="6463">
                  <c:v>2</c:v>
                </c:pt>
                <c:pt idx="6464">
                  <c:v>3</c:v>
                </c:pt>
                <c:pt idx="6465">
                  <c:v>4</c:v>
                </c:pt>
                <c:pt idx="6466">
                  <c:v>4</c:v>
                </c:pt>
                <c:pt idx="6467">
                  <c:v>3</c:v>
                </c:pt>
                <c:pt idx="6468">
                  <c:v>3</c:v>
                </c:pt>
                <c:pt idx="6469">
                  <c:v>2</c:v>
                </c:pt>
                <c:pt idx="6470">
                  <c:v>2</c:v>
                </c:pt>
                <c:pt idx="6471">
                  <c:v>4</c:v>
                </c:pt>
                <c:pt idx="6472">
                  <c:v>3</c:v>
                </c:pt>
                <c:pt idx="6473">
                  <c:v>4</c:v>
                </c:pt>
                <c:pt idx="6474">
                  <c:v>3</c:v>
                </c:pt>
                <c:pt idx="6475">
                  <c:v>3</c:v>
                </c:pt>
                <c:pt idx="6476">
                  <c:v>2</c:v>
                </c:pt>
                <c:pt idx="6477">
                  <c:v>2</c:v>
                </c:pt>
                <c:pt idx="6478">
                  <c:v>3</c:v>
                </c:pt>
                <c:pt idx="6479">
                  <c:v>2</c:v>
                </c:pt>
                <c:pt idx="6480">
                  <c:v>2</c:v>
                </c:pt>
                <c:pt idx="6481">
                  <c:v>2</c:v>
                </c:pt>
                <c:pt idx="6482">
                  <c:v>2</c:v>
                </c:pt>
                <c:pt idx="6483">
                  <c:v>2</c:v>
                </c:pt>
                <c:pt idx="6484">
                  <c:v>3</c:v>
                </c:pt>
                <c:pt idx="6485">
                  <c:v>3</c:v>
                </c:pt>
                <c:pt idx="6486">
                  <c:v>3</c:v>
                </c:pt>
                <c:pt idx="6487">
                  <c:v>2</c:v>
                </c:pt>
                <c:pt idx="6488">
                  <c:v>3</c:v>
                </c:pt>
                <c:pt idx="6489">
                  <c:v>2</c:v>
                </c:pt>
                <c:pt idx="6490">
                  <c:v>2</c:v>
                </c:pt>
                <c:pt idx="6491">
                  <c:v>2</c:v>
                </c:pt>
                <c:pt idx="6492">
                  <c:v>2</c:v>
                </c:pt>
                <c:pt idx="6493">
                  <c:v>2</c:v>
                </c:pt>
                <c:pt idx="6494">
                  <c:v>2</c:v>
                </c:pt>
                <c:pt idx="6495">
                  <c:v>2</c:v>
                </c:pt>
                <c:pt idx="6496">
                  <c:v>2</c:v>
                </c:pt>
                <c:pt idx="6497">
                  <c:v>2</c:v>
                </c:pt>
                <c:pt idx="6498">
                  <c:v>2</c:v>
                </c:pt>
                <c:pt idx="6499">
                  <c:v>2</c:v>
                </c:pt>
                <c:pt idx="6500">
                  <c:v>3</c:v>
                </c:pt>
                <c:pt idx="6501">
                  <c:v>3</c:v>
                </c:pt>
                <c:pt idx="6502">
                  <c:v>2</c:v>
                </c:pt>
                <c:pt idx="6503">
                  <c:v>2</c:v>
                </c:pt>
                <c:pt idx="6504">
                  <c:v>2</c:v>
                </c:pt>
                <c:pt idx="6505">
                  <c:v>2</c:v>
                </c:pt>
                <c:pt idx="6506">
                  <c:v>3</c:v>
                </c:pt>
                <c:pt idx="6507">
                  <c:v>2</c:v>
                </c:pt>
                <c:pt idx="6508">
                  <c:v>2</c:v>
                </c:pt>
                <c:pt idx="6509">
                  <c:v>2</c:v>
                </c:pt>
                <c:pt idx="6510">
                  <c:v>4</c:v>
                </c:pt>
                <c:pt idx="6511">
                  <c:v>6</c:v>
                </c:pt>
                <c:pt idx="6512">
                  <c:v>4</c:v>
                </c:pt>
                <c:pt idx="6513">
                  <c:v>4</c:v>
                </c:pt>
                <c:pt idx="6514">
                  <c:v>5</c:v>
                </c:pt>
                <c:pt idx="6515">
                  <c:v>4</c:v>
                </c:pt>
                <c:pt idx="6516">
                  <c:v>8</c:v>
                </c:pt>
                <c:pt idx="6517">
                  <c:v>4</c:v>
                </c:pt>
                <c:pt idx="6518">
                  <c:v>4</c:v>
                </c:pt>
                <c:pt idx="6519">
                  <c:v>4</c:v>
                </c:pt>
                <c:pt idx="6520">
                  <c:v>4</c:v>
                </c:pt>
                <c:pt idx="6521">
                  <c:v>5</c:v>
                </c:pt>
                <c:pt idx="6522">
                  <c:v>4</c:v>
                </c:pt>
                <c:pt idx="6523">
                  <c:v>5</c:v>
                </c:pt>
                <c:pt idx="6524">
                  <c:v>3</c:v>
                </c:pt>
                <c:pt idx="6525">
                  <c:v>3</c:v>
                </c:pt>
                <c:pt idx="6526">
                  <c:v>7</c:v>
                </c:pt>
                <c:pt idx="6527">
                  <c:v>3</c:v>
                </c:pt>
                <c:pt idx="6528">
                  <c:v>4</c:v>
                </c:pt>
                <c:pt idx="6529">
                  <c:v>3</c:v>
                </c:pt>
                <c:pt idx="6530">
                  <c:v>4</c:v>
                </c:pt>
                <c:pt idx="6531">
                  <c:v>4</c:v>
                </c:pt>
                <c:pt idx="6532">
                  <c:v>1</c:v>
                </c:pt>
                <c:pt idx="6533">
                  <c:v>4</c:v>
                </c:pt>
                <c:pt idx="6534">
                  <c:v>6</c:v>
                </c:pt>
                <c:pt idx="6535">
                  <c:v>6</c:v>
                </c:pt>
                <c:pt idx="6536">
                  <c:v>2</c:v>
                </c:pt>
                <c:pt idx="6537">
                  <c:v>2</c:v>
                </c:pt>
                <c:pt idx="6538">
                  <c:v>1</c:v>
                </c:pt>
                <c:pt idx="6539">
                  <c:v>2</c:v>
                </c:pt>
                <c:pt idx="6540">
                  <c:v>4</c:v>
                </c:pt>
                <c:pt idx="6541">
                  <c:v>1</c:v>
                </c:pt>
                <c:pt idx="6542">
                  <c:v>2</c:v>
                </c:pt>
                <c:pt idx="6543">
                  <c:v>3</c:v>
                </c:pt>
                <c:pt idx="6544">
                  <c:v>2</c:v>
                </c:pt>
                <c:pt idx="6545">
                  <c:v>2</c:v>
                </c:pt>
                <c:pt idx="6546">
                  <c:v>1</c:v>
                </c:pt>
                <c:pt idx="6547">
                  <c:v>3</c:v>
                </c:pt>
                <c:pt idx="6548">
                  <c:v>1</c:v>
                </c:pt>
                <c:pt idx="6549">
                  <c:v>5</c:v>
                </c:pt>
                <c:pt idx="6550">
                  <c:v>3</c:v>
                </c:pt>
                <c:pt idx="6551">
                  <c:v>2</c:v>
                </c:pt>
                <c:pt idx="6552">
                  <c:v>4</c:v>
                </c:pt>
                <c:pt idx="6553">
                  <c:v>3</c:v>
                </c:pt>
                <c:pt idx="6554">
                  <c:v>3</c:v>
                </c:pt>
                <c:pt idx="6555">
                  <c:v>2</c:v>
                </c:pt>
                <c:pt idx="6556">
                  <c:v>2</c:v>
                </c:pt>
                <c:pt idx="6557">
                  <c:v>3</c:v>
                </c:pt>
                <c:pt idx="6558">
                  <c:v>5</c:v>
                </c:pt>
                <c:pt idx="6559">
                  <c:v>2</c:v>
                </c:pt>
                <c:pt idx="6560">
                  <c:v>3</c:v>
                </c:pt>
                <c:pt idx="6561">
                  <c:v>6</c:v>
                </c:pt>
                <c:pt idx="6562">
                  <c:v>2</c:v>
                </c:pt>
                <c:pt idx="6563">
                  <c:v>2</c:v>
                </c:pt>
                <c:pt idx="6564">
                  <c:v>3</c:v>
                </c:pt>
                <c:pt idx="6565">
                  <c:v>2</c:v>
                </c:pt>
                <c:pt idx="6566">
                  <c:v>3</c:v>
                </c:pt>
                <c:pt idx="6567">
                  <c:v>2</c:v>
                </c:pt>
                <c:pt idx="6568">
                  <c:v>2</c:v>
                </c:pt>
                <c:pt idx="6569">
                  <c:v>2</c:v>
                </c:pt>
                <c:pt idx="6570">
                  <c:v>3</c:v>
                </c:pt>
                <c:pt idx="6571">
                  <c:v>2</c:v>
                </c:pt>
                <c:pt idx="6572">
                  <c:v>2</c:v>
                </c:pt>
                <c:pt idx="6573">
                  <c:v>2</c:v>
                </c:pt>
                <c:pt idx="6574">
                  <c:v>1</c:v>
                </c:pt>
                <c:pt idx="6575">
                  <c:v>2</c:v>
                </c:pt>
                <c:pt idx="6576">
                  <c:v>2</c:v>
                </c:pt>
                <c:pt idx="6577">
                  <c:v>2</c:v>
                </c:pt>
                <c:pt idx="6578">
                  <c:v>2</c:v>
                </c:pt>
                <c:pt idx="6579">
                  <c:v>3</c:v>
                </c:pt>
                <c:pt idx="6580">
                  <c:v>2</c:v>
                </c:pt>
                <c:pt idx="6581">
                  <c:v>4</c:v>
                </c:pt>
                <c:pt idx="6582">
                  <c:v>4</c:v>
                </c:pt>
                <c:pt idx="6583">
                  <c:v>3</c:v>
                </c:pt>
                <c:pt idx="6584">
                  <c:v>2</c:v>
                </c:pt>
                <c:pt idx="6585">
                  <c:v>8</c:v>
                </c:pt>
                <c:pt idx="6586">
                  <c:v>3</c:v>
                </c:pt>
                <c:pt idx="6587">
                  <c:v>5</c:v>
                </c:pt>
                <c:pt idx="6588">
                  <c:v>3</c:v>
                </c:pt>
                <c:pt idx="6589">
                  <c:v>9</c:v>
                </c:pt>
                <c:pt idx="6590">
                  <c:v>10</c:v>
                </c:pt>
                <c:pt idx="6591">
                  <c:v>6</c:v>
                </c:pt>
                <c:pt idx="6592">
                  <c:v>7</c:v>
                </c:pt>
                <c:pt idx="6593">
                  <c:v>7</c:v>
                </c:pt>
                <c:pt idx="6594">
                  <c:v>6</c:v>
                </c:pt>
                <c:pt idx="6595">
                  <c:v>1</c:v>
                </c:pt>
                <c:pt idx="6596">
                  <c:v>1</c:v>
                </c:pt>
                <c:pt idx="6597">
                  <c:v>2</c:v>
                </c:pt>
                <c:pt idx="6598">
                  <c:v>1</c:v>
                </c:pt>
                <c:pt idx="6599">
                  <c:v>1</c:v>
                </c:pt>
                <c:pt idx="6600">
                  <c:v>1</c:v>
                </c:pt>
                <c:pt idx="6601">
                  <c:v>1</c:v>
                </c:pt>
                <c:pt idx="6602">
                  <c:v>4</c:v>
                </c:pt>
                <c:pt idx="6603">
                  <c:v>1</c:v>
                </c:pt>
                <c:pt idx="6604">
                  <c:v>2</c:v>
                </c:pt>
                <c:pt idx="6605">
                  <c:v>1</c:v>
                </c:pt>
                <c:pt idx="6606">
                  <c:v>1</c:v>
                </c:pt>
                <c:pt idx="6607">
                  <c:v>1</c:v>
                </c:pt>
                <c:pt idx="6608">
                  <c:v>1</c:v>
                </c:pt>
                <c:pt idx="6609">
                  <c:v>1</c:v>
                </c:pt>
                <c:pt idx="6610">
                  <c:v>1</c:v>
                </c:pt>
                <c:pt idx="6611">
                  <c:v>2</c:v>
                </c:pt>
                <c:pt idx="6612">
                  <c:v>1</c:v>
                </c:pt>
                <c:pt idx="6613">
                  <c:v>1</c:v>
                </c:pt>
                <c:pt idx="6614">
                  <c:v>2</c:v>
                </c:pt>
                <c:pt idx="6615">
                  <c:v>1</c:v>
                </c:pt>
                <c:pt idx="6616">
                  <c:v>1</c:v>
                </c:pt>
                <c:pt idx="6617">
                  <c:v>2</c:v>
                </c:pt>
                <c:pt idx="6618">
                  <c:v>1</c:v>
                </c:pt>
                <c:pt idx="6619">
                  <c:v>2</c:v>
                </c:pt>
                <c:pt idx="6620">
                  <c:v>1</c:v>
                </c:pt>
                <c:pt idx="6621">
                  <c:v>1</c:v>
                </c:pt>
                <c:pt idx="6622">
                  <c:v>1</c:v>
                </c:pt>
                <c:pt idx="6623">
                  <c:v>2</c:v>
                </c:pt>
                <c:pt idx="6624">
                  <c:v>1</c:v>
                </c:pt>
                <c:pt idx="6625">
                  <c:v>1</c:v>
                </c:pt>
                <c:pt idx="6626">
                  <c:v>1</c:v>
                </c:pt>
                <c:pt idx="6627">
                  <c:v>1</c:v>
                </c:pt>
                <c:pt idx="6628">
                  <c:v>1</c:v>
                </c:pt>
                <c:pt idx="6629">
                  <c:v>1</c:v>
                </c:pt>
                <c:pt idx="6630">
                  <c:v>2</c:v>
                </c:pt>
                <c:pt idx="6631">
                  <c:v>2</c:v>
                </c:pt>
                <c:pt idx="6632">
                  <c:v>3</c:v>
                </c:pt>
                <c:pt idx="6633">
                  <c:v>1</c:v>
                </c:pt>
                <c:pt idx="6634">
                  <c:v>2</c:v>
                </c:pt>
                <c:pt idx="6635">
                  <c:v>3</c:v>
                </c:pt>
                <c:pt idx="6636">
                  <c:v>1</c:v>
                </c:pt>
                <c:pt idx="6637">
                  <c:v>1</c:v>
                </c:pt>
                <c:pt idx="6638">
                  <c:v>2</c:v>
                </c:pt>
                <c:pt idx="6639">
                  <c:v>2</c:v>
                </c:pt>
                <c:pt idx="6640">
                  <c:v>1</c:v>
                </c:pt>
                <c:pt idx="6641">
                  <c:v>3</c:v>
                </c:pt>
                <c:pt idx="6642">
                  <c:v>1</c:v>
                </c:pt>
                <c:pt idx="6643">
                  <c:v>1</c:v>
                </c:pt>
                <c:pt idx="6644">
                  <c:v>4</c:v>
                </c:pt>
                <c:pt idx="6645">
                  <c:v>2</c:v>
                </c:pt>
                <c:pt idx="6646">
                  <c:v>4</c:v>
                </c:pt>
                <c:pt idx="6647">
                  <c:v>4</c:v>
                </c:pt>
                <c:pt idx="6648">
                  <c:v>3</c:v>
                </c:pt>
                <c:pt idx="6649">
                  <c:v>2</c:v>
                </c:pt>
                <c:pt idx="6650">
                  <c:v>3</c:v>
                </c:pt>
                <c:pt idx="6651">
                  <c:v>3</c:v>
                </c:pt>
                <c:pt idx="6652">
                  <c:v>2</c:v>
                </c:pt>
                <c:pt idx="6653">
                  <c:v>4</c:v>
                </c:pt>
                <c:pt idx="6654">
                  <c:v>3</c:v>
                </c:pt>
                <c:pt idx="6655">
                  <c:v>3</c:v>
                </c:pt>
                <c:pt idx="6656">
                  <c:v>3</c:v>
                </c:pt>
                <c:pt idx="6657">
                  <c:v>3</c:v>
                </c:pt>
                <c:pt idx="6658">
                  <c:v>3</c:v>
                </c:pt>
                <c:pt idx="6659">
                  <c:v>2</c:v>
                </c:pt>
                <c:pt idx="6660">
                  <c:v>5</c:v>
                </c:pt>
                <c:pt idx="6661">
                  <c:v>3</c:v>
                </c:pt>
                <c:pt idx="6662">
                  <c:v>7</c:v>
                </c:pt>
                <c:pt idx="6663">
                  <c:v>2</c:v>
                </c:pt>
                <c:pt idx="6664">
                  <c:v>5</c:v>
                </c:pt>
                <c:pt idx="6665">
                  <c:v>2</c:v>
                </c:pt>
                <c:pt idx="6666">
                  <c:v>5</c:v>
                </c:pt>
                <c:pt idx="6667">
                  <c:v>3</c:v>
                </c:pt>
                <c:pt idx="6668">
                  <c:v>3</c:v>
                </c:pt>
                <c:pt idx="6669">
                  <c:v>5</c:v>
                </c:pt>
                <c:pt idx="6670">
                  <c:v>3</c:v>
                </c:pt>
                <c:pt idx="6671">
                  <c:v>4</c:v>
                </c:pt>
                <c:pt idx="6672">
                  <c:v>5</c:v>
                </c:pt>
                <c:pt idx="6673">
                  <c:v>3</c:v>
                </c:pt>
                <c:pt idx="6674">
                  <c:v>3</c:v>
                </c:pt>
                <c:pt idx="6675">
                  <c:v>3</c:v>
                </c:pt>
                <c:pt idx="6676">
                  <c:v>3</c:v>
                </c:pt>
                <c:pt idx="6677">
                  <c:v>5</c:v>
                </c:pt>
                <c:pt idx="6678">
                  <c:v>6</c:v>
                </c:pt>
                <c:pt idx="6679">
                  <c:v>3</c:v>
                </c:pt>
                <c:pt idx="6680">
                  <c:v>4</c:v>
                </c:pt>
                <c:pt idx="6681">
                  <c:v>4</c:v>
                </c:pt>
                <c:pt idx="6682">
                  <c:v>3</c:v>
                </c:pt>
                <c:pt idx="6683">
                  <c:v>4</c:v>
                </c:pt>
                <c:pt idx="6684">
                  <c:v>4</c:v>
                </c:pt>
                <c:pt idx="6685">
                  <c:v>5</c:v>
                </c:pt>
                <c:pt idx="6686">
                  <c:v>8</c:v>
                </c:pt>
                <c:pt idx="6687">
                  <c:v>4</c:v>
                </c:pt>
                <c:pt idx="6688">
                  <c:v>4</c:v>
                </c:pt>
                <c:pt idx="6689">
                  <c:v>6</c:v>
                </c:pt>
                <c:pt idx="6690">
                  <c:v>6</c:v>
                </c:pt>
                <c:pt idx="6691">
                  <c:v>6</c:v>
                </c:pt>
                <c:pt idx="6692">
                  <c:v>5</c:v>
                </c:pt>
                <c:pt idx="6693">
                  <c:v>2</c:v>
                </c:pt>
                <c:pt idx="6694">
                  <c:v>2</c:v>
                </c:pt>
                <c:pt idx="6695">
                  <c:v>2</c:v>
                </c:pt>
                <c:pt idx="6696">
                  <c:v>2</c:v>
                </c:pt>
                <c:pt idx="6697">
                  <c:v>1</c:v>
                </c:pt>
                <c:pt idx="6698">
                  <c:v>2</c:v>
                </c:pt>
                <c:pt idx="6699">
                  <c:v>2</c:v>
                </c:pt>
                <c:pt idx="6700">
                  <c:v>2</c:v>
                </c:pt>
                <c:pt idx="6701">
                  <c:v>2</c:v>
                </c:pt>
                <c:pt idx="6702">
                  <c:v>2</c:v>
                </c:pt>
                <c:pt idx="6703">
                  <c:v>2</c:v>
                </c:pt>
                <c:pt idx="6704">
                  <c:v>2</c:v>
                </c:pt>
                <c:pt idx="6705">
                  <c:v>2</c:v>
                </c:pt>
                <c:pt idx="6706">
                  <c:v>2</c:v>
                </c:pt>
                <c:pt idx="6707">
                  <c:v>2</c:v>
                </c:pt>
                <c:pt idx="6708">
                  <c:v>2</c:v>
                </c:pt>
                <c:pt idx="6709">
                  <c:v>2</c:v>
                </c:pt>
                <c:pt idx="6710">
                  <c:v>2</c:v>
                </c:pt>
                <c:pt idx="6711">
                  <c:v>3</c:v>
                </c:pt>
                <c:pt idx="6712">
                  <c:v>2</c:v>
                </c:pt>
                <c:pt idx="6713">
                  <c:v>2</c:v>
                </c:pt>
                <c:pt idx="6714">
                  <c:v>2</c:v>
                </c:pt>
                <c:pt idx="6715">
                  <c:v>2</c:v>
                </c:pt>
                <c:pt idx="6716">
                  <c:v>4</c:v>
                </c:pt>
                <c:pt idx="6717">
                  <c:v>5</c:v>
                </c:pt>
                <c:pt idx="6718">
                  <c:v>3</c:v>
                </c:pt>
                <c:pt idx="6719">
                  <c:v>2</c:v>
                </c:pt>
                <c:pt idx="6720">
                  <c:v>3</c:v>
                </c:pt>
                <c:pt idx="6721">
                  <c:v>2</c:v>
                </c:pt>
                <c:pt idx="6722">
                  <c:v>3</c:v>
                </c:pt>
                <c:pt idx="6723">
                  <c:v>3</c:v>
                </c:pt>
                <c:pt idx="6724">
                  <c:v>2</c:v>
                </c:pt>
                <c:pt idx="6725">
                  <c:v>1</c:v>
                </c:pt>
                <c:pt idx="6726">
                  <c:v>3</c:v>
                </c:pt>
                <c:pt idx="6727">
                  <c:v>2</c:v>
                </c:pt>
                <c:pt idx="6728">
                  <c:v>2</c:v>
                </c:pt>
                <c:pt idx="6729">
                  <c:v>2</c:v>
                </c:pt>
                <c:pt idx="6730">
                  <c:v>2</c:v>
                </c:pt>
                <c:pt idx="6731">
                  <c:v>3</c:v>
                </c:pt>
                <c:pt idx="6732">
                  <c:v>2</c:v>
                </c:pt>
                <c:pt idx="6733">
                  <c:v>3</c:v>
                </c:pt>
                <c:pt idx="6734">
                  <c:v>1</c:v>
                </c:pt>
                <c:pt idx="6735">
                  <c:v>2</c:v>
                </c:pt>
                <c:pt idx="6736">
                  <c:v>1</c:v>
                </c:pt>
                <c:pt idx="6737">
                  <c:v>3</c:v>
                </c:pt>
                <c:pt idx="6738">
                  <c:v>1</c:v>
                </c:pt>
                <c:pt idx="6739">
                  <c:v>3</c:v>
                </c:pt>
                <c:pt idx="6740">
                  <c:v>2</c:v>
                </c:pt>
                <c:pt idx="6741">
                  <c:v>2</c:v>
                </c:pt>
                <c:pt idx="6742">
                  <c:v>2</c:v>
                </c:pt>
                <c:pt idx="6743">
                  <c:v>3</c:v>
                </c:pt>
                <c:pt idx="6744">
                  <c:v>2</c:v>
                </c:pt>
                <c:pt idx="6745">
                  <c:v>2</c:v>
                </c:pt>
                <c:pt idx="6746">
                  <c:v>1</c:v>
                </c:pt>
                <c:pt idx="6747">
                  <c:v>1</c:v>
                </c:pt>
                <c:pt idx="6748">
                  <c:v>1</c:v>
                </c:pt>
                <c:pt idx="6749">
                  <c:v>3</c:v>
                </c:pt>
                <c:pt idx="6750">
                  <c:v>3</c:v>
                </c:pt>
                <c:pt idx="6751">
                  <c:v>2</c:v>
                </c:pt>
                <c:pt idx="6752">
                  <c:v>1</c:v>
                </c:pt>
                <c:pt idx="6753">
                  <c:v>3</c:v>
                </c:pt>
                <c:pt idx="6754">
                  <c:v>1</c:v>
                </c:pt>
                <c:pt idx="6755">
                  <c:v>1</c:v>
                </c:pt>
                <c:pt idx="6756">
                  <c:v>2</c:v>
                </c:pt>
                <c:pt idx="6757">
                  <c:v>1</c:v>
                </c:pt>
                <c:pt idx="6758">
                  <c:v>2</c:v>
                </c:pt>
                <c:pt idx="6759">
                  <c:v>1</c:v>
                </c:pt>
                <c:pt idx="6760">
                  <c:v>2</c:v>
                </c:pt>
                <c:pt idx="6761">
                  <c:v>2</c:v>
                </c:pt>
                <c:pt idx="6762">
                  <c:v>1</c:v>
                </c:pt>
                <c:pt idx="6763">
                  <c:v>3</c:v>
                </c:pt>
                <c:pt idx="6764">
                  <c:v>1</c:v>
                </c:pt>
                <c:pt idx="6765">
                  <c:v>3</c:v>
                </c:pt>
                <c:pt idx="6766">
                  <c:v>2</c:v>
                </c:pt>
                <c:pt idx="6767">
                  <c:v>2</c:v>
                </c:pt>
                <c:pt idx="6768">
                  <c:v>1</c:v>
                </c:pt>
                <c:pt idx="6769">
                  <c:v>1</c:v>
                </c:pt>
                <c:pt idx="6770">
                  <c:v>2</c:v>
                </c:pt>
                <c:pt idx="6771">
                  <c:v>1</c:v>
                </c:pt>
                <c:pt idx="6772">
                  <c:v>1</c:v>
                </c:pt>
                <c:pt idx="6773">
                  <c:v>1</c:v>
                </c:pt>
                <c:pt idx="6774">
                  <c:v>2</c:v>
                </c:pt>
                <c:pt idx="6775">
                  <c:v>3</c:v>
                </c:pt>
                <c:pt idx="6776">
                  <c:v>1</c:v>
                </c:pt>
                <c:pt idx="6777">
                  <c:v>4</c:v>
                </c:pt>
                <c:pt idx="6778">
                  <c:v>1</c:v>
                </c:pt>
                <c:pt idx="6779">
                  <c:v>1</c:v>
                </c:pt>
                <c:pt idx="6780">
                  <c:v>1</c:v>
                </c:pt>
                <c:pt idx="6781">
                  <c:v>1</c:v>
                </c:pt>
                <c:pt idx="6782">
                  <c:v>1</c:v>
                </c:pt>
                <c:pt idx="6783">
                  <c:v>2</c:v>
                </c:pt>
                <c:pt idx="6784">
                  <c:v>1</c:v>
                </c:pt>
                <c:pt idx="6785">
                  <c:v>3</c:v>
                </c:pt>
                <c:pt idx="6786">
                  <c:v>3</c:v>
                </c:pt>
                <c:pt idx="6787">
                  <c:v>2</c:v>
                </c:pt>
                <c:pt idx="6788">
                  <c:v>1</c:v>
                </c:pt>
                <c:pt idx="6789">
                  <c:v>1</c:v>
                </c:pt>
                <c:pt idx="6790">
                  <c:v>1</c:v>
                </c:pt>
                <c:pt idx="6791">
                  <c:v>1</c:v>
                </c:pt>
                <c:pt idx="6792">
                  <c:v>1</c:v>
                </c:pt>
                <c:pt idx="6793">
                  <c:v>1</c:v>
                </c:pt>
                <c:pt idx="6794">
                  <c:v>4</c:v>
                </c:pt>
                <c:pt idx="6795">
                  <c:v>1</c:v>
                </c:pt>
                <c:pt idx="6796">
                  <c:v>1</c:v>
                </c:pt>
                <c:pt idx="6797">
                  <c:v>2</c:v>
                </c:pt>
                <c:pt idx="6798">
                  <c:v>2</c:v>
                </c:pt>
                <c:pt idx="6799">
                  <c:v>4</c:v>
                </c:pt>
                <c:pt idx="6800">
                  <c:v>1</c:v>
                </c:pt>
                <c:pt idx="6801">
                  <c:v>1</c:v>
                </c:pt>
                <c:pt idx="6802">
                  <c:v>1</c:v>
                </c:pt>
                <c:pt idx="6803">
                  <c:v>0</c:v>
                </c:pt>
                <c:pt idx="6804">
                  <c:v>1</c:v>
                </c:pt>
                <c:pt idx="6805">
                  <c:v>1</c:v>
                </c:pt>
                <c:pt idx="6806">
                  <c:v>1</c:v>
                </c:pt>
                <c:pt idx="6807">
                  <c:v>2</c:v>
                </c:pt>
                <c:pt idx="6808">
                  <c:v>2</c:v>
                </c:pt>
                <c:pt idx="6809">
                  <c:v>1</c:v>
                </c:pt>
                <c:pt idx="6810">
                  <c:v>1</c:v>
                </c:pt>
                <c:pt idx="6811">
                  <c:v>2</c:v>
                </c:pt>
                <c:pt idx="6812">
                  <c:v>4</c:v>
                </c:pt>
                <c:pt idx="6813">
                  <c:v>4</c:v>
                </c:pt>
                <c:pt idx="6814">
                  <c:v>4</c:v>
                </c:pt>
                <c:pt idx="6815">
                  <c:v>3</c:v>
                </c:pt>
                <c:pt idx="6816">
                  <c:v>3</c:v>
                </c:pt>
                <c:pt idx="6817">
                  <c:v>3</c:v>
                </c:pt>
                <c:pt idx="6818">
                  <c:v>4</c:v>
                </c:pt>
                <c:pt idx="6819">
                  <c:v>3</c:v>
                </c:pt>
                <c:pt idx="6820">
                  <c:v>3</c:v>
                </c:pt>
                <c:pt idx="6821">
                  <c:v>4</c:v>
                </c:pt>
                <c:pt idx="6822">
                  <c:v>3</c:v>
                </c:pt>
                <c:pt idx="6823">
                  <c:v>3</c:v>
                </c:pt>
                <c:pt idx="6824">
                  <c:v>2</c:v>
                </c:pt>
                <c:pt idx="6825">
                  <c:v>3</c:v>
                </c:pt>
                <c:pt idx="6826">
                  <c:v>2</c:v>
                </c:pt>
                <c:pt idx="6827">
                  <c:v>3</c:v>
                </c:pt>
                <c:pt idx="6828">
                  <c:v>3</c:v>
                </c:pt>
                <c:pt idx="6829">
                  <c:v>4</c:v>
                </c:pt>
                <c:pt idx="6830">
                  <c:v>3</c:v>
                </c:pt>
                <c:pt idx="6831">
                  <c:v>4</c:v>
                </c:pt>
                <c:pt idx="6832">
                  <c:v>2</c:v>
                </c:pt>
                <c:pt idx="6833">
                  <c:v>2</c:v>
                </c:pt>
                <c:pt idx="6834">
                  <c:v>2</c:v>
                </c:pt>
                <c:pt idx="6835">
                  <c:v>3</c:v>
                </c:pt>
                <c:pt idx="6836">
                  <c:v>2</c:v>
                </c:pt>
                <c:pt idx="6837">
                  <c:v>2</c:v>
                </c:pt>
                <c:pt idx="6838">
                  <c:v>4</c:v>
                </c:pt>
                <c:pt idx="6839">
                  <c:v>2</c:v>
                </c:pt>
                <c:pt idx="6840">
                  <c:v>3</c:v>
                </c:pt>
                <c:pt idx="6841">
                  <c:v>5</c:v>
                </c:pt>
                <c:pt idx="6842">
                  <c:v>3</c:v>
                </c:pt>
                <c:pt idx="6843">
                  <c:v>2</c:v>
                </c:pt>
                <c:pt idx="6844">
                  <c:v>9</c:v>
                </c:pt>
                <c:pt idx="6845">
                  <c:v>9</c:v>
                </c:pt>
                <c:pt idx="6846">
                  <c:v>1</c:v>
                </c:pt>
                <c:pt idx="6847">
                  <c:v>8</c:v>
                </c:pt>
                <c:pt idx="6848">
                  <c:v>2</c:v>
                </c:pt>
                <c:pt idx="6849">
                  <c:v>4</c:v>
                </c:pt>
                <c:pt idx="6850">
                  <c:v>3</c:v>
                </c:pt>
                <c:pt idx="6851">
                  <c:v>3</c:v>
                </c:pt>
                <c:pt idx="6852">
                  <c:v>8</c:v>
                </c:pt>
                <c:pt idx="6853">
                  <c:v>5</c:v>
                </c:pt>
                <c:pt idx="6854">
                  <c:v>4</c:v>
                </c:pt>
                <c:pt idx="6855">
                  <c:v>3</c:v>
                </c:pt>
                <c:pt idx="6856">
                  <c:v>3</c:v>
                </c:pt>
                <c:pt idx="6857">
                  <c:v>4</c:v>
                </c:pt>
                <c:pt idx="6858">
                  <c:v>7</c:v>
                </c:pt>
                <c:pt idx="6859">
                  <c:v>9</c:v>
                </c:pt>
                <c:pt idx="6860">
                  <c:v>2</c:v>
                </c:pt>
                <c:pt idx="6861">
                  <c:v>8</c:v>
                </c:pt>
                <c:pt idx="6862">
                  <c:v>9</c:v>
                </c:pt>
                <c:pt idx="6863">
                  <c:v>4</c:v>
                </c:pt>
                <c:pt idx="6864">
                  <c:v>5</c:v>
                </c:pt>
                <c:pt idx="6865">
                  <c:v>5</c:v>
                </c:pt>
                <c:pt idx="6866">
                  <c:v>7</c:v>
                </c:pt>
                <c:pt idx="6867">
                  <c:v>5</c:v>
                </c:pt>
                <c:pt idx="6868">
                  <c:v>7</c:v>
                </c:pt>
                <c:pt idx="6869">
                  <c:v>7</c:v>
                </c:pt>
                <c:pt idx="6870">
                  <c:v>6</c:v>
                </c:pt>
                <c:pt idx="6871">
                  <c:v>6</c:v>
                </c:pt>
                <c:pt idx="6872">
                  <c:v>2</c:v>
                </c:pt>
                <c:pt idx="6873">
                  <c:v>4</c:v>
                </c:pt>
                <c:pt idx="6874">
                  <c:v>7</c:v>
                </c:pt>
                <c:pt idx="6875">
                  <c:v>4</c:v>
                </c:pt>
                <c:pt idx="6876">
                  <c:v>4</c:v>
                </c:pt>
                <c:pt idx="6877">
                  <c:v>4</c:v>
                </c:pt>
                <c:pt idx="6878">
                  <c:v>3</c:v>
                </c:pt>
                <c:pt idx="6879">
                  <c:v>4</c:v>
                </c:pt>
                <c:pt idx="6880">
                  <c:v>4</c:v>
                </c:pt>
                <c:pt idx="6881">
                  <c:v>7</c:v>
                </c:pt>
                <c:pt idx="6882">
                  <c:v>3</c:v>
                </c:pt>
                <c:pt idx="6883">
                  <c:v>2</c:v>
                </c:pt>
                <c:pt idx="6884">
                  <c:v>2</c:v>
                </c:pt>
                <c:pt idx="6885">
                  <c:v>4</c:v>
                </c:pt>
                <c:pt idx="6886">
                  <c:v>3</c:v>
                </c:pt>
                <c:pt idx="6887">
                  <c:v>3</c:v>
                </c:pt>
                <c:pt idx="6888">
                  <c:v>2</c:v>
                </c:pt>
                <c:pt idx="6889">
                  <c:v>2</c:v>
                </c:pt>
                <c:pt idx="6890">
                  <c:v>2</c:v>
                </c:pt>
                <c:pt idx="6891">
                  <c:v>2</c:v>
                </c:pt>
                <c:pt idx="6892">
                  <c:v>2</c:v>
                </c:pt>
                <c:pt idx="6893">
                  <c:v>4</c:v>
                </c:pt>
                <c:pt idx="6894">
                  <c:v>3</c:v>
                </c:pt>
                <c:pt idx="6895">
                  <c:v>2</c:v>
                </c:pt>
                <c:pt idx="6896">
                  <c:v>4</c:v>
                </c:pt>
                <c:pt idx="6897">
                  <c:v>3</c:v>
                </c:pt>
                <c:pt idx="6898">
                  <c:v>2</c:v>
                </c:pt>
                <c:pt idx="6899">
                  <c:v>3</c:v>
                </c:pt>
                <c:pt idx="6900">
                  <c:v>2</c:v>
                </c:pt>
                <c:pt idx="6901">
                  <c:v>3</c:v>
                </c:pt>
                <c:pt idx="6902">
                  <c:v>2</c:v>
                </c:pt>
                <c:pt idx="6903">
                  <c:v>3</c:v>
                </c:pt>
                <c:pt idx="6904">
                  <c:v>4</c:v>
                </c:pt>
                <c:pt idx="6905">
                  <c:v>3</c:v>
                </c:pt>
                <c:pt idx="6906">
                  <c:v>4</c:v>
                </c:pt>
                <c:pt idx="6907">
                  <c:v>3</c:v>
                </c:pt>
                <c:pt idx="6908">
                  <c:v>2</c:v>
                </c:pt>
                <c:pt idx="6909">
                  <c:v>2</c:v>
                </c:pt>
                <c:pt idx="6910">
                  <c:v>2</c:v>
                </c:pt>
                <c:pt idx="6911">
                  <c:v>2</c:v>
                </c:pt>
                <c:pt idx="6912">
                  <c:v>2</c:v>
                </c:pt>
                <c:pt idx="6913">
                  <c:v>3</c:v>
                </c:pt>
                <c:pt idx="6914">
                  <c:v>2</c:v>
                </c:pt>
                <c:pt idx="6915">
                  <c:v>2</c:v>
                </c:pt>
                <c:pt idx="6916">
                  <c:v>4</c:v>
                </c:pt>
                <c:pt idx="6917">
                  <c:v>5</c:v>
                </c:pt>
                <c:pt idx="6918">
                  <c:v>1</c:v>
                </c:pt>
                <c:pt idx="6919">
                  <c:v>2</c:v>
                </c:pt>
                <c:pt idx="6920">
                  <c:v>4</c:v>
                </c:pt>
                <c:pt idx="6921">
                  <c:v>3</c:v>
                </c:pt>
                <c:pt idx="6922">
                  <c:v>1</c:v>
                </c:pt>
                <c:pt idx="6923">
                  <c:v>2</c:v>
                </c:pt>
                <c:pt idx="6924">
                  <c:v>4</c:v>
                </c:pt>
                <c:pt idx="6925">
                  <c:v>5</c:v>
                </c:pt>
                <c:pt idx="6926">
                  <c:v>4</c:v>
                </c:pt>
                <c:pt idx="6927">
                  <c:v>2</c:v>
                </c:pt>
                <c:pt idx="6928">
                  <c:v>5</c:v>
                </c:pt>
                <c:pt idx="6929">
                  <c:v>3</c:v>
                </c:pt>
                <c:pt idx="6930">
                  <c:v>2</c:v>
                </c:pt>
                <c:pt idx="6931">
                  <c:v>4</c:v>
                </c:pt>
                <c:pt idx="6932">
                  <c:v>5</c:v>
                </c:pt>
                <c:pt idx="6933">
                  <c:v>4</c:v>
                </c:pt>
                <c:pt idx="6934">
                  <c:v>4</c:v>
                </c:pt>
                <c:pt idx="6935">
                  <c:v>4</c:v>
                </c:pt>
                <c:pt idx="6936">
                  <c:v>4</c:v>
                </c:pt>
                <c:pt idx="6937">
                  <c:v>4</c:v>
                </c:pt>
                <c:pt idx="6938">
                  <c:v>3</c:v>
                </c:pt>
                <c:pt idx="6939">
                  <c:v>4</c:v>
                </c:pt>
                <c:pt idx="6940">
                  <c:v>4</c:v>
                </c:pt>
                <c:pt idx="6941">
                  <c:v>4</c:v>
                </c:pt>
                <c:pt idx="6942">
                  <c:v>4</c:v>
                </c:pt>
                <c:pt idx="6943">
                  <c:v>5</c:v>
                </c:pt>
                <c:pt idx="6944">
                  <c:v>4</c:v>
                </c:pt>
                <c:pt idx="6945">
                  <c:v>4</c:v>
                </c:pt>
                <c:pt idx="6946">
                  <c:v>5</c:v>
                </c:pt>
                <c:pt idx="6947">
                  <c:v>3</c:v>
                </c:pt>
                <c:pt idx="6948">
                  <c:v>5</c:v>
                </c:pt>
                <c:pt idx="6949">
                  <c:v>3</c:v>
                </c:pt>
                <c:pt idx="6950">
                  <c:v>4</c:v>
                </c:pt>
                <c:pt idx="6951">
                  <c:v>4</c:v>
                </c:pt>
                <c:pt idx="6952">
                  <c:v>4</c:v>
                </c:pt>
                <c:pt idx="6953">
                  <c:v>4</c:v>
                </c:pt>
                <c:pt idx="6954">
                  <c:v>4</c:v>
                </c:pt>
                <c:pt idx="6955">
                  <c:v>4</c:v>
                </c:pt>
                <c:pt idx="6956">
                  <c:v>4</c:v>
                </c:pt>
                <c:pt idx="6957">
                  <c:v>7</c:v>
                </c:pt>
                <c:pt idx="6958">
                  <c:v>4</c:v>
                </c:pt>
                <c:pt idx="6959">
                  <c:v>4</c:v>
                </c:pt>
                <c:pt idx="6960">
                  <c:v>5</c:v>
                </c:pt>
                <c:pt idx="6961">
                  <c:v>7</c:v>
                </c:pt>
                <c:pt idx="6962">
                  <c:v>4</c:v>
                </c:pt>
                <c:pt idx="6963">
                  <c:v>5</c:v>
                </c:pt>
                <c:pt idx="6964">
                  <c:v>2</c:v>
                </c:pt>
                <c:pt idx="6965">
                  <c:v>2</c:v>
                </c:pt>
                <c:pt idx="6966">
                  <c:v>2</c:v>
                </c:pt>
                <c:pt idx="6967">
                  <c:v>1</c:v>
                </c:pt>
                <c:pt idx="6968">
                  <c:v>1</c:v>
                </c:pt>
                <c:pt idx="6969">
                  <c:v>2</c:v>
                </c:pt>
                <c:pt idx="6970">
                  <c:v>1</c:v>
                </c:pt>
                <c:pt idx="6971">
                  <c:v>2</c:v>
                </c:pt>
                <c:pt idx="6972">
                  <c:v>2</c:v>
                </c:pt>
                <c:pt idx="6973">
                  <c:v>2</c:v>
                </c:pt>
                <c:pt idx="6974">
                  <c:v>2</c:v>
                </c:pt>
                <c:pt idx="6975">
                  <c:v>2</c:v>
                </c:pt>
                <c:pt idx="6976">
                  <c:v>2</c:v>
                </c:pt>
                <c:pt idx="6977">
                  <c:v>2</c:v>
                </c:pt>
                <c:pt idx="6978">
                  <c:v>2</c:v>
                </c:pt>
                <c:pt idx="6979">
                  <c:v>2</c:v>
                </c:pt>
                <c:pt idx="6980">
                  <c:v>1</c:v>
                </c:pt>
                <c:pt idx="6981">
                  <c:v>2</c:v>
                </c:pt>
                <c:pt idx="6982">
                  <c:v>2</c:v>
                </c:pt>
                <c:pt idx="6983">
                  <c:v>2</c:v>
                </c:pt>
                <c:pt idx="6984">
                  <c:v>2</c:v>
                </c:pt>
                <c:pt idx="6985">
                  <c:v>1</c:v>
                </c:pt>
                <c:pt idx="6986">
                  <c:v>2</c:v>
                </c:pt>
                <c:pt idx="6987">
                  <c:v>2</c:v>
                </c:pt>
                <c:pt idx="6988">
                  <c:v>7</c:v>
                </c:pt>
                <c:pt idx="6989">
                  <c:v>6</c:v>
                </c:pt>
                <c:pt idx="6990">
                  <c:v>5</c:v>
                </c:pt>
                <c:pt idx="6991">
                  <c:v>6</c:v>
                </c:pt>
                <c:pt idx="6992">
                  <c:v>9</c:v>
                </c:pt>
                <c:pt idx="6993">
                  <c:v>3</c:v>
                </c:pt>
                <c:pt idx="6994">
                  <c:v>5</c:v>
                </c:pt>
                <c:pt idx="6995">
                  <c:v>7</c:v>
                </c:pt>
                <c:pt idx="6996">
                  <c:v>5</c:v>
                </c:pt>
                <c:pt idx="6997">
                  <c:v>5</c:v>
                </c:pt>
                <c:pt idx="6998">
                  <c:v>6</c:v>
                </c:pt>
                <c:pt idx="6999">
                  <c:v>5</c:v>
                </c:pt>
                <c:pt idx="7000">
                  <c:v>5</c:v>
                </c:pt>
                <c:pt idx="7001">
                  <c:v>5</c:v>
                </c:pt>
                <c:pt idx="7002">
                  <c:v>7</c:v>
                </c:pt>
                <c:pt idx="7003">
                  <c:v>4</c:v>
                </c:pt>
                <c:pt idx="7004">
                  <c:v>6</c:v>
                </c:pt>
                <c:pt idx="7005">
                  <c:v>3</c:v>
                </c:pt>
                <c:pt idx="7006">
                  <c:v>2</c:v>
                </c:pt>
                <c:pt idx="7007">
                  <c:v>2</c:v>
                </c:pt>
                <c:pt idx="7008">
                  <c:v>3</c:v>
                </c:pt>
                <c:pt idx="7009">
                  <c:v>4</c:v>
                </c:pt>
                <c:pt idx="7010">
                  <c:v>2</c:v>
                </c:pt>
                <c:pt idx="7011">
                  <c:v>2</c:v>
                </c:pt>
                <c:pt idx="7012">
                  <c:v>2</c:v>
                </c:pt>
                <c:pt idx="7013">
                  <c:v>2</c:v>
                </c:pt>
                <c:pt idx="7014">
                  <c:v>2</c:v>
                </c:pt>
                <c:pt idx="7015">
                  <c:v>2</c:v>
                </c:pt>
                <c:pt idx="7016">
                  <c:v>2</c:v>
                </c:pt>
                <c:pt idx="7017">
                  <c:v>2</c:v>
                </c:pt>
                <c:pt idx="7018">
                  <c:v>2</c:v>
                </c:pt>
                <c:pt idx="7019">
                  <c:v>2</c:v>
                </c:pt>
                <c:pt idx="7020">
                  <c:v>4</c:v>
                </c:pt>
                <c:pt idx="7021">
                  <c:v>3</c:v>
                </c:pt>
                <c:pt idx="7022">
                  <c:v>3</c:v>
                </c:pt>
                <c:pt idx="7023">
                  <c:v>2</c:v>
                </c:pt>
                <c:pt idx="7024">
                  <c:v>2</c:v>
                </c:pt>
                <c:pt idx="7025">
                  <c:v>3</c:v>
                </c:pt>
                <c:pt idx="7026">
                  <c:v>2</c:v>
                </c:pt>
                <c:pt idx="7027">
                  <c:v>6</c:v>
                </c:pt>
                <c:pt idx="7028">
                  <c:v>2</c:v>
                </c:pt>
                <c:pt idx="7029">
                  <c:v>2</c:v>
                </c:pt>
                <c:pt idx="7030">
                  <c:v>2</c:v>
                </c:pt>
                <c:pt idx="7031">
                  <c:v>2</c:v>
                </c:pt>
                <c:pt idx="7032">
                  <c:v>4</c:v>
                </c:pt>
                <c:pt idx="7033">
                  <c:v>2</c:v>
                </c:pt>
                <c:pt idx="7034">
                  <c:v>2</c:v>
                </c:pt>
                <c:pt idx="7035">
                  <c:v>2</c:v>
                </c:pt>
                <c:pt idx="7036">
                  <c:v>2</c:v>
                </c:pt>
                <c:pt idx="7037">
                  <c:v>2</c:v>
                </c:pt>
                <c:pt idx="7038">
                  <c:v>2</c:v>
                </c:pt>
                <c:pt idx="7039">
                  <c:v>3</c:v>
                </c:pt>
                <c:pt idx="7040">
                  <c:v>2</c:v>
                </c:pt>
                <c:pt idx="7041">
                  <c:v>2</c:v>
                </c:pt>
                <c:pt idx="7042">
                  <c:v>1</c:v>
                </c:pt>
                <c:pt idx="7043">
                  <c:v>4</c:v>
                </c:pt>
                <c:pt idx="7044">
                  <c:v>2</c:v>
                </c:pt>
                <c:pt idx="7045">
                  <c:v>2</c:v>
                </c:pt>
                <c:pt idx="7046">
                  <c:v>2</c:v>
                </c:pt>
                <c:pt idx="7047">
                  <c:v>3</c:v>
                </c:pt>
                <c:pt idx="7048">
                  <c:v>2</c:v>
                </c:pt>
                <c:pt idx="7049">
                  <c:v>2</c:v>
                </c:pt>
                <c:pt idx="7050">
                  <c:v>2</c:v>
                </c:pt>
                <c:pt idx="7051">
                  <c:v>4</c:v>
                </c:pt>
                <c:pt idx="7052">
                  <c:v>2</c:v>
                </c:pt>
                <c:pt idx="7053">
                  <c:v>3</c:v>
                </c:pt>
                <c:pt idx="7054">
                  <c:v>2</c:v>
                </c:pt>
                <c:pt idx="7055">
                  <c:v>2</c:v>
                </c:pt>
                <c:pt idx="7056">
                  <c:v>3</c:v>
                </c:pt>
                <c:pt idx="7057">
                  <c:v>2</c:v>
                </c:pt>
                <c:pt idx="7058">
                  <c:v>2</c:v>
                </c:pt>
                <c:pt idx="7059">
                  <c:v>3</c:v>
                </c:pt>
                <c:pt idx="7060">
                  <c:v>2</c:v>
                </c:pt>
                <c:pt idx="7061">
                  <c:v>2</c:v>
                </c:pt>
                <c:pt idx="7062">
                  <c:v>3</c:v>
                </c:pt>
                <c:pt idx="7063">
                  <c:v>2</c:v>
                </c:pt>
                <c:pt idx="7064">
                  <c:v>3</c:v>
                </c:pt>
                <c:pt idx="7065">
                  <c:v>2</c:v>
                </c:pt>
                <c:pt idx="7066">
                  <c:v>2</c:v>
                </c:pt>
                <c:pt idx="7067">
                  <c:v>2</c:v>
                </c:pt>
                <c:pt idx="7068">
                  <c:v>2</c:v>
                </c:pt>
                <c:pt idx="7069">
                  <c:v>2</c:v>
                </c:pt>
                <c:pt idx="7070">
                  <c:v>3</c:v>
                </c:pt>
                <c:pt idx="7071">
                  <c:v>3</c:v>
                </c:pt>
                <c:pt idx="7072">
                  <c:v>3</c:v>
                </c:pt>
                <c:pt idx="7073">
                  <c:v>2</c:v>
                </c:pt>
                <c:pt idx="7074">
                  <c:v>2</c:v>
                </c:pt>
                <c:pt idx="7075">
                  <c:v>2</c:v>
                </c:pt>
                <c:pt idx="7076">
                  <c:v>3</c:v>
                </c:pt>
                <c:pt idx="7077">
                  <c:v>2</c:v>
                </c:pt>
                <c:pt idx="7078">
                  <c:v>2</c:v>
                </c:pt>
                <c:pt idx="7079">
                  <c:v>3</c:v>
                </c:pt>
                <c:pt idx="7080">
                  <c:v>3</c:v>
                </c:pt>
                <c:pt idx="7081">
                  <c:v>4</c:v>
                </c:pt>
                <c:pt idx="7082">
                  <c:v>4</c:v>
                </c:pt>
                <c:pt idx="7083">
                  <c:v>4</c:v>
                </c:pt>
                <c:pt idx="7084">
                  <c:v>5</c:v>
                </c:pt>
                <c:pt idx="7085">
                  <c:v>4</c:v>
                </c:pt>
                <c:pt idx="7086">
                  <c:v>2</c:v>
                </c:pt>
                <c:pt idx="7087">
                  <c:v>2</c:v>
                </c:pt>
                <c:pt idx="7088">
                  <c:v>4</c:v>
                </c:pt>
                <c:pt idx="7089">
                  <c:v>4</c:v>
                </c:pt>
                <c:pt idx="7090">
                  <c:v>4</c:v>
                </c:pt>
                <c:pt idx="7091">
                  <c:v>4</c:v>
                </c:pt>
                <c:pt idx="7092">
                  <c:v>5</c:v>
                </c:pt>
                <c:pt idx="7093">
                  <c:v>3</c:v>
                </c:pt>
                <c:pt idx="7094">
                  <c:v>5</c:v>
                </c:pt>
                <c:pt idx="7095">
                  <c:v>5</c:v>
                </c:pt>
                <c:pt idx="7096">
                  <c:v>3</c:v>
                </c:pt>
                <c:pt idx="7097">
                  <c:v>1</c:v>
                </c:pt>
                <c:pt idx="7098">
                  <c:v>4</c:v>
                </c:pt>
                <c:pt idx="7099">
                  <c:v>3</c:v>
                </c:pt>
                <c:pt idx="7100">
                  <c:v>3</c:v>
                </c:pt>
                <c:pt idx="7101">
                  <c:v>3</c:v>
                </c:pt>
                <c:pt idx="7102">
                  <c:v>2</c:v>
                </c:pt>
                <c:pt idx="7103">
                  <c:v>3</c:v>
                </c:pt>
                <c:pt idx="7104">
                  <c:v>3</c:v>
                </c:pt>
                <c:pt idx="7105">
                  <c:v>-9</c:v>
                </c:pt>
                <c:pt idx="7106">
                  <c:v>8</c:v>
                </c:pt>
                <c:pt idx="7107">
                  <c:v>22</c:v>
                </c:pt>
                <c:pt idx="7108">
                  <c:v>12</c:v>
                </c:pt>
                <c:pt idx="7109">
                  <c:v>6</c:v>
                </c:pt>
                <c:pt idx="7110">
                  <c:v>6</c:v>
                </c:pt>
                <c:pt idx="7111">
                  <c:v>15</c:v>
                </c:pt>
                <c:pt idx="7112">
                  <c:v>12</c:v>
                </c:pt>
                <c:pt idx="7113">
                  <c:v>8</c:v>
                </c:pt>
                <c:pt idx="7114">
                  <c:v>6</c:v>
                </c:pt>
                <c:pt idx="7115">
                  <c:v>4</c:v>
                </c:pt>
                <c:pt idx="7116">
                  <c:v>6</c:v>
                </c:pt>
                <c:pt idx="7117">
                  <c:v>5</c:v>
                </c:pt>
                <c:pt idx="7118">
                  <c:v>6</c:v>
                </c:pt>
                <c:pt idx="7119">
                  <c:v>6</c:v>
                </c:pt>
                <c:pt idx="7120">
                  <c:v>6</c:v>
                </c:pt>
                <c:pt idx="7121">
                  <c:v>6</c:v>
                </c:pt>
                <c:pt idx="7122">
                  <c:v>11</c:v>
                </c:pt>
                <c:pt idx="7123">
                  <c:v>6</c:v>
                </c:pt>
                <c:pt idx="7124">
                  <c:v>6</c:v>
                </c:pt>
                <c:pt idx="7125">
                  <c:v>11</c:v>
                </c:pt>
                <c:pt idx="7126">
                  <c:v>7</c:v>
                </c:pt>
                <c:pt idx="7127">
                  <c:v>10</c:v>
                </c:pt>
                <c:pt idx="7128">
                  <c:v>9</c:v>
                </c:pt>
                <c:pt idx="7129">
                  <c:v>10</c:v>
                </c:pt>
                <c:pt idx="7130">
                  <c:v>8</c:v>
                </c:pt>
                <c:pt idx="7131">
                  <c:v>13</c:v>
                </c:pt>
                <c:pt idx="7132">
                  <c:v>10</c:v>
                </c:pt>
                <c:pt idx="7133">
                  <c:v>7</c:v>
                </c:pt>
                <c:pt idx="7134">
                  <c:v>9</c:v>
                </c:pt>
                <c:pt idx="7135">
                  <c:v>10</c:v>
                </c:pt>
                <c:pt idx="7136">
                  <c:v>14</c:v>
                </c:pt>
                <c:pt idx="7137">
                  <c:v>10</c:v>
                </c:pt>
                <c:pt idx="7138">
                  <c:v>5</c:v>
                </c:pt>
                <c:pt idx="7139">
                  <c:v>8</c:v>
                </c:pt>
                <c:pt idx="7140">
                  <c:v>6</c:v>
                </c:pt>
                <c:pt idx="7141">
                  <c:v>18</c:v>
                </c:pt>
                <c:pt idx="7142">
                  <c:v>10</c:v>
                </c:pt>
                <c:pt idx="7143">
                  <c:v>-11</c:v>
                </c:pt>
                <c:pt idx="7144">
                  <c:v>7</c:v>
                </c:pt>
                <c:pt idx="7145">
                  <c:v>13</c:v>
                </c:pt>
                <c:pt idx="7146">
                  <c:v>6</c:v>
                </c:pt>
                <c:pt idx="7147">
                  <c:v>0</c:v>
                </c:pt>
                <c:pt idx="7148">
                  <c:v>16</c:v>
                </c:pt>
                <c:pt idx="7149">
                  <c:v>4</c:v>
                </c:pt>
                <c:pt idx="7150">
                  <c:v>3</c:v>
                </c:pt>
                <c:pt idx="7151">
                  <c:v>12</c:v>
                </c:pt>
                <c:pt idx="7152">
                  <c:v>8</c:v>
                </c:pt>
                <c:pt idx="7153">
                  <c:v>7</c:v>
                </c:pt>
                <c:pt idx="7154">
                  <c:v>6</c:v>
                </c:pt>
                <c:pt idx="7155">
                  <c:v>2</c:v>
                </c:pt>
                <c:pt idx="7156">
                  <c:v>5</c:v>
                </c:pt>
                <c:pt idx="7157">
                  <c:v>3</c:v>
                </c:pt>
                <c:pt idx="7158">
                  <c:v>3</c:v>
                </c:pt>
                <c:pt idx="7159">
                  <c:v>3</c:v>
                </c:pt>
                <c:pt idx="7160">
                  <c:v>3</c:v>
                </c:pt>
                <c:pt idx="7161">
                  <c:v>1</c:v>
                </c:pt>
                <c:pt idx="7162">
                  <c:v>1</c:v>
                </c:pt>
                <c:pt idx="7163">
                  <c:v>2</c:v>
                </c:pt>
                <c:pt idx="7164">
                  <c:v>2</c:v>
                </c:pt>
                <c:pt idx="7165">
                  <c:v>3</c:v>
                </c:pt>
                <c:pt idx="7166">
                  <c:v>2</c:v>
                </c:pt>
                <c:pt idx="7167">
                  <c:v>1</c:v>
                </c:pt>
                <c:pt idx="7168">
                  <c:v>2</c:v>
                </c:pt>
                <c:pt idx="7169">
                  <c:v>3</c:v>
                </c:pt>
                <c:pt idx="7170">
                  <c:v>2</c:v>
                </c:pt>
                <c:pt idx="7171">
                  <c:v>1</c:v>
                </c:pt>
                <c:pt idx="7172">
                  <c:v>3</c:v>
                </c:pt>
                <c:pt idx="7173">
                  <c:v>3</c:v>
                </c:pt>
                <c:pt idx="7174">
                  <c:v>3</c:v>
                </c:pt>
                <c:pt idx="7175">
                  <c:v>2</c:v>
                </c:pt>
                <c:pt idx="7176">
                  <c:v>2</c:v>
                </c:pt>
                <c:pt idx="7177">
                  <c:v>1</c:v>
                </c:pt>
                <c:pt idx="7178">
                  <c:v>1</c:v>
                </c:pt>
                <c:pt idx="7179">
                  <c:v>1</c:v>
                </c:pt>
                <c:pt idx="7180">
                  <c:v>2</c:v>
                </c:pt>
                <c:pt idx="7181">
                  <c:v>3</c:v>
                </c:pt>
                <c:pt idx="7182">
                  <c:v>1</c:v>
                </c:pt>
                <c:pt idx="7183">
                  <c:v>2</c:v>
                </c:pt>
                <c:pt idx="7184">
                  <c:v>2</c:v>
                </c:pt>
                <c:pt idx="7185">
                  <c:v>2</c:v>
                </c:pt>
                <c:pt idx="7186">
                  <c:v>4</c:v>
                </c:pt>
                <c:pt idx="7187">
                  <c:v>2</c:v>
                </c:pt>
                <c:pt idx="7188">
                  <c:v>1</c:v>
                </c:pt>
                <c:pt idx="7189">
                  <c:v>2</c:v>
                </c:pt>
                <c:pt idx="7190">
                  <c:v>3</c:v>
                </c:pt>
                <c:pt idx="7191">
                  <c:v>1</c:v>
                </c:pt>
                <c:pt idx="7192">
                  <c:v>3</c:v>
                </c:pt>
                <c:pt idx="7193">
                  <c:v>5</c:v>
                </c:pt>
                <c:pt idx="7194">
                  <c:v>3</c:v>
                </c:pt>
                <c:pt idx="7195">
                  <c:v>3</c:v>
                </c:pt>
                <c:pt idx="7196">
                  <c:v>3</c:v>
                </c:pt>
                <c:pt idx="7197">
                  <c:v>3</c:v>
                </c:pt>
                <c:pt idx="7198">
                  <c:v>3</c:v>
                </c:pt>
                <c:pt idx="7199">
                  <c:v>5</c:v>
                </c:pt>
                <c:pt idx="7200">
                  <c:v>3</c:v>
                </c:pt>
                <c:pt idx="7201">
                  <c:v>5</c:v>
                </c:pt>
                <c:pt idx="7202">
                  <c:v>3</c:v>
                </c:pt>
                <c:pt idx="7203">
                  <c:v>5</c:v>
                </c:pt>
                <c:pt idx="7204">
                  <c:v>3</c:v>
                </c:pt>
                <c:pt idx="7205">
                  <c:v>5</c:v>
                </c:pt>
                <c:pt idx="7206">
                  <c:v>6</c:v>
                </c:pt>
                <c:pt idx="7207">
                  <c:v>5</c:v>
                </c:pt>
                <c:pt idx="7208">
                  <c:v>5</c:v>
                </c:pt>
                <c:pt idx="7209">
                  <c:v>3</c:v>
                </c:pt>
                <c:pt idx="7210">
                  <c:v>3</c:v>
                </c:pt>
                <c:pt idx="7211">
                  <c:v>3</c:v>
                </c:pt>
                <c:pt idx="7212">
                  <c:v>3</c:v>
                </c:pt>
                <c:pt idx="7213">
                  <c:v>3</c:v>
                </c:pt>
                <c:pt idx="7214">
                  <c:v>3</c:v>
                </c:pt>
                <c:pt idx="7215">
                  <c:v>1</c:v>
                </c:pt>
                <c:pt idx="7216">
                  <c:v>6</c:v>
                </c:pt>
                <c:pt idx="7217">
                  <c:v>5</c:v>
                </c:pt>
                <c:pt idx="7218">
                  <c:v>3</c:v>
                </c:pt>
                <c:pt idx="7219">
                  <c:v>3</c:v>
                </c:pt>
                <c:pt idx="7220">
                  <c:v>3</c:v>
                </c:pt>
                <c:pt idx="7221">
                  <c:v>1</c:v>
                </c:pt>
                <c:pt idx="7222">
                  <c:v>3</c:v>
                </c:pt>
                <c:pt idx="7223">
                  <c:v>3</c:v>
                </c:pt>
                <c:pt idx="7224">
                  <c:v>3</c:v>
                </c:pt>
                <c:pt idx="7225">
                  <c:v>3</c:v>
                </c:pt>
                <c:pt idx="7226">
                  <c:v>3</c:v>
                </c:pt>
                <c:pt idx="7227">
                  <c:v>3</c:v>
                </c:pt>
                <c:pt idx="7228">
                  <c:v>6</c:v>
                </c:pt>
                <c:pt idx="7229">
                  <c:v>2</c:v>
                </c:pt>
                <c:pt idx="7230">
                  <c:v>4</c:v>
                </c:pt>
                <c:pt idx="7231">
                  <c:v>2</c:v>
                </c:pt>
                <c:pt idx="7232">
                  <c:v>2</c:v>
                </c:pt>
                <c:pt idx="7233">
                  <c:v>2</c:v>
                </c:pt>
                <c:pt idx="7234">
                  <c:v>3</c:v>
                </c:pt>
                <c:pt idx="7235">
                  <c:v>2</c:v>
                </c:pt>
                <c:pt idx="7236">
                  <c:v>2</c:v>
                </c:pt>
                <c:pt idx="7237">
                  <c:v>1</c:v>
                </c:pt>
                <c:pt idx="7238">
                  <c:v>2</c:v>
                </c:pt>
                <c:pt idx="7239">
                  <c:v>4</c:v>
                </c:pt>
                <c:pt idx="7240">
                  <c:v>2</c:v>
                </c:pt>
                <c:pt idx="7241">
                  <c:v>2</c:v>
                </c:pt>
                <c:pt idx="7242">
                  <c:v>1</c:v>
                </c:pt>
                <c:pt idx="7243">
                  <c:v>3</c:v>
                </c:pt>
                <c:pt idx="7244">
                  <c:v>4</c:v>
                </c:pt>
                <c:pt idx="7245">
                  <c:v>4</c:v>
                </c:pt>
                <c:pt idx="7246">
                  <c:v>4</c:v>
                </c:pt>
                <c:pt idx="7247">
                  <c:v>2</c:v>
                </c:pt>
                <c:pt idx="7248">
                  <c:v>3</c:v>
                </c:pt>
                <c:pt idx="7249">
                  <c:v>5</c:v>
                </c:pt>
                <c:pt idx="7250">
                  <c:v>4</c:v>
                </c:pt>
                <c:pt idx="7251">
                  <c:v>2</c:v>
                </c:pt>
                <c:pt idx="7252">
                  <c:v>2</c:v>
                </c:pt>
                <c:pt idx="7253">
                  <c:v>3</c:v>
                </c:pt>
                <c:pt idx="7254">
                  <c:v>3</c:v>
                </c:pt>
                <c:pt idx="7255">
                  <c:v>1</c:v>
                </c:pt>
                <c:pt idx="7256">
                  <c:v>1</c:v>
                </c:pt>
                <c:pt idx="7257">
                  <c:v>2</c:v>
                </c:pt>
                <c:pt idx="7258">
                  <c:v>4</c:v>
                </c:pt>
                <c:pt idx="7259">
                  <c:v>5</c:v>
                </c:pt>
                <c:pt idx="7260">
                  <c:v>6</c:v>
                </c:pt>
                <c:pt idx="7261">
                  <c:v>3</c:v>
                </c:pt>
                <c:pt idx="7262">
                  <c:v>8</c:v>
                </c:pt>
                <c:pt idx="7263">
                  <c:v>3</c:v>
                </c:pt>
                <c:pt idx="7264">
                  <c:v>4</c:v>
                </c:pt>
                <c:pt idx="7265">
                  <c:v>7</c:v>
                </c:pt>
                <c:pt idx="7266">
                  <c:v>8</c:v>
                </c:pt>
                <c:pt idx="7267">
                  <c:v>6</c:v>
                </c:pt>
                <c:pt idx="7268">
                  <c:v>2</c:v>
                </c:pt>
                <c:pt idx="7269">
                  <c:v>12</c:v>
                </c:pt>
                <c:pt idx="7270">
                  <c:v>7</c:v>
                </c:pt>
                <c:pt idx="7271">
                  <c:v>5</c:v>
                </c:pt>
                <c:pt idx="7272">
                  <c:v>3</c:v>
                </c:pt>
                <c:pt idx="7273">
                  <c:v>10</c:v>
                </c:pt>
                <c:pt idx="7274">
                  <c:v>5</c:v>
                </c:pt>
                <c:pt idx="7275">
                  <c:v>2</c:v>
                </c:pt>
                <c:pt idx="7276">
                  <c:v>6</c:v>
                </c:pt>
                <c:pt idx="7277">
                  <c:v>3</c:v>
                </c:pt>
                <c:pt idx="7278">
                  <c:v>4</c:v>
                </c:pt>
                <c:pt idx="7279">
                  <c:v>4</c:v>
                </c:pt>
                <c:pt idx="7280">
                  <c:v>3</c:v>
                </c:pt>
                <c:pt idx="7281">
                  <c:v>6</c:v>
                </c:pt>
                <c:pt idx="7282">
                  <c:v>3</c:v>
                </c:pt>
                <c:pt idx="7283">
                  <c:v>11</c:v>
                </c:pt>
                <c:pt idx="7284">
                  <c:v>5</c:v>
                </c:pt>
                <c:pt idx="7285">
                  <c:v>8</c:v>
                </c:pt>
                <c:pt idx="7286">
                  <c:v>4</c:v>
                </c:pt>
                <c:pt idx="7287">
                  <c:v>5</c:v>
                </c:pt>
                <c:pt idx="7288">
                  <c:v>2</c:v>
                </c:pt>
                <c:pt idx="7289">
                  <c:v>1</c:v>
                </c:pt>
                <c:pt idx="7290">
                  <c:v>3</c:v>
                </c:pt>
                <c:pt idx="7291">
                  <c:v>3</c:v>
                </c:pt>
                <c:pt idx="7292">
                  <c:v>4</c:v>
                </c:pt>
                <c:pt idx="7293">
                  <c:v>4</c:v>
                </c:pt>
                <c:pt idx="7294">
                  <c:v>5</c:v>
                </c:pt>
                <c:pt idx="7295">
                  <c:v>7</c:v>
                </c:pt>
                <c:pt idx="7296">
                  <c:v>6</c:v>
                </c:pt>
                <c:pt idx="7297">
                  <c:v>3</c:v>
                </c:pt>
                <c:pt idx="7298">
                  <c:v>2</c:v>
                </c:pt>
                <c:pt idx="7299">
                  <c:v>5</c:v>
                </c:pt>
                <c:pt idx="7300">
                  <c:v>2</c:v>
                </c:pt>
                <c:pt idx="7301">
                  <c:v>4</c:v>
                </c:pt>
                <c:pt idx="7302">
                  <c:v>1</c:v>
                </c:pt>
                <c:pt idx="7303">
                  <c:v>10</c:v>
                </c:pt>
                <c:pt idx="7304">
                  <c:v>8</c:v>
                </c:pt>
                <c:pt idx="7305">
                  <c:v>4</c:v>
                </c:pt>
                <c:pt idx="7306">
                  <c:v>2</c:v>
                </c:pt>
                <c:pt idx="7307">
                  <c:v>5</c:v>
                </c:pt>
                <c:pt idx="7308">
                  <c:v>2</c:v>
                </c:pt>
                <c:pt idx="7309">
                  <c:v>1</c:v>
                </c:pt>
                <c:pt idx="7310">
                  <c:v>3</c:v>
                </c:pt>
                <c:pt idx="7311">
                  <c:v>2</c:v>
                </c:pt>
                <c:pt idx="7312">
                  <c:v>3</c:v>
                </c:pt>
                <c:pt idx="7313">
                  <c:v>2</c:v>
                </c:pt>
                <c:pt idx="7314">
                  <c:v>4</c:v>
                </c:pt>
                <c:pt idx="7315">
                  <c:v>3</c:v>
                </c:pt>
                <c:pt idx="7316">
                  <c:v>3</c:v>
                </c:pt>
                <c:pt idx="7317">
                  <c:v>1</c:v>
                </c:pt>
                <c:pt idx="7318">
                  <c:v>1</c:v>
                </c:pt>
                <c:pt idx="7319">
                  <c:v>3</c:v>
                </c:pt>
                <c:pt idx="7320">
                  <c:v>2</c:v>
                </c:pt>
                <c:pt idx="7321">
                  <c:v>3</c:v>
                </c:pt>
                <c:pt idx="7322">
                  <c:v>4</c:v>
                </c:pt>
                <c:pt idx="7323">
                  <c:v>2</c:v>
                </c:pt>
                <c:pt idx="7324">
                  <c:v>1</c:v>
                </c:pt>
                <c:pt idx="7325">
                  <c:v>1</c:v>
                </c:pt>
                <c:pt idx="7326">
                  <c:v>2</c:v>
                </c:pt>
                <c:pt idx="7327">
                  <c:v>1</c:v>
                </c:pt>
                <c:pt idx="7328">
                  <c:v>3</c:v>
                </c:pt>
                <c:pt idx="7329">
                  <c:v>1</c:v>
                </c:pt>
                <c:pt idx="7330">
                  <c:v>2</c:v>
                </c:pt>
                <c:pt idx="7331">
                  <c:v>2</c:v>
                </c:pt>
                <c:pt idx="7332">
                  <c:v>2</c:v>
                </c:pt>
                <c:pt idx="7333">
                  <c:v>4</c:v>
                </c:pt>
                <c:pt idx="7334">
                  <c:v>2</c:v>
                </c:pt>
                <c:pt idx="7335">
                  <c:v>3</c:v>
                </c:pt>
                <c:pt idx="7336">
                  <c:v>2</c:v>
                </c:pt>
                <c:pt idx="7337">
                  <c:v>2</c:v>
                </c:pt>
                <c:pt idx="7338">
                  <c:v>3</c:v>
                </c:pt>
                <c:pt idx="7339">
                  <c:v>2</c:v>
                </c:pt>
                <c:pt idx="7340">
                  <c:v>3</c:v>
                </c:pt>
                <c:pt idx="7341">
                  <c:v>2</c:v>
                </c:pt>
                <c:pt idx="7342">
                  <c:v>3</c:v>
                </c:pt>
                <c:pt idx="7343">
                  <c:v>2</c:v>
                </c:pt>
                <c:pt idx="7344">
                  <c:v>3</c:v>
                </c:pt>
                <c:pt idx="7345">
                  <c:v>2</c:v>
                </c:pt>
                <c:pt idx="7346">
                  <c:v>3</c:v>
                </c:pt>
                <c:pt idx="7347">
                  <c:v>3</c:v>
                </c:pt>
                <c:pt idx="7348">
                  <c:v>3</c:v>
                </c:pt>
                <c:pt idx="7349">
                  <c:v>2</c:v>
                </c:pt>
                <c:pt idx="7350">
                  <c:v>1</c:v>
                </c:pt>
                <c:pt idx="7351">
                  <c:v>3</c:v>
                </c:pt>
                <c:pt idx="7352">
                  <c:v>1</c:v>
                </c:pt>
                <c:pt idx="7353">
                  <c:v>5</c:v>
                </c:pt>
                <c:pt idx="7354">
                  <c:v>2</c:v>
                </c:pt>
                <c:pt idx="7355">
                  <c:v>2</c:v>
                </c:pt>
                <c:pt idx="7356">
                  <c:v>1</c:v>
                </c:pt>
                <c:pt idx="7357">
                  <c:v>2</c:v>
                </c:pt>
                <c:pt idx="7358">
                  <c:v>2</c:v>
                </c:pt>
                <c:pt idx="7359">
                  <c:v>3</c:v>
                </c:pt>
                <c:pt idx="7360">
                  <c:v>2</c:v>
                </c:pt>
                <c:pt idx="7361">
                  <c:v>1</c:v>
                </c:pt>
                <c:pt idx="7362">
                  <c:v>3</c:v>
                </c:pt>
                <c:pt idx="7363">
                  <c:v>2</c:v>
                </c:pt>
                <c:pt idx="7364">
                  <c:v>1</c:v>
                </c:pt>
                <c:pt idx="7365">
                  <c:v>2</c:v>
                </c:pt>
                <c:pt idx="7366">
                  <c:v>2</c:v>
                </c:pt>
                <c:pt idx="7367">
                  <c:v>2</c:v>
                </c:pt>
                <c:pt idx="7368">
                  <c:v>2</c:v>
                </c:pt>
                <c:pt idx="7369">
                  <c:v>2</c:v>
                </c:pt>
                <c:pt idx="7370">
                  <c:v>9</c:v>
                </c:pt>
                <c:pt idx="7371">
                  <c:v>10</c:v>
                </c:pt>
                <c:pt idx="7372">
                  <c:v>8</c:v>
                </c:pt>
                <c:pt idx="7373">
                  <c:v>8</c:v>
                </c:pt>
                <c:pt idx="7374">
                  <c:v>12</c:v>
                </c:pt>
                <c:pt idx="7375">
                  <c:v>6</c:v>
                </c:pt>
                <c:pt idx="7376">
                  <c:v>2</c:v>
                </c:pt>
                <c:pt idx="7377">
                  <c:v>3</c:v>
                </c:pt>
                <c:pt idx="7378">
                  <c:v>2</c:v>
                </c:pt>
                <c:pt idx="7379">
                  <c:v>1</c:v>
                </c:pt>
                <c:pt idx="7380">
                  <c:v>3</c:v>
                </c:pt>
                <c:pt idx="7381">
                  <c:v>3</c:v>
                </c:pt>
                <c:pt idx="7382">
                  <c:v>1</c:v>
                </c:pt>
                <c:pt idx="7383">
                  <c:v>1</c:v>
                </c:pt>
                <c:pt idx="7384">
                  <c:v>3</c:v>
                </c:pt>
                <c:pt idx="7385">
                  <c:v>1</c:v>
                </c:pt>
                <c:pt idx="7386">
                  <c:v>3</c:v>
                </c:pt>
                <c:pt idx="7387">
                  <c:v>5</c:v>
                </c:pt>
                <c:pt idx="7388">
                  <c:v>2</c:v>
                </c:pt>
                <c:pt idx="7389">
                  <c:v>1</c:v>
                </c:pt>
                <c:pt idx="7390">
                  <c:v>2</c:v>
                </c:pt>
                <c:pt idx="7391">
                  <c:v>1</c:v>
                </c:pt>
                <c:pt idx="7392">
                  <c:v>1</c:v>
                </c:pt>
                <c:pt idx="7393">
                  <c:v>3</c:v>
                </c:pt>
                <c:pt idx="7394">
                  <c:v>1</c:v>
                </c:pt>
                <c:pt idx="7395">
                  <c:v>2</c:v>
                </c:pt>
                <c:pt idx="7396">
                  <c:v>2</c:v>
                </c:pt>
                <c:pt idx="7397">
                  <c:v>2</c:v>
                </c:pt>
                <c:pt idx="7398">
                  <c:v>1</c:v>
                </c:pt>
                <c:pt idx="7399">
                  <c:v>1</c:v>
                </c:pt>
                <c:pt idx="7400">
                  <c:v>2</c:v>
                </c:pt>
                <c:pt idx="7401">
                  <c:v>1</c:v>
                </c:pt>
                <c:pt idx="7402">
                  <c:v>2</c:v>
                </c:pt>
                <c:pt idx="7403">
                  <c:v>2</c:v>
                </c:pt>
                <c:pt idx="7404">
                  <c:v>1</c:v>
                </c:pt>
                <c:pt idx="7405">
                  <c:v>3</c:v>
                </c:pt>
                <c:pt idx="7406">
                  <c:v>2</c:v>
                </c:pt>
                <c:pt idx="7407">
                  <c:v>1</c:v>
                </c:pt>
                <c:pt idx="7408">
                  <c:v>1</c:v>
                </c:pt>
                <c:pt idx="7409">
                  <c:v>1</c:v>
                </c:pt>
                <c:pt idx="7410">
                  <c:v>1</c:v>
                </c:pt>
                <c:pt idx="7411">
                  <c:v>3</c:v>
                </c:pt>
                <c:pt idx="7412">
                  <c:v>2</c:v>
                </c:pt>
                <c:pt idx="7413">
                  <c:v>1</c:v>
                </c:pt>
                <c:pt idx="7414">
                  <c:v>2</c:v>
                </c:pt>
                <c:pt idx="7415">
                  <c:v>1</c:v>
                </c:pt>
                <c:pt idx="7416">
                  <c:v>3</c:v>
                </c:pt>
                <c:pt idx="7417">
                  <c:v>1</c:v>
                </c:pt>
                <c:pt idx="7418">
                  <c:v>2</c:v>
                </c:pt>
                <c:pt idx="7419">
                  <c:v>1</c:v>
                </c:pt>
                <c:pt idx="7420">
                  <c:v>2</c:v>
                </c:pt>
                <c:pt idx="7421">
                  <c:v>0</c:v>
                </c:pt>
                <c:pt idx="7422">
                  <c:v>10</c:v>
                </c:pt>
                <c:pt idx="7423">
                  <c:v>2</c:v>
                </c:pt>
                <c:pt idx="7424">
                  <c:v>15</c:v>
                </c:pt>
                <c:pt idx="7425">
                  <c:v>4</c:v>
                </c:pt>
                <c:pt idx="7426">
                  <c:v>3</c:v>
                </c:pt>
                <c:pt idx="7427">
                  <c:v>12</c:v>
                </c:pt>
                <c:pt idx="7428">
                  <c:v>2</c:v>
                </c:pt>
                <c:pt idx="7429">
                  <c:v>-11</c:v>
                </c:pt>
                <c:pt idx="7430">
                  <c:v>9</c:v>
                </c:pt>
                <c:pt idx="7431">
                  <c:v>3</c:v>
                </c:pt>
                <c:pt idx="7432">
                  <c:v>3</c:v>
                </c:pt>
                <c:pt idx="7433">
                  <c:v>2</c:v>
                </c:pt>
                <c:pt idx="7434">
                  <c:v>1</c:v>
                </c:pt>
                <c:pt idx="7435">
                  <c:v>3</c:v>
                </c:pt>
                <c:pt idx="7436">
                  <c:v>6</c:v>
                </c:pt>
                <c:pt idx="7437">
                  <c:v>2</c:v>
                </c:pt>
                <c:pt idx="7438">
                  <c:v>2</c:v>
                </c:pt>
                <c:pt idx="7439">
                  <c:v>2</c:v>
                </c:pt>
                <c:pt idx="7440">
                  <c:v>2</c:v>
                </c:pt>
                <c:pt idx="7441">
                  <c:v>2</c:v>
                </c:pt>
                <c:pt idx="7442">
                  <c:v>3</c:v>
                </c:pt>
                <c:pt idx="7443">
                  <c:v>3</c:v>
                </c:pt>
                <c:pt idx="7444">
                  <c:v>1</c:v>
                </c:pt>
                <c:pt idx="7445">
                  <c:v>2</c:v>
                </c:pt>
                <c:pt idx="7446">
                  <c:v>2</c:v>
                </c:pt>
                <c:pt idx="7447">
                  <c:v>2</c:v>
                </c:pt>
                <c:pt idx="7448">
                  <c:v>2</c:v>
                </c:pt>
                <c:pt idx="7449">
                  <c:v>2</c:v>
                </c:pt>
                <c:pt idx="7450">
                  <c:v>2</c:v>
                </c:pt>
                <c:pt idx="7451">
                  <c:v>2</c:v>
                </c:pt>
                <c:pt idx="7452">
                  <c:v>3</c:v>
                </c:pt>
                <c:pt idx="7453">
                  <c:v>2</c:v>
                </c:pt>
                <c:pt idx="7454">
                  <c:v>2</c:v>
                </c:pt>
                <c:pt idx="7455">
                  <c:v>2</c:v>
                </c:pt>
                <c:pt idx="7456">
                  <c:v>3</c:v>
                </c:pt>
                <c:pt idx="7457">
                  <c:v>3</c:v>
                </c:pt>
                <c:pt idx="7458">
                  <c:v>2</c:v>
                </c:pt>
                <c:pt idx="7459">
                  <c:v>2</c:v>
                </c:pt>
                <c:pt idx="7460">
                  <c:v>2</c:v>
                </c:pt>
                <c:pt idx="7461">
                  <c:v>2</c:v>
                </c:pt>
                <c:pt idx="7462">
                  <c:v>3</c:v>
                </c:pt>
                <c:pt idx="7463">
                  <c:v>2</c:v>
                </c:pt>
                <c:pt idx="7464">
                  <c:v>2</c:v>
                </c:pt>
                <c:pt idx="7465">
                  <c:v>3</c:v>
                </c:pt>
                <c:pt idx="7466">
                  <c:v>2</c:v>
                </c:pt>
                <c:pt idx="7467">
                  <c:v>2</c:v>
                </c:pt>
                <c:pt idx="7468">
                  <c:v>2</c:v>
                </c:pt>
                <c:pt idx="7469">
                  <c:v>2</c:v>
                </c:pt>
                <c:pt idx="7470">
                  <c:v>2</c:v>
                </c:pt>
                <c:pt idx="7471">
                  <c:v>3</c:v>
                </c:pt>
                <c:pt idx="7472">
                  <c:v>2</c:v>
                </c:pt>
                <c:pt idx="7473">
                  <c:v>2</c:v>
                </c:pt>
                <c:pt idx="7474">
                  <c:v>2</c:v>
                </c:pt>
                <c:pt idx="7475">
                  <c:v>3</c:v>
                </c:pt>
                <c:pt idx="7476">
                  <c:v>3</c:v>
                </c:pt>
                <c:pt idx="7477">
                  <c:v>2</c:v>
                </c:pt>
                <c:pt idx="7478">
                  <c:v>2</c:v>
                </c:pt>
                <c:pt idx="7479">
                  <c:v>3</c:v>
                </c:pt>
                <c:pt idx="7480">
                  <c:v>1</c:v>
                </c:pt>
                <c:pt idx="7481">
                  <c:v>1</c:v>
                </c:pt>
                <c:pt idx="7482">
                  <c:v>1</c:v>
                </c:pt>
                <c:pt idx="7483">
                  <c:v>1</c:v>
                </c:pt>
                <c:pt idx="7484">
                  <c:v>1</c:v>
                </c:pt>
                <c:pt idx="7485">
                  <c:v>1</c:v>
                </c:pt>
                <c:pt idx="7486">
                  <c:v>2</c:v>
                </c:pt>
                <c:pt idx="7487">
                  <c:v>1</c:v>
                </c:pt>
                <c:pt idx="7488">
                  <c:v>2</c:v>
                </c:pt>
                <c:pt idx="7489">
                  <c:v>2</c:v>
                </c:pt>
                <c:pt idx="7490">
                  <c:v>2</c:v>
                </c:pt>
                <c:pt idx="7491">
                  <c:v>2</c:v>
                </c:pt>
                <c:pt idx="7492">
                  <c:v>2</c:v>
                </c:pt>
                <c:pt idx="7493">
                  <c:v>2</c:v>
                </c:pt>
                <c:pt idx="7494">
                  <c:v>2</c:v>
                </c:pt>
                <c:pt idx="7495">
                  <c:v>1</c:v>
                </c:pt>
                <c:pt idx="7496">
                  <c:v>2</c:v>
                </c:pt>
                <c:pt idx="7497">
                  <c:v>1</c:v>
                </c:pt>
                <c:pt idx="7498">
                  <c:v>2</c:v>
                </c:pt>
                <c:pt idx="7499">
                  <c:v>2</c:v>
                </c:pt>
                <c:pt idx="7500">
                  <c:v>1</c:v>
                </c:pt>
                <c:pt idx="7501">
                  <c:v>2</c:v>
                </c:pt>
                <c:pt idx="7502">
                  <c:v>3</c:v>
                </c:pt>
                <c:pt idx="7503">
                  <c:v>2</c:v>
                </c:pt>
                <c:pt idx="7504">
                  <c:v>3</c:v>
                </c:pt>
                <c:pt idx="7505">
                  <c:v>1</c:v>
                </c:pt>
                <c:pt idx="7506">
                  <c:v>2</c:v>
                </c:pt>
                <c:pt idx="7507">
                  <c:v>1</c:v>
                </c:pt>
                <c:pt idx="7508">
                  <c:v>3</c:v>
                </c:pt>
                <c:pt idx="7509">
                  <c:v>2</c:v>
                </c:pt>
                <c:pt idx="7510">
                  <c:v>1</c:v>
                </c:pt>
                <c:pt idx="7511">
                  <c:v>3</c:v>
                </c:pt>
                <c:pt idx="7512">
                  <c:v>2</c:v>
                </c:pt>
                <c:pt idx="7513">
                  <c:v>1</c:v>
                </c:pt>
                <c:pt idx="7514">
                  <c:v>1</c:v>
                </c:pt>
                <c:pt idx="7515">
                  <c:v>2</c:v>
                </c:pt>
                <c:pt idx="7516">
                  <c:v>3</c:v>
                </c:pt>
                <c:pt idx="7517">
                  <c:v>1</c:v>
                </c:pt>
                <c:pt idx="7518">
                  <c:v>3</c:v>
                </c:pt>
                <c:pt idx="7519">
                  <c:v>6</c:v>
                </c:pt>
                <c:pt idx="7520">
                  <c:v>2</c:v>
                </c:pt>
                <c:pt idx="7521">
                  <c:v>1</c:v>
                </c:pt>
                <c:pt idx="7522">
                  <c:v>4</c:v>
                </c:pt>
                <c:pt idx="7523">
                  <c:v>4</c:v>
                </c:pt>
                <c:pt idx="7524">
                  <c:v>3</c:v>
                </c:pt>
                <c:pt idx="7525">
                  <c:v>3</c:v>
                </c:pt>
                <c:pt idx="7526">
                  <c:v>4</c:v>
                </c:pt>
                <c:pt idx="7527">
                  <c:v>2</c:v>
                </c:pt>
                <c:pt idx="7528">
                  <c:v>6</c:v>
                </c:pt>
                <c:pt idx="7529">
                  <c:v>4</c:v>
                </c:pt>
                <c:pt idx="7530">
                  <c:v>4</c:v>
                </c:pt>
                <c:pt idx="7531">
                  <c:v>8</c:v>
                </c:pt>
                <c:pt idx="7532">
                  <c:v>5</c:v>
                </c:pt>
                <c:pt idx="7533">
                  <c:v>3</c:v>
                </c:pt>
                <c:pt idx="7534">
                  <c:v>3</c:v>
                </c:pt>
                <c:pt idx="7535">
                  <c:v>3</c:v>
                </c:pt>
                <c:pt idx="7536">
                  <c:v>6</c:v>
                </c:pt>
                <c:pt idx="7537">
                  <c:v>3</c:v>
                </c:pt>
                <c:pt idx="7538">
                  <c:v>2</c:v>
                </c:pt>
                <c:pt idx="7539">
                  <c:v>5</c:v>
                </c:pt>
                <c:pt idx="7540">
                  <c:v>3</c:v>
                </c:pt>
                <c:pt idx="7541">
                  <c:v>5</c:v>
                </c:pt>
                <c:pt idx="7542">
                  <c:v>3</c:v>
                </c:pt>
                <c:pt idx="7543">
                  <c:v>3</c:v>
                </c:pt>
                <c:pt idx="7544">
                  <c:v>3</c:v>
                </c:pt>
                <c:pt idx="7545">
                  <c:v>3</c:v>
                </c:pt>
                <c:pt idx="7546">
                  <c:v>2</c:v>
                </c:pt>
                <c:pt idx="7547">
                  <c:v>3</c:v>
                </c:pt>
                <c:pt idx="7548">
                  <c:v>5</c:v>
                </c:pt>
                <c:pt idx="7549">
                  <c:v>3</c:v>
                </c:pt>
                <c:pt idx="7550">
                  <c:v>3</c:v>
                </c:pt>
                <c:pt idx="7551">
                  <c:v>2</c:v>
                </c:pt>
                <c:pt idx="7552">
                  <c:v>0</c:v>
                </c:pt>
                <c:pt idx="7553">
                  <c:v>3</c:v>
                </c:pt>
                <c:pt idx="7554">
                  <c:v>5</c:v>
                </c:pt>
                <c:pt idx="7555">
                  <c:v>2</c:v>
                </c:pt>
                <c:pt idx="7556">
                  <c:v>1</c:v>
                </c:pt>
                <c:pt idx="7557">
                  <c:v>2</c:v>
                </c:pt>
                <c:pt idx="7558">
                  <c:v>3</c:v>
                </c:pt>
                <c:pt idx="7559">
                  <c:v>1</c:v>
                </c:pt>
                <c:pt idx="7560">
                  <c:v>1</c:v>
                </c:pt>
                <c:pt idx="7561">
                  <c:v>1</c:v>
                </c:pt>
                <c:pt idx="7562">
                  <c:v>2</c:v>
                </c:pt>
                <c:pt idx="7563">
                  <c:v>1</c:v>
                </c:pt>
                <c:pt idx="7564">
                  <c:v>3</c:v>
                </c:pt>
                <c:pt idx="7565">
                  <c:v>2</c:v>
                </c:pt>
                <c:pt idx="7566">
                  <c:v>1</c:v>
                </c:pt>
                <c:pt idx="7567">
                  <c:v>3</c:v>
                </c:pt>
                <c:pt idx="7568">
                  <c:v>1</c:v>
                </c:pt>
                <c:pt idx="7569">
                  <c:v>1</c:v>
                </c:pt>
                <c:pt idx="7570">
                  <c:v>1</c:v>
                </c:pt>
                <c:pt idx="7571">
                  <c:v>2</c:v>
                </c:pt>
                <c:pt idx="7572">
                  <c:v>1</c:v>
                </c:pt>
                <c:pt idx="7573">
                  <c:v>2</c:v>
                </c:pt>
                <c:pt idx="7574">
                  <c:v>1</c:v>
                </c:pt>
                <c:pt idx="7575">
                  <c:v>1</c:v>
                </c:pt>
                <c:pt idx="7576">
                  <c:v>2</c:v>
                </c:pt>
                <c:pt idx="7577">
                  <c:v>1</c:v>
                </c:pt>
                <c:pt idx="7578">
                  <c:v>3</c:v>
                </c:pt>
                <c:pt idx="7579">
                  <c:v>2</c:v>
                </c:pt>
                <c:pt idx="7580">
                  <c:v>2</c:v>
                </c:pt>
                <c:pt idx="7581">
                  <c:v>1</c:v>
                </c:pt>
                <c:pt idx="7582">
                  <c:v>1</c:v>
                </c:pt>
                <c:pt idx="7583">
                  <c:v>1</c:v>
                </c:pt>
                <c:pt idx="7584">
                  <c:v>2</c:v>
                </c:pt>
                <c:pt idx="7585">
                  <c:v>1</c:v>
                </c:pt>
                <c:pt idx="7586">
                  <c:v>2</c:v>
                </c:pt>
                <c:pt idx="7587">
                  <c:v>3</c:v>
                </c:pt>
                <c:pt idx="7588">
                  <c:v>1</c:v>
                </c:pt>
                <c:pt idx="7589">
                  <c:v>1</c:v>
                </c:pt>
                <c:pt idx="7590">
                  <c:v>8</c:v>
                </c:pt>
                <c:pt idx="7591">
                  <c:v>7</c:v>
                </c:pt>
                <c:pt idx="7592">
                  <c:v>1</c:v>
                </c:pt>
                <c:pt idx="7593">
                  <c:v>7</c:v>
                </c:pt>
                <c:pt idx="7594">
                  <c:v>6</c:v>
                </c:pt>
                <c:pt idx="7595">
                  <c:v>8</c:v>
                </c:pt>
                <c:pt idx="7596">
                  <c:v>1</c:v>
                </c:pt>
                <c:pt idx="7597">
                  <c:v>8</c:v>
                </c:pt>
                <c:pt idx="7598">
                  <c:v>8</c:v>
                </c:pt>
                <c:pt idx="7599">
                  <c:v>7</c:v>
                </c:pt>
                <c:pt idx="7600">
                  <c:v>10</c:v>
                </c:pt>
                <c:pt idx="7601">
                  <c:v>8</c:v>
                </c:pt>
                <c:pt idx="7602">
                  <c:v>6</c:v>
                </c:pt>
                <c:pt idx="7603">
                  <c:v>11</c:v>
                </c:pt>
                <c:pt idx="7604">
                  <c:v>5</c:v>
                </c:pt>
                <c:pt idx="7605">
                  <c:v>5</c:v>
                </c:pt>
                <c:pt idx="7606">
                  <c:v>9</c:v>
                </c:pt>
                <c:pt idx="7607">
                  <c:v>3</c:v>
                </c:pt>
                <c:pt idx="7608">
                  <c:v>8</c:v>
                </c:pt>
                <c:pt idx="7609">
                  <c:v>8</c:v>
                </c:pt>
                <c:pt idx="7610">
                  <c:v>10</c:v>
                </c:pt>
                <c:pt idx="7611">
                  <c:v>8</c:v>
                </c:pt>
                <c:pt idx="7612">
                  <c:v>5</c:v>
                </c:pt>
                <c:pt idx="7613">
                  <c:v>8</c:v>
                </c:pt>
                <c:pt idx="7614">
                  <c:v>10</c:v>
                </c:pt>
                <c:pt idx="7615">
                  <c:v>6</c:v>
                </c:pt>
                <c:pt idx="7616">
                  <c:v>5</c:v>
                </c:pt>
                <c:pt idx="7617">
                  <c:v>6</c:v>
                </c:pt>
                <c:pt idx="7618">
                  <c:v>6</c:v>
                </c:pt>
                <c:pt idx="7619">
                  <c:v>4</c:v>
                </c:pt>
                <c:pt idx="7620">
                  <c:v>6</c:v>
                </c:pt>
                <c:pt idx="7621">
                  <c:v>9</c:v>
                </c:pt>
                <c:pt idx="7622">
                  <c:v>6</c:v>
                </c:pt>
                <c:pt idx="7623">
                  <c:v>9</c:v>
                </c:pt>
                <c:pt idx="7624">
                  <c:v>5</c:v>
                </c:pt>
                <c:pt idx="7625">
                  <c:v>5</c:v>
                </c:pt>
                <c:pt idx="7626">
                  <c:v>5</c:v>
                </c:pt>
                <c:pt idx="7627">
                  <c:v>2</c:v>
                </c:pt>
                <c:pt idx="7628">
                  <c:v>7</c:v>
                </c:pt>
                <c:pt idx="7629">
                  <c:v>2</c:v>
                </c:pt>
                <c:pt idx="7630">
                  <c:v>7</c:v>
                </c:pt>
                <c:pt idx="7631">
                  <c:v>4</c:v>
                </c:pt>
                <c:pt idx="7632">
                  <c:v>10</c:v>
                </c:pt>
                <c:pt idx="7633">
                  <c:v>5</c:v>
                </c:pt>
                <c:pt idx="7634">
                  <c:v>4</c:v>
                </c:pt>
                <c:pt idx="7635">
                  <c:v>9</c:v>
                </c:pt>
                <c:pt idx="7636">
                  <c:v>6</c:v>
                </c:pt>
                <c:pt idx="7637">
                  <c:v>4</c:v>
                </c:pt>
                <c:pt idx="7638">
                  <c:v>1</c:v>
                </c:pt>
                <c:pt idx="7639">
                  <c:v>6</c:v>
                </c:pt>
                <c:pt idx="7640">
                  <c:v>5</c:v>
                </c:pt>
                <c:pt idx="7641">
                  <c:v>2</c:v>
                </c:pt>
                <c:pt idx="7642">
                  <c:v>1</c:v>
                </c:pt>
                <c:pt idx="7643">
                  <c:v>1</c:v>
                </c:pt>
                <c:pt idx="7644">
                  <c:v>4</c:v>
                </c:pt>
                <c:pt idx="7645">
                  <c:v>1</c:v>
                </c:pt>
                <c:pt idx="7646">
                  <c:v>2</c:v>
                </c:pt>
                <c:pt idx="7647">
                  <c:v>1</c:v>
                </c:pt>
                <c:pt idx="7648">
                  <c:v>3</c:v>
                </c:pt>
                <c:pt idx="7649">
                  <c:v>1</c:v>
                </c:pt>
                <c:pt idx="7650">
                  <c:v>1</c:v>
                </c:pt>
                <c:pt idx="7651">
                  <c:v>4</c:v>
                </c:pt>
                <c:pt idx="7652">
                  <c:v>1</c:v>
                </c:pt>
                <c:pt idx="7653">
                  <c:v>2</c:v>
                </c:pt>
                <c:pt idx="7654">
                  <c:v>1</c:v>
                </c:pt>
                <c:pt idx="7655">
                  <c:v>1</c:v>
                </c:pt>
                <c:pt idx="7656">
                  <c:v>4</c:v>
                </c:pt>
                <c:pt idx="7657">
                  <c:v>3</c:v>
                </c:pt>
                <c:pt idx="7658">
                  <c:v>3</c:v>
                </c:pt>
                <c:pt idx="7659">
                  <c:v>3</c:v>
                </c:pt>
                <c:pt idx="7660">
                  <c:v>1</c:v>
                </c:pt>
                <c:pt idx="7661">
                  <c:v>1</c:v>
                </c:pt>
                <c:pt idx="7662">
                  <c:v>2</c:v>
                </c:pt>
                <c:pt idx="7663">
                  <c:v>3</c:v>
                </c:pt>
                <c:pt idx="7664">
                  <c:v>2</c:v>
                </c:pt>
                <c:pt idx="7665">
                  <c:v>2</c:v>
                </c:pt>
                <c:pt idx="7666">
                  <c:v>3</c:v>
                </c:pt>
                <c:pt idx="7667">
                  <c:v>1</c:v>
                </c:pt>
                <c:pt idx="7668">
                  <c:v>1</c:v>
                </c:pt>
                <c:pt idx="7669">
                  <c:v>3</c:v>
                </c:pt>
                <c:pt idx="7670">
                  <c:v>1</c:v>
                </c:pt>
                <c:pt idx="7671">
                  <c:v>4</c:v>
                </c:pt>
                <c:pt idx="7672">
                  <c:v>4</c:v>
                </c:pt>
                <c:pt idx="7673">
                  <c:v>4</c:v>
                </c:pt>
                <c:pt idx="7674">
                  <c:v>3</c:v>
                </c:pt>
                <c:pt idx="7675">
                  <c:v>3</c:v>
                </c:pt>
                <c:pt idx="7676">
                  <c:v>3</c:v>
                </c:pt>
                <c:pt idx="7677">
                  <c:v>4</c:v>
                </c:pt>
                <c:pt idx="7678">
                  <c:v>2</c:v>
                </c:pt>
                <c:pt idx="7679">
                  <c:v>4</c:v>
                </c:pt>
                <c:pt idx="7680">
                  <c:v>1</c:v>
                </c:pt>
                <c:pt idx="7681">
                  <c:v>3</c:v>
                </c:pt>
                <c:pt idx="7682">
                  <c:v>3</c:v>
                </c:pt>
                <c:pt idx="7683">
                  <c:v>3</c:v>
                </c:pt>
                <c:pt idx="7684">
                  <c:v>3</c:v>
                </c:pt>
                <c:pt idx="7685">
                  <c:v>3</c:v>
                </c:pt>
                <c:pt idx="7686">
                  <c:v>4</c:v>
                </c:pt>
                <c:pt idx="7687">
                  <c:v>2</c:v>
                </c:pt>
                <c:pt idx="7688">
                  <c:v>3</c:v>
                </c:pt>
                <c:pt idx="7689">
                  <c:v>2</c:v>
                </c:pt>
                <c:pt idx="7690">
                  <c:v>1</c:v>
                </c:pt>
                <c:pt idx="7691">
                  <c:v>3</c:v>
                </c:pt>
                <c:pt idx="7692">
                  <c:v>2</c:v>
                </c:pt>
                <c:pt idx="7693">
                  <c:v>4</c:v>
                </c:pt>
                <c:pt idx="7694">
                  <c:v>1</c:v>
                </c:pt>
                <c:pt idx="7695">
                  <c:v>2</c:v>
                </c:pt>
                <c:pt idx="7696">
                  <c:v>2</c:v>
                </c:pt>
                <c:pt idx="7697">
                  <c:v>5</c:v>
                </c:pt>
                <c:pt idx="7698">
                  <c:v>1</c:v>
                </c:pt>
                <c:pt idx="7699">
                  <c:v>2</c:v>
                </c:pt>
                <c:pt idx="7700">
                  <c:v>3</c:v>
                </c:pt>
                <c:pt idx="7701">
                  <c:v>2</c:v>
                </c:pt>
                <c:pt idx="7702">
                  <c:v>2</c:v>
                </c:pt>
                <c:pt idx="7703">
                  <c:v>2</c:v>
                </c:pt>
                <c:pt idx="7704">
                  <c:v>3</c:v>
                </c:pt>
                <c:pt idx="7705">
                  <c:v>2</c:v>
                </c:pt>
                <c:pt idx="7706">
                  <c:v>2</c:v>
                </c:pt>
                <c:pt idx="7707">
                  <c:v>2</c:v>
                </c:pt>
                <c:pt idx="7708">
                  <c:v>4</c:v>
                </c:pt>
                <c:pt idx="7709">
                  <c:v>2</c:v>
                </c:pt>
                <c:pt idx="7710">
                  <c:v>3</c:v>
                </c:pt>
                <c:pt idx="7711">
                  <c:v>2</c:v>
                </c:pt>
                <c:pt idx="7712">
                  <c:v>0</c:v>
                </c:pt>
                <c:pt idx="7713">
                  <c:v>2</c:v>
                </c:pt>
                <c:pt idx="7714">
                  <c:v>1</c:v>
                </c:pt>
                <c:pt idx="7715">
                  <c:v>2</c:v>
                </c:pt>
                <c:pt idx="7716">
                  <c:v>2</c:v>
                </c:pt>
                <c:pt idx="7717">
                  <c:v>-1</c:v>
                </c:pt>
                <c:pt idx="7718">
                  <c:v>3</c:v>
                </c:pt>
                <c:pt idx="7719">
                  <c:v>3</c:v>
                </c:pt>
                <c:pt idx="7720">
                  <c:v>1</c:v>
                </c:pt>
                <c:pt idx="7721">
                  <c:v>1</c:v>
                </c:pt>
                <c:pt idx="7722">
                  <c:v>1</c:v>
                </c:pt>
                <c:pt idx="7723">
                  <c:v>2</c:v>
                </c:pt>
                <c:pt idx="7724">
                  <c:v>2</c:v>
                </c:pt>
                <c:pt idx="7725">
                  <c:v>4</c:v>
                </c:pt>
                <c:pt idx="7726">
                  <c:v>2</c:v>
                </c:pt>
                <c:pt idx="7727">
                  <c:v>2</c:v>
                </c:pt>
                <c:pt idx="7728">
                  <c:v>1</c:v>
                </c:pt>
                <c:pt idx="7729">
                  <c:v>2</c:v>
                </c:pt>
                <c:pt idx="7730">
                  <c:v>2</c:v>
                </c:pt>
                <c:pt idx="7731">
                  <c:v>2</c:v>
                </c:pt>
                <c:pt idx="7732">
                  <c:v>2</c:v>
                </c:pt>
                <c:pt idx="7733">
                  <c:v>2</c:v>
                </c:pt>
                <c:pt idx="7734">
                  <c:v>2</c:v>
                </c:pt>
                <c:pt idx="7735">
                  <c:v>2</c:v>
                </c:pt>
                <c:pt idx="7736">
                  <c:v>2</c:v>
                </c:pt>
                <c:pt idx="7737">
                  <c:v>2</c:v>
                </c:pt>
                <c:pt idx="7738">
                  <c:v>2</c:v>
                </c:pt>
                <c:pt idx="7739">
                  <c:v>2</c:v>
                </c:pt>
                <c:pt idx="7740">
                  <c:v>2</c:v>
                </c:pt>
                <c:pt idx="7741">
                  <c:v>2</c:v>
                </c:pt>
                <c:pt idx="7742">
                  <c:v>2</c:v>
                </c:pt>
                <c:pt idx="7743">
                  <c:v>2</c:v>
                </c:pt>
                <c:pt idx="7744">
                  <c:v>2</c:v>
                </c:pt>
                <c:pt idx="7745">
                  <c:v>2</c:v>
                </c:pt>
                <c:pt idx="7746">
                  <c:v>2</c:v>
                </c:pt>
                <c:pt idx="7747">
                  <c:v>2</c:v>
                </c:pt>
                <c:pt idx="7748">
                  <c:v>2</c:v>
                </c:pt>
                <c:pt idx="7749">
                  <c:v>2</c:v>
                </c:pt>
                <c:pt idx="7750">
                  <c:v>2</c:v>
                </c:pt>
                <c:pt idx="7751">
                  <c:v>2</c:v>
                </c:pt>
                <c:pt idx="7752">
                  <c:v>2</c:v>
                </c:pt>
                <c:pt idx="7753">
                  <c:v>2</c:v>
                </c:pt>
                <c:pt idx="7754">
                  <c:v>2</c:v>
                </c:pt>
                <c:pt idx="7755">
                  <c:v>2</c:v>
                </c:pt>
                <c:pt idx="7756">
                  <c:v>2</c:v>
                </c:pt>
                <c:pt idx="7757">
                  <c:v>3</c:v>
                </c:pt>
                <c:pt idx="7758">
                  <c:v>2</c:v>
                </c:pt>
                <c:pt idx="7759">
                  <c:v>5</c:v>
                </c:pt>
                <c:pt idx="7760">
                  <c:v>3</c:v>
                </c:pt>
                <c:pt idx="7761">
                  <c:v>4</c:v>
                </c:pt>
                <c:pt idx="7762">
                  <c:v>7</c:v>
                </c:pt>
                <c:pt idx="7763">
                  <c:v>8</c:v>
                </c:pt>
                <c:pt idx="7764">
                  <c:v>1</c:v>
                </c:pt>
                <c:pt idx="7765">
                  <c:v>4</c:v>
                </c:pt>
                <c:pt idx="7766">
                  <c:v>2</c:v>
                </c:pt>
                <c:pt idx="7767">
                  <c:v>4</c:v>
                </c:pt>
                <c:pt idx="7768">
                  <c:v>4</c:v>
                </c:pt>
                <c:pt idx="7769">
                  <c:v>6</c:v>
                </c:pt>
                <c:pt idx="7770">
                  <c:v>4</c:v>
                </c:pt>
                <c:pt idx="7771">
                  <c:v>5</c:v>
                </c:pt>
                <c:pt idx="7772">
                  <c:v>4</c:v>
                </c:pt>
                <c:pt idx="7773">
                  <c:v>4</c:v>
                </c:pt>
                <c:pt idx="7774">
                  <c:v>4</c:v>
                </c:pt>
                <c:pt idx="7775">
                  <c:v>2</c:v>
                </c:pt>
                <c:pt idx="7776">
                  <c:v>3</c:v>
                </c:pt>
                <c:pt idx="7777">
                  <c:v>1</c:v>
                </c:pt>
                <c:pt idx="7778">
                  <c:v>3</c:v>
                </c:pt>
                <c:pt idx="7779">
                  <c:v>2</c:v>
                </c:pt>
                <c:pt idx="7780">
                  <c:v>3</c:v>
                </c:pt>
                <c:pt idx="7781">
                  <c:v>3</c:v>
                </c:pt>
                <c:pt idx="7782">
                  <c:v>2</c:v>
                </c:pt>
                <c:pt idx="7783">
                  <c:v>1</c:v>
                </c:pt>
                <c:pt idx="7784">
                  <c:v>2</c:v>
                </c:pt>
                <c:pt idx="7785">
                  <c:v>2</c:v>
                </c:pt>
                <c:pt idx="7786">
                  <c:v>2</c:v>
                </c:pt>
                <c:pt idx="7787">
                  <c:v>2</c:v>
                </c:pt>
                <c:pt idx="7788">
                  <c:v>1</c:v>
                </c:pt>
                <c:pt idx="7789">
                  <c:v>2</c:v>
                </c:pt>
                <c:pt idx="7790">
                  <c:v>2</c:v>
                </c:pt>
                <c:pt idx="7791">
                  <c:v>2</c:v>
                </c:pt>
                <c:pt idx="7792">
                  <c:v>2</c:v>
                </c:pt>
                <c:pt idx="7793">
                  <c:v>1</c:v>
                </c:pt>
                <c:pt idx="7794">
                  <c:v>2</c:v>
                </c:pt>
                <c:pt idx="7795">
                  <c:v>1</c:v>
                </c:pt>
                <c:pt idx="7796">
                  <c:v>2</c:v>
                </c:pt>
                <c:pt idx="7797">
                  <c:v>2</c:v>
                </c:pt>
                <c:pt idx="7798">
                  <c:v>2</c:v>
                </c:pt>
                <c:pt idx="7799">
                  <c:v>2</c:v>
                </c:pt>
                <c:pt idx="7800">
                  <c:v>3</c:v>
                </c:pt>
                <c:pt idx="7801">
                  <c:v>2</c:v>
                </c:pt>
                <c:pt idx="7802">
                  <c:v>4</c:v>
                </c:pt>
                <c:pt idx="7803">
                  <c:v>2</c:v>
                </c:pt>
                <c:pt idx="7804">
                  <c:v>2</c:v>
                </c:pt>
                <c:pt idx="7805">
                  <c:v>2</c:v>
                </c:pt>
                <c:pt idx="7806">
                  <c:v>2</c:v>
                </c:pt>
                <c:pt idx="7807">
                  <c:v>2</c:v>
                </c:pt>
                <c:pt idx="7808">
                  <c:v>2</c:v>
                </c:pt>
                <c:pt idx="7809">
                  <c:v>2</c:v>
                </c:pt>
                <c:pt idx="7810">
                  <c:v>2</c:v>
                </c:pt>
                <c:pt idx="7811">
                  <c:v>2</c:v>
                </c:pt>
                <c:pt idx="7812">
                  <c:v>2</c:v>
                </c:pt>
                <c:pt idx="7813">
                  <c:v>3</c:v>
                </c:pt>
                <c:pt idx="7814">
                  <c:v>3</c:v>
                </c:pt>
                <c:pt idx="7815">
                  <c:v>4</c:v>
                </c:pt>
                <c:pt idx="7816">
                  <c:v>5</c:v>
                </c:pt>
                <c:pt idx="7817">
                  <c:v>3</c:v>
                </c:pt>
                <c:pt idx="7818">
                  <c:v>4</c:v>
                </c:pt>
                <c:pt idx="7819">
                  <c:v>2</c:v>
                </c:pt>
                <c:pt idx="7820">
                  <c:v>3</c:v>
                </c:pt>
                <c:pt idx="7821">
                  <c:v>3</c:v>
                </c:pt>
                <c:pt idx="7822">
                  <c:v>4</c:v>
                </c:pt>
                <c:pt idx="7823">
                  <c:v>3</c:v>
                </c:pt>
                <c:pt idx="7824">
                  <c:v>2</c:v>
                </c:pt>
                <c:pt idx="7825">
                  <c:v>1</c:v>
                </c:pt>
                <c:pt idx="7826">
                  <c:v>3</c:v>
                </c:pt>
                <c:pt idx="7827">
                  <c:v>2</c:v>
                </c:pt>
                <c:pt idx="7828">
                  <c:v>3</c:v>
                </c:pt>
                <c:pt idx="7829">
                  <c:v>5</c:v>
                </c:pt>
                <c:pt idx="7830">
                  <c:v>6</c:v>
                </c:pt>
                <c:pt idx="7831">
                  <c:v>3</c:v>
                </c:pt>
                <c:pt idx="7832">
                  <c:v>3</c:v>
                </c:pt>
                <c:pt idx="7833">
                  <c:v>4</c:v>
                </c:pt>
                <c:pt idx="7834">
                  <c:v>4</c:v>
                </c:pt>
                <c:pt idx="7835">
                  <c:v>3</c:v>
                </c:pt>
                <c:pt idx="7836">
                  <c:v>3</c:v>
                </c:pt>
                <c:pt idx="7837">
                  <c:v>3</c:v>
                </c:pt>
                <c:pt idx="7838">
                  <c:v>2</c:v>
                </c:pt>
                <c:pt idx="7839">
                  <c:v>3</c:v>
                </c:pt>
                <c:pt idx="7840">
                  <c:v>3</c:v>
                </c:pt>
                <c:pt idx="7841">
                  <c:v>3</c:v>
                </c:pt>
                <c:pt idx="7842">
                  <c:v>2</c:v>
                </c:pt>
                <c:pt idx="7843">
                  <c:v>2</c:v>
                </c:pt>
                <c:pt idx="7844">
                  <c:v>2</c:v>
                </c:pt>
                <c:pt idx="7845">
                  <c:v>3</c:v>
                </c:pt>
                <c:pt idx="7846">
                  <c:v>3</c:v>
                </c:pt>
                <c:pt idx="7847">
                  <c:v>3</c:v>
                </c:pt>
                <c:pt idx="7848">
                  <c:v>2</c:v>
                </c:pt>
                <c:pt idx="7849">
                  <c:v>2</c:v>
                </c:pt>
                <c:pt idx="7850">
                  <c:v>3</c:v>
                </c:pt>
                <c:pt idx="7851">
                  <c:v>1</c:v>
                </c:pt>
                <c:pt idx="7852">
                  <c:v>3</c:v>
                </c:pt>
                <c:pt idx="7853">
                  <c:v>2</c:v>
                </c:pt>
                <c:pt idx="7854">
                  <c:v>3</c:v>
                </c:pt>
                <c:pt idx="7855">
                  <c:v>3</c:v>
                </c:pt>
                <c:pt idx="7856">
                  <c:v>2</c:v>
                </c:pt>
                <c:pt idx="7857">
                  <c:v>3</c:v>
                </c:pt>
                <c:pt idx="7858">
                  <c:v>3</c:v>
                </c:pt>
                <c:pt idx="7859">
                  <c:v>2</c:v>
                </c:pt>
                <c:pt idx="7860">
                  <c:v>1</c:v>
                </c:pt>
                <c:pt idx="7861">
                  <c:v>4</c:v>
                </c:pt>
                <c:pt idx="7862">
                  <c:v>2</c:v>
                </c:pt>
                <c:pt idx="7863">
                  <c:v>1</c:v>
                </c:pt>
                <c:pt idx="7864">
                  <c:v>1</c:v>
                </c:pt>
                <c:pt idx="7865">
                  <c:v>1</c:v>
                </c:pt>
                <c:pt idx="7866">
                  <c:v>2</c:v>
                </c:pt>
                <c:pt idx="7867">
                  <c:v>2</c:v>
                </c:pt>
                <c:pt idx="7868">
                  <c:v>2</c:v>
                </c:pt>
                <c:pt idx="7869">
                  <c:v>2</c:v>
                </c:pt>
                <c:pt idx="7870">
                  <c:v>2</c:v>
                </c:pt>
                <c:pt idx="7871">
                  <c:v>1</c:v>
                </c:pt>
                <c:pt idx="7872">
                  <c:v>2</c:v>
                </c:pt>
                <c:pt idx="7873">
                  <c:v>2</c:v>
                </c:pt>
                <c:pt idx="7874">
                  <c:v>2</c:v>
                </c:pt>
                <c:pt idx="7875">
                  <c:v>1</c:v>
                </c:pt>
                <c:pt idx="7876">
                  <c:v>1</c:v>
                </c:pt>
                <c:pt idx="7877">
                  <c:v>3</c:v>
                </c:pt>
                <c:pt idx="7878">
                  <c:v>1</c:v>
                </c:pt>
                <c:pt idx="7879">
                  <c:v>3</c:v>
                </c:pt>
                <c:pt idx="7880">
                  <c:v>3</c:v>
                </c:pt>
                <c:pt idx="7881">
                  <c:v>4</c:v>
                </c:pt>
                <c:pt idx="7882">
                  <c:v>1</c:v>
                </c:pt>
                <c:pt idx="7883">
                  <c:v>3</c:v>
                </c:pt>
                <c:pt idx="7884">
                  <c:v>2</c:v>
                </c:pt>
                <c:pt idx="7885">
                  <c:v>2</c:v>
                </c:pt>
                <c:pt idx="7886">
                  <c:v>1</c:v>
                </c:pt>
                <c:pt idx="7887">
                  <c:v>1</c:v>
                </c:pt>
                <c:pt idx="7888">
                  <c:v>2</c:v>
                </c:pt>
                <c:pt idx="7889">
                  <c:v>2</c:v>
                </c:pt>
                <c:pt idx="7890">
                  <c:v>4</c:v>
                </c:pt>
                <c:pt idx="7891">
                  <c:v>2</c:v>
                </c:pt>
                <c:pt idx="7892">
                  <c:v>3</c:v>
                </c:pt>
                <c:pt idx="7893">
                  <c:v>2</c:v>
                </c:pt>
                <c:pt idx="7894">
                  <c:v>4</c:v>
                </c:pt>
                <c:pt idx="7895">
                  <c:v>1</c:v>
                </c:pt>
                <c:pt idx="7896">
                  <c:v>1</c:v>
                </c:pt>
                <c:pt idx="7897">
                  <c:v>2</c:v>
                </c:pt>
                <c:pt idx="7898">
                  <c:v>2</c:v>
                </c:pt>
                <c:pt idx="7899">
                  <c:v>2</c:v>
                </c:pt>
                <c:pt idx="7900">
                  <c:v>1</c:v>
                </c:pt>
                <c:pt idx="7901">
                  <c:v>2</c:v>
                </c:pt>
                <c:pt idx="7902">
                  <c:v>1</c:v>
                </c:pt>
                <c:pt idx="7903">
                  <c:v>2</c:v>
                </c:pt>
                <c:pt idx="7904">
                  <c:v>2</c:v>
                </c:pt>
                <c:pt idx="7905">
                  <c:v>2</c:v>
                </c:pt>
                <c:pt idx="7906">
                  <c:v>2</c:v>
                </c:pt>
                <c:pt idx="7907">
                  <c:v>2</c:v>
                </c:pt>
                <c:pt idx="7908">
                  <c:v>1</c:v>
                </c:pt>
                <c:pt idx="7909">
                  <c:v>1</c:v>
                </c:pt>
                <c:pt idx="7910">
                  <c:v>2</c:v>
                </c:pt>
                <c:pt idx="7911">
                  <c:v>2</c:v>
                </c:pt>
                <c:pt idx="7912">
                  <c:v>3</c:v>
                </c:pt>
                <c:pt idx="7913">
                  <c:v>2</c:v>
                </c:pt>
                <c:pt idx="7914">
                  <c:v>1</c:v>
                </c:pt>
                <c:pt idx="7915">
                  <c:v>2</c:v>
                </c:pt>
                <c:pt idx="7916">
                  <c:v>2</c:v>
                </c:pt>
                <c:pt idx="7917">
                  <c:v>2</c:v>
                </c:pt>
                <c:pt idx="7918">
                  <c:v>1</c:v>
                </c:pt>
                <c:pt idx="7919">
                  <c:v>1</c:v>
                </c:pt>
                <c:pt idx="7920">
                  <c:v>3</c:v>
                </c:pt>
                <c:pt idx="7921">
                  <c:v>2</c:v>
                </c:pt>
                <c:pt idx="7922">
                  <c:v>1</c:v>
                </c:pt>
                <c:pt idx="7923">
                  <c:v>1</c:v>
                </c:pt>
                <c:pt idx="7924">
                  <c:v>1</c:v>
                </c:pt>
                <c:pt idx="7925">
                  <c:v>4</c:v>
                </c:pt>
                <c:pt idx="7926">
                  <c:v>3</c:v>
                </c:pt>
                <c:pt idx="7927">
                  <c:v>4</c:v>
                </c:pt>
                <c:pt idx="7928">
                  <c:v>2</c:v>
                </c:pt>
                <c:pt idx="7929">
                  <c:v>2</c:v>
                </c:pt>
                <c:pt idx="7930">
                  <c:v>2</c:v>
                </c:pt>
                <c:pt idx="7931">
                  <c:v>2</c:v>
                </c:pt>
                <c:pt idx="7932">
                  <c:v>2</c:v>
                </c:pt>
                <c:pt idx="7933">
                  <c:v>2</c:v>
                </c:pt>
                <c:pt idx="7934">
                  <c:v>2</c:v>
                </c:pt>
                <c:pt idx="7935">
                  <c:v>1</c:v>
                </c:pt>
                <c:pt idx="7936">
                  <c:v>2</c:v>
                </c:pt>
                <c:pt idx="7937">
                  <c:v>2</c:v>
                </c:pt>
                <c:pt idx="7938">
                  <c:v>2</c:v>
                </c:pt>
                <c:pt idx="7939">
                  <c:v>2</c:v>
                </c:pt>
                <c:pt idx="7940">
                  <c:v>2</c:v>
                </c:pt>
                <c:pt idx="7941">
                  <c:v>2</c:v>
                </c:pt>
                <c:pt idx="7942">
                  <c:v>2</c:v>
                </c:pt>
                <c:pt idx="7943">
                  <c:v>2</c:v>
                </c:pt>
                <c:pt idx="7944">
                  <c:v>2</c:v>
                </c:pt>
                <c:pt idx="7945">
                  <c:v>2</c:v>
                </c:pt>
                <c:pt idx="7946">
                  <c:v>3</c:v>
                </c:pt>
                <c:pt idx="7947">
                  <c:v>2</c:v>
                </c:pt>
                <c:pt idx="7948">
                  <c:v>2</c:v>
                </c:pt>
                <c:pt idx="7949">
                  <c:v>2</c:v>
                </c:pt>
                <c:pt idx="7950">
                  <c:v>3</c:v>
                </c:pt>
                <c:pt idx="7951">
                  <c:v>1</c:v>
                </c:pt>
                <c:pt idx="7952">
                  <c:v>2</c:v>
                </c:pt>
                <c:pt idx="7953">
                  <c:v>3</c:v>
                </c:pt>
                <c:pt idx="7954">
                  <c:v>2</c:v>
                </c:pt>
                <c:pt idx="7955">
                  <c:v>3</c:v>
                </c:pt>
                <c:pt idx="7956">
                  <c:v>2</c:v>
                </c:pt>
                <c:pt idx="7957">
                  <c:v>2</c:v>
                </c:pt>
                <c:pt idx="7958">
                  <c:v>2</c:v>
                </c:pt>
                <c:pt idx="7959">
                  <c:v>2</c:v>
                </c:pt>
                <c:pt idx="7960">
                  <c:v>2</c:v>
                </c:pt>
                <c:pt idx="7961">
                  <c:v>2</c:v>
                </c:pt>
                <c:pt idx="7962">
                  <c:v>2</c:v>
                </c:pt>
                <c:pt idx="7963">
                  <c:v>2</c:v>
                </c:pt>
                <c:pt idx="7964">
                  <c:v>4</c:v>
                </c:pt>
                <c:pt idx="7965">
                  <c:v>1</c:v>
                </c:pt>
                <c:pt idx="7966">
                  <c:v>1</c:v>
                </c:pt>
                <c:pt idx="7967">
                  <c:v>2</c:v>
                </c:pt>
                <c:pt idx="7968">
                  <c:v>2</c:v>
                </c:pt>
                <c:pt idx="7969">
                  <c:v>1</c:v>
                </c:pt>
                <c:pt idx="7970">
                  <c:v>1</c:v>
                </c:pt>
                <c:pt idx="7971">
                  <c:v>2</c:v>
                </c:pt>
                <c:pt idx="7972">
                  <c:v>2</c:v>
                </c:pt>
                <c:pt idx="7973">
                  <c:v>4</c:v>
                </c:pt>
                <c:pt idx="7974">
                  <c:v>3</c:v>
                </c:pt>
                <c:pt idx="7975">
                  <c:v>2</c:v>
                </c:pt>
                <c:pt idx="7976">
                  <c:v>1</c:v>
                </c:pt>
                <c:pt idx="7977">
                  <c:v>1</c:v>
                </c:pt>
                <c:pt idx="7978">
                  <c:v>1</c:v>
                </c:pt>
                <c:pt idx="7979">
                  <c:v>2</c:v>
                </c:pt>
                <c:pt idx="7980">
                  <c:v>1</c:v>
                </c:pt>
                <c:pt idx="7981">
                  <c:v>2</c:v>
                </c:pt>
                <c:pt idx="7982">
                  <c:v>2</c:v>
                </c:pt>
                <c:pt idx="7983">
                  <c:v>2</c:v>
                </c:pt>
                <c:pt idx="7984">
                  <c:v>2</c:v>
                </c:pt>
                <c:pt idx="7985">
                  <c:v>1</c:v>
                </c:pt>
                <c:pt idx="7986">
                  <c:v>1</c:v>
                </c:pt>
                <c:pt idx="7987">
                  <c:v>4</c:v>
                </c:pt>
                <c:pt idx="7988">
                  <c:v>2</c:v>
                </c:pt>
                <c:pt idx="7989">
                  <c:v>2</c:v>
                </c:pt>
                <c:pt idx="7990">
                  <c:v>2</c:v>
                </c:pt>
                <c:pt idx="7991">
                  <c:v>2</c:v>
                </c:pt>
                <c:pt idx="7992">
                  <c:v>2</c:v>
                </c:pt>
                <c:pt idx="7993">
                  <c:v>2</c:v>
                </c:pt>
                <c:pt idx="7994">
                  <c:v>1</c:v>
                </c:pt>
                <c:pt idx="7995">
                  <c:v>2</c:v>
                </c:pt>
                <c:pt idx="7996">
                  <c:v>4</c:v>
                </c:pt>
                <c:pt idx="7997">
                  <c:v>3</c:v>
                </c:pt>
                <c:pt idx="7998">
                  <c:v>3</c:v>
                </c:pt>
                <c:pt idx="7999">
                  <c:v>2</c:v>
                </c:pt>
                <c:pt idx="8000">
                  <c:v>2</c:v>
                </c:pt>
                <c:pt idx="8001">
                  <c:v>2</c:v>
                </c:pt>
                <c:pt idx="8002">
                  <c:v>2</c:v>
                </c:pt>
                <c:pt idx="8003">
                  <c:v>2</c:v>
                </c:pt>
                <c:pt idx="8004">
                  <c:v>2</c:v>
                </c:pt>
                <c:pt idx="8005">
                  <c:v>2</c:v>
                </c:pt>
                <c:pt idx="8006">
                  <c:v>2</c:v>
                </c:pt>
                <c:pt idx="8007">
                  <c:v>3</c:v>
                </c:pt>
                <c:pt idx="8008">
                  <c:v>1</c:v>
                </c:pt>
                <c:pt idx="8009">
                  <c:v>2</c:v>
                </c:pt>
                <c:pt idx="8010">
                  <c:v>2</c:v>
                </c:pt>
                <c:pt idx="8011">
                  <c:v>2</c:v>
                </c:pt>
                <c:pt idx="8012">
                  <c:v>3</c:v>
                </c:pt>
                <c:pt idx="8013">
                  <c:v>3</c:v>
                </c:pt>
                <c:pt idx="8014">
                  <c:v>2</c:v>
                </c:pt>
                <c:pt idx="8015">
                  <c:v>3</c:v>
                </c:pt>
                <c:pt idx="8016">
                  <c:v>2</c:v>
                </c:pt>
                <c:pt idx="8017">
                  <c:v>3</c:v>
                </c:pt>
                <c:pt idx="8018">
                  <c:v>2</c:v>
                </c:pt>
                <c:pt idx="8019">
                  <c:v>2</c:v>
                </c:pt>
                <c:pt idx="8020">
                  <c:v>2</c:v>
                </c:pt>
                <c:pt idx="8021">
                  <c:v>3</c:v>
                </c:pt>
                <c:pt idx="8022">
                  <c:v>2</c:v>
                </c:pt>
                <c:pt idx="8023">
                  <c:v>3</c:v>
                </c:pt>
                <c:pt idx="8024">
                  <c:v>2</c:v>
                </c:pt>
                <c:pt idx="8025">
                  <c:v>2</c:v>
                </c:pt>
                <c:pt idx="8026">
                  <c:v>2</c:v>
                </c:pt>
                <c:pt idx="8027">
                  <c:v>2</c:v>
                </c:pt>
                <c:pt idx="8028">
                  <c:v>2</c:v>
                </c:pt>
                <c:pt idx="8029">
                  <c:v>2</c:v>
                </c:pt>
                <c:pt idx="8030">
                  <c:v>2</c:v>
                </c:pt>
                <c:pt idx="8031">
                  <c:v>2</c:v>
                </c:pt>
                <c:pt idx="8032">
                  <c:v>2</c:v>
                </c:pt>
                <c:pt idx="8033">
                  <c:v>2</c:v>
                </c:pt>
                <c:pt idx="8034">
                  <c:v>2</c:v>
                </c:pt>
                <c:pt idx="8035">
                  <c:v>2</c:v>
                </c:pt>
                <c:pt idx="8036">
                  <c:v>2</c:v>
                </c:pt>
                <c:pt idx="8037">
                  <c:v>2</c:v>
                </c:pt>
                <c:pt idx="8038">
                  <c:v>1</c:v>
                </c:pt>
                <c:pt idx="8039">
                  <c:v>2</c:v>
                </c:pt>
                <c:pt idx="8040">
                  <c:v>1</c:v>
                </c:pt>
                <c:pt idx="8041">
                  <c:v>2</c:v>
                </c:pt>
                <c:pt idx="8042">
                  <c:v>3</c:v>
                </c:pt>
                <c:pt idx="8043">
                  <c:v>2</c:v>
                </c:pt>
                <c:pt idx="8044">
                  <c:v>3</c:v>
                </c:pt>
                <c:pt idx="8045">
                  <c:v>3</c:v>
                </c:pt>
                <c:pt idx="8046">
                  <c:v>2</c:v>
                </c:pt>
                <c:pt idx="8047">
                  <c:v>4</c:v>
                </c:pt>
                <c:pt idx="8048">
                  <c:v>2</c:v>
                </c:pt>
                <c:pt idx="8049">
                  <c:v>3</c:v>
                </c:pt>
                <c:pt idx="8050">
                  <c:v>1</c:v>
                </c:pt>
                <c:pt idx="8051">
                  <c:v>4</c:v>
                </c:pt>
                <c:pt idx="8052">
                  <c:v>2</c:v>
                </c:pt>
                <c:pt idx="8053">
                  <c:v>2</c:v>
                </c:pt>
                <c:pt idx="8054">
                  <c:v>1</c:v>
                </c:pt>
                <c:pt idx="8055">
                  <c:v>2</c:v>
                </c:pt>
                <c:pt idx="8056">
                  <c:v>2</c:v>
                </c:pt>
                <c:pt idx="8057">
                  <c:v>3</c:v>
                </c:pt>
                <c:pt idx="8058">
                  <c:v>3</c:v>
                </c:pt>
                <c:pt idx="8059">
                  <c:v>2</c:v>
                </c:pt>
                <c:pt idx="8060">
                  <c:v>3</c:v>
                </c:pt>
                <c:pt idx="8061">
                  <c:v>2</c:v>
                </c:pt>
                <c:pt idx="8062">
                  <c:v>1</c:v>
                </c:pt>
                <c:pt idx="8063">
                  <c:v>1</c:v>
                </c:pt>
                <c:pt idx="8064">
                  <c:v>2</c:v>
                </c:pt>
                <c:pt idx="8065">
                  <c:v>3</c:v>
                </c:pt>
                <c:pt idx="8066">
                  <c:v>3</c:v>
                </c:pt>
                <c:pt idx="8067">
                  <c:v>2</c:v>
                </c:pt>
                <c:pt idx="8068">
                  <c:v>1</c:v>
                </c:pt>
                <c:pt idx="8069">
                  <c:v>2</c:v>
                </c:pt>
                <c:pt idx="8070">
                  <c:v>3</c:v>
                </c:pt>
                <c:pt idx="8071">
                  <c:v>4</c:v>
                </c:pt>
                <c:pt idx="8072">
                  <c:v>4</c:v>
                </c:pt>
                <c:pt idx="8073">
                  <c:v>20</c:v>
                </c:pt>
                <c:pt idx="8074">
                  <c:v>20</c:v>
                </c:pt>
                <c:pt idx="8075">
                  <c:v>12</c:v>
                </c:pt>
                <c:pt idx="8076">
                  <c:v>4</c:v>
                </c:pt>
                <c:pt idx="8077">
                  <c:v>4</c:v>
                </c:pt>
                <c:pt idx="8078">
                  <c:v>4</c:v>
                </c:pt>
                <c:pt idx="8079">
                  <c:v>4</c:v>
                </c:pt>
                <c:pt idx="8080">
                  <c:v>6</c:v>
                </c:pt>
                <c:pt idx="8081">
                  <c:v>13</c:v>
                </c:pt>
                <c:pt idx="8082">
                  <c:v>2</c:v>
                </c:pt>
                <c:pt idx="8083">
                  <c:v>3</c:v>
                </c:pt>
                <c:pt idx="8084">
                  <c:v>3</c:v>
                </c:pt>
                <c:pt idx="8085">
                  <c:v>3</c:v>
                </c:pt>
                <c:pt idx="8086">
                  <c:v>2</c:v>
                </c:pt>
                <c:pt idx="8087">
                  <c:v>5</c:v>
                </c:pt>
                <c:pt idx="8088">
                  <c:v>3</c:v>
                </c:pt>
                <c:pt idx="8089">
                  <c:v>2</c:v>
                </c:pt>
                <c:pt idx="8090">
                  <c:v>2</c:v>
                </c:pt>
                <c:pt idx="8091">
                  <c:v>3</c:v>
                </c:pt>
                <c:pt idx="8092">
                  <c:v>3</c:v>
                </c:pt>
                <c:pt idx="8093">
                  <c:v>3</c:v>
                </c:pt>
                <c:pt idx="8094">
                  <c:v>2</c:v>
                </c:pt>
                <c:pt idx="8095">
                  <c:v>4</c:v>
                </c:pt>
                <c:pt idx="8096">
                  <c:v>2</c:v>
                </c:pt>
                <c:pt idx="8097">
                  <c:v>3</c:v>
                </c:pt>
                <c:pt idx="8098">
                  <c:v>3</c:v>
                </c:pt>
                <c:pt idx="8099">
                  <c:v>3</c:v>
                </c:pt>
                <c:pt idx="8100">
                  <c:v>3</c:v>
                </c:pt>
                <c:pt idx="8101">
                  <c:v>6</c:v>
                </c:pt>
                <c:pt idx="8102">
                  <c:v>3</c:v>
                </c:pt>
                <c:pt idx="8103">
                  <c:v>3</c:v>
                </c:pt>
                <c:pt idx="8104">
                  <c:v>2</c:v>
                </c:pt>
                <c:pt idx="8105">
                  <c:v>3</c:v>
                </c:pt>
                <c:pt idx="8106">
                  <c:v>3</c:v>
                </c:pt>
                <c:pt idx="8107">
                  <c:v>3</c:v>
                </c:pt>
                <c:pt idx="8108">
                  <c:v>3</c:v>
                </c:pt>
                <c:pt idx="8109">
                  <c:v>3</c:v>
                </c:pt>
                <c:pt idx="8110">
                  <c:v>3</c:v>
                </c:pt>
                <c:pt idx="8111">
                  <c:v>3</c:v>
                </c:pt>
                <c:pt idx="8112">
                  <c:v>3</c:v>
                </c:pt>
                <c:pt idx="8113">
                  <c:v>3</c:v>
                </c:pt>
                <c:pt idx="8114">
                  <c:v>3</c:v>
                </c:pt>
                <c:pt idx="8115">
                  <c:v>3</c:v>
                </c:pt>
                <c:pt idx="8116">
                  <c:v>3</c:v>
                </c:pt>
                <c:pt idx="8117">
                  <c:v>3</c:v>
                </c:pt>
                <c:pt idx="8118">
                  <c:v>3</c:v>
                </c:pt>
                <c:pt idx="8119">
                  <c:v>3</c:v>
                </c:pt>
                <c:pt idx="8120">
                  <c:v>2</c:v>
                </c:pt>
                <c:pt idx="8121">
                  <c:v>2</c:v>
                </c:pt>
                <c:pt idx="8122">
                  <c:v>2</c:v>
                </c:pt>
                <c:pt idx="8123">
                  <c:v>1</c:v>
                </c:pt>
                <c:pt idx="8124">
                  <c:v>1</c:v>
                </c:pt>
                <c:pt idx="8125">
                  <c:v>2</c:v>
                </c:pt>
                <c:pt idx="8126">
                  <c:v>2</c:v>
                </c:pt>
                <c:pt idx="8127">
                  <c:v>2</c:v>
                </c:pt>
                <c:pt idx="8128">
                  <c:v>1</c:v>
                </c:pt>
                <c:pt idx="8129">
                  <c:v>2</c:v>
                </c:pt>
                <c:pt idx="8130">
                  <c:v>2</c:v>
                </c:pt>
                <c:pt idx="8131">
                  <c:v>2</c:v>
                </c:pt>
                <c:pt idx="8132">
                  <c:v>1</c:v>
                </c:pt>
                <c:pt idx="8133">
                  <c:v>2</c:v>
                </c:pt>
                <c:pt idx="8134">
                  <c:v>2</c:v>
                </c:pt>
                <c:pt idx="8135">
                  <c:v>3</c:v>
                </c:pt>
                <c:pt idx="8136">
                  <c:v>3</c:v>
                </c:pt>
                <c:pt idx="8137">
                  <c:v>2</c:v>
                </c:pt>
                <c:pt idx="8138">
                  <c:v>2</c:v>
                </c:pt>
                <c:pt idx="8139">
                  <c:v>2</c:v>
                </c:pt>
                <c:pt idx="8140">
                  <c:v>1</c:v>
                </c:pt>
                <c:pt idx="8141">
                  <c:v>2</c:v>
                </c:pt>
                <c:pt idx="8142">
                  <c:v>1</c:v>
                </c:pt>
                <c:pt idx="8143">
                  <c:v>3</c:v>
                </c:pt>
                <c:pt idx="8144">
                  <c:v>3</c:v>
                </c:pt>
                <c:pt idx="8145">
                  <c:v>2</c:v>
                </c:pt>
                <c:pt idx="8146">
                  <c:v>2</c:v>
                </c:pt>
                <c:pt idx="8147">
                  <c:v>1</c:v>
                </c:pt>
                <c:pt idx="8148">
                  <c:v>2</c:v>
                </c:pt>
                <c:pt idx="8149">
                  <c:v>2</c:v>
                </c:pt>
                <c:pt idx="8150">
                  <c:v>2</c:v>
                </c:pt>
                <c:pt idx="8151">
                  <c:v>3</c:v>
                </c:pt>
                <c:pt idx="8152">
                  <c:v>1</c:v>
                </c:pt>
                <c:pt idx="8153">
                  <c:v>2</c:v>
                </c:pt>
                <c:pt idx="8154">
                  <c:v>2</c:v>
                </c:pt>
                <c:pt idx="8155">
                  <c:v>3</c:v>
                </c:pt>
                <c:pt idx="8156">
                  <c:v>4</c:v>
                </c:pt>
                <c:pt idx="8157">
                  <c:v>2</c:v>
                </c:pt>
                <c:pt idx="8158">
                  <c:v>2</c:v>
                </c:pt>
                <c:pt idx="8159">
                  <c:v>5</c:v>
                </c:pt>
                <c:pt idx="8160">
                  <c:v>3</c:v>
                </c:pt>
                <c:pt idx="8161">
                  <c:v>2</c:v>
                </c:pt>
                <c:pt idx="8162">
                  <c:v>2</c:v>
                </c:pt>
                <c:pt idx="8163">
                  <c:v>2</c:v>
                </c:pt>
                <c:pt idx="8164">
                  <c:v>2</c:v>
                </c:pt>
                <c:pt idx="8165">
                  <c:v>2</c:v>
                </c:pt>
                <c:pt idx="8166">
                  <c:v>2</c:v>
                </c:pt>
                <c:pt idx="8167">
                  <c:v>2</c:v>
                </c:pt>
                <c:pt idx="8168">
                  <c:v>3</c:v>
                </c:pt>
                <c:pt idx="8169">
                  <c:v>2</c:v>
                </c:pt>
                <c:pt idx="8170">
                  <c:v>3</c:v>
                </c:pt>
                <c:pt idx="8171">
                  <c:v>2</c:v>
                </c:pt>
                <c:pt idx="8172">
                  <c:v>2</c:v>
                </c:pt>
                <c:pt idx="8173">
                  <c:v>3</c:v>
                </c:pt>
                <c:pt idx="8174">
                  <c:v>2</c:v>
                </c:pt>
                <c:pt idx="8175">
                  <c:v>4</c:v>
                </c:pt>
                <c:pt idx="8176">
                  <c:v>2</c:v>
                </c:pt>
                <c:pt idx="8177">
                  <c:v>2</c:v>
                </c:pt>
                <c:pt idx="8178">
                  <c:v>2</c:v>
                </c:pt>
                <c:pt idx="8179">
                  <c:v>2</c:v>
                </c:pt>
                <c:pt idx="8180">
                  <c:v>2</c:v>
                </c:pt>
                <c:pt idx="8181">
                  <c:v>2</c:v>
                </c:pt>
                <c:pt idx="8182">
                  <c:v>2</c:v>
                </c:pt>
                <c:pt idx="8183">
                  <c:v>2</c:v>
                </c:pt>
                <c:pt idx="8184">
                  <c:v>2</c:v>
                </c:pt>
                <c:pt idx="8185">
                  <c:v>2</c:v>
                </c:pt>
                <c:pt idx="8186">
                  <c:v>2</c:v>
                </c:pt>
                <c:pt idx="8187">
                  <c:v>3</c:v>
                </c:pt>
                <c:pt idx="8188">
                  <c:v>2</c:v>
                </c:pt>
                <c:pt idx="8189">
                  <c:v>2</c:v>
                </c:pt>
                <c:pt idx="8190">
                  <c:v>2</c:v>
                </c:pt>
                <c:pt idx="8191">
                  <c:v>2</c:v>
                </c:pt>
                <c:pt idx="8192">
                  <c:v>2</c:v>
                </c:pt>
                <c:pt idx="8193">
                  <c:v>2</c:v>
                </c:pt>
                <c:pt idx="8194">
                  <c:v>2</c:v>
                </c:pt>
                <c:pt idx="8195">
                  <c:v>2</c:v>
                </c:pt>
                <c:pt idx="8196">
                  <c:v>2</c:v>
                </c:pt>
                <c:pt idx="8197">
                  <c:v>2</c:v>
                </c:pt>
                <c:pt idx="8198">
                  <c:v>2</c:v>
                </c:pt>
                <c:pt idx="8199">
                  <c:v>2</c:v>
                </c:pt>
                <c:pt idx="8200">
                  <c:v>2</c:v>
                </c:pt>
                <c:pt idx="8201">
                  <c:v>1</c:v>
                </c:pt>
                <c:pt idx="8202">
                  <c:v>2</c:v>
                </c:pt>
                <c:pt idx="8203">
                  <c:v>3</c:v>
                </c:pt>
                <c:pt idx="8204">
                  <c:v>1</c:v>
                </c:pt>
                <c:pt idx="8205">
                  <c:v>4</c:v>
                </c:pt>
                <c:pt idx="8206">
                  <c:v>3</c:v>
                </c:pt>
                <c:pt idx="8207">
                  <c:v>2</c:v>
                </c:pt>
                <c:pt idx="8208">
                  <c:v>1</c:v>
                </c:pt>
                <c:pt idx="8209">
                  <c:v>1</c:v>
                </c:pt>
                <c:pt idx="8210">
                  <c:v>2</c:v>
                </c:pt>
                <c:pt idx="8211">
                  <c:v>2</c:v>
                </c:pt>
                <c:pt idx="8212">
                  <c:v>1</c:v>
                </c:pt>
                <c:pt idx="8213">
                  <c:v>3</c:v>
                </c:pt>
                <c:pt idx="8214">
                  <c:v>2</c:v>
                </c:pt>
                <c:pt idx="8215">
                  <c:v>4</c:v>
                </c:pt>
                <c:pt idx="8216">
                  <c:v>2</c:v>
                </c:pt>
                <c:pt idx="8217">
                  <c:v>2</c:v>
                </c:pt>
                <c:pt idx="8218">
                  <c:v>3</c:v>
                </c:pt>
                <c:pt idx="8219">
                  <c:v>3</c:v>
                </c:pt>
                <c:pt idx="8220">
                  <c:v>1</c:v>
                </c:pt>
                <c:pt idx="8221">
                  <c:v>1</c:v>
                </c:pt>
                <c:pt idx="8222">
                  <c:v>2</c:v>
                </c:pt>
                <c:pt idx="8223">
                  <c:v>2</c:v>
                </c:pt>
                <c:pt idx="8224">
                  <c:v>4</c:v>
                </c:pt>
                <c:pt idx="8225">
                  <c:v>3</c:v>
                </c:pt>
                <c:pt idx="8226">
                  <c:v>3</c:v>
                </c:pt>
                <c:pt idx="8227">
                  <c:v>3</c:v>
                </c:pt>
                <c:pt idx="8228">
                  <c:v>3</c:v>
                </c:pt>
                <c:pt idx="8229">
                  <c:v>3</c:v>
                </c:pt>
                <c:pt idx="8230">
                  <c:v>3</c:v>
                </c:pt>
                <c:pt idx="8231">
                  <c:v>1</c:v>
                </c:pt>
                <c:pt idx="8232">
                  <c:v>1</c:v>
                </c:pt>
                <c:pt idx="8233">
                  <c:v>1</c:v>
                </c:pt>
                <c:pt idx="8234">
                  <c:v>1</c:v>
                </c:pt>
                <c:pt idx="8235">
                  <c:v>2</c:v>
                </c:pt>
                <c:pt idx="8236">
                  <c:v>2</c:v>
                </c:pt>
                <c:pt idx="8237">
                  <c:v>1</c:v>
                </c:pt>
                <c:pt idx="8238">
                  <c:v>2</c:v>
                </c:pt>
                <c:pt idx="8239">
                  <c:v>1</c:v>
                </c:pt>
                <c:pt idx="8240">
                  <c:v>1</c:v>
                </c:pt>
                <c:pt idx="8241">
                  <c:v>1</c:v>
                </c:pt>
                <c:pt idx="8242">
                  <c:v>1</c:v>
                </c:pt>
                <c:pt idx="8243">
                  <c:v>1</c:v>
                </c:pt>
                <c:pt idx="8244">
                  <c:v>1</c:v>
                </c:pt>
                <c:pt idx="8245">
                  <c:v>1</c:v>
                </c:pt>
                <c:pt idx="8246">
                  <c:v>1</c:v>
                </c:pt>
                <c:pt idx="8247">
                  <c:v>1</c:v>
                </c:pt>
                <c:pt idx="8248">
                  <c:v>2</c:v>
                </c:pt>
                <c:pt idx="8249">
                  <c:v>1</c:v>
                </c:pt>
                <c:pt idx="8250">
                  <c:v>3</c:v>
                </c:pt>
                <c:pt idx="8251">
                  <c:v>4</c:v>
                </c:pt>
                <c:pt idx="8252">
                  <c:v>2</c:v>
                </c:pt>
                <c:pt idx="8253">
                  <c:v>2</c:v>
                </c:pt>
                <c:pt idx="8254">
                  <c:v>2</c:v>
                </c:pt>
                <c:pt idx="8255">
                  <c:v>3</c:v>
                </c:pt>
                <c:pt idx="8256">
                  <c:v>1</c:v>
                </c:pt>
                <c:pt idx="8257">
                  <c:v>2</c:v>
                </c:pt>
                <c:pt idx="8258">
                  <c:v>1</c:v>
                </c:pt>
                <c:pt idx="8259">
                  <c:v>3</c:v>
                </c:pt>
                <c:pt idx="8260">
                  <c:v>3</c:v>
                </c:pt>
                <c:pt idx="8261">
                  <c:v>1</c:v>
                </c:pt>
                <c:pt idx="8262">
                  <c:v>1</c:v>
                </c:pt>
                <c:pt idx="8263">
                  <c:v>2</c:v>
                </c:pt>
                <c:pt idx="8264">
                  <c:v>2</c:v>
                </c:pt>
                <c:pt idx="8265">
                  <c:v>3</c:v>
                </c:pt>
                <c:pt idx="8266">
                  <c:v>1</c:v>
                </c:pt>
                <c:pt idx="8267">
                  <c:v>2</c:v>
                </c:pt>
                <c:pt idx="8268">
                  <c:v>3</c:v>
                </c:pt>
                <c:pt idx="8269">
                  <c:v>2</c:v>
                </c:pt>
                <c:pt idx="8270">
                  <c:v>1</c:v>
                </c:pt>
                <c:pt idx="8271">
                  <c:v>2</c:v>
                </c:pt>
                <c:pt idx="8272">
                  <c:v>1</c:v>
                </c:pt>
                <c:pt idx="8273">
                  <c:v>3</c:v>
                </c:pt>
                <c:pt idx="8274">
                  <c:v>1</c:v>
                </c:pt>
                <c:pt idx="8275">
                  <c:v>2</c:v>
                </c:pt>
                <c:pt idx="8276">
                  <c:v>2</c:v>
                </c:pt>
                <c:pt idx="8277">
                  <c:v>4</c:v>
                </c:pt>
                <c:pt idx="8278">
                  <c:v>2</c:v>
                </c:pt>
                <c:pt idx="8279">
                  <c:v>2</c:v>
                </c:pt>
                <c:pt idx="8280">
                  <c:v>1</c:v>
                </c:pt>
                <c:pt idx="8281">
                  <c:v>5</c:v>
                </c:pt>
                <c:pt idx="8282">
                  <c:v>3</c:v>
                </c:pt>
                <c:pt idx="8283">
                  <c:v>2</c:v>
                </c:pt>
                <c:pt idx="8284">
                  <c:v>5</c:v>
                </c:pt>
                <c:pt idx="8285">
                  <c:v>2</c:v>
                </c:pt>
                <c:pt idx="8286">
                  <c:v>2</c:v>
                </c:pt>
                <c:pt idx="8287">
                  <c:v>2</c:v>
                </c:pt>
                <c:pt idx="8288">
                  <c:v>3</c:v>
                </c:pt>
                <c:pt idx="8289">
                  <c:v>4</c:v>
                </c:pt>
                <c:pt idx="8290">
                  <c:v>3</c:v>
                </c:pt>
                <c:pt idx="8291">
                  <c:v>4</c:v>
                </c:pt>
                <c:pt idx="8292">
                  <c:v>3</c:v>
                </c:pt>
                <c:pt idx="8293">
                  <c:v>2</c:v>
                </c:pt>
                <c:pt idx="8294">
                  <c:v>-3</c:v>
                </c:pt>
                <c:pt idx="8295">
                  <c:v>3</c:v>
                </c:pt>
                <c:pt idx="8296">
                  <c:v>3</c:v>
                </c:pt>
                <c:pt idx="8297">
                  <c:v>3</c:v>
                </c:pt>
                <c:pt idx="8298">
                  <c:v>4</c:v>
                </c:pt>
                <c:pt idx="8299">
                  <c:v>2</c:v>
                </c:pt>
                <c:pt idx="8300">
                  <c:v>4</c:v>
                </c:pt>
                <c:pt idx="8301">
                  <c:v>4</c:v>
                </c:pt>
                <c:pt idx="8302">
                  <c:v>3</c:v>
                </c:pt>
                <c:pt idx="8303">
                  <c:v>6</c:v>
                </c:pt>
                <c:pt idx="8304">
                  <c:v>5</c:v>
                </c:pt>
                <c:pt idx="8305">
                  <c:v>3</c:v>
                </c:pt>
                <c:pt idx="8306">
                  <c:v>5</c:v>
                </c:pt>
                <c:pt idx="8307">
                  <c:v>7</c:v>
                </c:pt>
                <c:pt idx="8308">
                  <c:v>6</c:v>
                </c:pt>
                <c:pt idx="8309">
                  <c:v>7</c:v>
                </c:pt>
                <c:pt idx="8310">
                  <c:v>5</c:v>
                </c:pt>
                <c:pt idx="8311">
                  <c:v>6</c:v>
                </c:pt>
                <c:pt idx="8312">
                  <c:v>9</c:v>
                </c:pt>
                <c:pt idx="8313">
                  <c:v>3</c:v>
                </c:pt>
                <c:pt idx="8314">
                  <c:v>6</c:v>
                </c:pt>
                <c:pt idx="8315">
                  <c:v>7</c:v>
                </c:pt>
                <c:pt idx="8316">
                  <c:v>10</c:v>
                </c:pt>
                <c:pt idx="8317">
                  <c:v>6</c:v>
                </c:pt>
                <c:pt idx="8318">
                  <c:v>5</c:v>
                </c:pt>
                <c:pt idx="8319">
                  <c:v>2</c:v>
                </c:pt>
                <c:pt idx="8320">
                  <c:v>5</c:v>
                </c:pt>
                <c:pt idx="8321">
                  <c:v>2</c:v>
                </c:pt>
                <c:pt idx="8322">
                  <c:v>2</c:v>
                </c:pt>
                <c:pt idx="8323">
                  <c:v>0</c:v>
                </c:pt>
                <c:pt idx="8324">
                  <c:v>2</c:v>
                </c:pt>
                <c:pt idx="8325">
                  <c:v>2</c:v>
                </c:pt>
                <c:pt idx="8326">
                  <c:v>2</c:v>
                </c:pt>
                <c:pt idx="8327">
                  <c:v>2</c:v>
                </c:pt>
                <c:pt idx="8328">
                  <c:v>4</c:v>
                </c:pt>
                <c:pt idx="8329">
                  <c:v>2</c:v>
                </c:pt>
                <c:pt idx="8330">
                  <c:v>2</c:v>
                </c:pt>
                <c:pt idx="8331">
                  <c:v>7</c:v>
                </c:pt>
                <c:pt idx="8332">
                  <c:v>5</c:v>
                </c:pt>
                <c:pt idx="8333">
                  <c:v>5</c:v>
                </c:pt>
                <c:pt idx="8334">
                  <c:v>3</c:v>
                </c:pt>
                <c:pt idx="8335">
                  <c:v>6</c:v>
                </c:pt>
                <c:pt idx="8336">
                  <c:v>1</c:v>
                </c:pt>
                <c:pt idx="8337">
                  <c:v>2</c:v>
                </c:pt>
                <c:pt idx="8338">
                  <c:v>4</c:v>
                </c:pt>
                <c:pt idx="8339">
                  <c:v>4</c:v>
                </c:pt>
                <c:pt idx="8340">
                  <c:v>4</c:v>
                </c:pt>
                <c:pt idx="8341">
                  <c:v>4</c:v>
                </c:pt>
                <c:pt idx="8342">
                  <c:v>4</c:v>
                </c:pt>
                <c:pt idx="8343">
                  <c:v>4</c:v>
                </c:pt>
                <c:pt idx="8344">
                  <c:v>4</c:v>
                </c:pt>
                <c:pt idx="8345">
                  <c:v>4</c:v>
                </c:pt>
                <c:pt idx="8346">
                  <c:v>5</c:v>
                </c:pt>
                <c:pt idx="8347">
                  <c:v>4</c:v>
                </c:pt>
                <c:pt idx="8348">
                  <c:v>4</c:v>
                </c:pt>
                <c:pt idx="8349">
                  <c:v>5</c:v>
                </c:pt>
                <c:pt idx="8350">
                  <c:v>4</c:v>
                </c:pt>
                <c:pt idx="8351">
                  <c:v>4</c:v>
                </c:pt>
                <c:pt idx="8352">
                  <c:v>4</c:v>
                </c:pt>
                <c:pt idx="8353">
                  <c:v>5</c:v>
                </c:pt>
                <c:pt idx="8354">
                  <c:v>6</c:v>
                </c:pt>
                <c:pt idx="8355">
                  <c:v>4</c:v>
                </c:pt>
                <c:pt idx="8356">
                  <c:v>4</c:v>
                </c:pt>
                <c:pt idx="8357">
                  <c:v>3</c:v>
                </c:pt>
                <c:pt idx="8358">
                  <c:v>4</c:v>
                </c:pt>
                <c:pt idx="8359">
                  <c:v>3</c:v>
                </c:pt>
                <c:pt idx="8360">
                  <c:v>4</c:v>
                </c:pt>
                <c:pt idx="8361">
                  <c:v>4</c:v>
                </c:pt>
                <c:pt idx="8362">
                  <c:v>8</c:v>
                </c:pt>
                <c:pt idx="8363">
                  <c:v>7</c:v>
                </c:pt>
                <c:pt idx="8364">
                  <c:v>13</c:v>
                </c:pt>
                <c:pt idx="8365">
                  <c:v>15</c:v>
                </c:pt>
                <c:pt idx="8366">
                  <c:v>13</c:v>
                </c:pt>
                <c:pt idx="8367">
                  <c:v>6</c:v>
                </c:pt>
                <c:pt idx="8368">
                  <c:v>8</c:v>
                </c:pt>
                <c:pt idx="8369">
                  <c:v>18</c:v>
                </c:pt>
                <c:pt idx="8370">
                  <c:v>10</c:v>
                </c:pt>
                <c:pt idx="8371">
                  <c:v>5</c:v>
                </c:pt>
                <c:pt idx="8372">
                  <c:v>2</c:v>
                </c:pt>
                <c:pt idx="8373">
                  <c:v>5</c:v>
                </c:pt>
                <c:pt idx="8374">
                  <c:v>3</c:v>
                </c:pt>
                <c:pt idx="8375">
                  <c:v>1</c:v>
                </c:pt>
                <c:pt idx="8376">
                  <c:v>2</c:v>
                </c:pt>
                <c:pt idx="8377">
                  <c:v>3</c:v>
                </c:pt>
                <c:pt idx="8378">
                  <c:v>3</c:v>
                </c:pt>
                <c:pt idx="8379">
                  <c:v>4</c:v>
                </c:pt>
                <c:pt idx="8380">
                  <c:v>3</c:v>
                </c:pt>
                <c:pt idx="8381">
                  <c:v>3</c:v>
                </c:pt>
                <c:pt idx="8382">
                  <c:v>2</c:v>
                </c:pt>
                <c:pt idx="8383">
                  <c:v>3</c:v>
                </c:pt>
                <c:pt idx="8384">
                  <c:v>4</c:v>
                </c:pt>
                <c:pt idx="8385">
                  <c:v>2</c:v>
                </c:pt>
                <c:pt idx="8386">
                  <c:v>3</c:v>
                </c:pt>
                <c:pt idx="8387">
                  <c:v>2</c:v>
                </c:pt>
                <c:pt idx="8388">
                  <c:v>2</c:v>
                </c:pt>
                <c:pt idx="8389">
                  <c:v>1</c:v>
                </c:pt>
                <c:pt idx="8390">
                  <c:v>2</c:v>
                </c:pt>
                <c:pt idx="8391">
                  <c:v>3</c:v>
                </c:pt>
                <c:pt idx="8392">
                  <c:v>4</c:v>
                </c:pt>
                <c:pt idx="8393">
                  <c:v>2</c:v>
                </c:pt>
                <c:pt idx="8394">
                  <c:v>2</c:v>
                </c:pt>
                <c:pt idx="8395">
                  <c:v>2</c:v>
                </c:pt>
                <c:pt idx="8396">
                  <c:v>3</c:v>
                </c:pt>
                <c:pt idx="8397">
                  <c:v>3</c:v>
                </c:pt>
                <c:pt idx="8398">
                  <c:v>2</c:v>
                </c:pt>
                <c:pt idx="8399">
                  <c:v>2</c:v>
                </c:pt>
                <c:pt idx="8400">
                  <c:v>3</c:v>
                </c:pt>
                <c:pt idx="8401">
                  <c:v>3</c:v>
                </c:pt>
                <c:pt idx="8402">
                  <c:v>2</c:v>
                </c:pt>
                <c:pt idx="8403">
                  <c:v>2</c:v>
                </c:pt>
                <c:pt idx="8404">
                  <c:v>3</c:v>
                </c:pt>
                <c:pt idx="8405">
                  <c:v>4</c:v>
                </c:pt>
                <c:pt idx="8406">
                  <c:v>4</c:v>
                </c:pt>
                <c:pt idx="8407">
                  <c:v>4</c:v>
                </c:pt>
                <c:pt idx="8408">
                  <c:v>7</c:v>
                </c:pt>
                <c:pt idx="8409">
                  <c:v>4</c:v>
                </c:pt>
                <c:pt idx="8410">
                  <c:v>4</c:v>
                </c:pt>
                <c:pt idx="8411">
                  <c:v>4</c:v>
                </c:pt>
                <c:pt idx="8412">
                  <c:v>4</c:v>
                </c:pt>
                <c:pt idx="8413">
                  <c:v>4</c:v>
                </c:pt>
                <c:pt idx="8414">
                  <c:v>5</c:v>
                </c:pt>
                <c:pt idx="8415">
                  <c:v>3</c:v>
                </c:pt>
                <c:pt idx="8416">
                  <c:v>3</c:v>
                </c:pt>
                <c:pt idx="8417">
                  <c:v>4</c:v>
                </c:pt>
                <c:pt idx="8418">
                  <c:v>2</c:v>
                </c:pt>
                <c:pt idx="8419">
                  <c:v>2</c:v>
                </c:pt>
                <c:pt idx="8420">
                  <c:v>1</c:v>
                </c:pt>
                <c:pt idx="8421">
                  <c:v>4</c:v>
                </c:pt>
                <c:pt idx="8422">
                  <c:v>1</c:v>
                </c:pt>
                <c:pt idx="8423">
                  <c:v>2</c:v>
                </c:pt>
                <c:pt idx="8424">
                  <c:v>1</c:v>
                </c:pt>
                <c:pt idx="8425">
                  <c:v>1</c:v>
                </c:pt>
                <c:pt idx="8426">
                  <c:v>1</c:v>
                </c:pt>
                <c:pt idx="8427">
                  <c:v>1</c:v>
                </c:pt>
                <c:pt idx="8428">
                  <c:v>1</c:v>
                </c:pt>
                <c:pt idx="8429">
                  <c:v>2</c:v>
                </c:pt>
                <c:pt idx="8430">
                  <c:v>1</c:v>
                </c:pt>
                <c:pt idx="8431">
                  <c:v>3</c:v>
                </c:pt>
                <c:pt idx="8432">
                  <c:v>4</c:v>
                </c:pt>
                <c:pt idx="8433">
                  <c:v>2</c:v>
                </c:pt>
                <c:pt idx="8434">
                  <c:v>2</c:v>
                </c:pt>
                <c:pt idx="8435">
                  <c:v>3</c:v>
                </c:pt>
                <c:pt idx="8436">
                  <c:v>3</c:v>
                </c:pt>
                <c:pt idx="8437">
                  <c:v>1</c:v>
                </c:pt>
                <c:pt idx="8438">
                  <c:v>1</c:v>
                </c:pt>
                <c:pt idx="8439">
                  <c:v>1</c:v>
                </c:pt>
                <c:pt idx="8440">
                  <c:v>1</c:v>
                </c:pt>
                <c:pt idx="8441">
                  <c:v>1</c:v>
                </c:pt>
                <c:pt idx="8442">
                  <c:v>2</c:v>
                </c:pt>
                <c:pt idx="8443">
                  <c:v>1</c:v>
                </c:pt>
                <c:pt idx="8444">
                  <c:v>3</c:v>
                </c:pt>
                <c:pt idx="8445">
                  <c:v>1</c:v>
                </c:pt>
                <c:pt idx="8446">
                  <c:v>7</c:v>
                </c:pt>
                <c:pt idx="8447">
                  <c:v>3</c:v>
                </c:pt>
                <c:pt idx="8448">
                  <c:v>5</c:v>
                </c:pt>
                <c:pt idx="8449">
                  <c:v>6</c:v>
                </c:pt>
                <c:pt idx="8450">
                  <c:v>5</c:v>
                </c:pt>
                <c:pt idx="8451">
                  <c:v>4</c:v>
                </c:pt>
                <c:pt idx="8452">
                  <c:v>7</c:v>
                </c:pt>
                <c:pt idx="8453">
                  <c:v>7</c:v>
                </c:pt>
                <c:pt idx="8454">
                  <c:v>5</c:v>
                </c:pt>
                <c:pt idx="8455">
                  <c:v>4</c:v>
                </c:pt>
                <c:pt idx="8456">
                  <c:v>4</c:v>
                </c:pt>
                <c:pt idx="8457">
                  <c:v>4</c:v>
                </c:pt>
                <c:pt idx="8458">
                  <c:v>5</c:v>
                </c:pt>
                <c:pt idx="8459">
                  <c:v>4</c:v>
                </c:pt>
                <c:pt idx="8460">
                  <c:v>4</c:v>
                </c:pt>
                <c:pt idx="8461">
                  <c:v>4</c:v>
                </c:pt>
                <c:pt idx="8462">
                  <c:v>4</c:v>
                </c:pt>
                <c:pt idx="8463">
                  <c:v>4</c:v>
                </c:pt>
                <c:pt idx="8464">
                  <c:v>4</c:v>
                </c:pt>
                <c:pt idx="8465">
                  <c:v>4</c:v>
                </c:pt>
                <c:pt idx="8466">
                  <c:v>4</c:v>
                </c:pt>
                <c:pt idx="8467">
                  <c:v>4</c:v>
                </c:pt>
                <c:pt idx="8468">
                  <c:v>3</c:v>
                </c:pt>
                <c:pt idx="8469">
                  <c:v>6</c:v>
                </c:pt>
                <c:pt idx="8470">
                  <c:v>8</c:v>
                </c:pt>
                <c:pt idx="8471">
                  <c:v>4</c:v>
                </c:pt>
                <c:pt idx="8472">
                  <c:v>4</c:v>
                </c:pt>
                <c:pt idx="8473">
                  <c:v>4</c:v>
                </c:pt>
                <c:pt idx="8474">
                  <c:v>3</c:v>
                </c:pt>
                <c:pt idx="8475">
                  <c:v>2</c:v>
                </c:pt>
                <c:pt idx="8476">
                  <c:v>4</c:v>
                </c:pt>
                <c:pt idx="8477">
                  <c:v>3</c:v>
                </c:pt>
                <c:pt idx="8478">
                  <c:v>5</c:v>
                </c:pt>
                <c:pt idx="8479">
                  <c:v>4</c:v>
                </c:pt>
                <c:pt idx="8480">
                  <c:v>3</c:v>
                </c:pt>
                <c:pt idx="8481">
                  <c:v>3</c:v>
                </c:pt>
                <c:pt idx="8482">
                  <c:v>2</c:v>
                </c:pt>
                <c:pt idx="8483">
                  <c:v>2</c:v>
                </c:pt>
                <c:pt idx="8484">
                  <c:v>4</c:v>
                </c:pt>
                <c:pt idx="8485">
                  <c:v>-3</c:v>
                </c:pt>
                <c:pt idx="8486">
                  <c:v>2</c:v>
                </c:pt>
                <c:pt idx="8487">
                  <c:v>4</c:v>
                </c:pt>
                <c:pt idx="8488">
                  <c:v>2</c:v>
                </c:pt>
                <c:pt idx="8489">
                  <c:v>4</c:v>
                </c:pt>
                <c:pt idx="8490">
                  <c:v>4</c:v>
                </c:pt>
                <c:pt idx="8491">
                  <c:v>3</c:v>
                </c:pt>
                <c:pt idx="8492">
                  <c:v>2</c:v>
                </c:pt>
                <c:pt idx="8493">
                  <c:v>2</c:v>
                </c:pt>
                <c:pt idx="8494">
                  <c:v>2</c:v>
                </c:pt>
                <c:pt idx="8495">
                  <c:v>3</c:v>
                </c:pt>
                <c:pt idx="8496">
                  <c:v>2</c:v>
                </c:pt>
                <c:pt idx="8497">
                  <c:v>2</c:v>
                </c:pt>
                <c:pt idx="8498">
                  <c:v>3</c:v>
                </c:pt>
                <c:pt idx="8499">
                  <c:v>1</c:v>
                </c:pt>
                <c:pt idx="8500">
                  <c:v>2</c:v>
                </c:pt>
                <c:pt idx="8501">
                  <c:v>3</c:v>
                </c:pt>
                <c:pt idx="8502">
                  <c:v>3</c:v>
                </c:pt>
                <c:pt idx="8503">
                  <c:v>2</c:v>
                </c:pt>
                <c:pt idx="8504">
                  <c:v>3</c:v>
                </c:pt>
                <c:pt idx="8505">
                  <c:v>2</c:v>
                </c:pt>
                <c:pt idx="8506">
                  <c:v>2</c:v>
                </c:pt>
                <c:pt idx="8507">
                  <c:v>2</c:v>
                </c:pt>
                <c:pt idx="8508">
                  <c:v>2</c:v>
                </c:pt>
                <c:pt idx="8509">
                  <c:v>2</c:v>
                </c:pt>
                <c:pt idx="8510">
                  <c:v>3</c:v>
                </c:pt>
                <c:pt idx="8511">
                  <c:v>1</c:v>
                </c:pt>
                <c:pt idx="8512">
                  <c:v>3</c:v>
                </c:pt>
                <c:pt idx="8513">
                  <c:v>2</c:v>
                </c:pt>
                <c:pt idx="8514">
                  <c:v>1</c:v>
                </c:pt>
                <c:pt idx="8515">
                  <c:v>2</c:v>
                </c:pt>
                <c:pt idx="8516">
                  <c:v>2</c:v>
                </c:pt>
                <c:pt idx="8517">
                  <c:v>2</c:v>
                </c:pt>
                <c:pt idx="8518">
                  <c:v>2</c:v>
                </c:pt>
                <c:pt idx="8519">
                  <c:v>2</c:v>
                </c:pt>
                <c:pt idx="8520">
                  <c:v>2</c:v>
                </c:pt>
                <c:pt idx="8521">
                  <c:v>4</c:v>
                </c:pt>
                <c:pt idx="8522">
                  <c:v>2</c:v>
                </c:pt>
                <c:pt idx="8523">
                  <c:v>1</c:v>
                </c:pt>
                <c:pt idx="8524">
                  <c:v>4</c:v>
                </c:pt>
                <c:pt idx="8525">
                  <c:v>2</c:v>
                </c:pt>
                <c:pt idx="8526">
                  <c:v>1</c:v>
                </c:pt>
                <c:pt idx="8527">
                  <c:v>3</c:v>
                </c:pt>
                <c:pt idx="8528">
                  <c:v>1</c:v>
                </c:pt>
                <c:pt idx="8529">
                  <c:v>3</c:v>
                </c:pt>
                <c:pt idx="8530">
                  <c:v>2</c:v>
                </c:pt>
                <c:pt idx="8531">
                  <c:v>2</c:v>
                </c:pt>
                <c:pt idx="8532">
                  <c:v>2</c:v>
                </c:pt>
                <c:pt idx="8533">
                  <c:v>2</c:v>
                </c:pt>
                <c:pt idx="8534">
                  <c:v>4</c:v>
                </c:pt>
                <c:pt idx="8535">
                  <c:v>4</c:v>
                </c:pt>
                <c:pt idx="8536">
                  <c:v>1</c:v>
                </c:pt>
                <c:pt idx="8537">
                  <c:v>4</c:v>
                </c:pt>
                <c:pt idx="8538">
                  <c:v>4</c:v>
                </c:pt>
                <c:pt idx="8539">
                  <c:v>2</c:v>
                </c:pt>
                <c:pt idx="8540">
                  <c:v>4</c:v>
                </c:pt>
                <c:pt idx="8541">
                  <c:v>4</c:v>
                </c:pt>
                <c:pt idx="8542">
                  <c:v>4</c:v>
                </c:pt>
                <c:pt idx="8543">
                  <c:v>4</c:v>
                </c:pt>
                <c:pt idx="8544">
                  <c:v>4</c:v>
                </c:pt>
                <c:pt idx="8545">
                  <c:v>3</c:v>
                </c:pt>
                <c:pt idx="8546">
                  <c:v>4</c:v>
                </c:pt>
                <c:pt idx="8547">
                  <c:v>4</c:v>
                </c:pt>
                <c:pt idx="8548">
                  <c:v>4</c:v>
                </c:pt>
                <c:pt idx="8549">
                  <c:v>3</c:v>
                </c:pt>
                <c:pt idx="8550">
                  <c:v>2</c:v>
                </c:pt>
                <c:pt idx="8551">
                  <c:v>3</c:v>
                </c:pt>
                <c:pt idx="8552">
                  <c:v>2</c:v>
                </c:pt>
                <c:pt idx="8553">
                  <c:v>2</c:v>
                </c:pt>
                <c:pt idx="8554">
                  <c:v>2</c:v>
                </c:pt>
                <c:pt idx="8555">
                  <c:v>1</c:v>
                </c:pt>
                <c:pt idx="8556">
                  <c:v>3</c:v>
                </c:pt>
                <c:pt idx="8557">
                  <c:v>3</c:v>
                </c:pt>
                <c:pt idx="8558">
                  <c:v>2</c:v>
                </c:pt>
                <c:pt idx="8559">
                  <c:v>1</c:v>
                </c:pt>
                <c:pt idx="8560">
                  <c:v>2</c:v>
                </c:pt>
                <c:pt idx="8561">
                  <c:v>3</c:v>
                </c:pt>
                <c:pt idx="8562">
                  <c:v>4</c:v>
                </c:pt>
                <c:pt idx="8563">
                  <c:v>3</c:v>
                </c:pt>
                <c:pt idx="8564">
                  <c:v>2</c:v>
                </c:pt>
                <c:pt idx="8565">
                  <c:v>2</c:v>
                </c:pt>
                <c:pt idx="8566">
                  <c:v>11</c:v>
                </c:pt>
                <c:pt idx="8567">
                  <c:v>10</c:v>
                </c:pt>
                <c:pt idx="8568">
                  <c:v>24</c:v>
                </c:pt>
                <c:pt idx="8569">
                  <c:v>6</c:v>
                </c:pt>
                <c:pt idx="8570">
                  <c:v>15</c:v>
                </c:pt>
                <c:pt idx="8571">
                  <c:v>6</c:v>
                </c:pt>
                <c:pt idx="8572">
                  <c:v>4</c:v>
                </c:pt>
                <c:pt idx="8573">
                  <c:v>7</c:v>
                </c:pt>
                <c:pt idx="8574">
                  <c:v>6</c:v>
                </c:pt>
                <c:pt idx="8575">
                  <c:v>4</c:v>
                </c:pt>
                <c:pt idx="8576">
                  <c:v>5</c:v>
                </c:pt>
                <c:pt idx="8577">
                  <c:v>7</c:v>
                </c:pt>
                <c:pt idx="8578">
                  <c:v>6</c:v>
                </c:pt>
                <c:pt idx="8579">
                  <c:v>6</c:v>
                </c:pt>
                <c:pt idx="8580">
                  <c:v>2</c:v>
                </c:pt>
                <c:pt idx="8581">
                  <c:v>5</c:v>
                </c:pt>
                <c:pt idx="8582">
                  <c:v>7</c:v>
                </c:pt>
                <c:pt idx="8583">
                  <c:v>7</c:v>
                </c:pt>
                <c:pt idx="8584">
                  <c:v>6</c:v>
                </c:pt>
                <c:pt idx="8585">
                  <c:v>4</c:v>
                </c:pt>
                <c:pt idx="8586">
                  <c:v>1</c:v>
                </c:pt>
                <c:pt idx="8587">
                  <c:v>12</c:v>
                </c:pt>
                <c:pt idx="8588">
                  <c:v>7</c:v>
                </c:pt>
                <c:pt idx="8589">
                  <c:v>10</c:v>
                </c:pt>
                <c:pt idx="8590">
                  <c:v>6</c:v>
                </c:pt>
                <c:pt idx="8591">
                  <c:v>4</c:v>
                </c:pt>
                <c:pt idx="8592">
                  <c:v>3</c:v>
                </c:pt>
                <c:pt idx="8593">
                  <c:v>1</c:v>
                </c:pt>
                <c:pt idx="8594">
                  <c:v>10</c:v>
                </c:pt>
                <c:pt idx="8595">
                  <c:v>6</c:v>
                </c:pt>
                <c:pt idx="8596">
                  <c:v>4</c:v>
                </c:pt>
                <c:pt idx="8597">
                  <c:v>7</c:v>
                </c:pt>
                <c:pt idx="8598">
                  <c:v>9</c:v>
                </c:pt>
                <c:pt idx="8599">
                  <c:v>4</c:v>
                </c:pt>
                <c:pt idx="8600">
                  <c:v>3</c:v>
                </c:pt>
                <c:pt idx="8601">
                  <c:v>3</c:v>
                </c:pt>
                <c:pt idx="8602">
                  <c:v>2</c:v>
                </c:pt>
                <c:pt idx="8603">
                  <c:v>3</c:v>
                </c:pt>
                <c:pt idx="8604">
                  <c:v>3</c:v>
                </c:pt>
                <c:pt idx="8605">
                  <c:v>1</c:v>
                </c:pt>
                <c:pt idx="8606">
                  <c:v>1</c:v>
                </c:pt>
                <c:pt idx="8607">
                  <c:v>3</c:v>
                </c:pt>
                <c:pt idx="8608">
                  <c:v>2</c:v>
                </c:pt>
                <c:pt idx="8609">
                  <c:v>2</c:v>
                </c:pt>
                <c:pt idx="8610">
                  <c:v>3</c:v>
                </c:pt>
                <c:pt idx="8611">
                  <c:v>3</c:v>
                </c:pt>
                <c:pt idx="8612">
                  <c:v>2</c:v>
                </c:pt>
                <c:pt idx="8613">
                  <c:v>3</c:v>
                </c:pt>
                <c:pt idx="8614">
                  <c:v>3</c:v>
                </c:pt>
                <c:pt idx="8615">
                  <c:v>2</c:v>
                </c:pt>
                <c:pt idx="8616">
                  <c:v>2</c:v>
                </c:pt>
                <c:pt idx="8617">
                  <c:v>3</c:v>
                </c:pt>
                <c:pt idx="8618">
                  <c:v>2</c:v>
                </c:pt>
                <c:pt idx="8619">
                  <c:v>3</c:v>
                </c:pt>
                <c:pt idx="8620">
                  <c:v>4</c:v>
                </c:pt>
                <c:pt idx="8621">
                  <c:v>3</c:v>
                </c:pt>
                <c:pt idx="8622">
                  <c:v>3</c:v>
                </c:pt>
                <c:pt idx="8623">
                  <c:v>3</c:v>
                </c:pt>
                <c:pt idx="8624">
                  <c:v>4</c:v>
                </c:pt>
                <c:pt idx="8625">
                  <c:v>4</c:v>
                </c:pt>
                <c:pt idx="8626">
                  <c:v>3</c:v>
                </c:pt>
                <c:pt idx="8627">
                  <c:v>3</c:v>
                </c:pt>
                <c:pt idx="8628">
                  <c:v>4</c:v>
                </c:pt>
                <c:pt idx="8629">
                  <c:v>3</c:v>
                </c:pt>
                <c:pt idx="8630">
                  <c:v>3</c:v>
                </c:pt>
                <c:pt idx="8631">
                  <c:v>4</c:v>
                </c:pt>
                <c:pt idx="8632">
                  <c:v>2</c:v>
                </c:pt>
                <c:pt idx="8633">
                  <c:v>2</c:v>
                </c:pt>
                <c:pt idx="8634">
                  <c:v>2</c:v>
                </c:pt>
                <c:pt idx="8635">
                  <c:v>3</c:v>
                </c:pt>
                <c:pt idx="8636">
                  <c:v>4</c:v>
                </c:pt>
                <c:pt idx="8637">
                  <c:v>3</c:v>
                </c:pt>
                <c:pt idx="8638">
                  <c:v>4</c:v>
                </c:pt>
                <c:pt idx="8639">
                  <c:v>2</c:v>
                </c:pt>
                <c:pt idx="8640">
                  <c:v>2</c:v>
                </c:pt>
                <c:pt idx="8641">
                  <c:v>1</c:v>
                </c:pt>
                <c:pt idx="8642">
                  <c:v>2</c:v>
                </c:pt>
                <c:pt idx="8643">
                  <c:v>1</c:v>
                </c:pt>
                <c:pt idx="8644">
                  <c:v>1</c:v>
                </c:pt>
                <c:pt idx="8645">
                  <c:v>2</c:v>
                </c:pt>
                <c:pt idx="8646">
                  <c:v>2</c:v>
                </c:pt>
                <c:pt idx="8647">
                  <c:v>1</c:v>
                </c:pt>
                <c:pt idx="8648">
                  <c:v>2</c:v>
                </c:pt>
                <c:pt idx="8649">
                  <c:v>0</c:v>
                </c:pt>
                <c:pt idx="8650">
                  <c:v>1</c:v>
                </c:pt>
                <c:pt idx="8651">
                  <c:v>2</c:v>
                </c:pt>
                <c:pt idx="8652">
                  <c:v>2</c:v>
                </c:pt>
                <c:pt idx="8653">
                  <c:v>1</c:v>
                </c:pt>
                <c:pt idx="8654">
                  <c:v>2</c:v>
                </c:pt>
                <c:pt idx="8655">
                  <c:v>1</c:v>
                </c:pt>
                <c:pt idx="8656">
                  <c:v>1</c:v>
                </c:pt>
                <c:pt idx="8657">
                  <c:v>2</c:v>
                </c:pt>
                <c:pt idx="8658">
                  <c:v>2</c:v>
                </c:pt>
                <c:pt idx="8659">
                  <c:v>1</c:v>
                </c:pt>
                <c:pt idx="8660">
                  <c:v>1</c:v>
                </c:pt>
                <c:pt idx="8661">
                  <c:v>1</c:v>
                </c:pt>
                <c:pt idx="8662">
                  <c:v>1</c:v>
                </c:pt>
                <c:pt idx="8663">
                  <c:v>1</c:v>
                </c:pt>
                <c:pt idx="8664">
                  <c:v>4</c:v>
                </c:pt>
                <c:pt idx="8665">
                  <c:v>3</c:v>
                </c:pt>
                <c:pt idx="8666">
                  <c:v>1</c:v>
                </c:pt>
                <c:pt idx="8667">
                  <c:v>2</c:v>
                </c:pt>
                <c:pt idx="8668">
                  <c:v>1</c:v>
                </c:pt>
                <c:pt idx="8669">
                  <c:v>2</c:v>
                </c:pt>
                <c:pt idx="8670">
                  <c:v>3</c:v>
                </c:pt>
                <c:pt idx="8671">
                  <c:v>6</c:v>
                </c:pt>
                <c:pt idx="8672">
                  <c:v>5</c:v>
                </c:pt>
                <c:pt idx="8673">
                  <c:v>8</c:v>
                </c:pt>
                <c:pt idx="8674">
                  <c:v>1</c:v>
                </c:pt>
                <c:pt idx="8675">
                  <c:v>4</c:v>
                </c:pt>
                <c:pt idx="8676">
                  <c:v>4</c:v>
                </c:pt>
                <c:pt idx="8677">
                  <c:v>8</c:v>
                </c:pt>
                <c:pt idx="8678">
                  <c:v>8</c:v>
                </c:pt>
                <c:pt idx="8679">
                  <c:v>7</c:v>
                </c:pt>
                <c:pt idx="8680">
                  <c:v>3</c:v>
                </c:pt>
                <c:pt idx="8681">
                  <c:v>9</c:v>
                </c:pt>
                <c:pt idx="8682">
                  <c:v>7</c:v>
                </c:pt>
                <c:pt idx="8683">
                  <c:v>7</c:v>
                </c:pt>
                <c:pt idx="8684">
                  <c:v>8</c:v>
                </c:pt>
                <c:pt idx="8685">
                  <c:v>4</c:v>
                </c:pt>
                <c:pt idx="8686">
                  <c:v>4</c:v>
                </c:pt>
                <c:pt idx="8687">
                  <c:v>1</c:v>
                </c:pt>
                <c:pt idx="8688">
                  <c:v>4</c:v>
                </c:pt>
                <c:pt idx="8689">
                  <c:v>1</c:v>
                </c:pt>
                <c:pt idx="8690">
                  <c:v>4</c:v>
                </c:pt>
                <c:pt idx="8691">
                  <c:v>6</c:v>
                </c:pt>
                <c:pt idx="8692">
                  <c:v>6</c:v>
                </c:pt>
                <c:pt idx="8693">
                  <c:v>4</c:v>
                </c:pt>
                <c:pt idx="8694">
                  <c:v>6</c:v>
                </c:pt>
                <c:pt idx="8695">
                  <c:v>4</c:v>
                </c:pt>
                <c:pt idx="8696">
                  <c:v>6</c:v>
                </c:pt>
                <c:pt idx="8697">
                  <c:v>2</c:v>
                </c:pt>
                <c:pt idx="8698">
                  <c:v>3</c:v>
                </c:pt>
                <c:pt idx="8699">
                  <c:v>3</c:v>
                </c:pt>
                <c:pt idx="8700">
                  <c:v>4</c:v>
                </c:pt>
                <c:pt idx="8701">
                  <c:v>4</c:v>
                </c:pt>
                <c:pt idx="8702">
                  <c:v>4</c:v>
                </c:pt>
                <c:pt idx="8703">
                  <c:v>4</c:v>
                </c:pt>
                <c:pt idx="8704">
                  <c:v>4</c:v>
                </c:pt>
                <c:pt idx="8705">
                  <c:v>2</c:v>
                </c:pt>
                <c:pt idx="8706">
                  <c:v>6</c:v>
                </c:pt>
                <c:pt idx="8707">
                  <c:v>4</c:v>
                </c:pt>
                <c:pt idx="8708">
                  <c:v>4</c:v>
                </c:pt>
                <c:pt idx="8709">
                  <c:v>4</c:v>
                </c:pt>
                <c:pt idx="8710">
                  <c:v>6</c:v>
                </c:pt>
                <c:pt idx="8711">
                  <c:v>4</c:v>
                </c:pt>
                <c:pt idx="8712">
                  <c:v>6</c:v>
                </c:pt>
                <c:pt idx="8713">
                  <c:v>4</c:v>
                </c:pt>
                <c:pt idx="8714">
                  <c:v>6</c:v>
                </c:pt>
                <c:pt idx="8715">
                  <c:v>2</c:v>
                </c:pt>
                <c:pt idx="8716">
                  <c:v>1</c:v>
                </c:pt>
                <c:pt idx="8717">
                  <c:v>2</c:v>
                </c:pt>
                <c:pt idx="8718">
                  <c:v>2</c:v>
                </c:pt>
                <c:pt idx="8719">
                  <c:v>1</c:v>
                </c:pt>
                <c:pt idx="8720">
                  <c:v>1</c:v>
                </c:pt>
                <c:pt idx="8721">
                  <c:v>2</c:v>
                </c:pt>
                <c:pt idx="8722">
                  <c:v>3</c:v>
                </c:pt>
                <c:pt idx="8723">
                  <c:v>1</c:v>
                </c:pt>
                <c:pt idx="8724">
                  <c:v>1</c:v>
                </c:pt>
                <c:pt idx="8725">
                  <c:v>1</c:v>
                </c:pt>
                <c:pt idx="8726">
                  <c:v>2</c:v>
                </c:pt>
                <c:pt idx="8727">
                  <c:v>1</c:v>
                </c:pt>
                <c:pt idx="8728">
                  <c:v>2</c:v>
                </c:pt>
                <c:pt idx="8729">
                  <c:v>3</c:v>
                </c:pt>
                <c:pt idx="8730">
                  <c:v>2</c:v>
                </c:pt>
                <c:pt idx="8731">
                  <c:v>1</c:v>
                </c:pt>
                <c:pt idx="8732">
                  <c:v>1</c:v>
                </c:pt>
                <c:pt idx="8733">
                  <c:v>2</c:v>
                </c:pt>
                <c:pt idx="8734">
                  <c:v>1</c:v>
                </c:pt>
                <c:pt idx="8735">
                  <c:v>1</c:v>
                </c:pt>
                <c:pt idx="8736">
                  <c:v>1</c:v>
                </c:pt>
                <c:pt idx="8737">
                  <c:v>1</c:v>
                </c:pt>
                <c:pt idx="8738">
                  <c:v>1</c:v>
                </c:pt>
                <c:pt idx="8739">
                  <c:v>3</c:v>
                </c:pt>
                <c:pt idx="8740">
                  <c:v>1</c:v>
                </c:pt>
                <c:pt idx="8741">
                  <c:v>1</c:v>
                </c:pt>
                <c:pt idx="8742">
                  <c:v>2</c:v>
                </c:pt>
                <c:pt idx="8743">
                  <c:v>2</c:v>
                </c:pt>
                <c:pt idx="8744">
                  <c:v>2</c:v>
                </c:pt>
                <c:pt idx="8745">
                  <c:v>2</c:v>
                </c:pt>
                <c:pt idx="8746">
                  <c:v>1</c:v>
                </c:pt>
                <c:pt idx="8747">
                  <c:v>2</c:v>
                </c:pt>
                <c:pt idx="8748">
                  <c:v>1</c:v>
                </c:pt>
                <c:pt idx="8749">
                  <c:v>1</c:v>
                </c:pt>
                <c:pt idx="8750">
                  <c:v>1</c:v>
                </c:pt>
                <c:pt idx="8751">
                  <c:v>1</c:v>
                </c:pt>
                <c:pt idx="8752">
                  <c:v>2</c:v>
                </c:pt>
                <c:pt idx="8753">
                  <c:v>3</c:v>
                </c:pt>
                <c:pt idx="8754">
                  <c:v>2</c:v>
                </c:pt>
                <c:pt idx="8755">
                  <c:v>2</c:v>
                </c:pt>
                <c:pt idx="8756">
                  <c:v>3</c:v>
                </c:pt>
                <c:pt idx="8757">
                  <c:v>2</c:v>
                </c:pt>
                <c:pt idx="8758">
                  <c:v>2</c:v>
                </c:pt>
                <c:pt idx="8759">
                  <c:v>3</c:v>
                </c:pt>
                <c:pt idx="8760">
                  <c:v>3</c:v>
                </c:pt>
                <c:pt idx="8761">
                  <c:v>2</c:v>
                </c:pt>
                <c:pt idx="8762">
                  <c:v>3</c:v>
                </c:pt>
                <c:pt idx="8763">
                  <c:v>3</c:v>
                </c:pt>
                <c:pt idx="8764">
                  <c:v>3</c:v>
                </c:pt>
                <c:pt idx="8765">
                  <c:v>4</c:v>
                </c:pt>
                <c:pt idx="8766">
                  <c:v>3</c:v>
                </c:pt>
                <c:pt idx="8767">
                  <c:v>2</c:v>
                </c:pt>
                <c:pt idx="8768">
                  <c:v>6</c:v>
                </c:pt>
                <c:pt idx="8769">
                  <c:v>6</c:v>
                </c:pt>
                <c:pt idx="8770">
                  <c:v>6</c:v>
                </c:pt>
                <c:pt idx="8771">
                  <c:v>3</c:v>
                </c:pt>
                <c:pt idx="8772">
                  <c:v>6</c:v>
                </c:pt>
                <c:pt idx="8773">
                  <c:v>3</c:v>
                </c:pt>
                <c:pt idx="8774">
                  <c:v>5</c:v>
                </c:pt>
                <c:pt idx="8775">
                  <c:v>3</c:v>
                </c:pt>
                <c:pt idx="8776">
                  <c:v>3</c:v>
                </c:pt>
                <c:pt idx="8777">
                  <c:v>1</c:v>
                </c:pt>
                <c:pt idx="8778">
                  <c:v>1</c:v>
                </c:pt>
                <c:pt idx="8779">
                  <c:v>1</c:v>
                </c:pt>
                <c:pt idx="8780">
                  <c:v>1</c:v>
                </c:pt>
                <c:pt idx="8781">
                  <c:v>2</c:v>
                </c:pt>
                <c:pt idx="8782">
                  <c:v>1</c:v>
                </c:pt>
                <c:pt idx="8783">
                  <c:v>3</c:v>
                </c:pt>
                <c:pt idx="8784">
                  <c:v>1</c:v>
                </c:pt>
                <c:pt idx="8785">
                  <c:v>2</c:v>
                </c:pt>
                <c:pt idx="8786">
                  <c:v>3</c:v>
                </c:pt>
                <c:pt idx="8787">
                  <c:v>2</c:v>
                </c:pt>
                <c:pt idx="8788">
                  <c:v>3</c:v>
                </c:pt>
                <c:pt idx="8789">
                  <c:v>1</c:v>
                </c:pt>
                <c:pt idx="8790">
                  <c:v>1</c:v>
                </c:pt>
                <c:pt idx="8791">
                  <c:v>1</c:v>
                </c:pt>
                <c:pt idx="8792">
                  <c:v>2</c:v>
                </c:pt>
                <c:pt idx="8793">
                  <c:v>1</c:v>
                </c:pt>
                <c:pt idx="8794">
                  <c:v>4</c:v>
                </c:pt>
                <c:pt idx="8795">
                  <c:v>2</c:v>
                </c:pt>
                <c:pt idx="8796">
                  <c:v>1</c:v>
                </c:pt>
                <c:pt idx="8797">
                  <c:v>1</c:v>
                </c:pt>
                <c:pt idx="8798">
                  <c:v>2</c:v>
                </c:pt>
                <c:pt idx="8799">
                  <c:v>2</c:v>
                </c:pt>
                <c:pt idx="8800">
                  <c:v>1</c:v>
                </c:pt>
                <c:pt idx="8801">
                  <c:v>2</c:v>
                </c:pt>
                <c:pt idx="8802">
                  <c:v>1</c:v>
                </c:pt>
                <c:pt idx="8803">
                  <c:v>4</c:v>
                </c:pt>
                <c:pt idx="8804">
                  <c:v>2</c:v>
                </c:pt>
                <c:pt idx="8805">
                  <c:v>1</c:v>
                </c:pt>
                <c:pt idx="8806">
                  <c:v>2</c:v>
                </c:pt>
                <c:pt idx="8807">
                  <c:v>1</c:v>
                </c:pt>
                <c:pt idx="8808">
                  <c:v>1</c:v>
                </c:pt>
                <c:pt idx="8809">
                  <c:v>1</c:v>
                </c:pt>
                <c:pt idx="8810">
                  <c:v>2</c:v>
                </c:pt>
                <c:pt idx="8811">
                  <c:v>2</c:v>
                </c:pt>
                <c:pt idx="8812">
                  <c:v>3</c:v>
                </c:pt>
                <c:pt idx="8813">
                  <c:v>3</c:v>
                </c:pt>
                <c:pt idx="8814">
                  <c:v>4</c:v>
                </c:pt>
                <c:pt idx="8815">
                  <c:v>4</c:v>
                </c:pt>
                <c:pt idx="8816">
                  <c:v>5</c:v>
                </c:pt>
                <c:pt idx="8817">
                  <c:v>2</c:v>
                </c:pt>
                <c:pt idx="8818">
                  <c:v>4</c:v>
                </c:pt>
                <c:pt idx="8819">
                  <c:v>5</c:v>
                </c:pt>
                <c:pt idx="8820">
                  <c:v>3</c:v>
                </c:pt>
                <c:pt idx="8821">
                  <c:v>6</c:v>
                </c:pt>
                <c:pt idx="8822">
                  <c:v>6</c:v>
                </c:pt>
                <c:pt idx="8823">
                  <c:v>6</c:v>
                </c:pt>
                <c:pt idx="8824">
                  <c:v>1</c:v>
                </c:pt>
                <c:pt idx="8825">
                  <c:v>3</c:v>
                </c:pt>
                <c:pt idx="8826">
                  <c:v>3</c:v>
                </c:pt>
                <c:pt idx="8827">
                  <c:v>3</c:v>
                </c:pt>
                <c:pt idx="8828">
                  <c:v>3</c:v>
                </c:pt>
                <c:pt idx="8829">
                  <c:v>4</c:v>
                </c:pt>
                <c:pt idx="8830">
                  <c:v>3</c:v>
                </c:pt>
                <c:pt idx="8831">
                  <c:v>3</c:v>
                </c:pt>
                <c:pt idx="8832">
                  <c:v>3</c:v>
                </c:pt>
                <c:pt idx="8833">
                  <c:v>2</c:v>
                </c:pt>
                <c:pt idx="8834">
                  <c:v>3</c:v>
                </c:pt>
                <c:pt idx="8835">
                  <c:v>3</c:v>
                </c:pt>
                <c:pt idx="8836">
                  <c:v>3</c:v>
                </c:pt>
                <c:pt idx="8837">
                  <c:v>3</c:v>
                </c:pt>
                <c:pt idx="8838">
                  <c:v>3</c:v>
                </c:pt>
                <c:pt idx="8839">
                  <c:v>3</c:v>
                </c:pt>
                <c:pt idx="8840">
                  <c:v>3</c:v>
                </c:pt>
                <c:pt idx="8841">
                  <c:v>3</c:v>
                </c:pt>
                <c:pt idx="8842">
                  <c:v>3</c:v>
                </c:pt>
                <c:pt idx="8843">
                  <c:v>2</c:v>
                </c:pt>
                <c:pt idx="8844">
                  <c:v>3</c:v>
                </c:pt>
                <c:pt idx="8845">
                  <c:v>3</c:v>
                </c:pt>
                <c:pt idx="8846">
                  <c:v>4</c:v>
                </c:pt>
                <c:pt idx="8847">
                  <c:v>3</c:v>
                </c:pt>
                <c:pt idx="8848">
                  <c:v>3</c:v>
                </c:pt>
                <c:pt idx="8849">
                  <c:v>3</c:v>
                </c:pt>
                <c:pt idx="8850">
                  <c:v>3</c:v>
                </c:pt>
                <c:pt idx="8851">
                  <c:v>4</c:v>
                </c:pt>
                <c:pt idx="8852">
                  <c:v>3</c:v>
                </c:pt>
                <c:pt idx="8853">
                  <c:v>3</c:v>
                </c:pt>
                <c:pt idx="8854">
                  <c:v>3</c:v>
                </c:pt>
                <c:pt idx="8855">
                  <c:v>3</c:v>
                </c:pt>
                <c:pt idx="8856">
                  <c:v>3</c:v>
                </c:pt>
                <c:pt idx="8857">
                  <c:v>3</c:v>
                </c:pt>
                <c:pt idx="8858">
                  <c:v>2</c:v>
                </c:pt>
                <c:pt idx="8859">
                  <c:v>4</c:v>
                </c:pt>
                <c:pt idx="8860">
                  <c:v>2</c:v>
                </c:pt>
                <c:pt idx="8861">
                  <c:v>3</c:v>
                </c:pt>
                <c:pt idx="8862">
                  <c:v>2</c:v>
                </c:pt>
                <c:pt idx="8863">
                  <c:v>3</c:v>
                </c:pt>
                <c:pt idx="8864">
                  <c:v>2</c:v>
                </c:pt>
                <c:pt idx="8865">
                  <c:v>3</c:v>
                </c:pt>
                <c:pt idx="8866">
                  <c:v>4</c:v>
                </c:pt>
                <c:pt idx="8867">
                  <c:v>3</c:v>
                </c:pt>
                <c:pt idx="8868">
                  <c:v>10</c:v>
                </c:pt>
                <c:pt idx="8869">
                  <c:v>8</c:v>
                </c:pt>
                <c:pt idx="8870">
                  <c:v>4</c:v>
                </c:pt>
                <c:pt idx="8871">
                  <c:v>6</c:v>
                </c:pt>
                <c:pt idx="8872">
                  <c:v>6</c:v>
                </c:pt>
                <c:pt idx="8873">
                  <c:v>4</c:v>
                </c:pt>
                <c:pt idx="8874">
                  <c:v>8</c:v>
                </c:pt>
                <c:pt idx="8875">
                  <c:v>8</c:v>
                </c:pt>
                <c:pt idx="8876">
                  <c:v>3</c:v>
                </c:pt>
                <c:pt idx="8877">
                  <c:v>3</c:v>
                </c:pt>
                <c:pt idx="8878">
                  <c:v>3</c:v>
                </c:pt>
                <c:pt idx="8879">
                  <c:v>4</c:v>
                </c:pt>
                <c:pt idx="8880">
                  <c:v>3</c:v>
                </c:pt>
                <c:pt idx="8881">
                  <c:v>4</c:v>
                </c:pt>
                <c:pt idx="8882">
                  <c:v>3</c:v>
                </c:pt>
                <c:pt idx="8883">
                  <c:v>3</c:v>
                </c:pt>
                <c:pt idx="8884">
                  <c:v>3</c:v>
                </c:pt>
                <c:pt idx="8885">
                  <c:v>4</c:v>
                </c:pt>
                <c:pt idx="8886">
                  <c:v>1</c:v>
                </c:pt>
                <c:pt idx="8887">
                  <c:v>2</c:v>
                </c:pt>
                <c:pt idx="8888">
                  <c:v>4</c:v>
                </c:pt>
                <c:pt idx="8889">
                  <c:v>2</c:v>
                </c:pt>
                <c:pt idx="8890">
                  <c:v>2</c:v>
                </c:pt>
                <c:pt idx="8891">
                  <c:v>3</c:v>
                </c:pt>
                <c:pt idx="8892">
                  <c:v>3</c:v>
                </c:pt>
                <c:pt idx="8893">
                  <c:v>3</c:v>
                </c:pt>
                <c:pt idx="8894">
                  <c:v>4</c:v>
                </c:pt>
                <c:pt idx="8895">
                  <c:v>3</c:v>
                </c:pt>
                <c:pt idx="8896">
                  <c:v>5</c:v>
                </c:pt>
                <c:pt idx="8897">
                  <c:v>3</c:v>
                </c:pt>
                <c:pt idx="8898">
                  <c:v>3</c:v>
                </c:pt>
                <c:pt idx="8899">
                  <c:v>3</c:v>
                </c:pt>
                <c:pt idx="8900">
                  <c:v>4</c:v>
                </c:pt>
                <c:pt idx="8901">
                  <c:v>3</c:v>
                </c:pt>
                <c:pt idx="8902">
                  <c:v>2</c:v>
                </c:pt>
                <c:pt idx="8903">
                  <c:v>2</c:v>
                </c:pt>
                <c:pt idx="8904">
                  <c:v>2</c:v>
                </c:pt>
                <c:pt idx="8905">
                  <c:v>4</c:v>
                </c:pt>
                <c:pt idx="8906">
                  <c:v>3</c:v>
                </c:pt>
                <c:pt idx="8907">
                  <c:v>2</c:v>
                </c:pt>
                <c:pt idx="8908">
                  <c:v>4</c:v>
                </c:pt>
                <c:pt idx="8909">
                  <c:v>6</c:v>
                </c:pt>
                <c:pt idx="8910">
                  <c:v>3</c:v>
                </c:pt>
                <c:pt idx="8911">
                  <c:v>6</c:v>
                </c:pt>
                <c:pt idx="8912">
                  <c:v>2</c:v>
                </c:pt>
                <c:pt idx="8913">
                  <c:v>3</c:v>
                </c:pt>
                <c:pt idx="8914">
                  <c:v>3</c:v>
                </c:pt>
                <c:pt idx="8915">
                  <c:v>4</c:v>
                </c:pt>
                <c:pt idx="8916">
                  <c:v>3</c:v>
                </c:pt>
                <c:pt idx="8917">
                  <c:v>4</c:v>
                </c:pt>
                <c:pt idx="8918">
                  <c:v>3</c:v>
                </c:pt>
                <c:pt idx="8919">
                  <c:v>3</c:v>
                </c:pt>
                <c:pt idx="8920">
                  <c:v>4</c:v>
                </c:pt>
                <c:pt idx="8921">
                  <c:v>4</c:v>
                </c:pt>
                <c:pt idx="8922">
                  <c:v>5</c:v>
                </c:pt>
                <c:pt idx="8923">
                  <c:v>2</c:v>
                </c:pt>
                <c:pt idx="8924">
                  <c:v>2</c:v>
                </c:pt>
                <c:pt idx="8925">
                  <c:v>2</c:v>
                </c:pt>
                <c:pt idx="8926">
                  <c:v>5</c:v>
                </c:pt>
                <c:pt idx="8927">
                  <c:v>3</c:v>
                </c:pt>
                <c:pt idx="8928">
                  <c:v>3</c:v>
                </c:pt>
                <c:pt idx="8929">
                  <c:v>5</c:v>
                </c:pt>
                <c:pt idx="8930">
                  <c:v>5</c:v>
                </c:pt>
                <c:pt idx="8931">
                  <c:v>2</c:v>
                </c:pt>
                <c:pt idx="8932">
                  <c:v>5</c:v>
                </c:pt>
                <c:pt idx="8933">
                  <c:v>5</c:v>
                </c:pt>
                <c:pt idx="8934">
                  <c:v>0</c:v>
                </c:pt>
                <c:pt idx="8935">
                  <c:v>1</c:v>
                </c:pt>
                <c:pt idx="8936">
                  <c:v>2</c:v>
                </c:pt>
                <c:pt idx="8937">
                  <c:v>8</c:v>
                </c:pt>
                <c:pt idx="8938">
                  <c:v>4</c:v>
                </c:pt>
                <c:pt idx="8939">
                  <c:v>1</c:v>
                </c:pt>
                <c:pt idx="8940">
                  <c:v>6</c:v>
                </c:pt>
                <c:pt idx="8941">
                  <c:v>5</c:v>
                </c:pt>
                <c:pt idx="8942">
                  <c:v>6</c:v>
                </c:pt>
                <c:pt idx="8943">
                  <c:v>7</c:v>
                </c:pt>
                <c:pt idx="8944">
                  <c:v>5</c:v>
                </c:pt>
                <c:pt idx="8945">
                  <c:v>7</c:v>
                </c:pt>
                <c:pt idx="8946">
                  <c:v>8</c:v>
                </c:pt>
                <c:pt idx="8947">
                  <c:v>10</c:v>
                </c:pt>
                <c:pt idx="8948">
                  <c:v>17</c:v>
                </c:pt>
                <c:pt idx="8949">
                  <c:v>1</c:v>
                </c:pt>
                <c:pt idx="8950">
                  <c:v>2</c:v>
                </c:pt>
                <c:pt idx="8951">
                  <c:v>5</c:v>
                </c:pt>
                <c:pt idx="8952">
                  <c:v>2</c:v>
                </c:pt>
                <c:pt idx="8953">
                  <c:v>2</c:v>
                </c:pt>
                <c:pt idx="8954">
                  <c:v>2</c:v>
                </c:pt>
                <c:pt idx="8955">
                  <c:v>1</c:v>
                </c:pt>
                <c:pt idx="8956">
                  <c:v>1</c:v>
                </c:pt>
                <c:pt idx="8957">
                  <c:v>3</c:v>
                </c:pt>
                <c:pt idx="8958">
                  <c:v>1</c:v>
                </c:pt>
                <c:pt idx="8959">
                  <c:v>1</c:v>
                </c:pt>
                <c:pt idx="8960">
                  <c:v>1</c:v>
                </c:pt>
                <c:pt idx="8961">
                  <c:v>1</c:v>
                </c:pt>
                <c:pt idx="8962">
                  <c:v>1</c:v>
                </c:pt>
                <c:pt idx="8963">
                  <c:v>1</c:v>
                </c:pt>
                <c:pt idx="8964">
                  <c:v>1</c:v>
                </c:pt>
                <c:pt idx="8965">
                  <c:v>1</c:v>
                </c:pt>
                <c:pt idx="8966">
                  <c:v>1</c:v>
                </c:pt>
                <c:pt idx="8967">
                  <c:v>1</c:v>
                </c:pt>
                <c:pt idx="8968">
                  <c:v>1</c:v>
                </c:pt>
                <c:pt idx="8969">
                  <c:v>1</c:v>
                </c:pt>
                <c:pt idx="8970">
                  <c:v>1</c:v>
                </c:pt>
                <c:pt idx="8971">
                  <c:v>1</c:v>
                </c:pt>
                <c:pt idx="8972">
                  <c:v>1</c:v>
                </c:pt>
                <c:pt idx="8973">
                  <c:v>1</c:v>
                </c:pt>
                <c:pt idx="8974">
                  <c:v>1</c:v>
                </c:pt>
                <c:pt idx="8975">
                  <c:v>1</c:v>
                </c:pt>
                <c:pt idx="8976">
                  <c:v>1</c:v>
                </c:pt>
                <c:pt idx="8977">
                  <c:v>1</c:v>
                </c:pt>
                <c:pt idx="8978">
                  <c:v>3</c:v>
                </c:pt>
                <c:pt idx="8979">
                  <c:v>3</c:v>
                </c:pt>
                <c:pt idx="8980">
                  <c:v>3</c:v>
                </c:pt>
                <c:pt idx="8981">
                  <c:v>2</c:v>
                </c:pt>
                <c:pt idx="8982">
                  <c:v>1</c:v>
                </c:pt>
                <c:pt idx="8983">
                  <c:v>4</c:v>
                </c:pt>
                <c:pt idx="8984">
                  <c:v>1</c:v>
                </c:pt>
                <c:pt idx="8985">
                  <c:v>2</c:v>
                </c:pt>
                <c:pt idx="8986">
                  <c:v>3</c:v>
                </c:pt>
                <c:pt idx="8987">
                  <c:v>1</c:v>
                </c:pt>
                <c:pt idx="8988">
                  <c:v>5</c:v>
                </c:pt>
                <c:pt idx="8989">
                  <c:v>5</c:v>
                </c:pt>
                <c:pt idx="8990">
                  <c:v>2</c:v>
                </c:pt>
                <c:pt idx="8991">
                  <c:v>3</c:v>
                </c:pt>
                <c:pt idx="8992">
                  <c:v>3</c:v>
                </c:pt>
                <c:pt idx="8993">
                  <c:v>2</c:v>
                </c:pt>
                <c:pt idx="8994">
                  <c:v>3</c:v>
                </c:pt>
                <c:pt idx="8995">
                  <c:v>3</c:v>
                </c:pt>
                <c:pt idx="8996">
                  <c:v>2</c:v>
                </c:pt>
                <c:pt idx="8997">
                  <c:v>3</c:v>
                </c:pt>
                <c:pt idx="8998">
                  <c:v>3</c:v>
                </c:pt>
                <c:pt idx="8999">
                  <c:v>3</c:v>
                </c:pt>
                <c:pt idx="9000">
                  <c:v>3</c:v>
                </c:pt>
                <c:pt idx="9001">
                  <c:v>3</c:v>
                </c:pt>
                <c:pt idx="9002">
                  <c:v>5</c:v>
                </c:pt>
                <c:pt idx="9003">
                  <c:v>3</c:v>
                </c:pt>
                <c:pt idx="9004">
                  <c:v>1</c:v>
                </c:pt>
                <c:pt idx="9005">
                  <c:v>2</c:v>
                </c:pt>
                <c:pt idx="9006">
                  <c:v>3</c:v>
                </c:pt>
                <c:pt idx="9007">
                  <c:v>1</c:v>
                </c:pt>
                <c:pt idx="9008">
                  <c:v>4</c:v>
                </c:pt>
                <c:pt idx="9009">
                  <c:v>2</c:v>
                </c:pt>
                <c:pt idx="9010">
                  <c:v>2</c:v>
                </c:pt>
                <c:pt idx="9011">
                  <c:v>4</c:v>
                </c:pt>
                <c:pt idx="9012">
                  <c:v>2</c:v>
                </c:pt>
                <c:pt idx="9013">
                  <c:v>3</c:v>
                </c:pt>
                <c:pt idx="9014">
                  <c:v>2</c:v>
                </c:pt>
                <c:pt idx="9015">
                  <c:v>2</c:v>
                </c:pt>
                <c:pt idx="9016">
                  <c:v>2</c:v>
                </c:pt>
                <c:pt idx="9017">
                  <c:v>3</c:v>
                </c:pt>
                <c:pt idx="9018">
                  <c:v>1</c:v>
                </c:pt>
                <c:pt idx="9019">
                  <c:v>3</c:v>
                </c:pt>
                <c:pt idx="9020">
                  <c:v>1</c:v>
                </c:pt>
                <c:pt idx="9021">
                  <c:v>1</c:v>
                </c:pt>
                <c:pt idx="9022">
                  <c:v>2</c:v>
                </c:pt>
                <c:pt idx="9023">
                  <c:v>3</c:v>
                </c:pt>
                <c:pt idx="9024">
                  <c:v>1</c:v>
                </c:pt>
                <c:pt idx="9025">
                  <c:v>3</c:v>
                </c:pt>
                <c:pt idx="9026">
                  <c:v>1</c:v>
                </c:pt>
                <c:pt idx="9027">
                  <c:v>3</c:v>
                </c:pt>
                <c:pt idx="9028">
                  <c:v>2</c:v>
                </c:pt>
                <c:pt idx="9029">
                  <c:v>2</c:v>
                </c:pt>
                <c:pt idx="9030">
                  <c:v>2</c:v>
                </c:pt>
                <c:pt idx="9031">
                  <c:v>3</c:v>
                </c:pt>
                <c:pt idx="9032">
                  <c:v>1</c:v>
                </c:pt>
                <c:pt idx="9033">
                  <c:v>3</c:v>
                </c:pt>
                <c:pt idx="9034">
                  <c:v>1</c:v>
                </c:pt>
                <c:pt idx="9035">
                  <c:v>2</c:v>
                </c:pt>
                <c:pt idx="9036">
                  <c:v>2</c:v>
                </c:pt>
                <c:pt idx="9037">
                  <c:v>2</c:v>
                </c:pt>
                <c:pt idx="9038">
                  <c:v>2</c:v>
                </c:pt>
                <c:pt idx="9039">
                  <c:v>2</c:v>
                </c:pt>
                <c:pt idx="9040">
                  <c:v>3</c:v>
                </c:pt>
                <c:pt idx="9041">
                  <c:v>3</c:v>
                </c:pt>
                <c:pt idx="9042">
                  <c:v>1</c:v>
                </c:pt>
                <c:pt idx="9043">
                  <c:v>3</c:v>
                </c:pt>
                <c:pt idx="9044">
                  <c:v>1</c:v>
                </c:pt>
                <c:pt idx="9045">
                  <c:v>1</c:v>
                </c:pt>
                <c:pt idx="9046">
                  <c:v>3</c:v>
                </c:pt>
                <c:pt idx="9047">
                  <c:v>1</c:v>
                </c:pt>
                <c:pt idx="9048">
                  <c:v>1</c:v>
                </c:pt>
                <c:pt idx="9049">
                  <c:v>2</c:v>
                </c:pt>
                <c:pt idx="9050">
                  <c:v>2</c:v>
                </c:pt>
                <c:pt idx="9051">
                  <c:v>2</c:v>
                </c:pt>
                <c:pt idx="9052">
                  <c:v>3</c:v>
                </c:pt>
                <c:pt idx="9053">
                  <c:v>2</c:v>
                </c:pt>
                <c:pt idx="9054">
                  <c:v>2</c:v>
                </c:pt>
                <c:pt idx="9055">
                  <c:v>2</c:v>
                </c:pt>
                <c:pt idx="9056">
                  <c:v>3</c:v>
                </c:pt>
                <c:pt idx="9057">
                  <c:v>1</c:v>
                </c:pt>
                <c:pt idx="9058">
                  <c:v>2</c:v>
                </c:pt>
                <c:pt idx="9059">
                  <c:v>2</c:v>
                </c:pt>
                <c:pt idx="9060">
                  <c:v>2</c:v>
                </c:pt>
                <c:pt idx="9061">
                  <c:v>1</c:v>
                </c:pt>
                <c:pt idx="9062">
                  <c:v>4</c:v>
                </c:pt>
                <c:pt idx="9063">
                  <c:v>4</c:v>
                </c:pt>
                <c:pt idx="9064">
                  <c:v>4</c:v>
                </c:pt>
                <c:pt idx="9065">
                  <c:v>1</c:v>
                </c:pt>
                <c:pt idx="9066">
                  <c:v>1</c:v>
                </c:pt>
                <c:pt idx="9067">
                  <c:v>2</c:v>
                </c:pt>
                <c:pt idx="9068">
                  <c:v>1</c:v>
                </c:pt>
                <c:pt idx="9069">
                  <c:v>1</c:v>
                </c:pt>
                <c:pt idx="9070">
                  <c:v>2</c:v>
                </c:pt>
                <c:pt idx="9071">
                  <c:v>1</c:v>
                </c:pt>
                <c:pt idx="9072">
                  <c:v>2</c:v>
                </c:pt>
                <c:pt idx="9073">
                  <c:v>2</c:v>
                </c:pt>
                <c:pt idx="9074">
                  <c:v>2</c:v>
                </c:pt>
                <c:pt idx="9075">
                  <c:v>2</c:v>
                </c:pt>
                <c:pt idx="9076">
                  <c:v>2</c:v>
                </c:pt>
                <c:pt idx="9077">
                  <c:v>3</c:v>
                </c:pt>
                <c:pt idx="9078">
                  <c:v>3</c:v>
                </c:pt>
                <c:pt idx="9079">
                  <c:v>3</c:v>
                </c:pt>
                <c:pt idx="9080">
                  <c:v>3</c:v>
                </c:pt>
                <c:pt idx="9081">
                  <c:v>3</c:v>
                </c:pt>
                <c:pt idx="9082">
                  <c:v>3</c:v>
                </c:pt>
                <c:pt idx="9083">
                  <c:v>3</c:v>
                </c:pt>
                <c:pt idx="9084">
                  <c:v>3</c:v>
                </c:pt>
                <c:pt idx="9085">
                  <c:v>2</c:v>
                </c:pt>
                <c:pt idx="9086">
                  <c:v>3</c:v>
                </c:pt>
                <c:pt idx="9087">
                  <c:v>2</c:v>
                </c:pt>
                <c:pt idx="9088">
                  <c:v>2</c:v>
                </c:pt>
                <c:pt idx="9089">
                  <c:v>2</c:v>
                </c:pt>
                <c:pt idx="9090">
                  <c:v>2</c:v>
                </c:pt>
                <c:pt idx="9091">
                  <c:v>3</c:v>
                </c:pt>
                <c:pt idx="9092">
                  <c:v>2</c:v>
                </c:pt>
                <c:pt idx="9093">
                  <c:v>2</c:v>
                </c:pt>
                <c:pt idx="9094">
                  <c:v>2</c:v>
                </c:pt>
                <c:pt idx="9095">
                  <c:v>2</c:v>
                </c:pt>
                <c:pt idx="9096">
                  <c:v>3</c:v>
                </c:pt>
                <c:pt idx="9097">
                  <c:v>2</c:v>
                </c:pt>
                <c:pt idx="9098">
                  <c:v>1</c:v>
                </c:pt>
                <c:pt idx="9099">
                  <c:v>1</c:v>
                </c:pt>
                <c:pt idx="9100">
                  <c:v>1</c:v>
                </c:pt>
                <c:pt idx="9101">
                  <c:v>1</c:v>
                </c:pt>
                <c:pt idx="9102">
                  <c:v>3</c:v>
                </c:pt>
                <c:pt idx="9103">
                  <c:v>1</c:v>
                </c:pt>
                <c:pt idx="9104">
                  <c:v>1</c:v>
                </c:pt>
                <c:pt idx="9105">
                  <c:v>3</c:v>
                </c:pt>
                <c:pt idx="9106">
                  <c:v>1</c:v>
                </c:pt>
                <c:pt idx="9107">
                  <c:v>1</c:v>
                </c:pt>
                <c:pt idx="9108">
                  <c:v>3</c:v>
                </c:pt>
                <c:pt idx="9109">
                  <c:v>3</c:v>
                </c:pt>
                <c:pt idx="9110">
                  <c:v>3</c:v>
                </c:pt>
                <c:pt idx="9111">
                  <c:v>3</c:v>
                </c:pt>
                <c:pt idx="9112">
                  <c:v>3</c:v>
                </c:pt>
                <c:pt idx="9113">
                  <c:v>3</c:v>
                </c:pt>
                <c:pt idx="9114">
                  <c:v>3</c:v>
                </c:pt>
                <c:pt idx="9115">
                  <c:v>3</c:v>
                </c:pt>
                <c:pt idx="9116">
                  <c:v>2</c:v>
                </c:pt>
                <c:pt idx="9117">
                  <c:v>3</c:v>
                </c:pt>
                <c:pt idx="9118">
                  <c:v>3</c:v>
                </c:pt>
                <c:pt idx="9119">
                  <c:v>3</c:v>
                </c:pt>
                <c:pt idx="9120">
                  <c:v>1</c:v>
                </c:pt>
                <c:pt idx="9121">
                  <c:v>3</c:v>
                </c:pt>
                <c:pt idx="9122">
                  <c:v>2</c:v>
                </c:pt>
                <c:pt idx="9123">
                  <c:v>2</c:v>
                </c:pt>
                <c:pt idx="9124">
                  <c:v>1</c:v>
                </c:pt>
                <c:pt idx="9125">
                  <c:v>1</c:v>
                </c:pt>
                <c:pt idx="9126">
                  <c:v>1</c:v>
                </c:pt>
                <c:pt idx="9127">
                  <c:v>3</c:v>
                </c:pt>
                <c:pt idx="9128">
                  <c:v>2</c:v>
                </c:pt>
                <c:pt idx="9129">
                  <c:v>2</c:v>
                </c:pt>
                <c:pt idx="9130">
                  <c:v>1</c:v>
                </c:pt>
                <c:pt idx="9131">
                  <c:v>2</c:v>
                </c:pt>
                <c:pt idx="9132">
                  <c:v>1</c:v>
                </c:pt>
                <c:pt idx="9133">
                  <c:v>3</c:v>
                </c:pt>
                <c:pt idx="9134">
                  <c:v>1</c:v>
                </c:pt>
                <c:pt idx="9135">
                  <c:v>2</c:v>
                </c:pt>
                <c:pt idx="9136">
                  <c:v>3</c:v>
                </c:pt>
                <c:pt idx="9137">
                  <c:v>6</c:v>
                </c:pt>
                <c:pt idx="9138">
                  <c:v>5</c:v>
                </c:pt>
                <c:pt idx="9139">
                  <c:v>3</c:v>
                </c:pt>
                <c:pt idx="9140">
                  <c:v>5</c:v>
                </c:pt>
                <c:pt idx="9141">
                  <c:v>4</c:v>
                </c:pt>
                <c:pt idx="9142">
                  <c:v>4</c:v>
                </c:pt>
                <c:pt idx="9143">
                  <c:v>4</c:v>
                </c:pt>
                <c:pt idx="9144">
                  <c:v>8</c:v>
                </c:pt>
                <c:pt idx="9145">
                  <c:v>3</c:v>
                </c:pt>
                <c:pt idx="9146">
                  <c:v>5</c:v>
                </c:pt>
                <c:pt idx="9147">
                  <c:v>7</c:v>
                </c:pt>
                <c:pt idx="9148">
                  <c:v>2</c:v>
                </c:pt>
                <c:pt idx="9149">
                  <c:v>5</c:v>
                </c:pt>
                <c:pt idx="9150">
                  <c:v>2</c:v>
                </c:pt>
                <c:pt idx="9151">
                  <c:v>5</c:v>
                </c:pt>
                <c:pt idx="9152">
                  <c:v>8</c:v>
                </c:pt>
                <c:pt idx="9153">
                  <c:v>6</c:v>
                </c:pt>
                <c:pt idx="9154">
                  <c:v>5</c:v>
                </c:pt>
                <c:pt idx="9155">
                  <c:v>2</c:v>
                </c:pt>
                <c:pt idx="9156">
                  <c:v>10</c:v>
                </c:pt>
                <c:pt idx="9157">
                  <c:v>9</c:v>
                </c:pt>
                <c:pt idx="9158">
                  <c:v>10</c:v>
                </c:pt>
                <c:pt idx="9159">
                  <c:v>12</c:v>
                </c:pt>
                <c:pt idx="9160">
                  <c:v>6</c:v>
                </c:pt>
                <c:pt idx="9161">
                  <c:v>8</c:v>
                </c:pt>
                <c:pt idx="9162">
                  <c:v>11</c:v>
                </c:pt>
                <c:pt idx="9163">
                  <c:v>8</c:v>
                </c:pt>
                <c:pt idx="9164">
                  <c:v>13</c:v>
                </c:pt>
                <c:pt idx="9165">
                  <c:v>14</c:v>
                </c:pt>
                <c:pt idx="9166">
                  <c:v>8</c:v>
                </c:pt>
                <c:pt idx="9167">
                  <c:v>14</c:v>
                </c:pt>
                <c:pt idx="9168">
                  <c:v>12</c:v>
                </c:pt>
                <c:pt idx="9169">
                  <c:v>10</c:v>
                </c:pt>
                <c:pt idx="9170">
                  <c:v>15</c:v>
                </c:pt>
                <c:pt idx="9171">
                  <c:v>3</c:v>
                </c:pt>
                <c:pt idx="9172">
                  <c:v>3</c:v>
                </c:pt>
                <c:pt idx="9173">
                  <c:v>3</c:v>
                </c:pt>
                <c:pt idx="9174">
                  <c:v>4</c:v>
                </c:pt>
                <c:pt idx="9175">
                  <c:v>5</c:v>
                </c:pt>
                <c:pt idx="9176">
                  <c:v>2</c:v>
                </c:pt>
                <c:pt idx="9177">
                  <c:v>4</c:v>
                </c:pt>
                <c:pt idx="9178">
                  <c:v>3</c:v>
                </c:pt>
                <c:pt idx="9179">
                  <c:v>4</c:v>
                </c:pt>
                <c:pt idx="9180">
                  <c:v>2</c:v>
                </c:pt>
                <c:pt idx="9181">
                  <c:v>4</c:v>
                </c:pt>
                <c:pt idx="9182">
                  <c:v>3</c:v>
                </c:pt>
                <c:pt idx="9183">
                  <c:v>3</c:v>
                </c:pt>
                <c:pt idx="9184">
                  <c:v>1</c:v>
                </c:pt>
                <c:pt idx="9185">
                  <c:v>1</c:v>
                </c:pt>
                <c:pt idx="9186">
                  <c:v>2</c:v>
                </c:pt>
                <c:pt idx="9187">
                  <c:v>1</c:v>
                </c:pt>
                <c:pt idx="9188">
                  <c:v>1</c:v>
                </c:pt>
                <c:pt idx="9189">
                  <c:v>1</c:v>
                </c:pt>
                <c:pt idx="9190">
                  <c:v>3</c:v>
                </c:pt>
                <c:pt idx="9191">
                  <c:v>2</c:v>
                </c:pt>
                <c:pt idx="9192">
                  <c:v>1</c:v>
                </c:pt>
                <c:pt idx="9193">
                  <c:v>2</c:v>
                </c:pt>
                <c:pt idx="9194">
                  <c:v>2</c:v>
                </c:pt>
                <c:pt idx="9195">
                  <c:v>1</c:v>
                </c:pt>
                <c:pt idx="9196">
                  <c:v>2</c:v>
                </c:pt>
                <c:pt idx="9197">
                  <c:v>2</c:v>
                </c:pt>
                <c:pt idx="9198">
                  <c:v>1</c:v>
                </c:pt>
                <c:pt idx="9199">
                  <c:v>2</c:v>
                </c:pt>
                <c:pt idx="9200">
                  <c:v>1</c:v>
                </c:pt>
                <c:pt idx="9201">
                  <c:v>0</c:v>
                </c:pt>
                <c:pt idx="9202">
                  <c:v>1</c:v>
                </c:pt>
                <c:pt idx="9203">
                  <c:v>1</c:v>
                </c:pt>
                <c:pt idx="9204">
                  <c:v>2</c:v>
                </c:pt>
                <c:pt idx="9205">
                  <c:v>1</c:v>
                </c:pt>
                <c:pt idx="9206">
                  <c:v>1</c:v>
                </c:pt>
                <c:pt idx="9207">
                  <c:v>1</c:v>
                </c:pt>
                <c:pt idx="9208">
                  <c:v>1</c:v>
                </c:pt>
                <c:pt idx="9209">
                  <c:v>2</c:v>
                </c:pt>
                <c:pt idx="9210">
                  <c:v>1</c:v>
                </c:pt>
                <c:pt idx="9211">
                  <c:v>1</c:v>
                </c:pt>
                <c:pt idx="9212">
                  <c:v>6</c:v>
                </c:pt>
                <c:pt idx="9213">
                  <c:v>3</c:v>
                </c:pt>
                <c:pt idx="9214">
                  <c:v>3</c:v>
                </c:pt>
                <c:pt idx="9215">
                  <c:v>3</c:v>
                </c:pt>
                <c:pt idx="9216">
                  <c:v>3</c:v>
                </c:pt>
                <c:pt idx="9217">
                  <c:v>3</c:v>
                </c:pt>
                <c:pt idx="9218">
                  <c:v>2</c:v>
                </c:pt>
                <c:pt idx="9219">
                  <c:v>3</c:v>
                </c:pt>
                <c:pt idx="9220">
                  <c:v>4</c:v>
                </c:pt>
                <c:pt idx="9221">
                  <c:v>1</c:v>
                </c:pt>
                <c:pt idx="9222">
                  <c:v>3</c:v>
                </c:pt>
                <c:pt idx="9223">
                  <c:v>2</c:v>
                </c:pt>
                <c:pt idx="9224">
                  <c:v>3</c:v>
                </c:pt>
                <c:pt idx="9225">
                  <c:v>3</c:v>
                </c:pt>
                <c:pt idx="9226">
                  <c:v>7</c:v>
                </c:pt>
                <c:pt idx="9227">
                  <c:v>2</c:v>
                </c:pt>
                <c:pt idx="9228">
                  <c:v>5</c:v>
                </c:pt>
                <c:pt idx="9229">
                  <c:v>3</c:v>
                </c:pt>
                <c:pt idx="9230">
                  <c:v>2</c:v>
                </c:pt>
                <c:pt idx="9231">
                  <c:v>2</c:v>
                </c:pt>
                <c:pt idx="9232">
                  <c:v>4</c:v>
                </c:pt>
                <c:pt idx="9233">
                  <c:v>4</c:v>
                </c:pt>
                <c:pt idx="9234">
                  <c:v>4</c:v>
                </c:pt>
                <c:pt idx="9235">
                  <c:v>4</c:v>
                </c:pt>
                <c:pt idx="9236">
                  <c:v>5</c:v>
                </c:pt>
                <c:pt idx="9237">
                  <c:v>5</c:v>
                </c:pt>
                <c:pt idx="9238">
                  <c:v>1</c:v>
                </c:pt>
                <c:pt idx="9239">
                  <c:v>4</c:v>
                </c:pt>
                <c:pt idx="9240">
                  <c:v>4</c:v>
                </c:pt>
                <c:pt idx="9241">
                  <c:v>6</c:v>
                </c:pt>
                <c:pt idx="9242">
                  <c:v>3</c:v>
                </c:pt>
                <c:pt idx="9243">
                  <c:v>5</c:v>
                </c:pt>
                <c:pt idx="9244">
                  <c:v>4</c:v>
                </c:pt>
                <c:pt idx="9245">
                  <c:v>5</c:v>
                </c:pt>
                <c:pt idx="9246">
                  <c:v>6</c:v>
                </c:pt>
                <c:pt idx="9247">
                  <c:v>5</c:v>
                </c:pt>
                <c:pt idx="9248">
                  <c:v>3</c:v>
                </c:pt>
                <c:pt idx="9249">
                  <c:v>3</c:v>
                </c:pt>
                <c:pt idx="9250">
                  <c:v>6</c:v>
                </c:pt>
                <c:pt idx="9251">
                  <c:v>7</c:v>
                </c:pt>
                <c:pt idx="9252">
                  <c:v>3</c:v>
                </c:pt>
                <c:pt idx="9253">
                  <c:v>3</c:v>
                </c:pt>
                <c:pt idx="9254">
                  <c:v>2</c:v>
                </c:pt>
                <c:pt idx="9255">
                  <c:v>4</c:v>
                </c:pt>
                <c:pt idx="9256">
                  <c:v>4</c:v>
                </c:pt>
                <c:pt idx="9257">
                  <c:v>5</c:v>
                </c:pt>
                <c:pt idx="9258">
                  <c:v>6</c:v>
                </c:pt>
                <c:pt idx="9259">
                  <c:v>3</c:v>
                </c:pt>
                <c:pt idx="9260">
                  <c:v>2</c:v>
                </c:pt>
                <c:pt idx="9261">
                  <c:v>3</c:v>
                </c:pt>
                <c:pt idx="9262">
                  <c:v>2</c:v>
                </c:pt>
                <c:pt idx="9263">
                  <c:v>2</c:v>
                </c:pt>
                <c:pt idx="9264">
                  <c:v>2</c:v>
                </c:pt>
                <c:pt idx="9265">
                  <c:v>3</c:v>
                </c:pt>
                <c:pt idx="9266">
                  <c:v>3</c:v>
                </c:pt>
                <c:pt idx="9267">
                  <c:v>2</c:v>
                </c:pt>
                <c:pt idx="9268">
                  <c:v>2</c:v>
                </c:pt>
                <c:pt idx="9269">
                  <c:v>2</c:v>
                </c:pt>
                <c:pt idx="9270">
                  <c:v>2</c:v>
                </c:pt>
                <c:pt idx="9271">
                  <c:v>2</c:v>
                </c:pt>
                <c:pt idx="9272">
                  <c:v>3</c:v>
                </c:pt>
                <c:pt idx="9273">
                  <c:v>2</c:v>
                </c:pt>
                <c:pt idx="9274">
                  <c:v>3</c:v>
                </c:pt>
                <c:pt idx="9275">
                  <c:v>2</c:v>
                </c:pt>
                <c:pt idx="9276">
                  <c:v>2</c:v>
                </c:pt>
                <c:pt idx="9277">
                  <c:v>2</c:v>
                </c:pt>
                <c:pt idx="9278">
                  <c:v>2</c:v>
                </c:pt>
                <c:pt idx="9279">
                  <c:v>2</c:v>
                </c:pt>
                <c:pt idx="9280">
                  <c:v>2</c:v>
                </c:pt>
                <c:pt idx="9281">
                  <c:v>2</c:v>
                </c:pt>
                <c:pt idx="9282">
                  <c:v>10</c:v>
                </c:pt>
                <c:pt idx="9283">
                  <c:v>10</c:v>
                </c:pt>
                <c:pt idx="9284">
                  <c:v>10</c:v>
                </c:pt>
                <c:pt idx="9285">
                  <c:v>10</c:v>
                </c:pt>
                <c:pt idx="9286">
                  <c:v>10</c:v>
                </c:pt>
                <c:pt idx="9287">
                  <c:v>10</c:v>
                </c:pt>
                <c:pt idx="9288">
                  <c:v>10</c:v>
                </c:pt>
                <c:pt idx="9289">
                  <c:v>10</c:v>
                </c:pt>
                <c:pt idx="9290">
                  <c:v>10</c:v>
                </c:pt>
                <c:pt idx="9291">
                  <c:v>10</c:v>
                </c:pt>
                <c:pt idx="9292">
                  <c:v>12</c:v>
                </c:pt>
                <c:pt idx="9293">
                  <c:v>2</c:v>
                </c:pt>
                <c:pt idx="9294">
                  <c:v>2</c:v>
                </c:pt>
                <c:pt idx="9295">
                  <c:v>2</c:v>
                </c:pt>
                <c:pt idx="9296">
                  <c:v>2</c:v>
                </c:pt>
                <c:pt idx="9297">
                  <c:v>2</c:v>
                </c:pt>
                <c:pt idx="9298">
                  <c:v>2</c:v>
                </c:pt>
                <c:pt idx="9299">
                  <c:v>2</c:v>
                </c:pt>
                <c:pt idx="9300">
                  <c:v>3</c:v>
                </c:pt>
                <c:pt idx="9301">
                  <c:v>2</c:v>
                </c:pt>
                <c:pt idx="9302">
                  <c:v>2</c:v>
                </c:pt>
                <c:pt idx="9303">
                  <c:v>3</c:v>
                </c:pt>
                <c:pt idx="9304">
                  <c:v>3</c:v>
                </c:pt>
                <c:pt idx="9305">
                  <c:v>2</c:v>
                </c:pt>
                <c:pt idx="9306">
                  <c:v>3</c:v>
                </c:pt>
                <c:pt idx="9307">
                  <c:v>3</c:v>
                </c:pt>
                <c:pt idx="9308">
                  <c:v>3</c:v>
                </c:pt>
                <c:pt idx="9309">
                  <c:v>3</c:v>
                </c:pt>
                <c:pt idx="9310">
                  <c:v>5</c:v>
                </c:pt>
                <c:pt idx="9311">
                  <c:v>3</c:v>
                </c:pt>
                <c:pt idx="9312">
                  <c:v>2</c:v>
                </c:pt>
                <c:pt idx="9313">
                  <c:v>2</c:v>
                </c:pt>
                <c:pt idx="9314">
                  <c:v>1</c:v>
                </c:pt>
                <c:pt idx="9315">
                  <c:v>5</c:v>
                </c:pt>
                <c:pt idx="9316">
                  <c:v>2</c:v>
                </c:pt>
                <c:pt idx="9317">
                  <c:v>6</c:v>
                </c:pt>
                <c:pt idx="9318">
                  <c:v>3</c:v>
                </c:pt>
                <c:pt idx="9319">
                  <c:v>3</c:v>
                </c:pt>
                <c:pt idx="9320">
                  <c:v>2</c:v>
                </c:pt>
                <c:pt idx="9321">
                  <c:v>3</c:v>
                </c:pt>
                <c:pt idx="9322">
                  <c:v>5</c:v>
                </c:pt>
                <c:pt idx="9323">
                  <c:v>3</c:v>
                </c:pt>
                <c:pt idx="9324">
                  <c:v>5</c:v>
                </c:pt>
                <c:pt idx="9325">
                  <c:v>3</c:v>
                </c:pt>
                <c:pt idx="9326">
                  <c:v>4</c:v>
                </c:pt>
                <c:pt idx="9327">
                  <c:v>3</c:v>
                </c:pt>
                <c:pt idx="9328">
                  <c:v>3</c:v>
                </c:pt>
                <c:pt idx="9329">
                  <c:v>3</c:v>
                </c:pt>
                <c:pt idx="9330">
                  <c:v>1</c:v>
                </c:pt>
                <c:pt idx="9331">
                  <c:v>3</c:v>
                </c:pt>
                <c:pt idx="9332">
                  <c:v>2</c:v>
                </c:pt>
                <c:pt idx="9333">
                  <c:v>3</c:v>
                </c:pt>
                <c:pt idx="9334">
                  <c:v>4</c:v>
                </c:pt>
                <c:pt idx="9335">
                  <c:v>2</c:v>
                </c:pt>
                <c:pt idx="9336">
                  <c:v>1</c:v>
                </c:pt>
                <c:pt idx="9337">
                  <c:v>2</c:v>
                </c:pt>
                <c:pt idx="9338">
                  <c:v>2</c:v>
                </c:pt>
                <c:pt idx="9339">
                  <c:v>1</c:v>
                </c:pt>
                <c:pt idx="9340">
                  <c:v>1</c:v>
                </c:pt>
                <c:pt idx="9341">
                  <c:v>1</c:v>
                </c:pt>
                <c:pt idx="9342">
                  <c:v>2</c:v>
                </c:pt>
                <c:pt idx="9343">
                  <c:v>2</c:v>
                </c:pt>
                <c:pt idx="9344">
                  <c:v>1</c:v>
                </c:pt>
                <c:pt idx="9345">
                  <c:v>1</c:v>
                </c:pt>
                <c:pt idx="9346">
                  <c:v>2</c:v>
                </c:pt>
                <c:pt idx="9347">
                  <c:v>2</c:v>
                </c:pt>
                <c:pt idx="9348">
                  <c:v>1</c:v>
                </c:pt>
                <c:pt idx="9349">
                  <c:v>1</c:v>
                </c:pt>
                <c:pt idx="9350">
                  <c:v>1</c:v>
                </c:pt>
                <c:pt idx="9351">
                  <c:v>1</c:v>
                </c:pt>
                <c:pt idx="9352">
                  <c:v>1</c:v>
                </c:pt>
                <c:pt idx="9353">
                  <c:v>1</c:v>
                </c:pt>
                <c:pt idx="9354">
                  <c:v>1</c:v>
                </c:pt>
                <c:pt idx="9355">
                  <c:v>2</c:v>
                </c:pt>
                <c:pt idx="9356">
                  <c:v>2</c:v>
                </c:pt>
                <c:pt idx="9357">
                  <c:v>2</c:v>
                </c:pt>
                <c:pt idx="9358">
                  <c:v>1</c:v>
                </c:pt>
                <c:pt idx="9359">
                  <c:v>2</c:v>
                </c:pt>
                <c:pt idx="9360">
                  <c:v>2</c:v>
                </c:pt>
                <c:pt idx="9361">
                  <c:v>1</c:v>
                </c:pt>
                <c:pt idx="9362">
                  <c:v>3</c:v>
                </c:pt>
                <c:pt idx="9363">
                  <c:v>2</c:v>
                </c:pt>
                <c:pt idx="9364">
                  <c:v>1</c:v>
                </c:pt>
                <c:pt idx="9365">
                  <c:v>1</c:v>
                </c:pt>
                <c:pt idx="9366">
                  <c:v>5</c:v>
                </c:pt>
                <c:pt idx="9367">
                  <c:v>2</c:v>
                </c:pt>
                <c:pt idx="9368">
                  <c:v>3</c:v>
                </c:pt>
                <c:pt idx="9369">
                  <c:v>1</c:v>
                </c:pt>
                <c:pt idx="9370">
                  <c:v>2</c:v>
                </c:pt>
                <c:pt idx="9371">
                  <c:v>1</c:v>
                </c:pt>
                <c:pt idx="9372">
                  <c:v>1</c:v>
                </c:pt>
                <c:pt idx="9373">
                  <c:v>1</c:v>
                </c:pt>
                <c:pt idx="9374">
                  <c:v>3</c:v>
                </c:pt>
                <c:pt idx="9375">
                  <c:v>3</c:v>
                </c:pt>
                <c:pt idx="9376">
                  <c:v>1</c:v>
                </c:pt>
                <c:pt idx="9377">
                  <c:v>1</c:v>
                </c:pt>
                <c:pt idx="9378">
                  <c:v>1</c:v>
                </c:pt>
                <c:pt idx="9379">
                  <c:v>2</c:v>
                </c:pt>
                <c:pt idx="9380">
                  <c:v>4</c:v>
                </c:pt>
                <c:pt idx="9381">
                  <c:v>1</c:v>
                </c:pt>
                <c:pt idx="9382">
                  <c:v>2</c:v>
                </c:pt>
                <c:pt idx="9383">
                  <c:v>2</c:v>
                </c:pt>
                <c:pt idx="9384">
                  <c:v>2</c:v>
                </c:pt>
                <c:pt idx="9385">
                  <c:v>2</c:v>
                </c:pt>
                <c:pt idx="9386">
                  <c:v>2</c:v>
                </c:pt>
                <c:pt idx="9387">
                  <c:v>1</c:v>
                </c:pt>
                <c:pt idx="9388">
                  <c:v>6</c:v>
                </c:pt>
                <c:pt idx="9389">
                  <c:v>5</c:v>
                </c:pt>
                <c:pt idx="9390">
                  <c:v>8</c:v>
                </c:pt>
                <c:pt idx="9391">
                  <c:v>6</c:v>
                </c:pt>
                <c:pt idx="9392">
                  <c:v>4</c:v>
                </c:pt>
                <c:pt idx="9393">
                  <c:v>7</c:v>
                </c:pt>
                <c:pt idx="9394">
                  <c:v>6</c:v>
                </c:pt>
                <c:pt idx="9395">
                  <c:v>2</c:v>
                </c:pt>
                <c:pt idx="9396">
                  <c:v>4</c:v>
                </c:pt>
                <c:pt idx="9397">
                  <c:v>4</c:v>
                </c:pt>
                <c:pt idx="9398">
                  <c:v>2</c:v>
                </c:pt>
                <c:pt idx="9399">
                  <c:v>5</c:v>
                </c:pt>
                <c:pt idx="9400">
                  <c:v>4</c:v>
                </c:pt>
                <c:pt idx="9401">
                  <c:v>2</c:v>
                </c:pt>
                <c:pt idx="9402">
                  <c:v>4</c:v>
                </c:pt>
                <c:pt idx="9403">
                  <c:v>2</c:v>
                </c:pt>
                <c:pt idx="9404">
                  <c:v>1</c:v>
                </c:pt>
                <c:pt idx="9405">
                  <c:v>4</c:v>
                </c:pt>
                <c:pt idx="9406">
                  <c:v>2</c:v>
                </c:pt>
                <c:pt idx="9407">
                  <c:v>1</c:v>
                </c:pt>
                <c:pt idx="9408">
                  <c:v>2</c:v>
                </c:pt>
                <c:pt idx="9409">
                  <c:v>3</c:v>
                </c:pt>
                <c:pt idx="9410">
                  <c:v>2</c:v>
                </c:pt>
                <c:pt idx="9411">
                  <c:v>1</c:v>
                </c:pt>
                <c:pt idx="9412">
                  <c:v>1</c:v>
                </c:pt>
                <c:pt idx="9413">
                  <c:v>1</c:v>
                </c:pt>
                <c:pt idx="9414">
                  <c:v>3</c:v>
                </c:pt>
                <c:pt idx="9415">
                  <c:v>3</c:v>
                </c:pt>
                <c:pt idx="9416">
                  <c:v>1</c:v>
                </c:pt>
                <c:pt idx="9417">
                  <c:v>1</c:v>
                </c:pt>
                <c:pt idx="9418">
                  <c:v>3</c:v>
                </c:pt>
                <c:pt idx="9419">
                  <c:v>1</c:v>
                </c:pt>
                <c:pt idx="9420">
                  <c:v>5</c:v>
                </c:pt>
                <c:pt idx="9421">
                  <c:v>1</c:v>
                </c:pt>
                <c:pt idx="9422">
                  <c:v>2</c:v>
                </c:pt>
                <c:pt idx="9423">
                  <c:v>2</c:v>
                </c:pt>
                <c:pt idx="9424">
                  <c:v>1</c:v>
                </c:pt>
                <c:pt idx="9425">
                  <c:v>1</c:v>
                </c:pt>
                <c:pt idx="9426">
                  <c:v>2</c:v>
                </c:pt>
                <c:pt idx="9427">
                  <c:v>2</c:v>
                </c:pt>
                <c:pt idx="9428">
                  <c:v>3</c:v>
                </c:pt>
                <c:pt idx="9429">
                  <c:v>3</c:v>
                </c:pt>
                <c:pt idx="9430">
                  <c:v>2</c:v>
                </c:pt>
                <c:pt idx="9431">
                  <c:v>3</c:v>
                </c:pt>
                <c:pt idx="9432">
                  <c:v>2</c:v>
                </c:pt>
                <c:pt idx="9433">
                  <c:v>3</c:v>
                </c:pt>
                <c:pt idx="9434">
                  <c:v>2</c:v>
                </c:pt>
                <c:pt idx="9435">
                  <c:v>3</c:v>
                </c:pt>
                <c:pt idx="9436">
                  <c:v>2</c:v>
                </c:pt>
                <c:pt idx="9437">
                  <c:v>3</c:v>
                </c:pt>
                <c:pt idx="9438">
                  <c:v>2</c:v>
                </c:pt>
                <c:pt idx="9439">
                  <c:v>1</c:v>
                </c:pt>
                <c:pt idx="9440">
                  <c:v>2</c:v>
                </c:pt>
                <c:pt idx="9441">
                  <c:v>5</c:v>
                </c:pt>
                <c:pt idx="9442">
                  <c:v>2</c:v>
                </c:pt>
                <c:pt idx="9443">
                  <c:v>2</c:v>
                </c:pt>
                <c:pt idx="9444">
                  <c:v>4</c:v>
                </c:pt>
                <c:pt idx="9445">
                  <c:v>3</c:v>
                </c:pt>
                <c:pt idx="9446">
                  <c:v>2</c:v>
                </c:pt>
                <c:pt idx="9447">
                  <c:v>3</c:v>
                </c:pt>
                <c:pt idx="9448">
                  <c:v>6</c:v>
                </c:pt>
                <c:pt idx="9449">
                  <c:v>3</c:v>
                </c:pt>
                <c:pt idx="9450">
                  <c:v>3</c:v>
                </c:pt>
                <c:pt idx="9451">
                  <c:v>4</c:v>
                </c:pt>
                <c:pt idx="9452">
                  <c:v>3</c:v>
                </c:pt>
                <c:pt idx="9453">
                  <c:v>2</c:v>
                </c:pt>
                <c:pt idx="9454">
                  <c:v>4</c:v>
                </c:pt>
                <c:pt idx="9455">
                  <c:v>2</c:v>
                </c:pt>
                <c:pt idx="9456">
                  <c:v>4</c:v>
                </c:pt>
                <c:pt idx="9457">
                  <c:v>3</c:v>
                </c:pt>
                <c:pt idx="9458">
                  <c:v>3</c:v>
                </c:pt>
                <c:pt idx="9459">
                  <c:v>2</c:v>
                </c:pt>
                <c:pt idx="9460">
                  <c:v>4</c:v>
                </c:pt>
                <c:pt idx="9461">
                  <c:v>3</c:v>
                </c:pt>
                <c:pt idx="9462">
                  <c:v>2</c:v>
                </c:pt>
                <c:pt idx="9463">
                  <c:v>4</c:v>
                </c:pt>
                <c:pt idx="9464">
                  <c:v>2</c:v>
                </c:pt>
                <c:pt idx="9465">
                  <c:v>2</c:v>
                </c:pt>
                <c:pt idx="9466">
                  <c:v>3</c:v>
                </c:pt>
                <c:pt idx="9467">
                  <c:v>3</c:v>
                </c:pt>
                <c:pt idx="9468">
                  <c:v>2</c:v>
                </c:pt>
                <c:pt idx="9469">
                  <c:v>2</c:v>
                </c:pt>
                <c:pt idx="9470">
                  <c:v>3</c:v>
                </c:pt>
                <c:pt idx="9471">
                  <c:v>3</c:v>
                </c:pt>
                <c:pt idx="9472">
                  <c:v>2</c:v>
                </c:pt>
                <c:pt idx="9473">
                  <c:v>3</c:v>
                </c:pt>
                <c:pt idx="9474">
                  <c:v>3</c:v>
                </c:pt>
                <c:pt idx="9475">
                  <c:v>3</c:v>
                </c:pt>
                <c:pt idx="9476">
                  <c:v>4</c:v>
                </c:pt>
                <c:pt idx="9477">
                  <c:v>3</c:v>
                </c:pt>
                <c:pt idx="9478">
                  <c:v>2</c:v>
                </c:pt>
                <c:pt idx="9479">
                  <c:v>3</c:v>
                </c:pt>
                <c:pt idx="9480">
                  <c:v>5</c:v>
                </c:pt>
                <c:pt idx="9481">
                  <c:v>2</c:v>
                </c:pt>
                <c:pt idx="9482">
                  <c:v>4</c:v>
                </c:pt>
                <c:pt idx="9483">
                  <c:v>7</c:v>
                </c:pt>
                <c:pt idx="9484">
                  <c:v>9</c:v>
                </c:pt>
                <c:pt idx="9485">
                  <c:v>5</c:v>
                </c:pt>
                <c:pt idx="9486">
                  <c:v>6</c:v>
                </c:pt>
                <c:pt idx="9487">
                  <c:v>4</c:v>
                </c:pt>
                <c:pt idx="9488">
                  <c:v>4</c:v>
                </c:pt>
                <c:pt idx="9489">
                  <c:v>7</c:v>
                </c:pt>
                <c:pt idx="9490">
                  <c:v>3</c:v>
                </c:pt>
                <c:pt idx="9491">
                  <c:v>6</c:v>
                </c:pt>
                <c:pt idx="9492">
                  <c:v>6</c:v>
                </c:pt>
                <c:pt idx="9493">
                  <c:v>-4</c:v>
                </c:pt>
                <c:pt idx="9494">
                  <c:v>4</c:v>
                </c:pt>
                <c:pt idx="9495">
                  <c:v>6</c:v>
                </c:pt>
                <c:pt idx="9496">
                  <c:v>2</c:v>
                </c:pt>
                <c:pt idx="9497">
                  <c:v>4</c:v>
                </c:pt>
                <c:pt idx="9498">
                  <c:v>1</c:v>
                </c:pt>
                <c:pt idx="9499">
                  <c:v>2</c:v>
                </c:pt>
                <c:pt idx="9500">
                  <c:v>1</c:v>
                </c:pt>
                <c:pt idx="9501">
                  <c:v>1</c:v>
                </c:pt>
                <c:pt idx="9502">
                  <c:v>1</c:v>
                </c:pt>
                <c:pt idx="9503">
                  <c:v>1</c:v>
                </c:pt>
                <c:pt idx="9504">
                  <c:v>2</c:v>
                </c:pt>
                <c:pt idx="9505">
                  <c:v>1</c:v>
                </c:pt>
                <c:pt idx="9506">
                  <c:v>2</c:v>
                </c:pt>
                <c:pt idx="9507">
                  <c:v>2</c:v>
                </c:pt>
                <c:pt idx="9508">
                  <c:v>4</c:v>
                </c:pt>
                <c:pt idx="9509">
                  <c:v>2</c:v>
                </c:pt>
                <c:pt idx="9510">
                  <c:v>2</c:v>
                </c:pt>
                <c:pt idx="9511">
                  <c:v>2</c:v>
                </c:pt>
                <c:pt idx="9512">
                  <c:v>1</c:v>
                </c:pt>
                <c:pt idx="9513">
                  <c:v>2</c:v>
                </c:pt>
                <c:pt idx="9514">
                  <c:v>1</c:v>
                </c:pt>
                <c:pt idx="9515">
                  <c:v>2</c:v>
                </c:pt>
                <c:pt idx="9516">
                  <c:v>2</c:v>
                </c:pt>
                <c:pt idx="9517">
                  <c:v>2</c:v>
                </c:pt>
                <c:pt idx="9518">
                  <c:v>1</c:v>
                </c:pt>
                <c:pt idx="9519">
                  <c:v>2</c:v>
                </c:pt>
                <c:pt idx="9520">
                  <c:v>3</c:v>
                </c:pt>
                <c:pt idx="9521">
                  <c:v>1</c:v>
                </c:pt>
                <c:pt idx="9522">
                  <c:v>2</c:v>
                </c:pt>
                <c:pt idx="9523">
                  <c:v>1</c:v>
                </c:pt>
                <c:pt idx="9524">
                  <c:v>3</c:v>
                </c:pt>
                <c:pt idx="9525">
                  <c:v>1</c:v>
                </c:pt>
                <c:pt idx="9526">
                  <c:v>2</c:v>
                </c:pt>
                <c:pt idx="9527">
                  <c:v>1</c:v>
                </c:pt>
                <c:pt idx="9528">
                  <c:v>3</c:v>
                </c:pt>
                <c:pt idx="9529">
                  <c:v>1</c:v>
                </c:pt>
                <c:pt idx="9530">
                  <c:v>3</c:v>
                </c:pt>
                <c:pt idx="9531">
                  <c:v>2</c:v>
                </c:pt>
                <c:pt idx="9532">
                  <c:v>2</c:v>
                </c:pt>
                <c:pt idx="9533">
                  <c:v>2</c:v>
                </c:pt>
                <c:pt idx="9534">
                  <c:v>2</c:v>
                </c:pt>
                <c:pt idx="9535">
                  <c:v>2</c:v>
                </c:pt>
                <c:pt idx="9536">
                  <c:v>4</c:v>
                </c:pt>
                <c:pt idx="9537">
                  <c:v>2</c:v>
                </c:pt>
                <c:pt idx="9538">
                  <c:v>2</c:v>
                </c:pt>
                <c:pt idx="9539">
                  <c:v>2</c:v>
                </c:pt>
                <c:pt idx="9540">
                  <c:v>3</c:v>
                </c:pt>
                <c:pt idx="9541">
                  <c:v>2</c:v>
                </c:pt>
                <c:pt idx="9542">
                  <c:v>2</c:v>
                </c:pt>
                <c:pt idx="9543">
                  <c:v>2</c:v>
                </c:pt>
                <c:pt idx="9544">
                  <c:v>6</c:v>
                </c:pt>
                <c:pt idx="9545">
                  <c:v>2</c:v>
                </c:pt>
                <c:pt idx="9546">
                  <c:v>3</c:v>
                </c:pt>
                <c:pt idx="9547">
                  <c:v>5</c:v>
                </c:pt>
                <c:pt idx="9548">
                  <c:v>1</c:v>
                </c:pt>
                <c:pt idx="9549">
                  <c:v>4</c:v>
                </c:pt>
                <c:pt idx="9550">
                  <c:v>3</c:v>
                </c:pt>
                <c:pt idx="9551">
                  <c:v>7</c:v>
                </c:pt>
                <c:pt idx="9552">
                  <c:v>4</c:v>
                </c:pt>
                <c:pt idx="9553">
                  <c:v>7</c:v>
                </c:pt>
                <c:pt idx="9554">
                  <c:v>8</c:v>
                </c:pt>
                <c:pt idx="9555">
                  <c:v>5</c:v>
                </c:pt>
                <c:pt idx="9556">
                  <c:v>3</c:v>
                </c:pt>
                <c:pt idx="9557">
                  <c:v>3</c:v>
                </c:pt>
                <c:pt idx="9558">
                  <c:v>4</c:v>
                </c:pt>
                <c:pt idx="9559">
                  <c:v>4</c:v>
                </c:pt>
                <c:pt idx="9560">
                  <c:v>2</c:v>
                </c:pt>
                <c:pt idx="9561">
                  <c:v>5</c:v>
                </c:pt>
                <c:pt idx="9562">
                  <c:v>6</c:v>
                </c:pt>
                <c:pt idx="9563">
                  <c:v>2</c:v>
                </c:pt>
                <c:pt idx="9564">
                  <c:v>5</c:v>
                </c:pt>
                <c:pt idx="9565">
                  <c:v>4</c:v>
                </c:pt>
                <c:pt idx="9566">
                  <c:v>4</c:v>
                </c:pt>
                <c:pt idx="9567">
                  <c:v>4</c:v>
                </c:pt>
                <c:pt idx="9568">
                  <c:v>1</c:v>
                </c:pt>
                <c:pt idx="9569">
                  <c:v>2</c:v>
                </c:pt>
                <c:pt idx="9570">
                  <c:v>3</c:v>
                </c:pt>
                <c:pt idx="9571">
                  <c:v>4</c:v>
                </c:pt>
                <c:pt idx="9572">
                  <c:v>2</c:v>
                </c:pt>
                <c:pt idx="9573">
                  <c:v>2</c:v>
                </c:pt>
                <c:pt idx="9574">
                  <c:v>3</c:v>
                </c:pt>
                <c:pt idx="9575">
                  <c:v>3</c:v>
                </c:pt>
                <c:pt idx="9576">
                  <c:v>3</c:v>
                </c:pt>
                <c:pt idx="9577">
                  <c:v>3</c:v>
                </c:pt>
                <c:pt idx="9578">
                  <c:v>3</c:v>
                </c:pt>
                <c:pt idx="9579">
                  <c:v>3</c:v>
                </c:pt>
                <c:pt idx="9580">
                  <c:v>5</c:v>
                </c:pt>
                <c:pt idx="9581">
                  <c:v>3</c:v>
                </c:pt>
                <c:pt idx="9582">
                  <c:v>2</c:v>
                </c:pt>
                <c:pt idx="9583">
                  <c:v>3</c:v>
                </c:pt>
                <c:pt idx="9584">
                  <c:v>1</c:v>
                </c:pt>
                <c:pt idx="9585">
                  <c:v>2</c:v>
                </c:pt>
                <c:pt idx="9586">
                  <c:v>4</c:v>
                </c:pt>
                <c:pt idx="9587">
                  <c:v>4</c:v>
                </c:pt>
                <c:pt idx="9588">
                  <c:v>3</c:v>
                </c:pt>
                <c:pt idx="9589">
                  <c:v>2</c:v>
                </c:pt>
                <c:pt idx="9590">
                  <c:v>2</c:v>
                </c:pt>
                <c:pt idx="9591">
                  <c:v>2</c:v>
                </c:pt>
                <c:pt idx="9592">
                  <c:v>2</c:v>
                </c:pt>
                <c:pt idx="9593">
                  <c:v>2</c:v>
                </c:pt>
                <c:pt idx="9594">
                  <c:v>3</c:v>
                </c:pt>
                <c:pt idx="9595">
                  <c:v>2</c:v>
                </c:pt>
                <c:pt idx="9596">
                  <c:v>2</c:v>
                </c:pt>
                <c:pt idx="9597">
                  <c:v>2</c:v>
                </c:pt>
                <c:pt idx="9598">
                  <c:v>2</c:v>
                </c:pt>
                <c:pt idx="9599">
                  <c:v>2</c:v>
                </c:pt>
                <c:pt idx="9600">
                  <c:v>2</c:v>
                </c:pt>
                <c:pt idx="9601">
                  <c:v>3</c:v>
                </c:pt>
                <c:pt idx="9602">
                  <c:v>2</c:v>
                </c:pt>
                <c:pt idx="9603">
                  <c:v>2</c:v>
                </c:pt>
                <c:pt idx="9604">
                  <c:v>2</c:v>
                </c:pt>
                <c:pt idx="9605">
                  <c:v>2</c:v>
                </c:pt>
                <c:pt idx="9606">
                  <c:v>2</c:v>
                </c:pt>
                <c:pt idx="9607">
                  <c:v>2</c:v>
                </c:pt>
                <c:pt idx="9608">
                  <c:v>2</c:v>
                </c:pt>
                <c:pt idx="9609">
                  <c:v>2</c:v>
                </c:pt>
                <c:pt idx="9610">
                  <c:v>2</c:v>
                </c:pt>
                <c:pt idx="9611">
                  <c:v>2</c:v>
                </c:pt>
                <c:pt idx="9612">
                  <c:v>4</c:v>
                </c:pt>
                <c:pt idx="9613">
                  <c:v>3</c:v>
                </c:pt>
                <c:pt idx="9614">
                  <c:v>2</c:v>
                </c:pt>
                <c:pt idx="9615">
                  <c:v>2</c:v>
                </c:pt>
                <c:pt idx="9616">
                  <c:v>2</c:v>
                </c:pt>
                <c:pt idx="9617">
                  <c:v>3</c:v>
                </c:pt>
                <c:pt idx="9618">
                  <c:v>2</c:v>
                </c:pt>
                <c:pt idx="9619">
                  <c:v>3</c:v>
                </c:pt>
                <c:pt idx="9620">
                  <c:v>2</c:v>
                </c:pt>
                <c:pt idx="9621">
                  <c:v>2</c:v>
                </c:pt>
                <c:pt idx="9622">
                  <c:v>2</c:v>
                </c:pt>
                <c:pt idx="9623">
                  <c:v>2</c:v>
                </c:pt>
                <c:pt idx="9624">
                  <c:v>2</c:v>
                </c:pt>
                <c:pt idx="9625">
                  <c:v>2</c:v>
                </c:pt>
                <c:pt idx="9626">
                  <c:v>3</c:v>
                </c:pt>
                <c:pt idx="9627">
                  <c:v>2</c:v>
                </c:pt>
                <c:pt idx="9628">
                  <c:v>1</c:v>
                </c:pt>
                <c:pt idx="9629">
                  <c:v>2</c:v>
                </c:pt>
                <c:pt idx="9630">
                  <c:v>1</c:v>
                </c:pt>
                <c:pt idx="9631">
                  <c:v>1</c:v>
                </c:pt>
                <c:pt idx="9632">
                  <c:v>2</c:v>
                </c:pt>
                <c:pt idx="9633">
                  <c:v>1</c:v>
                </c:pt>
                <c:pt idx="9634">
                  <c:v>4</c:v>
                </c:pt>
                <c:pt idx="9635">
                  <c:v>4</c:v>
                </c:pt>
                <c:pt idx="9636">
                  <c:v>3</c:v>
                </c:pt>
                <c:pt idx="9637">
                  <c:v>15</c:v>
                </c:pt>
                <c:pt idx="9638">
                  <c:v>4</c:v>
                </c:pt>
                <c:pt idx="9639">
                  <c:v>3</c:v>
                </c:pt>
                <c:pt idx="9640">
                  <c:v>11</c:v>
                </c:pt>
                <c:pt idx="9641">
                  <c:v>9</c:v>
                </c:pt>
                <c:pt idx="9642">
                  <c:v>7</c:v>
                </c:pt>
                <c:pt idx="9643">
                  <c:v>1</c:v>
                </c:pt>
                <c:pt idx="9644">
                  <c:v>3</c:v>
                </c:pt>
                <c:pt idx="9645">
                  <c:v>-4</c:v>
                </c:pt>
                <c:pt idx="9646">
                  <c:v>7</c:v>
                </c:pt>
                <c:pt idx="9647">
                  <c:v>2</c:v>
                </c:pt>
                <c:pt idx="9648">
                  <c:v>3</c:v>
                </c:pt>
                <c:pt idx="9649">
                  <c:v>3</c:v>
                </c:pt>
                <c:pt idx="9650">
                  <c:v>2</c:v>
                </c:pt>
                <c:pt idx="9651">
                  <c:v>2</c:v>
                </c:pt>
                <c:pt idx="9652">
                  <c:v>3</c:v>
                </c:pt>
                <c:pt idx="9653">
                  <c:v>3</c:v>
                </c:pt>
                <c:pt idx="9654">
                  <c:v>2</c:v>
                </c:pt>
                <c:pt idx="9655">
                  <c:v>4</c:v>
                </c:pt>
                <c:pt idx="9656">
                  <c:v>3</c:v>
                </c:pt>
                <c:pt idx="9657">
                  <c:v>2</c:v>
                </c:pt>
                <c:pt idx="9658">
                  <c:v>3</c:v>
                </c:pt>
                <c:pt idx="9659">
                  <c:v>4</c:v>
                </c:pt>
                <c:pt idx="9660">
                  <c:v>3</c:v>
                </c:pt>
                <c:pt idx="9661">
                  <c:v>3</c:v>
                </c:pt>
                <c:pt idx="9662">
                  <c:v>3</c:v>
                </c:pt>
                <c:pt idx="9663">
                  <c:v>3</c:v>
                </c:pt>
                <c:pt idx="9664">
                  <c:v>2</c:v>
                </c:pt>
                <c:pt idx="9665">
                  <c:v>2</c:v>
                </c:pt>
                <c:pt idx="9666">
                  <c:v>2</c:v>
                </c:pt>
                <c:pt idx="9667">
                  <c:v>3</c:v>
                </c:pt>
                <c:pt idx="9668">
                  <c:v>3</c:v>
                </c:pt>
                <c:pt idx="9669">
                  <c:v>2</c:v>
                </c:pt>
                <c:pt idx="9670">
                  <c:v>3</c:v>
                </c:pt>
                <c:pt idx="9671">
                  <c:v>2</c:v>
                </c:pt>
                <c:pt idx="9672">
                  <c:v>2</c:v>
                </c:pt>
                <c:pt idx="9673">
                  <c:v>2</c:v>
                </c:pt>
                <c:pt idx="9674">
                  <c:v>3</c:v>
                </c:pt>
                <c:pt idx="9675">
                  <c:v>3</c:v>
                </c:pt>
                <c:pt idx="9676">
                  <c:v>3</c:v>
                </c:pt>
                <c:pt idx="9677">
                  <c:v>3</c:v>
                </c:pt>
                <c:pt idx="9678">
                  <c:v>3</c:v>
                </c:pt>
                <c:pt idx="9679">
                  <c:v>2</c:v>
                </c:pt>
                <c:pt idx="9680">
                  <c:v>3</c:v>
                </c:pt>
                <c:pt idx="9681">
                  <c:v>3</c:v>
                </c:pt>
                <c:pt idx="9682">
                  <c:v>3</c:v>
                </c:pt>
                <c:pt idx="9683">
                  <c:v>2</c:v>
                </c:pt>
                <c:pt idx="9684">
                  <c:v>3</c:v>
                </c:pt>
                <c:pt idx="9685">
                  <c:v>3</c:v>
                </c:pt>
                <c:pt idx="9686">
                  <c:v>2</c:v>
                </c:pt>
                <c:pt idx="9687">
                  <c:v>2</c:v>
                </c:pt>
                <c:pt idx="9688">
                  <c:v>2</c:v>
                </c:pt>
                <c:pt idx="9689">
                  <c:v>2</c:v>
                </c:pt>
                <c:pt idx="9690">
                  <c:v>3</c:v>
                </c:pt>
                <c:pt idx="9691">
                  <c:v>3</c:v>
                </c:pt>
                <c:pt idx="9692">
                  <c:v>3</c:v>
                </c:pt>
                <c:pt idx="9693">
                  <c:v>3</c:v>
                </c:pt>
                <c:pt idx="9694">
                  <c:v>2</c:v>
                </c:pt>
                <c:pt idx="9695">
                  <c:v>4</c:v>
                </c:pt>
                <c:pt idx="9696">
                  <c:v>2</c:v>
                </c:pt>
                <c:pt idx="9697">
                  <c:v>3</c:v>
                </c:pt>
                <c:pt idx="9698">
                  <c:v>3</c:v>
                </c:pt>
                <c:pt idx="9699">
                  <c:v>4</c:v>
                </c:pt>
                <c:pt idx="9700">
                  <c:v>3</c:v>
                </c:pt>
                <c:pt idx="9701">
                  <c:v>3</c:v>
                </c:pt>
                <c:pt idx="9702">
                  <c:v>2</c:v>
                </c:pt>
                <c:pt idx="9703">
                  <c:v>3</c:v>
                </c:pt>
                <c:pt idx="9704">
                  <c:v>2</c:v>
                </c:pt>
                <c:pt idx="9705">
                  <c:v>2</c:v>
                </c:pt>
                <c:pt idx="9706">
                  <c:v>3</c:v>
                </c:pt>
                <c:pt idx="9707">
                  <c:v>2</c:v>
                </c:pt>
                <c:pt idx="9708">
                  <c:v>1</c:v>
                </c:pt>
                <c:pt idx="9709">
                  <c:v>2</c:v>
                </c:pt>
                <c:pt idx="9710">
                  <c:v>1</c:v>
                </c:pt>
                <c:pt idx="9711">
                  <c:v>1</c:v>
                </c:pt>
                <c:pt idx="9712">
                  <c:v>3</c:v>
                </c:pt>
                <c:pt idx="9713">
                  <c:v>1</c:v>
                </c:pt>
                <c:pt idx="9714">
                  <c:v>1</c:v>
                </c:pt>
                <c:pt idx="9715">
                  <c:v>1</c:v>
                </c:pt>
                <c:pt idx="9716">
                  <c:v>3</c:v>
                </c:pt>
                <c:pt idx="9717">
                  <c:v>2</c:v>
                </c:pt>
                <c:pt idx="9718">
                  <c:v>2</c:v>
                </c:pt>
                <c:pt idx="9719">
                  <c:v>2</c:v>
                </c:pt>
                <c:pt idx="9720">
                  <c:v>3</c:v>
                </c:pt>
                <c:pt idx="9721">
                  <c:v>1</c:v>
                </c:pt>
                <c:pt idx="9722">
                  <c:v>1</c:v>
                </c:pt>
                <c:pt idx="9723">
                  <c:v>2</c:v>
                </c:pt>
                <c:pt idx="9724">
                  <c:v>1</c:v>
                </c:pt>
                <c:pt idx="9725">
                  <c:v>1</c:v>
                </c:pt>
                <c:pt idx="9726">
                  <c:v>2</c:v>
                </c:pt>
                <c:pt idx="9727">
                  <c:v>1</c:v>
                </c:pt>
                <c:pt idx="9728">
                  <c:v>2</c:v>
                </c:pt>
                <c:pt idx="9729">
                  <c:v>2</c:v>
                </c:pt>
                <c:pt idx="9730">
                  <c:v>3</c:v>
                </c:pt>
                <c:pt idx="9731">
                  <c:v>1</c:v>
                </c:pt>
                <c:pt idx="9732">
                  <c:v>3</c:v>
                </c:pt>
                <c:pt idx="9733">
                  <c:v>2</c:v>
                </c:pt>
                <c:pt idx="9734">
                  <c:v>2</c:v>
                </c:pt>
                <c:pt idx="9735">
                  <c:v>2</c:v>
                </c:pt>
                <c:pt idx="9736">
                  <c:v>1</c:v>
                </c:pt>
                <c:pt idx="9737">
                  <c:v>2</c:v>
                </c:pt>
                <c:pt idx="9738">
                  <c:v>2</c:v>
                </c:pt>
                <c:pt idx="9739">
                  <c:v>1</c:v>
                </c:pt>
                <c:pt idx="9740">
                  <c:v>2</c:v>
                </c:pt>
                <c:pt idx="9741">
                  <c:v>2</c:v>
                </c:pt>
                <c:pt idx="9742">
                  <c:v>1</c:v>
                </c:pt>
                <c:pt idx="9743">
                  <c:v>2</c:v>
                </c:pt>
                <c:pt idx="9744">
                  <c:v>1</c:v>
                </c:pt>
                <c:pt idx="9745">
                  <c:v>3</c:v>
                </c:pt>
                <c:pt idx="9746">
                  <c:v>4</c:v>
                </c:pt>
                <c:pt idx="9747">
                  <c:v>5</c:v>
                </c:pt>
                <c:pt idx="9748">
                  <c:v>3</c:v>
                </c:pt>
                <c:pt idx="9749">
                  <c:v>3</c:v>
                </c:pt>
                <c:pt idx="9750">
                  <c:v>2</c:v>
                </c:pt>
                <c:pt idx="9751">
                  <c:v>5</c:v>
                </c:pt>
                <c:pt idx="9752">
                  <c:v>3</c:v>
                </c:pt>
                <c:pt idx="9753">
                  <c:v>4</c:v>
                </c:pt>
                <c:pt idx="9754">
                  <c:v>2</c:v>
                </c:pt>
                <c:pt idx="9755">
                  <c:v>2</c:v>
                </c:pt>
                <c:pt idx="9756">
                  <c:v>4</c:v>
                </c:pt>
                <c:pt idx="9757">
                  <c:v>3</c:v>
                </c:pt>
                <c:pt idx="9758">
                  <c:v>3</c:v>
                </c:pt>
                <c:pt idx="9759">
                  <c:v>2</c:v>
                </c:pt>
                <c:pt idx="9760">
                  <c:v>2</c:v>
                </c:pt>
                <c:pt idx="9761">
                  <c:v>2</c:v>
                </c:pt>
                <c:pt idx="9762">
                  <c:v>2</c:v>
                </c:pt>
                <c:pt idx="9763">
                  <c:v>2</c:v>
                </c:pt>
                <c:pt idx="9764">
                  <c:v>1</c:v>
                </c:pt>
                <c:pt idx="9765">
                  <c:v>2</c:v>
                </c:pt>
                <c:pt idx="9766">
                  <c:v>5</c:v>
                </c:pt>
                <c:pt idx="9767">
                  <c:v>2</c:v>
                </c:pt>
                <c:pt idx="9768">
                  <c:v>3</c:v>
                </c:pt>
                <c:pt idx="9769">
                  <c:v>2</c:v>
                </c:pt>
                <c:pt idx="9770">
                  <c:v>2</c:v>
                </c:pt>
                <c:pt idx="9771">
                  <c:v>2</c:v>
                </c:pt>
                <c:pt idx="9772">
                  <c:v>2</c:v>
                </c:pt>
                <c:pt idx="9773">
                  <c:v>2</c:v>
                </c:pt>
                <c:pt idx="9774">
                  <c:v>2</c:v>
                </c:pt>
                <c:pt idx="9775">
                  <c:v>2</c:v>
                </c:pt>
                <c:pt idx="9776">
                  <c:v>2</c:v>
                </c:pt>
                <c:pt idx="9777">
                  <c:v>2</c:v>
                </c:pt>
                <c:pt idx="9778">
                  <c:v>2</c:v>
                </c:pt>
                <c:pt idx="9779">
                  <c:v>2</c:v>
                </c:pt>
                <c:pt idx="9780">
                  <c:v>2</c:v>
                </c:pt>
                <c:pt idx="9781">
                  <c:v>2</c:v>
                </c:pt>
                <c:pt idx="9782">
                  <c:v>2</c:v>
                </c:pt>
                <c:pt idx="9783">
                  <c:v>0</c:v>
                </c:pt>
                <c:pt idx="9784">
                  <c:v>2</c:v>
                </c:pt>
                <c:pt idx="9785">
                  <c:v>1</c:v>
                </c:pt>
                <c:pt idx="9786">
                  <c:v>2</c:v>
                </c:pt>
                <c:pt idx="9787">
                  <c:v>5</c:v>
                </c:pt>
                <c:pt idx="9788">
                  <c:v>3</c:v>
                </c:pt>
                <c:pt idx="9789">
                  <c:v>5</c:v>
                </c:pt>
                <c:pt idx="9790">
                  <c:v>4</c:v>
                </c:pt>
                <c:pt idx="9791">
                  <c:v>4</c:v>
                </c:pt>
                <c:pt idx="9792">
                  <c:v>4</c:v>
                </c:pt>
                <c:pt idx="9793">
                  <c:v>2</c:v>
                </c:pt>
                <c:pt idx="9794">
                  <c:v>3</c:v>
                </c:pt>
                <c:pt idx="9795">
                  <c:v>4</c:v>
                </c:pt>
                <c:pt idx="9796">
                  <c:v>3</c:v>
                </c:pt>
                <c:pt idx="9797">
                  <c:v>4</c:v>
                </c:pt>
                <c:pt idx="9798">
                  <c:v>5</c:v>
                </c:pt>
                <c:pt idx="9799">
                  <c:v>1</c:v>
                </c:pt>
                <c:pt idx="9800">
                  <c:v>5</c:v>
                </c:pt>
                <c:pt idx="9801">
                  <c:v>4</c:v>
                </c:pt>
                <c:pt idx="9802">
                  <c:v>2</c:v>
                </c:pt>
                <c:pt idx="9803">
                  <c:v>1</c:v>
                </c:pt>
                <c:pt idx="9804">
                  <c:v>2</c:v>
                </c:pt>
                <c:pt idx="9805">
                  <c:v>1</c:v>
                </c:pt>
                <c:pt idx="9806">
                  <c:v>4</c:v>
                </c:pt>
                <c:pt idx="9807">
                  <c:v>2</c:v>
                </c:pt>
                <c:pt idx="9808">
                  <c:v>2</c:v>
                </c:pt>
                <c:pt idx="9809">
                  <c:v>2</c:v>
                </c:pt>
                <c:pt idx="9810">
                  <c:v>2</c:v>
                </c:pt>
                <c:pt idx="9811">
                  <c:v>2</c:v>
                </c:pt>
                <c:pt idx="9812">
                  <c:v>2</c:v>
                </c:pt>
                <c:pt idx="9813">
                  <c:v>1</c:v>
                </c:pt>
                <c:pt idx="9814">
                  <c:v>1</c:v>
                </c:pt>
                <c:pt idx="9815">
                  <c:v>1</c:v>
                </c:pt>
                <c:pt idx="9816">
                  <c:v>2</c:v>
                </c:pt>
                <c:pt idx="9817">
                  <c:v>4</c:v>
                </c:pt>
                <c:pt idx="9818">
                  <c:v>2</c:v>
                </c:pt>
                <c:pt idx="9819">
                  <c:v>3</c:v>
                </c:pt>
                <c:pt idx="9820">
                  <c:v>6</c:v>
                </c:pt>
                <c:pt idx="9821">
                  <c:v>3</c:v>
                </c:pt>
                <c:pt idx="9822">
                  <c:v>3</c:v>
                </c:pt>
                <c:pt idx="9823">
                  <c:v>6</c:v>
                </c:pt>
                <c:pt idx="9824">
                  <c:v>7</c:v>
                </c:pt>
                <c:pt idx="9825">
                  <c:v>2</c:v>
                </c:pt>
                <c:pt idx="9826">
                  <c:v>8</c:v>
                </c:pt>
                <c:pt idx="9827">
                  <c:v>1</c:v>
                </c:pt>
                <c:pt idx="9828">
                  <c:v>3</c:v>
                </c:pt>
                <c:pt idx="9829">
                  <c:v>4</c:v>
                </c:pt>
                <c:pt idx="9830">
                  <c:v>3</c:v>
                </c:pt>
                <c:pt idx="9831">
                  <c:v>3</c:v>
                </c:pt>
                <c:pt idx="9832">
                  <c:v>3</c:v>
                </c:pt>
                <c:pt idx="9833">
                  <c:v>3</c:v>
                </c:pt>
                <c:pt idx="9834">
                  <c:v>2</c:v>
                </c:pt>
                <c:pt idx="9835">
                  <c:v>3</c:v>
                </c:pt>
                <c:pt idx="9836">
                  <c:v>2</c:v>
                </c:pt>
                <c:pt idx="9837">
                  <c:v>4</c:v>
                </c:pt>
                <c:pt idx="9838">
                  <c:v>5</c:v>
                </c:pt>
                <c:pt idx="9839">
                  <c:v>3</c:v>
                </c:pt>
                <c:pt idx="9840">
                  <c:v>4</c:v>
                </c:pt>
                <c:pt idx="9841">
                  <c:v>8</c:v>
                </c:pt>
                <c:pt idx="9842">
                  <c:v>3</c:v>
                </c:pt>
                <c:pt idx="9843">
                  <c:v>2</c:v>
                </c:pt>
                <c:pt idx="9844">
                  <c:v>2</c:v>
                </c:pt>
                <c:pt idx="9845">
                  <c:v>3</c:v>
                </c:pt>
                <c:pt idx="9846">
                  <c:v>4</c:v>
                </c:pt>
                <c:pt idx="9847">
                  <c:v>3</c:v>
                </c:pt>
                <c:pt idx="9848">
                  <c:v>2</c:v>
                </c:pt>
                <c:pt idx="9849">
                  <c:v>3</c:v>
                </c:pt>
                <c:pt idx="9850">
                  <c:v>3</c:v>
                </c:pt>
                <c:pt idx="9851">
                  <c:v>2</c:v>
                </c:pt>
                <c:pt idx="9852">
                  <c:v>2</c:v>
                </c:pt>
                <c:pt idx="9853">
                  <c:v>4</c:v>
                </c:pt>
                <c:pt idx="9854">
                  <c:v>3</c:v>
                </c:pt>
                <c:pt idx="9855">
                  <c:v>2</c:v>
                </c:pt>
                <c:pt idx="9856">
                  <c:v>2</c:v>
                </c:pt>
                <c:pt idx="9857">
                  <c:v>4</c:v>
                </c:pt>
                <c:pt idx="9858">
                  <c:v>3</c:v>
                </c:pt>
                <c:pt idx="9859">
                  <c:v>2</c:v>
                </c:pt>
                <c:pt idx="9860">
                  <c:v>2</c:v>
                </c:pt>
                <c:pt idx="9861">
                  <c:v>2</c:v>
                </c:pt>
                <c:pt idx="9862">
                  <c:v>-4</c:v>
                </c:pt>
                <c:pt idx="9863">
                  <c:v>1</c:v>
                </c:pt>
                <c:pt idx="9864">
                  <c:v>2</c:v>
                </c:pt>
                <c:pt idx="9865">
                  <c:v>1</c:v>
                </c:pt>
                <c:pt idx="9866">
                  <c:v>2</c:v>
                </c:pt>
                <c:pt idx="9867">
                  <c:v>2</c:v>
                </c:pt>
                <c:pt idx="9868">
                  <c:v>2</c:v>
                </c:pt>
                <c:pt idx="9869">
                  <c:v>2</c:v>
                </c:pt>
                <c:pt idx="9870">
                  <c:v>1</c:v>
                </c:pt>
                <c:pt idx="9871">
                  <c:v>1</c:v>
                </c:pt>
                <c:pt idx="9872">
                  <c:v>3</c:v>
                </c:pt>
                <c:pt idx="9873">
                  <c:v>1</c:v>
                </c:pt>
                <c:pt idx="9874">
                  <c:v>2</c:v>
                </c:pt>
                <c:pt idx="9875">
                  <c:v>1</c:v>
                </c:pt>
                <c:pt idx="9876">
                  <c:v>2</c:v>
                </c:pt>
                <c:pt idx="9877">
                  <c:v>2</c:v>
                </c:pt>
                <c:pt idx="9878">
                  <c:v>2</c:v>
                </c:pt>
                <c:pt idx="9879">
                  <c:v>-4</c:v>
                </c:pt>
                <c:pt idx="9880">
                  <c:v>2</c:v>
                </c:pt>
                <c:pt idx="9881">
                  <c:v>2</c:v>
                </c:pt>
                <c:pt idx="9882">
                  <c:v>2</c:v>
                </c:pt>
                <c:pt idx="9883">
                  <c:v>-4</c:v>
                </c:pt>
                <c:pt idx="9884">
                  <c:v>2</c:v>
                </c:pt>
                <c:pt idx="9885">
                  <c:v>2</c:v>
                </c:pt>
                <c:pt idx="9886">
                  <c:v>2</c:v>
                </c:pt>
                <c:pt idx="9887">
                  <c:v>2</c:v>
                </c:pt>
                <c:pt idx="9888">
                  <c:v>4</c:v>
                </c:pt>
                <c:pt idx="9889">
                  <c:v>2</c:v>
                </c:pt>
                <c:pt idx="9890">
                  <c:v>3</c:v>
                </c:pt>
                <c:pt idx="9891">
                  <c:v>3</c:v>
                </c:pt>
                <c:pt idx="9892">
                  <c:v>3</c:v>
                </c:pt>
                <c:pt idx="9893">
                  <c:v>3</c:v>
                </c:pt>
                <c:pt idx="9894">
                  <c:v>3</c:v>
                </c:pt>
                <c:pt idx="9895">
                  <c:v>3</c:v>
                </c:pt>
                <c:pt idx="9896">
                  <c:v>4</c:v>
                </c:pt>
                <c:pt idx="9897">
                  <c:v>3</c:v>
                </c:pt>
                <c:pt idx="9898">
                  <c:v>3</c:v>
                </c:pt>
                <c:pt idx="9899">
                  <c:v>1</c:v>
                </c:pt>
                <c:pt idx="9900">
                  <c:v>1</c:v>
                </c:pt>
                <c:pt idx="9901">
                  <c:v>3</c:v>
                </c:pt>
                <c:pt idx="9902">
                  <c:v>3</c:v>
                </c:pt>
                <c:pt idx="9903">
                  <c:v>3</c:v>
                </c:pt>
                <c:pt idx="9904">
                  <c:v>3</c:v>
                </c:pt>
                <c:pt idx="9905">
                  <c:v>3</c:v>
                </c:pt>
                <c:pt idx="9906">
                  <c:v>1</c:v>
                </c:pt>
                <c:pt idx="9907">
                  <c:v>-1</c:v>
                </c:pt>
                <c:pt idx="9908">
                  <c:v>4</c:v>
                </c:pt>
                <c:pt idx="9909">
                  <c:v>2</c:v>
                </c:pt>
                <c:pt idx="9910">
                  <c:v>2</c:v>
                </c:pt>
                <c:pt idx="9911">
                  <c:v>2</c:v>
                </c:pt>
                <c:pt idx="9912">
                  <c:v>3</c:v>
                </c:pt>
                <c:pt idx="9913">
                  <c:v>3</c:v>
                </c:pt>
                <c:pt idx="9914">
                  <c:v>3</c:v>
                </c:pt>
                <c:pt idx="9915">
                  <c:v>2</c:v>
                </c:pt>
                <c:pt idx="9916">
                  <c:v>2</c:v>
                </c:pt>
                <c:pt idx="9917">
                  <c:v>2</c:v>
                </c:pt>
                <c:pt idx="9918">
                  <c:v>2</c:v>
                </c:pt>
                <c:pt idx="9919">
                  <c:v>4</c:v>
                </c:pt>
                <c:pt idx="9920">
                  <c:v>3</c:v>
                </c:pt>
                <c:pt idx="9921">
                  <c:v>3</c:v>
                </c:pt>
                <c:pt idx="9922">
                  <c:v>3</c:v>
                </c:pt>
                <c:pt idx="9923">
                  <c:v>2</c:v>
                </c:pt>
                <c:pt idx="9924">
                  <c:v>2</c:v>
                </c:pt>
                <c:pt idx="9925">
                  <c:v>2</c:v>
                </c:pt>
                <c:pt idx="9926">
                  <c:v>5</c:v>
                </c:pt>
                <c:pt idx="9927">
                  <c:v>5</c:v>
                </c:pt>
                <c:pt idx="9928">
                  <c:v>5</c:v>
                </c:pt>
                <c:pt idx="9929">
                  <c:v>-1</c:v>
                </c:pt>
                <c:pt idx="9930">
                  <c:v>3</c:v>
                </c:pt>
                <c:pt idx="9931">
                  <c:v>3</c:v>
                </c:pt>
                <c:pt idx="9932">
                  <c:v>4</c:v>
                </c:pt>
                <c:pt idx="9933">
                  <c:v>2</c:v>
                </c:pt>
                <c:pt idx="9934">
                  <c:v>-1</c:v>
                </c:pt>
                <c:pt idx="9935">
                  <c:v>3</c:v>
                </c:pt>
                <c:pt idx="9936">
                  <c:v>2</c:v>
                </c:pt>
                <c:pt idx="9937">
                  <c:v>2</c:v>
                </c:pt>
                <c:pt idx="9938">
                  <c:v>3</c:v>
                </c:pt>
                <c:pt idx="9939">
                  <c:v>4</c:v>
                </c:pt>
                <c:pt idx="9940">
                  <c:v>5</c:v>
                </c:pt>
                <c:pt idx="9941">
                  <c:v>11</c:v>
                </c:pt>
                <c:pt idx="9942">
                  <c:v>5</c:v>
                </c:pt>
                <c:pt idx="9943">
                  <c:v>5</c:v>
                </c:pt>
                <c:pt idx="9944">
                  <c:v>8</c:v>
                </c:pt>
                <c:pt idx="9945">
                  <c:v>1</c:v>
                </c:pt>
                <c:pt idx="9946">
                  <c:v>6</c:v>
                </c:pt>
                <c:pt idx="9947">
                  <c:v>4</c:v>
                </c:pt>
                <c:pt idx="9948">
                  <c:v>6</c:v>
                </c:pt>
                <c:pt idx="9949">
                  <c:v>4</c:v>
                </c:pt>
                <c:pt idx="9950">
                  <c:v>7</c:v>
                </c:pt>
                <c:pt idx="9951">
                  <c:v>5</c:v>
                </c:pt>
                <c:pt idx="9952">
                  <c:v>6</c:v>
                </c:pt>
                <c:pt idx="9953">
                  <c:v>6</c:v>
                </c:pt>
                <c:pt idx="9954">
                  <c:v>5</c:v>
                </c:pt>
                <c:pt idx="9955">
                  <c:v>3</c:v>
                </c:pt>
                <c:pt idx="9956">
                  <c:v>5</c:v>
                </c:pt>
                <c:pt idx="9957">
                  <c:v>3</c:v>
                </c:pt>
                <c:pt idx="9958">
                  <c:v>3</c:v>
                </c:pt>
                <c:pt idx="9959">
                  <c:v>3</c:v>
                </c:pt>
                <c:pt idx="9960">
                  <c:v>3</c:v>
                </c:pt>
                <c:pt idx="9961">
                  <c:v>3</c:v>
                </c:pt>
                <c:pt idx="9962">
                  <c:v>3</c:v>
                </c:pt>
                <c:pt idx="9963">
                  <c:v>3</c:v>
                </c:pt>
                <c:pt idx="9964">
                  <c:v>3</c:v>
                </c:pt>
                <c:pt idx="9965">
                  <c:v>3</c:v>
                </c:pt>
                <c:pt idx="9966">
                  <c:v>3</c:v>
                </c:pt>
                <c:pt idx="9967">
                  <c:v>3</c:v>
                </c:pt>
                <c:pt idx="9968">
                  <c:v>3</c:v>
                </c:pt>
                <c:pt idx="9969">
                  <c:v>3</c:v>
                </c:pt>
                <c:pt idx="9970">
                  <c:v>4</c:v>
                </c:pt>
                <c:pt idx="9971">
                  <c:v>4</c:v>
                </c:pt>
                <c:pt idx="9972">
                  <c:v>4</c:v>
                </c:pt>
                <c:pt idx="9973">
                  <c:v>6</c:v>
                </c:pt>
                <c:pt idx="9974">
                  <c:v>3</c:v>
                </c:pt>
                <c:pt idx="9975">
                  <c:v>6</c:v>
                </c:pt>
                <c:pt idx="9976">
                  <c:v>2</c:v>
                </c:pt>
                <c:pt idx="9977">
                  <c:v>7</c:v>
                </c:pt>
                <c:pt idx="9978">
                  <c:v>8</c:v>
                </c:pt>
                <c:pt idx="9979">
                  <c:v>6</c:v>
                </c:pt>
                <c:pt idx="9980">
                  <c:v>5</c:v>
                </c:pt>
                <c:pt idx="9981">
                  <c:v>7</c:v>
                </c:pt>
                <c:pt idx="9982">
                  <c:v>4</c:v>
                </c:pt>
                <c:pt idx="9983">
                  <c:v>8</c:v>
                </c:pt>
                <c:pt idx="9984">
                  <c:v>3</c:v>
                </c:pt>
                <c:pt idx="9985">
                  <c:v>4</c:v>
                </c:pt>
                <c:pt idx="9986">
                  <c:v>3</c:v>
                </c:pt>
                <c:pt idx="9987">
                  <c:v>2</c:v>
                </c:pt>
                <c:pt idx="9988">
                  <c:v>2</c:v>
                </c:pt>
                <c:pt idx="9989">
                  <c:v>2</c:v>
                </c:pt>
                <c:pt idx="9990">
                  <c:v>3</c:v>
                </c:pt>
                <c:pt idx="9991">
                  <c:v>2</c:v>
                </c:pt>
                <c:pt idx="9992">
                  <c:v>2</c:v>
                </c:pt>
                <c:pt idx="9993">
                  <c:v>2</c:v>
                </c:pt>
                <c:pt idx="9994">
                  <c:v>1</c:v>
                </c:pt>
                <c:pt idx="9995">
                  <c:v>3</c:v>
                </c:pt>
                <c:pt idx="9996">
                  <c:v>2</c:v>
                </c:pt>
                <c:pt idx="9997">
                  <c:v>1</c:v>
                </c:pt>
                <c:pt idx="9998">
                  <c:v>2</c:v>
                </c:pt>
                <c:pt idx="9999">
                  <c:v>2</c:v>
                </c:pt>
                <c:pt idx="10000">
                  <c:v>2</c:v>
                </c:pt>
                <c:pt idx="10001">
                  <c:v>3</c:v>
                </c:pt>
                <c:pt idx="10002">
                  <c:v>1</c:v>
                </c:pt>
                <c:pt idx="10003">
                  <c:v>2</c:v>
                </c:pt>
                <c:pt idx="10004">
                  <c:v>2</c:v>
                </c:pt>
                <c:pt idx="10005">
                  <c:v>1</c:v>
                </c:pt>
                <c:pt idx="10006">
                  <c:v>1</c:v>
                </c:pt>
                <c:pt idx="10007">
                  <c:v>1</c:v>
                </c:pt>
                <c:pt idx="10008">
                  <c:v>2</c:v>
                </c:pt>
                <c:pt idx="10009">
                  <c:v>1</c:v>
                </c:pt>
                <c:pt idx="10010">
                  <c:v>2</c:v>
                </c:pt>
                <c:pt idx="10011">
                  <c:v>2</c:v>
                </c:pt>
                <c:pt idx="10012">
                  <c:v>1</c:v>
                </c:pt>
                <c:pt idx="10013">
                  <c:v>3</c:v>
                </c:pt>
                <c:pt idx="10014">
                  <c:v>2</c:v>
                </c:pt>
                <c:pt idx="10015">
                  <c:v>2</c:v>
                </c:pt>
                <c:pt idx="10016">
                  <c:v>2</c:v>
                </c:pt>
                <c:pt idx="10017">
                  <c:v>2</c:v>
                </c:pt>
                <c:pt idx="10018">
                  <c:v>2</c:v>
                </c:pt>
                <c:pt idx="10019">
                  <c:v>2</c:v>
                </c:pt>
                <c:pt idx="10020">
                  <c:v>2</c:v>
                </c:pt>
                <c:pt idx="10021">
                  <c:v>2</c:v>
                </c:pt>
                <c:pt idx="10022">
                  <c:v>2</c:v>
                </c:pt>
                <c:pt idx="10023">
                  <c:v>4</c:v>
                </c:pt>
                <c:pt idx="10024">
                  <c:v>2</c:v>
                </c:pt>
                <c:pt idx="10025">
                  <c:v>2</c:v>
                </c:pt>
                <c:pt idx="10026">
                  <c:v>2</c:v>
                </c:pt>
                <c:pt idx="10027">
                  <c:v>5</c:v>
                </c:pt>
                <c:pt idx="10028">
                  <c:v>4</c:v>
                </c:pt>
                <c:pt idx="10029">
                  <c:v>1</c:v>
                </c:pt>
                <c:pt idx="10030">
                  <c:v>2</c:v>
                </c:pt>
                <c:pt idx="10031">
                  <c:v>4</c:v>
                </c:pt>
                <c:pt idx="10032">
                  <c:v>2</c:v>
                </c:pt>
                <c:pt idx="10033">
                  <c:v>2</c:v>
                </c:pt>
                <c:pt idx="10034">
                  <c:v>3</c:v>
                </c:pt>
                <c:pt idx="10035">
                  <c:v>2</c:v>
                </c:pt>
                <c:pt idx="10036">
                  <c:v>2</c:v>
                </c:pt>
                <c:pt idx="10037">
                  <c:v>3</c:v>
                </c:pt>
                <c:pt idx="10038">
                  <c:v>2</c:v>
                </c:pt>
                <c:pt idx="10039">
                  <c:v>2</c:v>
                </c:pt>
                <c:pt idx="10040">
                  <c:v>5</c:v>
                </c:pt>
                <c:pt idx="10041">
                  <c:v>4</c:v>
                </c:pt>
                <c:pt idx="10042">
                  <c:v>7</c:v>
                </c:pt>
                <c:pt idx="10043">
                  <c:v>3</c:v>
                </c:pt>
                <c:pt idx="10044">
                  <c:v>4</c:v>
                </c:pt>
                <c:pt idx="10045">
                  <c:v>5</c:v>
                </c:pt>
                <c:pt idx="10046">
                  <c:v>8</c:v>
                </c:pt>
                <c:pt idx="10047">
                  <c:v>6</c:v>
                </c:pt>
                <c:pt idx="10048">
                  <c:v>7</c:v>
                </c:pt>
                <c:pt idx="10049">
                  <c:v>7</c:v>
                </c:pt>
                <c:pt idx="10050">
                  <c:v>1</c:v>
                </c:pt>
                <c:pt idx="10051">
                  <c:v>4</c:v>
                </c:pt>
                <c:pt idx="10052">
                  <c:v>5</c:v>
                </c:pt>
                <c:pt idx="10053">
                  <c:v>3</c:v>
                </c:pt>
                <c:pt idx="10054">
                  <c:v>5</c:v>
                </c:pt>
                <c:pt idx="10055">
                  <c:v>2</c:v>
                </c:pt>
                <c:pt idx="10056">
                  <c:v>4</c:v>
                </c:pt>
                <c:pt idx="10057">
                  <c:v>3</c:v>
                </c:pt>
                <c:pt idx="10058">
                  <c:v>2</c:v>
                </c:pt>
                <c:pt idx="10059">
                  <c:v>6</c:v>
                </c:pt>
                <c:pt idx="10060">
                  <c:v>6</c:v>
                </c:pt>
                <c:pt idx="10061">
                  <c:v>6</c:v>
                </c:pt>
                <c:pt idx="10062">
                  <c:v>5</c:v>
                </c:pt>
                <c:pt idx="10063">
                  <c:v>5</c:v>
                </c:pt>
                <c:pt idx="10064">
                  <c:v>6</c:v>
                </c:pt>
                <c:pt idx="10065">
                  <c:v>7</c:v>
                </c:pt>
                <c:pt idx="10066">
                  <c:v>5</c:v>
                </c:pt>
                <c:pt idx="10067">
                  <c:v>7</c:v>
                </c:pt>
                <c:pt idx="10068">
                  <c:v>10</c:v>
                </c:pt>
                <c:pt idx="10069">
                  <c:v>5</c:v>
                </c:pt>
                <c:pt idx="10070">
                  <c:v>5</c:v>
                </c:pt>
                <c:pt idx="10071">
                  <c:v>4</c:v>
                </c:pt>
                <c:pt idx="10072">
                  <c:v>6</c:v>
                </c:pt>
                <c:pt idx="10073">
                  <c:v>3</c:v>
                </c:pt>
                <c:pt idx="10074">
                  <c:v>5</c:v>
                </c:pt>
                <c:pt idx="10075">
                  <c:v>4</c:v>
                </c:pt>
                <c:pt idx="10076">
                  <c:v>3</c:v>
                </c:pt>
                <c:pt idx="10077">
                  <c:v>12</c:v>
                </c:pt>
                <c:pt idx="10078">
                  <c:v>3</c:v>
                </c:pt>
                <c:pt idx="10079">
                  <c:v>3</c:v>
                </c:pt>
                <c:pt idx="10080">
                  <c:v>9</c:v>
                </c:pt>
                <c:pt idx="10081">
                  <c:v>5</c:v>
                </c:pt>
                <c:pt idx="10082">
                  <c:v>4</c:v>
                </c:pt>
                <c:pt idx="10083">
                  <c:v>7</c:v>
                </c:pt>
                <c:pt idx="10084">
                  <c:v>9</c:v>
                </c:pt>
                <c:pt idx="10085">
                  <c:v>5</c:v>
                </c:pt>
                <c:pt idx="10086">
                  <c:v>5</c:v>
                </c:pt>
                <c:pt idx="10087">
                  <c:v>4</c:v>
                </c:pt>
                <c:pt idx="10088">
                  <c:v>5</c:v>
                </c:pt>
                <c:pt idx="10089">
                  <c:v>12</c:v>
                </c:pt>
                <c:pt idx="10090">
                  <c:v>6</c:v>
                </c:pt>
                <c:pt idx="10091">
                  <c:v>4</c:v>
                </c:pt>
                <c:pt idx="10092">
                  <c:v>2</c:v>
                </c:pt>
                <c:pt idx="10093">
                  <c:v>4</c:v>
                </c:pt>
                <c:pt idx="10094">
                  <c:v>7</c:v>
                </c:pt>
                <c:pt idx="10095">
                  <c:v>2</c:v>
                </c:pt>
                <c:pt idx="10096">
                  <c:v>2</c:v>
                </c:pt>
                <c:pt idx="10097">
                  <c:v>3</c:v>
                </c:pt>
                <c:pt idx="10098">
                  <c:v>4</c:v>
                </c:pt>
                <c:pt idx="10099">
                  <c:v>2</c:v>
                </c:pt>
                <c:pt idx="10100">
                  <c:v>2</c:v>
                </c:pt>
                <c:pt idx="10101">
                  <c:v>2</c:v>
                </c:pt>
                <c:pt idx="10102">
                  <c:v>2</c:v>
                </c:pt>
                <c:pt idx="10103">
                  <c:v>4</c:v>
                </c:pt>
                <c:pt idx="10104">
                  <c:v>2</c:v>
                </c:pt>
                <c:pt idx="10105">
                  <c:v>3</c:v>
                </c:pt>
                <c:pt idx="10106">
                  <c:v>2</c:v>
                </c:pt>
                <c:pt idx="10107">
                  <c:v>2</c:v>
                </c:pt>
                <c:pt idx="10108">
                  <c:v>2</c:v>
                </c:pt>
                <c:pt idx="10109">
                  <c:v>2</c:v>
                </c:pt>
                <c:pt idx="10110">
                  <c:v>2</c:v>
                </c:pt>
                <c:pt idx="10111">
                  <c:v>3</c:v>
                </c:pt>
                <c:pt idx="10112">
                  <c:v>2</c:v>
                </c:pt>
                <c:pt idx="10113">
                  <c:v>2</c:v>
                </c:pt>
                <c:pt idx="10114">
                  <c:v>3</c:v>
                </c:pt>
                <c:pt idx="10115">
                  <c:v>1</c:v>
                </c:pt>
                <c:pt idx="10116">
                  <c:v>2</c:v>
                </c:pt>
                <c:pt idx="10117">
                  <c:v>1</c:v>
                </c:pt>
                <c:pt idx="10118">
                  <c:v>4</c:v>
                </c:pt>
                <c:pt idx="10119">
                  <c:v>1</c:v>
                </c:pt>
                <c:pt idx="10120">
                  <c:v>1</c:v>
                </c:pt>
                <c:pt idx="10121">
                  <c:v>4</c:v>
                </c:pt>
                <c:pt idx="10122">
                  <c:v>1</c:v>
                </c:pt>
                <c:pt idx="10123">
                  <c:v>2</c:v>
                </c:pt>
                <c:pt idx="10124">
                  <c:v>1</c:v>
                </c:pt>
                <c:pt idx="10125">
                  <c:v>2</c:v>
                </c:pt>
                <c:pt idx="10126">
                  <c:v>1</c:v>
                </c:pt>
                <c:pt idx="10127">
                  <c:v>1</c:v>
                </c:pt>
                <c:pt idx="10128">
                  <c:v>1</c:v>
                </c:pt>
                <c:pt idx="10129">
                  <c:v>2</c:v>
                </c:pt>
                <c:pt idx="10130">
                  <c:v>3</c:v>
                </c:pt>
                <c:pt idx="10131">
                  <c:v>2</c:v>
                </c:pt>
                <c:pt idx="10132">
                  <c:v>3</c:v>
                </c:pt>
                <c:pt idx="10133">
                  <c:v>2</c:v>
                </c:pt>
                <c:pt idx="10134">
                  <c:v>2</c:v>
                </c:pt>
                <c:pt idx="10135">
                  <c:v>2</c:v>
                </c:pt>
                <c:pt idx="10136">
                  <c:v>1</c:v>
                </c:pt>
                <c:pt idx="10137">
                  <c:v>2</c:v>
                </c:pt>
                <c:pt idx="10138">
                  <c:v>1</c:v>
                </c:pt>
                <c:pt idx="10139">
                  <c:v>3</c:v>
                </c:pt>
                <c:pt idx="10140">
                  <c:v>2</c:v>
                </c:pt>
                <c:pt idx="10141">
                  <c:v>2</c:v>
                </c:pt>
                <c:pt idx="10142">
                  <c:v>1</c:v>
                </c:pt>
                <c:pt idx="10143">
                  <c:v>2</c:v>
                </c:pt>
                <c:pt idx="10144">
                  <c:v>2</c:v>
                </c:pt>
                <c:pt idx="10145">
                  <c:v>2</c:v>
                </c:pt>
                <c:pt idx="10146">
                  <c:v>2</c:v>
                </c:pt>
                <c:pt idx="10147">
                  <c:v>1</c:v>
                </c:pt>
                <c:pt idx="10148">
                  <c:v>2</c:v>
                </c:pt>
                <c:pt idx="10149">
                  <c:v>1</c:v>
                </c:pt>
                <c:pt idx="10150">
                  <c:v>1</c:v>
                </c:pt>
                <c:pt idx="10151">
                  <c:v>2</c:v>
                </c:pt>
                <c:pt idx="10152">
                  <c:v>4</c:v>
                </c:pt>
                <c:pt idx="10153">
                  <c:v>3</c:v>
                </c:pt>
                <c:pt idx="10154">
                  <c:v>1</c:v>
                </c:pt>
                <c:pt idx="10155">
                  <c:v>1</c:v>
                </c:pt>
                <c:pt idx="10156">
                  <c:v>1</c:v>
                </c:pt>
                <c:pt idx="10157">
                  <c:v>2</c:v>
                </c:pt>
                <c:pt idx="10158">
                  <c:v>3</c:v>
                </c:pt>
                <c:pt idx="10159">
                  <c:v>3</c:v>
                </c:pt>
                <c:pt idx="10160">
                  <c:v>5</c:v>
                </c:pt>
                <c:pt idx="10161">
                  <c:v>3</c:v>
                </c:pt>
                <c:pt idx="10162">
                  <c:v>3</c:v>
                </c:pt>
                <c:pt idx="10163">
                  <c:v>2</c:v>
                </c:pt>
                <c:pt idx="10164">
                  <c:v>1</c:v>
                </c:pt>
                <c:pt idx="10165">
                  <c:v>1</c:v>
                </c:pt>
                <c:pt idx="10166">
                  <c:v>1</c:v>
                </c:pt>
                <c:pt idx="10167">
                  <c:v>1</c:v>
                </c:pt>
                <c:pt idx="10168">
                  <c:v>1</c:v>
                </c:pt>
                <c:pt idx="10169">
                  <c:v>2</c:v>
                </c:pt>
                <c:pt idx="10170">
                  <c:v>1</c:v>
                </c:pt>
                <c:pt idx="10171">
                  <c:v>1</c:v>
                </c:pt>
                <c:pt idx="10172">
                  <c:v>1</c:v>
                </c:pt>
                <c:pt idx="10173">
                  <c:v>2</c:v>
                </c:pt>
                <c:pt idx="10174">
                  <c:v>2</c:v>
                </c:pt>
                <c:pt idx="10175">
                  <c:v>2</c:v>
                </c:pt>
                <c:pt idx="10176">
                  <c:v>1</c:v>
                </c:pt>
                <c:pt idx="10177">
                  <c:v>1</c:v>
                </c:pt>
                <c:pt idx="10178">
                  <c:v>2</c:v>
                </c:pt>
                <c:pt idx="10179">
                  <c:v>7</c:v>
                </c:pt>
                <c:pt idx="10180">
                  <c:v>4</c:v>
                </c:pt>
                <c:pt idx="10181">
                  <c:v>4</c:v>
                </c:pt>
                <c:pt idx="10182">
                  <c:v>4</c:v>
                </c:pt>
                <c:pt idx="10183">
                  <c:v>9</c:v>
                </c:pt>
                <c:pt idx="10184">
                  <c:v>4</c:v>
                </c:pt>
                <c:pt idx="10185">
                  <c:v>4</c:v>
                </c:pt>
                <c:pt idx="10186">
                  <c:v>3</c:v>
                </c:pt>
                <c:pt idx="10187">
                  <c:v>2</c:v>
                </c:pt>
                <c:pt idx="10188">
                  <c:v>1</c:v>
                </c:pt>
                <c:pt idx="10189">
                  <c:v>3</c:v>
                </c:pt>
                <c:pt idx="10190">
                  <c:v>3</c:v>
                </c:pt>
                <c:pt idx="10191">
                  <c:v>6</c:v>
                </c:pt>
                <c:pt idx="10192">
                  <c:v>3</c:v>
                </c:pt>
                <c:pt idx="10193">
                  <c:v>1</c:v>
                </c:pt>
                <c:pt idx="10194">
                  <c:v>3</c:v>
                </c:pt>
                <c:pt idx="10195">
                  <c:v>3</c:v>
                </c:pt>
                <c:pt idx="10196">
                  <c:v>6</c:v>
                </c:pt>
                <c:pt idx="10197">
                  <c:v>2</c:v>
                </c:pt>
                <c:pt idx="10198">
                  <c:v>4</c:v>
                </c:pt>
                <c:pt idx="10199">
                  <c:v>2</c:v>
                </c:pt>
                <c:pt idx="10200">
                  <c:v>1</c:v>
                </c:pt>
                <c:pt idx="10201">
                  <c:v>10</c:v>
                </c:pt>
                <c:pt idx="10202">
                  <c:v>53</c:v>
                </c:pt>
                <c:pt idx="10203">
                  <c:v>64</c:v>
                </c:pt>
                <c:pt idx="10204">
                  <c:v>2</c:v>
                </c:pt>
                <c:pt idx="10205">
                  <c:v>30</c:v>
                </c:pt>
                <c:pt idx="10206">
                  <c:v>30</c:v>
                </c:pt>
                <c:pt idx="10207">
                  <c:v>2</c:v>
                </c:pt>
                <c:pt idx="10208">
                  <c:v>2</c:v>
                </c:pt>
                <c:pt idx="10209">
                  <c:v>2</c:v>
                </c:pt>
                <c:pt idx="10210">
                  <c:v>2</c:v>
                </c:pt>
                <c:pt idx="10211">
                  <c:v>2</c:v>
                </c:pt>
                <c:pt idx="10212">
                  <c:v>2</c:v>
                </c:pt>
                <c:pt idx="10213">
                  <c:v>2</c:v>
                </c:pt>
                <c:pt idx="10214">
                  <c:v>2</c:v>
                </c:pt>
                <c:pt idx="10215">
                  <c:v>2</c:v>
                </c:pt>
                <c:pt idx="10216">
                  <c:v>1</c:v>
                </c:pt>
                <c:pt idx="10217">
                  <c:v>2</c:v>
                </c:pt>
                <c:pt idx="10218">
                  <c:v>2</c:v>
                </c:pt>
                <c:pt idx="10219">
                  <c:v>2</c:v>
                </c:pt>
                <c:pt idx="10220">
                  <c:v>2</c:v>
                </c:pt>
                <c:pt idx="10221">
                  <c:v>2</c:v>
                </c:pt>
                <c:pt idx="10222">
                  <c:v>2</c:v>
                </c:pt>
                <c:pt idx="10223">
                  <c:v>2</c:v>
                </c:pt>
                <c:pt idx="10224">
                  <c:v>2</c:v>
                </c:pt>
                <c:pt idx="10225">
                  <c:v>2</c:v>
                </c:pt>
                <c:pt idx="10226">
                  <c:v>2</c:v>
                </c:pt>
                <c:pt idx="10227">
                  <c:v>2</c:v>
                </c:pt>
                <c:pt idx="10228">
                  <c:v>2</c:v>
                </c:pt>
                <c:pt idx="10229">
                  <c:v>2</c:v>
                </c:pt>
                <c:pt idx="10230">
                  <c:v>2</c:v>
                </c:pt>
                <c:pt idx="10231">
                  <c:v>2</c:v>
                </c:pt>
                <c:pt idx="10232">
                  <c:v>2</c:v>
                </c:pt>
                <c:pt idx="10233">
                  <c:v>1</c:v>
                </c:pt>
                <c:pt idx="10234">
                  <c:v>2</c:v>
                </c:pt>
                <c:pt idx="10235">
                  <c:v>2</c:v>
                </c:pt>
                <c:pt idx="10236">
                  <c:v>1</c:v>
                </c:pt>
                <c:pt idx="10237">
                  <c:v>2</c:v>
                </c:pt>
                <c:pt idx="10238">
                  <c:v>2</c:v>
                </c:pt>
                <c:pt idx="10239">
                  <c:v>2</c:v>
                </c:pt>
                <c:pt idx="10240">
                  <c:v>1</c:v>
                </c:pt>
                <c:pt idx="10241">
                  <c:v>2</c:v>
                </c:pt>
                <c:pt idx="10242">
                  <c:v>2</c:v>
                </c:pt>
                <c:pt idx="10243">
                  <c:v>2</c:v>
                </c:pt>
                <c:pt idx="10244">
                  <c:v>2</c:v>
                </c:pt>
                <c:pt idx="10245">
                  <c:v>1</c:v>
                </c:pt>
                <c:pt idx="10246">
                  <c:v>2</c:v>
                </c:pt>
                <c:pt idx="10247">
                  <c:v>1</c:v>
                </c:pt>
                <c:pt idx="10248">
                  <c:v>1</c:v>
                </c:pt>
                <c:pt idx="10249">
                  <c:v>2</c:v>
                </c:pt>
                <c:pt idx="10250">
                  <c:v>2</c:v>
                </c:pt>
                <c:pt idx="10251">
                  <c:v>2</c:v>
                </c:pt>
                <c:pt idx="10252">
                  <c:v>2</c:v>
                </c:pt>
                <c:pt idx="10253">
                  <c:v>1</c:v>
                </c:pt>
                <c:pt idx="10254">
                  <c:v>3</c:v>
                </c:pt>
                <c:pt idx="10255">
                  <c:v>2</c:v>
                </c:pt>
                <c:pt idx="10256">
                  <c:v>2</c:v>
                </c:pt>
                <c:pt idx="10257">
                  <c:v>2</c:v>
                </c:pt>
                <c:pt idx="10258">
                  <c:v>2</c:v>
                </c:pt>
                <c:pt idx="10259">
                  <c:v>1</c:v>
                </c:pt>
                <c:pt idx="10260">
                  <c:v>4</c:v>
                </c:pt>
                <c:pt idx="10261">
                  <c:v>2</c:v>
                </c:pt>
                <c:pt idx="10262">
                  <c:v>2</c:v>
                </c:pt>
                <c:pt idx="10263">
                  <c:v>2</c:v>
                </c:pt>
                <c:pt idx="10264">
                  <c:v>2</c:v>
                </c:pt>
                <c:pt idx="10265">
                  <c:v>2</c:v>
                </c:pt>
                <c:pt idx="10266">
                  <c:v>3</c:v>
                </c:pt>
                <c:pt idx="10267">
                  <c:v>3</c:v>
                </c:pt>
                <c:pt idx="10268">
                  <c:v>2</c:v>
                </c:pt>
                <c:pt idx="10269">
                  <c:v>3</c:v>
                </c:pt>
                <c:pt idx="10270">
                  <c:v>2</c:v>
                </c:pt>
                <c:pt idx="10271">
                  <c:v>4</c:v>
                </c:pt>
                <c:pt idx="10272">
                  <c:v>2</c:v>
                </c:pt>
                <c:pt idx="10273">
                  <c:v>5</c:v>
                </c:pt>
                <c:pt idx="10274">
                  <c:v>3</c:v>
                </c:pt>
                <c:pt idx="10275">
                  <c:v>3</c:v>
                </c:pt>
                <c:pt idx="10276">
                  <c:v>4</c:v>
                </c:pt>
                <c:pt idx="10277">
                  <c:v>6</c:v>
                </c:pt>
                <c:pt idx="10278">
                  <c:v>5</c:v>
                </c:pt>
                <c:pt idx="10279">
                  <c:v>-1</c:v>
                </c:pt>
                <c:pt idx="10280">
                  <c:v>4</c:v>
                </c:pt>
                <c:pt idx="10281">
                  <c:v>5</c:v>
                </c:pt>
                <c:pt idx="10282">
                  <c:v>4</c:v>
                </c:pt>
                <c:pt idx="10283">
                  <c:v>4</c:v>
                </c:pt>
                <c:pt idx="10284">
                  <c:v>4</c:v>
                </c:pt>
                <c:pt idx="10285">
                  <c:v>4</c:v>
                </c:pt>
                <c:pt idx="10286">
                  <c:v>4</c:v>
                </c:pt>
                <c:pt idx="10287">
                  <c:v>4</c:v>
                </c:pt>
                <c:pt idx="10288">
                  <c:v>4</c:v>
                </c:pt>
                <c:pt idx="10289">
                  <c:v>7</c:v>
                </c:pt>
                <c:pt idx="10290">
                  <c:v>11</c:v>
                </c:pt>
                <c:pt idx="10291">
                  <c:v>6</c:v>
                </c:pt>
                <c:pt idx="10292">
                  <c:v>8</c:v>
                </c:pt>
                <c:pt idx="10293">
                  <c:v>7</c:v>
                </c:pt>
                <c:pt idx="10294">
                  <c:v>2</c:v>
                </c:pt>
                <c:pt idx="10295">
                  <c:v>10</c:v>
                </c:pt>
                <c:pt idx="10296">
                  <c:v>4</c:v>
                </c:pt>
                <c:pt idx="10297">
                  <c:v>2</c:v>
                </c:pt>
                <c:pt idx="10298">
                  <c:v>5</c:v>
                </c:pt>
                <c:pt idx="10299">
                  <c:v>7</c:v>
                </c:pt>
                <c:pt idx="10300">
                  <c:v>6</c:v>
                </c:pt>
                <c:pt idx="10301">
                  <c:v>6</c:v>
                </c:pt>
                <c:pt idx="10302">
                  <c:v>3</c:v>
                </c:pt>
                <c:pt idx="10303">
                  <c:v>5</c:v>
                </c:pt>
                <c:pt idx="10304">
                  <c:v>4</c:v>
                </c:pt>
                <c:pt idx="10305">
                  <c:v>4</c:v>
                </c:pt>
                <c:pt idx="10306">
                  <c:v>2</c:v>
                </c:pt>
                <c:pt idx="10307">
                  <c:v>5</c:v>
                </c:pt>
                <c:pt idx="10308">
                  <c:v>2</c:v>
                </c:pt>
                <c:pt idx="10309">
                  <c:v>4</c:v>
                </c:pt>
                <c:pt idx="10310">
                  <c:v>4</c:v>
                </c:pt>
                <c:pt idx="10311">
                  <c:v>3</c:v>
                </c:pt>
                <c:pt idx="10312">
                  <c:v>3</c:v>
                </c:pt>
                <c:pt idx="10313">
                  <c:v>3</c:v>
                </c:pt>
                <c:pt idx="10314">
                  <c:v>3</c:v>
                </c:pt>
                <c:pt idx="10315">
                  <c:v>2</c:v>
                </c:pt>
                <c:pt idx="10316">
                  <c:v>2</c:v>
                </c:pt>
                <c:pt idx="10317">
                  <c:v>3</c:v>
                </c:pt>
                <c:pt idx="10318">
                  <c:v>2</c:v>
                </c:pt>
                <c:pt idx="10319">
                  <c:v>2</c:v>
                </c:pt>
                <c:pt idx="10320">
                  <c:v>2</c:v>
                </c:pt>
                <c:pt idx="10321">
                  <c:v>2</c:v>
                </c:pt>
                <c:pt idx="10322">
                  <c:v>2</c:v>
                </c:pt>
                <c:pt idx="10323">
                  <c:v>2</c:v>
                </c:pt>
                <c:pt idx="10324">
                  <c:v>2</c:v>
                </c:pt>
                <c:pt idx="10325">
                  <c:v>4</c:v>
                </c:pt>
                <c:pt idx="10326">
                  <c:v>3</c:v>
                </c:pt>
                <c:pt idx="10327">
                  <c:v>4</c:v>
                </c:pt>
                <c:pt idx="10328">
                  <c:v>1</c:v>
                </c:pt>
                <c:pt idx="10329">
                  <c:v>2</c:v>
                </c:pt>
                <c:pt idx="10330">
                  <c:v>2</c:v>
                </c:pt>
                <c:pt idx="10331">
                  <c:v>4</c:v>
                </c:pt>
                <c:pt idx="10332">
                  <c:v>1</c:v>
                </c:pt>
                <c:pt idx="10333">
                  <c:v>2</c:v>
                </c:pt>
                <c:pt idx="10334">
                  <c:v>2</c:v>
                </c:pt>
                <c:pt idx="10335">
                  <c:v>2</c:v>
                </c:pt>
                <c:pt idx="10336">
                  <c:v>2</c:v>
                </c:pt>
                <c:pt idx="10337">
                  <c:v>2</c:v>
                </c:pt>
                <c:pt idx="10338">
                  <c:v>2</c:v>
                </c:pt>
                <c:pt idx="10339">
                  <c:v>1</c:v>
                </c:pt>
                <c:pt idx="10340">
                  <c:v>9</c:v>
                </c:pt>
                <c:pt idx="10341">
                  <c:v>2</c:v>
                </c:pt>
                <c:pt idx="10342">
                  <c:v>3</c:v>
                </c:pt>
                <c:pt idx="10343">
                  <c:v>12</c:v>
                </c:pt>
                <c:pt idx="10344">
                  <c:v>4</c:v>
                </c:pt>
                <c:pt idx="10345">
                  <c:v>4</c:v>
                </c:pt>
                <c:pt idx="10346">
                  <c:v>2</c:v>
                </c:pt>
                <c:pt idx="10347">
                  <c:v>2</c:v>
                </c:pt>
                <c:pt idx="10348">
                  <c:v>2</c:v>
                </c:pt>
                <c:pt idx="10349">
                  <c:v>2</c:v>
                </c:pt>
                <c:pt idx="10350">
                  <c:v>2</c:v>
                </c:pt>
                <c:pt idx="10351">
                  <c:v>3</c:v>
                </c:pt>
                <c:pt idx="10352">
                  <c:v>2</c:v>
                </c:pt>
                <c:pt idx="10353">
                  <c:v>3</c:v>
                </c:pt>
                <c:pt idx="10354">
                  <c:v>2</c:v>
                </c:pt>
                <c:pt idx="10355">
                  <c:v>2</c:v>
                </c:pt>
                <c:pt idx="10356">
                  <c:v>2</c:v>
                </c:pt>
                <c:pt idx="10357">
                  <c:v>2</c:v>
                </c:pt>
                <c:pt idx="10358">
                  <c:v>2</c:v>
                </c:pt>
                <c:pt idx="10359">
                  <c:v>4</c:v>
                </c:pt>
                <c:pt idx="10360">
                  <c:v>2</c:v>
                </c:pt>
                <c:pt idx="10361">
                  <c:v>1</c:v>
                </c:pt>
                <c:pt idx="10362">
                  <c:v>2</c:v>
                </c:pt>
                <c:pt idx="10363">
                  <c:v>2</c:v>
                </c:pt>
                <c:pt idx="10364">
                  <c:v>2</c:v>
                </c:pt>
                <c:pt idx="10365">
                  <c:v>2</c:v>
                </c:pt>
                <c:pt idx="10366">
                  <c:v>2</c:v>
                </c:pt>
                <c:pt idx="10367">
                  <c:v>3</c:v>
                </c:pt>
                <c:pt idx="10368">
                  <c:v>2</c:v>
                </c:pt>
                <c:pt idx="10369">
                  <c:v>6</c:v>
                </c:pt>
                <c:pt idx="10370">
                  <c:v>3</c:v>
                </c:pt>
                <c:pt idx="10371">
                  <c:v>2</c:v>
                </c:pt>
                <c:pt idx="10372">
                  <c:v>8</c:v>
                </c:pt>
                <c:pt idx="10373">
                  <c:v>2</c:v>
                </c:pt>
                <c:pt idx="10374">
                  <c:v>3</c:v>
                </c:pt>
                <c:pt idx="10375">
                  <c:v>2</c:v>
                </c:pt>
                <c:pt idx="10376">
                  <c:v>3</c:v>
                </c:pt>
                <c:pt idx="10377">
                  <c:v>6</c:v>
                </c:pt>
                <c:pt idx="10378">
                  <c:v>2</c:v>
                </c:pt>
                <c:pt idx="10379">
                  <c:v>4</c:v>
                </c:pt>
                <c:pt idx="10380">
                  <c:v>5</c:v>
                </c:pt>
                <c:pt idx="10381">
                  <c:v>10</c:v>
                </c:pt>
                <c:pt idx="10382">
                  <c:v>7</c:v>
                </c:pt>
                <c:pt idx="10383">
                  <c:v>5</c:v>
                </c:pt>
                <c:pt idx="10384">
                  <c:v>3</c:v>
                </c:pt>
                <c:pt idx="10385">
                  <c:v>2</c:v>
                </c:pt>
                <c:pt idx="10386">
                  <c:v>7</c:v>
                </c:pt>
                <c:pt idx="10387">
                  <c:v>3</c:v>
                </c:pt>
                <c:pt idx="10388">
                  <c:v>1</c:v>
                </c:pt>
                <c:pt idx="10389">
                  <c:v>3</c:v>
                </c:pt>
                <c:pt idx="10390">
                  <c:v>3</c:v>
                </c:pt>
                <c:pt idx="10391">
                  <c:v>6</c:v>
                </c:pt>
                <c:pt idx="10392">
                  <c:v>9</c:v>
                </c:pt>
                <c:pt idx="10393">
                  <c:v>5</c:v>
                </c:pt>
                <c:pt idx="10394">
                  <c:v>10</c:v>
                </c:pt>
                <c:pt idx="10395">
                  <c:v>3</c:v>
                </c:pt>
                <c:pt idx="10396">
                  <c:v>1</c:v>
                </c:pt>
                <c:pt idx="10397">
                  <c:v>3</c:v>
                </c:pt>
                <c:pt idx="10398">
                  <c:v>2</c:v>
                </c:pt>
                <c:pt idx="10399">
                  <c:v>3</c:v>
                </c:pt>
                <c:pt idx="10400">
                  <c:v>1</c:v>
                </c:pt>
                <c:pt idx="10401">
                  <c:v>1</c:v>
                </c:pt>
                <c:pt idx="10402">
                  <c:v>2</c:v>
                </c:pt>
                <c:pt idx="10403">
                  <c:v>1</c:v>
                </c:pt>
                <c:pt idx="10404">
                  <c:v>2</c:v>
                </c:pt>
                <c:pt idx="10405">
                  <c:v>2</c:v>
                </c:pt>
                <c:pt idx="10406">
                  <c:v>1</c:v>
                </c:pt>
                <c:pt idx="10407">
                  <c:v>3</c:v>
                </c:pt>
                <c:pt idx="10408">
                  <c:v>1</c:v>
                </c:pt>
                <c:pt idx="10409">
                  <c:v>2</c:v>
                </c:pt>
                <c:pt idx="10410">
                  <c:v>2</c:v>
                </c:pt>
                <c:pt idx="10411">
                  <c:v>2</c:v>
                </c:pt>
                <c:pt idx="10412">
                  <c:v>3</c:v>
                </c:pt>
                <c:pt idx="10413">
                  <c:v>1</c:v>
                </c:pt>
                <c:pt idx="10414">
                  <c:v>2</c:v>
                </c:pt>
                <c:pt idx="10415">
                  <c:v>1</c:v>
                </c:pt>
                <c:pt idx="10416">
                  <c:v>4</c:v>
                </c:pt>
                <c:pt idx="10417">
                  <c:v>2</c:v>
                </c:pt>
                <c:pt idx="10418">
                  <c:v>1</c:v>
                </c:pt>
                <c:pt idx="10419">
                  <c:v>2</c:v>
                </c:pt>
                <c:pt idx="10420">
                  <c:v>2</c:v>
                </c:pt>
                <c:pt idx="10421">
                  <c:v>1</c:v>
                </c:pt>
                <c:pt idx="10422">
                  <c:v>1</c:v>
                </c:pt>
                <c:pt idx="10423">
                  <c:v>3</c:v>
                </c:pt>
                <c:pt idx="10424">
                  <c:v>1</c:v>
                </c:pt>
                <c:pt idx="10425">
                  <c:v>2</c:v>
                </c:pt>
                <c:pt idx="10426">
                  <c:v>2</c:v>
                </c:pt>
                <c:pt idx="10427">
                  <c:v>3</c:v>
                </c:pt>
                <c:pt idx="10428">
                  <c:v>2</c:v>
                </c:pt>
                <c:pt idx="10429">
                  <c:v>1</c:v>
                </c:pt>
                <c:pt idx="10430">
                  <c:v>2</c:v>
                </c:pt>
                <c:pt idx="10431">
                  <c:v>3</c:v>
                </c:pt>
                <c:pt idx="10432">
                  <c:v>2</c:v>
                </c:pt>
                <c:pt idx="10433">
                  <c:v>3</c:v>
                </c:pt>
                <c:pt idx="10434">
                  <c:v>2</c:v>
                </c:pt>
                <c:pt idx="10435">
                  <c:v>2</c:v>
                </c:pt>
                <c:pt idx="10436">
                  <c:v>3</c:v>
                </c:pt>
                <c:pt idx="10437">
                  <c:v>1</c:v>
                </c:pt>
                <c:pt idx="10438">
                  <c:v>3</c:v>
                </c:pt>
                <c:pt idx="10439">
                  <c:v>1</c:v>
                </c:pt>
                <c:pt idx="10440">
                  <c:v>1</c:v>
                </c:pt>
                <c:pt idx="10441">
                  <c:v>1</c:v>
                </c:pt>
                <c:pt idx="10442">
                  <c:v>1</c:v>
                </c:pt>
                <c:pt idx="10443">
                  <c:v>1</c:v>
                </c:pt>
                <c:pt idx="10444">
                  <c:v>4</c:v>
                </c:pt>
                <c:pt idx="10445">
                  <c:v>1</c:v>
                </c:pt>
                <c:pt idx="10446">
                  <c:v>1</c:v>
                </c:pt>
                <c:pt idx="10447">
                  <c:v>1</c:v>
                </c:pt>
                <c:pt idx="10448">
                  <c:v>1</c:v>
                </c:pt>
                <c:pt idx="10449">
                  <c:v>5</c:v>
                </c:pt>
                <c:pt idx="10450">
                  <c:v>1</c:v>
                </c:pt>
                <c:pt idx="10451">
                  <c:v>3</c:v>
                </c:pt>
                <c:pt idx="10452">
                  <c:v>4</c:v>
                </c:pt>
                <c:pt idx="10453">
                  <c:v>4</c:v>
                </c:pt>
                <c:pt idx="10454">
                  <c:v>1</c:v>
                </c:pt>
                <c:pt idx="10455">
                  <c:v>1</c:v>
                </c:pt>
                <c:pt idx="10456">
                  <c:v>2</c:v>
                </c:pt>
                <c:pt idx="10457">
                  <c:v>1</c:v>
                </c:pt>
                <c:pt idx="10458">
                  <c:v>1</c:v>
                </c:pt>
                <c:pt idx="10459">
                  <c:v>1</c:v>
                </c:pt>
                <c:pt idx="10460">
                  <c:v>1</c:v>
                </c:pt>
                <c:pt idx="10461">
                  <c:v>1</c:v>
                </c:pt>
                <c:pt idx="10462">
                  <c:v>1</c:v>
                </c:pt>
                <c:pt idx="10463">
                  <c:v>1</c:v>
                </c:pt>
                <c:pt idx="10464">
                  <c:v>3</c:v>
                </c:pt>
                <c:pt idx="10465">
                  <c:v>1</c:v>
                </c:pt>
                <c:pt idx="10466">
                  <c:v>1</c:v>
                </c:pt>
                <c:pt idx="10467">
                  <c:v>4</c:v>
                </c:pt>
                <c:pt idx="10468">
                  <c:v>1</c:v>
                </c:pt>
                <c:pt idx="10469">
                  <c:v>2</c:v>
                </c:pt>
                <c:pt idx="10470">
                  <c:v>4</c:v>
                </c:pt>
                <c:pt idx="10471">
                  <c:v>1</c:v>
                </c:pt>
                <c:pt idx="10472">
                  <c:v>7</c:v>
                </c:pt>
                <c:pt idx="10473">
                  <c:v>1</c:v>
                </c:pt>
                <c:pt idx="10474">
                  <c:v>1</c:v>
                </c:pt>
                <c:pt idx="10475">
                  <c:v>-1</c:v>
                </c:pt>
                <c:pt idx="10476">
                  <c:v>1</c:v>
                </c:pt>
                <c:pt idx="10477">
                  <c:v>3</c:v>
                </c:pt>
                <c:pt idx="10478">
                  <c:v>2</c:v>
                </c:pt>
                <c:pt idx="10479">
                  <c:v>2</c:v>
                </c:pt>
                <c:pt idx="10480">
                  <c:v>1</c:v>
                </c:pt>
                <c:pt idx="10481">
                  <c:v>2</c:v>
                </c:pt>
                <c:pt idx="10482">
                  <c:v>1</c:v>
                </c:pt>
                <c:pt idx="10483">
                  <c:v>1</c:v>
                </c:pt>
                <c:pt idx="10484">
                  <c:v>1</c:v>
                </c:pt>
                <c:pt idx="10485">
                  <c:v>1</c:v>
                </c:pt>
                <c:pt idx="10486">
                  <c:v>1</c:v>
                </c:pt>
                <c:pt idx="10487">
                  <c:v>1</c:v>
                </c:pt>
                <c:pt idx="10488">
                  <c:v>1</c:v>
                </c:pt>
                <c:pt idx="10489">
                  <c:v>1</c:v>
                </c:pt>
                <c:pt idx="10490">
                  <c:v>6</c:v>
                </c:pt>
                <c:pt idx="10491">
                  <c:v>1</c:v>
                </c:pt>
                <c:pt idx="10492">
                  <c:v>3</c:v>
                </c:pt>
                <c:pt idx="10493">
                  <c:v>4</c:v>
                </c:pt>
                <c:pt idx="10494">
                  <c:v>2</c:v>
                </c:pt>
                <c:pt idx="10495">
                  <c:v>2</c:v>
                </c:pt>
                <c:pt idx="10496">
                  <c:v>2</c:v>
                </c:pt>
                <c:pt idx="10497">
                  <c:v>4</c:v>
                </c:pt>
                <c:pt idx="10498">
                  <c:v>1</c:v>
                </c:pt>
                <c:pt idx="10499">
                  <c:v>1</c:v>
                </c:pt>
                <c:pt idx="10500">
                  <c:v>2</c:v>
                </c:pt>
                <c:pt idx="10501">
                  <c:v>1</c:v>
                </c:pt>
                <c:pt idx="10502">
                  <c:v>2</c:v>
                </c:pt>
                <c:pt idx="10503">
                  <c:v>1</c:v>
                </c:pt>
                <c:pt idx="10504">
                  <c:v>2</c:v>
                </c:pt>
                <c:pt idx="10505">
                  <c:v>1</c:v>
                </c:pt>
                <c:pt idx="10506">
                  <c:v>1</c:v>
                </c:pt>
                <c:pt idx="10507">
                  <c:v>1</c:v>
                </c:pt>
                <c:pt idx="10508">
                  <c:v>1</c:v>
                </c:pt>
                <c:pt idx="10509">
                  <c:v>2</c:v>
                </c:pt>
                <c:pt idx="10510">
                  <c:v>3</c:v>
                </c:pt>
                <c:pt idx="10511">
                  <c:v>1</c:v>
                </c:pt>
                <c:pt idx="10512">
                  <c:v>1</c:v>
                </c:pt>
                <c:pt idx="10513">
                  <c:v>6</c:v>
                </c:pt>
                <c:pt idx="10514">
                  <c:v>1</c:v>
                </c:pt>
                <c:pt idx="10515">
                  <c:v>1</c:v>
                </c:pt>
                <c:pt idx="10516">
                  <c:v>3</c:v>
                </c:pt>
                <c:pt idx="10517">
                  <c:v>2</c:v>
                </c:pt>
                <c:pt idx="10518">
                  <c:v>1</c:v>
                </c:pt>
                <c:pt idx="10519">
                  <c:v>4</c:v>
                </c:pt>
                <c:pt idx="10520">
                  <c:v>2</c:v>
                </c:pt>
                <c:pt idx="10521">
                  <c:v>2</c:v>
                </c:pt>
                <c:pt idx="10522">
                  <c:v>1</c:v>
                </c:pt>
                <c:pt idx="10523">
                  <c:v>2</c:v>
                </c:pt>
                <c:pt idx="10524">
                  <c:v>1</c:v>
                </c:pt>
                <c:pt idx="10525">
                  <c:v>1</c:v>
                </c:pt>
                <c:pt idx="10526">
                  <c:v>6</c:v>
                </c:pt>
                <c:pt idx="10527">
                  <c:v>4</c:v>
                </c:pt>
                <c:pt idx="10528">
                  <c:v>4</c:v>
                </c:pt>
                <c:pt idx="10529">
                  <c:v>3</c:v>
                </c:pt>
                <c:pt idx="10530">
                  <c:v>5</c:v>
                </c:pt>
                <c:pt idx="10531">
                  <c:v>4</c:v>
                </c:pt>
                <c:pt idx="10532">
                  <c:v>6</c:v>
                </c:pt>
                <c:pt idx="10533">
                  <c:v>6</c:v>
                </c:pt>
                <c:pt idx="10534">
                  <c:v>4</c:v>
                </c:pt>
                <c:pt idx="10535">
                  <c:v>5</c:v>
                </c:pt>
                <c:pt idx="10536">
                  <c:v>1</c:v>
                </c:pt>
                <c:pt idx="10537">
                  <c:v>6</c:v>
                </c:pt>
                <c:pt idx="10538">
                  <c:v>6</c:v>
                </c:pt>
                <c:pt idx="10539">
                  <c:v>7</c:v>
                </c:pt>
                <c:pt idx="10540">
                  <c:v>5</c:v>
                </c:pt>
                <c:pt idx="10541">
                  <c:v>3</c:v>
                </c:pt>
                <c:pt idx="10542">
                  <c:v>5</c:v>
                </c:pt>
                <c:pt idx="10543">
                  <c:v>5</c:v>
                </c:pt>
                <c:pt idx="10544">
                  <c:v>4</c:v>
                </c:pt>
                <c:pt idx="10545">
                  <c:v>5</c:v>
                </c:pt>
                <c:pt idx="10546">
                  <c:v>6</c:v>
                </c:pt>
                <c:pt idx="10547">
                  <c:v>5</c:v>
                </c:pt>
                <c:pt idx="10548">
                  <c:v>4</c:v>
                </c:pt>
                <c:pt idx="10549">
                  <c:v>4</c:v>
                </c:pt>
                <c:pt idx="10550">
                  <c:v>4</c:v>
                </c:pt>
                <c:pt idx="10551">
                  <c:v>4</c:v>
                </c:pt>
                <c:pt idx="10552">
                  <c:v>1</c:v>
                </c:pt>
                <c:pt idx="10553">
                  <c:v>2</c:v>
                </c:pt>
                <c:pt idx="10554">
                  <c:v>2</c:v>
                </c:pt>
                <c:pt idx="10555">
                  <c:v>3</c:v>
                </c:pt>
                <c:pt idx="10556">
                  <c:v>2</c:v>
                </c:pt>
                <c:pt idx="10557">
                  <c:v>2</c:v>
                </c:pt>
                <c:pt idx="10558">
                  <c:v>2</c:v>
                </c:pt>
                <c:pt idx="10559">
                  <c:v>3</c:v>
                </c:pt>
                <c:pt idx="10560">
                  <c:v>2</c:v>
                </c:pt>
                <c:pt idx="10561">
                  <c:v>2</c:v>
                </c:pt>
                <c:pt idx="10562">
                  <c:v>2</c:v>
                </c:pt>
                <c:pt idx="10563">
                  <c:v>2</c:v>
                </c:pt>
                <c:pt idx="10564">
                  <c:v>1</c:v>
                </c:pt>
                <c:pt idx="10565">
                  <c:v>1</c:v>
                </c:pt>
                <c:pt idx="10566">
                  <c:v>2</c:v>
                </c:pt>
                <c:pt idx="10567">
                  <c:v>2</c:v>
                </c:pt>
                <c:pt idx="10568">
                  <c:v>2</c:v>
                </c:pt>
                <c:pt idx="10569">
                  <c:v>3</c:v>
                </c:pt>
                <c:pt idx="10570">
                  <c:v>2</c:v>
                </c:pt>
                <c:pt idx="10571">
                  <c:v>2</c:v>
                </c:pt>
                <c:pt idx="10572">
                  <c:v>4</c:v>
                </c:pt>
                <c:pt idx="10573">
                  <c:v>2</c:v>
                </c:pt>
                <c:pt idx="10574">
                  <c:v>1</c:v>
                </c:pt>
                <c:pt idx="10575">
                  <c:v>2</c:v>
                </c:pt>
                <c:pt idx="10576">
                  <c:v>3</c:v>
                </c:pt>
                <c:pt idx="10577">
                  <c:v>5</c:v>
                </c:pt>
                <c:pt idx="10578">
                  <c:v>3</c:v>
                </c:pt>
                <c:pt idx="10579">
                  <c:v>2</c:v>
                </c:pt>
                <c:pt idx="10580">
                  <c:v>1</c:v>
                </c:pt>
                <c:pt idx="10581">
                  <c:v>3</c:v>
                </c:pt>
                <c:pt idx="10582">
                  <c:v>1</c:v>
                </c:pt>
                <c:pt idx="10583">
                  <c:v>2</c:v>
                </c:pt>
                <c:pt idx="10584">
                  <c:v>3</c:v>
                </c:pt>
                <c:pt idx="10585">
                  <c:v>4</c:v>
                </c:pt>
                <c:pt idx="10586">
                  <c:v>2</c:v>
                </c:pt>
                <c:pt idx="10587">
                  <c:v>2</c:v>
                </c:pt>
                <c:pt idx="10588">
                  <c:v>2</c:v>
                </c:pt>
                <c:pt idx="10589">
                  <c:v>1</c:v>
                </c:pt>
                <c:pt idx="10590">
                  <c:v>5</c:v>
                </c:pt>
                <c:pt idx="10591">
                  <c:v>4</c:v>
                </c:pt>
                <c:pt idx="10592">
                  <c:v>2</c:v>
                </c:pt>
                <c:pt idx="10593">
                  <c:v>2</c:v>
                </c:pt>
                <c:pt idx="10594">
                  <c:v>2</c:v>
                </c:pt>
                <c:pt idx="10595">
                  <c:v>2</c:v>
                </c:pt>
                <c:pt idx="10596">
                  <c:v>2</c:v>
                </c:pt>
                <c:pt idx="10597">
                  <c:v>2</c:v>
                </c:pt>
                <c:pt idx="10598">
                  <c:v>4</c:v>
                </c:pt>
                <c:pt idx="10599">
                  <c:v>3</c:v>
                </c:pt>
                <c:pt idx="10600">
                  <c:v>5</c:v>
                </c:pt>
                <c:pt idx="10601">
                  <c:v>5</c:v>
                </c:pt>
                <c:pt idx="10602">
                  <c:v>4</c:v>
                </c:pt>
                <c:pt idx="10603">
                  <c:v>4</c:v>
                </c:pt>
                <c:pt idx="10604">
                  <c:v>4</c:v>
                </c:pt>
                <c:pt idx="10605">
                  <c:v>4</c:v>
                </c:pt>
                <c:pt idx="10606">
                  <c:v>4</c:v>
                </c:pt>
                <c:pt idx="10607">
                  <c:v>4</c:v>
                </c:pt>
                <c:pt idx="10608">
                  <c:v>1</c:v>
                </c:pt>
                <c:pt idx="10609">
                  <c:v>2</c:v>
                </c:pt>
                <c:pt idx="10610">
                  <c:v>3</c:v>
                </c:pt>
                <c:pt idx="10611">
                  <c:v>3</c:v>
                </c:pt>
                <c:pt idx="10612">
                  <c:v>2</c:v>
                </c:pt>
                <c:pt idx="10613">
                  <c:v>6</c:v>
                </c:pt>
                <c:pt idx="10614">
                  <c:v>3</c:v>
                </c:pt>
                <c:pt idx="10615">
                  <c:v>3</c:v>
                </c:pt>
                <c:pt idx="10616">
                  <c:v>2</c:v>
                </c:pt>
                <c:pt idx="10617">
                  <c:v>3</c:v>
                </c:pt>
                <c:pt idx="10618">
                  <c:v>1</c:v>
                </c:pt>
                <c:pt idx="10619">
                  <c:v>4</c:v>
                </c:pt>
                <c:pt idx="10620">
                  <c:v>1</c:v>
                </c:pt>
                <c:pt idx="10621">
                  <c:v>1</c:v>
                </c:pt>
                <c:pt idx="10622">
                  <c:v>2</c:v>
                </c:pt>
                <c:pt idx="10623">
                  <c:v>3</c:v>
                </c:pt>
                <c:pt idx="10624">
                  <c:v>4</c:v>
                </c:pt>
                <c:pt idx="10625">
                  <c:v>1</c:v>
                </c:pt>
                <c:pt idx="10626">
                  <c:v>3</c:v>
                </c:pt>
                <c:pt idx="10627">
                  <c:v>1</c:v>
                </c:pt>
                <c:pt idx="10628">
                  <c:v>4</c:v>
                </c:pt>
                <c:pt idx="10629">
                  <c:v>2</c:v>
                </c:pt>
                <c:pt idx="10630">
                  <c:v>4</c:v>
                </c:pt>
                <c:pt idx="10631">
                  <c:v>2</c:v>
                </c:pt>
                <c:pt idx="10632">
                  <c:v>3</c:v>
                </c:pt>
                <c:pt idx="10633">
                  <c:v>3</c:v>
                </c:pt>
                <c:pt idx="10634">
                  <c:v>2</c:v>
                </c:pt>
                <c:pt idx="10635">
                  <c:v>3</c:v>
                </c:pt>
                <c:pt idx="10636">
                  <c:v>2</c:v>
                </c:pt>
                <c:pt idx="10637">
                  <c:v>4</c:v>
                </c:pt>
                <c:pt idx="10638">
                  <c:v>4</c:v>
                </c:pt>
                <c:pt idx="10639">
                  <c:v>4</c:v>
                </c:pt>
                <c:pt idx="10640">
                  <c:v>4</c:v>
                </c:pt>
                <c:pt idx="10641">
                  <c:v>2</c:v>
                </c:pt>
                <c:pt idx="10642">
                  <c:v>4</c:v>
                </c:pt>
                <c:pt idx="10643">
                  <c:v>4</c:v>
                </c:pt>
                <c:pt idx="10644">
                  <c:v>4</c:v>
                </c:pt>
                <c:pt idx="10645">
                  <c:v>5</c:v>
                </c:pt>
                <c:pt idx="10646">
                  <c:v>6</c:v>
                </c:pt>
                <c:pt idx="10647">
                  <c:v>4</c:v>
                </c:pt>
                <c:pt idx="10648">
                  <c:v>2</c:v>
                </c:pt>
                <c:pt idx="10649">
                  <c:v>2</c:v>
                </c:pt>
                <c:pt idx="10650">
                  <c:v>4</c:v>
                </c:pt>
                <c:pt idx="10651">
                  <c:v>4</c:v>
                </c:pt>
                <c:pt idx="10652">
                  <c:v>2</c:v>
                </c:pt>
                <c:pt idx="10653">
                  <c:v>4</c:v>
                </c:pt>
                <c:pt idx="10654">
                  <c:v>5</c:v>
                </c:pt>
                <c:pt idx="10655">
                  <c:v>4</c:v>
                </c:pt>
                <c:pt idx="10656">
                  <c:v>2</c:v>
                </c:pt>
                <c:pt idx="10657">
                  <c:v>2</c:v>
                </c:pt>
                <c:pt idx="10658">
                  <c:v>2</c:v>
                </c:pt>
                <c:pt idx="10659">
                  <c:v>4</c:v>
                </c:pt>
                <c:pt idx="10660">
                  <c:v>6</c:v>
                </c:pt>
                <c:pt idx="10661">
                  <c:v>8</c:v>
                </c:pt>
                <c:pt idx="10662">
                  <c:v>5</c:v>
                </c:pt>
                <c:pt idx="10663">
                  <c:v>2</c:v>
                </c:pt>
                <c:pt idx="10664">
                  <c:v>4</c:v>
                </c:pt>
                <c:pt idx="10665">
                  <c:v>4</c:v>
                </c:pt>
                <c:pt idx="10666">
                  <c:v>1</c:v>
                </c:pt>
                <c:pt idx="10667">
                  <c:v>2</c:v>
                </c:pt>
                <c:pt idx="10668">
                  <c:v>2</c:v>
                </c:pt>
                <c:pt idx="10669">
                  <c:v>2</c:v>
                </c:pt>
                <c:pt idx="10670">
                  <c:v>2</c:v>
                </c:pt>
                <c:pt idx="10671">
                  <c:v>1</c:v>
                </c:pt>
                <c:pt idx="10672">
                  <c:v>1</c:v>
                </c:pt>
                <c:pt idx="10673">
                  <c:v>3</c:v>
                </c:pt>
                <c:pt idx="10674">
                  <c:v>2</c:v>
                </c:pt>
                <c:pt idx="10675">
                  <c:v>1</c:v>
                </c:pt>
                <c:pt idx="10676">
                  <c:v>3</c:v>
                </c:pt>
                <c:pt idx="10677">
                  <c:v>2</c:v>
                </c:pt>
                <c:pt idx="10678">
                  <c:v>1</c:v>
                </c:pt>
                <c:pt idx="10679">
                  <c:v>2</c:v>
                </c:pt>
                <c:pt idx="10680">
                  <c:v>2</c:v>
                </c:pt>
                <c:pt idx="10681">
                  <c:v>2</c:v>
                </c:pt>
                <c:pt idx="10682">
                  <c:v>2</c:v>
                </c:pt>
                <c:pt idx="10683">
                  <c:v>1</c:v>
                </c:pt>
                <c:pt idx="10684">
                  <c:v>2</c:v>
                </c:pt>
                <c:pt idx="10685">
                  <c:v>2</c:v>
                </c:pt>
                <c:pt idx="10686">
                  <c:v>3</c:v>
                </c:pt>
                <c:pt idx="10687">
                  <c:v>2</c:v>
                </c:pt>
                <c:pt idx="10688">
                  <c:v>3</c:v>
                </c:pt>
                <c:pt idx="10689">
                  <c:v>2</c:v>
                </c:pt>
                <c:pt idx="10690">
                  <c:v>2</c:v>
                </c:pt>
                <c:pt idx="10691">
                  <c:v>3</c:v>
                </c:pt>
                <c:pt idx="10692">
                  <c:v>2</c:v>
                </c:pt>
                <c:pt idx="10693">
                  <c:v>3</c:v>
                </c:pt>
                <c:pt idx="10694">
                  <c:v>2</c:v>
                </c:pt>
                <c:pt idx="10695">
                  <c:v>2</c:v>
                </c:pt>
                <c:pt idx="10696">
                  <c:v>2</c:v>
                </c:pt>
                <c:pt idx="10697">
                  <c:v>3</c:v>
                </c:pt>
                <c:pt idx="10698">
                  <c:v>1</c:v>
                </c:pt>
                <c:pt idx="10699">
                  <c:v>4</c:v>
                </c:pt>
                <c:pt idx="10700">
                  <c:v>3</c:v>
                </c:pt>
                <c:pt idx="10701">
                  <c:v>3</c:v>
                </c:pt>
                <c:pt idx="10702">
                  <c:v>3</c:v>
                </c:pt>
                <c:pt idx="10703">
                  <c:v>7</c:v>
                </c:pt>
                <c:pt idx="10704">
                  <c:v>5</c:v>
                </c:pt>
                <c:pt idx="10705">
                  <c:v>3</c:v>
                </c:pt>
                <c:pt idx="10706">
                  <c:v>6</c:v>
                </c:pt>
                <c:pt idx="10707">
                  <c:v>6</c:v>
                </c:pt>
                <c:pt idx="10708">
                  <c:v>9</c:v>
                </c:pt>
                <c:pt idx="10709">
                  <c:v>7</c:v>
                </c:pt>
                <c:pt idx="10710">
                  <c:v>3</c:v>
                </c:pt>
                <c:pt idx="10711">
                  <c:v>7</c:v>
                </c:pt>
                <c:pt idx="10712">
                  <c:v>1</c:v>
                </c:pt>
                <c:pt idx="10713">
                  <c:v>2</c:v>
                </c:pt>
                <c:pt idx="10714">
                  <c:v>2</c:v>
                </c:pt>
                <c:pt idx="10715">
                  <c:v>2</c:v>
                </c:pt>
                <c:pt idx="10716">
                  <c:v>1</c:v>
                </c:pt>
                <c:pt idx="10717">
                  <c:v>2</c:v>
                </c:pt>
                <c:pt idx="10718">
                  <c:v>3</c:v>
                </c:pt>
                <c:pt idx="10719">
                  <c:v>2</c:v>
                </c:pt>
                <c:pt idx="10720">
                  <c:v>2</c:v>
                </c:pt>
                <c:pt idx="10721">
                  <c:v>1</c:v>
                </c:pt>
                <c:pt idx="10722">
                  <c:v>2</c:v>
                </c:pt>
                <c:pt idx="10723">
                  <c:v>1</c:v>
                </c:pt>
                <c:pt idx="10724">
                  <c:v>1</c:v>
                </c:pt>
                <c:pt idx="10725">
                  <c:v>2</c:v>
                </c:pt>
                <c:pt idx="10726">
                  <c:v>1</c:v>
                </c:pt>
                <c:pt idx="10727">
                  <c:v>2</c:v>
                </c:pt>
                <c:pt idx="10728">
                  <c:v>3</c:v>
                </c:pt>
                <c:pt idx="10729">
                  <c:v>1</c:v>
                </c:pt>
                <c:pt idx="10730">
                  <c:v>2</c:v>
                </c:pt>
                <c:pt idx="10731">
                  <c:v>1</c:v>
                </c:pt>
                <c:pt idx="10732">
                  <c:v>2</c:v>
                </c:pt>
                <c:pt idx="10733">
                  <c:v>1</c:v>
                </c:pt>
                <c:pt idx="10734">
                  <c:v>1</c:v>
                </c:pt>
                <c:pt idx="10735">
                  <c:v>2</c:v>
                </c:pt>
                <c:pt idx="10736">
                  <c:v>1</c:v>
                </c:pt>
                <c:pt idx="10737">
                  <c:v>2</c:v>
                </c:pt>
                <c:pt idx="10738">
                  <c:v>1</c:v>
                </c:pt>
                <c:pt idx="10739">
                  <c:v>1</c:v>
                </c:pt>
                <c:pt idx="10740">
                  <c:v>2</c:v>
                </c:pt>
                <c:pt idx="10741">
                  <c:v>1</c:v>
                </c:pt>
                <c:pt idx="10742">
                  <c:v>1</c:v>
                </c:pt>
                <c:pt idx="10743">
                  <c:v>1</c:v>
                </c:pt>
                <c:pt idx="10744">
                  <c:v>2</c:v>
                </c:pt>
                <c:pt idx="10745">
                  <c:v>3</c:v>
                </c:pt>
                <c:pt idx="10746">
                  <c:v>3</c:v>
                </c:pt>
                <c:pt idx="10747">
                  <c:v>2</c:v>
                </c:pt>
                <c:pt idx="10748">
                  <c:v>1</c:v>
                </c:pt>
                <c:pt idx="10749">
                  <c:v>2</c:v>
                </c:pt>
                <c:pt idx="10750">
                  <c:v>2</c:v>
                </c:pt>
                <c:pt idx="10751">
                  <c:v>1</c:v>
                </c:pt>
                <c:pt idx="10752">
                  <c:v>2</c:v>
                </c:pt>
                <c:pt idx="10753">
                  <c:v>3</c:v>
                </c:pt>
                <c:pt idx="10754">
                  <c:v>2</c:v>
                </c:pt>
                <c:pt idx="10755">
                  <c:v>3</c:v>
                </c:pt>
                <c:pt idx="10756">
                  <c:v>2</c:v>
                </c:pt>
                <c:pt idx="10757">
                  <c:v>1</c:v>
                </c:pt>
                <c:pt idx="10758">
                  <c:v>1</c:v>
                </c:pt>
                <c:pt idx="10759">
                  <c:v>1</c:v>
                </c:pt>
                <c:pt idx="10760">
                  <c:v>2</c:v>
                </c:pt>
                <c:pt idx="10761">
                  <c:v>1</c:v>
                </c:pt>
                <c:pt idx="10762">
                  <c:v>2</c:v>
                </c:pt>
                <c:pt idx="10763">
                  <c:v>1</c:v>
                </c:pt>
                <c:pt idx="10764">
                  <c:v>1</c:v>
                </c:pt>
                <c:pt idx="10765">
                  <c:v>2</c:v>
                </c:pt>
                <c:pt idx="10766">
                  <c:v>1</c:v>
                </c:pt>
                <c:pt idx="10767">
                  <c:v>6</c:v>
                </c:pt>
                <c:pt idx="10768">
                  <c:v>8</c:v>
                </c:pt>
                <c:pt idx="10769">
                  <c:v>6</c:v>
                </c:pt>
                <c:pt idx="10770">
                  <c:v>5</c:v>
                </c:pt>
                <c:pt idx="10771">
                  <c:v>8</c:v>
                </c:pt>
                <c:pt idx="10772">
                  <c:v>6</c:v>
                </c:pt>
                <c:pt idx="10773">
                  <c:v>-2</c:v>
                </c:pt>
                <c:pt idx="10774">
                  <c:v>5</c:v>
                </c:pt>
                <c:pt idx="10775">
                  <c:v>9</c:v>
                </c:pt>
                <c:pt idx="10776">
                  <c:v>7</c:v>
                </c:pt>
                <c:pt idx="10777">
                  <c:v>4</c:v>
                </c:pt>
                <c:pt idx="10778">
                  <c:v>7</c:v>
                </c:pt>
                <c:pt idx="10779">
                  <c:v>7</c:v>
                </c:pt>
                <c:pt idx="10780">
                  <c:v>6</c:v>
                </c:pt>
                <c:pt idx="10781">
                  <c:v>4</c:v>
                </c:pt>
                <c:pt idx="10782">
                  <c:v>4</c:v>
                </c:pt>
                <c:pt idx="10783">
                  <c:v>8</c:v>
                </c:pt>
                <c:pt idx="10784">
                  <c:v>9</c:v>
                </c:pt>
                <c:pt idx="10785">
                  <c:v>9</c:v>
                </c:pt>
                <c:pt idx="10786">
                  <c:v>6</c:v>
                </c:pt>
                <c:pt idx="10787">
                  <c:v>6</c:v>
                </c:pt>
                <c:pt idx="10788">
                  <c:v>7</c:v>
                </c:pt>
                <c:pt idx="10789">
                  <c:v>5</c:v>
                </c:pt>
                <c:pt idx="10790">
                  <c:v>3</c:v>
                </c:pt>
                <c:pt idx="10791">
                  <c:v>3</c:v>
                </c:pt>
                <c:pt idx="10792">
                  <c:v>2</c:v>
                </c:pt>
                <c:pt idx="10793">
                  <c:v>2</c:v>
                </c:pt>
                <c:pt idx="10794">
                  <c:v>4</c:v>
                </c:pt>
                <c:pt idx="10795">
                  <c:v>5</c:v>
                </c:pt>
                <c:pt idx="10796">
                  <c:v>4</c:v>
                </c:pt>
                <c:pt idx="10797">
                  <c:v>3</c:v>
                </c:pt>
                <c:pt idx="10798">
                  <c:v>7</c:v>
                </c:pt>
                <c:pt idx="10799">
                  <c:v>3</c:v>
                </c:pt>
                <c:pt idx="10800">
                  <c:v>3</c:v>
                </c:pt>
                <c:pt idx="10801">
                  <c:v>5</c:v>
                </c:pt>
                <c:pt idx="10802">
                  <c:v>3</c:v>
                </c:pt>
                <c:pt idx="10803">
                  <c:v>4</c:v>
                </c:pt>
                <c:pt idx="10804">
                  <c:v>2</c:v>
                </c:pt>
                <c:pt idx="10805">
                  <c:v>5</c:v>
                </c:pt>
                <c:pt idx="10806">
                  <c:v>1</c:v>
                </c:pt>
                <c:pt idx="10807">
                  <c:v>4</c:v>
                </c:pt>
                <c:pt idx="10808">
                  <c:v>3</c:v>
                </c:pt>
                <c:pt idx="10809">
                  <c:v>2</c:v>
                </c:pt>
                <c:pt idx="10810">
                  <c:v>2</c:v>
                </c:pt>
                <c:pt idx="10811">
                  <c:v>3</c:v>
                </c:pt>
                <c:pt idx="10812">
                  <c:v>1</c:v>
                </c:pt>
                <c:pt idx="10813">
                  <c:v>3</c:v>
                </c:pt>
                <c:pt idx="10814">
                  <c:v>3</c:v>
                </c:pt>
                <c:pt idx="10815">
                  <c:v>5</c:v>
                </c:pt>
                <c:pt idx="10816">
                  <c:v>4</c:v>
                </c:pt>
                <c:pt idx="10817">
                  <c:v>4</c:v>
                </c:pt>
                <c:pt idx="10818">
                  <c:v>3</c:v>
                </c:pt>
                <c:pt idx="10819">
                  <c:v>5</c:v>
                </c:pt>
                <c:pt idx="10820">
                  <c:v>2</c:v>
                </c:pt>
                <c:pt idx="10821">
                  <c:v>3</c:v>
                </c:pt>
                <c:pt idx="10822">
                  <c:v>2</c:v>
                </c:pt>
                <c:pt idx="10823">
                  <c:v>7</c:v>
                </c:pt>
                <c:pt idx="10824">
                  <c:v>1</c:v>
                </c:pt>
                <c:pt idx="10825">
                  <c:v>3</c:v>
                </c:pt>
                <c:pt idx="10826">
                  <c:v>2</c:v>
                </c:pt>
                <c:pt idx="10827">
                  <c:v>1</c:v>
                </c:pt>
                <c:pt idx="10828">
                  <c:v>1</c:v>
                </c:pt>
                <c:pt idx="10829">
                  <c:v>2</c:v>
                </c:pt>
                <c:pt idx="10830">
                  <c:v>1</c:v>
                </c:pt>
                <c:pt idx="10831">
                  <c:v>1</c:v>
                </c:pt>
                <c:pt idx="10832">
                  <c:v>1</c:v>
                </c:pt>
                <c:pt idx="10833">
                  <c:v>2</c:v>
                </c:pt>
                <c:pt idx="10834">
                  <c:v>1</c:v>
                </c:pt>
                <c:pt idx="10835">
                  <c:v>1</c:v>
                </c:pt>
                <c:pt idx="10836">
                  <c:v>1</c:v>
                </c:pt>
                <c:pt idx="10837">
                  <c:v>1</c:v>
                </c:pt>
                <c:pt idx="10838">
                  <c:v>1</c:v>
                </c:pt>
                <c:pt idx="10839">
                  <c:v>1</c:v>
                </c:pt>
                <c:pt idx="10840">
                  <c:v>2</c:v>
                </c:pt>
                <c:pt idx="10841">
                  <c:v>1</c:v>
                </c:pt>
                <c:pt idx="10842">
                  <c:v>1</c:v>
                </c:pt>
                <c:pt idx="10843">
                  <c:v>1</c:v>
                </c:pt>
                <c:pt idx="10844">
                  <c:v>1</c:v>
                </c:pt>
                <c:pt idx="10845">
                  <c:v>2</c:v>
                </c:pt>
                <c:pt idx="10846">
                  <c:v>1</c:v>
                </c:pt>
                <c:pt idx="10847">
                  <c:v>1</c:v>
                </c:pt>
                <c:pt idx="10848">
                  <c:v>1</c:v>
                </c:pt>
                <c:pt idx="10849">
                  <c:v>1</c:v>
                </c:pt>
                <c:pt idx="10850">
                  <c:v>1</c:v>
                </c:pt>
                <c:pt idx="10851">
                  <c:v>1</c:v>
                </c:pt>
                <c:pt idx="10852">
                  <c:v>1</c:v>
                </c:pt>
                <c:pt idx="10853">
                  <c:v>2</c:v>
                </c:pt>
                <c:pt idx="10854">
                  <c:v>1</c:v>
                </c:pt>
                <c:pt idx="10855">
                  <c:v>2</c:v>
                </c:pt>
                <c:pt idx="10856">
                  <c:v>1</c:v>
                </c:pt>
                <c:pt idx="10857">
                  <c:v>2</c:v>
                </c:pt>
                <c:pt idx="10858">
                  <c:v>1</c:v>
                </c:pt>
                <c:pt idx="10859">
                  <c:v>2</c:v>
                </c:pt>
                <c:pt idx="10860">
                  <c:v>1</c:v>
                </c:pt>
                <c:pt idx="10861">
                  <c:v>1</c:v>
                </c:pt>
                <c:pt idx="10862">
                  <c:v>2</c:v>
                </c:pt>
                <c:pt idx="10863">
                  <c:v>2</c:v>
                </c:pt>
                <c:pt idx="10864">
                  <c:v>2</c:v>
                </c:pt>
                <c:pt idx="10865">
                  <c:v>1</c:v>
                </c:pt>
                <c:pt idx="10866">
                  <c:v>2</c:v>
                </c:pt>
                <c:pt idx="10867">
                  <c:v>1</c:v>
                </c:pt>
                <c:pt idx="10868">
                  <c:v>3</c:v>
                </c:pt>
                <c:pt idx="10869">
                  <c:v>1</c:v>
                </c:pt>
                <c:pt idx="10870">
                  <c:v>7</c:v>
                </c:pt>
                <c:pt idx="10871">
                  <c:v>7</c:v>
                </c:pt>
                <c:pt idx="10872">
                  <c:v>4</c:v>
                </c:pt>
                <c:pt idx="10873">
                  <c:v>4</c:v>
                </c:pt>
                <c:pt idx="10874">
                  <c:v>3</c:v>
                </c:pt>
                <c:pt idx="10875">
                  <c:v>4</c:v>
                </c:pt>
                <c:pt idx="10876">
                  <c:v>4</c:v>
                </c:pt>
                <c:pt idx="10877">
                  <c:v>3</c:v>
                </c:pt>
                <c:pt idx="10878">
                  <c:v>2</c:v>
                </c:pt>
                <c:pt idx="10879">
                  <c:v>6</c:v>
                </c:pt>
                <c:pt idx="10880">
                  <c:v>6</c:v>
                </c:pt>
                <c:pt idx="10881">
                  <c:v>8</c:v>
                </c:pt>
                <c:pt idx="10882">
                  <c:v>3</c:v>
                </c:pt>
                <c:pt idx="10883">
                  <c:v>3</c:v>
                </c:pt>
                <c:pt idx="10884">
                  <c:v>3</c:v>
                </c:pt>
                <c:pt idx="10885">
                  <c:v>2</c:v>
                </c:pt>
                <c:pt idx="10886">
                  <c:v>2</c:v>
                </c:pt>
                <c:pt idx="10887">
                  <c:v>4</c:v>
                </c:pt>
                <c:pt idx="10888">
                  <c:v>2</c:v>
                </c:pt>
                <c:pt idx="10889">
                  <c:v>2</c:v>
                </c:pt>
                <c:pt idx="10890">
                  <c:v>3</c:v>
                </c:pt>
                <c:pt idx="10891">
                  <c:v>2</c:v>
                </c:pt>
                <c:pt idx="10892">
                  <c:v>2</c:v>
                </c:pt>
                <c:pt idx="10893">
                  <c:v>3</c:v>
                </c:pt>
                <c:pt idx="10894">
                  <c:v>2</c:v>
                </c:pt>
                <c:pt idx="10895">
                  <c:v>3</c:v>
                </c:pt>
                <c:pt idx="10896">
                  <c:v>2</c:v>
                </c:pt>
                <c:pt idx="10897">
                  <c:v>3</c:v>
                </c:pt>
                <c:pt idx="10898">
                  <c:v>4</c:v>
                </c:pt>
                <c:pt idx="10899">
                  <c:v>2</c:v>
                </c:pt>
                <c:pt idx="10900">
                  <c:v>2</c:v>
                </c:pt>
                <c:pt idx="10901">
                  <c:v>1</c:v>
                </c:pt>
                <c:pt idx="10902">
                  <c:v>2</c:v>
                </c:pt>
                <c:pt idx="10903">
                  <c:v>3</c:v>
                </c:pt>
                <c:pt idx="10904">
                  <c:v>3</c:v>
                </c:pt>
                <c:pt idx="10905">
                  <c:v>3</c:v>
                </c:pt>
                <c:pt idx="10906">
                  <c:v>2</c:v>
                </c:pt>
                <c:pt idx="10907">
                  <c:v>2</c:v>
                </c:pt>
                <c:pt idx="10908">
                  <c:v>2</c:v>
                </c:pt>
                <c:pt idx="10909">
                  <c:v>1</c:v>
                </c:pt>
                <c:pt idx="10910">
                  <c:v>5</c:v>
                </c:pt>
                <c:pt idx="10911">
                  <c:v>1</c:v>
                </c:pt>
                <c:pt idx="10912">
                  <c:v>2</c:v>
                </c:pt>
                <c:pt idx="10913">
                  <c:v>3</c:v>
                </c:pt>
                <c:pt idx="10914">
                  <c:v>2</c:v>
                </c:pt>
                <c:pt idx="10915">
                  <c:v>2</c:v>
                </c:pt>
                <c:pt idx="10916">
                  <c:v>2</c:v>
                </c:pt>
                <c:pt idx="10917">
                  <c:v>1</c:v>
                </c:pt>
                <c:pt idx="10918">
                  <c:v>5</c:v>
                </c:pt>
                <c:pt idx="10919">
                  <c:v>1</c:v>
                </c:pt>
                <c:pt idx="10920">
                  <c:v>5</c:v>
                </c:pt>
                <c:pt idx="10921">
                  <c:v>1</c:v>
                </c:pt>
                <c:pt idx="10922">
                  <c:v>2</c:v>
                </c:pt>
                <c:pt idx="10923">
                  <c:v>3</c:v>
                </c:pt>
                <c:pt idx="10924">
                  <c:v>1</c:v>
                </c:pt>
                <c:pt idx="10925">
                  <c:v>2</c:v>
                </c:pt>
                <c:pt idx="10926">
                  <c:v>4</c:v>
                </c:pt>
                <c:pt idx="10927">
                  <c:v>4</c:v>
                </c:pt>
                <c:pt idx="10928">
                  <c:v>2</c:v>
                </c:pt>
                <c:pt idx="10929">
                  <c:v>2</c:v>
                </c:pt>
                <c:pt idx="10930">
                  <c:v>2</c:v>
                </c:pt>
                <c:pt idx="10931">
                  <c:v>3</c:v>
                </c:pt>
                <c:pt idx="10932">
                  <c:v>2</c:v>
                </c:pt>
                <c:pt idx="10933">
                  <c:v>2</c:v>
                </c:pt>
                <c:pt idx="10934">
                  <c:v>2</c:v>
                </c:pt>
                <c:pt idx="10935">
                  <c:v>2</c:v>
                </c:pt>
                <c:pt idx="10936">
                  <c:v>2</c:v>
                </c:pt>
                <c:pt idx="10937">
                  <c:v>2</c:v>
                </c:pt>
                <c:pt idx="10938">
                  <c:v>2</c:v>
                </c:pt>
                <c:pt idx="10939">
                  <c:v>2</c:v>
                </c:pt>
                <c:pt idx="10940">
                  <c:v>1</c:v>
                </c:pt>
                <c:pt idx="10941">
                  <c:v>1</c:v>
                </c:pt>
                <c:pt idx="10942">
                  <c:v>2</c:v>
                </c:pt>
                <c:pt idx="10943">
                  <c:v>3</c:v>
                </c:pt>
                <c:pt idx="10944">
                  <c:v>6</c:v>
                </c:pt>
                <c:pt idx="10945">
                  <c:v>4</c:v>
                </c:pt>
                <c:pt idx="10946">
                  <c:v>3</c:v>
                </c:pt>
                <c:pt idx="10947">
                  <c:v>3</c:v>
                </c:pt>
                <c:pt idx="10948">
                  <c:v>2</c:v>
                </c:pt>
                <c:pt idx="10949">
                  <c:v>4</c:v>
                </c:pt>
                <c:pt idx="10950">
                  <c:v>6</c:v>
                </c:pt>
                <c:pt idx="10951">
                  <c:v>4</c:v>
                </c:pt>
                <c:pt idx="10952">
                  <c:v>3</c:v>
                </c:pt>
                <c:pt idx="10953">
                  <c:v>5</c:v>
                </c:pt>
                <c:pt idx="10954">
                  <c:v>5</c:v>
                </c:pt>
                <c:pt idx="10955">
                  <c:v>3</c:v>
                </c:pt>
                <c:pt idx="10956">
                  <c:v>4</c:v>
                </c:pt>
                <c:pt idx="10957">
                  <c:v>5</c:v>
                </c:pt>
                <c:pt idx="10958">
                  <c:v>2</c:v>
                </c:pt>
                <c:pt idx="10959">
                  <c:v>2</c:v>
                </c:pt>
                <c:pt idx="10960">
                  <c:v>4</c:v>
                </c:pt>
                <c:pt idx="10961">
                  <c:v>2</c:v>
                </c:pt>
                <c:pt idx="10962">
                  <c:v>2</c:v>
                </c:pt>
                <c:pt idx="10963">
                  <c:v>2</c:v>
                </c:pt>
                <c:pt idx="10964">
                  <c:v>3</c:v>
                </c:pt>
                <c:pt idx="10965">
                  <c:v>4</c:v>
                </c:pt>
                <c:pt idx="10966">
                  <c:v>2</c:v>
                </c:pt>
                <c:pt idx="10967">
                  <c:v>6</c:v>
                </c:pt>
                <c:pt idx="10968">
                  <c:v>3</c:v>
                </c:pt>
                <c:pt idx="10969">
                  <c:v>3</c:v>
                </c:pt>
                <c:pt idx="10970">
                  <c:v>2</c:v>
                </c:pt>
                <c:pt idx="10971">
                  <c:v>8</c:v>
                </c:pt>
                <c:pt idx="10972">
                  <c:v>3</c:v>
                </c:pt>
                <c:pt idx="10973">
                  <c:v>2</c:v>
                </c:pt>
                <c:pt idx="10974">
                  <c:v>2</c:v>
                </c:pt>
                <c:pt idx="10975">
                  <c:v>2</c:v>
                </c:pt>
                <c:pt idx="10976">
                  <c:v>2</c:v>
                </c:pt>
                <c:pt idx="10977">
                  <c:v>2</c:v>
                </c:pt>
                <c:pt idx="10978">
                  <c:v>4</c:v>
                </c:pt>
                <c:pt idx="10979">
                  <c:v>3</c:v>
                </c:pt>
                <c:pt idx="10980">
                  <c:v>2</c:v>
                </c:pt>
                <c:pt idx="10981">
                  <c:v>3</c:v>
                </c:pt>
                <c:pt idx="10982">
                  <c:v>2</c:v>
                </c:pt>
                <c:pt idx="10983">
                  <c:v>3</c:v>
                </c:pt>
                <c:pt idx="10984">
                  <c:v>2</c:v>
                </c:pt>
                <c:pt idx="10985">
                  <c:v>2</c:v>
                </c:pt>
                <c:pt idx="10986">
                  <c:v>4</c:v>
                </c:pt>
                <c:pt idx="10987">
                  <c:v>2</c:v>
                </c:pt>
                <c:pt idx="10988">
                  <c:v>3</c:v>
                </c:pt>
                <c:pt idx="10989">
                  <c:v>3</c:v>
                </c:pt>
                <c:pt idx="10990">
                  <c:v>3</c:v>
                </c:pt>
                <c:pt idx="10991">
                  <c:v>2</c:v>
                </c:pt>
                <c:pt idx="10992">
                  <c:v>2</c:v>
                </c:pt>
                <c:pt idx="10993">
                  <c:v>3</c:v>
                </c:pt>
                <c:pt idx="10994">
                  <c:v>2</c:v>
                </c:pt>
                <c:pt idx="10995">
                  <c:v>1</c:v>
                </c:pt>
                <c:pt idx="10996">
                  <c:v>1</c:v>
                </c:pt>
                <c:pt idx="10997">
                  <c:v>4</c:v>
                </c:pt>
                <c:pt idx="10998">
                  <c:v>4</c:v>
                </c:pt>
                <c:pt idx="10999">
                  <c:v>6</c:v>
                </c:pt>
                <c:pt idx="11000">
                  <c:v>6</c:v>
                </c:pt>
                <c:pt idx="11001">
                  <c:v>1</c:v>
                </c:pt>
                <c:pt idx="11002">
                  <c:v>6</c:v>
                </c:pt>
                <c:pt idx="11003">
                  <c:v>4</c:v>
                </c:pt>
                <c:pt idx="11004">
                  <c:v>4</c:v>
                </c:pt>
                <c:pt idx="11005">
                  <c:v>3</c:v>
                </c:pt>
                <c:pt idx="11006">
                  <c:v>3</c:v>
                </c:pt>
                <c:pt idx="11007">
                  <c:v>2</c:v>
                </c:pt>
                <c:pt idx="11008">
                  <c:v>3</c:v>
                </c:pt>
                <c:pt idx="11009">
                  <c:v>2</c:v>
                </c:pt>
                <c:pt idx="11010">
                  <c:v>3</c:v>
                </c:pt>
                <c:pt idx="11011">
                  <c:v>3</c:v>
                </c:pt>
                <c:pt idx="11012">
                  <c:v>3</c:v>
                </c:pt>
                <c:pt idx="11013">
                  <c:v>4</c:v>
                </c:pt>
                <c:pt idx="11014">
                  <c:v>3</c:v>
                </c:pt>
                <c:pt idx="11015">
                  <c:v>4</c:v>
                </c:pt>
                <c:pt idx="11016">
                  <c:v>3</c:v>
                </c:pt>
                <c:pt idx="11017">
                  <c:v>3</c:v>
                </c:pt>
                <c:pt idx="11018">
                  <c:v>3</c:v>
                </c:pt>
                <c:pt idx="11019">
                  <c:v>5</c:v>
                </c:pt>
                <c:pt idx="11020">
                  <c:v>6</c:v>
                </c:pt>
                <c:pt idx="11021">
                  <c:v>4</c:v>
                </c:pt>
                <c:pt idx="11022">
                  <c:v>3</c:v>
                </c:pt>
                <c:pt idx="11023">
                  <c:v>4</c:v>
                </c:pt>
                <c:pt idx="11024">
                  <c:v>4</c:v>
                </c:pt>
                <c:pt idx="11025">
                  <c:v>4</c:v>
                </c:pt>
                <c:pt idx="11026">
                  <c:v>3</c:v>
                </c:pt>
                <c:pt idx="11027">
                  <c:v>2</c:v>
                </c:pt>
                <c:pt idx="11028">
                  <c:v>2</c:v>
                </c:pt>
                <c:pt idx="11029">
                  <c:v>6</c:v>
                </c:pt>
                <c:pt idx="11030">
                  <c:v>3</c:v>
                </c:pt>
                <c:pt idx="11031">
                  <c:v>5</c:v>
                </c:pt>
                <c:pt idx="11032">
                  <c:v>5</c:v>
                </c:pt>
                <c:pt idx="11033">
                  <c:v>5</c:v>
                </c:pt>
                <c:pt idx="11034">
                  <c:v>3</c:v>
                </c:pt>
                <c:pt idx="11035">
                  <c:v>3</c:v>
                </c:pt>
                <c:pt idx="11036">
                  <c:v>3</c:v>
                </c:pt>
                <c:pt idx="11037">
                  <c:v>2</c:v>
                </c:pt>
                <c:pt idx="11038">
                  <c:v>4</c:v>
                </c:pt>
                <c:pt idx="11039">
                  <c:v>3</c:v>
                </c:pt>
                <c:pt idx="11040">
                  <c:v>-5</c:v>
                </c:pt>
                <c:pt idx="11041">
                  <c:v>2</c:v>
                </c:pt>
                <c:pt idx="11042">
                  <c:v>3</c:v>
                </c:pt>
                <c:pt idx="11043">
                  <c:v>5</c:v>
                </c:pt>
                <c:pt idx="11044">
                  <c:v>2</c:v>
                </c:pt>
                <c:pt idx="11045">
                  <c:v>2</c:v>
                </c:pt>
                <c:pt idx="11046">
                  <c:v>2</c:v>
                </c:pt>
                <c:pt idx="11047">
                  <c:v>4</c:v>
                </c:pt>
                <c:pt idx="11048">
                  <c:v>2</c:v>
                </c:pt>
                <c:pt idx="11049">
                  <c:v>6</c:v>
                </c:pt>
                <c:pt idx="11050">
                  <c:v>3</c:v>
                </c:pt>
                <c:pt idx="11051">
                  <c:v>3</c:v>
                </c:pt>
                <c:pt idx="11052">
                  <c:v>4</c:v>
                </c:pt>
                <c:pt idx="11053">
                  <c:v>4</c:v>
                </c:pt>
                <c:pt idx="11054">
                  <c:v>2</c:v>
                </c:pt>
                <c:pt idx="11055">
                  <c:v>3</c:v>
                </c:pt>
                <c:pt idx="11056">
                  <c:v>4</c:v>
                </c:pt>
                <c:pt idx="11057">
                  <c:v>3</c:v>
                </c:pt>
                <c:pt idx="11058">
                  <c:v>4</c:v>
                </c:pt>
                <c:pt idx="11059">
                  <c:v>4</c:v>
                </c:pt>
                <c:pt idx="11060">
                  <c:v>1</c:v>
                </c:pt>
                <c:pt idx="11061">
                  <c:v>4</c:v>
                </c:pt>
                <c:pt idx="11062">
                  <c:v>4</c:v>
                </c:pt>
                <c:pt idx="11063">
                  <c:v>3</c:v>
                </c:pt>
                <c:pt idx="11064">
                  <c:v>2</c:v>
                </c:pt>
                <c:pt idx="11065">
                  <c:v>2</c:v>
                </c:pt>
                <c:pt idx="11066">
                  <c:v>2</c:v>
                </c:pt>
                <c:pt idx="11067">
                  <c:v>3</c:v>
                </c:pt>
                <c:pt idx="11068">
                  <c:v>2</c:v>
                </c:pt>
                <c:pt idx="11069">
                  <c:v>2</c:v>
                </c:pt>
                <c:pt idx="11070">
                  <c:v>4</c:v>
                </c:pt>
                <c:pt idx="11071">
                  <c:v>2</c:v>
                </c:pt>
                <c:pt idx="11072">
                  <c:v>3</c:v>
                </c:pt>
                <c:pt idx="11073">
                  <c:v>2</c:v>
                </c:pt>
                <c:pt idx="11074">
                  <c:v>2</c:v>
                </c:pt>
                <c:pt idx="11075">
                  <c:v>2</c:v>
                </c:pt>
                <c:pt idx="11076">
                  <c:v>4</c:v>
                </c:pt>
                <c:pt idx="11077">
                  <c:v>2</c:v>
                </c:pt>
                <c:pt idx="11078">
                  <c:v>2</c:v>
                </c:pt>
                <c:pt idx="11079">
                  <c:v>2</c:v>
                </c:pt>
                <c:pt idx="11080">
                  <c:v>3</c:v>
                </c:pt>
                <c:pt idx="11081">
                  <c:v>2</c:v>
                </c:pt>
                <c:pt idx="11082">
                  <c:v>2</c:v>
                </c:pt>
                <c:pt idx="11083">
                  <c:v>2</c:v>
                </c:pt>
                <c:pt idx="11084">
                  <c:v>2</c:v>
                </c:pt>
                <c:pt idx="11085">
                  <c:v>4</c:v>
                </c:pt>
                <c:pt idx="11086">
                  <c:v>4</c:v>
                </c:pt>
                <c:pt idx="11087">
                  <c:v>2</c:v>
                </c:pt>
                <c:pt idx="11088">
                  <c:v>3</c:v>
                </c:pt>
                <c:pt idx="11089">
                  <c:v>2</c:v>
                </c:pt>
                <c:pt idx="11090">
                  <c:v>2</c:v>
                </c:pt>
                <c:pt idx="11091">
                  <c:v>2</c:v>
                </c:pt>
                <c:pt idx="11092">
                  <c:v>4</c:v>
                </c:pt>
                <c:pt idx="11093">
                  <c:v>4</c:v>
                </c:pt>
                <c:pt idx="11094">
                  <c:v>8</c:v>
                </c:pt>
                <c:pt idx="11095">
                  <c:v>6</c:v>
                </c:pt>
                <c:pt idx="11096">
                  <c:v>4</c:v>
                </c:pt>
                <c:pt idx="11097">
                  <c:v>4</c:v>
                </c:pt>
                <c:pt idx="11098">
                  <c:v>4</c:v>
                </c:pt>
                <c:pt idx="11099">
                  <c:v>3</c:v>
                </c:pt>
                <c:pt idx="11100">
                  <c:v>3</c:v>
                </c:pt>
                <c:pt idx="11101">
                  <c:v>4</c:v>
                </c:pt>
                <c:pt idx="11102">
                  <c:v>3</c:v>
                </c:pt>
                <c:pt idx="11103">
                  <c:v>4</c:v>
                </c:pt>
                <c:pt idx="11104">
                  <c:v>5</c:v>
                </c:pt>
                <c:pt idx="11105">
                  <c:v>4</c:v>
                </c:pt>
                <c:pt idx="11106">
                  <c:v>6</c:v>
                </c:pt>
                <c:pt idx="11107">
                  <c:v>12</c:v>
                </c:pt>
                <c:pt idx="11108">
                  <c:v>5</c:v>
                </c:pt>
                <c:pt idx="11109">
                  <c:v>7</c:v>
                </c:pt>
                <c:pt idx="11110">
                  <c:v>4</c:v>
                </c:pt>
                <c:pt idx="11111">
                  <c:v>9</c:v>
                </c:pt>
                <c:pt idx="11112">
                  <c:v>7</c:v>
                </c:pt>
                <c:pt idx="11113">
                  <c:v>9</c:v>
                </c:pt>
                <c:pt idx="11114">
                  <c:v>7</c:v>
                </c:pt>
                <c:pt idx="11115">
                  <c:v>5</c:v>
                </c:pt>
                <c:pt idx="11116">
                  <c:v>3</c:v>
                </c:pt>
                <c:pt idx="11117">
                  <c:v>4</c:v>
                </c:pt>
                <c:pt idx="11118">
                  <c:v>6</c:v>
                </c:pt>
                <c:pt idx="11119">
                  <c:v>6</c:v>
                </c:pt>
                <c:pt idx="11120">
                  <c:v>2</c:v>
                </c:pt>
                <c:pt idx="11121">
                  <c:v>6</c:v>
                </c:pt>
                <c:pt idx="11122">
                  <c:v>7</c:v>
                </c:pt>
                <c:pt idx="11123">
                  <c:v>3</c:v>
                </c:pt>
                <c:pt idx="11124">
                  <c:v>5</c:v>
                </c:pt>
                <c:pt idx="11125">
                  <c:v>2</c:v>
                </c:pt>
                <c:pt idx="11126">
                  <c:v>1</c:v>
                </c:pt>
                <c:pt idx="11127">
                  <c:v>1</c:v>
                </c:pt>
                <c:pt idx="11128">
                  <c:v>3</c:v>
                </c:pt>
                <c:pt idx="11129">
                  <c:v>1</c:v>
                </c:pt>
                <c:pt idx="11130">
                  <c:v>1</c:v>
                </c:pt>
                <c:pt idx="11131">
                  <c:v>3</c:v>
                </c:pt>
                <c:pt idx="11132">
                  <c:v>1</c:v>
                </c:pt>
                <c:pt idx="11133">
                  <c:v>2</c:v>
                </c:pt>
                <c:pt idx="11134">
                  <c:v>1</c:v>
                </c:pt>
                <c:pt idx="11135">
                  <c:v>1</c:v>
                </c:pt>
                <c:pt idx="11136">
                  <c:v>2</c:v>
                </c:pt>
                <c:pt idx="11137">
                  <c:v>2</c:v>
                </c:pt>
                <c:pt idx="11138">
                  <c:v>2</c:v>
                </c:pt>
                <c:pt idx="11139">
                  <c:v>2</c:v>
                </c:pt>
                <c:pt idx="11140">
                  <c:v>2</c:v>
                </c:pt>
                <c:pt idx="11141">
                  <c:v>2</c:v>
                </c:pt>
                <c:pt idx="11142">
                  <c:v>1</c:v>
                </c:pt>
                <c:pt idx="11143">
                  <c:v>1</c:v>
                </c:pt>
                <c:pt idx="11144">
                  <c:v>1</c:v>
                </c:pt>
                <c:pt idx="11145">
                  <c:v>3</c:v>
                </c:pt>
                <c:pt idx="11146">
                  <c:v>1</c:v>
                </c:pt>
                <c:pt idx="11147">
                  <c:v>6</c:v>
                </c:pt>
                <c:pt idx="11148">
                  <c:v>1</c:v>
                </c:pt>
                <c:pt idx="11149">
                  <c:v>1</c:v>
                </c:pt>
                <c:pt idx="11150">
                  <c:v>2</c:v>
                </c:pt>
                <c:pt idx="11151">
                  <c:v>2</c:v>
                </c:pt>
                <c:pt idx="11152">
                  <c:v>1</c:v>
                </c:pt>
                <c:pt idx="11153">
                  <c:v>1</c:v>
                </c:pt>
                <c:pt idx="11154">
                  <c:v>2</c:v>
                </c:pt>
                <c:pt idx="11155">
                  <c:v>2</c:v>
                </c:pt>
                <c:pt idx="11156">
                  <c:v>1</c:v>
                </c:pt>
                <c:pt idx="11157">
                  <c:v>1</c:v>
                </c:pt>
                <c:pt idx="11158">
                  <c:v>3</c:v>
                </c:pt>
                <c:pt idx="11159">
                  <c:v>1</c:v>
                </c:pt>
                <c:pt idx="11160">
                  <c:v>2</c:v>
                </c:pt>
                <c:pt idx="11161">
                  <c:v>3</c:v>
                </c:pt>
                <c:pt idx="11162">
                  <c:v>3</c:v>
                </c:pt>
                <c:pt idx="11163">
                  <c:v>1</c:v>
                </c:pt>
                <c:pt idx="11164">
                  <c:v>2</c:v>
                </c:pt>
                <c:pt idx="11165">
                  <c:v>2</c:v>
                </c:pt>
                <c:pt idx="11166">
                  <c:v>6</c:v>
                </c:pt>
                <c:pt idx="11167">
                  <c:v>2</c:v>
                </c:pt>
                <c:pt idx="11168">
                  <c:v>2</c:v>
                </c:pt>
                <c:pt idx="11169">
                  <c:v>2</c:v>
                </c:pt>
                <c:pt idx="11170">
                  <c:v>1</c:v>
                </c:pt>
                <c:pt idx="11171">
                  <c:v>2</c:v>
                </c:pt>
                <c:pt idx="11172">
                  <c:v>1</c:v>
                </c:pt>
                <c:pt idx="11173">
                  <c:v>2</c:v>
                </c:pt>
                <c:pt idx="11174">
                  <c:v>1</c:v>
                </c:pt>
                <c:pt idx="11175">
                  <c:v>1</c:v>
                </c:pt>
                <c:pt idx="11176">
                  <c:v>1</c:v>
                </c:pt>
                <c:pt idx="11177">
                  <c:v>2</c:v>
                </c:pt>
                <c:pt idx="11178">
                  <c:v>1</c:v>
                </c:pt>
                <c:pt idx="11179">
                  <c:v>1</c:v>
                </c:pt>
                <c:pt idx="11180">
                  <c:v>4</c:v>
                </c:pt>
                <c:pt idx="11181">
                  <c:v>4</c:v>
                </c:pt>
                <c:pt idx="11182">
                  <c:v>2</c:v>
                </c:pt>
                <c:pt idx="11183">
                  <c:v>1</c:v>
                </c:pt>
                <c:pt idx="11184">
                  <c:v>1</c:v>
                </c:pt>
                <c:pt idx="11185">
                  <c:v>1</c:v>
                </c:pt>
                <c:pt idx="11186">
                  <c:v>1</c:v>
                </c:pt>
                <c:pt idx="11187">
                  <c:v>1</c:v>
                </c:pt>
                <c:pt idx="11188">
                  <c:v>2</c:v>
                </c:pt>
                <c:pt idx="11189">
                  <c:v>3</c:v>
                </c:pt>
                <c:pt idx="11190">
                  <c:v>1</c:v>
                </c:pt>
                <c:pt idx="11191">
                  <c:v>3</c:v>
                </c:pt>
                <c:pt idx="11192">
                  <c:v>3</c:v>
                </c:pt>
                <c:pt idx="11193">
                  <c:v>1</c:v>
                </c:pt>
                <c:pt idx="11194">
                  <c:v>1</c:v>
                </c:pt>
                <c:pt idx="11195">
                  <c:v>1</c:v>
                </c:pt>
                <c:pt idx="11196">
                  <c:v>3</c:v>
                </c:pt>
                <c:pt idx="11197">
                  <c:v>1</c:v>
                </c:pt>
                <c:pt idx="11198">
                  <c:v>1</c:v>
                </c:pt>
                <c:pt idx="11199">
                  <c:v>1</c:v>
                </c:pt>
                <c:pt idx="11200">
                  <c:v>1</c:v>
                </c:pt>
                <c:pt idx="11201">
                  <c:v>1</c:v>
                </c:pt>
                <c:pt idx="11202">
                  <c:v>2</c:v>
                </c:pt>
                <c:pt idx="11203">
                  <c:v>2</c:v>
                </c:pt>
                <c:pt idx="11204">
                  <c:v>2</c:v>
                </c:pt>
                <c:pt idx="11205">
                  <c:v>2</c:v>
                </c:pt>
                <c:pt idx="11206">
                  <c:v>2</c:v>
                </c:pt>
                <c:pt idx="11207">
                  <c:v>2</c:v>
                </c:pt>
                <c:pt idx="11208">
                  <c:v>1</c:v>
                </c:pt>
                <c:pt idx="11209">
                  <c:v>3</c:v>
                </c:pt>
                <c:pt idx="11210">
                  <c:v>3</c:v>
                </c:pt>
                <c:pt idx="11211">
                  <c:v>2</c:v>
                </c:pt>
                <c:pt idx="11212">
                  <c:v>2</c:v>
                </c:pt>
                <c:pt idx="11213">
                  <c:v>2</c:v>
                </c:pt>
                <c:pt idx="11214">
                  <c:v>2</c:v>
                </c:pt>
                <c:pt idx="11215">
                  <c:v>3</c:v>
                </c:pt>
                <c:pt idx="11216">
                  <c:v>3</c:v>
                </c:pt>
                <c:pt idx="11217">
                  <c:v>3</c:v>
                </c:pt>
                <c:pt idx="11218">
                  <c:v>2</c:v>
                </c:pt>
                <c:pt idx="11219">
                  <c:v>2</c:v>
                </c:pt>
                <c:pt idx="11220">
                  <c:v>2</c:v>
                </c:pt>
                <c:pt idx="11221">
                  <c:v>2</c:v>
                </c:pt>
                <c:pt idx="11222">
                  <c:v>2</c:v>
                </c:pt>
                <c:pt idx="11223">
                  <c:v>2</c:v>
                </c:pt>
                <c:pt idx="11224">
                  <c:v>2</c:v>
                </c:pt>
                <c:pt idx="11225">
                  <c:v>3</c:v>
                </c:pt>
                <c:pt idx="11226">
                  <c:v>3</c:v>
                </c:pt>
                <c:pt idx="11227">
                  <c:v>2</c:v>
                </c:pt>
                <c:pt idx="11228">
                  <c:v>2</c:v>
                </c:pt>
                <c:pt idx="11229">
                  <c:v>1</c:v>
                </c:pt>
                <c:pt idx="11230">
                  <c:v>2</c:v>
                </c:pt>
                <c:pt idx="11231">
                  <c:v>3</c:v>
                </c:pt>
                <c:pt idx="11232">
                  <c:v>7</c:v>
                </c:pt>
                <c:pt idx="11233">
                  <c:v>4</c:v>
                </c:pt>
                <c:pt idx="11234">
                  <c:v>3</c:v>
                </c:pt>
                <c:pt idx="11235">
                  <c:v>2</c:v>
                </c:pt>
                <c:pt idx="11236">
                  <c:v>4</c:v>
                </c:pt>
                <c:pt idx="11237">
                  <c:v>2</c:v>
                </c:pt>
                <c:pt idx="11238">
                  <c:v>4</c:v>
                </c:pt>
                <c:pt idx="11239">
                  <c:v>3</c:v>
                </c:pt>
                <c:pt idx="11240">
                  <c:v>3</c:v>
                </c:pt>
                <c:pt idx="11241">
                  <c:v>2</c:v>
                </c:pt>
                <c:pt idx="11242">
                  <c:v>2</c:v>
                </c:pt>
                <c:pt idx="11243">
                  <c:v>3</c:v>
                </c:pt>
                <c:pt idx="11244">
                  <c:v>3</c:v>
                </c:pt>
                <c:pt idx="11245">
                  <c:v>4</c:v>
                </c:pt>
                <c:pt idx="11246">
                  <c:v>3</c:v>
                </c:pt>
                <c:pt idx="11247">
                  <c:v>2</c:v>
                </c:pt>
                <c:pt idx="11248">
                  <c:v>2</c:v>
                </c:pt>
                <c:pt idx="11249">
                  <c:v>2</c:v>
                </c:pt>
                <c:pt idx="11250">
                  <c:v>1</c:v>
                </c:pt>
                <c:pt idx="11251">
                  <c:v>2</c:v>
                </c:pt>
                <c:pt idx="11252">
                  <c:v>3</c:v>
                </c:pt>
                <c:pt idx="11253">
                  <c:v>3</c:v>
                </c:pt>
                <c:pt idx="11254">
                  <c:v>3</c:v>
                </c:pt>
                <c:pt idx="11255">
                  <c:v>2</c:v>
                </c:pt>
                <c:pt idx="11256">
                  <c:v>7</c:v>
                </c:pt>
                <c:pt idx="11257">
                  <c:v>5</c:v>
                </c:pt>
                <c:pt idx="11258">
                  <c:v>3</c:v>
                </c:pt>
                <c:pt idx="11259">
                  <c:v>5</c:v>
                </c:pt>
                <c:pt idx="11260">
                  <c:v>5</c:v>
                </c:pt>
                <c:pt idx="11261">
                  <c:v>5</c:v>
                </c:pt>
                <c:pt idx="11262">
                  <c:v>5</c:v>
                </c:pt>
                <c:pt idx="11263">
                  <c:v>5</c:v>
                </c:pt>
                <c:pt idx="11264">
                  <c:v>8</c:v>
                </c:pt>
                <c:pt idx="11265">
                  <c:v>4</c:v>
                </c:pt>
                <c:pt idx="11266">
                  <c:v>6</c:v>
                </c:pt>
                <c:pt idx="11267">
                  <c:v>3</c:v>
                </c:pt>
                <c:pt idx="11268">
                  <c:v>8</c:v>
                </c:pt>
                <c:pt idx="11269">
                  <c:v>4</c:v>
                </c:pt>
                <c:pt idx="11270">
                  <c:v>5</c:v>
                </c:pt>
                <c:pt idx="11271">
                  <c:v>6</c:v>
                </c:pt>
                <c:pt idx="11272">
                  <c:v>2</c:v>
                </c:pt>
                <c:pt idx="11273">
                  <c:v>8</c:v>
                </c:pt>
                <c:pt idx="11274">
                  <c:v>5</c:v>
                </c:pt>
                <c:pt idx="11275">
                  <c:v>5</c:v>
                </c:pt>
                <c:pt idx="11276">
                  <c:v>6</c:v>
                </c:pt>
                <c:pt idx="11277">
                  <c:v>4</c:v>
                </c:pt>
                <c:pt idx="11278">
                  <c:v>6</c:v>
                </c:pt>
                <c:pt idx="11279">
                  <c:v>3</c:v>
                </c:pt>
                <c:pt idx="11280">
                  <c:v>3</c:v>
                </c:pt>
                <c:pt idx="11281">
                  <c:v>0</c:v>
                </c:pt>
                <c:pt idx="11282">
                  <c:v>3</c:v>
                </c:pt>
                <c:pt idx="11283">
                  <c:v>10</c:v>
                </c:pt>
                <c:pt idx="11284">
                  <c:v>3</c:v>
                </c:pt>
                <c:pt idx="11285">
                  <c:v>3</c:v>
                </c:pt>
                <c:pt idx="11286">
                  <c:v>2</c:v>
                </c:pt>
                <c:pt idx="11287">
                  <c:v>2</c:v>
                </c:pt>
                <c:pt idx="11288">
                  <c:v>7</c:v>
                </c:pt>
                <c:pt idx="11289">
                  <c:v>3</c:v>
                </c:pt>
                <c:pt idx="11290">
                  <c:v>9</c:v>
                </c:pt>
                <c:pt idx="11291">
                  <c:v>4</c:v>
                </c:pt>
                <c:pt idx="11292">
                  <c:v>7</c:v>
                </c:pt>
                <c:pt idx="11293">
                  <c:v>1</c:v>
                </c:pt>
                <c:pt idx="11294">
                  <c:v>2</c:v>
                </c:pt>
                <c:pt idx="11295">
                  <c:v>5</c:v>
                </c:pt>
                <c:pt idx="11296">
                  <c:v>3</c:v>
                </c:pt>
                <c:pt idx="11297">
                  <c:v>2</c:v>
                </c:pt>
                <c:pt idx="11298">
                  <c:v>3</c:v>
                </c:pt>
                <c:pt idx="11299">
                  <c:v>3</c:v>
                </c:pt>
                <c:pt idx="11300">
                  <c:v>3</c:v>
                </c:pt>
                <c:pt idx="11301">
                  <c:v>2</c:v>
                </c:pt>
                <c:pt idx="11302">
                  <c:v>2</c:v>
                </c:pt>
                <c:pt idx="11303">
                  <c:v>3</c:v>
                </c:pt>
                <c:pt idx="11304">
                  <c:v>1</c:v>
                </c:pt>
                <c:pt idx="11305">
                  <c:v>3</c:v>
                </c:pt>
                <c:pt idx="11306">
                  <c:v>2</c:v>
                </c:pt>
                <c:pt idx="11307">
                  <c:v>1</c:v>
                </c:pt>
                <c:pt idx="11308">
                  <c:v>4</c:v>
                </c:pt>
                <c:pt idx="11309">
                  <c:v>4</c:v>
                </c:pt>
                <c:pt idx="11310">
                  <c:v>3</c:v>
                </c:pt>
                <c:pt idx="11311">
                  <c:v>5</c:v>
                </c:pt>
                <c:pt idx="11312">
                  <c:v>3</c:v>
                </c:pt>
                <c:pt idx="11313">
                  <c:v>4</c:v>
                </c:pt>
                <c:pt idx="11314">
                  <c:v>4</c:v>
                </c:pt>
                <c:pt idx="11315">
                  <c:v>3</c:v>
                </c:pt>
                <c:pt idx="11316">
                  <c:v>3</c:v>
                </c:pt>
                <c:pt idx="11317">
                  <c:v>4</c:v>
                </c:pt>
                <c:pt idx="11318">
                  <c:v>3</c:v>
                </c:pt>
                <c:pt idx="11319">
                  <c:v>3</c:v>
                </c:pt>
                <c:pt idx="11320">
                  <c:v>4</c:v>
                </c:pt>
                <c:pt idx="11321">
                  <c:v>6</c:v>
                </c:pt>
                <c:pt idx="11322">
                  <c:v>4</c:v>
                </c:pt>
                <c:pt idx="11323">
                  <c:v>5</c:v>
                </c:pt>
                <c:pt idx="11324">
                  <c:v>3</c:v>
                </c:pt>
                <c:pt idx="11325">
                  <c:v>4</c:v>
                </c:pt>
                <c:pt idx="11326">
                  <c:v>3</c:v>
                </c:pt>
                <c:pt idx="11327">
                  <c:v>9</c:v>
                </c:pt>
                <c:pt idx="11328">
                  <c:v>3</c:v>
                </c:pt>
                <c:pt idx="11329">
                  <c:v>4</c:v>
                </c:pt>
                <c:pt idx="11330">
                  <c:v>5</c:v>
                </c:pt>
                <c:pt idx="11331">
                  <c:v>6</c:v>
                </c:pt>
                <c:pt idx="11332">
                  <c:v>2</c:v>
                </c:pt>
                <c:pt idx="11333">
                  <c:v>2</c:v>
                </c:pt>
                <c:pt idx="11334">
                  <c:v>2</c:v>
                </c:pt>
                <c:pt idx="11335">
                  <c:v>2</c:v>
                </c:pt>
                <c:pt idx="11336">
                  <c:v>3</c:v>
                </c:pt>
                <c:pt idx="11337">
                  <c:v>2</c:v>
                </c:pt>
                <c:pt idx="11338">
                  <c:v>2</c:v>
                </c:pt>
                <c:pt idx="11339">
                  <c:v>2</c:v>
                </c:pt>
                <c:pt idx="11340">
                  <c:v>2</c:v>
                </c:pt>
                <c:pt idx="11341">
                  <c:v>2</c:v>
                </c:pt>
                <c:pt idx="11342">
                  <c:v>1</c:v>
                </c:pt>
                <c:pt idx="11343">
                  <c:v>2</c:v>
                </c:pt>
                <c:pt idx="11344">
                  <c:v>1</c:v>
                </c:pt>
                <c:pt idx="11345">
                  <c:v>3</c:v>
                </c:pt>
                <c:pt idx="11346">
                  <c:v>3</c:v>
                </c:pt>
                <c:pt idx="11347">
                  <c:v>2</c:v>
                </c:pt>
                <c:pt idx="11348">
                  <c:v>3</c:v>
                </c:pt>
                <c:pt idx="11349">
                  <c:v>2</c:v>
                </c:pt>
                <c:pt idx="11350">
                  <c:v>3</c:v>
                </c:pt>
                <c:pt idx="11351">
                  <c:v>2</c:v>
                </c:pt>
                <c:pt idx="11352">
                  <c:v>3</c:v>
                </c:pt>
                <c:pt idx="11353">
                  <c:v>2</c:v>
                </c:pt>
                <c:pt idx="11354">
                  <c:v>1</c:v>
                </c:pt>
                <c:pt idx="11355">
                  <c:v>4</c:v>
                </c:pt>
                <c:pt idx="11356">
                  <c:v>3</c:v>
                </c:pt>
                <c:pt idx="11357">
                  <c:v>1</c:v>
                </c:pt>
                <c:pt idx="11358">
                  <c:v>2</c:v>
                </c:pt>
                <c:pt idx="11359">
                  <c:v>2</c:v>
                </c:pt>
                <c:pt idx="11360">
                  <c:v>3</c:v>
                </c:pt>
                <c:pt idx="11361">
                  <c:v>1</c:v>
                </c:pt>
                <c:pt idx="11362">
                  <c:v>2</c:v>
                </c:pt>
                <c:pt idx="11363">
                  <c:v>3</c:v>
                </c:pt>
                <c:pt idx="11364">
                  <c:v>1</c:v>
                </c:pt>
                <c:pt idx="11365">
                  <c:v>2</c:v>
                </c:pt>
                <c:pt idx="11366">
                  <c:v>1</c:v>
                </c:pt>
                <c:pt idx="11367">
                  <c:v>1</c:v>
                </c:pt>
                <c:pt idx="11368">
                  <c:v>1</c:v>
                </c:pt>
                <c:pt idx="11369">
                  <c:v>3</c:v>
                </c:pt>
                <c:pt idx="11370">
                  <c:v>2</c:v>
                </c:pt>
                <c:pt idx="11371">
                  <c:v>1</c:v>
                </c:pt>
                <c:pt idx="11372">
                  <c:v>3</c:v>
                </c:pt>
                <c:pt idx="11373">
                  <c:v>2</c:v>
                </c:pt>
                <c:pt idx="11374">
                  <c:v>2</c:v>
                </c:pt>
                <c:pt idx="11375">
                  <c:v>2</c:v>
                </c:pt>
                <c:pt idx="11376">
                  <c:v>2</c:v>
                </c:pt>
                <c:pt idx="11377">
                  <c:v>2</c:v>
                </c:pt>
                <c:pt idx="11378">
                  <c:v>1</c:v>
                </c:pt>
                <c:pt idx="11379">
                  <c:v>4</c:v>
                </c:pt>
                <c:pt idx="11380">
                  <c:v>2</c:v>
                </c:pt>
                <c:pt idx="11381">
                  <c:v>1</c:v>
                </c:pt>
                <c:pt idx="11382">
                  <c:v>2</c:v>
                </c:pt>
                <c:pt idx="11383">
                  <c:v>3</c:v>
                </c:pt>
                <c:pt idx="11384">
                  <c:v>2</c:v>
                </c:pt>
                <c:pt idx="11385">
                  <c:v>3</c:v>
                </c:pt>
                <c:pt idx="11386">
                  <c:v>1</c:v>
                </c:pt>
                <c:pt idx="11387">
                  <c:v>1</c:v>
                </c:pt>
                <c:pt idx="11388">
                  <c:v>2</c:v>
                </c:pt>
                <c:pt idx="11389">
                  <c:v>1</c:v>
                </c:pt>
                <c:pt idx="11390">
                  <c:v>2</c:v>
                </c:pt>
                <c:pt idx="11391">
                  <c:v>4</c:v>
                </c:pt>
                <c:pt idx="11392">
                  <c:v>1</c:v>
                </c:pt>
                <c:pt idx="11393">
                  <c:v>1</c:v>
                </c:pt>
                <c:pt idx="11394">
                  <c:v>4</c:v>
                </c:pt>
                <c:pt idx="11395">
                  <c:v>2</c:v>
                </c:pt>
                <c:pt idx="11396">
                  <c:v>2</c:v>
                </c:pt>
                <c:pt idx="11397">
                  <c:v>2</c:v>
                </c:pt>
                <c:pt idx="11398">
                  <c:v>1</c:v>
                </c:pt>
                <c:pt idx="11399">
                  <c:v>3</c:v>
                </c:pt>
                <c:pt idx="11400">
                  <c:v>1</c:v>
                </c:pt>
                <c:pt idx="11401">
                  <c:v>1</c:v>
                </c:pt>
                <c:pt idx="11402">
                  <c:v>1</c:v>
                </c:pt>
                <c:pt idx="11403">
                  <c:v>1</c:v>
                </c:pt>
                <c:pt idx="11404">
                  <c:v>1</c:v>
                </c:pt>
                <c:pt idx="11405">
                  <c:v>1</c:v>
                </c:pt>
                <c:pt idx="11406">
                  <c:v>1</c:v>
                </c:pt>
                <c:pt idx="11407">
                  <c:v>1</c:v>
                </c:pt>
                <c:pt idx="11408">
                  <c:v>2</c:v>
                </c:pt>
                <c:pt idx="11409">
                  <c:v>1</c:v>
                </c:pt>
                <c:pt idx="11410">
                  <c:v>2</c:v>
                </c:pt>
                <c:pt idx="11411">
                  <c:v>1</c:v>
                </c:pt>
                <c:pt idx="11412">
                  <c:v>1</c:v>
                </c:pt>
                <c:pt idx="11413">
                  <c:v>2</c:v>
                </c:pt>
                <c:pt idx="11414">
                  <c:v>2</c:v>
                </c:pt>
                <c:pt idx="11415">
                  <c:v>1</c:v>
                </c:pt>
                <c:pt idx="11416">
                  <c:v>2</c:v>
                </c:pt>
                <c:pt idx="11417">
                  <c:v>2</c:v>
                </c:pt>
                <c:pt idx="11418">
                  <c:v>2</c:v>
                </c:pt>
                <c:pt idx="11419">
                  <c:v>2</c:v>
                </c:pt>
                <c:pt idx="11420">
                  <c:v>1</c:v>
                </c:pt>
                <c:pt idx="11421">
                  <c:v>1</c:v>
                </c:pt>
                <c:pt idx="11422">
                  <c:v>2</c:v>
                </c:pt>
                <c:pt idx="11423">
                  <c:v>1</c:v>
                </c:pt>
                <c:pt idx="11424">
                  <c:v>2</c:v>
                </c:pt>
                <c:pt idx="11425">
                  <c:v>2</c:v>
                </c:pt>
                <c:pt idx="11426">
                  <c:v>3</c:v>
                </c:pt>
                <c:pt idx="11427">
                  <c:v>2</c:v>
                </c:pt>
                <c:pt idx="11428">
                  <c:v>2</c:v>
                </c:pt>
                <c:pt idx="11429">
                  <c:v>4</c:v>
                </c:pt>
                <c:pt idx="11430">
                  <c:v>2</c:v>
                </c:pt>
                <c:pt idx="11431">
                  <c:v>4</c:v>
                </c:pt>
                <c:pt idx="11432">
                  <c:v>2</c:v>
                </c:pt>
                <c:pt idx="11433">
                  <c:v>4</c:v>
                </c:pt>
                <c:pt idx="11434">
                  <c:v>2</c:v>
                </c:pt>
                <c:pt idx="11435">
                  <c:v>2</c:v>
                </c:pt>
                <c:pt idx="11436">
                  <c:v>3</c:v>
                </c:pt>
                <c:pt idx="11437">
                  <c:v>2</c:v>
                </c:pt>
                <c:pt idx="11438">
                  <c:v>3</c:v>
                </c:pt>
                <c:pt idx="11439">
                  <c:v>2</c:v>
                </c:pt>
                <c:pt idx="11440">
                  <c:v>4</c:v>
                </c:pt>
                <c:pt idx="11441">
                  <c:v>2</c:v>
                </c:pt>
                <c:pt idx="11442">
                  <c:v>2</c:v>
                </c:pt>
                <c:pt idx="11443">
                  <c:v>2</c:v>
                </c:pt>
                <c:pt idx="11444">
                  <c:v>3</c:v>
                </c:pt>
                <c:pt idx="11445">
                  <c:v>2</c:v>
                </c:pt>
                <c:pt idx="11446">
                  <c:v>2</c:v>
                </c:pt>
                <c:pt idx="11447">
                  <c:v>2</c:v>
                </c:pt>
                <c:pt idx="11448">
                  <c:v>5</c:v>
                </c:pt>
                <c:pt idx="11449">
                  <c:v>1</c:v>
                </c:pt>
                <c:pt idx="11450">
                  <c:v>1</c:v>
                </c:pt>
                <c:pt idx="11451">
                  <c:v>1</c:v>
                </c:pt>
                <c:pt idx="11452">
                  <c:v>1</c:v>
                </c:pt>
                <c:pt idx="11453">
                  <c:v>2</c:v>
                </c:pt>
                <c:pt idx="11454">
                  <c:v>1</c:v>
                </c:pt>
                <c:pt idx="11455">
                  <c:v>1</c:v>
                </c:pt>
                <c:pt idx="11456">
                  <c:v>1</c:v>
                </c:pt>
                <c:pt idx="11457">
                  <c:v>1</c:v>
                </c:pt>
                <c:pt idx="11458">
                  <c:v>2</c:v>
                </c:pt>
                <c:pt idx="11459">
                  <c:v>2</c:v>
                </c:pt>
                <c:pt idx="11460">
                  <c:v>1</c:v>
                </c:pt>
                <c:pt idx="11461">
                  <c:v>1</c:v>
                </c:pt>
                <c:pt idx="11462">
                  <c:v>2</c:v>
                </c:pt>
                <c:pt idx="11463">
                  <c:v>2</c:v>
                </c:pt>
                <c:pt idx="11464">
                  <c:v>2</c:v>
                </c:pt>
                <c:pt idx="11465">
                  <c:v>1</c:v>
                </c:pt>
                <c:pt idx="11466">
                  <c:v>1</c:v>
                </c:pt>
                <c:pt idx="11467">
                  <c:v>1</c:v>
                </c:pt>
                <c:pt idx="11468">
                  <c:v>1</c:v>
                </c:pt>
                <c:pt idx="11469">
                  <c:v>2</c:v>
                </c:pt>
                <c:pt idx="11470">
                  <c:v>1</c:v>
                </c:pt>
                <c:pt idx="11471">
                  <c:v>1</c:v>
                </c:pt>
                <c:pt idx="11472">
                  <c:v>2</c:v>
                </c:pt>
                <c:pt idx="11473">
                  <c:v>1</c:v>
                </c:pt>
                <c:pt idx="11474">
                  <c:v>1</c:v>
                </c:pt>
                <c:pt idx="11475">
                  <c:v>2</c:v>
                </c:pt>
                <c:pt idx="11476">
                  <c:v>1</c:v>
                </c:pt>
                <c:pt idx="11477">
                  <c:v>1</c:v>
                </c:pt>
                <c:pt idx="11478">
                  <c:v>2</c:v>
                </c:pt>
                <c:pt idx="11479">
                  <c:v>2</c:v>
                </c:pt>
                <c:pt idx="11480">
                  <c:v>1</c:v>
                </c:pt>
                <c:pt idx="11481">
                  <c:v>2</c:v>
                </c:pt>
                <c:pt idx="11482">
                  <c:v>2</c:v>
                </c:pt>
                <c:pt idx="11483">
                  <c:v>1</c:v>
                </c:pt>
                <c:pt idx="11484">
                  <c:v>1</c:v>
                </c:pt>
                <c:pt idx="11485">
                  <c:v>1</c:v>
                </c:pt>
                <c:pt idx="11486">
                  <c:v>2</c:v>
                </c:pt>
                <c:pt idx="11487">
                  <c:v>1</c:v>
                </c:pt>
                <c:pt idx="11488">
                  <c:v>1</c:v>
                </c:pt>
                <c:pt idx="11489">
                  <c:v>2</c:v>
                </c:pt>
                <c:pt idx="11490">
                  <c:v>2</c:v>
                </c:pt>
                <c:pt idx="11491">
                  <c:v>1</c:v>
                </c:pt>
                <c:pt idx="11492">
                  <c:v>1</c:v>
                </c:pt>
                <c:pt idx="11493">
                  <c:v>2</c:v>
                </c:pt>
                <c:pt idx="11494">
                  <c:v>5</c:v>
                </c:pt>
                <c:pt idx="11495">
                  <c:v>4</c:v>
                </c:pt>
                <c:pt idx="11496">
                  <c:v>4</c:v>
                </c:pt>
                <c:pt idx="11497">
                  <c:v>8</c:v>
                </c:pt>
                <c:pt idx="11498">
                  <c:v>1</c:v>
                </c:pt>
                <c:pt idx="11499">
                  <c:v>5</c:v>
                </c:pt>
                <c:pt idx="11500">
                  <c:v>6</c:v>
                </c:pt>
                <c:pt idx="11501">
                  <c:v>3</c:v>
                </c:pt>
                <c:pt idx="11502">
                  <c:v>5</c:v>
                </c:pt>
                <c:pt idx="11503">
                  <c:v>5</c:v>
                </c:pt>
                <c:pt idx="11504">
                  <c:v>3</c:v>
                </c:pt>
                <c:pt idx="11505">
                  <c:v>2</c:v>
                </c:pt>
                <c:pt idx="11506">
                  <c:v>2</c:v>
                </c:pt>
                <c:pt idx="11507">
                  <c:v>6</c:v>
                </c:pt>
                <c:pt idx="11508">
                  <c:v>2</c:v>
                </c:pt>
                <c:pt idx="11509">
                  <c:v>2</c:v>
                </c:pt>
                <c:pt idx="11510">
                  <c:v>2</c:v>
                </c:pt>
                <c:pt idx="11511">
                  <c:v>1</c:v>
                </c:pt>
                <c:pt idx="11512">
                  <c:v>2</c:v>
                </c:pt>
                <c:pt idx="11513">
                  <c:v>8</c:v>
                </c:pt>
                <c:pt idx="11514">
                  <c:v>2</c:v>
                </c:pt>
                <c:pt idx="11515">
                  <c:v>2</c:v>
                </c:pt>
                <c:pt idx="11516">
                  <c:v>2</c:v>
                </c:pt>
                <c:pt idx="11517">
                  <c:v>4</c:v>
                </c:pt>
                <c:pt idx="11518">
                  <c:v>2</c:v>
                </c:pt>
                <c:pt idx="11519">
                  <c:v>4</c:v>
                </c:pt>
                <c:pt idx="11520">
                  <c:v>2</c:v>
                </c:pt>
                <c:pt idx="11521">
                  <c:v>3</c:v>
                </c:pt>
                <c:pt idx="11522">
                  <c:v>3</c:v>
                </c:pt>
                <c:pt idx="11523">
                  <c:v>3</c:v>
                </c:pt>
                <c:pt idx="11524">
                  <c:v>3</c:v>
                </c:pt>
                <c:pt idx="11525">
                  <c:v>3</c:v>
                </c:pt>
                <c:pt idx="11526">
                  <c:v>3</c:v>
                </c:pt>
                <c:pt idx="11527">
                  <c:v>2</c:v>
                </c:pt>
                <c:pt idx="11528">
                  <c:v>3</c:v>
                </c:pt>
                <c:pt idx="11529">
                  <c:v>1</c:v>
                </c:pt>
                <c:pt idx="11530">
                  <c:v>5</c:v>
                </c:pt>
                <c:pt idx="11531">
                  <c:v>4</c:v>
                </c:pt>
                <c:pt idx="11532">
                  <c:v>7</c:v>
                </c:pt>
                <c:pt idx="11533">
                  <c:v>1</c:v>
                </c:pt>
                <c:pt idx="11534">
                  <c:v>4</c:v>
                </c:pt>
                <c:pt idx="11535">
                  <c:v>4</c:v>
                </c:pt>
                <c:pt idx="11536">
                  <c:v>5</c:v>
                </c:pt>
                <c:pt idx="11537">
                  <c:v>1</c:v>
                </c:pt>
                <c:pt idx="11538">
                  <c:v>1</c:v>
                </c:pt>
                <c:pt idx="11539">
                  <c:v>1</c:v>
                </c:pt>
                <c:pt idx="11540">
                  <c:v>1</c:v>
                </c:pt>
                <c:pt idx="11541">
                  <c:v>1</c:v>
                </c:pt>
                <c:pt idx="11542">
                  <c:v>1</c:v>
                </c:pt>
                <c:pt idx="11543">
                  <c:v>2</c:v>
                </c:pt>
                <c:pt idx="11544">
                  <c:v>1</c:v>
                </c:pt>
                <c:pt idx="11545">
                  <c:v>1</c:v>
                </c:pt>
                <c:pt idx="11546">
                  <c:v>-1</c:v>
                </c:pt>
                <c:pt idx="11547">
                  <c:v>1</c:v>
                </c:pt>
                <c:pt idx="11548">
                  <c:v>1</c:v>
                </c:pt>
                <c:pt idx="11549">
                  <c:v>1</c:v>
                </c:pt>
                <c:pt idx="11550">
                  <c:v>1</c:v>
                </c:pt>
                <c:pt idx="11551">
                  <c:v>1</c:v>
                </c:pt>
                <c:pt idx="11552">
                  <c:v>1</c:v>
                </c:pt>
                <c:pt idx="11553">
                  <c:v>1</c:v>
                </c:pt>
                <c:pt idx="11554">
                  <c:v>1</c:v>
                </c:pt>
                <c:pt idx="11555">
                  <c:v>1</c:v>
                </c:pt>
                <c:pt idx="11556">
                  <c:v>2</c:v>
                </c:pt>
                <c:pt idx="11557">
                  <c:v>1</c:v>
                </c:pt>
                <c:pt idx="11558">
                  <c:v>1</c:v>
                </c:pt>
                <c:pt idx="11559">
                  <c:v>2</c:v>
                </c:pt>
                <c:pt idx="11560">
                  <c:v>2</c:v>
                </c:pt>
                <c:pt idx="11561">
                  <c:v>2</c:v>
                </c:pt>
                <c:pt idx="11562">
                  <c:v>2</c:v>
                </c:pt>
                <c:pt idx="11563">
                  <c:v>3</c:v>
                </c:pt>
                <c:pt idx="11564">
                  <c:v>2</c:v>
                </c:pt>
                <c:pt idx="11565">
                  <c:v>2</c:v>
                </c:pt>
                <c:pt idx="11566">
                  <c:v>1</c:v>
                </c:pt>
                <c:pt idx="11567">
                  <c:v>1</c:v>
                </c:pt>
                <c:pt idx="11568">
                  <c:v>2</c:v>
                </c:pt>
                <c:pt idx="11569">
                  <c:v>2</c:v>
                </c:pt>
                <c:pt idx="11570">
                  <c:v>1</c:v>
                </c:pt>
                <c:pt idx="11571">
                  <c:v>1</c:v>
                </c:pt>
                <c:pt idx="11572">
                  <c:v>2</c:v>
                </c:pt>
                <c:pt idx="11573">
                  <c:v>1</c:v>
                </c:pt>
                <c:pt idx="11574">
                  <c:v>3</c:v>
                </c:pt>
                <c:pt idx="11575">
                  <c:v>2</c:v>
                </c:pt>
                <c:pt idx="11576">
                  <c:v>2</c:v>
                </c:pt>
                <c:pt idx="11577">
                  <c:v>6</c:v>
                </c:pt>
                <c:pt idx="11578">
                  <c:v>5</c:v>
                </c:pt>
                <c:pt idx="11579">
                  <c:v>5</c:v>
                </c:pt>
                <c:pt idx="11580">
                  <c:v>4</c:v>
                </c:pt>
                <c:pt idx="11581">
                  <c:v>10</c:v>
                </c:pt>
                <c:pt idx="11582">
                  <c:v>5</c:v>
                </c:pt>
                <c:pt idx="11583">
                  <c:v>8</c:v>
                </c:pt>
                <c:pt idx="11584">
                  <c:v>6</c:v>
                </c:pt>
                <c:pt idx="11585">
                  <c:v>4</c:v>
                </c:pt>
                <c:pt idx="11586">
                  <c:v>3</c:v>
                </c:pt>
                <c:pt idx="11587">
                  <c:v>3</c:v>
                </c:pt>
                <c:pt idx="11588">
                  <c:v>6</c:v>
                </c:pt>
                <c:pt idx="11589">
                  <c:v>3</c:v>
                </c:pt>
                <c:pt idx="11590">
                  <c:v>3</c:v>
                </c:pt>
                <c:pt idx="11591">
                  <c:v>2</c:v>
                </c:pt>
                <c:pt idx="11592">
                  <c:v>2</c:v>
                </c:pt>
                <c:pt idx="11593">
                  <c:v>3</c:v>
                </c:pt>
                <c:pt idx="11594">
                  <c:v>2</c:v>
                </c:pt>
                <c:pt idx="11595">
                  <c:v>3</c:v>
                </c:pt>
                <c:pt idx="11596">
                  <c:v>3</c:v>
                </c:pt>
                <c:pt idx="11597">
                  <c:v>2</c:v>
                </c:pt>
                <c:pt idx="11598">
                  <c:v>2</c:v>
                </c:pt>
                <c:pt idx="11599">
                  <c:v>2</c:v>
                </c:pt>
                <c:pt idx="11600">
                  <c:v>2</c:v>
                </c:pt>
                <c:pt idx="11601">
                  <c:v>2</c:v>
                </c:pt>
                <c:pt idx="11602">
                  <c:v>2</c:v>
                </c:pt>
                <c:pt idx="11603">
                  <c:v>2</c:v>
                </c:pt>
                <c:pt idx="11604">
                  <c:v>6</c:v>
                </c:pt>
                <c:pt idx="11605">
                  <c:v>5</c:v>
                </c:pt>
                <c:pt idx="11606">
                  <c:v>5</c:v>
                </c:pt>
                <c:pt idx="11607">
                  <c:v>5</c:v>
                </c:pt>
                <c:pt idx="11608">
                  <c:v>10</c:v>
                </c:pt>
                <c:pt idx="11609">
                  <c:v>5</c:v>
                </c:pt>
                <c:pt idx="11610">
                  <c:v>3</c:v>
                </c:pt>
                <c:pt idx="11611">
                  <c:v>4</c:v>
                </c:pt>
                <c:pt idx="11612">
                  <c:v>3</c:v>
                </c:pt>
                <c:pt idx="11613">
                  <c:v>3</c:v>
                </c:pt>
                <c:pt idx="11614">
                  <c:v>4</c:v>
                </c:pt>
                <c:pt idx="11615">
                  <c:v>4</c:v>
                </c:pt>
                <c:pt idx="11616">
                  <c:v>3</c:v>
                </c:pt>
                <c:pt idx="11617">
                  <c:v>2</c:v>
                </c:pt>
                <c:pt idx="11618">
                  <c:v>3</c:v>
                </c:pt>
                <c:pt idx="11619">
                  <c:v>3</c:v>
                </c:pt>
                <c:pt idx="11620">
                  <c:v>3</c:v>
                </c:pt>
                <c:pt idx="11621">
                  <c:v>4</c:v>
                </c:pt>
                <c:pt idx="11622">
                  <c:v>5</c:v>
                </c:pt>
                <c:pt idx="11623">
                  <c:v>2</c:v>
                </c:pt>
                <c:pt idx="11624">
                  <c:v>2</c:v>
                </c:pt>
                <c:pt idx="11625">
                  <c:v>3</c:v>
                </c:pt>
                <c:pt idx="11626">
                  <c:v>3</c:v>
                </c:pt>
                <c:pt idx="11627">
                  <c:v>3</c:v>
                </c:pt>
                <c:pt idx="11628">
                  <c:v>2</c:v>
                </c:pt>
                <c:pt idx="11629">
                  <c:v>3</c:v>
                </c:pt>
                <c:pt idx="11630">
                  <c:v>3</c:v>
                </c:pt>
                <c:pt idx="11631">
                  <c:v>2</c:v>
                </c:pt>
                <c:pt idx="11632">
                  <c:v>2</c:v>
                </c:pt>
                <c:pt idx="11633">
                  <c:v>3</c:v>
                </c:pt>
                <c:pt idx="11634">
                  <c:v>2</c:v>
                </c:pt>
                <c:pt idx="11635">
                  <c:v>2</c:v>
                </c:pt>
                <c:pt idx="11636">
                  <c:v>3</c:v>
                </c:pt>
                <c:pt idx="11637">
                  <c:v>2</c:v>
                </c:pt>
                <c:pt idx="11638">
                  <c:v>4</c:v>
                </c:pt>
                <c:pt idx="11639">
                  <c:v>2</c:v>
                </c:pt>
                <c:pt idx="11640">
                  <c:v>3</c:v>
                </c:pt>
                <c:pt idx="11641">
                  <c:v>2</c:v>
                </c:pt>
                <c:pt idx="11642">
                  <c:v>6</c:v>
                </c:pt>
                <c:pt idx="11643">
                  <c:v>4</c:v>
                </c:pt>
                <c:pt idx="11644">
                  <c:v>6</c:v>
                </c:pt>
                <c:pt idx="11645">
                  <c:v>4</c:v>
                </c:pt>
                <c:pt idx="11646">
                  <c:v>7</c:v>
                </c:pt>
                <c:pt idx="11647">
                  <c:v>6</c:v>
                </c:pt>
                <c:pt idx="11648">
                  <c:v>6</c:v>
                </c:pt>
                <c:pt idx="11649">
                  <c:v>4</c:v>
                </c:pt>
                <c:pt idx="11650">
                  <c:v>4</c:v>
                </c:pt>
                <c:pt idx="11651">
                  <c:v>4</c:v>
                </c:pt>
                <c:pt idx="11652">
                  <c:v>4</c:v>
                </c:pt>
                <c:pt idx="11653">
                  <c:v>4</c:v>
                </c:pt>
                <c:pt idx="11654">
                  <c:v>4</c:v>
                </c:pt>
                <c:pt idx="11655">
                  <c:v>5</c:v>
                </c:pt>
                <c:pt idx="11656">
                  <c:v>5</c:v>
                </c:pt>
                <c:pt idx="11657">
                  <c:v>4</c:v>
                </c:pt>
                <c:pt idx="11658">
                  <c:v>4</c:v>
                </c:pt>
                <c:pt idx="11659">
                  <c:v>4</c:v>
                </c:pt>
                <c:pt idx="11660">
                  <c:v>5</c:v>
                </c:pt>
                <c:pt idx="11661">
                  <c:v>4</c:v>
                </c:pt>
                <c:pt idx="11662">
                  <c:v>4</c:v>
                </c:pt>
                <c:pt idx="11663">
                  <c:v>3</c:v>
                </c:pt>
                <c:pt idx="11664">
                  <c:v>4</c:v>
                </c:pt>
                <c:pt idx="11665">
                  <c:v>5</c:v>
                </c:pt>
                <c:pt idx="11666">
                  <c:v>6</c:v>
                </c:pt>
                <c:pt idx="11667">
                  <c:v>6</c:v>
                </c:pt>
                <c:pt idx="11668">
                  <c:v>6</c:v>
                </c:pt>
                <c:pt idx="11669">
                  <c:v>4</c:v>
                </c:pt>
                <c:pt idx="11670">
                  <c:v>2</c:v>
                </c:pt>
                <c:pt idx="11671">
                  <c:v>2</c:v>
                </c:pt>
                <c:pt idx="11672">
                  <c:v>2</c:v>
                </c:pt>
                <c:pt idx="11673">
                  <c:v>2</c:v>
                </c:pt>
                <c:pt idx="11674">
                  <c:v>4</c:v>
                </c:pt>
                <c:pt idx="11675">
                  <c:v>3</c:v>
                </c:pt>
                <c:pt idx="11676">
                  <c:v>4</c:v>
                </c:pt>
                <c:pt idx="11677">
                  <c:v>2</c:v>
                </c:pt>
                <c:pt idx="11678">
                  <c:v>3</c:v>
                </c:pt>
                <c:pt idx="11679">
                  <c:v>4</c:v>
                </c:pt>
                <c:pt idx="11680">
                  <c:v>4</c:v>
                </c:pt>
                <c:pt idx="11681">
                  <c:v>2</c:v>
                </c:pt>
                <c:pt idx="11682">
                  <c:v>2</c:v>
                </c:pt>
                <c:pt idx="11683">
                  <c:v>2</c:v>
                </c:pt>
                <c:pt idx="11684">
                  <c:v>2</c:v>
                </c:pt>
                <c:pt idx="11685">
                  <c:v>3</c:v>
                </c:pt>
                <c:pt idx="11686">
                  <c:v>2</c:v>
                </c:pt>
                <c:pt idx="11687">
                  <c:v>1</c:v>
                </c:pt>
                <c:pt idx="11688">
                  <c:v>2</c:v>
                </c:pt>
                <c:pt idx="11689">
                  <c:v>1</c:v>
                </c:pt>
                <c:pt idx="11690">
                  <c:v>1</c:v>
                </c:pt>
                <c:pt idx="11691">
                  <c:v>3</c:v>
                </c:pt>
                <c:pt idx="11692">
                  <c:v>4</c:v>
                </c:pt>
                <c:pt idx="11693">
                  <c:v>3</c:v>
                </c:pt>
                <c:pt idx="11694">
                  <c:v>2</c:v>
                </c:pt>
                <c:pt idx="11695">
                  <c:v>0</c:v>
                </c:pt>
                <c:pt idx="11696">
                  <c:v>1</c:v>
                </c:pt>
                <c:pt idx="11697">
                  <c:v>2</c:v>
                </c:pt>
                <c:pt idx="11698">
                  <c:v>1</c:v>
                </c:pt>
                <c:pt idx="11699">
                  <c:v>2</c:v>
                </c:pt>
                <c:pt idx="11700">
                  <c:v>3</c:v>
                </c:pt>
                <c:pt idx="11701">
                  <c:v>6</c:v>
                </c:pt>
                <c:pt idx="11702">
                  <c:v>2</c:v>
                </c:pt>
                <c:pt idx="11703">
                  <c:v>3</c:v>
                </c:pt>
                <c:pt idx="11704">
                  <c:v>4</c:v>
                </c:pt>
                <c:pt idx="11705">
                  <c:v>5</c:v>
                </c:pt>
                <c:pt idx="11706">
                  <c:v>3</c:v>
                </c:pt>
                <c:pt idx="11707">
                  <c:v>3</c:v>
                </c:pt>
                <c:pt idx="11708">
                  <c:v>2</c:v>
                </c:pt>
                <c:pt idx="11709">
                  <c:v>3</c:v>
                </c:pt>
                <c:pt idx="11710">
                  <c:v>3</c:v>
                </c:pt>
                <c:pt idx="11711">
                  <c:v>2</c:v>
                </c:pt>
                <c:pt idx="11712">
                  <c:v>2</c:v>
                </c:pt>
                <c:pt idx="11713">
                  <c:v>3</c:v>
                </c:pt>
                <c:pt idx="11714">
                  <c:v>2</c:v>
                </c:pt>
                <c:pt idx="11715">
                  <c:v>3</c:v>
                </c:pt>
                <c:pt idx="11716">
                  <c:v>4</c:v>
                </c:pt>
                <c:pt idx="11717">
                  <c:v>5</c:v>
                </c:pt>
                <c:pt idx="11718">
                  <c:v>2</c:v>
                </c:pt>
                <c:pt idx="11719">
                  <c:v>2</c:v>
                </c:pt>
                <c:pt idx="11720">
                  <c:v>2</c:v>
                </c:pt>
                <c:pt idx="11721">
                  <c:v>5</c:v>
                </c:pt>
                <c:pt idx="11722">
                  <c:v>4</c:v>
                </c:pt>
                <c:pt idx="11723">
                  <c:v>3</c:v>
                </c:pt>
                <c:pt idx="11724">
                  <c:v>2</c:v>
                </c:pt>
                <c:pt idx="11725">
                  <c:v>4</c:v>
                </c:pt>
                <c:pt idx="11726">
                  <c:v>1</c:v>
                </c:pt>
                <c:pt idx="11727">
                  <c:v>4</c:v>
                </c:pt>
                <c:pt idx="11728">
                  <c:v>3</c:v>
                </c:pt>
                <c:pt idx="11729">
                  <c:v>2</c:v>
                </c:pt>
                <c:pt idx="11730">
                  <c:v>2</c:v>
                </c:pt>
                <c:pt idx="11731">
                  <c:v>3</c:v>
                </c:pt>
                <c:pt idx="11732">
                  <c:v>2</c:v>
                </c:pt>
                <c:pt idx="11733">
                  <c:v>2</c:v>
                </c:pt>
                <c:pt idx="11734">
                  <c:v>3</c:v>
                </c:pt>
                <c:pt idx="11735">
                  <c:v>3</c:v>
                </c:pt>
                <c:pt idx="11736">
                  <c:v>4</c:v>
                </c:pt>
                <c:pt idx="11737">
                  <c:v>4</c:v>
                </c:pt>
                <c:pt idx="11738">
                  <c:v>2</c:v>
                </c:pt>
                <c:pt idx="11739">
                  <c:v>4</c:v>
                </c:pt>
                <c:pt idx="11740">
                  <c:v>3</c:v>
                </c:pt>
                <c:pt idx="11741">
                  <c:v>2</c:v>
                </c:pt>
                <c:pt idx="11742">
                  <c:v>3</c:v>
                </c:pt>
                <c:pt idx="11743">
                  <c:v>5</c:v>
                </c:pt>
                <c:pt idx="11744">
                  <c:v>1</c:v>
                </c:pt>
                <c:pt idx="11745">
                  <c:v>5</c:v>
                </c:pt>
                <c:pt idx="11746">
                  <c:v>3</c:v>
                </c:pt>
                <c:pt idx="11747">
                  <c:v>2</c:v>
                </c:pt>
                <c:pt idx="11748">
                  <c:v>2</c:v>
                </c:pt>
                <c:pt idx="11749">
                  <c:v>2</c:v>
                </c:pt>
                <c:pt idx="11750">
                  <c:v>3</c:v>
                </c:pt>
                <c:pt idx="11751">
                  <c:v>2</c:v>
                </c:pt>
                <c:pt idx="11752">
                  <c:v>3</c:v>
                </c:pt>
                <c:pt idx="11753">
                  <c:v>3</c:v>
                </c:pt>
                <c:pt idx="11754">
                  <c:v>3</c:v>
                </c:pt>
                <c:pt idx="11755">
                  <c:v>5</c:v>
                </c:pt>
                <c:pt idx="11756">
                  <c:v>3</c:v>
                </c:pt>
                <c:pt idx="11757">
                  <c:v>4</c:v>
                </c:pt>
                <c:pt idx="11758">
                  <c:v>4</c:v>
                </c:pt>
                <c:pt idx="11759">
                  <c:v>4</c:v>
                </c:pt>
                <c:pt idx="11760">
                  <c:v>4</c:v>
                </c:pt>
                <c:pt idx="11761">
                  <c:v>4</c:v>
                </c:pt>
                <c:pt idx="11762">
                  <c:v>4</c:v>
                </c:pt>
                <c:pt idx="11763">
                  <c:v>4</c:v>
                </c:pt>
                <c:pt idx="11764">
                  <c:v>4</c:v>
                </c:pt>
                <c:pt idx="11765">
                  <c:v>4</c:v>
                </c:pt>
                <c:pt idx="11766">
                  <c:v>4</c:v>
                </c:pt>
                <c:pt idx="11767">
                  <c:v>4</c:v>
                </c:pt>
                <c:pt idx="11768">
                  <c:v>6</c:v>
                </c:pt>
                <c:pt idx="11769">
                  <c:v>4</c:v>
                </c:pt>
                <c:pt idx="11770">
                  <c:v>4</c:v>
                </c:pt>
                <c:pt idx="11771">
                  <c:v>2</c:v>
                </c:pt>
                <c:pt idx="11772">
                  <c:v>3</c:v>
                </c:pt>
                <c:pt idx="11773">
                  <c:v>3</c:v>
                </c:pt>
                <c:pt idx="11774">
                  <c:v>3</c:v>
                </c:pt>
                <c:pt idx="11775">
                  <c:v>2</c:v>
                </c:pt>
                <c:pt idx="11776">
                  <c:v>3</c:v>
                </c:pt>
                <c:pt idx="11777">
                  <c:v>2</c:v>
                </c:pt>
                <c:pt idx="11778">
                  <c:v>3</c:v>
                </c:pt>
                <c:pt idx="11779">
                  <c:v>3</c:v>
                </c:pt>
                <c:pt idx="11780">
                  <c:v>3</c:v>
                </c:pt>
                <c:pt idx="11781">
                  <c:v>3</c:v>
                </c:pt>
                <c:pt idx="11782">
                  <c:v>3</c:v>
                </c:pt>
                <c:pt idx="11783">
                  <c:v>3</c:v>
                </c:pt>
                <c:pt idx="11784">
                  <c:v>2</c:v>
                </c:pt>
                <c:pt idx="11785">
                  <c:v>3</c:v>
                </c:pt>
                <c:pt idx="11786">
                  <c:v>8</c:v>
                </c:pt>
                <c:pt idx="11787">
                  <c:v>5</c:v>
                </c:pt>
                <c:pt idx="11788">
                  <c:v>8</c:v>
                </c:pt>
                <c:pt idx="11789">
                  <c:v>4</c:v>
                </c:pt>
                <c:pt idx="11790">
                  <c:v>4</c:v>
                </c:pt>
                <c:pt idx="11791">
                  <c:v>6</c:v>
                </c:pt>
                <c:pt idx="11792">
                  <c:v>4</c:v>
                </c:pt>
                <c:pt idx="11793">
                  <c:v>4</c:v>
                </c:pt>
                <c:pt idx="11794">
                  <c:v>5</c:v>
                </c:pt>
                <c:pt idx="11795">
                  <c:v>4</c:v>
                </c:pt>
                <c:pt idx="11796">
                  <c:v>4</c:v>
                </c:pt>
                <c:pt idx="11797">
                  <c:v>5</c:v>
                </c:pt>
                <c:pt idx="11798">
                  <c:v>4</c:v>
                </c:pt>
                <c:pt idx="11799">
                  <c:v>5</c:v>
                </c:pt>
                <c:pt idx="11800">
                  <c:v>4</c:v>
                </c:pt>
                <c:pt idx="11801">
                  <c:v>4</c:v>
                </c:pt>
                <c:pt idx="11802">
                  <c:v>2</c:v>
                </c:pt>
                <c:pt idx="11803">
                  <c:v>2</c:v>
                </c:pt>
                <c:pt idx="11804">
                  <c:v>8</c:v>
                </c:pt>
                <c:pt idx="11805">
                  <c:v>11</c:v>
                </c:pt>
                <c:pt idx="11806">
                  <c:v>2</c:v>
                </c:pt>
                <c:pt idx="11807">
                  <c:v>11</c:v>
                </c:pt>
                <c:pt idx="11808">
                  <c:v>2</c:v>
                </c:pt>
                <c:pt idx="11809">
                  <c:v>2</c:v>
                </c:pt>
                <c:pt idx="11810">
                  <c:v>8</c:v>
                </c:pt>
                <c:pt idx="11811">
                  <c:v>5</c:v>
                </c:pt>
                <c:pt idx="11812">
                  <c:v>2</c:v>
                </c:pt>
                <c:pt idx="11813">
                  <c:v>5</c:v>
                </c:pt>
                <c:pt idx="11814">
                  <c:v>3</c:v>
                </c:pt>
                <c:pt idx="11815">
                  <c:v>3</c:v>
                </c:pt>
                <c:pt idx="11816">
                  <c:v>3</c:v>
                </c:pt>
                <c:pt idx="11817">
                  <c:v>3</c:v>
                </c:pt>
                <c:pt idx="11818">
                  <c:v>1</c:v>
                </c:pt>
                <c:pt idx="11819">
                  <c:v>1</c:v>
                </c:pt>
                <c:pt idx="11820">
                  <c:v>3</c:v>
                </c:pt>
                <c:pt idx="11821">
                  <c:v>4</c:v>
                </c:pt>
                <c:pt idx="11822">
                  <c:v>3</c:v>
                </c:pt>
                <c:pt idx="11823">
                  <c:v>8</c:v>
                </c:pt>
                <c:pt idx="11824">
                  <c:v>4</c:v>
                </c:pt>
                <c:pt idx="11825">
                  <c:v>2</c:v>
                </c:pt>
                <c:pt idx="11826">
                  <c:v>4</c:v>
                </c:pt>
                <c:pt idx="11827">
                  <c:v>6</c:v>
                </c:pt>
                <c:pt idx="11828">
                  <c:v>5</c:v>
                </c:pt>
                <c:pt idx="11829">
                  <c:v>3</c:v>
                </c:pt>
                <c:pt idx="11830">
                  <c:v>5</c:v>
                </c:pt>
                <c:pt idx="11831">
                  <c:v>11</c:v>
                </c:pt>
                <c:pt idx="11832">
                  <c:v>3</c:v>
                </c:pt>
                <c:pt idx="11833">
                  <c:v>4</c:v>
                </c:pt>
                <c:pt idx="11834">
                  <c:v>4</c:v>
                </c:pt>
                <c:pt idx="11835">
                  <c:v>5</c:v>
                </c:pt>
                <c:pt idx="11836">
                  <c:v>5</c:v>
                </c:pt>
                <c:pt idx="11837">
                  <c:v>4</c:v>
                </c:pt>
                <c:pt idx="11838">
                  <c:v>3</c:v>
                </c:pt>
                <c:pt idx="11839">
                  <c:v>3</c:v>
                </c:pt>
                <c:pt idx="11840">
                  <c:v>1</c:v>
                </c:pt>
                <c:pt idx="11841">
                  <c:v>2</c:v>
                </c:pt>
                <c:pt idx="11842">
                  <c:v>2</c:v>
                </c:pt>
                <c:pt idx="11843">
                  <c:v>2</c:v>
                </c:pt>
                <c:pt idx="11844">
                  <c:v>3</c:v>
                </c:pt>
                <c:pt idx="11845">
                  <c:v>2</c:v>
                </c:pt>
                <c:pt idx="11846">
                  <c:v>2</c:v>
                </c:pt>
                <c:pt idx="11847">
                  <c:v>2</c:v>
                </c:pt>
                <c:pt idx="11848">
                  <c:v>2</c:v>
                </c:pt>
                <c:pt idx="11849">
                  <c:v>2</c:v>
                </c:pt>
                <c:pt idx="11850">
                  <c:v>2</c:v>
                </c:pt>
                <c:pt idx="11851">
                  <c:v>2</c:v>
                </c:pt>
                <c:pt idx="11852">
                  <c:v>3</c:v>
                </c:pt>
                <c:pt idx="11853">
                  <c:v>1</c:v>
                </c:pt>
                <c:pt idx="11854">
                  <c:v>2</c:v>
                </c:pt>
                <c:pt idx="11855">
                  <c:v>2</c:v>
                </c:pt>
                <c:pt idx="11856">
                  <c:v>2</c:v>
                </c:pt>
                <c:pt idx="11857">
                  <c:v>2</c:v>
                </c:pt>
                <c:pt idx="11858">
                  <c:v>2</c:v>
                </c:pt>
                <c:pt idx="11859">
                  <c:v>1</c:v>
                </c:pt>
                <c:pt idx="11860">
                  <c:v>2</c:v>
                </c:pt>
                <c:pt idx="11861">
                  <c:v>1</c:v>
                </c:pt>
                <c:pt idx="11862">
                  <c:v>2</c:v>
                </c:pt>
                <c:pt idx="11863">
                  <c:v>4</c:v>
                </c:pt>
                <c:pt idx="11864">
                  <c:v>3</c:v>
                </c:pt>
                <c:pt idx="11865">
                  <c:v>1</c:v>
                </c:pt>
                <c:pt idx="11866">
                  <c:v>2</c:v>
                </c:pt>
                <c:pt idx="11867">
                  <c:v>1</c:v>
                </c:pt>
                <c:pt idx="11868">
                  <c:v>1</c:v>
                </c:pt>
                <c:pt idx="11869">
                  <c:v>2</c:v>
                </c:pt>
                <c:pt idx="11870">
                  <c:v>2</c:v>
                </c:pt>
                <c:pt idx="11871">
                  <c:v>2</c:v>
                </c:pt>
                <c:pt idx="11872">
                  <c:v>2</c:v>
                </c:pt>
                <c:pt idx="11873">
                  <c:v>2</c:v>
                </c:pt>
                <c:pt idx="11874">
                  <c:v>2</c:v>
                </c:pt>
                <c:pt idx="11875">
                  <c:v>2</c:v>
                </c:pt>
                <c:pt idx="11876">
                  <c:v>2</c:v>
                </c:pt>
                <c:pt idx="11877">
                  <c:v>2</c:v>
                </c:pt>
                <c:pt idx="11878">
                  <c:v>2</c:v>
                </c:pt>
                <c:pt idx="11879">
                  <c:v>2</c:v>
                </c:pt>
                <c:pt idx="11880">
                  <c:v>2</c:v>
                </c:pt>
                <c:pt idx="11881">
                  <c:v>2</c:v>
                </c:pt>
                <c:pt idx="11882">
                  <c:v>2</c:v>
                </c:pt>
                <c:pt idx="11883">
                  <c:v>3</c:v>
                </c:pt>
                <c:pt idx="11884">
                  <c:v>2</c:v>
                </c:pt>
                <c:pt idx="11885">
                  <c:v>2</c:v>
                </c:pt>
                <c:pt idx="11886">
                  <c:v>2</c:v>
                </c:pt>
                <c:pt idx="11887">
                  <c:v>4</c:v>
                </c:pt>
                <c:pt idx="11888">
                  <c:v>2</c:v>
                </c:pt>
                <c:pt idx="11889">
                  <c:v>2</c:v>
                </c:pt>
                <c:pt idx="11890">
                  <c:v>2</c:v>
                </c:pt>
                <c:pt idx="11891">
                  <c:v>2</c:v>
                </c:pt>
                <c:pt idx="11892">
                  <c:v>2</c:v>
                </c:pt>
                <c:pt idx="11893">
                  <c:v>2</c:v>
                </c:pt>
                <c:pt idx="11894">
                  <c:v>2</c:v>
                </c:pt>
                <c:pt idx="11895">
                  <c:v>2</c:v>
                </c:pt>
                <c:pt idx="11896">
                  <c:v>2</c:v>
                </c:pt>
                <c:pt idx="11897">
                  <c:v>3</c:v>
                </c:pt>
                <c:pt idx="11898">
                  <c:v>2</c:v>
                </c:pt>
                <c:pt idx="11899">
                  <c:v>2</c:v>
                </c:pt>
                <c:pt idx="11900">
                  <c:v>2</c:v>
                </c:pt>
                <c:pt idx="11901">
                  <c:v>2</c:v>
                </c:pt>
                <c:pt idx="11902">
                  <c:v>2</c:v>
                </c:pt>
                <c:pt idx="11903">
                  <c:v>3</c:v>
                </c:pt>
                <c:pt idx="11904">
                  <c:v>3</c:v>
                </c:pt>
                <c:pt idx="11905">
                  <c:v>2</c:v>
                </c:pt>
                <c:pt idx="11906">
                  <c:v>3</c:v>
                </c:pt>
                <c:pt idx="11907">
                  <c:v>3</c:v>
                </c:pt>
                <c:pt idx="11908">
                  <c:v>5</c:v>
                </c:pt>
                <c:pt idx="11909">
                  <c:v>4</c:v>
                </c:pt>
                <c:pt idx="11910">
                  <c:v>8</c:v>
                </c:pt>
                <c:pt idx="11911">
                  <c:v>3</c:v>
                </c:pt>
                <c:pt idx="11912">
                  <c:v>3</c:v>
                </c:pt>
                <c:pt idx="11913">
                  <c:v>3</c:v>
                </c:pt>
                <c:pt idx="11914">
                  <c:v>2</c:v>
                </c:pt>
                <c:pt idx="11915">
                  <c:v>2</c:v>
                </c:pt>
                <c:pt idx="11916">
                  <c:v>3</c:v>
                </c:pt>
                <c:pt idx="11917">
                  <c:v>3</c:v>
                </c:pt>
                <c:pt idx="11918">
                  <c:v>6</c:v>
                </c:pt>
                <c:pt idx="11919">
                  <c:v>4</c:v>
                </c:pt>
                <c:pt idx="11920">
                  <c:v>3</c:v>
                </c:pt>
                <c:pt idx="11921">
                  <c:v>2</c:v>
                </c:pt>
                <c:pt idx="11922">
                  <c:v>3</c:v>
                </c:pt>
                <c:pt idx="11923">
                  <c:v>2</c:v>
                </c:pt>
                <c:pt idx="11924">
                  <c:v>2</c:v>
                </c:pt>
                <c:pt idx="11925">
                  <c:v>2</c:v>
                </c:pt>
                <c:pt idx="11926">
                  <c:v>4</c:v>
                </c:pt>
                <c:pt idx="11927">
                  <c:v>2</c:v>
                </c:pt>
                <c:pt idx="11928">
                  <c:v>2</c:v>
                </c:pt>
                <c:pt idx="11929">
                  <c:v>4</c:v>
                </c:pt>
                <c:pt idx="11930">
                  <c:v>4</c:v>
                </c:pt>
                <c:pt idx="11931">
                  <c:v>2</c:v>
                </c:pt>
                <c:pt idx="11932">
                  <c:v>2</c:v>
                </c:pt>
                <c:pt idx="11933">
                  <c:v>2</c:v>
                </c:pt>
                <c:pt idx="11934">
                  <c:v>2</c:v>
                </c:pt>
                <c:pt idx="11935">
                  <c:v>4</c:v>
                </c:pt>
                <c:pt idx="11936">
                  <c:v>2</c:v>
                </c:pt>
                <c:pt idx="11937">
                  <c:v>6</c:v>
                </c:pt>
                <c:pt idx="11938">
                  <c:v>7</c:v>
                </c:pt>
                <c:pt idx="11939">
                  <c:v>3</c:v>
                </c:pt>
                <c:pt idx="11940">
                  <c:v>2</c:v>
                </c:pt>
                <c:pt idx="11941">
                  <c:v>5</c:v>
                </c:pt>
                <c:pt idx="11942">
                  <c:v>2</c:v>
                </c:pt>
                <c:pt idx="11943">
                  <c:v>5</c:v>
                </c:pt>
                <c:pt idx="11944">
                  <c:v>6</c:v>
                </c:pt>
                <c:pt idx="11945">
                  <c:v>3</c:v>
                </c:pt>
                <c:pt idx="11946">
                  <c:v>6</c:v>
                </c:pt>
                <c:pt idx="11947">
                  <c:v>4</c:v>
                </c:pt>
                <c:pt idx="11948">
                  <c:v>2</c:v>
                </c:pt>
                <c:pt idx="11949">
                  <c:v>4</c:v>
                </c:pt>
                <c:pt idx="11950">
                  <c:v>4</c:v>
                </c:pt>
                <c:pt idx="11951">
                  <c:v>2</c:v>
                </c:pt>
                <c:pt idx="11952">
                  <c:v>6</c:v>
                </c:pt>
                <c:pt idx="11953">
                  <c:v>4</c:v>
                </c:pt>
                <c:pt idx="11954">
                  <c:v>4</c:v>
                </c:pt>
                <c:pt idx="11955">
                  <c:v>5</c:v>
                </c:pt>
                <c:pt idx="11956">
                  <c:v>4</c:v>
                </c:pt>
                <c:pt idx="11957">
                  <c:v>4</c:v>
                </c:pt>
                <c:pt idx="11958">
                  <c:v>3</c:v>
                </c:pt>
                <c:pt idx="11959">
                  <c:v>4</c:v>
                </c:pt>
                <c:pt idx="11960">
                  <c:v>3</c:v>
                </c:pt>
                <c:pt idx="11961">
                  <c:v>4</c:v>
                </c:pt>
                <c:pt idx="11962">
                  <c:v>4</c:v>
                </c:pt>
                <c:pt idx="11963">
                  <c:v>4</c:v>
                </c:pt>
                <c:pt idx="11964">
                  <c:v>4</c:v>
                </c:pt>
                <c:pt idx="11965">
                  <c:v>4</c:v>
                </c:pt>
                <c:pt idx="11966">
                  <c:v>4</c:v>
                </c:pt>
                <c:pt idx="11967">
                  <c:v>4</c:v>
                </c:pt>
                <c:pt idx="11968">
                  <c:v>4</c:v>
                </c:pt>
                <c:pt idx="11969">
                  <c:v>4</c:v>
                </c:pt>
                <c:pt idx="11970">
                  <c:v>2</c:v>
                </c:pt>
                <c:pt idx="11971">
                  <c:v>2</c:v>
                </c:pt>
                <c:pt idx="11972">
                  <c:v>1</c:v>
                </c:pt>
                <c:pt idx="11973">
                  <c:v>1</c:v>
                </c:pt>
                <c:pt idx="11974">
                  <c:v>1</c:v>
                </c:pt>
                <c:pt idx="11975">
                  <c:v>3</c:v>
                </c:pt>
                <c:pt idx="11976">
                  <c:v>2</c:v>
                </c:pt>
                <c:pt idx="11977">
                  <c:v>1</c:v>
                </c:pt>
                <c:pt idx="11978">
                  <c:v>2</c:v>
                </c:pt>
                <c:pt idx="11979">
                  <c:v>2</c:v>
                </c:pt>
                <c:pt idx="11980">
                  <c:v>1</c:v>
                </c:pt>
                <c:pt idx="11981">
                  <c:v>1</c:v>
                </c:pt>
                <c:pt idx="11982">
                  <c:v>3</c:v>
                </c:pt>
                <c:pt idx="11983">
                  <c:v>2</c:v>
                </c:pt>
                <c:pt idx="11984">
                  <c:v>2</c:v>
                </c:pt>
                <c:pt idx="11985">
                  <c:v>2</c:v>
                </c:pt>
                <c:pt idx="11986">
                  <c:v>2</c:v>
                </c:pt>
                <c:pt idx="11987">
                  <c:v>2</c:v>
                </c:pt>
                <c:pt idx="11988">
                  <c:v>2</c:v>
                </c:pt>
                <c:pt idx="11989">
                  <c:v>2</c:v>
                </c:pt>
                <c:pt idx="11990">
                  <c:v>2</c:v>
                </c:pt>
                <c:pt idx="11991">
                  <c:v>2</c:v>
                </c:pt>
                <c:pt idx="11992">
                  <c:v>4</c:v>
                </c:pt>
                <c:pt idx="11993">
                  <c:v>3</c:v>
                </c:pt>
                <c:pt idx="11994">
                  <c:v>2</c:v>
                </c:pt>
                <c:pt idx="11995">
                  <c:v>2</c:v>
                </c:pt>
                <c:pt idx="11996">
                  <c:v>1</c:v>
                </c:pt>
                <c:pt idx="11997">
                  <c:v>3</c:v>
                </c:pt>
                <c:pt idx="11998">
                  <c:v>1</c:v>
                </c:pt>
                <c:pt idx="11999">
                  <c:v>2</c:v>
                </c:pt>
                <c:pt idx="12000">
                  <c:v>1</c:v>
                </c:pt>
                <c:pt idx="12001">
                  <c:v>2</c:v>
                </c:pt>
                <c:pt idx="12002">
                  <c:v>3</c:v>
                </c:pt>
                <c:pt idx="12003">
                  <c:v>1</c:v>
                </c:pt>
                <c:pt idx="12004">
                  <c:v>2</c:v>
                </c:pt>
                <c:pt idx="12005">
                  <c:v>1</c:v>
                </c:pt>
                <c:pt idx="12006">
                  <c:v>1</c:v>
                </c:pt>
                <c:pt idx="12007">
                  <c:v>2</c:v>
                </c:pt>
                <c:pt idx="12008">
                  <c:v>1</c:v>
                </c:pt>
                <c:pt idx="12009">
                  <c:v>4</c:v>
                </c:pt>
                <c:pt idx="12010">
                  <c:v>1</c:v>
                </c:pt>
                <c:pt idx="12011">
                  <c:v>5</c:v>
                </c:pt>
                <c:pt idx="12012">
                  <c:v>3</c:v>
                </c:pt>
                <c:pt idx="12013">
                  <c:v>2</c:v>
                </c:pt>
                <c:pt idx="12014">
                  <c:v>1</c:v>
                </c:pt>
                <c:pt idx="12015">
                  <c:v>2</c:v>
                </c:pt>
                <c:pt idx="12016">
                  <c:v>1</c:v>
                </c:pt>
                <c:pt idx="12017">
                  <c:v>2</c:v>
                </c:pt>
                <c:pt idx="12018">
                  <c:v>1</c:v>
                </c:pt>
                <c:pt idx="12019">
                  <c:v>1</c:v>
                </c:pt>
                <c:pt idx="12020">
                  <c:v>2</c:v>
                </c:pt>
                <c:pt idx="12021">
                  <c:v>1</c:v>
                </c:pt>
                <c:pt idx="12022">
                  <c:v>6</c:v>
                </c:pt>
                <c:pt idx="12023">
                  <c:v>3</c:v>
                </c:pt>
                <c:pt idx="12024">
                  <c:v>1</c:v>
                </c:pt>
                <c:pt idx="12025">
                  <c:v>1</c:v>
                </c:pt>
                <c:pt idx="12026">
                  <c:v>1</c:v>
                </c:pt>
                <c:pt idx="12027">
                  <c:v>1</c:v>
                </c:pt>
                <c:pt idx="12028">
                  <c:v>1</c:v>
                </c:pt>
                <c:pt idx="12029">
                  <c:v>1</c:v>
                </c:pt>
                <c:pt idx="12030">
                  <c:v>1</c:v>
                </c:pt>
                <c:pt idx="12031">
                  <c:v>1</c:v>
                </c:pt>
                <c:pt idx="12032">
                  <c:v>2</c:v>
                </c:pt>
                <c:pt idx="12033">
                  <c:v>4</c:v>
                </c:pt>
                <c:pt idx="12034">
                  <c:v>2</c:v>
                </c:pt>
                <c:pt idx="12035">
                  <c:v>3</c:v>
                </c:pt>
                <c:pt idx="12036">
                  <c:v>2</c:v>
                </c:pt>
                <c:pt idx="12037">
                  <c:v>1</c:v>
                </c:pt>
                <c:pt idx="12038">
                  <c:v>2</c:v>
                </c:pt>
                <c:pt idx="12039">
                  <c:v>2</c:v>
                </c:pt>
                <c:pt idx="12040">
                  <c:v>4</c:v>
                </c:pt>
                <c:pt idx="12041">
                  <c:v>2</c:v>
                </c:pt>
                <c:pt idx="12042">
                  <c:v>3</c:v>
                </c:pt>
                <c:pt idx="12043">
                  <c:v>2</c:v>
                </c:pt>
                <c:pt idx="12044">
                  <c:v>2</c:v>
                </c:pt>
                <c:pt idx="12045">
                  <c:v>2</c:v>
                </c:pt>
                <c:pt idx="12046">
                  <c:v>2</c:v>
                </c:pt>
                <c:pt idx="12047">
                  <c:v>2</c:v>
                </c:pt>
                <c:pt idx="12048">
                  <c:v>2</c:v>
                </c:pt>
                <c:pt idx="12049">
                  <c:v>3</c:v>
                </c:pt>
                <c:pt idx="12050">
                  <c:v>2</c:v>
                </c:pt>
                <c:pt idx="12051">
                  <c:v>2</c:v>
                </c:pt>
                <c:pt idx="12052">
                  <c:v>2</c:v>
                </c:pt>
                <c:pt idx="12053">
                  <c:v>2</c:v>
                </c:pt>
                <c:pt idx="12054">
                  <c:v>2</c:v>
                </c:pt>
                <c:pt idx="12055">
                  <c:v>3</c:v>
                </c:pt>
                <c:pt idx="12056">
                  <c:v>3</c:v>
                </c:pt>
                <c:pt idx="12057">
                  <c:v>3</c:v>
                </c:pt>
                <c:pt idx="12058">
                  <c:v>3</c:v>
                </c:pt>
                <c:pt idx="12059">
                  <c:v>2</c:v>
                </c:pt>
                <c:pt idx="12060">
                  <c:v>8</c:v>
                </c:pt>
                <c:pt idx="12061">
                  <c:v>7</c:v>
                </c:pt>
                <c:pt idx="12062">
                  <c:v>1</c:v>
                </c:pt>
                <c:pt idx="12063">
                  <c:v>7</c:v>
                </c:pt>
                <c:pt idx="12064">
                  <c:v>3</c:v>
                </c:pt>
                <c:pt idx="12065">
                  <c:v>7</c:v>
                </c:pt>
                <c:pt idx="12066">
                  <c:v>2</c:v>
                </c:pt>
                <c:pt idx="12067">
                  <c:v>3</c:v>
                </c:pt>
                <c:pt idx="12068">
                  <c:v>4</c:v>
                </c:pt>
                <c:pt idx="12069">
                  <c:v>3</c:v>
                </c:pt>
                <c:pt idx="12070">
                  <c:v>2</c:v>
                </c:pt>
                <c:pt idx="12071">
                  <c:v>2</c:v>
                </c:pt>
                <c:pt idx="12072">
                  <c:v>3</c:v>
                </c:pt>
                <c:pt idx="12073">
                  <c:v>1</c:v>
                </c:pt>
                <c:pt idx="12074">
                  <c:v>2</c:v>
                </c:pt>
                <c:pt idx="12075">
                  <c:v>2</c:v>
                </c:pt>
                <c:pt idx="12076">
                  <c:v>3</c:v>
                </c:pt>
                <c:pt idx="12077">
                  <c:v>3</c:v>
                </c:pt>
                <c:pt idx="12078">
                  <c:v>2</c:v>
                </c:pt>
                <c:pt idx="12079">
                  <c:v>3</c:v>
                </c:pt>
                <c:pt idx="12080">
                  <c:v>2</c:v>
                </c:pt>
                <c:pt idx="12081">
                  <c:v>2</c:v>
                </c:pt>
                <c:pt idx="12082">
                  <c:v>2</c:v>
                </c:pt>
                <c:pt idx="12083">
                  <c:v>2</c:v>
                </c:pt>
                <c:pt idx="12084">
                  <c:v>2</c:v>
                </c:pt>
                <c:pt idx="12085">
                  <c:v>2</c:v>
                </c:pt>
                <c:pt idx="12086">
                  <c:v>4</c:v>
                </c:pt>
                <c:pt idx="12087">
                  <c:v>1</c:v>
                </c:pt>
                <c:pt idx="12088">
                  <c:v>4</c:v>
                </c:pt>
                <c:pt idx="12089">
                  <c:v>2</c:v>
                </c:pt>
                <c:pt idx="12090">
                  <c:v>3</c:v>
                </c:pt>
                <c:pt idx="12091">
                  <c:v>2</c:v>
                </c:pt>
                <c:pt idx="12092">
                  <c:v>8</c:v>
                </c:pt>
                <c:pt idx="12093">
                  <c:v>6</c:v>
                </c:pt>
                <c:pt idx="12094">
                  <c:v>4</c:v>
                </c:pt>
                <c:pt idx="12095">
                  <c:v>1</c:v>
                </c:pt>
                <c:pt idx="12096">
                  <c:v>8</c:v>
                </c:pt>
                <c:pt idx="12097">
                  <c:v>4</c:v>
                </c:pt>
                <c:pt idx="12098">
                  <c:v>4</c:v>
                </c:pt>
                <c:pt idx="12099">
                  <c:v>2</c:v>
                </c:pt>
                <c:pt idx="12100">
                  <c:v>2</c:v>
                </c:pt>
                <c:pt idx="12101">
                  <c:v>4</c:v>
                </c:pt>
                <c:pt idx="12102">
                  <c:v>4</c:v>
                </c:pt>
                <c:pt idx="12103">
                  <c:v>9</c:v>
                </c:pt>
                <c:pt idx="12104">
                  <c:v>5</c:v>
                </c:pt>
                <c:pt idx="12105">
                  <c:v>6</c:v>
                </c:pt>
                <c:pt idx="12106">
                  <c:v>5</c:v>
                </c:pt>
                <c:pt idx="12107">
                  <c:v>5</c:v>
                </c:pt>
                <c:pt idx="12108">
                  <c:v>2</c:v>
                </c:pt>
                <c:pt idx="12109">
                  <c:v>2</c:v>
                </c:pt>
                <c:pt idx="12110">
                  <c:v>3</c:v>
                </c:pt>
                <c:pt idx="12111">
                  <c:v>2</c:v>
                </c:pt>
                <c:pt idx="12112">
                  <c:v>3</c:v>
                </c:pt>
                <c:pt idx="12113">
                  <c:v>2</c:v>
                </c:pt>
                <c:pt idx="12114">
                  <c:v>3</c:v>
                </c:pt>
                <c:pt idx="12115">
                  <c:v>2</c:v>
                </c:pt>
                <c:pt idx="12116">
                  <c:v>4</c:v>
                </c:pt>
                <c:pt idx="12117">
                  <c:v>2</c:v>
                </c:pt>
                <c:pt idx="12118">
                  <c:v>3</c:v>
                </c:pt>
                <c:pt idx="12119">
                  <c:v>1</c:v>
                </c:pt>
                <c:pt idx="12120">
                  <c:v>2</c:v>
                </c:pt>
                <c:pt idx="12121">
                  <c:v>2</c:v>
                </c:pt>
                <c:pt idx="12122">
                  <c:v>4</c:v>
                </c:pt>
                <c:pt idx="12123">
                  <c:v>4</c:v>
                </c:pt>
                <c:pt idx="12124">
                  <c:v>1</c:v>
                </c:pt>
                <c:pt idx="12125">
                  <c:v>4</c:v>
                </c:pt>
                <c:pt idx="12126">
                  <c:v>1</c:v>
                </c:pt>
                <c:pt idx="12127">
                  <c:v>2</c:v>
                </c:pt>
                <c:pt idx="12128">
                  <c:v>2</c:v>
                </c:pt>
                <c:pt idx="12129">
                  <c:v>2</c:v>
                </c:pt>
                <c:pt idx="12130">
                  <c:v>4</c:v>
                </c:pt>
                <c:pt idx="12131">
                  <c:v>5</c:v>
                </c:pt>
                <c:pt idx="12132">
                  <c:v>2</c:v>
                </c:pt>
                <c:pt idx="12133">
                  <c:v>2</c:v>
                </c:pt>
                <c:pt idx="12134">
                  <c:v>2</c:v>
                </c:pt>
                <c:pt idx="12135">
                  <c:v>3</c:v>
                </c:pt>
                <c:pt idx="12136">
                  <c:v>3</c:v>
                </c:pt>
                <c:pt idx="12137">
                  <c:v>4</c:v>
                </c:pt>
                <c:pt idx="12138">
                  <c:v>2</c:v>
                </c:pt>
                <c:pt idx="12139">
                  <c:v>2</c:v>
                </c:pt>
                <c:pt idx="12140">
                  <c:v>5</c:v>
                </c:pt>
                <c:pt idx="12141">
                  <c:v>2</c:v>
                </c:pt>
                <c:pt idx="12142">
                  <c:v>3</c:v>
                </c:pt>
                <c:pt idx="12143">
                  <c:v>3</c:v>
                </c:pt>
                <c:pt idx="12144">
                  <c:v>4</c:v>
                </c:pt>
                <c:pt idx="12145">
                  <c:v>3</c:v>
                </c:pt>
                <c:pt idx="12146">
                  <c:v>4</c:v>
                </c:pt>
                <c:pt idx="12147">
                  <c:v>4</c:v>
                </c:pt>
                <c:pt idx="12148">
                  <c:v>3</c:v>
                </c:pt>
                <c:pt idx="12149">
                  <c:v>5</c:v>
                </c:pt>
                <c:pt idx="12150">
                  <c:v>3</c:v>
                </c:pt>
                <c:pt idx="12151">
                  <c:v>3</c:v>
                </c:pt>
                <c:pt idx="12152">
                  <c:v>2</c:v>
                </c:pt>
                <c:pt idx="12153">
                  <c:v>3</c:v>
                </c:pt>
                <c:pt idx="12154">
                  <c:v>2</c:v>
                </c:pt>
                <c:pt idx="12155">
                  <c:v>2</c:v>
                </c:pt>
                <c:pt idx="12156">
                  <c:v>3</c:v>
                </c:pt>
                <c:pt idx="12157">
                  <c:v>4</c:v>
                </c:pt>
                <c:pt idx="12158">
                  <c:v>3</c:v>
                </c:pt>
                <c:pt idx="12159">
                  <c:v>2</c:v>
                </c:pt>
                <c:pt idx="12160">
                  <c:v>3</c:v>
                </c:pt>
                <c:pt idx="12161">
                  <c:v>2</c:v>
                </c:pt>
                <c:pt idx="12162">
                  <c:v>2</c:v>
                </c:pt>
                <c:pt idx="12163">
                  <c:v>2</c:v>
                </c:pt>
                <c:pt idx="12164">
                  <c:v>2</c:v>
                </c:pt>
                <c:pt idx="12165">
                  <c:v>2</c:v>
                </c:pt>
                <c:pt idx="12166">
                  <c:v>1</c:v>
                </c:pt>
                <c:pt idx="12167">
                  <c:v>2</c:v>
                </c:pt>
                <c:pt idx="12168">
                  <c:v>4</c:v>
                </c:pt>
                <c:pt idx="12169">
                  <c:v>2</c:v>
                </c:pt>
                <c:pt idx="12170">
                  <c:v>2</c:v>
                </c:pt>
                <c:pt idx="12171">
                  <c:v>2</c:v>
                </c:pt>
                <c:pt idx="12172">
                  <c:v>1</c:v>
                </c:pt>
                <c:pt idx="12173">
                  <c:v>2</c:v>
                </c:pt>
                <c:pt idx="12174">
                  <c:v>5</c:v>
                </c:pt>
                <c:pt idx="12175">
                  <c:v>3</c:v>
                </c:pt>
                <c:pt idx="12176">
                  <c:v>0</c:v>
                </c:pt>
                <c:pt idx="12177">
                  <c:v>3</c:v>
                </c:pt>
                <c:pt idx="12178">
                  <c:v>3</c:v>
                </c:pt>
                <c:pt idx="12179">
                  <c:v>2</c:v>
                </c:pt>
                <c:pt idx="12180">
                  <c:v>4</c:v>
                </c:pt>
                <c:pt idx="12181">
                  <c:v>1</c:v>
                </c:pt>
                <c:pt idx="12182">
                  <c:v>4</c:v>
                </c:pt>
                <c:pt idx="12183">
                  <c:v>4</c:v>
                </c:pt>
                <c:pt idx="12184">
                  <c:v>1</c:v>
                </c:pt>
                <c:pt idx="12185">
                  <c:v>4</c:v>
                </c:pt>
                <c:pt idx="12186">
                  <c:v>4</c:v>
                </c:pt>
                <c:pt idx="12187">
                  <c:v>3</c:v>
                </c:pt>
                <c:pt idx="12188">
                  <c:v>4</c:v>
                </c:pt>
                <c:pt idx="12189">
                  <c:v>2</c:v>
                </c:pt>
                <c:pt idx="12190">
                  <c:v>1</c:v>
                </c:pt>
                <c:pt idx="12191">
                  <c:v>2</c:v>
                </c:pt>
                <c:pt idx="12192">
                  <c:v>1</c:v>
                </c:pt>
                <c:pt idx="12193">
                  <c:v>2</c:v>
                </c:pt>
                <c:pt idx="12194">
                  <c:v>2</c:v>
                </c:pt>
                <c:pt idx="12195">
                  <c:v>2</c:v>
                </c:pt>
                <c:pt idx="12196">
                  <c:v>2</c:v>
                </c:pt>
                <c:pt idx="12197">
                  <c:v>2</c:v>
                </c:pt>
                <c:pt idx="12198">
                  <c:v>1</c:v>
                </c:pt>
                <c:pt idx="12199">
                  <c:v>2</c:v>
                </c:pt>
                <c:pt idx="12200">
                  <c:v>2</c:v>
                </c:pt>
                <c:pt idx="12201">
                  <c:v>2</c:v>
                </c:pt>
                <c:pt idx="12202">
                  <c:v>2</c:v>
                </c:pt>
                <c:pt idx="12203">
                  <c:v>4</c:v>
                </c:pt>
                <c:pt idx="12204">
                  <c:v>4</c:v>
                </c:pt>
                <c:pt idx="12205">
                  <c:v>2</c:v>
                </c:pt>
                <c:pt idx="12206">
                  <c:v>2</c:v>
                </c:pt>
                <c:pt idx="12207">
                  <c:v>2</c:v>
                </c:pt>
                <c:pt idx="12208">
                  <c:v>2</c:v>
                </c:pt>
                <c:pt idx="12209">
                  <c:v>2</c:v>
                </c:pt>
                <c:pt idx="12210">
                  <c:v>1</c:v>
                </c:pt>
                <c:pt idx="12211">
                  <c:v>2</c:v>
                </c:pt>
                <c:pt idx="12212">
                  <c:v>2</c:v>
                </c:pt>
                <c:pt idx="12213">
                  <c:v>2</c:v>
                </c:pt>
                <c:pt idx="12214">
                  <c:v>1</c:v>
                </c:pt>
                <c:pt idx="12215">
                  <c:v>2</c:v>
                </c:pt>
                <c:pt idx="12216">
                  <c:v>3</c:v>
                </c:pt>
                <c:pt idx="12217">
                  <c:v>2</c:v>
                </c:pt>
                <c:pt idx="12218">
                  <c:v>2</c:v>
                </c:pt>
                <c:pt idx="12219">
                  <c:v>2</c:v>
                </c:pt>
                <c:pt idx="12220">
                  <c:v>1</c:v>
                </c:pt>
                <c:pt idx="12221">
                  <c:v>2</c:v>
                </c:pt>
                <c:pt idx="12222">
                  <c:v>3</c:v>
                </c:pt>
                <c:pt idx="12223">
                  <c:v>2</c:v>
                </c:pt>
                <c:pt idx="12224">
                  <c:v>2</c:v>
                </c:pt>
                <c:pt idx="12225">
                  <c:v>2</c:v>
                </c:pt>
                <c:pt idx="12226">
                  <c:v>2</c:v>
                </c:pt>
                <c:pt idx="12227">
                  <c:v>2</c:v>
                </c:pt>
                <c:pt idx="12228">
                  <c:v>2</c:v>
                </c:pt>
                <c:pt idx="12229">
                  <c:v>8</c:v>
                </c:pt>
                <c:pt idx="12230">
                  <c:v>6</c:v>
                </c:pt>
                <c:pt idx="12231">
                  <c:v>3</c:v>
                </c:pt>
                <c:pt idx="12232">
                  <c:v>2</c:v>
                </c:pt>
                <c:pt idx="12233">
                  <c:v>1</c:v>
                </c:pt>
                <c:pt idx="12234">
                  <c:v>2</c:v>
                </c:pt>
                <c:pt idx="12235">
                  <c:v>2</c:v>
                </c:pt>
                <c:pt idx="12236">
                  <c:v>2</c:v>
                </c:pt>
                <c:pt idx="12237">
                  <c:v>2</c:v>
                </c:pt>
                <c:pt idx="12238">
                  <c:v>2</c:v>
                </c:pt>
                <c:pt idx="12239">
                  <c:v>2</c:v>
                </c:pt>
                <c:pt idx="12240">
                  <c:v>2</c:v>
                </c:pt>
                <c:pt idx="12241">
                  <c:v>2</c:v>
                </c:pt>
                <c:pt idx="12242">
                  <c:v>1</c:v>
                </c:pt>
                <c:pt idx="12243">
                  <c:v>1</c:v>
                </c:pt>
                <c:pt idx="12244">
                  <c:v>3</c:v>
                </c:pt>
                <c:pt idx="12245">
                  <c:v>3</c:v>
                </c:pt>
                <c:pt idx="12246">
                  <c:v>3</c:v>
                </c:pt>
                <c:pt idx="12247">
                  <c:v>4</c:v>
                </c:pt>
                <c:pt idx="12248">
                  <c:v>1</c:v>
                </c:pt>
                <c:pt idx="12249">
                  <c:v>3</c:v>
                </c:pt>
                <c:pt idx="12250">
                  <c:v>1</c:v>
                </c:pt>
                <c:pt idx="12251">
                  <c:v>2</c:v>
                </c:pt>
                <c:pt idx="12252">
                  <c:v>1</c:v>
                </c:pt>
                <c:pt idx="12253">
                  <c:v>2</c:v>
                </c:pt>
                <c:pt idx="12254">
                  <c:v>3</c:v>
                </c:pt>
                <c:pt idx="12255">
                  <c:v>3</c:v>
                </c:pt>
                <c:pt idx="12256">
                  <c:v>2</c:v>
                </c:pt>
                <c:pt idx="12257">
                  <c:v>3</c:v>
                </c:pt>
                <c:pt idx="12258">
                  <c:v>2</c:v>
                </c:pt>
                <c:pt idx="12259">
                  <c:v>3</c:v>
                </c:pt>
                <c:pt idx="12260">
                  <c:v>2</c:v>
                </c:pt>
                <c:pt idx="12261">
                  <c:v>2</c:v>
                </c:pt>
                <c:pt idx="12262">
                  <c:v>6</c:v>
                </c:pt>
                <c:pt idx="12263">
                  <c:v>4</c:v>
                </c:pt>
                <c:pt idx="12264">
                  <c:v>5</c:v>
                </c:pt>
                <c:pt idx="12265">
                  <c:v>5</c:v>
                </c:pt>
                <c:pt idx="12266">
                  <c:v>4</c:v>
                </c:pt>
                <c:pt idx="12267">
                  <c:v>8</c:v>
                </c:pt>
                <c:pt idx="12268">
                  <c:v>6</c:v>
                </c:pt>
                <c:pt idx="12269">
                  <c:v>8</c:v>
                </c:pt>
                <c:pt idx="12270">
                  <c:v>8</c:v>
                </c:pt>
                <c:pt idx="12271">
                  <c:v>8</c:v>
                </c:pt>
                <c:pt idx="12272">
                  <c:v>4</c:v>
                </c:pt>
                <c:pt idx="12273">
                  <c:v>5</c:v>
                </c:pt>
                <c:pt idx="12274">
                  <c:v>2</c:v>
                </c:pt>
                <c:pt idx="12275">
                  <c:v>3</c:v>
                </c:pt>
                <c:pt idx="12276">
                  <c:v>3</c:v>
                </c:pt>
                <c:pt idx="12277">
                  <c:v>3</c:v>
                </c:pt>
                <c:pt idx="12278">
                  <c:v>2</c:v>
                </c:pt>
                <c:pt idx="12279">
                  <c:v>4</c:v>
                </c:pt>
                <c:pt idx="12280">
                  <c:v>2</c:v>
                </c:pt>
                <c:pt idx="12281">
                  <c:v>2</c:v>
                </c:pt>
                <c:pt idx="12282">
                  <c:v>3</c:v>
                </c:pt>
                <c:pt idx="12283">
                  <c:v>2</c:v>
                </c:pt>
                <c:pt idx="12284">
                  <c:v>4</c:v>
                </c:pt>
                <c:pt idx="12285">
                  <c:v>4</c:v>
                </c:pt>
                <c:pt idx="12286">
                  <c:v>3</c:v>
                </c:pt>
                <c:pt idx="12287">
                  <c:v>2</c:v>
                </c:pt>
                <c:pt idx="12288">
                  <c:v>2</c:v>
                </c:pt>
                <c:pt idx="12289">
                  <c:v>2</c:v>
                </c:pt>
                <c:pt idx="12290">
                  <c:v>3</c:v>
                </c:pt>
                <c:pt idx="12291">
                  <c:v>4</c:v>
                </c:pt>
                <c:pt idx="12292">
                  <c:v>7</c:v>
                </c:pt>
                <c:pt idx="12293">
                  <c:v>2</c:v>
                </c:pt>
                <c:pt idx="12294">
                  <c:v>2</c:v>
                </c:pt>
                <c:pt idx="12295">
                  <c:v>4</c:v>
                </c:pt>
                <c:pt idx="12296">
                  <c:v>2</c:v>
                </c:pt>
                <c:pt idx="12297">
                  <c:v>2</c:v>
                </c:pt>
                <c:pt idx="12298">
                  <c:v>3</c:v>
                </c:pt>
                <c:pt idx="12299">
                  <c:v>2</c:v>
                </c:pt>
                <c:pt idx="12300">
                  <c:v>3</c:v>
                </c:pt>
                <c:pt idx="12301">
                  <c:v>3</c:v>
                </c:pt>
                <c:pt idx="12302">
                  <c:v>2</c:v>
                </c:pt>
                <c:pt idx="12303">
                  <c:v>3</c:v>
                </c:pt>
                <c:pt idx="12304">
                  <c:v>3</c:v>
                </c:pt>
                <c:pt idx="12305">
                  <c:v>1</c:v>
                </c:pt>
                <c:pt idx="12306">
                  <c:v>3</c:v>
                </c:pt>
                <c:pt idx="12307">
                  <c:v>2</c:v>
                </c:pt>
                <c:pt idx="12308">
                  <c:v>2</c:v>
                </c:pt>
                <c:pt idx="12309">
                  <c:v>2</c:v>
                </c:pt>
                <c:pt idx="12310">
                  <c:v>2</c:v>
                </c:pt>
                <c:pt idx="12311">
                  <c:v>4</c:v>
                </c:pt>
                <c:pt idx="12312">
                  <c:v>2</c:v>
                </c:pt>
                <c:pt idx="12313">
                  <c:v>2</c:v>
                </c:pt>
                <c:pt idx="12314">
                  <c:v>2</c:v>
                </c:pt>
                <c:pt idx="12315">
                  <c:v>3</c:v>
                </c:pt>
                <c:pt idx="12316">
                  <c:v>4</c:v>
                </c:pt>
                <c:pt idx="12317">
                  <c:v>2</c:v>
                </c:pt>
                <c:pt idx="12318">
                  <c:v>2</c:v>
                </c:pt>
                <c:pt idx="12319">
                  <c:v>4</c:v>
                </c:pt>
                <c:pt idx="12320">
                  <c:v>16</c:v>
                </c:pt>
                <c:pt idx="12321">
                  <c:v>2</c:v>
                </c:pt>
                <c:pt idx="12322">
                  <c:v>2</c:v>
                </c:pt>
                <c:pt idx="12323">
                  <c:v>2</c:v>
                </c:pt>
                <c:pt idx="12324">
                  <c:v>2</c:v>
                </c:pt>
                <c:pt idx="12325">
                  <c:v>2</c:v>
                </c:pt>
                <c:pt idx="12326">
                  <c:v>4</c:v>
                </c:pt>
                <c:pt idx="12327">
                  <c:v>2</c:v>
                </c:pt>
                <c:pt idx="12328">
                  <c:v>3</c:v>
                </c:pt>
                <c:pt idx="12329">
                  <c:v>2</c:v>
                </c:pt>
                <c:pt idx="12330">
                  <c:v>2</c:v>
                </c:pt>
                <c:pt idx="12331">
                  <c:v>1</c:v>
                </c:pt>
                <c:pt idx="12332">
                  <c:v>2</c:v>
                </c:pt>
                <c:pt idx="12333">
                  <c:v>1</c:v>
                </c:pt>
                <c:pt idx="12334">
                  <c:v>1</c:v>
                </c:pt>
                <c:pt idx="12335">
                  <c:v>1</c:v>
                </c:pt>
                <c:pt idx="12336">
                  <c:v>2</c:v>
                </c:pt>
                <c:pt idx="12337">
                  <c:v>1</c:v>
                </c:pt>
                <c:pt idx="12338">
                  <c:v>1</c:v>
                </c:pt>
                <c:pt idx="12339">
                  <c:v>1</c:v>
                </c:pt>
                <c:pt idx="12340">
                  <c:v>1</c:v>
                </c:pt>
                <c:pt idx="12341">
                  <c:v>1</c:v>
                </c:pt>
                <c:pt idx="12342">
                  <c:v>1</c:v>
                </c:pt>
                <c:pt idx="12343">
                  <c:v>1</c:v>
                </c:pt>
                <c:pt idx="12344">
                  <c:v>1</c:v>
                </c:pt>
                <c:pt idx="12345">
                  <c:v>1</c:v>
                </c:pt>
                <c:pt idx="12346">
                  <c:v>1</c:v>
                </c:pt>
                <c:pt idx="12347">
                  <c:v>1</c:v>
                </c:pt>
                <c:pt idx="12348">
                  <c:v>2</c:v>
                </c:pt>
                <c:pt idx="12349">
                  <c:v>1</c:v>
                </c:pt>
                <c:pt idx="12350">
                  <c:v>1</c:v>
                </c:pt>
                <c:pt idx="12351">
                  <c:v>1</c:v>
                </c:pt>
                <c:pt idx="12352">
                  <c:v>1</c:v>
                </c:pt>
                <c:pt idx="12353">
                  <c:v>2</c:v>
                </c:pt>
                <c:pt idx="12354">
                  <c:v>2</c:v>
                </c:pt>
                <c:pt idx="12355">
                  <c:v>2</c:v>
                </c:pt>
                <c:pt idx="12356">
                  <c:v>1</c:v>
                </c:pt>
                <c:pt idx="12357">
                  <c:v>4</c:v>
                </c:pt>
                <c:pt idx="12358">
                  <c:v>3</c:v>
                </c:pt>
                <c:pt idx="12359">
                  <c:v>5</c:v>
                </c:pt>
                <c:pt idx="12360">
                  <c:v>4</c:v>
                </c:pt>
                <c:pt idx="12361">
                  <c:v>5</c:v>
                </c:pt>
                <c:pt idx="12362">
                  <c:v>2</c:v>
                </c:pt>
                <c:pt idx="12363">
                  <c:v>2</c:v>
                </c:pt>
                <c:pt idx="12364">
                  <c:v>4</c:v>
                </c:pt>
                <c:pt idx="12365">
                  <c:v>3</c:v>
                </c:pt>
                <c:pt idx="12366">
                  <c:v>4</c:v>
                </c:pt>
                <c:pt idx="12367">
                  <c:v>4</c:v>
                </c:pt>
                <c:pt idx="12368">
                  <c:v>3</c:v>
                </c:pt>
                <c:pt idx="12369">
                  <c:v>4</c:v>
                </c:pt>
                <c:pt idx="12370">
                  <c:v>3</c:v>
                </c:pt>
                <c:pt idx="12371">
                  <c:v>2</c:v>
                </c:pt>
                <c:pt idx="12372">
                  <c:v>5</c:v>
                </c:pt>
                <c:pt idx="12373">
                  <c:v>4</c:v>
                </c:pt>
                <c:pt idx="12374">
                  <c:v>5</c:v>
                </c:pt>
                <c:pt idx="12375">
                  <c:v>2</c:v>
                </c:pt>
                <c:pt idx="12376">
                  <c:v>3</c:v>
                </c:pt>
                <c:pt idx="12377">
                  <c:v>2</c:v>
                </c:pt>
                <c:pt idx="12378">
                  <c:v>4</c:v>
                </c:pt>
                <c:pt idx="12379">
                  <c:v>2</c:v>
                </c:pt>
                <c:pt idx="12380">
                  <c:v>2</c:v>
                </c:pt>
                <c:pt idx="12381">
                  <c:v>2</c:v>
                </c:pt>
                <c:pt idx="12382">
                  <c:v>2</c:v>
                </c:pt>
                <c:pt idx="12383">
                  <c:v>2</c:v>
                </c:pt>
                <c:pt idx="12384">
                  <c:v>4</c:v>
                </c:pt>
                <c:pt idx="12385">
                  <c:v>2</c:v>
                </c:pt>
                <c:pt idx="12386">
                  <c:v>2</c:v>
                </c:pt>
                <c:pt idx="12387">
                  <c:v>2</c:v>
                </c:pt>
                <c:pt idx="12388">
                  <c:v>4</c:v>
                </c:pt>
                <c:pt idx="12389">
                  <c:v>2</c:v>
                </c:pt>
                <c:pt idx="12390">
                  <c:v>1</c:v>
                </c:pt>
                <c:pt idx="12391">
                  <c:v>3</c:v>
                </c:pt>
                <c:pt idx="12392">
                  <c:v>5</c:v>
                </c:pt>
                <c:pt idx="12393">
                  <c:v>2</c:v>
                </c:pt>
                <c:pt idx="12394">
                  <c:v>2</c:v>
                </c:pt>
                <c:pt idx="12395">
                  <c:v>2</c:v>
                </c:pt>
                <c:pt idx="12396">
                  <c:v>2</c:v>
                </c:pt>
                <c:pt idx="12397">
                  <c:v>1</c:v>
                </c:pt>
                <c:pt idx="12398">
                  <c:v>2</c:v>
                </c:pt>
                <c:pt idx="12399">
                  <c:v>2</c:v>
                </c:pt>
                <c:pt idx="12400">
                  <c:v>2</c:v>
                </c:pt>
                <c:pt idx="12401">
                  <c:v>1</c:v>
                </c:pt>
                <c:pt idx="12402">
                  <c:v>2</c:v>
                </c:pt>
                <c:pt idx="12403">
                  <c:v>2</c:v>
                </c:pt>
                <c:pt idx="12404">
                  <c:v>3</c:v>
                </c:pt>
                <c:pt idx="12405">
                  <c:v>1</c:v>
                </c:pt>
                <c:pt idx="12406">
                  <c:v>2</c:v>
                </c:pt>
                <c:pt idx="12407">
                  <c:v>3</c:v>
                </c:pt>
                <c:pt idx="12408">
                  <c:v>2</c:v>
                </c:pt>
                <c:pt idx="12409">
                  <c:v>4</c:v>
                </c:pt>
                <c:pt idx="12410">
                  <c:v>4</c:v>
                </c:pt>
                <c:pt idx="12411">
                  <c:v>3</c:v>
                </c:pt>
                <c:pt idx="12412">
                  <c:v>1</c:v>
                </c:pt>
                <c:pt idx="12413">
                  <c:v>2</c:v>
                </c:pt>
                <c:pt idx="12414">
                  <c:v>2</c:v>
                </c:pt>
                <c:pt idx="12415">
                  <c:v>1</c:v>
                </c:pt>
                <c:pt idx="12416">
                  <c:v>2</c:v>
                </c:pt>
                <c:pt idx="12417">
                  <c:v>1</c:v>
                </c:pt>
                <c:pt idx="12418">
                  <c:v>3</c:v>
                </c:pt>
                <c:pt idx="12419">
                  <c:v>3</c:v>
                </c:pt>
                <c:pt idx="12420">
                  <c:v>1</c:v>
                </c:pt>
                <c:pt idx="12421">
                  <c:v>2</c:v>
                </c:pt>
                <c:pt idx="12422">
                  <c:v>4</c:v>
                </c:pt>
                <c:pt idx="12423">
                  <c:v>1</c:v>
                </c:pt>
                <c:pt idx="12424">
                  <c:v>2</c:v>
                </c:pt>
                <c:pt idx="12425">
                  <c:v>3</c:v>
                </c:pt>
                <c:pt idx="12426">
                  <c:v>1</c:v>
                </c:pt>
                <c:pt idx="12427">
                  <c:v>2</c:v>
                </c:pt>
                <c:pt idx="12428">
                  <c:v>2</c:v>
                </c:pt>
                <c:pt idx="12429">
                  <c:v>2</c:v>
                </c:pt>
                <c:pt idx="12430">
                  <c:v>3</c:v>
                </c:pt>
                <c:pt idx="12431">
                  <c:v>3</c:v>
                </c:pt>
                <c:pt idx="12432">
                  <c:v>2</c:v>
                </c:pt>
                <c:pt idx="12433">
                  <c:v>2</c:v>
                </c:pt>
                <c:pt idx="12434">
                  <c:v>2</c:v>
                </c:pt>
                <c:pt idx="12435">
                  <c:v>3</c:v>
                </c:pt>
                <c:pt idx="12436">
                  <c:v>3</c:v>
                </c:pt>
                <c:pt idx="12437">
                  <c:v>2</c:v>
                </c:pt>
                <c:pt idx="12438">
                  <c:v>3</c:v>
                </c:pt>
                <c:pt idx="12439">
                  <c:v>2</c:v>
                </c:pt>
                <c:pt idx="12440">
                  <c:v>3</c:v>
                </c:pt>
                <c:pt idx="12441">
                  <c:v>3</c:v>
                </c:pt>
                <c:pt idx="12442">
                  <c:v>2</c:v>
                </c:pt>
                <c:pt idx="12443">
                  <c:v>3</c:v>
                </c:pt>
                <c:pt idx="12444">
                  <c:v>2</c:v>
                </c:pt>
                <c:pt idx="12445">
                  <c:v>3</c:v>
                </c:pt>
                <c:pt idx="12446">
                  <c:v>2</c:v>
                </c:pt>
                <c:pt idx="12447">
                  <c:v>2</c:v>
                </c:pt>
                <c:pt idx="12448">
                  <c:v>3</c:v>
                </c:pt>
                <c:pt idx="12449">
                  <c:v>2</c:v>
                </c:pt>
                <c:pt idx="12450">
                  <c:v>2</c:v>
                </c:pt>
                <c:pt idx="12451">
                  <c:v>2</c:v>
                </c:pt>
                <c:pt idx="12452">
                  <c:v>2</c:v>
                </c:pt>
                <c:pt idx="12453">
                  <c:v>2</c:v>
                </c:pt>
                <c:pt idx="12454">
                  <c:v>2</c:v>
                </c:pt>
                <c:pt idx="12455">
                  <c:v>2</c:v>
                </c:pt>
                <c:pt idx="12456">
                  <c:v>3</c:v>
                </c:pt>
                <c:pt idx="12457">
                  <c:v>6</c:v>
                </c:pt>
                <c:pt idx="12458">
                  <c:v>2</c:v>
                </c:pt>
                <c:pt idx="12459">
                  <c:v>2</c:v>
                </c:pt>
                <c:pt idx="12460">
                  <c:v>2</c:v>
                </c:pt>
                <c:pt idx="12461">
                  <c:v>2</c:v>
                </c:pt>
                <c:pt idx="12462">
                  <c:v>2</c:v>
                </c:pt>
                <c:pt idx="12463">
                  <c:v>5</c:v>
                </c:pt>
                <c:pt idx="12464">
                  <c:v>2</c:v>
                </c:pt>
                <c:pt idx="12465">
                  <c:v>3</c:v>
                </c:pt>
                <c:pt idx="12466">
                  <c:v>2</c:v>
                </c:pt>
                <c:pt idx="12467">
                  <c:v>6</c:v>
                </c:pt>
                <c:pt idx="12468">
                  <c:v>2</c:v>
                </c:pt>
                <c:pt idx="12469">
                  <c:v>2</c:v>
                </c:pt>
                <c:pt idx="12470">
                  <c:v>3</c:v>
                </c:pt>
                <c:pt idx="12471">
                  <c:v>3</c:v>
                </c:pt>
                <c:pt idx="12472">
                  <c:v>9</c:v>
                </c:pt>
                <c:pt idx="12473">
                  <c:v>7</c:v>
                </c:pt>
                <c:pt idx="12474">
                  <c:v>2</c:v>
                </c:pt>
                <c:pt idx="12475">
                  <c:v>3</c:v>
                </c:pt>
                <c:pt idx="12476">
                  <c:v>3</c:v>
                </c:pt>
                <c:pt idx="12477">
                  <c:v>7</c:v>
                </c:pt>
                <c:pt idx="12478">
                  <c:v>3</c:v>
                </c:pt>
                <c:pt idx="12479">
                  <c:v>3</c:v>
                </c:pt>
                <c:pt idx="12480">
                  <c:v>7</c:v>
                </c:pt>
                <c:pt idx="12481">
                  <c:v>3</c:v>
                </c:pt>
                <c:pt idx="12482">
                  <c:v>3</c:v>
                </c:pt>
                <c:pt idx="12483">
                  <c:v>3</c:v>
                </c:pt>
                <c:pt idx="12484">
                  <c:v>3</c:v>
                </c:pt>
                <c:pt idx="12485">
                  <c:v>3</c:v>
                </c:pt>
                <c:pt idx="12486">
                  <c:v>3</c:v>
                </c:pt>
                <c:pt idx="12487">
                  <c:v>2</c:v>
                </c:pt>
                <c:pt idx="12488">
                  <c:v>2</c:v>
                </c:pt>
                <c:pt idx="12489">
                  <c:v>2</c:v>
                </c:pt>
                <c:pt idx="12490">
                  <c:v>3</c:v>
                </c:pt>
                <c:pt idx="12491">
                  <c:v>2</c:v>
                </c:pt>
                <c:pt idx="12492">
                  <c:v>3</c:v>
                </c:pt>
                <c:pt idx="12493">
                  <c:v>3</c:v>
                </c:pt>
                <c:pt idx="12494">
                  <c:v>2</c:v>
                </c:pt>
                <c:pt idx="12495">
                  <c:v>2</c:v>
                </c:pt>
                <c:pt idx="12496">
                  <c:v>2</c:v>
                </c:pt>
                <c:pt idx="12497">
                  <c:v>3</c:v>
                </c:pt>
                <c:pt idx="12498">
                  <c:v>2</c:v>
                </c:pt>
                <c:pt idx="12499">
                  <c:v>3</c:v>
                </c:pt>
                <c:pt idx="12500">
                  <c:v>2</c:v>
                </c:pt>
                <c:pt idx="12501">
                  <c:v>3</c:v>
                </c:pt>
                <c:pt idx="12502">
                  <c:v>3</c:v>
                </c:pt>
                <c:pt idx="12503">
                  <c:v>4</c:v>
                </c:pt>
                <c:pt idx="12504">
                  <c:v>2</c:v>
                </c:pt>
                <c:pt idx="12505">
                  <c:v>2</c:v>
                </c:pt>
                <c:pt idx="12506">
                  <c:v>2</c:v>
                </c:pt>
                <c:pt idx="12507">
                  <c:v>2</c:v>
                </c:pt>
                <c:pt idx="12508">
                  <c:v>2</c:v>
                </c:pt>
                <c:pt idx="12509">
                  <c:v>3</c:v>
                </c:pt>
                <c:pt idx="12510">
                  <c:v>2</c:v>
                </c:pt>
                <c:pt idx="12511">
                  <c:v>4</c:v>
                </c:pt>
                <c:pt idx="12512">
                  <c:v>4</c:v>
                </c:pt>
                <c:pt idx="12513">
                  <c:v>2</c:v>
                </c:pt>
                <c:pt idx="12514">
                  <c:v>4</c:v>
                </c:pt>
                <c:pt idx="12515">
                  <c:v>2</c:v>
                </c:pt>
                <c:pt idx="12516">
                  <c:v>3</c:v>
                </c:pt>
                <c:pt idx="12517">
                  <c:v>2</c:v>
                </c:pt>
                <c:pt idx="12518">
                  <c:v>2</c:v>
                </c:pt>
                <c:pt idx="12519">
                  <c:v>4</c:v>
                </c:pt>
                <c:pt idx="12520">
                  <c:v>4</c:v>
                </c:pt>
                <c:pt idx="12521">
                  <c:v>5</c:v>
                </c:pt>
                <c:pt idx="12522">
                  <c:v>5</c:v>
                </c:pt>
                <c:pt idx="12523">
                  <c:v>5</c:v>
                </c:pt>
                <c:pt idx="12524">
                  <c:v>5</c:v>
                </c:pt>
                <c:pt idx="12525">
                  <c:v>2</c:v>
                </c:pt>
                <c:pt idx="12526">
                  <c:v>7</c:v>
                </c:pt>
                <c:pt idx="12527">
                  <c:v>2</c:v>
                </c:pt>
                <c:pt idx="12528">
                  <c:v>5</c:v>
                </c:pt>
                <c:pt idx="12529">
                  <c:v>3</c:v>
                </c:pt>
                <c:pt idx="12530">
                  <c:v>6</c:v>
                </c:pt>
                <c:pt idx="12531">
                  <c:v>5</c:v>
                </c:pt>
                <c:pt idx="12532">
                  <c:v>2</c:v>
                </c:pt>
                <c:pt idx="12533">
                  <c:v>6</c:v>
                </c:pt>
                <c:pt idx="12534">
                  <c:v>1</c:v>
                </c:pt>
                <c:pt idx="12535">
                  <c:v>9</c:v>
                </c:pt>
                <c:pt idx="12536">
                  <c:v>7</c:v>
                </c:pt>
                <c:pt idx="12537">
                  <c:v>5</c:v>
                </c:pt>
                <c:pt idx="12538">
                  <c:v>4</c:v>
                </c:pt>
                <c:pt idx="12539">
                  <c:v>10</c:v>
                </c:pt>
                <c:pt idx="12540">
                  <c:v>8</c:v>
                </c:pt>
                <c:pt idx="12541">
                  <c:v>3</c:v>
                </c:pt>
                <c:pt idx="12542">
                  <c:v>3</c:v>
                </c:pt>
                <c:pt idx="12543">
                  <c:v>2</c:v>
                </c:pt>
                <c:pt idx="12544">
                  <c:v>8</c:v>
                </c:pt>
                <c:pt idx="12545">
                  <c:v>3</c:v>
                </c:pt>
                <c:pt idx="12546">
                  <c:v>2</c:v>
                </c:pt>
                <c:pt idx="12547">
                  <c:v>2</c:v>
                </c:pt>
                <c:pt idx="12548">
                  <c:v>6</c:v>
                </c:pt>
                <c:pt idx="12549">
                  <c:v>6</c:v>
                </c:pt>
                <c:pt idx="12550">
                  <c:v>7</c:v>
                </c:pt>
                <c:pt idx="12551">
                  <c:v>2</c:v>
                </c:pt>
                <c:pt idx="12552">
                  <c:v>4</c:v>
                </c:pt>
                <c:pt idx="12553">
                  <c:v>4</c:v>
                </c:pt>
                <c:pt idx="12554">
                  <c:v>3</c:v>
                </c:pt>
                <c:pt idx="12555">
                  <c:v>7</c:v>
                </c:pt>
                <c:pt idx="12556">
                  <c:v>2</c:v>
                </c:pt>
                <c:pt idx="12557">
                  <c:v>3</c:v>
                </c:pt>
                <c:pt idx="12558">
                  <c:v>7</c:v>
                </c:pt>
                <c:pt idx="12559">
                  <c:v>3</c:v>
                </c:pt>
                <c:pt idx="12560">
                  <c:v>6</c:v>
                </c:pt>
                <c:pt idx="12561">
                  <c:v>8</c:v>
                </c:pt>
                <c:pt idx="12562">
                  <c:v>4</c:v>
                </c:pt>
                <c:pt idx="12563">
                  <c:v>6</c:v>
                </c:pt>
                <c:pt idx="12564">
                  <c:v>1</c:v>
                </c:pt>
                <c:pt idx="12565">
                  <c:v>4</c:v>
                </c:pt>
                <c:pt idx="12566">
                  <c:v>1</c:v>
                </c:pt>
                <c:pt idx="12567">
                  <c:v>5</c:v>
                </c:pt>
                <c:pt idx="12568">
                  <c:v>4</c:v>
                </c:pt>
                <c:pt idx="12569">
                  <c:v>4</c:v>
                </c:pt>
                <c:pt idx="12570">
                  <c:v>2</c:v>
                </c:pt>
                <c:pt idx="12571">
                  <c:v>3</c:v>
                </c:pt>
                <c:pt idx="12572">
                  <c:v>9</c:v>
                </c:pt>
                <c:pt idx="12573">
                  <c:v>2</c:v>
                </c:pt>
                <c:pt idx="12574">
                  <c:v>3</c:v>
                </c:pt>
                <c:pt idx="12575">
                  <c:v>1</c:v>
                </c:pt>
                <c:pt idx="12576">
                  <c:v>2</c:v>
                </c:pt>
                <c:pt idx="12577">
                  <c:v>20</c:v>
                </c:pt>
                <c:pt idx="12578">
                  <c:v>20</c:v>
                </c:pt>
                <c:pt idx="12579">
                  <c:v>20</c:v>
                </c:pt>
                <c:pt idx="12580">
                  <c:v>20</c:v>
                </c:pt>
                <c:pt idx="12581">
                  <c:v>20</c:v>
                </c:pt>
                <c:pt idx="12582">
                  <c:v>20</c:v>
                </c:pt>
                <c:pt idx="12583">
                  <c:v>20</c:v>
                </c:pt>
                <c:pt idx="12584">
                  <c:v>20</c:v>
                </c:pt>
                <c:pt idx="12585">
                  <c:v>4</c:v>
                </c:pt>
                <c:pt idx="12586">
                  <c:v>21</c:v>
                </c:pt>
                <c:pt idx="12587">
                  <c:v>20</c:v>
                </c:pt>
                <c:pt idx="12588">
                  <c:v>20</c:v>
                </c:pt>
                <c:pt idx="12589">
                  <c:v>5</c:v>
                </c:pt>
                <c:pt idx="12590">
                  <c:v>1</c:v>
                </c:pt>
                <c:pt idx="12591">
                  <c:v>2</c:v>
                </c:pt>
                <c:pt idx="12592">
                  <c:v>6</c:v>
                </c:pt>
                <c:pt idx="12593">
                  <c:v>3</c:v>
                </c:pt>
                <c:pt idx="12594">
                  <c:v>8</c:v>
                </c:pt>
                <c:pt idx="12595">
                  <c:v>7</c:v>
                </c:pt>
                <c:pt idx="12596">
                  <c:v>3</c:v>
                </c:pt>
                <c:pt idx="12597">
                  <c:v>7</c:v>
                </c:pt>
                <c:pt idx="12598">
                  <c:v>3</c:v>
                </c:pt>
                <c:pt idx="12599">
                  <c:v>3</c:v>
                </c:pt>
                <c:pt idx="12600">
                  <c:v>7</c:v>
                </c:pt>
                <c:pt idx="12601">
                  <c:v>8</c:v>
                </c:pt>
                <c:pt idx="12602">
                  <c:v>9</c:v>
                </c:pt>
                <c:pt idx="12603">
                  <c:v>7</c:v>
                </c:pt>
                <c:pt idx="12604">
                  <c:v>4</c:v>
                </c:pt>
                <c:pt idx="12605">
                  <c:v>5</c:v>
                </c:pt>
                <c:pt idx="12606">
                  <c:v>8</c:v>
                </c:pt>
                <c:pt idx="12607">
                  <c:v>9</c:v>
                </c:pt>
                <c:pt idx="12608">
                  <c:v>3</c:v>
                </c:pt>
                <c:pt idx="12609">
                  <c:v>3</c:v>
                </c:pt>
                <c:pt idx="12610">
                  <c:v>3</c:v>
                </c:pt>
                <c:pt idx="12611">
                  <c:v>3</c:v>
                </c:pt>
                <c:pt idx="12612">
                  <c:v>2</c:v>
                </c:pt>
                <c:pt idx="12613">
                  <c:v>1</c:v>
                </c:pt>
                <c:pt idx="12614">
                  <c:v>3</c:v>
                </c:pt>
                <c:pt idx="12615">
                  <c:v>3</c:v>
                </c:pt>
                <c:pt idx="12616">
                  <c:v>3</c:v>
                </c:pt>
                <c:pt idx="12617">
                  <c:v>-1</c:v>
                </c:pt>
                <c:pt idx="12618">
                  <c:v>3</c:v>
                </c:pt>
                <c:pt idx="12619">
                  <c:v>2</c:v>
                </c:pt>
                <c:pt idx="12620">
                  <c:v>2</c:v>
                </c:pt>
                <c:pt idx="12621">
                  <c:v>2</c:v>
                </c:pt>
                <c:pt idx="12622">
                  <c:v>3</c:v>
                </c:pt>
                <c:pt idx="12623">
                  <c:v>3</c:v>
                </c:pt>
                <c:pt idx="12624">
                  <c:v>3</c:v>
                </c:pt>
                <c:pt idx="12625">
                  <c:v>3</c:v>
                </c:pt>
                <c:pt idx="12626">
                  <c:v>2</c:v>
                </c:pt>
                <c:pt idx="12627">
                  <c:v>3</c:v>
                </c:pt>
                <c:pt idx="12628">
                  <c:v>3</c:v>
                </c:pt>
                <c:pt idx="12629">
                  <c:v>4</c:v>
                </c:pt>
                <c:pt idx="12630">
                  <c:v>4</c:v>
                </c:pt>
                <c:pt idx="12631">
                  <c:v>4</c:v>
                </c:pt>
                <c:pt idx="12632">
                  <c:v>4</c:v>
                </c:pt>
                <c:pt idx="12633">
                  <c:v>3</c:v>
                </c:pt>
                <c:pt idx="12634">
                  <c:v>6</c:v>
                </c:pt>
                <c:pt idx="12635">
                  <c:v>2</c:v>
                </c:pt>
                <c:pt idx="12636">
                  <c:v>3</c:v>
                </c:pt>
                <c:pt idx="12637">
                  <c:v>2</c:v>
                </c:pt>
                <c:pt idx="12638">
                  <c:v>6</c:v>
                </c:pt>
                <c:pt idx="12639">
                  <c:v>2</c:v>
                </c:pt>
                <c:pt idx="12640">
                  <c:v>5</c:v>
                </c:pt>
                <c:pt idx="12641">
                  <c:v>2</c:v>
                </c:pt>
                <c:pt idx="12642">
                  <c:v>3</c:v>
                </c:pt>
                <c:pt idx="12643">
                  <c:v>2</c:v>
                </c:pt>
                <c:pt idx="12644">
                  <c:v>2</c:v>
                </c:pt>
                <c:pt idx="12645">
                  <c:v>2</c:v>
                </c:pt>
                <c:pt idx="12646">
                  <c:v>3</c:v>
                </c:pt>
                <c:pt idx="12647">
                  <c:v>2</c:v>
                </c:pt>
                <c:pt idx="12648">
                  <c:v>2</c:v>
                </c:pt>
                <c:pt idx="12649">
                  <c:v>2</c:v>
                </c:pt>
                <c:pt idx="12650">
                  <c:v>3</c:v>
                </c:pt>
                <c:pt idx="12651">
                  <c:v>2</c:v>
                </c:pt>
                <c:pt idx="12652">
                  <c:v>2</c:v>
                </c:pt>
                <c:pt idx="12653">
                  <c:v>1</c:v>
                </c:pt>
                <c:pt idx="12654">
                  <c:v>2</c:v>
                </c:pt>
                <c:pt idx="12655">
                  <c:v>3</c:v>
                </c:pt>
                <c:pt idx="12656">
                  <c:v>2</c:v>
                </c:pt>
                <c:pt idx="12657">
                  <c:v>3</c:v>
                </c:pt>
                <c:pt idx="12658">
                  <c:v>3</c:v>
                </c:pt>
                <c:pt idx="12659">
                  <c:v>4</c:v>
                </c:pt>
                <c:pt idx="12660">
                  <c:v>2</c:v>
                </c:pt>
                <c:pt idx="12661">
                  <c:v>1</c:v>
                </c:pt>
                <c:pt idx="12662">
                  <c:v>3</c:v>
                </c:pt>
                <c:pt idx="12663">
                  <c:v>4</c:v>
                </c:pt>
                <c:pt idx="12664">
                  <c:v>3</c:v>
                </c:pt>
                <c:pt idx="12665">
                  <c:v>4</c:v>
                </c:pt>
                <c:pt idx="12666">
                  <c:v>5</c:v>
                </c:pt>
                <c:pt idx="12667">
                  <c:v>1</c:v>
                </c:pt>
                <c:pt idx="12668">
                  <c:v>3</c:v>
                </c:pt>
                <c:pt idx="12669">
                  <c:v>2</c:v>
                </c:pt>
                <c:pt idx="12670">
                  <c:v>5</c:v>
                </c:pt>
                <c:pt idx="12671">
                  <c:v>3</c:v>
                </c:pt>
                <c:pt idx="12672">
                  <c:v>4</c:v>
                </c:pt>
                <c:pt idx="12673">
                  <c:v>1</c:v>
                </c:pt>
                <c:pt idx="12674">
                  <c:v>3</c:v>
                </c:pt>
                <c:pt idx="12675">
                  <c:v>3</c:v>
                </c:pt>
                <c:pt idx="12676">
                  <c:v>2</c:v>
                </c:pt>
                <c:pt idx="12677">
                  <c:v>2</c:v>
                </c:pt>
                <c:pt idx="12678">
                  <c:v>4</c:v>
                </c:pt>
                <c:pt idx="12679">
                  <c:v>3</c:v>
                </c:pt>
                <c:pt idx="12680">
                  <c:v>4</c:v>
                </c:pt>
                <c:pt idx="12681">
                  <c:v>4</c:v>
                </c:pt>
                <c:pt idx="12682">
                  <c:v>4</c:v>
                </c:pt>
                <c:pt idx="12683">
                  <c:v>3</c:v>
                </c:pt>
                <c:pt idx="12684">
                  <c:v>3</c:v>
                </c:pt>
                <c:pt idx="12685">
                  <c:v>4</c:v>
                </c:pt>
                <c:pt idx="12686">
                  <c:v>4</c:v>
                </c:pt>
                <c:pt idx="12687">
                  <c:v>4</c:v>
                </c:pt>
                <c:pt idx="12688">
                  <c:v>3</c:v>
                </c:pt>
                <c:pt idx="12689">
                  <c:v>3</c:v>
                </c:pt>
                <c:pt idx="12690">
                  <c:v>3</c:v>
                </c:pt>
                <c:pt idx="12691">
                  <c:v>1</c:v>
                </c:pt>
                <c:pt idx="12692">
                  <c:v>3</c:v>
                </c:pt>
                <c:pt idx="12693">
                  <c:v>3</c:v>
                </c:pt>
                <c:pt idx="12694">
                  <c:v>3</c:v>
                </c:pt>
                <c:pt idx="12695">
                  <c:v>3</c:v>
                </c:pt>
                <c:pt idx="12696">
                  <c:v>3</c:v>
                </c:pt>
                <c:pt idx="12697">
                  <c:v>4</c:v>
                </c:pt>
                <c:pt idx="12698">
                  <c:v>4</c:v>
                </c:pt>
                <c:pt idx="12699">
                  <c:v>4</c:v>
                </c:pt>
                <c:pt idx="12700">
                  <c:v>4</c:v>
                </c:pt>
                <c:pt idx="12701">
                  <c:v>4</c:v>
                </c:pt>
                <c:pt idx="12702">
                  <c:v>3</c:v>
                </c:pt>
                <c:pt idx="12703">
                  <c:v>4</c:v>
                </c:pt>
                <c:pt idx="12704">
                  <c:v>4</c:v>
                </c:pt>
                <c:pt idx="12705">
                  <c:v>3</c:v>
                </c:pt>
                <c:pt idx="12706">
                  <c:v>4</c:v>
                </c:pt>
                <c:pt idx="12707">
                  <c:v>3</c:v>
                </c:pt>
                <c:pt idx="12708">
                  <c:v>4</c:v>
                </c:pt>
                <c:pt idx="12709">
                  <c:v>3</c:v>
                </c:pt>
                <c:pt idx="12710">
                  <c:v>2</c:v>
                </c:pt>
                <c:pt idx="12711">
                  <c:v>2</c:v>
                </c:pt>
                <c:pt idx="12712">
                  <c:v>2</c:v>
                </c:pt>
                <c:pt idx="12713">
                  <c:v>2</c:v>
                </c:pt>
                <c:pt idx="12714">
                  <c:v>2</c:v>
                </c:pt>
                <c:pt idx="12715">
                  <c:v>2</c:v>
                </c:pt>
                <c:pt idx="12716">
                  <c:v>2</c:v>
                </c:pt>
                <c:pt idx="12717">
                  <c:v>2</c:v>
                </c:pt>
                <c:pt idx="12718">
                  <c:v>2</c:v>
                </c:pt>
                <c:pt idx="12719">
                  <c:v>4</c:v>
                </c:pt>
                <c:pt idx="12720">
                  <c:v>6</c:v>
                </c:pt>
                <c:pt idx="12721">
                  <c:v>2</c:v>
                </c:pt>
                <c:pt idx="12722">
                  <c:v>2</c:v>
                </c:pt>
                <c:pt idx="12723">
                  <c:v>2</c:v>
                </c:pt>
                <c:pt idx="12724">
                  <c:v>2</c:v>
                </c:pt>
                <c:pt idx="12725">
                  <c:v>2</c:v>
                </c:pt>
                <c:pt idx="12726">
                  <c:v>2</c:v>
                </c:pt>
                <c:pt idx="12727">
                  <c:v>2</c:v>
                </c:pt>
                <c:pt idx="12728">
                  <c:v>2</c:v>
                </c:pt>
                <c:pt idx="12729">
                  <c:v>2</c:v>
                </c:pt>
                <c:pt idx="12730">
                  <c:v>1</c:v>
                </c:pt>
                <c:pt idx="12731">
                  <c:v>2</c:v>
                </c:pt>
                <c:pt idx="12732">
                  <c:v>4</c:v>
                </c:pt>
                <c:pt idx="12733">
                  <c:v>3</c:v>
                </c:pt>
                <c:pt idx="12734">
                  <c:v>2</c:v>
                </c:pt>
                <c:pt idx="12735">
                  <c:v>5</c:v>
                </c:pt>
                <c:pt idx="12736">
                  <c:v>4</c:v>
                </c:pt>
                <c:pt idx="12737">
                  <c:v>4</c:v>
                </c:pt>
                <c:pt idx="12738">
                  <c:v>2</c:v>
                </c:pt>
                <c:pt idx="12739">
                  <c:v>2</c:v>
                </c:pt>
                <c:pt idx="12740">
                  <c:v>3</c:v>
                </c:pt>
                <c:pt idx="12741">
                  <c:v>5</c:v>
                </c:pt>
                <c:pt idx="12742">
                  <c:v>2</c:v>
                </c:pt>
                <c:pt idx="12743">
                  <c:v>3</c:v>
                </c:pt>
                <c:pt idx="12744">
                  <c:v>2</c:v>
                </c:pt>
                <c:pt idx="12745">
                  <c:v>4</c:v>
                </c:pt>
                <c:pt idx="12746">
                  <c:v>3</c:v>
                </c:pt>
                <c:pt idx="12747">
                  <c:v>5</c:v>
                </c:pt>
                <c:pt idx="12748">
                  <c:v>3</c:v>
                </c:pt>
                <c:pt idx="12749">
                  <c:v>5</c:v>
                </c:pt>
                <c:pt idx="12750">
                  <c:v>3</c:v>
                </c:pt>
                <c:pt idx="12751">
                  <c:v>4</c:v>
                </c:pt>
                <c:pt idx="12752">
                  <c:v>7</c:v>
                </c:pt>
                <c:pt idx="12753">
                  <c:v>6</c:v>
                </c:pt>
                <c:pt idx="12754">
                  <c:v>4</c:v>
                </c:pt>
                <c:pt idx="12755">
                  <c:v>3</c:v>
                </c:pt>
                <c:pt idx="12756">
                  <c:v>3</c:v>
                </c:pt>
                <c:pt idx="12757">
                  <c:v>2</c:v>
                </c:pt>
                <c:pt idx="12758">
                  <c:v>3</c:v>
                </c:pt>
                <c:pt idx="12759">
                  <c:v>5</c:v>
                </c:pt>
                <c:pt idx="12760">
                  <c:v>3</c:v>
                </c:pt>
                <c:pt idx="12761">
                  <c:v>2</c:v>
                </c:pt>
                <c:pt idx="12762">
                  <c:v>3</c:v>
                </c:pt>
                <c:pt idx="12763">
                  <c:v>2</c:v>
                </c:pt>
                <c:pt idx="12764">
                  <c:v>2</c:v>
                </c:pt>
                <c:pt idx="12765">
                  <c:v>4</c:v>
                </c:pt>
                <c:pt idx="12766">
                  <c:v>3</c:v>
                </c:pt>
                <c:pt idx="12767">
                  <c:v>2</c:v>
                </c:pt>
                <c:pt idx="12768">
                  <c:v>3</c:v>
                </c:pt>
                <c:pt idx="12769">
                  <c:v>2</c:v>
                </c:pt>
                <c:pt idx="12770">
                  <c:v>12</c:v>
                </c:pt>
                <c:pt idx="12771">
                  <c:v>2</c:v>
                </c:pt>
                <c:pt idx="12772">
                  <c:v>2</c:v>
                </c:pt>
                <c:pt idx="12773">
                  <c:v>4</c:v>
                </c:pt>
                <c:pt idx="12774">
                  <c:v>4</c:v>
                </c:pt>
                <c:pt idx="12775">
                  <c:v>10</c:v>
                </c:pt>
                <c:pt idx="12776">
                  <c:v>2</c:v>
                </c:pt>
                <c:pt idx="12777">
                  <c:v>2</c:v>
                </c:pt>
                <c:pt idx="12778">
                  <c:v>2</c:v>
                </c:pt>
                <c:pt idx="12779">
                  <c:v>4</c:v>
                </c:pt>
                <c:pt idx="12780">
                  <c:v>4</c:v>
                </c:pt>
                <c:pt idx="12781">
                  <c:v>2</c:v>
                </c:pt>
                <c:pt idx="12782">
                  <c:v>2</c:v>
                </c:pt>
                <c:pt idx="12783">
                  <c:v>4</c:v>
                </c:pt>
                <c:pt idx="12784">
                  <c:v>4</c:v>
                </c:pt>
                <c:pt idx="12785">
                  <c:v>2</c:v>
                </c:pt>
                <c:pt idx="12786">
                  <c:v>2</c:v>
                </c:pt>
                <c:pt idx="12787">
                  <c:v>4</c:v>
                </c:pt>
                <c:pt idx="12788">
                  <c:v>2</c:v>
                </c:pt>
                <c:pt idx="12789">
                  <c:v>2</c:v>
                </c:pt>
                <c:pt idx="12790">
                  <c:v>2</c:v>
                </c:pt>
                <c:pt idx="12791">
                  <c:v>2</c:v>
                </c:pt>
                <c:pt idx="12792">
                  <c:v>2</c:v>
                </c:pt>
                <c:pt idx="12793">
                  <c:v>1</c:v>
                </c:pt>
                <c:pt idx="12794">
                  <c:v>2</c:v>
                </c:pt>
                <c:pt idx="12795">
                  <c:v>3</c:v>
                </c:pt>
                <c:pt idx="12796">
                  <c:v>1</c:v>
                </c:pt>
                <c:pt idx="12797">
                  <c:v>2</c:v>
                </c:pt>
                <c:pt idx="12798">
                  <c:v>3</c:v>
                </c:pt>
                <c:pt idx="12799">
                  <c:v>3</c:v>
                </c:pt>
                <c:pt idx="12800">
                  <c:v>3</c:v>
                </c:pt>
                <c:pt idx="12801">
                  <c:v>2</c:v>
                </c:pt>
                <c:pt idx="12802">
                  <c:v>3</c:v>
                </c:pt>
                <c:pt idx="12803">
                  <c:v>2</c:v>
                </c:pt>
                <c:pt idx="12804">
                  <c:v>1</c:v>
                </c:pt>
                <c:pt idx="12805">
                  <c:v>3</c:v>
                </c:pt>
                <c:pt idx="12806">
                  <c:v>2</c:v>
                </c:pt>
                <c:pt idx="12807">
                  <c:v>-3</c:v>
                </c:pt>
                <c:pt idx="12808">
                  <c:v>1</c:v>
                </c:pt>
                <c:pt idx="12809">
                  <c:v>2</c:v>
                </c:pt>
                <c:pt idx="12810">
                  <c:v>1</c:v>
                </c:pt>
                <c:pt idx="12811">
                  <c:v>1</c:v>
                </c:pt>
                <c:pt idx="12812">
                  <c:v>2</c:v>
                </c:pt>
                <c:pt idx="12813">
                  <c:v>3</c:v>
                </c:pt>
                <c:pt idx="12814">
                  <c:v>3</c:v>
                </c:pt>
                <c:pt idx="12815">
                  <c:v>3</c:v>
                </c:pt>
                <c:pt idx="12816">
                  <c:v>2</c:v>
                </c:pt>
                <c:pt idx="12817">
                  <c:v>2</c:v>
                </c:pt>
                <c:pt idx="12818">
                  <c:v>3</c:v>
                </c:pt>
                <c:pt idx="12819">
                  <c:v>5</c:v>
                </c:pt>
                <c:pt idx="12820">
                  <c:v>3</c:v>
                </c:pt>
                <c:pt idx="12821">
                  <c:v>4</c:v>
                </c:pt>
                <c:pt idx="12822">
                  <c:v>4</c:v>
                </c:pt>
                <c:pt idx="12823">
                  <c:v>1</c:v>
                </c:pt>
                <c:pt idx="12824">
                  <c:v>5</c:v>
                </c:pt>
                <c:pt idx="12825">
                  <c:v>5</c:v>
                </c:pt>
                <c:pt idx="12826">
                  <c:v>4</c:v>
                </c:pt>
                <c:pt idx="12827">
                  <c:v>3</c:v>
                </c:pt>
                <c:pt idx="12828">
                  <c:v>6</c:v>
                </c:pt>
                <c:pt idx="12829">
                  <c:v>3</c:v>
                </c:pt>
                <c:pt idx="12830">
                  <c:v>5</c:v>
                </c:pt>
                <c:pt idx="12831">
                  <c:v>3</c:v>
                </c:pt>
                <c:pt idx="12832">
                  <c:v>5</c:v>
                </c:pt>
                <c:pt idx="12833">
                  <c:v>4</c:v>
                </c:pt>
                <c:pt idx="12834">
                  <c:v>2</c:v>
                </c:pt>
                <c:pt idx="12835">
                  <c:v>3</c:v>
                </c:pt>
                <c:pt idx="12836">
                  <c:v>-1</c:v>
                </c:pt>
                <c:pt idx="12837">
                  <c:v>3</c:v>
                </c:pt>
                <c:pt idx="12838">
                  <c:v>4</c:v>
                </c:pt>
                <c:pt idx="12839">
                  <c:v>1</c:v>
                </c:pt>
                <c:pt idx="12840">
                  <c:v>3</c:v>
                </c:pt>
                <c:pt idx="12841">
                  <c:v>3</c:v>
                </c:pt>
                <c:pt idx="12842">
                  <c:v>1</c:v>
                </c:pt>
                <c:pt idx="12843">
                  <c:v>2</c:v>
                </c:pt>
                <c:pt idx="12844">
                  <c:v>4</c:v>
                </c:pt>
                <c:pt idx="12845">
                  <c:v>4</c:v>
                </c:pt>
                <c:pt idx="12846">
                  <c:v>1</c:v>
                </c:pt>
                <c:pt idx="12847">
                  <c:v>6</c:v>
                </c:pt>
                <c:pt idx="12848">
                  <c:v>5</c:v>
                </c:pt>
                <c:pt idx="12849">
                  <c:v>4</c:v>
                </c:pt>
                <c:pt idx="12850">
                  <c:v>4</c:v>
                </c:pt>
                <c:pt idx="12851">
                  <c:v>3</c:v>
                </c:pt>
                <c:pt idx="12852">
                  <c:v>3</c:v>
                </c:pt>
                <c:pt idx="12853">
                  <c:v>3</c:v>
                </c:pt>
                <c:pt idx="12854">
                  <c:v>2</c:v>
                </c:pt>
                <c:pt idx="12855">
                  <c:v>1</c:v>
                </c:pt>
                <c:pt idx="12856">
                  <c:v>4</c:v>
                </c:pt>
                <c:pt idx="12857">
                  <c:v>3</c:v>
                </c:pt>
                <c:pt idx="12858">
                  <c:v>3</c:v>
                </c:pt>
                <c:pt idx="12859">
                  <c:v>5</c:v>
                </c:pt>
                <c:pt idx="12860">
                  <c:v>3</c:v>
                </c:pt>
                <c:pt idx="12861">
                  <c:v>4</c:v>
                </c:pt>
                <c:pt idx="12862">
                  <c:v>3</c:v>
                </c:pt>
                <c:pt idx="12863">
                  <c:v>2</c:v>
                </c:pt>
                <c:pt idx="12864">
                  <c:v>2</c:v>
                </c:pt>
                <c:pt idx="12865">
                  <c:v>2</c:v>
                </c:pt>
                <c:pt idx="12866">
                  <c:v>3</c:v>
                </c:pt>
                <c:pt idx="12867">
                  <c:v>3</c:v>
                </c:pt>
                <c:pt idx="12868">
                  <c:v>4</c:v>
                </c:pt>
                <c:pt idx="12869">
                  <c:v>3</c:v>
                </c:pt>
                <c:pt idx="12870">
                  <c:v>3</c:v>
                </c:pt>
                <c:pt idx="12871">
                  <c:v>2</c:v>
                </c:pt>
                <c:pt idx="12872">
                  <c:v>3</c:v>
                </c:pt>
                <c:pt idx="12873">
                  <c:v>2</c:v>
                </c:pt>
                <c:pt idx="12874">
                  <c:v>2</c:v>
                </c:pt>
                <c:pt idx="12875">
                  <c:v>2</c:v>
                </c:pt>
                <c:pt idx="12876">
                  <c:v>2</c:v>
                </c:pt>
                <c:pt idx="12877">
                  <c:v>2</c:v>
                </c:pt>
                <c:pt idx="12878">
                  <c:v>2</c:v>
                </c:pt>
                <c:pt idx="12879">
                  <c:v>2</c:v>
                </c:pt>
                <c:pt idx="12880">
                  <c:v>2</c:v>
                </c:pt>
                <c:pt idx="12881">
                  <c:v>2</c:v>
                </c:pt>
                <c:pt idx="12882">
                  <c:v>2</c:v>
                </c:pt>
                <c:pt idx="12883">
                  <c:v>2</c:v>
                </c:pt>
                <c:pt idx="12884">
                  <c:v>2</c:v>
                </c:pt>
                <c:pt idx="12885">
                  <c:v>2</c:v>
                </c:pt>
                <c:pt idx="12886">
                  <c:v>2</c:v>
                </c:pt>
                <c:pt idx="12887">
                  <c:v>3</c:v>
                </c:pt>
                <c:pt idx="12888">
                  <c:v>2</c:v>
                </c:pt>
                <c:pt idx="12889">
                  <c:v>2</c:v>
                </c:pt>
                <c:pt idx="12890">
                  <c:v>2</c:v>
                </c:pt>
                <c:pt idx="12891">
                  <c:v>2</c:v>
                </c:pt>
                <c:pt idx="12892">
                  <c:v>2</c:v>
                </c:pt>
                <c:pt idx="12893">
                  <c:v>2</c:v>
                </c:pt>
                <c:pt idx="12894">
                  <c:v>2</c:v>
                </c:pt>
                <c:pt idx="12895">
                  <c:v>2</c:v>
                </c:pt>
                <c:pt idx="12896">
                  <c:v>3</c:v>
                </c:pt>
                <c:pt idx="12897">
                  <c:v>2</c:v>
                </c:pt>
                <c:pt idx="12898">
                  <c:v>1</c:v>
                </c:pt>
                <c:pt idx="12899">
                  <c:v>2</c:v>
                </c:pt>
                <c:pt idx="12900">
                  <c:v>4</c:v>
                </c:pt>
                <c:pt idx="12901">
                  <c:v>1</c:v>
                </c:pt>
                <c:pt idx="12902">
                  <c:v>1</c:v>
                </c:pt>
                <c:pt idx="12903">
                  <c:v>1</c:v>
                </c:pt>
                <c:pt idx="12904">
                  <c:v>1</c:v>
                </c:pt>
                <c:pt idx="12905">
                  <c:v>2</c:v>
                </c:pt>
                <c:pt idx="12906">
                  <c:v>1</c:v>
                </c:pt>
                <c:pt idx="12907">
                  <c:v>1</c:v>
                </c:pt>
                <c:pt idx="12908">
                  <c:v>2</c:v>
                </c:pt>
                <c:pt idx="12909">
                  <c:v>2</c:v>
                </c:pt>
                <c:pt idx="12910">
                  <c:v>5</c:v>
                </c:pt>
                <c:pt idx="12911">
                  <c:v>2</c:v>
                </c:pt>
                <c:pt idx="12912">
                  <c:v>6</c:v>
                </c:pt>
                <c:pt idx="12913">
                  <c:v>4</c:v>
                </c:pt>
                <c:pt idx="12914">
                  <c:v>2</c:v>
                </c:pt>
                <c:pt idx="12915">
                  <c:v>3</c:v>
                </c:pt>
                <c:pt idx="12916">
                  <c:v>6</c:v>
                </c:pt>
                <c:pt idx="12917">
                  <c:v>2</c:v>
                </c:pt>
                <c:pt idx="12918">
                  <c:v>6</c:v>
                </c:pt>
                <c:pt idx="12919">
                  <c:v>4</c:v>
                </c:pt>
                <c:pt idx="12920">
                  <c:v>13</c:v>
                </c:pt>
                <c:pt idx="12921">
                  <c:v>10</c:v>
                </c:pt>
                <c:pt idx="12922">
                  <c:v>1</c:v>
                </c:pt>
                <c:pt idx="12923">
                  <c:v>3</c:v>
                </c:pt>
                <c:pt idx="12924">
                  <c:v>3</c:v>
                </c:pt>
                <c:pt idx="12925">
                  <c:v>3</c:v>
                </c:pt>
                <c:pt idx="12926">
                  <c:v>5</c:v>
                </c:pt>
                <c:pt idx="12927">
                  <c:v>6</c:v>
                </c:pt>
                <c:pt idx="12928">
                  <c:v>6</c:v>
                </c:pt>
                <c:pt idx="12929">
                  <c:v>4</c:v>
                </c:pt>
                <c:pt idx="12930">
                  <c:v>1</c:v>
                </c:pt>
                <c:pt idx="12931">
                  <c:v>6</c:v>
                </c:pt>
                <c:pt idx="12932">
                  <c:v>5</c:v>
                </c:pt>
                <c:pt idx="12933">
                  <c:v>6</c:v>
                </c:pt>
                <c:pt idx="12934">
                  <c:v>3</c:v>
                </c:pt>
                <c:pt idx="12935">
                  <c:v>3</c:v>
                </c:pt>
                <c:pt idx="12936">
                  <c:v>2</c:v>
                </c:pt>
                <c:pt idx="12937">
                  <c:v>3</c:v>
                </c:pt>
                <c:pt idx="12938">
                  <c:v>2</c:v>
                </c:pt>
                <c:pt idx="12939">
                  <c:v>5</c:v>
                </c:pt>
                <c:pt idx="12940">
                  <c:v>3</c:v>
                </c:pt>
                <c:pt idx="12941">
                  <c:v>4</c:v>
                </c:pt>
                <c:pt idx="12942">
                  <c:v>2</c:v>
                </c:pt>
                <c:pt idx="12943">
                  <c:v>3</c:v>
                </c:pt>
                <c:pt idx="12944">
                  <c:v>1</c:v>
                </c:pt>
                <c:pt idx="12945">
                  <c:v>1</c:v>
                </c:pt>
                <c:pt idx="12946">
                  <c:v>4</c:v>
                </c:pt>
                <c:pt idx="12947">
                  <c:v>2</c:v>
                </c:pt>
                <c:pt idx="12948">
                  <c:v>3</c:v>
                </c:pt>
                <c:pt idx="12949">
                  <c:v>1</c:v>
                </c:pt>
                <c:pt idx="12950">
                  <c:v>3</c:v>
                </c:pt>
                <c:pt idx="12951">
                  <c:v>5</c:v>
                </c:pt>
                <c:pt idx="12952">
                  <c:v>3</c:v>
                </c:pt>
                <c:pt idx="12953">
                  <c:v>2</c:v>
                </c:pt>
                <c:pt idx="12954">
                  <c:v>2</c:v>
                </c:pt>
                <c:pt idx="12955">
                  <c:v>5</c:v>
                </c:pt>
                <c:pt idx="12956">
                  <c:v>3</c:v>
                </c:pt>
                <c:pt idx="12957">
                  <c:v>3</c:v>
                </c:pt>
                <c:pt idx="12958">
                  <c:v>4</c:v>
                </c:pt>
                <c:pt idx="12959">
                  <c:v>4</c:v>
                </c:pt>
                <c:pt idx="12960">
                  <c:v>3</c:v>
                </c:pt>
                <c:pt idx="12961">
                  <c:v>4</c:v>
                </c:pt>
                <c:pt idx="12962">
                  <c:v>3</c:v>
                </c:pt>
                <c:pt idx="12963">
                  <c:v>4</c:v>
                </c:pt>
                <c:pt idx="12964">
                  <c:v>3</c:v>
                </c:pt>
                <c:pt idx="12965">
                  <c:v>4</c:v>
                </c:pt>
                <c:pt idx="12966">
                  <c:v>6</c:v>
                </c:pt>
                <c:pt idx="12967">
                  <c:v>3</c:v>
                </c:pt>
                <c:pt idx="12968">
                  <c:v>4</c:v>
                </c:pt>
                <c:pt idx="12969">
                  <c:v>3</c:v>
                </c:pt>
                <c:pt idx="12970">
                  <c:v>5</c:v>
                </c:pt>
                <c:pt idx="12971">
                  <c:v>4</c:v>
                </c:pt>
                <c:pt idx="12972">
                  <c:v>2</c:v>
                </c:pt>
                <c:pt idx="12973">
                  <c:v>5</c:v>
                </c:pt>
                <c:pt idx="12974">
                  <c:v>2</c:v>
                </c:pt>
                <c:pt idx="12975">
                  <c:v>1</c:v>
                </c:pt>
                <c:pt idx="12976">
                  <c:v>6</c:v>
                </c:pt>
                <c:pt idx="12977">
                  <c:v>2</c:v>
                </c:pt>
                <c:pt idx="12978">
                  <c:v>2</c:v>
                </c:pt>
                <c:pt idx="12979">
                  <c:v>2</c:v>
                </c:pt>
                <c:pt idx="12980">
                  <c:v>2</c:v>
                </c:pt>
                <c:pt idx="12981">
                  <c:v>4</c:v>
                </c:pt>
                <c:pt idx="12982">
                  <c:v>2</c:v>
                </c:pt>
                <c:pt idx="12983">
                  <c:v>1</c:v>
                </c:pt>
                <c:pt idx="12984">
                  <c:v>2</c:v>
                </c:pt>
                <c:pt idx="12985">
                  <c:v>2</c:v>
                </c:pt>
                <c:pt idx="12986">
                  <c:v>2</c:v>
                </c:pt>
                <c:pt idx="12987">
                  <c:v>3</c:v>
                </c:pt>
                <c:pt idx="12988">
                  <c:v>2</c:v>
                </c:pt>
                <c:pt idx="12989">
                  <c:v>2</c:v>
                </c:pt>
                <c:pt idx="12990">
                  <c:v>6</c:v>
                </c:pt>
                <c:pt idx="12991">
                  <c:v>4</c:v>
                </c:pt>
                <c:pt idx="12992">
                  <c:v>4</c:v>
                </c:pt>
                <c:pt idx="12993">
                  <c:v>2</c:v>
                </c:pt>
                <c:pt idx="12994">
                  <c:v>3</c:v>
                </c:pt>
                <c:pt idx="12995">
                  <c:v>2</c:v>
                </c:pt>
                <c:pt idx="12996">
                  <c:v>1</c:v>
                </c:pt>
                <c:pt idx="12997">
                  <c:v>2</c:v>
                </c:pt>
                <c:pt idx="12998">
                  <c:v>4</c:v>
                </c:pt>
                <c:pt idx="12999">
                  <c:v>4</c:v>
                </c:pt>
                <c:pt idx="13000">
                  <c:v>4</c:v>
                </c:pt>
                <c:pt idx="13001">
                  <c:v>2</c:v>
                </c:pt>
                <c:pt idx="13002">
                  <c:v>2</c:v>
                </c:pt>
                <c:pt idx="13003">
                  <c:v>3</c:v>
                </c:pt>
                <c:pt idx="13004">
                  <c:v>0</c:v>
                </c:pt>
                <c:pt idx="13005">
                  <c:v>4</c:v>
                </c:pt>
                <c:pt idx="13006">
                  <c:v>4</c:v>
                </c:pt>
                <c:pt idx="13007">
                  <c:v>4</c:v>
                </c:pt>
                <c:pt idx="13008">
                  <c:v>2</c:v>
                </c:pt>
                <c:pt idx="13009">
                  <c:v>4</c:v>
                </c:pt>
                <c:pt idx="13010">
                  <c:v>4</c:v>
                </c:pt>
                <c:pt idx="13011">
                  <c:v>4</c:v>
                </c:pt>
                <c:pt idx="13012">
                  <c:v>4</c:v>
                </c:pt>
                <c:pt idx="13013">
                  <c:v>4</c:v>
                </c:pt>
                <c:pt idx="13014">
                  <c:v>2</c:v>
                </c:pt>
                <c:pt idx="13015">
                  <c:v>4</c:v>
                </c:pt>
                <c:pt idx="13016">
                  <c:v>4</c:v>
                </c:pt>
                <c:pt idx="13017">
                  <c:v>2</c:v>
                </c:pt>
                <c:pt idx="13018">
                  <c:v>2</c:v>
                </c:pt>
                <c:pt idx="13019">
                  <c:v>4</c:v>
                </c:pt>
                <c:pt idx="13020">
                  <c:v>4</c:v>
                </c:pt>
                <c:pt idx="13021">
                  <c:v>4</c:v>
                </c:pt>
                <c:pt idx="13022">
                  <c:v>4</c:v>
                </c:pt>
                <c:pt idx="13023">
                  <c:v>4</c:v>
                </c:pt>
                <c:pt idx="13024">
                  <c:v>2</c:v>
                </c:pt>
                <c:pt idx="13025">
                  <c:v>2</c:v>
                </c:pt>
                <c:pt idx="13026">
                  <c:v>1</c:v>
                </c:pt>
                <c:pt idx="13027">
                  <c:v>1</c:v>
                </c:pt>
                <c:pt idx="13028">
                  <c:v>1</c:v>
                </c:pt>
                <c:pt idx="13029">
                  <c:v>1</c:v>
                </c:pt>
                <c:pt idx="13030">
                  <c:v>1</c:v>
                </c:pt>
                <c:pt idx="13031">
                  <c:v>1</c:v>
                </c:pt>
                <c:pt idx="13032">
                  <c:v>1</c:v>
                </c:pt>
                <c:pt idx="13033">
                  <c:v>2</c:v>
                </c:pt>
                <c:pt idx="13034">
                  <c:v>1</c:v>
                </c:pt>
                <c:pt idx="13035">
                  <c:v>2</c:v>
                </c:pt>
                <c:pt idx="13036">
                  <c:v>1</c:v>
                </c:pt>
                <c:pt idx="13037">
                  <c:v>1</c:v>
                </c:pt>
                <c:pt idx="13038">
                  <c:v>1</c:v>
                </c:pt>
                <c:pt idx="13039">
                  <c:v>1</c:v>
                </c:pt>
                <c:pt idx="13040">
                  <c:v>1</c:v>
                </c:pt>
                <c:pt idx="13041">
                  <c:v>1</c:v>
                </c:pt>
                <c:pt idx="13042">
                  <c:v>1</c:v>
                </c:pt>
                <c:pt idx="13043">
                  <c:v>2</c:v>
                </c:pt>
                <c:pt idx="13044">
                  <c:v>1</c:v>
                </c:pt>
                <c:pt idx="13045">
                  <c:v>1</c:v>
                </c:pt>
                <c:pt idx="13046">
                  <c:v>1</c:v>
                </c:pt>
                <c:pt idx="13047">
                  <c:v>1</c:v>
                </c:pt>
                <c:pt idx="13048">
                  <c:v>2</c:v>
                </c:pt>
                <c:pt idx="13049">
                  <c:v>2</c:v>
                </c:pt>
                <c:pt idx="13050">
                  <c:v>2</c:v>
                </c:pt>
                <c:pt idx="13051">
                  <c:v>1</c:v>
                </c:pt>
                <c:pt idx="13052">
                  <c:v>3</c:v>
                </c:pt>
                <c:pt idx="13053">
                  <c:v>2</c:v>
                </c:pt>
                <c:pt idx="13054">
                  <c:v>3</c:v>
                </c:pt>
                <c:pt idx="13055">
                  <c:v>2</c:v>
                </c:pt>
                <c:pt idx="13056">
                  <c:v>2</c:v>
                </c:pt>
                <c:pt idx="13057">
                  <c:v>2</c:v>
                </c:pt>
                <c:pt idx="13058">
                  <c:v>1</c:v>
                </c:pt>
                <c:pt idx="13059">
                  <c:v>2</c:v>
                </c:pt>
                <c:pt idx="13060">
                  <c:v>1</c:v>
                </c:pt>
                <c:pt idx="13061">
                  <c:v>2</c:v>
                </c:pt>
                <c:pt idx="13062">
                  <c:v>1</c:v>
                </c:pt>
                <c:pt idx="13063">
                  <c:v>2</c:v>
                </c:pt>
                <c:pt idx="13064">
                  <c:v>3</c:v>
                </c:pt>
                <c:pt idx="13065">
                  <c:v>2</c:v>
                </c:pt>
                <c:pt idx="13066">
                  <c:v>2</c:v>
                </c:pt>
                <c:pt idx="13067">
                  <c:v>2</c:v>
                </c:pt>
                <c:pt idx="13068">
                  <c:v>3</c:v>
                </c:pt>
                <c:pt idx="13069">
                  <c:v>1</c:v>
                </c:pt>
                <c:pt idx="13070">
                  <c:v>3</c:v>
                </c:pt>
                <c:pt idx="13071">
                  <c:v>2</c:v>
                </c:pt>
                <c:pt idx="13072">
                  <c:v>3</c:v>
                </c:pt>
                <c:pt idx="13073">
                  <c:v>3</c:v>
                </c:pt>
                <c:pt idx="13074">
                  <c:v>2</c:v>
                </c:pt>
                <c:pt idx="13075">
                  <c:v>4</c:v>
                </c:pt>
                <c:pt idx="13076">
                  <c:v>4</c:v>
                </c:pt>
                <c:pt idx="13077">
                  <c:v>3</c:v>
                </c:pt>
                <c:pt idx="13078">
                  <c:v>3</c:v>
                </c:pt>
                <c:pt idx="13079">
                  <c:v>4</c:v>
                </c:pt>
                <c:pt idx="13080">
                  <c:v>3</c:v>
                </c:pt>
                <c:pt idx="13081">
                  <c:v>4</c:v>
                </c:pt>
                <c:pt idx="13082">
                  <c:v>2</c:v>
                </c:pt>
                <c:pt idx="13083">
                  <c:v>2</c:v>
                </c:pt>
                <c:pt idx="13084">
                  <c:v>2</c:v>
                </c:pt>
                <c:pt idx="13085">
                  <c:v>3</c:v>
                </c:pt>
                <c:pt idx="13086">
                  <c:v>2</c:v>
                </c:pt>
                <c:pt idx="13087">
                  <c:v>3</c:v>
                </c:pt>
                <c:pt idx="13088">
                  <c:v>1</c:v>
                </c:pt>
                <c:pt idx="13089">
                  <c:v>4</c:v>
                </c:pt>
                <c:pt idx="13090">
                  <c:v>3</c:v>
                </c:pt>
                <c:pt idx="13091">
                  <c:v>-2</c:v>
                </c:pt>
                <c:pt idx="13092">
                  <c:v>5</c:v>
                </c:pt>
                <c:pt idx="13093">
                  <c:v>2</c:v>
                </c:pt>
                <c:pt idx="13094">
                  <c:v>2</c:v>
                </c:pt>
                <c:pt idx="13095">
                  <c:v>3</c:v>
                </c:pt>
                <c:pt idx="13096">
                  <c:v>3</c:v>
                </c:pt>
                <c:pt idx="13097">
                  <c:v>2</c:v>
                </c:pt>
                <c:pt idx="13098">
                  <c:v>2</c:v>
                </c:pt>
                <c:pt idx="13099">
                  <c:v>2</c:v>
                </c:pt>
                <c:pt idx="13100">
                  <c:v>2</c:v>
                </c:pt>
                <c:pt idx="13101">
                  <c:v>4</c:v>
                </c:pt>
                <c:pt idx="13102">
                  <c:v>2</c:v>
                </c:pt>
                <c:pt idx="13103">
                  <c:v>3</c:v>
                </c:pt>
                <c:pt idx="13104">
                  <c:v>3</c:v>
                </c:pt>
                <c:pt idx="13105">
                  <c:v>6</c:v>
                </c:pt>
                <c:pt idx="13106">
                  <c:v>1</c:v>
                </c:pt>
                <c:pt idx="13107">
                  <c:v>4</c:v>
                </c:pt>
                <c:pt idx="13108">
                  <c:v>2</c:v>
                </c:pt>
                <c:pt idx="13109">
                  <c:v>2</c:v>
                </c:pt>
                <c:pt idx="13110">
                  <c:v>2</c:v>
                </c:pt>
                <c:pt idx="13111">
                  <c:v>2</c:v>
                </c:pt>
                <c:pt idx="13112">
                  <c:v>2</c:v>
                </c:pt>
                <c:pt idx="13113">
                  <c:v>3</c:v>
                </c:pt>
                <c:pt idx="13114">
                  <c:v>5</c:v>
                </c:pt>
                <c:pt idx="13115">
                  <c:v>4</c:v>
                </c:pt>
                <c:pt idx="13116">
                  <c:v>3</c:v>
                </c:pt>
                <c:pt idx="13117">
                  <c:v>6</c:v>
                </c:pt>
                <c:pt idx="13118">
                  <c:v>2</c:v>
                </c:pt>
                <c:pt idx="13119">
                  <c:v>2</c:v>
                </c:pt>
                <c:pt idx="13120">
                  <c:v>2</c:v>
                </c:pt>
                <c:pt idx="13121">
                  <c:v>1</c:v>
                </c:pt>
                <c:pt idx="13122">
                  <c:v>2</c:v>
                </c:pt>
                <c:pt idx="13123">
                  <c:v>1</c:v>
                </c:pt>
                <c:pt idx="13124">
                  <c:v>1</c:v>
                </c:pt>
                <c:pt idx="13125">
                  <c:v>2</c:v>
                </c:pt>
                <c:pt idx="13126">
                  <c:v>2</c:v>
                </c:pt>
                <c:pt idx="13127">
                  <c:v>2</c:v>
                </c:pt>
                <c:pt idx="13128">
                  <c:v>2</c:v>
                </c:pt>
                <c:pt idx="13129">
                  <c:v>2</c:v>
                </c:pt>
                <c:pt idx="13130">
                  <c:v>4</c:v>
                </c:pt>
                <c:pt idx="13131">
                  <c:v>1</c:v>
                </c:pt>
                <c:pt idx="13132">
                  <c:v>3</c:v>
                </c:pt>
                <c:pt idx="13133">
                  <c:v>4</c:v>
                </c:pt>
                <c:pt idx="13134">
                  <c:v>2</c:v>
                </c:pt>
                <c:pt idx="13135">
                  <c:v>2</c:v>
                </c:pt>
                <c:pt idx="13136">
                  <c:v>2</c:v>
                </c:pt>
                <c:pt idx="13137">
                  <c:v>1</c:v>
                </c:pt>
                <c:pt idx="13138">
                  <c:v>2</c:v>
                </c:pt>
                <c:pt idx="13139">
                  <c:v>2</c:v>
                </c:pt>
                <c:pt idx="13140">
                  <c:v>3</c:v>
                </c:pt>
                <c:pt idx="13141">
                  <c:v>3</c:v>
                </c:pt>
                <c:pt idx="13142">
                  <c:v>2</c:v>
                </c:pt>
                <c:pt idx="13143">
                  <c:v>3</c:v>
                </c:pt>
                <c:pt idx="13144">
                  <c:v>3</c:v>
                </c:pt>
                <c:pt idx="13145">
                  <c:v>3</c:v>
                </c:pt>
                <c:pt idx="13146">
                  <c:v>2</c:v>
                </c:pt>
                <c:pt idx="13147">
                  <c:v>3</c:v>
                </c:pt>
                <c:pt idx="13148">
                  <c:v>2</c:v>
                </c:pt>
                <c:pt idx="13149">
                  <c:v>2</c:v>
                </c:pt>
                <c:pt idx="13150">
                  <c:v>3</c:v>
                </c:pt>
                <c:pt idx="13151">
                  <c:v>2</c:v>
                </c:pt>
                <c:pt idx="13152">
                  <c:v>2</c:v>
                </c:pt>
                <c:pt idx="13153">
                  <c:v>2</c:v>
                </c:pt>
                <c:pt idx="13154">
                  <c:v>3</c:v>
                </c:pt>
                <c:pt idx="13155">
                  <c:v>2</c:v>
                </c:pt>
                <c:pt idx="13156">
                  <c:v>3</c:v>
                </c:pt>
                <c:pt idx="13157">
                  <c:v>2</c:v>
                </c:pt>
                <c:pt idx="13158">
                  <c:v>1</c:v>
                </c:pt>
                <c:pt idx="13159">
                  <c:v>2</c:v>
                </c:pt>
                <c:pt idx="13160">
                  <c:v>1</c:v>
                </c:pt>
                <c:pt idx="13161">
                  <c:v>2</c:v>
                </c:pt>
                <c:pt idx="13162">
                  <c:v>5</c:v>
                </c:pt>
                <c:pt idx="13163">
                  <c:v>3</c:v>
                </c:pt>
                <c:pt idx="13164">
                  <c:v>2</c:v>
                </c:pt>
                <c:pt idx="13165">
                  <c:v>2</c:v>
                </c:pt>
                <c:pt idx="13166">
                  <c:v>2</c:v>
                </c:pt>
                <c:pt idx="13167">
                  <c:v>2</c:v>
                </c:pt>
                <c:pt idx="13168">
                  <c:v>3</c:v>
                </c:pt>
                <c:pt idx="13169">
                  <c:v>3</c:v>
                </c:pt>
                <c:pt idx="13170">
                  <c:v>4</c:v>
                </c:pt>
                <c:pt idx="13171">
                  <c:v>1</c:v>
                </c:pt>
                <c:pt idx="13172">
                  <c:v>4</c:v>
                </c:pt>
                <c:pt idx="13173">
                  <c:v>3</c:v>
                </c:pt>
                <c:pt idx="13174">
                  <c:v>5</c:v>
                </c:pt>
                <c:pt idx="13175">
                  <c:v>1</c:v>
                </c:pt>
                <c:pt idx="13176">
                  <c:v>1</c:v>
                </c:pt>
                <c:pt idx="13177">
                  <c:v>3</c:v>
                </c:pt>
                <c:pt idx="13178">
                  <c:v>2</c:v>
                </c:pt>
                <c:pt idx="13179">
                  <c:v>2</c:v>
                </c:pt>
                <c:pt idx="13180">
                  <c:v>2</c:v>
                </c:pt>
                <c:pt idx="13181">
                  <c:v>2</c:v>
                </c:pt>
                <c:pt idx="13182">
                  <c:v>3</c:v>
                </c:pt>
                <c:pt idx="13183">
                  <c:v>3</c:v>
                </c:pt>
                <c:pt idx="13184">
                  <c:v>3</c:v>
                </c:pt>
                <c:pt idx="13185">
                  <c:v>1</c:v>
                </c:pt>
                <c:pt idx="13186">
                  <c:v>3</c:v>
                </c:pt>
                <c:pt idx="13187">
                  <c:v>4</c:v>
                </c:pt>
                <c:pt idx="13188">
                  <c:v>4</c:v>
                </c:pt>
                <c:pt idx="13189">
                  <c:v>3</c:v>
                </c:pt>
                <c:pt idx="13190">
                  <c:v>2</c:v>
                </c:pt>
                <c:pt idx="13191">
                  <c:v>2</c:v>
                </c:pt>
                <c:pt idx="13192">
                  <c:v>2</c:v>
                </c:pt>
                <c:pt idx="13193">
                  <c:v>2</c:v>
                </c:pt>
                <c:pt idx="13194">
                  <c:v>3</c:v>
                </c:pt>
                <c:pt idx="13195">
                  <c:v>3</c:v>
                </c:pt>
                <c:pt idx="13196">
                  <c:v>3</c:v>
                </c:pt>
                <c:pt idx="13197">
                  <c:v>3</c:v>
                </c:pt>
                <c:pt idx="13198">
                  <c:v>3</c:v>
                </c:pt>
                <c:pt idx="13199">
                  <c:v>1</c:v>
                </c:pt>
                <c:pt idx="13200">
                  <c:v>3</c:v>
                </c:pt>
                <c:pt idx="13201">
                  <c:v>4</c:v>
                </c:pt>
                <c:pt idx="13202">
                  <c:v>2</c:v>
                </c:pt>
                <c:pt idx="13203">
                  <c:v>3</c:v>
                </c:pt>
                <c:pt idx="13204">
                  <c:v>2</c:v>
                </c:pt>
                <c:pt idx="13205">
                  <c:v>5</c:v>
                </c:pt>
                <c:pt idx="13206">
                  <c:v>3</c:v>
                </c:pt>
                <c:pt idx="13207">
                  <c:v>3</c:v>
                </c:pt>
                <c:pt idx="13208">
                  <c:v>3</c:v>
                </c:pt>
                <c:pt idx="13209">
                  <c:v>3</c:v>
                </c:pt>
                <c:pt idx="13210">
                  <c:v>3</c:v>
                </c:pt>
                <c:pt idx="13211">
                  <c:v>2</c:v>
                </c:pt>
                <c:pt idx="13212">
                  <c:v>2</c:v>
                </c:pt>
                <c:pt idx="13213">
                  <c:v>3</c:v>
                </c:pt>
                <c:pt idx="13214">
                  <c:v>3</c:v>
                </c:pt>
                <c:pt idx="13215">
                  <c:v>2</c:v>
                </c:pt>
                <c:pt idx="13216">
                  <c:v>4</c:v>
                </c:pt>
                <c:pt idx="13217">
                  <c:v>3</c:v>
                </c:pt>
                <c:pt idx="13218">
                  <c:v>4</c:v>
                </c:pt>
                <c:pt idx="13219">
                  <c:v>3</c:v>
                </c:pt>
                <c:pt idx="13220">
                  <c:v>4</c:v>
                </c:pt>
                <c:pt idx="13221">
                  <c:v>4</c:v>
                </c:pt>
                <c:pt idx="13222">
                  <c:v>5</c:v>
                </c:pt>
                <c:pt idx="13223">
                  <c:v>0</c:v>
                </c:pt>
                <c:pt idx="13224">
                  <c:v>6</c:v>
                </c:pt>
                <c:pt idx="13225">
                  <c:v>2</c:v>
                </c:pt>
                <c:pt idx="13226">
                  <c:v>2</c:v>
                </c:pt>
                <c:pt idx="13227">
                  <c:v>3</c:v>
                </c:pt>
                <c:pt idx="13228">
                  <c:v>3</c:v>
                </c:pt>
                <c:pt idx="13229">
                  <c:v>2</c:v>
                </c:pt>
                <c:pt idx="13230">
                  <c:v>3</c:v>
                </c:pt>
                <c:pt idx="13231">
                  <c:v>2</c:v>
                </c:pt>
                <c:pt idx="13232">
                  <c:v>2</c:v>
                </c:pt>
                <c:pt idx="13233">
                  <c:v>2</c:v>
                </c:pt>
                <c:pt idx="13234">
                  <c:v>3</c:v>
                </c:pt>
                <c:pt idx="13235">
                  <c:v>2</c:v>
                </c:pt>
                <c:pt idx="13236">
                  <c:v>2</c:v>
                </c:pt>
                <c:pt idx="13237">
                  <c:v>2</c:v>
                </c:pt>
                <c:pt idx="13238">
                  <c:v>2</c:v>
                </c:pt>
                <c:pt idx="13239">
                  <c:v>4</c:v>
                </c:pt>
                <c:pt idx="13240">
                  <c:v>2</c:v>
                </c:pt>
                <c:pt idx="13241">
                  <c:v>2</c:v>
                </c:pt>
                <c:pt idx="13242">
                  <c:v>2</c:v>
                </c:pt>
                <c:pt idx="13243">
                  <c:v>2</c:v>
                </c:pt>
                <c:pt idx="13244">
                  <c:v>2</c:v>
                </c:pt>
                <c:pt idx="13245">
                  <c:v>2</c:v>
                </c:pt>
                <c:pt idx="13246">
                  <c:v>2</c:v>
                </c:pt>
                <c:pt idx="13247">
                  <c:v>2</c:v>
                </c:pt>
                <c:pt idx="13248">
                  <c:v>3</c:v>
                </c:pt>
                <c:pt idx="13249">
                  <c:v>3</c:v>
                </c:pt>
                <c:pt idx="13250">
                  <c:v>3</c:v>
                </c:pt>
                <c:pt idx="13251">
                  <c:v>2</c:v>
                </c:pt>
                <c:pt idx="13252">
                  <c:v>1</c:v>
                </c:pt>
                <c:pt idx="13253">
                  <c:v>2</c:v>
                </c:pt>
                <c:pt idx="13254">
                  <c:v>3</c:v>
                </c:pt>
                <c:pt idx="13255">
                  <c:v>2</c:v>
                </c:pt>
                <c:pt idx="13256">
                  <c:v>3</c:v>
                </c:pt>
                <c:pt idx="13257">
                  <c:v>1</c:v>
                </c:pt>
                <c:pt idx="13258">
                  <c:v>3</c:v>
                </c:pt>
                <c:pt idx="13259">
                  <c:v>2</c:v>
                </c:pt>
                <c:pt idx="13260">
                  <c:v>2</c:v>
                </c:pt>
                <c:pt idx="13261">
                  <c:v>2</c:v>
                </c:pt>
                <c:pt idx="13262">
                  <c:v>2</c:v>
                </c:pt>
                <c:pt idx="13263">
                  <c:v>2</c:v>
                </c:pt>
                <c:pt idx="13264">
                  <c:v>2</c:v>
                </c:pt>
                <c:pt idx="13265">
                  <c:v>2</c:v>
                </c:pt>
                <c:pt idx="13266">
                  <c:v>2</c:v>
                </c:pt>
                <c:pt idx="13267">
                  <c:v>2</c:v>
                </c:pt>
                <c:pt idx="13268">
                  <c:v>2</c:v>
                </c:pt>
                <c:pt idx="13269">
                  <c:v>2</c:v>
                </c:pt>
                <c:pt idx="13270">
                  <c:v>3</c:v>
                </c:pt>
                <c:pt idx="13271">
                  <c:v>2</c:v>
                </c:pt>
                <c:pt idx="13272">
                  <c:v>2</c:v>
                </c:pt>
                <c:pt idx="13273">
                  <c:v>3</c:v>
                </c:pt>
                <c:pt idx="13274">
                  <c:v>3</c:v>
                </c:pt>
                <c:pt idx="13275">
                  <c:v>2</c:v>
                </c:pt>
                <c:pt idx="13276">
                  <c:v>4</c:v>
                </c:pt>
                <c:pt idx="13277">
                  <c:v>3</c:v>
                </c:pt>
                <c:pt idx="13278">
                  <c:v>2</c:v>
                </c:pt>
                <c:pt idx="13279">
                  <c:v>2</c:v>
                </c:pt>
                <c:pt idx="13280">
                  <c:v>2</c:v>
                </c:pt>
                <c:pt idx="13281">
                  <c:v>3</c:v>
                </c:pt>
                <c:pt idx="13282">
                  <c:v>4</c:v>
                </c:pt>
                <c:pt idx="13283">
                  <c:v>3</c:v>
                </c:pt>
                <c:pt idx="13284">
                  <c:v>2</c:v>
                </c:pt>
                <c:pt idx="13285">
                  <c:v>3</c:v>
                </c:pt>
                <c:pt idx="13286">
                  <c:v>3</c:v>
                </c:pt>
                <c:pt idx="13287">
                  <c:v>2</c:v>
                </c:pt>
                <c:pt idx="13288">
                  <c:v>2</c:v>
                </c:pt>
                <c:pt idx="13289">
                  <c:v>4</c:v>
                </c:pt>
                <c:pt idx="13290">
                  <c:v>10</c:v>
                </c:pt>
                <c:pt idx="13291">
                  <c:v>2</c:v>
                </c:pt>
                <c:pt idx="13292">
                  <c:v>6</c:v>
                </c:pt>
                <c:pt idx="13293">
                  <c:v>2</c:v>
                </c:pt>
                <c:pt idx="13294">
                  <c:v>2</c:v>
                </c:pt>
                <c:pt idx="13295">
                  <c:v>7</c:v>
                </c:pt>
                <c:pt idx="13296">
                  <c:v>7</c:v>
                </c:pt>
                <c:pt idx="13297">
                  <c:v>2</c:v>
                </c:pt>
                <c:pt idx="13298">
                  <c:v>1</c:v>
                </c:pt>
                <c:pt idx="13299">
                  <c:v>2</c:v>
                </c:pt>
                <c:pt idx="13300">
                  <c:v>2</c:v>
                </c:pt>
                <c:pt idx="13301">
                  <c:v>1</c:v>
                </c:pt>
                <c:pt idx="13302">
                  <c:v>1</c:v>
                </c:pt>
                <c:pt idx="13303">
                  <c:v>1</c:v>
                </c:pt>
                <c:pt idx="13304">
                  <c:v>1</c:v>
                </c:pt>
                <c:pt idx="13305">
                  <c:v>1</c:v>
                </c:pt>
                <c:pt idx="13306">
                  <c:v>1</c:v>
                </c:pt>
                <c:pt idx="13307">
                  <c:v>1</c:v>
                </c:pt>
                <c:pt idx="13308">
                  <c:v>1</c:v>
                </c:pt>
                <c:pt idx="13309">
                  <c:v>1</c:v>
                </c:pt>
                <c:pt idx="13310">
                  <c:v>1</c:v>
                </c:pt>
                <c:pt idx="13311">
                  <c:v>1</c:v>
                </c:pt>
                <c:pt idx="13312">
                  <c:v>2</c:v>
                </c:pt>
                <c:pt idx="13313">
                  <c:v>1</c:v>
                </c:pt>
                <c:pt idx="13314">
                  <c:v>1</c:v>
                </c:pt>
                <c:pt idx="13315">
                  <c:v>1</c:v>
                </c:pt>
                <c:pt idx="13316">
                  <c:v>1</c:v>
                </c:pt>
                <c:pt idx="13317">
                  <c:v>3</c:v>
                </c:pt>
                <c:pt idx="13318">
                  <c:v>1</c:v>
                </c:pt>
                <c:pt idx="13319">
                  <c:v>1</c:v>
                </c:pt>
                <c:pt idx="13320">
                  <c:v>1</c:v>
                </c:pt>
                <c:pt idx="13321">
                  <c:v>2</c:v>
                </c:pt>
                <c:pt idx="13322">
                  <c:v>5</c:v>
                </c:pt>
                <c:pt idx="13323">
                  <c:v>5</c:v>
                </c:pt>
                <c:pt idx="13324">
                  <c:v>5</c:v>
                </c:pt>
                <c:pt idx="13325">
                  <c:v>5</c:v>
                </c:pt>
                <c:pt idx="13326">
                  <c:v>5</c:v>
                </c:pt>
                <c:pt idx="13327">
                  <c:v>2</c:v>
                </c:pt>
                <c:pt idx="13328">
                  <c:v>5</c:v>
                </c:pt>
                <c:pt idx="13329">
                  <c:v>5</c:v>
                </c:pt>
                <c:pt idx="13330">
                  <c:v>2</c:v>
                </c:pt>
                <c:pt idx="13331">
                  <c:v>3</c:v>
                </c:pt>
                <c:pt idx="13332">
                  <c:v>2</c:v>
                </c:pt>
                <c:pt idx="13333">
                  <c:v>5</c:v>
                </c:pt>
                <c:pt idx="13334">
                  <c:v>2</c:v>
                </c:pt>
                <c:pt idx="13335">
                  <c:v>2</c:v>
                </c:pt>
                <c:pt idx="13336">
                  <c:v>3</c:v>
                </c:pt>
                <c:pt idx="13337">
                  <c:v>2</c:v>
                </c:pt>
                <c:pt idx="13338">
                  <c:v>5</c:v>
                </c:pt>
                <c:pt idx="13339">
                  <c:v>2</c:v>
                </c:pt>
                <c:pt idx="13340">
                  <c:v>2</c:v>
                </c:pt>
                <c:pt idx="13341">
                  <c:v>0</c:v>
                </c:pt>
                <c:pt idx="13342">
                  <c:v>2</c:v>
                </c:pt>
                <c:pt idx="13343">
                  <c:v>4</c:v>
                </c:pt>
                <c:pt idx="13344">
                  <c:v>2</c:v>
                </c:pt>
                <c:pt idx="13345">
                  <c:v>6</c:v>
                </c:pt>
                <c:pt idx="13346">
                  <c:v>2</c:v>
                </c:pt>
                <c:pt idx="13347">
                  <c:v>4</c:v>
                </c:pt>
                <c:pt idx="13348">
                  <c:v>3</c:v>
                </c:pt>
                <c:pt idx="13349">
                  <c:v>4</c:v>
                </c:pt>
                <c:pt idx="13350">
                  <c:v>3</c:v>
                </c:pt>
                <c:pt idx="13351">
                  <c:v>2</c:v>
                </c:pt>
                <c:pt idx="13352">
                  <c:v>3</c:v>
                </c:pt>
                <c:pt idx="13353">
                  <c:v>4</c:v>
                </c:pt>
                <c:pt idx="13354">
                  <c:v>3</c:v>
                </c:pt>
                <c:pt idx="13355">
                  <c:v>2</c:v>
                </c:pt>
                <c:pt idx="13356">
                  <c:v>3</c:v>
                </c:pt>
                <c:pt idx="13357">
                  <c:v>3</c:v>
                </c:pt>
                <c:pt idx="13358">
                  <c:v>3</c:v>
                </c:pt>
                <c:pt idx="13359">
                  <c:v>1</c:v>
                </c:pt>
                <c:pt idx="13360">
                  <c:v>3</c:v>
                </c:pt>
                <c:pt idx="13361">
                  <c:v>5</c:v>
                </c:pt>
                <c:pt idx="13362">
                  <c:v>2</c:v>
                </c:pt>
                <c:pt idx="13363">
                  <c:v>3</c:v>
                </c:pt>
                <c:pt idx="13364">
                  <c:v>3</c:v>
                </c:pt>
                <c:pt idx="13365">
                  <c:v>4</c:v>
                </c:pt>
                <c:pt idx="13366">
                  <c:v>1</c:v>
                </c:pt>
                <c:pt idx="13367">
                  <c:v>3</c:v>
                </c:pt>
                <c:pt idx="13368">
                  <c:v>5</c:v>
                </c:pt>
                <c:pt idx="13369">
                  <c:v>4</c:v>
                </c:pt>
                <c:pt idx="13370">
                  <c:v>3</c:v>
                </c:pt>
                <c:pt idx="13371">
                  <c:v>5</c:v>
                </c:pt>
                <c:pt idx="13372">
                  <c:v>1</c:v>
                </c:pt>
                <c:pt idx="13373">
                  <c:v>1</c:v>
                </c:pt>
                <c:pt idx="13374">
                  <c:v>1</c:v>
                </c:pt>
                <c:pt idx="13375">
                  <c:v>1</c:v>
                </c:pt>
                <c:pt idx="13376">
                  <c:v>1</c:v>
                </c:pt>
                <c:pt idx="13377">
                  <c:v>1</c:v>
                </c:pt>
                <c:pt idx="13378">
                  <c:v>1</c:v>
                </c:pt>
                <c:pt idx="13379">
                  <c:v>1</c:v>
                </c:pt>
                <c:pt idx="13380">
                  <c:v>1</c:v>
                </c:pt>
                <c:pt idx="13381">
                  <c:v>1</c:v>
                </c:pt>
                <c:pt idx="13382">
                  <c:v>1</c:v>
                </c:pt>
                <c:pt idx="13383">
                  <c:v>1</c:v>
                </c:pt>
                <c:pt idx="13384">
                  <c:v>1</c:v>
                </c:pt>
                <c:pt idx="13385">
                  <c:v>1</c:v>
                </c:pt>
                <c:pt idx="13386">
                  <c:v>1</c:v>
                </c:pt>
                <c:pt idx="13387">
                  <c:v>1</c:v>
                </c:pt>
                <c:pt idx="13388">
                  <c:v>1</c:v>
                </c:pt>
                <c:pt idx="13389">
                  <c:v>1</c:v>
                </c:pt>
                <c:pt idx="13390">
                  <c:v>1</c:v>
                </c:pt>
                <c:pt idx="13391">
                  <c:v>1</c:v>
                </c:pt>
                <c:pt idx="13392">
                  <c:v>13</c:v>
                </c:pt>
                <c:pt idx="13393">
                  <c:v>8</c:v>
                </c:pt>
                <c:pt idx="13394">
                  <c:v>4</c:v>
                </c:pt>
                <c:pt idx="13395">
                  <c:v>4</c:v>
                </c:pt>
                <c:pt idx="13396">
                  <c:v>1</c:v>
                </c:pt>
                <c:pt idx="13397">
                  <c:v>8</c:v>
                </c:pt>
                <c:pt idx="13398">
                  <c:v>1</c:v>
                </c:pt>
                <c:pt idx="13399">
                  <c:v>9</c:v>
                </c:pt>
                <c:pt idx="13400">
                  <c:v>8</c:v>
                </c:pt>
                <c:pt idx="13401">
                  <c:v>8</c:v>
                </c:pt>
                <c:pt idx="13402">
                  <c:v>8</c:v>
                </c:pt>
                <c:pt idx="13403">
                  <c:v>9</c:v>
                </c:pt>
                <c:pt idx="13404">
                  <c:v>4</c:v>
                </c:pt>
                <c:pt idx="13405">
                  <c:v>8</c:v>
                </c:pt>
                <c:pt idx="13406">
                  <c:v>4</c:v>
                </c:pt>
                <c:pt idx="13407">
                  <c:v>13</c:v>
                </c:pt>
                <c:pt idx="13408">
                  <c:v>6</c:v>
                </c:pt>
                <c:pt idx="13409">
                  <c:v>6</c:v>
                </c:pt>
                <c:pt idx="13410">
                  <c:v>8</c:v>
                </c:pt>
                <c:pt idx="13411">
                  <c:v>8</c:v>
                </c:pt>
                <c:pt idx="13412">
                  <c:v>6</c:v>
                </c:pt>
                <c:pt idx="13413">
                  <c:v>6</c:v>
                </c:pt>
                <c:pt idx="13414">
                  <c:v>6</c:v>
                </c:pt>
                <c:pt idx="13415">
                  <c:v>6</c:v>
                </c:pt>
                <c:pt idx="13416">
                  <c:v>8</c:v>
                </c:pt>
                <c:pt idx="13417">
                  <c:v>4</c:v>
                </c:pt>
                <c:pt idx="13418">
                  <c:v>6</c:v>
                </c:pt>
                <c:pt idx="13419">
                  <c:v>8</c:v>
                </c:pt>
                <c:pt idx="13420">
                  <c:v>6</c:v>
                </c:pt>
                <c:pt idx="13421">
                  <c:v>6</c:v>
                </c:pt>
                <c:pt idx="13422">
                  <c:v>6</c:v>
                </c:pt>
                <c:pt idx="13423">
                  <c:v>6</c:v>
                </c:pt>
                <c:pt idx="13424">
                  <c:v>6</c:v>
                </c:pt>
                <c:pt idx="13425">
                  <c:v>6</c:v>
                </c:pt>
                <c:pt idx="13426">
                  <c:v>8</c:v>
                </c:pt>
                <c:pt idx="13427">
                  <c:v>4</c:v>
                </c:pt>
                <c:pt idx="13428">
                  <c:v>8</c:v>
                </c:pt>
                <c:pt idx="13429">
                  <c:v>7</c:v>
                </c:pt>
                <c:pt idx="13430">
                  <c:v>6</c:v>
                </c:pt>
                <c:pt idx="13431">
                  <c:v>7</c:v>
                </c:pt>
                <c:pt idx="13432">
                  <c:v>4</c:v>
                </c:pt>
                <c:pt idx="13433">
                  <c:v>6</c:v>
                </c:pt>
                <c:pt idx="13434">
                  <c:v>8</c:v>
                </c:pt>
                <c:pt idx="13435">
                  <c:v>7</c:v>
                </c:pt>
                <c:pt idx="13436">
                  <c:v>8</c:v>
                </c:pt>
                <c:pt idx="13437">
                  <c:v>6</c:v>
                </c:pt>
                <c:pt idx="13438">
                  <c:v>6</c:v>
                </c:pt>
                <c:pt idx="13439">
                  <c:v>2</c:v>
                </c:pt>
                <c:pt idx="13440">
                  <c:v>3</c:v>
                </c:pt>
                <c:pt idx="13441">
                  <c:v>2</c:v>
                </c:pt>
                <c:pt idx="13442">
                  <c:v>4</c:v>
                </c:pt>
                <c:pt idx="13443">
                  <c:v>2</c:v>
                </c:pt>
                <c:pt idx="13444">
                  <c:v>5</c:v>
                </c:pt>
                <c:pt idx="13445">
                  <c:v>5</c:v>
                </c:pt>
                <c:pt idx="13446">
                  <c:v>1</c:v>
                </c:pt>
                <c:pt idx="13447">
                  <c:v>2</c:v>
                </c:pt>
                <c:pt idx="13448">
                  <c:v>0</c:v>
                </c:pt>
                <c:pt idx="13449">
                  <c:v>7</c:v>
                </c:pt>
                <c:pt idx="13450">
                  <c:v>6</c:v>
                </c:pt>
                <c:pt idx="13451">
                  <c:v>3</c:v>
                </c:pt>
                <c:pt idx="13452">
                  <c:v>7</c:v>
                </c:pt>
                <c:pt idx="13453">
                  <c:v>6</c:v>
                </c:pt>
                <c:pt idx="13454">
                  <c:v>4</c:v>
                </c:pt>
                <c:pt idx="13455">
                  <c:v>5</c:v>
                </c:pt>
                <c:pt idx="13456">
                  <c:v>4</c:v>
                </c:pt>
                <c:pt idx="13457">
                  <c:v>2</c:v>
                </c:pt>
                <c:pt idx="13458">
                  <c:v>2</c:v>
                </c:pt>
                <c:pt idx="13459">
                  <c:v>1</c:v>
                </c:pt>
                <c:pt idx="13460">
                  <c:v>2</c:v>
                </c:pt>
                <c:pt idx="13461">
                  <c:v>3</c:v>
                </c:pt>
                <c:pt idx="13462">
                  <c:v>2</c:v>
                </c:pt>
                <c:pt idx="13463">
                  <c:v>2</c:v>
                </c:pt>
                <c:pt idx="13464">
                  <c:v>4</c:v>
                </c:pt>
                <c:pt idx="13465">
                  <c:v>3</c:v>
                </c:pt>
                <c:pt idx="13466">
                  <c:v>2</c:v>
                </c:pt>
                <c:pt idx="13467">
                  <c:v>3</c:v>
                </c:pt>
                <c:pt idx="13468">
                  <c:v>3</c:v>
                </c:pt>
                <c:pt idx="13469">
                  <c:v>2</c:v>
                </c:pt>
                <c:pt idx="13470">
                  <c:v>3</c:v>
                </c:pt>
                <c:pt idx="13471">
                  <c:v>3</c:v>
                </c:pt>
                <c:pt idx="13472">
                  <c:v>3</c:v>
                </c:pt>
                <c:pt idx="13473">
                  <c:v>2</c:v>
                </c:pt>
                <c:pt idx="13474">
                  <c:v>3</c:v>
                </c:pt>
                <c:pt idx="13475">
                  <c:v>2</c:v>
                </c:pt>
                <c:pt idx="13476">
                  <c:v>3</c:v>
                </c:pt>
                <c:pt idx="13477">
                  <c:v>3</c:v>
                </c:pt>
                <c:pt idx="13478">
                  <c:v>3</c:v>
                </c:pt>
                <c:pt idx="13479">
                  <c:v>2</c:v>
                </c:pt>
                <c:pt idx="13480">
                  <c:v>3</c:v>
                </c:pt>
                <c:pt idx="13481">
                  <c:v>2</c:v>
                </c:pt>
                <c:pt idx="13482">
                  <c:v>3</c:v>
                </c:pt>
                <c:pt idx="13483">
                  <c:v>2</c:v>
                </c:pt>
                <c:pt idx="13484">
                  <c:v>2</c:v>
                </c:pt>
                <c:pt idx="13485">
                  <c:v>3</c:v>
                </c:pt>
                <c:pt idx="13486">
                  <c:v>3</c:v>
                </c:pt>
                <c:pt idx="13487">
                  <c:v>2</c:v>
                </c:pt>
                <c:pt idx="13488">
                  <c:v>2</c:v>
                </c:pt>
                <c:pt idx="13489">
                  <c:v>7</c:v>
                </c:pt>
                <c:pt idx="13490">
                  <c:v>2</c:v>
                </c:pt>
                <c:pt idx="13491">
                  <c:v>2</c:v>
                </c:pt>
                <c:pt idx="13492">
                  <c:v>2</c:v>
                </c:pt>
                <c:pt idx="13493">
                  <c:v>2</c:v>
                </c:pt>
                <c:pt idx="13494">
                  <c:v>2</c:v>
                </c:pt>
                <c:pt idx="13495">
                  <c:v>4</c:v>
                </c:pt>
                <c:pt idx="13496">
                  <c:v>3</c:v>
                </c:pt>
                <c:pt idx="13497">
                  <c:v>3</c:v>
                </c:pt>
                <c:pt idx="13498">
                  <c:v>2</c:v>
                </c:pt>
                <c:pt idx="13499">
                  <c:v>4</c:v>
                </c:pt>
                <c:pt idx="13500">
                  <c:v>2</c:v>
                </c:pt>
                <c:pt idx="13501">
                  <c:v>2</c:v>
                </c:pt>
                <c:pt idx="13502">
                  <c:v>4</c:v>
                </c:pt>
                <c:pt idx="13503">
                  <c:v>2</c:v>
                </c:pt>
                <c:pt idx="13504">
                  <c:v>5</c:v>
                </c:pt>
                <c:pt idx="13505">
                  <c:v>2</c:v>
                </c:pt>
                <c:pt idx="13506">
                  <c:v>2</c:v>
                </c:pt>
                <c:pt idx="13507">
                  <c:v>4</c:v>
                </c:pt>
                <c:pt idx="13508">
                  <c:v>4</c:v>
                </c:pt>
                <c:pt idx="13509">
                  <c:v>2</c:v>
                </c:pt>
                <c:pt idx="13510">
                  <c:v>1</c:v>
                </c:pt>
                <c:pt idx="13511">
                  <c:v>4</c:v>
                </c:pt>
                <c:pt idx="13512">
                  <c:v>5</c:v>
                </c:pt>
                <c:pt idx="13513">
                  <c:v>2</c:v>
                </c:pt>
                <c:pt idx="13514">
                  <c:v>2</c:v>
                </c:pt>
                <c:pt idx="13515">
                  <c:v>0</c:v>
                </c:pt>
                <c:pt idx="13516">
                  <c:v>3</c:v>
                </c:pt>
                <c:pt idx="13517">
                  <c:v>4</c:v>
                </c:pt>
                <c:pt idx="13518">
                  <c:v>2</c:v>
                </c:pt>
                <c:pt idx="13519">
                  <c:v>4</c:v>
                </c:pt>
                <c:pt idx="13520">
                  <c:v>3</c:v>
                </c:pt>
                <c:pt idx="13521">
                  <c:v>3</c:v>
                </c:pt>
                <c:pt idx="13522">
                  <c:v>1</c:v>
                </c:pt>
                <c:pt idx="13523">
                  <c:v>3</c:v>
                </c:pt>
                <c:pt idx="13524">
                  <c:v>3</c:v>
                </c:pt>
                <c:pt idx="13525">
                  <c:v>4</c:v>
                </c:pt>
                <c:pt idx="13526">
                  <c:v>2</c:v>
                </c:pt>
                <c:pt idx="13527">
                  <c:v>3</c:v>
                </c:pt>
                <c:pt idx="13528">
                  <c:v>1</c:v>
                </c:pt>
                <c:pt idx="13529">
                  <c:v>2</c:v>
                </c:pt>
                <c:pt idx="13530">
                  <c:v>2</c:v>
                </c:pt>
                <c:pt idx="13531">
                  <c:v>2</c:v>
                </c:pt>
                <c:pt idx="13532">
                  <c:v>2</c:v>
                </c:pt>
                <c:pt idx="13533">
                  <c:v>3</c:v>
                </c:pt>
                <c:pt idx="13534">
                  <c:v>2</c:v>
                </c:pt>
                <c:pt idx="13535">
                  <c:v>2</c:v>
                </c:pt>
                <c:pt idx="13536">
                  <c:v>2</c:v>
                </c:pt>
                <c:pt idx="13537">
                  <c:v>3</c:v>
                </c:pt>
                <c:pt idx="13538">
                  <c:v>2</c:v>
                </c:pt>
                <c:pt idx="13539">
                  <c:v>2</c:v>
                </c:pt>
                <c:pt idx="13540">
                  <c:v>2</c:v>
                </c:pt>
                <c:pt idx="13541">
                  <c:v>1</c:v>
                </c:pt>
                <c:pt idx="13542">
                  <c:v>1</c:v>
                </c:pt>
                <c:pt idx="13543">
                  <c:v>2</c:v>
                </c:pt>
                <c:pt idx="13544">
                  <c:v>3</c:v>
                </c:pt>
                <c:pt idx="13545">
                  <c:v>2</c:v>
                </c:pt>
                <c:pt idx="13546">
                  <c:v>2</c:v>
                </c:pt>
                <c:pt idx="13547">
                  <c:v>2</c:v>
                </c:pt>
                <c:pt idx="13548">
                  <c:v>2</c:v>
                </c:pt>
                <c:pt idx="13549">
                  <c:v>2</c:v>
                </c:pt>
                <c:pt idx="13550">
                  <c:v>2</c:v>
                </c:pt>
                <c:pt idx="13551">
                  <c:v>2</c:v>
                </c:pt>
                <c:pt idx="13552">
                  <c:v>1</c:v>
                </c:pt>
                <c:pt idx="13553">
                  <c:v>2</c:v>
                </c:pt>
                <c:pt idx="13554">
                  <c:v>2</c:v>
                </c:pt>
                <c:pt idx="13555">
                  <c:v>2</c:v>
                </c:pt>
                <c:pt idx="13556">
                  <c:v>2</c:v>
                </c:pt>
                <c:pt idx="13557">
                  <c:v>2</c:v>
                </c:pt>
                <c:pt idx="13558">
                  <c:v>1</c:v>
                </c:pt>
                <c:pt idx="13559">
                  <c:v>3</c:v>
                </c:pt>
                <c:pt idx="13560">
                  <c:v>1</c:v>
                </c:pt>
                <c:pt idx="13561">
                  <c:v>2</c:v>
                </c:pt>
                <c:pt idx="13562">
                  <c:v>2</c:v>
                </c:pt>
                <c:pt idx="13563">
                  <c:v>3</c:v>
                </c:pt>
                <c:pt idx="13564">
                  <c:v>2</c:v>
                </c:pt>
                <c:pt idx="13565">
                  <c:v>5</c:v>
                </c:pt>
                <c:pt idx="13566">
                  <c:v>5</c:v>
                </c:pt>
                <c:pt idx="13567">
                  <c:v>3</c:v>
                </c:pt>
                <c:pt idx="13568">
                  <c:v>8</c:v>
                </c:pt>
                <c:pt idx="13569">
                  <c:v>7</c:v>
                </c:pt>
                <c:pt idx="13570">
                  <c:v>5</c:v>
                </c:pt>
                <c:pt idx="13571">
                  <c:v>2</c:v>
                </c:pt>
                <c:pt idx="13572">
                  <c:v>3</c:v>
                </c:pt>
                <c:pt idx="13573">
                  <c:v>3</c:v>
                </c:pt>
                <c:pt idx="13574">
                  <c:v>3</c:v>
                </c:pt>
                <c:pt idx="13575">
                  <c:v>2</c:v>
                </c:pt>
                <c:pt idx="13576">
                  <c:v>2</c:v>
                </c:pt>
                <c:pt idx="13577">
                  <c:v>1</c:v>
                </c:pt>
                <c:pt idx="13578">
                  <c:v>1</c:v>
                </c:pt>
                <c:pt idx="13579">
                  <c:v>2</c:v>
                </c:pt>
                <c:pt idx="13580">
                  <c:v>1</c:v>
                </c:pt>
                <c:pt idx="13581">
                  <c:v>1</c:v>
                </c:pt>
                <c:pt idx="13582">
                  <c:v>1</c:v>
                </c:pt>
                <c:pt idx="13583">
                  <c:v>1</c:v>
                </c:pt>
                <c:pt idx="13584">
                  <c:v>1</c:v>
                </c:pt>
                <c:pt idx="13585">
                  <c:v>2</c:v>
                </c:pt>
                <c:pt idx="13586">
                  <c:v>1</c:v>
                </c:pt>
                <c:pt idx="13587">
                  <c:v>1</c:v>
                </c:pt>
                <c:pt idx="13588">
                  <c:v>1</c:v>
                </c:pt>
                <c:pt idx="13589">
                  <c:v>1</c:v>
                </c:pt>
                <c:pt idx="13590">
                  <c:v>2</c:v>
                </c:pt>
                <c:pt idx="13591">
                  <c:v>2</c:v>
                </c:pt>
                <c:pt idx="13592">
                  <c:v>2</c:v>
                </c:pt>
                <c:pt idx="13593">
                  <c:v>3</c:v>
                </c:pt>
                <c:pt idx="13594">
                  <c:v>4</c:v>
                </c:pt>
                <c:pt idx="13595">
                  <c:v>3</c:v>
                </c:pt>
                <c:pt idx="13596">
                  <c:v>2</c:v>
                </c:pt>
                <c:pt idx="13597">
                  <c:v>2</c:v>
                </c:pt>
                <c:pt idx="13598">
                  <c:v>2</c:v>
                </c:pt>
                <c:pt idx="13599">
                  <c:v>1</c:v>
                </c:pt>
                <c:pt idx="13600">
                  <c:v>2</c:v>
                </c:pt>
                <c:pt idx="13601">
                  <c:v>2</c:v>
                </c:pt>
                <c:pt idx="13602">
                  <c:v>2</c:v>
                </c:pt>
                <c:pt idx="13603">
                  <c:v>1</c:v>
                </c:pt>
                <c:pt idx="13604">
                  <c:v>4</c:v>
                </c:pt>
                <c:pt idx="13605">
                  <c:v>4</c:v>
                </c:pt>
                <c:pt idx="13606">
                  <c:v>3</c:v>
                </c:pt>
                <c:pt idx="13607">
                  <c:v>3</c:v>
                </c:pt>
                <c:pt idx="13608">
                  <c:v>3</c:v>
                </c:pt>
                <c:pt idx="13609">
                  <c:v>3</c:v>
                </c:pt>
                <c:pt idx="13610">
                  <c:v>3</c:v>
                </c:pt>
                <c:pt idx="13611">
                  <c:v>3</c:v>
                </c:pt>
                <c:pt idx="13612">
                  <c:v>3</c:v>
                </c:pt>
                <c:pt idx="13613">
                  <c:v>5</c:v>
                </c:pt>
                <c:pt idx="13614">
                  <c:v>3</c:v>
                </c:pt>
                <c:pt idx="13615">
                  <c:v>4</c:v>
                </c:pt>
                <c:pt idx="13616">
                  <c:v>3</c:v>
                </c:pt>
                <c:pt idx="13617">
                  <c:v>3</c:v>
                </c:pt>
                <c:pt idx="13618">
                  <c:v>3</c:v>
                </c:pt>
                <c:pt idx="13619">
                  <c:v>2</c:v>
                </c:pt>
                <c:pt idx="13620">
                  <c:v>2</c:v>
                </c:pt>
                <c:pt idx="13621">
                  <c:v>3</c:v>
                </c:pt>
                <c:pt idx="13622">
                  <c:v>3</c:v>
                </c:pt>
                <c:pt idx="13623">
                  <c:v>4</c:v>
                </c:pt>
                <c:pt idx="13624">
                  <c:v>4</c:v>
                </c:pt>
                <c:pt idx="13625">
                  <c:v>3</c:v>
                </c:pt>
                <c:pt idx="13626">
                  <c:v>2</c:v>
                </c:pt>
                <c:pt idx="13627">
                  <c:v>3</c:v>
                </c:pt>
                <c:pt idx="13628">
                  <c:v>3</c:v>
                </c:pt>
                <c:pt idx="13629">
                  <c:v>5</c:v>
                </c:pt>
                <c:pt idx="13630">
                  <c:v>3</c:v>
                </c:pt>
                <c:pt idx="13631">
                  <c:v>2</c:v>
                </c:pt>
                <c:pt idx="13632">
                  <c:v>3</c:v>
                </c:pt>
                <c:pt idx="13633">
                  <c:v>2</c:v>
                </c:pt>
                <c:pt idx="13634">
                  <c:v>4</c:v>
                </c:pt>
                <c:pt idx="13635">
                  <c:v>3</c:v>
                </c:pt>
                <c:pt idx="13636">
                  <c:v>2</c:v>
                </c:pt>
                <c:pt idx="13637">
                  <c:v>3</c:v>
                </c:pt>
                <c:pt idx="13638">
                  <c:v>2</c:v>
                </c:pt>
                <c:pt idx="13639">
                  <c:v>2</c:v>
                </c:pt>
                <c:pt idx="13640">
                  <c:v>4</c:v>
                </c:pt>
                <c:pt idx="13641">
                  <c:v>1</c:v>
                </c:pt>
                <c:pt idx="13642">
                  <c:v>3</c:v>
                </c:pt>
                <c:pt idx="13643">
                  <c:v>3</c:v>
                </c:pt>
                <c:pt idx="13644">
                  <c:v>4</c:v>
                </c:pt>
                <c:pt idx="13645">
                  <c:v>4</c:v>
                </c:pt>
                <c:pt idx="13646">
                  <c:v>4</c:v>
                </c:pt>
                <c:pt idx="13647">
                  <c:v>5</c:v>
                </c:pt>
                <c:pt idx="13648">
                  <c:v>5</c:v>
                </c:pt>
                <c:pt idx="13649">
                  <c:v>4</c:v>
                </c:pt>
                <c:pt idx="13650">
                  <c:v>3</c:v>
                </c:pt>
                <c:pt idx="13651">
                  <c:v>4</c:v>
                </c:pt>
                <c:pt idx="13652">
                  <c:v>3</c:v>
                </c:pt>
                <c:pt idx="13653">
                  <c:v>4</c:v>
                </c:pt>
                <c:pt idx="13654">
                  <c:v>3</c:v>
                </c:pt>
                <c:pt idx="13655">
                  <c:v>10</c:v>
                </c:pt>
                <c:pt idx="13656">
                  <c:v>3</c:v>
                </c:pt>
                <c:pt idx="13657">
                  <c:v>3</c:v>
                </c:pt>
                <c:pt idx="13658">
                  <c:v>6</c:v>
                </c:pt>
                <c:pt idx="13659">
                  <c:v>3</c:v>
                </c:pt>
                <c:pt idx="13660">
                  <c:v>2</c:v>
                </c:pt>
                <c:pt idx="13661">
                  <c:v>5</c:v>
                </c:pt>
                <c:pt idx="13662">
                  <c:v>4</c:v>
                </c:pt>
                <c:pt idx="13663">
                  <c:v>7</c:v>
                </c:pt>
                <c:pt idx="13664">
                  <c:v>10</c:v>
                </c:pt>
                <c:pt idx="13665">
                  <c:v>3</c:v>
                </c:pt>
                <c:pt idx="13666">
                  <c:v>8</c:v>
                </c:pt>
                <c:pt idx="13667">
                  <c:v>7</c:v>
                </c:pt>
                <c:pt idx="13668">
                  <c:v>6</c:v>
                </c:pt>
                <c:pt idx="13669">
                  <c:v>4</c:v>
                </c:pt>
                <c:pt idx="13670">
                  <c:v>4</c:v>
                </c:pt>
                <c:pt idx="13671">
                  <c:v>7</c:v>
                </c:pt>
                <c:pt idx="13672">
                  <c:v>7</c:v>
                </c:pt>
                <c:pt idx="13673">
                  <c:v>6</c:v>
                </c:pt>
                <c:pt idx="13674">
                  <c:v>8</c:v>
                </c:pt>
                <c:pt idx="13675">
                  <c:v>6</c:v>
                </c:pt>
                <c:pt idx="13676">
                  <c:v>6</c:v>
                </c:pt>
                <c:pt idx="13677">
                  <c:v>4</c:v>
                </c:pt>
                <c:pt idx="13678">
                  <c:v>8</c:v>
                </c:pt>
                <c:pt idx="13679">
                  <c:v>5</c:v>
                </c:pt>
                <c:pt idx="13680">
                  <c:v>2</c:v>
                </c:pt>
                <c:pt idx="13681">
                  <c:v>1</c:v>
                </c:pt>
                <c:pt idx="13682">
                  <c:v>2</c:v>
                </c:pt>
                <c:pt idx="13683">
                  <c:v>2</c:v>
                </c:pt>
                <c:pt idx="13684">
                  <c:v>1</c:v>
                </c:pt>
                <c:pt idx="13685">
                  <c:v>1</c:v>
                </c:pt>
                <c:pt idx="13686">
                  <c:v>1</c:v>
                </c:pt>
                <c:pt idx="13687">
                  <c:v>2</c:v>
                </c:pt>
                <c:pt idx="13688">
                  <c:v>1</c:v>
                </c:pt>
                <c:pt idx="13689">
                  <c:v>1</c:v>
                </c:pt>
                <c:pt idx="13690">
                  <c:v>1</c:v>
                </c:pt>
                <c:pt idx="13691">
                  <c:v>1</c:v>
                </c:pt>
                <c:pt idx="13692">
                  <c:v>2</c:v>
                </c:pt>
                <c:pt idx="13693">
                  <c:v>1</c:v>
                </c:pt>
                <c:pt idx="13694">
                  <c:v>1</c:v>
                </c:pt>
                <c:pt idx="13695">
                  <c:v>2</c:v>
                </c:pt>
                <c:pt idx="13696">
                  <c:v>1</c:v>
                </c:pt>
                <c:pt idx="13697">
                  <c:v>2</c:v>
                </c:pt>
                <c:pt idx="13698">
                  <c:v>1</c:v>
                </c:pt>
                <c:pt idx="13699">
                  <c:v>1</c:v>
                </c:pt>
                <c:pt idx="13700">
                  <c:v>1</c:v>
                </c:pt>
                <c:pt idx="13701">
                  <c:v>1</c:v>
                </c:pt>
                <c:pt idx="13702">
                  <c:v>1</c:v>
                </c:pt>
                <c:pt idx="13703">
                  <c:v>2</c:v>
                </c:pt>
                <c:pt idx="13704">
                  <c:v>1</c:v>
                </c:pt>
                <c:pt idx="13705">
                  <c:v>1</c:v>
                </c:pt>
                <c:pt idx="13706">
                  <c:v>1</c:v>
                </c:pt>
                <c:pt idx="13707">
                  <c:v>1</c:v>
                </c:pt>
                <c:pt idx="13708">
                  <c:v>2</c:v>
                </c:pt>
                <c:pt idx="13709">
                  <c:v>1</c:v>
                </c:pt>
                <c:pt idx="13710">
                  <c:v>1</c:v>
                </c:pt>
                <c:pt idx="13711">
                  <c:v>2</c:v>
                </c:pt>
                <c:pt idx="13712">
                  <c:v>1</c:v>
                </c:pt>
                <c:pt idx="13713">
                  <c:v>2</c:v>
                </c:pt>
                <c:pt idx="13714">
                  <c:v>1</c:v>
                </c:pt>
                <c:pt idx="13715">
                  <c:v>2</c:v>
                </c:pt>
                <c:pt idx="13716">
                  <c:v>1</c:v>
                </c:pt>
                <c:pt idx="13717">
                  <c:v>1</c:v>
                </c:pt>
                <c:pt idx="13718">
                  <c:v>3</c:v>
                </c:pt>
                <c:pt idx="13719">
                  <c:v>1</c:v>
                </c:pt>
                <c:pt idx="13720">
                  <c:v>1</c:v>
                </c:pt>
                <c:pt idx="13721">
                  <c:v>1</c:v>
                </c:pt>
                <c:pt idx="13722">
                  <c:v>3</c:v>
                </c:pt>
                <c:pt idx="13723">
                  <c:v>3</c:v>
                </c:pt>
                <c:pt idx="13724">
                  <c:v>1</c:v>
                </c:pt>
                <c:pt idx="13725">
                  <c:v>2</c:v>
                </c:pt>
                <c:pt idx="13726">
                  <c:v>0</c:v>
                </c:pt>
                <c:pt idx="13727">
                  <c:v>1</c:v>
                </c:pt>
                <c:pt idx="13728">
                  <c:v>1</c:v>
                </c:pt>
                <c:pt idx="13729">
                  <c:v>1</c:v>
                </c:pt>
                <c:pt idx="13730">
                  <c:v>2</c:v>
                </c:pt>
                <c:pt idx="13731">
                  <c:v>1</c:v>
                </c:pt>
                <c:pt idx="13732">
                  <c:v>2</c:v>
                </c:pt>
                <c:pt idx="13733">
                  <c:v>2</c:v>
                </c:pt>
                <c:pt idx="13734">
                  <c:v>5</c:v>
                </c:pt>
                <c:pt idx="13735">
                  <c:v>12</c:v>
                </c:pt>
                <c:pt idx="13736">
                  <c:v>7</c:v>
                </c:pt>
                <c:pt idx="13737">
                  <c:v>6</c:v>
                </c:pt>
                <c:pt idx="13738">
                  <c:v>7</c:v>
                </c:pt>
                <c:pt idx="13739">
                  <c:v>5</c:v>
                </c:pt>
                <c:pt idx="13740">
                  <c:v>9</c:v>
                </c:pt>
                <c:pt idx="13741">
                  <c:v>10</c:v>
                </c:pt>
                <c:pt idx="13742">
                  <c:v>9</c:v>
                </c:pt>
                <c:pt idx="13743">
                  <c:v>10</c:v>
                </c:pt>
                <c:pt idx="13744">
                  <c:v>4</c:v>
                </c:pt>
                <c:pt idx="13745">
                  <c:v>5</c:v>
                </c:pt>
                <c:pt idx="13746">
                  <c:v>8</c:v>
                </c:pt>
                <c:pt idx="13747">
                  <c:v>10</c:v>
                </c:pt>
                <c:pt idx="13748">
                  <c:v>8</c:v>
                </c:pt>
                <c:pt idx="13749">
                  <c:v>10</c:v>
                </c:pt>
                <c:pt idx="13750">
                  <c:v>10</c:v>
                </c:pt>
                <c:pt idx="13751">
                  <c:v>8</c:v>
                </c:pt>
                <c:pt idx="13752">
                  <c:v>8</c:v>
                </c:pt>
                <c:pt idx="13753">
                  <c:v>4</c:v>
                </c:pt>
                <c:pt idx="13754">
                  <c:v>10</c:v>
                </c:pt>
                <c:pt idx="13755">
                  <c:v>4</c:v>
                </c:pt>
                <c:pt idx="13756">
                  <c:v>3</c:v>
                </c:pt>
                <c:pt idx="13757">
                  <c:v>3</c:v>
                </c:pt>
                <c:pt idx="13758">
                  <c:v>1</c:v>
                </c:pt>
                <c:pt idx="13759">
                  <c:v>1</c:v>
                </c:pt>
                <c:pt idx="13760">
                  <c:v>1</c:v>
                </c:pt>
                <c:pt idx="13761">
                  <c:v>1</c:v>
                </c:pt>
                <c:pt idx="13762">
                  <c:v>1</c:v>
                </c:pt>
                <c:pt idx="13763">
                  <c:v>1</c:v>
                </c:pt>
                <c:pt idx="13764">
                  <c:v>1</c:v>
                </c:pt>
                <c:pt idx="13765">
                  <c:v>2</c:v>
                </c:pt>
                <c:pt idx="13766">
                  <c:v>2</c:v>
                </c:pt>
                <c:pt idx="13767">
                  <c:v>1</c:v>
                </c:pt>
                <c:pt idx="13768">
                  <c:v>2</c:v>
                </c:pt>
                <c:pt idx="13769">
                  <c:v>1</c:v>
                </c:pt>
                <c:pt idx="13770">
                  <c:v>2</c:v>
                </c:pt>
                <c:pt idx="13771">
                  <c:v>1</c:v>
                </c:pt>
                <c:pt idx="13772">
                  <c:v>1</c:v>
                </c:pt>
                <c:pt idx="13773">
                  <c:v>1</c:v>
                </c:pt>
                <c:pt idx="13774">
                  <c:v>1</c:v>
                </c:pt>
                <c:pt idx="13775">
                  <c:v>2</c:v>
                </c:pt>
                <c:pt idx="13776">
                  <c:v>1</c:v>
                </c:pt>
                <c:pt idx="13777">
                  <c:v>2</c:v>
                </c:pt>
                <c:pt idx="13778">
                  <c:v>2</c:v>
                </c:pt>
                <c:pt idx="13779">
                  <c:v>2</c:v>
                </c:pt>
                <c:pt idx="13780">
                  <c:v>3</c:v>
                </c:pt>
                <c:pt idx="13781">
                  <c:v>2</c:v>
                </c:pt>
                <c:pt idx="13782">
                  <c:v>2</c:v>
                </c:pt>
                <c:pt idx="13783">
                  <c:v>2</c:v>
                </c:pt>
                <c:pt idx="13784">
                  <c:v>3</c:v>
                </c:pt>
                <c:pt idx="13785">
                  <c:v>2</c:v>
                </c:pt>
                <c:pt idx="13786">
                  <c:v>2</c:v>
                </c:pt>
                <c:pt idx="13787">
                  <c:v>2</c:v>
                </c:pt>
                <c:pt idx="13788">
                  <c:v>3</c:v>
                </c:pt>
                <c:pt idx="13789">
                  <c:v>2</c:v>
                </c:pt>
                <c:pt idx="13790">
                  <c:v>2</c:v>
                </c:pt>
                <c:pt idx="13791">
                  <c:v>2</c:v>
                </c:pt>
                <c:pt idx="13792">
                  <c:v>2</c:v>
                </c:pt>
                <c:pt idx="13793">
                  <c:v>1</c:v>
                </c:pt>
                <c:pt idx="13794">
                  <c:v>2</c:v>
                </c:pt>
                <c:pt idx="13795">
                  <c:v>1</c:v>
                </c:pt>
                <c:pt idx="13796">
                  <c:v>1</c:v>
                </c:pt>
                <c:pt idx="13797">
                  <c:v>2</c:v>
                </c:pt>
                <c:pt idx="13798">
                  <c:v>1</c:v>
                </c:pt>
                <c:pt idx="13799">
                  <c:v>1</c:v>
                </c:pt>
                <c:pt idx="13800">
                  <c:v>1</c:v>
                </c:pt>
                <c:pt idx="13801">
                  <c:v>1</c:v>
                </c:pt>
                <c:pt idx="13802">
                  <c:v>1</c:v>
                </c:pt>
                <c:pt idx="13803">
                  <c:v>2</c:v>
                </c:pt>
                <c:pt idx="13804">
                  <c:v>1</c:v>
                </c:pt>
                <c:pt idx="13805">
                  <c:v>1</c:v>
                </c:pt>
                <c:pt idx="13806">
                  <c:v>2</c:v>
                </c:pt>
                <c:pt idx="13807">
                  <c:v>1</c:v>
                </c:pt>
                <c:pt idx="13808">
                  <c:v>1</c:v>
                </c:pt>
                <c:pt idx="13809">
                  <c:v>1</c:v>
                </c:pt>
                <c:pt idx="13810">
                  <c:v>1</c:v>
                </c:pt>
                <c:pt idx="13811">
                  <c:v>1</c:v>
                </c:pt>
                <c:pt idx="13812">
                  <c:v>2</c:v>
                </c:pt>
                <c:pt idx="13813">
                  <c:v>1</c:v>
                </c:pt>
                <c:pt idx="13814">
                  <c:v>1</c:v>
                </c:pt>
                <c:pt idx="13815">
                  <c:v>1</c:v>
                </c:pt>
                <c:pt idx="13816">
                  <c:v>1</c:v>
                </c:pt>
                <c:pt idx="13817">
                  <c:v>1</c:v>
                </c:pt>
                <c:pt idx="13818">
                  <c:v>3</c:v>
                </c:pt>
                <c:pt idx="13819">
                  <c:v>6</c:v>
                </c:pt>
                <c:pt idx="13820">
                  <c:v>3</c:v>
                </c:pt>
                <c:pt idx="13821">
                  <c:v>3</c:v>
                </c:pt>
                <c:pt idx="13822">
                  <c:v>5</c:v>
                </c:pt>
                <c:pt idx="13823">
                  <c:v>3</c:v>
                </c:pt>
                <c:pt idx="13824">
                  <c:v>6</c:v>
                </c:pt>
                <c:pt idx="13825">
                  <c:v>4</c:v>
                </c:pt>
                <c:pt idx="13826">
                  <c:v>7</c:v>
                </c:pt>
                <c:pt idx="13827">
                  <c:v>4</c:v>
                </c:pt>
                <c:pt idx="13828">
                  <c:v>2</c:v>
                </c:pt>
                <c:pt idx="13829">
                  <c:v>5</c:v>
                </c:pt>
                <c:pt idx="13830">
                  <c:v>2</c:v>
                </c:pt>
                <c:pt idx="13831">
                  <c:v>6</c:v>
                </c:pt>
                <c:pt idx="13832">
                  <c:v>3</c:v>
                </c:pt>
                <c:pt idx="13833">
                  <c:v>5</c:v>
                </c:pt>
                <c:pt idx="13834">
                  <c:v>4</c:v>
                </c:pt>
                <c:pt idx="13835">
                  <c:v>3</c:v>
                </c:pt>
                <c:pt idx="13836">
                  <c:v>6</c:v>
                </c:pt>
                <c:pt idx="13837">
                  <c:v>5</c:v>
                </c:pt>
                <c:pt idx="13838">
                  <c:v>5</c:v>
                </c:pt>
                <c:pt idx="13839">
                  <c:v>3</c:v>
                </c:pt>
                <c:pt idx="13840">
                  <c:v>4</c:v>
                </c:pt>
                <c:pt idx="13841">
                  <c:v>2</c:v>
                </c:pt>
                <c:pt idx="13842">
                  <c:v>3</c:v>
                </c:pt>
                <c:pt idx="13843">
                  <c:v>2</c:v>
                </c:pt>
                <c:pt idx="13844">
                  <c:v>2</c:v>
                </c:pt>
                <c:pt idx="13845">
                  <c:v>3</c:v>
                </c:pt>
                <c:pt idx="13846">
                  <c:v>2</c:v>
                </c:pt>
                <c:pt idx="13847">
                  <c:v>3</c:v>
                </c:pt>
                <c:pt idx="13848">
                  <c:v>3</c:v>
                </c:pt>
                <c:pt idx="13849">
                  <c:v>2</c:v>
                </c:pt>
                <c:pt idx="13850">
                  <c:v>4</c:v>
                </c:pt>
                <c:pt idx="13851">
                  <c:v>2</c:v>
                </c:pt>
                <c:pt idx="13852">
                  <c:v>5</c:v>
                </c:pt>
                <c:pt idx="13853">
                  <c:v>2</c:v>
                </c:pt>
                <c:pt idx="13854">
                  <c:v>2</c:v>
                </c:pt>
                <c:pt idx="13855">
                  <c:v>5</c:v>
                </c:pt>
                <c:pt idx="13856">
                  <c:v>2</c:v>
                </c:pt>
                <c:pt idx="13857">
                  <c:v>2</c:v>
                </c:pt>
                <c:pt idx="13858">
                  <c:v>2</c:v>
                </c:pt>
                <c:pt idx="13859">
                  <c:v>4</c:v>
                </c:pt>
                <c:pt idx="13860">
                  <c:v>2</c:v>
                </c:pt>
                <c:pt idx="13861">
                  <c:v>3</c:v>
                </c:pt>
                <c:pt idx="13862">
                  <c:v>2</c:v>
                </c:pt>
                <c:pt idx="13863">
                  <c:v>2</c:v>
                </c:pt>
                <c:pt idx="13864">
                  <c:v>2</c:v>
                </c:pt>
                <c:pt idx="13865">
                  <c:v>1</c:v>
                </c:pt>
                <c:pt idx="13866">
                  <c:v>2</c:v>
                </c:pt>
                <c:pt idx="13867">
                  <c:v>2</c:v>
                </c:pt>
                <c:pt idx="13868">
                  <c:v>3</c:v>
                </c:pt>
                <c:pt idx="13869">
                  <c:v>2</c:v>
                </c:pt>
                <c:pt idx="13870">
                  <c:v>2</c:v>
                </c:pt>
                <c:pt idx="13871">
                  <c:v>1</c:v>
                </c:pt>
                <c:pt idx="13872">
                  <c:v>1</c:v>
                </c:pt>
                <c:pt idx="13873">
                  <c:v>8</c:v>
                </c:pt>
                <c:pt idx="13874">
                  <c:v>10</c:v>
                </c:pt>
                <c:pt idx="13875">
                  <c:v>4</c:v>
                </c:pt>
                <c:pt idx="13876">
                  <c:v>5</c:v>
                </c:pt>
                <c:pt idx="13877">
                  <c:v>3</c:v>
                </c:pt>
                <c:pt idx="13878">
                  <c:v>5</c:v>
                </c:pt>
                <c:pt idx="13879">
                  <c:v>2</c:v>
                </c:pt>
                <c:pt idx="13880">
                  <c:v>4</c:v>
                </c:pt>
                <c:pt idx="13881">
                  <c:v>2</c:v>
                </c:pt>
                <c:pt idx="13882">
                  <c:v>4</c:v>
                </c:pt>
                <c:pt idx="13883">
                  <c:v>4</c:v>
                </c:pt>
                <c:pt idx="13884">
                  <c:v>2</c:v>
                </c:pt>
                <c:pt idx="13885">
                  <c:v>2</c:v>
                </c:pt>
                <c:pt idx="13886">
                  <c:v>3</c:v>
                </c:pt>
                <c:pt idx="13887">
                  <c:v>2</c:v>
                </c:pt>
                <c:pt idx="13888">
                  <c:v>2</c:v>
                </c:pt>
                <c:pt idx="13889">
                  <c:v>3</c:v>
                </c:pt>
                <c:pt idx="13890">
                  <c:v>4</c:v>
                </c:pt>
                <c:pt idx="13891">
                  <c:v>1</c:v>
                </c:pt>
                <c:pt idx="13892">
                  <c:v>3</c:v>
                </c:pt>
                <c:pt idx="13893">
                  <c:v>2</c:v>
                </c:pt>
                <c:pt idx="13894">
                  <c:v>3</c:v>
                </c:pt>
                <c:pt idx="13895">
                  <c:v>2</c:v>
                </c:pt>
                <c:pt idx="13896">
                  <c:v>4</c:v>
                </c:pt>
                <c:pt idx="13897">
                  <c:v>4</c:v>
                </c:pt>
                <c:pt idx="13898">
                  <c:v>3</c:v>
                </c:pt>
                <c:pt idx="13899">
                  <c:v>6</c:v>
                </c:pt>
                <c:pt idx="13900">
                  <c:v>5</c:v>
                </c:pt>
                <c:pt idx="13901">
                  <c:v>4</c:v>
                </c:pt>
                <c:pt idx="13902">
                  <c:v>4</c:v>
                </c:pt>
                <c:pt idx="13903">
                  <c:v>4</c:v>
                </c:pt>
                <c:pt idx="13904">
                  <c:v>4</c:v>
                </c:pt>
                <c:pt idx="13905">
                  <c:v>4</c:v>
                </c:pt>
                <c:pt idx="13906">
                  <c:v>4</c:v>
                </c:pt>
                <c:pt idx="13907">
                  <c:v>7</c:v>
                </c:pt>
                <c:pt idx="13908">
                  <c:v>7</c:v>
                </c:pt>
                <c:pt idx="13909">
                  <c:v>9</c:v>
                </c:pt>
                <c:pt idx="13910">
                  <c:v>2</c:v>
                </c:pt>
                <c:pt idx="13911">
                  <c:v>5</c:v>
                </c:pt>
                <c:pt idx="13912">
                  <c:v>6</c:v>
                </c:pt>
                <c:pt idx="13913">
                  <c:v>6</c:v>
                </c:pt>
                <c:pt idx="13914">
                  <c:v>2</c:v>
                </c:pt>
                <c:pt idx="13915">
                  <c:v>1</c:v>
                </c:pt>
                <c:pt idx="13916">
                  <c:v>2</c:v>
                </c:pt>
                <c:pt idx="13917">
                  <c:v>2</c:v>
                </c:pt>
                <c:pt idx="13918">
                  <c:v>2</c:v>
                </c:pt>
                <c:pt idx="13919">
                  <c:v>2</c:v>
                </c:pt>
                <c:pt idx="13920">
                  <c:v>2</c:v>
                </c:pt>
                <c:pt idx="13921">
                  <c:v>3</c:v>
                </c:pt>
                <c:pt idx="13922">
                  <c:v>2</c:v>
                </c:pt>
                <c:pt idx="13923">
                  <c:v>2</c:v>
                </c:pt>
                <c:pt idx="13924">
                  <c:v>2</c:v>
                </c:pt>
                <c:pt idx="13925">
                  <c:v>1</c:v>
                </c:pt>
                <c:pt idx="13926">
                  <c:v>3</c:v>
                </c:pt>
                <c:pt idx="13927">
                  <c:v>2</c:v>
                </c:pt>
                <c:pt idx="13928">
                  <c:v>3</c:v>
                </c:pt>
                <c:pt idx="13929">
                  <c:v>3</c:v>
                </c:pt>
                <c:pt idx="13930">
                  <c:v>2</c:v>
                </c:pt>
                <c:pt idx="13931">
                  <c:v>2</c:v>
                </c:pt>
                <c:pt idx="13932">
                  <c:v>2</c:v>
                </c:pt>
                <c:pt idx="13933">
                  <c:v>2</c:v>
                </c:pt>
                <c:pt idx="13934">
                  <c:v>2</c:v>
                </c:pt>
                <c:pt idx="13935">
                  <c:v>3</c:v>
                </c:pt>
                <c:pt idx="13936">
                  <c:v>3</c:v>
                </c:pt>
                <c:pt idx="13937">
                  <c:v>2</c:v>
                </c:pt>
                <c:pt idx="13938">
                  <c:v>2</c:v>
                </c:pt>
                <c:pt idx="13939">
                  <c:v>3</c:v>
                </c:pt>
                <c:pt idx="13940">
                  <c:v>4</c:v>
                </c:pt>
                <c:pt idx="13941">
                  <c:v>3</c:v>
                </c:pt>
                <c:pt idx="13942">
                  <c:v>5</c:v>
                </c:pt>
                <c:pt idx="13943">
                  <c:v>3</c:v>
                </c:pt>
                <c:pt idx="13944">
                  <c:v>2</c:v>
                </c:pt>
                <c:pt idx="13945">
                  <c:v>3</c:v>
                </c:pt>
                <c:pt idx="13946">
                  <c:v>2</c:v>
                </c:pt>
                <c:pt idx="13947">
                  <c:v>3</c:v>
                </c:pt>
                <c:pt idx="13948">
                  <c:v>3</c:v>
                </c:pt>
                <c:pt idx="13949">
                  <c:v>2</c:v>
                </c:pt>
                <c:pt idx="13950">
                  <c:v>3</c:v>
                </c:pt>
                <c:pt idx="13951">
                  <c:v>6</c:v>
                </c:pt>
                <c:pt idx="13952">
                  <c:v>8</c:v>
                </c:pt>
                <c:pt idx="13953">
                  <c:v>3</c:v>
                </c:pt>
                <c:pt idx="13954">
                  <c:v>7</c:v>
                </c:pt>
                <c:pt idx="13955">
                  <c:v>9</c:v>
                </c:pt>
                <c:pt idx="13956">
                  <c:v>7</c:v>
                </c:pt>
                <c:pt idx="13957">
                  <c:v>6</c:v>
                </c:pt>
                <c:pt idx="13958">
                  <c:v>3</c:v>
                </c:pt>
                <c:pt idx="13959">
                  <c:v>3</c:v>
                </c:pt>
                <c:pt idx="13960">
                  <c:v>4</c:v>
                </c:pt>
                <c:pt idx="13961">
                  <c:v>2</c:v>
                </c:pt>
                <c:pt idx="13962">
                  <c:v>2</c:v>
                </c:pt>
                <c:pt idx="13963">
                  <c:v>3</c:v>
                </c:pt>
                <c:pt idx="13964">
                  <c:v>5</c:v>
                </c:pt>
                <c:pt idx="13965">
                  <c:v>2</c:v>
                </c:pt>
                <c:pt idx="13966">
                  <c:v>3</c:v>
                </c:pt>
                <c:pt idx="13967">
                  <c:v>5</c:v>
                </c:pt>
                <c:pt idx="13968">
                  <c:v>3</c:v>
                </c:pt>
                <c:pt idx="13969">
                  <c:v>2</c:v>
                </c:pt>
                <c:pt idx="13970">
                  <c:v>2</c:v>
                </c:pt>
                <c:pt idx="13971">
                  <c:v>6</c:v>
                </c:pt>
                <c:pt idx="13972">
                  <c:v>4</c:v>
                </c:pt>
                <c:pt idx="13973">
                  <c:v>4</c:v>
                </c:pt>
                <c:pt idx="13974">
                  <c:v>3</c:v>
                </c:pt>
                <c:pt idx="13975">
                  <c:v>5</c:v>
                </c:pt>
                <c:pt idx="13976">
                  <c:v>6</c:v>
                </c:pt>
                <c:pt idx="13977">
                  <c:v>4</c:v>
                </c:pt>
                <c:pt idx="13978">
                  <c:v>5</c:v>
                </c:pt>
                <c:pt idx="13979">
                  <c:v>2</c:v>
                </c:pt>
                <c:pt idx="13980">
                  <c:v>4</c:v>
                </c:pt>
                <c:pt idx="13981">
                  <c:v>4</c:v>
                </c:pt>
                <c:pt idx="13982">
                  <c:v>4</c:v>
                </c:pt>
                <c:pt idx="13983">
                  <c:v>3</c:v>
                </c:pt>
                <c:pt idx="13984">
                  <c:v>2</c:v>
                </c:pt>
                <c:pt idx="13985">
                  <c:v>4</c:v>
                </c:pt>
                <c:pt idx="13986">
                  <c:v>2</c:v>
                </c:pt>
                <c:pt idx="13987">
                  <c:v>5</c:v>
                </c:pt>
                <c:pt idx="13988">
                  <c:v>3</c:v>
                </c:pt>
                <c:pt idx="13989">
                  <c:v>4</c:v>
                </c:pt>
                <c:pt idx="13990">
                  <c:v>6</c:v>
                </c:pt>
                <c:pt idx="13991">
                  <c:v>3</c:v>
                </c:pt>
                <c:pt idx="13992">
                  <c:v>2</c:v>
                </c:pt>
                <c:pt idx="13993">
                  <c:v>2</c:v>
                </c:pt>
                <c:pt idx="13994">
                  <c:v>2</c:v>
                </c:pt>
                <c:pt idx="13995">
                  <c:v>6</c:v>
                </c:pt>
                <c:pt idx="13996">
                  <c:v>2</c:v>
                </c:pt>
                <c:pt idx="13997">
                  <c:v>4</c:v>
                </c:pt>
                <c:pt idx="13998">
                  <c:v>2</c:v>
                </c:pt>
                <c:pt idx="13999">
                  <c:v>2</c:v>
                </c:pt>
                <c:pt idx="14000">
                  <c:v>4</c:v>
                </c:pt>
                <c:pt idx="14001">
                  <c:v>2</c:v>
                </c:pt>
                <c:pt idx="14002">
                  <c:v>3</c:v>
                </c:pt>
                <c:pt idx="14003">
                  <c:v>6</c:v>
                </c:pt>
                <c:pt idx="14004">
                  <c:v>1</c:v>
                </c:pt>
                <c:pt idx="14005">
                  <c:v>2</c:v>
                </c:pt>
                <c:pt idx="14006">
                  <c:v>2</c:v>
                </c:pt>
                <c:pt idx="14007">
                  <c:v>2</c:v>
                </c:pt>
                <c:pt idx="14008">
                  <c:v>1</c:v>
                </c:pt>
                <c:pt idx="14009">
                  <c:v>4</c:v>
                </c:pt>
                <c:pt idx="14010">
                  <c:v>4</c:v>
                </c:pt>
                <c:pt idx="14011">
                  <c:v>2</c:v>
                </c:pt>
                <c:pt idx="14012">
                  <c:v>2</c:v>
                </c:pt>
                <c:pt idx="14013">
                  <c:v>2</c:v>
                </c:pt>
                <c:pt idx="14014">
                  <c:v>3</c:v>
                </c:pt>
                <c:pt idx="14015">
                  <c:v>2</c:v>
                </c:pt>
                <c:pt idx="14016">
                  <c:v>2</c:v>
                </c:pt>
                <c:pt idx="14017">
                  <c:v>5</c:v>
                </c:pt>
                <c:pt idx="14018">
                  <c:v>2</c:v>
                </c:pt>
                <c:pt idx="14019">
                  <c:v>1</c:v>
                </c:pt>
                <c:pt idx="14020">
                  <c:v>4</c:v>
                </c:pt>
                <c:pt idx="14021">
                  <c:v>2</c:v>
                </c:pt>
                <c:pt idx="14022">
                  <c:v>2</c:v>
                </c:pt>
                <c:pt idx="14023">
                  <c:v>1</c:v>
                </c:pt>
                <c:pt idx="14024">
                  <c:v>2</c:v>
                </c:pt>
                <c:pt idx="14025">
                  <c:v>3</c:v>
                </c:pt>
                <c:pt idx="14026">
                  <c:v>4</c:v>
                </c:pt>
                <c:pt idx="14027">
                  <c:v>2</c:v>
                </c:pt>
                <c:pt idx="14028">
                  <c:v>3</c:v>
                </c:pt>
                <c:pt idx="14029">
                  <c:v>3</c:v>
                </c:pt>
                <c:pt idx="14030">
                  <c:v>1</c:v>
                </c:pt>
                <c:pt idx="14031">
                  <c:v>1</c:v>
                </c:pt>
                <c:pt idx="14032">
                  <c:v>2</c:v>
                </c:pt>
                <c:pt idx="14033">
                  <c:v>4</c:v>
                </c:pt>
                <c:pt idx="14034">
                  <c:v>3</c:v>
                </c:pt>
                <c:pt idx="14035">
                  <c:v>2</c:v>
                </c:pt>
                <c:pt idx="14036">
                  <c:v>6</c:v>
                </c:pt>
                <c:pt idx="14037">
                  <c:v>2</c:v>
                </c:pt>
                <c:pt idx="14038">
                  <c:v>2</c:v>
                </c:pt>
                <c:pt idx="14039">
                  <c:v>2</c:v>
                </c:pt>
                <c:pt idx="14040">
                  <c:v>4</c:v>
                </c:pt>
                <c:pt idx="14041">
                  <c:v>2</c:v>
                </c:pt>
                <c:pt idx="14042">
                  <c:v>6</c:v>
                </c:pt>
                <c:pt idx="14043">
                  <c:v>1</c:v>
                </c:pt>
                <c:pt idx="14044">
                  <c:v>1</c:v>
                </c:pt>
                <c:pt idx="14045">
                  <c:v>3</c:v>
                </c:pt>
                <c:pt idx="14046">
                  <c:v>4</c:v>
                </c:pt>
                <c:pt idx="14047">
                  <c:v>4</c:v>
                </c:pt>
                <c:pt idx="14048">
                  <c:v>2</c:v>
                </c:pt>
                <c:pt idx="14049">
                  <c:v>2</c:v>
                </c:pt>
                <c:pt idx="14050">
                  <c:v>4</c:v>
                </c:pt>
                <c:pt idx="14051">
                  <c:v>4</c:v>
                </c:pt>
                <c:pt idx="14052">
                  <c:v>2</c:v>
                </c:pt>
                <c:pt idx="14053">
                  <c:v>10</c:v>
                </c:pt>
                <c:pt idx="14054">
                  <c:v>1</c:v>
                </c:pt>
                <c:pt idx="14055">
                  <c:v>2</c:v>
                </c:pt>
                <c:pt idx="14056">
                  <c:v>2</c:v>
                </c:pt>
                <c:pt idx="14057">
                  <c:v>2</c:v>
                </c:pt>
                <c:pt idx="14058">
                  <c:v>2</c:v>
                </c:pt>
                <c:pt idx="14059">
                  <c:v>2</c:v>
                </c:pt>
                <c:pt idx="14060">
                  <c:v>2</c:v>
                </c:pt>
                <c:pt idx="14061">
                  <c:v>2</c:v>
                </c:pt>
                <c:pt idx="14062">
                  <c:v>2</c:v>
                </c:pt>
                <c:pt idx="14063">
                  <c:v>3</c:v>
                </c:pt>
                <c:pt idx="14064">
                  <c:v>2</c:v>
                </c:pt>
                <c:pt idx="14065">
                  <c:v>2</c:v>
                </c:pt>
                <c:pt idx="14066">
                  <c:v>2</c:v>
                </c:pt>
                <c:pt idx="14067">
                  <c:v>2</c:v>
                </c:pt>
                <c:pt idx="14068">
                  <c:v>2</c:v>
                </c:pt>
                <c:pt idx="14069">
                  <c:v>2</c:v>
                </c:pt>
                <c:pt idx="14070">
                  <c:v>2</c:v>
                </c:pt>
                <c:pt idx="14071">
                  <c:v>1</c:v>
                </c:pt>
                <c:pt idx="14072">
                  <c:v>3</c:v>
                </c:pt>
                <c:pt idx="14073">
                  <c:v>3</c:v>
                </c:pt>
                <c:pt idx="14074">
                  <c:v>3</c:v>
                </c:pt>
                <c:pt idx="14075">
                  <c:v>2</c:v>
                </c:pt>
                <c:pt idx="14076">
                  <c:v>2</c:v>
                </c:pt>
                <c:pt idx="14077">
                  <c:v>2</c:v>
                </c:pt>
                <c:pt idx="14078">
                  <c:v>2</c:v>
                </c:pt>
                <c:pt idx="14079">
                  <c:v>4</c:v>
                </c:pt>
                <c:pt idx="14080">
                  <c:v>3</c:v>
                </c:pt>
                <c:pt idx="14081">
                  <c:v>4</c:v>
                </c:pt>
                <c:pt idx="14082">
                  <c:v>3</c:v>
                </c:pt>
                <c:pt idx="14083">
                  <c:v>3</c:v>
                </c:pt>
                <c:pt idx="14084">
                  <c:v>2</c:v>
                </c:pt>
                <c:pt idx="14085">
                  <c:v>7</c:v>
                </c:pt>
                <c:pt idx="14086">
                  <c:v>2</c:v>
                </c:pt>
                <c:pt idx="14087">
                  <c:v>4</c:v>
                </c:pt>
                <c:pt idx="14088">
                  <c:v>3</c:v>
                </c:pt>
                <c:pt idx="14089">
                  <c:v>5</c:v>
                </c:pt>
                <c:pt idx="14090">
                  <c:v>3</c:v>
                </c:pt>
                <c:pt idx="14091">
                  <c:v>3</c:v>
                </c:pt>
                <c:pt idx="14092">
                  <c:v>3</c:v>
                </c:pt>
                <c:pt idx="14093">
                  <c:v>2</c:v>
                </c:pt>
                <c:pt idx="14094">
                  <c:v>7</c:v>
                </c:pt>
                <c:pt idx="14095">
                  <c:v>3</c:v>
                </c:pt>
                <c:pt idx="14096">
                  <c:v>10</c:v>
                </c:pt>
                <c:pt idx="14097">
                  <c:v>2</c:v>
                </c:pt>
                <c:pt idx="14098">
                  <c:v>3</c:v>
                </c:pt>
                <c:pt idx="14099">
                  <c:v>3</c:v>
                </c:pt>
                <c:pt idx="14100">
                  <c:v>3</c:v>
                </c:pt>
                <c:pt idx="14101">
                  <c:v>2</c:v>
                </c:pt>
                <c:pt idx="14102">
                  <c:v>2</c:v>
                </c:pt>
                <c:pt idx="14103">
                  <c:v>4</c:v>
                </c:pt>
                <c:pt idx="14104">
                  <c:v>3</c:v>
                </c:pt>
                <c:pt idx="14105">
                  <c:v>3</c:v>
                </c:pt>
                <c:pt idx="14106">
                  <c:v>3</c:v>
                </c:pt>
                <c:pt idx="14107">
                  <c:v>2</c:v>
                </c:pt>
                <c:pt idx="14108">
                  <c:v>2</c:v>
                </c:pt>
                <c:pt idx="14109">
                  <c:v>3</c:v>
                </c:pt>
                <c:pt idx="14110">
                  <c:v>3</c:v>
                </c:pt>
                <c:pt idx="14111">
                  <c:v>4</c:v>
                </c:pt>
                <c:pt idx="14112">
                  <c:v>4</c:v>
                </c:pt>
                <c:pt idx="14113">
                  <c:v>2</c:v>
                </c:pt>
                <c:pt idx="14114">
                  <c:v>3</c:v>
                </c:pt>
                <c:pt idx="14115">
                  <c:v>5</c:v>
                </c:pt>
                <c:pt idx="14116">
                  <c:v>2</c:v>
                </c:pt>
                <c:pt idx="14117">
                  <c:v>3</c:v>
                </c:pt>
                <c:pt idx="14118">
                  <c:v>3</c:v>
                </c:pt>
                <c:pt idx="14119">
                  <c:v>3</c:v>
                </c:pt>
                <c:pt idx="14120">
                  <c:v>3</c:v>
                </c:pt>
                <c:pt idx="14121">
                  <c:v>2</c:v>
                </c:pt>
                <c:pt idx="14122">
                  <c:v>4</c:v>
                </c:pt>
                <c:pt idx="14123">
                  <c:v>3</c:v>
                </c:pt>
                <c:pt idx="14124">
                  <c:v>3</c:v>
                </c:pt>
                <c:pt idx="14125">
                  <c:v>4</c:v>
                </c:pt>
                <c:pt idx="14126">
                  <c:v>4</c:v>
                </c:pt>
                <c:pt idx="14127">
                  <c:v>2</c:v>
                </c:pt>
                <c:pt idx="14128">
                  <c:v>3</c:v>
                </c:pt>
                <c:pt idx="14129">
                  <c:v>2</c:v>
                </c:pt>
                <c:pt idx="14130">
                  <c:v>2</c:v>
                </c:pt>
                <c:pt idx="14131">
                  <c:v>3</c:v>
                </c:pt>
                <c:pt idx="14132">
                  <c:v>2</c:v>
                </c:pt>
                <c:pt idx="14133">
                  <c:v>2</c:v>
                </c:pt>
                <c:pt idx="14134">
                  <c:v>2</c:v>
                </c:pt>
                <c:pt idx="14135">
                  <c:v>2</c:v>
                </c:pt>
                <c:pt idx="14136">
                  <c:v>2</c:v>
                </c:pt>
                <c:pt idx="14137">
                  <c:v>3</c:v>
                </c:pt>
                <c:pt idx="14138">
                  <c:v>2</c:v>
                </c:pt>
                <c:pt idx="14139">
                  <c:v>2</c:v>
                </c:pt>
                <c:pt idx="14140">
                  <c:v>2</c:v>
                </c:pt>
                <c:pt idx="14141">
                  <c:v>2</c:v>
                </c:pt>
                <c:pt idx="14142">
                  <c:v>2</c:v>
                </c:pt>
                <c:pt idx="14143">
                  <c:v>3</c:v>
                </c:pt>
                <c:pt idx="14144">
                  <c:v>2</c:v>
                </c:pt>
                <c:pt idx="14145">
                  <c:v>2</c:v>
                </c:pt>
                <c:pt idx="14146">
                  <c:v>3</c:v>
                </c:pt>
                <c:pt idx="14147">
                  <c:v>3</c:v>
                </c:pt>
                <c:pt idx="14148">
                  <c:v>2</c:v>
                </c:pt>
                <c:pt idx="14149">
                  <c:v>6</c:v>
                </c:pt>
                <c:pt idx="14150">
                  <c:v>2</c:v>
                </c:pt>
                <c:pt idx="14151">
                  <c:v>2</c:v>
                </c:pt>
                <c:pt idx="14152">
                  <c:v>3</c:v>
                </c:pt>
                <c:pt idx="14153">
                  <c:v>2</c:v>
                </c:pt>
                <c:pt idx="14154">
                  <c:v>1</c:v>
                </c:pt>
                <c:pt idx="14155">
                  <c:v>2</c:v>
                </c:pt>
                <c:pt idx="14156">
                  <c:v>3</c:v>
                </c:pt>
                <c:pt idx="14157">
                  <c:v>3</c:v>
                </c:pt>
                <c:pt idx="14158">
                  <c:v>3</c:v>
                </c:pt>
                <c:pt idx="14159">
                  <c:v>2</c:v>
                </c:pt>
                <c:pt idx="14160">
                  <c:v>3</c:v>
                </c:pt>
                <c:pt idx="14161">
                  <c:v>2</c:v>
                </c:pt>
                <c:pt idx="14162">
                  <c:v>2</c:v>
                </c:pt>
                <c:pt idx="14163">
                  <c:v>3</c:v>
                </c:pt>
                <c:pt idx="14164">
                  <c:v>2</c:v>
                </c:pt>
                <c:pt idx="14165">
                  <c:v>2</c:v>
                </c:pt>
                <c:pt idx="14166">
                  <c:v>3</c:v>
                </c:pt>
                <c:pt idx="14167">
                  <c:v>2</c:v>
                </c:pt>
                <c:pt idx="14168">
                  <c:v>2</c:v>
                </c:pt>
                <c:pt idx="14169">
                  <c:v>3</c:v>
                </c:pt>
                <c:pt idx="14170">
                  <c:v>3</c:v>
                </c:pt>
                <c:pt idx="14171">
                  <c:v>3</c:v>
                </c:pt>
                <c:pt idx="14172">
                  <c:v>3</c:v>
                </c:pt>
                <c:pt idx="14173">
                  <c:v>3</c:v>
                </c:pt>
                <c:pt idx="14174">
                  <c:v>3</c:v>
                </c:pt>
                <c:pt idx="14175">
                  <c:v>2</c:v>
                </c:pt>
                <c:pt idx="14176">
                  <c:v>3</c:v>
                </c:pt>
                <c:pt idx="14177">
                  <c:v>3</c:v>
                </c:pt>
                <c:pt idx="14178">
                  <c:v>2</c:v>
                </c:pt>
                <c:pt idx="14179">
                  <c:v>3</c:v>
                </c:pt>
                <c:pt idx="14180">
                  <c:v>2</c:v>
                </c:pt>
                <c:pt idx="14181">
                  <c:v>3</c:v>
                </c:pt>
                <c:pt idx="14182">
                  <c:v>2</c:v>
                </c:pt>
                <c:pt idx="14183">
                  <c:v>6</c:v>
                </c:pt>
                <c:pt idx="14184">
                  <c:v>4</c:v>
                </c:pt>
                <c:pt idx="14185">
                  <c:v>2</c:v>
                </c:pt>
                <c:pt idx="14186">
                  <c:v>2</c:v>
                </c:pt>
                <c:pt idx="14187">
                  <c:v>2</c:v>
                </c:pt>
                <c:pt idx="14188">
                  <c:v>2</c:v>
                </c:pt>
                <c:pt idx="14189">
                  <c:v>3</c:v>
                </c:pt>
                <c:pt idx="14190">
                  <c:v>3</c:v>
                </c:pt>
                <c:pt idx="14191">
                  <c:v>2</c:v>
                </c:pt>
                <c:pt idx="14192">
                  <c:v>2</c:v>
                </c:pt>
                <c:pt idx="14193">
                  <c:v>2</c:v>
                </c:pt>
                <c:pt idx="14194">
                  <c:v>4</c:v>
                </c:pt>
                <c:pt idx="14195">
                  <c:v>1</c:v>
                </c:pt>
                <c:pt idx="14196">
                  <c:v>1</c:v>
                </c:pt>
                <c:pt idx="14197">
                  <c:v>2</c:v>
                </c:pt>
                <c:pt idx="14198">
                  <c:v>2</c:v>
                </c:pt>
                <c:pt idx="14199">
                  <c:v>2</c:v>
                </c:pt>
                <c:pt idx="14200">
                  <c:v>2</c:v>
                </c:pt>
                <c:pt idx="14201">
                  <c:v>2</c:v>
                </c:pt>
                <c:pt idx="14202">
                  <c:v>1</c:v>
                </c:pt>
                <c:pt idx="14203">
                  <c:v>2</c:v>
                </c:pt>
                <c:pt idx="14204">
                  <c:v>2</c:v>
                </c:pt>
                <c:pt idx="14205">
                  <c:v>2</c:v>
                </c:pt>
                <c:pt idx="14206">
                  <c:v>2</c:v>
                </c:pt>
                <c:pt idx="14207">
                  <c:v>2</c:v>
                </c:pt>
                <c:pt idx="14208">
                  <c:v>2</c:v>
                </c:pt>
                <c:pt idx="14209">
                  <c:v>1</c:v>
                </c:pt>
                <c:pt idx="14210">
                  <c:v>2</c:v>
                </c:pt>
                <c:pt idx="14211">
                  <c:v>3</c:v>
                </c:pt>
                <c:pt idx="14212">
                  <c:v>1</c:v>
                </c:pt>
                <c:pt idx="14213">
                  <c:v>4</c:v>
                </c:pt>
                <c:pt idx="14214">
                  <c:v>1</c:v>
                </c:pt>
                <c:pt idx="14215">
                  <c:v>2</c:v>
                </c:pt>
                <c:pt idx="14216">
                  <c:v>1</c:v>
                </c:pt>
                <c:pt idx="14217">
                  <c:v>2</c:v>
                </c:pt>
                <c:pt idx="14218">
                  <c:v>2</c:v>
                </c:pt>
                <c:pt idx="14219">
                  <c:v>4</c:v>
                </c:pt>
                <c:pt idx="14220">
                  <c:v>1</c:v>
                </c:pt>
                <c:pt idx="14221">
                  <c:v>2</c:v>
                </c:pt>
                <c:pt idx="14222">
                  <c:v>2</c:v>
                </c:pt>
                <c:pt idx="14223">
                  <c:v>2</c:v>
                </c:pt>
                <c:pt idx="14224">
                  <c:v>2</c:v>
                </c:pt>
                <c:pt idx="14225">
                  <c:v>2</c:v>
                </c:pt>
                <c:pt idx="14226">
                  <c:v>2</c:v>
                </c:pt>
                <c:pt idx="14227">
                  <c:v>2</c:v>
                </c:pt>
                <c:pt idx="14228">
                  <c:v>2</c:v>
                </c:pt>
                <c:pt idx="14229">
                  <c:v>2</c:v>
                </c:pt>
                <c:pt idx="14230">
                  <c:v>2</c:v>
                </c:pt>
                <c:pt idx="14231">
                  <c:v>2</c:v>
                </c:pt>
                <c:pt idx="14232">
                  <c:v>2</c:v>
                </c:pt>
                <c:pt idx="14233">
                  <c:v>2</c:v>
                </c:pt>
                <c:pt idx="14234">
                  <c:v>2</c:v>
                </c:pt>
                <c:pt idx="14235">
                  <c:v>1</c:v>
                </c:pt>
                <c:pt idx="14236">
                  <c:v>3</c:v>
                </c:pt>
                <c:pt idx="14237">
                  <c:v>4</c:v>
                </c:pt>
                <c:pt idx="14238">
                  <c:v>3</c:v>
                </c:pt>
                <c:pt idx="14239">
                  <c:v>3</c:v>
                </c:pt>
                <c:pt idx="14240">
                  <c:v>3</c:v>
                </c:pt>
                <c:pt idx="14241">
                  <c:v>3</c:v>
                </c:pt>
                <c:pt idx="14242">
                  <c:v>4</c:v>
                </c:pt>
                <c:pt idx="14243">
                  <c:v>3</c:v>
                </c:pt>
                <c:pt idx="14244">
                  <c:v>3</c:v>
                </c:pt>
                <c:pt idx="14245">
                  <c:v>3</c:v>
                </c:pt>
                <c:pt idx="14246">
                  <c:v>3</c:v>
                </c:pt>
                <c:pt idx="14247">
                  <c:v>3</c:v>
                </c:pt>
                <c:pt idx="14248">
                  <c:v>3</c:v>
                </c:pt>
                <c:pt idx="14249">
                  <c:v>1</c:v>
                </c:pt>
                <c:pt idx="14250">
                  <c:v>3</c:v>
                </c:pt>
                <c:pt idx="14251">
                  <c:v>6</c:v>
                </c:pt>
                <c:pt idx="14252">
                  <c:v>5</c:v>
                </c:pt>
                <c:pt idx="14253">
                  <c:v>6</c:v>
                </c:pt>
                <c:pt idx="14254">
                  <c:v>5</c:v>
                </c:pt>
                <c:pt idx="14255">
                  <c:v>4</c:v>
                </c:pt>
                <c:pt idx="14256">
                  <c:v>5</c:v>
                </c:pt>
                <c:pt idx="14257">
                  <c:v>4</c:v>
                </c:pt>
                <c:pt idx="14258">
                  <c:v>5</c:v>
                </c:pt>
                <c:pt idx="14259">
                  <c:v>5</c:v>
                </c:pt>
                <c:pt idx="14260">
                  <c:v>9</c:v>
                </c:pt>
                <c:pt idx="14261">
                  <c:v>9</c:v>
                </c:pt>
                <c:pt idx="14262">
                  <c:v>7</c:v>
                </c:pt>
                <c:pt idx="14263">
                  <c:v>10</c:v>
                </c:pt>
                <c:pt idx="14264">
                  <c:v>7</c:v>
                </c:pt>
                <c:pt idx="14265">
                  <c:v>9</c:v>
                </c:pt>
                <c:pt idx="14266">
                  <c:v>8</c:v>
                </c:pt>
                <c:pt idx="14267">
                  <c:v>7</c:v>
                </c:pt>
                <c:pt idx="14268">
                  <c:v>7</c:v>
                </c:pt>
                <c:pt idx="14269">
                  <c:v>8</c:v>
                </c:pt>
                <c:pt idx="14270">
                  <c:v>12</c:v>
                </c:pt>
                <c:pt idx="14271">
                  <c:v>12</c:v>
                </c:pt>
                <c:pt idx="14272">
                  <c:v>7</c:v>
                </c:pt>
                <c:pt idx="14273">
                  <c:v>8</c:v>
                </c:pt>
                <c:pt idx="14274">
                  <c:v>7</c:v>
                </c:pt>
                <c:pt idx="14275">
                  <c:v>8</c:v>
                </c:pt>
                <c:pt idx="14276">
                  <c:v>8</c:v>
                </c:pt>
                <c:pt idx="14277">
                  <c:v>8</c:v>
                </c:pt>
                <c:pt idx="14278">
                  <c:v>10</c:v>
                </c:pt>
                <c:pt idx="14279">
                  <c:v>9</c:v>
                </c:pt>
                <c:pt idx="14280">
                  <c:v>8</c:v>
                </c:pt>
                <c:pt idx="14281">
                  <c:v>6</c:v>
                </c:pt>
                <c:pt idx="14282">
                  <c:v>8</c:v>
                </c:pt>
                <c:pt idx="14283">
                  <c:v>7</c:v>
                </c:pt>
                <c:pt idx="14284">
                  <c:v>8</c:v>
                </c:pt>
                <c:pt idx="14285">
                  <c:v>8</c:v>
                </c:pt>
                <c:pt idx="14286">
                  <c:v>8</c:v>
                </c:pt>
                <c:pt idx="14287">
                  <c:v>11</c:v>
                </c:pt>
                <c:pt idx="14288">
                  <c:v>8</c:v>
                </c:pt>
                <c:pt idx="14289">
                  <c:v>6</c:v>
                </c:pt>
                <c:pt idx="14290">
                  <c:v>8</c:v>
                </c:pt>
                <c:pt idx="14291">
                  <c:v>11</c:v>
                </c:pt>
                <c:pt idx="14292">
                  <c:v>8</c:v>
                </c:pt>
                <c:pt idx="14293">
                  <c:v>8</c:v>
                </c:pt>
                <c:pt idx="14294">
                  <c:v>7</c:v>
                </c:pt>
                <c:pt idx="14295">
                  <c:v>8</c:v>
                </c:pt>
                <c:pt idx="14296">
                  <c:v>3</c:v>
                </c:pt>
                <c:pt idx="14297">
                  <c:v>4</c:v>
                </c:pt>
                <c:pt idx="14298">
                  <c:v>2</c:v>
                </c:pt>
                <c:pt idx="14299">
                  <c:v>2</c:v>
                </c:pt>
                <c:pt idx="14300">
                  <c:v>2</c:v>
                </c:pt>
                <c:pt idx="14301">
                  <c:v>3</c:v>
                </c:pt>
                <c:pt idx="14302">
                  <c:v>1</c:v>
                </c:pt>
                <c:pt idx="14303">
                  <c:v>1</c:v>
                </c:pt>
                <c:pt idx="14304">
                  <c:v>5</c:v>
                </c:pt>
                <c:pt idx="14305">
                  <c:v>3</c:v>
                </c:pt>
                <c:pt idx="14306">
                  <c:v>2</c:v>
                </c:pt>
                <c:pt idx="14307">
                  <c:v>5</c:v>
                </c:pt>
                <c:pt idx="14308">
                  <c:v>3</c:v>
                </c:pt>
                <c:pt idx="14309">
                  <c:v>2</c:v>
                </c:pt>
                <c:pt idx="14310">
                  <c:v>4</c:v>
                </c:pt>
                <c:pt idx="14311">
                  <c:v>5</c:v>
                </c:pt>
                <c:pt idx="14312">
                  <c:v>2</c:v>
                </c:pt>
                <c:pt idx="14313">
                  <c:v>3</c:v>
                </c:pt>
                <c:pt idx="14314">
                  <c:v>2</c:v>
                </c:pt>
                <c:pt idx="14315">
                  <c:v>2</c:v>
                </c:pt>
                <c:pt idx="14316">
                  <c:v>3</c:v>
                </c:pt>
                <c:pt idx="14317">
                  <c:v>3</c:v>
                </c:pt>
                <c:pt idx="14318">
                  <c:v>2</c:v>
                </c:pt>
                <c:pt idx="14319">
                  <c:v>4</c:v>
                </c:pt>
                <c:pt idx="14320">
                  <c:v>2</c:v>
                </c:pt>
                <c:pt idx="14321">
                  <c:v>2</c:v>
                </c:pt>
                <c:pt idx="14322">
                  <c:v>2</c:v>
                </c:pt>
                <c:pt idx="14323">
                  <c:v>2</c:v>
                </c:pt>
                <c:pt idx="14324">
                  <c:v>5</c:v>
                </c:pt>
                <c:pt idx="14325">
                  <c:v>4</c:v>
                </c:pt>
                <c:pt idx="14326">
                  <c:v>3</c:v>
                </c:pt>
                <c:pt idx="14327">
                  <c:v>4</c:v>
                </c:pt>
                <c:pt idx="14328">
                  <c:v>2</c:v>
                </c:pt>
                <c:pt idx="14329">
                  <c:v>4</c:v>
                </c:pt>
                <c:pt idx="14330">
                  <c:v>4</c:v>
                </c:pt>
                <c:pt idx="14331">
                  <c:v>4</c:v>
                </c:pt>
                <c:pt idx="14332">
                  <c:v>3</c:v>
                </c:pt>
                <c:pt idx="14333">
                  <c:v>4</c:v>
                </c:pt>
                <c:pt idx="14334">
                  <c:v>3</c:v>
                </c:pt>
                <c:pt idx="14335">
                  <c:v>4</c:v>
                </c:pt>
                <c:pt idx="14336">
                  <c:v>4</c:v>
                </c:pt>
                <c:pt idx="14337">
                  <c:v>1</c:v>
                </c:pt>
                <c:pt idx="14338">
                  <c:v>2</c:v>
                </c:pt>
                <c:pt idx="14339">
                  <c:v>3</c:v>
                </c:pt>
                <c:pt idx="14340">
                  <c:v>2</c:v>
                </c:pt>
                <c:pt idx="14341">
                  <c:v>4</c:v>
                </c:pt>
                <c:pt idx="14342">
                  <c:v>1</c:v>
                </c:pt>
                <c:pt idx="14343">
                  <c:v>2</c:v>
                </c:pt>
                <c:pt idx="14344">
                  <c:v>2</c:v>
                </c:pt>
                <c:pt idx="14345">
                  <c:v>2</c:v>
                </c:pt>
                <c:pt idx="14346">
                  <c:v>3</c:v>
                </c:pt>
                <c:pt idx="14347">
                  <c:v>2</c:v>
                </c:pt>
                <c:pt idx="14348">
                  <c:v>2</c:v>
                </c:pt>
                <c:pt idx="14349">
                  <c:v>1</c:v>
                </c:pt>
                <c:pt idx="14350">
                  <c:v>3</c:v>
                </c:pt>
                <c:pt idx="14351">
                  <c:v>4</c:v>
                </c:pt>
                <c:pt idx="14352">
                  <c:v>3</c:v>
                </c:pt>
                <c:pt idx="14353">
                  <c:v>3</c:v>
                </c:pt>
                <c:pt idx="14354">
                  <c:v>3</c:v>
                </c:pt>
                <c:pt idx="14355">
                  <c:v>3</c:v>
                </c:pt>
                <c:pt idx="14356">
                  <c:v>5</c:v>
                </c:pt>
                <c:pt idx="14357">
                  <c:v>4</c:v>
                </c:pt>
                <c:pt idx="14358">
                  <c:v>2</c:v>
                </c:pt>
                <c:pt idx="14359">
                  <c:v>4</c:v>
                </c:pt>
                <c:pt idx="14360">
                  <c:v>2</c:v>
                </c:pt>
                <c:pt idx="14361">
                  <c:v>4</c:v>
                </c:pt>
                <c:pt idx="14362">
                  <c:v>2</c:v>
                </c:pt>
                <c:pt idx="14363">
                  <c:v>3</c:v>
                </c:pt>
                <c:pt idx="14364">
                  <c:v>3</c:v>
                </c:pt>
                <c:pt idx="14365">
                  <c:v>3</c:v>
                </c:pt>
                <c:pt idx="14366">
                  <c:v>4</c:v>
                </c:pt>
                <c:pt idx="14367">
                  <c:v>3</c:v>
                </c:pt>
                <c:pt idx="14368">
                  <c:v>2</c:v>
                </c:pt>
                <c:pt idx="14369">
                  <c:v>2</c:v>
                </c:pt>
                <c:pt idx="14370">
                  <c:v>3</c:v>
                </c:pt>
                <c:pt idx="14371">
                  <c:v>4</c:v>
                </c:pt>
                <c:pt idx="14372">
                  <c:v>3</c:v>
                </c:pt>
                <c:pt idx="14373">
                  <c:v>3</c:v>
                </c:pt>
                <c:pt idx="14374">
                  <c:v>7</c:v>
                </c:pt>
                <c:pt idx="14375">
                  <c:v>2</c:v>
                </c:pt>
                <c:pt idx="14376">
                  <c:v>3</c:v>
                </c:pt>
                <c:pt idx="14377">
                  <c:v>3</c:v>
                </c:pt>
                <c:pt idx="14378">
                  <c:v>4</c:v>
                </c:pt>
                <c:pt idx="14379">
                  <c:v>3</c:v>
                </c:pt>
                <c:pt idx="14380">
                  <c:v>3</c:v>
                </c:pt>
                <c:pt idx="14381">
                  <c:v>5</c:v>
                </c:pt>
                <c:pt idx="14382">
                  <c:v>6</c:v>
                </c:pt>
                <c:pt idx="14383">
                  <c:v>4</c:v>
                </c:pt>
                <c:pt idx="14384">
                  <c:v>2</c:v>
                </c:pt>
                <c:pt idx="14385">
                  <c:v>4</c:v>
                </c:pt>
                <c:pt idx="14386">
                  <c:v>7</c:v>
                </c:pt>
                <c:pt idx="14387">
                  <c:v>6</c:v>
                </c:pt>
                <c:pt idx="14388">
                  <c:v>5</c:v>
                </c:pt>
                <c:pt idx="14389">
                  <c:v>6</c:v>
                </c:pt>
                <c:pt idx="14390">
                  <c:v>6</c:v>
                </c:pt>
                <c:pt idx="14391">
                  <c:v>10</c:v>
                </c:pt>
                <c:pt idx="14392">
                  <c:v>5</c:v>
                </c:pt>
                <c:pt idx="14393">
                  <c:v>6</c:v>
                </c:pt>
                <c:pt idx="14394">
                  <c:v>5</c:v>
                </c:pt>
                <c:pt idx="14395">
                  <c:v>5</c:v>
                </c:pt>
                <c:pt idx="14396">
                  <c:v>5</c:v>
                </c:pt>
                <c:pt idx="14397">
                  <c:v>2</c:v>
                </c:pt>
                <c:pt idx="14398">
                  <c:v>2</c:v>
                </c:pt>
                <c:pt idx="14399">
                  <c:v>2</c:v>
                </c:pt>
                <c:pt idx="14400">
                  <c:v>1</c:v>
                </c:pt>
                <c:pt idx="14401">
                  <c:v>2</c:v>
                </c:pt>
                <c:pt idx="14402">
                  <c:v>2</c:v>
                </c:pt>
                <c:pt idx="14403">
                  <c:v>2</c:v>
                </c:pt>
                <c:pt idx="14404">
                  <c:v>1</c:v>
                </c:pt>
                <c:pt idx="14405">
                  <c:v>2</c:v>
                </c:pt>
                <c:pt idx="14406">
                  <c:v>2</c:v>
                </c:pt>
                <c:pt idx="14407">
                  <c:v>1</c:v>
                </c:pt>
                <c:pt idx="14408">
                  <c:v>1</c:v>
                </c:pt>
                <c:pt idx="14409">
                  <c:v>1</c:v>
                </c:pt>
                <c:pt idx="14410">
                  <c:v>2</c:v>
                </c:pt>
                <c:pt idx="14411">
                  <c:v>2</c:v>
                </c:pt>
                <c:pt idx="14412">
                  <c:v>1</c:v>
                </c:pt>
                <c:pt idx="14413">
                  <c:v>2</c:v>
                </c:pt>
                <c:pt idx="14414">
                  <c:v>1</c:v>
                </c:pt>
                <c:pt idx="14415">
                  <c:v>2</c:v>
                </c:pt>
                <c:pt idx="14416">
                  <c:v>2</c:v>
                </c:pt>
                <c:pt idx="14417">
                  <c:v>1</c:v>
                </c:pt>
                <c:pt idx="14418">
                  <c:v>2</c:v>
                </c:pt>
                <c:pt idx="14419">
                  <c:v>2</c:v>
                </c:pt>
                <c:pt idx="14420">
                  <c:v>2</c:v>
                </c:pt>
                <c:pt idx="14421">
                  <c:v>1</c:v>
                </c:pt>
                <c:pt idx="14422">
                  <c:v>1</c:v>
                </c:pt>
                <c:pt idx="14423">
                  <c:v>3</c:v>
                </c:pt>
                <c:pt idx="14424">
                  <c:v>2</c:v>
                </c:pt>
                <c:pt idx="14425">
                  <c:v>2</c:v>
                </c:pt>
                <c:pt idx="14426">
                  <c:v>2</c:v>
                </c:pt>
                <c:pt idx="14427">
                  <c:v>3</c:v>
                </c:pt>
                <c:pt idx="14428">
                  <c:v>1</c:v>
                </c:pt>
                <c:pt idx="14429">
                  <c:v>2</c:v>
                </c:pt>
                <c:pt idx="14430">
                  <c:v>2</c:v>
                </c:pt>
                <c:pt idx="14431">
                  <c:v>2</c:v>
                </c:pt>
                <c:pt idx="14432">
                  <c:v>2</c:v>
                </c:pt>
                <c:pt idx="14433">
                  <c:v>2</c:v>
                </c:pt>
                <c:pt idx="14434">
                  <c:v>2</c:v>
                </c:pt>
                <c:pt idx="14435">
                  <c:v>2</c:v>
                </c:pt>
                <c:pt idx="14436">
                  <c:v>2</c:v>
                </c:pt>
                <c:pt idx="14437">
                  <c:v>2</c:v>
                </c:pt>
                <c:pt idx="14438">
                  <c:v>2</c:v>
                </c:pt>
                <c:pt idx="14439">
                  <c:v>2</c:v>
                </c:pt>
                <c:pt idx="14440">
                  <c:v>2</c:v>
                </c:pt>
                <c:pt idx="14441">
                  <c:v>2</c:v>
                </c:pt>
                <c:pt idx="14442">
                  <c:v>3</c:v>
                </c:pt>
                <c:pt idx="14443">
                  <c:v>2</c:v>
                </c:pt>
                <c:pt idx="14444">
                  <c:v>2</c:v>
                </c:pt>
                <c:pt idx="14445">
                  <c:v>4</c:v>
                </c:pt>
                <c:pt idx="14446">
                  <c:v>3</c:v>
                </c:pt>
                <c:pt idx="14447">
                  <c:v>2</c:v>
                </c:pt>
                <c:pt idx="14448">
                  <c:v>1</c:v>
                </c:pt>
                <c:pt idx="14449">
                  <c:v>4</c:v>
                </c:pt>
                <c:pt idx="14450">
                  <c:v>1</c:v>
                </c:pt>
                <c:pt idx="14451">
                  <c:v>4</c:v>
                </c:pt>
                <c:pt idx="14452">
                  <c:v>2</c:v>
                </c:pt>
                <c:pt idx="14453">
                  <c:v>3</c:v>
                </c:pt>
                <c:pt idx="14454">
                  <c:v>2</c:v>
                </c:pt>
                <c:pt idx="14455">
                  <c:v>4</c:v>
                </c:pt>
                <c:pt idx="14456">
                  <c:v>7</c:v>
                </c:pt>
                <c:pt idx="14457">
                  <c:v>3</c:v>
                </c:pt>
                <c:pt idx="14458">
                  <c:v>7</c:v>
                </c:pt>
                <c:pt idx="14459">
                  <c:v>5</c:v>
                </c:pt>
                <c:pt idx="14460">
                  <c:v>7</c:v>
                </c:pt>
                <c:pt idx="14461">
                  <c:v>3</c:v>
                </c:pt>
                <c:pt idx="14462">
                  <c:v>6</c:v>
                </c:pt>
                <c:pt idx="14463">
                  <c:v>6</c:v>
                </c:pt>
                <c:pt idx="14464">
                  <c:v>1</c:v>
                </c:pt>
                <c:pt idx="14465">
                  <c:v>2</c:v>
                </c:pt>
                <c:pt idx="14466">
                  <c:v>4</c:v>
                </c:pt>
                <c:pt idx="14467">
                  <c:v>2</c:v>
                </c:pt>
                <c:pt idx="14468">
                  <c:v>2</c:v>
                </c:pt>
                <c:pt idx="14469">
                  <c:v>5</c:v>
                </c:pt>
                <c:pt idx="14470">
                  <c:v>3</c:v>
                </c:pt>
                <c:pt idx="14471">
                  <c:v>2</c:v>
                </c:pt>
                <c:pt idx="14472">
                  <c:v>3</c:v>
                </c:pt>
                <c:pt idx="14473">
                  <c:v>3</c:v>
                </c:pt>
                <c:pt idx="14474">
                  <c:v>3</c:v>
                </c:pt>
                <c:pt idx="14475">
                  <c:v>4</c:v>
                </c:pt>
                <c:pt idx="14476">
                  <c:v>4</c:v>
                </c:pt>
                <c:pt idx="14477">
                  <c:v>3</c:v>
                </c:pt>
                <c:pt idx="14478">
                  <c:v>4</c:v>
                </c:pt>
                <c:pt idx="14479">
                  <c:v>3</c:v>
                </c:pt>
                <c:pt idx="14480">
                  <c:v>3</c:v>
                </c:pt>
                <c:pt idx="14481">
                  <c:v>3</c:v>
                </c:pt>
                <c:pt idx="14482">
                  <c:v>2</c:v>
                </c:pt>
                <c:pt idx="14483">
                  <c:v>4</c:v>
                </c:pt>
                <c:pt idx="14484">
                  <c:v>3</c:v>
                </c:pt>
                <c:pt idx="14485">
                  <c:v>3</c:v>
                </c:pt>
                <c:pt idx="14486">
                  <c:v>3</c:v>
                </c:pt>
                <c:pt idx="14487">
                  <c:v>3</c:v>
                </c:pt>
                <c:pt idx="14488">
                  <c:v>3</c:v>
                </c:pt>
                <c:pt idx="14489">
                  <c:v>2</c:v>
                </c:pt>
                <c:pt idx="14490">
                  <c:v>3</c:v>
                </c:pt>
                <c:pt idx="14491">
                  <c:v>3</c:v>
                </c:pt>
                <c:pt idx="14492">
                  <c:v>1</c:v>
                </c:pt>
                <c:pt idx="14493">
                  <c:v>4</c:v>
                </c:pt>
                <c:pt idx="14494">
                  <c:v>0</c:v>
                </c:pt>
                <c:pt idx="14495">
                  <c:v>4</c:v>
                </c:pt>
                <c:pt idx="14496">
                  <c:v>2</c:v>
                </c:pt>
                <c:pt idx="14497">
                  <c:v>4</c:v>
                </c:pt>
                <c:pt idx="14498">
                  <c:v>2</c:v>
                </c:pt>
                <c:pt idx="14499">
                  <c:v>3</c:v>
                </c:pt>
                <c:pt idx="14500">
                  <c:v>2</c:v>
                </c:pt>
                <c:pt idx="14501">
                  <c:v>3</c:v>
                </c:pt>
                <c:pt idx="14502">
                  <c:v>2</c:v>
                </c:pt>
                <c:pt idx="14503">
                  <c:v>2</c:v>
                </c:pt>
                <c:pt idx="14504">
                  <c:v>2</c:v>
                </c:pt>
                <c:pt idx="14505">
                  <c:v>2</c:v>
                </c:pt>
                <c:pt idx="14506">
                  <c:v>4</c:v>
                </c:pt>
                <c:pt idx="14507">
                  <c:v>4</c:v>
                </c:pt>
                <c:pt idx="14508">
                  <c:v>3</c:v>
                </c:pt>
                <c:pt idx="14509">
                  <c:v>3</c:v>
                </c:pt>
                <c:pt idx="14510">
                  <c:v>2</c:v>
                </c:pt>
                <c:pt idx="14511">
                  <c:v>2</c:v>
                </c:pt>
                <c:pt idx="14512">
                  <c:v>3</c:v>
                </c:pt>
                <c:pt idx="14513">
                  <c:v>2</c:v>
                </c:pt>
                <c:pt idx="14514">
                  <c:v>2</c:v>
                </c:pt>
                <c:pt idx="14515">
                  <c:v>3</c:v>
                </c:pt>
                <c:pt idx="14516">
                  <c:v>2</c:v>
                </c:pt>
                <c:pt idx="14517">
                  <c:v>3</c:v>
                </c:pt>
                <c:pt idx="14518">
                  <c:v>4</c:v>
                </c:pt>
                <c:pt idx="14519">
                  <c:v>2</c:v>
                </c:pt>
                <c:pt idx="14520">
                  <c:v>5</c:v>
                </c:pt>
                <c:pt idx="14521">
                  <c:v>4</c:v>
                </c:pt>
                <c:pt idx="14522">
                  <c:v>4</c:v>
                </c:pt>
                <c:pt idx="14523">
                  <c:v>4</c:v>
                </c:pt>
                <c:pt idx="14524">
                  <c:v>4</c:v>
                </c:pt>
                <c:pt idx="14525">
                  <c:v>1</c:v>
                </c:pt>
                <c:pt idx="14526">
                  <c:v>4</c:v>
                </c:pt>
                <c:pt idx="14527">
                  <c:v>3</c:v>
                </c:pt>
                <c:pt idx="14528">
                  <c:v>4</c:v>
                </c:pt>
                <c:pt idx="14529">
                  <c:v>4</c:v>
                </c:pt>
                <c:pt idx="14530">
                  <c:v>4</c:v>
                </c:pt>
                <c:pt idx="14531">
                  <c:v>6</c:v>
                </c:pt>
                <c:pt idx="14532">
                  <c:v>4</c:v>
                </c:pt>
                <c:pt idx="14533">
                  <c:v>6</c:v>
                </c:pt>
                <c:pt idx="14534">
                  <c:v>4</c:v>
                </c:pt>
                <c:pt idx="14535">
                  <c:v>8</c:v>
                </c:pt>
                <c:pt idx="14536">
                  <c:v>7</c:v>
                </c:pt>
                <c:pt idx="14537">
                  <c:v>8</c:v>
                </c:pt>
                <c:pt idx="14538">
                  <c:v>4</c:v>
                </c:pt>
                <c:pt idx="14539">
                  <c:v>5</c:v>
                </c:pt>
                <c:pt idx="14540">
                  <c:v>9</c:v>
                </c:pt>
                <c:pt idx="14541">
                  <c:v>9</c:v>
                </c:pt>
                <c:pt idx="14542">
                  <c:v>4</c:v>
                </c:pt>
                <c:pt idx="14543">
                  <c:v>8</c:v>
                </c:pt>
                <c:pt idx="14544">
                  <c:v>5</c:v>
                </c:pt>
                <c:pt idx="14545">
                  <c:v>7</c:v>
                </c:pt>
                <c:pt idx="14546">
                  <c:v>7</c:v>
                </c:pt>
                <c:pt idx="14547">
                  <c:v>5</c:v>
                </c:pt>
                <c:pt idx="14548">
                  <c:v>4</c:v>
                </c:pt>
                <c:pt idx="14549">
                  <c:v>6</c:v>
                </c:pt>
                <c:pt idx="14550">
                  <c:v>6</c:v>
                </c:pt>
                <c:pt idx="14551">
                  <c:v>4</c:v>
                </c:pt>
                <c:pt idx="14552">
                  <c:v>2</c:v>
                </c:pt>
                <c:pt idx="14553">
                  <c:v>6</c:v>
                </c:pt>
                <c:pt idx="14554">
                  <c:v>3</c:v>
                </c:pt>
                <c:pt idx="14555">
                  <c:v>7</c:v>
                </c:pt>
                <c:pt idx="14556">
                  <c:v>8</c:v>
                </c:pt>
                <c:pt idx="14557">
                  <c:v>6</c:v>
                </c:pt>
                <c:pt idx="14558">
                  <c:v>9</c:v>
                </c:pt>
                <c:pt idx="14559">
                  <c:v>4</c:v>
                </c:pt>
                <c:pt idx="14560">
                  <c:v>7</c:v>
                </c:pt>
                <c:pt idx="14561">
                  <c:v>5</c:v>
                </c:pt>
                <c:pt idx="14562">
                  <c:v>4</c:v>
                </c:pt>
                <c:pt idx="14563">
                  <c:v>8</c:v>
                </c:pt>
                <c:pt idx="14564">
                  <c:v>3</c:v>
                </c:pt>
                <c:pt idx="14565">
                  <c:v>8</c:v>
                </c:pt>
                <c:pt idx="14566">
                  <c:v>7</c:v>
                </c:pt>
                <c:pt idx="14567">
                  <c:v>10</c:v>
                </c:pt>
                <c:pt idx="14568">
                  <c:v>10</c:v>
                </c:pt>
                <c:pt idx="14569">
                  <c:v>10</c:v>
                </c:pt>
                <c:pt idx="14570">
                  <c:v>8</c:v>
                </c:pt>
                <c:pt idx="14571">
                  <c:v>10</c:v>
                </c:pt>
                <c:pt idx="14572">
                  <c:v>11</c:v>
                </c:pt>
                <c:pt idx="14573">
                  <c:v>2</c:v>
                </c:pt>
                <c:pt idx="14574">
                  <c:v>5</c:v>
                </c:pt>
                <c:pt idx="14575">
                  <c:v>3</c:v>
                </c:pt>
                <c:pt idx="14576">
                  <c:v>5</c:v>
                </c:pt>
                <c:pt idx="14577">
                  <c:v>3</c:v>
                </c:pt>
                <c:pt idx="14578">
                  <c:v>3</c:v>
                </c:pt>
                <c:pt idx="14579">
                  <c:v>3</c:v>
                </c:pt>
                <c:pt idx="14580">
                  <c:v>3</c:v>
                </c:pt>
                <c:pt idx="14581">
                  <c:v>3</c:v>
                </c:pt>
                <c:pt idx="14582">
                  <c:v>2</c:v>
                </c:pt>
                <c:pt idx="14583">
                  <c:v>4</c:v>
                </c:pt>
                <c:pt idx="14584">
                  <c:v>4</c:v>
                </c:pt>
                <c:pt idx="14585">
                  <c:v>2</c:v>
                </c:pt>
                <c:pt idx="14586">
                  <c:v>3</c:v>
                </c:pt>
                <c:pt idx="14587">
                  <c:v>3</c:v>
                </c:pt>
                <c:pt idx="14588">
                  <c:v>2</c:v>
                </c:pt>
                <c:pt idx="14589">
                  <c:v>3</c:v>
                </c:pt>
                <c:pt idx="14590">
                  <c:v>3</c:v>
                </c:pt>
                <c:pt idx="14591">
                  <c:v>1</c:v>
                </c:pt>
                <c:pt idx="14592">
                  <c:v>3</c:v>
                </c:pt>
                <c:pt idx="14593">
                  <c:v>2</c:v>
                </c:pt>
                <c:pt idx="14594">
                  <c:v>4</c:v>
                </c:pt>
                <c:pt idx="14595">
                  <c:v>1</c:v>
                </c:pt>
                <c:pt idx="14596">
                  <c:v>3</c:v>
                </c:pt>
                <c:pt idx="14597">
                  <c:v>3</c:v>
                </c:pt>
                <c:pt idx="14598">
                  <c:v>2</c:v>
                </c:pt>
                <c:pt idx="14599">
                  <c:v>3</c:v>
                </c:pt>
                <c:pt idx="14600">
                  <c:v>4</c:v>
                </c:pt>
                <c:pt idx="14601">
                  <c:v>1</c:v>
                </c:pt>
                <c:pt idx="14602">
                  <c:v>1</c:v>
                </c:pt>
                <c:pt idx="14603">
                  <c:v>3</c:v>
                </c:pt>
                <c:pt idx="14604">
                  <c:v>2</c:v>
                </c:pt>
                <c:pt idx="14605">
                  <c:v>3</c:v>
                </c:pt>
                <c:pt idx="14606">
                  <c:v>3</c:v>
                </c:pt>
                <c:pt idx="14607">
                  <c:v>3</c:v>
                </c:pt>
                <c:pt idx="14608">
                  <c:v>2</c:v>
                </c:pt>
                <c:pt idx="14609">
                  <c:v>2</c:v>
                </c:pt>
                <c:pt idx="14610">
                  <c:v>3</c:v>
                </c:pt>
                <c:pt idx="14611">
                  <c:v>4</c:v>
                </c:pt>
                <c:pt idx="14612">
                  <c:v>4</c:v>
                </c:pt>
                <c:pt idx="14613">
                  <c:v>3</c:v>
                </c:pt>
                <c:pt idx="14614">
                  <c:v>3</c:v>
                </c:pt>
                <c:pt idx="14615">
                  <c:v>3</c:v>
                </c:pt>
                <c:pt idx="14616">
                  <c:v>4</c:v>
                </c:pt>
                <c:pt idx="14617">
                  <c:v>2</c:v>
                </c:pt>
                <c:pt idx="14618">
                  <c:v>3</c:v>
                </c:pt>
                <c:pt idx="14619">
                  <c:v>3</c:v>
                </c:pt>
                <c:pt idx="14620">
                  <c:v>5</c:v>
                </c:pt>
                <c:pt idx="14621">
                  <c:v>2</c:v>
                </c:pt>
                <c:pt idx="14622">
                  <c:v>5</c:v>
                </c:pt>
                <c:pt idx="14623">
                  <c:v>3</c:v>
                </c:pt>
                <c:pt idx="14624">
                  <c:v>4</c:v>
                </c:pt>
                <c:pt idx="14625">
                  <c:v>3</c:v>
                </c:pt>
                <c:pt idx="14626">
                  <c:v>4</c:v>
                </c:pt>
                <c:pt idx="14627">
                  <c:v>4</c:v>
                </c:pt>
                <c:pt idx="14628">
                  <c:v>3</c:v>
                </c:pt>
                <c:pt idx="14629">
                  <c:v>4</c:v>
                </c:pt>
                <c:pt idx="14630">
                  <c:v>3</c:v>
                </c:pt>
                <c:pt idx="14631">
                  <c:v>4</c:v>
                </c:pt>
                <c:pt idx="14632">
                  <c:v>3</c:v>
                </c:pt>
                <c:pt idx="14633">
                  <c:v>2</c:v>
                </c:pt>
                <c:pt idx="14634">
                  <c:v>3</c:v>
                </c:pt>
                <c:pt idx="14635">
                  <c:v>4</c:v>
                </c:pt>
                <c:pt idx="14636">
                  <c:v>4</c:v>
                </c:pt>
                <c:pt idx="14637">
                  <c:v>6</c:v>
                </c:pt>
                <c:pt idx="14638">
                  <c:v>4</c:v>
                </c:pt>
                <c:pt idx="14639">
                  <c:v>4</c:v>
                </c:pt>
                <c:pt idx="14640">
                  <c:v>4</c:v>
                </c:pt>
                <c:pt idx="14641">
                  <c:v>4</c:v>
                </c:pt>
                <c:pt idx="14642">
                  <c:v>3</c:v>
                </c:pt>
                <c:pt idx="14643">
                  <c:v>4</c:v>
                </c:pt>
                <c:pt idx="14644">
                  <c:v>2</c:v>
                </c:pt>
                <c:pt idx="14645">
                  <c:v>4</c:v>
                </c:pt>
                <c:pt idx="14646">
                  <c:v>2</c:v>
                </c:pt>
                <c:pt idx="14647">
                  <c:v>4</c:v>
                </c:pt>
                <c:pt idx="14648">
                  <c:v>4</c:v>
                </c:pt>
                <c:pt idx="14649">
                  <c:v>2</c:v>
                </c:pt>
                <c:pt idx="14650">
                  <c:v>4</c:v>
                </c:pt>
                <c:pt idx="14651">
                  <c:v>6</c:v>
                </c:pt>
                <c:pt idx="14652">
                  <c:v>2</c:v>
                </c:pt>
                <c:pt idx="14653">
                  <c:v>3</c:v>
                </c:pt>
                <c:pt idx="14654">
                  <c:v>2</c:v>
                </c:pt>
                <c:pt idx="14655">
                  <c:v>3</c:v>
                </c:pt>
                <c:pt idx="14656">
                  <c:v>2</c:v>
                </c:pt>
                <c:pt idx="14657">
                  <c:v>1</c:v>
                </c:pt>
                <c:pt idx="14658">
                  <c:v>3</c:v>
                </c:pt>
                <c:pt idx="14659">
                  <c:v>6</c:v>
                </c:pt>
                <c:pt idx="14660">
                  <c:v>2</c:v>
                </c:pt>
                <c:pt idx="14661">
                  <c:v>2</c:v>
                </c:pt>
                <c:pt idx="14662">
                  <c:v>4</c:v>
                </c:pt>
                <c:pt idx="14663">
                  <c:v>1</c:v>
                </c:pt>
                <c:pt idx="14664">
                  <c:v>6</c:v>
                </c:pt>
                <c:pt idx="14665">
                  <c:v>1</c:v>
                </c:pt>
                <c:pt idx="14666">
                  <c:v>1</c:v>
                </c:pt>
                <c:pt idx="14667">
                  <c:v>2</c:v>
                </c:pt>
                <c:pt idx="14668">
                  <c:v>3</c:v>
                </c:pt>
                <c:pt idx="14669">
                  <c:v>2</c:v>
                </c:pt>
                <c:pt idx="14670">
                  <c:v>3</c:v>
                </c:pt>
                <c:pt idx="14671">
                  <c:v>4</c:v>
                </c:pt>
                <c:pt idx="14672">
                  <c:v>0</c:v>
                </c:pt>
                <c:pt idx="14673">
                  <c:v>3</c:v>
                </c:pt>
                <c:pt idx="14674">
                  <c:v>1</c:v>
                </c:pt>
                <c:pt idx="14675">
                  <c:v>2</c:v>
                </c:pt>
                <c:pt idx="14676">
                  <c:v>2</c:v>
                </c:pt>
                <c:pt idx="14677">
                  <c:v>1</c:v>
                </c:pt>
                <c:pt idx="14678">
                  <c:v>1</c:v>
                </c:pt>
                <c:pt idx="14679">
                  <c:v>2</c:v>
                </c:pt>
                <c:pt idx="14680">
                  <c:v>3</c:v>
                </c:pt>
                <c:pt idx="14681">
                  <c:v>1</c:v>
                </c:pt>
                <c:pt idx="14682">
                  <c:v>3</c:v>
                </c:pt>
                <c:pt idx="14683">
                  <c:v>2</c:v>
                </c:pt>
                <c:pt idx="14684">
                  <c:v>3</c:v>
                </c:pt>
                <c:pt idx="14685">
                  <c:v>2</c:v>
                </c:pt>
                <c:pt idx="14686">
                  <c:v>4</c:v>
                </c:pt>
                <c:pt idx="14687">
                  <c:v>3</c:v>
                </c:pt>
                <c:pt idx="14688">
                  <c:v>2</c:v>
                </c:pt>
                <c:pt idx="14689">
                  <c:v>3</c:v>
                </c:pt>
                <c:pt idx="14690">
                  <c:v>4</c:v>
                </c:pt>
                <c:pt idx="14691">
                  <c:v>2</c:v>
                </c:pt>
                <c:pt idx="14692">
                  <c:v>3</c:v>
                </c:pt>
                <c:pt idx="14693">
                  <c:v>2</c:v>
                </c:pt>
                <c:pt idx="14694">
                  <c:v>2</c:v>
                </c:pt>
                <c:pt idx="14695">
                  <c:v>4</c:v>
                </c:pt>
                <c:pt idx="14696">
                  <c:v>3</c:v>
                </c:pt>
                <c:pt idx="14697">
                  <c:v>0</c:v>
                </c:pt>
                <c:pt idx="14698">
                  <c:v>4</c:v>
                </c:pt>
                <c:pt idx="14699">
                  <c:v>4</c:v>
                </c:pt>
                <c:pt idx="14700">
                  <c:v>3</c:v>
                </c:pt>
                <c:pt idx="14701">
                  <c:v>3</c:v>
                </c:pt>
                <c:pt idx="14702">
                  <c:v>3</c:v>
                </c:pt>
                <c:pt idx="14703">
                  <c:v>4</c:v>
                </c:pt>
                <c:pt idx="14704">
                  <c:v>2</c:v>
                </c:pt>
                <c:pt idx="14705">
                  <c:v>3</c:v>
                </c:pt>
                <c:pt idx="14706">
                  <c:v>4</c:v>
                </c:pt>
                <c:pt idx="14707">
                  <c:v>3</c:v>
                </c:pt>
                <c:pt idx="14708">
                  <c:v>2</c:v>
                </c:pt>
                <c:pt idx="14709">
                  <c:v>2</c:v>
                </c:pt>
                <c:pt idx="14710">
                  <c:v>1</c:v>
                </c:pt>
                <c:pt idx="14711">
                  <c:v>4</c:v>
                </c:pt>
                <c:pt idx="14712">
                  <c:v>3</c:v>
                </c:pt>
                <c:pt idx="14713">
                  <c:v>1</c:v>
                </c:pt>
                <c:pt idx="14714">
                  <c:v>1</c:v>
                </c:pt>
                <c:pt idx="14715">
                  <c:v>2</c:v>
                </c:pt>
                <c:pt idx="14716">
                  <c:v>2</c:v>
                </c:pt>
                <c:pt idx="14717">
                  <c:v>2</c:v>
                </c:pt>
                <c:pt idx="14718">
                  <c:v>1</c:v>
                </c:pt>
                <c:pt idx="14719">
                  <c:v>1</c:v>
                </c:pt>
                <c:pt idx="14720">
                  <c:v>6</c:v>
                </c:pt>
                <c:pt idx="14721">
                  <c:v>6</c:v>
                </c:pt>
                <c:pt idx="14722">
                  <c:v>6</c:v>
                </c:pt>
                <c:pt idx="14723">
                  <c:v>4</c:v>
                </c:pt>
                <c:pt idx="14724">
                  <c:v>3</c:v>
                </c:pt>
                <c:pt idx="14725">
                  <c:v>6</c:v>
                </c:pt>
                <c:pt idx="14726">
                  <c:v>6</c:v>
                </c:pt>
                <c:pt idx="14727">
                  <c:v>6</c:v>
                </c:pt>
                <c:pt idx="14728">
                  <c:v>4</c:v>
                </c:pt>
                <c:pt idx="14729">
                  <c:v>3</c:v>
                </c:pt>
                <c:pt idx="14730">
                  <c:v>3</c:v>
                </c:pt>
                <c:pt idx="14731">
                  <c:v>2</c:v>
                </c:pt>
                <c:pt idx="14732">
                  <c:v>3</c:v>
                </c:pt>
                <c:pt idx="14733">
                  <c:v>2</c:v>
                </c:pt>
                <c:pt idx="14734">
                  <c:v>5</c:v>
                </c:pt>
                <c:pt idx="14735">
                  <c:v>4</c:v>
                </c:pt>
                <c:pt idx="14736">
                  <c:v>2</c:v>
                </c:pt>
                <c:pt idx="14737">
                  <c:v>4</c:v>
                </c:pt>
                <c:pt idx="14738">
                  <c:v>2</c:v>
                </c:pt>
                <c:pt idx="14739">
                  <c:v>2</c:v>
                </c:pt>
                <c:pt idx="14740">
                  <c:v>2</c:v>
                </c:pt>
                <c:pt idx="14741">
                  <c:v>2</c:v>
                </c:pt>
                <c:pt idx="14742">
                  <c:v>2</c:v>
                </c:pt>
                <c:pt idx="14743">
                  <c:v>3</c:v>
                </c:pt>
                <c:pt idx="14744">
                  <c:v>5</c:v>
                </c:pt>
                <c:pt idx="14745">
                  <c:v>3</c:v>
                </c:pt>
                <c:pt idx="14746">
                  <c:v>3</c:v>
                </c:pt>
                <c:pt idx="14747">
                  <c:v>2</c:v>
                </c:pt>
                <c:pt idx="14748">
                  <c:v>3</c:v>
                </c:pt>
                <c:pt idx="14749">
                  <c:v>1</c:v>
                </c:pt>
                <c:pt idx="14750">
                  <c:v>2</c:v>
                </c:pt>
                <c:pt idx="14751">
                  <c:v>2</c:v>
                </c:pt>
                <c:pt idx="14752">
                  <c:v>1</c:v>
                </c:pt>
                <c:pt idx="14753">
                  <c:v>2</c:v>
                </c:pt>
                <c:pt idx="14754">
                  <c:v>2</c:v>
                </c:pt>
                <c:pt idx="14755">
                  <c:v>1</c:v>
                </c:pt>
                <c:pt idx="14756">
                  <c:v>1</c:v>
                </c:pt>
                <c:pt idx="14757">
                  <c:v>2</c:v>
                </c:pt>
                <c:pt idx="14758">
                  <c:v>2</c:v>
                </c:pt>
                <c:pt idx="14759">
                  <c:v>2</c:v>
                </c:pt>
                <c:pt idx="14760">
                  <c:v>2</c:v>
                </c:pt>
                <c:pt idx="14761">
                  <c:v>2</c:v>
                </c:pt>
                <c:pt idx="14762">
                  <c:v>2</c:v>
                </c:pt>
                <c:pt idx="14763">
                  <c:v>2</c:v>
                </c:pt>
                <c:pt idx="14764">
                  <c:v>2</c:v>
                </c:pt>
                <c:pt idx="14765">
                  <c:v>2</c:v>
                </c:pt>
                <c:pt idx="14766">
                  <c:v>2</c:v>
                </c:pt>
                <c:pt idx="14767">
                  <c:v>2</c:v>
                </c:pt>
                <c:pt idx="14768">
                  <c:v>3</c:v>
                </c:pt>
                <c:pt idx="14769">
                  <c:v>2</c:v>
                </c:pt>
                <c:pt idx="14770">
                  <c:v>2</c:v>
                </c:pt>
                <c:pt idx="14771">
                  <c:v>2</c:v>
                </c:pt>
                <c:pt idx="14772">
                  <c:v>3</c:v>
                </c:pt>
                <c:pt idx="14773">
                  <c:v>1</c:v>
                </c:pt>
                <c:pt idx="14774">
                  <c:v>2</c:v>
                </c:pt>
                <c:pt idx="14775">
                  <c:v>3</c:v>
                </c:pt>
                <c:pt idx="14776">
                  <c:v>3</c:v>
                </c:pt>
                <c:pt idx="14777">
                  <c:v>2</c:v>
                </c:pt>
                <c:pt idx="14778">
                  <c:v>2</c:v>
                </c:pt>
                <c:pt idx="14779">
                  <c:v>2</c:v>
                </c:pt>
                <c:pt idx="14780">
                  <c:v>2</c:v>
                </c:pt>
                <c:pt idx="14781">
                  <c:v>3</c:v>
                </c:pt>
                <c:pt idx="14782">
                  <c:v>2</c:v>
                </c:pt>
                <c:pt idx="14783">
                  <c:v>1</c:v>
                </c:pt>
                <c:pt idx="14784">
                  <c:v>2</c:v>
                </c:pt>
                <c:pt idx="14785">
                  <c:v>3</c:v>
                </c:pt>
                <c:pt idx="14786">
                  <c:v>2</c:v>
                </c:pt>
                <c:pt idx="14787">
                  <c:v>3</c:v>
                </c:pt>
                <c:pt idx="14788">
                  <c:v>3</c:v>
                </c:pt>
                <c:pt idx="14789">
                  <c:v>2</c:v>
                </c:pt>
                <c:pt idx="14790">
                  <c:v>3</c:v>
                </c:pt>
                <c:pt idx="14791">
                  <c:v>3</c:v>
                </c:pt>
                <c:pt idx="14792">
                  <c:v>7</c:v>
                </c:pt>
                <c:pt idx="14793">
                  <c:v>6</c:v>
                </c:pt>
                <c:pt idx="14794">
                  <c:v>8</c:v>
                </c:pt>
                <c:pt idx="14795">
                  <c:v>9</c:v>
                </c:pt>
                <c:pt idx="14796">
                  <c:v>8</c:v>
                </c:pt>
                <c:pt idx="14797">
                  <c:v>4</c:v>
                </c:pt>
                <c:pt idx="14798">
                  <c:v>5</c:v>
                </c:pt>
                <c:pt idx="14799">
                  <c:v>8</c:v>
                </c:pt>
                <c:pt idx="14800">
                  <c:v>8</c:v>
                </c:pt>
                <c:pt idx="14801">
                  <c:v>10</c:v>
                </c:pt>
                <c:pt idx="14802">
                  <c:v>6</c:v>
                </c:pt>
                <c:pt idx="14803">
                  <c:v>6</c:v>
                </c:pt>
                <c:pt idx="14804">
                  <c:v>3</c:v>
                </c:pt>
                <c:pt idx="14805">
                  <c:v>10</c:v>
                </c:pt>
                <c:pt idx="14806">
                  <c:v>5</c:v>
                </c:pt>
                <c:pt idx="14807">
                  <c:v>5</c:v>
                </c:pt>
                <c:pt idx="14808">
                  <c:v>6</c:v>
                </c:pt>
                <c:pt idx="14809">
                  <c:v>8</c:v>
                </c:pt>
                <c:pt idx="14810">
                  <c:v>4</c:v>
                </c:pt>
                <c:pt idx="14811">
                  <c:v>7</c:v>
                </c:pt>
                <c:pt idx="14812">
                  <c:v>5</c:v>
                </c:pt>
                <c:pt idx="14813">
                  <c:v>3</c:v>
                </c:pt>
                <c:pt idx="14814">
                  <c:v>4</c:v>
                </c:pt>
                <c:pt idx="14815">
                  <c:v>4</c:v>
                </c:pt>
                <c:pt idx="14816">
                  <c:v>6</c:v>
                </c:pt>
                <c:pt idx="14817">
                  <c:v>1</c:v>
                </c:pt>
                <c:pt idx="14818">
                  <c:v>6</c:v>
                </c:pt>
                <c:pt idx="14819">
                  <c:v>2</c:v>
                </c:pt>
                <c:pt idx="14820">
                  <c:v>2</c:v>
                </c:pt>
                <c:pt idx="14821">
                  <c:v>2</c:v>
                </c:pt>
                <c:pt idx="14822">
                  <c:v>3</c:v>
                </c:pt>
                <c:pt idx="14823">
                  <c:v>2</c:v>
                </c:pt>
                <c:pt idx="14824">
                  <c:v>2</c:v>
                </c:pt>
                <c:pt idx="14825">
                  <c:v>3</c:v>
                </c:pt>
                <c:pt idx="14826">
                  <c:v>12</c:v>
                </c:pt>
                <c:pt idx="14827">
                  <c:v>6</c:v>
                </c:pt>
                <c:pt idx="14828">
                  <c:v>3</c:v>
                </c:pt>
                <c:pt idx="14829">
                  <c:v>2</c:v>
                </c:pt>
                <c:pt idx="14830">
                  <c:v>3</c:v>
                </c:pt>
                <c:pt idx="14831">
                  <c:v>20</c:v>
                </c:pt>
                <c:pt idx="14832">
                  <c:v>3</c:v>
                </c:pt>
                <c:pt idx="14833">
                  <c:v>3</c:v>
                </c:pt>
                <c:pt idx="14834">
                  <c:v>3</c:v>
                </c:pt>
                <c:pt idx="14835">
                  <c:v>13</c:v>
                </c:pt>
                <c:pt idx="14836">
                  <c:v>4</c:v>
                </c:pt>
                <c:pt idx="14837">
                  <c:v>6</c:v>
                </c:pt>
                <c:pt idx="14838">
                  <c:v>3</c:v>
                </c:pt>
                <c:pt idx="14839">
                  <c:v>3</c:v>
                </c:pt>
                <c:pt idx="14840">
                  <c:v>3</c:v>
                </c:pt>
                <c:pt idx="14841">
                  <c:v>7</c:v>
                </c:pt>
                <c:pt idx="14842">
                  <c:v>3</c:v>
                </c:pt>
                <c:pt idx="14843">
                  <c:v>2</c:v>
                </c:pt>
                <c:pt idx="14844">
                  <c:v>1</c:v>
                </c:pt>
                <c:pt idx="14845">
                  <c:v>3</c:v>
                </c:pt>
                <c:pt idx="14846">
                  <c:v>1</c:v>
                </c:pt>
                <c:pt idx="14847">
                  <c:v>2</c:v>
                </c:pt>
                <c:pt idx="14848">
                  <c:v>2</c:v>
                </c:pt>
                <c:pt idx="14849">
                  <c:v>2</c:v>
                </c:pt>
                <c:pt idx="14850">
                  <c:v>2</c:v>
                </c:pt>
                <c:pt idx="14851">
                  <c:v>3</c:v>
                </c:pt>
                <c:pt idx="14852">
                  <c:v>2</c:v>
                </c:pt>
                <c:pt idx="14853">
                  <c:v>2</c:v>
                </c:pt>
                <c:pt idx="14854">
                  <c:v>2</c:v>
                </c:pt>
                <c:pt idx="14855">
                  <c:v>3</c:v>
                </c:pt>
                <c:pt idx="14856">
                  <c:v>3</c:v>
                </c:pt>
                <c:pt idx="14857">
                  <c:v>3</c:v>
                </c:pt>
                <c:pt idx="14858">
                  <c:v>2</c:v>
                </c:pt>
                <c:pt idx="14859">
                  <c:v>2</c:v>
                </c:pt>
                <c:pt idx="14860">
                  <c:v>4</c:v>
                </c:pt>
                <c:pt idx="14861">
                  <c:v>3</c:v>
                </c:pt>
                <c:pt idx="14862">
                  <c:v>1</c:v>
                </c:pt>
                <c:pt idx="14863">
                  <c:v>2</c:v>
                </c:pt>
                <c:pt idx="14864">
                  <c:v>4</c:v>
                </c:pt>
                <c:pt idx="14865">
                  <c:v>2</c:v>
                </c:pt>
                <c:pt idx="14866">
                  <c:v>4</c:v>
                </c:pt>
                <c:pt idx="14867">
                  <c:v>4</c:v>
                </c:pt>
                <c:pt idx="14868">
                  <c:v>5</c:v>
                </c:pt>
                <c:pt idx="14869">
                  <c:v>3</c:v>
                </c:pt>
                <c:pt idx="14870">
                  <c:v>4</c:v>
                </c:pt>
                <c:pt idx="14871">
                  <c:v>5</c:v>
                </c:pt>
                <c:pt idx="14872">
                  <c:v>3</c:v>
                </c:pt>
                <c:pt idx="14873">
                  <c:v>8</c:v>
                </c:pt>
                <c:pt idx="14874">
                  <c:v>3</c:v>
                </c:pt>
                <c:pt idx="14875">
                  <c:v>10</c:v>
                </c:pt>
                <c:pt idx="14876">
                  <c:v>8</c:v>
                </c:pt>
                <c:pt idx="14877">
                  <c:v>5</c:v>
                </c:pt>
                <c:pt idx="14878">
                  <c:v>2</c:v>
                </c:pt>
                <c:pt idx="14879">
                  <c:v>6</c:v>
                </c:pt>
                <c:pt idx="14880">
                  <c:v>8</c:v>
                </c:pt>
                <c:pt idx="14881">
                  <c:v>4</c:v>
                </c:pt>
                <c:pt idx="14882">
                  <c:v>6</c:v>
                </c:pt>
                <c:pt idx="14883">
                  <c:v>6</c:v>
                </c:pt>
                <c:pt idx="14884">
                  <c:v>8</c:v>
                </c:pt>
                <c:pt idx="14885">
                  <c:v>5</c:v>
                </c:pt>
                <c:pt idx="14886">
                  <c:v>8</c:v>
                </c:pt>
                <c:pt idx="14887">
                  <c:v>4</c:v>
                </c:pt>
                <c:pt idx="14888">
                  <c:v>6</c:v>
                </c:pt>
                <c:pt idx="14889">
                  <c:v>6</c:v>
                </c:pt>
                <c:pt idx="14890">
                  <c:v>5</c:v>
                </c:pt>
                <c:pt idx="14891">
                  <c:v>2</c:v>
                </c:pt>
                <c:pt idx="14892">
                  <c:v>4</c:v>
                </c:pt>
                <c:pt idx="14893">
                  <c:v>7</c:v>
                </c:pt>
                <c:pt idx="14894">
                  <c:v>5</c:v>
                </c:pt>
                <c:pt idx="14895">
                  <c:v>6</c:v>
                </c:pt>
                <c:pt idx="14896">
                  <c:v>7</c:v>
                </c:pt>
                <c:pt idx="14897">
                  <c:v>6</c:v>
                </c:pt>
                <c:pt idx="14898">
                  <c:v>4</c:v>
                </c:pt>
                <c:pt idx="14899">
                  <c:v>2</c:v>
                </c:pt>
                <c:pt idx="14900">
                  <c:v>3</c:v>
                </c:pt>
                <c:pt idx="14901">
                  <c:v>3</c:v>
                </c:pt>
                <c:pt idx="14902">
                  <c:v>4</c:v>
                </c:pt>
                <c:pt idx="14903">
                  <c:v>2</c:v>
                </c:pt>
                <c:pt idx="14904">
                  <c:v>3</c:v>
                </c:pt>
                <c:pt idx="14905">
                  <c:v>3</c:v>
                </c:pt>
                <c:pt idx="14906">
                  <c:v>3</c:v>
                </c:pt>
                <c:pt idx="14907">
                  <c:v>2</c:v>
                </c:pt>
                <c:pt idx="14908">
                  <c:v>1</c:v>
                </c:pt>
                <c:pt idx="14909">
                  <c:v>4</c:v>
                </c:pt>
                <c:pt idx="14910">
                  <c:v>2</c:v>
                </c:pt>
                <c:pt idx="14911">
                  <c:v>2</c:v>
                </c:pt>
                <c:pt idx="14912">
                  <c:v>1</c:v>
                </c:pt>
                <c:pt idx="14913">
                  <c:v>3</c:v>
                </c:pt>
                <c:pt idx="14914">
                  <c:v>2</c:v>
                </c:pt>
                <c:pt idx="14915">
                  <c:v>3</c:v>
                </c:pt>
                <c:pt idx="14916">
                  <c:v>3</c:v>
                </c:pt>
                <c:pt idx="14917">
                  <c:v>2</c:v>
                </c:pt>
                <c:pt idx="14918">
                  <c:v>2</c:v>
                </c:pt>
                <c:pt idx="14919">
                  <c:v>2</c:v>
                </c:pt>
                <c:pt idx="14920">
                  <c:v>2</c:v>
                </c:pt>
                <c:pt idx="14921">
                  <c:v>3</c:v>
                </c:pt>
                <c:pt idx="14922">
                  <c:v>3</c:v>
                </c:pt>
                <c:pt idx="14923">
                  <c:v>2</c:v>
                </c:pt>
                <c:pt idx="14924">
                  <c:v>3</c:v>
                </c:pt>
                <c:pt idx="14925">
                  <c:v>3</c:v>
                </c:pt>
                <c:pt idx="14926">
                  <c:v>2</c:v>
                </c:pt>
                <c:pt idx="14927">
                  <c:v>2</c:v>
                </c:pt>
                <c:pt idx="14928">
                  <c:v>4</c:v>
                </c:pt>
                <c:pt idx="14929">
                  <c:v>4</c:v>
                </c:pt>
                <c:pt idx="14930">
                  <c:v>1</c:v>
                </c:pt>
                <c:pt idx="14931">
                  <c:v>1</c:v>
                </c:pt>
                <c:pt idx="14932">
                  <c:v>1</c:v>
                </c:pt>
                <c:pt idx="14933">
                  <c:v>1</c:v>
                </c:pt>
                <c:pt idx="14934">
                  <c:v>1</c:v>
                </c:pt>
                <c:pt idx="14935">
                  <c:v>1</c:v>
                </c:pt>
                <c:pt idx="14936">
                  <c:v>1</c:v>
                </c:pt>
                <c:pt idx="14937">
                  <c:v>3</c:v>
                </c:pt>
                <c:pt idx="14938">
                  <c:v>1</c:v>
                </c:pt>
                <c:pt idx="14939">
                  <c:v>2</c:v>
                </c:pt>
                <c:pt idx="14940">
                  <c:v>2</c:v>
                </c:pt>
                <c:pt idx="14941">
                  <c:v>3</c:v>
                </c:pt>
                <c:pt idx="14942">
                  <c:v>2</c:v>
                </c:pt>
                <c:pt idx="14943">
                  <c:v>1</c:v>
                </c:pt>
                <c:pt idx="14944">
                  <c:v>3</c:v>
                </c:pt>
                <c:pt idx="14945">
                  <c:v>2</c:v>
                </c:pt>
                <c:pt idx="14946">
                  <c:v>1</c:v>
                </c:pt>
                <c:pt idx="14947">
                  <c:v>1</c:v>
                </c:pt>
                <c:pt idx="14948">
                  <c:v>2</c:v>
                </c:pt>
                <c:pt idx="14949">
                  <c:v>2</c:v>
                </c:pt>
                <c:pt idx="14950">
                  <c:v>1</c:v>
                </c:pt>
                <c:pt idx="14951">
                  <c:v>3</c:v>
                </c:pt>
                <c:pt idx="14952">
                  <c:v>1</c:v>
                </c:pt>
                <c:pt idx="14953">
                  <c:v>1</c:v>
                </c:pt>
                <c:pt idx="14954">
                  <c:v>1</c:v>
                </c:pt>
                <c:pt idx="14955">
                  <c:v>1</c:v>
                </c:pt>
                <c:pt idx="14956">
                  <c:v>1</c:v>
                </c:pt>
                <c:pt idx="14957">
                  <c:v>1</c:v>
                </c:pt>
                <c:pt idx="14958">
                  <c:v>1</c:v>
                </c:pt>
                <c:pt idx="14959">
                  <c:v>1</c:v>
                </c:pt>
                <c:pt idx="14960">
                  <c:v>1</c:v>
                </c:pt>
                <c:pt idx="14961">
                  <c:v>2</c:v>
                </c:pt>
                <c:pt idx="14962">
                  <c:v>1</c:v>
                </c:pt>
                <c:pt idx="14963">
                  <c:v>2</c:v>
                </c:pt>
                <c:pt idx="14964">
                  <c:v>2</c:v>
                </c:pt>
                <c:pt idx="14965">
                  <c:v>3</c:v>
                </c:pt>
                <c:pt idx="14966">
                  <c:v>2</c:v>
                </c:pt>
                <c:pt idx="14967">
                  <c:v>1</c:v>
                </c:pt>
                <c:pt idx="14968">
                  <c:v>1</c:v>
                </c:pt>
                <c:pt idx="14969">
                  <c:v>1</c:v>
                </c:pt>
                <c:pt idx="14970">
                  <c:v>1</c:v>
                </c:pt>
                <c:pt idx="14971">
                  <c:v>1</c:v>
                </c:pt>
                <c:pt idx="14972">
                  <c:v>1</c:v>
                </c:pt>
                <c:pt idx="14973">
                  <c:v>1</c:v>
                </c:pt>
                <c:pt idx="14974">
                  <c:v>2</c:v>
                </c:pt>
                <c:pt idx="14975">
                  <c:v>1</c:v>
                </c:pt>
                <c:pt idx="14976">
                  <c:v>1</c:v>
                </c:pt>
                <c:pt idx="14977">
                  <c:v>2</c:v>
                </c:pt>
                <c:pt idx="14978">
                  <c:v>1</c:v>
                </c:pt>
                <c:pt idx="14979">
                  <c:v>2</c:v>
                </c:pt>
                <c:pt idx="14980">
                  <c:v>2</c:v>
                </c:pt>
                <c:pt idx="14981">
                  <c:v>2</c:v>
                </c:pt>
                <c:pt idx="14982">
                  <c:v>1</c:v>
                </c:pt>
                <c:pt idx="14983">
                  <c:v>1</c:v>
                </c:pt>
                <c:pt idx="14984">
                  <c:v>1</c:v>
                </c:pt>
                <c:pt idx="14985">
                  <c:v>1</c:v>
                </c:pt>
                <c:pt idx="14986">
                  <c:v>2</c:v>
                </c:pt>
                <c:pt idx="14987">
                  <c:v>1</c:v>
                </c:pt>
                <c:pt idx="14988">
                  <c:v>2</c:v>
                </c:pt>
                <c:pt idx="14989">
                  <c:v>3</c:v>
                </c:pt>
                <c:pt idx="14990">
                  <c:v>1</c:v>
                </c:pt>
                <c:pt idx="14991">
                  <c:v>1</c:v>
                </c:pt>
                <c:pt idx="14992">
                  <c:v>1</c:v>
                </c:pt>
                <c:pt idx="14993">
                  <c:v>4</c:v>
                </c:pt>
                <c:pt idx="14994">
                  <c:v>2</c:v>
                </c:pt>
                <c:pt idx="14995">
                  <c:v>2</c:v>
                </c:pt>
                <c:pt idx="14996">
                  <c:v>9</c:v>
                </c:pt>
                <c:pt idx="14997">
                  <c:v>3</c:v>
                </c:pt>
                <c:pt idx="14998">
                  <c:v>2</c:v>
                </c:pt>
                <c:pt idx="14999">
                  <c:v>3</c:v>
                </c:pt>
                <c:pt idx="15000">
                  <c:v>6</c:v>
                </c:pt>
                <c:pt idx="15001">
                  <c:v>2</c:v>
                </c:pt>
                <c:pt idx="15002">
                  <c:v>5</c:v>
                </c:pt>
                <c:pt idx="15003">
                  <c:v>6</c:v>
                </c:pt>
                <c:pt idx="15004">
                  <c:v>6</c:v>
                </c:pt>
                <c:pt idx="15005">
                  <c:v>2</c:v>
                </c:pt>
                <c:pt idx="15006">
                  <c:v>4</c:v>
                </c:pt>
                <c:pt idx="15007">
                  <c:v>4</c:v>
                </c:pt>
                <c:pt idx="15008">
                  <c:v>4</c:v>
                </c:pt>
                <c:pt idx="15009">
                  <c:v>2</c:v>
                </c:pt>
                <c:pt idx="15010">
                  <c:v>5</c:v>
                </c:pt>
                <c:pt idx="15011">
                  <c:v>2</c:v>
                </c:pt>
                <c:pt idx="15012">
                  <c:v>4</c:v>
                </c:pt>
                <c:pt idx="15013">
                  <c:v>2</c:v>
                </c:pt>
                <c:pt idx="15014">
                  <c:v>6</c:v>
                </c:pt>
                <c:pt idx="15015">
                  <c:v>8</c:v>
                </c:pt>
                <c:pt idx="15016">
                  <c:v>6</c:v>
                </c:pt>
                <c:pt idx="15017">
                  <c:v>7</c:v>
                </c:pt>
                <c:pt idx="15018">
                  <c:v>2</c:v>
                </c:pt>
                <c:pt idx="15019">
                  <c:v>3</c:v>
                </c:pt>
                <c:pt idx="15020">
                  <c:v>2</c:v>
                </c:pt>
                <c:pt idx="15021">
                  <c:v>2</c:v>
                </c:pt>
                <c:pt idx="15022">
                  <c:v>2</c:v>
                </c:pt>
                <c:pt idx="15023">
                  <c:v>3</c:v>
                </c:pt>
                <c:pt idx="15024">
                  <c:v>1</c:v>
                </c:pt>
                <c:pt idx="15025">
                  <c:v>-1</c:v>
                </c:pt>
                <c:pt idx="15026">
                  <c:v>3</c:v>
                </c:pt>
                <c:pt idx="15027">
                  <c:v>2</c:v>
                </c:pt>
                <c:pt idx="15028">
                  <c:v>2</c:v>
                </c:pt>
                <c:pt idx="15029">
                  <c:v>2</c:v>
                </c:pt>
                <c:pt idx="15030">
                  <c:v>3</c:v>
                </c:pt>
                <c:pt idx="15031">
                  <c:v>-2</c:v>
                </c:pt>
                <c:pt idx="15032">
                  <c:v>-1</c:v>
                </c:pt>
                <c:pt idx="15033">
                  <c:v>2</c:v>
                </c:pt>
                <c:pt idx="15034">
                  <c:v>2</c:v>
                </c:pt>
                <c:pt idx="15035">
                  <c:v>3</c:v>
                </c:pt>
                <c:pt idx="15036">
                  <c:v>2</c:v>
                </c:pt>
                <c:pt idx="15037">
                  <c:v>1</c:v>
                </c:pt>
                <c:pt idx="15038">
                  <c:v>1</c:v>
                </c:pt>
                <c:pt idx="15039">
                  <c:v>2</c:v>
                </c:pt>
                <c:pt idx="15040">
                  <c:v>1</c:v>
                </c:pt>
                <c:pt idx="15041">
                  <c:v>2</c:v>
                </c:pt>
                <c:pt idx="15042">
                  <c:v>2</c:v>
                </c:pt>
                <c:pt idx="15043">
                  <c:v>2</c:v>
                </c:pt>
                <c:pt idx="15044">
                  <c:v>2</c:v>
                </c:pt>
                <c:pt idx="15045">
                  <c:v>2</c:v>
                </c:pt>
                <c:pt idx="15046">
                  <c:v>1</c:v>
                </c:pt>
                <c:pt idx="15047">
                  <c:v>1</c:v>
                </c:pt>
                <c:pt idx="15048">
                  <c:v>1</c:v>
                </c:pt>
                <c:pt idx="15049">
                  <c:v>2</c:v>
                </c:pt>
                <c:pt idx="15050">
                  <c:v>2</c:v>
                </c:pt>
                <c:pt idx="15051">
                  <c:v>3</c:v>
                </c:pt>
                <c:pt idx="15052">
                  <c:v>1</c:v>
                </c:pt>
                <c:pt idx="15053">
                  <c:v>2</c:v>
                </c:pt>
                <c:pt idx="15054">
                  <c:v>2</c:v>
                </c:pt>
                <c:pt idx="15055">
                  <c:v>2</c:v>
                </c:pt>
                <c:pt idx="15056">
                  <c:v>2</c:v>
                </c:pt>
                <c:pt idx="15057">
                  <c:v>2</c:v>
                </c:pt>
                <c:pt idx="15058">
                  <c:v>1</c:v>
                </c:pt>
                <c:pt idx="15059">
                  <c:v>2</c:v>
                </c:pt>
                <c:pt idx="15060">
                  <c:v>3</c:v>
                </c:pt>
                <c:pt idx="15061">
                  <c:v>2</c:v>
                </c:pt>
                <c:pt idx="15062">
                  <c:v>2</c:v>
                </c:pt>
                <c:pt idx="15063">
                  <c:v>2</c:v>
                </c:pt>
                <c:pt idx="15064">
                  <c:v>2</c:v>
                </c:pt>
                <c:pt idx="15065">
                  <c:v>2</c:v>
                </c:pt>
                <c:pt idx="15066">
                  <c:v>1</c:v>
                </c:pt>
                <c:pt idx="15067">
                  <c:v>1</c:v>
                </c:pt>
                <c:pt idx="15068">
                  <c:v>2</c:v>
                </c:pt>
                <c:pt idx="15069">
                  <c:v>2</c:v>
                </c:pt>
                <c:pt idx="15070">
                  <c:v>1</c:v>
                </c:pt>
                <c:pt idx="15071">
                  <c:v>2</c:v>
                </c:pt>
                <c:pt idx="15072">
                  <c:v>2</c:v>
                </c:pt>
                <c:pt idx="15073">
                  <c:v>2</c:v>
                </c:pt>
                <c:pt idx="15074">
                  <c:v>3</c:v>
                </c:pt>
                <c:pt idx="15075">
                  <c:v>1</c:v>
                </c:pt>
                <c:pt idx="15076">
                  <c:v>2</c:v>
                </c:pt>
                <c:pt idx="15077">
                  <c:v>1</c:v>
                </c:pt>
                <c:pt idx="15078">
                  <c:v>1</c:v>
                </c:pt>
                <c:pt idx="15079">
                  <c:v>2</c:v>
                </c:pt>
                <c:pt idx="15080">
                  <c:v>1</c:v>
                </c:pt>
                <c:pt idx="15081">
                  <c:v>1</c:v>
                </c:pt>
                <c:pt idx="15082">
                  <c:v>3</c:v>
                </c:pt>
                <c:pt idx="15083">
                  <c:v>1</c:v>
                </c:pt>
                <c:pt idx="15084">
                  <c:v>1</c:v>
                </c:pt>
                <c:pt idx="15085">
                  <c:v>1</c:v>
                </c:pt>
                <c:pt idx="15086">
                  <c:v>1</c:v>
                </c:pt>
                <c:pt idx="15087">
                  <c:v>2</c:v>
                </c:pt>
                <c:pt idx="15088">
                  <c:v>2</c:v>
                </c:pt>
                <c:pt idx="15089">
                  <c:v>1</c:v>
                </c:pt>
                <c:pt idx="15090">
                  <c:v>1</c:v>
                </c:pt>
                <c:pt idx="15091">
                  <c:v>1</c:v>
                </c:pt>
                <c:pt idx="15092">
                  <c:v>1</c:v>
                </c:pt>
                <c:pt idx="15093">
                  <c:v>1</c:v>
                </c:pt>
                <c:pt idx="15094">
                  <c:v>1</c:v>
                </c:pt>
                <c:pt idx="15095">
                  <c:v>1</c:v>
                </c:pt>
                <c:pt idx="15096">
                  <c:v>1</c:v>
                </c:pt>
                <c:pt idx="15097">
                  <c:v>1</c:v>
                </c:pt>
                <c:pt idx="15098">
                  <c:v>1</c:v>
                </c:pt>
                <c:pt idx="15099">
                  <c:v>1</c:v>
                </c:pt>
                <c:pt idx="15100">
                  <c:v>1</c:v>
                </c:pt>
                <c:pt idx="15101">
                  <c:v>2</c:v>
                </c:pt>
                <c:pt idx="15102">
                  <c:v>1</c:v>
                </c:pt>
                <c:pt idx="15103">
                  <c:v>1</c:v>
                </c:pt>
                <c:pt idx="15104">
                  <c:v>2</c:v>
                </c:pt>
                <c:pt idx="15105">
                  <c:v>2</c:v>
                </c:pt>
                <c:pt idx="15106">
                  <c:v>1</c:v>
                </c:pt>
                <c:pt idx="15107">
                  <c:v>1</c:v>
                </c:pt>
                <c:pt idx="15108">
                  <c:v>2</c:v>
                </c:pt>
                <c:pt idx="15109">
                  <c:v>1</c:v>
                </c:pt>
                <c:pt idx="15110">
                  <c:v>1</c:v>
                </c:pt>
                <c:pt idx="15111">
                  <c:v>2</c:v>
                </c:pt>
                <c:pt idx="15112">
                  <c:v>1</c:v>
                </c:pt>
                <c:pt idx="15113">
                  <c:v>1</c:v>
                </c:pt>
                <c:pt idx="15114">
                  <c:v>1</c:v>
                </c:pt>
                <c:pt idx="15115">
                  <c:v>1</c:v>
                </c:pt>
                <c:pt idx="15116">
                  <c:v>2</c:v>
                </c:pt>
                <c:pt idx="15117">
                  <c:v>1</c:v>
                </c:pt>
                <c:pt idx="15118">
                  <c:v>2</c:v>
                </c:pt>
                <c:pt idx="15119">
                  <c:v>1</c:v>
                </c:pt>
                <c:pt idx="15120">
                  <c:v>1</c:v>
                </c:pt>
                <c:pt idx="15121">
                  <c:v>2</c:v>
                </c:pt>
                <c:pt idx="15122">
                  <c:v>1</c:v>
                </c:pt>
                <c:pt idx="15123">
                  <c:v>1</c:v>
                </c:pt>
                <c:pt idx="15124">
                  <c:v>1</c:v>
                </c:pt>
                <c:pt idx="15125">
                  <c:v>1</c:v>
                </c:pt>
                <c:pt idx="15126">
                  <c:v>1</c:v>
                </c:pt>
                <c:pt idx="15127">
                  <c:v>1</c:v>
                </c:pt>
                <c:pt idx="15128">
                  <c:v>4</c:v>
                </c:pt>
                <c:pt idx="15129">
                  <c:v>4</c:v>
                </c:pt>
                <c:pt idx="15130">
                  <c:v>3</c:v>
                </c:pt>
                <c:pt idx="15131">
                  <c:v>4</c:v>
                </c:pt>
                <c:pt idx="15132">
                  <c:v>5</c:v>
                </c:pt>
                <c:pt idx="15133">
                  <c:v>4</c:v>
                </c:pt>
                <c:pt idx="15134">
                  <c:v>3</c:v>
                </c:pt>
                <c:pt idx="15135">
                  <c:v>4</c:v>
                </c:pt>
                <c:pt idx="15136">
                  <c:v>4</c:v>
                </c:pt>
                <c:pt idx="15137">
                  <c:v>4</c:v>
                </c:pt>
                <c:pt idx="15138">
                  <c:v>1</c:v>
                </c:pt>
                <c:pt idx="15139">
                  <c:v>2</c:v>
                </c:pt>
                <c:pt idx="15140">
                  <c:v>0</c:v>
                </c:pt>
                <c:pt idx="15141">
                  <c:v>3</c:v>
                </c:pt>
                <c:pt idx="15142">
                  <c:v>0</c:v>
                </c:pt>
                <c:pt idx="15143">
                  <c:v>1</c:v>
                </c:pt>
                <c:pt idx="15144">
                  <c:v>2</c:v>
                </c:pt>
                <c:pt idx="15145">
                  <c:v>3</c:v>
                </c:pt>
                <c:pt idx="15146">
                  <c:v>2</c:v>
                </c:pt>
                <c:pt idx="15147">
                  <c:v>2</c:v>
                </c:pt>
                <c:pt idx="15148">
                  <c:v>2</c:v>
                </c:pt>
                <c:pt idx="15149">
                  <c:v>2</c:v>
                </c:pt>
                <c:pt idx="15150">
                  <c:v>7</c:v>
                </c:pt>
                <c:pt idx="15151">
                  <c:v>1</c:v>
                </c:pt>
                <c:pt idx="15152">
                  <c:v>2</c:v>
                </c:pt>
                <c:pt idx="15153">
                  <c:v>2</c:v>
                </c:pt>
                <c:pt idx="15154">
                  <c:v>5</c:v>
                </c:pt>
                <c:pt idx="15155">
                  <c:v>3</c:v>
                </c:pt>
                <c:pt idx="15156">
                  <c:v>1</c:v>
                </c:pt>
                <c:pt idx="15157">
                  <c:v>4</c:v>
                </c:pt>
                <c:pt idx="15158">
                  <c:v>3</c:v>
                </c:pt>
                <c:pt idx="15159">
                  <c:v>1</c:v>
                </c:pt>
                <c:pt idx="15160">
                  <c:v>0</c:v>
                </c:pt>
                <c:pt idx="15161">
                  <c:v>1</c:v>
                </c:pt>
                <c:pt idx="15162">
                  <c:v>3</c:v>
                </c:pt>
                <c:pt idx="15163">
                  <c:v>7</c:v>
                </c:pt>
                <c:pt idx="15164">
                  <c:v>1</c:v>
                </c:pt>
                <c:pt idx="15165">
                  <c:v>1</c:v>
                </c:pt>
                <c:pt idx="15166">
                  <c:v>2</c:v>
                </c:pt>
                <c:pt idx="15167">
                  <c:v>1</c:v>
                </c:pt>
                <c:pt idx="15168">
                  <c:v>4</c:v>
                </c:pt>
                <c:pt idx="15169">
                  <c:v>1</c:v>
                </c:pt>
                <c:pt idx="15170">
                  <c:v>1</c:v>
                </c:pt>
                <c:pt idx="15171">
                  <c:v>2</c:v>
                </c:pt>
                <c:pt idx="15172">
                  <c:v>2</c:v>
                </c:pt>
                <c:pt idx="15173">
                  <c:v>2</c:v>
                </c:pt>
                <c:pt idx="15174">
                  <c:v>2</c:v>
                </c:pt>
                <c:pt idx="15175">
                  <c:v>1</c:v>
                </c:pt>
                <c:pt idx="15176">
                  <c:v>2</c:v>
                </c:pt>
                <c:pt idx="15177">
                  <c:v>2</c:v>
                </c:pt>
                <c:pt idx="15178">
                  <c:v>2</c:v>
                </c:pt>
                <c:pt idx="15179">
                  <c:v>2</c:v>
                </c:pt>
                <c:pt idx="15180">
                  <c:v>3</c:v>
                </c:pt>
                <c:pt idx="15181">
                  <c:v>2</c:v>
                </c:pt>
                <c:pt idx="15182">
                  <c:v>3</c:v>
                </c:pt>
                <c:pt idx="15183">
                  <c:v>1</c:v>
                </c:pt>
                <c:pt idx="15184">
                  <c:v>1</c:v>
                </c:pt>
                <c:pt idx="15185">
                  <c:v>2</c:v>
                </c:pt>
                <c:pt idx="15186">
                  <c:v>1</c:v>
                </c:pt>
                <c:pt idx="15187">
                  <c:v>2</c:v>
                </c:pt>
                <c:pt idx="15188">
                  <c:v>2</c:v>
                </c:pt>
                <c:pt idx="15189">
                  <c:v>-2</c:v>
                </c:pt>
                <c:pt idx="15190">
                  <c:v>2</c:v>
                </c:pt>
                <c:pt idx="15191">
                  <c:v>2</c:v>
                </c:pt>
                <c:pt idx="15192">
                  <c:v>2</c:v>
                </c:pt>
                <c:pt idx="15193">
                  <c:v>2</c:v>
                </c:pt>
                <c:pt idx="15194">
                  <c:v>2</c:v>
                </c:pt>
                <c:pt idx="15195">
                  <c:v>1</c:v>
                </c:pt>
                <c:pt idx="15196">
                  <c:v>1</c:v>
                </c:pt>
                <c:pt idx="15197">
                  <c:v>4</c:v>
                </c:pt>
                <c:pt idx="15198">
                  <c:v>2</c:v>
                </c:pt>
                <c:pt idx="15199">
                  <c:v>3</c:v>
                </c:pt>
                <c:pt idx="15200">
                  <c:v>4</c:v>
                </c:pt>
                <c:pt idx="15201">
                  <c:v>1</c:v>
                </c:pt>
                <c:pt idx="15202">
                  <c:v>2</c:v>
                </c:pt>
                <c:pt idx="15203">
                  <c:v>2</c:v>
                </c:pt>
                <c:pt idx="15204">
                  <c:v>3</c:v>
                </c:pt>
                <c:pt idx="15205">
                  <c:v>1</c:v>
                </c:pt>
                <c:pt idx="15206">
                  <c:v>3</c:v>
                </c:pt>
                <c:pt idx="15207">
                  <c:v>3</c:v>
                </c:pt>
                <c:pt idx="15208">
                  <c:v>1</c:v>
                </c:pt>
                <c:pt idx="15209">
                  <c:v>2</c:v>
                </c:pt>
                <c:pt idx="15210">
                  <c:v>3</c:v>
                </c:pt>
                <c:pt idx="15211">
                  <c:v>3</c:v>
                </c:pt>
                <c:pt idx="15212">
                  <c:v>1</c:v>
                </c:pt>
                <c:pt idx="15213">
                  <c:v>2</c:v>
                </c:pt>
                <c:pt idx="15214">
                  <c:v>4</c:v>
                </c:pt>
                <c:pt idx="15215">
                  <c:v>4</c:v>
                </c:pt>
                <c:pt idx="15216">
                  <c:v>2</c:v>
                </c:pt>
                <c:pt idx="15217">
                  <c:v>2</c:v>
                </c:pt>
                <c:pt idx="15218">
                  <c:v>-2</c:v>
                </c:pt>
                <c:pt idx="15219">
                  <c:v>2</c:v>
                </c:pt>
                <c:pt idx="15220">
                  <c:v>2</c:v>
                </c:pt>
                <c:pt idx="15221">
                  <c:v>1</c:v>
                </c:pt>
                <c:pt idx="15222">
                  <c:v>3</c:v>
                </c:pt>
                <c:pt idx="15223">
                  <c:v>1</c:v>
                </c:pt>
                <c:pt idx="15224">
                  <c:v>3</c:v>
                </c:pt>
                <c:pt idx="15225">
                  <c:v>1</c:v>
                </c:pt>
                <c:pt idx="15226">
                  <c:v>1</c:v>
                </c:pt>
                <c:pt idx="15227">
                  <c:v>1</c:v>
                </c:pt>
                <c:pt idx="15228">
                  <c:v>1</c:v>
                </c:pt>
                <c:pt idx="15229">
                  <c:v>1</c:v>
                </c:pt>
                <c:pt idx="15230">
                  <c:v>1</c:v>
                </c:pt>
                <c:pt idx="15231">
                  <c:v>0</c:v>
                </c:pt>
                <c:pt idx="15232">
                  <c:v>1</c:v>
                </c:pt>
                <c:pt idx="15233">
                  <c:v>1</c:v>
                </c:pt>
                <c:pt idx="15234">
                  <c:v>1</c:v>
                </c:pt>
                <c:pt idx="15235">
                  <c:v>1</c:v>
                </c:pt>
                <c:pt idx="15236">
                  <c:v>5</c:v>
                </c:pt>
                <c:pt idx="15237">
                  <c:v>2</c:v>
                </c:pt>
                <c:pt idx="15238">
                  <c:v>2</c:v>
                </c:pt>
                <c:pt idx="15239">
                  <c:v>0</c:v>
                </c:pt>
                <c:pt idx="15240">
                  <c:v>1</c:v>
                </c:pt>
                <c:pt idx="15241">
                  <c:v>2</c:v>
                </c:pt>
                <c:pt idx="15242">
                  <c:v>1</c:v>
                </c:pt>
                <c:pt idx="15243">
                  <c:v>4</c:v>
                </c:pt>
                <c:pt idx="15244">
                  <c:v>-1</c:v>
                </c:pt>
                <c:pt idx="15245">
                  <c:v>2</c:v>
                </c:pt>
                <c:pt idx="15246">
                  <c:v>1</c:v>
                </c:pt>
                <c:pt idx="15247">
                  <c:v>1</c:v>
                </c:pt>
                <c:pt idx="15248">
                  <c:v>2</c:v>
                </c:pt>
                <c:pt idx="15249">
                  <c:v>2</c:v>
                </c:pt>
                <c:pt idx="15250">
                  <c:v>2</c:v>
                </c:pt>
                <c:pt idx="15251">
                  <c:v>0</c:v>
                </c:pt>
                <c:pt idx="15252">
                  <c:v>1</c:v>
                </c:pt>
                <c:pt idx="15253">
                  <c:v>2</c:v>
                </c:pt>
                <c:pt idx="15254">
                  <c:v>5</c:v>
                </c:pt>
                <c:pt idx="15255">
                  <c:v>5</c:v>
                </c:pt>
                <c:pt idx="15256">
                  <c:v>4</c:v>
                </c:pt>
                <c:pt idx="15257">
                  <c:v>5</c:v>
                </c:pt>
                <c:pt idx="15258">
                  <c:v>4</c:v>
                </c:pt>
                <c:pt idx="15259">
                  <c:v>4</c:v>
                </c:pt>
                <c:pt idx="15260">
                  <c:v>4</c:v>
                </c:pt>
                <c:pt idx="15261">
                  <c:v>4</c:v>
                </c:pt>
                <c:pt idx="15262">
                  <c:v>3</c:v>
                </c:pt>
                <c:pt idx="15263">
                  <c:v>4</c:v>
                </c:pt>
                <c:pt idx="15264">
                  <c:v>3</c:v>
                </c:pt>
                <c:pt idx="15265">
                  <c:v>3</c:v>
                </c:pt>
                <c:pt idx="15266">
                  <c:v>3</c:v>
                </c:pt>
                <c:pt idx="15267">
                  <c:v>3</c:v>
                </c:pt>
                <c:pt idx="15268">
                  <c:v>4</c:v>
                </c:pt>
                <c:pt idx="15269">
                  <c:v>3</c:v>
                </c:pt>
                <c:pt idx="15270">
                  <c:v>4</c:v>
                </c:pt>
                <c:pt idx="15271">
                  <c:v>2</c:v>
                </c:pt>
                <c:pt idx="15272">
                  <c:v>3</c:v>
                </c:pt>
                <c:pt idx="15273">
                  <c:v>3</c:v>
                </c:pt>
                <c:pt idx="15274">
                  <c:v>6</c:v>
                </c:pt>
                <c:pt idx="15275">
                  <c:v>4</c:v>
                </c:pt>
                <c:pt idx="15276">
                  <c:v>4</c:v>
                </c:pt>
                <c:pt idx="15277">
                  <c:v>2</c:v>
                </c:pt>
                <c:pt idx="15278">
                  <c:v>2</c:v>
                </c:pt>
                <c:pt idx="15279">
                  <c:v>3</c:v>
                </c:pt>
                <c:pt idx="15280">
                  <c:v>4</c:v>
                </c:pt>
                <c:pt idx="15281">
                  <c:v>1</c:v>
                </c:pt>
                <c:pt idx="15282">
                  <c:v>2</c:v>
                </c:pt>
                <c:pt idx="15283">
                  <c:v>2</c:v>
                </c:pt>
                <c:pt idx="15284">
                  <c:v>2</c:v>
                </c:pt>
                <c:pt idx="15285">
                  <c:v>2</c:v>
                </c:pt>
                <c:pt idx="15286">
                  <c:v>3</c:v>
                </c:pt>
                <c:pt idx="15287">
                  <c:v>3</c:v>
                </c:pt>
                <c:pt idx="15288">
                  <c:v>3</c:v>
                </c:pt>
                <c:pt idx="15289">
                  <c:v>3</c:v>
                </c:pt>
                <c:pt idx="15290">
                  <c:v>2</c:v>
                </c:pt>
                <c:pt idx="15291">
                  <c:v>2</c:v>
                </c:pt>
                <c:pt idx="15292">
                  <c:v>3</c:v>
                </c:pt>
                <c:pt idx="15293">
                  <c:v>3</c:v>
                </c:pt>
                <c:pt idx="15294">
                  <c:v>3</c:v>
                </c:pt>
                <c:pt idx="15295">
                  <c:v>3</c:v>
                </c:pt>
                <c:pt idx="15296">
                  <c:v>4</c:v>
                </c:pt>
                <c:pt idx="15297">
                  <c:v>2</c:v>
                </c:pt>
                <c:pt idx="15298">
                  <c:v>4</c:v>
                </c:pt>
                <c:pt idx="15299">
                  <c:v>4</c:v>
                </c:pt>
                <c:pt idx="15300">
                  <c:v>2</c:v>
                </c:pt>
                <c:pt idx="15301">
                  <c:v>3</c:v>
                </c:pt>
                <c:pt idx="15302">
                  <c:v>2</c:v>
                </c:pt>
                <c:pt idx="15303">
                  <c:v>4</c:v>
                </c:pt>
                <c:pt idx="15304">
                  <c:v>3</c:v>
                </c:pt>
                <c:pt idx="15305">
                  <c:v>2</c:v>
                </c:pt>
                <c:pt idx="15306">
                  <c:v>3</c:v>
                </c:pt>
                <c:pt idx="15307">
                  <c:v>3</c:v>
                </c:pt>
                <c:pt idx="15308">
                  <c:v>4</c:v>
                </c:pt>
                <c:pt idx="15309">
                  <c:v>1</c:v>
                </c:pt>
                <c:pt idx="15310">
                  <c:v>3</c:v>
                </c:pt>
                <c:pt idx="15311">
                  <c:v>3</c:v>
                </c:pt>
                <c:pt idx="15312">
                  <c:v>1</c:v>
                </c:pt>
                <c:pt idx="15313">
                  <c:v>2</c:v>
                </c:pt>
                <c:pt idx="15314">
                  <c:v>4</c:v>
                </c:pt>
                <c:pt idx="15315">
                  <c:v>1</c:v>
                </c:pt>
                <c:pt idx="15316">
                  <c:v>4</c:v>
                </c:pt>
                <c:pt idx="15317">
                  <c:v>2</c:v>
                </c:pt>
                <c:pt idx="15318">
                  <c:v>3</c:v>
                </c:pt>
                <c:pt idx="15319">
                  <c:v>3</c:v>
                </c:pt>
                <c:pt idx="15320">
                  <c:v>4</c:v>
                </c:pt>
                <c:pt idx="15321">
                  <c:v>2</c:v>
                </c:pt>
                <c:pt idx="15322">
                  <c:v>8</c:v>
                </c:pt>
                <c:pt idx="15323">
                  <c:v>3</c:v>
                </c:pt>
                <c:pt idx="15324">
                  <c:v>1</c:v>
                </c:pt>
                <c:pt idx="15325">
                  <c:v>3</c:v>
                </c:pt>
                <c:pt idx="15326">
                  <c:v>6</c:v>
                </c:pt>
                <c:pt idx="15327">
                  <c:v>6</c:v>
                </c:pt>
                <c:pt idx="15328">
                  <c:v>5</c:v>
                </c:pt>
                <c:pt idx="15329">
                  <c:v>3</c:v>
                </c:pt>
                <c:pt idx="15330">
                  <c:v>4</c:v>
                </c:pt>
                <c:pt idx="15331">
                  <c:v>3</c:v>
                </c:pt>
                <c:pt idx="15332">
                  <c:v>3</c:v>
                </c:pt>
                <c:pt idx="15333">
                  <c:v>2</c:v>
                </c:pt>
                <c:pt idx="15334">
                  <c:v>3</c:v>
                </c:pt>
                <c:pt idx="15335">
                  <c:v>3</c:v>
                </c:pt>
                <c:pt idx="15336">
                  <c:v>2</c:v>
                </c:pt>
                <c:pt idx="15337">
                  <c:v>6</c:v>
                </c:pt>
                <c:pt idx="15338">
                  <c:v>5</c:v>
                </c:pt>
                <c:pt idx="15339">
                  <c:v>3</c:v>
                </c:pt>
                <c:pt idx="15340">
                  <c:v>6</c:v>
                </c:pt>
                <c:pt idx="15341">
                  <c:v>3</c:v>
                </c:pt>
                <c:pt idx="15342">
                  <c:v>3</c:v>
                </c:pt>
                <c:pt idx="15343">
                  <c:v>4</c:v>
                </c:pt>
                <c:pt idx="15344">
                  <c:v>5</c:v>
                </c:pt>
                <c:pt idx="15345">
                  <c:v>2</c:v>
                </c:pt>
                <c:pt idx="15346">
                  <c:v>2</c:v>
                </c:pt>
                <c:pt idx="15347">
                  <c:v>2</c:v>
                </c:pt>
                <c:pt idx="15348">
                  <c:v>2</c:v>
                </c:pt>
                <c:pt idx="15349">
                  <c:v>2</c:v>
                </c:pt>
                <c:pt idx="15350">
                  <c:v>2</c:v>
                </c:pt>
                <c:pt idx="15351">
                  <c:v>2</c:v>
                </c:pt>
                <c:pt idx="15352">
                  <c:v>3</c:v>
                </c:pt>
                <c:pt idx="15353">
                  <c:v>2</c:v>
                </c:pt>
                <c:pt idx="15354">
                  <c:v>2</c:v>
                </c:pt>
                <c:pt idx="15355">
                  <c:v>2</c:v>
                </c:pt>
                <c:pt idx="15356">
                  <c:v>2</c:v>
                </c:pt>
                <c:pt idx="15357">
                  <c:v>1</c:v>
                </c:pt>
                <c:pt idx="15358">
                  <c:v>2</c:v>
                </c:pt>
                <c:pt idx="15359">
                  <c:v>4</c:v>
                </c:pt>
                <c:pt idx="15360">
                  <c:v>2</c:v>
                </c:pt>
                <c:pt idx="15361">
                  <c:v>2</c:v>
                </c:pt>
                <c:pt idx="15362">
                  <c:v>0</c:v>
                </c:pt>
                <c:pt idx="15363">
                  <c:v>3</c:v>
                </c:pt>
                <c:pt idx="15364">
                  <c:v>2</c:v>
                </c:pt>
                <c:pt idx="15365">
                  <c:v>1</c:v>
                </c:pt>
                <c:pt idx="15366">
                  <c:v>1</c:v>
                </c:pt>
                <c:pt idx="15367">
                  <c:v>2</c:v>
                </c:pt>
                <c:pt idx="15368">
                  <c:v>1</c:v>
                </c:pt>
                <c:pt idx="15369">
                  <c:v>1</c:v>
                </c:pt>
                <c:pt idx="15370">
                  <c:v>1</c:v>
                </c:pt>
                <c:pt idx="15371">
                  <c:v>1</c:v>
                </c:pt>
                <c:pt idx="15372">
                  <c:v>1</c:v>
                </c:pt>
                <c:pt idx="15373">
                  <c:v>1</c:v>
                </c:pt>
                <c:pt idx="15374">
                  <c:v>1</c:v>
                </c:pt>
                <c:pt idx="15375">
                  <c:v>1</c:v>
                </c:pt>
                <c:pt idx="15376">
                  <c:v>1</c:v>
                </c:pt>
                <c:pt idx="15377">
                  <c:v>1</c:v>
                </c:pt>
                <c:pt idx="15378">
                  <c:v>2</c:v>
                </c:pt>
                <c:pt idx="15379">
                  <c:v>1</c:v>
                </c:pt>
                <c:pt idx="15380">
                  <c:v>1</c:v>
                </c:pt>
                <c:pt idx="15381">
                  <c:v>1</c:v>
                </c:pt>
                <c:pt idx="15382">
                  <c:v>4</c:v>
                </c:pt>
                <c:pt idx="15383">
                  <c:v>4</c:v>
                </c:pt>
                <c:pt idx="15384">
                  <c:v>5</c:v>
                </c:pt>
                <c:pt idx="15385">
                  <c:v>2</c:v>
                </c:pt>
                <c:pt idx="15386">
                  <c:v>3</c:v>
                </c:pt>
                <c:pt idx="15387">
                  <c:v>7</c:v>
                </c:pt>
                <c:pt idx="15388">
                  <c:v>4</c:v>
                </c:pt>
                <c:pt idx="15389">
                  <c:v>2</c:v>
                </c:pt>
                <c:pt idx="15390">
                  <c:v>1</c:v>
                </c:pt>
                <c:pt idx="15391">
                  <c:v>2</c:v>
                </c:pt>
                <c:pt idx="15392">
                  <c:v>2</c:v>
                </c:pt>
                <c:pt idx="15393">
                  <c:v>1</c:v>
                </c:pt>
                <c:pt idx="15394">
                  <c:v>2</c:v>
                </c:pt>
                <c:pt idx="15395">
                  <c:v>2</c:v>
                </c:pt>
                <c:pt idx="15396">
                  <c:v>1</c:v>
                </c:pt>
                <c:pt idx="15397">
                  <c:v>2</c:v>
                </c:pt>
                <c:pt idx="15398">
                  <c:v>2</c:v>
                </c:pt>
                <c:pt idx="15399">
                  <c:v>2</c:v>
                </c:pt>
                <c:pt idx="15400">
                  <c:v>2</c:v>
                </c:pt>
                <c:pt idx="15401">
                  <c:v>0</c:v>
                </c:pt>
                <c:pt idx="15402">
                  <c:v>2</c:v>
                </c:pt>
                <c:pt idx="15403">
                  <c:v>0</c:v>
                </c:pt>
                <c:pt idx="15404">
                  <c:v>2</c:v>
                </c:pt>
                <c:pt idx="15405">
                  <c:v>2</c:v>
                </c:pt>
                <c:pt idx="15406">
                  <c:v>2</c:v>
                </c:pt>
                <c:pt idx="15407">
                  <c:v>2</c:v>
                </c:pt>
                <c:pt idx="15408">
                  <c:v>2</c:v>
                </c:pt>
                <c:pt idx="15409">
                  <c:v>3</c:v>
                </c:pt>
                <c:pt idx="15410">
                  <c:v>2</c:v>
                </c:pt>
                <c:pt idx="15411">
                  <c:v>2</c:v>
                </c:pt>
                <c:pt idx="15412">
                  <c:v>2</c:v>
                </c:pt>
                <c:pt idx="15413">
                  <c:v>2</c:v>
                </c:pt>
                <c:pt idx="15414">
                  <c:v>2</c:v>
                </c:pt>
                <c:pt idx="15415">
                  <c:v>2</c:v>
                </c:pt>
                <c:pt idx="15416">
                  <c:v>2</c:v>
                </c:pt>
                <c:pt idx="15417">
                  <c:v>2</c:v>
                </c:pt>
                <c:pt idx="15418">
                  <c:v>3</c:v>
                </c:pt>
                <c:pt idx="15419">
                  <c:v>3</c:v>
                </c:pt>
                <c:pt idx="15420">
                  <c:v>3</c:v>
                </c:pt>
                <c:pt idx="15421">
                  <c:v>2</c:v>
                </c:pt>
                <c:pt idx="15422">
                  <c:v>2</c:v>
                </c:pt>
                <c:pt idx="15423">
                  <c:v>3</c:v>
                </c:pt>
                <c:pt idx="15424">
                  <c:v>2</c:v>
                </c:pt>
                <c:pt idx="15425">
                  <c:v>2</c:v>
                </c:pt>
                <c:pt idx="15426">
                  <c:v>2</c:v>
                </c:pt>
                <c:pt idx="15427">
                  <c:v>2</c:v>
                </c:pt>
                <c:pt idx="15428">
                  <c:v>2</c:v>
                </c:pt>
                <c:pt idx="15429">
                  <c:v>3</c:v>
                </c:pt>
                <c:pt idx="15430">
                  <c:v>2</c:v>
                </c:pt>
                <c:pt idx="15431">
                  <c:v>2</c:v>
                </c:pt>
                <c:pt idx="15432">
                  <c:v>2</c:v>
                </c:pt>
                <c:pt idx="15433">
                  <c:v>2</c:v>
                </c:pt>
                <c:pt idx="15434">
                  <c:v>2</c:v>
                </c:pt>
                <c:pt idx="15435">
                  <c:v>2</c:v>
                </c:pt>
                <c:pt idx="15436">
                  <c:v>2</c:v>
                </c:pt>
                <c:pt idx="15437">
                  <c:v>2</c:v>
                </c:pt>
                <c:pt idx="15438">
                  <c:v>2</c:v>
                </c:pt>
                <c:pt idx="15439">
                  <c:v>2</c:v>
                </c:pt>
                <c:pt idx="15440">
                  <c:v>2</c:v>
                </c:pt>
                <c:pt idx="15441">
                  <c:v>2</c:v>
                </c:pt>
                <c:pt idx="15442">
                  <c:v>2</c:v>
                </c:pt>
                <c:pt idx="15443">
                  <c:v>2</c:v>
                </c:pt>
                <c:pt idx="15444">
                  <c:v>1</c:v>
                </c:pt>
                <c:pt idx="15445">
                  <c:v>2</c:v>
                </c:pt>
                <c:pt idx="15446">
                  <c:v>1</c:v>
                </c:pt>
                <c:pt idx="15447">
                  <c:v>2</c:v>
                </c:pt>
                <c:pt idx="15448">
                  <c:v>2</c:v>
                </c:pt>
                <c:pt idx="15449">
                  <c:v>1</c:v>
                </c:pt>
                <c:pt idx="15450">
                  <c:v>2</c:v>
                </c:pt>
                <c:pt idx="15451">
                  <c:v>1</c:v>
                </c:pt>
                <c:pt idx="15452">
                  <c:v>1</c:v>
                </c:pt>
                <c:pt idx="15453">
                  <c:v>2</c:v>
                </c:pt>
                <c:pt idx="15454">
                  <c:v>1</c:v>
                </c:pt>
                <c:pt idx="15455">
                  <c:v>1</c:v>
                </c:pt>
                <c:pt idx="15456">
                  <c:v>1</c:v>
                </c:pt>
                <c:pt idx="15457">
                  <c:v>3</c:v>
                </c:pt>
                <c:pt idx="15458">
                  <c:v>4</c:v>
                </c:pt>
                <c:pt idx="15459">
                  <c:v>2</c:v>
                </c:pt>
                <c:pt idx="15460">
                  <c:v>8</c:v>
                </c:pt>
                <c:pt idx="15461">
                  <c:v>7</c:v>
                </c:pt>
                <c:pt idx="15462">
                  <c:v>7</c:v>
                </c:pt>
                <c:pt idx="15463">
                  <c:v>6</c:v>
                </c:pt>
                <c:pt idx="15464">
                  <c:v>6</c:v>
                </c:pt>
                <c:pt idx="15465">
                  <c:v>8</c:v>
                </c:pt>
                <c:pt idx="15466">
                  <c:v>7</c:v>
                </c:pt>
                <c:pt idx="15467">
                  <c:v>10</c:v>
                </c:pt>
                <c:pt idx="15468">
                  <c:v>3</c:v>
                </c:pt>
                <c:pt idx="15469">
                  <c:v>7</c:v>
                </c:pt>
                <c:pt idx="15470">
                  <c:v>3</c:v>
                </c:pt>
                <c:pt idx="15471">
                  <c:v>4</c:v>
                </c:pt>
                <c:pt idx="15472">
                  <c:v>5</c:v>
                </c:pt>
                <c:pt idx="15473">
                  <c:v>8</c:v>
                </c:pt>
                <c:pt idx="15474">
                  <c:v>4</c:v>
                </c:pt>
                <c:pt idx="15475">
                  <c:v>3</c:v>
                </c:pt>
                <c:pt idx="15476">
                  <c:v>8</c:v>
                </c:pt>
                <c:pt idx="15477">
                  <c:v>6</c:v>
                </c:pt>
                <c:pt idx="15478">
                  <c:v>7</c:v>
                </c:pt>
                <c:pt idx="15479">
                  <c:v>4</c:v>
                </c:pt>
                <c:pt idx="15480">
                  <c:v>3</c:v>
                </c:pt>
                <c:pt idx="15481">
                  <c:v>3</c:v>
                </c:pt>
                <c:pt idx="15482">
                  <c:v>8</c:v>
                </c:pt>
                <c:pt idx="15483">
                  <c:v>1</c:v>
                </c:pt>
                <c:pt idx="15484">
                  <c:v>2</c:v>
                </c:pt>
                <c:pt idx="15485">
                  <c:v>3</c:v>
                </c:pt>
                <c:pt idx="15486">
                  <c:v>2</c:v>
                </c:pt>
                <c:pt idx="15487">
                  <c:v>1</c:v>
                </c:pt>
                <c:pt idx="15488">
                  <c:v>2</c:v>
                </c:pt>
                <c:pt idx="15489">
                  <c:v>1</c:v>
                </c:pt>
                <c:pt idx="15490">
                  <c:v>2</c:v>
                </c:pt>
                <c:pt idx="15491">
                  <c:v>2</c:v>
                </c:pt>
                <c:pt idx="15492">
                  <c:v>2</c:v>
                </c:pt>
                <c:pt idx="15493">
                  <c:v>1</c:v>
                </c:pt>
                <c:pt idx="15494">
                  <c:v>3</c:v>
                </c:pt>
                <c:pt idx="15495">
                  <c:v>2</c:v>
                </c:pt>
                <c:pt idx="15496">
                  <c:v>1</c:v>
                </c:pt>
                <c:pt idx="15497">
                  <c:v>3</c:v>
                </c:pt>
                <c:pt idx="15498">
                  <c:v>3</c:v>
                </c:pt>
                <c:pt idx="15499">
                  <c:v>3</c:v>
                </c:pt>
                <c:pt idx="15500">
                  <c:v>2</c:v>
                </c:pt>
                <c:pt idx="15501">
                  <c:v>3</c:v>
                </c:pt>
                <c:pt idx="15502">
                  <c:v>4</c:v>
                </c:pt>
                <c:pt idx="15503">
                  <c:v>4</c:v>
                </c:pt>
                <c:pt idx="15504">
                  <c:v>4</c:v>
                </c:pt>
                <c:pt idx="15505">
                  <c:v>3</c:v>
                </c:pt>
                <c:pt idx="15506">
                  <c:v>6</c:v>
                </c:pt>
                <c:pt idx="15507">
                  <c:v>2</c:v>
                </c:pt>
                <c:pt idx="15508">
                  <c:v>2</c:v>
                </c:pt>
                <c:pt idx="15509">
                  <c:v>3</c:v>
                </c:pt>
                <c:pt idx="15510">
                  <c:v>4</c:v>
                </c:pt>
                <c:pt idx="15511">
                  <c:v>1</c:v>
                </c:pt>
                <c:pt idx="15512">
                  <c:v>4</c:v>
                </c:pt>
                <c:pt idx="15513">
                  <c:v>3</c:v>
                </c:pt>
                <c:pt idx="15514">
                  <c:v>3</c:v>
                </c:pt>
                <c:pt idx="15515">
                  <c:v>3</c:v>
                </c:pt>
                <c:pt idx="15516">
                  <c:v>2</c:v>
                </c:pt>
                <c:pt idx="15517">
                  <c:v>2</c:v>
                </c:pt>
                <c:pt idx="15518">
                  <c:v>2</c:v>
                </c:pt>
                <c:pt idx="15519">
                  <c:v>3</c:v>
                </c:pt>
                <c:pt idx="15520">
                  <c:v>3</c:v>
                </c:pt>
                <c:pt idx="15521">
                  <c:v>1</c:v>
                </c:pt>
                <c:pt idx="15522">
                  <c:v>2</c:v>
                </c:pt>
                <c:pt idx="15523">
                  <c:v>3</c:v>
                </c:pt>
                <c:pt idx="15524">
                  <c:v>2</c:v>
                </c:pt>
                <c:pt idx="15525">
                  <c:v>4</c:v>
                </c:pt>
                <c:pt idx="15526">
                  <c:v>4</c:v>
                </c:pt>
                <c:pt idx="15527">
                  <c:v>3</c:v>
                </c:pt>
                <c:pt idx="15528">
                  <c:v>2</c:v>
                </c:pt>
                <c:pt idx="15529">
                  <c:v>3</c:v>
                </c:pt>
                <c:pt idx="15530">
                  <c:v>4</c:v>
                </c:pt>
                <c:pt idx="15531">
                  <c:v>3</c:v>
                </c:pt>
                <c:pt idx="15532">
                  <c:v>1</c:v>
                </c:pt>
                <c:pt idx="15533">
                  <c:v>2</c:v>
                </c:pt>
                <c:pt idx="15534">
                  <c:v>2</c:v>
                </c:pt>
                <c:pt idx="15535">
                  <c:v>1</c:v>
                </c:pt>
                <c:pt idx="15536">
                  <c:v>1</c:v>
                </c:pt>
                <c:pt idx="15537">
                  <c:v>1</c:v>
                </c:pt>
                <c:pt idx="15538">
                  <c:v>2</c:v>
                </c:pt>
                <c:pt idx="15539">
                  <c:v>2</c:v>
                </c:pt>
                <c:pt idx="15540">
                  <c:v>1</c:v>
                </c:pt>
                <c:pt idx="15541">
                  <c:v>2</c:v>
                </c:pt>
                <c:pt idx="15542">
                  <c:v>1</c:v>
                </c:pt>
                <c:pt idx="15543">
                  <c:v>3</c:v>
                </c:pt>
                <c:pt idx="15544">
                  <c:v>2</c:v>
                </c:pt>
                <c:pt idx="15545">
                  <c:v>2</c:v>
                </c:pt>
                <c:pt idx="15546">
                  <c:v>2</c:v>
                </c:pt>
                <c:pt idx="15547">
                  <c:v>1</c:v>
                </c:pt>
                <c:pt idx="15548">
                  <c:v>2</c:v>
                </c:pt>
                <c:pt idx="15549">
                  <c:v>1</c:v>
                </c:pt>
                <c:pt idx="15550">
                  <c:v>2</c:v>
                </c:pt>
                <c:pt idx="15551">
                  <c:v>1</c:v>
                </c:pt>
                <c:pt idx="15552">
                  <c:v>2</c:v>
                </c:pt>
                <c:pt idx="15553">
                  <c:v>2</c:v>
                </c:pt>
                <c:pt idx="15554">
                  <c:v>3</c:v>
                </c:pt>
                <c:pt idx="15555">
                  <c:v>2</c:v>
                </c:pt>
                <c:pt idx="15556">
                  <c:v>3</c:v>
                </c:pt>
                <c:pt idx="15557">
                  <c:v>3</c:v>
                </c:pt>
                <c:pt idx="15558">
                  <c:v>4</c:v>
                </c:pt>
                <c:pt idx="15559">
                  <c:v>9</c:v>
                </c:pt>
                <c:pt idx="15560">
                  <c:v>4</c:v>
                </c:pt>
                <c:pt idx="15561">
                  <c:v>4</c:v>
                </c:pt>
                <c:pt idx="15562">
                  <c:v>4</c:v>
                </c:pt>
                <c:pt idx="15563">
                  <c:v>4</c:v>
                </c:pt>
                <c:pt idx="15564">
                  <c:v>4</c:v>
                </c:pt>
                <c:pt idx="15565">
                  <c:v>4</c:v>
                </c:pt>
                <c:pt idx="15566">
                  <c:v>4</c:v>
                </c:pt>
                <c:pt idx="15567">
                  <c:v>5</c:v>
                </c:pt>
                <c:pt idx="15568">
                  <c:v>3</c:v>
                </c:pt>
                <c:pt idx="15569">
                  <c:v>4</c:v>
                </c:pt>
                <c:pt idx="15570">
                  <c:v>3</c:v>
                </c:pt>
                <c:pt idx="15571">
                  <c:v>2</c:v>
                </c:pt>
                <c:pt idx="15572">
                  <c:v>5</c:v>
                </c:pt>
                <c:pt idx="15573">
                  <c:v>1</c:v>
                </c:pt>
                <c:pt idx="15574">
                  <c:v>4</c:v>
                </c:pt>
                <c:pt idx="15575">
                  <c:v>4</c:v>
                </c:pt>
                <c:pt idx="15576">
                  <c:v>6</c:v>
                </c:pt>
                <c:pt idx="15577">
                  <c:v>4</c:v>
                </c:pt>
                <c:pt idx="15578">
                  <c:v>4</c:v>
                </c:pt>
                <c:pt idx="15579">
                  <c:v>5</c:v>
                </c:pt>
                <c:pt idx="15580">
                  <c:v>8</c:v>
                </c:pt>
                <c:pt idx="15581">
                  <c:v>3</c:v>
                </c:pt>
                <c:pt idx="15582">
                  <c:v>4</c:v>
                </c:pt>
                <c:pt idx="15583">
                  <c:v>5</c:v>
                </c:pt>
                <c:pt idx="15584">
                  <c:v>3</c:v>
                </c:pt>
                <c:pt idx="15585">
                  <c:v>5</c:v>
                </c:pt>
                <c:pt idx="15586">
                  <c:v>3</c:v>
                </c:pt>
                <c:pt idx="15587">
                  <c:v>7</c:v>
                </c:pt>
                <c:pt idx="15588">
                  <c:v>3</c:v>
                </c:pt>
                <c:pt idx="15589">
                  <c:v>3</c:v>
                </c:pt>
                <c:pt idx="15590">
                  <c:v>2</c:v>
                </c:pt>
                <c:pt idx="15591">
                  <c:v>3</c:v>
                </c:pt>
                <c:pt idx="15592">
                  <c:v>2</c:v>
                </c:pt>
                <c:pt idx="15593">
                  <c:v>5</c:v>
                </c:pt>
                <c:pt idx="15594">
                  <c:v>3</c:v>
                </c:pt>
                <c:pt idx="15595">
                  <c:v>4</c:v>
                </c:pt>
                <c:pt idx="15596">
                  <c:v>4</c:v>
                </c:pt>
                <c:pt idx="15597">
                  <c:v>5</c:v>
                </c:pt>
                <c:pt idx="15598">
                  <c:v>3</c:v>
                </c:pt>
                <c:pt idx="15599">
                  <c:v>3</c:v>
                </c:pt>
                <c:pt idx="15600">
                  <c:v>12</c:v>
                </c:pt>
                <c:pt idx="15601">
                  <c:v>16</c:v>
                </c:pt>
                <c:pt idx="15602">
                  <c:v>12</c:v>
                </c:pt>
                <c:pt idx="15603">
                  <c:v>12</c:v>
                </c:pt>
                <c:pt idx="15604">
                  <c:v>12</c:v>
                </c:pt>
                <c:pt idx="15605">
                  <c:v>4</c:v>
                </c:pt>
                <c:pt idx="15606">
                  <c:v>8</c:v>
                </c:pt>
                <c:pt idx="15607">
                  <c:v>2</c:v>
                </c:pt>
                <c:pt idx="15608">
                  <c:v>8</c:v>
                </c:pt>
                <c:pt idx="15609">
                  <c:v>6</c:v>
                </c:pt>
                <c:pt idx="15610">
                  <c:v>9</c:v>
                </c:pt>
                <c:pt idx="15611">
                  <c:v>7</c:v>
                </c:pt>
                <c:pt idx="15612">
                  <c:v>4</c:v>
                </c:pt>
                <c:pt idx="15613">
                  <c:v>2</c:v>
                </c:pt>
                <c:pt idx="15614">
                  <c:v>3</c:v>
                </c:pt>
                <c:pt idx="15615">
                  <c:v>4</c:v>
                </c:pt>
                <c:pt idx="15616">
                  <c:v>0</c:v>
                </c:pt>
                <c:pt idx="15617">
                  <c:v>1</c:v>
                </c:pt>
                <c:pt idx="15618">
                  <c:v>3</c:v>
                </c:pt>
                <c:pt idx="15619">
                  <c:v>3</c:v>
                </c:pt>
                <c:pt idx="15620">
                  <c:v>6</c:v>
                </c:pt>
                <c:pt idx="15621">
                  <c:v>2</c:v>
                </c:pt>
                <c:pt idx="15622">
                  <c:v>4</c:v>
                </c:pt>
                <c:pt idx="15623">
                  <c:v>7</c:v>
                </c:pt>
                <c:pt idx="15624">
                  <c:v>10</c:v>
                </c:pt>
                <c:pt idx="15625">
                  <c:v>3</c:v>
                </c:pt>
                <c:pt idx="15626">
                  <c:v>5</c:v>
                </c:pt>
                <c:pt idx="15627">
                  <c:v>3</c:v>
                </c:pt>
                <c:pt idx="15628">
                  <c:v>7</c:v>
                </c:pt>
                <c:pt idx="15629">
                  <c:v>4</c:v>
                </c:pt>
                <c:pt idx="15630">
                  <c:v>6</c:v>
                </c:pt>
                <c:pt idx="15631">
                  <c:v>2</c:v>
                </c:pt>
                <c:pt idx="15632">
                  <c:v>5</c:v>
                </c:pt>
                <c:pt idx="15633">
                  <c:v>4</c:v>
                </c:pt>
                <c:pt idx="15634">
                  <c:v>4</c:v>
                </c:pt>
                <c:pt idx="15635">
                  <c:v>4</c:v>
                </c:pt>
                <c:pt idx="15636">
                  <c:v>4</c:v>
                </c:pt>
                <c:pt idx="15637">
                  <c:v>1</c:v>
                </c:pt>
                <c:pt idx="15638">
                  <c:v>5</c:v>
                </c:pt>
                <c:pt idx="15639">
                  <c:v>5</c:v>
                </c:pt>
                <c:pt idx="15640">
                  <c:v>3</c:v>
                </c:pt>
                <c:pt idx="15641">
                  <c:v>4</c:v>
                </c:pt>
                <c:pt idx="15642">
                  <c:v>5</c:v>
                </c:pt>
                <c:pt idx="15643">
                  <c:v>3</c:v>
                </c:pt>
                <c:pt idx="15644">
                  <c:v>5</c:v>
                </c:pt>
                <c:pt idx="15645">
                  <c:v>4</c:v>
                </c:pt>
                <c:pt idx="15646">
                  <c:v>4</c:v>
                </c:pt>
                <c:pt idx="15647">
                  <c:v>4</c:v>
                </c:pt>
                <c:pt idx="15648">
                  <c:v>3</c:v>
                </c:pt>
                <c:pt idx="15649">
                  <c:v>3</c:v>
                </c:pt>
                <c:pt idx="15650">
                  <c:v>4</c:v>
                </c:pt>
                <c:pt idx="15651">
                  <c:v>4</c:v>
                </c:pt>
                <c:pt idx="15652">
                  <c:v>4</c:v>
                </c:pt>
                <c:pt idx="15653">
                  <c:v>5</c:v>
                </c:pt>
                <c:pt idx="15654">
                  <c:v>3</c:v>
                </c:pt>
                <c:pt idx="15655">
                  <c:v>3</c:v>
                </c:pt>
                <c:pt idx="15656">
                  <c:v>5</c:v>
                </c:pt>
                <c:pt idx="15657">
                  <c:v>3</c:v>
                </c:pt>
                <c:pt idx="15658">
                  <c:v>3</c:v>
                </c:pt>
                <c:pt idx="15659">
                  <c:v>3</c:v>
                </c:pt>
                <c:pt idx="15660">
                  <c:v>2</c:v>
                </c:pt>
                <c:pt idx="15661">
                  <c:v>4</c:v>
                </c:pt>
                <c:pt idx="15662">
                  <c:v>3</c:v>
                </c:pt>
                <c:pt idx="15663">
                  <c:v>4</c:v>
                </c:pt>
                <c:pt idx="15664">
                  <c:v>6</c:v>
                </c:pt>
                <c:pt idx="15665">
                  <c:v>5</c:v>
                </c:pt>
                <c:pt idx="15666">
                  <c:v>1</c:v>
                </c:pt>
                <c:pt idx="15667">
                  <c:v>2</c:v>
                </c:pt>
                <c:pt idx="15668">
                  <c:v>2</c:v>
                </c:pt>
                <c:pt idx="15669">
                  <c:v>4</c:v>
                </c:pt>
                <c:pt idx="15670">
                  <c:v>4</c:v>
                </c:pt>
                <c:pt idx="15671">
                  <c:v>2</c:v>
                </c:pt>
                <c:pt idx="15672">
                  <c:v>2</c:v>
                </c:pt>
                <c:pt idx="15673">
                  <c:v>13</c:v>
                </c:pt>
                <c:pt idx="15674">
                  <c:v>1</c:v>
                </c:pt>
                <c:pt idx="15675">
                  <c:v>2</c:v>
                </c:pt>
                <c:pt idx="15676">
                  <c:v>2</c:v>
                </c:pt>
                <c:pt idx="15677">
                  <c:v>4</c:v>
                </c:pt>
                <c:pt idx="15678">
                  <c:v>2</c:v>
                </c:pt>
                <c:pt idx="15679">
                  <c:v>2</c:v>
                </c:pt>
                <c:pt idx="15680">
                  <c:v>2</c:v>
                </c:pt>
                <c:pt idx="15681">
                  <c:v>2</c:v>
                </c:pt>
                <c:pt idx="15682">
                  <c:v>2</c:v>
                </c:pt>
                <c:pt idx="15683">
                  <c:v>2</c:v>
                </c:pt>
                <c:pt idx="15684">
                  <c:v>2</c:v>
                </c:pt>
                <c:pt idx="15685">
                  <c:v>1</c:v>
                </c:pt>
                <c:pt idx="15686">
                  <c:v>1</c:v>
                </c:pt>
                <c:pt idx="15687">
                  <c:v>2</c:v>
                </c:pt>
                <c:pt idx="15688">
                  <c:v>2</c:v>
                </c:pt>
                <c:pt idx="15689">
                  <c:v>2</c:v>
                </c:pt>
                <c:pt idx="15690">
                  <c:v>2</c:v>
                </c:pt>
                <c:pt idx="15691">
                  <c:v>2</c:v>
                </c:pt>
                <c:pt idx="15692">
                  <c:v>2</c:v>
                </c:pt>
                <c:pt idx="15693">
                  <c:v>1</c:v>
                </c:pt>
                <c:pt idx="15694">
                  <c:v>2</c:v>
                </c:pt>
                <c:pt idx="15695">
                  <c:v>2</c:v>
                </c:pt>
                <c:pt idx="15696">
                  <c:v>2</c:v>
                </c:pt>
                <c:pt idx="15697">
                  <c:v>2</c:v>
                </c:pt>
                <c:pt idx="15698">
                  <c:v>2</c:v>
                </c:pt>
                <c:pt idx="15699">
                  <c:v>3</c:v>
                </c:pt>
                <c:pt idx="15700">
                  <c:v>3</c:v>
                </c:pt>
                <c:pt idx="15701">
                  <c:v>2</c:v>
                </c:pt>
                <c:pt idx="15702">
                  <c:v>3</c:v>
                </c:pt>
                <c:pt idx="15703">
                  <c:v>2</c:v>
                </c:pt>
                <c:pt idx="15704">
                  <c:v>3</c:v>
                </c:pt>
                <c:pt idx="15705">
                  <c:v>3</c:v>
                </c:pt>
                <c:pt idx="15706">
                  <c:v>3</c:v>
                </c:pt>
                <c:pt idx="15707">
                  <c:v>3</c:v>
                </c:pt>
                <c:pt idx="15708">
                  <c:v>2</c:v>
                </c:pt>
                <c:pt idx="15709">
                  <c:v>2</c:v>
                </c:pt>
                <c:pt idx="15710">
                  <c:v>2</c:v>
                </c:pt>
                <c:pt idx="15711">
                  <c:v>2</c:v>
                </c:pt>
                <c:pt idx="15712">
                  <c:v>3</c:v>
                </c:pt>
                <c:pt idx="15713">
                  <c:v>4</c:v>
                </c:pt>
                <c:pt idx="15714">
                  <c:v>2</c:v>
                </c:pt>
                <c:pt idx="15715">
                  <c:v>3</c:v>
                </c:pt>
                <c:pt idx="15716">
                  <c:v>4</c:v>
                </c:pt>
                <c:pt idx="15717">
                  <c:v>2</c:v>
                </c:pt>
                <c:pt idx="15718">
                  <c:v>2</c:v>
                </c:pt>
                <c:pt idx="15719">
                  <c:v>4</c:v>
                </c:pt>
                <c:pt idx="15720">
                  <c:v>1</c:v>
                </c:pt>
                <c:pt idx="15721">
                  <c:v>1</c:v>
                </c:pt>
                <c:pt idx="15722">
                  <c:v>3</c:v>
                </c:pt>
                <c:pt idx="15723">
                  <c:v>2</c:v>
                </c:pt>
                <c:pt idx="15724">
                  <c:v>2</c:v>
                </c:pt>
                <c:pt idx="15725">
                  <c:v>3</c:v>
                </c:pt>
                <c:pt idx="15726">
                  <c:v>1</c:v>
                </c:pt>
                <c:pt idx="15727">
                  <c:v>3</c:v>
                </c:pt>
                <c:pt idx="15728">
                  <c:v>3</c:v>
                </c:pt>
                <c:pt idx="15729">
                  <c:v>2</c:v>
                </c:pt>
                <c:pt idx="15730">
                  <c:v>3</c:v>
                </c:pt>
                <c:pt idx="15731">
                  <c:v>2</c:v>
                </c:pt>
                <c:pt idx="15732">
                  <c:v>3</c:v>
                </c:pt>
                <c:pt idx="15733">
                  <c:v>2</c:v>
                </c:pt>
                <c:pt idx="15734">
                  <c:v>2</c:v>
                </c:pt>
                <c:pt idx="15735">
                  <c:v>2</c:v>
                </c:pt>
                <c:pt idx="15736">
                  <c:v>3</c:v>
                </c:pt>
                <c:pt idx="15737">
                  <c:v>2</c:v>
                </c:pt>
                <c:pt idx="15738">
                  <c:v>2</c:v>
                </c:pt>
                <c:pt idx="15739">
                  <c:v>3</c:v>
                </c:pt>
                <c:pt idx="15740">
                  <c:v>2</c:v>
                </c:pt>
                <c:pt idx="15741">
                  <c:v>3</c:v>
                </c:pt>
                <c:pt idx="15742">
                  <c:v>1</c:v>
                </c:pt>
                <c:pt idx="15743">
                  <c:v>5</c:v>
                </c:pt>
                <c:pt idx="15744">
                  <c:v>8</c:v>
                </c:pt>
                <c:pt idx="15745">
                  <c:v>4</c:v>
                </c:pt>
                <c:pt idx="15746">
                  <c:v>14</c:v>
                </c:pt>
                <c:pt idx="15747">
                  <c:v>6</c:v>
                </c:pt>
                <c:pt idx="15748">
                  <c:v>2</c:v>
                </c:pt>
                <c:pt idx="15749">
                  <c:v>2</c:v>
                </c:pt>
                <c:pt idx="15750">
                  <c:v>2</c:v>
                </c:pt>
                <c:pt idx="15751">
                  <c:v>3</c:v>
                </c:pt>
                <c:pt idx="15752">
                  <c:v>1</c:v>
                </c:pt>
                <c:pt idx="15753">
                  <c:v>2</c:v>
                </c:pt>
                <c:pt idx="15754">
                  <c:v>2</c:v>
                </c:pt>
                <c:pt idx="15755">
                  <c:v>3</c:v>
                </c:pt>
                <c:pt idx="15756">
                  <c:v>1</c:v>
                </c:pt>
                <c:pt idx="15757">
                  <c:v>1</c:v>
                </c:pt>
                <c:pt idx="15758">
                  <c:v>1</c:v>
                </c:pt>
                <c:pt idx="15759">
                  <c:v>2</c:v>
                </c:pt>
                <c:pt idx="15760">
                  <c:v>2</c:v>
                </c:pt>
                <c:pt idx="15761">
                  <c:v>2</c:v>
                </c:pt>
                <c:pt idx="15762">
                  <c:v>2</c:v>
                </c:pt>
                <c:pt idx="15763">
                  <c:v>2</c:v>
                </c:pt>
                <c:pt idx="15764">
                  <c:v>1</c:v>
                </c:pt>
                <c:pt idx="15765">
                  <c:v>3</c:v>
                </c:pt>
                <c:pt idx="15766">
                  <c:v>2</c:v>
                </c:pt>
                <c:pt idx="15767">
                  <c:v>3</c:v>
                </c:pt>
                <c:pt idx="15768">
                  <c:v>3</c:v>
                </c:pt>
                <c:pt idx="15769">
                  <c:v>1</c:v>
                </c:pt>
                <c:pt idx="15770">
                  <c:v>2</c:v>
                </c:pt>
                <c:pt idx="15771">
                  <c:v>3</c:v>
                </c:pt>
                <c:pt idx="15772">
                  <c:v>3</c:v>
                </c:pt>
                <c:pt idx="15773">
                  <c:v>2</c:v>
                </c:pt>
                <c:pt idx="15774">
                  <c:v>3</c:v>
                </c:pt>
                <c:pt idx="15775">
                  <c:v>3</c:v>
                </c:pt>
                <c:pt idx="15776">
                  <c:v>5</c:v>
                </c:pt>
                <c:pt idx="15777">
                  <c:v>4</c:v>
                </c:pt>
                <c:pt idx="15778">
                  <c:v>3</c:v>
                </c:pt>
                <c:pt idx="15779">
                  <c:v>6</c:v>
                </c:pt>
                <c:pt idx="15780">
                  <c:v>6</c:v>
                </c:pt>
                <c:pt idx="15781">
                  <c:v>2</c:v>
                </c:pt>
                <c:pt idx="15782">
                  <c:v>3</c:v>
                </c:pt>
                <c:pt idx="15783">
                  <c:v>1</c:v>
                </c:pt>
                <c:pt idx="15784">
                  <c:v>1</c:v>
                </c:pt>
                <c:pt idx="15785">
                  <c:v>1</c:v>
                </c:pt>
                <c:pt idx="15786">
                  <c:v>1</c:v>
                </c:pt>
                <c:pt idx="15787">
                  <c:v>2</c:v>
                </c:pt>
                <c:pt idx="15788">
                  <c:v>1</c:v>
                </c:pt>
                <c:pt idx="15789">
                  <c:v>2</c:v>
                </c:pt>
                <c:pt idx="15790">
                  <c:v>2</c:v>
                </c:pt>
                <c:pt idx="15791">
                  <c:v>2</c:v>
                </c:pt>
                <c:pt idx="15792">
                  <c:v>1</c:v>
                </c:pt>
                <c:pt idx="15793">
                  <c:v>1</c:v>
                </c:pt>
                <c:pt idx="15794">
                  <c:v>1</c:v>
                </c:pt>
                <c:pt idx="15795">
                  <c:v>1</c:v>
                </c:pt>
                <c:pt idx="15796">
                  <c:v>1</c:v>
                </c:pt>
                <c:pt idx="15797">
                  <c:v>2</c:v>
                </c:pt>
                <c:pt idx="15798">
                  <c:v>1</c:v>
                </c:pt>
                <c:pt idx="15799">
                  <c:v>1</c:v>
                </c:pt>
                <c:pt idx="15800">
                  <c:v>1</c:v>
                </c:pt>
                <c:pt idx="15801">
                  <c:v>1</c:v>
                </c:pt>
                <c:pt idx="15802">
                  <c:v>1</c:v>
                </c:pt>
                <c:pt idx="15803">
                  <c:v>2</c:v>
                </c:pt>
                <c:pt idx="15804">
                  <c:v>2</c:v>
                </c:pt>
                <c:pt idx="15805">
                  <c:v>1</c:v>
                </c:pt>
                <c:pt idx="15806">
                  <c:v>1</c:v>
                </c:pt>
                <c:pt idx="15807">
                  <c:v>2</c:v>
                </c:pt>
                <c:pt idx="15808">
                  <c:v>2</c:v>
                </c:pt>
                <c:pt idx="15809">
                  <c:v>2</c:v>
                </c:pt>
                <c:pt idx="15810">
                  <c:v>2</c:v>
                </c:pt>
                <c:pt idx="15811">
                  <c:v>1</c:v>
                </c:pt>
                <c:pt idx="15812">
                  <c:v>1</c:v>
                </c:pt>
                <c:pt idx="15813">
                  <c:v>2</c:v>
                </c:pt>
                <c:pt idx="15814">
                  <c:v>2</c:v>
                </c:pt>
                <c:pt idx="15815">
                  <c:v>1</c:v>
                </c:pt>
                <c:pt idx="15816">
                  <c:v>1</c:v>
                </c:pt>
                <c:pt idx="15817">
                  <c:v>2</c:v>
                </c:pt>
                <c:pt idx="15818">
                  <c:v>2</c:v>
                </c:pt>
                <c:pt idx="15819">
                  <c:v>3</c:v>
                </c:pt>
                <c:pt idx="15820">
                  <c:v>3</c:v>
                </c:pt>
                <c:pt idx="15821">
                  <c:v>2</c:v>
                </c:pt>
                <c:pt idx="15822">
                  <c:v>1</c:v>
                </c:pt>
                <c:pt idx="15823">
                  <c:v>3</c:v>
                </c:pt>
                <c:pt idx="15824">
                  <c:v>3</c:v>
                </c:pt>
                <c:pt idx="15825">
                  <c:v>2</c:v>
                </c:pt>
                <c:pt idx="15826">
                  <c:v>2</c:v>
                </c:pt>
                <c:pt idx="15827">
                  <c:v>2</c:v>
                </c:pt>
                <c:pt idx="15828">
                  <c:v>3</c:v>
                </c:pt>
                <c:pt idx="15829">
                  <c:v>1</c:v>
                </c:pt>
                <c:pt idx="15830">
                  <c:v>3</c:v>
                </c:pt>
                <c:pt idx="15831">
                  <c:v>3</c:v>
                </c:pt>
                <c:pt idx="15832">
                  <c:v>2</c:v>
                </c:pt>
                <c:pt idx="15833">
                  <c:v>2</c:v>
                </c:pt>
                <c:pt idx="15834">
                  <c:v>1</c:v>
                </c:pt>
                <c:pt idx="15835">
                  <c:v>2</c:v>
                </c:pt>
                <c:pt idx="15836">
                  <c:v>1</c:v>
                </c:pt>
                <c:pt idx="15837">
                  <c:v>3</c:v>
                </c:pt>
                <c:pt idx="15838">
                  <c:v>2</c:v>
                </c:pt>
                <c:pt idx="15839">
                  <c:v>2</c:v>
                </c:pt>
                <c:pt idx="15840">
                  <c:v>3</c:v>
                </c:pt>
                <c:pt idx="15841">
                  <c:v>3</c:v>
                </c:pt>
                <c:pt idx="15842">
                  <c:v>2</c:v>
                </c:pt>
                <c:pt idx="15843">
                  <c:v>3</c:v>
                </c:pt>
                <c:pt idx="15844">
                  <c:v>3</c:v>
                </c:pt>
                <c:pt idx="15845">
                  <c:v>3</c:v>
                </c:pt>
                <c:pt idx="15846">
                  <c:v>2</c:v>
                </c:pt>
                <c:pt idx="15847">
                  <c:v>2</c:v>
                </c:pt>
                <c:pt idx="15848">
                  <c:v>1</c:v>
                </c:pt>
                <c:pt idx="15849">
                  <c:v>3</c:v>
                </c:pt>
                <c:pt idx="15850">
                  <c:v>2</c:v>
                </c:pt>
                <c:pt idx="15851">
                  <c:v>1</c:v>
                </c:pt>
                <c:pt idx="15852">
                  <c:v>2</c:v>
                </c:pt>
                <c:pt idx="15853">
                  <c:v>2</c:v>
                </c:pt>
                <c:pt idx="15854">
                  <c:v>2</c:v>
                </c:pt>
                <c:pt idx="15855">
                  <c:v>2</c:v>
                </c:pt>
                <c:pt idx="15856">
                  <c:v>2</c:v>
                </c:pt>
                <c:pt idx="15857">
                  <c:v>7</c:v>
                </c:pt>
                <c:pt idx="15858">
                  <c:v>5</c:v>
                </c:pt>
                <c:pt idx="15859">
                  <c:v>6</c:v>
                </c:pt>
                <c:pt idx="15860">
                  <c:v>7</c:v>
                </c:pt>
                <c:pt idx="15861">
                  <c:v>6</c:v>
                </c:pt>
                <c:pt idx="15862">
                  <c:v>5</c:v>
                </c:pt>
                <c:pt idx="15863">
                  <c:v>8</c:v>
                </c:pt>
                <c:pt idx="15864">
                  <c:v>6</c:v>
                </c:pt>
                <c:pt idx="15865">
                  <c:v>7</c:v>
                </c:pt>
                <c:pt idx="15866">
                  <c:v>5</c:v>
                </c:pt>
                <c:pt idx="15867">
                  <c:v>6</c:v>
                </c:pt>
                <c:pt idx="15868">
                  <c:v>6</c:v>
                </c:pt>
                <c:pt idx="15869">
                  <c:v>8</c:v>
                </c:pt>
                <c:pt idx="15870">
                  <c:v>4</c:v>
                </c:pt>
                <c:pt idx="15871">
                  <c:v>2</c:v>
                </c:pt>
                <c:pt idx="15872">
                  <c:v>4</c:v>
                </c:pt>
                <c:pt idx="15873">
                  <c:v>2</c:v>
                </c:pt>
                <c:pt idx="15874">
                  <c:v>3</c:v>
                </c:pt>
                <c:pt idx="15875">
                  <c:v>2</c:v>
                </c:pt>
                <c:pt idx="15876">
                  <c:v>8</c:v>
                </c:pt>
                <c:pt idx="15877">
                  <c:v>4</c:v>
                </c:pt>
                <c:pt idx="15878">
                  <c:v>2</c:v>
                </c:pt>
                <c:pt idx="15879">
                  <c:v>3</c:v>
                </c:pt>
                <c:pt idx="15880">
                  <c:v>6</c:v>
                </c:pt>
                <c:pt idx="15881">
                  <c:v>4</c:v>
                </c:pt>
                <c:pt idx="15882">
                  <c:v>2</c:v>
                </c:pt>
                <c:pt idx="15883">
                  <c:v>2</c:v>
                </c:pt>
                <c:pt idx="15884">
                  <c:v>3</c:v>
                </c:pt>
                <c:pt idx="15885">
                  <c:v>2</c:v>
                </c:pt>
                <c:pt idx="15886">
                  <c:v>9</c:v>
                </c:pt>
                <c:pt idx="15887">
                  <c:v>2</c:v>
                </c:pt>
                <c:pt idx="15888">
                  <c:v>3</c:v>
                </c:pt>
                <c:pt idx="15889">
                  <c:v>4</c:v>
                </c:pt>
                <c:pt idx="15890">
                  <c:v>4</c:v>
                </c:pt>
                <c:pt idx="15891">
                  <c:v>3</c:v>
                </c:pt>
                <c:pt idx="15892">
                  <c:v>4</c:v>
                </c:pt>
                <c:pt idx="15893">
                  <c:v>4</c:v>
                </c:pt>
                <c:pt idx="15894">
                  <c:v>6</c:v>
                </c:pt>
                <c:pt idx="15895">
                  <c:v>4</c:v>
                </c:pt>
                <c:pt idx="15896">
                  <c:v>4</c:v>
                </c:pt>
                <c:pt idx="15897">
                  <c:v>1</c:v>
                </c:pt>
                <c:pt idx="15898">
                  <c:v>1</c:v>
                </c:pt>
                <c:pt idx="15899">
                  <c:v>1</c:v>
                </c:pt>
                <c:pt idx="15900">
                  <c:v>1</c:v>
                </c:pt>
                <c:pt idx="15901">
                  <c:v>1</c:v>
                </c:pt>
                <c:pt idx="15902">
                  <c:v>1</c:v>
                </c:pt>
                <c:pt idx="15903">
                  <c:v>1</c:v>
                </c:pt>
                <c:pt idx="15904">
                  <c:v>1</c:v>
                </c:pt>
                <c:pt idx="15905">
                  <c:v>1</c:v>
                </c:pt>
                <c:pt idx="15906">
                  <c:v>1</c:v>
                </c:pt>
                <c:pt idx="15907">
                  <c:v>1</c:v>
                </c:pt>
                <c:pt idx="15908">
                  <c:v>1</c:v>
                </c:pt>
                <c:pt idx="15909">
                  <c:v>1</c:v>
                </c:pt>
                <c:pt idx="15910">
                  <c:v>1</c:v>
                </c:pt>
                <c:pt idx="15911">
                  <c:v>1</c:v>
                </c:pt>
                <c:pt idx="15912">
                  <c:v>3</c:v>
                </c:pt>
                <c:pt idx="15913">
                  <c:v>2</c:v>
                </c:pt>
                <c:pt idx="15914">
                  <c:v>4</c:v>
                </c:pt>
                <c:pt idx="15915">
                  <c:v>3</c:v>
                </c:pt>
                <c:pt idx="15916">
                  <c:v>2</c:v>
                </c:pt>
                <c:pt idx="15917">
                  <c:v>3</c:v>
                </c:pt>
                <c:pt idx="15918">
                  <c:v>1</c:v>
                </c:pt>
                <c:pt idx="15919">
                  <c:v>2</c:v>
                </c:pt>
                <c:pt idx="15920">
                  <c:v>1</c:v>
                </c:pt>
                <c:pt idx="15921">
                  <c:v>1</c:v>
                </c:pt>
                <c:pt idx="15922">
                  <c:v>2</c:v>
                </c:pt>
                <c:pt idx="15923">
                  <c:v>3</c:v>
                </c:pt>
                <c:pt idx="15924">
                  <c:v>4</c:v>
                </c:pt>
                <c:pt idx="15925">
                  <c:v>3</c:v>
                </c:pt>
                <c:pt idx="15926">
                  <c:v>1</c:v>
                </c:pt>
                <c:pt idx="15927">
                  <c:v>3</c:v>
                </c:pt>
                <c:pt idx="15928">
                  <c:v>3</c:v>
                </c:pt>
                <c:pt idx="15929">
                  <c:v>1</c:v>
                </c:pt>
                <c:pt idx="15930">
                  <c:v>1</c:v>
                </c:pt>
                <c:pt idx="15931">
                  <c:v>2</c:v>
                </c:pt>
                <c:pt idx="15932">
                  <c:v>2</c:v>
                </c:pt>
                <c:pt idx="15933">
                  <c:v>8</c:v>
                </c:pt>
                <c:pt idx="15934">
                  <c:v>2</c:v>
                </c:pt>
                <c:pt idx="15935">
                  <c:v>12</c:v>
                </c:pt>
                <c:pt idx="15936">
                  <c:v>6</c:v>
                </c:pt>
                <c:pt idx="15937">
                  <c:v>6</c:v>
                </c:pt>
                <c:pt idx="15938">
                  <c:v>5</c:v>
                </c:pt>
                <c:pt idx="15939">
                  <c:v>10</c:v>
                </c:pt>
                <c:pt idx="15940">
                  <c:v>11</c:v>
                </c:pt>
                <c:pt idx="15941">
                  <c:v>6</c:v>
                </c:pt>
                <c:pt idx="15942">
                  <c:v>2</c:v>
                </c:pt>
                <c:pt idx="15943">
                  <c:v>3</c:v>
                </c:pt>
                <c:pt idx="15944">
                  <c:v>4</c:v>
                </c:pt>
                <c:pt idx="15945">
                  <c:v>4</c:v>
                </c:pt>
                <c:pt idx="15946">
                  <c:v>6</c:v>
                </c:pt>
                <c:pt idx="15947">
                  <c:v>6</c:v>
                </c:pt>
                <c:pt idx="15948">
                  <c:v>2</c:v>
                </c:pt>
                <c:pt idx="15949">
                  <c:v>3</c:v>
                </c:pt>
                <c:pt idx="15950">
                  <c:v>2</c:v>
                </c:pt>
                <c:pt idx="15951">
                  <c:v>4</c:v>
                </c:pt>
                <c:pt idx="15952">
                  <c:v>2</c:v>
                </c:pt>
                <c:pt idx="15953">
                  <c:v>2</c:v>
                </c:pt>
                <c:pt idx="15954">
                  <c:v>2</c:v>
                </c:pt>
                <c:pt idx="15955">
                  <c:v>2</c:v>
                </c:pt>
                <c:pt idx="15956">
                  <c:v>2</c:v>
                </c:pt>
                <c:pt idx="15957">
                  <c:v>1</c:v>
                </c:pt>
                <c:pt idx="15958">
                  <c:v>2</c:v>
                </c:pt>
                <c:pt idx="15959">
                  <c:v>2</c:v>
                </c:pt>
                <c:pt idx="15960">
                  <c:v>2</c:v>
                </c:pt>
                <c:pt idx="15961">
                  <c:v>1</c:v>
                </c:pt>
                <c:pt idx="15962">
                  <c:v>2</c:v>
                </c:pt>
                <c:pt idx="15963">
                  <c:v>2</c:v>
                </c:pt>
                <c:pt idx="15964">
                  <c:v>2</c:v>
                </c:pt>
                <c:pt idx="15965">
                  <c:v>2</c:v>
                </c:pt>
                <c:pt idx="15966">
                  <c:v>2</c:v>
                </c:pt>
                <c:pt idx="15967">
                  <c:v>2</c:v>
                </c:pt>
                <c:pt idx="15968">
                  <c:v>2</c:v>
                </c:pt>
                <c:pt idx="15969">
                  <c:v>3</c:v>
                </c:pt>
                <c:pt idx="15970">
                  <c:v>2</c:v>
                </c:pt>
                <c:pt idx="15971">
                  <c:v>2</c:v>
                </c:pt>
                <c:pt idx="15972">
                  <c:v>2</c:v>
                </c:pt>
                <c:pt idx="15973">
                  <c:v>2</c:v>
                </c:pt>
                <c:pt idx="15974">
                  <c:v>2</c:v>
                </c:pt>
                <c:pt idx="15975">
                  <c:v>1</c:v>
                </c:pt>
                <c:pt idx="15976">
                  <c:v>2</c:v>
                </c:pt>
                <c:pt idx="15977">
                  <c:v>5</c:v>
                </c:pt>
                <c:pt idx="15978">
                  <c:v>3</c:v>
                </c:pt>
                <c:pt idx="15979">
                  <c:v>4</c:v>
                </c:pt>
                <c:pt idx="15980">
                  <c:v>3</c:v>
                </c:pt>
                <c:pt idx="15981">
                  <c:v>3</c:v>
                </c:pt>
                <c:pt idx="15982">
                  <c:v>5</c:v>
                </c:pt>
                <c:pt idx="15983">
                  <c:v>2</c:v>
                </c:pt>
                <c:pt idx="15984">
                  <c:v>4</c:v>
                </c:pt>
                <c:pt idx="15985">
                  <c:v>4</c:v>
                </c:pt>
                <c:pt idx="15986">
                  <c:v>2</c:v>
                </c:pt>
                <c:pt idx="15987">
                  <c:v>3</c:v>
                </c:pt>
                <c:pt idx="15988">
                  <c:v>5</c:v>
                </c:pt>
                <c:pt idx="15989">
                  <c:v>2</c:v>
                </c:pt>
                <c:pt idx="15990">
                  <c:v>4</c:v>
                </c:pt>
                <c:pt idx="15991">
                  <c:v>4</c:v>
                </c:pt>
                <c:pt idx="15992">
                  <c:v>3</c:v>
                </c:pt>
                <c:pt idx="15993">
                  <c:v>3</c:v>
                </c:pt>
                <c:pt idx="15994">
                  <c:v>3</c:v>
                </c:pt>
                <c:pt idx="15995">
                  <c:v>3</c:v>
                </c:pt>
                <c:pt idx="15996">
                  <c:v>3</c:v>
                </c:pt>
                <c:pt idx="15997">
                  <c:v>3</c:v>
                </c:pt>
                <c:pt idx="15998">
                  <c:v>3</c:v>
                </c:pt>
                <c:pt idx="15999">
                  <c:v>4</c:v>
                </c:pt>
                <c:pt idx="16000">
                  <c:v>4</c:v>
                </c:pt>
                <c:pt idx="16001">
                  <c:v>3</c:v>
                </c:pt>
                <c:pt idx="16002">
                  <c:v>3</c:v>
                </c:pt>
                <c:pt idx="16003">
                  <c:v>5</c:v>
                </c:pt>
                <c:pt idx="16004">
                  <c:v>2</c:v>
                </c:pt>
                <c:pt idx="16005">
                  <c:v>3</c:v>
                </c:pt>
                <c:pt idx="16006">
                  <c:v>2</c:v>
                </c:pt>
                <c:pt idx="16007">
                  <c:v>2</c:v>
                </c:pt>
                <c:pt idx="16008">
                  <c:v>2</c:v>
                </c:pt>
                <c:pt idx="16009">
                  <c:v>2</c:v>
                </c:pt>
                <c:pt idx="16010">
                  <c:v>2</c:v>
                </c:pt>
                <c:pt idx="16011">
                  <c:v>8</c:v>
                </c:pt>
                <c:pt idx="16012">
                  <c:v>8</c:v>
                </c:pt>
                <c:pt idx="16013">
                  <c:v>13</c:v>
                </c:pt>
                <c:pt idx="16014">
                  <c:v>2</c:v>
                </c:pt>
                <c:pt idx="16015">
                  <c:v>8</c:v>
                </c:pt>
                <c:pt idx="16016">
                  <c:v>11</c:v>
                </c:pt>
                <c:pt idx="16017">
                  <c:v>8</c:v>
                </c:pt>
                <c:pt idx="16018">
                  <c:v>5</c:v>
                </c:pt>
                <c:pt idx="16019">
                  <c:v>8</c:v>
                </c:pt>
                <c:pt idx="16020">
                  <c:v>6</c:v>
                </c:pt>
                <c:pt idx="16021">
                  <c:v>2</c:v>
                </c:pt>
                <c:pt idx="16022">
                  <c:v>8</c:v>
                </c:pt>
                <c:pt idx="16023">
                  <c:v>3</c:v>
                </c:pt>
                <c:pt idx="16024">
                  <c:v>3</c:v>
                </c:pt>
                <c:pt idx="16025">
                  <c:v>2</c:v>
                </c:pt>
                <c:pt idx="16026">
                  <c:v>5</c:v>
                </c:pt>
                <c:pt idx="16027">
                  <c:v>2</c:v>
                </c:pt>
                <c:pt idx="16028">
                  <c:v>2</c:v>
                </c:pt>
                <c:pt idx="16029">
                  <c:v>4</c:v>
                </c:pt>
                <c:pt idx="16030">
                  <c:v>2</c:v>
                </c:pt>
                <c:pt idx="16031">
                  <c:v>2</c:v>
                </c:pt>
                <c:pt idx="16032">
                  <c:v>3</c:v>
                </c:pt>
                <c:pt idx="16033">
                  <c:v>3</c:v>
                </c:pt>
                <c:pt idx="16034">
                  <c:v>3</c:v>
                </c:pt>
                <c:pt idx="16035">
                  <c:v>2</c:v>
                </c:pt>
                <c:pt idx="16036">
                  <c:v>2</c:v>
                </c:pt>
                <c:pt idx="16037">
                  <c:v>3</c:v>
                </c:pt>
                <c:pt idx="16038">
                  <c:v>3</c:v>
                </c:pt>
                <c:pt idx="16039">
                  <c:v>3</c:v>
                </c:pt>
                <c:pt idx="16040">
                  <c:v>3</c:v>
                </c:pt>
                <c:pt idx="16041">
                  <c:v>2</c:v>
                </c:pt>
                <c:pt idx="16042">
                  <c:v>2</c:v>
                </c:pt>
                <c:pt idx="16043">
                  <c:v>2</c:v>
                </c:pt>
                <c:pt idx="16044">
                  <c:v>3</c:v>
                </c:pt>
                <c:pt idx="16045">
                  <c:v>2</c:v>
                </c:pt>
                <c:pt idx="16046">
                  <c:v>2</c:v>
                </c:pt>
                <c:pt idx="16047">
                  <c:v>2</c:v>
                </c:pt>
                <c:pt idx="16048">
                  <c:v>1</c:v>
                </c:pt>
                <c:pt idx="16049">
                  <c:v>2</c:v>
                </c:pt>
                <c:pt idx="16050">
                  <c:v>2</c:v>
                </c:pt>
                <c:pt idx="16051">
                  <c:v>1</c:v>
                </c:pt>
                <c:pt idx="16052">
                  <c:v>2</c:v>
                </c:pt>
                <c:pt idx="16053">
                  <c:v>1</c:v>
                </c:pt>
                <c:pt idx="16054">
                  <c:v>1</c:v>
                </c:pt>
                <c:pt idx="16055">
                  <c:v>1</c:v>
                </c:pt>
                <c:pt idx="16056">
                  <c:v>3</c:v>
                </c:pt>
                <c:pt idx="16057">
                  <c:v>1</c:v>
                </c:pt>
                <c:pt idx="16058">
                  <c:v>2</c:v>
                </c:pt>
                <c:pt idx="16059">
                  <c:v>1</c:v>
                </c:pt>
                <c:pt idx="16060">
                  <c:v>1</c:v>
                </c:pt>
                <c:pt idx="16061">
                  <c:v>2</c:v>
                </c:pt>
                <c:pt idx="16062">
                  <c:v>2</c:v>
                </c:pt>
                <c:pt idx="16063">
                  <c:v>2</c:v>
                </c:pt>
                <c:pt idx="16064">
                  <c:v>2</c:v>
                </c:pt>
                <c:pt idx="16065">
                  <c:v>1</c:v>
                </c:pt>
                <c:pt idx="16066">
                  <c:v>1</c:v>
                </c:pt>
                <c:pt idx="16067">
                  <c:v>1</c:v>
                </c:pt>
                <c:pt idx="16068">
                  <c:v>1</c:v>
                </c:pt>
                <c:pt idx="16069">
                  <c:v>2</c:v>
                </c:pt>
                <c:pt idx="16070">
                  <c:v>2</c:v>
                </c:pt>
                <c:pt idx="16071">
                  <c:v>1</c:v>
                </c:pt>
                <c:pt idx="16072">
                  <c:v>1</c:v>
                </c:pt>
                <c:pt idx="16073">
                  <c:v>1</c:v>
                </c:pt>
                <c:pt idx="16074">
                  <c:v>1</c:v>
                </c:pt>
                <c:pt idx="16075">
                  <c:v>1</c:v>
                </c:pt>
                <c:pt idx="16076">
                  <c:v>2</c:v>
                </c:pt>
                <c:pt idx="16077">
                  <c:v>1</c:v>
                </c:pt>
                <c:pt idx="16078">
                  <c:v>2</c:v>
                </c:pt>
                <c:pt idx="16079">
                  <c:v>2</c:v>
                </c:pt>
                <c:pt idx="16080">
                  <c:v>1</c:v>
                </c:pt>
                <c:pt idx="16081">
                  <c:v>0</c:v>
                </c:pt>
                <c:pt idx="16082">
                  <c:v>2</c:v>
                </c:pt>
                <c:pt idx="16083">
                  <c:v>1</c:v>
                </c:pt>
                <c:pt idx="16084">
                  <c:v>1</c:v>
                </c:pt>
                <c:pt idx="16085">
                  <c:v>1</c:v>
                </c:pt>
                <c:pt idx="16086">
                  <c:v>1</c:v>
                </c:pt>
                <c:pt idx="16087">
                  <c:v>1</c:v>
                </c:pt>
                <c:pt idx="16088">
                  <c:v>2</c:v>
                </c:pt>
                <c:pt idx="16089">
                  <c:v>1</c:v>
                </c:pt>
                <c:pt idx="16090">
                  <c:v>2</c:v>
                </c:pt>
                <c:pt idx="16091">
                  <c:v>1</c:v>
                </c:pt>
                <c:pt idx="16092">
                  <c:v>1</c:v>
                </c:pt>
                <c:pt idx="16093">
                  <c:v>2</c:v>
                </c:pt>
                <c:pt idx="16094">
                  <c:v>2</c:v>
                </c:pt>
                <c:pt idx="16095">
                  <c:v>2</c:v>
                </c:pt>
                <c:pt idx="16096">
                  <c:v>1</c:v>
                </c:pt>
                <c:pt idx="16097">
                  <c:v>2</c:v>
                </c:pt>
                <c:pt idx="16098">
                  <c:v>1</c:v>
                </c:pt>
                <c:pt idx="16099">
                  <c:v>2</c:v>
                </c:pt>
                <c:pt idx="16100">
                  <c:v>1</c:v>
                </c:pt>
                <c:pt idx="16101">
                  <c:v>1</c:v>
                </c:pt>
                <c:pt idx="16102">
                  <c:v>2</c:v>
                </c:pt>
                <c:pt idx="16103">
                  <c:v>1</c:v>
                </c:pt>
                <c:pt idx="16104">
                  <c:v>2</c:v>
                </c:pt>
                <c:pt idx="16105">
                  <c:v>1</c:v>
                </c:pt>
                <c:pt idx="16106">
                  <c:v>4</c:v>
                </c:pt>
                <c:pt idx="16107">
                  <c:v>3</c:v>
                </c:pt>
                <c:pt idx="16108">
                  <c:v>2</c:v>
                </c:pt>
                <c:pt idx="16109">
                  <c:v>2</c:v>
                </c:pt>
                <c:pt idx="16110">
                  <c:v>3</c:v>
                </c:pt>
                <c:pt idx="16111">
                  <c:v>1</c:v>
                </c:pt>
                <c:pt idx="16112">
                  <c:v>1</c:v>
                </c:pt>
                <c:pt idx="16113">
                  <c:v>2</c:v>
                </c:pt>
                <c:pt idx="16114">
                  <c:v>3</c:v>
                </c:pt>
                <c:pt idx="16115">
                  <c:v>4</c:v>
                </c:pt>
                <c:pt idx="16116">
                  <c:v>1</c:v>
                </c:pt>
                <c:pt idx="16117">
                  <c:v>1</c:v>
                </c:pt>
                <c:pt idx="16118">
                  <c:v>4</c:v>
                </c:pt>
                <c:pt idx="16119">
                  <c:v>2</c:v>
                </c:pt>
                <c:pt idx="16120">
                  <c:v>1</c:v>
                </c:pt>
                <c:pt idx="16121">
                  <c:v>2</c:v>
                </c:pt>
                <c:pt idx="16122">
                  <c:v>1</c:v>
                </c:pt>
                <c:pt idx="16123">
                  <c:v>4</c:v>
                </c:pt>
                <c:pt idx="16124">
                  <c:v>2</c:v>
                </c:pt>
                <c:pt idx="16125">
                  <c:v>2</c:v>
                </c:pt>
                <c:pt idx="16126">
                  <c:v>1</c:v>
                </c:pt>
                <c:pt idx="16127">
                  <c:v>1</c:v>
                </c:pt>
                <c:pt idx="16128">
                  <c:v>4</c:v>
                </c:pt>
                <c:pt idx="16129">
                  <c:v>4</c:v>
                </c:pt>
                <c:pt idx="16130">
                  <c:v>2</c:v>
                </c:pt>
                <c:pt idx="16131">
                  <c:v>4</c:v>
                </c:pt>
                <c:pt idx="16132">
                  <c:v>4</c:v>
                </c:pt>
                <c:pt idx="16133">
                  <c:v>2</c:v>
                </c:pt>
                <c:pt idx="16134">
                  <c:v>4</c:v>
                </c:pt>
                <c:pt idx="16135">
                  <c:v>4</c:v>
                </c:pt>
                <c:pt idx="16136">
                  <c:v>4</c:v>
                </c:pt>
                <c:pt idx="16137">
                  <c:v>2</c:v>
                </c:pt>
                <c:pt idx="16138">
                  <c:v>2</c:v>
                </c:pt>
                <c:pt idx="16139">
                  <c:v>2</c:v>
                </c:pt>
                <c:pt idx="16140">
                  <c:v>2</c:v>
                </c:pt>
                <c:pt idx="16141">
                  <c:v>2</c:v>
                </c:pt>
                <c:pt idx="16142">
                  <c:v>2</c:v>
                </c:pt>
                <c:pt idx="16143">
                  <c:v>2</c:v>
                </c:pt>
                <c:pt idx="16144">
                  <c:v>2</c:v>
                </c:pt>
                <c:pt idx="16145">
                  <c:v>2</c:v>
                </c:pt>
                <c:pt idx="16146">
                  <c:v>2</c:v>
                </c:pt>
                <c:pt idx="16147">
                  <c:v>2</c:v>
                </c:pt>
                <c:pt idx="16148">
                  <c:v>1</c:v>
                </c:pt>
                <c:pt idx="16149">
                  <c:v>1</c:v>
                </c:pt>
                <c:pt idx="16150">
                  <c:v>2</c:v>
                </c:pt>
                <c:pt idx="16151">
                  <c:v>1</c:v>
                </c:pt>
                <c:pt idx="16152">
                  <c:v>2</c:v>
                </c:pt>
                <c:pt idx="16153">
                  <c:v>2</c:v>
                </c:pt>
                <c:pt idx="16154">
                  <c:v>3</c:v>
                </c:pt>
                <c:pt idx="16155">
                  <c:v>2</c:v>
                </c:pt>
                <c:pt idx="16156">
                  <c:v>2</c:v>
                </c:pt>
                <c:pt idx="16157">
                  <c:v>3</c:v>
                </c:pt>
                <c:pt idx="16158">
                  <c:v>3</c:v>
                </c:pt>
                <c:pt idx="16159">
                  <c:v>2</c:v>
                </c:pt>
                <c:pt idx="16160">
                  <c:v>2</c:v>
                </c:pt>
                <c:pt idx="16161">
                  <c:v>2</c:v>
                </c:pt>
                <c:pt idx="16162">
                  <c:v>3</c:v>
                </c:pt>
                <c:pt idx="16163">
                  <c:v>2</c:v>
                </c:pt>
                <c:pt idx="16164">
                  <c:v>4</c:v>
                </c:pt>
                <c:pt idx="16165">
                  <c:v>2</c:v>
                </c:pt>
                <c:pt idx="16166">
                  <c:v>2</c:v>
                </c:pt>
                <c:pt idx="16167">
                  <c:v>2</c:v>
                </c:pt>
                <c:pt idx="16168">
                  <c:v>3</c:v>
                </c:pt>
                <c:pt idx="16169">
                  <c:v>3</c:v>
                </c:pt>
                <c:pt idx="16170">
                  <c:v>1</c:v>
                </c:pt>
                <c:pt idx="16171">
                  <c:v>4</c:v>
                </c:pt>
                <c:pt idx="16172">
                  <c:v>3</c:v>
                </c:pt>
                <c:pt idx="16173">
                  <c:v>2</c:v>
                </c:pt>
                <c:pt idx="16174">
                  <c:v>2</c:v>
                </c:pt>
                <c:pt idx="16175">
                  <c:v>4</c:v>
                </c:pt>
                <c:pt idx="16176">
                  <c:v>1</c:v>
                </c:pt>
                <c:pt idx="16177">
                  <c:v>4</c:v>
                </c:pt>
                <c:pt idx="16178">
                  <c:v>4</c:v>
                </c:pt>
                <c:pt idx="16179">
                  <c:v>3</c:v>
                </c:pt>
                <c:pt idx="16180">
                  <c:v>1</c:v>
                </c:pt>
                <c:pt idx="16181">
                  <c:v>2</c:v>
                </c:pt>
                <c:pt idx="16182">
                  <c:v>2</c:v>
                </c:pt>
                <c:pt idx="16183">
                  <c:v>4</c:v>
                </c:pt>
                <c:pt idx="16184">
                  <c:v>3</c:v>
                </c:pt>
                <c:pt idx="16185">
                  <c:v>3</c:v>
                </c:pt>
                <c:pt idx="16186">
                  <c:v>3</c:v>
                </c:pt>
                <c:pt idx="16187">
                  <c:v>3</c:v>
                </c:pt>
                <c:pt idx="16188">
                  <c:v>3</c:v>
                </c:pt>
                <c:pt idx="16189">
                  <c:v>3</c:v>
                </c:pt>
                <c:pt idx="16190">
                  <c:v>3</c:v>
                </c:pt>
                <c:pt idx="16191">
                  <c:v>3</c:v>
                </c:pt>
                <c:pt idx="16192">
                  <c:v>5</c:v>
                </c:pt>
                <c:pt idx="16193">
                  <c:v>4</c:v>
                </c:pt>
                <c:pt idx="16194">
                  <c:v>3</c:v>
                </c:pt>
                <c:pt idx="16195">
                  <c:v>3</c:v>
                </c:pt>
                <c:pt idx="16196">
                  <c:v>0</c:v>
                </c:pt>
                <c:pt idx="16197">
                  <c:v>5</c:v>
                </c:pt>
                <c:pt idx="16198">
                  <c:v>6</c:v>
                </c:pt>
                <c:pt idx="16199">
                  <c:v>3</c:v>
                </c:pt>
                <c:pt idx="16200">
                  <c:v>3</c:v>
                </c:pt>
                <c:pt idx="16201">
                  <c:v>4</c:v>
                </c:pt>
                <c:pt idx="16202">
                  <c:v>5</c:v>
                </c:pt>
                <c:pt idx="16203">
                  <c:v>3</c:v>
                </c:pt>
                <c:pt idx="16204">
                  <c:v>4</c:v>
                </c:pt>
                <c:pt idx="16205">
                  <c:v>3</c:v>
                </c:pt>
                <c:pt idx="16206">
                  <c:v>3</c:v>
                </c:pt>
                <c:pt idx="16207">
                  <c:v>3</c:v>
                </c:pt>
                <c:pt idx="16208">
                  <c:v>4</c:v>
                </c:pt>
                <c:pt idx="16209">
                  <c:v>1</c:v>
                </c:pt>
                <c:pt idx="16210">
                  <c:v>2</c:v>
                </c:pt>
                <c:pt idx="16211">
                  <c:v>4</c:v>
                </c:pt>
                <c:pt idx="16212">
                  <c:v>2</c:v>
                </c:pt>
                <c:pt idx="16213">
                  <c:v>5</c:v>
                </c:pt>
                <c:pt idx="16214">
                  <c:v>5</c:v>
                </c:pt>
                <c:pt idx="16215">
                  <c:v>1</c:v>
                </c:pt>
                <c:pt idx="16216">
                  <c:v>2</c:v>
                </c:pt>
                <c:pt idx="16217">
                  <c:v>2</c:v>
                </c:pt>
                <c:pt idx="16218">
                  <c:v>3</c:v>
                </c:pt>
                <c:pt idx="16219">
                  <c:v>3</c:v>
                </c:pt>
                <c:pt idx="16220">
                  <c:v>2</c:v>
                </c:pt>
                <c:pt idx="16221">
                  <c:v>1</c:v>
                </c:pt>
                <c:pt idx="16222">
                  <c:v>3</c:v>
                </c:pt>
                <c:pt idx="16223">
                  <c:v>6</c:v>
                </c:pt>
                <c:pt idx="16224">
                  <c:v>15</c:v>
                </c:pt>
                <c:pt idx="16225">
                  <c:v>6</c:v>
                </c:pt>
                <c:pt idx="16226">
                  <c:v>7</c:v>
                </c:pt>
                <c:pt idx="16227">
                  <c:v>7</c:v>
                </c:pt>
                <c:pt idx="16228">
                  <c:v>8</c:v>
                </c:pt>
                <c:pt idx="16229">
                  <c:v>5</c:v>
                </c:pt>
                <c:pt idx="16230">
                  <c:v>1</c:v>
                </c:pt>
                <c:pt idx="16231">
                  <c:v>3</c:v>
                </c:pt>
                <c:pt idx="16232">
                  <c:v>3</c:v>
                </c:pt>
                <c:pt idx="16233">
                  <c:v>3</c:v>
                </c:pt>
                <c:pt idx="16234">
                  <c:v>3</c:v>
                </c:pt>
                <c:pt idx="16235">
                  <c:v>3</c:v>
                </c:pt>
                <c:pt idx="16236">
                  <c:v>3</c:v>
                </c:pt>
                <c:pt idx="16237">
                  <c:v>5</c:v>
                </c:pt>
                <c:pt idx="16238">
                  <c:v>4</c:v>
                </c:pt>
                <c:pt idx="16239">
                  <c:v>4</c:v>
                </c:pt>
                <c:pt idx="16240">
                  <c:v>3</c:v>
                </c:pt>
                <c:pt idx="16241">
                  <c:v>2</c:v>
                </c:pt>
                <c:pt idx="16242">
                  <c:v>3</c:v>
                </c:pt>
                <c:pt idx="16243">
                  <c:v>8</c:v>
                </c:pt>
                <c:pt idx="16244">
                  <c:v>3</c:v>
                </c:pt>
                <c:pt idx="16245">
                  <c:v>3</c:v>
                </c:pt>
                <c:pt idx="16246">
                  <c:v>3</c:v>
                </c:pt>
                <c:pt idx="16247">
                  <c:v>4</c:v>
                </c:pt>
                <c:pt idx="16248">
                  <c:v>2</c:v>
                </c:pt>
                <c:pt idx="16249">
                  <c:v>1</c:v>
                </c:pt>
                <c:pt idx="16250">
                  <c:v>1</c:v>
                </c:pt>
                <c:pt idx="16251">
                  <c:v>1</c:v>
                </c:pt>
                <c:pt idx="16252">
                  <c:v>3</c:v>
                </c:pt>
                <c:pt idx="16253">
                  <c:v>1</c:v>
                </c:pt>
                <c:pt idx="16254">
                  <c:v>0</c:v>
                </c:pt>
                <c:pt idx="16255">
                  <c:v>2</c:v>
                </c:pt>
                <c:pt idx="16256">
                  <c:v>1</c:v>
                </c:pt>
                <c:pt idx="16257">
                  <c:v>1</c:v>
                </c:pt>
                <c:pt idx="16258">
                  <c:v>1</c:v>
                </c:pt>
                <c:pt idx="16259">
                  <c:v>1</c:v>
                </c:pt>
                <c:pt idx="16260">
                  <c:v>1</c:v>
                </c:pt>
                <c:pt idx="16261">
                  <c:v>1</c:v>
                </c:pt>
                <c:pt idx="16262">
                  <c:v>1</c:v>
                </c:pt>
                <c:pt idx="16263">
                  <c:v>1</c:v>
                </c:pt>
                <c:pt idx="16264">
                  <c:v>1</c:v>
                </c:pt>
                <c:pt idx="16265">
                  <c:v>2</c:v>
                </c:pt>
                <c:pt idx="16266">
                  <c:v>2</c:v>
                </c:pt>
                <c:pt idx="16267">
                  <c:v>1</c:v>
                </c:pt>
                <c:pt idx="16268">
                  <c:v>2</c:v>
                </c:pt>
                <c:pt idx="16269">
                  <c:v>1</c:v>
                </c:pt>
                <c:pt idx="16270">
                  <c:v>2</c:v>
                </c:pt>
                <c:pt idx="16271">
                  <c:v>2</c:v>
                </c:pt>
                <c:pt idx="16272">
                  <c:v>2</c:v>
                </c:pt>
                <c:pt idx="16273">
                  <c:v>1</c:v>
                </c:pt>
                <c:pt idx="16274">
                  <c:v>1</c:v>
                </c:pt>
                <c:pt idx="16275">
                  <c:v>1</c:v>
                </c:pt>
                <c:pt idx="16276">
                  <c:v>2</c:v>
                </c:pt>
                <c:pt idx="16277">
                  <c:v>2</c:v>
                </c:pt>
                <c:pt idx="16278">
                  <c:v>1</c:v>
                </c:pt>
                <c:pt idx="16279">
                  <c:v>1</c:v>
                </c:pt>
                <c:pt idx="16280">
                  <c:v>1</c:v>
                </c:pt>
                <c:pt idx="16281">
                  <c:v>1</c:v>
                </c:pt>
                <c:pt idx="16282">
                  <c:v>1</c:v>
                </c:pt>
                <c:pt idx="16283">
                  <c:v>2</c:v>
                </c:pt>
                <c:pt idx="16284">
                  <c:v>1</c:v>
                </c:pt>
                <c:pt idx="16285">
                  <c:v>3</c:v>
                </c:pt>
                <c:pt idx="16286">
                  <c:v>3</c:v>
                </c:pt>
                <c:pt idx="16287">
                  <c:v>2</c:v>
                </c:pt>
                <c:pt idx="16288">
                  <c:v>4</c:v>
                </c:pt>
                <c:pt idx="16289">
                  <c:v>2</c:v>
                </c:pt>
                <c:pt idx="16290">
                  <c:v>2</c:v>
                </c:pt>
                <c:pt idx="16291">
                  <c:v>1</c:v>
                </c:pt>
                <c:pt idx="16292">
                  <c:v>2</c:v>
                </c:pt>
                <c:pt idx="16293">
                  <c:v>1</c:v>
                </c:pt>
                <c:pt idx="16294">
                  <c:v>5</c:v>
                </c:pt>
                <c:pt idx="16295">
                  <c:v>2</c:v>
                </c:pt>
                <c:pt idx="16296">
                  <c:v>6</c:v>
                </c:pt>
                <c:pt idx="16297">
                  <c:v>2</c:v>
                </c:pt>
                <c:pt idx="16298">
                  <c:v>2</c:v>
                </c:pt>
                <c:pt idx="16299">
                  <c:v>4</c:v>
                </c:pt>
                <c:pt idx="16300">
                  <c:v>2</c:v>
                </c:pt>
                <c:pt idx="16301">
                  <c:v>2</c:v>
                </c:pt>
                <c:pt idx="16302">
                  <c:v>3</c:v>
                </c:pt>
                <c:pt idx="16303">
                  <c:v>2</c:v>
                </c:pt>
                <c:pt idx="16304">
                  <c:v>2</c:v>
                </c:pt>
                <c:pt idx="16305">
                  <c:v>4</c:v>
                </c:pt>
                <c:pt idx="16306">
                  <c:v>5</c:v>
                </c:pt>
                <c:pt idx="16307">
                  <c:v>3</c:v>
                </c:pt>
                <c:pt idx="16308">
                  <c:v>4</c:v>
                </c:pt>
                <c:pt idx="16309">
                  <c:v>4</c:v>
                </c:pt>
                <c:pt idx="16310">
                  <c:v>2</c:v>
                </c:pt>
                <c:pt idx="16311">
                  <c:v>4</c:v>
                </c:pt>
                <c:pt idx="16312">
                  <c:v>2</c:v>
                </c:pt>
                <c:pt idx="16313">
                  <c:v>4</c:v>
                </c:pt>
                <c:pt idx="16314">
                  <c:v>4</c:v>
                </c:pt>
                <c:pt idx="16315">
                  <c:v>2</c:v>
                </c:pt>
                <c:pt idx="16316">
                  <c:v>3</c:v>
                </c:pt>
                <c:pt idx="16317">
                  <c:v>2</c:v>
                </c:pt>
                <c:pt idx="16318">
                  <c:v>2</c:v>
                </c:pt>
                <c:pt idx="16319">
                  <c:v>4</c:v>
                </c:pt>
                <c:pt idx="16320">
                  <c:v>4</c:v>
                </c:pt>
                <c:pt idx="16321">
                  <c:v>3</c:v>
                </c:pt>
                <c:pt idx="16322">
                  <c:v>1</c:v>
                </c:pt>
                <c:pt idx="16323">
                  <c:v>1</c:v>
                </c:pt>
                <c:pt idx="16324">
                  <c:v>2</c:v>
                </c:pt>
                <c:pt idx="16325">
                  <c:v>1</c:v>
                </c:pt>
                <c:pt idx="16326">
                  <c:v>2</c:v>
                </c:pt>
                <c:pt idx="16327">
                  <c:v>1</c:v>
                </c:pt>
                <c:pt idx="16328">
                  <c:v>1</c:v>
                </c:pt>
                <c:pt idx="16329">
                  <c:v>1</c:v>
                </c:pt>
                <c:pt idx="16330">
                  <c:v>1</c:v>
                </c:pt>
                <c:pt idx="16331">
                  <c:v>2</c:v>
                </c:pt>
                <c:pt idx="16332">
                  <c:v>1</c:v>
                </c:pt>
                <c:pt idx="16333">
                  <c:v>2</c:v>
                </c:pt>
                <c:pt idx="16334">
                  <c:v>2</c:v>
                </c:pt>
                <c:pt idx="16335">
                  <c:v>3</c:v>
                </c:pt>
                <c:pt idx="16336">
                  <c:v>2</c:v>
                </c:pt>
                <c:pt idx="16337">
                  <c:v>4</c:v>
                </c:pt>
                <c:pt idx="16338">
                  <c:v>6</c:v>
                </c:pt>
                <c:pt idx="16339">
                  <c:v>4</c:v>
                </c:pt>
                <c:pt idx="16340">
                  <c:v>4</c:v>
                </c:pt>
                <c:pt idx="16341">
                  <c:v>2</c:v>
                </c:pt>
                <c:pt idx="16342">
                  <c:v>6</c:v>
                </c:pt>
                <c:pt idx="16343">
                  <c:v>5</c:v>
                </c:pt>
                <c:pt idx="16344">
                  <c:v>2</c:v>
                </c:pt>
                <c:pt idx="16345">
                  <c:v>2</c:v>
                </c:pt>
                <c:pt idx="16346">
                  <c:v>5</c:v>
                </c:pt>
                <c:pt idx="16347">
                  <c:v>5</c:v>
                </c:pt>
                <c:pt idx="16348">
                  <c:v>3</c:v>
                </c:pt>
                <c:pt idx="16349">
                  <c:v>3</c:v>
                </c:pt>
                <c:pt idx="16350">
                  <c:v>5</c:v>
                </c:pt>
                <c:pt idx="16351">
                  <c:v>2</c:v>
                </c:pt>
                <c:pt idx="16352">
                  <c:v>3</c:v>
                </c:pt>
                <c:pt idx="16353">
                  <c:v>3</c:v>
                </c:pt>
                <c:pt idx="16354">
                  <c:v>2</c:v>
                </c:pt>
                <c:pt idx="16355">
                  <c:v>5</c:v>
                </c:pt>
                <c:pt idx="16356">
                  <c:v>2</c:v>
                </c:pt>
                <c:pt idx="16357">
                  <c:v>4</c:v>
                </c:pt>
                <c:pt idx="16358">
                  <c:v>4</c:v>
                </c:pt>
                <c:pt idx="16359">
                  <c:v>3</c:v>
                </c:pt>
                <c:pt idx="16360">
                  <c:v>3</c:v>
                </c:pt>
                <c:pt idx="16361">
                  <c:v>3</c:v>
                </c:pt>
                <c:pt idx="16362">
                  <c:v>3</c:v>
                </c:pt>
                <c:pt idx="16363">
                  <c:v>3</c:v>
                </c:pt>
                <c:pt idx="16364">
                  <c:v>3</c:v>
                </c:pt>
                <c:pt idx="16365">
                  <c:v>4</c:v>
                </c:pt>
                <c:pt idx="16366">
                  <c:v>4</c:v>
                </c:pt>
                <c:pt idx="16367">
                  <c:v>4</c:v>
                </c:pt>
                <c:pt idx="16368">
                  <c:v>2</c:v>
                </c:pt>
                <c:pt idx="16369">
                  <c:v>2</c:v>
                </c:pt>
                <c:pt idx="16370">
                  <c:v>2</c:v>
                </c:pt>
                <c:pt idx="16371">
                  <c:v>2</c:v>
                </c:pt>
                <c:pt idx="16372">
                  <c:v>2</c:v>
                </c:pt>
                <c:pt idx="16373">
                  <c:v>2</c:v>
                </c:pt>
                <c:pt idx="16374">
                  <c:v>2</c:v>
                </c:pt>
                <c:pt idx="16375">
                  <c:v>2</c:v>
                </c:pt>
                <c:pt idx="16376">
                  <c:v>5</c:v>
                </c:pt>
                <c:pt idx="16377">
                  <c:v>5</c:v>
                </c:pt>
                <c:pt idx="16378">
                  <c:v>2</c:v>
                </c:pt>
                <c:pt idx="16379">
                  <c:v>2</c:v>
                </c:pt>
                <c:pt idx="16380">
                  <c:v>5</c:v>
                </c:pt>
                <c:pt idx="16381">
                  <c:v>4</c:v>
                </c:pt>
                <c:pt idx="16382">
                  <c:v>2</c:v>
                </c:pt>
                <c:pt idx="16383">
                  <c:v>3</c:v>
                </c:pt>
                <c:pt idx="16384">
                  <c:v>3</c:v>
                </c:pt>
                <c:pt idx="16385">
                  <c:v>2</c:v>
                </c:pt>
                <c:pt idx="16386">
                  <c:v>3</c:v>
                </c:pt>
                <c:pt idx="16387">
                  <c:v>3</c:v>
                </c:pt>
                <c:pt idx="16388">
                  <c:v>3</c:v>
                </c:pt>
                <c:pt idx="16389">
                  <c:v>2</c:v>
                </c:pt>
                <c:pt idx="16390">
                  <c:v>2</c:v>
                </c:pt>
                <c:pt idx="16391">
                  <c:v>3</c:v>
                </c:pt>
                <c:pt idx="16392">
                  <c:v>2</c:v>
                </c:pt>
                <c:pt idx="16393">
                  <c:v>2</c:v>
                </c:pt>
                <c:pt idx="16394">
                  <c:v>1</c:v>
                </c:pt>
                <c:pt idx="16395">
                  <c:v>2</c:v>
                </c:pt>
                <c:pt idx="16396">
                  <c:v>2</c:v>
                </c:pt>
                <c:pt idx="16397">
                  <c:v>2</c:v>
                </c:pt>
                <c:pt idx="16398">
                  <c:v>1</c:v>
                </c:pt>
                <c:pt idx="16399">
                  <c:v>2</c:v>
                </c:pt>
                <c:pt idx="16400">
                  <c:v>2</c:v>
                </c:pt>
                <c:pt idx="16401">
                  <c:v>2</c:v>
                </c:pt>
                <c:pt idx="16402">
                  <c:v>4</c:v>
                </c:pt>
                <c:pt idx="16403">
                  <c:v>2</c:v>
                </c:pt>
                <c:pt idx="16404">
                  <c:v>2</c:v>
                </c:pt>
                <c:pt idx="16405">
                  <c:v>2</c:v>
                </c:pt>
                <c:pt idx="16406">
                  <c:v>2</c:v>
                </c:pt>
                <c:pt idx="16407">
                  <c:v>2</c:v>
                </c:pt>
                <c:pt idx="16408">
                  <c:v>2</c:v>
                </c:pt>
                <c:pt idx="16409">
                  <c:v>3</c:v>
                </c:pt>
                <c:pt idx="16410">
                  <c:v>2</c:v>
                </c:pt>
                <c:pt idx="16411">
                  <c:v>1</c:v>
                </c:pt>
                <c:pt idx="16412">
                  <c:v>2</c:v>
                </c:pt>
                <c:pt idx="16413">
                  <c:v>2</c:v>
                </c:pt>
                <c:pt idx="16414">
                  <c:v>4</c:v>
                </c:pt>
                <c:pt idx="16415">
                  <c:v>2</c:v>
                </c:pt>
                <c:pt idx="16416">
                  <c:v>3</c:v>
                </c:pt>
                <c:pt idx="16417">
                  <c:v>3</c:v>
                </c:pt>
                <c:pt idx="16418">
                  <c:v>4</c:v>
                </c:pt>
                <c:pt idx="16419">
                  <c:v>2</c:v>
                </c:pt>
                <c:pt idx="16420">
                  <c:v>2</c:v>
                </c:pt>
                <c:pt idx="16421">
                  <c:v>10</c:v>
                </c:pt>
                <c:pt idx="16422">
                  <c:v>4</c:v>
                </c:pt>
                <c:pt idx="16423">
                  <c:v>7</c:v>
                </c:pt>
                <c:pt idx="16424">
                  <c:v>8</c:v>
                </c:pt>
                <c:pt idx="16425">
                  <c:v>1</c:v>
                </c:pt>
                <c:pt idx="16426">
                  <c:v>4</c:v>
                </c:pt>
                <c:pt idx="16427">
                  <c:v>2</c:v>
                </c:pt>
                <c:pt idx="16428">
                  <c:v>6</c:v>
                </c:pt>
                <c:pt idx="16429">
                  <c:v>4</c:v>
                </c:pt>
                <c:pt idx="16430">
                  <c:v>1</c:v>
                </c:pt>
                <c:pt idx="16431">
                  <c:v>5</c:v>
                </c:pt>
                <c:pt idx="16432">
                  <c:v>2</c:v>
                </c:pt>
                <c:pt idx="16433">
                  <c:v>1</c:v>
                </c:pt>
                <c:pt idx="16434">
                  <c:v>2</c:v>
                </c:pt>
                <c:pt idx="16435">
                  <c:v>4</c:v>
                </c:pt>
                <c:pt idx="16436">
                  <c:v>2</c:v>
                </c:pt>
                <c:pt idx="16437">
                  <c:v>2</c:v>
                </c:pt>
                <c:pt idx="16438">
                  <c:v>2</c:v>
                </c:pt>
                <c:pt idx="16439">
                  <c:v>1</c:v>
                </c:pt>
                <c:pt idx="16440">
                  <c:v>4</c:v>
                </c:pt>
                <c:pt idx="16441">
                  <c:v>3</c:v>
                </c:pt>
                <c:pt idx="16442">
                  <c:v>4</c:v>
                </c:pt>
                <c:pt idx="16443">
                  <c:v>1</c:v>
                </c:pt>
                <c:pt idx="16444">
                  <c:v>6</c:v>
                </c:pt>
                <c:pt idx="16445">
                  <c:v>3</c:v>
                </c:pt>
                <c:pt idx="16446">
                  <c:v>2</c:v>
                </c:pt>
                <c:pt idx="16447">
                  <c:v>4</c:v>
                </c:pt>
                <c:pt idx="16448">
                  <c:v>8</c:v>
                </c:pt>
                <c:pt idx="16449">
                  <c:v>3</c:v>
                </c:pt>
                <c:pt idx="16450">
                  <c:v>4</c:v>
                </c:pt>
                <c:pt idx="16451">
                  <c:v>2</c:v>
                </c:pt>
                <c:pt idx="16452">
                  <c:v>1</c:v>
                </c:pt>
                <c:pt idx="16453">
                  <c:v>1</c:v>
                </c:pt>
                <c:pt idx="16454">
                  <c:v>1</c:v>
                </c:pt>
                <c:pt idx="16455">
                  <c:v>1</c:v>
                </c:pt>
                <c:pt idx="16456">
                  <c:v>1</c:v>
                </c:pt>
                <c:pt idx="16457">
                  <c:v>1</c:v>
                </c:pt>
                <c:pt idx="16458">
                  <c:v>1</c:v>
                </c:pt>
                <c:pt idx="16459">
                  <c:v>1</c:v>
                </c:pt>
                <c:pt idx="16460">
                  <c:v>1</c:v>
                </c:pt>
                <c:pt idx="16461">
                  <c:v>1</c:v>
                </c:pt>
                <c:pt idx="16462">
                  <c:v>2</c:v>
                </c:pt>
                <c:pt idx="16463">
                  <c:v>1</c:v>
                </c:pt>
                <c:pt idx="16464">
                  <c:v>2</c:v>
                </c:pt>
                <c:pt idx="16465">
                  <c:v>1</c:v>
                </c:pt>
                <c:pt idx="16466">
                  <c:v>1</c:v>
                </c:pt>
                <c:pt idx="16467">
                  <c:v>1</c:v>
                </c:pt>
                <c:pt idx="16468">
                  <c:v>1</c:v>
                </c:pt>
                <c:pt idx="16469">
                  <c:v>1</c:v>
                </c:pt>
                <c:pt idx="16470">
                  <c:v>1</c:v>
                </c:pt>
                <c:pt idx="16471">
                  <c:v>1</c:v>
                </c:pt>
                <c:pt idx="16472">
                  <c:v>2</c:v>
                </c:pt>
                <c:pt idx="16473">
                  <c:v>2</c:v>
                </c:pt>
                <c:pt idx="16474">
                  <c:v>1</c:v>
                </c:pt>
                <c:pt idx="16475">
                  <c:v>1</c:v>
                </c:pt>
                <c:pt idx="16476">
                  <c:v>1</c:v>
                </c:pt>
                <c:pt idx="16477">
                  <c:v>1</c:v>
                </c:pt>
                <c:pt idx="16478">
                  <c:v>1</c:v>
                </c:pt>
                <c:pt idx="16479">
                  <c:v>1</c:v>
                </c:pt>
                <c:pt idx="16480">
                  <c:v>1</c:v>
                </c:pt>
                <c:pt idx="16481">
                  <c:v>4</c:v>
                </c:pt>
                <c:pt idx="16482">
                  <c:v>4</c:v>
                </c:pt>
                <c:pt idx="16483">
                  <c:v>1</c:v>
                </c:pt>
                <c:pt idx="16484">
                  <c:v>1</c:v>
                </c:pt>
                <c:pt idx="16485">
                  <c:v>4</c:v>
                </c:pt>
                <c:pt idx="16486">
                  <c:v>3</c:v>
                </c:pt>
                <c:pt idx="16487">
                  <c:v>4</c:v>
                </c:pt>
                <c:pt idx="16488">
                  <c:v>3</c:v>
                </c:pt>
                <c:pt idx="16489">
                  <c:v>4</c:v>
                </c:pt>
                <c:pt idx="16490">
                  <c:v>4</c:v>
                </c:pt>
                <c:pt idx="16491">
                  <c:v>4</c:v>
                </c:pt>
                <c:pt idx="16492">
                  <c:v>4</c:v>
                </c:pt>
                <c:pt idx="16493">
                  <c:v>3</c:v>
                </c:pt>
                <c:pt idx="16494">
                  <c:v>2</c:v>
                </c:pt>
                <c:pt idx="16495">
                  <c:v>4</c:v>
                </c:pt>
                <c:pt idx="16496">
                  <c:v>2</c:v>
                </c:pt>
                <c:pt idx="16497">
                  <c:v>4</c:v>
                </c:pt>
                <c:pt idx="16498">
                  <c:v>3</c:v>
                </c:pt>
                <c:pt idx="16499">
                  <c:v>2</c:v>
                </c:pt>
                <c:pt idx="16500">
                  <c:v>2</c:v>
                </c:pt>
                <c:pt idx="16501">
                  <c:v>2</c:v>
                </c:pt>
                <c:pt idx="16502">
                  <c:v>2</c:v>
                </c:pt>
                <c:pt idx="16503">
                  <c:v>2</c:v>
                </c:pt>
                <c:pt idx="16504">
                  <c:v>3</c:v>
                </c:pt>
                <c:pt idx="16505">
                  <c:v>3</c:v>
                </c:pt>
                <c:pt idx="16506">
                  <c:v>2</c:v>
                </c:pt>
                <c:pt idx="16507">
                  <c:v>2</c:v>
                </c:pt>
                <c:pt idx="16508">
                  <c:v>3</c:v>
                </c:pt>
                <c:pt idx="16509">
                  <c:v>2</c:v>
                </c:pt>
                <c:pt idx="16510">
                  <c:v>2</c:v>
                </c:pt>
                <c:pt idx="16511">
                  <c:v>2</c:v>
                </c:pt>
                <c:pt idx="16512">
                  <c:v>3</c:v>
                </c:pt>
                <c:pt idx="16513">
                  <c:v>4</c:v>
                </c:pt>
                <c:pt idx="16514">
                  <c:v>1</c:v>
                </c:pt>
                <c:pt idx="16515">
                  <c:v>2</c:v>
                </c:pt>
                <c:pt idx="16516">
                  <c:v>4</c:v>
                </c:pt>
                <c:pt idx="16517">
                  <c:v>4</c:v>
                </c:pt>
                <c:pt idx="16518">
                  <c:v>1</c:v>
                </c:pt>
                <c:pt idx="16519">
                  <c:v>3</c:v>
                </c:pt>
                <c:pt idx="16520">
                  <c:v>2</c:v>
                </c:pt>
                <c:pt idx="16521">
                  <c:v>1</c:v>
                </c:pt>
                <c:pt idx="16522">
                  <c:v>3</c:v>
                </c:pt>
                <c:pt idx="16523">
                  <c:v>3</c:v>
                </c:pt>
                <c:pt idx="16524">
                  <c:v>3</c:v>
                </c:pt>
                <c:pt idx="16525">
                  <c:v>2</c:v>
                </c:pt>
                <c:pt idx="16526">
                  <c:v>2</c:v>
                </c:pt>
                <c:pt idx="16527">
                  <c:v>3</c:v>
                </c:pt>
                <c:pt idx="16528">
                  <c:v>2</c:v>
                </c:pt>
                <c:pt idx="16529">
                  <c:v>4</c:v>
                </c:pt>
                <c:pt idx="16530">
                  <c:v>2</c:v>
                </c:pt>
                <c:pt idx="16531">
                  <c:v>4</c:v>
                </c:pt>
                <c:pt idx="16532">
                  <c:v>2</c:v>
                </c:pt>
                <c:pt idx="16533">
                  <c:v>2</c:v>
                </c:pt>
                <c:pt idx="16534">
                  <c:v>1</c:v>
                </c:pt>
                <c:pt idx="16535">
                  <c:v>2</c:v>
                </c:pt>
                <c:pt idx="16536">
                  <c:v>5</c:v>
                </c:pt>
                <c:pt idx="16537">
                  <c:v>1</c:v>
                </c:pt>
                <c:pt idx="16538">
                  <c:v>1</c:v>
                </c:pt>
                <c:pt idx="16539">
                  <c:v>3</c:v>
                </c:pt>
                <c:pt idx="16540">
                  <c:v>1</c:v>
                </c:pt>
                <c:pt idx="16541">
                  <c:v>2</c:v>
                </c:pt>
                <c:pt idx="16542">
                  <c:v>2</c:v>
                </c:pt>
                <c:pt idx="16543">
                  <c:v>1</c:v>
                </c:pt>
                <c:pt idx="16544">
                  <c:v>2</c:v>
                </c:pt>
                <c:pt idx="16545">
                  <c:v>1</c:v>
                </c:pt>
                <c:pt idx="16546">
                  <c:v>1</c:v>
                </c:pt>
                <c:pt idx="16547">
                  <c:v>2</c:v>
                </c:pt>
                <c:pt idx="16548">
                  <c:v>1</c:v>
                </c:pt>
                <c:pt idx="16549">
                  <c:v>2</c:v>
                </c:pt>
                <c:pt idx="16550">
                  <c:v>2</c:v>
                </c:pt>
                <c:pt idx="16551">
                  <c:v>4</c:v>
                </c:pt>
                <c:pt idx="16552">
                  <c:v>2</c:v>
                </c:pt>
                <c:pt idx="16553">
                  <c:v>3</c:v>
                </c:pt>
                <c:pt idx="16554">
                  <c:v>3</c:v>
                </c:pt>
                <c:pt idx="16555">
                  <c:v>2</c:v>
                </c:pt>
                <c:pt idx="16556">
                  <c:v>2</c:v>
                </c:pt>
                <c:pt idx="16557">
                  <c:v>3</c:v>
                </c:pt>
                <c:pt idx="16558">
                  <c:v>1</c:v>
                </c:pt>
                <c:pt idx="16559">
                  <c:v>5</c:v>
                </c:pt>
                <c:pt idx="16560">
                  <c:v>2</c:v>
                </c:pt>
                <c:pt idx="16561">
                  <c:v>6</c:v>
                </c:pt>
                <c:pt idx="16562">
                  <c:v>8</c:v>
                </c:pt>
                <c:pt idx="16563">
                  <c:v>4</c:v>
                </c:pt>
                <c:pt idx="16564">
                  <c:v>8</c:v>
                </c:pt>
                <c:pt idx="16565">
                  <c:v>5</c:v>
                </c:pt>
                <c:pt idx="16566">
                  <c:v>1</c:v>
                </c:pt>
                <c:pt idx="16567">
                  <c:v>1</c:v>
                </c:pt>
                <c:pt idx="16568">
                  <c:v>3</c:v>
                </c:pt>
                <c:pt idx="16569">
                  <c:v>3</c:v>
                </c:pt>
                <c:pt idx="16570">
                  <c:v>1</c:v>
                </c:pt>
                <c:pt idx="16571">
                  <c:v>2</c:v>
                </c:pt>
                <c:pt idx="16572">
                  <c:v>7</c:v>
                </c:pt>
                <c:pt idx="16573">
                  <c:v>2</c:v>
                </c:pt>
                <c:pt idx="16574">
                  <c:v>2</c:v>
                </c:pt>
                <c:pt idx="16575">
                  <c:v>2</c:v>
                </c:pt>
                <c:pt idx="16576">
                  <c:v>1</c:v>
                </c:pt>
                <c:pt idx="16577">
                  <c:v>6</c:v>
                </c:pt>
                <c:pt idx="16578">
                  <c:v>2</c:v>
                </c:pt>
                <c:pt idx="16579">
                  <c:v>7</c:v>
                </c:pt>
                <c:pt idx="16580">
                  <c:v>6</c:v>
                </c:pt>
                <c:pt idx="16581">
                  <c:v>1</c:v>
                </c:pt>
                <c:pt idx="16582">
                  <c:v>7</c:v>
                </c:pt>
                <c:pt idx="16583">
                  <c:v>2</c:v>
                </c:pt>
                <c:pt idx="16584">
                  <c:v>1</c:v>
                </c:pt>
                <c:pt idx="16585">
                  <c:v>3</c:v>
                </c:pt>
                <c:pt idx="16586">
                  <c:v>1</c:v>
                </c:pt>
                <c:pt idx="16587">
                  <c:v>1</c:v>
                </c:pt>
                <c:pt idx="16588">
                  <c:v>3</c:v>
                </c:pt>
                <c:pt idx="16589">
                  <c:v>7</c:v>
                </c:pt>
                <c:pt idx="16590">
                  <c:v>1</c:v>
                </c:pt>
                <c:pt idx="16591">
                  <c:v>1</c:v>
                </c:pt>
                <c:pt idx="16592">
                  <c:v>1</c:v>
                </c:pt>
                <c:pt idx="16593">
                  <c:v>1</c:v>
                </c:pt>
                <c:pt idx="16594">
                  <c:v>1</c:v>
                </c:pt>
                <c:pt idx="16595">
                  <c:v>2</c:v>
                </c:pt>
                <c:pt idx="16596">
                  <c:v>1</c:v>
                </c:pt>
                <c:pt idx="16597">
                  <c:v>1</c:v>
                </c:pt>
                <c:pt idx="16598">
                  <c:v>1</c:v>
                </c:pt>
                <c:pt idx="16599">
                  <c:v>2</c:v>
                </c:pt>
                <c:pt idx="16600">
                  <c:v>1</c:v>
                </c:pt>
                <c:pt idx="16601">
                  <c:v>3</c:v>
                </c:pt>
                <c:pt idx="16602">
                  <c:v>2</c:v>
                </c:pt>
                <c:pt idx="16603">
                  <c:v>4</c:v>
                </c:pt>
                <c:pt idx="16604">
                  <c:v>3</c:v>
                </c:pt>
                <c:pt idx="16605">
                  <c:v>3</c:v>
                </c:pt>
                <c:pt idx="16606">
                  <c:v>1</c:v>
                </c:pt>
                <c:pt idx="16607">
                  <c:v>1</c:v>
                </c:pt>
                <c:pt idx="16608">
                  <c:v>2</c:v>
                </c:pt>
                <c:pt idx="16609">
                  <c:v>2</c:v>
                </c:pt>
                <c:pt idx="16610">
                  <c:v>3</c:v>
                </c:pt>
                <c:pt idx="16611">
                  <c:v>1</c:v>
                </c:pt>
                <c:pt idx="16612">
                  <c:v>3</c:v>
                </c:pt>
                <c:pt idx="16613">
                  <c:v>2</c:v>
                </c:pt>
                <c:pt idx="16614">
                  <c:v>1</c:v>
                </c:pt>
                <c:pt idx="16615">
                  <c:v>4</c:v>
                </c:pt>
                <c:pt idx="16616">
                  <c:v>4</c:v>
                </c:pt>
                <c:pt idx="16617">
                  <c:v>4</c:v>
                </c:pt>
                <c:pt idx="16618">
                  <c:v>4</c:v>
                </c:pt>
                <c:pt idx="16619">
                  <c:v>3</c:v>
                </c:pt>
                <c:pt idx="16620">
                  <c:v>4</c:v>
                </c:pt>
                <c:pt idx="16621">
                  <c:v>2</c:v>
                </c:pt>
                <c:pt idx="16622">
                  <c:v>4</c:v>
                </c:pt>
                <c:pt idx="16623">
                  <c:v>4</c:v>
                </c:pt>
                <c:pt idx="16624">
                  <c:v>4</c:v>
                </c:pt>
                <c:pt idx="16625">
                  <c:v>7</c:v>
                </c:pt>
                <c:pt idx="16626">
                  <c:v>4</c:v>
                </c:pt>
                <c:pt idx="16627">
                  <c:v>4</c:v>
                </c:pt>
                <c:pt idx="16628">
                  <c:v>4</c:v>
                </c:pt>
                <c:pt idx="16629">
                  <c:v>4</c:v>
                </c:pt>
                <c:pt idx="16630">
                  <c:v>4</c:v>
                </c:pt>
                <c:pt idx="16631">
                  <c:v>2</c:v>
                </c:pt>
                <c:pt idx="16632">
                  <c:v>4</c:v>
                </c:pt>
                <c:pt idx="16633">
                  <c:v>4</c:v>
                </c:pt>
                <c:pt idx="16634">
                  <c:v>3</c:v>
                </c:pt>
                <c:pt idx="16635">
                  <c:v>4</c:v>
                </c:pt>
                <c:pt idx="16636">
                  <c:v>4</c:v>
                </c:pt>
                <c:pt idx="16637">
                  <c:v>4</c:v>
                </c:pt>
                <c:pt idx="16638">
                  <c:v>4</c:v>
                </c:pt>
                <c:pt idx="16639">
                  <c:v>3</c:v>
                </c:pt>
                <c:pt idx="16640">
                  <c:v>3</c:v>
                </c:pt>
                <c:pt idx="16641">
                  <c:v>4</c:v>
                </c:pt>
                <c:pt idx="16642">
                  <c:v>2</c:v>
                </c:pt>
                <c:pt idx="16643">
                  <c:v>3</c:v>
                </c:pt>
                <c:pt idx="16644">
                  <c:v>3</c:v>
                </c:pt>
                <c:pt idx="16645">
                  <c:v>2</c:v>
                </c:pt>
                <c:pt idx="16646">
                  <c:v>2</c:v>
                </c:pt>
                <c:pt idx="16647">
                  <c:v>3</c:v>
                </c:pt>
                <c:pt idx="16648">
                  <c:v>1</c:v>
                </c:pt>
                <c:pt idx="16649">
                  <c:v>2</c:v>
                </c:pt>
                <c:pt idx="16650">
                  <c:v>2</c:v>
                </c:pt>
                <c:pt idx="16651">
                  <c:v>2</c:v>
                </c:pt>
                <c:pt idx="16652">
                  <c:v>1</c:v>
                </c:pt>
                <c:pt idx="16653">
                  <c:v>5</c:v>
                </c:pt>
                <c:pt idx="16654">
                  <c:v>4</c:v>
                </c:pt>
                <c:pt idx="16655">
                  <c:v>3</c:v>
                </c:pt>
                <c:pt idx="16656">
                  <c:v>4</c:v>
                </c:pt>
                <c:pt idx="16657">
                  <c:v>4</c:v>
                </c:pt>
                <c:pt idx="16658">
                  <c:v>4</c:v>
                </c:pt>
                <c:pt idx="16659">
                  <c:v>3</c:v>
                </c:pt>
                <c:pt idx="16660">
                  <c:v>1</c:v>
                </c:pt>
                <c:pt idx="16661">
                  <c:v>4</c:v>
                </c:pt>
                <c:pt idx="16662">
                  <c:v>3</c:v>
                </c:pt>
                <c:pt idx="16663">
                  <c:v>1</c:v>
                </c:pt>
                <c:pt idx="16664">
                  <c:v>3</c:v>
                </c:pt>
                <c:pt idx="16665">
                  <c:v>1</c:v>
                </c:pt>
                <c:pt idx="16666">
                  <c:v>2</c:v>
                </c:pt>
                <c:pt idx="16667">
                  <c:v>1</c:v>
                </c:pt>
                <c:pt idx="16668">
                  <c:v>1</c:v>
                </c:pt>
                <c:pt idx="16669">
                  <c:v>2</c:v>
                </c:pt>
                <c:pt idx="16670">
                  <c:v>2</c:v>
                </c:pt>
                <c:pt idx="16671">
                  <c:v>1</c:v>
                </c:pt>
                <c:pt idx="16672">
                  <c:v>2</c:v>
                </c:pt>
                <c:pt idx="16673">
                  <c:v>4</c:v>
                </c:pt>
                <c:pt idx="16674">
                  <c:v>2</c:v>
                </c:pt>
                <c:pt idx="16675">
                  <c:v>3</c:v>
                </c:pt>
                <c:pt idx="16676">
                  <c:v>1</c:v>
                </c:pt>
                <c:pt idx="16677">
                  <c:v>1</c:v>
                </c:pt>
                <c:pt idx="16678">
                  <c:v>1</c:v>
                </c:pt>
                <c:pt idx="16679">
                  <c:v>2</c:v>
                </c:pt>
                <c:pt idx="16680">
                  <c:v>2</c:v>
                </c:pt>
                <c:pt idx="16681">
                  <c:v>3</c:v>
                </c:pt>
                <c:pt idx="16682">
                  <c:v>3</c:v>
                </c:pt>
                <c:pt idx="16683">
                  <c:v>2</c:v>
                </c:pt>
                <c:pt idx="16684">
                  <c:v>1</c:v>
                </c:pt>
                <c:pt idx="16685">
                  <c:v>1</c:v>
                </c:pt>
                <c:pt idx="16686">
                  <c:v>1</c:v>
                </c:pt>
                <c:pt idx="16687">
                  <c:v>2</c:v>
                </c:pt>
                <c:pt idx="16688">
                  <c:v>2</c:v>
                </c:pt>
                <c:pt idx="16689">
                  <c:v>2</c:v>
                </c:pt>
                <c:pt idx="16690">
                  <c:v>1</c:v>
                </c:pt>
                <c:pt idx="16691">
                  <c:v>2</c:v>
                </c:pt>
                <c:pt idx="16692">
                  <c:v>2</c:v>
                </c:pt>
                <c:pt idx="16693">
                  <c:v>2</c:v>
                </c:pt>
                <c:pt idx="16694">
                  <c:v>1</c:v>
                </c:pt>
                <c:pt idx="16695">
                  <c:v>1</c:v>
                </c:pt>
                <c:pt idx="16696">
                  <c:v>1</c:v>
                </c:pt>
                <c:pt idx="16697">
                  <c:v>1</c:v>
                </c:pt>
                <c:pt idx="16698">
                  <c:v>3</c:v>
                </c:pt>
                <c:pt idx="16699">
                  <c:v>1</c:v>
                </c:pt>
                <c:pt idx="16700">
                  <c:v>1</c:v>
                </c:pt>
                <c:pt idx="16701">
                  <c:v>3</c:v>
                </c:pt>
                <c:pt idx="16702">
                  <c:v>1</c:v>
                </c:pt>
                <c:pt idx="16703">
                  <c:v>2</c:v>
                </c:pt>
                <c:pt idx="16704">
                  <c:v>1</c:v>
                </c:pt>
                <c:pt idx="16705">
                  <c:v>11</c:v>
                </c:pt>
                <c:pt idx="16706">
                  <c:v>13</c:v>
                </c:pt>
                <c:pt idx="16707">
                  <c:v>14</c:v>
                </c:pt>
                <c:pt idx="16708">
                  <c:v>3</c:v>
                </c:pt>
                <c:pt idx="16709">
                  <c:v>3</c:v>
                </c:pt>
                <c:pt idx="16710">
                  <c:v>3</c:v>
                </c:pt>
                <c:pt idx="16711">
                  <c:v>2</c:v>
                </c:pt>
                <c:pt idx="16712">
                  <c:v>2</c:v>
                </c:pt>
                <c:pt idx="16713">
                  <c:v>4</c:v>
                </c:pt>
                <c:pt idx="16714">
                  <c:v>4</c:v>
                </c:pt>
                <c:pt idx="16715">
                  <c:v>2</c:v>
                </c:pt>
                <c:pt idx="16716">
                  <c:v>6</c:v>
                </c:pt>
                <c:pt idx="16717">
                  <c:v>1</c:v>
                </c:pt>
                <c:pt idx="16718">
                  <c:v>1</c:v>
                </c:pt>
                <c:pt idx="16719">
                  <c:v>1</c:v>
                </c:pt>
                <c:pt idx="16720">
                  <c:v>1</c:v>
                </c:pt>
                <c:pt idx="16721">
                  <c:v>1</c:v>
                </c:pt>
                <c:pt idx="16722">
                  <c:v>1</c:v>
                </c:pt>
                <c:pt idx="16723">
                  <c:v>1</c:v>
                </c:pt>
                <c:pt idx="16724">
                  <c:v>1</c:v>
                </c:pt>
                <c:pt idx="16725">
                  <c:v>1</c:v>
                </c:pt>
                <c:pt idx="16726">
                  <c:v>1</c:v>
                </c:pt>
                <c:pt idx="16727">
                  <c:v>1</c:v>
                </c:pt>
                <c:pt idx="16728">
                  <c:v>1</c:v>
                </c:pt>
                <c:pt idx="16729">
                  <c:v>2</c:v>
                </c:pt>
                <c:pt idx="16730">
                  <c:v>1</c:v>
                </c:pt>
                <c:pt idx="16731">
                  <c:v>2</c:v>
                </c:pt>
                <c:pt idx="16732">
                  <c:v>1</c:v>
                </c:pt>
                <c:pt idx="16733">
                  <c:v>1</c:v>
                </c:pt>
                <c:pt idx="16734">
                  <c:v>5</c:v>
                </c:pt>
                <c:pt idx="16735">
                  <c:v>1</c:v>
                </c:pt>
                <c:pt idx="16736">
                  <c:v>1</c:v>
                </c:pt>
                <c:pt idx="16737">
                  <c:v>1</c:v>
                </c:pt>
                <c:pt idx="16738">
                  <c:v>1</c:v>
                </c:pt>
                <c:pt idx="16739">
                  <c:v>1</c:v>
                </c:pt>
                <c:pt idx="16740">
                  <c:v>1</c:v>
                </c:pt>
                <c:pt idx="16741">
                  <c:v>1</c:v>
                </c:pt>
                <c:pt idx="16742">
                  <c:v>1</c:v>
                </c:pt>
                <c:pt idx="16743">
                  <c:v>1</c:v>
                </c:pt>
                <c:pt idx="16744">
                  <c:v>4</c:v>
                </c:pt>
                <c:pt idx="16745">
                  <c:v>2</c:v>
                </c:pt>
                <c:pt idx="16746">
                  <c:v>1</c:v>
                </c:pt>
                <c:pt idx="16747">
                  <c:v>1</c:v>
                </c:pt>
                <c:pt idx="16748">
                  <c:v>6</c:v>
                </c:pt>
                <c:pt idx="16749">
                  <c:v>1</c:v>
                </c:pt>
                <c:pt idx="16750">
                  <c:v>1</c:v>
                </c:pt>
                <c:pt idx="16751">
                  <c:v>1</c:v>
                </c:pt>
                <c:pt idx="16752">
                  <c:v>20</c:v>
                </c:pt>
                <c:pt idx="16753">
                  <c:v>16</c:v>
                </c:pt>
                <c:pt idx="16754">
                  <c:v>2</c:v>
                </c:pt>
                <c:pt idx="16755">
                  <c:v>1</c:v>
                </c:pt>
                <c:pt idx="16756">
                  <c:v>2</c:v>
                </c:pt>
                <c:pt idx="16757">
                  <c:v>2</c:v>
                </c:pt>
                <c:pt idx="16758">
                  <c:v>2</c:v>
                </c:pt>
                <c:pt idx="16759">
                  <c:v>2</c:v>
                </c:pt>
                <c:pt idx="16760">
                  <c:v>3</c:v>
                </c:pt>
                <c:pt idx="16761">
                  <c:v>1</c:v>
                </c:pt>
                <c:pt idx="16762">
                  <c:v>3</c:v>
                </c:pt>
                <c:pt idx="16763">
                  <c:v>2</c:v>
                </c:pt>
                <c:pt idx="16764">
                  <c:v>4</c:v>
                </c:pt>
                <c:pt idx="16765">
                  <c:v>2</c:v>
                </c:pt>
                <c:pt idx="16766">
                  <c:v>3</c:v>
                </c:pt>
                <c:pt idx="16767">
                  <c:v>2</c:v>
                </c:pt>
                <c:pt idx="16768">
                  <c:v>3</c:v>
                </c:pt>
                <c:pt idx="16769">
                  <c:v>2</c:v>
                </c:pt>
                <c:pt idx="16770">
                  <c:v>2</c:v>
                </c:pt>
                <c:pt idx="16771">
                  <c:v>2</c:v>
                </c:pt>
                <c:pt idx="16772">
                  <c:v>3</c:v>
                </c:pt>
                <c:pt idx="16773">
                  <c:v>2</c:v>
                </c:pt>
                <c:pt idx="16774">
                  <c:v>-2</c:v>
                </c:pt>
                <c:pt idx="16775">
                  <c:v>2</c:v>
                </c:pt>
                <c:pt idx="16776">
                  <c:v>2</c:v>
                </c:pt>
                <c:pt idx="16777">
                  <c:v>0</c:v>
                </c:pt>
                <c:pt idx="16778">
                  <c:v>2</c:v>
                </c:pt>
                <c:pt idx="16779">
                  <c:v>2</c:v>
                </c:pt>
                <c:pt idx="16780">
                  <c:v>3</c:v>
                </c:pt>
                <c:pt idx="16781">
                  <c:v>2</c:v>
                </c:pt>
                <c:pt idx="16782">
                  <c:v>-2</c:v>
                </c:pt>
                <c:pt idx="16783">
                  <c:v>-3</c:v>
                </c:pt>
                <c:pt idx="16784">
                  <c:v>2</c:v>
                </c:pt>
                <c:pt idx="16785">
                  <c:v>2</c:v>
                </c:pt>
                <c:pt idx="16786">
                  <c:v>2</c:v>
                </c:pt>
                <c:pt idx="16787">
                  <c:v>2</c:v>
                </c:pt>
                <c:pt idx="16788">
                  <c:v>6</c:v>
                </c:pt>
                <c:pt idx="16789">
                  <c:v>9</c:v>
                </c:pt>
                <c:pt idx="16790">
                  <c:v>6</c:v>
                </c:pt>
                <c:pt idx="16791">
                  <c:v>7</c:v>
                </c:pt>
                <c:pt idx="16792">
                  <c:v>7</c:v>
                </c:pt>
                <c:pt idx="16793">
                  <c:v>3</c:v>
                </c:pt>
                <c:pt idx="16794">
                  <c:v>3</c:v>
                </c:pt>
                <c:pt idx="16795">
                  <c:v>4</c:v>
                </c:pt>
                <c:pt idx="16796">
                  <c:v>3</c:v>
                </c:pt>
                <c:pt idx="16797">
                  <c:v>5</c:v>
                </c:pt>
                <c:pt idx="16798">
                  <c:v>4</c:v>
                </c:pt>
                <c:pt idx="16799">
                  <c:v>3</c:v>
                </c:pt>
                <c:pt idx="16800">
                  <c:v>3</c:v>
                </c:pt>
                <c:pt idx="16801">
                  <c:v>3</c:v>
                </c:pt>
                <c:pt idx="16802">
                  <c:v>3</c:v>
                </c:pt>
                <c:pt idx="16803">
                  <c:v>2</c:v>
                </c:pt>
                <c:pt idx="16804">
                  <c:v>3</c:v>
                </c:pt>
                <c:pt idx="16805">
                  <c:v>2</c:v>
                </c:pt>
                <c:pt idx="16806">
                  <c:v>2</c:v>
                </c:pt>
                <c:pt idx="16807">
                  <c:v>3</c:v>
                </c:pt>
                <c:pt idx="16808">
                  <c:v>3</c:v>
                </c:pt>
                <c:pt idx="16809">
                  <c:v>2</c:v>
                </c:pt>
                <c:pt idx="16810">
                  <c:v>2</c:v>
                </c:pt>
                <c:pt idx="16811">
                  <c:v>2</c:v>
                </c:pt>
                <c:pt idx="16812">
                  <c:v>3</c:v>
                </c:pt>
                <c:pt idx="16813">
                  <c:v>3</c:v>
                </c:pt>
                <c:pt idx="16814">
                  <c:v>3</c:v>
                </c:pt>
                <c:pt idx="16815">
                  <c:v>2</c:v>
                </c:pt>
                <c:pt idx="16816">
                  <c:v>1</c:v>
                </c:pt>
                <c:pt idx="16817">
                  <c:v>3</c:v>
                </c:pt>
                <c:pt idx="16818">
                  <c:v>4</c:v>
                </c:pt>
                <c:pt idx="16819">
                  <c:v>2</c:v>
                </c:pt>
                <c:pt idx="16820">
                  <c:v>2</c:v>
                </c:pt>
                <c:pt idx="16821">
                  <c:v>3</c:v>
                </c:pt>
                <c:pt idx="16822">
                  <c:v>5</c:v>
                </c:pt>
                <c:pt idx="16823">
                  <c:v>3</c:v>
                </c:pt>
                <c:pt idx="16824">
                  <c:v>3</c:v>
                </c:pt>
                <c:pt idx="16825">
                  <c:v>3</c:v>
                </c:pt>
                <c:pt idx="16826">
                  <c:v>1</c:v>
                </c:pt>
                <c:pt idx="16827">
                  <c:v>2</c:v>
                </c:pt>
                <c:pt idx="16828">
                  <c:v>2</c:v>
                </c:pt>
                <c:pt idx="16829">
                  <c:v>2</c:v>
                </c:pt>
                <c:pt idx="16830">
                  <c:v>1</c:v>
                </c:pt>
                <c:pt idx="16831">
                  <c:v>2</c:v>
                </c:pt>
                <c:pt idx="16832">
                  <c:v>2</c:v>
                </c:pt>
                <c:pt idx="16833">
                  <c:v>1</c:v>
                </c:pt>
                <c:pt idx="16834">
                  <c:v>3</c:v>
                </c:pt>
                <c:pt idx="16835">
                  <c:v>3</c:v>
                </c:pt>
                <c:pt idx="16836">
                  <c:v>2</c:v>
                </c:pt>
                <c:pt idx="16837">
                  <c:v>2</c:v>
                </c:pt>
                <c:pt idx="16838">
                  <c:v>2</c:v>
                </c:pt>
                <c:pt idx="16839">
                  <c:v>3</c:v>
                </c:pt>
                <c:pt idx="16840">
                  <c:v>2</c:v>
                </c:pt>
                <c:pt idx="16841">
                  <c:v>2</c:v>
                </c:pt>
                <c:pt idx="16842">
                  <c:v>5</c:v>
                </c:pt>
                <c:pt idx="16843">
                  <c:v>1</c:v>
                </c:pt>
                <c:pt idx="16844">
                  <c:v>2</c:v>
                </c:pt>
                <c:pt idx="16845">
                  <c:v>1</c:v>
                </c:pt>
                <c:pt idx="16846">
                  <c:v>4</c:v>
                </c:pt>
                <c:pt idx="16847">
                  <c:v>2</c:v>
                </c:pt>
                <c:pt idx="16848">
                  <c:v>2</c:v>
                </c:pt>
                <c:pt idx="16849">
                  <c:v>2</c:v>
                </c:pt>
                <c:pt idx="16850">
                  <c:v>2</c:v>
                </c:pt>
                <c:pt idx="16851">
                  <c:v>3</c:v>
                </c:pt>
                <c:pt idx="16852">
                  <c:v>1</c:v>
                </c:pt>
                <c:pt idx="16853">
                  <c:v>2</c:v>
                </c:pt>
                <c:pt idx="16854">
                  <c:v>2</c:v>
                </c:pt>
                <c:pt idx="16855">
                  <c:v>4</c:v>
                </c:pt>
                <c:pt idx="16856">
                  <c:v>3</c:v>
                </c:pt>
                <c:pt idx="16857">
                  <c:v>8</c:v>
                </c:pt>
                <c:pt idx="16858">
                  <c:v>8</c:v>
                </c:pt>
                <c:pt idx="16859">
                  <c:v>8</c:v>
                </c:pt>
                <c:pt idx="16860">
                  <c:v>11</c:v>
                </c:pt>
                <c:pt idx="16861">
                  <c:v>10</c:v>
                </c:pt>
                <c:pt idx="16862">
                  <c:v>5</c:v>
                </c:pt>
                <c:pt idx="16863">
                  <c:v>3</c:v>
                </c:pt>
                <c:pt idx="16864">
                  <c:v>10</c:v>
                </c:pt>
                <c:pt idx="16865">
                  <c:v>7</c:v>
                </c:pt>
                <c:pt idx="16866">
                  <c:v>2</c:v>
                </c:pt>
                <c:pt idx="16867">
                  <c:v>4</c:v>
                </c:pt>
                <c:pt idx="16868">
                  <c:v>4</c:v>
                </c:pt>
                <c:pt idx="16869">
                  <c:v>2</c:v>
                </c:pt>
                <c:pt idx="16870">
                  <c:v>2</c:v>
                </c:pt>
                <c:pt idx="16871">
                  <c:v>2</c:v>
                </c:pt>
                <c:pt idx="16872">
                  <c:v>1</c:v>
                </c:pt>
                <c:pt idx="16873">
                  <c:v>4</c:v>
                </c:pt>
                <c:pt idx="16874">
                  <c:v>1</c:v>
                </c:pt>
                <c:pt idx="16875">
                  <c:v>4</c:v>
                </c:pt>
                <c:pt idx="16876">
                  <c:v>6</c:v>
                </c:pt>
                <c:pt idx="16877">
                  <c:v>2</c:v>
                </c:pt>
                <c:pt idx="16878">
                  <c:v>3</c:v>
                </c:pt>
                <c:pt idx="16879">
                  <c:v>3</c:v>
                </c:pt>
                <c:pt idx="16880">
                  <c:v>4</c:v>
                </c:pt>
                <c:pt idx="16881">
                  <c:v>1</c:v>
                </c:pt>
                <c:pt idx="16882">
                  <c:v>2</c:v>
                </c:pt>
                <c:pt idx="16883">
                  <c:v>2</c:v>
                </c:pt>
                <c:pt idx="16884">
                  <c:v>4</c:v>
                </c:pt>
                <c:pt idx="16885">
                  <c:v>3</c:v>
                </c:pt>
                <c:pt idx="16886">
                  <c:v>2</c:v>
                </c:pt>
                <c:pt idx="16887">
                  <c:v>1</c:v>
                </c:pt>
                <c:pt idx="16888">
                  <c:v>4</c:v>
                </c:pt>
                <c:pt idx="16889">
                  <c:v>7</c:v>
                </c:pt>
                <c:pt idx="16890">
                  <c:v>3</c:v>
                </c:pt>
                <c:pt idx="16891">
                  <c:v>3</c:v>
                </c:pt>
                <c:pt idx="16892">
                  <c:v>3</c:v>
                </c:pt>
                <c:pt idx="16893">
                  <c:v>5</c:v>
                </c:pt>
                <c:pt idx="16894">
                  <c:v>4</c:v>
                </c:pt>
                <c:pt idx="16895">
                  <c:v>2</c:v>
                </c:pt>
                <c:pt idx="16896">
                  <c:v>2</c:v>
                </c:pt>
                <c:pt idx="16897">
                  <c:v>2</c:v>
                </c:pt>
                <c:pt idx="16898">
                  <c:v>3</c:v>
                </c:pt>
                <c:pt idx="16899">
                  <c:v>2</c:v>
                </c:pt>
                <c:pt idx="16900">
                  <c:v>2</c:v>
                </c:pt>
                <c:pt idx="16901">
                  <c:v>2</c:v>
                </c:pt>
                <c:pt idx="16902">
                  <c:v>2</c:v>
                </c:pt>
                <c:pt idx="16903">
                  <c:v>4</c:v>
                </c:pt>
                <c:pt idx="16904">
                  <c:v>2</c:v>
                </c:pt>
                <c:pt idx="16905">
                  <c:v>1</c:v>
                </c:pt>
                <c:pt idx="16906">
                  <c:v>2</c:v>
                </c:pt>
                <c:pt idx="16907">
                  <c:v>3</c:v>
                </c:pt>
                <c:pt idx="16908">
                  <c:v>2</c:v>
                </c:pt>
                <c:pt idx="16909">
                  <c:v>2</c:v>
                </c:pt>
                <c:pt idx="16910">
                  <c:v>2</c:v>
                </c:pt>
                <c:pt idx="16911">
                  <c:v>2</c:v>
                </c:pt>
                <c:pt idx="16912">
                  <c:v>3</c:v>
                </c:pt>
                <c:pt idx="16913">
                  <c:v>1</c:v>
                </c:pt>
                <c:pt idx="16914">
                  <c:v>1</c:v>
                </c:pt>
                <c:pt idx="16915">
                  <c:v>3</c:v>
                </c:pt>
                <c:pt idx="16916">
                  <c:v>3</c:v>
                </c:pt>
                <c:pt idx="16917">
                  <c:v>2</c:v>
                </c:pt>
                <c:pt idx="16918">
                  <c:v>4</c:v>
                </c:pt>
                <c:pt idx="16919">
                  <c:v>3</c:v>
                </c:pt>
                <c:pt idx="16920">
                  <c:v>3</c:v>
                </c:pt>
                <c:pt idx="16921">
                  <c:v>3</c:v>
                </c:pt>
                <c:pt idx="16922">
                  <c:v>3</c:v>
                </c:pt>
                <c:pt idx="16923">
                  <c:v>3</c:v>
                </c:pt>
                <c:pt idx="16924">
                  <c:v>3</c:v>
                </c:pt>
                <c:pt idx="16925">
                  <c:v>2</c:v>
                </c:pt>
                <c:pt idx="16926">
                  <c:v>3</c:v>
                </c:pt>
                <c:pt idx="16927">
                  <c:v>3</c:v>
                </c:pt>
                <c:pt idx="16928">
                  <c:v>3</c:v>
                </c:pt>
                <c:pt idx="16929">
                  <c:v>3</c:v>
                </c:pt>
                <c:pt idx="16930">
                  <c:v>3</c:v>
                </c:pt>
                <c:pt idx="16931">
                  <c:v>3</c:v>
                </c:pt>
                <c:pt idx="16932">
                  <c:v>3</c:v>
                </c:pt>
                <c:pt idx="16933">
                  <c:v>3</c:v>
                </c:pt>
                <c:pt idx="16934">
                  <c:v>2</c:v>
                </c:pt>
                <c:pt idx="16935">
                  <c:v>4</c:v>
                </c:pt>
                <c:pt idx="16936">
                  <c:v>2</c:v>
                </c:pt>
                <c:pt idx="16937">
                  <c:v>2</c:v>
                </c:pt>
                <c:pt idx="16938">
                  <c:v>2</c:v>
                </c:pt>
                <c:pt idx="16939">
                  <c:v>4</c:v>
                </c:pt>
                <c:pt idx="16940">
                  <c:v>2</c:v>
                </c:pt>
                <c:pt idx="16941">
                  <c:v>2</c:v>
                </c:pt>
                <c:pt idx="16942">
                  <c:v>3</c:v>
                </c:pt>
                <c:pt idx="16943">
                  <c:v>2</c:v>
                </c:pt>
                <c:pt idx="16944">
                  <c:v>2</c:v>
                </c:pt>
                <c:pt idx="16945">
                  <c:v>3</c:v>
                </c:pt>
                <c:pt idx="16946">
                  <c:v>3</c:v>
                </c:pt>
                <c:pt idx="16947">
                  <c:v>3</c:v>
                </c:pt>
                <c:pt idx="16948">
                  <c:v>4</c:v>
                </c:pt>
                <c:pt idx="16949">
                  <c:v>3</c:v>
                </c:pt>
                <c:pt idx="16950">
                  <c:v>3</c:v>
                </c:pt>
                <c:pt idx="16951">
                  <c:v>3</c:v>
                </c:pt>
                <c:pt idx="16952">
                  <c:v>2</c:v>
                </c:pt>
                <c:pt idx="16953">
                  <c:v>4</c:v>
                </c:pt>
                <c:pt idx="16954">
                  <c:v>2</c:v>
                </c:pt>
                <c:pt idx="16955">
                  <c:v>4</c:v>
                </c:pt>
                <c:pt idx="16956">
                  <c:v>3</c:v>
                </c:pt>
                <c:pt idx="16957">
                  <c:v>9</c:v>
                </c:pt>
                <c:pt idx="16958">
                  <c:v>4</c:v>
                </c:pt>
                <c:pt idx="16959">
                  <c:v>5</c:v>
                </c:pt>
                <c:pt idx="16960">
                  <c:v>1</c:v>
                </c:pt>
                <c:pt idx="16961">
                  <c:v>3</c:v>
                </c:pt>
                <c:pt idx="16962">
                  <c:v>2</c:v>
                </c:pt>
                <c:pt idx="16963">
                  <c:v>2</c:v>
                </c:pt>
                <c:pt idx="16964">
                  <c:v>2</c:v>
                </c:pt>
                <c:pt idx="16965">
                  <c:v>2</c:v>
                </c:pt>
                <c:pt idx="16966">
                  <c:v>2</c:v>
                </c:pt>
                <c:pt idx="16967">
                  <c:v>2</c:v>
                </c:pt>
                <c:pt idx="16968">
                  <c:v>2</c:v>
                </c:pt>
                <c:pt idx="16969">
                  <c:v>2</c:v>
                </c:pt>
                <c:pt idx="16970">
                  <c:v>3</c:v>
                </c:pt>
                <c:pt idx="16971">
                  <c:v>2</c:v>
                </c:pt>
                <c:pt idx="16972">
                  <c:v>2</c:v>
                </c:pt>
                <c:pt idx="16973">
                  <c:v>3</c:v>
                </c:pt>
                <c:pt idx="16974">
                  <c:v>2</c:v>
                </c:pt>
                <c:pt idx="16975">
                  <c:v>2</c:v>
                </c:pt>
                <c:pt idx="16976">
                  <c:v>2</c:v>
                </c:pt>
                <c:pt idx="16977">
                  <c:v>2</c:v>
                </c:pt>
                <c:pt idx="16978">
                  <c:v>2</c:v>
                </c:pt>
                <c:pt idx="16979">
                  <c:v>2</c:v>
                </c:pt>
                <c:pt idx="16980">
                  <c:v>2</c:v>
                </c:pt>
                <c:pt idx="16981">
                  <c:v>3</c:v>
                </c:pt>
                <c:pt idx="16982">
                  <c:v>2</c:v>
                </c:pt>
                <c:pt idx="16983">
                  <c:v>2</c:v>
                </c:pt>
                <c:pt idx="16984">
                  <c:v>3</c:v>
                </c:pt>
                <c:pt idx="16985">
                  <c:v>2</c:v>
                </c:pt>
                <c:pt idx="16986">
                  <c:v>2</c:v>
                </c:pt>
                <c:pt idx="16987">
                  <c:v>1</c:v>
                </c:pt>
                <c:pt idx="16988">
                  <c:v>1</c:v>
                </c:pt>
                <c:pt idx="16989">
                  <c:v>2</c:v>
                </c:pt>
                <c:pt idx="16990">
                  <c:v>1</c:v>
                </c:pt>
                <c:pt idx="16991">
                  <c:v>1</c:v>
                </c:pt>
                <c:pt idx="16992">
                  <c:v>1</c:v>
                </c:pt>
                <c:pt idx="16993">
                  <c:v>2</c:v>
                </c:pt>
                <c:pt idx="16994">
                  <c:v>4</c:v>
                </c:pt>
                <c:pt idx="16995">
                  <c:v>1</c:v>
                </c:pt>
                <c:pt idx="16996">
                  <c:v>3</c:v>
                </c:pt>
                <c:pt idx="16997">
                  <c:v>4</c:v>
                </c:pt>
                <c:pt idx="16998">
                  <c:v>1</c:v>
                </c:pt>
                <c:pt idx="16999">
                  <c:v>1</c:v>
                </c:pt>
                <c:pt idx="17000">
                  <c:v>1</c:v>
                </c:pt>
                <c:pt idx="17001">
                  <c:v>3</c:v>
                </c:pt>
                <c:pt idx="17002">
                  <c:v>2</c:v>
                </c:pt>
                <c:pt idx="17003">
                  <c:v>1</c:v>
                </c:pt>
                <c:pt idx="17004">
                  <c:v>2</c:v>
                </c:pt>
                <c:pt idx="17005">
                  <c:v>2</c:v>
                </c:pt>
                <c:pt idx="17006">
                  <c:v>2</c:v>
                </c:pt>
                <c:pt idx="17007">
                  <c:v>5</c:v>
                </c:pt>
                <c:pt idx="17008">
                  <c:v>1</c:v>
                </c:pt>
                <c:pt idx="17009">
                  <c:v>3</c:v>
                </c:pt>
                <c:pt idx="17010">
                  <c:v>3</c:v>
                </c:pt>
                <c:pt idx="17011">
                  <c:v>1</c:v>
                </c:pt>
                <c:pt idx="17012">
                  <c:v>1</c:v>
                </c:pt>
                <c:pt idx="17013">
                  <c:v>1</c:v>
                </c:pt>
                <c:pt idx="17014">
                  <c:v>3</c:v>
                </c:pt>
                <c:pt idx="17015">
                  <c:v>2</c:v>
                </c:pt>
                <c:pt idx="17016">
                  <c:v>3</c:v>
                </c:pt>
                <c:pt idx="17017">
                  <c:v>3</c:v>
                </c:pt>
                <c:pt idx="17018">
                  <c:v>3</c:v>
                </c:pt>
                <c:pt idx="17019">
                  <c:v>1</c:v>
                </c:pt>
                <c:pt idx="17020">
                  <c:v>2</c:v>
                </c:pt>
                <c:pt idx="17021">
                  <c:v>6</c:v>
                </c:pt>
                <c:pt idx="17022">
                  <c:v>6</c:v>
                </c:pt>
                <c:pt idx="17023">
                  <c:v>1</c:v>
                </c:pt>
                <c:pt idx="17024">
                  <c:v>1</c:v>
                </c:pt>
                <c:pt idx="17025">
                  <c:v>4</c:v>
                </c:pt>
                <c:pt idx="17026">
                  <c:v>4</c:v>
                </c:pt>
                <c:pt idx="17027">
                  <c:v>5</c:v>
                </c:pt>
                <c:pt idx="17028">
                  <c:v>4</c:v>
                </c:pt>
                <c:pt idx="17029">
                  <c:v>4</c:v>
                </c:pt>
                <c:pt idx="17030">
                  <c:v>3</c:v>
                </c:pt>
                <c:pt idx="17031">
                  <c:v>6</c:v>
                </c:pt>
                <c:pt idx="17032">
                  <c:v>4</c:v>
                </c:pt>
                <c:pt idx="17033">
                  <c:v>2</c:v>
                </c:pt>
                <c:pt idx="17034">
                  <c:v>5</c:v>
                </c:pt>
                <c:pt idx="17035">
                  <c:v>3</c:v>
                </c:pt>
                <c:pt idx="17036">
                  <c:v>1</c:v>
                </c:pt>
                <c:pt idx="17037">
                  <c:v>3</c:v>
                </c:pt>
                <c:pt idx="17038">
                  <c:v>2</c:v>
                </c:pt>
                <c:pt idx="17039">
                  <c:v>1</c:v>
                </c:pt>
                <c:pt idx="17040">
                  <c:v>1</c:v>
                </c:pt>
                <c:pt idx="17041">
                  <c:v>3</c:v>
                </c:pt>
                <c:pt idx="17042">
                  <c:v>1</c:v>
                </c:pt>
                <c:pt idx="17043">
                  <c:v>2</c:v>
                </c:pt>
                <c:pt idx="17044">
                  <c:v>1</c:v>
                </c:pt>
                <c:pt idx="17045">
                  <c:v>6</c:v>
                </c:pt>
                <c:pt idx="17046">
                  <c:v>1</c:v>
                </c:pt>
                <c:pt idx="17047">
                  <c:v>6</c:v>
                </c:pt>
                <c:pt idx="17048">
                  <c:v>6</c:v>
                </c:pt>
                <c:pt idx="17049">
                  <c:v>3</c:v>
                </c:pt>
                <c:pt idx="17050">
                  <c:v>1</c:v>
                </c:pt>
                <c:pt idx="17051">
                  <c:v>1</c:v>
                </c:pt>
                <c:pt idx="17052">
                  <c:v>6</c:v>
                </c:pt>
                <c:pt idx="17053">
                  <c:v>1</c:v>
                </c:pt>
                <c:pt idx="17054">
                  <c:v>4</c:v>
                </c:pt>
                <c:pt idx="17055">
                  <c:v>4</c:v>
                </c:pt>
                <c:pt idx="17056">
                  <c:v>5</c:v>
                </c:pt>
                <c:pt idx="17057">
                  <c:v>3</c:v>
                </c:pt>
                <c:pt idx="17058">
                  <c:v>8</c:v>
                </c:pt>
                <c:pt idx="17059">
                  <c:v>5</c:v>
                </c:pt>
                <c:pt idx="17060">
                  <c:v>3</c:v>
                </c:pt>
                <c:pt idx="17061">
                  <c:v>4</c:v>
                </c:pt>
                <c:pt idx="17062">
                  <c:v>3</c:v>
                </c:pt>
                <c:pt idx="17063">
                  <c:v>3</c:v>
                </c:pt>
                <c:pt idx="17064">
                  <c:v>4</c:v>
                </c:pt>
                <c:pt idx="17065">
                  <c:v>8</c:v>
                </c:pt>
                <c:pt idx="17066">
                  <c:v>1</c:v>
                </c:pt>
                <c:pt idx="17067">
                  <c:v>3</c:v>
                </c:pt>
                <c:pt idx="17068">
                  <c:v>1</c:v>
                </c:pt>
                <c:pt idx="17069">
                  <c:v>4</c:v>
                </c:pt>
                <c:pt idx="17070">
                  <c:v>4</c:v>
                </c:pt>
                <c:pt idx="17071">
                  <c:v>4</c:v>
                </c:pt>
                <c:pt idx="17072">
                  <c:v>4</c:v>
                </c:pt>
                <c:pt idx="17073">
                  <c:v>3</c:v>
                </c:pt>
                <c:pt idx="17074">
                  <c:v>3</c:v>
                </c:pt>
                <c:pt idx="17075">
                  <c:v>4</c:v>
                </c:pt>
                <c:pt idx="17076">
                  <c:v>3</c:v>
                </c:pt>
                <c:pt idx="17077">
                  <c:v>2</c:v>
                </c:pt>
                <c:pt idx="17078">
                  <c:v>3</c:v>
                </c:pt>
                <c:pt idx="17079">
                  <c:v>2</c:v>
                </c:pt>
                <c:pt idx="17080">
                  <c:v>1</c:v>
                </c:pt>
                <c:pt idx="17081">
                  <c:v>1</c:v>
                </c:pt>
                <c:pt idx="17082">
                  <c:v>2</c:v>
                </c:pt>
                <c:pt idx="17083">
                  <c:v>2</c:v>
                </c:pt>
                <c:pt idx="17084">
                  <c:v>2</c:v>
                </c:pt>
                <c:pt idx="17085">
                  <c:v>1</c:v>
                </c:pt>
                <c:pt idx="17086">
                  <c:v>1</c:v>
                </c:pt>
                <c:pt idx="17087">
                  <c:v>2</c:v>
                </c:pt>
                <c:pt idx="17088">
                  <c:v>2</c:v>
                </c:pt>
                <c:pt idx="17089">
                  <c:v>2</c:v>
                </c:pt>
                <c:pt idx="17090">
                  <c:v>1</c:v>
                </c:pt>
                <c:pt idx="17091">
                  <c:v>1</c:v>
                </c:pt>
                <c:pt idx="17092">
                  <c:v>2</c:v>
                </c:pt>
                <c:pt idx="17093">
                  <c:v>2</c:v>
                </c:pt>
                <c:pt idx="17094">
                  <c:v>3</c:v>
                </c:pt>
                <c:pt idx="17095">
                  <c:v>2</c:v>
                </c:pt>
                <c:pt idx="17096">
                  <c:v>3</c:v>
                </c:pt>
                <c:pt idx="17097">
                  <c:v>2</c:v>
                </c:pt>
                <c:pt idx="17098">
                  <c:v>3</c:v>
                </c:pt>
                <c:pt idx="17099">
                  <c:v>5</c:v>
                </c:pt>
                <c:pt idx="17100">
                  <c:v>6</c:v>
                </c:pt>
                <c:pt idx="17101">
                  <c:v>5</c:v>
                </c:pt>
                <c:pt idx="17102">
                  <c:v>4</c:v>
                </c:pt>
                <c:pt idx="17103">
                  <c:v>4</c:v>
                </c:pt>
                <c:pt idx="17104">
                  <c:v>6</c:v>
                </c:pt>
                <c:pt idx="17105">
                  <c:v>5</c:v>
                </c:pt>
                <c:pt idx="17106">
                  <c:v>4</c:v>
                </c:pt>
                <c:pt idx="17107">
                  <c:v>7</c:v>
                </c:pt>
                <c:pt idx="17108">
                  <c:v>4</c:v>
                </c:pt>
                <c:pt idx="17109">
                  <c:v>7</c:v>
                </c:pt>
                <c:pt idx="17110">
                  <c:v>8</c:v>
                </c:pt>
                <c:pt idx="17111">
                  <c:v>4</c:v>
                </c:pt>
                <c:pt idx="17112">
                  <c:v>-5</c:v>
                </c:pt>
                <c:pt idx="17113">
                  <c:v>6</c:v>
                </c:pt>
                <c:pt idx="17114">
                  <c:v>5</c:v>
                </c:pt>
                <c:pt idx="17115">
                  <c:v>6</c:v>
                </c:pt>
                <c:pt idx="17116">
                  <c:v>5</c:v>
                </c:pt>
                <c:pt idx="17117">
                  <c:v>6</c:v>
                </c:pt>
                <c:pt idx="17118">
                  <c:v>1</c:v>
                </c:pt>
                <c:pt idx="17119">
                  <c:v>3</c:v>
                </c:pt>
                <c:pt idx="17120">
                  <c:v>23</c:v>
                </c:pt>
                <c:pt idx="17121">
                  <c:v>4</c:v>
                </c:pt>
                <c:pt idx="17122">
                  <c:v>4</c:v>
                </c:pt>
                <c:pt idx="17123">
                  <c:v>4</c:v>
                </c:pt>
                <c:pt idx="17124">
                  <c:v>3</c:v>
                </c:pt>
                <c:pt idx="17125">
                  <c:v>2</c:v>
                </c:pt>
                <c:pt idx="17126">
                  <c:v>4</c:v>
                </c:pt>
                <c:pt idx="17127">
                  <c:v>4</c:v>
                </c:pt>
                <c:pt idx="17128">
                  <c:v>2</c:v>
                </c:pt>
                <c:pt idx="17129">
                  <c:v>2</c:v>
                </c:pt>
                <c:pt idx="17130">
                  <c:v>2</c:v>
                </c:pt>
                <c:pt idx="17131">
                  <c:v>3</c:v>
                </c:pt>
                <c:pt idx="17132">
                  <c:v>3</c:v>
                </c:pt>
                <c:pt idx="17133">
                  <c:v>2</c:v>
                </c:pt>
                <c:pt idx="17134">
                  <c:v>2</c:v>
                </c:pt>
                <c:pt idx="17135">
                  <c:v>2</c:v>
                </c:pt>
                <c:pt idx="17136">
                  <c:v>1</c:v>
                </c:pt>
                <c:pt idx="17137">
                  <c:v>3</c:v>
                </c:pt>
                <c:pt idx="17138">
                  <c:v>2</c:v>
                </c:pt>
                <c:pt idx="17139">
                  <c:v>3</c:v>
                </c:pt>
                <c:pt idx="17140">
                  <c:v>2</c:v>
                </c:pt>
                <c:pt idx="17141">
                  <c:v>2</c:v>
                </c:pt>
                <c:pt idx="17142">
                  <c:v>3</c:v>
                </c:pt>
                <c:pt idx="17143">
                  <c:v>2</c:v>
                </c:pt>
                <c:pt idx="17144">
                  <c:v>4</c:v>
                </c:pt>
                <c:pt idx="17145">
                  <c:v>1</c:v>
                </c:pt>
                <c:pt idx="17146">
                  <c:v>2</c:v>
                </c:pt>
                <c:pt idx="17147">
                  <c:v>2</c:v>
                </c:pt>
                <c:pt idx="17148">
                  <c:v>1</c:v>
                </c:pt>
                <c:pt idx="17149">
                  <c:v>2</c:v>
                </c:pt>
                <c:pt idx="17150">
                  <c:v>3</c:v>
                </c:pt>
                <c:pt idx="17151">
                  <c:v>3</c:v>
                </c:pt>
                <c:pt idx="17152">
                  <c:v>2</c:v>
                </c:pt>
                <c:pt idx="17153">
                  <c:v>2</c:v>
                </c:pt>
                <c:pt idx="17154">
                  <c:v>1</c:v>
                </c:pt>
                <c:pt idx="17155">
                  <c:v>1</c:v>
                </c:pt>
                <c:pt idx="17156">
                  <c:v>1</c:v>
                </c:pt>
                <c:pt idx="17157">
                  <c:v>1</c:v>
                </c:pt>
                <c:pt idx="17158">
                  <c:v>1</c:v>
                </c:pt>
                <c:pt idx="17159">
                  <c:v>1</c:v>
                </c:pt>
                <c:pt idx="17160">
                  <c:v>1</c:v>
                </c:pt>
                <c:pt idx="17161">
                  <c:v>1</c:v>
                </c:pt>
                <c:pt idx="17162">
                  <c:v>1</c:v>
                </c:pt>
                <c:pt idx="17163">
                  <c:v>1</c:v>
                </c:pt>
                <c:pt idx="17164">
                  <c:v>1</c:v>
                </c:pt>
                <c:pt idx="17165">
                  <c:v>1</c:v>
                </c:pt>
                <c:pt idx="17166">
                  <c:v>1</c:v>
                </c:pt>
                <c:pt idx="17167">
                  <c:v>1</c:v>
                </c:pt>
                <c:pt idx="17168">
                  <c:v>1</c:v>
                </c:pt>
                <c:pt idx="17169">
                  <c:v>1</c:v>
                </c:pt>
                <c:pt idx="17170">
                  <c:v>1</c:v>
                </c:pt>
                <c:pt idx="17171">
                  <c:v>1</c:v>
                </c:pt>
                <c:pt idx="17172">
                  <c:v>2</c:v>
                </c:pt>
                <c:pt idx="17173">
                  <c:v>1</c:v>
                </c:pt>
                <c:pt idx="17174">
                  <c:v>1</c:v>
                </c:pt>
                <c:pt idx="17175">
                  <c:v>1</c:v>
                </c:pt>
                <c:pt idx="17176">
                  <c:v>1</c:v>
                </c:pt>
                <c:pt idx="17177">
                  <c:v>2</c:v>
                </c:pt>
                <c:pt idx="17178">
                  <c:v>2</c:v>
                </c:pt>
                <c:pt idx="17179">
                  <c:v>2</c:v>
                </c:pt>
                <c:pt idx="17180">
                  <c:v>3</c:v>
                </c:pt>
                <c:pt idx="17181">
                  <c:v>3</c:v>
                </c:pt>
                <c:pt idx="17182">
                  <c:v>3</c:v>
                </c:pt>
                <c:pt idx="17183">
                  <c:v>2</c:v>
                </c:pt>
                <c:pt idx="17184">
                  <c:v>2</c:v>
                </c:pt>
                <c:pt idx="17185">
                  <c:v>3</c:v>
                </c:pt>
                <c:pt idx="17186">
                  <c:v>2</c:v>
                </c:pt>
                <c:pt idx="17187">
                  <c:v>1</c:v>
                </c:pt>
                <c:pt idx="17188">
                  <c:v>3</c:v>
                </c:pt>
                <c:pt idx="17189">
                  <c:v>2</c:v>
                </c:pt>
                <c:pt idx="17190">
                  <c:v>2</c:v>
                </c:pt>
                <c:pt idx="17191">
                  <c:v>5</c:v>
                </c:pt>
                <c:pt idx="17192">
                  <c:v>3</c:v>
                </c:pt>
                <c:pt idx="17193">
                  <c:v>3</c:v>
                </c:pt>
                <c:pt idx="17194">
                  <c:v>3</c:v>
                </c:pt>
                <c:pt idx="17195">
                  <c:v>2</c:v>
                </c:pt>
                <c:pt idx="17196">
                  <c:v>3</c:v>
                </c:pt>
                <c:pt idx="17197">
                  <c:v>4</c:v>
                </c:pt>
                <c:pt idx="17198">
                  <c:v>6</c:v>
                </c:pt>
                <c:pt idx="17199">
                  <c:v>4</c:v>
                </c:pt>
                <c:pt idx="17200">
                  <c:v>7</c:v>
                </c:pt>
                <c:pt idx="17201">
                  <c:v>5</c:v>
                </c:pt>
                <c:pt idx="17202">
                  <c:v>2</c:v>
                </c:pt>
                <c:pt idx="17203">
                  <c:v>3</c:v>
                </c:pt>
                <c:pt idx="17204">
                  <c:v>6</c:v>
                </c:pt>
                <c:pt idx="17205">
                  <c:v>1</c:v>
                </c:pt>
                <c:pt idx="17206">
                  <c:v>3</c:v>
                </c:pt>
                <c:pt idx="17207">
                  <c:v>5</c:v>
                </c:pt>
                <c:pt idx="17208">
                  <c:v>5</c:v>
                </c:pt>
                <c:pt idx="17209">
                  <c:v>2</c:v>
                </c:pt>
                <c:pt idx="17210">
                  <c:v>2</c:v>
                </c:pt>
                <c:pt idx="17211">
                  <c:v>2</c:v>
                </c:pt>
                <c:pt idx="17212">
                  <c:v>3</c:v>
                </c:pt>
                <c:pt idx="17213">
                  <c:v>2</c:v>
                </c:pt>
                <c:pt idx="17214">
                  <c:v>1</c:v>
                </c:pt>
                <c:pt idx="17215">
                  <c:v>2</c:v>
                </c:pt>
                <c:pt idx="17216">
                  <c:v>2</c:v>
                </c:pt>
                <c:pt idx="17217">
                  <c:v>3</c:v>
                </c:pt>
                <c:pt idx="17218">
                  <c:v>2</c:v>
                </c:pt>
                <c:pt idx="17219">
                  <c:v>1</c:v>
                </c:pt>
                <c:pt idx="17220">
                  <c:v>3</c:v>
                </c:pt>
                <c:pt idx="17221">
                  <c:v>1</c:v>
                </c:pt>
                <c:pt idx="17222">
                  <c:v>3</c:v>
                </c:pt>
                <c:pt idx="17223">
                  <c:v>2</c:v>
                </c:pt>
                <c:pt idx="17224">
                  <c:v>2</c:v>
                </c:pt>
                <c:pt idx="17225">
                  <c:v>2</c:v>
                </c:pt>
                <c:pt idx="17226">
                  <c:v>2</c:v>
                </c:pt>
                <c:pt idx="17227">
                  <c:v>2</c:v>
                </c:pt>
                <c:pt idx="17228">
                  <c:v>2</c:v>
                </c:pt>
                <c:pt idx="17229">
                  <c:v>1</c:v>
                </c:pt>
                <c:pt idx="17230">
                  <c:v>2</c:v>
                </c:pt>
                <c:pt idx="17231">
                  <c:v>3</c:v>
                </c:pt>
                <c:pt idx="17232">
                  <c:v>2</c:v>
                </c:pt>
                <c:pt idx="17233">
                  <c:v>2</c:v>
                </c:pt>
                <c:pt idx="17234">
                  <c:v>3</c:v>
                </c:pt>
                <c:pt idx="17235">
                  <c:v>2</c:v>
                </c:pt>
                <c:pt idx="17236">
                  <c:v>2</c:v>
                </c:pt>
                <c:pt idx="17237">
                  <c:v>2</c:v>
                </c:pt>
                <c:pt idx="17238">
                  <c:v>2</c:v>
                </c:pt>
                <c:pt idx="17239">
                  <c:v>2</c:v>
                </c:pt>
                <c:pt idx="17240">
                  <c:v>3</c:v>
                </c:pt>
                <c:pt idx="17241">
                  <c:v>2</c:v>
                </c:pt>
                <c:pt idx="17242">
                  <c:v>2</c:v>
                </c:pt>
                <c:pt idx="17243">
                  <c:v>2</c:v>
                </c:pt>
                <c:pt idx="17244">
                  <c:v>2</c:v>
                </c:pt>
                <c:pt idx="17245">
                  <c:v>2</c:v>
                </c:pt>
                <c:pt idx="17246">
                  <c:v>2</c:v>
                </c:pt>
                <c:pt idx="17247">
                  <c:v>2</c:v>
                </c:pt>
                <c:pt idx="17248">
                  <c:v>3</c:v>
                </c:pt>
                <c:pt idx="17249">
                  <c:v>5</c:v>
                </c:pt>
                <c:pt idx="17250">
                  <c:v>3</c:v>
                </c:pt>
                <c:pt idx="17251">
                  <c:v>4</c:v>
                </c:pt>
                <c:pt idx="17252">
                  <c:v>7</c:v>
                </c:pt>
                <c:pt idx="17253">
                  <c:v>7</c:v>
                </c:pt>
                <c:pt idx="17254">
                  <c:v>4</c:v>
                </c:pt>
                <c:pt idx="17255">
                  <c:v>3</c:v>
                </c:pt>
                <c:pt idx="17256">
                  <c:v>3</c:v>
                </c:pt>
                <c:pt idx="17257">
                  <c:v>5</c:v>
                </c:pt>
                <c:pt idx="17258">
                  <c:v>4</c:v>
                </c:pt>
                <c:pt idx="17259">
                  <c:v>9</c:v>
                </c:pt>
                <c:pt idx="17260">
                  <c:v>5</c:v>
                </c:pt>
                <c:pt idx="17261">
                  <c:v>6</c:v>
                </c:pt>
                <c:pt idx="17262">
                  <c:v>6</c:v>
                </c:pt>
                <c:pt idx="17263">
                  <c:v>3</c:v>
                </c:pt>
                <c:pt idx="17264">
                  <c:v>5</c:v>
                </c:pt>
                <c:pt idx="17265">
                  <c:v>2</c:v>
                </c:pt>
                <c:pt idx="17266">
                  <c:v>2</c:v>
                </c:pt>
                <c:pt idx="17267">
                  <c:v>4</c:v>
                </c:pt>
                <c:pt idx="17268">
                  <c:v>2</c:v>
                </c:pt>
                <c:pt idx="17269">
                  <c:v>2</c:v>
                </c:pt>
                <c:pt idx="17270">
                  <c:v>2</c:v>
                </c:pt>
                <c:pt idx="17271">
                  <c:v>1</c:v>
                </c:pt>
                <c:pt idx="17272">
                  <c:v>4</c:v>
                </c:pt>
                <c:pt idx="17273">
                  <c:v>3</c:v>
                </c:pt>
                <c:pt idx="17274">
                  <c:v>2</c:v>
                </c:pt>
                <c:pt idx="17275">
                  <c:v>1</c:v>
                </c:pt>
                <c:pt idx="17276">
                  <c:v>2</c:v>
                </c:pt>
                <c:pt idx="17277">
                  <c:v>2</c:v>
                </c:pt>
                <c:pt idx="17278">
                  <c:v>1</c:v>
                </c:pt>
                <c:pt idx="17279">
                  <c:v>3</c:v>
                </c:pt>
                <c:pt idx="17280">
                  <c:v>3</c:v>
                </c:pt>
                <c:pt idx="17281">
                  <c:v>2</c:v>
                </c:pt>
                <c:pt idx="17282">
                  <c:v>4</c:v>
                </c:pt>
                <c:pt idx="17283">
                  <c:v>2</c:v>
                </c:pt>
                <c:pt idx="17284">
                  <c:v>2</c:v>
                </c:pt>
                <c:pt idx="17285">
                  <c:v>2</c:v>
                </c:pt>
                <c:pt idx="17286">
                  <c:v>2</c:v>
                </c:pt>
                <c:pt idx="17287">
                  <c:v>2</c:v>
                </c:pt>
                <c:pt idx="17288">
                  <c:v>4</c:v>
                </c:pt>
                <c:pt idx="17289">
                  <c:v>3</c:v>
                </c:pt>
                <c:pt idx="17290">
                  <c:v>5</c:v>
                </c:pt>
                <c:pt idx="17291">
                  <c:v>3</c:v>
                </c:pt>
                <c:pt idx="17292">
                  <c:v>4</c:v>
                </c:pt>
                <c:pt idx="17293">
                  <c:v>3</c:v>
                </c:pt>
                <c:pt idx="17294">
                  <c:v>3</c:v>
                </c:pt>
                <c:pt idx="17295">
                  <c:v>3</c:v>
                </c:pt>
                <c:pt idx="17296">
                  <c:v>2</c:v>
                </c:pt>
                <c:pt idx="17297">
                  <c:v>5</c:v>
                </c:pt>
                <c:pt idx="17298">
                  <c:v>4</c:v>
                </c:pt>
                <c:pt idx="17299">
                  <c:v>2</c:v>
                </c:pt>
                <c:pt idx="17300">
                  <c:v>4</c:v>
                </c:pt>
                <c:pt idx="17301">
                  <c:v>2</c:v>
                </c:pt>
                <c:pt idx="17302">
                  <c:v>3</c:v>
                </c:pt>
                <c:pt idx="17303">
                  <c:v>1</c:v>
                </c:pt>
                <c:pt idx="17304">
                  <c:v>4</c:v>
                </c:pt>
                <c:pt idx="17305">
                  <c:v>3</c:v>
                </c:pt>
                <c:pt idx="17306">
                  <c:v>3</c:v>
                </c:pt>
                <c:pt idx="17307">
                  <c:v>4</c:v>
                </c:pt>
                <c:pt idx="17308">
                  <c:v>2</c:v>
                </c:pt>
                <c:pt idx="17309">
                  <c:v>1</c:v>
                </c:pt>
                <c:pt idx="17310">
                  <c:v>4</c:v>
                </c:pt>
                <c:pt idx="17311">
                  <c:v>3</c:v>
                </c:pt>
                <c:pt idx="17312">
                  <c:v>1</c:v>
                </c:pt>
                <c:pt idx="17313">
                  <c:v>3</c:v>
                </c:pt>
                <c:pt idx="17314">
                  <c:v>2</c:v>
                </c:pt>
                <c:pt idx="17315">
                  <c:v>2</c:v>
                </c:pt>
                <c:pt idx="17316">
                  <c:v>2</c:v>
                </c:pt>
                <c:pt idx="17317">
                  <c:v>2</c:v>
                </c:pt>
                <c:pt idx="17318">
                  <c:v>10</c:v>
                </c:pt>
                <c:pt idx="17319">
                  <c:v>8</c:v>
                </c:pt>
                <c:pt idx="17320">
                  <c:v>6</c:v>
                </c:pt>
                <c:pt idx="17321">
                  <c:v>8</c:v>
                </c:pt>
                <c:pt idx="17322">
                  <c:v>3</c:v>
                </c:pt>
                <c:pt idx="17323">
                  <c:v>3</c:v>
                </c:pt>
                <c:pt idx="17324">
                  <c:v>2</c:v>
                </c:pt>
                <c:pt idx="17325">
                  <c:v>2</c:v>
                </c:pt>
                <c:pt idx="17326">
                  <c:v>5</c:v>
                </c:pt>
                <c:pt idx="17327">
                  <c:v>2</c:v>
                </c:pt>
                <c:pt idx="17328">
                  <c:v>4</c:v>
                </c:pt>
                <c:pt idx="17329">
                  <c:v>4</c:v>
                </c:pt>
                <c:pt idx="17330">
                  <c:v>3</c:v>
                </c:pt>
                <c:pt idx="17331">
                  <c:v>2</c:v>
                </c:pt>
                <c:pt idx="17332">
                  <c:v>2</c:v>
                </c:pt>
                <c:pt idx="17333">
                  <c:v>4</c:v>
                </c:pt>
                <c:pt idx="17334">
                  <c:v>4</c:v>
                </c:pt>
                <c:pt idx="17335">
                  <c:v>5</c:v>
                </c:pt>
                <c:pt idx="17336">
                  <c:v>2</c:v>
                </c:pt>
                <c:pt idx="17337">
                  <c:v>1</c:v>
                </c:pt>
                <c:pt idx="17338">
                  <c:v>5</c:v>
                </c:pt>
                <c:pt idx="17339">
                  <c:v>5</c:v>
                </c:pt>
                <c:pt idx="17340">
                  <c:v>6</c:v>
                </c:pt>
                <c:pt idx="17341">
                  <c:v>2</c:v>
                </c:pt>
                <c:pt idx="17342">
                  <c:v>4</c:v>
                </c:pt>
                <c:pt idx="17343">
                  <c:v>6</c:v>
                </c:pt>
                <c:pt idx="17344">
                  <c:v>6</c:v>
                </c:pt>
                <c:pt idx="17345">
                  <c:v>2</c:v>
                </c:pt>
                <c:pt idx="17346">
                  <c:v>3</c:v>
                </c:pt>
                <c:pt idx="17347">
                  <c:v>2</c:v>
                </c:pt>
                <c:pt idx="17348">
                  <c:v>1</c:v>
                </c:pt>
                <c:pt idx="17349">
                  <c:v>1</c:v>
                </c:pt>
                <c:pt idx="17350">
                  <c:v>2</c:v>
                </c:pt>
                <c:pt idx="17351">
                  <c:v>4</c:v>
                </c:pt>
                <c:pt idx="17352">
                  <c:v>4</c:v>
                </c:pt>
                <c:pt idx="17353">
                  <c:v>2</c:v>
                </c:pt>
                <c:pt idx="17354">
                  <c:v>5</c:v>
                </c:pt>
                <c:pt idx="17355">
                  <c:v>1</c:v>
                </c:pt>
                <c:pt idx="17356">
                  <c:v>2</c:v>
                </c:pt>
                <c:pt idx="17357">
                  <c:v>5</c:v>
                </c:pt>
                <c:pt idx="17358">
                  <c:v>1</c:v>
                </c:pt>
                <c:pt idx="17359">
                  <c:v>2</c:v>
                </c:pt>
                <c:pt idx="17360">
                  <c:v>2</c:v>
                </c:pt>
                <c:pt idx="17361">
                  <c:v>1</c:v>
                </c:pt>
                <c:pt idx="17362">
                  <c:v>5</c:v>
                </c:pt>
                <c:pt idx="17363">
                  <c:v>25</c:v>
                </c:pt>
                <c:pt idx="17364">
                  <c:v>6</c:v>
                </c:pt>
                <c:pt idx="17365">
                  <c:v>3</c:v>
                </c:pt>
                <c:pt idx="17366">
                  <c:v>2</c:v>
                </c:pt>
                <c:pt idx="17367">
                  <c:v>4</c:v>
                </c:pt>
                <c:pt idx="17368">
                  <c:v>3</c:v>
                </c:pt>
                <c:pt idx="17369">
                  <c:v>2</c:v>
                </c:pt>
                <c:pt idx="17370">
                  <c:v>2</c:v>
                </c:pt>
                <c:pt idx="17371">
                  <c:v>2</c:v>
                </c:pt>
                <c:pt idx="17372">
                  <c:v>3</c:v>
                </c:pt>
                <c:pt idx="17373">
                  <c:v>6</c:v>
                </c:pt>
                <c:pt idx="17374">
                  <c:v>2</c:v>
                </c:pt>
                <c:pt idx="17375">
                  <c:v>5</c:v>
                </c:pt>
                <c:pt idx="17376">
                  <c:v>2</c:v>
                </c:pt>
                <c:pt idx="17377">
                  <c:v>2</c:v>
                </c:pt>
                <c:pt idx="17378">
                  <c:v>4</c:v>
                </c:pt>
                <c:pt idx="17379">
                  <c:v>3</c:v>
                </c:pt>
                <c:pt idx="17380">
                  <c:v>6</c:v>
                </c:pt>
                <c:pt idx="17381">
                  <c:v>4</c:v>
                </c:pt>
                <c:pt idx="17382">
                  <c:v>3</c:v>
                </c:pt>
                <c:pt idx="17383">
                  <c:v>6</c:v>
                </c:pt>
                <c:pt idx="17384">
                  <c:v>8</c:v>
                </c:pt>
                <c:pt idx="17385">
                  <c:v>6</c:v>
                </c:pt>
                <c:pt idx="17386">
                  <c:v>2</c:v>
                </c:pt>
                <c:pt idx="17387">
                  <c:v>3</c:v>
                </c:pt>
                <c:pt idx="17388">
                  <c:v>2</c:v>
                </c:pt>
                <c:pt idx="17389">
                  <c:v>2</c:v>
                </c:pt>
                <c:pt idx="17390">
                  <c:v>3</c:v>
                </c:pt>
                <c:pt idx="17391">
                  <c:v>2</c:v>
                </c:pt>
                <c:pt idx="17392">
                  <c:v>3</c:v>
                </c:pt>
                <c:pt idx="17393">
                  <c:v>3</c:v>
                </c:pt>
                <c:pt idx="17394">
                  <c:v>4</c:v>
                </c:pt>
                <c:pt idx="17395">
                  <c:v>3</c:v>
                </c:pt>
                <c:pt idx="17396">
                  <c:v>2</c:v>
                </c:pt>
                <c:pt idx="17397">
                  <c:v>3</c:v>
                </c:pt>
                <c:pt idx="17398">
                  <c:v>2</c:v>
                </c:pt>
                <c:pt idx="17399">
                  <c:v>5</c:v>
                </c:pt>
                <c:pt idx="17400">
                  <c:v>3</c:v>
                </c:pt>
                <c:pt idx="17401">
                  <c:v>2</c:v>
                </c:pt>
                <c:pt idx="17402">
                  <c:v>2</c:v>
                </c:pt>
                <c:pt idx="17403">
                  <c:v>2</c:v>
                </c:pt>
                <c:pt idx="17404">
                  <c:v>2</c:v>
                </c:pt>
                <c:pt idx="17405">
                  <c:v>2</c:v>
                </c:pt>
                <c:pt idx="17406">
                  <c:v>6</c:v>
                </c:pt>
                <c:pt idx="17407">
                  <c:v>2</c:v>
                </c:pt>
                <c:pt idx="17408">
                  <c:v>3</c:v>
                </c:pt>
                <c:pt idx="17409">
                  <c:v>3</c:v>
                </c:pt>
                <c:pt idx="17410">
                  <c:v>2</c:v>
                </c:pt>
                <c:pt idx="17411">
                  <c:v>2</c:v>
                </c:pt>
                <c:pt idx="17412">
                  <c:v>2</c:v>
                </c:pt>
                <c:pt idx="17413">
                  <c:v>2</c:v>
                </c:pt>
                <c:pt idx="17414">
                  <c:v>7</c:v>
                </c:pt>
                <c:pt idx="17415">
                  <c:v>6</c:v>
                </c:pt>
                <c:pt idx="17416">
                  <c:v>9</c:v>
                </c:pt>
                <c:pt idx="17417">
                  <c:v>4</c:v>
                </c:pt>
                <c:pt idx="17418">
                  <c:v>2</c:v>
                </c:pt>
                <c:pt idx="17419">
                  <c:v>8</c:v>
                </c:pt>
                <c:pt idx="17420">
                  <c:v>11</c:v>
                </c:pt>
                <c:pt idx="17421">
                  <c:v>6</c:v>
                </c:pt>
                <c:pt idx="17422">
                  <c:v>4</c:v>
                </c:pt>
                <c:pt idx="17423">
                  <c:v>6</c:v>
                </c:pt>
                <c:pt idx="17424">
                  <c:v>3</c:v>
                </c:pt>
                <c:pt idx="17425">
                  <c:v>6</c:v>
                </c:pt>
                <c:pt idx="17426">
                  <c:v>6</c:v>
                </c:pt>
                <c:pt idx="17427">
                  <c:v>5</c:v>
                </c:pt>
                <c:pt idx="17428">
                  <c:v>2</c:v>
                </c:pt>
                <c:pt idx="17429">
                  <c:v>6</c:v>
                </c:pt>
                <c:pt idx="17430">
                  <c:v>10</c:v>
                </c:pt>
                <c:pt idx="17431">
                  <c:v>6</c:v>
                </c:pt>
                <c:pt idx="17432">
                  <c:v>6</c:v>
                </c:pt>
                <c:pt idx="17433">
                  <c:v>10</c:v>
                </c:pt>
                <c:pt idx="17434">
                  <c:v>9</c:v>
                </c:pt>
                <c:pt idx="17435">
                  <c:v>6</c:v>
                </c:pt>
                <c:pt idx="17436">
                  <c:v>7</c:v>
                </c:pt>
                <c:pt idx="17437">
                  <c:v>0</c:v>
                </c:pt>
                <c:pt idx="17438">
                  <c:v>8</c:v>
                </c:pt>
                <c:pt idx="17439">
                  <c:v>12</c:v>
                </c:pt>
                <c:pt idx="17440">
                  <c:v>5</c:v>
                </c:pt>
                <c:pt idx="17441">
                  <c:v>7</c:v>
                </c:pt>
                <c:pt idx="17442">
                  <c:v>3</c:v>
                </c:pt>
                <c:pt idx="17443">
                  <c:v>2</c:v>
                </c:pt>
                <c:pt idx="17444">
                  <c:v>3</c:v>
                </c:pt>
                <c:pt idx="17445">
                  <c:v>3</c:v>
                </c:pt>
                <c:pt idx="17446">
                  <c:v>1</c:v>
                </c:pt>
                <c:pt idx="17447">
                  <c:v>2</c:v>
                </c:pt>
                <c:pt idx="17448">
                  <c:v>3</c:v>
                </c:pt>
                <c:pt idx="17449">
                  <c:v>3</c:v>
                </c:pt>
                <c:pt idx="17450">
                  <c:v>2</c:v>
                </c:pt>
                <c:pt idx="17451">
                  <c:v>2</c:v>
                </c:pt>
                <c:pt idx="17452">
                  <c:v>3</c:v>
                </c:pt>
                <c:pt idx="17453">
                  <c:v>4</c:v>
                </c:pt>
                <c:pt idx="17454">
                  <c:v>3</c:v>
                </c:pt>
                <c:pt idx="17455">
                  <c:v>4</c:v>
                </c:pt>
                <c:pt idx="17456">
                  <c:v>4</c:v>
                </c:pt>
                <c:pt idx="17457">
                  <c:v>4</c:v>
                </c:pt>
                <c:pt idx="17458">
                  <c:v>4</c:v>
                </c:pt>
                <c:pt idx="17459">
                  <c:v>2</c:v>
                </c:pt>
                <c:pt idx="17460">
                  <c:v>2</c:v>
                </c:pt>
                <c:pt idx="17461">
                  <c:v>3</c:v>
                </c:pt>
                <c:pt idx="17462">
                  <c:v>4</c:v>
                </c:pt>
                <c:pt idx="17463">
                  <c:v>3</c:v>
                </c:pt>
                <c:pt idx="17464">
                  <c:v>2</c:v>
                </c:pt>
                <c:pt idx="17465">
                  <c:v>2</c:v>
                </c:pt>
                <c:pt idx="17466">
                  <c:v>2</c:v>
                </c:pt>
                <c:pt idx="17467">
                  <c:v>2</c:v>
                </c:pt>
                <c:pt idx="17468">
                  <c:v>2</c:v>
                </c:pt>
                <c:pt idx="17469">
                  <c:v>2</c:v>
                </c:pt>
                <c:pt idx="17470">
                  <c:v>4</c:v>
                </c:pt>
                <c:pt idx="17471">
                  <c:v>2</c:v>
                </c:pt>
                <c:pt idx="17472">
                  <c:v>2</c:v>
                </c:pt>
                <c:pt idx="17473">
                  <c:v>2</c:v>
                </c:pt>
                <c:pt idx="17474">
                  <c:v>3</c:v>
                </c:pt>
                <c:pt idx="17475">
                  <c:v>2</c:v>
                </c:pt>
                <c:pt idx="17476">
                  <c:v>3</c:v>
                </c:pt>
                <c:pt idx="17477">
                  <c:v>4</c:v>
                </c:pt>
                <c:pt idx="17478">
                  <c:v>2</c:v>
                </c:pt>
                <c:pt idx="17479">
                  <c:v>3</c:v>
                </c:pt>
                <c:pt idx="17480">
                  <c:v>3</c:v>
                </c:pt>
                <c:pt idx="17481">
                  <c:v>4</c:v>
                </c:pt>
                <c:pt idx="17482">
                  <c:v>6</c:v>
                </c:pt>
                <c:pt idx="17483">
                  <c:v>3</c:v>
                </c:pt>
                <c:pt idx="17484">
                  <c:v>4</c:v>
                </c:pt>
                <c:pt idx="17485">
                  <c:v>4</c:v>
                </c:pt>
                <c:pt idx="17486">
                  <c:v>3</c:v>
                </c:pt>
                <c:pt idx="17487">
                  <c:v>3</c:v>
                </c:pt>
                <c:pt idx="17488">
                  <c:v>2</c:v>
                </c:pt>
                <c:pt idx="17489">
                  <c:v>1</c:v>
                </c:pt>
                <c:pt idx="17490">
                  <c:v>3</c:v>
                </c:pt>
                <c:pt idx="17491">
                  <c:v>5</c:v>
                </c:pt>
                <c:pt idx="17492">
                  <c:v>4</c:v>
                </c:pt>
                <c:pt idx="17493">
                  <c:v>8</c:v>
                </c:pt>
                <c:pt idx="17494">
                  <c:v>6</c:v>
                </c:pt>
                <c:pt idx="17495">
                  <c:v>8</c:v>
                </c:pt>
                <c:pt idx="17496">
                  <c:v>9</c:v>
                </c:pt>
                <c:pt idx="17497">
                  <c:v>5</c:v>
                </c:pt>
                <c:pt idx="17498">
                  <c:v>10</c:v>
                </c:pt>
                <c:pt idx="17499">
                  <c:v>6</c:v>
                </c:pt>
                <c:pt idx="17500">
                  <c:v>1</c:v>
                </c:pt>
                <c:pt idx="17501">
                  <c:v>2</c:v>
                </c:pt>
                <c:pt idx="17502">
                  <c:v>1</c:v>
                </c:pt>
                <c:pt idx="17503">
                  <c:v>2</c:v>
                </c:pt>
                <c:pt idx="17504">
                  <c:v>2</c:v>
                </c:pt>
                <c:pt idx="17505">
                  <c:v>2</c:v>
                </c:pt>
                <c:pt idx="17506">
                  <c:v>1</c:v>
                </c:pt>
                <c:pt idx="17507">
                  <c:v>2</c:v>
                </c:pt>
                <c:pt idx="17508">
                  <c:v>1</c:v>
                </c:pt>
                <c:pt idx="17509">
                  <c:v>1</c:v>
                </c:pt>
                <c:pt idx="17510">
                  <c:v>1</c:v>
                </c:pt>
                <c:pt idx="17511">
                  <c:v>2</c:v>
                </c:pt>
                <c:pt idx="17512">
                  <c:v>2</c:v>
                </c:pt>
                <c:pt idx="17513">
                  <c:v>1</c:v>
                </c:pt>
                <c:pt idx="17514">
                  <c:v>2</c:v>
                </c:pt>
                <c:pt idx="17515">
                  <c:v>2</c:v>
                </c:pt>
                <c:pt idx="17516">
                  <c:v>2</c:v>
                </c:pt>
                <c:pt idx="17517">
                  <c:v>4</c:v>
                </c:pt>
                <c:pt idx="17518">
                  <c:v>3</c:v>
                </c:pt>
                <c:pt idx="17519">
                  <c:v>4</c:v>
                </c:pt>
                <c:pt idx="17520">
                  <c:v>3</c:v>
                </c:pt>
                <c:pt idx="17521">
                  <c:v>4</c:v>
                </c:pt>
                <c:pt idx="17522">
                  <c:v>4</c:v>
                </c:pt>
                <c:pt idx="17523">
                  <c:v>4</c:v>
                </c:pt>
                <c:pt idx="17524">
                  <c:v>3</c:v>
                </c:pt>
                <c:pt idx="17525">
                  <c:v>4</c:v>
                </c:pt>
                <c:pt idx="17526">
                  <c:v>3</c:v>
                </c:pt>
                <c:pt idx="17527">
                  <c:v>3</c:v>
                </c:pt>
                <c:pt idx="17528">
                  <c:v>4</c:v>
                </c:pt>
                <c:pt idx="17529">
                  <c:v>4</c:v>
                </c:pt>
                <c:pt idx="17530">
                  <c:v>3</c:v>
                </c:pt>
                <c:pt idx="17531">
                  <c:v>3</c:v>
                </c:pt>
                <c:pt idx="17532">
                  <c:v>3</c:v>
                </c:pt>
                <c:pt idx="17533">
                  <c:v>3</c:v>
                </c:pt>
                <c:pt idx="17534">
                  <c:v>3</c:v>
                </c:pt>
                <c:pt idx="17535">
                  <c:v>3</c:v>
                </c:pt>
                <c:pt idx="17536">
                  <c:v>3</c:v>
                </c:pt>
                <c:pt idx="17537">
                  <c:v>3</c:v>
                </c:pt>
                <c:pt idx="17538">
                  <c:v>4</c:v>
                </c:pt>
                <c:pt idx="17539">
                  <c:v>4</c:v>
                </c:pt>
                <c:pt idx="17540">
                  <c:v>4</c:v>
                </c:pt>
                <c:pt idx="17541">
                  <c:v>4</c:v>
                </c:pt>
                <c:pt idx="17542">
                  <c:v>4</c:v>
                </c:pt>
                <c:pt idx="17543">
                  <c:v>3</c:v>
                </c:pt>
                <c:pt idx="17544">
                  <c:v>4</c:v>
                </c:pt>
                <c:pt idx="17545">
                  <c:v>3</c:v>
                </c:pt>
                <c:pt idx="17546">
                  <c:v>3</c:v>
                </c:pt>
                <c:pt idx="17547">
                  <c:v>7</c:v>
                </c:pt>
                <c:pt idx="17548">
                  <c:v>3</c:v>
                </c:pt>
                <c:pt idx="17549">
                  <c:v>3</c:v>
                </c:pt>
                <c:pt idx="17550">
                  <c:v>3</c:v>
                </c:pt>
                <c:pt idx="17551">
                  <c:v>4</c:v>
                </c:pt>
                <c:pt idx="17552">
                  <c:v>6</c:v>
                </c:pt>
                <c:pt idx="17553">
                  <c:v>4</c:v>
                </c:pt>
                <c:pt idx="17554">
                  <c:v>8</c:v>
                </c:pt>
                <c:pt idx="17555">
                  <c:v>6</c:v>
                </c:pt>
                <c:pt idx="17556">
                  <c:v>3</c:v>
                </c:pt>
                <c:pt idx="17557">
                  <c:v>6</c:v>
                </c:pt>
                <c:pt idx="17558">
                  <c:v>5</c:v>
                </c:pt>
                <c:pt idx="17559">
                  <c:v>5</c:v>
                </c:pt>
                <c:pt idx="17560">
                  <c:v>5</c:v>
                </c:pt>
                <c:pt idx="17561">
                  <c:v>4</c:v>
                </c:pt>
                <c:pt idx="17562">
                  <c:v>3</c:v>
                </c:pt>
                <c:pt idx="17563">
                  <c:v>2</c:v>
                </c:pt>
                <c:pt idx="17564">
                  <c:v>2</c:v>
                </c:pt>
                <c:pt idx="17565">
                  <c:v>4</c:v>
                </c:pt>
                <c:pt idx="17566">
                  <c:v>3</c:v>
                </c:pt>
                <c:pt idx="17567">
                  <c:v>3</c:v>
                </c:pt>
                <c:pt idx="17568">
                  <c:v>4</c:v>
                </c:pt>
                <c:pt idx="17569">
                  <c:v>4</c:v>
                </c:pt>
                <c:pt idx="17570">
                  <c:v>3</c:v>
                </c:pt>
                <c:pt idx="17571">
                  <c:v>3</c:v>
                </c:pt>
                <c:pt idx="17572">
                  <c:v>3</c:v>
                </c:pt>
                <c:pt idx="17573">
                  <c:v>3</c:v>
                </c:pt>
                <c:pt idx="17574">
                  <c:v>3</c:v>
                </c:pt>
                <c:pt idx="17575">
                  <c:v>3</c:v>
                </c:pt>
                <c:pt idx="17576">
                  <c:v>3</c:v>
                </c:pt>
                <c:pt idx="17577">
                  <c:v>4</c:v>
                </c:pt>
                <c:pt idx="17578">
                  <c:v>4</c:v>
                </c:pt>
                <c:pt idx="17579">
                  <c:v>4</c:v>
                </c:pt>
                <c:pt idx="17580">
                  <c:v>3</c:v>
                </c:pt>
                <c:pt idx="17581">
                  <c:v>5</c:v>
                </c:pt>
                <c:pt idx="17582">
                  <c:v>3</c:v>
                </c:pt>
                <c:pt idx="17583">
                  <c:v>3</c:v>
                </c:pt>
                <c:pt idx="17584">
                  <c:v>3</c:v>
                </c:pt>
                <c:pt idx="17585">
                  <c:v>4</c:v>
                </c:pt>
                <c:pt idx="17586">
                  <c:v>5</c:v>
                </c:pt>
                <c:pt idx="17587">
                  <c:v>3</c:v>
                </c:pt>
                <c:pt idx="17588">
                  <c:v>3</c:v>
                </c:pt>
                <c:pt idx="17589">
                  <c:v>3</c:v>
                </c:pt>
                <c:pt idx="17590">
                  <c:v>4</c:v>
                </c:pt>
                <c:pt idx="17591">
                  <c:v>4</c:v>
                </c:pt>
                <c:pt idx="17592">
                  <c:v>3</c:v>
                </c:pt>
                <c:pt idx="17593">
                  <c:v>2</c:v>
                </c:pt>
                <c:pt idx="17594">
                  <c:v>3</c:v>
                </c:pt>
                <c:pt idx="17595">
                  <c:v>2</c:v>
                </c:pt>
                <c:pt idx="17596">
                  <c:v>3</c:v>
                </c:pt>
                <c:pt idx="17597">
                  <c:v>5</c:v>
                </c:pt>
                <c:pt idx="17598">
                  <c:v>2</c:v>
                </c:pt>
                <c:pt idx="17599">
                  <c:v>4</c:v>
                </c:pt>
                <c:pt idx="17600">
                  <c:v>3</c:v>
                </c:pt>
                <c:pt idx="17601">
                  <c:v>2</c:v>
                </c:pt>
                <c:pt idx="17602">
                  <c:v>2</c:v>
                </c:pt>
                <c:pt idx="17603">
                  <c:v>2</c:v>
                </c:pt>
                <c:pt idx="17604">
                  <c:v>4</c:v>
                </c:pt>
                <c:pt idx="17605">
                  <c:v>2</c:v>
                </c:pt>
                <c:pt idx="17606">
                  <c:v>4</c:v>
                </c:pt>
                <c:pt idx="17607">
                  <c:v>2</c:v>
                </c:pt>
                <c:pt idx="17608">
                  <c:v>4</c:v>
                </c:pt>
                <c:pt idx="17609">
                  <c:v>4</c:v>
                </c:pt>
                <c:pt idx="17610">
                  <c:v>5</c:v>
                </c:pt>
                <c:pt idx="17611">
                  <c:v>6</c:v>
                </c:pt>
                <c:pt idx="17612">
                  <c:v>2</c:v>
                </c:pt>
                <c:pt idx="17613">
                  <c:v>2</c:v>
                </c:pt>
                <c:pt idx="17614">
                  <c:v>5</c:v>
                </c:pt>
                <c:pt idx="17615">
                  <c:v>1</c:v>
                </c:pt>
                <c:pt idx="17616">
                  <c:v>1</c:v>
                </c:pt>
                <c:pt idx="17617">
                  <c:v>2</c:v>
                </c:pt>
                <c:pt idx="17618">
                  <c:v>4</c:v>
                </c:pt>
                <c:pt idx="17619">
                  <c:v>2</c:v>
                </c:pt>
                <c:pt idx="17620">
                  <c:v>3</c:v>
                </c:pt>
                <c:pt idx="17621">
                  <c:v>1</c:v>
                </c:pt>
                <c:pt idx="17622">
                  <c:v>2</c:v>
                </c:pt>
                <c:pt idx="17623">
                  <c:v>7</c:v>
                </c:pt>
                <c:pt idx="17624">
                  <c:v>2</c:v>
                </c:pt>
                <c:pt idx="17625">
                  <c:v>2</c:v>
                </c:pt>
                <c:pt idx="17626">
                  <c:v>2</c:v>
                </c:pt>
                <c:pt idx="17627">
                  <c:v>2</c:v>
                </c:pt>
                <c:pt idx="17628">
                  <c:v>1</c:v>
                </c:pt>
                <c:pt idx="17629">
                  <c:v>2</c:v>
                </c:pt>
                <c:pt idx="17630">
                  <c:v>2</c:v>
                </c:pt>
                <c:pt idx="17631">
                  <c:v>1</c:v>
                </c:pt>
                <c:pt idx="17632">
                  <c:v>1</c:v>
                </c:pt>
                <c:pt idx="17633">
                  <c:v>2</c:v>
                </c:pt>
                <c:pt idx="17634">
                  <c:v>1</c:v>
                </c:pt>
                <c:pt idx="17635">
                  <c:v>2</c:v>
                </c:pt>
                <c:pt idx="17636">
                  <c:v>2</c:v>
                </c:pt>
                <c:pt idx="17637">
                  <c:v>1</c:v>
                </c:pt>
                <c:pt idx="17638">
                  <c:v>1</c:v>
                </c:pt>
                <c:pt idx="17639">
                  <c:v>1</c:v>
                </c:pt>
                <c:pt idx="17640">
                  <c:v>2</c:v>
                </c:pt>
                <c:pt idx="17641">
                  <c:v>1</c:v>
                </c:pt>
                <c:pt idx="17642">
                  <c:v>2</c:v>
                </c:pt>
                <c:pt idx="17643">
                  <c:v>1</c:v>
                </c:pt>
                <c:pt idx="17644">
                  <c:v>1</c:v>
                </c:pt>
                <c:pt idx="17645">
                  <c:v>1</c:v>
                </c:pt>
                <c:pt idx="17646">
                  <c:v>2</c:v>
                </c:pt>
                <c:pt idx="17647">
                  <c:v>2</c:v>
                </c:pt>
                <c:pt idx="17648">
                  <c:v>2</c:v>
                </c:pt>
                <c:pt idx="17649">
                  <c:v>2</c:v>
                </c:pt>
                <c:pt idx="17650">
                  <c:v>3</c:v>
                </c:pt>
                <c:pt idx="17651">
                  <c:v>4</c:v>
                </c:pt>
                <c:pt idx="17652">
                  <c:v>3</c:v>
                </c:pt>
                <c:pt idx="17653">
                  <c:v>6</c:v>
                </c:pt>
                <c:pt idx="17654">
                  <c:v>4</c:v>
                </c:pt>
                <c:pt idx="17655">
                  <c:v>2</c:v>
                </c:pt>
                <c:pt idx="17656">
                  <c:v>1</c:v>
                </c:pt>
                <c:pt idx="17657">
                  <c:v>7</c:v>
                </c:pt>
                <c:pt idx="17658">
                  <c:v>2</c:v>
                </c:pt>
                <c:pt idx="17659">
                  <c:v>2</c:v>
                </c:pt>
                <c:pt idx="17660">
                  <c:v>6</c:v>
                </c:pt>
                <c:pt idx="17661">
                  <c:v>6</c:v>
                </c:pt>
                <c:pt idx="17662">
                  <c:v>2</c:v>
                </c:pt>
                <c:pt idx="17663">
                  <c:v>4</c:v>
                </c:pt>
                <c:pt idx="17664">
                  <c:v>3</c:v>
                </c:pt>
                <c:pt idx="17665">
                  <c:v>2</c:v>
                </c:pt>
                <c:pt idx="17666">
                  <c:v>2</c:v>
                </c:pt>
                <c:pt idx="17667">
                  <c:v>3</c:v>
                </c:pt>
                <c:pt idx="17668">
                  <c:v>2</c:v>
                </c:pt>
                <c:pt idx="17669">
                  <c:v>3</c:v>
                </c:pt>
                <c:pt idx="17670">
                  <c:v>2</c:v>
                </c:pt>
                <c:pt idx="17671">
                  <c:v>2</c:v>
                </c:pt>
                <c:pt idx="17672">
                  <c:v>3</c:v>
                </c:pt>
                <c:pt idx="17673">
                  <c:v>3</c:v>
                </c:pt>
                <c:pt idx="17674">
                  <c:v>3</c:v>
                </c:pt>
                <c:pt idx="17675">
                  <c:v>3</c:v>
                </c:pt>
                <c:pt idx="17676">
                  <c:v>2</c:v>
                </c:pt>
                <c:pt idx="17677">
                  <c:v>2</c:v>
                </c:pt>
                <c:pt idx="17678">
                  <c:v>2</c:v>
                </c:pt>
                <c:pt idx="17679">
                  <c:v>2</c:v>
                </c:pt>
                <c:pt idx="17680">
                  <c:v>2</c:v>
                </c:pt>
                <c:pt idx="17681">
                  <c:v>1</c:v>
                </c:pt>
                <c:pt idx="17682">
                  <c:v>2</c:v>
                </c:pt>
                <c:pt idx="17683">
                  <c:v>2</c:v>
                </c:pt>
                <c:pt idx="17684">
                  <c:v>1</c:v>
                </c:pt>
                <c:pt idx="17685">
                  <c:v>1</c:v>
                </c:pt>
                <c:pt idx="17686">
                  <c:v>2</c:v>
                </c:pt>
                <c:pt idx="17687">
                  <c:v>1</c:v>
                </c:pt>
                <c:pt idx="17688">
                  <c:v>2</c:v>
                </c:pt>
                <c:pt idx="17689">
                  <c:v>1</c:v>
                </c:pt>
                <c:pt idx="17690">
                  <c:v>2</c:v>
                </c:pt>
                <c:pt idx="17691">
                  <c:v>2</c:v>
                </c:pt>
                <c:pt idx="17692">
                  <c:v>1</c:v>
                </c:pt>
                <c:pt idx="17693">
                  <c:v>2</c:v>
                </c:pt>
                <c:pt idx="17694">
                  <c:v>3</c:v>
                </c:pt>
                <c:pt idx="17695">
                  <c:v>3</c:v>
                </c:pt>
                <c:pt idx="17696">
                  <c:v>1</c:v>
                </c:pt>
                <c:pt idx="17697">
                  <c:v>1</c:v>
                </c:pt>
                <c:pt idx="17698">
                  <c:v>2</c:v>
                </c:pt>
                <c:pt idx="17699">
                  <c:v>1</c:v>
                </c:pt>
                <c:pt idx="17700">
                  <c:v>2</c:v>
                </c:pt>
                <c:pt idx="17701">
                  <c:v>2</c:v>
                </c:pt>
                <c:pt idx="17702">
                  <c:v>2</c:v>
                </c:pt>
                <c:pt idx="17703">
                  <c:v>3</c:v>
                </c:pt>
                <c:pt idx="17704">
                  <c:v>2</c:v>
                </c:pt>
                <c:pt idx="17705">
                  <c:v>2</c:v>
                </c:pt>
                <c:pt idx="17706">
                  <c:v>1</c:v>
                </c:pt>
                <c:pt idx="17707">
                  <c:v>1</c:v>
                </c:pt>
                <c:pt idx="17708">
                  <c:v>2</c:v>
                </c:pt>
                <c:pt idx="17709">
                  <c:v>2</c:v>
                </c:pt>
                <c:pt idx="17710">
                  <c:v>2</c:v>
                </c:pt>
                <c:pt idx="17711">
                  <c:v>10</c:v>
                </c:pt>
                <c:pt idx="17712">
                  <c:v>4</c:v>
                </c:pt>
                <c:pt idx="17713">
                  <c:v>1</c:v>
                </c:pt>
                <c:pt idx="17714">
                  <c:v>2</c:v>
                </c:pt>
                <c:pt idx="17715">
                  <c:v>5</c:v>
                </c:pt>
                <c:pt idx="17716">
                  <c:v>4</c:v>
                </c:pt>
                <c:pt idx="17717">
                  <c:v>6</c:v>
                </c:pt>
                <c:pt idx="17718">
                  <c:v>3</c:v>
                </c:pt>
                <c:pt idx="17719">
                  <c:v>3</c:v>
                </c:pt>
                <c:pt idx="17720">
                  <c:v>-2</c:v>
                </c:pt>
                <c:pt idx="17721">
                  <c:v>1</c:v>
                </c:pt>
                <c:pt idx="17722">
                  <c:v>3</c:v>
                </c:pt>
                <c:pt idx="17723">
                  <c:v>4</c:v>
                </c:pt>
                <c:pt idx="17724">
                  <c:v>4</c:v>
                </c:pt>
                <c:pt idx="17725">
                  <c:v>5</c:v>
                </c:pt>
                <c:pt idx="17726">
                  <c:v>2</c:v>
                </c:pt>
                <c:pt idx="17727">
                  <c:v>2</c:v>
                </c:pt>
                <c:pt idx="17728">
                  <c:v>4</c:v>
                </c:pt>
                <c:pt idx="17729">
                  <c:v>3</c:v>
                </c:pt>
                <c:pt idx="17730">
                  <c:v>3</c:v>
                </c:pt>
                <c:pt idx="17731">
                  <c:v>2</c:v>
                </c:pt>
                <c:pt idx="17732">
                  <c:v>2</c:v>
                </c:pt>
                <c:pt idx="17733">
                  <c:v>2</c:v>
                </c:pt>
                <c:pt idx="17734">
                  <c:v>4</c:v>
                </c:pt>
                <c:pt idx="17735">
                  <c:v>3</c:v>
                </c:pt>
                <c:pt idx="17736">
                  <c:v>1</c:v>
                </c:pt>
                <c:pt idx="17737">
                  <c:v>2</c:v>
                </c:pt>
                <c:pt idx="17738">
                  <c:v>4</c:v>
                </c:pt>
                <c:pt idx="17739">
                  <c:v>6</c:v>
                </c:pt>
                <c:pt idx="17740">
                  <c:v>2</c:v>
                </c:pt>
                <c:pt idx="17741">
                  <c:v>1</c:v>
                </c:pt>
                <c:pt idx="17742">
                  <c:v>3</c:v>
                </c:pt>
                <c:pt idx="17743">
                  <c:v>6</c:v>
                </c:pt>
                <c:pt idx="17744">
                  <c:v>5</c:v>
                </c:pt>
                <c:pt idx="17745">
                  <c:v>2</c:v>
                </c:pt>
                <c:pt idx="17746">
                  <c:v>5</c:v>
                </c:pt>
                <c:pt idx="17747">
                  <c:v>5</c:v>
                </c:pt>
                <c:pt idx="17748">
                  <c:v>6</c:v>
                </c:pt>
                <c:pt idx="17749">
                  <c:v>5</c:v>
                </c:pt>
                <c:pt idx="17750">
                  <c:v>5</c:v>
                </c:pt>
                <c:pt idx="17751">
                  <c:v>6</c:v>
                </c:pt>
                <c:pt idx="17752">
                  <c:v>6</c:v>
                </c:pt>
                <c:pt idx="17753">
                  <c:v>6</c:v>
                </c:pt>
                <c:pt idx="17754">
                  <c:v>2</c:v>
                </c:pt>
                <c:pt idx="17755">
                  <c:v>2</c:v>
                </c:pt>
                <c:pt idx="17756">
                  <c:v>2</c:v>
                </c:pt>
                <c:pt idx="17757">
                  <c:v>2</c:v>
                </c:pt>
                <c:pt idx="17758">
                  <c:v>1</c:v>
                </c:pt>
                <c:pt idx="17759">
                  <c:v>1</c:v>
                </c:pt>
                <c:pt idx="17760">
                  <c:v>2</c:v>
                </c:pt>
                <c:pt idx="17761">
                  <c:v>2</c:v>
                </c:pt>
                <c:pt idx="17762">
                  <c:v>2</c:v>
                </c:pt>
                <c:pt idx="17763">
                  <c:v>1</c:v>
                </c:pt>
                <c:pt idx="17764">
                  <c:v>1</c:v>
                </c:pt>
                <c:pt idx="17765">
                  <c:v>2</c:v>
                </c:pt>
                <c:pt idx="17766">
                  <c:v>3</c:v>
                </c:pt>
                <c:pt idx="17767">
                  <c:v>2</c:v>
                </c:pt>
                <c:pt idx="17768">
                  <c:v>1</c:v>
                </c:pt>
                <c:pt idx="17769">
                  <c:v>1</c:v>
                </c:pt>
                <c:pt idx="17770">
                  <c:v>2</c:v>
                </c:pt>
                <c:pt idx="17771">
                  <c:v>2</c:v>
                </c:pt>
                <c:pt idx="17772">
                  <c:v>2</c:v>
                </c:pt>
                <c:pt idx="17773">
                  <c:v>1</c:v>
                </c:pt>
                <c:pt idx="17774">
                  <c:v>3</c:v>
                </c:pt>
                <c:pt idx="17775">
                  <c:v>2</c:v>
                </c:pt>
                <c:pt idx="17776">
                  <c:v>2</c:v>
                </c:pt>
                <c:pt idx="17777">
                  <c:v>2</c:v>
                </c:pt>
                <c:pt idx="17778">
                  <c:v>3</c:v>
                </c:pt>
                <c:pt idx="17779">
                  <c:v>1</c:v>
                </c:pt>
                <c:pt idx="17780">
                  <c:v>1</c:v>
                </c:pt>
                <c:pt idx="17781">
                  <c:v>5</c:v>
                </c:pt>
                <c:pt idx="17782">
                  <c:v>3</c:v>
                </c:pt>
                <c:pt idx="17783">
                  <c:v>4</c:v>
                </c:pt>
                <c:pt idx="17784">
                  <c:v>4</c:v>
                </c:pt>
                <c:pt idx="17785">
                  <c:v>3</c:v>
                </c:pt>
                <c:pt idx="17786">
                  <c:v>5</c:v>
                </c:pt>
                <c:pt idx="17787">
                  <c:v>4</c:v>
                </c:pt>
                <c:pt idx="17788">
                  <c:v>5</c:v>
                </c:pt>
                <c:pt idx="17789">
                  <c:v>4</c:v>
                </c:pt>
                <c:pt idx="17790">
                  <c:v>3</c:v>
                </c:pt>
                <c:pt idx="17791">
                  <c:v>4</c:v>
                </c:pt>
                <c:pt idx="17792">
                  <c:v>2</c:v>
                </c:pt>
                <c:pt idx="17793">
                  <c:v>4</c:v>
                </c:pt>
                <c:pt idx="17794">
                  <c:v>2</c:v>
                </c:pt>
                <c:pt idx="17795">
                  <c:v>3</c:v>
                </c:pt>
                <c:pt idx="17796">
                  <c:v>4</c:v>
                </c:pt>
                <c:pt idx="17797">
                  <c:v>6</c:v>
                </c:pt>
                <c:pt idx="17798">
                  <c:v>3</c:v>
                </c:pt>
                <c:pt idx="17799">
                  <c:v>5</c:v>
                </c:pt>
                <c:pt idx="17800">
                  <c:v>4</c:v>
                </c:pt>
                <c:pt idx="17801">
                  <c:v>3</c:v>
                </c:pt>
                <c:pt idx="17802">
                  <c:v>4</c:v>
                </c:pt>
                <c:pt idx="17803">
                  <c:v>6</c:v>
                </c:pt>
                <c:pt idx="17804">
                  <c:v>4</c:v>
                </c:pt>
                <c:pt idx="17805">
                  <c:v>4</c:v>
                </c:pt>
                <c:pt idx="17806">
                  <c:v>5</c:v>
                </c:pt>
                <c:pt idx="17807">
                  <c:v>4</c:v>
                </c:pt>
                <c:pt idx="17808">
                  <c:v>5</c:v>
                </c:pt>
                <c:pt idx="17809">
                  <c:v>3</c:v>
                </c:pt>
                <c:pt idx="17810">
                  <c:v>4</c:v>
                </c:pt>
                <c:pt idx="17811">
                  <c:v>3</c:v>
                </c:pt>
                <c:pt idx="17812">
                  <c:v>3</c:v>
                </c:pt>
                <c:pt idx="17813">
                  <c:v>4</c:v>
                </c:pt>
                <c:pt idx="17814">
                  <c:v>3</c:v>
                </c:pt>
                <c:pt idx="17815">
                  <c:v>3</c:v>
                </c:pt>
                <c:pt idx="17816">
                  <c:v>2</c:v>
                </c:pt>
                <c:pt idx="17817">
                  <c:v>1</c:v>
                </c:pt>
                <c:pt idx="17818">
                  <c:v>2</c:v>
                </c:pt>
                <c:pt idx="17819">
                  <c:v>2</c:v>
                </c:pt>
                <c:pt idx="17820">
                  <c:v>2</c:v>
                </c:pt>
                <c:pt idx="17821">
                  <c:v>2</c:v>
                </c:pt>
                <c:pt idx="17822">
                  <c:v>1</c:v>
                </c:pt>
                <c:pt idx="17823">
                  <c:v>2</c:v>
                </c:pt>
                <c:pt idx="17824">
                  <c:v>2</c:v>
                </c:pt>
                <c:pt idx="17825">
                  <c:v>3</c:v>
                </c:pt>
                <c:pt idx="17826">
                  <c:v>3</c:v>
                </c:pt>
                <c:pt idx="17827">
                  <c:v>2</c:v>
                </c:pt>
                <c:pt idx="17828">
                  <c:v>2</c:v>
                </c:pt>
                <c:pt idx="17829">
                  <c:v>2</c:v>
                </c:pt>
                <c:pt idx="17830">
                  <c:v>2</c:v>
                </c:pt>
                <c:pt idx="17831">
                  <c:v>3</c:v>
                </c:pt>
                <c:pt idx="17832">
                  <c:v>1</c:v>
                </c:pt>
                <c:pt idx="17833">
                  <c:v>3</c:v>
                </c:pt>
                <c:pt idx="17834">
                  <c:v>2</c:v>
                </c:pt>
                <c:pt idx="17835">
                  <c:v>2</c:v>
                </c:pt>
                <c:pt idx="17836">
                  <c:v>3</c:v>
                </c:pt>
                <c:pt idx="17837">
                  <c:v>3</c:v>
                </c:pt>
                <c:pt idx="17838">
                  <c:v>4</c:v>
                </c:pt>
                <c:pt idx="17839">
                  <c:v>1</c:v>
                </c:pt>
                <c:pt idx="17840">
                  <c:v>2</c:v>
                </c:pt>
                <c:pt idx="17841">
                  <c:v>1</c:v>
                </c:pt>
                <c:pt idx="17842">
                  <c:v>4</c:v>
                </c:pt>
                <c:pt idx="17843">
                  <c:v>4</c:v>
                </c:pt>
                <c:pt idx="17844">
                  <c:v>2</c:v>
                </c:pt>
                <c:pt idx="17845">
                  <c:v>3</c:v>
                </c:pt>
                <c:pt idx="17846">
                  <c:v>3</c:v>
                </c:pt>
                <c:pt idx="17847">
                  <c:v>2</c:v>
                </c:pt>
                <c:pt idx="17848">
                  <c:v>3</c:v>
                </c:pt>
                <c:pt idx="17849">
                  <c:v>2</c:v>
                </c:pt>
                <c:pt idx="17850">
                  <c:v>3</c:v>
                </c:pt>
                <c:pt idx="17851">
                  <c:v>2</c:v>
                </c:pt>
                <c:pt idx="17852">
                  <c:v>3</c:v>
                </c:pt>
                <c:pt idx="17853">
                  <c:v>2</c:v>
                </c:pt>
                <c:pt idx="17854">
                  <c:v>4</c:v>
                </c:pt>
                <c:pt idx="17855">
                  <c:v>3</c:v>
                </c:pt>
                <c:pt idx="17856">
                  <c:v>3</c:v>
                </c:pt>
                <c:pt idx="17857">
                  <c:v>3</c:v>
                </c:pt>
                <c:pt idx="17858">
                  <c:v>3</c:v>
                </c:pt>
                <c:pt idx="17859">
                  <c:v>3</c:v>
                </c:pt>
                <c:pt idx="17860">
                  <c:v>3</c:v>
                </c:pt>
                <c:pt idx="17861">
                  <c:v>3</c:v>
                </c:pt>
                <c:pt idx="17862">
                  <c:v>3</c:v>
                </c:pt>
                <c:pt idx="17863">
                  <c:v>4</c:v>
                </c:pt>
                <c:pt idx="17864">
                  <c:v>3</c:v>
                </c:pt>
                <c:pt idx="17865">
                  <c:v>4</c:v>
                </c:pt>
                <c:pt idx="17866">
                  <c:v>5</c:v>
                </c:pt>
                <c:pt idx="17867">
                  <c:v>4</c:v>
                </c:pt>
                <c:pt idx="17868">
                  <c:v>3</c:v>
                </c:pt>
                <c:pt idx="17869">
                  <c:v>3</c:v>
                </c:pt>
                <c:pt idx="17870">
                  <c:v>3</c:v>
                </c:pt>
                <c:pt idx="17871">
                  <c:v>3</c:v>
                </c:pt>
                <c:pt idx="17872">
                  <c:v>2</c:v>
                </c:pt>
                <c:pt idx="17873">
                  <c:v>5</c:v>
                </c:pt>
                <c:pt idx="17874">
                  <c:v>4</c:v>
                </c:pt>
                <c:pt idx="17875">
                  <c:v>3</c:v>
                </c:pt>
                <c:pt idx="17876">
                  <c:v>3</c:v>
                </c:pt>
                <c:pt idx="17877">
                  <c:v>4</c:v>
                </c:pt>
                <c:pt idx="17878">
                  <c:v>3</c:v>
                </c:pt>
                <c:pt idx="17879">
                  <c:v>1</c:v>
                </c:pt>
                <c:pt idx="17880">
                  <c:v>3</c:v>
                </c:pt>
                <c:pt idx="17881">
                  <c:v>2</c:v>
                </c:pt>
                <c:pt idx="17882">
                  <c:v>3</c:v>
                </c:pt>
                <c:pt idx="17883">
                  <c:v>4</c:v>
                </c:pt>
                <c:pt idx="17884">
                  <c:v>3</c:v>
                </c:pt>
                <c:pt idx="17885">
                  <c:v>3</c:v>
                </c:pt>
                <c:pt idx="17886">
                  <c:v>2</c:v>
                </c:pt>
                <c:pt idx="17887">
                  <c:v>2</c:v>
                </c:pt>
                <c:pt idx="17888">
                  <c:v>4</c:v>
                </c:pt>
                <c:pt idx="17889">
                  <c:v>1</c:v>
                </c:pt>
                <c:pt idx="17890">
                  <c:v>4</c:v>
                </c:pt>
                <c:pt idx="17891">
                  <c:v>1</c:v>
                </c:pt>
                <c:pt idx="17892">
                  <c:v>3</c:v>
                </c:pt>
                <c:pt idx="17893">
                  <c:v>3</c:v>
                </c:pt>
                <c:pt idx="17894">
                  <c:v>5</c:v>
                </c:pt>
                <c:pt idx="17895">
                  <c:v>5</c:v>
                </c:pt>
                <c:pt idx="17896">
                  <c:v>5</c:v>
                </c:pt>
                <c:pt idx="17897">
                  <c:v>3</c:v>
                </c:pt>
                <c:pt idx="17898">
                  <c:v>2</c:v>
                </c:pt>
                <c:pt idx="17899">
                  <c:v>2</c:v>
                </c:pt>
                <c:pt idx="17900">
                  <c:v>2</c:v>
                </c:pt>
                <c:pt idx="17901">
                  <c:v>1</c:v>
                </c:pt>
                <c:pt idx="17902">
                  <c:v>1</c:v>
                </c:pt>
                <c:pt idx="17903">
                  <c:v>2</c:v>
                </c:pt>
                <c:pt idx="17904">
                  <c:v>3</c:v>
                </c:pt>
                <c:pt idx="17905">
                  <c:v>2</c:v>
                </c:pt>
                <c:pt idx="17906">
                  <c:v>2</c:v>
                </c:pt>
                <c:pt idx="17907">
                  <c:v>2</c:v>
                </c:pt>
                <c:pt idx="17908">
                  <c:v>2</c:v>
                </c:pt>
                <c:pt idx="17909">
                  <c:v>2</c:v>
                </c:pt>
                <c:pt idx="17910">
                  <c:v>2</c:v>
                </c:pt>
                <c:pt idx="17911">
                  <c:v>2</c:v>
                </c:pt>
                <c:pt idx="17912">
                  <c:v>1</c:v>
                </c:pt>
                <c:pt idx="17913">
                  <c:v>1</c:v>
                </c:pt>
                <c:pt idx="17914">
                  <c:v>2</c:v>
                </c:pt>
                <c:pt idx="17915">
                  <c:v>2</c:v>
                </c:pt>
                <c:pt idx="17916">
                  <c:v>2</c:v>
                </c:pt>
                <c:pt idx="17917">
                  <c:v>2</c:v>
                </c:pt>
                <c:pt idx="17918">
                  <c:v>3</c:v>
                </c:pt>
                <c:pt idx="17919">
                  <c:v>2</c:v>
                </c:pt>
                <c:pt idx="17920">
                  <c:v>1</c:v>
                </c:pt>
                <c:pt idx="17921">
                  <c:v>1</c:v>
                </c:pt>
                <c:pt idx="17922">
                  <c:v>3</c:v>
                </c:pt>
                <c:pt idx="17923">
                  <c:v>5</c:v>
                </c:pt>
                <c:pt idx="17924">
                  <c:v>1</c:v>
                </c:pt>
                <c:pt idx="17925">
                  <c:v>1</c:v>
                </c:pt>
                <c:pt idx="17926">
                  <c:v>2</c:v>
                </c:pt>
                <c:pt idx="17927">
                  <c:v>3</c:v>
                </c:pt>
                <c:pt idx="17928">
                  <c:v>6</c:v>
                </c:pt>
                <c:pt idx="17929">
                  <c:v>4</c:v>
                </c:pt>
                <c:pt idx="17930">
                  <c:v>4</c:v>
                </c:pt>
                <c:pt idx="17931">
                  <c:v>4</c:v>
                </c:pt>
                <c:pt idx="17932">
                  <c:v>4</c:v>
                </c:pt>
                <c:pt idx="17933">
                  <c:v>4</c:v>
                </c:pt>
                <c:pt idx="17934">
                  <c:v>2</c:v>
                </c:pt>
                <c:pt idx="17935">
                  <c:v>5</c:v>
                </c:pt>
                <c:pt idx="17936">
                  <c:v>2</c:v>
                </c:pt>
                <c:pt idx="17937">
                  <c:v>2</c:v>
                </c:pt>
                <c:pt idx="17938">
                  <c:v>2</c:v>
                </c:pt>
                <c:pt idx="17939">
                  <c:v>2</c:v>
                </c:pt>
                <c:pt idx="17940">
                  <c:v>2</c:v>
                </c:pt>
                <c:pt idx="17941">
                  <c:v>2</c:v>
                </c:pt>
                <c:pt idx="17942">
                  <c:v>2</c:v>
                </c:pt>
                <c:pt idx="17943">
                  <c:v>2</c:v>
                </c:pt>
                <c:pt idx="17944">
                  <c:v>2</c:v>
                </c:pt>
                <c:pt idx="17945">
                  <c:v>3</c:v>
                </c:pt>
                <c:pt idx="17946">
                  <c:v>2</c:v>
                </c:pt>
                <c:pt idx="17947">
                  <c:v>1</c:v>
                </c:pt>
                <c:pt idx="17948">
                  <c:v>2</c:v>
                </c:pt>
                <c:pt idx="17949">
                  <c:v>2</c:v>
                </c:pt>
                <c:pt idx="17950">
                  <c:v>3</c:v>
                </c:pt>
                <c:pt idx="17951">
                  <c:v>6</c:v>
                </c:pt>
                <c:pt idx="17952">
                  <c:v>2</c:v>
                </c:pt>
                <c:pt idx="17953">
                  <c:v>3</c:v>
                </c:pt>
                <c:pt idx="17954">
                  <c:v>3</c:v>
                </c:pt>
                <c:pt idx="17955">
                  <c:v>4</c:v>
                </c:pt>
                <c:pt idx="17956">
                  <c:v>2</c:v>
                </c:pt>
                <c:pt idx="17957">
                  <c:v>4</c:v>
                </c:pt>
                <c:pt idx="17958">
                  <c:v>2</c:v>
                </c:pt>
                <c:pt idx="17959">
                  <c:v>2</c:v>
                </c:pt>
                <c:pt idx="17960">
                  <c:v>3</c:v>
                </c:pt>
                <c:pt idx="17961">
                  <c:v>2</c:v>
                </c:pt>
                <c:pt idx="17962">
                  <c:v>2</c:v>
                </c:pt>
                <c:pt idx="17963">
                  <c:v>3</c:v>
                </c:pt>
                <c:pt idx="17964">
                  <c:v>2</c:v>
                </c:pt>
                <c:pt idx="17965">
                  <c:v>2</c:v>
                </c:pt>
                <c:pt idx="17966">
                  <c:v>4</c:v>
                </c:pt>
                <c:pt idx="17967">
                  <c:v>5</c:v>
                </c:pt>
                <c:pt idx="17968">
                  <c:v>2</c:v>
                </c:pt>
                <c:pt idx="17969">
                  <c:v>3</c:v>
                </c:pt>
                <c:pt idx="17970">
                  <c:v>1</c:v>
                </c:pt>
                <c:pt idx="17971">
                  <c:v>6</c:v>
                </c:pt>
                <c:pt idx="17972">
                  <c:v>2</c:v>
                </c:pt>
                <c:pt idx="17973">
                  <c:v>2</c:v>
                </c:pt>
                <c:pt idx="17974">
                  <c:v>2</c:v>
                </c:pt>
                <c:pt idx="17975">
                  <c:v>2</c:v>
                </c:pt>
                <c:pt idx="17976">
                  <c:v>1</c:v>
                </c:pt>
                <c:pt idx="17977">
                  <c:v>1</c:v>
                </c:pt>
                <c:pt idx="17978">
                  <c:v>1</c:v>
                </c:pt>
                <c:pt idx="17979">
                  <c:v>2</c:v>
                </c:pt>
                <c:pt idx="17980">
                  <c:v>2</c:v>
                </c:pt>
                <c:pt idx="17981">
                  <c:v>2</c:v>
                </c:pt>
                <c:pt idx="17982">
                  <c:v>1</c:v>
                </c:pt>
                <c:pt idx="17983">
                  <c:v>2</c:v>
                </c:pt>
                <c:pt idx="17984">
                  <c:v>1</c:v>
                </c:pt>
                <c:pt idx="17985">
                  <c:v>1</c:v>
                </c:pt>
                <c:pt idx="17986">
                  <c:v>2</c:v>
                </c:pt>
                <c:pt idx="17987">
                  <c:v>5</c:v>
                </c:pt>
                <c:pt idx="17988">
                  <c:v>3</c:v>
                </c:pt>
                <c:pt idx="17989">
                  <c:v>5</c:v>
                </c:pt>
                <c:pt idx="17990">
                  <c:v>4</c:v>
                </c:pt>
                <c:pt idx="17991">
                  <c:v>3</c:v>
                </c:pt>
                <c:pt idx="17992">
                  <c:v>5</c:v>
                </c:pt>
                <c:pt idx="17993">
                  <c:v>5</c:v>
                </c:pt>
                <c:pt idx="17994">
                  <c:v>3</c:v>
                </c:pt>
                <c:pt idx="17995">
                  <c:v>3</c:v>
                </c:pt>
                <c:pt idx="17996">
                  <c:v>4</c:v>
                </c:pt>
                <c:pt idx="17997">
                  <c:v>4</c:v>
                </c:pt>
                <c:pt idx="17998">
                  <c:v>2</c:v>
                </c:pt>
                <c:pt idx="17999">
                  <c:v>1</c:v>
                </c:pt>
                <c:pt idx="18000">
                  <c:v>4</c:v>
                </c:pt>
                <c:pt idx="18001">
                  <c:v>2</c:v>
                </c:pt>
                <c:pt idx="18002">
                  <c:v>3</c:v>
                </c:pt>
                <c:pt idx="18003">
                  <c:v>2</c:v>
                </c:pt>
                <c:pt idx="18004">
                  <c:v>3</c:v>
                </c:pt>
                <c:pt idx="18005">
                  <c:v>3</c:v>
                </c:pt>
                <c:pt idx="18006">
                  <c:v>2</c:v>
                </c:pt>
                <c:pt idx="18007">
                  <c:v>2</c:v>
                </c:pt>
                <c:pt idx="18008">
                  <c:v>2</c:v>
                </c:pt>
                <c:pt idx="18009">
                  <c:v>1</c:v>
                </c:pt>
                <c:pt idx="18010">
                  <c:v>2</c:v>
                </c:pt>
                <c:pt idx="18011">
                  <c:v>2</c:v>
                </c:pt>
                <c:pt idx="18012">
                  <c:v>3</c:v>
                </c:pt>
                <c:pt idx="18013">
                  <c:v>2</c:v>
                </c:pt>
                <c:pt idx="18014">
                  <c:v>3</c:v>
                </c:pt>
                <c:pt idx="18015">
                  <c:v>1</c:v>
                </c:pt>
                <c:pt idx="18016">
                  <c:v>2</c:v>
                </c:pt>
                <c:pt idx="18017">
                  <c:v>2</c:v>
                </c:pt>
                <c:pt idx="18018">
                  <c:v>1</c:v>
                </c:pt>
                <c:pt idx="18019">
                  <c:v>1</c:v>
                </c:pt>
                <c:pt idx="18020">
                  <c:v>3</c:v>
                </c:pt>
                <c:pt idx="18021">
                  <c:v>3</c:v>
                </c:pt>
                <c:pt idx="18022">
                  <c:v>1</c:v>
                </c:pt>
                <c:pt idx="18023">
                  <c:v>2</c:v>
                </c:pt>
                <c:pt idx="18024">
                  <c:v>2</c:v>
                </c:pt>
                <c:pt idx="18025">
                  <c:v>2</c:v>
                </c:pt>
                <c:pt idx="18026">
                  <c:v>4</c:v>
                </c:pt>
                <c:pt idx="18027">
                  <c:v>3</c:v>
                </c:pt>
                <c:pt idx="18028">
                  <c:v>2</c:v>
                </c:pt>
                <c:pt idx="18029">
                  <c:v>3</c:v>
                </c:pt>
                <c:pt idx="18030">
                  <c:v>2</c:v>
                </c:pt>
                <c:pt idx="18031">
                  <c:v>2</c:v>
                </c:pt>
                <c:pt idx="18032">
                  <c:v>2</c:v>
                </c:pt>
                <c:pt idx="18033">
                  <c:v>2</c:v>
                </c:pt>
                <c:pt idx="18034">
                  <c:v>3</c:v>
                </c:pt>
                <c:pt idx="18035">
                  <c:v>1</c:v>
                </c:pt>
                <c:pt idx="18036">
                  <c:v>1</c:v>
                </c:pt>
                <c:pt idx="18037">
                  <c:v>2</c:v>
                </c:pt>
                <c:pt idx="18038">
                  <c:v>3</c:v>
                </c:pt>
                <c:pt idx="18039">
                  <c:v>2</c:v>
                </c:pt>
                <c:pt idx="18040">
                  <c:v>4</c:v>
                </c:pt>
                <c:pt idx="18041">
                  <c:v>4</c:v>
                </c:pt>
                <c:pt idx="18042">
                  <c:v>3</c:v>
                </c:pt>
                <c:pt idx="18043">
                  <c:v>3</c:v>
                </c:pt>
                <c:pt idx="18044">
                  <c:v>2</c:v>
                </c:pt>
                <c:pt idx="18045">
                  <c:v>2</c:v>
                </c:pt>
                <c:pt idx="18046">
                  <c:v>4</c:v>
                </c:pt>
                <c:pt idx="18047">
                  <c:v>2</c:v>
                </c:pt>
                <c:pt idx="18048">
                  <c:v>2</c:v>
                </c:pt>
                <c:pt idx="18049">
                  <c:v>3</c:v>
                </c:pt>
                <c:pt idx="18050">
                  <c:v>2</c:v>
                </c:pt>
                <c:pt idx="18051">
                  <c:v>4</c:v>
                </c:pt>
                <c:pt idx="18052">
                  <c:v>4</c:v>
                </c:pt>
                <c:pt idx="18053">
                  <c:v>1</c:v>
                </c:pt>
                <c:pt idx="18054">
                  <c:v>1</c:v>
                </c:pt>
                <c:pt idx="18055">
                  <c:v>3</c:v>
                </c:pt>
                <c:pt idx="18056">
                  <c:v>2</c:v>
                </c:pt>
                <c:pt idx="18057">
                  <c:v>2</c:v>
                </c:pt>
                <c:pt idx="18058">
                  <c:v>3</c:v>
                </c:pt>
                <c:pt idx="18059">
                  <c:v>2</c:v>
                </c:pt>
                <c:pt idx="18060">
                  <c:v>2</c:v>
                </c:pt>
                <c:pt idx="18061">
                  <c:v>2</c:v>
                </c:pt>
                <c:pt idx="18062">
                  <c:v>4</c:v>
                </c:pt>
                <c:pt idx="18063">
                  <c:v>3</c:v>
                </c:pt>
                <c:pt idx="18064">
                  <c:v>3</c:v>
                </c:pt>
                <c:pt idx="18065">
                  <c:v>2</c:v>
                </c:pt>
                <c:pt idx="18066">
                  <c:v>2</c:v>
                </c:pt>
                <c:pt idx="18067">
                  <c:v>4</c:v>
                </c:pt>
                <c:pt idx="18068">
                  <c:v>2</c:v>
                </c:pt>
                <c:pt idx="18069">
                  <c:v>2</c:v>
                </c:pt>
                <c:pt idx="18070">
                  <c:v>2</c:v>
                </c:pt>
                <c:pt idx="18071">
                  <c:v>3</c:v>
                </c:pt>
                <c:pt idx="18072">
                  <c:v>4</c:v>
                </c:pt>
                <c:pt idx="18073">
                  <c:v>4</c:v>
                </c:pt>
                <c:pt idx="18074">
                  <c:v>4</c:v>
                </c:pt>
                <c:pt idx="18075">
                  <c:v>2</c:v>
                </c:pt>
                <c:pt idx="18076">
                  <c:v>5</c:v>
                </c:pt>
                <c:pt idx="18077">
                  <c:v>3</c:v>
                </c:pt>
                <c:pt idx="18078">
                  <c:v>4</c:v>
                </c:pt>
                <c:pt idx="18079">
                  <c:v>4</c:v>
                </c:pt>
                <c:pt idx="18080">
                  <c:v>3</c:v>
                </c:pt>
                <c:pt idx="18081">
                  <c:v>1</c:v>
                </c:pt>
                <c:pt idx="18082">
                  <c:v>1</c:v>
                </c:pt>
                <c:pt idx="18083">
                  <c:v>1</c:v>
                </c:pt>
                <c:pt idx="18084">
                  <c:v>1</c:v>
                </c:pt>
                <c:pt idx="18085">
                  <c:v>1</c:v>
                </c:pt>
                <c:pt idx="18086">
                  <c:v>1</c:v>
                </c:pt>
                <c:pt idx="18087">
                  <c:v>1</c:v>
                </c:pt>
                <c:pt idx="18088">
                  <c:v>1</c:v>
                </c:pt>
                <c:pt idx="18089">
                  <c:v>1</c:v>
                </c:pt>
                <c:pt idx="18090">
                  <c:v>1</c:v>
                </c:pt>
                <c:pt idx="18091">
                  <c:v>1</c:v>
                </c:pt>
                <c:pt idx="18092">
                  <c:v>1</c:v>
                </c:pt>
                <c:pt idx="18093">
                  <c:v>1</c:v>
                </c:pt>
                <c:pt idx="18094">
                  <c:v>1</c:v>
                </c:pt>
                <c:pt idx="18095">
                  <c:v>1</c:v>
                </c:pt>
                <c:pt idx="18096">
                  <c:v>1</c:v>
                </c:pt>
                <c:pt idx="18097">
                  <c:v>1</c:v>
                </c:pt>
                <c:pt idx="18098">
                  <c:v>1</c:v>
                </c:pt>
                <c:pt idx="18099">
                  <c:v>1</c:v>
                </c:pt>
                <c:pt idx="18100">
                  <c:v>1</c:v>
                </c:pt>
                <c:pt idx="18101">
                  <c:v>2</c:v>
                </c:pt>
                <c:pt idx="18102">
                  <c:v>2</c:v>
                </c:pt>
                <c:pt idx="18103">
                  <c:v>1</c:v>
                </c:pt>
                <c:pt idx="18104">
                  <c:v>1</c:v>
                </c:pt>
                <c:pt idx="18105">
                  <c:v>1</c:v>
                </c:pt>
                <c:pt idx="18106">
                  <c:v>2</c:v>
                </c:pt>
                <c:pt idx="18107">
                  <c:v>2</c:v>
                </c:pt>
                <c:pt idx="18108">
                  <c:v>2</c:v>
                </c:pt>
                <c:pt idx="18109">
                  <c:v>2</c:v>
                </c:pt>
                <c:pt idx="18110">
                  <c:v>3</c:v>
                </c:pt>
                <c:pt idx="18111">
                  <c:v>2</c:v>
                </c:pt>
                <c:pt idx="18112">
                  <c:v>3</c:v>
                </c:pt>
                <c:pt idx="18113">
                  <c:v>1</c:v>
                </c:pt>
                <c:pt idx="18114">
                  <c:v>2</c:v>
                </c:pt>
                <c:pt idx="18115">
                  <c:v>3</c:v>
                </c:pt>
                <c:pt idx="18116">
                  <c:v>2</c:v>
                </c:pt>
                <c:pt idx="18117">
                  <c:v>4</c:v>
                </c:pt>
                <c:pt idx="18118">
                  <c:v>2</c:v>
                </c:pt>
                <c:pt idx="18119">
                  <c:v>2</c:v>
                </c:pt>
                <c:pt idx="18120">
                  <c:v>2</c:v>
                </c:pt>
                <c:pt idx="18121">
                  <c:v>2</c:v>
                </c:pt>
                <c:pt idx="18122">
                  <c:v>6</c:v>
                </c:pt>
                <c:pt idx="18123">
                  <c:v>2</c:v>
                </c:pt>
                <c:pt idx="18124">
                  <c:v>2</c:v>
                </c:pt>
                <c:pt idx="18125">
                  <c:v>3</c:v>
                </c:pt>
                <c:pt idx="18126">
                  <c:v>3</c:v>
                </c:pt>
                <c:pt idx="18127">
                  <c:v>2</c:v>
                </c:pt>
                <c:pt idx="18128">
                  <c:v>3</c:v>
                </c:pt>
                <c:pt idx="18129">
                  <c:v>3</c:v>
                </c:pt>
                <c:pt idx="18130">
                  <c:v>3</c:v>
                </c:pt>
                <c:pt idx="18131">
                  <c:v>1</c:v>
                </c:pt>
                <c:pt idx="18132">
                  <c:v>1</c:v>
                </c:pt>
                <c:pt idx="18133">
                  <c:v>1</c:v>
                </c:pt>
                <c:pt idx="18134">
                  <c:v>2</c:v>
                </c:pt>
                <c:pt idx="18135">
                  <c:v>1</c:v>
                </c:pt>
                <c:pt idx="18136">
                  <c:v>1</c:v>
                </c:pt>
                <c:pt idx="18137">
                  <c:v>1</c:v>
                </c:pt>
                <c:pt idx="18138">
                  <c:v>1</c:v>
                </c:pt>
                <c:pt idx="18139">
                  <c:v>1</c:v>
                </c:pt>
                <c:pt idx="18140">
                  <c:v>1</c:v>
                </c:pt>
                <c:pt idx="18141">
                  <c:v>2</c:v>
                </c:pt>
                <c:pt idx="18142">
                  <c:v>1</c:v>
                </c:pt>
                <c:pt idx="18143">
                  <c:v>1</c:v>
                </c:pt>
                <c:pt idx="18144">
                  <c:v>2</c:v>
                </c:pt>
                <c:pt idx="18145">
                  <c:v>1</c:v>
                </c:pt>
                <c:pt idx="18146">
                  <c:v>2</c:v>
                </c:pt>
                <c:pt idx="18147">
                  <c:v>2</c:v>
                </c:pt>
                <c:pt idx="18148">
                  <c:v>2</c:v>
                </c:pt>
                <c:pt idx="18149">
                  <c:v>2</c:v>
                </c:pt>
                <c:pt idx="18150">
                  <c:v>1</c:v>
                </c:pt>
                <c:pt idx="18151">
                  <c:v>1</c:v>
                </c:pt>
                <c:pt idx="18152">
                  <c:v>2</c:v>
                </c:pt>
                <c:pt idx="18153">
                  <c:v>1</c:v>
                </c:pt>
                <c:pt idx="18154">
                  <c:v>1</c:v>
                </c:pt>
                <c:pt idx="18155">
                  <c:v>1</c:v>
                </c:pt>
                <c:pt idx="18156">
                  <c:v>3</c:v>
                </c:pt>
                <c:pt idx="18157">
                  <c:v>3</c:v>
                </c:pt>
                <c:pt idx="18158">
                  <c:v>4</c:v>
                </c:pt>
                <c:pt idx="18159">
                  <c:v>13</c:v>
                </c:pt>
                <c:pt idx="18160">
                  <c:v>4</c:v>
                </c:pt>
                <c:pt idx="18161">
                  <c:v>5</c:v>
                </c:pt>
                <c:pt idx="18162">
                  <c:v>4</c:v>
                </c:pt>
                <c:pt idx="18163">
                  <c:v>6</c:v>
                </c:pt>
                <c:pt idx="18164">
                  <c:v>6</c:v>
                </c:pt>
                <c:pt idx="18165">
                  <c:v>6</c:v>
                </c:pt>
                <c:pt idx="18166">
                  <c:v>3</c:v>
                </c:pt>
                <c:pt idx="18167">
                  <c:v>3</c:v>
                </c:pt>
                <c:pt idx="18168">
                  <c:v>5</c:v>
                </c:pt>
                <c:pt idx="18169">
                  <c:v>4</c:v>
                </c:pt>
                <c:pt idx="18170">
                  <c:v>2</c:v>
                </c:pt>
                <c:pt idx="18171">
                  <c:v>3</c:v>
                </c:pt>
                <c:pt idx="18172">
                  <c:v>3</c:v>
                </c:pt>
                <c:pt idx="18173">
                  <c:v>3</c:v>
                </c:pt>
                <c:pt idx="18174">
                  <c:v>4</c:v>
                </c:pt>
                <c:pt idx="18175">
                  <c:v>3</c:v>
                </c:pt>
                <c:pt idx="18176">
                  <c:v>4</c:v>
                </c:pt>
                <c:pt idx="18177">
                  <c:v>3</c:v>
                </c:pt>
                <c:pt idx="18178">
                  <c:v>4</c:v>
                </c:pt>
                <c:pt idx="18179">
                  <c:v>2</c:v>
                </c:pt>
                <c:pt idx="18180">
                  <c:v>2</c:v>
                </c:pt>
                <c:pt idx="18181">
                  <c:v>4</c:v>
                </c:pt>
                <c:pt idx="18182">
                  <c:v>3</c:v>
                </c:pt>
                <c:pt idx="18183">
                  <c:v>2</c:v>
                </c:pt>
                <c:pt idx="18184">
                  <c:v>2</c:v>
                </c:pt>
                <c:pt idx="18185">
                  <c:v>4</c:v>
                </c:pt>
                <c:pt idx="18186">
                  <c:v>5</c:v>
                </c:pt>
                <c:pt idx="18187">
                  <c:v>4</c:v>
                </c:pt>
                <c:pt idx="18188">
                  <c:v>4</c:v>
                </c:pt>
                <c:pt idx="18189">
                  <c:v>3</c:v>
                </c:pt>
                <c:pt idx="18190">
                  <c:v>3</c:v>
                </c:pt>
                <c:pt idx="18191">
                  <c:v>3</c:v>
                </c:pt>
                <c:pt idx="18192">
                  <c:v>3</c:v>
                </c:pt>
                <c:pt idx="18193">
                  <c:v>1</c:v>
                </c:pt>
                <c:pt idx="18194">
                  <c:v>2</c:v>
                </c:pt>
                <c:pt idx="18195">
                  <c:v>2</c:v>
                </c:pt>
                <c:pt idx="18196">
                  <c:v>1</c:v>
                </c:pt>
                <c:pt idx="18197">
                  <c:v>2</c:v>
                </c:pt>
                <c:pt idx="18198">
                  <c:v>2</c:v>
                </c:pt>
                <c:pt idx="18199">
                  <c:v>2</c:v>
                </c:pt>
                <c:pt idx="18200">
                  <c:v>2</c:v>
                </c:pt>
                <c:pt idx="18201">
                  <c:v>2</c:v>
                </c:pt>
                <c:pt idx="18202">
                  <c:v>2</c:v>
                </c:pt>
                <c:pt idx="18203">
                  <c:v>2</c:v>
                </c:pt>
                <c:pt idx="18204">
                  <c:v>2</c:v>
                </c:pt>
                <c:pt idx="18205">
                  <c:v>3</c:v>
                </c:pt>
                <c:pt idx="18206">
                  <c:v>3</c:v>
                </c:pt>
                <c:pt idx="18207">
                  <c:v>2</c:v>
                </c:pt>
                <c:pt idx="18208">
                  <c:v>2</c:v>
                </c:pt>
                <c:pt idx="18209">
                  <c:v>2</c:v>
                </c:pt>
                <c:pt idx="18210">
                  <c:v>2</c:v>
                </c:pt>
                <c:pt idx="18211">
                  <c:v>2</c:v>
                </c:pt>
                <c:pt idx="18212">
                  <c:v>2</c:v>
                </c:pt>
                <c:pt idx="18213">
                  <c:v>2</c:v>
                </c:pt>
                <c:pt idx="18214">
                  <c:v>4</c:v>
                </c:pt>
                <c:pt idx="18215">
                  <c:v>5</c:v>
                </c:pt>
                <c:pt idx="18216">
                  <c:v>5</c:v>
                </c:pt>
                <c:pt idx="18217">
                  <c:v>7</c:v>
                </c:pt>
                <c:pt idx="18218">
                  <c:v>2</c:v>
                </c:pt>
                <c:pt idx="18219">
                  <c:v>2</c:v>
                </c:pt>
                <c:pt idx="18220">
                  <c:v>2</c:v>
                </c:pt>
                <c:pt idx="18221">
                  <c:v>2</c:v>
                </c:pt>
                <c:pt idx="18222">
                  <c:v>4</c:v>
                </c:pt>
                <c:pt idx="18223">
                  <c:v>6</c:v>
                </c:pt>
                <c:pt idx="18224">
                  <c:v>2</c:v>
                </c:pt>
                <c:pt idx="18225">
                  <c:v>6</c:v>
                </c:pt>
                <c:pt idx="18226">
                  <c:v>8</c:v>
                </c:pt>
                <c:pt idx="18227">
                  <c:v>8</c:v>
                </c:pt>
                <c:pt idx="18228">
                  <c:v>2</c:v>
                </c:pt>
                <c:pt idx="18229">
                  <c:v>3</c:v>
                </c:pt>
                <c:pt idx="18230">
                  <c:v>3</c:v>
                </c:pt>
                <c:pt idx="18231">
                  <c:v>2</c:v>
                </c:pt>
                <c:pt idx="18232">
                  <c:v>2</c:v>
                </c:pt>
                <c:pt idx="18233">
                  <c:v>3</c:v>
                </c:pt>
                <c:pt idx="18234">
                  <c:v>2</c:v>
                </c:pt>
                <c:pt idx="18235">
                  <c:v>1</c:v>
                </c:pt>
                <c:pt idx="18236">
                  <c:v>2</c:v>
                </c:pt>
                <c:pt idx="18237">
                  <c:v>2</c:v>
                </c:pt>
                <c:pt idx="18238">
                  <c:v>2</c:v>
                </c:pt>
                <c:pt idx="18239">
                  <c:v>2</c:v>
                </c:pt>
                <c:pt idx="18240">
                  <c:v>2</c:v>
                </c:pt>
                <c:pt idx="18241">
                  <c:v>2</c:v>
                </c:pt>
                <c:pt idx="18242">
                  <c:v>2</c:v>
                </c:pt>
                <c:pt idx="18243">
                  <c:v>2</c:v>
                </c:pt>
                <c:pt idx="18244">
                  <c:v>2</c:v>
                </c:pt>
                <c:pt idx="18245">
                  <c:v>2</c:v>
                </c:pt>
                <c:pt idx="18246">
                  <c:v>2</c:v>
                </c:pt>
                <c:pt idx="18247">
                  <c:v>2</c:v>
                </c:pt>
                <c:pt idx="18248">
                  <c:v>3</c:v>
                </c:pt>
                <c:pt idx="18249">
                  <c:v>7</c:v>
                </c:pt>
                <c:pt idx="18250">
                  <c:v>2</c:v>
                </c:pt>
                <c:pt idx="18251">
                  <c:v>2</c:v>
                </c:pt>
                <c:pt idx="18252">
                  <c:v>3</c:v>
                </c:pt>
                <c:pt idx="18253">
                  <c:v>5</c:v>
                </c:pt>
                <c:pt idx="18254">
                  <c:v>2</c:v>
                </c:pt>
                <c:pt idx="18255">
                  <c:v>4</c:v>
                </c:pt>
                <c:pt idx="18256">
                  <c:v>2</c:v>
                </c:pt>
                <c:pt idx="18257">
                  <c:v>2</c:v>
                </c:pt>
                <c:pt idx="18258">
                  <c:v>3</c:v>
                </c:pt>
                <c:pt idx="18259">
                  <c:v>7</c:v>
                </c:pt>
                <c:pt idx="18260">
                  <c:v>3</c:v>
                </c:pt>
                <c:pt idx="18261">
                  <c:v>2</c:v>
                </c:pt>
                <c:pt idx="18262">
                  <c:v>1</c:v>
                </c:pt>
                <c:pt idx="18263">
                  <c:v>9</c:v>
                </c:pt>
                <c:pt idx="18264">
                  <c:v>4</c:v>
                </c:pt>
                <c:pt idx="18265">
                  <c:v>6</c:v>
                </c:pt>
                <c:pt idx="18266">
                  <c:v>6</c:v>
                </c:pt>
                <c:pt idx="18267">
                  <c:v>1</c:v>
                </c:pt>
                <c:pt idx="18268">
                  <c:v>4</c:v>
                </c:pt>
                <c:pt idx="18269">
                  <c:v>6</c:v>
                </c:pt>
                <c:pt idx="18270">
                  <c:v>6</c:v>
                </c:pt>
                <c:pt idx="18271">
                  <c:v>4</c:v>
                </c:pt>
                <c:pt idx="18272">
                  <c:v>9</c:v>
                </c:pt>
                <c:pt idx="18273">
                  <c:v>4</c:v>
                </c:pt>
                <c:pt idx="18274">
                  <c:v>6</c:v>
                </c:pt>
                <c:pt idx="18275">
                  <c:v>5</c:v>
                </c:pt>
                <c:pt idx="18276">
                  <c:v>3</c:v>
                </c:pt>
                <c:pt idx="18277">
                  <c:v>3</c:v>
                </c:pt>
                <c:pt idx="18278">
                  <c:v>4</c:v>
                </c:pt>
                <c:pt idx="18279">
                  <c:v>4</c:v>
                </c:pt>
                <c:pt idx="18280">
                  <c:v>4</c:v>
                </c:pt>
                <c:pt idx="18281">
                  <c:v>5</c:v>
                </c:pt>
                <c:pt idx="18282">
                  <c:v>4</c:v>
                </c:pt>
                <c:pt idx="18283">
                  <c:v>8</c:v>
                </c:pt>
                <c:pt idx="18284">
                  <c:v>8</c:v>
                </c:pt>
                <c:pt idx="18285">
                  <c:v>5</c:v>
                </c:pt>
                <c:pt idx="18286">
                  <c:v>5</c:v>
                </c:pt>
                <c:pt idx="18287">
                  <c:v>6</c:v>
                </c:pt>
                <c:pt idx="18288">
                  <c:v>3</c:v>
                </c:pt>
                <c:pt idx="18289">
                  <c:v>4</c:v>
                </c:pt>
                <c:pt idx="18290">
                  <c:v>4</c:v>
                </c:pt>
                <c:pt idx="18291">
                  <c:v>4</c:v>
                </c:pt>
                <c:pt idx="18292">
                  <c:v>4</c:v>
                </c:pt>
                <c:pt idx="18293">
                  <c:v>3</c:v>
                </c:pt>
                <c:pt idx="18294">
                  <c:v>0</c:v>
                </c:pt>
                <c:pt idx="18295">
                  <c:v>1</c:v>
                </c:pt>
                <c:pt idx="18296">
                  <c:v>2</c:v>
                </c:pt>
                <c:pt idx="18297">
                  <c:v>1</c:v>
                </c:pt>
                <c:pt idx="18298">
                  <c:v>2</c:v>
                </c:pt>
                <c:pt idx="18299">
                  <c:v>1</c:v>
                </c:pt>
                <c:pt idx="18300">
                  <c:v>1</c:v>
                </c:pt>
                <c:pt idx="18301">
                  <c:v>1</c:v>
                </c:pt>
                <c:pt idx="18302">
                  <c:v>3</c:v>
                </c:pt>
                <c:pt idx="18303">
                  <c:v>4</c:v>
                </c:pt>
                <c:pt idx="18304">
                  <c:v>3</c:v>
                </c:pt>
                <c:pt idx="18305">
                  <c:v>3</c:v>
                </c:pt>
                <c:pt idx="18306">
                  <c:v>3</c:v>
                </c:pt>
                <c:pt idx="18307">
                  <c:v>3</c:v>
                </c:pt>
                <c:pt idx="18308">
                  <c:v>3</c:v>
                </c:pt>
                <c:pt idx="18309">
                  <c:v>2</c:v>
                </c:pt>
                <c:pt idx="18310">
                  <c:v>3</c:v>
                </c:pt>
                <c:pt idx="18311">
                  <c:v>1</c:v>
                </c:pt>
                <c:pt idx="18312">
                  <c:v>3</c:v>
                </c:pt>
                <c:pt idx="18313">
                  <c:v>2</c:v>
                </c:pt>
                <c:pt idx="18314">
                  <c:v>1</c:v>
                </c:pt>
                <c:pt idx="18315">
                  <c:v>1</c:v>
                </c:pt>
                <c:pt idx="18316">
                  <c:v>1</c:v>
                </c:pt>
                <c:pt idx="18317">
                  <c:v>1</c:v>
                </c:pt>
                <c:pt idx="18318">
                  <c:v>5</c:v>
                </c:pt>
                <c:pt idx="18319">
                  <c:v>5</c:v>
                </c:pt>
                <c:pt idx="18320">
                  <c:v>4</c:v>
                </c:pt>
                <c:pt idx="18321">
                  <c:v>4</c:v>
                </c:pt>
                <c:pt idx="18322">
                  <c:v>3</c:v>
                </c:pt>
                <c:pt idx="18323">
                  <c:v>5</c:v>
                </c:pt>
                <c:pt idx="18324">
                  <c:v>5</c:v>
                </c:pt>
                <c:pt idx="18325">
                  <c:v>2</c:v>
                </c:pt>
                <c:pt idx="18326">
                  <c:v>2</c:v>
                </c:pt>
                <c:pt idx="18327">
                  <c:v>4</c:v>
                </c:pt>
                <c:pt idx="18328">
                  <c:v>4</c:v>
                </c:pt>
                <c:pt idx="18329">
                  <c:v>4</c:v>
                </c:pt>
                <c:pt idx="18330">
                  <c:v>4</c:v>
                </c:pt>
                <c:pt idx="18331">
                  <c:v>3</c:v>
                </c:pt>
                <c:pt idx="18332">
                  <c:v>4</c:v>
                </c:pt>
                <c:pt idx="18333">
                  <c:v>3</c:v>
                </c:pt>
                <c:pt idx="18334">
                  <c:v>1</c:v>
                </c:pt>
                <c:pt idx="18335">
                  <c:v>2</c:v>
                </c:pt>
                <c:pt idx="18336">
                  <c:v>2</c:v>
                </c:pt>
                <c:pt idx="18337">
                  <c:v>3</c:v>
                </c:pt>
                <c:pt idx="18338">
                  <c:v>4</c:v>
                </c:pt>
                <c:pt idx="18339">
                  <c:v>2</c:v>
                </c:pt>
                <c:pt idx="18340">
                  <c:v>2</c:v>
                </c:pt>
                <c:pt idx="18341">
                  <c:v>2</c:v>
                </c:pt>
                <c:pt idx="18342">
                  <c:v>2</c:v>
                </c:pt>
                <c:pt idx="18343">
                  <c:v>2</c:v>
                </c:pt>
                <c:pt idx="18344">
                  <c:v>3</c:v>
                </c:pt>
                <c:pt idx="18345">
                  <c:v>2</c:v>
                </c:pt>
                <c:pt idx="18346">
                  <c:v>2</c:v>
                </c:pt>
                <c:pt idx="18347">
                  <c:v>2</c:v>
                </c:pt>
                <c:pt idx="18348">
                  <c:v>4</c:v>
                </c:pt>
                <c:pt idx="18349">
                  <c:v>4</c:v>
                </c:pt>
                <c:pt idx="18350">
                  <c:v>2</c:v>
                </c:pt>
                <c:pt idx="18351">
                  <c:v>2</c:v>
                </c:pt>
                <c:pt idx="18352">
                  <c:v>2</c:v>
                </c:pt>
                <c:pt idx="18353">
                  <c:v>3</c:v>
                </c:pt>
                <c:pt idx="18354">
                  <c:v>3</c:v>
                </c:pt>
                <c:pt idx="18355">
                  <c:v>2</c:v>
                </c:pt>
                <c:pt idx="18356">
                  <c:v>4</c:v>
                </c:pt>
                <c:pt idx="18357">
                  <c:v>2</c:v>
                </c:pt>
                <c:pt idx="18358">
                  <c:v>5</c:v>
                </c:pt>
                <c:pt idx="18359">
                  <c:v>1</c:v>
                </c:pt>
                <c:pt idx="18360">
                  <c:v>2</c:v>
                </c:pt>
                <c:pt idx="18361">
                  <c:v>2</c:v>
                </c:pt>
                <c:pt idx="18362">
                  <c:v>4</c:v>
                </c:pt>
                <c:pt idx="18363">
                  <c:v>1</c:v>
                </c:pt>
                <c:pt idx="18364">
                  <c:v>4</c:v>
                </c:pt>
                <c:pt idx="18365">
                  <c:v>2</c:v>
                </c:pt>
                <c:pt idx="18366">
                  <c:v>3</c:v>
                </c:pt>
                <c:pt idx="18367">
                  <c:v>3</c:v>
                </c:pt>
                <c:pt idx="18368">
                  <c:v>2</c:v>
                </c:pt>
                <c:pt idx="18369">
                  <c:v>2</c:v>
                </c:pt>
                <c:pt idx="18370">
                  <c:v>2</c:v>
                </c:pt>
                <c:pt idx="18371">
                  <c:v>2</c:v>
                </c:pt>
                <c:pt idx="18372">
                  <c:v>2</c:v>
                </c:pt>
                <c:pt idx="18373">
                  <c:v>2</c:v>
                </c:pt>
                <c:pt idx="18374">
                  <c:v>2</c:v>
                </c:pt>
                <c:pt idx="18375">
                  <c:v>2</c:v>
                </c:pt>
                <c:pt idx="18376">
                  <c:v>3</c:v>
                </c:pt>
                <c:pt idx="18377">
                  <c:v>2</c:v>
                </c:pt>
                <c:pt idx="18378">
                  <c:v>2</c:v>
                </c:pt>
                <c:pt idx="18379">
                  <c:v>2</c:v>
                </c:pt>
                <c:pt idx="18380">
                  <c:v>2</c:v>
                </c:pt>
                <c:pt idx="18381">
                  <c:v>2</c:v>
                </c:pt>
                <c:pt idx="18382">
                  <c:v>2</c:v>
                </c:pt>
                <c:pt idx="18383">
                  <c:v>2</c:v>
                </c:pt>
                <c:pt idx="18384">
                  <c:v>2</c:v>
                </c:pt>
                <c:pt idx="18385">
                  <c:v>2</c:v>
                </c:pt>
                <c:pt idx="18386">
                  <c:v>4</c:v>
                </c:pt>
                <c:pt idx="18387">
                  <c:v>4</c:v>
                </c:pt>
                <c:pt idx="18388">
                  <c:v>3</c:v>
                </c:pt>
                <c:pt idx="18389">
                  <c:v>3</c:v>
                </c:pt>
                <c:pt idx="18390">
                  <c:v>4</c:v>
                </c:pt>
                <c:pt idx="18391">
                  <c:v>4</c:v>
                </c:pt>
                <c:pt idx="18392">
                  <c:v>2</c:v>
                </c:pt>
                <c:pt idx="18393">
                  <c:v>2</c:v>
                </c:pt>
                <c:pt idx="18394">
                  <c:v>2</c:v>
                </c:pt>
                <c:pt idx="18395">
                  <c:v>2</c:v>
                </c:pt>
                <c:pt idx="18396">
                  <c:v>5</c:v>
                </c:pt>
                <c:pt idx="18397">
                  <c:v>2</c:v>
                </c:pt>
                <c:pt idx="18398">
                  <c:v>2</c:v>
                </c:pt>
                <c:pt idx="18399">
                  <c:v>2</c:v>
                </c:pt>
                <c:pt idx="18400">
                  <c:v>3</c:v>
                </c:pt>
                <c:pt idx="18401">
                  <c:v>2</c:v>
                </c:pt>
                <c:pt idx="18402">
                  <c:v>1</c:v>
                </c:pt>
                <c:pt idx="18403">
                  <c:v>2</c:v>
                </c:pt>
                <c:pt idx="18404">
                  <c:v>3</c:v>
                </c:pt>
                <c:pt idx="18405">
                  <c:v>2</c:v>
                </c:pt>
                <c:pt idx="18406">
                  <c:v>1</c:v>
                </c:pt>
                <c:pt idx="18407">
                  <c:v>2</c:v>
                </c:pt>
                <c:pt idx="18408">
                  <c:v>2</c:v>
                </c:pt>
                <c:pt idx="18409">
                  <c:v>2</c:v>
                </c:pt>
                <c:pt idx="18410">
                  <c:v>2</c:v>
                </c:pt>
                <c:pt idx="18411">
                  <c:v>2</c:v>
                </c:pt>
                <c:pt idx="18412">
                  <c:v>3</c:v>
                </c:pt>
                <c:pt idx="18413">
                  <c:v>1</c:v>
                </c:pt>
                <c:pt idx="18414">
                  <c:v>2</c:v>
                </c:pt>
                <c:pt idx="18415">
                  <c:v>2</c:v>
                </c:pt>
                <c:pt idx="18416">
                  <c:v>1</c:v>
                </c:pt>
                <c:pt idx="18417">
                  <c:v>4</c:v>
                </c:pt>
                <c:pt idx="18418">
                  <c:v>2</c:v>
                </c:pt>
                <c:pt idx="18419">
                  <c:v>3</c:v>
                </c:pt>
                <c:pt idx="18420">
                  <c:v>4</c:v>
                </c:pt>
                <c:pt idx="18421">
                  <c:v>7</c:v>
                </c:pt>
                <c:pt idx="18422">
                  <c:v>2</c:v>
                </c:pt>
                <c:pt idx="18423">
                  <c:v>5</c:v>
                </c:pt>
                <c:pt idx="18424">
                  <c:v>4</c:v>
                </c:pt>
                <c:pt idx="18425">
                  <c:v>4</c:v>
                </c:pt>
                <c:pt idx="18426">
                  <c:v>6</c:v>
                </c:pt>
                <c:pt idx="18427">
                  <c:v>6</c:v>
                </c:pt>
                <c:pt idx="18428">
                  <c:v>3</c:v>
                </c:pt>
                <c:pt idx="18429">
                  <c:v>1</c:v>
                </c:pt>
                <c:pt idx="18430">
                  <c:v>3</c:v>
                </c:pt>
                <c:pt idx="18431">
                  <c:v>4</c:v>
                </c:pt>
                <c:pt idx="18432">
                  <c:v>1</c:v>
                </c:pt>
                <c:pt idx="18433">
                  <c:v>1</c:v>
                </c:pt>
                <c:pt idx="18434">
                  <c:v>2</c:v>
                </c:pt>
                <c:pt idx="18435">
                  <c:v>2</c:v>
                </c:pt>
                <c:pt idx="18436">
                  <c:v>1</c:v>
                </c:pt>
                <c:pt idx="18437">
                  <c:v>3</c:v>
                </c:pt>
                <c:pt idx="18438">
                  <c:v>3</c:v>
                </c:pt>
                <c:pt idx="18439">
                  <c:v>2</c:v>
                </c:pt>
                <c:pt idx="18440">
                  <c:v>4</c:v>
                </c:pt>
                <c:pt idx="18441">
                  <c:v>3</c:v>
                </c:pt>
                <c:pt idx="18442">
                  <c:v>1</c:v>
                </c:pt>
                <c:pt idx="18443">
                  <c:v>1</c:v>
                </c:pt>
                <c:pt idx="18444">
                  <c:v>1</c:v>
                </c:pt>
                <c:pt idx="18445">
                  <c:v>2</c:v>
                </c:pt>
                <c:pt idx="18446">
                  <c:v>1</c:v>
                </c:pt>
                <c:pt idx="18447">
                  <c:v>3</c:v>
                </c:pt>
                <c:pt idx="18448">
                  <c:v>1</c:v>
                </c:pt>
                <c:pt idx="18449">
                  <c:v>1</c:v>
                </c:pt>
                <c:pt idx="18450">
                  <c:v>2</c:v>
                </c:pt>
                <c:pt idx="18451">
                  <c:v>2</c:v>
                </c:pt>
                <c:pt idx="18452">
                  <c:v>2</c:v>
                </c:pt>
                <c:pt idx="18453">
                  <c:v>3</c:v>
                </c:pt>
                <c:pt idx="18454">
                  <c:v>2</c:v>
                </c:pt>
                <c:pt idx="18455">
                  <c:v>3</c:v>
                </c:pt>
                <c:pt idx="18456">
                  <c:v>2</c:v>
                </c:pt>
                <c:pt idx="18457">
                  <c:v>2</c:v>
                </c:pt>
                <c:pt idx="18458">
                  <c:v>2</c:v>
                </c:pt>
                <c:pt idx="18459">
                  <c:v>2</c:v>
                </c:pt>
                <c:pt idx="18460">
                  <c:v>2</c:v>
                </c:pt>
                <c:pt idx="18461">
                  <c:v>4</c:v>
                </c:pt>
                <c:pt idx="18462">
                  <c:v>2</c:v>
                </c:pt>
                <c:pt idx="18463">
                  <c:v>2</c:v>
                </c:pt>
                <c:pt idx="18464">
                  <c:v>4</c:v>
                </c:pt>
                <c:pt idx="18465">
                  <c:v>2</c:v>
                </c:pt>
                <c:pt idx="18466">
                  <c:v>2</c:v>
                </c:pt>
                <c:pt idx="18467">
                  <c:v>4</c:v>
                </c:pt>
                <c:pt idx="18468">
                  <c:v>3</c:v>
                </c:pt>
                <c:pt idx="18469">
                  <c:v>2</c:v>
                </c:pt>
                <c:pt idx="18470">
                  <c:v>3</c:v>
                </c:pt>
                <c:pt idx="18471">
                  <c:v>4</c:v>
                </c:pt>
                <c:pt idx="18472">
                  <c:v>3</c:v>
                </c:pt>
                <c:pt idx="18473">
                  <c:v>2</c:v>
                </c:pt>
                <c:pt idx="18474">
                  <c:v>3</c:v>
                </c:pt>
                <c:pt idx="18475">
                  <c:v>4</c:v>
                </c:pt>
                <c:pt idx="18476">
                  <c:v>2</c:v>
                </c:pt>
                <c:pt idx="18477">
                  <c:v>1</c:v>
                </c:pt>
                <c:pt idx="18478">
                  <c:v>1</c:v>
                </c:pt>
                <c:pt idx="18479">
                  <c:v>2</c:v>
                </c:pt>
                <c:pt idx="18480">
                  <c:v>2</c:v>
                </c:pt>
                <c:pt idx="18481">
                  <c:v>2</c:v>
                </c:pt>
                <c:pt idx="18482">
                  <c:v>2</c:v>
                </c:pt>
                <c:pt idx="18483">
                  <c:v>4</c:v>
                </c:pt>
                <c:pt idx="18484">
                  <c:v>1</c:v>
                </c:pt>
                <c:pt idx="18485">
                  <c:v>1</c:v>
                </c:pt>
                <c:pt idx="18486">
                  <c:v>2</c:v>
                </c:pt>
                <c:pt idx="18487">
                  <c:v>1</c:v>
                </c:pt>
                <c:pt idx="18488">
                  <c:v>2</c:v>
                </c:pt>
                <c:pt idx="18489">
                  <c:v>2</c:v>
                </c:pt>
                <c:pt idx="18490">
                  <c:v>1</c:v>
                </c:pt>
                <c:pt idx="18491">
                  <c:v>2</c:v>
                </c:pt>
                <c:pt idx="18492">
                  <c:v>1</c:v>
                </c:pt>
                <c:pt idx="18493">
                  <c:v>1</c:v>
                </c:pt>
                <c:pt idx="18494">
                  <c:v>1</c:v>
                </c:pt>
                <c:pt idx="18495">
                  <c:v>1</c:v>
                </c:pt>
                <c:pt idx="18496">
                  <c:v>1</c:v>
                </c:pt>
                <c:pt idx="18497">
                  <c:v>1</c:v>
                </c:pt>
                <c:pt idx="18498">
                  <c:v>2</c:v>
                </c:pt>
                <c:pt idx="18499">
                  <c:v>3</c:v>
                </c:pt>
                <c:pt idx="18500">
                  <c:v>1</c:v>
                </c:pt>
                <c:pt idx="18501">
                  <c:v>2</c:v>
                </c:pt>
                <c:pt idx="18502">
                  <c:v>2</c:v>
                </c:pt>
                <c:pt idx="18503">
                  <c:v>2</c:v>
                </c:pt>
                <c:pt idx="18504">
                  <c:v>2</c:v>
                </c:pt>
                <c:pt idx="18505">
                  <c:v>2</c:v>
                </c:pt>
                <c:pt idx="18506">
                  <c:v>2</c:v>
                </c:pt>
                <c:pt idx="18507">
                  <c:v>4</c:v>
                </c:pt>
                <c:pt idx="18508">
                  <c:v>2</c:v>
                </c:pt>
                <c:pt idx="18509">
                  <c:v>3</c:v>
                </c:pt>
                <c:pt idx="18510">
                  <c:v>2</c:v>
                </c:pt>
                <c:pt idx="18511">
                  <c:v>2</c:v>
                </c:pt>
                <c:pt idx="18512">
                  <c:v>2</c:v>
                </c:pt>
                <c:pt idx="18513">
                  <c:v>2</c:v>
                </c:pt>
                <c:pt idx="18514">
                  <c:v>1</c:v>
                </c:pt>
                <c:pt idx="18515">
                  <c:v>2</c:v>
                </c:pt>
                <c:pt idx="18516">
                  <c:v>2</c:v>
                </c:pt>
                <c:pt idx="18517">
                  <c:v>2</c:v>
                </c:pt>
                <c:pt idx="18518">
                  <c:v>2</c:v>
                </c:pt>
                <c:pt idx="18519">
                  <c:v>4</c:v>
                </c:pt>
                <c:pt idx="18520">
                  <c:v>2</c:v>
                </c:pt>
                <c:pt idx="18521">
                  <c:v>1</c:v>
                </c:pt>
                <c:pt idx="18522">
                  <c:v>2</c:v>
                </c:pt>
                <c:pt idx="18523">
                  <c:v>2</c:v>
                </c:pt>
                <c:pt idx="18524">
                  <c:v>2</c:v>
                </c:pt>
                <c:pt idx="18525">
                  <c:v>1</c:v>
                </c:pt>
                <c:pt idx="18526">
                  <c:v>2</c:v>
                </c:pt>
                <c:pt idx="18527">
                  <c:v>2</c:v>
                </c:pt>
                <c:pt idx="18528">
                  <c:v>1</c:v>
                </c:pt>
                <c:pt idx="18529">
                  <c:v>2</c:v>
                </c:pt>
                <c:pt idx="18530">
                  <c:v>1</c:v>
                </c:pt>
                <c:pt idx="18531">
                  <c:v>1</c:v>
                </c:pt>
                <c:pt idx="18532">
                  <c:v>2</c:v>
                </c:pt>
                <c:pt idx="18533">
                  <c:v>2</c:v>
                </c:pt>
                <c:pt idx="18534">
                  <c:v>4</c:v>
                </c:pt>
                <c:pt idx="18535">
                  <c:v>3</c:v>
                </c:pt>
                <c:pt idx="18536">
                  <c:v>1</c:v>
                </c:pt>
                <c:pt idx="18537">
                  <c:v>2</c:v>
                </c:pt>
                <c:pt idx="18538">
                  <c:v>2</c:v>
                </c:pt>
                <c:pt idx="18539">
                  <c:v>3</c:v>
                </c:pt>
                <c:pt idx="18540">
                  <c:v>5</c:v>
                </c:pt>
                <c:pt idx="18541">
                  <c:v>0</c:v>
                </c:pt>
                <c:pt idx="18542">
                  <c:v>5</c:v>
                </c:pt>
                <c:pt idx="18543">
                  <c:v>5</c:v>
                </c:pt>
                <c:pt idx="18544">
                  <c:v>2</c:v>
                </c:pt>
                <c:pt idx="18545">
                  <c:v>3</c:v>
                </c:pt>
                <c:pt idx="18546">
                  <c:v>3</c:v>
                </c:pt>
                <c:pt idx="18547">
                  <c:v>3</c:v>
                </c:pt>
                <c:pt idx="18548">
                  <c:v>3</c:v>
                </c:pt>
                <c:pt idx="18549">
                  <c:v>1</c:v>
                </c:pt>
                <c:pt idx="18550">
                  <c:v>1</c:v>
                </c:pt>
                <c:pt idx="18551">
                  <c:v>2</c:v>
                </c:pt>
                <c:pt idx="18552">
                  <c:v>3</c:v>
                </c:pt>
                <c:pt idx="18553">
                  <c:v>1</c:v>
                </c:pt>
                <c:pt idx="18554">
                  <c:v>1</c:v>
                </c:pt>
                <c:pt idx="18555">
                  <c:v>2</c:v>
                </c:pt>
                <c:pt idx="18556">
                  <c:v>1</c:v>
                </c:pt>
                <c:pt idx="18557">
                  <c:v>1</c:v>
                </c:pt>
                <c:pt idx="18558">
                  <c:v>2</c:v>
                </c:pt>
                <c:pt idx="18559">
                  <c:v>2</c:v>
                </c:pt>
                <c:pt idx="18560">
                  <c:v>2</c:v>
                </c:pt>
                <c:pt idx="18561">
                  <c:v>2</c:v>
                </c:pt>
                <c:pt idx="18562">
                  <c:v>1</c:v>
                </c:pt>
                <c:pt idx="18563">
                  <c:v>1</c:v>
                </c:pt>
                <c:pt idx="18564">
                  <c:v>2</c:v>
                </c:pt>
                <c:pt idx="18565">
                  <c:v>2</c:v>
                </c:pt>
                <c:pt idx="18566">
                  <c:v>1</c:v>
                </c:pt>
                <c:pt idx="18567">
                  <c:v>1</c:v>
                </c:pt>
                <c:pt idx="18568">
                  <c:v>1</c:v>
                </c:pt>
                <c:pt idx="18569">
                  <c:v>1</c:v>
                </c:pt>
                <c:pt idx="18570">
                  <c:v>1</c:v>
                </c:pt>
                <c:pt idx="18571">
                  <c:v>1</c:v>
                </c:pt>
                <c:pt idx="18572">
                  <c:v>1</c:v>
                </c:pt>
                <c:pt idx="18573">
                  <c:v>1</c:v>
                </c:pt>
                <c:pt idx="18574">
                  <c:v>1</c:v>
                </c:pt>
                <c:pt idx="18575">
                  <c:v>1</c:v>
                </c:pt>
                <c:pt idx="18576">
                  <c:v>1</c:v>
                </c:pt>
                <c:pt idx="18577">
                  <c:v>1</c:v>
                </c:pt>
                <c:pt idx="18578">
                  <c:v>2</c:v>
                </c:pt>
                <c:pt idx="18579">
                  <c:v>1</c:v>
                </c:pt>
                <c:pt idx="18580">
                  <c:v>2</c:v>
                </c:pt>
                <c:pt idx="18581">
                  <c:v>2</c:v>
                </c:pt>
                <c:pt idx="18582">
                  <c:v>1</c:v>
                </c:pt>
                <c:pt idx="18583">
                  <c:v>3</c:v>
                </c:pt>
                <c:pt idx="18584">
                  <c:v>1</c:v>
                </c:pt>
                <c:pt idx="18585">
                  <c:v>1</c:v>
                </c:pt>
                <c:pt idx="18586">
                  <c:v>1</c:v>
                </c:pt>
                <c:pt idx="18587">
                  <c:v>1</c:v>
                </c:pt>
                <c:pt idx="18588">
                  <c:v>1</c:v>
                </c:pt>
                <c:pt idx="18589">
                  <c:v>1</c:v>
                </c:pt>
                <c:pt idx="18590">
                  <c:v>1</c:v>
                </c:pt>
                <c:pt idx="18591">
                  <c:v>1</c:v>
                </c:pt>
                <c:pt idx="18592">
                  <c:v>1</c:v>
                </c:pt>
                <c:pt idx="18593">
                  <c:v>1</c:v>
                </c:pt>
                <c:pt idx="18594">
                  <c:v>1</c:v>
                </c:pt>
                <c:pt idx="18595">
                  <c:v>1</c:v>
                </c:pt>
                <c:pt idx="18596">
                  <c:v>1</c:v>
                </c:pt>
                <c:pt idx="18597">
                  <c:v>1</c:v>
                </c:pt>
                <c:pt idx="18598">
                  <c:v>1</c:v>
                </c:pt>
                <c:pt idx="18599">
                  <c:v>2</c:v>
                </c:pt>
                <c:pt idx="18600">
                  <c:v>1</c:v>
                </c:pt>
                <c:pt idx="18601">
                  <c:v>1</c:v>
                </c:pt>
                <c:pt idx="18602">
                  <c:v>1</c:v>
                </c:pt>
                <c:pt idx="18603">
                  <c:v>1</c:v>
                </c:pt>
                <c:pt idx="18604">
                  <c:v>3</c:v>
                </c:pt>
                <c:pt idx="18605">
                  <c:v>4</c:v>
                </c:pt>
                <c:pt idx="18606">
                  <c:v>2</c:v>
                </c:pt>
                <c:pt idx="18607">
                  <c:v>5</c:v>
                </c:pt>
                <c:pt idx="18608">
                  <c:v>6</c:v>
                </c:pt>
                <c:pt idx="18609">
                  <c:v>1</c:v>
                </c:pt>
                <c:pt idx="18610">
                  <c:v>2</c:v>
                </c:pt>
                <c:pt idx="18611">
                  <c:v>5</c:v>
                </c:pt>
                <c:pt idx="18612">
                  <c:v>6</c:v>
                </c:pt>
                <c:pt idx="18613">
                  <c:v>3</c:v>
                </c:pt>
                <c:pt idx="18614">
                  <c:v>3</c:v>
                </c:pt>
                <c:pt idx="18615">
                  <c:v>2</c:v>
                </c:pt>
                <c:pt idx="18616">
                  <c:v>4</c:v>
                </c:pt>
                <c:pt idx="18617">
                  <c:v>4</c:v>
                </c:pt>
                <c:pt idx="18618">
                  <c:v>2</c:v>
                </c:pt>
                <c:pt idx="18619">
                  <c:v>2</c:v>
                </c:pt>
                <c:pt idx="18620">
                  <c:v>4</c:v>
                </c:pt>
                <c:pt idx="18621">
                  <c:v>4</c:v>
                </c:pt>
                <c:pt idx="18622">
                  <c:v>4</c:v>
                </c:pt>
                <c:pt idx="18623">
                  <c:v>4</c:v>
                </c:pt>
                <c:pt idx="18624">
                  <c:v>3</c:v>
                </c:pt>
                <c:pt idx="18625">
                  <c:v>2</c:v>
                </c:pt>
                <c:pt idx="18626">
                  <c:v>12</c:v>
                </c:pt>
                <c:pt idx="18627">
                  <c:v>5</c:v>
                </c:pt>
                <c:pt idx="18628">
                  <c:v>6</c:v>
                </c:pt>
                <c:pt idx="18629">
                  <c:v>8</c:v>
                </c:pt>
                <c:pt idx="18630">
                  <c:v>0</c:v>
                </c:pt>
                <c:pt idx="18631">
                  <c:v>8</c:v>
                </c:pt>
                <c:pt idx="18632">
                  <c:v>8</c:v>
                </c:pt>
                <c:pt idx="18633">
                  <c:v>4</c:v>
                </c:pt>
                <c:pt idx="18634">
                  <c:v>11</c:v>
                </c:pt>
                <c:pt idx="18635">
                  <c:v>4</c:v>
                </c:pt>
                <c:pt idx="18636">
                  <c:v>4</c:v>
                </c:pt>
                <c:pt idx="18637">
                  <c:v>7</c:v>
                </c:pt>
                <c:pt idx="18638">
                  <c:v>9</c:v>
                </c:pt>
                <c:pt idx="18639">
                  <c:v>6</c:v>
                </c:pt>
                <c:pt idx="18640">
                  <c:v>8</c:v>
                </c:pt>
                <c:pt idx="18641">
                  <c:v>6</c:v>
                </c:pt>
                <c:pt idx="18642">
                  <c:v>9</c:v>
                </c:pt>
                <c:pt idx="18643">
                  <c:v>3</c:v>
                </c:pt>
                <c:pt idx="18644">
                  <c:v>7</c:v>
                </c:pt>
                <c:pt idx="18645">
                  <c:v>1</c:v>
                </c:pt>
                <c:pt idx="18646">
                  <c:v>2</c:v>
                </c:pt>
                <c:pt idx="18647">
                  <c:v>2</c:v>
                </c:pt>
                <c:pt idx="18648">
                  <c:v>2</c:v>
                </c:pt>
                <c:pt idx="18649">
                  <c:v>2</c:v>
                </c:pt>
                <c:pt idx="18650">
                  <c:v>2</c:v>
                </c:pt>
                <c:pt idx="18651">
                  <c:v>3</c:v>
                </c:pt>
                <c:pt idx="18652">
                  <c:v>2</c:v>
                </c:pt>
                <c:pt idx="18653">
                  <c:v>3</c:v>
                </c:pt>
                <c:pt idx="18654">
                  <c:v>2</c:v>
                </c:pt>
                <c:pt idx="18655">
                  <c:v>3</c:v>
                </c:pt>
                <c:pt idx="18656">
                  <c:v>2</c:v>
                </c:pt>
                <c:pt idx="18657">
                  <c:v>1</c:v>
                </c:pt>
                <c:pt idx="18658">
                  <c:v>2</c:v>
                </c:pt>
                <c:pt idx="18659">
                  <c:v>2</c:v>
                </c:pt>
                <c:pt idx="18660">
                  <c:v>3</c:v>
                </c:pt>
                <c:pt idx="18661">
                  <c:v>1</c:v>
                </c:pt>
                <c:pt idx="18662">
                  <c:v>1</c:v>
                </c:pt>
                <c:pt idx="18663">
                  <c:v>1</c:v>
                </c:pt>
                <c:pt idx="18664">
                  <c:v>2</c:v>
                </c:pt>
                <c:pt idx="18665">
                  <c:v>2</c:v>
                </c:pt>
                <c:pt idx="18666">
                  <c:v>2</c:v>
                </c:pt>
                <c:pt idx="18667">
                  <c:v>2</c:v>
                </c:pt>
                <c:pt idx="18668">
                  <c:v>2</c:v>
                </c:pt>
                <c:pt idx="18669">
                  <c:v>3</c:v>
                </c:pt>
                <c:pt idx="18670">
                  <c:v>4</c:v>
                </c:pt>
                <c:pt idx="18671">
                  <c:v>6</c:v>
                </c:pt>
                <c:pt idx="18672">
                  <c:v>6</c:v>
                </c:pt>
                <c:pt idx="18673">
                  <c:v>3</c:v>
                </c:pt>
                <c:pt idx="18674">
                  <c:v>3</c:v>
                </c:pt>
                <c:pt idx="18675">
                  <c:v>2</c:v>
                </c:pt>
                <c:pt idx="18676">
                  <c:v>2</c:v>
                </c:pt>
                <c:pt idx="18677">
                  <c:v>2</c:v>
                </c:pt>
                <c:pt idx="18678">
                  <c:v>3</c:v>
                </c:pt>
                <c:pt idx="18679">
                  <c:v>4</c:v>
                </c:pt>
                <c:pt idx="18680">
                  <c:v>2</c:v>
                </c:pt>
                <c:pt idx="18681">
                  <c:v>3</c:v>
                </c:pt>
                <c:pt idx="18682">
                  <c:v>4</c:v>
                </c:pt>
                <c:pt idx="18683">
                  <c:v>3</c:v>
                </c:pt>
                <c:pt idx="18684">
                  <c:v>2</c:v>
                </c:pt>
                <c:pt idx="18685">
                  <c:v>4</c:v>
                </c:pt>
                <c:pt idx="18686">
                  <c:v>2</c:v>
                </c:pt>
                <c:pt idx="18687">
                  <c:v>3</c:v>
                </c:pt>
                <c:pt idx="18688">
                  <c:v>3</c:v>
                </c:pt>
                <c:pt idx="18689">
                  <c:v>4</c:v>
                </c:pt>
                <c:pt idx="18690">
                  <c:v>2</c:v>
                </c:pt>
                <c:pt idx="18691">
                  <c:v>4</c:v>
                </c:pt>
                <c:pt idx="18692">
                  <c:v>1</c:v>
                </c:pt>
                <c:pt idx="18693">
                  <c:v>4</c:v>
                </c:pt>
                <c:pt idx="18694">
                  <c:v>6</c:v>
                </c:pt>
                <c:pt idx="18695">
                  <c:v>4</c:v>
                </c:pt>
                <c:pt idx="18696">
                  <c:v>1</c:v>
                </c:pt>
                <c:pt idx="18697">
                  <c:v>6</c:v>
                </c:pt>
                <c:pt idx="18698">
                  <c:v>4</c:v>
                </c:pt>
                <c:pt idx="18699">
                  <c:v>3</c:v>
                </c:pt>
                <c:pt idx="18700">
                  <c:v>2</c:v>
                </c:pt>
                <c:pt idx="18701">
                  <c:v>2</c:v>
                </c:pt>
                <c:pt idx="18702">
                  <c:v>3</c:v>
                </c:pt>
                <c:pt idx="18703">
                  <c:v>3</c:v>
                </c:pt>
                <c:pt idx="18704">
                  <c:v>3</c:v>
                </c:pt>
                <c:pt idx="18705">
                  <c:v>2</c:v>
                </c:pt>
                <c:pt idx="18706">
                  <c:v>3</c:v>
                </c:pt>
                <c:pt idx="18707">
                  <c:v>2</c:v>
                </c:pt>
                <c:pt idx="18708">
                  <c:v>1</c:v>
                </c:pt>
                <c:pt idx="18709">
                  <c:v>1</c:v>
                </c:pt>
                <c:pt idx="18710">
                  <c:v>1</c:v>
                </c:pt>
                <c:pt idx="18711">
                  <c:v>2</c:v>
                </c:pt>
                <c:pt idx="18712">
                  <c:v>2</c:v>
                </c:pt>
                <c:pt idx="18713">
                  <c:v>2</c:v>
                </c:pt>
                <c:pt idx="18714">
                  <c:v>1</c:v>
                </c:pt>
                <c:pt idx="18715">
                  <c:v>1</c:v>
                </c:pt>
                <c:pt idx="18716">
                  <c:v>1</c:v>
                </c:pt>
                <c:pt idx="18717">
                  <c:v>1</c:v>
                </c:pt>
                <c:pt idx="18718">
                  <c:v>2</c:v>
                </c:pt>
                <c:pt idx="18719">
                  <c:v>1</c:v>
                </c:pt>
                <c:pt idx="18720">
                  <c:v>1</c:v>
                </c:pt>
                <c:pt idx="18721">
                  <c:v>1</c:v>
                </c:pt>
                <c:pt idx="18722">
                  <c:v>1</c:v>
                </c:pt>
                <c:pt idx="18723">
                  <c:v>1</c:v>
                </c:pt>
                <c:pt idx="18724">
                  <c:v>1</c:v>
                </c:pt>
                <c:pt idx="18725">
                  <c:v>1</c:v>
                </c:pt>
                <c:pt idx="18726">
                  <c:v>1</c:v>
                </c:pt>
                <c:pt idx="18727">
                  <c:v>1</c:v>
                </c:pt>
                <c:pt idx="18728">
                  <c:v>1</c:v>
                </c:pt>
                <c:pt idx="18729">
                  <c:v>1</c:v>
                </c:pt>
                <c:pt idx="18730">
                  <c:v>1</c:v>
                </c:pt>
                <c:pt idx="18731">
                  <c:v>2</c:v>
                </c:pt>
                <c:pt idx="18732">
                  <c:v>1</c:v>
                </c:pt>
                <c:pt idx="18733">
                  <c:v>2</c:v>
                </c:pt>
                <c:pt idx="18734">
                  <c:v>2</c:v>
                </c:pt>
                <c:pt idx="18735">
                  <c:v>1</c:v>
                </c:pt>
                <c:pt idx="18736">
                  <c:v>2</c:v>
                </c:pt>
                <c:pt idx="18737">
                  <c:v>1</c:v>
                </c:pt>
                <c:pt idx="18738">
                  <c:v>1</c:v>
                </c:pt>
                <c:pt idx="18739">
                  <c:v>1</c:v>
                </c:pt>
                <c:pt idx="18740">
                  <c:v>2</c:v>
                </c:pt>
                <c:pt idx="18741">
                  <c:v>1</c:v>
                </c:pt>
                <c:pt idx="18742">
                  <c:v>1</c:v>
                </c:pt>
                <c:pt idx="18743">
                  <c:v>1</c:v>
                </c:pt>
                <c:pt idx="18744">
                  <c:v>1</c:v>
                </c:pt>
                <c:pt idx="18745">
                  <c:v>1</c:v>
                </c:pt>
                <c:pt idx="18746">
                  <c:v>1</c:v>
                </c:pt>
                <c:pt idx="18747">
                  <c:v>6</c:v>
                </c:pt>
                <c:pt idx="18748">
                  <c:v>6</c:v>
                </c:pt>
                <c:pt idx="18749">
                  <c:v>5</c:v>
                </c:pt>
                <c:pt idx="18750">
                  <c:v>3</c:v>
                </c:pt>
                <c:pt idx="18751">
                  <c:v>4</c:v>
                </c:pt>
                <c:pt idx="18752">
                  <c:v>4</c:v>
                </c:pt>
                <c:pt idx="18753">
                  <c:v>4</c:v>
                </c:pt>
                <c:pt idx="18754">
                  <c:v>3</c:v>
                </c:pt>
                <c:pt idx="18755">
                  <c:v>2</c:v>
                </c:pt>
                <c:pt idx="18756">
                  <c:v>5</c:v>
                </c:pt>
                <c:pt idx="18757">
                  <c:v>6</c:v>
                </c:pt>
                <c:pt idx="18758">
                  <c:v>4</c:v>
                </c:pt>
                <c:pt idx="18759">
                  <c:v>6</c:v>
                </c:pt>
                <c:pt idx="18760">
                  <c:v>4</c:v>
                </c:pt>
                <c:pt idx="18761">
                  <c:v>4</c:v>
                </c:pt>
                <c:pt idx="18762">
                  <c:v>2</c:v>
                </c:pt>
                <c:pt idx="18763">
                  <c:v>4</c:v>
                </c:pt>
                <c:pt idx="18764">
                  <c:v>6</c:v>
                </c:pt>
                <c:pt idx="18765">
                  <c:v>5</c:v>
                </c:pt>
                <c:pt idx="18766">
                  <c:v>6</c:v>
                </c:pt>
                <c:pt idx="18767">
                  <c:v>4</c:v>
                </c:pt>
                <c:pt idx="18768">
                  <c:v>6</c:v>
                </c:pt>
                <c:pt idx="18769">
                  <c:v>8</c:v>
                </c:pt>
                <c:pt idx="18770">
                  <c:v>4</c:v>
                </c:pt>
                <c:pt idx="18771">
                  <c:v>2</c:v>
                </c:pt>
                <c:pt idx="18772">
                  <c:v>3</c:v>
                </c:pt>
                <c:pt idx="18773">
                  <c:v>2</c:v>
                </c:pt>
                <c:pt idx="18774">
                  <c:v>1</c:v>
                </c:pt>
                <c:pt idx="18775">
                  <c:v>3</c:v>
                </c:pt>
                <c:pt idx="18776">
                  <c:v>2</c:v>
                </c:pt>
                <c:pt idx="18777">
                  <c:v>3</c:v>
                </c:pt>
                <c:pt idx="18778">
                  <c:v>1</c:v>
                </c:pt>
                <c:pt idx="18779">
                  <c:v>4</c:v>
                </c:pt>
                <c:pt idx="18780">
                  <c:v>1</c:v>
                </c:pt>
                <c:pt idx="18781">
                  <c:v>5</c:v>
                </c:pt>
                <c:pt idx="18782">
                  <c:v>4</c:v>
                </c:pt>
                <c:pt idx="18783">
                  <c:v>1</c:v>
                </c:pt>
                <c:pt idx="18784">
                  <c:v>3</c:v>
                </c:pt>
                <c:pt idx="18785">
                  <c:v>3</c:v>
                </c:pt>
                <c:pt idx="18786">
                  <c:v>2</c:v>
                </c:pt>
                <c:pt idx="18787">
                  <c:v>1</c:v>
                </c:pt>
                <c:pt idx="18788">
                  <c:v>3</c:v>
                </c:pt>
                <c:pt idx="18789">
                  <c:v>1</c:v>
                </c:pt>
                <c:pt idx="18790">
                  <c:v>3</c:v>
                </c:pt>
                <c:pt idx="18791">
                  <c:v>1</c:v>
                </c:pt>
                <c:pt idx="18792">
                  <c:v>2</c:v>
                </c:pt>
                <c:pt idx="18793">
                  <c:v>2</c:v>
                </c:pt>
                <c:pt idx="18794">
                  <c:v>3</c:v>
                </c:pt>
                <c:pt idx="18795">
                  <c:v>1</c:v>
                </c:pt>
                <c:pt idx="18796">
                  <c:v>2</c:v>
                </c:pt>
                <c:pt idx="18797">
                  <c:v>1</c:v>
                </c:pt>
                <c:pt idx="18798">
                  <c:v>1</c:v>
                </c:pt>
                <c:pt idx="18799">
                  <c:v>2</c:v>
                </c:pt>
                <c:pt idx="18800">
                  <c:v>2</c:v>
                </c:pt>
                <c:pt idx="18801">
                  <c:v>1</c:v>
                </c:pt>
                <c:pt idx="18802">
                  <c:v>1</c:v>
                </c:pt>
                <c:pt idx="18803">
                  <c:v>1</c:v>
                </c:pt>
                <c:pt idx="18804">
                  <c:v>1</c:v>
                </c:pt>
                <c:pt idx="18805">
                  <c:v>1</c:v>
                </c:pt>
                <c:pt idx="18806">
                  <c:v>1</c:v>
                </c:pt>
                <c:pt idx="18807">
                  <c:v>1</c:v>
                </c:pt>
                <c:pt idx="18808">
                  <c:v>1</c:v>
                </c:pt>
                <c:pt idx="18809">
                  <c:v>3</c:v>
                </c:pt>
                <c:pt idx="18810">
                  <c:v>2</c:v>
                </c:pt>
                <c:pt idx="18811">
                  <c:v>2</c:v>
                </c:pt>
                <c:pt idx="18812">
                  <c:v>1</c:v>
                </c:pt>
                <c:pt idx="18813">
                  <c:v>1</c:v>
                </c:pt>
                <c:pt idx="18814">
                  <c:v>2</c:v>
                </c:pt>
                <c:pt idx="18815">
                  <c:v>3</c:v>
                </c:pt>
                <c:pt idx="18816">
                  <c:v>1</c:v>
                </c:pt>
                <c:pt idx="18817">
                  <c:v>1</c:v>
                </c:pt>
                <c:pt idx="18818">
                  <c:v>2</c:v>
                </c:pt>
                <c:pt idx="18819">
                  <c:v>2</c:v>
                </c:pt>
                <c:pt idx="18820">
                  <c:v>2</c:v>
                </c:pt>
                <c:pt idx="18821">
                  <c:v>2</c:v>
                </c:pt>
                <c:pt idx="18822">
                  <c:v>1</c:v>
                </c:pt>
                <c:pt idx="18823">
                  <c:v>1</c:v>
                </c:pt>
                <c:pt idx="18824">
                  <c:v>2</c:v>
                </c:pt>
                <c:pt idx="18825">
                  <c:v>1</c:v>
                </c:pt>
                <c:pt idx="18826">
                  <c:v>2</c:v>
                </c:pt>
                <c:pt idx="18827">
                  <c:v>2</c:v>
                </c:pt>
                <c:pt idx="18828">
                  <c:v>1</c:v>
                </c:pt>
                <c:pt idx="18829">
                  <c:v>1</c:v>
                </c:pt>
                <c:pt idx="18830">
                  <c:v>1</c:v>
                </c:pt>
                <c:pt idx="18831">
                  <c:v>1</c:v>
                </c:pt>
                <c:pt idx="18832">
                  <c:v>4</c:v>
                </c:pt>
                <c:pt idx="18833">
                  <c:v>8</c:v>
                </c:pt>
                <c:pt idx="18834">
                  <c:v>8</c:v>
                </c:pt>
                <c:pt idx="18835">
                  <c:v>7</c:v>
                </c:pt>
                <c:pt idx="18836">
                  <c:v>4</c:v>
                </c:pt>
                <c:pt idx="18837">
                  <c:v>6</c:v>
                </c:pt>
                <c:pt idx="18838">
                  <c:v>5</c:v>
                </c:pt>
                <c:pt idx="18839">
                  <c:v>5</c:v>
                </c:pt>
                <c:pt idx="18840">
                  <c:v>10</c:v>
                </c:pt>
                <c:pt idx="18841">
                  <c:v>5</c:v>
                </c:pt>
                <c:pt idx="18842">
                  <c:v>6</c:v>
                </c:pt>
                <c:pt idx="18843">
                  <c:v>4</c:v>
                </c:pt>
                <c:pt idx="18844">
                  <c:v>8</c:v>
                </c:pt>
                <c:pt idx="18845">
                  <c:v>6</c:v>
                </c:pt>
                <c:pt idx="18846">
                  <c:v>4</c:v>
                </c:pt>
                <c:pt idx="18847">
                  <c:v>9</c:v>
                </c:pt>
                <c:pt idx="18848">
                  <c:v>6</c:v>
                </c:pt>
                <c:pt idx="18849">
                  <c:v>3</c:v>
                </c:pt>
                <c:pt idx="18850">
                  <c:v>7</c:v>
                </c:pt>
                <c:pt idx="18851">
                  <c:v>7</c:v>
                </c:pt>
                <c:pt idx="18852">
                  <c:v>3</c:v>
                </c:pt>
                <c:pt idx="18853">
                  <c:v>3</c:v>
                </c:pt>
                <c:pt idx="18854">
                  <c:v>3</c:v>
                </c:pt>
                <c:pt idx="18855">
                  <c:v>4</c:v>
                </c:pt>
                <c:pt idx="18856">
                  <c:v>4</c:v>
                </c:pt>
                <c:pt idx="18857">
                  <c:v>3</c:v>
                </c:pt>
                <c:pt idx="18858">
                  <c:v>2</c:v>
                </c:pt>
                <c:pt idx="18859">
                  <c:v>4</c:v>
                </c:pt>
                <c:pt idx="18860">
                  <c:v>4</c:v>
                </c:pt>
                <c:pt idx="18861">
                  <c:v>4</c:v>
                </c:pt>
                <c:pt idx="18862">
                  <c:v>3</c:v>
                </c:pt>
                <c:pt idx="18863">
                  <c:v>4</c:v>
                </c:pt>
                <c:pt idx="18864">
                  <c:v>3</c:v>
                </c:pt>
                <c:pt idx="18865">
                  <c:v>3</c:v>
                </c:pt>
                <c:pt idx="18866">
                  <c:v>3</c:v>
                </c:pt>
                <c:pt idx="18867">
                  <c:v>6</c:v>
                </c:pt>
                <c:pt idx="18868">
                  <c:v>4</c:v>
                </c:pt>
                <c:pt idx="18869">
                  <c:v>2</c:v>
                </c:pt>
                <c:pt idx="18870">
                  <c:v>6</c:v>
                </c:pt>
                <c:pt idx="18871">
                  <c:v>3</c:v>
                </c:pt>
                <c:pt idx="18872">
                  <c:v>3</c:v>
                </c:pt>
                <c:pt idx="18873">
                  <c:v>3</c:v>
                </c:pt>
                <c:pt idx="18874">
                  <c:v>2</c:v>
                </c:pt>
                <c:pt idx="18875">
                  <c:v>3</c:v>
                </c:pt>
                <c:pt idx="18876">
                  <c:v>3</c:v>
                </c:pt>
                <c:pt idx="18877">
                  <c:v>2</c:v>
                </c:pt>
                <c:pt idx="18878">
                  <c:v>2</c:v>
                </c:pt>
                <c:pt idx="18879">
                  <c:v>3</c:v>
                </c:pt>
                <c:pt idx="18880">
                  <c:v>2</c:v>
                </c:pt>
                <c:pt idx="18881">
                  <c:v>2</c:v>
                </c:pt>
                <c:pt idx="18882">
                  <c:v>2</c:v>
                </c:pt>
                <c:pt idx="18883">
                  <c:v>2</c:v>
                </c:pt>
                <c:pt idx="18884">
                  <c:v>3</c:v>
                </c:pt>
                <c:pt idx="18885">
                  <c:v>3</c:v>
                </c:pt>
                <c:pt idx="18886">
                  <c:v>2</c:v>
                </c:pt>
                <c:pt idx="18887">
                  <c:v>5</c:v>
                </c:pt>
                <c:pt idx="18888">
                  <c:v>5</c:v>
                </c:pt>
                <c:pt idx="18889">
                  <c:v>6</c:v>
                </c:pt>
                <c:pt idx="18890">
                  <c:v>3</c:v>
                </c:pt>
                <c:pt idx="18891">
                  <c:v>8</c:v>
                </c:pt>
                <c:pt idx="18892">
                  <c:v>7</c:v>
                </c:pt>
                <c:pt idx="18893">
                  <c:v>8</c:v>
                </c:pt>
                <c:pt idx="18894">
                  <c:v>8</c:v>
                </c:pt>
                <c:pt idx="18895">
                  <c:v>8</c:v>
                </c:pt>
                <c:pt idx="18896">
                  <c:v>3</c:v>
                </c:pt>
                <c:pt idx="18897">
                  <c:v>4</c:v>
                </c:pt>
                <c:pt idx="18898">
                  <c:v>4</c:v>
                </c:pt>
                <c:pt idx="18899">
                  <c:v>3</c:v>
                </c:pt>
                <c:pt idx="18900">
                  <c:v>2</c:v>
                </c:pt>
                <c:pt idx="18901">
                  <c:v>3</c:v>
                </c:pt>
                <c:pt idx="18902">
                  <c:v>3</c:v>
                </c:pt>
                <c:pt idx="18903">
                  <c:v>12</c:v>
                </c:pt>
                <c:pt idx="18904">
                  <c:v>4</c:v>
                </c:pt>
                <c:pt idx="18905">
                  <c:v>2</c:v>
                </c:pt>
                <c:pt idx="18906">
                  <c:v>4</c:v>
                </c:pt>
                <c:pt idx="18907">
                  <c:v>4</c:v>
                </c:pt>
                <c:pt idx="18908">
                  <c:v>3</c:v>
                </c:pt>
                <c:pt idx="18909">
                  <c:v>2</c:v>
                </c:pt>
                <c:pt idx="18910">
                  <c:v>4</c:v>
                </c:pt>
                <c:pt idx="18911">
                  <c:v>3</c:v>
                </c:pt>
                <c:pt idx="18912">
                  <c:v>4</c:v>
                </c:pt>
                <c:pt idx="18913">
                  <c:v>4</c:v>
                </c:pt>
                <c:pt idx="18914">
                  <c:v>3</c:v>
                </c:pt>
                <c:pt idx="18915">
                  <c:v>3</c:v>
                </c:pt>
                <c:pt idx="18916">
                  <c:v>5</c:v>
                </c:pt>
                <c:pt idx="18917">
                  <c:v>3</c:v>
                </c:pt>
                <c:pt idx="18918">
                  <c:v>5</c:v>
                </c:pt>
                <c:pt idx="18919">
                  <c:v>2</c:v>
                </c:pt>
                <c:pt idx="18920">
                  <c:v>2</c:v>
                </c:pt>
                <c:pt idx="18921">
                  <c:v>2</c:v>
                </c:pt>
                <c:pt idx="18922">
                  <c:v>2</c:v>
                </c:pt>
                <c:pt idx="18923">
                  <c:v>2</c:v>
                </c:pt>
                <c:pt idx="18924">
                  <c:v>5</c:v>
                </c:pt>
                <c:pt idx="18925">
                  <c:v>3</c:v>
                </c:pt>
                <c:pt idx="18926">
                  <c:v>2</c:v>
                </c:pt>
                <c:pt idx="18927">
                  <c:v>2</c:v>
                </c:pt>
                <c:pt idx="18928">
                  <c:v>2</c:v>
                </c:pt>
                <c:pt idx="18929">
                  <c:v>2</c:v>
                </c:pt>
                <c:pt idx="18930">
                  <c:v>2</c:v>
                </c:pt>
                <c:pt idx="18931">
                  <c:v>2</c:v>
                </c:pt>
                <c:pt idx="18932">
                  <c:v>1</c:v>
                </c:pt>
                <c:pt idx="18933">
                  <c:v>2</c:v>
                </c:pt>
                <c:pt idx="18934">
                  <c:v>1</c:v>
                </c:pt>
                <c:pt idx="18935">
                  <c:v>2</c:v>
                </c:pt>
                <c:pt idx="18936">
                  <c:v>4</c:v>
                </c:pt>
                <c:pt idx="18937">
                  <c:v>3</c:v>
                </c:pt>
                <c:pt idx="18938">
                  <c:v>2</c:v>
                </c:pt>
                <c:pt idx="18939">
                  <c:v>3</c:v>
                </c:pt>
                <c:pt idx="18940">
                  <c:v>2</c:v>
                </c:pt>
                <c:pt idx="18941">
                  <c:v>2</c:v>
                </c:pt>
                <c:pt idx="18942">
                  <c:v>2</c:v>
                </c:pt>
                <c:pt idx="18943">
                  <c:v>2</c:v>
                </c:pt>
                <c:pt idx="18944">
                  <c:v>2</c:v>
                </c:pt>
                <c:pt idx="18945">
                  <c:v>2</c:v>
                </c:pt>
                <c:pt idx="18946">
                  <c:v>2</c:v>
                </c:pt>
                <c:pt idx="18947">
                  <c:v>2</c:v>
                </c:pt>
                <c:pt idx="18948">
                  <c:v>2</c:v>
                </c:pt>
                <c:pt idx="18949">
                  <c:v>1</c:v>
                </c:pt>
                <c:pt idx="18950">
                  <c:v>2</c:v>
                </c:pt>
                <c:pt idx="18951">
                  <c:v>3</c:v>
                </c:pt>
                <c:pt idx="18952">
                  <c:v>1</c:v>
                </c:pt>
                <c:pt idx="18953">
                  <c:v>2</c:v>
                </c:pt>
                <c:pt idx="18954">
                  <c:v>3</c:v>
                </c:pt>
                <c:pt idx="18955">
                  <c:v>2</c:v>
                </c:pt>
                <c:pt idx="18956">
                  <c:v>3</c:v>
                </c:pt>
                <c:pt idx="18957">
                  <c:v>3</c:v>
                </c:pt>
                <c:pt idx="18958">
                  <c:v>2</c:v>
                </c:pt>
                <c:pt idx="18959">
                  <c:v>2</c:v>
                </c:pt>
                <c:pt idx="18960">
                  <c:v>2</c:v>
                </c:pt>
                <c:pt idx="18961">
                  <c:v>2</c:v>
                </c:pt>
                <c:pt idx="18962">
                  <c:v>2</c:v>
                </c:pt>
                <c:pt idx="18963">
                  <c:v>3</c:v>
                </c:pt>
                <c:pt idx="18964">
                  <c:v>2</c:v>
                </c:pt>
                <c:pt idx="18965">
                  <c:v>2</c:v>
                </c:pt>
                <c:pt idx="18966">
                  <c:v>2</c:v>
                </c:pt>
                <c:pt idx="18967">
                  <c:v>4</c:v>
                </c:pt>
                <c:pt idx="18968">
                  <c:v>3</c:v>
                </c:pt>
                <c:pt idx="18969">
                  <c:v>4</c:v>
                </c:pt>
                <c:pt idx="18970">
                  <c:v>2</c:v>
                </c:pt>
                <c:pt idx="18971">
                  <c:v>3</c:v>
                </c:pt>
                <c:pt idx="18972">
                  <c:v>3</c:v>
                </c:pt>
                <c:pt idx="18973">
                  <c:v>3</c:v>
                </c:pt>
                <c:pt idx="18974">
                  <c:v>1</c:v>
                </c:pt>
                <c:pt idx="18975">
                  <c:v>0</c:v>
                </c:pt>
                <c:pt idx="18976">
                  <c:v>6</c:v>
                </c:pt>
                <c:pt idx="18977">
                  <c:v>2</c:v>
                </c:pt>
                <c:pt idx="18978">
                  <c:v>4</c:v>
                </c:pt>
                <c:pt idx="18979">
                  <c:v>6</c:v>
                </c:pt>
                <c:pt idx="18980">
                  <c:v>3</c:v>
                </c:pt>
                <c:pt idx="18981">
                  <c:v>0</c:v>
                </c:pt>
                <c:pt idx="18982">
                  <c:v>3</c:v>
                </c:pt>
                <c:pt idx="18983">
                  <c:v>4</c:v>
                </c:pt>
                <c:pt idx="18984">
                  <c:v>4</c:v>
                </c:pt>
                <c:pt idx="18985">
                  <c:v>5</c:v>
                </c:pt>
                <c:pt idx="18986">
                  <c:v>2</c:v>
                </c:pt>
                <c:pt idx="18987">
                  <c:v>4</c:v>
                </c:pt>
                <c:pt idx="18988">
                  <c:v>2</c:v>
                </c:pt>
                <c:pt idx="18989">
                  <c:v>4</c:v>
                </c:pt>
                <c:pt idx="18990">
                  <c:v>2</c:v>
                </c:pt>
                <c:pt idx="18991">
                  <c:v>2</c:v>
                </c:pt>
                <c:pt idx="18992">
                  <c:v>3</c:v>
                </c:pt>
                <c:pt idx="18993">
                  <c:v>4</c:v>
                </c:pt>
                <c:pt idx="18994">
                  <c:v>4</c:v>
                </c:pt>
                <c:pt idx="18995">
                  <c:v>2</c:v>
                </c:pt>
                <c:pt idx="18996">
                  <c:v>2</c:v>
                </c:pt>
                <c:pt idx="18997">
                  <c:v>3</c:v>
                </c:pt>
                <c:pt idx="18998">
                  <c:v>4</c:v>
                </c:pt>
                <c:pt idx="18999">
                  <c:v>4</c:v>
                </c:pt>
                <c:pt idx="19000">
                  <c:v>3</c:v>
                </c:pt>
                <c:pt idx="19001">
                  <c:v>5</c:v>
                </c:pt>
                <c:pt idx="19002">
                  <c:v>1</c:v>
                </c:pt>
                <c:pt idx="19003">
                  <c:v>2</c:v>
                </c:pt>
                <c:pt idx="19004">
                  <c:v>2</c:v>
                </c:pt>
                <c:pt idx="19005">
                  <c:v>6</c:v>
                </c:pt>
                <c:pt idx="19006">
                  <c:v>4</c:v>
                </c:pt>
                <c:pt idx="19007">
                  <c:v>2</c:v>
                </c:pt>
                <c:pt idx="19008">
                  <c:v>4</c:v>
                </c:pt>
                <c:pt idx="19009">
                  <c:v>4</c:v>
                </c:pt>
                <c:pt idx="19010">
                  <c:v>2</c:v>
                </c:pt>
                <c:pt idx="19011">
                  <c:v>3</c:v>
                </c:pt>
                <c:pt idx="19012">
                  <c:v>2</c:v>
                </c:pt>
                <c:pt idx="19013">
                  <c:v>4</c:v>
                </c:pt>
                <c:pt idx="19014">
                  <c:v>2</c:v>
                </c:pt>
                <c:pt idx="19015">
                  <c:v>1</c:v>
                </c:pt>
                <c:pt idx="19016">
                  <c:v>2</c:v>
                </c:pt>
                <c:pt idx="19017">
                  <c:v>3</c:v>
                </c:pt>
                <c:pt idx="19018">
                  <c:v>1</c:v>
                </c:pt>
                <c:pt idx="19019">
                  <c:v>1</c:v>
                </c:pt>
                <c:pt idx="19020">
                  <c:v>4</c:v>
                </c:pt>
                <c:pt idx="19021">
                  <c:v>1</c:v>
                </c:pt>
                <c:pt idx="19022">
                  <c:v>3</c:v>
                </c:pt>
                <c:pt idx="19023">
                  <c:v>3</c:v>
                </c:pt>
                <c:pt idx="19024">
                  <c:v>1</c:v>
                </c:pt>
                <c:pt idx="19025">
                  <c:v>2</c:v>
                </c:pt>
                <c:pt idx="19026">
                  <c:v>1</c:v>
                </c:pt>
                <c:pt idx="19027">
                  <c:v>1</c:v>
                </c:pt>
                <c:pt idx="19028">
                  <c:v>5</c:v>
                </c:pt>
                <c:pt idx="19029">
                  <c:v>1</c:v>
                </c:pt>
                <c:pt idx="19030">
                  <c:v>2</c:v>
                </c:pt>
                <c:pt idx="19031">
                  <c:v>4</c:v>
                </c:pt>
                <c:pt idx="19032">
                  <c:v>5</c:v>
                </c:pt>
                <c:pt idx="19033">
                  <c:v>4</c:v>
                </c:pt>
                <c:pt idx="19034">
                  <c:v>4</c:v>
                </c:pt>
                <c:pt idx="19035">
                  <c:v>4</c:v>
                </c:pt>
                <c:pt idx="19036">
                  <c:v>4</c:v>
                </c:pt>
                <c:pt idx="19037">
                  <c:v>3</c:v>
                </c:pt>
                <c:pt idx="19038">
                  <c:v>4</c:v>
                </c:pt>
                <c:pt idx="19039">
                  <c:v>3</c:v>
                </c:pt>
                <c:pt idx="19040">
                  <c:v>4</c:v>
                </c:pt>
                <c:pt idx="19041">
                  <c:v>6</c:v>
                </c:pt>
                <c:pt idx="19042">
                  <c:v>3</c:v>
                </c:pt>
                <c:pt idx="19043">
                  <c:v>24</c:v>
                </c:pt>
                <c:pt idx="19044">
                  <c:v>17</c:v>
                </c:pt>
                <c:pt idx="19045">
                  <c:v>20</c:v>
                </c:pt>
                <c:pt idx="19046">
                  <c:v>3</c:v>
                </c:pt>
                <c:pt idx="19047">
                  <c:v>36</c:v>
                </c:pt>
                <c:pt idx="19048">
                  <c:v>13</c:v>
                </c:pt>
                <c:pt idx="19049">
                  <c:v>28</c:v>
                </c:pt>
                <c:pt idx="19050">
                  <c:v>33</c:v>
                </c:pt>
                <c:pt idx="19051">
                  <c:v>31</c:v>
                </c:pt>
                <c:pt idx="19052">
                  <c:v>3</c:v>
                </c:pt>
                <c:pt idx="19053">
                  <c:v>2</c:v>
                </c:pt>
                <c:pt idx="19054">
                  <c:v>3</c:v>
                </c:pt>
                <c:pt idx="19055">
                  <c:v>2</c:v>
                </c:pt>
                <c:pt idx="19056">
                  <c:v>2</c:v>
                </c:pt>
                <c:pt idx="19057">
                  <c:v>3</c:v>
                </c:pt>
                <c:pt idx="19058">
                  <c:v>2</c:v>
                </c:pt>
                <c:pt idx="19059">
                  <c:v>5</c:v>
                </c:pt>
                <c:pt idx="19060">
                  <c:v>2</c:v>
                </c:pt>
                <c:pt idx="19061">
                  <c:v>1</c:v>
                </c:pt>
                <c:pt idx="19062">
                  <c:v>1</c:v>
                </c:pt>
                <c:pt idx="19063">
                  <c:v>5</c:v>
                </c:pt>
                <c:pt idx="19064">
                  <c:v>4</c:v>
                </c:pt>
                <c:pt idx="19065">
                  <c:v>5</c:v>
                </c:pt>
                <c:pt idx="19066">
                  <c:v>2</c:v>
                </c:pt>
                <c:pt idx="19067">
                  <c:v>1</c:v>
                </c:pt>
                <c:pt idx="19068">
                  <c:v>3</c:v>
                </c:pt>
                <c:pt idx="19069">
                  <c:v>3</c:v>
                </c:pt>
                <c:pt idx="19070">
                  <c:v>2</c:v>
                </c:pt>
                <c:pt idx="19071">
                  <c:v>5</c:v>
                </c:pt>
                <c:pt idx="19072">
                  <c:v>4</c:v>
                </c:pt>
                <c:pt idx="19073">
                  <c:v>4</c:v>
                </c:pt>
                <c:pt idx="19074">
                  <c:v>4</c:v>
                </c:pt>
                <c:pt idx="19075">
                  <c:v>4</c:v>
                </c:pt>
                <c:pt idx="19076">
                  <c:v>2</c:v>
                </c:pt>
                <c:pt idx="19077">
                  <c:v>4</c:v>
                </c:pt>
                <c:pt idx="19078">
                  <c:v>1</c:v>
                </c:pt>
                <c:pt idx="19079">
                  <c:v>2</c:v>
                </c:pt>
                <c:pt idx="19080">
                  <c:v>2</c:v>
                </c:pt>
                <c:pt idx="19081">
                  <c:v>4</c:v>
                </c:pt>
                <c:pt idx="19082">
                  <c:v>4</c:v>
                </c:pt>
                <c:pt idx="19083">
                  <c:v>3</c:v>
                </c:pt>
                <c:pt idx="19084">
                  <c:v>3</c:v>
                </c:pt>
                <c:pt idx="19085">
                  <c:v>1</c:v>
                </c:pt>
                <c:pt idx="19086">
                  <c:v>1</c:v>
                </c:pt>
                <c:pt idx="19087">
                  <c:v>3</c:v>
                </c:pt>
                <c:pt idx="19088">
                  <c:v>5</c:v>
                </c:pt>
                <c:pt idx="19089">
                  <c:v>3</c:v>
                </c:pt>
                <c:pt idx="19090">
                  <c:v>2</c:v>
                </c:pt>
                <c:pt idx="19091">
                  <c:v>3</c:v>
                </c:pt>
                <c:pt idx="19092">
                  <c:v>4</c:v>
                </c:pt>
                <c:pt idx="19093">
                  <c:v>1</c:v>
                </c:pt>
                <c:pt idx="19094">
                  <c:v>2</c:v>
                </c:pt>
                <c:pt idx="19095">
                  <c:v>4</c:v>
                </c:pt>
                <c:pt idx="19096">
                  <c:v>4</c:v>
                </c:pt>
                <c:pt idx="19097">
                  <c:v>2</c:v>
                </c:pt>
                <c:pt idx="19098">
                  <c:v>1</c:v>
                </c:pt>
                <c:pt idx="19099">
                  <c:v>2</c:v>
                </c:pt>
                <c:pt idx="19100">
                  <c:v>3</c:v>
                </c:pt>
                <c:pt idx="19101">
                  <c:v>3</c:v>
                </c:pt>
                <c:pt idx="19102">
                  <c:v>3</c:v>
                </c:pt>
                <c:pt idx="19103">
                  <c:v>3</c:v>
                </c:pt>
                <c:pt idx="19104">
                  <c:v>3</c:v>
                </c:pt>
                <c:pt idx="19105">
                  <c:v>2</c:v>
                </c:pt>
                <c:pt idx="19106">
                  <c:v>3</c:v>
                </c:pt>
                <c:pt idx="19107">
                  <c:v>3</c:v>
                </c:pt>
                <c:pt idx="19108">
                  <c:v>3</c:v>
                </c:pt>
                <c:pt idx="19109">
                  <c:v>3</c:v>
                </c:pt>
                <c:pt idx="19110">
                  <c:v>7</c:v>
                </c:pt>
                <c:pt idx="19111">
                  <c:v>6</c:v>
                </c:pt>
                <c:pt idx="19112">
                  <c:v>5</c:v>
                </c:pt>
                <c:pt idx="19113">
                  <c:v>6</c:v>
                </c:pt>
                <c:pt idx="19114">
                  <c:v>5</c:v>
                </c:pt>
                <c:pt idx="19115">
                  <c:v>5</c:v>
                </c:pt>
                <c:pt idx="19116">
                  <c:v>6</c:v>
                </c:pt>
                <c:pt idx="19117">
                  <c:v>5</c:v>
                </c:pt>
                <c:pt idx="19118">
                  <c:v>5</c:v>
                </c:pt>
                <c:pt idx="19119">
                  <c:v>6</c:v>
                </c:pt>
                <c:pt idx="19120">
                  <c:v>2</c:v>
                </c:pt>
                <c:pt idx="19121">
                  <c:v>3</c:v>
                </c:pt>
                <c:pt idx="19122">
                  <c:v>2</c:v>
                </c:pt>
                <c:pt idx="19123">
                  <c:v>5</c:v>
                </c:pt>
                <c:pt idx="19124">
                  <c:v>7</c:v>
                </c:pt>
                <c:pt idx="19125">
                  <c:v>2</c:v>
                </c:pt>
                <c:pt idx="19126">
                  <c:v>4</c:v>
                </c:pt>
                <c:pt idx="19127">
                  <c:v>3</c:v>
                </c:pt>
                <c:pt idx="19128">
                  <c:v>4</c:v>
                </c:pt>
                <c:pt idx="19129">
                  <c:v>3</c:v>
                </c:pt>
                <c:pt idx="19130">
                  <c:v>4</c:v>
                </c:pt>
                <c:pt idx="19131">
                  <c:v>4</c:v>
                </c:pt>
                <c:pt idx="19132">
                  <c:v>4</c:v>
                </c:pt>
                <c:pt idx="19133">
                  <c:v>5</c:v>
                </c:pt>
                <c:pt idx="19134">
                  <c:v>3</c:v>
                </c:pt>
                <c:pt idx="19135">
                  <c:v>3</c:v>
                </c:pt>
                <c:pt idx="19136">
                  <c:v>4</c:v>
                </c:pt>
                <c:pt idx="19137">
                  <c:v>4</c:v>
                </c:pt>
                <c:pt idx="19138">
                  <c:v>3</c:v>
                </c:pt>
                <c:pt idx="19139">
                  <c:v>4</c:v>
                </c:pt>
                <c:pt idx="19140">
                  <c:v>3</c:v>
                </c:pt>
                <c:pt idx="19141">
                  <c:v>3</c:v>
                </c:pt>
                <c:pt idx="19142">
                  <c:v>3</c:v>
                </c:pt>
                <c:pt idx="19143">
                  <c:v>6</c:v>
                </c:pt>
                <c:pt idx="19144">
                  <c:v>3</c:v>
                </c:pt>
                <c:pt idx="19145">
                  <c:v>4</c:v>
                </c:pt>
                <c:pt idx="19146">
                  <c:v>3</c:v>
                </c:pt>
                <c:pt idx="19147">
                  <c:v>4</c:v>
                </c:pt>
                <c:pt idx="19148">
                  <c:v>2</c:v>
                </c:pt>
                <c:pt idx="19149">
                  <c:v>2</c:v>
                </c:pt>
                <c:pt idx="19150">
                  <c:v>5</c:v>
                </c:pt>
                <c:pt idx="19151">
                  <c:v>6</c:v>
                </c:pt>
                <c:pt idx="19152">
                  <c:v>9</c:v>
                </c:pt>
                <c:pt idx="19153">
                  <c:v>3</c:v>
                </c:pt>
                <c:pt idx="19154">
                  <c:v>5</c:v>
                </c:pt>
                <c:pt idx="19155">
                  <c:v>4</c:v>
                </c:pt>
                <c:pt idx="19156">
                  <c:v>4</c:v>
                </c:pt>
                <c:pt idx="19157">
                  <c:v>3</c:v>
                </c:pt>
                <c:pt idx="19158">
                  <c:v>3</c:v>
                </c:pt>
                <c:pt idx="19159">
                  <c:v>3</c:v>
                </c:pt>
                <c:pt idx="19160">
                  <c:v>3</c:v>
                </c:pt>
                <c:pt idx="19161">
                  <c:v>1</c:v>
                </c:pt>
                <c:pt idx="19162">
                  <c:v>1</c:v>
                </c:pt>
                <c:pt idx="19163">
                  <c:v>1</c:v>
                </c:pt>
                <c:pt idx="19164">
                  <c:v>1</c:v>
                </c:pt>
                <c:pt idx="19165">
                  <c:v>3</c:v>
                </c:pt>
                <c:pt idx="19166">
                  <c:v>1</c:v>
                </c:pt>
                <c:pt idx="19167">
                  <c:v>1</c:v>
                </c:pt>
                <c:pt idx="19168">
                  <c:v>1</c:v>
                </c:pt>
                <c:pt idx="19169">
                  <c:v>1</c:v>
                </c:pt>
                <c:pt idx="19170">
                  <c:v>2</c:v>
                </c:pt>
                <c:pt idx="19171">
                  <c:v>1</c:v>
                </c:pt>
                <c:pt idx="19172">
                  <c:v>1</c:v>
                </c:pt>
                <c:pt idx="19173">
                  <c:v>3</c:v>
                </c:pt>
                <c:pt idx="19174">
                  <c:v>3</c:v>
                </c:pt>
                <c:pt idx="19175">
                  <c:v>2</c:v>
                </c:pt>
                <c:pt idx="19176">
                  <c:v>2</c:v>
                </c:pt>
                <c:pt idx="19177">
                  <c:v>2</c:v>
                </c:pt>
                <c:pt idx="19178">
                  <c:v>2</c:v>
                </c:pt>
                <c:pt idx="19179">
                  <c:v>2</c:v>
                </c:pt>
                <c:pt idx="19180">
                  <c:v>2</c:v>
                </c:pt>
                <c:pt idx="19181">
                  <c:v>2</c:v>
                </c:pt>
                <c:pt idx="19182">
                  <c:v>2</c:v>
                </c:pt>
                <c:pt idx="19183">
                  <c:v>2</c:v>
                </c:pt>
                <c:pt idx="19184">
                  <c:v>2</c:v>
                </c:pt>
                <c:pt idx="19185">
                  <c:v>2</c:v>
                </c:pt>
                <c:pt idx="19186">
                  <c:v>1</c:v>
                </c:pt>
                <c:pt idx="19187">
                  <c:v>3</c:v>
                </c:pt>
                <c:pt idx="19188">
                  <c:v>1</c:v>
                </c:pt>
                <c:pt idx="19189">
                  <c:v>2</c:v>
                </c:pt>
                <c:pt idx="19190">
                  <c:v>2</c:v>
                </c:pt>
                <c:pt idx="19191">
                  <c:v>1</c:v>
                </c:pt>
                <c:pt idx="19192">
                  <c:v>1</c:v>
                </c:pt>
                <c:pt idx="19193">
                  <c:v>2</c:v>
                </c:pt>
                <c:pt idx="19194">
                  <c:v>2</c:v>
                </c:pt>
                <c:pt idx="19195">
                  <c:v>2</c:v>
                </c:pt>
                <c:pt idx="19196">
                  <c:v>2</c:v>
                </c:pt>
                <c:pt idx="19197">
                  <c:v>2</c:v>
                </c:pt>
                <c:pt idx="19198">
                  <c:v>2</c:v>
                </c:pt>
                <c:pt idx="19199">
                  <c:v>2</c:v>
                </c:pt>
                <c:pt idx="19200">
                  <c:v>2</c:v>
                </c:pt>
                <c:pt idx="19201">
                  <c:v>1</c:v>
                </c:pt>
                <c:pt idx="19202">
                  <c:v>2</c:v>
                </c:pt>
                <c:pt idx="19203">
                  <c:v>1</c:v>
                </c:pt>
                <c:pt idx="19204">
                  <c:v>2</c:v>
                </c:pt>
                <c:pt idx="19205">
                  <c:v>2</c:v>
                </c:pt>
                <c:pt idx="19206">
                  <c:v>2</c:v>
                </c:pt>
                <c:pt idx="19207">
                  <c:v>1</c:v>
                </c:pt>
                <c:pt idx="19208">
                  <c:v>1</c:v>
                </c:pt>
                <c:pt idx="19209">
                  <c:v>3</c:v>
                </c:pt>
                <c:pt idx="19210">
                  <c:v>1</c:v>
                </c:pt>
                <c:pt idx="19211">
                  <c:v>2</c:v>
                </c:pt>
                <c:pt idx="19212">
                  <c:v>1</c:v>
                </c:pt>
                <c:pt idx="19213">
                  <c:v>1</c:v>
                </c:pt>
                <c:pt idx="19214">
                  <c:v>1</c:v>
                </c:pt>
                <c:pt idx="19215">
                  <c:v>1</c:v>
                </c:pt>
                <c:pt idx="19216">
                  <c:v>2</c:v>
                </c:pt>
                <c:pt idx="19217">
                  <c:v>1</c:v>
                </c:pt>
                <c:pt idx="19218">
                  <c:v>4</c:v>
                </c:pt>
                <c:pt idx="19219">
                  <c:v>4</c:v>
                </c:pt>
                <c:pt idx="19220">
                  <c:v>4</c:v>
                </c:pt>
                <c:pt idx="19221">
                  <c:v>6</c:v>
                </c:pt>
                <c:pt idx="19222">
                  <c:v>8</c:v>
                </c:pt>
                <c:pt idx="19223">
                  <c:v>9</c:v>
                </c:pt>
                <c:pt idx="19224">
                  <c:v>6</c:v>
                </c:pt>
                <c:pt idx="19225">
                  <c:v>2</c:v>
                </c:pt>
                <c:pt idx="19226">
                  <c:v>2</c:v>
                </c:pt>
                <c:pt idx="19227">
                  <c:v>2</c:v>
                </c:pt>
                <c:pt idx="19228">
                  <c:v>2</c:v>
                </c:pt>
                <c:pt idx="19229">
                  <c:v>4</c:v>
                </c:pt>
                <c:pt idx="19230">
                  <c:v>3</c:v>
                </c:pt>
                <c:pt idx="19231">
                  <c:v>5</c:v>
                </c:pt>
                <c:pt idx="19232">
                  <c:v>6</c:v>
                </c:pt>
                <c:pt idx="19233">
                  <c:v>3</c:v>
                </c:pt>
                <c:pt idx="19234">
                  <c:v>2</c:v>
                </c:pt>
                <c:pt idx="19235">
                  <c:v>2</c:v>
                </c:pt>
                <c:pt idx="19236">
                  <c:v>2</c:v>
                </c:pt>
                <c:pt idx="19237">
                  <c:v>2</c:v>
                </c:pt>
                <c:pt idx="19238">
                  <c:v>6</c:v>
                </c:pt>
                <c:pt idx="19239">
                  <c:v>6</c:v>
                </c:pt>
                <c:pt idx="19240">
                  <c:v>3</c:v>
                </c:pt>
                <c:pt idx="19241">
                  <c:v>2</c:v>
                </c:pt>
                <c:pt idx="19242">
                  <c:v>2</c:v>
                </c:pt>
                <c:pt idx="19243">
                  <c:v>3</c:v>
                </c:pt>
                <c:pt idx="19244">
                  <c:v>5</c:v>
                </c:pt>
                <c:pt idx="19245">
                  <c:v>3</c:v>
                </c:pt>
                <c:pt idx="19246">
                  <c:v>5</c:v>
                </c:pt>
                <c:pt idx="19247">
                  <c:v>5</c:v>
                </c:pt>
                <c:pt idx="19248">
                  <c:v>3</c:v>
                </c:pt>
                <c:pt idx="19249">
                  <c:v>6</c:v>
                </c:pt>
                <c:pt idx="19250">
                  <c:v>6</c:v>
                </c:pt>
                <c:pt idx="19251">
                  <c:v>3</c:v>
                </c:pt>
                <c:pt idx="19252">
                  <c:v>2</c:v>
                </c:pt>
                <c:pt idx="19253">
                  <c:v>2</c:v>
                </c:pt>
                <c:pt idx="19254">
                  <c:v>6</c:v>
                </c:pt>
                <c:pt idx="19255">
                  <c:v>3</c:v>
                </c:pt>
                <c:pt idx="19256">
                  <c:v>3</c:v>
                </c:pt>
                <c:pt idx="19257">
                  <c:v>5</c:v>
                </c:pt>
                <c:pt idx="19258">
                  <c:v>5</c:v>
                </c:pt>
                <c:pt idx="19259">
                  <c:v>6</c:v>
                </c:pt>
                <c:pt idx="19260">
                  <c:v>5</c:v>
                </c:pt>
                <c:pt idx="19261">
                  <c:v>3</c:v>
                </c:pt>
                <c:pt idx="19262">
                  <c:v>4</c:v>
                </c:pt>
                <c:pt idx="19263">
                  <c:v>4</c:v>
                </c:pt>
                <c:pt idx="19264">
                  <c:v>3</c:v>
                </c:pt>
                <c:pt idx="19265">
                  <c:v>3</c:v>
                </c:pt>
                <c:pt idx="19266">
                  <c:v>1</c:v>
                </c:pt>
                <c:pt idx="19267">
                  <c:v>1</c:v>
                </c:pt>
                <c:pt idx="19268">
                  <c:v>4</c:v>
                </c:pt>
                <c:pt idx="19269">
                  <c:v>3</c:v>
                </c:pt>
                <c:pt idx="19270">
                  <c:v>3</c:v>
                </c:pt>
                <c:pt idx="19271">
                  <c:v>5</c:v>
                </c:pt>
                <c:pt idx="19272">
                  <c:v>3</c:v>
                </c:pt>
                <c:pt idx="19273">
                  <c:v>3</c:v>
                </c:pt>
                <c:pt idx="19274">
                  <c:v>2</c:v>
                </c:pt>
                <c:pt idx="19275">
                  <c:v>2</c:v>
                </c:pt>
                <c:pt idx="19276">
                  <c:v>3</c:v>
                </c:pt>
                <c:pt idx="19277">
                  <c:v>4</c:v>
                </c:pt>
                <c:pt idx="19278">
                  <c:v>3</c:v>
                </c:pt>
                <c:pt idx="19279">
                  <c:v>5</c:v>
                </c:pt>
                <c:pt idx="19280">
                  <c:v>3</c:v>
                </c:pt>
                <c:pt idx="19281">
                  <c:v>3</c:v>
                </c:pt>
                <c:pt idx="19282">
                  <c:v>3</c:v>
                </c:pt>
                <c:pt idx="19283">
                  <c:v>2</c:v>
                </c:pt>
                <c:pt idx="19284">
                  <c:v>1</c:v>
                </c:pt>
                <c:pt idx="19285">
                  <c:v>1</c:v>
                </c:pt>
                <c:pt idx="19286">
                  <c:v>1</c:v>
                </c:pt>
                <c:pt idx="19287">
                  <c:v>2</c:v>
                </c:pt>
                <c:pt idx="19288">
                  <c:v>3</c:v>
                </c:pt>
                <c:pt idx="19289">
                  <c:v>6</c:v>
                </c:pt>
                <c:pt idx="19290">
                  <c:v>4</c:v>
                </c:pt>
                <c:pt idx="19291">
                  <c:v>6</c:v>
                </c:pt>
                <c:pt idx="19292">
                  <c:v>5</c:v>
                </c:pt>
                <c:pt idx="19293">
                  <c:v>6</c:v>
                </c:pt>
                <c:pt idx="19294">
                  <c:v>6</c:v>
                </c:pt>
                <c:pt idx="19295">
                  <c:v>4</c:v>
                </c:pt>
                <c:pt idx="19296">
                  <c:v>2</c:v>
                </c:pt>
                <c:pt idx="19297">
                  <c:v>3</c:v>
                </c:pt>
                <c:pt idx="19298">
                  <c:v>2</c:v>
                </c:pt>
                <c:pt idx="19299">
                  <c:v>1</c:v>
                </c:pt>
                <c:pt idx="19300">
                  <c:v>1</c:v>
                </c:pt>
                <c:pt idx="19301">
                  <c:v>2</c:v>
                </c:pt>
                <c:pt idx="19302">
                  <c:v>2</c:v>
                </c:pt>
                <c:pt idx="19303">
                  <c:v>1</c:v>
                </c:pt>
                <c:pt idx="19304">
                  <c:v>0</c:v>
                </c:pt>
                <c:pt idx="19305">
                  <c:v>2</c:v>
                </c:pt>
                <c:pt idx="19306">
                  <c:v>1</c:v>
                </c:pt>
                <c:pt idx="19307">
                  <c:v>1</c:v>
                </c:pt>
                <c:pt idx="19308">
                  <c:v>2</c:v>
                </c:pt>
                <c:pt idx="19309">
                  <c:v>1</c:v>
                </c:pt>
                <c:pt idx="19310">
                  <c:v>2</c:v>
                </c:pt>
                <c:pt idx="19311">
                  <c:v>0</c:v>
                </c:pt>
                <c:pt idx="19312">
                  <c:v>2</c:v>
                </c:pt>
                <c:pt idx="19313">
                  <c:v>1</c:v>
                </c:pt>
                <c:pt idx="19314">
                  <c:v>1</c:v>
                </c:pt>
                <c:pt idx="19315">
                  <c:v>1</c:v>
                </c:pt>
                <c:pt idx="19316">
                  <c:v>1</c:v>
                </c:pt>
                <c:pt idx="19317">
                  <c:v>1</c:v>
                </c:pt>
                <c:pt idx="19318">
                  <c:v>3</c:v>
                </c:pt>
                <c:pt idx="19319">
                  <c:v>2</c:v>
                </c:pt>
                <c:pt idx="19320">
                  <c:v>2</c:v>
                </c:pt>
                <c:pt idx="19321">
                  <c:v>2</c:v>
                </c:pt>
                <c:pt idx="19322">
                  <c:v>2</c:v>
                </c:pt>
                <c:pt idx="19323">
                  <c:v>1</c:v>
                </c:pt>
                <c:pt idx="19324">
                  <c:v>1</c:v>
                </c:pt>
                <c:pt idx="19325">
                  <c:v>2</c:v>
                </c:pt>
                <c:pt idx="19326">
                  <c:v>1</c:v>
                </c:pt>
                <c:pt idx="19327">
                  <c:v>1</c:v>
                </c:pt>
                <c:pt idx="19328">
                  <c:v>2</c:v>
                </c:pt>
                <c:pt idx="19329">
                  <c:v>2</c:v>
                </c:pt>
                <c:pt idx="19330">
                  <c:v>1</c:v>
                </c:pt>
                <c:pt idx="19331">
                  <c:v>0</c:v>
                </c:pt>
                <c:pt idx="19332">
                  <c:v>2</c:v>
                </c:pt>
                <c:pt idx="19333">
                  <c:v>1</c:v>
                </c:pt>
                <c:pt idx="19334">
                  <c:v>1</c:v>
                </c:pt>
                <c:pt idx="19335">
                  <c:v>2</c:v>
                </c:pt>
                <c:pt idx="19336">
                  <c:v>1</c:v>
                </c:pt>
                <c:pt idx="19337">
                  <c:v>1</c:v>
                </c:pt>
                <c:pt idx="19338">
                  <c:v>2</c:v>
                </c:pt>
                <c:pt idx="19339">
                  <c:v>2</c:v>
                </c:pt>
                <c:pt idx="19340">
                  <c:v>1</c:v>
                </c:pt>
                <c:pt idx="19341">
                  <c:v>1</c:v>
                </c:pt>
                <c:pt idx="19342">
                  <c:v>2</c:v>
                </c:pt>
                <c:pt idx="19343">
                  <c:v>1</c:v>
                </c:pt>
                <c:pt idx="19344">
                  <c:v>1</c:v>
                </c:pt>
                <c:pt idx="19345">
                  <c:v>1</c:v>
                </c:pt>
                <c:pt idx="19346">
                  <c:v>2</c:v>
                </c:pt>
                <c:pt idx="19347">
                  <c:v>1</c:v>
                </c:pt>
                <c:pt idx="19348">
                  <c:v>2</c:v>
                </c:pt>
                <c:pt idx="19349">
                  <c:v>1</c:v>
                </c:pt>
                <c:pt idx="19350">
                  <c:v>1</c:v>
                </c:pt>
                <c:pt idx="19351">
                  <c:v>1</c:v>
                </c:pt>
                <c:pt idx="19352">
                  <c:v>1</c:v>
                </c:pt>
                <c:pt idx="19353">
                  <c:v>10</c:v>
                </c:pt>
                <c:pt idx="19354">
                  <c:v>10</c:v>
                </c:pt>
                <c:pt idx="19355">
                  <c:v>10</c:v>
                </c:pt>
                <c:pt idx="19356">
                  <c:v>3</c:v>
                </c:pt>
                <c:pt idx="19357">
                  <c:v>2</c:v>
                </c:pt>
                <c:pt idx="19358">
                  <c:v>4</c:v>
                </c:pt>
                <c:pt idx="19359">
                  <c:v>3</c:v>
                </c:pt>
                <c:pt idx="19360">
                  <c:v>3</c:v>
                </c:pt>
                <c:pt idx="19361">
                  <c:v>6</c:v>
                </c:pt>
                <c:pt idx="19362">
                  <c:v>4</c:v>
                </c:pt>
                <c:pt idx="19363">
                  <c:v>1</c:v>
                </c:pt>
                <c:pt idx="19364">
                  <c:v>5</c:v>
                </c:pt>
                <c:pt idx="19365">
                  <c:v>4</c:v>
                </c:pt>
                <c:pt idx="19366">
                  <c:v>4</c:v>
                </c:pt>
                <c:pt idx="19367">
                  <c:v>3</c:v>
                </c:pt>
                <c:pt idx="19368">
                  <c:v>5</c:v>
                </c:pt>
                <c:pt idx="19369">
                  <c:v>3</c:v>
                </c:pt>
                <c:pt idx="19370">
                  <c:v>9</c:v>
                </c:pt>
                <c:pt idx="19371">
                  <c:v>5</c:v>
                </c:pt>
                <c:pt idx="19372">
                  <c:v>2</c:v>
                </c:pt>
                <c:pt idx="19373">
                  <c:v>5</c:v>
                </c:pt>
                <c:pt idx="19374">
                  <c:v>4</c:v>
                </c:pt>
                <c:pt idx="19375">
                  <c:v>3</c:v>
                </c:pt>
                <c:pt idx="19376">
                  <c:v>7</c:v>
                </c:pt>
                <c:pt idx="19377">
                  <c:v>6</c:v>
                </c:pt>
                <c:pt idx="19378">
                  <c:v>6</c:v>
                </c:pt>
                <c:pt idx="19379">
                  <c:v>7</c:v>
                </c:pt>
                <c:pt idx="19380">
                  <c:v>7</c:v>
                </c:pt>
                <c:pt idx="19381">
                  <c:v>6</c:v>
                </c:pt>
                <c:pt idx="19382">
                  <c:v>11</c:v>
                </c:pt>
                <c:pt idx="19383">
                  <c:v>7</c:v>
                </c:pt>
                <c:pt idx="19384">
                  <c:v>6</c:v>
                </c:pt>
                <c:pt idx="19385">
                  <c:v>1</c:v>
                </c:pt>
                <c:pt idx="19386">
                  <c:v>3</c:v>
                </c:pt>
                <c:pt idx="19387">
                  <c:v>2</c:v>
                </c:pt>
                <c:pt idx="19388">
                  <c:v>3</c:v>
                </c:pt>
                <c:pt idx="19389">
                  <c:v>3</c:v>
                </c:pt>
                <c:pt idx="19390">
                  <c:v>2</c:v>
                </c:pt>
                <c:pt idx="19391">
                  <c:v>5</c:v>
                </c:pt>
                <c:pt idx="19392">
                  <c:v>2</c:v>
                </c:pt>
                <c:pt idx="19393">
                  <c:v>2</c:v>
                </c:pt>
                <c:pt idx="19394">
                  <c:v>4</c:v>
                </c:pt>
                <c:pt idx="19395">
                  <c:v>7</c:v>
                </c:pt>
                <c:pt idx="19396">
                  <c:v>4</c:v>
                </c:pt>
                <c:pt idx="19397">
                  <c:v>3</c:v>
                </c:pt>
                <c:pt idx="19398">
                  <c:v>2</c:v>
                </c:pt>
                <c:pt idx="19399">
                  <c:v>3</c:v>
                </c:pt>
                <c:pt idx="19400">
                  <c:v>4</c:v>
                </c:pt>
                <c:pt idx="19401">
                  <c:v>2</c:v>
                </c:pt>
                <c:pt idx="19402">
                  <c:v>2</c:v>
                </c:pt>
                <c:pt idx="19403">
                  <c:v>3</c:v>
                </c:pt>
                <c:pt idx="19404">
                  <c:v>1</c:v>
                </c:pt>
                <c:pt idx="19405">
                  <c:v>1</c:v>
                </c:pt>
                <c:pt idx="19406">
                  <c:v>1</c:v>
                </c:pt>
                <c:pt idx="19407">
                  <c:v>2</c:v>
                </c:pt>
                <c:pt idx="19408">
                  <c:v>1</c:v>
                </c:pt>
                <c:pt idx="19409">
                  <c:v>1</c:v>
                </c:pt>
                <c:pt idx="19410">
                  <c:v>1</c:v>
                </c:pt>
                <c:pt idx="19411">
                  <c:v>1</c:v>
                </c:pt>
                <c:pt idx="19412">
                  <c:v>1</c:v>
                </c:pt>
                <c:pt idx="19413">
                  <c:v>1</c:v>
                </c:pt>
                <c:pt idx="19414">
                  <c:v>1</c:v>
                </c:pt>
                <c:pt idx="19415">
                  <c:v>1</c:v>
                </c:pt>
                <c:pt idx="19416">
                  <c:v>1</c:v>
                </c:pt>
                <c:pt idx="19417">
                  <c:v>1</c:v>
                </c:pt>
                <c:pt idx="19418">
                  <c:v>2</c:v>
                </c:pt>
                <c:pt idx="19419">
                  <c:v>2</c:v>
                </c:pt>
                <c:pt idx="19420">
                  <c:v>1</c:v>
                </c:pt>
                <c:pt idx="19421">
                  <c:v>2</c:v>
                </c:pt>
                <c:pt idx="19422">
                  <c:v>2</c:v>
                </c:pt>
                <c:pt idx="19423">
                  <c:v>2</c:v>
                </c:pt>
                <c:pt idx="19424">
                  <c:v>2</c:v>
                </c:pt>
                <c:pt idx="19425">
                  <c:v>2</c:v>
                </c:pt>
                <c:pt idx="19426">
                  <c:v>1</c:v>
                </c:pt>
                <c:pt idx="19427">
                  <c:v>2</c:v>
                </c:pt>
                <c:pt idx="19428">
                  <c:v>2</c:v>
                </c:pt>
                <c:pt idx="19429">
                  <c:v>1</c:v>
                </c:pt>
                <c:pt idx="19430">
                  <c:v>2</c:v>
                </c:pt>
                <c:pt idx="19431">
                  <c:v>1</c:v>
                </c:pt>
                <c:pt idx="19432">
                  <c:v>2</c:v>
                </c:pt>
                <c:pt idx="19433">
                  <c:v>2</c:v>
                </c:pt>
                <c:pt idx="19434">
                  <c:v>2</c:v>
                </c:pt>
                <c:pt idx="19435">
                  <c:v>2</c:v>
                </c:pt>
                <c:pt idx="19436">
                  <c:v>1</c:v>
                </c:pt>
                <c:pt idx="19437">
                  <c:v>2</c:v>
                </c:pt>
                <c:pt idx="19438">
                  <c:v>2</c:v>
                </c:pt>
                <c:pt idx="19439">
                  <c:v>2</c:v>
                </c:pt>
                <c:pt idx="19440">
                  <c:v>2</c:v>
                </c:pt>
                <c:pt idx="19441">
                  <c:v>2</c:v>
                </c:pt>
                <c:pt idx="19442">
                  <c:v>2</c:v>
                </c:pt>
                <c:pt idx="19443">
                  <c:v>2</c:v>
                </c:pt>
                <c:pt idx="19444">
                  <c:v>2</c:v>
                </c:pt>
                <c:pt idx="19445">
                  <c:v>1</c:v>
                </c:pt>
                <c:pt idx="19446">
                  <c:v>2</c:v>
                </c:pt>
                <c:pt idx="19447">
                  <c:v>2</c:v>
                </c:pt>
                <c:pt idx="19448">
                  <c:v>2</c:v>
                </c:pt>
                <c:pt idx="19449">
                  <c:v>2</c:v>
                </c:pt>
                <c:pt idx="19450">
                  <c:v>1</c:v>
                </c:pt>
                <c:pt idx="19451">
                  <c:v>2</c:v>
                </c:pt>
                <c:pt idx="19452">
                  <c:v>3</c:v>
                </c:pt>
                <c:pt idx="19453">
                  <c:v>1</c:v>
                </c:pt>
                <c:pt idx="19454">
                  <c:v>3</c:v>
                </c:pt>
                <c:pt idx="19455">
                  <c:v>3</c:v>
                </c:pt>
                <c:pt idx="19456">
                  <c:v>4</c:v>
                </c:pt>
                <c:pt idx="19457">
                  <c:v>2</c:v>
                </c:pt>
                <c:pt idx="19458">
                  <c:v>2</c:v>
                </c:pt>
                <c:pt idx="19459">
                  <c:v>4</c:v>
                </c:pt>
                <c:pt idx="19460">
                  <c:v>2</c:v>
                </c:pt>
                <c:pt idx="19461">
                  <c:v>3</c:v>
                </c:pt>
                <c:pt idx="19462">
                  <c:v>3</c:v>
                </c:pt>
                <c:pt idx="19463">
                  <c:v>2</c:v>
                </c:pt>
                <c:pt idx="19464">
                  <c:v>3</c:v>
                </c:pt>
                <c:pt idx="19465">
                  <c:v>5</c:v>
                </c:pt>
                <c:pt idx="19466">
                  <c:v>2</c:v>
                </c:pt>
                <c:pt idx="19467">
                  <c:v>2</c:v>
                </c:pt>
                <c:pt idx="19468">
                  <c:v>2</c:v>
                </c:pt>
                <c:pt idx="19469">
                  <c:v>2</c:v>
                </c:pt>
                <c:pt idx="19470">
                  <c:v>2</c:v>
                </c:pt>
                <c:pt idx="19471">
                  <c:v>3</c:v>
                </c:pt>
                <c:pt idx="19472">
                  <c:v>2</c:v>
                </c:pt>
                <c:pt idx="19473">
                  <c:v>1</c:v>
                </c:pt>
                <c:pt idx="19474">
                  <c:v>2</c:v>
                </c:pt>
                <c:pt idx="19475">
                  <c:v>2</c:v>
                </c:pt>
                <c:pt idx="19476">
                  <c:v>2</c:v>
                </c:pt>
                <c:pt idx="19477">
                  <c:v>2</c:v>
                </c:pt>
                <c:pt idx="19478">
                  <c:v>5</c:v>
                </c:pt>
                <c:pt idx="19479">
                  <c:v>2</c:v>
                </c:pt>
                <c:pt idx="19480">
                  <c:v>4</c:v>
                </c:pt>
                <c:pt idx="19481">
                  <c:v>3</c:v>
                </c:pt>
                <c:pt idx="19482">
                  <c:v>3</c:v>
                </c:pt>
                <c:pt idx="19483">
                  <c:v>3</c:v>
                </c:pt>
                <c:pt idx="19484">
                  <c:v>3</c:v>
                </c:pt>
                <c:pt idx="19485">
                  <c:v>3</c:v>
                </c:pt>
                <c:pt idx="19486">
                  <c:v>4</c:v>
                </c:pt>
                <c:pt idx="19487">
                  <c:v>4</c:v>
                </c:pt>
                <c:pt idx="19488">
                  <c:v>6</c:v>
                </c:pt>
                <c:pt idx="19489">
                  <c:v>3</c:v>
                </c:pt>
                <c:pt idx="19490">
                  <c:v>3</c:v>
                </c:pt>
                <c:pt idx="19491">
                  <c:v>3</c:v>
                </c:pt>
                <c:pt idx="19492">
                  <c:v>3</c:v>
                </c:pt>
                <c:pt idx="19493">
                  <c:v>1</c:v>
                </c:pt>
                <c:pt idx="19494">
                  <c:v>3</c:v>
                </c:pt>
                <c:pt idx="19495">
                  <c:v>2</c:v>
                </c:pt>
                <c:pt idx="19496">
                  <c:v>2</c:v>
                </c:pt>
                <c:pt idx="19497">
                  <c:v>3</c:v>
                </c:pt>
                <c:pt idx="19498">
                  <c:v>5</c:v>
                </c:pt>
                <c:pt idx="19499">
                  <c:v>3</c:v>
                </c:pt>
                <c:pt idx="19500">
                  <c:v>-4</c:v>
                </c:pt>
                <c:pt idx="19501">
                  <c:v>8</c:v>
                </c:pt>
                <c:pt idx="19502">
                  <c:v>3</c:v>
                </c:pt>
                <c:pt idx="19503">
                  <c:v>5</c:v>
                </c:pt>
                <c:pt idx="19504">
                  <c:v>3</c:v>
                </c:pt>
                <c:pt idx="19505">
                  <c:v>8</c:v>
                </c:pt>
                <c:pt idx="19506">
                  <c:v>-4</c:v>
                </c:pt>
                <c:pt idx="19507">
                  <c:v>3</c:v>
                </c:pt>
                <c:pt idx="19508">
                  <c:v>5</c:v>
                </c:pt>
                <c:pt idx="19509">
                  <c:v>4</c:v>
                </c:pt>
                <c:pt idx="19510">
                  <c:v>4</c:v>
                </c:pt>
                <c:pt idx="19511">
                  <c:v>5</c:v>
                </c:pt>
                <c:pt idx="19512">
                  <c:v>7</c:v>
                </c:pt>
                <c:pt idx="19513">
                  <c:v>7</c:v>
                </c:pt>
                <c:pt idx="19514">
                  <c:v>5</c:v>
                </c:pt>
                <c:pt idx="19515">
                  <c:v>5</c:v>
                </c:pt>
                <c:pt idx="19516">
                  <c:v>9</c:v>
                </c:pt>
                <c:pt idx="19517">
                  <c:v>4</c:v>
                </c:pt>
                <c:pt idx="19518">
                  <c:v>6</c:v>
                </c:pt>
                <c:pt idx="19519">
                  <c:v>6</c:v>
                </c:pt>
                <c:pt idx="19520">
                  <c:v>6</c:v>
                </c:pt>
                <c:pt idx="19521">
                  <c:v>3</c:v>
                </c:pt>
                <c:pt idx="19522">
                  <c:v>3</c:v>
                </c:pt>
                <c:pt idx="19523">
                  <c:v>5</c:v>
                </c:pt>
                <c:pt idx="19524">
                  <c:v>2</c:v>
                </c:pt>
                <c:pt idx="19525">
                  <c:v>3</c:v>
                </c:pt>
                <c:pt idx="19526">
                  <c:v>5</c:v>
                </c:pt>
                <c:pt idx="19527">
                  <c:v>2</c:v>
                </c:pt>
                <c:pt idx="19528">
                  <c:v>2</c:v>
                </c:pt>
                <c:pt idx="19529">
                  <c:v>2</c:v>
                </c:pt>
                <c:pt idx="19530">
                  <c:v>3</c:v>
                </c:pt>
                <c:pt idx="19531">
                  <c:v>2</c:v>
                </c:pt>
                <c:pt idx="19532">
                  <c:v>2</c:v>
                </c:pt>
                <c:pt idx="19533">
                  <c:v>2</c:v>
                </c:pt>
                <c:pt idx="19534">
                  <c:v>5</c:v>
                </c:pt>
                <c:pt idx="19535">
                  <c:v>2</c:v>
                </c:pt>
                <c:pt idx="19536">
                  <c:v>2</c:v>
                </c:pt>
                <c:pt idx="19537">
                  <c:v>2</c:v>
                </c:pt>
                <c:pt idx="19538">
                  <c:v>2</c:v>
                </c:pt>
                <c:pt idx="19539">
                  <c:v>2</c:v>
                </c:pt>
                <c:pt idx="19540">
                  <c:v>3</c:v>
                </c:pt>
                <c:pt idx="19541">
                  <c:v>4</c:v>
                </c:pt>
                <c:pt idx="19542">
                  <c:v>2</c:v>
                </c:pt>
                <c:pt idx="19543">
                  <c:v>3</c:v>
                </c:pt>
                <c:pt idx="19544">
                  <c:v>2</c:v>
                </c:pt>
                <c:pt idx="19545">
                  <c:v>5</c:v>
                </c:pt>
                <c:pt idx="19546">
                  <c:v>4</c:v>
                </c:pt>
                <c:pt idx="19547">
                  <c:v>4</c:v>
                </c:pt>
                <c:pt idx="19548">
                  <c:v>2</c:v>
                </c:pt>
                <c:pt idx="19549">
                  <c:v>4</c:v>
                </c:pt>
                <c:pt idx="19550">
                  <c:v>4</c:v>
                </c:pt>
                <c:pt idx="19551">
                  <c:v>2</c:v>
                </c:pt>
                <c:pt idx="19552">
                  <c:v>3</c:v>
                </c:pt>
                <c:pt idx="19553">
                  <c:v>5</c:v>
                </c:pt>
                <c:pt idx="19554">
                  <c:v>4</c:v>
                </c:pt>
                <c:pt idx="19555">
                  <c:v>3</c:v>
                </c:pt>
                <c:pt idx="19556">
                  <c:v>5</c:v>
                </c:pt>
                <c:pt idx="19557">
                  <c:v>4</c:v>
                </c:pt>
                <c:pt idx="19558">
                  <c:v>3</c:v>
                </c:pt>
                <c:pt idx="19559">
                  <c:v>3</c:v>
                </c:pt>
                <c:pt idx="19560">
                  <c:v>1</c:v>
                </c:pt>
                <c:pt idx="19561">
                  <c:v>1</c:v>
                </c:pt>
                <c:pt idx="19562">
                  <c:v>1</c:v>
                </c:pt>
                <c:pt idx="19563">
                  <c:v>2</c:v>
                </c:pt>
                <c:pt idx="19564">
                  <c:v>3</c:v>
                </c:pt>
                <c:pt idx="19565">
                  <c:v>2</c:v>
                </c:pt>
                <c:pt idx="19566">
                  <c:v>2</c:v>
                </c:pt>
                <c:pt idx="19567">
                  <c:v>4</c:v>
                </c:pt>
                <c:pt idx="19568">
                  <c:v>1</c:v>
                </c:pt>
                <c:pt idx="19569">
                  <c:v>2</c:v>
                </c:pt>
                <c:pt idx="19570">
                  <c:v>2</c:v>
                </c:pt>
                <c:pt idx="19571">
                  <c:v>1</c:v>
                </c:pt>
                <c:pt idx="19572">
                  <c:v>2</c:v>
                </c:pt>
                <c:pt idx="19573">
                  <c:v>2</c:v>
                </c:pt>
                <c:pt idx="19574">
                  <c:v>4</c:v>
                </c:pt>
                <c:pt idx="19575">
                  <c:v>2</c:v>
                </c:pt>
                <c:pt idx="19576">
                  <c:v>2</c:v>
                </c:pt>
                <c:pt idx="19577">
                  <c:v>3</c:v>
                </c:pt>
                <c:pt idx="19578">
                  <c:v>2</c:v>
                </c:pt>
                <c:pt idx="19579">
                  <c:v>2</c:v>
                </c:pt>
                <c:pt idx="19580">
                  <c:v>2</c:v>
                </c:pt>
                <c:pt idx="19581">
                  <c:v>2</c:v>
                </c:pt>
                <c:pt idx="19582">
                  <c:v>4</c:v>
                </c:pt>
                <c:pt idx="19583">
                  <c:v>4</c:v>
                </c:pt>
                <c:pt idx="19584">
                  <c:v>2</c:v>
                </c:pt>
                <c:pt idx="19585">
                  <c:v>1</c:v>
                </c:pt>
                <c:pt idx="19586">
                  <c:v>2</c:v>
                </c:pt>
                <c:pt idx="19587">
                  <c:v>1</c:v>
                </c:pt>
                <c:pt idx="19588">
                  <c:v>2</c:v>
                </c:pt>
                <c:pt idx="19589">
                  <c:v>2</c:v>
                </c:pt>
                <c:pt idx="19590">
                  <c:v>1</c:v>
                </c:pt>
                <c:pt idx="19591">
                  <c:v>1</c:v>
                </c:pt>
                <c:pt idx="19592">
                  <c:v>1</c:v>
                </c:pt>
                <c:pt idx="19593">
                  <c:v>1</c:v>
                </c:pt>
                <c:pt idx="19594">
                  <c:v>1</c:v>
                </c:pt>
                <c:pt idx="19595">
                  <c:v>2</c:v>
                </c:pt>
                <c:pt idx="19596">
                  <c:v>1</c:v>
                </c:pt>
                <c:pt idx="19597">
                  <c:v>1</c:v>
                </c:pt>
                <c:pt idx="19598">
                  <c:v>2</c:v>
                </c:pt>
                <c:pt idx="19599">
                  <c:v>2</c:v>
                </c:pt>
                <c:pt idx="19600">
                  <c:v>1</c:v>
                </c:pt>
                <c:pt idx="19601">
                  <c:v>1</c:v>
                </c:pt>
                <c:pt idx="19602">
                  <c:v>1</c:v>
                </c:pt>
                <c:pt idx="19603">
                  <c:v>2</c:v>
                </c:pt>
                <c:pt idx="19604">
                  <c:v>3</c:v>
                </c:pt>
                <c:pt idx="19605">
                  <c:v>4</c:v>
                </c:pt>
                <c:pt idx="19606">
                  <c:v>6</c:v>
                </c:pt>
                <c:pt idx="19607">
                  <c:v>3</c:v>
                </c:pt>
                <c:pt idx="19608">
                  <c:v>2</c:v>
                </c:pt>
                <c:pt idx="19609">
                  <c:v>3</c:v>
                </c:pt>
                <c:pt idx="19610">
                  <c:v>1</c:v>
                </c:pt>
                <c:pt idx="19611">
                  <c:v>4</c:v>
                </c:pt>
                <c:pt idx="19612">
                  <c:v>5</c:v>
                </c:pt>
                <c:pt idx="19613">
                  <c:v>5</c:v>
                </c:pt>
                <c:pt idx="19614">
                  <c:v>1</c:v>
                </c:pt>
                <c:pt idx="19615">
                  <c:v>3</c:v>
                </c:pt>
                <c:pt idx="19616">
                  <c:v>3</c:v>
                </c:pt>
                <c:pt idx="19617">
                  <c:v>2</c:v>
                </c:pt>
                <c:pt idx="19618">
                  <c:v>2</c:v>
                </c:pt>
                <c:pt idx="19619">
                  <c:v>4</c:v>
                </c:pt>
                <c:pt idx="19620">
                  <c:v>10</c:v>
                </c:pt>
                <c:pt idx="19621">
                  <c:v>10</c:v>
                </c:pt>
                <c:pt idx="19622">
                  <c:v>10</c:v>
                </c:pt>
                <c:pt idx="19623">
                  <c:v>10</c:v>
                </c:pt>
                <c:pt idx="19624">
                  <c:v>2</c:v>
                </c:pt>
                <c:pt idx="19625">
                  <c:v>3</c:v>
                </c:pt>
                <c:pt idx="19626">
                  <c:v>3</c:v>
                </c:pt>
                <c:pt idx="19627">
                  <c:v>1</c:v>
                </c:pt>
                <c:pt idx="19628">
                  <c:v>4</c:v>
                </c:pt>
                <c:pt idx="19629">
                  <c:v>4</c:v>
                </c:pt>
                <c:pt idx="19630">
                  <c:v>4</c:v>
                </c:pt>
                <c:pt idx="19631">
                  <c:v>4</c:v>
                </c:pt>
                <c:pt idx="19632">
                  <c:v>1</c:v>
                </c:pt>
                <c:pt idx="19633">
                  <c:v>2</c:v>
                </c:pt>
                <c:pt idx="19634">
                  <c:v>2</c:v>
                </c:pt>
                <c:pt idx="19635">
                  <c:v>2</c:v>
                </c:pt>
                <c:pt idx="19636">
                  <c:v>4</c:v>
                </c:pt>
                <c:pt idx="19637">
                  <c:v>4</c:v>
                </c:pt>
                <c:pt idx="19638">
                  <c:v>2</c:v>
                </c:pt>
                <c:pt idx="19639">
                  <c:v>4</c:v>
                </c:pt>
                <c:pt idx="19640">
                  <c:v>7</c:v>
                </c:pt>
                <c:pt idx="19641">
                  <c:v>5</c:v>
                </c:pt>
                <c:pt idx="19642">
                  <c:v>1</c:v>
                </c:pt>
                <c:pt idx="19643">
                  <c:v>4</c:v>
                </c:pt>
                <c:pt idx="19644">
                  <c:v>4</c:v>
                </c:pt>
                <c:pt idx="19645">
                  <c:v>3</c:v>
                </c:pt>
                <c:pt idx="19646">
                  <c:v>2</c:v>
                </c:pt>
                <c:pt idx="19647">
                  <c:v>2</c:v>
                </c:pt>
                <c:pt idx="19648">
                  <c:v>2</c:v>
                </c:pt>
                <c:pt idx="19649">
                  <c:v>2</c:v>
                </c:pt>
                <c:pt idx="19650">
                  <c:v>2</c:v>
                </c:pt>
                <c:pt idx="19651">
                  <c:v>2</c:v>
                </c:pt>
                <c:pt idx="19652">
                  <c:v>2</c:v>
                </c:pt>
                <c:pt idx="19653">
                  <c:v>2</c:v>
                </c:pt>
                <c:pt idx="19654">
                  <c:v>2</c:v>
                </c:pt>
                <c:pt idx="19655">
                  <c:v>1</c:v>
                </c:pt>
                <c:pt idx="19656">
                  <c:v>3</c:v>
                </c:pt>
                <c:pt idx="19657">
                  <c:v>1</c:v>
                </c:pt>
                <c:pt idx="19658">
                  <c:v>2</c:v>
                </c:pt>
                <c:pt idx="19659">
                  <c:v>1</c:v>
                </c:pt>
                <c:pt idx="19660">
                  <c:v>1</c:v>
                </c:pt>
                <c:pt idx="19661">
                  <c:v>1</c:v>
                </c:pt>
                <c:pt idx="19662">
                  <c:v>8</c:v>
                </c:pt>
                <c:pt idx="19663">
                  <c:v>4</c:v>
                </c:pt>
                <c:pt idx="19664">
                  <c:v>8</c:v>
                </c:pt>
                <c:pt idx="19665">
                  <c:v>3</c:v>
                </c:pt>
                <c:pt idx="19666">
                  <c:v>2</c:v>
                </c:pt>
                <c:pt idx="19667">
                  <c:v>2</c:v>
                </c:pt>
                <c:pt idx="19668">
                  <c:v>3</c:v>
                </c:pt>
                <c:pt idx="19669">
                  <c:v>3</c:v>
                </c:pt>
                <c:pt idx="19670">
                  <c:v>3</c:v>
                </c:pt>
                <c:pt idx="19671">
                  <c:v>4</c:v>
                </c:pt>
                <c:pt idx="19672">
                  <c:v>4</c:v>
                </c:pt>
                <c:pt idx="19673">
                  <c:v>2</c:v>
                </c:pt>
                <c:pt idx="19674">
                  <c:v>1</c:v>
                </c:pt>
                <c:pt idx="19675">
                  <c:v>3</c:v>
                </c:pt>
                <c:pt idx="19676">
                  <c:v>1</c:v>
                </c:pt>
                <c:pt idx="19677">
                  <c:v>1</c:v>
                </c:pt>
                <c:pt idx="19678">
                  <c:v>1</c:v>
                </c:pt>
                <c:pt idx="19679">
                  <c:v>4</c:v>
                </c:pt>
                <c:pt idx="19680">
                  <c:v>1</c:v>
                </c:pt>
                <c:pt idx="19681">
                  <c:v>3</c:v>
                </c:pt>
                <c:pt idx="19682">
                  <c:v>2</c:v>
                </c:pt>
                <c:pt idx="19683">
                  <c:v>2</c:v>
                </c:pt>
                <c:pt idx="19684">
                  <c:v>3</c:v>
                </c:pt>
                <c:pt idx="19685">
                  <c:v>3</c:v>
                </c:pt>
                <c:pt idx="19686">
                  <c:v>2</c:v>
                </c:pt>
                <c:pt idx="19687">
                  <c:v>1</c:v>
                </c:pt>
                <c:pt idx="19688">
                  <c:v>2</c:v>
                </c:pt>
                <c:pt idx="19689">
                  <c:v>2</c:v>
                </c:pt>
                <c:pt idx="19690">
                  <c:v>1</c:v>
                </c:pt>
                <c:pt idx="19691">
                  <c:v>2</c:v>
                </c:pt>
                <c:pt idx="19692">
                  <c:v>1</c:v>
                </c:pt>
                <c:pt idx="19693">
                  <c:v>1</c:v>
                </c:pt>
                <c:pt idx="19694">
                  <c:v>2</c:v>
                </c:pt>
                <c:pt idx="19695">
                  <c:v>2</c:v>
                </c:pt>
                <c:pt idx="19696">
                  <c:v>1</c:v>
                </c:pt>
                <c:pt idx="19697">
                  <c:v>2</c:v>
                </c:pt>
                <c:pt idx="19698">
                  <c:v>4</c:v>
                </c:pt>
                <c:pt idx="19699">
                  <c:v>2</c:v>
                </c:pt>
                <c:pt idx="19700">
                  <c:v>4</c:v>
                </c:pt>
                <c:pt idx="19701">
                  <c:v>2</c:v>
                </c:pt>
                <c:pt idx="19702">
                  <c:v>2</c:v>
                </c:pt>
                <c:pt idx="19703">
                  <c:v>2</c:v>
                </c:pt>
                <c:pt idx="19704">
                  <c:v>3</c:v>
                </c:pt>
                <c:pt idx="19705">
                  <c:v>2</c:v>
                </c:pt>
                <c:pt idx="19706">
                  <c:v>2</c:v>
                </c:pt>
                <c:pt idx="19707">
                  <c:v>4</c:v>
                </c:pt>
                <c:pt idx="19708">
                  <c:v>3</c:v>
                </c:pt>
                <c:pt idx="19709">
                  <c:v>2</c:v>
                </c:pt>
                <c:pt idx="19710">
                  <c:v>2</c:v>
                </c:pt>
                <c:pt idx="19711">
                  <c:v>4</c:v>
                </c:pt>
                <c:pt idx="19712">
                  <c:v>2</c:v>
                </c:pt>
                <c:pt idx="19713">
                  <c:v>2</c:v>
                </c:pt>
                <c:pt idx="19714">
                  <c:v>3</c:v>
                </c:pt>
                <c:pt idx="19715">
                  <c:v>3</c:v>
                </c:pt>
                <c:pt idx="19716">
                  <c:v>4</c:v>
                </c:pt>
                <c:pt idx="19717">
                  <c:v>1</c:v>
                </c:pt>
                <c:pt idx="19718">
                  <c:v>4</c:v>
                </c:pt>
                <c:pt idx="19719">
                  <c:v>2</c:v>
                </c:pt>
                <c:pt idx="19720">
                  <c:v>2</c:v>
                </c:pt>
                <c:pt idx="19721">
                  <c:v>3</c:v>
                </c:pt>
                <c:pt idx="19722">
                  <c:v>8</c:v>
                </c:pt>
                <c:pt idx="19723">
                  <c:v>4</c:v>
                </c:pt>
                <c:pt idx="19724">
                  <c:v>3</c:v>
                </c:pt>
                <c:pt idx="19725">
                  <c:v>4</c:v>
                </c:pt>
                <c:pt idx="19726">
                  <c:v>1</c:v>
                </c:pt>
                <c:pt idx="19727">
                  <c:v>1</c:v>
                </c:pt>
                <c:pt idx="19728">
                  <c:v>2</c:v>
                </c:pt>
                <c:pt idx="19729">
                  <c:v>5</c:v>
                </c:pt>
                <c:pt idx="19730">
                  <c:v>4</c:v>
                </c:pt>
                <c:pt idx="19731">
                  <c:v>2</c:v>
                </c:pt>
                <c:pt idx="19732">
                  <c:v>6</c:v>
                </c:pt>
                <c:pt idx="19733">
                  <c:v>0</c:v>
                </c:pt>
                <c:pt idx="19734">
                  <c:v>3</c:v>
                </c:pt>
                <c:pt idx="19735">
                  <c:v>3</c:v>
                </c:pt>
                <c:pt idx="19736">
                  <c:v>3</c:v>
                </c:pt>
                <c:pt idx="19737">
                  <c:v>3</c:v>
                </c:pt>
                <c:pt idx="19738">
                  <c:v>2</c:v>
                </c:pt>
                <c:pt idx="19739">
                  <c:v>4</c:v>
                </c:pt>
                <c:pt idx="19740">
                  <c:v>2</c:v>
                </c:pt>
                <c:pt idx="19741">
                  <c:v>4</c:v>
                </c:pt>
                <c:pt idx="19742">
                  <c:v>4</c:v>
                </c:pt>
                <c:pt idx="19743">
                  <c:v>2</c:v>
                </c:pt>
                <c:pt idx="19744">
                  <c:v>2</c:v>
                </c:pt>
                <c:pt idx="19745">
                  <c:v>2</c:v>
                </c:pt>
                <c:pt idx="19746">
                  <c:v>4</c:v>
                </c:pt>
                <c:pt idx="19747">
                  <c:v>4</c:v>
                </c:pt>
                <c:pt idx="19748">
                  <c:v>3</c:v>
                </c:pt>
                <c:pt idx="19749">
                  <c:v>4</c:v>
                </c:pt>
                <c:pt idx="19750">
                  <c:v>1</c:v>
                </c:pt>
                <c:pt idx="19751">
                  <c:v>2</c:v>
                </c:pt>
                <c:pt idx="19752">
                  <c:v>3</c:v>
                </c:pt>
                <c:pt idx="19753">
                  <c:v>2</c:v>
                </c:pt>
                <c:pt idx="19754">
                  <c:v>2</c:v>
                </c:pt>
                <c:pt idx="19755">
                  <c:v>1</c:v>
                </c:pt>
                <c:pt idx="19756">
                  <c:v>3</c:v>
                </c:pt>
                <c:pt idx="19757">
                  <c:v>3</c:v>
                </c:pt>
                <c:pt idx="19758">
                  <c:v>2</c:v>
                </c:pt>
                <c:pt idx="19759">
                  <c:v>2</c:v>
                </c:pt>
                <c:pt idx="19760">
                  <c:v>2</c:v>
                </c:pt>
                <c:pt idx="19761">
                  <c:v>3</c:v>
                </c:pt>
                <c:pt idx="19762">
                  <c:v>3</c:v>
                </c:pt>
                <c:pt idx="19763">
                  <c:v>4</c:v>
                </c:pt>
                <c:pt idx="19764">
                  <c:v>5</c:v>
                </c:pt>
                <c:pt idx="19765">
                  <c:v>2</c:v>
                </c:pt>
                <c:pt idx="19766">
                  <c:v>2</c:v>
                </c:pt>
                <c:pt idx="19767">
                  <c:v>2</c:v>
                </c:pt>
                <c:pt idx="19768">
                  <c:v>4</c:v>
                </c:pt>
                <c:pt idx="19769">
                  <c:v>2</c:v>
                </c:pt>
                <c:pt idx="19770">
                  <c:v>2</c:v>
                </c:pt>
                <c:pt idx="19771">
                  <c:v>3</c:v>
                </c:pt>
                <c:pt idx="19772">
                  <c:v>2</c:v>
                </c:pt>
                <c:pt idx="19773">
                  <c:v>2</c:v>
                </c:pt>
                <c:pt idx="19774">
                  <c:v>2</c:v>
                </c:pt>
                <c:pt idx="19775">
                  <c:v>1</c:v>
                </c:pt>
                <c:pt idx="19776">
                  <c:v>2</c:v>
                </c:pt>
                <c:pt idx="19777">
                  <c:v>2</c:v>
                </c:pt>
                <c:pt idx="19778">
                  <c:v>1</c:v>
                </c:pt>
                <c:pt idx="19779">
                  <c:v>3</c:v>
                </c:pt>
                <c:pt idx="19780">
                  <c:v>6</c:v>
                </c:pt>
                <c:pt idx="19781">
                  <c:v>2</c:v>
                </c:pt>
                <c:pt idx="19782">
                  <c:v>4</c:v>
                </c:pt>
                <c:pt idx="19783">
                  <c:v>3</c:v>
                </c:pt>
                <c:pt idx="19784">
                  <c:v>1</c:v>
                </c:pt>
                <c:pt idx="19785">
                  <c:v>1</c:v>
                </c:pt>
                <c:pt idx="19786">
                  <c:v>2</c:v>
                </c:pt>
                <c:pt idx="19787">
                  <c:v>1</c:v>
                </c:pt>
                <c:pt idx="19788">
                  <c:v>2</c:v>
                </c:pt>
                <c:pt idx="19789">
                  <c:v>4</c:v>
                </c:pt>
                <c:pt idx="19790">
                  <c:v>6</c:v>
                </c:pt>
                <c:pt idx="19791">
                  <c:v>3</c:v>
                </c:pt>
                <c:pt idx="19792">
                  <c:v>3</c:v>
                </c:pt>
                <c:pt idx="19793">
                  <c:v>3</c:v>
                </c:pt>
                <c:pt idx="19794">
                  <c:v>3</c:v>
                </c:pt>
                <c:pt idx="19795">
                  <c:v>3</c:v>
                </c:pt>
                <c:pt idx="19796">
                  <c:v>3</c:v>
                </c:pt>
                <c:pt idx="19797">
                  <c:v>1</c:v>
                </c:pt>
                <c:pt idx="19798">
                  <c:v>4</c:v>
                </c:pt>
                <c:pt idx="19799">
                  <c:v>3</c:v>
                </c:pt>
                <c:pt idx="19800">
                  <c:v>3</c:v>
                </c:pt>
                <c:pt idx="19801">
                  <c:v>5</c:v>
                </c:pt>
                <c:pt idx="19802">
                  <c:v>5</c:v>
                </c:pt>
                <c:pt idx="19803">
                  <c:v>2</c:v>
                </c:pt>
                <c:pt idx="19804">
                  <c:v>2</c:v>
                </c:pt>
                <c:pt idx="19805">
                  <c:v>4</c:v>
                </c:pt>
                <c:pt idx="19806">
                  <c:v>5</c:v>
                </c:pt>
                <c:pt idx="19807">
                  <c:v>6</c:v>
                </c:pt>
                <c:pt idx="19808">
                  <c:v>3</c:v>
                </c:pt>
                <c:pt idx="19809">
                  <c:v>3</c:v>
                </c:pt>
                <c:pt idx="19810">
                  <c:v>2</c:v>
                </c:pt>
                <c:pt idx="19811">
                  <c:v>4</c:v>
                </c:pt>
                <c:pt idx="19812">
                  <c:v>2</c:v>
                </c:pt>
                <c:pt idx="19813">
                  <c:v>3</c:v>
                </c:pt>
                <c:pt idx="19814">
                  <c:v>2</c:v>
                </c:pt>
                <c:pt idx="19815">
                  <c:v>3</c:v>
                </c:pt>
                <c:pt idx="19816">
                  <c:v>2</c:v>
                </c:pt>
                <c:pt idx="19817">
                  <c:v>2</c:v>
                </c:pt>
                <c:pt idx="19818">
                  <c:v>1</c:v>
                </c:pt>
                <c:pt idx="19819">
                  <c:v>2</c:v>
                </c:pt>
                <c:pt idx="19820">
                  <c:v>2</c:v>
                </c:pt>
                <c:pt idx="19821">
                  <c:v>2</c:v>
                </c:pt>
                <c:pt idx="19822">
                  <c:v>2</c:v>
                </c:pt>
                <c:pt idx="19823">
                  <c:v>2</c:v>
                </c:pt>
                <c:pt idx="19824">
                  <c:v>3</c:v>
                </c:pt>
                <c:pt idx="19825">
                  <c:v>5</c:v>
                </c:pt>
                <c:pt idx="19826">
                  <c:v>3</c:v>
                </c:pt>
                <c:pt idx="19827">
                  <c:v>3</c:v>
                </c:pt>
                <c:pt idx="19828">
                  <c:v>5</c:v>
                </c:pt>
                <c:pt idx="19829">
                  <c:v>2</c:v>
                </c:pt>
                <c:pt idx="19830">
                  <c:v>4</c:v>
                </c:pt>
                <c:pt idx="19831">
                  <c:v>4</c:v>
                </c:pt>
                <c:pt idx="19832">
                  <c:v>2</c:v>
                </c:pt>
                <c:pt idx="19833">
                  <c:v>3</c:v>
                </c:pt>
                <c:pt idx="19834">
                  <c:v>3</c:v>
                </c:pt>
                <c:pt idx="19835">
                  <c:v>3</c:v>
                </c:pt>
                <c:pt idx="19836">
                  <c:v>5</c:v>
                </c:pt>
                <c:pt idx="19837">
                  <c:v>6</c:v>
                </c:pt>
                <c:pt idx="19838">
                  <c:v>1</c:v>
                </c:pt>
                <c:pt idx="19839">
                  <c:v>1</c:v>
                </c:pt>
                <c:pt idx="19840">
                  <c:v>1</c:v>
                </c:pt>
                <c:pt idx="19841">
                  <c:v>2</c:v>
                </c:pt>
                <c:pt idx="19842">
                  <c:v>1</c:v>
                </c:pt>
                <c:pt idx="19843">
                  <c:v>2</c:v>
                </c:pt>
                <c:pt idx="19844">
                  <c:v>2</c:v>
                </c:pt>
                <c:pt idx="19845">
                  <c:v>2</c:v>
                </c:pt>
                <c:pt idx="19846">
                  <c:v>4</c:v>
                </c:pt>
                <c:pt idx="19847">
                  <c:v>2</c:v>
                </c:pt>
                <c:pt idx="19848">
                  <c:v>1</c:v>
                </c:pt>
                <c:pt idx="19849">
                  <c:v>1</c:v>
                </c:pt>
                <c:pt idx="19850">
                  <c:v>4</c:v>
                </c:pt>
                <c:pt idx="19851">
                  <c:v>2</c:v>
                </c:pt>
                <c:pt idx="19852">
                  <c:v>2</c:v>
                </c:pt>
                <c:pt idx="19853">
                  <c:v>2</c:v>
                </c:pt>
                <c:pt idx="19854">
                  <c:v>2</c:v>
                </c:pt>
                <c:pt idx="19855">
                  <c:v>2</c:v>
                </c:pt>
                <c:pt idx="19856">
                  <c:v>4</c:v>
                </c:pt>
                <c:pt idx="19857">
                  <c:v>5</c:v>
                </c:pt>
                <c:pt idx="19858">
                  <c:v>5</c:v>
                </c:pt>
                <c:pt idx="19859">
                  <c:v>6</c:v>
                </c:pt>
                <c:pt idx="19860">
                  <c:v>6</c:v>
                </c:pt>
                <c:pt idx="19861">
                  <c:v>5</c:v>
                </c:pt>
                <c:pt idx="19862">
                  <c:v>4</c:v>
                </c:pt>
                <c:pt idx="19863">
                  <c:v>5</c:v>
                </c:pt>
                <c:pt idx="19864">
                  <c:v>4</c:v>
                </c:pt>
                <c:pt idx="19865">
                  <c:v>1</c:v>
                </c:pt>
                <c:pt idx="19866">
                  <c:v>1</c:v>
                </c:pt>
                <c:pt idx="19867">
                  <c:v>1</c:v>
                </c:pt>
                <c:pt idx="19868">
                  <c:v>1</c:v>
                </c:pt>
                <c:pt idx="19869">
                  <c:v>1</c:v>
                </c:pt>
                <c:pt idx="19870">
                  <c:v>1</c:v>
                </c:pt>
                <c:pt idx="19871">
                  <c:v>1</c:v>
                </c:pt>
                <c:pt idx="19872">
                  <c:v>3</c:v>
                </c:pt>
                <c:pt idx="19873">
                  <c:v>3</c:v>
                </c:pt>
                <c:pt idx="19874">
                  <c:v>3</c:v>
                </c:pt>
                <c:pt idx="19875">
                  <c:v>6</c:v>
                </c:pt>
                <c:pt idx="19876">
                  <c:v>5</c:v>
                </c:pt>
                <c:pt idx="19877">
                  <c:v>4</c:v>
                </c:pt>
                <c:pt idx="19878">
                  <c:v>4</c:v>
                </c:pt>
                <c:pt idx="19879">
                  <c:v>1</c:v>
                </c:pt>
                <c:pt idx="19880">
                  <c:v>3</c:v>
                </c:pt>
                <c:pt idx="19881">
                  <c:v>2</c:v>
                </c:pt>
                <c:pt idx="19882">
                  <c:v>3</c:v>
                </c:pt>
                <c:pt idx="19883">
                  <c:v>2</c:v>
                </c:pt>
                <c:pt idx="19884">
                  <c:v>3</c:v>
                </c:pt>
                <c:pt idx="19885">
                  <c:v>2</c:v>
                </c:pt>
                <c:pt idx="19886">
                  <c:v>-3</c:v>
                </c:pt>
                <c:pt idx="19887">
                  <c:v>2</c:v>
                </c:pt>
                <c:pt idx="19888">
                  <c:v>2</c:v>
                </c:pt>
                <c:pt idx="19889">
                  <c:v>3</c:v>
                </c:pt>
                <c:pt idx="19890">
                  <c:v>3</c:v>
                </c:pt>
                <c:pt idx="19891">
                  <c:v>2</c:v>
                </c:pt>
                <c:pt idx="19892">
                  <c:v>3</c:v>
                </c:pt>
                <c:pt idx="19893">
                  <c:v>2</c:v>
                </c:pt>
                <c:pt idx="19894">
                  <c:v>3</c:v>
                </c:pt>
                <c:pt idx="19895">
                  <c:v>3</c:v>
                </c:pt>
                <c:pt idx="19896">
                  <c:v>2</c:v>
                </c:pt>
                <c:pt idx="19897">
                  <c:v>2</c:v>
                </c:pt>
                <c:pt idx="19898">
                  <c:v>1</c:v>
                </c:pt>
                <c:pt idx="19899">
                  <c:v>2</c:v>
                </c:pt>
                <c:pt idx="19900">
                  <c:v>2</c:v>
                </c:pt>
                <c:pt idx="19901">
                  <c:v>2</c:v>
                </c:pt>
                <c:pt idx="19902">
                  <c:v>2</c:v>
                </c:pt>
                <c:pt idx="19903">
                  <c:v>1</c:v>
                </c:pt>
                <c:pt idx="19904">
                  <c:v>1</c:v>
                </c:pt>
                <c:pt idx="19905">
                  <c:v>1</c:v>
                </c:pt>
                <c:pt idx="19906">
                  <c:v>2</c:v>
                </c:pt>
                <c:pt idx="19907">
                  <c:v>2</c:v>
                </c:pt>
                <c:pt idx="19908">
                  <c:v>3</c:v>
                </c:pt>
                <c:pt idx="19909">
                  <c:v>1</c:v>
                </c:pt>
                <c:pt idx="19910">
                  <c:v>1</c:v>
                </c:pt>
                <c:pt idx="19911">
                  <c:v>3</c:v>
                </c:pt>
                <c:pt idx="19912">
                  <c:v>3</c:v>
                </c:pt>
                <c:pt idx="19913">
                  <c:v>4</c:v>
                </c:pt>
                <c:pt idx="19914">
                  <c:v>5</c:v>
                </c:pt>
                <c:pt idx="19915">
                  <c:v>2</c:v>
                </c:pt>
                <c:pt idx="19916">
                  <c:v>3</c:v>
                </c:pt>
                <c:pt idx="19917">
                  <c:v>6</c:v>
                </c:pt>
                <c:pt idx="19918">
                  <c:v>3</c:v>
                </c:pt>
                <c:pt idx="19919">
                  <c:v>3</c:v>
                </c:pt>
                <c:pt idx="19920">
                  <c:v>3</c:v>
                </c:pt>
                <c:pt idx="19921">
                  <c:v>2</c:v>
                </c:pt>
                <c:pt idx="19922">
                  <c:v>3</c:v>
                </c:pt>
                <c:pt idx="19923">
                  <c:v>2</c:v>
                </c:pt>
                <c:pt idx="19924">
                  <c:v>1</c:v>
                </c:pt>
                <c:pt idx="19925">
                  <c:v>3</c:v>
                </c:pt>
                <c:pt idx="19926">
                  <c:v>3</c:v>
                </c:pt>
                <c:pt idx="19927">
                  <c:v>3</c:v>
                </c:pt>
                <c:pt idx="19928">
                  <c:v>1</c:v>
                </c:pt>
                <c:pt idx="19929">
                  <c:v>5</c:v>
                </c:pt>
                <c:pt idx="19930">
                  <c:v>7</c:v>
                </c:pt>
                <c:pt idx="19931">
                  <c:v>4</c:v>
                </c:pt>
                <c:pt idx="19932">
                  <c:v>7</c:v>
                </c:pt>
                <c:pt idx="19933">
                  <c:v>2</c:v>
                </c:pt>
                <c:pt idx="19934">
                  <c:v>3</c:v>
                </c:pt>
                <c:pt idx="19935">
                  <c:v>6</c:v>
                </c:pt>
                <c:pt idx="19936">
                  <c:v>1</c:v>
                </c:pt>
                <c:pt idx="19937">
                  <c:v>8</c:v>
                </c:pt>
                <c:pt idx="19938">
                  <c:v>4</c:v>
                </c:pt>
                <c:pt idx="19939">
                  <c:v>2</c:v>
                </c:pt>
                <c:pt idx="19940">
                  <c:v>4</c:v>
                </c:pt>
                <c:pt idx="19941">
                  <c:v>3</c:v>
                </c:pt>
                <c:pt idx="19942">
                  <c:v>2</c:v>
                </c:pt>
                <c:pt idx="19943">
                  <c:v>0</c:v>
                </c:pt>
                <c:pt idx="19944">
                  <c:v>0</c:v>
                </c:pt>
                <c:pt idx="19945">
                  <c:v>2</c:v>
                </c:pt>
                <c:pt idx="19946">
                  <c:v>3</c:v>
                </c:pt>
                <c:pt idx="19947">
                  <c:v>2</c:v>
                </c:pt>
                <c:pt idx="19948">
                  <c:v>2</c:v>
                </c:pt>
                <c:pt idx="19949">
                  <c:v>3</c:v>
                </c:pt>
                <c:pt idx="19950">
                  <c:v>6</c:v>
                </c:pt>
                <c:pt idx="19951">
                  <c:v>1</c:v>
                </c:pt>
                <c:pt idx="19952">
                  <c:v>1</c:v>
                </c:pt>
                <c:pt idx="19953">
                  <c:v>1</c:v>
                </c:pt>
                <c:pt idx="19954">
                  <c:v>1</c:v>
                </c:pt>
                <c:pt idx="19955">
                  <c:v>2</c:v>
                </c:pt>
                <c:pt idx="19956">
                  <c:v>1</c:v>
                </c:pt>
                <c:pt idx="19957">
                  <c:v>1</c:v>
                </c:pt>
                <c:pt idx="19958">
                  <c:v>4</c:v>
                </c:pt>
                <c:pt idx="19959">
                  <c:v>2</c:v>
                </c:pt>
                <c:pt idx="19960">
                  <c:v>2</c:v>
                </c:pt>
                <c:pt idx="19961">
                  <c:v>3</c:v>
                </c:pt>
                <c:pt idx="19962">
                  <c:v>3</c:v>
                </c:pt>
                <c:pt idx="19963">
                  <c:v>2</c:v>
                </c:pt>
                <c:pt idx="19964">
                  <c:v>3</c:v>
                </c:pt>
                <c:pt idx="19965">
                  <c:v>5</c:v>
                </c:pt>
                <c:pt idx="19966">
                  <c:v>5</c:v>
                </c:pt>
                <c:pt idx="19967">
                  <c:v>3</c:v>
                </c:pt>
                <c:pt idx="19968">
                  <c:v>2</c:v>
                </c:pt>
                <c:pt idx="19969">
                  <c:v>3</c:v>
                </c:pt>
                <c:pt idx="19970">
                  <c:v>4</c:v>
                </c:pt>
                <c:pt idx="19971">
                  <c:v>2</c:v>
                </c:pt>
                <c:pt idx="19972">
                  <c:v>4</c:v>
                </c:pt>
                <c:pt idx="19973">
                  <c:v>3</c:v>
                </c:pt>
                <c:pt idx="19974">
                  <c:v>2</c:v>
                </c:pt>
                <c:pt idx="19975">
                  <c:v>2</c:v>
                </c:pt>
                <c:pt idx="19976">
                  <c:v>2</c:v>
                </c:pt>
                <c:pt idx="19977">
                  <c:v>2</c:v>
                </c:pt>
                <c:pt idx="19978">
                  <c:v>3</c:v>
                </c:pt>
                <c:pt idx="19979">
                  <c:v>3</c:v>
                </c:pt>
                <c:pt idx="19980">
                  <c:v>3</c:v>
                </c:pt>
                <c:pt idx="19981">
                  <c:v>3</c:v>
                </c:pt>
                <c:pt idx="19982">
                  <c:v>1</c:v>
                </c:pt>
                <c:pt idx="19983">
                  <c:v>1</c:v>
                </c:pt>
                <c:pt idx="19984">
                  <c:v>2</c:v>
                </c:pt>
                <c:pt idx="19985">
                  <c:v>2</c:v>
                </c:pt>
                <c:pt idx="19986">
                  <c:v>1</c:v>
                </c:pt>
                <c:pt idx="19987">
                  <c:v>1</c:v>
                </c:pt>
                <c:pt idx="19988">
                  <c:v>3</c:v>
                </c:pt>
                <c:pt idx="19989">
                  <c:v>1</c:v>
                </c:pt>
                <c:pt idx="19990">
                  <c:v>1</c:v>
                </c:pt>
                <c:pt idx="19991">
                  <c:v>3</c:v>
                </c:pt>
                <c:pt idx="19992">
                  <c:v>4</c:v>
                </c:pt>
                <c:pt idx="19993">
                  <c:v>4</c:v>
                </c:pt>
                <c:pt idx="19994">
                  <c:v>4</c:v>
                </c:pt>
                <c:pt idx="19995">
                  <c:v>2</c:v>
                </c:pt>
                <c:pt idx="19996">
                  <c:v>4</c:v>
                </c:pt>
                <c:pt idx="19997">
                  <c:v>3</c:v>
                </c:pt>
                <c:pt idx="19998">
                  <c:v>2</c:v>
                </c:pt>
                <c:pt idx="19999">
                  <c:v>7</c:v>
                </c:pt>
                <c:pt idx="20000">
                  <c:v>1</c:v>
                </c:pt>
                <c:pt idx="20001">
                  <c:v>2</c:v>
                </c:pt>
                <c:pt idx="20002">
                  <c:v>4</c:v>
                </c:pt>
                <c:pt idx="20003">
                  <c:v>5</c:v>
                </c:pt>
                <c:pt idx="20004">
                  <c:v>4</c:v>
                </c:pt>
                <c:pt idx="20005">
                  <c:v>2</c:v>
                </c:pt>
                <c:pt idx="20006">
                  <c:v>3</c:v>
                </c:pt>
                <c:pt idx="20007">
                  <c:v>2</c:v>
                </c:pt>
                <c:pt idx="20008">
                  <c:v>2</c:v>
                </c:pt>
                <c:pt idx="20009">
                  <c:v>1</c:v>
                </c:pt>
                <c:pt idx="20010">
                  <c:v>1</c:v>
                </c:pt>
                <c:pt idx="20011">
                  <c:v>1</c:v>
                </c:pt>
                <c:pt idx="20012">
                  <c:v>1</c:v>
                </c:pt>
                <c:pt idx="20013">
                  <c:v>2</c:v>
                </c:pt>
                <c:pt idx="20014">
                  <c:v>1</c:v>
                </c:pt>
                <c:pt idx="20015">
                  <c:v>3</c:v>
                </c:pt>
                <c:pt idx="20016">
                  <c:v>3</c:v>
                </c:pt>
                <c:pt idx="20017">
                  <c:v>2</c:v>
                </c:pt>
                <c:pt idx="20018">
                  <c:v>2</c:v>
                </c:pt>
                <c:pt idx="20019">
                  <c:v>3</c:v>
                </c:pt>
                <c:pt idx="20020">
                  <c:v>2</c:v>
                </c:pt>
                <c:pt idx="20021">
                  <c:v>3</c:v>
                </c:pt>
                <c:pt idx="20022">
                  <c:v>3</c:v>
                </c:pt>
                <c:pt idx="20023">
                  <c:v>3</c:v>
                </c:pt>
                <c:pt idx="20024">
                  <c:v>2</c:v>
                </c:pt>
                <c:pt idx="20025">
                  <c:v>10</c:v>
                </c:pt>
                <c:pt idx="20026">
                  <c:v>6</c:v>
                </c:pt>
                <c:pt idx="20027">
                  <c:v>3</c:v>
                </c:pt>
                <c:pt idx="20028">
                  <c:v>1</c:v>
                </c:pt>
                <c:pt idx="20029">
                  <c:v>1</c:v>
                </c:pt>
                <c:pt idx="20030">
                  <c:v>3</c:v>
                </c:pt>
                <c:pt idx="20031">
                  <c:v>2</c:v>
                </c:pt>
                <c:pt idx="20032">
                  <c:v>3</c:v>
                </c:pt>
                <c:pt idx="20033">
                  <c:v>0</c:v>
                </c:pt>
                <c:pt idx="20034">
                  <c:v>3</c:v>
                </c:pt>
                <c:pt idx="20035">
                  <c:v>0</c:v>
                </c:pt>
                <c:pt idx="20036">
                  <c:v>1</c:v>
                </c:pt>
                <c:pt idx="20037">
                  <c:v>4</c:v>
                </c:pt>
                <c:pt idx="20038">
                  <c:v>3</c:v>
                </c:pt>
                <c:pt idx="20039">
                  <c:v>1</c:v>
                </c:pt>
                <c:pt idx="20040">
                  <c:v>2</c:v>
                </c:pt>
                <c:pt idx="20041">
                  <c:v>2</c:v>
                </c:pt>
                <c:pt idx="20042">
                  <c:v>1</c:v>
                </c:pt>
                <c:pt idx="20043">
                  <c:v>1</c:v>
                </c:pt>
                <c:pt idx="20044">
                  <c:v>2</c:v>
                </c:pt>
                <c:pt idx="20045">
                  <c:v>2</c:v>
                </c:pt>
                <c:pt idx="20046">
                  <c:v>2</c:v>
                </c:pt>
                <c:pt idx="20047">
                  <c:v>2</c:v>
                </c:pt>
                <c:pt idx="20048">
                  <c:v>3</c:v>
                </c:pt>
                <c:pt idx="20049">
                  <c:v>2</c:v>
                </c:pt>
                <c:pt idx="20050">
                  <c:v>2</c:v>
                </c:pt>
                <c:pt idx="20051">
                  <c:v>3</c:v>
                </c:pt>
                <c:pt idx="20052">
                  <c:v>2</c:v>
                </c:pt>
                <c:pt idx="20053">
                  <c:v>4</c:v>
                </c:pt>
                <c:pt idx="20054">
                  <c:v>2</c:v>
                </c:pt>
                <c:pt idx="20055">
                  <c:v>2</c:v>
                </c:pt>
                <c:pt idx="20056">
                  <c:v>2</c:v>
                </c:pt>
                <c:pt idx="20057">
                  <c:v>2</c:v>
                </c:pt>
                <c:pt idx="20058">
                  <c:v>3</c:v>
                </c:pt>
                <c:pt idx="20059">
                  <c:v>2</c:v>
                </c:pt>
                <c:pt idx="20060">
                  <c:v>2</c:v>
                </c:pt>
                <c:pt idx="20061">
                  <c:v>2</c:v>
                </c:pt>
                <c:pt idx="20062">
                  <c:v>3</c:v>
                </c:pt>
                <c:pt idx="20063">
                  <c:v>2</c:v>
                </c:pt>
                <c:pt idx="20064">
                  <c:v>2</c:v>
                </c:pt>
                <c:pt idx="20065">
                  <c:v>2</c:v>
                </c:pt>
                <c:pt idx="20066">
                  <c:v>2</c:v>
                </c:pt>
                <c:pt idx="20067">
                  <c:v>2</c:v>
                </c:pt>
                <c:pt idx="20068">
                  <c:v>2</c:v>
                </c:pt>
                <c:pt idx="20069">
                  <c:v>2</c:v>
                </c:pt>
                <c:pt idx="20070">
                  <c:v>1</c:v>
                </c:pt>
                <c:pt idx="20071">
                  <c:v>4</c:v>
                </c:pt>
                <c:pt idx="20072">
                  <c:v>3</c:v>
                </c:pt>
                <c:pt idx="20073">
                  <c:v>2</c:v>
                </c:pt>
                <c:pt idx="20074">
                  <c:v>3</c:v>
                </c:pt>
                <c:pt idx="20075">
                  <c:v>5</c:v>
                </c:pt>
                <c:pt idx="20076">
                  <c:v>4</c:v>
                </c:pt>
                <c:pt idx="20077">
                  <c:v>3</c:v>
                </c:pt>
                <c:pt idx="20078">
                  <c:v>2</c:v>
                </c:pt>
                <c:pt idx="20079">
                  <c:v>5</c:v>
                </c:pt>
                <c:pt idx="20080">
                  <c:v>1</c:v>
                </c:pt>
                <c:pt idx="20081">
                  <c:v>1</c:v>
                </c:pt>
                <c:pt idx="20082">
                  <c:v>4</c:v>
                </c:pt>
                <c:pt idx="20083">
                  <c:v>4</c:v>
                </c:pt>
                <c:pt idx="20084">
                  <c:v>3</c:v>
                </c:pt>
                <c:pt idx="20085">
                  <c:v>3</c:v>
                </c:pt>
                <c:pt idx="20086">
                  <c:v>12</c:v>
                </c:pt>
                <c:pt idx="20087">
                  <c:v>5</c:v>
                </c:pt>
                <c:pt idx="20088">
                  <c:v>2</c:v>
                </c:pt>
                <c:pt idx="20089">
                  <c:v>3</c:v>
                </c:pt>
                <c:pt idx="20090">
                  <c:v>4</c:v>
                </c:pt>
                <c:pt idx="20091">
                  <c:v>7</c:v>
                </c:pt>
                <c:pt idx="20092">
                  <c:v>1</c:v>
                </c:pt>
                <c:pt idx="20093">
                  <c:v>5</c:v>
                </c:pt>
                <c:pt idx="20094">
                  <c:v>4</c:v>
                </c:pt>
                <c:pt idx="20095">
                  <c:v>4</c:v>
                </c:pt>
                <c:pt idx="20096">
                  <c:v>3</c:v>
                </c:pt>
                <c:pt idx="20097">
                  <c:v>1</c:v>
                </c:pt>
                <c:pt idx="20098">
                  <c:v>1</c:v>
                </c:pt>
                <c:pt idx="20099">
                  <c:v>1</c:v>
                </c:pt>
                <c:pt idx="20100">
                  <c:v>3</c:v>
                </c:pt>
                <c:pt idx="20101">
                  <c:v>5</c:v>
                </c:pt>
                <c:pt idx="20102">
                  <c:v>6</c:v>
                </c:pt>
                <c:pt idx="20103">
                  <c:v>8</c:v>
                </c:pt>
                <c:pt idx="20104">
                  <c:v>1</c:v>
                </c:pt>
                <c:pt idx="20105">
                  <c:v>4</c:v>
                </c:pt>
                <c:pt idx="20106">
                  <c:v>4</c:v>
                </c:pt>
                <c:pt idx="20107">
                  <c:v>1</c:v>
                </c:pt>
                <c:pt idx="20108">
                  <c:v>2</c:v>
                </c:pt>
                <c:pt idx="20109">
                  <c:v>-2</c:v>
                </c:pt>
                <c:pt idx="20110">
                  <c:v>2</c:v>
                </c:pt>
                <c:pt idx="20111">
                  <c:v>6</c:v>
                </c:pt>
                <c:pt idx="20112">
                  <c:v>2</c:v>
                </c:pt>
                <c:pt idx="20113">
                  <c:v>2</c:v>
                </c:pt>
                <c:pt idx="20114">
                  <c:v>1</c:v>
                </c:pt>
                <c:pt idx="20115">
                  <c:v>4</c:v>
                </c:pt>
                <c:pt idx="20116">
                  <c:v>3</c:v>
                </c:pt>
                <c:pt idx="20117">
                  <c:v>8</c:v>
                </c:pt>
                <c:pt idx="20118">
                  <c:v>2</c:v>
                </c:pt>
                <c:pt idx="20119">
                  <c:v>10</c:v>
                </c:pt>
                <c:pt idx="20120">
                  <c:v>1</c:v>
                </c:pt>
                <c:pt idx="20121">
                  <c:v>2</c:v>
                </c:pt>
                <c:pt idx="20122">
                  <c:v>2</c:v>
                </c:pt>
                <c:pt idx="20123">
                  <c:v>1</c:v>
                </c:pt>
                <c:pt idx="20124">
                  <c:v>1</c:v>
                </c:pt>
                <c:pt idx="20125">
                  <c:v>1</c:v>
                </c:pt>
                <c:pt idx="20126">
                  <c:v>1</c:v>
                </c:pt>
                <c:pt idx="20127">
                  <c:v>1</c:v>
                </c:pt>
                <c:pt idx="20128">
                  <c:v>1</c:v>
                </c:pt>
                <c:pt idx="20129">
                  <c:v>1</c:v>
                </c:pt>
                <c:pt idx="20130">
                  <c:v>1</c:v>
                </c:pt>
                <c:pt idx="20131">
                  <c:v>1</c:v>
                </c:pt>
                <c:pt idx="20132">
                  <c:v>1</c:v>
                </c:pt>
                <c:pt idx="20133">
                  <c:v>1</c:v>
                </c:pt>
                <c:pt idx="20134">
                  <c:v>1</c:v>
                </c:pt>
                <c:pt idx="20135">
                  <c:v>1</c:v>
                </c:pt>
                <c:pt idx="20136">
                  <c:v>1</c:v>
                </c:pt>
                <c:pt idx="20137">
                  <c:v>2</c:v>
                </c:pt>
                <c:pt idx="20138">
                  <c:v>1</c:v>
                </c:pt>
                <c:pt idx="20139">
                  <c:v>1</c:v>
                </c:pt>
                <c:pt idx="20140">
                  <c:v>1</c:v>
                </c:pt>
                <c:pt idx="20141">
                  <c:v>1</c:v>
                </c:pt>
                <c:pt idx="20142">
                  <c:v>1</c:v>
                </c:pt>
                <c:pt idx="20143">
                  <c:v>2</c:v>
                </c:pt>
                <c:pt idx="20144">
                  <c:v>1</c:v>
                </c:pt>
                <c:pt idx="20145">
                  <c:v>1</c:v>
                </c:pt>
                <c:pt idx="20146">
                  <c:v>1</c:v>
                </c:pt>
                <c:pt idx="20147">
                  <c:v>2</c:v>
                </c:pt>
                <c:pt idx="20148">
                  <c:v>1</c:v>
                </c:pt>
                <c:pt idx="20149">
                  <c:v>2</c:v>
                </c:pt>
                <c:pt idx="20150">
                  <c:v>1</c:v>
                </c:pt>
                <c:pt idx="20151">
                  <c:v>1</c:v>
                </c:pt>
                <c:pt idx="20152">
                  <c:v>1</c:v>
                </c:pt>
                <c:pt idx="20153">
                  <c:v>1</c:v>
                </c:pt>
                <c:pt idx="20154">
                  <c:v>1</c:v>
                </c:pt>
                <c:pt idx="20155">
                  <c:v>1</c:v>
                </c:pt>
                <c:pt idx="20156">
                  <c:v>1</c:v>
                </c:pt>
                <c:pt idx="20157">
                  <c:v>1</c:v>
                </c:pt>
                <c:pt idx="20158">
                  <c:v>1</c:v>
                </c:pt>
                <c:pt idx="20159">
                  <c:v>2</c:v>
                </c:pt>
                <c:pt idx="20160">
                  <c:v>2</c:v>
                </c:pt>
                <c:pt idx="20161">
                  <c:v>2</c:v>
                </c:pt>
                <c:pt idx="20162">
                  <c:v>4</c:v>
                </c:pt>
                <c:pt idx="20163">
                  <c:v>3</c:v>
                </c:pt>
                <c:pt idx="20164">
                  <c:v>3</c:v>
                </c:pt>
                <c:pt idx="20165">
                  <c:v>0</c:v>
                </c:pt>
                <c:pt idx="20166">
                  <c:v>2</c:v>
                </c:pt>
                <c:pt idx="20167">
                  <c:v>2</c:v>
                </c:pt>
                <c:pt idx="20168">
                  <c:v>2</c:v>
                </c:pt>
                <c:pt idx="20169">
                  <c:v>2</c:v>
                </c:pt>
                <c:pt idx="20170">
                  <c:v>1</c:v>
                </c:pt>
                <c:pt idx="20171">
                  <c:v>7</c:v>
                </c:pt>
                <c:pt idx="20172">
                  <c:v>1</c:v>
                </c:pt>
                <c:pt idx="20173">
                  <c:v>2</c:v>
                </c:pt>
                <c:pt idx="20174">
                  <c:v>1</c:v>
                </c:pt>
                <c:pt idx="20175">
                  <c:v>1</c:v>
                </c:pt>
                <c:pt idx="20176">
                  <c:v>1</c:v>
                </c:pt>
                <c:pt idx="20177">
                  <c:v>1</c:v>
                </c:pt>
                <c:pt idx="20178">
                  <c:v>1</c:v>
                </c:pt>
                <c:pt idx="20179">
                  <c:v>2</c:v>
                </c:pt>
                <c:pt idx="20180">
                  <c:v>4</c:v>
                </c:pt>
                <c:pt idx="20181">
                  <c:v>3</c:v>
                </c:pt>
                <c:pt idx="20182">
                  <c:v>3</c:v>
                </c:pt>
                <c:pt idx="20183">
                  <c:v>2</c:v>
                </c:pt>
                <c:pt idx="20184">
                  <c:v>2</c:v>
                </c:pt>
                <c:pt idx="20185">
                  <c:v>4</c:v>
                </c:pt>
                <c:pt idx="20186">
                  <c:v>4</c:v>
                </c:pt>
                <c:pt idx="20187">
                  <c:v>3</c:v>
                </c:pt>
                <c:pt idx="20188">
                  <c:v>3</c:v>
                </c:pt>
                <c:pt idx="20189">
                  <c:v>1</c:v>
                </c:pt>
                <c:pt idx="20190">
                  <c:v>2</c:v>
                </c:pt>
                <c:pt idx="20191">
                  <c:v>2</c:v>
                </c:pt>
                <c:pt idx="20192">
                  <c:v>2</c:v>
                </c:pt>
                <c:pt idx="20193">
                  <c:v>3</c:v>
                </c:pt>
                <c:pt idx="20194">
                  <c:v>2</c:v>
                </c:pt>
                <c:pt idx="20195">
                  <c:v>2</c:v>
                </c:pt>
                <c:pt idx="20196">
                  <c:v>4</c:v>
                </c:pt>
                <c:pt idx="20197">
                  <c:v>4</c:v>
                </c:pt>
                <c:pt idx="20198">
                  <c:v>2</c:v>
                </c:pt>
                <c:pt idx="20199">
                  <c:v>4</c:v>
                </c:pt>
                <c:pt idx="20200">
                  <c:v>2</c:v>
                </c:pt>
                <c:pt idx="20201">
                  <c:v>7</c:v>
                </c:pt>
                <c:pt idx="20202">
                  <c:v>-2</c:v>
                </c:pt>
                <c:pt idx="20203">
                  <c:v>2</c:v>
                </c:pt>
                <c:pt idx="20204">
                  <c:v>1</c:v>
                </c:pt>
                <c:pt idx="20205">
                  <c:v>1</c:v>
                </c:pt>
                <c:pt idx="20206">
                  <c:v>2</c:v>
                </c:pt>
                <c:pt idx="20207">
                  <c:v>2</c:v>
                </c:pt>
                <c:pt idx="20208">
                  <c:v>2</c:v>
                </c:pt>
                <c:pt idx="20209">
                  <c:v>2</c:v>
                </c:pt>
                <c:pt idx="20210">
                  <c:v>5</c:v>
                </c:pt>
                <c:pt idx="20211">
                  <c:v>4</c:v>
                </c:pt>
                <c:pt idx="20212">
                  <c:v>2</c:v>
                </c:pt>
                <c:pt idx="20213">
                  <c:v>2</c:v>
                </c:pt>
                <c:pt idx="20214">
                  <c:v>1</c:v>
                </c:pt>
                <c:pt idx="20215">
                  <c:v>2</c:v>
                </c:pt>
                <c:pt idx="20216">
                  <c:v>2</c:v>
                </c:pt>
                <c:pt idx="20217">
                  <c:v>4</c:v>
                </c:pt>
                <c:pt idx="20218">
                  <c:v>12</c:v>
                </c:pt>
                <c:pt idx="20219">
                  <c:v>3</c:v>
                </c:pt>
                <c:pt idx="20220">
                  <c:v>3</c:v>
                </c:pt>
                <c:pt idx="20221">
                  <c:v>3</c:v>
                </c:pt>
                <c:pt idx="20222">
                  <c:v>3</c:v>
                </c:pt>
                <c:pt idx="20223">
                  <c:v>0</c:v>
                </c:pt>
                <c:pt idx="20224">
                  <c:v>3</c:v>
                </c:pt>
                <c:pt idx="20225">
                  <c:v>2</c:v>
                </c:pt>
                <c:pt idx="20226">
                  <c:v>2</c:v>
                </c:pt>
                <c:pt idx="20227">
                  <c:v>3</c:v>
                </c:pt>
                <c:pt idx="20228">
                  <c:v>3</c:v>
                </c:pt>
                <c:pt idx="20229">
                  <c:v>3</c:v>
                </c:pt>
                <c:pt idx="20230">
                  <c:v>2</c:v>
                </c:pt>
                <c:pt idx="20231">
                  <c:v>2</c:v>
                </c:pt>
                <c:pt idx="20232">
                  <c:v>2</c:v>
                </c:pt>
                <c:pt idx="20233">
                  <c:v>3</c:v>
                </c:pt>
                <c:pt idx="20234">
                  <c:v>3</c:v>
                </c:pt>
                <c:pt idx="20235">
                  <c:v>3</c:v>
                </c:pt>
                <c:pt idx="20236">
                  <c:v>2</c:v>
                </c:pt>
                <c:pt idx="20237">
                  <c:v>4</c:v>
                </c:pt>
                <c:pt idx="20238">
                  <c:v>2</c:v>
                </c:pt>
                <c:pt idx="20239">
                  <c:v>3</c:v>
                </c:pt>
                <c:pt idx="20240">
                  <c:v>1</c:v>
                </c:pt>
                <c:pt idx="20241">
                  <c:v>2</c:v>
                </c:pt>
                <c:pt idx="20242">
                  <c:v>3</c:v>
                </c:pt>
                <c:pt idx="20243">
                  <c:v>3</c:v>
                </c:pt>
                <c:pt idx="20244">
                  <c:v>3</c:v>
                </c:pt>
                <c:pt idx="20245">
                  <c:v>4</c:v>
                </c:pt>
                <c:pt idx="20246">
                  <c:v>3</c:v>
                </c:pt>
                <c:pt idx="20247">
                  <c:v>4</c:v>
                </c:pt>
                <c:pt idx="20248">
                  <c:v>5</c:v>
                </c:pt>
                <c:pt idx="20249">
                  <c:v>6</c:v>
                </c:pt>
                <c:pt idx="20250">
                  <c:v>3</c:v>
                </c:pt>
                <c:pt idx="20251">
                  <c:v>4</c:v>
                </c:pt>
                <c:pt idx="20252">
                  <c:v>6</c:v>
                </c:pt>
                <c:pt idx="20253">
                  <c:v>4</c:v>
                </c:pt>
                <c:pt idx="20254">
                  <c:v>1</c:v>
                </c:pt>
                <c:pt idx="20255">
                  <c:v>3</c:v>
                </c:pt>
                <c:pt idx="20256">
                  <c:v>2</c:v>
                </c:pt>
                <c:pt idx="20257">
                  <c:v>4</c:v>
                </c:pt>
                <c:pt idx="20258">
                  <c:v>4</c:v>
                </c:pt>
                <c:pt idx="20259">
                  <c:v>4</c:v>
                </c:pt>
                <c:pt idx="20260">
                  <c:v>4</c:v>
                </c:pt>
                <c:pt idx="20261">
                  <c:v>4</c:v>
                </c:pt>
                <c:pt idx="20262">
                  <c:v>4</c:v>
                </c:pt>
                <c:pt idx="20263">
                  <c:v>4</c:v>
                </c:pt>
                <c:pt idx="20264">
                  <c:v>4</c:v>
                </c:pt>
                <c:pt idx="20265">
                  <c:v>4</c:v>
                </c:pt>
                <c:pt idx="20266">
                  <c:v>4</c:v>
                </c:pt>
                <c:pt idx="20267">
                  <c:v>4</c:v>
                </c:pt>
                <c:pt idx="20268">
                  <c:v>4</c:v>
                </c:pt>
                <c:pt idx="20269">
                  <c:v>4</c:v>
                </c:pt>
                <c:pt idx="20270">
                  <c:v>3</c:v>
                </c:pt>
                <c:pt idx="20271">
                  <c:v>4</c:v>
                </c:pt>
                <c:pt idx="20272">
                  <c:v>4</c:v>
                </c:pt>
                <c:pt idx="20273">
                  <c:v>4</c:v>
                </c:pt>
                <c:pt idx="20274">
                  <c:v>6</c:v>
                </c:pt>
                <c:pt idx="20275">
                  <c:v>2</c:v>
                </c:pt>
                <c:pt idx="20276">
                  <c:v>2</c:v>
                </c:pt>
                <c:pt idx="20277">
                  <c:v>2</c:v>
                </c:pt>
                <c:pt idx="20278">
                  <c:v>2</c:v>
                </c:pt>
                <c:pt idx="20279">
                  <c:v>2</c:v>
                </c:pt>
                <c:pt idx="20280">
                  <c:v>2</c:v>
                </c:pt>
                <c:pt idx="20281">
                  <c:v>12</c:v>
                </c:pt>
                <c:pt idx="20282">
                  <c:v>4</c:v>
                </c:pt>
                <c:pt idx="20283">
                  <c:v>4</c:v>
                </c:pt>
                <c:pt idx="20284">
                  <c:v>3</c:v>
                </c:pt>
                <c:pt idx="20285">
                  <c:v>3</c:v>
                </c:pt>
                <c:pt idx="20286">
                  <c:v>2</c:v>
                </c:pt>
                <c:pt idx="20287">
                  <c:v>1</c:v>
                </c:pt>
                <c:pt idx="20288">
                  <c:v>1</c:v>
                </c:pt>
                <c:pt idx="20289">
                  <c:v>1</c:v>
                </c:pt>
                <c:pt idx="20290">
                  <c:v>1</c:v>
                </c:pt>
                <c:pt idx="20291">
                  <c:v>2</c:v>
                </c:pt>
                <c:pt idx="20292">
                  <c:v>1</c:v>
                </c:pt>
                <c:pt idx="20293">
                  <c:v>2</c:v>
                </c:pt>
                <c:pt idx="20294">
                  <c:v>2</c:v>
                </c:pt>
                <c:pt idx="20295">
                  <c:v>2</c:v>
                </c:pt>
                <c:pt idx="20296">
                  <c:v>5</c:v>
                </c:pt>
                <c:pt idx="20297">
                  <c:v>2</c:v>
                </c:pt>
                <c:pt idx="20298">
                  <c:v>2</c:v>
                </c:pt>
                <c:pt idx="20299">
                  <c:v>2</c:v>
                </c:pt>
                <c:pt idx="20300">
                  <c:v>4</c:v>
                </c:pt>
                <c:pt idx="20301">
                  <c:v>1</c:v>
                </c:pt>
                <c:pt idx="20302">
                  <c:v>4</c:v>
                </c:pt>
                <c:pt idx="20303">
                  <c:v>2</c:v>
                </c:pt>
                <c:pt idx="20304">
                  <c:v>3</c:v>
                </c:pt>
                <c:pt idx="20305">
                  <c:v>2</c:v>
                </c:pt>
                <c:pt idx="20306">
                  <c:v>4</c:v>
                </c:pt>
                <c:pt idx="20307">
                  <c:v>1</c:v>
                </c:pt>
                <c:pt idx="20308">
                  <c:v>3</c:v>
                </c:pt>
                <c:pt idx="20309">
                  <c:v>2</c:v>
                </c:pt>
                <c:pt idx="20310">
                  <c:v>1</c:v>
                </c:pt>
                <c:pt idx="20311">
                  <c:v>2</c:v>
                </c:pt>
                <c:pt idx="20312">
                  <c:v>1</c:v>
                </c:pt>
                <c:pt idx="20313">
                  <c:v>7</c:v>
                </c:pt>
                <c:pt idx="20314">
                  <c:v>2</c:v>
                </c:pt>
                <c:pt idx="20315">
                  <c:v>2</c:v>
                </c:pt>
                <c:pt idx="20316">
                  <c:v>2</c:v>
                </c:pt>
                <c:pt idx="20317">
                  <c:v>3</c:v>
                </c:pt>
                <c:pt idx="20318">
                  <c:v>5</c:v>
                </c:pt>
                <c:pt idx="20319">
                  <c:v>2</c:v>
                </c:pt>
                <c:pt idx="20320">
                  <c:v>2</c:v>
                </c:pt>
                <c:pt idx="20321">
                  <c:v>3</c:v>
                </c:pt>
                <c:pt idx="20322">
                  <c:v>4</c:v>
                </c:pt>
                <c:pt idx="20323">
                  <c:v>2</c:v>
                </c:pt>
                <c:pt idx="20324">
                  <c:v>2</c:v>
                </c:pt>
                <c:pt idx="20325">
                  <c:v>4</c:v>
                </c:pt>
                <c:pt idx="20326">
                  <c:v>1</c:v>
                </c:pt>
                <c:pt idx="20327">
                  <c:v>3</c:v>
                </c:pt>
                <c:pt idx="20328">
                  <c:v>3</c:v>
                </c:pt>
                <c:pt idx="20329">
                  <c:v>2</c:v>
                </c:pt>
                <c:pt idx="20330">
                  <c:v>3</c:v>
                </c:pt>
                <c:pt idx="20331">
                  <c:v>2</c:v>
                </c:pt>
                <c:pt idx="20332">
                  <c:v>4</c:v>
                </c:pt>
                <c:pt idx="20333">
                  <c:v>2</c:v>
                </c:pt>
                <c:pt idx="20334">
                  <c:v>1</c:v>
                </c:pt>
                <c:pt idx="20335">
                  <c:v>1</c:v>
                </c:pt>
                <c:pt idx="20336">
                  <c:v>1</c:v>
                </c:pt>
                <c:pt idx="20337">
                  <c:v>3</c:v>
                </c:pt>
                <c:pt idx="20338">
                  <c:v>3</c:v>
                </c:pt>
                <c:pt idx="20339">
                  <c:v>4</c:v>
                </c:pt>
                <c:pt idx="20340">
                  <c:v>3</c:v>
                </c:pt>
                <c:pt idx="20341">
                  <c:v>1</c:v>
                </c:pt>
                <c:pt idx="20342">
                  <c:v>2</c:v>
                </c:pt>
                <c:pt idx="20343">
                  <c:v>2</c:v>
                </c:pt>
                <c:pt idx="20344">
                  <c:v>2</c:v>
                </c:pt>
                <c:pt idx="20345">
                  <c:v>2</c:v>
                </c:pt>
                <c:pt idx="20346">
                  <c:v>3</c:v>
                </c:pt>
                <c:pt idx="20347">
                  <c:v>1</c:v>
                </c:pt>
                <c:pt idx="20348">
                  <c:v>1</c:v>
                </c:pt>
                <c:pt idx="20349">
                  <c:v>8</c:v>
                </c:pt>
                <c:pt idx="20350">
                  <c:v>4</c:v>
                </c:pt>
                <c:pt idx="20351">
                  <c:v>3</c:v>
                </c:pt>
                <c:pt idx="20352">
                  <c:v>5</c:v>
                </c:pt>
                <c:pt idx="20353">
                  <c:v>2</c:v>
                </c:pt>
                <c:pt idx="20354">
                  <c:v>3</c:v>
                </c:pt>
                <c:pt idx="20355">
                  <c:v>2</c:v>
                </c:pt>
                <c:pt idx="20356">
                  <c:v>5</c:v>
                </c:pt>
                <c:pt idx="20357">
                  <c:v>7</c:v>
                </c:pt>
                <c:pt idx="20358">
                  <c:v>5</c:v>
                </c:pt>
                <c:pt idx="20359">
                  <c:v>4</c:v>
                </c:pt>
                <c:pt idx="20360">
                  <c:v>4</c:v>
                </c:pt>
                <c:pt idx="20361">
                  <c:v>4</c:v>
                </c:pt>
                <c:pt idx="20362">
                  <c:v>2</c:v>
                </c:pt>
                <c:pt idx="20363">
                  <c:v>6</c:v>
                </c:pt>
                <c:pt idx="20364">
                  <c:v>4</c:v>
                </c:pt>
                <c:pt idx="20365">
                  <c:v>2</c:v>
                </c:pt>
                <c:pt idx="20366">
                  <c:v>5</c:v>
                </c:pt>
                <c:pt idx="20367">
                  <c:v>4</c:v>
                </c:pt>
                <c:pt idx="20368">
                  <c:v>4</c:v>
                </c:pt>
                <c:pt idx="20369">
                  <c:v>2</c:v>
                </c:pt>
                <c:pt idx="20370">
                  <c:v>4</c:v>
                </c:pt>
                <c:pt idx="20371">
                  <c:v>2</c:v>
                </c:pt>
                <c:pt idx="20372">
                  <c:v>1</c:v>
                </c:pt>
                <c:pt idx="20373">
                  <c:v>2</c:v>
                </c:pt>
                <c:pt idx="20374">
                  <c:v>1</c:v>
                </c:pt>
                <c:pt idx="20375">
                  <c:v>1</c:v>
                </c:pt>
                <c:pt idx="20376">
                  <c:v>2</c:v>
                </c:pt>
                <c:pt idx="20377">
                  <c:v>1</c:v>
                </c:pt>
                <c:pt idx="20378">
                  <c:v>3</c:v>
                </c:pt>
                <c:pt idx="20379">
                  <c:v>1</c:v>
                </c:pt>
                <c:pt idx="20380">
                  <c:v>1</c:v>
                </c:pt>
                <c:pt idx="20381">
                  <c:v>3</c:v>
                </c:pt>
                <c:pt idx="20382">
                  <c:v>0</c:v>
                </c:pt>
                <c:pt idx="20383">
                  <c:v>3</c:v>
                </c:pt>
                <c:pt idx="20384">
                  <c:v>3</c:v>
                </c:pt>
                <c:pt idx="20385">
                  <c:v>4</c:v>
                </c:pt>
                <c:pt idx="20386">
                  <c:v>2</c:v>
                </c:pt>
                <c:pt idx="20387">
                  <c:v>2</c:v>
                </c:pt>
                <c:pt idx="20388">
                  <c:v>2</c:v>
                </c:pt>
                <c:pt idx="20389">
                  <c:v>2</c:v>
                </c:pt>
                <c:pt idx="20390">
                  <c:v>2</c:v>
                </c:pt>
                <c:pt idx="20391">
                  <c:v>1</c:v>
                </c:pt>
                <c:pt idx="20392">
                  <c:v>2</c:v>
                </c:pt>
                <c:pt idx="20393">
                  <c:v>3</c:v>
                </c:pt>
                <c:pt idx="20394">
                  <c:v>2</c:v>
                </c:pt>
                <c:pt idx="20395">
                  <c:v>2</c:v>
                </c:pt>
                <c:pt idx="20396">
                  <c:v>2</c:v>
                </c:pt>
                <c:pt idx="20397">
                  <c:v>2</c:v>
                </c:pt>
                <c:pt idx="20398">
                  <c:v>4</c:v>
                </c:pt>
                <c:pt idx="20399">
                  <c:v>4</c:v>
                </c:pt>
                <c:pt idx="20400">
                  <c:v>1</c:v>
                </c:pt>
                <c:pt idx="20401">
                  <c:v>3</c:v>
                </c:pt>
                <c:pt idx="20402">
                  <c:v>3</c:v>
                </c:pt>
                <c:pt idx="20403">
                  <c:v>1</c:v>
                </c:pt>
                <c:pt idx="20404">
                  <c:v>2</c:v>
                </c:pt>
                <c:pt idx="20405">
                  <c:v>2</c:v>
                </c:pt>
                <c:pt idx="20406">
                  <c:v>4</c:v>
                </c:pt>
                <c:pt idx="20407">
                  <c:v>3</c:v>
                </c:pt>
                <c:pt idx="20408">
                  <c:v>2</c:v>
                </c:pt>
                <c:pt idx="20409">
                  <c:v>2</c:v>
                </c:pt>
                <c:pt idx="20410">
                  <c:v>3</c:v>
                </c:pt>
                <c:pt idx="20411">
                  <c:v>2</c:v>
                </c:pt>
                <c:pt idx="20412">
                  <c:v>2</c:v>
                </c:pt>
                <c:pt idx="20413">
                  <c:v>2</c:v>
                </c:pt>
                <c:pt idx="20414">
                  <c:v>2</c:v>
                </c:pt>
                <c:pt idx="20415">
                  <c:v>2</c:v>
                </c:pt>
                <c:pt idx="20416">
                  <c:v>3</c:v>
                </c:pt>
                <c:pt idx="20417">
                  <c:v>3</c:v>
                </c:pt>
                <c:pt idx="20418">
                  <c:v>3</c:v>
                </c:pt>
                <c:pt idx="20419">
                  <c:v>3</c:v>
                </c:pt>
                <c:pt idx="20420">
                  <c:v>2</c:v>
                </c:pt>
                <c:pt idx="20421">
                  <c:v>2</c:v>
                </c:pt>
                <c:pt idx="20422">
                  <c:v>3</c:v>
                </c:pt>
                <c:pt idx="20423">
                  <c:v>3</c:v>
                </c:pt>
                <c:pt idx="20424">
                  <c:v>2</c:v>
                </c:pt>
                <c:pt idx="20425">
                  <c:v>2</c:v>
                </c:pt>
                <c:pt idx="20426">
                  <c:v>2</c:v>
                </c:pt>
                <c:pt idx="20427">
                  <c:v>2</c:v>
                </c:pt>
                <c:pt idx="20428">
                  <c:v>2</c:v>
                </c:pt>
                <c:pt idx="20429">
                  <c:v>1</c:v>
                </c:pt>
                <c:pt idx="20430">
                  <c:v>1</c:v>
                </c:pt>
                <c:pt idx="20431">
                  <c:v>2</c:v>
                </c:pt>
                <c:pt idx="20432">
                  <c:v>1</c:v>
                </c:pt>
                <c:pt idx="20433">
                  <c:v>1</c:v>
                </c:pt>
                <c:pt idx="20434">
                  <c:v>2</c:v>
                </c:pt>
                <c:pt idx="20435">
                  <c:v>1</c:v>
                </c:pt>
                <c:pt idx="20436">
                  <c:v>3</c:v>
                </c:pt>
                <c:pt idx="20437">
                  <c:v>3</c:v>
                </c:pt>
                <c:pt idx="20438">
                  <c:v>3</c:v>
                </c:pt>
                <c:pt idx="20439">
                  <c:v>3</c:v>
                </c:pt>
                <c:pt idx="20440">
                  <c:v>1</c:v>
                </c:pt>
                <c:pt idx="20441">
                  <c:v>2</c:v>
                </c:pt>
                <c:pt idx="20442">
                  <c:v>2</c:v>
                </c:pt>
                <c:pt idx="20443">
                  <c:v>2</c:v>
                </c:pt>
                <c:pt idx="20444">
                  <c:v>2</c:v>
                </c:pt>
                <c:pt idx="20445">
                  <c:v>2</c:v>
                </c:pt>
                <c:pt idx="20446">
                  <c:v>2</c:v>
                </c:pt>
                <c:pt idx="20447">
                  <c:v>2</c:v>
                </c:pt>
                <c:pt idx="20448">
                  <c:v>2</c:v>
                </c:pt>
                <c:pt idx="20449">
                  <c:v>1</c:v>
                </c:pt>
                <c:pt idx="20450">
                  <c:v>3</c:v>
                </c:pt>
                <c:pt idx="20451">
                  <c:v>6</c:v>
                </c:pt>
                <c:pt idx="20452">
                  <c:v>3</c:v>
                </c:pt>
                <c:pt idx="20453">
                  <c:v>1</c:v>
                </c:pt>
                <c:pt idx="20454">
                  <c:v>2</c:v>
                </c:pt>
                <c:pt idx="20455">
                  <c:v>3</c:v>
                </c:pt>
                <c:pt idx="20456">
                  <c:v>5</c:v>
                </c:pt>
                <c:pt idx="20457">
                  <c:v>2</c:v>
                </c:pt>
                <c:pt idx="20458">
                  <c:v>3</c:v>
                </c:pt>
                <c:pt idx="20459">
                  <c:v>2</c:v>
                </c:pt>
                <c:pt idx="20460">
                  <c:v>2</c:v>
                </c:pt>
                <c:pt idx="20461">
                  <c:v>3</c:v>
                </c:pt>
                <c:pt idx="20462">
                  <c:v>2</c:v>
                </c:pt>
                <c:pt idx="20463">
                  <c:v>2</c:v>
                </c:pt>
                <c:pt idx="20464">
                  <c:v>2</c:v>
                </c:pt>
                <c:pt idx="20465">
                  <c:v>2</c:v>
                </c:pt>
                <c:pt idx="20466">
                  <c:v>2</c:v>
                </c:pt>
                <c:pt idx="20467">
                  <c:v>3</c:v>
                </c:pt>
                <c:pt idx="20468">
                  <c:v>2</c:v>
                </c:pt>
                <c:pt idx="20469">
                  <c:v>2</c:v>
                </c:pt>
                <c:pt idx="20470">
                  <c:v>2</c:v>
                </c:pt>
                <c:pt idx="20471">
                  <c:v>3</c:v>
                </c:pt>
                <c:pt idx="20472">
                  <c:v>2</c:v>
                </c:pt>
                <c:pt idx="20473">
                  <c:v>3</c:v>
                </c:pt>
                <c:pt idx="20474">
                  <c:v>3</c:v>
                </c:pt>
                <c:pt idx="20475">
                  <c:v>2</c:v>
                </c:pt>
                <c:pt idx="20476">
                  <c:v>2</c:v>
                </c:pt>
                <c:pt idx="20477">
                  <c:v>2</c:v>
                </c:pt>
                <c:pt idx="20478">
                  <c:v>1</c:v>
                </c:pt>
                <c:pt idx="20479">
                  <c:v>2</c:v>
                </c:pt>
                <c:pt idx="20480">
                  <c:v>2</c:v>
                </c:pt>
                <c:pt idx="20481">
                  <c:v>1</c:v>
                </c:pt>
                <c:pt idx="20482">
                  <c:v>2</c:v>
                </c:pt>
                <c:pt idx="20483">
                  <c:v>2</c:v>
                </c:pt>
                <c:pt idx="20484">
                  <c:v>2</c:v>
                </c:pt>
                <c:pt idx="20485">
                  <c:v>2</c:v>
                </c:pt>
                <c:pt idx="20486">
                  <c:v>2</c:v>
                </c:pt>
                <c:pt idx="20487">
                  <c:v>2</c:v>
                </c:pt>
                <c:pt idx="20488">
                  <c:v>3</c:v>
                </c:pt>
                <c:pt idx="20489">
                  <c:v>3</c:v>
                </c:pt>
                <c:pt idx="20490">
                  <c:v>2</c:v>
                </c:pt>
                <c:pt idx="20491">
                  <c:v>2</c:v>
                </c:pt>
                <c:pt idx="20492">
                  <c:v>2</c:v>
                </c:pt>
                <c:pt idx="20493">
                  <c:v>3</c:v>
                </c:pt>
                <c:pt idx="20494">
                  <c:v>3</c:v>
                </c:pt>
                <c:pt idx="20495">
                  <c:v>2</c:v>
                </c:pt>
                <c:pt idx="20496">
                  <c:v>5</c:v>
                </c:pt>
                <c:pt idx="20497">
                  <c:v>6</c:v>
                </c:pt>
                <c:pt idx="20498">
                  <c:v>7</c:v>
                </c:pt>
                <c:pt idx="20499">
                  <c:v>2</c:v>
                </c:pt>
                <c:pt idx="20500">
                  <c:v>2</c:v>
                </c:pt>
                <c:pt idx="20501">
                  <c:v>3</c:v>
                </c:pt>
                <c:pt idx="20502">
                  <c:v>3</c:v>
                </c:pt>
                <c:pt idx="20503">
                  <c:v>2</c:v>
                </c:pt>
                <c:pt idx="20504">
                  <c:v>2</c:v>
                </c:pt>
                <c:pt idx="20505">
                  <c:v>2</c:v>
                </c:pt>
                <c:pt idx="20506">
                  <c:v>2</c:v>
                </c:pt>
                <c:pt idx="20507">
                  <c:v>2</c:v>
                </c:pt>
                <c:pt idx="20508">
                  <c:v>2</c:v>
                </c:pt>
                <c:pt idx="20509">
                  <c:v>2</c:v>
                </c:pt>
                <c:pt idx="20510">
                  <c:v>2</c:v>
                </c:pt>
                <c:pt idx="20511">
                  <c:v>3</c:v>
                </c:pt>
                <c:pt idx="20512">
                  <c:v>3</c:v>
                </c:pt>
                <c:pt idx="20513">
                  <c:v>1</c:v>
                </c:pt>
                <c:pt idx="20514">
                  <c:v>1</c:v>
                </c:pt>
                <c:pt idx="20515">
                  <c:v>2</c:v>
                </c:pt>
                <c:pt idx="20516">
                  <c:v>1</c:v>
                </c:pt>
                <c:pt idx="20517">
                  <c:v>2</c:v>
                </c:pt>
                <c:pt idx="20518">
                  <c:v>2</c:v>
                </c:pt>
                <c:pt idx="20519">
                  <c:v>1</c:v>
                </c:pt>
                <c:pt idx="20520">
                  <c:v>1</c:v>
                </c:pt>
                <c:pt idx="20521">
                  <c:v>1</c:v>
                </c:pt>
                <c:pt idx="20522">
                  <c:v>1</c:v>
                </c:pt>
                <c:pt idx="20523">
                  <c:v>2</c:v>
                </c:pt>
                <c:pt idx="20524">
                  <c:v>1</c:v>
                </c:pt>
                <c:pt idx="20525">
                  <c:v>1</c:v>
                </c:pt>
                <c:pt idx="20526">
                  <c:v>3</c:v>
                </c:pt>
                <c:pt idx="20527">
                  <c:v>1</c:v>
                </c:pt>
                <c:pt idx="20528">
                  <c:v>1</c:v>
                </c:pt>
                <c:pt idx="20529">
                  <c:v>2</c:v>
                </c:pt>
                <c:pt idx="20530">
                  <c:v>3</c:v>
                </c:pt>
                <c:pt idx="20531">
                  <c:v>2</c:v>
                </c:pt>
                <c:pt idx="20532">
                  <c:v>2</c:v>
                </c:pt>
                <c:pt idx="20533">
                  <c:v>2</c:v>
                </c:pt>
                <c:pt idx="20534">
                  <c:v>2</c:v>
                </c:pt>
                <c:pt idx="20535">
                  <c:v>4</c:v>
                </c:pt>
                <c:pt idx="20536">
                  <c:v>4</c:v>
                </c:pt>
                <c:pt idx="20537">
                  <c:v>2</c:v>
                </c:pt>
                <c:pt idx="20538">
                  <c:v>4</c:v>
                </c:pt>
                <c:pt idx="20539">
                  <c:v>2</c:v>
                </c:pt>
                <c:pt idx="20540">
                  <c:v>1</c:v>
                </c:pt>
                <c:pt idx="20541">
                  <c:v>3</c:v>
                </c:pt>
                <c:pt idx="20542">
                  <c:v>2</c:v>
                </c:pt>
                <c:pt idx="20543">
                  <c:v>3</c:v>
                </c:pt>
                <c:pt idx="20544">
                  <c:v>2</c:v>
                </c:pt>
                <c:pt idx="20545">
                  <c:v>1</c:v>
                </c:pt>
                <c:pt idx="20546">
                  <c:v>1</c:v>
                </c:pt>
                <c:pt idx="20547">
                  <c:v>2</c:v>
                </c:pt>
                <c:pt idx="20548">
                  <c:v>2</c:v>
                </c:pt>
                <c:pt idx="20549">
                  <c:v>2</c:v>
                </c:pt>
                <c:pt idx="20550">
                  <c:v>1</c:v>
                </c:pt>
                <c:pt idx="20551">
                  <c:v>1</c:v>
                </c:pt>
                <c:pt idx="20552">
                  <c:v>2</c:v>
                </c:pt>
                <c:pt idx="20553">
                  <c:v>2</c:v>
                </c:pt>
                <c:pt idx="20554">
                  <c:v>1</c:v>
                </c:pt>
                <c:pt idx="20555">
                  <c:v>2</c:v>
                </c:pt>
                <c:pt idx="20556">
                  <c:v>2</c:v>
                </c:pt>
                <c:pt idx="20557">
                  <c:v>2</c:v>
                </c:pt>
                <c:pt idx="20558">
                  <c:v>3</c:v>
                </c:pt>
                <c:pt idx="20559">
                  <c:v>3</c:v>
                </c:pt>
                <c:pt idx="20560">
                  <c:v>1</c:v>
                </c:pt>
                <c:pt idx="20561">
                  <c:v>2</c:v>
                </c:pt>
                <c:pt idx="20562">
                  <c:v>3</c:v>
                </c:pt>
                <c:pt idx="20563">
                  <c:v>2</c:v>
                </c:pt>
                <c:pt idx="20564">
                  <c:v>3</c:v>
                </c:pt>
                <c:pt idx="20565">
                  <c:v>1</c:v>
                </c:pt>
                <c:pt idx="20566">
                  <c:v>4</c:v>
                </c:pt>
                <c:pt idx="20567">
                  <c:v>3</c:v>
                </c:pt>
                <c:pt idx="20568">
                  <c:v>2</c:v>
                </c:pt>
                <c:pt idx="20569">
                  <c:v>5</c:v>
                </c:pt>
                <c:pt idx="20570">
                  <c:v>2</c:v>
                </c:pt>
                <c:pt idx="20571">
                  <c:v>3</c:v>
                </c:pt>
                <c:pt idx="20572">
                  <c:v>2</c:v>
                </c:pt>
                <c:pt idx="20573">
                  <c:v>2</c:v>
                </c:pt>
                <c:pt idx="20574">
                  <c:v>7</c:v>
                </c:pt>
                <c:pt idx="20575">
                  <c:v>2</c:v>
                </c:pt>
                <c:pt idx="20576">
                  <c:v>2</c:v>
                </c:pt>
                <c:pt idx="20577">
                  <c:v>2</c:v>
                </c:pt>
                <c:pt idx="20578">
                  <c:v>2</c:v>
                </c:pt>
                <c:pt idx="20579">
                  <c:v>2</c:v>
                </c:pt>
                <c:pt idx="20580">
                  <c:v>6</c:v>
                </c:pt>
                <c:pt idx="20581">
                  <c:v>2</c:v>
                </c:pt>
                <c:pt idx="20582">
                  <c:v>3</c:v>
                </c:pt>
                <c:pt idx="20583">
                  <c:v>2</c:v>
                </c:pt>
                <c:pt idx="20584">
                  <c:v>2</c:v>
                </c:pt>
                <c:pt idx="20585">
                  <c:v>2</c:v>
                </c:pt>
                <c:pt idx="20586">
                  <c:v>2</c:v>
                </c:pt>
                <c:pt idx="20587">
                  <c:v>2</c:v>
                </c:pt>
                <c:pt idx="20588">
                  <c:v>2</c:v>
                </c:pt>
                <c:pt idx="20589">
                  <c:v>2</c:v>
                </c:pt>
                <c:pt idx="20590">
                  <c:v>5</c:v>
                </c:pt>
                <c:pt idx="20591">
                  <c:v>2</c:v>
                </c:pt>
                <c:pt idx="20592">
                  <c:v>1</c:v>
                </c:pt>
                <c:pt idx="20593">
                  <c:v>5</c:v>
                </c:pt>
                <c:pt idx="20594">
                  <c:v>3</c:v>
                </c:pt>
                <c:pt idx="20595">
                  <c:v>3</c:v>
                </c:pt>
                <c:pt idx="20596">
                  <c:v>2</c:v>
                </c:pt>
                <c:pt idx="20597">
                  <c:v>3</c:v>
                </c:pt>
                <c:pt idx="20598">
                  <c:v>1</c:v>
                </c:pt>
                <c:pt idx="20599">
                  <c:v>2</c:v>
                </c:pt>
                <c:pt idx="20600">
                  <c:v>2</c:v>
                </c:pt>
                <c:pt idx="20601">
                  <c:v>3</c:v>
                </c:pt>
                <c:pt idx="20602">
                  <c:v>5</c:v>
                </c:pt>
                <c:pt idx="20603">
                  <c:v>4</c:v>
                </c:pt>
                <c:pt idx="20604">
                  <c:v>2</c:v>
                </c:pt>
                <c:pt idx="20605">
                  <c:v>2</c:v>
                </c:pt>
                <c:pt idx="20606">
                  <c:v>5</c:v>
                </c:pt>
                <c:pt idx="20607">
                  <c:v>3</c:v>
                </c:pt>
                <c:pt idx="20608">
                  <c:v>2</c:v>
                </c:pt>
                <c:pt idx="20609">
                  <c:v>2</c:v>
                </c:pt>
                <c:pt idx="20610">
                  <c:v>3</c:v>
                </c:pt>
                <c:pt idx="20611">
                  <c:v>4</c:v>
                </c:pt>
                <c:pt idx="20612">
                  <c:v>2</c:v>
                </c:pt>
                <c:pt idx="20613">
                  <c:v>2</c:v>
                </c:pt>
                <c:pt idx="20614">
                  <c:v>4</c:v>
                </c:pt>
                <c:pt idx="20615">
                  <c:v>3</c:v>
                </c:pt>
                <c:pt idx="20616">
                  <c:v>1</c:v>
                </c:pt>
                <c:pt idx="20617">
                  <c:v>1</c:v>
                </c:pt>
                <c:pt idx="20618">
                  <c:v>1</c:v>
                </c:pt>
                <c:pt idx="20619">
                  <c:v>1</c:v>
                </c:pt>
                <c:pt idx="20620">
                  <c:v>2</c:v>
                </c:pt>
                <c:pt idx="20621">
                  <c:v>1</c:v>
                </c:pt>
                <c:pt idx="20622">
                  <c:v>1</c:v>
                </c:pt>
                <c:pt idx="20623">
                  <c:v>1</c:v>
                </c:pt>
                <c:pt idx="20624">
                  <c:v>1</c:v>
                </c:pt>
                <c:pt idx="20625">
                  <c:v>1</c:v>
                </c:pt>
                <c:pt idx="20626">
                  <c:v>1</c:v>
                </c:pt>
                <c:pt idx="20627">
                  <c:v>2</c:v>
                </c:pt>
                <c:pt idx="20628">
                  <c:v>1</c:v>
                </c:pt>
                <c:pt idx="20629">
                  <c:v>3</c:v>
                </c:pt>
                <c:pt idx="20630">
                  <c:v>2</c:v>
                </c:pt>
                <c:pt idx="20631">
                  <c:v>1</c:v>
                </c:pt>
                <c:pt idx="20632">
                  <c:v>1</c:v>
                </c:pt>
                <c:pt idx="20633">
                  <c:v>1</c:v>
                </c:pt>
                <c:pt idx="20634">
                  <c:v>1</c:v>
                </c:pt>
                <c:pt idx="20635">
                  <c:v>2</c:v>
                </c:pt>
                <c:pt idx="20636">
                  <c:v>2</c:v>
                </c:pt>
                <c:pt idx="20637">
                  <c:v>1</c:v>
                </c:pt>
                <c:pt idx="20638">
                  <c:v>1</c:v>
                </c:pt>
                <c:pt idx="20639">
                  <c:v>1</c:v>
                </c:pt>
                <c:pt idx="20640">
                  <c:v>1</c:v>
                </c:pt>
                <c:pt idx="20641">
                  <c:v>4</c:v>
                </c:pt>
                <c:pt idx="20642">
                  <c:v>1</c:v>
                </c:pt>
                <c:pt idx="20643">
                  <c:v>1</c:v>
                </c:pt>
                <c:pt idx="20644">
                  <c:v>1</c:v>
                </c:pt>
                <c:pt idx="20645">
                  <c:v>1</c:v>
                </c:pt>
                <c:pt idx="20646">
                  <c:v>2</c:v>
                </c:pt>
                <c:pt idx="20647">
                  <c:v>4</c:v>
                </c:pt>
                <c:pt idx="20648">
                  <c:v>3</c:v>
                </c:pt>
                <c:pt idx="20649">
                  <c:v>3</c:v>
                </c:pt>
                <c:pt idx="20650">
                  <c:v>2</c:v>
                </c:pt>
                <c:pt idx="20651">
                  <c:v>1</c:v>
                </c:pt>
                <c:pt idx="20652">
                  <c:v>3</c:v>
                </c:pt>
                <c:pt idx="20653">
                  <c:v>2</c:v>
                </c:pt>
                <c:pt idx="20654">
                  <c:v>2</c:v>
                </c:pt>
                <c:pt idx="20655">
                  <c:v>2</c:v>
                </c:pt>
                <c:pt idx="20656">
                  <c:v>2</c:v>
                </c:pt>
                <c:pt idx="20657">
                  <c:v>4</c:v>
                </c:pt>
                <c:pt idx="20658">
                  <c:v>3</c:v>
                </c:pt>
                <c:pt idx="20659">
                  <c:v>5</c:v>
                </c:pt>
                <c:pt idx="20660">
                  <c:v>7</c:v>
                </c:pt>
                <c:pt idx="20661">
                  <c:v>6</c:v>
                </c:pt>
                <c:pt idx="20662">
                  <c:v>2</c:v>
                </c:pt>
                <c:pt idx="20663">
                  <c:v>1</c:v>
                </c:pt>
                <c:pt idx="20664">
                  <c:v>1</c:v>
                </c:pt>
                <c:pt idx="20665">
                  <c:v>2</c:v>
                </c:pt>
                <c:pt idx="20666">
                  <c:v>2</c:v>
                </c:pt>
                <c:pt idx="20667">
                  <c:v>2</c:v>
                </c:pt>
                <c:pt idx="20668">
                  <c:v>2</c:v>
                </c:pt>
                <c:pt idx="20669">
                  <c:v>2</c:v>
                </c:pt>
                <c:pt idx="20670">
                  <c:v>3</c:v>
                </c:pt>
                <c:pt idx="20671">
                  <c:v>4</c:v>
                </c:pt>
                <c:pt idx="20672">
                  <c:v>3</c:v>
                </c:pt>
                <c:pt idx="20673">
                  <c:v>1</c:v>
                </c:pt>
                <c:pt idx="20674">
                  <c:v>1</c:v>
                </c:pt>
                <c:pt idx="20675">
                  <c:v>1</c:v>
                </c:pt>
                <c:pt idx="20676">
                  <c:v>2</c:v>
                </c:pt>
                <c:pt idx="20677">
                  <c:v>5</c:v>
                </c:pt>
                <c:pt idx="20678">
                  <c:v>3</c:v>
                </c:pt>
                <c:pt idx="20679">
                  <c:v>3</c:v>
                </c:pt>
                <c:pt idx="20680">
                  <c:v>4</c:v>
                </c:pt>
                <c:pt idx="20681">
                  <c:v>5</c:v>
                </c:pt>
                <c:pt idx="20682">
                  <c:v>4</c:v>
                </c:pt>
                <c:pt idx="20683">
                  <c:v>7</c:v>
                </c:pt>
                <c:pt idx="20684">
                  <c:v>3</c:v>
                </c:pt>
                <c:pt idx="20685">
                  <c:v>4</c:v>
                </c:pt>
                <c:pt idx="20686">
                  <c:v>4</c:v>
                </c:pt>
                <c:pt idx="20687">
                  <c:v>5</c:v>
                </c:pt>
                <c:pt idx="20688">
                  <c:v>8</c:v>
                </c:pt>
                <c:pt idx="20689">
                  <c:v>5</c:v>
                </c:pt>
                <c:pt idx="20690">
                  <c:v>4</c:v>
                </c:pt>
                <c:pt idx="20691">
                  <c:v>3</c:v>
                </c:pt>
                <c:pt idx="20692">
                  <c:v>3</c:v>
                </c:pt>
                <c:pt idx="20693">
                  <c:v>3</c:v>
                </c:pt>
                <c:pt idx="20694">
                  <c:v>5</c:v>
                </c:pt>
                <c:pt idx="20695">
                  <c:v>6</c:v>
                </c:pt>
                <c:pt idx="20696">
                  <c:v>6</c:v>
                </c:pt>
                <c:pt idx="20697">
                  <c:v>6</c:v>
                </c:pt>
                <c:pt idx="20698">
                  <c:v>2</c:v>
                </c:pt>
                <c:pt idx="20699">
                  <c:v>4</c:v>
                </c:pt>
                <c:pt idx="20700">
                  <c:v>3</c:v>
                </c:pt>
                <c:pt idx="20701">
                  <c:v>2</c:v>
                </c:pt>
                <c:pt idx="20702">
                  <c:v>-1</c:v>
                </c:pt>
                <c:pt idx="20703">
                  <c:v>2</c:v>
                </c:pt>
                <c:pt idx="20704">
                  <c:v>3</c:v>
                </c:pt>
                <c:pt idx="20705">
                  <c:v>3</c:v>
                </c:pt>
                <c:pt idx="20706">
                  <c:v>2</c:v>
                </c:pt>
                <c:pt idx="20707">
                  <c:v>2</c:v>
                </c:pt>
                <c:pt idx="20708">
                  <c:v>4</c:v>
                </c:pt>
                <c:pt idx="20709">
                  <c:v>2</c:v>
                </c:pt>
                <c:pt idx="20710">
                  <c:v>3</c:v>
                </c:pt>
                <c:pt idx="20711">
                  <c:v>2</c:v>
                </c:pt>
                <c:pt idx="20712">
                  <c:v>2</c:v>
                </c:pt>
                <c:pt idx="20713">
                  <c:v>4</c:v>
                </c:pt>
                <c:pt idx="20714">
                  <c:v>2</c:v>
                </c:pt>
                <c:pt idx="20715">
                  <c:v>2</c:v>
                </c:pt>
                <c:pt idx="20716">
                  <c:v>2</c:v>
                </c:pt>
                <c:pt idx="20717">
                  <c:v>3</c:v>
                </c:pt>
                <c:pt idx="20718">
                  <c:v>3</c:v>
                </c:pt>
                <c:pt idx="20719">
                  <c:v>2</c:v>
                </c:pt>
                <c:pt idx="20720">
                  <c:v>4</c:v>
                </c:pt>
                <c:pt idx="20721">
                  <c:v>3</c:v>
                </c:pt>
                <c:pt idx="20722">
                  <c:v>2</c:v>
                </c:pt>
                <c:pt idx="20723">
                  <c:v>3</c:v>
                </c:pt>
                <c:pt idx="20724">
                  <c:v>1</c:v>
                </c:pt>
                <c:pt idx="20725">
                  <c:v>1</c:v>
                </c:pt>
                <c:pt idx="20726">
                  <c:v>2</c:v>
                </c:pt>
                <c:pt idx="20727">
                  <c:v>0</c:v>
                </c:pt>
                <c:pt idx="20728">
                  <c:v>5</c:v>
                </c:pt>
                <c:pt idx="20729">
                  <c:v>4</c:v>
                </c:pt>
                <c:pt idx="20730">
                  <c:v>3</c:v>
                </c:pt>
                <c:pt idx="20731">
                  <c:v>1</c:v>
                </c:pt>
                <c:pt idx="20732">
                  <c:v>8</c:v>
                </c:pt>
                <c:pt idx="20733">
                  <c:v>10</c:v>
                </c:pt>
                <c:pt idx="20734">
                  <c:v>7</c:v>
                </c:pt>
                <c:pt idx="20735">
                  <c:v>5</c:v>
                </c:pt>
                <c:pt idx="20736">
                  <c:v>11</c:v>
                </c:pt>
                <c:pt idx="20737">
                  <c:v>11</c:v>
                </c:pt>
                <c:pt idx="20738">
                  <c:v>16</c:v>
                </c:pt>
                <c:pt idx="20739">
                  <c:v>3</c:v>
                </c:pt>
                <c:pt idx="20740">
                  <c:v>3</c:v>
                </c:pt>
                <c:pt idx="20741">
                  <c:v>3</c:v>
                </c:pt>
                <c:pt idx="20742">
                  <c:v>3</c:v>
                </c:pt>
                <c:pt idx="20743">
                  <c:v>3</c:v>
                </c:pt>
                <c:pt idx="20744">
                  <c:v>1</c:v>
                </c:pt>
                <c:pt idx="20745">
                  <c:v>1</c:v>
                </c:pt>
                <c:pt idx="20746">
                  <c:v>1</c:v>
                </c:pt>
                <c:pt idx="20747">
                  <c:v>1</c:v>
                </c:pt>
                <c:pt idx="20748">
                  <c:v>2</c:v>
                </c:pt>
                <c:pt idx="20749">
                  <c:v>2</c:v>
                </c:pt>
                <c:pt idx="20750">
                  <c:v>3</c:v>
                </c:pt>
                <c:pt idx="20751">
                  <c:v>1</c:v>
                </c:pt>
                <c:pt idx="20752">
                  <c:v>3</c:v>
                </c:pt>
                <c:pt idx="20753">
                  <c:v>1</c:v>
                </c:pt>
                <c:pt idx="20754">
                  <c:v>2</c:v>
                </c:pt>
                <c:pt idx="20755">
                  <c:v>2</c:v>
                </c:pt>
                <c:pt idx="20756">
                  <c:v>2</c:v>
                </c:pt>
                <c:pt idx="20757">
                  <c:v>2</c:v>
                </c:pt>
                <c:pt idx="20758">
                  <c:v>2</c:v>
                </c:pt>
                <c:pt idx="20759">
                  <c:v>2</c:v>
                </c:pt>
                <c:pt idx="20760">
                  <c:v>2</c:v>
                </c:pt>
                <c:pt idx="20761">
                  <c:v>1</c:v>
                </c:pt>
                <c:pt idx="20762">
                  <c:v>4</c:v>
                </c:pt>
                <c:pt idx="20763">
                  <c:v>-2</c:v>
                </c:pt>
                <c:pt idx="20764">
                  <c:v>1</c:v>
                </c:pt>
                <c:pt idx="20765">
                  <c:v>1</c:v>
                </c:pt>
                <c:pt idx="20766">
                  <c:v>1</c:v>
                </c:pt>
                <c:pt idx="20767">
                  <c:v>3</c:v>
                </c:pt>
                <c:pt idx="20768">
                  <c:v>1</c:v>
                </c:pt>
                <c:pt idx="20769">
                  <c:v>2</c:v>
                </c:pt>
                <c:pt idx="20770">
                  <c:v>2</c:v>
                </c:pt>
                <c:pt idx="20771">
                  <c:v>3</c:v>
                </c:pt>
                <c:pt idx="20772">
                  <c:v>3</c:v>
                </c:pt>
                <c:pt idx="20773">
                  <c:v>1</c:v>
                </c:pt>
                <c:pt idx="20774">
                  <c:v>1</c:v>
                </c:pt>
                <c:pt idx="20775">
                  <c:v>3</c:v>
                </c:pt>
                <c:pt idx="20776">
                  <c:v>2</c:v>
                </c:pt>
                <c:pt idx="20777">
                  <c:v>1</c:v>
                </c:pt>
                <c:pt idx="20778">
                  <c:v>2</c:v>
                </c:pt>
                <c:pt idx="20779">
                  <c:v>2</c:v>
                </c:pt>
                <c:pt idx="20780">
                  <c:v>4</c:v>
                </c:pt>
                <c:pt idx="20781">
                  <c:v>2</c:v>
                </c:pt>
                <c:pt idx="20782">
                  <c:v>2</c:v>
                </c:pt>
                <c:pt idx="20783">
                  <c:v>4</c:v>
                </c:pt>
                <c:pt idx="20784">
                  <c:v>2</c:v>
                </c:pt>
                <c:pt idx="20785">
                  <c:v>2</c:v>
                </c:pt>
                <c:pt idx="20786">
                  <c:v>4</c:v>
                </c:pt>
                <c:pt idx="20787">
                  <c:v>4</c:v>
                </c:pt>
                <c:pt idx="20788">
                  <c:v>4</c:v>
                </c:pt>
                <c:pt idx="20789">
                  <c:v>6</c:v>
                </c:pt>
                <c:pt idx="20790">
                  <c:v>6</c:v>
                </c:pt>
                <c:pt idx="20791">
                  <c:v>6</c:v>
                </c:pt>
                <c:pt idx="20792">
                  <c:v>3</c:v>
                </c:pt>
                <c:pt idx="20793">
                  <c:v>1</c:v>
                </c:pt>
                <c:pt idx="20794">
                  <c:v>5</c:v>
                </c:pt>
                <c:pt idx="20795">
                  <c:v>4</c:v>
                </c:pt>
                <c:pt idx="20796">
                  <c:v>3</c:v>
                </c:pt>
                <c:pt idx="20797">
                  <c:v>4</c:v>
                </c:pt>
                <c:pt idx="20798">
                  <c:v>3</c:v>
                </c:pt>
                <c:pt idx="20799">
                  <c:v>3</c:v>
                </c:pt>
                <c:pt idx="20800">
                  <c:v>3</c:v>
                </c:pt>
                <c:pt idx="20801">
                  <c:v>3</c:v>
                </c:pt>
                <c:pt idx="20802">
                  <c:v>3</c:v>
                </c:pt>
                <c:pt idx="20803">
                  <c:v>3</c:v>
                </c:pt>
                <c:pt idx="20804">
                  <c:v>2</c:v>
                </c:pt>
                <c:pt idx="20805">
                  <c:v>1</c:v>
                </c:pt>
                <c:pt idx="20806">
                  <c:v>6</c:v>
                </c:pt>
                <c:pt idx="20807">
                  <c:v>3</c:v>
                </c:pt>
                <c:pt idx="20808">
                  <c:v>3</c:v>
                </c:pt>
                <c:pt idx="20809">
                  <c:v>6</c:v>
                </c:pt>
                <c:pt idx="20810">
                  <c:v>3</c:v>
                </c:pt>
                <c:pt idx="20811">
                  <c:v>2</c:v>
                </c:pt>
                <c:pt idx="20812">
                  <c:v>3</c:v>
                </c:pt>
                <c:pt idx="20813">
                  <c:v>3</c:v>
                </c:pt>
                <c:pt idx="20814">
                  <c:v>1</c:v>
                </c:pt>
                <c:pt idx="20815">
                  <c:v>2</c:v>
                </c:pt>
                <c:pt idx="20816">
                  <c:v>2</c:v>
                </c:pt>
                <c:pt idx="20817">
                  <c:v>2</c:v>
                </c:pt>
                <c:pt idx="20818">
                  <c:v>1</c:v>
                </c:pt>
                <c:pt idx="20819">
                  <c:v>4</c:v>
                </c:pt>
                <c:pt idx="20820">
                  <c:v>2</c:v>
                </c:pt>
                <c:pt idx="20821">
                  <c:v>4</c:v>
                </c:pt>
                <c:pt idx="20822">
                  <c:v>2</c:v>
                </c:pt>
                <c:pt idx="20823">
                  <c:v>3</c:v>
                </c:pt>
                <c:pt idx="20824">
                  <c:v>4</c:v>
                </c:pt>
                <c:pt idx="20825">
                  <c:v>3</c:v>
                </c:pt>
                <c:pt idx="20826">
                  <c:v>4</c:v>
                </c:pt>
                <c:pt idx="20827">
                  <c:v>4</c:v>
                </c:pt>
                <c:pt idx="20828">
                  <c:v>2</c:v>
                </c:pt>
                <c:pt idx="20829">
                  <c:v>2</c:v>
                </c:pt>
                <c:pt idx="20830">
                  <c:v>2</c:v>
                </c:pt>
                <c:pt idx="20831">
                  <c:v>0</c:v>
                </c:pt>
                <c:pt idx="20832">
                  <c:v>2</c:v>
                </c:pt>
                <c:pt idx="20833">
                  <c:v>2</c:v>
                </c:pt>
                <c:pt idx="20834">
                  <c:v>4</c:v>
                </c:pt>
                <c:pt idx="20835">
                  <c:v>4</c:v>
                </c:pt>
                <c:pt idx="20836">
                  <c:v>3</c:v>
                </c:pt>
                <c:pt idx="20837">
                  <c:v>3</c:v>
                </c:pt>
                <c:pt idx="20838">
                  <c:v>3</c:v>
                </c:pt>
                <c:pt idx="20839">
                  <c:v>3</c:v>
                </c:pt>
                <c:pt idx="20840">
                  <c:v>4</c:v>
                </c:pt>
                <c:pt idx="20841">
                  <c:v>2</c:v>
                </c:pt>
                <c:pt idx="20842">
                  <c:v>3</c:v>
                </c:pt>
                <c:pt idx="20843">
                  <c:v>2</c:v>
                </c:pt>
                <c:pt idx="20844">
                  <c:v>2</c:v>
                </c:pt>
                <c:pt idx="20845">
                  <c:v>3</c:v>
                </c:pt>
                <c:pt idx="20846">
                  <c:v>4</c:v>
                </c:pt>
                <c:pt idx="20847">
                  <c:v>4</c:v>
                </c:pt>
                <c:pt idx="20848">
                  <c:v>6</c:v>
                </c:pt>
                <c:pt idx="20849">
                  <c:v>9</c:v>
                </c:pt>
                <c:pt idx="20850">
                  <c:v>7</c:v>
                </c:pt>
                <c:pt idx="20851">
                  <c:v>6</c:v>
                </c:pt>
                <c:pt idx="20852">
                  <c:v>6</c:v>
                </c:pt>
                <c:pt idx="20853">
                  <c:v>6</c:v>
                </c:pt>
                <c:pt idx="20854">
                  <c:v>5</c:v>
                </c:pt>
                <c:pt idx="20855">
                  <c:v>2</c:v>
                </c:pt>
                <c:pt idx="20856">
                  <c:v>2</c:v>
                </c:pt>
                <c:pt idx="20857">
                  <c:v>3</c:v>
                </c:pt>
                <c:pt idx="20858">
                  <c:v>2</c:v>
                </c:pt>
                <c:pt idx="20859">
                  <c:v>2</c:v>
                </c:pt>
                <c:pt idx="20860">
                  <c:v>2</c:v>
                </c:pt>
                <c:pt idx="20861">
                  <c:v>2</c:v>
                </c:pt>
                <c:pt idx="20862">
                  <c:v>2</c:v>
                </c:pt>
                <c:pt idx="20863">
                  <c:v>2</c:v>
                </c:pt>
                <c:pt idx="20864">
                  <c:v>1</c:v>
                </c:pt>
                <c:pt idx="20865">
                  <c:v>3</c:v>
                </c:pt>
                <c:pt idx="20866">
                  <c:v>3</c:v>
                </c:pt>
                <c:pt idx="20867">
                  <c:v>2</c:v>
                </c:pt>
                <c:pt idx="20868">
                  <c:v>2</c:v>
                </c:pt>
                <c:pt idx="20869">
                  <c:v>2</c:v>
                </c:pt>
                <c:pt idx="20870">
                  <c:v>2</c:v>
                </c:pt>
                <c:pt idx="20871">
                  <c:v>2</c:v>
                </c:pt>
                <c:pt idx="20872">
                  <c:v>5</c:v>
                </c:pt>
                <c:pt idx="20873">
                  <c:v>3</c:v>
                </c:pt>
                <c:pt idx="20874">
                  <c:v>1</c:v>
                </c:pt>
                <c:pt idx="20875">
                  <c:v>2</c:v>
                </c:pt>
                <c:pt idx="20876">
                  <c:v>1</c:v>
                </c:pt>
                <c:pt idx="20877">
                  <c:v>2</c:v>
                </c:pt>
                <c:pt idx="20878">
                  <c:v>1</c:v>
                </c:pt>
                <c:pt idx="20879">
                  <c:v>1</c:v>
                </c:pt>
                <c:pt idx="20880">
                  <c:v>3</c:v>
                </c:pt>
                <c:pt idx="20881">
                  <c:v>3</c:v>
                </c:pt>
                <c:pt idx="20882">
                  <c:v>3</c:v>
                </c:pt>
                <c:pt idx="20883">
                  <c:v>1</c:v>
                </c:pt>
                <c:pt idx="20884">
                  <c:v>3</c:v>
                </c:pt>
                <c:pt idx="20885">
                  <c:v>2</c:v>
                </c:pt>
                <c:pt idx="20886">
                  <c:v>2</c:v>
                </c:pt>
                <c:pt idx="20887">
                  <c:v>-3</c:v>
                </c:pt>
                <c:pt idx="20888">
                  <c:v>3</c:v>
                </c:pt>
                <c:pt idx="20889">
                  <c:v>3</c:v>
                </c:pt>
                <c:pt idx="20890">
                  <c:v>4</c:v>
                </c:pt>
                <c:pt idx="20891">
                  <c:v>3</c:v>
                </c:pt>
                <c:pt idx="20892">
                  <c:v>5</c:v>
                </c:pt>
                <c:pt idx="20893">
                  <c:v>2</c:v>
                </c:pt>
                <c:pt idx="20894">
                  <c:v>3</c:v>
                </c:pt>
                <c:pt idx="20895">
                  <c:v>2</c:v>
                </c:pt>
                <c:pt idx="20896">
                  <c:v>2</c:v>
                </c:pt>
                <c:pt idx="20897">
                  <c:v>2</c:v>
                </c:pt>
                <c:pt idx="20898">
                  <c:v>2</c:v>
                </c:pt>
                <c:pt idx="20899">
                  <c:v>2</c:v>
                </c:pt>
                <c:pt idx="20900">
                  <c:v>2</c:v>
                </c:pt>
                <c:pt idx="20901">
                  <c:v>2</c:v>
                </c:pt>
                <c:pt idx="20902">
                  <c:v>3</c:v>
                </c:pt>
                <c:pt idx="20903">
                  <c:v>2</c:v>
                </c:pt>
                <c:pt idx="20904">
                  <c:v>2</c:v>
                </c:pt>
                <c:pt idx="20905">
                  <c:v>2</c:v>
                </c:pt>
                <c:pt idx="20906">
                  <c:v>2</c:v>
                </c:pt>
                <c:pt idx="20907">
                  <c:v>3</c:v>
                </c:pt>
                <c:pt idx="20908">
                  <c:v>2</c:v>
                </c:pt>
                <c:pt idx="20909">
                  <c:v>4</c:v>
                </c:pt>
                <c:pt idx="20910">
                  <c:v>4</c:v>
                </c:pt>
                <c:pt idx="20911">
                  <c:v>2</c:v>
                </c:pt>
                <c:pt idx="20912">
                  <c:v>2</c:v>
                </c:pt>
                <c:pt idx="20913">
                  <c:v>4</c:v>
                </c:pt>
                <c:pt idx="20914">
                  <c:v>2</c:v>
                </c:pt>
                <c:pt idx="20915">
                  <c:v>4</c:v>
                </c:pt>
                <c:pt idx="20916">
                  <c:v>4</c:v>
                </c:pt>
                <c:pt idx="20917">
                  <c:v>2</c:v>
                </c:pt>
                <c:pt idx="20918">
                  <c:v>6</c:v>
                </c:pt>
                <c:pt idx="20919">
                  <c:v>4</c:v>
                </c:pt>
                <c:pt idx="20920">
                  <c:v>4</c:v>
                </c:pt>
                <c:pt idx="20921">
                  <c:v>2</c:v>
                </c:pt>
                <c:pt idx="20922">
                  <c:v>2</c:v>
                </c:pt>
                <c:pt idx="20923">
                  <c:v>4</c:v>
                </c:pt>
                <c:pt idx="20924">
                  <c:v>2</c:v>
                </c:pt>
                <c:pt idx="20925">
                  <c:v>2</c:v>
                </c:pt>
                <c:pt idx="20926">
                  <c:v>6</c:v>
                </c:pt>
                <c:pt idx="20927">
                  <c:v>2</c:v>
                </c:pt>
                <c:pt idx="20928">
                  <c:v>4</c:v>
                </c:pt>
                <c:pt idx="20929">
                  <c:v>4</c:v>
                </c:pt>
                <c:pt idx="20930">
                  <c:v>2</c:v>
                </c:pt>
                <c:pt idx="20931">
                  <c:v>4</c:v>
                </c:pt>
                <c:pt idx="20932">
                  <c:v>2</c:v>
                </c:pt>
                <c:pt idx="20933">
                  <c:v>1</c:v>
                </c:pt>
                <c:pt idx="20934">
                  <c:v>1</c:v>
                </c:pt>
                <c:pt idx="20935">
                  <c:v>1</c:v>
                </c:pt>
                <c:pt idx="20936">
                  <c:v>2</c:v>
                </c:pt>
                <c:pt idx="20937">
                  <c:v>2</c:v>
                </c:pt>
                <c:pt idx="20938">
                  <c:v>2</c:v>
                </c:pt>
                <c:pt idx="20939">
                  <c:v>2</c:v>
                </c:pt>
                <c:pt idx="20940">
                  <c:v>4</c:v>
                </c:pt>
                <c:pt idx="20941">
                  <c:v>5</c:v>
                </c:pt>
                <c:pt idx="20942">
                  <c:v>4</c:v>
                </c:pt>
                <c:pt idx="20943">
                  <c:v>5</c:v>
                </c:pt>
                <c:pt idx="20944">
                  <c:v>4</c:v>
                </c:pt>
                <c:pt idx="20945">
                  <c:v>2</c:v>
                </c:pt>
                <c:pt idx="20946">
                  <c:v>2</c:v>
                </c:pt>
                <c:pt idx="20947">
                  <c:v>2</c:v>
                </c:pt>
                <c:pt idx="20948">
                  <c:v>4</c:v>
                </c:pt>
                <c:pt idx="20949">
                  <c:v>2</c:v>
                </c:pt>
                <c:pt idx="20950">
                  <c:v>2</c:v>
                </c:pt>
                <c:pt idx="20951">
                  <c:v>2</c:v>
                </c:pt>
                <c:pt idx="20952">
                  <c:v>3</c:v>
                </c:pt>
                <c:pt idx="20953">
                  <c:v>2</c:v>
                </c:pt>
                <c:pt idx="20954">
                  <c:v>2</c:v>
                </c:pt>
                <c:pt idx="20955">
                  <c:v>2</c:v>
                </c:pt>
                <c:pt idx="20956">
                  <c:v>2</c:v>
                </c:pt>
                <c:pt idx="20957">
                  <c:v>2</c:v>
                </c:pt>
                <c:pt idx="20958">
                  <c:v>3</c:v>
                </c:pt>
                <c:pt idx="20959">
                  <c:v>2</c:v>
                </c:pt>
                <c:pt idx="20960">
                  <c:v>2</c:v>
                </c:pt>
                <c:pt idx="20961">
                  <c:v>2</c:v>
                </c:pt>
                <c:pt idx="20962">
                  <c:v>2</c:v>
                </c:pt>
                <c:pt idx="20963">
                  <c:v>2</c:v>
                </c:pt>
                <c:pt idx="20964">
                  <c:v>2</c:v>
                </c:pt>
                <c:pt idx="20965">
                  <c:v>2</c:v>
                </c:pt>
                <c:pt idx="20966">
                  <c:v>2</c:v>
                </c:pt>
                <c:pt idx="20967">
                  <c:v>2</c:v>
                </c:pt>
                <c:pt idx="20968">
                  <c:v>2</c:v>
                </c:pt>
                <c:pt idx="20969">
                  <c:v>1</c:v>
                </c:pt>
                <c:pt idx="20970">
                  <c:v>4</c:v>
                </c:pt>
                <c:pt idx="20971">
                  <c:v>3</c:v>
                </c:pt>
                <c:pt idx="20972">
                  <c:v>1</c:v>
                </c:pt>
                <c:pt idx="20973">
                  <c:v>3</c:v>
                </c:pt>
                <c:pt idx="20974">
                  <c:v>2</c:v>
                </c:pt>
                <c:pt idx="20975">
                  <c:v>2</c:v>
                </c:pt>
                <c:pt idx="20976">
                  <c:v>2</c:v>
                </c:pt>
                <c:pt idx="20977">
                  <c:v>1</c:v>
                </c:pt>
                <c:pt idx="20978">
                  <c:v>1</c:v>
                </c:pt>
                <c:pt idx="20979">
                  <c:v>3</c:v>
                </c:pt>
                <c:pt idx="20980">
                  <c:v>2</c:v>
                </c:pt>
                <c:pt idx="20981">
                  <c:v>1</c:v>
                </c:pt>
                <c:pt idx="20982">
                  <c:v>1</c:v>
                </c:pt>
                <c:pt idx="20983">
                  <c:v>3</c:v>
                </c:pt>
                <c:pt idx="20984">
                  <c:v>1</c:v>
                </c:pt>
                <c:pt idx="20985">
                  <c:v>1</c:v>
                </c:pt>
                <c:pt idx="20986">
                  <c:v>1</c:v>
                </c:pt>
                <c:pt idx="20987">
                  <c:v>3</c:v>
                </c:pt>
                <c:pt idx="20988">
                  <c:v>2</c:v>
                </c:pt>
                <c:pt idx="20989">
                  <c:v>3</c:v>
                </c:pt>
                <c:pt idx="20990">
                  <c:v>4</c:v>
                </c:pt>
                <c:pt idx="20991">
                  <c:v>2</c:v>
                </c:pt>
                <c:pt idx="20992">
                  <c:v>1</c:v>
                </c:pt>
                <c:pt idx="20993">
                  <c:v>1</c:v>
                </c:pt>
                <c:pt idx="20994">
                  <c:v>4</c:v>
                </c:pt>
                <c:pt idx="20995">
                  <c:v>7</c:v>
                </c:pt>
                <c:pt idx="20996">
                  <c:v>2</c:v>
                </c:pt>
                <c:pt idx="20997">
                  <c:v>3</c:v>
                </c:pt>
                <c:pt idx="20998">
                  <c:v>2</c:v>
                </c:pt>
                <c:pt idx="20999">
                  <c:v>5</c:v>
                </c:pt>
                <c:pt idx="21000">
                  <c:v>3</c:v>
                </c:pt>
                <c:pt idx="21001">
                  <c:v>3</c:v>
                </c:pt>
                <c:pt idx="21002">
                  <c:v>2</c:v>
                </c:pt>
                <c:pt idx="21003">
                  <c:v>3</c:v>
                </c:pt>
                <c:pt idx="21004">
                  <c:v>4</c:v>
                </c:pt>
                <c:pt idx="21005">
                  <c:v>3</c:v>
                </c:pt>
                <c:pt idx="21006">
                  <c:v>1</c:v>
                </c:pt>
                <c:pt idx="21007">
                  <c:v>3</c:v>
                </c:pt>
                <c:pt idx="21008">
                  <c:v>1</c:v>
                </c:pt>
                <c:pt idx="21009">
                  <c:v>2</c:v>
                </c:pt>
                <c:pt idx="21010">
                  <c:v>3</c:v>
                </c:pt>
                <c:pt idx="21011">
                  <c:v>3</c:v>
                </c:pt>
                <c:pt idx="21012">
                  <c:v>2</c:v>
                </c:pt>
                <c:pt idx="21013">
                  <c:v>2</c:v>
                </c:pt>
                <c:pt idx="21014">
                  <c:v>1</c:v>
                </c:pt>
                <c:pt idx="21015">
                  <c:v>8</c:v>
                </c:pt>
                <c:pt idx="21016">
                  <c:v>8</c:v>
                </c:pt>
                <c:pt idx="21017">
                  <c:v>8</c:v>
                </c:pt>
                <c:pt idx="21018">
                  <c:v>8</c:v>
                </c:pt>
                <c:pt idx="21019">
                  <c:v>7</c:v>
                </c:pt>
                <c:pt idx="21020">
                  <c:v>2</c:v>
                </c:pt>
                <c:pt idx="21021">
                  <c:v>4</c:v>
                </c:pt>
                <c:pt idx="21022">
                  <c:v>2</c:v>
                </c:pt>
                <c:pt idx="21023">
                  <c:v>2</c:v>
                </c:pt>
                <c:pt idx="21024">
                  <c:v>2</c:v>
                </c:pt>
                <c:pt idx="21025">
                  <c:v>1</c:v>
                </c:pt>
                <c:pt idx="21026">
                  <c:v>2</c:v>
                </c:pt>
                <c:pt idx="21027">
                  <c:v>2</c:v>
                </c:pt>
                <c:pt idx="21028">
                  <c:v>2</c:v>
                </c:pt>
                <c:pt idx="21029">
                  <c:v>2</c:v>
                </c:pt>
                <c:pt idx="21030">
                  <c:v>1</c:v>
                </c:pt>
                <c:pt idx="21031">
                  <c:v>2</c:v>
                </c:pt>
                <c:pt idx="21032">
                  <c:v>4</c:v>
                </c:pt>
                <c:pt idx="21033">
                  <c:v>1</c:v>
                </c:pt>
                <c:pt idx="21034">
                  <c:v>6</c:v>
                </c:pt>
                <c:pt idx="21035">
                  <c:v>2</c:v>
                </c:pt>
                <c:pt idx="21036">
                  <c:v>1</c:v>
                </c:pt>
                <c:pt idx="21037">
                  <c:v>2</c:v>
                </c:pt>
                <c:pt idx="21038">
                  <c:v>2</c:v>
                </c:pt>
                <c:pt idx="21039">
                  <c:v>2</c:v>
                </c:pt>
                <c:pt idx="21040">
                  <c:v>5</c:v>
                </c:pt>
                <c:pt idx="21041">
                  <c:v>1</c:v>
                </c:pt>
                <c:pt idx="21042">
                  <c:v>3</c:v>
                </c:pt>
                <c:pt idx="21043">
                  <c:v>3</c:v>
                </c:pt>
                <c:pt idx="21044">
                  <c:v>2</c:v>
                </c:pt>
                <c:pt idx="21045">
                  <c:v>3</c:v>
                </c:pt>
                <c:pt idx="21046">
                  <c:v>3</c:v>
                </c:pt>
                <c:pt idx="21047">
                  <c:v>3</c:v>
                </c:pt>
                <c:pt idx="21048">
                  <c:v>3</c:v>
                </c:pt>
                <c:pt idx="21049">
                  <c:v>2</c:v>
                </c:pt>
                <c:pt idx="21050">
                  <c:v>2</c:v>
                </c:pt>
                <c:pt idx="21051">
                  <c:v>1</c:v>
                </c:pt>
                <c:pt idx="21052">
                  <c:v>1</c:v>
                </c:pt>
                <c:pt idx="21053">
                  <c:v>1</c:v>
                </c:pt>
                <c:pt idx="21054">
                  <c:v>1</c:v>
                </c:pt>
                <c:pt idx="21055">
                  <c:v>3</c:v>
                </c:pt>
                <c:pt idx="21056">
                  <c:v>3</c:v>
                </c:pt>
                <c:pt idx="21057">
                  <c:v>3</c:v>
                </c:pt>
                <c:pt idx="21058">
                  <c:v>2</c:v>
                </c:pt>
                <c:pt idx="21059">
                  <c:v>2</c:v>
                </c:pt>
                <c:pt idx="21060">
                  <c:v>3</c:v>
                </c:pt>
                <c:pt idx="21061">
                  <c:v>4</c:v>
                </c:pt>
                <c:pt idx="21062">
                  <c:v>2</c:v>
                </c:pt>
                <c:pt idx="21063">
                  <c:v>4</c:v>
                </c:pt>
                <c:pt idx="21064">
                  <c:v>3</c:v>
                </c:pt>
                <c:pt idx="21065">
                  <c:v>2</c:v>
                </c:pt>
                <c:pt idx="21066">
                  <c:v>4</c:v>
                </c:pt>
                <c:pt idx="21067">
                  <c:v>3</c:v>
                </c:pt>
                <c:pt idx="21068">
                  <c:v>2</c:v>
                </c:pt>
                <c:pt idx="21069">
                  <c:v>5</c:v>
                </c:pt>
                <c:pt idx="21070">
                  <c:v>3</c:v>
                </c:pt>
                <c:pt idx="21071">
                  <c:v>1</c:v>
                </c:pt>
                <c:pt idx="21072">
                  <c:v>1</c:v>
                </c:pt>
                <c:pt idx="21073">
                  <c:v>2</c:v>
                </c:pt>
                <c:pt idx="21074">
                  <c:v>1</c:v>
                </c:pt>
                <c:pt idx="21075">
                  <c:v>2</c:v>
                </c:pt>
                <c:pt idx="21076">
                  <c:v>1</c:v>
                </c:pt>
                <c:pt idx="21077">
                  <c:v>1</c:v>
                </c:pt>
                <c:pt idx="21078">
                  <c:v>1</c:v>
                </c:pt>
                <c:pt idx="21079">
                  <c:v>1</c:v>
                </c:pt>
                <c:pt idx="21080">
                  <c:v>1</c:v>
                </c:pt>
                <c:pt idx="21081">
                  <c:v>1</c:v>
                </c:pt>
                <c:pt idx="21082">
                  <c:v>1</c:v>
                </c:pt>
                <c:pt idx="21083">
                  <c:v>1</c:v>
                </c:pt>
                <c:pt idx="21084">
                  <c:v>1</c:v>
                </c:pt>
                <c:pt idx="21085">
                  <c:v>2</c:v>
                </c:pt>
                <c:pt idx="21086">
                  <c:v>1</c:v>
                </c:pt>
                <c:pt idx="21087">
                  <c:v>1</c:v>
                </c:pt>
                <c:pt idx="21088">
                  <c:v>1</c:v>
                </c:pt>
                <c:pt idx="21089">
                  <c:v>1</c:v>
                </c:pt>
                <c:pt idx="21090">
                  <c:v>2</c:v>
                </c:pt>
                <c:pt idx="21091">
                  <c:v>2</c:v>
                </c:pt>
                <c:pt idx="21092">
                  <c:v>2</c:v>
                </c:pt>
                <c:pt idx="21093">
                  <c:v>2</c:v>
                </c:pt>
                <c:pt idx="21094">
                  <c:v>2</c:v>
                </c:pt>
                <c:pt idx="21095">
                  <c:v>2</c:v>
                </c:pt>
                <c:pt idx="21096">
                  <c:v>2</c:v>
                </c:pt>
                <c:pt idx="21097">
                  <c:v>5</c:v>
                </c:pt>
                <c:pt idx="21098">
                  <c:v>4</c:v>
                </c:pt>
                <c:pt idx="21099">
                  <c:v>3</c:v>
                </c:pt>
                <c:pt idx="21100">
                  <c:v>3</c:v>
                </c:pt>
                <c:pt idx="21101">
                  <c:v>4</c:v>
                </c:pt>
                <c:pt idx="21102">
                  <c:v>4</c:v>
                </c:pt>
                <c:pt idx="21103">
                  <c:v>2</c:v>
                </c:pt>
                <c:pt idx="21104">
                  <c:v>2</c:v>
                </c:pt>
                <c:pt idx="21105">
                  <c:v>3</c:v>
                </c:pt>
                <c:pt idx="21106">
                  <c:v>2</c:v>
                </c:pt>
                <c:pt idx="21107">
                  <c:v>2</c:v>
                </c:pt>
                <c:pt idx="21108">
                  <c:v>1</c:v>
                </c:pt>
                <c:pt idx="21109">
                  <c:v>3</c:v>
                </c:pt>
                <c:pt idx="21110">
                  <c:v>3</c:v>
                </c:pt>
                <c:pt idx="21111">
                  <c:v>2</c:v>
                </c:pt>
                <c:pt idx="21112">
                  <c:v>2</c:v>
                </c:pt>
                <c:pt idx="21113">
                  <c:v>3</c:v>
                </c:pt>
                <c:pt idx="21114">
                  <c:v>3</c:v>
                </c:pt>
                <c:pt idx="21115">
                  <c:v>1</c:v>
                </c:pt>
                <c:pt idx="21116">
                  <c:v>4</c:v>
                </c:pt>
                <c:pt idx="21117">
                  <c:v>3</c:v>
                </c:pt>
                <c:pt idx="21118">
                  <c:v>2</c:v>
                </c:pt>
                <c:pt idx="21119">
                  <c:v>1</c:v>
                </c:pt>
                <c:pt idx="21120">
                  <c:v>1</c:v>
                </c:pt>
                <c:pt idx="21121">
                  <c:v>3</c:v>
                </c:pt>
                <c:pt idx="21122">
                  <c:v>1</c:v>
                </c:pt>
                <c:pt idx="21123">
                  <c:v>2</c:v>
                </c:pt>
                <c:pt idx="21124">
                  <c:v>1</c:v>
                </c:pt>
                <c:pt idx="21125">
                  <c:v>3</c:v>
                </c:pt>
                <c:pt idx="21126">
                  <c:v>3</c:v>
                </c:pt>
                <c:pt idx="21127">
                  <c:v>2</c:v>
                </c:pt>
                <c:pt idx="21128">
                  <c:v>2</c:v>
                </c:pt>
                <c:pt idx="21129">
                  <c:v>0</c:v>
                </c:pt>
                <c:pt idx="21130">
                  <c:v>2</c:v>
                </c:pt>
                <c:pt idx="21131">
                  <c:v>10</c:v>
                </c:pt>
                <c:pt idx="21132">
                  <c:v>4</c:v>
                </c:pt>
                <c:pt idx="21133">
                  <c:v>1</c:v>
                </c:pt>
                <c:pt idx="21134">
                  <c:v>1</c:v>
                </c:pt>
                <c:pt idx="21135">
                  <c:v>4</c:v>
                </c:pt>
                <c:pt idx="21136">
                  <c:v>4</c:v>
                </c:pt>
                <c:pt idx="21137">
                  <c:v>4</c:v>
                </c:pt>
                <c:pt idx="21138">
                  <c:v>5</c:v>
                </c:pt>
                <c:pt idx="21139">
                  <c:v>4</c:v>
                </c:pt>
                <c:pt idx="21140">
                  <c:v>4</c:v>
                </c:pt>
                <c:pt idx="21141">
                  <c:v>4</c:v>
                </c:pt>
                <c:pt idx="21142">
                  <c:v>4</c:v>
                </c:pt>
                <c:pt idx="21143">
                  <c:v>4</c:v>
                </c:pt>
                <c:pt idx="21144">
                  <c:v>5</c:v>
                </c:pt>
                <c:pt idx="21145">
                  <c:v>4</c:v>
                </c:pt>
                <c:pt idx="21146">
                  <c:v>4</c:v>
                </c:pt>
                <c:pt idx="21147">
                  <c:v>4</c:v>
                </c:pt>
                <c:pt idx="21148">
                  <c:v>4</c:v>
                </c:pt>
                <c:pt idx="21149">
                  <c:v>5</c:v>
                </c:pt>
                <c:pt idx="21150">
                  <c:v>4</c:v>
                </c:pt>
                <c:pt idx="21151">
                  <c:v>2</c:v>
                </c:pt>
                <c:pt idx="21152">
                  <c:v>4</c:v>
                </c:pt>
                <c:pt idx="21153">
                  <c:v>2</c:v>
                </c:pt>
                <c:pt idx="21154">
                  <c:v>3</c:v>
                </c:pt>
                <c:pt idx="21155">
                  <c:v>2</c:v>
                </c:pt>
                <c:pt idx="21156">
                  <c:v>2</c:v>
                </c:pt>
                <c:pt idx="21157">
                  <c:v>3</c:v>
                </c:pt>
                <c:pt idx="21158">
                  <c:v>2</c:v>
                </c:pt>
                <c:pt idx="21159">
                  <c:v>1</c:v>
                </c:pt>
                <c:pt idx="21160">
                  <c:v>6</c:v>
                </c:pt>
                <c:pt idx="21161">
                  <c:v>4</c:v>
                </c:pt>
                <c:pt idx="21162">
                  <c:v>2</c:v>
                </c:pt>
                <c:pt idx="21163">
                  <c:v>1</c:v>
                </c:pt>
                <c:pt idx="21164">
                  <c:v>3</c:v>
                </c:pt>
                <c:pt idx="21165">
                  <c:v>6</c:v>
                </c:pt>
                <c:pt idx="21166">
                  <c:v>1</c:v>
                </c:pt>
                <c:pt idx="21167">
                  <c:v>1</c:v>
                </c:pt>
                <c:pt idx="21168">
                  <c:v>2</c:v>
                </c:pt>
                <c:pt idx="21169">
                  <c:v>4</c:v>
                </c:pt>
                <c:pt idx="21170">
                  <c:v>2</c:v>
                </c:pt>
                <c:pt idx="21171">
                  <c:v>4</c:v>
                </c:pt>
                <c:pt idx="21172">
                  <c:v>4</c:v>
                </c:pt>
                <c:pt idx="21173">
                  <c:v>3</c:v>
                </c:pt>
                <c:pt idx="21174">
                  <c:v>5</c:v>
                </c:pt>
                <c:pt idx="21175">
                  <c:v>4</c:v>
                </c:pt>
                <c:pt idx="21176">
                  <c:v>2</c:v>
                </c:pt>
                <c:pt idx="21177">
                  <c:v>7</c:v>
                </c:pt>
                <c:pt idx="21178">
                  <c:v>5</c:v>
                </c:pt>
                <c:pt idx="21179">
                  <c:v>2</c:v>
                </c:pt>
                <c:pt idx="21180">
                  <c:v>4</c:v>
                </c:pt>
                <c:pt idx="21181">
                  <c:v>4</c:v>
                </c:pt>
                <c:pt idx="21182">
                  <c:v>2</c:v>
                </c:pt>
                <c:pt idx="21183">
                  <c:v>-4</c:v>
                </c:pt>
                <c:pt idx="21184">
                  <c:v>4</c:v>
                </c:pt>
                <c:pt idx="21185">
                  <c:v>2</c:v>
                </c:pt>
                <c:pt idx="21186">
                  <c:v>2</c:v>
                </c:pt>
                <c:pt idx="21187">
                  <c:v>3</c:v>
                </c:pt>
                <c:pt idx="21188">
                  <c:v>2</c:v>
                </c:pt>
                <c:pt idx="21189">
                  <c:v>1</c:v>
                </c:pt>
                <c:pt idx="21190">
                  <c:v>1</c:v>
                </c:pt>
                <c:pt idx="21191">
                  <c:v>1</c:v>
                </c:pt>
                <c:pt idx="21192">
                  <c:v>2</c:v>
                </c:pt>
                <c:pt idx="21193">
                  <c:v>1</c:v>
                </c:pt>
                <c:pt idx="21194">
                  <c:v>1</c:v>
                </c:pt>
                <c:pt idx="21195">
                  <c:v>3</c:v>
                </c:pt>
                <c:pt idx="21196">
                  <c:v>2</c:v>
                </c:pt>
                <c:pt idx="21197">
                  <c:v>2</c:v>
                </c:pt>
                <c:pt idx="21198">
                  <c:v>6</c:v>
                </c:pt>
                <c:pt idx="21199">
                  <c:v>2</c:v>
                </c:pt>
                <c:pt idx="21200">
                  <c:v>2</c:v>
                </c:pt>
                <c:pt idx="21201">
                  <c:v>3</c:v>
                </c:pt>
                <c:pt idx="21202">
                  <c:v>2</c:v>
                </c:pt>
                <c:pt idx="21203">
                  <c:v>2</c:v>
                </c:pt>
                <c:pt idx="21204">
                  <c:v>2</c:v>
                </c:pt>
                <c:pt idx="21205">
                  <c:v>1</c:v>
                </c:pt>
                <c:pt idx="21206">
                  <c:v>1</c:v>
                </c:pt>
                <c:pt idx="21207">
                  <c:v>4</c:v>
                </c:pt>
                <c:pt idx="21208">
                  <c:v>2</c:v>
                </c:pt>
                <c:pt idx="21209">
                  <c:v>2</c:v>
                </c:pt>
                <c:pt idx="21210">
                  <c:v>3</c:v>
                </c:pt>
                <c:pt idx="21211">
                  <c:v>3</c:v>
                </c:pt>
                <c:pt idx="21212">
                  <c:v>3</c:v>
                </c:pt>
                <c:pt idx="21213">
                  <c:v>5</c:v>
                </c:pt>
                <c:pt idx="21214">
                  <c:v>0</c:v>
                </c:pt>
                <c:pt idx="21215">
                  <c:v>2</c:v>
                </c:pt>
                <c:pt idx="21216">
                  <c:v>1</c:v>
                </c:pt>
                <c:pt idx="21217">
                  <c:v>3</c:v>
                </c:pt>
                <c:pt idx="21218">
                  <c:v>1</c:v>
                </c:pt>
                <c:pt idx="21219">
                  <c:v>1</c:v>
                </c:pt>
                <c:pt idx="21220">
                  <c:v>1</c:v>
                </c:pt>
                <c:pt idx="21221">
                  <c:v>2</c:v>
                </c:pt>
                <c:pt idx="21222">
                  <c:v>2</c:v>
                </c:pt>
                <c:pt idx="21223">
                  <c:v>2</c:v>
                </c:pt>
                <c:pt idx="21224">
                  <c:v>4</c:v>
                </c:pt>
                <c:pt idx="21225">
                  <c:v>2</c:v>
                </c:pt>
                <c:pt idx="21226">
                  <c:v>3</c:v>
                </c:pt>
                <c:pt idx="21227">
                  <c:v>3</c:v>
                </c:pt>
                <c:pt idx="21228">
                  <c:v>2</c:v>
                </c:pt>
                <c:pt idx="21229">
                  <c:v>3</c:v>
                </c:pt>
                <c:pt idx="21230">
                  <c:v>3</c:v>
                </c:pt>
                <c:pt idx="21231">
                  <c:v>2</c:v>
                </c:pt>
                <c:pt idx="21232">
                  <c:v>2</c:v>
                </c:pt>
                <c:pt idx="21233">
                  <c:v>2</c:v>
                </c:pt>
                <c:pt idx="21234">
                  <c:v>2</c:v>
                </c:pt>
                <c:pt idx="21235">
                  <c:v>2</c:v>
                </c:pt>
                <c:pt idx="21236">
                  <c:v>5</c:v>
                </c:pt>
                <c:pt idx="21237">
                  <c:v>4</c:v>
                </c:pt>
                <c:pt idx="21238">
                  <c:v>3</c:v>
                </c:pt>
                <c:pt idx="21239">
                  <c:v>4</c:v>
                </c:pt>
                <c:pt idx="21240">
                  <c:v>5</c:v>
                </c:pt>
                <c:pt idx="21241">
                  <c:v>1</c:v>
                </c:pt>
                <c:pt idx="21242">
                  <c:v>11</c:v>
                </c:pt>
                <c:pt idx="21243">
                  <c:v>15</c:v>
                </c:pt>
                <c:pt idx="21244">
                  <c:v>12</c:v>
                </c:pt>
                <c:pt idx="21245">
                  <c:v>21</c:v>
                </c:pt>
                <c:pt idx="21246">
                  <c:v>20</c:v>
                </c:pt>
                <c:pt idx="21247">
                  <c:v>11</c:v>
                </c:pt>
                <c:pt idx="21248">
                  <c:v>4</c:v>
                </c:pt>
                <c:pt idx="21249">
                  <c:v>15</c:v>
                </c:pt>
                <c:pt idx="21250">
                  <c:v>10</c:v>
                </c:pt>
                <c:pt idx="21251">
                  <c:v>16</c:v>
                </c:pt>
                <c:pt idx="21252">
                  <c:v>21</c:v>
                </c:pt>
                <c:pt idx="21253">
                  <c:v>2</c:v>
                </c:pt>
                <c:pt idx="21254">
                  <c:v>2</c:v>
                </c:pt>
                <c:pt idx="21255">
                  <c:v>1</c:v>
                </c:pt>
                <c:pt idx="21256">
                  <c:v>-1</c:v>
                </c:pt>
                <c:pt idx="21257">
                  <c:v>2</c:v>
                </c:pt>
                <c:pt idx="21258">
                  <c:v>2</c:v>
                </c:pt>
                <c:pt idx="21259">
                  <c:v>2</c:v>
                </c:pt>
                <c:pt idx="21260">
                  <c:v>3</c:v>
                </c:pt>
                <c:pt idx="21261">
                  <c:v>4</c:v>
                </c:pt>
                <c:pt idx="21262">
                  <c:v>4</c:v>
                </c:pt>
                <c:pt idx="21263">
                  <c:v>2</c:v>
                </c:pt>
                <c:pt idx="21264">
                  <c:v>3</c:v>
                </c:pt>
                <c:pt idx="21265">
                  <c:v>3</c:v>
                </c:pt>
                <c:pt idx="21266">
                  <c:v>1</c:v>
                </c:pt>
                <c:pt idx="21267">
                  <c:v>2</c:v>
                </c:pt>
                <c:pt idx="21268">
                  <c:v>3</c:v>
                </c:pt>
                <c:pt idx="21269">
                  <c:v>5</c:v>
                </c:pt>
                <c:pt idx="21270">
                  <c:v>2</c:v>
                </c:pt>
                <c:pt idx="21271">
                  <c:v>4</c:v>
                </c:pt>
                <c:pt idx="21272">
                  <c:v>2</c:v>
                </c:pt>
                <c:pt idx="21273">
                  <c:v>2</c:v>
                </c:pt>
                <c:pt idx="21274">
                  <c:v>2</c:v>
                </c:pt>
                <c:pt idx="21275">
                  <c:v>3</c:v>
                </c:pt>
                <c:pt idx="21276">
                  <c:v>10</c:v>
                </c:pt>
                <c:pt idx="21277">
                  <c:v>3</c:v>
                </c:pt>
                <c:pt idx="21278">
                  <c:v>1</c:v>
                </c:pt>
                <c:pt idx="21279">
                  <c:v>1</c:v>
                </c:pt>
                <c:pt idx="21280">
                  <c:v>1</c:v>
                </c:pt>
                <c:pt idx="21281">
                  <c:v>1</c:v>
                </c:pt>
                <c:pt idx="21282">
                  <c:v>1</c:v>
                </c:pt>
                <c:pt idx="21283">
                  <c:v>1</c:v>
                </c:pt>
                <c:pt idx="21284">
                  <c:v>2</c:v>
                </c:pt>
                <c:pt idx="21285">
                  <c:v>3</c:v>
                </c:pt>
                <c:pt idx="21286">
                  <c:v>1</c:v>
                </c:pt>
                <c:pt idx="21287">
                  <c:v>1</c:v>
                </c:pt>
                <c:pt idx="21288">
                  <c:v>7</c:v>
                </c:pt>
                <c:pt idx="21289">
                  <c:v>1</c:v>
                </c:pt>
                <c:pt idx="21290">
                  <c:v>1</c:v>
                </c:pt>
                <c:pt idx="21291">
                  <c:v>1</c:v>
                </c:pt>
                <c:pt idx="21292">
                  <c:v>4</c:v>
                </c:pt>
                <c:pt idx="21293">
                  <c:v>1</c:v>
                </c:pt>
                <c:pt idx="21294">
                  <c:v>1</c:v>
                </c:pt>
                <c:pt idx="21295">
                  <c:v>1</c:v>
                </c:pt>
                <c:pt idx="21296">
                  <c:v>1</c:v>
                </c:pt>
                <c:pt idx="21297">
                  <c:v>1</c:v>
                </c:pt>
                <c:pt idx="21298">
                  <c:v>1</c:v>
                </c:pt>
                <c:pt idx="21299">
                  <c:v>1</c:v>
                </c:pt>
                <c:pt idx="21300">
                  <c:v>1</c:v>
                </c:pt>
                <c:pt idx="21301">
                  <c:v>1</c:v>
                </c:pt>
                <c:pt idx="21302">
                  <c:v>1</c:v>
                </c:pt>
                <c:pt idx="21303">
                  <c:v>1</c:v>
                </c:pt>
                <c:pt idx="21304">
                  <c:v>1</c:v>
                </c:pt>
                <c:pt idx="21305">
                  <c:v>1</c:v>
                </c:pt>
                <c:pt idx="21306">
                  <c:v>4</c:v>
                </c:pt>
                <c:pt idx="21307">
                  <c:v>1</c:v>
                </c:pt>
                <c:pt idx="21308">
                  <c:v>3</c:v>
                </c:pt>
                <c:pt idx="21309">
                  <c:v>6</c:v>
                </c:pt>
                <c:pt idx="21310">
                  <c:v>5</c:v>
                </c:pt>
                <c:pt idx="21311">
                  <c:v>5</c:v>
                </c:pt>
                <c:pt idx="21312">
                  <c:v>2</c:v>
                </c:pt>
                <c:pt idx="21313">
                  <c:v>0</c:v>
                </c:pt>
                <c:pt idx="21314">
                  <c:v>1</c:v>
                </c:pt>
                <c:pt idx="21315">
                  <c:v>1</c:v>
                </c:pt>
                <c:pt idx="21316">
                  <c:v>2</c:v>
                </c:pt>
                <c:pt idx="21317">
                  <c:v>4</c:v>
                </c:pt>
                <c:pt idx="21318">
                  <c:v>3</c:v>
                </c:pt>
                <c:pt idx="21319">
                  <c:v>1</c:v>
                </c:pt>
                <c:pt idx="21320">
                  <c:v>1</c:v>
                </c:pt>
                <c:pt idx="21321">
                  <c:v>2</c:v>
                </c:pt>
                <c:pt idx="21322">
                  <c:v>5</c:v>
                </c:pt>
                <c:pt idx="21323">
                  <c:v>8</c:v>
                </c:pt>
                <c:pt idx="21324">
                  <c:v>6</c:v>
                </c:pt>
                <c:pt idx="21325">
                  <c:v>4</c:v>
                </c:pt>
                <c:pt idx="21326">
                  <c:v>3</c:v>
                </c:pt>
                <c:pt idx="21327">
                  <c:v>3</c:v>
                </c:pt>
                <c:pt idx="21328">
                  <c:v>4</c:v>
                </c:pt>
                <c:pt idx="21329">
                  <c:v>2</c:v>
                </c:pt>
                <c:pt idx="21330">
                  <c:v>1</c:v>
                </c:pt>
                <c:pt idx="21331">
                  <c:v>5</c:v>
                </c:pt>
                <c:pt idx="21332">
                  <c:v>3</c:v>
                </c:pt>
                <c:pt idx="21333">
                  <c:v>4</c:v>
                </c:pt>
                <c:pt idx="21334">
                  <c:v>4</c:v>
                </c:pt>
                <c:pt idx="21335">
                  <c:v>4</c:v>
                </c:pt>
                <c:pt idx="21336">
                  <c:v>4</c:v>
                </c:pt>
                <c:pt idx="21337">
                  <c:v>4</c:v>
                </c:pt>
                <c:pt idx="21338">
                  <c:v>5</c:v>
                </c:pt>
                <c:pt idx="21339">
                  <c:v>2</c:v>
                </c:pt>
                <c:pt idx="21340">
                  <c:v>1</c:v>
                </c:pt>
                <c:pt idx="21341">
                  <c:v>2</c:v>
                </c:pt>
                <c:pt idx="21342">
                  <c:v>2</c:v>
                </c:pt>
                <c:pt idx="21343">
                  <c:v>1</c:v>
                </c:pt>
                <c:pt idx="21344">
                  <c:v>3</c:v>
                </c:pt>
                <c:pt idx="21345">
                  <c:v>3</c:v>
                </c:pt>
                <c:pt idx="21346">
                  <c:v>4</c:v>
                </c:pt>
                <c:pt idx="21347">
                  <c:v>1</c:v>
                </c:pt>
                <c:pt idx="21348">
                  <c:v>2</c:v>
                </c:pt>
                <c:pt idx="21349">
                  <c:v>2</c:v>
                </c:pt>
                <c:pt idx="21350">
                  <c:v>2</c:v>
                </c:pt>
                <c:pt idx="21351">
                  <c:v>2</c:v>
                </c:pt>
                <c:pt idx="21352">
                  <c:v>2</c:v>
                </c:pt>
                <c:pt idx="21353">
                  <c:v>2</c:v>
                </c:pt>
                <c:pt idx="21354">
                  <c:v>2</c:v>
                </c:pt>
                <c:pt idx="21355">
                  <c:v>2</c:v>
                </c:pt>
                <c:pt idx="21356">
                  <c:v>2</c:v>
                </c:pt>
                <c:pt idx="21357">
                  <c:v>2</c:v>
                </c:pt>
                <c:pt idx="21358">
                  <c:v>2</c:v>
                </c:pt>
                <c:pt idx="21359">
                  <c:v>2</c:v>
                </c:pt>
                <c:pt idx="21360">
                  <c:v>3</c:v>
                </c:pt>
                <c:pt idx="21361">
                  <c:v>2</c:v>
                </c:pt>
                <c:pt idx="21362">
                  <c:v>2</c:v>
                </c:pt>
                <c:pt idx="21363">
                  <c:v>2</c:v>
                </c:pt>
                <c:pt idx="21364">
                  <c:v>2</c:v>
                </c:pt>
                <c:pt idx="21365">
                  <c:v>4</c:v>
                </c:pt>
                <c:pt idx="21366">
                  <c:v>3</c:v>
                </c:pt>
                <c:pt idx="21367">
                  <c:v>1</c:v>
                </c:pt>
                <c:pt idx="21368">
                  <c:v>2</c:v>
                </c:pt>
                <c:pt idx="21369">
                  <c:v>2</c:v>
                </c:pt>
                <c:pt idx="21370">
                  <c:v>2</c:v>
                </c:pt>
                <c:pt idx="21371">
                  <c:v>2</c:v>
                </c:pt>
                <c:pt idx="21372">
                  <c:v>2</c:v>
                </c:pt>
                <c:pt idx="21373">
                  <c:v>2</c:v>
                </c:pt>
                <c:pt idx="21374">
                  <c:v>2</c:v>
                </c:pt>
                <c:pt idx="21375">
                  <c:v>2</c:v>
                </c:pt>
                <c:pt idx="21376">
                  <c:v>2</c:v>
                </c:pt>
                <c:pt idx="21377">
                  <c:v>1</c:v>
                </c:pt>
                <c:pt idx="21378">
                  <c:v>2</c:v>
                </c:pt>
                <c:pt idx="21379">
                  <c:v>2</c:v>
                </c:pt>
                <c:pt idx="21380">
                  <c:v>3</c:v>
                </c:pt>
                <c:pt idx="21381">
                  <c:v>5</c:v>
                </c:pt>
                <c:pt idx="21382">
                  <c:v>4</c:v>
                </c:pt>
                <c:pt idx="21383">
                  <c:v>4</c:v>
                </c:pt>
                <c:pt idx="21384">
                  <c:v>3</c:v>
                </c:pt>
                <c:pt idx="21385">
                  <c:v>5</c:v>
                </c:pt>
                <c:pt idx="21386">
                  <c:v>5</c:v>
                </c:pt>
                <c:pt idx="21387">
                  <c:v>4</c:v>
                </c:pt>
                <c:pt idx="21388">
                  <c:v>1</c:v>
                </c:pt>
                <c:pt idx="21389">
                  <c:v>2</c:v>
                </c:pt>
                <c:pt idx="21390">
                  <c:v>1</c:v>
                </c:pt>
                <c:pt idx="21391">
                  <c:v>2</c:v>
                </c:pt>
                <c:pt idx="21392">
                  <c:v>2</c:v>
                </c:pt>
                <c:pt idx="21393">
                  <c:v>2</c:v>
                </c:pt>
                <c:pt idx="21394">
                  <c:v>2</c:v>
                </c:pt>
                <c:pt idx="21395">
                  <c:v>2</c:v>
                </c:pt>
                <c:pt idx="21396">
                  <c:v>2</c:v>
                </c:pt>
                <c:pt idx="21397">
                  <c:v>2</c:v>
                </c:pt>
                <c:pt idx="21398">
                  <c:v>5</c:v>
                </c:pt>
                <c:pt idx="21399">
                  <c:v>3</c:v>
                </c:pt>
                <c:pt idx="21400">
                  <c:v>4</c:v>
                </c:pt>
                <c:pt idx="21401">
                  <c:v>4</c:v>
                </c:pt>
                <c:pt idx="21402">
                  <c:v>6</c:v>
                </c:pt>
                <c:pt idx="21403">
                  <c:v>1</c:v>
                </c:pt>
                <c:pt idx="21404">
                  <c:v>4</c:v>
                </c:pt>
                <c:pt idx="21405">
                  <c:v>4</c:v>
                </c:pt>
                <c:pt idx="21406">
                  <c:v>6</c:v>
                </c:pt>
                <c:pt idx="21407">
                  <c:v>4</c:v>
                </c:pt>
                <c:pt idx="21408">
                  <c:v>2</c:v>
                </c:pt>
                <c:pt idx="21409">
                  <c:v>5</c:v>
                </c:pt>
                <c:pt idx="21410">
                  <c:v>2</c:v>
                </c:pt>
                <c:pt idx="21411">
                  <c:v>2</c:v>
                </c:pt>
                <c:pt idx="21412">
                  <c:v>6</c:v>
                </c:pt>
                <c:pt idx="21413">
                  <c:v>1</c:v>
                </c:pt>
                <c:pt idx="21414">
                  <c:v>1</c:v>
                </c:pt>
                <c:pt idx="21415">
                  <c:v>6</c:v>
                </c:pt>
                <c:pt idx="21416">
                  <c:v>3</c:v>
                </c:pt>
                <c:pt idx="21417">
                  <c:v>1</c:v>
                </c:pt>
                <c:pt idx="21418">
                  <c:v>3</c:v>
                </c:pt>
                <c:pt idx="21419">
                  <c:v>2</c:v>
                </c:pt>
                <c:pt idx="21420">
                  <c:v>4</c:v>
                </c:pt>
                <c:pt idx="21421">
                  <c:v>2</c:v>
                </c:pt>
                <c:pt idx="21422">
                  <c:v>3</c:v>
                </c:pt>
                <c:pt idx="21423">
                  <c:v>3</c:v>
                </c:pt>
                <c:pt idx="21424">
                  <c:v>1</c:v>
                </c:pt>
                <c:pt idx="21425">
                  <c:v>6</c:v>
                </c:pt>
                <c:pt idx="21426">
                  <c:v>1</c:v>
                </c:pt>
                <c:pt idx="21427">
                  <c:v>1</c:v>
                </c:pt>
                <c:pt idx="21428">
                  <c:v>6</c:v>
                </c:pt>
                <c:pt idx="21429">
                  <c:v>6</c:v>
                </c:pt>
                <c:pt idx="21430">
                  <c:v>6</c:v>
                </c:pt>
                <c:pt idx="21431">
                  <c:v>4</c:v>
                </c:pt>
                <c:pt idx="21432">
                  <c:v>4</c:v>
                </c:pt>
                <c:pt idx="21433">
                  <c:v>5</c:v>
                </c:pt>
                <c:pt idx="21434">
                  <c:v>3</c:v>
                </c:pt>
                <c:pt idx="21435">
                  <c:v>4</c:v>
                </c:pt>
                <c:pt idx="21436">
                  <c:v>3</c:v>
                </c:pt>
                <c:pt idx="21437">
                  <c:v>4</c:v>
                </c:pt>
                <c:pt idx="21438">
                  <c:v>4</c:v>
                </c:pt>
                <c:pt idx="21439">
                  <c:v>6</c:v>
                </c:pt>
                <c:pt idx="21440">
                  <c:v>8</c:v>
                </c:pt>
                <c:pt idx="21441">
                  <c:v>2</c:v>
                </c:pt>
                <c:pt idx="21442">
                  <c:v>2</c:v>
                </c:pt>
                <c:pt idx="21443">
                  <c:v>2</c:v>
                </c:pt>
                <c:pt idx="21444">
                  <c:v>3</c:v>
                </c:pt>
                <c:pt idx="21445">
                  <c:v>2</c:v>
                </c:pt>
                <c:pt idx="21446">
                  <c:v>3</c:v>
                </c:pt>
                <c:pt idx="21447">
                  <c:v>4</c:v>
                </c:pt>
                <c:pt idx="21448">
                  <c:v>2</c:v>
                </c:pt>
                <c:pt idx="21449">
                  <c:v>2</c:v>
                </c:pt>
                <c:pt idx="21450">
                  <c:v>2</c:v>
                </c:pt>
                <c:pt idx="21451">
                  <c:v>2</c:v>
                </c:pt>
                <c:pt idx="21452">
                  <c:v>2</c:v>
                </c:pt>
                <c:pt idx="21453">
                  <c:v>2</c:v>
                </c:pt>
                <c:pt idx="21454">
                  <c:v>2</c:v>
                </c:pt>
                <c:pt idx="21455">
                  <c:v>1</c:v>
                </c:pt>
                <c:pt idx="21456">
                  <c:v>2</c:v>
                </c:pt>
                <c:pt idx="21457">
                  <c:v>2</c:v>
                </c:pt>
                <c:pt idx="21458">
                  <c:v>3</c:v>
                </c:pt>
                <c:pt idx="21459">
                  <c:v>2</c:v>
                </c:pt>
                <c:pt idx="21460">
                  <c:v>2</c:v>
                </c:pt>
                <c:pt idx="21461">
                  <c:v>5</c:v>
                </c:pt>
                <c:pt idx="21462">
                  <c:v>3</c:v>
                </c:pt>
                <c:pt idx="21463">
                  <c:v>3</c:v>
                </c:pt>
                <c:pt idx="21464">
                  <c:v>10</c:v>
                </c:pt>
                <c:pt idx="21465">
                  <c:v>8</c:v>
                </c:pt>
                <c:pt idx="21466">
                  <c:v>3</c:v>
                </c:pt>
                <c:pt idx="21467">
                  <c:v>2</c:v>
                </c:pt>
                <c:pt idx="21468">
                  <c:v>4</c:v>
                </c:pt>
                <c:pt idx="21469">
                  <c:v>2</c:v>
                </c:pt>
                <c:pt idx="21470">
                  <c:v>3</c:v>
                </c:pt>
                <c:pt idx="21471">
                  <c:v>4</c:v>
                </c:pt>
                <c:pt idx="21472">
                  <c:v>10</c:v>
                </c:pt>
                <c:pt idx="21473">
                  <c:v>2</c:v>
                </c:pt>
                <c:pt idx="21474">
                  <c:v>2</c:v>
                </c:pt>
                <c:pt idx="21475">
                  <c:v>4</c:v>
                </c:pt>
                <c:pt idx="21476">
                  <c:v>4</c:v>
                </c:pt>
                <c:pt idx="21477">
                  <c:v>2</c:v>
                </c:pt>
                <c:pt idx="21478">
                  <c:v>6</c:v>
                </c:pt>
                <c:pt idx="21479">
                  <c:v>6</c:v>
                </c:pt>
                <c:pt idx="21480">
                  <c:v>4</c:v>
                </c:pt>
                <c:pt idx="21481">
                  <c:v>2</c:v>
                </c:pt>
                <c:pt idx="21482">
                  <c:v>2</c:v>
                </c:pt>
                <c:pt idx="21483">
                  <c:v>4</c:v>
                </c:pt>
                <c:pt idx="21484">
                  <c:v>2</c:v>
                </c:pt>
                <c:pt idx="21485">
                  <c:v>3</c:v>
                </c:pt>
                <c:pt idx="21486">
                  <c:v>2</c:v>
                </c:pt>
                <c:pt idx="21487">
                  <c:v>7</c:v>
                </c:pt>
                <c:pt idx="21488">
                  <c:v>2</c:v>
                </c:pt>
                <c:pt idx="21489">
                  <c:v>2</c:v>
                </c:pt>
                <c:pt idx="21490">
                  <c:v>0</c:v>
                </c:pt>
                <c:pt idx="21491">
                  <c:v>3</c:v>
                </c:pt>
                <c:pt idx="21492">
                  <c:v>3</c:v>
                </c:pt>
                <c:pt idx="21493">
                  <c:v>3</c:v>
                </c:pt>
                <c:pt idx="21494">
                  <c:v>3</c:v>
                </c:pt>
                <c:pt idx="21495">
                  <c:v>2</c:v>
                </c:pt>
                <c:pt idx="21496">
                  <c:v>7</c:v>
                </c:pt>
                <c:pt idx="21497">
                  <c:v>7</c:v>
                </c:pt>
                <c:pt idx="21498">
                  <c:v>3</c:v>
                </c:pt>
                <c:pt idx="21499">
                  <c:v>1</c:v>
                </c:pt>
                <c:pt idx="21500">
                  <c:v>2</c:v>
                </c:pt>
                <c:pt idx="21501">
                  <c:v>4</c:v>
                </c:pt>
                <c:pt idx="21502">
                  <c:v>1</c:v>
                </c:pt>
                <c:pt idx="21503">
                  <c:v>2</c:v>
                </c:pt>
                <c:pt idx="21504">
                  <c:v>1</c:v>
                </c:pt>
                <c:pt idx="21505">
                  <c:v>1</c:v>
                </c:pt>
                <c:pt idx="21506">
                  <c:v>3</c:v>
                </c:pt>
                <c:pt idx="21507">
                  <c:v>4</c:v>
                </c:pt>
                <c:pt idx="21508">
                  <c:v>2</c:v>
                </c:pt>
                <c:pt idx="21509">
                  <c:v>2</c:v>
                </c:pt>
                <c:pt idx="21510">
                  <c:v>3</c:v>
                </c:pt>
                <c:pt idx="21511">
                  <c:v>2</c:v>
                </c:pt>
                <c:pt idx="21512">
                  <c:v>2</c:v>
                </c:pt>
                <c:pt idx="21513">
                  <c:v>3</c:v>
                </c:pt>
                <c:pt idx="21514">
                  <c:v>1</c:v>
                </c:pt>
                <c:pt idx="21515">
                  <c:v>1</c:v>
                </c:pt>
                <c:pt idx="21516">
                  <c:v>3</c:v>
                </c:pt>
                <c:pt idx="21517">
                  <c:v>5</c:v>
                </c:pt>
                <c:pt idx="21518">
                  <c:v>2</c:v>
                </c:pt>
                <c:pt idx="21519">
                  <c:v>4</c:v>
                </c:pt>
                <c:pt idx="21520">
                  <c:v>4</c:v>
                </c:pt>
                <c:pt idx="21521">
                  <c:v>4</c:v>
                </c:pt>
                <c:pt idx="21522">
                  <c:v>2</c:v>
                </c:pt>
                <c:pt idx="21523">
                  <c:v>2</c:v>
                </c:pt>
                <c:pt idx="21524">
                  <c:v>4</c:v>
                </c:pt>
                <c:pt idx="21525">
                  <c:v>3</c:v>
                </c:pt>
                <c:pt idx="21526">
                  <c:v>5</c:v>
                </c:pt>
                <c:pt idx="21527">
                  <c:v>5</c:v>
                </c:pt>
                <c:pt idx="21528">
                  <c:v>4</c:v>
                </c:pt>
                <c:pt idx="21529">
                  <c:v>5</c:v>
                </c:pt>
                <c:pt idx="21530">
                  <c:v>1</c:v>
                </c:pt>
                <c:pt idx="21531">
                  <c:v>1</c:v>
                </c:pt>
                <c:pt idx="21532">
                  <c:v>2</c:v>
                </c:pt>
                <c:pt idx="21533">
                  <c:v>1</c:v>
                </c:pt>
                <c:pt idx="21534">
                  <c:v>3</c:v>
                </c:pt>
                <c:pt idx="21535">
                  <c:v>1</c:v>
                </c:pt>
                <c:pt idx="21536">
                  <c:v>2</c:v>
                </c:pt>
                <c:pt idx="21537">
                  <c:v>1</c:v>
                </c:pt>
                <c:pt idx="21538">
                  <c:v>3</c:v>
                </c:pt>
                <c:pt idx="21539">
                  <c:v>1</c:v>
                </c:pt>
                <c:pt idx="21540">
                  <c:v>2</c:v>
                </c:pt>
                <c:pt idx="21541">
                  <c:v>1</c:v>
                </c:pt>
                <c:pt idx="21542">
                  <c:v>3</c:v>
                </c:pt>
                <c:pt idx="21543">
                  <c:v>2</c:v>
                </c:pt>
                <c:pt idx="21544">
                  <c:v>2</c:v>
                </c:pt>
                <c:pt idx="21545">
                  <c:v>2</c:v>
                </c:pt>
                <c:pt idx="21546">
                  <c:v>1</c:v>
                </c:pt>
                <c:pt idx="21547">
                  <c:v>2</c:v>
                </c:pt>
                <c:pt idx="21548">
                  <c:v>2</c:v>
                </c:pt>
                <c:pt idx="21549">
                  <c:v>2</c:v>
                </c:pt>
                <c:pt idx="21550">
                  <c:v>1</c:v>
                </c:pt>
                <c:pt idx="21551">
                  <c:v>3</c:v>
                </c:pt>
                <c:pt idx="21552">
                  <c:v>1</c:v>
                </c:pt>
                <c:pt idx="21553">
                  <c:v>1</c:v>
                </c:pt>
                <c:pt idx="21554">
                  <c:v>1</c:v>
                </c:pt>
                <c:pt idx="21555">
                  <c:v>1</c:v>
                </c:pt>
                <c:pt idx="21556">
                  <c:v>2</c:v>
                </c:pt>
                <c:pt idx="21557">
                  <c:v>3</c:v>
                </c:pt>
                <c:pt idx="21558">
                  <c:v>2</c:v>
                </c:pt>
                <c:pt idx="21559">
                  <c:v>2</c:v>
                </c:pt>
                <c:pt idx="21560">
                  <c:v>1</c:v>
                </c:pt>
                <c:pt idx="21561">
                  <c:v>2</c:v>
                </c:pt>
                <c:pt idx="21562">
                  <c:v>1</c:v>
                </c:pt>
                <c:pt idx="21563">
                  <c:v>2</c:v>
                </c:pt>
                <c:pt idx="21564">
                  <c:v>2</c:v>
                </c:pt>
                <c:pt idx="21565">
                  <c:v>4</c:v>
                </c:pt>
                <c:pt idx="21566">
                  <c:v>1</c:v>
                </c:pt>
                <c:pt idx="21567">
                  <c:v>3</c:v>
                </c:pt>
                <c:pt idx="21568">
                  <c:v>1</c:v>
                </c:pt>
                <c:pt idx="21569">
                  <c:v>1</c:v>
                </c:pt>
                <c:pt idx="21570">
                  <c:v>2</c:v>
                </c:pt>
                <c:pt idx="21571">
                  <c:v>3</c:v>
                </c:pt>
                <c:pt idx="21572">
                  <c:v>2</c:v>
                </c:pt>
                <c:pt idx="21573">
                  <c:v>9</c:v>
                </c:pt>
                <c:pt idx="21574">
                  <c:v>2</c:v>
                </c:pt>
                <c:pt idx="21575">
                  <c:v>1</c:v>
                </c:pt>
                <c:pt idx="21576">
                  <c:v>2</c:v>
                </c:pt>
                <c:pt idx="21577">
                  <c:v>2</c:v>
                </c:pt>
                <c:pt idx="21578">
                  <c:v>2</c:v>
                </c:pt>
                <c:pt idx="21579">
                  <c:v>5</c:v>
                </c:pt>
                <c:pt idx="21580">
                  <c:v>5</c:v>
                </c:pt>
                <c:pt idx="21581">
                  <c:v>2</c:v>
                </c:pt>
                <c:pt idx="21582">
                  <c:v>4</c:v>
                </c:pt>
                <c:pt idx="21583">
                  <c:v>3</c:v>
                </c:pt>
                <c:pt idx="21584">
                  <c:v>3</c:v>
                </c:pt>
                <c:pt idx="21585">
                  <c:v>3</c:v>
                </c:pt>
                <c:pt idx="21586">
                  <c:v>5</c:v>
                </c:pt>
                <c:pt idx="21587">
                  <c:v>5</c:v>
                </c:pt>
                <c:pt idx="21588">
                  <c:v>3</c:v>
                </c:pt>
                <c:pt idx="21589">
                  <c:v>4</c:v>
                </c:pt>
                <c:pt idx="21590">
                  <c:v>3</c:v>
                </c:pt>
                <c:pt idx="21591">
                  <c:v>3</c:v>
                </c:pt>
                <c:pt idx="21592">
                  <c:v>3</c:v>
                </c:pt>
                <c:pt idx="21593">
                  <c:v>2</c:v>
                </c:pt>
                <c:pt idx="21594">
                  <c:v>2</c:v>
                </c:pt>
                <c:pt idx="21595">
                  <c:v>1</c:v>
                </c:pt>
                <c:pt idx="21596">
                  <c:v>5</c:v>
                </c:pt>
                <c:pt idx="21597">
                  <c:v>9</c:v>
                </c:pt>
                <c:pt idx="21598">
                  <c:v>3</c:v>
                </c:pt>
                <c:pt idx="21599">
                  <c:v>4</c:v>
                </c:pt>
                <c:pt idx="21600">
                  <c:v>2</c:v>
                </c:pt>
                <c:pt idx="21601">
                  <c:v>1</c:v>
                </c:pt>
                <c:pt idx="21602">
                  <c:v>1</c:v>
                </c:pt>
                <c:pt idx="21603">
                  <c:v>1</c:v>
                </c:pt>
                <c:pt idx="21604">
                  <c:v>-1</c:v>
                </c:pt>
                <c:pt idx="21605">
                  <c:v>1</c:v>
                </c:pt>
                <c:pt idx="21606">
                  <c:v>1</c:v>
                </c:pt>
                <c:pt idx="21607">
                  <c:v>1</c:v>
                </c:pt>
                <c:pt idx="21608">
                  <c:v>2</c:v>
                </c:pt>
                <c:pt idx="21609">
                  <c:v>1</c:v>
                </c:pt>
                <c:pt idx="21610">
                  <c:v>2</c:v>
                </c:pt>
                <c:pt idx="21611">
                  <c:v>1</c:v>
                </c:pt>
                <c:pt idx="21612">
                  <c:v>1</c:v>
                </c:pt>
                <c:pt idx="21613">
                  <c:v>2</c:v>
                </c:pt>
                <c:pt idx="21614">
                  <c:v>1</c:v>
                </c:pt>
                <c:pt idx="21615">
                  <c:v>2</c:v>
                </c:pt>
                <c:pt idx="21616">
                  <c:v>1</c:v>
                </c:pt>
                <c:pt idx="21617">
                  <c:v>1</c:v>
                </c:pt>
                <c:pt idx="21618">
                  <c:v>1</c:v>
                </c:pt>
                <c:pt idx="21619">
                  <c:v>2</c:v>
                </c:pt>
                <c:pt idx="21620">
                  <c:v>2</c:v>
                </c:pt>
                <c:pt idx="21621">
                  <c:v>1</c:v>
                </c:pt>
                <c:pt idx="21622">
                  <c:v>1</c:v>
                </c:pt>
                <c:pt idx="21623">
                  <c:v>1</c:v>
                </c:pt>
                <c:pt idx="21624">
                  <c:v>1</c:v>
                </c:pt>
                <c:pt idx="21625">
                  <c:v>1</c:v>
                </c:pt>
                <c:pt idx="21626">
                  <c:v>1</c:v>
                </c:pt>
                <c:pt idx="21627">
                  <c:v>1</c:v>
                </c:pt>
                <c:pt idx="21628">
                  <c:v>1</c:v>
                </c:pt>
                <c:pt idx="21629">
                  <c:v>1</c:v>
                </c:pt>
                <c:pt idx="21630">
                  <c:v>2</c:v>
                </c:pt>
                <c:pt idx="21631">
                  <c:v>2</c:v>
                </c:pt>
                <c:pt idx="21632">
                  <c:v>2</c:v>
                </c:pt>
                <c:pt idx="21633">
                  <c:v>2</c:v>
                </c:pt>
                <c:pt idx="21634">
                  <c:v>12</c:v>
                </c:pt>
                <c:pt idx="21635">
                  <c:v>2</c:v>
                </c:pt>
                <c:pt idx="21636">
                  <c:v>2</c:v>
                </c:pt>
                <c:pt idx="21637">
                  <c:v>4</c:v>
                </c:pt>
                <c:pt idx="21638">
                  <c:v>4</c:v>
                </c:pt>
                <c:pt idx="21639">
                  <c:v>4</c:v>
                </c:pt>
                <c:pt idx="21640">
                  <c:v>5</c:v>
                </c:pt>
                <c:pt idx="21641">
                  <c:v>3</c:v>
                </c:pt>
                <c:pt idx="21642">
                  <c:v>4</c:v>
                </c:pt>
                <c:pt idx="21643">
                  <c:v>2</c:v>
                </c:pt>
                <c:pt idx="21644">
                  <c:v>1</c:v>
                </c:pt>
                <c:pt idx="21645">
                  <c:v>2</c:v>
                </c:pt>
                <c:pt idx="21646">
                  <c:v>2</c:v>
                </c:pt>
                <c:pt idx="21647">
                  <c:v>2</c:v>
                </c:pt>
                <c:pt idx="21648">
                  <c:v>3</c:v>
                </c:pt>
                <c:pt idx="21649">
                  <c:v>1</c:v>
                </c:pt>
                <c:pt idx="21650">
                  <c:v>1</c:v>
                </c:pt>
                <c:pt idx="21651">
                  <c:v>1</c:v>
                </c:pt>
                <c:pt idx="21652">
                  <c:v>2</c:v>
                </c:pt>
                <c:pt idx="21653">
                  <c:v>1</c:v>
                </c:pt>
                <c:pt idx="21654">
                  <c:v>1</c:v>
                </c:pt>
                <c:pt idx="21655">
                  <c:v>2</c:v>
                </c:pt>
                <c:pt idx="21656">
                  <c:v>4</c:v>
                </c:pt>
                <c:pt idx="21657">
                  <c:v>4</c:v>
                </c:pt>
                <c:pt idx="21658">
                  <c:v>2</c:v>
                </c:pt>
                <c:pt idx="21659">
                  <c:v>4</c:v>
                </c:pt>
                <c:pt idx="21660">
                  <c:v>8</c:v>
                </c:pt>
                <c:pt idx="21661">
                  <c:v>8</c:v>
                </c:pt>
                <c:pt idx="21662">
                  <c:v>4</c:v>
                </c:pt>
                <c:pt idx="21663">
                  <c:v>4</c:v>
                </c:pt>
                <c:pt idx="21664">
                  <c:v>3</c:v>
                </c:pt>
                <c:pt idx="21665">
                  <c:v>6</c:v>
                </c:pt>
                <c:pt idx="21666">
                  <c:v>2</c:v>
                </c:pt>
                <c:pt idx="21667">
                  <c:v>3</c:v>
                </c:pt>
                <c:pt idx="21668">
                  <c:v>3</c:v>
                </c:pt>
                <c:pt idx="21669">
                  <c:v>3</c:v>
                </c:pt>
                <c:pt idx="21670">
                  <c:v>3</c:v>
                </c:pt>
                <c:pt idx="21671">
                  <c:v>4</c:v>
                </c:pt>
                <c:pt idx="21672">
                  <c:v>2</c:v>
                </c:pt>
                <c:pt idx="21673">
                  <c:v>2</c:v>
                </c:pt>
                <c:pt idx="21674">
                  <c:v>2</c:v>
                </c:pt>
                <c:pt idx="21675">
                  <c:v>3</c:v>
                </c:pt>
                <c:pt idx="21676">
                  <c:v>2</c:v>
                </c:pt>
                <c:pt idx="21677">
                  <c:v>8</c:v>
                </c:pt>
                <c:pt idx="21678">
                  <c:v>3</c:v>
                </c:pt>
                <c:pt idx="21679">
                  <c:v>2</c:v>
                </c:pt>
                <c:pt idx="21680">
                  <c:v>2</c:v>
                </c:pt>
                <c:pt idx="21681">
                  <c:v>2</c:v>
                </c:pt>
                <c:pt idx="21682">
                  <c:v>6</c:v>
                </c:pt>
                <c:pt idx="21683">
                  <c:v>3</c:v>
                </c:pt>
                <c:pt idx="21684">
                  <c:v>4</c:v>
                </c:pt>
                <c:pt idx="21685">
                  <c:v>2</c:v>
                </c:pt>
                <c:pt idx="21686">
                  <c:v>3</c:v>
                </c:pt>
                <c:pt idx="21687">
                  <c:v>6</c:v>
                </c:pt>
                <c:pt idx="21688">
                  <c:v>5</c:v>
                </c:pt>
                <c:pt idx="21689">
                  <c:v>2</c:v>
                </c:pt>
                <c:pt idx="21690">
                  <c:v>2</c:v>
                </c:pt>
                <c:pt idx="21691">
                  <c:v>2</c:v>
                </c:pt>
                <c:pt idx="21692">
                  <c:v>2</c:v>
                </c:pt>
                <c:pt idx="21693">
                  <c:v>2</c:v>
                </c:pt>
                <c:pt idx="21694">
                  <c:v>3</c:v>
                </c:pt>
                <c:pt idx="21695">
                  <c:v>3</c:v>
                </c:pt>
                <c:pt idx="21696">
                  <c:v>3</c:v>
                </c:pt>
                <c:pt idx="21697">
                  <c:v>2</c:v>
                </c:pt>
                <c:pt idx="21698">
                  <c:v>2</c:v>
                </c:pt>
                <c:pt idx="21699">
                  <c:v>2</c:v>
                </c:pt>
                <c:pt idx="21700">
                  <c:v>2</c:v>
                </c:pt>
                <c:pt idx="21701">
                  <c:v>2</c:v>
                </c:pt>
                <c:pt idx="21702">
                  <c:v>2</c:v>
                </c:pt>
                <c:pt idx="21703">
                  <c:v>2</c:v>
                </c:pt>
                <c:pt idx="21704">
                  <c:v>2</c:v>
                </c:pt>
                <c:pt idx="21705">
                  <c:v>2</c:v>
                </c:pt>
                <c:pt idx="21706">
                  <c:v>2</c:v>
                </c:pt>
                <c:pt idx="21707">
                  <c:v>2</c:v>
                </c:pt>
                <c:pt idx="21708">
                  <c:v>1</c:v>
                </c:pt>
                <c:pt idx="21709">
                  <c:v>1</c:v>
                </c:pt>
                <c:pt idx="21710">
                  <c:v>7</c:v>
                </c:pt>
                <c:pt idx="21711">
                  <c:v>2</c:v>
                </c:pt>
                <c:pt idx="21712">
                  <c:v>2</c:v>
                </c:pt>
                <c:pt idx="21713">
                  <c:v>2</c:v>
                </c:pt>
                <c:pt idx="21714">
                  <c:v>2</c:v>
                </c:pt>
                <c:pt idx="21715">
                  <c:v>5</c:v>
                </c:pt>
                <c:pt idx="21716">
                  <c:v>5</c:v>
                </c:pt>
                <c:pt idx="21717">
                  <c:v>2</c:v>
                </c:pt>
                <c:pt idx="21718">
                  <c:v>1</c:v>
                </c:pt>
                <c:pt idx="21719">
                  <c:v>2</c:v>
                </c:pt>
                <c:pt idx="21720">
                  <c:v>4</c:v>
                </c:pt>
                <c:pt idx="21721">
                  <c:v>1</c:v>
                </c:pt>
                <c:pt idx="21722">
                  <c:v>2</c:v>
                </c:pt>
                <c:pt idx="21723">
                  <c:v>3</c:v>
                </c:pt>
                <c:pt idx="21724">
                  <c:v>1</c:v>
                </c:pt>
                <c:pt idx="21725">
                  <c:v>1</c:v>
                </c:pt>
                <c:pt idx="21726">
                  <c:v>1</c:v>
                </c:pt>
                <c:pt idx="21727">
                  <c:v>1</c:v>
                </c:pt>
                <c:pt idx="21728">
                  <c:v>1</c:v>
                </c:pt>
                <c:pt idx="21729">
                  <c:v>1</c:v>
                </c:pt>
                <c:pt idx="21730">
                  <c:v>1</c:v>
                </c:pt>
                <c:pt idx="21731">
                  <c:v>1</c:v>
                </c:pt>
                <c:pt idx="21732">
                  <c:v>1</c:v>
                </c:pt>
                <c:pt idx="21733">
                  <c:v>1</c:v>
                </c:pt>
                <c:pt idx="21734">
                  <c:v>1</c:v>
                </c:pt>
                <c:pt idx="21735">
                  <c:v>1</c:v>
                </c:pt>
                <c:pt idx="21736">
                  <c:v>1</c:v>
                </c:pt>
                <c:pt idx="21737">
                  <c:v>1</c:v>
                </c:pt>
                <c:pt idx="21738">
                  <c:v>1</c:v>
                </c:pt>
                <c:pt idx="21739">
                  <c:v>1</c:v>
                </c:pt>
                <c:pt idx="21740">
                  <c:v>1</c:v>
                </c:pt>
                <c:pt idx="21741">
                  <c:v>1</c:v>
                </c:pt>
                <c:pt idx="21742">
                  <c:v>6</c:v>
                </c:pt>
                <c:pt idx="21743">
                  <c:v>3</c:v>
                </c:pt>
                <c:pt idx="21744">
                  <c:v>2</c:v>
                </c:pt>
                <c:pt idx="21745">
                  <c:v>5</c:v>
                </c:pt>
                <c:pt idx="21746">
                  <c:v>3</c:v>
                </c:pt>
                <c:pt idx="21747">
                  <c:v>3</c:v>
                </c:pt>
                <c:pt idx="21748">
                  <c:v>3</c:v>
                </c:pt>
                <c:pt idx="21749">
                  <c:v>3</c:v>
                </c:pt>
                <c:pt idx="21750">
                  <c:v>3</c:v>
                </c:pt>
                <c:pt idx="21751">
                  <c:v>3</c:v>
                </c:pt>
                <c:pt idx="21752">
                  <c:v>4</c:v>
                </c:pt>
                <c:pt idx="21753">
                  <c:v>1</c:v>
                </c:pt>
                <c:pt idx="21754">
                  <c:v>3</c:v>
                </c:pt>
                <c:pt idx="21755">
                  <c:v>5</c:v>
                </c:pt>
                <c:pt idx="21756">
                  <c:v>3</c:v>
                </c:pt>
                <c:pt idx="21757">
                  <c:v>2</c:v>
                </c:pt>
                <c:pt idx="21758">
                  <c:v>2</c:v>
                </c:pt>
                <c:pt idx="21759">
                  <c:v>1</c:v>
                </c:pt>
                <c:pt idx="21760">
                  <c:v>3</c:v>
                </c:pt>
                <c:pt idx="21761">
                  <c:v>2</c:v>
                </c:pt>
                <c:pt idx="21762">
                  <c:v>2</c:v>
                </c:pt>
                <c:pt idx="21763">
                  <c:v>2</c:v>
                </c:pt>
                <c:pt idx="21764">
                  <c:v>2</c:v>
                </c:pt>
                <c:pt idx="21765">
                  <c:v>14</c:v>
                </c:pt>
                <c:pt idx="21766">
                  <c:v>2</c:v>
                </c:pt>
                <c:pt idx="21767">
                  <c:v>1</c:v>
                </c:pt>
                <c:pt idx="21768">
                  <c:v>2</c:v>
                </c:pt>
                <c:pt idx="21769">
                  <c:v>2</c:v>
                </c:pt>
                <c:pt idx="21770">
                  <c:v>3</c:v>
                </c:pt>
                <c:pt idx="21771">
                  <c:v>2</c:v>
                </c:pt>
                <c:pt idx="21772">
                  <c:v>2</c:v>
                </c:pt>
                <c:pt idx="21773">
                  <c:v>2</c:v>
                </c:pt>
                <c:pt idx="21774">
                  <c:v>2</c:v>
                </c:pt>
                <c:pt idx="21775">
                  <c:v>3</c:v>
                </c:pt>
                <c:pt idx="21776">
                  <c:v>7</c:v>
                </c:pt>
                <c:pt idx="21777">
                  <c:v>1</c:v>
                </c:pt>
                <c:pt idx="21778">
                  <c:v>5</c:v>
                </c:pt>
                <c:pt idx="21779">
                  <c:v>3</c:v>
                </c:pt>
                <c:pt idx="21780">
                  <c:v>1</c:v>
                </c:pt>
                <c:pt idx="21781">
                  <c:v>6</c:v>
                </c:pt>
                <c:pt idx="21782">
                  <c:v>5</c:v>
                </c:pt>
                <c:pt idx="21783">
                  <c:v>2</c:v>
                </c:pt>
                <c:pt idx="21784">
                  <c:v>2</c:v>
                </c:pt>
                <c:pt idx="21785">
                  <c:v>4</c:v>
                </c:pt>
                <c:pt idx="21786">
                  <c:v>6</c:v>
                </c:pt>
                <c:pt idx="21787">
                  <c:v>4</c:v>
                </c:pt>
                <c:pt idx="21788">
                  <c:v>2</c:v>
                </c:pt>
                <c:pt idx="21789">
                  <c:v>3</c:v>
                </c:pt>
                <c:pt idx="21790">
                  <c:v>4</c:v>
                </c:pt>
                <c:pt idx="21791">
                  <c:v>3</c:v>
                </c:pt>
                <c:pt idx="21792">
                  <c:v>4</c:v>
                </c:pt>
                <c:pt idx="21793">
                  <c:v>4</c:v>
                </c:pt>
                <c:pt idx="21794">
                  <c:v>3</c:v>
                </c:pt>
                <c:pt idx="21795">
                  <c:v>3</c:v>
                </c:pt>
                <c:pt idx="21796">
                  <c:v>5</c:v>
                </c:pt>
                <c:pt idx="21797">
                  <c:v>3</c:v>
                </c:pt>
                <c:pt idx="21798">
                  <c:v>2</c:v>
                </c:pt>
                <c:pt idx="21799">
                  <c:v>2</c:v>
                </c:pt>
                <c:pt idx="21800">
                  <c:v>2</c:v>
                </c:pt>
                <c:pt idx="21801">
                  <c:v>1</c:v>
                </c:pt>
                <c:pt idx="21802">
                  <c:v>1</c:v>
                </c:pt>
                <c:pt idx="21803">
                  <c:v>2</c:v>
                </c:pt>
                <c:pt idx="21804">
                  <c:v>3</c:v>
                </c:pt>
                <c:pt idx="21805">
                  <c:v>2</c:v>
                </c:pt>
                <c:pt idx="21806">
                  <c:v>3</c:v>
                </c:pt>
                <c:pt idx="21807">
                  <c:v>1</c:v>
                </c:pt>
                <c:pt idx="21808">
                  <c:v>4</c:v>
                </c:pt>
                <c:pt idx="21809">
                  <c:v>3</c:v>
                </c:pt>
                <c:pt idx="21810">
                  <c:v>3</c:v>
                </c:pt>
                <c:pt idx="21811">
                  <c:v>3</c:v>
                </c:pt>
                <c:pt idx="21812">
                  <c:v>1</c:v>
                </c:pt>
                <c:pt idx="21813">
                  <c:v>2</c:v>
                </c:pt>
                <c:pt idx="21814">
                  <c:v>3</c:v>
                </c:pt>
                <c:pt idx="21815">
                  <c:v>1</c:v>
                </c:pt>
                <c:pt idx="21816">
                  <c:v>1</c:v>
                </c:pt>
                <c:pt idx="21817">
                  <c:v>1</c:v>
                </c:pt>
                <c:pt idx="21818">
                  <c:v>2</c:v>
                </c:pt>
                <c:pt idx="21819">
                  <c:v>2</c:v>
                </c:pt>
                <c:pt idx="21820">
                  <c:v>4</c:v>
                </c:pt>
                <c:pt idx="21821">
                  <c:v>2</c:v>
                </c:pt>
                <c:pt idx="21822">
                  <c:v>2</c:v>
                </c:pt>
                <c:pt idx="21823">
                  <c:v>1</c:v>
                </c:pt>
                <c:pt idx="21824">
                  <c:v>2</c:v>
                </c:pt>
                <c:pt idx="21825">
                  <c:v>4</c:v>
                </c:pt>
                <c:pt idx="21826">
                  <c:v>2</c:v>
                </c:pt>
                <c:pt idx="21827">
                  <c:v>3</c:v>
                </c:pt>
                <c:pt idx="21828">
                  <c:v>-2</c:v>
                </c:pt>
                <c:pt idx="21829">
                  <c:v>3</c:v>
                </c:pt>
                <c:pt idx="21830">
                  <c:v>1</c:v>
                </c:pt>
                <c:pt idx="21831">
                  <c:v>1</c:v>
                </c:pt>
                <c:pt idx="21832">
                  <c:v>4</c:v>
                </c:pt>
                <c:pt idx="21833">
                  <c:v>3</c:v>
                </c:pt>
                <c:pt idx="21834">
                  <c:v>1</c:v>
                </c:pt>
                <c:pt idx="21835">
                  <c:v>2</c:v>
                </c:pt>
                <c:pt idx="21836">
                  <c:v>2</c:v>
                </c:pt>
                <c:pt idx="21837">
                  <c:v>1</c:v>
                </c:pt>
                <c:pt idx="21838">
                  <c:v>2</c:v>
                </c:pt>
                <c:pt idx="21839">
                  <c:v>2</c:v>
                </c:pt>
                <c:pt idx="21840">
                  <c:v>2</c:v>
                </c:pt>
                <c:pt idx="21841">
                  <c:v>2</c:v>
                </c:pt>
                <c:pt idx="21842">
                  <c:v>2</c:v>
                </c:pt>
                <c:pt idx="21843">
                  <c:v>3</c:v>
                </c:pt>
                <c:pt idx="21844">
                  <c:v>3</c:v>
                </c:pt>
                <c:pt idx="21845">
                  <c:v>4</c:v>
                </c:pt>
                <c:pt idx="21846">
                  <c:v>2</c:v>
                </c:pt>
                <c:pt idx="21847">
                  <c:v>4</c:v>
                </c:pt>
                <c:pt idx="21848">
                  <c:v>1</c:v>
                </c:pt>
                <c:pt idx="21849">
                  <c:v>2</c:v>
                </c:pt>
                <c:pt idx="21850">
                  <c:v>4</c:v>
                </c:pt>
                <c:pt idx="21851">
                  <c:v>3</c:v>
                </c:pt>
                <c:pt idx="21852">
                  <c:v>4</c:v>
                </c:pt>
                <c:pt idx="21853">
                  <c:v>3</c:v>
                </c:pt>
                <c:pt idx="21854">
                  <c:v>2</c:v>
                </c:pt>
                <c:pt idx="21855">
                  <c:v>2</c:v>
                </c:pt>
                <c:pt idx="21856">
                  <c:v>2</c:v>
                </c:pt>
                <c:pt idx="21857">
                  <c:v>2</c:v>
                </c:pt>
                <c:pt idx="21858">
                  <c:v>2</c:v>
                </c:pt>
                <c:pt idx="21859">
                  <c:v>2</c:v>
                </c:pt>
                <c:pt idx="21860">
                  <c:v>2</c:v>
                </c:pt>
                <c:pt idx="21861">
                  <c:v>2</c:v>
                </c:pt>
                <c:pt idx="21862">
                  <c:v>2</c:v>
                </c:pt>
                <c:pt idx="21863">
                  <c:v>2</c:v>
                </c:pt>
                <c:pt idx="21864">
                  <c:v>3</c:v>
                </c:pt>
                <c:pt idx="21865">
                  <c:v>3</c:v>
                </c:pt>
                <c:pt idx="21866">
                  <c:v>2</c:v>
                </c:pt>
                <c:pt idx="21867">
                  <c:v>2</c:v>
                </c:pt>
                <c:pt idx="21868">
                  <c:v>2</c:v>
                </c:pt>
                <c:pt idx="21869">
                  <c:v>5</c:v>
                </c:pt>
                <c:pt idx="21870">
                  <c:v>5</c:v>
                </c:pt>
                <c:pt idx="21871">
                  <c:v>3</c:v>
                </c:pt>
                <c:pt idx="21872">
                  <c:v>1</c:v>
                </c:pt>
                <c:pt idx="21873">
                  <c:v>1</c:v>
                </c:pt>
                <c:pt idx="21874">
                  <c:v>5</c:v>
                </c:pt>
                <c:pt idx="21875">
                  <c:v>3</c:v>
                </c:pt>
                <c:pt idx="21876">
                  <c:v>1</c:v>
                </c:pt>
                <c:pt idx="21877">
                  <c:v>2</c:v>
                </c:pt>
                <c:pt idx="21878">
                  <c:v>3</c:v>
                </c:pt>
                <c:pt idx="21879">
                  <c:v>2</c:v>
                </c:pt>
                <c:pt idx="21880">
                  <c:v>1</c:v>
                </c:pt>
                <c:pt idx="21881">
                  <c:v>2</c:v>
                </c:pt>
                <c:pt idx="21882">
                  <c:v>4</c:v>
                </c:pt>
                <c:pt idx="21883">
                  <c:v>2</c:v>
                </c:pt>
                <c:pt idx="21884">
                  <c:v>4</c:v>
                </c:pt>
                <c:pt idx="21885">
                  <c:v>1</c:v>
                </c:pt>
                <c:pt idx="21886">
                  <c:v>9</c:v>
                </c:pt>
                <c:pt idx="21887">
                  <c:v>5</c:v>
                </c:pt>
                <c:pt idx="21888">
                  <c:v>1</c:v>
                </c:pt>
                <c:pt idx="21889">
                  <c:v>2</c:v>
                </c:pt>
                <c:pt idx="21890">
                  <c:v>4</c:v>
                </c:pt>
                <c:pt idx="21891">
                  <c:v>3</c:v>
                </c:pt>
                <c:pt idx="21892">
                  <c:v>2</c:v>
                </c:pt>
                <c:pt idx="21893">
                  <c:v>1</c:v>
                </c:pt>
                <c:pt idx="21894">
                  <c:v>1</c:v>
                </c:pt>
                <c:pt idx="21895">
                  <c:v>4</c:v>
                </c:pt>
                <c:pt idx="21896">
                  <c:v>2</c:v>
                </c:pt>
                <c:pt idx="21897">
                  <c:v>2</c:v>
                </c:pt>
                <c:pt idx="21898">
                  <c:v>1</c:v>
                </c:pt>
                <c:pt idx="21899">
                  <c:v>1</c:v>
                </c:pt>
                <c:pt idx="21900">
                  <c:v>2</c:v>
                </c:pt>
                <c:pt idx="21901">
                  <c:v>2</c:v>
                </c:pt>
                <c:pt idx="21902">
                  <c:v>5</c:v>
                </c:pt>
                <c:pt idx="21903">
                  <c:v>5</c:v>
                </c:pt>
                <c:pt idx="21904">
                  <c:v>6</c:v>
                </c:pt>
                <c:pt idx="21905">
                  <c:v>2</c:v>
                </c:pt>
                <c:pt idx="21906">
                  <c:v>1</c:v>
                </c:pt>
                <c:pt idx="21907">
                  <c:v>1</c:v>
                </c:pt>
                <c:pt idx="21908">
                  <c:v>1</c:v>
                </c:pt>
                <c:pt idx="21909">
                  <c:v>1</c:v>
                </c:pt>
                <c:pt idx="21910">
                  <c:v>2</c:v>
                </c:pt>
                <c:pt idx="21911">
                  <c:v>1</c:v>
                </c:pt>
                <c:pt idx="21912">
                  <c:v>3</c:v>
                </c:pt>
                <c:pt idx="21913">
                  <c:v>2</c:v>
                </c:pt>
                <c:pt idx="21914">
                  <c:v>1</c:v>
                </c:pt>
                <c:pt idx="21915">
                  <c:v>3</c:v>
                </c:pt>
                <c:pt idx="21916">
                  <c:v>2</c:v>
                </c:pt>
                <c:pt idx="21917">
                  <c:v>2</c:v>
                </c:pt>
                <c:pt idx="21918">
                  <c:v>1</c:v>
                </c:pt>
                <c:pt idx="21919">
                  <c:v>1</c:v>
                </c:pt>
                <c:pt idx="21920">
                  <c:v>2</c:v>
                </c:pt>
                <c:pt idx="21921">
                  <c:v>1</c:v>
                </c:pt>
                <c:pt idx="21922">
                  <c:v>2</c:v>
                </c:pt>
                <c:pt idx="21923">
                  <c:v>2</c:v>
                </c:pt>
                <c:pt idx="21924">
                  <c:v>3</c:v>
                </c:pt>
                <c:pt idx="21925">
                  <c:v>2</c:v>
                </c:pt>
                <c:pt idx="21926">
                  <c:v>1</c:v>
                </c:pt>
                <c:pt idx="21927">
                  <c:v>2</c:v>
                </c:pt>
                <c:pt idx="21928">
                  <c:v>1</c:v>
                </c:pt>
                <c:pt idx="21929">
                  <c:v>1</c:v>
                </c:pt>
                <c:pt idx="21930">
                  <c:v>3</c:v>
                </c:pt>
                <c:pt idx="21931">
                  <c:v>4</c:v>
                </c:pt>
                <c:pt idx="21932">
                  <c:v>2</c:v>
                </c:pt>
                <c:pt idx="21933">
                  <c:v>1</c:v>
                </c:pt>
                <c:pt idx="21934">
                  <c:v>2</c:v>
                </c:pt>
                <c:pt idx="21935">
                  <c:v>3</c:v>
                </c:pt>
                <c:pt idx="21936">
                  <c:v>1</c:v>
                </c:pt>
                <c:pt idx="21937">
                  <c:v>1</c:v>
                </c:pt>
                <c:pt idx="21938">
                  <c:v>1</c:v>
                </c:pt>
                <c:pt idx="21939">
                  <c:v>2</c:v>
                </c:pt>
                <c:pt idx="21940">
                  <c:v>3</c:v>
                </c:pt>
                <c:pt idx="21941">
                  <c:v>2</c:v>
                </c:pt>
                <c:pt idx="21942">
                  <c:v>1</c:v>
                </c:pt>
                <c:pt idx="21943">
                  <c:v>1</c:v>
                </c:pt>
                <c:pt idx="21944">
                  <c:v>1</c:v>
                </c:pt>
                <c:pt idx="21945">
                  <c:v>3</c:v>
                </c:pt>
                <c:pt idx="21946">
                  <c:v>4</c:v>
                </c:pt>
                <c:pt idx="21947">
                  <c:v>4</c:v>
                </c:pt>
                <c:pt idx="21948">
                  <c:v>2</c:v>
                </c:pt>
                <c:pt idx="21949">
                  <c:v>2</c:v>
                </c:pt>
                <c:pt idx="21950">
                  <c:v>3</c:v>
                </c:pt>
                <c:pt idx="21951">
                  <c:v>3</c:v>
                </c:pt>
                <c:pt idx="21952">
                  <c:v>2</c:v>
                </c:pt>
                <c:pt idx="21953">
                  <c:v>2</c:v>
                </c:pt>
                <c:pt idx="21954">
                  <c:v>3</c:v>
                </c:pt>
                <c:pt idx="21955">
                  <c:v>2</c:v>
                </c:pt>
                <c:pt idx="21956">
                  <c:v>2</c:v>
                </c:pt>
                <c:pt idx="21957">
                  <c:v>2</c:v>
                </c:pt>
                <c:pt idx="21958">
                  <c:v>1</c:v>
                </c:pt>
                <c:pt idx="21959">
                  <c:v>3</c:v>
                </c:pt>
                <c:pt idx="21960">
                  <c:v>4</c:v>
                </c:pt>
                <c:pt idx="21961">
                  <c:v>3</c:v>
                </c:pt>
                <c:pt idx="21962">
                  <c:v>2</c:v>
                </c:pt>
                <c:pt idx="21963">
                  <c:v>1</c:v>
                </c:pt>
                <c:pt idx="21964">
                  <c:v>4</c:v>
                </c:pt>
                <c:pt idx="21965">
                  <c:v>4</c:v>
                </c:pt>
                <c:pt idx="21966">
                  <c:v>1</c:v>
                </c:pt>
                <c:pt idx="21967">
                  <c:v>3</c:v>
                </c:pt>
                <c:pt idx="21968">
                  <c:v>3</c:v>
                </c:pt>
                <c:pt idx="21969">
                  <c:v>1</c:v>
                </c:pt>
                <c:pt idx="21970">
                  <c:v>1</c:v>
                </c:pt>
                <c:pt idx="21971">
                  <c:v>1</c:v>
                </c:pt>
                <c:pt idx="21972">
                  <c:v>4</c:v>
                </c:pt>
                <c:pt idx="21973">
                  <c:v>1</c:v>
                </c:pt>
                <c:pt idx="21974">
                  <c:v>-1</c:v>
                </c:pt>
                <c:pt idx="21975">
                  <c:v>2</c:v>
                </c:pt>
                <c:pt idx="21976">
                  <c:v>2</c:v>
                </c:pt>
                <c:pt idx="21977">
                  <c:v>2</c:v>
                </c:pt>
                <c:pt idx="21978">
                  <c:v>4</c:v>
                </c:pt>
                <c:pt idx="21979">
                  <c:v>3</c:v>
                </c:pt>
                <c:pt idx="21980">
                  <c:v>4</c:v>
                </c:pt>
                <c:pt idx="21981">
                  <c:v>4</c:v>
                </c:pt>
                <c:pt idx="21982">
                  <c:v>3</c:v>
                </c:pt>
                <c:pt idx="21983">
                  <c:v>3</c:v>
                </c:pt>
                <c:pt idx="21984">
                  <c:v>3</c:v>
                </c:pt>
                <c:pt idx="21985">
                  <c:v>3</c:v>
                </c:pt>
                <c:pt idx="21986">
                  <c:v>4</c:v>
                </c:pt>
                <c:pt idx="21987">
                  <c:v>6</c:v>
                </c:pt>
                <c:pt idx="21988">
                  <c:v>3</c:v>
                </c:pt>
                <c:pt idx="21989">
                  <c:v>3</c:v>
                </c:pt>
                <c:pt idx="21990">
                  <c:v>3</c:v>
                </c:pt>
                <c:pt idx="21991">
                  <c:v>3</c:v>
                </c:pt>
                <c:pt idx="21992">
                  <c:v>2</c:v>
                </c:pt>
                <c:pt idx="21993">
                  <c:v>3</c:v>
                </c:pt>
                <c:pt idx="21994">
                  <c:v>4</c:v>
                </c:pt>
                <c:pt idx="21995">
                  <c:v>2</c:v>
                </c:pt>
                <c:pt idx="21996">
                  <c:v>2</c:v>
                </c:pt>
                <c:pt idx="21997">
                  <c:v>5</c:v>
                </c:pt>
                <c:pt idx="21998">
                  <c:v>1</c:v>
                </c:pt>
                <c:pt idx="21999">
                  <c:v>2</c:v>
                </c:pt>
                <c:pt idx="22000">
                  <c:v>1</c:v>
                </c:pt>
                <c:pt idx="22001">
                  <c:v>2</c:v>
                </c:pt>
                <c:pt idx="22002">
                  <c:v>4</c:v>
                </c:pt>
                <c:pt idx="22003">
                  <c:v>2</c:v>
                </c:pt>
                <c:pt idx="22004">
                  <c:v>1</c:v>
                </c:pt>
                <c:pt idx="22005">
                  <c:v>5</c:v>
                </c:pt>
                <c:pt idx="22006">
                  <c:v>6</c:v>
                </c:pt>
                <c:pt idx="22007">
                  <c:v>3</c:v>
                </c:pt>
                <c:pt idx="22008">
                  <c:v>2</c:v>
                </c:pt>
                <c:pt idx="22009">
                  <c:v>3</c:v>
                </c:pt>
                <c:pt idx="22010">
                  <c:v>2</c:v>
                </c:pt>
                <c:pt idx="22011">
                  <c:v>2</c:v>
                </c:pt>
                <c:pt idx="22012">
                  <c:v>2</c:v>
                </c:pt>
                <c:pt idx="22013">
                  <c:v>3</c:v>
                </c:pt>
                <c:pt idx="22014">
                  <c:v>2</c:v>
                </c:pt>
                <c:pt idx="22015">
                  <c:v>2</c:v>
                </c:pt>
                <c:pt idx="22016">
                  <c:v>3</c:v>
                </c:pt>
                <c:pt idx="22017">
                  <c:v>1</c:v>
                </c:pt>
                <c:pt idx="22018">
                  <c:v>3</c:v>
                </c:pt>
                <c:pt idx="22019">
                  <c:v>3</c:v>
                </c:pt>
                <c:pt idx="22020">
                  <c:v>4</c:v>
                </c:pt>
                <c:pt idx="22021">
                  <c:v>2</c:v>
                </c:pt>
                <c:pt idx="22022">
                  <c:v>2</c:v>
                </c:pt>
                <c:pt idx="22023">
                  <c:v>3</c:v>
                </c:pt>
                <c:pt idx="22024">
                  <c:v>3</c:v>
                </c:pt>
                <c:pt idx="22025">
                  <c:v>1</c:v>
                </c:pt>
                <c:pt idx="22026">
                  <c:v>1</c:v>
                </c:pt>
                <c:pt idx="22027">
                  <c:v>2</c:v>
                </c:pt>
                <c:pt idx="22028">
                  <c:v>1</c:v>
                </c:pt>
                <c:pt idx="22029">
                  <c:v>1</c:v>
                </c:pt>
                <c:pt idx="22030">
                  <c:v>5</c:v>
                </c:pt>
                <c:pt idx="22031">
                  <c:v>2</c:v>
                </c:pt>
                <c:pt idx="22032">
                  <c:v>1</c:v>
                </c:pt>
                <c:pt idx="22033">
                  <c:v>4</c:v>
                </c:pt>
                <c:pt idx="22034">
                  <c:v>3</c:v>
                </c:pt>
                <c:pt idx="22035">
                  <c:v>2</c:v>
                </c:pt>
                <c:pt idx="22036">
                  <c:v>3</c:v>
                </c:pt>
                <c:pt idx="22037">
                  <c:v>3</c:v>
                </c:pt>
                <c:pt idx="22038">
                  <c:v>5</c:v>
                </c:pt>
                <c:pt idx="22039">
                  <c:v>1</c:v>
                </c:pt>
                <c:pt idx="22040">
                  <c:v>1</c:v>
                </c:pt>
                <c:pt idx="22041">
                  <c:v>2</c:v>
                </c:pt>
                <c:pt idx="22042">
                  <c:v>2</c:v>
                </c:pt>
                <c:pt idx="22043">
                  <c:v>2</c:v>
                </c:pt>
                <c:pt idx="22044">
                  <c:v>5</c:v>
                </c:pt>
                <c:pt idx="22045">
                  <c:v>2</c:v>
                </c:pt>
                <c:pt idx="22046">
                  <c:v>2</c:v>
                </c:pt>
                <c:pt idx="22047">
                  <c:v>2</c:v>
                </c:pt>
                <c:pt idx="22048">
                  <c:v>3</c:v>
                </c:pt>
                <c:pt idx="22049">
                  <c:v>3</c:v>
                </c:pt>
                <c:pt idx="22050">
                  <c:v>2</c:v>
                </c:pt>
                <c:pt idx="22051">
                  <c:v>3</c:v>
                </c:pt>
                <c:pt idx="22052">
                  <c:v>3</c:v>
                </c:pt>
                <c:pt idx="22053">
                  <c:v>3</c:v>
                </c:pt>
                <c:pt idx="22054">
                  <c:v>5</c:v>
                </c:pt>
                <c:pt idx="22055">
                  <c:v>3</c:v>
                </c:pt>
                <c:pt idx="22056">
                  <c:v>5</c:v>
                </c:pt>
                <c:pt idx="22057">
                  <c:v>1</c:v>
                </c:pt>
                <c:pt idx="22058">
                  <c:v>1</c:v>
                </c:pt>
                <c:pt idx="22059">
                  <c:v>4</c:v>
                </c:pt>
                <c:pt idx="22060">
                  <c:v>4</c:v>
                </c:pt>
                <c:pt idx="22061">
                  <c:v>7</c:v>
                </c:pt>
                <c:pt idx="22062">
                  <c:v>1</c:v>
                </c:pt>
                <c:pt idx="22063">
                  <c:v>3</c:v>
                </c:pt>
                <c:pt idx="22064">
                  <c:v>3</c:v>
                </c:pt>
                <c:pt idx="22065">
                  <c:v>2</c:v>
                </c:pt>
                <c:pt idx="22066">
                  <c:v>3</c:v>
                </c:pt>
                <c:pt idx="22067">
                  <c:v>2</c:v>
                </c:pt>
                <c:pt idx="22068">
                  <c:v>3</c:v>
                </c:pt>
                <c:pt idx="22069">
                  <c:v>3</c:v>
                </c:pt>
                <c:pt idx="22070">
                  <c:v>2</c:v>
                </c:pt>
                <c:pt idx="22071">
                  <c:v>1</c:v>
                </c:pt>
                <c:pt idx="22072">
                  <c:v>3</c:v>
                </c:pt>
                <c:pt idx="22073">
                  <c:v>3</c:v>
                </c:pt>
                <c:pt idx="22074">
                  <c:v>5</c:v>
                </c:pt>
                <c:pt idx="22075">
                  <c:v>2</c:v>
                </c:pt>
                <c:pt idx="22076">
                  <c:v>4</c:v>
                </c:pt>
                <c:pt idx="22077">
                  <c:v>1</c:v>
                </c:pt>
                <c:pt idx="22078">
                  <c:v>1</c:v>
                </c:pt>
                <c:pt idx="22079">
                  <c:v>1</c:v>
                </c:pt>
                <c:pt idx="22080">
                  <c:v>1</c:v>
                </c:pt>
                <c:pt idx="22081">
                  <c:v>1</c:v>
                </c:pt>
                <c:pt idx="22082">
                  <c:v>3</c:v>
                </c:pt>
                <c:pt idx="22083">
                  <c:v>1</c:v>
                </c:pt>
                <c:pt idx="22084">
                  <c:v>2</c:v>
                </c:pt>
                <c:pt idx="22085">
                  <c:v>2</c:v>
                </c:pt>
                <c:pt idx="22086">
                  <c:v>2</c:v>
                </c:pt>
                <c:pt idx="22087">
                  <c:v>2</c:v>
                </c:pt>
                <c:pt idx="22088">
                  <c:v>2</c:v>
                </c:pt>
                <c:pt idx="22089">
                  <c:v>2</c:v>
                </c:pt>
                <c:pt idx="22090">
                  <c:v>2</c:v>
                </c:pt>
                <c:pt idx="22091">
                  <c:v>1</c:v>
                </c:pt>
                <c:pt idx="22092">
                  <c:v>1</c:v>
                </c:pt>
                <c:pt idx="22093">
                  <c:v>0</c:v>
                </c:pt>
                <c:pt idx="22094">
                  <c:v>3</c:v>
                </c:pt>
                <c:pt idx="22095">
                  <c:v>1</c:v>
                </c:pt>
                <c:pt idx="22096">
                  <c:v>2</c:v>
                </c:pt>
                <c:pt idx="22097">
                  <c:v>2</c:v>
                </c:pt>
                <c:pt idx="22098">
                  <c:v>2</c:v>
                </c:pt>
                <c:pt idx="22099">
                  <c:v>3</c:v>
                </c:pt>
                <c:pt idx="22100">
                  <c:v>2</c:v>
                </c:pt>
                <c:pt idx="22101">
                  <c:v>1</c:v>
                </c:pt>
                <c:pt idx="22102">
                  <c:v>3</c:v>
                </c:pt>
                <c:pt idx="22103">
                  <c:v>2</c:v>
                </c:pt>
                <c:pt idx="22104">
                  <c:v>5</c:v>
                </c:pt>
                <c:pt idx="22105">
                  <c:v>2</c:v>
                </c:pt>
                <c:pt idx="22106">
                  <c:v>2</c:v>
                </c:pt>
                <c:pt idx="22107">
                  <c:v>4</c:v>
                </c:pt>
                <c:pt idx="22108">
                  <c:v>2</c:v>
                </c:pt>
                <c:pt idx="22109">
                  <c:v>1</c:v>
                </c:pt>
                <c:pt idx="22110">
                  <c:v>3</c:v>
                </c:pt>
                <c:pt idx="22111">
                  <c:v>2</c:v>
                </c:pt>
                <c:pt idx="22112">
                  <c:v>5</c:v>
                </c:pt>
                <c:pt idx="22113">
                  <c:v>2</c:v>
                </c:pt>
                <c:pt idx="22114">
                  <c:v>2</c:v>
                </c:pt>
                <c:pt idx="22115">
                  <c:v>6</c:v>
                </c:pt>
                <c:pt idx="22116">
                  <c:v>7</c:v>
                </c:pt>
                <c:pt idx="22117">
                  <c:v>6</c:v>
                </c:pt>
                <c:pt idx="22118">
                  <c:v>3</c:v>
                </c:pt>
                <c:pt idx="22119">
                  <c:v>6</c:v>
                </c:pt>
                <c:pt idx="22120">
                  <c:v>1</c:v>
                </c:pt>
                <c:pt idx="22121">
                  <c:v>2</c:v>
                </c:pt>
                <c:pt idx="22122">
                  <c:v>3</c:v>
                </c:pt>
                <c:pt idx="22123">
                  <c:v>2</c:v>
                </c:pt>
                <c:pt idx="22124">
                  <c:v>2</c:v>
                </c:pt>
                <c:pt idx="22125">
                  <c:v>3</c:v>
                </c:pt>
                <c:pt idx="22126">
                  <c:v>2</c:v>
                </c:pt>
                <c:pt idx="22127">
                  <c:v>2</c:v>
                </c:pt>
                <c:pt idx="22128">
                  <c:v>3</c:v>
                </c:pt>
                <c:pt idx="22129">
                  <c:v>2</c:v>
                </c:pt>
                <c:pt idx="22130">
                  <c:v>2</c:v>
                </c:pt>
                <c:pt idx="22131">
                  <c:v>3</c:v>
                </c:pt>
                <c:pt idx="22132">
                  <c:v>2</c:v>
                </c:pt>
                <c:pt idx="22133">
                  <c:v>1</c:v>
                </c:pt>
                <c:pt idx="22134">
                  <c:v>2</c:v>
                </c:pt>
                <c:pt idx="22135">
                  <c:v>2</c:v>
                </c:pt>
                <c:pt idx="22136">
                  <c:v>2</c:v>
                </c:pt>
                <c:pt idx="22137">
                  <c:v>1</c:v>
                </c:pt>
                <c:pt idx="22138">
                  <c:v>2</c:v>
                </c:pt>
                <c:pt idx="22139">
                  <c:v>2</c:v>
                </c:pt>
                <c:pt idx="22140">
                  <c:v>2</c:v>
                </c:pt>
                <c:pt idx="22141">
                  <c:v>2</c:v>
                </c:pt>
                <c:pt idx="22142">
                  <c:v>4</c:v>
                </c:pt>
                <c:pt idx="22143">
                  <c:v>3</c:v>
                </c:pt>
                <c:pt idx="22144">
                  <c:v>1</c:v>
                </c:pt>
                <c:pt idx="22145">
                  <c:v>1</c:v>
                </c:pt>
                <c:pt idx="22146">
                  <c:v>1</c:v>
                </c:pt>
                <c:pt idx="22147">
                  <c:v>1</c:v>
                </c:pt>
                <c:pt idx="22148">
                  <c:v>2</c:v>
                </c:pt>
                <c:pt idx="22149">
                  <c:v>1</c:v>
                </c:pt>
                <c:pt idx="22150">
                  <c:v>1</c:v>
                </c:pt>
                <c:pt idx="22151">
                  <c:v>1</c:v>
                </c:pt>
                <c:pt idx="22152">
                  <c:v>1</c:v>
                </c:pt>
                <c:pt idx="22153">
                  <c:v>1</c:v>
                </c:pt>
                <c:pt idx="22154">
                  <c:v>2</c:v>
                </c:pt>
                <c:pt idx="22155">
                  <c:v>2</c:v>
                </c:pt>
                <c:pt idx="22156">
                  <c:v>3</c:v>
                </c:pt>
                <c:pt idx="22157">
                  <c:v>6</c:v>
                </c:pt>
                <c:pt idx="22158">
                  <c:v>4</c:v>
                </c:pt>
                <c:pt idx="22159">
                  <c:v>3</c:v>
                </c:pt>
                <c:pt idx="22160">
                  <c:v>3</c:v>
                </c:pt>
                <c:pt idx="22161">
                  <c:v>4</c:v>
                </c:pt>
                <c:pt idx="22162">
                  <c:v>5</c:v>
                </c:pt>
                <c:pt idx="22163">
                  <c:v>4</c:v>
                </c:pt>
                <c:pt idx="22164">
                  <c:v>3</c:v>
                </c:pt>
                <c:pt idx="22165">
                  <c:v>3</c:v>
                </c:pt>
                <c:pt idx="22166">
                  <c:v>5</c:v>
                </c:pt>
                <c:pt idx="22167">
                  <c:v>2</c:v>
                </c:pt>
                <c:pt idx="22168">
                  <c:v>5</c:v>
                </c:pt>
                <c:pt idx="22169">
                  <c:v>3</c:v>
                </c:pt>
                <c:pt idx="22170">
                  <c:v>3</c:v>
                </c:pt>
                <c:pt idx="22171">
                  <c:v>2</c:v>
                </c:pt>
                <c:pt idx="22172">
                  <c:v>6</c:v>
                </c:pt>
                <c:pt idx="22173">
                  <c:v>4</c:v>
                </c:pt>
                <c:pt idx="22174">
                  <c:v>5</c:v>
                </c:pt>
                <c:pt idx="22175">
                  <c:v>3</c:v>
                </c:pt>
                <c:pt idx="22176">
                  <c:v>6</c:v>
                </c:pt>
                <c:pt idx="22177">
                  <c:v>4</c:v>
                </c:pt>
                <c:pt idx="22178">
                  <c:v>3</c:v>
                </c:pt>
                <c:pt idx="22179">
                  <c:v>3</c:v>
                </c:pt>
                <c:pt idx="22180">
                  <c:v>3</c:v>
                </c:pt>
                <c:pt idx="22181">
                  <c:v>3</c:v>
                </c:pt>
                <c:pt idx="22182">
                  <c:v>5</c:v>
                </c:pt>
                <c:pt idx="22183">
                  <c:v>3</c:v>
                </c:pt>
                <c:pt idx="22184">
                  <c:v>3</c:v>
                </c:pt>
                <c:pt idx="22185">
                  <c:v>2</c:v>
                </c:pt>
                <c:pt idx="22186">
                  <c:v>4</c:v>
                </c:pt>
                <c:pt idx="22187">
                  <c:v>2</c:v>
                </c:pt>
                <c:pt idx="22188">
                  <c:v>4</c:v>
                </c:pt>
                <c:pt idx="22189">
                  <c:v>4</c:v>
                </c:pt>
                <c:pt idx="22190">
                  <c:v>2</c:v>
                </c:pt>
                <c:pt idx="22191">
                  <c:v>2</c:v>
                </c:pt>
                <c:pt idx="22192">
                  <c:v>4</c:v>
                </c:pt>
                <c:pt idx="22193">
                  <c:v>3</c:v>
                </c:pt>
                <c:pt idx="22194">
                  <c:v>5</c:v>
                </c:pt>
                <c:pt idx="22195">
                  <c:v>4</c:v>
                </c:pt>
                <c:pt idx="22196">
                  <c:v>3</c:v>
                </c:pt>
                <c:pt idx="22197">
                  <c:v>1</c:v>
                </c:pt>
                <c:pt idx="22198">
                  <c:v>1</c:v>
                </c:pt>
                <c:pt idx="22199">
                  <c:v>4</c:v>
                </c:pt>
                <c:pt idx="22200">
                  <c:v>4</c:v>
                </c:pt>
                <c:pt idx="22201">
                  <c:v>2</c:v>
                </c:pt>
                <c:pt idx="22202">
                  <c:v>2</c:v>
                </c:pt>
                <c:pt idx="22203">
                  <c:v>2</c:v>
                </c:pt>
                <c:pt idx="22204">
                  <c:v>1</c:v>
                </c:pt>
                <c:pt idx="22205">
                  <c:v>2</c:v>
                </c:pt>
                <c:pt idx="22206">
                  <c:v>2</c:v>
                </c:pt>
                <c:pt idx="22207">
                  <c:v>1</c:v>
                </c:pt>
                <c:pt idx="22208">
                  <c:v>2</c:v>
                </c:pt>
                <c:pt idx="22209">
                  <c:v>1</c:v>
                </c:pt>
                <c:pt idx="22210">
                  <c:v>2</c:v>
                </c:pt>
                <c:pt idx="22211">
                  <c:v>2</c:v>
                </c:pt>
                <c:pt idx="22212">
                  <c:v>2</c:v>
                </c:pt>
                <c:pt idx="22213">
                  <c:v>2</c:v>
                </c:pt>
                <c:pt idx="22214">
                  <c:v>2</c:v>
                </c:pt>
                <c:pt idx="22215">
                  <c:v>2</c:v>
                </c:pt>
                <c:pt idx="22216">
                  <c:v>2</c:v>
                </c:pt>
                <c:pt idx="22217">
                  <c:v>2</c:v>
                </c:pt>
                <c:pt idx="22218">
                  <c:v>1</c:v>
                </c:pt>
                <c:pt idx="22219">
                  <c:v>1</c:v>
                </c:pt>
                <c:pt idx="22220">
                  <c:v>2</c:v>
                </c:pt>
                <c:pt idx="22221">
                  <c:v>4</c:v>
                </c:pt>
                <c:pt idx="22222">
                  <c:v>3</c:v>
                </c:pt>
                <c:pt idx="22223">
                  <c:v>1</c:v>
                </c:pt>
                <c:pt idx="22224">
                  <c:v>3</c:v>
                </c:pt>
                <c:pt idx="22225">
                  <c:v>4</c:v>
                </c:pt>
                <c:pt idx="22226">
                  <c:v>4</c:v>
                </c:pt>
                <c:pt idx="22227">
                  <c:v>3</c:v>
                </c:pt>
                <c:pt idx="22228">
                  <c:v>2</c:v>
                </c:pt>
                <c:pt idx="22229">
                  <c:v>4</c:v>
                </c:pt>
                <c:pt idx="22230">
                  <c:v>6</c:v>
                </c:pt>
                <c:pt idx="22231">
                  <c:v>4</c:v>
                </c:pt>
                <c:pt idx="22232">
                  <c:v>3</c:v>
                </c:pt>
                <c:pt idx="22233">
                  <c:v>3</c:v>
                </c:pt>
                <c:pt idx="22234">
                  <c:v>2</c:v>
                </c:pt>
                <c:pt idx="22235">
                  <c:v>3</c:v>
                </c:pt>
                <c:pt idx="22236">
                  <c:v>3</c:v>
                </c:pt>
                <c:pt idx="22237">
                  <c:v>7</c:v>
                </c:pt>
                <c:pt idx="22238">
                  <c:v>6</c:v>
                </c:pt>
                <c:pt idx="22239">
                  <c:v>2</c:v>
                </c:pt>
                <c:pt idx="22240">
                  <c:v>2</c:v>
                </c:pt>
                <c:pt idx="22241">
                  <c:v>6</c:v>
                </c:pt>
                <c:pt idx="22242">
                  <c:v>5</c:v>
                </c:pt>
                <c:pt idx="22243">
                  <c:v>3</c:v>
                </c:pt>
                <c:pt idx="22244">
                  <c:v>4</c:v>
                </c:pt>
                <c:pt idx="22245">
                  <c:v>2</c:v>
                </c:pt>
                <c:pt idx="22246">
                  <c:v>10</c:v>
                </c:pt>
                <c:pt idx="22247">
                  <c:v>2</c:v>
                </c:pt>
                <c:pt idx="22248">
                  <c:v>6</c:v>
                </c:pt>
                <c:pt idx="22249">
                  <c:v>4</c:v>
                </c:pt>
                <c:pt idx="22250">
                  <c:v>2</c:v>
                </c:pt>
                <c:pt idx="22251">
                  <c:v>3</c:v>
                </c:pt>
                <c:pt idx="22252">
                  <c:v>2</c:v>
                </c:pt>
                <c:pt idx="22253">
                  <c:v>2</c:v>
                </c:pt>
                <c:pt idx="22254">
                  <c:v>3</c:v>
                </c:pt>
                <c:pt idx="22255">
                  <c:v>4</c:v>
                </c:pt>
                <c:pt idx="22256">
                  <c:v>3</c:v>
                </c:pt>
                <c:pt idx="22257">
                  <c:v>5</c:v>
                </c:pt>
                <c:pt idx="22258">
                  <c:v>3</c:v>
                </c:pt>
                <c:pt idx="22259">
                  <c:v>6</c:v>
                </c:pt>
                <c:pt idx="22260">
                  <c:v>2</c:v>
                </c:pt>
                <c:pt idx="22261">
                  <c:v>1</c:v>
                </c:pt>
                <c:pt idx="22262">
                  <c:v>3</c:v>
                </c:pt>
                <c:pt idx="22263">
                  <c:v>11</c:v>
                </c:pt>
                <c:pt idx="22264">
                  <c:v>4</c:v>
                </c:pt>
                <c:pt idx="22265">
                  <c:v>4</c:v>
                </c:pt>
                <c:pt idx="22266">
                  <c:v>4</c:v>
                </c:pt>
                <c:pt idx="22267">
                  <c:v>4</c:v>
                </c:pt>
                <c:pt idx="22268">
                  <c:v>4</c:v>
                </c:pt>
                <c:pt idx="22269">
                  <c:v>1</c:v>
                </c:pt>
                <c:pt idx="22270">
                  <c:v>2</c:v>
                </c:pt>
                <c:pt idx="22271">
                  <c:v>2</c:v>
                </c:pt>
                <c:pt idx="22272">
                  <c:v>2</c:v>
                </c:pt>
                <c:pt idx="22273">
                  <c:v>3</c:v>
                </c:pt>
                <c:pt idx="22274">
                  <c:v>3</c:v>
                </c:pt>
                <c:pt idx="22275">
                  <c:v>3</c:v>
                </c:pt>
                <c:pt idx="22276">
                  <c:v>1</c:v>
                </c:pt>
                <c:pt idx="22277">
                  <c:v>1</c:v>
                </c:pt>
                <c:pt idx="22278">
                  <c:v>2</c:v>
                </c:pt>
                <c:pt idx="22279">
                  <c:v>2</c:v>
                </c:pt>
                <c:pt idx="22280">
                  <c:v>1</c:v>
                </c:pt>
                <c:pt idx="22281">
                  <c:v>2</c:v>
                </c:pt>
                <c:pt idx="22282">
                  <c:v>2</c:v>
                </c:pt>
                <c:pt idx="22283">
                  <c:v>2</c:v>
                </c:pt>
                <c:pt idx="22284">
                  <c:v>3</c:v>
                </c:pt>
                <c:pt idx="22285">
                  <c:v>3</c:v>
                </c:pt>
                <c:pt idx="22286">
                  <c:v>3</c:v>
                </c:pt>
                <c:pt idx="22287">
                  <c:v>2</c:v>
                </c:pt>
                <c:pt idx="22288">
                  <c:v>2</c:v>
                </c:pt>
                <c:pt idx="22289">
                  <c:v>2</c:v>
                </c:pt>
                <c:pt idx="22290">
                  <c:v>1</c:v>
                </c:pt>
                <c:pt idx="22291">
                  <c:v>2</c:v>
                </c:pt>
                <c:pt idx="22292">
                  <c:v>3</c:v>
                </c:pt>
                <c:pt idx="22293">
                  <c:v>3</c:v>
                </c:pt>
                <c:pt idx="22294">
                  <c:v>1</c:v>
                </c:pt>
                <c:pt idx="22295">
                  <c:v>3</c:v>
                </c:pt>
                <c:pt idx="22296">
                  <c:v>2</c:v>
                </c:pt>
                <c:pt idx="22297">
                  <c:v>2</c:v>
                </c:pt>
                <c:pt idx="22298">
                  <c:v>2</c:v>
                </c:pt>
                <c:pt idx="22299">
                  <c:v>2</c:v>
                </c:pt>
                <c:pt idx="22300">
                  <c:v>2</c:v>
                </c:pt>
                <c:pt idx="22301">
                  <c:v>2</c:v>
                </c:pt>
                <c:pt idx="22302">
                  <c:v>2</c:v>
                </c:pt>
                <c:pt idx="22303">
                  <c:v>1</c:v>
                </c:pt>
                <c:pt idx="22304">
                  <c:v>3</c:v>
                </c:pt>
                <c:pt idx="22305">
                  <c:v>6</c:v>
                </c:pt>
                <c:pt idx="22306">
                  <c:v>5</c:v>
                </c:pt>
                <c:pt idx="22307">
                  <c:v>4</c:v>
                </c:pt>
                <c:pt idx="22308">
                  <c:v>5</c:v>
                </c:pt>
                <c:pt idx="22309">
                  <c:v>5</c:v>
                </c:pt>
                <c:pt idx="22310">
                  <c:v>4</c:v>
                </c:pt>
                <c:pt idx="22311">
                  <c:v>6</c:v>
                </c:pt>
                <c:pt idx="22312">
                  <c:v>11</c:v>
                </c:pt>
                <c:pt idx="22313">
                  <c:v>7</c:v>
                </c:pt>
                <c:pt idx="22314">
                  <c:v>2</c:v>
                </c:pt>
                <c:pt idx="22315">
                  <c:v>7</c:v>
                </c:pt>
                <c:pt idx="22316">
                  <c:v>4</c:v>
                </c:pt>
                <c:pt idx="22317">
                  <c:v>4</c:v>
                </c:pt>
                <c:pt idx="22318">
                  <c:v>13</c:v>
                </c:pt>
                <c:pt idx="22319">
                  <c:v>2</c:v>
                </c:pt>
                <c:pt idx="22320">
                  <c:v>4</c:v>
                </c:pt>
                <c:pt idx="22321">
                  <c:v>4</c:v>
                </c:pt>
                <c:pt idx="22322">
                  <c:v>8</c:v>
                </c:pt>
                <c:pt idx="22323">
                  <c:v>7</c:v>
                </c:pt>
                <c:pt idx="22324">
                  <c:v>4</c:v>
                </c:pt>
                <c:pt idx="22325">
                  <c:v>4</c:v>
                </c:pt>
                <c:pt idx="22326">
                  <c:v>4</c:v>
                </c:pt>
                <c:pt idx="22327">
                  <c:v>2</c:v>
                </c:pt>
                <c:pt idx="22328">
                  <c:v>2</c:v>
                </c:pt>
                <c:pt idx="22329">
                  <c:v>5</c:v>
                </c:pt>
                <c:pt idx="22330">
                  <c:v>2</c:v>
                </c:pt>
                <c:pt idx="22331">
                  <c:v>4</c:v>
                </c:pt>
                <c:pt idx="22332">
                  <c:v>3</c:v>
                </c:pt>
                <c:pt idx="22333">
                  <c:v>3</c:v>
                </c:pt>
                <c:pt idx="22334">
                  <c:v>5</c:v>
                </c:pt>
                <c:pt idx="22335">
                  <c:v>4</c:v>
                </c:pt>
                <c:pt idx="22336">
                  <c:v>4</c:v>
                </c:pt>
                <c:pt idx="22337">
                  <c:v>4</c:v>
                </c:pt>
                <c:pt idx="22338">
                  <c:v>2</c:v>
                </c:pt>
                <c:pt idx="22339">
                  <c:v>3</c:v>
                </c:pt>
                <c:pt idx="22340">
                  <c:v>4</c:v>
                </c:pt>
                <c:pt idx="22341">
                  <c:v>2</c:v>
                </c:pt>
                <c:pt idx="22342">
                  <c:v>2</c:v>
                </c:pt>
                <c:pt idx="22343">
                  <c:v>3</c:v>
                </c:pt>
                <c:pt idx="22344">
                  <c:v>2</c:v>
                </c:pt>
                <c:pt idx="22345">
                  <c:v>2</c:v>
                </c:pt>
                <c:pt idx="22346">
                  <c:v>2</c:v>
                </c:pt>
                <c:pt idx="22347">
                  <c:v>2</c:v>
                </c:pt>
                <c:pt idx="22348">
                  <c:v>2</c:v>
                </c:pt>
                <c:pt idx="22349">
                  <c:v>4</c:v>
                </c:pt>
                <c:pt idx="22350">
                  <c:v>2</c:v>
                </c:pt>
                <c:pt idx="22351">
                  <c:v>2</c:v>
                </c:pt>
                <c:pt idx="22352">
                  <c:v>4</c:v>
                </c:pt>
                <c:pt idx="22353">
                  <c:v>2</c:v>
                </c:pt>
                <c:pt idx="22354">
                  <c:v>3</c:v>
                </c:pt>
                <c:pt idx="22355">
                  <c:v>3</c:v>
                </c:pt>
                <c:pt idx="22356">
                  <c:v>3</c:v>
                </c:pt>
                <c:pt idx="22357">
                  <c:v>4</c:v>
                </c:pt>
                <c:pt idx="22358">
                  <c:v>-2</c:v>
                </c:pt>
                <c:pt idx="22359">
                  <c:v>2</c:v>
                </c:pt>
                <c:pt idx="22360">
                  <c:v>2</c:v>
                </c:pt>
                <c:pt idx="22361">
                  <c:v>3</c:v>
                </c:pt>
                <c:pt idx="22362">
                  <c:v>5</c:v>
                </c:pt>
                <c:pt idx="22363">
                  <c:v>2</c:v>
                </c:pt>
                <c:pt idx="22364">
                  <c:v>1</c:v>
                </c:pt>
                <c:pt idx="22365">
                  <c:v>4</c:v>
                </c:pt>
                <c:pt idx="22366">
                  <c:v>13</c:v>
                </c:pt>
                <c:pt idx="22367">
                  <c:v>13</c:v>
                </c:pt>
                <c:pt idx="22368">
                  <c:v>2</c:v>
                </c:pt>
                <c:pt idx="22369">
                  <c:v>1</c:v>
                </c:pt>
                <c:pt idx="22370">
                  <c:v>4</c:v>
                </c:pt>
                <c:pt idx="22371">
                  <c:v>0</c:v>
                </c:pt>
                <c:pt idx="22372">
                  <c:v>3</c:v>
                </c:pt>
                <c:pt idx="22373">
                  <c:v>1</c:v>
                </c:pt>
                <c:pt idx="22374">
                  <c:v>3</c:v>
                </c:pt>
                <c:pt idx="22375">
                  <c:v>3</c:v>
                </c:pt>
                <c:pt idx="22376">
                  <c:v>4</c:v>
                </c:pt>
                <c:pt idx="22377">
                  <c:v>1</c:v>
                </c:pt>
                <c:pt idx="22378">
                  <c:v>3</c:v>
                </c:pt>
                <c:pt idx="22379">
                  <c:v>3</c:v>
                </c:pt>
                <c:pt idx="22380">
                  <c:v>3</c:v>
                </c:pt>
                <c:pt idx="22381">
                  <c:v>3</c:v>
                </c:pt>
                <c:pt idx="22382">
                  <c:v>2</c:v>
                </c:pt>
                <c:pt idx="22383">
                  <c:v>3</c:v>
                </c:pt>
                <c:pt idx="22384">
                  <c:v>3</c:v>
                </c:pt>
                <c:pt idx="22385">
                  <c:v>3</c:v>
                </c:pt>
                <c:pt idx="22386">
                  <c:v>3</c:v>
                </c:pt>
                <c:pt idx="22387">
                  <c:v>1</c:v>
                </c:pt>
                <c:pt idx="22388">
                  <c:v>4</c:v>
                </c:pt>
                <c:pt idx="22389">
                  <c:v>3</c:v>
                </c:pt>
                <c:pt idx="22390">
                  <c:v>1</c:v>
                </c:pt>
                <c:pt idx="22391">
                  <c:v>1</c:v>
                </c:pt>
                <c:pt idx="22392">
                  <c:v>2</c:v>
                </c:pt>
                <c:pt idx="22393">
                  <c:v>0</c:v>
                </c:pt>
                <c:pt idx="22394">
                  <c:v>2</c:v>
                </c:pt>
                <c:pt idx="22395">
                  <c:v>1</c:v>
                </c:pt>
                <c:pt idx="22396">
                  <c:v>2</c:v>
                </c:pt>
                <c:pt idx="22397">
                  <c:v>-1</c:v>
                </c:pt>
                <c:pt idx="22398">
                  <c:v>1</c:v>
                </c:pt>
                <c:pt idx="22399">
                  <c:v>3</c:v>
                </c:pt>
                <c:pt idx="22400">
                  <c:v>5</c:v>
                </c:pt>
                <c:pt idx="22401">
                  <c:v>2</c:v>
                </c:pt>
                <c:pt idx="22402">
                  <c:v>1</c:v>
                </c:pt>
                <c:pt idx="22403">
                  <c:v>2</c:v>
                </c:pt>
                <c:pt idx="22404">
                  <c:v>4</c:v>
                </c:pt>
                <c:pt idx="22405">
                  <c:v>2</c:v>
                </c:pt>
                <c:pt idx="22406">
                  <c:v>2</c:v>
                </c:pt>
                <c:pt idx="22407">
                  <c:v>1</c:v>
                </c:pt>
                <c:pt idx="22408">
                  <c:v>1</c:v>
                </c:pt>
                <c:pt idx="22409">
                  <c:v>1</c:v>
                </c:pt>
                <c:pt idx="22410">
                  <c:v>1</c:v>
                </c:pt>
                <c:pt idx="22411">
                  <c:v>1</c:v>
                </c:pt>
                <c:pt idx="22412">
                  <c:v>1</c:v>
                </c:pt>
                <c:pt idx="22413">
                  <c:v>1</c:v>
                </c:pt>
                <c:pt idx="22414">
                  <c:v>1</c:v>
                </c:pt>
                <c:pt idx="22415">
                  <c:v>2</c:v>
                </c:pt>
                <c:pt idx="22416">
                  <c:v>2</c:v>
                </c:pt>
                <c:pt idx="22417">
                  <c:v>3</c:v>
                </c:pt>
                <c:pt idx="22418">
                  <c:v>1</c:v>
                </c:pt>
                <c:pt idx="22419">
                  <c:v>2</c:v>
                </c:pt>
                <c:pt idx="22420">
                  <c:v>2</c:v>
                </c:pt>
                <c:pt idx="22421">
                  <c:v>1</c:v>
                </c:pt>
                <c:pt idx="22422">
                  <c:v>3</c:v>
                </c:pt>
                <c:pt idx="22423">
                  <c:v>3</c:v>
                </c:pt>
                <c:pt idx="22424">
                  <c:v>1</c:v>
                </c:pt>
                <c:pt idx="22425">
                  <c:v>2</c:v>
                </c:pt>
                <c:pt idx="22426">
                  <c:v>-2</c:v>
                </c:pt>
                <c:pt idx="22427">
                  <c:v>1</c:v>
                </c:pt>
                <c:pt idx="22428">
                  <c:v>2</c:v>
                </c:pt>
                <c:pt idx="22429">
                  <c:v>1</c:v>
                </c:pt>
                <c:pt idx="22430">
                  <c:v>2</c:v>
                </c:pt>
                <c:pt idx="22431">
                  <c:v>-1</c:v>
                </c:pt>
                <c:pt idx="22432">
                  <c:v>1</c:v>
                </c:pt>
                <c:pt idx="22433">
                  <c:v>2</c:v>
                </c:pt>
                <c:pt idx="22434">
                  <c:v>1</c:v>
                </c:pt>
                <c:pt idx="22435">
                  <c:v>3</c:v>
                </c:pt>
                <c:pt idx="22436">
                  <c:v>1</c:v>
                </c:pt>
                <c:pt idx="22437">
                  <c:v>0</c:v>
                </c:pt>
                <c:pt idx="22438">
                  <c:v>1</c:v>
                </c:pt>
                <c:pt idx="22439">
                  <c:v>1</c:v>
                </c:pt>
                <c:pt idx="22440">
                  <c:v>2</c:v>
                </c:pt>
                <c:pt idx="22441">
                  <c:v>5</c:v>
                </c:pt>
                <c:pt idx="22442">
                  <c:v>4</c:v>
                </c:pt>
                <c:pt idx="22443">
                  <c:v>3</c:v>
                </c:pt>
                <c:pt idx="22444">
                  <c:v>2</c:v>
                </c:pt>
                <c:pt idx="22445">
                  <c:v>4</c:v>
                </c:pt>
                <c:pt idx="22446">
                  <c:v>3</c:v>
                </c:pt>
                <c:pt idx="22447">
                  <c:v>2</c:v>
                </c:pt>
                <c:pt idx="22448">
                  <c:v>2</c:v>
                </c:pt>
                <c:pt idx="22449">
                  <c:v>2</c:v>
                </c:pt>
                <c:pt idx="22450">
                  <c:v>1</c:v>
                </c:pt>
                <c:pt idx="22451">
                  <c:v>2</c:v>
                </c:pt>
                <c:pt idx="22452">
                  <c:v>1</c:v>
                </c:pt>
                <c:pt idx="22453">
                  <c:v>2</c:v>
                </c:pt>
                <c:pt idx="22454">
                  <c:v>2</c:v>
                </c:pt>
                <c:pt idx="22455">
                  <c:v>1</c:v>
                </c:pt>
                <c:pt idx="22456">
                  <c:v>2</c:v>
                </c:pt>
                <c:pt idx="22457">
                  <c:v>2</c:v>
                </c:pt>
                <c:pt idx="22458">
                  <c:v>2</c:v>
                </c:pt>
                <c:pt idx="22459">
                  <c:v>2</c:v>
                </c:pt>
                <c:pt idx="22460">
                  <c:v>1</c:v>
                </c:pt>
                <c:pt idx="22461">
                  <c:v>1</c:v>
                </c:pt>
                <c:pt idx="22462">
                  <c:v>2</c:v>
                </c:pt>
                <c:pt idx="22463">
                  <c:v>1</c:v>
                </c:pt>
                <c:pt idx="22464">
                  <c:v>1</c:v>
                </c:pt>
                <c:pt idx="22465">
                  <c:v>1</c:v>
                </c:pt>
                <c:pt idx="22466">
                  <c:v>1</c:v>
                </c:pt>
                <c:pt idx="22467">
                  <c:v>1</c:v>
                </c:pt>
                <c:pt idx="22468">
                  <c:v>1</c:v>
                </c:pt>
                <c:pt idx="22469">
                  <c:v>2</c:v>
                </c:pt>
                <c:pt idx="22470">
                  <c:v>1</c:v>
                </c:pt>
                <c:pt idx="22471">
                  <c:v>1</c:v>
                </c:pt>
                <c:pt idx="22472">
                  <c:v>2</c:v>
                </c:pt>
                <c:pt idx="22473">
                  <c:v>1</c:v>
                </c:pt>
                <c:pt idx="22474">
                  <c:v>2</c:v>
                </c:pt>
                <c:pt idx="22475">
                  <c:v>2</c:v>
                </c:pt>
                <c:pt idx="22476">
                  <c:v>2</c:v>
                </c:pt>
                <c:pt idx="22477">
                  <c:v>2</c:v>
                </c:pt>
                <c:pt idx="22478">
                  <c:v>5</c:v>
                </c:pt>
                <c:pt idx="22479">
                  <c:v>3</c:v>
                </c:pt>
                <c:pt idx="22480">
                  <c:v>3</c:v>
                </c:pt>
                <c:pt idx="22481">
                  <c:v>3</c:v>
                </c:pt>
                <c:pt idx="22482">
                  <c:v>3</c:v>
                </c:pt>
                <c:pt idx="22483">
                  <c:v>3</c:v>
                </c:pt>
                <c:pt idx="22484">
                  <c:v>1</c:v>
                </c:pt>
                <c:pt idx="22485">
                  <c:v>1</c:v>
                </c:pt>
                <c:pt idx="22486">
                  <c:v>2</c:v>
                </c:pt>
                <c:pt idx="22487">
                  <c:v>2</c:v>
                </c:pt>
                <c:pt idx="22488">
                  <c:v>2</c:v>
                </c:pt>
                <c:pt idx="22489">
                  <c:v>2</c:v>
                </c:pt>
                <c:pt idx="22490">
                  <c:v>4</c:v>
                </c:pt>
                <c:pt idx="22491">
                  <c:v>3</c:v>
                </c:pt>
                <c:pt idx="22492">
                  <c:v>3</c:v>
                </c:pt>
                <c:pt idx="22493">
                  <c:v>2</c:v>
                </c:pt>
                <c:pt idx="22494">
                  <c:v>3</c:v>
                </c:pt>
                <c:pt idx="22495">
                  <c:v>3</c:v>
                </c:pt>
                <c:pt idx="22496">
                  <c:v>5</c:v>
                </c:pt>
                <c:pt idx="22497">
                  <c:v>5</c:v>
                </c:pt>
                <c:pt idx="22498">
                  <c:v>6</c:v>
                </c:pt>
                <c:pt idx="22499">
                  <c:v>1</c:v>
                </c:pt>
                <c:pt idx="22500">
                  <c:v>1</c:v>
                </c:pt>
                <c:pt idx="22501">
                  <c:v>3</c:v>
                </c:pt>
                <c:pt idx="22502">
                  <c:v>2</c:v>
                </c:pt>
                <c:pt idx="22503">
                  <c:v>2</c:v>
                </c:pt>
                <c:pt idx="22504">
                  <c:v>1</c:v>
                </c:pt>
                <c:pt idx="22505">
                  <c:v>2</c:v>
                </c:pt>
                <c:pt idx="22506">
                  <c:v>1</c:v>
                </c:pt>
                <c:pt idx="22507">
                  <c:v>2</c:v>
                </c:pt>
                <c:pt idx="22508">
                  <c:v>3</c:v>
                </c:pt>
                <c:pt idx="22509">
                  <c:v>3</c:v>
                </c:pt>
                <c:pt idx="22510">
                  <c:v>2</c:v>
                </c:pt>
                <c:pt idx="22511">
                  <c:v>2</c:v>
                </c:pt>
                <c:pt idx="22512">
                  <c:v>2</c:v>
                </c:pt>
                <c:pt idx="22513">
                  <c:v>2</c:v>
                </c:pt>
                <c:pt idx="22514">
                  <c:v>2</c:v>
                </c:pt>
                <c:pt idx="22515">
                  <c:v>1</c:v>
                </c:pt>
                <c:pt idx="22516">
                  <c:v>4</c:v>
                </c:pt>
                <c:pt idx="22517">
                  <c:v>6</c:v>
                </c:pt>
                <c:pt idx="22518">
                  <c:v>2</c:v>
                </c:pt>
                <c:pt idx="22519">
                  <c:v>1</c:v>
                </c:pt>
                <c:pt idx="22520">
                  <c:v>2</c:v>
                </c:pt>
                <c:pt idx="22521">
                  <c:v>1</c:v>
                </c:pt>
                <c:pt idx="22522">
                  <c:v>3</c:v>
                </c:pt>
                <c:pt idx="22523">
                  <c:v>6</c:v>
                </c:pt>
                <c:pt idx="22524">
                  <c:v>4</c:v>
                </c:pt>
                <c:pt idx="22525">
                  <c:v>3</c:v>
                </c:pt>
                <c:pt idx="22526">
                  <c:v>2</c:v>
                </c:pt>
                <c:pt idx="22527">
                  <c:v>2</c:v>
                </c:pt>
                <c:pt idx="22528">
                  <c:v>2</c:v>
                </c:pt>
                <c:pt idx="22529">
                  <c:v>1</c:v>
                </c:pt>
                <c:pt idx="22530">
                  <c:v>1</c:v>
                </c:pt>
                <c:pt idx="22531">
                  <c:v>1</c:v>
                </c:pt>
                <c:pt idx="22532">
                  <c:v>1</c:v>
                </c:pt>
                <c:pt idx="22533">
                  <c:v>1</c:v>
                </c:pt>
                <c:pt idx="22534">
                  <c:v>1</c:v>
                </c:pt>
                <c:pt idx="22535">
                  <c:v>1</c:v>
                </c:pt>
                <c:pt idx="22536">
                  <c:v>2</c:v>
                </c:pt>
                <c:pt idx="22537">
                  <c:v>2</c:v>
                </c:pt>
                <c:pt idx="22538">
                  <c:v>1</c:v>
                </c:pt>
                <c:pt idx="22539">
                  <c:v>1</c:v>
                </c:pt>
                <c:pt idx="22540">
                  <c:v>2</c:v>
                </c:pt>
                <c:pt idx="22541">
                  <c:v>1</c:v>
                </c:pt>
                <c:pt idx="22542">
                  <c:v>1</c:v>
                </c:pt>
                <c:pt idx="22543">
                  <c:v>1</c:v>
                </c:pt>
                <c:pt idx="22544">
                  <c:v>1</c:v>
                </c:pt>
                <c:pt idx="22545">
                  <c:v>1</c:v>
                </c:pt>
                <c:pt idx="22546">
                  <c:v>1</c:v>
                </c:pt>
                <c:pt idx="22547">
                  <c:v>1</c:v>
                </c:pt>
                <c:pt idx="22548">
                  <c:v>1</c:v>
                </c:pt>
                <c:pt idx="22549">
                  <c:v>1</c:v>
                </c:pt>
                <c:pt idx="22550">
                  <c:v>1</c:v>
                </c:pt>
                <c:pt idx="22551">
                  <c:v>2</c:v>
                </c:pt>
                <c:pt idx="22552">
                  <c:v>1</c:v>
                </c:pt>
                <c:pt idx="22553">
                  <c:v>1</c:v>
                </c:pt>
                <c:pt idx="22554">
                  <c:v>2</c:v>
                </c:pt>
                <c:pt idx="22555">
                  <c:v>1</c:v>
                </c:pt>
                <c:pt idx="22556">
                  <c:v>3</c:v>
                </c:pt>
                <c:pt idx="22557">
                  <c:v>4</c:v>
                </c:pt>
                <c:pt idx="22558">
                  <c:v>5</c:v>
                </c:pt>
                <c:pt idx="22559">
                  <c:v>5</c:v>
                </c:pt>
                <c:pt idx="22560">
                  <c:v>6</c:v>
                </c:pt>
                <c:pt idx="22561">
                  <c:v>4</c:v>
                </c:pt>
                <c:pt idx="22562">
                  <c:v>3</c:v>
                </c:pt>
                <c:pt idx="22563">
                  <c:v>1</c:v>
                </c:pt>
                <c:pt idx="22564">
                  <c:v>1</c:v>
                </c:pt>
                <c:pt idx="22565">
                  <c:v>1</c:v>
                </c:pt>
                <c:pt idx="22566">
                  <c:v>2</c:v>
                </c:pt>
                <c:pt idx="22567">
                  <c:v>1</c:v>
                </c:pt>
                <c:pt idx="22568">
                  <c:v>1</c:v>
                </c:pt>
                <c:pt idx="22569">
                  <c:v>2</c:v>
                </c:pt>
                <c:pt idx="22570">
                  <c:v>1</c:v>
                </c:pt>
                <c:pt idx="22571">
                  <c:v>1</c:v>
                </c:pt>
                <c:pt idx="22572">
                  <c:v>6</c:v>
                </c:pt>
                <c:pt idx="22573">
                  <c:v>3</c:v>
                </c:pt>
                <c:pt idx="22574">
                  <c:v>2</c:v>
                </c:pt>
                <c:pt idx="22575">
                  <c:v>2</c:v>
                </c:pt>
                <c:pt idx="22576">
                  <c:v>1</c:v>
                </c:pt>
                <c:pt idx="22577">
                  <c:v>2</c:v>
                </c:pt>
                <c:pt idx="22578">
                  <c:v>1</c:v>
                </c:pt>
                <c:pt idx="22579">
                  <c:v>1</c:v>
                </c:pt>
                <c:pt idx="22580">
                  <c:v>1</c:v>
                </c:pt>
                <c:pt idx="22581">
                  <c:v>1</c:v>
                </c:pt>
                <c:pt idx="22582">
                  <c:v>1</c:v>
                </c:pt>
                <c:pt idx="22583">
                  <c:v>1</c:v>
                </c:pt>
                <c:pt idx="22584">
                  <c:v>1</c:v>
                </c:pt>
                <c:pt idx="22585">
                  <c:v>2</c:v>
                </c:pt>
                <c:pt idx="22586">
                  <c:v>1</c:v>
                </c:pt>
                <c:pt idx="22587">
                  <c:v>1</c:v>
                </c:pt>
                <c:pt idx="22588">
                  <c:v>2</c:v>
                </c:pt>
                <c:pt idx="22589">
                  <c:v>3</c:v>
                </c:pt>
                <c:pt idx="22590">
                  <c:v>1</c:v>
                </c:pt>
                <c:pt idx="22591">
                  <c:v>2</c:v>
                </c:pt>
                <c:pt idx="22592">
                  <c:v>1</c:v>
                </c:pt>
                <c:pt idx="22593">
                  <c:v>1</c:v>
                </c:pt>
                <c:pt idx="22594">
                  <c:v>1</c:v>
                </c:pt>
                <c:pt idx="22595">
                  <c:v>2</c:v>
                </c:pt>
                <c:pt idx="22596">
                  <c:v>1</c:v>
                </c:pt>
                <c:pt idx="22597">
                  <c:v>1</c:v>
                </c:pt>
                <c:pt idx="22598">
                  <c:v>3</c:v>
                </c:pt>
                <c:pt idx="22599">
                  <c:v>6</c:v>
                </c:pt>
                <c:pt idx="22600">
                  <c:v>3</c:v>
                </c:pt>
                <c:pt idx="22601">
                  <c:v>1</c:v>
                </c:pt>
                <c:pt idx="22602">
                  <c:v>2</c:v>
                </c:pt>
                <c:pt idx="22603">
                  <c:v>2</c:v>
                </c:pt>
                <c:pt idx="22604">
                  <c:v>1</c:v>
                </c:pt>
                <c:pt idx="22605">
                  <c:v>4</c:v>
                </c:pt>
                <c:pt idx="22606">
                  <c:v>5</c:v>
                </c:pt>
                <c:pt idx="22607">
                  <c:v>5</c:v>
                </c:pt>
                <c:pt idx="22608">
                  <c:v>5</c:v>
                </c:pt>
                <c:pt idx="22609">
                  <c:v>2</c:v>
                </c:pt>
                <c:pt idx="22610">
                  <c:v>2</c:v>
                </c:pt>
                <c:pt idx="22611">
                  <c:v>1</c:v>
                </c:pt>
                <c:pt idx="22612">
                  <c:v>1</c:v>
                </c:pt>
                <c:pt idx="22613">
                  <c:v>2</c:v>
                </c:pt>
                <c:pt idx="22614">
                  <c:v>2</c:v>
                </c:pt>
                <c:pt idx="22615">
                  <c:v>2</c:v>
                </c:pt>
                <c:pt idx="22616">
                  <c:v>2</c:v>
                </c:pt>
                <c:pt idx="22617">
                  <c:v>2</c:v>
                </c:pt>
                <c:pt idx="22618">
                  <c:v>3</c:v>
                </c:pt>
                <c:pt idx="22619">
                  <c:v>3</c:v>
                </c:pt>
                <c:pt idx="22620">
                  <c:v>4</c:v>
                </c:pt>
                <c:pt idx="22621">
                  <c:v>2</c:v>
                </c:pt>
                <c:pt idx="22622">
                  <c:v>1</c:v>
                </c:pt>
                <c:pt idx="22623">
                  <c:v>4</c:v>
                </c:pt>
                <c:pt idx="22624">
                  <c:v>2</c:v>
                </c:pt>
                <c:pt idx="22625">
                  <c:v>1</c:v>
                </c:pt>
                <c:pt idx="22626">
                  <c:v>1</c:v>
                </c:pt>
                <c:pt idx="22627">
                  <c:v>1</c:v>
                </c:pt>
                <c:pt idx="22628">
                  <c:v>2</c:v>
                </c:pt>
                <c:pt idx="22629">
                  <c:v>1</c:v>
                </c:pt>
                <c:pt idx="22630">
                  <c:v>3</c:v>
                </c:pt>
                <c:pt idx="22631">
                  <c:v>1</c:v>
                </c:pt>
                <c:pt idx="22632">
                  <c:v>3</c:v>
                </c:pt>
                <c:pt idx="22633">
                  <c:v>1</c:v>
                </c:pt>
                <c:pt idx="22634">
                  <c:v>2</c:v>
                </c:pt>
                <c:pt idx="22635">
                  <c:v>4</c:v>
                </c:pt>
                <c:pt idx="22636">
                  <c:v>8</c:v>
                </c:pt>
                <c:pt idx="22637">
                  <c:v>6</c:v>
                </c:pt>
                <c:pt idx="22638">
                  <c:v>8</c:v>
                </c:pt>
                <c:pt idx="22639">
                  <c:v>6</c:v>
                </c:pt>
                <c:pt idx="22640">
                  <c:v>2</c:v>
                </c:pt>
                <c:pt idx="22641">
                  <c:v>2</c:v>
                </c:pt>
                <c:pt idx="22642">
                  <c:v>2</c:v>
                </c:pt>
                <c:pt idx="22643">
                  <c:v>2</c:v>
                </c:pt>
                <c:pt idx="22644">
                  <c:v>2</c:v>
                </c:pt>
                <c:pt idx="22645">
                  <c:v>2</c:v>
                </c:pt>
                <c:pt idx="22646">
                  <c:v>2</c:v>
                </c:pt>
                <c:pt idx="22647">
                  <c:v>2</c:v>
                </c:pt>
                <c:pt idx="22648">
                  <c:v>2</c:v>
                </c:pt>
                <c:pt idx="22649">
                  <c:v>2</c:v>
                </c:pt>
                <c:pt idx="22650">
                  <c:v>3</c:v>
                </c:pt>
                <c:pt idx="22651">
                  <c:v>2</c:v>
                </c:pt>
                <c:pt idx="22652">
                  <c:v>2</c:v>
                </c:pt>
                <c:pt idx="22653">
                  <c:v>2</c:v>
                </c:pt>
                <c:pt idx="22654">
                  <c:v>2</c:v>
                </c:pt>
                <c:pt idx="22655">
                  <c:v>3</c:v>
                </c:pt>
                <c:pt idx="22656">
                  <c:v>2</c:v>
                </c:pt>
                <c:pt idx="22657">
                  <c:v>2</c:v>
                </c:pt>
                <c:pt idx="22658">
                  <c:v>2</c:v>
                </c:pt>
                <c:pt idx="22659">
                  <c:v>2</c:v>
                </c:pt>
                <c:pt idx="22660">
                  <c:v>4</c:v>
                </c:pt>
                <c:pt idx="22661">
                  <c:v>2</c:v>
                </c:pt>
                <c:pt idx="22662">
                  <c:v>2</c:v>
                </c:pt>
                <c:pt idx="22663">
                  <c:v>2</c:v>
                </c:pt>
                <c:pt idx="22664">
                  <c:v>1</c:v>
                </c:pt>
                <c:pt idx="22665">
                  <c:v>1</c:v>
                </c:pt>
                <c:pt idx="22666">
                  <c:v>3</c:v>
                </c:pt>
                <c:pt idx="22667">
                  <c:v>4</c:v>
                </c:pt>
                <c:pt idx="22668">
                  <c:v>2</c:v>
                </c:pt>
                <c:pt idx="22669">
                  <c:v>2</c:v>
                </c:pt>
                <c:pt idx="22670">
                  <c:v>6</c:v>
                </c:pt>
                <c:pt idx="22671">
                  <c:v>15</c:v>
                </c:pt>
                <c:pt idx="22672">
                  <c:v>16</c:v>
                </c:pt>
                <c:pt idx="22673">
                  <c:v>10</c:v>
                </c:pt>
                <c:pt idx="22674">
                  <c:v>4</c:v>
                </c:pt>
                <c:pt idx="22675">
                  <c:v>13</c:v>
                </c:pt>
                <c:pt idx="22676">
                  <c:v>13</c:v>
                </c:pt>
                <c:pt idx="22677">
                  <c:v>12</c:v>
                </c:pt>
                <c:pt idx="22678">
                  <c:v>4</c:v>
                </c:pt>
                <c:pt idx="22679">
                  <c:v>3</c:v>
                </c:pt>
                <c:pt idx="22680">
                  <c:v>2</c:v>
                </c:pt>
                <c:pt idx="22681">
                  <c:v>1</c:v>
                </c:pt>
                <c:pt idx="22682">
                  <c:v>1</c:v>
                </c:pt>
                <c:pt idx="22683">
                  <c:v>3</c:v>
                </c:pt>
                <c:pt idx="22684">
                  <c:v>2</c:v>
                </c:pt>
                <c:pt idx="22685">
                  <c:v>2</c:v>
                </c:pt>
                <c:pt idx="22686">
                  <c:v>2</c:v>
                </c:pt>
                <c:pt idx="22687">
                  <c:v>2</c:v>
                </c:pt>
                <c:pt idx="22688">
                  <c:v>2</c:v>
                </c:pt>
                <c:pt idx="22689">
                  <c:v>2</c:v>
                </c:pt>
                <c:pt idx="22690">
                  <c:v>2</c:v>
                </c:pt>
                <c:pt idx="22691">
                  <c:v>3</c:v>
                </c:pt>
                <c:pt idx="22692">
                  <c:v>3</c:v>
                </c:pt>
                <c:pt idx="22693">
                  <c:v>2</c:v>
                </c:pt>
                <c:pt idx="22694">
                  <c:v>4</c:v>
                </c:pt>
                <c:pt idx="22695">
                  <c:v>2</c:v>
                </c:pt>
                <c:pt idx="22696">
                  <c:v>2</c:v>
                </c:pt>
                <c:pt idx="22697">
                  <c:v>5</c:v>
                </c:pt>
                <c:pt idx="22698">
                  <c:v>1</c:v>
                </c:pt>
                <c:pt idx="22699">
                  <c:v>4</c:v>
                </c:pt>
                <c:pt idx="22700">
                  <c:v>5</c:v>
                </c:pt>
                <c:pt idx="22701">
                  <c:v>1</c:v>
                </c:pt>
                <c:pt idx="22702">
                  <c:v>1</c:v>
                </c:pt>
                <c:pt idx="22703">
                  <c:v>2</c:v>
                </c:pt>
                <c:pt idx="22704">
                  <c:v>2</c:v>
                </c:pt>
                <c:pt idx="22705">
                  <c:v>2</c:v>
                </c:pt>
                <c:pt idx="22706">
                  <c:v>4</c:v>
                </c:pt>
                <c:pt idx="22707">
                  <c:v>2</c:v>
                </c:pt>
                <c:pt idx="22708">
                  <c:v>3</c:v>
                </c:pt>
                <c:pt idx="22709">
                  <c:v>5</c:v>
                </c:pt>
                <c:pt idx="22710">
                  <c:v>3</c:v>
                </c:pt>
                <c:pt idx="22711">
                  <c:v>5</c:v>
                </c:pt>
                <c:pt idx="22712">
                  <c:v>3</c:v>
                </c:pt>
                <c:pt idx="22713">
                  <c:v>2</c:v>
                </c:pt>
                <c:pt idx="22714">
                  <c:v>2</c:v>
                </c:pt>
                <c:pt idx="22715">
                  <c:v>2</c:v>
                </c:pt>
                <c:pt idx="22716">
                  <c:v>2</c:v>
                </c:pt>
                <c:pt idx="22717">
                  <c:v>4</c:v>
                </c:pt>
                <c:pt idx="22718">
                  <c:v>1</c:v>
                </c:pt>
                <c:pt idx="22719">
                  <c:v>3</c:v>
                </c:pt>
                <c:pt idx="22720">
                  <c:v>3</c:v>
                </c:pt>
                <c:pt idx="22721">
                  <c:v>4</c:v>
                </c:pt>
                <c:pt idx="22722">
                  <c:v>2</c:v>
                </c:pt>
                <c:pt idx="22723">
                  <c:v>4</c:v>
                </c:pt>
                <c:pt idx="22724">
                  <c:v>4</c:v>
                </c:pt>
                <c:pt idx="22725">
                  <c:v>2</c:v>
                </c:pt>
                <c:pt idx="22726">
                  <c:v>4</c:v>
                </c:pt>
                <c:pt idx="22727">
                  <c:v>4</c:v>
                </c:pt>
                <c:pt idx="22728">
                  <c:v>4</c:v>
                </c:pt>
                <c:pt idx="22729">
                  <c:v>4</c:v>
                </c:pt>
                <c:pt idx="22730">
                  <c:v>2</c:v>
                </c:pt>
                <c:pt idx="22731">
                  <c:v>1</c:v>
                </c:pt>
                <c:pt idx="22732">
                  <c:v>2</c:v>
                </c:pt>
                <c:pt idx="22733">
                  <c:v>2</c:v>
                </c:pt>
                <c:pt idx="22734">
                  <c:v>2</c:v>
                </c:pt>
                <c:pt idx="22735">
                  <c:v>2</c:v>
                </c:pt>
                <c:pt idx="22736">
                  <c:v>4</c:v>
                </c:pt>
                <c:pt idx="22737">
                  <c:v>4</c:v>
                </c:pt>
                <c:pt idx="22738">
                  <c:v>3</c:v>
                </c:pt>
                <c:pt idx="22739">
                  <c:v>4</c:v>
                </c:pt>
                <c:pt idx="22740">
                  <c:v>1</c:v>
                </c:pt>
                <c:pt idx="22741">
                  <c:v>4</c:v>
                </c:pt>
                <c:pt idx="22742">
                  <c:v>1</c:v>
                </c:pt>
                <c:pt idx="22743">
                  <c:v>4</c:v>
                </c:pt>
                <c:pt idx="22744">
                  <c:v>4</c:v>
                </c:pt>
                <c:pt idx="22745">
                  <c:v>4</c:v>
                </c:pt>
                <c:pt idx="22746">
                  <c:v>4</c:v>
                </c:pt>
                <c:pt idx="22747">
                  <c:v>4</c:v>
                </c:pt>
                <c:pt idx="22748">
                  <c:v>4</c:v>
                </c:pt>
                <c:pt idx="22749">
                  <c:v>4</c:v>
                </c:pt>
                <c:pt idx="22750">
                  <c:v>2</c:v>
                </c:pt>
                <c:pt idx="22751">
                  <c:v>1</c:v>
                </c:pt>
                <c:pt idx="22752">
                  <c:v>2</c:v>
                </c:pt>
                <c:pt idx="22753">
                  <c:v>4</c:v>
                </c:pt>
                <c:pt idx="22754">
                  <c:v>2</c:v>
                </c:pt>
                <c:pt idx="22755">
                  <c:v>2</c:v>
                </c:pt>
                <c:pt idx="22756">
                  <c:v>3</c:v>
                </c:pt>
                <c:pt idx="22757">
                  <c:v>2</c:v>
                </c:pt>
                <c:pt idx="22758">
                  <c:v>2</c:v>
                </c:pt>
                <c:pt idx="22759">
                  <c:v>2</c:v>
                </c:pt>
                <c:pt idx="22760">
                  <c:v>5</c:v>
                </c:pt>
                <c:pt idx="22761">
                  <c:v>5</c:v>
                </c:pt>
                <c:pt idx="22762">
                  <c:v>1</c:v>
                </c:pt>
                <c:pt idx="22763">
                  <c:v>2</c:v>
                </c:pt>
                <c:pt idx="22764">
                  <c:v>1</c:v>
                </c:pt>
                <c:pt idx="22765">
                  <c:v>2</c:v>
                </c:pt>
                <c:pt idx="22766">
                  <c:v>4</c:v>
                </c:pt>
                <c:pt idx="22767">
                  <c:v>1</c:v>
                </c:pt>
                <c:pt idx="22768">
                  <c:v>1</c:v>
                </c:pt>
                <c:pt idx="22769">
                  <c:v>3</c:v>
                </c:pt>
                <c:pt idx="22770">
                  <c:v>5</c:v>
                </c:pt>
                <c:pt idx="22771">
                  <c:v>4</c:v>
                </c:pt>
                <c:pt idx="22772">
                  <c:v>4</c:v>
                </c:pt>
                <c:pt idx="22773">
                  <c:v>4</c:v>
                </c:pt>
                <c:pt idx="22774">
                  <c:v>4</c:v>
                </c:pt>
                <c:pt idx="22775">
                  <c:v>1</c:v>
                </c:pt>
                <c:pt idx="22776">
                  <c:v>3</c:v>
                </c:pt>
                <c:pt idx="22777">
                  <c:v>5</c:v>
                </c:pt>
                <c:pt idx="22778">
                  <c:v>4</c:v>
                </c:pt>
                <c:pt idx="22779">
                  <c:v>4</c:v>
                </c:pt>
                <c:pt idx="22780">
                  <c:v>4</c:v>
                </c:pt>
                <c:pt idx="22781">
                  <c:v>2</c:v>
                </c:pt>
                <c:pt idx="22782">
                  <c:v>4</c:v>
                </c:pt>
                <c:pt idx="22783">
                  <c:v>4</c:v>
                </c:pt>
                <c:pt idx="22784">
                  <c:v>2</c:v>
                </c:pt>
                <c:pt idx="22785">
                  <c:v>6</c:v>
                </c:pt>
                <c:pt idx="22786">
                  <c:v>3</c:v>
                </c:pt>
                <c:pt idx="22787">
                  <c:v>4</c:v>
                </c:pt>
                <c:pt idx="22788">
                  <c:v>4</c:v>
                </c:pt>
                <c:pt idx="22789">
                  <c:v>4</c:v>
                </c:pt>
                <c:pt idx="22790">
                  <c:v>2</c:v>
                </c:pt>
                <c:pt idx="22791">
                  <c:v>4</c:v>
                </c:pt>
                <c:pt idx="22792">
                  <c:v>3</c:v>
                </c:pt>
                <c:pt idx="22793">
                  <c:v>3</c:v>
                </c:pt>
                <c:pt idx="22794">
                  <c:v>4</c:v>
                </c:pt>
                <c:pt idx="22795">
                  <c:v>1</c:v>
                </c:pt>
                <c:pt idx="22796">
                  <c:v>1</c:v>
                </c:pt>
                <c:pt idx="22797">
                  <c:v>1</c:v>
                </c:pt>
                <c:pt idx="22798">
                  <c:v>3</c:v>
                </c:pt>
                <c:pt idx="22799">
                  <c:v>4</c:v>
                </c:pt>
                <c:pt idx="22800">
                  <c:v>1</c:v>
                </c:pt>
                <c:pt idx="22801">
                  <c:v>4</c:v>
                </c:pt>
                <c:pt idx="22802">
                  <c:v>4</c:v>
                </c:pt>
                <c:pt idx="22803">
                  <c:v>4</c:v>
                </c:pt>
                <c:pt idx="22804">
                  <c:v>6</c:v>
                </c:pt>
                <c:pt idx="22805">
                  <c:v>2</c:v>
                </c:pt>
                <c:pt idx="22806">
                  <c:v>4</c:v>
                </c:pt>
                <c:pt idx="22807">
                  <c:v>3</c:v>
                </c:pt>
                <c:pt idx="22808">
                  <c:v>1</c:v>
                </c:pt>
                <c:pt idx="22809">
                  <c:v>2</c:v>
                </c:pt>
                <c:pt idx="22810">
                  <c:v>4</c:v>
                </c:pt>
                <c:pt idx="22811">
                  <c:v>4</c:v>
                </c:pt>
                <c:pt idx="22812">
                  <c:v>2</c:v>
                </c:pt>
                <c:pt idx="22813">
                  <c:v>2</c:v>
                </c:pt>
                <c:pt idx="22814">
                  <c:v>4</c:v>
                </c:pt>
                <c:pt idx="22815">
                  <c:v>3</c:v>
                </c:pt>
                <c:pt idx="22816">
                  <c:v>3</c:v>
                </c:pt>
                <c:pt idx="22817">
                  <c:v>1</c:v>
                </c:pt>
                <c:pt idx="22818">
                  <c:v>2</c:v>
                </c:pt>
                <c:pt idx="22819">
                  <c:v>3</c:v>
                </c:pt>
                <c:pt idx="22820">
                  <c:v>2</c:v>
                </c:pt>
                <c:pt idx="22821">
                  <c:v>6</c:v>
                </c:pt>
                <c:pt idx="22822">
                  <c:v>2</c:v>
                </c:pt>
                <c:pt idx="22823">
                  <c:v>2</c:v>
                </c:pt>
                <c:pt idx="22824">
                  <c:v>2</c:v>
                </c:pt>
                <c:pt idx="22825">
                  <c:v>2</c:v>
                </c:pt>
                <c:pt idx="22826">
                  <c:v>2</c:v>
                </c:pt>
                <c:pt idx="22827">
                  <c:v>2</c:v>
                </c:pt>
                <c:pt idx="22828">
                  <c:v>4</c:v>
                </c:pt>
                <c:pt idx="22829">
                  <c:v>4</c:v>
                </c:pt>
                <c:pt idx="22830">
                  <c:v>4</c:v>
                </c:pt>
                <c:pt idx="22831">
                  <c:v>4</c:v>
                </c:pt>
                <c:pt idx="22832">
                  <c:v>2</c:v>
                </c:pt>
                <c:pt idx="22833">
                  <c:v>2</c:v>
                </c:pt>
                <c:pt idx="22834">
                  <c:v>3</c:v>
                </c:pt>
                <c:pt idx="22835">
                  <c:v>4</c:v>
                </c:pt>
                <c:pt idx="22836">
                  <c:v>4</c:v>
                </c:pt>
                <c:pt idx="22837">
                  <c:v>4</c:v>
                </c:pt>
                <c:pt idx="22838">
                  <c:v>1</c:v>
                </c:pt>
                <c:pt idx="22839">
                  <c:v>4</c:v>
                </c:pt>
                <c:pt idx="22840">
                  <c:v>4</c:v>
                </c:pt>
                <c:pt idx="22841">
                  <c:v>6</c:v>
                </c:pt>
                <c:pt idx="22842">
                  <c:v>4</c:v>
                </c:pt>
                <c:pt idx="22843">
                  <c:v>4</c:v>
                </c:pt>
                <c:pt idx="22844">
                  <c:v>3</c:v>
                </c:pt>
                <c:pt idx="22845">
                  <c:v>1</c:v>
                </c:pt>
                <c:pt idx="22846">
                  <c:v>3</c:v>
                </c:pt>
                <c:pt idx="22847">
                  <c:v>2</c:v>
                </c:pt>
                <c:pt idx="22848">
                  <c:v>2</c:v>
                </c:pt>
                <c:pt idx="22849">
                  <c:v>1</c:v>
                </c:pt>
                <c:pt idx="22850">
                  <c:v>1</c:v>
                </c:pt>
                <c:pt idx="22851">
                  <c:v>1</c:v>
                </c:pt>
                <c:pt idx="22852">
                  <c:v>4</c:v>
                </c:pt>
                <c:pt idx="22853">
                  <c:v>4</c:v>
                </c:pt>
                <c:pt idx="22854">
                  <c:v>4</c:v>
                </c:pt>
                <c:pt idx="22855">
                  <c:v>4</c:v>
                </c:pt>
                <c:pt idx="22856">
                  <c:v>4</c:v>
                </c:pt>
                <c:pt idx="22857">
                  <c:v>3</c:v>
                </c:pt>
                <c:pt idx="22858">
                  <c:v>4</c:v>
                </c:pt>
                <c:pt idx="22859">
                  <c:v>3</c:v>
                </c:pt>
                <c:pt idx="22860">
                  <c:v>4</c:v>
                </c:pt>
                <c:pt idx="22861">
                  <c:v>4</c:v>
                </c:pt>
                <c:pt idx="22862">
                  <c:v>4</c:v>
                </c:pt>
                <c:pt idx="22863">
                  <c:v>4</c:v>
                </c:pt>
                <c:pt idx="22864">
                  <c:v>2</c:v>
                </c:pt>
                <c:pt idx="22865">
                  <c:v>4</c:v>
                </c:pt>
                <c:pt idx="22866">
                  <c:v>3</c:v>
                </c:pt>
                <c:pt idx="22867">
                  <c:v>4</c:v>
                </c:pt>
                <c:pt idx="22868">
                  <c:v>4</c:v>
                </c:pt>
                <c:pt idx="22869">
                  <c:v>4</c:v>
                </c:pt>
                <c:pt idx="22870">
                  <c:v>4</c:v>
                </c:pt>
                <c:pt idx="22871">
                  <c:v>4</c:v>
                </c:pt>
                <c:pt idx="22872">
                  <c:v>4</c:v>
                </c:pt>
                <c:pt idx="22873">
                  <c:v>2</c:v>
                </c:pt>
                <c:pt idx="22874">
                  <c:v>4</c:v>
                </c:pt>
                <c:pt idx="22875">
                  <c:v>4</c:v>
                </c:pt>
                <c:pt idx="22876">
                  <c:v>4</c:v>
                </c:pt>
                <c:pt idx="22877">
                  <c:v>4</c:v>
                </c:pt>
                <c:pt idx="22878">
                  <c:v>2</c:v>
                </c:pt>
                <c:pt idx="22879">
                  <c:v>1</c:v>
                </c:pt>
                <c:pt idx="22880">
                  <c:v>1</c:v>
                </c:pt>
                <c:pt idx="22881">
                  <c:v>2</c:v>
                </c:pt>
                <c:pt idx="22882">
                  <c:v>5</c:v>
                </c:pt>
                <c:pt idx="22883">
                  <c:v>1</c:v>
                </c:pt>
                <c:pt idx="22884">
                  <c:v>2</c:v>
                </c:pt>
                <c:pt idx="22885">
                  <c:v>2</c:v>
                </c:pt>
                <c:pt idx="22886">
                  <c:v>3</c:v>
                </c:pt>
                <c:pt idx="22887">
                  <c:v>2</c:v>
                </c:pt>
                <c:pt idx="22888">
                  <c:v>2</c:v>
                </c:pt>
                <c:pt idx="22889">
                  <c:v>3</c:v>
                </c:pt>
                <c:pt idx="22890">
                  <c:v>8</c:v>
                </c:pt>
                <c:pt idx="22891">
                  <c:v>5</c:v>
                </c:pt>
                <c:pt idx="22892">
                  <c:v>3</c:v>
                </c:pt>
                <c:pt idx="22893">
                  <c:v>2</c:v>
                </c:pt>
                <c:pt idx="22894">
                  <c:v>3</c:v>
                </c:pt>
                <c:pt idx="22895">
                  <c:v>5</c:v>
                </c:pt>
                <c:pt idx="22896">
                  <c:v>3</c:v>
                </c:pt>
                <c:pt idx="22897">
                  <c:v>3</c:v>
                </c:pt>
                <c:pt idx="22898">
                  <c:v>4</c:v>
                </c:pt>
                <c:pt idx="22899">
                  <c:v>2</c:v>
                </c:pt>
                <c:pt idx="22900">
                  <c:v>2</c:v>
                </c:pt>
                <c:pt idx="22901">
                  <c:v>-5</c:v>
                </c:pt>
                <c:pt idx="22902">
                  <c:v>5</c:v>
                </c:pt>
                <c:pt idx="22903">
                  <c:v>4</c:v>
                </c:pt>
                <c:pt idx="22904">
                  <c:v>2</c:v>
                </c:pt>
                <c:pt idx="22905">
                  <c:v>2</c:v>
                </c:pt>
                <c:pt idx="22906">
                  <c:v>6</c:v>
                </c:pt>
                <c:pt idx="22907">
                  <c:v>4</c:v>
                </c:pt>
                <c:pt idx="22908">
                  <c:v>4</c:v>
                </c:pt>
                <c:pt idx="22909">
                  <c:v>2</c:v>
                </c:pt>
                <c:pt idx="22910">
                  <c:v>7</c:v>
                </c:pt>
                <c:pt idx="22911">
                  <c:v>4</c:v>
                </c:pt>
                <c:pt idx="22912">
                  <c:v>2</c:v>
                </c:pt>
                <c:pt idx="22913">
                  <c:v>3</c:v>
                </c:pt>
                <c:pt idx="22914">
                  <c:v>5</c:v>
                </c:pt>
                <c:pt idx="22915">
                  <c:v>5</c:v>
                </c:pt>
                <c:pt idx="22916">
                  <c:v>2</c:v>
                </c:pt>
                <c:pt idx="22917">
                  <c:v>1</c:v>
                </c:pt>
                <c:pt idx="22918">
                  <c:v>3</c:v>
                </c:pt>
                <c:pt idx="22919">
                  <c:v>3</c:v>
                </c:pt>
                <c:pt idx="22920">
                  <c:v>2</c:v>
                </c:pt>
                <c:pt idx="22921">
                  <c:v>5</c:v>
                </c:pt>
                <c:pt idx="22922">
                  <c:v>2</c:v>
                </c:pt>
                <c:pt idx="22923">
                  <c:v>3</c:v>
                </c:pt>
                <c:pt idx="22924">
                  <c:v>6</c:v>
                </c:pt>
                <c:pt idx="22925">
                  <c:v>2</c:v>
                </c:pt>
                <c:pt idx="22926">
                  <c:v>1</c:v>
                </c:pt>
                <c:pt idx="22927">
                  <c:v>6</c:v>
                </c:pt>
                <c:pt idx="22928">
                  <c:v>4</c:v>
                </c:pt>
                <c:pt idx="22929">
                  <c:v>3</c:v>
                </c:pt>
                <c:pt idx="22930">
                  <c:v>2</c:v>
                </c:pt>
                <c:pt idx="22931">
                  <c:v>4</c:v>
                </c:pt>
                <c:pt idx="22932">
                  <c:v>2</c:v>
                </c:pt>
                <c:pt idx="22933">
                  <c:v>4</c:v>
                </c:pt>
                <c:pt idx="22934">
                  <c:v>4</c:v>
                </c:pt>
                <c:pt idx="22935">
                  <c:v>2</c:v>
                </c:pt>
                <c:pt idx="22936">
                  <c:v>4</c:v>
                </c:pt>
                <c:pt idx="22937">
                  <c:v>2</c:v>
                </c:pt>
                <c:pt idx="22938">
                  <c:v>4</c:v>
                </c:pt>
                <c:pt idx="22939">
                  <c:v>2</c:v>
                </c:pt>
                <c:pt idx="22940">
                  <c:v>1</c:v>
                </c:pt>
                <c:pt idx="22941">
                  <c:v>1</c:v>
                </c:pt>
                <c:pt idx="22942">
                  <c:v>6</c:v>
                </c:pt>
                <c:pt idx="22943">
                  <c:v>8</c:v>
                </c:pt>
                <c:pt idx="22944">
                  <c:v>4</c:v>
                </c:pt>
                <c:pt idx="22945">
                  <c:v>4</c:v>
                </c:pt>
                <c:pt idx="22946">
                  <c:v>5</c:v>
                </c:pt>
                <c:pt idx="22947">
                  <c:v>7</c:v>
                </c:pt>
                <c:pt idx="22948">
                  <c:v>3</c:v>
                </c:pt>
                <c:pt idx="22949">
                  <c:v>4</c:v>
                </c:pt>
                <c:pt idx="22950">
                  <c:v>5</c:v>
                </c:pt>
                <c:pt idx="22951">
                  <c:v>4</c:v>
                </c:pt>
                <c:pt idx="22952">
                  <c:v>5</c:v>
                </c:pt>
                <c:pt idx="22953">
                  <c:v>5</c:v>
                </c:pt>
                <c:pt idx="22954">
                  <c:v>3</c:v>
                </c:pt>
                <c:pt idx="22955">
                  <c:v>5</c:v>
                </c:pt>
                <c:pt idx="22956">
                  <c:v>5</c:v>
                </c:pt>
                <c:pt idx="22957">
                  <c:v>4</c:v>
                </c:pt>
                <c:pt idx="22958">
                  <c:v>2</c:v>
                </c:pt>
                <c:pt idx="22959">
                  <c:v>1</c:v>
                </c:pt>
                <c:pt idx="22960">
                  <c:v>1</c:v>
                </c:pt>
                <c:pt idx="22961">
                  <c:v>1</c:v>
                </c:pt>
                <c:pt idx="22962">
                  <c:v>2</c:v>
                </c:pt>
                <c:pt idx="22963">
                  <c:v>1</c:v>
                </c:pt>
                <c:pt idx="22964">
                  <c:v>1</c:v>
                </c:pt>
                <c:pt idx="22965">
                  <c:v>2</c:v>
                </c:pt>
                <c:pt idx="22966">
                  <c:v>3</c:v>
                </c:pt>
                <c:pt idx="22967">
                  <c:v>3</c:v>
                </c:pt>
                <c:pt idx="22968">
                  <c:v>4</c:v>
                </c:pt>
                <c:pt idx="22969">
                  <c:v>3</c:v>
                </c:pt>
                <c:pt idx="22970">
                  <c:v>1</c:v>
                </c:pt>
                <c:pt idx="22971">
                  <c:v>8</c:v>
                </c:pt>
                <c:pt idx="22972">
                  <c:v>2</c:v>
                </c:pt>
                <c:pt idx="22973">
                  <c:v>2</c:v>
                </c:pt>
                <c:pt idx="22974">
                  <c:v>2</c:v>
                </c:pt>
                <c:pt idx="22975">
                  <c:v>5</c:v>
                </c:pt>
                <c:pt idx="22976">
                  <c:v>2</c:v>
                </c:pt>
                <c:pt idx="22977">
                  <c:v>1</c:v>
                </c:pt>
                <c:pt idx="22978">
                  <c:v>3</c:v>
                </c:pt>
                <c:pt idx="22979">
                  <c:v>1</c:v>
                </c:pt>
                <c:pt idx="22980">
                  <c:v>2</c:v>
                </c:pt>
                <c:pt idx="22981">
                  <c:v>2</c:v>
                </c:pt>
                <c:pt idx="22982">
                  <c:v>2</c:v>
                </c:pt>
                <c:pt idx="22983">
                  <c:v>4</c:v>
                </c:pt>
                <c:pt idx="22984">
                  <c:v>2</c:v>
                </c:pt>
                <c:pt idx="22985">
                  <c:v>2</c:v>
                </c:pt>
                <c:pt idx="22986">
                  <c:v>3</c:v>
                </c:pt>
                <c:pt idx="22987">
                  <c:v>4</c:v>
                </c:pt>
                <c:pt idx="22988">
                  <c:v>4</c:v>
                </c:pt>
                <c:pt idx="22989">
                  <c:v>2</c:v>
                </c:pt>
                <c:pt idx="22990">
                  <c:v>2</c:v>
                </c:pt>
                <c:pt idx="22991">
                  <c:v>3</c:v>
                </c:pt>
                <c:pt idx="22992">
                  <c:v>3</c:v>
                </c:pt>
                <c:pt idx="22993">
                  <c:v>6</c:v>
                </c:pt>
                <c:pt idx="22994">
                  <c:v>2</c:v>
                </c:pt>
                <c:pt idx="22995">
                  <c:v>3</c:v>
                </c:pt>
                <c:pt idx="22996">
                  <c:v>3</c:v>
                </c:pt>
                <c:pt idx="22997">
                  <c:v>2</c:v>
                </c:pt>
                <c:pt idx="22998">
                  <c:v>2</c:v>
                </c:pt>
                <c:pt idx="22999">
                  <c:v>3</c:v>
                </c:pt>
                <c:pt idx="23000">
                  <c:v>1</c:v>
                </c:pt>
                <c:pt idx="23001">
                  <c:v>4</c:v>
                </c:pt>
                <c:pt idx="23002">
                  <c:v>2</c:v>
                </c:pt>
                <c:pt idx="23003">
                  <c:v>3</c:v>
                </c:pt>
                <c:pt idx="23004">
                  <c:v>3</c:v>
                </c:pt>
                <c:pt idx="23005">
                  <c:v>1</c:v>
                </c:pt>
                <c:pt idx="23006">
                  <c:v>1</c:v>
                </c:pt>
                <c:pt idx="23007">
                  <c:v>1</c:v>
                </c:pt>
                <c:pt idx="23008">
                  <c:v>2</c:v>
                </c:pt>
                <c:pt idx="23009">
                  <c:v>2</c:v>
                </c:pt>
                <c:pt idx="23010">
                  <c:v>1</c:v>
                </c:pt>
                <c:pt idx="23011">
                  <c:v>2</c:v>
                </c:pt>
                <c:pt idx="23012">
                  <c:v>2</c:v>
                </c:pt>
                <c:pt idx="23013">
                  <c:v>2</c:v>
                </c:pt>
                <c:pt idx="23014">
                  <c:v>3</c:v>
                </c:pt>
                <c:pt idx="23015">
                  <c:v>1</c:v>
                </c:pt>
                <c:pt idx="23016">
                  <c:v>2</c:v>
                </c:pt>
                <c:pt idx="23017">
                  <c:v>1</c:v>
                </c:pt>
                <c:pt idx="23018">
                  <c:v>6</c:v>
                </c:pt>
                <c:pt idx="23019">
                  <c:v>2</c:v>
                </c:pt>
                <c:pt idx="23020">
                  <c:v>2</c:v>
                </c:pt>
                <c:pt idx="23021">
                  <c:v>1</c:v>
                </c:pt>
                <c:pt idx="23022">
                  <c:v>3</c:v>
                </c:pt>
                <c:pt idx="23023">
                  <c:v>2</c:v>
                </c:pt>
                <c:pt idx="23024">
                  <c:v>4</c:v>
                </c:pt>
                <c:pt idx="23025">
                  <c:v>2</c:v>
                </c:pt>
                <c:pt idx="23026">
                  <c:v>2</c:v>
                </c:pt>
                <c:pt idx="23027">
                  <c:v>1</c:v>
                </c:pt>
                <c:pt idx="23028">
                  <c:v>2</c:v>
                </c:pt>
                <c:pt idx="23029">
                  <c:v>2</c:v>
                </c:pt>
                <c:pt idx="23030">
                  <c:v>3</c:v>
                </c:pt>
                <c:pt idx="23031">
                  <c:v>2</c:v>
                </c:pt>
                <c:pt idx="23032">
                  <c:v>3</c:v>
                </c:pt>
                <c:pt idx="23033">
                  <c:v>2</c:v>
                </c:pt>
                <c:pt idx="23034">
                  <c:v>2</c:v>
                </c:pt>
                <c:pt idx="23035">
                  <c:v>2</c:v>
                </c:pt>
                <c:pt idx="23036">
                  <c:v>2</c:v>
                </c:pt>
                <c:pt idx="23037">
                  <c:v>2</c:v>
                </c:pt>
                <c:pt idx="23038">
                  <c:v>3</c:v>
                </c:pt>
                <c:pt idx="23039">
                  <c:v>4</c:v>
                </c:pt>
                <c:pt idx="23040">
                  <c:v>4</c:v>
                </c:pt>
                <c:pt idx="23041">
                  <c:v>3</c:v>
                </c:pt>
                <c:pt idx="23042">
                  <c:v>5</c:v>
                </c:pt>
                <c:pt idx="23043">
                  <c:v>1</c:v>
                </c:pt>
                <c:pt idx="23044">
                  <c:v>1</c:v>
                </c:pt>
                <c:pt idx="23045">
                  <c:v>2</c:v>
                </c:pt>
                <c:pt idx="23046">
                  <c:v>2</c:v>
                </c:pt>
                <c:pt idx="23047">
                  <c:v>2</c:v>
                </c:pt>
                <c:pt idx="23048">
                  <c:v>7</c:v>
                </c:pt>
                <c:pt idx="23049">
                  <c:v>4</c:v>
                </c:pt>
                <c:pt idx="23050">
                  <c:v>4</c:v>
                </c:pt>
                <c:pt idx="23051">
                  <c:v>1</c:v>
                </c:pt>
                <c:pt idx="23052">
                  <c:v>3</c:v>
                </c:pt>
                <c:pt idx="23053">
                  <c:v>1</c:v>
                </c:pt>
                <c:pt idx="23054">
                  <c:v>3</c:v>
                </c:pt>
                <c:pt idx="23055">
                  <c:v>2</c:v>
                </c:pt>
                <c:pt idx="23056">
                  <c:v>2</c:v>
                </c:pt>
                <c:pt idx="23057">
                  <c:v>1</c:v>
                </c:pt>
                <c:pt idx="23058">
                  <c:v>1</c:v>
                </c:pt>
                <c:pt idx="23059">
                  <c:v>1</c:v>
                </c:pt>
                <c:pt idx="23060">
                  <c:v>3</c:v>
                </c:pt>
                <c:pt idx="23061">
                  <c:v>1</c:v>
                </c:pt>
                <c:pt idx="23062">
                  <c:v>2</c:v>
                </c:pt>
                <c:pt idx="23063">
                  <c:v>2</c:v>
                </c:pt>
                <c:pt idx="23064">
                  <c:v>1</c:v>
                </c:pt>
                <c:pt idx="23065">
                  <c:v>3</c:v>
                </c:pt>
                <c:pt idx="23066">
                  <c:v>1</c:v>
                </c:pt>
                <c:pt idx="23067">
                  <c:v>2</c:v>
                </c:pt>
                <c:pt idx="23068">
                  <c:v>2</c:v>
                </c:pt>
                <c:pt idx="23069">
                  <c:v>1</c:v>
                </c:pt>
                <c:pt idx="23070">
                  <c:v>3</c:v>
                </c:pt>
                <c:pt idx="23071">
                  <c:v>3</c:v>
                </c:pt>
                <c:pt idx="23072">
                  <c:v>3</c:v>
                </c:pt>
                <c:pt idx="23073">
                  <c:v>1</c:v>
                </c:pt>
                <c:pt idx="23074">
                  <c:v>2</c:v>
                </c:pt>
                <c:pt idx="23075">
                  <c:v>1</c:v>
                </c:pt>
                <c:pt idx="23076">
                  <c:v>1</c:v>
                </c:pt>
                <c:pt idx="23077">
                  <c:v>2</c:v>
                </c:pt>
                <c:pt idx="23078">
                  <c:v>2</c:v>
                </c:pt>
                <c:pt idx="23079">
                  <c:v>3</c:v>
                </c:pt>
                <c:pt idx="23080">
                  <c:v>2</c:v>
                </c:pt>
                <c:pt idx="23081">
                  <c:v>3</c:v>
                </c:pt>
                <c:pt idx="23082">
                  <c:v>3</c:v>
                </c:pt>
                <c:pt idx="23083">
                  <c:v>2</c:v>
                </c:pt>
                <c:pt idx="23084">
                  <c:v>3</c:v>
                </c:pt>
                <c:pt idx="23085">
                  <c:v>4</c:v>
                </c:pt>
                <c:pt idx="23086">
                  <c:v>2</c:v>
                </c:pt>
                <c:pt idx="23087">
                  <c:v>2</c:v>
                </c:pt>
                <c:pt idx="23088">
                  <c:v>1</c:v>
                </c:pt>
                <c:pt idx="23089">
                  <c:v>1</c:v>
                </c:pt>
                <c:pt idx="23090">
                  <c:v>2</c:v>
                </c:pt>
                <c:pt idx="23091">
                  <c:v>4</c:v>
                </c:pt>
                <c:pt idx="23092">
                  <c:v>1</c:v>
                </c:pt>
                <c:pt idx="23093">
                  <c:v>4</c:v>
                </c:pt>
                <c:pt idx="23094">
                  <c:v>4</c:v>
                </c:pt>
                <c:pt idx="23095">
                  <c:v>3</c:v>
                </c:pt>
                <c:pt idx="23096">
                  <c:v>3</c:v>
                </c:pt>
                <c:pt idx="23097">
                  <c:v>2</c:v>
                </c:pt>
                <c:pt idx="23098">
                  <c:v>3</c:v>
                </c:pt>
                <c:pt idx="23099">
                  <c:v>3</c:v>
                </c:pt>
                <c:pt idx="23100">
                  <c:v>2</c:v>
                </c:pt>
                <c:pt idx="23101">
                  <c:v>7</c:v>
                </c:pt>
                <c:pt idx="23102">
                  <c:v>5</c:v>
                </c:pt>
                <c:pt idx="23103">
                  <c:v>4</c:v>
                </c:pt>
                <c:pt idx="23104">
                  <c:v>6</c:v>
                </c:pt>
                <c:pt idx="23105">
                  <c:v>4</c:v>
                </c:pt>
                <c:pt idx="23106">
                  <c:v>4</c:v>
                </c:pt>
                <c:pt idx="23107">
                  <c:v>5</c:v>
                </c:pt>
                <c:pt idx="23108">
                  <c:v>4</c:v>
                </c:pt>
                <c:pt idx="23109">
                  <c:v>3</c:v>
                </c:pt>
                <c:pt idx="23110">
                  <c:v>1</c:v>
                </c:pt>
                <c:pt idx="23111">
                  <c:v>4</c:v>
                </c:pt>
                <c:pt idx="23112">
                  <c:v>2</c:v>
                </c:pt>
                <c:pt idx="23113">
                  <c:v>3</c:v>
                </c:pt>
                <c:pt idx="23114">
                  <c:v>4</c:v>
                </c:pt>
                <c:pt idx="23115">
                  <c:v>2</c:v>
                </c:pt>
                <c:pt idx="23116">
                  <c:v>2</c:v>
                </c:pt>
                <c:pt idx="23117">
                  <c:v>2</c:v>
                </c:pt>
                <c:pt idx="23118">
                  <c:v>4</c:v>
                </c:pt>
                <c:pt idx="23119">
                  <c:v>2</c:v>
                </c:pt>
                <c:pt idx="23120">
                  <c:v>2</c:v>
                </c:pt>
                <c:pt idx="23121">
                  <c:v>3</c:v>
                </c:pt>
                <c:pt idx="23122">
                  <c:v>1</c:v>
                </c:pt>
                <c:pt idx="23123">
                  <c:v>1</c:v>
                </c:pt>
                <c:pt idx="23124">
                  <c:v>1</c:v>
                </c:pt>
                <c:pt idx="23125">
                  <c:v>3</c:v>
                </c:pt>
                <c:pt idx="23126">
                  <c:v>3</c:v>
                </c:pt>
                <c:pt idx="23127">
                  <c:v>4</c:v>
                </c:pt>
                <c:pt idx="23128">
                  <c:v>5</c:v>
                </c:pt>
                <c:pt idx="23129">
                  <c:v>1</c:v>
                </c:pt>
                <c:pt idx="23130">
                  <c:v>4</c:v>
                </c:pt>
                <c:pt idx="23131">
                  <c:v>2</c:v>
                </c:pt>
                <c:pt idx="23132">
                  <c:v>2</c:v>
                </c:pt>
                <c:pt idx="23133">
                  <c:v>7</c:v>
                </c:pt>
                <c:pt idx="23134">
                  <c:v>4</c:v>
                </c:pt>
                <c:pt idx="23135">
                  <c:v>1</c:v>
                </c:pt>
                <c:pt idx="23136">
                  <c:v>1</c:v>
                </c:pt>
                <c:pt idx="23137">
                  <c:v>4</c:v>
                </c:pt>
                <c:pt idx="23138">
                  <c:v>3</c:v>
                </c:pt>
                <c:pt idx="23139">
                  <c:v>4</c:v>
                </c:pt>
                <c:pt idx="23140">
                  <c:v>1</c:v>
                </c:pt>
                <c:pt idx="23141">
                  <c:v>3</c:v>
                </c:pt>
                <c:pt idx="23142">
                  <c:v>2</c:v>
                </c:pt>
                <c:pt idx="23143">
                  <c:v>3</c:v>
                </c:pt>
                <c:pt idx="23144">
                  <c:v>2</c:v>
                </c:pt>
                <c:pt idx="23145">
                  <c:v>1</c:v>
                </c:pt>
                <c:pt idx="23146">
                  <c:v>1</c:v>
                </c:pt>
                <c:pt idx="23147">
                  <c:v>3</c:v>
                </c:pt>
                <c:pt idx="23148">
                  <c:v>3</c:v>
                </c:pt>
                <c:pt idx="23149">
                  <c:v>2</c:v>
                </c:pt>
                <c:pt idx="23150">
                  <c:v>2</c:v>
                </c:pt>
                <c:pt idx="23151">
                  <c:v>2</c:v>
                </c:pt>
                <c:pt idx="23152">
                  <c:v>3</c:v>
                </c:pt>
                <c:pt idx="23153">
                  <c:v>3</c:v>
                </c:pt>
                <c:pt idx="23154">
                  <c:v>-1</c:v>
                </c:pt>
                <c:pt idx="23155">
                  <c:v>2</c:v>
                </c:pt>
                <c:pt idx="23156">
                  <c:v>2</c:v>
                </c:pt>
                <c:pt idx="23157">
                  <c:v>2</c:v>
                </c:pt>
                <c:pt idx="23158">
                  <c:v>3</c:v>
                </c:pt>
                <c:pt idx="23159">
                  <c:v>1</c:v>
                </c:pt>
                <c:pt idx="23160">
                  <c:v>2</c:v>
                </c:pt>
                <c:pt idx="23161">
                  <c:v>1</c:v>
                </c:pt>
                <c:pt idx="23162">
                  <c:v>3</c:v>
                </c:pt>
                <c:pt idx="23163">
                  <c:v>2</c:v>
                </c:pt>
                <c:pt idx="23164">
                  <c:v>4</c:v>
                </c:pt>
                <c:pt idx="23165">
                  <c:v>1</c:v>
                </c:pt>
                <c:pt idx="23166">
                  <c:v>1</c:v>
                </c:pt>
                <c:pt idx="23167">
                  <c:v>5</c:v>
                </c:pt>
                <c:pt idx="23168">
                  <c:v>4</c:v>
                </c:pt>
                <c:pt idx="23169">
                  <c:v>3</c:v>
                </c:pt>
                <c:pt idx="23170">
                  <c:v>2</c:v>
                </c:pt>
                <c:pt idx="23171">
                  <c:v>10</c:v>
                </c:pt>
                <c:pt idx="23172">
                  <c:v>1</c:v>
                </c:pt>
                <c:pt idx="23173">
                  <c:v>1</c:v>
                </c:pt>
                <c:pt idx="23174">
                  <c:v>1</c:v>
                </c:pt>
                <c:pt idx="23175">
                  <c:v>3</c:v>
                </c:pt>
                <c:pt idx="23176">
                  <c:v>2</c:v>
                </c:pt>
                <c:pt idx="23177">
                  <c:v>0</c:v>
                </c:pt>
                <c:pt idx="23178">
                  <c:v>4</c:v>
                </c:pt>
                <c:pt idx="23179">
                  <c:v>2</c:v>
                </c:pt>
                <c:pt idx="23180">
                  <c:v>4</c:v>
                </c:pt>
                <c:pt idx="23181">
                  <c:v>1</c:v>
                </c:pt>
                <c:pt idx="23182">
                  <c:v>1</c:v>
                </c:pt>
                <c:pt idx="23183">
                  <c:v>1</c:v>
                </c:pt>
                <c:pt idx="23184">
                  <c:v>2</c:v>
                </c:pt>
                <c:pt idx="23185">
                  <c:v>5</c:v>
                </c:pt>
                <c:pt idx="23186">
                  <c:v>2</c:v>
                </c:pt>
                <c:pt idx="23187">
                  <c:v>0</c:v>
                </c:pt>
                <c:pt idx="23188">
                  <c:v>2</c:v>
                </c:pt>
                <c:pt idx="23189">
                  <c:v>2</c:v>
                </c:pt>
                <c:pt idx="23190">
                  <c:v>1</c:v>
                </c:pt>
                <c:pt idx="23191">
                  <c:v>5</c:v>
                </c:pt>
                <c:pt idx="23192">
                  <c:v>2</c:v>
                </c:pt>
                <c:pt idx="23193">
                  <c:v>1</c:v>
                </c:pt>
                <c:pt idx="23194">
                  <c:v>1</c:v>
                </c:pt>
                <c:pt idx="23195">
                  <c:v>2</c:v>
                </c:pt>
                <c:pt idx="23196">
                  <c:v>4</c:v>
                </c:pt>
                <c:pt idx="23197">
                  <c:v>2</c:v>
                </c:pt>
                <c:pt idx="23198">
                  <c:v>2</c:v>
                </c:pt>
                <c:pt idx="23199">
                  <c:v>2</c:v>
                </c:pt>
                <c:pt idx="23200">
                  <c:v>7</c:v>
                </c:pt>
                <c:pt idx="23201">
                  <c:v>2</c:v>
                </c:pt>
                <c:pt idx="23202">
                  <c:v>2</c:v>
                </c:pt>
                <c:pt idx="23203">
                  <c:v>2</c:v>
                </c:pt>
                <c:pt idx="23204">
                  <c:v>6</c:v>
                </c:pt>
                <c:pt idx="23205">
                  <c:v>4</c:v>
                </c:pt>
                <c:pt idx="23206">
                  <c:v>2</c:v>
                </c:pt>
                <c:pt idx="23207">
                  <c:v>2</c:v>
                </c:pt>
                <c:pt idx="23208">
                  <c:v>1</c:v>
                </c:pt>
                <c:pt idx="23209">
                  <c:v>2</c:v>
                </c:pt>
                <c:pt idx="23210">
                  <c:v>1</c:v>
                </c:pt>
                <c:pt idx="23211">
                  <c:v>2</c:v>
                </c:pt>
                <c:pt idx="23212">
                  <c:v>2</c:v>
                </c:pt>
                <c:pt idx="23213">
                  <c:v>1</c:v>
                </c:pt>
                <c:pt idx="23214">
                  <c:v>2</c:v>
                </c:pt>
                <c:pt idx="23215">
                  <c:v>2</c:v>
                </c:pt>
                <c:pt idx="23216">
                  <c:v>2</c:v>
                </c:pt>
                <c:pt idx="23217">
                  <c:v>3</c:v>
                </c:pt>
                <c:pt idx="23218">
                  <c:v>2</c:v>
                </c:pt>
                <c:pt idx="23219">
                  <c:v>2</c:v>
                </c:pt>
                <c:pt idx="23220">
                  <c:v>1</c:v>
                </c:pt>
                <c:pt idx="23221">
                  <c:v>1</c:v>
                </c:pt>
                <c:pt idx="23222">
                  <c:v>2</c:v>
                </c:pt>
                <c:pt idx="23223">
                  <c:v>1</c:v>
                </c:pt>
                <c:pt idx="23224">
                  <c:v>2</c:v>
                </c:pt>
                <c:pt idx="23225">
                  <c:v>2</c:v>
                </c:pt>
                <c:pt idx="23226">
                  <c:v>1</c:v>
                </c:pt>
                <c:pt idx="23227">
                  <c:v>1</c:v>
                </c:pt>
                <c:pt idx="23228">
                  <c:v>1</c:v>
                </c:pt>
                <c:pt idx="23229">
                  <c:v>2</c:v>
                </c:pt>
                <c:pt idx="23230">
                  <c:v>2</c:v>
                </c:pt>
                <c:pt idx="23231">
                  <c:v>2</c:v>
                </c:pt>
                <c:pt idx="23232">
                  <c:v>2</c:v>
                </c:pt>
                <c:pt idx="23233">
                  <c:v>1</c:v>
                </c:pt>
                <c:pt idx="23234">
                  <c:v>4</c:v>
                </c:pt>
                <c:pt idx="23235">
                  <c:v>7</c:v>
                </c:pt>
                <c:pt idx="23236">
                  <c:v>3</c:v>
                </c:pt>
                <c:pt idx="23237">
                  <c:v>3</c:v>
                </c:pt>
                <c:pt idx="23238">
                  <c:v>1</c:v>
                </c:pt>
                <c:pt idx="23239">
                  <c:v>2</c:v>
                </c:pt>
                <c:pt idx="23240">
                  <c:v>4</c:v>
                </c:pt>
                <c:pt idx="23241">
                  <c:v>2</c:v>
                </c:pt>
                <c:pt idx="23242">
                  <c:v>2</c:v>
                </c:pt>
                <c:pt idx="23243">
                  <c:v>3</c:v>
                </c:pt>
                <c:pt idx="23244">
                  <c:v>1</c:v>
                </c:pt>
                <c:pt idx="23245">
                  <c:v>1</c:v>
                </c:pt>
                <c:pt idx="23246">
                  <c:v>5</c:v>
                </c:pt>
                <c:pt idx="23247">
                  <c:v>2</c:v>
                </c:pt>
                <c:pt idx="23248">
                  <c:v>1</c:v>
                </c:pt>
                <c:pt idx="23249">
                  <c:v>1</c:v>
                </c:pt>
                <c:pt idx="23250">
                  <c:v>1</c:v>
                </c:pt>
                <c:pt idx="23251">
                  <c:v>1</c:v>
                </c:pt>
                <c:pt idx="23252">
                  <c:v>1</c:v>
                </c:pt>
                <c:pt idx="23253">
                  <c:v>1</c:v>
                </c:pt>
                <c:pt idx="23254">
                  <c:v>1</c:v>
                </c:pt>
                <c:pt idx="23255">
                  <c:v>1</c:v>
                </c:pt>
                <c:pt idx="23256">
                  <c:v>2</c:v>
                </c:pt>
                <c:pt idx="23257">
                  <c:v>1</c:v>
                </c:pt>
                <c:pt idx="23258">
                  <c:v>1</c:v>
                </c:pt>
                <c:pt idx="23259">
                  <c:v>1</c:v>
                </c:pt>
                <c:pt idx="23260">
                  <c:v>1</c:v>
                </c:pt>
                <c:pt idx="23261">
                  <c:v>2</c:v>
                </c:pt>
                <c:pt idx="23262">
                  <c:v>1</c:v>
                </c:pt>
                <c:pt idx="23263">
                  <c:v>1</c:v>
                </c:pt>
                <c:pt idx="23264">
                  <c:v>1</c:v>
                </c:pt>
                <c:pt idx="23265">
                  <c:v>1</c:v>
                </c:pt>
                <c:pt idx="23266">
                  <c:v>1</c:v>
                </c:pt>
                <c:pt idx="23267">
                  <c:v>3</c:v>
                </c:pt>
                <c:pt idx="23268">
                  <c:v>1</c:v>
                </c:pt>
                <c:pt idx="23269">
                  <c:v>1</c:v>
                </c:pt>
                <c:pt idx="23270">
                  <c:v>1</c:v>
                </c:pt>
                <c:pt idx="23271">
                  <c:v>1</c:v>
                </c:pt>
                <c:pt idx="23272">
                  <c:v>1</c:v>
                </c:pt>
                <c:pt idx="23273">
                  <c:v>2</c:v>
                </c:pt>
                <c:pt idx="23274">
                  <c:v>1</c:v>
                </c:pt>
                <c:pt idx="23275">
                  <c:v>1</c:v>
                </c:pt>
                <c:pt idx="23276">
                  <c:v>1</c:v>
                </c:pt>
                <c:pt idx="23277">
                  <c:v>1</c:v>
                </c:pt>
                <c:pt idx="23278">
                  <c:v>3</c:v>
                </c:pt>
                <c:pt idx="23279">
                  <c:v>2</c:v>
                </c:pt>
                <c:pt idx="23280">
                  <c:v>1</c:v>
                </c:pt>
                <c:pt idx="23281">
                  <c:v>4</c:v>
                </c:pt>
                <c:pt idx="23282">
                  <c:v>3</c:v>
                </c:pt>
                <c:pt idx="23283">
                  <c:v>3</c:v>
                </c:pt>
                <c:pt idx="23284">
                  <c:v>6</c:v>
                </c:pt>
                <c:pt idx="23285">
                  <c:v>2</c:v>
                </c:pt>
                <c:pt idx="23286">
                  <c:v>2</c:v>
                </c:pt>
                <c:pt idx="23287">
                  <c:v>1</c:v>
                </c:pt>
                <c:pt idx="23288">
                  <c:v>1</c:v>
                </c:pt>
                <c:pt idx="23289">
                  <c:v>2</c:v>
                </c:pt>
                <c:pt idx="23290">
                  <c:v>3</c:v>
                </c:pt>
                <c:pt idx="23291">
                  <c:v>2</c:v>
                </c:pt>
                <c:pt idx="23292">
                  <c:v>5</c:v>
                </c:pt>
                <c:pt idx="23293">
                  <c:v>8</c:v>
                </c:pt>
                <c:pt idx="23294">
                  <c:v>7</c:v>
                </c:pt>
                <c:pt idx="23295">
                  <c:v>8</c:v>
                </c:pt>
                <c:pt idx="23296">
                  <c:v>5</c:v>
                </c:pt>
                <c:pt idx="23297">
                  <c:v>4</c:v>
                </c:pt>
                <c:pt idx="23298">
                  <c:v>4</c:v>
                </c:pt>
                <c:pt idx="23299">
                  <c:v>2</c:v>
                </c:pt>
                <c:pt idx="23300">
                  <c:v>1</c:v>
                </c:pt>
                <c:pt idx="23301">
                  <c:v>2</c:v>
                </c:pt>
                <c:pt idx="23302">
                  <c:v>2</c:v>
                </c:pt>
                <c:pt idx="23303">
                  <c:v>2</c:v>
                </c:pt>
                <c:pt idx="23304">
                  <c:v>2</c:v>
                </c:pt>
                <c:pt idx="23305">
                  <c:v>2</c:v>
                </c:pt>
                <c:pt idx="23306">
                  <c:v>3</c:v>
                </c:pt>
                <c:pt idx="23307">
                  <c:v>3</c:v>
                </c:pt>
                <c:pt idx="23308">
                  <c:v>2</c:v>
                </c:pt>
                <c:pt idx="23309">
                  <c:v>2</c:v>
                </c:pt>
                <c:pt idx="23310">
                  <c:v>2</c:v>
                </c:pt>
                <c:pt idx="23311">
                  <c:v>2</c:v>
                </c:pt>
                <c:pt idx="23312">
                  <c:v>1</c:v>
                </c:pt>
                <c:pt idx="23313">
                  <c:v>2</c:v>
                </c:pt>
                <c:pt idx="23314">
                  <c:v>3</c:v>
                </c:pt>
                <c:pt idx="23315">
                  <c:v>-2</c:v>
                </c:pt>
                <c:pt idx="23316">
                  <c:v>1</c:v>
                </c:pt>
                <c:pt idx="23317">
                  <c:v>4</c:v>
                </c:pt>
                <c:pt idx="23318">
                  <c:v>6</c:v>
                </c:pt>
                <c:pt idx="23319">
                  <c:v>3</c:v>
                </c:pt>
                <c:pt idx="23320">
                  <c:v>5</c:v>
                </c:pt>
                <c:pt idx="23321">
                  <c:v>2</c:v>
                </c:pt>
                <c:pt idx="23322">
                  <c:v>5</c:v>
                </c:pt>
                <c:pt idx="23323">
                  <c:v>5</c:v>
                </c:pt>
                <c:pt idx="23324">
                  <c:v>5</c:v>
                </c:pt>
                <c:pt idx="23325">
                  <c:v>2</c:v>
                </c:pt>
                <c:pt idx="23326">
                  <c:v>-1</c:v>
                </c:pt>
                <c:pt idx="23327">
                  <c:v>5</c:v>
                </c:pt>
                <c:pt idx="23328">
                  <c:v>4</c:v>
                </c:pt>
                <c:pt idx="23329">
                  <c:v>4</c:v>
                </c:pt>
                <c:pt idx="23330">
                  <c:v>5</c:v>
                </c:pt>
                <c:pt idx="23331">
                  <c:v>4</c:v>
                </c:pt>
                <c:pt idx="23332">
                  <c:v>3</c:v>
                </c:pt>
                <c:pt idx="23333">
                  <c:v>4</c:v>
                </c:pt>
                <c:pt idx="23334">
                  <c:v>5</c:v>
                </c:pt>
                <c:pt idx="23335">
                  <c:v>2</c:v>
                </c:pt>
                <c:pt idx="23336">
                  <c:v>2</c:v>
                </c:pt>
                <c:pt idx="23337">
                  <c:v>2</c:v>
                </c:pt>
                <c:pt idx="23338">
                  <c:v>2</c:v>
                </c:pt>
                <c:pt idx="23339">
                  <c:v>2</c:v>
                </c:pt>
                <c:pt idx="23340">
                  <c:v>2</c:v>
                </c:pt>
                <c:pt idx="23341">
                  <c:v>4</c:v>
                </c:pt>
                <c:pt idx="23342">
                  <c:v>2</c:v>
                </c:pt>
                <c:pt idx="23343">
                  <c:v>4</c:v>
                </c:pt>
                <c:pt idx="23344">
                  <c:v>5</c:v>
                </c:pt>
                <c:pt idx="23345">
                  <c:v>5</c:v>
                </c:pt>
                <c:pt idx="23346">
                  <c:v>2</c:v>
                </c:pt>
                <c:pt idx="23347">
                  <c:v>1</c:v>
                </c:pt>
                <c:pt idx="23348">
                  <c:v>1</c:v>
                </c:pt>
                <c:pt idx="23349">
                  <c:v>2</c:v>
                </c:pt>
                <c:pt idx="23350">
                  <c:v>1</c:v>
                </c:pt>
                <c:pt idx="23351">
                  <c:v>1</c:v>
                </c:pt>
                <c:pt idx="23352">
                  <c:v>3</c:v>
                </c:pt>
                <c:pt idx="23353">
                  <c:v>2</c:v>
                </c:pt>
                <c:pt idx="23354">
                  <c:v>1</c:v>
                </c:pt>
                <c:pt idx="23355">
                  <c:v>1</c:v>
                </c:pt>
                <c:pt idx="23356">
                  <c:v>1</c:v>
                </c:pt>
                <c:pt idx="23357">
                  <c:v>1</c:v>
                </c:pt>
                <c:pt idx="23358">
                  <c:v>2</c:v>
                </c:pt>
                <c:pt idx="23359">
                  <c:v>3</c:v>
                </c:pt>
                <c:pt idx="23360">
                  <c:v>2</c:v>
                </c:pt>
                <c:pt idx="23361">
                  <c:v>1</c:v>
                </c:pt>
                <c:pt idx="23362">
                  <c:v>1</c:v>
                </c:pt>
                <c:pt idx="23363">
                  <c:v>2</c:v>
                </c:pt>
                <c:pt idx="23364">
                  <c:v>1</c:v>
                </c:pt>
                <c:pt idx="23365">
                  <c:v>2</c:v>
                </c:pt>
                <c:pt idx="23366">
                  <c:v>1</c:v>
                </c:pt>
                <c:pt idx="23367">
                  <c:v>2</c:v>
                </c:pt>
                <c:pt idx="23368">
                  <c:v>3</c:v>
                </c:pt>
                <c:pt idx="23369">
                  <c:v>3</c:v>
                </c:pt>
                <c:pt idx="23370">
                  <c:v>2</c:v>
                </c:pt>
                <c:pt idx="23371">
                  <c:v>2</c:v>
                </c:pt>
                <c:pt idx="23372">
                  <c:v>2</c:v>
                </c:pt>
                <c:pt idx="23373">
                  <c:v>3</c:v>
                </c:pt>
                <c:pt idx="23374">
                  <c:v>2</c:v>
                </c:pt>
                <c:pt idx="23375">
                  <c:v>2</c:v>
                </c:pt>
                <c:pt idx="23376">
                  <c:v>2</c:v>
                </c:pt>
                <c:pt idx="23377">
                  <c:v>5</c:v>
                </c:pt>
                <c:pt idx="23378">
                  <c:v>10</c:v>
                </c:pt>
                <c:pt idx="23379">
                  <c:v>6</c:v>
                </c:pt>
                <c:pt idx="23380">
                  <c:v>6</c:v>
                </c:pt>
                <c:pt idx="23381">
                  <c:v>7</c:v>
                </c:pt>
                <c:pt idx="23382">
                  <c:v>8</c:v>
                </c:pt>
                <c:pt idx="23383">
                  <c:v>3</c:v>
                </c:pt>
                <c:pt idx="23384">
                  <c:v>3</c:v>
                </c:pt>
                <c:pt idx="23385">
                  <c:v>2</c:v>
                </c:pt>
                <c:pt idx="23386">
                  <c:v>2</c:v>
                </c:pt>
                <c:pt idx="23387">
                  <c:v>3</c:v>
                </c:pt>
                <c:pt idx="23388">
                  <c:v>2</c:v>
                </c:pt>
                <c:pt idx="23389">
                  <c:v>3</c:v>
                </c:pt>
                <c:pt idx="23390">
                  <c:v>2</c:v>
                </c:pt>
                <c:pt idx="23391">
                  <c:v>1</c:v>
                </c:pt>
                <c:pt idx="23392">
                  <c:v>1</c:v>
                </c:pt>
                <c:pt idx="23393">
                  <c:v>1</c:v>
                </c:pt>
                <c:pt idx="23394">
                  <c:v>2</c:v>
                </c:pt>
                <c:pt idx="23395">
                  <c:v>3</c:v>
                </c:pt>
                <c:pt idx="23396">
                  <c:v>3</c:v>
                </c:pt>
                <c:pt idx="23397">
                  <c:v>0</c:v>
                </c:pt>
                <c:pt idx="23398">
                  <c:v>1</c:v>
                </c:pt>
                <c:pt idx="23399">
                  <c:v>1</c:v>
                </c:pt>
                <c:pt idx="23400">
                  <c:v>1</c:v>
                </c:pt>
                <c:pt idx="23401">
                  <c:v>4</c:v>
                </c:pt>
                <c:pt idx="23402">
                  <c:v>4</c:v>
                </c:pt>
                <c:pt idx="23403">
                  <c:v>2</c:v>
                </c:pt>
                <c:pt idx="23404">
                  <c:v>2</c:v>
                </c:pt>
                <c:pt idx="23405">
                  <c:v>6</c:v>
                </c:pt>
                <c:pt idx="23406">
                  <c:v>7</c:v>
                </c:pt>
                <c:pt idx="23407">
                  <c:v>3</c:v>
                </c:pt>
                <c:pt idx="23408">
                  <c:v>3</c:v>
                </c:pt>
                <c:pt idx="23409">
                  <c:v>5</c:v>
                </c:pt>
                <c:pt idx="23410">
                  <c:v>2</c:v>
                </c:pt>
                <c:pt idx="23411">
                  <c:v>2</c:v>
                </c:pt>
                <c:pt idx="23412">
                  <c:v>2</c:v>
                </c:pt>
                <c:pt idx="23413">
                  <c:v>4</c:v>
                </c:pt>
                <c:pt idx="23414">
                  <c:v>1</c:v>
                </c:pt>
                <c:pt idx="23415">
                  <c:v>1</c:v>
                </c:pt>
                <c:pt idx="23416">
                  <c:v>1</c:v>
                </c:pt>
                <c:pt idx="23417">
                  <c:v>1</c:v>
                </c:pt>
                <c:pt idx="23418">
                  <c:v>1</c:v>
                </c:pt>
                <c:pt idx="23419">
                  <c:v>1</c:v>
                </c:pt>
                <c:pt idx="23420">
                  <c:v>2</c:v>
                </c:pt>
                <c:pt idx="23421">
                  <c:v>6</c:v>
                </c:pt>
                <c:pt idx="23422">
                  <c:v>3</c:v>
                </c:pt>
                <c:pt idx="23423">
                  <c:v>3</c:v>
                </c:pt>
                <c:pt idx="23424">
                  <c:v>3</c:v>
                </c:pt>
                <c:pt idx="23425">
                  <c:v>2</c:v>
                </c:pt>
                <c:pt idx="23426">
                  <c:v>2</c:v>
                </c:pt>
                <c:pt idx="23427">
                  <c:v>5</c:v>
                </c:pt>
                <c:pt idx="23428">
                  <c:v>4</c:v>
                </c:pt>
                <c:pt idx="23429">
                  <c:v>1</c:v>
                </c:pt>
                <c:pt idx="23430">
                  <c:v>3</c:v>
                </c:pt>
                <c:pt idx="23431">
                  <c:v>1</c:v>
                </c:pt>
                <c:pt idx="23432">
                  <c:v>5</c:v>
                </c:pt>
                <c:pt idx="23433">
                  <c:v>2</c:v>
                </c:pt>
                <c:pt idx="23434">
                  <c:v>1</c:v>
                </c:pt>
                <c:pt idx="23435">
                  <c:v>2</c:v>
                </c:pt>
                <c:pt idx="23436">
                  <c:v>3</c:v>
                </c:pt>
                <c:pt idx="23437">
                  <c:v>3</c:v>
                </c:pt>
                <c:pt idx="23438">
                  <c:v>4</c:v>
                </c:pt>
                <c:pt idx="23439">
                  <c:v>3</c:v>
                </c:pt>
                <c:pt idx="23440">
                  <c:v>3</c:v>
                </c:pt>
                <c:pt idx="23441">
                  <c:v>0</c:v>
                </c:pt>
                <c:pt idx="23442">
                  <c:v>3</c:v>
                </c:pt>
                <c:pt idx="23443">
                  <c:v>3</c:v>
                </c:pt>
                <c:pt idx="23444">
                  <c:v>3</c:v>
                </c:pt>
                <c:pt idx="23445">
                  <c:v>0</c:v>
                </c:pt>
                <c:pt idx="23446">
                  <c:v>1</c:v>
                </c:pt>
                <c:pt idx="23447">
                  <c:v>1</c:v>
                </c:pt>
                <c:pt idx="23448">
                  <c:v>3</c:v>
                </c:pt>
                <c:pt idx="23449">
                  <c:v>1</c:v>
                </c:pt>
                <c:pt idx="23450">
                  <c:v>1</c:v>
                </c:pt>
                <c:pt idx="23451">
                  <c:v>1</c:v>
                </c:pt>
                <c:pt idx="23452">
                  <c:v>1</c:v>
                </c:pt>
                <c:pt idx="23453">
                  <c:v>3</c:v>
                </c:pt>
                <c:pt idx="23454">
                  <c:v>4</c:v>
                </c:pt>
                <c:pt idx="23455">
                  <c:v>2</c:v>
                </c:pt>
                <c:pt idx="23456">
                  <c:v>3</c:v>
                </c:pt>
                <c:pt idx="23457">
                  <c:v>2</c:v>
                </c:pt>
                <c:pt idx="23458">
                  <c:v>2</c:v>
                </c:pt>
                <c:pt idx="23459">
                  <c:v>2</c:v>
                </c:pt>
                <c:pt idx="23460">
                  <c:v>4</c:v>
                </c:pt>
                <c:pt idx="23461">
                  <c:v>1</c:v>
                </c:pt>
                <c:pt idx="23462">
                  <c:v>4</c:v>
                </c:pt>
                <c:pt idx="23463">
                  <c:v>1</c:v>
                </c:pt>
                <c:pt idx="23464">
                  <c:v>4</c:v>
                </c:pt>
                <c:pt idx="23465">
                  <c:v>4</c:v>
                </c:pt>
                <c:pt idx="23466">
                  <c:v>4</c:v>
                </c:pt>
                <c:pt idx="23467">
                  <c:v>4</c:v>
                </c:pt>
                <c:pt idx="23468">
                  <c:v>2</c:v>
                </c:pt>
                <c:pt idx="23469">
                  <c:v>3</c:v>
                </c:pt>
                <c:pt idx="23470">
                  <c:v>4</c:v>
                </c:pt>
                <c:pt idx="23471">
                  <c:v>7</c:v>
                </c:pt>
                <c:pt idx="23472">
                  <c:v>4</c:v>
                </c:pt>
                <c:pt idx="23473">
                  <c:v>6</c:v>
                </c:pt>
                <c:pt idx="23474">
                  <c:v>3</c:v>
                </c:pt>
                <c:pt idx="23475">
                  <c:v>7</c:v>
                </c:pt>
                <c:pt idx="23476">
                  <c:v>6</c:v>
                </c:pt>
                <c:pt idx="23477">
                  <c:v>9</c:v>
                </c:pt>
                <c:pt idx="23478">
                  <c:v>7</c:v>
                </c:pt>
                <c:pt idx="23479">
                  <c:v>5</c:v>
                </c:pt>
                <c:pt idx="23480">
                  <c:v>4</c:v>
                </c:pt>
                <c:pt idx="23481">
                  <c:v>3</c:v>
                </c:pt>
                <c:pt idx="23482">
                  <c:v>7</c:v>
                </c:pt>
                <c:pt idx="23483">
                  <c:v>6</c:v>
                </c:pt>
                <c:pt idx="23484">
                  <c:v>4</c:v>
                </c:pt>
                <c:pt idx="23485">
                  <c:v>3</c:v>
                </c:pt>
                <c:pt idx="23486">
                  <c:v>2</c:v>
                </c:pt>
                <c:pt idx="23487">
                  <c:v>1</c:v>
                </c:pt>
                <c:pt idx="23488">
                  <c:v>1</c:v>
                </c:pt>
                <c:pt idx="23489">
                  <c:v>1</c:v>
                </c:pt>
                <c:pt idx="23490">
                  <c:v>1</c:v>
                </c:pt>
                <c:pt idx="23491">
                  <c:v>2</c:v>
                </c:pt>
                <c:pt idx="23492">
                  <c:v>4</c:v>
                </c:pt>
                <c:pt idx="23493">
                  <c:v>1</c:v>
                </c:pt>
                <c:pt idx="23494">
                  <c:v>5</c:v>
                </c:pt>
                <c:pt idx="23495">
                  <c:v>6</c:v>
                </c:pt>
                <c:pt idx="23496">
                  <c:v>3</c:v>
                </c:pt>
                <c:pt idx="23497">
                  <c:v>3</c:v>
                </c:pt>
                <c:pt idx="23498">
                  <c:v>2</c:v>
                </c:pt>
                <c:pt idx="23499">
                  <c:v>2</c:v>
                </c:pt>
                <c:pt idx="23500">
                  <c:v>2</c:v>
                </c:pt>
                <c:pt idx="23501">
                  <c:v>2</c:v>
                </c:pt>
                <c:pt idx="23502">
                  <c:v>2</c:v>
                </c:pt>
                <c:pt idx="23503">
                  <c:v>2</c:v>
                </c:pt>
                <c:pt idx="23504">
                  <c:v>2</c:v>
                </c:pt>
                <c:pt idx="23505">
                  <c:v>2</c:v>
                </c:pt>
                <c:pt idx="23506">
                  <c:v>2</c:v>
                </c:pt>
                <c:pt idx="23507">
                  <c:v>2</c:v>
                </c:pt>
                <c:pt idx="23508">
                  <c:v>1</c:v>
                </c:pt>
                <c:pt idx="23509">
                  <c:v>3</c:v>
                </c:pt>
                <c:pt idx="23510">
                  <c:v>2</c:v>
                </c:pt>
                <c:pt idx="23511">
                  <c:v>5</c:v>
                </c:pt>
                <c:pt idx="23512">
                  <c:v>1</c:v>
                </c:pt>
                <c:pt idx="23513">
                  <c:v>2</c:v>
                </c:pt>
                <c:pt idx="23514">
                  <c:v>2</c:v>
                </c:pt>
                <c:pt idx="23515">
                  <c:v>2</c:v>
                </c:pt>
                <c:pt idx="23516">
                  <c:v>6</c:v>
                </c:pt>
                <c:pt idx="23517">
                  <c:v>4</c:v>
                </c:pt>
                <c:pt idx="23518">
                  <c:v>3</c:v>
                </c:pt>
                <c:pt idx="23519">
                  <c:v>4</c:v>
                </c:pt>
                <c:pt idx="23520">
                  <c:v>7</c:v>
                </c:pt>
                <c:pt idx="23521">
                  <c:v>6</c:v>
                </c:pt>
                <c:pt idx="23522">
                  <c:v>3</c:v>
                </c:pt>
                <c:pt idx="23523">
                  <c:v>3</c:v>
                </c:pt>
                <c:pt idx="23524">
                  <c:v>2</c:v>
                </c:pt>
                <c:pt idx="23525">
                  <c:v>4</c:v>
                </c:pt>
                <c:pt idx="23526">
                  <c:v>4</c:v>
                </c:pt>
                <c:pt idx="23527">
                  <c:v>4</c:v>
                </c:pt>
                <c:pt idx="23528">
                  <c:v>5</c:v>
                </c:pt>
                <c:pt idx="23529">
                  <c:v>3</c:v>
                </c:pt>
                <c:pt idx="23530">
                  <c:v>2</c:v>
                </c:pt>
                <c:pt idx="23531">
                  <c:v>4</c:v>
                </c:pt>
                <c:pt idx="23532">
                  <c:v>6</c:v>
                </c:pt>
                <c:pt idx="23533">
                  <c:v>5</c:v>
                </c:pt>
                <c:pt idx="23534">
                  <c:v>2</c:v>
                </c:pt>
                <c:pt idx="23535">
                  <c:v>2</c:v>
                </c:pt>
                <c:pt idx="23536">
                  <c:v>4</c:v>
                </c:pt>
                <c:pt idx="23537">
                  <c:v>4</c:v>
                </c:pt>
                <c:pt idx="23538">
                  <c:v>4</c:v>
                </c:pt>
                <c:pt idx="23539">
                  <c:v>4</c:v>
                </c:pt>
                <c:pt idx="23540">
                  <c:v>4</c:v>
                </c:pt>
                <c:pt idx="23541">
                  <c:v>3</c:v>
                </c:pt>
                <c:pt idx="23542">
                  <c:v>2</c:v>
                </c:pt>
                <c:pt idx="23543">
                  <c:v>1</c:v>
                </c:pt>
                <c:pt idx="23544">
                  <c:v>1</c:v>
                </c:pt>
                <c:pt idx="23545">
                  <c:v>2</c:v>
                </c:pt>
                <c:pt idx="23546">
                  <c:v>2</c:v>
                </c:pt>
                <c:pt idx="23547">
                  <c:v>5</c:v>
                </c:pt>
                <c:pt idx="23548">
                  <c:v>2</c:v>
                </c:pt>
                <c:pt idx="23549">
                  <c:v>6</c:v>
                </c:pt>
                <c:pt idx="23550">
                  <c:v>8</c:v>
                </c:pt>
                <c:pt idx="23551">
                  <c:v>3</c:v>
                </c:pt>
                <c:pt idx="23552">
                  <c:v>3</c:v>
                </c:pt>
                <c:pt idx="23553">
                  <c:v>7</c:v>
                </c:pt>
                <c:pt idx="23554">
                  <c:v>6</c:v>
                </c:pt>
                <c:pt idx="23555">
                  <c:v>4</c:v>
                </c:pt>
                <c:pt idx="23556">
                  <c:v>4</c:v>
                </c:pt>
                <c:pt idx="23557">
                  <c:v>6</c:v>
                </c:pt>
                <c:pt idx="23558">
                  <c:v>7</c:v>
                </c:pt>
                <c:pt idx="23559">
                  <c:v>6</c:v>
                </c:pt>
                <c:pt idx="23560">
                  <c:v>6</c:v>
                </c:pt>
                <c:pt idx="23561">
                  <c:v>1</c:v>
                </c:pt>
                <c:pt idx="23562">
                  <c:v>2</c:v>
                </c:pt>
                <c:pt idx="23563">
                  <c:v>1</c:v>
                </c:pt>
                <c:pt idx="23564">
                  <c:v>1</c:v>
                </c:pt>
                <c:pt idx="23565">
                  <c:v>2</c:v>
                </c:pt>
                <c:pt idx="23566">
                  <c:v>3</c:v>
                </c:pt>
                <c:pt idx="23567">
                  <c:v>3</c:v>
                </c:pt>
                <c:pt idx="23568">
                  <c:v>2</c:v>
                </c:pt>
                <c:pt idx="23569">
                  <c:v>2</c:v>
                </c:pt>
                <c:pt idx="23570">
                  <c:v>1</c:v>
                </c:pt>
                <c:pt idx="23571">
                  <c:v>2</c:v>
                </c:pt>
                <c:pt idx="23572">
                  <c:v>3</c:v>
                </c:pt>
                <c:pt idx="23573">
                  <c:v>4</c:v>
                </c:pt>
                <c:pt idx="23574">
                  <c:v>3</c:v>
                </c:pt>
                <c:pt idx="23575">
                  <c:v>4</c:v>
                </c:pt>
                <c:pt idx="23576">
                  <c:v>2</c:v>
                </c:pt>
                <c:pt idx="23577">
                  <c:v>2</c:v>
                </c:pt>
                <c:pt idx="23578">
                  <c:v>4</c:v>
                </c:pt>
                <c:pt idx="23579">
                  <c:v>3</c:v>
                </c:pt>
                <c:pt idx="23580">
                  <c:v>6</c:v>
                </c:pt>
                <c:pt idx="23581">
                  <c:v>3</c:v>
                </c:pt>
                <c:pt idx="23582">
                  <c:v>2</c:v>
                </c:pt>
                <c:pt idx="23583">
                  <c:v>5</c:v>
                </c:pt>
                <c:pt idx="23584">
                  <c:v>5</c:v>
                </c:pt>
                <c:pt idx="23585">
                  <c:v>5</c:v>
                </c:pt>
                <c:pt idx="23586">
                  <c:v>1</c:v>
                </c:pt>
                <c:pt idx="23587">
                  <c:v>6</c:v>
                </c:pt>
                <c:pt idx="23588">
                  <c:v>4</c:v>
                </c:pt>
                <c:pt idx="23589">
                  <c:v>5</c:v>
                </c:pt>
                <c:pt idx="23590">
                  <c:v>1</c:v>
                </c:pt>
                <c:pt idx="23591">
                  <c:v>2</c:v>
                </c:pt>
                <c:pt idx="23592">
                  <c:v>1</c:v>
                </c:pt>
                <c:pt idx="23593">
                  <c:v>1</c:v>
                </c:pt>
                <c:pt idx="23594">
                  <c:v>1</c:v>
                </c:pt>
                <c:pt idx="23595">
                  <c:v>1</c:v>
                </c:pt>
                <c:pt idx="23596">
                  <c:v>6</c:v>
                </c:pt>
                <c:pt idx="23597">
                  <c:v>3</c:v>
                </c:pt>
                <c:pt idx="23598">
                  <c:v>3</c:v>
                </c:pt>
                <c:pt idx="23599">
                  <c:v>4</c:v>
                </c:pt>
                <c:pt idx="23600">
                  <c:v>5</c:v>
                </c:pt>
                <c:pt idx="23601">
                  <c:v>3</c:v>
                </c:pt>
                <c:pt idx="23602">
                  <c:v>2</c:v>
                </c:pt>
                <c:pt idx="23603">
                  <c:v>5</c:v>
                </c:pt>
                <c:pt idx="23604">
                  <c:v>5</c:v>
                </c:pt>
                <c:pt idx="23605">
                  <c:v>4</c:v>
                </c:pt>
                <c:pt idx="23606">
                  <c:v>4</c:v>
                </c:pt>
                <c:pt idx="23607">
                  <c:v>2</c:v>
                </c:pt>
                <c:pt idx="23608">
                  <c:v>2</c:v>
                </c:pt>
                <c:pt idx="23609">
                  <c:v>2</c:v>
                </c:pt>
                <c:pt idx="23610">
                  <c:v>3</c:v>
                </c:pt>
                <c:pt idx="23611">
                  <c:v>2</c:v>
                </c:pt>
                <c:pt idx="23612">
                  <c:v>1</c:v>
                </c:pt>
                <c:pt idx="23613">
                  <c:v>3</c:v>
                </c:pt>
                <c:pt idx="23614">
                  <c:v>3</c:v>
                </c:pt>
                <c:pt idx="23615">
                  <c:v>2</c:v>
                </c:pt>
                <c:pt idx="23616">
                  <c:v>2</c:v>
                </c:pt>
                <c:pt idx="23617">
                  <c:v>2</c:v>
                </c:pt>
                <c:pt idx="23618">
                  <c:v>2</c:v>
                </c:pt>
                <c:pt idx="23619">
                  <c:v>3</c:v>
                </c:pt>
                <c:pt idx="23620">
                  <c:v>2</c:v>
                </c:pt>
                <c:pt idx="23621">
                  <c:v>3</c:v>
                </c:pt>
                <c:pt idx="23622">
                  <c:v>3</c:v>
                </c:pt>
                <c:pt idx="23623">
                  <c:v>2</c:v>
                </c:pt>
                <c:pt idx="23624">
                  <c:v>2</c:v>
                </c:pt>
                <c:pt idx="23625">
                  <c:v>2</c:v>
                </c:pt>
                <c:pt idx="23626">
                  <c:v>4</c:v>
                </c:pt>
                <c:pt idx="23627">
                  <c:v>2</c:v>
                </c:pt>
                <c:pt idx="23628">
                  <c:v>2</c:v>
                </c:pt>
                <c:pt idx="23629">
                  <c:v>3</c:v>
                </c:pt>
                <c:pt idx="23630">
                  <c:v>2</c:v>
                </c:pt>
                <c:pt idx="23631">
                  <c:v>3</c:v>
                </c:pt>
                <c:pt idx="23632">
                  <c:v>3</c:v>
                </c:pt>
                <c:pt idx="23633">
                  <c:v>2</c:v>
                </c:pt>
                <c:pt idx="23634">
                  <c:v>4</c:v>
                </c:pt>
                <c:pt idx="23635">
                  <c:v>2</c:v>
                </c:pt>
                <c:pt idx="23636">
                  <c:v>1</c:v>
                </c:pt>
                <c:pt idx="23637">
                  <c:v>4</c:v>
                </c:pt>
                <c:pt idx="23638">
                  <c:v>1</c:v>
                </c:pt>
                <c:pt idx="23639">
                  <c:v>4</c:v>
                </c:pt>
                <c:pt idx="23640">
                  <c:v>6</c:v>
                </c:pt>
                <c:pt idx="23641">
                  <c:v>2</c:v>
                </c:pt>
                <c:pt idx="23642">
                  <c:v>1</c:v>
                </c:pt>
                <c:pt idx="23643">
                  <c:v>2</c:v>
                </c:pt>
                <c:pt idx="23644">
                  <c:v>2</c:v>
                </c:pt>
                <c:pt idx="23645">
                  <c:v>5</c:v>
                </c:pt>
                <c:pt idx="23646">
                  <c:v>1</c:v>
                </c:pt>
                <c:pt idx="23647">
                  <c:v>1</c:v>
                </c:pt>
                <c:pt idx="23648">
                  <c:v>1</c:v>
                </c:pt>
                <c:pt idx="23649">
                  <c:v>2</c:v>
                </c:pt>
                <c:pt idx="23650">
                  <c:v>2</c:v>
                </c:pt>
                <c:pt idx="23651">
                  <c:v>1</c:v>
                </c:pt>
                <c:pt idx="23652">
                  <c:v>0</c:v>
                </c:pt>
                <c:pt idx="23653">
                  <c:v>1</c:v>
                </c:pt>
                <c:pt idx="23654">
                  <c:v>1</c:v>
                </c:pt>
                <c:pt idx="23655">
                  <c:v>1</c:v>
                </c:pt>
                <c:pt idx="23656">
                  <c:v>2</c:v>
                </c:pt>
                <c:pt idx="23657">
                  <c:v>1</c:v>
                </c:pt>
                <c:pt idx="23658">
                  <c:v>2</c:v>
                </c:pt>
                <c:pt idx="23659">
                  <c:v>2</c:v>
                </c:pt>
                <c:pt idx="23660">
                  <c:v>2</c:v>
                </c:pt>
                <c:pt idx="23661">
                  <c:v>2</c:v>
                </c:pt>
                <c:pt idx="23662">
                  <c:v>1</c:v>
                </c:pt>
                <c:pt idx="23663">
                  <c:v>5</c:v>
                </c:pt>
                <c:pt idx="23664">
                  <c:v>2</c:v>
                </c:pt>
                <c:pt idx="23665">
                  <c:v>3</c:v>
                </c:pt>
                <c:pt idx="23666">
                  <c:v>4</c:v>
                </c:pt>
                <c:pt idx="23667">
                  <c:v>2</c:v>
                </c:pt>
                <c:pt idx="23668">
                  <c:v>2</c:v>
                </c:pt>
                <c:pt idx="23669">
                  <c:v>8</c:v>
                </c:pt>
                <c:pt idx="23670">
                  <c:v>5</c:v>
                </c:pt>
                <c:pt idx="23671">
                  <c:v>4</c:v>
                </c:pt>
                <c:pt idx="23672">
                  <c:v>6</c:v>
                </c:pt>
                <c:pt idx="23673">
                  <c:v>2</c:v>
                </c:pt>
                <c:pt idx="23674">
                  <c:v>2</c:v>
                </c:pt>
                <c:pt idx="23675">
                  <c:v>5</c:v>
                </c:pt>
                <c:pt idx="23676">
                  <c:v>2</c:v>
                </c:pt>
                <c:pt idx="23677">
                  <c:v>2</c:v>
                </c:pt>
                <c:pt idx="23678">
                  <c:v>2</c:v>
                </c:pt>
                <c:pt idx="23679">
                  <c:v>-5</c:v>
                </c:pt>
                <c:pt idx="23680">
                  <c:v>4</c:v>
                </c:pt>
                <c:pt idx="23681">
                  <c:v>5</c:v>
                </c:pt>
                <c:pt idx="23682">
                  <c:v>4</c:v>
                </c:pt>
                <c:pt idx="23683">
                  <c:v>2</c:v>
                </c:pt>
                <c:pt idx="23684">
                  <c:v>1</c:v>
                </c:pt>
                <c:pt idx="23685">
                  <c:v>3</c:v>
                </c:pt>
                <c:pt idx="23686">
                  <c:v>2</c:v>
                </c:pt>
                <c:pt idx="23687">
                  <c:v>2</c:v>
                </c:pt>
                <c:pt idx="23688">
                  <c:v>2</c:v>
                </c:pt>
                <c:pt idx="23689">
                  <c:v>2</c:v>
                </c:pt>
                <c:pt idx="23690">
                  <c:v>2</c:v>
                </c:pt>
                <c:pt idx="23691">
                  <c:v>2</c:v>
                </c:pt>
                <c:pt idx="23692">
                  <c:v>2</c:v>
                </c:pt>
                <c:pt idx="23693">
                  <c:v>2</c:v>
                </c:pt>
                <c:pt idx="23694">
                  <c:v>2</c:v>
                </c:pt>
                <c:pt idx="23695">
                  <c:v>2</c:v>
                </c:pt>
                <c:pt idx="23696">
                  <c:v>2</c:v>
                </c:pt>
                <c:pt idx="23697">
                  <c:v>2</c:v>
                </c:pt>
                <c:pt idx="23698">
                  <c:v>2</c:v>
                </c:pt>
                <c:pt idx="23699">
                  <c:v>2</c:v>
                </c:pt>
                <c:pt idx="23700">
                  <c:v>2</c:v>
                </c:pt>
                <c:pt idx="23701">
                  <c:v>2</c:v>
                </c:pt>
                <c:pt idx="23702">
                  <c:v>2</c:v>
                </c:pt>
                <c:pt idx="23703">
                  <c:v>1</c:v>
                </c:pt>
                <c:pt idx="23704">
                  <c:v>2</c:v>
                </c:pt>
                <c:pt idx="23705">
                  <c:v>1</c:v>
                </c:pt>
                <c:pt idx="23706">
                  <c:v>2</c:v>
                </c:pt>
                <c:pt idx="23707">
                  <c:v>2</c:v>
                </c:pt>
                <c:pt idx="23708">
                  <c:v>1</c:v>
                </c:pt>
                <c:pt idx="23709">
                  <c:v>1</c:v>
                </c:pt>
                <c:pt idx="23710">
                  <c:v>1</c:v>
                </c:pt>
                <c:pt idx="23711">
                  <c:v>2</c:v>
                </c:pt>
                <c:pt idx="23712">
                  <c:v>2</c:v>
                </c:pt>
                <c:pt idx="23713">
                  <c:v>2</c:v>
                </c:pt>
                <c:pt idx="23714">
                  <c:v>3</c:v>
                </c:pt>
                <c:pt idx="23715">
                  <c:v>3</c:v>
                </c:pt>
                <c:pt idx="23716">
                  <c:v>1</c:v>
                </c:pt>
                <c:pt idx="23717">
                  <c:v>3</c:v>
                </c:pt>
                <c:pt idx="23718">
                  <c:v>2</c:v>
                </c:pt>
                <c:pt idx="23719">
                  <c:v>5</c:v>
                </c:pt>
                <c:pt idx="23720">
                  <c:v>3</c:v>
                </c:pt>
                <c:pt idx="23721">
                  <c:v>3</c:v>
                </c:pt>
                <c:pt idx="23722">
                  <c:v>2</c:v>
                </c:pt>
                <c:pt idx="23723">
                  <c:v>2</c:v>
                </c:pt>
                <c:pt idx="23724">
                  <c:v>4</c:v>
                </c:pt>
                <c:pt idx="23725">
                  <c:v>6</c:v>
                </c:pt>
                <c:pt idx="23726">
                  <c:v>4</c:v>
                </c:pt>
                <c:pt idx="23727">
                  <c:v>5</c:v>
                </c:pt>
                <c:pt idx="23728">
                  <c:v>3</c:v>
                </c:pt>
                <c:pt idx="23729">
                  <c:v>3</c:v>
                </c:pt>
                <c:pt idx="23730">
                  <c:v>2</c:v>
                </c:pt>
                <c:pt idx="23731">
                  <c:v>2</c:v>
                </c:pt>
                <c:pt idx="23732">
                  <c:v>6</c:v>
                </c:pt>
                <c:pt idx="23733">
                  <c:v>6</c:v>
                </c:pt>
                <c:pt idx="23734">
                  <c:v>1</c:v>
                </c:pt>
                <c:pt idx="23735">
                  <c:v>2</c:v>
                </c:pt>
                <c:pt idx="23736">
                  <c:v>2</c:v>
                </c:pt>
                <c:pt idx="23737">
                  <c:v>5</c:v>
                </c:pt>
                <c:pt idx="23738">
                  <c:v>5</c:v>
                </c:pt>
                <c:pt idx="23739">
                  <c:v>2</c:v>
                </c:pt>
                <c:pt idx="23740">
                  <c:v>2</c:v>
                </c:pt>
                <c:pt idx="23741">
                  <c:v>2</c:v>
                </c:pt>
                <c:pt idx="23742">
                  <c:v>1</c:v>
                </c:pt>
                <c:pt idx="23743">
                  <c:v>1</c:v>
                </c:pt>
                <c:pt idx="23744">
                  <c:v>3</c:v>
                </c:pt>
                <c:pt idx="23745">
                  <c:v>2</c:v>
                </c:pt>
                <c:pt idx="23746">
                  <c:v>2</c:v>
                </c:pt>
                <c:pt idx="23747">
                  <c:v>3</c:v>
                </c:pt>
                <c:pt idx="23748">
                  <c:v>3</c:v>
                </c:pt>
                <c:pt idx="23749">
                  <c:v>2</c:v>
                </c:pt>
                <c:pt idx="23750">
                  <c:v>1</c:v>
                </c:pt>
                <c:pt idx="23751">
                  <c:v>1</c:v>
                </c:pt>
                <c:pt idx="23752">
                  <c:v>4</c:v>
                </c:pt>
                <c:pt idx="23753">
                  <c:v>3</c:v>
                </c:pt>
                <c:pt idx="23754">
                  <c:v>1</c:v>
                </c:pt>
                <c:pt idx="23755">
                  <c:v>1</c:v>
                </c:pt>
                <c:pt idx="23756">
                  <c:v>1</c:v>
                </c:pt>
                <c:pt idx="23757">
                  <c:v>2</c:v>
                </c:pt>
                <c:pt idx="23758">
                  <c:v>1</c:v>
                </c:pt>
                <c:pt idx="23759">
                  <c:v>3</c:v>
                </c:pt>
                <c:pt idx="23760">
                  <c:v>2</c:v>
                </c:pt>
                <c:pt idx="23761">
                  <c:v>3</c:v>
                </c:pt>
                <c:pt idx="23762">
                  <c:v>3</c:v>
                </c:pt>
                <c:pt idx="23763">
                  <c:v>3</c:v>
                </c:pt>
                <c:pt idx="23764">
                  <c:v>2</c:v>
                </c:pt>
                <c:pt idx="23765">
                  <c:v>2</c:v>
                </c:pt>
                <c:pt idx="23766">
                  <c:v>2</c:v>
                </c:pt>
                <c:pt idx="23767">
                  <c:v>2</c:v>
                </c:pt>
                <c:pt idx="23768">
                  <c:v>2</c:v>
                </c:pt>
                <c:pt idx="23769">
                  <c:v>4</c:v>
                </c:pt>
                <c:pt idx="23770">
                  <c:v>4</c:v>
                </c:pt>
                <c:pt idx="23771">
                  <c:v>1</c:v>
                </c:pt>
                <c:pt idx="23772">
                  <c:v>2</c:v>
                </c:pt>
                <c:pt idx="23773">
                  <c:v>3</c:v>
                </c:pt>
                <c:pt idx="23774">
                  <c:v>2</c:v>
                </c:pt>
                <c:pt idx="23775">
                  <c:v>3</c:v>
                </c:pt>
                <c:pt idx="23776">
                  <c:v>1</c:v>
                </c:pt>
                <c:pt idx="23777">
                  <c:v>1</c:v>
                </c:pt>
                <c:pt idx="23778">
                  <c:v>1</c:v>
                </c:pt>
                <c:pt idx="23779">
                  <c:v>2</c:v>
                </c:pt>
                <c:pt idx="23780">
                  <c:v>4</c:v>
                </c:pt>
                <c:pt idx="23781">
                  <c:v>10</c:v>
                </c:pt>
                <c:pt idx="23782">
                  <c:v>4</c:v>
                </c:pt>
                <c:pt idx="23783">
                  <c:v>7</c:v>
                </c:pt>
                <c:pt idx="23784">
                  <c:v>9</c:v>
                </c:pt>
                <c:pt idx="23785">
                  <c:v>4</c:v>
                </c:pt>
                <c:pt idx="23786">
                  <c:v>7</c:v>
                </c:pt>
                <c:pt idx="23787">
                  <c:v>7</c:v>
                </c:pt>
                <c:pt idx="23788">
                  <c:v>8</c:v>
                </c:pt>
                <c:pt idx="23789">
                  <c:v>11</c:v>
                </c:pt>
                <c:pt idx="23790">
                  <c:v>4</c:v>
                </c:pt>
                <c:pt idx="23791">
                  <c:v>4</c:v>
                </c:pt>
                <c:pt idx="23792">
                  <c:v>2</c:v>
                </c:pt>
                <c:pt idx="23793">
                  <c:v>2</c:v>
                </c:pt>
                <c:pt idx="23794">
                  <c:v>4</c:v>
                </c:pt>
                <c:pt idx="23795">
                  <c:v>3</c:v>
                </c:pt>
                <c:pt idx="23796">
                  <c:v>1</c:v>
                </c:pt>
                <c:pt idx="23797">
                  <c:v>3</c:v>
                </c:pt>
                <c:pt idx="23798">
                  <c:v>3</c:v>
                </c:pt>
                <c:pt idx="23799">
                  <c:v>1</c:v>
                </c:pt>
                <c:pt idx="23800">
                  <c:v>5</c:v>
                </c:pt>
                <c:pt idx="23801">
                  <c:v>3</c:v>
                </c:pt>
                <c:pt idx="23802">
                  <c:v>4</c:v>
                </c:pt>
                <c:pt idx="23803">
                  <c:v>3</c:v>
                </c:pt>
                <c:pt idx="23804">
                  <c:v>4</c:v>
                </c:pt>
                <c:pt idx="23805">
                  <c:v>4</c:v>
                </c:pt>
                <c:pt idx="23806">
                  <c:v>2</c:v>
                </c:pt>
                <c:pt idx="23807">
                  <c:v>5</c:v>
                </c:pt>
                <c:pt idx="23808">
                  <c:v>2</c:v>
                </c:pt>
                <c:pt idx="23809">
                  <c:v>3</c:v>
                </c:pt>
                <c:pt idx="23810">
                  <c:v>3</c:v>
                </c:pt>
                <c:pt idx="23811">
                  <c:v>2</c:v>
                </c:pt>
                <c:pt idx="23812">
                  <c:v>2</c:v>
                </c:pt>
                <c:pt idx="23813">
                  <c:v>2</c:v>
                </c:pt>
                <c:pt idx="23814">
                  <c:v>2</c:v>
                </c:pt>
                <c:pt idx="23815">
                  <c:v>2</c:v>
                </c:pt>
                <c:pt idx="23816">
                  <c:v>8</c:v>
                </c:pt>
                <c:pt idx="23817">
                  <c:v>1</c:v>
                </c:pt>
                <c:pt idx="23818">
                  <c:v>2</c:v>
                </c:pt>
                <c:pt idx="23819">
                  <c:v>4</c:v>
                </c:pt>
                <c:pt idx="23820">
                  <c:v>3</c:v>
                </c:pt>
                <c:pt idx="23821">
                  <c:v>1</c:v>
                </c:pt>
                <c:pt idx="23822">
                  <c:v>1</c:v>
                </c:pt>
                <c:pt idx="23823">
                  <c:v>1</c:v>
                </c:pt>
                <c:pt idx="23824">
                  <c:v>1</c:v>
                </c:pt>
                <c:pt idx="23825">
                  <c:v>1</c:v>
                </c:pt>
                <c:pt idx="23826">
                  <c:v>1</c:v>
                </c:pt>
                <c:pt idx="23827">
                  <c:v>1</c:v>
                </c:pt>
                <c:pt idx="23828">
                  <c:v>1</c:v>
                </c:pt>
                <c:pt idx="23829">
                  <c:v>1</c:v>
                </c:pt>
                <c:pt idx="23830">
                  <c:v>1</c:v>
                </c:pt>
                <c:pt idx="23831">
                  <c:v>1</c:v>
                </c:pt>
                <c:pt idx="23832">
                  <c:v>3</c:v>
                </c:pt>
                <c:pt idx="23833">
                  <c:v>1</c:v>
                </c:pt>
                <c:pt idx="23834">
                  <c:v>3</c:v>
                </c:pt>
                <c:pt idx="23835">
                  <c:v>3</c:v>
                </c:pt>
                <c:pt idx="23836">
                  <c:v>2</c:v>
                </c:pt>
                <c:pt idx="23837">
                  <c:v>2</c:v>
                </c:pt>
                <c:pt idx="23838">
                  <c:v>6</c:v>
                </c:pt>
                <c:pt idx="23839">
                  <c:v>2</c:v>
                </c:pt>
                <c:pt idx="23840">
                  <c:v>6</c:v>
                </c:pt>
                <c:pt idx="23841">
                  <c:v>2</c:v>
                </c:pt>
                <c:pt idx="23842">
                  <c:v>2</c:v>
                </c:pt>
                <c:pt idx="23843">
                  <c:v>2</c:v>
                </c:pt>
                <c:pt idx="23844">
                  <c:v>5</c:v>
                </c:pt>
                <c:pt idx="23845">
                  <c:v>2</c:v>
                </c:pt>
                <c:pt idx="23846">
                  <c:v>1</c:v>
                </c:pt>
                <c:pt idx="23847">
                  <c:v>2</c:v>
                </c:pt>
                <c:pt idx="23848">
                  <c:v>2</c:v>
                </c:pt>
                <c:pt idx="23849">
                  <c:v>3</c:v>
                </c:pt>
                <c:pt idx="23850">
                  <c:v>1</c:v>
                </c:pt>
                <c:pt idx="23851">
                  <c:v>2</c:v>
                </c:pt>
                <c:pt idx="23852">
                  <c:v>1</c:v>
                </c:pt>
                <c:pt idx="23853">
                  <c:v>2</c:v>
                </c:pt>
                <c:pt idx="23854">
                  <c:v>2</c:v>
                </c:pt>
                <c:pt idx="23855">
                  <c:v>2</c:v>
                </c:pt>
                <c:pt idx="23856">
                  <c:v>2</c:v>
                </c:pt>
                <c:pt idx="23857">
                  <c:v>2</c:v>
                </c:pt>
                <c:pt idx="23858">
                  <c:v>4</c:v>
                </c:pt>
                <c:pt idx="23859">
                  <c:v>2</c:v>
                </c:pt>
                <c:pt idx="23860">
                  <c:v>2</c:v>
                </c:pt>
                <c:pt idx="23861">
                  <c:v>3</c:v>
                </c:pt>
                <c:pt idx="23862">
                  <c:v>3</c:v>
                </c:pt>
                <c:pt idx="23863">
                  <c:v>6</c:v>
                </c:pt>
                <c:pt idx="23864">
                  <c:v>3</c:v>
                </c:pt>
                <c:pt idx="23865">
                  <c:v>4</c:v>
                </c:pt>
                <c:pt idx="23866">
                  <c:v>2</c:v>
                </c:pt>
                <c:pt idx="23867">
                  <c:v>3</c:v>
                </c:pt>
                <c:pt idx="23868">
                  <c:v>5</c:v>
                </c:pt>
                <c:pt idx="23869">
                  <c:v>5</c:v>
                </c:pt>
                <c:pt idx="23870">
                  <c:v>2</c:v>
                </c:pt>
                <c:pt idx="23871">
                  <c:v>3</c:v>
                </c:pt>
                <c:pt idx="23872">
                  <c:v>2</c:v>
                </c:pt>
                <c:pt idx="23873">
                  <c:v>5</c:v>
                </c:pt>
                <c:pt idx="23874">
                  <c:v>3</c:v>
                </c:pt>
                <c:pt idx="23875">
                  <c:v>4</c:v>
                </c:pt>
                <c:pt idx="23876">
                  <c:v>3</c:v>
                </c:pt>
                <c:pt idx="23877">
                  <c:v>3</c:v>
                </c:pt>
                <c:pt idx="23878">
                  <c:v>3</c:v>
                </c:pt>
                <c:pt idx="23879">
                  <c:v>3</c:v>
                </c:pt>
                <c:pt idx="23880">
                  <c:v>3</c:v>
                </c:pt>
                <c:pt idx="23881">
                  <c:v>2</c:v>
                </c:pt>
                <c:pt idx="23882">
                  <c:v>2</c:v>
                </c:pt>
                <c:pt idx="23883">
                  <c:v>3</c:v>
                </c:pt>
                <c:pt idx="23884">
                  <c:v>2</c:v>
                </c:pt>
                <c:pt idx="23885">
                  <c:v>2</c:v>
                </c:pt>
                <c:pt idx="23886">
                  <c:v>2</c:v>
                </c:pt>
                <c:pt idx="23887">
                  <c:v>3</c:v>
                </c:pt>
                <c:pt idx="23888">
                  <c:v>4</c:v>
                </c:pt>
                <c:pt idx="23889">
                  <c:v>2</c:v>
                </c:pt>
                <c:pt idx="23890">
                  <c:v>4</c:v>
                </c:pt>
                <c:pt idx="23891">
                  <c:v>8</c:v>
                </c:pt>
                <c:pt idx="23892">
                  <c:v>2</c:v>
                </c:pt>
                <c:pt idx="23893">
                  <c:v>2</c:v>
                </c:pt>
                <c:pt idx="23894">
                  <c:v>10</c:v>
                </c:pt>
                <c:pt idx="23895">
                  <c:v>5</c:v>
                </c:pt>
                <c:pt idx="23896">
                  <c:v>5</c:v>
                </c:pt>
                <c:pt idx="23897">
                  <c:v>1</c:v>
                </c:pt>
                <c:pt idx="23898">
                  <c:v>5</c:v>
                </c:pt>
                <c:pt idx="23899">
                  <c:v>2</c:v>
                </c:pt>
                <c:pt idx="23900">
                  <c:v>3</c:v>
                </c:pt>
                <c:pt idx="23901">
                  <c:v>3</c:v>
                </c:pt>
                <c:pt idx="23902">
                  <c:v>2</c:v>
                </c:pt>
                <c:pt idx="23903">
                  <c:v>3</c:v>
                </c:pt>
                <c:pt idx="23904">
                  <c:v>2</c:v>
                </c:pt>
                <c:pt idx="23905">
                  <c:v>2</c:v>
                </c:pt>
                <c:pt idx="23906">
                  <c:v>5</c:v>
                </c:pt>
                <c:pt idx="23907">
                  <c:v>3</c:v>
                </c:pt>
                <c:pt idx="23908">
                  <c:v>3</c:v>
                </c:pt>
                <c:pt idx="23909">
                  <c:v>4</c:v>
                </c:pt>
                <c:pt idx="23910">
                  <c:v>2</c:v>
                </c:pt>
                <c:pt idx="23911">
                  <c:v>6</c:v>
                </c:pt>
                <c:pt idx="23912">
                  <c:v>4</c:v>
                </c:pt>
                <c:pt idx="23913">
                  <c:v>2</c:v>
                </c:pt>
                <c:pt idx="23914">
                  <c:v>4</c:v>
                </c:pt>
                <c:pt idx="23915">
                  <c:v>2</c:v>
                </c:pt>
                <c:pt idx="23916">
                  <c:v>8</c:v>
                </c:pt>
                <c:pt idx="23917">
                  <c:v>3</c:v>
                </c:pt>
                <c:pt idx="23918">
                  <c:v>4</c:v>
                </c:pt>
                <c:pt idx="23919">
                  <c:v>4</c:v>
                </c:pt>
                <c:pt idx="23920">
                  <c:v>3</c:v>
                </c:pt>
                <c:pt idx="23921">
                  <c:v>2</c:v>
                </c:pt>
                <c:pt idx="23922">
                  <c:v>4</c:v>
                </c:pt>
                <c:pt idx="23923">
                  <c:v>3</c:v>
                </c:pt>
                <c:pt idx="23924">
                  <c:v>5</c:v>
                </c:pt>
                <c:pt idx="23925">
                  <c:v>6</c:v>
                </c:pt>
                <c:pt idx="23926">
                  <c:v>4</c:v>
                </c:pt>
                <c:pt idx="23927">
                  <c:v>3</c:v>
                </c:pt>
                <c:pt idx="23928">
                  <c:v>4</c:v>
                </c:pt>
                <c:pt idx="23929">
                  <c:v>2</c:v>
                </c:pt>
                <c:pt idx="23930">
                  <c:v>2</c:v>
                </c:pt>
                <c:pt idx="23931">
                  <c:v>1</c:v>
                </c:pt>
                <c:pt idx="23932">
                  <c:v>4</c:v>
                </c:pt>
                <c:pt idx="23933">
                  <c:v>4</c:v>
                </c:pt>
                <c:pt idx="23934">
                  <c:v>1</c:v>
                </c:pt>
                <c:pt idx="23935">
                  <c:v>1</c:v>
                </c:pt>
                <c:pt idx="23936">
                  <c:v>6</c:v>
                </c:pt>
                <c:pt idx="23937">
                  <c:v>7</c:v>
                </c:pt>
                <c:pt idx="23938">
                  <c:v>3</c:v>
                </c:pt>
                <c:pt idx="23939">
                  <c:v>5</c:v>
                </c:pt>
                <c:pt idx="23940">
                  <c:v>6</c:v>
                </c:pt>
                <c:pt idx="23941">
                  <c:v>4</c:v>
                </c:pt>
                <c:pt idx="23942">
                  <c:v>2</c:v>
                </c:pt>
                <c:pt idx="23943">
                  <c:v>4</c:v>
                </c:pt>
                <c:pt idx="23944">
                  <c:v>2</c:v>
                </c:pt>
                <c:pt idx="23945">
                  <c:v>2</c:v>
                </c:pt>
                <c:pt idx="23946">
                  <c:v>2</c:v>
                </c:pt>
                <c:pt idx="23947">
                  <c:v>2</c:v>
                </c:pt>
                <c:pt idx="23948">
                  <c:v>3</c:v>
                </c:pt>
                <c:pt idx="23949">
                  <c:v>3</c:v>
                </c:pt>
                <c:pt idx="23950">
                  <c:v>3</c:v>
                </c:pt>
                <c:pt idx="23951">
                  <c:v>3</c:v>
                </c:pt>
                <c:pt idx="23952">
                  <c:v>3</c:v>
                </c:pt>
                <c:pt idx="23953">
                  <c:v>3</c:v>
                </c:pt>
                <c:pt idx="23954">
                  <c:v>3</c:v>
                </c:pt>
                <c:pt idx="23955">
                  <c:v>3</c:v>
                </c:pt>
                <c:pt idx="23956">
                  <c:v>3</c:v>
                </c:pt>
                <c:pt idx="23957">
                  <c:v>2</c:v>
                </c:pt>
                <c:pt idx="23958">
                  <c:v>5</c:v>
                </c:pt>
                <c:pt idx="23959">
                  <c:v>2</c:v>
                </c:pt>
                <c:pt idx="23960">
                  <c:v>5</c:v>
                </c:pt>
                <c:pt idx="23961">
                  <c:v>5</c:v>
                </c:pt>
                <c:pt idx="23962">
                  <c:v>10</c:v>
                </c:pt>
                <c:pt idx="23963">
                  <c:v>4</c:v>
                </c:pt>
                <c:pt idx="23964">
                  <c:v>10</c:v>
                </c:pt>
                <c:pt idx="23965">
                  <c:v>6</c:v>
                </c:pt>
                <c:pt idx="23966">
                  <c:v>4</c:v>
                </c:pt>
                <c:pt idx="23967">
                  <c:v>4</c:v>
                </c:pt>
                <c:pt idx="23968">
                  <c:v>4</c:v>
                </c:pt>
                <c:pt idx="23969">
                  <c:v>8</c:v>
                </c:pt>
                <c:pt idx="23970">
                  <c:v>3</c:v>
                </c:pt>
                <c:pt idx="23971">
                  <c:v>1</c:v>
                </c:pt>
                <c:pt idx="23972">
                  <c:v>3</c:v>
                </c:pt>
                <c:pt idx="23973">
                  <c:v>3</c:v>
                </c:pt>
                <c:pt idx="23974">
                  <c:v>2</c:v>
                </c:pt>
                <c:pt idx="23975">
                  <c:v>3</c:v>
                </c:pt>
                <c:pt idx="23976">
                  <c:v>3</c:v>
                </c:pt>
                <c:pt idx="23977">
                  <c:v>5</c:v>
                </c:pt>
                <c:pt idx="23978">
                  <c:v>4</c:v>
                </c:pt>
                <c:pt idx="23979">
                  <c:v>5</c:v>
                </c:pt>
                <c:pt idx="23980">
                  <c:v>1</c:v>
                </c:pt>
                <c:pt idx="23981">
                  <c:v>1</c:v>
                </c:pt>
                <c:pt idx="23982">
                  <c:v>1</c:v>
                </c:pt>
                <c:pt idx="23983">
                  <c:v>2</c:v>
                </c:pt>
                <c:pt idx="23984">
                  <c:v>2</c:v>
                </c:pt>
                <c:pt idx="23985">
                  <c:v>2</c:v>
                </c:pt>
                <c:pt idx="23986">
                  <c:v>1</c:v>
                </c:pt>
                <c:pt idx="23987">
                  <c:v>2</c:v>
                </c:pt>
                <c:pt idx="23988">
                  <c:v>1</c:v>
                </c:pt>
                <c:pt idx="23989">
                  <c:v>1</c:v>
                </c:pt>
                <c:pt idx="23990">
                  <c:v>2</c:v>
                </c:pt>
                <c:pt idx="23991">
                  <c:v>1</c:v>
                </c:pt>
                <c:pt idx="23992">
                  <c:v>1</c:v>
                </c:pt>
                <c:pt idx="23993">
                  <c:v>1</c:v>
                </c:pt>
                <c:pt idx="23994">
                  <c:v>1</c:v>
                </c:pt>
                <c:pt idx="23995">
                  <c:v>2</c:v>
                </c:pt>
                <c:pt idx="23996">
                  <c:v>2</c:v>
                </c:pt>
                <c:pt idx="23997">
                  <c:v>1</c:v>
                </c:pt>
                <c:pt idx="23998">
                  <c:v>2</c:v>
                </c:pt>
                <c:pt idx="23999">
                  <c:v>2</c:v>
                </c:pt>
                <c:pt idx="24000">
                  <c:v>1</c:v>
                </c:pt>
                <c:pt idx="24001">
                  <c:v>2</c:v>
                </c:pt>
                <c:pt idx="24002">
                  <c:v>2</c:v>
                </c:pt>
                <c:pt idx="24003">
                  <c:v>2</c:v>
                </c:pt>
                <c:pt idx="24004">
                  <c:v>1</c:v>
                </c:pt>
                <c:pt idx="24005">
                  <c:v>2</c:v>
                </c:pt>
                <c:pt idx="24006">
                  <c:v>2</c:v>
                </c:pt>
                <c:pt idx="24007">
                  <c:v>1</c:v>
                </c:pt>
                <c:pt idx="24008">
                  <c:v>2</c:v>
                </c:pt>
                <c:pt idx="24009">
                  <c:v>2</c:v>
                </c:pt>
                <c:pt idx="24010">
                  <c:v>1</c:v>
                </c:pt>
                <c:pt idx="24011">
                  <c:v>1</c:v>
                </c:pt>
                <c:pt idx="24012">
                  <c:v>1</c:v>
                </c:pt>
                <c:pt idx="24013">
                  <c:v>2</c:v>
                </c:pt>
                <c:pt idx="24014">
                  <c:v>2</c:v>
                </c:pt>
                <c:pt idx="24015">
                  <c:v>1</c:v>
                </c:pt>
                <c:pt idx="24016">
                  <c:v>4</c:v>
                </c:pt>
                <c:pt idx="24017">
                  <c:v>3</c:v>
                </c:pt>
                <c:pt idx="24018">
                  <c:v>2</c:v>
                </c:pt>
                <c:pt idx="24019">
                  <c:v>5</c:v>
                </c:pt>
                <c:pt idx="24020">
                  <c:v>1</c:v>
                </c:pt>
                <c:pt idx="24021">
                  <c:v>4</c:v>
                </c:pt>
                <c:pt idx="24022">
                  <c:v>5</c:v>
                </c:pt>
                <c:pt idx="24023">
                  <c:v>2</c:v>
                </c:pt>
                <c:pt idx="24024">
                  <c:v>1</c:v>
                </c:pt>
                <c:pt idx="24025">
                  <c:v>3</c:v>
                </c:pt>
                <c:pt idx="24026">
                  <c:v>2</c:v>
                </c:pt>
                <c:pt idx="24027">
                  <c:v>4</c:v>
                </c:pt>
                <c:pt idx="24028">
                  <c:v>4</c:v>
                </c:pt>
                <c:pt idx="24029">
                  <c:v>4</c:v>
                </c:pt>
                <c:pt idx="24030">
                  <c:v>2</c:v>
                </c:pt>
                <c:pt idx="24031">
                  <c:v>4</c:v>
                </c:pt>
                <c:pt idx="24032">
                  <c:v>1</c:v>
                </c:pt>
                <c:pt idx="24033">
                  <c:v>4</c:v>
                </c:pt>
                <c:pt idx="24034">
                  <c:v>5</c:v>
                </c:pt>
                <c:pt idx="24035">
                  <c:v>2</c:v>
                </c:pt>
                <c:pt idx="24036">
                  <c:v>2</c:v>
                </c:pt>
                <c:pt idx="24037">
                  <c:v>2</c:v>
                </c:pt>
                <c:pt idx="24038">
                  <c:v>5</c:v>
                </c:pt>
                <c:pt idx="24039">
                  <c:v>2</c:v>
                </c:pt>
                <c:pt idx="24040">
                  <c:v>4</c:v>
                </c:pt>
                <c:pt idx="24041">
                  <c:v>2</c:v>
                </c:pt>
                <c:pt idx="24042">
                  <c:v>2</c:v>
                </c:pt>
                <c:pt idx="24043">
                  <c:v>2</c:v>
                </c:pt>
                <c:pt idx="24044">
                  <c:v>1</c:v>
                </c:pt>
                <c:pt idx="24045">
                  <c:v>2</c:v>
                </c:pt>
                <c:pt idx="24046">
                  <c:v>2</c:v>
                </c:pt>
                <c:pt idx="24047">
                  <c:v>3</c:v>
                </c:pt>
                <c:pt idx="24048">
                  <c:v>2</c:v>
                </c:pt>
                <c:pt idx="24049">
                  <c:v>4</c:v>
                </c:pt>
                <c:pt idx="24050">
                  <c:v>1</c:v>
                </c:pt>
                <c:pt idx="24051">
                  <c:v>1</c:v>
                </c:pt>
                <c:pt idx="24052">
                  <c:v>1</c:v>
                </c:pt>
                <c:pt idx="24053">
                  <c:v>1</c:v>
                </c:pt>
                <c:pt idx="24054">
                  <c:v>4</c:v>
                </c:pt>
                <c:pt idx="24055">
                  <c:v>3</c:v>
                </c:pt>
                <c:pt idx="24056">
                  <c:v>4</c:v>
                </c:pt>
                <c:pt idx="24057">
                  <c:v>2</c:v>
                </c:pt>
                <c:pt idx="24058">
                  <c:v>2</c:v>
                </c:pt>
                <c:pt idx="24059">
                  <c:v>3</c:v>
                </c:pt>
                <c:pt idx="24060">
                  <c:v>2</c:v>
                </c:pt>
                <c:pt idx="24061">
                  <c:v>10</c:v>
                </c:pt>
                <c:pt idx="24062">
                  <c:v>2</c:v>
                </c:pt>
                <c:pt idx="24063">
                  <c:v>4</c:v>
                </c:pt>
                <c:pt idx="24064">
                  <c:v>3</c:v>
                </c:pt>
                <c:pt idx="24065">
                  <c:v>3</c:v>
                </c:pt>
                <c:pt idx="24066">
                  <c:v>5</c:v>
                </c:pt>
                <c:pt idx="24067">
                  <c:v>5</c:v>
                </c:pt>
                <c:pt idx="24068">
                  <c:v>2</c:v>
                </c:pt>
                <c:pt idx="24069">
                  <c:v>2</c:v>
                </c:pt>
                <c:pt idx="24070">
                  <c:v>5</c:v>
                </c:pt>
                <c:pt idx="24071">
                  <c:v>3</c:v>
                </c:pt>
                <c:pt idx="24072">
                  <c:v>3</c:v>
                </c:pt>
                <c:pt idx="24073">
                  <c:v>5</c:v>
                </c:pt>
                <c:pt idx="24074">
                  <c:v>5</c:v>
                </c:pt>
                <c:pt idx="24075">
                  <c:v>2</c:v>
                </c:pt>
                <c:pt idx="24076">
                  <c:v>2</c:v>
                </c:pt>
                <c:pt idx="24077">
                  <c:v>2</c:v>
                </c:pt>
                <c:pt idx="24078">
                  <c:v>2</c:v>
                </c:pt>
                <c:pt idx="24079">
                  <c:v>3</c:v>
                </c:pt>
                <c:pt idx="24080">
                  <c:v>7</c:v>
                </c:pt>
                <c:pt idx="24081">
                  <c:v>2</c:v>
                </c:pt>
                <c:pt idx="24082">
                  <c:v>5</c:v>
                </c:pt>
                <c:pt idx="24083">
                  <c:v>1</c:v>
                </c:pt>
                <c:pt idx="24084">
                  <c:v>1</c:v>
                </c:pt>
                <c:pt idx="24085">
                  <c:v>4</c:v>
                </c:pt>
                <c:pt idx="24086">
                  <c:v>3</c:v>
                </c:pt>
                <c:pt idx="24087">
                  <c:v>3</c:v>
                </c:pt>
                <c:pt idx="24088">
                  <c:v>2</c:v>
                </c:pt>
                <c:pt idx="24089">
                  <c:v>3</c:v>
                </c:pt>
                <c:pt idx="24090">
                  <c:v>2</c:v>
                </c:pt>
                <c:pt idx="24091">
                  <c:v>3</c:v>
                </c:pt>
                <c:pt idx="24092">
                  <c:v>2</c:v>
                </c:pt>
                <c:pt idx="24093">
                  <c:v>2</c:v>
                </c:pt>
                <c:pt idx="24094">
                  <c:v>2</c:v>
                </c:pt>
                <c:pt idx="24095">
                  <c:v>2</c:v>
                </c:pt>
                <c:pt idx="24096">
                  <c:v>2</c:v>
                </c:pt>
                <c:pt idx="24097">
                  <c:v>2</c:v>
                </c:pt>
                <c:pt idx="24098">
                  <c:v>1</c:v>
                </c:pt>
                <c:pt idx="24099">
                  <c:v>2</c:v>
                </c:pt>
                <c:pt idx="24100">
                  <c:v>3</c:v>
                </c:pt>
                <c:pt idx="24101">
                  <c:v>2</c:v>
                </c:pt>
                <c:pt idx="24102">
                  <c:v>2</c:v>
                </c:pt>
                <c:pt idx="24103">
                  <c:v>3</c:v>
                </c:pt>
                <c:pt idx="24104">
                  <c:v>4</c:v>
                </c:pt>
                <c:pt idx="24105">
                  <c:v>-1</c:v>
                </c:pt>
                <c:pt idx="24106">
                  <c:v>3</c:v>
                </c:pt>
                <c:pt idx="24107">
                  <c:v>2</c:v>
                </c:pt>
                <c:pt idx="24108">
                  <c:v>1</c:v>
                </c:pt>
                <c:pt idx="24109">
                  <c:v>1</c:v>
                </c:pt>
                <c:pt idx="24110">
                  <c:v>2</c:v>
                </c:pt>
                <c:pt idx="24111">
                  <c:v>3</c:v>
                </c:pt>
                <c:pt idx="24112">
                  <c:v>3</c:v>
                </c:pt>
                <c:pt idx="24113">
                  <c:v>2</c:v>
                </c:pt>
                <c:pt idx="24114">
                  <c:v>2</c:v>
                </c:pt>
                <c:pt idx="24115">
                  <c:v>2</c:v>
                </c:pt>
                <c:pt idx="24116">
                  <c:v>1</c:v>
                </c:pt>
                <c:pt idx="24117">
                  <c:v>2</c:v>
                </c:pt>
                <c:pt idx="24118">
                  <c:v>1</c:v>
                </c:pt>
                <c:pt idx="24119">
                  <c:v>2</c:v>
                </c:pt>
                <c:pt idx="24120">
                  <c:v>1</c:v>
                </c:pt>
                <c:pt idx="24121">
                  <c:v>2</c:v>
                </c:pt>
                <c:pt idx="24122">
                  <c:v>1</c:v>
                </c:pt>
                <c:pt idx="24123">
                  <c:v>2</c:v>
                </c:pt>
                <c:pt idx="24124">
                  <c:v>2</c:v>
                </c:pt>
                <c:pt idx="24125">
                  <c:v>2</c:v>
                </c:pt>
                <c:pt idx="24126">
                  <c:v>1</c:v>
                </c:pt>
                <c:pt idx="24127">
                  <c:v>1</c:v>
                </c:pt>
                <c:pt idx="24128">
                  <c:v>1</c:v>
                </c:pt>
                <c:pt idx="24129">
                  <c:v>1</c:v>
                </c:pt>
                <c:pt idx="24130">
                  <c:v>2</c:v>
                </c:pt>
                <c:pt idx="24131">
                  <c:v>3</c:v>
                </c:pt>
                <c:pt idx="24132">
                  <c:v>2</c:v>
                </c:pt>
                <c:pt idx="24133">
                  <c:v>3</c:v>
                </c:pt>
                <c:pt idx="24134">
                  <c:v>2</c:v>
                </c:pt>
                <c:pt idx="24135">
                  <c:v>3</c:v>
                </c:pt>
                <c:pt idx="24136">
                  <c:v>4</c:v>
                </c:pt>
                <c:pt idx="24137">
                  <c:v>4</c:v>
                </c:pt>
                <c:pt idx="24138">
                  <c:v>2</c:v>
                </c:pt>
                <c:pt idx="24139">
                  <c:v>1</c:v>
                </c:pt>
                <c:pt idx="24140">
                  <c:v>1</c:v>
                </c:pt>
                <c:pt idx="24141">
                  <c:v>3</c:v>
                </c:pt>
                <c:pt idx="24142">
                  <c:v>2</c:v>
                </c:pt>
                <c:pt idx="24143">
                  <c:v>3</c:v>
                </c:pt>
                <c:pt idx="24144">
                  <c:v>1</c:v>
                </c:pt>
                <c:pt idx="24145">
                  <c:v>2</c:v>
                </c:pt>
                <c:pt idx="24146">
                  <c:v>2</c:v>
                </c:pt>
                <c:pt idx="24147">
                  <c:v>2</c:v>
                </c:pt>
                <c:pt idx="24148">
                  <c:v>4</c:v>
                </c:pt>
                <c:pt idx="24149">
                  <c:v>1</c:v>
                </c:pt>
                <c:pt idx="24150">
                  <c:v>7</c:v>
                </c:pt>
                <c:pt idx="24151">
                  <c:v>3</c:v>
                </c:pt>
                <c:pt idx="24152">
                  <c:v>3</c:v>
                </c:pt>
                <c:pt idx="24153">
                  <c:v>4</c:v>
                </c:pt>
                <c:pt idx="24154">
                  <c:v>1</c:v>
                </c:pt>
                <c:pt idx="24155">
                  <c:v>4</c:v>
                </c:pt>
                <c:pt idx="24156">
                  <c:v>2</c:v>
                </c:pt>
                <c:pt idx="24157">
                  <c:v>2</c:v>
                </c:pt>
                <c:pt idx="24158">
                  <c:v>1</c:v>
                </c:pt>
                <c:pt idx="24159">
                  <c:v>2</c:v>
                </c:pt>
                <c:pt idx="24160">
                  <c:v>1</c:v>
                </c:pt>
                <c:pt idx="24161">
                  <c:v>1</c:v>
                </c:pt>
                <c:pt idx="24162">
                  <c:v>2</c:v>
                </c:pt>
                <c:pt idx="24163">
                  <c:v>1</c:v>
                </c:pt>
                <c:pt idx="24164">
                  <c:v>4</c:v>
                </c:pt>
                <c:pt idx="24165">
                  <c:v>2</c:v>
                </c:pt>
                <c:pt idx="24166">
                  <c:v>2</c:v>
                </c:pt>
                <c:pt idx="24167">
                  <c:v>2</c:v>
                </c:pt>
                <c:pt idx="24168">
                  <c:v>1</c:v>
                </c:pt>
                <c:pt idx="24169">
                  <c:v>4</c:v>
                </c:pt>
                <c:pt idx="24170">
                  <c:v>2</c:v>
                </c:pt>
                <c:pt idx="24171">
                  <c:v>3</c:v>
                </c:pt>
                <c:pt idx="24172">
                  <c:v>3</c:v>
                </c:pt>
                <c:pt idx="24173">
                  <c:v>1</c:v>
                </c:pt>
                <c:pt idx="24174">
                  <c:v>3</c:v>
                </c:pt>
                <c:pt idx="24175">
                  <c:v>1</c:v>
                </c:pt>
                <c:pt idx="24176">
                  <c:v>1</c:v>
                </c:pt>
                <c:pt idx="24177">
                  <c:v>1</c:v>
                </c:pt>
                <c:pt idx="24178">
                  <c:v>3</c:v>
                </c:pt>
                <c:pt idx="24179">
                  <c:v>4</c:v>
                </c:pt>
                <c:pt idx="24180">
                  <c:v>2</c:v>
                </c:pt>
                <c:pt idx="24181">
                  <c:v>1</c:v>
                </c:pt>
                <c:pt idx="24182">
                  <c:v>1</c:v>
                </c:pt>
                <c:pt idx="24183">
                  <c:v>1</c:v>
                </c:pt>
                <c:pt idx="24184">
                  <c:v>1</c:v>
                </c:pt>
                <c:pt idx="24185">
                  <c:v>1</c:v>
                </c:pt>
                <c:pt idx="24186">
                  <c:v>1</c:v>
                </c:pt>
                <c:pt idx="24187">
                  <c:v>1</c:v>
                </c:pt>
                <c:pt idx="24188">
                  <c:v>1</c:v>
                </c:pt>
                <c:pt idx="24189">
                  <c:v>1</c:v>
                </c:pt>
                <c:pt idx="24190">
                  <c:v>1</c:v>
                </c:pt>
                <c:pt idx="24191">
                  <c:v>1</c:v>
                </c:pt>
                <c:pt idx="24192">
                  <c:v>2</c:v>
                </c:pt>
                <c:pt idx="24193">
                  <c:v>1</c:v>
                </c:pt>
                <c:pt idx="24194">
                  <c:v>1</c:v>
                </c:pt>
                <c:pt idx="24195">
                  <c:v>1</c:v>
                </c:pt>
                <c:pt idx="24196">
                  <c:v>1</c:v>
                </c:pt>
                <c:pt idx="24197">
                  <c:v>1</c:v>
                </c:pt>
                <c:pt idx="24198">
                  <c:v>3</c:v>
                </c:pt>
                <c:pt idx="24199">
                  <c:v>2</c:v>
                </c:pt>
                <c:pt idx="24200">
                  <c:v>2</c:v>
                </c:pt>
                <c:pt idx="24201">
                  <c:v>2</c:v>
                </c:pt>
                <c:pt idx="24202">
                  <c:v>1</c:v>
                </c:pt>
                <c:pt idx="24203">
                  <c:v>1</c:v>
                </c:pt>
                <c:pt idx="24204">
                  <c:v>1</c:v>
                </c:pt>
                <c:pt idx="24205">
                  <c:v>1</c:v>
                </c:pt>
                <c:pt idx="24206">
                  <c:v>1</c:v>
                </c:pt>
                <c:pt idx="24207">
                  <c:v>3</c:v>
                </c:pt>
                <c:pt idx="24208">
                  <c:v>3</c:v>
                </c:pt>
                <c:pt idx="24209">
                  <c:v>3</c:v>
                </c:pt>
                <c:pt idx="24210">
                  <c:v>4</c:v>
                </c:pt>
                <c:pt idx="24211">
                  <c:v>4</c:v>
                </c:pt>
                <c:pt idx="24212">
                  <c:v>3</c:v>
                </c:pt>
                <c:pt idx="24213">
                  <c:v>2</c:v>
                </c:pt>
                <c:pt idx="24214">
                  <c:v>4</c:v>
                </c:pt>
                <c:pt idx="24215">
                  <c:v>4</c:v>
                </c:pt>
                <c:pt idx="24216">
                  <c:v>4</c:v>
                </c:pt>
                <c:pt idx="24217">
                  <c:v>5</c:v>
                </c:pt>
                <c:pt idx="24218">
                  <c:v>2</c:v>
                </c:pt>
                <c:pt idx="24219">
                  <c:v>2</c:v>
                </c:pt>
                <c:pt idx="24220">
                  <c:v>2</c:v>
                </c:pt>
                <c:pt idx="24221">
                  <c:v>2</c:v>
                </c:pt>
                <c:pt idx="24222">
                  <c:v>2</c:v>
                </c:pt>
                <c:pt idx="24223">
                  <c:v>2</c:v>
                </c:pt>
                <c:pt idx="24224">
                  <c:v>2</c:v>
                </c:pt>
                <c:pt idx="24225">
                  <c:v>2</c:v>
                </c:pt>
                <c:pt idx="24226">
                  <c:v>3</c:v>
                </c:pt>
                <c:pt idx="24227">
                  <c:v>3</c:v>
                </c:pt>
                <c:pt idx="24228">
                  <c:v>5</c:v>
                </c:pt>
                <c:pt idx="24229">
                  <c:v>8</c:v>
                </c:pt>
                <c:pt idx="24230">
                  <c:v>1</c:v>
                </c:pt>
                <c:pt idx="24231">
                  <c:v>2</c:v>
                </c:pt>
                <c:pt idx="24232">
                  <c:v>2</c:v>
                </c:pt>
                <c:pt idx="24233">
                  <c:v>2</c:v>
                </c:pt>
                <c:pt idx="24234">
                  <c:v>3</c:v>
                </c:pt>
                <c:pt idx="24235">
                  <c:v>3</c:v>
                </c:pt>
                <c:pt idx="24236">
                  <c:v>3</c:v>
                </c:pt>
                <c:pt idx="24237">
                  <c:v>1</c:v>
                </c:pt>
                <c:pt idx="24238">
                  <c:v>4</c:v>
                </c:pt>
                <c:pt idx="24239">
                  <c:v>10</c:v>
                </c:pt>
                <c:pt idx="24240">
                  <c:v>10</c:v>
                </c:pt>
                <c:pt idx="24241">
                  <c:v>8</c:v>
                </c:pt>
                <c:pt idx="24242">
                  <c:v>4</c:v>
                </c:pt>
                <c:pt idx="24243">
                  <c:v>7</c:v>
                </c:pt>
                <c:pt idx="24244">
                  <c:v>8</c:v>
                </c:pt>
                <c:pt idx="24245">
                  <c:v>7</c:v>
                </c:pt>
                <c:pt idx="24246">
                  <c:v>11</c:v>
                </c:pt>
                <c:pt idx="24247">
                  <c:v>10</c:v>
                </c:pt>
                <c:pt idx="24248">
                  <c:v>-10</c:v>
                </c:pt>
                <c:pt idx="24249">
                  <c:v>12</c:v>
                </c:pt>
                <c:pt idx="24250">
                  <c:v>9</c:v>
                </c:pt>
                <c:pt idx="24251">
                  <c:v>3</c:v>
                </c:pt>
                <c:pt idx="24252">
                  <c:v>6</c:v>
                </c:pt>
                <c:pt idx="24253">
                  <c:v>2</c:v>
                </c:pt>
                <c:pt idx="24254">
                  <c:v>2</c:v>
                </c:pt>
                <c:pt idx="24255">
                  <c:v>2</c:v>
                </c:pt>
                <c:pt idx="24256">
                  <c:v>3</c:v>
                </c:pt>
                <c:pt idx="24257">
                  <c:v>3</c:v>
                </c:pt>
                <c:pt idx="24258">
                  <c:v>2</c:v>
                </c:pt>
                <c:pt idx="24259">
                  <c:v>2</c:v>
                </c:pt>
                <c:pt idx="24260">
                  <c:v>3</c:v>
                </c:pt>
                <c:pt idx="24261">
                  <c:v>3</c:v>
                </c:pt>
                <c:pt idx="24262">
                  <c:v>1</c:v>
                </c:pt>
                <c:pt idx="24263">
                  <c:v>2</c:v>
                </c:pt>
                <c:pt idx="24264">
                  <c:v>1</c:v>
                </c:pt>
                <c:pt idx="24265">
                  <c:v>1</c:v>
                </c:pt>
                <c:pt idx="24266">
                  <c:v>2</c:v>
                </c:pt>
                <c:pt idx="24267">
                  <c:v>1</c:v>
                </c:pt>
                <c:pt idx="24268">
                  <c:v>1</c:v>
                </c:pt>
                <c:pt idx="24269">
                  <c:v>1</c:v>
                </c:pt>
                <c:pt idx="24270">
                  <c:v>2</c:v>
                </c:pt>
                <c:pt idx="24271">
                  <c:v>2</c:v>
                </c:pt>
                <c:pt idx="24272">
                  <c:v>1</c:v>
                </c:pt>
                <c:pt idx="24273">
                  <c:v>1</c:v>
                </c:pt>
                <c:pt idx="24274">
                  <c:v>1</c:v>
                </c:pt>
                <c:pt idx="24275">
                  <c:v>1</c:v>
                </c:pt>
                <c:pt idx="24276">
                  <c:v>1</c:v>
                </c:pt>
                <c:pt idx="24277">
                  <c:v>1</c:v>
                </c:pt>
                <c:pt idx="24278">
                  <c:v>1</c:v>
                </c:pt>
                <c:pt idx="24279">
                  <c:v>1</c:v>
                </c:pt>
                <c:pt idx="24280">
                  <c:v>1</c:v>
                </c:pt>
                <c:pt idx="24281">
                  <c:v>2</c:v>
                </c:pt>
                <c:pt idx="24282">
                  <c:v>1</c:v>
                </c:pt>
                <c:pt idx="24283">
                  <c:v>1</c:v>
                </c:pt>
                <c:pt idx="24284">
                  <c:v>1</c:v>
                </c:pt>
                <c:pt idx="24285">
                  <c:v>1</c:v>
                </c:pt>
                <c:pt idx="24286">
                  <c:v>1</c:v>
                </c:pt>
                <c:pt idx="24287">
                  <c:v>1</c:v>
                </c:pt>
                <c:pt idx="24288">
                  <c:v>1</c:v>
                </c:pt>
                <c:pt idx="24289">
                  <c:v>2</c:v>
                </c:pt>
                <c:pt idx="24290">
                  <c:v>4</c:v>
                </c:pt>
                <c:pt idx="24291">
                  <c:v>1</c:v>
                </c:pt>
                <c:pt idx="24292">
                  <c:v>2</c:v>
                </c:pt>
                <c:pt idx="24293">
                  <c:v>5</c:v>
                </c:pt>
                <c:pt idx="24294">
                  <c:v>3</c:v>
                </c:pt>
                <c:pt idx="24295">
                  <c:v>2</c:v>
                </c:pt>
                <c:pt idx="24296">
                  <c:v>3</c:v>
                </c:pt>
                <c:pt idx="24297">
                  <c:v>4</c:v>
                </c:pt>
                <c:pt idx="24298">
                  <c:v>1</c:v>
                </c:pt>
                <c:pt idx="24299">
                  <c:v>2</c:v>
                </c:pt>
                <c:pt idx="24300">
                  <c:v>4</c:v>
                </c:pt>
                <c:pt idx="24301">
                  <c:v>4</c:v>
                </c:pt>
                <c:pt idx="24302">
                  <c:v>4</c:v>
                </c:pt>
                <c:pt idx="24303">
                  <c:v>3</c:v>
                </c:pt>
                <c:pt idx="24304">
                  <c:v>3</c:v>
                </c:pt>
                <c:pt idx="24305">
                  <c:v>3</c:v>
                </c:pt>
                <c:pt idx="24306">
                  <c:v>4</c:v>
                </c:pt>
                <c:pt idx="24307">
                  <c:v>5</c:v>
                </c:pt>
                <c:pt idx="24308">
                  <c:v>4</c:v>
                </c:pt>
                <c:pt idx="24309">
                  <c:v>4</c:v>
                </c:pt>
                <c:pt idx="24310">
                  <c:v>4</c:v>
                </c:pt>
                <c:pt idx="24311">
                  <c:v>4</c:v>
                </c:pt>
                <c:pt idx="24312">
                  <c:v>4</c:v>
                </c:pt>
                <c:pt idx="24313">
                  <c:v>6</c:v>
                </c:pt>
                <c:pt idx="24314">
                  <c:v>4</c:v>
                </c:pt>
                <c:pt idx="24315">
                  <c:v>4</c:v>
                </c:pt>
                <c:pt idx="24316">
                  <c:v>4</c:v>
                </c:pt>
                <c:pt idx="24317">
                  <c:v>4</c:v>
                </c:pt>
                <c:pt idx="24318">
                  <c:v>4</c:v>
                </c:pt>
                <c:pt idx="24319">
                  <c:v>4</c:v>
                </c:pt>
                <c:pt idx="24320">
                  <c:v>1</c:v>
                </c:pt>
                <c:pt idx="24321">
                  <c:v>5</c:v>
                </c:pt>
                <c:pt idx="24322">
                  <c:v>4</c:v>
                </c:pt>
                <c:pt idx="24323">
                  <c:v>1</c:v>
                </c:pt>
                <c:pt idx="24324">
                  <c:v>5</c:v>
                </c:pt>
                <c:pt idx="24325">
                  <c:v>4</c:v>
                </c:pt>
                <c:pt idx="24326">
                  <c:v>6</c:v>
                </c:pt>
                <c:pt idx="24327">
                  <c:v>4</c:v>
                </c:pt>
                <c:pt idx="24328">
                  <c:v>4</c:v>
                </c:pt>
                <c:pt idx="24329">
                  <c:v>4</c:v>
                </c:pt>
                <c:pt idx="24330">
                  <c:v>5</c:v>
                </c:pt>
                <c:pt idx="24331">
                  <c:v>4</c:v>
                </c:pt>
                <c:pt idx="24332">
                  <c:v>4</c:v>
                </c:pt>
                <c:pt idx="24333">
                  <c:v>4</c:v>
                </c:pt>
                <c:pt idx="24334">
                  <c:v>3</c:v>
                </c:pt>
                <c:pt idx="24335">
                  <c:v>7</c:v>
                </c:pt>
                <c:pt idx="24336">
                  <c:v>1</c:v>
                </c:pt>
                <c:pt idx="24337">
                  <c:v>2</c:v>
                </c:pt>
                <c:pt idx="24338">
                  <c:v>3</c:v>
                </c:pt>
                <c:pt idx="24339">
                  <c:v>2</c:v>
                </c:pt>
                <c:pt idx="24340">
                  <c:v>1</c:v>
                </c:pt>
                <c:pt idx="24341">
                  <c:v>1</c:v>
                </c:pt>
                <c:pt idx="24342">
                  <c:v>3</c:v>
                </c:pt>
                <c:pt idx="24343">
                  <c:v>3</c:v>
                </c:pt>
                <c:pt idx="24344">
                  <c:v>1</c:v>
                </c:pt>
                <c:pt idx="24345">
                  <c:v>3</c:v>
                </c:pt>
                <c:pt idx="24346">
                  <c:v>2</c:v>
                </c:pt>
                <c:pt idx="24347">
                  <c:v>4</c:v>
                </c:pt>
                <c:pt idx="24348">
                  <c:v>6</c:v>
                </c:pt>
                <c:pt idx="24349">
                  <c:v>2</c:v>
                </c:pt>
                <c:pt idx="24350">
                  <c:v>2</c:v>
                </c:pt>
                <c:pt idx="24351">
                  <c:v>2</c:v>
                </c:pt>
                <c:pt idx="24352">
                  <c:v>4</c:v>
                </c:pt>
                <c:pt idx="24353">
                  <c:v>3</c:v>
                </c:pt>
                <c:pt idx="24354">
                  <c:v>1</c:v>
                </c:pt>
                <c:pt idx="24355">
                  <c:v>1</c:v>
                </c:pt>
                <c:pt idx="24356">
                  <c:v>3</c:v>
                </c:pt>
                <c:pt idx="24357">
                  <c:v>2</c:v>
                </c:pt>
                <c:pt idx="24358">
                  <c:v>6</c:v>
                </c:pt>
                <c:pt idx="24359">
                  <c:v>6</c:v>
                </c:pt>
                <c:pt idx="24360">
                  <c:v>3</c:v>
                </c:pt>
                <c:pt idx="24361">
                  <c:v>4</c:v>
                </c:pt>
                <c:pt idx="24362">
                  <c:v>2</c:v>
                </c:pt>
                <c:pt idx="24363">
                  <c:v>2</c:v>
                </c:pt>
                <c:pt idx="24364">
                  <c:v>3</c:v>
                </c:pt>
                <c:pt idx="24365">
                  <c:v>3</c:v>
                </c:pt>
                <c:pt idx="24366">
                  <c:v>3</c:v>
                </c:pt>
                <c:pt idx="24367">
                  <c:v>4</c:v>
                </c:pt>
                <c:pt idx="24368">
                  <c:v>2</c:v>
                </c:pt>
                <c:pt idx="24369">
                  <c:v>2</c:v>
                </c:pt>
                <c:pt idx="24370">
                  <c:v>1</c:v>
                </c:pt>
                <c:pt idx="24371">
                  <c:v>3</c:v>
                </c:pt>
                <c:pt idx="24372">
                  <c:v>1</c:v>
                </c:pt>
                <c:pt idx="24373">
                  <c:v>2</c:v>
                </c:pt>
                <c:pt idx="24374">
                  <c:v>2</c:v>
                </c:pt>
                <c:pt idx="24375">
                  <c:v>2</c:v>
                </c:pt>
                <c:pt idx="24376">
                  <c:v>4</c:v>
                </c:pt>
                <c:pt idx="24377">
                  <c:v>3</c:v>
                </c:pt>
                <c:pt idx="24378">
                  <c:v>2</c:v>
                </c:pt>
                <c:pt idx="24379">
                  <c:v>1</c:v>
                </c:pt>
                <c:pt idx="24380">
                  <c:v>1</c:v>
                </c:pt>
                <c:pt idx="24381">
                  <c:v>2</c:v>
                </c:pt>
                <c:pt idx="24382">
                  <c:v>2</c:v>
                </c:pt>
                <c:pt idx="24383">
                  <c:v>1</c:v>
                </c:pt>
                <c:pt idx="24384">
                  <c:v>1</c:v>
                </c:pt>
                <c:pt idx="24385">
                  <c:v>2</c:v>
                </c:pt>
                <c:pt idx="24386">
                  <c:v>1</c:v>
                </c:pt>
                <c:pt idx="24387">
                  <c:v>1</c:v>
                </c:pt>
                <c:pt idx="24388">
                  <c:v>1</c:v>
                </c:pt>
                <c:pt idx="24389">
                  <c:v>2</c:v>
                </c:pt>
                <c:pt idx="24390">
                  <c:v>3</c:v>
                </c:pt>
                <c:pt idx="24391">
                  <c:v>1</c:v>
                </c:pt>
                <c:pt idx="24392">
                  <c:v>2</c:v>
                </c:pt>
                <c:pt idx="24393">
                  <c:v>3</c:v>
                </c:pt>
                <c:pt idx="24394">
                  <c:v>1</c:v>
                </c:pt>
                <c:pt idx="24395">
                  <c:v>4</c:v>
                </c:pt>
                <c:pt idx="24396">
                  <c:v>1</c:v>
                </c:pt>
                <c:pt idx="24397">
                  <c:v>1</c:v>
                </c:pt>
                <c:pt idx="24398">
                  <c:v>2</c:v>
                </c:pt>
                <c:pt idx="24399">
                  <c:v>2</c:v>
                </c:pt>
                <c:pt idx="24400">
                  <c:v>2</c:v>
                </c:pt>
                <c:pt idx="24401">
                  <c:v>5</c:v>
                </c:pt>
                <c:pt idx="24402">
                  <c:v>3</c:v>
                </c:pt>
                <c:pt idx="24403">
                  <c:v>4</c:v>
                </c:pt>
                <c:pt idx="24404">
                  <c:v>3</c:v>
                </c:pt>
                <c:pt idx="24405">
                  <c:v>5</c:v>
                </c:pt>
                <c:pt idx="24406">
                  <c:v>4</c:v>
                </c:pt>
                <c:pt idx="24407">
                  <c:v>4</c:v>
                </c:pt>
                <c:pt idx="24408">
                  <c:v>3</c:v>
                </c:pt>
                <c:pt idx="24409">
                  <c:v>3</c:v>
                </c:pt>
                <c:pt idx="24410">
                  <c:v>5</c:v>
                </c:pt>
                <c:pt idx="24411">
                  <c:v>5</c:v>
                </c:pt>
                <c:pt idx="24412">
                  <c:v>2</c:v>
                </c:pt>
                <c:pt idx="24413">
                  <c:v>2</c:v>
                </c:pt>
                <c:pt idx="24414">
                  <c:v>2</c:v>
                </c:pt>
                <c:pt idx="24415">
                  <c:v>3</c:v>
                </c:pt>
                <c:pt idx="24416">
                  <c:v>2</c:v>
                </c:pt>
                <c:pt idx="24417">
                  <c:v>2</c:v>
                </c:pt>
                <c:pt idx="24418">
                  <c:v>1</c:v>
                </c:pt>
                <c:pt idx="24419">
                  <c:v>1</c:v>
                </c:pt>
                <c:pt idx="24420">
                  <c:v>1</c:v>
                </c:pt>
                <c:pt idx="24421">
                  <c:v>2</c:v>
                </c:pt>
                <c:pt idx="24422">
                  <c:v>2</c:v>
                </c:pt>
                <c:pt idx="24423">
                  <c:v>1</c:v>
                </c:pt>
                <c:pt idx="24424">
                  <c:v>1</c:v>
                </c:pt>
                <c:pt idx="24425">
                  <c:v>3</c:v>
                </c:pt>
                <c:pt idx="24426">
                  <c:v>2</c:v>
                </c:pt>
                <c:pt idx="24427">
                  <c:v>1</c:v>
                </c:pt>
                <c:pt idx="24428">
                  <c:v>1</c:v>
                </c:pt>
                <c:pt idx="24429">
                  <c:v>2</c:v>
                </c:pt>
                <c:pt idx="24430">
                  <c:v>1</c:v>
                </c:pt>
                <c:pt idx="24431">
                  <c:v>1</c:v>
                </c:pt>
                <c:pt idx="24432">
                  <c:v>2</c:v>
                </c:pt>
                <c:pt idx="24433">
                  <c:v>2</c:v>
                </c:pt>
                <c:pt idx="24434">
                  <c:v>1</c:v>
                </c:pt>
                <c:pt idx="24435">
                  <c:v>1</c:v>
                </c:pt>
                <c:pt idx="24436">
                  <c:v>1</c:v>
                </c:pt>
                <c:pt idx="24437">
                  <c:v>3</c:v>
                </c:pt>
                <c:pt idx="24438">
                  <c:v>2</c:v>
                </c:pt>
                <c:pt idx="24439">
                  <c:v>1</c:v>
                </c:pt>
                <c:pt idx="24440">
                  <c:v>1</c:v>
                </c:pt>
                <c:pt idx="24441">
                  <c:v>2</c:v>
                </c:pt>
                <c:pt idx="24442">
                  <c:v>1</c:v>
                </c:pt>
                <c:pt idx="24443">
                  <c:v>1</c:v>
                </c:pt>
                <c:pt idx="24444">
                  <c:v>2</c:v>
                </c:pt>
                <c:pt idx="24445">
                  <c:v>2</c:v>
                </c:pt>
                <c:pt idx="24446">
                  <c:v>2</c:v>
                </c:pt>
                <c:pt idx="24447">
                  <c:v>1</c:v>
                </c:pt>
                <c:pt idx="24448">
                  <c:v>1</c:v>
                </c:pt>
                <c:pt idx="24449">
                  <c:v>1</c:v>
                </c:pt>
                <c:pt idx="24450">
                  <c:v>1</c:v>
                </c:pt>
                <c:pt idx="24451">
                  <c:v>1</c:v>
                </c:pt>
                <c:pt idx="24452">
                  <c:v>1</c:v>
                </c:pt>
                <c:pt idx="24453">
                  <c:v>1</c:v>
                </c:pt>
                <c:pt idx="24454">
                  <c:v>4</c:v>
                </c:pt>
                <c:pt idx="24455">
                  <c:v>3</c:v>
                </c:pt>
                <c:pt idx="24456">
                  <c:v>2</c:v>
                </c:pt>
                <c:pt idx="24457">
                  <c:v>3</c:v>
                </c:pt>
                <c:pt idx="24458">
                  <c:v>2</c:v>
                </c:pt>
                <c:pt idx="24459">
                  <c:v>1</c:v>
                </c:pt>
                <c:pt idx="24460">
                  <c:v>1</c:v>
                </c:pt>
                <c:pt idx="24461">
                  <c:v>5</c:v>
                </c:pt>
                <c:pt idx="24462">
                  <c:v>1</c:v>
                </c:pt>
                <c:pt idx="24463">
                  <c:v>1</c:v>
                </c:pt>
                <c:pt idx="24464">
                  <c:v>1</c:v>
                </c:pt>
                <c:pt idx="24465">
                  <c:v>1</c:v>
                </c:pt>
                <c:pt idx="24466">
                  <c:v>1</c:v>
                </c:pt>
                <c:pt idx="24467">
                  <c:v>4</c:v>
                </c:pt>
                <c:pt idx="24468">
                  <c:v>1</c:v>
                </c:pt>
                <c:pt idx="24469">
                  <c:v>1</c:v>
                </c:pt>
                <c:pt idx="24470">
                  <c:v>2</c:v>
                </c:pt>
                <c:pt idx="24471">
                  <c:v>2</c:v>
                </c:pt>
                <c:pt idx="24472">
                  <c:v>1</c:v>
                </c:pt>
                <c:pt idx="24473">
                  <c:v>2</c:v>
                </c:pt>
                <c:pt idx="24474">
                  <c:v>1</c:v>
                </c:pt>
                <c:pt idx="24475">
                  <c:v>3</c:v>
                </c:pt>
                <c:pt idx="24476">
                  <c:v>1</c:v>
                </c:pt>
                <c:pt idx="24477">
                  <c:v>2</c:v>
                </c:pt>
                <c:pt idx="24478">
                  <c:v>2</c:v>
                </c:pt>
                <c:pt idx="24479">
                  <c:v>2</c:v>
                </c:pt>
                <c:pt idx="24480">
                  <c:v>3</c:v>
                </c:pt>
                <c:pt idx="24481">
                  <c:v>2</c:v>
                </c:pt>
                <c:pt idx="24482">
                  <c:v>1</c:v>
                </c:pt>
                <c:pt idx="24483">
                  <c:v>1</c:v>
                </c:pt>
                <c:pt idx="24484">
                  <c:v>2</c:v>
                </c:pt>
                <c:pt idx="24485">
                  <c:v>2</c:v>
                </c:pt>
                <c:pt idx="24486">
                  <c:v>2</c:v>
                </c:pt>
                <c:pt idx="24487">
                  <c:v>2</c:v>
                </c:pt>
                <c:pt idx="24488">
                  <c:v>3</c:v>
                </c:pt>
                <c:pt idx="24489">
                  <c:v>2</c:v>
                </c:pt>
                <c:pt idx="24490">
                  <c:v>2</c:v>
                </c:pt>
                <c:pt idx="24491">
                  <c:v>2</c:v>
                </c:pt>
                <c:pt idx="24492">
                  <c:v>2</c:v>
                </c:pt>
                <c:pt idx="24493">
                  <c:v>3</c:v>
                </c:pt>
                <c:pt idx="24494">
                  <c:v>2</c:v>
                </c:pt>
                <c:pt idx="24495">
                  <c:v>2</c:v>
                </c:pt>
                <c:pt idx="24496">
                  <c:v>2</c:v>
                </c:pt>
                <c:pt idx="24497">
                  <c:v>2</c:v>
                </c:pt>
                <c:pt idx="24498">
                  <c:v>3</c:v>
                </c:pt>
                <c:pt idx="24499">
                  <c:v>3</c:v>
                </c:pt>
                <c:pt idx="24500">
                  <c:v>3</c:v>
                </c:pt>
                <c:pt idx="24501">
                  <c:v>2</c:v>
                </c:pt>
                <c:pt idx="24502">
                  <c:v>2</c:v>
                </c:pt>
                <c:pt idx="24503">
                  <c:v>4</c:v>
                </c:pt>
                <c:pt idx="24504">
                  <c:v>2</c:v>
                </c:pt>
                <c:pt idx="24505">
                  <c:v>2</c:v>
                </c:pt>
                <c:pt idx="24506">
                  <c:v>2</c:v>
                </c:pt>
                <c:pt idx="24507">
                  <c:v>2</c:v>
                </c:pt>
                <c:pt idx="24508">
                  <c:v>2</c:v>
                </c:pt>
                <c:pt idx="24509">
                  <c:v>2</c:v>
                </c:pt>
                <c:pt idx="24510">
                  <c:v>2</c:v>
                </c:pt>
                <c:pt idx="24511">
                  <c:v>4</c:v>
                </c:pt>
                <c:pt idx="24512">
                  <c:v>2</c:v>
                </c:pt>
                <c:pt idx="24513">
                  <c:v>3</c:v>
                </c:pt>
                <c:pt idx="24514">
                  <c:v>1</c:v>
                </c:pt>
                <c:pt idx="24515">
                  <c:v>4</c:v>
                </c:pt>
                <c:pt idx="24516">
                  <c:v>4</c:v>
                </c:pt>
                <c:pt idx="24517">
                  <c:v>4</c:v>
                </c:pt>
                <c:pt idx="24518">
                  <c:v>3</c:v>
                </c:pt>
                <c:pt idx="24519">
                  <c:v>1</c:v>
                </c:pt>
                <c:pt idx="24520">
                  <c:v>1</c:v>
                </c:pt>
                <c:pt idx="24521">
                  <c:v>1</c:v>
                </c:pt>
                <c:pt idx="24522">
                  <c:v>2</c:v>
                </c:pt>
                <c:pt idx="24523">
                  <c:v>1</c:v>
                </c:pt>
                <c:pt idx="24524">
                  <c:v>5</c:v>
                </c:pt>
                <c:pt idx="24525">
                  <c:v>2</c:v>
                </c:pt>
                <c:pt idx="24526">
                  <c:v>3</c:v>
                </c:pt>
                <c:pt idx="24527">
                  <c:v>1</c:v>
                </c:pt>
                <c:pt idx="24528">
                  <c:v>5</c:v>
                </c:pt>
                <c:pt idx="24529">
                  <c:v>5</c:v>
                </c:pt>
                <c:pt idx="24530">
                  <c:v>5</c:v>
                </c:pt>
                <c:pt idx="24531">
                  <c:v>5</c:v>
                </c:pt>
                <c:pt idx="24532">
                  <c:v>4</c:v>
                </c:pt>
                <c:pt idx="24533">
                  <c:v>1</c:v>
                </c:pt>
                <c:pt idx="24534">
                  <c:v>4</c:v>
                </c:pt>
                <c:pt idx="24535">
                  <c:v>1</c:v>
                </c:pt>
                <c:pt idx="24536">
                  <c:v>2</c:v>
                </c:pt>
                <c:pt idx="24537">
                  <c:v>4</c:v>
                </c:pt>
                <c:pt idx="24538">
                  <c:v>1</c:v>
                </c:pt>
                <c:pt idx="24539">
                  <c:v>3</c:v>
                </c:pt>
                <c:pt idx="24540">
                  <c:v>1</c:v>
                </c:pt>
                <c:pt idx="24541">
                  <c:v>2</c:v>
                </c:pt>
                <c:pt idx="24542">
                  <c:v>2</c:v>
                </c:pt>
                <c:pt idx="24543">
                  <c:v>4</c:v>
                </c:pt>
                <c:pt idx="24544">
                  <c:v>3</c:v>
                </c:pt>
                <c:pt idx="24545">
                  <c:v>2</c:v>
                </c:pt>
                <c:pt idx="24546">
                  <c:v>4</c:v>
                </c:pt>
                <c:pt idx="24547">
                  <c:v>2</c:v>
                </c:pt>
                <c:pt idx="24548">
                  <c:v>1</c:v>
                </c:pt>
                <c:pt idx="24549">
                  <c:v>2</c:v>
                </c:pt>
                <c:pt idx="24550">
                  <c:v>2</c:v>
                </c:pt>
                <c:pt idx="24551">
                  <c:v>2</c:v>
                </c:pt>
                <c:pt idx="24552">
                  <c:v>1</c:v>
                </c:pt>
                <c:pt idx="24553">
                  <c:v>3</c:v>
                </c:pt>
                <c:pt idx="24554">
                  <c:v>1</c:v>
                </c:pt>
                <c:pt idx="24555">
                  <c:v>1</c:v>
                </c:pt>
                <c:pt idx="24556">
                  <c:v>3</c:v>
                </c:pt>
                <c:pt idx="24557">
                  <c:v>1</c:v>
                </c:pt>
                <c:pt idx="24558">
                  <c:v>3</c:v>
                </c:pt>
                <c:pt idx="24559">
                  <c:v>2</c:v>
                </c:pt>
                <c:pt idx="24560">
                  <c:v>3</c:v>
                </c:pt>
                <c:pt idx="24561">
                  <c:v>3</c:v>
                </c:pt>
                <c:pt idx="24562">
                  <c:v>3</c:v>
                </c:pt>
                <c:pt idx="24563">
                  <c:v>4</c:v>
                </c:pt>
                <c:pt idx="24564">
                  <c:v>3</c:v>
                </c:pt>
                <c:pt idx="24565">
                  <c:v>5</c:v>
                </c:pt>
                <c:pt idx="24566">
                  <c:v>3</c:v>
                </c:pt>
                <c:pt idx="24567">
                  <c:v>1</c:v>
                </c:pt>
                <c:pt idx="24568">
                  <c:v>3</c:v>
                </c:pt>
                <c:pt idx="24569">
                  <c:v>3</c:v>
                </c:pt>
                <c:pt idx="24570">
                  <c:v>2</c:v>
                </c:pt>
                <c:pt idx="24571">
                  <c:v>1</c:v>
                </c:pt>
                <c:pt idx="24572">
                  <c:v>2</c:v>
                </c:pt>
                <c:pt idx="24573">
                  <c:v>3</c:v>
                </c:pt>
                <c:pt idx="24574">
                  <c:v>2</c:v>
                </c:pt>
                <c:pt idx="24575">
                  <c:v>2</c:v>
                </c:pt>
                <c:pt idx="24576">
                  <c:v>2</c:v>
                </c:pt>
                <c:pt idx="24577">
                  <c:v>2</c:v>
                </c:pt>
                <c:pt idx="24578">
                  <c:v>6</c:v>
                </c:pt>
                <c:pt idx="24579">
                  <c:v>2</c:v>
                </c:pt>
                <c:pt idx="24580">
                  <c:v>1</c:v>
                </c:pt>
                <c:pt idx="24581">
                  <c:v>3</c:v>
                </c:pt>
                <c:pt idx="24582">
                  <c:v>2</c:v>
                </c:pt>
                <c:pt idx="24583">
                  <c:v>2</c:v>
                </c:pt>
                <c:pt idx="24584">
                  <c:v>5</c:v>
                </c:pt>
                <c:pt idx="24585">
                  <c:v>2</c:v>
                </c:pt>
                <c:pt idx="24586">
                  <c:v>2</c:v>
                </c:pt>
                <c:pt idx="24587">
                  <c:v>2</c:v>
                </c:pt>
                <c:pt idx="24588">
                  <c:v>4</c:v>
                </c:pt>
                <c:pt idx="24589">
                  <c:v>3</c:v>
                </c:pt>
                <c:pt idx="24590">
                  <c:v>2</c:v>
                </c:pt>
                <c:pt idx="24591">
                  <c:v>3</c:v>
                </c:pt>
                <c:pt idx="24592">
                  <c:v>4</c:v>
                </c:pt>
                <c:pt idx="24593">
                  <c:v>2</c:v>
                </c:pt>
                <c:pt idx="24594">
                  <c:v>2</c:v>
                </c:pt>
                <c:pt idx="24595">
                  <c:v>4</c:v>
                </c:pt>
                <c:pt idx="24596">
                  <c:v>2</c:v>
                </c:pt>
                <c:pt idx="24597">
                  <c:v>2</c:v>
                </c:pt>
                <c:pt idx="24598">
                  <c:v>3</c:v>
                </c:pt>
                <c:pt idx="24599">
                  <c:v>2</c:v>
                </c:pt>
                <c:pt idx="24600">
                  <c:v>2</c:v>
                </c:pt>
                <c:pt idx="24601">
                  <c:v>3</c:v>
                </c:pt>
                <c:pt idx="24602">
                  <c:v>4</c:v>
                </c:pt>
                <c:pt idx="24603">
                  <c:v>3</c:v>
                </c:pt>
                <c:pt idx="24604">
                  <c:v>2</c:v>
                </c:pt>
                <c:pt idx="24605">
                  <c:v>2</c:v>
                </c:pt>
                <c:pt idx="24606">
                  <c:v>3</c:v>
                </c:pt>
                <c:pt idx="24607">
                  <c:v>1</c:v>
                </c:pt>
                <c:pt idx="24608">
                  <c:v>4</c:v>
                </c:pt>
                <c:pt idx="24609">
                  <c:v>3</c:v>
                </c:pt>
                <c:pt idx="24610">
                  <c:v>3</c:v>
                </c:pt>
                <c:pt idx="24611">
                  <c:v>2</c:v>
                </c:pt>
                <c:pt idx="24612">
                  <c:v>3</c:v>
                </c:pt>
                <c:pt idx="24613">
                  <c:v>2</c:v>
                </c:pt>
                <c:pt idx="24614">
                  <c:v>2</c:v>
                </c:pt>
                <c:pt idx="24615">
                  <c:v>3</c:v>
                </c:pt>
                <c:pt idx="24616">
                  <c:v>2</c:v>
                </c:pt>
                <c:pt idx="24617">
                  <c:v>2</c:v>
                </c:pt>
                <c:pt idx="24618">
                  <c:v>2</c:v>
                </c:pt>
                <c:pt idx="24619">
                  <c:v>2</c:v>
                </c:pt>
                <c:pt idx="24620">
                  <c:v>3</c:v>
                </c:pt>
                <c:pt idx="24621">
                  <c:v>4</c:v>
                </c:pt>
                <c:pt idx="24622">
                  <c:v>1</c:v>
                </c:pt>
                <c:pt idx="24623">
                  <c:v>2</c:v>
                </c:pt>
                <c:pt idx="24624">
                  <c:v>2</c:v>
                </c:pt>
                <c:pt idx="24625">
                  <c:v>2</c:v>
                </c:pt>
                <c:pt idx="24626">
                  <c:v>4</c:v>
                </c:pt>
                <c:pt idx="24627">
                  <c:v>4</c:v>
                </c:pt>
                <c:pt idx="24628">
                  <c:v>2</c:v>
                </c:pt>
                <c:pt idx="24629">
                  <c:v>2</c:v>
                </c:pt>
                <c:pt idx="24630">
                  <c:v>5</c:v>
                </c:pt>
                <c:pt idx="24631">
                  <c:v>5</c:v>
                </c:pt>
                <c:pt idx="24632">
                  <c:v>5</c:v>
                </c:pt>
                <c:pt idx="24633">
                  <c:v>6</c:v>
                </c:pt>
                <c:pt idx="24634">
                  <c:v>4</c:v>
                </c:pt>
                <c:pt idx="24635">
                  <c:v>4</c:v>
                </c:pt>
                <c:pt idx="24636">
                  <c:v>4</c:v>
                </c:pt>
                <c:pt idx="24637">
                  <c:v>4</c:v>
                </c:pt>
                <c:pt idx="24638">
                  <c:v>3</c:v>
                </c:pt>
                <c:pt idx="24639">
                  <c:v>4</c:v>
                </c:pt>
                <c:pt idx="24640">
                  <c:v>1</c:v>
                </c:pt>
                <c:pt idx="24641">
                  <c:v>2</c:v>
                </c:pt>
                <c:pt idx="24642">
                  <c:v>2</c:v>
                </c:pt>
                <c:pt idx="24643">
                  <c:v>2</c:v>
                </c:pt>
                <c:pt idx="24644">
                  <c:v>2</c:v>
                </c:pt>
                <c:pt idx="24645">
                  <c:v>2</c:v>
                </c:pt>
                <c:pt idx="24646">
                  <c:v>2</c:v>
                </c:pt>
                <c:pt idx="24647">
                  <c:v>3</c:v>
                </c:pt>
                <c:pt idx="24648">
                  <c:v>2</c:v>
                </c:pt>
                <c:pt idx="24649">
                  <c:v>1</c:v>
                </c:pt>
                <c:pt idx="24650">
                  <c:v>2</c:v>
                </c:pt>
                <c:pt idx="24651">
                  <c:v>2</c:v>
                </c:pt>
                <c:pt idx="24652">
                  <c:v>2</c:v>
                </c:pt>
                <c:pt idx="24653">
                  <c:v>2</c:v>
                </c:pt>
                <c:pt idx="24654">
                  <c:v>2</c:v>
                </c:pt>
                <c:pt idx="24655">
                  <c:v>4</c:v>
                </c:pt>
                <c:pt idx="24656">
                  <c:v>4</c:v>
                </c:pt>
                <c:pt idx="24657">
                  <c:v>2</c:v>
                </c:pt>
                <c:pt idx="24658">
                  <c:v>2</c:v>
                </c:pt>
                <c:pt idx="24659">
                  <c:v>2</c:v>
                </c:pt>
                <c:pt idx="24660">
                  <c:v>2</c:v>
                </c:pt>
                <c:pt idx="24661">
                  <c:v>2</c:v>
                </c:pt>
                <c:pt idx="24662">
                  <c:v>2</c:v>
                </c:pt>
                <c:pt idx="24663">
                  <c:v>1</c:v>
                </c:pt>
                <c:pt idx="24664">
                  <c:v>3</c:v>
                </c:pt>
                <c:pt idx="24665">
                  <c:v>3</c:v>
                </c:pt>
                <c:pt idx="24666">
                  <c:v>3</c:v>
                </c:pt>
                <c:pt idx="24667">
                  <c:v>3</c:v>
                </c:pt>
                <c:pt idx="24668">
                  <c:v>3</c:v>
                </c:pt>
                <c:pt idx="24669">
                  <c:v>5</c:v>
                </c:pt>
                <c:pt idx="24670">
                  <c:v>2</c:v>
                </c:pt>
                <c:pt idx="24671">
                  <c:v>3</c:v>
                </c:pt>
                <c:pt idx="24672">
                  <c:v>2</c:v>
                </c:pt>
                <c:pt idx="24673">
                  <c:v>4</c:v>
                </c:pt>
                <c:pt idx="24674">
                  <c:v>2</c:v>
                </c:pt>
                <c:pt idx="24675">
                  <c:v>5</c:v>
                </c:pt>
                <c:pt idx="24676">
                  <c:v>2</c:v>
                </c:pt>
                <c:pt idx="24677">
                  <c:v>4</c:v>
                </c:pt>
                <c:pt idx="24678">
                  <c:v>2</c:v>
                </c:pt>
                <c:pt idx="24679">
                  <c:v>5</c:v>
                </c:pt>
                <c:pt idx="24680">
                  <c:v>4</c:v>
                </c:pt>
                <c:pt idx="24681">
                  <c:v>4</c:v>
                </c:pt>
                <c:pt idx="24682">
                  <c:v>6</c:v>
                </c:pt>
                <c:pt idx="24683">
                  <c:v>6</c:v>
                </c:pt>
                <c:pt idx="24684">
                  <c:v>2</c:v>
                </c:pt>
                <c:pt idx="24685">
                  <c:v>3</c:v>
                </c:pt>
                <c:pt idx="24686">
                  <c:v>3</c:v>
                </c:pt>
                <c:pt idx="24687">
                  <c:v>3</c:v>
                </c:pt>
                <c:pt idx="24688">
                  <c:v>1</c:v>
                </c:pt>
                <c:pt idx="24689">
                  <c:v>3</c:v>
                </c:pt>
                <c:pt idx="24690">
                  <c:v>1</c:v>
                </c:pt>
                <c:pt idx="24691">
                  <c:v>3</c:v>
                </c:pt>
                <c:pt idx="24692">
                  <c:v>3</c:v>
                </c:pt>
                <c:pt idx="24693">
                  <c:v>2</c:v>
                </c:pt>
                <c:pt idx="24694">
                  <c:v>4</c:v>
                </c:pt>
                <c:pt idx="24695">
                  <c:v>4</c:v>
                </c:pt>
                <c:pt idx="24696">
                  <c:v>7</c:v>
                </c:pt>
                <c:pt idx="24697">
                  <c:v>4</c:v>
                </c:pt>
                <c:pt idx="24698">
                  <c:v>4</c:v>
                </c:pt>
                <c:pt idx="24699">
                  <c:v>4</c:v>
                </c:pt>
                <c:pt idx="24700">
                  <c:v>5</c:v>
                </c:pt>
                <c:pt idx="24701">
                  <c:v>2</c:v>
                </c:pt>
                <c:pt idx="24702">
                  <c:v>4</c:v>
                </c:pt>
                <c:pt idx="24703">
                  <c:v>4</c:v>
                </c:pt>
                <c:pt idx="24704">
                  <c:v>2</c:v>
                </c:pt>
                <c:pt idx="24705">
                  <c:v>1</c:v>
                </c:pt>
                <c:pt idx="24706">
                  <c:v>4</c:v>
                </c:pt>
                <c:pt idx="24707">
                  <c:v>3</c:v>
                </c:pt>
                <c:pt idx="24708">
                  <c:v>4</c:v>
                </c:pt>
                <c:pt idx="24709">
                  <c:v>3</c:v>
                </c:pt>
                <c:pt idx="24710">
                  <c:v>4</c:v>
                </c:pt>
                <c:pt idx="24711">
                  <c:v>2</c:v>
                </c:pt>
                <c:pt idx="24712">
                  <c:v>3</c:v>
                </c:pt>
                <c:pt idx="24713">
                  <c:v>1</c:v>
                </c:pt>
                <c:pt idx="24714">
                  <c:v>1</c:v>
                </c:pt>
                <c:pt idx="24715">
                  <c:v>2</c:v>
                </c:pt>
                <c:pt idx="24716">
                  <c:v>1</c:v>
                </c:pt>
                <c:pt idx="24717">
                  <c:v>3</c:v>
                </c:pt>
                <c:pt idx="24718">
                  <c:v>4</c:v>
                </c:pt>
                <c:pt idx="24719">
                  <c:v>2</c:v>
                </c:pt>
                <c:pt idx="24720">
                  <c:v>2</c:v>
                </c:pt>
                <c:pt idx="24721">
                  <c:v>6</c:v>
                </c:pt>
                <c:pt idx="24722">
                  <c:v>3</c:v>
                </c:pt>
                <c:pt idx="24723">
                  <c:v>3</c:v>
                </c:pt>
                <c:pt idx="24724">
                  <c:v>5</c:v>
                </c:pt>
                <c:pt idx="24725">
                  <c:v>4</c:v>
                </c:pt>
                <c:pt idx="24726">
                  <c:v>1</c:v>
                </c:pt>
                <c:pt idx="24727">
                  <c:v>1</c:v>
                </c:pt>
                <c:pt idx="24728">
                  <c:v>3</c:v>
                </c:pt>
                <c:pt idx="24729">
                  <c:v>3</c:v>
                </c:pt>
                <c:pt idx="24730">
                  <c:v>1</c:v>
                </c:pt>
                <c:pt idx="24731">
                  <c:v>2</c:v>
                </c:pt>
                <c:pt idx="24732">
                  <c:v>9</c:v>
                </c:pt>
                <c:pt idx="24733">
                  <c:v>5</c:v>
                </c:pt>
                <c:pt idx="24734">
                  <c:v>1</c:v>
                </c:pt>
                <c:pt idx="24735">
                  <c:v>2</c:v>
                </c:pt>
                <c:pt idx="24736">
                  <c:v>3</c:v>
                </c:pt>
                <c:pt idx="24737">
                  <c:v>2</c:v>
                </c:pt>
                <c:pt idx="24738">
                  <c:v>2</c:v>
                </c:pt>
                <c:pt idx="24739">
                  <c:v>2</c:v>
                </c:pt>
                <c:pt idx="24740">
                  <c:v>1</c:v>
                </c:pt>
                <c:pt idx="24741">
                  <c:v>1</c:v>
                </c:pt>
                <c:pt idx="24742">
                  <c:v>4</c:v>
                </c:pt>
                <c:pt idx="24743">
                  <c:v>9</c:v>
                </c:pt>
                <c:pt idx="24744">
                  <c:v>4</c:v>
                </c:pt>
                <c:pt idx="24745">
                  <c:v>8</c:v>
                </c:pt>
                <c:pt idx="24746">
                  <c:v>4</c:v>
                </c:pt>
                <c:pt idx="24747">
                  <c:v>3</c:v>
                </c:pt>
                <c:pt idx="24748">
                  <c:v>2</c:v>
                </c:pt>
                <c:pt idx="24749">
                  <c:v>1</c:v>
                </c:pt>
                <c:pt idx="24750">
                  <c:v>1</c:v>
                </c:pt>
                <c:pt idx="24751">
                  <c:v>2</c:v>
                </c:pt>
                <c:pt idx="24752">
                  <c:v>2</c:v>
                </c:pt>
                <c:pt idx="24753">
                  <c:v>2</c:v>
                </c:pt>
                <c:pt idx="24754">
                  <c:v>1</c:v>
                </c:pt>
                <c:pt idx="24755">
                  <c:v>1</c:v>
                </c:pt>
                <c:pt idx="24756">
                  <c:v>3</c:v>
                </c:pt>
                <c:pt idx="24757">
                  <c:v>3</c:v>
                </c:pt>
                <c:pt idx="24758">
                  <c:v>2</c:v>
                </c:pt>
                <c:pt idx="24759">
                  <c:v>2</c:v>
                </c:pt>
                <c:pt idx="24760">
                  <c:v>2</c:v>
                </c:pt>
                <c:pt idx="24761">
                  <c:v>1</c:v>
                </c:pt>
                <c:pt idx="24762">
                  <c:v>2</c:v>
                </c:pt>
                <c:pt idx="24763">
                  <c:v>2</c:v>
                </c:pt>
                <c:pt idx="24764">
                  <c:v>2</c:v>
                </c:pt>
                <c:pt idx="24765">
                  <c:v>3</c:v>
                </c:pt>
                <c:pt idx="24766">
                  <c:v>3</c:v>
                </c:pt>
                <c:pt idx="24767">
                  <c:v>2</c:v>
                </c:pt>
                <c:pt idx="24768">
                  <c:v>1</c:v>
                </c:pt>
                <c:pt idx="24769">
                  <c:v>1</c:v>
                </c:pt>
                <c:pt idx="24770">
                  <c:v>2</c:v>
                </c:pt>
                <c:pt idx="24771">
                  <c:v>2</c:v>
                </c:pt>
                <c:pt idx="24772">
                  <c:v>7</c:v>
                </c:pt>
                <c:pt idx="24773">
                  <c:v>2</c:v>
                </c:pt>
                <c:pt idx="24774">
                  <c:v>3</c:v>
                </c:pt>
                <c:pt idx="24775">
                  <c:v>2</c:v>
                </c:pt>
                <c:pt idx="24776">
                  <c:v>2</c:v>
                </c:pt>
                <c:pt idx="24777">
                  <c:v>2</c:v>
                </c:pt>
                <c:pt idx="24778">
                  <c:v>2</c:v>
                </c:pt>
                <c:pt idx="24779">
                  <c:v>4</c:v>
                </c:pt>
                <c:pt idx="24780">
                  <c:v>2</c:v>
                </c:pt>
                <c:pt idx="24781">
                  <c:v>2</c:v>
                </c:pt>
                <c:pt idx="24782">
                  <c:v>1</c:v>
                </c:pt>
                <c:pt idx="24783">
                  <c:v>3</c:v>
                </c:pt>
                <c:pt idx="24784">
                  <c:v>4</c:v>
                </c:pt>
                <c:pt idx="24785">
                  <c:v>1</c:v>
                </c:pt>
                <c:pt idx="24786">
                  <c:v>3</c:v>
                </c:pt>
                <c:pt idx="24787">
                  <c:v>1</c:v>
                </c:pt>
                <c:pt idx="24788">
                  <c:v>3</c:v>
                </c:pt>
                <c:pt idx="24789">
                  <c:v>2</c:v>
                </c:pt>
                <c:pt idx="24790">
                  <c:v>3</c:v>
                </c:pt>
                <c:pt idx="24791">
                  <c:v>2</c:v>
                </c:pt>
                <c:pt idx="24792">
                  <c:v>3</c:v>
                </c:pt>
                <c:pt idx="24793">
                  <c:v>3</c:v>
                </c:pt>
                <c:pt idx="24794">
                  <c:v>3</c:v>
                </c:pt>
                <c:pt idx="24795">
                  <c:v>12</c:v>
                </c:pt>
                <c:pt idx="24796">
                  <c:v>3</c:v>
                </c:pt>
                <c:pt idx="24797">
                  <c:v>4</c:v>
                </c:pt>
                <c:pt idx="24798">
                  <c:v>5</c:v>
                </c:pt>
                <c:pt idx="24799">
                  <c:v>4</c:v>
                </c:pt>
                <c:pt idx="24800">
                  <c:v>3</c:v>
                </c:pt>
                <c:pt idx="24801">
                  <c:v>4</c:v>
                </c:pt>
                <c:pt idx="24802">
                  <c:v>1</c:v>
                </c:pt>
                <c:pt idx="24803">
                  <c:v>2</c:v>
                </c:pt>
                <c:pt idx="24804">
                  <c:v>2</c:v>
                </c:pt>
                <c:pt idx="24805">
                  <c:v>1</c:v>
                </c:pt>
                <c:pt idx="24806">
                  <c:v>1</c:v>
                </c:pt>
                <c:pt idx="24807">
                  <c:v>1</c:v>
                </c:pt>
                <c:pt idx="24808">
                  <c:v>5</c:v>
                </c:pt>
                <c:pt idx="24809">
                  <c:v>2</c:v>
                </c:pt>
                <c:pt idx="24810">
                  <c:v>3</c:v>
                </c:pt>
                <c:pt idx="24811">
                  <c:v>1</c:v>
                </c:pt>
                <c:pt idx="24812">
                  <c:v>1</c:v>
                </c:pt>
                <c:pt idx="24813">
                  <c:v>3</c:v>
                </c:pt>
                <c:pt idx="24814">
                  <c:v>2</c:v>
                </c:pt>
                <c:pt idx="24815">
                  <c:v>2</c:v>
                </c:pt>
                <c:pt idx="24816">
                  <c:v>2</c:v>
                </c:pt>
                <c:pt idx="24817">
                  <c:v>2</c:v>
                </c:pt>
                <c:pt idx="24818">
                  <c:v>4</c:v>
                </c:pt>
                <c:pt idx="24819">
                  <c:v>1</c:v>
                </c:pt>
                <c:pt idx="24820">
                  <c:v>2</c:v>
                </c:pt>
                <c:pt idx="24821">
                  <c:v>3</c:v>
                </c:pt>
                <c:pt idx="24822">
                  <c:v>2</c:v>
                </c:pt>
                <c:pt idx="24823">
                  <c:v>2</c:v>
                </c:pt>
                <c:pt idx="24824">
                  <c:v>1</c:v>
                </c:pt>
                <c:pt idx="24825">
                  <c:v>4</c:v>
                </c:pt>
                <c:pt idx="24826">
                  <c:v>1</c:v>
                </c:pt>
                <c:pt idx="24827">
                  <c:v>1</c:v>
                </c:pt>
                <c:pt idx="24828">
                  <c:v>3</c:v>
                </c:pt>
                <c:pt idx="24829">
                  <c:v>2</c:v>
                </c:pt>
                <c:pt idx="24830">
                  <c:v>0</c:v>
                </c:pt>
                <c:pt idx="24831">
                  <c:v>1</c:v>
                </c:pt>
                <c:pt idx="24832">
                  <c:v>1</c:v>
                </c:pt>
                <c:pt idx="24833">
                  <c:v>2</c:v>
                </c:pt>
                <c:pt idx="24834">
                  <c:v>1</c:v>
                </c:pt>
                <c:pt idx="24835">
                  <c:v>0</c:v>
                </c:pt>
                <c:pt idx="24836">
                  <c:v>1</c:v>
                </c:pt>
                <c:pt idx="24837">
                  <c:v>1</c:v>
                </c:pt>
                <c:pt idx="24838">
                  <c:v>3</c:v>
                </c:pt>
                <c:pt idx="24839">
                  <c:v>2</c:v>
                </c:pt>
                <c:pt idx="24840">
                  <c:v>1</c:v>
                </c:pt>
                <c:pt idx="24841">
                  <c:v>1</c:v>
                </c:pt>
                <c:pt idx="24842">
                  <c:v>4</c:v>
                </c:pt>
                <c:pt idx="24843">
                  <c:v>1</c:v>
                </c:pt>
                <c:pt idx="24844">
                  <c:v>2</c:v>
                </c:pt>
                <c:pt idx="24845">
                  <c:v>3</c:v>
                </c:pt>
                <c:pt idx="24846">
                  <c:v>2</c:v>
                </c:pt>
                <c:pt idx="24847">
                  <c:v>4</c:v>
                </c:pt>
                <c:pt idx="24848">
                  <c:v>1</c:v>
                </c:pt>
                <c:pt idx="24849">
                  <c:v>1</c:v>
                </c:pt>
                <c:pt idx="24850">
                  <c:v>2</c:v>
                </c:pt>
                <c:pt idx="24851">
                  <c:v>1</c:v>
                </c:pt>
                <c:pt idx="24852">
                  <c:v>1</c:v>
                </c:pt>
                <c:pt idx="24853">
                  <c:v>1</c:v>
                </c:pt>
                <c:pt idx="24854">
                  <c:v>2</c:v>
                </c:pt>
                <c:pt idx="24855">
                  <c:v>1</c:v>
                </c:pt>
                <c:pt idx="24856">
                  <c:v>1</c:v>
                </c:pt>
                <c:pt idx="24857">
                  <c:v>1</c:v>
                </c:pt>
                <c:pt idx="24858">
                  <c:v>4</c:v>
                </c:pt>
                <c:pt idx="24859">
                  <c:v>3</c:v>
                </c:pt>
                <c:pt idx="24860">
                  <c:v>2</c:v>
                </c:pt>
                <c:pt idx="24861">
                  <c:v>1</c:v>
                </c:pt>
                <c:pt idx="24862">
                  <c:v>2</c:v>
                </c:pt>
                <c:pt idx="24863">
                  <c:v>4</c:v>
                </c:pt>
                <c:pt idx="24864">
                  <c:v>1</c:v>
                </c:pt>
                <c:pt idx="24865">
                  <c:v>1</c:v>
                </c:pt>
                <c:pt idx="24866">
                  <c:v>1</c:v>
                </c:pt>
                <c:pt idx="24867">
                  <c:v>1</c:v>
                </c:pt>
                <c:pt idx="24868">
                  <c:v>1</c:v>
                </c:pt>
                <c:pt idx="24869">
                  <c:v>3</c:v>
                </c:pt>
                <c:pt idx="24870">
                  <c:v>2</c:v>
                </c:pt>
                <c:pt idx="24871">
                  <c:v>4</c:v>
                </c:pt>
                <c:pt idx="24872">
                  <c:v>1</c:v>
                </c:pt>
                <c:pt idx="24873">
                  <c:v>1</c:v>
                </c:pt>
                <c:pt idx="24874">
                  <c:v>2</c:v>
                </c:pt>
                <c:pt idx="24875">
                  <c:v>2</c:v>
                </c:pt>
                <c:pt idx="24876">
                  <c:v>2</c:v>
                </c:pt>
                <c:pt idx="24877">
                  <c:v>2</c:v>
                </c:pt>
                <c:pt idx="24878">
                  <c:v>3</c:v>
                </c:pt>
                <c:pt idx="24879">
                  <c:v>1</c:v>
                </c:pt>
                <c:pt idx="24880">
                  <c:v>1</c:v>
                </c:pt>
                <c:pt idx="24881">
                  <c:v>1</c:v>
                </c:pt>
                <c:pt idx="24882">
                  <c:v>1</c:v>
                </c:pt>
                <c:pt idx="24883">
                  <c:v>1</c:v>
                </c:pt>
                <c:pt idx="24884">
                  <c:v>1</c:v>
                </c:pt>
                <c:pt idx="24885">
                  <c:v>1</c:v>
                </c:pt>
                <c:pt idx="24886">
                  <c:v>1</c:v>
                </c:pt>
                <c:pt idx="24887">
                  <c:v>1</c:v>
                </c:pt>
                <c:pt idx="24888">
                  <c:v>1</c:v>
                </c:pt>
                <c:pt idx="24889">
                  <c:v>1</c:v>
                </c:pt>
                <c:pt idx="24890">
                  <c:v>1</c:v>
                </c:pt>
                <c:pt idx="24891">
                  <c:v>1</c:v>
                </c:pt>
                <c:pt idx="24892">
                  <c:v>1</c:v>
                </c:pt>
                <c:pt idx="24893">
                  <c:v>3</c:v>
                </c:pt>
                <c:pt idx="24894">
                  <c:v>1</c:v>
                </c:pt>
                <c:pt idx="24895">
                  <c:v>1</c:v>
                </c:pt>
                <c:pt idx="24896">
                  <c:v>1</c:v>
                </c:pt>
                <c:pt idx="24897">
                  <c:v>1</c:v>
                </c:pt>
                <c:pt idx="24898">
                  <c:v>1</c:v>
                </c:pt>
                <c:pt idx="24899">
                  <c:v>1</c:v>
                </c:pt>
                <c:pt idx="24900">
                  <c:v>1</c:v>
                </c:pt>
                <c:pt idx="24901">
                  <c:v>1</c:v>
                </c:pt>
                <c:pt idx="24902">
                  <c:v>2</c:v>
                </c:pt>
                <c:pt idx="24903">
                  <c:v>1</c:v>
                </c:pt>
                <c:pt idx="24904">
                  <c:v>1</c:v>
                </c:pt>
                <c:pt idx="24905">
                  <c:v>4</c:v>
                </c:pt>
                <c:pt idx="24906">
                  <c:v>2</c:v>
                </c:pt>
                <c:pt idx="24907">
                  <c:v>2</c:v>
                </c:pt>
                <c:pt idx="24908">
                  <c:v>2</c:v>
                </c:pt>
                <c:pt idx="24909">
                  <c:v>2</c:v>
                </c:pt>
                <c:pt idx="24910">
                  <c:v>2</c:v>
                </c:pt>
                <c:pt idx="24911">
                  <c:v>3</c:v>
                </c:pt>
                <c:pt idx="24912">
                  <c:v>2</c:v>
                </c:pt>
                <c:pt idx="24913">
                  <c:v>1</c:v>
                </c:pt>
                <c:pt idx="24914">
                  <c:v>3</c:v>
                </c:pt>
                <c:pt idx="24915">
                  <c:v>3</c:v>
                </c:pt>
                <c:pt idx="24916">
                  <c:v>3</c:v>
                </c:pt>
                <c:pt idx="24917">
                  <c:v>3</c:v>
                </c:pt>
                <c:pt idx="24918">
                  <c:v>1</c:v>
                </c:pt>
                <c:pt idx="24919">
                  <c:v>3</c:v>
                </c:pt>
                <c:pt idx="24920">
                  <c:v>2</c:v>
                </c:pt>
                <c:pt idx="24921">
                  <c:v>1</c:v>
                </c:pt>
                <c:pt idx="24922">
                  <c:v>3</c:v>
                </c:pt>
                <c:pt idx="24923">
                  <c:v>3</c:v>
                </c:pt>
                <c:pt idx="24924">
                  <c:v>2</c:v>
                </c:pt>
                <c:pt idx="24925">
                  <c:v>2</c:v>
                </c:pt>
                <c:pt idx="24926">
                  <c:v>2</c:v>
                </c:pt>
                <c:pt idx="24927">
                  <c:v>3</c:v>
                </c:pt>
                <c:pt idx="24928">
                  <c:v>3</c:v>
                </c:pt>
                <c:pt idx="24929">
                  <c:v>1</c:v>
                </c:pt>
                <c:pt idx="24930">
                  <c:v>2</c:v>
                </c:pt>
                <c:pt idx="24931">
                  <c:v>3</c:v>
                </c:pt>
                <c:pt idx="24932">
                  <c:v>2</c:v>
                </c:pt>
                <c:pt idx="24933">
                  <c:v>1</c:v>
                </c:pt>
                <c:pt idx="24934">
                  <c:v>1</c:v>
                </c:pt>
                <c:pt idx="24935">
                  <c:v>1</c:v>
                </c:pt>
                <c:pt idx="24936">
                  <c:v>1</c:v>
                </c:pt>
                <c:pt idx="24937">
                  <c:v>2</c:v>
                </c:pt>
                <c:pt idx="24938">
                  <c:v>4</c:v>
                </c:pt>
                <c:pt idx="24939">
                  <c:v>1</c:v>
                </c:pt>
                <c:pt idx="24940">
                  <c:v>1</c:v>
                </c:pt>
                <c:pt idx="24941">
                  <c:v>1</c:v>
                </c:pt>
                <c:pt idx="24942">
                  <c:v>2</c:v>
                </c:pt>
                <c:pt idx="24943">
                  <c:v>3</c:v>
                </c:pt>
                <c:pt idx="24944">
                  <c:v>3</c:v>
                </c:pt>
                <c:pt idx="24945">
                  <c:v>2</c:v>
                </c:pt>
                <c:pt idx="24946">
                  <c:v>1</c:v>
                </c:pt>
                <c:pt idx="24947">
                  <c:v>1</c:v>
                </c:pt>
                <c:pt idx="24948">
                  <c:v>2</c:v>
                </c:pt>
                <c:pt idx="24949">
                  <c:v>3</c:v>
                </c:pt>
                <c:pt idx="24950">
                  <c:v>5</c:v>
                </c:pt>
                <c:pt idx="24951">
                  <c:v>1</c:v>
                </c:pt>
                <c:pt idx="24952">
                  <c:v>4</c:v>
                </c:pt>
                <c:pt idx="24953">
                  <c:v>4</c:v>
                </c:pt>
                <c:pt idx="24954">
                  <c:v>2</c:v>
                </c:pt>
                <c:pt idx="24955">
                  <c:v>3</c:v>
                </c:pt>
                <c:pt idx="24956">
                  <c:v>3</c:v>
                </c:pt>
                <c:pt idx="24957">
                  <c:v>6</c:v>
                </c:pt>
                <c:pt idx="24958">
                  <c:v>2</c:v>
                </c:pt>
                <c:pt idx="24959">
                  <c:v>2</c:v>
                </c:pt>
                <c:pt idx="24960">
                  <c:v>5</c:v>
                </c:pt>
                <c:pt idx="24961">
                  <c:v>3</c:v>
                </c:pt>
                <c:pt idx="24962">
                  <c:v>1</c:v>
                </c:pt>
                <c:pt idx="24963">
                  <c:v>1</c:v>
                </c:pt>
                <c:pt idx="24964">
                  <c:v>2</c:v>
                </c:pt>
                <c:pt idx="24965">
                  <c:v>2</c:v>
                </c:pt>
                <c:pt idx="24966">
                  <c:v>4</c:v>
                </c:pt>
                <c:pt idx="24967">
                  <c:v>4</c:v>
                </c:pt>
                <c:pt idx="24968">
                  <c:v>4</c:v>
                </c:pt>
                <c:pt idx="24969">
                  <c:v>1</c:v>
                </c:pt>
                <c:pt idx="24970">
                  <c:v>2</c:v>
                </c:pt>
                <c:pt idx="24971">
                  <c:v>3</c:v>
                </c:pt>
                <c:pt idx="24972">
                  <c:v>2</c:v>
                </c:pt>
                <c:pt idx="24973">
                  <c:v>2</c:v>
                </c:pt>
                <c:pt idx="24974">
                  <c:v>1</c:v>
                </c:pt>
                <c:pt idx="24975">
                  <c:v>1</c:v>
                </c:pt>
                <c:pt idx="24976">
                  <c:v>1</c:v>
                </c:pt>
                <c:pt idx="24977">
                  <c:v>2</c:v>
                </c:pt>
                <c:pt idx="24978">
                  <c:v>4</c:v>
                </c:pt>
                <c:pt idx="24979">
                  <c:v>1</c:v>
                </c:pt>
                <c:pt idx="24980">
                  <c:v>1</c:v>
                </c:pt>
                <c:pt idx="24981">
                  <c:v>3</c:v>
                </c:pt>
                <c:pt idx="24982">
                  <c:v>4</c:v>
                </c:pt>
                <c:pt idx="24983">
                  <c:v>3</c:v>
                </c:pt>
                <c:pt idx="24984">
                  <c:v>4</c:v>
                </c:pt>
                <c:pt idx="24985">
                  <c:v>4</c:v>
                </c:pt>
                <c:pt idx="24986">
                  <c:v>4</c:v>
                </c:pt>
                <c:pt idx="24987">
                  <c:v>4</c:v>
                </c:pt>
                <c:pt idx="24988">
                  <c:v>5</c:v>
                </c:pt>
                <c:pt idx="24989">
                  <c:v>3</c:v>
                </c:pt>
                <c:pt idx="24990">
                  <c:v>3</c:v>
                </c:pt>
                <c:pt idx="24991">
                  <c:v>2</c:v>
                </c:pt>
                <c:pt idx="24992">
                  <c:v>2</c:v>
                </c:pt>
                <c:pt idx="24993">
                  <c:v>2</c:v>
                </c:pt>
                <c:pt idx="24994">
                  <c:v>4</c:v>
                </c:pt>
                <c:pt idx="24995">
                  <c:v>-2</c:v>
                </c:pt>
                <c:pt idx="24996">
                  <c:v>2</c:v>
                </c:pt>
                <c:pt idx="24997">
                  <c:v>2</c:v>
                </c:pt>
                <c:pt idx="24998">
                  <c:v>2</c:v>
                </c:pt>
                <c:pt idx="24999">
                  <c:v>5</c:v>
                </c:pt>
                <c:pt idx="25000">
                  <c:v>3</c:v>
                </c:pt>
                <c:pt idx="25001">
                  <c:v>8</c:v>
                </c:pt>
                <c:pt idx="25002">
                  <c:v>3</c:v>
                </c:pt>
                <c:pt idx="25003">
                  <c:v>7</c:v>
                </c:pt>
                <c:pt idx="25004">
                  <c:v>5</c:v>
                </c:pt>
                <c:pt idx="25005">
                  <c:v>4</c:v>
                </c:pt>
                <c:pt idx="25006">
                  <c:v>2</c:v>
                </c:pt>
                <c:pt idx="25007">
                  <c:v>6</c:v>
                </c:pt>
                <c:pt idx="25008">
                  <c:v>3</c:v>
                </c:pt>
                <c:pt idx="25009">
                  <c:v>3</c:v>
                </c:pt>
                <c:pt idx="25010">
                  <c:v>4</c:v>
                </c:pt>
                <c:pt idx="25011">
                  <c:v>4</c:v>
                </c:pt>
                <c:pt idx="25012">
                  <c:v>3</c:v>
                </c:pt>
                <c:pt idx="25013">
                  <c:v>5</c:v>
                </c:pt>
                <c:pt idx="25014">
                  <c:v>8</c:v>
                </c:pt>
                <c:pt idx="25015">
                  <c:v>2</c:v>
                </c:pt>
                <c:pt idx="25016">
                  <c:v>6</c:v>
                </c:pt>
                <c:pt idx="25017">
                  <c:v>2</c:v>
                </c:pt>
                <c:pt idx="25018">
                  <c:v>3</c:v>
                </c:pt>
                <c:pt idx="25019">
                  <c:v>2</c:v>
                </c:pt>
                <c:pt idx="25020">
                  <c:v>1</c:v>
                </c:pt>
                <c:pt idx="25021">
                  <c:v>2</c:v>
                </c:pt>
                <c:pt idx="25022">
                  <c:v>1</c:v>
                </c:pt>
                <c:pt idx="25023">
                  <c:v>1</c:v>
                </c:pt>
                <c:pt idx="25024">
                  <c:v>4</c:v>
                </c:pt>
                <c:pt idx="25025">
                  <c:v>4</c:v>
                </c:pt>
                <c:pt idx="25026">
                  <c:v>3</c:v>
                </c:pt>
                <c:pt idx="25027">
                  <c:v>1</c:v>
                </c:pt>
                <c:pt idx="25028">
                  <c:v>3</c:v>
                </c:pt>
                <c:pt idx="25029">
                  <c:v>2</c:v>
                </c:pt>
                <c:pt idx="25030">
                  <c:v>2</c:v>
                </c:pt>
                <c:pt idx="25031">
                  <c:v>2</c:v>
                </c:pt>
                <c:pt idx="25032">
                  <c:v>1</c:v>
                </c:pt>
                <c:pt idx="25033">
                  <c:v>3</c:v>
                </c:pt>
                <c:pt idx="25034">
                  <c:v>3</c:v>
                </c:pt>
                <c:pt idx="25035">
                  <c:v>5</c:v>
                </c:pt>
                <c:pt idx="25036">
                  <c:v>3</c:v>
                </c:pt>
                <c:pt idx="25037">
                  <c:v>7</c:v>
                </c:pt>
                <c:pt idx="25038">
                  <c:v>4</c:v>
                </c:pt>
                <c:pt idx="25039">
                  <c:v>6</c:v>
                </c:pt>
                <c:pt idx="25040">
                  <c:v>7</c:v>
                </c:pt>
                <c:pt idx="25041">
                  <c:v>8</c:v>
                </c:pt>
                <c:pt idx="25042">
                  <c:v>4</c:v>
                </c:pt>
                <c:pt idx="25043">
                  <c:v>6</c:v>
                </c:pt>
                <c:pt idx="25044">
                  <c:v>5</c:v>
                </c:pt>
                <c:pt idx="25045">
                  <c:v>1</c:v>
                </c:pt>
                <c:pt idx="25046">
                  <c:v>6</c:v>
                </c:pt>
                <c:pt idx="25047">
                  <c:v>2</c:v>
                </c:pt>
                <c:pt idx="25048">
                  <c:v>2</c:v>
                </c:pt>
                <c:pt idx="25049">
                  <c:v>4</c:v>
                </c:pt>
                <c:pt idx="25050">
                  <c:v>4</c:v>
                </c:pt>
                <c:pt idx="25051">
                  <c:v>3</c:v>
                </c:pt>
                <c:pt idx="25052">
                  <c:v>7</c:v>
                </c:pt>
                <c:pt idx="25053">
                  <c:v>1</c:v>
                </c:pt>
                <c:pt idx="25054">
                  <c:v>1</c:v>
                </c:pt>
                <c:pt idx="25055">
                  <c:v>2</c:v>
                </c:pt>
                <c:pt idx="25056">
                  <c:v>1</c:v>
                </c:pt>
                <c:pt idx="25057">
                  <c:v>16</c:v>
                </c:pt>
                <c:pt idx="25058">
                  <c:v>6</c:v>
                </c:pt>
                <c:pt idx="25059">
                  <c:v>4</c:v>
                </c:pt>
                <c:pt idx="25060">
                  <c:v>3</c:v>
                </c:pt>
                <c:pt idx="25061">
                  <c:v>4</c:v>
                </c:pt>
                <c:pt idx="25062">
                  <c:v>8</c:v>
                </c:pt>
                <c:pt idx="25063">
                  <c:v>3</c:v>
                </c:pt>
                <c:pt idx="25064">
                  <c:v>5</c:v>
                </c:pt>
                <c:pt idx="25065">
                  <c:v>3</c:v>
                </c:pt>
                <c:pt idx="25066">
                  <c:v>3</c:v>
                </c:pt>
                <c:pt idx="25067">
                  <c:v>6</c:v>
                </c:pt>
                <c:pt idx="25068">
                  <c:v>3</c:v>
                </c:pt>
                <c:pt idx="25069">
                  <c:v>6</c:v>
                </c:pt>
                <c:pt idx="25070">
                  <c:v>4</c:v>
                </c:pt>
                <c:pt idx="25071">
                  <c:v>3</c:v>
                </c:pt>
                <c:pt idx="25072">
                  <c:v>9</c:v>
                </c:pt>
                <c:pt idx="25073">
                  <c:v>2</c:v>
                </c:pt>
                <c:pt idx="25074">
                  <c:v>3</c:v>
                </c:pt>
                <c:pt idx="25075">
                  <c:v>2</c:v>
                </c:pt>
                <c:pt idx="25076">
                  <c:v>2</c:v>
                </c:pt>
                <c:pt idx="25077">
                  <c:v>4</c:v>
                </c:pt>
                <c:pt idx="25078">
                  <c:v>2</c:v>
                </c:pt>
                <c:pt idx="25079">
                  <c:v>6</c:v>
                </c:pt>
                <c:pt idx="25080">
                  <c:v>3</c:v>
                </c:pt>
                <c:pt idx="25081">
                  <c:v>3</c:v>
                </c:pt>
                <c:pt idx="25082">
                  <c:v>3</c:v>
                </c:pt>
                <c:pt idx="25083">
                  <c:v>3</c:v>
                </c:pt>
                <c:pt idx="25084">
                  <c:v>3</c:v>
                </c:pt>
                <c:pt idx="25085">
                  <c:v>3</c:v>
                </c:pt>
                <c:pt idx="25086">
                  <c:v>5</c:v>
                </c:pt>
                <c:pt idx="25087">
                  <c:v>3</c:v>
                </c:pt>
                <c:pt idx="25088">
                  <c:v>1</c:v>
                </c:pt>
                <c:pt idx="25089">
                  <c:v>1</c:v>
                </c:pt>
                <c:pt idx="25090">
                  <c:v>2</c:v>
                </c:pt>
                <c:pt idx="25091">
                  <c:v>1</c:v>
                </c:pt>
                <c:pt idx="25092">
                  <c:v>2</c:v>
                </c:pt>
                <c:pt idx="25093">
                  <c:v>2</c:v>
                </c:pt>
                <c:pt idx="25094">
                  <c:v>3</c:v>
                </c:pt>
                <c:pt idx="25095">
                  <c:v>2</c:v>
                </c:pt>
                <c:pt idx="25096">
                  <c:v>3</c:v>
                </c:pt>
                <c:pt idx="25097">
                  <c:v>2</c:v>
                </c:pt>
                <c:pt idx="25098">
                  <c:v>3</c:v>
                </c:pt>
                <c:pt idx="25099">
                  <c:v>3</c:v>
                </c:pt>
                <c:pt idx="25100">
                  <c:v>2</c:v>
                </c:pt>
                <c:pt idx="25101">
                  <c:v>2</c:v>
                </c:pt>
                <c:pt idx="25102">
                  <c:v>2</c:v>
                </c:pt>
                <c:pt idx="25103">
                  <c:v>3</c:v>
                </c:pt>
                <c:pt idx="25104">
                  <c:v>2</c:v>
                </c:pt>
                <c:pt idx="25105">
                  <c:v>2</c:v>
                </c:pt>
                <c:pt idx="25106">
                  <c:v>4</c:v>
                </c:pt>
                <c:pt idx="25107">
                  <c:v>1</c:v>
                </c:pt>
                <c:pt idx="25108">
                  <c:v>1</c:v>
                </c:pt>
                <c:pt idx="25109">
                  <c:v>1</c:v>
                </c:pt>
                <c:pt idx="25110">
                  <c:v>1</c:v>
                </c:pt>
                <c:pt idx="25111">
                  <c:v>1</c:v>
                </c:pt>
                <c:pt idx="25112">
                  <c:v>2</c:v>
                </c:pt>
                <c:pt idx="25113">
                  <c:v>2</c:v>
                </c:pt>
                <c:pt idx="25114">
                  <c:v>4</c:v>
                </c:pt>
                <c:pt idx="25115">
                  <c:v>4</c:v>
                </c:pt>
                <c:pt idx="25116">
                  <c:v>2</c:v>
                </c:pt>
                <c:pt idx="25117">
                  <c:v>4</c:v>
                </c:pt>
                <c:pt idx="25118">
                  <c:v>4</c:v>
                </c:pt>
                <c:pt idx="25119">
                  <c:v>4</c:v>
                </c:pt>
                <c:pt idx="25120">
                  <c:v>3</c:v>
                </c:pt>
                <c:pt idx="25121">
                  <c:v>2</c:v>
                </c:pt>
                <c:pt idx="25122">
                  <c:v>1</c:v>
                </c:pt>
                <c:pt idx="25123">
                  <c:v>2</c:v>
                </c:pt>
                <c:pt idx="25124">
                  <c:v>2</c:v>
                </c:pt>
                <c:pt idx="25125">
                  <c:v>2</c:v>
                </c:pt>
                <c:pt idx="25126">
                  <c:v>2</c:v>
                </c:pt>
                <c:pt idx="25127">
                  <c:v>2</c:v>
                </c:pt>
                <c:pt idx="25128">
                  <c:v>3</c:v>
                </c:pt>
                <c:pt idx="25129">
                  <c:v>3</c:v>
                </c:pt>
                <c:pt idx="25130">
                  <c:v>6</c:v>
                </c:pt>
                <c:pt idx="25131">
                  <c:v>7</c:v>
                </c:pt>
                <c:pt idx="25132">
                  <c:v>6</c:v>
                </c:pt>
                <c:pt idx="25133">
                  <c:v>2</c:v>
                </c:pt>
                <c:pt idx="25134">
                  <c:v>1</c:v>
                </c:pt>
                <c:pt idx="25135">
                  <c:v>1</c:v>
                </c:pt>
                <c:pt idx="25136">
                  <c:v>2</c:v>
                </c:pt>
                <c:pt idx="25137">
                  <c:v>1</c:v>
                </c:pt>
                <c:pt idx="25138">
                  <c:v>3</c:v>
                </c:pt>
                <c:pt idx="25139">
                  <c:v>1</c:v>
                </c:pt>
                <c:pt idx="25140">
                  <c:v>1</c:v>
                </c:pt>
                <c:pt idx="25141">
                  <c:v>3</c:v>
                </c:pt>
                <c:pt idx="25142">
                  <c:v>4</c:v>
                </c:pt>
                <c:pt idx="25143">
                  <c:v>1</c:v>
                </c:pt>
                <c:pt idx="25144">
                  <c:v>1</c:v>
                </c:pt>
                <c:pt idx="25145">
                  <c:v>1</c:v>
                </c:pt>
                <c:pt idx="25146">
                  <c:v>1</c:v>
                </c:pt>
                <c:pt idx="25147">
                  <c:v>5</c:v>
                </c:pt>
                <c:pt idx="25148">
                  <c:v>2</c:v>
                </c:pt>
                <c:pt idx="25149">
                  <c:v>2</c:v>
                </c:pt>
                <c:pt idx="25150">
                  <c:v>2</c:v>
                </c:pt>
                <c:pt idx="25151">
                  <c:v>3</c:v>
                </c:pt>
                <c:pt idx="25152">
                  <c:v>3</c:v>
                </c:pt>
                <c:pt idx="25153">
                  <c:v>3</c:v>
                </c:pt>
                <c:pt idx="25154">
                  <c:v>3</c:v>
                </c:pt>
                <c:pt idx="25155">
                  <c:v>5</c:v>
                </c:pt>
                <c:pt idx="25156">
                  <c:v>5</c:v>
                </c:pt>
                <c:pt idx="25157">
                  <c:v>5</c:v>
                </c:pt>
                <c:pt idx="25158">
                  <c:v>1</c:v>
                </c:pt>
                <c:pt idx="25159">
                  <c:v>1</c:v>
                </c:pt>
                <c:pt idx="25160">
                  <c:v>1</c:v>
                </c:pt>
                <c:pt idx="25161">
                  <c:v>2</c:v>
                </c:pt>
                <c:pt idx="25162">
                  <c:v>1</c:v>
                </c:pt>
                <c:pt idx="25163">
                  <c:v>3</c:v>
                </c:pt>
                <c:pt idx="25164">
                  <c:v>3</c:v>
                </c:pt>
                <c:pt idx="25165">
                  <c:v>1</c:v>
                </c:pt>
                <c:pt idx="25166">
                  <c:v>2</c:v>
                </c:pt>
                <c:pt idx="25167">
                  <c:v>3</c:v>
                </c:pt>
                <c:pt idx="25168">
                  <c:v>3</c:v>
                </c:pt>
                <c:pt idx="25169">
                  <c:v>2</c:v>
                </c:pt>
                <c:pt idx="25170">
                  <c:v>2</c:v>
                </c:pt>
                <c:pt idx="25171">
                  <c:v>7</c:v>
                </c:pt>
                <c:pt idx="25172">
                  <c:v>8</c:v>
                </c:pt>
                <c:pt idx="25173">
                  <c:v>3</c:v>
                </c:pt>
                <c:pt idx="25174">
                  <c:v>6</c:v>
                </c:pt>
                <c:pt idx="25175">
                  <c:v>8</c:v>
                </c:pt>
                <c:pt idx="25176">
                  <c:v>3</c:v>
                </c:pt>
                <c:pt idx="25177">
                  <c:v>8</c:v>
                </c:pt>
                <c:pt idx="25178">
                  <c:v>5</c:v>
                </c:pt>
                <c:pt idx="25179">
                  <c:v>3</c:v>
                </c:pt>
                <c:pt idx="25180">
                  <c:v>3</c:v>
                </c:pt>
                <c:pt idx="25181">
                  <c:v>4</c:v>
                </c:pt>
                <c:pt idx="25182">
                  <c:v>8</c:v>
                </c:pt>
                <c:pt idx="25183">
                  <c:v>3</c:v>
                </c:pt>
                <c:pt idx="25184">
                  <c:v>1</c:v>
                </c:pt>
                <c:pt idx="25185">
                  <c:v>4</c:v>
                </c:pt>
                <c:pt idx="25186">
                  <c:v>6</c:v>
                </c:pt>
                <c:pt idx="25187">
                  <c:v>3</c:v>
                </c:pt>
                <c:pt idx="25188">
                  <c:v>8</c:v>
                </c:pt>
                <c:pt idx="25189">
                  <c:v>1</c:v>
                </c:pt>
                <c:pt idx="25190">
                  <c:v>8</c:v>
                </c:pt>
                <c:pt idx="25191">
                  <c:v>3</c:v>
                </c:pt>
                <c:pt idx="25192">
                  <c:v>4</c:v>
                </c:pt>
                <c:pt idx="25193">
                  <c:v>7</c:v>
                </c:pt>
                <c:pt idx="25194">
                  <c:v>-3</c:v>
                </c:pt>
                <c:pt idx="25195">
                  <c:v>3</c:v>
                </c:pt>
                <c:pt idx="25196">
                  <c:v>3</c:v>
                </c:pt>
                <c:pt idx="25197">
                  <c:v>5</c:v>
                </c:pt>
                <c:pt idx="25198">
                  <c:v>2</c:v>
                </c:pt>
                <c:pt idx="25199">
                  <c:v>1</c:v>
                </c:pt>
                <c:pt idx="25200">
                  <c:v>2</c:v>
                </c:pt>
                <c:pt idx="25201">
                  <c:v>2</c:v>
                </c:pt>
                <c:pt idx="25202">
                  <c:v>5</c:v>
                </c:pt>
                <c:pt idx="25203">
                  <c:v>6</c:v>
                </c:pt>
                <c:pt idx="25204">
                  <c:v>1</c:v>
                </c:pt>
                <c:pt idx="25205">
                  <c:v>2</c:v>
                </c:pt>
                <c:pt idx="25206">
                  <c:v>2</c:v>
                </c:pt>
                <c:pt idx="25207">
                  <c:v>1</c:v>
                </c:pt>
                <c:pt idx="25208">
                  <c:v>3</c:v>
                </c:pt>
                <c:pt idx="25209">
                  <c:v>4</c:v>
                </c:pt>
                <c:pt idx="25210">
                  <c:v>1</c:v>
                </c:pt>
                <c:pt idx="25211">
                  <c:v>3</c:v>
                </c:pt>
                <c:pt idx="25212">
                  <c:v>4</c:v>
                </c:pt>
                <c:pt idx="25213">
                  <c:v>2</c:v>
                </c:pt>
                <c:pt idx="25214">
                  <c:v>3</c:v>
                </c:pt>
                <c:pt idx="25215">
                  <c:v>3</c:v>
                </c:pt>
                <c:pt idx="25216">
                  <c:v>3</c:v>
                </c:pt>
                <c:pt idx="25217">
                  <c:v>2</c:v>
                </c:pt>
                <c:pt idx="25218">
                  <c:v>3</c:v>
                </c:pt>
                <c:pt idx="25219">
                  <c:v>2</c:v>
                </c:pt>
                <c:pt idx="25220">
                  <c:v>2</c:v>
                </c:pt>
                <c:pt idx="25221">
                  <c:v>-2</c:v>
                </c:pt>
                <c:pt idx="25222">
                  <c:v>3</c:v>
                </c:pt>
                <c:pt idx="25223">
                  <c:v>5</c:v>
                </c:pt>
                <c:pt idx="25224">
                  <c:v>4</c:v>
                </c:pt>
                <c:pt idx="25225">
                  <c:v>6</c:v>
                </c:pt>
                <c:pt idx="25226">
                  <c:v>7</c:v>
                </c:pt>
                <c:pt idx="25227">
                  <c:v>5</c:v>
                </c:pt>
                <c:pt idx="25228">
                  <c:v>6</c:v>
                </c:pt>
                <c:pt idx="25229">
                  <c:v>6</c:v>
                </c:pt>
                <c:pt idx="25230">
                  <c:v>5</c:v>
                </c:pt>
                <c:pt idx="25231">
                  <c:v>5</c:v>
                </c:pt>
                <c:pt idx="25232">
                  <c:v>4</c:v>
                </c:pt>
                <c:pt idx="25233">
                  <c:v>4</c:v>
                </c:pt>
                <c:pt idx="25234">
                  <c:v>3</c:v>
                </c:pt>
                <c:pt idx="25235">
                  <c:v>4</c:v>
                </c:pt>
                <c:pt idx="25236">
                  <c:v>2</c:v>
                </c:pt>
                <c:pt idx="25237">
                  <c:v>2</c:v>
                </c:pt>
                <c:pt idx="25238">
                  <c:v>2</c:v>
                </c:pt>
                <c:pt idx="25239">
                  <c:v>-3</c:v>
                </c:pt>
                <c:pt idx="25240">
                  <c:v>2</c:v>
                </c:pt>
                <c:pt idx="25241">
                  <c:v>3</c:v>
                </c:pt>
                <c:pt idx="25242">
                  <c:v>3</c:v>
                </c:pt>
                <c:pt idx="25243">
                  <c:v>2</c:v>
                </c:pt>
                <c:pt idx="25244">
                  <c:v>3</c:v>
                </c:pt>
                <c:pt idx="25245">
                  <c:v>5</c:v>
                </c:pt>
                <c:pt idx="25246">
                  <c:v>2</c:v>
                </c:pt>
                <c:pt idx="25247">
                  <c:v>3</c:v>
                </c:pt>
                <c:pt idx="25248">
                  <c:v>5</c:v>
                </c:pt>
                <c:pt idx="25249">
                  <c:v>3</c:v>
                </c:pt>
                <c:pt idx="25250">
                  <c:v>2</c:v>
                </c:pt>
                <c:pt idx="25251">
                  <c:v>1</c:v>
                </c:pt>
                <c:pt idx="25252">
                  <c:v>2</c:v>
                </c:pt>
                <c:pt idx="25253">
                  <c:v>2</c:v>
                </c:pt>
                <c:pt idx="25254">
                  <c:v>1</c:v>
                </c:pt>
                <c:pt idx="25255">
                  <c:v>2</c:v>
                </c:pt>
                <c:pt idx="25256">
                  <c:v>3</c:v>
                </c:pt>
                <c:pt idx="25257">
                  <c:v>1</c:v>
                </c:pt>
                <c:pt idx="25258">
                  <c:v>2</c:v>
                </c:pt>
                <c:pt idx="25259">
                  <c:v>5</c:v>
                </c:pt>
                <c:pt idx="25260">
                  <c:v>2</c:v>
                </c:pt>
                <c:pt idx="25261">
                  <c:v>4</c:v>
                </c:pt>
                <c:pt idx="25262">
                  <c:v>2</c:v>
                </c:pt>
                <c:pt idx="25263">
                  <c:v>4</c:v>
                </c:pt>
                <c:pt idx="25264">
                  <c:v>3</c:v>
                </c:pt>
                <c:pt idx="25265">
                  <c:v>2</c:v>
                </c:pt>
                <c:pt idx="25266">
                  <c:v>3</c:v>
                </c:pt>
                <c:pt idx="25267">
                  <c:v>2</c:v>
                </c:pt>
                <c:pt idx="25268">
                  <c:v>1</c:v>
                </c:pt>
                <c:pt idx="25269">
                  <c:v>4</c:v>
                </c:pt>
                <c:pt idx="25270">
                  <c:v>5</c:v>
                </c:pt>
                <c:pt idx="25271">
                  <c:v>5</c:v>
                </c:pt>
                <c:pt idx="25272">
                  <c:v>2</c:v>
                </c:pt>
                <c:pt idx="25273">
                  <c:v>4</c:v>
                </c:pt>
                <c:pt idx="25274">
                  <c:v>10</c:v>
                </c:pt>
                <c:pt idx="25275">
                  <c:v>2</c:v>
                </c:pt>
                <c:pt idx="25276">
                  <c:v>2</c:v>
                </c:pt>
                <c:pt idx="25277">
                  <c:v>2</c:v>
                </c:pt>
                <c:pt idx="25278">
                  <c:v>3</c:v>
                </c:pt>
                <c:pt idx="25279">
                  <c:v>2</c:v>
                </c:pt>
                <c:pt idx="25280">
                  <c:v>2</c:v>
                </c:pt>
                <c:pt idx="25281">
                  <c:v>2</c:v>
                </c:pt>
                <c:pt idx="25282">
                  <c:v>2</c:v>
                </c:pt>
                <c:pt idx="25283">
                  <c:v>2</c:v>
                </c:pt>
                <c:pt idx="25284">
                  <c:v>2</c:v>
                </c:pt>
                <c:pt idx="25285">
                  <c:v>2</c:v>
                </c:pt>
                <c:pt idx="25286">
                  <c:v>2</c:v>
                </c:pt>
                <c:pt idx="25287">
                  <c:v>1</c:v>
                </c:pt>
                <c:pt idx="25288">
                  <c:v>2</c:v>
                </c:pt>
                <c:pt idx="25289">
                  <c:v>3</c:v>
                </c:pt>
                <c:pt idx="25290">
                  <c:v>1</c:v>
                </c:pt>
                <c:pt idx="25291">
                  <c:v>1</c:v>
                </c:pt>
                <c:pt idx="25292">
                  <c:v>1</c:v>
                </c:pt>
                <c:pt idx="25293">
                  <c:v>1</c:v>
                </c:pt>
                <c:pt idx="25294">
                  <c:v>2</c:v>
                </c:pt>
                <c:pt idx="25295">
                  <c:v>2</c:v>
                </c:pt>
                <c:pt idx="25296">
                  <c:v>1</c:v>
                </c:pt>
                <c:pt idx="25297">
                  <c:v>1</c:v>
                </c:pt>
                <c:pt idx="25298">
                  <c:v>1</c:v>
                </c:pt>
                <c:pt idx="25299">
                  <c:v>1</c:v>
                </c:pt>
                <c:pt idx="25300">
                  <c:v>1</c:v>
                </c:pt>
                <c:pt idx="25301">
                  <c:v>1</c:v>
                </c:pt>
                <c:pt idx="25302">
                  <c:v>3</c:v>
                </c:pt>
                <c:pt idx="25303">
                  <c:v>3</c:v>
                </c:pt>
                <c:pt idx="25304">
                  <c:v>6</c:v>
                </c:pt>
                <c:pt idx="25305">
                  <c:v>6</c:v>
                </c:pt>
                <c:pt idx="25306">
                  <c:v>5</c:v>
                </c:pt>
                <c:pt idx="25307">
                  <c:v>6</c:v>
                </c:pt>
                <c:pt idx="25308">
                  <c:v>5</c:v>
                </c:pt>
                <c:pt idx="25309">
                  <c:v>6</c:v>
                </c:pt>
                <c:pt idx="25310">
                  <c:v>6</c:v>
                </c:pt>
                <c:pt idx="25311">
                  <c:v>7</c:v>
                </c:pt>
                <c:pt idx="25312">
                  <c:v>6</c:v>
                </c:pt>
                <c:pt idx="25313">
                  <c:v>5</c:v>
                </c:pt>
                <c:pt idx="25314">
                  <c:v>6</c:v>
                </c:pt>
                <c:pt idx="25315">
                  <c:v>2</c:v>
                </c:pt>
                <c:pt idx="25316">
                  <c:v>2</c:v>
                </c:pt>
                <c:pt idx="25317">
                  <c:v>2</c:v>
                </c:pt>
                <c:pt idx="25318">
                  <c:v>4</c:v>
                </c:pt>
                <c:pt idx="25319">
                  <c:v>4</c:v>
                </c:pt>
                <c:pt idx="25320">
                  <c:v>2</c:v>
                </c:pt>
                <c:pt idx="25321">
                  <c:v>3</c:v>
                </c:pt>
                <c:pt idx="25322">
                  <c:v>1</c:v>
                </c:pt>
                <c:pt idx="25323">
                  <c:v>2</c:v>
                </c:pt>
                <c:pt idx="25324">
                  <c:v>2</c:v>
                </c:pt>
                <c:pt idx="25325">
                  <c:v>3</c:v>
                </c:pt>
                <c:pt idx="25326">
                  <c:v>3</c:v>
                </c:pt>
                <c:pt idx="25327">
                  <c:v>8</c:v>
                </c:pt>
                <c:pt idx="25328">
                  <c:v>5</c:v>
                </c:pt>
                <c:pt idx="25329">
                  <c:v>3</c:v>
                </c:pt>
                <c:pt idx="25330">
                  <c:v>1</c:v>
                </c:pt>
                <c:pt idx="25331">
                  <c:v>1</c:v>
                </c:pt>
                <c:pt idx="25332">
                  <c:v>3</c:v>
                </c:pt>
                <c:pt idx="25333">
                  <c:v>3</c:v>
                </c:pt>
                <c:pt idx="25334">
                  <c:v>2</c:v>
                </c:pt>
                <c:pt idx="25335">
                  <c:v>3</c:v>
                </c:pt>
                <c:pt idx="25336">
                  <c:v>2</c:v>
                </c:pt>
                <c:pt idx="25337">
                  <c:v>6</c:v>
                </c:pt>
                <c:pt idx="25338">
                  <c:v>4</c:v>
                </c:pt>
                <c:pt idx="25339">
                  <c:v>1</c:v>
                </c:pt>
                <c:pt idx="25340">
                  <c:v>4</c:v>
                </c:pt>
                <c:pt idx="25341">
                  <c:v>2</c:v>
                </c:pt>
                <c:pt idx="25342">
                  <c:v>2</c:v>
                </c:pt>
                <c:pt idx="25343">
                  <c:v>2</c:v>
                </c:pt>
                <c:pt idx="25344">
                  <c:v>2</c:v>
                </c:pt>
                <c:pt idx="25345">
                  <c:v>2</c:v>
                </c:pt>
                <c:pt idx="25346">
                  <c:v>1</c:v>
                </c:pt>
                <c:pt idx="25347">
                  <c:v>1</c:v>
                </c:pt>
                <c:pt idx="25348">
                  <c:v>1</c:v>
                </c:pt>
                <c:pt idx="25349">
                  <c:v>3</c:v>
                </c:pt>
                <c:pt idx="25350">
                  <c:v>3</c:v>
                </c:pt>
                <c:pt idx="25351">
                  <c:v>2</c:v>
                </c:pt>
                <c:pt idx="25352">
                  <c:v>2</c:v>
                </c:pt>
                <c:pt idx="25353">
                  <c:v>5</c:v>
                </c:pt>
                <c:pt idx="25354">
                  <c:v>7</c:v>
                </c:pt>
                <c:pt idx="25355">
                  <c:v>2</c:v>
                </c:pt>
                <c:pt idx="25356">
                  <c:v>1</c:v>
                </c:pt>
                <c:pt idx="25357">
                  <c:v>1</c:v>
                </c:pt>
                <c:pt idx="25358">
                  <c:v>1</c:v>
                </c:pt>
                <c:pt idx="25359">
                  <c:v>3</c:v>
                </c:pt>
                <c:pt idx="25360">
                  <c:v>3</c:v>
                </c:pt>
                <c:pt idx="25361">
                  <c:v>3</c:v>
                </c:pt>
                <c:pt idx="25362">
                  <c:v>3</c:v>
                </c:pt>
                <c:pt idx="25363">
                  <c:v>3</c:v>
                </c:pt>
                <c:pt idx="25364">
                  <c:v>3</c:v>
                </c:pt>
                <c:pt idx="25365">
                  <c:v>3</c:v>
                </c:pt>
                <c:pt idx="25366">
                  <c:v>3</c:v>
                </c:pt>
                <c:pt idx="25367">
                  <c:v>4</c:v>
                </c:pt>
                <c:pt idx="25368">
                  <c:v>4</c:v>
                </c:pt>
                <c:pt idx="25369">
                  <c:v>2</c:v>
                </c:pt>
                <c:pt idx="25370">
                  <c:v>3</c:v>
                </c:pt>
                <c:pt idx="25371">
                  <c:v>2</c:v>
                </c:pt>
                <c:pt idx="25372">
                  <c:v>3</c:v>
                </c:pt>
                <c:pt idx="25373">
                  <c:v>2</c:v>
                </c:pt>
                <c:pt idx="25374">
                  <c:v>1</c:v>
                </c:pt>
                <c:pt idx="25375">
                  <c:v>1</c:v>
                </c:pt>
                <c:pt idx="25376">
                  <c:v>1</c:v>
                </c:pt>
                <c:pt idx="25377">
                  <c:v>1</c:v>
                </c:pt>
                <c:pt idx="25378">
                  <c:v>3</c:v>
                </c:pt>
                <c:pt idx="25379">
                  <c:v>4</c:v>
                </c:pt>
                <c:pt idx="25380">
                  <c:v>4</c:v>
                </c:pt>
                <c:pt idx="25381">
                  <c:v>4</c:v>
                </c:pt>
                <c:pt idx="25382">
                  <c:v>1</c:v>
                </c:pt>
                <c:pt idx="25383">
                  <c:v>3</c:v>
                </c:pt>
                <c:pt idx="25384">
                  <c:v>2</c:v>
                </c:pt>
                <c:pt idx="25385">
                  <c:v>3</c:v>
                </c:pt>
                <c:pt idx="25386">
                  <c:v>3</c:v>
                </c:pt>
                <c:pt idx="25387">
                  <c:v>4</c:v>
                </c:pt>
                <c:pt idx="25388">
                  <c:v>4</c:v>
                </c:pt>
                <c:pt idx="25389">
                  <c:v>4</c:v>
                </c:pt>
                <c:pt idx="25390">
                  <c:v>4</c:v>
                </c:pt>
                <c:pt idx="25391">
                  <c:v>3</c:v>
                </c:pt>
                <c:pt idx="25392">
                  <c:v>4</c:v>
                </c:pt>
                <c:pt idx="25393">
                  <c:v>3</c:v>
                </c:pt>
                <c:pt idx="25394">
                  <c:v>3</c:v>
                </c:pt>
                <c:pt idx="25395">
                  <c:v>4</c:v>
                </c:pt>
                <c:pt idx="25396">
                  <c:v>3</c:v>
                </c:pt>
                <c:pt idx="25397">
                  <c:v>3</c:v>
                </c:pt>
                <c:pt idx="25398">
                  <c:v>5</c:v>
                </c:pt>
                <c:pt idx="25399">
                  <c:v>5</c:v>
                </c:pt>
                <c:pt idx="25400">
                  <c:v>3</c:v>
                </c:pt>
                <c:pt idx="25401">
                  <c:v>4</c:v>
                </c:pt>
                <c:pt idx="25402">
                  <c:v>2</c:v>
                </c:pt>
                <c:pt idx="25403">
                  <c:v>1</c:v>
                </c:pt>
                <c:pt idx="25404">
                  <c:v>1</c:v>
                </c:pt>
                <c:pt idx="25405">
                  <c:v>3</c:v>
                </c:pt>
                <c:pt idx="25406">
                  <c:v>3</c:v>
                </c:pt>
                <c:pt idx="25407">
                  <c:v>2</c:v>
                </c:pt>
                <c:pt idx="25408">
                  <c:v>3</c:v>
                </c:pt>
                <c:pt idx="25409">
                  <c:v>2</c:v>
                </c:pt>
                <c:pt idx="25410">
                  <c:v>2</c:v>
                </c:pt>
                <c:pt idx="25411">
                  <c:v>2</c:v>
                </c:pt>
                <c:pt idx="25412">
                  <c:v>1</c:v>
                </c:pt>
                <c:pt idx="25413">
                  <c:v>1</c:v>
                </c:pt>
                <c:pt idx="25414">
                  <c:v>1</c:v>
                </c:pt>
                <c:pt idx="25415">
                  <c:v>2</c:v>
                </c:pt>
                <c:pt idx="25416">
                  <c:v>2</c:v>
                </c:pt>
                <c:pt idx="25417">
                  <c:v>2</c:v>
                </c:pt>
                <c:pt idx="25418">
                  <c:v>2</c:v>
                </c:pt>
                <c:pt idx="25419">
                  <c:v>2</c:v>
                </c:pt>
                <c:pt idx="25420">
                  <c:v>2</c:v>
                </c:pt>
                <c:pt idx="25421">
                  <c:v>2</c:v>
                </c:pt>
                <c:pt idx="25422">
                  <c:v>1</c:v>
                </c:pt>
                <c:pt idx="25423">
                  <c:v>1</c:v>
                </c:pt>
                <c:pt idx="25424">
                  <c:v>1</c:v>
                </c:pt>
                <c:pt idx="25425">
                  <c:v>3</c:v>
                </c:pt>
                <c:pt idx="25426">
                  <c:v>3</c:v>
                </c:pt>
                <c:pt idx="25427">
                  <c:v>1</c:v>
                </c:pt>
                <c:pt idx="25428">
                  <c:v>3</c:v>
                </c:pt>
                <c:pt idx="25429">
                  <c:v>2</c:v>
                </c:pt>
                <c:pt idx="25430">
                  <c:v>1</c:v>
                </c:pt>
                <c:pt idx="25431">
                  <c:v>1</c:v>
                </c:pt>
                <c:pt idx="25432">
                  <c:v>3</c:v>
                </c:pt>
                <c:pt idx="25433">
                  <c:v>4</c:v>
                </c:pt>
                <c:pt idx="25434">
                  <c:v>4</c:v>
                </c:pt>
                <c:pt idx="25435">
                  <c:v>2</c:v>
                </c:pt>
                <c:pt idx="25436">
                  <c:v>4</c:v>
                </c:pt>
                <c:pt idx="25437">
                  <c:v>3</c:v>
                </c:pt>
                <c:pt idx="25438">
                  <c:v>3</c:v>
                </c:pt>
                <c:pt idx="25439">
                  <c:v>3</c:v>
                </c:pt>
                <c:pt idx="25440">
                  <c:v>3</c:v>
                </c:pt>
                <c:pt idx="25441">
                  <c:v>3</c:v>
                </c:pt>
                <c:pt idx="25442">
                  <c:v>3</c:v>
                </c:pt>
                <c:pt idx="25443">
                  <c:v>3</c:v>
                </c:pt>
                <c:pt idx="25444">
                  <c:v>3</c:v>
                </c:pt>
                <c:pt idx="25445">
                  <c:v>3</c:v>
                </c:pt>
                <c:pt idx="25446">
                  <c:v>3</c:v>
                </c:pt>
                <c:pt idx="25447">
                  <c:v>5</c:v>
                </c:pt>
                <c:pt idx="25448">
                  <c:v>3</c:v>
                </c:pt>
                <c:pt idx="25449">
                  <c:v>2</c:v>
                </c:pt>
                <c:pt idx="25450">
                  <c:v>2</c:v>
                </c:pt>
                <c:pt idx="25451">
                  <c:v>2</c:v>
                </c:pt>
                <c:pt idx="25452">
                  <c:v>1</c:v>
                </c:pt>
                <c:pt idx="25453">
                  <c:v>2</c:v>
                </c:pt>
                <c:pt idx="25454">
                  <c:v>2</c:v>
                </c:pt>
                <c:pt idx="25455">
                  <c:v>2</c:v>
                </c:pt>
                <c:pt idx="25456">
                  <c:v>2</c:v>
                </c:pt>
                <c:pt idx="25457">
                  <c:v>3</c:v>
                </c:pt>
                <c:pt idx="25458">
                  <c:v>1</c:v>
                </c:pt>
                <c:pt idx="25459">
                  <c:v>2</c:v>
                </c:pt>
                <c:pt idx="25460">
                  <c:v>1</c:v>
                </c:pt>
                <c:pt idx="25461">
                  <c:v>5</c:v>
                </c:pt>
                <c:pt idx="25462">
                  <c:v>4</c:v>
                </c:pt>
                <c:pt idx="25463">
                  <c:v>8</c:v>
                </c:pt>
                <c:pt idx="25464">
                  <c:v>8</c:v>
                </c:pt>
                <c:pt idx="25465">
                  <c:v>5</c:v>
                </c:pt>
                <c:pt idx="25466">
                  <c:v>4</c:v>
                </c:pt>
                <c:pt idx="25467">
                  <c:v>3</c:v>
                </c:pt>
                <c:pt idx="25468">
                  <c:v>6</c:v>
                </c:pt>
                <c:pt idx="25469">
                  <c:v>7</c:v>
                </c:pt>
                <c:pt idx="25470">
                  <c:v>7</c:v>
                </c:pt>
                <c:pt idx="25471">
                  <c:v>4</c:v>
                </c:pt>
                <c:pt idx="25472">
                  <c:v>2</c:v>
                </c:pt>
                <c:pt idx="25473">
                  <c:v>2</c:v>
                </c:pt>
                <c:pt idx="25474">
                  <c:v>2</c:v>
                </c:pt>
                <c:pt idx="25475">
                  <c:v>3</c:v>
                </c:pt>
                <c:pt idx="25476">
                  <c:v>5</c:v>
                </c:pt>
                <c:pt idx="25477">
                  <c:v>4</c:v>
                </c:pt>
                <c:pt idx="25478">
                  <c:v>2</c:v>
                </c:pt>
                <c:pt idx="25479">
                  <c:v>2</c:v>
                </c:pt>
                <c:pt idx="25480">
                  <c:v>5</c:v>
                </c:pt>
                <c:pt idx="25481">
                  <c:v>1</c:v>
                </c:pt>
                <c:pt idx="25482">
                  <c:v>2</c:v>
                </c:pt>
                <c:pt idx="25483">
                  <c:v>2</c:v>
                </c:pt>
                <c:pt idx="25484">
                  <c:v>2</c:v>
                </c:pt>
                <c:pt idx="25485">
                  <c:v>6</c:v>
                </c:pt>
                <c:pt idx="25486">
                  <c:v>2</c:v>
                </c:pt>
                <c:pt idx="25487">
                  <c:v>4</c:v>
                </c:pt>
                <c:pt idx="25488">
                  <c:v>2</c:v>
                </c:pt>
                <c:pt idx="25489">
                  <c:v>3</c:v>
                </c:pt>
                <c:pt idx="25490">
                  <c:v>3</c:v>
                </c:pt>
                <c:pt idx="25491">
                  <c:v>8</c:v>
                </c:pt>
                <c:pt idx="25492">
                  <c:v>3</c:v>
                </c:pt>
                <c:pt idx="25493">
                  <c:v>5</c:v>
                </c:pt>
                <c:pt idx="25494">
                  <c:v>1</c:v>
                </c:pt>
                <c:pt idx="25495">
                  <c:v>2</c:v>
                </c:pt>
                <c:pt idx="25496">
                  <c:v>5</c:v>
                </c:pt>
                <c:pt idx="25497">
                  <c:v>6</c:v>
                </c:pt>
                <c:pt idx="25498">
                  <c:v>4</c:v>
                </c:pt>
                <c:pt idx="25499">
                  <c:v>1</c:v>
                </c:pt>
                <c:pt idx="25500">
                  <c:v>5</c:v>
                </c:pt>
                <c:pt idx="25501">
                  <c:v>3</c:v>
                </c:pt>
                <c:pt idx="25502">
                  <c:v>6</c:v>
                </c:pt>
                <c:pt idx="25503">
                  <c:v>6</c:v>
                </c:pt>
                <c:pt idx="25504">
                  <c:v>4</c:v>
                </c:pt>
                <c:pt idx="25505">
                  <c:v>6</c:v>
                </c:pt>
                <c:pt idx="25506">
                  <c:v>5</c:v>
                </c:pt>
                <c:pt idx="25507">
                  <c:v>2</c:v>
                </c:pt>
                <c:pt idx="25508">
                  <c:v>4</c:v>
                </c:pt>
                <c:pt idx="25509">
                  <c:v>2</c:v>
                </c:pt>
                <c:pt idx="25510">
                  <c:v>2</c:v>
                </c:pt>
                <c:pt idx="25511">
                  <c:v>4</c:v>
                </c:pt>
                <c:pt idx="25512">
                  <c:v>4</c:v>
                </c:pt>
                <c:pt idx="25513">
                  <c:v>4</c:v>
                </c:pt>
                <c:pt idx="25514">
                  <c:v>2</c:v>
                </c:pt>
                <c:pt idx="25515">
                  <c:v>2</c:v>
                </c:pt>
                <c:pt idx="25516">
                  <c:v>2</c:v>
                </c:pt>
                <c:pt idx="25517">
                  <c:v>4</c:v>
                </c:pt>
                <c:pt idx="25518">
                  <c:v>3</c:v>
                </c:pt>
                <c:pt idx="25519">
                  <c:v>4</c:v>
                </c:pt>
                <c:pt idx="25520">
                  <c:v>7</c:v>
                </c:pt>
                <c:pt idx="25521">
                  <c:v>6</c:v>
                </c:pt>
                <c:pt idx="25522">
                  <c:v>5</c:v>
                </c:pt>
                <c:pt idx="25523">
                  <c:v>-3</c:v>
                </c:pt>
                <c:pt idx="25524">
                  <c:v>3</c:v>
                </c:pt>
                <c:pt idx="25525">
                  <c:v>3</c:v>
                </c:pt>
                <c:pt idx="25526">
                  <c:v>4</c:v>
                </c:pt>
                <c:pt idx="25527">
                  <c:v>4</c:v>
                </c:pt>
                <c:pt idx="25528">
                  <c:v>4</c:v>
                </c:pt>
                <c:pt idx="25529">
                  <c:v>4</c:v>
                </c:pt>
                <c:pt idx="25530">
                  <c:v>4</c:v>
                </c:pt>
                <c:pt idx="25531">
                  <c:v>4</c:v>
                </c:pt>
                <c:pt idx="25532">
                  <c:v>4</c:v>
                </c:pt>
                <c:pt idx="25533">
                  <c:v>5</c:v>
                </c:pt>
                <c:pt idx="25534">
                  <c:v>6</c:v>
                </c:pt>
                <c:pt idx="25535">
                  <c:v>4</c:v>
                </c:pt>
                <c:pt idx="25536">
                  <c:v>3</c:v>
                </c:pt>
                <c:pt idx="25537">
                  <c:v>2</c:v>
                </c:pt>
                <c:pt idx="25538">
                  <c:v>2</c:v>
                </c:pt>
                <c:pt idx="25539">
                  <c:v>2</c:v>
                </c:pt>
                <c:pt idx="25540">
                  <c:v>2</c:v>
                </c:pt>
                <c:pt idx="25541">
                  <c:v>2</c:v>
                </c:pt>
                <c:pt idx="25542">
                  <c:v>3</c:v>
                </c:pt>
                <c:pt idx="25543">
                  <c:v>2</c:v>
                </c:pt>
                <c:pt idx="25544">
                  <c:v>2</c:v>
                </c:pt>
                <c:pt idx="25545">
                  <c:v>3</c:v>
                </c:pt>
                <c:pt idx="25546">
                  <c:v>3</c:v>
                </c:pt>
                <c:pt idx="25547">
                  <c:v>4</c:v>
                </c:pt>
                <c:pt idx="25548">
                  <c:v>3</c:v>
                </c:pt>
                <c:pt idx="25549">
                  <c:v>3</c:v>
                </c:pt>
                <c:pt idx="25550">
                  <c:v>3</c:v>
                </c:pt>
                <c:pt idx="25551">
                  <c:v>2</c:v>
                </c:pt>
                <c:pt idx="25552">
                  <c:v>2</c:v>
                </c:pt>
                <c:pt idx="25553">
                  <c:v>4</c:v>
                </c:pt>
                <c:pt idx="25554">
                  <c:v>3</c:v>
                </c:pt>
                <c:pt idx="25555">
                  <c:v>3</c:v>
                </c:pt>
                <c:pt idx="25556">
                  <c:v>3</c:v>
                </c:pt>
                <c:pt idx="25557">
                  <c:v>1</c:v>
                </c:pt>
                <c:pt idx="25558">
                  <c:v>2</c:v>
                </c:pt>
                <c:pt idx="25559">
                  <c:v>2</c:v>
                </c:pt>
                <c:pt idx="25560">
                  <c:v>2</c:v>
                </c:pt>
                <c:pt idx="25561">
                  <c:v>2</c:v>
                </c:pt>
                <c:pt idx="25562">
                  <c:v>1</c:v>
                </c:pt>
                <c:pt idx="25563">
                  <c:v>1</c:v>
                </c:pt>
                <c:pt idx="25564">
                  <c:v>2</c:v>
                </c:pt>
                <c:pt idx="25565">
                  <c:v>1</c:v>
                </c:pt>
                <c:pt idx="25566">
                  <c:v>1</c:v>
                </c:pt>
                <c:pt idx="25567">
                  <c:v>1</c:v>
                </c:pt>
                <c:pt idx="25568">
                  <c:v>2</c:v>
                </c:pt>
                <c:pt idx="25569">
                  <c:v>1</c:v>
                </c:pt>
                <c:pt idx="25570">
                  <c:v>2</c:v>
                </c:pt>
                <c:pt idx="25571">
                  <c:v>2</c:v>
                </c:pt>
                <c:pt idx="25572">
                  <c:v>2</c:v>
                </c:pt>
                <c:pt idx="25573">
                  <c:v>3</c:v>
                </c:pt>
                <c:pt idx="25574">
                  <c:v>2</c:v>
                </c:pt>
                <c:pt idx="25575">
                  <c:v>2</c:v>
                </c:pt>
                <c:pt idx="25576">
                  <c:v>4</c:v>
                </c:pt>
                <c:pt idx="25577">
                  <c:v>2</c:v>
                </c:pt>
                <c:pt idx="25578">
                  <c:v>2</c:v>
                </c:pt>
                <c:pt idx="25579">
                  <c:v>1</c:v>
                </c:pt>
                <c:pt idx="25580">
                  <c:v>2</c:v>
                </c:pt>
                <c:pt idx="25581">
                  <c:v>2</c:v>
                </c:pt>
                <c:pt idx="25582">
                  <c:v>1</c:v>
                </c:pt>
                <c:pt idx="25583">
                  <c:v>1</c:v>
                </c:pt>
                <c:pt idx="25584">
                  <c:v>1</c:v>
                </c:pt>
                <c:pt idx="25585">
                  <c:v>1</c:v>
                </c:pt>
                <c:pt idx="25586">
                  <c:v>2</c:v>
                </c:pt>
                <c:pt idx="25587">
                  <c:v>1</c:v>
                </c:pt>
                <c:pt idx="25588">
                  <c:v>1</c:v>
                </c:pt>
                <c:pt idx="25589">
                  <c:v>1</c:v>
                </c:pt>
                <c:pt idx="25590">
                  <c:v>2</c:v>
                </c:pt>
                <c:pt idx="25591">
                  <c:v>1</c:v>
                </c:pt>
                <c:pt idx="25592">
                  <c:v>1</c:v>
                </c:pt>
                <c:pt idx="25593">
                  <c:v>1</c:v>
                </c:pt>
                <c:pt idx="25594">
                  <c:v>1</c:v>
                </c:pt>
                <c:pt idx="25595">
                  <c:v>1</c:v>
                </c:pt>
                <c:pt idx="25596">
                  <c:v>1</c:v>
                </c:pt>
                <c:pt idx="25597">
                  <c:v>1</c:v>
                </c:pt>
                <c:pt idx="25598">
                  <c:v>1</c:v>
                </c:pt>
                <c:pt idx="25599">
                  <c:v>1</c:v>
                </c:pt>
                <c:pt idx="25600">
                  <c:v>1</c:v>
                </c:pt>
                <c:pt idx="25601">
                  <c:v>1</c:v>
                </c:pt>
                <c:pt idx="25602">
                  <c:v>1</c:v>
                </c:pt>
                <c:pt idx="25603">
                  <c:v>2</c:v>
                </c:pt>
                <c:pt idx="25604">
                  <c:v>1</c:v>
                </c:pt>
                <c:pt idx="25605">
                  <c:v>1</c:v>
                </c:pt>
                <c:pt idx="25606">
                  <c:v>2</c:v>
                </c:pt>
                <c:pt idx="25607">
                  <c:v>4</c:v>
                </c:pt>
                <c:pt idx="25608">
                  <c:v>3</c:v>
                </c:pt>
                <c:pt idx="25609">
                  <c:v>4</c:v>
                </c:pt>
                <c:pt idx="25610">
                  <c:v>2</c:v>
                </c:pt>
                <c:pt idx="25611">
                  <c:v>2</c:v>
                </c:pt>
                <c:pt idx="25612">
                  <c:v>1</c:v>
                </c:pt>
                <c:pt idx="25613">
                  <c:v>3</c:v>
                </c:pt>
                <c:pt idx="25614">
                  <c:v>2</c:v>
                </c:pt>
                <c:pt idx="25615">
                  <c:v>1</c:v>
                </c:pt>
                <c:pt idx="25616">
                  <c:v>1</c:v>
                </c:pt>
                <c:pt idx="25617">
                  <c:v>1</c:v>
                </c:pt>
                <c:pt idx="25618">
                  <c:v>2</c:v>
                </c:pt>
                <c:pt idx="25619">
                  <c:v>2</c:v>
                </c:pt>
                <c:pt idx="25620">
                  <c:v>2</c:v>
                </c:pt>
                <c:pt idx="25621">
                  <c:v>2</c:v>
                </c:pt>
                <c:pt idx="25622">
                  <c:v>2</c:v>
                </c:pt>
                <c:pt idx="25623">
                  <c:v>2</c:v>
                </c:pt>
                <c:pt idx="25624">
                  <c:v>2</c:v>
                </c:pt>
                <c:pt idx="25625">
                  <c:v>2</c:v>
                </c:pt>
                <c:pt idx="25626">
                  <c:v>2</c:v>
                </c:pt>
                <c:pt idx="25627">
                  <c:v>2</c:v>
                </c:pt>
                <c:pt idx="25628">
                  <c:v>5</c:v>
                </c:pt>
                <c:pt idx="25629">
                  <c:v>2</c:v>
                </c:pt>
                <c:pt idx="25630">
                  <c:v>1</c:v>
                </c:pt>
                <c:pt idx="25631">
                  <c:v>2</c:v>
                </c:pt>
                <c:pt idx="25632">
                  <c:v>2</c:v>
                </c:pt>
                <c:pt idx="25633">
                  <c:v>2</c:v>
                </c:pt>
                <c:pt idx="25634">
                  <c:v>2</c:v>
                </c:pt>
                <c:pt idx="25635">
                  <c:v>2</c:v>
                </c:pt>
                <c:pt idx="25636">
                  <c:v>2</c:v>
                </c:pt>
                <c:pt idx="25637">
                  <c:v>2</c:v>
                </c:pt>
                <c:pt idx="25638">
                  <c:v>2</c:v>
                </c:pt>
                <c:pt idx="25639">
                  <c:v>7</c:v>
                </c:pt>
                <c:pt idx="25640">
                  <c:v>10</c:v>
                </c:pt>
                <c:pt idx="25641">
                  <c:v>2</c:v>
                </c:pt>
                <c:pt idx="25642">
                  <c:v>4</c:v>
                </c:pt>
                <c:pt idx="25643">
                  <c:v>4</c:v>
                </c:pt>
                <c:pt idx="25644">
                  <c:v>2</c:v>
                </c:pt>
                <c:pt idx="25645">
                  <c:v>2</c:v>
                </c:pt>
                <c:pt idx="25646">
                  <c:v>2</c:v>
                </c:pt>
                <c:pt idx="25647">
                  <c:v>2</c:v>
                </c:pt>
                <c:pt idx="25648">
                  <c:v>2</c:v>
                </c:pt>
                <c:pt idx="25649">
                  <c:v>2</c:v>
                </c:pt>
                <c:pt idx="25650">
                  <c:v>3</c:v>
                </c:pt>
                <c:pt idx="25651">
                  <c:v>4</c:v>
                </c:pt>
                <c:pt idx="25652">
                  <c:v>3</c:v>
                </c:pt>
                <c:pt idx="25653">
                  <c:v>3</c:v>
                </c:pt>
                <c:pt idx="25654">
                  <c:v>2</c:v>
                </c:pt>
                <c:pt idx="25655">
                  <c:v>2</c:v>
                </c:pt>
                <c:pt idx="25656">
                  <c:v>4</c:v>
                </c:pt>
                <c:pt idx="25657">
                  <c:v>5</c:v>
                </c:pt>
                <c:pt idx="25658">
                  <c:v>5</c:v>
                </c:pt>
                <c:pt idx="25659">
                  <c:v>3</c:v>
                </c:pt>
                <c:pt idx="25660">
                  <c:v>2</c:v>
                </c:pt>
                <c:pt idx="25661">
                  <c:v>2</c:v>
                </c:pt>
                <c:pt idx="25662">
                  <c:v>1</c:v>
                </c:pt>
                <c:pt idx="25663">
                  <c:v>1</c:v>
                </c:pt>
                <c:pt idx="25664">
                  <c:v>2</c:v>
                </c:pt>
                <c:pt idx="25665">
                  <c:v>1</c:v>
                </c:pt>
                <c:pt idx="25666">
                  <c:v>2</c:v>
                </c:pt>
                <c:pt idx="25667">
                  <c:v>1</c:v>
                </c:pt>
                <c:pt idx="25668">
                  <c:v>1</c:v>
                </c:pt>
                <c:pt idx="25669">
                  <c:v>1</c:v>
                </c:pt>
                <c:pt idx="25670">
                  <c:v>2</c:v>
                </c:pt>
                <c:pt idx="25671">
                  <c:v>1</c:v>
                </c:pt>
                <c:pt idx="25672">
                  <c:v>2</c:v>
                </c:pt>
                <c:pt idx="25673">
                  <c:v>1</c:v>
                </c:pt>
                <c:pt idx="25674">
                  <c:v>1</c:v>
                </c:pt>
                <c:pt idx="25675">
                  <c:v>3</c:v>
                </c:pt>
                <c:pt idx="25676">
                  <c:v>2</c:v>
                </c:pt>
                <c:pt idx="25677">
                  <c:v>3</c:v>
                </c:pt>
                <c:pt idx="25678">
                  <c:v>2</c:v>
                </c:pt>
                <c:pt idx="25679">
                  <c:v>1</c:v>
                </c:pt>
                <c:pt idx="25680">
                  <c:v>2</c:v>
                </c:pt>
                <c:pt idx="25681">
                  <c:v>2</c:v>
                </c:pt>
                <c:pt idx="25682">
                  <c:v>2</c:v>
                </c:pt>
                <c:pt idx="25683">
                  <c:v>2</c:v>
                </c:pt>
                <c:pt idx="25684">
                  <c:v>2</c:v>
                </c:pt>
                <c:pt idx="25685">
                  <c:v>3</c:v>
                </c:pt>
                <c:pt idx="25686">
                  <c:v>5</c:v>
                </c:pt>
                <c:pt idx="25687">
                  <c:v>5</c:v>
                </c:pt>
                <c:pt idx="25688">
                  <c:v>4</c:v>
                </c:pt>
                <c:pt idx="25689">
                  <c:v>6</c:v>
                </c:pt>
                <c:pt idx="25690">
                  <c:v>4</c:v>
                </c:pt>
                <c:pt idx="25691">
                  <c:v>2</c:v>
                </c:pt>
                <c:pt idx="25692">
                  <c:v>2</c:v>
                </c:pt>
                <c:pt idx="25693">
                  <c:v>5</c:v>
                </c:pt>
                <c:pt idx="25694">
                  <c:v>5</c:v>
                </c:pt>
                <c:pt idx="25695">
                  <c:v>4</c:v>
                </c:pt>
                <c:pt idx="25696">
                  <c:v>5</c:v>
                </c:pt>
                <c:pt idx="25697">
                  <c:v>4</c:v>
                </c:pt>
                <c:pt idx="25698">
                  <c:v>8</c:v>
                </c:pt>
                <c:pt idx="25699">
                  <c:v>5</c:v>
                </c:pt>
                <c:pt idx="25700">
                  <c:v>9</c:v>
                </c:pt>
                <c:pt idx="25701">
                  <c:v>3</c:v>
                </c:pt>
                <c:pt idx="25702">
                  <c:v>1</c:v>
                </c:pt>
                <c:pt idx="25703">
                  <c:v>3</c:v>
                </c:pt>
                <c:pt idx="25704">
                  <c:v>3</c:v>
                </c:pt>
                <c:pt idx="25705">
                  <c:v>1</c:v>
                </c:pt>
                <c:pt idx="25706">
                  <c:v>6</c:v>
                </c:pt>
                <c:pt idx="25707">
                  <c:v>1</c:v>
                </c:pt>
                <c:pt idx="25708">
                  <c:v>2</c:v>
                </c:pt>
                <c:pt idx="25709">
                  <c:v>7</c:v>
                </c:pt>
                <c:pt idx="25710">
                  <c:v>4</c:v>
                </c:pt>
                <c:pt idx="25711">
                  <c:v>4</c:v>
                </c:pt>
                <c:pt idx="25712">
                  <c:v>2</c:v>
                </c:pt>
                <c:pt idx="25713">
                  <c:v>4</c:v>
                </c:pt>
                <c:pt idx="25714">
                  <c:v>6</c:v>
                </c:pt>
                <c:pt idx="25715">
                  <c:v>3</c:v>
                </c:pt>
                <c:pt idx="25716">
                  <c:v>9</c:v>
                </c:pt>
                <c:pt idx="25717">
                  <c:v>5</c:v>
                </c:pt>
                <c:pt idx="25718">
                  <c:v>4</c:v>
                </c:pt>
                <c:pt idx="25719">
                  <c:v>2</c:v>
                </c:pt>
                <c:pt idx="25720">
                  <c:v>2</c:v>
                </c:pt>
                <c:pt idx="25721">
                  <c:v>7</c:v>
                </c:pt>
                <c:pt idx="25722">
                  <c:v>2</c:v>
                </c:pt>
                <c:pt idx="25723">
                  <c:v>1</c:v>
                </c:pt>
                <c:pt idx="25724">
                  <c:v>2</c:v>
                </c:pt>
                <c:pt idx="25725">
                  <c:v>3</c:v>
                </c:pt>
                <c:pt idx="25726">
                  <c:v>9</c:v>
                </c:pt>
                <c:pt idx="25727">
                  <c:v>5</c:v>
                </c:pt>
                <c:pt idx="25728">
                  <c:v>2</c:v>
                </c:pt>
                <c:pt idx="25729">
                  <c:v>1</c:v>
                </c:pt>
                <c:pt idx="25730">
                  <c:v>3</c:v>
                </c:pt>
                <c:pt idx="25731">
                  <c:v>1</c:v>
                </c:pt>
                <c:pt idx="25732">
                  <c:v>2</c:v>
                </c:pt>
                <c:pt idx="25733">
                  <c:v>2</c:v>
                </c:pt>
                <c:pt idx="25734">
                  <c:v>2</c:v>
                </c:pt>
                <c:pt idx="25735">
                  <c:v>4</c:v>
                </c:pt>
                <c:pt idx="25736">
                  <c:v>3</c:v>
                </c:pt>
                <c:pt idx="25737">
                  <c:v>2</c:v>
                </c:pt>
                <c:pt idx="25738">
                  <c:v>2</c:v>
                </c:pt>
                <c:pt idx="25739">
                  <c:v>3</c:v>
                </c:pt>
                <c:pt idx="25740">
                  <c:v>2</c:v>
                </c:pt>
                <c:pt idx="25741">
                  <c:v>2</c:v>
                </c:pt>
                <c:pt idx="25742">
                  <c:v>3</c:v>
                </c:pt>
                <c:pt idx="25743">
                  <c:v>3</c:v>
                </c:pt>
                <c:pt idx="25744">
                  <c:v>1</c:v>
                </c:pt>
                <c:pt idx="25745">
                  <c:v>2</c:v>
                </c:pt>
                <c:pt idx="25746">
                  <c:v>2</c:v>
                </c:pt>
                <c:pt idx="25747">
                  <c:v>2</c:v>
                </c:pt>
                <c:pt idx="25748">
                  <c:v>1</c:v>
                </c:pt>
                <c:pt idx="25749">
                  <c:v>2</c:v>
                </c:pt>
                <c:pt idx="25750">
                  <c:v>2</c:v>
                </c:pt>
                <c:pt idx="25751">
                  <c:v>2</c:v>
                </c:pt>
                <c:pt idx="25752">
                  <c:v>2</c:v>
                </c:pt>
                <c:pt idx="25753">
                  <c:v>3</c:v>
                </c:pt>
                <c:pt idx="25754">
                  <c:v>2</c:v>
                </c:pt>
                <c:pt idx="25755">
                  <c:v>3</c:v>
                </c:pt>
                <c:pt idx="25756">
                  <c:v>2</c:v>
                </c:pt>
                <c:pt idx="25757">
                  <c:v>2</c:v>
                </c:pt>
                <c:pt idx="25758">
                  <c:v>2</c:v>
                </c:pt>
                <c:pt idx="25759">
                  <c:v>2</c:v>
                </c:pt>
                <c:pt idx="25760">
                  <c:v>3</c:v>
                </c:pt>
                <c:pt idx="25761">
                  <c:v>2</c:v>
                </c:pt>
                <c:pt idx="25762">
                  <c:v>2</c:v>
                </c:pt>
                <c:pt idx="25763">
                  <c:v>2</c:v>
                </c:pt>
                <c:pt idx="25764">
                  <c:v>3</c:v>
                </c:pt>
                <c:pt idx="25765">
                  <c:v>2</c:v>
                </c:pt>
                <c:pt idx="25766">
                  <c:v>4</c:v>
                </c:pt>
                <c:pt idx="25767">
                  <c:v>2</c:v>
                </c:pt>
                <c:pt idx="25768">
                  <c:v>3</c:v>
                </c:pt>
                <c:pt idx="25769">
                  <c:v>2</c:v>
                </c:pt>
                <c:pt idx="25770">
                  <c:v>4</c:v>
                </c:pt>
                <c:pt idx="25771">
                  <c:v>1</c:v>
                </c:pt>
                <c:pt idx="25772">
                  <c:v>2</c:v>
                </c:pt>
                <c:pt idx="25773">
                  <c:v>1</c:v>
                </c:pt>
                <c:pt idx="25774">
                  <c:v>2</c:v>
                </c:pt>
                <c:pt idx="25775">
                  <c:v>1</c:v>
                </c:pt>
                <c:pt idx="25776">
                  <c:v>1</c:v>
                </c:pt>
                <c:pt idx="25777">
                  <c:v>2</c:v>
                </c:pt>
                <c:pt idx="25778">
                  <c:v>2</c:v>
                </c:pt>
                <c:pt idx="25779">
                  <c:v>1</c:v>
                </c:pt>
                <c:pt idx="25780">
                  <c:v>2</c:v>
                </c:pt>
                <c:pt idx="25781">
                  <c:v>4</c:v>
                </c:pt>
                <c:pt idx="25782">
                  <c:v>5</c:v>
                </c:pt>
                <c:pt idx="25783">
                  <c:v>3</c:v>
                </c:pt>
                <c:pt idx="25784">
                  <c:v>3</c:v>
                </c:pt>
                <c:pt idx="25785">
                  <c:v>2</c:v>
                </c:pt>
                <c:pt idx="25786">
                  <c:v>2</c:v>
                </c:pt>
                <c:pt idx="25787">
                  <c:v>3</c:v>
                </c:pt>
                <c:pt idx="25788">
                  <c:v>2</c:v>
                </c:pt>
                <c:pt idx="25789">
                  <c:v>2</c:v>
                </c:pt>
                <c:pt idx="25790">
                  <c:v>2</c:v>
                </c:pt>
                <c:pt idx="25791">
                  <c:v>1</c:v>
                </c:pt>
                <c:pt idx="25792">
                  <c:v>3</c:v>
                </c:pt>
                <c:pt idx="25793">
                  <c:v>1</c:v>
                </c:pt>
                <c:pt idx="25794">
                  <c:v>2</c:v>
                </c:pt>
                <c:pt idx="25795">
                  <c:v>1</c:v>
                </c:pt>
                <c:pt idx="25796">
                  <c:v>2</c:v>
                </c:pt>
                <c:pt idx="25797">
                  <c:v>3</c:v>
                </c:pt>
                <c:pt idx="25798">
                  <c:v>1</c:v>
                </c:pt>
                <c:pt idx="25799">
                  <c:v>2</c:v>
                </c:pt>
                <c:pt idx="25800">
                  <c:v>2</c:v>
                </c:pt>
                <c:pt idx="25801">
                  <c:v>1</c:v>
                </c:pt>
                <c:pt idx="25802">
                  <c:v>3</c:v>
                </c:pt>
                <c:pt idx="25803">
                  <c:v>3</c:v>
                </c:pt>
                <c:pt idx="25804">
                  <c:v>6</c:v>
                </c:pt>
                <c:pt idx="25805">
                  <c:v>6</c:v>
                </c:pt>
                <c:pt idx="25806">
                  <c:v>6</c:v>
                </c:pt>
                <c:pt idx="25807">
                  <c:v>6</c:v>
                </c:pt>
                <c:pt idx="25808">
                  <c:v>1</c:v>
                </c:pt>
                <c:pt idx="25809">
                  <c:v>1</c:v>
                </c:pt>
                <c:pt idx="25810">
                  <c:v>3</c:v>
                </c:pt>
                <c:pt idx="25811">
                  <c:v>1</c:v>
                </c:pt>
                <c:pt idx="25812">
                  <c:v>6</c:v>
                </c:pt>
                <c:pt idx="25813">
                  <c:v>2</c:v>
                </c:pt>
                <c:pt idx="25814">
                  <c:v>5</c:v>
                </c:pt>
                <c:pt idx="25815">
                  <c:v>6</c:v>
                </c:pt>
                <c:pt idx="25816">
                  <c:v>5</c:v>
                </c:pt>
                <c:pt idx="25817">
                  <c:v>1</c:v>
                </c:pt>
                <c:pt idx="25818">
                  <c:v>2</c:v>
                </c:pt>
                <c:pt idx="25819">
                  <c:v>1</c:v>
                </c:pt>
                <c:pt idx="25820">
                  <c:v>2</c:v>
                </c:pt>
                <c:pt idx="25821">
                  <c:v>2</c:v>
                </c:pt>
                <c:pt idx="25822">
                  <c:v>2</c:v>
                </c:pt>
                <c:pt idx="25823">
                  <c:v>2</c:v>
                </c:pt>
                <c:pt idx="25824">
                  <c:v>4</c:v>
                </c:pt>
                <c:pt idx="25825">
                  <c:v>3</c:v>
                </c:pt>
                <c:pt idx="25826">
                  <c:v>4</c:v>
                </c:pt>
                <c:pt idx="25827">
                  <c:v>1</c:v>
                </c:pt>
                <c:pt idx="25828">
                  <c:v>5</c:v>
                </c:pt>
                <c:pt idx="25829">
                  <c:v>1</c:v>
                </c:pt>
                <c:pt idx="25830">
                  <c:v>1</c:v>
                </c:pt>
                <c:pt idx="25831">
                  <c:v>2</c:v>
                </c:pt>
                <c:pt idx="25832">
                  <c:v>2</c:v>
                </c:pt>
                <c:pt idx="25833">
                  <c:v>-1</c:v>
                </c:pt>
                <c:pt idx="25834">
                  <c:v>1</c:v>
                </c:pt>
                <c:pt idx="25835">
                  <c:v>1</c:v>
                </c:pt>
                <c:pt idx="25836">
                  <c:v>1</c:v>
                </c:pt>
                <c:pt idx="25837">
                  <c:v>1</c:v>
                </c:pt>
                <c:pt idx="25838">
                  <c:v>2</c:v>
                </c:pt>
                <c:pt idx="25839">
                  <c:v>1</c:v>
                </c:pt>
                <c:pt idx="25840">
                  <c:v>6</c:v>
                </c:pt>
                <c:pt idx="25841">
                  <c:v>1</c:v>
                </c:pt>
                <c:pt idx="25842">
                  <c:v>2</c:v>
                </c:pt>
                <c:pt idx="25843">
                  <c:v>2</c:v>
                </c:pt>
                <c:pt idx="25844">
                  <c:v>5</c:v>
                </c:pt>
                <c:pt idx="25845">
                  <c:v>2</c:v>
                </c:pt>
                <c:pt idx="25846">
                  <c:v>1</c:v>
                </c:pt>
                <c:pt idx="25847">
                  <c:v>4</c:v>
                </c:pt>
                <c:pt idx="25848">
                  <c:v>2</c:v>
                </c:pt>
                <c:pt idx="25849">
                  <c:v>3</c:v>
                </c:pt>
                <c:pt idx="25850">
                  <c:v>1</c:v>
                </c:pt>
                <c:pt idx="25851">
                  <c:v>1</c:v>
                </c:pt>
                <c:pt idx="25852">
                  <c:v>2</c:v>
                </c:pt>
                <c:pt idx="25853">
                  <c:v>1</c:v>
                </c:pt>
                <c:pt idx="25854">
                  <c:v>3</c:v>
                </c:pt>
                <c:pt idx="25855">
                  <c:v>3</c:v>
                </c:pt>
                <c:pt idx="25856">
                  <c:v>2</c:v>
                </c:pt>
                <c:pt idx="25857">
                  <c:v>2</c:v>
                </c:pt>
                <c:pt idx="25858">
                  <c:v>2</c:v>
                </c:pt>
                <c:pt idx="25859">
                  <c:v>2</c:v>
                </c:pt>
                <c:pt idx="25860">
                  <c:v>3</c:v>
                </c:pt>
                <c:pt idx="25861">
                  <c:v>4</c:v>
                </c:pt>
                <c:pt idx="25862">
                  <c:v>2</c:v>
                </c:pt>
                <c:pt idx="25863">
                  <c:v>2</c:v>
                </c:pt>
                <c:pt idx="25864">
                  <c:v>2</c:v>
                </c:pt>
                <c:pt idx="25865">
                  <c:v>3</c:v>
                </c:pt>
                <c:pt idx="25866">
                  <c:v>2</c:v>
                </c:pt>
                <c:pt idx="25867">
                  <c:v>4</c:v>
                </c:pt>
                <c:pt idx="25868">
                  <c:v>2</c:v>
                </c:pt>
                <c:pt idx="25869">
                  <c:v>2</c:v>
                </c:pt>
                <c:pt idx="25870">
                  <c:v>2</c:v>
                </c:pt>
                <c:pt idx="25871">
                  <c:v>2</c:v>
                </c:pt>
                <c:pt idx="25872">
                  <c:v>2</c:v>
                </c:pt>
                <c:pt idx="25873">
                  <c:v>1</c:v>
                </c:pt>
                <c:pt idx="25874">
                  <c:v>4</c:v>
                </c:pt>
                <c:pt idx="25875">
                  <c:v>2</c:v>
                </c:pt>
                <c:pt idx="25876">
                  <c:v>2</c:v>
                </c:pt>
                <c:pt idx="25877">
                  <c:v>2</c:v>
                </c:pt>
                <c:pt idx="25878">
                  <c:v>2</c:v>
                </c:pt>
                <c:pt idx="25879">
                  <c:v>2</c:v>
                </c:pt>
                <c:pt idx="25880">
                  <c:v>2</c:v>
                </c:pt>
                <c:pt idx="25881">
                  <c:v>2</c:v>
                </c:pt>
                <c:pt idx="25882">
                  <c:v>2</c:v>
                </c:pt>
                <c:pt idx="25883">
                  <c:v>4</c:v>
                </c:pt>
                <c:pt idx="25884">
                  <c:v>4</c:v>
                </c:pt>
                <c:pt idx="25885">
                  <c:v>4</c:v>
                </c:pt>
                <c:pt idx="25886">
                  <c:v>3</c:v>
                </c:pt>
                <c:pt idx="25887">
                  <c:v>1</c:v>
                </c:pt>
                <c:pt idx="25888">
                  <c:v>1</c:v>
                </c:pt>
                <c:pt idx="25889">
                  <c:v>1</c:v>
                </c:pt>
                <c:pt idx="25890">
                  <c:v>4</c:v>
                </c:pt>
                <c:pt idx="25891">
                  <c:v>4</c:v>
                </c:pt>
                <c:pt idx="25892">
                  <c:v>2</c:v>
                </c:pt>
                <c:pt idx="25893">
                  <c:v>3</c:v>
                </c:pt>
                <c:pt idx="25894">
                  <c:v>5</c:v>
                </c:pt>
                <c:pt idx="25895">
                  <c:v>5</c:v>
                </c:pt>
                <c:pt idx="25896">
                  <c:v>6</c:v>
                </c:pt>
                <c:pt idx="25897">
                  <c:v>6</c:v>
                </c:pt>
                <c:pt idx="25898">
                  <c:v>3</c:v>
                </c:pt>
                <c:pt idx="25899">
                  <c:v>3</c:v>
                </c:pt>
                <c:pt idx="25900">
                  <c:v>8</c:v>
                </c:pt>
                <c:pt idx="25901">
                  <c:v>4</c:v>
                </c:pt>
                <c:pt idx="25902">
                  <c:v>5</c:v>
                </c:pt>
                <c:pt idx="25903">
                  <c:v>2</c:v>
                </c:pt>
                <c:pt idx="25904">
                  <c:v>2</c:v>
                </c:pt>
                <c:pt idx="25905">
                  <c:v>2</c:v>
                </c:pt>
                <c:pt idx="25906">
                  <c:v>2</c:v>
                </c:pt>
                <c:pt idx="25907">
                  <c:v>2</c:v>
                </c:pt>
                <c:pt idx="25908">
                  <c:v>2</c:v>
                </c:pt>
                <c:pt idx="25909">
                  <c:v>7</c:v>
                </c:pt>
                <c:pt idx="25910">
                  <c:v>5</c:v>
                </c:pt>
                <c:pt idx="25911">
                  <c:v>5</c:v>
                </c:pt>
                <c:pt idx="25912">
                  <c:v>7</c:v>
                </c:pt>
                <c:pt idx="25913">
                  <c:v>5</c:v>
                </c:pt>
                <c:pt idx="25914">
                  <c:v>3</c:v>
                </c:pt>
                <c:pt idx="25915">
                  <c:v>3</c:v>
                </c:pt>
                <c:pt idx="25916">
                  <c:v>3</c:v>
                </c:pt>
                <c:pt idx="25917">
                  <c:v>3</c:v>
                </c:pt>
                <c:pt idx="25918">
                  <c:v>2</c:v>
                </c:pt>
                <c:pt idx="25919">
                  <c:v>2</c:v>
                </c:pt>
                <c:pt idx="25920">
                  <c:v>1</c:v>
                </c:pt>
                <c:pt idx="25921">
                  <c:v>1</c:v>
                </c:pt>
                <c:pt idx="25922">
                  <c:v>2</c:v>
                </c:pt>
                <c:pt idx="25923">
                  <c:v>2</c:v>
                </c:pt>
                <c:pt idx="25924">
                  <c:v>2</c:v>
                </c:pt>
                <c:pt idx="25925">
                  <c:v>6</c:v>
                </c:pt>
                <c:pt idx="25926">
                  <c:v>6</c:v>
                </c:pt>
                <c:pt idx="25927">
                  <c:v>6</c:v>
                </c:pt>
                <c:pt idx="25928">
                  <c:v>4</c:v>
                </c:pt>
                <c:pt idx="25929">
                  <c:v>7</c:v>
                </c:pt>
                <c:pt idx="25930">
                  <c:v>4</c:v>
                </c:pt>
                <c:pt idx="25931">
                  <c:v>8</c:v>
                </c:pt>
                <c:pt idx="25932">
                  <c:v>2</c:v>
                </c:pt>
                <c:pt idx="25933">
                  <c:v>4</c:v>
                </c:pt>
                <c:pt idx="25934">
                  <c:v>2</c:v>
                </c:pt>
                <c:pt idx="25935">
                  <c:v>1</c:v>
                </c:pt>
                <c:pt idx="25936">
                  <c:v>1</c:v>
                </c:pt>
                <c:pt idx="25937">
                  <c:v>2</c:v>
                </c:pt>
                <c:pt idx="25938">
                  <c:v>1</c:v>
                </c:pt>
                <c:pt idx="25939">
                  <c:v>1</c:v>
                </c:pt>
                <c:pt idx="25940">
                  <c:v>1</c:v>
                </c:pt>
                <c:pt idx="25941">
                  <c:v>1</c:v>
                </c:pt>
                <c:pt idx="25942">
                  <c:v>2</c:v>
                </c:pt>
                <c:pt idx="25943">
                  <c:v>1</c:v>
                </c:pt>
                <c:pt idx="25944">
                  <c:v>2</c:v>
                </c:pt>
                <c:pt idx="25945">
                  <c:v>1</c:v>
                </c:pt>
                <c:pt idx="25946">
                  <c:v>3</c:v>
                </c:pt>
                <c:pt idx="25947">
                  <c:v>5</c:v>
                </c:pt>
                <c:pt idx="25948">
                  <c:v>2</c:v>
                </c:pt>
                <c:pt idx="25949">
                  <c:v>3</c:v>
                </c:pt>
                <c:pt idx="25950">
                  <c:v>3</c:v>
                </c:pt>
                <c:pt idx="25951">
                  <c:v>3</c:v>
                </c:pt>
                <c:pt idx="25952">
                  <c:v>3</c:v>
                </c:pt>
                <c:pt idx="25953">
                  <c:v>2</c:v>
                </c:pt>
                <c:pt idx="25954">
                  <c:v>2</c:v>
                </c:pt>
                <c:pt idx="25955">
                  <c:v>2</c:v>
                </c:pt>
                <c:pt idx="25956">
                  <c:v>1</c:v>
                </c:pt>
                <c:pt idx="25957">
                  <c:v>2</c:v>
                </c:pt>
                <c:pt idx="25958">
                  <c:v>3</c:v>
                </c:pt>
                <c:pt idx="25959">
                  <c:v>1</c:v>
                </c:pt>
                <c:pt idx="25960">
                  <c:v>2</c:v>
                </c:pt>
                <c:pt idx="25961">
                  <c:v>1</c:v>
                </c:pt>
                <c:pt idx="25962">
                  <c:v>1</c:v>
                </c:pt>
                <c:pt idx="25963">
                  <c:v>2</c:v>
                </c:pt>
                <c:pt idx="25964">
                  <c:v>2</c:v>
                </c:pt>
                <c:pt idx="25965">
                  <c:v>2</c:v>
                </c:pt>
                <c:pt idx="25966">
                  <c:v>1</c:v>
                </c:pt>
                <c:pt idx="25967">
                  <c:v>2</c:v>
                </c:pt>
                <c:pt idx="25968">
                  <c:v>2</c:v>
                </c:pt>
                <c:pt idx="25969">
                  <c:v>7</c:v>
                </c:pt>
                <c:pt idx="25970">
                  <c:v>6</c:v>
                </c:pt>
                <c:pt idx="25971">
                  <c:v>4</c:v>
                </c:pt>
                <c:pt idx="25972">
                  <c:v>3</c:v>
                </c:pt>
                <c:pt idx="25973">
                  <c:v>1</c:v>
                </c:pt>
                <c:pt idx="25974">
                  <c:v>2</c:v>
                </c:pt>
                <c:pt idx="25975">
                  <c:v>2</c:v>
                </c:pt>
                <c:pt idx="25976">
                  <c:v>2</c:v>
                </c:pt>
                <c:pt idx="25977">
                  <c:v>1</c:v>
                </c:pt>
                <c:pt idx="25978">
                  <c:v>1</c:v>
                </c:pt>
                <c:pt idx="25979">
                  <c:v>1</c:v>
                </c:pt>
                <c:pt idx="25980">
                  <c:v>1</c:v>
                </c:pt>
                <c:pt idx="25981">
                  <c:v>2</c:v>
                </c:pt>
                <c:pt idx="25982">
                  <c:v>2</c:v>
                </c:pt>
                <c:pt idx="25983">
                  <c:v>1</c:v>
                </c:pt>
                <c:pt idx="25984">
                  <c:v>1</c:v>
                </c:pt>
                <c:pt idx="25985">
                  <c:v>5</c:v>
                </c:pt>
                <c:pt idx="25986">
                  <c:v>6</c:v>
                </c:pt>
                <c:pt idx="25987">
                  <c:v>5</c:v>
                </c:pt>
                <c:pt idx="25988">
                  <c:v>3</c:v>
                </c:pt>
                <c:pt idx="25989">
                  <c:v>10</c:v>
                </c:pt>
                <c:pt idx="25990">
                  <c:v>10</c:v>
                </c:pt>
                <c:pt idx="25991">
                  <c:v>2</c:v>
                </c:pt>
                <c:pt idx="25992">
                  <c:v>4</c:v>
                </c:pt>
                <c:pt idx="25993">
                  <c:v>4</c:v>
                </c:pt>
                <c:pt idx="25994">
                  <c:v>3</c:v>
                </c:pt>
                <c:pt idx="25995">
                  <c:v>4</c:v>
                </c:pt>
                <c:pt idx="25996">
                  <c:v>2</c:v>
                </c:pt>
                <c:pt idx="25997">
                  <c:v>6</c:v>
                </c:pt>
                <c:pt idx="25998">
                  <c:v>2</c:v>
                </c:pt>
                <c:pt idx="25999">
                  <c:v>2</c:v>
                </c:pt>
                <c:pt idx="26000">
                  <c:v>2</c:v>
                </c:pt>
                <c:pt idx="26001">
                  <c:v>2</c:v>
                </c:pt>
                <c:pt idx="26002">
                  <c:v>2</c:v>
                </c:pt>
                <c:pt idx="26003">
                  <c:v>2</c:v>
                </c:pt>
                <c:pt idx="26004">
                  <c:v>1</c:v>
                </c:pt>
                <c:pt idx="26005">
                  <c:v>4</c:v>
                </c:pt>
                <c:pt idx="26006">
                  <c:v>5</c:v>
                </c:pt>
                <c:pt idx="26007">
                  <c:v>3</c:v>
                </c:pt>
                <c:pt idx="26008">
                  <c:v>1</c:v>
                </c:pt>
                <c:pt idx="26009">
                  <c:v>1</c:v>
                </c:pt>
                <c:pt idx="26010">
                  <c:v>1</c:v>
                </c:pt>
                <c:pt idx="26011">
                  <c:v>1</c:v>
                </c:pt>
                <c:pt idx="26012">
                  <c:v>2</c:v>
                </c:pt>
                <c:pt idx="26013">
                  <c:v>3</c:v>
                </c:pt>
                <c:pt idx="26014">
                  <c:v>0</c:v>
                </c:pt>
                <c:pt idx="26015">
                  <c:v>1</c:v>
                </c:pt>
                <c:pt idx="26016">
                  <c:v>4</c:v>
                </c:pt>
                <c:pt idx="26017">
                  <c:v>6</c:v>
                </c:pt>
                <c:pt idx="26018">
                  <c:v>2</c:v>
                </c:pt>
                <c:pt idx="26019">
                  <c:v>2</c:v>
                </c:pt>
                <c:pt idx="26020">
                  <c:v>2</c:v>
                </c:pt>
                <c:pt idx="26021">
                  <c:v>2</c:v>
                </c:pt>
                <c:pt idx="26022">
                  <c:v>2</c:v>
                </c:pt>
                <c:pt idx="26023">
                  <c:v>2</c:v>
                </c:pt>
                <c:pt idx="26024">
                  <c:v>2</c:v>
                </c:pt>
                <c:pt idx="26025">
                  <c:v>2</c:v>
                </c:pt>
                <c:pt idx="26026">
                  <c:v>2</c:v>
                </c:pt>
                <c:pt idx="26027">
                  <c:v>1</c:v>
                </c:pt>
                <c:pt idx="26028">
                  <c:v>5</c:v>
                </c:pt>
                <c:pt idx="26029">
                  <c:v>5</c:v>
                </c:pt>
                <c:pt idx="26030">
                  <c:v>4</c:v>
                </c:pt>
                <c:pt idx="26031">
                  <c:v>1</c:v>
                </c:pt>
                <c:pt idx="26032">
                  <c:v>10</c:v>
                </c:pt>
                <c:pt idx="26033">
                  <c:v>3</c:v>
                </c:pt>
                <c:pt idx="26034">
                  <c:v>1</c:v>
                </c:pt>
                <c:pt idx="26035">
                  <c:v>0</c:v>
                </c:pt>
                <c:pt idx="26036">
                  <c:v>5</c:v>
                </c:pt>
                <c:pt idx="26037">
                  <c:v>4</c:v>
                </c:pt>
                <c:pt idx="26038">
                  <c:v>5</c:v>
                </c:pt>
                <c:pt idx="26039">
                  <c:v>3</c:v>
                </c:pt>
                <c:pt idx="26040">
                  <c:v>1</c:v>
                </c:pt>
                <c:pt idx="26041">
                  <c:v>2</c:v>
                </c:pt>
                <c:pt idx="26042">
                  <c:v>1</c:v>
                </c:pt>
                <c:pt idx="26043">
                  <c:v>6</c:v>
                </c:pt>
                <c:pt idx="26044">
                  <c:v>3</c:v>
                </c:pt>
                <c:pt idx="26045">
                  <c:v>1</c:v>
                </c:pt>
                <c:pt idx="26046">
                  <c:v>2</c:v>
                </c:pt>
                <c:pt idx="26047">
                  <c:v>1</c:v>
                </c:pt>
                <c:pt idx="26048">
                  <c:v>2</c:v>
                </c:pt>
                <c:pt idx="26049">
                  <c:v>1</c:v>
                </c:pt>
                <c:pt idx="26050">
                  <c:v>2</c:v>
                </c:pt>
                <c:pt idx="26051">
                  <c:v>3</c:v>
                </c:pt>
                <c:pt idx="26052">
                  <c:v>4</c:v>
                </c:pt>
                <c:pt idx="26053">
                  <c:v>3</c:v>
                </c:pt>
                <c:pt idx="26054">
                  <c:v>2</c:v>
                </c:pt>
                <c:pt idx="26055">
                  <c:v>2</c:v>
                </c:pt>
                <c:pt idx="26056">
                  <c:v>3</c:v>
                </c:pt>
                <c:pt idx="26057">
                  <c:v>2</c:v>
                </c:pt>
                <c:pt idx="26058">
                  <c:v>2</c:v>
                </c:pt>
                <c:pt idx="26059">
                  <c:v>2</c:v>
                </c:pt>
                <c:pt idx="26060">
                  <c:v>3</c:v>
                </c:pt>
                <c:pt idx="26061">
                  <c:v>2</c:v>
                </c:pt>
                <c:pt idx="26062">
                  <c:v>3</c:v>
                </c:pt>
                <c:pt idx="26063">
                  <c:v>2</c:v>
                </c:pt>
                <c:pt idx="26064">
                  <c:v>4</c:v>
                </c:pt>
                <c:pt idx="26065">
                  <c:v>2</c:v>
                </c:pt>
                <c:pt idx="26066">
                  <c:v>3</c:v>
                </c:pt>
                <c:pt idx="26067">
                  <c:v>3</c:v>
                </c:pt>
                <c:pt idx="26068">
                  <c:v>1</c:v>
                </c:pt>
                <c:pt idx="26069">
                  <c:v>2</c:v>
                </c:pt>
                <c:pt idx="26070">
                  <c:v>2</c:v>
                </c:pt>
                <c:pt idx="26071">
                  <c:v>4</c:v>
                </c:pt>
                <c:pt idx="26072">
                  <c:v>2</c:v>
                </c:pt>
                <c:pt idx="26073">
                  <c:v>1</c:v>
                </c:pt>
                <c:pt idx="26074">
                  <c:v>2</c:v>
                </c:pt>
                <c:pt idx="26075">
                  <c:v>1</c:v>
                </c:pt>
                <c:pt idx="26076">
                  <c:v>2</c:v>
                </c:pt>
                <c:pt idx="26077">
                  <c:v>1</c:v>
                </c:pt>
                <c:pt idx="26078">
                  <c:v>4</c:v>
                </c:pt>
                <c:pt idx="26079">
                  <c:v>4</c:v>
                </c:pt>
                <c:pt idx="26080">
                  <c:v>-4</c:v>
                </c:pt>
                <c:pt idx="26081">
                  <c:v>4</c:v>
                </c:pt>
                <c:pt idx="26082">
                  <c:v>3</c:v>
                </c:pt>
                <c:pt idx="26083">
                  <c:v>-3</c:v>
                </c:pt>
                <c:pt idx="26084">
                  <c:v>3</c:v>
                </c:pt>
                <c:pt idx="26085">
                  <c:v>4</c:v>
                </c:pt>
                <c:pt idx="26086">
                  <c:v>3</c:v>
                </c:pt>
                <c:pt idx="26087">
                  <c:v>4</c:v>
                </c:pt>
                <c:pt idx="26088">
                  <c:v>-3</c:v>
                </c:pt>
                <c:pt idx="26089">
                  <c:v>3</c:v>
                </c:pt>
                <c:pt idx="26090">
                  <c:v>-4</c:v>
                </c:pt>
                <c:pt idx="26091">
                  <c:v>4</c:v>
                </c:pt>
                <c:pt idx="26092">
                  <c:v>3</c:v>
                </c:pt>
                <c:pt idx="26093">
                  <c:v>3</c:v>
                </c:pt>
                <c:pt idx="26094">
                  <c:v>4</c:v>
                </c:pt>
                <c:pt idx="26095">
                  <c:v>4</c:v>
                </c:pt>
                <c:pt idx="26096">
                  <c:v>4</c:v>
                </c:pt>
                <c:pt idx="26097">
                  <c:v>3</c:v>
                </c:pt>
                <c:pt idx="26098">
                  <c:v>1</c:v>
                </c:pt>
                <c:pt idx="26099">
                  <c:v>3</c:v>
                </c:pt>
                <c:pt idx="26100">
                  <c:v>1</c:v>
                </c:pt>
                <c:pt idx="26101">
                  <c:v>1</c:v>
                </c:pt>
                <c:pt idx="26102">
                  <c:v>3</c:v>
                </c:pt>
                <c:pt idx="26103">
                  <c:v>4</c:v>
                </c:pt>
                <c:pt idx="26104">
                  <c:v>1</c:v>
                </c:pt>
                <c:pt idx="26105">
                  <c:v>3</c:v>
                </c:pt>
                <c:pt idx="26106">
                  <c:v>2</c:v>
                </c:pt>
                <c:pt idx="26107">
                  <c:v>2</c:v>
                </c:pt>
                <c:pt idx="26108">
                  <c:v>2</c:v>
                </c:pt>
                <c:pt idx="26109">
                  <c:v>3</c:v>
                </c:pt>
                <c:pt idx="26110">
                  <c:v>3</c:v>
                </c:pt>
                <c:pt idx="26111">
                  <c:v>3</c:v>
                </c:pt>
                <c:pt idx="26112">
                  <c:v>3</c:v>
                </c:pt>
                <c:pt idx="26113">
                  <c:v>2</c:v>
                </c:pt>
                <c:pt idx="26114">
                  <c:v>1</c:v>
                </c:pt>
                <c:pt idx="26115">
                  <c:v>1</c:v>
                </c:pt>
                <c:pt idx="26116">
                  <c:v>1</c:v>
                </c:pt>
                <c:pt idx="26117">
                  <c:v>3</c:v>
                </c:pt>
                <c:pt idx="26118">
                  <c:v>3</c:v>
                </c:pt>
                <c:pt idx="26119">
                  <c:v>1</c:v>
                </c:pt>
                <c:pt idx="26120">
                  <c:v>2</c:v>
                </c:pt>
                <c:pt idx="26121">
                  <c:v>3</c:v>
                </c:pt>
                <c:pt idx="26122">
                  <c:v>2</c:v>
                </c:pt>
                <c:pt idx="26123">
                  <c:v>2</c:v>
                </c:pt>
                <c:pt idx="26124">
                  <c:v>2</c:v>
                </c:pt>
                <c:pt idx="26125">
                  <c:v>3</c:v>
                </c:pt>
                <c:pt idx="26126">
                  <c:v>1</c:v>
                </c:pt>
                <c:pt idx="26127">
                  <c:v>3</c:v>
                </c:pt>
                <c:pt idx="26128">
                  <c:v>5</c:v>
                </c:pt>
                <c:pt idx="26129">
                  <c:v>2</c:v>
                </c:pt>
                <c:pt idx="26130">
                  <c:v>3</c:v>
                </c:pt>
                <c:pt idx="26131">
                  <c:v>2</c:v>
                </c:pt>
                <c:pt idx="26132">
                  <c:v>3</c:v>
                </c:pt>
                <c:pt idx="26133">
                  <c:v>2</c:v>
                </c:pt>
                <c:pt idx="26134">
                  <c:v>4</c:v>
                </c:pt>
                <c:pt idx="26135">
                  <c:v>2</c:v>
                </c:pt>
                <c:pt idx="26136">
                  <c:v>2</c:v>
                </c:pt>
                <c:pt idx="26137">
                  <c:v>2</c:v>
                </c:pt>
                <c:pt idx="26138">
                  <c:v>2</c:v>
                </c:pt>
                <c:pt idx="26139">
                  <c:v>2</c:v>
                </c:pt>
                <c:pt idx="26140">
                  <c:v>1</c:v>
                </c:pt>
                <c:pt idx="26141">
                  <c:v>1</c:v>
                </c:pt>
                <c:pt idx="26142">
                  <c:v>4</c:v>
                </c:pt>
                <c:pt idx="26143">
                  <c:v>2</c:v>
                </c:pt>
                <c:pt idx="26144">
                  <c:v>2</c:v>
                </c:pt>
                <c:pt idx="26145">
                  <c:v>2</c:v>
                </c:pt>
                <c:pt idx="26146">
                  <c:v>1</c:v>
                </c:pt>
                <c:pt idx="26147">
                  <c:v>2</c:v>
                </c:pt>
                <c:pt idx="26148">
                  <c:v>2</c:v>
                </c:pt>
                <c:pt idx="26149">
                  <c:v>2</c:v>
                </c:pt>
                <c:pt idx="26150">
                  <c:v>3</c:v>
                </c:pt>
                <c:pt idx="26151">
                  <c:v>5</c:v>
                </c:pt>
                <c:pt idx="26152">
                  <c:v>3</c:v>
                </c:pt>
                <c:pt idx="26153">
                  <c:v>5</c:v>
                </c:pt>
                <c:pt idx="26154">
                  <c:v>4</c:v>
                </c:pt>
                <c:pt idx="26155">
                  <c:v>2</c:v>
                </c:pt>
                <c:pt idx="26156">
                  <c:v>3</c:v>
                </c:pt>
                <c:pt idx="26157">
                  <c:v>3</c:v>
                </c:pt>
                <c:pt idx="26158">
                  <c:v>3</c:v>
                </c:pt>
                <c:pt idx="26159">
                  <c:v>3</c:v>
                </c:pt>
                <c:pt idx="26160">
                  <c:v>2</c:v>
                </c:pt>
                <c:pt idx="26161">
                  <c:v>1</c:v>
                </c:pt>
                <c:pt idx="26162">
                  <c:v>2</c:v>
                </c:pt>
                <c:pt idx="26163">
                  <c:v>4</c:v>
                </c:pt>
                <c:pt idx="26164">
                  <c:v>2</c:v>
                </c:pt>
                <c:pt idx="26165">
                  <c:v>2</c:v>
                </c:pt>
                <c:pt idx="26166">
                  <c:v>2</c:v>
                </c:pt>
                <c:pt idx="26167">
                  <c:v>4</c:v>
                </c:pt>
                <c:pt idx="26168">
                  <c:v>4</c:v>
                </c:pt>
                <c:pt idx="26169">
                  <c:v>3</c:v>
                </c:pt>
                <c:pt idx="26170">
                  <c:v>3</c:v>
                </c:pt>
                <c:pt idx="26171">
                  <c:v>3</c:v>
                </c:pt>
                <c:pt idx="26172">
                  <c:v>3</c:v>
                </c:pt>
                <c:pt idx="26173">
                  <c:v>3</c:v>
                </c:pt>
                <c:pt idx="26174">
                  <c:v>1</c:v>
                </c:pt>
                <c:pt idx="26175">
                  <c:v>1</c:v>
                </c:pt>
                <c:pt idx="26176">
                  <c:v>4</c:v>
                </c:pt>
                <c:pt idx="26177">
                  <c:v>4</c:v>
                </c:pt>
                <c:pt idx="26178">
                  <c:v>3</c:v>
                </c:pt>
                <c:pt idx="26179">
                  <c:v>4</c:v>
                </c:pt>
                <c:pt idx="26180">
                  <c:v>4</c:v>
                </c:pt>
                <c:pt idx="26181">
                  <c:v>3</c:v>
                </c:pt>
                <c:pt idx="26182">
                  <c:v>3</c:v>
                </c:pt>
                <c:pt idx="26183">
                  <c:v>3</c:v>
                </c:pt>
                <c:pt idx="26184">
                  <c:v>3</c:v>
                </c:pt>
                <c:pt idx="26185">
                  <c:v>5</c:v>
                </c:pt>
                <c:pt idx="26186">
                  <c:v>4</c:v>
                </c:pt>
                <c:pt idx="26187">
                  <c:v>5</c:v>
                </c:pt>
                <c:pt idx="26188">
                  <c:v>3</c:v>
                </c:pt>
                <c:pt idx="26189">
                  <c:v>4</c:v>
                </c:pt>
                <c:pt idx="26190">
                  <c:v>2</c:v>
                </c:pt>
                <c:pt idx="26191">
                  <c:v>4</c:v>
                </c:pt>
                <c:pt idx="26192">
                  <c:v>3</c:v>
                </c:pt>
                <c:pt idx="26193">
                  <c:v>4</c:v>
                </c:pt>
                <c:pt idx="26194">
                  <c:v>4</c:v>
                </c:pt>
                <c:pt idx="26195">
                  <c:v>2</c:v>
                </c:pt>
                <c:pt idx="26196">
                  <c:v>3</c:v>
                </c:pt>
                <c:pt idx="26197">
                  <c:v>3</c:v>
                </c:pt>
                <c:pt idx="26198">
                  <c:v>4</c:v>
                </c:pt>
                <c:pt idx="26199">
                  <c:v>3</c:v>
                </c:pt>
                <c:pt idx="26200">
                  <c:v>3</c:v>
                </c:pt>
                <c:pt idx="26201">
                  <c:v>4</c:v>
                </c:pt>
                <c:pt idx="26202">
                  <c:v>2</c:v>
                </c:pt>
                <c:pt idx="26203">
                  <c:v>4</c:v>
                </c:pt>
                <c:pt idx="26204">
                  <c:v>3</c:v>
                </c:pt>
                <c:pt idx="26205">
                  <c:v>2</c:v>
                </c:pt>
                <c:pt idx="26206">
                  <c:v>3</c:v>
                </c:pt>
                <c:pt idx="26207">
                  <c:v>3</c:v>
                </c:pt>
                <c:pt idx="26208">
                  <c:v>5</c:v>
                </c:pt>
                <c:pt idx="26209">
                  <c:v>5</c:v>
                </c:pt>
                <c:pt idx="26210">
                  <c:v>4</c:v>
                </c:pt>
                <c:pt idx="26211">
                  <c:v>5</c:v>
                </c:pt>
                <c:pt idx="26212">
                  <c:v>3</c:v>
                </c:pt>
                <c:pt idx="26213">
                  <c:v>4</c:v>
                </c:pt>
                <c:pt idx="26214">
                  <c:v>5</c:v>
                </c:pt>
                <c:pt idx="26215">
                  <c:v>5</c:v>
                </c:pt>
                <c:pt idx="26216">
                  <c:v>4</c:v>
                </c:pt>
                <c:pt idx="26217">
                  <c:v>4</c:v>
                </c:pt>
                <c:pt idx="26218">
                  <c:v>4</c:v>
                </c:pt>
                <c:pt idx="26219">
                  <c:v>4</c:v>
                </c:pt>
                <c:pt idx="26220">
                  <c:v>4</c:v>
                </c:pt>
                <c:pt idx="26221">
                  <c:v>5</c:v>
                </c:pt>
                <c:pt idx="26222">
                  <c:v>2</c:v>
                </c:pt>
                <c:pt idx="26223">
                  <c:v>1</c:v>
                </c:pt>
                <c:pt idx="26224">
                  <c:v>1</c:v>
                </c:pt>
                <c:pt idx="26225">
                  <c:v>3</c:v>
                </c:pt>
                <c:pt idx="26226">
                  <c:v>2</c:v>
                </c:pt>
                <c:pt idx="26227">
                  <c:v>-3</c:v>
                </c:pt>
                <c:pt idx="26228">
                  <c:v>2</c:v>
                </c:pt>
                <c:pt idx="26229">
                  <c:v>3</c:v>
                </c:pt>
                <c:pt idx="26230">
                  <c:v>2</c:v>
                </c:pt>
                <c:pt idx="26231">
                  <c:v>1</c:v>
                </c:pt>
                <c:pt idx="26232">
                  <c:v>2</c:v>
                </c:pt>
                <c:pt idx="26233">
                  <c:v>2</c:v>
                </c:pt>
                <c:pt idx="26234">
                  <c:v>1</c:v>
                </c:pt>
                <c:pt idx="26235">
                  <c:v>2</c:v>
                </c:pt>
                <c:pt idx="26236">
                  <c:v>3</c:v>
                </c:pt>
                <c:pt idx="26237">
                  <c:v>2</c:v>
                </c:pt>
                <c:pt idx="26238">
                  <c:v>2</c:v>
                </c:pt>
                <c:pt idx="26239">
                  <c:v>5</c:v>
                </c:pt>
                <c:pt idx="26240">
                  <c:v>4</c:v>
                </c:pt>
                <c:pt idx="26241">
                  <c:v>3</c:v>
                </c:pt>
                <c:pt idx="26242">
                  <c:v>2</c:v>
                </c:pt>
                <c:pt idx="26243">
                  <c:v>3</c:v>
                </c:pt>
                <c:pt idx="26244">
                  <c:v>2</c:v>
                </c:pt>
                <c:pt idx="26245">
                  <c:v>3</c:v>
                </c:pt>
                <c:pt idx="26246">
                  <c:v>2</c:v>
                </c:pt>
                <c:pt idx="26247">
                  <c:v>2</c:v>
                </c:pt>
                <c:pt idx="26248">
                  <c:v>4</c:v>
                </c:pt>
                <c:pt idx="26249">
                  <c:v>3</c:v>
                </c:pt>
                <c:pt idx="26250">
                  <c:v>1</c:v>
                </c:pt>
                <c:pt idx="26251">
                  <c:v>1</c:v>
                </c:pt>
                <c:pt idx="26252">
                  <c:v>3</c:v>
                </c:pt>
                <c:pt idx="26253">
                  <c:v>2</c:v>
                </c:pt>
                <c:pt idx="26254">
                  <c:v>1</c:v>
                </c:pt>
                <c:pt idx="26255">
                  <c:v>1</c:v>
                </c:pt>
                <c:pt idx="26256">
                  <c:v>3</c:v>
                </c:pt>
                <c:pt idx="26257">
                  <c:v>3</c:v>
                </c:pt>
                <c:pt idx="26258">
                  <c:v>5</c:v>
                </c:pt>
                <c:pt idx="26259">
                  <c:v>-9</c:v>
                </c:pt>
                <c:pt idx="26260">
                  <c:v>9</c:v>
                </c:pt>
                <c:pt idx="26261">
                  <c:v>8</c:v>
                </c:pt>
                <c:pt idx="26262">
                  <c:v>2</c:v>
                </c:pt>
                <c:pt idx="26263">
                  <c:v>1</c:v>
                </c:pt>
                <c:pt idx="26264">
                  <c:v>4</c:v>
                </c:pt>
                <c:pt idx="26265">
                  <c:v>2</c:v>
                </c:pt>
                <c:pt idx="26266">
                  <c:v>1</c:v>
                </c:pt>
                <c:pt idx="26267">
                  <c:v>3</c:v>
                </c:pt>
                <c:pt idx="26268">
                  <c:v>2</c:v>
                </c:pt>
                <c:pt idx="26269">
                  <c:v>3</c:v>
                </c:pt>
                <c:pt idx="26270">
                  <c:v>3</c:v>
                </c:pt>
                <c:pt idx="26271">
                  <c:v>3</c:v>
                </c:pt>
                <c:pt idx="26272">
                  <c:v>4</c:v>
                </c:pt>
                <c:pt idx="26273">
                  <c:v>2</c:v>
                </c:pt>
                <c:pt idx="26274">
                  <c:v>2</c:v>
                </c:pt>
                <c:pt idx="26275">
                  <c:v>4</c:v>
                </c:pt>
                <c:pt idx="26276">
                  <c:v>1</c:v>
                </c:pt>
                <c:pt idx="26277">
                  <c:v>2</c:v>
                </c:pt>
                <c:pt idx="26278">
                  <c:v>2</c:v>
                </c:pt>
                <c:pt idx="26279">
                  <c:v>2</c:v>
                </c:pt>
                <c:pt idx="26280">
                  <c:v>1</c:v>
                </c:pt>
                <c:pt idx="26281">
                  <c:v>1</c:v>
                </c:pt>
                <c:pt idx="26282">
                  <c:v>1</c:v>
                </c:pt>
                <c:pt idx="26283">
                  <c:v>1</c:v>
                </c:pt>
                <c:pt idx="26284">
                  <c:v>1</c:v>
                </c:pt>
                <c:pt idx="26285">
                  <c:v>1</c:v>
                </c:pt>
                <c:pt idx="26286">
                  <c:v>5</c:v>
                </c:pt>
                <c:pt idx="26287">
                  <c:v>3</c:v>
                </c:pt>
                <c:pt idx="26288">
                  <c:v>3</c:v>
                </c:pt>
                <c:pt idx="26289">
                  <c:v>6</c:v>
                </c:pt>
                <c:pt idx="26290">
                  <c:v>3</c:v>
                </c:pt>
                <c:pt idx="26291">
                  <c:v>3</c:v>
                </c:pt>
                <c:pt idx="26292">
                  <c:v>3</c:v>
                </c:pt>
                <c:pt idx="26293">
                  <c:v>2</c:v>
                </c:pt>
                <c:pt idx="26294">
                  <c:v>2</c:v>
                </c:pt>
                <c:pt idx="26295">
                  <c:v>2</c:v>
                </c:pt>
                <c:pt idx="26296">
                  <c:v>1</c:v>
                </c:pt>
                <c:pt idx="26297">
                  <c:v>2</c:v>
                </c:pt>
                <c:pt idx="26298">
                  <c:v>2</c:v>
                </c:pt>
                <c:pt idx="26299">
                  <c:v>2</c:v>
                </c:pt>
                <c:pt idx="26300">
                  <c:v>2</c:v>
                </c:pt>
                <c:pt idx="26301">
                  <c:v>2</c:v>
                </c:pt>
                <c:pt idx="26302">
                  <c:v>2</c:v>
                </c:pt>
                <c:pt idx="26303">
                  <c:v>1</c:v>
                </c:pt>
                <c:pt idx="26304">
                  <c:v>2</c:v>
                </c:pt>
                <c:pt idx="26305">
                  <c:v>2</c:v>
                </c:pt>
                <c:pt idx="26306">
                  <c:v>2</c:v>
                </c:pt>
                <c:pt idx="26307">
                  <c:v>2</c:v>
                </c:pt>
                <c:pt idx="26308">
                  <c:v>3</c:v>
                </c:pt>
                <c:pt idx="26309">
                  <c:v>2</c:v>
                </c:pt>
                <c:pt idx="26310">
                  <c:v>2</c:v>
                </c:pt>
                <c:pt idx="26311">
                  <c:v>2</c:v>
                </c:pt>
                <c:pt idx="26312">
                  <c:v>1</c:v>
                </c:pt>
                <c:pt idx="26313">
                  <c:v>2</c:v>
                </c:pt>
                <c:pt idx="26314">
                  <c:v>3</c:v>
                </c:pt>
                <c:pt idx="26315">
                  <c:v>1</c:v>
                </c:pt>
                <c:pt idx="26316">
                  <c:v>2</c:v>
                </c:pt>
                <c:pt idx="26317">
                  <c:v>2</c:v>
                </c:pt>
                <c:pt idx="26318">
                  <c:v>2</c:v>
                </c:pt>
                <c:pt idx="26319">
                  <c:v>1</c:v>
                </c:pt>
                <c:pt idx="26320">
                  <c:v>1</c:v>
                </c:pt>
                <c:pt idx="26321">
                  <c:v>3</c:v>
                </c:pt>
                <c:pt idx="26322">
                  <c:v>2</c:v>
                </c:pt>
                <c:pt idx="26323">
                  <c:v>1</c:v>
                </c:pt>
                <c:pt idx="26324">
                  <c:v>1</c:v>
                </c:pt>
                <c:pt idx="26325">
                  <c:v>1</c:v>
                </c:pt>
                <c:pt idx="26326">
                  <c:v>1</c:v>
                </c:pt>
                <c:pt idx="26327">
                  <c:v>3</c:v>
                </c:pt>
                <c:pt idx="26328">
                  <c:v>1</c:v>
                </c:pt>
                <c:pt idx="26329">
                  <c:v>3</c:v>
                </c:pt>
                <c:pt idx="26330">
                  <c:v>4</c:v>
                </c:pt>
                <c:pt idx="26331">
                  <c:v>2</c:v>
                </c:pt>
                <c:pt idx="26332">
                  <c:v>1</c:v>
                </c:pt>
                <c:pt idx="26333">
                  <c:v>2</c:v>
                </c:pt>
                <c:pt idx="26334">
                  <c:v>3</c:v>
                </c:pt>
                <c:pt idx="26335">
                  <c:v>1</c:v>
                </c:pt>
                <c:pt idx="26336">
                  <c:v>1</c:v>
                </c:pt>
                <c:pt idx="26337">
                  <c:v>7</c:v>
                </c:pt>
                <c:pt idx="26338">
                  <c:v>3</c:v>
                </c:pt>
                <c:pt idx="26339">
                  <c:v>2</c:v>
                </c:pt>
                <c:pt idx="26340">
                  <c:v>2</c:v>
                </c:pt>
                <c:pt idx="26341">
                  <c:v>2</c:v>
                </c:pt>
                <c:pt idx="26342">
                  <c:v>2</c:v>
                </c:pt>
                <c:pt idx="26343">
                  <c:v>1</c:v>
                </c:pt>
                <c:pt idx="26344">
                  <c:v>2</c:v>
                </c:pt>
                <c:pt idx="26345">
                  <c:v>1</c:v>
                </c:pt>
                <c:pt idx="26346">
                  <c:v>1</c:v>
                </c:pt>
                <c:pt idx="26347">
                  <c:v>4</c:v>
                </c:pt>
                <c:pt idx="26348">
                  <c:v>2</c:v>
                </c:pt>
                <c:pt idx="26349">
                  <c:v>1</c:v>
                </c:pt>
                <c:pt idx="26350">
                  <c:v>3</c:v>
                </c:pt>
                <c:pt idx="26351">
                  <c:v>1</c:v>
                </c:pt>
                <c:pt idx="26352">
                  <c:v>1</c:v>
                </c:pt>
                <c:pt idx="26353">
                  <c:v>1</c:v>
                </c:pt>
                <c:pt idx="26354">
                  <c:v>1</c:v>
                </c:pt>
                <c:pt idx="26355">
                  <c:v>1</c:v>
                </c:pt>
                <c:pt idx="26356">
                  <c:v>1</c:v>
                </c:pt>
                <c:pt idx="26357">
                  <c:v>6</c:v>
                </c:pt>
                <c:pt idx="26358">
                  <c:v>4</c:v>
                </c:pt>
                <c:pt idx="26359">
                  <c:v>2</c:v>
                </c:pt>
                <c:pt idx="26360">
                  <c:v>2</c:v>
                </c:pt>
                <c:pt idx="26361">
                  <c:v>2</c:v>
                </c:pt>
                <c:pt idx="26362">
                  <c:v>2</c:v>
                </c:pt>
                <c:pt idx="26363">
                  <c:v>2</c:v>
                </c:pt>
                <c:pt idx="26364">
                  <c:v>2</c:v>
                </c:pt>
                <c:pt idx="26365">
                  <c:v>1</c:v>
                </c:pt>
                <c:pt idx="26366">
                  <c:v>2</c:v>
                </c:pt>
                <c:pt idx="26367">
                  <c:v>1</c:v>
                </c:pt>
                <c:pt idx="26368">
                  <c:v>2</c:v>
                </c:pt>
                <c:pt idx="26369">
                  <c:v>1</c:v>
                </c:pt>
                <c:pt idx="26370">
                  <c:v>1</c:v>
                </c:pt>
                <c:pt idx="26371">
                  <c:v>2</c:v>
                </c:pt>
                <c:pt idx="26372">
                  <c:v>2</c:v>
                </c:pt>
                <c:pt idx="26373">
                  <c:v>2</c:v>
                </c:pt>
                <c:pt idx="26374">
                  <c:v>1</c:v>
                </c:pt>
                <c:pt idx="26375">
                  <c:v>1</c:v>
                </c:pt>
                <c:pt idx="26376">
                  <c:v>1</c:v>
                </c:pt>
                <c:pt idx="26377">
                  <c:v>1</c:v>
                </c:pt>
                <c:pt idx="26378">
                  <c:v>2</c:v>
                </c:pt>
                <c:pt idx="26379">
                  <c:v>2</c:v>
                </c:pt>
                <c:pt idx="26380">
                  <c:v>2</c:v>
                </c:pt>
                <c:pt idx="26381">
                  <c:v>3</c:v>
                </c:pt>
                <c:pt idx="26382">
                  <c:v>2</c:v>
                </c:pt>
                <c:pt idx="26383">
                  <c:v>6</c:v>
                </c:pt>
                <c:pt idx="26384">
                  <c:v>3</c:v>
                </c:pt>
                <c:pt idx="26385">
                  <c:v>3</c:v>
                </c:pt>
                <c:pt idx="26386">
                  <c:v>2</c:v>
                </c:pt>
                <c:pt idx="26387">
                  <c:v>4</c:v>
                </c:pt>
                <c:pt idx="26388">
                  <c:v>1</c:v>
                </c:pt>
                <c:pt idx="26389">
                  <c:v>2</c:v>
                </c:pt>
                <c:pt idx="26390">
                  <c:v>2</c:v>
                </c:pt>
                <c:pt idx="26391">
                  <c:v>2</c:v>
                </c:pt>
                <c:pt idx="26392">
                  <c:v>4</c:v>
                </c:pt>
                <c:pt idx="26393">
                  <c:v>2</c:v>
                </c:pt>
                <c:pt idx="26394">
                  <c:v>7</c:v>
                </c:pt>
                <c:pt idx="26395">
                  <c:v>8</c:v>
                </c:pt>
                <c:pt idx="26396">
                  <c:v>2</c:v>
                </c:pt>
                <c:pt idx="26397">
                  <c:v>1</c:v>
                </c:pt>
                <c:pt idx="26398">
                  <c:v>5</c:v>
                </c:pt>
                <c:pt idx="26399">
                  <c:v>4</c:v>
                </c:pt>
                <c:pt idx="26400">
                  <c:v>7</c:v>
                </c:pt>
                <c:pt idx="26401">
                  <c:v>4</c:v>
                </c:pt>
                <c:pt idx="26402">
                  <c:v>7</c:v>
                </c:pt>
                <c:pt idx="26403">
                  <c:v>8</c:v>
                </c:pt>
                <c:pt idx="26404">
                  <c:v>7</c:v>
                </c:pt>
                <c:pt idx="26405">
                  <c:v>6</c:v>
                </c:pt>
                <c:pt idx="26406">
                  <c:v>6</c:v>
                </c:pt>
                <c:pt idx="26407">
                  <c:v>8</c:v>
                </c:pt>
                <c:pt idx="26408">
                  <c:v>2</c:v>
                </c:pt>
                <c:pt idx="26409">
                  <c:v>4</c:v>
                </c:pt>
                <c:pt idx="26410">
                  <c:v>3</c:v>
                </c:pt>
                <c:pt idx="26411">
                  <c:v>1</c:v>
                </c:pt>
                <c:pt idx="26412">
                  <c:v>1</c:v>
                </c:pt>
                <c:pt idx="26413">
                  <c:v>2</c:v>
                </c:pt>
                <c:pt idx="26414">
                  <c:v>1</c:v>
                </c:pt>
                <c:pt idx="26415">
                  <c:v>1</c:v>
                </c:pt>
                <c:pt idx="26416">
                  <c:v>1</c:v>
                </c:pt>
                <c:pt idx="26417">
                  <c:v>1</c:v>
                </c:pt>
                <c:pt idx="26418">
                  <c:v>1</c:v>
                </c:pt>
                <c:pt idx="26419">
                  <c:v>2</c:v>
                </c:pt>
                <c:pt idx="26420">
                  <c:v>2</c:v>
                </c:pt>
                <c:pt idx="26421">
                  <c:v>3</c:v>
                </c:pt>
                <c:pt idx="26422">
                  <c:v>2</c:v>
                </c:pt>
                <c:pt idx="26423">
                  <c:v>2</c:v>
                </c:pt>
                <c:pt idx="26424">
                  <c:v>2</c:v>
                </c:pt>
                <c:pt idx="26425">
                  <c:v>4</c:v>
                </c:pt>
                <c:pt idx="26426">
                  <c:v>3</c:v>
                </c:pt>
                <c:pt idx="26427">
                  <c:v>1</c:v>
                </c:pt>
                <c:pt idx="26428">
                  <c:v>1</c:v>
                </c:pt>
                <c:pt idx="26429">
                  <c:v>2</c:v>
                </c:pt>
                <c:pt idx="26430">
                  <c:v>3</c:v>
                </c:pt>
                <c:pt idx="26431">
                  <c:v>3</c:v>
                </c:pt>
                <c:pt idx="26432">
                  <c:v>1</c:v>
                </c:pt>
                <c:pt idx="26433">
                  <c:v>6</c:v>
                </c:pt>
                <c:pt idx="26434">
                  <c:v>4</c:v>
                </c:pt>
                <c:pt idx="26435">
                  <c:v>3</c:v>
                </c:pt>
                <c:pt idx="26436">
                  <c:v>3</c:v>
                </c:pt>
                <c:pt idx="26437">
                  <c:v>3</c:v>
                </c:pt>
                <c:pt idx="26438">
                  <c:v>4</c:v>
                </c:pt>
                <c:pt idx="26439">
                  <c:v>3</c:v>
                </c:pt>
                <c:pt idx="26440">
                  <c:v>2</c:v>
                </c:pt>
                <c:pt idx="26441">
                  <c:v>1</c:v>
                </c:pt>
                <c:pt idx="26442">
                  <c:v>2</c:v>
                </c:pt>
                <c:pt idx="26443">
                  <c:v>3</c:v>
                </c:pt>
                <c:pt idx="26444">
                  <c:v>3</c:v>
                </c:pt>
                <c:pt idx="26445">
                  <c:v>2</c:v>
                </c:pt>
                <c:pt idx="26446">
                  <c:v>4</c:v>
                </c:pt>
                <c:pt idx="26447">
                  <c:v>1</c:v>
                </c:pt>
                <c:pt idx="26448">
                  <c:v>3</c:v>
                </c:pt>
                <c:pt idx="26449">
                  <c:v>3</c:v>
                </c:pt>
                <c:pt idx="26450">
                  <c:v>2</c:v>
                </c:pt>
                <c:pt idx="26451">
                  <c:v>7</c:v>
                </c:pt>
                <c:pt idx="26452">
                  <c:v>3</c:v>
                </c:pt>
                <c:pt idx="26453">
                  <c:v>3</c:v>
                </c:pt>
                <c:pt idx="26454">
                  <c:v>5</c:v>
                </c:pt>
                <c:pt idx="26455">
                  <c:v>5</c:v>
                </c:pt>
                <c:pt idx="26456">
                  <c:v>5</c:v>
                </c:pt>
                <c:pt idx="26457">
                  <c:v>1</c:v>
                </c:pt>
                <c:pt idx="26458">
                  <c:v>1</c:v>
                </c:pt>
                <c:pt idx="26459">
                  <c:v>2</c:v>
                </c:pt>
                <c:pt idx="26460">
                  <c:v>3</c:v>
                </c:pt>
                <c:pt idx="26461">
                  <c:v>4</c:v>
                </c:pt>
                <c:pt idx="26462">
                  <c:v>2</c:v>
                </c:pt>
                <c:pt idx="26463">
                  <c:v>1</c:v>
                </c:pt>
                <c:pt idx="26464">
                  <c:v>3</c:v>
                </c:pt>
                <c:pt idx="26465">
                  <c:v>2</c:v>
                </c:pt>
                <c:pt idx="26466">
                  <c:v>1</c:v>
                </c:pt>
                <c:pt idx="26467">
                  <c:v>4</c:v>
                </c:pt>
                <c:pt idx="26468">
                  <c:v>4</c:v>
                </c:pt>
                <c:pt idx="26469">
                  <c:v>6</c:v>
                </c:pt>
                <c:pt idx="26470">
                  <c:v>5</c:v>
                </c:pt>
                <c:pt idx="26471">
                  <c:v>2</c:v>
                </c:pt>
                <c:pt idx="26472">
                  <c:v>3</c:v>
                </c:pt>
                <c:pt idx="26473">
                  <c:v>3</c:v>
                </c:pt>
                <c:pt idx="26474">
                  <c:v>4</c:v>
                </c:pt>
                <c:pt idx="26475">
                  <c:v>2</c:v>
                </c:pt>
                <c:pt idx="26476">
                  <c:v>4</c:v>
                </c:pt>
                <c:pt idx="26477">
                  <c:v>8</c:v>
                </c:pt>
                <c:pt idx="26478">
                  <c:v>7</c:v>
                </c:pt>
                <c:pt idx="26479">
                  <c:v>3</c:v>
                </c:pt>
                <c:pt idx="26480">
                  <c:v>6</c:v>
                </c:pt>
                <c:pt idx="26481">
                  <c:v>16</c:v>
                </c:pt>
                <c:pt idx="26482">
                  <c:v>0</c:v>
                </c:pt>
                <c:pt idx="26483">
                  <c:v>7</c:v>
                </c:pt>
                <c:pt idx="26484">
                  <c:v>3</c:v>
                </c:pt>
                <c:pt idx="26485">
                  <c:v>4</c:v>
                </c:pt>
                <c:pt idx="26486">
                  <c:v>3</c:v>
                </c:pt>
                <c:pt idx="26487">
                  <c:v>3</c:v>
                </c:pt>
                <c:pt idx="26488">
                  <c:v>3</c:v>
                </c:pt>
                <c:pt idx="26489">
                  <c:v>1</c:v>
                </c:pt>
                <c:pt idx="26490">
                  <c:v>2</c:v>
                </c:pt>
                <c:pt idx="26491">
                  <c:v>3</c:v>
                </c:pt>
                <c:pt idx="26492">
                  <c:v>1</c:v>
                </c:pt>
                <c:pt idx="26493">
                  <c:v>1</c:v>
                </c:pt>
                <c:pt idx="26494">
                  <c:v>1</c:v>
                </c:pt>
                <c:pt idx="26495">
                  <c:v>2</c:v>
                </c:pt>
                <c:pt idx="26496">
                  <c:v>3</c:v>
                </c:pt>
                <c:pt idx="26497">
                  <c:v>2</c:v>
                </c:pt>
                <c:pt idx="26498">
                  <c:v>2</c:v>
                </c:pt>
                <c:pt idx="26499">
                  <c:v>4</c:v>
                </c:pt>
                <c:pt idx="26500">
                  <c:v>3</c:v>
                </c:pt>
                <c:pt idx="26501">
                  <c:v>2</c:v>
                </c:pt>
                <c:pt idx="26502">
                  <c:v>3</c:v>
                </c:pt>
                <c:pt idx="26503">
                  <c:v>4</c:v>
                </c:pt>
                <c:pt idx="26504">
                  <c:v>-2</c:v>
                </c:pt>
                <c:pt idx="26505">
                  <c:v>3</c:v>
                </c:pt>
                <c:pt idx="26506">
                  <c:v>3</c:v>
                </c:pt>
                <c:pt idx="26507">
                  <c:v>2</c:v>
                </c:pt>
                <c:pt idx="26508">
                  <c:v>3</c:v>
                </c:pt>
                <c:pt idx="26509">
                  <c:v>3</c:v>
                </c:pt>
                <c:pt idx="26510">
                  <c:v>3</c:v>
                </c:pt>
                <c:pt idx="26511">
                  <c:v>5</c:v>
                </c:pt>
                <c:pt idx="26512">
                  <c:v>2</c:v>
                </c:pt>
                <c:pt idx="26513">
                  <c:v>1</c:v>
                </c:pt>
                <c:pt idx="26514">
                  <c:v>2</c:v>
                </c:pt>
                <c:pt idx="26515">
                  <c:v>2</c:v>
                </c:pt>
                <c:pt idx="26516">
                  <c:v>6</c:v>
                </c:pt>
                <c:pt idx="26517">
                  <c:v>2</c:v>
                </c:pt>
                <c:pt idx="26518">
                  <c:v>3</c:v>
                </c:pt>
                <c:pt idx="26519">
                  <c:v>3</c:v>
                </c:pt>
                <c:pt idx="26520">
                  <c:v>2</c:v>
                </c:pt>
                <c:pt idx="26521">
                  <c:v>3</c:v>
                </c:pt>
                <c:pt idx="26522">
                  <c:v>3</c:v>
                </c:pt>
                <c:pt idx="26523">
                  <c:v>4</c:v>
                </c:pt>
                <c:pt idx="26524">
                  <c:v>2</c:v>
                </c:pt>
                <c:pt idx="26525">
                  <c:v>3</c:v>
                </c:pt>
                <c:pt idx="26526">
                  <c:v>3</c:v>
                </c:pt>
                <c:pt idx="26527">
                  <c:v>3</c:v>
                </c:pt>
                <c:pt idx="26528">
                  <c:v>4</c:v>
                </c:pt>
                <c:pt idx="26529">
                  <c:v>3</c:v>
                </c:pt>
                <c:pt idx="26530">
                  <c:v>4</c:v>
                </c:pt>
                <c:pt idx="26531">
                  <c:v>2</c:v>
                </c:pt>
                <c:pt idx="26532">
                  <c:v>3</c:v>
                </c:pt>
                <c:pt idx="26533">
                  <c:v>3</c:v>
                </c:pt>
                <c:pt idx="26534">
                  <c:v>5</c:v>
                </c:pt>
                <c:pt idx="26535">
                  <c:v>3</c:v>
                </c:pt>
                <c:pt idx="26536">
                  <c:v>3</c:v>
                </c:pt>
                <c:pt idx="26537">
                  <c:v>1</c:v>
                </c:pt>
                <c:pt idx="26538">
                  <c:v>3</c:v>
                </c:pt>
                <c:pt idx="26539">
                  <c:v>1</c:v>
                </c:pt>
                <c:pt idx="26540">
                  <c:v>1</c:v>
                </c:pt>
                <c:pt idx="26541">
                  <c:v>1</c:v>
                </c:pt>
                <c:pt idx="26542">
                  <c:v>1</c:v>
                </c:pt>
                <c:pt idx="26543">
                  <c:v>1</c:v>
                </c:pt>
                <c:pt idx="26544">
                  <c:v>5</c:v>
                </c:pt>
                <c:pt idx="26545">
                  <c:v>2</c:v>
                </c:pt>
                <c:pt idx="26546">
                  <c:v>2</c:v>
                </c:pt>
                <c:pt idx="26547">
                  <c:v>2</c:v>
                </c:pt>
                <c:pt idx="26548">
                  <c:v>2</c:v>
                </c:pt>
                <c:pt idx="26549">
                  <c:v>3</c:v>
                </c:pt>
                <c:pt idx="26550">
                  <c:v>3</c:v>
                </c:pt>
                <c:pt idx="26551">
                  <c:v>3</c:v>
                </c:pt>
                <c:pt idx="26552">
                  <c:v>4</c:v>
                </c:pt>
                <c:pt idx="26553">
                  <c:v>2</c:v>
                </c:pt>
                <c:pt idx="26554">
                  <c:v>2</c:v>
                </c:pt>
                <c:pt idx="26555">
                  <c:v>2</c:v>
                </c:pt>
                <c:pt idx="26556">
                  <c:v>3</c:v>
                </c:pt>
                <c:pt idx="26557">
                  <c:v>2</c:v>
                </c:pt>
                <c:pt idx="26558">
                  <c:v>2</c:v>
                </c:pt>
                <c:pt idx="26559">
                  <c:v>2</c:v>
                </c:pt>
                <c:pt idx="26560">
                  <c:v>8</c:v>
                </c:pt>
                <c:pt idx="26561">
                  <c:v>2</c:v>
                </c:pt>
                <c:pt idx="26562">
                  <c:v>2</c:v>
                </c:pt>
                <c:pt idx="26563">
                  <c:v>1</c:v>
                </c:pt>
                <c:pt idx="26564">
                  <c:v>2</c:v>
                </c:pt>
                <c:pt idx="26565">
                  <c:v>2</c:v>
                </c:pt>
                <c:pt idx="26566">
                  <c:v>1</c:v>
                </c:pt>
                <c:pt idx="26567">
                  <c:v>2</c:v>
                </c:pt>
                <c:pt idx="26568">
                  <c:v>2</c:v>
                </c:pt>
                <c:pt idx="26569">
                  <c:v>2</c:v>
                </c:pt>
                <c:pt idx="26570">
                  <c:v>2</c:v>
                </c:pt>
                <c:pt idx="26571">
                  <c:v>2</c:v>
                </c:pt>
                <c:pt idx="26572">
                  <c:v>2</c:v>
                </c:pt>
                <c:pt idx="26573">
                  <c:v>2</c:v>
                </c:pt>
                <c:pt idx="26574">
                  <c:v>5</c:v>
                </c:pt>
                <c:pt idx="26575">
                  <c:v>4</c:v>
                </c:pt>
                <c:pt idx="26576">
                  <c:v>6</c:v>
                </c:pt>
                <c:pt idx="26577">
                  <c:v>3</c:v>
                </c:pt>
                <c:pt idx="26578">
                  <c:v>2</c:v>
                </c:pt>
                <c:pt idx="26579">
                  <c:v>4</c:v>
                </c:pt>
                <c:pt idx="26580">
                  <c:v>2</c:v>
                </c:pt>
                <c:pt idx="26581">
                  <c:v>4</c:v>
                </c:pt>
                <c:pt idx="26582">
                  <c:v>5</c:v>
                </c:pt>
                <c:pt idx="26583">
                  <c:v>2</c:v>
                </c:pt>
                <c:pt idx="26584">
                  <c:v>4</c:v>
                </c:pt>
                <c:pt idx="26585">
                  <c:v>3</c:v>
                </c:pt>
                <c:pt idx="26586">
                  <c:v>2</c:v>
                </c:pt>
                <c:pt idx="26587">
                  <c:v>3</c:v>
                </c:pt>
                <c:pt idx="26588">
                  <c:v>3</c:v>
                </c:pt>
                <c:pt idx="26589">
                  <c:v>2</c:v>
                </c:pt>
                <c:pt idx="26590">
                  <c:v>3</c:v>
                </c:pt>
                <c:pt idx="26591">
                  <c:v>3</c:v>
                </c:pt>
                <c:pt idx="26592">
                  <c:v>1</c:v>
                </c:pt>
                <c:pt idx="26593">
                  <c:v>1</c:v>
                </c:pt>
                <c:pt idx="26594">
                  <c:v>1</c:v>
                </c:pt>
                <c:pt idx="26595">
                  <c:v>1</c:v>
                </c:pt>
                <c:pt idx="26596">
                  <c:v>1</c:v>
                </c:pt>
                <c:pt idx="26597">
                  <c:v>3</c:v>
                </c:pt>
                <c:pt idx="26598">
                  <c:v>2</c:v>
                </c:pt>
                <c:pt idx="26599">
                  <c:v>6</c:v>
                </c:pt>
                <c:pt idx="26600">
                  <c:v>6</c:v>
                </c:pt>
                <c:pt idx="26601">
                  <c:v>1</c:v>
                </c:pt>
                <c:pt idx="26602">
                  <c:v>2</c:v>
                </c:pt>
                <c:pt idx="26603">
                  <c:v>0</c:v>
                </c:pt>
                <c:pt idx="26604">
                  <c:v>1</c:v>
                </c:pt>
                <c:pt idx="26605">
                  <c:v>3</c:v>
                </c:pt>
                <c:pt idx="26606">
                  <c:v>2</c:v>
                </c:pt>
                <c:pt idx="26607">
                  <c:v>6</c:v>
                </c:pt>
                <c:pt idx="26608">
                  <c:v>1</c:v>
                </c:pt>
                <c:pt idx="26609">
                  <c:v>1</c:v>
                </c:pt>
                <c:pt idx="26610">
                  <c:v>2</c:v>
                </c:pt>
                <c:pt idx="26611">
                  <c:v>2</c:v>
                </c:pt>
                <c:pt idx="26612">
                  <c:v>3</c:v>
                </c:pt>
                <c:pt idx="26613">
                  <c:v>4</c:v>
                </c:pt>
                <c:pt idx="26614">
                  <c:v>4</c:v>
                </c:pt>
                <c:pt idx="26615">
                  <c:v>3</c:v>
                </c:pt>
                <c:pt idx="26616">
                  <c:v>1</c:v>
                </c:pt>
                <c:pt idx="26617">
                  <c:v>4</c:v>
                </c:pt>
                <c:pt idx="26618">
                  <c:v>4</c:v>
                </c:pt>
                <c:pt idx="26619">
                  <c:v>3</c:v>
                </c:pt>
                <c:pt idx="26620">
                  <c:v>2</c:v>
                </c:pt>
                <c:pt idx="26621">
                  <c:v>1</c:v>
                </c:pt>
                <c:pt idx="26622">
                  <c:v>4</c:v>
                </c:pt>
                <c:pt idx="26623">
                  <c:v>2</c:v>
                </c:pt>
                <c:pt idx="26624">
                  <c:v>4</c:v>
                </c:pt>
                <c:pt idx="26625">
                  <c:v>4</c:v>
                </c:pt>
                <c:pt idx="26626">
                  <c:v>3</c:v>
                </c:pt>
                <c:pt idx="26627">
                  <c:v>2</c:v>
                </c:pt>
                <c:pt idx="26628">
                  <c:v>1</c:v>
                </c:pt>
                <c:pt idx="26629">
                  <c:v>2</c:v>
                </c:pt>
                <c:pt idx="26630">
                  <c:v>1</c:v>
                </c:pt>
                <c:pt idx="26631">
                  <c:v>3</c:v>
                </c:pt>
                <c:pt idx="26632">
                  <c:v>2</c:v>
                </c:pt>
                <c:pt idx="26633">
                  <c:v>2</c:v>
                </c:pt>
                <c:pt idx="26634">
                  <c:v>3</c:v>
                </c:pt>
                <c:pt idx="26635">
                  <c:v>2</c:v>
                </c:pt>
                <c:pt idx="26636">
                  <c:v>1</c:v>
                </c:pt>
                <c:pt idx="26637">
                  <c:v>2</c:v>
                </c:pt>
                <c:pt idx="26638">
                  <c:v>2</c:v>
                </c:pt>
                <c:pt idx="26639">
                  <c:v>2</c:v>
                </c:pt>
                <c:pt idx="26640">
                  <c:v>2</c:v>
                </c:pt>
                <c:pt idx="26641">
                  <c:v>1</c:v>
                </c:pt>
                <c:pt idx="26642">
                  <c:v>2</c:v>
                </c:pt>
                <c:pt idx="26643">
                  <c:v>7</c:v>
                </c:pt>
                <c:pt idx="26644">
                  <c:v>3</c:v>
                </c:pt>
                <c:pt idx="26645">
                  <c:v>3</c:v>
                </c:pt>
                <c:pt idx="26646">
                  <c:v>1</c:v>
                </c:pt>
                <c:pt idx="26647">
                  <c:v>-1</c:v>
                </c:pt>
                <c:pt idx="26648">
                  <c:v>1</c:v>
                </c:pt>
                <c:pt idx="26649">
                  <c:v>0</c:v>
                </c:pt>
                <c:pt idx="26650">
                  <c:v>3</c:v>
                </c:pt>
                <c:pt idx="26651">
                  <c:v>3</c:v>
                </c:pt>
                <c:pt idx="26652">
                  <c:v>1</c:v>
                </c:pt>
                <c:pt idx="26653">
                  <c:v>2</c:v>
                </c:pt>
                <c:pt idx="26654">
                  <c:v>1</c:v>
                </c:pt>
                <c:pt idx="26655">
                  <c:v>2</c:v>
                </c:pt>
                <c:pt idx="26656">
                  <c:v>1</c:v>
                </c:pt>
                <c:pt idx="26657">
                  <c:v>1</c:v>
                </c:pt>
                <c:pt idx="26658">
                  <c:v>1</c:v>
                </c:pt>
                <c:pt idx="26659">
                  <c:v>1</c:v>
                </c:pt>
                <c:pt idx="26660">
                  <c:v>1</c:v>
                </c:pt>
                <c:pt idx="26661">
                  <c:v>1</c:v>
                </c:pt>
                <c:pt idx="26662">
                  <c:v>1</c:v>
                </c:pt>
                <c:pt idx="26663">
                  <c:v>1</c:v>
                </c:pt>
                <c:pt idx="26664">
                  <c:v>1</c:v>
                </c:pt>
                <c:pt idx="26665">
                  <c:v>2</c:v>
                </c:pt>
                <c:pt idx="26666">
                  <c:v>1</c:v>
                </c:pt>
                <c:pt idx="26667">
                  <c:v>1</c:v>
                </c:pt>
                <c:pt idx="26668">
                  <c:v>1</c:v>
                </c:pt>
                <c:pt idx="26669">
                  <c:v>2</c:v>
                </c:pt>
                <c:pt idx="26670">
                  <c:v>1</c:v>
                </c:pt>
                <c:pt idx="26671">
                  <c:v>1</c:v>
                </c:pt>
                <c:pt idx="26672">
                  <c:v>1</c:v>
                </c:pt>
                <c:pt idx="26673">
                  <c:v>1</c:v>
                </c:pt>
                <c:pt idx="26674">
                  <c:v>1</c:v>
                </c:pt>
                <c:pt idx="26675">
                  <c:v>1</c:v>
                </c:pt>
                <c:pt idx="26676">
                  <c:v>1</c:v>
                </c:pt>
                <c:pt idx="26677">
                  <c:v>1</c:v>
                </c:pt>
                <c:pt idx="26678">
                  <c:v>2</c:v>
                </c:pt>
                <c:pt idx="26679">
                  <c:v>2</c:v>
                </c:pt>
                <c:pt idx="26680">
                  <c:v>1</c:v>
                </c:pt>
                <c:pt idx="26681">
                  <c:v>1</c:v>
                </c:pt>
                <c:pt idx="26682">
                  <c:v>1</c:v>
                </c:pt>
                <c:pt idx="26683">
                  <c:v>2</c:v>
                </c:pt>
                <c:pt idx="26684">
                  <c:v>1</c:v>
                </c:pt>
                <c:pt idx="26685">
                  <c:v>1</c:v>
                </c:pt>
                <c:pt idx="26686">
                  <c:v>1</c:v>
                </c:pt>
                <c:pt idx="26687">
                  <c:v>1</c:v>
                </c:pt>
                <c:pt idx="26688">
                  <c:v>7</c:v>
                </c:pt>
                <c:pt idx="26689">
                  <c:v>3</c:v>
                </c:pt>
                <c:pt idx="26690">
                  <c:v>4</c:v>
                </c:pt>
                <c:pt idx="26691">
                  <c:v>3</c:v>
                </c:pt>
                <c:pt idx="26692">
                  <c:v>2</c:v>
                </c:pt>
                <c:pt idx="26693">
                  <c:v>1</c:v>
                </c:pt>
                <c:pt idx="26694">
                  <c:v>1</c:v>
                </c:pt>
                <c:pt idx="26695">
                  <c:v>3</c:v>
                </c:pt>
                <c:pt idx="26696">
                  <c:v>3</c:v>
                </c:pt>
                <c:pt idx="26697">
                  <c:v>3</c:v>
                </c:pt>
                <c:pt idx="26698">
                  <c:v>3</c:v>
                </c:pt>
                <c:pt idx="26699">
                  <c:v>2</c:v>
                </c:pt>
                <c:pt idx="26700">
                  <c:v>2</c:v>
                </c:pt>
                <c:pt idx="26701">
                  <c:v>3</c:v>
                </c:pt>
                <c:pt idx="26702">
                  <c:v>3</c:v>
                </c:pt>
                <c:pt idx="26703">
                  <c:v>4</c:v>
                </c:pt>
                <c:pt idx="26704">
                  <c:v>1</c:v>
                </c:pt>
                <c:pt idx="26705">
                  <c:v>3</c:v>
                </c:pt>
                <c:pt idx="26706">
                  <c:v>3</c:v>
                </c:pt>
                <c:pt idx="26707">
                  <c:v>2</c:v>
                </c:pt>
                <c:pt idx="26708">
                  <c:v>3</c:v>
                </c:pt>
                <c:pt idx="26709">
                  <c:v>3</c:v>
                </c:pt>
                <c:pt idx="26710">
                  <c:v>3</c:v>
                </c:pt>
                <c:pt idx="26711">
                  <c:v>3</c:v>
                </c:pt>
                <c:pt idx="26712">
                  <c:v>3</c:v>
                </c:pt>
                <c:pt idx="26713">
                  <c:v>3</c:v>
                </c:pt>
                <c:pt idx="26714">
                  <c:v>3</c:v>
                </c:pt>
                <c:pt idx="26715">
                  <c:v>3</c:v>
                </c:pt>
                <c:pt idx="26716">
                  <c:v>6</c:v>
                </c:pt>
                <c:pt idx="26717">
                  <c:v>2</c:v>
                </c:pt>
                <c:pt idx="26718">
                  <c:v>1</c:v>
                </c:pt>
                <c:pt idx="26719">
                  <c:v>3</c:v>
                </c:pt>
                <c:pt idx="26720">
                  <c:v>3</c:v>
                </c:pt>
                <c:pt idx="26721">
                  <c:v>4</c:v>
                </c:pt>
                <c:pt idx="26722">
                  <c:v>3</c:v>
                </c:pt>
                <c:pt idx="26723">
                  <c:v>2</c:v>
                </c:pt>
                <c:pt idx="26724">
                  <c:v>1</c:v>
                </c:pt>
                <c:pt idx="26725">
                  <c:v>3</c:v>
                </c:pt>
                <c:pt idx="26726">
                  <c:v>2</c:v>
                </c:pt>
                <c:pt idx="26727">
                  <c:v>1</c:v>
                </c:pt>
                <c:pt idx="26728">
                  <c:v>1</c:v>
                </c:pt>
                <c:pt idx="26729">
                  <c:v>3</c:v>
                </c:pt>
                <c:pt idx="26730">
                  <c:v>3</c:v>
                </c:pt>
                <c:pt idx="26731">
                  <c:v>2</c:v>
                </c:pt>
                <c:pt idx="26732">
                  <c:v>3</c:v>
                </c:pt>
                <c:pt idx="26733">
                  <c:v>2</c:v>
                </c:pt>
                <c:pt idx="26734">
                  <c:v>4</c:v>
                </c:pt>
                <c:pt idx="26735">
                  <c:v>2</c:v>
                </c:pt>
                <c:pt idx="26736">
                  <c:v>3</c:v>
                </c:pt>
                <c:pt idx="26737">
                  <c:v>4</c:v>
                </c:pt>
                <c:pt idx="26738">
                  <c:v>3</c:v>
                </c:pt>
                <c:pt idx="26739">
                  <c:v>5</c:v>
                </c:pt>
                <c:pt idx="26740">
                  <c:v>3</c:v>
                </c:pt>
                <c:pt idx="26741">
                  <c:v>2</c:v>
                </c:pt>
                <c:pt idx="26742">
                  <c:v>2</c:v>
                </c:pt>
                <c:pt idx="26743">
                  <c:v>4</c:v>
                </c:pt>
                <c:pt idx="26744">
                  <c:v>1</c:v>
                </c:pt>
                <c:pt idx="26745">
                  <c:v>5</c:v>
                </c:pt>
                <c:pt idx="26746">
                  <c:v>3</c:v>
                </c:pt>
                <c:pt idx="26747">
                  <c:v>2</c:v>
                </c:pt>
                <c:pt idx="26748">
                  <c:v>1</c:v>
                </c:pt>
                <c:pt idx="26749">
                  <c:v>1</c:v>
                </c:pt>
                <c:pt idx="26750">
                  <c:v>2</c:v>
                </c:pt>
                <c:pt idx="26751">
                  <c:v>2</c:v>
                </c:pt>
                <c:pt idx="26752">
                  <c:v>4</c:v>
                </c:pt>
                <c:pt idx="26753">
                  <c:v>4</c:v>
                </c:pt>
                <c:pt idx="26754">
                  <c:v>4</c:v>
                </c:pt>
                <c:pt idx="26755">
                  <c:v>4</c:v>
                </c:pt>
                <c:pt idx="26756">
                  <c:v>5</c:v>
                </c:pt>
                <c:pt idx="26757">
                  <c:v>4</c:v>
                </c:pt>
                <c:pt idx="26758">
                  <c:v>3</c:v>
                </c:pt>
                <c:pt idx="26759">
                  <c:v>4</c:v>
                </c:pt>
                <c:pt idx="26760">
                  <c:v>4</c:v>
                </c:pt>
                <c:pt idx="26761">
                  <c:v>2</c:v>
                </c:pt>
                <c:pt idx="26762">
                  <c:v>3</c:v>
                </c:pt>
                <c:pt idx="26763">
                  <c:v>4</c:v>
                </c:pt>
                <c:pt idx="26764">
                  <c:v>2</c:v>
                </c:pt>
                <c:pt idx="26765">
                  <c:v>4</c:v>
                </c:pt>
                <c:pt idx="26766">
                  <c:v>3</c:v>
                </c:pt>
                <c:pt idx="26767">
                  <c:v>2</c:v>
                </c:pt>
                <c:pt idx="26768">
                  <c:v>4</c:v>
                </c:pt>
                <c:pt idx="26769">
                  <c:v>3</c:v>
                </c:pt>
                <c:pt idx="26770">
                  <c:v>3</c:v>
                </c:pt>
                <c:pt idx="26771">
                  <c:v>3</c:v>
                </c:pt>
                <c:pt idx="26772">
                  <c:v>2</c:v>
                </c:pt>
                <c:pt idx="26773">
                  <c:v>4</c:v>
                </c:pt>
                <c:pt idx="26774">
                  <c:v>5</c:v>
                </c:pt>
                <c:pt idx="26775">
                  <c:v>3</c:v>
                </c:pt>
                <c:pt idx="26776">
                  <c:v>3</c:v>
                </c:pt>
                <c:pt idx="26777">
                  <c:v>3</c:v>
                </c:pt>
                <c:pt idx="26778">
                  <c:v>4</c:v>
                </c:pt>
                <c:pt idx="26779">
                  <c:v>3</c:v>
                </c:pt>
                <c:pt idx="26780">
                  <c:v>4</c:v>
                </c:pt>
                <c:pt idx="26781">
                  <c:v>2</c:v>
                </c:pt>
                <c:pt idx="26782">
                  <c:v>2</c:v>
                </c:pt>
                <c:pt idx="26783">
                  <c:v>2</c:v>
                </c:pt>
                <c:pt idx="26784">
                  <c:v>2</c:v>
                </c:pt>
                <c:pt idx="26785">
                  <c:v>2</c:v>
                </c:pt>
                <c:pt idx="26786">
                  <c:v>2</c:v>
                </c:pt>
                <c:pt idx="26787">
                  <c:v>2</c:v>
                </c:pt>
                <c:pt idx="26788">
                  <c:v>2</c:v>
                </c:pt>
                <c:pt idx="26789">
                  <c:v>2</c:v>
                </c:pt>
                <c:pt idx="26790">
                  <c:v>3</c:v>
                </c:pt>
                <c:pt idx="26791">
                  <c:v>2</c:v>
                </c:pt>
                <c:pt idx="26792">
                  <c:v>2</c:v>
                </c:pt>
                <c:pt idx="26793">
                  <c:v>2</c:v>
                </c:pt>
                <c:pt idx="26794">
                  <c:v>2</c:v>
                </c:pt>
                <c:pt idx="26795">
                  <c:v>3</c:v>
                </c:pt>
                <c:pt idx="26796">
                  <c:v>5</c:v>
                </c:pt>
                <c:pt idx="26797">
                  <c:v>2</c:v>
                </c:pt>
                <c:pt idx="26798">
                  <c:v>3</c:v>
                </c:pt>
                <c:pt idx="26799">
                  <c:v>3</c:v>
                </c:pt>
                <c:pt idx="26800">
                  <c:v>3</c:v>
                </c:pt>
                <c:pt idx="26801">
                  <c:v>3</c:v>
                </c:pt>
                <c:pt idx="26802">
                  <c:v>2</c:v>
                </c:pt>
                <c:pt idx="26803">
                  <c:v>3</c:v>
                </c:pt>
                <c:pt idx="26804">
                  <c:v>2</c:v>
                </c:pt>
                <c:pt idx="26805">
                  <c:v>4</c:v>
                </c:pt>
                <c:pt idx="26806">
                  <c:v>2</c:v>
                </c:pt>
                <c:pt idx="26807">
                  <c:v>4</c:v>
                </c:pt>
                <c:pt idx="26808">
                  <c:v>2</c:v>
                </c:pt>
                <c:pt idx="26809">
                  <c:v>2</c:v>
                </c:pt>
                <c:pt idx="26810">
                  <c:v>1</c:v>
                </c:pt>
                <c:pt idx="26811">
                  <c:v>2</c:v>
                </c:pt>
                <c:pt idx="26812">
                  <c:v>2</c:v>
                </c:pt>
                <c:pt idx="26813">
                  <c:v>2</c:v>
                </c:pt>
                <c:pt idx="26814">
                  <c:v>2</c:v>
                </c:pt>
                <c:pt idx="26815">
                  <c:v>2</c:v>
                </c:pt>
                <c:pt idx="26816">
                  <c:v>1</c:v>
                </c:pt>
                <c:pt idx="26817">
                  <c:v>2</c:v>
                </c:pt>
                <c:pt idx="26818">
                  <c:v>7</c:v>
                </c:pt>
                <c:pt idx="26819">
                  <c:v>3</c:v>
                </c:pt>
                <c:pt idx="26820">
                  <c:v>2</c:v>
                </c:pt>
                <c:pt idx="26821">
                  <c:v>1</c:v>
                </c:pt>
                <c:pt idx="26822">
                  <c:v>1</c:v>
                </c:pt>
                <c:pt idx="26823">
                  <c:v>1</c:v>
                </c:pt>
                <c:pt idx="26824">
                  <c:v>2</c:v>
                </c:pt>
                <c:pt idx="26825">
                  <c:v>1</c:v>
                </c:pt>
                <c:pt idx="26826">
                  <c:v>1</c:v>
                </c:pt>
                <c:pt idx="26827">
                  <c:v>1</c:v>
                </c:pt>
                <c:pt idx="26828">
                  <c:v>1</c:v>
                </c:pt>
                <c:pt idx="26829">
                  <c:v>2</c:v>
                </c:pt>
                <c:pt idx="26830">
                  <c:v>1</c:v>
                </c:pt>
                <c:pt idx="26831">
                  <c:v>2</c:v>
                </c:pt>
                <c:pt idx="26832">
                  <c:v>2</c:v>
                </c:pt>
                <c:pt idx="26833">
                  <c:v>2</c:v>
                </c:pt>
                <c:pt idx="26834">
                  <c:v>1</c:v>
                </c:pt>
                <c:pt idx="26835">
                  <c:v>2</c:v>
                </c:pt>
                <c:pt idx="26836">
                  <c:v>1</c:v>
                </c:pt>
                <c:pt idx="26837">
                  <c:v>1</c:v>
                </c:pt>
                <c:pt idx="26838">
                  <c:v>2</c:v>
                </c:pt>
                <c:pt idx="26839">
                  <c:v>1</c:v>
                </c:pt>
                <c:pt idx="26840">
                  <c:v>2</c:v>
                </c:pt>
                <c:pt idx="26841">
                  <c:v>2</c:v>
                </c:pt>
                <c:pt idx="26842">
                  <c:v>1</c:v>
                </c:pt>
                <c:pt idx="26843">
                  <c:v>2</c:v>
                </c:pt>
                <c:pt idx="26844">
                  <c:v>1</c:v>
                </c:pt>
                <c:pt idx="26845">
                  <c:v>1</c:v>
                </c:pt>
                <c:pt idx="26846">
                  <c:v>2</c:v>
                </c:pt>
                <c:pt idx="26847">
                  <c:v>3</c:v>
                </c:pt>
                <c:pt idx="26848">
                  <c:v>3</c:v>
                </c:pt>
                <c:pt idx="26849">
                  <c:v>2</c:v>
                </c:pt>
                <c:pt idx="26850">
                  <c:v>2</c:v>
                </c:pt>
                <c:pt idx="26851">
                  <c:v>3</c:v>
                </c:pt>
                <c:pt idx="26852">
                  <c:v>3</c:v>
                </c:pt>
                <c:pt idx="26853">
                  <c:v>3</c:v>
                </c:pt>
                <c:pt idx="26854">
                  <c:v>4</c:v>
                </c:pt>
                <c:pt idx="26855">
                  <c:v>3</c:v>
                </c:pt>
                <c:pt idx="26856">
                  <c:v>6</c:v>
                </c:pt>
                <c:pt idx="26857">
                  <c:v>3</c:v>
                </c:pt>
                <c:pt idx="26858">
                  <c:v>3</c:v>
                </c:pt>
                <c:pt idx="26859">
                  <c:v>4</c:v>
                </c:pt>
                <c:pt idx="26860">
                  <c:v>3</c:v>
                </c:pt>
                <c:pt idx="26861">
                  <c:v>4</c:v>
                </c:pt>
                <c:pt idx="26862">
                  <c:v>2</c:v>
                </c:pt>
                <c:pt idx="26863">
                  <c:v>3</c:v>
                </c:pt>
                <c:pt idx="26864">
                  <c:v>3</c:v>
                </c:pt>
                <c:pt idx="26865">
                  <c:v>3</c:v>
                </c:pt>
                <c:pt idx="26866">
                  <c:v>2</c:v>
                </c:pt>
                <c:pt idx="26867">
                  <c:v>2</c:v>
                </c:pt>
                <c:pt idx="26868">
                  <c:v>1</c:v>
                </c:pt>
                <c:pt idx="26869">
                  <c:v>6</c:v>
                </c:pt>
                <c:pt idx="26870">
                  <c:v>4</c:v>
                </c:pt>
                <c:pt idx="26871">
                  <c:v>5</c:v>
                </c:pt>
                <c:pt idx="26872">
                  <c:v>2</c:v>
                </c:pt>
                <c:pt idx="26873">
                  <c:v>3</c:v>
                </c:pt>
                <c:pt idx="26874">
                  <c:v>1</c:v>
                </c:pt>
                <c:pt idx="26875">
                  <c:v>1</c:v>
                </c:pt>
                <c:pt idx="26876">
                  <c:v>2</c:v>
                </c:pt>
                <c:pt idx="26877">
                  <c:v>3</c:v>
                </c:pt>
                <c:pt idx="26878">
                  <c:v>2</c:v>
                </c:pt>
                <c:pt idx="26879">
                  <c:v>5</c:v>
                </c:pt>
                <c:pt idx="26880">
                  <c:v>2</c:v>
                </c:pt>
                <c:pt idx="26881">
                  <c:v>3</c:v>
                </c:pt>
                <c:pt idx="26882">
                  <c:v>2</c:v>
                </c:pt>
                <c:pt idx="26883">
                  <c:v>4</c:v>
                </c:pt>
                <c:pt idx="26884">
                  <c:v>6</c:v>
                </c:pt>
                <c:pt idx="26885">
                  <c:v>4</c:v>
                </c:pt>
                <c:pt idx="26886">
                  <c:v>4</c:v>
                </c:pt>
                <c:pt idx="26887">
                  <c:v>3</c:v>
                </c:pt>
                <c:pt idx="26888">
                  <c:v>5</c:v>
                </c:pt>
                <c:pt idx="26889">
                  <c:v>6</c:v>
                </c:pt>
                <c:pt idx="26890">
                  <c:v>5</c:v>
                </c:pt>
                <c:pt idx="26891">
                  <c:v>4</c:v>
                </c:pt>
                <c:pt idx="26892">
                  <c:v>4</c:v>
                </c:pt>
                <c:pt idx="26893">
                  <c:v>6</c:v>
                </c:pt>
                <c:pt idx="26894">
                  <c:v>4</c:v>
                </c:pt>
                <c:pt idx="26895">
                  <c:v>2</c:v>
                </c:pt>
                <c:pt idx="26896">
                  <c:v>4</c:v>
                </c:pt>
                <c:pt idx="26897">
                  <c:v>4</c:v>
                </c:pt>
                <c:pt idx="26898">
                  <c:v>6</c:v>
                </c:pt>
                <c:pt idx="26899">
                  <c:v>3</c:v>
                </c:pt>
                <c:pt idx="26900">
                  <c:v>2</c:v>
                </c:pt>
                <c:pt idx="26901">
                  <c:v>2</c:v>
                </c:pt>
                <c:pt idx="26902">
                  <c:v>2</c:v>
                </c:pt>
                <c:pt idx="26903">
                  <c:v>6</c:v>
                </c:pt>
                <c:pt idx="26904">
                  <c:v>10</c:v>
                </c:pt>
                <c:pt idx="26905">
                  <c:v>10</c:v>
                </c:pt>
                <c:pt idx="26906">
                  <c:v>10</c:v>
                </c:pt>
                <c:pt idx="26907">
                  <c:v>10</c:v>
                </c:pt>
                <c:pt idx="26908">
                  <c:v>1</c:v>
                </c:pt>
                <c:pt idx="26909">
                  <c:v>6</c:v>
                </c:pt>
                <c:pt idx="26910">
                  <c:v>4</c:v>
                </c:pt>
                <c:pt idx="26911">
                  <c:v>2</c:v>
                </c:pt>
                <c:pt idx="26912">
                  <c:v>2</c:v>
                </c:pt>
                <c:pt idx="26913">
                  <c:v>1</c:v>
                </c:pt>
                <c:pt idx="26914">
                  <c:v>2</c:v>
                </c:pt>
                <c:pt idx="26915">
                  <c:v>1</c:v>
                </c:pt>
                <c:pt idx="26916">
                  <c:v>2</c:v>
                </c:pt>
                <c:pt idx="26917">
                  <c:v>2</c:v>
                </c:pt>
                <c:pt idx="26918">
                  <c:v>2</c:v>
                </c:pt>
                <c:pt idx="26919">
                  <c:v>2</c:v>
                </c:pt>
                <c:pt idx="26920">
                  <c:v>1</c:v>
                </c:pt>
                <c:pt idx="26921">
                  <c:v>1</c:v>
                </c:pt>
                <c:pt idx="26922">
                  <c:v>3</c:v>
                </c:pt>
                <c:pt idx="26923">
                  <c:v>1</c:v>
                </c:pt>
                <c:pt idx="26924">
                  <c:v>3</c:v>
                </c:pt>
                <c:pt idx="26925">
                  <c:v>2</c:v>
                </c:pt>
                <c:pt idx="26926">
                  <c:v>3</c:v>
                </c:pt>
                <c:pt idx="26927">
                  <c:v>3</c:v>
                </c:pt>
                <c:pt idx="26928">
                  <c:v>4</c:v>
                </c:pt>
                <c:pt idx="26929">
                  <c:v>1</c:v>
                </c:pt>
                <c:pt idx="26930">
                  <c:v>5</c:v>
                </c:pt>
                <c:pt idx="26931">
                  <c:v>2</c:v>
                </c:pt>
                <c:pt idx="26932">
                  <c:v>3</c:v>
                </c:pt>
                <c:pt idx="26933">
                  <c:v>3</c:v>
                </c:pt>
                <c:pt idx="26934">
                  <c:v>2</c:v>
                </c:pt>
                <c:pt idx="26935">
                  <c:v>2</c:v>
                </c:pt>
                <c:pt idx="26936">
                  <c:v>1</c:v>
                </c:pt>
                <c:pt idx="26937">
                  <c:v>1</c:v>
                </c:pt>
                <c:pt idx="26938">
                  <c:v>1</c:v>
                </c:pt>
                <c:pt idx="26939">
                  <c:v>2</c:v>
                </c:pt>
                <c:pt idx="26940">
                  <c:v>4</c:v>
                </c:pt>
                <c:pt idx="26941">
                  <c:v>4</c:v>
                </c:pt>
                <c:pt idx="26942">
                  <c:v>3</c:v>
                </c:pt>
                <c:pt idx="26943">
                  <c:v>4</c:v>
                </c:pt>
                <c:pt idx="26944">
                  <c:v>2</c:v>
                </c:pt>
                <c:pt idx="26945">
                  <c:v>4</c:v>
                </c:pt>
                <c:pt idx="26946">
                  <c:v>2</c:v>
                </c:pt>
                <c:pt idx="26947">
                  <c:v>2</c:v>
                </c:pt>
                <c:pt idx="26948">
                  <c:v>1</c:v>
                </c:pt>
                <c:pt idx="26949">
                  <c:v>3</c:v>
                </c:pt>
                <c:pt idx="26950">
                  <c:v>2</c:v>
                </c:pt>
                <c:pt idx="26951">
                  <c:v>3</c:v>
                </c:pt>
                <c:pt idx="26952">
                  <c:v>3</c:v>
                </c:pt>
                <c:pt idx="26953">
                  <c:v>3</c:v>
                </c:pt>
                <c:pt idx="26954">
                  <c:v>3</c:v>
                </c:pt>
                <c:pt idx="26955">
                  <c:v>1</c:v>
                </c:pt>
                <c:pt idx="26956">
                  <c:v>2</c:v>
                </c:pt>
                <c:pt idx="26957">
                  <c:v>3</c:v>
                </c:pt>
                <c:pt idx="26958">
                  <c:v>2</c:v>
                </c:pt>
                <c:pt idx="26959">
                  <c:v>3</c:v>
                </c:pt>
                <c:pt idx="26960">
                  <c:v>3</c:v>
                </c:pt>
                <c:pt idx="26961">
                  <c:v>1</c:v>
                </c:pt>
                <c:pt idx="26962">
                  <c:v>3</c:v>
                </c:pt>
                <c:pt idx="26963">
                  <c:v>3</c:v>
                </c:pt>
                <c:pt idx="26964">
                  <c:v>2</c:v>
                </c:pt>
                <c:pt idx="26965">
                  <c:v>3</c:v>
                </c:pt>
                <c:pt idx="26966">
                  <c:v>3</c:v>
                </c:pt>
                <c:pt idx="26967">
                  <c:v>1</c:v>
                </c:pt>
                <c:pt idx="26968">
                  <c:v>1</c:v>
                </c:pt>
                <c:pt idx="26969">
                  <c:v>1</c:v>
                </c:pt>
                <c:pt idx="26970">
                  <c:v>3</c:v>
                </c:pt>
                <c:pt idx="26971">
                  <c:v>2</c:v>
                </c:pt>
                <c:pt idx="26972">
                  <c:v>2</c:v>
                </c:pt>
                <c:pt idx="26973">
                  <c:v>1</c:v>
                </c:pt>
                <c:pt idx="26974">
                  <c:v>1</c:v>
                </c:pt>
                <c:pt idx="26975">
                  <c:v>4</c:v>
                </c:pt>
                <c:pt idx="26976">
                  <c:v>1</c:v>
                </c:pt>
                <c:pt idx="26977">
                  <c:v>2</c:v>
                </c:pt>
                <c:pt idx="26978">
                  <c:v>1</c:v>
                </c:pt>
                <c:pt idx="26979">
                  <c:v>5</c:v>
                </c:pt>
                <c:pt idx="26980">
                  <c:v>3</c:v>
                </c:pt>
                <c:pt idx="26981">
                  <c:v>4</c:v>
                </c:pt>
                <c:pt idx="26982">
                  <c:v>4</c:v>
                </c:pt>
                <c:pt idx="26983">
                  <c:v>3</c:v>
                </c:pt>
                <c:pt idx="26984">
                  <c:v>4</c:v>
                </c:pt>
                <c:pt idx="26985">
                  <c:v>3</c:v>
                </c:pt>
                <c:pt idx="26986">
                  <c:v>4</c:v>
                </c:pt>
                <c:pt idx="26987">
                  <c:v>5</c:v>
                </c:pt>
                <c:pt idx="26988">
                  <c:v>7</c:v>
                </c:pt>
                <c:pt idx="26989">
                  <c:v>6</c:v>
                </c:pt>
                <c:pt idx="26990">
                  <c:v>2</c:v>
                </c:pt>
                <c:pt idx="26991">
                  <c:v>2</c:v>
                </c:pt>
                <c:pt idx="26992">
                  <c:v>1</c:v>
                </c:pt>
                <c:pt idx="26993">
                  <c:v>1</c:v>
                </c:pt>
                <c:pt idx="26994">
                  <c:v>1</c:v>
                </c:pt>
                <c:pt idx="26995">
                  <c:v>1</c:v>
                </c:pt>
                <c:pt idx="26996">
                  <c:v>3</c:v>
                </c:pt>
                <c:pt idx="26997">
                  <c:v>4</c:v>
                </c:pt>
                <c:pt idx="26998">
                  <c:v>1</c:v>
                </c:pt>
                <c:pt idx="26999">
                  <c:v>2</c:v>
                </c:pt>
                <c:pt idx="27000">
                  <c:v>4</c:v>
                </c:pt>
                <c:pt idx="27001">
                  <c:v>5</c:v>
                </c:pt>
                <c:pt idx="27002">
                  <c:v>2</c:v>
                </c:pt>
                <c:pt idx="27003">
                  <c:v>4</c:v>
                </c:pt>
                <c:pt idx="27004">
                  <c:v>1</c:v>
                </c:pt>
                <c:pt idx="27005">
                  <c:v>5</c:v>
                </c:pt>
                <c:pt idx="27006">
                  <c:v>2</c:v>
                </c:pt>
                <c:pt idx="27007">
                  <c:v>2</c:v>
                </c:pt>
                <c:pt idx="27008">
                  <c:v>3</c:v>
                </c:pt>
                <c:pt idx="27009">
                  <c:v>2</c:v>
                </c:pt>
                <c:pt idx="27010">
                  <c:v>1</c:v>
                </c:pt>
                <c:pt idx="27011">
                  <c:v>2</c:v>
                </c:pt>
                <c:pt idx="27012">
                  <c:v>4</c:v>
                </c:pt>
                <c:pt idx="27013">
                  <c:v>2</c:v>
                </c:pt>
                <c:pt idx="27014">
                  <c:v>4</c:v>
                </c:pt>
                <c:pt idx="27015">
                  <c:v>1</c:v>
                </c:pt>
                <c:pt idx="27016">
                  <c:v>1</c:v>
                </c:pt>
                <c:pt idx="27017">
                  <c:v>1</c:v>
                </c:pt>
                <c:pt idx="27018">
                  <c:v>1</c:v>
                </c:pt>
                <c:pt idx="27019">
                  <c:v>1</c:v>
                </c:pt>
                <c:pt idx="27020">
                  <c:v>2</c:v>
                </c:pt>
                <c:pt idx="27021">
                  <c:v>2</c:v>
                </c:pt>
                <c:pt idx="27022">
                  <c:v>2</c:v>
                </c:pt>
                <c:pt idx="27023">
                  <c:v>4</c:v>
                </c:pt>
                <c:pt idx="27024">
                  <c:v>3</c:v>
                </c:pt>
                <c:pt idx="27025">
                  <c:v>1</c:v>
                </c:pt>
                <c:pt idx="27026">
                  <c:v>1</c:v>
                </c:pt>
                <c:pt idx="27027">
                  <c:v>2</c:v>
                </c:pt>
                <c:pt idx="27028">
                  <c:v>3</c:v>
                </c:pt>
                <c:pt idx="27029">
                  <c:v>1</c:v>
                </c:pt>
                <c:pt idx="27030">
                  <c:v>3</c:v>
                </c:pt>
                <c:pt idx="27031">
                  <c:v>2</c:v>
                </c:pt>
                <c:pt idx="27032">
                  <c:v>2</c:v>
                </c:pt>
                <c:pt idx="27033">
                  <c:v>5</c:v>
                </c:pt>
                <c:pt idx="27034">
                  <c:v>5</c:v>
                </c:pt>
                <c:pt idx="27035">
                  <c:v>1</c:v>
                </c:pt>
                <c:pt idx="27036">
                  <c:v>3</c:v>
                </c:pt>
                <c:pt idx="27037">
                  <c:v>2</c:v>
                </c:pt>
                <c:pt idx="27038">
                  <c:v>3</c:v>
                </c:pt>
                <c:pt idx="27039">
                  <c:v>5</c:v>
                </c:pt>
                <c:pt idx="27040">
                  <c:v>4</c:v>
                </c:pt>
                <c:pt idx="27041">
                  <c:v>1</c:v>
                </c:pt>
                <c:pt idx="27042">
                  <c:v>6</c:v>
                </c:pt>
                <c:pt idx="27043">
                  <c:v>4</c:v>
                </c:pt>
                <c:pt idx="27044">
                  <c:v>4</c:v>
                </c:pt>
                <c:pt idx="27045">
                  <c:v>3</c:v>
                </c:pt>
                <c:pt idx="27046">
                  <c:v>4</c:v>
                </c:pt>
                <c:pt idx="27047">
                  <c:v>4</c:v>
                </c:pt>
                <c:pt idx="27048">
                  <c:v>5</c:v>
                </c:pt>
                <c:pt idx="27049">
                  <c:v>3</c:v>
                </c:pt>
                <c:pt idx="27050">
                  <c:v>6</c:v>
                </c:pt>
                <c:pt idx="27051">
                  <c:v>6</c:v>
                </c:pt>
                <c:pt idx="27052">
                  <c:v>5</c:v>
                </c:pt>
                <c:pt idx="27053">
                  <c:v>9</c:v>
                </c:pt>
                <c:pt idx="27054">
                  <c:v>4</c:v>
                </c:pt>
                <c:pt idx="27055">
                  <c:v>2</c:v>
                </c:pt>
                <c:pt idx="27056">
                  <c:v>1</c:v>
                </c:pt>
                <c:pt idx="27057">
                  <c:v>1</c:v>
                </c:pt>
                <c:pt idx="27058">
                  <c:v>4</c:v>
                </c:pt>
                <c:pt idx="27059">
                  <c:v>3</c:v>
                </c:pt>
                <c:pt idx="27060">
                  <c:v>3</c:v>
                </c:pt>
                <c:pt idx="27061">
                  <c:v>6</c:v>
                </c:pt>
                <c:pt idx="27062">
                  <c:v>5</c:v>
                </c:pt>
                <c:pt idx="27063">
                  <c:v>3</c:v>
                </c:pt>
                <c:pt idx="27064">
                  <c:v>1</c:v>
                </c:pt>
                <c:pt idx="27065">
                  <c:v>4</c:v>
                </c:pt>
                <c:pt idx="27066">
                  <c:v>5</c:v>
                </c:pt>
                <c:pt idx="27067">
                  <c:v>6</c:v>
                </c:pt>
                <c:pt idx="27068">
                  <c:v>5</c:v>
                </c:pt>
                <c:pt idx="27069">
                  <c:v>5</c:v>
                </c:pt>
                <c:pt idx="27070">
                  <c:v>5</c:v>
                </c:pt>
                <c:pt idx="27071">
                  <c:v>5</c:v>
                </c:pt>
                <c:pt idx="27072">
                  <c:v>6</c:v>
                </c:pt>
                <c:pt idx="27073">
                  <c:v>1</c:v>
                </c:pt>
                <c:pt idx="27074">
                  <c:v>2</c:v>
                </c:pt>
                <c:pt idx="27075">
                  <c:v>3</c:v>
                </c:pt>
                <c:pt idx="27076">
                  <c:v>5</c:v>
                </c:pt>
                <c:pt idx="27077">
                  <c:v>2</c:v>
                </c:pt>
                <c:pt idx="27078">
                  <c:v>2</c:v>
                </c:pt>
                <c:pt idx="27079">
                  <c:v>1</c:v>
                </c:pt>
                <c:pt idx="27080">
                  <c:v>1</c:v>
                </c:pt>
                <c:pt idx="27081">
                  <c:v>1</c:v>
                </c:pt>
                <c:pt idx="27082">
                  <c:v>1</c:v>
                </c:pt>
                <c:pt idx="27083">
                  <c:v>2</c:v>
                </c:pt>
                <c:pt idx="27084">
                  <c:v>2</c:v>
                </c:pt>
                <c:pt idx="27085">
                  <c:v>2</c:v>
                </c:pt>
                <c:pt idx="27086">
                  <c:v>2</c:v>
                </c:pt>
                <c:pt idx="27087">
                  <c:v>2</c:v>
                </c:pt>
                <c:pt idx="27088">
                  <c:v>2</c:v>
                </c:pt>
                <c:pt idx="27089">
                  <c:v>1</c:v>
                </c:pt>
                <c:pt idx="27090">
                  <c:v>2</c:v>
                </c:pt>
                <c:pt idx="27091">
                  <c:v>3</c:v>
                </c:pt>
                <c:pt idx="27092">
                  <c:v>2</c:v>
                </c:pt>
                <c:pt idx="27093">
                  <c:v>3</c:v>
                </c:pt>
                <c:pt idx="27094">
                  <c:v>5</c:v>
                </c:pt>
                <c:pt idx="27095">
                  <c:v>2</c:v>
                </c:pt>
                <c:pt idx="27096">
                  <c:v>1</c:v>
                </c:pt>
                <c:pt idx="27097">
                  <c:v>2</c:v>
                </c:pt>
                <c:pt idx="27098">
                  <c:v>4</c:v>
                </c:pt>
                <c:pt idx="27099">
                  <c:v>3</c:v>
                </c:pt>
                <c:pt idx="27100">
                  <c:v>3</c:v>
                </c:pt>
                <c:pt idx="27101">
                  <c:v>2</c:v>
                </c:pt>
                <c:pt idx="27102">
                  <c:v>3</c:v>
                </c:pt>
                <c:pt idx="27103">
                  <c:v>5</c:v>
                </c:pt>
                <c:pt idx="27104">
                  <c:v>3</c:v>
                </c:pt>
                <c:pt idx="27105">
                  <c:v>2</c:v>
                </c:pt>
                <c:pt idx="27106">
                  <c:v>3</c:v>
                </c:pt>
                <c:pt idx="27107">
                  <c:v>2</c:v>
                </c:pt>
                <c:pt idx="27108">
                  <c:v>3</c:v>
                </c:pt>
                <c:pt idx="27109">
                  <c:v>2</c:v>
                </c:pt>
                <c:pt idx="27110">
                  <c:v>2</c:v>
                </c:pt>
                <c:pt idx="27111">
                  <c:v>2</c:v>
                </c:pt>
                <c:pt idx="27112">
                  <c:v>4</c:v>
                </c:pt>
                <c:pt idx="27113">
                  <c:v>2</c:v>
                </c:pt>
                <c:pt idx="27114">
                  <c:v>2</c:v>
                </c:pt>
                <c:pt idx="27115">
                  <c:v>4</c:v>
                </c:pt>
                <c:pt idx="27116">
                  <c:v>3</c:v>
                </c:pt>
                <c:pt idx="27117">
                  <c:v>2</c:v>
                </c:pt>
                <c:pt idx="27118">
                  <c:v>2</c:v>
                </c:pt>
                <c:pt idx="27119">
                  <c:v>1</c:v>
                </c:pt>
                <c:pt idx="27120">
                  <c:v>1</c:v>
                </c:pt>
                <c:pt idx="27121">
                  <c:v>2</c:v>
                </c:pt>
                <c:pt idx="27122">
                  <c:v>2</c:v>
                </c:pt>
                <c:pt idx="27123">
                  <c:v>2</c:v>
                </c:pt>
                <c:pt idx="27124">
                  <c:v>2</c:v>
                </c:pt>
                <c:pt idx="27125">
                  <c:v>2</c:v>
                </c:pt>
                <c:pt idx="27126">
                  <c:v>2</c:v>
                </c:pt>
                <c:pt idx="27127">
                  <c:v>3</c:v>
                </c:pt>
                <c:pt idx="27128">
                  <c:v>3</c:v>
                </c:pt>
                <c:pt idx="27129">
                  <c:v>7</c:v>
                </c:pt>
                <c:pt idx="27130">
                  <c:v>5</c:v>
                </c:pt>
                <c:pt idx="27131">
                  <c:v>7</c:v>
                </c:pt>
                <c:pt idx="27132">
                  <c:v>2</c:v>
                </c:pt>
                <c:pt idx="27133">
                  <c:v>3</c:v>
                </c:pt>
                <c:pt idx="27134">
                  <c:v>3</c:v>
                </c:pt>
                <c:pt idx="27135">
                  <c:v>2</c:v>
                </c:pt>
                <c:pt idx="27136">
                  <c:v>3</c:v>
                </c:pt>
                <c:pt idx="27137">
                  <c:v>2</c:v>
                </c:pt>
                <c:pt idx="27138">
                  <c:v>5</c:v>
                </c:pt>
                <c:pt idx="27139">
                  <c:v>4</c:v>
                </c:pt>
                <c:pt idx="27140">
                  <c:v>1</c:v>
                </c:pt>
                <c:pt idx="27141">
                  <c:v>2</c:v>
                </c:pt>
                <c:pt idx="27142">
                  <c:v>1</c:v>
                </c:pt>
                <c:pt idx="27143">
                  <c:v>2</c:v>
                </c:pt>
                <c:pt idx="27144">
                  <c:v>2</c:v>
                </c:pt>
                <c:pt idx="27145">
                  <c:v>1</c:v>
                </c:pt>
                <c:pt idx="27146">
                  <c:v>2</c:v>
                </c:pt>
                <c:pt idx="27147">
                  <c:v>4</c:v>
                </c:pt>
                <c:pt idx="27148">
                  <c:v>10</c:v>
                </c:pt>
                <c:pt idx="27149">
                  <c:v>10</c:v>
                </c:pt>
                <c:pt idx="27150">
                  <c:v>10</c:v>
                </c:pt>
                <c:pt idx="27151">
                  <c:v>10</c:v>
                </c:pt>
                <c:pt idx="27152">
                  <c:v>10</c:v>
                </c:pt>
                <c:pt idx="27153">
                  <c:v>4</c:v>
                </c:pt>
                <c:pt idx="27154">
                  <c:v>10</c:v>
                </c:pt>
                <c:pt idx="27155">
                  <c:v>10</c:v>
                </c:pt>
                <c:pt idx="27156">
                  <c:v>10</c:v>
                </c:pt>
                <c:pt idx="27157">
                  <c:v>-10</c:v>
                </c:pt>
                <c:pt idx="27158">
                  <c:v>10</c:v>
                </c:pt>
                <c:pt idx="27159">
                  <c:v>10</c:v>
                </c:pt>
                <c:pt idx="27160">
                  <c:v>1</c:v>
                </c:pt>
                <c:pt idx="27161">
                  <c:v>1</c:v>
                </c:pt>
                <c:pt idx="27162">
                  <c:v>3</c:v>
                </c:pt>
                <c:pt idx="27163">
                  <c:v>3</c:v>
                </c:pt>
                <c:pt idx="27164">
                  <c:v>2</c:v>
                </c:pt>
                <c:pt idx="27165">
                  <c:v>3</c:v>
                </c:pt>
                <c:pt idx="27166">
                  <c:v>1</c:v>
                </c:pt>
                <c:pt idx="27167">
                  <c:v>2</c:v>
                </c:pt>
                <c:pt idx="27168">
                  <c:v>2</c:v>
                </c:pt>
                <c:pt idx="27169">
                  <c:v>1</c:v>
                </c:pt>
                <c:pt idx="27170">
                  <c:v>2</c:v>
                </c:pt>
                <c:pt idx="27171">
                  <c:v>2</c:v>
                </c:pt>
                <c:pt idx="27172">
                  <c:v>2</c:v>
                </c:pt>
                <c:pt idx="27173">
                  <c:v>1</c:v>
                </c:pt>
                <c:pt idx="27174">
                  <c:v>1</c:v>
                </c:pt>
                <c:pt idx="27175">
                  <c:v>1</c:v>
                </c:pt>
                <c:pt idx="27176">
                  <c:v>2</c:v>
                </c:pt>
                <c:pt idx="27177">
                  <c:v>4</c:v>
                </c:pt>
                <c:pt idx="27178">
                  <c:v>2</c:v>
                </c:pt>
                <c:pt idx="27179">
                  <c:v>2</c:v>
                </c:pt>
                <c:pt idx="27180">
                  <c:v>2</c:v>
                </c:pt>
                <c:pt idx="27181">
                  <c:v>1</c:v>
                </c:pt>
                <c:pt idx="27182">
                  <c:v>1</c:v>
                </c:pt>
                <c:pt idx="27183">
                  <c:v>2</c:v>
                </c:pt>
                <c:pt idx="27184">
                  <c:v>1</c:v>
                </c:pt>
                <c:pt idx="27185">
                  <c:v>1</c:v>
                </c:pt>
                <c:pt idx="27186">
                  <c:v>4</c:v>
                </c:pt>
                <c:pt idx="27187">
                  <c:v>5</c:v>
                </c:pt>
                <c:pt idx="27188">
                  <c:v>1</c:v>
                </c:pt>
                <c:pt idx="27189">
                  <c:v>1</c:v>
                </c:pt>
                <c:pt idx="27190">
                  <c:v>2</c:v>
                </c:pt>
                <c:pt idx="27191">
                  <c:v>2</c:v>
                </c:pt>
                <c:pt idx="27192">
                  <c:v>2</c:v>
                </c:pt>
                <c:pt idx="27193">
                  <c:v>7</c:v>
                </c:pt>
                <c:pt idx="27194">
                  <c:v>1</c:v>
                </c:pt>
                <c:pt idx="27195">
                  <c:v>10</c:v>
                </c:pt>
                <c:pt idx="27196">
                  <c:v>10</c:v>
                </c:pt>
                <c:pt idx="27197">
                  <c:v>1</c:v>
                </c:pt>
                <c:pt idx="27198">
                  <c:v>5</c:v>
                </c:pt>
                <c:pt idx="27199">
                  <c:v>6</c:v>
                </c:pt>
                <c:pt idx="27200">
                  <c:v>5</c:v>
                </c:pt>
                <c:pt idx="27201">
                  <c:v>6</c:v>
                </c:pt>
                <c:pt idx="27202">
                  <c:v>5</c:v>
                </c:pt>
                <c:pt idx="27203">
                  <c:v>4</c:v>
                </c:pt>
                <c:pt idx="27204">
                  <c:v>5</c:v>
                </c:pt>
                <c:pt idx="27205">
                  <c:v>4</c:v>
                </c:pt>
                <c:pt idx="27206">
                  <c:v>2</c:v>
                </c:pt>
                <c:pt idx="27207">
                  <c:v>2</c:v>
                </c:pt>
                <c:pt idx="27208">
                  <c:v>2</c:v>
                </c:pt>
                <c:pt idx="27209">
                  <c:v>2</c:v>
                </c:pt>
                <c:pt idx="27210">
                  <c:v>2</c:v>
                </c:pt>
                <c:pt idx="27211">
                  <c:v>3</c:v>
                </c:pt>
                <c:pt idx="27212">
                  <c:v>4</c:v>
                </c:pt>
                <c:pt idx="27213">
                  <c:v>2</c:v>
                </c:pt>
                <c:pt idx="27214">
                  <c:v>2</c:v>
                </c:pt>
                <c:pt idx="27215">
                  <c:v>2</c:v>
                </c:pt>
                <c:pt idx="27216">
                  <c:v>2</c:v>
                </c:pt>
                <c:pt idx="27217">
                  <c:v>2</c:v>
                </c:pt>
                <c:pt idx="27218">
                  <c:v>3</c:v>
                </c:pt>
                <c:pt idx="27219">
                  <c:v>3</c:v>
                </c:pt>
                <c:pt idx="27220">
                  <c:v>4</c:v>
                </c:pt>
                <c:pt idx="27221">
                  <c:v>3</c:v>
                </c:pt>
                <c:pt idx="27222">
                  <c:v>1</c:v>
                </c:pt>
                <c:pt idx="27223">
                  <c:v>3</c:v>
                </c:pt>
                <c:pt idx="27224">
                  <c:v>1</c:v>
                </c:pt>
                <c:pt idx="27225">
                  <c:v>1</c:v>
                </c:pt>
                <c:pt idx="27226">
                  <c:v>1</c:v>
                </c:pt>
                <c:pt idx="27227">
                  <c:v>1</c:v>
                </c:pt>
                <c:pt idx="27228">
                  <c:v>1</c:v>
                </c:pt>
                <c:pt idx="27229">
                  <c:v>1</c:v>
                </c:pt>
                <c:pt idx="27230">
                  <c:v>1</c:v>
                </c:pt>
                <c:pt idx="27231">
                  <c:v>1</c:v>
                </c:pt>
                <c:pt idx="27232">
                  <c:v>1</c:v>
                </c:pt>
                <c:pt idx="27233">
                  <c:v>1</c:v>
                </c:pt>
                <c:pt idx="27234">
                  <c:v>1</c:v>
                </c:pt>
                <c:pt idx="27235">
                  <c:v>1</c:v>
                </c:pt>
                <c:pt idx="27236">
                  <c:v>1</c:v>
                </c:pt>
                <c:pt idx="27237">
                  <c:v>2</c:v>
                </c:pt>
                <c:pt idx="27238">
                  <c:v>3</c:v>
                </c:pt>
                <c:pt idx="27239">
                  <c:v>2</c:v>
                </c:pt>
                <c:pt idx="27240">
                  <c:v>3</c:v>
                </c:pt>
                <c:pt idx="27241">
                  <c:v>2</c:v>
                </c:pt>
                <c:pt idx="27242">
                  <c:v>2</c:v>
                </c:pt>
                <c:pt idx="27243">
                  <c:v>4</c:v>
                </c:pt>
                <c:pt idx="27244">
                  <c:v>1</c:v>
                </c:pt>
                <c:pt idx="27245">
                  <c:v>12</c:v>
                </c:pt>
                <c:pt idx="27246">
                  <c:v>5</c:v>
                </c:pt>
                <c:pt idx="27247">
                  <c:v>2</c:v>
                </c:pt>
                <c:pt idx="27248">
                  <c:v>8</c:v>
                </c:pt>
                <c:pt idx="27249">
                  <c:v>2</c:v>
                </c:pt>
                <c:pt idx="27250">
                  <c:v>4</c:v>
                </c:pt>
                <c:pt idx="27251">
                  <c:v>6</c:v>
                </c:pt>
                <c:pt idx="27252">
                  <c:v>1</c:v>
                </c:pt>
                <c:pt idx="27253">
                  <c:v>2</c:v>
                </c:pt>
                <c:pt idx="27254">
                  <c:v>3</c:v>
                </c:pt>
                <c:pt idx="27255">
                  <c:v>3</c:v>
                </c:pt>
                <c:pt idx="27256">
                  <c:v>4</c:v>
                </c:pt>
                <c:pt idx="27257">
                  <c:v>8</c:v>
                </c:pt>
                <c:pt idx="27258">
                  <c:v>8</c:v>
                </c:pt>
                <c:pt idx="27259">
                  <c:v>4</c:v>
                </c:pt>
                <c:pt idx="27260">
                  <c:v>2</c:v>
                </c:pt>
                <c:pt idx="27261">
                  <c:v>8</c:v>
                </c:pt>
                <c:pt idx="27262">
                  <c:v>14</c:v>
                </c:pt>
                <c:pt idx="27263">
                  <c:v>8</c:v>
                </c:pt>
                <c:pt idx="27264">
                  <c:v>14</c:v>
                </c:pt>
                <c:pt idx="27265">
                  <c:v>4</c:v>
                </c:pt>
                <c:pt idx="27266">
                  <c:v>4</c:v>
                </c:pt>
                <c:pt idx="27267">
                  <c:v>2</c:v>
                </c:pt>
                <c:pt idx="27268">
                  <c:v>8</c:v>
                </c:pt>
                <c:pt idx="27269">
                  <c:v>2</c:v>
                </c:pt>
                <c:pt idx="27270">
                  <c:v>12</c:v>
                </c:pt>
                <c:pt idx="27271">
                  <c:v>6</c:v>
                </c:pt>
                <c:pt idx="27272">
                  <c:v>5</c:v>
                </c:pt>
                <c:pt idx="27273">
                  <c:v>5</c:v>
                </c:pt>
                <c:pt idx="27274">
                  <c:v>10</c:v>
                </c:pt>
                <c:pt idx="27275">
                  <c:v>5</c:v>
                </c:pt>
                <c:pt idx="27276">
                  <c:v>10</c:v>
                </c:pt>
                <c:pt idx="27277">
                  <c:v>2</c:v>
                </c:pt>
                <c:pt idx="27278">
                  <c:v>1</c:v>
                </c:pt>
                <c:pt idx="27279">
                  <c:v>2</c:v>
                </c:pt>
                <c:pt idx="27280">
                  <c:v>2</c:v>
                </c:pt>
                <c:pt idx="27281">
                  <c:v>6</c:v>
                </c:pt>
                <c:pt idx="27282">
                  <c:v>4</c:v>
                </c:pt>
                <c:pt idx="27283">
                  <c:v>4</c:v>
                </c:pt>
                <c:pt idx="27284">
                  <c:v>4</c:v>
                </c:pt>
                <c:pt idx="27285">
                  <c:v>3</c:v>
                </c:pt>
                <c:pt idx="27286">
                  <c:v>3</c:v>
                </c:pt>
                <c:pt idx="27287">
                  <c:v>3</c:v>
                </c:pt>
                <c:pt idx="27288">
                  <c:v>2</c:v>
                </c:pt>
                <c:pt idx="27289">
                  <c:v>4</c:v>
                </c:pt>
                <c:pt idx="27290">
                  <c:v>3</c:v>
                </c:pt>
                <c:pt idx="27291">
                  <c:v>2</c:v>
                </c:pt>
                <c:pt idx="27292">
                  <c:v>2</c:v>
                </c:pt>
                <c:pt idx="27293">
                  <c:v>4</c:v>
                </c:pt>
                <c:pt idx="27294">
                  <c:v>2</c:v>
                </c:pt>
                <c:pt idx="27295">
                  <c:v>3</c:v>
                </c:pt>
                <c:pt idx="27296">
                  <c:v>2</c:v>
                </c:pt>
                <c:pt idx="27297">
                  <c:v>3</c:v>
                </c:pt>
                <c:pt idx="27298">
                  <c:v>2</c:v>
                </c:pt>
                <c:pt idx="27299">
                  <c:v>2</c:v>
                </c:pt>
                <c:pt idx="27300">
                  <c:v>1</c:v>
                </c:pt>
                <c:pt idx="27301">
                  <c:v>4</c:v>
                </c:pt>
                <c:pt idx="27302">
                  <c:v>5</c:v>
                </c:pt>
                <c:pt idx="27303">
                  <c:v>1</c:v>
                </c:pt>
                <c:pt idx="27304">
                  <c:v>2</c:v>
                </c:pt>
                <c:pt idx="27305">
                  <c:v>1</c:v>
                </c:pt>
                <c:pt idx="27306">
                  <c:v>1</c:v>
                </c:pt>
                <c:pt idx="27307">
                  <c:v>2</c:v>
                </c:pt>
                <c:pt idx="27308">
                  <c:v>4</c:v>
                </c:pt>
                <c:pt idx="27309">
                  <c:v>1</c:v>
                </c:pt>
                <c:pt idx="27310">
                  <c:v>1</c:v>
                </c:pt>
                <c:pt idx="27311">
                  <c:v>1</c:v>
                </c:pt>
                <c:pt idx="27312">
                  <c:v>1</c:v>
                </c:pt>
                <c:pt idx="27313">
                  <c:v>1</c:v>
                </c:pt>
                <c:pt idx="27314">
                  <c:v>2</c:v>
                </c:pt>
                <c:pt idx="27315">
                  <c:v>1</c:v>
                </c:pt>
                <c:pt idx="27316">
                  <c:v>1</c:v>
                </c:pt>
                <c:pt idx="27317">
                  <c:v>1</c:v>
                </c:pt>
                <c:pt idx="27318">
                  <c:v>1</c:v>
                </c:pt>
                <c:pt idx="27319">
                  <c:v>1</c:v>
                </c:pt>
                <c:pt idx="27320">
                  <c:v>2</c:v>
                </c:pt>
                <c:pt idx="27321">
                  <c:v>1</c:v>
                </c:pt>
                <c:pt idx="27322">
                  <c:v>1</c:v>
                </c:pt>
                <c:pt idx="27323">
                  <c:v>1</c:v>
                </c:pt>
                <c:pt idx="27324">
                  <c:v>1</c:v>
                </c:pt>
                <c:pt idx="27325">
                  <c:v>1</c:v>
                </c:pt>
                <c:pt idx="27326">
                  <c:v>1</c:v>
                </c:pt>
                <c:pt idx="27327">
                  <c:v>2</c:v>
                </c:pt>
                <c:pt idx="27328">
                  <c:v>1</c:v>
                </c:pt>
                <c:pt idx="27329">
                  <c:v>1</c:v>
                </c:pt>
                <c:pt idx="27330">
                  <c:v>1</c:v>
                </c:pt>
                <c:pt idx="27331">
                  <c:v>8</c:v>
                </c:pt>
                <c:pt idx="27332">
                  <c:v>4</c:v>
                </c:pt>
                <c:pt idx="27333">
                  <c:v>3</c:v>
                </c:pt>
                <c:pt idx="27334">
                  <c:v>1</c:v>
                </c:pt>
                <c:pt idx="27335">
                  <c:v>1</c:v>
                </c:pt>
                <c:pt idx="27336">
                  <c:v>1</c:v>
                </c:pt>
                <c:pt idx="27337">
                  <c:v>1</c:v>
                </c:pt>
                <c:pt idx="27338">
                  <c:v>2</c:v>
                </c:pt>
                <c:pt idx="27339">
                  <c:v>2</c:v>
                </c:pt>
                <c:pt idx="27340">
                  <c:v>2</c:v>
                </c:pt>
                <c:pt idx="27341">
                  <c:v>1</c:v>
                </c:pt>
                <c:pt idx="27342">
                  <c:v>2</c:v>
                </c:pt>
                <c:pt idx="27343">
                  <c:v>1</c:v>
                </c:pt>
                <c:pt idx="27344">
                  <c:v>1</c:v>
                </c:pt>
                <c:pt idx="27345">
                  <c:v>1</c:v>
                </c:pt>
                <c:pt idx="27346">
                  <c:v>1</c:v>
                </c:pt>
                <c:pt idx="27347">
                  <c:v>2</c:v>
                </c:pt>
                <c:pt idx="27348">
                  <c:v>2</c:v>
                </c:pt>
                <c:pt idx="27349">
                  <c:v>2</c:v>
                </c:pt>
                <c:pt idx="27350">
                  <c:v>3</c:v>
                </c:pt>
                <c:pt idx="27351">
                  <c:v>2</c:v>
                </c:pt>
                <c:pt idx="27352">
                  <c:v>2</c:v>
                </c:pt>
                <c:pt idx="27353">
                  <c:v>3</c:v>
                </c:pt>
                <c:pt idx="27354">
                  <c:v>4</c:v>
                </c:pt>
                <c:pt idx="27355">
                  <c:v>2</c:v>
                </c:pt>
                <c:pt idx="27356">
                  <c:v>3</c:v>
                </c:pt>
                <c:pt idx="27357">
                  <c:v>3</c:v>
                </c:pt>
                <c:pt idx="27358">
                  <c:v>5</c:v>
                </c:pt>
                <c:pt idx="27359">
                  <c:v>3</c:v>
                </c:pt>
                <c:pt idx="27360">
                  <c:v>2</c:v>
                </c:pt>
                <c:pt idx="27361">
                  <c:v>2</c:v>
                </c:pt>
                <c:pt idx="27362">
                  <c:v>2</c:v>
                </c:pt>
                <c:pt idx="27363">
                  <c:v>3</c:v>
                </c:pt>
                <c:pt idx="27364">
                  <c:v>2</c:v>
                </c:pt>
                <c:pt idx="27365">
                  <c:v>5</c:v>
                </c:pt>
                <c:pt idx="27366">
                  <c:v>2</c:v>
                </c:pt>
                <c:pt idx="27367">
                  <c:v>2</c:v>
                </c:pt>
                <c:pt idx="27368">
                  <c:v>4</c:v>
                </c:pt>
                <c:pt idx="27369">
                  <c:v>4</c:v>
                </c:pt>
                <c:pt idx="27370">
                  <c:v>4</c:v>
                </c:pt>
                <c:pt idx="27371">
                  <c:v>3</c:v>
                </c:pt>
                <c:pt idx="27372">
                  <c:v>3</c:v>
                </c:pt>
                <c:pt idx="27373">
                  <c:v>4</c:v>
                </c:pt>
                <c:pt idx="27374">
                  <c:v>4</c:v>
                </c:pt>
                <c:pt idx="27375">
                  <c:v>4</c:v>
                </c:pt>
                <c:pt idx="27376">
                  <c:v>7</c:v>
                </c:pt>
                <c:pt idx="27377">
                  <c:v>4</c:v>
                </c:pt>
                <c:pt idx="27378">
                  <c:v>6</c:v>
                </c:pt>
                <c:pt idx="27379">
                  <c:v>6</c:v>
                </c:pt>
                <c:pt idx="27380">
                  <c:v>5</c:v>
                </c:pt>
                <c:pt idx="27381">
                  <c:v>1</c:v>
                </c:pt>
                <c:pt idx="27382">
                  <c:v>1</c:v>
                </c:pt>
                <c:pt idx="27383">
                  <c:v>5</c:v>
                </c:pt>
                <c:pt idx="27384">
                  <c:v>5</c:v>
                </c:pt>
                <c:pt idx="27385">
                  <c:v>2</c:v>
                </c:pt>
                <c:pt idx="27386">
                  <c:v>1</c:v>
                </c:pt>
                <c:pt idx="27387">
                  <c:v>1</c:v>
                </c:pt>
                <c:pt idx="27388">
                  <c:v>1</c:v>
                </c:pt>
                <c:pt idx="27389">
                  <c:v>2</c:v>
                </c:pt>
                <c:pt idx="27390">
                  <c:v>1</c:v>
                </c:pt>
                <c:pt idx="27391">
                  <c:v>2</c:v>
                </c:pt>
                <c:pt idx="27392">
                  <c:v>2</c:v>
                </c:pt>
                <c:pt idx="27393">
                  <c:v>8</c:v>
                </c:pt>
                <c:pt idx="27394">
                  <c:v>4</c:v>
                </c:pt>
                <c:pt idx="27395">
                  <c:v>3</c:v>
                </c:pt>
                <c:pt idx="27396">
                  <c:v>2</c:v>
                </c:pt>
                <c:pt idx="27397">
                  <c:v>1</c:v>
                </c:pt>
                <c:pt idx="27398">
                  <c:v>1</c:v>
                </c:pt>
                <c:pt idx="27399">
                  <c:v>1</c:v>
                </c:pt>
                <c:pt idx="27400">
                  <c:v>1</c:v>
                </c:pt>
                <c:pt idx="27401">
                  <c:v>1</c:v>
                </c:pt>
                <c:pt idx="27402">
                  <c:v>2</c:v>
                </c:pt>
                <c:pt idx="27403">
                  <c:v>1</c:v>
                </c:pt>
                <c:pt idx="27404">
                  <c:v>1</c:v>
                </c:pt>
                <c:pt idx="27405">
                  <c:v>3</c:v>
                </c:pt>
                <c:pt idx="27406">
                  <c:v>2</c:v>
                </c:pt>
                <c:pt idx="27407">
                  <c:v>3</c:v>
                </c:pt>
                <c:pt idx="27408">
                  <c:v>2</c:v>
                </c:pt>
                <c:pt idx="27409">
                  <c:v>1</c:v>
                </c:pt>
                <c:pt idx="27410">
                  <c:v>1</c:v>
                </c:pt>
                <c:pt idx="27411">
                  <c:v>3</c:v>
                </c:pt>
                <c:pt idx="27412">
                  <c:v>5</c:v>
                </c:pt>
                <c:pt idx="27413">
                  <c:v>2</c:v>
                </c:pt>
                <c:pt idx="27414">
                  <c:v>1</c:v>
                </c:pt>
                <c:pt idx="27415">
                  <c:v>3</c:v>
                </c:pt>
                <c:pt idx="27416">
                  <c:v>4</c:v>
                </c:pt>
                <c:pt idx="27417">
                  <c:v>3</c:v>
                </c:pt>
                <c:pt idx="27418">
                  <c:v>1</c:v>
                </c:pt>
                <c:pt idx="27419">
                  <c:v>3</c:v>
                </c:pt>
                <c:pt idx="27420">
                  <c:v>1</c:v>
                </c:pt>
                <c:pt idx="27421">
                  <c:v>2</c:v>
                </c:pt>
                <c:pt idx="27422">
                  <c:v>2</c:v>
                </c:pt>
                <c:pt idx="27423">
                  <c:v>3</c:v>
                </c:pt>
                <c:pt idx="27424">
                  <c:v>1</c:v>
                </c:pt>
                <c:pt idx="27425">
                  <c:v>2</c:v>
                </c:pt>
                <c:pt idx="27426">
                  <c:v>3</c:v>
                </c:pt>
                <c:pt idx="27427">
                  <c:v>4</c:v>
                </c:pt>
                <c:pt idx="27428">
                  <c:v>1</c:v>
                </c:pt>
                <c:pt idx="27429">
                  <c:v>1</c:v>
                </c:pt>
                <c:pt idx="27430">
                  <c:v>2</c:v>
                </c:pt>
                <c:pt idx="27431">
                  <c:v>2</c:v>
                </c:pt>
                <c:pt idx="27432">
                  <c:v>2</c:v>
                </c:pt>
                <c:pt idx="27433">
                  <c:v>4</c:v>
                </c:pt>
                <c:pt idx="27434">
                  <c:v>4</c:v>
                </c:pt>
                <c:pt idx="27435">
                  <c:v>2</c:v>
                </c:pt>
                <c:pt idx="27436">
                  <c:v>3</c:v>
                </c:pt>
                <c:pt idx="27437">
                  <c:v>4</c:v>
                </c:pt>
                <c:pt idx="27438">
                  <c:v>3</c:v>
                </c:pt>
                <c:pt idx="27439">
                  <c:v>2</c:v>
                </c:pt>
                <c:pt idx="27440">
                  <c:v>1</c:v>
                </c:pt>
                <c:pt idx="27441">
                  <c:v>2</c:v>
                </c:pt>
                <c:pt idx="27442">
                  <c:v>2</c:v>
                </c:pt>
                <c:pt idx="27443">
                  <c:v>3</c:v>
                </c:pt>
                <c:pt idx="27444">
                  <c:v>3</c:v>
                </c:pt>
                <c:pt idx="27445">
                  <c:v>3</c:v>
                </c:pt>
                <c:pt idx="27446">
                  <c:v>2</c:v>
                </c:pt>
                <c:pt idx="27447">
                  <c:v>5</c:v>
                </c:pt>
                <c:pt idx="27448">
                  <c:v>5</c:v>
                </c:pt>
                <c:pt idx="27449">
                  <c:v>4</c:v>
                </c:pt>
                <c:pt idx="27450">
                  <c:v>2</c:v>
                </c:pt>
                <c:pt idx="27451">
                  <c:v>3</c:v>
                </c:pt>
                <c:pt idx="27452">
                  <c:v>6</c:v>
                </c:pt>
                <c:pt idx="27453">
                  <c:v>1</c:v>
                </c:pt>
                <c:pt idx="27454">
                  <c:v>1</c:v>
                </c:pt>
                <c:pt idx="27455">
                  <c:v>2</c:v>
                </c:pt>
                <c:pt idx="27456">
                  <c:v>2</c:v>
                </c:pt>
                <c:pt idx="27457">
                  <c:v>4</c:v>
                </c:pt>
                <c:pt idx="27458">
                  <c:v>1</c:v>
                </c:pt>
                <c:pt idx="27459">
                  <c:v>2</c:v>
                </c:pt>
                <c:pt idx="27460">
                  <c:v>1</c:v>
                </c:pt>
                <c:pt idx="27461">
                  <c:v>2</c:v>
                </c:pt>
                <c:pt idx="27462">
                  <c:v>3</c:v>
                </c:pt>
                <c:pt idx="27463">
                  <c:v>5</c:v>
                </c:pt>
                <c:pt idx="27464">
                  <c:v>3</c:v>
                </c:pt>
                <c:pt idx="27465">
                  <c:v>1</c:v>
                </c:pt>
                <c:pt idx="27466">
                  <c:v>4</c:v>
                </c:pt>
                <c:pt idx="27467">
                  <c:v>1</c:v>
                </c:pt>
                <c:pt idx="27468">
                  <c:v>2</c:v>
                </c:pt>
                <c:pt idx="27469">
                  <c:v>4</c:v>
                </c:pt>
                <c:pt idx="27470">
                  <c:v>2</c:v>
                </c:pt>
                <c:pt idx="27471">
                  <c:v>2</c:v>
                </c:pt>
                <c:pt idx="27472">
                  <c:v>2</c:v>
                </c:pt>
                <c:pt idx="27473">
                  <c:v>1</c:v>
                </c:pt>
                <c:pt idx="27474">
                  <c:v>2</c:v>
                </c:pt>
                <c:pt idx="27475">
                  <c:v>2</c:v>
                </c:pt>
                <c:pt idx="27476">
                  <c:v>3</c:v>
                </c:pt>
                <c:pt idx="27477">
                  <c:v>4</c:v>
                </c:pt>
                <c:pt idx="27478">
                  <c:v>3</c:v>
                </c:pt>
                <c:pt idx="27479">
                  <c:v>3</c:v>
                </c:pt>
                <c:pt idx="27480">
                  <c:v>2</c:v>
                </c:pt>
                <c:pt idx="27481">
                  <c:v>5</c:v>
                </c:pt>
                <c:pt idx="27482">
                  <c:v>1</c:v>
                </c:pt>
                <c:pt idx="27483">
                  <c:v>2</c:v>
                </c:pt>
                <c:pt idx="27484">
                  <c:v>1</c:v>
                </c:pt>
                <c:pt idx="27485">
                  <c:v>2</c:v>
                </c:pt>
                <c:pt idx="27486">
                  <c:v>5</c:v>
                </c:pt>
                <c:pt idx="27487">
                  <c:v>2</c:v>
                </c:pt>
                <c:pt idx="27488">
                  <c:v>2</c:v>
                </c:pt>
                <c:pt idx="27489">
                  <c:v>2</c:v>
                </c:pt>
                <c:pt idx="27490">
                  <c:v>5</c:v>
                </c:pt>
                <c:pt idx="27491">
                  <c:v>4</c:v>
                </c:pt>
                <c:pt idx="27492">
                  <c:v>5</c:v>
                </c:pt>
                <c:pt idx="27493">
                  <c:v>4</c:v>
                </c:pt>
                <c:pt idx="27494">
                  <c:v>2</c:v>
                </c:pt>
                <c:pt idx="27495">
                  <c:v>1</c:v>
                </c:pt>
                <c:pt idx="27496">
                  <c:v>2</c:v>
                </c:pt>
                <c:pt idx="27497">
                  <c:v>1</c:v>
                </c:pt>
                <c:pt idx="27498">
                  <c:v>1</c:v>
                </c:pt>
                <c:pt idx="27499">
                  <c:v>2</c:v>
                </c:pt>
                <c:pt idx="27500">
                  <c:v>2</c:v>
                </c:pt>
                <c:pt idx="27501">
                  <c:v>2</c:v>
                </c:pt>
                <c:pt idx="27502">
                  <c:v>2</c:v>
                </c:pt>
                <c:pt idx="27503">
                  <c:v>2</c:v>
                </c:pt>
                <c:pt idx="27504">
                  <c:v>2</c:v>
                </c:pt>
                <c:pt idx="27505">
                  <c:v>1</c:v>
                </c:pt>
                <c:pt idx="27506">
                  <c:v>2</c:v>
                </c:pt>
                <c:pt idx="27507">
                  <c:v>2</c:v>
                </c:pt>
                <c:pt idx="27508">
                  <c:v>2</c:v>
                </c:pt>
                <c:pt idx="27509">
                  <c:v>3</c:v>
                </c:pt>
                <c:pt idx="27510">
                  <c:v>2</c:v>
                </c:pt>
                <c:pt idx="27511">
                  <c:v>2</c:v>
                </c:pt>
                <c:pt idx="27512">
                  <c:v>3</c:v>
                </c:pt>
                <c:pt idx="27513">
                  <c:v>3</c:v>
                </c:pt>
                <c:pt idx="27514">
                  <c:v>2</c:v>
                </c:pt>
                <c:pt idx="27515">
                  <c:v>3</c:v>
                </c:pt>
                <c:pt idx="27516">
                  <c:v>2</c:v>
                </c:pt>
                <c:pt idx="27517">
                  <c:v>2</c:v>
                </c:pt>
                <c:pt idx="27518">
                  <c:v>2</c:v>
                </c:pt>
                <c:pt idx="27519">
                  <c:v>3</c:v>
                </c:pt>
                <c:pt idx="27520">
                  <c:v>3</c:v>
                </c:pt>
                <c:pt idx="27521">
                  <c:v>2</c:v>
                </c:pt>
                <c:pt idx="27522">
                  <c:v>4</c:v>
                </c:pt>
                <c:pt idx="27523">
                  <c:v>2</c:v>
                </c:pt>
                <c:pt idx="27524">
                  <c:v>4</c:v>
                </c:pt>
                <c:pt idx="27525">
                  <c:v>2</c:v>
                </c:pt>
                <c:pt idx="27526">
                  <c:v>1</c:v>
                </c:pt>
                <c:pt idx="27527">
                  <c:v>1</c:v>
                </c:pt>
                <c:pt idx="27528">
                  <c:v>4</c:v>
                </c:pt>
                <c:pt idx="27529">
                  <c:v>1</c:v>
                </c:pt>
                <c:pt idx="27530">
                  <c:v>1</c:v>
                </c:pt>
                <c:pt idx="27531">
                  <c:v>2</c:v>
                </c:pt>
                <c:pt idx="27532">
                  <c:v>1</c:v>
                </c:pt>
                <c:pt idx="27533">
                  <c:v>1</c:v>
                </c:pt>
                <c:pt idx="27534">
                  <c:v>3</c:v>
                </c:pt>
                <c:pt idx="27535">
                  <c:v>2</c:v>
                </c:pt>
                <c:pt idx="27536">
                  <c:v>1</c:v>
                </c:pt>
                <c:pt idx="27537">
                  <c:v>1</c:v>
                </c:pt>
                <c:pt idx="27538">
                  <c:v>1</c:v>
                </c:pt>
                <c:pt idx="27539">
                  <c:v>1</c:v>
                </c:pt>
                <c:pt idx="27540">
                  <c:v>1</c:v>
                </c:pt>
                <c:pt idx="27541">
                  <c:v>3</c:v>
                </c:pt>
                <c:pt idx="27542">
                  <c:v>3</c:v>
                </c:pt>
                <c:pt idx="27543">
                  <c:v>4</c:v>
                </c:pt>
                <c:pt idx="27544">
                  <c:v>8</c:v>
                </c:pt>
                <c:pt idx="27545">
                  <c:v>2</c:v>
                </c:pt>
                <c:pt idx="27546">
                  <c:v>2</c:v>
                </c:pt>
                <c:pt idx="27547">
                  <c:v>1</c:v>
                </c:pt>
                <c:pt idx="27548">
                  <c:v>1</c:v>
                </c:pt>
                <c:pt idx="27549">
                  <c:v>4</c:v>
                </c:pt>
                <c:pt idx="27550">
                  <c:v>4</c:v>
                </c:pt>
                <c:pt idx="27551">
                  <c:v>2</c:v>
                </c:pt>
                <c:pt idx="27552">
                  <c:v>1</c:v>
                </c:pt>
                <c:pt idx="27553">
                  <c:v>1</c:v>
                </c:pt>
                <c:pt idx="27554">
                  <c:v>1</c:v>
                </c:pt>
                <c:pt idx="27555">
                  <c:v>1</c:v>
                </c:pt>
                <c:pt idx="27556">
                  <c:v>-2</c:v>
                </c:pt>
                <c:pt idx="27557">
                  <c:v>1</c:v>
                </c:pt>
                <c:pt idx="27558">
                  <c:v>2</c:v>
                </c:pt>
                <c:pt idx="27559">
                  <c:v>2</c:v>
                </c:pt>
                <c:pt idx="27560">
                  <c:v>1</c:v>
                </c:pt>
                <c:pt idx="27561">
                  <c:v>1</c:v>
                </c:pt>
                <c:pt idx="27562">
                  <c:v>1</c:v>
                </c:pt>
                <c:pt idx="27563">
                  <c:v>2</c:v>
                </c:pt>
                <c:pt idx="27564">
                  <c:v>2</c:v>
                </c:pt>
                <c:pt idx="27565">
                  <c:v>1</c:v>
                </c:pt>
                <c:pt idx="27566">
                  <c:v>1</c:v>
                </c:pt>
                <c:pt idx="27567">
                  <c:v>1</c:v>
                </c:pt>
                <c:pt idx="27568">
                  <c:v>1</c:v>
                </c:pt>
                <c:pt idx="27569">
                  <c:v>1</c:v>
                </c:pt>
                <c:pt idx="27570">
                  <c:v>1</c:v>
                </c:pt>
                <c:pt idx="27571">
                  <c:v>1</c:v>
                </c:pt>
                <c:pt idx="27572">
                  <c:v>1</c:v>
                </c:pt>
                <c:pt idx="27573">
                  <c:v>2</c:v>
                </c:pt>
                <c:pt idx="27574">
                  <c:v>1</c:v>
                </c:pt>
                <c:pt idx="27575">
                  <c:v>1</c:v>
                </c:pt>
                <c:pt idx="27576">
                  <c:v>2</c:v>
                </c:pt>
                <c:pt idx="27577">
                  <c:v>2</c:v>
                </c:pt>
                <c:pt idx="27578">
                  <c:v>1</c:v>
                </c:pt>
                <c:pt idx="27579">
                  <c:v>1</c:v>
                </c:pt>
                <c:pt idx="27580">
                  <c:v>2</c:v>
                </c:pt>
                <c:pt idx="27581">
                  <c:v>1</c:v>
                </c:pt>
                <c:pt idx="27582">
                  <c:v>1</c:v>
                </c:pt>
                <c:pt idx="27583">
                  <c:v>3</c:v>
                </c:pt>
                <c:pt idx="27584">
                  <c:v>2</c:v>
                </c:pt>
                <c:pt idx="27585">
                  <c:v>2</c:v>
                </c:pt>
                <c:pt idx="27586">
                  <c:v>2</c:v>
                </c:pt>
                <c:pt idx="27587">
                  <c:v>2</c:v>
                </c:pt>
                <c:pt idx="27588">
                  <c:v>2</c:v>
                </c:pt>
                <c:pt idx="27589">
                  <c:v>3</c:v>
                </c:pt>
                <c:pt idx="27590">
                  <c:v>2</c:v>
                </c:pt>
                <c:pt idx="27591">
                  <c:v>1</c:v>
                </c:pt>
                <c:pt idx="27592">
                  <c:v>2</c:v>
                </c:pt>
                <c:pt idx="27593">
                  <c:v>2</c:v>
                </c:pt>
                <c:pt idx="27594">
                  <c:v>1</c:v>
                </c:pt>
                <c:pt idx="27595">
                  <c:v>2</c:v>
                </c:pt>
                <c:pt idx="27596">
                  <c:v>1</c:v>
                </c:pt>
                <c:pt idx="27597">
                  <c:v>6</c:v>
                </c:pt>
                <c:pt idx="27598">
                  <c:v>1</c:v>
                </c:pt>
                <c:pt idx="27599">
                  <c:v>2</c:v>
                </c:pt>
                <c:pt idx="27600">
                  <c:v>2</c:v>
                </c:pt>
                <c:pt idx="27601">
                  <c:v>1</c:v>
                </c:pt>
                <c:pt idx="27602">
                  <c:v>1</c:v>
                </c:pt>
                <c:pt idx="27603">
                  <c:v>1</c:v>
                </c:pt>
                <c:pt idx="27604">
                  <c:v>1</c:v>
                </c:pt>
                <c:pt idx="27605">
                  <c:v>1</c:v>
                </c:pt>
                <c:pt idx="27606">
                  <c:v>1</c:v>
                </c:pt>
                <c:pt idx="27607">
                  <c:v>1</c:v>
                </c:pt>
                <c:pt idx="27608">
                  <c:v>1</c:v>
                </c:pt>
                <c:pt idx="27609">
                  <c:v>3</c:v>
                </c:pt>
                <c:pt idx="27610">
                  <c:v>2</c:v>
                </c:pt>
                <c:pt idx="27611">
                  <c:v>4</c:v>
                </c:pt>
                <c:pt idx="27612">
                  <c:v>3</c:v>
                </c:pt>
                <c:pt idx="27613">
                  <c:v>2</c:v>
                </c:pt>
                <c:pt idx="27614">
                  <c:v>1</c:v>
                </c:pt>
                <c:pt idx="27615">
                  <c:v>1</c:v>
                </c:pt>
                <c:pt idx="27616">
                  <c:v>3</c:v>
                </c:pt>
                <c:pt idx="27617">
                  <c:v>1</c:v>
                </c:pt>
                <c:pt idx="27618">
                  <c:v>1</c:v>
                </c:pt>
                <c:pt idx="27619">
                  <c:v>1</c:v>
                </c:pt>
                <c:pt idx="27620">
                  <c:v>1</c:v>
                </c:pt>
                <c:pt idx="27621">
                  <c:v>2</c:v>
                </c:pt>
                <c:pt idx="27622">
                  <c:v>2</c:v>
                </c:pt>
                <c:pt idx="27623">
                  <c:v>2</c:v>
                </c:pt>
                <c:pt idx="27624">
                  <c:v>1</c:v>
                </c:pt>
                <c:pt idx="27625">
                  <c:v>3</c:v>
                </c:pt>
                <c:pt idx="27626">
                  <c:v>2</c:v>
                </c:pt>
                <c:pt idx="27627">
                  <c:v>4</c:v>
                </c:pt>
                <c:pt idx="27628">
                  <c:v>1</c:v>
                </c:pt>
                <c:pt idx="27629">
                  <c:v>2</c:v>
                </c:pt>
                <c:pt idx="27630">
                  <c:v>8</c:v>
                </c:pt>
                <c:pt idx="27631">
                  <c:v>3</c:v>
                </c:pt>
                <c:pt idx="27632">
                  <c:v>2</c:v>
                </c:pt>
                <c:pt idx="27633">
                  <c:v>4</c:v>
                </c:pt>
                <c:pt idx="27634">
                  <c:v>3</c:v>
                </c:pt>
                <c:pt idx="27635">
                  <c:v>3</c:v>
                </c:pt>
                <c:pt idx="27636">
                  <c:v>1</c:v>
                </c:pt>
                <c:pt idx="27637">
                  <c:v>6</c:v>
                </c:pt>
                <c:pt idx="27638">
                  <c:v>2</c:v>
                </c:pt>
                <c:pt idx="27639">
                  <c:v>2</c:v>
                </c:pt>
                <c:pt idx="27640">
                  <c:v>2</c:v>
                </c:pt>
                <c:pt idx="27641">
                  <c:v>3</c:v>
                </c:pt>
                <c:pt idx="27642">
                  <c:v>4</c:v>
                </c:pt>
                <c:pt idx="27643">
                  <c:v>4</c:v>
                </c:pt>
                <c:pt idx="27644">
                  <c:v>2</c:v>
                </c:pt>
                <c:pt idx="27645">
                  <c:v>2</c:v>
                </c:pt>
                <c:pt idx="27646">
                  <c:v>3</c:v>
                </c:pt>
                <c:pt idx="27647">
                  <c:v>2</c:v>
                </c:pt>
                <c:pt idx="27648">
                  <c:v>3</c:v>
                </c:pt>
                <c:pt idx="27649">
                  <c:v>4</c:v>
                </c:pt>
                <c:pt idx="27650">
                  <c:v>2</c:v>
                </c:pt>
                <c:pt idx="27651">
                  <c:v>2</c:v>
                </c:pt>
                <c:pt idx="27652">
                  <c:v>2</c:v>
                </c:pt>
                <c:pt idx="27653">
                  <c:v>3</c:v>
                </c:pt>
                <c:pt idx="27654">
                  <c:v>3</c:v>
                </c:pt>
                <c:pt idx="27655">
                  <c:v>2</c:v>
                </c:pt>
                <c:pt idx="27656">
                  <c:v>2</c:v>
                </c:pt>
                <c:pt idx="27657">
                  <c:v>4</c:v>
                </c:pt>
                <c:pt idx="27658">
                  <c:v>3</c:v>
                </c:pt>
                <c:pt idx="27659">
                  <c:v>3</c:v>
                </c:pt>
                <c:pt idx="27660">
                  <c:v>2</c:v>
                </c:pt>
                <c:pt idx="27661">
                  <c:v>4</c:v>
                </c:pt>
                <c:pt idx="27662">
                  <c:v>4</c:v>
                </c:pt>
                <c:pt idx="27663">
                  <c:v>5</c:v>
                </c:pt>
                <c:pt idx="27664">
                  <c:v>3</c:v>
                </c:pt>
                <c:pt idx="27665">
                  <c:v>3</c:v>
                </c:pt>
                <c:pt idx="27666">
                  <c:v>2</c:v>
                </c:pt>
                <c:pt idx="27667">
                  <c:v>3</c:v>
                </c:pt>
                <c:pt idx="27668">
                  <c:v>6</c:v>
                </c:pt>
                <c:pt idx="27669">
                  <c:v>2</c:v>
                </c:pt>
                <c:pt idx="27670">
                  <c:v>4</c:v>
                </c:pt>
                <c:pt idx="27671">
                  <c:v>2</c:v>
                </c:pt>
                <c:pt idx="27672">
                  <c:v>4</c:v>
                </c:pt>
                <c:pt idx="27673">
                  <c:v>3</c:v>
                </c:pt>
                <c:pt idx="27674">
                  <c:v>2</c:v>
                </c:pt>
                <c:pt idx="27675">
                  <c:v>2</c:v>
                </c:pt>
                <c:pt idx="27676">
                  <c:v>1</c:v>
                </c:pt>
                <c:pt idx="27677">
                  <c:v>1</c:v>
                </c:pt>
                <c:pt idx="27678">
                  <c:v>3</c:v>
                </c:pt>
                <c:pt idx="27679">
                  <c:v>3</c:v>
                </c:pt>
                <c:pt idx="27680">
                  <c:v>2</c:v>
                </c:pt>
                <c:pt idx="27681">
                  <c:v>1</c:v>
                </c:pt>
                <c:pt idx="27682">
                  <c:v>5</c:v>
                </c:pt>
                <c:pt idx="27683">
                  <c:v>2</c:v>
                </c:pt>
                <c:pt idx="27684">
                  <c:v>2</c:v>
                </c:pt>
                <c:pt idx="27685">
                  <c:v>3</c:v>
                </c:pt>
                <c:pt idx="27686">
                  <c:v>3</c:v>
                </c:pt>
                <c:pt idx="27687">
                  <c:v>3</c:v>
                </c:pt>
                <c:pt idx="27688">
                  <c:v>3</c:v>
                </c:pt>
                <c:pt idx="27689">
                  <c:v>3</c:v>
                </c:pt>
                <c:pt idx="27690">
                  <c:v>4</c:v>
                </c:pt>
                <c:pt idx="27691">
                  <c:v>4</c:v>
                </c:pt>
                <c:pt idx="27692">
                  <c:v>3</c:v>
                </c:pt>
                <c:pt idx="27693">
                  <c:v>3</c:v>
                </c:pt>
                <c:pt idx="27694">
                  <c:v>3</c:v>
                </c:pt>
                <c:pt idx="27695">
                  <c:v>4</c:v>
                </c:pt>
                <c:pt idx="27696">
                  <c:v>2</c:v>
                </c:pt>
                <c:pt idx="27697">
                  <c:v>2</c:v>
                </c:pt>
                <c:pt idx="27698">
                  <c:v>4</c:v>
                </c:pt>
                <c:pt idx="27699">
                  <c:v>3</c:v>
                </c:pt>
                <c:pt idx="27700">
                  <c:v>1</c:v>
                </c:pt>
                <c:pt idx="27701">
                  <c:v>2</c:v>
                </c:pt>
                <c:pt idx="27702">
                  <c:v>2</c:v>
                </c:pt>
                <c:pt idx="27703">
                  <c:v>2</c:v>
                </c:pt>
                <c:pt idx="27704">
                  <c:v>4</c:v>
                </c:pt>
                <c:pt idx="27705">
                  <c:v>5</c:v>
                </c:pt>
                <c:pt idx="27706">
                  <c:v>2</c:v>
                </c:pt>
                <c:pt idx="27707">
                  <c:v>3</c:v>
                </c:pt>
                <c:pt idx="27708">
                  <c:v>1</c:v>
                </c:pt>
                <c:pt idx="27709">
                  <c:v>1</c:v>
                </c:pt>
                <c:pt idx="27710">
                  <c:v>1</c:v>
                </c:pt>
                <c:pt idx="27711">
                  <c:v>1</c:v>
                </c:pt>
                <c:pt idx="27712">
                  <c:v>2</c:v>
                </c:pt>
                <c:pt idx="27713">
                  <c:v>2</c:v>
                </c:pt>
                <c:pt idx="27714">
                  <c:v>2</c:v>
                </c:pt>
                <c:pt idx="27715">
                  <c:v>1</c:v>
                </c:pt>
                <c:pt idx="27716">
                  <c:v>2</c:v>
                </c:pt>
                <c:pt idx="27717">
                  <c:v>2</c:v>
                </c:pt>
                <c:pt idx="27718">
                  <c:v>2</c:v>
                </c:pt>
                <c:pt idx="27719">
                  <c:v>2</c:v>
                </c:pt>
                <c:pt idx="27720">
                  <c:v>2</c:v>
                </c:pt>
                <c:pt idx="27721">
                  <c:v>2</c:v>
                </c:pt>
                <c:pt idx="27722">
                  <c:v>2</c:v>
                </c:pt>
                <c:pt idx="27723">
                  <c:v>3</c:v>
                </c:pt>
                <c:pt idx="27724">
                  <c:v>2</c:v>
                </c:pt>
                <c:pt idx="27725">
                  <c:v>1</c:v>
                </c:pt>
                <c:pt idx="27726">
                  <c:v>2</c:v>
                </c:pt>
                <c:pt idx="27727">
                  <c:v>2</c:v>
                </c:pt>
                <c:pt idx="27728">
                  <c:v>2</c:v>
                </c:pt>
                <c:pt idx="27729">
                  <c:v>3</c:v>
                </c:pt>
                <c:pt idx="27730">
                  <c:v>2</c:v>
                </c:pt>
                <c:pt idx="27731">
                  <c:v>2</c:v>
                </c:pt>
                <c:pt idx="27732">
                  <c:v>2</c:v>
                </c:pt>
                <c:pt idx="27733">
                  <c:v>2</c:v>
                </c:pt>
                <c:pt idx="27734">
                  <c:v>2</c:v>
                </c:pt>
                <c:pt idx="27735">
                  <c:v>1</c:v>
                </c:pt>
                <c:pt idx="27736">
                  <c:v>1</c:v>
                </c:pt>
                <c:pt idx="27737">
                  <c:v>2</c:v>
                </c:pt>
                <c:pt idx="27738">
                  <c:v>1</c:v>
                </c:pt>
                <c:pt idx="27739">
                  <c:v>-1</c:v>
                </c:pt>
                <c:pt idx="27740">
                  <c:v>1</c:v>
                </c:pt>
                <c:pt idx="27741">
                  <c:v>1</c:v>
                </c:pt>
                <c:pt idx="27742">
                  <c:v>2</c:v>
                </c:pt>
                <c:pt idx="27743">
                  <c:v>2</c:v>
                </c:pt>
                <c:pt idx="27744">
                  <c:v>2</c:v>
                </c:pt>
                <c:pt idx="27745">
                  <c:v>1</c:v>
                </c:pt>
                <c:pt idx="27746">
                  <c:v>-3</c:v>
                </c:pt>
                <c:pt idx="27747">
                  <c:v>3</c:v>
                </c:pt>
                <c:pt idx="27748">
                  <c:v>2</c:v>
                </c:pt>
                <c:pt idx="27749">
                  <c:v>2</c:v>
                </c:pt>
                <c:pt idx="27750">
                  <c:v>1</c:v>
                </c:pt>
                <c:pt idx="27751">
                  <c:v>1</c:v>
                </c:pt>
                <c:pt idx="27752">
                  <c:v>3</c:v>
                </c:pt>
                <c:pt idx="27753">
                  <c:v>3</c:v>
                </c:pt>
                <c:pt idx="27754">
                  <c:v>4</c:v>
                </c:pt>
                <c:pt idx="27755">
                  <c:v>4</c:v>
                </c:pt>
                <c:pt idx="27756">
                  <c:v>1</c:v>
                </c:pt>
                <c:pt idx="27757">
                  <c:v>1</c:v>
                </c:pt>
                <c:pt idx="27758">
                  <c:v>1</c:v>
                </c:pt>
                <c:pt idx="27759">
                  <c:v>1</c:v>
                </c:pt>
                <c:pt idx="27760">
                  <c:v>3</c:v>
                </c:pt>
                <c:pt idx="27761">
                  <c:v>3</c:v>
                </c:pt>
                <c:pt idx="27762">
                  <c:v>2</c:v>
                </c:pt>
                <c:pt idx="27763">
                  <c:v>3</c:v>
                </c:pt>
                <c:pt idx="27764">
                  <c:v>1</c:v>
                </c:pt>
                <c:pt idx="27765">
                  <c:v>3</c:v>
                </c:pt>
                <c:pt idx="27766">
                  <c:v>1</c:v>
                </c:pt>
                <c:pt idx="27767">
                  <c:v>3</c:v>
                </c:pt>
                <c:pt idx="27768">
                  <c:v>1</c:v>
                </c:pt>
                <c:pt idx="27769">
                  <c:v>4</c:v>
                </c:pt>
                <c:pt idx="27770">
                  <c:v>5</c:v>
                </c:pt>
                <c:pt idx="27771">
                  <c:v>1</c:v>
                </c:pt>
                <c:pt idx="27772">
                  <c:v>5</c:v>
                </c:pt>
                <c:pt idx="27773">
                  <c:v>3</c:v>
                </c:pt>
                <c:pt idx="27774">
                  <c:v>4</c:v>
                </c:pt>
                <c:pt idx="27775">
                  <c:v>1</c:v>
                </c:pt>
                <c:pt idx="27776">
                  <c:v>2</c:v>
                </c:pt>
                <c:pt idx="27777">
                  <c:v>1</c:v>
                </c:pt>
                <c:pt idx="27778">
                  <c:v>3</c:v>
                </c:pt>
                <c:pt idx="27779">
                  <c:v>1</c:v>
                </c:pt>
                <c:pt idx="27780">
                  <c:v>1</c:v>
                </c:pt>
                <c:pt idx="27781">
                  <c:v>3</c:v>
                </c:pt>
                <c:pt idx="27782">
                  <c:v>2</c:v>
                </c:pt>
                <c:pt idx="27783">
                  <c:v>3</c:v>
                </c:pt>
                <c:pt idx="27784">
                  <c:v>4</c:v>
                </c:pt>
                <c:pt idx="27785">
                  <c:v>3</c:v>
                </c:pt>
                <c:pt idx="27786">
                  <c:v>3</c:v>
                </c:pt>
                <c:pt idx="27787">
                  <c:v>5</c:v>
                </c:pt>
                <c:pt idx="27788">
                  <c:v>3</c:v>
                </c:pt>
                <c:pt idx="27789">
                  <c:v>2</c:v>
                </c:pt>
                <c:pt idx="27790">
                  <c:v>2</c:v>
                </c:pt>
                <c:pt idx="27791">
                  <c:v>3</c:v>
                </c:pt>
                <c:pt idx="27792">
                  <c:v>5</c:v>
                </c:pt>
                <c:pt idx="27793">
                  <c:v>5</c:v>
                </c:pt>
                <c:pt idx="27794">
                  <c:v>5</c:v>
                </c:pt>
                <c:pt idx="27795">
                  <c:v>2</c:v>
                </c:pt>
                <c:pt idx="27796">
                  <c:v>6</c:v>
                </c:pt>
                <c:pt idx="27797">
                  <c:v>4</c:v>
                </c:pt>
                <c:pt idx="27798">
                  <c:v>8</c:v>
                </c:pt>
                <c:pt idx="27799">
                  <c:v>6</c:v>
                </c:pt>
                <c:pt idx="27800">
                  <c:v>6</c:v>
                </c:pt>
                <c:pt idx="27801">
                  <c:v>6</c:v>
                </c:pt>
                <c:pt idx="27802">
                  <c:v>6</c:v>
                </c:pt>
                <c:pt idx="27803">
                  <c:v>6</c:v>
                </c:pt>
                <c:pt idx="27804">
                  <c:v>6</c:v>
                </c:pt>
                <c:pt idx="27805">
                  <c:v>6</c:v>
                </c:pt>
                <c:pt idx="27806">
                  <c:v>-1</c:v>
                </c:pt>
                <c:pt idx="27807">
                  <c:v>6</c:v>
                </c:pt>
                <c:pt idx="27808">
                  <c:v>6</c:v>
                </c:pt>
                <c:pt idx="27809">
                  <c:v>6</c:v>
                </c:pt>
                <c:pt idx="27810">
                  <c:v>4</c:v>
                </c:pt>
                <c:pt idx="27811">
                  <c:v>6</c:v>
                </c:pt>
                <c:pt idx="27812">
                  <c:v>8</c:v>
                </c:pt>
                <c:pt idx="27813">
                  <c:v>6</c:v>
                </c:pt>
                <c:pt idx="27814">
                  <c:v>5</c:v>
                </c:pt>
                <c:pt idx="27815">
                  <c:v>4</c:v>
                </c:pt>
                <c:pt idx="27816">
                  <c:v>8</c:v>
                </c:pt>
                <c:pt idx="27817">
                  <c:v>4</c:v>
                </c:pt>
                <c:pt idx="27818">
                  <c:v>4</c:v>
                </c:pt>
                <c:pt idx="27819">
                  <c:v>6</c:v>
                </c:pt>
                <c:pt idx="27820">
                  <c:v>8</c:v>
                </c:pt>
                <c:pt idx="27821">
                  <c:v>6</c:v>
                </c:pt>
                <c:pt idx="27822">
                  <c:v>6</c:v>
                </c:pt>
                <c:pt idx="27823">
                  <c:v>1</c:v>
                </c:pt>
                <c:pt idx="27824">
                  <c:v>2</c:v>
                </c:pt>
                <c:pt idx="27825">
                  <c:v>1</c:v>
                </c:pt>
                <c:pt idx="27826">
                  <c:v>2</c:v>
                </c:pt>
                <c:pt idx="27827">
                  <c:v>1</c:v>
                </c:pt>
                <c:pt idx="27828">
                  <c:v>1</c:v>
                </c:pt>
                <c:pt idx="27829">
                  <c:v>1</c:v>
                </c:pt>
                <c:pt idx="27830">
                  <c:v>2</c:v>
                </c:pt>
                <c:pt idx="27831">
                  <c:v>2</c:v>
                </c:pt>
                <c:pt idx="27832">
                  <c:v>2</c:v>
                </c:pt>
                <c:pt idx="27833">
                  <c:v>3</c:v>
                </c:pt>
                <c:pt idx="27834">
                  <c:v>2</c:v>
                </c:pt>
                <c:pt idx="27835">
                  <c:v>5</c:v>
                </c:pt>
                <c:pt idx="27836">
                  <c:v>1</c:v>
                </c:pt>
                <c:pt idx="27837">
                  <c:v>1</c:v>
                </c:pt>
                <c:pt idx="27838">
                  <c:v>4</c:v>
                </c:pt>
                <c:pt idx="27839">
                  <c:v>2</c:v>
                </c:pt>
                <c:pt idx="27840">
                  <c:v>3</c:v>
                </c:pt>
                <c:pt idx="27841">
                  <c:v>2</c:v>
                </c:pt>
                <c:pt idx="27842">
                  <c:v>1</c:v>
                </c:pt>
                <c:pt idx="27843">
                  <c:v>2</c:v>
                </c:pt>
                <c:pt idx="27844">
                  <c:v>2</c:v>
                </c:pt>
                <c:pt idx="27845">
                  <c:v>1</c:v>
                </c:pt>
                <c:pt idx="27846">
                  <c:v>3</c:v>
                </c:pt>
                <c:pt idx="27847">
                  <c:v>5</c:v>
                </c:pt>
                <c:pt idx="27848">
                  <c:v>3</c:v>
                </c:pt>
                <c:pt idx="27849">
                  <c:v>4</c:v>
                </c:pt>
                <c:pt idx="27850">
                  <c:v>2</c:v>
                </c:pt>
                <c:pt idx="27851">
                  <c:v>3</c:v>
                </c:pt>
                <c:pt idx="27852">
                  <c:v>2</c:v>
                </c:pt>
                <c:pt idx="27853">
                  <c:v>2</c:v>
                </c:pt>
                <c:pt idx="27854">
                  <c:v>3</c:v>
                </c:pt>
                <c:pt idx="27855">
                  <c:v>3</c:v>
                </c:pt>
                <c:pt idx="27856">
                  <c:v>3</c:v>
                </c:pt>
                <c:pt idx="27857">
                  <c:v>2</c:v>
                </c:pt>
                <c:pt idx="27858">
                  <c:v>3</c:v>
                </c:pt>
                <c:pt idx="27859">
                  <c:v>2</c:v>
                </c:pt>
                <c:pt idx="27860">
                  <c:v>2</c:v>
                </c:pt>
                <c:pt idx="27861">
                  <c:v>2</c:v>
                </c:pt>
                <c:pt idx="27862">
                  <c:v>2</c:v>
                </c:pt>
                <c:pt idx="27863">
                  <c:v>3</c:v>
                </c:pt>
                <c:pt idx="27864">
                  <c:v>3</c:v>
                </c:pt>
                <c:pt idx="27865">
                  <c:v>2</c:v>
                </c:pt>
                <c:pt idx="27866">
                  <c:v>1</c:v>
                </c:pt>
                <c:pt idx="27867">
                  <c:v>2</c:v>
                </c:pt>
                <c:pt idx="27868">
                  <c:v>2</c:v>
                </c:pt>
                <c:pt idx="27869">
                  <c:v>2</c:v>
                </c:pt>
                <c:pt idx="27870">
                  <c:v>2</c:v>
                </c:pt>
                <c:pt idx="27871">
                  <c:v>5</c:v>
                </c:pt>
                <c:pt idx="27872">
                  <c:v>5</c:v>
                </c:pt>
                <c:pt idx="27873">
                  <c:v>4</c:v>
                </c:pt>
                <c:pt idx="27874">
                  <c:v>4</c:v>
                </c:pt>
                <c:pt idx="27875">
                  <c:v>5</c:v>
                </c:pt>
                <c:pt idx="27876">
                  <c:v>4</c:v>
                </c:pt>
                <c:pt idx="27877">
                  <c:v>1</c:v>
                </c:pt>
                <c:pt idx="27878">
                  <c:v>1</c:v>
                </c:pt>
                <c:pt idx="27879">
                  <c:v>3</c:v>
                </c:pt>
                <c:pt idx="27880">
                  <c:v>1</c:v>
                </c:pt>
                <c:pt idx="27881">
                  <c:v>3</c:v>
                </c:pt>
                <c:pt idx="27882">
                  <c:v>2</c:v>
                </c:pt>
                <c:pt idx="27883">
                  <c:v>4</c:v>
                </c:pt>
                <c:pt idx="27884">
                  <c:v>5</c:v>
                </c:pt>
                <c:pt idx="27885">
                  <c:v>2</c:v>
                </c:pt>
                <c:pt idx="27886">
                  <c:v>2</c:v>
                </c:pt>
                <c:pt idx="27887">
                  <c:v>4</c:v>
                </c:pt>
                <c:pt idx="27888">
                  <c:v>2</c:v>
                </c:pt>
                <c:pt idx="27889">
                  <c:v>2</c:v>
                </c:pt>
                <c:pt idx="27890">
                  <c:v>2</c:v>
                </c:pt>
                <c:pt idx="27891">
                  <c:v>1</c:v>
                </c:pt>
                <c:pt idx="27892">
                  <c:v>1</c:v>
                </c:pt>
                <c:pt idx="27893">
                  <c:v>2</c:v>
                </c:pt>
                <c:pt idx="27894">
                  <c:v>1</c:v>
                </c:pt>
                <c:pt idx="27895">
                  <c:v>3</c:v>
                </c:pt>
                <c:pt idx="27896">
                  <c:v>2</c:v>
                </c:pt>
                <c:pt idx="27897">
                  <c:v>2</c:v>
                </c:pt>
                <c:pt idx="27898">
                  <c:v>2</c:v>
                </c:pt>
                <c:pt idx="27899">
                  <c:v>2</c:v>
                </c:pt>
                <c:pt idx="27900">
                  <c:v>2</c:v>
                </c:pt>
                <c:pt idx="27901">
                  <c:v>2</c:v>
                </c:pt>
                <c:pt idx="27902">
                  <c:v>2</c:v>
                </c:pt>
                <c:pt idx="27903">
                  <c:v>2</c:v>
                </c:pt>
                <c:pt idx="27904">
                  <c:v>2</c:v>
                </c:pt>
                <c:pt idx="27905">
                  <c:v>2</c:v>
                </c:pt>
                <c:pt idx="27906">
                  <c:v>2</c:v>
                </c:pt>
                <c:pt idx="27907">
                  <c:v>2</c:v>
                </c:pt>
                <c:pt idx="27908">
                  <c:v>2</c:v>
                </c:pt>
                <c:pt idx="27909">
                  <c:v>4</c:v>
                </c:pt>
                <c:pt idx="27910">
                  <c:v>3</c:v>
                </c:pt>
                <c:pt idx="27911">
                  <c:v>2</c:v>
                </c:pt>
                <c:pt idx="27912">
                  <c:v>2</c:v>
                </c:pt>
                <c:pt idx="27913">
                  <c:v>5</c:v>
                </c:pt>
                <c:pt idx="27914">
                  <c:v>7</c:v>
                </c:pt>
                <c:pt idx="27915">
                  <c:v>3</c:v>
                </c:pt>
                <c:pt idx="27916">
                  <c:v>2</c:v>
                </c:pt>
                <c:pt idx="27917">
                  <c:v>1</c:v>
                </c:pt>
                <c:pt idx="27918">
                  <c:v>1</c:v>
                </c:pt>
                <c:pt idx="27919">
                  <c:v>2</c:v>
                </c:pt>
                <c:pt idx="27920">
                  <c:v>2</c:v>
                </c:pt>
                <c:pt idx="27921">
                  <c:v>2</c:v>
                </c:pt>
                <c:pt idx="27922">
                  <c:v>4</c:v>
                </c:pt>
                <c:pt idx="27923">
                  <c:v>2</c:v>
                </c:pt>
                <c:pt idx="27924">
                  <c:v>2</c:v>
                </c:pt>
                <c:pt idx="27925">
                  <c:v>4</c:v>
                </c:pt>
                <c:pt idx="27926">
                  <c:v>4</c:v>
                </c:pt>
                <c:pt idx="27927">
                  <c:v>2</c:v>
                </c:pt>
                <c:pt idx="27928">
                  <c:v>1</c:v>
                </c:pt>
                <c:pt idx="27929">
                  <c:v>3</c:v>
                </c:pt>
                <c:pt idx="27930">
                  <c:v>3</c:v>
                </c:pt>
                <c:pt idx="27931">
                  <c:v>2</c:v>
                </c:pt>
                <c:pt idx="27932">
                  <c:v>3</c:v>
                </c:pt>
                <c:pt idx="27933">
                  <c:v>2</c:v>
                </c:pt>
                <c:pt idx="27934">
                  <c:v>3</c:v>
                </c:pt>
                <c:pt idx="27935">
                  <c:v>2</c:v>
                </c:pt>
                <c:pt idx="27936">
                  <c:v>1</c:v>
                </c:pt>
                <c:pt idx="27937">
                  <c:v>2</c:v>
                </c:pt>
                <c:pt idx="27938">
                  <c:v>3</c:v>
                </c:pt>
                <c:pt idx="27939">
                  <c:v>2</c:v>
                </c:pt>
                <c:pt idx="27940">
                  <c:v>3</c:v>
                </c:pt>
                <c:pt idx="27941">
                  <c:v>3</c:v>
                </c:pt>
                <c:pt idx="27942">
                  <c:v>3</c:v>
                </c:pt>
                <c:pt idx="27943">
                  <c:v>2</c:v>
                </c:pt>
                <c:pt idx="27944">
                  <c:v>3</c:v>
                </c:pt>
                <c:pt idx="27945">
                  <c:v>2</c:v>
                </c:pt>
                <c:pt idx="27946">
                  <c:v>2</c:v>
                </c:pt>
                <c:pt idx="27947">
                  <c:v>2</c:v>
                </c:pt>
                <c:pt idx="27948">
                  <c:v>2</c:v>
                </c:pt>
                <c:pt idx="27949">
                  <c:v>3</c:v>
                </c:pt>
                <c:pt idx="27950">
                  <c:v>2</c:v>
                </c:pt>
                <c:pt idx="27951">
                  <c:v>1</c:v>
                </c:pt>
                <c:pt idx="27952">
                  <c:v>2</c:v>
                </c:pt>
                <c:pt idx="27953">
                  <c:v>5</c:v>
                </c:pt>
                <c:pt idx="27954">
                  <c:v>3</c:v>
                </c:pt>
                <c:pt idx="27955">
                  <c:v>4</c:v>
                </c:pt>
                <c:pt idx="27956">
                  <c:v>4</c:v>
                </c:pt>
                <c:pt idx="27957">
                  <c:v>4</c:v>
                </c:pt>
                <c:pt idx="27958">
                  <c:v>2</c:v>
                </c:pt>
                <c:pt idx="27959">
                  <c:v>2</c:v>
                </c:pt>
                <c:pt idx="27960">
                  <c:v>3</c:v>
                </c:pt>
                <c:pt idx="27961">
                  <c:v>1</c:v>
                </c:pt>
                <c:pt idx="27962">
                  <c:v>3</c:v>
                </c:pt>
                <c:pt idx="27963">
                  <c:v>1</c:v>
                </c:pt>
                <c:pt idx="27964">
                  <c:v>1</c:v>
                </c:pt>
                <c:pt idx="27965">
                  <c:v>4</c:v>
                </c:pt>
                <c:pt idx="27966">
                  <c:v>2</c:v>
                </c:pt>
                <c:pt idx="27967">
                  <c:v>2</c:v>
                </c:pt>
                <c:pt idx="27968">
                  <c:v>2</c:v>
                </c:pt>
                <c:pt idx="27969">
                  <c:v>3</c:v>
                </c:pt>
                <c:pt idx="27970">
                  <c:v>2</c:v>
                </c:pt>
                <c:pt idx="27971">
                  <c:v>1</c:v>
                </c:pt>
                <c:pt idx="27972">
                  <c:v>4</c:v>
                </c:pt>
                <c:pt idx="27973">
                  <c:v>2</c:v>
                </c:pt>
                <c:pt idx="27974">
                  <c:v>4</c:v>
                </c:pt>
                <c:pt idx="27975">
                  <c:v>1</c:v>
                </c:pt>
                <c:pt idx="27976">
                  <c:v>1</c:v>
                </c:pt>
                <c:pt idx="27977">
                  <c:v>0</c:v>
                </c:pt>
                <c:pt idx="27978">
                  <c:v>1</c:v>
                </c:pt>
                <c:pt idx="27979">
                  <c:v>2</c:v>
                </c:pt>
                <c:pt idx="27980">
                  <c:v>2</c:v>
                </c:pt>
                <c:pt idx="27981">
                  <c:v>3</c:v>
                </c:pt>
                <c:pt idx="27982">
                  <c:v>4</c:v>
                </c:pt>
                <c:pt idx="27983">
                  <c:v>5</c:v>
                </c:pt>
                <c:pt idx="27984">
                  <c:v>4</c:v>
                </c:pt>
                <c:pt idx="27985">
                  <c:v>4</c:v>
                </c:pt>
                <c:pt idx="27986">
                  <c:v>4</c:v>
                </c:pt>
                <c:pt idx="27987">
                  <c:v>1</c:v>
                </c:pt>
                <c:pt idx="27988">
                  <c:v>4</c:v>
                </c:pt>
                <c:pt idx="27989">
                  <c:v>-1</c:v>
                </c:pt>
                <c:pt idx="27990">
                  <c:v>7</c:v>
                </c:pt>
                <c:pt idx="27991">
                  <c:v>4</c:v>
                </c:pt>
                <c:pt idx="27992">
                  <c:v>3</c:v>
                </c:pt>
                <c:pt idx="27993">
                  <c:v>3</c:v>
                </c:pt>
                <c:pt idx="27994">
                  <c:v>3</c:v>
                </c:pt>
                <c:pt idx="27995">
                  <c:v>3</c:v>
                </c:pt>
                <c:pt idx="27996">
                  <c:v>2</c:v>
                </c:pt>
                <c:pt idx="27997">
                  <c:v>2</c:v>
                </c:pt>
                <c:pt idx="27998">
                  <c:v>1</c:v>
                </c:pt>
                <c:pt idx="27999">
                  <c:v>3</c:v>
                </c:pt>
                <c:pt idx="28000">
                  <c:v>1</c:v>
                </c:pt>
                <c:pt idx="28001">
                  <c:v>3</c:v>
                </c:pt>
                <c:pt idx="28002">
                  <c:v>1</c:v>
                </c:pt>
                <c:pt idx="28003">
                  <c:v>4</c:v>
                </c:pt>
                <c:pt idx="28004">
                  <c:v>4</c:v>
                </c:pt>
                <c:pt idx="28005">
                  <c:v>4</c:v>
                </c:pt>
                <c:pt idx="28006">
                  <c:v>4</c:v>
                </c:pt>
                <c:pt idx="28007">
                  <c:v>2</c:v>
                </c:pt>
                <c:pt idx="28008">
                  <c:v>12</c:v>
                </c:pt>
                <c:pt idx="28009">
                  <c:v>2</c:v>
                </c:pt>
                <c:pt idx="28010">
                  <c:v>3</c:v>
                </c:pt>
                <c:pt idx="28011">
                  <c:v>5</c:v>
                </c:pt>
                <c:pt idx="28012">
                  <c:v>3</c:v>
                </c:pt>
                <c:pt idx="28013">
                  <c:v>2</c:v>
                </c:pt>
                <c:pt idx="28014">
                  <c:v>2</c:v>
                </c:pt>
                <c:pt idx="28015">
                  <c:v>2</c:v>
                </c:pt>
                <c:pt idx="28016">
                  <c:v>5</c:v>
                </c:pt>
                <c:pt idx="28017">
                  <c:v>3</c:v>
                </c:pt>
                <c:pt idx="28018">
                  <c:v>3</c:v>
                </c:pt>
                <c:pt idx="28019">
                  <c:v>4</c:v>
                </c:pt>
                <c:pt idx="28020">
                  <c:v>4</c:v>
                </c:pt>
                <c:pt idx="28021">
                  <c:v>5</c:v>
                </c:pt>
                <c:pt idx="28022">
                  <c:v>10</c:v>
                </c:pt>
                <c:pt idx="28023">
                  <c:v>10</c:v>
                </c:pt>
                <c:pt idx="28024">
                  <c:v>8</c:v>
                </c:pt>
                <c:pt idx="28025">
                  <c:v>2</c:v>
                </c:pt>
                <c:pt idx="28026">
                  <c:v>6</c:v>
                </c:pt>
                <c:pt idx="28027">
                  <c:v>5</c:v>
                </c:pt>
                <c:pt idx="28028">
                  <c:v>1</c:v>
                </c:pt>
                <c:pt idx="28029">
                  <c:v>2</c:v>
                </c:pt>
                <c:pt idx="28030">
                  <c:v>2</c:v>
                </c:pt>
                <c:pt idx="28031">
                  <c:v>2</c:v>
                </c:pt>
                <c:pt idx="28032">
                  <c:v>2</c:v>
                </c:pt>
                <c:pt idx="28033">
                  <c:v>2</c:v>
                </c:pt>
                <c:pt idx="28034">
                  <c:v>2</c:v>
                </c:pt>
                <c:pt idx="28035">
                  <c:v>4</c:v>
                </c:pt>
                <c:pt idx="28036">
                  <c:v>4</c:v>
                </c:pt>
                <c:pt idx="28037">
                  <c:v>4</c:v>
                </c:pt>
                <c:pt idx="28038">
                  <c:v>1</c:v>
                </c:pt>
                <c:pt idx="28039">
                  <c:v>1</c:v>
                </c:pt>
                <c:pt idx="28040">
                  <c:v>1</c:v>
                </c:pt>
                <c:pt idx="28041">
                  <c:v>1</c:v>
                </c:pt>
                <c:pt idx="28042">
                  <c:v>1</c:v>
                </c:pt>
                <c:pt idx="28043">
                  <c:v>1</c:v>
                </c:pt>
                <c:pt idx="28044">
                  <c:v>2</c:v>
                </c:pt>
                <c:pt idx="28045">
                  <c:v>2</c:v>
                </c:pt>
                <c:pt idx="28046">
                  <c:v>1</c:v>
                </c:pt>
                <c:pt idx="28047">
                  <c:v>1</c:v>
                </c:pt>
                <c:pt idx="28048">
                  <c:v>1</c:v>
                </c:pt>
                <c:pt idx="28049">
                  <c:v>4</c:v>
                </c:pt>
                <c:pt idx="28050">
                  <c:v>1</c:v>
                </c:pt>
                <c:pt idx="28051">
                  <c:v>1</c:v>
                </c:pt>
                <c:pt idx="28052">
                  <c:v>2</c:v>
                </c:pt>
                <c:pt idx="28053">
                  <c:v>2</c:v>
                </c:pt>
                <c:pt idx="28054">
                  <c:v>3</c:v>
                </c:pt>
                <c:pt idx="28055">
                  <c:v>3</c:v>
                </c:pt>
                <c:pt idx="28056">
                  <c:v>3</c:v>
                </c:pt>
                <c:pt idx="28057">
                  <c:v>3</c:v>
                </c:pt>
                <c:pt idx="28058">
                  <c:v>3</c:v>
                </c:pt>
                <c:pt idx="28059">
                  <c:v>3</c:v>
                </c:pt>
                <c:pt idx="28060">
                  <c:v>3</c:v>
                </c:pt>
                <c:pt idx="28061">
                  <c:v>2</c:v>
                </c:pt>
                <c:pt idx="28062">
                  <c:v>1</c:v>
                </c:pt>
                <c:pt idx="28063">
                  <c:v>2</c:v>
                </c:pt>
                <c:pt idx="28064">
                  <c:v>1</c:v>
                </c:pt>
                <c:pt idx="28065">
                  <c:v>2</c:v>
                </c:pt>
                <c:pt idx="28066">
                  <c:v>2</c:v>
                </c:pt>
                <c:pt idx="28067">
                  <c:v>5</c:v>
                </c:pt>
                <c:pt idx="28068">
                  <c:v>5</c:v>
                </c:pt>
                <c:pt idx="28069">
                  <c:v>4</c:v>
                </c:pt>
                <c:pt idx="28070">
                  <c:v>1</c:v>
                </c:pt>
                <c:pt idx="28071">
                  <c:v>2</c:v>
                </c:pt>
                <c:pt idx="28072">
                  <c:v>1</c:v>
                </c:pt>
                <c:pt idx="28073">
                  <c:v>3</c:v>
                </c:pt>
                <c:pt idx="28074">
                  <c:v>2</c:v>
                </c:pt>
                <c:pt idx="28075">
                  <c:v>2</c:v>
                </c:pt>
                <c:pt idx="28076">
                  <c:v>2</c:v>
                </c:pt>
                <c:pt idx="28077">
                  <c:v>2</c:v>
                </c:pt>
                <c:pt idx="28078">
                  <c:v>2</c:v>
                </c:pt>
                <c:pt idx="28079">
                  <c:v>2</c:v>
                </c:pt>
                <c:pt idx="28080">
                  <c:v>4</c:v>
                </c:pt>
                <c:pt idx="28081">
                  <c:v>4</c:v>
                </c:pt>
                <c:pt idx="28082">
                  <c:v>2</c:v>
                </c:pt>
                <c:pt idx="28083">
                  <c:v>4</c:v>
                </c:pt>
                <c:pt idx="28084">
                  <c:v>2</c:v>
                </c:pt>
                <c:pt idx="28085">
                  <c:v>2</c:v>
                </c:pt>
                <c:pt idx="28086">
                  <c:v>2</c:v>
                </c:pt>
                <c:pt idx="28087">
                  <c:v>3</c:v>
                </c:pt>
                <c:pt idx="28088">
                  <c:v>2</c:v>
                </c:pt>
                <c:pt idx="28089">
                  <c:v>2</c:v>
                </c:pt>
                <c:pt idx="28090">
                  <c:v>3</c:v>
                </c:pt>
                <c:pt idx="28091">
                  <c:v>2</c:v>
                </c:pt>
                <c:pt idx="28092">
                  <c:v>2</c:v>
                </c:pt>
                <c:pt idx="28093">
                  <c:v>2</c:v>
                </c:pt>
                <c:pt idx="28094">
                  <c:v>4</c:v>
                </c:pt>
                <c:pt idx="28095">
                  <c:v>2</c:v>
                </c:pt>
                <c:pt idx="28096">
                  <c:v>3</c:v>
                </c:pt>
                <c:pt idx="28097">
                  <c:v>5</c:v>
                </c:pt>
                <c:pt idx="28098">
                  <c:v>10</c:v>
                </c:pt>
                <c:pt idx="28099">
                  <c:v>3</c:v>
                </c:pt>
                <c:pt idx="28100">
                  <c:v>2</c:v>
                </c:pt>
                <c:pt idx="28101">
                  <c:v>1</c:v>
                </c:pt>
                <c:pt idx="28102">
                  <c:v>1</c:v>
                </c:pt>
                <c:pt idx="28103">
                  <c:v>3</c:v>
                </c:pt>
                <c:pt idx="28104">
                  <c:v>1</c:v>
                </c:pt>
                <c:pt idx="28105">
                  <c:v>3</c:v>
                </c:pt>
                <c:pt idx="28106">
                  <c:v>5</c:v>
                </c:pt>
                <c:pt idx="28107">
                  <c:v>5</c:v>
                </c:pt>
                <c:pt idx="28108">
                  <c:v>2</c:v>
                </c:pt>
                <c:pt idx="28109">
                  <c:v>3</c:v>
                </c:pt>
                <c:pt idx="28110">
                  <c:v>2</c:v>
                </c:pt>
                <c:pt idx="28111">
                  <c:v>3</c:v>
                </c:pt>
                <c:pt idx="28112">
                  <c:v>3</c:v>
                </c:pt>
                <c:pt idx="28113">
                  <c:v>10</c:v>
                </c:pt>
                <c:pt idx="28114">
                  <c:v>10</c:v>
                </c:pt>
                <c:pt idx="28115">
                  <c:v>3</c:v>
                </c:pt>
                <c:pt idx="28116">
                  <c:v>5</c:v>
                </c:pt>
                <c:pt idx="28117">
                  <c:v>2</c:v>
                </c:pt>
                <c:pt idx="28118">
                  <c:v>2</c:v>
                </c:pt>
                <c:pt idx="28119">
                  <c:v>4</c:v>
                </c:pt>
                <c:pt idx="28120">
                  <c:v>3</c:v>
                </c:pt>
                <c:pt idx="28121">
                  <c:v>2</c:v>
                </c:pt>
                <c:pt idx="28122">
                  <c:v>3</c:v>
                </c:pt>
                <c:pt idx="28123">
                  <c:v>3</c:v>
                </c:pt>
                <c:pt idx="28124">
                  <c:v>6</c:v>
                </c:pt>
                <c:pt idx="28125">
                  <c:v>6</c:v>
                </c:pt>
                <c:pt idx="28126">
                  <c:v>3</c:v>
                </c:pt>
                <c:pt idx="28127">
                  <c:v>3</c:v>
                </c:pt>
                <c:pt idx="28128">
                  <c:v>7</c:v>
                </c:pt>
                <c:pt idx="28129">
                  <c:v>3</c:v>
                </c:pt>
                <c:pt idx="28130">
                  <c:v>1</c:v>
                </c:pt>
                <c:pt idx="28131">
                  <c:v>4</c:v>
                </c:pt>
                <c:pt idx="28132">
                  <c:v>3</c:v>
                </c:pt>
                <c:pt idx="28133">
                  <c:v>2</c:v>
                </c:pt>
                <c:pt idx="28134">
                  <c:v>3</c:v>
                </c:pt>
                <c:pt idx="28135">
                  <c:v>2</c:v>
                </c:pt>
                <c:pt idx="28136">
                  <c:v>3</c:v>
                </c:pt>
                <c:pt idx="28137">
                  <c:v>1</c:v>
                </c:pt>
                <c:pt idx="28138">
                  <c:v>1</c:v>
                </c:pt>
                <c:pt idx="28139">
                  <c:v>5</c:v>
                </c:pt>
                <c:pt idx="28140">
                  <c:v>7</c:v>
                </c:pt>
                <c:pt idx="28141">
                  <c:v>2</c:v>
                </c:pt>
                <c:pt idx="28142">
                  <c:v>5</c:v>
                </c:pt>
                <c:pt idx="28143">
                  <c:v>3</c:v>
                </c:pt>
                <c:pt idx="28144">
                  <c:v>3</c:v>
                </c:pt>
                <c:pt idx="28145">
                  <c:v>2</c:v>
                </c:pt>
                <c:pt idx="28146">
                  <c:v>5</c:v>
                </c:pt>
                <c:pt idx="28147">
                  <c:v>3</c:v>
                </c:pt>
                <c:pt idx="28148">
                  <c:v>3</c:v>
                </c:pt>
                <c:pt idx="28149">
                  <c:v>4</c:v>
                </c:pt>
                <c:pt idx="28150">
                  <c:v>2</c:v>
                </c:pt>
                <c:pt idx="28151">
                  <c:v>2</c:v>
                </c:pt>
                <c:pt idx="28152">
                  <c:v>1</c:v>
                </c:pt>
                <c:pt idx="28153">
                  <c:v>1</c:v>
                </c:pt>
                <c:pt idx="28154">
                  <c:v>3</c:v>
                </c:pt>
                <c:pt idx="28155">
                  <c:v>3</c:v>
                </c:pt>
                <c:pt idx="28156">
                  <c:v>2</c:v>
                </c:pt>
                <c:pt idx="28157">
                  <c:v>2</c:v>
                </c:pt>
                <c:pt idx="28158">
                  <c:v>1</c:v>
                </c:pt>
                <c:pt idx="28159">
                  <c:v>3</c:v>
                </c:pt>
                <c:pt idx="28160">
                  <c:v>1</c:v>
                </c:pt>
                <c:pt idx="28161">
                  <c:v>1</c:v>
                </c:pt>
                <c:pt idx="28162">
                  <c:v>1</c:v>
                </c:pt>
                <c:pt idx="28163">
                  <c:v>3</c:v>
                </c:pt>
                <c:pt idx="28164">
                  <c:v>1</c:v>
                </c:pt>
                <c:pt idx="28165">
                  <c:v>1</c:v>
                </c:pt>
                <c:pt idx="28166">
                  <c:v>2</c:v>
                </c:pt>
                <c:pt idx="28167">
                  <c:v>2</c:v>
                </c:pt>
                <c:pt idx="28168">
                  <c:v>3</c:v>
                </c:pt>
                <c:pt idx="28169">
                  <c:v>1</c:v>
                </c:pt>
                <c:pt idx="28170">
                  <c:v>3</c:v>
                </c:pt>
                <c:pt idx="28171">
                  <c:v>2</c:v>
                </c:pt>
                <c:pt idx="28172">
                  <c:v>2</c:v>
                </c:pt>
                <c:pt idx="28173">
                  <c:v>1</c:v>
                </c:pt>
                <c:pt idx="28174">
                  <c:v>3</c:v>
                </c:pt>
                <c:pt idx="28175">
                  <c:v>3</c:v>
                </c:pt>
                <c:pt idx="28176">
                  <c:v>2</c:v>
                </c:pt>
                <c:pt idx="28177">
                  <c:v>1</c:v>
                </c:pt>
                <c:pt idx="28178">
                  <c:v>1</c:v>
                </c:pt>
                <c:pt idx="28179">
                  <c:v>1</c:v>
                </c:pt>
                <c:pt idx="28180">
                  <c:v>2</c:v>
                </c:pt>
                <c:pt idx="28181">
                  <c:v>2</c:v>
                </c:pt>
                <c:pt idx="28182">
                  <c:v>1</c:v>
                </c:pt>
                <c:pt idx="28183">
                  <c:v>1</c:v>
                </c:pt>
                <c:pt idx="28184">
                  <c:v>1</c:v>
                </c:pt>
                <c:pt idx="28185">
                  <c:v>2</c:v>
                </c:pt>
                <c:pt idx="28186">
                  <c:v>3</c:v>
                </c:pt>
                <c:pt idx="28187">
                  <c:v>4</c:v>
                </c:pt>
                <c:pt idx="28188">
                  <c:v>4</c:v>
                </c:pt>
                <c:pt idx="28189">
                  <c:v>4</c:v>
                </c:pt>
                <c:pt idx="28190">
                  <c:v>4</c:v>
                </c:pt>
                <c:pt idx="28191">
                  <c:v>3</c:v>
                </c:pt>
                <c:pt idx="28192">
                  <c:v>5</c:v>
                </c:pt>
                <c:pt idx="28193">
                  <c:v>2</c:v>
                </c:pt>
                <c:pt idx="28194">
                  <c:v>3</c:v>
                </c:pt>
                <c:pt idx="28195">
                  <c:v>3</c:v>
                </c:pt>
                <c:pt idx="28196">
                  <c:v>3</c:v>
                </c:pt>
                <c:pt idx="28197">
                  <c:v>2</c:v>
                </c:pt>
                <c:pt idx="28198">
                  <c:v>2</c:v>
                </c:pt>
                <c:pt idx="28199">
                  <c:v>2</c:v>
                </c:pt>
                <c:pt idx="28200">
                  <c:v>1</c:v>
                </c:pt>
                <c:pt idx="28201">
                  <c:v>2</c:v>
                </c:pt>
                <c:pt idx="28202">
                  <c:v>3</c:v>
                </c:pt>
                <c:pt idx="28203">
                  <c:v>8</c:v>
                </c:pt>
                <c:pt idx="28204">
                  <c:v>2</c:v>
                </c:pt>
                <c:pt idx="28205">
                  <c:v>2</c:v>
                </c:pt>
                <c:pt idx="28206">
                  <c:v>2</c:v>
                </c:pt>
                <c:pt idx="28207">
                  <c:v>3</c:v>
                </c:pt>
                <c:pt idx="28208">
                  <c:v>3</c:v>
                </c:pt>
                <c:pt idx="28209">
                  <c:v>3</c:v>
                </c:pt>
                <c:pt idx="28210">
                  <c:v>4</c:v>
                </c:pt>
                <c:pt idx="28211">
                  <c:v>4</c:v>
                </c:pt>
                <c:pt idx="28212">
                  <c:v>4</c:v>
                </c:pt>
                <c:pt idx="28213">
                  <c:v>3</c:v>
                </c:pt>
                <c:pt idx="28214">
                  <c:v>3</c:v>
                </c:pt>
                <c:pt idx="28215">
                  <c:v>3</c:v>
                </c:pt>
                <c:pt idx="28216">
                  <c:v>4</c:v>
                </c:pt>
                <c:pt idx="28217">
                  <c:v>4</c:v>
                </c:pt>
                <c:pt idx="28218">
                  <c:v>3</c:v>
                </c:pt>
                <c:pt idx="28219">
                  <c:v>2</c:v>
                </c:pt>
                <c:pt idx="28220">
                  <c:v>3</c:v>
                </c:pt>
                <c:pt idx="28221">
                  <c:v>3</c:v>
                </c:pt>
                <c:pt idx="28222">
                  <c:v>3</c:v>
                </c:pt>
                <c:pt idx="28223">
                  <c:v>3</c:v>
                </c:pt>
                <c:pt idx="28224">
                  <c:v>2</c:v>
                </c:pt>
                <c:pt idx="28225">
                  <c:v>2</c:v>
                </c:pt>
                <c:pt idx="28226">
                  <c:v>3</c:v>
                </c:pt>
                <c:pt idx="28227">
                  <c:v>3</c:v>
                </c:pt>
                <c:pt idx="28228">
                  <c:v>4</c:v>
                </c:pt>
                <c:pt idx="28229">
                  <c:v>3</c:v>
                </c:pt>
                <c:pt idx="28230">
                  <c:v>3</c:v>
                </c:pt>
                <c:pt idx="28231">
                  <c:v>3</c:v>
                </c:pt>
                <c:pt idx="28232">
                  <c:v>2</c:v>
                </c:pt>
                <c:pt idx="28233">
                  <c:v>3</c:v>
                </c:pt>
                <c:pt idx="28234">
                  <c:v>2</c:v>
                </c:pt>
                <c:pt idx="28235">
                  <c:v>3</c:v>
                </c:pt>
                <c:pt idx="28236">
                  <c:v>3</c:v>
                </c:pt>
                <c:pt idx="28237">
                  <c:v>2</c:v>
                </c:pt>
                <c:pt idx="28238">
                  <c:v>3</c:v>
                </c:pt>
                <c:pt idx="28239">
                  <c:v>2</c:v>
                </c:pt>
                <c:pt idx="28240">
                  <c:v>2</c:v>
                </c:pt>
                <c:pt idx="28241">
                  <c:v>2</c:v>
                </c:pt>
                <c:pt idx="28242">
                  <c:v>2</c:v>
                </c:pt>
                <c:pt idx="28243">
                  <c:v>3</c:v>
                </c:pt>
                <c:pt idx="28244">
                  <c:v>2</c:v>
                </c:pt>
                <c:pt idx="28245">
                  <c:v>3</c:v>
                </c:pt>
                <c:pt idx="28246">
                  <c:v>2</c:v>
                </c:pt>
                <c:pt idx="28247">
                  <c:v>1</c:v>
                </c:pt>
                <c:pt idx="28248">
                  <c:v>2</c:v>
                </c:pt>
                <c:pt idx="28249">
                  <c:v>2</c:v>
                </c:pt>
                <c:pt idx="28250">
                  <c:v>2</c:v>
                </c:pt>
                <c:pt idx="28251">
                  <c:v>2</c:v>
                </c:pt>
                <c:pt idx="28252">
                  <c:v>4</c:v>
                </c:pt>
                <c:pt idx="28253">
                  <c:v>3</c:v>
                </c:pt>
                <c:pt idx="28254">
                  <c:v>2</c:v>
                </c:pt>
                <c:pt idx="28255">
                  <c:v>4</c:v>
                </c:pt>
                <c:pt idx="28256">
                  <c:v>4</c:v>
                </c:pt>
                <c:pt idx="28257">
                  <c:v>3</c:v>
                </c:pt>
                <c:pt idx="28258">
                  <c:v>2</c:v>
                </c:pt>
                <c:pt idx="28259">
                  <c:v>3</c:v>
                </c:pt>
                <c:pt idx="28260">
                  <c:v>3</c:v>
                </c:pt>
                <c:pt idx="28261">
                  <c:v>2</c:v>
                </c:pt>
                <c:pt idx="28262">
                  <c:v>1</c:v>
                </c:pt>
                <c:pt idx="28263">
                  <c:v>1</c:v>
                </c:pt>
                <c:pt idx="28264">
                  <c:v>2</c:v>
                </c:pt>
                <c:pt idx="28265">
                  <c:v>2</c:v>
                </c:pt>
                <c:pt idx="28266">
                  <c:v>2</c:v>
                </c:pt>
                <c:pt idx="28267">
                  <c:v>2</c:v>
                </c:pt>
                <c:pt idx="28268">
                  <c:v>1</c:v>
                </c:pt>
                <c:pt idx="28269">
                  <c:v>3</c:v>
                </c:pt>
                <c:pt idx="28270">
                  <c:v>4</c:v>
                </c:pt>
                <c:pt idx="28271">
                  <c:v>4</c:v>
                </c:pt>
                <c:pt idx="28272">
                  <c:v>4</c:v>
                </c:pt>
                <c:pt idx="28273">
                  <c:v>4</c:v>
                </c:pt>
                <c:pt idx="28274">
                  <c:v>2</c:v>
                </c:pt>
                <c:pt idx="28275">
                  <c:v>3</c:v>
                </c:pt>
                <c:pt idx="28276">
                  <c:v>4</c:v>
                </c:pt>
                <c:pt idx="28277">
                  <c:v>2</c:v>
                </c:pt>
                <c:pt idx="28278">
                  <c:v>4</c:v>
                </c:pt>
                <c:pt idx="28279">
                  <c:v>4</c:v>
                </c:pt>
                <c:pt idx="28280">
                  <c:v>2</c:v>
                </c:pt>
                <c:pt idx="28281">
                  <c:v>3</c:v>
                </c:pt>
                <c:pt idx="28282">
                  <c:v>6</c:v>
                </c:pt>
                <c:pt idx="28283">
                  <c:v>3</c:v>
                </c:pt>
                <c:pt idx="28284">
                  <c:v>4</c:v>
                </c:pt>
                <c:pt idx="28285">
                  <c:v>1</c:v>
                </c:pt>
                <c:pt idx="28286">
                  <c:v>6</c:v>
                </c:pt>
                <c:pt idx="28287">
                  <c:v>3</c:v>
                </c:pt>
                <c:pt idx="28288">
                  <c:v>4</c:v>
                </c:pt>
                <c:pt idx="28289">
                  <c:v>2</c:v>
                </c:pt>
                <c:pt idx="28290">
                  <c:v>1</c:v>
                </c:pt>
                <c:pt idx="28291">
                  <c:v>4</c:v>
                </c:pt>
                <c:pt idx="28292">
                  <c:v>3</c:v>
                </c:pt>
                <c:pt idx="28293">
                  <c:v>3</c:v>
                </c:pt>
                <c:pt idx="28294">
                  <c:v>2</c:v>
                </c:pt>
                <c:pt idx="28295">
                  <c:v>4</c:v>
                </c:pt>
                <c:pt idx="28296">
                  <c:v>4</c:v>
                </c:pt>
                <c:pt idx="28297">
                  <c:v>3</c:v>
                </c:pt>
                <c:pt idx="28298">
                  <c:v>2</c:v>
                </c:pt>
                <c:pt idx="28299">
                  <c:v>4</c:v>
                </c:pt>
                <c:pt idx="28300">
                  <c:v>3</c:v>
                </c:pt>
                <c:pt idx="28301">
                  <c:v>2</c:v>
                </c:pt>
                <c:pt idx="28302">
                  <c:v>2</c:v>
                </c:pt>
                <c:pt idx="28303">
                  <c:v>2</c:v>
                </c:pt>
                <c:pt idx="28304">
                  <c:v>1</c:v>
                </c:pt>
                <c:pt idx="28305">
                  <c:v>3</c:v>
                </c:pt>
                <c:pt idx="28306">
                  <c:v>1</c:v>
                </c:pt>
                <c:pt idx="28307">
                  <c:v>2</c:v>
                </c:pt>
                <c:pt idx="28308">
                  <c:v>1</c:v>
                </c:pt>
                <c:pt idx="28309">
                  <c:v>1</c:v>
                </c:pt>
                <c:pt idx="28310">
                  <c:v>5</c:v>
                </c:pt>
                <c:pt idx="28311">
                  <c:v>3</c:v>
                </c:pt>
                <c:pt idx="28312">
                  <c:v>4</c:v>
                </c:pt>
                <c:pt idx="28313">
                  <c:v>5</c:v>
                </c:pt>
                <c:pt idx="28314">
                  <c:v>3</c:v>
                </c:pt>
                <c:pt idx="28315">
                  <c:v>6</c:v>
                </c:pt>
                <c:pt idx="28316">
                  <c:v>6</c:v>
                </c:pt>
                <c:pt idx="28317">
                  <c:v>4</c:v>
                </c:pt>
                <c:pt idx="28318">
                  <c:v>4</c:v>
                </c:pt>
                <c:pt idx="28319">
                  <c:v>1</c:v>
                </c:pt>
                <c:pt idx="28320">
                  <c:v>4</c:v>
                </c:pt>
                <c:pt idx="28321">
                  <c:v>2</c:v>
                </c:pt>
                <c:pt idx="28322">
                  <c:v>1</c:v>
                </c:pt>
                <c:pt idx="28323">
                  <c:v>1</c:v>
                </c:pt>
                <c:pt idx="28324">
                  <c:v>1</c:v>
                </c:pt>
                <c:pt idx="28325">
                  <c:v>1</c:v>
                </c:pt>
                <c:pt idx="28326">
                  <c:v>1</c:v>
                </c:pt>
                <c:pt idx="28327">
                  <c:v>1</c:v>
                </c:pt>
                <c:pt idx="28328">
                  <c:v>1</c:v>
                </c:pt>
                <c:pt idx="28329">
                  <c:v>7</c:v>
                </c:pt>
                <c:pt idx="28330">
                  <c:v>8</c:v>
                </c:pt>
                <c:pt idx="28331">
                  <c:v>1</c:v>
                </c:pt>
                <c:pt idx="28332">
                  <c:v>2</c:v>
                </c:pt>
                <c:pt idx="28333">
                  <c:v>1</c:v>
                </c:pt>
                <c:pt idx="28334">
                  <c:v>1</c:v>
                </c:pt>
                <c:pt idx="28335">
                  <c:v>1</c:v>
                </c:pt>
                <c:pt idx="28336">
                  <c:v>3</c:v>
                </c:pt>
                <c:pt idx="28337">
                  <c:v>1</c:v>
                </c:pt>
                <c:pt idx="28338">
                  <c:v>1</c:v>
                </c:pt>
                <c:pt idx="28339">
                  <c:v>1</c:v>
                </c:pt>
                <c:pt idx="28340">
                  <c:v>1</c:v>
                </c:pt>
                <c:pt idx="28341">
                  <c:v>2</c:v>
                </c:pt>
                <c:pt idx="28342">
                  <c:v>2</c:v>
                </c:pt>
                <c:pt idx="28343">
                  <c:v>5</c:v>
                </c:pt>
                <c:pt idx="28344">
                  <c:v>5</c:v>
                </c:pt>
                <c:pt idx="28345">
                  <c:v>5</c:v>
                </c:pt>
                <c:pt idx="28346">
                  <c:v>5</c:v>
                </c:pt>
                <c:pt idx="28347">
                  <c:v>3</c:v>
                </c:pt>
                <c:pt idx="28348">
                  <c:v>3</c:v>
                </c:pt>
                <c:pt idx="28349">
                  <c:v>4</c:v>
                </c:pt>
                <c:pt idx="28350">
                  <c:v>5</c:v>
                </c:pt>
                <c:pt idx="28351">
                  <c:v>4</c:v>
                </c:pt>
                <c:pt idx="28352">
                  <c:v>3</c:v>
                </c:pt>
                <c:pt idx="28353">
                  <c:v>4</c:v>
                </c:pt>
                <c:pt idx="28354">
                  <c:v>4</c:v>
                </c:pt>
                <c:pt idx="28355">
                  <c:v>3</c:v>
                </c:pt>
                <c:pt idx="28356">
                  <c:v>4</c:v>
                </c:pt>
                <c:pt idx="28357">
                  <c:v>5</c:v>
                </c:pt>
                <c:pt idx="28358">
                  <c:v>5</c:v>
                </c:pt>
                <c:pt idx="28359">
                  <c:v>3</c:v>
                </c:pt>
                <c:pt idx="28360">
                  <c:v>5</c:v>
                </c:pt>
                <c:pt idx="28361">
                  <c:v>4</c:v>
                </c:pt>
                <c:pt idx="28362">
                  <c:v>4</c:v>
                </c:pt>
                <c:pt idx="28363">
                  <c:v>4</c:v>
                </c:pt>
                <c:pt idx="28364">
                  <c:v>3</c:v>
                </c:pt>
                <c:pt idx="28365">
                  <c:v>5</c:v>
                </c:pt>
                <c:pt idx="28366">
                  <c:v>3</c:v>
                </c:pt>
                <c:pt idx="28367">
                  <c:v>2</c:v>
                </c:pt>
                <c:pt idx="28368">
                  <c:v>5</c:v>
                </c:pt>
                <c:pt idx="28369">
                  <c:v>2</c:v>
                </c:pt>
                <c:pt idx="28370">
                  <c:v>2</c:v>
                </c:pt>
                <c:pt idx="28371">
                  <c:v>5</c:v>
                </c:pt>
                <c:pt idx="28372">
                  <c:v>4</c:v>
                </c:pt>
                <c:pt idx="28373">
                  <c:v>5</c:v>
                </c:pt>
                <c:pt idx="28374">
                  <c:v>2</c:v>
                </c:pt>
                <c:pt idx="28375">
                  <c:v>3</c:v>
                </c:pt>
                <c:pt idx="28376">
                  <c:v>3</c:v>
                </c:pt>
                <c:pt idx="28377">
                  <c:v>1</c:v>
                </c:pt>
                <c:pt idx="28378">
                  <c:v>3</c:v>
                </c:pt>
                <c:pt idx="28379">
                  <c:v>3</c:v>
                </c:pt>
                <c:pt idx="28380">
                  <c:v>5</c:v>
                </c:pt>
                <c:pt idx="28381">
                  <c:v>3</c:v>
                </c:pt>
                <c:pt idx="28382">
                  <c:v>1</c:v>
                </c:pt>
                <c:pt idx="28383">
                  <c:v>2</c:v>
                </c:pt>
                <c:pt idx="28384">
                  <c:v>3</c:v>
                </c:pt>
                <c:pt idx="28385">
                  <c:v>2</c:v>
                </c:pt>
                <c:pt idx="28386">
                  <c:v>6</c:v>
                </c:pt>
                <c:pt idx="28387">
                  <c:v>2</c:v>
                </c:pt>
                <c:pt idx="28388">
                  <c:v>1</c:v>
                </c:pt>
                <c:pt idx="28389">
                  <c:v>2</c:v>
                </c:pt>
                <c:pt idx="28390">
                  <c:v>2</c:v>
                </c:pt>
                <c:pt idx="28391">
                  <c:v>1</c:v>
                </c:pt>
                <c:pt idx="28392">
                  <c:v>6</c:v>
                </c:pt>
                <c:pt idx="28393">
                  <c:v>4</c:v>
                </c:pt>
                <c:pt idx="28394">
                  <c:v>3</c:v>
                </c:pt>
                <c:pt idx="28395">
                  <c:v>5</c:v>
                </c:pt>
                <c:pt idx="28396">
                  <c:v>1</c:v>
                </c:pt>
                <c:pt idx="28397">
                  <c:v>2</c:v>
                </c:pt>
                <c:pt idx="28398">
                  <c:v>2</c:v>
                </c:pt>
                <c:pt idx="28399">
                  <c:v>3</c:v>
                </c:pt>
                <c:pt idx="28400">
                  <c:v>1</c:v>
                </c:pt>
                <c:pt idx="28401">
                  <c:v>2</c:v>
                </c:pt>
                <c:pt idx="28402">
                  <c:v>2</c:v>
                </c:pt>
                <c:pt idx="28403">
                  <c:v>2</c:v>
                </c:pt>
                <c:pt idx="28404">
                  <c:v>2</c:v>
                </c:pt>
                <c:pt idx="28405">
                  <c:v>3</c:v>
                </c:pt>
                <c:pt idx="28406">
                  <c:v>3</c:v>
                </c:pt>
                <c:pt idx="28407">
                  <c:v>3</c:v>
                </c:pt>
                <c:pt idx="28408">
                  <c:v>2</c:v>
                </c:pt>
                <c:pt idx="28409">
                  <c:v>2</c:v>
                </c:pt>
                <c:pt idx="28410">
                  <c:v>2</c:v>
                </c:pt>
                <c:pt idx="28411">
                  <c:v>2</c:v>
                </c:pt>
                <c:pt idx="28412">
                  <c:v>3</c:v>
                </c:pt>
                <c:pt idx="28413">
                  <c:v>2</c:v>
                </c:pt>
                <c:pt idx="28414">
                  <c:v>4</c:v>
                </c:pt>
                <c:pt idx="28415">
                  <c:v>2</c:v>
                </c:pt>
                <c:pt idx="28416">
                  <c:v>1</c:v>
                </c:pt>
                <c:pt idx="28417">
                  <c:v>2</c:v>
                </c:pt>
                <c:pt idx="28418">
                  <c:v>2</c:v>
                </c:pt>
                <c:pt idx="28419">
                  <c:v>2</c:v>
                </c:pt>
                <c:pt idx="28420">
                  <c:v>3</c:v>
                </c:pt>
                <c:pt idx="28421">
                  <c:v>3</c:v>
                </c:pt>
                <c:pt idx="28422">
                  <c:v>2</c:v>
                </c:pt>
                <c:pt idx="28423">
                  <c:v>1</c:v>
                </c:pt>
                <c:pt idx="28424">
                  <c:v>4</c:v>
                </c:pt>
                <c:pt idx="28425">
                  <c:v>4</c:v>
                </c:pt>
                <c:pt idx="28426">
                  <c:v>1</c:v>
                </c:pt>
                <c:pt idx="28427">
                  <c:v>2</c:v>
                </c:pt>
                <c:pt idx="28428">
                  <c:v>2</c:v>
                </c:pt>
                <c:pt idx="28429">
                  <c:v>2</c:v>
                </c:pt>
                <c:pt idx="28430">
                  <c:v>2</c:v>
                </c:pt>
                <c:pt idx="28431">
                  <c:v>2</c:v>
                </c:pt>
                <c:pt idx="28432">
                  <c:v>4</c:v>
                </c:pt>
                <c:pt idx="28433">
                  <c:v>2</c:v>
                </c:pt>
                <c:pt idx="28434">
                  <c:v>2</c:v>
                </c:pt>
                <c:pt idx="28435">
                  <c:v>3</c:v>
                </c:pt>
                <c:pt idx="28436">
                  <c:v>2</c:v>
                </c:pt>
                <c:pt idx="28437">
                  <c:v>2</c:v>
                </c:pt>
                <c:pt idx="28438">
                  <c:v>2</c:v>
                </c:pt>
                <c:pt idx="28439">
                  <c:v>4</c:v>
                </c:pt>
                <c:pt idx="28440">
                  <c:v>9</c:v>
                </c:pt>
                <c:pt idx="28441">
                  <c:v>3</c:v>
                </c:pt>
                <c:pt idx="28442">
                  <c:v>3</c:v>
                </c:pt>
                <c:pt idx="28443">
                  <c:v>4</c:v>
                </c:pt>
                <c:pt idx="28444">
                  <c:v>6</c:v>
                </c:pt>
                <c:pt idx="28445">
                  <c:v>4</c:v>
                </c:pt>
                <c:pt idx="28446">
                  <c:v>11</c:v>
                </c:pt>
                <c:pt idx="28447">
                  <c:v>4</c:v>
                </c:pt>
                <c:pt idx="28448">
                  <c:v>4</c:v>
                </c:pt>
                <c:pt idx="28449">
                  <c:v>13</c:v>
                </c:pt>
                <c:pt idx="28450">
                  <c:v>1</c:v>
                </c:pt>
                <c:pt idx="28451">
                  <c:v>2</c:v>
                </c:pt>
                <c:pt idx="28452">
                  <c:v>2</c:v>
                </c:pt>
                <c:pt idx="28453">
                  <c:v>1</c:v>
                </c:pt>
                <c:pt idx="28454">
                  <c:v>2</c:v>
                </c:pt>
                <c:pt idx="28455">
                  <c:v>2</c:v>
                </c:pt>
                <c:pt idx="28456">
                  <c:v>2</c:v>
                </c:pt>
                <c:pt idx="28457">
                  <c:v>3</c:v>
                </c:pt>
                <c:pt idx="28458">
                  <c:v>6</c:v>
                </c:pt>
                <c:pt idx="28459">
                  <c:v>4</c:v>
                </c:pt>
                <c:pt idx="28460">
                  <c:v>2</c:v>
                </c:pt>
                <c:pt idx="28461">
                  <c:v>4</c:v>
                </c:pt>
                <c:pt idx="28462">
                  <c:v>6</c:v>
                </c:pt>
                <c:pt idx="28463">
                  <c:v>7</c:v>
                </c:pt>
                <c:pt idx="28464">
                  <c:v>9</c:v>
                </c:pt>
                <c:pt idx="28465">
                  <c:v>3</c:v>
                </c:pt>
                <c:pt idx="28466">
                  <c:v>2</c:v>
                </c:pt>
                <c:pt idx="28467">
                  <c:v>2</c:v>
                </c:pt>
                <c:pt idx="28468">
                  <c:v>2</c:v>
                </c:pt>
                <c:pt idx="28469">
                  <c:v>2</c:v>
                </c:pt>
                <c:pt idx="28470">
                  <c:v>2</c:v>
                </c:pt>
                <c:pt idx="28471">
                  <c:v>2</c:v>
                </c:pt>
                <c:pt idx="28472">
                  <c:v>5</c:v>
                </c:pt>
                <c:pt idx="28473">
                  <c:v>2</c:v>
                </c:pt>
                <c:pt idx="28474">
                  <c:v>2</c:v>
                </c:pt>
                <c:pt idx="28475">
                  <c:v>3</c:v>
                </c:pt>
                <c:pt idx="28476">
                  <c:v>2</c:v>
                </c:pt>
                <c:pt idx="28477">
                  <c:v>1</c:v>
                </c:pt>
                <c:pt idx="28478">
                  <c:v>1</c:v>
                </c:pt>
                <c:pt idx="28479">
                  <c:v>2</c:v>
                </c:pt>
                <c:pt idx="28480">
                  <c:v>1</c:v>
                </c:pt>
                <c:pt idx="28481">
                  <c:v>2</c:v>
                </c:pt>
                <c:pt idx="28482">
                  <c:v>4</c:v>
                </c:pt>
                <c:pt idx="28483">
                  <c:v>2</c:v>
                </c:pt>
                <c:pt idx="28484">
                  <c:v>4</c:v>
                </c:pt>
                <c:pt idx="28485">
                  <c:v>3</c:v>
                </c:pt>
                <c:pt idx="28486">
                  <c:v>3</c:v>
                </c:pt>
                <c:pt idx="28487">
                  <c:v>5</c:v>
                </c:pt>
                <c:pt idx="28488">
                  <c:v>4</c:v>
                </c:pt>
                <c:pt idx="28489">
                  <c:v>2</c:v>
                </c:pt>
                <c:pt idx="28490">
                  <c:v>6</c:v>
                </c:pt>
                <c:pt idx="28491">
                  <c:v>4</c:v>
                </c:pt>
                <c:pt idx="28492">
                  <c:v>4</c:v>
                </c:pt>
                <c:pt idx="28493">
                  <c:v>3</c:v>
                </c:pt>
                <c:pt idx="28494">
                  <c:v>5</c:v>
                </c:pt>
                <c:pt idx="28495">
                  <c:v>4</c:v>
                </c:pt>
                <c:pt idx="28496">
                  <c:v>5</c:v>
                </c:pt>
                <c:pt idx="28497">
                  <c:v>2</c:v>
                </c:pt>
                <c:pt idx="28498">
                  <c:v>1</c:v>
                </c:pt>
                <c:pt idx="28499">
                  <c:v>3</c:v>
                </c:pt>
                <c:pt idx="28500">
                  <c:v>3</c:v>
                </c:pt>
                <c:pt idx="28501">
                  <c:v>5</c:v>
                </c:pt>
                <c:pt idx="28502">
                  <c:v>3</c:v>
                </c:pt>
                <c:pt idx="28503">
                  <c:v>1</c:v>
                </c:pt>
                <c:pt idx="28504">
                  <c:v>8</c:v>
                </c:pt>
                <c:pt idx="28505">
                  <c:v>2</c:v>
                </c:pt>
                <c:pt idx="28506">
                  <c:v>1</c:v>
                </c:pt>
                <c:pt idx="28507">
                  <c:v>1</c:v>
                </c:pt>
                <c:pt idx="28508">
                  <c:v>2</c:v>
                </c:pt>
                <c:pt idx="28509">
                  <c:v>2</c:v>
                </c:pt>
                <c:pt idx="28510">
                  <c:v>3</c:v>
                </c:pt>
                <c:pt idx="28511">
                  <c:v>2</c:v>
                </c:pt>
                <c:pt idx="28512">
                  <c:v>1</c:v>
                </c:pt>
                <c:pt idx="28513">
                  <c:v>4</c:v>
                </c:pt>
                <c:pt idx="28514">
                  <c:v>3</c:v>
                </c:pt>
                <c:pt idx="28515">
                  <c:v>3</c:v>
                </c:pt>
                <c:pt idx="28516">
                  <c:v>2</c:v>
                </c:pt>
                <c:pt idx="28517">
                  <c:v>2</c:v>
                </c:pt>
                <c:pt idx="28518">
                  <c:v>1</c:v>
                </c:pt>
                <c:pt idx="28519">
                  <c:v>1</c:v>
                </c:pt>
                <c:pt idx="28520">
                  <c:v>3</c:v>
                </c:pt>
                <c:pt idx="28521">
                  <c:v>4</c:v>
                </c:pt>
                <c:pt idx="28522">
                  <c:v>5</c:v>
                </c:pt>
                <c:pt idx="28523">
                  <c:v>3</c:v>
                </c:pt>
                <c:pt idx="28524">
                  <c:v>2</c:v>
                </c:pt>
                <c:pt idx="28525">
                  <c:v>3</c:v>
                </c:pt>
                <c:pt idx="28526">
                  <c:v>2</c:v>
                </c:pt>
                <c:pt idx="28527">
                  <c:v>2</c:v>
                </c:pt>
                <c:pt idx="28528">
                  <c:v>2</c:v>
                </c:pt>
                <c:pt idx="28529">
                  <c:v>2</c:v>
                </c:pt>
                <c:pt idx="28530">
                  <c:v>3</c:v>
                </c:pt>
                <c:pt idx="28531">
                  <c:v>3</c:v>
                </c:pt>
                <c:pt idx="28532">
                  <c:v>2</c:v>
                </c:pt>
                <c:pt idx="28533">
                  <c:v>2</c:v>
                </c:pt>
                <c:pt idx="28534">
                  <c:v>2</c:v>
                </c:pt>
                <c:pt idx="28535">
                  <c:v>2</c:v>
                </c:pt>
                <c:pt idx="28536">
                  <c:v>2</c:v>
                </c:pt>
                <c:pt idx="28537">
                  <c:v>2</c:v>
                </c:pt>
                <c:pt idx="28538">
                  <c:v>2</c:v>
                </c:pt>
                <c:pt idx="28539">
                  <c:v>2</c:v>
                </c:pt>
                <c:pt idx="28540">
                  <c:v>3</c:v>
                </c:pt>
                <c:pt idx="28541">
                  <c:v>2</c:v>
                </c:pt>
                <c:pt idx="28542">
                  <c:v>2</c:v>
                </c:pt>
                <c:pt idx="28543">
                  <c:v>1</c:v>
                </c:pt>
                <c:pt idx="28544">
                  <c:v>2</c:v>
                </c:pt>
                <c:pt idx="28545">
                  <c:v>3</c:v>
                </c:pt>
                <c:pt idx="28546">
                  <c:v>2</c:v>
                </c:pt>
                <c:pt idx="28547">
                  <c:v>1</c:v>
                </c:pt>
                <c:pt idx="28548">
                  <c:v>3</c:v>
                </c:pt>
                <c:pt idx="28549">
                  <c:v>3</c:v>
                </c:pt>
                <c:pt idx="28550">
                  <c:v>3</c:v>
                </c:pt>
                <c:pt idx="28551">
                  <c:v>2</c:v>
                </c:pt>
                <c:pt idx="28552">
                  <c:v>2</c:v>
                </c:pt>
                <c:pt idx="28553">
                  <c:v>3</c:v>
                </c:pt>
                <c:pt idx="28554">
                  <c:v>1</c:v>
                </c:pt>
                <c:pt idx="28555">
                  <c:v>2</c:v>
                </c:pt>
                <c:pt idx="28556">
                  <c:v>2</c:v>
                </c:pt>
                <c:pt idx="28557">
                  <c:v>2</c:v>
                </c:pt>
                <c:pt idx="28558">
                  <c:v>1</c:v>
                </c:pt>
                <c:pt idx="28559">
                  <c:v>2</c:v>
                </c:pt>
                <c:pt idx="28560">
                  <c:v>2</c:v>
                </c:pt>
                <c:pt idx="28561">
                  <c:v>2</c:v>
                </c:pt>
                <c:pt idx="28562">
                  <c:v>1</c:v>
                </c:pt>
                <c:pt idx="28563">
                  <c:v>1</c:v>
                </c:pt>
                <c:pt idx="28564">
                  <c:v>1</c:v>
                </c:pt>
                <c:pt idx="28565">
                  <c:v>1</c:v>
                </c:pt>
                <c:pt idx="28566">
                  <c:v>3</c:v>
                </c:pt>
                <c:pt idx="28567">
                  <c:v>1</c:v>
                </c:pt>
                <c:pt idx="28568">
                  <c:v>1</c:v>
                </c:pt>
                <c:pt idx="28569">
                  <c:v>1</c:v>
                </c:pt>
                <c:pt idx="28570">
                  <c:v>1</c:v>
                </c:pt>
                <c:pt idx="28571">
                  <c:v>3</c:v>
                </c:pt>
                <c:pt idx="28572">
                  <c:v>2</c:v>
                </c:pt>
                <c:pt idx="28573">
                  <c:v>2</c:v>
                </c:pt>
                <c:pt idx="28574">
                  <c:v>3</c:v>
                </c:pt>
                <c:pt idx="28575">
                  <c:v>2</c:v>
                </c:pt>
                <c:pt idx="28576">
                  <c:v>2</c:v>
                </c:pt>
                <c:pt idx="28577">
                  <c:v>4</c:v>
                </c:pt>
                <c:pt idx="28578">
                  <c:v>2</c:v>
                </c:pt>
                <c:pt idx="28579">
                  <c:v>2</c:v>
                </c:pt>
                <c:pt idx="28580">
                  <c:v>4</c:v>
                </c:pt>
                <c:pt idx="28581">
                  <c:v>1</c:v>
                </c:pt>
                <c:pt idx="28582">
                  <c:v>3</c:v>
                </c:pt>
                <c:pt idx="28583">
                  <c:v>4</c:v>
                </c:pt>
                <c:pt idx="28584">
                  <c:v>2</c:v>
                </c:pt>
                <c:pt idx="28585">
                  <c:v>1</c:v>
                </c:pt>
                <c:pt idx="28586">
                  <c:v>2</c:v>
                </c:pt>
                <c:pt idx="28587">
                  <c:v>1</c:v>
                </c:pt>
                <c:pt idx="28588">
                  <c:v>1</c:v>
                </c:pt>
                <c:pt idx="28589">
                  <c:v>2</c:v>
                </c:pt>
                <c:pt idx="28590">
                  <c:v>0</c:v>
                </c:pt>
                <c:pt idx="28591">
                  <c:v>2</c:v>
                </c:pt>
                <c:pt idx="28592">
                  <c:v>1</c:v>
                </c:pt>
                <c:pt idx="28593">
                  <c:v>2</c:v>
                </c:pt>
                <c:pt idx="28594">
                  <c:v>2</c:v>
                </c:pt>
                <c:pt idx="28595">
                  <c:v>2</c:v>
                </c:pt>
                <c:pt idx="28596">
                  <c:v>2</c:v>
                </c:pt>
                <c:pt idx="28597">
                  <c:v>1</c:v>
                </c:pt>
                <c:pt idx="28598">
                  <c:v>1</c:v>
                </c:pt>
                <c:pt idx="28599">
                  <c:v>3</c:v>
                </c:pt>
                <c:pt idx="28600">
                  <c:v>3</c:v>
                </c:pt>
                <c:pt idx="28601">
                  <c:v>3</c:v>
                </c:pt>
                <c:pt idx="28602">
                  <c:v>3</c:v>
                </c:pt>
                <c:pt idx="28603">
                  <c:v>4</c:v>
                </c:pt>
                <c:pt idx="28604">
                  <c:v>5</c:v>
                </c:pt>
                <c:pt idx="28605">
                  <c:v>6</c:v>
                </c:pt>
                <c:pt idx="28606">
                  <c:v>4</c:v>
                </c:pt>
                <c:pt idx="28607">
                  <c:v>2</c:v>
                </c:pt>
                <c:pt idx="28608">
                  <c:v>3</c:v>
                </c:pt>
                <c:pt idx="28609">
                  <c:v>4</c:v>
                </c:pt>
                <c:pt idx="28610">
                  <c:v>3</c:v>
                </c:pt>
                <c:pt idx="28611">
                  <c:v>2</c:v>
                </c:pt>
                <c:pt idx="28612">
                  <c:v>2</c:v>
                </c:pt>
                <c:pt idx="28613">
                  <c:v>1</c:v>
                </c:pt>
                <c:pt idx="28614">
                  <c:v>1</c:v>
                </c:pt>
                <c:pt idx="28615">
                  <c:v>1</c:v>
                </c:pt>
                <c:pt idx="28616">
                  <c:v>2</c:v>
                </c:pt>
                <c:pt idx="28617">
                  <c:v>2</c:v>
                </c:pt>
                <c:pt idx="28618">
                  <c:v>1</c:v>
                </c:pt>
                <c:pt idx="28619">
                  <c:v>2</c:v>
                </c:pt>
                <c:pt idx="28620">
                  <c:v>2</c:v>
                </c:pt>
                <c:pt idx="28621">
                  <c:v>2</c:v>
                </c:pt>
                <c:pt idx="28622">
                  <c:v>2</c:v>
                </c:pt>
                <c:pt idx="28623">
                  <c:v>2</c:v>
                </c:pt>
                <c:pt idx="28624">
                  <c:v>2</c:v>
                </c:pt>
                <c:pt idx="28625">
                  <c:v>2</c:v>
                </c:pt>
                <c:pt idx="28626">
                  <c:v>2</c:v>
                </c:pt>
                <c:pt idx="28627">
                  <c:v>2</c:v>
                </c:pt>
                <c:pt idx="28628">
                  <c:v>2</c:v>
                </c:pt>
                <c:pt idx="28629">
                  <c:v>3</c:v>
                </c:pt>
                <c:pt idx="28630">
                  <c:v>2</c:v>
                </c:pt>
                <c:pt idx="28631">
                  <c:v>1</c:v>
                </c:pt>
                <c:pt idx="28632">
                  <c:v>4</c:v>
                </c:pt>
                <c:pt idx="28633">
                  <c:v>2</c:v>
                </c:pt>
                <c:pt idx="28634">
                  <c:v>1</c:v>
                </c:pt>
                <c:pt idx="28635">
                  <c:v>2</c:v>
                </c:pt>
                <c:pt idx="28636">
                  <c:v>3</c:v>
                </c:pt>
                <c:pt idx="28637">
                  <c:v>2</c:v>
                </c:pt>
                <c:pt idx="28638">
                  <c:v>2</c:v>
                </c:pt>
                <c:pt idx="28639">
                  <c:v>2</c:v>
                </c:pt>
                <c:pt idx="28640">
                  <c:v>2</c:v>
                </c:pt>
                <c:pt idx="28641">
                  <c:v>2</c:v>
                </c:pt>
                <c:pt idx="28642">
                  <c:v>5</c:v>
                </c:pt>
                <c:pt idx="28643">
                  <c:v>5</c:v>
                </c:pt>
                <c:pt idx="28644">
                  <c:v>17</c:v>
                </c:pt>
                <c:pt idx="28645">
                  <c:v>5</c:v>
                </c:pt>
                <c:pt idx="28646">
                  <c:v>3</c:v>
                </c:pt>
                <c:pt idx="28647">
                  <c:v>12</c:v>
                </c:pt>
                <c:pt idx="28648">
                  <c:v>10</c:v>
                </c:pt>
                <c:pt idx="28649">
                  <c:v>16</c:v>
                </c:pt>
                <c:pt idx="28650">
                  <c:v>5</c:v>
                </c:pt>
                <c:pt idx="28651">
                  <c:v>9</c:v>
                </c:pt>
                <c:pt idx="28652">
                  <c:v>12</c:v>
                </c:pt>
                <c:pt idx="28653">
                  <c:v>10</c:v>
                </c:pt>
                <c:pt idx="28654">
                  <c:v>10</c:v>
                </c:pt>
                <c:pt idx="28655">
                  <c:v>9</c:v>
                </c:pt>
                <c:pt idx="28656">
                  <c:v>4</c:v>
                </c:pt>
                <c:pt idx="28657">
                  <c:v>2</c:v>
                </c:pt>
                <c:pt idx="28658">
                  <c:v>2</c:v>
                </c:pt>
                <c:pt idx="28659">
                  <c:v>1</c:v>
                </c:pt>
                <c:pt idx="28660">
                  <c:v>3</c:v>
                </c:pt>
                <c:pt idx="28661">
                  <c:v>1</c:v>
                </c:pt>
                <c:pt idx="28662">
                  <c:v>1</c:v>
                </c:pt>
                <c:pt idx="28663">
                  <c:v>1</c:v>
                </c:pt>
                <c:pt idx="28664">
                  <c:v>2</c:v>
                </c:pt>
                <c:pt idx="28665">
                  <c:v>1</c:v>
                </c:pt>
                <c:pt idx="28666">
                  <c:v>3</c:v>
                </c:pt>
                <c:pt idx="28667">
                  <c:v>3</c:v>
                </c:pt>
                <c:pt idx="28668">
                  <c:v>1</c:v>
                </c:pt>
                <c:pt idx="28669">
                  <c:v>5</c:v>
                </c:pt>
                <c:pt idx="28670">
                  <c:v>2</c:v>
                </c:pt>
                <c:pt idx="28671">
                  <c:v>1</c:v>
                </c:pt>
                <c:pt idx="28672">
                  <c:v>-1</c:v>
                </c:pt>
                <c:pt idx="28673">
                  <c:v>4</c:v>
                </c:pt>
                <c:pt idx="28674">
                  <c:v>1</c:v>
                </c:pt>
                <c:pt idx="28675">
                  <c:v>2</c:v>
                </c:pt>
                <c:pt idx="28676">
                  <c:v>4</c:v>
                </c:pt>
                <c:pt idx="28677">
                  <c:v>2</c:v>
                </c:pt>
                <c:pt idx="28678">
                  <c:v>5</c:v>
                </c:pt>
                <c:pt idx="28679">
                  <c:v>2</c:v>
                </c:pt>
                <c:pt idx="28680">
                  <c:v>2</c:v>
                </c:pt>
                <c:pt idx="28681">
                  <c:v>3</c:v>
                </c:pt>
                <c:pt idx="28682">
                  <c:v>4</c:v>
                </c:pt>
                <c:pt idx="28683">
                  <c:v>1</c:v>
                </c:pt>
                <c:pt idx="28684">
                  <c:v>2</c:v>
                </c:pt>
                <c:pt idx="28685">
                  <c:v>3</c:v>
                </c:pt>
                <c:pt idx="28686">
                  <c:v>2</c:v>
                </c:pt>
                <c:pt idx="28687">
                  <c:v>4</c:v>
                </c:pt>
                <c:pt idx="28688">
                  <c:v>4</c:v>
                </c:pt>
                <c:pt idx="28689">
                  <c:v>6</c:v>
                </c:pt>
                <c:pt idx="28690">
                  <c:v>2</c:v>
                </c:pt>
                <c:pt idx="28691">
                  <c:v>4</c:v>
                </c:pt>
                <c:pt idx="28692">
                  <c:v>8</c:v>
                </c:pt>
                <c:pt idx="28693">
                  <c:v>4</c:v>
                </c:pt>
                <c:pt idx="28694">
                  <c:v>3</c:v>
                </c:pt>
                <c:pt idx="28695">
                  <c:v>3</c:v>
                </c:pt>
                <c:pt idx="28696">
                  <c:v>1</c:v>
                </c:pt>
                <c:pt idx="28697">
                  <c:v>2</c:v>
                </c:pt>
                <c:pt idx="28698">
                  <c:v>12</c:v>
                </c:pt>
                <c:pt idx="28699">
                  <c:v>12</c:v>
                </c:pt>
                <c:pt idx="28700">
                  <c:v>12</c:v>
                </c:pt>
                <c:pt idx="28701">
                  <c:v>6</c:v>
                </c:pt>
                <c:pt idx="28702">
                  <c:v>12</c:v>
                </c:pt>
                <c:pt idx="28703">
                  <c:v>4</c:v>
                </c:pt>
                <c:pt idx="28704">
                  <c:v>12</c:v>
                </c:pt>
                <c:pt idx="28705">
                  <c:v>8</c:v>
                </c:pt>
                <c:pt idx="28706">
                  <c:v>5</c:v>
                </c:pt>
                <c:pt idx="28707">
                  <c:v>7</c:v>
                </c:pt>
                <c:pt idx="28708">
                  <c:v>1</c:v>
                </c:pt>
                <c:pt idx="28709">
                  <c:v>1</c:v>
                </c:pt>
                <c:pt idx="28710">
                  <c:v>2</c:v>
                </c:pt>
                <c:pt idx="28711">
                  <c:v>1</c:v>
                </c:pt>
                <c:pt idx="28712">
                  <c:v>8</c:v>
                </c:pt>
                <c:pt idx="28713">
                  <c:v>2</c:v>
                </c:pt>
                <c:pt idx="28714">
                  <c:v>5</c:v>
                </c:pt>
                <c:pt idx="28715">
                  <c:v>1</c:v>
                </c:pt>
                <c:pt idx="28716">
                  <c:v>1</c:v>
                </c:pt>
                <c:pt idx="28717">
                  <c:v>3</c:v>
                </c:pt>
                <c:pt idx="28718">
                  <c:v>1</c:v>
                </c:pt>
                <c:pt idx="28719">
                  <c:v>1</c:v>
                </c:pt>
                <c:pt idx="28720">
                  <c:v>1</c:v>
                </c:pt>
                <c:pt idx="28721">
                  <c:v>2</c:v>
                </c:pt>
                <c:pt idx="28722">
                  <c:v>3</c:v>
                </c:pt>
                <c:pt idx="28723">
                  <c:v>4</c:v>
                </c:pt>
                <c:pt idx="28724">
                  <c:v>2</c:v>
                </c:pt>
                <c:pt idx="28725">
                  <c:v>3</c:v>
                </c:pt>
                <c:pt idx="28726">
                  <c:v>2</c:v>
                </c:pt>
                <c:pt idx="28727">
                  <c:v>3</c:v>
                </c:pt>
                <c:pt idx="28728">
                  <c:v>1</c:v>
                </c:pt>
                <c:pt idx="28729">
                  <c:v>2</c:v>
                </c:pt>
                <c:pt idx="28730">
                  <c:v>2</c:v>
                </c:pt>
                <c:pt idx="28731">
                  <c:v>2</c:v>
                </c:pt>
                <c:pt idx="28732">
                  <c:v>1</c:v>
                </c:pt>
                <c:pt idx="28733">
                  <c:v>5</c:v>
                </c:pt>
                <c:pt idx="28734">
                  <c:v>4</c:v>
                </c:pt>
                <c:pt idx="28735">
                  <c:v>4</c:v>
                </c:pt>
                <c:pt idx="28736">
                  <c:v>1</c:v>
                </c:pt>
                <c:pt idx="28737">
                  <c:v>4</c:v>
                </c:pt>
                <c:pt idx="28738">
                  <c:v>4</c:v>
                </c:pt>
                <c:pt idx="28739">
                  <c:v>4</c:v>
                </c:pt>
                <c:pt idx="28740">
                  <c:v>4</c:v>
                </c:pt>
                <c:pt idx="28741">
                  <c:v>4</c:v>
                </c:pt>
                <c:pt idx="28742">
                  <c:v>4</c:v>
                </c:pt>
                <c:pt idx="28743">
                  <c:v>4</c:v>
                </c:pt>
                <c:pt idx="28744">
                  <c:v>4</c:v>
                </c:pt>
                <c:pt idx="28745">
                  <c:v>4</c:v>
                </c:pt>
                <c:pt idx="28746">
                  <c:v>4</c:v>
                </c:pt>
                <c:pt idx="28747">
                  <c:v>4</c:v>
                </c:pt>
                <c:pt idx="28748">
                  <c:v>2</c:v>
                </c:pt>
                <c:pt idx="28749">
                  <c:v>4</c:v>
                </c:pt>
                <c:pt idx="28750">
                  <c:v>6</c:v>
                </c:pt>
                <c:pt idx="28751">
                  <c:v>4</c:v>
                </c:pt>
                <c:pt idx="28752">
                  <c:v>4</c:v>
                </c:pt>
                <c:pt idx="28753">
                  <c:v>4</c:v>
                </c:pt>
                <c:pt idx="28754">
                  <c:v>4</c:v>
                </c:pt>
                <c:pt idx="28755">
                  <c:v>4</c:v>
                </c:pt>
                <c:pt idx="28756">
                  <c:v>4</c:v>
                </c:pt>
                <c:pt idx="28757">
                  <c:v>2</c:v>
                </c:pt>
                <c:pt idx="28758">
                  <c:v>2</c:v>
                </c:pt>
                <c:pt idx="28759">
                  <c:v>2</c:v>
                </c:pt>
                <c:pt idx="28760">
                  <c:v>2</c:v>
                </c:pt>
                <c:pt idx="28761">
                  <c:v>2</c:v>
                </c:pt>
                <c:pt idx="28762">
                  <c:v>1</c:v>
                </c:pt>
                <c:pt idx="28763">
                  <c:v>1</c:v>
                </c:pt>
                <c:pt idx="28764">
                  <c:v>1</c:v>
                </c:pt>
                <c:pt idx="28765">
                  <c:v>2</c:v>
                </c:pt>
                <c:pt idx="28766">
                  <c:v>2</c:v>
                </c:pt>
                <c:pt idx="28767">
                  <c:v>2</c:v>
                </c:pt>
                <c:pt idx="28768">
                  <c:v>1</c:v>
                </c:pt>
                <c:pt idx="28769">
                  <c:v>1</c:v>
                </c:pt>
                <c:pt idx="28770">
                  <c:v>2</c:v>
                </c:pt>
                <c:pt idx="28771">
                  <c:v>1</c:v>
                </c:pt>
                <c:pt idx="28772">
                  <c:v>6</c:v>
                </c:pt>
                <c:pt idx="28773">
                  <c:v>2</c:v>
                </c:pt>
                <c:pt idx="28774">
                  <c:v>1</c:v>
                </c:pt>
                <c:pt idx="28775">
                  <c:v>3</c:v>
                </c:pt>
                <c:pt idx="28776">
                  <c:v>1</c:v>
                </c:pt>
                <c:pt idx="28777">
                  <c:v>2</c:v>
                </c:pt>
                <c:pt idx="28778">
                  <c:v>1</c:v>
                </c:pt>
                <c:pt idx="28779">
                  <c:v>1</c:v>
                </c:pt>
                <c:pt idx="28780">
                  <c:v>1</c:v>
                </c:pt>
                <c:pt idx="28781">
                  <c:v>3</c:v>
                </c:pt>
                <c:pt idx="28782">
                  <c:v>2</c:v>
                </c:pt>
                <c:pt idx="28783">
                  <c:v>1</c:v>
                </c:pt>
                <c:pt idx="28784">
                  <c:v>2</c:v>
                </c:pt>
                <c:pt idx="28785">
                  <c:v>1</c:v>
                </c:pt>
                <c:pt idx="28786">
                  <c:v>3</c:v>
                </c:pt>
                <c:pt idx="28787">
                  <c:v>1</c:v>
                </c:pt>
                <c:pt idx="28788">
                  <c:v>2</c:v>
                </c:pt>
                <c:pt idx="28789">
                  <c:v>2</c:v>
                </c:pt>
                <c:pt idx="28790">
                  <c:v>4</c:v>
                </c:pt>
                <c:pt idx="28791">
                  <c:v>1</c:v>
                </c:pt>
                <c:pt idx="28792">
                  <c:v>1</c:v>
                </c:pt>
                <c:pt idx="28793">
                  <c:v>1</c:v>
                </c:pt>
                <c:pt idx="28794">
                  <c:v>2</c:v>
                </c:pt>
                <c:pt idx="28795">
                  <c:v>3</c:v>
                </c:pt>
                <c:pt idx="28796">
                  <c:v>1</c:v>
                </c:pt>
                <c:pt idx="28797">
                  <c:v>1</c:v>
                </c:pt>
                <c:pt idx="28798">
                  <c:v>1</c:v>
                </c:pt>
                <c:pt idx="28799">
                  <c:v>1</c:v>
                </c:pt>
                <c:pt idx="28800">
                  <c:v>3</c:v>
                </c:pt>
                <c:pt idx="28801">
                  <c:v>1</c:v>
                </c:pt>
                <c:pt idx="28802">
                  <c:v>1</c:v>
                </c:pt>
                <c:pt idx="28803">
                  <c:v>3</c:v>
                </c:pt>
                <c:pt idx="28804">
                  <c:v>1</c:v>
                </c:pt>
                <c:pt idx="28805">
                  <c:v>3</c:v>
                </c:pt>
                <c:pt idx="28806">
                  <c:v>2</c:v>
                </c:pt>
                <c:pt idx="28807">
                  <c:v>3</c:v>
                </c:pt>
                <c:pt idx="28808">
                  <c:v>2</c:v>
                </c:pt>
                <c:pt idx="28809">
                  <c:v>2</c:v>
                </c:pt>
                <c:pt idx="28810">
                  <c:v>1</c:v>
                </c:pt>
                <c:pt idx="28811">
                  <c:v>2</c:v>
                </c:pt>
                <c:pt idx="28812">
                  <c:v>3</c:v>
                </c:pt>
                <c:pt idx="28813">
                  <c:v>2</c:v>
                </c:pt>
                <c:pt idx="28814">
                  <c:v>13</c:v>
                </c:pt>
                <c:pt idx="28815">
                  <c:v>1</c:v>
                </c:pt>
                <c:pt idx="28816">
                  <c:v>2</c:v>
                </c:pt>
                <c:pt idx="28817">
                  <c:v>3</c:v>
                </c:pt>
                <c:pt idx="28818">
                  <c:v>5</c:v>
                </c:pt>
                <c:pt idx="28819">
                  <c:v>2</c:v>
                </c:pt>
                <c:pt idx="28820">
                  <c:v>3</c:v>
                </c:pt>
                <c:pt idx="28821">
                  <c:v>2</c:v>
                </c:pt>
                <c:pt idx="28822">
                  <c:v>1</c:v>
                </c:pt>
                <c:pt idx="28823">
                  <c:v>1</c:v>
                </c:pt>
                <c:pt idx="28824">
                  <c:v>1</c:v>
                </c:pt>
                <c:pt idx="28825">
                  <c:v>1</c:v>
                </c:pt>
                <c:pt idx="28826">
                  <c:v>1</c:v>
                </c:pt>
                <c:pt idx="28827">
                  <c:v>1</c:v>
                </c:pt>
                <c:pt idx="28828">
                  <c:v>1</c:v>
                </c:pt>
                <c:pt idx="28829">
                  <c:v>1</c:v>
                </c:pt>
                <c:pt idx="28830">
                  <c:v>1</c:v>
                </c:pt>
                <c:pt idx="28831">
                  <c:v>1</c:v>
                </c:pt>
                <c:pt idx="28832">
                  <c:v>1</c:v>
                </c:pt>
                <c:pt idx="28833">
                  <c:v>1</c:v>
                </c:pt>
                <c:pt idx="28834">
                  <c:v>1</c:v>
                </c:pt>
                <c:pt idx="28835">
                  <c:v>5</c:v>
                </c:pt>
                <c:pt idx="28836">
                  <c:v>4</c:v>
                </c:pt>
                <c:pt idx="28837">
                  <c:v>3</c:v>
                </c:pt>
                <c:pt idx="28838">
                  <c:v>4</c:v>
                </c:pt>
                <c:pt idx="28839">
                  <c:v>3</c:v>
                </c:pt>
                <c:pt idx="28840">
                  <c:v>1</c:v>
                </c:pt>
                <c:pt idx="28841">
                  <c:v>3</c:v>
                </c:pt>
                <c:pt idx="28842">
                  <c:v>3</c:v>
                </c:pt>
                <c:pt idx="28843">
                  <c:v>2</c:v>
                </c:pt>
                <c:pt idx="28844">
                  <c:v>1</c:v>
                </c:pt>
                <c:pt idx="28845">
                  <c:v>2</c:v>
                </c:pt>
                <c:pt idx="28846">
                  <c:v>1</c:v>
                </c:pt>
                <c:pt idx="28847">
                  <c:v>3</c:v>
                </c:pt>
                <c:pt idx="28848">
                  <c:v>2</c:v>
                </c:pt>
                <c:pt idx="28849">
                  <c:v>2</c:v>
                </c:pt>
                <c:pt idx="28850">
                  <c:v>1</c:v>
                </c:pt>
                <c:pt idx="28851">
                  <c:v>3</c:v>
                </c:pt>
                <c:pt idx="28852">
                  <c:v>1</c:v>
                </c:pt>
                <c:pt idx="28853">
                  <c:v>2</c:v>
                </c:pt>
                <c:pt idx="28854">
                  <c:v>2</c:v>
                </c:pt>
                <c:pt idx="28855">
                  <c:v>3</c:v>
                </c:pt>
                <c:pt idx="28856">
                  <c:v>5</c:v>
                </c:pt>
                <c:pt idx="28857">
                  <c:v>4</c:v>
                </c:pt>
                <c:pt idx="28858">
                  <c:v>-7</c:v>
                </c:pt>
                <c:pt idx="28859">
                  <c:v>7</c:v>
                </c:pt>
                <c:pt idx="28860">
                  <c:v>4</c:v>
                </c:pt>
                <c:pt idx="28861">
                  <c:v>2</c:v>
                </c:pt>
                <c:pt idx="28862">
                  <c:v>5</c:v>
                </c:pt>
                <c:pt idx="28863">
                  <c:v>10</c:v>
                </c:pt>
                <c:pt idx="28864">
                  <c:v>5</c:v>
                </c:pt>
                <c:pt idx="28865">
                  <c:v>2</c:v>
                </c:pt>
                <c:pt idx="28866">
                  <c:v>2</c:v>
                </c:pt>
                <c:pt idx="28867">
                  <c:v>1</c:v>
                </c:pt>
                <c:pt idx="28868">
                  <c:v>1</c:v>
                </c:pt>
                <c:pt idx="28869">
                  <c:v>1</c:v>
                </c:pt>
                <c:pt idx="28870">
                  <c:v>1</c:v>
                </c:pt>
                <c:pt idx="28871">
                  <c:v>1</c:v>
                </c:pt>
                <c:pt idx="28872">
                  <c:v>1</c:v>
                </c:pt>
                <c:pt idx="28873">
                  <c:v>2</c:v>
                </c:pt>
                <c:pt idx="28874">
                  <c:v>2</c:v>
                </c:pt>
                <c:pt idx="28875">
                  <c:v>2</c:v>
                </c:pt>
                <c:pt idx="28876">
                  <c:v>1</c:v>
                </c:pt>
                <c:pt idx="28877">
                  <c:v>2</c:v>
                </c:pt>
                <c:pt idx="28878">
                  <c:v>1</c:v>
                </c:pt>
                <c:pt idx="28879">
                  <c:v>4</c:v>
                </c:pt>
                <c:pt idx="28880">
                  <c:v>3</c:v>
                </c:pt>
                <c:pt idx="28881">
                  <c:v>1</c:v>
                </c:pt>
                <c:pt idx="28882">
                  <c:v>3</c:v>
                </c:pt>
                <c:pt idx="28883">
                  <c:v>1</c:v>
                </c:pt>
                <c:pt idx="28884">
                  <c:v>1</c:v>
                </c:pt>
                <c:pt idx="28885">
                  <c:v>1</c:v>
                </c:pt>
                <c:pt idx="28886">
                  <c:v>1</c:v>
                </c:pt>
                <c:pt idx="28887">
                  <c:v>1</c:v>
                </c:pt>
                <c:pt idx="28888">
                  <c:v>2</c:v>
                </c:pt>
                <c:pt idx="28889">
                  <c:v>1</c:v>
                </c:pt>
                <c:pt idx="28890">
                  <c:v>1</c:v>
                </c:pt>
                <c:pt idx="28891">
                  <c:v>2</c:v>
                </c:pt>
                <c:pt idx="28892">
                  <c:v>3</c:v>
                </c:pt>
                <c:pt idx="28893">
                  <c:v>1</c:v>
                </c:pt>
                <c:pt idx="28894">
                  <c:v>2</c:v>
                </c:pt>
                <c:pt idx="28895">
                  <c:v>2</c:v>
                </c:pt>
                <c:pt idx="28896">
                  <c:v>2</c:v>
                </c:pt>
                <c:pt idx="28897">
                  <c:v>2</c:v>
                </c:pt>
                <c:pt idx="28898">
                  <c:v>3</c:v>
                </c:pt>
                <c:pt idx="28899">
                  <c:v>1</c:v>
                </c:pt>
                <c:pt idx="28900">
                  <c:v>1</c:v>
                </c:pt>
                <c:pt idx="28901">
                  <c:v>3</c:v>
                </c:pt>
                <c:pt idx="28902">
                  <c:v>2</c:v>
                </c:pt>
                <c:pt idx="28903">
                  <c:v>3</c:v>
                </c:pt>
                <c:pt idx="28904">
                  <c:v>1</c:v>
                </c:pt>
                <c:pt idx="28905">
                  <c:v>3</c:v>
                </c:pt>
                <c:pt idx="28906">
                  <c:v>3</c:v>
                </c:pt>
                <c:pt idx="28907">
                  <c:v>3</c:v>
                </c:pt>
                <c:pt idx="28908">
                  <c:v>3</c:v>
                </c:pt>
                <c:pt idx="28909">
                  <c:v>3</c:v>
                </c:pt>
                <c:pt idx="28910">
                  <c:v>3</c:v>
                </c:pt>
                <c:pt idx="28911">
                  <c:v>6</c:v>
                </c:pt>
                <c:pt idx="28912">
                  <c:v>6</c:v>
                </c:pt>
                <c:pt idx="28913">
                  <c:v>6</c:v>
                </c:pt>
                <c:pt idx="28914">
                  <c:v>3</c:v>
                </c:pt>
                <c:pt idx="28915">
                  <c:v>6</c:v>
                </c:pt>
                <c:pt idx="28916">
                  <c:v>6</c:v>
                </c:pt>
                <c:pt idx="28917">
                  <c:v>5</c:v>
                </c:pt>
                <c:pt idx="28918">
                  <c:v>5</c:v>
                </c:pt>
                <c:pt idx="28919">
                  <c:v>6</c:v>
                </c:pt>
                <c:pt idx="28920">
                  <c:v>5</c:v>
                </c:pt>
                <c:pt idx="28921">
                  <c:v>6</c:v>
                </c:pt>
                <c:pt idx="28922">
                  <c:v>6</c:v>
                </c:pt>
                <c:pt idx="28923">
                  <c:v>4</c:v>
                </c:pt>
                <c:pt idx="28924">
                  <c:v>4</c:v>
                </c:pt>
                <c:pt idx="28925">
                  <c:v>4</c:v>
                </c:pt>
                <c:pt idx="28926">
                  <c:v>1</c:v>
                </c:pt>
                <c:pt idx="28927">
                  <c:v>10</c:v>
                </c:pt>
                <c:pt idx="28928">
                  <c:v>10</c:v>
                </c:pt>
                <c:pt idx="28929">
                  <c:v>8</c:v>
                </c:pt>
                <c:pt idx="28930">
                  <c:v>8</c:v>
                </c:pt>
                <c:pt idx="28931">
                  <c:v>10</c:v>
                </c:pt>
                <c:pt idx="28932">
                  <c:v>4</c:v>
                </c:pt>
                <c:pt idx="28933">
                  <c:v>5</c:v>
                </c:pt>
                <c:pt idx="28934">
                  <c:v>4</c:v>
                </c:pt>
                <c:pt idx="28935">
                  <c:v>5</c:v>
                </c:pt>
                <c:pt idx="28936">
                  <c:v>1</c:v>
                </c:pt>
                <c:pt idx="28937">
                  <c:v>2</c:v>
                </c:pt>
                <c:pt idx="28938">
                  <c:v>1</c:v>
                </c:pt>
                <c:pt idx="28939">
                  <c:v>1</c:v>
                </c:pt>
                <c:pt idx="28940">
                  <c:v>3</c:v>
                </c:pt>
                <c:pt idx="28941">
                  <c:v>2</c:v>
                </c:pt>
                <c:pt idx="28942">
                  <c:v>4</c:v>
                </c:pt>
                <c:pt idx="28943">
                  <c:v>3</c:v>
                </c:pt>
                <c:pt idx="28944">
                  <c:v>3</c:v>
                </c:pt>
                <c:pt idx="28945">
                  <c:v>2</c:v>
                </c:pt>
                <c:pt idx="28946">
                  <c:v>3</c:v>
                </c:pt>
                <c:pt idx="28947">
                  <c:v>2</c:v>
                </c:pt>
                <c:pt idx="28948">
                  <c:v>4</c:v>
                </c:pt>
                <c:pt idx="28949">
                  <c:v>2</c:v>
                </c:pt>
                <c:pt idx="28950">
                  <c:v>4</c:v>
                </c:pt>
                <c:pt idx="28951">
                  <c:v>2</c:v>
                </c:pt>
                <c:pt idx="28952">
                  <c:v>2</c:v>
                </c:pt>
                <c:pt idx="28953">
                  <c:v>1</c:v>
                </c:pt>
                <c:pt idx="28954">
                  <c:v>3</c:v>
                </c:pt>
                <c:pt idx="28955">
                  <c:v>1</c:v>
                </c:pt>
                <c:pt idx="28956">
                  <c:v>3</c:v>
                </c:pt>
                <c:pt idx="28957">
                  <c:v>1</c:v>
                </c:pt>
                <c:pt idx="28958">
                  <c:v>2</c:v>
                </c:pt>
                <c:pt idx="28959">
                  <c:v>3</c:v>
                </c:pt>
                <c:pt idx="28960">
                  <c:v>3</c:v>
                </c:pt>
                <c:pt idx="28961">
                  <c:v>3</c:v>
                </c:pt>
                <c:pt idx="28962">
                  <c:v>3</c:v>
                </c:pt>
                <c:pt idx="28963">
                  <c:v>2</c:v>
                </c:pt>
                <c:pt idx="28964">
                  <c:v>3</c:v>
                </c:pt>
                <c:pt idx="28965">
                  <c:v>2</c:v>
                </c:pt>
                <c:pt idx="28966">
                  <c:v>1</c:v>
                </c:pt>
                <c:pt idx="28967">
                  <c:v>2</c:v>
                </c:pt>
                <c:pt idx="28968">
                  <c:v>2</c:v>
                </c:pt>
                <c:pt idx="28969">
                  <c:v>4</c:v>
                </c:pt>
                <c:pt idx="28970">
                  <c:v>2</c:v>
                </c:pt>
                <c:pt idx="28971">
                  <c:v>2</c:v>
                </c:pt>
                <c:pt idx="28972">
                  <c:v>4</c:v>
                </c:pt>
                <c:pt idx="28973">
                  <c:v>1</c:v>
                </c:pt>
                <c:pt idx="28974">
                  <c:v>1</c:v>
                </c:pt>
                <c:pt idx="28975">
                  <c:v>2</c:v>
                </c:pt>
                <c:pt idx="28976">
                  <c:v>1</c:v>
                </c:pt>
                <c:pt idx="28977">
                  <c:v>1</c:v>
                </c:pt>
                <c:pt idx="28978">
                  <c:v>1</c:v>
                </c:pt>
                <c:pt idx="28979">
                  <c:v>2</c:v>
                </c:pt>
                <c:pt idx="28980">
                  <c:v>4</c:v>
                </c:pt>
                <c:pt idx="28981">
                  <c:v>3</c:v>
                </c:pt>
                <c:pt idx="28982">
                  <c:v>1</c:v>
                </c:pt>
                <c:pt idx="28983">
                  <c:v>3</c:v>
                </c:pt>
                <c:pt idx="28984">
                  <c:v>2</c:v>
                </c:pt>
                <c:pt idx="28985">
                  <c:v>1</c:v>
                </c:pt>
                <c:pt idx="28986">
                  <c:v>3</c:v>
                </c:pt>
                <c:pt idx="28987">
                  <c:v>2</c:v>
                </c:pt>
                <c:pt idx="28988">
                  <c:v>2</c:v>
                </c:pt>
                <c:pt idx="28989">
                  <c:v>1</c:v>
                </c:pt>
                <c:pt idx="28990">
                  <c:v>1</c:v>
                </c:pt>
                <c:pt idx="28991">
                  <c:v>2</c:v>
                </c:pt>
                <c:pt idx="28992">
                  <c:v>2</c:v>
                </c:pt>
                <c:pt idx="28993">
                  <c:v>4</c:v>
                </c:pt>
                <c:pt idx="28994">
                  <c:v>2</c:v>
                </c:pt>
                <c:pt idx="28995">
                  <c:v>2</c:v>
                </c:pt>
                <c:pt idx="28996">
                  <c:v>4</c:v>
                </c:pt>
                <c:pt idx="28997">
                  <c:v>4</c:v>
                </c:pt>
                <c:pt idx="28998">
                  <c:v>2</c:v>
                </c:pt>
                <c:pt idx="28999">
                  <c:v>4</c:v>
                </c:pt>
                <c:pt idx="29000">
                  <c:v>3</c:v>
                </c:pt>
                <c:pt idx="29001">
                  <c:v>2</c:v>
                </c:pt>
                <c:pt idx="29002">
                  <c:v>3</c:v>
                </c:pt>
                <c:pt idx="29003">
                  <c:v>3</c:v>
                </c:pt>
                <c:pt idx="29004">
                  <c:v>2</c:v>
                </c:pt>
                <c:pt idx="29005">
                  <c:v>2</c:v>
                </c:pt>
                <c:pt idx="29006">
                  <c:v>2</c:v>
                </c:pt>
                <c:pt idx="29007">
                  <c:v>3</c:v>
                </c:pt>
                <c:pt idx="29008">
                  <c:v>2</c:v>
                </c:pt>
                <c:pt idx="29009">
                  <c:v>1</c:v>
                </c:pt>
                <c:pt idx="29010">
                  <c:v>4</c:v>
                </c:pt>
                <c:pt idx="29011">
                  <c:v>3</c:v>
                </c:pt>
                <c:pt idx="29012">
                  <c:v>5</c:v>
                </c:pt>
                <c:pt idx="29013">
                  <c:v>2</c:v>
                </c:pt>
                <c:pt idx="29014">
                  <c:v>4</c:v>
                </c:pt>
                <c:pt idx="29015">
                  <c:v>4</c:v>
                </c:pt>
                <c:pt idx="29016">
                  <c:v>2</c:v>
                </c:pt>
                <c:pt idx="29017">
                  <c:v>3</c:v>
                </c:pt>
                <c:pt idx="29018">
                  <c:v>5</c:v>
                </c:pt>
                <c:pt idx="29019">
                  <c:v>2</c:v>
                </c:pt>
                <c:pt idx="29020">
                  <c:v>3</c:v>
                </c:pt>
                <c:pt idx="29021">
                  <c:v>1</c:v>
                </c:pt>
                <c:pt idx="29022">
                  <c:v>2</c:v>
                </c:pt>
                <c:pt idx="29023">
                  <c:v>4</c:v>
                </c:pt>
                <c:pt idx="29024">
                  <c:v>4</c:v>
                </c:pt>
                <c:pt idx="29025">
                  <c:v>2</c:v>
                </c:pt>
                <c:pt idx="29026">
                  <c:v>2</c:v>
                </c:pt>
                <c:pt idx="29027">
                  <c:v>2</c:v>
                </c:pt>
                <c:pt idx="29028">
                  <c:v>3</c:v>
                </c:pt>
                <c:pt idx="29029">
                  <c:v>3</c:v>
                </c:pt>
                <c:pt idx="29030">
                  <c:v>2</c:v>
                </c:pt>
                <c:pt idx="29031">
                  <c:v>2</c:v>
                </c:pt>
                <c:pt idx="29032">
                  <c:v>5</c:v>
                </c:pt>
                <c:pt idx="29033">
                  <c:v>1</c:v>
                </c:pt>
                <c:pt idx="29034">
                  <c:v>6</c:v>
                </c:pt>
                <c:pt idx="29035">
                  <c:v>6</c:v>
                </c:pt>
                <c:pt idx="29036">
                  <c:v>3</c:v>
                </c:pt>
                <c:pt idx="29037">
                  <c:v>4</c:v>
                </c:pt>
                <c:pt idx="29038">
                  <c:v>3</c:v>
                </c:pt>
                <c:pt idx="29039">
                  <c:v>2</c:v>
                </c:pt>
                <c:pt idx="29040">
                  <c:v>4</c:v>
                </c:pt>
                <c:pt idx="29041">
                  <c:v>6</c:v>
                </c:pt>
                <c:pt idx="29042">
                  <c:v>6</c:v>
                </c:pt>
                <c:pt idx="29043">
                  <c:v>4</c:v>
                </c:pt>
                <c:pt idx="29044">
                  <c:v>6</c:v>
                </c:pt>
                <c:pt idx="29045">
                  <c:v>3</c:v>
                </c:pt>
                <c:pt idx="29046">
                  <c:v>3</c:v>
                </c:pt>
                <c:pt idx="29047">
                  <c:v>4</c:v>
                </c:pt>
                <c:pt idx="29048">
                  <c:v>4</c:v>
                </c:pt>
                <c:pt idx="29049">
                  <c:v>3</c:v>
                </c:pt>
                <c:pt idx="29050">
                  <c:v>3</c:v>
                </c:pt>
                <c:pt idx="29051">
                  <c:v>6</c:v>
                </c:pt>
                <c:pt idx="29052">
                  <c:v>1</c:v>
                </c:pt>
                <c:pt idx="29053">
                  <c:v>0</c:v>
                </c:pt>
                <c:pt idx="29054">
                  <c:v>2</c:v>
                </c:pt>
                <c:pt idx="29055">
                  <c:v>3</c:v>
                </c:pt>
                <c:pt idx="29056">
                  <c:v>1</c:v>
                </c:pt>
                <c:pt idx="29057">
                  <c:v>1</c:v>
                </c:pt>
                <c:pt idx="29058">
                  <c:v>2</c:v>
                </c:pt>
                <c:pt idx="29059">
                  <c:v>2</c:v>
                </c:pt>
                <c:pt idx="29060">
                  <c:v>2</c:v>
                </c:pt>
                <c:pt idx="29061">
                  <c:v>2</c:v>
                </c:pt>
                <c:pt idx="29062">
                  <c:v>2</c:v>
                </c:pt>
                <c:pt idx="29063">
                  <c:v>3</c:v>
                </c:pt>
                <c:pt idx="29064">
                  <c:v>2</c:v>
                </c:pt>
                <c:pt idx="29065">
                  <c:v>3</c:v>
                </c:pt>
                <c:pt idx="29066">
                  <c:v>3</c:v>
                </c:pt>
                <c:pt idx="29067">
                  <c:v>2</c:v>
                </c:pt>
                <c:pt idx="29068">
                  <c:v>2</c:v>
                </c:pt>
                <c:pt idx="29069">
                  <c:v>3</c:v>
                </c:pt>
                <c:pt idx="29070">
                  <c:v>2</c:v>
                </c:pt>
                <c:pt idx="29071">
                  <c:v>2</c:v>
                </c:pt>
                <c:pt idx="29072">
                  <c:v>2</c:v>
                </c:pt>
                <c:pt idx="29073">
                  <c:v>2</c:v>
                </c:pt>
                <c:pt idx="29074">
                  <c:v>2</c:v>
                </c:pt>
                <c:pt idx="29075">
                  <c:v>2</c:v>
                </c:pt>
                <c:pt idx="29076">
                  <c:v>3</c:v>
                </c:pt>
                <c:pt idx="29077">
                  <c:v>4</c:v>
                </c:pt>
                <c:pt idx="29078">
                  <c:v>3</c:v>
                </c:pt>
                <c:pt idx="29079">
                  <c:v>3</c:v>
                </c:pt>
                <c:pt idx="29080">
                  <c:v>2</c:v>
                </c:pt>
                <c:pt idx="29081">
                  <c:v>2</c:v>
                </c:pt>
                <c:pt idx="29082">
                  <c:v>3</c:v>
                </c:pt>
                <c:pt idx="29083">
                  <c:v>2</c:v>
                </c:pt>
                <c:pt idx="29084">
                  <c:v>4</c:v>
                </c:pt>
                <c:pt idx="29085">
                  <c:v>3</c:v>
                </c:pt>
                <c:pt idx="29086">
                  <c:v>2</c:v>
                </c:pt>
                <c:pt idx="29087">
                  <c:v>3</c:v>
                </c:pt>
                <c:pt idx="29088">
                  <c:v>2</c:v>
                </c:pt>
                <c:pt idx="29089">
                  <c:v>2</c:v>
                </c:pt>
                <c:pt idx="29090">
                  <c:v>3</c:v>
                </c:pt>
                <c:pt idx="29091">
                  <c:v>2</c:v>
                </c:pt>
                <c:pt idx="29092">
                  <c:v>2</c:v>
                </c:pt>
                <c:pt idx="29093">
                  <c:v>3</c:v>
                </c:pt>
                <c:pt idx="29094">
                  <c:v>2</c:v>
                </c:pt>
                <c:pt idx="29095">
                  <c:v>2</c:v>
                </c:pt>
                <c:pt idx="29096">
                  <c:v>5</c:v>
                </c:pt>
                <c:pt idx="29097">
                  <c:v>1</c:v>
                </c:pt>
                <c:pt idx="29098">
                  <c:v>3</c:v>
                </c:pt>
                <c:pt idx="29099">
                  <c:v>5</c:v>
                </c:pt>
                <c:pt idx="29100">
                  <c:v>2</c:v>
                </c:pt>
                <c:pt idx="29101">
                  <c:v>2</c:v>
                </c:pt>
                <c:pt idx="29102">
                  <c:v>5</c:v>
                </c:pt>
                <c:pt idx="29103">
                  <c:v>3</c:v>
                </c:pt>
                <c:pt idx="29104">
                  <c:v>4</c:v>
                </c:pt>
                <c:pt idx="29105">
                  <c:v>2</c:v>
                </c:pt>
                <c:pt idx="29106">
                  <c:v>5</c:v>
                </c:pt>
                <c:pt idx="29107">
                  <c:v>3</c:v>
                </c:pt>
                <c:pt idx="29108">
                  <c:v>4</c:v>
                </c:pt>
                <c:pt idx="29109">
                  <c:v>2</c:v>
                </c:pt>
                <c:pt idx="29110">
                  <c:v>2</c:v>
                </c:pt>
                <c:pt idx="29111">
                  <c:v>2</c:v>
                </c:pt>
                <c:pt idx="29112">
                  <c:v>3</c:v>
                </c:pt>
                <c:pt idx="29113">
                  <c:v>3</c:v>
                </c:pt>
                <c:pt idx="29114">
                  <c:v>1</c:v>
                </c:pt>
                <c:pt idx="29115">
                  <c:v>1</c:v>
                </c:pt>
                <c:pt idx="29116">
                  <c:v>4</c:v>
                </c:pt>
                <c:pt idx="29117">
                  <c:v>4</c:v>
                </c:pt>
                <c:pt idx="29118">
                  <c:v>8</c:v>
                </c:pt>
                <c:pt idx="29119">
                  <c:v>4</c:v>
                </c:pt>
                <c:pt idx="29120">
                  <c:v>4</c:v>
                </c:pt>
                <c:pt idx="29121">
                  <c:v>5</c:v>
                </c:pt>
                <c:pt idx="29122">
                  <c:v>6</c:v>
                </c:pt>
                <c:pt idx="29123">
                  <c:v>2</c:v>
                </c:pt>
                <c:pt idx="29124">
                  <c:v>1</c:v>
                </c:pt>
                <c:pt idx="29125">
                  <c:v>2</c:v>
                </c:pt>
                <c:pt idx="29126">
                  <c:v>1</c:v>
                </c:pt>
                <c:pt idx="29127">
                  <c:v>1</c:v>
                </c:pt>
                <c:pt idx="29128">
                  <c:v>1</c:v>
                </c:pt>
                <c:pt idx="29129">
                  <c:v>10</c:v>
                </c:pt>
                <c:pt idx="29130">
                  <c:v>3</c:v>
                </c:pt>
                <c:pt idx="29131">
                  <c:v>3</c:v>
                </c:pt>
                <c:pt idx="29132">
                  <c:v>4</c:v>
                </c:pt>
                <c:pt idx="29133">
                  <c:v>3</c:v>
                </c:pt>
                <c:pt idx="29134">
                  <c:v>4</c:v>
                </c:pt>
                <c:pt idx="29135">
                  <c:v>3</c:v>
                </c:pt>
                <c:pt idx="29136">
                  <c:v>2</c:v>
                </c:pt>
                <c:pt idx="29137">
                  <c:v>1</c:v>
                </c:pt>
                <c:pt idx="29138">
                  <c:v>1</c:v>
                </c:pt>
                <c:pt idx="29139">
                  <c:v>1</c:v>
                </c:pt>
                <c:pt idx="29140">
                  <c:v>4</c:v>
                </c:pt>
                <c:pt idx="29141">
                  <c:v>1</c:v>
                </c:pt>
                <c:pt idx="29142">
                  <c:v>3</c:v>
                </c:pt>
                <c:pt idx="29143">
                  <c:v>4</c:v>
                </c:pt>
                <c:pt idx="29144">
                  <c:v>3</c:v>
                </c:pt>
                <c:pt idx="29145">
                  <c:v>2</c:v>
                </c:pt>
                <c:pt idx="29146">
                  <c:v>3</c:v>
                </c:pt>
                <c:pt idx="29147">
                  <c:v>3</c:v>
                </c:pt>
                <c:pt idx="29148">
                  <c:v>1</c:v>
                </c:pt>
                <c:pt idx="29149">
                  <c:v>1</c:v>
                </c:pt>
                <c:pt idx="29150">
                  <c:v>1</c:v>
                </c:pt>
                <c:pt idx="29151">
                  <c:v>1</c:v>
                </c:pt>
                <c:pt idx="29152">
                  <c:v>2</c:v>
                </c:pt>
                <c:pt idx="29153">
                  <c:v>5</c:v>
                </c:pt>
                <c:pt idx="29154">
                  <c:v>1</c:v>
                </c:pt>
                <c:pt idx="29155">
                  <c:v>2</c:v>
                </c:pt>
                <c:pt idx="29156">
                  <c:v>2</c:v>
                </c:pt>
                <c:pt idx="29157">
                  <c:v>4</c:v>
                </c:pt>
                <c:pt idx="29158">
                  <c:v>2</c:v>
                </c:pt>
                <c:pt idx="29159">
                  <c:v>2</c:v>
                </c:pt>
                <c:pt idx="29160">
                  <c:v>3</c:v>
                </c:pt>
                <c:pt idx="29161">
                  <c:v>4</c:v>
                </c:pt>
                <c:pt idx="29162">
                  <c:v>2</c:v>
                </c:pt>
                <c:pt idx="29163">
                  <c:v>2</c:v>
                </c:pt>
                <c:pt idx="29164">
                  <c:v>2</c:v>
                </c:pt>
                <c:pt idx="29165">
                  <c:v>1</c:v>
                </c:pt>
                <c:pt idx="29166">
                  <c:v>1</c:v>
                </c:pt>
                <c:pt idx="29167">
                  <c:v>2</c:v>
                </c:pt>
                <c:pt idx="29168">
                  <c:v>2</c:v>
                </c:pt>
                <c:pt idx="29169">
                  <c:v>2</c:v>
                </c:pt>
                <c:pt idx="29170">
                  <c:v>2</c:v>
                </c:pt>
                <c:pt idx="29171">
                  <c:v>2</c:v>
                </c:pt>
                <c:pt idx="29172">
                  <c:v>4</c:v>
                </c:pt>
                <c:pt idx="29173">
                  <c:v>3</c:v>
                </c:pt>
                <c:pt idx="29174">
                  <c:v>1</c:v>
                </c:pt>
                <c:pt idx="29175">
                  <c:v>1</c:v>
                </c:pt>
                <c:pt idx="29176">
                  <c:v>1</c:v>
                </c:pt>
                <c:pt idx="29177">
                  <c:v>1</c:v>
                </c:pt>
                <c:pt idx="29178">
                  <c:v>1</c:v>
                </c:pt>
                <c:pt idx="29179">
                  <c:v>3</c:v>
                </c:pt>
                <c:pt idx="29180">
                  <c:v>1</c:v>
                </c:pt>
                <c:pt idx="29181">
                  <c:v>2</c:v>
                </c:pt>
                <c:pt idx="29182">
                  <c:v>3</c:v>
                </c:pt>
                <c:pt idx="29183">
                  <c:v>2</c:v>
                </c:pt>
                <c:pt idx="29184">
                  <c:v>3</c:v>
                </c:pt>
                <c:pt idx="29185">
                  <c:v>1</c:v>
                </c:pt>
                <c:pt idx="29186">
                  <c:v>2</c:v>
                </c:pt>
                <c:pt idx="29187">
                  <c:v>1</c:v>
                </c:pt>
                <c:pt idx="29188">
                  <c:v>1</c:v>
                </c:pt>
                <c:pt idx="29189">
                  <c:v>1</c:v>
                </c:pt>
                <c:pt idx="29190">
                  <c:v>3</c:v>
                </c:pt>
                <c:pt idx="29191">
                  <c:v>2</c:v>
                </c:pt>
                <c:pt idx="29192">
                  <c:v>2</c:v>
                </c:pt>
                <c:pt idx="29193">
                  <c:v>2</c:v>
                </c:pt>
                <c:pt idx="29194">
                  <c:v>2</c:v>
                </c:pt>
                <c:pt idx="29195">
                  <c:v>1</c:v>
                </c:pt>
                <c:pt idx="29196">
                  <c:v>2</c:v>
                </c:pt>
                <c:pt idx="29197">
                  <c:v>1</c:v>
                </c:pt>
                <c:pt idx="29198">
                  <c:v>1</c:v>
                </c:pt>
                <c:pt idx="29199">
                  <c:v>1</c:v>
                </c:pt>
                <c:pt idx="29200">
                  <c:v>5</c:v>
                </c:pt>
                <c:pt idx="29201">
                  <c:v>5</c:v>
                </c:pt>
                <c:pt idx="29202">
                  <c:v>2</c:v>
                </c:pt>
                <c:pt idx="29203">
                  <c:v>3</c:v>
                </c:pt>
                <c:pt idx="29204">
                  <c:v>3</c:v>
                </c:pt>
                <c:pt idx="29205">
                  <c:v>6</c:v>
                </c:pt>
                <c:pt idx="29206">
                  <c:v>1</c:v>
                </c:pt>
                <c:pt idx="29207">
                  <c:v>2</c:v>
                </c:pt>
                <c:pt idx="29208">
                  <c:v>2</c:v>
                </c:pt>
                <c:pt idx="29209">
                  <c:v>1</c:v>
                </c:pt>
                <c:pt idx="29210">
                  <c:v>2</c:v>
                </c:pt>
                <c:pt idx="29211">
                  <c:v>4</c:v>
                </c:pt>
                <c:pt idx="29212">
                  <c:v>4</c:v>
                </c:pt>
                <c:pt idx="29213">
                  <c:v>4</c:v>
                </c:pt>
                <c:pt idx="29214">
                  <c:v>4</c:v>
                </c:pt>
                <c:pt idx="29215">
                  <c:v>3</c:v>
                </c:pt>
                <c:pt idx="29216">
                  <c:v>3</c:v>
                </c:pt>
                <c:pt idx="29217">
                  <c:v>4</c:v>
                </c:pt>
                <c:pt idx="29218">
                  <c:v>3</c:v>
                </c:pt>
                <c:pt idx="29219">
                  <c:v>3</c:v>
                </c:pt>
                <c:pt idx="29220">
                  <c:v>2</c:v>
                </c:pt>
                <c:pt idx="29221">
                  <c:v>2</c:v>
                </c:pt>
                <c:pt idx="29222">
                  <c:v>2</c:v>
                </c:pt>
                <c:pt idx="29223">
                  <c:v>3</c:v>
                </c:pt>
                <c:pt idx="29224">
                  <c:v>3</c:v>
                </c:pt>
                <c:pt idx="29225">
                  <c:v>1</c:v>
                </c:pt>
                <c:pt idx="29226">
                  <c:v>3</c:v>
                </c:pt>
                <c:pt idx="29227">
                  <c:v>2</c:v>
                </c:pt>
                <c:pt idx="29228">
                  <c:v>4</c:v>
                </c:pt>
                <c:pt idx="29229">
                  <c:v>2</c:v>
                </c:pt>
                <c:pt idx="29230">
                  <c:v>4</c:v>
                </c:pt>
                <c:pt idx="29231">
                  <c:v>2</c:v>
                </c:pt>
                <c:pt idx="29232">
                  <c:v>4</c:v>
                </c:pt>
                <c:pt idx="29233">
                  <c:v>4</c:v>
                </c:pt>
                <c:pt idx="29234">
                  <c:v>2</c:v>
                </c:pt>
                <c:pt idx="29235">
                  <c:v>3</c:v>
                </c:pt>
                <c:pt idx="29236">
                  <c:v>2</c:v>
                </c:pt>
                <c:pt idx="29237">
                  <c:v>3</c:v>
                </c:pt>
                <c:pt idx="29238">
                  <c:v>3</c:v>
                </c:pt>
                <c:pt idx="29239">
                  <c:v>1</c:v>
                </c:pt>
                <c:pt idx="29240">
                  <c:v>2</c:v>
                </c:pt>
                <c:pt idx="29241">
                  <c:v>3</c:v>
                </c:pt>
                <c:pt idx="29242">
                  <c:v>2</c:v>
                </c:pt>
                <c:pt idx="29243">
                  <c:v>4</c:v>
                </c:pt>
                <c:pt idx="29244">
                  <c:v>3</c:v>
                </c:pt>
                <c:pt idx="29245">
                  <c:v>2</c:v>
                </c:pt>
                <c:pt idx="29246">
                  <c:v>1</c:v>
                </c:pt>
                <c:pt idx="29247">
                  <c:v>1</c:v>
                </c:pt>
                <c:pt idx="29248">
                  <c:v>3</c:v>
                </c:pt>
                <c:pt idx="29249">
                  <c:v>4</c:v>
                </c:pt>
                <c:pt idx="29250">
                  <c:v>3</c:v>
                </c:pt>
                <c:pt idx="29251">
                  <c:v>5</c:v>
                </c:pt>
                <c:pt idx="29252">
                  <c:v>4</c:v>
                </c:pt>
                <c:pt idx="29253">
                  <c:v>3</c:v>
                </c:pt>
                <c:pt idx="29254">
                  <c:v>4</c:v>
                </c:pt>
                <c:pt idx="29255">
                  <c:v>4</c:v>
                </c:pt>
                <c:pt idx="29256">
                  <c:v>2</c:v>
                </c:pt>
                <c:pt idx="29257">
                  <c:v>2</c:v>
                </c:pt>
                <c:pt idx="29258">
                  <c:v>5</c:v>
                </c:pt>
                <c:pt idx="29259">
                  <c:v>1</c:v>
                </c:pt>
                <c:pt idx="29260">
                  <c:v>1</c:v>
                </c:pt>
                <c:pt idx="29261">
                  <c:v>1</c:v>
                </c:pt>
                <c:pt idx="29262">
                  <c:v>1</c:v>
                </c:pt>
                <c:pt idx="29263">
                  <c:v>1</c:v>
                </c:pt>
                <c:pt idx="29264">
                  <c:v>1</c:v>
                </c:pt>
                <c:pt idx="29265">
                  <c:v>1</c:v>
                </c:pt>
                <c:pt idx="29266">
                  <c:v>1</c:v>
                </c:pt>
                <c:pt idx="29267">
                  <c:v>1</c:v>
                </c:pt>
                <c:pt idx="29268">
                  <c:v>1</c:v>
                </c:pt>
                <c:pt idx="29269">
                  <c:v>1</c:v>
                </c:pt>
                <c:pt idx="29270">
                  <c:v>1</c:v>
                </c:pt>
                <c:pt idx="29271">
                  <c:v>1</c:v>
                </c:pt>
                <c:pt idx="29272">
                  <c:v>1</c:v>
                </c:pt>
                <c:pt idx="29273">
                  <c:v>1</c:v>
                </c:pt>
                <c:pt idx="29274">
                  <c:v>1</c:v>
                </c:pt>
                <c:pt idx="29275">
                  <c:v>1</c:v>
                </c:pt>
                <c:pt idx="29276">
                  <c:v>1</c:v>
                </c:pt>
                <c:pt idx="29277">
                  <c:v>1</c:v>
                </c:pt>
                <c:pt idx="29278">
                  <c:v>1</c:v>
                </c:pt>
                <c:pt idx="29279">
                  <c:v>1</c:v>
                </c:pt>
                <c:pt idx="29280">
                  <c:v>2</c:v>
                </c:pt>
                <c:pt idx="29281">
                  <c:v>1</c:v>
                </c:pt>
                <c:pt idx="29282">
                  <c:v>1</c:v>
                </c:pt>
                <c:pt idx="29283">
                  <c:v>1</c:v>
                </c:pt>
                <c:pt idx="29284">
                  <c:v>2</c:v>
                </c:pt>
                <c:pt idx="29285">
                  <c:v>2</c:v>
                </c:pt>
                <c:pt idx="29286">
                  <c:v>4</c:v>
                </c:pt>
                <c:pt idx="29287">
                  <c:v>2</c:v>
                </c:pt>
                <c:pt idx="29288">
                  <c:v>5</c:v>
                </c:pt>
                <c:pt idx="29289">
                  <c:v>4</c:v>
                </c:pt>
                <c:pt idx="29290">
                  <c:v>3</c:v>
                </c:pt>
                <c:pt idx="29291">
                  <c:v>1</c:v>
                </c:pt>
                <c:pt idx="29292">
                  <c:v>1</c:v>
                </c:pt>
                <c:pt idx="29293">
                  <c:v>1</c:v>
                </c:pt>
                <c:pt idx="29294">
                  <c:v>2</c:v>
                </c:pt>
                <c:pt idx="29295">
                  <c:v>2</c:v>
                </c:pt>
                <c:pt idx="29296">
                  <c:v>2</c:v>
                </c:pt>
                <c:pt idx="29297">
                  <c:v>2</c:v>
                </c:pt>
                <c:pt idx="29298">
                  <c:v>4</c:v>
                </c:pt>
                <c:pt idx="29299">
                  <c:v>3</c:v>
                </c:pt>
                <c:pt idx="29300">
                  <c:v>3</c:v>
                </c:pt>
                <c:pt idx="29301">
                  <c:v>6</c:v>
                </c:pt>
                <c:pt idx="29302">
                  <c:v>3</c:v>
                </c:pt>
                <c:pt idx="29303">
                  <c:v>3</c:v>
                </c:pt>
                <c:pt idx="29304">
                  <c:v>4</c:v>
                </c:pt>
                <c:pt idx="29305">
                  <c:v>5</c:v>
                </c:pt>
                <c:pt idx="29306">
                  <c:v>2</c:v>
                </c:pt>
                <c:pt idx="29307">
                  <c:v>4</c:v>
                </c:pt>
                <c:pt idx="29308">
                  <c:v>4</c:v>
                </c:pt>
                <c:pt idx="29309">
                  <c:v>3</c:v>
                </c:pt>
                <c:pt idx="29310">
                  <c:v>1</c:v>
                </c:pt>
                <c:pt idx="29311">
                  <c:v>3</c:v>
                </c:pt>
                <c:pt idx="29312">
                  <c:v>3</c:v>
                </c:pt>
                <c:pt idx="29313">
                  <c:v>3</c:v>
                </c:pt>
                <c:pt idx="29314">
                  <c:v>3</c:v>
                </c:pt>
                <c:pt idx="29315">
                  <c:v>1</c:v>
                </c:pt>
                <c:pt idx="29316">
                  <c:v>3</c:v>
                </c:pt>
                <c:pt idx="29317">
                  <c:v>2</c:v>
                </c:pt>
                <c:pt idx="29318">
                  <c:v>4</c:v>
                </c:pt>
                <c:pt idx="29319">
                  <c:v>2</c:v>
                </c:pt>
                <c:pt idx="29320">
                  <c:v>1</c:v>
                </c:pt>
                <c:pt idx="29321">
                  <c:v>4</c:v>
                </c:pt>
                <c:pt idx="29322">
                  <c:v>4</c:v>
                </c:pt>
                <c:pt idx="29323">
                  <c:v>3</c:v>
                </c:pt>
                <c:pt idx="29324">
                  <c:v>4</c:v>
                </c:pt>
                <c:pt idx="29325">
                  <c:v>6</c:v>
                </c:pt>
                <c:pt idx="29326">
                  <c:v>4</c:v>
                </c:pt>
                <c:pt idx="29327">
                  <c:v>4</c:v>
                </c:pt>
                <c:pt idx="29328">
                  <c:v>5</c:v>
                </c:pt>
                <c:pt idx="29329">
                  <c:v>4</c:v>
                </c:pt>
                <c:pt idx="29330">
                  <c:v>6</c:v>
                </c:pt>
                <c:pt idx="29331">
                  <c:v>2</c:v>
                </c:pt>
                <c:pt idx="29332">
                  <c:v>1</c:v>
                </c:pt>
                <c:pt idx="29333">
                  <c:v>4</c:v>
                </c:pt>
                <c:pt idx="29334">
                  <c:v>3</c:v>
                </c:pt>
                <c:pt idx="29335">
                  <c:v>3</c:v>
                </c:pt>
                <c:pt idx="29336">
                  <c:v>1</c:v>
                </c:pt>
                <c:pt idx="29337">
                  <c:v>1</c:v>
                </c:pt>
                <c:pt idx="29338">
                  <c:v>2</c:v>
                </c:pt>
                <c:pt idx="29339">
                  <c:v>2</c:v>
                </c:pt>
                <c:pt idx="29340">
                  <c:v>2</c:v>
                </c:pt>
                <c:pt idx="29341">
                  <c:v>2</c:v>
                </c:pt>
                <c:pt idx="29342">
                  <c:v>1</c:v>
                </c:pt>
                <c:pt idx="29343">
                  <c:v>2</c:v>
                </c:pt>
                <c:pt idx="29344">
                  <c:v>4</c:v>
                </c:pt>
                <c:pt idx="29345">
                  <c:v>4</c:v>
                </c:pt>
                <c:pt idx="29346">
                  <c:v>4</c:v>
                </c:pt>
                <c:pt idx="29347">
                  <c:v>4</c:v>
                </c:pt>
                <c:pt idx="29348">
                  <c:v>5</c:v>
                </c:pt>
                <c:pt idx="29349">
                  <c:v>4</c:v>
                </c:pt>
                <c:pt idx="29350">
                  <c:v>3</c:v>
                </c:pt>
                <c:pt idx="29351">
                  <c:v>2</c:v>
                </c:pt>
                <c:pt idx="29352">
                  <c:v>3</c:v>
                </c:pt>
                <c:pt idx="29353">
                  <c:v>1</c:v>
                </c:pt>
                <c:pt idx="29354">
                  <c:v>1</c:v>
                </c:pt>
                <c:pt idx="29355">
                  <c:v>1</c:v>
                </c:pt>
                <c:pt idx="29356">
                  <c:v>1</c:v>
                </c:pt>
                <c:pt idx="29357">
                  <c:v>1</c:v>
                </c:pt>
                <c:pt idx="29358">
                  <c:v>2</c:v>
                </c:pt>
                <c:pt idx="29359">
                  <c:v>1</c:v>
                </c:pt>
                <c:pt idx="29360">
                  <c:v>3</c:v>
                </c:pt>
                <c:pt idx="29361">
                  <c:v>4</c:v>
                </c:pt>
                <c:pt idx="29362">
                  <c:v>2</c:v>
                </c:pt>
                <c:pt idx="29363">
                  <c:v>2</c:v>
                </c:pt>
                <c:pt idx="29364">
                  <c:v>3</c:v>
                </c:pt>
                <c:pt idx="29365">
                  <c:v>2</c:v>
                </c:pt>
                <c:pt idx="29366">
                  <c:v>4</c:v>
                </c:pt>
                <c:pt idx="29367">
                  <c:v>2</c:v>
                </c:pt>
                <c:pt idx="29368">
                  <c:v>4</c:v>
                </c:pt>
                <c:pt idx="29369">
                  <c:v>2</c:v>
                </c:pt>
                <c:pt idx="29370">
                  <c:v>3</c:v>
                </c:pt>
                <c:pt idx="29371">
                  <c:v>2</c:v>
                </c:pt>
                <c:pt idx="29372">
                  <c:v>4</c:v>
                </c:pt>
                <c:pt idx="29373">
                  <c:v>2</c:v>
                </c:pt>
                <c:pt idx="29374">
                  <c:v>2</c:v>
                </c:pt>
                <c:pt idx="29375">
                  <c:v>2</c:v>
                </c:pt>
                <c:pt idx="29376">
                  <c:v>1</c:v>
                </c:pt>
                <c:pt idx="29377">
                  <c:v>4</c:v>
                </c:pt>
                <c:pt idx="29378">
                  <c:v>2</c:v>
                </c:pt>
                <c:pt idx="29379">
                  <c:v>2</c:v>
                </c:pt>
                <c:pt idx="29380">
                  <c:v>2</c:v>
                </c:pt>
                <c:pt idx="29381">
                  <c:v>4</c:v>
                </c:pt>
                <c:pt idx="29382">
                  <c:v>4</c:v>
                </c:pt>
                <c:pt idx="29383">
                  <c:v>4</c:v>
                </c:pt>
                <c:pt idx="29384">
                  <c:v>3</c:v>
                </c:pt>
                <c:pt idx="29385">
                  <c:v>3</c:v>
                </c:pt>
                <c:pt idx="29386">
                  <c:v>3</c:v>
                </c:pt>
                <c:pt idx="29387">
                  <c:v>3</c:v>
                </c:pt>
                <c:pt idx="29388">
                  <c:v>2</c:v>
                </c:pt>
                <c:pt idx="29389">
                  <c:v>3</c:v>
                </c:pt>
                <c:pt idx="29390">
                  <c:v>3</c:v>
                </c:pt>
                <c:pt idx="29391">
                  <c:v>1</c:v>
                </c:pt>
                <c:pt idx="29392">
                  <c:v>3</c:v>
                </c:pt>
                <c:pt idx="29393">
                  <c:v>3</c:v>
                </c:pt>
                <c:pt idx="29394">
                  <c:v>4</c:v>
                </c:pt>
                <c:pt idx="29395">
                  <c:v>3</c:v>
                </c:pt>
                <c:pt idx="29396">
                  <c:v>3</c:v>
                </c:pt>
                <c:pt idx="29397">
                  <c:v>4</c:v>
                </c:pt>
                <c:pt idx="29398">
                  <c:v>2</c:v>
                </c:pt>
                <c:pt idx="29399">
                  <c:v>4</c:v>
                </c:pt>
                <c:pt idx="29400">
                  <c:v>4</c:v>
                </c:pt>
                <c:pt idx="29401">
                  <c:v>3</c:v>
                </c:pt>
                <c:pt idx="29402">
                  <c:v>3</c:v>
                </c:pt>
                <c:pt idx="29403">
                  <c:v>2</c:v>
                </c:pt>
                <c:pt idx="29404">
                  <c:v>2</c:v>
                </c:pt>
                <c:pt idx="29405">
                  <c:v>3</c:v>
                </c:pt>
                <c:pt idx="29406">
                  <c:v>2</c:v>
                </c:pt>
                <c:pt idx="29407">
                  <c:v>3</c:v>
                </c:pt>
                <c:pt idx="29408">
                  <c:v>3</c:v>
                </c:pt>
                <c:pt idx="29409">
                  <c:v>5</c:v>
                </c:pt>
                <c:pt idx="29410">
                  <c:v>2</c:v>
                </c:pt>
                <c:pt idx="29411">
                  <c:v>4</c:v>
                </c:pt>
                <c:pt idx="29412">
                  <c:v>2</c:v>
                </c:pt>
                <c:pt idx="29413">
                  <c:v>3</c:v>
                </c:pt>
                <c:pt idx="29414">
                  <c:v>3</c:v>
                </c:pt>
                <c:pt idx="29415">
                  <c:v>4</c:v>
                </c:pt>
                <c:pt idx="29416">
                  <c:v>3</c:v>
                </c:pt>
                <c:pt idx="29417">
                  <c:v>4</c:v>
                </c:pt>
                <c:pt idx="29418">
                  <c:v>4</c:v>
                </c:pt>
                <c:pt idx="29419">
                  <c:v>3</c:v>
                </c:pt>
                <c:pt idx="29420">
                  <c:v>0</c:v>
                </c:pt>
                <c:pt idx="29421">
                  <c:v>1</c:v>
                </c:pt>
                <c:pt idx="29422">
                  <c:v>3</c:v>
                </c:pt>
                <c:pt idx="29423">
                  <c:v>4</c:v>
                </c:pt>
                <c:pt idx="29424">
                  <c:v>4</c:v>
                </c:pt>
                <c:pt idx="29425">
                  <c:v>1</c:v>
                </c:pt>
                <c:pt idx="29426">
                  <c:v>2</c:v>
                </c:pt>
                <c:pt idx="29427">
                  <c:v>3</c:v>
                </c:pt>
                <c:pt idx="29428">
                  <c:v>3</c:v>
                </c:pt>
                <c:pt idx="29429">
                  <c:v>4</c:v>
                </c:pt>
                <c:pt idx="29430">
                  <c:v>1</c:v>
                </c:pt>
                <c:pt idx="29431">
                  <c:v>1</c:v>
                </c:pt>
                <c:pt idx="29432">
                  <c:v>1</c:v>
                </c:pt>
                <c:pt idx="29433">
                  <c:v>2</c:v>
                </c:pt>
                <c:pt idx="29434">
                  <c:v>2</c:v>
                </c:pt>
                <c:pt idx="29435">
                  <c:v>3</c:v>
                </c:pt>
                <c:pt idx="29436">
                  <c:v>4</c:v>
                </c:pt>
                <c:pt idx="29437">
                  <c:v>4</c:v>
                </c:pt>
                <c:pt idx="29438">
                  <c:v>2</c:v>
                </c:pt>
                <c:pt idx="29439">
                  <c:v>2</c:v>
                </c:pt>
                <c:pt idx="29440">
                  <c:v>2</c:v>
                </c:pt>
                <c:pt idx="29441">
                  <c:v>2</c:v>
                </c:pt>
                <c:pt idx="29442">
                  <c:v>4</c:v>
                </c:pt>
                <c:pt idx="29443">
                  <c:v>3</c:v>
                </c:pt>
                <c:pt idx="29444">
                  <c:v>2</c:v>
                </c:pt>
                <c:pt idx="29445">
                  <c:v>2</c:v>
                </c:pt>
                <c:pt idx="29446">
                  <c:v>4</c:v>
                </c:pt>
                <c:pt idx="29447">
                  <c:v>1</c:v>
                </c:pt>
                <c:pt idx="29448">
                  <c:v>3</c:v>
                </c:pt>
                <c:pt idx="29449">
                  <c:v>2</c:v>
                </c:pt>
                <c:pt idx="29450">
                  <c:v>4</c:v>
                </c:pt>
                <c:pt idx="29451">
                  <c:v>4</c:v>
                </c:pt>
                <c:pt idx="29452">
                  <c:v>2</c:v>
                </c:pt>
                <c:pt idx="29453">
                  <c:v>2</c:v>
                </c:pt>
                <c:pt idx="29454">
                  <c:v>2</c:v>
                </c:pt>
                <c:pt idx="29455">
                  <c:v>3</c:v>
                </c:pt>
                <c:pt idx="29456">
                  <c:v>6</c:v>
                </c:pt>
                <c:pt idx="29457">
                  <c:v>2</c:v>
                </c:pt>
                <c:pt idx="29458">
                  <c:v>1</c:v>
                </c:pt>
                <c:pt idx="29459">
                  <c:v>1</c:v>
                </c:pt>
                <c:pt idx="29460">
                  <c:v>1</c:v>
                </c:pt>
                <c:pt idx="29461">
                  <c:v>4</c:v>
                </c:pt>
                <c:pt idx="29462">
                  <c:v>2</c:v>
                </c:pt>
                <c:pt idx="29463">
                  <c:v>4</c:v>
                </c:pt>
                <c:pt idx="29464">
                  <c:v>2</c:v>
                </c:pt>
                <c:pt idx="29465">
                  <c:v>1</c:v>
                </c:pt>
                <c:pt idx="29466">
                  <c:v>1</c:v>
                </c:pt>
                <c:pt idx="29467">
                  <c:v>2</c:v>
                </c:pt>
                <c:pt idx="29468">
                  <c:v>3</c:v>
                </c:pt>
                <c:pt idx="29469">
                  <c:v>3</c:v>
                </c:pt>
                <c:pt idx="29470">
                  <c:v>2</c:v>
                </c:pt>
                <c:pt idx="29471">
                  <c:v>2</c:v>
                </c:pt>
                <c:pt idx="29472">
                  <c:v>3</c:v>
                </c:pt>
                <c:pt idx="29473">
                  <c:v>5</c:v>
                </c:pt>
                <c:pt idx="29474">
                  <c:v>1</c:v>
                </c:pt>
                <c:pt idx="29475">
                  <c:v>3</c:v>
                </c:pt>
                <c:pt idx="29476">
                  <c:v>2</c:v>
                </c:pt>
                <c:pt idx="29477">
                  <c:v>1</c:v>
                </c:pt>
                <c:pt idx="29478">
                  <c:v>2</c:v>
                </c:pt>
                <c:pt idx="29479">
                  <c:v>1</c:v>
                </c:pt>
                <c:pt idx="29480">
                  <c:v>2</c:v>
                </c:pt>
                <c:pt idx="29481">
                  <c:v>5</c:v>
                </c:pt>
                <c:pt idx="29482">
                  <c:v>1</c:v>
                </c:pt>
                <c:pt idx="29483">
                  <c:v>1</c:v>
                </c:pt>
                <c:pt idx="29484">
                  <c:v>6</c:v>
                </c:pt>
                <c:pt idx="29485">
                  <c:v>2</c:v>
                </c:pt>
                <c:pt idx="29486">
                  <c:v>2</c:v>
                </c:pt>
                <c:pt idx="29487">
                  <c:v>3</c:v>
                </c:pt>
                <c:pt idx="29488">
                  <c:v>2</c:v>
                </c:pt>
                <c:pt idx="29489">
                  <c:v>1</c:v>
                </c:pt>
                <c:pt idx="29490">
                  <c:v>1</c:v>
                </c:pt>
                <c:pt idx="29491">
                  <c:v>3</c:v>
                </c:pt>
                <c:pt idx="29492">
                  <c:v>3</c:v>
                </c:pt>
                <c:pt idx="29493">
                  <c:v>2</c:v>
                </c:pt>
                <c:pt idx="29494">
                  <c:v>2</c:v>
                </c:pt>
                <c:pt idx="29495">
                  <c:v>2</c:v>
                </c:pt>
                <c:pt idx="29496">
                  <c:v>2</c:v>
                </c:pt>
                <c:pt idx="29497">
                  <c:v>3</c:v>
                </c:pt>
                <c:pt idx="29498">
                  <c:v>1</c:v>
                </c:pt>
                <c:pt idx="29499">
                  <c:v>2</c:v>
                </c:pt>
                <c:pt idx="29500">
                  <c:v>2</c:v>
                </c:pt>
                <c:pt idx="29501">
                  <c:v>2</c:v>
                </c:pt>
                <c:pt idx="29502">
                  <c:v>3</c:v>
                </c:pt>
                <c:pt idx="29503">
                  <c:v>3</c:v>
                </c:pt>
                <c:pt idx="29504">
                  <c:v>1</c:v>
                </c:pt>
                <c:pt idx="29505">
                  <c:v>4</c:v>
                </c:pt>
                <c:pt idx="29506">
                  <c:v>8</c:v>
                </c:pt>
                <c:pt idx="29507">
                  <c:v>2</c:v>
                </c:pt>
                <c:pt idx="29508">
                  <c:v>3</c:v>
                </c:pt>
                <c:pt idx="29509">
                  <c:v>4</c:v>
                </c:pt>
                <c:pt idx="29510">
                  <c:v>3</c:v>
                </c:pt>
                <c:pt idx="29511">
                  <c:v>2</c:v>
                </c:pt>
                <c:pt idx="29512">
                  <c:v>3</c:v>
                </c:pt>
                <c:pt idx="29513">
                  <c:v>2</c:v>
                </c:pt>
                <c:pt idx="29514">
                  <c:v>2</c:v>
                </c:pt>
                <c:pt idx="29515">
                  <c:v>4</c:v>
                </c:pt>
                <c:pt idx="29516">
                  <c:v>4</c:v>
                </c:pt>
                <c:pt idx="29517">
                  <c:v>4</c:v>
                </c:pt>
                <c:pt idx="29518">
                  <c:v>4</c:v>
                </c:pt>
                <c:pt idx="29519">
                  <c:v>1</c:v>
                </c:pt>
                <c:pt idx="29520">
                  <c:v>1</c:v>
                </c:pt>
                <c:pt idx="29521">
                  <c:v>2</c:v>
                </c:pt>
                <c:pt idx="29522">
                  <c:v>8</c:v>
                </c:pt>
                <c:pt idx="29523">
                  <c:v>5</c:v>
                </c:pt>
                <c:pt idx="29524">
                  <c:v>4</c:v>
                </c:pt>
                <c:pt idx="29525">
                  <c:v>3</c:v>
                </c:pt>
                <c:pt idx="29526">
                  <c:v>2</c:v>
                </c:pt>
                <c:pt idx="29527">
                  <c:v>3</c:v>
                </c:pt>
                <c:pt idx="29528">
                  <c:v>7</c:v>
                </c:pt>
                <c:pt idx="29529">
                  <c:v>2</c:v>
                </c:pt>
                <c:pt idx="29530">
                  <c:v>6</c:v>
                </c:pt>
                <c:pt idx="29531">
                  <c:v>7</c:v>
                </c:pt>
                <c:pt idx="29532">
                  <c:v>2</c:v>
                </c:pt>
                <c:pt idx="29533">
                  <c:v>2</c:v>
                </c:pt>
                <c:pt idx="29534">
                  <c:v>8</c:v>
                </c:pt>
                <c:pt idx="29535">
                  <c:v>4</c:v>
                </c:pt>
                <c:pt idx="29536">
                  <c:v>4</c:v>
                </c:pt>
                <c:pt idx="29537">
                  <c:v>4</c:v>
                </c:pt>
                <c:pt idx="29538">
                  <c:v>2</c:v>
                </c:pt>
                <c:pt idx="29539">
                  <c:v>4</c:v>
                </c:pt>
                <c:pt idx="29540">
                  <c:v>4</c:v>
                </c:pt>
                <c:pt idx="29541">
                  <c:v>4</c:v>
                </c:pt>
                <c:pt idx="29542">
                  <c:v>5</c:v>
                </c:pt>
                <c:pt idx="29543">
                  <c:v>4</c:v>
                </c:pt>
                <c:pt idx="29544">
                  <c:v>3</c:v>
                </c:pt>
                <c:pt idx="29545">
                  <c:v>2</c:v>
                </c:pt>
                <c:pt idx="29546">
                  <c:v>1</c:v>
                </c:pt>
                <c:pt idx="29547">
                  <c:v>2</c:v>
                </c:pt>
                <c:pt idx="29548">
                  <c:v>1</c:v>
                </c:pt>
                <c:pt idx="29549">
                  <c:v>3</c:v>
                </c:pt>
                <c:pt idx="29550">
                  <c:v>3</c:v>
                </c:pt>
                <c:pt idx="29551">
                  <c:v>4</c:v>
                </c:pt>
                <c:pt idx="29552">
                  <c:v>6</c:v>
                </c:pt>
                <c:pt idx="29553">
                  <c:v>2</c:v>
                </c:pt>
                <c:pt idx="29554">
                  <c:v>4</c:v>
                </c:pt>
                <c:pt idx="29555">
                  <c:v>4</c:v>
                </c:pt>
                <c:pt idx="29556">
                  <c:v>3</c:v>
                </c:pt>
                <c:pt idx="29557">
                  <c:v>3</c:v>
                </c:pt>
                <c:pt idx="29558">
                  <c:v>4</c:v>
                </c:pt>
                <c:pt idx="29559">
                  <c:v>5</c:v>
                </c:pt>
                <c:pt idx="29560">
                  <c:v>5</c:v>
                </c:pt>
                <c:pt idx="29561">
                  <c:v>6</c:v>
                </c:pt>
                <c:pt idx="29562">
                  <c:v>5</c:v>
                </c:pt>
                <c:pt idx="29563">
                  <c:v>8</c:v>
                </c:pt>
                <c:pt idx="29564">
                  <c:v>4</c:v>
                </c:pt>
                <c:pt idx="29565">
                  <c:v>5</c:v>
                </c:pt>
                <c:pt idx="29566">
                  <c:v>4</c:v>
                </c:pt>
                <c:pt idx="29567">
                  <c:v>8</c:v>
                </c:pt>
                <c:pt idx="29568">
                  <c:v>6</c:v>
                </c:pt>
                <c:pt idx="29569">
                  <c:v>4</c:v>
                </c:pt>
                <c:pt idx="29570">
                  <c:v>2</c:v>
                </c:pt>
                <c:pt idx="29571">
                  <c:v>1</c:v>
                </c:pt>
                <c:pt idx="29572">
                  <c:v>1</c:v>
                </c:pt>
                <c:pt idx="29573">
                  <c:v>1</c:v>
                </c:pt>
                <c:pt idx="29574">
                  <c:v>1</c:v>
                </c:pt>
                <c:pt idx="29575">
                  <c:v>2</c:v>
                </c:pt>
                <c:pt idx="29576">
                  <c:v>2</c:v>
                </c:pt>
                <c:pt idx="29577">
                  <c:v>3</c:v>
                </c:pt>
                <c:pt idx="29578">
                  <c:v>3</c:v>
                </c:pt>
                <c:pt idx="29579">
                  <c:v>1</c:v>
                </c:pt>
                <c:pt idx="29580">
                  <c:v>1</c:v>
                </c:pt>
                <c:pt idx="29581">
                  <c:v>1</c:v>
                </c:pt>
                <c:pt idx="29582">
                  <c:v>3</c:v>
                </c:pt>
                <c:pt idx="29583">
                  <c:v>3</c:v>
                </c:pt>
                <c:pt idx="29584">
                  <c:v>2</c:v>
                </c:pt>
                <c:pt idx="29585">
                  <c:v>3</c:v>
                </c:pt>
                <c:pt idx="29586">
                  <c:v>4</c:v>
                </c:pt>
                <c:pt idx="29587">
                  <c:v>3</c:v>
                </c:pt>
                <c:pt idx="29588">
                  <c:v>4</c:v>
                </c:pt>
                <c:pt idx="29589">
                  <c:v>3</c:v>
                </c:pt>
                <c:pt idx="29590">
                  <c:v>3</c:v>
                </c:pt>
                <c:pt idx="29591">
                  <c:v>3</c:v>
                </c:pt>
                <c:pt idx="29592">
                  <c:v>4</c:v>
                </c:pt>
                <c:pt idx="29593">
                  <c:v>3</c:v>
                </c:pt>
                <c:pt idx="29594">
                  <c:v>3</c:v>
                </c:pt>
                <c:pt idx="29595">
                  <c:v>3</c:v>
                </c:pt>
                <c:pt idx="29596">
                  <c:v>3</c:v>
                </c:pt>
                <c:pt idx="29597">
                  <c:v>2</c:v>
                </c:pt>
                <c:pt idx="29598">
                  <c:v>2</c:v>
                </c:pt>
                <c:pt idx="29599">
                  <c:v>3</c:v>
                </c:pt>
                <c:pt idx="29600">
                  <c:v>3</c:v>
                </c:pt>
                <c:pt idx="29601">
                  <c:v>3</c:v>
                </c:pt>
                <c:pt idx="29602">
                  <c:v>1</c:v>
                </c:pt>
                <c:pt idx="29603">
                  <c:v>3</c:v>
                </c:pt>
                <c:pt idx="29604">
                  <c:v>3</c:v>
                </c:pt>
                <c:pt idx="29605">
                  <c:v>3</c:v>
                </c:pt>
                <c:pt idx="29606">
                  <c:v>3</c:v>
                </c:pt>
                <c:pt idx="29607">
                  <c:v>3</c:v>
                </c:pt>
                <c:pt idx="29608">
                  <c:v>2</c:v>
                </c:pt>
                <c:pt idx="29609">
                  <c:v>3</c:v>
                </c:pt>
                <c:pt idx="29610">
                  <c:v>2</c:v>
                </c:pt>
                <c:pt idx="29611">
                  <c:v>2</c:v>
                </c:pt>
                <c:pt idx="29612">
                  <c:v>2</c:v>
                </c:pt>
                <c:pt idx="29613">
                  <c:v>2</c:v>
                </c:pt>
                <c:pt idx="29614">
                  <c:v>2</c:v>
                </c:pt>
                <c:pt idx="29615">
                  <c:v>2</c:v>
                </c:pt>
                <c:pt idx="29616">
                  <c:v>4</c:v>
                </c:pt>
                <c:pt idx="29617">
                  <c:v>5</c:v>
                </c:pt>
                <c:pt idx="29618">
                  <c:v>10</c:v>
                </c:pt>
                <c:pt idx="29619">
                  <c:v>3</c:v>
                </c:pt>
                <c:pt idx="29620">
                  <c:v>2</c:v>
                </c:pt>
                <c:pt idx="29621">
                  <c:v>2</c:v>
                </c:pt>
                <c:pt idx="29622">
                  <c:v>1</c:v>
                </c:pt>
                <c:pt idx="29623">
                  <c:v>1</c:v>
                </c:pt>
                <c:pt idx="29624">
                  <c:v>1</c:v>
                </c:pt>
                <c:pt idx="29625">
                  <c:v>1</c:v>
                </c:pt>
                <c:pt idx="29626">
                  <c:v>1</c:v>
                </c:pt>
                <c:pt idx="29627">
                  <c:v>1</c:v>
                </c:pt>
                <c:pt idx="29628">
                  <c:v>1</c:v>
                </c:pt>
                <c:pt idx="29629">
                  <c:v>1</c:v>
                </c:pt>
                <c:pt idx="29630">
                  <c:v>1</c:v>
                </c:pt>
                <c:pt idx="29631">
                  <c:v>1</c:v>
                </c:pt>
                <c:pt idx="29632">
                  <c:v>1</c:v>
                </c:pt>
                <c:pt idx="29633">
                  <c:v>1</c:v>
                </c:pt>
                <c:pt idx="29634">
                  <c:v>1</c:v>
                </c:pt>
                <c:pt idx="29635">
                  <c:v>1</c:v>
                </c:pt>
                <c:pt idx="29636">
                  <c:v>2</c:v>
                </c:pt>
                <c:pt idx="29637">
                  <c:v>2</c:v>
                </c:pt>
                <c:pt idx="29638">
                  <c:v>1</c:v>
                </c:pt>
                <c:pt idx="29639">
                  <c:v>1</c:v>
                </c:pt>
                <c:pt idx="29640">
                  <c:v>1</c:v>
                </c:pt>
                <c:pt idx="29641">
                  <c:v>1</c:v>
                </c:pt>
                <c:pt idx="29642">
                  <c:v>1</c:v>
                </c:pt>
                <c:pt idx="29643">
                  <c:v>4</c:v>
                </c:pt>
                <c:pt idx="29644">
                  <c:v>2</c:v>
                </c:pt>
                <c:pt idx="29645">
                  <c:v>2</c:v>
                </c:pt>
                <c:pt idx="29646">
                  <c:v>7</c:v>
                </c:pt>
                <c:pt idx="29647">
                  <c:v>3</c:v>
                </c:pt>
                <c:pt idx="29648">
                  <c:v>2</c:v>
                </c:pt>
                <c:pt idx="29649">
                  <c:v>3</c:v>
                </c:pt>
                <c:pt idx="29650">
                  <c:v>1</c:v>
                </c:pt>
                <c:pt idx="29651">
                  <c:v>1</c:v>
                </c:pt>
                <c:pt idx="29652">
                  <c:v>1</c:v>
                </c:pt>
                <c:pt idx="29653">
                  <c:v>2</c:v>
                </c:pt>
                <c:pt idx="29654">
                  <c:v>3</c:v>
                </c:pt>
                <c:pt idx="29655">
                  <c:v>2</c:v>
                </c:pt>
                <c:pt idx="29656">
                  <c:v>3</c:v>
                </c:pt>
                <c:pt idx="29657">
                  <c:v>2</c:v>
                </c:pt>
                <c:pt idx="29658">
                  <c:v>3</c:v>
                </c:pt>
                <c:pt idx="29659">
                  <c:v>1</c:v>
                </c:pt>
                <c:pt idx="29660">
                  <c:v>1</c:v>
                </c:pt>
                <c:pt idx="29661">
                  <c:v>2</c:v>
                </c:pt>
                <c:pt idx="29662">
                  <c:v>1</c:v>
                </c:pt>
                <c:pt idx="29663">
                  <c:v>1</c:v>
                </c:pt>
                <c:pt idx="29664">
                  <c:v>1</c:v>
                </c:pt>
                <c:pt idx="29665">
                  <c:v>3</c:v>
                </c:pt>
                <c:pt idx="29666">
                  <c:v>1</c:v>
                </c:pt>
                <c:pt idx="29667">
                  <c:v>1</c:v>
                </c:pt>
                <c:pt idx="29668">
                  <c:v>2</c:v>
                </c:pt>
                <c:pt idx="29669">
                  <c:v>2</c:v>
                </c:pt>
                <c:pt idx="29670">
                  <c:v>2</c:v>
                </c:pt>
                <c:pt idx="29671">
                  <c:v>2</c:v>
                </c:pt>
                <c:pt idx="29672">
                  <c:v>4</c:v>
                </c:pt>
                <c:pt idx="29673">
                  <c:v>5</c:v>
                </c:pt>
                <c:pt idx="29674">
                  <c:v>3</c:v>
                </c:pt>
                <c:pt idx="29675">
                  <c:v>3</c:v>
                </c:pt>
                <c:pt idx="29676">
                  <c:v>3</c:v>
                </c:pt>
                <c:pt idx="29677">
                  <c:v>3</c:v>
                </c:pt>
                <c:pt idx="29678">
                  <c:v>2</c:v>
                </c:pt>
                <c:pt idx="29679">
                  <c:v>3</c:v>
                </c:pt>
                <c:pt idx="29680">
                  <c:v>6</c:v>
                </c:pt>
                <c:pt idx="29681">
                  <c:v>4</c:v>
                </c:pt>
                <c:pt idx="29682">
                  <c:v>2</c:v>
                </c:pt>
                <c:pt idx="29683">
                  <c:v>1</c:v>
                </c:pt>
                <c:pt idx="29684">
                  <c:v>4</c:v>
                </c:pt>
                <c:pt idx="29685">
                  <c:v>1</c:v>
                </c:pt>
                <c:pt idx="29686">
                  <c:v>2</c:v>
                </c:pt>
                <c:pt idx="29687">
                  <c:v>2</c:v>
                </c:pt>
                <c:pt idx="29688">
                  <c:v>1</c:v>
                </c:pt>
                <c:pt idx="29689">
                  <c:v>1</c:v>
                </c:pt>
                <c:pt idx="29690">
                  <c:v>2</c:v>
                </c:pt>
                <c:pt idx="29691">
                  <c:v>2</c:v>
                </c:pt>
                <c:pt idx="29692">
                  <c:v>3</c:v>
                </c:pt>
                <c:pt idx="29693">
                  <c:v>3</c:v>
                </c:pt>
                <c:pt idx="29694">
                  <c:v>4</c:v>
                </c:pt>
                <c:pt idx="29695">
                  <c:v>3</c:v>
                </c:pt>
                <c:pt idx="29696">
                  <c:v>4</c:v>
                </c:pt>
                <c:pt idx="29697">
                  <c:v>3</c:v>
                </c:pt>
                <c:pt idx="29698">
                  <c:v>1</c:v>
                </c:pt>
                <c:pt idx="29699">
                  <c:v>3</c:v>
                </c:pt>
                <c:pt idx="29700">
                  <c:v>3</c:v>
                </c:pt>
                <c:pt idx="29701">
                  <c:v>1</c:v>
                </c:pt>
                <c:pt idx="29702">
                  <c:v>2</c:v>
                </c:pt>
                <c:pt idx="29703">
                  <c:v>4</c:v>
                </c:pt>
                <c:pt idx="29704">
                  <c:v>4</c:v>
                </c:pt>
                <c:pt idx="29705">
                  <c:v>1</c:v>
                </c:pt>
                <c:pt idx="29706">
                  <c:v>1</c:v>
                </c:pt>
                <c:pt idx="29707">
                  <c:v>2</c:v>
                </c:pt>
                <c:pt idx="29708">
                  <c:v>3</c:v>
                </c:pt>
                <c:pt idx="29709">
                  <c:v>2</c:v>
                </c:pt>
                <c:pt idx="29710">
                  <c:v>2</c:v>
                </c:pt>
                <c:pt idx="29711">
                  <c:v>3</c:v>
                </c:pt>
                <c:pt idx="29712">
                  <c:v>2</c:v>
                </c:pt>
                <c:pt idx="29713">
                  <c:v>2</c:v>
                </c:pt>
                <c:pt idx="29714">
                  <c:v>3</c:v>
                </c:pt>
                <c:pt idx="29715">
                  <c:v>4</c:v>
                </c:pt>
                <c:pt idx="29716">
                  <c:v>3</c:v>
                </c:pt>
                <c:pt idx="29717">
                  <c:v>2</c:v>
                </c:pt>
                <c:pt idx="29718">
                  <c:v>3</c:v>
                </c:pt>
                <c:pt idx="29719">
                  <c:v>5</c:v>
                </c:pt>
                <c:pt idx="29720">
                  <c:v>3</c:v>
                </c:pt>
                <c:pt idx="29721">
                  <c:v>2</c:v>
                </c:pt>
                <c:pt idx="29722">
                  <c:v>-2</c:v>
                </c:pt>
                <c:pt idx="29723">
                  <c:v>2</c:v>
                </c:pt>
                <c:pt idx="29724">
                  <c:v>2</c:v>
                </c:pt>
                <c:pt idx="29725">
                  <c:v>3</c:v>
                </c:pt>
                <c:pt idx="29726">
                  <c:v>2</c:v>
                </c:pt>
                <c:pt idx="29727">
                  <c:v>2</c:v>
                </c:pt>
                <c:pt idx="29728">
                  <c:v>1</c:v>
                </c:pt>
                <c:pt idx="29729">
                  <c:v>1</c:v>
                </c:pt>
                <c:pt idx="29730">
                  <c:v>2</c:v>
                </c:pt>
                <c:pt idx="29731">
                  <c:v>2</c:v>
                </c:pt>
                <c:pt idx="29732">
                  <c:v>2</c:v>
                </c:pt>
                <c:pt idx="29733">
                  <c:v>2</c:v>
                </c:pt>
                <c:pt idx="29734">
                  <c:v>2</c:v>
                </c:pt>
                <c:pt idx="29735">
                  <c:v>2</c:v>
                </c:pt>
                <c:pt idx="29736">
                  <c:v>2</c:v>
                </c:pt>
                <c:pt idx="29737">
                  <c:v>2</c:v>
                </c:pt>
                <c:pt idx="29738">
                  <c:v>2</c:v>
                </c:pt>
                <c:pt idx="29739">
                  <c:v>2</c:v>
                </c:pt>
                <c:pt idx="29740">
                  <c:v>2</c:v>
                </c:pt>
                <c:pt idx="29741">
                  <c:v>1</c:v>
                </c:pt>
                <c:pt idx="29742">
                  <c:v>2</c:v>
                </c:pt>
                <c:pt idx="29743">
                  <c:v>3</c:v>
                </c:pt>
                <c:pt idx="29744">
                  <c:v>2</c:v>
                </c:pt>
                <c:pt idx="29745">
                  <c:v>4</c:v>
                </c:pt>
                <c:pt idx="29746">
                  <c:v>4</c:v>
                </c:pt>
                <c:pt idx="29747">
                  <c:v>1</c:v>
                </c:pt>
                <c:pt idx="29748">
                  <c:v>1</c:v>
                </c:pt>
                <c:pt idx="29749">
                  <c:v>2</c:v>
                </c:pt>
                <c:pt idx="29750">
                  <c:v>3</c:v>
                </c:pt>
                <c:pt idx="29751">
                  <c:v>1</c:v>
                </c:pt>
                <c:pt idx="29752">
                  <c:v>2</c:v>
                </c:pt>
                <c:pt idx="29753">
                  <c:v>1</c:v>
                </c:pt>
                <c:pt idx="29754">
                  <c:v>1</c:v>
                </c:pt>
                <c:pt idx="29755">
                  <c:v>2</c:v>
                </c:pt>
                <c:pt idx="29756">
                  <c:v>1</c:v>
                </c:pt>
                <c:pt idx="29757">
                  <c:v>2</c:v>
                </c:pt>
                <c:pt idx="29758">
                  <c:v>2</c:v>
                </c:pt>
                <c:pt idx="29759">
                  <c:v>3</c:v>
                </c:pt>
                <c:pt idx="29760">
                  <c:v>4</c:v>
                </c:pt>
                <c:pt idx="29761">
                  <c:v>3</c:v>
                </c:pt>
                <c:pt idx="29762">
                  <c:v>2</c:v>
                </c:pt>
                <c:pt idx="29763">
                  <c:v>2</c:v>
                </c:pt>
                <c:pt idx="29764">
                  <c:v>2</c:v>
                </c:pt>
                <c:pt idx="29765">
                  <c:v>1</c:v>
                </c:pt>
                <c:pt idx="29766">
                  <c:v>2</c:v>
                </c:pt>
                <c:pt idx="29767">
                  <c:v>1</c:v>
                </c:pt>
                <c:pt idx="29768">
                  <c:v>2</c:v>
                </c:pt>
                <c:pt idx="29769">
                  <c:v>1</c:v>
                </c:pt>
                <c:pt idx="29770">
                  <c:v>4</c:v>
                </c:pt>
                <c:pt idx="29771">
                  <c:v>1</c:v>
                </c:pt>
                <c:pt idx="29772">
                  <c:v>2</c:v>
                </c:pt>
                <c:pt idx="29773">
                  <c:v>1</c:v>
                </c:pt>
                <c:pt idx="29774">
                  <c:v>3</c:v>
                </c:pt>
                <c:pt idx="29775">
                  <c:v>7</c:v>
                </c:pt>
                <c:pt idx="29776">
                  <c:v>2</c:v>
                </c:pt>
                <c:pt idx="29777">
                  <c:v>3</c:v>
                </c:pt>
                <c:pt idx="29778">
                  <c:v>2</c:v>
                </c:pt>
                <c:pt idx="29779">
                  <c:v>3</c:v>
                </c:pt>
                <c:pt idx="29780">
                  <c:v>4</c:v>
                </c:pt>
                <c:pt idx="29781">
                  <c:v>3</c:v>
                </c:pt>
                <c:pt idx="29782">
                  <c:v>2</c:v>
                </c:pt>
                <c:pt idx="29783">
                  <c:v>2</c:v>
                </c:pt>
                <c:pt idx="29784">
                  <c:v>2</c:v>
                </c:pt>
                <c:pt idx="29785">
                  <c:v>3</c:v>
                </c:pt>
                <c:pt idx="29786">
                  <c:v>2</c:v>
                </c:pt>
                <c:pt idx="29787">
                  <c:v>4</c:v>
                </c:pt>
                <c:pt idx="29788">
                  <c:v>2</c:v>
                </c:pt>
                <c:pt idx="29789">
                  <c:v>4</c:v>
                </c:pt>
                <c:pt idx="29790">
                  <c:v>3</c:v>
                </c:pt>
                <c:pt idx="29791">
                  <c:v>2</c:v>
                </c:pt>
                <c:pt idx="29792">
                  <c:v>1</c:v>
                </c:pt>
                <c:pt idx="29793">
                  <c:v>2</c:v>
                </c:pt>
                <c:pt idx="29794">
                  <c:v>4</c:v>
                </c:pt>
                <c:pt idx="29795">
                  <c:v>2</c:v>
                </c:pt>
                <c:pt idx="29796">
                  <c:v>3</c:v>
                </c:pt>
                <c:pt idx="29797">
                  <c:v>4</c:v>
                </c:pt>
                <c:pt idx="29798">
                  <c:v>3</c:v>
                </c:pt>
                <c:pt idx="29799">
                  <c:v>3</c:v>
                </c:pt>
                <c:pt idx="29800">
                  <c:v>2</c:v>
                </c:pt>
                <c:pt idx="29801">
                  <c:v>3</c:v>
                </c:pt>
                <c:pt idx="29802">
                  <c:v>3</c:v>
                </c:pt>
                <c:pt idx="29803">
                  <c:v>3</c:v>
                </c:pt>
                <c:pt idx="29804">
                  <c:v>2</c:v>
                </c:pt>
                <c:pt idx="29805">
                  <c:v>2</c:v>
                </c:pt>
                <c:pt idx="29806">
                  <c:v>2</c:v>
                </c:pt>
                <c:pt idx="29807">
                  <c:v>2</c:v>
                </c:pt>
                <c:pt idx="29808">
                  <c:v>3</c:v>
                </c:pt>
                <c:pt idx="29809">
                  <c:v>2</c:v>
                </c:pt>
                <c:pt idx="29810">
                  <c:v>3</c:v>
                </c:pt>
                <c:pt idx="29811">
                  <c:v>3</c:v>
                </c:pt>
                <c:pt idx="29812">
                  <c:v>5</c:v>
                </c:pt>
                <c:pt idx="29813">
                  <c:v>5</c:v>
                </c:pt>
                <c:pt idx="29814">
                  <c:v>3</c:v>
                </c:pt>
                <c:pt idx="29815">
                  <c:v>3</c:v>
                </c:pt>
                <c:pt idx="29816">
                  <c:v>2</c:v>
                </c:pt>
                <c:pt idx="29817">
                  <c:v>2</c:v>
                </c:pt>
                <c:pt idx="29818">
                  <c:v>2</c:v>
                </c:pt>
                <c:pt idx="29819">
                  <c:v>2</c:v>
                </c:pt>
                <c:pt idx="29820">
                  <c:v>2</c:v>
                </c:pt>
                <c:pt idx="29821">
                  <c:v>3</c:v>
                </c:pt>
                <c:pt idx="29822">
                  <c:v>2</c:v>
                </c:pt>
                <c:pt idx="29823">
                  <c:v>2</c:v>
                </c:pt>
                <c:pt idx="29824">
                  <c:v>2</c:v>
                </c:pt>
                <c:pt idx="29825">
                  <c:v>2</c:v>
                </c:pt>
                <c:pt idx="29826">
                  <c:v>2</c:v>
                </c:pt>
                <c:pt idx="29827">
                  <c:v>2</c:v>
                </c:pt>
                <c:pt idx="29828">
                  <c:v>4</c:v>
                </c:pt>
                <c:pt idx="29829">
                  <c:v>4</c:v>
                </c:pt>
                <c:pt idx="29830">
                  <c:v>4</c:v>
                </c:pt>
                <c:pt idx="29831">
                  <c:v>4</c:v>
                </c:pt>
                <c:pt idx="29832">
                  <c:v>4</c:v>
                </c:pt>
                <c:pt idx="29833">
                  <c:v>4</c:v>
                </c:pt>
                <c:pt idx="29834">
                  <c:v>4</c:v>
                </c:pt>
                <c:pt idx="29835">
                  <c:v>4</c:v>
                </c:pt>
                <c:pt idx="29836">
                  <c:v>2</c:v>
                </c:pt>
                <c:pt idx="29837">
                  <c:v>3</c:v>
                </c:pt>
                <c:pt idx="29838">
                  <c:v>1</c:v>
                </c:pt>
                <c:pt idx="29839">
                  <c:v>3</c:v>
                </c:pt>
                <c:pt idx="29840">
                  <c:v>1</c:v>
                </c:pt>
                <c:pt idx="29841">
                  <c:v>2</c:v>
                </c:pt>
                <c:pt idx="29842">
                  <c:v>2</c:v>
                </c:pt>
                <c:pt idx="29843">
                  <c:v>5</c:v>
                </c:pt>
                <c:pt idx="29844">
                  <c:v>2</c:v>
                </c:pt>
                <c:pt idx="29845">
                  <c:v>5</c:v>
                </c:pt>
                <c:pt idx="29846">
                  <c:v>2</c:v>
                </c:pt>
                <c:pt idx="29847">
                  <c:v>3</c:v>
                </c:pt>
                <c:pt idx="29848">
                  <c:v>3</c:v>
                </c:pt>
                <c:pt idx="29849">
                  <c:v>2</c:v>
                </c:pt>
                <c:pt idx="29850">
                  <c:v>3</c:v>
                </c:pt>
                <c:pt idx="29851">
                  <c:v>4</c:v>
                </c:pt>
                <c:pt idx="29852">
                  <c:v>3</c:v>
                </c:pt>
                <c:pt idx="29853">
                  <c:v>5</c:v>
                </c:pt>
                <c:pt idx="29854">
                  <c:v>3</c:v>
                </c:pt>
                <c:pt idx="29855">
                  <c:v>3</c:v>
                </c:pt>
                <c:pt idx="29856">
                  <c:v>3</c:v>
                </c:pt>
                <c:pt idx="29857">
                  <c:v>2</c:v>
                </c:pt>
                <c:pt idx="29858">
                  <c:v>1</c:v>
                </c:pt>
                <c:pt idx="29859">
                  <c:v>1</c:v>
                </c:pt>
                <c:pt idx="29860">
                  <c:v>2</c:v>
                </c:pt>
                <c:pt idx="29861">
                  <c:v>3</c:v>
                </c:pt>
                <c:pt idx="29862">
                  <c:v>4</c:v>
                </c:pt>
                <c:pt idx="29863">
                  <c:v>1</c:v>
                </c:pt>
                <c:pt idx="29864">
                  <c:v>1</c:v>
                </c:pt>
                <c:pt idx="29865">
                  <c:v>3</c:v>
                </c:pt>
                <c:pt idx="29866">
                  <c:v>3</c:v>
                </c:pt>
                <c:pt idx="29867">
                  <c:v>2</c:v>
                </c:pt>
                <c:pt idx="29868">
                  <c:v>2</c:v>
                </c:pt>
                <c:pt idx="29869">
                  <c:v>2</c:v>
                </c:pt>
                <c:pt idx="29870">
                  <c:v>2</c:v>
                </c:pt>
                <c:pt idx="29871">
                  <c:v>2</c:v>
                </c:pt>
                <c:pt idx="29872">
                  <c:v>1</c:v>
                </c:pt>
                <c:pt idx="29873">
                  <c:v>1</c:v>
                </c:pt>
                <c:pt idx="29874">
                  <c:v>2</c:v>
                </c:pt>
                <c:pt idx="29875">
                  <c:v>2</c:v>
                </c:pt>
                <c:pt idx="29876">
                  <c:v>1</c:v>
                </c:pt>
                <c:pt idx="29877">
                  <c:v>3</c:v>
                </c:pt>
                <c:pt idx="29878">
                  <c:v>6</c:v>
                </c:pt>
                <c:pt idx="29879">
                  <c:v>2</c:v>
                </c:pt>
                <c:pt idx="29880">
                  <c:v>3</c:v>
                </c:pt>
                <c:pt idx="29881">
                  <c:v>2</c:v>
                </c:pt>
                <c:pt idx="29882">
                  <c:v>2</c:v>
                </c:pt>
                <c:pt idx="29883">
                  <c:v>2</c:v>
                </c:pt>
                <c:pt idx="29884">
                  <c:v>2</c:v>
                </c:pt>
                <c:pt idx="29885">
                  <c:v>1</c:v>
                </c:pt>
                <c:pt idx="29886">
                  <c:v>2</c:v>
                </c:pt>
                <c:pt idx="29887">
                  <c:v>3</c:v>
                </c:pt>
                <c:pt idx="29888">
                  <c:v>3</c:v>
                </c:pt>
                <c:pt idx="29889">
                  <c:v>6</c:v>
                </c:pt>
                <c:pt idx="29890">
                  <c:v>9</c:v>
                </c:pt>
                <c:pt idx="29891">
                  <c:v>4</c:v>
                </c:pt>
                <c:pt idx="29892">
                  <c:v>3</c:v>
                </c:pt>
                <c:pt idx="29893">
                  <c:v>2</c:v>
                </c:pt>
                <c:pt idx="29894">
                  <c:v>3</c:v>
                </c:pt>
                <c:pt idx="29895">
                  <c:v>3</c:v>
                </c:pt>
                <c:pt idx="29896">
                  <c:v>2</c:v>
                </c:pt>
                <c:pt idx="29897">
                  <c:v>5</c:v>
                </c:pt>
                <c:pt idx="29898">
                  <c:v>2</c:v>
                </c:pt>
                <c:pt idx="29899">
                  <c:v>1</c:v>
                </c:pt>
                <c:pt idx="29900">
                  <c:v>1</c:v>
                </c:pt>
                <c:pt idx="29901">
                  <c:v>4</c:v>
                </c:pt>
                <c:pt idx="29902">
                  <c:v>4</c:v>
                </c:pt>
                <c:pt idx="29903">
                  <c:v>2</c:v>
                </c:pt>
                <c:pt idx="29904">
                  <c:v>0</c:v>
                </c:pt>
                <c:pt idx="29905">
                  <c:v>3</c:v>
                </c:pt>
                <c:pt idx="29906">
                  <c:v>1</c:v>
                </c:pt>
                <c:pt idx="29907">
                  <c:v>0</c:v>
                </c:pt>
                <c:pt idx="29908">
                  <c:v>1</c:v>
                </c:pt>
                <c:pt idx="29909">
                  <c:v>3</c:v>
                </c:pt>
                <c:pt idx="29910">
                  <c:v>2</c:v>
                </c:pt>
                <c:pt idx="29911">
                  <c:v>2</c:v>
                </c:pt>
                <c:pt idx="29912">
                  <c:v>2</c:v>
                </c:pt>
                <c:pt idx="29913">
                  <c:v>3</c:v>
                </c:pt>
                <c:pt idx="29914">
                  <c:v>15</c:v>
                </c:pt>
                <c:pt idx="29915">
                  <c:v>8</c:v>
                </c:pt>
                <c:pt idx="29916">
                  <c:v>8</c:v>
                </c:pt>
                <c:pt idx="29917">
                  <c:v>6</c:v>
                </c:pt>
                <c:pt idx="29918">
                  <c:v>8</c:v>
                </c:pt>
                <c:pt idx="29919">
                  <c:v>10</c:v>
                </c:pt>
                <c:pt idx="29920">
                  <c:v>2</c:v>
                </c:pt>
                <c:pt idx="29921">
                  <c:v>2</c:v>
                </c:pt>
                <c:pt idx="29922">
                  <c:v>5</c:v>
                </c:pt>
                <c:pt idx="29923">
                  <c:v>5</c:v>
                </c:pt>
                <c:pt idx="29924">
                  <c:v>2</c:v>
                </c:pt>
                <c:pt idx="29925">
                  <c:v>2</c:v>
                </c:pt>
                <c:pt idx="29926">
                  <c:v>5</c:v>
                </c:pt>
                <c:pt idx="29927">
                  <c:v>1</c:v>
                </c:pt>
                <c:pt idx="29928">
                  <c:v>3</c:v>
                </c:pt>
                <c:pt idx="29929">
                  <c:v>1</c:v>
                </c:pt>
                <c:pt idx="29930">
                  <c:v>1</c:v>
                </c:pt>
                <c:pt idx="29931">
                  <c:v>1</c:v>
                </c:pt>
                <c:pt idx="29932">
                  <c:v>2</c:v>
                </c:pt>
                <c:pt idx="29933">
                  <c:v>3</c:v>
                </c:pt>
                <c:pt idx="29934">
                  <c:v>3</c:v>
                </c:pt>
                <c:pt idx="29935">
                  <c:v>3</c:v>
                </c:pt>
                <c:pt idx="29936">
                  <c:v>1</c:v>
                </c:pt>
                <c:pt idx="29937">
                  <c:v>2</c:v>
                </c:pt>
                <c:pt idx="29938">
                  <c:v>3</c:v>
                </c:pt>
                <c:pt idx="29939">
                  <c:v>2</c:v>
                </c:pt>
                <c:pt idx="29940">
                  <c:v>5</c:v>
                </c:pt>
                <c:pt idx="29941">
                  <c:v>6</c:v>
                </c:pt>
                <c:pt idx="29942">
                  <c:v>3</c:v>
                </c:pt>
                <c:pt idx="29943">
                  <c:v>4</c:v>
                </c:pt>
                <c:pt idx="29944">
                  <c:v>4</c:v>
                </c:pt>
                <c:pt idx="29945">
                  <c:v>14</c:v>
                </c:pt>
                <c:pt idx="29946">
                  <c:v>8</c:v>
                </c:pt>
                <c:pt idx="29947">
                  <c:v>7</c:v>
                </c:pt>
                <c:pt idx="29948">
                  <c:v>4</c:v>
                </c:pt>
                <c:pt idx="29949">
                  <c:v>2</c:v>
                </c:pt>
                <c:pt idx="29950">
                  <c:v>7</c:v>
                </c:pt>
                <c:pt idx="29951">
                  <c:v>6</c:v>
                </c:pt>
                <c:pt idx="29952">
                  <c:v>6</c:v>
                </c:pt>
                <c:pt idx="29953">
                  <c:v>5</c:v>
                </c:pt>
                <c:pt idx="29954">
                  <c:v>4</c:v>
                </c:pt>
                <c:pt idx="29955">
                  <c:v>4</c:v>
                </c:pt>
                <c:pt idx="29956">
                  <c:v>4</c:v>
                </c:pt>
                <c:pt idx="29957">
                  <c:v>6</c:v>
                </c:pt>
                <c:pt idx="29958">
                  <c:v>6</c:v>
                </c:pt>
                <c:pt idx="29959">
                  <c:v>3</c:v>
                </c:pt>
                <c:pt idx="29960">
                  <c:v>1</c:v>
                </c:pt>
                <c:pt idx="29961">
                  <c:v>2</c:v>
                </c:pt>
                <c:pt idx="29962">
                  <c:v>-2</c:v>
                </c:pt>
                <c:pt idx="29963">
                  <c:v>1</c:v>
                </c:pt>
                <c:pt idx="29964">
                  <c:v>2</c:v>
                </c:pt>
                <c:pt idx="29965">
                  <c:v>2</c:v>
                </c:pt>
                <c:pt idx="29966">
                  <c:v>2</c:v>
                </c:pt>
                <c:pt idx="29967">
                  <c:v>1</c:v>
                </c:pt>
                <c:pt idx="29968">
                  <c:v>2</c:v>
                </c:pt>
                <c:pt idx="29969">
                  <c:v>1</c:v>
                </c:pt>
                <c:pt idx="29970">
                  <c:v>3</c:v>
                </c:pt>
                <c:pt idx="29971">
                  <c:v>4</c:v>
                </c:pt>
                <c:pt idx="29972">
                  <c:v>2</c:v>
                </c:pt>
                <c:pt idx="29973">
                  <c:v>3</c:v>
                </c:pt>
                <c:pt idx="29974">
                  <c:v>2</c:v>
                </c:pt>
                <c:pt idx="29975">
                  <c:v>2</c:v>
                </c:pt>
                <c:pt idx="29976">
                  <c:v>2</c:v>
                </c:pt>
                <c:pt idx="29977">
                  <c:v>2</c:v>
                </c:pt>
                <c:pt idx="29978">
                  <c:v>2</c:v>
                </c:pt>
                <c:pt idx="29979">
                  <c:v>2</c:v>
                </c:pt>
                <c:pt idx="29980">
                  <c:v>6</c:v>
                </c:pt>
                <c:pt idx="29981">
                  <c:v>2</c:v>
                </c:pt>
                <c:pt idx="29982">
                  <c:v>4</c:v>
                </c:pt>
                <c:pt idx="29983">
                  <c:v>4</c:v>
                </c:pt>
                <c:pt idx="29984">
                  <c:v>3</c:v>
                </c:pt>
                <c:pt idx="29985">
                  <c:v>2</c:v>
                </c:pt>
                <c:pt idx="29986">
                  <c:v>2</c:v>
                </c:pt>
                <c:pt idx="29987">
                  <c:v>2</c:v>
                </c:pt>
                <c:pt idx="29988">
                  <c:v>2</c:v>
                </c:pt>
                <c:pt idx="29989">
                  <c:v>2</c:v>
                </c:pt>
                <c:pt idx="29990">
                  <c:v>1</c:v>
                </c:pt>
                <c:pt idx="29991">
                  <c:v>3</c:v>
                </c:pt>
                <c:pt idx="29992">
                  <c:v>1</c:v>
                </c:pt>
                <c:pt idx="29993">
                  <c:v>1</c:v>
                </c:pt>
                <c:pt idx="29994">
                  <c:v>1</c:v>
                </c:pt>
                <c:pt idx="29995">
                  <c:v>3</c:v>
                </c:pt>
                <c:pt idx="29996">
                  <c:v>3</c:v>
                </c:pt>
                <c:pt idx="29997">
                  <c:v>1</c:v>
                </c:pt>
                <c:pt idx="29998">
                  <c:v>1</c:v>
                </c:pt>
                <c:pt idx="29999">
                  <c:v>2</c:v>
                </c:pt>
                <c:pt idx="30000">
                  <c:v>1</c:v>
                </c:pt>
                <c:pt idx="30001">
                  <c:v>2</c:v>
                </c:pt>
                <c:pt idx="30002">
                  <c:v>1</c:v>
                </c:pt>
                <c:pt idx="30003">
                  <c:v>3</c:v>
                </c:pt>
                <c:pt idx="30004">
                  <c:v>1</c:v>
                </c:pt>
                <c:pt idx="30005">
                  <c:v>3</c:v>
                </c:pt>
                <c:pt idx="30006">
                  <c:v>4</c:v>
                </c:pt>
                <c:pt idx="30007">
                  <c:v>2</c:v>
                </c:pt>
                <c:pt idx="30008">
                  <c:v>2</c:v>
                </c:pt>
                <c:pt idx="30009">
                  <c:v>2</c:v>
                </c:pt>
                <c:pt idx="30010">
                  <c:v>2</c:v>
                </c:pt>
                <c:pt idx="30011">
                  <c:v>3</c:v>
                </c:pt>
                <c:pt idx="30012">
                  <c:v>2</c:v>
                </c:pt>
                <c:pt idx="30013">
                  <c:v>3</c:v>
                </c:pt>
                <c:pt idx="30014">
                  <c:v>4</c:v>
                </c:pt>
                <c:pt idx="30015">
                  <c:v>1</c:v>
                </c:pt>
                <c:pt idx="30016">
                  <c:v>2</c:v>
                </c:pt>
                <c:pt idx="30017">
                  <c:v>2</c:v>
                </c:pt>
                <c:pt idx="30018">
                  <c:v>3</c:v>
                </c:pt>
                <c:pt idx="30019">
                  <c:v>2</c:v>
                </c:pt>
                <c:pt idx="30020">
                  <c:v>1</c:v>
                </c:pt>
                <c:pt idx="30021">
                  <c:v>2</c:v>
                </c:pt>
                <c:pt idx="30022">
                  <c:v>2</c:v>
                </c:pt>
                <c:pt idx="30023">
                  <c:v>2</c:v>
                </c:pt>
                <c:pt idx="30024">
                  <c:v>3</c:v>
                </c:pt>
                <c:pt idx="30025">
                  <c:v>3</c:v>
                </c:pt>
                <c:pt idx="30026">
                  <c:v>2</c:v>
                </c:pt>
                <c:pt idx="30027">
                  <c:v>2</c:v>
                </c:pt>
                <c:pt idx="30028">
                  <c:v>2</c:v>
                </c:pt>
                <c:pt idx="30029">
                  <c:v>1</c:v>
                </c:pt>
                <c:pt idx="30030">
                  <c:v>2</c:v>
                </c:pt>
                <c:pt idx="30031">
                  <c:v>1</c:v>
                </c:pt>
                <c:pt idx="30032">
                  <c:v>2</c:v>
                </c:pt>
                <c:pt idx="30033">
                  <c:v>5</c:v>
                </c:pt>
                <c:pt idx="30034">
                  <c:v>2</c:v>
                </c:pt>
                <c:pt idx="30035">
                  <c:v>4</c:v>
                </c:pt>
                <c:pt idx="30036">
                  <c:v>4</c:v>
                </c:pt>
                <c:pt idx="30037">
                  <c:v>3</c:v>
                </c:pt>
                <c:pt idx="30038">
                  <c:v>2</c:v>
                </c:pt>
                <c:pt idx="30039">
                  <c:v>4</c:v>
                </c:pt>
                <c:pt idx="30040">
                  <c:v>7</c:v>
                </c:pt>
                <c:pt idx="30041">
                  <c:v>5</c:v>
                </c:pt>
                <c:pt idx="30042">
                  <c:v>5</c:v>
                </c:pt>
                <c:pt idx="30043">
                  <c:v>9</c:v>
                </c:pt>
                <c:pt idx="30044">
                  <c:v>5</c:v>
                </c:pt>
                <c:pt idx="30045">
                  <c:v>5</c:v>
                </c:pt>
                <c:pt idx="30046">
                  <c:v>2</c:v>
                </c:pt>
                <c:pt idx="30047">
                  <c:v>2</c:v>
                </c:pt>
                <c:pt idx="30048">
                  <c:v>4</c:v>
                </c:pt>
                <c:pt idx="30049">
                  <c:v>2</c:v>
                </c:pt>
                <c:pt idx="30050">
                  <c:v>2</c:v>
                </c:pt>
                <c:pt idx="30051">
                  <c:v>4</c:v>
                </c:pt>
                <c:pt idx="30052">
                  <c:v>4</c:v>
                </c:pt>
                <c:pt idx="30053">
                  <c:v>4</c:v>
                </c:pt>
                <c:pt idx="30054">
                  <c:v>0</c:v>
                </c:pt>
                <c:pt idx="30055">
                  <c:v>3</c:v>
                </c:pt>
                <c:pt idx="30056">
                  <c:v>3</c:v>
                </c:pt>
                <c:pt idx="30057">
                  <c:v>2</c:v>
                </c:pt>
                <c:pt idx="30058">
                  <c:v>2</c:v>
                </c:pt>
                <c:pt idx="30059">
                  <c:v>2</c:v>
                </c:pt>
                <c:pt idx="30060">
                  <c:v>2</c:v>
                </c:pt>
                <c:pt idx="30061">
                  <c:v>12</c:v>
                </c:pt>
                <c:pt idx="30062">
                  <c:v>4</c:v>
                </c:pt>
                <c:pt idx="30063">
                  <c:v>3</c:v>
                </c:pt>
                <c:pt idx="30064">
                  <c:v>4</c:v>
                </c:pt>
                <c:pt idx="30065">
                  <c:v>4</c:v>
                </c:pt>
                <c:pt idx="30066">
                  <c:v>6</c:v>
                </c:pt>
                <c:pt idx="30067">
                  <c:v>6</c:v>
                </c:pt>
                <c:pt idx="30068">
                  <c:v>3</c:v>
                </c:pt>
                <c:pt idx="30069">
                  <c:v>3</c:v>
                </c:pt>
                <c:pt idx="30070">
                  <c:v>10</c:v>
                </c:pt>
                <c:pt idx="30071">
                  <c:v>5</c:v>
                </c:pt>
                <c:pt idx="30072">
                  <c:v>1</c:v>
                </c:pt>
                <c:pt idx="30073">
                  <c:v>1</c:v>
                </c:pt>
                <c:pt idx="30074">
                  <c:v>4</c:v>
                </c:pt>
                <c:pt idx="30075">
                  <c:v>3</c:v>
                </c:pt>
                <c:pt idx="30076">
                  <c:v>4</c:v>
                </c:pt>
                <c:pt idx="30077">
                  <c:v>2</c:v>
                </c:pt>
                <c:pt idx="30078">
                  <c:v>1</c:v>
                </c:pt>
                <c:pt idx="30079">
                  <c:v>4</c:v>
                </c:pt>
                <c:pt idx="30080">
                  <c:v>2</c:v>
                </c:pt>
                <c:pt idx="30081">
                  <c:v>3</c:v>
                </c:pt>
                <c:pt idx="30082">
                  <c:v>3</c:v>
                </c:pt>
                <c:pt idx="30083">
                  <c:v>2</c:v>
                </c:pt>
                <c:pt idx="30084">
                  <c:v>3</c:v>
                </c:pt>
                <c:pt idx="30085">
                  <c:v>3</c:v>
                </c:pt>
                <c:pt idx="30086">
                  <c:v>1</c:v>
                </c:pt>
                <c:pt idx="30087">
                  <c:v>4</c:v>
                </c:pt>
                <c:pt idx="30088">
                  <c:v>3</c:v>
                </c:pt>
                <c:pt idx="30089">
                  <c:v>1</c:v>
                </c:pt>
                <c:pt idx="30090">
                  <c:v>2</c:v>
                </c:pt>
                <c:pt idx="30091">
                  <c:v>3</c:v>
                </c:pt>
                <c:pt idx="30092">
                  <c:v>2</c:v>
                </c:pt>
                <c:pt idx="30093">
                  <c:v>3</c:v>
                </c:pt>
                <c:pt idx="30094">
                  <c:v>2</c:v>
                </c:pt>
                <c:pt idx="30095">
                  <c:v>3</c:v>
                </c:pt>
                <c:pt idx="30096">
                  <c:v>3</c:v>
                </c:pt>
                <c:pt idx="30097">
                  <c:v>1</c:v>
                </c:pt>
                <c:pt idx="30098">
                  <c:v>2</c:v>
                </c:pt>
                <c:pt idx="30099">
                  <c:v>1</c:v>
                </c:pt>
                <c:pt idx="30100">
                  <c:v>2</c:v>
                </c:pt>
                <c:pt idx="30101">
                  <c:v>3</c:v>
                </c:pt>
                <c:pt idx="30102">
                  <c:v>3</c:v>
                </c:pt>
                <c:pt idx="30103">
                  <c:v>2</c:v>
                </c:pt>
                <c:pt idx="30104">
                  <c:v>4</c:v>
                </c:pt>
                <c:pt idx="30105">
                  <c:v>5</c:v>
                </c:pt>
                <c:pt idx="30106">
                  <c:v>3</c:v>
                </c:pt>
                <c:pt idx="30107">
                  <c:v>4</c:v>
                </c:pt>
                <c:pt idx="30108">
                  <c:v>3</c:v>
                </c:pt>
                <c:pt idx="30109">
                  <c:v>4</c:v>
                </c:pt>
                <c:pt idx="30110">
                  <c:v>5</c:v>
                </c:pt>
                <c:pt idx="30111">
                  <c:v>3</c:v>
                </c:pt>
                <c:pt idx="30112">
                  <c:v>2</c:v>
                </c:pt>
                <c:pt idx="30113">
                  <c:v>11</c:v>
                </c:pt>
                <c:pt idx="30114">
                  <c:v>8</c:v>
                </c:pt>
                <c:pt idx="30115">
                  <c:v>12</c:v>
                </c:pt>
                <c:pt idx="30116">
                  <c:v>8</c:v>
                </c:pt>
                <c:pt idx="30117">
                  <c:v>4</c:v>
                </c:pt>
                <c:pt idx="30118">
                  <c:v>4</c:v>
                </c:pt>
                <c:pt idx="30119">
                  <c:v>1</c:v>
                </c:pt>
                <c:pt idx="30120">
                  <c:v>1</c:v>
                </c:pt>
                <c:pt idx="30121">
                  <c:v>1</c:v>
                </c:pt>
                <c:pt idx="30122">
                  <c:v>2</c:v>
                </c:pt>
                <c:pt idx="30123">
                  <c:v>4</c:v>
                </c:pt>
                <c:pt idx="30124">
                  <c:v>5</c:v>
                </c:pt>
                <c:pt idx="30125">
                  <c:v>2</c:v>
                </c:pt>
                <c:pt idx="30126">
                  <c:v>7</c:v>
                </c:pt>
                <c:pt idx="30127">
                  <c:v>4</c:v>
                </c:pt>
                <c:pt idx="30128">
                  <c:v>4</c:v>
                </c:pt>
                <c:pt idx="30129">
                  <c:v>6</c:v>
                </c:pt>
                <c:pt idx="30130">
                  <c:v>3</c:v>
                </c:pt>
                <c:pt idx="30131">
                  <c:v>5</c:v>
                </c:pt>
                <c:pt idx="30132">
                  <c:v>1</c:v>
                </c:pt>
                <c:pt idx="30133">
                  <c:v>2</c:v>
                </c:pt>
                <c:pt idx="30134">
                  <c:v>2</c:v>
                </c:pt>
                <c:pt idx="30135">
                  <c:v>1</c:v>
                </c:pt>
                <c:pt idx="30136">
                  <c:v>2</c:v>
                </c:pt>
                <c:pt idx="30137">
                  <c:v>2</c:v>
                </c:pt>
                <c:pt idx="30138">
                  <c:v>1</c:v>
                </c:pt>
                <c:pt idx="30139">
                  <c:v>3</c:v>
                </c:pt>
                <c:pt idx="30140">
                  <c:v>5</c:v>
                </c:pt>
                <c:pt idx="30141">
                  <c:v>4</c:v>
                </c:pt>
                <c:pt idx="30142">
                  <c:v>3</c:v>
                </c:pt>
                <c:pt idx="30143">
                  <c:v>3</c:v>
                </c:pt>
                <c:pt idx="30144">
                  <c:v>3</c:v>
                </c:pt>
                <c:pt idx="30145">
                  <c:v>2</c:v>
                </c:pt>
                <c:pt idx="30146">
                  <c:v>5</c:v>
                </c:pt>
                <c:pt idx="30147">
                  <c:v>3</c:v>
                </c:pt>
                <c:pt idx="30148">
                  <c:v>4</c:v>
                </c:pt>
                <c:pt idx="30149">
                  <c:v>4</c:v>
                </c:pt>
                <c:pt idx="30150">
                  <c:v>5</c:v>
                </c:pt>
                <c:pt idx="30151">
                  <c:v>3</c:v>
                </c:pt>
                <c:pt idx="30152">
                  <c:v>5</c:v>
                </c:pt>
                <c:pt idx="30153">
                  <c:v>3</c:v>
                </c:pt>
                <c:pt idx="30154">
                  <c:v>6</c:v>
                </c:pt>
                <c:pt idx="30155">
                  <c:v>3</c:v>
                </c:pt>
                <c:pt idx="30156">
                  <c:v>5</c:v>
                </c:pt>
                <c:pt idx="30157">
                  <c:v>3</c:v>
                </c:pt>
                <c:pt idx="30158">
                  <c:v>2</c:v>
                </c:pt>
                <c:pt idx="30159">
                  <c:v>2</c:v>
                </c:pt>
                <c:pt idx="30160">
                  <c:v>4</c:v>
                </c:pt>
                <c:pt idx="30161">
                  <c:v>3</c:v>
                </c:pt>
                <c:pt idx="30162">
                  <c:v>4</c:v>
                </c:pt>
                <c:pt idx="30163">
                  <c:v>3</c:v>
                </c:pt>
                <c:pt idx="30164">
                  <c:v>5</c:v>
                </c:pt>
                <c:pt idx="30165">
                  <c:v>3</c:v>
                </c:pt>
                <c:pt idx="30166">
                  <c:v>2</c:v>
                </c:pt>
                <c:pt idx="30167">
                  <c:v>2</c:v>
                </c:pt>
                <c:pt idx="30168">
                  <c:v>3</c:v>
                </c:pt>
                <c:pt idx="30169">
                  <c:v>3</c:v>
                </c:pt>
                <c:pt idx="30170">
                  <c:v>2</c:v>
                </c:pt>
                <c:pt idx="30171">
                  <c:v>3</c:v>
                </c:pt>
                <c:pt idx="30172">
                  <c:v>3</c:v>
                </c:pt>
                <c:pt idx="30173">
                  <c:v>2</c:v>
                </c:pt>
                <c:pt idx="30174">
                  <c:v>2</c:v>
                </c:pt>
                <c:pt idx="30175">
                  <c:v>2</c:v>
                </c:pt>
                <c:pt idx="30176">
                  <c:v>3</c:v>
                </c:pt>
                <c:pt idx="30177">
                  <c:v>3</c:v>
                </c:pt>
                <c:pt idx="30178">
                  <c:v>2</c:v>
                </c:pt>
                <c:pt idx="30179">
                  <c:v>2</c:v>
                </c:pt>
                <c:pt idx="30180">
                  <c:v>2</c:v>
                </c:pt>
                <c:pt idx="30181">
                  <c:v>4</c:v>
                </c:pt>
                <c:pt idx="30182">
                  <c:v>2</c:v>
                </c:pt>
                <c:pt idx="30183">
                  <c:v>5</c:v>
                </c:pt>
                <c:pt idx="30184">
                  <c:v>6</c:v>
                </c:pt>
                <c:pt idx="30185">
                  <c:v>4</c:v>
                </c:pt>
                <c:pt idx="30186">
                  <c:v>3</c:v>
                </c:pt>
                <c:pt idx="30187">
                  <c:v>1</c:v>
                </c:pt>
                <c:pt idx="30188">
                  <c:v>3</c:v>
                </c:pt>
                <c:pt idx="30189">
                  <c:v>1</c:v>
                </c:pt>
                <c:pt idx="30190">
                  <c:v>4</c:v>
                </c:pt>
                <c:pt idx="30191">
                  <c:v>4</c:v>
                </c:pt>
                <c:pt idx="30192">
                  <c:v>3</c:v>
                </c:pt>
                <c:pt idx="30193">
                  <c:v>1</c:v>
                </c:pt>
                <c:pt idx="30194">
                  <c:v>1</c:v>
                </c:pt>
                <c:pt idx="30195">
                  <c:v>2</c:v>
                </c:pt>
                <c:pt idx="30196">
                  <c:v>2</c:v>
                </c:pt>
                <c:pt idx="30197">
                  <c:v>2</c:v>
                </c:pt>
                <c:pt idx="30198">
                  <c:v>2</c:v>
                </c:pt>
                <c:pt idx="30199">
                  <c:v>4</c:v>
                </c:pt>
                <c:pt idx="30200">
                  <c:v>3</c:v>
                </c:pt>
                <c:pt idx="30201">
                  <c:v>1</c:v>
                </c:pt>
                <c:pt idx="30202">
                  <c:v>2</c:v>
                </c:pt>
                <c:pt idx="30203">
                  <c:v>2</c:v>
                </c:pt>
                <c:pt idx="30204">
                  <c:v>2</c:v>
                </c:pt>
                <c:pt idx="30205">
                  <c:v>2</c:v>
                </c:pt>
                <c:pt idx="30206">
                  <c:v>3</c:v>
                </c:pt>
                <c:pt idx="30207">
                  <c:v>3</c:v>
                </c:pt>
                <c:pt idx="30208">
                  <c:v>2</c:v>
                </c:pt>
                <c:pt idx="30209">
                  <c:v>3</c:v>
                </c:pt>
                <c:pt idx="30210">
                  <c:v>2</c:v>
                </c:pt>
                <c:pt idx="30211">
                  <c:v>4</c:v>
                </c:pt>
                <c:pt idx="30212">
                  <c:v>2</c:v>
                </c:pt>
                <c:pt idx="30213">
                  <c:v>3</c:v>
                </c:pt>
                <c:pt idx="30214">
                  <c:v>2</c:v>
                </c:pt>
                <c:pt idx="30215">
                  <c:v>3</c:v>
                </c:pt>
                <c:pt idx="30216">
                  <c:v>3</c:v>
                </c:pt>
                <c:pt idx="30217">
                  <c:v>2</c:v>
                </c:pt>
                <c:pt idx="30218">
                  <c:v>1</c:v>
                </c:pt>
                <c:pt idx="30219">
                  <c:v>2</c:v>
                </c:pt>
                <c:pt idx="30220">
                  <c:v>1</c:v>
                </c:pt>
                <c:pt idx="30221">
                  <c:v>2</c:v>
                </c:pt>
                <c:pt idx="30222">
                  <c:v>3</c:v>
                </c:pt>
                <c:pt idx="30223">
                  <c:v>1</c:v>
                </c:pt>
                <c:pt idx="30224">
                  <c:v>4</c:v>
                </c:pt>
                <c:pt idx="30225">
                  <c:v>2</c:v>
                </c:pt>
                <c:pt idx="30226">
                  <c:v>6</c:v>
                </c:pt>
                <c:pt idx="30227">
                  <c:v>3</c:v>
                </c:pt>
                <c:pt idx="30228">
                  <c:v>2</c:v>
                </c:pt>
                <c:pt idx="30229">
                  <c:v>6</c:v>
                </c:pt>
                <c:pt idx="30230">
                  <c:v>4</c:v>
                </c:pt>
                <c:pt idx="30231">
                  <c:v>2</c:v>
                </c:pt>
                <c:pt idx="30232">
                  <c:v>9</c:v>
                </c:pt>
                <c:pt idx="30233">
                  <c:v>7</c:v>
                </c:pt>
                <c:pt idx="30234">
                  <c:v>5</c:v>
                </c:pt>
                <c:pt idx="30235">
                  <c:v>6</c:v>
                </c:pt>
                <c:pt idx="30236">
                  <c:v>1</c:v>
                </c:pt>
                <c:pt idx="30237">
                  <c:v>1</c:v>
                </c:pt>
                <c:pt idx="30238">
                  <c:v>1</c:v>
                </c:pt>
                <c:pt idx="30239">
                  <c:v>2</c:v>
                </c:pt>
                <c:pt idx="30240">
                  <c:v>1</c:v>
                </c:pt>
                <c:pt idx="30241">
                  <c:v>1</c:v>
                </c:pt>
                <c:pt idx="30242">
                  <c:v>1</c:v>
                </c:pt>
                <c:pt idx="30243">
                  <c:v>4</c:v>
                </c:pt>
                <c:pt idx="30244">
                  <c:v>4</c:v>
                </c:pt>
                <c:pt idx="30245">
                  <c:v>1</c:v>
                </c:pt>
                <c:pt idx="30246">
                  <c:v>3</c:v>
                </c:pt>
                <c:pt idx="30247">
                  <c:v>4</c:v>
                </c:pt>
                <c:pt idx="30248">
                  <c:v>4</c:v>
                </c:pt>
                <c:pt idx="30249">
                  <c:v>4</c:v>
                </c:pt>
                <c:pt idx="30250">
                  <c:v>6</c:v>
                </c:pt>
                <c:pt idx="30251">
                  <c:v>4</c:v>
                </c:pt>
                <c:pt idx="30252">
                  <c:v>3</c:v>
                </c:pt>
                <c:pt idx="30253">
                  <c:v>4</c:v>
                </c:pt>
                <c:pt idx="30254">
                  <c:v>1</c:v>
                </c:pt>
                <c:pt idx="30255">
                  <c:v>1</c:v>
                </c:pt>
                <c:pt idx="30256">
                  <c:v>1</c:v>
                </c:pt>
                <c:pt idx="30257">
                  <c:v>1</c:v>
                </c:pt>
                <c:pt idx="30258">
                  <c:v>0</c:v>
                </c:pt>
                <c:pt idx="30259">
                  <c:v>1</c:v>
                </c:pt>
                <c:pt idx="30260">
                  <c:v>2</c:v>
                </c:pt>
                <c:pt idx="30261">
                  <c:v>2</c:v>
                </c:pt>
                <c:pt idx="30262">
                  <c:v>6</c:v>
                </c:pt>
                <c:pt idx="30263">
                  <c:v>3</c:v>
                </c:pt>
                <c:pt idx="30264">
                  <c:v>2</c:v>
                </c:pt>
                <c:pt idx="30265">
                  <c:v>3</c:v>
                </c:pt>
                <c:pt idx="30266">
                  <c:v>4</c:v>
                </c:pt>
                <c:pt idx="30267">
                  <c:v>4</c:v>
                </c:pt>
                <c:pt idx="30268">
                  <c:v>2</c:v>
                </c:pt>
                <c:pt idx="30269">
                  <c:v>3</c:v>
                </c:pt>
                <c:pt idx="30270">
                  <c:v>1</c:v>
                </c:pt>
                <c:pt idx="30271">
                  <c:v>3</c:v>
                </c:pt>
                <c:pt idx="30272">
                  <c:v>1</c:v>
                </c:pt>
                <c:pt idx="30273">
                  <c:v>2</c:v>
                </c:pt>
                <c:pt idx="30274">
                  <c:v>1</c:v>
                </c:pt>
                <c:pt idx="30275">
                  <c:v>1</c:v>
                </c:pt>
                <c:pt idx="30276">
                  <c:v>2</c:v>
                </c:pt>
                <c:pt idx="30277">
                  <c:v>1</c:v>
                </c:pt>
                <c:pt idx="30278">
                  <c:v>1</c:v>
                </c:pt>
                <c:pt idx="30279">
                  <c:v>1</c:v>
                </c:pt>
                <c:pt idx="30280">
                  <c:v>2</c:v>
                </c:pt>
                <c:pt idx="30281">
                  <c:v>1</c:v>
                </c:pt>
                <c:pt idx="30282">
                  <c:v>5</c:v>
                </c:pt>
                <c:pt idx="30283">
                  <c:v>2</c:v>
                </c:pt>
                <c:pt idx="30284">
                  <c:v>-3</c:v>
                </c:pt>
                <c:pt idx="30285">
                  <c:v>3</c:v>
                </c:pt>
                <c:pt idx="30286">
                  <c:v>3</c:v>
                </c:pt>
                <c:pt idx="30287">
                  <c:v>1</c:v>
                </c:pt>
                <c:pt idx="30288">
                  <c:v>1</c:v>
                </c:pt>
                <c:pt idx="30289">
                  <c:v>1</c:v>
                </c:pt>
                <c:pt idx="30290">
                  <c:v>3</c:v>
                </c:pt>
                <c:pt idx="30291">
                  <c:v>1</c:v>
                </c:pt>
                <c:pt idx="30292">
                  <c:v>2</c:v>
                </c:pt>
                <c:pt idx="30293">
                  <c:v>3</c:v>
                </c:pt>
                <c:pt idx="30294">
                  <c:v>2</c:v>
                </c:pt>
                <c:pt idx="30295">
                  <c:v>2</c:v>
                </c:pt>
                <c:pt idx="30296">
                  <c:v>1</c:v>
                </c:pt>
                <c:pt idx="30297">
                  <c:v>3</c:v>
                </c:pt>
                <c:pt idx="30298">
                  <c:v>1</c:v>
                </c:pt>
                <c:pt idx="30299">
                  <c:v>1</c:v>
                </c:pt>
                <c:pt idx="30300">
                  <c:v>1</c:v>
                </c:pt>
                <c:pt idx="30301">
                  <c:v>2</c:v>
                </c:pt>
                <c:pt idx="30302">
                  <c:v>1</c:v>
                </c:pt>
                <c:pt idx="30303">
                  <c:v>2</c:v>
                </c:pt>
                <c:pt idx="30304">
                  <c:v>2</c:v>
                </c:pt>
                <c:pt idx="30305">
                  <c:v>2</c:v>
                </c:pt>
                <c:pt idx="30306">
                  <c:v>3</c:v>
                </c:pt>
                <c:pt idx="30307">
                  <c:v>2</c:v>
                </c:pt>
                <c:pt idx="30308">
                  <c:v>3</c:v>
                </c:pt>
                <c:pt idx="30309">
                  <c:v>2</c:v>
                </c:pt>
                <c:pt idx="30310">
                  <c:v>3</c:v>
                </c:pt>
                <c:pt idx="30311">
                  <c:v>2</c:v>
                </c:pt>
                <c:pt idx="30312">
                  <c:v>2</c:v>
                </c:pt>
                <c:pt idx="30313">
                  <c:v>1</c:v>
                </c:pt>
                <c:pt idx="30314">
                  <c:v>2</c:v>
                </c:pt>
                <c:pt idx="30315">
                  <c:v>4</c:v>
                </c:pt>
                <c:pt idx="30316">
                  <c:v>3</c:v>
                </c:pt>
                <c:pt idx="30317">
                  <c:v>2</c:v>
                </c:pt>
                <c:pt idx="30318">
                  <c:v>2</c:v>
                </c:pt>
                <c:pt idx="30319">
                  <c:v>6</c:v>
                </c:pt>
                <c:pt idx="30320">
                  <c:v>1</c:v>
                </c:pt>
                <c:pt idx="30321">
                  <c:v>5</c:v>
                </c:pt>
                <c:pt idx="30322">
                  <c:v>2</c:v>
                </c:pt>
                <c:pt idx="30323">
                  <c:v>1</c:v>
                </c:pt>
                <c:pt idx="30324">
                  <c:v>3</c:v>
                </c:pt>
                <c:pt idx="30325">
                  <c:v>2</c:v>
                </c:pt>
                <c:pt idx="30326">
                  <c:v>2</c:v>
                </c:pt>
                <c:pt idx="30327">
                  <c:v>2</c:v>
                </c:pt>
                <c:pt idx="30328">
                  <c:v>1</c:v>
                </c:pt>
                <c:pt idx="30329">
                  <c:v>1</c:v>
                </c:pt>
                <c:pt idx="30330">
                  <c:v>2</c:v>
                </c:pt>
                <c:pt idx="30331">
                  <c:v>1</c:v>
                </c:pt>
                <c:pt idx="30332">
                  <c:v>1</c:v>
                </c:pt>
                <c:pt idx="30333">
                  <c:v>2</c:v>
                </c:pt>
                <c:pt idx="30334">
                  <c:v>1</c:v>
                </c:pt>
                <c:pt idx="30335">
                  <c:v>1</c:v>
                </c:pt>
                <c:pt idx="30336">
                  <c:v>2</c:v>
                </c:pt>
                <c:pt idx="30337">
                  <c:v>1</c:v>
                </c:pt>
                <c:pt idx="30338">
                  <c:v>1</c:v>
                </c:pt>
                <c:pt idx="30339">
                  <c:v>2</c:v>
                </c:pt>
                <c:pt idx="30340">
                  <c:v>1</c:v>
                </c:pt>
                <c:pt idx="30341">
                  <c:v>1</c:v>
                </c:pt>
                <c:pt idx="30342">
                  <c:v>2</c:v>
                </c:pt>
                <c:pt idx="30343">
                  <c:v>1</c:v>
                </c:pt>
                <c:pt idx="30344">
                  <c:v>2</c:v>
                </c:pt>
                <c:pt idx="30345">
                  <c:v>2</c:v>
                </c:pt>
                <c:pt idx="30346">
                  <c:v>2</c:v>
                </c:pt>
                <c:pt idx="30347">
                  <c:v>2</c:v>
                </c:pt>
                <c:pt idx="30348">
                  <c:v>3</c:v>
                </c:pt>
                <c:pt idx="30349">
                  <c:v>3</c:v>
                </c:pt>
                <c:pt idx="30350">
                  <c:v>2</c:v>
                </c:pt>
                <c:pt idx="30351">
                  <c:v>2</c:v>
                </c:pt>
                <c:pt idx="30352">
                  <c:v>2</c:v>
                </c:pt>
                <c:pt idx="30353">
                  <c:v>2</c:v>
                </c:pt>
                <c:pt idx="30354">
                  <c:v>4</c:v>
                </c:pt>
                <c:pt idx="30355">
                  <c:v>3</c:v>
                </c:pt>
                <c:pt idx="30356">
                  <c:v>1</c:v>
                </c:pt>
                <c:pt idx="30357">
                  <c:v>4</c:v>
                </c:pt>
                <c:pt idx="30358">
                  <c:v>15</c:v>
                </c:pt>
                <c:pt idx="30359">
                  <c:v>5</c:v>
                </c:pt>
                <c:pt idx="30360">
                  <c:v>4</c:v>
                </c:pt>
                <c:pt idx="30361">
                  <c:v>4</c:v>
                </c:pt>
                <c:pt idx="30362">
                  <c:v>5</c:v>
                </c:pt>
                <c:pt idx="30363">
                  <c:v>2</c:v>
                </c:pt>
                <c:pt idx="30364">
                  <c:v>3</c:v>
                </c:pt>
                <c:pt idx="30365">
                  <c:v>18</c:v>
                </c:pt>
                <c:pt idx="30366">
                  <c:v>5</c:v>
                </c:pt>
                <c:pt idx="30367">
                  <c:v>6</c:v>
                </c:pt>
                <c:pt idx="30368">
                  <c:v>4</c:v>
                </c:pt>
                <c:pt idx="30369">
                  <c:v>3</c:v>
                </c:pt>
                <c:pt idx="30370">
                  <c:v>4</c:v>
                </c:pt>
                <c:pt idx="30371">
                  <c:v>4</c:v>
                </c:pt>
                <c:pt idx="30372">
                  <c:v>2</c:v>
                </c:pt>
                <c:pt idx="30373">
                  <c:v>2</c:v>
                </c:pt>
                <c:pt idx="30374">
                  <c:v>1</c:v>
                </c:pt>
                <c:pt idx="30375">
                  <c:v>2</c:v>
                </c:pt>
                <c:pt idx="30376">
                  <c:v>1</c:v>
                </c:pt>
                <c:pt idx="30377">
                  <c:v>5</c:v>
                </c:pt>
                <c:pt idx="30378">
                  <c:v>2</c:v>
                </c:pt>
                <c:pt idx="30379">
                  <c:v>2</c:v>
                </c:pt>
                <c:pt idx="30380">
                  <c:v>2</c:v>
                </c:pt>
                <c:pt idx="30381">
                  <c:v>2</c:v>
                </c:pt>
                <c:pt idx="30382">
                  <c:v>2</c:v>
                </c:pt>
                <c:pt idx="30383">
                  <c:v>2</c:v>
                </c:pt>
                <c:pt idx="30384">
                  <c:v>3</c:v>
                </c:pt>
                <c:pt idx="30385">
                  <c:v>3</c:v>
                </c:pt>
                <c:pt idx="30386">
                  <c:v>7</c:v>
                </c:pt>
                <c:pt idx="30387">
                  <c:v>6</c:v>
                </c:pt>
                <c:pt idx="30388">
                  <c:v>5</c:v>
                </c:pt>
                <c:pt idx="30389">
                  <c:v>5</c:v>
                </c:pt>
                <c:pt idx="30390">
                  <c:v>5</c:v>
                </c:pt>
                <c:pt idx="30391">
                  <c:v>6</c:v>
                </c:pt>
                <c:pt idx="30392">
                  <c:v>3</c:v>
                </c:pt>
                <c:pt idx="30393">
                  <c:v>3</c:v>
                </c:pt>
                <c:pt idx="30394">
                  <c:v>3</c:v>
                </c:pt>
                <c:pt idx="30395">
                  <c:v>4</c:v>
                </c:pt>
                <c:pt idx="30396">
                  <c:v>5</c:v>
                </c:pt>
                <c:pt idx="30397">
                  <c:v>2</c:v>
                </c:pt>
                <c:pt idx="30398">
                  <c:v>4</c:v>
                </c:pt>
                <c:pt idx="30399">
                  <c:v>6</c:v>
                </c:pt>
                <c:pt idx="30400">
                  <c:v>6</c:v>
                </c:pt>
                <c:pt idx="30401">
                  <c:v>2</c:v>
                </c:pt>
                <c:pt idx="30402">
                  <c:v>5</c:v>
                </c:pt>
                <c:pt idx="30403">
                  <c:v>7</c:v>
                </c:pt>
                <c:pt idx="30404">
                  <c:v>3</c:v>
                </c:pt>
                <c:pt idx="30405">
                  <c:v>3</c:v>
                </c:pt>
                <c:pt idx="30406">
                  <c:v>2</c:v>
                </c:pt>
                <c:pt idx="30407">
                  <c:v>3</c:v>
                </c:pt>
                <c:pt idx="30408">
                  <c:v>3</c:v>
                </c:pt>
                <c:pt idx="30409">
                  <c:v>4</c:v>
                </c:pt>
                <c:pt idx="30410">
                  <c:v>2</c:v>
                </c:pt>
                <c:pt idx="30411">
                  <c:v>2</c:v>
                </c:pt>
                <c:pt idx="30412">
                  <c:v>3</c:v>
                </c:pt>
                <c:pt idx="30413">
                  <c:v>5</c:v>
                </c:pt>
                <c:pt idx="30414">
                  <c:v>4</c:v>
                </c:pt>
                <c:pt idx="30415">
                  <c:v>2</c:v>
                </c:pt>
                <c:pt idx="30416">
                  <c:v>3</c:v>
                </c:pt>
                <c:pt idx="30417">
                  <c:v>3</c:v>
                </c:pt>
                <c:pt idx="30418">
                  <c:v>3</c:v>
                </c:pt>
                <c:pt idx="30419">
                  <c:v>3</c:v>
                </c:pt>
                <c:pt idx="30420">
                  <c:v>3</c:v>
                </c:pt>
                <c:pt idx="30421">
                  <c:v>4</c:v>
                </c:pt>
                <c:pt idx="30422">
                  <c:v>2</c:v>
                </c:pt>
                <c:pt idx="30423">
                  <c:v>2</c:v>
                </c:pt>
                <c:pt idx="30424">
                  <c:v>2</c:v>
                </c:pt>
                <c:pt idx="30425">
                  <c:v>2</c:v>
                </c:pt>
                <c:pt idx="30426">
                  <c:v>2</c:v>
                </c:pt>
                <c:pt idx="30427">
                  <c:v>3</c:v>
                </c:pt>
                <c:pt idx="30428">
                  <c:v>4</c:v>
                </c:pt>
                <c:pt idx="30429">
                  <c:v>2</c:v>
                </c:pt>
                <c:pt idx="30430">
                  <c:v>1</c:v>
                </c:pt>
                <c:pt idx="30431">
                  <c:v>1</c:v>
                </c:pt>
                <c:pt idx="30432">
                  <c:v>2</c:v>
                </c:pt>
                <c:pt idx="30433">
                  <c:v>5</c:v>
                </c:pt>
                <c:pt idx="30434">
                  <c:v>6</c:v>
                </c:pt>
                <c:pt idx="30435">
                  <c:v>2</c:v>
                </c:pt>
                <c:pt idx="30436">
                  <c:v>1</c:v>
                </c:pt>
                <c:pt idx="30437">
                  <c:v>2</c:v>
                </c:pt>
                <c:pt idx="30438">
                  <c:v>2</c:v>
                </c:pt>
                <c:pt idx="30439">
                  <c:v>6</c:v>
                </c:pt>
                <c:pt idx="30440">
                  <c:v>1</c:v>
                </c:pt>
                <c:pt idx="30441">
                  <c:v>1</c:v>
                </c:pt>
                <c:pt idx="30442">
                  <c:v>1</c:v>
                </c:pt>
                <c:pt idx="30443">
                  <c:v>1</c:v>
                </c:pt>
                <c:pt idx="30444">
                  <c:v>6</c:v>
                </c:pt>
                <c:pt idx="30445">
                  <c:v>2</c:v>
                </c:pt>
                <c:pt idx="30446">
                  <c:v>6</c:v>
                </c:pt>
                <c:pt idx="30447">
                  <c:v>1</c:v>
                </c:pt>
                <c:pt idx="30448">
                  <c:v>1</c:v>
                </c:pt>
                <c:pt idx="30449">
                  <c:v>1</c:v>
                </c:pt>
                <c:pt idx="30450">
                  <c:v>1</c:v>
                </c:pt>
                <c:pt idx="30451">
                  <c:v>1</c:v>
                </c:pt>
                <c:pt idx="30452">
                  <c:v>1</c:v>
                </c:pt>
                <c:pt idx="30453">
                  <c:v>1</c:v>
                </c:pt>
                <c:pt idx="30454">
                  <c:v>1</c:v>
                </c:pt>
                <c:pt idx="30455">
                  <c:v>5</c:v>
                </c:pt>
                <c:pt idx="30456">
                  <c:v>2</c:v>
                </c:pt>
                <c:pt idx="30457">
                  <c:v>3</c:v>
                </c:pt>
                <c:pt idx="30458">
                  <c:v>1</c:v>
                </c:pt>
                <c:pt idx="30459">
                  <c:v>2</c:v>
                </c:pt>
                <c:pt idx="30460">
                  <c:v>3</c:v>
                </c:pt>
                <c:pt idx="30461">
                  <c:v>3</c:v>
                </c:pt>
                <c:pt idx="30462">
                  <c:v>3</c:v>
                </c:pt>
                <c:pt idx="30463">
                  <c:v>1</c:v>
                </c:pt>
                <c:pt idx="30464">
                  <c:v>3</c:v>
                </c:pt>
                <c:pt idx="30465">
                  <c:v>1</c:v>
                </c:pt>
                <c:pt idx="30466">
                  <c:v>11</c:v>
                </c:pt>
                <c:pt idx="30467">
                  <c:v>1</c:v>
                </c:pt>
                <c:pt idx="30468">
                  <c:v>1</c:v>
                </c:pt>
                <c:pt idx="30469">
                  <c:v>2</c:v>
                </c:pt>
                <c:pt idx="30470">
                  <c:v>2</c:v>
                </c:pt>
                <c:pt idx="30471">
                  <c:v>1</c:v>
                </c:pt>
                <c:pt idx="30472">
                  <c:v>2</c:v>
                </c:pt>
                <c:pt idx="30473">
                  <c:v>2</c:v>
                </c:pt>
                <c:pt idx="30474">
                  <c:v>1</c:v>
                </c:pt>
                <c:pt idx="30475">
                  <c:v>1</c:v>
                </c:pt>
                <c:pt idx="30476">
                  <c:v>4</c:v>
                </c:pt>
                <c:pt idx="30477">
                  <c:v>2</c:v>
                </c:pt>
                <c:pt idx="30478">
                  <c:v>4</c:v>
                </c:pt>
                <c:pt idx="30479">
                  <c:v>2</c:v>
                </c:pt>
                <c:pt idx="30480">
                  <c:v>2</c:v>
                </c:pt>
                <c:pt idx="30481">
                  <c:v>2</c:v>
                </c:pt>
                <c:pt idx="30482">
                  <c:v>2</c:v>
                </c:pt>
                <c:pt idx="30483">
                  <c:v>2</c:v>
                </c:pt>
                <c:pt idx="30484">
                  <c:v>1</c:v>
                </c:pt>
                <c:pt idx="30485">
                  <c:v>2</c:v>
                </c:pt>
                <c:pt idx="30486">
                  <c:v>2</c:v>
                </c:pt>
                <c:pt idx="30487">
                  <c:v>2</c:v>
                </c:pt>
                <c:pt idx="30488">
                  <c:v>2</c:v>
                </c:pt>
                <c:pt idx="30489">
                  <c:v>2</c:v>
                </c:pt>
                <c:pt idx="30490">
                  <c:v>2</c:v>
                </c:pt>
                <c:pt idx="30491">
                  <c:v>5</c:v>
                </c:pt>
                <c:pt idx="30492">
                  <c:v>4</c:v>
                </c:pt>
                <c:pt idx="30493">
                  <c:v>2</c:v>
                </c:pt>
                <c:pt idx="30494">
                  <c:v>3</c:v>
                </c:pt>
                <c:pt idx="30495">
                  <c:v>3</c:v>
                </c:pt>
                <c:pt idx="30496">
                  <c:v>4</c:v>
                </c:pt>
                <c:pt idx="30497">
                  <c:v>4</c:v>
                </c:pt>
                <c:pt idx="30498">
                  <c:v>2</c:v>
                </c:pt>
                <c:pt idx="30499">
                  <c:v>4</c:v>
                </c:pt>
                <c:pt idx="30500">
                  <c:v>4</c:v>
                </c:pt>
                <c:pt idx="30501">
                  <c:v>4</c:v>
                </c:pt>
                <c:pt idx="30502">
                  <c:v>4</c:v>
                </c:pt>
                <c:pt idx="30503">
                  <c:v>4</c:v>
                </c:pt>
                <c:pt idx="30504">
                  <c:v>4</c:v>
                </c:pt>
                <c:pt idx="30505">
                  <c:v>4</c:v>
                </c:pt>
                <c:pt idx="30506">
                  <c:v>4</c:v>
                </c:pt>
                <c:pt idx="30507">
                  <c:v>4</c:v>
                </c:pt>
                <c:pt idx="30508">
                  <c:v>4</c:v>
                </c:pt>
                <c:pt idx="30509">
                  <c:v>3</c:v>
                </c:pt>
                <c:pt idx="30510">
                  <c:v>1</c:v>
                </c:pt>
                <c:pt idx="30511">
                  <c:v>3</c:v>
                </c:pt>
                <c:pt idx="30512">
                  <c:v>1</c:v>
                </c:pt>
                <c:pt idx="30513">
                  <c:v>3</c:v>
                </c:pt>
                <c:pt idx="30514">
                  <c:v>2</c:v>
                </c:pt>
                <c:pt idx="30515">
                  <c:v>1</c:v>
                </c:pt>
                <c:pt idx="30516">
                  <c:v>4</c:v>
                </c:pt>
                <c:pt idx="30517">
                  <c:v>4</c:v>
                </c:pt>
                <c:pt idx="30518">
                  <c:v>3</c:v>
                </c:pt>
                <c:pt idx="30519">
                  <c:v>2</c:v>
                </c:pt>
                <c:pt idx="30520">
                  <c:v>5</c:v>
                </c:pt>
                <c:pt idx="30521">
                  <c:v>7</c:v>
                </c:pt>
                <c:pt idx="30522">
                  <c:v>6</c:v>
                </c:pt>
                <c:pt idx="30523">
                  <c:v>3</c:v>
                </c:pt>
                <c:pt idx="30524">
                  <c:v>4</c:v>
                </c:pt>
                <c:pt idx="30525">
                  <c:v>1</c:v>
                </c:pt>
                <c:pt idx="30526">
                  <c:v>5</c:v>
                </c:pt>
                <c:pt idx="30527">
                  <c:v>4</c:v>
                </c:pt>
                <c:pt idx="30528">
                  <c:v>3</c:v>
                </c:pt>
                <c:pt idx="30529">
                  <c:v>4</c:v>
                </c:pt>
                <c:pt idx="30530">
                  <c:v>4</c:v>
                </c:pt>
                <c:pt idx="30531">
                  <c:v>3</c:v>
                </c:pt>
                <c:pt idx="30532">
                  <c:v>3</c:v>
                </c:pt>
                <c:pt idx="30533">
                  <c:v>4</c:v>
                </c:pt>
                <c:pt idx="30534">
                  <c:v>6</c:v>
                </c:pt>
                <c:pt idx="30535">
                  <c:v>8</c:v>
                </c:pt>
                <c:pt idx="30536">
                  <c:v>4</c:v>
                </c:pt>
                <c:pt idx="30537">
                  <c:v>5</c:v>
                </c:pt>
                <c:pt idx="30538">
                  <c:v>3</c:v>
                </c:pt>
                <c:pt idx="30539">
                  <c:v>5</c:v>
                </c:pt>
                <c:pt idx="30540">
                  <c:v>7</c:v>
                </c:pt>
                <c:pt idx="30541">
                  <c:v>4</c:v>
                </c:pt>
                <c:pt idx="30542">
                  <c:v>1</c:v>
                </c:pt>
                <c:pt idx="30543">
                  <c:v>1</c:v>
                </c:pt>
                <c:pt idx="30544">
                  <c:v>2</c:v>
                </c:pt>
                <c:pt idx="30545">
                  <c:v>2</c:v>
                </c:pt>
                <c:pt idx="30546">
                  <c:v>2</c:v>
                </c:pt>
                <c:pt idx="30547">
                  <c:v>2</c:v>
                </c:pt>
                <c:pt idx="30548">
                  <c:v>3</c:v>
                </c:pt>
                <c:pt idx="30549">
                  <c:v>3</c:v>
                </c:pt>
                <c:pt idx="30550">
                  <c:v>1</c:v>
                </c:pt>
                <c:pt idx="30551">
                  <c:v>4</c:v>
                </c:pt>
                <c:pt idx="30552">
                  <c:v>2</c:v>
                </c:pt>
                <c:pt idx="30553">
                  <c:v>2</c:v>
                </c:pt>
                <c:pt idx="30554">
                  <c:v>3</c:v>
                </c:pt>
                <c:pt idx="30555">
                  <c:v>2</c:v>
                </c:pt>
                <c:pt idx="30556">
                  <c:v>3</c:v>
                </c:pt>
                <c:pt idx="30557">
                  <c:v>2</c:v>
                </c:pt>
                <c:pt idx="30558">
                  <c:v>6</c:v>
                </c:pt>
                <c:pt idx="30559">
                  <c:v>4</c:v>
                </c:pt>
                <c:pt idx="30560">
                  <c:v>10</c:v>
                </c:pt>
                <c:pt idx="30561">
                  <c:v>2</c:v>
                </c:pt>
                <c:pt idx="30562">
                  <c:v>1</c:v>
                </c:pt>
                <c:pt idx="30563">
                  <c:v>4</c:v>
                </c:pt>
                <c:pt idx="30564">
                  <c:v>1</c:v>
                </c:pt>
                <c:pt idx="30565">
                  <c:v>1</c:v>
                </c:pt>
                <c:pt idx="30566">
                  <c:v>19</c:v>
                </c:pt>
                <c:pt idx="30567">
                  <c:v>4</c:v>
                </c:pt>
                <c:pt idx="30568">
                  <c:v>5</c:v>
                </c:pt>
                <c:pt idx="30569">
                  <c:v>4</c:v>
                </c:pt>
                <c:pt idx="30570">
                  <c:v>4</c:v>
                </c:pt>
                <c:pt idx="30571">
                  <c:v>3</c:v>
                </c:pt>
                <c:pt idx="30572">
                  <c:v>2</c:v>
                </c:pt>
                <c:pt idx="30573">
                  <c:v>3</c:v>
                </c:pt>
                <c:pt idx="30574">
                  <c:v>1</c:v>
                </c:pt>
                <c:pt idx="30575">
                  <c:v>5</c:v>
                </c:pt>
                <c:pt idx="30576">
                  <c:v>5</c:v>
                </c:pt>
                <c:pt idx="30577">
                  <c:v>10</c:v>
                </c:pt>
                <c:pt idx="30578">
                  <c:v>2</c:v>
                </c:pt>
                <c:pt idx="30579">
                  <c:v>2</c:v>
                </c:pt>
                <c:pt idx="30580">
                  <c:v>2</c:v>
                </c:pt>
                <c:pt idx="30581">
                  <c:v>2</c:v>
                </c:pt>
                <c:pt idx="30582">
                  <c:v>3</c:v>
                </c:pt>
                <c:pt idx="30583">
                  <c:v>2</c:v>
                </c:pt>
                <c:pt idx="30584">
                  <c:v>2</c:v>
                </c:pt>
                <c:pt idx="30585">
                  <c:v>2</c:v>
                </c:pt>
                <c:pt idx="30586">
                  <c:v>2</c:v>
                </c:pt>
                <c:pt idx="30587">
                  <c:v>3</c:v>
                </c:pt>
                <c:pt idx="30588">
                  <c:v>2</c:v>
                </c:pt>
                <c:pt idx="30589">
                  <c:v>2</c:v>
                </c:pt>
                <c:pt idx="30590">
                  <c:v>2</c:v>
                </c:pt>
                <c:pt idx="30591">
                  <c:v>1</c:v>
                </c:pt>
                <c:pt idx="30592">
                  <c:v>3</c:v>
                </c:pt>
                <c:pt idx="30593">
                  <c:v>2</c:v>
                </c:pt>
                <c:pt idx="30594">
                  <c:v>5</c:v>
                </c:pt>
                <c:pt idx="30595">
                  <c:v>1</c:v>
                </c:pt>
                <c:pt idx="30596">
                  <c:v>3</c:v>
                </c:pt>
                <c:pt idx="30597">
                  <c:v>3</c:v>
                </c:pt>
                <c:pt idx="30598">
                  <c:v>4</c:v>
                </c:pt>
                <c:pt idx="30599">
                  <c:v>2</c:v>
                </c:pt>
                <c:pt idx="30600">
                  <c:v>6</c:v>
                </c:pt>
                <c:pt idx="30601">
                  <c:v>2</c:v>
                </c:pt>
                <c:pt idx="30602">
                  <c:v>4</c:v>
                </c:pt>
                <c:pt idx="30603">
                  <c:v>4</c:v>
                </c:pt>
                <c:pt idx="30604">
                  <c:v>4</c:v>
                </c:pt>
                <c:pt idx="30605">
                  <c:v>3</c:v>
                </c:pt>
                <c:pt idx="30606">
                  <c:v>3</c:v>
                </c:pt>
                <c:pt idx="30607">
                  <c:v>3</c:v>
                </c:pt>
                <c:pt idx="30608">
                  <c:v>3</c:v>
                </c:pt>
                <c:pt idx="30609">
                  <c:v>2</c:v>
                </c:pt>
                <c:pt idx="30610">
                  <c:v>4</c:v>
                </c:pt>
                <c:pt idx="30611">
                  <c:v>8</c:v>
                </c:pt>
                <c:pt idx="30612">
                  <c:v>2</c:v>
                </c:pt>
                <c:pt idx="30613">
                  <c:v>3</c:v>
                </c:pt>
                <c:pt idx="30614">
                  <c:v>4</c:v>
                </c:pt>
                <c:pt idx="30615">
                  <c:v>2</c:v>
                </c:pt>
                <c:pt idx="30616">
                  <c:v>1</c:v>
                </c:pt>
                <c:pt idx="30617">
                  <c:v>2</c:v>
                </c:pt>
                <c:pt idx="30618">
                  <c:v>4</c:v>
                </c:pt>
                <c:pt idx="30619">
                  <c:v>12</c:v>
                </c:pt>
                <c:pt idx="30620">
                  <c:v>3</c:v>
                </c:pt>
                <c:pt idx="30621">
                  <c:v>4</c:v>
                </c:pt>
                <c:pt idx="30622">
                  <c:v>12</c:v>
                </c:pt>
                <c:pt idx="30623">
                  <c:v>2</c:v>
                </c:pt>
                <c:pt idx="30624">
                  <c:v>2</c:v>
                </c:pt>
                <c:pt idx="30625">
                  <c:v>2</c:v>
                </c:pt>
                <c:pt idx="30626">
                  <c:v>5</c:v>
                </c:pt>
                <c:pt idx="30627">
                  <c:v>12</c:v>
                </c:pt>
                <c:pt idx="30628">
                  <c:v>3</c:v>
                </c:pt>
                <c:pt idx="30629">
                  <c:v>2</c:v>
                </c:pt>
                <c:pt idx="30630">
                  <c:v>14</c:v>
                </c:pt>
                <c:pt idx="30631">
                  <c:v>3</c:v>
                </c:pt>
                <c:pt idx="30632">
                  <c:v>3</c:v>
                </c:pt>
                <c:pt idx="30633">
                  <c:v>3</c:v>
                </c:pt>
                <c:pt idx="30634">
                  <c:v>2</c:v>
                </c:pt>
                <c:pt idx="30635">
                  <c:v>2</c:v>
                </c:pt>
                <c:pt idx="30636">
                  <c:v>2</c:v>
                </c:pt>
                <c:pt idx="30637">
                  <c:v>2</c:v>
                </c:pt>
                <c:pt idx="30638">
                  <c:v>2</c:v>
                </c:pt>
                <c:pt idx="30639">
                  <c:v>2</c:v>
                </c:pt>
                <c:pt idx="30640">
                  <c:v>2</c:v>
                </c:pt>
                <c:pt idx="30641">
                  <c:v>2</c:v>
                </c:pt>
                <c:pt idx="30642">
                  <c:v>3</c:v>
                </c:pt>
                <c:pt idx="30643">
                  <c:v>1</c:v>
                </c:pt>
                <c:pt idx="30644">
                  <c:v>1</c:v>
                </c:pt>
                <c:pt idx="30645">
                  <c:v>1</c:v>
                </c:pt>
                <c:pt idx="30646">
                  <c:v>2</c:v>
                </c:pt>
                <c:pt idx="30647">
                  <c:v>1</c:v>
                </c:pt>
                <c:pt idx="30648">
                  <c:v>2</c:v>
                </c:pt>
                <c:pt idx="30649">
                  <c:v>2</c:v>
                </c:pt>
                <c:pt idx="30650">
                  <c:v>2</c:v>
                </c:pt>
                <c:pt idx="30651">
                  <c:v>1</c:v>
                </c:pt>
                <c:pt idx="30652">
                  <c:v>2</c:v>
                </c:pt>
                <c:pt idx="30653">
                  <c:v>2</c:v>
                </c:pt>
                <c:pt idx="30654">
                  <c:v>1</c:v>
                </c:pt>
                <c:pt idx="30655">
                  <c:v>1</c:v>
                </c:pt>
                <c:pt idx="30656">
                  <c:v>2</c:v>
                </c:pt>
                <c:pt idx="30657">
                  <c:v>2</c:v>
                </c:pt>
                <c:pt idx="30658">
                  <c:v>2</c:v>
                </c:pt>
                <c:pt idx="30659">
                  <c:v>2</c:v>
                </c:pt>
                <c:pt idx="30660">
                  <c:v>3</c:v>
                </c:pt>
                <c:pt idx="30661">
                  <c:v>2</c:v>
                </c:pt>
                <c:pt idx="30662">
                  <c:v>2</c:v>
                </c:pt>
                <c:pt idx="30663">
                  <c:v>2</c:v>
                </c:pt>
                <c:pt idx="30664">
                  <c:v>1</c:v>
                </c:pt>
                <c:pt idx="30665">
                  <c:v>3</c:v>
                </c:pt>
                <c:pt idx="30666">
                  <c:v>2</c:v>
                </c:pt>
                <c:pt idx="30667">
                  <c:v>2</c:v>
                </c:pt>
                <c:pt idx="30668">
                  <c:v>2</c:v>
                </c:pt>
                <c:pt idx="30669">
                  <c:v>2</c:v>
                </c:pt>
                <c:pt idx="30670">
                  <c:v>2</c:v>
                </c:pt>
                <c:pt idx="30671">
                  <c:v>2</c:v>
                </c:pt>
                <c:pt idx="30672">
                  <c:v>2</c:v>
                </c:pt>
                <c:pt idx="30673">
                  <c:v>2</c:v>
                </c:pt>
                <c:pt idx="30674">
                  <c:v>2</c:v>
                </c:pt>
                <c:pt idx="30675">
                  <c:v>4</c:v>
                </c:pt>
                <c:pt idx="30676">
                  <c:v>4</c:v>
                </c:pt>
                <c:pt idx="30677">
                  <c:v>3</c:v>
                </c:pt>
                <c:pt idx="30678">
                  <c:v>5</c:v>
                </c:pt>
                <c:pt idx="30679">
                  <c:v>2</c:v>
                </c:pt>
                <c:pt idx="30680">
                  <c:v>2</c:v>
                </c:pt>
                <c:pt idx="30681">
                  <c:v>1</c:v>
                </c:pt>
                <c:pt idx="30682">
                  <c:v>3</c:v>
                </c:pt>
                <c:pt idx="30683">
                  <c:v>3</c:v>
                </c:pt>
                <c:pt idx="30684">
                  <c:v>2</c:v>
                </c:pt>
                <c:pt idx="30685">
                  <c:v>3</c:v>
                </c:pt>
                <c:pt idx="30686">
                  <c:v>4</c:v>
                </c:pt>
                <c:pt idx="30687">
                  <c:v>1</c:v>
                </c:pt>
                <c:pt idx="30688">
                  <c:v>2</c:v>
                </c:pt>
                <c:pt idx="30689">
                  <c:v>2</c:v>
                </c:pt>
                <c:pt idx="30690">
                  <c:v>1</c:v>
                </c:pt>
                <c:pt idx="30691">
                  <c:v>3</c:v>
                </c:pt>
                <c:pt idx="30692">
                  <c:v>2</c:v>
                </c:pt>
                <c:pt idx="30693">
                  <c:v>5</c:v>
                </c:pt>
                <c:pt idx="30694">
                  <c:v>4</c:v>
                </c:pt>
                <c:pt idx="30695">
                  <c:v>2</c:v>
                </c:pt>
                <c:pt idx="30696">
                  <c:v>2</c:v>
                </c:pt>
                <c:pt idx="30697">
                  <c:v>4</c:v>
                </c:pt>
                <c:pt idx="30698">
                  <c:v>1</c:v>
                </c:pt>
                <c:pt idx="30699">
                  <c:v>1</c:v>
                </c:pt>
                <c:pt idx="30700">
                  <c:v>2</c:v>
                </c:pt>
                <c:pt idx="30701">
                  <c:v>3</c:v>
                </c:pt>
                <c:pt idx="30702">
                  <c:v>3</c:v>
                </c:pt>
                <c:pt idx="30703">
                  <c:v>3</c:v>
                </c:pt>
                <c:pt idx="30704">
                  <c:v>4</c:v>
                </c:pt>
                <c:pt idx="30705">
                  <c:v>2</c:v>
                </c:pt>
                <c:pt idx="30706">
                  <c:v>4</c:v>
                </c:pt>
                <c:pt idx="30707">
                  <c:v>1</c:v>
                </c:pt>
                <c:pt idx="30708">
                  <c:v>1</c:v>
                </c:pt>
                <c:pt idx="30709">
                  <c:v>5</c:v>
                </c:pt>
                <c:pt idx="30710">
                  <c:v>2</c:v>
                </c:pt>
                <c:pt idx="30711">
                  <c:v>3</c:v>
                </c:pt>
                <c:pt idx="30712">
                  <c:v>2</c:v>
                </c:pt>
                <c:pt idx="30713">
                  <c:v>2</c:v>
                </c:pt>
                <c:pt idx="30714">
                  <c:v>4</c:v>
                </c:pt>
                <c:pt idx="30715">
                  <c:v>3</c:v>
                </c:pt>
                <c:pt idx="30716">
                  <c:v>3</c:v>
                </c:pt>
                <c:pt idx="30717">
                  <c:v>3</c:v>
                </c:pt>
                <c:pt idx="30718">
                  <c:v>2</c:v>
                </c:pt>
                <c:pt idx="30719">
                  <c:v>3</c:v>
                </c:pt>
                <c:pt idx="30720">
                  <c:v>1</c:v>
                </c:pt>
                <c:pt idx="30721">
                  <c:v>3</c:v>
                </c:pt>
                <c:pt idx="30722">
                  <c:v>2</c:v>
                </c:pt>
                <c:pt idx="30723">
                  <c:v>3</c:v>
                </c:pt>
                <c:pt idx="30724">
                  <c:v>2</c:v>
                </c:pt>
                <c:pt idx="30725">
                  <c:v>1</c:v>
                </c:pt>
                <c:pt idx="30726">
                  <c:v>2</c:v>
                </c:pt>
                <c:pt idx="30727">
                  <c:v>1</c:v>
                </c:pt>
                <c:pt idx="30728">
                  <c:v>4</c:v>
                </c:pt>
                <c:pt idx="30729">
                  <c:v>1</c:v>
                </c:pt>
                <c:pt idx="30730">
                  <c:v>1</c:v>
                </c:pt>
                <c:pt idx="30731">
                  <c:v>2</c:v>
                </c:pt>
                <c:pt idx="30732">
                  <c:v>2</c:v>
                </c:pt>
                <c:pt idx="30733">
                  <c:v>2</c:v>
                </c:pt>
                <c:pt idx="30734">
                  <c:v>2</c:v>
                </c:pt>
                <c:pt idx="30735">
                  <c:v>2</c:v>
                </c:pt>
                <c:pt idx="30736">
                  <c:v>2</c:v>
                </c:pt>
                <c:pt idx="30737">
                  <c:v>2</c:v>
                </c:pt>
                <c:pt idx="30738">
                  <c:v>4</c:v>
                </c:pt>
                <c:pt idx="30739">
                  <c:v>4</c:v>
                </c:pt>
                <c:pt idx="30740">
                  <c:v>2</c:v>
                </c:pt>
                <c:pt idx="30741">
                  <c:v>2</c:v>
                </c:pt>
                <c:pt idx="30742">
                  <c:v>4</c:v>
                </c:pt>
                <c:pt idx="30743">
                  <c:v>4</c:v>
                </c:pt>
                <c:pt idx="30744">
                  <c:v>3</c:v>
                </c:pt>
                <c:pt idx="30745">
                  <c:v>3</c:v>
                </c:pt>
                <c:pt idx="30746">
                  <c:v>5</c:v>
                </c:pt>
                <c:pt idx="30747">
                  <c:v>3</c:v>
                </c:pt>
                <c:pt idx="30748">
                  <c:v>3</c:v>
                </c:pt>
                <c:pt idx="30749">
                  <c:v>5</c:v>
                </c:pt>
                <c:pt idx="30750">
                  <c:v>8</c:v>
                </c:pt>
                <c:pt idx="30751">
                  <c:v>8</c:v>
                </c:pt>
                <c:pt idx="30752">
                  <c:v>5</c:v>
                </c:pt>
                <c:pt idx="30753">
                  <c:v>1</c:v>
                </c:pt>
                <c:pt idx="30754">
                  <c:v>5</c:v>
                </c:pt>
                <c:pt idx="30755">
                  <c:v>5</c:v>
                </c:pt>
                <c:pt idx="30756">
                  <c:v>3</c:v>
                </c:pt>
                <c:pt idx="30757">
                  <c:v>7</c:v>
                </c:pt>
                <c:pt idx="30758">
                  <c:v>4</c:v>
                </c:pt>
                <c:pt idx="30759">
                  <c:v>2</c:v>
                </c:pt>
                <c:pt idx="30760">
                  <c:v>2</c:v>
                </c:pt>
                <c:pt idx="30761">
                  <c:v>2</c:v>
                </c:pt>
                <c:pt idx="30762">
                  <c:v>2</c:v>
                </c:pt>
                <c:pt idx="30763">
                  <c:v>2</c:v>
                </c:pt>
                <c:pt idx="30764">
                  <c:v>2</c:v>
                </c:pt>
                <c:pt idx="30765">
                  <c:v>2</c:v>
                </c:pt>
                <c:pt idx="30766">
                  <c:v>2</c:v>
                </c:pt>
                <c:pt idx="30767">
                  <c:v>4</c:v>
                </c:pt>
                <c:pt idx="30768">
                  <c:v>2</c:v>
                </c:pt>
                <c:pt idx="30769">
                  <c:v>2</c:v>
                </c:pt>
                <c:pt idx="30770">
                  <c:v>2</c:v>
                </c:pt>
                <c:pt idx="30771">
                  <c:v>2</c:v>
                </c:pt>
                <c:pt idx="30772">
                  <c:v>2</c:v>
                </c:pt>
                <c:pt idx="30773">
                  <c:v>2</c:v>
                </c:pt>
                <c:pt idx="30774">
                  <c:v>4</c:v>
                </c:pt>
                <c:pt idx="30775">
                  <c:v>4</c:v>
                </c:pt>
                <c:pt idx="30776">
                  <c:v>3</c:v>
                </c:pt>
                <c:pt idx="30777">
                  <c:v>5</c:v>
                </c:pt>
                <c:pt idx="30778">
                  <c:v>4</c:v>
                </c:pt>
                <c:pt idx="30779">
                  <c:v>5</c:v>
                </c:pt>
                <c:pt idx="30780">
                  <c:v>4</c:v>
                </c:pt>
                <c:pt idx="30781">
                  <c:v>4</c:v>
                </c:pt>
                <c:pt idx="30782">
                  <c:v>3</c:v>
                </c:pt>
                <c:pt idx="30783">
                  <c:v>4</c:v>
                </c:pt>
                <c:pt idx="30784">
                  <c:v>2</c:v>
                </c:pt>
                <c:pt idx="30785">
                  <c:v>5</c:v>
                </c:pt>
                <c:pt idx="30786">
                  <c:v>3</c:v>
                </c:pt>
                <c:pt idx="30787">
                  <c:v>6</c:v>
                </c:pt>
                <c:pt idx="30788">
                  <c:v>7</c:v>
                </c:pt>
                <c:pt idx="30789">
                  <c:v>3</c:v>
                </c:pt>
                <c:pt idx="30790">
                  <c:v>3</c:v>
                </c:pt>
                <c:pt idx="30791">
                  <c:v>2</c:v>
                </c:pt>
                <c:pt idx="30792">
                  <c:v>4</c:v>
                </c:pt>
                <c:pt idx="30793">
                  <c:v>5</c:v>
                </c:pt>
                <c:pt idx="30794">
                  <c:v>3</c:v>
                </c:pt>
                <c:pt idx="30795">
                  <c:v>5</c:v>
                </c:pt>
                <c:pt idx="30796">
                  <c:v>5</c:v>
                </c:pt>
                <c:pt idx="30797">
                  <c:v>3</c:v>
                </c:pt>
                <c:pt idx="30798">
                  <c:v>6</c:v>
                </c:pt>
                <c:pt idx="30799">
                  <c:v>4</c:v>
                </c:pt>
                <c:pt idx="30800">
                  <c:v>4</c:v>
                </c:pt>
                <c:pt idx="30801">
                  <c:v>2</c:v>
                </c:pt>
                <c:pt idx="30802">
                  <c:v>2</c:v>
                </c:pt>
                <c:pt idx="30803">
                  <c:v>2</c:v>
                </c:pt>
                <c:pt idx="30804">
                  <c:v>2</c:v>
                </c:pt>
                <c:pt idx="30805">
                  <c:v>8</c:v>
                </c:pt>
                <c:pt idx="30806">
                  <c:v>2</c:v>
                </c:pt>
                <c:pt idx="30807">
                  <c:v>2</c:v>
                </c:pt>
                <c:pt idx="30808">
                  <c:v>3</c:v>
                </c:pt>
                <c:pt idx="30809">
                  <c:v>5</c:v>
                </c:pt>
                <c:pt idx="30810">
                  <c:v>3</c:v>
                </c:pt>
                <c:pt idx="30811">
                  <c:v>2</c:v>
                </c:pt>
                <c:pt idx="30812">
                  <c:v>3</c:v>
                </c:pt>
                <c:pt idx="30813">
                  <c:v>2</c:v>
                </c:pt>
                <c:pt idx="30814">
                  <c:v>3</c:v>
                </c:pt>
                <c:pt idx="30815">
                  <c:v>2</c:v>
                </c:pt>
                <c:pt idx="30816">
                  <c:v>2</c:v>
                </c:pt>
                <c:pt idx="30817">
                  <c:v>2</c:v>
                </c:pt>
                <c:pt idx="30818">
                  <c:v>2</c:v>
                </c:pt>
                <c:pt idx="30819">
                  <c:v>3</c:v>
                </c:pt>
                <c:pt idx="30820">
                  <c:v>2</c:v>
                </c:pt>
                <c:pt idx="30821">
                  <c:v>2</c:v>
                </c:pt>
                <c:pt idx="30822">
                  <c:v>2</c:v>
                </c:pt>
                <c:pt idx="30823">
                  <c:v>2</c:v>
                </c:pt>
                <c:pt idx="30824">
                  <c:v>2</c:v>
                </c:pt>
                <c:pt idx="30825">
                  <c:v>2</c:v>
                </c:pt>
                <c:pt idx="30826">
                  <c:v>1</c:v>
                </c:pt>
                <c:pt idx="30827">
                  <c:v>1</c:v>
                </c:pt>
                <c:pt idx="30828">
                  <c:v>2</c:v>
                </c:pt>
                <c:pt idx="30829">
                  <c:v>3</c:v>
                </c:pt>
                <c:pt idx="30830">
                  <c:v>2</c:v>
                </c:pt>
                <c:pt idx="30831">
                  <c:v>2</c:v>
                </c:pt>
                <c:pt idx="30832">
                  <c:v>1</c:v>
                </c:pt>
                <c:pt idx="30833">
                  <c:v>4</c:v>
                </c:pt>
                <c:pt idx="30834">
                  <c:v>2</c:v>
                </c:pt>
                <c:pt idx="30835">
                  <c:v>4</c:v>
                </c:pt>
                <c:pt idx="30836">
                  <c:v>4</c:v>
                </c:pt>
                <c:pt idx="30837">
                  <c:v>4</c:v>
                </c:pt>
                <c:pt idx="30838">
                  <c:v>4</c:v>
                </c:pt>
                <c:pt idx="30839">
                  <c:v>4</c:v>
                </c:pt>
                <c:pt idx="30840">
                  <c:v>4</c:v>
                </c:pt>
                <c:pt idx="30841">
                  <c:v>2</c:v>
                </c:pt>
                <c:pt idx="30842">
                  <c:v>4</c:v>
                </c:pt>
                <c:pt idx="30843">
                  <c:v>4</c:v>
                </c:pt>
                <c:pt idx="30844">
                  <c:v>2</c:v>
                </c:pt>
                <c:pt idx="30845">
                  <c:v>4</c:v>
                </c:pt>
                <c:pt idx="30846">
                  <c:v>5</c:v>
                </c:pt>
                <c:pt idx="30847">
                  <c:v>5</c:v>
                </c:pt>
                <c:pt idx="30848">
                  <c:v>4</c:v>
                </c:pt>
                <c:pt idx="30849">
                  <c:v>5</c:v>
                </c:pt>
                <c:pt idx="30850">
                  <c:v>2</c:v>
                </c:pt>
                <c:pt idx="30851">
                  <c:v>3</c:v>
                </c:pt>
                <c:pt idx="30852">
                  <c:v>2</c:v>
                </c:pt>
                <c:pt idx="30853">
                  <c:v>2</c:v>
                </c:pt>
                <c:pt idx="30854">
                  <c:v>1</c:v>
                </c:pt>
                <c:pt idx="30855">
                  <c:v>3</c:v>
                </c:pt>
                <c:pt idx="30856">
                  <c:v>2</c:v>
                </c:pt>
                <c:pt idx="30857">
                  <c:v>2</c:v>
                </c:pt>
                <c:pt idx="30858">
                  <c:v>2</c:v>
                </c:pt>
                <c:pt idx="30859">
                  <c:v>2</c:v>
                </c:pt>
                <c:pt idx="30860">
                  <c:v>3</c:v>
                </c:pt>
                <c:pt idx="30861">
                  <c:v>3</c:v>
                </c:pt>
                <c:pt idx="30862">
                  <c:v>2</c:v>
                </c:pt>
                <c:pt idx="30863">
                  <c:v>1</c:v>
                </c:pt>
                <c:pt idx="30864">
                  <c:v>2</c:v>
                </c:pt>
                <c:pt idx="30865">
                  <c:v>2</c:v>
                </c:pt>
                <c:pt idx="30866">
                  <c:v>2</c:v>
                </c:pt>
                <c:pt idx="30867">
                  <c:v>3</c:v>
                </c:pt>
                <c:pt idx="30868">
                  <c:v>2</c:v>
                </c:pt>
                <c:pt idx="30869">
                  <c:v>1</c:v>
                </c:pt>
                <c:pt idx="30870">
                  <c:v>4</c:v>
                </c:pt>
                <c:pt idx="30871">
                  <c:v>1</c:v>
                </c:pt>
                <c:pt idx="30872">
                  <c:v>1</c:v>
                </c:pt>
                <c:pt idx="30873">
                  <c:v>2</c:v>
                </c:pt>
                <c:pt idx="30874">
                  <c:v>2</c:v>
                </c:pt>
                <c:pt idx="30875">
                  <c:v>1</c:v>
                </c:pt>
                <c:pt idx="30876">
                  <c:v>3</c:v>
                </c:pt>
                <c:pt idx="30877">
                  <c:v>5</c:v>
                </c:pt>
                <c:pt idx="30878">
                  <c:v>5</c:v>
                </c:pt>
                <c:pt idx="30879">
                  <c:v>5</c:v>
                </c:pt>
                <c:pt idx="30880">
                  <c:v>5</c:v>
                </c:pt>
                <c:pt idx="30881">
                  <c:v>10</c:v>
                </c:pt>
                <c:pt idx="30882">
                  <c:v>2</c:v>
                </c:pt>
                <c:pt idx="30883">
                  <c:v>2</c:v>
                </c:pt>
                <c:pt idx="30884">
                  <c:v>2</c:v>
                </c:pt>
                <c:pt idx="30885">
                  <c:v>2</c:v>
                </c:pt>
                <c:pt idx="30886">
                  <c:v>0</c:v>
                </c:pt>
                <c:pt idx="30887">
                  <c:v>2</c:v>
                </c:pt>
                <c:pt idx="30888">
                  <c:v>2</c:v>
                </c:pt>
                <c:pt idx="30889">
                  <c:v>2</c:v>
                </c:pt>
                <c:pt idx="30890">
                  <c:v>4</c:v>
                </c:pt>
                <c:pt idx="30891">
                  <c:v>4</c:v>
                </c:pt>
                <c:pt idx="30892">
                  <c:v>3</c:v>
                </c:pt>
                <c:pt idx="30893">
                  <c:v>3</c:v>
                </c:pt>
                <c:pt idx="30894">
                  <c:v>2</c:v>
                </c:pt>
                <c:pt idx="30895">
                  <c:v>2</c:v>
                </c:pt>
                <c:pt idx="30896">
                  <c:v>2</c:v>
                </c:pt>
                <c:pt idx="30897">
                  <c:v>2</c:v>
                </c:pt>
                <c:pt idx="30898">
                  <c:v>2</c:v>
                </c:pt>
                <c:pt idx="30899">
                  <c:v>2</c:v>
                </c:pt>
                <c:pt idx="30900">
                  <c:v>3</c:v>
                </c:pt>
                <c:pt idx="30901">
                  <c:v>2</c:v>
                </c:pt>
                <c:pt idx="30902">
                  <c:v>4</c:v>
                </c:pt>
                <c:pt idx="30903">
                  <c:v>4</c:v>
                </c:pt>
                <c:pt idx="30904">
                  <c:v>6</c:v>
                </c:pt>
                <c:pt idx="30905">
                  <c:v>2</c:v>
                </c:pt>
                <c:pt idx="30906">
                  <c:v>2</c:v>
                </c:pt>
                <c:pt idx="30907">
                  <c:v>3</c:v>
                </c:pt>
                <c:pt idx="30908">
                  <c:v>2</c:v>
                </c:pt>
                <c:pt idx="30909">
                  <c:v>6</c:v>
                </c:pt>
                <c:pt idx="30910">
                  <c:v>1</c:v>
                </c:pt>
                <c:pt idx="30911">
                  <c:v>2</c:v>
                </c:pt>
                <c:pt idx="30912">
                  <c:v>3</c:v>
                </c:pt>
                <c:pt idx="30913">
                  <c:v>6</c:v>
                </c:pt>
                <c:pt idx="30914">
                  <c:v>3</c:v>
                </c:pt>
                <c:pt idx="30915">
                  <c:v>1</c:v>
                </c:pt>
                <c:pt idx="30916">
                  <c:v>2</c:v>
                </c:pt>
                <c:pt idx="30917">
                  <c:v>1</c:v>
                </c:pt>
                <c:pt idx="30918">
                  <c:v>4</c:v>
                </c:pt>
                <c:pt idx="30919">
                  <c:v>4</c:v>
                </c:pt>
                <c:pt idx="30920">
                  <c:v>6</c:v>
                </c:pt>
                <c:pt idx="30921">
                  <c:v>1</c:v>
                </c:pt>
                <c:pt idx="30922">
                  <c:v>1</c:v>
                </c:pt>
                <c:pt idx="30923">
                  <c:v>1</c:v>
                </c:pt>
                <c:pt idx="30924">
                  <c:v>1</c:v>
                </c:pt>
                <c:pt idx="30925">
                  <c:v>1</c:v>
                </c:pt>
                <c:pt idx="30926">
                  <c:v>1</c:v>
                </c:pt>
                <c:pt idx="30927">
                  <c:v>2</c:v>
                </c:pt>
                <c:pt idx="30928">
                  <c:v>2</c:v>
                </c:pt>
                <c:pt idx="30929">
                  <c:v>1</c:v>
                </c:pt>
                <c:pt idx="30930">
                  <c:v>2</c:v>
                </c:pt>
                <c:pt idx="30931">
                  <c:v>1</c:v>
                </c:pt>
                <c:pt idx="30932">
                  <c:v>2</c:v>
                </c:pt>
                <c:pt idx="30933">
                  <c:v>3</c:v>
                </c:pt>
                <c:pt idx="30934">
                  <c:v>2</c:v>
                </c:pt>
                <c:pt idx="30935">
                  <c:v>1</c:v>
                </c:pt>
                <c:pt idx="30936">
                  <c:v>4</c:v>
                </c:pt>
                <c:pt idx="30937">
                  <c:v>3</c:v>
                </c:pt>
                <c:pt idx="30938">
                  <c:v>3</c:v>
                </c:pt>
                <c:pt idx="30939">
                  <c:v>3</c:v>
                </c:pt>
                <c:pt idx="30940">
                  <c:v>1</c:v>
                </c:pt>
                <c:pt idx="30941">
                  <c:v>3</c:v>
                </c:pt>
                <c:pt idx="30942">
                  <c:v>1</c:v>
                </c:pt>
                <c:pt idx="30943">
                  <c:v>1</c:v>
                </c:pt>
                <c:pt idx="30944">
                  <c:v>1</c:v>
                </c:pt>
                <c:pt idx="30945">
                  <c:v>2</c:v>
                </c:pt>
                <c:pt idx="30946">
                  <c:v>2</c:v>
                </c:pt>
                <c:pt idx="30947">
                  <c:v>2</c:v>
                </c:pt>
                <c:pt idx="30948">
                  <c:v>3</c:v>
                </c:pt>
                <c:pt idx="30949">
                  <c:v>1</c:v>
                </c:pt>
                <c:pt idx="30950">
                  <c:v>2</c:v>
                </c:pt>
                <c:pt idx="30951">
                  <c:v>1</c:v>
                </c:pt>
                <c:pt idx="30952">
                  <c:v>3</c:v>
                </c:pt>
                <c:pt idx="30953">
                  <c:v>2</c:v>
                </c:pt>
                <c:pt idx="30954">
                  <c:v>1</c:v>
                </c:pt>
                <c:pt idx="30955">
                  <c:v>1</c:v>
                </c:pt>
                <c:pt idx="30956">
                  <c:v>2</c:v>
                </c:pt>
                <c:pt idx="30957">
                  <c:v>1</c:v>
                </c:pt>
                <c:pt idx="30958">
                  <c:v>1</c:v>
                </c:pt>
                <c:pt idx="30959">
                  <c:v>1</c:v>
                </c:pt>
                <c:pt idx="30960">
                  <c:v>2</c:v>
                </c:pt>
                <c:pt idx="30961">
                  <c:v>2</c:v>
                </c:pt>
                <c:pt idx="30962">
                  <c:v>2</c:v>
                </c:pt>
                <c:pt idx="30963">
                  <c:v>2</c:v>
                </c:pt>
                <c:pt idx="30964">
                  <c:v>3</c:v>
                </c:pt>
                <c:pt idx="30965">
                  <c:v>3</c:v>
                </c:pt>
                <c:pt idx="30966">
                  <c:v>1</c:v>
                </c:pt>
                <c:pt idx="30967">
                  <c:v>1</c:v>
                </c:pt>
                <c:pt idx="30968">
                  <c:v>4</c:v>
                </c:pt>
                <c:pt idx="30969">
                  <c:v>4</c:v>
                </c:pt>
                <c:pt idx="30970">
                  <c:v>1</c:v>
                </c:pt>
                <c:pt idx="30971">
                  <c:v>1</c:v>
                </c:pt>
                <c:pt idx="30972">
                  <c:v>1</c:v>
                </c:pt>
                <c:pt idx="30973">
                  <c:v>1</c:v>
                </c:pt>
                <c:pt idx="30974">
                  <c:v>2</c:v>
                </c:pt>
                <c:pt idx="30975">
                  <c:v>1</c:v>
                </c:pt>
                <c:pt idx="30976">
                  <c:v>2</c:v>
                </c:pt>
                <c:pt idx="30977">
                  <c:v>2</c:v>
                </c:pt>
                <c:pt idx="30978">
                  <c:v>1</c:v>
                </c:pt>
                <c:pt idx="30979">
                  <c:v>1</c:v>
                </c:pt>
                <c:pt idx="30980">
                  <c:v>1</c:v>
                </c:pt>
                <c:pt idx="30981">
                  <c:v>2</c:v>
                </c:pt>
                <c:pt idx="30982">
                  <c:v>1</c:v>
                </c:pt>
                <c:pt idx="30983">
                  <c:v>1</c:v>
                </c:pt>
                <c:pt idx="30984">
                  <c:v>1</c:v>
                </c:pt>
                <c:pt idx="30985">
                  <c:v>1</c:v>
                </c:pt>
                <c:pt idx="30986">
                  <c:v>3</c:v>
                </c:pt>
                <c:pt idx="30987">
                  <c:v>2</c:v>
                </c:pt>
                <c:pt idx="30988">
                  <c:v>3</c:v>
                </c:pt>
                <c:pt idx="30989">
                  <c:v>3</c:v>
                </c:pt>
                <c:pt idx="30990">
                  <c:v>3</c:v>
                </c:pt>
                <c:pt idx="30991">
                  <c:v>2</c:v>
                </c:pt>
                <c:pt idx="30992">
                  <c:v>2</c:v>
                </c:pt>
                <c:pt idx="30993">
                  <c:v>1</c:v>
                </c:pt>
                <c:pt idx="30994">
                  <c:v>2</c:v>
                </c:pt>
                <c:pt idx="30995">
                  <c:v>1</c:v>
                </c:pt>
                <c:pt idx="30996">
                  <c:v>1</c:v>
                </c:pt>
                <c:pt idx="30997">
                  <c:v>2</c:v>
                </c:pt>
                <c:pt idx="30998">
                  <c:v>1</c:v>
                </c:pt>
                <c:pt idx="30999">
                  <c:v>2</c:v>
                </c:pt>
                <c:pt idx="31000">
                  <c:v>2</c:v>
                </c:pt>
                <c:pt idx="31001">
                  <c:v>2</c:v>
                </c:pt>
                <c:pt idx="31002">
                  <c:v>2</c:v>
                </c:pt>
                <c:pt idx="31003">
                  <c:v>1</c:v>
                </c:pt>
                <c:pt idx="31004">
                  <c:v>5</c:v>
                </c:pt>
                <c:pt idx="31005">
                  <c:v>1</c:v>
                </c:pt>
                <c:pt idx="31006">
                  <c:v>2</c:v>
                </c:pt>
                <c:pt idx="31007">
                  <c:v>2</c:v>
                </c:pt>
                <c:pt idx="31008">
                  <c:v>4</c:v>
                </c:pt>
                <c:pt idx="31009">
                  <c:v>4</c:v>
                </c:pt>
                <c:pt idx="31010">
                  <c:v>3</c:v>
                </c:pt>
                <c:pt idx="31011">
                  <c:v>3</c:v>
                </c:pt>
                <c:pt idx="31012">
                  <c:v>2</c:v>
                </c:pt>
                <c:pt idx="31013">
                  <c:v>2</c:v>
                </c:pt>
                <c:pt idx="31014">
                  <c:v>11</c:v>
                </c:pt>
                <c:pt idx="31015">
                  <c:v>3</c:v>
                </c:pt>
                <c:pt idx="31016">
                  <c:v>3</c:v>
                </c:pt>
                <c:pt idx="31017">
                  <c:v>2</c:v>
                </c:pt>
                <c:pt idx="31018">
                  <c:v>3</c:v>
                </c:pt>
                <c:pt idx="31019">
                  <c:v>4</c:v>
                </c:pt>
                <c:pt idx="31020">
                  <c:v>2</c:v>
                </c:pt>
                <c:pt idx="31021">
                  <c:v>2</c:v>
                </c:pt>
                <c:pt idx="31022">
                  <c:v>2</c:v>
                </c:pt>
                <c:pt idx="31023">
                  <c:v>4</c:v>
                </c:pt>
                <c:pt idx="31024">
                  <c:v>2</c:v>
                </c:pt>
                <c:pt idx="31025">
                  <c:v>2</c:v>
                </c:pt>
                <c:pt idx="31026">
                  <c:v>4</c:v>
                </c:pt>
                <c:pt idx="31027">
                  <c:v>4</c:v>
                </c:pt>
                <c:pt idx="31028">
                  <c:v>2</c:v>
                </c:pt>
                <c:pt idx="31029">
                  <c:v>2</c:v>
                </c:pt>
                <c:pt idx="31030">
                  <c:v>4</c:v>
                </c:pt>
                <c:pt idx="31031">
                  <c:v>5</c:v>
                </c:pt>
                <c:pt idx="31032">
                  <c:v>5</c:v>
                </c:pt>
                <c:pt idx="31033">
                  <c:v>4</c:v>
                </c:pt>
                <c:pt idx="31034">
                  <c:v>4</c:v>
                </c:pt>
                <c:pt idx="31035">
                  <c:v>4</c:v>
                </c:pt>
                <c:pt idx="31036">
                  <c:v>3</c:v>
                </c:pt>
                <c:pt idx="31037">
                  <c:v>4</c:v>
                </c:pt>
                <c:pt idx="31038">
                  <c:v>4</c:v>
                </c:pt>
                <c:pt idx="31039">
                  <c:v>0</c:v>
                </c:pt>
                <c:pt idx="31040">
                  <c:v>4</c:v>
                </c:pt>
                <c:pt idx="31041">
                  <c:v>1</c:v>
                </c:pt>
                <c:pt idx="31042">
                  <c:v>4</c:v>
                </c:pt>
                <c:pt idx="31043">
                  <c:v>4</c:v>
                </c:pt>
                <c:pt idx="31044">
                  <c:v>3</c:v>
                </c:pt>
                <c:pt idx="31045">
                  <c:v>10</c:v>
                </c:pt>
                <c:pt idx="31046">
                  <c:v>2</c:v>
                </c:pt>
                <c:pt idx="31047">
                  <c:v>2</c:v>
                </c:pt>
                <c:pt idx="31048">
                  <c:v>4</c:v>
                </c:pt>
                <c:pt idx="31049">
                  <c:v>4</c:v>
                </c:pt>
                <c:pt idx="31050">
                  <c:v>1</c:v>
                </c:pt>
                <c:pt idx="31051">
                  <c:v>1</c:v>
                </c:pt>
                <c:pt idx="31052">
                  <c:v>1</c:v>
                </c:pt>
                <c:pt idx="31053">
                  <c:v>1</c:v>
                </c:pt>
                <c:pt idx="31054">
                  <c:v>1</c:v>
                </c:pt>
                <c:pt idx="31055">
                  <c:v>1</c:v>
                </c:pt>
                <c:pt idx="31056">
                  <c:v>1</c:v>
                </c:pt>
                <c:pt idx="31057">
                  <c:v>1</c:v>
                </c:pt>
                <c:pt idx="31058">
                  <c:v>1</c:v>
                </c:pt>
                <c:pt idx="31059">
                  <c:v>1</c:v>
                </c:pt>
                <c:pt idx="31060">
                  <c:v>1</c:v>
                </c:pt>
                <c:pt idx="31061">
                  <c:v>1</c:v>
                </c:pt>
                <c:pt idx="31062">
                  <c:v>1</c:v>
                </c:pt>
                <c:pt idx="31063">
                  <c:v>1</c:v>
                </c:pt>
                <c:pt idx="31064">
                  <c:v>1</c:v>
                </c:pt>
                <c:pt idx="31065">
                  <c:v>1</c:v>
                </c:pt>
                <c:pt idx="31066">
                  <c:v>1</c:v>
                </c:pt>
                <c:pt idx="31067">
                  <c:v>1</c:v>
                </c:pt>
                <c:pt idx="31068">
                  <c:v>1</c:v>
                </c:pt>
                <c:pt idx="31069">
                  <c:v>1</c:v>
                </c:pt>
                <c:pt idx="31070">
                  <c:v>1</c:v>
                </c:pt>
                <c:pt idx="31071">
                  <c:v>1</c:v>
                </c:pt>
                <c:pt idx="31072">
                  <c:v>1</c:v>
                </c:pt>
                <c:pt idx="31073">
                  <c:v>1</c:v>
                </c:pt>
                <c:pt idx="31074">
                  <c:v>1</c:v>
                </c:pt>
                <c:pt idx="31075">
                  <c:v>1</c:v>
                </c:pt>
                <c:pt idx="31076">
                  <c:v>1</c:v>
                </c:pt>
                <c:pt idx="31077">
                  <c:v>1</c:v>
                </c:pt>
                <c:pt idx="31078">
                  <c:v>1</c:v>
                </c:pt>
                <c:pt idx="31079">
                  <c:v>2</c:v>
                </c:pt>
                <c:pt idx="31080">
                  <c:v>1</c:v>
                </c:pt>
                <c:pt idx="31081">
                  <c:v>1</c:v>
                </c:pt>
                <c:pt idx="31082">
                  <c:v>1</c:v>
                </c:pt>
                <c:pt idx="31083">
                  <c:v>1</c:v>
                </c:pt>
                <c:pt idx="31084">
                  <c:v>2</c:v>
                </c:pt>
                <c:pt idx="31085">
                  <c:v>1</c:v>
                </c:pt>
                <c:pt idx="31086">
                  <c:v>1</c:v>
                </c:pt>
                <c:pt idx="31087">
                  <c:v>1</c:v>
                </c:pt>
                <c:pt idx="31088">
                  <c:v>8</c:v>
                </c:pt>
                <c:pt idx="31089">
                  <c:v>6</c:v>
                </c:pt>
                <c:pt idx="31090">
                  <c:v>5</c:v>
                </c:pt>
                <c:pt idx="31091">
                  <c:v>5</c:v>
                </c:pt>
                <c:pt idx="31092">
                  <c:v>1</c:v>
                </c:pt>
                <c:pt idx="31093">
                  <c:v>2</c:v>
                </c:pt>
                <c:pt idx="31094">
                  <c:v>1</c:v>
                </c:pt>
                <c:pt idx="31095">
                  <c:v>2</c:v>
                </c:pt>
                <c:pt idx="31096">
                  <c:v>1</c:v>
                </c:pt>
                <c:pt idx="31097">
                  <c:v>2</c:v>
                </c:pt>
                <c:pt idx="31098">
                  <c:v>1</c:v>
                </c:pt>
                <c:pt idx="31099">
                  <c:v>2</c:v>
                </c:pt>
                <c:pt idx="31100">
                  <c:v>2</c:v>
                </c:pt>
                <c:pt idx="31101">
                  <c:v>3</c:v>
                </c:pt>
                <c:pt idx="31102">
                  <c:v>3</c:v>
                </c:pt>
                <c:pt idx="31103">
                  <c:v>1</c:v>
                </c:pt>
                <c:pt idx="31104">
                  <c:v>2</c:v>
                </c:pt>
                <c:pt idx="31105">
                  <c:v>2</c:v>
                </c:pt>
                <c:pt idx="31106">
                  <c:v>4</c:v>
                </c:pt>
                <c:pt idx="31107">
                  <c:v>2</c:v>
                </c:pt>
                <c:pt idx="31108">
                  <c:v>1</c:v>
                </c:pt>
                <c:pt idx="31109">
                  <c:v>6</c:v>
                </c:pt>
                <c:pt idx="31110">
                  <c:v>2</c:v>
                </c:pt>
                <c:pt idx="31111">
                  <c:v>2</c:v>
                </c:pt>
                <c:pt idx="31112">
                  <c:v>3</c:v>
                </c:pt>
                <c:pt idx="31113">
                  <c:v>2</c:v>
                </c:pt>
                <c:pt idx="31114">
                  <c:v>2</c:v>
                </c:pt>
                <c:pt idx="31115">
                  <c:v>1</c:v>
                </c:pt>
                <c:pt idx="31116">
                  <c:v>5</c:v>
                </c:pt>
                <c:pt idx="31117">
                  <c:v>2</c:v>
                </c:pt>
                <c:pt idx="31118">
                  <c:v>5</c:v>
                </c:pt>
                <c:pt idx="31119">
                  <c:v>4</c:v>
                </c:pt>
                <c:pt idx="31120">
                  <c:v>4</c:v>
                </c:pt>
                <c:pt idx="31121">
                  <c:v>6</c:v>
                </c:pt>
                <c:pt idx="31122">
                  <c:v>6</c:v>
                </c:pt>
                <c:pt idx="31123">
                  <c:v>6</c:v>
                </c:pt>
                <c:pt idx="31124">
                  <c:v>4</c:v>
                </c:pt>
                <c:pt idx="31125">
                  <c:v>4</c:v>
                </c:pt>
                <c:pt idx="31126">
                  <c:v>3</c:v>
                </c:pt>
                <c:pt idx="31127">
                  <c:v>6</c:v>
                </c:pt>
                <c:pt idx="31128">
                  <c:v>5</c:v>
                </c:pt>
                <c:pt idx="31129">
                  <c:v>4</c:v>
                </c:pt>
                <c:pt idx="31130">
                  <c:v>3</c:v>
                </c:pt>
                <c:pt idx="31131">
                  <c:v>3</c:v>
                </c:pt>
                <c:pt idx="31132">
                  <c:v>5</c:v>
                </c:pt>
                <c:pt idx="31133">
                  <c:v>3</c:v>
                </c:pt>
                <c:pt idx="31134">
                  <c:v>6</c:v>
                </c:pt>
                <c:pt idx="31135">
                  <c:v>4</c:v>
                </c:pt>
                <c:pt idx="31136">
                  <c:v>4</c:v>
                </c:pt>
                <c:pt idx="31137">
                  <c:v>4</c:v>
                </c:pt>
                <c:pt idx="31138">
                  <c:v>2</c:v>
                </c:pt>
                <c:pt idx="31139">
                  <c:v>2</c:v>
                </c:pt>
                <c:pt idx="31140">
                  <c:v>5</c:v>
                </c:pt>
                <c:pt idx="31141">
                  <c:v>4</c:v>
                </c:pt>
                <c:pt idx="31142">
                  <c:v>1</c:v>
                </c:pt>
                <c:pt idx="31143">
                  <c:v>1</c:v>
                </c:pt>
                <c:pt idx="31144">
                  <c:v>1</c:v>
                </c:pt>
                <c:pt idx="31145">
                  <c:v>2</c:v>
                </c:pt>
                <c:pt idx="31146">
                  <c:v>2</c:v>
                </c:pt>
                <c:pt idx="31147">
                  <c:v>2</c:v>
                </c:pt>
                <c:pt idx="31148">
                  <c:v>5</c:v>
                </c:pt>
                <c:pt idx="31149">
                  <c:v>4</c:v>
                </c:pt>
                <c:pt idx="31150">
                  <c:v>3</c:v>
                </c:pt>
                <c:pt idx="31151">
                  <c:v>7</c:v>
                </c:pt>
                <c:pt idx="31152">
                  <c:v>3</c:v>
                </c:pt>
                <c:pt idx="31153">
                  <c:v>2</c:v>
                </c:pt>
                <c:pt idx="31154">
                  <c:v>2</c:v>
                </c:pt>
                <c:pt idx="31155">
                  <c:v>2</c:v>
                </c:pt>
                <c:pt idx="31156">
                  <c:v>2</c:v>
                </c:pt>
                <c:pt idx="31157">
                  <c:v>3</c:v>
                </c:pt>
                <c:pt idx="31158">
                  <c:v>4</c:v>
                </c:pt>
                <c:pt idx="31159">
                  <c:v>2</c:v>
                </c:pt>
                <c:pt idx="31160">
                  <c:v>2</c:v>
                </c:pt>
                <c:pt idx="31161">
                  <c:v>3</c:v>
                </c:pt>
                <c:pt idx="31162">
                  <c:v>3</c:v>
                </c:pt>
                <c:pt idx="31163">
                  <c:v>2</c:v>
                </c:pt>
                <c:pt idx="31164">
                  <c:v>1</c:v>
                </c:pt>
                <c:pt idx="31165">
                  <c:v>3</c:v>
                </c:pt>
                <c:pt idx="31166">
                  <c:v>3</c:v>
                </c:pt>
                <c:pt idx="31167">
                  <c:v>2</c:v>
                </c:pt>
                <c:pt idx="31168">
                  <c:v>4</c:v>
                </c:pt>
                <c:pt idx="31169">
                  <c:v>4</c:v>
                </c:pt>
                <c:pt idx="31170">
                  <c:v>4</c:v>
                </c:pt>
                <c:pt idx="31171">
                  <c:v>2</c:v>
                </c:pt>
                <c:pt idx="31172">
                  <c:v>2</c:v>
                </c:pt>
                <c:pt idx="31173">
                  <c:v>3</c:v>
                </c:pt>
                <c:pt idx="31174">
                  <c:v>2</c:v>
                </c:pt>
                <c:pt idx="31175">
                  <c:v>3</c:v>
                </c:pt>
                <c:pt idx="31176">
                  <c:v>3</c:v>
                </c:pt>
                <c:pt idx="31177">
                  <c:v>2</c:v>
                </c:pt>
                <c:pt idx="31178">
                  <c:v>2</c:v>
                </c:pt>
                <c:pt idx="31179">
                  <c:v>2</c:v>
                </c:pt>
                <c:pt idx="31180">
                  <c:v>2</c:v>
                </c:pt>
                <c:pt idx="31181">
                  <c:v>2</c:v>
                </c:pt>
                <c:pt idx="31182">
                  <c:v>2</c:v>
                </c:pt>
                <c:pt idx="31183">
                  <c:v>4</c:v>
                </c:pt>
                <c:pt idx="31184">
                  <c:v>2</c:v>
                </c:pt>
                <c:pt idx="31185">
                  <c:v>2</c:v>
                </c:pt>
                <c:pt idx="31186">
                  <c:v>2</c:v>
                </c:pt>
                <c:pt idx="31187">
                  <c:v>2</c:v>
                </c:pt>
                <c:pt idx="31188">
                  <c:v>2</c:v>
                </c:pt>
                <c:pt idx="31189">
                  <c:v>2</c:v>
                </c:pt>
                <c:pt idx="31190">
                  <c:v>3</c:v>
                </c:pt>
                <c:pt idx="31191">
                  <c:v>3</c:v>
                </c:pt>
                <c:pt idx="31192">
                  <c:v>2</c:v>
                </c:pt>
                <c:pt idx="31193">
                  <c:v>2</c:v>
                </c:pt>
                <c:pt idx="31194">
                  <c:v>2</c:v>
                </c:pt>
                <c:pt idx="31195">
                  <c:v>3</c:v>
                </c:pt>
                <c:pt idx="31196">
                  <c:v>3</c:v>
                </c:pt>
                <c:pt idx="31197">
                  <c:v>3</c:v>
                </c:pt>
                <c:pt idx="31198">
                  <c:v>3</c:v>
                </c:pt>
                <c:pt idx="31199">
                  <c:v>2</c:v>
                </c:pt>
                <c:pt idx="31200">
                  <c:v>1</c:v>
                </c:pt>
                <c:pt idx="31201">
                  <c:v>4</c:v>
                </c:pt>
                <c:pt idx="31202">
                  <c:v>4</c:v>
                </c:pt>
                <c:pt idx="31203">
                  <c:v>1</c:v>
                </c:pt>
                <c:pt idx="31204">
                  <c:v>2</c:v>
                </c:pt>
                <c:pt idx="31205">
                  <c:v>2</c:v>
                </c:pt>
                <c:pt idx="31206">
                  <c:v>3</c:v>
                </c:pt>
                <c:pt idx="31207">
                  <c:v>3</c:v>
                </c:pt>
                <c:pt idx="31208">
                  <c:v>4</c:v>
                </c:pt>
                <c:pt idx="31209">
                  <c:v>1</c:v>
                </c:pt>
                <c:pt idx="31210">
                  <c:v>1</c:v>
                </c:pt>
                <c:pt idx="31211">
                  <c:v>3</c:v>
                </c:pt>
                <c:pt idx="31212">
                  <c:v>2</c:v>
                </c:pt>
                <c:pt idx="31213">
                  <c:v>2</c:v>
                </c:pt>
                <c:pt idx="31214">
                  <c:v>2</c:v>
                </c:pt>
                <c:pt idx="31215">
                  <c:v>2</c:v>
                </c:pt>
                <c:pt idx="31216">
                  <c:v>2</c:v>
                </c:pt>
                <c:pt idx="31217">
                  <c:v>2</c:v>
                </c:pt>
                <c:pt idx="31218">
                  <c:v>2</c:v>
                </c:pt>
                <c:pt idx="31219">
                  <c:v>2</c:v>
                </c:pt>
                <c:pt idx="31220">
                  <c:v>2</c:v>
                </c:pt>
                <c:pt idx="31221">
                  <c:v>2</c:v>
                </c:pt>
                <c:pt idx="31222">
                  <c:v>1</c:v>
                </c:pt>
                <c:pt idx="31223">
                  <c:v>3</c:v>
                </c:pt>
                <c:pt idx="31224">
                  <c:v>2</c:v>
                </c:pt>
                <c:pt idx="31225">
                  <c:v>4</c:v>
                </c:pt>
                <c:pt idx="31226">
                  <c:v>1</c:v>
                </c:pt>
                <c:pt idx="31227">
                  <c:v>2</c:v>
                </c:pt>
                <c:pt idx="31228">
                  <c:v>1</c:v>
                </c:pt>
                <c:pt idx="31229">
                  <c:v>2</c:v>
                </c:pt>
                <c:pt idx="31230">
                  <c:v>2</c:v>
                </c:pt>
                <c:pt idx="31231">
                  <c:v>2</c:v>
                </c:pt>
                <c:pt idx="31232">
                  <c:v>3</c:v>
                </c:pt>
                <c:pt idx="31233">
                  <c:v>1</c:v>
                </c:pt>
                <c:pt idx="31234">
                  <c:v>2</c:v>
                </c:pt>
                <c:pt idx="31235">
                  <c:v>2</c:v>
                </c:pt>
                <c:pt idx="31236">
                  <c:v>2</c:v>
                </c:pt>
                <c:pt idx="31237">
                  <c:v>3</c:v>
                </c:pt>
                <c:pt idx="31238">
                  <c:v>2</c:v>
                </c:pt>
                <c:pt idx="31239">
                  <c:v>3</c:v>
                </c:pt>
                <c:pt idx="31240">
                  <c:v>6</c:v>
                </c:pt>
                <c:pt idx="31241">
                  <c:v>2</c:v>
                </c:pt>
                <c:pt idx="31242">
                  <c:v>2</c:v>
                </c:pt>
                <c:pt idx="31243">
                  <c:v>2</c:v>
                </c:pt>
                <c:pt idx="31244">
                  <c:v>2</c:v>
                </c:pt>
                <c:pt idx="31245">
                  <c:v>2</c:v>
                </c:pt>
                <c:pt idx="31246">
                  <c:v>2</c:v>
                </c:pt>
                <c:pt idx="31247">
                  <c:v>3</c:v>
                </c:pt>
                <c:pt idx="31248">
                  <c:v>1</c:v>
                </c:pt>
                <c:pt idx="31249">
                  <c:v>2</c:v>
                </c:pt>
                <c:pt idx="31250">
                  <c:v>2</c:v>
                </c:pt>
                <c:pt idx="31251">
                  <c:v>2</c:v>
                </c:pt>
                <c:pt idx="31252">
                  <c:v>2</c:v>
                </c:pt>
                <c:pt idx="31253">
                  <c:v>1</c:v>
                </c:pt>
                <c:pt idx="31254">
                  <c:v>1</c:v>
                </c:pt>
                <c:pt idx="31255">
                  <c:v>3</c:v>
                </c:pt>
                <c:pt idx="31256">
                  <c:v>2</c:v>
                </c:pt>
                <c:pt idx="31257">
                  <c:v>1</c:v>
                </c:pt>
                <c:pt idx="31258">
                  <c:v>1</c:v>
                </c:pt>
                <c:pt idx="31259">
                  <c:v>3</c:v>
                </c:pt>
                <c:pt idx="31260">
                  <c:v>1</c:v>
                </c:pt>
                <c:pt idx="31261">
                  <c:v>2</c:v>
                </c:pt>
                <c:pt idx="31262">
                  <c:v>1</c:v>
                </c:pt>
                <c:pt idx="31263">
                  <c:v>1</c:v>
                </c:pt>
                <c:pt idx="31264">
                  <c:v>1</c:v>
                </c:pt>
                <c:pt idx="31265">
                  <c:v>1</c:v>
                </c:pt>
                <c:pt idx="31266">
                  <c:v>2</c:v>
                </c:pt>
                <c:pt idx="31267">
                  <c:v>1</c:v>
                </c:pt>
                <c:pt idx="31268">
                  <c:v>1</c:v>
                </c:pt>
                <c:pt idx="31269">
                  <c:v>1</c:v>
                </c:pt>
                <c:pt idx="31270">
                  <c:v>2</c:v>
                </c:pt>
                <c:pt idx="31271">
                  <c:v>1</c:v>
                </c:pt>
                <c:pt idx="31272">
                  <c:v>1</c:v>
                </c:pt>
                <c:pt idx="31273">
                  <c:v>1</c:v>
                </c:pt>
                <c:pt idx="31274">
                  <c:v>2</c:v>
                </c:pt>
                <c:pt idx="31275">
                  <c:v>5</c:v>
                </c:pt>
                <c:pt idx="31276">
                  <c:v>4</c:v>
                </c:pt>
                <c:pt idx="31277">
                  <c:v>2</c:v>
                </c:pt>
                <c:pt idx="31278">
                  <c:v>2</c:v>
                </c:pt>
                <c:pt idx="31279">
                  <c:v>2</c:v>
                </c:pt>
                <c:pt idx="31280">
                  <c:v>2</c:v>
                </c:pt>
                <c:pt idx="31281">
                  <c:v>2</c:v>
                </c:pt>
                <c:pt idx="31282">
                  <c:v>3</c:v>
                </c:pt>
                <c:pt idx="31283">
                  <c:v>2</c:v>
                </c:pt>
                <c:pt idx="31284">
                  <c:v>2</c:v>
                </c:pt>
                <c:pt idx="31285">
                  <c:v>3</c:v>
                </c:pt>
                <c:pt idx="31286">
                  <c:v>2</c:v>
                </c:pt>
                <c:pt idx="31287">
                  <c:v>2</c:v>
                </c:pt>
                <c:pt idx="31288">
                  <c:v>2</c:v>
                </c:pt>
                <c:pt idx="31289">
                  <c:v>2</c:v>
                </c:pt>
                <c:pt idx="31290">
                  <c:v>3</c:v>
                </c:pt>
                <c:pt idx="31291">
                  <c:v>2</c:v>
                </c:pt>
                <c:pt idx="31292">
                  <c:v>3</c:v>
                </c:pt>
                <c:pt idx="31293">
                  <c:v>4</c:v>
                </c:pt>
                <c:pt idx="31294">
                  <c:v>4</c:v>
                </c:pt>
                <c:pt idx="31295">
                  <c:v>4</c:v>
                </c:pt>
                <c:pt idx="31296">
                  <c:v>4</c:v>
                </c:pt>
                <c:pt idx="31297">
                  <c:v>1</c:v>
                </c:pt>
                <c:pt idx="31298">
                  <c:v>2</c:v>
                </c:pt>
                <c:pt idx="31299">
                  <c:v>4</c:v>
                </c:pt>
                <c:pt idx="31300">
                  <c:v>4</c:v>
                </c:pt>
                <c:pt idx="31301">
                  <c:v>4</c:v>
                </c:pt>
                <c:pt idx="31302">
                  <c:v>4</c:v>
                </c:pt>
                <c:pt idx="31303">
                  <c:v>4</c:v>
                </c:pt>
                <c:pt idx="31304">
                  <c:v>5</c:v>
                </c:pt>
                <c:pt idx="31305">
                  <c:v>5</c:v>
                </c:pt>
                <c:pt idx="31306">
                  <c:v>2</c:v>
                </c:pt>
                <c:pt idx="31307">
                  <c:v>5</c:v>
                </c:pt>
                <c:pt idx="31308">
                  <c:v>4</c:v>
                </c:pt>
                <c:pt idx="31309">
                  <c:v>1</c:v>
                </c:pt>
                <c:pt idx="31310">
                  <c:v>2</c:v>
                </c:pt>
                <c:pt idx="31311">
                  <c:v>3</c:v>
                </c:pt>
                <c:pt idx="31312">
                  <c:v>1</c:v>
                </c:pt>
                <c:pt idx="31313">
                  <c:v>2</c:v>
                </c:pt>
                <c:pt idx="31314">
                  <c:v>4</c:v>
                </c:pt>
                <c:pt idx="31315">
                  <c:v>1</c:v>
                </c:pt>
                <c:pt idx="31316">
                  <c:v>1</c:v>
                </c:pt>
                <c:pt idx="31317">
                  <c:v>1</c:v>
                </c:pt>
                <c:pt idx="31318">
                  <c:v>1</c:v>
                </c:pt>
                <c:pt idx="31319">
                  <c:v>2</c:v>
                </c:pt>
                <c:pt idx="31320">
                  <c:v>4</c:v>
                </c:pt>
                <c:pt idx="31321">
                  <c:v>4</c:v>
                </c:pt>
                <c:pt idx="31322">
                  <c:v>4</c:v>
                </c:pt>
                <c:pt idx="31323">
                  <c:v>4</c:v>
                </c:pt>
                <c:pt idx="31324">
                  <c:v>3</c:v>
                </c:pt>
                <c:pt idx="31325">
                  <c:v>4</c:v>
                </c:pt>
                <c:pt idx="31326">
                  <c:v>4</c:v>
                </c:pt>
                <c:pt idx="31327">
                  <c:v>1</c:v>
                </c:pt>
                <c:pt idx="31328">
                  <c:v>3</c:v>
                </c:pt>
                <c:pt idx="31329">
                  <c:v>1</c:v>
                </c:pt>
                <c:pt idx="31330">
                  <c:v>3</c:v>
                </c:pt>
                <c:pt idx="31331">
                  <c:v>2</c:v>
                </c:pt>
                <c:pt idx="31332">
                  <c:v>1</c:v>
                </c:pt>
                <c:pt idx="31333">
                  <c:v>2</c:v>
                </c:pt>
                <c:pt idx="31334">
                  <c:v>3</c:v>
                </c:pt>
                <c:pt idx="31335">
                  <c:v>2</c:v>
                </c:pt>
                <c:pt idx="31336">
                  <c:v>2</c:v>
                </c:pt>
                <c:pt idx="31337">
                  <c:v>4</c:v>
                </c:pt>
                <c:pt idx="31338">
                  <c:v>3</c:v>
                </c:pt>
                <c:pt idx="31339">
                  <c:v>2</c:v>
                </c:pt>
                <c:pt idx="31340">
                  <c:v>2</c:v>
                </c:pt>
                <c:pt idx="31341">
                  <c:v>2</c:v>
                </c:pt>
                <c:pt idx="31342">
                  <c:v>1</c:v>
                </c:pt>
                <c:pt idx="31343">
                  <c:v>4</c:v>
                </c:pt>
                <c:pt idx="31344">
                  <c:v>2</c:v>
                </c:pt>
                <c:pt idx="31345">
                  <c:v>1</c:v>
                </c:pt>
                <c:pt idx="31346">
                  <c:v>1</c:v>
                </c:pt>
                <c:pt idx="31347">
                  <c:v>5</c:v>
                </c:pt>
                <c:pt idx="31348">
                  <c:v>4</c:v>
                </c:pt>
                <c:pt idx="31349">
                  <c:v>4</c:v>
                </c:pt>
                <c:pt idx="31350">
                  <c:v>4</c:v>
                </c:pt>
                <c:pt idx="31351">
                  <c:v>4</c:v>
                </c:pt>
                <c:pt idx="31352">
                  <c:v>4</c:v>
                </c:pt>
                <c:pt idx="31353">
                  <c:v>4</c:v>
                </c:pt>
                <c:pt idx="31354">
                  <c:v>4</c:v>
                </c:pt>
                <c:pt idx="31355">
                  <c:v>-2</c:v>
                </c:pt>
                <c:pt idx="31356">
                  <c:v>4</c:v>
                </c:pt>
                <c:pt idx="31357">
                  <c:v>4</c:v>
                </c:pt>
                <c:pt idx="31358">
                  <c:v>-2</c:v>
                </c:pt>
                <c:pt idx="31359">
                  <c:v>4</c:v>
                </c:pt>
                <c:pt idx="31360">
                  <c:v>4</c:v>
                </c:pt>
                <c:pt idx="31361">
                  <c:v>-2</c:v>
                </c:pt>
                <c:pt idx="31362">
                  <c:v>4</c:v>
                </c:pt>
                <c:pt idx="31363">
                  <c:v>2</c:v>
                </c:pt>
                <c:pt idx="31364">
                  <c:v>2</c:v>
                </c:pt>
                <c:pt idx="31365">
                  <c:v>-4</c:v>
                </c:pt>
                <c:pt idx="31366">
                  <c:v>-4</c:v>
                </c:pt>
                <c:pt idx="31367">
                  <c:v>2</c:v>
                </c:pt>
                <c:pt idx="31368">
                  <c:v>-4</c:v>
                </c:pt>
                <c:pt idx="31369">
                  <c:v>2</c:v>
                </c:pt>
                <c:pt idx="31370">
                  <c:v>2</c:v>
                </c:pt>
                <c:pt idx="31371">
                  <c:v>2</c:v>
                </c:pt>
                <c:pt idx="31372">
                  <c:v>2</c:v>
                </c:pt>
                <c:pt idx="31373">
                  <c:v>2</c:v>
                </c:pt>
                <c:pt idx="31374">
                  <c:v>2</c:v>
                </c:pt>
                <c:pt idx="31375">
                  <c:v>2</c:v>
                </c:pt>
                <c:pt idx="31376">
                  <c:v>2</c:v>
                </c:pt>
                <c:pt idx="31377">
                  <c:v>2</c:v>
                </c:pt>
                <c:pt idx="31378">
                  <c:v>1</c:v>
                </c:pt>
                <c:pt idx="31379">
                  <c:v>3</c:v>
                </c:pt>
                <c:pt idx="31380">
                  <c:v>4</c:v>
                </c:pt>
                <c:pt idx="31381">
                  <c:v>1</c:v>
                </c:pt>
                <c:pt idx="31382">
                  <c:v>1</c:v>
                </c:pt>
                <c:pt idx="31383">
                  <c:v>1</c:v>
                </c:pt>
                <c:pt idx="31384">
                  <c:v>1</c:v>
                </c:pt>
                <c:pt idx="31385">
                  <c:v>1</c:v>
                </c:pt>
                <c:pt idx="31386">
                  <c:v>8</c:v>
                </c:pt>
                <c:pt idx="31387">
                  <c:v>8</c:v>
                </c:pt>
                <c:pt idx="31388">
                  <c:v>10</c:v>
                </c:pt>
                <c:pt idx="31389">
                  <c:v>7</c:v>
                </c:pt>
                <c:pt idx="31390">
                  <c:v>5</c:v>
                </c:pt>
                <c:pt idx="31391">
                  <c:v>10</c:v>
                </c:pt>
                <c:pt idx="31392">
                  <c:v>5</c:v>
                </c:pt>
                <c:pt idx="31393">
                  <c:v>10</c:v>
                </c:pt>
                <c:pt idx="31394">
                  <c:v>9</c:v>
                </c:pt>
                <c:pt idx="31395">
                  <c:v>4</c:v>
                </c:pt>
                <c:pt idx="31396">
                  <c:v>1</c:v>
                </c:pt>
                <c:pt idx="31397">
                  <c:v>-1</c:v>
                </c:pt>
                <c:pt idx="31398">
                  <c:v>3</c:v>
                </c:pt>
                <c:pt idx="31399">
                  <c:v>1</c:v>
                </c:pt>
                <c:pt idx="31400">
                  <c:v>1</c:v>
                </c:pt>
                <c:pt idx="31401">
                  <c:v>4</c:v>
                </c:pt>
                <c:pt idx="31402">
                  <c:v>3</c:v>
                </c:pt>
                <c:pt idx="31403">
                  <c:v>1</c:v>
                </c:pt>
                <c:pt idx="31404">
                  <c:v>2</c:v>
                </c:pt>
                <c:pt idx="31405">
                  <c:v>4</c:v>
                </c:pt>
                <c:pt idx="31406">
                  <c:v>6</c:v>
                </c:pt>
                <c:pt idx="31407">
                  <c:v>3</c:v>
                </c:pt>
                <c:pt idx="31408">
                  <c:v>4</c:v>
                </c:pt>
                <c:pt idx="31409">
                  <c:v>4</c:v>
                </c:pt>
                <c:pt idx="31410">
                  <c:v>4</c:v>
                </c:pt>
                <c:pt idx="31411">
                  <c:v>2</c:v>
                </c:pt>
                <c:pt idx="31412">
                  <c:v>2</c:v>
                </c:pt>
                <c:pt idx="31413">
                  <c:v>2</c:v>
                </c:pt>
                <c:pt idx="31414">
                  <c:v>1</c:v>
                </c:pt>
                <c:pt idx="31415">
                  <c:v>1</c:v>
                </c:pt>
                <c:pt idx="31416">
                  <c:v>3</c:v>
                </c:pt>
                <c:pt idx="31417">
                  <c:v>1</c:v>
                </c:pt>
                <c:pt idx="31418">
                  <c:v>1</c:v>
                </c:pt>
                <c:pt idx="31419">
                  <c:v>4</c:v>
                </c:pt>
                <c:pt idx="31420">
                  <c:v>4</c:v>
                </c:pt>
                <c:pt idx="31421">
                  <c:v>3</c:v>
                </c:pt>
                <c:pt idx="31422">
                  <c:v>2</c:v>
                </c:pt>
                <c:pt idx="31423">
                  <c:v>5</c:v>
                </c:pt>
                <c:pt idx="31424">
                  <c:v>2</c:v>
                </c:pt>
                <c:pt idx="31425">
                  <c:v>2</c:v>
                </c:pt>
                <c:pt idx="31426">
                  <c:v>2</c:v>
                </c:pt>
                <c:pt idx="31427">
                  <c:v>2</c:v>
                </c:pt>
                <c:pt idx="31428">
                  <c:v>3</c:v>
                </c:pt>
                <c:pt idx="31429">
                  <c:v>2</c:v>
                </c:pt>
                <c:pt idx="31430">
                  <c:v>2</c:v>
                </c:pt>
                <c:pt idx="31431">
                  <c:v>4</c:v>
                </c:pt>
                <c:pt idx="31432">
                  <c:v>2</c:v>
                </c:pt>
                <c:pt idx="31433">
                  <c:v>4</c:v>
                </c:pt>
                <c:pt idx="31434">
                  <c:v>2</c:v>
                </c:pt>
                <c:pt idx="31435">
                  <c:v>3</c:v>
                </c:pt>
                <c:pt idx="31436">
                  <c:v>2</c:v>
                </c:pt>
                <c:pt idx="31437">
                  <c:v>4</c:v>
                </c:pt>
                <c:pt idx="31438">
                  <c:v>4</c:v>
                </c:pt>
                <c:pt idx="31439">
                  <c:v>5</c:v>
                </c:pt>
                <c:pt idx="31440">
                  <c:v>5</c:v>
                </c:pt>
                <c:pt idx="31441">
                  <c:v>3</c:v>
                </c:pt>
                <c:pt idx="31442">
                  <c:v>3</c:v>
                </c:pt>
                <c:pt idx="31443">
                  <c:v>3</c:v>
                </c:pt>
                <c:pt idx="31444">
                  <c:v>3</c:v>
                </c:pt>
                <c:pt idx="31445">
                  <c:v>1</c:v>
                </c:pt>
                <c:pt idx="31446">
                  <c:v>2</c:v>
                </c:pt>
                <c:pt idx="31447">
                  <c:v>1</c:v>
                </c:pt>
                <c:pt idx="31448">
                  <c:v>2</c:v>
                </c:pt>
                <c:pt idx="31449">
                  <c:v>2</c:v>
                </c:pt>
                <c:pt idx="31450">
                  <c:v>2</c:v>
                </c:pt>
                <c:pt idx="31451">
                  <c:v>1</c:v>
                </c:pt>
                <c:pt idx="31452">
                  <c:v>2</c:v>
                </c:pt>
                <c:pt idx="31453">
                  <c:v>2</c:v>
                </c:pt>
                <c:pt idx="31454">
                  <c:v>2</c:v>
                </c:pt>
                <c:pt idx="31455">
                  <c:v>2</c:v>
                </c:pt>
                <c:pt idx="31456">
                  <c:v>2</c:v>
                </c:pt>
                <c:pt idx="31457">
                  <c:v>2</c:v>
                </c:pt>
                <c:pt idx="31458">
                  <c:v>2</c:v>
                </c:pt>
                <c:pt idx="31459">
                  <c:v>2</c:v>
                </c:pt>
                <c:pt idx="31460">
                  <c:v>2</c:v>
                </c:pt>
                <c:pt idx="31461">
                  <c:v>2</c:v>
                </c:pt>
                <c:pt idx="31462">
                  <c:v>2</c:v>
                </c:pt>
                <c:pt idx="31463">
                  <c:v>2</c:v>
                </c:pt>
                <c:pt idx="31464">
                  <c:v>2</c:v>
                </c:pt>
                <c:pt idx="31465">
                  <c:v>3</c:v>
                </c:pt>
                <c:pt idx="31466">
                  <c:v>3</c:v>
                </c:pt>
                <c:pt idx="31467">
                  <c:v>6</c:v>
                </c:pt>
                <c:pt idx="31468">
                  <c:v>1</c:v>
                </c:pt>
                <c:pt idx="31469">
                  <c:v>1</c:v>
                </c:pt>
                <c:pt idx="31470">
                  <c:v>1</c:v>
                </c:pt>
                <c:pt idx="31471">
                  <c:v>1</c:v>
                </c:pt>
                <c:pt idx="31472">
                  <c:v>1</c:v>
                </c:pt>
                <c:pt idx="31473">
                  <c:v>1</c:v>
                </c:pt>
                <c:pt idx="31474">
                  <c:v>1</c:v>
                </c:pt>
                <c:pt idx="31475">
                  <c:v>1</c:v>
                </c:pt>
                <c:pt idx="31476">
                  <c:v>3</c:v>
                </c:pt>
                <c:pt idx="31477">
                  <c:v>2</c:v>
                </c:pt>
                <c:pt idx="31478">
                  <c:v>2</c:v>
                </c:pt>
                <c:pt idx="31479">
                  <c:v>3</c:v>
                </c:pt>
                <c:pt idx="31480">
                  <c:v>1</c:v>
                </c:pt>
                <c:pt idx="31481">
                  <c:v>3</c:v>
                </c:pt>
                <c:pt idx="31482">
                  <c:v>1</c:v>
                </c:pt>
                <c:pt idx="31483">
                  <c:v>1</c:v>
                </c:pt>
                <c:pt idx="31484">
                  <c:v>1</c:v>
                </c:pt>
                <c:pt idx="31485">
                  <c:v>1</c:v>
                </c:pt>
                <c:pt idx="31486">
                  <c:v>1</c:v>
                </c:pt>
                <c:pt idx="31487">
                  <c:v>3</c:v>
                </c:pt>
                <c:pt idx="31488">
                  <c:v>1</c:v>
                </c:pt>
                <c:pt idx="31489">
                  <c:v>1</c:v>
                </c:pt>
                <c:pt idx="31490">
                  <c:v>3</c:v>
                </c:pt>
                <c:pt idx="31491">
                  <c:v>1</c:v>
                </c:pt>
                <c:pt idx="31492">
                  <c:v>1</c:v>
                </c:pt>
                <c:pt idx="31493">
                  <c:v>2</c:v>
                </c:pt>
                <c:pt idx="31494">
                  <c:v>3</c:v>
                </c:pt>
                <c:pt idx="31495">
                  <c:v>2</c:v>
                </c:pt>
                <c:pt idx="31496">
                  <c:v>2</c:v>
                </c:pt>
                <c:pt idx="31497">
                  <c:v>4</c:v>
                </c:pt>
                <c:pt idx="31498">
                  <c:v>3</c:v>
                </c:pt>
                <c:pt idx="31499">
                  <c:v>4</c:v>
                </c:pt>
                <c:pt idx="31500">
                  <c:v>3</c:v>
                </c:pt>
                <c:pt idx="31501">
                  <c:v>2</c:v>
                </c:pt>
                <c:pt idx="31502">
                  <c:v>2</c:v>
                </c:pt>
                <c:pt idx="31503">
                  <c:v>2</c:v>
                </c:pt>
                <c:pt idx="31504">
                  <c:v>2</c:v>
                </c:pt>
                <c:pt idx="31505">
                  <c:v>2</c:v>
                </c:pt>
                <c:pt idx="31506">
                  <c:v>1</c:v>
                </c:pt>
                <c:pt idx="31507">
                  <c:v>2</c:v>
                </c:pt>
                <c:pt idx="31508">
                  <c:v>2</c:v>
                </c:pt>
                <c:pt idx="31509">
                  <c:v>4</c:v>
                </c:pt>
                <c:pt idx="31510">
                  <c:v>6</c:v>
                </c:pt>
                <c:pt idx="31511">
                  <c:v>4</c:v>
                </c:pt>
                <c:pt idx="31512">
                  <c:v>6</c:v>
                </c:pt>
                <c:pt idx="31513">
                  <c:v>4</c:v>
                </c:pt>
                <c:pt idx="31514">
                  <c:v>3</c:v>
                </c:pt>
                <c:pt idx="31515">
                  <c:v>5</c:v>
                </c:pt>
                <c:pt idx="31516">
                  <c:v>6</c:v>
                </c:pt>
                <c:pt idx="31517">
                  <c:v>6</c:v>
                </c:pt>
                <c:pt idx="31518">
                  <c:v>3</c:v>
                </c:pt>
                <c:pt idx="31519">
                  <c:v>6</c:v>
                </c:pt>
                <c:pt idx="31520">
                  <c:v>3</c:v>
                </c:pt>
                <c:pt idx="31521">
                  <c:v>4</c:v>
                </c:pt>
                <c:pt idx="31522">
                  <c:v>4</c:v>
                </c:pt>
                <c:pt idx="31523">
                  <c:v>5</c:v>
                </c:pt>
                <c:pt idx="31524">
                  <c:v>4</c:v>
                </c:pt>
                <c:pt idx="31525">
                  <c:v>4</c:v>
                </c:pt>
                <c:pt idx="31526">
                  <c:v>4</c:v>
                </c:pt>
                <c:pt idx="31527">
                  <c:v>3</c:v>
                </c:pt>
                <c:pt idx="31528">
                  <c:v>3</c:v>
                </c:pt>
                <c:pt idx="31529">
                  <c:v>5</c:v>
                </c:pt>
                <c:pt idx="31530">
                  <c:v>3</c:v>
                </c:pt>
                <c:pt idx="31531">
                  <c:v>2</c:v>
                </c:pt>
                <c:pt idx="31532">
                  <c:v>4</c:v>
                </c:pt>
                <c:pt idx="31533">
                  <c:v>1</c:v>
                </c:pt>
                <c:pt idx="31534">
                  <c:v>1</c:v>
                </c:pt>
                <c:pt idx="31535">
                  <c:v>5</c:v>
                </c:pt>
                <c:pt idx="31536">
                  <c:v>2</c:v>
                </c:pt>
                <c:pt idx="31537">
                  <c:v>4</c:v>
                </c:pt>
                <c:pt idx="31538">
                  <c:v>1</c:v>
                </c:pt>
                <c:pt idx="31539">
                  <c:v>1</c:v>
                </c:pt>
                <c:pt idx="31540">
                  <c:v>1</c:v>
                </c:pt>
                <c:pt idx="31541">
                  <c:v>2</c:v>
                </c:pt>
                <c:pt idx="31542">
                  <c:v>2</c:v>
                </c:pt>
                <c:pt idx="31543">
                  <c:v>1</c:v>
                </c:pt>
                <c:pt idx="31544">
                  <c:v>3</c:v>
                </c:pt>
                <c:pt idx="31545">
                  <c:v>2</c:v>
                </c:pt>
                <c:pt idx="31546">
                  <c:v>6</c:v>
                </c:pt>
                <c:pt idx="31547">
                  <c:v>2</c:v>
                </c:pt>
                <c:pt idx="31548">
                  <c:v>1</c:v>
                </c:pt>
                <c:pt idx="31549">
                  <c:v>3</c:v>
                </c:pt>
                <c:pt idx="31550">
                  <c:v>2</c:v>
                </c:pt>
                <c:pt idx="31551">
                  <c:v>2</c:v>
                </c:pt>
                <c:pt idx="31552">
                  <c:v>2</c:v>
                </c:pt>
                <c:pt idx="31553">
                  <c:v>2</c:v>
                </c:pt>
                <c:pt idx="31554">
                  <c:v>2</c:v>
                </c:pt>
                <c:pt idx="31555">
                  <c:v>2</c:v>
                </c:pt>
                <c:pt idx="31556">
                  <c:v>1</c:v>
                </c:pt>
                <c:pt idx="31557">
                  <c:v>2</c:v>
                </c:pt>
                <c:pt idx="31558">
                  <c:v>3</c:v>
                </c:pt>
                <c:pt idx="31559">
                  <c:v>3</c:v>
                </c:pt>
                <c:pt idx="31560">
                  <c:v>1</c:v>
                </c:pt>
                <c:pt idx="31561">
                  <c:v>2</c:v>
                </c:pt>
                <c:pt idx="31562">
                  <c:v>3</c:v>
                </c:pt>
                <c:pt idx="31563">
                  <c:v>1</c:v>
                </c:pt>
                <c:pt idx="31564">
                  <c:v>1</c:v>
                </c:pt>
                <c:pt idx="31565">
                  <c:v>2</c:v>
                </c:pt>
                <c:pt idx="31566">
                  <c:v>2</c:v>
                </c:pt>
                <c:pt idx="31567">
                  <c:v>1</c:v>
                </c:pt>
                <c:pt idx="31568">
                  <c:v>1</c:v>
                </c:pt>
                <c:pt idx="31569">
                  <c:v>1</c:v>
                </c:pt>
                <c:pt idx="31570">
                  <c:v>1</c:v>
                </c:pt>
                <c:pt idx="31571">
                  <c:v>1</c:v>
                </c:pt>
                <c:pt idx="31572">
                  <c:v>2</c:v>
                </c:pt>
                <c:pt idx="31573">
                  <c:v>1</c:v>
                </c:pt>
                <c:pt idx="31574">
                  <c:v>2</c:v>
                </c:pt>
                <c:pt idx="31575">
                  <c:v>3</c:v>
                </c:pt>
                <c:pt idx="31576">
                  <c:v>2</c:v>
                </c:pt>
                <c:pt idx="31577">
                  <c:v>2</c:v>
                </c:pt>
                <c:pt idx="31578">
                  <c:v>2</c:v>
                </c:pt>
                <c:pt idx="31579">
                  <c:v>2</c:v>
                </c:pt>
                <c:pt idx="31580">
                  <c:v>2</c:v>
                </c:pt>
                <c:pt idx="31581">
                  <c:v>2</c:v>
                </c:pt>
                <c:pt idx="31582">
                  <c:v>5</c:v>
                </c:pt>
                <c:pt idx="31583">
                  <c:v>4</c:v>
                </c:pt>
                <c:pt idx="31584">
                  <c:v>5</c:v>
                </c:pt>
                <c:pt idx="31585">
                  <c:v>2</c:v>
                </c:pt>
                <c:pt idx="31586">
                  <c:v>3</c:v>
                </c:pt>
                <c:pt idx="31587">
                  <c:v>2</c:v>
                </c:pt>
                <c:pt idx="31588">
                  <c:v>2</c:v>
                </c:pt>
                <c:pt idx="31589">
                  <c:v>1</c:v>
                </c:pt>
                <c:pt idx="31590">
                  <c:v>2</c:v>
                </c:pt>
                <c:pt idx="31591">
                  <c:v>3</c:v>
                </c:pt>
                <c:pt idx="31592">
                  <c:v>7</c:v>
                </c:pt>
                <c:pt idx="31593">
                  <c:v>2</c:v>
                </c:pt>
                <c:pt idx="31594">
                  <c:v>2</c:v>
                </c:pt>
                <c:pt idx="31595">
                  <c:v>2</c:v>
                </c:pt>
                <c:pt idx="31596">
                  <c:v>2</c:v>
                </c:pt>
                <c:pt idx="31597">
                  <c:v>8</c:v>
                </c:pt>
                <c:pt idx="31598">
                  <c:v>3</c:v>
                </c:pt>
                <c:pt idx="31599">
                  <c:v>4</c:v>
                </c:pt>
                <c:pt idx="31600">
                  <c:v>3</c:v>
                </c:pt>
                <c:pt idx="31601">
                  <c:v>2</c:v>
                </c:pt>
                <c:pt idx="31602">
                  <c:v>2</c:v>
                </c:pt>
                <c:pt idx="31603">
                  <c:v>3</c:v>
                </c:pt>
                <c:pt idx="31604">
                  <c:v>2</c:v>
                </c:pt>
                <c:pt idx="31605">
                  <c:v>5</c:v>
                </c:pt>
                <c:pt idx="31606">
                  <c:v>2</c:v>
                </c:pt>
                <c:pt idx="31607">
                  <c:v>2</c:v>
                </c:pt>
                <c:pt idx="31608">
                  <c:v>2</c:v>
                </c:pt>
                <c:pt idx="31609">
                  <c:v>2</c:v>
                </c:pt>
                <c:pt idx="31610">
                  <c:v>3</c:v>
                </c:pt>
                <c:pt idx="31611">
                  <c:v>1</c:v>
                </c:pt>
                <c:pt idx="31612">
                  <c:v>3</c:v>
                </c:pt>
                <c:pt idx="31613">
                  <c:v>2</c:v>
                </c:pt>
                <c:pt idx="31614">
                  <c:v>2</c:v>
                </c:pt>
                <c:pt idx="31615">
                  <c:v>3</c:v>
                </c:pt>
                <c:pt idx="31616">
                  <c:v>1</c:v>
                </c:pt>
                <c:pt idx="31617">
                  <c:v>1</c:v>
                </c:pt>
                <c:pt idx="31618">
                  <c:v>3</c:v>
                </c:pt>
                <c:pt idx="31619">
                  <c:v>2</c:v>
                </c:pt>
                <c:pt idx="31620">
                  <c:v>2</c:v>
                </c:pt>
                <c:pt idx="31621">
                  <c:v>3</c:v>
                </c:pt>
                <c:pt idx="31622">
                  <c:v>2</c:v>
                </c:pt>
                <c:pt idx="31623">
                  <c:v>4</c:v>
                </c:pt>
                <c:pt idx="31624">
                  <c:v>2</c:v>
                </c:pt>
                <c:pt idx="31625">
                  <c:v>1</c:v>
                </c:pt>
                <c:pt idx="31626">
                  <c:v>4</c:v>
                </c:pt>
                <c:pt idx="31627">
                  <c:v>4</c:v>
                </c:pt>
                <c:pt idx="31628">
                  <c:v>2</c:v>
                </c:pt>
                <c:pt idx="31629">
                  <c:v>4</c:v>
                </c:pt>
                <c:pt idx="31630">
                  <c:v>2</c:v>
                </c:pt>
                <c:pt idx="31631">
                  <c:v>2</c:v>
                </c:pt>
                <c:pt idx="31632">
                  <c:v>4</c:v>
                </c:pt>
                <c:pt idx="31633">
                  <c:v>3</c:v>
                </c:pt>
                <c:pt idx="31634">
                  <c:v>4</c:v>
                </c:pt>
                <c:pt idx="31635">
                  <c:v>2</c:v>
                </c:pt>
                <c:pt idx="31636">
                  <c:v>2</c:v>
                </c:pt>
                <c:pt idx="31637">
                  <c:v>2</c:v>
                </c:pt>
                <c:pt idx="31638">
                  <c:v>2</c:v>
                </c:pt>
                <c:pt idx="31639">
                  <c:v>4</c:v>
                </c:pt>
                <c:pt idx="31640">
                  <c:v>3</c:v>
                </c:pt>
                <c:pt idx="31641">
                  <c:v>1</c:v>
                </c:pt>
                <c:pt idx="31642">
                  <c:v>3</c:v>
                </c:pt>
                <c:pt idx="31643">
                  <c:v>2</c:v>
                </c:pt>
                <c:pt idx="31644">
                  <c:v>1</c:v>
                </c:pt>
                <c:pt idx="31645">
                  <c:v>2</c:v>
                </c:pt>
                <c:pt idx="31646">
                  <c:v>2</c:v>
                </c:pt>
                <c:pt idx="31647">
                  <c:v>6</c:v>
                </c:pt>
                <c:pt idx="31648">
                  <c:v>3</c:v>
                </c:pt>
                <c:pt idx="31649">
                  <c:v>4</c:v>
                </c:pt>
                <c:pt idx="31650">
                  <c:v>6</c:v>
                </c:pt>
                <c:pt idx="31651">
                  <c:v>5</c:v>
                </c:pt>
                <c:pt idx="31652">
                  <c:v>6</c:v>
                </c:pt>
                <c:pt idx="31653">
                  <c:v>5</c:v>
                </c:pt>
                <c:pt idx="31654">
                  <c:v>3</c:v>
                </c:pt>
                <c:pt idx="31655">
                  <c:v>2</c:v>
                </c:pt>
                <c:pt idx="31656">
                  <c:v>3</c:v>
                </c:pt>
                <c:pt idx="31657">
                  <c:v>5</c:v>
                </c:pt>
                <c:pt idx="31658">
                  <c:v>5</c:v>
                </c:pt>
                <c:pt idx="31659">
                  <c:v>2</c:v>
                </c:pt>
                <c:pt idx="31660">
                  <c:v>2</c:v>
                </c:pt>
                <c:pt idx="31661">
                  <c:v>2</c:v>
                </c:pt>
                <c:pt idx="31662">
                  <c:v>1</c:v>
                </c:pt>
                <c:pt idx="31663">
                  <c:v>3</c:v>
                </c:pt>
                <c:pt idx="31664">
                  <c:v>2</c:v>
                </c:pt>
                <c:pt idx="31665">
                  <c:v>3</c:v>
                </c:pt>
                <c:pt idx="31666">
                  <c:v>3</c:v>
                </c:pt>
                <c:pt idx="31667">
                  <c:v>2</c:v>
                </c:pt>
                <c:pt idx="31668">
                  <c:v>3</c:v>
                </c:pt>
                <c:pt idx="31669">
                  <c:v>4</c:v>
                </c:pt>
                <c:pt idx="31670">
                  <c:v>2</c:v>
                </c:pt>
                <c:pt idx="31671">
                  <c:v>6</c:v>
                </c:pt>
                <c:pt idx="31672">
                  <c:v>5</c:v>
                </c:pt>
                <c:pt idx="31673">
                  <c:v>3</c:v>
                </c:pt>
                <c:pt idx="31674">
                  <c:v>5</c:v>
                </c:pt>
                <c:pt idx="31675">
                  <c:v>4</c:v>
                </c:pt>
                <c:pt idx="31676">
                  <c:v>3</c:v>
                </c:pt>
                <c:pt idx="31677">
                  <c:v>5</c:v>
                </c:pt>
                <c:pt idx="31678">
                  <c:v>5</c:v>
                </c:pt>
                <c:pt idx="31679">
                  <c:v>5</c:v>
                </c:pt>
                <c:pt idx="31680">
                  <c:v>8</c:v>
                </c:pt>
                <c:pt idx="31681">
                  <c:v>3</c:v>
                </c:pt>
                <c:pt idx="31682">
                  <c:v>2</c:v>
                </c:pt>
                <c:pt idx="31683">
                  <c:v>3</c:v>
                </c:pt>
                <c:pt idx="31684">
                  <c:v>3</c:v>
                </c:pt>
                <c:pt idx="31685">
                  <c:v>2</c:v>
                </c:pt>
                <c:pt idx="31686">
                  <c:v>2</c:v>
                </c:pt>
                <c:pt idx="31687">
                  <c:v>2</c:v>
                </c:pt>
                <c:pt idx="31688">
                  <c:v>1</c:v>
                </c:pt>
                <c:pt idx="31689">
                  <c:v>2</c:v>
                </c:pt>
                <c:pt idx="31690">
                  <c:v>4</c:v>
                </c:pt>
                <c:pt idx="31691">
                  <c:v>2</c:v>
                </c:pt>
                <c:pt idx="31692">
                  <c:v>3</c:v>
                </c:pt>
                <c:pt idx="31693">
                  <c:v>4</c:v>
                </c:pt>
                <c:pt idx="31694">
                  <c:v>3</c:v>
                </c:pt>
                <c:pt idx="31695">
                  <c:v>2</c:v>
                </c:pt>
                <c:pt idx="31696">
                  <c:v>2</c:v>
                </c:pt>
                <c:pt idx="31697">
                  <c:v>3</c:v>
                </c:pt>
                <c:pt idx="31698">
                  <c:v>3</c:v>
                </c:pt>
                <c:pt idx="31699">
                  <c:v>2</c:v>
                </c:pt>
                <c:pt idx="31700">
                  <c:v>3</c:v>
                </c:pt>
                <c:pt idx="31701">
                  <c:v>2</c:v>
                </c:pt>
                <c:pt idx="31702">
                  <c:v>2</c:v>
                </c:pt>
                <c:pt idx="31703">
                  <c:v>2</c:v>
                </c:pt>
                <c:pt idx="31704">
                  <c:v>2</c:v>
                </c:pt>
                <c:pt idx="31705">
                  <c:v>2</c:v>
                </c:pt>
                <c:pt idx="31706">
                  <c:v>2</c:v>
                </c:pt>
                <c:pt idx="31707">
                  <c:v>2</c:v>
                </c:pt>
                <c:pt idx="31708">
                  <c:v>2</c:v>
                </c:pt>
                <c:pt idx="31709">
                  <c:v>2</c:v>
                </c:pt>
                <c:pt idx="31710">
                  <c:v>2</c:v>
                </c:pt>
                <c:pt idx="31711">
                  <c:v>2</c:v>
                </c:pt>
                <c:pt idx="31712">
                  <c:v>1</c:v>
                </c:pt>
                <c:pt idx="31713">
                  <c:v>1</c:v>
                </c:pt>
                <c:pt idx="31714">
                  <c:v>1</c:v>
                </c:pt>
                <c:pt idx="31715">
                  <c:v>2</c:v>
                </c:pt>
                <c:pt idx="31716">
                  <c:v>4</c:v>
                </c:pt>
                <c:pt idx="31717">
                  <c:v>5</c:v>
                </c:pt>
                <c:pt idx="31718">
                  <c:v>3</c:v>
                </c:pt>
                <c:pt idx="31719">
                  <c:v>2</c:v>
                </c:pt>
                <c:pt idx="31720">
                  <c:v>3</c:v>
                </c:pt>
                <c:pt idx="31721">
                  <c:v>1</c:v>
                </c:pt>
                <c:pt idx="31722">
                  <c:v>2</c:v>
                </c:pt>
                <c:pt idx="31723">
                  <c:v>1</c:v>
                </c:pt>
                <c:pt idx="31724">
                  <c:v>1</c:v>
                </c:pt>
                <c:pt idx="31725">
                  <c:v>1</c:v>
                </c:pt>
                <c:pt idx="31726">
                  <c:v>4</c:v>
                </c:pt>
                <c:pt idx="31727">
                  <c:v>2</c:v>
                </c:pt>
                <c:pt idx="31728">
                  <c:v>1</c:v>
                </c:pt>
                <c:pt idx="31729">
                  <c:v>2</c:v>
                </c:pt>
                <c:pt idx="31730">
                  <c:v>3</c:v>
                </c:pt>
                <c:pt idx="31731">
                  <c:v>1</c:v>
                </c:pt>
                <c:pt idx="31732">
                  <c:v>2</c:v>
                </c:pt>
                <c:pt idx="31733">
                  <c:v>2</c:v>
                </c:pt>
                <c:pt idx="31734">
                  <c:v>4</c:v>
                </c:pt>
                <c:pt idx="31735">
                  <c:v>4</c:v>
                </c:pt>
                <c:pt idx="31736">
                  <c:v>4</c:v>
                </c:pt>
                <c:pt idx="31737">
                  <c:v>2</c:v>
                </c:pt>
                <c:pt idx="31738">
                  <c:v>2</c:v>
                </c:pt>
                <c:pt idx="31739">
                  <c:v>5</c:v>
                </c:pt>
                <c:pt idx="31740">
                  <c:v>3</c:v>
                </c:pt>
                <c:pt idx="31741">
                  <c:v>3</c:v>
                </c:pt>
                <c:pt idx="31742">
                  <c:v>4</c:v>
                </c:pt>
                <c:pt idx="31743">
                  <c:v>3</c:v>
                </c:pt>
                <c:pt idx="31744">
                  <c:v>8</c:v>
                </c:pt>
                <c:pt idx="31745">
                  <c:v>1</c:v>
                </c:pt>
                <c:pt idx="31746">
                  <c:v>1</c:v>
                </c:pt>
                <c:pt idx="31747">
                  <c:v>2</c:v>
                </c:pt>
                <c:pt idx="31748">
                  <c:v>4</c:v>
                </c:pt>
                <c:pt idx="31749">
                  <c:v>3</c:v>
                </c:pt>
                <c:pt idx="31750">
                  <c:v>3</c:v>
                </c:pt>
                <c:pt idx="31751">
                  <c:v>4</c:v>
                </c:pt>
                <c:pt idx="31752">
                  <c:v>8</c:v>
                </c:pt>
                <c:pt idx="31753">
                  <c:v>4</c:v>
                </c:pt>
                <c:pt idx="31754">
                  <c:v>8</c:v>
                </c:pt>
                <c:pt idx="31755">
                  <c:v>10</c:v>
                </c:pt>
                <c:pt idx="31756">
                  <c:v>5</c:v>
                </c:pt>
                <c:pt idx="31757">
                  <c:v>9</c:v>
                </c:pt>
                <c:pt idx="31758">
                  <c:v>7</c:v>
                </c:pt>
                <c:pt idx="31759">
                  <c:v>7</c:v>
                </c:pt>
                <c:pt idx="31760">
                  <c:v>3</c:v>
                </c:pt>
                <c:pt idx="31761">
                  <c:v>3</c:v>
                </c:pt>
                <c:pt idx="31762">
                  <c:v>4</c:v>
                </c:pt>
                <c:pt idx="31763">
                  <c:v>2</c:v>
                </c:pt>
                <c:pt idx="31764">
                  <c:v>2</c:v>
                </c:pt>
                <c:pt idx="31765">
                  <c:v>5</c:v>
                </c:pt>
                <c:pt idx="31766">
                  <c:v>2</c:v>
                </c:pt>
                <c:pt idx="31767">
                  <c:v>0</c:v>
                </c:pt>
                <c:pt idx="31768">
                  <c:v>2</c:v>
                </c:pt>
                <c:pt idx="31769">
                  <c:v>2</c:v>
                </c:pt>
                <c:pt idx="31770">
                  <c:v>1</c:v>
                </c:pt>
                <c:pt idx="31771">
                  <c:v>3</c:v>
                </c:pt>
                <c:pt idx="31772">
                  <c:v>1</c:v>
                </c:pt>
                <c:pt idx="31773">
                  <c:v>2</c:v>
                </c:pt>
                <c:pt idx="31774">
                  <c:v>1</c:v>
                </c:pt>
                <c:pt idx="31775">
                  <c:v>1</c:v>
                </c:pt>
                <c:pt idx="31776">
                  <c:v>1</c:v>
                </c:pt>
                <c:pt idx="31777">
                  <c:v>2</c:v>
                </c:pt>
                <c:pt idx="31778">
                  <c:v>2</c:v>
                </c:pt>
                <c:pt idx="31779">
                  <c:v>2</c:v>
                </c:pt>
                <c:pt idx="31780">
                  <c:v>2</c:v>
                </c:pt>
                <c:pt idx="31781">
                  <c:v>2</c:v>
                </c:pt>
                <c:pt idx="31782">
                  <c:v>2</c:v>
                </c:pt>
                <c:pt idx="31783">
                  <c:v>1</c:v>
                </c:pt>
                <c:pt idx="31784">
                  <c:v>2</c:v>
                </c:pt>
                <c:pt idx="31785">
                  <c:v>1</c:v>
                </c:pt>
                <c:pt idx="31786">
                  <c:v>1</c:v>
                </c:pt>
                <c:pt idx="31787">
                  <c:v>3</c:v>
                </c:pt>
                <c:pt idx="31788">
                  <c:v>1</c:v>
                </c:pt>
                <c:pt idx="31789">
                  <c:v>2</c:v>
                </c:pt>
                <c:pt idx="31790">
                  <c:v>3</c:v>
                </c:pt>
                <c:pt idx="31791">
                  <c:v>2</c:v>
                </c:pt>
                <c:pt idx="31792">
                  <c:v>3</c:v>
                </c:pt>
                <c:pt idx="31793">
                  <c:v>2</c:v>
                </c:pt>
                <c:pt idx="31794">
                  <c:v>4</c:v>
                </c:pt>
                <c:pt idx="31795">
                  <c:v>4</c:v>
                </c:pt>
                <c:pt idx="31796">
                  <c:v>6</c:v>
                </c:pt>
                <c:pt idx="31797">
                  <c:v>2</c:v>
                </c:pt>
                <c:pt idx="31798">
                  <c:v>2</c:v>
                </c:pt>
                <c:pt idx="31799">
                  <c:v>2</c:v>
                </c:pt>
                <c:pt idx="31800">
                  <c:v>5</c:v>
                </c:pt>
                <c:pt idx="31801">
                  <c:v>2</c:v>
                </c:pt>
                <c:pt idx="31802">
                  <c:v>2</c:v>
                </c:pt>
                <c:pt idx="31803">
                  <c:v>1</c:v>
                </c:pt>
                <c:pt idx="31804">
                  <c:v>3</c:v>
                </c:pt>
                <c:pt idx="31805">
                  <c:v>2</c:v>
                </c:pt>
                <c:pt idx="31806">
                  <c:v>4</c:v>
                </c:pt>
                <c:pt idx="31807">
                  <c:v>1</c:v>
                </c:pt>
                <c:pt idx="31808">
                  <c:v>4</c:v>
                </c:pt>
                <c:pt idx="31809">
                  <c:v>1</c:v>
                </c:pt>
                <c:pt idx="31810">
                  <c:v>3</c:v>
                </c:pt>
                <c:pt idx="31811">
                  <c:v>5</c:v>
                </c:pt>
                <c:pt idx="31812">
                  <c:v>1</c:v>
                </c:pt>
                <c:pt idx="31813">
                  <c:v>2</c:v>
                </c:pt>
                <c:pt idx="31814">
                  <c:v>1</c:v>
                </c:pt>
                <c:pt idx="31815">
                  <c:v>6</c:v>
                </c:pt>
                <c:pt idx="31816">
                  <c:v>3</c:v>
                </c:pt>
                <c:pt idx="31817">
                  <c:v>5</c:v>
                </c:pt>
                <c:pt idx="31818">
                  <c:v>7</c:v>
                </c:pt>
                <c:pt idx="31819">
                  <c:v>3</c:v>
                </c:pt>
                <c:pt idx="31820">
                  <c:v>6</c:v>
                </c:pt>
                <c:pt idx="31821">
                  <c:v>6</c:v>
                </c:pt>
                <c:pt idx="31822">
                  <c:v>8</c:v>
                </c:pt>
                <c:pt idx="31823">
                  <c:v>6</c:v>
                </c:pt>
                <c:pt idx="31824">
                  <c:v>2</c:v>
                </c:pt>
                <c:pt idx="31825">
                  <c:v>1</c:v>
                </c:pt>
                <c:pt idx="31826">
                  <c:v>3</c:v>
                </c:pt>
                <c:pt idx="31827">
                  <c:v>3</c:v>
                </c:pt>
                <c:pt idx="31828">
                  <c:v>2</c:v>
                </c:pt>
                <c:pt idx="31829">
                  <c:v>1</c:v>
                </c:pt>
                <c:pt idx="31830">
                  <c:v>1</c:v>
                </c:pt>
                <c:pt idx="31831">
                  <c:v>3</c:v>
                </c:pt>
                <c:pt idx="31832">
                  <c:v>5</c:v>
                </c:pt>
                <c:pt idx="31833">
                  <c:v>2</c:v>
                </c:pt>
                <c:pt idx="31834">
                  <c:v>2</c:v>
                </c:pt>
                <c:pt idx="31835">
                  <c:v>3</c:v>
                </c:pt>
                <c:pt idx="31836">
                  <c:v>3</c:v>
                </c:pt>
                <c:pt idx="31837">
                  <c:v>2</c:v>
                </c:pt>
                <c:pt idx="31838">
                  <c:v>3</c:v>
                </c:pt>
                <c:pt idx="31839">
                  <c:v>3</c:v>
                </c:pt>
                <c:pt idx="31840">
                  <c:v>1</c:v>
                </c:pt>
                <c:pt idx="31841">
                  <c:v>3</c:v>
                </c:pt>
                <c:pt idx="31842">
                  <c:v>3</c:v>
                </c:pt>
                <c:pt idx="31843">
                  <c:v>2</c:v>
                </c:pt>
                <c:pt idx="31844">
                  <c:v>2</c:v>
                </c:pt>
                <c:pt idx="31845">
                  <c:v>2</c:v>
                </c:pt>
                <c:pt idx="31846">
                  <c:v>2</c:v>
                </c:pt>
                <c:pt idx="31847">
                  <c:v>2</c:v>
                </c:pt>
                <c:pt idx="31848">
                  <c:v>2</c:v>
                </c:pt>
                <c:pt idx="31849">
                  <c:v>2</c:v>
                </c:pt>
                <c:pt idx="31850">
                  <c:v>2</c:v>
                </c:pt>
                <c:pt idx="31851">
                  <c:v>2</c:v>
                </c:pt>
                <c:pt idx="31852">
                  <c:v>2</c:v>
                </c:pt>
                <c:pt idx="31853">
                  <c:v>3</c:v>
                </c:pt>
                <c:pt idx="31854">
                  <c:v>2</c:v>
                </c:pt>
                <c:pt idx="31855">
                  <c:v>3</c:v>
                </c:pt>
                <c:pt idx="31856">
                  <c:v>3</c:v>
                </c:pt>
                <c:pt idx="31857">
                  <c:v>2</c:v>
                </c:pt>
                <c:pt idx="31858">
                  <c:v>2</c:v>
                </c:pt>
                <c:pt idx="31859">
                  <c:v>2</c:v>
                </c:pt>
                <c:pt idx="31860">
                  <c:v>2</c:v>
                </c:pt>
                <c:pt idx="31861">
                  <c:v>2</c:v>
                </c:pt>
                <c:pt idx="31862">
                  <c:v>2</c:v>
                </c:pt>
                <c:pt idx="31863">
                  <c:v>2</c:v>
                </c:pt>
                <c:pt idx="31864">
                  <c:v>2</c:v>
                </c:pt>
                <c:pt idx="31865">
                  <c:v>2</c:v>
                </c:pt>
                <c:pt idx="31866">
                  <c:v>2</c:v>
                </c:pt>
                <c:pt idx="31867">
                  <c:v>2</c:v>
                </c:pt>
                <c:pt idx="31868">
                  <c:v>2</c:v>
                </c:pt>
                <c:pt idx="31869">
                  <c:v>2</c:v>
                </c:pt>
                <c:pt idx="31870">
                  <c:v>2</c:v>
                </c:pt>
                <c:pt idx="31871">
                  <c:v>2</c:v>
                </c:pt>
                <c:pt idx="31872">
                  <c:v>2</c:v>
                </c:pt>
                <c:pt idx="31873">
                  <c:v>3</c:v>
                </c:pt>
                <c:pt idx="31874">
                  <c:v>2</c:v>
                </c:pt>
                <c:pt idx="31875">
                  <c:v>2</c:v>
                </c:pt>
                <c:pt idx="31876">
                  <c:v>2</c:v>
                </c:pt>
                <c:pt idx="31877">
                  <c:v>5</c:v>
                </c:pt>
                <c:pt idx="31878">
                  <c:v>1</c:v>
                </c:pt>
                <c:pt idx="31879">
                  <c:v>3</c:v>
                </c:pt>
                <c:pt idx="31880">
                  <c:v>1</c:v>
                </c:pt>
                <c:pt idx="31881">
                  <c:v>3</c:v>
                </c:pt>
                <c:pt idx="31882">
                  <c:v>2</c:v>
                </c:pt>
                <c:pt idx="31883">
                  <c:v>2</c:v>
                </c:pt>
                <c:pt idx="31884">
                  <c:v>2</c:v>
                </c:pt>
                <c:pt idx="31885">
                  <c:v>2</c:v>
                </c:pt>
                <c:pt idx="31886">
                  <c:v>2</c:v>
                </c:pt>
                <c:pt idx="31887">
                  <c:v>2</c:v>
                </c:pt>
                <c:pt idx="31888">
                  <c:v>4</c:v>
                </c:pt>
                <c:pt idx="31889">
                  <c:v>2</c:v>
                </c:pt>
                <c:pt idx="31890">
                  <c:v>1</c:v>
                </c:pt>
                <c:pt idx="31891">
                  <c:v>1</c:v>
                </c:pt>
                <c:pt idx="31892">
                  <c:v>2</c:v>
                </c:pt>
                <c:pt idx="31893">
                  <c:v>2</c:v>
                </c:pt>
                <c:pt idx="31894">
                  <c:v>2</c:v>
                </c:pt>
                <c:pt idx="31895">
                  <c:v>3</c:v>
                </c:pt>
                <c:pt idx="31896">
                  <c:v>2</c:v>
                </c:pt>
                <c:pt idx="31897">
                  <c:v>2</c:v>
                </c:pt>
                <c:pt idx="31898">
                  <c:v>1</c:v>
                </c:pt>
                <c:pt idx="31899">
                  <c:v>2</c:v>
                </c:pt>
                <c:pt idx="31900">
                  <c:v>2</c:v>
                </c:pt>
                <c:pt idx="31901">
                  <c:v>1</c:v>
                </c:pt>
                <c:pt idx="31902">
                  <c:v>2</c:v>
                </c:pt>
                <c:pt idx="31903">
                  <c:v>1</c:v>
                </c:pt>
                <c:pt idx="31904">
                  <c:v>1</c:v>
                </c:pt>
                <c:pt idx="31905">
                  <c:v>2</c:v>
                </c:pt>
                <c:pt idx="31906">
                  <c:v>3</c:v>
                </c:pt>
                <c:pt idx="31907">
                  <c:v>2</c:v>
                </c:pt>
                <c:pt idx="31908">
                  <c:v>2</c:v>
                </c:pt>
                <c:pt idx="31909">
                  <c:v>2</c:v>
                </c:pt>
                <c:pt idx="31910">
                  <c:v>2</c:v>
                </c:pt>
                <c:pt idx="31911">
                  <c:v>2</c:v>
                </c:pt>
                <c:pt idx="31912">
                  <c:v>2</c:v>
                </c:pt>
                <c:pt idx="31913">
                  <c:v>2</c:v>
                </c:pt>
                <c:pt idx="31914">
                  <c:v>2</c:v>
                </c:pt>
                <c:pt idx="31915">
                  <c:v>2</c:v>
                </c:pt>
                <c:pt idx="31916">
                  <c:v>2</c:v>
                </c:pt>
                <c:pt idx="31917">
                  <c:v>2</c:v>
                </c:pt>
                <c:pt idx="31918">
                  <c:v>2</c:v>
                </c:pt>
                <c:pt idx="31919">
                  <c:v>2</c:v>
                </c:pt>
                <c:pt idx="31920">
                  <c:v>2</c:v>
                </c:pt>
                <c:pt idx="31921">
                  <c:v>2</c:v>
                </c:pt>
                <c:pt idx="31922">
                  <c:v>2</c:v>
                </c:pt>
                <c:pt idx="31923">
                  <c:v>2</c:v>
                </c:pt>
                <c:pt idx="31924">
                  <c:v>2</c:v>
                </c:pt>
                <c:pt idx="31925">
                  <c:v>3</c:v>
                </c:pt>
                <c:pt idx="31926">
                  <c:v>2</c:v>
                </c:pt>
                <c:pt idx="31927">
                  <c:v>2</c:v>
                </c:pt>
                <c:pt idx="31928">
                  <c:v>2</c:v>
                </c:pt>
                <c:pt idx="31929">
                  <c:v>2</c:v>
                </c:pt>
                <c:pt idx="31930">
                  <c:v>2</c:v>
                </c:pt>
                <c:pt idx="31931">
                  <c:v>4</c:v>
                </c:pt>
                <c:pt idx="31932">
                  <c:v>2</c:v>
                </c:pt>
                <c:pt idx="31933">
                  <c:v>2</c:v>
                </c:pt>
                <c:pt idx="31934">
                  <c:v>3</c:v>
                </c:pt>
                <c:pt idx="31935">
                  <c:v>3</c:v>
                </c:pt>
                <c:pt idx="31936">
                  <c:v>2</c:v>
                </c:pt>
                <c:pt idx="31937">
                  <c:v>2</c:v>
                </c:pt>
                <c:pt idx="31938">
                  <c:v>2</c:v>
                </c:pt>
                <c:pt idx="31939">
                  <c:v>2</c:v>
                </c:pt>
                <c:pt idx="31940">
                  <c:v>1</c:v>
                </c:pt>
                <c:pt idx="31941">
                  <c:v>6</c:v>
                </c:pt>
                <c:pt idx="31942">
                  <c:v>4</c:v>
                </c:pt>
                <c:pt idx="31943">
                  <c:v>4</c:v>
                </c:pt>
                <c:pt idx="31944">
                  <c:v>6</c:v>
                </c:pt>
                <c:pt idx="31945">
                  <c:v>2</c:v>
                </c:pt>
                <c:pt idx="31946">
                  <c:v>4</c:v>
                </c:pt>
                <c:pt idx="31947">
                  <c:v>5</c:v>
                </c:pt>
                <c:pt idx="31948">
                  <c:v>4</c:v>
                </c:pt>
                <c:pt idx="31949">
                  <c:v>3</c:v>
                </c:pt>
                <c:pt idx="31950">
                  <c:v>4</c:v>
                </c:pt>
                <c:pt idx="31951">
                  <c:v>4</c:v>
                </c:pt>
                <c:pt idx="31952">
                  <c:v>5</c:v>
                </c:pt>
                <c:pt idx="31953">
                  <c:v>4</c:v>
                </c:pt>
                <c:pt idx="31954">
                  <c:v>2</c:v>
                </c:pt>
                <c:pt idx="31955">
                  <c:v>3</c:v>
                </c:pt>
                <c:pt idx="31956">
                  <c:v>4</c:v>
                </c:pt>
                <c:pt idx="31957">
                  <c:v>4</c:v>
                </c:pt>
                <c:pt idx="31958">
                  <c:v>2</c:v>
                </c:pt>
                <c:pt idx="31959">
                  <c:v>2</c:v>
                </c:pt>
                <c:pt idx="31960">
                  <c:v>2</c:v>
                </c:pt>
                <c:pt idx="31961">
                  <c:v>2</c:v>
                </c:pt>
                <c:pt idx="31962">
                  <c:v>2</c:v>
                </c:pt>
                <c:pt idx="31963">
                  <c:v>2</c:v>
                </c:pt>
                <c:pt idx="31964">
                  <c:v>2</c:v>
                </c:pt>
                <c:pt idx="31965">
                  <c:v>2</c:v>
                </c:pt>
                <c:pt idx="31966">
                  <c:v>2</c:v>
                </c:pt>
                <c:pt idx="31967">
                  <c:v>2</c:v>
                </c:pt>
                <c:pt idx="31968">
                  <c:v>3</c:v>
                </c:pt>
                <c:pt idx="31969">
                  <c:v>2</c:v>
                </c:pt>
                <c:pt idx="31970">
                  <c:v>1</c:v>
                </c:pt>
                <c:pt idx="31971">
                  <c:v>1</c:v>
                </c:pt>
                <c:pt idx="31972">
                  <c:v>3</c:v>
                </c:pt>
                <c:pt idx="31973">
                  <c:v>3</c:v>
                </c:pt>
                <c:pt idx="31974">
                  <c:v>1</c:v>
                </c:pt>
                <c:pt idx="31975">
                  <c:v>1</c:v>
                </c:pt>
                <c:pt idx="31976">
                  <c:v>2</c:v>
                </c:pt>
                <c:pt idx="31977">
                  <c:v>2</c:v>
                </c:pt>
                <c:pt idx="31978">
                  <c:v>1</c:v>
                </c:pt>
                <c:pt idx="31979">
                  <c:v>2</c:v>
                </c:pt>
                <c:pt idx="31980">
                  <c:v>2</c:v>
                </c:pt>
                <c:pt idx="31981">
                  <c:v>2</c:v>
                </c:pt>
                <c:pt idx="31982">
                  <c:v>1</c:v>
                </c:pt>
                <c:pt idx="31983">
                  <c:v>2</c:v>
                </c:pt>
                <c:pt idx="31984">
                  <c:v>2</c:v>
                </c:pt>
                <c:pt idx="31985">
                  <c:v>2</c:v>
                </c:pt>
                <c:pt idx="31986">
                  <c:v>5</c:v>
                </c:pt>
                <c:pt idx="31987">
                  <c:v>2</c:v>
                </c:pt>
                <c:pt idx="31988">
                  <c:v>2</c:v>
                </c:pt>
                <c:pt idx="31989">
                  <c:v>2</c:v>
                </c:pt>
                <c:pt idx="31990">
                  <c:v>2</c:v>
                </c:pt>
                <c:pt idx="31991">
                  <c:v>1</c:v>
                </c:pt>
                <c:pt idx="31992">
                  <c:v>12</c:v>
                </c:pt>
                <c:pt idx="31993">
                  <c:v>2</c:v>
                </c:pt>
                <c:pt idx="31994">
                  <c:v>4</c:v>
                </c:pt>
                <c:pt idx="31995">
                  <c:v>5</c:v>
                </c:pt>
                <c:pt idx="31996">
                  <c:v>8</c:v>
                </c:pt>
                <c:pt idx="31997">
                  <c:v>14</c:v>
                </c:pt>
                <c:pt idx="31998">
                  <c:v>1</c:v>
                </c:pt>
                <c:pt idx="31999">
                  <c:v>3</c:v>
                </c:pt>
                <c:pt idx="32000">
                  <c:v>2</c:v>
                </c:pt>
                <c:pt idx="32001">
                  <c:v>4</c:v>
                </c:pt>
                <c:pt idx="32002">
                  <c:v>3</c:v>
                </c:pt>
                <c:pt idx="32003">
                  <c:v>2</c:v>
                </c:pt>
                <c:pt idx="32004">
                  <c:v>2</c:v>
                </c:pt>
                <c:pt idx="32005">
                  <c:v>3</c:v>
                </c:pt>
                <c:pt idx="32006">
                  <c:v>3</c:v>
                </c:pt>
                <c:pt idx="32007">
                  <c:v>3</c:v>
                </c:pt>
                <c:pt idx="32008">
                  <c:v>4</c:v>
                </c:pt>
                <c:pt idx="32009">
                  <c:v>2</c:v>
                </c:pt>
                <c:pt idx="32010">
                  <c:v>3</c:v>
                </c:pt>
                <c:pt idx="32011">
                  <c:v>2</c:v>
                </c:pt>
                <c:pt idx="32012">
                  <c:v>3</c:v>
                </c:pt>
                <c:pt idx="32013">
                  <c:v>1</c:v>
                </c:pt>
                <c:pt idx="32014">
                  <c:v>2</c:v>
                </c:pt>
                <c:pt idx="32015">
                  <c:v>2</c:v>
                </c:pt>
                <c:pt idx="32016">
                  <c:v>1</c:v>
                </c:pt>
                <c:pt idx="32017">
                  <c:v>2</c:v>
                </c:pt>
                <c:pt idx="32018">
                  <c:v>3</c:v>
                </c:pt>
                <c:pt idx="32019">
                  <c:v>4</c:v>
                </c:pt>
                <c:pt idx="32020">
                  <c:v>2</c:v>
                </c:pt>
                <c:pt idx="32021">
                  <c:v>1</c:v>
                </c:pt>
                <c:pt idx="32022">
                  <c:v>1</c:v>
                </c:pt>
                <c:pt idx="32023">
                  <c:v>3</c:v>
                </c:pt>
                <c:pt idx="32024">
                  <c:v>2</c:v>
                </c:pt>
                <c:pt idx="32025">
                  <c:v>1</c:v>
                </c:pt>
                <c:pt idx="32026">
                  <c:v>1</c:v>
                </c:pt>
                <c:pt idx="32027">
                  <c:v>3</c:v>
                </c:pt>
                <c:pt idx="32028">
                  <c:v>2</c:v>
                </c:pt>
                <c:pt idx="32029">
                  <c:v>1</c:v>
                </c:pt>
                <c:pt idx="32030">
                  <c:v>2</c:v>
                </c:pt>
                <c:pt idx="32031">
                  <c:v>1</c:v>
                </c:pt>
                <c:pt idx="32032">
                  <c:v>3</c:v>
                </c:pt>
                <c:pt idx="32033">
                  <c:v>2</c:v>
                </c:pt>
                <c:pt idx="32034">
                  <c:v>2</c:v>
                </c:pt>
                <c:pt idx="32035">
                  <c:v>2</c:v>
                </c:pt>
                <c:pt idx="32036">
                  <c:v>3</c:v>
                </c:pt>
                <c:pt idx="32037">
                  <c:v>1</c:v>
                </c:pt>
                <c:pt idx="32038">
                  <c:v>1</c:v>
                </c:pt>
                <c:pt idx="32039">
                  <c:v>2</c:v>
                </c:pt>
                <c:pt idx="32040">
                  <c:v>2</c:v>
                </c:pt>
                <c:pt idx="32041">
                  <c:v>1</c:v>
                </c:pt>
                <c:pt idx="32042">
                  <c:v>1</c:v>
                </c:pt>
                <c:pt idx="32043">
                  <c:v>1</c:v>
                </c:pt>
                <c:pt idx="32044">
                  <c:v>2</c:v>
                </c:pt>
                <c:pt idx="32045">
                  <c:v>2</c:v>
                </c:pt>
                <c:pt idx="32046">
                  <c:v>2</c:v>
                </c:pt>
                <c:pt idx="32047">
                  <c:v>1</c:v>
                </c:pt>
                <c:pt idx="32048">
                  <c:v>2</c:v>
                </c:pt>
                <c:pt idx="32049">
                  <c:v>1</c:v>
                </c:pt>
                <c:pt idx="32050">
                  <c:v>2</c:v>
                </c:pt>
                <c:pt idx="32051">
                  <c:v>1</c:v>
                </c:pt>
                <c:pt idx="32052">
                  <c:v>1</c:v>
                </c:pt>
                <c:pt idx="32053">
                  <c:v>1</c:v>
                </c:pt>
                <c:pt idx="32054">
                  <c:v>1</c:v>
                </c:pt>
                <c:pt idx="32055">
                  <c:v>2</c:v>
                </c:pt>
                <c:pt idx="32056">
                  <c:v>3</c:v>
                </c:pt>
                <c:pt idx="32057">
                  <c:v>1</c:v>
                </c:pt>
                <c:pt idx="32058">
                  <c:v>1</c:v>
                </c:pt>
                <c:pt idx="32059">
                  <c:v>1</c:v>
                </c:pt>
                <c:pt idx="32060">
                  <c:v>2</c:v>
                </c:pt>
                <c:pt idx="32061">
                  <c:v>4</c:v>
                </c:pt>
                <c:pt idx="32062">
                  <c:v>2</c:v>
                </c:pt>
                <c:pt idx="32063">
                  <c:v>1</c:v>
                </c:pt>
                <c:pt idx="32064">
                  <c:v>1</c:v>
                </c:pt>
                <c:pt idx="32065">
                  <c:v>1</c:v>
                </c:pt>
                <c:pt idx="32066">
                  <c:v>1</c:v>
                </c:pt>
                <c:pt idx="32067">
                  <c:v>2</c:v>
                </c:pt>
                <c:pt idx="32068">
                  <c:v>3</c:v>
                </c:pt>
                <c:pt idx="32069">
                  <c:v>1</c:v>
                </c:pt>
                <c:pt idx="32070">
                  <c:v>1</c:v>
                </c:pt>
                <c:pt idx="32071">
                  <c:v>1</c:v>
                </c:pt>
                <c:pt idx="32072">
                  <c:v>3</c:v>
                </c:pt>
                <c:pt idx="32073">
                  <c:v>1</c:v>
                </c:pt>
                <c:pt idx="32074">
                  <c:v>2</c:v>
                </c:pt>
                <c:pt idx="32075">
                  <c:v>1</c:v>
                </c:pt>
                <c:pt idx="32076">
                  <c:v>2</c:v>
                </c:pt>
                <c:pt idx="32077">
                  <c:v>2</c:v>
                </c:pt>
                <c:pt idx="32078">
                  <c:v>2</c:v>
                </c:pt>
                <c:pt idx="32079">
                  <c:v>1</c:v>
                </c:pt>
                <c:pt idx="32080">
                  <c:v>2</c:v>
                </c:pt>
                <c:pt idx="32081">
                  <c:v>4</c:v>
                </c:pt>
                <c:pt idx="32082">
                  <c:v>2</c:v>
                </c:pt>
                <c:pt idx="32083">
                  <c:v>4</c:v>
                </c:pt>
                <c:pt idx="32084">
                  <c:v>1</c:v>
                </c:pt>
                <c:pt idx="32085">
                  <c:v>3</c:v>
                </c:pt>
                <c:pt idx="32086">
                  <c:v>4</c:v>
                </c:pt>
                <c:pt idx="32087">
                  <c:v>2</c:v>
                </c:pt>
                <c:pt idx="32088">
                  <c:v>4</c:v>
                </c:pt>
                <c:pt idx="32089">
                  <c:v>3</c:v>
                </c:pt>
                <c:pt idx="32090">
                  <c:v>3</c:v>
                </c:pt>
                <c:pt idx="32091">
                  <c:v>1</c:v>
                </c:pt>
                <c:pt idx="32092">
                  <c:v>1</c:v>
                </c:pt>
                <c:pt idx="32093">
                  <c:v>1</c:v>
                </c:pt>
                <c:pt idx="32094">
                  <c:v>3</c:v>
                </c:pt>
                <c:pt idx="32095">
                  <c:v>6</c:v>
                </c:pt>
                <c:pt idx="32096">
                  <c:v>2</c:v>
                </c:pt>
                <c:pt idx="32097">
                  <c:v>2</c:v>
                </c:pt>
                <c:pt idx="32098">
                  <c:v>3</c:v>
                </c:pt>
                <c:pt idx="32099">
                  <c:v>3</c:v>
                </c:pt>
                <c:pt idx="32100">
                  <c:v>5</c:v>
                </c:pt>
                <c:pt idx="32101">
                  <c:v>2</c:v>
                </c:pt>
                <c:pt idx="32102">
                  <c:v>1</c:v>
                </c:pt>
                <c:pt idx="32103">
                  <c:v>3</c:v>
                </c:pt>
                <c:pt idx="32104">
                  <c:v>2</c:v>
                </c:pt>
                <c:pt idx="32105">
                  <c:v>2</c:v>
                </c:pt>
                <c:pt idx="32106">
                  <c:v>2</c:v>
                </c:pt>
                <c:pt idx="32107">
                  <c:v>3</c:v>
                </c:pt>
                <c:pt idx="32108">
                  <c:v>4</c:v>
                </c:pt>
                <c:pt idx="32109">
                  <c:v>3</c:v>
                </c:pt>
                <c:pt idx="32110">
                  <c:v>4</c:v>
                </c:pt>
                <c:pt idx="32111">
                  <c:v>5</c:v>
                </c:pt>
                <c:pt idx="32112">
                  <c:v>3</c:v>
                </c:pt>
                <c:pt idx="32113">
                  <c:v>4</c:v>
                </c:pt>
                <c:pt idx="32114">
                  <c:v>2</c:v>
                </c:pt>
                <c:pt idx="32115">
                  <c:v>3</c:v>
                </c:pt>
                <c:pt idx="32116">
                  <c:v>2</c:v>
                </c:pt>
                <c:pt idx="32117">
                  <c:v>3</c:v>
                </c:pt>
                <c:pt idx="32118">
                  <c:v>2</c:v>
                </c:pt>
                <c:pt idx="32119">
                  <c:v>5</c:v>
                </c:pt>
                <c:pt idx="32120">
                  <c:v>1</c:v>
                </c:pt>
                <c:pt idx="32121">
                  <c:v>1</c:v>
                </c:pt>
                <c:pt idx="32122">
                  <c:v>1</c:v>
                </c:pt>
                <c:pt idx="32123">
                  <c:v>1</c:v>
                </c:pt>
                <c:pt idx="32124">
                  <c:v>2</c:v>
                </c:pt>
                <c:pt idx="32125">
                  <c:v>1</c:v>
                </c:pt>
                <c:pt idx="32126">
                  <c:v>1</c:v>
                </c:pt>
                <c:pt idx="32127">
                  <c:v>1</c:v>
                </c:pt>
                <c:pt idx="32128">
                  <c:v>1</c:v>
                </c:pt>
                <c:pt idx="32129">
                  <c:v>1</c:v>
                </c:pt>
                <c:pt idx="32130">
                  <c:v>1</c:v>
                </c:pt>
                <c:pt idx="32131">
                  <c:v>1</c:v>
                </c:pt>
                <c:pt idx="32132">
                  <c:v>2</c:v>
                </c:pt>
                <c:pt idx="32133">
                  <c:v>1</c:v>
                </c:pt>
                <c:pt idx="32134">
                  <c:v>6</c:v>
                </c:pt>
                <c:pt idx="32135">
                  <c:v>3</c:v>
                </c:pt>
                <c:pt idx="32136">
                  <c:v>1</c:v>
                </c:pt>
                <c:pt idx="32137">
                  <c:v>1</c:v>
                </c:pt>
                <c:pt idx="32138">
                  <c:v>2</c:v>
                </c:pt>
                <c:pt idx="32139">
                  <c:v>2</c:v>
                </c:pt>
                <c:pt idx="32140">
                  <c:v>1</c:v>
                </c:pt>
                <c:pt idx="32141">
                  <c:v>4</c:v>
                </c:pt>
                <c:pt idx="32142">
                  <c:v>2</c:v>
                </c:pt>
                <c:pt idx="32143">
                  <c:v>2</c:v>
                </c:pt>
                <c:pt idx="32144">
                  <c:v>3</c:v>
                </c:pt>
                <c:pt idx="32145">
                  <c:v>2</c:v>
                </c:pt>
                <c:pt idx="32146">
                  <c:v>4</c:v>
                </c:pt>
                <c:pt idx="32147">
                  <c:v>3</c:v>
                </c:pt>
                <c:pt idx="32148">
                  <c:v>2</c:v>
                </c:pt>
                <c:pt idx="32149">
                  <c:v>2</c:v>
                </c:pt>
                <c:pt idx="32150">
                  <c:v>2</c:v>
                </c:pt>
                <c:pt idx="32151">
                  <c:v>2</c:v>
                </c:pt>
                <c:pt idx="32152">
                  <c:v>2</c:v>
                </c:pt>
                <c:pt idx="32153">
                  <c:v>3</c:v>
                </c:pt>
                <c:pt idx="32154">
                  <c:v>3</c:v>
                </c:pt>
                <c:pt idx="32155">
                  <c:v>4</c:v>
                </c:pt>
                <c:pt idx="32156">
                  <c:v>2</c:v>
                </c:pt>
                <c:pt idx="32157">
                  <c:v>6</c:v>
                </c:pt>
                <c:pt idx="32158">
                  <c:v>8</c:v>
                </c:pt>
                <c:pt idx="32159">
                  <c:v>9</c:v>
                </c:pt>
                <c:pt idx="32160">
                  <c:v>8</c:v>
                </c:pt>
                <c:pt idx="32161">
                  <c:v>11</c:v>
                </c:pt>
                <c:pt idx="32162">
                  <c:v>8</c:v>
                </c:pt>
                <c:pt idx="32163">
                  <c:v>8</c:v>
                </c:pt>
                <c:pt idx="32164">
                  <c:v>7</c:v>
                </c:pt>
                <c:pt idx="32165">
                  <c:v>9</c:v>
                </c:pt>
                <c:pt idx="32166">
                  <c:v>9</c:v>
                </c:pt>
                <c:pt idx="32167">
                  <c:v>4</c:v>
                </c:pt>
                <c:pt idx="32168">
                  <c:v>2</c:v>
                </c:pt>
                <c:pt idx="32169">
                  <c:v>2</c:v>
                </c:pt>
                <c:pt idx="32170">
                  <c:v>1</c:v>
                </c:pt>
                <c:pt idx="32171">
                  <c:v>1</c:v>
                </c:pt>
                <c:pt idx="32172">
                  <c:v>1</c:v>
                </c:pt>
                <c:pt idx="32173">
                  <c:v>1</c:v>
                </c:pt>
                <c:pt idx="32174">
                  <c:v>1</c:v>
                </c:pt>
                <c:pt idx="32175">
                  <c:v>1</c:v>
                </c:pt>
                <c:pt idx="32176">
                  <c:v>1</c:v>
                </c:pt>
                <c:pt idx="32177">
                  <c:v>1</c:v>
                </c:pt>
                <c:pt idx="32178">
                  <c:v>1</c:v>
                </c:pt>
                <c:pt idx="32179">
                  <c:v>1</c:v>
                </c:pt>
                <c:pt idx="32180">
                  <c:v>1</c:v>
                </c:pt>
                <c:pt idx="32181">
                  <c:v>1</c:v>
                </c:pt>
                <c:pt idx="32182">
                  <c:v>1</c:v>
                </c:pt>
                <c:pt idx="32183">
                  <c:v>1</c:v>
                </c:pt>
                <c:pt idx="32184">
                  <c:v>1</c:v>
                </c:pt>
                <c:pt idx="32185">
                  <c:v>1</c:v>
                </c:pt>
                <c:pt idx="32186">
                  <c:v>3</c:v>
                </c:pt>
                <c:pt idx="32187">
                  <c:v>1</c:v>
                </c:pt>
                <c:pt idx="32188">
                  <c:v>1</c:v>
                </c:pt>
                <c:pt idx="32189">
                  <c:v>3</c:v>
                </c:pt>
                <c:pt idx="32190">
                  <c:v>4</c:v>
                </c:pt>
                <c:pt idx="32191">
                  <c:v>3</c:v>
                </c:pt>
                <c:pt idx="32192">
                  <c:v>3</c:v>
                </c:pt>
                <c:pt idx="32193">
                  <c:v>2</c:v>
                </c:pt>
                <c:pt idx="32194">
                  <c:v>2</c:v>
                </c:pt>
                <c:pt idx="32195">
                  <c:v>4</c:v>
                </c:pt>
                <c:pt idx="32196">
                  <c:v>3</c:v>
                </c:pt>
                <c:pt idx="32197">
                  <c:v>3</c:v>
                </c:pt>
                <c:pt idx="32198">
                  <c:v>4</c:v>
                </c:pt>
                <c:pt idx="32199">
                  <c:v>2</c:v>
                </c:pt>
                <c:pt idx="32200">
                  <c:v>-3</c:v>
                </c:pt>
                <c:pt idx="32201">
                  <c:v>2</c:v>
                </c:pt>
                <c:pt idx="32202">
                  <c:v>3</c:v>
                </c:pt>
                <c:pt idx="32203">
                  <c:v>2</c:v>
                </c:pt>
                <c:pt idx="32204">
                  <c:v>2</c:v>
                </c:pt>
                <c:pt idx="32205">
                  <c:v>4</c:v>
                </c:pt>
                <c:pt idx="32206">
                  <c:v>4</c:v>
                </c:pt>
                <c:pt idx="32207">
                  <c:v>2</c:v>
                </c:pt>
                <c:pt idx="32208">
                  <c:v>2</c:v>
                </c:pt>
                <c:pt idx="32209">
                  <c:v>2</c:v>
                </c:pt>
                <c:pt idx="32210">
                  <c:v>2</c:v>
                </c:pt>
                <c:pt idx="32211">
                  <c:v>6</c:v>
                </c:pt>
                <c:pt idx="32212">
                  <c:v>2</c:v>
                </c:pt>
                <c:pt idx="32213">
                  <c:v>1</c:v>
                </c:pt>
                <c:pt idx="32214">
                  <c:v>3</c:v>
                </c:pt>
                <c:pt idx="32215">
                  <c:v>1</c:v>
                </c:pt>
                <c:pt idx="32216">
                  <c:v>1</c:v>
                </c:pt>
                <c:pt idx="32217">
                  <c:v>2</c:v>
                </c:pt>
                <c:pt idx="32218">
                  <c:v>2</c:v>
                </c:pt>
                <c:pt idx="32219">
                  <c:v>2</c:v>
                </c:pt>
                <c:pt idx="32220">
                  <c:v>5</c:v>
                </c:pt>
                <c:pt idx="32221">
                  <c:v>2</c:v>
                </c:pt>
                <c:pt idx="32222">
                  <c:v>3</c:v>
                </c:pt>
                <c:pt idx="32223">
                  <c:v>2</c:v>
                </c:pt>
                <c:pt idx="32224">
                  <c:v>2</c:v>
                </c:pt>
                <c:pt idx="32225">
                  <c:v>4</c:v>
                </c:pt>
                <c:pt idx="32226">
                  <c:v>4</c:v>
                </c:pt>
                <c:pt idx="32227">
                  <c:v>4</c:v>
                </c:pt>
                <c:pt idx="32228">
                  <c:v>4</c:v>
                </c:pt>
                <c:pt idx="32229">
                  <c:v>4</c:v>
                </c:pt>
                <c:pt idx="32230">
                  <c:v>2</c:v>
                </c:pt>
                <c:pt idx="32231">
                  <c:v>5</c:v>
                </c:pt>
                <c:pt idx="32232">
                  <c:v>3</c:v>
                </c:pt>
                <c:pt idx="32233">
                  <c:v>2</c:v>
                </c:pt>
                <c:pt idx="32234">
                  <c:v>2</c:v>
                </c:pt>
                <c:pt idx="32235">
                  <c:v>3</c:v>
                </c:pt>
                <c:pt idx="32236">
                  <c:v>1</c:v>
                </c:pt>
                <c:pt idx="32237">
                  <c:v>1</c:v>
                </c:pt>
                <c:pt idx="32238">
                  <c:v>1</c:v>
                </c:pt>
                <c:pt idx="32239">
                  <c:v>1</c:v>
                </c:pt>
                <c:pt idx="32240">
                  <c:v>1</c:v>
                </c:pt>
                <c:pt idx="32241">
                  <c:v>3</c:v>
                </c:pt>
                <c:pt idx="32242">
                  <c:v>3</c:v>
                </c:pt>
                <c:pt idx="32243">
                  <c:v>2</c:v>
                </c:pt>
                <c:pt idx="32244">
                  <c:v>3</c:v>
                </c:pt>
                <c:pt idx="32245">
                  <c:v>2</c:v>
                </c:pt>
                <c:pt idx="32246">
                  <c:v>1</c:v>
                </c:pt>
                <c:pt idx="32247">
                  <c:v>2</c:v>
                </c:pt>
                <c:pt idx="32248">
                  <c:v>1</c:v>
                </c:pt>
                <c:pt idx="32249">
                  <c:v>1</c:v>
                </c:pt>
                <c:pt idx="32250">
                  <c:v>4</c:v>
                </c:pt>
                <c:pt idx="32251">
                  <c:v>4</c:v>
                </c:pt>
                <c:pt idx="32252">
                  <c:v>4</c:v>
                </c:pt>
                <c:pt idx="32253">
                  <c:v>1</c:v>
                </c:pt>
                <c:pt idx="32254">
                  <c:v>2</c:v>
                </c:pt>
                <c:pt idx="32255">
                  <c:v>4</c:v>
                </c:pt>
                <c:pt idx="32256">
                  <c:v>1</c:v>
                </c:pt>
                <c:pt idx="32257">
                  <c:v>1</c:v>
                </c:pt>
                <c:pt idx="32258">
                  <c:v>1</c:v>
                </c:pt>
                <c:pt idx="32259">
                  <c:v>4</c:v>
                </c:pt>
                <c:pt idx="32260">
                  <c:v>2</c:v>
                </c:pt>
                <c:pt idx="32261">
                  <c:v>4</c:v>
                </c:pt>
                <c:pt idx="32262">
                  <c:v>4</c:v>
                </c:pt>
                <c:pt idx="32263">
                  <c:v>2</c:v>
                </c:pt>
                <c:pt idx="32264">
                  <c:v>4</c:v>
                </c:pt>
                <c:pt idx="32265">
                  <c:v>5</c:v>
                </c:pt>
                <c:pt idx="32266">
                  <c:v>1</c:v>
                </c:pt>
                <c:pt idx="32267">
                  <c:v>4</c:v>
                </c:pt>
                <c:pt idx="32268">
                  <c:v>4</c:v>
                </c:pt>
                <c:pt idx="32269">
                  <c:v>1</c:v>
                </c:pt>
                <c:pt idx="32270">
                  <c:v>2</c:v>
                </c:pt>
                <c:pt idx="32271">
                  <c:v>2</c:v>
                </c:pt>
                <c:pt idx="32272">
                  <c:v>3</c:v>
                </c:pt>
                <c:pt idx="32273">
                  <c:v>3</c:v>
                </c:pt>
                <c:pt idx="32274">
                  <c:v>2</c:v>
                </c:pt>
                <c:pt idx="32275">
                  <c:v>3</c:v>
                </c:pt>
                <c:pt idx="32276">
                  <c:v>4</c:v>
                </c:pt>
                <c:pt idx="32277">
                  <c:v>1</c:v>
                </c:pt>
                <c:pt idx="32278">
                  <c:v>3</c:v>
                </c:pt>
                <c:pt idx="32279">
                  <c:v>1</c:v>
                </c:pt>
                <c:pt idx="32280">
                  <c:v>1</c:v>
                </c:pt>
                <c:pt idx="32281">
                  <c:v>1</c:v>
                </c:pt>
                <c:pt idx="32282">
                  <c:v>3</c:v>
                </c:pt>
                <c:pt idx="32283">
                  <c:v>2</c:v>
                </c:pt>
                <c:pt idx="32284">
                  <c:v>1</c:v>
                </c:pt>
                <c:pt idx="32285">
                  <c:v>2</c:v>
                </c:pt>
                <c:pt idx="32286">
                  <c:v>2</c:v>
                </c:pt>
                <c:pt idx="32287">
                  <c:v>2</c:v>
                </c:pt>
                <c:pt idx="32288">
                  <c:v>2</c:v>
                </c:pt>
                <c:pt idx="32289">
                  <c:v>2</c:v>
                </c:pt>
                <c:pt idx="32290">
                  <c:v>3</c:v>
                </c:pt>
                <c:pt idx="32291">
                  <c:v>1</c:v>
                </c:pt>
                <c:pt idx="32292">
                  <c:v>3</c:v>
                </c:pt>
                <c:pt idx="32293">
                  <c:v>3</c:v>
                </c:pt>
                <c:pt idx="32294">
                  <c:v>2</c:v>
                </c:pt>
                <c:pt idx="32295">
                  <c:v>3</c:v>
                </c:pt>
                <c:pt idx="32296">
                  <c:v>3</c:v>
                </c:pt>
                <c:pt idx="32297">
                  <c:v>3</c:v>
                </c:pt>
                <c:pt idx="32298">
                  <c:v>3</c:v>
                </c:pt>
                <c:pt idx="32299">
                  <c:v>2</c:v>
                </c:pt>
                <c:pt idx="32300">
                  <c:v>4</c:v>
                </c:pt>
                <c:pt idx="32301">
                  <c:v>3</c:v>
                </c:pt>
                <c:pt idx="32302">
                  <c:v>3</c:v>
                </c:pt>
                <c:pt idx="32303">
                  <c:v>11</c:v>
                </c:pt>
                <c:pt idx="32304">
                  <c:v>2</c:v>
                </c:pt>
                <c:pt idx="32305">
                  <c:v>4</c:v>
                </c:pt>
                <c:pt idx="32306">
                  <c:v>4</c:v>
                </c:pt>
                <c:pt idx="32307">
                  <c:v>4</c:v>
                </c:pt>
                <c:pt idx="32308">
                  <c:v>3</c:v>
                </c:pt>
                <c:pt idx="32309">
                  <c:v>2</c:v>
                </c:pt>
                <c:pt idx="32310">
                  <c:v>2</c:v>
                </c:pt>
                <c:pt idx="32311">
                  <c:v>3</c:v>
                </c:pt>
                <c:pt idx="32312">
                  <c:v>3</c:v>
                </c:pt>
                <c:pt idx="32313">
                  <c:v>2</c:v>
                </c:pt>
                <c:pt idx="32314">
                  <c:v>1</c:v>
                </c:pt>
                <c:pt idx="32315">
                  <c:v>3</c:v>
                </c:pt>
                <c:pt idx="32316">
                  <c:v>2</c:v>
                </c:pt>
                <c:pt idx="32317">
                  <c:v>1</c:v>
                </c:pt>
                <c:pt idx="32318">
                  <c:v>3</c:v>
                </c:pt>
                <c:pt idx="32319">
                  <c:v>2</c:v>
                </c:pt>
                <c:pt idx="32320">
                  <c:v>4</c:v>
                </c:pt>
                <c:pt idx="32321">
                  <c:v>3</c:v>
                </c:pt>
                <c:pt idx="32322">
                  <c:v>3</c:v>
                </c:pt>
                <c:pt idx="32323">
                  <c:v>1</c:v>
                </c:pt>
                <c:pt idx="32324">
                  <c:v>8</c:v>
                </c:pt>
                <c:pt idx="32325">
                  <c:v>8</c:v>
                </c:pt>
                <c:pt idx="32326">
                  <c:v>2</c:v>
                </c:pt>
                <c:pt idx="32327">
                  <c:v>3</c:v>
                </c:pt>
                <c:pt idx="32328">
                  <c:v>6</c:v>
                </c:pt>
                <c:pt idx="32329">
                  <c:v>2</c:v>
                </c:pt>
                <c:pt idx="32330">
                  <c:v>1</c:v>
                </c:pt>
                <c:pt idx="32331">
                  <c:v>1</c:v>
                </c:pt>
                <c:pt idx="32332">
                  <c:v>1</c:v>
                </c:pt>
                <c:pt idx="32333">
                  <c:v>2</c:v>
                </c:pt>
                <c:pt idx="32334">
                  <c:v>1</c:v>
                </c:pt>
                <c:pt idx="32335">
                  <c:v>1</c:v>
                </c:pt>
                <c:pt idx="32336">
                  <c:v>3</c:v>
                </c:pt>
                <c:pt idx="32337">
                  <c:v>1</c:v>
                </c:pt>
                <c:pt idx="32338">
                  <c:v>1</c:v>
                </c:pt>
                <c:pt idx="32339">
                  <c:v>3</c:v>
                </c:pt>
                <c:pt idx="32340">
                  <c:v>3</c:v>
                </c:pt>
                <c:pt idx="32341">
                  <c:v>3</c:v>
                </c:pt>
                <c:pt idx="32342">
                  <c:v>2</c:v>
                </c:pt>
                <c:pt idx="32343">
                  <c:v>3</c:v>
                </c:pt>
                <c:pt idx="32344">
                  <c:v>2</c:v>
                </c:pt>
                <c:pt idx="32345">
                  <c:v>2</c:v>
                </c:pt>
                <c:pt idx="32346">
                  <c:v>2</c:v>
                </c:pt>
                <c:pt idx="32347">
                  <c:v>2</c:v>
                </c:pt>
                <c:pt idx="32348">
                  <c:v>2</c:v>
                </c:pt>
                <c:pt idx="32349">
                  <c:v>3</c:v>
                </c:pt>
                <c:pt idx="32350">
                  <c:v>2</c:v>
                </c:pt>
                <c:pt idx="32351">
                  <c:v>4</c:v>
                </c:pt>
                <c:pt idx="32352">
                  <c:v>4</c:v>
                </c:pt>
                <c:pt idx="32353">
                  <c:v>5</c:v>
                </c:pt>
                <c:pt idx="32354">
                  <c:v>4</c:v>
                </c:pt>
                <c:pt idx="32355">
                  <c:v>5</c:v>
                </c:pt>
                <c:pt idx="32356">
                  <c:v>3</c:v>
                </c:pt>
                <c:pt idx="32357">
                  <c:v>5</c:v>
                </c:pt>
                <c:pt idx="32358">
                  <c:v>4</c:v>
                </c:pt>
                <c:pt idx="32359">
                  <c:v>2</c:v>
                </c:pt>
                <c:pt idx="32360">
                  <c:v>1</c:v>
                </c:pt>
                <c:pt idx="32361">
                  <c:v>2</c:v>
                </c:pt>
                <c:pt idx="32362">
                  <c:v>2</c:v>
                </c:pt>
                <c:pt idx="32363">
                  <c:v>5</c:v>
                </c:pt>
                <c:pt idx="32364">
                  <c:v>1</c:v>
                </c:pt>
                <c:pt idx="32365">
                  <c:v>2</c:v>
                </c:pt>
                <c:pt idx="32366">
                  <c:v>2</c:v>
                </c:pt>
                <c:pt idx="32367">
                  <c:v>1</c:v>
                </c:pt>
                <c:pt idx="32368">
                  <c:v>3</c:v>
                </c:pt>
                <c:pt idx="32369">
                  <c:v>2</c:v>
                </c:pt>
                <c:pt idx="32370">
                  <c:v>2</c:v>
                </c:pt>
                <c:pt idx="32371">
                  <c:v>2</c:v>
                </c:pt>
                <c:pt idx="32372">
                  <c:v>1</c:v>
                </c:pt>
                <c:pt idx="32373">
                  <c:v>1</c:v>
                </c:pt>
                <c:pt idx="32374">
                  <c:v>0</c:v>
                </c:pt>
                <c:pt idx="32375">
                  <c:v>1</c:v>
                </c:pt>
                <c:pt idx="32376">
                  <c:v>4</c:v>
                </c:pt>
                <c:pt idx="32377">
                  <c:v>1</c:v>
                </c:pt>
                <c:pt idx="32378">
                  <c:v>1</c:v>
                </c:pt>
                <c:pt idx="32379">
                  <c:v>1</c:v>
                </c:pt>
                <c:pt idx="32380">
                  <c:v>5</c:v>
                </c:pt>
                <c:pt idx="32381">
                  <c:v>3</c:v>
                </c:pt>
                <c:pt idx="32382">
                  <c:v>2</c:v>
                </c:pt>
                <c:pt idx="32383">
                  <c:v>2</c:v>
                </c:pt>
                <c:pt idx="32384">
                  <c:v>3</c:v>
                </c:pt>
                <c:pt idx="32385">
                  <c:v>2</c:v>
                </c:pt>
                <c:pt idx="32386">
                  <c:v>2</c:v>
                </c:pt>
                <c:pt idx="32387">
                  <c:v>2</c:v>
                </c:pt>
                <c:pt idx="32388">
                  <c:v>2</c:v>
                </c:pt>
                <c:pt idx="32389">
                  <c:v>2</c:v>
                </c:pt>
                <c:pt idx="32390">
                  <c:v>6</c:v>
                </c:pt>
                <c:pt idx="32391">
                  <c:v>1</c:v>
                </c:pt>
                <c:pt idx="32392">
                  <c:v>1</c:v>
                </c:pt>
                <c:pt idx="32393">
                  <c:v>2</c:v>
                </c:pt>
                <c:pt idx="32394">
                  <c:v>1</c:v>
                </c:pt>
                <c:pt idx="32395">
                  <c:v>2</c:v>
                </c:pt>
                <c:pt idx="32396">
                  <c:v>3</c:v>
                </c:pt>
                <c:pt idx="32397">
                  <c:v>3</c:v>
                </c:pt>
                <c:pt idx="32398">
                  <c:v>2</c:v>
                </c:pt>
                <c:pt idx="32399">
                  <c:v>1</c:v>
                </c:pt>
                <c:pt idx="32400">
                  <c:v>1</c:v>
                </c:pt>
                <c:pt idx="32401">
                  <c:v>2</c:v>
                </c:pt>
                <c:pt idx="32402">
                  <c:v>1</c:v>
                </c:pt>
                <c:pt idx="32403">
                  <c:v>1</c:v>
                </c:pt>
                <c:pt idx="32404">
                  <c:v>1</c:v>
                </c:pt>
                <c:pt idx="32405">
                  <c:v>1</c:v>
                </c:pt>
                <c:pt idx="32406">
                  <c:v>2</c:v>
                </c:pt>
                <c:pt idx="32407">
                  <c:v>2</c:v>
                </c:pt>
                <c:pt idx="32408">
                  <c:v>1</c:v>
                </c:pt>
                <c:pt idx="32409">
                  <c:v>1</c:v>
                </c:pt>
                <c:pt idx="32410">
                  <c:v>1</c:v>
                </c:pt>
                <c:pt idx="32411">
                  <c:v>2</c:v>
                </c:pt>
                <c:pt idx="32412">
                  <c:v>1</c:v>
                </c:pt>
                <c:pt idx="32413">
                  <c:v>1</c:v>
                </c:pt>
                <c:pt idx="32414">
                  <c:v>3</c:v>
                </c:pt>
                <c:pt idx="32415">
                  <c:v>1</c:v>
                </c:pt>
                <c:pt idx="32416">
                  <c:v>1</c:v>
                </c:pt>
                <c:pt idx="32417">
                  <c:v>1</c:v>
                </c:pt>
                <c:pt idx="32418">
                  <c:v>1</c:v>
                </c:pt>
                <c:pt idx="32419">
                  <c:v>1</c:v>
                </c:pt>
                <c:pt idx="32420">
                  <c:v>1</c:v>
                </c:pt>
                <c:pt idx="32421">
                  <c:v>1</c:v>
                </c:pt>
                <c:pt idx="32422">
                  <c:v>1</c:v>
                </c:pt>
                <c:pt idx="32423">
                  <c:v>1</c:v>
                </c:pt>
                <c:pt idx="32424">
                  <c:v>2</c:v>
                </c:pt>
                <c:pt idx="32425">
                  <c:v>1</c:v>
                </c:pt>
                <c:pt idx="32426">
                  <c:v>5</c:v>
                </c:pt>
                <c:pt idx="32427">
                  <c:v>4</c:v>
                </c:pt>
                <c:pt idx="32428">
                  <c:v>2</c:v>
                </c:pt>
                <c:pt idx="32429">
                  <c:v>2</c:v>
                </c:pt>
                <c:pt idx="32430">
                  <c:v>3</c:v>
                </c:pt>
                <c:pt idx="32431">
                  <c:v>3</c:v>
                </c:pt>
                <c:pt idx="32432">
                  <c:v>4</c:v>
                </c:pt>
                <c:pt idx="32433">
                  <c:v>2</c:v>
                </c:pt>
                <c:pt idx="32434">
                  <c:v>2</c:v>
                </c:pt>
                <c:pt idx="32435">
                  <c:v>2</c:v>
                </c:pt>
                <c:pt idx="32436">
                  <c:v>2</c:v>
                </c:pt>
                <c:pt idx="32437">
                  <c:v>1</c:v>
                </c:pt>
                <c:pt idx="32438">
                  <c:v>1</c:v>
                </c:pt>
                <c:pt idx="32439">
                  <c:v>1</c:v>
                </c:pt>
                <c:pt idx="32440">
                  <c:v>2</c:v>
                </c:pt>
                <c:pt idx="32441">
                  <c:v>2</c:v>
                </c:pt>
                <c:pt idx="32442">
                  <c:v>2</c:v>
                </c:pt>
                <c:pt idx="32443">
                  <c:v>4</c:v>
                </c:pt>
                <c:pt idx="32444">
                  <c:v>2</c:v>
                </c:pt>
                <c:pt idx="32445">
                  <c:v>-1</c:v>
                </c:pt>
                <c:pt idx="32446">
                  <c:v>1</c:v>
                </c:pt>
                <c:pt idx="32447">
                  <c:v>1</c:v>
                </c:pt>
                <c:pt idx="32448">
                  <c:v>2</c:v>
                </c:pt>
                <c:pt idx="32449">
                  <c:v>1</c:v>
                </c:pt>
                <c:pt idx="32450">
                  <c:v>2</c:v>
                </c:pt>
                <c:pt idx="32451">
                  <c:v>1</c:v>
                </c:pt>
                <c:pt idx="32452">
                  <c:v>3</c:v>
                </c:pt>
                <c:pt idx="32453">
                  <c:v>2</c:v>
                </c:pt>
                <c:pt idx="32454">
                  <c:v>2</c:v>
                </c:pt>
                <c:pt idx="32455">
                  <c:v>1</c:v>
                </c:pt>
                <c:pt idx="32456">
                  <c:v>2</c:v>
                </c:pt>
                <c:pt idx="32457">
                  <c:v>2</c:v>
                </c:pt>
                <c:pt idx="32458">
                  <c:v>2</c:v>
                </c:pt>
                <c:pt idx="32459">
                  <c:v>1</c:v>
                </c:pt>
                <c:pt idx="32460">
                  <c:v>2</c:v>
                </c:pt>
                <c:pt idx="32461">
                  <c:v>2</c:v>
                </c:pt>
                <c:pt idx="32462">
                  <c:v>1</c:v>
                </c:pt>
                <c:pt idx="32463">
                  <c:v>1</c:v>
                </c:pt>
                <c:pt idx="32464">
                  <c:v>2</c:v>
                </c:pt>
                <c:pt idx="32465">
                  <c:v>2</c:v>
                </c:pt>
                <c:pt idx="32466">
                  <c:v>2</c:v>
                </c:pt>
                <c:pt idx="32467">
                  <c:v>2</c:v>
                </c:pt>
                <c:pt idx="32468">
                  <c:v>2</c:v>
                </c:pt>
                <c:pt idx="32469">
                  <c:v>1</c:v>
                </c:pt>
                <c:pt idx="32470">
                  <c:v>4</c:v>
                </c:pt>
                <c:pt idx="32471">
                  <c:v>2</c:v>
                </c:pt>
                <c:pt idx="32472">
                  <c:v>2</c:v>
                </c:pt>
                <c:pt idx="32473">
                  <c:v>5</c:v>
                </c:pt>
                <c:pt idx="32474">
                  <c:v>6</c:v>
                </c:pt>
                <c:pt idx="32475">
                  <c:v>6</c:v>
                </c:pt>
                <c:pt idx="32476">
                  <c:v>7</c:v>
                </c:pt>
                <c:pt idx="32477">
                  <c:v>6</c:v>
                </c:pt>
                <c:pt idx="32478">
                  <c:v>8</c:v>
                </c:pt>
                <c:pt idx="32479">
                  <c:v>6</c:v>
                </c:pt>
                <c:pt idx="32480">
                  <c:v>2</c:v>
                </c:pt>
                <c:pt idx="32481">
                  <c:v>3</c:v>
                </c:pt>
                <c:pt idx="32482">
                  <c:v>2</c:v>
                </c:pt>
                <c:pt idx="32483">
                  <c:v>1</c:v>
                </c:pt>
                <c:pt idx="32484">
                  <c:v>3</c:v>
                </c:pt>
                <c:pt idx="32485">
                  <c:v>2</c:v>
                </c:pt>
                <c:pt idx="32486">
                  <c:v>1</c:v>
                </c:pt>
                <c:pt idx="32487">
                  <c:v>1</c:v>
                </c:pt>
                <c:pt idx="32488">
                  <c:v>1</c:v>
                </c:pt>
                <c:pt idx="32489">
                  <c:v>1</c:v>
                </c:pt>
                <c:pt idx="32490">
                  <c:v>1</c:v>
                </c:pt>
                <c:pt idx="32491">
                  <c:v>1</c:v>
                </c:pt>
                <c:pt idx="32492">
                  <c:v>1</c:v>
                </c:pt>
                <c:pt idx="32493">
                  <c:v>2</c:v>
                </c:pt>
                <c:pt idx="32494">
                  <c:v>1</c:v>
                </c:pt>
                <c:pt idx="32495">
                  <c:v>1</c:v>
                </c:pt>
                <c:pt idx="32496">
                  <c:v>2</c:v>
                </c:pt>
                <c:pt idx="32497">
                  <c:v>2</c:v>
                </c:pt>
                <c:pt idx="32498">
                  <c:v>1</c:v>
                </c:pt>
                <c:pt idx="32499">
                  <c:v>1</c:v>
                </c:pt>
                <c:pt idx="32500">
                  <c:v>1</c:v>
                </c:pt>
                <c:pt idx="32501">
                  <c:v>1</c:v>
                </c:pt>
                <c:pt idx="32502">
                  <c:v>2</c:v>
                </c:pt>
                <c:pt idx="32503">
                  <c:v>2</c:v>
                </c:pt>
                <c:pt idx="32504">
                  <c:v>1</c:v>
                </c:pt>
                <c:pt idx="32505">
                  <c:v>1</c:v>
                </c:pt>
                <c:pt idx="32506">
                  <c:v>2</c:v>
                </c:pt>
                <c:pt idx="32507">
                  <c:v>1</c:v>
                </c:pt>
                <c:pt idx="32508">
                  <c:v>1</c:v>
                </c:pt>
                <c:pt idx="32509">
                  <c:v>1</c:v>
                </c:pt>
                <c:pt idx="32510">
                  <c:v>2</c:v>
                </c:pt>
                <c:pt idx="32511">
                  <c:v>1</c:v>
                </c:pt>
                <c:pt idx="32512">
                  <c:v>1</c:v>
                </c:pt>
                <c:pt idx="32513">
                  <c:v>1</c:v>
                </c:pt>
                <c:pt idx="32514">
                  <c:v>1</c:v>
                </c:pt>
                <c:pt idx="32515">
                  <c:v>1</c:v>
                </c:pt>
                <c:pt idx="32516">
                  <c:v>1</c:v>
                </c:pt>
                <c:pt idx="32517">
                  <c:v>1</c:v>
                </c:pt>
                <c:pt idx="32518">
                  <c:v>4</c:v>
                </c:pt>
                <c:pt idx="32519">
                  <c:v>2</c:v>
                </c:pt>
                <c:pt idx="32520">
                  <c:v>3</c:v>
                </c:pt>
                <c:pt idx="32521">
                  <c:v>3</c:v>
                </c:pt>
                <c:pt idx="32522">
                  <c:v>3</c:v>
                </c:pt>
                <c:pt idx="32523">
                  <c:v>3</c:v>
                </c:pt>
                <c:pt idx="32524">
                  <c:v>1</c:v>
                </c:pt>
                <c:pt idx="32525">
                  <c:v>2</c:v>
                </c:pt>
                <c:pt idx="32526">
                  <c:v>1</c:v>
                </c:pt>
                <c:pt idx="32527">
                  <c:v>2</c:v>
                </c:pt>
                <c:pt idx="32528">
                  <c:v>2</c:v>
                </c:pt>
                <c:pt idx="32529">
                  <c:v>1</c:v>
                </c:pt>
                <c:pt idx="32530">
                  <c:v>1</c:v>
                </c:pt>
                <c:pt idx="32531">
                  <c:v>2</c:v>
                </c:pt>
                <c:pt idx="32532">
                  <c:v>1</c:v>
                </c:pt>
                <c:pt idx="32533">
                  <c:v>2</c:v>
                </c:pt>
                <c:pt idx="32534">
                  <c:v>2</c:v>
                </c:pt>
                <c:pt idx="32535">
                  <c:v>2</c:v>
                </c:pt>
                <c:pt idx="32536">
                  <c:v>2</c:v>
                </c:pt>
                <c:pt idx="32537">
                  <c:v>2</c:v>
                </c:pt>
                <c:pt idx="32538">
                  <c:v>1</c:v>
                </c:pt>
                <c:pt idx="32539">
                  <c:v>3</c:v>
                </c:pt>
                <c:pt idx="32540">
                  <c:v>5</c:v>
                </c:pt>
                <c:pt idx="32541">
                  <c:v>2</c:v>
                </c:pt>
                <c:pt idx="32542">
                  <c:v>1</c:v>
                </c:pt>
                <c:pt idx="32543">
                  <c:v>1</c:v>
                </c:pt>
                <c:pt idx="32544">
                  <c:v>3</c:v>
                </c:pt>
                <c:pt idx="32545">
                  <c:v>4</c:v>
                </c:pt>
                <c:pt idx="32546">
                  <c:v>2</c:v>
                </c:pt>
                <c:pt idx="32547">
                  <c:v>2</c:v>
                </c:pt>
                <c:pt idx="32548">
                  <c:v>3</c:v>
                </c:pt>
                <c:pt idx="32549">
                  <c:v>2</c:v>
                </c:pt>
                <c:pt idx="32550">
                  <c:v>2</c:v>
                </c:pt>
                <c:pt idx="32551">
                  <c:v>3</c:v>
                </c:pt>
                <c:pt idx="32552">
                  <c:v>13</c:v>
                </c:pt>
                <c:pt idx="32553">
                  <c:v>8</c:v>
                </c:pt>
                <c:pt idx="32554">
                  <c:v>13</c:v>
                </c:pt>
                <c:pt idx="32555">
                  <c:v>10</c:v>
                </c:pt>
                <c:pt idx="32556">
                  <c:v>2</c:v>
                </c:pt>
                <c:pt idx="32557">
                  <c:v>12</c:v>
                </c:pt>
                <c:pt idx="32558">
                  <c:v>10</c:v>
                </c:pt>
                <c:pt idx="32559">
                  <c:v>8</c:v>
                </c:pt>
                <c:pt idx="32560">
                  <c:v>9</c:v>
                </c:pt>
                <c:pt idx="32561">
                  <c:v>8</c:v>
                </c:pt>
                <c:pt idx="32562">
                  <c:v>11</c:v>
                </c:pt>
                <c:pt idx="32563">
                  <c:v>7</c:v>
                </c:pt>
                <c:pt idx="32564">
                  <c:v>16</c:v>
                </c:pt>
                <c:pt idx="32565">
                  <c:v>4</c:v>
                </c:pt>
                <c:pt idx="32566">
                  <c:v>2</c:v>
                </c:pt>
                <c:pt idx="32567">
                  <c:v>2</c:v>
                </c:pt>
                <c:pt idx="32568">
                  <c:v>2</c:v>
                </c:pt>
                <c:pt idx="32569">
                  <c:v>5</c:v>
                </c:pt>
                <c:pt idx="32570">
                  <c:v>5</c:v>
                </c:pt>
                <c:pt idx="32571">
                  <c:v>3</c:v>
                </c:pt>
                <c:pt idx="32572">
                  <c:v>3</c:v>
                </c:pt>
                <c:pt idx="32573">
                  <c:v>4</c:v>
                </c:pt>
                <c:pt idx="32574">
                  <c:v>3</c:v>
                </c:pt>
                <c:pt idx="32575">
                  <c:v>2</c:v>
                </c:pt>
                <c:pt idx="32576">
                  <c:v>2</c:v>
                </c:pt>
                <c:pt idx="32577">
                  <c:v>3</c:v>
                </c:pt>
                <c:pt idx="32578">
                  <c:v>-1</c:v>
                </c:pt>
                <c:pt idx="32579">
                  <c:v>2</c:v>
                </c:pt>
                <c:pt idx="32580">
                  <c:v>3</c:v>
                </c:pt>
                <c:pt idx="32581">
                  <c:v>1</c:v>
                </c:pt>
                <c:pt idx="32582">
                  <c:v>1</c:v>
                </c:pt>
                <c:pt idx="32583">
                  <c:v>2</c:v>
                </c:pt>
                <c:pt idx="32584">
                  <c:v>3</c:v>
                </c:pt>
                <c:pt idx="32585">
                  <c:v>2</c:v>
                </c:pt>
                <c:pt idx="32586">
                  <c:v>2</c:v>
                </c:pt>
                <c:pt idx="32587">
                  <c:v>4</c:v>
                </c:pt>
                <c:pt idx="32588">
                  <c:v>7</c:v>
                </c:pt>
                <c:pt idx="32589">
                  <c:v>3</c:v>
                </c:pt>
                <c:pt idx="32590">
                  <c:v>1</c:v>
                </c:pt>
                <c:pt idx="32591">
                  <c:v>3</c:v>
                </c:pt>
                <c:pt idx="32592">
                  <c:v>5</c:v>
                </c:pt>
                <c:pt idx="32593">
                  <c:v>4</c:v>
                </c:pt>
                <c:pt idx="32594">
                  <c:v>5</c:v>
                </c:pt>
                <c:pt idx="32595">
                  <c:v>1</c:v>
                </c:pt>
                <c:pt idx="32596">
                  <c:v>1</c:v>
                </c:pt>
                <c:pt idx="32597">
                  <c:v>1</c:v>
                </c:pt>
                <c:pt idx="32598">
                  <c:v>3</c:v>
                </c:pt>
                <c:pt idx="32599">
                  <c:v>2</c:v>
                </c:pt>
                <c:pt idx="32600">
                  <c:v>3</c:v>
                </c:pt>
                <c:pt idx="32601">
                  <c:v>2</c:v>
                </c:pt>
                <c:pt idx="32602">
                  <c:v>1</c:v>
                </c:pt>
                <c:pt idx="32603">
                  <c:v>2</c:v>
                </c:pt>
                <c:pt idx="32604">
                  <c:v>3</c:v>
                </c:pt>
                <c:pt idx="32605">
                  <c:v>4</c:v>
                </c:pt>
                <c:pt idx="32606">
                  <c:v>2</c:v>
                </c:pt>
                <c:pt idx="32607">
                  <c:v>2</c:v>
                </c:pt>
                <c:pt idx="32608">
                  <c:v>2</c:v>
                </c:pt>
                <c:pt idx="32609">
                  <c:v>2</c:v>
                </c:pt>
                <c:pt idx="32610">
                  <c:v>2</c:v>
                </c:pt>
                <c:pt idx="32611">
                  <c:v>2</c:v>
                </c:pt>
                <c:pt idx="32612">
                  <c:v>1</c:v>
                </c:pt>
                <c:pt idx="32613">
                  <c:v>2</c:v>
                </c:pt>
                <c:pt idx="32614">
                  <c:v>1</c:v>
                </c:pt>
                <c:pt idx="32615">
                  <c:v>2</c:v>
                </c:pt>
                <c:pt idx="32616">
                  <c:v>2</c:v>
                </c:pt>
                <c:pt idx="32617">
                  <c:v>2</c:v>
                </c:pt>
                <c:pt idx="32618">
                  <c:v>2</c:v>
                </c:pt>
                <c:pt idx="32619">
                  <c:v>2</c:v>
                </c:pt>
                <c:pt idx="32620">
                  <c:v>2</c:v>
                </c:pt>
                <c:pt idx="32621">
                  <c:v>5</c:v>
                </c:pt>
                <c:pt idx="32622">
                  <c:v>2</c:v>
                </c:pt>
                <c:pt idx="32623">
                  <c:v>5</c:v>
                </c:pt>
                <c:pt idx="32624">
                  <c:v>2</c:v>
                </c:pt>
                <c:pt idx="32625">
                  <c:v>2</c:v>
                </c:pt>
                <c:pt idx="32626">
                  <c:v>2</c:v>
                </c:pt>
                <c:pt idx="32627">
                  <c:v>4</c:v>
                </c:pt>
                <c:pt idx="32628">
                  <c:v>2</c:v>
                </c:pt>
                <c:pt idx="32629">
                  <c:v>3</c:v>
                </c:pt>
                <c:pt idx="32630">
                  <c:v>2</c:v>
                </c:pt>
                <c:pt idx="32631">
                  <c:v>2</c:v>
                </c:pt>
                <c:pt idx="32632">
                  <c:v>2</c:v>
                </c:pt>
                <c:pt idx="32633">
                  <c:v>2</c:v>
                </c:pt>
                <c:pt idx="32634">
                  <c:v>2</c:v>
                </c:pt>
                <c:pt idx="32635">
                  <c:v>3</c:v>
                </c:pt>
                <c:pt idx="32636">
                  <c:v>2</c:v>
                </c:pt>
                <c:pt idx="32637">
                  <c:v>4</c:v>
                </c:pt>
                <c:pt idx="32638">
                  <c:v>2</c:v>
                </c:pt>
                <c:pt idx="32639">
                  <c:v>3</c:v>
                </c:pt>
                <c:pt idx="32640">
                  <c:v>4</c:v>
                </c:pt>
                <c:pt idx="32641">
                  <c:v>1</c:v>
                </c:pt>
                <c:pt idx="32642">
                  <c:v>1</c:v>
                </c:pt>
                <c:pt idx="32643">
                  <c:v>1</c:v>
                </c:pt>
                <c:pt idx="32644">
                  <c:v>2</c:v>
                </c:pt>
                <c:pt idx="32645">
                  <c:v>3</c:v>
                </c:pt>
                <c:pt idx="32646">
                  <c:v>3</c:v>
                </c:pt>
                <c:pt idx="32647">
                  <c:v>2</c:v>
                </c:pt>
                <c:pt idx="32648">
                  <c:v>2</c:v>
                </c:pt>
                <c:pt idx="32649">
                  <c:v>1</c:v>
                </c:pt>
                <c:pt idx="32650">
                  <c:v>2</c:v>
                </c:pt>
                <c:pt idx="32651">
                  <c:v>2</c:v>
                </c:pt>
                <c:pt idx="32652">
                  <c:v>2</c:v>
                </c:pt>
                <c:pt idx="32653">
                  <c:v>2</c:v>
                </c:pt>
                <c:pt idx="32654">
                  <c:v>1</c:v>
                </c:pt>
                <c:pt idx="32655">
                  <c:v>2</c:v>
                </c:pt>
                <c:pt idx="32656">
                  <c:v>5</c:v>
                </c:pt>
                <c:pt idx="32657">
                  <c:v>1</c:v>
                </c:pt>
                <c:pt idx="32658">
                  <c:v>3</c:v>
                </c:pt>
                <c:pt idx="32659">
                  <c:v>4</c:v>
                </c:pt>
                <c:pt idx="32660">
                  <c:v>6</c:v>
                </c:pt>
                <c:pt idx="32661">
                  <c:v>1</c:v>
                </c:pt>
                <c:pt idx="32662">
                  <c:v>1</c:v>
                </c:pt>
                <c:pt idx="32663">
                  <c:v>3</c:v>
                </c:pt>
                <c:pt idx="32664">
                  <c:v>2</c:v>
                </c:pt>
                <c:pt idx="32665">
                  <c:v>2</c:v>
                </c:pt>
                <c:pt idx="32666">
                  <c:v>4</c:v>
                </c:pt>
                <c:pt idx="32667">
                  <c:v>1</c:v>
                </c:pt>
                <c:pt idx="32668">
                  <c:v>1</c:v>
                </c:pt>
                <c:pt idx="32669">
                  <c:v>6</c:v>
                </c:pt>
                <c:pt idx="32670">
                  <c:v>1</c:v>
                </c:pt>
                <c:pt idx="32671">
                  <c:v>6</c:v>
                </c:pt>
                <c:pt idx="32672">
                  <c:v>2</c:v>
                </c:pt>
                <c:pt idx="32673">
                  <c:v>3</c:v>
                </c:pt>
                <c:pt idx="32674">
                  <c:v>1</c:v>
                </c:pt>
                <c:pt idx="32675">
                  <c:v>2</c:v>
                </c:pt>
                <c:pt idx="32676">
                  <c:v>2</c:v>
                </c:pt>
                <c:pt idx="32677">
                  <c:v>1</c:v>
                </c:pt>
                <c:pt idx="32678">
                  <c:v>1</c:v>
                </c:pt>
                <c:pt idx="32679">
                  <c:v>1</c:v>
                </c:pt>
                <c:pt idx="32680">
                  <c:v>1</c:v>
                </c:pt>
                <c:pt idx="32681">
                  <c:v>1</c:v>
                </c:pt>
                <c:pt idx="32682">
                  <c:v>2</c:v>
                </c:pt>
                <c:pt idx="32683">
                  <c:v>1</c:v>
                </c:pt>
                <c:pt idx="32684">
                  <c:v>1</c:v>
                </c:pt>
                <c:pt idx="32685">
                  <c:v>1</c:v>
                </c:pt>
                <c:pt idx="32686">
                  <c:v>1</c:v>
                </c:pt>
                <c:pt idx="32687">
                  <c:v>3</c:v>
                </c:pt>
                <c:pt idx="32688">
                  <c:v>1</c:v>
                </c:pt>
                <c:pt idx="32689">
                  <c:v>1</c:v>
                </c:pt>
                <c:pt idx="32690">
                  <c:v>1</c:v>
                </c:pt>
                <c:pt idx="32691">
                  <c:v>1</c:v>
                </c:pt>
                <c:pt idx="32692">
                  <c:v>1</c:v>
                </c:pt>
                <c:pt idx="32693">
                  <c:v>1</c:v>
                </c:pt>
                <c:pt idx="32694">
                  <c:v>1</c:v>
                </c:pt>
                <c:pt idx="32695">
                  <c:v>1</c:v>
                </c:pt>
                <c:pt idx="32696">
                  <c:v>1</c:v>
                </c:pt>
                <c:pt idx="32697">
                  <c:v>1</c:v>
                </c:pt>
                <c:pt idx="32698">
                  <c:v>1</c:v>
                </c:pt>
                <c:pt idx="32699">
                  <c:v>1</c:v>
                </c:pt>
                <c:pt idx="32700">
                  <c:v>1</c:v>
                </c:pt>
                <c:pt idx="32701">
                  <c:v>1</c:v>
                </c:pt>
                <c:pt idx="32702">
                  <c:v>1</c:v>
                </c:pt>
                <c:pt idx="32703">
                  <c:v>1</c:v>
                </c:pt>
                <c:pt idx="32704">
                  <c:v>1</c:v>
                </c:pt>
                <c:pt idx="32705">
                  <c:v>1</c:v>
                </c:pt>
                <c:pt idx="32706">
                  <c:v>1</c:v>
                </c:pt>
                <c:pt idx="32707">
                  <c:v>1</c:v>
                </c:pt>
                <c:pt idx="32708">
                  <c:v>1</c:v>
                </c:pt>
                <c:pt idx="32709">
                  <c:v>1</c:v>
                </c:pt>
                <c:pt idx="32710">
                  <c:v>2</c:v>
                </c:pt>
                <c:pt idx="32711">
                  <c:v>2</c:v>
                </c:pt>
                <c:pt idx="32712">
                  <c:v>2</c:v>
                </c:pt>
                <c:pt idx="32713">
                  <c:v>1</c:v>
                </c:pt>
                <c:pt idx="32714">
                  <c:v>2</c:v>
                </c:pt>
                <c:pt idx="32715">
                  <c:v>2</c:v>
                </c:pt>
                <c:pt idx="32716">
                  <c:v>1</c:v>
                </c:pt>
                <c:pt idx="32717">
                  <c:v>1</c:v>
                </c:pt>
                <c:pt idx="32718">
                  <c:v>1</c:v>
                </c:pt>
                <c:pt idx="32719">
                  <c:v>2</c:v>
                </c:pt>
                <c:pt idx="32720">
                  <c:v>2</c:v>
                </c:pt>
                <c:pt idx="32721">
                  <c:v>2</c:v>
                </c:pt>
                <c:pt idx="32722">
                  <c:v>2</c:v>
                </c:pt>
                <c:pt idx="32723">
                  <c:v>2</c:v>
                </c:pt>
                <c:pt idx="32724">
                  <c:v>2</c:v>
                </c:pt>
                <c:pt idx="32725">
                  <c:v>2</c:v>
                </c:pt>
                <c:pt idx="32726">
                  <c:v>2</c:v>
                </c:pt>
                <c:pt idx="32727">
                  <c:v>2</c:v>
                </c:pt>
                <c:pt idx="32728">
                  <c:v>2</c:v>
                </c:pt>
                <c:pt idx="32729">
                  <c:v>2</c:v>
                </c:pt>
                <c:pt idx="32730">
                  <c:v>2</c:v>
                </c:pt>
                <c:pt idx="32731">
                  <c:v>2</c:v>
                </c:pt>
                <c:pt idx="32732">
                  <c:v>2</c:v>
                </c:pt>
                <c:pt idx="32733">
                  <c:v>2</c:v>
                </c:pt>
                <c:pt idx="32734">
                  <c:v>2</c:v>
                </c:pt>
                <c:pt idx="32735">
                  <c:v>2</c:v>
                </c:pt>
                <c:pt idx="32736">
                  <c:v>2</c:v>
                </c:pt>
                <c:pt idx="32737">
                  <c:v>2</c:v>
                </c:pt>
                <c:pt idx="32738">
                  <c:v>3</c:v>
                </c:pt>
                <c:pt idx="32739">
                  <c:v>4</c:v>
                </c:pt>
                <c:pt idx="32740">
                  <c:v>4</c:v>
                </c:pt>
                <c:pt idx="32741">
                  <c:v>1</c:v>
                </c:pt>
                <c:pt idx="32742">
                  <c:v>1</c:v>
                </c:pt>
                <c:pt idx="32743">
                  <c:v>4</c:v>
                </c:pt>
                <c:pt idx="32744">
                  <c:v>4</c:v>
                </c:pt>
                <c:pt idx="32745">
                  <c:v>2</c:v>
                </c:pt>
                <c:pt idx="32746">
                  <c:v>2</c:v>
                </c:pt>
                <c:pt idx="32747">
                  <c:v>3</c:v>
                </c:pt>
                <c:pt idx="32748">
                  <c:v>2</c:v>
                </c:pt>
                <c:pt idx="32749">
                  <c:v>1</c:v>
                </c:pt>
                <c:pt idx="32750">
                  <c:v>1</c:v>
                </c:pt>
                <c:pt idx="32751">
                  <c:v>2</c:v>
                </c:pt>
                <c:pt idx="32752">
                  <c:v>2</c:v>
                </c:pt>
                <c:pt idx="32753">
                  <c:v>2</c:v>
                </c:pt>
                <c:pt idx="32754">
                  <c:v>2</c:v>
                </c:pt>
                <c:pt idx="32755">
                  <c:v>1</c:v>
                </c:pt>
                <c:pt idx="32756">
                  <c:v>1</c:v>
                </c:pt>
                <c:pt idx="32757">
                  <c:v>1</c:v>
                </c:pt>
                <c:pt idx="32758">
                  <c:v>2</c:v>
                </c:pt>
                <c:pt idx="32759">
                  <c:v>3</c:v>
                </c:pt>
                <c:pt idx="32760">
                  <c:v>3</c:v>
                </c:pt>
                <c:pt idx="32761">
                  <c:v>2</c:v>
                </c:pt>
                <c:pt idx="32762">
                  <c:v>2</c:v>
                </c:pt>
                <c:pt idx="32763">
                  <c:v>3</c:v>
                </c:pt>
                <c:pt idx="32764">
                  <c:v>2</c:v>
                </c:pt>
                <c:pt idx="32765">
                  <c:v>3</c:v>
                </c:pt>
                <c:pt idx="32766">
                  <c:v>3</c:v>
                </c:pt>
                <c:pt idx="32767">
                  <c:v>3</c:v>
                </c:pt>
                <c:pt idx="32768">
                  <c:v>4</c:v>
                </c:pt>
                <c:pt idx="32769">
                  <c:v>10</c:v>
                </c:pt>
                <c:pt idx="32770">
                  <c:v>2</c:v>
                </c:pt>
                <c:pt idx="32771">
                  <c:v>4</c:v>
                </c:pt>
                <c:pt idx="32772">
                  <c:v>3</c:v>
                </c:pt>
                <c:pt idx="32773">
                  <c:v>2</c:v>
                </c:pt>
                <c:pt idx="32774">
                  <c:v>2</c:v>
                </c:pt>
                <c:pt idx="32775">
                  <c:v>1</c:v>
                </c:pt>
                <c:pt idx="32776">
                  <c:v>3</c:v>
                </c:pt>
                <c:pt idx="32777">
                  <c:v>1</c:v>
                </c:pt>
                <c:pt idx="32778">
                  <c:v>2</c:v>
                </c:pt>
                <c:pt idx="32779">
                  <c:v>2</c:v>
                </c:pt>
                <c:pt idx="32780">
                  <c:v>3</c:v>
                </c:pt>
                <c:pt idx="32781">
                  <c:v>1</c:v>
                </c:pt>
                <c:pt idx="32782">
                  <c:v>2</c:v>
                </c:pt>
                <c:pt idx="32783">
                  <c:v>1</c:v>
                </c:pt>
                <c:pt idx="32784">
                  <c:v>3</c:v>
                </c:pt>
                <c:pt idx="32785">
                  <c:v>3</c:v>
                </c:pt>
                <c:pt idx="32786">
                  <c:v>2</c:v>
                </c:pt>
                <c:pt idx="32787">
                  <c:v>3</c:v>
                </c:pt>
                <c:pt idx="32788">
                  <c:v>1</c:v>
                </c:pt>
                <c:pt idx="32789">
                  <c:v>2</c:v>
                </c:pt>
                <c:pt idx="32790">
                  <c:v>4</c:v>
                </c:pt>
                <c:pt idx="32791">
                  <c:v>1</c:v>
                </c:pt>
                <c:pt idx="32792">
                  <c:v>2</c:v>
                </c:pt>
                <c:pt idx="32793">
                  <c:v>1</c:v>
                </c:pt>
                <c:pt idx="32794">
                  <c:v>3</c:v>
                </c:pt>
                <c:pt idx="32795">
                  <c:v>2</c:v>
                </c:pt>
                <c:pt idx="32796">
                  <c:v>4</c:v>
                </c:pt>
                <c:pt idx="32797">
                  <c:v>3</c:v>
                </c:pt>
                <c:pt idx="32798">
                  <c:v>2</c:v>
                </c:pt>
                <c:pt idx="32799">
                  <c:v>1</c:v>
                </c:pt>
                <c:pt idx="32800">
                  <c:v>2</c:v>
                </c:pt>
                <c:pt idx="32801">
                  <c:v>3</c:v>
                </c:pt>
                <c:pt idx="32802">
                  <c:v>1</c:v>
                </c:pt>
                <c:pt idx="32803">
                  <c:v>2</c:v>
                </c:pt>
                <c:pt idx="32804">
                  <c:v>1</c:v>
                </c:pt>
                <c:pt idx="32805">
                  <c:v>1</c:v>
                </c:pt>
                <c:pt idx="32806">
                  <c:v>2</c:v>
                </c:pt>
                <c:pt idx="32807">
                  <c:v>1</c:v>
                </c:pt>
                <c:pt idx="32808">
                  <c:v>1</c:v>
                </c:pt>
                <c:pt idx="32809">
                  <c:v>2</c:v>
                </c:pt>
                <c:pt idx="32810">
                  <c:v>2</c:v>
                </c:pt>
                <c:pt idx="32811">
                  <c:v>1</c:v>
                </c:pt>
                <c:pt idx="32812">
                  <c:v>1</c:v>
                </c:pt>
                <c:pt idx="32813">
                  <c:v>1</c:v>
                </c:pt>
                <c:pt idx="32814">
                  <c:v>2</c:v>
                </c:pt>
                <c:pt idx="32815">
                  <c:v>1</c:v>
                </c:pt>
                <c:pt idx="32816">
                  <c:v>1</c:v>
                </c:pt>
                <c:pt idx="32817">
                  <c:v>3</c:v>
                </c:pt>
                <c:pt idx="32818">
                  <c:v>1</c:v>
                </c:pt>
                <c:pt idx="32819">
                  <c:v>1</c:v>
                </c:pt>
                <c:pt idx="32820">
                  <c:v>1</c:v>
                </c:pt>
                <c:pt idx="32821">
                  <c:v>1</c:v>
                </c:pt>
                <c:pt idx="32822">
                  <c:v>1</c:v>
                </c:pt>
                <c:pt idx="32823">
                  <c:v>1</c:v>
                </c:pt>
                <c:pt idx="32824">
                  <c:v>1</c:v>
                </c:pt>
                <c:pt idx="32825">
                  <c:v>1</c:v>
                </c:pt>
                <c:pt idx="32826">
                  <c:v>1</c:v>
                </c:pt>
                <c:pt idx="32827">
                  <c:v>1</c:v>
                </c:pt>
                <c:pt idx="32828">
                  <c:v>1</c:v>
                </c:pt>
                <c:pt idx="32829">
                  <c:v>1</c:v>
                </c:pt>
                <c:pt idx="32830">
                  <c:v>1</c:v>
                </c:pt>
                <c:pt idx="32831">
                  <c:v>1</c:v>
                </c:pt>
                <c:pt idx="32832">
                  <c:v>2</c:v>
                </c:pt>
                <c:pt idx="32833">
                  <c:v>4</c:v>
                </c:pt>
                <c:pt idx="32834">
                  <c:v>1</c:v>
                </c:pt>
                <c:pt idx="32835">
                  <c:v>6</c:v>
                </c:pt>
                <c:pt idx="32836">
                  <c:v>-4</c:v>
                </c:pt>
                <c:pt idx="32837">
                  <c:v>4</c:v>
                </c:pt>
                <c:pt idx="32838">
                  <c:v>3</c:v>
                </c:pt>
                <c:pt idx="32839">
                  <c:v>3</c:v>
                </c:pt>
                <c:pt idx="32840">
                  <c:v>3</c:v>
                </c:pt>
                <c:pt idx="32841">
                  <c:v>3</c:v>
                </c:pt>
                <c:pt idx="32842">
                  <c:v>2</c:v>
                </c:pt>
                <c:pt idx="32843">
                  <c:v>1</c:v>
                </c:pt>
                <c:pt idx="32844">
                  <c:v>3</c:v>
                </c:pt>
                <c:pt idx="32845">
                  <c:v>2</c:v>
                </c:pt>
                <c:pt idx="32846">
                  <c:v>1</c:v>
                </c:pt>
                <c:pt idx="32847">
                  <c:v>1</c:v>
                </c:pt>
                <c:pt idx="32848">
                  <c:v>1</c:v>
                </c:pt>
                <c:pt idx="32849">
                  <c:v>1</c:v>
                </c:pt>
                <c:pt idx="32850">
                  <c:v>1</c:v>
                </c:pt>
                <c:pt idx="32851">
                  <c:v>1</c:v>
                </c:pt>
                <c:pt idx="32852">
                  <c:v>1</c:v>
                </c:pt>
                <c:pt idx="32853">
                  <c:v>1</c:v>
                </c:pt>
                <c:pt idx="32854">
                  <c:v>1</c:v>
                </c:pt>
                <c:pt idx="32855">
                  <c:v>1</c:v>
                </c:pt>
                <c:pt idx="32856">
                  <c:v>1</c:v>
                </c:pt>
                <c:pt idx="32857">
                  <c:v>2</c:v>
                </c:pt>
                <c:pt idx="32858">
                  <c:v>2</c:v>
                </c:pt>
                <c:pt idx="32859">
                  <c:v>1</c:v>
                </c:pt>
                <c:pt idx="32860">
                  <c:v>1</c:v>
                </c:pt>
                <c:pt idx="32861">
                  <c:v>1</c:v>
                </c:pt>
                <c:pt idx="32862">
                  <c:v>2</c:v>
                </c:pt>
                <c:pt idx="32863">
                  <c:v>1</c:v>
                </c:pt>
                <c:pt idx="32864">
                  <c:v>2</c:v>
                </c:pt>
                <c:pt idx="32865">
                  <c:v>2</c:v>
                </c:pt>
                <c:pt idx="32866">
                  <c:v>3</c:v>
                </c:pt>
                <c:pt idx="32867">
                  <c:v>4</c:v>
                </c:pt>
                <c:pt idx="32868">
                  <c:v>3</c:v>
                </c:pt>
                <c:pt idx="32869">
                  <c:v>3</c:v>
                </c:pt>
                <c:pt idx="32870">
                  <c:v>3</c:v>
                </c:pt>
                <c:pt idx="32871">
                  <c:v>4</c:v>
                </c:pt>
                <c:pt idx="32872">
                  <c:v>5</c:v>
                </c:pt>
                <c:pt idx="32873">
                  <c:v>1</c:v>
                </c:pt>
                <c:pt idx="32874">
                  <c:v>1</c:v>
                </c:pt>
                <c:pt idx="32875">
                  <c:v>4</c:v>
                </c:pt>
                <c:pt idx="32876">
                  <c:v>2</c:v>
                </c:pt>
                <c:pt idx="32877">
                  <c:v>4</c:v>
                </c:pt>
                <c:pt idx="32878">
                  <c:v>3</c:v>
                </c:pt>
                <c:pt idx="32879">
                  <c:v>3</c:v>
                </c:pt>
                <c:pt idx="32880">
                  <c:v>6</c:v>
                </c:pt>
                <c:pt idx="32881">
                  <c:v>2</c:v>
                </c:pt>
                <c:pt idx="32882">
                  <c:v>2</c:v>
                </c:pt>
                <c:pt idx="32883">
                  <c:v>5</c:v>
                </c:pt>
                <c:pt idx="32884">
                  <c:v>2</c:v>
                </c:pt>
                <c:pt idx="32885">
                  <c:v>2</c:v>
                </c:pt>
                <c:pt idx="32886">
                  <c:v>3</c:v>
                </c:pt>
                <c:pt idx="32887">
                  <c:v>4</c:v>
                </c:pt>
                <c:pt idx="32888">
                  <c:v>2</c:v>
                </c:pt>
                <c:pt idx="32889">
                  <c:v>4</c:v>
                </c:pt>
                <c:pt idx="32890">
                  <c:v>3</c:v>
                </c:pt>
                <c:pt idx="32891">
                  <c:v>2</c:v>
                </c:pt>
                <c:pt idx="32892">
                  <c:v>2</c:v>
                </c:pt>
                <c:pt idx="32893">
                  <c:v>2</c:v>
                </c:pt>
                <c:pt idx="32894">
                  <c:v>2</c:v>
                </c:pt>
                <c:pt idx="32895">
                  <c:v>3</c:v>
                </c:pt>
                <c:pt idx="32896">
                  <c:v>2</c:v>
                </c:pt>
                <c:pt idx="32897">
                  <c:v>3</c:v>
                </c:pt>
                <c:pt idx="32898">
                  <c:v>1</c:v>
                </c:pt>
                <c:pt idx="32899">
                  <c:v>1</c:v>
                </c:pt>
                <c:pt idx="32900">
                  <c:v>1</c:v>
                </c:pt>
                <c:pt idx="32901">
                  <c:v>2</c:v>
                </c:pt>
                <c:pt idx="32902">
                  <c:v>1</c:v>
                </c:pt>
                <c:pt idx="32903">
                  <c:v>2</c:v>
                </c:pt>
                <c:pt idx="32904">
                  <c:v>5</c:v>
                </c:pt>
                <c:pt idx="32905">
                  <c:v>3</c:v>
                </c:pt>
                <c:pt idx="32906">
                  <c:v>2</c:v>
                </c:pt>
                <c:pt idx="32907">
                  <c:v>2</c:v>
                </c:pt>
                <c:pt idx="32908">
                  <c:v>2</c:v>
                </c:pt>
                <c:pt idx="32909">
                  <c:v>3</c:v>
                </c:pt>
                <c:pt idx="32910">
                  <c:v>3</c:v>
                </c:pt>
                <c:pt idx="32911">
                  <c:v>2</c:v>
                </c:pt>
                <c:pt idx="32912">
                  <c:v>4</c:v>
                </c:pt>
                <c:pt idx="32913">
                  <c:v>10</c:v>
                </c:pt>
                <c:pt idx="32914">
                  <c:v>6</c:v>
                </c:pt>
                <c:pt idx="32915">
                  <c:v>4</c:v>
                </c:pt>
                <c:pt idx="32916">
                  <c:v>6</c:v>
                </c:pt>
                <c:pt idx="32917">
                  <c:v>5</c:v>
                </c:pt>
                <c:pt idx="32918">
                  <c:v>4</c:v>
                </c:pt>
                <c:pt idx="32919">
                  <c:v>5</c:v>
                </c:pt>
                <c:pt idx="32920">
                  <c:v>2</c:v>
                </c:pt>
                <c:pt idx="32921">
                  <c:v>1</c:v>
                </c:pt>
                <c:pt idx="32922">
                  <c:v>3</c:v>
                </c:pt>
                <c:pt idx="32923">
                  <c:v>1</c:v>
                </c:pt>
                <c:pt idx="32924">
                  <c:v>2</c:v>
                </c:pt>
                <c:pt idx="32925">
                  <c:v>7</c:v>
                </c:pt>
                <c:pt idx="32926">
                  <c:v>6</c:v>
                </c:pt>
                <c:pt idx="32927">
                  <c:v>6</c:v>
                </c:pt>
                <c:pt idx="32928">
                  <c:v>2</c:v>
                </c:pt>
                <c:pt idx="32929">
                  <c:v>2</c:v>
                </c:pt>
                <c:pt idx="32930">
                  <c:v>2</c:v>
                </c:pt>
                <c:pt idx="32931">
                  <c:v>9</c:v>
                </c:pt>
                <c:pt idx="32932">
                  <c:v>8</c:v>
                </c:pt>
                <c:pt idx="32933">
                  <c:v>11</c:v>
                </c:pt>
                <c:pt idx="32934">
                  <c:v>13</c:v>
                </c:pt>
                <c:pt idx="32935">
                  <c:v>6</c:v>
                </c:pt>
                <c:pt idx="32936">
                  <c:v>6</c:v>
                </c:pt>
                <c:pt idx="32937">
                  <c:v>5</c:v>
                </c:pt>
                <c:pt idx="32938">
                  <c:v>12</c:v>
                </c:pt>
                <c:pt idx="32939">
                  <c:v>3</c:v>
                </c:pt>
                <c:pt idx="32940">
                  <c:v>3</c:v>
                </c:pt>
                <c:pt idx="32941">
                  <c:v>3</c:v>
                </c:pt>
                <c:pt idx="32942">
                  <c:v>3</c:v>
                </c:pt>
                <c:pt idx="32943">
                  <c:v>3</c:v>
                </c:pt>
                <c:pt idx="32944">
                  <c:v>3</c:v>
                </c:pt>
                <c:pt idx="32945">
                  <c:v>4</c:v>
                </c:pt>
                <c:pt idx="32946">
                  <c:v>2</c:v>
                </c:pt>
                <c:pt idx="32947">
                  <c:v>5</c:v>
                </c:pt>
                <c:pt idx="32948">
                  <c:v>2</c:v>
                </c:pt>
                <c:pt idx="32949">
                  <c:v>6</c:v>
                </c:pt>
                <c:pt idx="32950">
                  <c:v>3</c:v>
                </c:pt>
                <c:pt idx="32951">
                  <c:v>4</c:v>
                </c:pt>
                <c:pt idx="32952">
                  <c:v>1</c:v>
                </c:pt>
                <c:pt idx="32953">
                  <c:v>3</c:v>
                </c:pt>
                <c:pt idx="32954">
                  <c:v>4</c:v>
                </c:pt>
                <c:pt idx="32955">
                  <c:v>2</c:v>
                </c:pt>
                <c:pt idx="32956">
                  <c:v>3</c:v>
                </c:pt>
                <c:pt idx="32957">
                  <c:v>2</c:v>
                </c:pt>
                <c:pt idx="32958">
                  <c:v>2</c:v>
                </c:pt>
                <c:pt idx="32959">
                  <c:v>2</c:v>
                </c:pt>
                <c:pt idx="32960">
                  <c:v>2</c:v>
                </c:pt>
                <c:pt idx="32961">
                  <c:v>1</c:v>
                </c:pt>
                <c:pt idx="32962">
                  <c:v>1</c:v>
                </c:pt>
                <c:pt idx="32963">
                  <c:v>3</c:v>
                </c:pt>
                <c:pt idx="32964">
                  <c:v>1</c:v>
                </c:pt>
                <c:pt idx="32965">
                  <c:v>1</c:v>
                </c:pt>
                <c:pt idx="32966">
                  <c:v>4</c:v>
                </c:pt>
                <c:pt idx="32967">
                  <c:v>5</c:v>
                </c:pt>
                <c:pt idx="32968">
                  <c:v>4</c:v>
                </c:pt>
                <c:pt idx="32969">
                  <c:v>3</c:v>
                </c:pt>
                <c:pt idx="32970">
                  <c:v>5</c:v>
                </c:pt>
                <c:pt idx="32971">
                  <c:v>4</c:v>
                </c:pt>
                <c:pt idx="32972">
                  <c:v>7</c:v>
                </c:pt>
                <c:pt idx="32973">
                  <c:v>4</c:v>
                </c:pt>
                <c:pt idx="32974">
                  <c:v>3</c:v>
                </c:pt>
                <c:pt idx="32975">
                  <c:v>3</c:v>
                </c:pt>
                <c:pt idx="32976">
                  <c:v>6</c:v>
                </c:pt>
                <c:pt idx="32977">
                  <c:v>3</c:v>
                </c:pt>
                <c:pt idx="32978">
                  <c:v>3</c:v>
                </c:pt>
                <c:pt idx="32979">
                  <c:v>3</c:v>
                </c:pt>
                <c:pt idx="32980">
                  <c:v>7</c:v>
                </c:pt>
                <c:pt idx="32981">
                  <c:v>5</c:v>
                </c:pt>
                <c:pt idx="32982">
                  <c:v>2</c:v>
                </c:pt>
                <c:pt idx="32983">
                  <c:v>4</c:v>
                </c:pt>
                <c:pt idx="32984">
                  <c:v>2</c:v>
                </c:pt>
                <c:pt idx="32985">
                  <c:v>2</c:v>
                </c:pt>
                <c:pt idx="32986">
                  <c:v>4</c:v>
                </c:pt>
                <c:pt idx="32987">
                  <c:v>1</c:v>
                </c:pt>
                <c:pt idx="32988">
                  <c:v>5</c:v>
                </c:pt>
                <c:pt idx="32989">
                  <c:v>3</c:v>
                </c:pt>
                <c:pt idx="32990">
                  <c:v>2</c:v>
                </c:pt>
                <c:pt idx="32991">
                  <c:v>1</c:v>
                </c:pt>
                <c:pt idx="32992">
                  <c:v>1</c:v>
                </c:pt>
                <c:pt idx="32993">
                  <c:v>4</c:v>
                </c:pt>
                <c:pt idx="32994">
                  <c:v>2</c:v>
                </c:pt>
                <c:pt idx="32995">
                  <c:v>8</c:v>
                </c:pt>
                <c:pt idx="32996">
                  <c:v>3</c:v>
                </c:pt>
                <c:pt idx="32997">
                  <c:v>5</c:v>
                </c:pt>
                <c:pt idx="32998">
                  <c:v>4</c:v>
                </c:pt>
                <c:pt idx="32999">
                  <c:v>5</c:v>
                </c:pt>
                <c:pt idx="33000">
                  <c:v>3</c:v>
                </c:pt>
                <c:pt idx="33001">
                  <c:v>1</c:v>
                </c:pt>
                <c:pt idx="33002">
                  <c:v>3</c:v>
                </c:pt>
                <c:pt idx="33003">
                  <c:v>3</c:v>
                </c:pt>
                <c:pt idx="33004">
                  <c:v>1</c:v>
                </c:pt>
                <c:pt idx="33005">
                  <c:v>1</c:v>
                </c:pt>
                <c:pt idx="33006">
                  <c:v>1</c:v>
                </c:pt>
                <c:pt idx="33007">
                  <c:v>1</c:v>
                </c:pt>
                <c:pt idx="33008">
                  <c:v>1</c:v>
                </c:pt>
                <c:pt idx="33009">
                  <c:v>2</c:v>
                </c:pt>
                <c:pt idx="33010">
                  <c:v>2</c:v>
                </c:pt>
                <c:pt idx="33011">
                  <c:v>4</c:v>
                </c:pt>
                <c:pt idx="33012">
                  <c:v>4</c:v>
                </c:pt>
                <c:pt idx="33013">
                  <c:v>10</c:v>
                </c:pt>
                <c:pt idx="33014">
                  <c:v>3</c:v>
                </c:pt>
                <c:pt idx="33015">
                  <c:v>4</c:v>
                </c:pt>
                <c:pt idx="33016">
                  <c:v>2</c:v>
                </c:pt>
                <c:pt idx="33017">
                  <c:v>4</c:v>
                </c:pt>
                <c:pt idx="33018">
                  <c:v>2</c:v>
                </c:pt>
                <c:pt idx="33019">
                  <c:v>3</c:v>
                </c:pt>
                <c:pt idx="33020">
                  <c:v>7</c:v>
                </c:pt>
                <c:pt idx="33021">
                  <c:v>6</c:v>
                </c:pt>
                <c:pt idx="33022">
                  <c:v>2</c:v>
                </c:pt>
                <c:pt idx="33023">
                  <c:v>3</c:v>
                </c:pt>
                <c:pt idx="33024">
                  <c:v>3</c:v>
                </c:pt>
                <c:pt idx="33025">
                  <c:v>2</c:v>
                </c:pt>
                <c:pt idx="33026">
                  <c:v>3</c:v>
                </c:pt>
                <c:pt idx="33027">
                  <c:v>4</c:v>
                </c:pt>
                <c:pt idx="33028">
                  <c:v>2</c:v>
                </c:pt>
                <c:pt idx="33029">
                  <c:v>1</c:v>
                </c:pt>
                <c:pt idx="33030">
                  <c:v>3</c:v>
                </c:pt>
                <c:pt idx="33031">
                  <c:v>3</c:v>
                </c:pt>
                <c:pt idx="33032">
                  <c:v>4</c:v>
                </c:pt>
                <c:pt idx="33033">
                  <c:v>4</c:v>
                </c:pt>
                <c:pt idx="33034">
                  <c:v>2</c:v>
                </c:pt>
                <c:pt idx="33035">
                  <c:v>6</c:v>
                </c:pt>
                <c:pt idx="33036">
                  <c:v>5</c:v>
                </c:pt>
                <c:pt idx="33037">
                  <c:v>3</c:v>
                </c:pt>
                <c:pt idx="33038">
                  <c:v>4</c:v>
                </c:pt>
                <c:pt idx="33039">
                  <c:v>4</c:v>
                </c:pt>
                <c:pt idx="33040">
                  <c:v>2</c:v>
                </c:pt>
                <c:pt idx="33041">
                  <c:v>1</c:v>
                </c:pt>
                <c:pt idx="33042">
                  <c:v>3</c:v>
                </c:pt>
                <c:pt idx="33043">
                  <c:v>6</c:v>
                </c:pt>
                <c:pt idx="33044">
                  <c:v>2</c:v>
                </c:pt>
                <c:pt idx="33045">
                  <c:v>2</c:v>
                </c:pt>
                <c:pt idx="33046">
                  <c:v>2</c:v>
                </c:pt>
                <c:pt idx="33047">
                  <c:v>2</c:v>
                </c:pt>
                <c:pt idx="33048">
                  <c:v>3</c:v>
                </c:pt>
                <c:pt idx="33049">
                  <c:v>3</c:v>
                </c:pt>
                <c:pt idx="33050">
                  <c:v>3</c:v>
                </c:pt>
                <c:pt idx="33051">
                  <c:v>2</c:v>
                </c:pt>
                <c:pt idx="33052">
                  <c:v>5</c:v>
                </c:pt>
                <c:pt idx="33053">
                  <c:v>3</c:v>
                </c:pt>
                <c:pt idx="33054">
                  <c:v>6</c:v>
                </c:pt>
                <c:pt idx="33055">
                  <c:v>9</c:v>
                </c:pt>
                <c:pt idx="33056">
                  <c:v>2</c:v>
                </c:pt>
                <c:pt idx="33057">
                  <c:v>6</c:v>
                </c:pt>
                <c:pt idx="33058">
                  <c:v>3</c:v>
                </c:pt>
                <c:pt idx="33059">
                  <c:v>2</c:v>
                </c:pt>
                <c:pt idx="33060">
                  <c:v>-4</c:v>
                </c:pt>
                <c:pt idx="33061">
                  <c:v>4</c:v>
                </c:pt>
                <c:pt idx="33062">
                  <c:v>4</c:v>
                </c:pt>
                <c:pt idx="33063">
                  <c:v>3</c:v>
                </c:pt>
                <c:pt idx="33064">
                  <c:v>3</c:v>
                </c:pt>
                <c:pt idx="33065">
                  <c:v>2</c:v>
                </c:pt>
                <c:pt idx="33066">
                  <c:v>4</c:v>
                </c:pt>
                <c:pt idx="33067">
                  <c:v>9</c:v>
                </c:pt>
                <c:pt idx="33068">
                  <c:v>2</c:v>
                </c:pt>
                <c:pt idx="33069">
                  <c:v>1</c:v>
                </c:pt>
                <c:pt idx="33070">
                  <c:v>1</c:v>
                </c:pt>
                <c:pt idx="33071">
                  <c:v>2</c:v>
                </c:pt>
                <c:pt idx="33072">
                  <c:v>2</c:v>
                </c:pt>
                <c:pt idx="33073">
                  <c:v>2</c:v>
                </c:pt>
                <c:pt idx="33074">
                  <c:v>1</c:v>
                </c:pt>
                <c:pt idx="33075">
                  <c:v>2</c:v>
                </c:pt>
                <c:pt idx="33076">
                  <c:v>2</c:v>
                </c:pt>
                <c:pt idx="33077">
                  <c:v>4</c:v>
                </c:pt>
                <c:pt idx="33078">
                  <c:v>1</c:v>
                </c:pt>
                <c:pt idx="33079">
                  <c:v>4</c:v>
                </c:pt>
                <c:pt idx="33080">
                  <c:v>2</c:v>
                </c:pt>
                <c:pt idx="33081">
                  <c:v>1</c:v>
                </c:pt>
                <c:pt idx="33082">
                  <c:v>2</c:v>
                </c:pt>
                <c:pt idx="33083">
                  <c:v>2</c:v>
                </c:pt>
                <c:pt idx="33084">
                  <c:v>1</c:v>
                </c:pt>
                <c:pt idx="33085">
                  <c:v>3</c:v>
                </c:pt>
                <c:pt idx="33086">
                  <c:v>2</c:v>
                </c:pt>
                <c:pt idx="33087">
                  <c:v>5</c:v>
                </c:pt>
                <c:pt idx="33088">
                  <c:v>3</c:v>
                </c:pt>
                <c:pt idx="33089">
                  <c:v>2</c:v>
                </c:pt>
                <c:pt idx="33090">
                  <c:v>2</c:v>
                </c:pt>
                <c:pt idx="33091">
                  <c:v>8</c:v>
                </c:pt>
                <c:pt idx="33092">
                  <c:v>8</c:v>
                </c:pt>
                <c:pt idx="33093">
                  <c:v>2</c:v>
                </c:pt>
                <c:pt idx="33094">
                  <c:v>3</c:v>
                </c:pt>
                <c:pt idx="33095">
                  <c:v>1</c:v>
                </c:pt>
                <c:pt idx="33096">
                  <c:v>1</c:v>
                </c:pt>
                <c:pt idx="33097">
                  <c:v>-1</c:v>
                </c:pt>
                <c:pt idx="33098">
                  <c:v>3</c:v>
                </c:pt>
                <c:pt idx="33099">
                  <c:v>1</c:v>
                </c:pt>
                <c:pt idx="33100">
                  <c:v>3</c:v>
                </c:pt>
                <c:pt idx="33101">
                  <c:v>3</c:v>
                </c:pt>
                <c:pt idx="33102">
                  <c:v>3</c:v>
                </c:pt>
                <c:pt idx="33103">
                  <c:v>6</c:v>
                </c:pt>
                <c:pt idx="33104">
                  <c:v>3</c:v>
                </c:pt>
                <c:pt idx="33105">
                  <c:v>3</c:v>
                </c:pt>
                <c:pt idx="33106">
                  <c:v>2</c:v>
                </c:pt>
                <c:pt idx="33107">
                  <c:v>3</c:v>
                </c:pt>
                <c:pt idx="33108">
                  <c:v>3</c:v>
                </c:pt>
                <c:pt idx="33109">
                  <c:v>1</c:v>
                </c:pt>
                <c:pt idx="33110">
                  <c:v>4</c:v>
                </c:pt>
                <c:pt idx="33111">
                  <c:v>1</c:v>
                </c:pt>
                <c:pt idx="33112">
                  <c:v>2</c:v>
                </c:pt>
                <c:pt idx="33113">
                  <c:v>2</c:v>
                </c:pt>
                <c:pt idx="33114">
                  <c:v>5</c:v>
                </c:pt>
                <c:pt idx="33115">
                  <c:v>5</c:v>
                </c:pt>
                <c:pt idx="33116">
                  <c:v>6</c:v>
                </c:pt>
                <c:pt idx="33117">
                  <c:v>3</c:v>
                </c:pt>
                <c:pt idx="33118">
                  <c:v>2</c:v>
                </c:pt>
                <c:pt idx="33119">
                  <c:v>3</c:v>
                </c:pt>
                <c:pt idx="33120">
                  <c:v>4</c:v>
                </c:pt>
                <c:pt idx="33121">
                  <c:v>2</c:v>
                </c:pt>
                <c:pt idx="33122">
                  <c:v>3</c:v>
                </c:pt>
                <c:pt idx="33123">
                  <c:v>5</c:v>
                </c:pt>
                <c:pt idx="33124">
                  <c:v>2</c:v>
                </c:pt>
                <c:pt idx="33125">
                  <c:v>2</c:v>
                </c:pt>
                <c:pt idx="33126">
                  <c:v>4</c:v>
                </c:pt>
                <c:pt idx="33127">
                  <c:v>2</c:v>
                </c:pt>
                <c:pt idx="33128">
                  <c:v>1</c:v>
                </c:pt>
                <c:pt idx="33129">
                  <c:v>2</c:v>
                </c:pt>
                <c:pt idx="33130">
                  <c:v>3</c:v>
                </c:pt>
                <c:pt idx="33131">
                  <c:v>3</c:v>
                </c:pt>
                <c:pt idx="33132">
                  <c:v>3</c:v>
                </c:pt>
                <c:pt idx="33133">
                  <c:v>4</c:v>
                </c:pt>
                <c:pt idx="33134">
                  <c:v>2</c:v>
                </c:pt>
                <c:pt idx="33135">
                  <c:v>2</c:v>
                </c:pt>
                <c:pt idx="33136">
                  <c:v>1</c:v>
                </c:pt>
                <c:pt idx="33137">
                  <c:v>4</c:v>
                </c:pt>
                <c:pt idx="33138">
                  <c:v>5</c:v>
                </c:pt>
                <c:pt idx="33139">
                  <c:v>7</c:v>
                </c:pt>
                <c:pt idx="33140">
                  <c:v>5</c:v>
                </c:pt>
                <c:pt idx="33141">
                  <c:v>4</c:v>
                </c:pt>
                <c:pt idx="33142">
                  <c:v>2</c:v>
                </c:pt>
                <c:pt idx="33143">
                  <c:v>5</c:v>
                </c:pt>
                <c:pt idx="33144">
                  <c:v>4</c:v>
                </c:pt>
                <c:pt idx="33145">
                  <c:v>5</c:v>
                </c:pt>
                <c:pt idx="33146">
                  <c:v>5</c:v>
                </c:pt>
                <c:pt idx="33147">
                  <c:v>5</c:v>
                </c:pt>
                <c:pt idx="33148">
                  <c:v>5</c:v>
                </c:pt>
                <c:pt idx="33149">
                  <c:v>4</c:v>
                </c:pt>
                <c:pt idx="33150">
                  <c:v>1</c:v>
                </c:pt>
                <c:pt idx="33151">
                  <c:v>3</c:v>
                </c:pt>
                <c:pt idx="33152">
                  <c:v>2</c:v>
                </c:pt>
                <c:pt idx="33153">
                  <c:v>2</c:v>
                </c:pt>
                <c:pt idx="33154">
                  <c:v>3</c:v>
                </c:pt>
                <c:pt idx="33155">
                  <c:v>2</c:v>
                </c:pt>
                <c:pt idx="33156">
                  <c:v>3</c:v>
                </c:pt>
                <c:pt idx="33157">
                  <c:v>2</c:v>
                </c:pt>
                <c:pt idx="33158">
                  <c:v>1</c:v>
                </c:pt>
                <c:pt idx="33159">
                  <c:v>2</c:v>
                </c:pt>
                <c:pt idx="33160">
                  <c:v>2</c:v>
                </c:pt>
                <c:pt idx="33161">
                  <c:v>5</c:v>
                </c:pt>
                <c:pt idx="33162">
                  <c:v>1</c:v>
                </c:pt>
                <c:pt idx="33163">
                  <c:v>3</c:v>
                </c:pt>
                <c:pt idx="33164">
                  <c:v>2</c:v>
                </c:pt>
                <c:pt idx="33165">
                  <c:v>2</c:v>
                </c:pt>
                <c:pt idx="33166">
                  <c:v>4</c:v>
                </c:pt>
                <c:pt idx="33167">
                  <c:v>2</c:v>
                </c:pt>
                <c:pt idx="33168">
                  <c:v>2</c:v>
                </c:pt>
                <c:pt idx="33169">
                  <c:v>1</c:v>
                </c:pt>
                <c:pt idx="33170">
                  <c:v>3</c:v>
                </c:pt>
                <c:pt idx="33171">
                  <c:v>4</c:v>
                </c:pt>
                <c:pt idx="33172">
                  <c:v>1</c:v>
                </c:pt>
                <c:pt idx="33173">
                  <c:v>2</c:v>
                </c:pt>
                <c:pt idx="33174">
                  <c:v>3</c:v>
                </c:pt>
                <c:pt idx="33175">
                  <c:v>1</c:v>
                </c:pt>
                <c:pt idx="33176">
                  <c:v>2</c:v>
                </c:pt>
                <c:pt idx="33177">
                  <c:v>2</c:v>
                </c:pt>
                <c:pt idx="33178">
                  <c:v>7</c:v>
                </c:pt>
                <c:pt idx="33179">
                  <c:v>7</c:v>
                </c:pt>
                <c:pt idx="33180">
                  <c:v>2</c:v>
                </c:pt>
                <c:pt idx="33181">
                  <c:v>2</c:v>
                </c:pt>
                <c:pt idx="33182">
                  <c:v>9</c:v>
                </c:pt>
                <c:pt idx="33183">
                  <c:v>1</c:v>
                </c:pt>
                <c:pt idx="33184">
                  <c:v>1</c:v>
                </c:pt>
                <c:pt idx="33185">
                  <c:v>1</c:v>
                </c:pt>
                <c:pt idx="33186">
                  <c:v>1</c:v>
                </c:pt>
                <c:pt idx="33187">
                  <c:v>1</c:v>
                </c:pt>
                <c:pt idx="33188">
                  <c:v>1</c:v>
                </c:pt>
                <c:pt idx="33189">
                  <c:v>1</c:v>
                </c:pt>
                <c:pt idx="33190">
                  <c:v>1</c:v>
                </c:pt>
                <c:pt idx="33191">
                  <c:v>3</c:v>
                </c:pt>
                <c:pt idx="33192">
                  <c:v>4</c:v>
                </c:pt>
                <c:pt idx="33193">
                  <c:v>6</c:v>
                </c:pt>
                <c:pt idx="33194">
                  <c:v>4</c:v>
                </c:pt>
                <c:pt idx="33195">
                  <c:v>6</c:v>
                </c:pt>
                <c:pt idx="33196">
                  <c:v>5</c:v>
                </c:pt>
                <c:pt idx="33197">
                  <c:v>8</c:v>
                </c:pt>
                <c:pt idx="33198">
                  <c:v>5</c:v>
                </c:pt>
                <c:pt idx="33199">
                  <c:v>4</c:v>
                </c:pt>
                <c:pt idx="33200">
                  <c:v>2</c:v>
                </c:pt>
                <c:pt idx="33201">
                  <c:v>3</c:v>
                </c:pt>
                <c:pt idx="33202">
                  <c:v>1</c:v>
                </c:pt>
                <c:pt idx="33203">
                  <c:v>3</c:v>
                </c:pt>
                <c:pt idx="33204">
                  <c:v>3</c:v>
                </c:pt>
                <c:pt idx="33205">
                  <c:v>1</c:v>
                </c:pt>
                <c:pt idx="33206">
                  <c:v>1</c:v>
                </c:pt>
                <c:pt idx="33207">
                  <c:v>1</c:v>
                </c:pt>
                <c:pt idx="33208">
                  <c:v>1</c:v>
                </c:pt>
                <c:pt idx="33209">
                  <c:v>1</c:v>
                </c:pt>
                <c:pt idx="33210">
                  <c:v>1</c:v>
                </c:pt>
                <c:pt idx="33211">
                  <c:v>2</c:v>
                </c:pt>
                <c:pt idx="33212">
                  <c:v>6</c:v>
                </c:pt>
                <c:pt idx="33213">
                  <c:v>1</c:v>
                </c:pt>
                <c:pt idx="33214">
                  <c:v>2</c:v>
                </c:pt>
                <c:pt idx="33215">
                  <c:v>2</c:v>
                </c:pt>
                <c:pt idx="33216">
                  <c:v>2</c:v>
                </c:pt>
                <c:pt idx="33217">
                  <c:v>2</c:v>
                </c:pt>
                <c:pt idx="33218">
                  <c:v>3</c:v>
                </c:pt>
                <c:pt idx="33219">
                  <c:v>1</c:v>
                </c:pt>
                <c:pt idx="33220">
                  <c:v>1</c:v>
                </c:pt>
                <c:pt idx="33221">
                  <c:v>2</c:v>
                </c:pt>
                <c:pt idx="33222">
                  <c:v>3</c:v>
                </c:pt>
                <c:pt idx="33223">
                  <c:v>1</c:v>
                </c:pt>
                <c:pt idx="33224">
                  <c:v>3</c:v>
                </c:pt>
                <c:pt idx="33225">
                  <c:v>3</c:v>
                </c:pt>
                <c:pt idx="33226">
                  <c:v>3</c:v>
                </c:pt>
                <c:pt idx="33227">
                  <c:v>3</c:v>
                </c:pt>
                <c:pt idx="33228">
                  <c:v>3</c:v>
                </c:pt>
                <c:pt idx="33229">
                  <c:v>4</c:v>
                </c:pt>
                <c:pt idx="33230">
                  <c:v>4</c:v>
                </c:pt>
                <c:pt idx="33231">
                  <c:v>3</c:v>
                </c:pt>
                <c:pt idx="33232">
                  <c:v>3</c:v>
                </c:pt>
                <c:pt idx="33233">
                  <c:v>3</c:v>
                </c:pt>
                <c:pt idx="33234">
                  <c:v>3</c:v>
                </c:pt>
                <c:pt idx="33235">
                  <c:v>4</c:v>
                </c:pt>
                <c:pt idx="33236">
                  <c:v>2</c:v>
                </c:pt>
                <c:pt idx="33237">
                  <c:v>2</c:v>
                </c:pt>
                <c:pt idx="33238">
                  <c:v>2</c:v>
                </c:pt>
                <c:pt idx="33239">
                  <c:v>2</c:v>
                </c:pt>
                <c:pt idx="33240">
                  <c:v>2</c:v>
                </c:pt>
                <c:pt idx="33241">
                  <c:v>2</c:v>
                </c:pt>
                <c:pt idx="33242">
                  <c:v>2</c:v>
                </c:pt>
                <c:pt idx="33243">
                  <c:v>2</c:v>
                </c:pt>
                <c:pt idx="33244">
                  <c:v>3</c:v>
                </c:pt>
                <c:pt idx="33245">
                  <c:v>2</c:v>
                </c:pt>
                <c:pt idx="33246">
                  <c:v>2</c:v>
                </c:pt>
                <c:pt idx="33247">
                  <c:v>2</c:v>
                </c:pt>
                <c:pt idx="33248">
                  <c:v>3</c:v>
                </c:pt>
                <c:pt idx="33249">
                  <c:v>3</c:v>
                </c:pt>
                <c:pt idx="33250">
                  <c:v>2</c:v>
                </c:pt>
                <c:pt idx="33251">
                  <c:v>4</c:v>
                </c:pt>
                <c:pt idx="33252">
                  <c:v>2</c:v>
                </c:pt>
                <c:pt idx="33253">
                  <c:v>2</c:v>
                </c:pt>
                <c:pt idx="33254">
                  <c:v>1</c:v>
                </c:pt>
                <c:pt idx="33255">
                  <c:v>1</c:v>
                </c:pt>
                <c:pt idx="33256">
                  <c:v>3</c:v>
                </c:pt>
                <c:pt idx="33257">
                  <c:v>3</c:v>
                </c:pt>
                <c:pt idx="33258">
                  <c:v>3</c:v>
                </c:pt>
                <c:pt idx="33259">
                  <c:v>3</c:v>
                </c:pt>
                <c:pt idx="33260">
                  <c:v>3</c:v>
                </c:pt>
                <c:pt idx="33261">
                  <c:v>3</c:v>
                </c:pt>
                <c:pt idx="33262">
                  <c:v>-3</c:v>
                </c:pt>
                <c:pt idx="33263">
                  <c:v>3</c:v>
                </c:pt>
                <c:pt idx="33264">
                  <c:v>3</c:v>
                </c:pt>
                <c:pt idx="33265">
                  <c:v>3</c:v>
                </c:pt>
                <c:pt idx="33266">
                  <c:v>3</c:v>
                </c:pt>
                <c:pt idx="33267">
                  <c:v>3</c:v>
                </c:pt>
                <c:pt idx="33268">
                  <c:v>2</c:v>
                </c:pt>
                <c:pt idx="33269">
                  <c:v>4</c:v>
                </c:pt>
                <c:pt idx="33270">
                  <c:v>1</c:v>
                </c:pt>
                <c:pt idx="33271">
                  <c:v>1</c:v>
                </c:pt>
                <c:pt idx="33272">
                  <c:v>1</c:v>
                </c:pt>
                <c:pt idx="33273">
                  <c:v>6</c:v>
                </c:pt>
                <c:pt idx="33274">
                  <c:v>6</c:v>
                </c:pt>
                <c:pt idx="33275">
                  <c:v>3</c:v>
                </c:pt>
                <c:pt idx="33276">
                  <c:v>3</c:v>
                </c:pt>
                <c:pt idx="33277">
                  <c:v>6</c:v>
                </c:pt>
                <c:pt idx="33278">
                  <c:v>3</c:v>
                </c:pt>
                <c:pt idx="33279">
                  <c:v>4</c:v>
                </c:pt>
                <c:pt idx="33280">
                  <c:v>4</c:v>
                </c:pt>
                <c:pt idx="33281">
                  <c:v>4</c:v>
                </c:pt>
                <c:pt idx="33282">
                  <c:v>2</c:v>
                </c:pt>
                <c:pt idx="33283">
                  <c:v>3</c:v>
                </c:pt>
                <c:pt idx="33284">
                  <c:v>6</c:v>
                </c:pt>
                <c:pt idx="33285">
                  <c:v>1</c:v>
                </c:pt>
                <c:pt idx="33286">
                  <c:v>2</c:v>
                </c:pt>
                <c:pt idx="33287">
                  <c:v>1</c:v>
                </c:pt>
                <c:pt idx="33288">
                  <c:v>1</c:v>
                </c:pt>
                <c:pt idx="33289">
                  <c:v>1</c:v>
                </c:pt>
                <c:pt idx="33290">
                  <c:v>1</c:v>
                </c:pt>
                <c:pt idx="33291">
                  <c:v>6</c:v>
                </c:pt>
                <c:pt idx="33292">
                  <c:v>6</c:v>
                </c:pt>
                <c:pt idx="33293">
                  <c:v>2</c:v>
                </c:pt>
                <c:pt idx="33294">
                  <c:v>2</c:v>
                </c:pt>
                <c:pt idx="33295">
                  <c:v>5</c:v>
                </c:pt>
                <c:pt idx="33296">
                  <c:v>5</c:v>
                </c:pt>
                <c:pt idx="33297">
                  <c:v>3</c:v>
                </c:pt>
                <c:pt idx="33298">
                  <c:v>3</c:v>
                </c:pt>
                <c:pt idx="33299">
                  <c:v>2</c:v>
                </c:pt>
                <c:pt idx="33300">
                  <c:v>4</c:v>
                </c:pt>
                <c:pt idx="33301">
                  <c:v>2</c:v>
                </c:pt>
                <c:pt idx="33302">
                  <c:v>2</c:v>
                </c:pt>
                <c:pt idx="33303">
                  <c:v>3</c:v>
                </c:pt>
                <c:pt idx="33304">
                  <c:v>2</c:v>
                </c:pt>
                <c:pt idx="33305">
                  <c:v>2</c:v>
                </c:pt>
                <c:pt idx="33306">
                  <c:v>3</c:v>
                </c:pt>
                <c:pt idx="33307">
                  <c:v>1</c:v>
                </c:pt>
                <c:pt idx="33308">
                  <c:v>3</c:v>
                </c:pt>
                <c:pt idx="33309">
                  <c:v>3</c:v>
                </c:pt>
                <c:pt idx="33310">
                  <c:v>1</c:v>
                </c:pt>
                <c:pt idx="33311">
                  <c:v>1</c:v>
                </c:pt>
                <c:pt idx="33312">
                  <c:v>3</c:v>
                </c:pt>
                <c:pt idx="33313">
                  <c:v>3</c:v>
                </c:pt>
                <c:pt idx="33314">
                  <c:v>3</c:v>
                </c:pt>
                <c:pt idx="33315">
                  <c:v>4</c:v>
                </c:pt>
                <c:pt idx="33316">
                  <c:v>4</c:v>
                </c:pt>
                <c:pt idx="33317">
                  <c:v>3</c:v>
                </c:pt>
                <c:pt idx="33318">
                  <c:v>2</c:v>
                </c:pt>
                <c:pt idx="33319">
                  <c:v>2</c:v>
                </c:pt>
                <c:pt idx="33320">
                  <c:v>3</c:v>
                </c:pt>
                <c:pt idx="33321">
                  <c:v>2</c:v>
                </c:pt>
                <c:pt idx="33322">
                  <c:v>2</c:v>
                </c:pt>
                <c:pt idx="33323">
                  <c:v>2</c:v>
                </c:pt>
                <c:pt idx="33324">
                  <c:v>2</c:v>
                </c:pt>
                <c:pt idx="33325">
                  <c:v>2</c:v>
                </c:pt>
                <c:pt idx="33326">
                  <c:v>2</c:v>
                </c:pt>
                <c:pt idx="33327">
                  <c:v>7</c:v>
                </c:pt>
                <c:pt idx="33328">
                  <c:v>5</c:v>
                </c:pt>
                <c:pt idx="33329">
                  <c:v>2</c:v>
                </c:pt>
                <c:pt idx="33330">
                  <c:v>4</c:v>
                </c:pt>
                <c:pt idx="33331">
                  <c:v>4</c:v>
                </c:pt>
                <c:pt idx="33332">
                  <c:v>1</c:v>
                </c:pt>
                <c:pt idx="33333">
                  <c:v>3</c:v>
                </c:pt>
                <c:pt idx="33334">
                  <c:v>3</c:v>
                </c:pt>
                <c:pt idx="33335">
                  <c:v>3</c:v>
                </c:pt>
                <c:pt idx="33336">
                  <c:v>3</c:v>
                </c:pt>
                <c:pt idx="33337">
                  <c:v>2</c:v>
                </c:pt>
                <c:pt idx="33338">
                  <c:v>1</c:v>
                </c:pt>
                <c:pt idx="33339">
                  <c:v>2</c:v>
                </c:pt>
                <c:pt idx="33340">
                  <c:v>2</c:v>
                </c:pt>
                <c:pt idx="33341">
                  <c:v>1</c:v>
                </c:pt>
                <c:pt idx="33342">
                  <c:v>4</c:v>
                </c:pt>
                <c:pt idx="33343">
                  <c:v>2</c:v>
                </c:pt>
                <c:pt idx="33344">
                  <c:v>2</c:v>
                </c:pt>
                <c:pt idx="33345">
                  <c:v>4</c:v>
                </c:pt>
                <c:pt idx="33346">
                  <c:v>1</c:v>
                </c:pt>
                <c:pt idx="33347">
                  <c:v>1</c:v>
                </c:pt>
                <c:pt idx="33348">
                  <c:v>3</c:v>
                </c:pt>
                <c:pt idx="33349">
                  <c:v>3</c:v>
                </c:pt>
                <c:pt idx="33350">
                  <c:v>4</c:v>
                </c:pt>
                <c:pt idx="33351">
                  <c:v>2</c:v>
                </c:pt>
                <c:pt idx="33352">
                  <c:v>3</c:v>
                </c:pt>
                <c:pt idx="33353">
                  <c:v>2</c:v>
                </c:pt>
                <c:pt idx="33354">
                  <c:v>3</c:v>
                </c:pt>
                <c:pt idx="33355">
                  <c:v>2</c:v>
                </c:pt>
                <c:pt idx="33356">
                  <c:v>1</c:v>
                </c:pt>
                <c:pt idx="33357">
                  <c:v>2</c:v>
                </c:pt>
                <c:pt idx="33358">
                  <c:v>2</c:v>
                </c:pt>
                <c:pt idx="33359">
                  <c:v>1</c:v>
                </c:pt>
                <c:pt idx="33360">
                  <c:v>1</c:v>
                </c:pt>
                <c:pt idx="33361">
                  <c:v>6</c:v>
                </c:pt>
                <c:pt idx="33362">
                  <c:v>3</c:v>
                </c:pt>
                <c:pt idx="33363">
                  <c:v>4</c:v>
                </c:pt>
                <c:pt idx="33364">
                  <c:v>2</c:v>
                </c:pt>
                <c:pt idx="33365">
                  <c:v>4</c:v>
                </c:pt>
                <c:pt idx="33366">
                  <c:v>2</c:v>
                </c:pt>
                <c:pt idx="33367">
                  <c:v>1</c:v>
                </c:pt>
                <c:pt idx="33368">
                  <c:v>1</c:v>
                </c:pt>
                <c:pt idx="33369">
                  <c:v>1</c:v>
                </c:pt>
                <c:pt idx="33370">
                  <c:v>1</c:v>
                </c:pt>
                <c:pt idx="33371">
                  <c:v>4</c:v>
                </c:pt>
                <c:pt idx="33372">
                  <c:v>4</c:v>
                </c:pt>
                <c:pt idx="33373">
                  <c:v>4</c:v>
                </c:pt>
                <c:pt idx="33374">
                  <c:v>4</c:v>
                </c:pt>
                <c:pt idx="33375">
                  <c:v>3</c:v>
                </c:pt>
                <c:pt idx="33376">
                  <c:v>5</c:v>
                </c:pt>
                <c:pt idx="33377">
                  <c:v>4</c:v>
                </c:pt>
                <c:pt idx="33378">
                  <c:v>3</c:v>
                </c:pt>
                <c:pt idx="33379">
                  <c:v>1</c:v>
                </c:pt>
                <c:pt idx="33380">
                  <c:v>4</c:v>
                </c:pt>
                <c:pt idx="33381">
                  <c:v>2</c:v>
                </c:pt>
                <c:pt idx="33382">
                  <c:v>4</c:v>
                </c:pt>
                <c:pt idx="33383">
                  <c:v>5</c:v>
                </c:pt>
                <c:pt idx="33384">
                  <c:v>5</c:v>
                </c:pt>
                <c:pt idx="33385">
                  <c:v>2</c:v>
                </c:pt>
                <c:pt idx="33386">
                  <c:v>2</c:v>
                </c:pt>
                <c:pt idx="33387">
                  <c:v>4</c:v>
                </c:pt>
                <c:pt idx="33388">
                  <c:v>4</c:v>
                </c:pt>
                <c:pt idx="33389">
                  <c:v>4</c:v>
                </c:pt>
                <c:pt idx="33390">
                  <c:v>3</c:v>
                </c:pt>
                <c:pt idx="33391">
                  <c:v>1</c:v>
                </c:pt>
                <c:pt idx="33392">
                  <c:v>2</c:v>
                </c:pt>
                <c:pt idx="33393">
                  <c:v>6</c:v>
                </c:pt>
                <c:pt idx="33394">
                  <c:v>4</c:v>
                </c:pt>
                <c:pt idx="33395">
                  <c:v>3</c:v>
                </c:pt>
                <c:pt idx="33396">
                  <c:v>2</c:v>
                </c:pt>
                <c:pt idx="33397">
                  <c:v>2</c:v>
                </c:pt>
                <c:pt idx="33398">
                  <c:v>3</c:v>
                </c:pt>
                <c:pt idx="33399">
                  <c:v>1</c:v>
                </c:pt>
                <c:pt idx="33400">
                  <c:v>2</c:v>
                </c:pt>
                <c:pt idx="33401">
                  <c:v>1</c:v>
                </c:pt>
                <c:pt idx="33402">
                  <c:v>1</c:v>
                </c:pt>
                <c:pt idx="33403">
                  <c:v>2</c:v>
                </c:pt>
                <c:pt idx="33404">
                  <c:v>2</c:v>
                </c:pt>
                <c:pt idx="33405">
                  <c:v>2</c:v>
                </c:pt>
                <c:pt idx="33406">
                  <c:v>2</c:v>
                </c:pt>
                <c:pt idx="33407">
                  <c:v>2</c:v>
                </c:pt>
                <c:pt idx="33408">
                  <c:v>4</c:v>
                </c:pt>
                <c:pt idx="33409">
                  <c:v>2</c:v>
                </c:pt>
                <c:pt idx="33410">
                  <c:v>2</c:v>
                </c:pt>
                <c:pt idx="33411">
                  <c:v>1</c:v>
                </c:pt>
                <c:pt idx="33412">
                  <c:v>3</c:v>
                </c:pt>
                <c:pt idx="33413">
                  <c:v>2</c:v>
                </c:pt>
                <c:pt idx="33414">
                  <c:v>3</c:v>
                </c:pt>
                <c:pt idx="33415">
                  <c:v>2</c:v>
                </c:pt>
                <c:pt idx="33416">
                  <c:v>1</c:v>
                </c:pt>
                <c:pt idx="33417">
                  <c:v>1</c:v>
                </c:pt>
                <c:pt idx="33418">
                  <c:v>3</c:v>
                </c:pt>
                <c:pt idx="33419">
                  <c:v>2</c:v>
                </c:pt>
                <c:pt idx="33420">
                  <c:v>1</c:v>
                </c:pt>
                <c:pt idx="33421">
                  <c:v>1</c:v>
                </c:pt>
                <c:pt idx="33422">
                  <c:v>2</c:v>
                </c:pt>
                <c:pt idx="33423">
                  <c:v>1</c:v>
                </c:pt>
                <c:pt idx="33424">
                  <c:v>2</c:v>
                </c:pt>
                <c:pt idx="33425">
                  <c:v>3</c:v>
                </c:pt>
                <c:pt idx="33426">
                  <c:v>3</c:v>
                </c:pt>
                <c:pt idx="33427">
                  <c:v>2</c:v>
                </c:pt>
                <c:pt idx="33428">
                  <c:v>2</c:v>
                </c:pt>
                <c:pt idx="33429">
                  <c:v>3</c:v>
                </c:pt>
                <c:pt idx="33430">
                  <c:v>2</c:v>
                </c:pt>
                <c:pt idx="33431">
                  <c:v>1</c:v>
                </c:pt>
                <c:pt idx="33432">
                  <c:v>0</c:v>
                </c:pt>
                <c:pt idx="33433">
                  <c:v>1</c:v>
                </c:pt>
                <c:pt idx="33434">
                  <c:v>1</c:v>
                </c:pt>
                <c:pt idx="33435">
                  <c:v>1</c:v>
                </c:pt>
                <c:pt idx="33436">
                  <c:v>3</c:v>
                </c:pt>
                <c:pt idx="33437">
                  <c:v>4</c:v>
                </c:pt>
                <c:pt idx="33438">
                  <c:v>5</c:v>
                </c:pt>
                <c:pt idx="33439">
                  <c:v>4</c:v>
                </c:pt>
                <c:pt idx="33440">
                  <c:v>4</c:v>
                </c:pt>
                <c:pt idx="33441">
                  <c:v>2</c:v>
                </c:pt>
                <c:pt idx="33442">
                  <c:v>3</c:v>
                </c:pt>
                <c:pt idx="33443">
                  <c:v>4</c:v>
                </c:pt>
                <c:pt idx="33444">
                  <c:v>2</c:v>
                </c:pt>
                <c:pt idx="33445">
                  <c:v>2</c:v>
                </c:pt>
                <c:pt idx="33446">
                  <c:v>2</c:v>
                </c:pt>
                <c:pt idx="33447">
                  <c:v>2</c:v>
                </c:pt>
                <c:pt idx="33448">
                  <c:v>3</c:v>
                </c:pt>
                <c:pt idx="33449">
                  <c:v>2</c:v>
                </c:pt>
                <c:pt idx="33450">
                  <c:v>2</c:v>
                </c:pt>
                <c:pt idx="33451">
                  <c:v>2</c:v>
                </c:pt>
                <c:pt idx="33452">
                  <c:v>3</c:v>
                </c:pt>
                <c:pt idx="33453">
                  <c:v>3</c:v>
                </c:pt>
                <c:pt idx="33454">
                  <c:v>2</c:v>
                </c:pt>
                <c:pt idx="33455">
                  <c:v>3</c:v>
                </c:pt>
                <c:pt idx="33456">
                  <c:v>4</c:v>
                </c:pt>
                <c:pt idx="33457">
                  <c:v>4</c:v>
                </c:pt>
                <c:pt idx="33458">
                  <c:v>4</c:v>
                </c:pt>
                <c:pt idx="33459">
                  <c:v>0</c:v>
                </c:pt>
                <c:pt idx="33460">
                  <c:v>5</c:v>
                </c:pt>
                <c:pt idx="33461">
                  <c:v>6</c:v>
                </c:pt>
                <c:pt idx="33462">
                  <c:v>4</c:v>
                </c:pt>
                <c:pt idx="33463">
                  <c:v>2</c:v>
                </c:pt>
                <c:pt idx="33464">
                  <c:v>5</c:v>
                </c:pt>
                <c:pt idx="33465">
                  <c:v>1</c:v>
                </c:pt>
                <c:pt idx="33466">
                  <c:v>1</c:v>
                </c:pt>
                <c:pt idx="33467">
                  <c:v>2</c:v>
                </c:pt>
                <c:pt idx="33468">
                  <c:v>7</c:v>
                </c:pt>
                <c:pt idx="33469">
                  <c:v>1</c:v>
                </c:pt>
                <c:pt idx="33470">
                  <c:v>2</c:v>
                </c:pt>
                <c:pt idx="33471">
                  <c:v>2</c:v>
                </c:pt>
                <c:pt idx="33472">
                  <c:v>3</c:v>
                </c:pt>
                <c:pt idx="33473">
                  <c:v>2</c:v>
                </c:pt>
                <c:pt idx="33474">
                  <c:v>3</c:v>
                </c:pt>
                <c:pt idx="33475">
                  <c:v>3</c:v>
                </c:pt>
                <c:pt idx="33476">
                  <c:v>2</c:v>
                </c:pt>
                <c:pt idx="33477">
                  <c:v>1</c:v>
                </c:pt>
                <c:pt idx="33478">
                  <c:v>2</c:v>
                </c:pt>
                <c:pt idx="33479">
                  <c:v>1</c:v>
                </c:pt>
                <c:pt idx="33480">
                  <c:v>3</c:v>
                </c:pt>
                <c:pt idx="33481">
                  <c:v>7</c:v>
                </c:pt>
                <c:pt idx="33482">
                  <c:v>7</c:v>
                </c:pt>
                <c:pt idx="33483">
                  <c:v>3</c:v>
                </c:pt>
                <c:pt idx="33484">
                  <c:v>2</c:v>
                </c:pt>
                <c:pt idx="33485">
                  <c:v>2</c:v>
                </c:pt>
                <c:pt idx="33486">
                  <c:v>2</c:v>
                </c:pt>
                <c:pt idx="33487">
                  <c:v>2</c:v>
                </c:pt>
                <c:pt idx="33488">
                  <c:v>3</c:v>
                </c:pt>
                <c:pt idx="33489">
                  <c:v>2</c:v>
                </c:pt>
                <c:pt idx="33490">
                  <c:v>2</c:v>
                </c:pt>
                <c:pt idx="33491">
                  <c:v>2</c:v>
                </c:pt>
                <c:pt idx="33492">
                  <c:v>3</c:v>
                </c:pt>
                <c:pt idx="33493">
                  <c:v>2</c:v>
                </c:pt>
                <c:pt idx="33494">
                  <c:v>2</c:v>
                </c:pt>
                <c:pt idx="33495">
                  <c:v>2</c:v>
                </c:pt>
                <c:pt idx="33496">
                  <c:v>2</c:v>
                </c:pt>
                <c:pt idx="33497">
                  <c:v>1</c:v>
                </c:pt>
                <c:pt idx="33498">
                  <c:v>1</c:v>
                </c:pt>
                <c:pt idx="33499">
                  <c:v>4</c:v>
                </c:pt>
                <c:pt idx="33500">
                  <c:v>1</c:v>
                </c:pt>
                <c:pt idx="33501">
                  <c:v>1</c:v>
                </c:pt>
                <c:pt idx="33502">
                  <c:v>2</c:v>
                </c:pt>
                <c:pt idx="33503">
                  <c:v>2</c:v>
                </c:pt>
                <c:pt idx="33504">
                  <c:v>2</c:v>
                </c:pt>
                <c:pt idx="33505">
                  <c:v>3</c:v>
                </c:pt>
                <c:pt idx="33506">
                  <c:v>3</c:v>
                </c:pt>
                <c:pt idx="33507">
                  <c:v>1</c:v>
                </c:pt>
                <c:pt idx="33508">
                  <c:v>1</c:v>
                </c:pt>
                <c:pt idx="33509">
                  <c:v>1</c:v>
                </c:pt>
                <c:pt idx="33510">
                  <c:v>2</c:v>
                </c:pt>
                <c:pt idx="33511">
                  <c:v>2</c:v>
                </c:pt>
                <c:pt idx="33512">
                  <c:v>1</c:v>
                </c:pt>
                <c:pt idx="33513">
                  <c:v>2</c:v>
                </c:pt>
                <c:pt idx="33514">
                  <c:v>1</c:v>
                </c:pt>
                <c:pt idx="33515">
                  <c:v>1</c:v>
                </c:pt>
                <c:pt idx="33516">
                  <c:v>1</c:v>
                </c:pt>
                <c:pt idx="33517">
                  <c:v>4</c:v>
                </c:pt>
                <c:pt idx="33518">
                  <c:v>5</c:v>
                </c:pt>
                <c:pt idx="33519">
                  <c:v>-5</c:v>
                </c:pt>
                <c:pt idx="33520">
                  <c:v>5</c:v>
                </c:pt>
                <c:pt idx="33521">
                  <c:v>5</c:v>
                </c:pt>
                <c:pt idx="33522">
                  <c:v>4</c:v>
                </c:pt>
                <c:pt idx="33523">
                  <c:v>6</c:v>
                </c:pt>
                <c:pt idx="33524">
                  <c:v>2</c:v>
                </c:pt>
                <c:pt idx="33525">
                  <c:v>3</c:v>
                </c:pt>
                <c:pt idx="33526">
                  <c:v>4</c:v>
                </c:pt>
                <c:pt idx="33527">
                  <c:v>2</c:v>
                </c:pt>
                <c:pt idx="33528">
                  <c:v>6</c:v>
                </c:pt>
                <c:pt idx="33529">
                  <c:v>5</c:v>
                </c:pt>
                <c:pt idx="33530">
                  <c:v>3</c:v>
                </c:pt>
                <c:pt idx="33531">
                  <c:v>6</c:v>
                </c:pt>
                <c:pt idx="33532">
                  <c:v>3</c:v>
                </c:pt>
                <c:pt idx="33533">
                  <c:v>4</c:v>
                </c:pt>
                <c:pt idx="33534">
                  <c:v>5</c:v>
                </c:pt>
                <c:pt idx="33535">
                  <c:v>4</c:v>
                </c:pt>
                <c:pt idx="33536">
                  <c:v>6</c:v>
                </c:pt>
                <c:pt idx="33537">
                  <c:v>3</c:v>
                </c:pt>
                <c:pt idx="33538">
                  <c:v>3</c:v>
                </c:pt>
                <c:pt idx="33539">
                  <c:v>3</c:v>
                </c:pt>
                <c:pt idx="33540">
                  <c:v>4</c:v>
                </c:pt>
                <c:pt idx="33541">
                  <c:v>3</c:v>
                </c:pt>
                <c:pt idx="33542">
                  <c:v>3</c:v>
                </c:pt>
                <c:pt idx="33543">
                  <c:v>3</c:v>
                </c:pt>
                <c:pt idx="33544">
                  <c:v>3</c:v>
                </c:pt>
                <c:pt idx="33545">
                  <c:v>3</c:v>
                </c:pt>
                <c:pt idx="33546">
                  <c:v>4</c:v>
                </c:pt>
                <c:pt idx="33547">
                  <c:v>4</c:v>
                </c:pt>
                <c:pt idx="33548">
                  <c:v>5</c:v>
                </c:pt>
                <c:pt idx="33549">
                  <c:v>1</c:v>
                </c:pt>
                <c:pt idx="33550">
                  <c:v>1</c:v>
                </c:pt>
                <c:pt idx="33551">
                  <c:v>1</c:v>
                </c:pt>
                <c:pt idx="33552">
                  <c:v>3</c:v>
                </c:pt>
                <c:pt idx="33553">
                  <c:v>4</c:v>
                </c:pt>
                <c:pt idx="33554">
                  <c:v>2</c:v>
                </c:pt>
                <c:pt idx="33555">
                  <c:v>3</c:v>
                </c:pt>
                <c:pt idx="33556">
                  <c:v>1</c:v>
                </c:pt>
                <c:pt idx="33557">
                  <c:v>2</c:v>
                </c:pt>
                <c:pt idx="33558">
                  <c:v>2</c:v>
                </c:pt>
                <c:pt idx="33559">
                  <c:v>2</c:v>
                </c:pt>
                <c:pt idx="33560">
                  <c:v>4</c:v>
                </c:pt>
                <c:pt idx="33561">
                  <c:v>3</c:v>
                </c:pt>
                <c:pt idx="33562">
                  <c:v>2</c:v>
                </c:pt>
                <c:pt idx="33563">
                  <c:v>3</c:v>
                </c:pt>
                <c:pt idx="33564">
                  <c:v>2</c:v>
                </c:pt>
                <c:pt idx="33565">
                  <c:v>2</c:v>
                </c:pt>
                <c:pt idx="33566">
                  <c:v>2</c:v>
                </c:pt>
                <c:pt idx="33567">
                  <c:v>2</c:v>
                </c:pt>
                <c:pt idx="33568">
                  <c:v>3</c:v>
                </c:pt>
                <c:pt idx="33569">
                  <c:v>3</c:v>
                </c:pt>
                <c:pt idx="33570">
                  <c:v>2</c:v>
                </c:pt>
                <c:pt idx="33571">
                  <c:v>2</c:v>
                </c:pt>
                <c:pt idx="33572">
                  <c:v>2</c:v>
                </c:pt>
                <c:pt idx="33573">
                  <c:v>2</c:v>
                </c:pt>
                <c:pt idx="33574">
                  <c:v>3</c:v>
                </c:pt>
                <c:pt idx="33575">
                  <c:v>4</c:v>
                </c:pt>
                <c:pt idx="33576">
                  <c:v>4</c:v>
                </c:pt>
                <c:pt idx="33577">
                  <c:v>4</c:v>
                </c:pt>
                <c:pt idx="33578">
                  <c:v>4</c:v>
                </c:pt>
                <c:pt idx="33579">
                  <c:v>5</c:v>
                </c:pt>
                <c:pt idx="33580">
                  <c:v>3</c:v>
                </c:pt>
                <c:pt idx="33581">
                  <c:v>4</c:v>
                </c:pt>
                <c:pt idx="33582">
                  <c:v>4</c:v>
                </c:pt>
                <c:pt idx="33583">
                  <c:v>4</c:v>
                </c:pt>
                <c:pt idx="33584">
                  <c:v>3</c:v>
                </c:pt>
                <c:pt idx="33585">
                  <c:v>3</c:v>
                </c:pt>
                <c:pt idx="33586">
                  <c:v>5</c:v>
                </c:pt>
                <c:pt idx="33587">
                  <c:v>4</c:v>
                </c:pt>
                <c:pt idx="33588">
                  <c:v>4</c:v>
                </c:pt>
                <c:pt idx="33589">
                  <c:v>4</c:v>
                </c:pt>
                <c:pt idx="33590">
                  <c:v>2</c:v>
                </c:pt>
                <c:pt idx="33591">
                  <c:v>2</c:v>
                </c:pt>
                <c:pt idx="33592">
                  <c:v>2</c:v>
                </c:pt>
                <c:pt idx="33593">
                  <c:v>1</c:v>
                </c:pt>
                <c:pt idx="33594">
                  <c:v>4</c:v>
                </c:pt>
                <c:pt idx="33595">
                  <c:v>3</c:v>
                </c:pt>
                <c:pt idx="33596">
                  <c:v>3</c:v>
                </c:pt>
                <c:pt idx="33597">
                  <c:v>2</c:v>
                </c:pt>
                <c:pt idx="33598">
                  <c:v>2</c:v>
                </c:pt>
                <c:pt idx="33599">
                  <c:v>2</c:v>
                </c:pt>
                <c:pt idx="33600">
                  <c:v>1</c:v>
                </c:pt>
                <c:pt idx="33601">
                  <c:v>1</c:v>
                </c:pt>
                <c:pt idx="33602">
                  <c:v>1</c:v>
                </c:pt>
                <c:pt idx="33603">
                  <c:v>2</c:v>
                </c:pt>
                <c:pt idx="33604">
                  <c:v>1</c:v>
                </c:pt>
                <c:pt idx="33605">
                  <c:v>1</c:v>
                </c:pt>
                <c:pt idx="33606">
                  <c:v>1</c:v>
                </c:pt>
                <c:pt idx="33607">
                  <c:v>2</c:v>
                </c:pt>
                <c:pt idx="33608">
                  <c:v>1</c:v>
                </c:pt>
                <c:pt idx="33609">
                  <c:v>2</c:v>
                </c:pt>
                <c:pt idx="33610">
                  <c:v>2</c:v>
                </c:pt>
                <c:pt idx="33611">
                  <c:v>4</c:v>
                </c:pt>
                <c:pt idx="33612">
                  <c:v>4</c:v>
                </c:pt>
                <c:pt idx="33613">
                  <c:v>4</c:v>
                </c:pt>
                <c:pt idx="33614">
                  <c:v>4</c:v>
                </c:pt>
                <c:pt idx="33615">
                  <c:v>4</c:v>
                </c:pt>
                <c:pt idx="33616">
                  <c:v>1</c:v>
                </c:pt>
                <c:pt idx="33617">
                  <c:v>2</c:v>
                </c:pt>
                <c:pt idx="33618">
                  <c:v>4</c:v>
                </c:pt>
                <c:pt idx="33619">
                  <c:v>2</c:v>
                </c:pt>
                <c:pt idx="33620">
                  <c:v>2</c:v>
                </c:pt>
                <c:pt idx="33621">
                  <c:v>6</c:v>
                </c:pt>
                <c:pt idx="33622">
                  <c:v>3</c:v>
                </c:pt>
                <c:pt idx="33623">
                  <c:v>4</c:v>
                </c:pt>
                <c:pt idx="33624">
                  <c:v>1</c:v>
                </c:pt>
                <c:pt idx="33625">
                  <c:v>1</c:v>
                </c:pt>
                <c:pt idx="33626">
                  <c:v>4</c:v>
                </c:pt>
                <c:pt idx="33627">
                  <c:v>1</c:v>
                </c:pt>
                <c:pt idx="33628">
                  <c:v>1</c:v>
                </c:pt>
                <c:pt idx="33629">
                  <c:v>1</c:v>
                </c:pt>
                <c:pt idx="33630">
                  <c:v>2</c:v>
                </c:pt>
                <c:pt idx="33631">
                  <c:v>2</c:v>
                </c:pt>
                <c:pt idx="33632">
                  <c:v>2</c:v>
                </c:pt>
                <c:pt idx="33633">
                  <c:v>2</c:v>
                </c:pt>
                <c:pt idx="33634">
                  <c:v>3</c:v>
                </c:pt>
                <c:pt idx="33635">
                  <c:v>4</c:v>
                </c:pt>
                <c:pt idx="33636">
                  <c:v>2</c:v>
                </c:pt>
                <c:pt idx="33637">
                  <c:v>2</c:v>
                </c:pt>
                <c:pt idx="33638">
                  <c:v>1</c:v>
                </c:pt>
                <c:pt idx="33639">
                  <c:v>3</c:v>
                </c:pt>
                <c:pt idx="33640">
                  <c:v>-1</c:v>
                </c:pt>
                <c:pt idx="33641">
                  <c:v>2</c:v>
                </c:pt>
                <c:pt idx="33642">
                  <c:v>1</c:v>
                </c:pt>
                <c:pt idx="33643">
                  <c:v>2</c:v>
                </c:pt>
                <c:pt idx="33644">
                  <c:v>2</c:v>
                </c:pt>
                <c:pt idx="33645">
                  <c:v>2</c:v>
                </c:pt>
                <c:pt idx="33646">
                  <c:v>2</c:v>
                </c:pt>
                <c:pt idx="33647">
                  <c:v>1</c:v>
                </c:pt>
                <c:pt idx="33648">
                  <c:v>1</c:v>
                </c:pt>
                <c:pt idx="33649">
                  <c:v>3</c:v>
                </c:pt>
                <c:pt idx="33650">
                  <c:v>4</c:v>
                </c:pt>
                <c:pt idx="33651">
                  <c:v>4</c:v>
                </c:pt>
                <c:pt idx="33652">
                  <c:v>1</c:v>
                </c:pt>
                <c:pt idx="33653">
                  <c:v>6</c:v>
                </c:pt>
                <c:pt idx="33654">
                  <c:v>6</c:v>
                </c:pt>
                <c:pt idx="33655">
                  <c:v>2</c:v>
                </c:pt>
                <c:pt idx="33656">
                  <c:v>2</c:v>
                </c:pt>
                <c:pt idx="33657">
                  <c:v>1</c:v>
                </c:pt>
                <c:pt idx="33658">
                  <c:v>2</c:v>
                </c:pt>
                <c:pt idx="33659">
                  <c:v>3</c:v>
                </c:pt>
                <c:pt idx="33660">
                  <c:v>2</c:v>
                </c:pt>
                <c:pt idx="33661">
                  <c:v>2</c:v>
                </c:pt>
                <c:pt idx="33662">
                  <c:v>2</c:v>
                </c:pt>
                <c:pt idx="33663">
                  <c:v>2</c:v>
                </c:pt>
                <c:pt idx="33664">
                  <c:v>1</c:v>
                </c:pt>
                <c:pt idx="33665">
                  <c:v>2</c:v>
                </c:pt>
                <c:pt idx="33666">
                  <c:v>2</c:v>
                </c:pt>
                <c:pt idx="33667">
                  <c:v>2</c:v>
                </c:pt>
                <c:pt idx="33668">
                  <c:v>3</c:v>
                </c:pt>
                <c:pt idx="33669">
                  <c:v>2</c:v>
                </c:pt>
                <c:pt idx="33670">
                  <c:v>1</c:v>
                </c:pt>
                <c:pt idx="33671">
                  <c:v>2</c:v>
                </c:pt>
                <c:pt idx="33672">
                  <c:v>2</c:v>
                </c:pt>
                <c:pt idx="33673">
                  <c:v>1</c:v>
                </c:pt>
                <c:pt idx="33674">
                  <c:v>2</c:v>
                </c:pt>
                <c:pt idx="33675">
                  <c:v>2</c:v>
                </c:pt>
                <c:pt idx="33676">
                  <c:v>1</c:v>
                </c:pt>
                <c:pt idx="33677">
                  <c:v>1</c:v>
                </c:pt>
                <c:pt idx="33678">
                  <c:v>2</c:v>
                </c:pt>
                <c:pt idx="33679">
                  <c:v>2</c:v>
                </c:pt>
                <c:pt idx="33680">
                  <c:v>2</c:v>
                </c:pt>
                <c:pt idx="33681">
                  <c:v>2</c:v>
                </c:pt>
                <c:pt idx="33682">
                  <c:v>2</c:v>
                </c:pt>
                <c:pt idx="33683">
                  <c:v>1</c:v>
                </c:pt>
                <c:pt idx="33684">
                  <c:v>2</c:v>
                </c:pt>
                <c:pt idx="33685">
                  <c:v>2</c:v>
                </c:pt>
                <c:pt idx="33686">
                  <c:v>2</c:v>
                </c:pt>
                <c:pt idx="33687">
                  <c:v>3</c:v>
                </c:pt>
                <c:pt idx="33688">
                  <c:v>2</c:v>
                </c:pt>
                <c:pt idx="33689">
                  <c:v>3</c:v>
                </c:pt>
                <c:pt idx="33690">
                  <c:v>3</c:v>
                </c:pt>
                <c:pt idx="33691">
                  <c:v>3</c:v>
                </c:pt>
                <c:pt idx="33692">
                  <c:v>1</c:v>
                </c:pt>
                <c:pt idx="33693">
                  <c:v>3</c:v>
                </c:pt>
                <c:pt idx="33694">
                  <c:v>6</c:v>
                </c:pt>
                <c:pt idx="33695">
                  <c:v>3</c:v>
                </c:pt>
                <c:pt idx="33696">
                  <c:v>4</c:v>
                </c:pt>
                <c:pt idx="33697">
                  <c:v>1</c:v>
                </c:pt>
                <c:pt idx="33698">
                  <c:v>3</c:v>
                </c:pt>
                <c:pt idx="33699">
                  <c:v>2</c:v>
                </c:pt>
                <c:pt idx="33700">
                  <c:v>5</c:v>
                </c:pt>
                <c:pt idx="33701">
                  <c:v>4</c:v>
                </c:pt>
                <c:pt idx="33702">
                  <c:v>4</c:v>
                </c:pt>
                <c:pt idx="33703">
                  <c:v>3</c:v>
                </c:pt>
                <c:pt idx="33704">
                  <c:v>3</c:v>
                </c:pt>
                <c:pt idx="33705">
                  <c:v>4</c:v>
                </c:pt>
                <c:pt idx="33706">
                  <c:v>2</c:v>
                </c:pt>
                <c:pt idx="33707">
                  <c:v>1</c:v>
                </c:pt>
                <c:pt idx="33708">
                  <c:v>4</c:v>
                </c:pt>
                <c:pt idx="33709">
                  <c:v>1</c:v>
                </c:pt>
                <c:pt idx="33710">
                  <c:v>1</c:v>
                </c:pt>
                <c:pt idx="33711">
                  <c:v>2</c:v>
                </c:pt>
                <c:pt idx="33712">
                  <c:v>1</c:v>
                </c:pt>
                <c:pt idx="33713">
                  <c:v>1</c:v>
                </c:pt>
                <c:pt idx="33714">
                  <c:v>1</c:v>
                </c:pt>
                <c:pt idx="33715">
                  <c:v>1</c:v>
                </c:pt>
                <c:pt idx="33716">
                  <c:v>1</c:v>
                </c:pt>
                <c:pt idx="33717">
                  <c:v>2</c:v>
                </c:pt>
                <c:pt idx="33718">
                  <c:v>3</c:v>
                </c:pt>
                <c:pt idx="33719">
                  <c:v>2</c:v>
                </c:pt>
                <c:pt idx="33720">
                  <c:v>1</c:v>
                </c:pt>
                <c:pt idx="33721">
                  <c:v>2</c:v>
                </c:pt>
                <c:pt idx="33722">
                  <c:v>2</c:v>
                </c:pt>
                <c:pt idx="33723">
                  <c:v>2</c:v>
                </c:pt>
                <c:pt idx="33724">
                  <c:v>3</c:v>
                </c:pt>
                <c:pt idx="33725">
                  <c:v>1</c:v>
                </c:pt>
                <c:pt idx="33726">
                  <c:v>2</c:v>
                </c:pt>
                <c:pt idx="33727">
                  <c:v>2</c:v>
                </c:pt>
                <c:pt idx="33728">
                  <c:v>1</c:v>
                </c:pt>
                <c:pt idx="33729">
                  <c:v>1</c:v>
                </c:pt>
                <c:pt idx="33730">
                  <c:v>3</c:v>
                </c:pt>
                <c:pt idx="33731">
                  <c:v>2</c:v>
                </c:pt>
                <c:pt idx="33732">
                  <c:v>2</c:v>
                </c:pt>
                <c:pt idx="33733">
                  <c:v>2</c:v>
                </c:pt>
                <c:pt idx="33734">
                  <c:v>2</c:v>
                </c:pt>
                <c:pt idx="33735">
                  <c:v>2</c:v>
                </c:pt>
                <c:pt idx="33736">
                  <c:v>4</c:v>
                </c:pt>
                <c:pt idx="33737">
                  <c:v>2</c:v>
                </c:pt>
                <c:pt idx="33738">
                  <c:v>1</c:v>
                </c:pt>
                <c:pt idx="33739">
                  <c:v>1</c:v>
                </c:pt>
                <c:pt idx="33740">
                  <c:v>1</c:v>
                </c:pt>
                <c:pt idx="33741">
                  <c:v>3</c:v>
                </c:pt>
                <c:pt idx="33742">
                  <c:v>6</c:v>
                </c:pt>
                <c:pt idx="33743">
                  <c:v>2</c:v>
                </c:pt>
                <c:pt idx="33744">
                  <c:v>2</c:v>
                </c:pt>
                <c:pt idx="33745">
                  <c:v>5</c:v>
                </c:pt>
                <c:pt idx="33746">
                  <c:v>2</c:v>
                </c:pt>
                <c:pt idx="33747">
                  <c:v>5</c:v>
                </c:pt>
                <c:pt idx="33748">
                  <c:v>6</c:v>
                </c:pt>
                <c:pt idx="33749">
                  <c:v>2</c:v>
                </c:pt>
                <c:pt idx="33750">
                  <c:v>1</c:v>
                </c:pt>
                <c:pt idx="33751">
                  <c:v>2</c:v>
                </c:pt>
                <c:pt idx="33752">
                  <c:v>1</c:v>
                </c:pt>
                <c:pt idx="33753">
                  <c:v>1</c:v>
                </c:pt>
                <c:pt idx="33754">
                  <c:v>4</c:v>
                </c:pt>
                <c:pt idx="33755">
                  <c:v>6</c:v>
                </c:pt>
                <c:pt idx="33756">
                  <c:v>4</c:v>
                </c:pt>
                <c:pt idx="33757">
                  <c:v>3</c:v>
                </c:pt>
                <c:pt idx="33758">
                  <c:v>3</c:v>
                </c:pt>
                <c:pt idx="33759">
                  <c:v>5</c:v>
                </c:pt>
                <c:pt idx="33760">
                  <c:v>11</c:v>
                </c:pt>
                <c:pt idx="33761">
                  <c:v>4</c:v>
                </c:pt>
                <c:pt idx="33762">
                  <c:v>1</c:v>
                </c:pt>
                <c:pt idx="33763">
                  <c:v>3</c:v>
                </c:pt>
                <c:pt idx="33764">
                  <c:v>1</c:v>
                </c:pt>
                <c:pt idx="33765">
                  <c:v>2</c:v>
                </c:pt>
                <c:pt idx="33766">
                  <c:v>1</c:v>
                </c:pt>
                <c:pt idx="33767">
                  <c:v>2</c:v>
                </c:pt>
                <c:pt idx="33768">
                  <c:v>1</c:v>
                </c:pt>
                <c:pt idx="33769">
                  <c:v>3</c:v>
                </c:pt>
                <c:pt idx="33770">
                  <c:v>2</c:v>
                </c:pt>
                <c:pt idx="33771">
                  <c:v>2</c:v>
                </c:pt>
                <c:pt idx="33772">
                  <c:v>2</c:v>
                </c:pt>
                <c:pt idx="33773">
                  <c:v>1</c:v>
                </c:pt>
                <c:pt idx="33774">
                  <c:v>3</c:v>
                </c:pt>
                <c:pt idx="33775">
                  <c:v>1</c:v>
                </c:pt>
                <c:pt idx="33776">
                  <c:v>2</c:v>
                </c:pt>
                <c:pt idx="33777">
                  <c:v>1</c:v>
                </c:pt>
                <c:pt idx="33778">
                  <c:v>1</c:v>
                </c:pt>
                <c:pt idx="33779">
                  <c:v>2</c:v>
                </c:pt>
                <c:pt idx="33780">
                  <c:v>2</c:v>
                </c:pt>
                <c:pt idx="33781">
                  <c:v>1</c:v>
                </c:pt>
                <c:pt idx="33782">
                  <c:v>4</c:v>
                </c:pt>
                <c:pt idx="33783">
                  <c:v>3</c:v>
                </c:pt>
                <c:pt idx="33784">
                  <c:v>2</c:v>
                </c:pt>
                <c:pt idx="33785">
                  <c:v>2</c:v>
                </c:pt>
                <c:pt idx="33786">
                  <c:v>4</c:v>
                </c:pt>
                <c:pt idx="33787">
                  <c:v>2</c:v>
                </c:pt>
                <c:pt idx="33788">
                  <c:v>1</c:v>
                </c:pt>
                <c:pt idx="33789">
                  <c:v>3</c:v>
                </c:pt>
                <c:pt idx="33790">
                  <c:v>1</c:v>
                </c:pt>
                <c:pt idx="33791">
                  <c:v>1</c:v>
                </c:pt>
                <c:pt idx="33792">
                  <c:v>1</c:v>
                </c:pt>
                <c:pt idx="33793">
                  <c:v>1</c:v>
                </c:pt>
                <c:pt idx="33794">
                  <c:v>1</c:v>
                </c:pt>
                <c:pt idx="33795">
                  <c:v>1</c:v>
                </c:pt>
                <c:pt idx="33796">
                  <c:v>2</c:v>
                </c:pt>
                <c:pt idx="33797">
                  <c:v>4</c:v>
                </c:pt>
                <c:pt idx="33798">
                  <c:v>3</c:v>
                </c:pt>
                <c:pt idx="33799">
                  <c:v>5</c:v>
                </c:pt>
                <c:pt idx="33800">
                  <c:v>4</c:v>
                </c:pt>
                <c:pt idx="33801">
                  <c:v>4</c:v>
                </c:pt>
                <c:pt idx="33802">
                  <c:v>7</c:v>
                </c:pt>
                <c:pt idx="33803">
                  <c:v>5</c:v>
                </c:pt>
                <c:pt idx="33804">
                  <c:v>4</c:v>
                </c:pt>
                <c:pt idx="33805">
                  <c:v>5</c:v>
                </c:pt>
                <c:pt idx="33806">
                  <c:v>4</c:v>
                </c:pt>
                <c:pt idx="33807">
                  <c:v>4</c:v>
                </c:pt>
                <c:pt idx="33808">
                  <c:v>2</c:v>
                </c:pt>
                <c:pt idx="33809">
                  <c:v>1</c:v>
                </c:pt>
                <c:pt idx="33810">
                  <c:v>3</c:v>
                </c:pt>
                <c:pt idx="33811">
                  <c:v>6</c:v>
                </c:pt>
                <c:pt idx="33812">
                  <c:v>1</c:v>
                </c:pt>
                <c:pt idx="33813">
                  <c:v>2</c:v>
                </c:pt>
                <c:pt idx="33814">
                  <c:v>1</c:v>
                </c:pt>
                <c:pt idx="33815">
                  <c:v>2</c:v>
                </c:pt>
                <c:pt idx="33816">
                  <c:v>4</c:v>
                </c:pt>
                <c:pt idx="33817">
                  <c:v>4</c:v>
                </c:pt>
                <c:pt idx="33818">
                  <c:v>3</c:v>
                </c:pt>
                <c:pt idx="33819">
                  <c:v>1</c:v>
                </c:pt>
                <c:pt idx="33820">
                  <c:v>3</c:v>
                </c:pt>
                <c:pt idx="33821">
                  <c:v>1</c:v>
                </c:pt>
                <c:pt idx="33822">
                  <c:v>1</c:v>
                </c:pt>
                <c:pt idx="33823">
                  <c:v>3</c:v>
                </c:pt>
                <c:pt idx="33824">
                  <c:v>1</c:v>
                </c:pt>
                <c:pt idx="33825">
                  <c:v>1</c:v>
                </c:pt>
                <c:pt idx="33826">
                  <c:v>1</c:v>
                </c:pt>
                <c:pt idx="33827">
                  <c:v>2</c:v>
                </c:pt>
                <c:pt idx="33828">
                  <c:v>1</c:v>
                </c:pt>
                <c:pt idx="33829">
                  <c:v>3</c:v>
                </c:pt>
                <c:pt idx="33830">
                  <c:v>2</c:v>
                </c:pt>
                <c:pt idx="33831">
                  <c:v>2</c:v>
                </c:pt>
                <c:pt idx="33832">
                  <c:v>2</c:v>
                </c:pt>
                <c:pt idx="33833">
                  <c:v>2</c:v>
                </c:pt>
                <c:pt idx="33834">
                  <c:v>2</c:v>
                </c:pt>
                <c:pt idx="33835">
                  <c:v>2</c:v>
                </c:pt>
                <c:pt idx="33836">
                  <c:v>2</c:v>
                </c:pt>
                <c:pt idx="33837">
                  <c:v>2</c:v>
                </c:pt>
                <c:pt idx="33838">
                  <c:v>2</c:v>
                </c:pt>
                <c:pt idx="33839">
                  <c:v>2</c:v>
                </c:pt>
                <c:pt idx="33840">
                  <c:v>3</c:v>
                </c:pt>
                <c:pt idx="33841">
                  <c:v>3</c:v>
                </c:pt>
                <c:pt idx="33842">
                  <c:v>5</c:v>
                </c:pt>
                <c:pt idx="33843">
                  <c:v>4</c:v>
                </c:pt>
                <c:pt idx="33844">
                  <c:v>4</c:v>
                </c:pt>
                <c:pt idx="33845">
                  <c:v>5</c:v>
                </c:pt>
                <c:pt idx="33846">
                  <c:v>1</c:v>
                </c:pt>
                <c:pt idx="33847">
                  <c:v>2</c:v>
                </c:pt>
                <c:pt idx="33848">
                  <c:v>2</c:v>
                </c:pt>
                <c:pt idx="33849">
                  <c:v>4</c:v>
                </c:pt>
                <c:pt idx="33850">
                  <c:v>2</c:v>
                </c:pt>
                <c:pt idx="33851">
                  <c:v>2</c:v>
                </c:pt>
                <c:pt idx="33852">
                  <c:v>4</c:v>
                </c:pt>
                <c:pt idx="33853">
                  <c:v>2</c:v>
                </c:pt>
                <c:pt idx="33854">
                  <c:v>2</c:v>
                </c:pt>
                <c:pt idx="33855">
                  <c:v>2</c:v>
                </c:pt>
                <c:pt idx="33856">
                  <c:v>3</c:v>
                </c:pt>
                <c:pt idx="33857">
                  <c:v>2</c:v>
                </c:pt>
                <c:pt idx="33858">
                  <c:v>3</c:v>
                </c:pt>
                <c:pt idx="33859">
                  <c:v>3</c:v>
                </c:pt>
                <c:pt idx="33860">
                  <c:v>4</c:v>
                </c:pt>
                <c:pt idx="33861">
                  <c:v>4</c:v>
                </c:pt>
                <c:pt idx="33862">
                  <c:v>2</c:v>
                </c:pt>
                <c:pt idx="33863">
                  <c:v>1</c:v>
                </c:pt>
                <c:pt idx="33864">
                  <c:v>2</c:v>
                </c:pt>
                <c:pt idx="33865">
                  <c:v>1</c:v>
                </c:pt>
                <c:pt idx="33866">
                  <c:v>4</c:v>
                </c:pt>
                <c:pt idx="33867">
                  <c:v>3</c:v>
                </c:pt>
                <c:pt idx="33868">
                  <c:v>2</c:v>
                </c:pt>
                <c:pt idx="33869">
                  <c:v>1</c:v>
                </c:pt>
                <c:pt idx="33870">
                  <c:v>1</c:v>
                </c:pt>
                <c:pt idx="33871">
                  <c:v>2</c:v>
                </c:pt>
                <c:pt idx="33872">
                  <c:v>3</c:v>
                </c:pt>
                <c:pt idx="33873">
                  <c:v>2</c:v>
                </c:pt>
                <c:pt idx="33874">
                  <c:v>1</c:v>
                </c:pt>
                <c:pt idx="33875">
                  <c:v>2</c:v>
                </c:pt>
                <c:pt idx="33876">
                  <c:v>1</c:v>
                </c:pt>
                <c:pt idx="33877">
                  <c:v>2</c:v>
                </c:pt>
                <c:pt idx="33878">
                  <c:v>3</c:v>
                </c:pt>
                <c:pt idx="33879">
                  <c:v>1</c:v>
                </c:pt>
                <c:pt idx="33880">
                  <c:v>1</c:v>
                </c:pt>
                <c:pt idx="33881">
                  <c:v>1</c:v>
                </c:pt>
                <c:pt idx="33882">
                  <c:v>2</c:v>
                </c:pt>
                <c:pt idx="33883">
                  <c:v>2</c:v>
                </c:pt>
                <c:pt idx="33884">
                  <c:v>2</c:v>
                </c:pt>
                <c:pt idx="33885">
                  <c:v>1</c:v>
                </c:pt>
                <c:pt idx="33886">
                  <c:v>3</c:v>
                </c:pt>
                <c:pt idx="33887">
                  <c:v>2</c:v>
                </c:pt>
                <c:pt idx="33888">
                  <c:v>2</c:v>
                </c:pt>
                <c:pt idx="33889">
                  <c:v>1</c:v>
                </c:pt>
                <c:pt idx="33890">
                  <c:v>2</c:v>
                </c:pt>
                <c:pt idx="33891">
                  <c:v>2</c:v>
                </c:pt>
                <c:pt idx="33892">
                  <c:v>2</c:v>
                </c:pt>
                <c:pt idx="33893">
                  <c:v>1</c:v>
                </c:pt>
                <c:pt idx="33894">
                  <c:v>1</c:v>
                </c:pt>
                <c:pt idx="33895">
                  <c:v>1</c:v>
                </c:pt>
                <c:pt idx="33896">
                  <c:v>1</c:v>
                </c:pt>
                <c:pt idx="33897">
                  <c:v>4</c:v>
                </c:pt>
                <c:pt idx="33898">
                  <c:v>4</c:v>
                </c:pt>
                <c:pt idx="33899">
                  <c:v>4</c:v>
                </c:pt>
                <c:pt idx="33900">
                  <c:v>3</c:v>
                </c:pt>
                <c:pt idx="33901">
                  <c:v>2</c:v>
                </c:pt>
                <c:pt idx="33902">
                  <c:v>2</c:v>
                </c:pt>
                <c:pt idx="33903">
                  <c:v>3</c:v>
                </c:pt>
                <c:pt idx="33904">
                  <c:v>5</c:v>
                </c:pt>
                <c:pt idx="33905">
                  <c:v>3</c:v>
                </c:pt>
                <c:pt idx="33906">
                  <c:v>3</c:v>
                </c:pt>
                <c:pt idx="33907">
                  <c:v>1</c:v>
                </c:pt>
                <c:pt idx="33908">
                  <c:v>6</c:v>
                </c:pt>
                <c:pt idx="33909">
                  <c:v>2</c:v>
                </c:pt>
                <c:pt idx="33910">
                  <c:v>1</c:v>
                </c:pt>
                <c:pt idx="33911">
                  <c:v>4</c:v>
                </c:pt>
                <c:pt idx="33912">
                  <c:v>8</c:v>
                </c:pt>
                <c:pt idx="33913">
                  <c:v>7</c:v>
                </c:pt>
                <c:pt idx="33914">
                  <c:v>7</c:v>
                </c:pt>
                <c:pt idx="33915">
                  <c:v>2</c:v>
                </c:pt>
                <c:pt idx="33916">
                  <c:v>-1</c:v>
                </c:pt>
                <c:pt idx="33917">
                  <c:v>4</c:v>
                </c:pt>
                <c:pt idx="33918">
                  <c:v>3</c:v>
                </c:pt>
                <c:pt idx="33919">
                  <c:v>3</c:v>
                </c:pt>
                <c:pt idx="33920">
                  <c:v>1</c:v>
                </c:pt>
                <c:pt idx="33921">
                  <c:v>1</c:v>
                </c:pt>
                <c:pt idx="33922">
                  <c:v>1</c:v>
                </c:pt>
                <c:pt idx="33923">
                  <c:v>4</c:v>
                </c:pt>
                <c:pt idx="33924">
                  <c:v>1</c:v>
                </c:pt>
                <c:pt idx="33925">
                  <c:v>2</c:v>
                </c:pt>
                <c:pt idx="33926">
                  <c:v>1</c:v>
                </c:pt>
                <c:pt idx="33927">
                  <c:v>3</c:v>
                </c:pt>
                <c:pt idx="33928">
                  <c:v>1</c:v>
                </c:pt>
                <c:pt idx="33929">
                  <c:v>1</c:v>
                </c:pt>
                <c:pt idx="33930">
                  <c:v>1</c:v>
                </c:pt>
                <c:pt idx="33931">
                  <c:v>2</c:v>
                </c:pt>
                <c:pt idx="33932">
                  <c:v>1</c:v>
                </c:pt>
                <c:pt idx="33933">
                  <c:v>1</c:v>
                </c:pt>
                <c:pt idx="33934">
                  <c:v>1</c:v>
                </c:pt>
                <c:pt idx="33935">
                  <c:v>2</c:v>
                </c:pt>
                <c:pt idx="33936">
                  <c:v>2</c:v>
                </c:pt>
                <c:pt idx="33937">
                  <c:v>7</c:v>
                </c:pt>
                <c:pt idx="33938">
                  <c:v>2</c:v>
                </c:pt>
                <c:pt idx="33939">
                  <c:v>1</c:v>
                </c:pt>
                <c:pt idx="33940">
                  <c:v>2</c:v>
                </c:pt>
                <c:pt idx="33941">
                  <c:v>2</c:v>
                </c:pt>
                <c:pt idx="33942">
                  <c:v>4</c:v>
                </c:pt>
                <c:pt idx="33943">
                  <c:v>3</c:v>
                </c:pt>
                <c:pt idx="33944">
                  <c:v>2</c:v>
                </c:pt>
                <c:pt idx="33945">
                  <c:v>2</c:v>
                </c:pt>
                <c:pt idx="33946">
                  <c:v>1</c:v>
                </c:pt>
                <c:pt idx="33947">
                  <c:v>1</c:v>
                </c:pt>
                <c:pt idx="33948">
                  <c:v>2</c:v>
                </c:pt>
                <c:pt idx="33949">
                  <c:v>1</c:v>
                </c:pt>
                <c:pt idx="33950">
                  <c:v>2</c:v>
                </c:pt>
                <c:pt idx="33951">
                  <c:v>2</c:v>
                </c:pt>
                <c:pt idx="33952">
                  <c:v>2</c:v>
                </c:pt>
                <c:pt idx="33953">
                  <c:v>3</c:v>
                </c:pt>
                <c:pt idx="33954">
                  <c:v>3</c:v>
                </c:pt>
                <c:pt idx="33955">
                  <c:v>1</c:v>
                </c:pt>
                <c:pt idx="33956">
                  <c:v>4</c:v>
                </c:pt>
                <c:pt idx="33957">
                  <c:v>3</c:v>
                </c:pt>
                <c:pt idx="33958">
                  <c:v>2</c:v>
                </c:pt>
                <c:pt idx="33959">
                  <c:v>2</c:v>
                </c:pt>
                <c:pt idx="33960">
                  <c:v>3</c:v>
                </c:pt>
                <c:pt idx="33961">
                  <c:v>3</c:v>
                </c:pt>
                <c:pt idx="33962">
                  <c:v>3</c:v>
                </c:pt>
                <c:pt idx="33963">
                  <c:v>3</c:v>
                </c:pt>
                <c:pt idx="33964">
                  <c:v>2</c:v>
                </c:pt>
                <c:pt idx="33965">
                  <c:v>1</c:v>
                </c:pt>
                <c:pt idx="33966">
                  <c:v>3</c:v>
                </c:pt>
                <c:pt idx="33967">
                  <c:v>4</c:v>
                </c:pt>
                <c:pt idx="33968">
                  <c:v>2</c:v>
                </c:pt>
                <c:pt idx="33969">
                  <c:v>3</c:v>
                </c:pt>
                <c:pt idx="33970">
                  <c:v>3</c:v>
                </c:pt>
                <c:pt idx="33971">
                  <c:v>1</c:v>
                </c:pt>
                <c:pt idx="33972">
                  <c:v>2</c:v>
                </c:pt>
                <c:pt idx="33973">
                  <c:v>2</c:v>
                </c:pt>
                <c:pt idx="33974">
                  <c:v>3</c:v>
                </c:pt>
                <c:pt idx="33975">
                  <c:v>3</c:v>
                </c:pt>
                <c:pt idx="33976">
                  <c:v>3</c:v>
                </c:pt>
                <c:pt idx="33977">
                  <c:v>2</c:v>
                </c:pt>
                <c:pt idx="33978">
                  <c:v>2</c:v>
                </c:pt>
                <c:pt idx="33979">
                  <c:v>2</c:v>
                </c:pt>
                <c:pt idx="33980">
                  <c:v>3</c:v>
                </c:pt>
                <c:pt idx="33981">
                  <c:v>2</c:v>
                </c:pt>
                <c:pt idx="33982">
                  <c:v>2</c:v>
                </c:pt>
                <c:pt idx="33983">
                  <c:v>2</c:v>
                </c:pt>
                <c:pt idx="33984">
                  <c:v>3</c:v>
                </c:pt>
                <c:pt idx="33985">
                  <c:v>3</c:v>
                </c:pt>
                <c:pt idx="33986">
                  <c:v>2</c:v>
                </c:pt>
                <c:pt idx="33987">
                  <c:v>3</c:v>
                </c:pt>
                <c:pt idx="33988">
                  <c:v>2</c:v>
                </c:pt>
                <c:pt idx="33989">
                  <c:v>3</c:v>
                </c:pt>
                <c:pt idx="33990">
                  <c:v>2</c:v>
                </c:pt>
                <c:pt idx="33991">
                  <c:v>3</c:v>
                </c:pt>
                <c:pt idx="33992">
                  <c:v>3</c:v>
                </c:pt>
                <c:pt idx="33993">
                  <c:v>2</c:v>
                </c:pt>
                <c:pt idx="33994">
                  <c:v>3</c:v>
                </c:pt>
                <c:pt idx="33995">
                  <c:v>2</c:v>
                </c:pt>
                <c:pt idx="33996">
                  <c:v>2</c:v>
                </c:pt>
                <c:pt idx="33997">
                  <c:v>2</c:v>
                </c:pt>
                <c:pt idx="33998">
                  <c:v>2</c:v>
                </c:pt>
                <c:pt idx="33999">
                  <c:v>3</c:v>
                </c:pt>
                <c:pt idx="34000">
                  <c:v>3</c:v>
                </c:pt>
                <c:pt idx="34001">
                  <c:v>3</c:v>
                </c:pt>
                <c:pt idx="34002">
                  <c:v>2</c:v>
                </c:pt>
                <c:pt idx="34003">
                  <c:v>2</c:v>
                </c:pt>
                <c:pt idx="34004">
                  <c:v>2</c:v>
                </c:pt>
                <c:pt idx="34005">
                  <c:v>2</c:v>
                </c:pt>
                <c:pt idx="34006">
                  <c:v>2</c:v>
                </c:pt>
                <c:pt idx="34007">
                  <c:v>2</c:v>
                </c:pt>
                <c:pt idx="34008">
                  <c:v>3</c:v>
                </c:pt>
                <c:pt idx="34009">
                  <c:v>2</c:v>
                </c:pt>
                <c:pt idx="34010">
                  <c:v>1</c:v>
                </c:pt>
                <c:pt idx="34011">
                  <c:v>1</c:v>
                </c:pt>
                <c:pt idx="34012">
                  <c:v>2</c:v>
                </c:pt>
                <c:pt idx="34013">
                  <c:v>3</c:v>
                </c:pt>
                <c:pt idx="34014">
                  <c:v>2</c:v>
                </c:pt>
                <c:pt idx="34015">
                  <c:v>3</c:v>
                </c:pt>
                <c:pt idx="34016">
                  <c:v>3</c:v>
                </c:pt>
                <c:pt idx="34017">
                  <c:v>0</c:v>
                </c:pt>
                <c:pt idx="34018">
                  <c:v>1</c:v>
                </c:pt>
                <c:pt idx="34019">
                  <c:v>2</c:v>
                </c:pt>
                <c:pt idx="34020">
                  <c:v>1</c:v>
                </c:pt>
                <c:pt idx="34021">
                  <c:v>2</c:v>
                </c:pt>
                <c:pt idx="34022">
                  <c:v>1</c:v>
                </c:pt>
                <c:pt idx="34023">
                  <c:v>6</c:v>
                </c:pt>
                <c:pt idx="34024">
                  <c:v>5</c:v>
                </c:pt>
                <c:pt idx="34025">
                  <c:v>3</c:v>
                </c:pt>
                <c:pt idx="34026">
                  <c:v>2</c:v>
                </c:pt>
                <c:pt idx="34027">
                  <c:v>2</c:v>
                </c:pt>
                <c:pt idx="34028">
                  <c:v>2</c:v>
                </c:pt>
                <c:pt idx="34029">
                  <c:v>5</c:v>
                </c:pt>
                <c:pt idx="34030">
                  <c:v>3</c:v>
                </c:pt>
                <c:pt idx="34031">
                  <c:v>4</c:v>
                </c:pt>
                <c:pt idx="34032">
                  <c:v>1</c:v>
                </c:pt>
                <c:pt idx="34033">
                  <c:v>1</c:v>
                </c:pt>
                <c:pt idx="34034">
                  <c:v>3</c:v>
                </c:pt>
                <c:pt idx="34035">
                  <c:v>1</c:v>
                </c:pt>
                <c:pt idx="34036">
                  <c:v>3</c:v>
                </c:pt>
                <c:pt idx="34037">
                  <c:v>2</c:v>
                </c:pt>
                <c:pt idx="34038">
                  <c:v>2</c:v>
                </c:pt>
                <c:pt idx="34039">
                  <c:v>6</c:v>
                </c:pt>
                <c:pt idx="34040">
                  <c:v>3</c:v>
                </c:pt>
                <c:pt idx="34041">
                  <c:v>3</c:v>
                </c:pt>
                <c:pt idx="34042">
                  <c:v>5</c:v>
                </c:pt>
                <c:pt idx="34043">
                  <c:v>3</c:v>
                </c:pt>
                <c:pt idx="34044">
                  <c:v>2</c:v>
                </c:pt>
                <c:pt idx="34045">
                  <c:v>4</c:v>
                </c:pt>
                <c:pt idx="34046">
                  <c:v>3</c:v>
                </c:pt>
                <c:pt idx="34047">
                  <c:v>3</c:v>
                </c:pt>
                <c:pt idx="34048">
                  <c:v>3</c:v>
                </c:pt>
                <c:pt idx="34049">
                  <c:v>3</c:v>
                </c:pt>
                <c:pt idx="34050">
                  <c:v>1</c:v>
                </c:pt>
                <c:pt idx="34051">
                  <c:v>2</c:v>
                </c:pt>
                <c:pt idx="34052">
                  <c:v>2</c:v>
                </c:pt>
                <c:pt idx="34053">
                  <c:v>2</c:v>
                </c:pt>
                <c:pt idx="34054">
                  <c:v>2</c:v>
                </c:pt>
                <c:pt idx="34055">
                  <c:v>1</c:v>
                </c:pt>
                <c:pt idx="34056">
                  <c:v>2</c:v>
                </c:pt>
                <c:pt idx="34057">
                  <c:v>1</c:v>
                </c:pt>
                <c:pt idx="34058">
                  <c:v>2</c:v>
                </c:pt>
                <c:pt idx="34059">
                  <c:v>4</c:v>
                </c:pt>
                <c:pt idx="34060">
                  <c:v>1</c:v>
                </c:pt>
                <c:pt idx="34061">
                  <c:v>1</c:v>
                </c:pt>
                <c:pt idx="34062">
                  <c:v>1</c:v>
                </c:pt>
                <c:pt idx="34063">
                  <c:v>1</c:v>
                </c:pt>
                <c:pt idx="34064">
                  <c:v>3</c:v>
                </c:pt>
                <c:pt idx="34065">
                  <c:v>4</c:v>
                </c:pt>
                <c:pt idx="34066">
                  <c:v>3</c:v>
                </c:pt>
                <c:pt idx="34067">
                  <c:v>3</c:v>
                </c:pt>
                <c:pt idx="34068">
                  <c:v>2</c:v>
                </c:pt>
                <c:pt idx="34069">
                  <c:v>2</c:v>
                </c:pt>
                <c:pt idx="34070">
                  <c:v>2</c:v>
                </c:pt>
                <c:pt idx="34071">
                  <c:v>1</c:v>
                </c:pt>
                <c:pt idx="34072">
                  <c:v>2</c:v>
                </c:pt>
                <c:pt idx="34073">
                  <c:v>1</c:v>
                </c:pt>
                <c:pt idx="34074">
                  <c:v>4</c:v>
                </c:pt>
                <c:pt idx="34075">
                  <c:v>5</c:v>
                </c:pt>
                <c:pt idx="34076">
                  <c:v>2</c:v>
                </c:pt>
                <c:pt idx="34077">
                  <c:v>2</c:v>
                </c:pt>
                <c:pt idx="34078">
                  <c:v>6</c:v>
                </c:pt>
                <c:pt idx="34079">
                  <c:v>1</c:v>
                </c:pt>
                <c:pt idx="34080">
                  <c:v>2</c:v>
                </c:pt>
                <c:pt idx="34081">
                  <c:v>5</c:v>
                </c:pt>
                <c:pt idx="34082">
                  <c:v>3</c:v>
                </c:pt>
                <c:pt idx="34083">
                  <c:v>2</c:v>
                </c:pt>
                <c:pt idx="34084">
                  <c:v>2</c:v>
                </c:pt>
                <c:pt idx="34085">
                  <c:v>3</c:v>
                </c:pt>
                <c:pt idx="34086">
                  <c:v>3</c:v>
                </c:pt>
                <c:pt idx="34087">
                  <c:v>3</c:v>
                </c:pt>
                <c:pt idx="34088">
                  <c:v>1</c:v>
                </c:pt>
                <c:pt idx="34089">
                  <c:v>4</c:v>
                </c:pt>
                <c:pt idx="34090">
                  <c:v>3</c:v>
                </c:pt>
                <c:pt idx="34091">
                  <c:v>2</c:v>
                </c:pt>
                <c:pt idx="34092">
                  <c:v>3</c:v>
                </c:pt>
                <c:pt idx="34093">
                  <c:v>1</c:v>
                </c:pt>
                <c:pt idx="34094">
                  <c:v>1</c:v>
                </c:pt>
                <c:pt idx="34095">
                  <c:v>2</c:v>
                </c:pt>
                <c:pt idx="34096">
                  <c:v>1</c:v>
                </c:pt>
                <c:pt idx="34097">
                  <c:v>1</c:v>
                </c:pt>
                <c:pt idx="34098">
                  <c:v>3</c:v>
                </c:pt>
                <c:pt idx="34099">
                  <c:v>2</c:v>
                </c:pt>
                <c:pt idx="34100">
                  <c:v>2</c:v>
                </c:pt>
                <c:pt idx="34101">
                  <c:v>3</c:v>
                </c:pt>
                <c:pt idx="34102">
                  <c:v>2</c:v>
                </c:pt>
                <c:pt idx="34103">
                  <c:v>1</c:v>
                </c:pt>
                <c:pt idx="34104">
                  <c:v>2</c:v>
                </c:pt>
                <c:pt idx="34105">
                  <c:v>2</c:v>
                </c:pt>
                <c:pt idx="34106">
                  <c:v>2</c:v>
                </c:pt>
                <c:pt idx="34107">
                  <c:v>2</c:v>
                </c:pt>
                <c:pt idx="34108">
                  <c:v>2</c:v>
                </c:pt>
                <c:pt idx="34109">
                  <c:v>2</c:v>
                </c:pt>
                <c:pt idx="34110">
                  <c:v>2</c:v>
                </c:pt>
                <c:pt idx="34111">
                  <c:v>1</c:v>
                </c:pt>
                <c:pt idx="34112">
                  <c:v>-1</c:v>
                </c:pt>
                <c:pt idx="34113">
                  <c:v>1</c:v>
                </c:pt>
                <c:pt idx="34114">
                  <c:v>1</c:v>
                </c:pt>
                <c:pt idx="34115">
                  <c:v>3</c:v>
                </c:pt>
                <c:pt idx="34116">
                  <c:v>2</c:v>
                </c:pt>
                <c:pt idx="34117">
                  <c:v>2</c:v>
                </c:pt>
                <c:pt idx="34118">
                  <c:v>3</c:v>
                </c:pt>
                <c:pt idx="34119">
                  <c:v>2</c:v>
                </c:pt>
                <c:pt idx="34120">
                  <c:v>4</c:v>
                </c:pt>
                <c:pt idx="34121">
                  <c:v>2</c:v>
                </c:pt>
                <c:pt idx="34122">
                  <c:v>1</c:v>
                </c:pt>
                <c:pt idx="34123">
                  <c:v>1</c:v>
                </c:pt>
                <c:pt idx="34124">
                  <c:v>2</c:v>
                </c:pt>
                <c:pt idx="34125">
                  <c:v>1</c:v>
                </c:pt>
                <c:pt idx="34126">
                  <c:v>2</c:v>
                </c:pt>
                <c:pt idx="34127">
                  <c:v>1</c:v>
                </c:pt>
                <c:pt idx="34128">
                  <c:v>3</c:v>
                </c:pt>
                <c:pt idx="34129">
                  <c:v>2</c:v>
                </c:pt>
                <c:pt idx="34130">
                  <c:v>2</c:v>
                </c:pt>
                <c:pt idx="34131">
                  <c:v>2</c:v>
                </c:pt>
                <c:pt idx="34132">
                  <c:v>2</c:v>
                </c:pt>
                <c:pt idx="34133">
                  <c:v>2</c:v>
                </c:pt>
                <c:pt idx="34134">
                  <c:v>1</c:v>
                </c:pt>
                <c:pt idx="34135">
                  <c:v>2</c:v>
                </c:pt>
                <c:pt idx="34136">
                  <c:v>3</c:v>
                </c:pt>
                <c:pt idx="34137">
                  <c:v>1</c:v>
                </c:pt>
                <c:pt idx="34138">
                  <c:v>1</c:v>
                </c:pt>
                <c:pt idx="34139">
                  <c:v>2</c:v>
                </c:pt>
                <c:pt idx="34140">
                  <c:v>2</c:v>
                </c:pt>
                <c:pt idx="34141">
                  <c:v>2</c:v>
                </c:pt>
                <c:pt idx="34142">
                  <c:v>2</c:v>
                </c:pt>
                <c:pt idx="34143">
                  <c:v>2</c:v>
                </c:pt>
                <c:pt idx="34144">
                  <c:v>3</c:v>
                </c:pt>
                <c:pt idx="34145">
                  <c:v>1</c:v>
                </c:pt>
                <c:pt idx="34146">
                  <c:v>3</c:v>
                </c:pt>
                <c:pt idx="34147">
                  <c:v>3</c:v>
                </c:pt>
                <c:pt idx="34148">
                  <c:v>2</c:v>
                </c:pt>
                <c:pt idx="34149">
                  <c:v>2</c:v>
                </c:pt>
                <c:pt idx="34150">
                  <c:v>2</c:v>
                </c:pt>
                <c:pt idx="34151">
                  <c:v>3</c:v>
                </c:pt>
                <c:pt idx="34152">
                  <c:v>2</c:v>
                </c:pt>
                <c:pt idx="34153">
                  <c:v>3</c:v>
                </c:pt>
                <c:pt idx="34154">
                  <c:v>2</c:v>
                </c:pt>
                <c:pt idx="34155">
                  <c:v>2</c:v>
                </c:pt>
                <c:pt idx="34156">
                  <c:v>2</c:v>
                </c:pt>
                <c:pt idx="34157">
                  <c:v>2</c:v>
                </c:pt>
                <c:pt idx="34158">
                  <c:v>2</c:v>
                </c:pt>
                <c:pt idx="34159">
                  <c:v>2</c:v>
                </c:pt>
                <c:pt idx="34160">
                  <c:v>2</c:v>
                </c:pt>
                <c:pt idx="34161">
                  <c:v>3</c:v>
                </c:pt>
                <c:pt idx="34162">
                  <c:v>1</c:v>
                </c:pt>
                <c:pt idx="34163">
                  <c:v>1</c:v>
                </c:pt>
                <c:pt idx="34164">
                  <c:v>1</c:v>
                </c:pt>
                <c:pt idx="34165">
                  <c:v>1</c:v>
                </c:pt>
                <c:pt idx="34166">
                  <c:v>1</c:v>
                </c:pt>
                <c:pt idx="34167">
                  <c:v>3</c:v>
                </c:pt>
                <c:pt idx="34168">
                  <c:v>1</c:v>
                </c:pt>
                <c:pt idx="34169">
                  <c:v>1</c:v>
                </c:pt>
                <c:pt idx="34170">
                  <c:v>2</c:v>
                </c:pt>
                <c:pt idx="34171">
                  <c:v>2</c:v>
                </c:pt>
                <c:pt idx="34172">
                  <c:v>1</c:v>
                </c:pt>
                <c:pt idx="34173">
                  <c:v>2</c:v>
                </c:pt>
                <c:pt idx="34174">
                  <c:v>1</c:v>
                </c:pt>
                <c:pt idx="34175">
                  <c:v>2</c:v>
                </c:pt>
                <c:pt idx="34176">
                  <c:v>3</c:v>
                </c:pt>
                <c:pt idx="34177">
                  <c:v>3</c:v>
                </c:pt>
                <c:pt idx="34178">
                  <c:v>2</c:v>
                </c:pt>
                <c:pt idx="34179">
                  <c:v>3</c:v>
                </c:pt>
                <c:pt idx="34180">
                  <c:v>3</c:v>
                </c:pt>
                <c:pt idx="34181">
                  <c:v>1</c:v>
                </c:pt>
                <c:pt idx="34182">
                  <c:v>3</c:v>
                </c:pt>
                <c:pt idx="34183">
                  <c:v>3</c:v>
                </c:pt>
                <c:pt idx="34184">
                  <c:v>3</c:v>
                </c:pt>
                <c:pt idx="34185">
                  <c:v>3</c:v>
                </c:pt>
                <c:pt idx="34186">
                  <c:v>2</c:v>
                </c:pt>
                <c:pt idx="34187">
                  <c:v>3</c:v>
                </c:pt>
                <c:pt idx="34188">
                  <c:v>4</c:v>
                </c:pt>
                <c:pt idx="34189">
                  <c:v>3</c:v>
                </c:pt>
                <c:pt idx="34190">
                  <c:v>3</c:v>
                </c:pt>
                <c:pt idx="34191">
                  <c:v>1</c:v>
                </c:pt>
                <c:pt idx="34192">
                  <c:v>4</c:v>
                </c:pt>
                <c:pt idx="34193">
                  <c:v>1</c:v>
                </c:pt>
                <c:pt idx="34194">
                  <c:v>3</c:v>
                </c:pt>
                <c:pt idx="34195">
                  <c:v>2</c:v>
                </c:pt>
                <c:pt idx="34196">
                  <c:v>-2</c:v>
                </c:pt>
                <c:pt idx="34197">
                  <c:v>1</c:v>
                </c:pt>
                <c:pt idx="34198">
                  <c:v>2</c:v>
                </c:pt>
                <c:pt idx="34199">
                  <c:v>2</c:v>
                </c:pt>
                <c:pt idx="34200">
                  <c:v>2</c:v>
                </c:pt>
                <c:pt idx="34201">
                  <c:v>2</c:v>
                </c:pt>
                <c:pt idx="34202">
                  <c:v>3</c:v>
                </c:pt>
                <c:pt idx="34203">
                  <c:v>2</c:v>
                </c:pt>
                <c:pt idx="34204">
                  <c:v>1</c:v>
                </c:pt>
                <c:pt idx="34205">
                  <c:v>1</c:v>
                </c:pt>
                <c:pt idx="34206">
                  <c:v>2</c:v>
                </c:pt>
                <c:pt idx="34207">
                  <c:v>3</c:v>
                </c:pt>
                <c:pt idx="34208">
                  <c:v>3</c:v>
                </c:pt>
                <c:pt idx="34209">
                  <c:v>2</c:v>
                </c:pt>
                <c:pt idx="34210">
                  <c:v>2</c:v>
                </c:pt>
                <c:pt idx="34211">
                  <c:v>2</c:v>
                </c:pt>
                <c:pt idx="34212">
                  <c:v>1</c:v>
                </c:pt>
                <c:pt idx="34213">
                  <c:v>2</c:v>
                </c:pt>
                <c:pt idx="34214">
                  <c:v>3</c:v>
                </c:pt>
                <c:pt idx="34215">
                  <c:v>2</c:v>
                </c:pt>
                <c:pt idx="34216">
                  <c:v>2</c:v>
                </c:pt>
                <c:pt idx="34217">
                  <c:v>2</c:v>
                </c:pt>
                <c:pt idx="34218">
                  <c:v>2</c:v>
                </c:pt>
                <c:pt idx="34219">
                  <c:v>2</c:v>
                </c:pt>
                <c:pt idx="34220">
                  <c:v>3</c:v>
                </c:pt>
                <c:pt idx="34221">
                  <c:v>3</c:v>
                </c:pt>
                <c:pt idx="34222">
                  <c:v>3</c:v>
                </c:pt>
                <c:pt idx="34223">
                  <c:v>2</c:v>
                </c:pt>
                <c:pt idx="34224">
                  <c:v>2</c:v>
                </c:pt>
                <c:pt idx="34225">
                  <c:v>2</c:v>
                </c:pt>
                <c:pt idx="34226">
                  <c:v>1</c:v>
                </c:pt>
                <c:pt idx="34227">
                  <c:v>2</c:v>
                </c:pt>
                <c:pt idx="34228">
                  <c:v>3</c:v>
                </c:pt>
                <c:pt idx="34229">
                  <c:v>0</c:v>
                </c:pt>
                <c:pt idx="34230">
                  <c:v>4</c:v>
                </c:pt>
                <c:pt idx="34231">
                  <c:v>4</c:v>
                </c:pt>
                <c:pt idx="34232">
                  <c:v>2</c:v>
                </c:pt>
                <c:pt idx="34233">
                  <c:v>2</c:v>
                </c:pt>
                <c:pt idx="34234">
                  <c:v>2</c:v>
                </c:pt>
                <c:pt idx="34235">
                  <c:v>2</c:v>
                </c:pt>
                <c:pt idx="34236">
                  <c:v>2</c:v>
                </c:pt>
                <c:pt idx="34237">
                  <c:v>2</c:v>
                </c:pt>
                <c:pt idx="34238">
                  <c:v>2</c:v>
                </c:pt>
                <c:pt idx="34239">
                  <c:v>4</c:v>
                </c:pt>
                <c:pt idx="34240">
                  <c:v>2</c:v>
                </c:pt>
                <c:pt idx="34241">
                  <c:v>4</c:v>
                </c:pt>
                <c:pt idx="34242">
                  <c:v>4</c:v>
                </c:pt>
                <c:pt idx="34243">
                  <c:v>3</c:v>
                </c:pt>
                <c:pt idx="34244">
                  <c:v>4</c:v>
                </c:pt>
                <c:pt idx="34245">
                  <c:v>4</c:v>
                </c:pt>
                <c:pt idx="34246">
                  <c:v>2</c:v>
                </c:pt>
                <c:pt idx="34247">
                  <c:v>2</c:v>
                </c:pt>
                <c:pt idx="34248">
                  <c:v>3</c:v>
                </c:pt>
                <c:pt idx="34249">
                  <c:v>1</c:v>
                </c:pt>
                <c:pt idx="34250">
                  <c:v>2</c:v>
                </c:pt>
                <c:pt idx="34251">
                  <c:v>2</c:v>
                </c:pt>
                <c:pt idx="34252">
                  <c:v>2</c:v>
                </c:pt>
                <c:pt idx="34253">
                  <c:v>2</c:v>
                </c:pt>
                <c:pt idx="34254">
                  <c:v>2</c:v>
                </c:pt>
                <c:pt idx="34255">
                  <c:v>4</c:v>
                </c:pt>
                <c:pt idx="34256">
                  <c:v>5</c:v>
                </c:pt>
                <c:pt idx="34257">
                  <c:v>4</c:v>
                </c:pt>
                <c:pt idx="34258">
                  <c:v>-1</c:v>
                </c:pt>
                <c:pt idx="34259">
                  <c:v>2</c:v>
                </c:pt>
                <c:pt idx="34260">
                  <c:v>2</c:v>
                </c:pt>
                <c:pt idx="34261">
                  <c:v>2</c:v>
                </c:pt>
                <c:pt idx="34262">
                  <c:v>5</c:v>
                </c:pt>
                <c:pt idx="34263">
                  <c:v>3</c:v>
                </c:pt>
                <c:pt idx="34264">
                  <c:v>4</c:v>
                </c:pt>
                <c:pt idx="34265">
                  <c:v>3</c:v>
                </c:pt>
                <c:pt idx="34266">
                  <c:v>1</c:v>
                </c:pt>
                <c:pt idx="34267">
                  <c:v>1</c:v>
                </c:pt>
                <c:pt idx="34268">
                  <c:v>3</c:v>
                </c:pt>
                <c:pt idx="34269">
                  <c:v>3</c:v>
                </c:pt>
                <c:pt idx="34270">
                  <c:v>4</c:v>
                </c:pt>
                <c:pt idx="34271">
                  <c:v>4</c:v>
                </c:pt>
                <c:pt idx="34272">
                  <c:v>4</c:v>
                </c:pt>
                <c:pt idx="34273">
                  <c:v>4</c:v>
                </c:pt>
                <c:pt idx="34274">
                  <c:v>4</c:v>
                </c:pt>
                <c:pt idx="34275">
                  <c:v>4</c:v>
                </c:pt>
                <c:pt idx="34276">
                  <c:v>1</c:v>
                </c:pt>
                <c:pt idx="34277">
                  <c:v>2</c:v>
                </c:pt>
                <c:pt idx="34278">
                  <c:v>4</c:v>
                </c:pt>
                <c:pt idx="34279">
                  <c:v>2</c:v>
                </c:pt>
                <c:pt idx="34280">
                  <c:v>2</c:v>
                </c:pt>
                <c:pt idx="34281">
                  <c:v>2</c:v>
                </c:pt>
                <c:pt idx="34282">
                  <c:v>2</c:v>
                </c:pt>
                <c:pt idx="34283">
                  <c:v>1</c:v>
                </c:pt>
                <c:pt idx="34284">
                  <c:v>4</c:v>
                </c:pt>
                <c:pt idx="34285">
                  <c:v>2</c:v>
                </c:pt>
                <c:pt idx="34286">
                  <c:v>2</c:v>
                </c:pt>
                <c:pt idx="34287">
                  <c:v>2</c:v>
                </c:pt>
                <c:pt idx="34288">
                  <c:v>1</c:v>
                </c:pt>
                <c:pt idx="34289">
                  <c:v>2</c:v>
                </c:pt>
                <c:pt idx="34290">
                  <c:v>4</c:v>
                </c:pt>
                <c:pt idx="34291">
                  <c:v>3</c:v>
                </c:pt>
                <c:pt idx="34292">
                  <c:v>4</c:v>
                </c:pt>
                <c:pt idx="34293">
                  <c:v>2</c:v>
                </c:pt>
                <c:pt idx="34294">
                  <c:v>4</c:v>
                </c:pt>
                <c:pt idx="34295">
                  <c:v>3</c:v>
                </c:pt>
                <c:pt idx="34296">
                  <c:v>2</c:v>
                </c:pt>
                <c:pt idx="34297">
                  <c:v>2</c:v>
                </c:pt>
                <c:pt idx="34298">
                  <c:v>4</c:v>
                </c:pt>
                <c:pt idx="34299">
                  <c:v>1</c:v>
                </c:pt>
                <c:pt idx="34300">
                  <c:v>1</c:v>
                </c:pt>
                <c:pt idx="34301">
                  <c:v>3</c:v>
                </c:pt>
                <c:pt idx="34302">
                  <c:v>7</c:v>
                </c:pt>
                <c:pt idx="34303">
                  <c:v>5</c:v>
                </c:pt>
                <c:pt idx="34304">
                  <c:v>6</c:v>
                </c:pt>
                <c:pt idx="34305">
                  <c:v>4</c:v>
                </c:pt>
                <c:pt idx="34306">
                  <c:v>5</c:v>
                </c:pt>
                <c:pt idx="34307">
                  <c:v>3</c:v>
                </c:pt>
                <c:pt idx="34308">
                  <c:v>2</c:v>
                </c:pt>
                <c:pt idx="34309">
                  <c:v>6</c:v>
                </c:pt>
                <c:pt idx="34310">
                  <c:v>2</c:v>
                </c:pt>
                <c:pt idx="34311">
                  <c:v>1</c:v>
                </c:pt>
                <c:pt idx="34312">
                  <c:v>2</c:v>
                </c:pt>
                <c:pt idx="34313">
                  <c:v>3</c:v>
                </c:pt>
                <c:pt idx="34314">
                  <c:v>2</c:v>
                </c:pt>
                <c:pt idx="34315">
                  <c:v>2</c:v>
                </c:pt>
                <c:pt idx="34316">
                  <c:v>2</c:v>
                </c:pt>
                <c:pt idx="34317">
                  <c:v>3</c:v>
                </c:pt>
                <c:pt idx="34318">
                  <c:v>1</c:v>
                </c:pt>
                <c:pt idx="34319">
                  <c:v>5</c:v>
                </c:pt>
                <c:pt idx="34320">
                  <c:v>4</c:v>
                </c:pt>
                <c:pt idx="34321">
                  <c:v>4</c:v>
                </c:pt>
                <c:pt idx="34322">
                  <c:v>4</c:v>
                </c:pt>
                <c:pt idx="34323">
                  <c:v>2</c:v>
                </c:pt>
                <c:pt idx="34324">
                  <c:v>3</c:v>
                </c:pt>
                <c:pt idx="34325">
                  <c:v>3</c:v>
                </c:pt>
                <c:pt idx="34326">
                  <c:v>5</c:v>
                </c:pt>
                <c:pt idx="34327">
                  <c:v>3</c:v>
                </c:pt>
                <c:pt idx="34328">
                  <c:v>3</c:v>
                </c:pt>
                <c:pt idx="34329">
                  <c:v>2</c:v>
                </c:pt>
                <c:pt idx="34330">
                  <c:v>2</c:v>
                </c:pt>
                <c:pt idx="34331">
                  <c:v>6</c:v>
                </c:pt>
                <c:pt idx="34332">
                  <c:v>3</c:v>
                </c:pt>
                <c:pt idx="34333">
                  <c:v>2</c:v>
                </c:pt>
                <c:pt idx="34334">
                  <c:v>3</c:v>
                </c:pt>
                <c:pt idx="34335">
                  <c:v>6</c:v>
                </c:pt>
                <c:pt idx="34336">
                  <c:v>2</c:v>
                </c:pt>
                <c:pt idx="34337">
                  <c:v>1</c:v>
                </c:pt>
                <c:pt idx="34338">
                  <c:v>3</c:v>
                </c:pt>
                <c:pt idx="34339">
                  <c:v>3</c:v>
                </c:pt>
                <c:pt idx="34340">
                  <c:v>2</c:v>
                </c:pt>
                <c:pt idx="34341">
                  <c:v>4</c:v>
                </c:pt>
                <c:pt idx="34342">
                  <c:v>4</c:v>
                </c:pt>
                <c:pt idx="34343">
                  <c:v>2</c:v>
                </c:pt>
                <c:pt idx="34344">
                  <c:v>1</c:v>
                </c:pt>
                <c:pt idx="34345">
                  <c:v>1</c:v>
                </c:pt>
                <c:pt idx="34346">
                  <c:v>2</c:v>
                </c:pt>
                <c:pt idx="34347">
                  <c:v>2</c:v>
                </c:pt>
                <c:pt idx="34348">
                  <c:v>6</c:v>
                </c:pt>
                <c:pt idx="34349">
                  <c:v>5</c:v>
                </c:pt>
                <c:pt idx="34350">
                  <c:v>1</c:v>
                </c:pt>
                <c:pt idx="34351">
                  <c:v>1</c:v>
                </c:pt>
                <c:pt idx="34352">
                  <c:v>1</c:v>
                </c:pt>
                <c:pt idx="34353">
                  <c:v>4</c:v>
                </c:pt>
                <c:pt idx="34354">
                  <c:v>4</c:v>
                </c:pt>
                <c:pt idx="34355">
                  <c:v>2</c:v>
                </c:pt>
                <c:pt idx="34356">
                  <c:v>2</c:v>
                </c:pt>
                <c:pt idx="34357">
                  <c:v>2</c:v>
                </c:pt>
                <c:pt idx="34358">
                  <c:v>1</c:v>
                </c:pt>
                <c:pt idx="34359">
                  <c:v>1</c:v>
                </c:pt>
                <c:pt idx="34360">
                  <c:v>2</c:v>
                </c:pt>
                <c:pt idx="34361">
                  <c:v>2</c:v>
                </c:pt>
                <c:pt idx="34362">
                  <c:v>2</c:v>
                </c:pt>
                <c:pt idx="34363">
                  <c:v>1</c:v>
                </c:pt>
                <c:pt idx="34364">
                  <c:v>5</c:v>
                </c:pt>
                <c:pt idx="34365">
                  <c:v>1</c:v>
                </c:pt>
                <c:pt idx="34366">
                  <c:v>2</c:v>
                </c:pt>
                <c:pt idx="34367">
                  <c:v>1</c:v>
                </c:pt>
                <c:pt idx="34368">
                  <c:v>1</c:v>
                </c:pt>
                <c:pt idx="34369">
                  <c:v>2</c:v>
                </c:pt>
                <c:pt idx="34370">
                  <c:v>3</c:v>
                </c:pt>
                <c:pt idx="34371">
                  <c:v>2</c:v>
                </c:pt>
                <c:pt idx="34372">
                  <c:v>3</c:v>
                </c:pt>
                <c:pt idx="34373">
                  <c:v>4</c:v>
                </c:pt>
                <c:pt idx="34374">
                  <c:v>4</c:v>
                </c:pt>
                <c:pt idx="34375">
                  <c:v>5</c:v>
                </c:pt>
                <c:pt idx="34376">
                  <c:v>1</c:v>
                </c:pt>
                <c:pt idx="34377">
                  <c:v>2</c:v>
                </c:pt>
                <c:pt idx="34378">
                  <c:v>2</c:v>
                </c:pt>
                <c:pt idx="34379">
                  <c:v>3</c:v>
                </c:pt>
                <c:pt idx="34380">
                  <c:v>2</c:v>
                </c:pt>
                <c:pt idx="34381">
                  <c:v>2</c:v>
                </c:pt>
                <c:pt idx="34382">
                  <c:v>2</c:v>
                </c:pt>
                <c:pt idx="34383">
                  <c:v>2</c:v>
                </c:pt>
                <c:pt idx="34384">
                  <c:v>2</c:v>
                </c:pt>
                <c:pt idx="34385">
                  <c:v>2</c:v>
                </c:pt>
                <c:pt idx="34386">
                  <c:v>3</c:v>
                </c:pt>
                <c:pt idx="34387">
                  <c:v>2</c:v>
                </c:pt>
                <c:pt idx="34388">
                  <c:v>3</c:v>
                </c:pt>
                <c:pt idx="34389">
                  <c:v>4</c:v>
                </c:pt>
                <c:pt idx="34390">
                  <c:v>2</c:v>
                </c:pt>
                <c:pt idx="34391">
                  <c:v>3</c:v>
                </c:pt>
                <c:pt idx="34392">
                  <c:v>2</c:v>
                </c:pt>
                <c:pt idx="34393">
                  <c:v>3</c:v>
                </c:pt>
                <c:pt idx="34394">
                  <c:v>2</c:v>
                </c:pt>
                <c:pt idx="34395">
                  <c:v>2</c:v>
                </c:pt>
                <c:pt idx="34396">
                  <c:v>3</c:v>
                </c:pt>
                <c:pt idx="34397">
                  <c:v>6</c:v>
                </c:pt>
                <c:pt idx="34398">
                  <c:v>2</c:v>
                </c:pt>
                <c:pt idx="34399">
                  <c:v>2</c:v>
                </c:pt>
                <c:pt idx="34400">
                  <c:v>1</c:v>
                </c:pt>
                <c:pt idx="34401">
                  <c:v>2</c:v>
                </c:pt>
                <c:pt idx="34402">
                  <c:v>3</c:v>
                </c:pt>
                <c:pt idx="34403">
                  <c:v>3</c:v>
                </c:pt>
                <c:pt idx="34404">
                  <c:v>2</c:v>
                </c:pt>
                <c:pt idx="34405">
                  <c:v>2</c:v>
                </c:pt>
                <c:pt idx="34406">
                  <c:v>2</c:v>
                </c:pt>
                <c:pt idx="34407">
                  <c:v>1</c:v>
                </c:pt>
                <c:pt idx="34408">
                  <c:v>2</c:v>
                </c:pt>
                <c:pt idx="34409">
                  <c:v>2</c:v>
                </c:pt>
                <c:pt idx="34410">
                  <c:v>1</c:v>
                </c:pt>
                <c:pt idx="34411">
                  <c:v>2</c:v>
                </c:pt>
                <c:pt idx="34412">
                  <c:v>2</c:v>
                </c:pt>
                <c:pt idx="34413">
                  <c:v>2</c:v>
                </c:pt>
                <c:pt idx="34414">
                  <c:v>1</c:v>
                </c:pt>
                <c:pt idx="34415">
                  <c:v>1</c:v>
                </c:pt>
                <c:pt idx="34416">
                  <c:v>2</c:v>
                </c:pt>
                <c:pt idx="34417">
                  <c:v>2</c:v>
                </c:pt>
                <c:pt idx="34418">
                  <c:v>3</c:v>
                </c:pt>
                <c:pt idx="34419">
                  <c:v>1</c:v>
                </c:pt>
                <c:pt idx="34420">
                  <c:v>2</c:v>
                </c:pt>
                <c:pt idx="34421">
                  <c:v>4</c:v>
                </c:pt>
                <c:pt idx="34422">
                  <c:v>2</c:v>
                </c:pt>
                <c:pt idx="34423">
                  <c:v>2</c:v>
                </c:pt>
                <c:pt idx="34424">
                  <c:v>1</c:v>
                </c:pt>
                <c:pt idx="34425">
                  <c:v>1</c:v>
                </c:pt>
                <c:pt idx="34426">
                  <c:v>1</c:v>
                </c:pt>
                <c:pt idx="34427">
                  <c:v>1</c:v>
                </c:pt>
                <c:pt idx="34428">
                  <c:v>1</c:v>
                </c:pt>
                <c:pt idx="34429">
                  <c:v>2</c:v>
                </c:pt>
                <c:pt idx="34430">
                  <c:v>2</c:v>
                </c:pt>
                <c:pt idx="34431">
                  <c:v>4</c:v>
                </c:pt>
                <c:pt idx="34432">
                  <c:v>4</c:v>
                </c:pt>
                <c:pt idx="34433">
                  <c:v>1</c:v>
                </c:pt>
                <c:pt idx="34434">
                  <c:v>2</c:v>
                </c:pt>
                <c:pt idx="34435">
                  <c:v>2</c:v>
                </c:pt>
                <c:pt idx="34436">
                  <c:v>2</c:v>
                </c:pt>
                <c:pt idx="34437">
                  <c:v>2</c:v>
                </c:pt>
                <c:pt idx="34438">
                  <c:v>2</c:v>
                </c:pt>
                <c:pt idx="34439">
                  <c:v>2</c:v>
                </c:pt>
                <c:pt idx="34440">
                  <c:v>14</c:v>
                </c:pt>
                <c:pt idx="34441">
                  <c:v>14</c:v>
                </c:pt>
                <c:pt idx="34442">
                  <c:v>8</c:v>
                </c:pt>
                <c:pt idx="34443">
                  <c:v>6</c:v>
                </c:pt>
                <c:pt idx="34444">
                  <c:v>9</c:v>
                </c:pt>
                <c:pt idx="34445">
                  <c:v>10</c:v>
                </c:pt>
                <c:pt idx="34446">
                  <c:v>4</c:v>
                </c:pt>
                <c:pt idx="34447">
                  <c:v>9</c:v>
                </c:pt>
                <c:pt idx="34448">
                  <c:v>7</c:v>
                </c:pt>
                <c:pt idx="34449">
                  <c:v>21</c:v>
                </c:pt>
                <c:pt idx="34450">
                  <c:v>2</c:v>
                </c:pt>
                <c:pt idx="34451">
                  <c:v>2</c:v>
                </c:pt>
                <c:pt idx="34452">
                  <c:v>2</c:v>
                </c:pt>
                <c:pt idx="34453">
                  <c:v>2</c:v>
                </c:pt>
                <c:pt idx="34454">
                  <c:v>3</c:v>
                </c:pt>
                <c:pt idx="34455">
                  <c:v>3</c:v>
                </c:pt>
                <c:pt idx="34456">
                  <c:v>3</c:v>
                </c:pt>
                <c:pt idx="34457">
                  <c:v>3</c:v>
                </c:pt>
                <c:pt idx="34458">
                  <c:v>8</c:v>
                </c:pt>
                <c:pt idx="34459">
                  <c:v>4</c:v>
                </c:pt>
                <c:pt idx="34460">
                  <c:v>6</c:v>
                </c:pt>
                <c:pt idx="34461">
                  <c:v>5</c:v>
                </c:pt>
                <c:pt idx="34462">
                  <c:v>1</c:v>
                </c:pt>
                <c:pt idx="34463">
                  <c:v>3</c:v>
                </c:pt>
                <c:pt idx="34464">
                  <c:v>5</c:v>
                </c:pt>
                <c:pt idx="34465">
                  <c:v>6</c:v>
                </c:pt>
                <c:pt idx="34466">
                  <c:v>8</c:v>
                </c:pt>
                <c:pt idx="34467">
                  <c:v>5</c:v>
                </c:pt>
                <c:pt idx="34468">
                  <c:v>3</c:v>
                </c:pt>
                <c:pt idx="34469">
                  <c:v>5</c:v>
                </c:pt>
                <c:pt idx="34470">
                  <c:v>3</c:v>
                </c:pt>
                <c:pt idx="34471">
                  <c:v>3</c:v>
                </c:pt>
                <c:pt idx="34472">
                  <c:v>3</c:v>
                </c:pt>
                <c:pt idx="34473">
                  <c:v>3</c:v>
                </c:pt>
                <c:pt idx="34474">
                  <c:v>3</c:v>
                </c:pt>
                <c:pt idx="34475">
                  <c:v>3</c:v>
                </c:pt>
                <c:pt idx="34476">
                  <c:v>5</c:v>
                </c:pt>
                <c:pt idx="34477">
                  <c:v>2</c:v>
                </c:pt>
                <c:pt idx="34478">
                  <c:v>3</c:v>
                </c:pt>
                <c:pt idx="34479">
                  <c:v>1</c:v>
                </c:pt>
                <c:pt idx="34480">
                  <c:v>1</c:v>
                </c:pt>
                <c:pt idx="34481">
                  <c:v>3</c:v>
                </c:pt>
                <c:pt idx="34482">
                  <c:v>1</c:v>
                </c:pt>
                <c:pt idx="34483">
                  <c:v>4</c:v>
                </c:pt>
                <c:pt idx="34484">
                  <c:v>3</c:v>
                </c:pt>
                <c:pt idx="34485">
                  <c:v>5</c:v>
                </c:pt>
                <c:pt idx="34486">
                  <c:v>2</c:v>
                </c:pt>
                <c:pt idx="34487">
                  <c:v>2</c:v>
                </c:pt>
                <c:pt idx="34488">
                  <c:v>3</c:v>
                </c:pt>
                <c:pt idx="34489">
                  <c:v>4</c:v>
                </c:pt>
                <c:pt idx="34490">
                  <c:v>2</c:v>
                </c:pt>
                <c:pt idx="34491">
                  <c:v>1</c:v>
                </c:pt>
                <c:pt idx="34492">
                  <c:v>2</c:v>
                </c:pt>
                <c:pt idx="34493">
                  <c:v>3</c:v>
                </c:pt>
                <c:pt idx="34494">
                  <c:v>5</c:v>
                </c:pt>
                <c:pt idx="34495">
                  <c:v>1</c:v>
                </c:pt>
                <c:pt idx="34496">
                  <c:v>2</c:v>
                </c:pt>
                <c:pt idx="34497">
                  <c:v>3</c:v>
                </c:pt>
                <c:pt idx="34498">
                  <c:v>3</c:v>
                </c:pt>
                <c:pt idx="34499">
                  <c:v>2</c:v>
                </c:pt>
                <c:pt idx="34500">
                  <c:v>2</c:v>
                </c:pt>
                <c:pt idx="34501">
                  <c:v>8</c:v>
                </c:pt>
                <c:pt idx="34502">
                  <c:v>4</c:v>
                </c:pt>
                <c:pt idx="34503">
                  <c:v>1</c:v>
                </c:pt>
                <c:pt idx="34504">
                  <c:v>1</c:v>
                </c:pt>
                <c:pt idx="34505">
                  <c:v>1</c:v>
                </c:pt>
                <c:pt idx="34506">
                  <c:v>1</c:v>
                </c:pt>
                <c:pt idx="34507">
                  <c:v>1</c:v>
                </c:pt>
                <c:pt idx="34508">
                  <c:v>1</c:v>
                </c:pt>
                <c:pt idx="34509">
                  <c:v>1</c:v>
                </c:pt>
                <c:pt idx="34510">
                  <c:v>1</c:v>
                </c:pt>
                <c:pt idx="34511">
                  <c:v>1</c:v>
                </c:pt>
                <c:pt idx="34512">
                  <c:v>2</c:v>
                </c:pt>
                <c:pt idx="34513">
                  <c:v>2</c:v>
                </c:pt>
                <c:pt idx="34514">
                  <c:v>3</c:v>
                </c:pt>
                <c:pt idx="34515">
                  <c:v>2</c:v>
                </c:pt>
                <c:pt idx="34516">
                  <c:v>2</c:v>
                </c:pt>
                <c:pt idx="34517">
                  <c:v>3</c:v>
                </c:pt>
                <c:pt idx="34518">
                  <c:v>2</c:v>
                </c:pt>
                <c:pt idx="34519">
                  <c:v>1</c:v>
                </c:pt>
                <c:pt idx="34520">
                  <c:v>2</c:v>
                </c:pt>
                <c:pt idx="34521">
                  <c:v>2</c:v>
                </c:pt>
                <c:pt idx="34522">
                  <c:v>1</c:v>
                </c:pt>
                <c:pt idx="34523">
                  <c:v>2</c:v>
                </c:pt>
                <c:pt idx="34524">
                  <c:v>2</c:v>
                </c:pt>
                <c:pt idx="34525">
                  <c:v>2</c:v>
                </c:pt>
                <c:pt idx="34526">
                  <c:v>2</c:v>
                </c:pt>
                <c:pt idx="34527">
                  <c:v>2</c:v>
                </c:pt>
                <c:pt idx="34528">
                  <c:v>2</c:v>
                </c:pt>
                <c:pt idx="34529">
                  <c:v>2</c:v>
                </c:pt>
                <c:pt idx="34530">
                  <c:v>3</c:v>
                </c:pt>
                <c:pt idx="34531">
                  <c:v>3</c:v>
                </c:pt>
                <c:pt idx="34532">
                  <c:v>4</c:v>
                </c:pt>
                <c:pt idx="34533">
                  <c:v>3</c:v>
                </c:pt>
                <c:pt idx="34534">
                  <c:v>4</c:v>
                </c:pt>
                <c:pt idx="34535">
                  <c:v>3</c:v>
                </c:pt>
                <c:pt idx="34536">
                  <c:v>4</c:v>
                </c:pt>
                <c:pt idx="34537">
                  <c:v>5</c:v>
                </c:pt>
                <c:pt idx="34538">
                  <c:v>3</c:v>
                </c:pt>
                <c:pt idx="34539">
                  <c:v>4</c:v>
                </c:pt>
                <c:pt idx="34540">
                  <c:v>2</c:v>
                </c:pt>
                <c:pt idx="34541">
                  <c:v>2</c:v>
                </c:pt>
                <c:pt idx="34542">
                  <c:v>2</c:v>
                </c:pt>
                <c:pt idx="34543">
                  <c:v>2</c:v>
                </c:pt>
                <c:pt idx="34544">
                  <c:v>2</c:v>
                </c:pt>
                <c:pt idx="34545">
                  <c:v>1</c:v>
                </c:pt>
                <c:pt idx="34546">
                  <c:v>1</c:v>
                </c:pt>
                <c:pt idx="34547">
                  <c:v>2</c:v>
                </c:pt>
                <c:pt idx="34548">
                  <c:v>2</c:v>
                </c:pt>
                <c:pt idx="34549">
                  <c:v>1</c:v>
                </c:pt>
                <c:pt idx="34550">
                  <c:v>3</c:v>
                </c:pt>
                <c:pt idx="34551">
                  <c:v>1</c:v>
                </c:pt>
                <c:pt idx="34552">
                  <c:v>2</c:v>
                </c:pt>
                <c:pt idx="34553">
                  <c:v>2</c:v>
                </c:pt>
                <c:pt idx="34554">
                  <c:v>1</c:v>
                </c:pt>
                <c:pt idx="34555">
                  <c:v>2</c:v>
                </c:pt>
                <c:pt idx="34556">
                  <c:v>1</c:v>
                </c:pt>
                <c:pt idx="34557">
                  <c:v>1</c:v>
                </c:pt>
                <c:pt idx="34558">
                  <c:v>2</c:v>
                </c:pt>
                <c:pt idx="34559">
                  <c:v>2</c:v>
                </c:pt>
                <c:pt idx="34560">
                  <c:v>1</c:v>
                </c:pt>
                <c:pt idx="34561">
                  <c:v>2</c:v>
                </c:pt>
                <c:pt idx="34562">
                  <c:v>2</c:v>
                </c:pt>
                <c:pt idx="34563">
                  <c:v>2</c:v>
                </c:pt>
                <c:pt idx="34564">
                  <c:v>2</c:v>
                </c:pt>
                <c:pt idx="34565">
                  <c:v>2</c:v>
                </c:pt>
                <c:pt idx="34566">
                  <c:v>2</c:v>
                </c:pt>
                <c:pt idx="34567">
                  <c:v>2</c:v>
                </c:pt>
                <c:pt idx="34568">
                  <c:v>2</c:v>
                </c:pt>
                <c:pt idx="34569">
                  <c:v>2</c:v>
                </c:pt>
                <c:pt idx="34570">
                  <c:v>2</c:v>
                </c:pt>
                <c:pt idx="34571">
                  <c:v>8</c:v>
                </c:pt>
                <c:pt idx="34572">
                  <c:v>8</c:v>
                </c:pt>
                <c:pt idx="34573">
                  <c:v>4</c:v>
                </c:pt>
                <c:pt idx="34574">
                  <c:v>9</c:v>
                </c:pt>
                <c:pt idx="34575">
                  <c:v>1</c:v>
                </c:pt>
                <c:pt idx="34576">
                  <c:v>6</c:v>
                </c:pt>
                <c:pt idx="34577">
                  <c:v>3</c:v>
                </c:pt>
                <c:pt idx="34578">
                  <c:v>4</c:v>
                </c:pt>
                <c:pt idx="34579">
                  <c:v>2</c:v>
                </c:pt>
                <c:pt idx="34580">
                  <c:v>2</c:v>
                </c:pt>
                <c:pt idx="34581">
                  <c:v>2</c:v>
                </c:pt>
                <c:pt idx="34582">
                  <c:v>3</c:v>
                </c:pt>
                <c:pt idx="34583">
                  <c:v>2</c:v>
                </c:pt>
                <c:pt idx="34584">
                  <c:v>1</c:v>
                </c:pt>
                <c:pt idx="34585">
                  <c:v>4</c:v>
                </c:pt>
                <c:pt idx="34586">
                  <c:v>4</c:v>
                </c:pt>
                <c:pt idx="34587">
                  <c:v>3</c:v>
                </c:pt>
                <c:pt idx="34588">
                  <c:v>4</c:v>
                </c:pt>
                <c:pt idx="34589">
                  <c:v>4</c:v>
                </c:pt>
                <c:pt idx="34590">
                  <c:v>3</c:v>
                </c:pt>
                <c:pt idx="34591">
                  <c:v>1</c:v>
                </c:pt>
                <c:pt idx="34592">
                  <c:v>1</c:v>
                </c:pt>
                <c:pt idx="34593">
                  <c:v>1</c:v>
                </c:pt>
                <c:pt idx="34594">
                  <c:v>1</c:v>
                </c:pt>
                <c:pt idx="34595">
                  <c:v>1</c:v>
                </c:pt>
                <c:pt idx="34596">
                  <c:v>1</c:v>
                </c:pt>
                <c:pt idx="34597">
                  <c:v>1</c:v>
                </c:pt>
                <c:pt idx="34598">
                  <c:v>2</c:v>
                </c:pt>
                <c:pt idx="34599">
                  <c:v>1</c:v>
                </c:pt>
                <c:pt idx="34600">
                  <c:v>2</c:v>
                </c:pt>
                <c:pt idx="34601">
                  <c:v>2</c:v>
                </c:pt>
                <c:pt idx="34602">
                  <c:v>4</c:v>
                </c:pt>
                <c:pt idx="34603">
                  <c:v>4</c:v>
                </c:pt>
                <c:pt idx="34604">
                  <c:v>2</c:v>
                </c:pt>
                <c:pt idx="34605">
                  <c:v>2</c:v>
                </c:pt>
                <c:pt idx="34606">
                  <c:v>2</c:v>
                </c:pt>
                <c:pt idx="34607">
                  <c:v>3</c:v>
                </c:pt>
                <c:pt idx="34608">
                  <c:v>2</c:v>
                </c:pt>
                <c:pt idx="34609">
                  <c:v>3</c:v>
                </c:pt>
                <c:pt idx="34610">
                  <c:v>3</c:v>
                </c:pt>
                <c:pt idx="34611">
                  <c:v>3</c:v>
                </c:pt>
                <c:pt idx="34612">
                  <c:v>3</c:v>
                </c:pt>
                <c:pt idx="34613">
                  <c:v>3</c:v>
                </c:pt>
                <c:pt idx="34614">
                  <c:v>3</c:v>
                </c:pt>
                <c:pt idx="34615">
                  <c:v>4</c:v>
                </c:pt>
                <c:pt idx="34616">
                  <c:v>4</c:v>
                </c:pt>
                <c:pt idx="34617">
                  <c:v>3</c:v>
                </c:pt>
                <c:pt idx="34618">
                  <c:v>3</c:v>
                </c:pt>
                <c:pt idx="34619">
                  <c:v>3</c:v>
                </c:pt>
                <c:pt idx="34620">
                  <c:v>3</c:v>
                </c:pt>
                <c:pt idx="34621">
                  <c:v>3</c:v>
                </c:pt>
                <c:pt idx="34622">
                  <c:v>3</c:v>
                </c:pt>
                <c:pt idx="34623">
                  <c:v>3</c:v>
                </c:pt>
                <c:pt idx="34624">
                  <c:v>3</c:v>
                </c:pt>
                <c:pt idx="34625">
                  <c:v>3</c:v>
                </c:pt>
                <c:pt idx="34626">
                  <c:v>3</c:v>
                </c:pt>
                <c:pt idx="34627">
                  <c:v>3</c:v>
                </c:pt>
                <c:pt idx="34628">
                  <c:v>3</c:v>
                </c:pt>
                <c:pt idx="34629">
                  <c:v>3</c:v>
                </c:pt>
                <c:pt idx="34630">
                  <c:v>3</c:v>
                </c:pt>
                <c:pt idx="34631">
                  <c:v>2</c:v>
                </c:pt>
                <c:pt idx="34632">
                  <c:v>3</c:v>
                </c:pt>
                <c:pt idx="34633">
                  <c:v>3</c:v>
                </c:pt>
                <c:pt idx="34634">
                  <c:v>3</c:v>
                </c:pt>
                <c:pt idx="34635">
                  <c:v>2</c:v>
                </c:pt>
                <c:pt idx="34636">
                  <c:v>3</c:v>
                </c:pt>
                <c:pt idx="34637">
                  <c:v>4</c:v>
                </c:pt>
                <c:pt idx="34638">
                  <c:v>2</c:v>
                </c:pt>
                <c:pt idx="34639">
                  <c:v>7</c:v>
                </c:pt>
                <c:pt idx="34640">
                  <c:v>3</c:v>
                </c:pt>
                <c:pt idx="34641">
                  <c:v>2</c:v>
                </c:pt>
                <c:pt idx="34642">
                  <c:v>2</c:v>
                </c:pt>
                <c:pt idx="34643">
                  <c:v>2</c:v>
                </c:pt>
                <c:pt idx="34644">
                  <c:v>1</c:v>
                </c:pt>
                <c:pt idx="34645">
                  <c:v>2</c:v>
                </c:pt>
                <c:pt idx="34646">
                  <c:v>1</c:v>
                </c:pt>
                <c:pt idx="34647">
                  <c:v>2</c:v>
                </c:pt>
                <c:pt idx="34648">
                  <c:v>2</c:v>
                </c:pt>
                <c:pt idx="34649">
                  <c:v>2</c:v>
                </c:pt>
                <c:pt idx="34650">
                  <c:v>2</c:v>
                </c:pt>
                <c:pt idx="34651">
                  <c:v>2</c:v>
                </c:pt>
                <c:pt idx="34652">
                  <c:v>1</c:v>
                </c:pt>
                <c:pt idx="34653">
                  <c:v>1</c:v>
                </c:pt>
                <c:pt idx="34654">
                  <c:v>3</c:v>
                </c:pt>
                <c:pt idx="34655">
                  <c:v>4</c:v>
                </c:pt>
                <c:pt idx="34656">
                  <c:v>1</c:v>
                </c:pt>
                <c:pt idx="34657">
                  <c:v>2</c:v>
                </c:pt>
                <c:pt idx="34658">
                  <c:v>2</c:v>
                </c:pt>
                <c:pt idx="34659">
                  <c:v>2</c:v>
                </c:pt>
                <c:pt idx="34660">
                  <c:v>2</c:v>
                </c:pt>
                <c:pt idx="34661">
                  <c:v>3</c:v>
                </c:pt>
                <c:pt idx="34662">
                  <c:v>1</c:v>
                </c:pt>
                <c:pt idx="34663">
                  <c:v>0</c:v>
                </c:pt>
                <c:pt idx="34664">
                  <c:v>1</c:v>
                </c:pt>
                <c:pt idx="34665">
                  <c:v>1</c:v>
                </c:pt>
                <c:pt idx="34666">
                  <c:v>2</c:v>
                </c:pt>
                <c:pt idx="34667">
                  <c:v>1</c:v>
                </c:pt>
                <c:pt idx="34668">
                  <c:v>2</c:v>
                </c:pt>
                <c:pt idx="34669">
                  <c:v>2</c:v>
                </c:pt>
                <c:pt idx="34670">
                  <c:v>1</c:v>
                </c:pt>
                <c:pt idx="34671">
                  <c:v>3</c:v>
                </c:pt>
                <c:pt idx="34672">
                  <c:v>2</c:v>
                </c:pt>
                <c:pt idx="34673">
                  <c:v>3</c:v>
                </c:pt>
                <c:pt idx="34674">
                  <c:v>1</c:v>
                </c:pt>
                <c:pt idx="34675">
                  <c:v>3</c:v>
                </c:pt>
                <c:pt idx="34676">
                  <c:v>1</c:v>
                </c:pt>
                <c:pt idx="34677">
                  <c:v>2</c:v>
                </c:pt>
                <c:pt idx="34678">
                  <c:v>2</c:v>
                </c:pt>
                <c:pt idx="34679">
                  <c:v>1</c:v>
                </c:pt>
                <c:pt idx="34680">
                  <c:v>3</c:v>
                </c:pt>
                <c:pt idx="34681">
                  <c:v>3</c:v>
                </c:pt>
                <c:pt idx="34682">
                  <c:v>2</c:v>
                </c:pt>
                <c:pt idx="34683">
                  <c:v>4</c:v>
                </c:pt>
                <c:pt idx="34684">
                  <c:v>2</c:v>
                </c:pt>
                <c:pt idx="34685">
                  <c:v>1</c:v>
                </c:pt>
                <c:pt idx="34686">
                  <c:v>1</c:v>
                </c:pt>
                <c:pt idx="34687">
                  <c:v>1</c:v>
                </c:pt>
                <c:pt idx="34688">
                  <c:v>1</c:v>
                </c:pt>
                <c:pt idx="34689">
                  <c:v>1</c:v>
                </c:pt>
                <c:pt idx="34690">
                  <c:v>1</c:v>
                </c:pt>
                <c:pt idx="34691">
                  <c:v>1</c:v>
                </c:pt>
                <c:pt idx="34692">
                  <c:v>1</c:v>
                </c:pt>
                <c:pt idx="34693">
                  <c:v>1</c:v>
                </c:pt>
                <c:pt idx="34694">
                  <c:v>1</c:v>
                </c:pt>
                <c:pt idx="34695">
                  <c:v>1</c:v>
                </c:pt>
                <c:pt idx="34696">
                  <c:v>1</c:v>
                </c:pt>
                <c:pt idx="34697">
                  <c:v>1</c:v>
                </c:pt>
                <c:pt idx="34698">
                  <c:v>1</c:v>
                </c:pt>
                <c:pt idx="34699">
                  <c:v>1</c:v>
                </c:pt>
                <c:pt idx="34700">
                  <c:v>1</c:v>
                </c:pt>
                <c:pt idx="34701">
                  <c:v>1</c:v>
                </c:pt>
                <c:pt idx="34702">
                  <c:v>1</c:v>
                </c:pt>
                <c:pt idx="34703">
                  <c:v>1</c:v>
                </c:pt>
                <c:pt idx="34704">
                  <c:v>2</c:v>
                </c:pt>
                <c:pt idx="34705">
                  <c:v>1</c:v>
                </c:pt>
                <c:pt idx="34706">
                  <c:v>2</c:v>
                </c:pt>
                <c:pt idx="34707">
                  <c:v>1</c:v>
                </c:pt>
                <c:pt idx="34708">
                  <c:v>1</c:v>
                </c:pt>
                <c:pt idx="34709">
                  <c:v>1</c:v>
                </c:pt>
                <c:pt idx="34710">
                  <c:v>2</c:v>
                </c:pt>
                <c:pt idx="34711">
                  <c:v>1</c:v>
                </c:pt>
                <c:pt idx="34712">
                  <c:v>3</c:v>
                </c:pt>
                <c:pt idx="34713">
                  <c:v>3</c:v>
                </c:pt>
                <c:pt idx="34714">
                  <c:v>3</c:v>
                </c:pt>
                <c:pt idx="34715">
                  <c:v>-3</c:v>
                </c:pt>
                <c:pt idx="34716">
                  <c:v>3</c:v>
                </c:pt>
                <c:pt idx="34717">
                  <c:v>1</c:v>
                </c:pt>
                <c:pt idx="34718">
                  <c:v>1</c:v>
                </c:pt>
                <c:pt idx="34719">
                  <c:v>1</c:v>
                </c:pt>
                <c:pt idx="34720">
                  <c:v>0</c:v>
                </c:pt>
                <c:pt idx="34721">
                  <c:v>3</c:v>
                </c:pt>
                <c:pt idx="34722">
                  <c:v>1</c:v>
                </c:pt>
                <c:pt idx="34723">
                  <c:v>1</c:v>
                </c:pt>
                <c:pt idx="34724">
                  <c:v>10</c:v>
                </c:pt>
                <c:pt idx="34725">
                  <c:v>3</c:v>
                </c:pt>
                <c:pt idx="34726">
                  <c:v>6</c:v>
                </c:pt>
                <c:pt idx="34727">
                  <c:v>4</c:v>
                </c:pt>
                <c:pt idx="34728">
                  <c:v>1</c:v>
                </c:pt>
                <c:pt idx="34729">
                  <c:v>2</c:v>
                </c:pt>
                <c:pt idx="34730">
                  <c:v>3</c:v>
                </c:pt>
                <c:pt idx="34731">
                  <c:v>1</c:v>
                </c:pt>
                <c:pt idx="34732">
                  <c:v>2</c:v>
                </c:pt>
                <c:pt idx="34733">
                  <c:v>1</c:v>
                </c:pt>
                <c:pt idx="34734">
                  <c:v>3</c:v>
                </c:pt>
                <c:pt idx="34735">
                  <c:v>1</c:v>
                </c:pt>
                <c:pt idx="34736">
                  <c:v>1</c:v>
                </c:pt>
                <c:pt idx="34737">
                  <c:v>3</c:v>
                </c:pt>
                <c:pt idx="34738">
                  <c:v>1</c:v>
                </c:pt>
                <c:pt idx="34739">
                  <c:v>1</c:v>
                </c:pt>
                <c:pt idx="34740">
                  <c:v>3</c:v>
                </c:pt>
                <c:pt idx="34741">
                  <c:v>2</c:v>
                </c:pt>
                <c:pt idx="34742">
                  <c:v>2</c:v>
                </c:pt>
                <c:pt idx="34743">
                  <c:v>3</c:v>
                </c:pt>
                <c:pt idx="34744">
                  <c:v>3</c:v>
                </c:pt>
                <c:pt idx="34745">
                  <c:v>2</c:v>
                </c:pt>
                <c:pt idx="34746">
                  <c:v>1</c:v>
                </c:pt>
                <c:pt idx="34747">
                  <c:v>1</c:v>
                </c:pt>
                <c:pt idx="34748">
                  <c:v>2</c:v>
                </c:pt>
                <c:pt idx="34749">
                  <c:v>3</c:v>
                </c:pt>
                <c:pt idx="34750">
                  <c:v>4</c:v>
                </c:pt>
                <c:pt idx="34751">
                  <c:v>4</c:v>
                </c:pt>
                <c:pt idx="34752">
                  <c:v>5</c:v>
                </c:pt>
                <c:pt idx="34753">
                  <c:v>2</c:v>
                </c:pt>
                <c:pt idx="34754">
                  <c:v>2</c:v>
                </c:pt>
                <c:pt idx="34755">
                  <c:v>3</c:v>
                </c:pt>
                <c:pt idx="34756">
                  <c:v>1</c:v>
                </c:pt>
                <c:pt idx="34757">
                  <c:v>1</c:v>
                </c:pt>
                <c:pt idx="34758">
                  <c:v>4</c:v>
                </c:pt>
                <c:pt idx="34759">
                  <c:v>4</c:v>
                </c:pt>
                <c:pt idx="34760">
                  <c:v>1</c:v>
                </c:pt>
                <c:pt idx="34761">
                  <c:v>1</c:v>
                </c:pt>
                <c:pt idx="34762">
                  <c:v>1</c:v>
                </c:pt>
                <c:pt idx="34763">
                  <c:v>1</c:v>
                </c:pt>
                <c:pt idx="34764">
                  <c:v>4</c:v>
                </c:pt>
                <c:pt idx="34765">
                  <c:v>1</c:v>
                </c:pt>
                <c:pt idx="34766">
                  <c:v>4</c:v>
                </c:pt>
                <c:pt idx="34767">
                  <c:v>1</c:v>
                </c:pt>
                <c:pt idx="34768">
                  <c:v>1</c:v>
                </c:pt>
                <c:pt idx="34769">
                  <c:v>1</c:v>
                </c:pt>
                <c:pt idx="34770">
                  <c:v>1</c:v>
                </c:pt>
                <c:pt idx="34771">
                  <c:v>4</c:v>
                </c:pt>
                <c:pt idx="34772">
                  <c:v>1</c:v>
                </c:pt>
                <c:pt idx="34773">
                  <c:v>1</c:v>
                </c:pt>
                <c:pt idx="34774">
                  <c:v>3</c:v>
                </c:pt>
                <c:pt idx="34775">
                  <c:v>3</c:v>
                </c:pt>
                <c:pt idx="34776">
                  <c:v>3</c:v>
                </c:pt>
                <c:pt idx="34777">
                  <c:v>4</c:v>
                </c:pt>
                <c:pt idx="34778">
                  <c:v>1</c:v>
                </c:pt>
                <c:pt idx="34779">
                  <c:v>1</c:v>
                </c:pt>
                <c:pt idx="34780">
                  <c:v>1</c:v>
                </c:pt>
                <c:pt idx="34781">
                  <c:v>1</c:v>
                </c:pt>
                <c:pt idx="34782">
                  <c:v>1</c:v>
                </c:pt>
                <c:pt idx="34783">
                  <c:v>1</c:v>
                </c:pt>
                <c:pt idx="34784">
                  <c:v>2</c:v>
                </c:pt>
                <c:pt idx="34785">
                  <c:v>3</c:v>
                </c:pt>
                <c:pt idx="34786">
                  <c:v>2</c:v>
                </c:pt>
                <c:pt idx="34787">
                  <c:v>3</c:v>
                </c:pt>
                <c:pt idx="34788">
                  <c:v>3</c:v>
                </c:pt>
                <c:pt idx="34789">
                  <c:v>3</c:v>
                </c:pt>
                <c:pt idx="34790">
                  <c:v>4</c:v>
                </c:pt>
                <c:pt idx="34791">
                  <c:v>4</c:v>
                </c:pt>
                <c:pt idx="34792">
                  <c:v>2</c:v>
                </c:pt>
                <c:pt idx="34793">
                  <c:v>4</c:v>
                </c:pt>
                <c:pt idx="34794">
                  <c:v>3</c:v>
                </c:pt>
                <c:pt idx="34795">
                  <c:v>2</c:v>
                </c:pt>
                <c:pt idx="34796">
                  <c:v>4</c:v>
                </c:pt>
                <c:pt idx="34797">
                  <c:v>2</c:v>
                </c:pt>
                <c:pt idx="34798">
                  <c:v>2</c:v>
                </c:pt>
                <c:pt idx="34799">
                  <c:v>1</c:v>
                </c:pt>
                <c:pt idx="34800">
                  <c:v>4</c:v>
                </c:pt>
                <c:pt idx="34801">
                  <c:v>2</c:v>
                </c:pt>
                <c:pt idx="34802">
                  <c:v>2</c:v>
                </c:pt>
                <c:pt idx="34803">
                  <c:v>1</c:v>
                </c:pt>
                <c:pt idx="34804">
                  <c:v>3</c:v>
                </c:pt>
                <c:pt idx="34805">
                  <c:v>2</c:v>
                </c:pt>
                <c:pt idx="34806">
                  <c:v>2</c:v>
                </c:pt>
                <c:pt idx="34807">
                  <c:v>3</c:v>
                </c:pt>
                <c:pt idx="34808">
                  <c:v>1</c:v>
                </c:pt>
                <c:pt idx="34809">
                  <c:v>4</c:v>
                </c:pt>
                <c:pt idx="34810">
                  <c:v>3</c:v>
                </c:pt>
                <c:pt idx="34811">
                  <c:v>2</c:v>
                </c:pt>
                <c:pt idx="34812">
                  <c:v>2</c:v>
                </c:pt>
                <c:pt idx="34813">
                  <c:v>2</c:v>
                </c:pt>
                <c:pt idx="34814">
                  <c:v>2</c:v>
                </c:pt>
                <c:pt idx="34815">
                  <c:v>1</c:v>
                </c:pt>
                <c:pt idx="34816">
                  <c:v>2</c:v>
                </c:pt>
                <c:pt idx="34817">
                  <c:v>2</c:v>
                </c:pt>
                <c:pt idx="34818">
                  <c:v>2</c:v>
                </c:pt>
                <c:pt idx="34819">
                  <c:v>2</c:v>
                </c:pt>
                <c:pt idx="34820">
                  <c:v>1</c:v>
                </c:pt>
                <c:pt idx="34821">
                  <c:v>1</c:v>
                </c:pt>
                <c:pt idx="34822">
                  <c:v>1</c:v>
                </c:pt>
                <c:pt idx="34823">
                  <c:v>2</c:v>
                </c:pt>
                <c:pt idx="34824">
                  <c:v>2</c:v>
                </c:pt>
                <c:pt idx="34825">
                  <c:v>2</c:v>
                </c:pt>
                <c:pt idx="34826">
                  <c:v>2</c:v>
                </c:pt>
                <c:pt idx="34827">
                  <c:v>2</c:v>
                </c:pt>
                <c:pt idx="34828">
                  <c:v>2</c:v>
                </c:pt>
                <c:pt idx="34829">
                  <c:v>2</c:v>
                </c:pt>
                <c:pt idx="34830">
                  <c:v>2</c:v>
                </c:pt>
                <c:pt idx="34831">
                  <c:v>4</c:v>
                </c:pt>
                <c:pt idx="34832">
                  <c:v>1</c:v>
                </c:pt>
                <c:pt idx="34833">
                  <c:v>2</c:v>
                </c:pt>
                <c:pt idx="34834">
                  <c:v>2</c:v>
                </c:pt>
                <c:pt idx="34835">
                  <c:v>2</c:v>
                </c:pt>
                <c:pt idx="34836">
                  <c:v>3</c:v>
                </c:pt>
                <c:pt idx="34837">
                  <c:v>2</c:v>
                </c:pt>
                <c:pt idx="34838">
                  <c:v>2</c:v>
                </c:pt>
                <c:pt idx="34839">
                  <c:v>4</c:v>
                </c:pt>
                <c:pt idx="34840">
                  <c:v>4</c:v>
                </c:pt>
                <c:pt idx="34841">
                  <c:v>3</c:v>
                </c:pt>
                <c:pt idx="34842">
                  <c:v>2</c:v>
                </c:pt>
                <c:pt idx="34843">
                  <c:v>2</c:v>
                </c:pt>
                <c:pt idx="34844">
                  <c:v>2</c:v>
                </c:pt>
                <c:pt idx="34845">
                  <c:v>3</c:v>
                </c:pt>
                <c:pt idx="34846">
                  <c:v>1</c:v>
                </c:pt>
                <c:pt idx="34847">
                  <c:v>1</c:v>
                </c:pt>
                <c:pt idx="34848">
                  <c:v>2</c:v>
                </c:pt>
                <c:pt idx="34849">
                  <c:v>2</c:v>
                </c:pt>
                <c:pt idx="34850">
                  <c:v>5</c:v>
                </c:pt>
                <c:pt idx="34851">
                  <c:v>2</c:v>
                </c:pt>
                <c:pt idx="34852">
                  <c:v>2</c:v>
                </c:pt>
                <c:pt idx="34853">
                  <c:v>2</c:v>
                </c:pt>
                <c:pt idx="34854">
                  <c:v>2</c:v>
                </c:pt>
                <c:pt idx="34855">
                  <c:v>6</c:v>
                </c:pt>
                <c:pt idx="34856">
                  <c:v>5</c:v>
                </c:pt>
                <c:pt idx="34857">
                  <c:v>2</c:v>
                </c:pt>
                <c:pt idx="34858">
                  <c:v>5</c:v>
                </c:pt>
                <c:pt idx="34859">
                  <c:v>2</c:v>
                </c:pt>
                <c:pt idx="34860">
                  <c:v>2</c:v>
                </c:pt>
                <c:pt idx="34861">
                  <c:v>2</c:v>
                </c:pt>
                <c:pt idx="34862">
                  <c:v>2</c:v>
                </c:pt>
                <c:pt idx="34863">
                  <c:v>2</c:v>
                </c:pt>
                <c:pt idx="34864">
                  <c:v>6</c:v>
                </c:pt>
                <c:pt idx="34865">
                  <c:v>2</c:v>
                </c:pt>
                <c:pt idx="34866">
                  <c:v>2</c:v>
                </c:pt>
                <c:pt idx="34867">
                  <c:v>2</c:v>
                </c:pt>
                <c:pt idx="34868">
                  <c:v>1</c:v>
                </c:pt>
                <c:pt idx="34869">
                  <c:v>3</c:v>
                </c:pt>
                <c:pt idx="34870">
                  <c:v>3</c:v>
                </c:pt>
                <c:pt idx="34871">
                  <c:v>3</c:v>
                </c:pt>
                <c:pt idx="34872">
                  <c:v>3</c:v>
                </c:pt>
                <c:pt idx="34873">
                  <c:v>8</c:v>
                </c:pt>
                <c:pt idx="34874">
                  <c:v>12</c:v>
                </c:pt>
                <c:pt idx="34875">
                  <c:v>2</c:v>
                </c:pt>
                <c:pt idx="34876">
                  <c:v>1</c:v>
                </c:pt>
                <c:pt idx="34877">
                  <c:v>5</c:v>
                </c:pt>
                <c:pt idx="34878">
                  <c:v>4</c:v>
                </c:pt>
                <c:pt idx="34879">
                  <c:v>-1</c:v>
                </c:pt>
                <c:pt idx="34880">
                  <c:v>4</c:v>
                </c:pt>
                <c:pt idx="34881">
                  <c:v>2</c:v>
                </c:pt>
                <c:pt idx="34882">
                  <c:v>2</c:v>
                </c:pt>
                <c:pt idx="34883">
                  <c:v>1</c:v>
                </c:pt>
                <c:pt idx="34884">
                  <c:v>3</c:v>
                </c:pt>
                <c:pt idx="34885">
                  <c:v>2</c:v>
                </c:pt>
                <c:pt idx="34886">
                  <c:v>1</c:v>
                </c:pt>
                <c:pt idx="34887">
                  <c:v>4</c:v>
                </c:pt>
                <c:pt idx="34888">
                  <c:v>1</c:v>
                </c:pt>
                <c:pt idx="34889">
                  <c:v>1</c:v>
                </c:pt>
                <c:pt idx="34890">
                  <c:v>2</c:v>
                </c:pt>
                <c:pt idx="34891">
                  <c:v>2</c:v>
                </c:pt>
                <c:pt idx="34892">
                  <c:v>4</c:v>
                </c:pt>
                <c:pt idx="34893">
                  <c:v>1</c:v>
                </c:pt>
                <c:pt idx="34894">
                  <c:v>1</c:v>
                </c:pt>
                <c:pt idx="34895">
                  <c:v>1</c:v>
                </c:pt>
                <c:pt idx="34896">
                  <c:v>1</c:v>
                </c:pt>
                <c:pt idx="34897">
                  <c:v>1</c:v>
                </c:pt>
                <c:pt idx="34898">
                  <c:v>1</c:v>
                </c:pt>
                <c:pt idx="34899">
                  <c:v>2</c:v>
                </c:pt>
                <c:pt idx="34900">
                  <c:v>4</c:v>
                </c:pt>
                <c:pt idx="34901">
                  <c:v>4</c:v>
                </c:pt>
                <c:pt idx="34902">
                  <c:v>6</c:v>
                </c:pt>
                <c:pt idx="34903">
                  <c:v>2</c:v>
                </c:pt>
                <c:pt idx="34904">
                  <c:v>2</c:v>
                </c:pt>
                <c:pt idx="34905">
                  <c:v>2</c:v>
                </c:pt>
                <c:pt idx="34906">
                  <c:v>2</c:v>
                </c:pt>
                <c:pt idx="34907">
                  <c:v>2</c:v>
                </c:pt>
                <c:pt idx="34908">
                  <c:v>2</c:v>
                </c:pt>
                <c:pt idx="34909">
                  <c:v>2</c:v>
                </c:pt>
                <c:pt idx="34910">
                  <c:v>-1</c:v>
                </c:pt>
                <c:pt idx="34911">
                  <c:v>2</c:v>
                </c:pt>
                <c:pt idx="34912">
                  <c:v>1</c:v>
                </c:pt>
                <c:pt idx="34913">
                  <c:v>2</c:v>
                </c:pt>
                <c:pt idx="34914">
                  <c:v>2</c:v>
                </c:pt>
                <c:pt idx="34915">
                  <c:v>3</c:v>
                </c:pt>
                <c:pt idx="34916">
                  <c:v>2</c:v>
                </c:pt>
                <c:pt idx="34917">
                  <c:v>1</c:v>
                </c:pt>
                <c:pt idx="34918">
                  <c:v>1</c:v>
                </c:pt>
                <c:pt idx="34919">
                  <c:v>1</c:v>
                </c:pt>
                <c:pt idx="34920">
                  <c:v>1</c:v>
                </c:pt>
                <c:pt idx="34921">
                  <c:v>2</c:v>
                </c:pt>
                <c:pt idx="34922">
                  <c:v>2</c:v>
                </c:pt>
                <c:pt idx="34923">
                  <c:v>2</c:v>
                </c:pt>
                <c:pt idx="34924">
                  <c:v>2</c:v>
                </c:pt>
                <c:pt idx="34925">
                  <c:v>2</c:v>
                </c:pt>
                <c:pt idx="34926">
                  <c:v>3</c:v>
                </c:pt>
                <c:pt idx="34927">
                  <c:v>1</c:v>
                </c:pt>
                <c:pt idx="34928">
                  <c:v>3</c:v>
                </c:pt>
                <c:pt idx="34929">
                  <c:v>3</c:v>
                </c:pt>
                <c:pt idx="34930">
                  <c:v>2</c:v>
                </c:pt>
                <c:pt idx="34931">
                  <c:v>5</c:v>
                </c:pt>
                <c:pt idx="34932">
                  <c:v>2</c:v>
                </c:pt>
                <c:pt idx="34933">
                  <c:v>2</c:v>
                </c:pt>
                <c:pt idx="34934">
                  <c:v>2</c:v>
                </c:pt>
                <c:pt idx="34935">
                  <c:v>1</c:v>
                </c:pt>
                <c:pt idx="34936">
                  <c:v>3</c:v>
                </c:pt>
                <c:pt idx="34937">
                  <c:v>2</c:v>
                </c:pt>
                <c:pt idx="34938">
                  <c:v>2</c:v>
                </c:pt>
                <c:pt idx="34939">
                  <c:v>1</c:v>
                </c:pt>
                <c:pt idx="34940">
                  <c:v>1</c:v>
                </c:pt>
                <c:pt idx="34941">
                  <c:v>2</c:v>
                </c:pt>
                <c:pt idx="34942">
                  <c:v>1</c:v>
                </c:pt>
                <c:pt idx="34943">
                  <c:v>1</c:v>
                </c:pt>
                <c:pt idx="34944">
                  <c:v>1</c:v>
                </c:pt>
                <c:pt idx="34945">
                  <c:v>2</c:v>
                </c:pt>
                <c:pt idx="34946">
                  <c:v>2</c:v>
                </c:pt>
                <c:pt idx="34947">
                  <c:v>2</c:v>
                </c:pt>
                <c:pt idx="34948">
                  <c:v>2</c:v>
                </c:pt>
                <c:pt idx="34949">
                  <c:v>2</c:v>
                </c:pt>
                <c:pt idx="34950">
                  <c:v>2</c:v>
                </c:pt>
                <c:pt idx="34951">
                  <c:v>3</c:v>
                </c:pt>
                <c:pt idx="34952">
                  <c:v>2</c:v>
                </c:pt>
                <c:pt idx="34953">
                  <c:v>2</c:v>
                </c:pt>
                <c:pt idx="34954">
                  <c:v>4</c:v>
                </c:pt>
                <c:pt idx="34955">
                  <c:v>2</c:v>
                </c:pt>
                <c:pt idx="34956">
                  <c:v>3</c:v>
                </c:pt>
                <c:pt idx="34957">
                  <c:v>3</c:v>
                </c:pt>
                <c:pt idx="34958">
                  <c:v>2</c:v>
                </c:pt>
                <c:pt idx="34959">
                  <c:v>4</c:v>
                </c:pt>
                <c:pt idx="34960">
                  <c:v>1</c:v>
                </c:pt>
                <c:pt idx="34961">
                  <c:v>6</c:v>
                </c:pt>
                <c:pt idx="34962">
                  <c:v>2</c:v>
                </c:pt>
                <c:pt idx="34963">
                  <c:v>2</c:v>
                </c:pt>
                <c:pt idx="34964">
                  <c:v>4</c:v>
                </c:pt>
                <c:pt idx="34965">
                  <c:v>3</c:v>
                </c:pt>
                <c:pt idx="34966">
                  <c:v>2</c:v>
                </c:pt>
                <c:pt idx="34967">
                  <c:v>2</c:v>
                </c:pt>
                <c:pt idx="34968">
                  <c:v>3</c:v>
                </c:pt>
                <c:pt idx="34969">
                  <c:v>2</c:v>
                </c:pt>
                <c:pt idx="34970">
                  <c:v>2</c:v>
                </c:pt>
                <c:pt idx="34971">
                  <c:v>1</c:v>
                </c:pt>
                <c:pt idx="34972">
                  <c:v>1</c:v>
                </c:pt>
                <c:pt idx="34973">
                  <c:v>2</c:v>
                </c:pt>
                <c:pt idx="34974">
                  <c:v>4</c:v>
                </c:pt>
                <c:pt idx="34975">
                  <c:v>1</c:v>
                </c:pt>
                <c:pt idx="34976">
                  <c:v>2</c:v>
                </c:pt>
                <c:pt idx="34977">
                  <c:v>1</c:v>
                </c:pt>
                <c:pt idx="34978">
                  <c:v>2</c:v>
                </c:pt>
                <c:pt idx="34979">
                  <c:v>1</c:v>
                </c:pt>
                <c:pt idx="34980">
                  <c:v>2</c:v>
                </c:pt>
                <c:pt idx="34981">
                  <c:v>2</c:v>
                </c:pt>
                <c:pt idx="34982">
                  <c:v>2</c:v>
                </c:pt>
                <c:pt idx="34983">
                  <c:v>1</c:v>
                </c:pt>
                <c:pt idx="34984">
                  <c:v>3</c:v>
                </c:pt>
                <c:pt idx="34985">
                  <c:v>1</c:v>
                </c:pt>
                <c:pt idx="34986">
                  <c:v>2</c:v>
                </c:pt>
                <c:pt idx="34987">
                  <c:v>3</c:v>
                </c:pt>
                <c:pt idx="34988">
                  <c:v>2</c:v>
                </c:pt>
                <c:pt idx="34989">
                  <c:v>1</c:v>
                </c:pt>
                <c:pt idx="34990">
                  <c:v>2</c:v>
                </c:pt>
                <c:pt idx="34991">
                  <c:v>2</c:v>
                </c:pt>
                <c:pt idx="34992">
                  <c:v>2</c:v>
                </c:pt>
                <c:pt idx="34993">
                  <c:v>2</c:v>
                </c:pt>
                <c:pt idx="34994">
                  <c:v>2</c:v>
                </c:pt>
                <c:pt idx="34995">
                  <c:v>1</c:v>
                </c:pt>
                <c:pt idx="34996">
                  <c:v>2</c:v>
                </c:pt>
                <c:pt idx="34997">
                  <c:v>1</c:v>
                </c:pt>
                <c:pt idx="34998">
                  <c:v>1</c:v>
                </c:pt>
                <c:pt idx="34999">
                  <c:v>2</c:v>
                </c:pt>
                <c:pt idx="35000">
                  <c:v>2</c:v>
                </c:pt>
                <c:pt idx="35001">
                  <c:v>3</c:v>
                </c:pt>
                <c:pt idx="35002">
                  <c:v>1</c:v>
                </c:pt>
                <c:pt idx="35003">
                  <c:v>3</c:v>
                </c:pt>
                <c:pt idx="35004">
                  <c:v>2</c:v>
                </c:pt>
                <c:pt idx="35005">
                  <c:v>3</c:v>
                </c:pt>
                <c:pt idx="35006">
                  <c:v>2</c:v>
                </c:pt>
                <c:pt idx="35007">
                  <c:v>2</c:v>
                </c:pt>
                <c:pt idx="35008">
                  <c:v>2</c:v>
                </c:pt>
                <c:pt idx="35009">
                  <c:v>3</c:v>
                </c:pt>
                <c:pt idx="35010">
                  <c:v>1</c:v>
                </c:pt>
                <c:pt idx="35011">
                  <c:v>2</c:v>
                </c:pt>
                <c:pt idx="35012">
                  <c:v>3</c:v>
                </c:pt>
                <c:pt idx="35013">
                  <c:v>2</c:v>
                </c:pt>
                <c:pt idx="35014">
                  <c:v>1</c:v>
                </c:pt>
                <c:pt idx="35015">
                  <c:v>1</c:v>
                </c:pt>
                <c:pt idx="35016">
                  <c:v>1</c:v>
                </c:pt>
                <c:pt idx="35017">
                  <c:v>2</c:v>
                </c:pt>
                <c:pt idx="35018">
                  <c:v>2</c:v>
                </c:pt>
                <c:pt idx="35019">
                  <c:v>3</c:v>
                </c:pt>
                <c:pt idx="35020">
                  <c:v>3</c:v>
                </c:pt>
                <c:pt idx="35021">
                  <c:v>3</c:v>
                </c:pt>
                <c:pt idx="35022">
                  <c:v>2</c:v>
                </c:pt>
                <c:pt idx="35023">
                  <c:v>2</c:v>
                </c:pt>
                <c:pt idx="35024">
                  <c:v>2</c:v>
                </c:pt>
                <c:pt idx="35025">
                  <c:v>1</c:v>
                </c:pt>
                <c:pt idx="35026">
                  <c:v>2</c:v>
                </c:pt>
                <c:pt idx="35027">
                  <c:v>3</c:v>
                </c:pt>
                <c:pt idx="35028">
                  <c:v>2</c:v>
                </c:pt>
                <c:pt idx="35029">
                  <c:v>3</c:v>
                </c:pt>
                <c:pt idx="35030">
                  <c:v>4</c:v>
                </c:pt>
                <c:pt idx="35031">
                  <c:v>2</c:v>
                </c:pt>
                <c:pt idx="35032">
                  <c:v>3</c:v>
                </c:pt>
                <c:pt idx="35033">
                  <c:v>3</c:v>
                </c:pt>
                <c:pt idx="35034">
                  <c:v>3</c:v>
                </c:pt>
                <c:pt idx="35035">
                  <c:v>2</c:v>
                </c:pt>
                <c:pt idx="35036">
                  <c:v>3</c:v>
                </c:pt>
                <c:pt idx="35037">
                  <c:v>3</c:v>
                </c:pt>
                <c:pt idx="35038">
                  <c:v>4</c:v>
                </c:pt>
                <c:pt idx="35039">
                  <c:v>4</c:v>
                </c:pt>
                <c:pt idx="35040">
                  <c:v>1</c:v>
                </c:pt>
                <c:pt idx="35041">
                  <c:v>2</c:v>
                </c:pt>
                <c:pt idx="35042">
                  <c:v>3</c:v>
                </c:pt>
                <c:pt idx="35043">
                  <c:v>1</c:v>
                </c:pt>
                <c:pt idx="35044">
                  <c:v>2</c:v>
                </c:pt>
                <c:pt idx="35045">
                  <c:v>2</c:v>
                </c:pt>
                <c:pt idx="35046">
                  <c:v>2</c:v>
                </c:pt>
                <c:pt idx="35047">
                  <c:v>4</c:v>
                </c:pt>
                <c:pt idx="35048">
                  <c:v>1</c:v>
                </c:pt>
                <c:pt idx="35049">
                  <c:v>1</c:v>
                </c:pt>
                <c:pt idx="35050">
                  <c:v>5</c:v>
                </c:pt>
                <c:pt idx="35051">
                  <c:v>2</c:v>
                </c:pt>
                <c:pt idx="35052">
                  <c:v>3</c:v>
                </c:pt>
                <c:pt idx="35053">
                  <c:v>3</c:v>
                </c:pt>
                <c:pt idx="35054">
                  <c:v>2</c:v>
                </c:pt>
                <c:pt idx="35055">
                  <c:v>2</c:v>
                </c:pt>
                <c:pt idx="35056">
                  <c:v>3</c:v>
                </c:pt>
                <c:pt idx="35057">
                  <c:v>2</c:v>
                </c:pt>
                <c:pt idx="35058">
                  <c:v>3</c:v>
                </c:pt>
                <c:pt idx="35059">
                  <c:v>2</c:v>
                </c:pt>
                <c:pt idx="35060">
                  <c:v>1</c:v>
                </c:pt>
                <c:pt idx="35061">
                  <c:v>2</c:v>
                </c:pt>
                <c:pt idx="35062">
                  <c:v>3</c:v>
                </c:pt>
                <c:pt idx="35063">
                  <c:v>1</c:v>
                </c:pt>
                <c:pt idx="35064">
                  <c:v>2</c:v>
                </c:pt>
                <c:pt idx="35065">
                  <c:v>5</c:v>
                </c:pt>
                <c:pt idx="35066">
                  <c:v>2</c:v>
                </c:pt>
                <c:pt idx="35067">
                  <c:v>1</c:v>
                </c:pt>
                <c:pt idx="35068">
                  <c:v>2</c:v>
                </c:pt>
                <c:pt idx="35069">
                  <c:v>3</c:v>
                </c:pt>
                <c:pt idx="35070">
                  <c:v>2</c:v>
                </c:pt>
                <c:pt idx="35071">
                  <c:v>5</c:v>
                </c:pt>
                <c:pt idx="35072">
                  <c:v>4</c:v>
                </c:pt>
                <c:pt idx="35073">
                  <c:v>3</c:v>
                </c:pt>
                <c:pt idx="35074">
                  <c:v>5</c:v>
                </c:pt>
                <c:pt idx="35075">
                  <c:v>3</c:v>
                </c:pt>
                <c:pt idx="35076">
                  <c:v>3</c:v>
                </c:pt>
                <c:pt idx="35077">
                  <c:v>2</c:v>
                </c:pt>
                <c:pt idx="35078">
                  <c:v>5</c:v>
                </c:pt>
                <c:pt idx="35079">
                  <c:v>3</c:v>
                </c:pt>
                <c:pt idx="35080">
                  <c:v>5</c:v>
                </c:pt>
                <c:pt idx="35081">
                  <c:v>3</c:v>
                </c:pt>
                <c:pt idx="35082">
                  <c:v>5</c:v>
                </c:pt>
                <c:pt idx="35083">
                  <c:v>4</c:v>
                </c:pt>
                <c:pt idx="35084">
                  <c:v>5</c:v>
                </c:pt>
                <c:pt idx="35085">
                  <c:v>3</c:v>
                </c:pt>
                <c:pt idx="35086">
                  <c:v>4</c:v>
                </c:pt>
                <c:pt idx="35087">
                  <c:v>2</c:v>
                </c:pt>
                <c:pt idx="35088">
                  <c:v>3</c:v>
                </c:pt>
                <c:pt idx="35089">
                  <c:v>2</c:v>
                </c:pt>
                <c:pt idx="35090">
                  <c:v>2</c:v>
                </c:pt>
                <c:pt idx="35091">
                  <c:v>3</c:v>
                </c:pt>
                <c:pt idx="35092">
                  <c:v>2</c:v>
                </c:pt>
                <c:pt idx="35093">
                  <c:v>1</c:v>
                </c:pt>
                <c:pt idx="35094">
                  <c:v>2</c:v>
                </c:pt>
                <c:pt idx="35095">
                  <c:v>3</c:v>
                </c:pt>
                <c:pt idx="35096">
                  <c:v>5</c:v>
                </c:pt>
                <c:pt idx="35097">
                  <c:v>2</c:v>
                </c:pt>
                <c:pt idx="35098">
                  <c:v>2</c:v>
                </c:pt>
                <c:pt idx="35099">
                  <c:v>3</c:v>
                </c:pt>
                <c:pt idx="35100">
                  <c:v>4</c:v>
                </c:pt>
                <c:pt idx="35101">
                  <c:v>3</c:v>
                </c:pt>
                <c:pt idx="35102">
                  <c:v>2</c:v>
                </c:pt>
                <c:pt idx="35103">
                  <c:v>2</c:v>
                </c:pt>
                <c:pt idx="35104">
                  <c:v>2</c:v>
                </c:pt>
                <c:pt idx="35105">
                  <c:v>2</c:v>
                </c:pt>
                <c:pt idx="35106">
                  <c:v>2</c:v>
                </c:pt>
                <c:pt idx="35107">
                  <c:v>2</c:v>
                </c:pt>
                <c:pt idx="35108">
                  <c:v>5</c:v>
                </c:pt>
                <c:pt idx="35109">
                  <c:v>1</c:v>
                </c:pt>
                <c:pt idx="35110">
                  <c:v>1</c:v>
                </c:pt>
                <c:pt idx="35111">
                  <c:v>1</c:v>
                </c:pt>
                <c:pt idx="35112">
                  <c:v>1</c:v>
                </c:pt>
                <c:pt idx="35113">
                  <c:v>2</c:v>
                </c:pt>
                <c:pt idx="35114">
                  <c:v>4</c:v>
                </c:pt>
                <c:pt idx="35115">
                  <c:v>3</c:v>
                </c:pt>
                <c:pt idx="35116">
                  <c:v>3</c:v>
                </c:pt>
                <c:pt idx="35117">
                  <c:v>4</c:v>
                </c:pt>
                <c:pt idx="35118">
                  <c:v>3</c:v>
                </c:pt>
                <c:pt idx="35119">
                  <c:v>3</c:v>
                </c:pt>
                <c:pt idx="35120">
                  <c:v>3</c:v>
                </c:pt>
                <c:pt idx="35121">
                  <c:v>2</c:v>
                </c:pt>
                <c:pt idx="35122">
                  <c:v>2</c:v>
                </c:pt>
                <c:pt idx="35123">
                  <c:v>2</c:v>
                </c:pt>
                <c:pt idx="35124">
                  <c:v>3</c:v>
                </c:pt>
                <c:pt idx="35125">
                  <c:v>2</c:v>
                </c:pt>
                <c:pt idx="35126">
                  <c:v>2</c:v>
                </c:pt>
                <c:pt idx="35127">
                  <c:v>2</c:v>
                </c:pt>
                <c:pt idx="35128">
                  <c:v>1</c:v>
                </c:pt>
                <c:pt idx="35129">
                  <c:v>1</c:v>
                </c:pt>
                <c:pt idx="35130">
                  <c:v>2</c:v>
                </c:pt>
                <c:pt idx="35131">
                  <c:v>1</c:v>
                </c:pt>
                <c:pt idx="35132">
                  <c:v>2</c:v>
                </c:pt>
                <c:pt idx="35133">
                  <c:v>2</c:v>
                </c:pt>
                <c:pt idx="35134">
                  <c:v>2</c:v>
                </c:pt>
                <c:pt idx="35135">
                  <c:v>3</c:v>
                </c:pt>
                <c:pt idx="35136">
                  <c:v>1</c:v>
                </c:pt>
                <c:pt idx="35137">
                  <c:v>2</c:v>
                </c:pt>
                <c:pt idx="35138">
                  <c:v>4</c:v>
                </c:pt>
                <c:pt idx="35139">
                  <c:v>2</c:v>
                </c:pt>
                <c:pt idx="35140">
                  <c:v>5</c:v>
                </c:pt>
                <c:pt idx="35141">
                  <c:v>4</c:v>
                </c:pt>
                <c:pt idx="35142">
                  <c:v>3</c:v>
                </c:pt>
                <c:pt idx="35143">
                  <c:v>8</c:v>
                </c:pt>
                <c:pt idx="35144">
                  <c:v>1</c:v>
                </c:pt>
                <c:pt idx="35145">
                  <c:v>2</c:v>
                </c:pt>
                <c:pt idx="35146">
                  <c:v>2</c:v>
                </c:pt>
                <c:pt idx="35147">
                  <c:v>2</c:v>
                </c:pt>
                <c:pt idx="35148">
                  <c:v>2</c:v>
                </c:pt>
                <c:pt idx="35149">
                  <c:v>3</c:v>
                </c:pt>
                <c:pt idx="35150">
                  <c:v>4</c:v>
                </c:pt>
                <c:pt idx="35151">
                  <c:v>1</c:v>
                </c:pt>
                <c:pt idx="35152">
                  <c:v>2</c:v>
                </c:pt>
                <c:pt idx="35153">
                  <c:v>2</c:v>
                </c:pt>
                <c:pt idx="35154">
                  <c:v>2</c:v>
                </c:pt>
                <c:pt idx="35155">
                  <c:v>1</c:v>
                </c:pt>
                <c:pt idx="35156">
                  <c:v>2</c:v>
                </c:pt>
                <c:pt idx="35157">
                  <c:v>1</c:v>
                </c:pt>
                <c:pt idx="35158">
                  <c:v>2</c:v>
                </c:pt>
                <c:pt idx="35159">
                  <c:v>3</c:v>
                </c:pt>
                <c:pt idx="35160">
                  <c:v>1</c:v>
                </c:pt>
                <c:pt idx="35161">
                  <c:v>3</c:v>
                </c:pt>
                <c:pt idx="35162">
                  <c:v>2</c:v>
                </c:pt>
                <c:pt idx="35163">
                  <c:v>1</c:v>
                </c:pt>
                <c:pt idx="35164">
                  <c:v>4</c:v>
                </c:pt>
                <c:pt idx="35165">
                  <c:v>2</c:v>
                </c:pt>
                <c:pt idx="35166">
                  <c:v>2</c:v>
                </c:pt>
                <c:pt idx="35167">
                  <c:v>-5</c:v>
                </c:pt>
                <c:pt idx="35168">
                  <c:v>5</c:v>
                </c:pt>
                <c:pt idx="35169">
                  <c:v>5</c:v>
                </c:pt>
                <c:pt idx="35170">
                  <c:v>1</c:v>
                </c:pt>
                <c:pt idx="35171">
                  <c:v>1</c:v>
                </c:pt>
                <c:pt idx="35172">
                  <c:v>3</c:v>
                </c:pt>
                <c:pt idx="35173">
                  <c:v>4</c:v>
                </c:pt>
                <c:pt idx="35174">
                  <c:v>3</c:v>
                </c:pt>
                <c:pt idx="35175">
                  <c:v>2</c:v>
                </c:pt>
                <c:pt idx="35176">
                  <c:v>1</c:v>
                </c:pt>
                <c:pt idx="35177">
                  <c:v>4</c:v>
                </c:pt>
                <c:pt idx="35178">
                  <c:v>2</c:v>
                </c:pt>
                <c:pt idx="35179">
                  <c:v>2</c:v>
                </c:pt>
                <c:pt idx="35180">
                  <c:v>1</c:v>
                </c:pt>
                <c:pt idx="35181">
                  <c:v>1</c:v>
                </c:pt>
                <c:pt idx="35182">
                  <c:v>1</c:v>
                </c:pt>
                <c:pt idx="35183">
                  <c:v>1</c:v>
                </c:pt>
                <c:pt idx="35184">
                  <c:v>1</c:v>
                </c:pt>
                <c:pt idx="35185">
                  <c:v>3</c:v>
                </c:pt>
                <c:pt idx="35186">
                  <c:v>3</c:v>
                </c:pt>
                <c:pt idx="35187">
                  <c:v>3</c:v>
                </c:pt>
                <c:pt idx="35188">
                  <c:v>2</c:v>
                </c:pt>
                <c:pt idx="35189">
                  <c:v>4</c:v>
                </c:pt>
                <c:pt idx="35190">
                  <c:v>1</c:v>
                </c:pt>
                <c:pt idx="35191">
                  <c:v>2</c:v>
                </c:pt>
                <c:pt idx="35192">
                  <c:v>4</c:v>
                </c:pt>
                <c:pt idx="35193">
                  <c:v>4</c:v>
                </c:pt>
                <c:pt idx="35194">
                  <c:v>3</c:v>
                </c:pt>
                <c:pt idx="35195">
                  <c:v>5</c:v>
                </c:pt>
                <c:pt idx="35196">
                  <c:v>4</c:v>
                </c:pt>
                <c:pt idx="35197">
                  <c:v>7</c:v>
                </c:pt>
                <c:pt idx="35198">
                  <c:v>4</c:v>
                </c:pt>
                <c:pt idx="35199">
                  <c:v>5</c:v>
                </c:pt>
                <c:pt idx="35200">
                  <c:v>4</c:v>
                </c:pt>
                <c:pt idx="35201">
                  <c:v>3</c:v>
                </c:pt>
                <c:pt idx="35202">
                  <c:v>3</c:v>
                </c:pt>
                <c:pt idx="35203">
                  <c:v>3</c:v>
                </c:pt>
                <c:pt idx="35204">
                  <c:v>3</c:v>
                </c:pt>
                <c:pt idx="35205">
                  <c:v>3</c:v>
                </c:pt>
                <c:pt idx="35206">
                  <c:v>2</c:v>
                </c:pt>
                <c:pt idx="35207">
                  <c:v>3</c:v>
                </c:pt>
                <c:pt idx="35208">
                  <c:v>2</c:v>
                </c:pt>
                <c:pt idx="35209">
                  <c:v>3</c:v>
                </c:pt>
                <c:pt idx="35210">
                  <c:v>2</c:v>
                </c:pt>
                <c:pt idx="35211">
                  <c:v>2</c:v>
                </c:pt>
                <c:pt idx="35212">
                  <c:v>2</c:v>
                </c:pt>
                <c:pt idx="35213">
                  <c:v>2</c:v>
                </c:pt>
                <c:pt idx="35214">
                  <c:v>2</c:v>
                </c:pt>
                <c:pt idx="35215">
                  <c:v>2</c:v>
                </c:pt>
                <c:pt idx="35216">
                  <c:v>2</c:v>
                </c:pt>
                <c:pt idx="35217">
                  <c:v>2</c:v>
                </c:pt>
                <c:pt idx="35218">
                  <c:v>3</c:v>
                </c:pt>
                <c:pt idx="35219">
                  <c:v>8</c:v>
                </c:pt>
                <c:pt idx="35220">
                  <c:v>1</c:v>
                </c:pt>
                <c:pt idx="35221">
                  <c:v>2</c:v>
                </c:pt>
                <c:pt idx="35222">
                  <c:v>1</c:v>
                </c:pt>
                <c:pt idx="35223">
                  <c:v>1</c:v>
                </c:pt>
                <c:pt idx="35224">
                  <c:v>1</c:v>
                </c:pt>
                <c:pt idx="35225">
                  <c:v>2</c:v>
                </c:pt>
                <c:pt idx="35226">
                  <c:v>2</c:v>
                </c:pt>
                <c:pt idx="35227">
                  <c:v>3</c:v>
                </c:pt>
                <c:pt idx="35228">
                  <c:v>2</c:v>
                </c:pt>
                <c:pt idx="35229">
                  <c:v>3</c:v>
                </c:pt>
                <c:pt idx="35230">
                  <c:v>1</c:v>
                </c:pt>
                <c:pt idx="35231">
                  <c:v>3</c:v>
                </c:pt>
                <c:pt idx="35232">
                  <c:v>3</c:v>
                </c:pt>
                <c:pt idx="35233">
                  <c:v>2</c:v>
                </c:pt>
                <c:pt idx="35234">
                  <c:v>2</c:v>
                </c:pt>
                <c:pt idx="35235">
                  <c:v>2</c:v>
                </c:pt>
                <c:pt idx="35236">
                  <c:v>2</c:v>
                </c:pt>
                <c:pt idx="35237">
                  <c:v>2</c:v>
                </c:pt>
                <c:pt idx="35238">
                  <c:v>4</c:v>
                </c:pt>
                <c:pt idx="35239">
                  <c:v>3</c:v>
                </c:pt>
                <c:pt idx="35240">
                  <c:v>2</c:v>
                </c:pt>
                <c:pt idx="35241">
                  <c:v>1</c:v>
                </c:pt>
                <c:pt idx="35242">
                  <c:v>2</c:v>
                </c:pt>
                <c:pt idx="35243">
                  <c:v>2</c:v>
                </c:pt>
                <c:pt idx="35244">
                  <c:v>3</c:v>
                </c:pt>
                <c:pt idx="35245">
                  <c:v>2</c:v>
                </c:pt>
                <c:pt idx="35246">
                  <c:v>2</c:v>
                </c:pt>
                <c:pt idx="35247">
                  <c:v>2</c:v>
                </c:pt>
                <c:pt idx="35248">
                  <c:v>2</c:v>
                </c:pt>
                <c:pt idx="35249">
                  <c:v>3</c:v>
                </c:pt>
                <c:pt idx="35250">
                  <c:v>1</c:v>
                </c:pt>
                <c:pt idx="35251">
                  <c:v>1</c:v>
                </c:pt>
                <c:pt idx="35252">
                  <c:v>5</c:v>
                </c:pt>
                <c:pt idx="35253">
                  <c:v>3</c:v>
                </c:pt>
                <c:pt idx="35254">
                  <c:v>3</c:v>
                </c:pt>
                <c:pt idx="35255">
                  <c:v>3</c:v>
                </c:pt>
                <c:pt idx="35256">
                  <c:v>3</c:v>
                </c:pt>
                <c:pt idx="35257">
                  <c:v>6</c:v>
                </c:pt>
                <c:pt idx="35258">
                  <c:v>4</c:v>
                </c:pt>
                <c:pt idx="35259">
                  <c:v>4</c:v>
                </c:pt>
                <c:pt idx="35260">
                  <c:v>5</c:v>
                </c:pt>
                <c:pt idx="35261">
                  <c:v>4</c:v>
                </c:pt>
                <c:pt idx="35262">
                  <c:v>2</c:v>
                </c:pt>
                <c:pt idx="35263">
                  <c:v>2</c:v>
                </c:pt>
                <c:pt idx="35264">
                  <c:v>3</c:v>
                </c:pt>
                <c:pt idx="35265">
                  <c:v>3</c:v>
                </c:pt>
                <c:pt idx="35266">
                  <c:v>2</c:v>
                </c:pt>
                <c:pt idx="35267">
                  <c:v>4</c:v>
                </c:pt>
                <c:pt idx="35268">
                  <c:v>4</c:v>
                </c:pt>
                <c:pt idx="35269">
                  <c:v>3</c:v>
                </c:pt>
                <c:pt idx="35270">
                  <c:v>3</c:v>
                </c:pt>
                <c:pt idx="35271">
                  <c:v>5</c:v>
                </c:pt>
                <c:pt idx="35272">
                  <c:v>5</c:v>
                </c:pt>
                <c:pt idx="35273">
                  <c:v>2</c:v>
                </c:pt>
                <c:pt idx="35274">
                  <c:v>2</c:v>
                </c:pt>
                <c:pt idx="35275">
                  <c:v>2</c:v>
                </c:pt>
                <c:pt idx="35276">
                  <c:v>3</c:v>
                </c:pt>
                <c:pt idx="35277">
                  <c:v>3</c:v>
                </c:pt>
                <c:pt idx="35278">
                  <c:v>3</c:v>
                </c:pt>
                <c:pt idx="35279">
                  <c:v>3</c:v>
                </c:pt>
                <c:pt idx="35280">
                  <c:v>2</c:v>
                </c:pt>
                <c:pt idx="35281">
                  <c:v>3</c:v>
                </c:pt>
                <c:pt idx="35282">
                  <c:v>3</c:v>
                </c:pt>
                <c:pt idx="35283">
                  <c:v>2</c:v>
                </c:pt>
                <c:pt idx="35284">
                  <c:v>2</c:v>
                </c:pt>
                <c:pt idx="35285">
                  <c:v>3</c:v>
                </c:pt>
                <c:pt idx="35286">
                  <c:v>1</c:v>
                </c:pt>
                <c:pt idx="35287">
                  <c:v>1</c:v>
                </c:pt>
                <c:pt idx="35288">
                  <c:v>6</c:v>
                </c:pt>
                <c:pt idx="35289">
                  <c:v>2</c:v>
                </c:pt>
                <c:pt idx="35290">
                  <c:v>5</c:v>
                </c:pt>
                <c:pt idx="35291">
                  <c:v>11</c:v>
                </c:pt>
                <c:pt idx="35292">
                  <c:v>3</c:v>
                </c:pt>
                <c:pt idx="35293">
                  <c:v>2</c:v>
                </c:pt>
                <c:pt idx="35294">
                  <c:v>2</c:v>
                </c:pt>
                <c:pt idx="35295">
                  <c:v>2</c:v>
                </c:pt>
                <c:pt idx="35296">
                  <c:v>2</c:v>
                </c:pt>
                <c:pt idx="35297">
                  <c:v>2</c:v>
                </c:pt>
                <c:pt idx="35298">
                  <c:v>2</c:v>
                </c:pt>
                <c:pt idx="35299">
                  <c:v>2</c:v>
                </c:pt>
                <c:pt idx="35300">
                  <c:v>2</c:v>
                </c:pt>
                <c:pt idx="35301">
                  <c:v>5</c:v>
                </c:pt>
                <c:pt idx="35302">
                  <c:v>4</c:v>
                </c:pt>
                <c:pt idx="35303">
                  <c:v>4</c:v>
                </c:pt>
                <c:pt idx="35304">
                  <c:v>2</c:v>
                </c:pt>
                <c:pt idx="35305">
                  <c:v>1</c:v>
                </c:pt>
                <c:pt idx="35306">
                  <c:v>3</c:v>
                </c:pt>
                <c:pt idx="35307">
                  <c:v>4</c:v>
                </c:pt>
                <c:pt idx="35308">
                  <c:v>4</c:v>
                </c:pt>
                <c:pt idx="35309">
                  <c:v>2</c:v>
                </c:pt>
                <c:pt idx="35310">
                  <c:v>2</c:v>
                </c:pt>
                <c:pt idx="35311">
                  <c:v>2</c:v>
                </c:pt>
                <c:pt idx="35312">
                  <c:v>5</c:v>
                </c:pt>
                <c:pt idx="35313">
                  <c:v>2</c:v>
                </c:pt>
                <c:pt idx="35314">
                  <c:v>2</c:v>
                </c:pt>
                <c:pt idx="35315">
                  <c:v>3</c:v>
                </c:pt>
                <c:pt idx="35316">
                  <c:v>2</c:v>
                </c:pt>
                <c:pt idx="35317">
                  <c:v>4</c:v>
                </c:pt>
                <c:pt idx="35318">
                  <c:v>3</c:v>
                </c:pt>
                <c:pt idx="35319">
                  <c:v>3</c:v>
                </c:pt>
                <c:pt idx="35320">
                  <c:v>3</c:v>
                </c:pt>
                <c:pt idx="35321">
                  <c:v>1</c:v>
                </c:pt>
                <c:pt idx="35322">
                  <c:v>3</c:v>
                </c:pt>
                <c:pt idx="35323">
                  <c:v>4</c:v>
                </c:pt>
                <c:pt idx="35324">
                  <c:v>3</c:v>
                </c:pt>
                <c:pt idx="35325">
                  <c:v>2</c:v>
                </c:pt>
                <c:pt idx="35326">
                  <c:v>1</c:v>
                </c:pt>
                <c:pt idx="35327">
                  <c:v>2</c:v>
                </c:pt>
                <c:pt idx="35328">
                  <c:v>3</c:v>
                </c:pt>
                <c:pt idx="35329">
                  <c:v>2</c:v>
                </c:pt>
                <c:pt idx="35330">
                  <c:v>2</c:v>
                </c:pt>
                <c:pt idx="35331">
                  <c:v>2</c:v>
                </c:pt>
                <c:pt idx="35332">
                  <c:v>2</c:v>
                </c:pt>
                <c:pt idx="35333">
                  <c:v>2</c:v>
                </c:pt>
                <c:pt idx="35334">
                  <c:v>3</c:v>
                </c:pt>
                <c:pt idx="35335">
                  <c:v>3</c:v>
                </c:pt>
                <c:pt idx="35336">
                  <c:v>3</c:v>
                </c:pt>
                <c:pt idx="35337">
                  <c:v>2</c:v>
                </c:pt>
                <c:pt idx="35338">
                  <c:v>2</c:v>
                </c:pt>
                <c:pt idx="35339">
                  <c:v>5</c:v>
                </c:pt>
                <c:pt idx="35340">
                  <c:v>6</c:v>
                </c:pt>
                <c:pt idx="35341">
                  <c:v>1</c:v>
                </c:pt>
                <c:pt idx="35342">
                  <c:v>1</c:v>
                </c:pt>
                <c:pt idx="35343">
                  <c:v>2</c:v>
                </c:pt>
                <c:pt idx="35344">
                  <c:v>4</c:v>
                </c:pt>
                <c:pt idx="35345">
                  <c:v>2</c:v>
                </c:pt>
                <c:pt idx="35346">
                  <c:v>2</c:v>
                </c:pt>
                <c:pt idx="35347">
                  <c:v>4</c:v>
                </c:pt>
                <c:pt idx="35348">
                  <c:v>2</c:v>
                </c:pt>
                <c:pt idx="35349">
                  <c:v>6</c:v>
                </c:pt>
                <c:pt idx="35350">
                  <c:v>2</c:v>
                </c:pt>
                <c:pt idx="35351">
                  <c:v>0</c:v>
                </c:pt>
                <c:pt idx="35352">
                  <c:v>4</c:v>
                </c:pt>
                <c:pt idx="35353">
                  <c:v>7</c:v>
                </c:pt>
                <c:pt idx="35354">
                  <c:v>3</c:v>
                </c:pt>
                <c:pt idx="35355">
                  <c:v>3</c:v>
                </c:pt>
                <c:pt idx="35356">
                  <c:v>3</c:v>
                </c:pt>
                <c:pt idx="35357">
                  <c:v>1</c:v>
                </c:pt>
                <c:pt idx="35358">
                  <c:v>2</c:v>
                </c:pt>
                <c:pt idx="35359">
                  <c:v>2</c:v>
                </c:pt>
                <c:pt idx="35360">
                  <c:v>2</c:v>
                </c:pt>
                <c:pt idx="35361">
                  <c:v>3</c:v>
                </c:pt>
                <c:pt idx="35362">
                  <c:v>6</c:v>
                </c:pt>
                <c:pt idx="35363">
                  <c:v>9</c:v>
                </c:pt>
                <c:pt idx="35364">
                  <c:v>6</c:v>
                </c:pt>
                <c:pt idx="35365">
                  <c:v>2</c:v>
                </c:pt>
                <c:pt idx="35366">
                  <c:v>8</c:v>
                </c:pt>
                <c:pt idx="35367">
                  <c:v>8</c:v>
                </c:pt>
                <c:pt idx="35368">
                  <c:v>8</c:v>
                </c:pt>
                <c:pt idx="35369">
                  <c:v>7</c:v>
                </c:pt>
                <c:pt idx="35370">
                  <c:v>5</c:v>
                </c:pt>
                <c:pt idx="35371">
                  <c:v>2</c:v>
                </c:pt>
                <c:pt idx="35372">
                  <c:v>3</c:v>
                </c:pt>
                <c:pt idx="35373">
                  <c:v>2</c:v>
                </c:pt>
                <c:pt idx="35374">
                  <c:v>2</c:v>
                </c:pt>
                <c:pt idx="35375">
                  <c:v>3</c:v>
                </c:pt>
                <c:pt idx="35376">
                  <c:v>3</c:v>
                </c:pt>
                <c:pt idx="35377">
                  <c:v>2</c:v>
                </c:pt>
                <c:pt idx="35378">
                  <c:v>1</c:v>
                </c:pt>
                <c:pt idx="35379">
                  <c:v>2</c:v>
                </c:pt>
                <c:pt idx="35380">
                  <c:v>2</c:v>
                </c:pt>
                <c:pt idx="35381">
                  <c:v>1</c:v>
                </c:pt>
                <c:pt idx="35382">
                  <c:v>1</c:v>
                </c:pt>
                <c:pt idx="35383">
                  <c:v>3</c:v>
                </c:pt>
                <c:pt idx="35384">
                  <c:v>1</c:v>
                </c:pt>
                <c:pt idx="35385">
                  <c:v>2</c:v>
                </c:pt>
                <c:pt idx="35386">
                  <c:v>2</c:v>
                </c:pt>
                <c:pt idx="35387">
                  <c:v>2</c:v>
                </c:pt>
                <c:pt idx="35388">
                  <c:v>6</c:v>
                </c:pt>
                <c:pt idx="35389">
                  <c:v>9</c:v>
                </c:pt>
                <c:pt idx="35390">
                  <c:v>6</c:v>
                </c:pt>
                <c:pt idx="35391">
                  <c:v>4</c:v>
                </c:pt>
                <c:pt idx="35392">
                  <c:v>2</c:v>
                </c:pt>
                <c:pt idx="35393">
                  <c:v>4</c:v>
                </c:pt>
                <c:pt idx="35394">
                  <c:v>3</c:v>
                </c:pt>
                <c:pt idx="35395">
                  <c:v>2</c:v>
                </c:pt>
                <c:pt idx="35396">
                  <c:v>3</c:v>
                </c:pt>
                <c:pt idx="35397">
                  <c:v>2</c:v>
                </c:pt>
                <c:pt idx="35398">
                  <c:v>2</c:v>
                </c:pt>
                <c:pt idx="35399">
                  <c:v>2</c:v>
                </c:pt>
                <c:pt idx="35400">
                  <c:v>2</c:v>
                </c:pt>
                <c:pt idx="35401">
                  <c:v>2</c:v>
                </c:pt>
                <c:pt idx="35402">
                  <c:v>4</c:v>
                </c:pt>
                <c:pt idx="35403">
                  <c:v>2</c:v>
                </c:pt>
                <c:pt idx="35404">
                  <c:v>5</c:v>
                </c:pt>
                <c:pt idx="35405">
                  <c:v>4</c:v>
                </c:pt>
                <c:pt idx="35406">
                  <c:v>4</c:v>
                </c:pt>
                <c:pt idx="35407">
                  <c:v>4</c:v>
                </c:pt>
                <c:pt idx="35408">
                  <c:v>4</c:v>
                </c:pt>
                <c:pt idx="35409">
                  <c:v>4</c:v>
                </c:pt>
                <c:pt idx="35410">
                  <c:v>4</c:v>
                </c:pt>
                <c:pt idx="35411">
                  <c:v>3</c:v>
                </c:pt>
                <c:pt idx="35412">
                  <c:v>4</c:v>
                </c:pt>
                <c:pt idx="35413">
                  <c:v>4</c:v>
                </c:pt>
                <c:pt idx="35414">
                  <c:v>4</c:v>
                </c:pt>
                <c:pt idx="35415">
                  <c:v>5</c:v>
                </c:pt>
                <c:pt idx="35416">
                  <c:v>4</c:v>
                </c:pt>
                <c:pt idx="35417">
                  <c:v>1</c:v>
                </c:pt>
                <c:pt idx="35418">
                  <c:v>2</c:v>
                </c:pt>
                <c:pt idx="35419">
                  <c:v>5</c:v>
                </c:pt>
                <c:pt idx="35420">
                  <c:v>5</c:v>
                </c:pt>
                <c:pt idx="35421">
                  <c:v>6</c:v>
                </c:pt>
                <c:pt idx="35422">
                  <c:v>3</c:v>
                </c:pt>
                <c:pt idx="35423">
                  <c:v>2</c:v>
                </c:pt>
                <c:pt idx="35424">
                  <c:v>1</c:v>
                </c:pt>
                <c:pt idx="35425">
                  <c:v>2</c:v>
                </c:pt>
                <c:pt idx="35426">
                  <c:v>1</c:v>
                </c:pt>
                <c:pt idx="35427">
                  <c:v>2</c:v>
                </c:pt>
                <c:pt idx="35428">
                  <c:v>2</c:v>
                </c:pt>
                <c:pt idx="35429">
                  <c:v>1</c:v>
                </c:pt>
                <c:pt idx="35430">
                  <c:v>3</c:v>
                </c:pt>
                <c:pt idx="35431">
                  <c:v>3</c:v>
                </c:pt>
                <c:pt idx="35432">
                  <c:v>4</c:v>
                </c:pt>
                <c:pt idx="35433">
                  <c:v>3</c:v>
                </c:pt>
                <c:pt idx="35434">
                  <c:v>2</c:v>
                </c:pt>
                <c:pt idx="35435">
                  <c:v>2</c:v>
                </c:pt>
                <c:pt idx="35436">
                  <c:v>1</c:v>
                </c:pt>
                <c:pt idx="35437">
                  <c:v>1</c:v>
                </c:pt>
                <c:pt idx="35438">
                  <c:v>1</c:v>
                </c:pt>
                <c:pt idx="35439">
                  <c:v>2</c:v>
                </c:pt>
                <c:pt idx="35440">
                  <c:v>4</c:v>
                </c:pt>
                <c:pt idx="35441">
                  <c:v>4</c:v>
                </c:pt>
                <c:pt idx="35442">
                  <c:v>3</c:v>
                </c:pt>
                <c:pt idx="35443">
                  <c:v>4</c:v>
                </c:pt>
                <c:pt idx="35444">
                  <c:v>4</c:v>
                </c:pt>
                <c:pt idx="35445">
                  <c:v>3</c:v>
                </c:pt>
                <c:pt idx="35446">
                  <c:v>4</c:v>
                </c:pt>
                <c:pt idx="35447">
                  <c:v>2</c:v>
                </c:pt>
                <c:pt idx="35448">
                  <c:v>2</c:v>
                </c:pt>
                <c:pt idx="35449">
                  <c:v>2</c:v>
                </c:pt>
                <c:pt idx="35450">
                  <c:v>2</c:v>
                </c:pt>
                <c:pt idx="35451">
                  <c:v>3</c:v>
                </c:pt>
                <c:pt idx="35452">
                  <c:v>3</c:v>
                </c:pt>
                <c:pt idx="35453">
                  <c:v>5</c:v>
                </c:pt>
                <c:pt idx="35454">
                  <c:v>2</c:v>
                </c:pt>
                <c:pt idx="35455">
                  <c:v>2</c:v>
                </c:pt>
                <c:pt idx="35456">
                  <c:v>2</c:v>
                </c:pt>
                <c:pt idx="35457">
                  <c:v>2</c:v>
                </c:pt>
                <c:pt idx="35458">
                  <c:v>2</c:v>
                </c:pt>
                <c:pt idx="35459">
                  <c:v>2</c:v>
                </c:pt>
                <c:pt idx="35460">
                  <c:v>2</c:v>
                </c:pt>
                <c:pt idx="35461">
                  <c:v>2</c:v>
                </c:pt>
                <c:pt idx="35462">
                  <c:v>2</c:v>
                </c:pt>
                <c:pt idx="35463">
                  <c:v>2</c:v>
                </c:pt>
                <c:pt idx="35464">
                  <c:v>1</c:v>
                </c:pt>
                <c:pt idx="35465">
                  <c:v>-1</c:v>
                </c:pt>
                <c:pt idx="35466">
                  <c:v>1</c:v>
                </c:pt>
                <c:pt idx="35467">
                  <c:v>-2</c:v>
                </c:pt>
                <c:pt idx="35468">
                  <c:v>2</c:v>
                </c:pt>
                <c:pt idx="35469">
                  <c:v>1</c:v>
                </c:pt>
                <c:pt idx="35470">
                  <c:v>2</c:v>
                </c:pt>
                <c:pt idx="35471">
                  <c:v>5</c:v>
                </c:pt>
                <c:pt idx="35472">
                  <c:v>4</c:v>
                </c:pt>
                <c:pt idx="35473">
                  <c:v>2</c:v>
                </c:pt>
                <c:pt idx="35474">
                  <c:v>3</c:v>
                </c:pt>
                <c:pt idx="35475">
                  <c:v>4</c:v>
                </c:pt>
                <c:pt idx="35476">
                  <c:v>5</c:v>
                </c:pt>
                <c:pt idx="35477">
                  <c:v>5</c:v>
                </c:pt>
                <c:pt idx="35478">
                  <c:v>4</c:v>
                </c:pt>
                <c:pt idx="35479">
                  <c:v>4</c:v>
                </c:pt>
                <c:pt idx="35480">
                  <c:v>5</c:v>
                </c:pt>
                <c:pt idx="35481">
                  <c:v>2</c:v>
                </c:pt>
                <c:pt idx="35482">
                  <c:v>2</c:v>
                </c:pt>
                <c:pt idx="35483">
                  <c:v>4</c:v>
                </c:pt>
                <c:pt idx="35484">
                  <c:v>3</c:v>
                </c:pt>
                <c:pt idx="35485">
                  <c:v>2</c:v>
                </c:pt>
                <c:pt idx="35486">
                  <c:v>2</c:v>
                </c:pt>
                <c:pt idx="35487">
                  <c:v>4</c:v>
                </c:pt>
                <c:pt idx="35488">
                  <c:v>2</c:v>
                </c:pt>
                <c:pt idx="35489">
                  <c:v>4</c:v>
                </c:pt>
                <c:pt idx="35490">
                  <c:v>3</c:v>
                </c:pt>
                <c:pt idx="35491">
                  <c:v>2</c:v>
                </c:pt>
                <c:pt idx="35492">
                  <c:v>2</c:v>
                </c:pt>
                <c:pt idx="35493">
                  <c:v>4</c:v>
                </c:pt>
                <c:pt idx="35494">
                  <c:v>1</c:v>
                </c:pt>
                <c:pt idx="35495">
                  <c:v>2</c:v>
                </c:pt>
                <c:pt idx="35496">
                  <c:v>2</c:v>
                </c:pt>
                <c:pt idx="35497">
                  <c:v>2</c:v>
                </c:pt>
                <c:pt idx="35498">
                  <c:v>2</c:v>
                </c:pt>
                <c:pt idx="35499">
                  <c:v>1</c:v>
                </c:pt>
                <c:pt idx="35500">
                  <c:v>4</c:v>
                </c:pt>
                <c:pt idx="35501">
                  <c:v>2</c:v>
                </c:pt>
                <c:pt idx="35502">
                  <c:v>3</c:v>
                </c:pt>
                <c:pt idx="35503">
                  <c:v>4</c:v>
                </c:pt>
                <c:pt idx="35504">
                  <c:v>4</c:v>
                </c:pt>
                <c:pt idx="35505">
                  <c:v>4</c:v>
                </c:pt>
                <c:pt idx="35506">
                  <c:v>4</c:v>
                </c:pt>
                <c:pt idx="35507">
                  <c:v>4</c:v>
                </c:pt>
                <c:pt idx="35508">
                  <c:v>2</c:v>
                </c:pt>
                <c:pt idx="35509">
                  <c:v>2</c:v>
                </c:pt>
                <c:pt idx="35510">
                  <c:v>2</c:v>
                </c:pt>
                <c:pt idx="35511">
                  <c:v>2</c:v>
                </c:pt>
                <c:pt idx="35512">
                  <c:v>2</c:v>
                </c:pt>
                <c:pt idx="35513">
                  <c:v>2</c:v>
                </c:pt>
                <c:pt idx="35514">
                  <c:v>3</c:v>
                </c:pt>
                <c:pt idx="35515">
                  <c:v>2</c:v>
                </c:pt>
                <c:pt idx="35516">
                  <c:v>2</c:v>
                </c:pt>
                <c:pt idx="35517">
                  <c:v>3</c:v>
                </c:pt>
                <c:pt idx="35518">
                  <c:v>1</c:v>
                </c:pt>
                <c:pt idx="35519">
                  <c:v>2</c:v>
                </c:pt>
                <c:pt idx="35520">
                  <c:v>2</c:v>
                </c:pt>
                <c:pt idx="35521">
                  <c:v>2</c:v>
                </c:pt>
                <c:pt idx="35522">
                  <c:v>2</c:v>
                </c:pt>
                <c:pt idx="35523">
                  <c:v>2</c:v>
                </c:pt>
                <c:pt idx="35524">
                  <c:v>3</c:v>
                </c:pt>
                <c:pt idx="35525">
                  <c:v>2</c:v>
                </c:pt>
                <c:pt idx="35526">
                  <c:v>2</c:v>
                </c:pt>
                <c:pt idx="35527">
                  <c:v>2</c:v>
                </c:pt>
                <c:pt idx="35528">
                  <c:v>2</c:v>
                </c:pt>
                <c:pt idx="35529">
                  <c:v>2</c:v>
                </c:pt>
                <c:pt idx="35530">
                  <c:v>2</c:v>
                </c:pt>
                <c:pt idx="35531">
                  <c:v>2</c:v>
                </c:pt>
                <c:pt idx="35532">
                  <c:v>2</c:v>
                </c:pt>
                <c:pt idx="35533">
                  <c:v>2</c:v>
                </c:pt>
                <c:pt idx="35534">
                  <c:v>2</c:v>
                </c:pt>
                <c:pt idx="35535">
                  <c:v>4</c:v>
                </c:pt>
                <c:pt idx="35536">
                  <c:v>4</c:v>
                </c:pt>
                <c:pt idx="35537">
                  <c:v>3</c:v>
                </c:pt>
                <c:pt idx="35538">
                  <c:v>6</c:v>
                </c:pt>
                <c:pt idx="35539">
                  <c:v>1</c:v>
                </c:pt>
                <c:pt idx="35540">
                  <c:v>4</c:v>
                </c:pt>
                <c:pt idx="35541">
                  <c:v>4</c:v>
                </c:pt>
                <c:pt idx="35542">
                  <c:v>3</c:v>
                </c:pt>
                <c:pt idx="35543">
                  <c:v>5</c:v>
                </c:pt>
                <c:pt idx="35544">
                  <c:v>2</c:v>
                </c:pt>
                <c:pt idx="35545">
                  <c:v>3</c:v>
                </c:pt>
                <c:pt idx="35546">
                  <c:v>3</c:v>
                </c:pt>
                <c:pt idx="35547">
                  <c:v>4</c:v>
                </c:pt>
                <c:pt idx="35548">
                  <c:v>3</c:v>
                </c:pt>
                <c:pt idx="35549">
                  <c:v>2</c:v>
                </c:pt>
                <c:pt idx="35550">
                  <c:v>3</c:v>
                </c:pt>
                <c:pt idx="35551">
                  <c:v>2</c:v>
                </c:pt>
                <c:pt idx="35552">
                  <c:v>2</c:v>
                </c:pt>
                <c:pt idx="35553">
                  <c:v>2</c:v>
                </c:pt>
                <c:pt idx="35554">
                  <c:v>1</c:v>
                </c:pt>
                <c:pt idx="35555">
                  <c:v>1</c:v>
                </c:pt>
                <c:pt idx="35556">
                  <c:v>2</c:v>
                </c:pt>
                <c:pt idx="35557">
                  <c:v>2</c:v>
                </c:pt>
                <c:pt idx="35558">
                  <c:v>1</c:v>
                </c:pt>
                <c:pt idx="35559">
                  <c:v>2</c:v>
                </c:pt>
                <c:pt idx="35560">
                  <c:v>3</c:v>
                </c:pt>
                <c:pt idx="35561">
                  <c:v>1</c:v>
                </c:pt>
                <c:pt idx="35562">
                  <c:v>2</c:v>
                </c:pt>
                <c:pt idx="35563">
                  <c:v>4</c:v>
                </c:pt>
                <c:pt idx="35564">
                  <c:v>3</c:v>
                </c:pt>
                <c:pt idx="35565">
                  <c:v>2</c:v>
                </c:pt>
                <c:pt idx="35566">
                  <c:v>4</c:v>
                </c:pt>
                <c:pt idx="35567">
                  <c:v>1</c:v>
                </c:pt>
                <c:pt idx="35568">
                  <c:v>2</c:v>
                </c:pt>
                <c:pt idx="35569">
                  <c:v>1</c:v>
                </c:pt>
                <c:pt idx="35570">
                  <c:v>3</c:v>
                </c:pt>
                <c:pt idx="35571">
                  <c:v>5</c:v>
                </c:pt>
                <c:pt idx="35572">
                  <c:v>2</c:v>
                </c:pt>
                <c:pt idx="35573">
                  <c:v>2</c:v>
                </c:pt>
                <c:pt idx="35574">
                  <c:v>2</c:v>
                </c:pt>
                <c:pt idx="35575">
                  <c:v>3</c:v>
                </c:pt>
                <c:pt idx="35576">
                  <c:v>3</c:v>
                </c:pt>
                <c:pt idx="35577">
                  <c:v>3</c:v>
                </c:pt>
                <c:pt idx="35578">
                  <c:v>3</c:v>
                </c:pt>
                <c:pt idx="35579">
                  <c:v>2</c:v>
                </c:pt>
                <c:pt idx="35580">
                  <c:v>3</c:v>
                </c:pt>
                <c:pt idx="35581">
                  <c:v>7</c:v>
                </c:pt>
                <c:pt idx="35582">
                  <c:v>5</c:v>
                </c:pt>
                <c:pt idx="35583">
                  <c:v>3</c:v>
                </c:pt>
                <c:pt idx="35584">
                  <c:v>9</c:v>
                </c:pt>
                <c:pt idx="35585">
                  <c:v>3</c:v>
                </c:pt>
                <c:pt idx="35586">
                  <c:v>3</c:v>
                </c:pt>
                <c:pt idx="35587">
                  <c:v>3</c:v>
                </c:pt>
                <c:pt idx="35588">
                  <c:v>4</c:v>
                </c:pt>
                <c:pt idx="35589">
                  <c:v>1</c:v>
                </c:pt>
                <c:pt idx="35590">
                  <c:v>0</c:v>
                </c:pt>
                <c:pt idx="35591">
                  <c:v>4</c:v>
                </c:pt>
                <c:pt idx="35592">
                  <c:v>3</c:v>
                </c:pt>
                <c:pt idx="35593">
                  <c:v>1</c:v>
                </c:pt>
                <c:pt idx="35594">
                  <c:v>1</c:v>
                </c:pt>
                <c:pt idx="35595">
                  <c:v>3</c:v>
                </c:pt>
                <c:pt idx="35596">
                  <c:v>2</c:v>
                </c:pt>
                <c:pt idx="35597">
                  <c:v>2</c:v>
                </c:pt>
                <c:pt idx="35598">
                  <c:v>3</c:v>
                </c:pt>
                <c:pt idx="35599">
                  <c:v>1</c:v>
                </c:pt>
                <c:pt idx="35600">
                  <c:v>1</c:v>
                </c:pt>
                <c:pt idx="35601">
                  <c:v>1</c:v>
                </c:pt>
                <c:pt idx="35602">
                  <c:v>1</c:v>
                </c:pt>
                <c:pt idx="35603">
                  <c:v>2</c:v>
                </c:pt>
                <c:pt idx="35604">
                  <c:v>3</c:v>
                </c:pt>
                <c:pt idx="35605">
                  <c:v>4</c:v>
                </c:pt>
                <c:pt idx="35606">
                  <c:v>0</c:v>
                </c:pt>
                <c:pt idx="35607">
                  <c:v>1</c:v>
                </c:pt>
                <c:pt idx="35608">
                  <c:v>1</c:v>
                </c:pt>
                <c:pt idx="35609">
                  <c:v>1</c:v>
                </c:pt>
                <c:pt idx="35610">
                  <c:v>1</c:v>
                </c:pt>
                <c:pt idx="35611">
                  <c:v>1</c:v>
                </c:pt>
                <c:pt idx="35612">
                  <c:v>1</c:v>
                </c:pt>
                <c:pt idx="35613">
                  <c:v>2</c:v>
                </c:pt>
                <c:pt idx="35614">
                  <c:v>1</c:v>
                </c:pt>
                <c:pt idx="35615">
                  <c:v>1</c:v>
                </c:pt>
                <c:pt idx="35616">
                  <c:v>2</c:v>
                </c:pt>
                <c:pt idx="35617">
                  <c:v>1</c:v>
                </c:pt>
                <c:pt idx="35618">
                  <c:v>1</c:v>
                </c:pt>
                <c:pt idx="35619">
                  <c:v>2</c:v>
                </c:pt>
                <c:pt idx="35620">
                  <c:v>1</c:v>
                </c:pt>
                <c:pt idx="35621">
                  <c:v>1</c:v>
                </c:pt>
                <c:pt idx="35622">
                  <c:v>2</c:v>
                </c:pt>
                <c:pt idx="35623">
                  <c:v>1</c:v>
                </c:pt>
                <c:pt idx="35624">
                  <c:v>1</c:v>
                </c:pt>
                <c:pt idx="35625">
                  <c:v>1</c:v>
                </c:pt>
                <c:pt idx="35626">
                  <c:v>6</c:v>
                </c:pt>
                <c:pt idx="35627">
                  <c:v>1</c:v>
                </c:pt>
                <c:pt idx="35628">
                  <c:v>1</c:v>
                </c:pt>
                <c:pt idx="35629">
                  <c:v>3</c:v>
                </c:pt>
                <c:pt idx="35630">
                  <c:v>2</c:v>
                </c:pt>
                <c:pt idx="35631">
                  <c:v>2</c:v>
                </c:pt>
                <c:pt idx="35632">
                  <c:v>2</c:v>
                </c:pt>
                <c:pt idx="35633">
                  <c:v>2</c:v>
                </c:pt>
                <c:pt idx="35634">
                  <c:v>2</c:v>
                </c:pt>
                <c:pt idx="35635">
                  <c:v>2</c:v>
                </c:pt>
                <c:pt idx="35636">
                  <c:v>2</c:v>
                </c:pt>
                <c:pt idx="35637">
                  <c:v>2</c:v>
                </c:pt>
                <c:pt idx="35638">
                  <c:v>2</c:v>
                </c:pt>
                <c:pt idx="35639">
                  <c:v>2</c:v>
                </c:pt>
                <c:pt idx="35640">
                  <c:v>2</c:v>
                </c:pt>
                <c:pt idx="35641">
                  <c:v>4</c:v>
                </c:pt>
                <c:pt idx="35642">
                  <c:v>3</c:v>
                </c:pt>
                <c:pt idx="35643">
                  <c:v>1</c:v>
                </c:pt>
                <c:pt idx="35644">
                  <c:v>3</c:v>
                </c:pt>
                <c:pt idx="35645">
                  <c:v>3</c:v>
                </c:pt>
                <c:pt idx="35646">
                  <c:v>3</c:v>
                </c:pt>
                <c:pt idx="35647">
                  <c:v>3</c:v>
                </c:pt>
                <c:pt idx="35648">
                  <c:v>1</c:v>
                </c:pt>
                <c:pt idx="35649">
                  <c:v>3</c:v>
                </c:pt>
                <c:pt idx="35650">
                  <c:v>3</c:v>
                </c:pt>
                <c:pt idx="35651">
                  <c:v>1</c:v>
                </c:pt>
                <c:pt idx="35652">
                  <c:v>1</c:v>
                </c:pt>
                <c:pt idx="35653">
                  <c:v>3</c:v>
                </c:pt>
                <c:pt idx="35654">
                  <c:v>1</c:v>
                </c:pt>
                <c:pt idx="35655">
                  <c:v>1</c:v>
                </c:pt>
                <c:pt idx="35656">
                  <c:v>1</c:v>
                </c:pt>
                <c:pt idx="35657">
                  <c:v>4</c:v>
                </c:pt>
                <c:pt idx="35658">
                  <c:v>4</c:v>
                </c:pt>
                <c:pt idx="35659">
                  <c:v>3</c:v>
                </c:pt>
                <c:pt idx="35660">
                  <c:v>3</c:v>
                </c:pt>
                <c:pt idx="35661">
                  <c:v>3</c:v>
                </c:pt>
                <c:pt idx="35662">
                  <c:v>3</c:v>
                </c:pt>
                <c:pt idx="35663">
                  <c:v>2</c:v>
                </c:pt>
                <c:pt idx="35664">
                  <c:v>1</c:v>
                </c:pt>
                <c:pt idx="35665">
                  <c:v>4</c:v>
                </c:pt>
                <c:pt idx="35666">
                  <c:v>1</c:v>
                </c:pt>
                <c:pt idx="35667">
                  <c:v>3</c:v>
                </c:pt>
                <c:pt idx="35668">
                  <c:v>1</c:v>
                </c:pt>
                <c:pt idx="35669">
                  <c:v>3</c:v>
                </c:pt>
                <c:pt idx="35670">
                  <c:v>3</c:v>
                </c:pt>
                <c:pt idx="35671">
                  <c:v>4</c:v>
                </c:pt>
                <c:pt idx="35672">
                  <c:v>4</c:v>
                </c:pt>
                <c:pt idx="35673">
                  <c:v>1</c:v>
                </c:pt>
                <c:pt idx="35674">
                  <c:v>3</c:v>
                </c:pt>
                <c:pt idx="35675">
                  <c:v>8</c:v>
                </c:pt>
                <c:pt idx="35676">
                  <c:v>-1</c:v>
                </c:pt>
                <c:pt idx="35677">
                  <c:v>2</c:v>
                </c:pt>
                <c:pt idx="35678">
                  <c:v>5</c:v>
                </c:pt>
                <c:pt idx="35679">
                  <c:v>4</c:v>
                </c:pt>
                <c:pt idx="35680">
                  <c:v>6</c:v>
                </c:pt>
                <c:pt idx="35681">
                  <c:v>4</c:v>
                </c:pt>
                <c:pt idx="35682">
                  <c:v>4</c:v>
                </c:pt>
                <c:pt idx="35683">
                  <c:v>7</c:v>
                </c:pt>
                <c:pt idx="35684">
                  <c:v>4</c:v>
                </c:pt>
                <c:pt idx="35685">
                  <c:v>2</c:v>
                </c:pt>
                <c:pt idx="35686">
                  <c:v>1</c:v>
                </c:pt>
                <c:pt idx="35687">
                  <c:v>3</c:v>
                </c:pt>
                <c:pt idx="35688">
                  <c:v>1</c:v>
                </c:pt>
                <c:pt idx="35689">
                  <c:v>1</c:v>
                </c:pt>
                <c:pt idx="35690">
                  <c:v>1</c:v>
                </c:pt>
                <c:pt idx="35691">
                  <c:v>2</c:v>
                </c:pt>
                <c:pt idx="35692">
                  <c:v>2</c:v>
                </c:pt>
                <c:pt idx="35693">
                  <c:v>2</c:v>
                </c:pt>
                <c:pt idx="35694">
                  <c:v>2</c:v>
                </c:pt>
                <c:pt idx="35695">
                  <c:v>5</c:v>
                </c:pt>
                <c:pt idx="35696">
                  <c:v>4</c:v>
                </c:pt>
                <c:pt idx="35697">
                  <c:v>5</c:v>
                </c:pt>
                <c:pt idx="35698">
                  <c:v>2</c:v>
                </c:pt>
                <c:pt idx="35699">
                  <c:v>6</c:v>
                </c:pt>
                <c:pt idx="35700">
                  <c:v>4</c:v>
                </c:pt>
                <c:pt idx="35701">
                  <c:v>9</c:v>
                </c:pt>
                <c:pt idx="35702">
                  <c:v>0</c:v>
                </c:pt>
                <c:pt idx="35703">
                  <c:v>1</c:v>
                </c:pt>
                <c:pt idx="35704">
                  <c:v>5</c:v>
                </c:pt>
                <c:pt idx="35705">
                  <c:v>7</c:v>
                </c:pt>
                <c:pt idx="35706">
                  <c:v>2</c:v>
                </c:pt>
                <c:pt idx="35707">
                  <c:v>2</c:v>
                </c:pt>
                <c:pt idx="35708">
                  <c:v>2</c:v>
                </c:pt>
                <c:pt idx="35709">
                  <c:v>2</c:v>
                </c:pt>
                <c:pt idx="35710">
                  <c:v>3</c:v>
                </c:pt>
                <c:pt idx="35711">
                  <c:v>3</c:v>
                </c:pt>
                <c:pt idx="35712">
                  <c:v>3</c:v>
                </c:pt>
                <c:pt idx="35713">
                  <c:v>3</c:v>
                </c:pt>
                <c:pt idx="35714">
                  <c:v>4</c:v>
                </c:pt>
                <c:pt idx="35715">
                  <c:v>1</c:v>
                </c:pt>
                <c:pt idx="35716">
                  <c:v>2</c:v>
                </c:pt>
                <c:pt idx="35717">
                  <c:v>4</c:v>
                </c:pt>
                <c:pt idx="35718">
                  <c:v>2</c:v>
                </c:pt>
                <c:pt idx="35719">
                  <c:v>3</c:v>
                </c:pt>
                <c:pt idx="35720">
                  <c:v>4</c:v>
                </c:pt>
                <c:pt idx="35721">
                  <c:v>3</c:v>
                </c:pt>
                <c:pt idx="35722">
                  <c:v>2</c:v>
                </c:pt>
                <c:pt idx="35723">
                  <c:v>2</c:v>
                </c:pt>
                <c:pt idx="35724">
                  <c:v>2</c:v>
                </c:pt>
                <c:pt idx="35725">
                  <c:v>2</c:v>
                </c:pt>
                <c:pt idx="35726">
                  <c:v>3</c:v>
                </c:pt>
                <c:pt idx="35727">
                  <c:v>9</c:v>
                </c:pt>
                <c:pt idx="35728">
                  <c:v>9</c:v>
                </c:pt>
                <c:pt idx="35729">
                  <c:v>9</c:v>
                </c:pt>
                <c:pt idx="35730">
                  <c:v>5</c:v>
                </c:pt>
                <c:pt idx="35731">
                  <c:v>5</c:v>
                </c:pt>
                <c:pt idx="35732">
                  <c:v>10</c:v>
                </c:pt>
                <c:pt idx="35733">
                  <c:v>7</c:v>
                </c:pt>
                <c:pt idx="35734">
                  <c:v>4</c:v>
                </c:pt>
                <c:pt idx="35735">
                  <c:v>6</c:v>
                </c:pt>
                <c:pt idx="35736">
                  <c:v>5</c:v>
                </c:pt>
                <c:pt idx="35737">
                  <c:v>3</c:v>
                </c:pt>
                <c:pt idx="35738">
                  <c:v>1</c:v>
                </c:pt>
                <c:pt idx="35739">
                  <c:v>3</c:v>
                </c:pt>
                <c:pt idx="35740">
                  <c:v>3</c:v>
                </c:pt>
                <c:pt idx="35741">
                  <c:v>1</c:v>
                </c:pt>
                <c:pt idx="35742">
                  <c:v>3</c:v>
                </c:pt>
                <c:pt idx="35743">
                  <c:v>1</c:v>
                </c:pt>
                <c:pt idx="35744">
                  <c:v>3</c:v>
                </c:pt>
                <c:pt idx="35745">
                  <c:v>3</c:v>
                </c:pt>
                <c:pt idx="35746">
                  <c:v>3</c:v>
                </c:pt>
                <c:pt idx="35747">
                  <c:v>2</c:v>
                </c:pt>
                <c:pt idx="35748">
                  <c:v>2</c:v>
                </c:pt>
                <c:pt idx="35749">
                  <c:v>2</c:v>
                </c:pt>
                <c:pt idx="35750">
                  <c:v>2</c:v>
                </c:pt>
                <c:pt idx="35751">
                  <c:v>2</c:v>
                </c:pt>
                <c:pt idx="35752">
                  <c:v>2</c:v>
                </c:pt>
                <c:pt idx="35753">
                  <c:v>2</c:v>
                </c:pt>
                <c:pt idx="35754">
                  <c:v>2</c:v>
                </c:pt>
                <c:pt idx="35755">
                  <c:v>2</c:v>
                </c:pt>
                <c:pt idx="35756">
                  <c:v>2</c:v>
                </c:pt>
                <c:pt idx="35757">
                  <c:v>2</c:v>
                </c:pt>
                <c:pt idx="35758">
                  <c:v>2</c:v>
                </c:pt>
                <c:pt idx="35759">
                  <c:v>2</c:v>
                </c:pt>
                <c:pt idx="35760">
                  <c:v>2</c:v>
                </c:pt>
                <c:pt idx="35761">
                  <c:v>-2</c:v>
                </c:pt>
                <c:pt idx="35762">
                  <c:v>3</c:v>
                </c:pt>
                <c:pt idx="35763">
                  <c:v>3</c:v>
                </c:pt>
                <c:pt idx="35764">
                  <c:v>3</c:v>
                </c:pt>
                <c:pt idx="35765">
                  <c:v>1</c:v>
                </c:pt>
                <c:pt idx="35766">
                  <c:v>2</c:v>
                </c:pt>
                <c:pt idx="35767">
                  <c:v>2</c:v>
                </c:pt>
                <c:pt idx="35768">
                  <c:v>2</c:v>
                </c:pt>
                <c:pt idx="35769">
                  <c:v>4</c:v>
                </c:pt>
                <c:pt idx="35770">
                  <c:v>4</c:v>
                </c:pt>
                <c:pt idx="35771">
                  <c:v>5</c:v>
                </c:pt>
                <c:pt idx="35772">
                  <c:v>3</c:v>
                </c:pt>
                <c:pt idx="35773">
                  <c:v>5</c:v>
                </c:pt>
                <c:pt idx="35774">
                  <c:v>6</c:v>
                </c:pt>
                <c:pt idx="35775">
                  <c:v>2</c:v>
                </c:pt>
                <c:pt idx="35776">
                  <c:v>2</c:v>
                </c:pt>
                <c:pt idx="35777">
                  <c:v>2</c:v>
                </c:pt>
                <c:pt idx="35778">
                  <c:v>2</c:v>
                </c:pt>
                <c:pt idx="35779">
                  <c:v>4</c:v>
                </c:pt>
                <c:pt idx="35780">
                  <c:v>1</c:v>
                </c:pt>
                <c:pt idx="35781">
                  <c:v>1</c:v>
                </c:pt>
                <c:pt idx="35782">
                  <c:v>2</c:v>
                </c:pt>
                <c:pt idx="35783">
                  <c:v>2</c:v>
                </c:pt>
                <c:pt idx="35784">
                  <c:v>2</c:v>
                </c:pt>
                <c:pt idx="35785">
                  <c:v>2</c:v>
                </c:pt>
                <c:pt idx="35786">
                  <c:v>2</c:v>
                </c:pt>
                <c:pt idx="35787">
                  <c:v>2</c:v>
                </c:pt>
                <c:pt idx="35788">
                  <c:v>2</c:v>
                </c:pt>
                <c:pt idx="35789">
                  <c:v>2</c:v>
                </c:pt>
                <c:pt idx="35790">
                  <c:v>2</c:v>
                </c:pt>
                <c:pt idx="35791">
                  <c:v>2</c:v>
                </c:pt>
                <c:pt idx="35792">
                  <c:v>1</c:v>
                </c:pt>
                <c:pt idx="35793">
                  <c:v>3</c:v>
                </c:pt>
                <c:pt idx="35794">
                  <c:v>3</c:v>
                </c:pt>
                <c:pt idx="35795">
                  <c:v>3</c:v>
                </c:pt>
                <c:pt idx="35796">
                  <c:v>1</c:v>
                </c:pt>
                <c:pt idx="35797">
                  <c:v>2</c:v>
                </c:pt>
                <c:pt idx="35798">
                  <c:v>1</c:v>
                </c:pt>
                <c:pt idx="35799">
                  <c:v>1</c:v>
                </c:pt>
                <c:pt idx="35800">
                  <c:v>1</c:v>
                </c:pt>
                <c:pt idx="35801">
                  <c:v>1</c:v>
                </c:pt>
                <c:pt idx="35802">
                  <c:v>1</c:v>
                </c:pt>
                <c:pt idx="35803">
                  <c:v>1</c:v>
                </c:pt>
                <c:pt idx="35804">
                  <c:v>1</c:v>
                </c:pt>
                <c:pt idx="35805">
                  <c:v>1</c:v>
                </c:pt>
                <c:pt idx="35806">
                  <c:v>1</c:v>
                </c:pt>
                <c:pt idx="35807">
                  <c:v>1</c:v>
                </c:pt>
                <c:pt idx="35808">
                  <c:v>1</c:v>
                </c:pt>
                <c:pt idx="35809">
                  <c:v>1</c:v>
                </c:pt>
                <c:pt idx="35810">
                  <c:v>1</c:v>
                </c:pt>
                <c:pt idx="35811">
                  <c:v>1</c:v>
                </c:pt>
                <c:pt idx="35812">
                  <c:v>1</c:v>
                </c:pt>
                <c:pt idx="35813">
                  <c:v>1</c:v>
                </c:pt>
                <c:pt idx="35814">
                  <c:v>1</c:v>
                </c:pt>
                <c:pt idx="35815">
                  <c:v>1</c:v>
                </c:pt>
                <c:pt idx="35816">
                  <c:v>1</c:v>
                </c:pt>
                <c:pt idx="35817">
                  <c:v>1</c:v>
                </c:pt>
                <c:pt idx="35818">
                  <c:v>1</c:v>
                </c:pt>
                <c:pt idx="35819">
                  <c:v>1</c:v>
                </c:pt>
                <c:pt idx="35820">
                  <c:v>1</c:v>
                </c:pt>
                <c:pt idx="35821">
                  <c:v>1</c:v>
                </c:pt>
                <c:pt idx="35822">
                  <c:v>1</c:v>
                </c:pt>
                <c:pt idx="35823">
                  <c:v>1</c:v>
                </c:pt>
                <c:pt idx="35824">
                  <c:v>3</c:v>
                </c:pt>
                <c:pt idx="35825">
                  <c:v>3</c:v>
                </c:pt>
                <c:pt idx="35826">
                  <c:v>3</c:v>
                </c:pt>
                <c:pt idx="35827">
                  <c:v>3</c:v>
                </c:pt>
                <c:pt idx="35828">
                  <c:v>3</c:v>
                </c:pt>
                <c:pt idx="35829">
                  <c:v>2</c:v>
                </c:pt>
                <c:pt idx="35830">
                  <c:v>3</c:v>
                </c:pt>
                <c:pt idx="35831">
                  <c:v>3</c:v>
                </c:pt>
                <c:pt idx="35832">
                  <c:v>1</c:v>
                </c:pt>
                <c:pt idx="35833">
                  <c:v>2</c:v>
                </c:pt>
                <c:pt idx="35834">
                  <c:v>6</c:v>
                </c:pt>
                <c:pt idx="35835">
                  <c:v>8</c:v>
                </c:pt>
                <c:pt idx="35836">
                  <c:v>1</c:v>
                </c:pt>
                <c:pt idx="35837">
                  <c:v>6</c:v>
                </c:pt>
                <c:pt idx="35838">
                  <c:v>6</c:v>
                </c:pt>
                <c:pt idx="35839">
                  <c:v>3</c:v>
                </c:pt>
                <c:pt idx="35840">
                  <c:v>4</c:v>
                </c:pt>
                <c:pt idx="35841">
                  <c:v>6</c:v>
                </c:pt>
                <c:pt idx="35842">
                  <c:v>2</c:v>
                </c:pt>
                <c:pt idx="35843">
                  <c:v>1</c:v>
                </c:pt>
                <c:pt idx="35844">
                  <c:v>5</c:v>
                </c:pt>
                <c:pt idx="35845">
                  <c:v>3</c:v>
                </c:pt>
                <c:pt idx="35846">
                  <c:v>3</c:v>
                </c:pt>
                <c:pt idx="35847">
                  <c:v>3</c:v>
                </c:pt>
                <c:pt idx="35848">
                  <c:v>3</c:v>
                </c:pt>
                <c:pt idx="35849">
                  <c:v>2</c:v>
                </c:pt>
                <c:pt idx="35850">
                  <c:v>2</c:v>
                </c:pt>
                <c:pt idx="35851">
                  <c:v>2</c:v>
                </c:pt>
                <c:pt idx="35852">
                  <c:v>2</c:v>
                </c:pt>
                <c:pt idx="35853">
                  <c:v>2</c:v>
                </c:pt>
                <c:pt idx="35854">
                  <c:v>2</c:v>
                </c:pt>
                <c:pt idx="35855">
                  <c:v>2</c:v>
                </c:pt>
                <c:pt idx="35856">
                  <c:v>2</c:v>
                </c:pt>
                <c:pt idx="35857">
                  <c:v>2</c:v>
                </c:pt>
                <c:pt idx="35858">
                  <c:v>2</c:v>
                </c:pt>
                <c:pt idx="35859">
                  <c:v>2</c:v>
                </c:pt>
                <c:pt idx="35860">
                  <c:v>2</c:v>
                </c:pt>
                <c:pt idx="35861">
                  <c:v>2</c:v>
                </c:pt>
                <c:pt idx="35862">
                  <c:v>3</c:v>
                </c:pt>
                <c:pt idx="35863">
                  <c:v>3</c:v>
                </c:pt>
                <c:pt idx="35864">
                  <c:v>2</c:v>
                </c:pt>
                <c:pt idx="35865">
                  <c:v>2</c:v>
                </c:pt>
                <c:pt idx="35866">
                  <c:v>3</c:v>
                </c:pt>
                <c:pt idx="35867">
                  <c:v>5</c:v>
                </c:pt>
                <c:pt idx="35868">
                  <c:v>2</c:v>
                </c:pt>
                <c:pt idx="35869">
                  <c:v>1</c:v>
                </c:pt>
                <c:pt idx="35870">
                  <c:v>1</c:v>
                </c:pt>
                <c:pt idx="35871">
                  <c:v>2</c:v>
                </c:pt>
                <c:pt idx="35872">
                  <c:v>1</c:v>
                </c:pt>
                <c:pt idx="35873">
                  <c:v>2</c:v>
                </c:pt>
                <c:pt idx="35874">
                  <c:v>2</c:v>
                </c:pt>
                <c:pt idx="35875">
                  <c:v>2</c:v>
                </c:pt>
                <c:pt idx="35876">
                  <c:v>1</c:v>
                </c:pt>
                <c:pt idx="35877">
                  <c:v>1</c:v>
                </c:pt>
                <c:pt idx="35878">
                  <c:v>2</c:v>
                </c:pt>
                <c:pt idx="35879">
                  <c:v>2</c:v>
                </c:pt>
                <c:pt idx="35880">
                  <c:v>2</c:v>
                </c:pt>
                <c:pt idx="35881">
                  <c:v>1</c:v>
                </c:pt>
                <c:pt idx="35882">
                  <c:v>4</c:v>
                </c:pt>
                <c:pt idx="35883">
                  <c:v>6</c:v>
                </c:pt>
                <c:pt idx="35884">
                  <c:v>2</c:v>
                </c:pt>
                <c:pt idx="35885">
                  <c:v>1</c:v>
                </c:pt>
                <c:pt idx="35886">
                  <c:v>1</c:v>
                </c:pt>
                <c:pt idx="35887">
                  <c:v>5</c:v>
                </c:pt>
                <c:pt idx="35888">
                  <c:v>5</c:v>
                </c:pt>
                <c:pt idx="35889">
                  <c:v>2</c:v>
                </c:pt>
                <c:pt idx="35890">
                  <c:v>2</c:v>
                </c:pt>
                <c:pt idx="35891">
                  <c:v>4</c:v>
                </c:pt>
                <c:pt idx="35892">
                  <c:v>2</c:v>
                </c:pt>
                <c:pt idx="35893">
                  <c:v>4</c:v>
                </c:pt>
                <c:pt idx="35894">
                  <c:v>2</c:v>
                </c:pt>
                <c:pt idx="35895">
                  <c:v>2</c:v>
                </c:pt>
                <c:pt idx="35896">
                  <c:v>2</c:v>
                </c:pt>
                <c:pt idx="35897">
                  <c:v>2</c:v>
                </c:pt>
                <c:pt idx="35898">
                  <c:v>2</c:v>
                </c:pt>
                <c:pt idx="35899">
                  <c:v>2</c:v>
                </c:pt>
                <c:pt idx="35900">
                  <c:v>4</c:v>
                </c:pt>
                <c:pt idx="35901">
                  <c:v>5</c:v>
                </c:pt>
                <c:pt idx="35902">
                  <c:v>3</c:v>
                </c:pt>
                <c:pt idx="35903">
                  <c:v>4</c:v>
                </c:pt>
                <c:pt idx="35904">
                  <c:v>3</c:v>
                </c:pt>
                <c:pt idx="35905">
                  <c:v>2</c:v>
                </c:pt>
                <c:pt idx="35906">
                  <c:v>4</c:v>
                </c:pt>
                <c:pt idx="35907">
                  <c:v>4</c:v>
                </c:pt>
                <c:pt idx="35908">
                  <c:v>3</c:v>
                </c:pt>
                <c:pt idx="35909">
                  <c:v>3</c:v>
                </c:pt>
                <c:pt idx="35910">
                  <c:v>3</c:v>
                </c:pt>
                <c:pt idx="35911">
                  <c:v>6</c:v>
                </c:pt>
                <c:pt idx="35912">
                  <c:v>5</c:v>
                </c:pt>
                <c:pt idx="35913">
                  <c:v>6</c:v>
                </c:pt>
                <c:pt idx="35914">
                  <c:v>2</c:v>
                </c:pt>
                <c:pt idx="35915">
                  <c:v>3</c:v>
                </c:pt>
                <c:pt idx="35916">
                  <c:v>2</c:v>
                </c:pt>
                <c:pt idx="35917">
                  <c:v>3</c:v>
                </c:pt>
                <c:pt idx="35918">
                  <c:v>3</c:v>
                </c:pt>
                <c:pt idx="35919">
                  <c:v>5</c:v>
                </c:pt>
                <c:pt idx="35920">
                  <c:v>6</c:v>
                </c:pt>
                <c:pt idx="35921">
                  <c:v>1</c:v>
                </c:pt>
                <c:pt idx="35922">
                  <c:v>2</c:v>
                </c:pt>
                <c:pt idx="35923">
                  <c:v>4</c:v>
                </c:pt>
                <c:pt idx="35924">
                  <c:v>1</c:v>
                </c:pt>
                <c:pt idx="35925">
                  <c:v>1</c:v>
                </c:pt>
                <c:pt idx="35926">
                  <c:v>4</c:v>
                </c:pt>
                <c:pt idx="35927">
                  <c:v>2</c:v>
                </c:pt>
                <c:pt idx="35928">
                  <c:v>2</c:v>
                </c:pt>
                <c:pt idx="35929">
                  <c:v>2</c:v>
                </c:pt>
                <c:pt idx="35930">
                  <c:v>4</c:v>
                </c:pt>
                <c:pt idx="35931">
                  <c:v>4</c:v>
                </c:pt>
                <c:pt idx="35932">
                  <c:v>2</c:v>
                </c:pt>
                <c:pt idx="35933">
                  <c:v>2</c:v>
                </c:pt>
                <c:pt idx="35934">
                  <c:v>6</c:v>
                </c:pt>
                <c:pt idx="35935">
                  <c:v>4</c:v>
                </c:pt>
                <c:pt idx="35936">
                  <c:v>5</c:v>
                </c:pt>
                <c:pt idx="35937">
                  <c:v>4</c:v>
                </c:pt>
                <c:pt idx="35938">
                  <c:v>4</c:v>
                </c:pt>
                <c:pt idx="35939">
                  <c:v>4</c:v>
                </c:pt>
                <c:pt idx="35940">
                  <c:v>5</c:v>
                </c:pt>
                <c:pt idx="35941">
                  <c:v>6</c:v>
                </c:pt>
                <c:pt idx="35942">
                  <c:v>10</c:v>
                </c:pt>
                <c:pt idx="35943">
                  <c:v>4</c:v>
                </c:pt>
                <c:pt idx="35944">
                  <c:v>2</c:v>
                </c:pt>
                <c:pt idx="35945">
                  <c:v>1</c:v>
                </c:pt>
                <c:pt idx="35946">
                  <c:v>1</c:v>
                </c:pt>
                <c:pt idx="35947">
                  <c:v>3</c:v>
                </c:pt>
                <c:pt idx="35948">
                  <c:v>2</c:v>
                </c:pt>
                <c:pt idx="35949">
                  <c:v>4</c:v>
                </c:pt>
                <c:pt idx="35950">
                  <c:v>4</c:v>
                </c:pt>
                <c:pt idx="35951">
                  <c:v>4</c:v>
                </c:pt>
                <c:pt idx="35952">
                  <c:v>2</c:v>
                </c:pt>
                <c:pt idx="35953">
                  <c:v>2</c:v>
                </c:pt>
                <c:pt idx="35954">
                  <c:v>3</c:v>
                </c:pt>
                <c:pt idx="35955">
                  <c:v>2</c:v>
                </c:pt>
                <c:pt idx="35956">
                  <c:v>2</c:v>
                </c:pt>
                <c:pt idx="35957">
                  <c:v>2</c:v>
                </c:pt>
                <c:pt idx="35958">
                  <c:v>1</c:v>
                </c:pt>
                <c:pt idx="35959">
                  <c:v>2</c:v>
                </c:pt>
                <c:pt idx="35960">
                  <c:v>1</c:v>
                </c:pt>
                <c:pt idx="35961">
                  <c:v>1</c:v>
                </c:pt>
                <c:pt idx="35962">
                  <c:v>1</c:v>
                </c:pt>
                <c:pt idx="35963">
                  <c:v>1</c:v>
                </c:pt>
                <c:pt idx="35964">
                  <c:v>1</c:v>
                </c:pt>
                <c:pt idx="35965">
                  <c:v>1</c:v>
                </c:pt>
                <c:pt idx="35966">
                  <c:v>1</c:v>
                </c:pt>
                <c:pt idx="35967">
                  <c:v>1</c:v>
                </c:pt>
                <c:pt idx="35968">
                  <c:v>1</c:v>
                </c:pt>
                <c:pt idx="35969">
                  <c:v>2</c:v>
                </c:pt>
                <c:pt idx="35970">
                  <c:v>1</c:v>
                </c:pt>
                <c:pt idx="35971">
                  <c:v>1</c:v>
                </c:pt>
                <c:pt idx="35972">
                  <c:v>2</c:v>
                </c:pt>
                <c:pt idx="35973">
                  <c:v>1</c:v>
                </c:pt>
                <c:pt idx="35974">
                  <c:v>1</c:v>
                </c:pt>
                <c:pt idx="35975">
                  <c:v>1</c:v>
                </c:pt>
                <c:pt idx="35976">
                  <c:v>1</c:v>
                </c:pt>
                <c:pt idx="35977">
                  <c:v>1</c:v>
                </c:pt>
                <c:pt idx="35978">
                  <c:v>1</c:v>
                </c:pt>
                <c:pt idx="35979">
                  <c:v>2</c:v>
                </c:pt>
                <c:pt idx="35980">
                  <c:v>2</c:v>
                </c:pt>
                <c:pt idx="35981">
                  <c:v>2</c:v>
                </c:pt>
                <c:pt idx="35982">
                  <c:v>2</c:v>
                </c:pt>
                <c:pt idx="35983">
                  <c:v>2</c:v>
                </c:pt>
                <c:pt idx="35984">
                  <c:v>3</c:v>
                </c:pt>
                <c:pt idx="35985">
                  <c:v>4</c:v>
                </c:pt>
                <c:pt idx="35986">
                  <c:v>-5</c:v>
                </c:pt>
                <c:pt idx="35987">
                  <c:v>5</c:v>
                </c:pt>
                <c:pt idx="35988">
                  <c:v>4</c:v>
                </c:pt>
                <c:pt idx="35989">
                  <c:v>5</c:v>
                </c:pt>
                <c:pt idx="35990">
                  <c:v>4</c:v>
                </c:pt>
                <c:pt idx="35991">
                  <c:v>2</c:v>
                </c:pt>
                <c:pt idx="35992">
                  <c:v>2</c:v>
                </c:pt>
                <c:pt idx="35993">
                  <c:v>4</c:v>
                </c:pt>
                <c:pt idx="35994">
                  <c:v>5</c:v>
                </c:pt>
                <c:pt idx="35995">
                  <c:v>2</c:v>
                </c:pt>
                <c:pt idx="35996">
                  <c:v>2</c:v>
                </c:pt>
                <c:pt idx="35997">
                  <c:v>1</c:v>
                </c:pt>
                <c:pt idx="35998">
                  <c:v>3</c:v>
                </c:pt>
                <c:pt idx="35999">
                  <c:v>3</c:v>
                </c:pt>
                <c:pt idx="36000">
                  <c:v>3</c:v>
                </c:pt>
                <c:pt idx="36001">
                  <c:v>3</c:v>
                </c:pt>
                <c:pt idx="36002">
                  <c:v>4</c:v>
                </c:pt>
                <c:pt idx="36003">
                  <c:v>2</c:v>
                </c:pt>
                <c:pt idx="36004">
                  <c:v>2</c:v>
                </c:pt>
                <c:pt idx="36005">
                  <c:v>3</c:v>
                </c:pt>
                <c:pt idx="36006">
                  <c:v>2</c:v>
                </c:pt>
                <c:pt idx="36007">
                  <c:v>3</c:v>
                </c:pt>
                <c:pt idx="36008">
                  <c:v>1</c:v>
                </c:pt>
                <c:pt idx="36009">
                  <c:v>2</c:v>
                </c:pt>
                <c:pt idx="36010">
                  <c:v>4</c:v>
                </c:pt>
                <c:pt idx="36011">
                  <c:v>2</c:v>
                </c:pt>
                <c:pt idx="36012">
                  <c:v>3</c:v>
                </c:pt>
                <c:pt idx="36013">
                  <c:v>4</c:v>
                </c:pt>
                <c:pt idx="36014">
                  <c:v>3</c:v>
                </c:pt>
                <c:pt idx="36015">
                  <c:v>2</c:v>
                </c:pt>
                <c:pt idx="36016">
                  <c:v>2</c:v>
                </c:pt>
                <c:pt idx="36017">
                  <c:v>2</c:v>
                </c:pt>
                <c:pt idx="36018">
                  <c:v>2</c:v>
                </c:pt>
                <c:pt idx="36019">
                  <c:v>2</c:v>
                </c:pt>
                <c:pt idx="36020">
                  <c:v>2</c:v>
                </c:pt>
                <c:pt idx="36021">
                  <c:v>3</c:v>
                </c:pt>
                <c:pt idx="36022">
                  <c:v>4</c:v>
                </c:pt>
                <c:pt idx="36023">
                  <c:v>2</c:v>
                </c:pt>
                <c:pt idx="36024">
                  <c:v>3</c:v>
                </c:pt>
                <c:pt idx="36025">
                  <c:v>3</c:v>
                </c:pt>
                <c:pt idx="36026">
                  <c:v>2</c:v>
                </c:pt>
                <c:pt idx="36027">
                  <c:v>3</c:v>
                </c:pt>
                <c:pt idx="36028">
                  <c:v>2</c:v>
                </c:pt>
                <c:pt idx="36029">
                  <c:v>2</c:v>
                </c:pt>
                <c:pt idx="36030">
                  <c:v>3</c:v>
                </c:pt>
                <c:pt idx="36031">
                  <c:v>2</c:v>
                </c:pt>
                <c:pt idx="36032">
                  <c:v>2</c:v>
                </c:pt>
                <c:pt idx="36033">
                  <c:v>2</c:v>
                </c:pt>
                <c:pt idx="36034">
                  <c:v>2</c:v>
                </c:pt>
                <c:pt idx="36035">
                  <c:v>2</c:v>
                </c:pt>
                <c:pt idx="36036">
                  <c:v>2</c:v>
                </c:pt>
                <c:pt idx="36037">
                  <c:v>2</c:v>
                </c:pt>
                <c:pt idx="36038">
                  <c:v>2</c:v>
                </c:pt>
                <c:pt idx="36039">
                  <c:v>2</c:v>
                </c:pt>
                <c:pt idx="36040">
                  <c:v>2</c:v>
                </c:pt>
                <c:pt idx="36041">
                  <c:v>2</c:v>
                </c:pt>
                <c:pt idx="36042">
                  <c:v>1</c:v>
                </c:pt>
                <c:pt idx="36043">
                  <c:v>2</c:v>
                </c:pt>
                <c:pt idx="36044">
                  <c:v>2</c:v>
                </c:pt>
                <c:pt idx="36045">
                  <c:v>1</c:v>
                </c:pt>
                <c:pt idx="36046">
                  <c:v>2</c:v>
                </c:pt>
                <c:pt idx="36047">
                  <c:v>2</c:v>
                </c:pt>
                <c:pt idx="36048">
                  <c:v>2</c:v>
                </c:pt>
                <c:pt idx="36049">
                  <c:v>3</c:v>
                </c:pt>
                <c:pt idx="36050">
                  <c:v>2</c:v>
                </c:pt>
                <c:pt idx="36051">
                  <c:v>3</c:v>
                </c:pt>
                <c:pt idx="36052">
                  <c:v>2</c:v>
                </c:pt>
                <c:pt idx="36053">
                  <c:v>4</c:v>
                </c:pt>
                <c:pt idx="36054">
                  <c:v>3</c:v>
                </c:pt>
                <c:pt idx="36055">
                  <c:v>6</c:v>
                </c:pt>
                <c:pt idx="36056">
                  <c:v>4</c:v>
                </c:pt>
                <c:pt idx="36057">
                  <c:v>6</c:v>
                </c:pt>
                <c:pt idx="36058">
                  <c:v>3</c:v>
                </c:pt>
                <c:pt idx="36059">
                  <c:v>4</c:v>
                </c:pt>
                <c:pt idx="36060">
                  <c:v>6</c:v>
                </c:pt>
                <c:pt idx="36061">
                  <c:v>4</c:v>
                </c:pt>
                <c:pt idx="36062">
                  <c:v>6</c:v>
                </c:pt>
                <c:pt idx="36063">
                  <c:v>2</c:v>
                </c:pt>
                <c:pt idx="36064">
                  <c:v>2</c:v>
                </c:pt>
                <c:pt idx="36065">
                  <c:v>3</c:v>
                </c:pt>
                <c:pt idx="36066">
                  <c:v>3</c:v>
                </c:pt>
                <c:pt idx="36067">
                  <c:v>6</c:v>
                </c:pt>
                <c:pt idx="36068">
                  <c:v>6</c:v>
                </c:pt>
                <c:pt idx="36069">
                  <c:v>3</c:v>
                </c:pt>
                <c:pt idx="36070">
                  <c:v>3</c:v>
                </c:pt>
                <c:pt idx="36071">
                  <c:v>3</c:v>
                </c:pt>
                <c:pt idx="36072">
                  <c:v>3</c:v>
                </c:pt>
                <c:pt idx="36073">
                  <c:v>3</c:v>
                </c:pt>
                <c:pt idx="36074">
                  <c:v>2</c:v>
                </c:pt>
                <c:pt idx="36075">
                  <c:v>4</c:v>
                </c:pt>
                <c:pt idx="36076">
                  <c:v>7</c:v>
                </c:pt>
                <c:pt idx="36077">
                  <c:v>7</c:v>
                </c:pt>
                <c:pt idx="36078">
                  <c:v>4</c:v>
                </c:pt>
                <c:pt idx="36079">
                  <c:v>4</c:v>
                </c:pt>
                <c:pt idx="36080">
                  <c:v>4</c:v>
                </c:pt>
                <c:pt idx="36081">
                  <c:v>3</c:v>
                </c:pt>
                <c:pt idx="36082">
                  <c:v>2</c:v>
                </c:pt>
                <c:pt idx="36083">
                  <c:v>3</c:v>
                </c:pt>
                <c:pt idx="36084">
                  <c:v>2</c:v>
                </c:pt>
                <c:pt idx="36085">
                  <c:v>8</c:v>
                </c:pt>
                <c:pt idx="36086">
                  <c:v>3</c:v>
                </c:pt>
                <c:pt idx="36087">
                  <c:v>10</c:v>
                </c:pt>
                <c:pt idx="36088">
                  <c:v>7</c:v>
                </c:pt>
                <c:pt idx="36089">
                  <c:v>4</c:v>
                </c:pt>
                <c:pt idx="36090">
                  <c:v>4</c:v>
                </c:pt>
                <c:pt idx="36091">
                  <c:v>5</c:v>
                </c:pt>
                <c:pt idx="36092">
                  <c:v>5</c:v>
                </c:pt>
                <c:pt idx="36093">
                  <c:v>6</c:v>
                </c:pt>
                <c:pt idx="36094">
                  <c:v>3</c:v>
                </c:pt>
                <c:pt idx="36095">
                  <c:v>2</c:v>
                </c:pt>
                <c:pt idx="36096">
                  <c:v>2</c:v>
                </c:pt>
                <c:pt idx="36097">
                  <c:v>2</c:v>
                </c:pt>
                <c:pt idx="36098">
                  <c:v>2</c:v>
                </c:pt>
                <c:pt idx="36099">
                  <c:v>1</c:v>
                </c:pt>
                <c:pt idx="36100">
                  <c:v>2</c:v>
                </c:pt>
                <c:pt idx="36101">
                  <c:v>2</c:v>
                </c:pt>
                <c:pt idx="36102">
                  <c:v>4</c:v>
                </c:pt>
                <c:pt idx="36103">
                  <c:v>4</c:v>
                </c:pt>
                <c:pt idx="36104">
                  <c:v>3</c:v>
                </c:pt>
                <c:pt idx="36105">
                  <c:v>7</c:v>
                </c:pt>
                <c:pt idx="36106">
                  <c:v>2</c:v>
                </c:pt>
                <c:pt idx="36107">
                  <c:v>5</c:v>
                </c:pt>
                <c:pt idx="36108">
                  <c:v>1</c:v>
                </c:pt>
                <c:pt idx="36109">
                  <c:v>3</c:v>
                </c:pt>
                <c:pt idx="36110">
                  <c:v>2</c:v>
                </c:pt>
                <c:pt idx="36111">
                  <c:v>1</c:v>
                </c:pt>
                <c:pt idx="36112">
                  <c:v>3</c:v>
                </c:pt>
                <c:pt idx="36113">
                  <c:v>2</c:v>
                </c:pt>
                <c:pt idx="36114">
                  <c:v>2</c:v>
                </c:pt>
                <c:pt idx="36115">
                  <c:v>3</c:v>
                </c:pt>
                <c:pt idx="36116">
                  <c:v>3</c:v>
                </c:pt>
                <c:pt idx="36117">
                  <c:v>2</c:v>
                </c:pt>
                <c:pt idx="36118">
                  <c:v>2</c:v>
                </c:pt>
                <c:pt idx="36119">
                  <c:v>2</c:v>
                </c:pt>
                <c:pt idx="36120">
                  <c:v>3</c:v>
                </c:pt>
                <c:pt idx="36121">
                  <c:v>3</c:v>
                </c:pt>
                <c:pt idx="36122">
                  <c:v>2</c:v>
                </c:pt>
                <c:pt idx="36123">
                  <c:v>2</c:v>
                </c:pt>
                <c:pt idx="36124">
                  <c:v>1</c:v>
                </c:pt>
                <c:pt idx="36125">
                  <c:v>2</c:v>
                </c:pt>
                <c:pt idx="36126">
                  <c:v>3</c:v>
                </c:pt>
                <c:pt idx="36127">
                  <c:v>4</c:v>
                </c:pt>
                <c:pt idx="36128">
                  <c:v>2</c:v>
                </c:pt>
                <c:pt idx="36129">
                  <c:v>3</c:v>
                </c:pt>
                <c:pt idx="36130">
                  <c:v>3</c:v>
                </c:pt>
                <c:pt idx="36131">
                  <c:v>3</c:v>
                </c:pt>
                <c:pt idx="36132">
                  <c:v>2</c:v>
                </c:pt>
                <c:pt idx="36133">
                  <c:v>1</c:v>
                </c:pt>
                <c:pt idx="36134">
                  <c:v>2</c:v>
                </c:pt>
                <c:pt idx="36135">
                  <c:v>3</c:v>
                </c:pt>
                <c:pt idx="36136">
                  <c:v>2</c:v>
                </c:pt>
                <c:pt idx="36137">
                  <c:v>3</c:v>
                </c:pt>
                <c:pt idx="36138">
                  <c:v>4</c:v>
                </c:pt>
                <c:pt idx="36139">
                  <c:v>5</c:v>
                </c:pt>
                <c:pt idx="36140">
                  <c:v>3</c:v>
                </c:pt>
                <c:pt idx="36141">
                  <c:v>3</c:v>
                </c:pt>
                <c:pt idx="36142">
                  <c:v>7</c:v>
                </c:pt>
                <c:pt idx="36143">
                  <c:v>3</c:v>
                </c:pt>
                <c:pt idx="36144">
                  <c:v>4</c:v>
                </c:pt>
                <c:pt idx="36145">
                  <c:v>2</c:v>
                </c:pt>
                <c:pt idx="36146">
                  <c:v>3</c:v>
                </c:pt>
                <c:pt idx="36147">
                  <c:v>3</c:v>
                </c:pt>
                <c:pt idx="36148">
                  <c:v>1</c:v>
                </c:pt>
                <c:pt idx="36149">
                  <c:v>1</c:v>
                </c:pt>
                <c:pt idx="36150">
                  <c:v>-1</c:v>
                </c:pt>
                <c:pt idx="36151">
                  <c:v>1</c:v>
                </c:pt>
                <c:pt idx="36152">
                  <c:v>4</c:v>
                </c:pt>
                <c:pt idx="36153">
                  <c:v>1</c:v>
                </c:pt>
                <c:pt idx="36154">
                  <c:v>2</c:v>
                </c:pt>
                <c:pt idx="36155">
                  <c:v>6</c:v>
                </c:pt>
                <c:pt idx="36156">
                  <c:v>1</c:v>
                </c:pt>
                <c:pt idx="36157">
                  <c:v>1</c:v>
                </c:pt>
                <c:pt idx="36158">
                  <c:v>4</c:v>
                </c:pt>
                <c:pt idx="36159">
                  <c:v>2</c:v>
                </c:pt>
                <c:pt idx="36160">
                  <c:v>1</c:v>
                </c:pt>
                <c:pt idx="36161">
                  <c:v>3</c:v>
                </c:pt>
                <c:pt idx="36162">
                  <c:v>4</c:v>
                </c:pt>
                <c:pt idx="36163">
                  <c:v>2</c:v>
                </c:pt>
                <c:pt idx="36164">
                  <c:v>5</c:v>
                </c:pt>
                <c:pt idx="36165">
                  <c:v>3</c:v>
                </c:pt>
                <c:pt idx="36166">
                  <c:v>3</c:v>
                </c:pt>
                <c:pt idx="36167">
                  <c:v>2</c:v>
                </c:pt>
                <c:pt idx="36168">
                  <c:v>3</c:v>
                </c:pt>
                <c:pt idx="36169">
                  <c:v>2</c:v>
                </c:pt>
                <c:pt idx="36170">
                  <c:v>4</c:v>
                </c:pt>
                <c:pt idx="36171">
                  <c:v>5</c:v>
                </c:pt>
                <c:pt idx="36172">
                  <c:v>1</c:v>
                </c:pt>
                <c:pt idx="36173">
                  <c:v>1</c:v>
                </c:pt>
                <c:pt idx="36174">
                  <c:v>1</c:v>
                </c:pt>
                <c:pt idx="36175">
                  <c:v>2</c:v>
                </c:pt>
                <c:pt idx="36176">
                  <c:v>4</c:v>
                </c:pt>
                <c:pt idx="36177">
                  <c:v>4</c:v>
                </c:pt>
                <c:pt idx="36178">
                  <c:v>4</c:v>
                </c:pt>
                <c:pt idx="36179">
                  <c:v>4</c:v>
                </c:pt>
                <c:pt idx="36180">
                  <c:v>5</c:v>
                </c:pt>
                <c:pt idx="36181">
                  <c:v>3</c:v>
                </c:pt>
                <c:pt idx="36182">
                  <c:v>6</c:v>
                </c:pt>
                <c:pt idx="36183">
                  <c:v>1</c:v>
                </c:pt>
                <c:pt idx="36184">
                  <c:v>2</c:v>
                </c:pt>
                <c:pt idx="36185">
                  <c:v>1</c:v>
                </c:pt>
                <c:pt idx="36186">
                  <c:v>2</c:v>
                </c:pt>
                <c:pt idx="36187">
                  <c:v>2</c:v>
                </c:pt>
                <c:pt idx="36188">
                  <c:v>2</c:v>
                </c:pt>
                <c:pt idx="36189">
                  <c:v>2</c:v>
                </c:pt>
                <c:pt idx="36190">
                  <c:v>2</c:v>
                </c:pt>
                <c:pt idx="36191">
                  <c:v>2</c:v>
                </c:pt>
                <c:pt idx="36192">
                  <c:v>2</c:v>
                </c:pt>
                <c:pt idx="36193">
                  <c:v>2</c:v>
                </c:pt>
                <c:pt idx="36194">
                  <c:v>2</c:v>
                </c:pt>
                <c:pt idx="36195">
                  <c:v>1</c:v>
                </c:pt>
                <c:pt idx="36196">
                  <c:v>2</c:v>
                </c:pt>
                <c:pt idx="36197">
                  <c:v>4</c:v>
                </c:pt>
                <c:pt idx="36198">
                  <c:v>5</c:v>
                </c:pt>
                <c:pt idx="36199">
                  <c:v>1</c:v>
                </c:pt>
                <c:pt idx="36200">
                  <c:v>4</c:v>
                </c:pt>
                <c:pt idx="36201">
                  <c:v>8</c:v>
                </c:pt>
                <c:pt idx="36202">
                  <c:v>5</c:v>
                </c:pt>
                <c:pt idx="36203">
                  <c:v>2</c:v>
                </c:pt>
                <c:pt idx="36204">
                  <c:v>2</c:v>
                </c:pt>
                <c:pt idx="36205">
                  <c:v>2</c:v>
                </c:pt>
                <c:pt idx="36206">
                  <c:v>2</c:v>
                </c:pt>
                <c:pt idx="36207">
                  <c:v>2</c:v>
                </c:pt>
                <c:pt idx="36208">
                  <c:v>2</c:v>
                </c:pt>
                <c:pt idx="36209">
                  <c:v>6</c:v>
                </c:pt>
                <c:pt idx="36210">
                  <c:v>4</c:v>
                </c:pt>
                <c:pt idx="36211">
                  <c:v>1</c:v>
                </c:pt>
                <c:pt idx="36212">
                  <c:v>1</c:v>
                </c:pt>
                <c:pt idx="36213">
                  <c:v>4</c:v>
                </c:pt>
                <c:pt idx="36214">
                  <c:v>3</c:v>
                </c:pt>
                <c:pt idx="36215">
                  <c:v>1</c:v>
                </c:pt>
                <c:pt idx="36216">
                  <c:v>4</c:v>
                </c:pt>
                <c:pt idx="36217">
                  <c:v>4</c:v>
                </c:pt>
                <c:pt idx="36218">
                  <c:v>3</c:v>
                </c:pt>
                <c:pt idx="36219">
                  <c:v>4</c:v>
                </c:pt>
                <c:pt idx="36220">
                  <c:v>3</c:v>
                </c:pt>
                <c:pt idx="36221">
                  <c:v>4</c:v>
                </c:pt>
                <c:pt idx="36222">
                  <c:v>4</c:v>
                </c:pt>
                <c:pt idx="36223">
                  <c:v>2</c:v>
                </c:pt>
                <c:pt idx="36224">
                  <c:v>2</c:v>
                </c:pt>
                <c:pt idx="36225">
                  <c:v>5</c:v>
                </c:pt>
                <c:pt idx="36226">
                  <c:v>5</c:v>
                </c:pt>
                <c:pt idx="36227">
                  <c:v>0</c:v>
                </c:pt>
                <c:pt idx="36228">
                  <c:v>6</c:v>
                </c:pt>
                <c:pt idx="36229">
                  <c:v>2</c:v>
                </c:pt>
                <c:pt idx="36230">
                  <c:v>4</c:v>
                </c:pt>
                <c:pt idx="36231">
                  <c:v>-1</c:v>
                </c:pt>
                <c:pt idx="36232">
                  <c:v>3</c:v>
                </c:pt>
                <c:pt idx="36233">
                  <c:v>2</c:v>
                </c:pt>
                <c:pt idx="36234">
                  <c:v>5</c:v>
                </c:pt>
                <c:pt idx="36235">
                  <c:v>6</c:v>
                </c:pt>
                <c:pt idx="36236">
                  <c:v>4</c:v>
                </c:pt>
                <c:pt idx="36237">
                  <c:v>2</c:v>
                </c:pt>
                <c:pt idx="36238">
                  <c:v>2</c:v>
                </c:pt>
                <c:pt idx="36239">
                  <c:v>2</c:v>
                </c:pt>
                <c:pt idx="36240">
                  <c:v>2</c:v>
                </c:pt>
                <c:pt idx="36241">
                  <c:v>1</c:v>
                </c:pt>
                <c:pt idx="36242">
                  <c:v>1</c:v>
                </c:pt>
                <c:pt idx="36243">
                  <c:v>2</c:v>
                </c:pt>
                <c:pt idx="36244">
                  <c:v>3</c:v>
                </c:pt>
                <c:pt idx="36245">
                  <c:v>4</c:v>
                </c:pt>
                <c:pt idx="36246">
                  <c:v>3</c:v>
                </c:pt>
                <c:pt idx="36247">
                  <c:v>2</c:v>
                </c:pt>
                <c:pt idx="36248">
                  <c:v>-3</c:v>
                </c:pt>
                <c:pt idx="36249">
                  <c:v>4</c:v>
                </c:pt>
                <c:pt idx="36250">
                  <c:v>4</c:v>
                </c:pt>
                <c:pt idx="36251">
                  <c:v>2</c:v>
                </c:pt>
                <c:pt idx="36252">
                  <c:v>2</c:v>
                </c:pt>
                <c:pt idx="36253">
                  <c:v>6</c:v>
                </c:pt>
                <c:pt idx="36254">
                  <c:v>3</c:v>
                </c:pt>
                <c:pt idx="36255">
                  <c:v>3</c:v>
                </c:pt>
                <c:pt idx="36256">
                  <c:v>1</c:v>
                </c:pt>
                <c:pt idx="36257">
                  <c:v>1</c:v>
                </c:pt>
                <c:pt idx="36258">
                  <c:v>1</c:v>
                </c:pt>
                <c:pt idx="36259">
                  <c:v>1</c:v>
                </c:pt>
                <c:pt idx="36260">
                  <c:v>1</c:v>
                </c:pt>
                <c:pt idx="36261">
                  <c:v>1</c:v>
                </c:pt>
                <c:pt idx="36262">
                  <c:v>1</c:v>
                </c:pt>
                <c:pt idx="36263">
                  <c:v>1</c:v>
                </c:pt>
                <c:pt idx="36264">
                  <c:v>1</c:v>
                </c:pt>
                <c:pt idx="36265">
                  <c:v>2</c:v>
                </c:pt>
                <c:pt idx="36266">
                  <c:v>1</c:v>
                </c:pt>
                <c:pt idx="36267">
                  <c:v>1</c:v>
                </c:pt>
                <c:pt idx="36268">
                  <c:v>1</c:v>
                </c:pt>
                <c:pt idx="36269">
                  <c:v>1</c:v>
                </c:pt>
                <c:pt idx="36270">
                  <c:v>1</c:v>
                </c:pt>
                <c:pt idx="36271">
                  <c:v>1</c:v>
                </c:pt>
                <c:pt idx="36272">
                  <c:v>2</c:v>
                </c:pt>
                <c:pt idx="36273">
                  <c:v>5</c:v>
                </c:pt>
                <c:pt idx="36274">
                  <c:v>1</c:v>
                </c:pt>
                <c:pt idx="36275">
                  <c:v>6</c:v>
                </c:pt>
                <c:pt idx="36276">
                  <c:v>4</c:v>
                </c:pt>
                <c:pt idx="36277">
                  <c:v>2</c:v>
                </c:pt>
                <c:pt idx="36278">
                  <c:v>4</c:v>
                </c:pt>
                <c:pt idx="36279">
                  <c:v>2</c:v>
                </c:pt>
                <c:pt idx="36280">
                  <c:v>4</c:v>
                </c:pt>
                <c:pt idx="36281">
                  <c:v>2</c:v>
                </c:pt>
                <c:pt idx="36282">
                  <c:v>1</c:v>
                </c:pt>
                <c:pt idx="36283">
                  <c:v>3</c:v>
                </c:pt>
                <c:pt idx="36284">
                  <c:v>3</c:v>
                </c:pt>
                <c:pt idx="36285">
                  <c:v>2</c:v>
                </c:pt>
                <c:pt idx="36286">
                  <c:v>4</c:v>
                </c:pt>
                <c:pt idx="36287">
                  <c:v>3</c:v>
                </c:pt>
                <c:pt idx="36288">
                  <c:v>3</c:v>
                </c:pt>
                <c:pt idx="36289">
                  <c:v>4</c:v>
                </c:pt>
                <c:pt idx="36290">
                  <c:v>4</c:v>
                </c:pt>
                <c:pt idx="36291">
                  <c:v>3</c:v>
                </c:pt>
                <c:pt idx="36292">
                  <c:v>1</c:v>
                </c:pt>
                <c:pt idx="36293">
                  <c:v>1</c:v>
                </c:pt>
                <c:pt idx="36294">
                  <c:v>1</c:v>
                </c:pt>
                <c:pt idx="36295">
                  <c:v>2</c:v>
                </c:pt>
                <c:pt idx="36296">
                  <c:v>2</c:v>
                </c:pt>
                <c:pt idx="36297">
                  <c:v>2</c:v>
                </c:pt>
                <c:pt idx="36298">
                  <c:v>2</c:v>
                </c:pt>
                <c:pt idx="36299">
                  <c:v>2</c:v>
                </c:pt>
                <c:pt idx="36300">
                  <c:v>3</c:v>
                </c:pt>
                <c:pt idx="36301">
                  <c:v>3</c:v>
                </c:pt>
                <c:pt idx="36302">
                  <c:v>4</c:v>
                </c:pt>
                <c:pt idx="36303">
                  <c:v>2</c:v>
                </c:pt>
                <c:pt idx="36304">
                  <c:v>2</c:v>
                </c:pt>
                <c:pt idx="36305">
                  <c:v>2</c:v>
                </c:pt>
                <c:pt idx="36306">
                  <c:v>7</c:v>
                </c:pt>
                <c:pt idx="36307">
                  <c:v>3</c:v>
                </c:pt>
                <c:pt idx="36308">
                  <c:v>2</c:v>
                </c:pt>
                <c:pt idx="36309">
                  <c:v>4</c:v>
                </c:pt>
                <c:pt idx="36310">
                  <c:v>2</c:v>
                </c:pt>
                <c:pt idx="36311">
                  <c:v>2</c:v>
                </c:pt>
                <c:pt idx="36312">
                  <c:v>1</c:v>
                </c:pt>
                <c:pt idx="36313">
                  <c:v>2</c:v>
                </c:pt>
                <c:pt idx="36314">
                  <c:v>3</c:v>
                </c:pt>
                <c:pt idx="36315">
                  <c:v>1</c:v>
                </c:pt>
                <c:pt idx="36316">
                  <c:v>2</c:v>
                </c:pt>
                <c:pt idx="36317">
                  <c:v>1</c:v>
                </c:pt>
                <c:pt idx="36318">
                  <c:v>2</c:v>
                </c:pt>
                <c:pt idx="36319">
                  <c:v>3</c:v>
                </c:pt>
                <c:pt idx="36320">
                  <c:v>3</c:v>
                </c:pt>
                <c:pt idx="36321">
                  <c:v>2</c:v>
                </c:pt>
                <c:pt idx="36322">
                  <c:v>1</c:v>
                </c:pt>
                <c:pt idx="36323">
                  <c:v>2</c:v>
                </c:pt>
                <c:pt idx="36324">
                  <c:v>2</c:v>
                </c:pt>
                <c:pt idx="36325">
                  <c:v>3</c:v>
                </c:pt>
                <c:pt idx="36326">
                  <c:v>1</c:v>
                </c:pt>
                <c:pt idx="36327">
                  <c:v>1</c:v>
                </c:pt>
                <c:pt idx="36328">
                  <c:v>1</c:v>
                </c:pt>
                <c:pt idx="36329">
                  <c:v>1</c:v>
                </c:pt>
                <c:pt idx="36330">
                  <c:v>1</c:v>
                </c:pt>
                <c:pt idx="36331">
                  <c:v>2</c:v>
                </c:pt>
                <c:pt idx="36332">
                  <c:v>1</c:v>
                </c:pt>
                <c:pt idx="36333">
                  <c:v>2</c:v>
                </c:pt>
                <c:pt idx="36334">
                  <c:v>1</c:v>
                </c:pt>
                <c:pt idx="36335">
                  <c:v>1</c:v>
                </c:pt>
                <c:pt idx="36336">
                  <c:v>1</c:v>
                </c:pt>
                <c:pt idx="36337">
                  <c:v>1</c:v>
                </c:pt>
                <c:pt idx="36338">
                  <c:v>1</c:v>
                </c:pt>
                <c:pt idx="36339">
                  <c:v>1</c:v>
                </c:pt>
                <c:pt idx="36340">
                  <c:v>1</c:v>
                </c:pt>
                <c:pt idx="36341">
                  <c:v>2</c:v>
                </c:pt>
                <c:pt idx="36342">
                  <c:v>3</c:v>
                </c:pt>
                <c:pt idx="36343">
                  <c:v>1</c:v>
                </c:pt>
                <c:pt idx="36344">
                  <c:v>4</c:v>
                </c:pt>
                <c:pt idx="36345">
                  <c:v>3</c:v>
                </c:pt>
                <c:pt idx="36346">
                  <c:v>4</c:v>
                </c:pt>
                <c:pt idx="36347">
                  <c:v>2</c:v>
                </c:pt>
                <c:pt idx="36348">
                  <c:v>1</c:v>
                </c:pt>
                <c:pt idx="36349">
                  <c:v>3</c:v>
                </c:pt>
                <c:pt idx="36350">
                  <c:v>2</c:v>
                </c:pt>
                <c:pt idx="36351">
                  <c:v>1</c:v>
                </c:pt>
                <c:pt idx="36352">
                  <c:v>1</c:v>
                </c:pt>
                <c:pt idx="36353">
                  <c:v>2</c:v>
                </c:pt>
                <c:pt idx="36354">
                  <c:v>2</c:v>
                </c:pt>
                <c:pt idx="36355">
                  <c:v>1</c:v>
                </c:pt>
                <c:pt idx="36356">
                  <c:v>3</c:v>
                </c:pt>
                <c:pt idx="36357">
                  <c:v>4</c:v>
                </c:pt>
                <c:pt idx="36358">
                  <c:v>2</c:v>
                </c:pt>
                <c:pt idx="36359">
                  <c:v>1</c:v>
                </c:pt>
                <c:pt idx="36360">
                  <c:v>3</c:v>
                </c:pt>
                <c:pt idx="36361">
                  <c:v>2</c:v>
                </c:pt>
                <c:pt idx="36362">
                  <c:v>2</c:v>
                </c:pt>
                <c:pt idx="36363">
                  <c:v>3</c:v>
                </c:pt>
                <c:pt idx="36364">
                  <c:v>2</c:v>
                </c:pt>
                <c:pt idx="36365">
                  <c:v>1</c:v>
                </c:pt>
                <c:pt idx="36366">
                  <c:v>2</c:v>
                </c:pt>
                <c:pt idx="36367">
                  <c:v>1</c:v>
                </c:pt>
                <c:pt idx="36368">
                  <c:v>1</c:v>
                </c:pt>
                <c:pt idx="36369">
                  <c:v>2</c:v>
                </c:pt>
                <c:pt idx="36370">
                  <c:v>2</c:v>
                </c:pt>
                <c:pt idx="36371">
                  <c:v>2</c:v>
                </c:pt>
                <c:pt idx="36372">
                  <c:v>1</c:v>
                </c:pt>
                <c:pt idx="36373">
                  <c:v>1</c:v>
                </c:pt>
                <c:pt idx="36374">
                  <c:v>1</c:v>
                </c:pt>
                <c:pt idx="36375">
                  <c:v>1</c:v>
                </c:pt>
                <c:pt idx="36376">
                  <c:v>1</c:v>
                </c:pt>
                <c:pt idx="36377">
                  <c:v>1</c:v>
                </c:pt>
                <c:pt idx="36378">
                  <c:v>1</c:v>
                </c:pt>
                <c:pt idx="36379">
                  <c:v>2</c:v>
                </c:pt>
                <c:pt idx="36380">
                  <c:v>1</c:v>
                </c:pt>
                <c:pt idx="36381">
                  <c:v>1</c:v>
                </c:pt>
                <c:pt idx="36382">
                  <c:v>1</c:v>
                </c:pt>
                <c:pt idx="36383">
                  <c:v>1</c:v>
                </c:pt>
                <c:pt idx="36384">
                  <c:v>1</c:v>
                </c:pt>
                <c:pt idx="36385">
                  <c:v>1</c:v>
                </c:pt>
                <c:pt idx="36386">
                  <c:v>2</c:v>
                </c:pt>
                <c:pt idx="36387">
                  <c:v>1</c:v>
                </c:pt>
                <c:pt idx="36388">
                  <c:v>1</c:v>
                </c:pt>
                <c:pt idx="36389">
                  <c:v>1</c:v>
                </c:pt>
                <c:pt idx="36390">
                  <c:v>2</c:v>
                </c:pt>
                <c:pt idx="36391">
                  <c:v>1</c:v>
                </c:pt>
                <c:pt idx="36392">
                  <c:v>1</c:v>
                </c:pt>
                <c:pt idx="36393">
                  <c:v>2</c:v>
                </c:pt>
                <c:pt idx="36394">
                  <c:v>3</c:v>
                </c:pt>
                <c:pt idx="36395">
                  <c:v>2</c:v>
                </c:pt>
                <c:pt idx="36396">
                  <c:v>-4</c:v>
                </c:pt>
                <c:pt idx="36397">
                  <c:v>4</c:v>
                </c:pt>
                <c:pt idx="36398">
                  <c:v>3</c:v>
                </c:pt>
                <c:pt idx="36399">
                  <c:v>2</c:v>
                </c:pt>
                <c:pt idx="36400">
                  <c:v>2</c:v>
                </c:pt>
                <c:pt idx="36401">
                  <c:v>2</c:v>
                </c:pt>
                <c:pt idx="36402">
                  <c:v>3</c:v>
                </c:pt>
                <c:pt idx="36403">
                  <c:v>4</c:v>
                </c:pt>
                <c:pt idx="36404">
                  <c:v>2</c:v>
                </c:pt>
                <c:pt idx="36405">
                  <c:v>4</c:v>
                </c:pt>
                <c:pt idx="36406">
                  <c:v>4</c:v>
                </c:pt>
                <c:pt idx="36407">
                  <c:v>4</c:v>
                </c:pt>
                <c:pt idx="36408">
                  <c:v>4</c:v>
                </c:pt>
                <c:pt idx="36409">
                  <c:v>4</c:v>
                </c:pt>
                <c:pt idx="36410">
                  <c:v>4</c:v>
                </c:pt>
                <c:pt idx="36411">
                  <c:v>4</c:v>
                </c:pt>
                <c:pt idx="36412">
                  <c:v>2</c:v>
                </c:pt>
                <c:pt idx="36413">
                  <c:v>2</c:v>
                </c:pt>
                <c:pt idx="36414">
                  <c:v>4</c:v>
                </c:pt>
                <c:pt idx="36415">
                  <c:v>3</c:v>
                </c:pt>
                <c:pt idx="36416">
                  <c:v>2</c:v>
                </c:pt>
                <c:pt idx="36417">
                  <c:v>2</c:v>
                </c:pt>
                <c:pt idx="36418">
                  <c:v>3</c:v>
                </c:pt>
                <c:pt idx="36419">
                  <c:v>3</c:v>
                </c:pt>
                <c:pt idx="36420">
                  <c:v>1</c:v>
                </c:pt>
                <c:pt idx="36421">
                  <c:v>1</c:v>
                </c:pt>
                <c:pt idx="36422">
                  <c:v>2</c:v>
                </c:pt>
                <c:pt idx="36423">
                  <c:v>2</c:v>
                </c:pt>
                <c:pt idx="36424">
                  <c:v>3</c:v>
                </c:pt>
                <c:pt idx="36425">
                  <c:v>3</c:v>
                </c:pt>
                <c:pt idx="36426">
                  <c:v>2</c:v>
                </c:pt>
                <c:pt idx="36427">
                  <c:v>4</c:v>
                </c:pt>
                <c:pt idx="36428">
                  <c:v>3</c:v>
                </c:pt>
                <c:pt idx="36429">
                  <c:v>3</c:v>
                </c:pt>
                <c:pt idx="36430">
                  <c:v>1</c:v>
                </c:pt>
                <c:pt idx="36431">
                  <c:v>1</c:v>
                </c:pt>
                <c:pt idx="36432">
                  <c:v>2</c:v>
                </c:pt>
                <c:pt idx="36433">
                  <c:v>2</c:v>
                </c:pt>
                <c:pt idx="36434">
                  <c:v>2</c:v>
                </c:pt>
                <c:pt idx="36435">
                  <c:v>3</c:v>
                </c:pt>
                <c:pt idx="36436">
                  <c:v>6</c:v>
                </c:pt>
                <c:pt idx="36437">
                  <c:v>4</c:v>
                </c:pt>
                <c:pt idx="36438">
                  <c:v>-2</c:v>
                </c:pt>
                <c:pt idx="36439">
                  <c:v>2</c:v>
                </c:pt>
                <c:pt idx="36440">
                  <c:v>4</c:v>
                </c:pt>
                <c:pt idx="36441">
                  <c:v>3</c:v>
                </c:pt>
                <c:pt idx="36442">
                  <c:v>3</c:v>
                </c:pt>
                <c:pt idx="36443">
                  <c:v>2</c:v>
                </c:pt>
                <c:pt idx="36444">
                  <c:v>3</c:v>
                </c:pt>
                <c:pt idx="36445">
                  <c:v>2</c:v>
                </c:pt>
                <c:pt idx="36446">
                  <c:v>1</c:v>
                </c:pt>
                <c:pt idx="36447">
                  <c:v>1</c:v>
                </c:pt>
                <c:pt idx="36448">
                  <c:v>3</c:v>
                </c:pt>
                <c:pt idx="36449">
                  <c:v>2</c:v>
                </c:pt>
                <c:pt idx="36450">
                  <c:v>2</c:v>
                </c:pt>
                <c:pt idx="36451">
                  <c:v>3</c:v>
                </c:pt>
                <c:pt idx="36452">
                  <c:v>2</c:v>
                </c:pt>
                <c:pt idx="36453">
                  <c:v>5</c:v>
                </c:pt>
                <c:pt idx="36454">
                  <c:v>2</c:v>
                </c:pt>
                <c:pt idx="36455">
                  <c:v>-1</c:v>
                </c:pt>
                <c:pt idx="36456">
                  <c:v>2</c:v>
                </c:pt>
                <c:pt idx="36457">
                  <c:v>3</c:v>
                </c:pt>
                <c:pt idx="36458">
                  <c:v>1</c:v>
                </c:pt>
                <c:pt idx="36459">
                  <c:v>2</c:v>
                </c:pt>
                <c:pt idx="36460">
                  <c:v>5</c:v>
                </c:pt>
                <c:pt idx="36461">
                  <c:v>3</c:v>
                </c:pt>
                <c:pt idx="36462">
                  <c:v>3</c:v>
                </c:pt>
                <c:pt idx="36463">
                  <c:v>5</c:v>
                </c:pt>
                <c:pt idx="36464">
                  <c:v>2</c:v>
                </c:pt>
                <c:pt idx="36465">
                  <c:v>1</c:v>
                </c:pt>
                <c:pt idx="36466">
                  <c:v>2</c:v>
                </c:pt>
                <c:pt idx="36467">
                  <c:v>4</c:v>
                </c:pt>
                <c:pt idx="36468">
                  <c:v>2</c:v>
                </c:pt>
                <c:pt idx="36469">
                  <c:v>3</c:v>
                </c:pt>
                <c:pt idx="36470">
                  <c:v>2</c:v>
                </c:pt>
                <c:pt idx="36471">
                  <c:v>2</c:v>
                </c:pt>
                <c:pt idx="36472">
                  <c:v>4</c:v>
                </c:pt>
                <c:pt idx="36473">
                  <c:v>5</c:v>
                </c:pt>
                <c:pt idx="36474">
                  <c:v>1</c:v>
                </c:pt>
                <c:pt idx="36475">
                  <c:v>5</c:v>
                </c:pt>
                <c:pt idx="36476">
                  <c:v>2</c:v>
                </c:pt>
                <c:pt idx="36477">
                  <c:v>2</c:v>
                </c:pt>
                <c:pt idx="36478">
                  <c:v>6</c:v>
                </c:pt>
                <c:pt idx="36479">
                  <c:v>3</c:v>
                </c:pt>
                <c:pt idx="36480">
                  <c:v>3</c:v>
                </c:pt>
                <c:pt idx="36481">
                  <c:v>3</c:v>
                </c:pt>
                <c:pt idx="36482">
                  <c:v>2</c:v>
                </c:pt>
                <c:pt idx="36483">
                  <c:v>2</c:v>
                </c:pt>
                <c:pt idx="36484">
                  <c:v>1</c:v>
                </c:pt>
                <c:pt idx="36485">
                  <c:v>1</c:v>
                </c:pt>
                <c:pt idx="36486">
                  <c:v>1</c:v>
                </c:pt>
                <c:pt idx="36487">
                  <c:v>3</c:v>
                </c:pt>
                <c:pt idx="36488">
                  <c:v>2</c:v>
                </c:pt>
                <c:pt idx="36489">
                  <c:v>5</c:v>
                </c:pt>
                <c:pt idx="36490">
                  <c:v>1</c:v>
                </c:pt>
                <c:pt idx="36491">
                  <c:v>2</c:v>
                </c:pt>
                <c:pt idx="36492">
                  <c:v>4</c:v>
                </c:pt>
                <c:pt idx="36493">
                  <c:v>3</c:v>
                </c:pt>
                <c:pt idx="36494">
                  <c:v>2</c:v>
                </c:pt>
                <c:pt idx="36495">
                  <c:v>3</c:v>
                </c:pt>
                <c:pt idx="36496">
                  <c:v>1</c:v>
                </c:pt>
                <c:pt idx="36497">
                  <c:v>3</c:v>
                </c:pt>
                <c:pt idx="36498">
                  <c:v>2</c:v>
                </c:pt>
                <c:pt idx="36499">
                  <c:v>2</c:v>
                </c:pt>
                <c:pt idx="36500">
                  <c:v>1</c:v>
                </c:pt>
                <c:pt idx="36501">
                  <c:v>3</c:v>
                </c:pt>
                <c:pt idx="36502">
                  <c:v>2</c:v>
                </c:pt>
                <c:pt idx="36503">
                  <c:v>4</c:v>
                </c:pt>
                <c:pt idx="36504">
                  <c:v>3</c:v>
                </c:pt>
                <c:pt idx="36505">
                  <c:v>2</c:v>
                </c:pt>
                <c:pt idx="36506">
                  <c:v>1</c:v>
                </c:pt>
                <c:pt idx="36507">
                  <c:v>1</c:v>
                </c:pt>
                <c:pt idx="36508">
                  <c:v>2</c:v>
                </c:pt>
                <c:pt idx="36509">
                  <c:v>2</c:v>
                </c:pt>
                <c:pt idx="36510">
                  <c:v>2</c:v>
                </c:pt>
                <c:pt idx="36511">
                  <c:v>2</c:v>
                </c:pt>
                <c:pt idx="36512">
                  <c:v>2</c:v>
                </c:pt>
                <c:pt idx="36513">
                  <c:v>2</c:v>
                </c:pt>
                <c:pt idx="36514">
                  <c:v>2</c:v>
                </c:pt>
                <c:pt idx="36515">
                  <c:v>3</c:v>
                </c:pt>
                <c:pt idx="36516">
                  <c:v>4</c:v>
                </c:pt>
                <c:pt idx="36517">
                  <c:v>1</c:v>
                </c:pt>
                <c:pt idx="36518">
                  <c:v>2</c:v>
                </c:pt>
                <c:pt idx="36519">
                  <c:v>2</c:v>
                </c:pt>
                <c:pt idx="36520">
                  <c:v>2</c:v>
                </c:pt>
                <c:pt idx="36521">
                  <c:v>3</c:v>
                </c:pt>
                <c:pt idx="36522">
                  <c:v>2</c:v>
                </c:pt>
                <c:pt idx="36523">
                  <c:v>2</c:v>
                </c:pt>
                <c:pt idx="36524">
                  <c:v>2</c:v>
                </c:pt>
                <c:pt idx="36525">
                  <c:v>2</c:v>
                </c:pt>
                <c:pt idx="36526">
                  <c:v>3</c:v>
                </c:pt>
                <c:pt idx="36527">
                  <c:v>3</c:v>
                </c:pt>
                <c:pt idx="36528">
                  <c:v>3</c:v>
                </c:pt>
                <c:pt idx="36529">
                  <c:v>1</c:v>
                </c:pt>
                <c:pt idx="36530">
                  <c:v>1</c:v>
                </c:pt>
                <c:pt idx="36531">
                  <c:v>1</c:v>
                </c:pt>
                <c:pt idx="36532">
                  <c:v>1</c:v>
                </c:pt>
                <c:pt idx="36533">
                  <c:v>1</c:v>
                </c:pt>
                <c:pt idx="36534">
                  <c:v>1</c:v>
                </c:pt>
                <c:pt idx="36535">
                  <c:v>1</c:v>
                </c:pt>
                <c:pt idx="36536">
                  <c:v>2</c:v>
                </c:pt>
                <c:pt idx="36537">
                  <c:v>5</c:v>
                </c:pt>
                <c:pt idx="36538">
                  <c:v>1</c:v>
                </c:pt>
                <c:pt idx="36539">
                  <c:v>1</c:v>
                </c:pt>
                <c:pt idx="36540">
                  <c:v>4</c:v>
                </c:pt>
                <c:pt idx="36541">
                  <c:v>1</c:v>
                </c:pt>
                <c:pt idx="36542">
                  <c:v>1</c:v>
                </c:pt>
                <c:pt idx="36543">
                  <c:v>2</c:v>
                </c:pt>
                <c:pt idx="36544">
                  <c:v>1</c:v>
                </c:pt>
                <c:pt idx="36545">
                  <c:v>2</c:v>
                </c:pt>
                <c:pt idx="36546">
                  <c:v>1</c:v>
                </c:pt>
                <c:pt idx="36547">
                  <c:v>4</c:v>
                </c:pt>
                <c:pt idx="36548">
                  <c:v>3</c:v>
                </c:pt>
                <c:pt idx="36549">
                  <c:v>2</c:v>
                </c:pt>
                <c:pt idx="36550">
                  <c:v>2</c:v>
                </c:pt>
                <c:pt idx="36551">
                  <c:v>2</c:v>
                </c:pt>
                <c:pt idx="36552">
                  <c:v>1</c:v>
                </c:pt>
                <c:pt idx="36553">
                  <c:v>1</c:v>
                </c:pt>
                <c:pt idx="36554">
                  <c:v>2</c:v>
                </c:pt>
                <c:pt idx="36555">
                  <c:v>5</c:v>
                </c:pt>
                <c:pt idx="36556">
                  <c:v>2</c:v>
                </c:pt>
                <c:pt idx="36557">
                  <c:v>5</c:v>
                </c:pt>
                <c:pt idx="36558">
                  <c:v>2</c:v>
                </c:pt>
                <c:pt idx="36559">
                  <c:v>1</c:v>
                </c:pt>
                <c:pt idx="36560">
                  <c:v>1</c:v>
                </c:pt>
                <c:pt idx="36561">
                  <c:v>1</c:v>
                </c:pt>
                <c:pt idx="36562">
                  <c:v>1</c:v>
                </c:pt>
                <c:pt idx="36563">
                  <c:v>2</c:v>
                </c:pt>
                <c:pt idx="36564">
                  <c:v>1</c:v>
                </c:pt>
                <c:pt idx="36565">
                  <c:v>2</c:v>
                </c:pt>
                <c:pt idx="36566">
                  <c:v>1</c:v>
                </c:pt>
                <c:pt idx="36567">
                  <c:v>2</c:v>
                </c:pt>
                <c:pt idx="36568">
                  <c:v>2</c:v>
                </c:pt>
                <c:pt idx="36569">
                  <c:v>1</c:v>
                </c:pt>
                <c:pt idx="36570">
                  <c:v>1</c:v>
                </c:pt>
                <c:pt idx="36571">
                  <c:v>2</c:v>
                </c:pt>
                <c:pt idx="36572">
                  <c:v>2</c:v>
                </c:pt>
                <c:pt idx="36573">
                  <c:v>2</c:v>
                </c:pt>
                <c:pt idx="36574">
                  <c:v>1</c:v>
                </c:pt>
                <c:pt idx="36575">
                  <c:v>2</c:v>
                </c:pt>
                <c:pt idx="36576">
                  <c:v>1</c:v>
                </c:pt>
                <c:pt idx="36577">
                  <c:v>1</c:v>
                </c:pt>
                <c:pt idx="36578">
                  <c:v>1</c:v>
                </c:pt>
                <c:pt idx="36579">
                  <c:v>1</c:v>
                </c:pt>
                <c:pt idx="36580">
                  <c:v>1</c:v>
                </c:pt>
                <c:pt idx="36581">
                  <c:v>1</c:v>
                </c:pt>
                <c:pt idx="36582">
                  <c:v>1</c:v>
                </c:pt>
                <c:pt idx="36583">
                  <c:v>1</c:v>
                </c:pt>
                <c:pt idx="36584">
                  <c:v>1</c:v>
                </c:pt>
                <c:pt idx="36585">
                  <c:v>2</c:v>
                </c:pt>
                <c:pt idx="36586">
                  <c:v>1</c:v>
                </c:pt>
                <c:pt idx="36587">
                  <c:v>2</c:v>
                </c:pt>
                <c:pt idx="36588">
                  <c:v>2</c:v>
                </c:pt>
                <c:pt idx="36589">
                  <c:v>1</c:v>
                </c:pt>
                <c:pt idx="36590">
                  <c:v>1</c:v>
                </c:pt>
                <c:pt idx="36591">
                  <c:v>1</c:v>
                </c:pt>
                <c:pt idx="36592">
                  <c:v>1</c:v>
                </c:pt>
                <c:pt idx="36593">
                  <c:v>1</c:v>
                </c:pt>
                <c:pt idx="36594">
                  <c:v>1</c:v>
                </c:pt>
                <c:pt idx="36595">
                  <c:v>1</c:v>
                </c:pt>
                <c:pt idx="36596">
                  <c:v>1</c:v>
                </c:pt>
                <c:pt idx="36597">
                  <c:v>1</c:v>
                </c:pt>
                <c:pt idx="36598">
                  <c:v>1</c:v>
                </c:pt>
                <c:pt idx="36599">
                  <c:v>1</c:v>
                </c:pt>
                <c:pt idx="36600">
                  <c:v>1</c:v>
                </c:pt>
                <c:pt idx="36601">
                  <c:v>1</c:v>
                </c:pt>
                <c:pt idx="36602">
                  <c:v>1</c:v>
                </c:pt>
                <c:pt idx="36603">
                  <c:v>1</c:v>
                </c:pt>
                <c:pt idx="36604">
                  <c:v>1</c:v>
                </c:pt>
                <c:pt idx="36605">
                  <c:v>1</c:v>
                </c:pt>
                <c:pt idx="36606">
                  <c:v>3</c:v>
                </c:pt>
                <c:pt idx="36607">
                  <c:v>2</c:v>
                </c:pt>
                <c:pt idx="36608">
                  <c:v>4</c:v>
                </c:pt>
                <c:pt idx="36609">
                  <c:v>2</c:v>
                </c:pt>
                <c:pt idx="36610">
                  <c:v>2</c:v>
                </c:pt>
                <c:pt idx="36611">
                  <c:v>4</c:v>
                </c:pt>
                <c:pt idx="36612">
                  <c:v>5</c:v>
                </c:pt>
                <c:pt idx="36613">
                  <c:v>2</c:v>
                </c:pt>
                <c:pt idx="36614">
                  <c:v>2</c:v>
                </c:pt>
                <c:pt idx="36615">
                  <c:v>3</c:v>
                </c:pt>
                <c:pt idx="36616">
                  <c:v>3</c:v>
                </c:pt>
                <c:pt idx="36617">
                  <c:v>3</c:v>
                </c:pt>
                <c:pt idx="36618">
                  <c:v>4</c:v>
                </c:pt>
                <c:pt idx="36619">
                  <c:v>1</c:v>
                </c:pt>
                <c:pt idx="36620">
                  <c:v>1</c:v>
                </c:pt>
                <c:pt idx="36621">
                  <c:v>1</c:v>
                </c:pt>
                <c:pt idx="36622">
                  <c:v>1</c:v>
                </c:pt>
                <c:pt idx="36623">
                  <c:v>3</c:v>
                </c:pt>
                <c:pt idx="36624">
                  <c:v>1</c:v>
                </c:pt>
                <c:pt idx="36625">
                  <c:v>1</c:v>
                </c:pt>
                <c:pt idx="36626">
                  <c:v>1</c:v>
                </c:pt>
                <c:pt idx="36627">
                  <c:v>1</c:v>
                </c:pt>
                <c:pt idx="36628">
                  <c:v>14</c:v>
                </c:pt>
                <c:pt idx="36629">
                  <c:v>7</c:v>
                </c:pt>
                <c:pt idx="36630">
                  <c:v>4</c:v>
                </c:pt>
                <c:pt idx="36631">
                  <c:v>4</c:v>
                </c:pt>
                <c:pt idx="36632">
                  <c:v>1</c:v>
                </c:pt>
                <c:pt idx="36633">
                  <c:v>1</c:v>
                </c:pt>
                <c:pt idx="36634">
                  <c:v>1</c:v>
                </c:pt>
                <c:pt idx="36635">
                  <c:v>1</c:v>
                </c:pt>
                <c:pt idx="36636">
                  <c:v>1</c:v>
                </c:pt>
                <c:pt idx="36637">
                  <c:v>1</c:v>
                </c:pt>
                <c:pt idx="36638">
                  <c:v>1</c:v>
                </c:pt>
                <c:pt idx="36639">
                  <c:v>1</c:v>
                </c:pt>
                <c:pt idx="36640">
                  <c:v>1</c:v>
                </c:pt>
                <c:pt idx="36641">
                  <c:v>1</c:v>
                </c:pt>
                <c:pt idx="36642">
                  <c:v>2</c:v>
                </c:pt>
                <c:pt idx="36643">
                  <c:v>2</c:v>
                </c:pt>
                <c:pt idx="36644">
                  <c:v>1</c:v>
                </c:pt>
                <c:pt idx="36645">
                  <c:v>2</c:v>
                </c:pt>
                <c:pt idx="36646">
                  <c:v>3</c:v>
                </c:pt>
                <c:pt idx="36647">
                  <c:v>1</c:v>
                </c:pt>
                <c:pt idx="36648">
                  <c:v>1</c:v>
                </c:pt>
                <c:pt idx="36649">
                  <c:v>2</c:v>
                </c:pt>
                <c:pt idx="36650">
                  <c:v>1</c:v>
                </c:pt>
                <c:pt idx="36651">
                  <c:v>1</c:v>
                </c:pt>
                <c:pt idx="36652">
                  <c:v>2</c:v>
                </c:pt>
                <c:pt idx="36653">
                  <c:v>3</c:v>
                </c:pt>
                <c:pt idx="36654">
                  <c:v>3</c:v>
                </c:pt>
                <c:pt idx="36655">
                  <c:v>2</c:v>
                </c:pt>
                <c:pt idx="36656">
                  <c:v>3</c:v>
                </c:pt>
                <c:pt idx="36657">
                  <c:v>2</c:v>
                </c:pt>
                <c:pt idx="36658">
                  <c:v>2</c:v>
                </c:pt>
                <c:pt idx="36659">
                  <c:v>2</c:v>
                </c:pt>
                <c:pt idx="36660">
                  <c:v>0</c:v>
                </c:pt>
                <c:pt idx="36661">
                  <c:v>3</c:v>
                </c:pt>
                <c:pt idx="36662">
                  <c:v>3</c:v>
                </c:pt>
                <c:pt idx="36663">
                  <c:v>2</c:v>
                </c:pt>
                <c:pt idx="36664">
                  <c:v>1</c:v>
                </c:pt>
                <c:pt idx="36665">
                  <c:v>1</c:v>
                </c:pt>
                <c:pt idx="36666">
                  <c:v>1</c:v>
                </c:pt>
                <c:pt idx="36667">
                  <c:v>1</c:v>
                </c:pt>
                <c:pt idx="36668">
                  <c:v>1</c:v>
                </c:pt>
                <c:pt idx="36669">
                  <c:v>1</c:v>
                </c:pt>
                <c:pt idx="36670">
                  <c:v>1</c:v>
                </c:pt>
                <c:pt idx="36671">
                  <c:v>1</c:v>
                </c:pt>
                <c:pt idx="36672">
                  <c:v>1</c:v>
                </c:pt>
                <c:pt idx="36673">
                  <c:v>1</c:v>
                </c:pt>
                <c:pt idx="36674">
                  <c:v>1</c:v>
                </c:pt>
                <c:pt idx="36675">
                  <c:v>1</c:v>
                </c:pt>
                <c:pt idx="36676">
                  <c:v>2</c:v>
                </c:pt>
                <c:pt idx="36677">
                  <c:v>1</c:v>
                </c:pt>
                <c:pt idx="36678">
                  <c:v>1</c:v>
                </c:pt>
                <c:pt idx="36679">
                  <c:v>1</c:v>
                </c:pt>
                <c:pt idx="36680">
                  <c:v>2</c:v>
                </c:pt>
                <c:pt idx="36681">
                  <c:v>3</c:v>
                </c:pt>
                <c:pt idx="36682">
                  <c:v>1</c:v>
                </c:pt>
                <c:pt idx="36683">
                  <c:v>2</c:v>
                </c:pt>
                <c:pt idx="36684">
                  <c:v>1</c:v>
                </c:pt>
                <c:pt idx="36685">
                  <c:v>2</c:v>
                </c:pt>
                <c:pt idx="36686">
                  <c:v>3</c:v>
                </c:pt>
                <c:pt idx="36687">
                  <c:v>3</c:v>
                </c:pt>
                <c:pt idx="36688">
                  <c:v>1</c:v>
                </c:pt>
                <c:pt idx="36689">
                  <c:v>2</c:v>
                </c:pt>
                <c:pt idx="36690">
                  <c:v>1</c:v>
                </c:pt>
                <c:pt idx="36691">
                  <c:v>1</c:v>
                </c:pt>
                <c:pt idx="36692">
                  <c:v>1</c:v>
                </c:pt>
                <c:pt idx="36693">
                  <c:v>1</c:v>
                </c:pt>
                <c:pt idx="36694">
                  <c:v>3</c:v>
                </c:pt>
                <c:pt idx="36695">
                  <c:v>3</c:v>
                </c:pt>
                <c:pt idx="36696">
                  <c:v>2</c:v>
                </c:pt>
                <c:pt idx="36697">
                  <c:v>1</c:v>
                </c:pt>
                <c:pt idx="36698">
                  <c:v>1</c:v>
                </c:pt>
                <c:pt idx="36699">
                  <c:v>1</c:v>
                </c:pt>
                <c:pt idx="36700">
                  <c:v>1</c:v>
                </c:pt>
                <c:pt idx="36701">
                  <c:v>2</c:v>
                </c:pt>
                <c:pt idx="36702">
                  <c:v>2</c:v>
                </c:pt>
                <c:pt idx="36703">
                  <c:v>2</c:v>
                </c:pt>
                <c:pt idx="36704">
                  <c:v>2</c:v>
                </c:pt>
                <c:pt idx="36705">
                  <c:v>2</c:v>
                </c:pt>
                <c:pt idx="36706">
                  <c:v>2</c:v>
                </c:pt>
                <c:pt idx="36707">
                  <c:v>2</c:v>
                </c:pt>
                <c:pt idx="36708">
                  <c:v>2</c:v>
                </c:pt>
                <c:pt idx="36709">
                  <c:v>4</c:v>
                </c:pt>
                <c:pt idx="36710">
                  <c:v>3</c:v>
                </c:pt>
                <c:pt idx="36711">
                  <c:v>4</c:v>
                </c:pt>
                <c:pt idx="36712">
                  <c:v>2</c:v>
                </c:pt>
                <c:pt idx="36713">
                  <c:v>4</c:v>
                </c:pt>
                <c:pt idx="36714">
                  <c:v>2</c:v>
                </c:pt>
                <c:pt idx="36715">
                  <c:v>3</c:v>
                </c:pt>
                <c:pt idx="36716">
                  <c:v>3</c:v>
                </c:pt>
                <c:pt idx="36717">
                  <c:v>4</c:v>
                </c:pt>
                <c:pt idx="36718">
                  <c:v>3</c:v>
                </c:pt>
                <c:pt idx="36719">
                  <c:v>3</c:v>
                </c:pt>
                <c:pt idx="36720">
                  <c:v>2</c:v>
                </c:pt>
                <c:pt idx="36721">
                  <c:v>3</c:v>
                </c:pt>
                <c:pt idx="36722">
                  <c:v>2</c:v>
                </c:pt>
                <c:pt idx="36723">
                  <c:v>2</c:v>
                </c:pt>
                <c:pt idx="36724">
                  <c:v>2</c:v>
                </c:pt>
                <c:pt idx="36725">
                  <c:v>3</c:v>
                </c:pt>
                <c:pt idx="36726">
                  <c:v>2</c:v>
                </c:pt>
                <c:pt idx="36727">
                  <c:v>2</c:v>
                </c:pt>
                <c:pt idx="36728">
                  <c:v>2</c:v>
                </c:pt>
                <c:pt idx="36729">
                  <c:v>4</c:v>
                </c:pt>
                <c:pt idx="36730">
                  <c:v>3</c:v>
                </c:pt>
                <c:pt idx="36731">
                  <c:v>3</c:v>
                </c:pt>
                <c:pt idx="36732">
                  <c:v>4</c:v>
                </c:pt>
                <c:pt idx="36733">
                  <c:v>2</c:v>
                </c:pt>
                <c:pt idx="36734">
                  <c:v>2</c:v>
                </c:pt>
                <c:pt idx="36735">
                  <c:v>2</c:v>
                </c:pt>
                <c:pt idx="36736">
                  <c:v>3</c:v>
                </c:pt>
                <c:pt idx="36737">
                  <c:v>2</c:v>
                </c:pt>
                <c:pt idx="36738">
                  <c:v>2</c:v>
                </c:pt>
                <c:pt idx="36739">
                  <c:v>3</c:v>
                </c:pt>
                <c:pt idx="36740">
                  <c:v>3</c:v>
                </c:pt>
                <c:pt idx="36741">
                  <c:v>2</c:v>
                </c:pt>
                <c:pt idx="36742">
                  <c:v>3</c:v>
                </c:pt>
                <c:pt idx="36743">
                  <c:v>2</c:v>
                </c:pt>
                <c:pt idx="36744">
                  <c:v>2</c:v>
                </c:pt>
                <c:pt idx="36745">
                  <c:v>2</c:v>
                </c:pt>
                <c:pt idx="36746">
                  <c:v>2</c:v>
                </c:pt>
                <c:pt idx="36747">
                  <c:v>2</c:v>
                </c:pt>
                <c:pt idx="36748">
                  <c:v>2</c:v>
                </c:pt>
                <c:pt idx="36749">
                  <c:v>2</c:v>
                </c:pt>
                <c:pt idx="36750">
                  <c:v>3</c:v>
                </c:pt>
                <c:pt idx="36751">
                  <c:v>2</c:v>
                </c:pt>
                <c:pt idx="36752">
                  <c:v>2</c:v>
                </c:pt>
                <c:pt idx="36753">
                  <c:v>3</c:v>
                </c:pt>
                <c:pt idx="36754">
                  <c:v>-3</c:v>
                </c:pt>
                <c:pt idx="36755">
                  <c:v>-3</c:v>
                </c:pt>
                <c:pt idx="36756">
                  <c:v>3</c:v>
                </c:pt>
                <c:pt idx="36757">
                  <c:v>3</c:v>
                </c:pt>
                <c:pt idx="36758">
                  <c:v>1</c:v>
                </c:pt>
                <c:pt idx="36759">
                  <c:v>1</c:v>
                </c:pt>
                <c:pt idx="36760">
                  <c:v>1</c:v>
                </c:pt>
                <c:pt idx="36761">
                  <c:v>1</c:v>
                </c:pt>
                <c:pt idx="36762">
                  <c:v>4</c:v>
                </c:pt>
                <c:pt idx="36763">
                  <c:v>3</c:v>
                </c:pt>
                <c:pt idx="36764">
                  <c:v>4</c:v>
                </c:pt>
                <c:pt idx="36765">
                  <c:v>2</c:v>
                </c:pt>
                <c:pt idx="36766">
                  <c:v>2</c:v>
                </c:pt>
                <c:pt idx="36767">
                  <c:v>2</c:v>
                </c:pt>
                <c:pt idx="36768">
                  <c:v>2</c:v>
                </c:pt>
                <c:pt idx="36769">
                  <c:v>2</c:v>
                </c:pt>
                <c:pt idx="36770">
                  <c:v>1</c:v>
                </c:pt>
                <c:pt idx="36771">
                  <c:v>3</c:v>
                </c:pt>
                <c:pt idx="36772">
                  <c:v>3</c:v>
                </c:pt>
                <c:pt idx="36773">
                  <c:v>4</c:v>
                </c:pt>
                <c:pt idx="36774">
                  <c:v>2</c:v>
                </c:pt>
                <c:pt idx="36775">
                  <c:v>2</c:v>
                </c:pt>
                <c:pt idx="36776">
                  <c:v>2</c:v>
                </c:pt>
                <c:pt idx="36777">
                  <c:v>2</c:v>
                </c:pt>
                <c:pt idx="36778">
                  <c:v>2</c:v>
                </c:pt>
                <c:pt idx="36779">
                  <c:v>2</c:v>
                </c:pt>
                <c:pt idx="36780">
                  <c:v>2</c:v>
                </c:pt>
                <c:pt idx="36781">
                  <c:v>3</c:v>
                </c:pt>
                <c:pt idx="36782">
                  <c:v>2</c:v>
                </c:pt>
                <c:pt idx="36783">
                  <c:v>2</c:v>
                </c:pt>
                <c:pt idx="36784">
                  <c:v>2</c:v>
                </c:pt>
                <c:pt idx="36785">
                  <c:v>2</c:v>
                </c:pt>
                <c:pt idx="36786">
                  <c:v>3</c:v>
                </c:pt>
                <c:pt idx="36787">
                  <c:v>3</c:v>
                </c:pt>
                <c:pt idx="36788">
                  <c:v>3</c:v>
                </c:pt>
                <c:pt idx="36789">
                  <c:v>3</c:v>
                </c:pt>
                <c:pt idx="36790">
                  <c:v>2</c:v>
                </c:pt>
                <c:pt idx="36791">
                  <c:v>2</c:v>
                </c:pt>
                <c:pt idx="36792">
                  <c:v>2</c:v>
                </c:pt>
                <c:pt idx="36793">
                  <c:v>2</c:v>
                </c:pt>
                <c:pt idx="36794">
                  <c:v>2</c:v>
                </c:pt>
                <c:pt idx="36795">
                  <c:v>3</c:v>
                </c:pt>
                <c:pt idx="36796">
                  <c:v>2</c:v>
                </c:pt>
                <c:pt idx="36797">
                  <c:v>3</c:v>
                </c:pt>
                <c:pt idx="36798">
                  <c:v>2</c:v>
                </c:pt>
                <c:pt idx="36799">
                  <c:v>2</c:v>
                </c:pt>
                <c:pt idx="36800">
                  <c:v>2</c:v>
                </c:pt>
                <c:pt idx="36801">
                  <c:v>2</c:v>
                </c:pt>
                <c:pt idx="36802">
                  <c:v>2</c:v>
                </c:pt>
                <c:pt idx="36803">
                  <c:v>3</c:v>
                </c:pt>
                <c:pt idx="36804">
                  <c:v>2</c:v>
                </c:pt>
                <c:pt idx="36805">
                  <c:v>2</c:v>
                </c:pt>
                <c:pt idx="36806">
                  <c:v>2</c:v>
                </c:pt>
                <c:pt idx="36807">
                  <c:v>1</c:v>
                </c:pt>
                <c:pt idx="36808">
                  <c:v>2</c:v>
                </c:pt>
                <c:pt idx="36809">
                  <c:v>2</c:v>
                </c:pt>
                <c:pt idx="36810">
                  <c:v>2</c:v>
                </c:pt>
                <c:pt idx="36811">
                  <c:v>2</c:v>
                </c:pt>
                <c:pt idx="36812">
                  <c:v>2</c:v>
                </c:pt>
                <c:pt idx="36813">
                  <c:v>2</c:v>
                </c:pt>
                <c:pt idx="36814">
                  <c:v>1</c:v>
                </c:pt>
                <c:pt idx="36815">
                  <c:v>2</c:v>
                </c:pt>
                <c:pt idx="36816">
                  <c:v>2</c:v>
                </c:pt>
                <c:pt idx="36817">
                  <c:v>4</c:v>
                </c:pt>
                <c:pt idx="36818">
                  <c:v>4</c:v>
                </c:pt>
                <c:pt idx="36819">
                  <c:v>4</c:v>
                </c:pt>
                <c:pt idx="36820">
                  <c:v>5</c:v>
                </c:pt>
                <c:pt idx="36821">
                  <c:v>2</c:v>
                </c:pt>
                <c:pt idx="36822">
                  <c:v>1</c:v>
                </c:pt>
                <c:pt idx="36823">
                  <c:v>1</c:v>
                </c:pt>
                <c:pt idx="36824">
                  <c:v>1</c:v>
                </c:pt>
                <c:pt idx="36825">
                  <c:v>2</c:v>
                </c:pt>
                <c:pt idx="36826">
                  <c:v>1</c:v>
                </c:pt>
                <c:pt idx="36827">
                  <c:v>1</c:v>
                </c:pt>
                <c:pt idx="36828">
                  <c:v>1</c:v>
                </c:pt>
                <c:pt idx="36829">
                  <c:v>2</c:v>
                </c:pt>
                <c:pt idx="36830">
                  <c:v>1</c:v>
                </c:pt>
                <c:pt idx="36831">
                  <c:v>2</c:v>
                </c:pt>
                <c:pt idx="36832">
                  <c:v>1</c:v>
                </c:pt>
                <c:pt idx="36833">
                  <c:v>1</c:v>
                </c:pt>
                <c:pt idx="36834">
                  <c:v>2</c:v>
                </c:pt>
                <c:pt idx="36835">
                  <c:v>1</c:v>
                </c:pt>
                <c:pt idx="36836">
                  <c:v>2</c:v>
                </c:pt>
                <c:pt idx="36837">
                  <c:v>1</c:v>
                </c:pt>
                <c:pt idx="36838">
                  <c:v>1</c:v>
                </c:pt>
                <c:pt idx="36839">
                  <c:v>1</c:v>
                </c:pt>
                <c:pt idx="36840">
                  <c:v>2</c:v>
                </c:pt>
                <c:pt idx="36841">
                  <c:v>1</c:v>
                </c:pt>
                <c:pt idx="36842">
                  <c:v>1</c:v>
                </c:pt>
                <c:pt idx="36843">
                  <c:v>2</c:v>
                </c:pt>
                <c:pt idx="36844">
                  <c:v>1</c:v>
                </c:pt>
                <c:pt idx="36845">
                  <c:v>2</c:v>
                </c:pt>
                <c:pt idx="36846">
                  <c:v>1</c:v>
                </c:pt>
                <c:pt idx="36847">
                  <c:v>2</c:v>
                </c:pt>
                <c:pt idx="36848">
                  <c:v>3</c:v>
                </c:pt>
                <c:pt idx="36849">
                  <c:v>4</c:v>
                </c:pt>
                <c:pt idx="36850">
                  <c:v>3</c:v>
                </c:pt>
                <c:pt idx="36851">
                  <c:v>3</c:v>
                </c:pt>
                <c:pt idx="36852">
                  <c:v>2</c:v>
                </c:pt>
                <c:pt idx="36853">
                  <c:v>2</c:v>
                </c:pt>
                <c:pt idx="36854">
                  <c:v>2</c:v>
                </c:pt>
                <c:pt idx="36855">
                  <c:v>2</c:v>
                </c:pt>
                <c:pt idx="36856">
                  <c:v>2</c:v>
                </c:pt>
                <c:pt idx="36857">
                  <c:v>3</c:v>
                </c:pt>
                <c:pt idx="36858">
                  <c:v>3</c:v>
                </c:pt>
                <c:pt idx="36859">
                  <c:v>1</c:v>
                </c:pt>
                <c:pt idx="36860">
                  <c:v>2</c:v>
                </c:pt>
                <c:pt idx="36861">
                  <c:v>2</c:v>
                </c:pt>
                <c:pt idx="36862">
                  <c:v>2</c:v>
                </c:pt>
                <c:pt idx="36863">
                  <c:v>2</c:v>
                </c:pt>
                <c:pt idx="36864">
                  <c:v>-2</c:v>
                </c:pt>
                <c:pt idx="36865">
                  <c:v>16</c:v>
                </c:pt>
                <c:pt idx="36866">
                  <c:v>7</c:v>
                </c:pt>
                <c:pt idx="36867">
                  <c:v>5</c:v>
                </c:pt>
                <c:pt idx="36868">
                  <c:v>1</c:v>
                </c:pt>
                <c:pt idx="36869">
                  <c:v>2</c:v>
                </c:pt>
                <c:pt idx="36870">
                  <c:v>3</c:v>
                </c:pt>
                <c:pt idx="36871">
                  <c:v>2</c:v>
                </c:pt>
                <c:pt idx="36872">
                  <c:v>1</c:v>
                </c:pt>
                <c:pt idx="36873">
                  <c:v>1</c:v>
                </c:pt>
                <c:pt idx="36874">
                  <c:v>2</c:v>
                </c:pt>
                <c:pt idx="36875">
                  <c:v>5</c:v>
                </c:pt>
                <c:pt idx="36876">
                  <c:v>7</c:v>
                </c:pt>
                <c:pt idx="36877">
                  <c:v>3</c:v>
                </c:pt>
                <c:pt idx="36878">
                  <c:v>3</c:v>
                </c:pt>
                <c:pt idx="36879">
                  <c:v>3</c:v>
                </c:pt>
                <c:pt idx="36880">
                  <c:v>4</c:v>
                </c:pt>
                <c:pt idx="36881">
                  <c:v>4</c:v>
                </c:pt>
                <c:pt idx="36882">
                  <c:v>3</c:v>
                </c:pt>
                <c:pt idx="36883">
                  <c:v>4</c:v>
                </c:pt>
                <c:pt idx="36884">
                  <c:v>3</c:v>
                </c:pt>
                <c:pt idx="36885">
                  <c:v>4</c:v>
                </c:pt>
                <c:pt idx="36886">
                  <c:v>2</c:v>
                </c:pt>
                <c:pt idx="36887">
                  <c:v>3</c:v>
                </c:pt>
                <c:pt idx="36888">
                  <c:v>1</c:v>
                </c:pt>
                <c:pt idx="36889">
                  <c:v>1</c:v>
                </c:pt>
                <c:pt idx="36890">
                  <c:v>3</c:v>
                </c:pt>
                <c:pt idx="36891">
                  <c:v>2</c:v>
                </c:pt>
                <c:pt idx="36892">
                  <c:v>4</c:v>
                </c:pt>
                <c:pt idx="36893">
                  <c:v>2</c:v>
                </c:pt>
                <c:pt idx="36894">
                  <c:v>2</c:v>
                </c:pt>
                <c:pt idx="36895">
                  <c:v>1</c:v>
                </c:pt>
                <c:pt idx="36896">
                  <c:v>4</c:v>
                </c:pt>
                <c:pt idx="36897">
                  <c:v>7</c:v>
                </c:pt>
                <c:pt idx="36898">
                  <c:v>7</c:v>
                </c:pt>
                <c:pt idx="36899">
                  <c:v>2</c:v>
                </c:pt>
                <c:pt idx="36900">
                  <c:v>2</c:v>
                </c:pt>
                <c:pt idx="36901">
                  <c:v>2</c:v>
                </c:pt>
                <c:pt idx="36902">
                  <c:v>4</c:v>
                </c:pt>
                <c:pt idx="36903">
                  <c:v>3</c:v>
                </c:pt>
                <c:pt idx="36904">
                  <c:v>3</c:v>
                </c:pt>
                <c:pt idx="36905">
                  <c:v>3</c:v>
                </c:pt>
                <c:pt idx="36906">
                  <c:v>2</c:v>
                </c:pt>
                <c:pt idx="36907">
                  <c:v>2</c:v>
                </c:pt>
                <c:pt idx="36908">
                  <c:v>5</c:v>
                </c:pt>
                <c:pt idx="36909">
                  <c:v>2</c:v>
                </c:pt>
                <c:pt idx="36910">
                  <c:v>3</c:v>
                </c:pt>
                <c:pt idx="36911">
                  <c:v>3</c:v>
                </c:pt>
                <c:pt idx="36912">
                  <c:v>4</c:v>
                </c:pt>
                <c:pt idx="36913">
                  <c:v>2</c:v>
                </c:pt>
                <c:pt idx="36914">
                  <c:v>3</c:v>
                </c:pt>
                <c:pt idx="36915">
                  <c:v>2</c:v>
                </c:pt>
                <c:pt idx="36916">
                  <c:v>2</c:v>
                </c:pt>
                <c:pt idx="36917">
                  <c:v>1</c:v>
                </c:pt>
                <c:pt idx="36918">
                  <c:v>1</c:v>
                </c:pt>
                <c:pt idx="36919">
                  <c:v>3</c:v>
                </c:pt>
                <c:pt idx="36920">
                  <c:v>2</c:v>
                </c:pt>
                <c:pt idx="36921">
                  <c:v>3</c:v>
                </c:pt>
                <c:pt idx="36922">
                  <c:v>2</c:v>
                </c:pt>
                <c:pt idx="36923">
                  <c:v>2</c:v>
                </c:pt>
                <c:pt idx="36924">
                  <c:v>3</c:v>
                </c:pt>
                <c:pt idx="36925">
                  <c:v>2</c:v>
                </c:pt>
                <c:pt idx="36926">
                  <c:v>3</c:v>
                </c:pt>
                <c:pt idx="36927">
                  <c:v>2</c:v>
                </c:pt>
                <c:pt idx="36928">
                  <c:v>2</c:v>
                </c:pt>
                <c:pt idx="36929">
                  <c:v>3</c:v>
                </c:pt>
                <c:pt idx="36930">
                  <c:v>2</c:v>
                </c:pt>
                <c:pt idx="36931">
                  <c:v>2</c:v>
                </c:pt>
                <c:pt idx="36932">
                  <c:v>2</c:v>
                </c:pt>
                <c:pt idx="36933">
                  <c:v>2</c:v>
                </c:pt>
                <c:pt idx="36934">
                  <c:v>2</c:v>
                </c:pt>
                <c:pt idx="36935">
                  <c:v>2</c:v>
                </c:pt>
                <c:pt idx="36936">
                  <c:v>4</c:v>
                </c:pt>
                <c:pt idx="36937">
                  <c:v>1</c:v>
                </c:pt>
                <c:pt idx="36938">
                  <c:v>1</c:v>
                </c:pt>
                <c:pt idx="36939">
                  <c:v>1</c:v>
                </c:pt>
                <c:pt idx="36940">
                  <c:v>2</c:v>
                </c:pt>
                <c:pt idx="36941">
                  <c:v>2</c:v>
                </c:pt>
                <c:pt idx="36942">
                  <c:v>7</c:v>
                </c:pt>
                <c:pt idx="36943">
                  <c:v>6</c:v>
                </c:pt>
                <c:pt idx="36944">
                  <c:v>6</c:v>
                </c:pt>
                <c:pt idx="36945">
                  <c:v>6</c:v>
                </c:pt>
                <c:pt idx="36946">
                  <c:v>5</c:v>
                </c:pt>
                <c:pt idx="36947">
                  <c:v>3</c:v>
                </c:pt>
                <c:pt idx="36948">
                  <c:v>10</c:v>
                </c:pt>
                <c:pt idx="36949">
                  <c:v>1</c:v>
                </c:pt>
                <c:pt idx="36950">
                  <c:v>1</c:v>
                </c:pt>
                <c:pt idx="36951">
                  <c:v>1</c:v>
                </c:pt>
                <c:pt idx="36952">
                  <c:v>1</c:v>
                </c:pt>
                <c:pt idx="36953">
                  <c:v>1</c:v>
                </c:pt>
                <c:pt idx="36954">
                  <c:v>1</c:v>
                </c:pt>
                <c:pt idx="36955">
                  <c:v>1</c:v>
                </c:pt>
                <c:pt idx="36956">
                  <c:v>1</c:v>
                </c:pt>
                <c:pt idx="36957">
                  <c:v>1</c:v>
                </c:pt>
                <c:pt idx="36958">
                  <c:v>1</c:v>
                </c:pt>
                <c:pt idx="36959">
                  <c:v>2</c:v>
                </c:pt>
                <c:pt idx="36960">
                  <c:v>2</c:v>
                </c:pt>
                <c:pt idx="36961">
                  <c:v>3</c:v>
                </c:pt>
                <c:pt idx="36962">
                  <c:v>2</c:v>
                </c:pt>
                <c:pt idx="36963">
                  <c:v>5</c:v>
                </c:pt>
                <c:pt idx="36964">
                  <c:v>2</c:v>
                </c:pt>
                <c:pt idx="36965">
                  <c:v>2</c:v>
                </c:pt>
                <c:pt idx="36966">
                  <c:v>3</c:v>
                </c:pt>
                <c:pt idx="36967">
                  <c:v>2</c:v>
                </c:pt>
                <c:pt idx="36968">
                  <c:v>1</c:v>
                </c:pt>
                <c:pt idx="36969">
                  <c:v>3</c:v>
                </c:pt>
                <c:pt idx="36970">
                  <c:v>1</c:v>
                </c:pt>
                <c:pt idx="36971">
                  <c:v>4</c:v>
                </c:pt>
                <c:pt idx="36972">
                  <c:v>2</c:v>
                </c:pt>
                <c:pt idx="36973">
                  <c:v>3</c:v>
                </c:pt>
                <c:pt idx="36974">
                  <c:v>2</c:v>
                </c:pt>
                <c:pt idx="36975">
                  <c:v>3</c:v>
                </c:pt>
                <c:pt idx="36976">
                  <c:v>2</c:v>
                </c:pt>
                <c:pt idx="36977">
                  <c:v>1</c:v>
                </c:pt>
                <c:pt idx="36978">
                  <c:v>1</c:v>
                </c:pt>
                <c:pt idx="36979">
                  <c:v>1</c:v>
                </c:pt>
                <c:pt idx="36980">
                  <c:v>1</c:v>
                </c:pt>
                <c:pt idx="36981">
                  <c:v>1</c:v>
                </c:pt>
                <c:pt idx="36982">
                  <c:v>1</c:v>
                </c:pt>
                <c:pt idx="36983">
                  <c:v>1</c:v>
                </c:pt>
                <c:pt idx="36984">
                  <c:v>1</c:v>
                </c:pt>
                <c:pt idx="36985">
                  <c:v>2</c:v>
                </c:pt>
                <c:pt idx="36986">
                  <c:v>5</c:v>
                </c:pt>
                <c:pt idx="36987">
                  <c:v>3</c:v>
                </c:pt>
                <c:pt idx="36988">
                  <c:v>2</c:v>
                </c:pt>
                <c:pt idx="36989">
                  <c:v>4</c:v>
                </c:pt>
                <c:pt idx="36990">
                  <c:v>2</c:v>
                </c:pt>
                <c:pt idx="36991">
                  <c:v>1</c:v>
                </c:pt>
                <c:pt idx="36992">
                  <c:v>3</c:v>
                </c:pt>
                <c:pt idx="36993">
                  <c:v>5</c:v>
                </c:pt>
                <c:pt idx="36994">
                  <c:v>3</c:v>
                </c:pt>
                <c:pt idx="36995">
                  <c:v>1</c:v>
                </c:pt>
                <c:pt idx="36996">
                  <c:v>3</c:v>
                </c:pt>
                <c:pt idx="36997">
                  <c:v>1</c:v>
                </c:pt>
                <c:pt idx="36998">
                  <c:v>1</c:v>
                </c:pt>
                <c:pt idx="36999">
                  <c:v>1</c:v>
                </c:pt>
                <c:pt idx="37000">
                  <c:v>1</c:v>
                </c:pt>
                <c:pt idx="37001">
                  <c:v>1</c:v>
                </c:pt>
                <c:pt idx="37002">
                  <c:v>1</c:v>
                </c:pt>
                <c:pt idx="37003">
                  <c:v>1</c:v>
                </c:pt>
                <c:pt idx="37004">
                  <c:v>1</c:v>
                </c:pt>
                <c:pt idx="37005">
                  <c:v>1</c:v>
                </c:pt>
                <c:pt idx="37006">
                  <c:v>1</c:v>
                </c:pt>
                <c:pt idx="37007">
                  <c:v>2</c:v>
                </c:pt>
                <c:pt idx="37008">
                  <c:v>2</c:v>
                </c:pt>
                <c:pt idx="37009">
                  <c:v>2</c:v>
                </c:pt>
                <c:pt idx="37010">
                  <c:v>2</c:v>
                </c:pt>
                <c:pt idx="37011">
                  <c:v>2</c:v>
                </c:pt>
                <c:pt idx="37012">
                  <c:v>2</c:v>
                </c:pt>
                <c:pt idx="37013">
                  <c:v>2</c:v>
                </c:pt>
                <c:pt idx="37014">
                  <c:v>2</c:v>
                </c:pt>
                <c:pt idx="37015">
                  <c:v>2</c:v>
                </c:pt>
                <c:pt idx="37016">
                  <c:v>2</c:v>
                </c:pt>
                <c:pt idx="37017">
                  <c:v>2</c:v>
                </c:pt>
                <c:pt idx="37018">
                  <c:v>2</c:v>
                </c:pt>
                <c:pt idx="37019">
                  <c:v>2</c:v>
                </c:pt>
                <c:pt idx="37020">
                  <c:v>2</c:v>
                </c:pt>
                <c:pt idx="37021">
                  <c:v>2</c:v>
                </c:pt>
                <c:pt idx="37022">
                  <c:v>2</c:v>
                </c:pt>
                <c:pt idx="37023">
                  <c:v>2</c:v>
                </c:pt>
                <c:pt idx="37024">
                  <c:v>2</c:v>
                </c:pt>
                <c:pt idx="37025">
                  <c:v>2</c:v>
                </c:pt>
                <c:pt idx="37026">
                  <c:v>2</c:v>
                </c:pt>
                <c:pt idx="37027">
                  <c:v>2</c:v>
                </c:pt>
                <c:pt idx="37028">
                  <c:v>2</c:v>
                </c:pt>
                <c:pt idx="37029">
                  <c:v>2</c:v>
                </c:pt>
                <c:pt idx="37030">
                  <c:v>2</c:v>
                </c:pt>
                <c:pt idx="37031">
                  <c:v>2</c:v>
                </c:pt>
                <c:pt idx="37032">
                  <c:v>2</c:v>
                </c:pt>
                <c:pt idx="37033">
                  <c:v>2</c:v>
                </c:pt>
                <c:pt idx="37034">
                  <c:v>2</c:v>
                </c:pt>
                <c:pt idx="37035">
                  <c:v>2</c:v>
                </c:pt>
                <c:pt idx="37036">
                  <c:v>2</c:v>
                </c:pt>
                <c:pt idx="37037">
                  <c:v>2</c:v>
                </c:pt>
                <c:pt idx="37038">
                  <c:v>2</c:v>
                </c:pt>
                <c:pt idx="37039">
                  <c:v>2</c:v>
                </c:pt>
                <c:pt idx="37040">
                  <c:v>2</c:v>
                </c:pt>
                <c:pt idx="37041">
                  <c:v>2</c:v>
                </c:pt>
                <c:pt idx="37042">
                  <c:v>2</c:v>
                </c:pt>
                <c:pt idx="37043">
                  <c:v>1</c:v>
                </c:pt>
                <c:pt idx="37044">
                  <c:v>1</c:v>
                </c:pt>
                <c:pt idx="37045">
                  <c:v>1</c:v>
                </c:pt>
                <c:pt idx="37046">
                  <c:v>1</c:v>
                </c:pt>
                <c:pt idx="37047">
                  <c:v>1</c:v>
                </c:pt>
                <c:pt idx="37048">
                  <c:v>1</c:v>
                </c:pt>
                <c:pt idx="37049">
                  <c:v>2</c:v>
                </c:pt>
                <c:pt idx="37050">
                  <c:v>2</c:v>
                </c:pt>
                <c:pt idx="37051">
                  <c:v>2</c:v>
                </c:pt>
                <c:pt idx="37052">
                  <c:v>2</c:v>
                </c:pt>
                <c:pt idx="37053">
                  <c:v>2</c:v>
                </c:pt>
                <c:pt idx="37054">
                  <c:v>2</c:v>
                </c:pt>
                <c:pt idx="37055">
                  <c:v>3</c:v>
                </c:pt>
                <c:pt idx="37056">
                  <c:v>3</c:v>
                </c:pt>
                <c:pt idx="37057">
                  <c:v>2</c:v>
                </c:pt>
                <c:pt idx="37058">
                  <c:v>5</c:v>
                </c:pt>
                <c:pt idx="37059">
                  <c:v>4</c:v>
                </c:pt>
                <c:pt idx="37060">
                  <c:v>4</c:v>
                </c:pt>
                <c:pt idx="37061">
                  <c:v>3</c:v>
                </c:pt>
                <c:pt idx="37062">
                  <c:v>4</c:v>
                </c:pt>
                <c:pt idx="37063">
                  <c:v>6</c:v>
                </c:pt>
                <c:pt idx="37064">
                  <c:v>3</c:v>
                </c:pt>
                <c:pt idx="37065">
                  <c:v>2</c:v>
                </c:pt>
                <c:pt idx="37066">
                  <c:v>3</c:v>
                </c:pt>
                <c:pt idx="37067">
                  <c:v>4</c:v>
                </c:pt>
                <c:pt idx="37068">
                  <c:v>3</c:v>
                </c:pt>
                <c:pt idx="37069">
                  <c:v>3</c:v>
                </c:pt>
                <c:pt idx="37070">
                  <c:v>1</c:v>
                </c:pt>
                <c:pt idx="37071">
                  <c:v>1</c:v>
                </c:pt>
                <c:pt idx="37072">
                  <c:v>4</c:v>
                </c:pt>
                <c:pt idx="37073">
                  <c:v>4</c:v>
                </c:pt>
                <c:pt idx="37074">
                  <c:v>1</c:v>
                </c:pt>
                <c:pt idx="37075">
                  <c:v>2</c:v>
                </c:pt>
                <c:pt idx="37076">
                  <c:v>2</c:v>
                </c:pt>
                <c:pt idx="37077">
                  <c:v>2</c:v>
                </c:pt>
                <c:pt idx="37078">
                  <c:v>1</c:v>
                </c:pt>
                <c:pt idx="37079">
                  <c:v>2</c:v>
                </c:pt>
                <c:pt idx="37080">
                  <c:v>2</c:v>
                </c:pt>
                <c:pt idx="37081">
                  <c:v>2</c:v>
                </c:pt>
                <c:pt idx="37082">
                  <c:v>2</c:v>
                </c:pt>
                <c:pt idx="37083">
                  <c:v>1</c:v>
                </c:pt>
                <c:pt idx="37084">
                  <c:v>1</c:v>
                </c:pt>
                <c:pt idx="37085">
                  <c:v>1</c:v>
                </c:pt>
                <c:pt idx="37086">
                  <c:v>2</c:v>
                </c:pt>
                <c:pt idx="37087">
                  <c:v>2</c:v>
                </c:pt>
                <c:pt idx="37088">
                  <c:v>2</c:v>
                </c:pt>
                <c:pt idx="37089">
                  <c:v>2</c:v>
                </c:pt>
                <c:pt idx="37090">
                  <c:v>2</c:v>
                </c:pt>
                <c:pt idx="37091">
                  <c:v>2</c:v>
                </c:pt>
                <c:pt idx="37092">
                  <c:v>3</c:v>
                </c:pt>
                <c:pt idx="37093">
                  <c:v>2</c:v>
                </c:pt>
                <c:pt idx="37094">
                  <c:v>2</c:v>
                </c:pt>
                <c:pt idx="37095">
                  <c:v>2</c:v>
                </c:pt>
                <c:pt idx="37096">
                  <c:v>2</c:v>
                </c:pt>
                <c:pt idx="37097">
                  <c:v>2</c:v>
                </c:pt>
                <c:pt idx="37098">
                  <c:v>1</c:v>
                </c:pt>
                <c:pt idx="37099">
                  <c:v>1</c:v>
                </c:pt>
                <c:pt idx="37100">
                  <c:v>2</c:v>
                </c:pt>
                <c:pt idx="37101">
                  <c:v>3</c:v>
                </c:pt>
                <c:pt idx="37102">
                  <c:v>9</c:v>
                </c:pt>
                <c:pt idx="37103">
                  <c:v>6</c:v>
                </c:pt>
                <c:pt idx="37104">
                  <c:v>7</c:v>
                </c:pt>
                <c:pt idx="37105">
                  <c:v>5</c:v>
                </c:pt>
                <c:pt idx="37106">
                  <c:v>6</c:v>
                </c:pt>
                <c:pt idx="37107">
                  <c:v>3</c:v>
                </c:pt>
                <c:pt idx="37108">
                  <c:v>6</c:v>
                </c:pt>
                <c:pt idx="37109">
                  <c:v>4</c:v>
                </c:pt>
                <c:pt idx="37110">
                  <c:v>2</c:v>
                </c:pt>
                <c:pt idx="37111">
                  <c:v>2</c:v>
                </c:pt>
                <c:pt idx="37112">
                  <c:v>3</c:v>
                </c:pt>
                <c:pt idx="37113">
                  <c:v>3</c:v>
                </c:pt>
                <c:pt idx="37114">
                  <c:v>3</c:v>
                </c:pt>
                <c:pt idx="37115">
                  <c:v>5</c:v>
                </c:pt>
                <c:pt idx="37116">
                  <c:v>5</c:v>
                </c:pt>
                <c:pt idx="37117">
                  <c:v>2</c:v>
                </c:pt>
                <c:pt idx="37118">
                  <c:v>3</c:v>
                </c:pt>
                <c:pt idx="37119">
                  <c:v>1</c:v>
                </c:pt>
                <c:pt idx="37120">
                  <c:v>1</c:v>
                </c:pt>
                <c:pt idx="37121">
                  <c:v>1</c:v>
                </c:pt>
                <c:pt idx="37122">
                  <c:v>1</c:v>
                </c:pt>
                <c:pt idx="37123">
                  <c:v>1</c:v>
                </c:pt>
                <c:pt idx="37124">
                  <c:v>1</c:v>
                </c:pt>
                <c:pt idx="37125">
                  <c:v>1</c:v>
                </c:pt>
                <c:pt idx="37126">
                  <c:v>1</c:v>
                </c:pt>
                <c:pt idx="37127">
                  <c:v>2</c:v>
                </c:pt>
                <c:pt idx="37128">
                  <c:v>1</c:v>
                </c:pt>
                <c:pt idx="37129">
                  <c:v>1</c:v>
                </c:pt>
                <c:pt idx="37130">
                  <c:v>1</c:v>
                </c:pt>
                <c:pt idx="37131">
                  <c:v>2</c:v>
                </c:pt>
                <c:pt idx="37132">
                  <c:v>1</c:v>
                </c:pt>
                <c:pt idx="37133">
                  <c:v>3</c:v>
                </c:pt>
                <c:pt idx="37134">
                  <c:v>1</c:v>
                </c:pt>
                <c:pt idx="37135">
                  <c:v>3</c:v>
                </c:pt>
                <c:pt idx="37136">
                  <c:v>1</c:v>
                </c:pt>
                <c:pt idx="37137">
                  <c:v>1</c:v>
                </c:pt>
                <c:pt idx="37138">
                  <c:v>1</c:v>
                </c:pt>
                <c:pt idx="37139">
                  <c:v>1</c:v>
                </c:pt>
                <c:pt idx="37140">
                  <c:v>1</c:v>
                </c:pt>
                <c:pt idx="37141">
                  <c:v>1</c:v>
                </c:pt>
                <c:pt idx="37142">
                  <c:v>1</c:v>
                </c:pt>
                <c:pt idx="37143">
                  <c:v>1</c:v>
                </c:pt>
                <c:pt idx="37144">
                  <c:v>3</c:v>
                </c:pt>
                <c:pt idx="37145">
                  <c:v>1</c:v>
                </c:pt>
                <c:pt idx="37146">
                  <c:v>2</c:v>
                </c:pt>
                <c:pt idx="37147">
                  <c:v>2</c:v>
                </c:pt>
                <c:pt idx="37148">
                  <c:v>3</c:v>
                </c:pt>
                <c:pt idx="37149">
                  <c:v>1</c:v>
                </c:pt>
                <c:pt idx="37150">
                  <c:v>2</c:v>
                </c:pt>
                <c:pt idx="37151">
                  <c:v>2</c:v>
                </c:pt>
                <c:pt idx="37152">
                  <c:v>2</c:v>
                </c:pt>
                <c:pt idx="37153">
                  <c:v>3</c:v>
                </c:pt>
                <c:pt idx="37154">
                  <c:v>4</c:v>
                </c:pt>
                <c:pt idx="37155">
                  <c:v>5</c:v>
                </c:pt>
                <c:pt idx="37156">
                  <c:v>4</c:v>
                </c:pt>
                <c:pt idx="37157">
                  <c:v>3</c:v>
                </c:pt>
                <c:pt idx="37158">
                  <c:v>3</c:v>
                </c:pt>
                <c:pt idx="37159">
                  <c:v>2</c:v>
                </c:pt>
                <c:pt idx="37160">
                  <c:v>2</c:v>
                </c:pt>
                <c:pt idx="37161">
                  <c:v>4</c:v>
                </c:pt>
                <c:pt idx="37162">
                  <c:v>2</c:v>
                </c:pt>
                <c:pt idx="37163">
                  <c:v>1</c:v>
                </c:pt>
                <c:pt idx="37164">
                  <c:v>7</c:v>
                </c:pt>
                <c:pt idx="37165">
                  <c:v>4</c:v>
                </c:pt>
                <c:pt idx="37166">
                  <c:v>2</c:v>
                </c:pt>
                <c:pt idx="37167">
                  <c:v>2</c:v>
                </c:pt>
                <c:pt idx="37168">
                  <c:v>3</c:v>
                </c:pt>
                <c:pt idx="37169">
                  <c:v>2</c:v>
                </c:pt>
                <c:pt idx="37170">
                  <c:v>4</c:v>
                </c:pt>
                <c:pt idx="37171">
                  <c:v>3</c:v>
                </c:pt>
                <c:pt idx="37172">
                  <c:v>4</c:v>
                </c:pt>
                <c:pt idx="37173">
                  <c:v>4</c:v>
                </c:pt>
                <c:pt idx="37174">
                  <c:v>2</c:v>
                </c:pt>
                <c:pt idx="37175">
                  <c:v>4</c:v>
                </c:pt>
                <c:pt idx="37176">
                  <c:v>4</c:v>
                </c:pt>
                <c:pt idx="37177">
                  <c:v>3</c:v>
                </c:pt>
                <c:pt idx="37178">
                  <c:v>4</c:v>
                </c:pt>
                <c:pt idx="37179">
                  <c:v>2</c:v>
                </c:pt>
                <c:pt idx="37180">
                  <c:v>2</c:v>
                </c:pt>
                <c:pt idx="37181">
                  <c:v>2</c:v>
                </c:pt>
                <c:pt idx="37182">
                  <c:v>2</c:v>
                </c:pt>
                <c:pt idx="37183">
                  <c:v>2</c:v>
                </c:pt>
                <c:pt idx="37184">
                  <c:v>1</c:v>
                </c:pt>
                <c:pt idx="37185">
                  <c:v>3</c:v>
                </c:pt>
                <c:pt idx="37186">
                  <c:v>2</c:v>
                </c:pt>
                <c:pt idx="37187">
                  <c:v>4</c:v>
                </c:pt>
                <c:pt idx="37188">
                  <c:v>3</c:v>
                </c:pt>
                <c:pt idx="37189">
                  <c:v>4</c:v>
                </c:pt>
                <c:pt idx="37190">
                  <c:v>2</c:v>
                </c:pt>
                <c:pt idx="37191">
                  <c:v>2</c:v>
                </c:pt>
                <c:pt idx="37192">
                  <c:v>2</c:v>
                </c:pt>
                <c:pt idx="37193">
                  <c:v>3</c:v>
                </c:pt>
                <c:pt idx="37194">
                  <c:v>3</c:v>
                </c:pt>
                <c:pt idx="37195">
                  <c:v>2</c:v>
                </c:pt>
                <c:pt idx="37196">
                  <c:v>5</c:v>
                </c:pt>
                <c:pt idx="37197">
                  <c:v>6</c:v>
                </c:pt>
                <c:pt idx="37198">
                  <c:v>2</c:v>
                </c:pt>
                <c:pt idx="37199">
                  <c:v>1</c:v>
                </c:pt>
                <c:pt idx="37200">
                  <c:v>2</c:v>
                </c:pt>
                <c:pt idx="37201">
                  <c:v>2</c:v>
                </c:pt>
                <c:pt idx="37202">
                  <c:v>2</c:v>
                </c:pt>
                <c:pt idx="37203">
                  <c:v>2</c:v>
                </c:pt>
                <c:pt idx="37204">
                  <c:v>0</c:v>
                </c:pt>
                <c:pt idx="37205">
                  <c:v>1</c:v>
                </c:pt>
                <c:pt idx="37206">
                  <c:v>2</c:v>
                </c:pt>
                <c:pt idx="37207">
                  <c:v>4</c:v>
                </c:pt>
                <c:pt idx="37208">
                  <c:v>-4</c:v>
                </c:pt>
                <c:pt idx="37209">
                  <c:v>2</c:v>
                </c:pt>
                <c:pt idx="37210">
                  <c:v>2</c:v>
                </c:pt>
                <c:pt idx="37211">
                  <c:v>3</c:v>
                </c:pt>
                <c:pt idx="37212">
                  <c:v>4</c:v>
                </c:pt>
                <c:pt idx="37213">
                  <c:v>2</c:v>
                </c:pt>
                <c:pt idx="37214">
                  <c:v>3</c:v>
                </c:pt>
                <c:pt idx="37215">
                  <c:v>5</c:v>
                </c:pt>
                <c:pt idx="37216">
                  <c:v>2</c:v>
                </c:pt>
                <c:pt idx="37217">
                  <c:v>2</c:v>
                </c:pt>
                <c:pt idx="37218">
                  <c:v>3</c:v>
                </c:pt>
                <c:pt idx="37219">
                  <c:v>6</c:v>
                </c:pt>
                <c:pt idx="37220">
                  <c:v>6</c:v>
                </c:pt>
                <c:pt idx="37221">
                  <c:v>2</c:v>
                </c:pt>
                <c:pt idx="37222">
                  <c:v>2</c:v>
                </c:pt>
                <c:pt idx="37223">
                  <c:v>2</c:v>
                </c:pt>
                <c:pt idx="37224">
                  <c:v>4</c:v>
                </c:pt>
                <c:pt idx="37225">
                  <c:v>2</c:v>
                </c:pt>
                <c:pt idx="37226">
                  <c:v>1</c:v>
                </c:pt>
                <c:pt idx="37227">
                  <c:v>1</c:v>
                </c:pt>
                <c:pt idx="37228">
                  <c:v>2</c:v>
                </c:pt>
                <c:pt idx="37229">
                  <c:v>2</c:v>
                </c:pt>
                <c:pt idx="37230">
                  <c:v>2</c:v>
                </c:pt>
                <c:pt idx="37231">
                  <c:v>2</c:v>
                </c:pt>
                <c:pt idx="37232">
                  <c:v>2</c:v>
                </c:pt>
                <c:pt idx="37233">
                  <c:v>1</c:v>
                </c:pt>
                <c:pt idx="37234">
                  <c:v>2</c:v>
                </c:pt>
                <c:pt idx="37235">
                  <c:v>2</c:v>
                </c:pt>
                <c:pt idx="37236">
                  <c:v>2</c:v>
                </c:pt>
                <c:pt idx="37237">
                  <c:v>1</c:v>
                </c:pt>
                <c:pt idx="37238">
                  <c:v>1</c:v>
                </c:pt>
                <c:pt idx="37239">
                  <c:v>2</c:v>
                </c:pt>
                <c:pt idx="37240">
                  <c:v>2</c:v>
                </c:pt>
                <c:pt idx="37241">
                  <c:v>2</c:v>
                </c:pt>
                <c:pt idx="37242">
                  <c:v>2</c:v>
                </c:pt>
                <c:pt idx="37243">
                  <c:v>1</c:v>
                </c:pt>
                <c:pt idx="37244">
                  <c:v>2</c:v>
                </c:pt>
                <c:pt idx="37245">
                  <c:v>2</c:v>
                </c:pt>
                <c:pt idx="37246">
                  <c:v>2</c:v>
                </c:pt>
                <c:pt idx="37247">
                  <c:v>2</c:v>
                </c:pt>
                <c:pt idx="37248">
                  <c:v>2</c:v>
                </c:pt>
                <c:pt idx="37249">
                  <c:v>2</c:v>
                </c:pt>
                <c:pt idx="37250">
                  <c:v>2</c:v>
                </c:pt>
                <c:pt idx="37251">
                  <c:v>2</c:v>
                </c:pt>
                <c:pt idx="37252">
                  <c:v>2</c:v>
                </c:pt>
                <c:pt idx="37253">
                  <c:v>2</c:v>
                </c:pt>
                <c:pt idx="37254">
                  <c:v>2</c:v>
                </c:pt>
                <c:pt idx="37255">
                  <c:v>2</c:v>
                </c:pt>
                <c:pt idx="37256">
                  <c:v>2</c:v>
                </c:pt>
                <c:pt idx="37257">
                  <c:v>2</c:v>
                </c:pt>
                <c:pt idx="37258">
                  <c:v>2</c:v>
                </c:pt>
                <c:pt idx="37259">
                  <c:v>2</c:v>
                </c:pt>
                <c:pt idx="37260">
                  <c:v>2</c:v>
                </c:pt>
                <c:pt idx="37261">
                  <c:v>2</c:v>
                </c:pt>
                <c:pt idx="37262">
                  <c:v>2</c:v>
                </c:pt>
                <c:pt idx="37263">
                  <c:v>3</c:v>
                </c:pt>
                <c:pt idx="37264">
                  <c:v>3</c:v>
                </c:pt>
                <c:pt idx="37265">
                  <c:v>2</c:v>
                </c:pt>
                <c:pt idx="37266">
                  <c:v>2</c:v>
                </c:pt>
                <c:pt idx="37267">
                  <c:v>1</c:v>
                </c:pt>
                <c:pt idx="37268">
                  <c:v>3</c:v>
                </c:pt>
                <c:pt idx="37269">
                  <c:v>3</c:v>
                </c:pt>
                <c:pt idx="37270">
                  <c:v>1</c:v>
                </c:pt>
                <c:pt idx="37271">
                  <c:v>2</c:v>
                </c:pt>
                <c:pt idx="37272">
                  <c:v>2</c:v>
                </c:pt>
                <c:pt idx="37273">
                  <c:v>2</c:v>
                </c:pt>
                <c:pt idx="37274">
                  <c:v>2</c:v>
                </c:pt>
                <c:pt idx="37275">
                  <c:v>1</c:v>
                </c:pt>
                <c:pt idx="37276">
                  <c:v>1</c:v>
                </c:pt>
                <c:pt idx="37277">
                  <c:v>2</c:v>
                </c:pt>
                <c:pt idx="37278">
                  <c:v>2</c:v>
                </c:pt>
                <c:pt idx="37279">
                  <c:v>3</c:v>
                </c:pt>
                <c:pt idx="37280">
                  <c:v>1</c:v>
                </c:pt>
                <c:pt idx="37281">
                  <c:v>1</c:v>
                </c:pt>
                <c:pt idx="37282">
                  <c:v>1</c:v>
                </c:pt>
                <c:pt idx="37283">
                  <c:v>2</c:v>
                </c:pt>
                <c:pt idx="37284">
                  <c:v>1</c:v>
                </c:pt>
                <c:pt idx="37285">
                  <c:v>2</c:v>
                </c:pt>
                <c:pt idx="37286">
                  <c:v>2</c:v>
                </c:pt>
                <c:pt idx="37287">
                  <c:v>2</c:v>
                </c:pt>
                <c:pt idx="37288">
                  <c:v>1</c:v>
                </c:pt>
                <c:pt idx="37289">
                  <c:v>2</c:v>
                </c:pt>
                <c:pt idx="37290">
                  <c:v>2</c:v>
                </c:pt>
                <c:pt idx="37291">
                  <c:v>3</c:v>
                </c:pt>
                <c:pt idx="37292">
                  <c:v>2</c:v>
                </c:pt>
                <c:pt idx="37293">
                  <c:v>3</c:v>
                </c:pt>
                <c:pt idx="37294">
                  <c:v>3</c:v>
                </c:pt>
                <c:pt idx="37295">
                  <c:v>3</c:v>
                </c:pt>
                <c:pt idx="37296">
                  <c:v>3</c:v>
                </c:pt>
                <c:pt idx="37297">
                  <c:v>3</c:v>
                </c:pt>
                <c:pt idx="37298">
                  <c:v>2</c:v>
                </c:pt>
                <c:pt idx="37299">
                  <c:v>2</c:v>
                </c:pt>
                <c:pt idx="37300">
                  <c:v>4</c:v>
                </c:pt>
                <c:pt idx="37301">
                  <c:v>6</c:v>
                </c:pt>
                <c:pt idx="37302">
                  <c:v>4</c:v>
                </c:pt>
                <c:pt idx="37303">
                  <c:v>1</c:v>
                </c:pt>
                <c:pt idx="37304">
                  <c:v>1</c:v>
                </c:pt>
                <c:pt idx="37305">
                  <c:v>2</c:v>
                </c:pt>
                <c:pt idx="37306">
                  <c:v>1</c:v>
                </c:pt>
                <c:pt idx="37307">
                  <c:v>3</c:v>
                </c:pt>
                <c:pt idx="37308">
                  <c:v>3</c:v>
                </c:pt>
                <c:pt idx="37309">
                  <c:v>2</c:v>
                </c:pt>
                <c:pt idx="37310">
                  <c:v>1</c:v>
                </c:pt>
                <c:pt idx="37311">
                  <c:v>3</c:v>
                </c:pt>
                <c:pt idx="37312">
                  <c:v>3</c:v>
                </c:pt>
                <c:pt idx="37313">
                  <c:v>3</c:v>
                </c:pt>
                <c:pt idx="37314">
                  <c:v>3</c:v>
                </c:pt>
                <c:pt idx="37315">
                  <c:v>1</c:v>
                </c:pt>
                <c:pt idx="37316">
                  <c:v>2</c:v>
                </c:pt>
                <c:pt idx="37317">
                  <c:v>3</c:v>
                </c:pt>
                <c:pt idx="37318">
                  <c:v>3</c:v>
                </c:pt>
                <c:pt idx="37319">
                  <c:v>2</c:v>
                </c:pt>
                <c:pt idx="37320">
                  <c:v>4</c:v>
                </c:pt>
                <c:pt idx="37321">
                  <c:v>3</c:v>
                </c:pt>
                <c:pt idx="37322">
                  <c:v>3</c:v>
                </c:pt>
                <c:pt idx="37323">
                  <c:v>4</c:v>
                </c:pt>
                <c:pt idx="37324">
                  <c:v>3</c:v>
                </c:pt>
                <c:pt idx="37325">
                  <c:v>2</c:v>
                </c:pt>
                <c:pt idx="37326">
                  <c:v>3</c:v>
                </c:pt>
                <c:pt idx="37327">
                  <c:v>4</c:v>
                </c:pt>
                <c:pt idx="37328">
                  <c:v>5</c:v>
                </c:pt>
                <c:pt idx="37329">
                  <c:v>10</c:v>
                </c:pt>
                <c:pt idx="37330">
                  <c:v>1</c:v>
                </c:pt>
                <c:pt idx="37331">
                  <c:v>1</c:v>
                </c:pt>
                <c:pt idx="37332">
                  <c:v>1</c:v>
                </c:pt>
                <c:pt idx="37333">
                  <c:v>3</c:v>
                </c:pt>
                <c:pt idx="37334">
                  <c:v>4</c:v>
                </c:pt>
                <c:pt idx="37335">
                  <c:v>6</c:v>
                </c:pt>
                <c:pt idx="37336">
                  <c:v>7</c:v>
                </c:pt>
                <c:pt idx="37337">
                  <c:v>1</c:v>
                </c:pt>
                <c:pt idx="37338">
                  <c:v>1</c:v>
                </c:pt>
                <c:pt idx="37339">
                  <c:v>1</c:v>
                </c:pt>
                <c:pt idx="37340">
                  <c:v>2</c:v>
                </c:pt>
                <c:pt idx="37341">
                  <c:v>3</c:v>
                </c:pt>
                <c:pt idx="37342">
                  <c:v>2</c:v>
                </c:pt>
                <c:pt idx="37343">
                  <c:v>1</c:v>
                </c:pt>
                <c:pt idx="37344">
                  <c:v>1</c:v>
                </c:pt>
                <c:pt idx="37345">
                  <c:v>1</c:v>
                </c:pt>
                <c:pt idx="37346">
                  <c:v>1</c:v>
                </c:pt>
                <c:pt idx="37347">
                  <c:v>2</c:v>
                </c:pt>
                <c:pt idx="37348">
                  <c:v>1</c:v>
                </c:pt>
                <c:pt idx="37349">
                  <c:v>1</c:v>
                </c:pt>
                <c:pt idx="37350">
                  <c:v>0</c:v>
                </c:pt>
                <c:pt idx="37351">
                  <c:v>4</c:v>
                </c:pt>
                <c:pt idx="37352">
                  <c:v>2</c:v>
                </c:pt>
                <c:pt idx="37353">
                  <c:v>1</c:v>
                </c:pt>
                <c:pt idx="37354">
                  <c:v>1</c:v>
                </c:pt>
                <c:pt idx="37355">
                  <c:v>1</c:v>
                </c:pt>
                <c:pt idx="37356">
                  <c:v>3</c:v>
                </c:pt>
                <c:pt idx="37357">
                  <c:v>1</c:v>
                </c:pt>
                <c:pt idx="37358">
                  <c:v>1</c:v>
                </c:pt>
                <c:pt idx="37359">
                  <c:v>2</c:v>
                </c:pt>
                <c:pt idx="37360">
                  <c:v>4</c:v>
                </c:pt>
                <c:pt idx="37361">
                  <c:v>3</c:v>
                </c:pt>
                <c:pt idx="37362">
                  <c:v>3</c:v>
                </c:pt>
                <c:pt idx="37363">
                  <c:v>2</c:v>
                </c:pt>
                <c:pt idx="37364">
                  <c:v>3</c:v>
                </c:pt>
                <c:pt idx="37365">
                  <c:v>0</c:v>
                </c:pt>
                <c:pt idx="37366">
                  <c:v>1</c:v>
                </c:pt>
                <c:pt idx="37367">
                  <c:v>3</c:v>
                </c:pt>
                <c:pt idx="37368">
                  <c:v>3</c:v>
                </c:pt>
                <c:pt idx="37369">
                  <c:v>3</c:v>
                </c:pt>
                <c:pt idx="37370">
                  <c:v>4</c:v>
                </c:pt>
                <c:pt idx="37371">
                  <c:v>3</c:v>
                </c:pt>
                <c:pt idx="37372">
                  <c:v>3</c:v>
                </c:pt>
                <c:pt idx="37373">
                  <c:v>2</c:v>
                </c:pt>
                <c:pt idx="37374">
                  <c:v>2</c:v>
                </c:pt>
                <c:pt idx="37375">
                  <c:v>3</c:v>
                </c:pt>
                <c:pt idx="37376">
                  <c:v>1</c:v>
                </c:pt>
                <c:pt idx="37377">
                  <c:v>1</c:v>
                </c:pt>
                <c:pt idx="37378">
                  <c:v>2</c:v>
                </c:pt>
                <c:pt idx="37379">
                  <c:v>1</c:v>
                </c:pt>
                <c:pt idx="37380">
                  <c:v>3</c:v>
                </c:pt>
                <c:pt idx="37381">
                  <c:v>3</c:v>
                </c:pt>
                <c:pt idx="37382">
                  <c:v>3</c:v>
                </c:pt>
                <c:pt idx="37383">
                  <c:v>1</c:v>
                </c:pt>
                <c:pt idx="37384">
                  <c:v>2</c:v>
                </c:pt>
                <c:pt idx="37385">
                  <c:v>2</c:v>
                </c:pt>
                <c:pt idx="37386">
                  <c:v>2</c:v>
                </c:pt>
                <c:pt idx="37387">
                  <c:v>3</c:v>
                </c:pt>
                <c:pt idx="37388">
                  <c:v>1</c:v>
                </c:pt>
                <c:pt idx="37389">
                  <c:v>2</c:v>
                </c:pt>
                <c:pt idx="37390">
                  <c:v>1</c:v>
                </c:pt>
                <c:pt idx="37391">
                  <c:v>2</c:v>
                </c:pt>
                <c:pt idx="37392">
                  <c:v>2</c:v>
                </c:pt>
                <c:pt idx="37393">
                  <c:v>3</c:v>
                </c:pt>
                <c:pt idx="37394">
                  <c:v>1</c:v>
                </c:pt>
                <c:pt idx="37395">
                  <c:v>1</c:v>
                </c:pt>
                <c:pt idx="37396">
                  <c:v>5</c:v>
                </c:pt>
                <c:pt idx="37397">
                  <c:v>3</c:v>
                </c:pt>
                <c:pt idx="37398">
                  <c:v>2</c:v>
                </c:pt>
                <c:pt idx="37399">
                  <c:v>3</c:v>
                </c:pt>
                <c:pt idx="37400">
                  <c:v>2</c:v>
                </c:pt>
                <c:pt idx="37401">
                  <c:v>3</c:v>
                </c:pt>
                <c:pt idx="37402">
                  <c:v>3</c:v>
                </c:pt>
                <c:pt idx="37403">
                  <c:v>4</c:v>
                </c:pt>
                <c:pt idx="37404">
                  <c:v>3</c:v>
                </c:pt>
                <c:pt idx="37405">
                  <c:v>1</c:v>
                </c:pt>
                <c:pt idx="37406">
                  <c:v>1</c:v>
                </c:pt>
                <c:pt idx="37407">
                  <c:v>2</c:v>
                </c:pt>
                <c:pt idx="37408">
                  <c:v>3</c:v>
                </c:pt>
                <c:pt idx="37409">
                  <c:v>2</c:v>
                </c:pt>
                <c:pt idx="37410">
                  <c:v>2</c:v>
                </c:pt>
                <c:pt idx="37411">
                  <c:v>1</c:v>
                </c:pt>
                <c:pt idx="37412">
                  <c:v>1</c:v>
                </c:pt>
                <c:pt idx="37413">
                  <c:v>4</c:v>
                </c:pt>
                <c:pt idx="37414">
                  <c:v>1</c:v>
                </c:pt>
                <c:pt idx="37415">
                  <c:v>2</c:v>
                </c:pt>
                <c:pt idx="37416">
                  <c:v>2</c:v>
                </c:pt>
                <c:pt idx="37417">
                  <c:v>1</c:v>
                </c:pt>
                <c:pt idx="37418">
                  <c:v>2</c:v>
                </c:pt>
                <c:pt idx="37419">
                  <c:v>1</c:v>
                </c:pt>
                <c:pt idx="37420">
                  <c:v>2</c:v>
                </c:pt>
                <c:pt idx="37421">
                  <c:v>4</c:v>
                </c:pt>
                <c:pt idx="37422">
                  <c:v>2</c:v>
                </c:pt>
                <c:pt idx="37423">
                  <c:v>2</c:v>
                </c:pt>
                <c:pt idx="37424">
                  <c:v>1</c:v>
                </c:pt>
                <c:pt idx="37425">
                  <c:v>2</c:v>
                </c:pt>
                <c:pt idx="37426">
                  <c:v>2</c:v>
                </c:pt>
                <c:pt idx="37427">
                  <c:v>4</c:v>
                </c:pt>
                <c:pt idx="37428">
                  <c:v>2</c:v>
                </c:pt>
                <c:pt idx="37429">
                  <c:v>4</c:v>
                </c:pt>
                <c:pt idx="37430">
                  <c:v>2</c:v>
                </c:pt>
                <c:pt idx="37431">
                  <c:v>1</c:v>
                </c:pt>
                <c:pt idx="37432">
                  <c:v>2</c:v>
                </c:pt>
                <c:pt idx="37433">
                  <c:v>3</c:v>
                </c:pt>
                <c:pt idx="37434">
                  <c:v>4</c:v>
                </c:pt>
                <c:pt idx="37435">
                  <c:v>2</c:v>
                </c:pt>
                <c:pt idx="37436">
                  <c:v>3</c:v>
                </c:pt>
                <c:pt idx="37437">
                  <c:v>1</c:v>
                </c:pt>
                <c:pt idx="37438">
                  <c:v>2</c:v>
                </c:pt>
                <c:pt idx="37439">
                  <c:v>5</c:v>
                </c:pt>
                <c:pt idx="37440">
                  <c:v>2</c:v>
                </c:pt>
                <c:pt idx="37441">
                  <c:v>2</c:v>
                </c:pt>
                <c:pt idx="37442">
                  <c:v>3</c:v>
                </c:pt>
                <c:pt idx="37443">
                  <c:v>3</c:v>
                </c:pt>
                <c:pt idx="37444">
                  <c:v>1</c:v>
                </c:pt>
                <c:pt idx="37445">
                  <c:v>2</c:v>
                </c:pt>
                <c:pt idx="37446">
                  <c:v>2</c:v>
                </c:pt>
                <c:pt idx="37447">
                  <c:v>4</c:v>
                </c:pt>
                <c:pt idx="37448">
                  <c:v>3</c:v>
                </c:pt>
                <c:pt idx="37449">
                  <c:v>4</c:v>
                </c:pt>
                <c:pt idx="37450">
                  <c:v>4</c:v>
                </c:pt>
                <c:pt idx="37451">
                  <c:v>5</c:v>
                </c:pt>
                <c:pt idx="37452">
                  <c:v>4</c:v>
                </c:pt>
                <c:pt idx="37453">
                  <c:v>3</c:v>
                </c:pt>
                <c:pt idx="37454">
                  <c:v>2</c:v>
                </c:pt>
                <c:pt idx="37455">
                  <c:v>2</c:v>
                </c:pt>
                <c:pt idx="37456">
                  <c:v>4</c:v>
                </c:pt>
                <c:pt idx="37457">
                  <c:v>2</c:v>
                </c:pt>
                <c:pt idx="37458">
                  <c:v>2</c:v>
                </c:pt>
                <c:pt idx="37459">
                  <c:v>2</c:v>
                </c:pt>
                <c:pt idx="37460">
                  <c:v>4</c:v>
                </c:pt>
                <c:pt idx="37461">
                  <c:v>1</c:v>
                </c:pt>
                <c:pt idx="37462">
                  <c:v>3</c:v>
                </c:pt>
                <c:pt idx="37463">
                  <c:v>1</c:v>
                </c:pt>
                <c:pt idx="37464">
                  <c:v>1</c:v>
                </c:pt>
                <c:pt idx="37465">
                  <c:v>1</c:v>
                </c:pt>
                <c:pt idx="37466">
                  <c:v>2</c:v>
                </c:pt>
                <c:pt idx="37467">
                  <c:v>2</c:v>
                </c:pt>
                <c:pt idx="37468">
                  <c:v>3</c:v>
                </c:pt>
                <c:pt idx="37469">
                  <c:v>2</c:v>
                </c:pt>
                <c:pt idx="37470">
                  <c:v>4</c:v>
                </c:pt>
                <c:pt idx="37471">
                  <c:v>2</c:v>
                </c:pt>
                <c:pt idx="37472">
                  <c:v>4</c:v>
                </c:pt>
                <c:pt idx="37473">
                  <c:v>2</c:v>
                </c:pt>
                <c:pt idx="37474">
                  <c:v>1</c:v>
                </c:pt>
                <c:pt idx="37475">
                  <c:v>4</c:v>
                </c:pt>
                <c:pt idx="37476">
                  <c:v>3</c:v>
                </c:pt>
                <c:pt idx="37477">
                  <c:v>2</c:v>
                </c:pt>
                <c:pt idx="37478">
                  <c:v>2</c:v>
                </c:pt>
                <c:pt idx="37479">
                  <c:v>3</c:v>
                </c:pt>
                <c:pt idx="37480">
                  <c:v>3</c:v>
                </c:pt>
                <c:pt idx="37481">
                  <c:v>1</c:v>
                </c:pt>
                <c:pt idx="37482">
                  <c:v>1</c:v>
                </c:pt>
                <c:pt idx="37483">
                  <c:v>1</c:v>
                </c:pt>
                <c:pt idx="37484">
                  <c:v>1</c:v>
                </c:pt>
                <c:pt idx="37485">
                  <c:v>1</c:v>
                </c:pt>
                <c:pt idx="37486">
                  <c:v>1</c:v>
                </c:pt>
                <c:pt idx="37487">
                  <c:v>1</c:v>
                </c:pt>
                <c:pt idx="37488">
                  <c:v>1</c:v>
                </c:pt>
                <c:pt idx="37489">
                  <c:v>1</c:v>
                </c:pt>
                <c:pt idx="37490">
                  <c:v>1</c:v>
                </c:pt>
                <c:pt idx="37491">
                  <c:v>1</c:v>
                </c:pt>
                <c:pt idx="37492">
                  <c:v>1</c:v>
                </c:pt>
                <c:pt idx="37493">
                  <c:v>6</c:v>
                </c:pt>
                <c:pt idx="37494">
                  <c:v>6</c:v>
                </c:pt>
                <c:pt idx="37495">
                  <c:v>3</c:v>
                </c:pt>
                <c:pt idx="37496">
                  <c:v>3</c:v>
                </c:pt>
                <c:pt idx="37497">
                  <c:v>4</c:v>
                </c:pt>
                <c:pt idx="37498">
                  <c:v>3</c:v>
                </c:pt>
                <c:pt idx="37499">
                  <c:v>2</c:v>
                </c:pt>
                <c:pt idx="37500">
                  <c:v>4</c:v>
                </c:pt>
                <c:pt idx="37501">
                  <c:v>1</c:v>
                </c:pt>
                <c:pt idx="37502">
                  <c:v>3</c:v>
                </c:pt>
                <c:pt idx="37503">
                  <c:v>4</c:v>
                </c:pt>
                <c:pt idx="37504">
                  <c:v>1</c:v>
                </c:pt>
                <c:pt idx="37505">
                  <c:v>1</c:v>
                </c:pt>
                <c:pt idx="37506">
                  <c:v>3</c:v>
                </c:pt>
                <c:pt idx="37507">
                  <c:v>3</c:v>
                </c:pt>
                <c:pt idx="37508">
                  <c:v>3</c:v>
                </c:pt>
                <c:pt idx="37509">
                  <c:v>3</c:v>
                </c:pt>
                <c:pt idx="37510">
                  <c:v>3</c:v>
                </c:pt>
                <c:pt idx="37511">
                  <c:v>3</c:v>
                </c:pt>
                <c:pt idx="37512">
                  <c:v>2</c:v>
                </c:pt>
                <c:pt idx="37513">
                  <c:v>2</c:v>
                </c:pt>
                <c:pt idx="37514">
                  <c:v>3</c:v>
                </c:pt>
                <c:pt idx="37515">
                  <c:v>2</c:v>
                </c:pt>
                <c:pt idx="37516">
                  <c:v>1</c:v>
                </c:pt>
                <c:pt idx="37517">
                  <c:v>1</c:v>
                </c:pt>
                <c:pt idx="37518">
                  <c:v>3</c:v>
                </c:pt>
                <c:pt idx="37519">
                  <c:v>2</c:v>
                </c:pt>
                <c:pt idx="37520">
                  <c:v>2</c:v>
                </c:pt>
                <c:pt idx="37521">
                  <c:v>2</c:v>
                </c:pt>
                <c:pt idx="37522">
                  <c:v>1</c:v>
                </c:pt>
                <c:pt idx="37523">
                  <c:v>3</c:v>
                </c:pt>
                <c:pt idx="37524">
                  <c:v>2</c:v>
                </c:pt>
                <c:pt idx="37525">
                  <c:v>2</c:v>
                </c:pt>
                <c:pt idx="37526">
                  <c:v>3</c:v>
                </c:pt>
                <c:pt idx="37527">
                  <c:v>2</c:v>
                </c:pt>
                <c:pt idx="37528">
                  <c:v>3</c:v>
                </c:pt>
                <c:pt idx="37529">
                  <c:v>4</c:v>
                </c:pt>
                <c:pt idx="37530">
                  <c:v>1</c:v>
                </c:pt>
                <c:pt idx="37531">
                  <c:v>2</c:v>
                </c:pt>
                <c:pt idx="37532">
                  <c:v>1</c:v>
                </c:pt>
                <c:pt idx="37533">
                  <c:v>3</c:v>
                </c:pt>
                <c:pt idx="37534">
                  <c:v>2</c:v>
                </c:pt>
                <c:pt idx="37535">
                  <c:v>2</c:v>
                </c:pt>
                <c:pt idx="37536">
                  <c:v>3</c:v>
                </c:pt>
                <c:pt idx="37537">
                  <c:v>4</c:v>
                </c:pt>
                <c:pt idx="37538">
                  <c:v>2</c:v>
                </c:pt>
                <c:pt idx="37539">
                  <c:v>2</c:v>
                </c:pt>
                <c:pt idx="37540">
                  <c:v>2</c:v>
                </c:pt>
                <c:pt idx="37541">
                  <c:v>1</c:v>
                </c:pt>
                <c:pt idx="37542">
                  <c:v>1</c:v>
                </c:pt>
                <c:pt idx="37543">
                  <c:v>4</c:v>
                </c:pt>
                <c:pt idx="37544">
                  <c:v>3</c:v>
                </c:pt>
                <c:pt idx="37545">
                  <c:v>2</c:v>
                </c:pt>
                <c:pt idx="37546">
                  <c:v>1</c:v>
                </c:pt>
                <c:pt idx="37547">
                  <c:v>1</c:v>
                </c:pt>
                <c:pt idx="37548">
                  <c:v>1</c:v>
                </c:pt>
                <c:pt idx="37549">
                  <c:v>6</c:v>
                </c:pt>
                <c:pt idx="37550">
                  <c:v>2</c:v>
                </c:pt>
                <c:pt idx="37551">
                  <c:v>3</c:v>
                </c:pt>
                <c:pt idx="37552">
                  <c:v>2</c:v>
                </c:pt>
                <c:pt idx="37553">
                  <c:v>3</c:v>
                </c:pt>
                <c:pt idx="37554">
                  <c:v>3</c:v>
                </c:pt>
                <c:pt idx="37555">
                  <c:v>2</c:v>
                </c:pt>
                <c:pt idx="37556">
                  <c:v>2</c:v>
                </c:pt>
                <c:pt idx="37557">
                  <c:v>2</c:v>
                </c:pt>
                <c:pt idx="37558">
                  <c:v>1</c:v>
                </c:pt>
                <c:pt idx="37559">
                  <c:v>1</c:v>
                </c:pt>
                <c:pt idx="37560">
                  <c:v>3</c:v>
                </c:pt>
                <c:pt idx="37561">
                  <c:v>4</c:v>
                </c:pt>
                <c:pt idx="37562">
                  <c:v>4</c:v>
                </c:pt>
                <c:pt idx="37563">
                  <c:v>3</c:v>
                </c:pt>
                <c:pt idx="37564">
                  <c:v>2</c:v>
                </c:pt>
                <c:pt idx="37565">
                  <c:v>4</c:v>
                </c:pt>
                <c:pt idx="37566">
                  <c:v>6</c:v>
                </c:pt>
                <c:pt idx="37567">
                  <c:v>3</c:v>
                </c:pt>
                <c:pt idx="37568">
                  <c:v>5</c:v>
                </c:pt>
                <c:pt idx="37569">
                  <c:v>2</c:v>
                </c:pt>
                <c:pt idx="37570">
                  <c:v>5</c:v>
                </c:pt>
                <c:pt idx="37571">
                  <c:v>8</c:v>
                </c:pt>
                <c:pt idx="37572">
                  <c:v>4</c:v>
                </c:pt>
                <c:pt idx="37573">
                  <c:v>4</c:v>
                </c:pt>
                <c:pt idx="37574">
                  <c:v>4</c:v>
                </c:pt>
                <c:pt idx="37575">
                  <c:v>3</c:v>
                </c:pt>
                <c:pt idx="37576">
                  <c:v>5</c:v>
                </c:pt>
                <c:pt idx="37577">
                  <c:v>5</c:v>
                </c:pt>
                <c:pt idx="37578">
                  <c:v>1</c:v>
                </c:pt>
                <c:pt idx="37579">
                  <c:v>1</c:v>
                </c:pt>
                <c:pt idx="37580">
                  <c:v>2</c:v>
                </c:pt>
                <c:pt idx="37581">
                  <c:v>0</c:v>
                </c:pt>
                <c:pt idx="37582">
                  <c:v>2</c:v>
                </c:pt>
                <c:pt idx="37583">
                  <c:v>3</c:v>
                </c:pt>
                <c:pt idx="37584">
                  <c:v>2</c:v>
                </c:pt>
                <c:pt idx="37585">
                  <c:v>2</c:v>
                </c:pt>
                <c:pt idx="37586">
                  <c:v>12</c:v>
                </c:pt>
                <c:pt idx="37587">
                  <c:v>10</c:v>
                </c:pt>
                <c:pt idx="37588">
                  <c:v>10</c:v>
                </c:pt>
                <c:pt idx="37589">
                  <c:v>6</c:v>
                </c:pt>
                <c:pt idx="37590">
                  <c:v>2</c:v>
                </c:pt>
                <c:pt idx="37591">
                  <c:v>2</c:v>
                </c:pt>
                <c:pt idx="37592">
                  <c:v>2</c:v>
                </c:pt>
                <c:pt idx="37593">
                  <c:v>2</c:v>
                </c:pt>
                <c:pt idx="37594">
                  <c:v>1</c:v>
                </c:pt>
                <c:pt idx="37595">
                  <c:v>2</c:v>
                </c:pt>
                <c:pt idx="37596">
                  <c:v>6</c:v>
                </c:pt>
                <c:pt idx="37597">
                  <c:v>4</c:v>
                </c:pt>
                <c:pt idx="37598">
                  <c:v>7</c:v>
                </c:pt>
                <c:pt idx="37599">
                  <c:v>1</c:v>
                </c:pt>
                <c:pt idx="37600">
                  <c:v>1</c:v>
                </c:pt>
                <c:pt idx="37601">
                  <c:v>1</c:v>
                </c:pt>
                <c:pt idx="37602">
                  <c:v>1</c:v>
                </c:pt>
                <c:pt idx="37603">
                  <c:v>3</c:v>
                </c:pt>
                <c:pt idx="37604">
                  <c:v>2</c:v>
                </c:pt>
                <c:pt idx="37605">
                  <c:v>1</c:v>
                </c:pt>
                <c:pt idx="37606">
                  <c:v>8</c:v>
                </c:pt>
                <c:pt idx="37607">
                  <c:v>8</c:v>
                </c:pt>
                <c:pt idx="37608">
                  <c:v>15</c:v>
                </c:pt>
                <c:pt idx="37609">
                  <c:v>8</c:v>
                </c:pt>
                <c:pt idx="37610">
                  <c:v>10</c:v>
                </c:pt>
                <c:pt idx="37611">
                  <c:v>8</c:v>
                </c:pt>
                <c:pt idx="37612">
                  <c:v>8</c:v>
                </c:pt>
                <c:pt idx="37613">
                  <c:v>9</c:v>
                </c:pt>
                <c:pt idx="37614">
                  <c:v>20</c:v>
                </c:pt>
                <c:pt idx="37615">
                  <c:v>-15</c:v>
                </c:pt>
                <c:pt idx="37616">
                  <c:v>2</c:v>
                </c:pt>
                <c:pt idx="37617">
                  <c:v>2</c:v>
                </c:pt>
                <c:pt idx="37618">
                  <c:v>2</c:v>
                </c:pt>
                <c:pt idx="37619">
                  <c:v>2</c:v>
                </c:pt>
                <c:pt idx="37620">
                  <c:v>1</c:v>
                </c:pt>
                <c:pt idx="37621">
                  <c:v>1</c:v>
                </c:pt>
                <c:pt idx="37622">
                  <c:v>2</c:v>
                </c:pt>
                <c:pt idx="37623">
                  <c:v>3</c:v>
                </c:pt>
                <c:pt idx="37624">
                  <c:v>4</c:v>
                </c:pt>
                <c:pt idx="37625">
                  <c:v>5</c:v>
                </c:pt>
                <c:pt idx="37626">
                  <c:v>4</c:v>
                </c:pt>
                <c:pt idx="37627">
                  <c:v>2</c:v>
                </c:pt>
                <c:pt idx="37628">
                  <c:v>2</c:v>
                </c:pt>
                <c:pt idx="37629">
                  <c:v>2</c:v>
                </c:pt>
                <c:pt idx="37630">
                  <c:v>2</c:v>
                </c:pt>
                <c:pt idx="37631">
                  <c:v>2</c:v>
                </c:pt>
                <c:pt idx="37632">
                  <c:v>2</c:v>
                </c:pt>
                <c:pt idx="37633">
                  <c:v>2</c:v>
                </c:pt>
                <c:pt idx="37634">
                  <c:v>1</c:v>
                </c:pt>
                <c:pt idx="37635">
                  <c:v>1</c:v>
                </c:pt>
                <c:pt idx="37636">
                  <c:v>5</c:v>
                </c:pt>
                <c:pt idx="37637">
                  <c:v>6</c:v>
                </c:pt>
                <c:pt idx="37638">
                  <c:v>7</c:v>
                </c:pt>
                <c:pt idx="37639">
                  <c:v>2</c:v>
                </c:pt>
                <c:pt idx="37640">
                  <c:v>1</c:v>
                </c:pt>
                <c:pt idx="37641">
                  <c:v>1</c:v>
                </c:pt>
                <c:pt idx="37642">
                  <c:v>2</c:v>
                </c:pt>
                <c:pt idx="37643">
                  <c:v>1</c:v>
                </c:pt>
                <c:pt idx="37644">
                  <c:v>2</c:v>
                </c:pt>
                <c:pt idx="37645">
                  <c:v>2</c:v>
                </c:pt>
                <c:pt idx="37646">
                  <c:v>2</c:v>
                </c:pt>
                <c:pt idx="37647">
                  <c:v>1</c:v>
                </c:pt>
                <c:pt idx="37648">
                  <c:v>4</c:v>
                </c:pt>
                <c:pt idx="37649">
                  <c:v>2</c:v>
                </c:pt>
                <c:pt idx="37650">
                  <c:v>2</c:v>
                </c:pt>
                <c:pt idx="37651">
                  <c:v>2</c:v>
                </c:pt>
                <c:pt idx="37652">
                  <c:v>3</c:v>
                </c:pt>
                <c:pt idx="37653">
                  <c:v>2</c:v>
                </c:pt>
                <c:pt idx="37654">
                  <c:v>2</c:v>
                </c:pt>
                <c:pt idx="37655">
                  <c:v>3</c:v>
                </c:pt>
                <c:pt idx="37656">
                  <c:v>3</c:v>
                </c:pt>
                <c:pt idx="37657">
                  <c:v>3</c:v>
                </c:pt>
                <c:pt idx="37658">
                  <c:v>2</c:v>
                </c:pt>
                <c:pt idx="37659">
                  <c:v>1</c:v>
                </c:pt>
                <c:pt idx="37660">
                  <c:v>3</c:v>
                </c:pt>
                <c:pt idx="37661">
                  <c:v>2</c:v>
                </c:pt>
                <c:pt idx="37662">
                  <c:v>2</c:v>
                </c:pt>
                <c:pt idx="37663">
                  <c:v>2</c:v>
                </c:pt>
                <c:pt idx="37664">
                  <c:v>1</c:v>
                </c:pt>
                <c:pt idx="37665">
                  <c:v>2</c:v>
                </c:pt>
                <c:pt idx="37666">
                  <c:v>2</c:v>
                </c:pt>
                <c:pt idx="37667">
                  <c:v>2</c:v>
                </c:pt>
                <c:pt idx="37668">
                  <c:v>2</c:v>
                </c:pt>
                <c:pt idx="37669">
                  <c:v>1</c:v>
                </c:pt>
                <c:pt idx="37670">
                  <c:v>2</c:v>
                </c:pt>
                <c:pt idx="37671">
                  <c:v>2</c:v>
                </c:pt>
                <c:pt idx="37672">
                  <c:v>2</c:v>
                </c:pt>
                <c:pt idx="37673">
                  <c:v>3</c:v>
                </c:pt>
                <c:pt idx="37674">
                  <c:v>2</c:v>
                </c:pt>
                <c:pt idx="37675">
                  <c:v>4</c:v>
                </c:pt>
                <c:pt idx="37676">
                  <c:v>3</c:v>
                </c:pt>
                <c:pt idx="37677">
                  <c:v>4</c:v>
                </c:pt>
                <c:pt idx="37678">
                  <c:v>4</c:v>
                </c:pt>
                <c:pt idx="37679">
                  <c:v>1</c:v>
                </c:pt>
                <c:pt idx="37680">
                  <c:v>2</c:v>
                </c:pt>
                <c:pt idx="37681">
                  <c:v>1</c:v>
                </c:pt>
                <c:pt idx="37682">
                  <c:v>4</c:v>
                </c:pt>
                <c:pt idx="37683">
                  <c:v>3</c:v>
                </c:pt>
                <c:pt idx="37684">
                  <c:v>4</c:v>
                </c:pt>
                <c:pt idx="37685">
                  <c:v>3</c:v>
                </c:pt>
                <c:pt idx="37686">
                  <c:v>1</c:v>
                </c:pt>
                <c:pt idx="37687">
                  <c:v>3</c:v>
                </c:pt>
                <c:pt idx="37688">
                  <c:v>3</c:v>
                </c:pt>
                <c:pt idx="37689">
                  <c:v>1</c:v>
                </c:pt>
                <c:pt idx="37690">
                  <c:v>3</c:v>
                </c:pt>
                <c:pt idx="37691">
                  <c:v>2</c:v>
                </c:pt>
                <c:pt idx="37692">
                  <c:v>1</c:v>
                </c:pt>
                <c:pt idx="37693">
                  <c:v>1</c:v>
                </c:pt>
                <c:pt idx="37694">
                  <c:v>5</c:v>
                </c:pt>
                <c:pt idx="37695">
                  <c:v>5</c:v>
                </c:pt>
                <c:pt idx="37696">
                  <c:v>5</c:v>
                </c:pt>
                <c:pt idx="37697">
                  <c:v>5</c:v>
                </c:pt>
                <c:pt idx="37698">
                  <c:v>5</c:v>
                </c:pt>
                <c:pt idx="37699">
                  <c:v>4</c:v>
                </c:pt>
                <c:pt idx="37700">
                  <c:v>4</c:v>
                </c:pt>
                <c:pt idx="37701">
                  <c:v>2</c:v>
                </c:pt>
                <c:pt idx="37702">
                  <c:v>2</c:v>
                </c:pt>
                <c:pt idx="37703">
                  <c:v>1</c:v>
                </c:pt>
                <c:pt idx="37704">
                  <c:v>2</c:v>
                </c:pt>
                <c:pt idx="37705">
                  <c:v>1</c:v>
                </c:pt>
                <c:pt idx="37706">
                  <c:v>2</c:v>
                </c:pt>
                <c:pt idx="37707">
                  <c:v>1</c:v>
                </c:pt>
                <c:pt idx="37708">
                  <c:v>1</c:v>
                </c:pt>
                <c:pt idx="37709">
                  <c:v>1</c:v>
                </c:pt>
                <c:pt idx="37710">
                  <c:v>2</c:v>
                </c:pt>
                <c:pt idx="37711">
                  <c:v>2</c:v>
                </c:pt>
                <c:pt idx="37712">
                  <c:v>3</c:v>
                </c:pt>
                <c:pt idx="37713">
                  <c:v>2</c:v>
                </c:pt>
                <c:pt idx="37714">
                  <c:v>2</c:v>
                </c:pt>
                <c:pt idx="37715">
                  <c:v>1</c:v>
                </c:pt>
                <c:pt idx="37716">
                  <c:v>1</c:v>
                </c:pt>
                <c:pt idx="37717">
                  <c:v>2</c:v>
                </c:pt>
                <c:pt idx="37718">
                  <c:v>1</c:v>
                </c:pt>
                <c:pt idx="37719">
                  <c:v>2</c:v>
                </c:pt>
                <c:pt idx="37720">
                  <c:v>2</c:v>
                </c:pt>
                <c:pt idx="37721">
                  <c:v>1</c:v>
                </c:pt>
                <c:pt idx="37722">
                  <c:v>1</c:v>
                </c:pt>
                <c:pt idx="37723">
                  <c:v>2</c:v>
                </c:pt>
                <c:pt idx="37724">
                  <c:v>2</c:v>
                </c:pt>
                <c:pt idx="37725">
                  <c:v>2</c:v>
                </c:pt>
                <c:pt idx="37726">
                  <c:v>2</c:v>
                </c:pt>
                <c:pt idx="37727">
                  <c:v>2</c:v>
                </c:pt>
                <c:pt idx="37728">
                  <c:v>2</c:v>
                </c:pt>
                <c:pt idx="37729">
                  <c:v>1</c:v>
                </c:pt>
                <c:pt idx="37730">
                  <c:v>3</c:v>
                </c:pt>
                <c:pt idx="37731">
                  <c:v>4</c:v>
                </c:pt>
                <c:pt idx="37732">
                  <c:v>4</c:v>
                </c:pt>
                <c:pt idx="37733">
                  <c:v>4</c:v>
                </c:pt>
                <c:pt idx="37734">
                  <c:v>4</c:v>
                </c:pt>
                <c:pt idx="37735">
                  <c:v>6</c:v>
                </c:pt>
                <c:pt idx="37736">
                  <c:v>3</c:v>
                </c:pt>
                <c:pt idx="37737">
                  <c:v>1</c:v>
                </c:pt>
                <c:pt idx="37738">
                  <c:v>2</c:v>
                </c:pt>
                <c:pt idx="37739">
                  <c:v>3</c:v>
                </c:pt>
                <c:pt idx="37740">
                  <c:v>4</c:v>
                </c:pt>
                <c:pt idx="37741">
                  <c:v>3</c:v>
                </c:pt>
                <c:pt idx="37742">
                  <c:v>3</c:v>
                </c:pt>
                <c:pt idx="37743">
                  <c:v>3</c:v>
                </c:pt>
                <c:pt idx="37744">
                  <c:v>1</c:v>
                </c:pt>
                <c:pt idx="37745">
                  <c:v>1</c:v>
                </c:pt>
                <c:pt idx="37746">
                  <c:v>1</c:v>
                </c:pt>
                <c:pt idx="37747">
                  <c:v>1</c:v>
                </c:pt>
                <c:pt idx="37748">
                  <c:v>1</c:v>
                </c:pt>
                <c:pt idx="37749">
                  <c:v>3</c:v>
                </c:pt>
                <c:pt idx="37750">
                  <c:v>5</c:v>
                </c:pt>
                <c:pt idx="37751">
                  <c:v>1</c:v>
                </c:pt>
                <c:pt idx="37752">
                  <c:v>5</c:v>
                </c:pt>
                <c:pt idx="37753">
                  <c:v>4</c:v>
                </c:pt>
                <c:pt idx="37754">
                  <c:v>8</c:v>
                </c:pt>
                <c:pt idx="37755">
                  <c:v>4</c:v>
                </c:pt>
                <c:pt idx="37756">
                  <c:v>4</c:v>
                </c:pt>
                <c:pt idx="37757">
                  <c:v>8</c:v>
                </c:pt>
                <c:pt idx="37758">
                  <c:v>6</c:v>
                </c:pt>
                <c:pt idx="37759">
                  <c:v>6</c:v>
                </c:pt>
                <c:pt idx="37760">
                  <c:v>6</c:v>
                </c:pt>
                <c:pt idx="37761">
                  <c:v>6</c:v>
                </c:pt>
                <c:pt idx="37762">
                  <c:v>8</c:v>
                </c:pt>
                <c:pt idx="37763">
                  <c:v>2</c:v>
                </c:pt>
                <c:pt idx="37764">
                  <c:v>1</c:v>
                </c:pt>
                <c:pt idx="37765">
                  <c:v>4</c:v>
                </c:pt>
                <c:pt idx="37766">
                  <c:v>2</c:v>
                </c:pt>
                <c:pt idx="37767">
                  <c:v>3</c:v>
                </c:pt>
                <c:pt idx="37768">
                  <c:v>4</c:v>
                </c:pt>
                <c:pt idx="37769">
                  <c:v>4</c:v>
                </c:pt>
                <c:pt idx="37770">
                  <c:v>4</c:v>
                </c:pt>
                <c:pt idx="37771">
                  <c:v>4</c:v>
                </c:pt>
                <c:pt idx="37772">
                  <c:v>4</c:v>
                </c:pt>
                <c:pt idx="37773">
                  <c:v>4</c:v>
                </c:pt>
                <c:pt idx="37774">
                  <c:v>1</c:v>
                </c:pt>
                <c:pt idx="37775">
                  <c:v>1</c:v>
                </c:pt>
                <c:pt idx="37776">
                  <c:v>4</c:v>
                </c:pt>
                <c:pt idx="37777">
                  <c:v>4</c:v>
                </c:pt>
                <c:pt idx="37778">
                  <c:v>-4</c:v>
                </c:pt>
                <c:pt idx="37779">
                  <c:v>3</c:v>
                </c:pt>
                <c:pt idx="37780">
                  <c:v>-4</c:v>
                </c:pt>
                <c:pt idx="37781">
                  <c:v>4</c:v>
                </c:pt>
                <c:pt idx="37782">
                  <c:v>4</c:v>
                </c:pt>
                <c:pt idx="37783">
                  <c:v>3</c:v>
                </c:pt>
                <c:pt idx="37784">
                  <c:v>2</c:v>
                </c:pt>
                <c:pt idx="37785">
                  <c:v>3</c:v>
                </c:pt>
                <c:pt idx="37786">
                  <c:v>3</c:v>
                </c:pt>
                <c:pt idx="37787">
                  <c:v>4</c:v>
                </c:pt>
                <c:pt idx="37788">
                  <c:v>7</c:v>
                </c:pt>
                <c:pt idx="37789">
                  <c:v>7</c:v>
                </c:pt>
                <c:pt idx="37790">
                  <c:v>2</c:v>
                </c:pt>
                <c:pt idx="37791">
                  <c:v>8</c:v>
                </c:pt>
                <c:pt idx="37792">
                  <c:v>8</c:v>
                </c:pt>
                <c:pt idx="37793">
                  <c:v>5</c:v>
                </c:pt>
                <c:pt idx="37794">
                  <c:v>1</c:v>
                </c:pt>
                <c:pt idx="37795">
                  <c:v>1</c:v>
                </c:pt>
                <c:pt idx="37796">
                  <c:v>2</c:v>
                </c:pt>
                <c:pt idx="37797">
                  <c:v>1</c:v>
                </c:pt>
                <c:pt idx="37798">
                  <c:v>1</c:v>
                </c:pt>
                <c:pt idx="37799">
                  <c:v>1</c:v>
                </c:pt>
                <c:pt idx="37800">
                  <c:v>1</c:v>
                </c:pt>
                <c:pt idx="37801">
                  <c:v>4</c:v>
                </c:pt>
                <c:pt idx="37802">
                  <c:v>2</c:v>
                </c:pt>
                <c:pt idx="37803">
                  <c:v>2</c:v>
                </c:pt>
                <c:pt idx="37804">
                  <c:v>3</c:v>
                </c:pt>
                <c:pt idx="37805">
                  <c:v>2</c:v>
                </c:pt>
                <c:pt idx="37806">
                  <c:v>2</c:v>
                </c:pt>
                <c:pt idx="37807">
                  <c:v>2</c:v>
                </c:pt>
                <c:pt idx="37808">
                  <c:v>2</c:v>
                </c:pt>
                <c:pt idx="37809">
                  <c:v>2</c:v>
                </c:pt>
                <c:pt idx="37810">
                  <c:v>2</c:v>
                </c:pt>
                <c:pt idx="37811">
                  <c:v>3</c:v>
                </c:pt>
                <c:pt idx="37812">
                  <c:v>2</c:v>
                </c:pt>
                <c:pt idx="37813">
                  <c:v>2</c:v>
                </c:pt>
                <c:pt idx="37814">
                  <c:v>4</c:v>
                </c:pt>
                <c:pt idx="37815">
                  <c:v>3</c:v>
                </c:pt>
                <c:pt idx="37816">
                  <c:v>5</c:v>
                </c:pt>
                <c:pt idx="37817">
                  <c:v>6</c:v>
                </c:pt>
                <c:pt idx="37818">
                  <c:v>3</c:v>
                </c:pt>
                <c:pt idx="37819">
                  <c:v>2</c:v>
                </c:pt>
                <c:pt idx="37820">
                  <c:v>2</c:v>
                </c:pt>
                <c:pt idx="37821">
                  <c:v>2</c:v>
                </c:pt>
                <c:pt idx="37822">
                  <c:v>3</c:v>
                </c:pt>
                <c:pt idx="37823">
                  <c:v>2</c:v>
                </c:pt>
                <c:pt idx="37824">
                  <c:v>5</c:v>
                </c:pt>
                <c:pt idx="37825">
                  <c:v>3</c:v>
                </c:pt>
                <c:pt idx="37826">
                  <c:v>6</c:v>
                </c:pt>
                <c:pt idx="37827">
                  <c:v>2</c:v>
                </c:pt>
                <c:pt idx="37828">
                  <c:v>6</c:v>
                </c:pt>
                <c:pt idx="37829">
                  <c:v>2</c:v>
                </c:pt>
                <c:pt idx="37830">
                  <c:v>6</c:v>
                </c:pt>
                <c:pt idx="37831">
                  <c:v>1</c:v>
                </c:pt>
                <c:pt idx="37832">
                  <c:v>1</c:v>
                </c:pt>
                <c:pt idx="37833">
                  <c:v>2</c:v>
                </c:pt>
                <c:pt idx="37834">
                  <c:v>1</c:v>
                </c:pt>
                <c:pt idx="37835">
                  <c:v>1</c:v>
                </c:pt>
                <c:pt idx="37836">
                  <c:v>1</c:v>
                </c:pt>
                <c:pt idx="37837">
                  <c:v>3</c:v>
                </c:pt>
                <c:pt idx="37838">
                  <c:v>3</c:v>
                </c:pt>
                <c:pt idx="37839">
                  <c:v>2</c:v>
                </c:pt>
                <c:pt idx="37840">
                  <c:v>4</c:v>
                </c:pt>
                <c:pt idx="37841">
                  <c:v>3</c:v>
                </c:pt>
                <c:pt idx="37842">
                  <c:v>3</c:v>
                </c:pt>
                <c:pt idx="37843">
                  <c:v>4</c:v>
                </c:pt>
                <c:pt idx="37844">
                  <c:v>2</c:v>
                </c:pt>
                <c:pt idx="37845">
                  <c:v>2</c:v>
                </c:pt>
                <c:pt idx="37846">
                  <c:v>2</c:v>
                </c:pt>
                <c:pt idx="37847">
                  <c:v>2</c:v>
                </c:pt>
                <c:pt idx="37848">
                  <c:v>5</c:v>
                </c:pt>
                <c:pt idx="37849">
                  <c:v>6</c:v>
                </c:pt>
                <c:pt idx="37850">
                  <c:v>3</c:v>
                </c:pt>
                <c:pt idx="37851">
                  <c:v>4</c:v>
                </c:pt>
                <c:pt idx="37852">
                  <c:v>2</c:v>
                </c:pt>
                <c:pt idx="37853">
                  <c:v>3</c:v>
                </c:pt>
                <c:pt idx="37854">
                  <c:v>3</c:v>
                </c:pt>
                <c:pt idx="37855">
                  <c:v>1</c:v>
                </c:pt>
                <c:pt idx="37856">
                  <c:v>1</c:v>
                </c:pt>
                <c:pt idx="37857">
                  <c:v>2</c:v>
                </c:pt>
                <c:pt idx="37858">
                  <c:v>1</c:v>
                </c:pt>
                <c:pt idx="37859">
                  <c:v>2</c:v>
                </c:pt>
                <c:pt idx="37860">
                  <c:v>2</c:v>
                </c:pt>
                <c:pt idx="37861">
                  <c:v>2</c:v>
                </c:pt>
                <c:pt idx="37862">
                  <c:v>2</c:v>
                </c:pt>
                <c:pt idx="37863">
                  <c:v>1</c:v>
                </c:pt>
                <c:pt idx="37864">
                  <c:v>2</c:v>
                </c:pt>
                <c:pt idx="37865">
                  <c:v>1</c:v>
                </c:pt>
                <c:pt idx="37866">
                  <c:v>2</c:v>
                </c:pt>
                <c:pt idx="37867">
                  <c:v>2</c:v>
                </c:pt>
                <c:pt idx="37868">
                  <c:v>2</c:v>
                </c:pt>
                <c:pt idx="37869">
                  <c:v>2</c:v>
                </c:pt>
                <c:pt idx="37870">
                  <c:v>2</c:v>
                </c:pt>
                <c:pt idx="37871">
                  <c:v>3</c:v>
                </c:pt>
                <c:pt idx="37872">
                  <c:v>3</c:v>
                </c:pt>
                <c:pt idx="37873">
                  <c:v>2</c:v>
                </c:pt>
                <c:pt idx="37874">
                  <c:v>4</c:v>
                </c:pt>
                <c:pt idx="37875">
                  <c:v>3</c:v>
                </c:pt>
                <c:pt idx="37876">
                  <c:v>1</c:v>
                </c:pt>
                <c:pt idx="37877">
                  <c:v>3</c:v>
                </c:pt>
                <c:pt idx="37878">
                  <c:v>1</c:v>
                </c:pt>
                <c:pt idx="37879">
                  <c:v>2</c:v>
                </c:pt>
                <c:pt idx="37880">
                  <c:v>2</c:v>
                </c:pt>
                <c:pt idx="37881">
                  <c:v>2</c:v>
                </c:pt>
                <c:pt idx="37882">
                  <c:v>2</c:v>
                </c:pt>
                <c:pt idx="37883">
                  <c:v>3</c:v>
                </c:pt>
                <c:pt idx="37884">
                  <c:v>3</c:v>
                </c:pt>
                <c:pt idx="37885">
                  <c:v>2</c:v>
                </c:pt>
                <c:pt idx="37886">
                  <c:v>2</c:v>
                </c:pt>
                <c:pt idx="37887">
                  <c:v>2</c:v>
                </c:pt>
                <c:pt idx="37888">
                  <c:v>3</c:v>
                </c:pt>
                <c:pt idx="37889">
                  <c:v>2</c:v>
                </c:pt>
                <c:pt idx="37890">
                  <c:v>4</c:v>
                </c:pt>
                <c:pt idx="37891">
                  <c:v>7</c:v>
                </c:pt>
                <c:pt idx="37892">
                  <c:v>2</c:v>
                </c:pt>
                <c:pt idx="37893">
                  <c:v>2</c:v>
                </c:pt>
                <c:pt idx="37894">
                  <c:v>1</c:v>
                </c:pt>
                <c:pt idx="37895">
                  <c:v>1</c:v>
                </c:pt>
                <c:pt idx="37896">
                  <c:v>1</c:v>
                </c:pt>
                <c:pt idx="37897">
                  <c:v>1</c:v>
                </c:pt>
                <c:pt idx="37898">
                  <c:v>1</c:v>
                </c:pt>
                <c:pt idx="37899">
                  <c:v>1</c:v>
                </c:pt>
                <c:pt idx="37900">
                  <c:v>1</c:v>
                </c:pt>
                <c:pt idx="37901">
                  <c:v>-1</c:v>
                </c:pt>
                <c:pt idx="37902">
                  <c:v>1</c:v>
                </c:pt>
                <c:pt idx="37903">
                  <c:v>1</c:v>
                </c:pt>
                <c:pt idx="37904">
                  <c:v>2</c:v>
                </c:pt>
                <c:pt idx="37905">
                  <c:v>2</c:v>
                </c:pt>
                <c:pt idx="37906">
                  <c:v>2</c:v>
                </c:pt>
                <c:pt idx="37907">
                  <c:v>2</c:v>
                </c:pt>
                <c:pt idx="37908">
                  <c:v>3</c:v>
                </c:pt>
                <c:pt idx="37909">
                  <c:v>2</c:v>
                </c:pt>
                <c:pt idx="37910">
                  <c:v>2</c:v>
                </c:pt>
                <c:pt idx="37911">
                  <c:v>2</c:v>
                </c:pt>
                <c:pt idx="37912">
                  <c:v>2</c:v>
                </c:pt>
                <c:pt idx="37913">
                  <c:v>2</c:v>
                </c:pt>
                <c:pt idx="37914">
                  <c:v>6</c:v>
                </c:pt>
                <c:pt idx="37915">
                  <c:v>2</c:v>
                </c:pt>
                <c:pt idx="37916">
                  <c:v>2</c:v>
                </c:pt>
                <c:pt idx="37917">
                  <c:v>2</c:v>
                </c:pt>
                <c:pt idx="37918">
                  <c:v>1</c:v>
                </c:pt>
                <c:pt idx="37919">
                  <c:v>1</c:v>
                </c:pt>
                <c:pt idx="37920">
                  <c:v>1</c:v>
                </c:pt>
                <c:pt idx="37921">
                  <c:v>1</c:v>
                </c:pt>
                <c:pt idx="37922">
                  <c:v>2</c:v>
                </c:pt>
                <c:pt idx="37923">
                  <c:v>1</c:v>
                </c:pt>
                <c:pt idx="37924">
                  <c:v>1</c:v>
                </c:pt>
                <c:pt idx="37925">
                  <c:v>2</c:v>
                </c:pt>
                <c:pt idx="37926">
                  <c:v>1</c:v>
                </c:pt>
                <c:pt idx="37927">
                  <c:v>2</c:v>
                </c:pt>
                <c:pt idx="37928">
                  <c:v>2</c:v>
                </c:pt>
                <c:pt idx="37929">
                  <c:v>2</c:v>
                </c:pt>
                <c:pt idx="37930">
                  <c:v>2</c:v>
                </c:pt>
                <c:pt idx="37931">
                  <c:v>1</c:v>
                </c:pt>
                <c:pt idx="37932">
                  <c:v>2</c:v>
                </c:pt>
                <c:pt idx="37933">
                  <c:v>1</c:v>
                </c:pt>
                <c:pt idx="37934">
                  <c:v>1</c:v>
                </c:pt>
                <c:pt idx="37935">
                  <c:v>1</c:v>
                </c:pt>
                <c:pt idx="37936">
                  <c:v>3</c:v>
                </c:pt>
                <c:pt idx="37937">
                  <c:v>1</c:v>
                </c:pt>
                <c:pt idx="37938">
                  <c:v>2</c:v>
                </c:pt>
                <c:pt idx="37939">
                  <c:v>1</c:v>
                </c:pt>
                <c:pt idx="37940">
                  <c:v>2</c:v>
                </c:pt>
                <c:pt idx="37941">
                  <c:v>2</c:v>
                </c:pt>
                <c:pt idx="37942">
                  <c:v>2</c:v>
                </c:pt>
                <c:pt idx="37943">
                  <c:v>1</c:v>
                </c:pt>
                <c:pt idx="37944">
                  <c:v>2</c:v>
                </c:pt>
                <c:pt idx="37945">
                  <c:v>1</c:v>
                </c:pt>
                <c:pt idx="37946">
                  <c:v>1</c:v>
                </c:pt>
                <c:pt idx="37947">
                  <c:v>4</c:v>
                </c:pt>
                <c:pt idx="37948">
                  <c:v>4</c:v>
                </c:pt>
                <c:pt idx="37949">
                  <c:v>3</c:v>
                </c:pt>
                <c:pt idx="37950">
                  <c:v>2</c:v>
                </c:pt>
                <c:pt idx="37951">
                  <c:v>2</c:v>
                </c:pt>
                <c:pt idx="37952">
                  <c:v>2</c:v>
                </c:pt>
                <c:pt idx="37953">
                  <c:v>4</c:v>
                </c:pt>
                <c:pt idx="37954">
                  <c:v>5</c:v>
                </c:pt>
                <c:pt idx="37955">
                  <c:v>5</c:v>
                </c:pt>
                <c:pt idx="37956">
                  <c:v>10</c:v>
                </c:pt>
                <c:pt idx="37957">
                  <c:v>3</c:v>
                </c:pt>
                <c:pt idx="37958">
                  <c:v>5</c:v>
                </c:pt>
                <c:pt idx="37959">
                  <c:v>3</c:v>
                </c:pt>
                <c:pt idx="37960">
                  <c:v>4</c:v>
                </c:pt>
                <c:pt idx="37961">
                  <c:v>3</c:v>
                </c:pt>
                <c:pt idx="37962">
                  <c:v>2</c:v>
                </c:pt>
                <c:pt idx="37963">
                  <c:v>5</c:v>
                </c:pt>
                <c:pt idx="37964">
                  <c:v>3</c:v>
                </c:pt>
                <c:pt idx="37965">
                  <c:v>3</c:v>
                </c:pt>
                <c:pt idx="37966">
                  <c:v>4</c:v>
                </c:pt>
                <c:pt idx="37967">
                  <c:v>1</c:v>
                </c:pt>
                <c:pt idx="37968">
                  <c:v>2</c:v>
                </c:pt>
                <c:pt idx="37969">
                  <c:v>1</c:v>
                </c:pt>
                <c:pt idx="37970">
                  <c:v>2</c:v>
                </c:pt>
                <c:pt idx="37971">
                  <c:v>1</c:v>
                </c:pt>
                <c:pt idx="37972">
                  <c:v>1</c:v>
                </c:pt>
                <c:pt idx="37973">
                  <c:v>3</c:v>
                </c:pt>
                <c:pt idx="37974">
                  <c:v>2</c:v>
                </c:pt>
                <c:pt idx="37975">
                  <c:v>3</c:v>
                </c:pt>
                <c:pt idx="37976">
                  <c:v>2</c:v>
                </c:pt>
                <c:pt idx="37977">
                  <c:v>3</c:v>
                </c:pt>
                <c:pt idx="37978">
                  <c:v>3</c:v>
                </c:pt>
                <c:pt idx="37979">
                  <c:v>3</c:v>
                </c:pt>
                <c:pt idx="37980">
                  <c:v>3</c:v>
                </c:pt>
                <c:pt idx="37981">
                  <c:v>5</c:v>
                </c:pt>
                <c:pt idx="37982">
                  <c:v>3</c:v>
                </c:pt>
                <c:pt idx="37983">
                  <c:v>3</c:v>
                </c:pt>
                <c:pt idx="37984">
                  <c:v>4</c:v>
                </c:pt>
                <c:pt idx="37985">
                  <c:v>4</c:v>
                </c:pt>
                <c:pt idx="37986">
                  <c:v>1</c:v>
                </c:pt>
                <c:pt idx="37987">
                  <c:v>4</c:v>
                </c:pt>
                <c:pt idx="37988">
                  <c:v>1</c:v>
                </c:pt>
                <c:pt idx="37989">
                  <c:v>3</c:v>
                </c:pt>
                <c:pt idx="37990">
                  <c:v>1</c:v>
                </c:pt>
                <c:pt idx="37991">
                  <c:v>2</c:v>
                </c:pt>
                <c:pt idx="37992">
                  <c:v>2</c:v>
                </c:pt>
                <c:pt idx="37993">
                  <c:v>2</c:v>
                </c:pt>
                <c:pt idx="37994">
                  <c:v>2</c:v>
                </c:pt>
                <c:pt idx="37995">
                  <c:v>1</c:v>
                </c:pt>
                <c:pt idx="37996">
                  <c:v>4</c:v>
                </c:pt>
                <c:pt idx="37997">
                  <c:v>1</c:v>
                </c:pt>
                <c:pt idx="37998">
                  <c:v>2</c:v>
                </c:pt>
                <c:pt idx="37999">
                  <c:v>6</c:v>
                </c:pt>
                <c:pt idx="38000">
                  <c:v>4</c:v>
                </c:pt>
                <c:pt idx="38001">
                  <c:v>2</c:v>
                </c:pt>
                <c:pt idx="38002">
                  <c:v>2</c:v>
                </c:pt>
                <c:pt idx="38003">
                  <c:v>3</c:v>
                </c:pt>
                <c:pt idx="38004">
                  <c:v>3</c:v>
                </c:pt>
                <c:pt idx="38005">
                  <c:v>5</c:v>
                </c:pt>
                <c:pt idx="38006">
                  <c:v>2</c:v>
                </c:pt>
                <c:pt idx="38007">
                  <c:v>3</c:v>
                </c:pt>
                <c:pt idx="38008">
                  <c:v>3</c:v>
                </c:pt>
                <c:pt idx="38009">
                  <c:v>3</c:v>
                </c:pt>
                <c:pt idx="38010">
                  <c:v>3</c:v>
                </c:pt>
                <c:pt idx="38011">
                  <c:v>3</c:v>
                </c:pt>
                <c:pt idx="38012">
                  <c:v>2</c:v>
                </c:pt>
                <c:pt idx="38013">
                  <c:v>-2</c:v>
                </c:pt>
                <c:pt idx="38014">
                  <c:v>-2</c:v>
                </c:pt>
                <c:pt idx="38015">
                  <c:v>2</c:v>
                </c:pt>
                <c:pt idx="38016">
                  <c:v>4</c:v>
                </c:pt>
                <c:pt idx="38017">
                  <c:v>4</c:v>
                </c:pt>
                <c:pt idx="38018">
                  <c:v>5</c:v>
                </c:pt>
                <c:pt idx="38019">
                  <c:v>3</c:v>
                </c:pt>
                <c:pt idx="38020">
                  <c:v>2</c:v>
                </c:pt>
                <c:pt idx="38021">
                  <c:v>2</c:v>
                </c:pt>
                <c:pt idx="38022">
                  <c:v>4</c:v>
                </c:pt>
                <c:pt idx="38023">
                  <c:v>2</c:v>
                </c:pt>
                <c:pt idx="38024">
                  <c:v>3</c:v>
                </c:pt>
                <c:pt idx="38025">
                  <c:v>2</c:v>
                </c:pt>
                <c:pt idx="38026">
                  <c:v>2</c:v>
                </c:pt>
                <c:pt idx="38027">
                  <c:v>3</c:v>
                </c:pt>
                <c:pt idx="38028">
                  <c:v>3</c:v>
                </c:pt>
                <c:pt idx="38029">
                  <c:v>3</c:v>
                </c:pt>
                <c:pt idx="38030">
                  <c:v>2</c:v>
                </c:pt>
                <c:pt idx="38031">
                  <c:v>4</c:v>
                </c:pt>
                <c:pt idx="38032">
                  <c:v>1</c:v>
                </c:pt>
                <c:pt idx="38033">
                  <c:v>3</c:v>
                </c:pt>
                <c:pt idx="38034">
                  <c:v>2</c:v>
                </c:pt>
                <c:pt idx="38035">
                  <c:v>2</c:v>
                </c:pt>
                <c:pt idx="38036">
                  <c:v>2</c:v>
                </c:pt>
                <c:pt idx="38037">
                  <c:v>2</c:v>
                </c:pt>
                <c:pt idx="38038">
                  <c:v>2</c:v>
                </c:pt>
                <c:pt idx="38039">
                  <c:v>1</c:v>
                </c:pt>
                <c:pt idx="38040">
                  <c:v>2</c:v>
                </c:pt>
                <c:pt idx="38041">
                  <c:v>2</c:v>
                </c:pt>
                <c:pt idx="38042">
                  <c:v>2</c:v>
                </c:pt>
                <c:pt idx="38043">
                  <c:v>3</c:v>
                </c:pt>
                <c:pt idx="38044">
                  <c:v>2</c:v>
                </c:pt>
                <c:pt idx="38045">
                  <c:v>2</c:v>
                </c:pt>
                <c:pt idx="38046">
                  <c:v>4</c:v>
                </c:pt>
                <c:pt idx="38047">
                  <c:v>1</c:v>
                </c:pt>
                <c:pt idx="38048">
                  <c:v>2</c:v>
                </c:pt>
                <c:pt idx="38049">
                  <c:v>3</c:v>
                </c:pt>
                <c:pt idx="38050">
                  <c:v>3</c:v>
                </c:pt>
                <c:pt idx="38051">
                  <c:v>-2</c:v>
                </c:pt>
                <c:pt idx="38052">
                  <c:v>3</c:v>
                </c:pt>
                <c:pt idx="38053">
                  <c:v>3</c:v>
                </c:pt>
                <c:pt idx="38054">
                  <c:v>6</c:v>
                </c:pt>
                <c:pt idx="38055">
                  <c:v>2</c:v>
                </c:pt>
                <c:pt idx="38056">
                  <c:v>4</c:v>
                </c:pt>
                <c:pt idx="38057">
                  <c:v>1</c:v>
                </c:pt>
                <c:pt idx="38058">
                  <c:v>6</c:v>
                </c:pt>
                <c:pt idx="38059">
                  <c:v>8</c:v>
                </c:pt>
                <c:pt idx="38060">
                  <c:v>7</c:v>
                </c:pt>
                <c:pt idx="38061">
                  <c:v>2</c:v>
                </c:pt>
                <c:pt idx="38062">
                  <c:v>7</c:v>
                </c:pt>
                <c:pt idx="38063">
                  <c:v>7</c:v>
                </c:pt>
                <c:pt idx="38064">
                  <c:v>2</c:v>
                </c:pt>
                <c:pt idx="38065">
                  <c:v>3</c:v>
                </c:pt>
                <c:pt idx="38066">
                  <c:v>2</c:v>
                </c:pt>
                <c:pt idx="38067">
                  <c:v>3</c:v>
                </c:pt>
                <c:pt idx="38068">
                  <c:v>2</c:v>
                </c:pt>
                <c:pt idx="38069">
                  <c:v>4</c:v>
                </c:pt>
                <c:pt idx="38070">
                  <c:v>4</c:v>
                </c:pt>
                <c:pt idx="38071">
                  <c:v>3</c:v>
                </c:pt>
                <c:pt idx="38072">
                  <c:v>4</c:v>
                </c:pt>
                <c:pt idx="38073">
                  <c:v>4</c:v>
                </c:pt>
                <c:pt idx="38074">
                  <c:v>2</c:v>
                </c:pt>
                <c:pt idx="38075">
                  <c:v>2</c:v>
                </c:pt>
                <c:pt idx="38076">
                  <c:v>2</c:v>
                </c:pt>
                <c:pt idx="38077">
                  <c:v>2</c:v>
                </c:pt>
                <c:pt idx="38078">
                  <c:v>3</c:v>
                </c:pt>
                <c:pt idx="38079">
                  <c:v>1</c:v>
                </c:pt>
                <c:pt idx="38080">
                  <c:v>1</c:v>
                </c:pt>
                <c:pt idx="38081">
                  <c:v>3</c:v>
                </c:pt>
                <c:pt idx="38082">
                  <c:v>4</c:v>
                </c:pt>
                <c:pt idx="38083">
                  <c:v>2</c:v>
                </c:pt>
                <c:pt idx="38084">
                  <c:v>3</c:v>
                </c:pt>
                <c:pt idx="38085">
                  <c:v>3</c:v>
                </c:pt>
                <c:pt idx="38086">
                  <c:v>3</c:v>
                </c:pt>
                <c:pt idx="38087">
                  <c:v>2</c:v>
                </c:pt>
                <c:pt idx="38088">
                  <c:v>4</c:v>
                </c:pt>
                <c:pt idx="38089">
                  <c:v>3</c:v>
                </c:pt>
                <c:pt idx="38090">
                  <c:v>4</c:v>
                </c:pt>
                <c:pt idx="38091">
                  <c:v>2</c:v>
                </c:pt>
                <c:pt idx="38092">
                  <c:v>1</c:v>
                </c:pt>
                <c:pt idx="38093">
                  <c:v>1</c:v>
                </c:pt>
                <c:pt idx="38094">
                  <c:v>1</c:v>
                </c:pt>
                <c:pt idx="38095">
                  <c:v>5</c:v>
                </c:pt>
                <c:pt idx="38096">
                  <c:v>4</c:v>
                </c:pt>
                <c:pt idx="38097">
                  <c:v>3</c:v>
                </c:pt>
                <c:pt idx="38098">
                  <c:v>4</c:v>
                </c:pt>
                <c:pt idx="38099">
                  <c:v>6</c:v>
                </c:pt>
                <c:pt idx="38100">
                  <c:v>1</c:v>
                </c:pt>
                <c:pt idx="38101">
                  <c:v>1</c:v>
                </c:pt>
                <c:pt idx="38102">
                  <c:v>1</c:v>
                </c:pt>
                <c:pt idx="38103">
                  <c:v>1</c:v>
                </c:pt>
                <c:pt idx="38104">
                  <c:v>1</c:v>
                </c:pt>
                <c:pt idx="38105">
                  <c:v>1</c:v>
                </c:pt>
                <c:pt idx="38106">
                  <c:v>1</c:v>
                </c:pt>
                <c:pt idx="38107">
                  <c:v>1</c:v>
                </c:pt>
                <c:pt idx="38108">
                  <c:v>1</c:v>
                </c:pt>
                <c:pt idx="38109">
                  <c:v>1</c:v>
                </c:pt>
                <c:pt idx="38110">
                  <c:v>4</c:v>
                </c:pt>
                <c:pt idx="38111">
                  <c:v>2</c:v>
                </c:pt>
                <c:pt idx="38112">
                  <c:v>3</c:v>
                </c:pt>
                <c:pt idx="38113">
                  <c:v>2</c:v>
                </c:pt>
                <c:pt idx="38114">
                  <c:v>2</c:v>
                </c:pt>
                <c:pt idx="38115">
                  <c:v>1</c:v>
                </c:pt>
                <c:pt idx="38116">
                  <c:v>2</c:v>
                </c:pt>
                <c:pt idx="38117">
                  <c:v>2</c:v>
                </c:pt>
                <c:pt idx="38118">
                  <c:v>6</c:v>
                </c:pt>
                <c:pt idx="38119">
                  <c:v>6</c:v>
                </c:pt>
                <c:pt idx="38120">
                  <c:v>6</c:v>
                </c:pt>
                <c:pt idx="38121">
                  <c:v>2</c:v>
                </c:pt>
                <c:pt idx="38122">
                  <c:v>3</c:v>
                </c:pt>
                <c:pt idx="38123">
                  <c:v>2</c:v>
                </c:pt>
                <c:pt idx="38124">
                  <c:v>3</c:v>
                </c:pt>
                <c:pt idx="38125">
                  <c:v>2</c:v>
                </c:pt>
                <c:pt idx="38126">
                  <c:v>3</c:v>
                </c:pt>
                <c:pt idx="38127">
                  <c:v>2</c:v>
                </c:pt>
                <c:pt idx="38128">
                  <c:v>4</c:v>
                </c:pt>
                <c:pt idx="38129">
                  <c:v>1</c:v>
                </c:pt>
                <c:pt idx="38130">
                  <c:v>2</c:v>
                </c:pt>
                <c:pt idx="38131">
                  <c:v>2</c:v>
                </c:pt>
                <c:pt idx="38132">
                  <c:v>6</c:v>
                </c:pt>
                <c:pt idx="38133">
                  <c:v>2</c:v>
                </c:pt>
                <c:pt idx="38134">
                  <c:v>2</c:v>
                </c:pt>
                <c:pt idx="38135">
                  <c:v>2</c:v>
                </c:pt>
                <c:pt idx="38136">
                  <c:v>4</c:v>
                </c:pt>
                <c:pt idx="38137">
                  <c:v>6</c:v>
                </c:pt>
                <c:pt idx="38138">
                  <c:v>2</c:v>
                </c:pt>
                <c:pt idx="38139">
                  <c:v>2</c:v>
                </c:pt>
                <c:pt idx="38140">
                  <c:v>7</c:v>
                </c:pt>
                <c:pt idx="38141">
                  <c:v>6</c:v>
                </c:pt>
                <c:pt idx="38142">
                  <c:v>2</c:v>
                </c:pt>
                <c:pt idx="38143">
                  <c:v>2</c:v>
                </c:pt>
                <c:pt idx="38144">
                  <c:v>1</c:v>
                </c:pt>
                <c:pt idx="38145">
                  <c:v>2</c:v>
                </c:pt>
                <c:pt idx="38146">
                  <c:v>1</c:v>
                </c:pt>
                <c:pt idx="38147">
                  <c:v>1</c:v>
                </c:pt>
                <c:pt idx="38148">
                  <c:v>2</c:v>
                </c:pt>
                <c:pt idx="38149">
                  <c:v>3</c:v>
                </c:pt>
                <c:pt idx="38150">
                  <c:v>6</c:v>
                </c:pt>
                <c:pt idx="38151">
                  <c:v>2</c:v>
                </c:pt>
                <c:pt idx="38152">
                  <c:v>2</c:v>
                </c:pt>
                <c:pt idx="38153">
                  <c:v>2</c:v>
                </c:pt>
                <c:pt idx="38154">
                  <c:v>2</c:v>
                </c:pt>
                <c:pt idx="38155">
                  <c:v>2</c:v>
                </c:pt>
                <c:pt idx="38156">
                  <c:v>5</c:v>
                </c:pt>
                <c:pt idx="38157">
                  <c:v>4</c:v>
                </c:pt>
                <c:pt idx="38158">
                  <c:v>3</c:v>
                </c:pt>
                <c:pt idx="38159">
                  <c:v>3</c:v>
                </c:pt>
                <c:pt idx="38160">
                  <c:v>3</c:v>
                </c:pt>
                <c:pt idx="38161">
                  <c:v>3</c:v>
                </c:pt>
                <c:pt idx="38162">
                  <c:v>5</c:v>
                </c:pt>
                <c:pt idx="38163">
                  <c:v>2</c:v>
                </c:pt>
                <c:pt idx="38164">
                  <c:v>1</c:v>
                </c:pt>
                <c:pt idx="38165">
                  <c:v>3</c:v>
                </c:pt>
                <c:pt idx="38166">
                  <c:v>5</c:v>
                </c:pt>
                <c:pt idx="38167">
                  <c:v>7</c:v>
                </c:pt>
                <c:pt idx="38168">
                  <c:v>6</c:v>
                </c:pt>
                <c:pt idx="38169">
                  <c:v>7</c:v>
                </c:pt>
                <c:pt idx="38170">
                  <c:v>6</c:v>
                </c:pt>
                <c:pt idx="38171">
                  <c:v>9</c:v>
                </c:pt>
                <c:pt idx="38172">
                  <c:v>3</c:v>
                </c:pt>
                <c:pt idx="38173">
                  <c:v>6</c:v>
                </c:pt>
                <c:pt idx="38174">
                  <c:v>6</c:v>
                </c:pt>
                <c:pt idx="38175">
                  <c:v>5</c:v>
                </c:pt>
                <c:pt idx="38176">
                  <c:v>5</c:v>
                </c:pt>
                <c:pt idx="38177">
                  <c:v>7</c:v>
                </c:pt>
                <c:pt idx="38178">
                  <c:v>7</c:v>
                </c:pt>
                <c:pt idx="38179">
                  <c:v>6</c:v>
                </c:pt>
                <c:pt idx="38180">
                  <c:v>3</c:v>
                </c:pt>
                <c:pt idx="38181">
                  <c:v>2</c:v>
                </c:pt>
                <c:pt idx="38182">
                  <c:v>2</c:v>
                </c:pt>
                <c:pt idx="38183">
                  <c:v>1</c:v>
                </c:pt>
                <c:pt idx="38184">
                  <c:v>2</c:v>
                </c:pt>
                <c:pt idx="38185">
                  <c:v>2</c:v>
                </c:pt>
                <c:pt idx="38186">
                  <c:v>2</c:v>
                </c:pt>
                <c:pt idx="38187">
                  <c:v>2</c:v>
                </c:pt>
                <c:pt idx="38188">
                  <c:v>2</c:v>
                </c:pt>
                <c:pt idx="38189">
                  <c:v>2</c:v>
                </c:pt>
                <c:pt idx="38190">
                  <c:v>2</c:v>
                </c:pt>
                <c:pt idx="38191">
                  <c:v>2</c:v>
                </c:pt>
                <c:pt idx="38192">
                  <c:v>2</c:v>
                </c:pt>
                <c:pt idx="38193">
                  <c:v>2</c:v>
                </c:pt>
                <c:pt idx="38194">
                  <c:v>2</c:v>
                </c:pt>
                <c:pt idx="38195">
                  <c:v>2</c:v>
                </c:pt>
                <c:pt idx="38196">
                  <c:v>3</c:v>
                </c:pt>
                <c:pt idx="38197">
                  <c:v>2</c:v>
                </c:pt>
                <c:pt idx="38198">
                  <c:v>2</c:v>
                </c:pt>
                <c:pt idx="38199">
                  <c:v>2</c:v>
                </c:pt>
                <c:pt idx="38200">
                  <c:v>2</c:v>
                </c:pt>
                <c:pt idx="38201">
                  <c:v>2</c:v>
                </c:pt>
                <c:pt idx="38202">
                  <c:v>3</c:v>
                </c:pt>
                <c:pt idx="38203">
                  <c:v>3</c:v>
                </c:pt>
                <c:pt idx="38204">
                  <c:v>2</c:v>
                </c:pt>
                <c:pt idx="38205">
                  <c:v>2</c:v>
                </c:pt>
                <c:pt idx="38206">
                  <c:v>1</c:v>
                </c:pt>
                <c:pt idx="38207">
                  <c:v>1</c:v>
                </c:pt>
                <c:pt idx="38208">
                  <c:v>4</c:v>
                </c:pt>
                <c:pt idx="38209">
                  <c:v>3</c:v>
                </c:pt>
                <c:pt idx="38210">
                  <c:v>3</c:v>
                </c:pt>
                <c:pt idx="38211">
                  <c:v>5</c:v>
                </c:pt>
                <c:pt idx="38212">
                  <c:v>2</c:v>
                </c:pt>
                <c:pt idx="38213">
                  <c:v>2</c:v>
                </c:pt>
                <c:pt idx="38214">
                  <c:v>2</c:v>
                </c:pt>
                <c:pt idx="38215">
                  <c:v>2</c:v>
                </c:pt>
                <c:pt idx="38216">
                  <c:v>3</c:v>
                </c:pt>
                <c:pt idx="38217">
                  <c:v>2</c:v>
                </c:pt>
                <c:pt idx="38218">
                  <c:v>2</c:v>
                </c:pt>
                <c:pt idx="38219">
                  <c:v>2</c:v>
                </c:pt>
                <c:pt idx="38220">
                  <c:v>1</c:v>
                </c:pt>
                <c:pt idx="38221">
                  <c:v>2</c:v>
                </c:pt>
                <c:pt idx="38222">
                  <c:v>2</c:v>
                </c:pt>
                <c:pt idx="38223">
                  <c:v>1</c:v>
                </c:pt>
                <c:pt idx="38224">
                  <c:v>2</c:v>
                </c:pt>
                <c:pt idx="38225">
                  <c:v>2</c:v>
                </c:pt>
                <c:pt idx="38226">
                  <c:v>2</c:v>
                </c:pt>
                <c:pt idx="38227">
                  <c:v>2</c:v>
                </c:pt>
                <c:pt idx="38228">
                  <c:v>2</c:v>
                </c:pt>
                <c:pt idx="38229">
                  <c:v>2</c:v>
                </c:pt>
                <c:pt idx="38230">
                  <c:v>3</c:v>
                </c:pt>
                <c:pt idx="38231">
                  <c:v>4</c:v>
                </c:pt>
                <c:pt idx="38232">
                  <c:v>3</c:v>
                </c:pt>
                <c:pt idx="38233">
                  <c:v>5</c:v>
                </c:pt>
                <c:pt idx="38234">
                  <c:v>4</c:v>
                </c:pt>
                <c:pt idx="38235">
                  <c:v>4</c:v>
                </c:pt>
                <c:pt idx="38236">
                  <c:v>1</c:v>
                </c:pt>
                <c:pt idx="38237">
                  <c:v>1</c:v>
                </c:pt>
                <c:pt idx="38238">
                  <c:v>5</c:v>
                </c:pt>
                <c:pt idx="38239">
                  <c:v>3</c:v>
                </c:pt>
                <c:pt idx="38240">
                  <c:v>3</c:v>
                </c:pt>
                <c:pt idx="38241">
                  <c:v>2</c:v>
                </c:pt>
                <c:pt idx="38242">
                  <c:v>3</c:v>
                </c:pt>
                <c:pt idx="38243">
                  <c:v>1</c:v>
                </c:pt>
                <c:pt idx="38244">
                  <c:v>1</c:v>
                </c:pt>
                <c:pt idx="38245">
                  <c:v>3</c:v>
                </c:pt>
                <c:pt idx="38246">
                  <c:v>4</c:v>
                </c:pt>
                <c:pt idx="38247">
                  <c:v>2</c:v>
                </c:pt>
                <c:pt idx="38248">
                  <c:v>3</c:v>
                </c:pt>
                <c:pt idx="38249">
                  <c:v>4</c:v>
                </c:pt>
                <c:pt idx="38250">
                  <c:v>3</c:v>
                </c:pt>
                <c:pt idx="38251">
                  <c:v>1</c:v>
                </c:pt>
                <c:pt idx="38252">
                  <c:v>3</c:v>
                </c:pt>
                <c:pt idx="38253">
                  <c:v>1</c:v>
                </c:pt>
                <c:pt idx="38254">
                  <c:v>1</c:v>
                </c:pt>
                <c:pt idx="38255">
                  <c:v>6</c:v>
                </c:pt>
                <c:pt idx="38256">
                  <c:v>6</c:v>
                </c:pt>
                <c:pt idx="38257">
                  <c:v>1</c:v>
                </c:pt>
                <c:pt idx="38258">
                  <c:v>1</c:v>
                </c:pt>
                <c:pt idx="38259">
                  <c:v>1</c:v>
                </c:pt>
                <c:pt idx="38260">
                  <c:v>1</c:v>
                </c:pt>
                <c:pt idx="38261">
                  <c:v>1</c:v>
                </c:pt>
                <c:pt idx="38262">
                  <c:v>1</c:v>
                </c:pt>
                <c:pt idx="38263">
                  <c:v>1</c:v>
                </c:pt>
                <c:pt idx="38264">
                  <c:v>1</c:v>
                </c:pt>
                <c:pt idx="38265">
                  <c:v>1</c:v>
                </c:pt>
                <c:pt idx="38266">
                  <c:v>1</c:v>
                </c:pt>
                <c:pt idx="38267">
                  <c:v>1</c:v>
                </c:pt>
                <c:pt idx="38268">
                  <c:v>1</c:v>
                </c:pt>
                <c:pt idx="38269">
                  <c:v>1</c:v>
                </c:pt>
                <c:pt idx="38270">
                  <c:v>1</c:v>
                </c:pt>
                <c:pt idx="38271">
                  <c:v>1</c:v>
                </c:pt>
                <c:pt idx="38272">
                  <c:v>1</c:v>
                </c:pt>
                <c:pt idx="38273">
                  <c:v>1</c:v>
                </c:pt>
                <c:pt idx="38274">
                  <c:v>1</c:v>
                </c:pt>
                <c:pt idx="38275">
                  <c:v>1</c:v>
                </c:pt>
                <c:pt idx="38276">
                  <c:v>1</c:v>
                </c:pt>
                <c:pt idx="38277">
                  <c:v>1</c:v>
                </c:pt>
                <c:pt idx="38278">
                  <c:v>1</c:v>
                </c:pt>
                <c:pt idx="38279">
                  <c:v>1</c:v>
                </c:pt>
                <c:pt idx="38280">
                  <c:v>1</c:v>
                </c:pt>
                <c:pt idx="38281">
                  <c:v>-1</c:v>
                </c:pt>
                <c:pt idx="38282">
                  <c:v>1</c:v>
                </c:pt>
                <c:pt idx="38283">
                  <c:v>1</c:v>
                </c:pt>
                <c:pt idx="38284">
                  <c:v>1</c:v>
                </c:pt>
                <c:pt idx="38285">
                  <c:v>1</c:v>
                </c:pt>
                <c:pt idx="38286">
                  <c:v>1</c:v>
                </c:pt>
                <c:pt idx="38287">
                  <c:v>1</c:v>
                </c:pt>
                <c:pt idx="38288">
                  <c:v>1</c:v>
                </c:pt>
                <c:pt idx="38289">
                  <c:v>1</c:v>
                </c:pt>
                <c:pt idx="38290">
                  <c:v>1</c:v>
                </c:pt>
                <c:pt idx="38291">
                  <c:v>1</c:v>
                </c:pt>
                <c:pt idx="38292">
                  <c:v>1</c:v>
                </c:pt>
                <c:pt idx="38293">
                  <c:v>1</c:v>
                </c:pt>
                <c:pt idx="38294">
                  <c:v>1</c:v>
                </c:pt>
                <c:pt idx="38295">
                  <c:v>1</c:v>
                </c:pt>
                <c:pt idx="38296">
                  <c:v>2</c:v>
                </c:pt>
                <c:pt idx="38297">
                  <c:v>1</c:v>
                </c:pt>
                <c:pt idx="38298">
                  <c:v>3</c:v>
                </c:pt>
                <c:pt idx="38299">
                  <c:v>3</c:v>
                </c:pt>
                <c:pt idx="38300">
                  <c:v>3</c:v>
                </c:pt>
                <c:pt idx="38301">
                  <c:v>2</c:v>
                </c:pt>
                <c:pt idx="38302">
                  <c:v>1</c:v>
                </c:pt>
                <c:pt idx="38303">
                  <c:v>2</c:v>
                </c:pt>
                <c:pt idx="38304">
                  <c:v>2</c:v>
                </c:pt>
                <c:pt idx="38305">
                  <c:v>3</c:v>
                </c:pt>
                <c:pt idx="38306">
                  <c:v>4</c:v>
                </c:pt>
                <c:pt idx="38307">
                  <c:v>4</c:v>
                </c:pt>
                <c:pt idx="38308">
                  <c:v>1</c:v>
                </c:pt>
                <c:pt idx="38309">
                  <c:v>2</c:v>
                </c:pt>
                <c:pt idx="38310">
                  <c:v>2</c:v>
                </c:pt>
                <c:pt idx="38311">
                  <c:v>2</c:v>
                </c:pt>
                <c:pt idx="38312">
                  <c:v>2</c:v>
                </c:pt>
                <c:pt idx="38313">
                  <c:v>1</c:v>
                </c:pt>
                <c:pt idx="38314">
                  <c:v>1</c:v>
                </c:pt>
                <c:pt idx="38315">
                  <c:v>1</c:v>
                </c:pt>
                <c:pt idx="38316">
                  <c:v>2</c:v>
                </c:pt>
                <c:pt idx="38317">
                  <c:v>5</c:v>
                </c:pt>
                <c:pt idx="38318">
                  <c:v>2</c:v>
                </c:pt>
                <c:pt idx="38319">
                  <c:v>3</c:v>
                </c:pt>
                <c:pt idx="38320">
                  <c:v>1</c:v>
                </c:pt>
                <c:pt idx="38321">
                  <c:v>1</c:v>
                </c:pt>
                <c:pt idx="38322">
                  <c:v>2</c:v>
                </c:pt>
                <c:pt idx="38323">
                  <c:v>1</c:v>
                </c:pt>
                <c:pt idx="38324">
                  <c:v>1</c:v>
                </c:pt>
                <c:pt idx="38325">
                  <c:v>1</c:v>
                </c:pt>
                <c:pt idx="38326">
                  <c:v>3</c:v>
                </c:pt>
                <c:pt idx="38327">
                  <c:v>2</c:v>
                </c:pt>
                <c:pt idx="38328">
                  <c:v>3</c:v>
                </c:pt>
                <c:pt idx="38329">
                  <c:v>2</c:v>
                </c:pt>
                <c:pt idx="38330">
                  <c:v>1</c:v>
                </c:pt>
                <c:pt idx="38331">
                  <c:v>2</c:v>
                </c:pt>
                <c:pt idx="38332">
                  <c:v>3</c:v>
                </c:pt>
                <c:pt idx="38333">
                  <c:v>2</c:v>
                </c:pt>
                <c:pt idx="38334">
                  <c:v>2</c:v>
                </c:pt>
                <c:pt idx="38335">
                  <c:v>4</c:v>
                </c:pt>
                <c:pt idx="38336">
                  <c:v>3</c:v>
                </c:pt>
                <c:pt idx="38337">
                  <c:v>2</c:v>
                </c:pt>
                <c:pt idx="38338">
                  <c:v>3</c:v>
                </c:pt>
                <c:pt idx="38339">
                  <c:v>4</c:v>
                </c:pt>
                <c:pt idx="38340">
                  <c:v>10</c:v>
                </c:pt>
                <c:pt idx="38341">
                  <c:v>8</c:v>
                </c:pt>
                <c:pt idx="38342">
                  <c:v>11</c:v>
                </c:pt>
                <c:pt idx="38343">
                  <c:v>4</c:v>
                </c:pt>
                <c:pt idx="38344">
                  <c:v>1</c:v>
                </c:pt>
                <c:pt idx="38345">
                  <c:v>2</c:v>
                </c:pt>
                <c:pt idx="38346">
                  <c:v>2</c:v>
                </c:pt>
                <c:pt idx="38347">
                  <c:v>1</c:v>
                </c:pt>
                <c:pt idx="38348">
                  <c:v>1</c:v>
                </c:pt>
                <c:pt idx="38349">
                  <c:v>2</c:v>
                </c:pt>
                <c:pt idx="38350">
                  <c:v>4</c:v>
                </c:pt>
                <c:pt idx="38351">
                  <c:v>0</c:v>
                </c:pt>
                <c:pt idx="38352">
                  <c:v>2</c:v>
                </c:pt>
                <c:pt idx="38353">
                  <c:v>4</c:v>
                </c:pt>
                <c:pt idx="38354">
                  <c:v>2</c:v>
                </c:pt>
                <c:pt idx="38355">
                  <c:v>1</c:v>
                </c:pt>
                <c:pt idx="38356">
                  <c:v>1</c:v>
                </c:pt>
                <c:pt idx="38357">
                  <c:v>4</c:v>
                </c:pt>
                <c:pt idx="38358">
                  <c:v>2</c:v>
                </c:pt>
                <c:pt idx="38359">
                  <c:v>4</c:v>
                </c:pt>
                <c:pt idx="38360">
                  <c:v>1</c:v>
                </c:pt>
                <c:pt idx="38361">
                  <c:v>2</c:v>
                </c:pt>
                <c:pt idx="38362">
                  <c:v>2</c:v>
                </c:pt>
                <c:pt idx="38363">
                  <c:v>3</c:v>
                </c:pt>
                <c:pt idx="38364">
                  <c:v>1</c:v>
                </c:pt>
                <c:pt idx="38365">
                  <c:v>4</c:v>
                </c:pt>
                <c:pt idx="38366">
                  <c:v>1</c:v>
                </c:pt>
                <c:pt idx="38367">
                  <c:v>1</c:v>
                </c:pt>
                <c:pt idx="38368">
                  <c:v>2</c:v>
                </c:pt>
                <c:pt idx="38369">
                  <c:v>2</c:v>
                </c:pt>
                <c:pt idx="38370">
                  <c:v>2</c:v>
                </c:pt>
                <c:pt idx="38371">
                  <c:v>1</c:v>
                </c:pt>
                <c:pt idx="38372">
                  <c:v>2</c:v>
                </c:pt>
                <c:pt idx="38373">
                  <c:v>1</c:v>
                </c:pt>
                <c:pt idx="38374">
                  <c:v>2</c:v>
                </c:pt>
                <c:pt idx="38375">
                  <c:v>2</c:v>
                </c:pt>
                <c:pt idx="38376">
                  <c:v>4</c:v>
                </c:pt>
                <c:pt idx="38377">
                  <c:v>1</c:v>
                </c:pt>
                <c:pt idx="38378">
                  <c:v>1</c:v>
                </c:pt>
                <c:pt idx="38379">
                  <c:v>1</c:v>
                </c:pt>
                <c:pt idx="38380">
                  <c:v>2</c:v>
                </c:pt>
                <c:pt idx="38381">
                  <c:v>2</c:v>
                </c:pt>
                <c:pt idx="38382">
                  <c:v>1</c:v>
                </c:pt>
                <c:pt idx="38383">
                  <c:v>1</c:v>
                </c:pt>
                <c:pt idx="38384">
                  <c:v>1</c:v>
                </c:pt>
                <c:pt idx="38385">
                  <c:v>1</c:v>
                </c:pt>
                <c:pt idx="38386">
                  <c:v>2</c:v>
                </c:pt>
                <c:pt idx="38387">
                  <c:v>3</c:v>
                </c:pt>
                <c:pt idx="38388">
                  <c:v>2</c:v>
                </c:pt>
                <c:pt idx="38389">
                  <c:v>2</c:v>
                </c:pt>
                <c:pt idx="38390">
                  <c:v>2</c:v>
                </c:pt>
                <c:pt idx="38391">
                  <c:v>2</c:v>
                </c:pt>
                <c:pt idx="38392">
                  <c:v>2</c:v>
                </c:pt>
                <c:pt idx="38393">
                  <c:v>2</c:v>
                </c:pt>
                <c:pt idx="38394">
                  <c:v>2</c:v>
                </c:pt>
                <c:pt idx="38395">
                  <c:v>3</c:v>
                </c:pt>
                <c:pt idx="38396">
                  <c:v>3</c:v>
                </c:pt>
                <c:pt idx="38397">
                  <c:v>4</c:v>
                </c:pt>
                <c:pt idx="38398">
                  <c:v>3</c:v>
                </c:pt>
                <c:pt idx="38399">
                  <c:v>3</c:v>
                </c:pt>
                <c:pt idx="38400">
                  <c:v>4</c:v>
                </c:pt>
                <c:pt idx="38401">
                  <c:v>1</c:v>
                </c:pt>
                <c:pt idx="38402">
                  <c:v>3</c:v>
                </c:pt>
                <c:pt idx="38403">
                  <c:v>2</c:v>
                </c:pt>
                <c:pt idx="38404">
                  <c:v>2</c:v>
                </c:pt>
                <c:pt idx="38405">
                  <c:v>2</c:v>
                </c:pt>
                <c:pt idx="38406">
                  <c:v>2</c:v>
                </c:pt>
                <c:pt idx="38407">
                  <c:v>2</c:v>
                </c:pt>
                <c:pt idx="38408">
                  <c:v>2</c:v>
                </c:pt>
                <c:pt idx="38409">
                  <c:v>2</c:v>
                </c:pt>
                <c:pt idx="38410">
                  <c:v>1</c:v>
                </c:pt>
                <c:pt idx="38411">
                  <c:v>1</c:v>
                </c:pt>
                <c:pt idx="38412">
                  <c:v>1</c:v>
                </c:pt>
                <c:pt idx="38413">
                  <c:v>1</c:v>
                </c:pt>
                <c:pt idx="38414">
                  <c:v>1</c:v>
                </c:pt>
                <c:pt idx="38415">
                  <c:v>1</c:v>
                </c:pt>
                <c:pt idx="38416">
                  <c:v>1</c:v>
                </c:pt>
                <c:pt idx="38417">
                  <c:v>1</c:v>
                </c:pt>
                <c:pt idx="38418">
                  <c:v>1</c:v>
                </c:pt>
                <c:pt idx="38419">
                  <c:v>1</c:v>
                </c:pt>
                <c:pt idx="38420">
                  <c:v>1</c:v>
                </c:pt>
                <c:pt idx="38421">
                  <c:v>1</c:v>
                </c:pt>
                <c:pt idx="38422">
                  <c:v>1</c:v>
                </c:pt>
                <c:pt idx="38423">
                  <c:v>1</c:v>
                </c:pt>
                <c:pt idx="38424">
                  <c:v>1</c:v>
                </c:pt>
                <c:pt idx="38425">
                  <c:v>1</c:v>
                </c:pt>
                <c:pt idx="38426">
                  <c:v>1</c:v>
                </c:pt>
                <c:pt idx="38427">
                  <c:v>1</c:v>
                </c:pt>
                <c:pt idx="38428">
                  <c:v>2</c:v>
                </c:pt>
                <c:pt idx="38429">
                  <c:v>2</c:v>
                </c:pt>
                <c:pt idx="38430">
                  <c:v>3</c:v>
                </c:pt>
                <c:pt idx="38431">
                  <c:v>2</c:v>
                </c:pt>
                <c:pt idx="38432">
                  <c:v>2</c:v>
                </c:pt>
                <c:pt idx="38433">
                  <c:v>3</c:v>
                </c:pt>
                <c:pt idx="38434">
                  <c:v>2</c:v>
                </c:pt>
                <c:pt idx="38435">
                  <c:v>2</c:v>
                </c:pt>
                <c:pt idx="38436">
                  <c:v>2</c:v>
                </c:pt>
                <c:pt idx="38437">
                  <c:v>2</c:v>
                </c:pt>
                <c:pt idx="38438">
                  <c:v>4</c:v>
                </c:pt>
                <c:pt idx="38439">
                  <c:v>4</c:v>
                </c:pt>
                <c:pt idx="38440">
                  <c:v>2</c:v>
                </c:pt>
                <c:pt idx="38441">
                  <c:v>2</c:v>
                </c:pt>
                <c:pt idx="38442">
                  <c:v>2</c:v>
                </c:pt>
                <c:pt idx="38443">
                  <c:v>4</c:v>
                </c:pt>
                <c:pt idx="38444">
                  <c:v>1</c:v>
                </c:pt>
                <c:pt idx="38445">
                  <c:v>1</c:v>
                </c:pt>
                <c:pt idx="38446">
                  <c:v>1</c:v>
                </c:pt>
                <c:pt idx="38447">
                  <c:v>1</c:v>
                </c:pt>
                <c:pt idx="38448">
                  <c:v>1</c:v>
                </c:pt>
                <c:pt idx="38449">
                  <c:v>1</c:v>
                </c:pt>
                <c:pt idx="38450">
                  <c:v>1</c:v>
                </c:pt>
                <c:pt idx="38451">
                  <c:v>1</c:v>
                </c:pt>
                <c:pt idx="38452">
                  <c:v>1</c:v>
                </c:pt>
                <c:pt idx="38453">
                  <c:v>2</c:v>
                </c:pt>
                <c:pt idx="38454">
                  <c:v>3</c:v>
                </c:pt>
                <c:pt idx="38455">
                  <c:v>3</c:v>
                </c:pt>
                <c:pt idx="38456">
                  <c:v>3</c:v>
                </c:pt>
                <c:pt idx="38457">
                  <c:v>1</c:v>
                </c:pt>
                <c:pt idx="38458">
                  <c:v>2</c:v>
                </c:pt>
                <c:pt idx="38459">
                  <c:v>1</c:v>
                </c:pt>
                <c:pt idx="38460">
                  <c:v>2</c:v>
                </c:pt>
                <c:pt idx="38461">
                  <c:v>2</c:v>
                </c:pt>
                <c:pt idx="38462">
                  <c:v>1</c:v>
                </c:pt>
                <c:pt idx="38463">
                  <c:v>2</c:v>
                </c:pt>
                <c:pt idx="38464">
                  <c:v>6</c:v>
                </c:pt>
                <c:pt idx="38465">
                  <c:v>2</c:v>
                </c:pt>
                <c:pt idx="38466">
                  <c:v>4</c:v>
                </c:pt>
                <c:pt idx="38467">
                  <c:v>3</c:v>
                </c:pt>
                <c:pt idx="38468">
                  <c:v>3</c:v>
                </c:pt>
                <c:pt idx="38469">
                  <c:v>3</c:v>
                </c:pt>
                <c:pt idx="38470">
                  <c:v>4</c:v>
                </c:pt>
                <c:pt idx="38471">
                  <c:v>1</c:v>
                </c:pt>
                <c:pt idx="38472">
                  <c:v>2</c:v>
                </c:pt>
                <c:pt idx="38473">
                  <c:v>2</c:v>
                </c:pt>
                <c:pt idx="38474">
                  <c:v>1</c:v>
                </c:pt>
                <c:pt idx="38475">
                  <c:v>2</c:v>
                </c:pt>
                <c:pt idx="38476">
                  <c:v>2</c:v>
                </c:pt>
                <c:pt idx="38477">
                  <c:v>1</c:v>
                </c:pt>
                <c:pt idx="38478">
                  <c:v>3</c:v>
                </c:pt>
                <c:pt idx="38479">
                  <c:v>4</c:v>
                </c:pt>
                <c:pt idx="38480">
                  <c:v>1</c:v>
                </c:pt>
                <c:pt idx="38481">
                  <c:v>3</c:v>
                </c:pt>
                <c:pt idx="38482">
                  <c:v>2</c:v>
                </c:pt>
                <c:pt idx="38483">
                  <c:v>2</c:v>
                </c:pt>
                <c:pt idx="38484">
                  <c:v>2</c:v>
                </c:pt>
                <c:pt idx="38485">
                  <c:v>1</c:v>
                </c:pt>
                <c:pt idx="38486">
                  <c:v>1</c:v>
                </c:pt>
                <c:pt idx="38487">
                  <c:v>1</c:v>
                </c:pt>
                <c:pt idx="38488">
                  <c:v>1</c:v>
                </c:pt>
                <c:pt idx="38489">
                  <c:v>2</c:v>
                </c:pt>
                <c:pt idx="38490">
                  <c:v>2</c:v>
                </c:pt>
                <c:pt idx="38491">
                  <c:v>2</c:v>
                </c:pt>
                <c:pt idx="38492">
                  <c:v>1</c:v>
                </c:pt>
                <c:pt idx="38493">
                  <c:v>1</c:v>
                </c:pt>
                <c:pt idx="38494">
                  <c:v>2</c:v>
                </c:pt>
                <c:pt idx="38495">
                  <c:v>1</c:v>
                </c:pt>
                <c:pt idx="38496">
                  <c:v>3</c:v>
                </c:pt>
                <c:pt idx="38497">
                  <c:v>3</c:v>
                </c:pt>
                <c:pt idx="38498">
                  <c:v>3</c:v>
                </c:pt>
                <c:pt idx="38499">
                  <c:v>4</c:v>
                </c:pt>
                <c:pt idx="38500">
                  <c:v>3</c:v>
                </c:pt>
                <c:pt idx="38501">
                  <c:v>3</c:v>
                </c:pt>
                <c:pt idx="38502">
                  <c:v>3</c:v>
                </c:pt>
                <c:pt idx="38503">
                  <c:v>5</c:v>
                </c:pt>
                <c:pt idx="38504">
                  <c:v>3</c:v>
                </c:pt>
                <c:pt idx="38505">
                  <c:v>2</c:v>
                </c:pt>
                <c:pt idx="38506">
                  <c:v>3</c:v>
                </c:pt>
                <c:pt idx="38507">
                  <c:v>2</c:v>
                </c:pt>
                <c:pt idx="38508">
                  <c:v>3</c:v>
                </c:pt>
                <c:pt idx="38509">
                  <c:v>3</c:v>
                </c:pt>
                <c:pt idx="38510">
                  <c:v>3</c:v>
                </c:pt>
                <c:pt idx="38511">
                  <c:v>2</c:v>
                </c:pt>
                <c:pt idx="38512">
                  <c:v>2</c:v>
                </c:pt>
                <c:pt idx="38513">
                  <c:v>2</c:v>
                </c:pt>
                <c:pt idx="38514">
                  <c:v>3</c:v>
                </c:pt>
                <c:pt idx="38515">
                  <c:v>1</c:v>
                </c:pt>
                <c:pt idx="38516">
                  <c:v>2</c:v>
                </c:pt>
                <c:pt idx="38517">
                  <c:v>4</c:v>
                </c:pt>
                <c:pt idx="38518">
                  <c:v>3</c:v>
                </c:pt>
                <c:pt idx="38519">
                  <c:v>3</c:v>
                </c:pt>
                <c:pt idx="38520">
                  <c:v>3</c:v>
                </c:pt>
                <c:pt idx="38521">
                  <c:v>2</c:v>
                </c:pt>
                <c:pt idx="38522">
                  <c:v>2</c:v>
                </c:pt>
                <c:pt idx="38523">
                  <c:v>3</c:v>
                </c:pt>
                <c:pt idx="38524">
                  <c:v>3</c:v>
                </c:pt>
                <c:pt idx="38525">
                  <c:v>2</c:v>
                </c:pt>
                <c:pt idx="38526">
                  <c:v>4</c:v>
                </c:pt>
                <c:pt idx="38527">
                  <c:v>4</c:v>
                </c:pt>
                <c:pt idx="38528">
                  <c:v>6</c:v>
                </c:pt>
                <c:pt idx="38529">
                  <c:v>5</c:v>
                </c:pt>
                <c:pt idx="38530">
                  <c:v>3</c:v>
                </c:pt>
                <c:pt idx="38531">
                  <c:v>4</c:v>
                </c:pt>
                <c:pt idx="38532">
                  <c:v>5</c:v>
                </c:pt>
                <c:pt idx="38533">
                  <c:v>2</c:v>
                </c:pt>
                <c:pt idx="38534">
                  <c:v>-1</c:v>
                </c:pt>
                <c:pt idx="38535">
                  <c:v>4</c:v>
                </c:pt>
                <c:pt idx="38536">
                  <c:v>3</c:v>
                </c:pt>
                <c:pt idx="38537">
                  <c:v>2</c:v>
                </c:pt>
                <c:pt idx="38538">
                  <c:v>3</c:v>
                </c:pt>
                <c:pt idx="38539">
                  <c:v>1</c:v>
                </c:pt>
                <c:pt idx="38540">
                  <c:v>1</c:v>
                </c:pt>
                <c:pt idx="38541">
                  <c:v>3</c:v>
                </c:pt>
                <c:pt idx="38542">
                  <c:v>3</c:v>
                </c:pt>
                <c:pt idx="38543">
                  <c:v>3</c:v>
                </c:pt>
                <c:pt idx="38544">
                  <c:v>3</c:v>
                </c:pt>
                <c:pt idx="38545">
                  <c:v>3</c:v>
                </c:pt>
                <c:pt idx="38546">
                  <c:v>4</c:v>
                </c:pt>
                <c:pt idx="38547">
                  <c:v>2</c:v>
                </c:pt>
                <c:pt idx="38548">
                  <c:v>3</c:v>
                </c:pt>
                <c:pt idx="38549">
                  <c:v>4</c:v>
                </c:pt>
                <c:pt idx="38550">
                  <c:v>1</c:v>
                </c:pt>
                <c:pt idx="38551">
                  <c:v>3</c:v>
                </c:pt>
                <c:pt idx="38552">
                  <c:v>3</c:v>
                </c:pt>
                <c:pt idx="38553">
                  <c:v>3</c:v>
                </c:pt>
                <c:pt idx="38554">
                  <c:v>3</c:v>
                </c:pt>
                <c:pt idx="38555">
                  <c:v>3</c:v>
                </c:pt>
                <c:pt idx="38556">
                  <c:v>3</c:v>
                </c:pt>
                <c:pt idx="38557">
                  <c:v>1</c:v>
                </c:pt>
                <c:pt idx="38558">
                  <c:v>2</c:v>
                </c:pt>
                <c:pt idx="38559">
                  <c:v>5</c:v>
                </c:pt>
                <c:pt idx="38560">
                  <c:v>5</c:v>
                </c:pt>
                <c:pt idx="38561">
                  <c:v>2</c:v>
                </c:pt>
                <c:pt idx="38562">
                  <c:v>3</c:v>
                </c:pt>
                <c:pt idx="38563">
                  <c:v>3</c:v>
                </c:pt>
                <c:pt idx="38564">
                  <c:v>1</c:v>
                </c:pt>
                <c:pt idx="38565">
                  <c:v>1</c:v>
                </c:pt>
                <c:pt idx="38566">
                  <c:v>5</c:v>
                </c:pt>
                <c:pt idx="38567">
                  <c:v>1</c:v>
                </c:pt>
                <c:pt idx="38568">
                  <c:v>1</c:v>
                </c:pt>
                <c:pt idx="38569">
                  <c:v>1</c:v>
                </c:pt>
                <c:pt idx="38570">
                  <c:v>4</c:v>
                </c:pt>
                <c:pt idx="38571">
                  <c:v>1</c:v>
                </c:pt>
                <c:pt idx="38572">
                  <c:v>1</c:v>
                </c:pt>
                <c:pt idx="38573">
                  <c:v>2</c:v>
                </c:pt>
                <c:pt idx="38574">
                  <c:v>1</c:v>
                </c:pt>
                <c:pt idx="38575">
                  <c:v>3</c:v>
                </c:pt>
                <c:pt idx="38576">
                  <c:v>3</c:v>
                </c:pt>
                <c:pt idx="38577">
                  <c:v>1</c:v>
                </c:pt>
                <c:pt idx="38578">
                  <c:v>2</c:v>
                </c:pt>
                <c:pt idx="38579">
                  <c:v>1</c:v>
                </c:pt>
                <c:pt idx="38580">
                  <c:v>2</c:v>
                </c:pt>
                <c:pt idx="38581">
                  <c:v>2</c:v>
                </c:pt>
                <c:pt idx="38582">
                  <c:v>1</c:v>
                </c:pt>
                <c:pt idx="38583">
                  <c:v>1</c:v>
                </c:pt>
                <c:pt idx="38584">
                  <c:v>1</c:v>
                </c:pt>
                <c:pt idx="38585">
                  <c:v>2</c:v>
                </c:pt>
                <c:pt idx="38586">
                  <c:v>3</c:v>
                </c:pt>
                <c:pt idx="38587">
                  <c:v>2</c:v>
                </c:pt>
                <c:pt idx="38588">
                  <c:v>1</c:v>
                </c:pt>
                <c:pt idx="38589">
                  <c:v>1</c:v>
                </c:pt>
                <c:pt idx="38590">
                  <c:v>1</c:v>
                </c:pt>
                <c:pt idx="38591">
                  <c:v>1</c:v>
                </c:pt>
                <c:pt idx="38592">
                  <c:v>2</c:v>
                </c:pt>
                <c:pt idx="38593">
                  <c:v>1</c:v>
                </c:pt>
                <c:pt idx="38594">
                  <c:v>1</c:v>
                </c:pt>
                <c:pt idx="38595">
                  <c:v>1</c:v>
                </c:pt>
                <c:pt idx="38596">
                  <c:v>3</c:v>
                </c:pt>
                <c:pt idx="38597">
                  <c:v>1</c:v>
                </c:pt>
                <c:pt idx="38598">
                  <c:v>2</c:v>
                </c:pt>
                <c:pt idx="38599">
                  <c:v>1</c:v>
                </c:pt>
                <c:pt idx="38600">
                  <c:v>1</c:v>
                </c:pt>
                <c:pt idx="38601">
                  <c:v>1</c:v>
                </c:pt>
                <c:pt idx="38602">
                  <c:v>2</c:v>
                </c:pt>
                <c:pt idx="38603">
                  <c:v>2</c:v>
                </c:pt>
                <c:pt idx="38604">
                  <c:v>2</c:v>
                </c:pt>
                <c:pt idx="38605">
                  <c:v>3</c:v>
                </c:pt>
                <c:pt idx="38606">
                  <c:v>3</c:v>
                </c:pt>
                <c:pt idx="38607">
                  <c:v>4</c:v>
                </c:pt>
                <c:pt idx="38608">
                  <c:v>4</c:v>
                </c:pt>
                <c:pt idx="38609">
                  <c:v>3</c:v>
                </c:pt>
                <c:pt idx="38610">
                  <c:v>2</c:v>
                </c:pt>
                <c:pt idx="38611">
                  <c:v>2</c:v>
                </c:pt>
                <c:pt idx="38612">
                  <c:v>6</c:v>
                </c:pt>
                <c:pt idx="38613">
                  <c:v>2</c:v>
                </c:pt>
                <c:pt idx="38614">
                  <c:v>8</c:v>
                </c:pt>
                <c:pt idx="38615">
                  <c:v>3</c:v>
                </c:pt>
                <c:pt idx="38616">
                  <c:v>4</c:v>
                </c:pt>
                <c:pt idx="38617">
                  <c:v>4</c:v>
                </c:pt>
                <c:pt idx="38618">
                  <c:v>4</c:v>
                </c:pt>
                <c:pt idx="38619">
                  <c:v>4</c:v>
                </c:pt>
                <c:pt idx="38620">
                  <c:v>4</c:v>
                </c:pt>
                <c:pt idx="38621">
                  <c:v>4</c:v>
                </c:pt>
                <c:pt idx="38622">
                  <c:v>4</c:v>
                </c:pt>
                <c:pt idx="38623">
                  <c:v>4</c:v>
                </c:pt>
                <c:pt idx="38624">
                  <c:v>2</c:v>
                </c:pt>
                <c:pt idx="38625">
                  <c:v>1</c:v>
                </c:pt>
                <c:pt idx="38626">
                  <c:v>3</c:v>
                </c:pt>
                <c:pt idx="38627">
                  <c:v>4</c:v>
                </c:pt>
                <c:pt idx="38628">
                  <c:v>3</c:v>
                </c:pt>
                <c:pt idx="38629">
                  <c:v>2</c:v>
                </c:pt>
                <c:pt idx="38630">
                  <c:v>4</c:v>
                </c:pt>
                <c:pt idx="38631">
                  <c:v>2</c:v>
                </c:pt>
                <c:pt idx="38632">
                  <c:v>3</c:v>
                </c:pt>
                <c:pt idx="38633">
                  <c:v>2</c:v>
                </c:pt>
                <c:pt idx="38634">
                  <c:v>3</c:v>
                </c:pt>
                <c:pt idx="38635">
                  <c:v>5</c:v>
                </c:pt>
                <c:pt idx="38636">
                  <c:v>3</c:v>
                </c:pt>
                <c:pt idx="38637">
                  <c:v>7</c:v>
                </c:pt>
                <c:pt idx="38638">
                  <c:v>5</c:v>
                </c:pt>
                <c:pt idx="38639">
                  <c:v>5</c:v>
                </c:pt>
                <c:pt idx="38640">
                  <c:v>1</c:v>
                </c:pt>
                <c:pt idx="38641">
                  <c:v>1</c:v>
                </c:pt>
                <c:pt idx="38642">
                  <c:v>2</c:v>
                </c:pt>
                <c:pt idx="38643">
                  <c:v>2</c:v>
                </c:pt>
                <c:pt idx="38644">
                  <c:v>2</c:v>
                </c:pt>
                <c:pt idx="38645">
                  <c:v>2</c:v>
                </c:pt>
                <c:pt idx="38646">
                  <c:v>2</c:v>
                </c:pt>
                <c:pt idx="38647">
                  <c:v>2</c:v>
                </c:pt>
                <c:pt idx="38648">
                  <c:v>3</c:v>
                </c:pt>
                <c:pt idx="38649">
                  <c:v>4</c:v>
                </c:pt>
                <c:pt idx="38650">
                  <c:v>3</c:v>
                </c:pt>
                <c:pt idx="38651">
                  <c:v>3</c:v>
                </c:pt>
                <c:pt idx="38652">
                  <c:v>3</c:v>
                </c:pt>
                <c:pt idx="38653">
                  <c:v>2</c:v>
                </c:pt>
                <c:pt idx="38654">
                  <c:v>2</c:v>
                </c:pt>
                <c:pt idx="38655">
                  <c:v>3</c:v>
                </c:pt>
                <c:pt idx="38656">
                  <c:v>3</c:v>
                </c:pt>
                <c:pt idx="38657">
                  <c:v>2</c:v>
                </c:pt>
                <c:pt idx="38658">
                  <c:v>2</c:v>
                </c:pt>
                <c:pt idx="38659">
                  <c:v>2</c:v>
                </c:pt>
                <c:pt idx="38660">
                  <c:v>3</c:v>
                </c:pt>
                <c:pt idx="38661">
                  <c:v>3</c:v>
                </c:pt>
                <c:pt idx="38662">
                  <c:v>2</c:v>
                </c:pt>
                <c:pt idx="38663">
                  <c:v>4</c:v>
                </c:pt>
                <c:pt idx="38664">
                  <c:v>1</c:v>
                </c:pt>
                <c:pt idx="38665">
                  <c:v>1</c:v>
                </c:pt>
                <c:pt idx="38666">
                  <c:v>2</c:v>
                </c:pt>
                <c:pt idx="38667">
                  <c:v>2</c:v>
                </c:pt>
                <c:pt idx="38668">
                  <c:v>1</c:v>
                </c:pt>
                <c:pt idx="38669">
                  <c:v>3</c:v>
                </c:pt>
                <c:pt idx="38670">
                  <c:v>1</c:v>
                </c:pt>
                <c:pt idx="38671">
                  <c:v>2</c:v>
                </c:pt>
                <c:pt idx="38672">
                  <c:v>2</c:v>
                </c:pt>
                <c:pt idx="38673">
                  <c:v>2</c:v>
                </c:pt>
                <c:pt idx="38674">
                  <c:v>6</c:v>
                </c:pt>
                <c:pt idx="38675">
                  <c:v>2</c:v>
                </c:pt>
                <c:pt idx="38676">
                  <c:v>2</c:v>
                </c:pt>
                <c:pt idx="38677">
                  <c:v>1</c:v>
                </c:pt>
                <c:pt idx="38678">
                  <c:v>2</c:v>
                </c:pt>
                <c:pt idx="38679">
                  <c:v>2</c:v>
                </c:pt>
                <c:pt idx="38680">
                  <c:v>2</c:v>
                </c:pt>
                <c:pt idx="38681">
                  <c:v>2</c:v>
                </c:pt>
                <c:pt idx="38682">
                  <c:v>2</c:v>
                </c:pt>
                <c:pt idx="38683">
                  <c:v>1</c:v>
                </c:pt>
                <c:pt idx="38684">
                  <c:v>2</c:v>
                </c:pt>
                <c:pt idx="38685">
                  <c:v>1</c:v>
                </c:pt>
                <c:pt idx="38686">
                  <c:v>2</c:v>
                </c:pt>
                <c:pt idx="38687">
                  <c:v>2</c:v>
                </c:pt>
                <c:pt idx="38688">
                  <c:v>3</c:v>
                </c:pt>
                <c:pt idx="38689">
                  <c:v>2</c:v>
                </c:pt>
                <c:pt idx="38690">
                  <c:v>2</c:v>
                </c:pt>
                <c:pt idx="38691">
                  <c:v>3</c:v>
                </c:pt>
                <c:pt idx="38692">
                  <c:v>2</c:v>
                </c:pt>
                <c:pt idx="38693">
                  <c:v>2</c:v>
                </c:pt>
                <c:pt idx="38694">
                  <c:v>2</c:v>
                </c:pt>
                <c:pt idx="38695">
                  <c:v>2</c:v>
                </c:pt>
                <c:pt idx="38696">
                  <c:v>2</c:v>
                </c:pt>
                <c:pt idx="38697">
                  <c:v>2</c:v>
                </c:pt>
                <c:pt idx="38698">
                  <c:v>2</c:v>
                </c:pt>
                <c:pt idx="38699">
                  <c:v>4</c:v>
                </c:pt>
                <c:pt idx="38700">
                  <c:v>3</c:v>
                </c:pt>
                <c:pt idx="38701">
                  <c:v>2</c:v>
                </c:pt>
                <c:pt idx="38702">
                  <c:v>2</c:v>
                </c:pt>
                <c:pt idx="38703">
                  <c:v>2</c:v>
                </c:pt>
                <c:pt idx="38704">
                  <c:v>2</c:v>
                </c:pt>
                <c:pt idx="38705">
                  <c:v>2</c:v>
                </c:pt>
                <c:pt idx="38706">
                  <c:v>2</c:v>
                </c:pt>
                <c:pt idx="38707">
                  <c:v>2</c:v>
                </c:pt>
                <c:pt idx="38708">
                  <c:v>2</c:v>
                </c:pt>
                <c:pt idx="38709">
                  <c:v>2</c:v>
                </c:pt>
                <c:pt idx="38710">
                  <c:v>2</c:v>
                </c:pt>
                <c:pt idx="38711">
                  <c:v>2</c:v>
                </c:pt>
                <c:pt idx="38712">
                  <c:v>2</c:v>
                </c:pt>
                <c:pt idx="38713">
                  <c:v>5</c:v>
                </c:pt>
                <c:pt idx="38714">
                  <c:v>3</c:v>
                </c:pt>
                <c:pt idx="38715">
                  <c:v>2</c:v>
                </c:pt>
                <c:pt idx="38716">
                  <c:v>2</c:v>
                </c:pt>
                <c:pt idx="38717">
                  <c:v>3</c:v>
                </c:pt>
                <c:pt idx="38718">
                  <c:v>2</c:v>
                </c:pt>
                <c:pt idx="38719">
                  <c:v>3</c:v>
                </c:pt>
                <c:pt idx="38720">
                  <c:v>2</c:v>
                </c:pt>
                <c:pt idx="38721">
                  <c:v>2</c:v>
                </c:pt>
                <c:pt idx="38722">
                  <c:v>3</c:v>
                </c:pt>
                <c:pt idx="38723">
                  <c:v>2</c:v>
                </c:pt>
                <c:pt idx="38724">
                  <c:v>2</c:v>
                </c:pt>
                <c:pt idx="38725">
                  <c:v>2</c:v>
                </c:pt>
                <c:pt idx="38726">
                  <c:v>3</c:v>
                </c:pt>
                <c:pt idx="38727">
                  <c:v>3</c:v>
                </c:pt>
                <c:pt idx="38728">
                  <c:v>2</c:v>
                </c:pt>
                <c:pt idx="38729">
                  <c:v>2</c:v>
                </c:pt>
                <c:pt idx="38730">
                  <c:v>2</c:v>
                </c:pt>
                <c:pt idx="38731">
                  <c:v>1</c:v>
                </c:pt>
                <c:pt idx="38732">
                  <c:v>2</c:v>
                </c:pt>
                <c:pt idx="38733">
                  <c:v>3</c:v>
                </c:pt>
                <c:pt idx="38734">
                  <c:v>1</c:v>
                </c:pt>
                <c:pt idx="38735">
                  <c:v>3</c:v>
                </c:pt>
                <c:pt idx="38736">
                  <c:v>4</c:v>
                </c:pt>
                <c:pt idx="38737">
                  <c:v>3</c:v>
                </c:pt>
                <c:pt idx="38738">
                  <c:v>4</c:v>
                </c:pt>
                <c:pt idx="38739">
                  <c:v>3</c:v>
                </c:pt>
                <c:pt idx="38740">
                  <c:v>2</c:v>
                </c:pt>
                <c:pt idx="38741">
                  <c:v>3</c:v>
                </c:pt>
                <c:pt idx="38742">
                  <c:v>1</c:v>
                </c:pt>
                <c:pt idx="38743">
                  <c:v>1</c:v>
                </c:pt>
                <c:pt idx="38744">
                  <c:v>1</c:v>
                </c:pt>
                <c:pt idx="38745">
                  <c:v>1</c:v>
                </c:pt>
                <c:pt idx="38746">
                  <c:v>1</c:v>
                </c:pt>
                <c:pt idx="38747">
                  <c:v>3</c:v>
                </c:pt>
                <c:pt idx="38748">
                  <c:v>2</c:v>
                </c:pt>
                <c:pt idx="38749">
                  <c:v>2</c:v>
                </c:pt>
                <c:pt idx="38750">
                  <c:v>1</c:v>
                </c:pt>
                <c:pt idx="38751">
                  <c:v>2</c:v>
                </c:pt>
                <c:pt idx="38752">
                  <c:v>2</c:v>
                </c:pt>
                <c:pt idx="38753">
                  <c:v>2</c:v>
                </c:pt>
                <c:pt idx="38754">
                  <c:v>2</c:v>
                </c:pt>
                <c:pt idx="38755">
                  <c:v>2</c:v>
                </c:pt>
                <c:pt idx="38756">
                  <c:v>2</c:v>
                </c:pt>
                <c:pt idx="38757">
                  <c:v>2</c:v>
                </c:pt>
                <c:pt idx="38758">
                  <c:v>3</c:v>
                </c:pt>
                <c:pt idx="38759">
                  <c:v>3</c:v>
                </c:pt>
                <c:pt idx="38760">
                  <c:v>2</c:v>
                </c:pt>
                <c:pt idx="38761">
                  <c:v>2</c:v>
                </c:pt>
                <c:pt idx="38762">
                  <c:v>2</c:v>
                </c:pt>
                <c:pt idx="38763">
                  <c:v>2</c:v>
                </c:pt>
                <c:pt idx="38764">
                  <c:v>4</c:v>
                </c:pt>
                <c:pt idx="38765">
                  <c:v>3</c:v>
                </c:pt>
                <c:pt idx="38766">
                  <c:v>3</c:v>
                </c:pt>
                <c:pt idx="38767">
                  <c:v>1</c:v>
                </c:pt>
                <c:pt idx="38768">
                  <c:v>1</c:v>
                </c:pt>
                <c:pt idx="38769">
                  <c:v>1</c:v>
                </c:pt>
                <c:pt idx="38770">
                  <c:v>1</c:v>
                </c:pt>
                <c:pt idx="38771">
                  <c:v>1</c:v>
                </c:pt>
                <c:pt idx="38772">
                  <c:v>1</c:v>
                </c:pt>
                <c:pt idx="38773">
                  <c:v>1</c:v>
                </c:pt>
                <c:pt idx="38774">
                  <c:v>1</c:v>
                </c:pt>
                <c:pt idx="38775">
                  <c:v>1</c:v>
                </c:pt>
                <c:pt idx="38776">
                  <c:v>1</c:v>
                </c:pt>
                <c:pt idx="38777">
                  <c:v>1</c:v>
                </c:pt>
                <c:pt idx="38778">
                  <c:v>1</c:v>
                </c:pt>
                <c:pt idx="38779">
                  <c:v>1</c:v>
                </c:pt>
                <c:pt idx="38780">
                  <c:v>1</c:v>
                </c:pt>
                <c:pt idx="38781">
                  <c:v>1</c:v>
                </c:pt>
                <c:pt idx="38782">
                  <c:v>1</c:v>
                </c:pt>
                <c:pt idx="38783">
                  <c:v>1</c:v>
                </c:pt>
                <c:pt idx="38784">
                  <c:v>1</c:v>
                </c:pt>
                <c:pt idx="38785">
                  <c:v>1</c:v>
                </c:pt>
                <c:pt idx="38786">
                  <c:v>1</c:v>
                </c:pt>
                <c:pt idx="38787">
                  <c:v>1</c:v>
                </c:pt>
                <c:pt idx="38788">
                  <c:v>1</c:v>
                </c:pt>
                <c:pt idx="38789">
                  <c:v>1</c:v>
                </c:pt>
                <c:pt idx="38790">
                  <c:v>1</c:v>
                </c:pt>
                <c:pt idx="38791">
                  <c:v>1</c:v>
                </c:pt>
                <c:pt idx="38792">
                  <c:v>1</c:v>
                </c:pt>
                <c:pt idx="38793">
                  <c:v>1</c:v>
                </c:pt>
                <c:pt idx="38794">
                  <c:v>1</c:v>
                </c:pt>
                <c:pt idx="38795">
                  <c:v>1</c:v>
                </c:pt>
                <c:pt idx="38796">
                  <c:v>1</c:v>
                </c:pt>
                <c:pt idx="38797">
                  <c:v>1</c:v>
                </c:pt>
                <c:pt idx="38798">
                  <c:v>2</c:v>
                </c:pt>
                <c:pt idx="38799">
                  <c:v>1</c:v>
                </c:pt>
                <c:pt idx="38800">
                  <c:v>1</c:v>
                </c:pt>
                <c:pt idx="38801">
                  <c:v>3</c:v>
                </c:pt>
                <c:pt idx="38802">
                  <c:v>2</c:v>
                </c:pt>
                <c:pt idx="38803">
                  <c:v>2</c:v>
                </c:pt>
                <c:pt idx="38804">
                  <c:v>1</c:v>
                </c:pt>
                <c:pt idx="38805">
                  <c:v>2</c:v>
                </c:pt>
                <c:pt idx="38806">
                  <c:v>3</c:v>
                </c:pt>
                <c:pt idx="38807">
                  <c:v>3</c:v>
                </c:pt>
                <c:pt idx="38808">
                  <c:v>3</c:v>
                </c:pt>
                <c:pt idx="38809">
                  <c:v>3</c:v>
                </c:pt>
                <c:pt idx="38810">
                  <c:v>4</c:v>
                </c:pt>
                <c:pt idx="38811">
                  <c:v>4</c:v>
                </c:pt>
                <c:pt idx="38812">
                  <c:v>3</c:v>
                </c:pt>
                <c:pt idx="38813">
                  <c:v>3</c:v>
                </c:pt>
                <c:pt idx="38814">
                  <c:v>3</c:v>
                </c:pt>
                <c:pt idx="38815">
                  <c:v>2</c:v>
                </c:pt>
                <c:pt idx="38816">
                  <c:v>2</c:v>
                </c:pt>
                <c:pt idx="38817">
                  <c:v>3</c:v>
                </c:pt>
                <c:pt idx="38818">
                  <c:v>3</c:v>
                </c:pt>
                <c:pt idx="38819">
                  <c:v>3</c:v>
                </c:pt>
                <c:pt idx="38820">
                  <c:v>2</c:v>
                </c:pt>
                <c:pt idx="38821">
                  <c:v>3</c:v>
                </c:pt>
                <c:pt idx="38822">
                  <c:v>5</c:v>
                </c:pt>
                <c:pt idx="38823">
                  <c:v>5</c:v>
                </c:pt>
                <c:pt idx="38824">
                  <c:v>4</c:v>
                </c:pt>
                <c:pt idx="38825">
                  <c:v>3</c:v>
                </c:pt>
                <c:pt idx="38826">
                  <c:v>4</c:v>
                </c:pt>
                <c:pt idx="38827">
                  <c:v>4</c:v>
                </c:pt>
                <c:pt idx="38828">
                  <c:v>4</c:v>
                </c:pt>
                <c:pt idx="38829">
                  <c:v>4</c:v>
                </c:pt>
                <c:pt idx="38830">
                  <c:v>4</c:v>
                </c:pt>
                <c:pt idx="38831">
                  <c:v>3</c:v>
                </c:pt>
                <c:pt idx="38832">
                  <c:v>4</c:v>
                </c:pt>
                <c:pt idx="38833">
                  <c:v>6</c:v>
                </c:pt>
                <c:pt idx="38834">
                  <c:v>4</c:v>
                </c:pt>
                <c:pt idx="38835">
                  <c:v>4</c:v>
                </c:pt>
                <c:pt idx="38836">
                  <c:v>5</c:v>
                </c:pt>
                <c:pt idx="38837">
                  <c:v>3</c:v>
                </c:pt>
                <c:pt idx="38838">
                  <c:v>4</c:v>
                </c:pt>
                <c:pt idx="38839">
                  <c:v>2</c:v>
                </c:pt>
                <c:pt idx="38840">
                  <c:v>1</c:v>
                </c:pt>
                <c:pt idx="38841">
                  <c:v>3</c:v>
                </c:pt>
                <c:pt idx="38842">
                  <c:v>3</c:v>
                </c:pt>
                <c:pt idx="38843">
                  <c:v>1</c:v>
                </c:pt>
                <c:pt idx="38844">
                  <c:v>1</c:v>
                </c:pt>
                <c:pt idx="38845">
                  <c:v>1</c:v>
                </c:pt>
                <c:pt idx="38846">
                  <c:v>1</c:v>
                </c:pt>
                <c:pt idx="38847">
                  <c:v>1</c:v>
                </c:pt>
                <c:pt idx="38848">
                  <c:v>2</c:v>
                </c:pt>
                <c:pt idx="38849">
                  <c:v>2</c:v>
                </c:pt>
                <c:pt idx="38850">
                  <c:v>2</c:v>
                </c:pt>
                <c:pt idx="38851">
                  <c:v>2</c:v>
                </c:pt>
                <c:pt idx="38852">
                  <c:v>1</c:v>
                </c:pt>
                <c:pt idx="38853">
                  <c:v>1</c:v>
                </c:pt>
                <c:pt idx="38854">
                  <c:v>1</c:v>
                </c:pt>
                <c:pt idx="38855">
                  <c:v>2</c:v>
                </c:pt>
                <c:pt idx="38856">
                  <c:v>2</c:v>
                </c:pt>
                <c:pt idx="38857">
                  <c:v>2</c:v>
                </c:pt>
                <c:pt idx="38858">
                  <c:v>1</c:v>
                </c:pt>
                <c:pt idx="38859">
                  <c:v>1</c:v>
                </c:pt>
                <c:pt idx="38860">
                  <c:v>1</c:v>
                </c:pt>
                <c:pt idx="38861">
                  <c:v>2</c:v>
                </c:pt>
                <c:pt idx="38862">
                  <c:v>2</c:v>
                </c:pt>
                <c:pt idx="38863">
                  <c:v>2</c:v>
                </c:pt>
                <c:pt idx="38864">
                  <c:v>1</c:v>
                </c:pt>
                <c:pt idx="38865">
                  <c:v>1</c:v>
                </c:pt>
                <c:pt idx="38866">
                  <c:v>2</c:v>
                </c:pt>
                <c:pt idx="38867">
                  <c:v>1</c:v>
                </c:pt>
                <c:pt idx="38868">
                  <c:v>2</c:v>
                </c:pt>
                <c:pt idx="38869">
                  <c:v>1</c:v>
                </c:pt>
                <c:pt idx="38870">
                  <c:v>2</c:v>
                </c:pt>
                <c:pt idx="38871">
                  <c:v>2</c:v>
                </c:pt>
                <c:pt idx="38872">
                  <c:v>2</c:v>
                </c:pt>
                <c:pt idx="38873">
                  <c:v>2</c:v>
                </c:pt>
                <c:pt idx="38874">
                  <c:v>2</c:v>
                </c:pt>
                <c:pt idx="38875">
                  <c:v>2</c:v>
                </c:pt>
                <c:pt idx="38876">
                  <c:v>2</c:v>
                </c:pt>
                <c:pt idx="38877">
                  <c:v>2</c:v>
                </c:pt>
                <c:pt idx="38878">
                  <c:v>2</c:v>
                </c:pt>
                <c:pt idx="38879">
                  <c:v>2</c:v>
                </c:pt>
                <c:pt idx="38880">
                  <c:v>2</c:v>
                </c:pt>
                <c:pt idx="38881">
                  <c:v>3</c:v>
                </c:pt>
                <c:pt idx="38882">
                  <c:v>4</c:v>
                </c:pt>
                <c:pt idx="38883">
                  <c:v>4</c:v>
                </c:pt>
                <c:pt idx="38884">
                  <c:v>2</c:v>
                </c:pt>
                <c:pt idx="38885">
                  <c:v>3</c:v>
                </c:pt>
                <c:pt idx="38886">
                  <c:v>2</c:v>
                </c:pt>
                <c:pt idx="38887">
                  <c:v>2</c:v>
                </c:pt>
                <c:pt idx="38888">
                  <c:v>2</c:v>
                </c:pt>
                <c:pt idx="38889">
                  <c:v>2</c:v>
                </c:pt>
                <c:pt idx="38890">
                  <c:v>3</c:v>
                </c:pt>
                <c:pt idx="38891">
                  <c:v>4</c:v>
                </c:pt>
                <c:pt idx="38892">
                  <c:v>2</c:v>
                </c:pt>
                <c:pt idx="38893">
                  <c:v>2</c:v>
                </c:pt>
                <c:pt idx="38894">
                  <c:v>1</c:v>
                </c:pt>
                <c:pt idx="38895">
                  <c:v>2</c:v>
                </c:pt>
                <c:pt idx="38896">
                  <c:v>2</c:v>
                </c:pt>
                <c:pt idx="38897">
                  <c:v>1</c:v>
                </c:pt>
                <c:pt idx="38898">
                  <c:v>1</c:v>
                </c:pt>
                <c:pt idx="38899">
                  <c:v>2</c:v>
                </c:pt>
                <c:pt idx="38900">
                  <c:v>1</c:v>
                </c:pt>
                <c:pt idx="38901">
                  <c:v>2</c:v>
                </c:pt>
                <c:pt idx="38902">
                  <c:v>2</c:v>
                </c:pt>
                <c:pt idx="38903">
                  <c:v>1</c:v>
                </c:pt>
                <c:pt idx="38904">
                  <c:v>1</c:v>
                </c:pt>
                <c:pt idx="38905">
                  <c:v>1</c:v>
                </c:pt>
                <c:pt idx="38906">
                  <c:v>1</c:v>
                </c:pt>
                <c:pt idx="38907">
                  <c:v>1</c:v>
                </c:pt>
                <c:pt idx="38908">
                  <c:v>2</c:v>
                </c:pt>
                <c:pt idx="38909">
                  <c:v>1</c:v>
                </c:pt>
                <c:pt idx="38910">
                  <c:v>2</c:v>
                </c:pt>
                <c:pt idx="38911">
                  <c:v>1</c:v>
                </c:pt>
                <c:pt idx="38912">
                  <c:v>1</c:v>
                </c:pt>
                <c:pt idx="38913">
                  <c:v>1</c:v>
                </c:pt>
                <c:pt idx="38914">
                  <c:v>2</c:v>
                </c:pt>
                <c:pt idx="38915">
                  <c:v>1</c:v>
                </c:pt>
                <c:pt idx="38916">
                  <c:v>1</c:v>
                </c:pt>
                <c:pt idx="38917">
                  <c:v>2</c:v>
                </c:pt>
                <c:pt idx="38918">
                  <c:v>2</c:v>
                </c:pt>
                <c:pt idx="38919">
                  <c:v>2</c:v>
                </c:pt>
                <c:pt idx="38920">
                  <c:v>2</c:v>
                </c:pt>
                <c:pt idx="38921">
                  <c:v>2</c:v>
                </c:pt>
                <c:pt idx="38922">
                  <c:v>2</c:v>
                </c:pt>
                <c:pt idx="38923">
                  <c:v>3</c:v>
                </c:pt>
                <c:pt idx="38924">
                  <c:v>2</c:v>
                </c:pt>
                <c:pt idx="38925">
                  <c:v>1</c:v>
                </c:pt>
                <c:pt idx="38926">
                  <c:v>2</c:v>
                </c:pt>
                <c:pt idx="38927">
                  <c:v>2</c:v>
                </c:pt>
                <c:pt idx="38928">
                  <c:v>1</c:v>
                </c:pt>
                <c:pt idx="38929">
                  <c:v>1</c:v>
                </c:pt>
                <c:pt idx="38930">
                  <c:v>1</c:v>
                </c:pt>
                <c:pt idx="38931">
                  <c:v>2</c:v>
                </c:pt>
                <c:pt idx="38932">
                  <c:v>2</c:v>
                </c:pt>
                <c:pt idx="38933">
                  <c:v>1</c:v>
                </c:pt>
                <c:pt idx="38934">
                  <c:v>3</c:v>
                </c:pt>
                <c:pt idx="38935">
                  <c:v>2</c:v>
                </c:pt>
                <c:pt idx="38936">
                  <c:v>2</c:v>
                </c:pt>
                <c:pt idx="38937">
                  <c:v>2</c:v>
                </c:pt>
                <c:pt idx="38938">
                  <c:v>4</c:v>
                </c:pt>
                <c:pt idx="38939">
                  <c:v>4</c:v>
                </c:pt>
                <c:pt idx="38940">
                  <c:v>2</c:v>
                </c:pt>
                <c:pt idx="38941">
                  <c:v>2</c:v>
                </c:pt>
                <c:pt idx="38942">
                  <c:v>2</c:v>
                </c:pt>
                <c:pt idx="38943">
                  <c:v>2</c:v>
                </c:pt>
                <c:pt idx="38944">
                  <c:v>3</c:v>
                </c:pt>
                <c:pt idx="38945">
                  <c:v>2</c:v>
                </c:pt>
                <c:pt idx="38946">
                  <c:v>2</c:v>
                </c:pt>
                <c:pt idx="38947">
                  <c:v>2</c:v>
                </c:pt>
                <c:pt idx="38948">
                  <c:v>2</c:v>
                </c:pt>
                <c:pt idx="38949">
                  <c:v>2</c:v>
                </c:pt>
                <c:pt idx="38950">
                  <c:v>3</c:v>
                </c:pt>
                <c:pt idx="38951">
                  <c:v>3</c:v>
                </c:pt>
                <c:pt idx="38952">
                  <c:v>6</c:v>
                </c:pt>
                <c:pt idx="38953">
                  <c:v>4</c:v>
                </c:pt>
                <c:pt idx="38954">
                  <c:v>2</c:v>
                </c:pt>
                <c:pt idx="38955">
                  <c:v>3</c:v>
                </c:pt>
                <c:pt idx="38956">
                  <c:v>2</c:v>
                </c:pt>
                <c:pt idx="38957">
                  <c:v>3</c:v>
                </c:pt>
                <c:pt idx="38958">
                  <c:v>3</c:v>
                </c:pt>
                <c:pt idx="38959">
                  <c:v>4</c:v>
                </c:pt>
                <c:pt idx="38960">
                  <c:v>3</c:v>
                </c:pt>
                <c:pt idx="38961">
                  <c:v>5</c:v>
                </c:pt>
                <c:pt idx="38962">
                  <c:v>2</c:v>
                </c:pt>
                <c:pt idx="38963">
                  <c:v>1</c:v>
                </c:pt>
                <c:pt idx="38964">
                  <c:v>1</c:v>
                </c:pt>
                <c:pt idx="38965">
                  <c:v>2</c:v>
                </c:pt>
                <c:pt idx="38966">
                  <c:v>2</c:v>
                </c:pt>
                <c:pt idx="38967">
                  <c:v>2</c:v>
                </c:pt>
                <c:pt idx="38968">
                  <c:v>4</c:v>
                </c:pt>
                <c:pt idx="38969">
                  <c:v>2</c:v>
                </c:pt>
                <c:pt idx="38970">
                  <c:v>5</c:v>
                </c:pt>
                <c:pt idx="38971">
                  <c:v>1</c:v>
                </c:pt>
                <c:pt idx="38972">
                  <c:v>12</c:v>
                </c:pt>
                <c:pt idx="38973">
                  <c:v>1</c:v>
                </c:pt>
                <c:pt idx="38974">
                  <c:v>5</c:v>
                </c:pt>
                <c:pt idx="38975">
                  <c:v>1</c:v>
                </c:pt>
                <c:pt idx="38976">
                  <c:v>2</c:v>
                </c:pt>
                <c:pt idx="38977">
                  <c:v>8</c:v>
                </c:pt>
                <c:pt idx="38978">
                  <c:v>3</c:v>
                </c:pt>
                <c:pt idx="38979">
                  <c:v>1</c:v>
                </c:pt>
                <c:pt idx="38980">
                  <c:v>3</c:v>
                </c:pt>
                <c:pt idx="38981">
                  <c:v>3</c:v>
                </c:pt>
                <c:pt idx="38982">
                  <c:v>3</c:v>
                </c:pt>
                <c:pt idx="38983">
                  <c:v>3</c:v>
                </c:pt>
                <c:pt idx="38984">
                  <c:v>-2</c:v>
                </c:pt>
                <c:pt idx="38985">
                  <c:v>2</c:v>
                </c:pt>
                <c:pt idx="38986">
                  <c:v>2</c:v>
                </c:pt>
                <c:pt idx="38987">
                  <c:v>2</c:v>
                </c:pt>
                <c:pt idx="38988">
                  <c:v>2</c:v>
                </c:pt>
                <c:pt idx="38989">
                  <c:v>2</c:v>
                </c:pt>
                <c:pt idx="38990">
                  <c:v>2</c:v>
                </c:pt>
                <c:pt idx="38991">
                  <c:v>2</c:v>
                </c:pt>
                <c:pt idx="38992">
                  <c:v>2</c:v>
                </c:pt>
                <c:pt idx="38993">
                  <c:v>2</c:v>
                </c:pt>
                <c:pt idx="38994">
                  <c:v>3</c:v>
                </c:pt>
                <c:pt idx="38995">
                  <c:v>2</c:v>
                </c:pt>
                <c:pt idx="38996">
                  <c:v>2</c:v>
                </c:pt>
                <c:pt idx="38997">
                  <c:v>2</c:v>
                </c:pt>
                <c:pt idx="38998">
                  <c:v>2</c:v>
                </c:pt>
                <c:pt idx="38999">
                  <c:v>2</c:v>
                </c:pt>
                <c:pt idx="39000">
                  <c:v>2</c:v>
                </c:pt>
                <c:pt idx="39001">
                  <c:v>2</c:v>
                </c:pt>
                <c:pt idx="39002">
                  <c:v>4</c:v>
                </c:pt>
                <c:pt idx="39003">
                  <c:v>4</c:v>
                </c:pt>
                <c:pt idx="39004">
                  <c:v>1</c:v>
                </c:pt>
                <c:pt idx="39005">
                  <c:v>3</c:v>
                </c:pt>
                <c:pt idx="39006">
                  <c:v>2</c:v>
                </c:pt>
                <c:pt idx="39007">
                  <c:v>-2</c:v>
                </c:pt>
                <c:pt idx="39008">
                  <c:v>1</c:v>
                </c:pt>
                <c:pt idx="39009">
                  <c:v>2</c:v>
                </c:pt>
                <c:pt idx="39010">
                  <c:v>2</c:v>
                </c:pt>
                <c:pt idx="39011">
                  <c:v>2</c:v>
                </c:pt>
                <c:pt idx="39012">
                  <c:v>2</c:v>
                </c:pt>
                <c:pt idx="39013">
                  <c:v>1</c:v>
                </c:pt>
                <c:pt idx="39014">
                  <c:v>1</c:v>
                </c:pt>
                <c:pt idx="39015">
                  <c:v>5</c:v>
                </c:pt>
                <c:pt idx="39016">
                  <c:v>3</c:v>
                </c:pt>
                <c:pt idx="39017">
                  <c:v>4</c:v>
                </c:pt>
                <c:pt idx="39018">
                  <c:v>1</c:v>
                </c:pt>
                <c:pt idx="39019">
                  <c:v>2</c:v>
                </c:pt>
                <c:pt idx="39020">
                  <c:v>4</c:v>
                </c:pt>
                <c:pt idx="39021">
                  <c:v>4</c:v>
                </c:pt>
                <c:pt idx="39022">
                  <c:v>2</c:v>
                </c:pt>
                <c:pt idx="39023">
                  <c:v>2</c:v>
                </c:pt>
                <c:pt idx="39024">
                  <c:v>3</c:v>
                </c:pt>
                <c:pt idx="39025">
                  <c:v>3</c:v>
                </c:pt>
                <c:pt idx="39026">
                  <c:v>2</c:v>
                </c:pt>
                <c:pt idx="39027">
                  <c:v>2</c:v>
                </c:pt>
                <c:pt idx="39028">
                  <c:v>4</c:v>
                </c:pt>
                <c:pt idx="39029">
                  <c:v>3</c:v>
                </c:pt>
                <c:pt idx="39030">
                  <c:v>3</c:v>
                </c:pt>
                <c:pt idx="39031">
                  <c:v>2</c:v>
                </c:pt>
                <c:pt idx="39032">
                  <c:v>2</c:v>
                </c:pt>
                <c:pt idx="39033">
                  <c:v>3</c:v>
                </c:pt>
                <c:pt idx="39034">
                  <c:v>1</c:v>
                </c:pt>
                <c:pt idx="39035">
                  <c:v>17</c:v>
                </c:pt>
                <c:pt idx="39036">
                  <c:v>2</c:v>
                </c:pt>
                <c:pt idx="39037">
                  <c:v>2</c:v>
                </c:pt>
                <c:pt idx="39038">
                  <c:v>2</c:v>
                </c:pt>
                <c:pt idx="39039">
                  <c:v>5</c:v>
                </c:pt>
                <c:pt idx="39040">
                  <c:v>3</c:v>
                </c:pt>
                <c:pt idx="39041">
                  <c:v>7</c:v>
                </c:pt>
                <c:pt idx="39042">
                  <c:v>6</c:v>
                </c:pt>
                <c:pt idx="39043">
                  <c:v>6</c:v>
                </c:pt>
                <c:pt idx="39044">
                  <c:v>3</c:v>
                </c:pt>
                <c:pt idx="39045">
                  <c:v>5</c:v>
                </c:pt>
                <c:pt idx="39046">
                  <c:v>2</c:v>
                </c:pt>
                <c:pt idx="39047">
                  <c:v>3</c:v>
                </c:pt>
                <c:pt idx="39048">
                  <c:v>6</c:v>
                </c:pt>
                <c:pt idx="39049">
                  <c:v>2</c:v>
                </c:pt>
                <c:pt idx="39050">
                  <c:v>6</c:v>
                </c:pt>
                <c:pt idx="39051">
                  <c:v>5</c:v>
                </c:pt>
                <c:pt idx="39052">
                  <c:v>9</c:v>
                </c:pt>
                <c:pt idx="39053">
                  <c:v>3</c:v>
                </c:pt>
                <c:pt idx="39054">
                  <c:v>3</c:v>
                </c:pt>
                <c:pt idx="39055">
                  <c:v>4</c:v>
                </c:pt>
                <c:pt idx="39056">
                  <c:v>2</c:v>
                </c:pt>
                <c:pt idx="39057">
                  <c:v>2</c:v>
                </c:pt>
                <c:pt idx="39058">
                  <c:v>4</c:v>
                </c:pt>
                <c:pt idx="39059">
                  <c:v>3</c:v>
                </c:pt>
                <c:pt idx="39060">
                  <c:v>3</c:v>
                </c:pt>
                <c:pt idx="39061">
                  <c:v>2</c:v>
                </c:pt>
                <c:pt idx="39062">
                  <c:v>1</c:v>
                </c:pt>
                <c:pt idx="39063">
                  <c:v>3</c:v>
                </c:pt>
                <c:pt idx="39064">
                  <c:v>2</c:v>
                </c:pt>
                <c:pt idx="39065">
                  <c:v>3</c:v>
                </c:pt>
                <c:pt idx="39066">
                  <c:v>2</c:v>
                </c:pt>
                <c:pt idx="39067">
                  <c:v>2</c:v>
                </c:pt>
                <c:pt idx="39068">
                  <c:v>1</c:v>
                </c:pt>
                <c:pt idx="39069">
                  <c:v>1</c:v>
                </c:pt>
                <c:pt idx="39070">
                  <c:v>1</c:v>
                </c:pt>
                <c:pt idx="39071">
                  <c:v>1</c:v>
                </c:pt>
                <c:pt idx="39072">
                  <c:v>1</c:v>
                </c:pt>
                <c:pt idx="39073">
                  <c:v>1</c:v>
                </c:pt>
                <c:pt idx="39074">
                  <c:v>1</c:v>
                </c:pt>
                <c:pt idx="39075">
                  <c:v>1</c:v>
                </c:pt>
                <c:pt idx="39076">
                  <c:v>2</c:v>
                </c:pt>
                <c:pt idx="39077">
                  <c:v>3</c:v>
                </c:pt>
                <c:pt idx="39078">
                  <c:v>1</c:v>
                </c:pt>
                <c:pt idx="39079">
                  <c:v>2</c:v>
                </c:pt>
                <c:pt idx="39080">
                  <c:v>2</c:v>
                </c:pt>
                <c:pt idx="39081">
                  <c:v>3</c:v>
                </c:pt>
                <c:pt idx="39082">
                  <c:v>1</c:v>
                </c:pt>
                <c:pt idx="39083">
                  <c:v>2</c:v>
                </c:pt>
                <c:pt idx="39084">
                  <c:v>1</c:v>
                </c:pt>
                <c:pt idx="39085">
                  <c:v>2</c:v>
                </c:pt>
                <c:pt idx="39086">
                  <c:v>2</c:v>
                </c:pt>
                <c:pt idx="39087">
                  <c:v>2</c:v>
                </c:pt>
                <c:pt idx="39088">
                  <c:v>1</c:v>
                </c:pt>
                <c:pt idx="39089">
                  <c:v>1</c:v>
                </c:pt>
                <c:pt idx="39090">
                  <c:v>1</c:v>
                </c:pt>
                <c:pt idx="39091">
                  <c:v>1</c:v>
                </c:pt>
                <c:pt idx="39092">
                  <c:v>1</c:v>
                </c:pt>
                <c:pt idx="39093">
                  <c:v>1</c:v>
                </c:pt>
                <c:pt idx="39094">
                  <c:v>1</c:v>
                </c:pt>
                <c:pt idx="39095">
                  <c:v>1</c:v>
                </c:pt>
                <c:pt idx="39096">
                  <c:v>1</c:v>
                </c:pt>
                <c:pt idx="39097">
                  <c:v>1</c:v>
                </c:pt>
                <c:pt idx="39098">
                  <c:v>1</c:v>
                </c:pt>
                <c:pt idx="39099">
                  <c:v>5</c:v>
                </c:pt>
                <c:pt idx="39100">
                  <c:v>1</c:v>
                </c:pt>
                <c:pt idx="39101">
                  <c:v>2</c:v>
                </c:pt>
                <c:pt idx="39102">
                  <c:v>-1</c:v>
                </c:pt>
                <c:pt idx="39103">
                  <c:v>2</c:v>
                </c:pt>
                <c:pt idx="39104">
                  <c:v>3</c:v>
                </c:pt>
                <c:pt idx="39105">
                  <c:v>5</c:v>
                </c:pt>
                <c:pt idx="39106">
                  <c:v>2</c:v>
                </c:pt>
                <c:pt idx="39107">
                  <c:v>2</c:v>
                </c:pt>
                <c:pt idx="39108">
                  <c:v>3</c:v>
                </c:pt>
                <c:pt idx="39109">
                  <c:v>1</c:v>
                </c:pt>
                <c:pt idx="39110">
                  <c:v>4</c:v>
                </c:pt>
                <c:pt idx="39111">
                  <c:v>1</c:v>
                </c:pt>
                <c:pt idx="39112">
                  <c:v>1</c:v>
                </c:pt>
                <c:pt idx="39113">
                  <c:v>1</c:v>
                </c:pt>
                <c:pt idx="39114">
                  <c:v>1</c:v>
                </c:pt>
                <c:pt idx="39115">
                  <c:v>1</c:v>
                </c:pt>
                <c:pt idx="39116">
                  <c:v>1</c:v>
                </c:pt>
                <c:pt idx="39117">
                  <c:v>1</c:v>
                </c:pt>
                <c:pt idx="39118">
                  <c:v>1</c:v>
                </c:pt>
                <c:pt idx="39119">
                  <c:v>1</c:v>
                </c:pt>
                <c:pt idx="39120">
                  <c:v>2</c:v>
                </c:pt>
                <c:pt idx="39121">
                  <c:v>2</c:v>
                </c:pt>
                <c:pt idx="39122">
                  <c:v>2</c:v>
                </c:pt>
                <c:pt idx="39123">
                  <c:v>4</c:v>
                </c:pt>
                <c:pt idx="39124">
                  <c:v>2</c:v>
                </c:pt>
                <c:pt idx="39125">
                  <c:v>2</c:v>
                </c:pt>
                <c:pt idx="39126">
                  <c:v>2</c:v>
                </c:pt>
                <c:pt idx="39127">
                  <c:v>2</c:v>
                </c:pt>
                <c:pt idx="39128">
                  <c:v>2</c:v>
                </c:pt>
                <c:pt idx="39129">
                  <c:v>2</c:v>
                </c:pt>
                <c:pt idx="39130">
                  <c:v>2</c:v>
                </c:pt>
                <c:pt idx="39131">
                  <c:v>3</c:v>
                </c:pt>
                <c:pt idx="39132">
                  <c:v>2</c:v>
                </c:pt>
                <c:pt idx="39133">
                  <c:v>2</c:v>
                </c:pt>
                <c:pt idx="39134">
                  <c:v>2</c:v>
                </c:pt>
                <c:pt idx="39135">
                  <c:v>2</c:v>
                </c:pt>
                <c:pt idx="39136">
                  <c:v>2</c:v>
                </c:pt>
                <c:pt idx="39137">
                  <c:v>2</c:v>
                </c:pt>
                <c:pt idx="39138">
                  <c:v>3</c:v>
                </c:pt>
                <c:pt idx="39139">
                  <c:v>3</c:v>
                </c:pt>
                <c:pt idx="39140">
                  <c:v>3</c:v>
                </c:pt>
                <c:pt idx="39141">
                  <c:v>3</c:v>
                </c:pt>
                <c:pt idx="39142">
                  <c:v>3</c:v>
                </c:pt>
                <c:pt idx="39143">
                  <c:v>2</c:v>
                </c:pt>
                <c:pt idx="39144">
                  <c:v>1</c:v>
                </c:pt>
                <c:pt idx="39145">
                  <c:v>1</c:v>
                </c:pt>
                <c:pt idx="39146">
                  <c:v>1</c:v>
                </c:pt>
                <c:pt idx="39147">
                  <c:v>1</c:v>
                </c:pt>
                <c:pt idx="39148">
                  <c:v>6</c:v>
                </c:pt>
                <c:pt idx="39149">
                  <c:v>7</c:v>
                </c:pt>
                <c:pt idx="39150">
                  <c:v>1</c:v>
                </c:pt>
                <c:pt idx="39151">
                  <c:v>1</c:v>
                </c:pt>
                <c:pt idx="39152">
                  <c:v>1</c:v>
                </c:pt>
                <c:pt idx="39153">
                  <c:v>2</c:v>
                </c:pt>
                <c:pt idx="39154">
                  <c:v>1</c:v>
                </c:pt>
                <c:pt idx="39155">
                  <c:v>2</c:v>
                </c:pt>
                <c:pt idx="39156">
                  <c:v>2</c:v>
                </c:pt>
                <c:pt idx="39157">
                  <c:v>2</c:v>
                </c:pt>
                <c:pt idx="39158">
                  <c:v>2</c:v>
                </c:pt>
                <c:pt idx="39159">
                  <c:v>2</c:v>
                </c:pt>
                <c:pt idx="39160">
                  <c:v>2</c:v>
                </c:pt>
                <c:pt idx="39161">
                  <c:v>1</c:v>
                </c:pt>
                <c:pt idx="39162">
                  <c:v>2</c:v>
                </c:pt>
                <c:pt idx="39163">
                  <c:v>1</c:v>
                </c:pt>
                <c:pt idx="39164">
                  <c:v>3</c:v>
                </c:pt>
                <c:pt idx="39165">
                  <c:v>2</c:v>
                </c:pt>
                <c:pt idx="39166">
                  <c:v>2</c:v>
                </c:pt>
                <c:pt idx="39167">
                  <c:v>1</c:v>
                </c:pt>
                <c:pt idx="39168">
                  <c:v>1</c:v>
                </c:pt>
                <c:pt idx="39169">
                  <c:v>0</c:v>
                </c:pt>
                <c:pt idx="39170">
                  <c:v>2</c:v>
                </c:pt>
                <c:pt idx="39171">
                  <c:v>1</c:v>
                </c:pt>
                <c:pt idx="39172">
                  <c:v>3</c:v>
                </c:pt>
                <c:pt idx="39173">
                  <c:v>1</c:v>
                </c:pt>
                <c:pt idx="39174">
                  <c:v>2</c:v>
                </c:pt>
                <c:pt idx="39175">
                  <c:v>2</c:v>
                </c:pt>
                <c:pt idx="39176">
                  <c:v>2</c:v>
                </c:pt>
                <c:pt idx="39177">
                  <c:v>1</c:v>
                </c:pt>
                <c:pt idx="39178">
                  <c:v>2</c:v>
                </c:pt>
                <c:pt idx="39179">
                  <c:v>2</c:v>
                </c:pt>
                <c:pt idx="39180">
                  <c:v>2</c:v>
                </c:pt>
                <c:pt idx="39181">
                  <c:v>2</c:v>
                </c:pt>
                <c:pt idx="39182">
                  <c:v>3</c:v>
                </c:pt>
                <c:pt idx="39183">
                  <c:v>2</c:v>
                </c:pt>
                <c:pt idx="39184">
                  <c:v>2</c:v>
                </c:pt>
                <c:pt idx="39185">
                  <c:v>2</c:v>
                </c:pt>
                <c:pt idx="39186">
                  <c:v>3</c:v>
                </c:pt>
                <c:pt idx="39187">
                  <c:v>2</c:v>
                </c:pt>
                <c:pt idx="39188">
                  <c:v>2</c:v>
                </c:pt>
                <c:pt idx="39189">
                  <c:v>3</c:v>
                </c:pt>
                <c:pt idx="39190">
                  <c:v>2</c:v>
                </c:pt>
                <c:pt idx="39191">
                  <c:v>2</c:v>
                </c:pt>
                <c:pt idx="39192">
                  <c:v>2</c:v>
                </c:pt>
                <c:pt idx="39193">
                  <c:v>2</c:v>
                </c:pt>
                <c:pt idx="39194">
                  <c:v>2</c:v>
                </c:pt>
                <c:pt idx="39195">
                  <c:v>2</c:v>
                </c:pt>
                <c:pt idx="39196">
                  <c:v>2</c:v>
                </c:pt>
                <c:pt idx="39197">
                  <c:v>2</c:v>
                </c:pt>
                <c:pt idx="39198">
                  <c:v>3</c:v>
                </c:pt>
                <c:pt idx="39199">
                  <c:v>2</c:v>
                </c:pt>
                <c:pt idx="39200">
                  <c:v>2</c:v>
                </c:pt>
                <c:pt idx="39201">
                  <c:v>3</c:v>
                </c:pt>
                <c:pt idx="39202">
                  <c:v>2</c:v>
                </c:pt>
                <c:pt idx="39203">
                  <c:v>2</c:v>
                </c:pt>
                <c:pt idx="39204">
                  <c:v>3</c:v>
                </c:pt>
                <c:pt idx="39205">
                  <c:v>2</c:v>
                </c:pt>
                <c:pt idx="39206">
                  <c:v>2</c:v>
                </c:pt>
                <c:pt idx="39207">
                  <c:v>2</c:v>
                </c:pt>
                <c:pt idx="39208">
                  <c:v>2</c:v>
                </c:pt>
                <c:pt idx="39209">
                  <c:v>2</c:v>
                </c:pt>
                <c:pt idx="39210">
                  <c:v>2</c:v>
                </c:pt>
                <c:pt idx="39211">
                  <c:v>3</c:v>
                </c:pt>
                <c:pt idx="39212">
                  <c:v>2</c:v>
                </c:pt>
                <c:pt idx="39213">
                  <c:v>2</c:v>
                </c:pt>
                <c:pt idx="39214">
                  <c:v>3</c:v>
                </c:pt>
                <c:pt idx="39215">
                  <c:v>2</c:v>
                </c:pt>
                <c:pt idx="39216">
                  <c:v>2</c:v>
                </c:pt>
                <c:pt idx="39217">
                  <c:v>1</c:v>
                </c:pt>
                <c:pt idx="39218">
                  <c:v>3</c:v>
                </c:pt>
                <c:pt idx="39219">
                  <c:v>3</c:v>
                </c:pt>
                <c:pt idx="39220">
                  <c:v>2</c:v>
                </c:pt>
                <c:pt idx="39221">
                  <c:v>1</c:v>
                </c:pt>
                <c:pt idx="39222">
                  <c:v>2</c:v>
                </c:pt>
                <c:pt idx="39223">
                  <c:v>1</c:v>
                </c:pt>
                <c:pt idx="39224">
                  <c:v>1</c:v>
                </c:pt>
                <c:pt idx="39225">
                  <c:v>2</c:v>
                </c:pt>
                <c:pt idx="39226">
                  <c:v>1</c:v>
                </c:pt>
                <c:pt idx="39227">
                  <c:v>1</c:v>
                </c:pt>
                <c:pt idx="39228">
                  <c:v>1</c:v>
                </c:pt>
                <c:pt idx="39229">
                  <c:v>1</c:v>
                </c:pt>
                <c:pt idx="39230">
                  <c:v>2</c:v>
                </c:pt>
                <c:pt idx="39231">
                  <c:v>1</c:v>
                </c:pt>
                <c:pt idx="39232">
                  <c:v>2</c:v>
                </c:pt>
                <c:pt idx="39233">
                  <c:v>1</c:v>
                </c:pt>
                <c:pt idx="39234">
                  <c:v>1</c:v>
                </c:pt>
                <c:pt idx="39235">
                  <c:v>1</c:v>
                </c:pt>
                <c:pt idx="39236">
                  <c:v>1</c:v>
                </c:pt>
                <c:pt idx="39237">
                  <c:v>1</c:v>
                </c:pt>
                <c:pt idx="39238">
                  <c:v>2</c:v>
                </c:pt>
                <c:pt idx="39239">
                  <c:v>2</c:v>
                </c:pt>
                <c:pt idx="39240">
                  <c:v>1</c:v>
                </c:pt>
                <c:pt idx="39241">
                  <c:v>2</c:v>
                </c:pt>
                <c:pt idx="39242">
                  <c:v>2</c:v>
                </c:pt>
                <c:pt idx="39243">
                  <c:v>4</c:v>
                </c:pt>
                <c:pt idx="39244">
                  <c:v>2</c:v>
                </c:pt>
                <c:pt idx="39245">
                  <c:v>3</c:v>
                </c:pt>
                <c:pt idx="39246">
                  <c:v>2</c:v>
                </c:pt>
                <c:pt idx="39247">
                  <c:v>1</c:v>
                </c:pt>
                <c:pt idx="39248">
                  <c:v>2</c:v>
                </c:pt>
                <c:pt idx="39249">
                  <c:v>1</c:v>
                </c:pt>
                <c:pt idx="39250">
                  <c:v>2</c:v>
                </c:pt>
                <c:pt idx="39251">
                  <c:v>1</c:v>
                </c:pt>
                <c:pt idx="39252">
                  <c:v>2</c:v>
                </c:pt>
                <c:pt idx="39253">
                  <c:v>3</c:v>
                </c:pt>
                <c:pt idx="39254">
                  <c:v>3</c:v>
                </c:pt>
                <c:pt idx="39255">
                  <c:v>4</c:v>
                </c:pt>
                <c:pt idx="39256">
                  <c:v>4</c:v>
                </c:pt>
                <c:pt idx="39257">
                  <c:v>1</c:v>
                </c:pt>
                <c:pt idx="39258">
                  <c:v>3</c:v>
                </c:pt>
                <c:pt idx="39259">
                  <c:v>2</c:v>
                </c:pt>
                <c:pt idx="39260">
                  <c:v>4</c:v>
                </c:pt>
                <c:pt idx="39261">
                  <c:v>3</c:v>
                </c:pt>
                <c:pt idx="39262">
                  <c:v>1</c:v>
                </c:pt>
                <c:pt idx="39263">
                  <c:v>3</c:v>
                </c:pt>
                <c:pt idx="39264">
                  <c:v>1</c:v>
                </c:pt>
                <c:pt idx="39265">
                  <c:v>4</c:v>
                </c:pt>
                <c:pt idx="39266">
                  <c:v>4</c:v>
                </c:pt>
                <c:pt idx="39267">
                  <c:v>4</c:v>
                </c:pt>
                <c:pt idx="39268">
                  <c:v>4</c:v>
                </c:pt>
                <c:pt idx="39269">
                  <c:v>6</c:v>
                </c:pt>
                <c:pt idx="39270">
                  <c:v>2</c:v>
                </c:pt>
                <c:pt idx="39271">
                  <c:v>1</c:v>
                </c:pt>
                <c:pt idx="39272">
                  <c:v>1</c:v>
                </c:pt>
                <c:pt idx="39273">
                  <c:v>1</c:v>
                </c:pt>
                <c:pt idx="39274">
                  <c:v>5</c:v>
                </c:pt>
                <c:pt idx="39275">
                  <c:v>3</c:v>
                </c:pt>
                <c:pt idx="39276">
                  <c:v>-1</c:v>
                </c:pt>
                <c:pt idx="39277">
                  <c:v>3</c:v>
                </c:pt>
                <c:pt idx="39278">
                  <c:v>6</c:v>
                </c:pt>
                <c:pt idx="39279">
                  <c:v>6</c:v>
                </c:pt>
                <c:pt idx="39280">
                  <c:v>3</c:v>
                </c:pt>
                <c:pt idx="39281">
                  <c:v>8</c:v>
                </c:pt>
                <c:pt idx="39282">
                  <c:v>4</c:v>
                </c:pt>
                <c:pt idx="39283">
                  <c:v>4</c:v>
                </c:pt>
                <c:pt idx="39284">
                  <c:v>2</c:v>
                </c:pt>
                <c:pt idx="39285">
                  <c:v>1</c:v>
                </c:pt>
                <c:pt idx="39286">
                  <c:v>3</c:v>
                </c:pt>
                <c:pt idx="39287">
                  <c:v>3</c:v>
                </c:pt>
                <c:pt idx="39288">
                  <c:v>3</c:v>
                </c:pt>
                <c:pt idx="39289">
                  <c:v>1</c:v>
                </c:pt>
                <c:pt idx="39290">
                  <c:v>4</c:v>
                </c:pt>
                <c:pt idx="39291">
                  <c:v>3</c:v>
                </c:pt>
                <c:pt idx="39292">
                  <c:v>3</c:v>
                </c:pt>
                <c:pt idx="39293">
                  <c:v>3</c:v>
                </c:pt>
                <c:pt idx="39294">
                  <c:v>2</c:v>
                </c:pt>
                <c:pt idx="39295">
                  <c:v>3</c:v>
                </c:pt>
                <c:pt idx="39296">
                  <c:v>2</c:v>
                </c:pt>
                <c:pt idx="39297">
                  <c:v>4</c:v>
                </c:pt>
                <c:pt idx="39298">
                  <c:v>2</c:v>
                </c:pt>
                <c:pt idx="39299">
                  <c:v>2</c:v>
                </c:pt>
                <c:pt idx="39300">
                  <c:v>3</c:v>
                </c:pt>
                <c:pt idx="39301">
                  <c:v>3</c:v>
                </c:pt>
                <c:pt idx="39302">
                  <c:v>5</c:v>
                </c:pt>
                <c:pt idx="39303">
                  <c:v>1</c:v>
                </c:pt>
                <c:pt idx="39304">
                  <c:v>2</c:v>
                </c:pt>
                <c:pt idx="39305">
                  <c:v>1</c:v>
                </c:pt>
                <c:pt idx="39306">
                  <c:v>1</c:v>
                </c:pt>
                <c:pt idx="39307">
                  <c:v>1</c:v>
                </c:pt>
                <c:pt idx="39308">
                  <c:v>2</c:v>
                </c:pt>
                <c:pt idx="39309">
                  <c:v>2</c:v>
                </c:pt>
                <c:pt idx="39310">
                  <c:v>1</c:v>
                </c:pt>
                <c:pt idx="39311">
                  <c:v>2</c:v>
                </c:pt>
                <c:pt idx="39312">
                  <c:v>2</c:v>
                </c:pt>
                <c:pt idx="39313">
                  <c:v>1</c:v>
                </c:pt>
                <c:pt idx="39314">
                  <c:v>1</c:v>
                </c:pt>
                <c:pt idx="39315">
                  <c:v>1</c:v>
                </c:pt>
                <c:pt idx="39316">
                  <c:v>2</c:v>
                </c:pt>
                <c:pt idx="39317">
                  <c:v>1</c:v>
                </c:pt>
                <c:pt idx="39318">
                  <c:v>3</c:v>
                </c:pt>
                <c:pt idx="39319">
                  <c:v>1</c:v>
                </c:pt>
                <c:pt idx="39320">
                  <c:v>1</c:v>
                </c:pt>
                <c:pt idx="39321">
                  <c:v>1</c:v>
                </c:pt>
                <c:pt idx="39322">
                  <c:v>4</c:v>
                </c:pt>
                <c:pt idx="39323">
                  <c:v>1</c:v>
                </c:pt>
                <c:pt idx="39324">
                  <c:v>-4</c:v>
                </c:pt>
                <c:pt idx="39325">
                  <c:v>3</c:v>
                </c:pt>
                <c:pt idx="39326">
                  <c:v>4</c:v>
                </c:pt>
                <c:pt idx="39327">
                  <c:v>2</c:v>
                </c:pt>
                <c:pt idx="39328">
                  <c:v>2</c:v>
                </c:pt>
                <c:pt idx="39329">
                  <c:v>2</c:v>
                </c:pt>
                <c:pt idx="39330">
                  <c:v>2</c:v>
                </c:pt>
                <c:pt idx="39331">
                  <c:v>2</c:v>
                </c:pt>
                <c:pt idx="39332">
                  <c:v>4</c:v>
                </c:pt>
                <c:pt idx="39333">
                  <c:v>1</c:v>
                </c:pt>
                <c:pt idx="39334">
                  <c:v>2</c:v>
                </c:pt>
                <c:pt idx="39335">
                  <c:v>1</c:v>
                </c:pt>
                <c:pt idx="39336">
                  <c:v>1</c:v>
                </c:pt>
                <c:pt idx="39337">
                  <c:v>1</c:v>
                </c:pt>
                <c:pt idx="39338">
                  <c:v>2</c:v>
                </c:pt>
                <c:pt idx="39339">
                  <c:v>2</c:v>
                </c:pt>
                <c:pt idx="39340">
                  <c:v>2</c:v>
                </c:pt>
                <c:pt idx="39341">
                  <c:v>1</c:v>
                </c:pt>
                <c:pt idx="39342">
                  <c:v>1</c:v>
                </c:pt>
                <c:pt idx="39343">
                  <c:v>1</c:v>
                </c:pt>
                <c:pt idx="39344">
                  <c:v>3</c:v>
                </c:pt>
                <c:pt idx="39345">
                  <c:v>3</c:v>
                </c:pt>
                <c:pt idx="39346">
                  <c:v>1</c:v>
                </c:pt>
                <c:pt idx="39347">
                  <c:v>2</c:v>
                </c:pt>
                <c:pt idx="39348">
                  <c:v>2</c:v>
                </c:pt>
                <c:pt idx="39349">
                  <c:v>2</c:v>
                </c:pt>
                <c:pt idx="39350">
                  <c:v>4</c:v>
                </c:pt>
                <c:pt idx="39351">
                  <c:v>1</c:v>
                </c:pt>
                <c:pt idx="39352">
                  <c:v>1</c:v>
                </c:pt>
                <c:pt idx="39353">
                  <c:v>3</c:v>
                </c:pt>
                <c:pt idx="39354">
                  <c:v>1</c:v>
                </c:pt>
                <c:pt idx="39355">
                  <c:v>1</c:v>
                </c:pt>
                <c:pt idx="39356">
                  <c:v>3</c:v>
                </c:pt>
                <c:pt idx="39357">
                  <c:v>2</c:v>
                </c:pt>
                <c:pt idx="39358">
                  <c:v>5</c:v>
                </c:pt>
                <c:pt idx="39359">
                  <c:v>4</c:v>
                </c:pt>
                <c:pt idx="39360">
                  <c:v>1</c:v>
                </c:pt>
                <c:pt idx="39361">
                  <c:v>2</c:v>
                </c:pt>
                <c:pt idx="39362">
                  <c:v>1</c:v>
                </c:pt>
                <c:pt idx="39363">
                  <c:v>1</c:v>
                </c:pt>
                <c:pt idx="39364">
                  <c:v>1</c:v>
                </c:pt>
                <c:pt idx="39365">
                  <c:v>1</c:v>
                </c:pt>
                <c:pt idx="39366">
                  <c:v>1</c:v>
                </c:pt>
                <c:pt idx="39367">
                  <c:v>3</c:v>
                </c:pt>
                <c:pt idx="39368">
                  <c:v>2</c:v>
                </c:pt>
                <c:pt idx="39369">
                  <c:v>2</c:v>
                </c:pt>
                <c:pt idx="39370">
                  <c:v>2</c:v>
                </c:pt>
                <c:pt idx="39371">
                  <c:v>2</c:v>
                </c:pt>
                <c:pt idx="39372">
                  <c:v>2</c:v>
                </c:pt>
                <c:pt idx="39373">
                  <c:v>2</c:v>
                </c:pt>
                <c:pt idx="39374">
                  <c:v>1</c:v>
                </c:pt>
                <c:pt idx="39375">
                  <c:v>2</c:v>
                </c:pt>
                <c:pt idx="39376">
                  <c:v>2</c:v>
                </c:pt>
                <c:pt idx="39377">
                  <c:v>2</c:v>
                </c:pt>
                <c:pt idx="39378">
                  <c:v>2</c:v>
                </c:pt>
                <c:pt idx="39379">
                  <c:v>2</c:v>
                </c:pt>
                <c:pt idx="39380">
                  <c:v>2</c:v>
                </c:pt>
                <c:pt idx="39381">
                  <c:v>2</c:v>
                </c:pt>
                <c:pt idx="39382">
                  <c:v>2</c:v>
                </c:pt>
                <c:pt idx="39383">
                  <c:v>5</c:v>
                </c:pt>
                <c:pt idx="39384">
                  <c:v>3</c:v>
                </c:pt>
                <c:pt idx="39385">
                  <c:v>5</c:v>
                </c:pt>
                <c:pt idx="39386">
                  <c:v>2</c:v>
                </c:pt>
                <c:pt idx="39387">
                  <c:v>5</c:v>
                </c:pt>
                <c:pt idx="39388">
                  <c:v>3</c:v>
                </c:pt>
                <c:pt idx="39389">
                  <c:v>5</c:v>
                </c:pt>
                <c:pt idx="39390">
                  <c:v>4</c:v>
                </c:pt>
                <c:pt idx="39391">
                  <c:v>2</c:v>
                </c:pt>
                <c:pt idx="39392">
                  <c:v>2</c:v>
                </c:pt>
                <c:pt idx="39393">
                  <c:v>3</c:v>
                </c:pt>
                <c:pt idx="39394">
                  <c:v>2</c:v>
                </c:pt>
                <c:pt idx="39395">
                  <c:v>2</c:v>
                </c:pt>
                <c:pt idx="39396">
                  <c:v>2</c:v>
                </c:pt>
                <c:pt idx="39397">
                  <c:v>2</c:v>
                </c:pt>
                <c:pt idx="39398">
                  <c:v>3</c:v>
                </c:pt>
                <c:pt idx="39399">
                  <c:v>2</c:v>
                </c:pt>
                <c:pt idx="39400">
                  <c:v>3</c:v>
                </c:pt>
                <c:pt idx="39401">
                  <c:v>2</c:v>
                </c:pt>
                <c:pt idx="39402">
                  <c:v>2</c:v>
                </c:pt>
                <c:pt idx="39403">
                  <c:v>4</c:v>
                </c:pt>
                <c:pt idx="39404">
                  <c:v>3</c:v>
                </c:pt>
                <c:pt idx="39405">
                  <c:v>3</c:v>
                </c:pt>
                <c:pt idx="39406">
                  <c:v>2</c:v>
                </c:pt>
                <c:pt idx="39407">
                  <c:v>3</c:v>
                </c:pt>
                <c:pt idx="39408">
                  <c:v>3</c:v>
                </c:pt>
                <c:pt idx="39409">
                  <c:v>3</c:v>
                </c:pt>
                <c:pt idx="39410">
                  <c:v>4</c:v>
                </c:pt>
                <c:pt idx="39411">
                  <c:v>2</c:v>
                </c:pt>
                <c:pt idx="39412">
                  <c:v>3</c:v>
                </c:pt>
                <c:pt idx="39413">
                  <c:v>2</c:v>
                </c:pt>
                <c:pt idx="39414">
                  <c:v>2</c:v>
                </c:pt>
                <c:pt idx="39415">
                  <c:v>2</c:v>
                </c:pt>
                <c:pt idx="39416">
                  <c:v>2</c:v>
                </c:pt>
                <c:pt idx="39417">
                  <c:v>2</c:v>
                </c:pt>
                <c:pt idx="39418">
                  <c:v>2</c:v>
                </c:pt>
                <c:pt idx="39419">
                  <c:v>2</c:v>
                </c:pt>
                <c:pt idx="39420">
                  <c:v>2</c:v>
                </c:pt>
                <c:pt idx="39421">
                  <c:v>2</c:v>
                </c:pt>
                <c:pt idx="39422">
                  <c:v>2</c:v>
                </c:pt>
                <c:pt idx="39423">
                  <c:v>2</c:v>
                </c:pt>
                <c:pt idx="39424">
                  <c:v>6</c:v>
                </c:pt>
                <c:pt idx="39425">
                  <c:v>4</c:v>
                </c:pt>
                <c:pt idx="39426">
                  <c:v>1</c:v>
                </c:pt>
                <c:pt idx="39427">
                  <c:v>1</c:v>
                </c:pt>
                <c:pt idx="39428">
                  <c:v>2</c:v>
                </c:pt>
                <c:pt idx="39429">
                  <c:v>1</c:v>
                </c:pt>
                <c:pt idx="39430">
                  <c:v>2</c:v>
                </c:pt>
                <c:pt idx="39431">
                  <c:v>2</c:v>
                </c:pt>
                <c:pt idx="39432">
                  <c:v>9</c:v>
                </c:pt>
                <c:pt idx="39433">
                  <c:v>3</c:v>
                </c:pt>
                <c:pt idx="39434">
                  <c:v>11</c:v>
                </c:pt>
                <c:pt idx="39435">
                  <c:v>6</c:v>
                </c:pt>
                <c:pt idx="39436">
                  <c:v>11</c:v>
                </c:pt>
                <c:pt idx="39437">
                  <c:v>10</c:v>
                </c:pt>
                <c:pt idx="39438">
                  <c:v>6</c:v>
                </c:pt>
                <c:pt idx="39439">
                  <c:v>10</c:v>
                </c:pt>
                <c:pt idx="39440">
                  <c:v>7</c:v>
                </c:pt>
                <c:pt idx="39441">
                  <c:v>15</c:v>
                </c:pt>
                <c:pt idx="39442">
                  <c:v>9</c:v>
                </c:pt>
                <c:pt idx="39443">
                  <c:v>1</c:v>
                </c:pt>
                <c:pt idx="39444">
                  <c:v>1</c:v>
                </c:pt>
                <c:pt idx="39445">
                  <c:v>3</c:v>
                </c:pt>
                <c:pt idx="39446">
                  <c:v>3</c:v>
                </c:pt>
                <c:pt idx="39447">
                  <c:v>3</c:v>
                </c:pt>
                <c:pt idx="39448">
                  <c:v>4</c:v>
                </c:pt>
                <c:pt idx="39449">
                  <c:v>3</c:v>
                </c:pt>
                <c:pt idx="39450">
                  <c:v>4</c:v>
                </c:pt>
                <c:pt idx="39451">
                  <c:v>4</c:v>
                </c:pt>
                <c:pt idx="39452">
                  <c:v>4</c:v>
                </c:pt>
                <c:pt idx="39453">
                  <c:v>4</c:v>
                </c:pt>
                <c:pt idx="39454">
                  <c:v>4</c:v>
                </c:pt>
                <c:pt idx="39455">
                  <c:v>5</c:v>
                </c:pt>
                <c:pt idx="39456">
                  <c:v>9</c:v>
                </c:pt>
                <c:pt idx="39457">
                  <c:v>1</c:v>
                </c:pt>
                <c:pt idx="39458">
                  <c:v>3</c:v>
                </c:pt>
                <c:pt idx="39459">
                  <c:v>6</c:v>
                </c:pt>
                <c:pt idx="39460">
                  <c:v>8</c:v>
                </c:pt>
                <c:pt idx="39461">
                  <c:v>5</c:v>
                </c:pt>
                <c:pt idx="39462">
                  <c:v>7</c:v>
                </c:pt>
                <c:pt idx="39463">
                  <c:v>6</c:v>
                </c:pt>
                <c:pt idx="39464">
                  <c:v>6</c:v>
                </c:pt>
                <c:pt idx="39465">
                  <c:v>6</c:v>
                </c:pt>
                <c:pt idx="39466">
                  <c:v>2</c:v>
                </c:pt>
                <c:pt idx="39467">
                  <c:v>2</c:v>
                </c:pt>
                <c:pt idx="39468">
                  <c:v>3</c:v>
                </c:pt>
                <c:pt idx="39469">
                  <c:v>2</c:v>
                </c:pt>
                <c:pt idx="39470">
                  <c:v>2</c:v>
                </c:pt>
                <c:pt idx="39471">
                  <c:v>4</c:v>
                </c:pt>
                <c:pt idx="39472">
                  <c:v>5</c:v>
                </c:pt>
                <c:pt idx="39473">
                  <c:v>3</c:v>
                </c:pt>
                <c:pt idx="39474">
                  <c:v>3</c:v>
                </c:pt>
                <c:pt idx="39475">
                  <c:v>3</c:v>
                </c:pt>
                <c:pt idx="39476">
                  <c:v>4</c:v>
                </c:pt>
                <c:pt idx="39477">
                  <c:v>4</c:v>
                </c:pt>
                <c:pt idx="39478">
                  <c:v>1</c:v>
                </c:pt>
                <c:pt idx="39479">
                  <c:v>1</c:v>
                </c:pt>
                <c:pt idx="39480">
                  <c:v>2</c:v>
                </c:pt>
                <c:pt idx="39481">
                  <c:v>2</c:v>
                </c:pt>
                <c:pt idx="39482">
                  <c:v>1</c:v>
                </c:pt>
                <c:pt idx="39483">
                  <c:v>2</c:v>
                </c:pt>
                <c:pt idx="39484">
                  <c:v>1</c:v>
                </c:pt>
                <c:pt idx="39485">
                  <c:v>2</c:v>
                </c:pt>
                <c:pt idx="39486">
                  <c:v>2</c:v>
                </c:pt>
                <c:pt idx="39487">
                  <c:v>2</c:v>
                </c:pt>
                <c:pt idx="39488">
                  <c:v>1</c:v>
                </c:pt>
                <c:pt idx="39489">
                  <c:v>1</c:v>
                </c:pt>
                <c:pt idx="39490">
                  <c:v>1</c:v>
                </c:pt>
                <c:pt idx="39491">
                  <c:v>2</c:v>
                </c:pt>
                <c:pt idx="39492">
                  <c:v>2</c:v>
                </c:pt>
                <c:pt idx="39493">
                  <c:v>1</c:v>
                </c:pt>
                <c:pt idx="39494">
                  <c:v>1</c:v>
                </c:pt>
                <c:pt idx="39495">
                  <c:v>1</c:v>
                </c:pt>
                <c:pt idx="39496">
                  <c:v>1</c:v>
                </c:pt>
                <c:pt idx="39497">
                  <c:v>1</c:v>
                </c:pt>
                <c:pt idx="39498">
                  <c:v>4</c:v>
                </c:pt>
                <c:pt idx="39499">
                  <c:v>1</c:v>
                </c:pt>
                <c:pt idx="39500">
                  <c:v>3</c:v>
                </c:pt>
                <c:pt idx="39501">
                  <c:v>2</c:v>
                </c:pt>
                <c:pt idx="39502">
                  <c:v>2</c:v>
                </c:pt>
                <c:pt idx="39503">
                  <c:v>3</c:v>
                </c:pt>
                <c:pt idx="39504">
                  <c:v>1</c:v>
                </c:pt>
                <c:pt idx="39505">
                  <c:v>1</c:v>
                </c:pt>
                <c:pt idx="39506">
                  <c:v>2</c:v>
                </c:pt>
                <c:pt idx="39507">
                  <c:v>2</c:v>
                </c:pt>
                <c:pt idx="39508">
                  <c:v>2</c:v>
                </c:pt>
                <c:pt idx="39509">
                  <c:v>2</c:v>
                </c:pt>
                <c:pt idx="39510">
                  <c:v>3</c:v>
                </c:pt>
                <c:pt idx="39511">
                  <c:v>2</c:v>
                </c:pt>
                <c:pt idx="39512">
                  <c:v>4</c:v>
                </c:pt>
                <c:pt idx="39513">
                  <c:v>0</c:v>
                </c:pt>
                <c:pt idx="39514">
                  <c:v>4</c:v>
                </c:pt>
                <c:pt idx="39515">
                  <c:v>2</c:v>
                </c:pt>
                <c:pt idx="39516">
                  <c:v>4</c:v>
                </c:pt>
                <c:pt idx="39517">
                  <c:v>2</c:v>
                </c:pt>
                <c:pt idx="39518">
                  <c:v>4</c:v>
                </c:pt>
                <c:pt idx="39519">
                  <c:v>2</c:v>
                </c:pt>
                <c:pt idx="39520">
                  <c:v>2</c:v>
                </c:pt>
                <c:pt idx="39521">
                  <c:v>4</c:v>
                </c:pt>
                <c:pt idx="39522">
                  <c:v>4</c:v>
                </c:pt>
                <c:pt idx="39523">
                  <c:v>4</c:v>
                </c:pt>
                <c:pt idx="39524">
                  <c:v>4</c:v>
                </c:pt>
                <c:pt idx="39525">
                  <c:v>4</c:v>
                </c:pt>
                <c:pt idx="39526">
                  <c:v>4</c:v>
                </c:pt>
                <c:pt idx="39527">
                  <c:v>4</c:v>
                </c:pt>
                <c:pt idx="39528">
                  <c:v>2</c:v>
                </c:pt>
                <c:pt idx="39529">
                  <c:v>2</c:v>
                </c:pt>
                <c:pt idx="39530">
                  <c:v>3</c:v>
                </c:pt>
                <c:pt idx="39531">
                  <c:v>1</c:v>
                </c:pt>
                <c:pt idx="39532">
                  <c:v>2</c:v>
                </c:pt>
                <c:pt idx="39533">
                  <c:v>0</c:v>
                </c:pt>
                <c:pt idx="39534">
                  <c:v>3</c:v>
                </c:pt>
                <c:pt idx="39535">
                  <c:v>2</c:v>
                </c:pt>
                <c:pt idx="39536">
                  <c:v>1</c:v>
                </c:pt>
                <c:pt idx="39537">
                  <c:v>1</c:v>
                </c:pt>
                <c:pt idx="39538">
                  <c:v>1</c:v>
                </c:pt>
                <c:pt idx="39539">
                  <c:v>2</c:v>
                </c:pt>
                <c:pt idx="39540">
                  <c:v>3</c:v>
                </c:pt>
                <c:pt idx="39541">
                  <c:v>1</c:v>
                </c:pt>
                <c:pt idx="39542">
                  <c:v>1</c:v>
                </c:pt>
                <c:pt idx="39543">
                  <c:v>1</c:v>
                </c:pt>
                <c:pt idx="39544">
                  <c:v>1</c:v>
                </c:pt>
                <c:pt idx="39545">
                  <c:v>2</c:v>
                </c:pt>
                <c:pt idx="39546">
                  <c:v>2</c:v>
                </c:pt>
                <c:pt idx="39547">
                  <c:v>2</c:v>
                </c:pt>
                <c:pt idx="39548">
                  <c:v>2</c:v>
                </c:pt>
                <c:pt idx="39549">
                  <c:v>2</c:v>
                </c:pt>
                <c:pt idx="39550">
                  <c:v>2</c:v>
                </c:pt>
                <c:pt idx="39551">
                  <c:v>3</c:v>
                </c:pt>
                <c:pt idx="39552">
                  <c:v>2</c:v>
                </c:pt>
                <c:pt idx="39553">
                  <c:v>2</c:v>
                </c:pt>
                <c:pt idx="39554">
                  <c:v>3</c:v>
                </c:pt>
                <c:pt idx="39555">
                  <c:v>2</c:v>
                </c:pt>
                <c:pt idx="39556">
                  <c:v>2</c:v>
                </c:pt>
                <c:pt idx="39557">
                  <c:v>2</c:v>
                </c:pt>
                <c:pt idx="39558">
                  <c:v>3</c:v>
                </c:pt>
                <c:pt idx="39559">
                  <c:v>2</c:v>
                </c:pt>
                <c:pt idx="39560">
                  <c:v>3</c:v>
                </c:pt>
                <c:pt idx="39561">
                  <c:v>2</c:v>
                </c:pt>
                <c:pt idx="39562">
                  <c:v>2</c:v>
                </c:pt>
                <c:pt idx="39563">
                  <c:v>3</c:v>
                </c:pt>
                <c:pt idx="39564">
                  <c:v>2</c:v>
                </c:pt>
                <c:pt idx="39565">
                  <c:v>2</c:v>
                </c:pt>
                <c:pt idx="39566">
                  <c:v>2</c:v>
                </c:pt>
                <c:pt idx="39567">
                  <c:v>3</c:v>
                </c:pt>
                <c:pt idx="39568">
                  <c:v>3</c:v>
                </c:pt>
                <c:pt idx="39569">
                  <c:v>3</c:v>
                </c:pt>
                <c:pt idx="39570">
                  <c:v>2</c:v>
                </c:pt>
                <c:pt idx="39571">
                  <c:v>2</c:v>
                </c:pt>
                <c:pt idx="39572">
                  <c:v>4</c:v>
                </c:pt>
                <c:pt idx="39573">
                  <c:v>2</c:v>
                </c:pt>
                <c:pt idx="39574">
                  <c:v>2</c:v>
                </c:pt>
                <c:pt idx="39575">
                  <c:v>4</c:v>
                </c:pt>
                <c:pt idx="39576">
                  <c:v>2</c:v>
                </c:pt>
                <c:pt idx="39577">
                  <c:v>2</c:v>
                </c:pt>
                <c:pt idx="39578">
                  <c:v>2</c:v>
                </c:pt>
                <c:pt idx="39579">
                  <c:v>2</c:v>
                </c:pt>
                <c:pt idx="39580">
                  <c:v>2</c:v>
                </c:pt>
                <c:pt idx="39581">
                  <c:v>2</c:v>
                </c:pt>
                <c:pt idx="39582">
                  <c:v>2</c:v>
                </c:pt>
                <c:pt idx="39583">
                  <c:v>2</c:v>
                </c:pt>
                <c:pt idx="39584">
                  <c:v>2</c:v>
                </c:pt>
                <c:pt idx="39585">
                  <c:v>2</c:v>
                </c:pt>
                <c:pt idx="39586">
                  <c:v>2</c:v>
                </c:pt>
                <c:pt idx="39587">
                  <c:v>2</c:v>
                </c:pt>
                <c:pt idx="39588">
                  <c:v>1</c:v>
                </c:pt>
                <c:pt idx="39589">
                  <c:v>3</c:v>
                </c:pt>
                <c:pt idx="39590">
                  <c:v>1</c:v>
                </c:pt>
                <c:pt idx="39591">
                  <c:v>5</c:v>
                </c:pt>
                <c:pt idx="39592">
                  <c:v>1</c:v>
                </c:pt>
                <c:pt idx="39593">
                  <c:v>2</c:v>
                </c:pt>
                <c:pt idx="39594">
                  <c:v>6</c:v>
                </c:pt>
                <c:pt idx="39595">
                  <c:v>5</c:v>
                </c:pt>
                <c:pt idx="39596">
                  <c:v>3</c:v>
                </c:pt>
                <c:pt idx="39597">
                  <c:v>3</c:v>
                </c:pt>
                <c:pt idx="39598">
                  <c:v>4</c:v>
                </c:pt>
                <c:pt idx="39599">
                  <c:v>2</c:v>
                </c:pt>
                <c:pt idx="39600">
                  <c:v>2</c:v>
                </c:pt>
                <c:pt idx="39601">
                  <c:v>1</c:v>
                </c:pt>
                <c:pt idx="39602">
                  <c:v>1</c:v>
                </c:pt>
                <c:pt idx="39603">
                  <c:v>1</c:v>
                </c:pt>
                <c:pt idx="39604">
                  <c:v>1</c:v>
                </c:pt>
                <c:pt idx="39605">
                  <c:v>1</c:v>
                </c:pt>
                <c:pt idx="39606">
                  <c:v>1</c:v>
                </c:pt>
                <c:pt idx="39607">
                  <c:v>1</c:v>
                </c:pt>
                <c:pt idx="39608">
                  <c:v>1</c:v>
                </c:pt>
                <c:pt idx="39609">
                  <c:v>1</c:v>
                </c:pt>
                <c:pt idx="39610">
                  <c:v>2</c:v>
                </c:pt>
                <c:pt idx="39611">
                  <c:v>1</c:v>
                </c:pt>
                <c:pt idx="39612">
                  <c:v>2</c:v>
                </c:pt>
                <c:pt idx="39613">
                  <c:v>1</c:v>
                </c:pt>
                <c:pt idx="39614">
                  <c:v>2</c:v>
                </c:pt>
                <c:pt idx="39615">
                  <c:v>1</c:v>
                </c:pt>
                <c:pt idx="39616">
                  <c:v>2</c:v>
                </c:pt>
                <c:pt idx="39617">
                  <c:v>1</c:v>
                </c:pt>
                <c:pt idx="39618">
                  <c:v>1</c:v>
                </c:pt>
                <c:pt idx="39619">
                  <c:v>2</c:v>
                </c:pt>
                <c:pt idx="39620">
                  <c:v>2</c:v>
                </c:pt>
                <c:pt idx="39621">
                  <c:v>2</c:v>
                </c:pt>
                <c:pt idx="39622">
                  <c:v>1</c:v>
                </c:pt>
                <c:pt idx="39623">
                  <c:v>2</c:v>
                </c:pt>
                <c:pt idx="39624">
                  <c:v>1</c:v>
                </c:pt>
                <c:pt idx="39625">
                  <c:v>1</c:v>
                </c:pt>
                <c:pt idx="39626">
                  <c:v>1</c:v>
                </c:pt>
                <c:pt idx="39627">
                  <c:v>1</c:v>
                </c:pt>
                <c:pt idx="39628">
                  <c:v>1</c:v>
                </c:pt>
                <c:pt idx="39629">
                  <c:v>1</c:v>
                </c:pt>
                <c:pt idx="39630">
                  <c:v>1</c:v>
                </c:pt>
                <c:pt idx="39631">
                  <c:v>1</c:v>
                </c:pt>
                <c:pt idx="39632">
                  <c:v>1</c:v>
                </c:pt>
                <c:pt idx="39633">
                  <c:v>1</c:v>
                </c:pt>
                <c:pt idx="39634">
                  <c:v>1</c:v>
                </c:pt>
                <c:pt idx="39635">
                  <c:v>1</c:v>
                </c:pt>
                <c:pt idx="39636">
                  <c:v>4</c:v>
                </c:pt>
                <c:pt idx="39637">
                  <c:v>4</c:v>
                </c:pt>
                <c:pt idx="39638">
                  <c:v>3</c:v>
                </c:pt>
                <c:pt idx="39639">
                  <c:v>4</c:v>
                </c:pt>
                <c:pt idx="39640">
                  <c:v>5</c:v>
                </c:pt>
                <c:pt idx="39641">
                  <c:v>4</c:v>
                </c:pt>
                <c:pt idx="39642">
                  <c:v>3</c:v>
                </c:pt>
                <c:pt idx="39643">
                  <c:v>5</c:v>
                </c:pt>
                <c:pt idx="39644">
                  <c:v>5</c:v>
                </c:pt>
                <c:pt idx="39645">
                  <c:v>3</c:v>
                </c:pt>
                <c:pt idx="39646">
                  <c:v>1</c:v>
                </c:pt>
                <c:pt idx="39647">
                  <c:v>1</c:v>
                </c:pt>
                <c:pt idx="39648">
                  <c:v>1</c:v>
                </c:pt>
                <c:pt idx="39649">
                  <c:v>2</c:v>
                </c:pt>
                <c:pt idx="39650">
                  <c:v>3</c:v>
                </c:pt>
                <c:pt idx="39651">
                  <c:v>1</c:v>
                </c:pt>
                <c:pt idx="39652">
                  <c:v>1</c:v>
                </c:pt>
                <c:pt idx="39653">
                  <c:v>1</c:v>
                </c:pt>
                <c:pt idx="39654">
                  <c:v>1</c:v>
                </c:pt>
                <c:pt idx="39655">
                  <c:v>1</c:v>
                </c:pt>
                <c:pt idx="39656">
                  <c:v>7</c:v>
                </c:pt>
                <c:pt idx="39657">
                  <c:v>5</c:v>
                </c:pt>
                <c:pt idx="39658">
                  <c:v>6</c:v>
                </c:pt>
                <c:pt idx="39659">
                  <c:v>5</c:v>
                </c:pt>
                <c:pt idx="39660">
                  <c:v>5</c:v>
                </c:pt>
                <c:pt idx="39661">
                  <c:v>1</c:v>
                </c:pt>
                <c:pt idx="39662">
                  <c:v>1</c:v>
                </c:pt>
                <c:pt idx="39663">
                  <c:v>2</c:v>
                </c:pt>
                <c:pt idx="39664">
                  <c:v>2</c:v>
                </c:pt>
                <c:pt idx="39665">
                  <c:v>2</c:v>
                </c:pt>
                <c:pt idx="39666">
                  <c:v>2</c:v>
                </c:pt>
                <c:pt idx="39667">
                  <c:v>2</c:v>
                </c:pt>
                <c:pt idx="39668">
                  <c:v>4</c:v>
                </c:pt>
                <c:pt idx="39669">
                  <c:v>3</c:v>
                </c:pt>
                <c:pt idx="39670">
                  <c:v>3</c:v>
                </c:pt>
                <c:pt idx="39671">
                  <c:v>3</c:v>
                </c:pt>
                <c:pt idx="39672">
                  <c:v>3</c:v>
                </c:pt>
                <c:pt idx="39673">
                  <c:v>4</c:v>
                </c:pt>
                <c:pt idx="39674">
                  <c:v>3</c:v>
                </c:pt>
                <c:pt idx="39675">
                  <c:v>3</c:v>
                </c:pt>
                <c:pt idx="39676">
                  <c:v>3</c:v>
                </c:pt>
                <c:pt idx="39677">
                  <c:v>3</c:v>
                </c:pt>
                <c:pt idx="39678">
                  <c:v>1</c:v>
                </c:pt>
                <c:pt idx="39679">
                  <c:v>1</c:v>
                </c:pt>
                <c:pt idx="39680">
                  <c:v>2</c:v>
                </c:pt>
                <c:pt idx="39681">
                  <c:v>4</c:v>
                </c:pt>
                <c:pt idx="39682">
                  <c:v>1</c:v>
                </c:pt>
                <c:pt idx="39683">
                  <c:v>2</c:v>
                </c:pt>
                <c:pt idx="39684">
                  <c:v>2</c:v>
                </c:pt>
                <c:pt idx="39685">
                  <c:v>2</c:v>
                </c:pt>
                <c:pt idx="39686">
                  <c:v>3</c:v>
                </c:pt>
                <c:pt idx="39687">
                  <c:v>2</c:v>
                </c:pt>
                <c:pt idx="39688">
                  <c:v>4</c:v>
                </c:pt>
                <c:pt idx="39689">
                  <c:v>2</c:v>
                </c:pt>
                <c:pt idx="39690">
                  <c:v>1</c:v>
                </c:pt>
                <c:pt idx="39691">
                  <c:v>4</c:v>
                </c:pt>
                <c:pt idx="39692">
                  <c:v>1</c:v>
                </c:pt>
                <c:pt idx="39693">
                  <c:v>3</c:v>
                </c:pt>
                <c:pt idx="39694">
                  <c:v>2</c:v>
                </c:pt>
                <c:pt idx="39695">
                  <c:v>2</c:v>
                </c:pt>
                <c:pt idx="39696">
                  <c:v>2</c:v>
                </c:pt>
                <c:pt idx="39697">
                  <c:v>2</c:v>
                </c:pt>
                <c:pt idx="39698">
                  <c:v>2</c:v>
                </c:pt>
                <c:pt idx="39699">
                  <c:v>2</c:v>
                </c:pt>
                <c:pt idx="39700">
                  <c:v>3</c:v>
                </c:pt>
                <c:pt idx="39701">
                  <c:v>3</c:v>
                </c:pt>
                <c:pt idx="39702">
                  <c:v>2</c:v>
                </c:pt>
                <c:pt idx="39703">
                  <c:v>3</c:v>
                </c:pt>
                <c:pt idx="39704">
                  <c:v>4</c:v>
                </c:pt>
                <c:pt idx="39705">
                  <c:v>4</c:v>
                </c:pt>
                <c:pt idx="39706">
                  <c:v>1</c:v>
                </c:pt>
                <c:pt idx="39707">
                  <c:v>1</c:v>
                </c:pt>
                <c:pt idx="39708">
                  <c:v>2</c:v>
                </c:pt>
                <c:pt idx="39709">
                  <c:v>3</c:v>
                </c:pt>
                <c:pt idx="39710">
                  <c:v>2</c:v>
                </c:pt>
                <c:pt idx="39711">
                  <c:v>2</c:v>
                </c:pt>
                <c:pt idx="39712">
                  <c:v>2</c:v>
                </c:pt>
                <c:pt idx="39713">
                  <c:v>2</c:v>
                </c:pt>
                <c:pt idx="39714">
                  <c:v>2</c:v>
                </c:pt>
                <c:pt idx="39715">
                  <c:v>2</c:v>
                </c:pt>
                <c:pt idx="39716">
                  <c:v>2</c:v>
                </c:pt>
                <c:pt idx="39717">
                  <c:v>2</c:v>
                </c:pt>
                <c:pt idx="39718">
                  <c:v>2</c:v>
                </c:pt>
                <c:pt idx="39719">
                  <c:v>2</c:v>
                </c:pt>
                <c:pt idx="39720">
                  <c:v>1</c:v>
                </c:pt>
                <c:pt idx="39721">
                  <c:v>1</c:v>
                </c:pt>
                <c:pt idx="39722">
                  <c:v>1</c:v>
                </c:pt>
                <c:pt idx="39723">
                  <c:v>1</c:v>
                </c:pt>
                <c:pt idx="39724">
                  <c:v>5</c:v>
                </c:pt>
                <c:pt idx="39725">
                  <c:v>4</c:v>
                </c:pt>
                <c:pt idx="39726">
                  <c:v>5</c:v>
                </c:pt>
                <c:pt idx="39727">
                  <c:v>4</c:v>
                </c:pt>
                <c:pt idx="39728">
                  <c:v>4</c:v>
                </c:pt>
                <c:pt idx="39729">
                  <c:v>1</c:v>
                </c:pt>
                <c:pt idx="39730">
                  <c:v>1</c:v>
                </c:pt>
                <c:pt idx="39731">
                  <c:v>1</c:v>
                </c:pt>
                <c:pt idx="39732">
                  <c:v>-1</c:v>
                </c:pt>
                <c:pt idx="39733">
                  <c:v>-1</c:v>
                </c:pt>
                <c:pt idx="39734">
                  <c:v>1</c:v>
                </c:pt>
                <c:pt idx="39735">
                  <c:v>1</c:v>
                </c:pt>
                <c:pt idx="39736">
                  <c:v>1</c:v>
                </c:pt>
                <c:pt idx="39737">
                  <c:v>1</c:v>
                </c:pt>
                <c:pt idx="39738">
                  <c:v>4</c:v>
                </c:pt>
                <c:pt idx="39739">
                  <c:v>3</c:v>
                </c:pt>
                <c:pt idx="39740">
                  <c:v>3</c:v>
                </c:pt>
                <c:pt idx="39741">
                  <c:v>1</c:v>
                </c:pt>
                <c:pt idx="39742">
                  <c:v>1</c:v>
                </c:pt>
                <c:pt idx="39743">
                  <c:v>1</c:v>
                </c:pt>
                <c:pt idx="39744">
                  <c:v>2</c:v>
                </c:pt>
                <c:pt idx="39745">
                  <c:v>2</c:v>
                </c:pt>
                <c:pt idx="39746">
                  <c:v>2</c:v>
                </c:pt>
                <c:pt idx="39747">
                  <c:v>2</c:v>
                </c:pt>
                <c:pt idx="39748">
                  <c:v>2</c:v>
                </c:pt>
                <c:pt idx="39749">
                  <c:v>2</c:v>
                </c:pt>
                <c:pt idx="39750">
                  <c:v>2</c:v>
                </c:pt>
                <c:pt idx="39751">
                  <c:v>4</c:v>
                </c:pt>
                <c:pt idx="39752">
                  <c:v>4</c:v>
                </c:pt>
                <c:pt idx="39753">
                  <c:v>4</c:v>
                </c:pt>
                <c:pt idx="39754">
                  <c:v>4</c:v>
                </c:pt>
                <c:pt idx="39755">
                  <c:v>-4</c:v>
                </c:pt>
                <c:pt idx="39756">
                  <c:v>4</c:v>
                </c:pt>
                <c:pt idx="39757">
                  <c:v>5</c:v>
                </c:pt>
                <c:pt idx="39758">
                  <c:v>4</c:v>
                </c:pt>
                <c:pt idx="39759">
                  <c:v>5</c:v>
                </c:pt>
                <c:pt idx="39760">
                  <c:v>2</c:v>
                </c:pt>
                <c:pt idx="39761">
                  <c:v>5</c:v>
                </c:pt>
                <c:pt idx="39762">
                  <c:v>8</c:v>
                </c:pt>
                <c:pt idx="39763">
                  <c:v>3</c:v>
                </c:pt>
                <c:pt idx="39764">
                  <c:v>1</c:v>
                </c:pt>
                <c:pt idx="39765">
                  <c:v>4</c:v>
                </c:pt>
                <c:pt idx="39766">
                  <c:v>2</c:v>
                </c:pt>
                <c:pt idx="39767">
                  <c:v>1</c:v>
                </c:pt>
                <c:pt idx="39768">
                  <c:v>5</c:v>
                </c:pt>
                <c:pt idx="39769">
                  <c:v>3</c:v>
                </c:pt>
                <c:pt idx="39770">
                  <c:v>5</c:v>
                </c:pt>
                <c:pt idx="39771">
                  <c:v>5</c:v>
                </c:pt>
                <c:pt idx="39772">
                  <c:v>3</c:v>
                </c:pt>
                <c:pt idx="39773">
                  <c:v>5</c:v>
                </c:pt>
                <c:pt idx="39774">
                  <c:v>1</c:v>
                </c:pt>
                <c:pt idx="39775">
                  <c:v>3</c:v>
                </c:pt>
                <c:pt idx="39776">
                  <c:v>3</c:v>
                </c:pt>
                <c:pt idx="39777">
                  <c:v>2</c:v>
                </c:pt>
                <c:pt idx="39778">
                  <c:v>3</c:v>
                </c:pt>
                <c:pt idx="39779">
                  <c:v>5</c:v>
                </c:pt>
                <c:pt idx="39780">
                  <c:v>2</c:v>
                </c:pt>
                <c:pt idx="39781">
                  <c:v>3</c:v>
                </c:pt>
                <c:pt idx="39782">
                  <c:v>1</c:v>
                </c:pt>
                <c:pt idx="39783">
                  <c:v>1</c:v>
                </c:pt>
                <c:pt idx="39784">
                  <c:v>1</c:v>
                </c:pt>
                <c:pt idx="39785">
                  <c:v>1</c:v>
                </c:pt>
                <c:pt idx="39786">
                  <c:v>2</c:v>
                </c:pt>
                <c:pt idx="39787">
                  <c:v>1</c:v>
                </c:pt>
                <c:pt idx="39788">
                  <c:v>6</c:v>
                </c:pt>
                <c:pt idx="39789">
                  <c:v>5</c:v>
                </c:pt>
                <c:pt idx="39790">
                  <c:v>2</c:v>
                </c:pt>
                <c:pt idx="39791">
                  <c:v>4</c:v>
                </c:pt>
                <c:pt idx="39792">
                  <c:v>3</c:v>
                </c:pt>
                <c:pt idx="39793">
                  <c:v>4</c:v>
                </c:pt>
                <c:pt idx="39794">
                  <c:v>6</c:v>
                </c:pt>
                <c:pt idx="39795">
                  <c:v>5</c:v>
                </c:pt>
                <c:pt idx="39796">
                  <c:v>5</c:v>
                </c:pt>
                <c:pt idx="39797">
                  <c:v>4</c:v>
                </c:pt>
                <c:pt idx="39798">
                  <c:v>4</c:v>
                </c:pt>
                <c:pt idx="39799">
                  <c:v>5</c:v>
                </c:pt>
                <c:pt idx="39800">
                  <c:v>2</c:v>
                </c:pt>
                <c:pt idx="39801">
                  <c:v>2</c:v>
                </c:pt>
                <c:pt idx="39802">
                  <c:v>2</c:v>
                </c:pt>
                <c:pt idx="39803">
                  <c:v>2</c:v>
                </c:pt>
                <c:pt idx="39804">
                  <c:v>2</c:v>
                </c:pt>
                <c:pt idx="39805">
                  <c:v>1</c:v>
                </c:pt>
                <c:pt idx="39806">
                  <c:v>1</c:v>
                </c:pt>
                <c:pt idx="39807">
                  <c:v>2</c:v>
                </c:pt>
                <c:pt idx="39808">
                  <c:v>2</c:v>
                </c:pt>
                <c:pt idx="39809">
                  <c:v>2</c:v>
                </c:pt>
                <c:pt idx="39810">
                  <c:v>2</c:v>
                </c:pt>
                <c:pt idx="39811">
                  <c:v>1</c:v>
                </c:pt>
                <c:pt idx="39812">
                  <c:v>1</c:v>
                </c:pt>
                <c:pt idx="39813">
                  <c:v>1</c:v>
                </c:pt>
                <c:pt idx="39814">
                  <c:v>1</c:v>
                </c:pt>
                <c:pt idx="39815">
                  <c:v>1</c:v>
                </c:pt>
                <c:pt idx="39816">
                  <c:v>4</c:v>
                </c:pt>
                <c:pt idx="39817">
                  <c:v>1</c:v>
                </c:pt>
                <c:pt idx="39818">
                  <c:v>1</c:v>
                </c:pt>
                <c:pt idx="39819">
                  <c:v>1</c:v>
                </c:pt>
                <c:pt idx="39820">
                  <c:v>1</c:v>
                </c:pt>
                <c:pt idx="39821">
                  <c:v>1</c:v>
                </c:pt>
                <c:pt idx="39822">
                  <c:v>1</c:v>
                </c:pt>
                <c:pt idx="39823">
                  <c:v>1</c:v>
                </c:pt>
                <c:pt idx="39824">
                  <c:v>1</c:v>
                </c:pt>
                <c:pt idx="39825">
                  <c:v>1</c:v>
                </c:pt>
                <c:pt idx="39826">
                  <c:v>1</c:v>
                </c:pt>
                <c:pt idx="39827">
                  <c:v>1</c:v>
                </c:pt>
                <c:pt idx="39828">
                  <c:v>2</c:v>
                </c:pt>
                <c:pt idx="39829">
                  <c:v>1</c:v>
                </c:pt>
                <c:pt idx="39830">
                  <c:v>1</c:v>
                </c:pt>
                <c:pt idx="39831">
                  <c:v>1</c:v>
                </c:pt>
                <c:pt idx="39832">
                  <c:v>1</c:v>
                </c:pt>
                <c:pt idx="39833">
                  <c:v>2</c:v>
                </c:pt>
                <c:pt idx="39834">
                  <c:v>2</c:v>
                </c:pt>
                <c:pt idx="39835">
                  <c:v>-1</c:v>
                </c:pt>
                <c:pt idx="39836">
                  <c:v>1</c:v>
                </c:pt>
                <c:pt idx="39837">
                  <c:v>2</c:v>
                </c:pt>
                <c:pt idx="39838">
                  <c:v>3</c:v>
                </c:pt>
                <c:pt idx="39839">
                  <c:v>3</c:v>
                </c:pt>
                <c:pt idx="39840">
                  <c:v>3</c:v>
                </c:pt>
                <c:pt idx="39841">
                  <c:v>3</c:v>
                </c:pt>
                <c:pt idx="39842">
                  <c:v>2</c:v>
                </c:pt>
                <c:pt idx="39843">
                  <c:v>2</c:v>
                </c:pt>
                <c:pt idx="39844">
                  <c:v>2</c:v>
                </c:pt>
                <c:pt idx="39845">
                  <c:v>2</c:v>
                </c:pt>
                <c:pt idx="39846">
                  <c:v>1</c:v>
                </c:pt>
                <c:pt idx="39847">
                  <c:v>1</c:v>
                </c:pt>
                <c:pt idx="39848">
                  <c:v>1</c:v>
                </c:pt>
                <c:pt idx="39849">
                  <c:v>2</c:v>
                </c:pt>
                <c:pt idx="39850">
                  <c:v>3</c:v>
                </c:pt>
                <c:pt idx="39851">
                  <c:v>1</c:v>
                </c:pt>
                <c:pt idx="39852">
                  <c:v>1</c:v>
                </c:pt>
                <c:pt idx="39853">
                  <c:v>1</c:v>
                </c:pt>
                <c:pt idx="39854">
                  <c:v>1</c:v>
                </c:pt>
                <c:pt idx="39855">
                  <c:v>1</c:v>
                </c:pt>
                <c:pt idx="39856">
                  <c:v>1</c:v>
                </c:pt>
                <c:pt idx="39857">
                  <c:v>3</c:v>
                </c:pt>
                <c:pt idx="39858">
                  <c:v>2</c:v>
                </c:pt>
                <c:pt idx="39859">
                  <c:v>2</c:v>
                </c:pt>
                <c:pt idx="39860">
                  <c:v>2</c:v>
                </c:pt>
                <c:pt idx="39861">
                  <c:v>1</c:v>
                </c:pt>
                <c:pt idx="39862">
                  <c:v>1</c:v>
                </c:pt>
                <c:pt idx="39863">
                  <c:v>2</c:v>
                </c:pt>
                <c:pt idx="39864">
                  <c:v>3</c:v>
                </c:pt>
                <c:pt idx="39865">
                  <c:v>2</c:v>
                </c:pt>
                <c:pt idx="39866">
                  <c:v>4</c:v>
                </c:pt>
                <c:pt idx="39867">
                  <c:v>4</c:v>
                </c:pt>
                <c:pt idx="39868">
                  <c:v>4</c:v>
                </c:pt>
                <c:pt idx="39869">
                  <c:v>2</c:v>
                </c:pt>
                <c:pt idx="39870">
                  <c:v>2</c:v>
                </c:pt>
                <c:pt idx="39871">
                  <c:v>3</c:v>
                </c:pt>
                <c:pt idx="39872">
                  <c:v>1</c:v>
                </c:pt>
                <c:pt idx="39873">
                  <c:v>1</c:v>
                </c:pt>
                <c:pt idx="39874">
                  <c:v>1</c:v>
                </c:pt>
                <c:pt idx="39875">
                  <c:v>1</c:v>
                </c:pt>
                <c:pt idx="39876">
                  <c:v>2</c:v>
                </c:pt>
                <c:pt idx="39877">
                  <c:v>1</c:v>
                </c:pt>
                <c:pt idx="39878">
                  <c:v>2</c:v>
                </c:pt>
                <c:pt idx="39879">
                  <c:v>1</c:v>
                </c:pt>
                <c:pt idx="39880">
                  <c:v>1</c:v>
                </c:pt>
                <c:pt idx="39881">
                  <c:v>2</c:v>
                </c:pt>
                <c:pt idx="39882">
                  <c:v>1</c:v>
                </c:pt>
                <c:pt idx="39883">
                  <c:v>1</c:v>
                </c:pt>
                <c:pt idx="39884">
                  <c:v>2</c:v>
                </c:pt>
                <c:pt idx="39885">
                  <c:v>2</c:v>
                </c:pt>
                <c:pt idx="39886">
                  <c:v>2</c:v>
                </c:pt>
                <c:pt idx="39887">
                  <c:v>1</c:v>
                </c:pt>
                <c:pt idx="39888">
                  <c:v>2</c:v>
                </c:pt>
                <c:pt idx="39889">
                  <c:v>2</c:v>
                </c:pt>
                <c:pt idx="39890">
                  <c:v>2</c:v>
                </c:pt>
                <c:pt idx="39891">
                  <c:v>2</c:v>
                </c:pt>
                <c:pt idx="39892">
                  <c:v>2</c:v>
                </c:pt>
                <c:pt idx="39893">
                  <c:v>2</c:v>
                </c:pt>
                <c:pt idx="39894">
                  <c:v>2</c:v>
                </c:pt>
                <c:pt idx="39895">
                  <c:v>2</c:v>
                </c:pt>
                <c:pt idx="39896">
                  <c:v>2</c:v>
                </c:pt>
                <c:pt idx="39897">
                  <c:v>2</c:v>
                </c:pt>
                <c:pt idx="39898">
                  <c:v>2</c:v>
                </c:pt>
                <c:pt idx="39899">
                  <c:v>2</c:v>
                </c:pt>
                <c:pt idx="39900">
                  <c:v>2</c:v>
                </c:pt>
                <c:pt idx="39901">
                  <c:v>3</c:v>
                </c:pt>
                <c:pt idx="39902">
                  <c:v>2</c:v>
                </c:pt>
                <c:pt idx="39903">
                  <c:v>2</c:v>
                </c:pt>
                <c:pt idx="39904">
                  <c:v>2</c:v>
                </c:pt>
                <c:pt idx="39905">
                  <c:v>2</c:v>
                </c:pt>
                <c:pt idx="39906">
                  <c:v>2</c:v>
                </c:pt>
                <c:pt idx="39907">
                  <c:v>1</c:v>
                </c:pt>
                <c:pt idx="39908">
                  <c:v>1</c:v>
                </c:pt>
                <c:pt idx="39909">
                  <c:v>3</c:v>
                </c:pt>
                <c:pt idx="39910">
                  <c:v>1</c:v>
                </c:pt>
                <c:pt idx="39911">
                  <c:v>3</c:v>
                </c:pt>
                <c:pt idx="39912">
                  <c:v>3</c:v>
                </c:pt>
                <c:pt idx="39913">
                  <c:v>2</c:v>
                </c:pt>
                <c:pt idx="39914">
                  <c:v>3</c:v>
                </c:pt>
                <c:pt idx="39915">
                  <c:v>3</c:v>
                </c:pt>
                <c:pt idx="39916">
                  <c:v>4</c:v>
                </c:pt>
                <c:pt idx="39917">
                  <c:v>3</c:v>
                </c:pt>
                <c:pt idx="39918">
                  <c:v>3</c:v>
                </c:pt>
                <c:pt idx="39919">
                  <c:v>5</c:v>
                </c:pt>
                <c:pt idx="39920">
                  <c:v>1</c:v>
                </c:pt>
                <c:pt idx="39921">
                  <c:v>1</c:v>
                </c:pt>
                <c:pt idx="39922">
                  <c:v>1</c:v>
                </c:pt>
                <c:pt idx="39923">
                  <c:v>1</c:v>
                </c:pt>
                <c:pt idx="39924">
                  <c:v>1</c:v>
                </c:pt>
                <c:pt idx="39925">
                  <c:v>3</c:v>
                </c:pt>
                <c:pt idx="39926">
                  <c:v>3</c:v>
                </c:pt>
                <c:pt idx="39927">
                  <c:v>3</c:v>
                </c:pt>
                <c:pt idx="39928">
                  <c:v>1</c:v>
                </c:pt>
                <c:pt idx="39929">
                  <c:v>2</c:v>
                </c:pt>
                <c:pt idx="39930">
                  <c:v>4</c:v>
                </c:pt>
                <c:pt idx="39931">
                  <c:v>2</c:v>
                </c:pt>
                <c:pt idx="39932">
                  <c:v>1</c:v>
                </c:pt>
                <c:pt idx="39933">
                  <c:v>3</c:v>
                </c:pt>
                <c:pt idx="39934">
                  <c:v>2</c:v>
                </c:pt>
                <c:pt idx="39935">
                  <c:v>5</c:v>
                </c:pt>
                <c:pt idx="39936">
                  <c:v>3</c:v>
                </c:pt>
                <c:pt idx="39937">
                  <c:v>2</c:v>
                </c:pt>
                <c:pt idx="39938">
                  <c:v>2</c:v>
                </c:pt>
                <c:pt idx="39939">
                  <c:v>3</c:v>
                </c:pt>
                <c:pt idx="39940">
                  <c:v>2</c:v>
                </c:pt>
                <c:pt idx="39941">
                  <c:v>1</c:v>
                </c:pt>
                <c:pt idx="39942">
                  <c:v>3</c:v>
                </c:pt>
                <c:pt idx="39943">
                  <c:v>4</c:v>
                </c:pt>
                <c:pt idx="39944">
                  <c:v>3</c:v>
                </c:pt>
                <c:pt idx="39945">
                  <c:v>2</c:v>
                </c:pt>
                <c:pt idx="39946">
                  <c:v>2</c:v>
                </c:pt>
                <c:pt idx="39947">
                  <c:v>7</c:v>
                </c:pt>
                <c:pt idx="39948">
                  <c:v>3</c:v>
                </c:pt>
                <c:pt idx="39949">
                  <c:v>1</c:v>
                </c:pt>
                <c:pt idx="39950">
                  <c:v>2</c:v>
                </c:pt>
                <c:pt idx="39951">
                  <c:v>2</c:v>
                </c:pt>
                <c:pt idx="39952">
                  <c:v>2</c:v>
                </c:pt>
                <c:pt idx="39953">
                  <c:v>4</c:v>
                </c:pt>
                <c:pt idx="39954">
                  <c:v>2</c:v>
                </c:pt>
                <c:pt idx="39955">
                  <c:v>3</c:v>
                </c:pt>
                <c:pt idx="39956">
                  <c:v>2</c:v>
                </c:pt>
                <c:pt idx="39957">
                  <c:v>2</c:v>
                </c:pt>
                <c:pt idx="39958">
                  <c:v>3</c:v>
                </c:pt>
                <c:pt idx="39959">
                  <c:v>3</c:v>
                </c:pt>
                <c:pt idx="39960">
                  <c:v>-3</c:v>
                </c:pt>
                <c:pt idx="39961">
                  <c:v>3</c:v>
                </c:pt>
                <c:pt idx="39962">
                  <c:v>3</c:v>
                </c:pt>
                <c:pt idx="39963">
                  <c:v>2</c:v>
                </c:pt>
                <c:pt idx="39964">
                  <c:v>1</c:v>
                </c:pt>
                <c:pt idx="39965">
                  <c:v>2</c:v>
                </c:pt>
                <c:pt idx="39966">
                  <c:v>3</c:v>
                </c:pt>
                <c:pt idx="39967">
                  <c:v>1</c:v>
                </c:pt>
                <c:pt idx="39968">
                  <c:v>1</c:v>
                </c:pt>
                <c:pt idx="39969">
                  <c:v>1</c:v>
                </c:pt>
                <c:pt idx="39970">
                  <c:v>1</c:v>
                </c:pt>
                <c:pt idx="39971">
                  <c:v>1</c:v>
                </c:pt>
                <c:pt idx="39972">
                  <c:v>1</c:v>
                </c:pt>
                <c:pt idx="39973">
                  <c:v>1</c:v>
                </c:pt>
                <c:pt idx="39974">
                  <c:v>1</c:v>
                </c:pt>
                <c:pt idx="39975">
                  <c:v>1</c:v>
                </c:pt>
                <c:pt idx="39976">
                  <c:v>2</c:v>
                </c:pt>
                <c:pt idx="39977">
                  <c:v>2</c:v>
                </c:pt>
                <c:pt idx="39978">
                  <c:v>1</c:v>
                </c:pt>
                <c:pt idx="39979">
                  <c:v>1</c:v>
                </c:pt>
                <c:pt idx="39980">
                  <c:v>2</c:v>
                </c:pt>
                <c:pt idx="39981">
                  <c:v>1</c:v>
                </c:pt>
                <c:pt idx="39982">
                  <c:v>1</c:v>
                </c:pt>
                <c:pt idx="39983">
                  <c:v>1</c:v>
                </c:pt>
                <c:pt idx="39984">
                  <c:v>1</c:v>
                </c:pt>
                <c:pt idx="39985">
                  <c:v>1</c:v>
                </c:pt>
                <c:pt idx="39986">
                  <c:v>1</c:v>
                </c:pt>
                <c:pt idx="39987">
                  <c:v>1</c:v>
                </c:pt>
                <c:pt idx="39988">
                  <c:v>1</c:v>
                </c:pt>
                <c:pt idx="39989">
                  <c:v>1</c:v>
                </c:pt>
                <c:pt idx="39990">
                  <c:v>2</c:v>
                </c:pt>
                <c:pt idx="39991">
                  <c:v>1</c:v>
                </c:pt>
                <c:pt idx="39992">
                  <c:v>1</c:v>
                </c:pt>
                <c:pt idx="39993">
                  <c:v>1</c:v>
                </c:pt>
                <c:pt idx="39994">
                  <c:v>1</c:v>
                </c:pt>
                <c:pt idx="39995">
                  <c:v>1</c:v>
                </c:pt>
                <c:pt idx="39996">
                  <c:v>1</c:v>
                </c:pt>
                <c:pt idx="39997">
                  <c:v>1</c:v>
                </c:pt>
                <c:pt idx="39998">
                  <c:v>1</c:v>
                </c:pt>
                <c:pt idx="39999">
                  <c:v>4</c:v>
                </c:pt>
                <c:pt idx="40000">
                  <c:v>3</c:v>
                </c:pt>
                <c:pt idx="40001">
                  <c:v>4</c:v>
                </c:pt>
                <c:pt idx="40002">
                  <c:v>2</c:v>
                </c:pt>
                <c:pt idx="40003">
                  <c:v>1</c:v>
                </c:pt>
                <c:pt idx="40004">
                  <c:v>1</c:v>
                </c:pt>
                <c:pt idx="40005">
                  <c:v>1</c:v>
                </c:pt>
                <c:pt idx="40006">
                  <c:v>1</c:v>
                </c:pt>
                <c:pt idx="40007">
                  <c:v>1</c:v>
                </c:pt>
                <c:pt idx="40008">
                  <c:v>1</c:v>
                </c:pt>
                <c:pt idx="40009">
                  <c:v>1</c:v>
                </c:pt>
                <c:pt idx="40010">
                  <c:v>1</c:v>
                </c:pt>
                <c:pt idx="40011">
                  <c:v>1</c:v>
                </c:pt>
                <c:pt idx="40012">
                  <c:v>1</c:v>
                </c:pt>
                <c:pt idx="40013">
                  <c:v>2</c:v>
                </c:pt>
                <c:pt idx="40014">
                  <c:v>2</c:v>
                </c:pt>
                <c:pt idx="40015">
                  <c:v>2</c:v>
                </c:pt>
                <c:pt idx="40016">
                  <c:v>3</c:v>
                </c:pt>
                <c:pt idx="40017">
                  <c:v>4</c:v>
                </c:pt>
                <c:pt idx="40018">
                  <c:v>4</c:v>
                </c:pt>
                <c:pt idx="40019">
                  <c:v>2</c:v>
                </c:pt>
                <c:pt idx="40020">
                  <c:v>2</c:v>
                </c:pt>
                <c:pt idx="40021">
                  <c:v>1</c:v>
                </c:pt>
                <c:pt idx="40022">
                  <c:v>3</c:v>
                </c:pt>
                <c:pt idx="40023">
                  <c:v>1</c:v>
                </c:pt>
                <c:pt idx="40024">
                  <c:v>3</c:v>
                </c:pt>
                <c:pt idx="40025">
                  <c:v>1</c:v>
                </c:pt>
                <c:pt idx="40026">
                  <c:v>1</c:v>
                </c:pt>
                <c:pt idx="40027">
                  <c:v>1</c:v>
                </c:pt>
                <c:pt idx="40028">
                  <c:v>2</c:v>
                </c:pt>
                <c:pt idx="40029">
                  <c:v>-1</c:v>
                </c:pt>
                <c:pt idx="40030">
                  <c:v>2</c:v>
                </c:pt>
                <c:pt idx="40031">
                  <c:v>2</c:v>
                </c:pt>
                <c:pt idx="40032">
                  <c:v>2</c:v>
                </c:pt>
                <c:pt idx="40033">
                  <c:v>2</c:v>
                </c:pt>
                <c:pt idx="40034">
                  <c:v>3</c:v>
                </c:pt>
                <c:pt idx="40035">
                  <c:v>3</c:v>
                </c:pt>
                <c:pt idx="40036">
                  <c:v>2</c:v>
                </c:pt>
                <c:pt idx="40037">
                  <c:v>3</c:v>
                </c:pt>
                <c:pt idx="40038">
                  <c:v>2</c:v>
                </c:pt>
                <c:pt idx="40039">
                  <c:v>3</c:v>
                </c:pt>
                <c:pt idx="40040">
                  <c:v>2</c:v>
                </c:pt>
                <c:pt idx="40041">
                  <c:v>5</c:v>
                </c:pt>
                <c:pt idx="40042">
                  <c:v>2</c:v>
                </c:pt>
                <c:pt idx="40043">
                  <c:v>2</c:v>
                </c:pt>
                <c:pt idx="40044">
                  <c:v>1</c:v>
                </c:pt>
                <c:pt idx="40045">
                  <c:v>3</c:v>
                </c:pt>
                <c:pt idx="40046">
                  <c:v>1</c:v>
                </c:pt>
                <c:pt idx="40047">
                  <c:v>2</c:v>
                </c:pt>
                <c:pt idx="40048">
                  <c:v>2</c:v>
                </c:pt>
                <c:pt idx="40049">
                  <c:v>1</c:v>
                </c:pt>
                <c:pt idx="40050">
                  <c:v>2</c:v>
                </c:pt>
                <c:pt idx="40051">
                  <c:v>2</c:v>
                </c:pt>
                <c:pt idx="40052">
                  <c:v>1</c:v>
                </c:pt>
                <c:pt idx="40053">
                  <c:v>2</c:v>
                </c:pt>
                <c:pt idx="40054">
                  <c:v>1</c:v>
                </c:pt>
                <c:pt idx="40055">
                  <c:v>1</c:v>
                </c:pt>
                <c:pt idx="40056">
                  <c:v>2</c:v>
                </c:pt>
                <c:pt idx="40057">
                  <c:v>2</c:v>
                </c:pt>
                <c:pt idx="40058">
                  <c:v>1</c:v>
                </c:pt>
                <c:pt idx="40059">
                  <c:v>3</c:v>
                </c:pt>
                <c:pt idx="40060">
                  <c:v>1</c:v>
                </c:pt>
                <c:pt idx="40061">
                  <c:v>2</c:v>
                </c:pt>
                <c:pt idx="40062">
                  <c:v>1</c:v>
                </c:pt>
                <c:pt idx="40063">
                  <c:v>3</c:v>
                </c:pt>
                <c:pt idx="40064">
                  <c:v>3</c:v>
                </c:pt>
                <c:pt idx="40065">
                  <c:v>3</c:v>
                </c:pt>
                <c:pt idx="40066">
                  <c:v>2</c:v>
                </c:pt>
                <c:pt idx="40067">
                  <c:v>2</c:v>
                </c:pt>
                <c:pt idx="40068">
                  <c:v>3</c:v>
                </c:pt>
                <c:pt idx="40069">
                  <c:v>3</c:v>
                </c:pt>
                <c:pt idx="40070">
                  <c:v>2</c:v>
                </c:pt>
                <c:pt idx="40071">
                  <c:v>6</c:v>
                </c:pt>
                <c:pt idx="40072">
                  <c:v>3</c:v>
                </c:pt>
                <c:pt idx="40073">
                  <c:v>-4</c:v>
                </c:pt>
                <c:pt idx="40074">
                  <c:v>2</c:v>
                </c:pt>
                <c:pt idx="40075">
                  <c:v>2</c:v>
                </c:pt>
                <c:pt idx="40076">
                  <c:v>1</c:v>
                </c:pt>
                <c:pt idx="40077">
                  <c:v>3</c:v>
                </c:pt>
                <c:pt idx="40078">
                  <c:v>1</c:v>
                </c:pt>
                <c:pt idx="40079">
                  <c:v>3</c:v>
                </c:pt>
                <c:pt idx="40080">
                  <c:v>2</c:v>
                </c:pt>
                <c:pt idx="40081">
                  <c:v>5</c:v>
                </c:pt>
                <c:pt idx="40082">
                  <c:v>2</c:v>
                </c:pt>
                <c:pt idx="40083">
                  <c:v>2</c:v>
                </c:pt>
                <c:pt idx="40084">
                  <c:v>3</c:v>
                </c:pt>
                <c:pt idx="40085">
                  <c:v>2</c:v>
                </c:pt>
                <c:pt idx="40086">
                  <c:v>2</c:v>
                </c:pt>
                <c:pt idx="40087">
                  <c:v>4</c:v>
                </c:pt>
                <c:pt idx="40088">
                  <c:v>1</c:v>
                </c:pt>
                <c:pt idx="40089">
                  <c:v>1</c:v>
                </c:pt>
                <c:pt idx="40090">
                  <c:v>1</c:v>
                </c:pt>
                <c:pt idx="40091">
                  <c:v>2</c:v>
                </c:pt>
                <c:pt idx="40092">
                  <c:v>2</c:v>
                </c:pt>
                <c:pt idx="40093">
                  <c:v>3</c:v>
                </c:pt>
                <c:pt idx="40094">
                  <c:v>1</c:v>
                </c:pt>
                <c:pt idx="40095">
                  <c:v>1</c:v>
                </c:pt>
                <c:pt idx="40096">
                  <c:v>3</c:v>
                </c:pt>
                <c:pt idx="40097">
                  <c:v>3</c:v>
                </c:pt>
                <c:pt idx="40098">
                  <c:v>3</c:v>
                </c:pt>
                <c:pt idx="40099">
                  <c:v>3</c:v>
                </c:pt>
                <c:pt idx="40100">
                  <c:v>4</c:v>
                </c:pt>
                <c:pt idx="40101">
                  <c:v>4</c:v>
                </c:pt>
                <c:pt idx="40102">
                  <c:v>4</c:v>
                </c:pt>
                <c:pt idx="40103">
                  <c:v>3</c:v>
                </c:pt>
                <c:pt idx="40104">
                  <c:v>1</c:v>
                </c:pt>
                <c:pt idx="40105">
                  <c:v>2</c:v>
                </c:pt>
                <c:pt idx="40106">
                  <c:v>2</c:v>
                </c:pt>
                <c:pt idx="40107">
                  <c:v>2</c:v>
                </c:pt>
                <c:pt idx="40108">
                  <c:v>2</c:v>
                </c:pt>
                <c:pt idx="40109">
                  <c:v>1</c:v>
                </c:pt>
                <c:pt idx="40110">
                  <c:v>2</c:v>
                </c:pt>
                <c:pt idx="40111">
                  <c:v>2</c:v>
                </c:pt>
                <c:pt idx="40112">
                  <c:v>1</c:v>
                </c:pt>
                <c:pt idx="40113">
                  <c:v>4</c:v>
                </c:pt>
                <c:pt idx="40114">
                  <c:v>4</c:v>
                </c:pt>
                <c:pt idx="40115">
                  <c:v>6</c:v>
                </c:pt>
                <c:pt idx="40116">
                  <c:v>5</c:v>
                </c:pt>
                <c:pt idx="40117">
                  <c:v>4</c:v>
                </c:pt>
                <c:pt idx="40118">
                  <c:v>5</c:v>
                </c:pt>
                <c:pt idx="40119">
                  <c:v>5</c:v>
                </c:pt>
                <c:pt idx="40120">
                  <c:v>3</c:v>
                </c:pt>
                <c:pt idx="40121">
                  <c:v>3</c:v>
                </c:pt>
                <c:pt idx="40122">
                  <c:v>3</c:v>
                </c:pt>
                <c:pt idx="40123">
                  <c:v>3</c:v>
                </c:pt>
                <c:pt idx="40124">
                  <c:v>3</c:v>
                </c:pt>
                <c:pt idx="40125">
                  <c:v>1</c:v>
                </c:pt>
                <c:pt idx="40126">
                  <c:v>1</c:v>
                </c:pt>
                <c:pt idx="40127">
                  <c:v>4</c:v>
                </c:pt>
                <c:pt idx="40128">
                  <c:v>2</c:v>
                </c:pt>
                <c:pt idx="40129">
                  <c:v>2</c:v>
                </c:pt>
                <c:pt idx="40130">
                  <c:v>7</c:v>
                </c:pt>
                <c:pt idx="40131">
                  <c:v>5</c:v>
                </c:pt>
                <c:pt idx="40132">
                  <c:v>3</c:v>
                </c:pt>
                <c:pt idx="40133">
                  <c:v>2</c:v>
                </c:pt>
                <c:pt idx="40134">
                  <c:v>3</c:v>
                </c:pt>
                <c:pt idx="40135">
                  <c:v>2</c:v>
                </c:pt>
                <c:pt idx="40136">
                  <c:v>2</c:v>
                </c:pt>
                <c:pt idx="40137">
                  <c:v>3</c:v>
                </c:pt>
                <c:pt idx="40138">
                  <c:v>3</c:v>
                </c:pt>
                <c:pt idx="40139">
                  <c:v>3</c:v>
                </c:pt>
                <c:pt idx="40140">
                  <c:v>3</c:v>
                </c:pt>
                <c:pt idx="40141">
                  <c:v>3</c:v>
                </c:pt>
                <c:pt idx="40142">
                  <c:v>3</c:v>
                </c:pt>
                <c:pt idx="40143">
                  <c:v>3</c:v>
                </c:pt>
                <c:pt idx="40144">
                  <c:v>4</c:v>
                </c:pt>
                <c:pt idx="40145">
                  <c:v>4</c:v>
                </c:pt>
                <c:pt idx="40146">
                  <c:v>1</c:v>
                </c:pt>
                <c:pt idx="40147">
                  <c:v>2</c:v>
                </c:pt>
                <c:pt idx="40148">
                  <c:v>2</c:v>
                </c:pt>
                <c:pt idx="40149">
                  <c:v>2</c:v>
                </c:pt>
                <c:pt idx="40150">
                  <c:v>3</c:v>
                </c:pt>
                <c:pt idx="40151">
                  <c:v>2</c:v>
                </c:pt>
                <c:pt idx="40152">
                  <c:v>3</c:v>
                </c:pt>
                <c:pt idx="40153">
                  <c:v>1</c:v>
                </c:pt>
                <c:pt idx="40154">
                  <c:v>1</c:v>
                </c:pt>
                <c:pt idx="40155">
                  <c:v>3</c:v>
                </c:pt>
                <c:pt idx="40156">
                  <c:v>2</c:v>
                </c:pt>
                <c:pt idx="40157">
                  <c:v>2</c:v>
                </c:pt>
                <c:pt idx="40158">
                  <c:v>3</c:v>
                </c:pt>
                <c:pt idx="40159">
                  <c:v>2</c:v>
                </c:pt>
                <c:pt idx="40160">
                  <c:v>3</c:v>
                </c:pt>
                <c:pt idx="40161">
                  <c:v>1</c:v>
                </c:pt>
                <c:pt idx="40162">
                  <c:v>1</c:v>
                </c:pt>
                <c:pt idx="40163">
                  <c:v>2</c:v>
                </c:pt>
                <c:pt idx="40164">
                  <c:v>1</c:v>
                </c:pt>
                <c:pt idx="40165">
                  <c:v>1</c:v>
                </c:pt>
                <c:pt idx="40166">
                  <c:v>4</c:v>
                </c:pt>
                <c:pt idx="40167">
                  <c:v>6</c:v>
                </c:pt>
                <c:pt idx="40168">
                  <c:v>4</c:v>
                </c:pt>
                <c:pt idx="40169">
                  <c:v>5</c:v>
                </c:pt>
                <c:pt idx="40170">
                  <c:v>3</c:v>
                </c:pt>
                <c:pt idx="40171">
                  <c:v>6</c:v>
                </c:pt>
                <c:pt idx="40172">
                  <c:v>2</c:v>
                </c:pt>
                <c:pt idx="40173">
                  <c:v>1</c:v>
                </c:pt>
                <c:pt idx="40174">
                  <c:v>2</c:v>
                </c:pt>
                <c:pt idx="40175">
                  <c:v>2</c:v>
                </c:pt>
                <c:pt idx="40176">
                  <c:v>2</c:v>
                </c:pt>
                <c:pt idx="40177">
                  <c:v>1</c:v>
                </c:pt>
                <c:pt idx="40178">
                  <c:v>1</c:v>
                </c:pt>
                <c:pt idx="40179">
                  <c:v>1</c:v>
                </c:pt>
                <c:pt idx="40180">
                  <c:v>1</c:v>
                </c:pt>
                <c:pt idx="40181">
                  <c:v>1</c:v>
                </c:pt>
                <c:pt idx="40182">
                  <c:v>1</c:v>
                </c:pt>
                <c:pt idx="40183">
                  <c:v>1</c:v>
                </c:pt>
                <c:pt idx="40184">
                  <c:v>1</c:v>
                </c:pt>
                <c:pt idx="40185">
                  <c:v>2</c:v>
                </c:pt>
                <c:pt idx="40186">
                  <c:v>1</c:v>
                </c:pt>
                <c:pt idx="40187">
                  <c:v>2</c:v>
                </c:pt>
                <c:pt idx="40188">
                  <c:v>1</c:v>
                </c:pt>
                <c:pt idx="40189">
                  <c:v>1</c:v>
                </c:pt>
                <c:pt idx="40190">
                  <c:v>1</c:v>
                </c:pt>
                <c:pt idx="40191">
                  <c:v>1</c:v>
                </c:pt>
                <c:pt idx="40192">
                  <c:v>1</c:v>
                </c:pt>
                <c:pt idx="40193">
                  <c:v>1</c:v>
                </c:pt>
                <c:pt idx="40194">
                  <c:v>1</c:v>
                </c:pt>
                <c:pt idx="40195">
                  <c:v>1</c:v>
                </c:pt>
                <c:pt idx="40196">
                  <c:v>2</c:v>
                </c:pt>
                <c:pt idx="40197">
                  <c:v>1</c:v>
                </c:pt>
                <c:pt idx="40198">
                  <c:v>3</c:v>
                </c:pt>
                <c:pt idx="40199">
                  <c:v>2</c:v>
                </c:pt>
                <c:pt idx="40200">
                  <c:v>3</c:v>
                </c:pt>
                <c:pt idx="40201">
                  <c:v>3</c:v>
                </c:pt>
                <c:pt idx="40202">
                  <c:v>2</c:v>
                </c:pt>
                <c:pt idx="40203">
                  <c:v>2</c:v>
                </c:pt>
                <c:pt idx="40204">
                  <c:v>2</c:v>
                </c:pt>
                <c:pt idx="40205">
                  <c:v>2</c:v>
                </c:pt>
                <c:pt idx="40206">
                  <c:v>2</c:v>
                </c:pt>
                <c:pt idx="40207">
                  <c:v>1</c:v>
                </c:pt>
                <c:pt idx="40208">
                  <c:v>3</c:v>
                </c:pt>
                <c:pt idx="40209">
                  <c:v>3</c:v>
                </c:pt>
                <c:pt idx="40210">
                  <c:v>2</c:v>
                </c:pt>
                <c:pt idx="40211">
                  <c:v>2</c:v>
                </c:pt>
                <c:pt idx="40212">
                  <c:v>2</c:v>
                </c:pt>
                <c:pt idx="40213">
                  <c:v>3</c:v>
                </c:pt>
                <c:pt idx="40214">
                  <c:v>3</c:v>
                </c:pt>
                <c:pt idx="40215">
                  <c:v>5</c:v>
                </c:pt>
                <c:pt idx="40216">
                  <c:v>1</c:v>
                </c:pt>
                <c:pt idx="40217">
                  <c:v>2</c:v>
                </c:pt>
                <c:pt idx="40218">
                  <c:v>3</c:v>
                </c:pt>
                <c:pt idx="40219">
                  <c:v>1</c:v>
                </c:pt>
                <c:pt idx="40220">
                  <c:v>1</c:v>
                </c:pt>
                <c:pt idx="40221">
                  <c:v>-1</c:v>
                </c:pt>
                <c:pt idx="40222">
                  <c:v>3</c:v>
                </c:pt>
                <c:pt idx="40223">
                  <c:v>3</c:v>
                </c:pt>
                <c:pt idx="40224">
                  <c:v>1</c:v>
                </c:pt>
                <c:pt idx="40225">
                  <c:v>-1</c:v>
                </c:pt>
                <c:pt idx="40226">
                  <c:v>1</c:v>
                </c:pt>
                <c:pt idx="40227">
                  <c:v>3</c:v>
                </c:pt>
                <c:pt idx="40228">
                  <c:v>4</c:v>
                </c:pt>
                <c:pt idx="40229">
                  <c:v>4</c:v>
                </c:pt>
                <c:pt idx="40230">
                  <c:v>4</c:v>
                </c:pt>
                <c:pt idx="40231">
                  <c:v>2</c:v>
                </c:pt>
                <c:pt idx="40232">
                  <c:v>1</c:v>
                </c:pt>
                <c:pt idx="40233">
                  <c:v>1</c:v>
                </c:pt>
                <c:pt idx="40234">
                  <c:v>2</c:v>
                </c:pt>
                <c:pt idx="40235">
                  <c:v>2</c:v>
                </c:pt>
                <c:pt idx="40236">
                  <c:v>1</c:v>
                </c:pt>
                <c:pt idx="40237">
                  <c:v>1</c:v>
                </c:pt>
                <c:pt idx="40238">
                  <c:v>2</c:v>
                </c:pt>
                <c:pt idx="40239">
                  <c:v>1</c:v>
                </c:pt>
                <c:pt idx="40240">
                  <c:v>1</c:v>
                </c:pt>
                <c:pt idx="40241">
                  <c:v>1</c:v>
                </c:pt>
                <c:pt idx="40242">
                  <c:v>1</c:v>
                </c:pt>
                <c:pt idx="40243">
                  <c:v>1</c:v>
                </c:pt>
                <c:pt idx="40244">
                  <c:v>1</c:v>
                </c:pt>
                <c:pt idx="40245">
                  <c:v>1</c:v>
                </c:pt>
                <c:pt idx="40246">
                  <c:v>2</c:v>
                </c:pt>
                <c:pt idx="40247">
                  <c:v>3</c:v>
                </c:pt>
                <c:pt idx="40248">
                  <c:v>3</c:v>
                </c:pt>
                <c:pt idx="40249">
                  <c:v>1</c:v>
                </c:pt>
                <c:pt idx="40250">
                  <c:v>1</c:v>
                </c:pt>
                <c:pt idx="40251">
                  <c:v>1</c:v>
                </c:pt>
                <c:pt idx="40252">
                  <c:v>1</c:v>
                </c:pt>
                <c:pt idx="40253">
                  <c:v>1</c:v>
                </c:pt>
                <c:pt idx="40254">
                  <c:v>1</c:v>
                </c:pt>
                <c:pt idx="40255">
                  <c:v>1</c:v>
                </c:pt>
                <c:pt idx="40256">
                  <c:v>1</c:v>
                </c:pt>
                <c:pt idx="40257">
                  <c:v>2</c:v>
                </c:pt>
                <c:pt idx="40258">
                  <c:v>2</c:v>
                </c:pt>
                <c:pt idx="40259">
                  <c:v>3</c:v>
                </c:pt>
                <c:pt idx="40260">
                  <c:v>2</c:v>
                </c:pt>
                <c:pt idx="40261">
                  <c:v>2</c:v>
                </c:pt>
                <c:pt idx="40262">
                  <c:v>2</c:v>
                </c:pt>
                <c:pt idx="40263">
                  <c:v>2</c:v>
                </c:pt>
                <c:pt idx="40264">
                  <c:v>2</c:v>
                </c:pt>
                <c:pt idx="40265">
                  <c:v>1</c:v>
                </c:pt>
                <c:pt idx="40266">
                  <c:v>2</c:v>
                </c:pt>
                <c:pt idx="40267">
                  <c:v>2</c:v>
                </c:pt>
                <c:pt idx="40268">
                  <c:v>2</c:v>
                </c:pt>
                <c:pt idx="40269">
                  <c:v>2</c:v>
                </c:pt>
                <c:pt idx="40270">
                  <c:v>2</c:v>
                </c:pt>
                <c:pt idx="40271">
                  <c:v>2</c:v>
                </c:pt>
                <c:pt idx="40272">
                  <c:v>2</c:v>
                </c:pt>
                <c:pt idx="40273">
                  <c:v>2</c:v>
                </c:pt>
                <c:pt idx="40274">
                  <c:v>2</c:v>
                </c:pt>
                <c:pt idx="40275">
                  <c:v>2</c:v>
                </c:pt>
                <c:pt idx="40276">
                  <c:v>2</c:v>
                </c:pt>
                <c:pt idx="40277">
                  <c:v>2</c:v>
                </c:pt>
                <c:pt idx="40278">
                  <c:v>2</c:v>
                </c:pt>
                <c:pt idx="40279">
                  <c:v>2</c:v>
                </c:pt>
                <c:pt idx="40280">
                  <c:v>8</c:v>
                </c:pt>
                <c:pt idx="40281">
                  <c:v>6</c:v>
                </c:pt>
                <c:pt idx="40282">
                  <c:v>6</c:v>
                </c:pt>
                <c:pt idx="40283">
                  <c:v>10</c:v>
                </c:pt>
                <c:pt idx="40284">
                  <c:v>15</c:v>
                </c:pt>
                <c:pt idx="40285">
                  <c:v>3</c:v>
                </c:pt>
                <c:pt idx="40286">
                  <c:v>4</c:v>
                </c:pt>
                <c:pt idx="40287">
                  <c:v>2</c:v>
                </c:pt>
                <c:pt idx="40288">
                  <c:v>1</c:v>
                </c:pt>
                <c:pt idx="40289">
                  <c:v>3</c:v>
                </c:pt>
                <c:pt idx="40290">
                  <c:v>1</c:v>
                </c:pt>
                <c:pt idx="40291">
                  <c:v>2</c:v>
                </c:pt>
                <c:pt idx="40292">
                  <c:v>3</c:v>
                </c:pt>
                <c:pt idx="40293">
                  <c:v>5</c:v>
                </c:pt>
                <c:pt idx="40294">
                  <c:v>1</c:v>
                </c:pt>
                <c:pt idx="40295">
                  <c:v>2</c:v>
                </c:pt>
                <c:pt idx="40296">
                  <c:v>2</c:v>
                </c:pt>
                <c:pt idx="40297">
                  <c:v>3</c:v>
                </c:pt>
                <c:pt idx="40298">
                  <c:v>3</c:v>
                </c:pt>
                <c:pt idx="40299">
                  <c:v>5</c:v>
                </c:pt>
                <c:pt idx="40300">
                  <c:v>4</c:v>
                </c:pt>
                <c:pt idx="40301">
                  <c:v>5</c:v>
                </c:pt>
                <c:pt idx="40302">
                  <c:v>5</c:v>
                </c:pt>
                <c:pt idx="40303">
                  <c:v>5</c:v>
                </c:pt>
                <c:pt idx="40304">
                  <c:v>3</c:v>
                </c:pt>
                <c:pt idx="40305">
                  <c:v>5</c:v>
                </c:pt>
                <c:pt idx="40306">
                  <c:v>4</c:v>
                </c:pt>
                <c:pt idx="40307">
                  <c:v>4</c:v>
                </c:pt>
                <c:pt idx="40308">
                  <c:v>4</c:v>
                </c:pt>
                <c:pt idx="40309">
                  <c:v>4</c:v>
                </c:pt>
                <c:pt idx="40310">
                  <c:v>5</c:v>
                </c:pt>
                <c:pt idx="40311">
                  <c:v>4</c:v>
                </c:pt>
                <c:pt idx="40312">
                  <c:v>4</c:v>
                </c:pt>
                <c:pt idx="40313">
                  <c:v>5</c:v>
                </c:pt>
                <c:pt idx="40314">
                  <c:v>3</c:v>
                </c:pt>
                <c:pt idx="40315">
                  <c:v>3</c:v>
                </c:pt>
                <c:pt idx="40316">
                  <c:v>4</c:v>
                </c:pt>
                <c:pt idx="40317">
                  <c:v>2</c:v>
                </c:pt>
                <c:pt idx="40318">
                  <c:v>2</c:v>
                </c:pt>
                <c:pt idx="40319">
                  <c:v>1</c:v>
                </c:pt>
                <c:pt idx="40320">
                  <c:v>1</c:v>
                </c:pt>
                <c:pt idx="40321">
                  <c:v>2</c:v>
                </c:pt>
                <c:pt idx="40322">
                  <c:v>6</c:v>
                </c:pt>
                <c:pt idx="40323">
                  <c:v>5</c:v>
                </c:pt>
                <c:pt idx="40324">
                  <c:v>6</c:v>
                </c:pt>
                <c:pt idx="40325">
                  <c:v>5</c:v>
                </c:pt>
                <c:pt idx="40326">
                  <c:v>6</c:v>
                </c:pt>
                <c:pt idx="40327">
                  <c:v>5</c:v>
                </c:pt>
                <c:pt idx="40328">
                  <c:v>6</c:v>
                </c:pt>
                <c:pt idx="40329">
                  <c:v>5</c:v>
                </c:pt>
                <c:pt idx="40330">
                  <c:v>6</c:v>
                </c:pt>
                <c:pt idx="40331">
                  <c:v>2</c:v>
                </c:pt>
                <c:pt idx="40332">
                  <c:v>2</c:v>
                </c:pt>
                <c:pt idx="40333">
                  <c:v>2</c:v>
                </c:pt>
                <c:pt idx="40334">
                  <c:v>3</c:v>
                </c:pt>
                <c:pt idx="40335">
                  <c:v>2</c:v>
                </c:pt>
                <c:pt idx="40336">
                  <c:v>2</c:v>
                </c:pt>
                <c:pt idx="40337">
                  <c:v>4</c:v>
                </c:pt>
                <c:pt idx="40338">
                  <c:v>2</c:v>
                </c:pt>
                <c:pt idx="40339">
                  <c:v>3</c:v>
                </c:pt>
                <c:pt idx="40340">
                  <c:v>3</c:v>
                </c:pt>
                <c:pt idx="40341">
                  <c:v>4</c:v>
                </c:pt>
                <c:pt idx="40342">
                  <c:v>3</c:v>
                </c:pt>
                <c:pt idx="40343">
                  <c:v>3</c:v>
                </c:pt>
                <c:pt idx="40344">
                  <c:v>3</c:v>
                </c:pt>
                <c:pt idx="40345">
                  <c:v>3</c:v>
                </c:pt>
                <c:pt idx="40346">
                  <c:v>3</c:v>
                </c:pt>
                <c:pt idx="40347">
                  <c:v>3</c:v>
                </c:pt>
                <c:pt idx="40348">
                  <c:v>3</c:v>
                </c:pt>
                <c:pt idx="40349">
                  <c:v>2</c:v>
                </c:pt>
                <c:pt idx="40350">
                  <c:v>3</c:v>
                </c:pt>
                <c:pt idx="40351">
                  <c:v>3</c:v>
                </c:pt>
                <c:pt idx="40352">
                  <c:v>3</c:v>
                </c:pt>
                <c:pt idx="40353">
                  <c:v>4</c:v>
                </c:pt>
                <c:pt idx="40354">
                  <c:v>3</c:v>
                </c:pt>
                <c:pt idx="40355">
                  <c:v>3</c:v>
                </c:pt>
                <c:pt idx="40356">
                  <c:v>3</c:v>
                </c:pt>
                <c:pt idx="40357">
                  <c:v>3</c:v>
                </c:pt>
                <c:pt idx="40358">
                  <c:v>2</c:v>
                </c:pt>
                <c:pt idx="40359">
                  <c:v>4</c:v>
                </c:pt>
                <c:pt idx="40360">
                  <c:v>2</c:v>
                </c:pt>
                <c:pt idx="40361">
                  <c:v>3</c:v>
                </c:pt>
                <c:pt idx="40362">
                  <c:v>3</c:v>
                </c:pt>
                <c:pt idx="40363">
                  <c:v>3</c:v>
                </c:pt>
                <c:pt idx="40364">
                  <c:v>3</c:v>
                </c:pt>
                <c:pt idx="40365">
                  <c:v>3</c:v>
                </c:pt>
                <c:pt idx="40366">
                  <c:v>2</c:v>
                </c:pt>
                <c:pt idx="40367">
                  <c:v>2</c:v>
                </c:pt>
                <c:pt idx="40368">
                  <c:v>3</c:v>
                </c:pt>
                <c:pt idx="40369">
                  <c:v>3</c:v>
                </c:pt>
                <c:pt idx="40370">
                  <c:v>2</c:v>
                </c:pt>
                <c:pt idx="40371">
                  <c:v>2</c:v>
                </c:pt>
                <c:pt idx="40372">
                  <c:v>1</c:v>
                </c:pt>
                <c:pt idx="40373">
                  <c:v>3</c:v>
                </c:pt>
                <c:pt idx="40374">
                  <c:v>3</c:v>
                </c:pt>
                <c:pt idx="40375">
                  <c:v>2</c:v>
                </c:pt>
                <c:pt idx="40376">
                  <c:v>2</c:v>
                </c:pt>
                <c:pt idx="40377">
                  <c:v>2</c:v>
                </c:pt>
                <c:pt idx="40378">
                  <c:v>2</c:v>
                </c:pt>
                <c:pt idx="40379">
                  <c:v>2</c:v>
                </c:pt>
                <c:pt idx="40380">
                  <c:v>4</c:v>
                </c:pt>
                <c:pt idx="40381">
                  <c:v>2</c:v>
                </c:pt>
                <c:pt idx="40382">
                  <c:v>2</c:v>
                </c:pt>
                <c:pt idx="40383">
                  <c:v>2</c:v>
                </c:pt>
                <c:pt idx="40384">
                  <c:v>2</c:v>
                </c:pt>
                <c:pt idx="40385">
                  <c:v>3</c:v>
                </c:pt>
                <c:pt idx="40386">
                  <c:v>1</c:v>
                </c:pt>
                <c:pt idx="40387">
                  <c:v>1</c:v>
                </c:pt>
                <c:pt idx="40388">
                  <c:v>2</c:v>
                </c:pt>
                <c:pt idx="40389">
                  <c:v>2</c:v>
                </c:pt>
                <c:pt idx="40390">
                  <c:v>2</c:v>
                </c:pt>
                <c:pt idx="40391">
                  <c:v>2</c:v>
                </c:pt>
                <c:pt idx="40392">
                  <c:v>2</c:v>
                </c:pt>
                <c:pt idx="40393">
                  <c:v>4</c:v>
                </c:pt>
                <c:pt idx="40394">
                  <c:v>4</c:v>
                </c:pt>
                <c:pt idx="40395">
                  <c:v>3</c:v>
                </c:pt>
                <c:pt idx="40396">
                  <c:v>2</c:v>
                </c:pt>
                <c:pt idx="40397">
                  <c:v>3</c:v>
                </c:pt>
                <c:pt idx="40398">
                  <c:v>2</c:v>
                </c:pt>
                <c:pt idx="40399">
                  <c:v>3</c:v>
                </c:pt>
                <c:pt idx="40400">
                  <c:v>4</c:v>
                </c:pt>
                <c:pt idx="40401">
                  <c:v>5</c:v>
                </c:pt>
                <c:pt idx="40402">
                  <c:v>2</c:v>
                </c:pt>
                <c:pt idx="40403">
                  <c:v>2</c:v>
                </c:pt>
                <c:pt idx="40404">
                  <c:v>4</c:v>
                </c:pt>
                <c:pt idx="40405">
                  <c:v>3</c:v>
                </c:pt>
                <c:pt idx="40406">
                  <c:v>2</c:v>
                </c:pt>
                <c:pt idx="40407">
                  <c:v>4</c:v>
                </c:pt>
                <c:pt idx="40408">
                  <c:v>3</c:v>
                </c:pt>
                <c:pt idx="40409">
                  <c:v>3</c:v>
                </c:pt>
                <c:pt idx="40410">
                  <c:v>4</c:v>
                </c:pt>
                <c:pt idx="40411">
                  <c:v>3</c:v>
                </c:pt>
                <c:pt idx="40412">
                  <c:v>4</c:v>
                </c:pt>
                <c:pt idx="40413">
                  <c:v>4</c:v>
                </c:pt>
                <c:pt idx="40414">
                  <c:v>2</c:v>
                </c:pt>
                <c:pt idx="40415">
                  <c:v>2</c:v>
                </c:pt>
                <c:pt idx="40416">
                  <c:v>2</c:v>
                </c:pt>
                <c:pt idx="40417">
                  <c:v>2</c:v>
                </c:pt>
                <c:pt idx="40418">
                  <c:v>4</c:v>
                </c:pt>
                <c:pt idx="40419">
                  <c:v>4</c:v>
                </c:pt>
                <c:pt idx="40420">
                  <c:v>2</c:v>
                </c:pt>
                <c:pt idx="40421">
                  <c:v>1</c:v>
                </c:pt>
                <c:pt idx="40422">
                  <c:v>1</c:v>
                </c:pt>
                <c:pt idx="40423">
                  <c:v>1</c:v>
                </c:pt>
                <c:pt idx="40424">
                  <c:v>1</c:v>
                </c:pt>
                <c:pt idx="40425">
                  <c:v>2</c:v>
                </c:pt>
                <c:pt idx="40426">
                  <c:v>1</c:v>
                </c:pt>
                <c:pt idx="40427">
                  <c:v>2</c:v>
                </c:pt>
                <c:pt idx="40428">
                  <c:v>1</c:v>
                </c:pt>
                <c:pt idx="40429">
                  <c:v>2</c:v>
                </c:pt>
                <c:pt idx="40430">
                  <c:v>2</c:v>
                </c:pt>
                <c:pt idx="40431">
                  <c:v>1</c:v>
                </c:pt>
                <c:pt idx="40432">
                  <c:v>1</c:v>
                </c:pt>
                <c:pt idx="40433">
                  <c:v>1</c:v>
                </c:pt>
                <c:pt idx="40434">
                  <c:v>1</c:v>
                </c:pt>
                <c:pt idx="40435">
                  <c:v>1</c:v>
                </c:pt>
                <c:pt idx="40436">
                  <c:v>2</c:v>
                </c:pt>
                <c:pt idx="40437">
                  <c:v>2</c:v>
                </c:pt>
                <c:pt idx="40438">
                  <c:v>5</c:v>
                </c:pt>
                <c:pt idx="40439">
                  <c:v>4</c:v>
                </c:pt>
                <c:pt idx="40440">
                  <c:v>4</c:v>
                </c:pt>
                <c:pt idx="40441">
                  <c:v>4</c:v>
                </c:pt>
                <c:pt idx="40442">
                  <c:v>4</c:v>
                </c:pt>
                <c:pt idx="40443">
                  <c:v>2</c:v>
                </c:pt>
                <c:pt idx="40444">
                  <c:v>1</c:v>
                </c:pt>
                <c:pt idx="40445">
                  <c:v>2</c:v>
                </c:pt>
                <c:pt idx="40446">
                  <c:v>1</c:v>
                </c:pt>
                <c:pt idx="40447">
                  <c:v>2</c:v>
                </c:pt>
                <c:pt idx="40448">
                  <c:v>1</c:v>
                </c:pt>
                <c:pt idx="40449">
                  <c:v>5</c:v>
                </c:pt>
                <c:pt idx="40450">
                  <c:v>1</c:v>
                </c:pt>
                <c:pt idx="40451">
                  <c:v>2</c:v>
                </c:pt>
                <c:pt idx="40452">
                  <c:v>2</c:v>
                </c:pt>
                <c:pt idx="40453">
                  <c:v>2</c:v>
                </c:pt>
                <c:pt idx="40454">
                  <c:v>2</c:v>
                </c:pt>
                <c:pt idx="40455">
                  <c:v>2</c:v>
                </c:pt>
                <c:pt idx="40456">
                  <c:v>2</c:v>
                </c:pt>
                <c:pt idx="40457">
                  <c:v>4</c:v>
                </c:pt>
                <c:pt idx="40458">
                  <c:v>4</c:v>
                </c:pt>
                <c:pt idx="40459">
                  <c:v>1</c:v>
                </c:pt>
                <c:pt idx="40460">
                  <c:v>1</c:v>
                </c:pt>
                <c:pt idx="40461">
                  <c:v>3</c:v>
                </c:pt>
                <c:pt idx="40462">
                  <c:v>4</c:v>
                </c:pt>
                <c:pt idx="40463">
                  <c:v>1</c:v>
                </c:pt>
                <c:pt idx="40464">
                  <c:v>2</c:v>
                </c:pt>
                <c:pt idx="40465">
                  <c:v>3</c:v>
                </c:pt>
                <c:pt idx="40466">
                  <c:v>1</c:v>
                </c:pt>
                <c:pt idx="40467">
                  <c:v>2</c:v>
                </c:pt>
                <c:pt idx="40468">
                  <c:v>3</c:v>
                </c:pt>
                <c:pt idx="40469">
                  <c:v>1</c:v>
                </c:pt>
                <c:pt idx="40470">
                  <c:v>1</c:v>
                </c:pt>
                <c:pt idx="40471">
                  <c:v>0</c:v>
                </c:pt>
                <c:pt idx="40472">
                  <c:v>1</c:v>
                </c:pt>
                <c:pt idx="40473">
                  <c:v>3</c:v>
                </c:pt>
                <c:pt idx="40474">
                  <c:v>5</c:v>
                </c:pt>
                <c:pt idx="40475">
                  <c:v>2</c:v>
                </c:pt>
                <c:pt idx="40476">
                  <c:v>3</c:v>
                </c:pt>
                <c:pt idx="40477">
                  <c:v>1</c:v>
                </c:pt>
                <c:pt idx="40478">
                  <c:v>2</c:v>
                </c:pt>
                <c:pt idx="40479">
                  <c:v>2</c:v>
                </c:pt>
                <c:pt idx="40480">
                  <c:v>4</c:v>
                </c:pt>
                <c:pt idx="40481">
                  <c:v>1</c:v>
                </c:pt>
                <c:pt idx="40482">
                  <c:v>1</c:v>
                </c:pt>
                <c:pt idx="40483">
                  <c:v>1</c:v>
                </c:pt>
                <c:pt idx="40484">
                  <c:v>2</c:v>
                </c:pt>
                <c:pt idx="40485">
                  <c:v>2</c:v>
                </c:pt>
                <c:pt idx="40486">
                  <c:v>2</c:v>
                </c:pt>
                <c:pt idx="40487">
                  <c:v>2</c:v>
                </c:pt>
                <c:pt idx="40488">
                  <c:v>2</c:v>
                </c:pt>
                <c:pt idx="40489">
                  <c:v>3</c:v>
                </c:pt>
                <c:pt idx="40490">
                  <c:v>2</c:v>
                </c:pt>
                <c:pt idx="40491">
                  <c:v>3</c:v>
                </c:pt>
                <c:pt idx="40492">
                  <c:v>2</c:v>
                </c:pt>
                <c:pt idx="40493">
                  <c:v>2</c:v>
                </c:pt>
                <c:pt idx="40494">
                  <c:v>1</c:v>
                </c:pt>
                <c:pt idx="40495">
                  <c:v>3</c:v>
                </c:pt>
                <c:pt idx="40496">
                  <c:v>3</c:v>
                </c:pt>
                <c:pt idx="40497">
                  <c:v>3</c:v>
                </c:pt>
                <c:pt idx="40498">
                  <c:v>3</c:v>
                </c:pt>
                <c:pt idx="40499">
                  <c:v>1</c:v>
                </c:pt>
                <c:pt idx="40500">
                  <c:v>4</c:v>
                </c:pt>
                <c:pt idx="40501">
                  <c:v>2</c:v>
                </c:pt>
                <c:pt idx="40502">
                  <c:v>3</c:v>
                </c:pt>
                <c:pt idx="40503">
                  <c:v>1</c:v>
                </c:pt>
                <c:pt idx="40504">
                  <c:v>2</c:v>
                </c:pt>
                <c:pt idx="40505">
                  <c:v>3</c:v>
                </c:pt>
                <c:pt idx="40506">
                  <c:v>1</c:v>
                </c:pt>
                <c:pt idx="40507">
                  <c:v>1</c:v>
                </c:pt>
                <c:pt idx="40508">
                  <c:v>1</c:v>
                </c:pt>
                <c:pt idx="40509">
                  <c:v>2</c:v>
                </c:pt>
                <c:pt idx="40510">
                  <c:v>1</c:v>
                </c:pt>
                <c:pt idx="40511">
                  <c:v>1</c:v>
                </c:pt>
                <c:pt idx="40512">
                  <c:v>1</c:v>
                </c:pt>
                <c:pt idx="40513">
                  <c:v>1</c:v>
                </c:pt>
                <c:pt idx="40514">
                  <c:v>3</c:v>
                </c:pt>
                <c:pt idx="40515">
                  <c:v>2</c:v>
                </c:pt>
                <c:pt idx="40516">
                  <c:v>1</c:v>
                </c:pt>
                <c:pt idx="40517">
                  <c:v>1</c:v>
                </c:pt>
                <c:pt idx="40518">
                  <c:v>1</c:v>
                </c:pt>
                <c:pt idx="40519">
                  <c:v>1</c:v>
                </c:pt>
                <c:pt idx="40520">
                  <c:v>1</c:v>
                </c:pt>
                <c:pt idx="40521">
                  <c:v>2</c:v>
                </c:pt>
                <c:pt idx="40522">
                  <c:v>1</c:v>
                </c:pt>
                <c:pt idx="40523">
                  <c:v>1</c:v>
                </c:pt>
                <c:pt idx="40524">
                  <c:v>2</c:v>
                </c:pt>
                <c:pt idx="40525">
                  <c:v>5</c:v>
                </c:pt>
                <c:pt idx="40526">
                  <c:v>4</c:v>
                </c:pt>
                <c:pt idx="40527">
                  <c:v>1</c:v>
                </c:pt>
                <c:pt idx="40528">
                  <c:v>1</c:v>
                </c:pt>
                <c:pt idx="40529">
                  <c:v>3</c:v>
                </c:pt>
                <c:pt idx="40530">
                  <c:v>3</c:v>
                </c:pt>
                <c:pt idx="40531">
                  <c:v>3</c:v>
                </c:pt>
                <c:pt idx="40532">
                  <c:v>2</c:v>
                </c:pt>
                <c:pt idx="40533">
                  <c:v>2</c:v>
                </c:pt>
                <c:pt idx="40534">
                  <c:v>3</c:v>
                </c:pt>
                <c:pt idx="40535">
                  <c:v>2</c:v>
                </c:pt>
                <c:pt idx="40536">
                  <c:v>3</c:v>
                </c:pt>
                <c:pt idx="40537">
                  <c:v>4</c:v>
                </c:pt>
                <c:pt idx="40538">
                  <c:v>2</c:v>
                </c:pt>
                <c:pt idx="40539">
                  <c:v>3</c:v>
                </c:pt>
                <c:pt idx="40540">
                  <c:v>3</c:v>
                </c:pt>
                <c:pt idx="40541">
                  <c:v>1</c:v>
                </c:pt>
                <c:pt idx="40542">
                  <c:v>1</c:v>
                </c:pt>
                <c:pt idx="40543">
                  <c:v>1</c:v>
                </c:pt>
                <c:pt idx="40544">
                  <c:v>1</c:v>
                </c:pt>
                <c:pt idx="40545">
                  <c:v>1</c:v>
                </c:pt>
                <c:pt idx="40546">
                  <c:v>1</c:v>
                </c:pt>
                <c:pt idx="40547">
                  <c:v>1</c:v>
                </c:pt>
                <c:pt idx="40548">
                  <c:v>1</c:v>
                </c:pt>
                <c:pt idx="40549">
                  <c:v>1</c:v>
                </c:pt>
                <c:pt idx="40550">
                  <c:v>1</c:v>
                </c:pt>
                <c:pt idx="40551">
                  <c:v>1</c:v>
                </c:pt>
                <c:pt idx="40552">
                  <c:v>1</c:v>
                </c:pt>
                <c:pt idx="40553">
                  <c:v>2</c:v>
                </c:pt>
                <c:pt idx="40554">
                  <c:v>2</c:v>
                </c:pt>
                <c:pt idx="40555">
                  <c:v>2</c:v>
                </c:pt>
                <c:pt idx="40556">
                  <c:v>2</c:v>
                </c:pt>
                <c:pt idx="40557">
                  <c:v>2</c:v>
                </c:pt>
                <c:pt idx="40558">
                  <c:v>2</c:v>
                </c:pt>
                <c:pt idx="40559">
                  <c:v>3</c:v>
                </c:pt>
                <c:pt idx="40560">
                  <c:v>3</c:v>
                </c:pt>
                <c:pt idx="40561">
                  <c:v>3</c:v>
                </c:pt>
                <c:pt idx="40562">
                  <c:v>3</c:v>
                </c:pt>
                <c:pt idx="40563">
                  <c:v>3</c:v>
                </c:pt>
                <c:pt idx="40564">
                  <c:v>2</c:v>
                </c:pt>
                <c:pt idx="40565">
                  <c:v>3</c:v>
                </c:pt>
                <c:pt idx="40566">
                  <c:v>2</c:v>
                </c:pt>
                <c:pt idx="40567">
                  <c:v>2</c:v>
                </c:pt>
                <c:pt idx="40568">
                  <c:v>2</c:v>
                </c:pt>
                <c:pt idx="40569">
                  <c:v>4</c:v>
                </c:pt>
                <c:pt idx="40570">
                  <c:v>3</c:v>
                </c:pt>
                <c:pt idx="40571">
                  <c:v>1</c:v>
                </c:pt>
                <c:pt idx="40572">
                  <c:v>3</c:v>
                </c:pt>
                <c:pt idx="40573">
                  <c:v>4</c:v>
                </c:pt>
                <c:pt idx="40574">
                  <c:v>2</c:v>
                </c:pt>
                <c:pt idx="40575">
                  <c:v>2</c:v>
                </c:pt>
                <c:pt idx="40576">
                  <c:v>2</c:v>
                </c:pt>
                <c:pt idx="40577">
                  <c:v>2</c:v>
                </c:pt>
                <c:pt idx="40578">
                  <c:v>1</c:v>
                </c:pt>
                <c:pt idx="40579">
                  <c:v>1</c:v>
                </c:pt>
                <c:pt idx="40580">
                  <c:v>0</c:v>
                </c:pt>
                <c:pt idx="40581">
                  <c:v>1</c:v>
                </c:pt>
                <c:pt idx="40582">
                  <c:v>7</c:v>
                </c:pt>
                <c:pt idx="40583">
                  <c:v>3</c:v>
                </c:pt>
                <c:pt idx="40584">
                  <c:v>5</c:v>
                </c:pt>
                <c:pt idx="40585">
                  <c:v>5</c:v>
                </c:pt>
                <c:pt idx="40586">
                  <c:v>4</c:v>
                </c:pt>
                <c:pt idx="40587">
                  <c:v>2</c:v>
                </c:pt>
                <c:pt idx="40588">
                  <c:v>4</c:v>
                </c:pt>
                <c:pt idx="40589">
                  <c:v>6</c:v>
                </c:pt>
                <c:pt idx="40590">
                  <c:v>2</c:v>
                </c:pt>
                <c:pt idx="40591">
                  <c:v>2</c:v>
                </c:pt>
                <c:pt idx="40592">
                  <c:v>4</c:v>
                </c:pt>
                <c:pt idx="40593">
                  <c:v>2</c:v>
                </c:pt>
                <c:pt idx="40594">
                  <c:v>2</c:v>
                </c:pt>
                <c:pt idx="40595">
                  <c:v>4</c:v>
                </c:pt>
                <c:pt idx="40596">
                  <c:v>3</c:v>
                </c:pt>
                <c:pt idx="40597">
                  <c:v>1</c:v>
                </c:pt>
                <c:pt idx="40598">
                  <c:v>1</c:v>
                </c:pt>
                <c:pt idx="40599">
                  <c:v>2</c:v>
                </c:pt>
                <c:pt idx="40600">
                  <c:v>2</c:v>
                </c:pt>
                <c:pt idx="40601">
                  <c:v>2</c:v>
                </c:pt>
                <c:pt idx="40602">
                  <c:v>4</c:v>
                </c:pt>
                <c:pt idx="40603">
                  <c:v>12</c:v>
                </c:pt>
                <c:pt idx="40604">
                  <c:v>4</c:v>
                </c:pt>
                <c:pt idx="40605">
                  <c:v>4</c:v>
                </c:pt>
                <c:pt idx="40606">
                  <c:v>4</c:v>
                </c:pt>
                <c:pt idx="40607">
                  <c:v>6</c:v>
                </c:pt>
                <c:pt idx="40608">
                  <c:v>5</c:v>
                </c:pt>
                <c:pt idx="40609">
                  <c:v>2</c:v>
                </c:pt>
                <c:pt idx="40610">
                  <c:v>3</c:v>
                </c:pt>
                <c:pt idx="40611">
                  <c:v>2</c:v>
                </c:pt>
                <c:pt idx="40612">
                  <c:v>3</c:v>
                </c:pt>
                <c:pt idx="40613">
                  <c:v>3</c:v>
                </c:pt>
                <c:pt idx="40614">
                  <c:v>5</c:v>
                </c:pt>
                <c:pt idx="40615">
                  <c:v>-5</c:v>
                </c:pt>
                <c:pt idx="40616">
                  <c:v>5</c:v>
                </c:pt>
                <c:pt idx="40617">
                  <c:v>5</c:v>
                </c:pt>
                <c:pt idx="40618">
                  <c:v>2</c:v>
                </c:pt>
                <c:pt idx="40619">
                  <c:v>2</c:v>
                </c:pt>
                <c:pt idx="40620">
                  <c:v>4</c:v>
                </c:pt>
                <c:pt idx="40621">
                  <c:v>2</c:v>
                </c:pt>
                <c:pt idx="40622">
                  <c:v>2</c:v>
                </c:pt>
                <c:pt idx="40623">
                  <c:v>3</c:v>
                </c:pt>
                <c:pt idx="40624">
                  <c:v>3</c:v>
                </c:pt>
                <c:pt idx="40625">
                  <c:v>2</c:v>
                </c:pt>
                <c:pt idx="40626">
                  <c:v>6</c:v>
                </c:pt>
                <c:pt idx="40627">
                  <c:v>6</c:v>
                </c:pt>
                <c:pt idx="40628">
                  <c:v>4</c:v>
                </c:pt>
                <c:pt idx="40629">
                  <c:v>4</c:v>
                </c:pt>
                <c:pt idx="40630">
                  <c:v>2</c:v>
                </c:pt>
                <c:pt idx="40631">
                  <c:v>2</c:v>
                </c:pt>
                <c:pt idx="40632">
                  <c:v>1</c:v>
                </c:pt>
                <c:pt idx="40633">
                  <c:v>1</c:v>
                </c:pt>
                <c:pt idx="40634">
                  <c:v>1</c:v>
                </c:pt>
                <c:pt idx="40635">
                  <c:v>3</c:v>
                </c:pt>
                <c:pt idx="40636">
                  <c:v>3</c:v>
                </c:pt>
                <c:pt idx="40637">
                  <c:v>6</c:v>
                </c:pt>
                <c:pt idx="40638">
                  <c:v>2</c:v>
                </c:pt>
                <c:pt idx="40639">
                  <c:v>3</c:v>
                </c:pt>
                <c:pt idx="40640">
                  <c:v>6</c:v>
                </c:pt>
                <c:pt idx="40641">
                  <c:v>1</c:v>
                </c:pt>
                <c:pt idx="40642">
                  <c:v>6</c:v>
                </c:pt>
                <c:pt idx="40643">
                  <c:v>5</c:v>
                </c:pt>
                <c:pt idx="40644">
                  <c:v>3</c:v>
                </c:pt>
                <c:pt idx="40645">
                  <c:v>2</c:v>
                </c:pt>
                <c:pt idx="40646">
                  <c:v>3</c:v>
                </c:pt>
                <c:pt idx="40647">
                  <c:v>3</c:v>
                </c:pt>
                <c:pt idx="40648">
                  <c:v>1</c:v>
                </c:pt>
                <c:pt idx="40649">
                  <c:v>3</c:v>
                </c:pt>
                <c:pt idx="40650">
                  <c:v>3</c:v>
                </c:pt>
                <c:pt idx="40651">
                  <c:v>1</c:v>
                </c:pt>
                <c:pt idx="40652">
                  <c:v>2</c:v>
                </c:pt>
                <c:pt idx="40653">
                  <c:v>1</c:v>
                </c:pt>
                <c:pt idx="40654">
                  <c:v>4</c:v>
                </c:pt>
                <c:pt idx="40655">
                  <c:v>5</c:v>
                </c:pt>
                <c:pt idx="40656">
                  <c:v>1</c:v>
                </c:pt>
                <c:pt idx="40657">
                  <c:v>1</c:v>
                </c:pt>
                <c:pt idx="40658">
                  <c:v>1</c:v>
                </c:pt>
                <c:pt idx="40659">
                  <c:v>1</c:v>
                </c:pt>
                <c:pt idx="40660">
                  <c:v>2</c:v>
                </c:pt>
                <c:pt idx="40661">
                  <c:v>4</c:v>
                </c:pt>
                <c:pt idx="40662">
                  <c:v>4</c:v>
                </c:pt>
                <c:pt idx="40663">
                  <c:v>4</c:v>
                </c:pt>
                <c:pt idx="40664">
                  <c:v>2</c:v>
                </c:pt>
                <c:pt idx="40665">
                  <c:v>2</c:v>
                </c:pt>
                <c:pt idx="40666">
                  <c:v>3</c:v>
                </c:pt>
                <c:pt idx="40667">
                  <c:v>3</c:v>
                </c:pt>
                <c:pt idx="40668">
                  <c:v>1</c:v>
                </c:pt>
                <c:pt idx="40669">
                  <c:v>4</c:v>
                </c:pt>
                <c:pt idx="40670">
                  <c:v>5</c:v>
                </c:pt>
                <c:pt idx="40671">
                  <c:v>2</c:v>
                </c:pt>
                <c:pt idx="40672">
                  <c:v>3</c:v>
                </c:pt>
                <c:pt idx="40673">
                  <c:v>2</c:v>
                </c:pt>
                <c:pt idx="40674">
                  <c:v>2</c:v>
                </c:pt>
                <c:pt idx="40675">
                  <c:v>2</c:v>
                </c:pt>
                <c:pt idx="40676">
                  <c:v>2</c:v>
                </c:pt>
                <c:pt idx="40677">
                  <c:v>2</c:v>
                </c:pt>
                <c:pt idx="40678">
                  <c:v>2</c:v>
                </c:pt>
                <c:pt idx="40679">
                  <c:v>1</c:v>
                </c:pt>
                <c:pt idx="40680">
                  <c:v>2</c:v>
                </c:pt>
                <c:pt idx="40681">
                  <c:v>2</c:v>
                </c:pt>
                <c:pt idx="40682">
                  <c:v>1</c:v>
                </c:pt>
                <c:pt idx="40683">
                  <c:v>3</c:v>
                </c:pt>
                <c:pt idx="40684">
                  <c:v>2</c:v>
                </c:pt>
                <c:pt idx="40685">
                  <c:v>4</c:v>
                </c:pt>
                <c:pt idx="40686">
                  <c:v>2</c:v>
                </c:pt>
                <c:pt idx="40687">
                  <c:v>2</c:v>
                </c:pt>
                <c:pt idx="40688">
                  <c:v>2</c:v>
                </c:pt>
                <c:pt idx="40689">
                  <c:v>2</c:v>
                </c:pt>
                <c:pt idx="40690">
                  <c:v>4</c:v>
                </c:pt>
                <c:pt idx="40691">
                  <c:v>3</c:v>
                </c:pt>
                <c:pt idx="40692">
                  <c:v>3</c:v>
                </c:pt>
                <c:pt idx="40693">
                  <c:v>4</c:v>
                </c:pt>
                <c:pt idx="40694">
                  <c:v>2</c:v>
                </c:pt>
                <c:pt idx="40695">
                  <c:v>2</c:v>
                </c:pt>
                <c:pt idx="40696">
                  <c:v>2</c:v>
                </c:pt>
                <c:pt idx="40697">
                  <c:v>2</c:v>
                </c:pt>
                <c:pt idx="40698">
                  <c:v>2</c:v>
                </c:pt>
                <c:pt idx="40699">
                  <c:v>2</c:v>
                </c:pt>
                <c:pt idx="40700">
                  <c:v>2</c:v>
                </c:pt>
                <c:pt idx="40701">
                  <c:v>2</c:v>
                </c:pt>
                <c:pt idx="40702">
                  <c:v>2</c:v>
                </c:pt>
                <c:pt idx="40703">
                  <c:v>2</c:v>
                </c:pt>
                <c:pt idx="40704">
                  <c:v>4</c:v>
                </c:pt>
                <c:pt idx="40705">
                  <c:v>2</c:v>
                </c:pt>
                <c:pt idx="40706">
                  <c:v>2</c:v>
                </c:pt>
                <c:pt idx="40707">
                  <c:v>5</c:v>
                </c:pt>
                <c:pt idx="40708">
                  <c:v>0</c:v>
                </c:pt>
                <c:pt idx="40709">
                  <c:v>2</c:v>
                </c:pt>
                <c:pt idx="40710">
                  <c:v>2</c:v>
                </c:pt>
                <c:pt idx="40711">
                  <c:v>1</c:v>
                </c:pt>
                <c:pt idx="40712">
                  <c:v>3</c:v>
                </c:pt>
                <c:pt idx="40713">
                  <c:v>4</c:v>
                </c:pt>
                <c:pt idx="40714">
                  <c:v>2</c:v>
                </c:pt>
                <c:pt idx="40715">
                  <c:v>2</c:v>
                </c:pt>
                <c:pt idx="40716">
                  <c:v>3</c:v>
                </c:pt>
                <c:pt idx="40717">
                  <c:v>2</c:v>
                </c:pt>
                <c:pt idx="40718">
                  <c:v>2</c:v>
                </c:pt>
                <c:pt idx="40719">
                  <c:v>2</c:v>
                </c:pt>
                <c:pt idx="40720">
                  <c:v>2</c:v>
                </c:pt>
                <c:pt idx="40721">
                  <c:v>2</c:v>
                </c:pt>
                <c:pt idx="40722">
                  <c:v>2</c:v>
                </c:pt>
                <c:pt idx="40723">
                  <c:v>2</c:v>
                </c:pt>
                <c:pt idx="40724">
                  <c:v>1</c:v>
                </c:pt>
                <c:pt idx="40725">
                  <c:v>1</c:v>
                </c:pt>
                <c:pt idx="40726">
                  <c:v>2</c:v>
                </c:pt>
                <c:pt idx="40727">
                  <c:v>1</c:v>
                </c:pt>
                <c:pt idx="40728">
                  <c:v>1</c:v>
                </c:pt>
                <c:pt idx="40729">
                  <c:v>2</c:v>
                </c:pt>
                <c:pt idx="40730">
                  <c:v>2</c:v>
                </c:pt>
                <c:pt idx="40731">
                  <c:v>3</c:v>
                </c:pt>
                <c:pt idx="40732">
                  <c:v>4</c:v>
                </c:pt>
                <c:pt idx="40733">
                  <c:v>3</c:v>
                </c:pt>
                <c:pt idx="40734">
                  <c:v>3</c:v>
                </c:pt>
                <c:pt idx="40735">
                  <c:v>3</c:v>
                </c:pt>
                <c:pt idx="40736">
                  <c:v>3</c:v>
                </c:pt>
                <c:pt idx="40737">
                  <c:v>3</c:v>
                </c:pt>
                <c:pt idx="40738">
                  <c:v>4</c:v>
                </c:pt>
                <c:pt idx="40739">
                  <c:v>3</c:v>
                </c:pt>
                <c:pt idx="40740">
                  <c:v>3</c:v>
                </c:pt>
                <c:pt idx="40741">
                  <c:v>3</c:v>
                </c:pt>
                <c:pt idx="40742">
                  <c:v>3</c:v>
                </c:pt>
                <c:pt idx="40743">
                  <c:v>3</c:v>
                </c:pt>
                <c:pt idx="40744">
                  <c:v>4</c:v>
                </c:pt>
                <c:pt idx="40745">
                  <c:v>3</c:v>
                </c:pt>
                <c:pt idx="40746">
                  <c:v>3</c:v>
                </c:pt>
                <c:pt idx="40747">
                  <c:v>4</c:v>
                </c:pt>
                <c:pt idx="40748">
                  <c:v>4</c:v>
                </c:pt>
                <c:pt idx="40749">
                  <c:v>4</c:v>
                </c:pt>
                <c:pt idx="40750">
                  <c:v>4</c:v>
                </c:pt>
                <c:pt idx="40751">
                  <c:v>4</c:v>
                </c:pt>
                <c:pt idx="40752">
                  <c:v>4</c:v>
                </c:pt>
                <c:pt idx="40753">
                  <c:v>4</c:v>
                </c:pt>
                <c:pt idx="40754">
                  <c:v>4</c:v>
                </c:pt>
                <c:pt idx="40755">
                  <c:v>1</c:v>
                </c:pt>
                <c:pt idx="40756">
                  <c:v>2</c:v>
                </c:pt>
                <c:pt idx="40757">
                  <c:v>2</c:v>
                </c:pt>
                <c:pt idx="40758">
                  <c:v>1</c:v>
                </c:pt>
                <c:pt idx="40759">
                  <c:v>2</c:v>
                </c:pt>
                <c:pt idx="40760">
                  <c:v>2</c:v>
                </c:pt>
                <c:pt idx="40761">
                  <c:v>1</c:v>
                </c:pt>
                <c:pt idx="40762">
                  <c:v>1</c:v>
                </c:pt>
                <c:pt idx="40763">
                  <c:v>1</c:v>
                </c:pt>
                <c:pt idx="40764">
                  <c:v>3</c:v>
                </c:pt>
                <c:pt idx="40765">
                  <c:v>2</c:v>
                </c:pt>
                <c:pt idx="40766">
                  <c:v>2</c:v>
                </c:pt>
                <c:pt idx="40767">
                  <c:v>2</c:v>
                </c:pt>
                <c:pt idx="40768">
                  <c:v>2</c:v>
                </c:pt>
                <c:pt idx="40769">
                  <c:v>2</c:v>
                </c:pt>
                <c:pt idx="40770">
                  <c:v>1</c:v>
                </c:pt>
                <c:pt idx="40771">
                  <c:v>2</c:v>
                </c:pt>
                <c:pt idx="40772">
                  <c:v>5</c:v>
                </c:pt>
                <c:pt idx="40773">
                  <c:v>6</c:v>
                </c:pt>
                <c:pt idx="40774">
                  <c:v>8</c:v>
                </c:pt>
                <c:pt idx="40775">
                  <c:v>3</c:v>
                </c:pt>
                <c:pt idx="40776">
                  <c:v>2</c:v>
                </c:pt>
                <c:pt idx="40777">
                  <c:v>2</c:v>
                </c:pt>
                <c:pt idx="40778">
                  <c:v>8</c:v>
                </c:pt>
                <c:pt idx="40779">
                  <c:v>7</c:v>
                </c:pt>
                <c:pt idx="40780">
                  <c:v>1</c:v>
                </c:pt>
                <c:pt idx="40781">
                  <c:v>4</c:v>
                </c:pt>
                <c:pt idx="40782">
                  <c:v>2</c:v>
                </c:pt>
                <c:pt idx="40783">
                  <c:v>2</c:v>
                </c:pt>
                <c:pt idx="40784">
                  <c:v>2</c:v>
                </c:pt>
                <c:pt idx="40785">
                  <c:v>1</c:v>
                </c:pt>
                <c:pt idx="40786">
                  <c:v>1</c:v>
                </c:pt>
                <c:pt idx="40787">
                  <c:v>1</c:v>
                </c:pt>
                <c:pt idx="40788">
                  <c:v>1</c:v>
                </c:pt>
                <c:pt idx="40789">
                  <c:v>1</c:v>
                </c:pt>
                <c:pt idx="40790">
                  <c:v>1</c:v>
                </c:pt>
                <c:pt idx="40791">
                  <c:v>1</c:v>
                </c:pt>
                <c:pt idx="40792">
                  <c:v>1</c:v>
                </c:pt>
                <c:pt idx="40793">
                  <c:v>1</c:v>
                </c:pt>
                <c:pt idx="40794">
                  <c:v>1</c:v>
                </c:pt>
                <c:pt idx="40795">
                  <c:v>1</c:v>
                </c:pt>
                <c:pt idx="40796">
                  <c:v>1</c:v>
                </c:pt>
                <c:pt idx="40797">
                  <c:v>1</c:v>
                </c:pt>
                <c:pt idx="40798">
                  <c:v>1</c:v>
                </c:pt>
                <c:pt idx="40799">
                  <c:v>1</c:v>
                </c:pt>
                <c:pt idx="40800">
                  <c:v>1</c:v>
                </c:pt>
                <c:pt idx="40801">
                  <c:v>1</c:v>
                </c:pt>
                <c:pt idx="40802">
                  <c:v>1</c:v>
                </c:pt>
                <c:pt idx="40803">
                  <c:v>1</c:v>
                </c:pt>
                <c:pt idx="40804">
                  <c:v>1</c:v>
                </c:pt>
                <c:pt idx="40805">
                  <c:v>3</c:v>
                </c:pt>
                <c:pt idx="40806">
                  <c:v>3</c:v>
                </c:pt>
                <c:pt idx="40807">
                  <c:v>3</c:v>
                </c:pt>
                <c:pt idx="40808">
                  <c:v>1</c:v>
                </c:pt>
                <c:pt idx="40809">
                  <c:v>2</c:v>
                </c:pt>
                <c:pt idx="40810">
                  <c:v>2</c:v>
                </c:pt>
                <c:pt idx="40811">
                  <c:v>2</c:v>
                </c:pt>
                <c:pt idx="40812">
                  <c:v>1</c:v>
                </c:pt>
                <c:pt idx="40813">
                  <c:v>4</c:v>
                </c:pt>
                <c:pt idx="40814">
                  <c:v>2</c:v>
                </c:pt>
                <c:pt idx="40815">
                  <c:v>2</c:v>
                </c:pt>
                <c:pt idx="40816">
                  <c:v>2</c:v>
                </c:pt>
                <c:pt idx="40817">
                  <c:v>2</c:v>
                </c:pt>
                <c:pt idx="40818">
                  <c:v>2</c:v>
                </c:pt>
                <c:pt idx="40819">
                  <c:v>3</c:v>
                </c:pt>
                <c:pt idx="40820">
                  <c:v>3</c:v>
                </c:pt>
                <c:pt idx="40821">
                  <c:v>2</c:v>
                </c:pt>
                <c:pt idx="40822">
                  <c:v>2</c:v>
                </c:pt>
                <c:pt idx="40823">
                  <c:v>1</c:v>
                </c:pt>
                <c:pt idx="40824">
                  <c:v>3</c:v>
                </c:pt>
                <c:pt idx="40825">
                  <c:v>2</c:v>
                </c:pt>
                <c:pt idx="40826">
                  <c:v>2</c:v>
                </c:pt>
                <c:pt idx="40827">
                  <c:v>2</c:v>
                </c:pt>
                <c:pt idx="40828">
                  <c:v>2</c:v>
                </c:pt>
                <c:pt idx="40829">
                  <c:v>1</c:v>
                </c:pt>
                <c:pt idx="40830">
                  <c:v>3</c:v>
                </c:pt>
                <c:pt idx="40831">
                  <c:v>4</c:v>
                </c:pt>
                <c:pt idx="40832">
                  <c:v>4</c:v>
                </c:pt>
                <c:pt idx="40833">
                  <c:v>2</c:v>
                </c:pt>
                <c:pt idx="40834">
                  <c:v>4</c:v>
                </c:pt>
                <c:pt idx="40835">
                  <c:v>2</c:v>
                </c:pt>
                <c:pt idx="40836">
                  <c:v>2</c:v>
                </c:pt>
                <c:pt idx="40837">
                  <c:v>3</c:v>
                </c:pt>
                <c:pt idx="40838">
                  <c:v>2</c:v>
                </c:pt>
                <c:pt idx="40839">
                  <c:v>3</c:v>
                </c:pt>
                <c:pt idx="40840">
                  <c:v>3</c:v>
                </c:pt>
                <c:pt idx="40841">
                  <c:v>2</c:v>
                </c:pt>
                <c:pt idx="40842">
                  <c:v>2</c:v>
                </c:pt>
                <c:pt idx="40843">
                  <c:v>3</c:v>
                </c:pt>
                <c:pt idx="40844">
                  <c:v>2</c:v>
                </c:pt>
                <c:pt idx="40845">
                  <c:v>4</c:v>
                </c:pt>
                <c:pt idx="40846">
                  <c:v>2</c:v>
                </c:pt>
                <c:pt idx="40847">
                  <c:v>1</c:v>
                </c:pt>
                <c:pt idx="40848">
                  <c:v>1</c:v>
                </c:pt>
                <c:pt idx="40849">
                  <c:v>1</c:v>
                </c:pt>
                <c:pt idx="40850">
                  <c:v>1</c:v>
                </c:pt>
                <c:pt idx="40851">
                  <c:v>1</c:v>
                </c:pt>
                <c:pt idx="40852">
                  <c:v>1</c:v>
                </c:pt>
                <c:pt idx="40853">
                  <c:v>1</c:v>
                </c:pt>
                <c:pt idx="40854">
                  <c:v>1</c:v>
                </c:pt>
                <c:pt idx="40855">
                  <c:v>1</c:v>
                </c:pt>
                <c:pt idx="40856">
                  <c:v>1</c:v>
                </c:pt>
                <c:pt idx="40857">
                  <c:v>1</c:v>
                </c:pt>
                <c:pt idx="40858">
                  <c:v>1</c:v>
                </c:pt>
                <c:pt idx="40859">
                  <c:v>4</c:v>
                </c:pt>
                <c:pt idx="40860">
                  <c:v>2</c:v>
                </c:pt>
                <c:pt idx="40861">
                  <c:v>2</c:v>
                </c:pt>
                <c:pt idx="40862">
                  <c:v>3</c:v>
                </c:pt>
                <c:pt idx="40863">
                  <c:v>2</c:v>
                </c:pt>
                <c:pt idx="40864">
                  <c:v>3</c:v>
                </c:pt>
                <c:pt idx="40865">
                  <c:v>1</c:v>
                </c:pt>
                <c:pt idx="40866">
                  <c:v>1</c:v>
                </c:pt>
                <c:pt idx="40867">
                  <c:v>3</c:v>
                </c:pt>
                <c:pt idx="40868">
                  <c:v>2</c:v>
                </c:pt>
                <c:pt idx="40869">
                  <c:v>2</c:v>
                </c:pt>
                <c:pt idx="40870">
                  <c:v>1</c:v>
                </c:pt>
                <c:pt idx="40871">
                  <c:v>1</c:v>
                </c:pt>
                <c:pt idx="40872">
                  <c:v>1</c:v>
                </c:pt>
                <c:pt idx="40873">
                  <c:v>1</c:v>
                </c:pt>
                <c:pt idx="40874">
                  <c:v>1</c:v>
                </c:pt>
                <c:pt idx="40875">
                  <c:v>2</c:v>
                </c:pt>
                <c:pt idx="40876">
                  <c:v>1</c:v>
                </c:pt>
                <c:pt idx="40877">
                  <c:v>1</c:v>
                </c:pt>
                <c:pt idx="40878">
                  <c:v>1</c:v>
                </c:pt>
                <c:pt idx="40879">
                  <c:v>4</c:v>
                </c:pt>
                <c:pt idx="40880">
                  <c:v>4</c:v>
                </c:pt>
                <c:pt idx="40881">
                  <c:v>8</c:v>
                </c:pt>
                <c:pt idx="40882">
                  <c:v>3</c:v>
                </c:pt>
                <c:pt idx="40883">
                  <c:v>2</c:v>
                </c:pt>
                <c:pt idx="40884">
                  <c:v>2</c:v>
                </c:pt>
                <c:pt idx="40885">
                  <c:v>2</c:v>
                </c:pt>
                <c:pt idx="40886">
                  <c:v>2</c:v>
                </c:pt>
                <c:pt idx="40887">
                  <c:v>4</c:v>
                </c:pt>
                <c:pt idx="40888">
                  <c:v>2</c:v>
                </c:pt>
                <c:pt idx="40889">
                  <c:v>4</c:v>
                </c:pt>
                <c:pt idx="40890">
                  <c:v>2</c:v>
                </c:pt>
                <c:pt idx="40891">
                  <c:v>1</c:v>
                </c:pt>
                <c:pt idx="40892">
                  <c:v>3</c:v>
                </c:pt>
                <c:pt idx="40893">
                  <c:v>2</c:v>
                </c:pt>
                <c:pt idx="40894">
                  <c:v>1</c:v>
                </c:pt>
                <c:pt idx="40895">
                  <c:v>1</c:v>
                </c:pt>
                <c:pt idx="40896">
                  <c:v>1</c:v>
                </c:pt>
                <c:pt idx="40897">
                  <c:v>2</c:v>
                </c:pt>
                <c:pt idx="40898">
                  <c:v>2</c:v>
                </c:pt>
                <c:pt idx="40899">
                  <c:v>2</c:v>
                </c:pt>
                <c:pt idx="40900">
                  <c:v>2</c:v>
                </c:pt>
                <c:pt idx="40901">
                  <c:v>1</c:v>
                </c:pt>
                <c:pt idx="40902">
                  <c:v>1</c:v>
                </c:pt>
                <c:pt idx="40903">
                  <c:v>1</c:v>
                </c:pt>
                <c:pt idx="40904">
                  <c:v>1</c:v>
                </c:pt>
                <c:pt idx="40905">
                  <c:v>2</c:v>
                </c:pt>
                <c:pt idx="40906">
                  <c:v>3</c:v>
                </c:pt>
                <c:pt idx="40907">
                  <c:v>1</c:v>
                </c:pt>
                <c:pt idx="40908">
                  <c:v>3</c:v>
                </c:pt>
                <c:pt idx="40909">
                  <c:v>2</c:v>
                </c:pt>
                <c:pt idx="40910">
                  <c:v>2</c:v>
                </c:pt>
                <c:pt idx="40911">
                  <c:v>1</c:v>
                </c:pt>
                <c:pt idx="40912">
                  <c:v>2</c:v>
                </c:pt>
                <c:pt idx="40913">
                  <c:v>3</c:v>
                </c:pt>
                <c:pt idx="40914">
                  <c:v>3</c:v>
                </c:pt>
                <c:pt idx="40915">
                  <c:v>2</c:v>
                </c:pt>
                <c:pt idx="40916">
                  <c:v>3</c:v>
                </c:pt>
                <c:pt idx="40917">
                  <c:v>5</c:v>
                </c:pt>
                <c:pt idx="40918">
                  <c:v>1</c:v>
                </c:pt>
                <c:pt idx="40919">
                  <c:v>1</c:v>
                </c:pt>
                <c:pt idx="40920">
                  <c:v>1</c:v>
                </c:pt>
                <c:pt idx="40921">
                  <c:v>4</c:v>
                </c:pt>
                <c:pt idx="40922">
                  <c:v>1</c:v>
                </c:pt>
                <c:pt idx="40923">
                  <c:v>1</c:v>
                </c:pt>
                <c:pt idx="40924">
                  <c:v>1</c:v>
                </c:pt>
                <c:pt idx="40925">
                  <c:v>1</c:v>
                </c:pt>
                <c:pt idx="40926">
                  <c:v>1</c:v>
                </c:pt>
                <c:pt idx="40927">
                  <c:v>1</c:v>
                </c:pt>
                <c:pt idx="40928">
                  <c:v>1</c:v>
                </c:pt>
                <c:pt idx="40929">
                  <c:v>1</c:v>
                </c:pt>
                <c:pt idx="40930">
                  <c:v>1</c:v>
                </c:pt>
                <c:pt idx="40931">
                  <c:v>1</c:v>
                </c:pt>
                <c:pt idx="40932">
                  <c:v>2</c:v>
                </c:pt>
                <c:pt idx="40933">
                  <c:v>1</c:v>
                </c:pt>
                <c:pt idx="40934">
                  <c:v>2</c:v>
                </c:pt>
                <c:pt idx="40935">
                  <c:v>2</c:v>
                </c:pt>
                <c:pt idx="40936">
                  <c:v>4</c:v>
                </c:pt>
                <c:pt idx="40937">
                  <c:v>3</c:v>
                </c:pt>
                <c:pt idx="40938">
                  <c:v>1</c:v>
                </c:pt>
                <c:pt idx="40939">
                  <c:v>4</c:v>
                </c:pt>
                <c:pt idx="40940">
                  <c:v>3</c:v>
                </c:pt>
                <c:pt idx="40941">
                  <c:v>1</c:v>
                </c:pt>
                <c:pt idx="40942">
                  <c:v>2</c:v>
                </c:pt>
                <c:pt idx="40943">
                  <c:v>1</c:v>
                </c:pt>
                <c:pt idx="40944">
                  <c:v>2</c:v>
                </c:pt>
                <c:pt idx="40945">
                  <c:v>1</c:v>
                </c:pt>
                <c:pt idx="40946">
                  <c:v>4</c:v>
                </c:pt>
                <c:pt idx="40947">
                  <c:v>3</c:v>
                </c:pt>
                <c:pt idx="40948">
                  <c:v>4</c:v>
                </c:pt>
                <c:pt idx="40949">
                  <c:v>1</c:v>
                </c:pt>
                <c:pt idx="40950">
                  <c:v>1</c:v>
                </c:pt>
                <c:pt idx="40951">
                  <c:v>4</c:v>
                </c:pt>
                <c:pt idx="40952">
                  <c:v>1</c:v>
                </c:pt>
                <c:pt idx="40953">
                  <c:v>2</c:v>
                </c:pt>
                <c:pt idx="40954">
                  <c:v>1</c:v>
                </c:pt>
                <c:pt idx="40955">
                  <c:v>2</c:v>
                </c:pt>
                <c:pt idx="40956">
                  <c:v>1</c:v>
                </c:pt>
                <c:pt idx="40957">
                  <c:v>3</c:v>
                </c:pt>
                <c:pt idx="40958">
                  <c:v>1</c:v>
                </c:pt>
                <c:pt idx="40959">
                  <c:v>2</c:v>
                </c:pt>
                <c:pt idx="40960">
                  <c:v>2</c:v>
                </c:pt>
                <c:pt idx="40961">
                  <c:v>2</c:v>
                </c:pt>
                <c:pt idx="40962">
                  <c:v>2</c:v>
                </c:pt>
                <c:pt idx="40963">
                  <c:v>2</c:v>
                </c:pt>
                <c:pt idx="40964">
                  <c:v>2</c:v>
                </c:pt>
                <c:pt idx="40965">
                  <c:v>2</c:v>
                </c:pt>
                <c:pt idx="40966">
                  <c:v>2</c:v>
                </c:pt>
                <c:pt idx="40967">
                  <c:v>1</c:v>
                </c:pt>
                <c:pt idx="40968">
                  <c:v>2</c:v>
                </c:pt>
                <c:pt idx="40969">
                  <c:v>2</c:v>
                </c:pt>
                <c:pt idx="40970">
                  <c:v>3</c:v>
                </c:pt>
                <c:pt idx="40971">
                  <c:v>2</c:v>
                </c:pt>
                <c:pt idx="40972">
                  <c:v>2</c:v>
                </c:pt>
                <c:pt idx="40973">
                  <c:v>2</c:v>
                </c:pt>
                <c:pt idx="40974">
                  <c:v>1</c:v>
                </c:pt>
                <c:pt idx="40975">
                  <c:v>1</c:v>
                </c:pt>
                <c:pt idx="40976">
                  <c:v>2</c:v>
                </c:pt>
                <c:pt idx="40977">
                  <c:v>2</c:v>
                </c:pt>
                <c:pt idx="40978">
                  <c:v>1</c:v>
                </c:pt>
                <c:pt idx="40979">
                  <c:v>1</c:v>
                </c:pt>
                <c:pt idx="40980">
                  <c:v>1</c:v>
                </c:pt>
                <c:pt idx="40981">
                  <c:v>1</c:v>
                </c:pt>
                <c:pt idx="40982">
                  <c:v>1</c:v>
                </c:pt>
                <c:pt idx="40983">
                  <c:v>1</c:v>
                </c:pt>
                <c:pt idx="40984">
                  <c:v>1</c:v>
                </c:pt>
                <c:pt idx="40985">
                  <c:v>1</c:v>
                </c:pt>
                <c:pt idx="40986">
                  <c:v>1</c:v>
                </c:pt>
                <c:pt idx="40987">
                  <c:v>1</c:v>
                </c:pt>
                <c:pt idx="40988">
                  <c:v>1</c:v>
                </c:pt>
                <c:pt idx="40989">
                  <c:v>1</c:v>
                </c:pt>
                <c:pt idx="40990">
                  <c:v>1</c:v>
                </c:pt>
                <c:pt idx="40991">
                  <c:v>1</c:v>
                </c:pt>
                <c:pt idx="40992">
                  <c:v>1</c:v>
                </c:pt>
                <c:pt idx="40993">
                  <c:v>1</c:v>
                </c:pt>
                <c:pt idx="40994">
                  <c:v>1</c:v>
                </c:pt>
                <c:pt idx="40995">
                  <c:v>1</c:v>
                </c:pt>
                <c:pt idx="40996">
                  <c:v>1</c:v>
                </c:pt>
                <c:pt idx="40997">
                  <c:v>2</c:v>
                </c:pt>
                <c:pt idx="40998">
                  <c:v>1</c:v>
                </c:pt>
                <c:pt idx="40999">
                  <c:v>1</c:v>
                </c:pt>
                <c:pt idx="41000">
                  <c:v>1</c:v>
                </c:pt>
                <c:pt idx="41001">
                  <c:v>1</c:v>
                </c:pt>
                <c:pt idx="41002">
                  <c:v>1</c:v>
                </c:pt>
                <c:pt idx="41003">
                  <c:v>1</c:v>
                </c:pt>
                <c:pt idx="41004">
                  <c:v>1</c:v>
                </c:pt>
                <c:pt idx="41005">
                  <c:v>2</c:v>
                </c:pt>
                <c:pt idx="41006">
                  <c:v>2</c:v>
                </c:pt>
                <c:pt idx="41007">
                  <c:v>3</c:v>
                </c:pt>
                <c:pt idx="41008">
                  <c:v>1</c:v>
                </c:pt>
                <c:pt idx="41009">
                  <c:v>3</c:v>
                </c:pt>
                <c:pt idx="41010">
                  <c:v>2</c:v>
                </c:pt>
                <c:pt idx="41011">
                  <c:v>2</c:v>
                </c:pt>
                <c:pt idx="41012">
                  <c:v>2</c:v>
                </c:pt>
                <c:pt idx="41013">
                  <c:v>1</c:v>
                </c:pt>
                <c:pt idx="41014">
                  <c:v>3</c:v>
                </c:pt>
                <c:pt idx="41015">
                  <c:v>4</c:v>
                </c:pt>
                <c:pt idx="41016">
                  <c:v>4</c:v>
                </c:pt>
                <c:pt idx="41017">
                  <c:v>4</c:v>
                </c:pt>
                <c:pt idx="41018">
                  <c:v>2</c:v>
                </c:pt>
                <c:pt idx="41019">
                  <c:v>2</c:v>
                </c:pt>
                <c:pt idx="41020">
                  <c:v>2</c:v>
                </c:pt>
                <c:pt idx="41021">
                  <c:v>2</c:v>
                </c:pt>
                <c:pt idx="41022">
                  <c:v>2</c:v>
                </c:pt>
                <c:pt idx="41023">
                  <c:v>1</c:v>
                </c:pt>
                <c:pt idx="41024">
                  <c:v>1</c:v>
                </c:pt>
                <c:pt idx="41025">
                  <c:v>2</c:v>
                </c:pt>
                <c:pt idx="41026">
                  <c:v>2</c:v>
                </c:pt>
                <c:pt idx="41027">
                  <c:v>2</c:v>
                </c:pt>
                <c:pt idx="41028">
                  <c:v>2</c:v>
                </c:pt>
                <c:pt idx="41029">
                  <c:v>1</c:v>
                </c:pt>
                <c:pt idx="41030">
                  <c:v>1</c:v>
                </c:pt>
                <c:pt idx="41031">
                  <c:v>1</c:v>
                </c:pt>
                <c:pt idx="41032">
                  <c:v>1</c:v>
                </c:pt>
                <c:pt idx="41033">
                  <c:v>2</c:v>
                </c:pt>
                <c:pt idx="41034">
                  <c:v>1</c:v>
                </c:pt>
                <c:pt idx="41035">
                  <c:v>2</c:v>
                </c:pt>
                <c:pt idx="41036">
                  <c:v>1</c:v>
                </c:pt>
                <c:pt idx="41037">
                  <c:v>2</c:v>
                </c:pt>
                <c:pt idx="41038">
                  <c:v>2</c:v>
                </c:pt>
                <c:pt idx="41039">
                  <c:v>2</c:v>
                </c:pt>
                <c:pt idx="41040">
                  <c:v>1</c:v>
                </c:pt>
                <c:pt idx="41041">
                  <c:v>2</c:v>
                </c:pt>
                <c:pt idx="41042">
                  <c:v>2</c:v>
                </c:pt>
                <c:pt idx="41043">
                  <c:v>2</c:v>
                </c:pt>
                <c:pt idx="41044">
                  <c:v>2</c:v>
                </c:pt>
                <c:pt idx="41045">
                  <c:v>2</c:v>
                </c:pt>
                <c:pt idx="41046">
                  <c:v>2</c:v>
                </c:pt>
                <c:pt idx="41047">
                  <c:v>2</c:v>
                </c:pt>
                <c:pt idx="41048">
                  <c:v>4</c:v>
                </c:pt>
                <c:pt idx="41049">
                  <c:v>1</c:v>
                </c:pt>
                <c:pt idx="41050">
                  <c:v>2</c:v>
                </c:pt>
                <c:pt idx="41051">
                  <c:v>1</c:v>
                </c:pt>
                <c:pt idx="41052">
                  <c:v>2</c:v>
                </c:pt>
                <c:pt idx="41053">
                  <c:v>2</c:v>
                </c:pt>
                <c:pt idx="41054">
                  <c:v>2</c:v>
                </c:pt>
                <c:pt idx="41055">
                  <c:v>2</c:v>
                </c:pt>
                <c:pt idx="41056">
                  <c:v>2</c:v>
                </c:pt>
                <c:pt idx="41057">
                  <c:v>2</c:v>
                </c:pt>
                <c:pt idx="41058">
                  <c:v>2</c:v>
                </c:pt>
                <c:pt idx="41059">
                  <c:v>1</c:v>
                </c:pt>
                <c:pt idx="41060">
                  <c:v>2</c:v>
                </c:pt>
                <c:pt idx="41061">
                  <c:v>2</c:v>
                </c:pt>
                <c:pt idx="41062">
                  <c:v>1</c:v>
                </c:pt>
                <c:pt idx="41063">
                  <c:v>1</c:v>
                </c:pt>
                <c:pt idx="41064">
                  <c:v>1</c:v>
                </c:pt>
                <c:pt idx="41065">
                  <c:v>4</c:v>
                </c:pt>
                <c:pt idx="41066">
                  <c:v>4</c:v>
                </c:pt>
                <c:pt idx="41067">
                  <c:v>4</c:v>
                </c:pt>
                <c:pt idx="41068">
                  <c:v>4</c:v>
                </c:pt>
                <c:pt idx="41069">
                  <c:v>4</c:v>
                </c:pt>
                <c:pt idx="41070">
                  <c:v>2</c:v>
                </c:pt>
                <c:pt idx="41071">
                  <c:v>5</c:v>
                </c:pt>
                <c:pt idx="41072">
                  <c:v>4</c:v>
                </c:pt>
                <c:pt idx="41073">
                  <c:v>4</c:v>
                </c:pt>
                <c:pt idx="41074">
                  <c:v>3</c:v>
                </c:pt>
                <c:pt idx="41075">
                  <c:v>4</c:v>
                </c:pt>
                <c:pt idx="41076">
                  <c:v>3</c:v>
                </c:pt>
                <c:pt idx="41077">
                  <c:v>5</c:v>
                </c:pt>
                <c:pt idx="41078">
                  <c:v>2</c:v>
                </c:pt>
                <c:pt idx="41079">
                  <c:v>5</c:v>
                </c:pt>
                <c:pt idx="41080">
                  <c:v>2</c:v>
                </c:pt>
                <c:pt idx="41081">
                  <c:v>6</c:v>
                </c:pt>
                <c:pt idx="41082">
                  <c:v>6</c:v>
                </c:pt>
                <c:pt idx="41083">
                  <c:v>3</c:v>
                </c:pt>
                <c:pt idx="41084">
                  <c:v>1</c:v>
                </c:pt>
                <c:pt idx="41085">
                  <c:v>1</c:v>
                </c:pt>
                <c:pt idx="41086">
                  <c:v>3</c:v>
                </c:pt>
                <c:pt idx="41087">
                  <c:v>1</c:v>
                </c:pt>
                <c:pt idx="41088">
                  <c:v>1</c:v>
                </c:pt>
                <c:pt idx="41089">
                  <c:v>4</c:v>
                </c:pt>
                <c:pt idx="41090">
                  <c:v>6</c:v>
                </c:pt>
                <c:pt idx="41091">
                  <c:v>5</c:v>
                </c:pt>
                <c:pt idx="41092">
                  <c:v>4</c:v>
                </c:pt>
                <c:pt idx="41093">
                  <c:v>-4</c:v>
                </c:pt>
                <c:pt idx="41094">
                  <c:v>3</c:v>
                </c:pt>
                <c:pt idx="41095">
                  <c:v>4</c:v>
                </c:pt>
                <c:pt idx="41096">
                  <c:v>6</c:v>
                </c:pt>
                <c:pt idx="41097">
                  <c:v>2</c:v>
                </c:pt>
                <c:pt idx="41098">
                  <c:v>4</c:v>
                </c:pt>
                <c:pt idx="41099">
                  <c:v>3</c:v>
                </c:pt>
                <c:pt idx="41100">
                  <c:v>6</c:v>
                </c:pt>
                <c:pt idx="41101">
                  <c:v>6</c:v>
                </c:pt>
                <c:pt idx="41102">
                  <c:v>7</c:v>
                </c:pt>
                <c:pt idx="41103">
                  <c:v>4</c:v>
                </c:pt>
                <c:pt idx="41104">
                  <c:v>5</c:v>
                </c:pt>
                <c:pt idx="41105">
                  <c:v>4</c:v>
                </c:pt>
                <c:pt idx="41106">
                  <c:v>4</c:v>
                </c:pt>
                <c:pt idx="41107">
                  <c:v>5</c:v>
                </c:pt>
                <c:pt idx="41108">
                  <c:v>2</c:v>
                </c:pt>
                <c:pt idx="41109">
                  <c:v>4</c:v>
                </c:pt>
                <c:pt idx="41110">
                  <c:v>2</c:v>
                </c:pt>
                <c:pt idx="41111">
                  <c:v>2</c:v>
                </c:pt>
                <c:pt idx="41112">
                  <c:v>1</c:v>
                </c:pt>
                <c:pt idx="41113">
                  <c:v>2</c:v>
                </c:pt>
                <c:pt idx="41114">
                  <c:v>3</c:v>
                </c:pt>
                <c:pt idx="41115">
                  <c:v>1</c:v>
                </c:pt>
                <c:pt idx="41116">
                  <c:v>1</c:v>
                </c:pt>
                <c:pt idx="41117">
                  <c:v>3</c:v>
                </c:pt>
                <c:pt idx="41118">
                  <c:v>2</c:v>
                </c:pt>
                <c:pt idx="41119">
                  <c:v>2</c:v>
                </c:pt>
                <c:pt idx="41120">
                  <c:v>2</c:v>
                </c:pt>
                <c:pt idx="41121">
                  <c:v>3</c:v>
                </c:pt>
                <c:pt idx="41122">
                  <c:v>2</c:v>
                </c:pt>
                <c:pt idx="41123">
                  <c:v>3</c:v>
                </c:pt>
                <c:pt idx="41124">
                  <c:v>3</c:v>
                </c:pt>
                <c:pt idx="41125">
                  <c:v>3</c:v>
                </c:pt>
                <c:pt idx="41126">
                  <c:v>1</c:v>
                </c:pt>
                <c:pt idx="41127">
                  <c:v>1</c:v>
                </c:pt>
                <c:pt idx="41128">
                  <c:v>1</c:v>
                </c:pt>
                <c:pt idx="41129">
                  <c:v>1</c:v>
                </c:pt>
                <c:pt idx="41130">
                  <c:v>2</c:v>
                </c:pt>
                <c:pt idx="41131">
                  <c:v>1</c:v>
                </c:pt>
                <c:pt idx="41132">
                  <c:v>4</c:v>
                </c:pt>
                <c:pt idx="41133">
                  <c:v>6</c:v>
                </c:pt>
                <c:pt idx="41134">
                  <c:v>2</c:v>
                </c:pt>
                <c:pt idx="41135">
                  <c:v>2</c:v>
                </c:pt>
                <c:pt idx="41136">
                  <c:v>2</c:v>
                </c:pt>
                <c:pt idx="41137">
                  <c:v>2</c:v>
                </c:pt>
                <c:pt idx="41138">
                  <c:v>3</c:v>
                </c:pt>
                <c:pt idx="41139">
                  <c:v>3</c:v>
                </c:pt>
                <c:pt idx="41140">
                  <c:v>2</c:v>
                </c:pt>
                <c:pt idx="41141">
                  <c:v>0</c:v>
                </c:pt>
                <c:pt idx="41142">
                  <c:v>1</c:v>
                </c:pt>
                <c:pt idx="41143">
                  <c:v>4</c:v>
                </c:pt>
                <c:pt idx="41144">
                  <c:v>2</c:v>
                </c:pt>
                <c:pt idx="41145">
                  <c:v>1</c:v>
                </c:pt>
                <c:pt idx="41146">
                  <c:v>7</c:v>
                </c:pt>
                <c:pt idx="41147">
                  <c:v>5</c:v>
                </c:pt>
                <c:pt idx="41148">
                  <c:v>7</c:v>
                </c:pt>
                <c:pt idx="41149">
                  <c:v>11</c:v>
                </c:pt>
                <c:pt idx="41150">
                  <c:v>3</c:v>
                </c:pt>
                <c:pt idx="41151">
                  <c:v>9</c:v>
                </c:pt>
                <c:pt idx="41152">
                  <c:v>2</c:v>
                </c:pt>
                <c:pt idx="41153">
                  <c:v>2</c:v>
                </c:pt>
                <c:pt idx="41154">
                  <c:v>1</c:v>
                </c:pt>
                <c:pt idx="41155">
                  <c:v>2</c:v>
                </c:pt>
                <c:pt idx="41156">
                  <c:v>2</c:v>
                </c:pt>
                <c:pt idx="41157">
                  <c:v>1</c:v>
                </c:pt>
                <c:pt idx="41158">
                  <c:v>2</c:v>
                </c:pt>
                <c:pt idx="41159">
                  <c:v>2</c:v>
                </c:pt>
                <c:pt idx="41160">
                  <c:v>1</c:v>
                </c:pt>
                <c:pt idx="41161">
                  <c:v>3</c:v>
                </c:pt>
                <c:pt idx="41162">
                  <c:v>3</c:v>
                </c:pt>
                <c:pt idx="41163">
                  <c:v>3</c:v>
                </c:pt>
                <c:pt idx="41164">
                  <c:v>3</c:v>
                </c:pt>
                <c:pt idx="41165">
                  <c:v>3</c:v>
                </c:pt>
                <c:pt idx="41166">
                  <c:v>2</c:v>
                </c:pt>
                <c:pt idx="41167">
                  <c:v>3</c:v>
                </c:pt>
                <c:pt idx="41168">
                  <c:v>3</c:v>
                </c:pt>
                <c:pt idx="41169">
                  <c:v>5</c:v>
                </c:pt>
                <c:pt idx="41170">
                  <c:v>2</c:v>
                </c:pt>
                <c:pt idx="41171">
                  <c:v>2</c:v>
                </c:pt>
                <c:pt idx="41172">
                  <c:v>2</c:v>
                </c:pt>
                <c:pt idx="41173">
                  <c:v>3</c:v>
                </c:pt>
                <c:pt idx="41174">
                  <c:v>3</c:v>
                </c:pt>
                <c:pt idx="41175">
                  <c:v>2</c:v>
                </c:pt>
                <c:pt idx="41176">
                  <c:v>2</c:v>
                </c:pt>
                <c:pt idx="41177">
                  <c:v>4</c:v>
                </c:pt>
                <c:pt idx="41178">
                  <c:v>4</c:v>
                </c:pt>
                <c:pt idx="41179">
                  <c:v>3</c:v>
                </c:pt>
                <c:pt idx="41180">
                  <c:v>4</c:v>
                </c:pt>
                <c:pt idx="41181">
                  <c:v>4</c:v>
                </c:pt>
                <c:pt idx="41182">
                  <c:v>-1</c:v>
                </c:pt>
                <c:pt idx="41183">
                  <c:v>4</c:v>
                </c:pt>
                <c:pt idx="41184">
                  <c:v>4</c:v>
                </c:pt>
                <c:pt idx="41185">
                  <c:v>4</c:v>
                </c:pt>
                <c:pt idx="41186">
                  <c:v>3</c:v>
                </c:pt>
                <c:pt idx="41187">
                  <c:v>4</c:v>
                </c:pt>
                <c:pt idx="41188">
                  <c:v>2</c:v>
                </c:pt>
                <c:pt idx="41189">
                  <c:v>3</c:v>
                </c:pt>
                <c:pt idx="41190">
                  <c:v>4</c:v>
                </c:pt>
                <c:pt idx="41191">
                  <c:v>2</c:v>
                </c:pt>
                <c:pt idx="41192">
                  <c:v>4</c:v>
                </c:pt>
                <c:pt idx="41193">
                  <c:v>4</c:v>
                </c:pt>
                <c:pt idx="41194">
                  <c:v>2</c:v>
                </c:pt>
                <c:pt idx="41195">
                  <c:v>6</c:v>
                </c:pt>
                <c:pt idx="41196">
                  <c:v>4</c:v>
                </c:pt>
                <c:pt idx="41197">
                  <c:v>4</c:v>
                </c:pt>
                <c:pt idx="41198">
                  <c:v>4</c:v>
                </c:pt>
                <c:pt idx="41199">
                  <c:v>2</c:v>
                </c:pt>
                <c:pt idx="41200">
                  <c:v>4</c:v>
                </c:pt>
                <c:pt idx="41201">
                  <c:v>4</c:v>
                </c:pt>
                <c:pt idx="41202">
                  <c:v>2</c:v>
                </c:pt>
                <c:pt idx="41203">
                  <c:v>4</c:v>
                </c:pt>
                <c:pt idx="41204">
                  <c:v>3</c:v>
                </c:pt>
                <c:pt idx="41205">
                  <c:v>2</c:v>
                </c:pt>
                <c:pt idx="41206">
                  <c:v>6</c:v>
                </c:pt>
                <c:pt idx="41207">
                  <c:v>5</c:v>
                </c:pt>
                <c:pt idx="41208">
                  <c:v>4</c:v>
                </c:pt>
                <c:pt idx="41209">
                  <c:v>4</c:v>
                </c:pt>
                <c:pt idx="41210">
                  <c:v>6</c:v>
                </c:pt>
                <c:pt idx="41211">
                  <c:v>4</c:v>
                </c:pt>
                <c:pt idx="41212">
                  <c:v>3</c:v>
                </c:pt>
                <c:pt idx="41213">
                  <c:v>3</c:v>
                </c:pt>
                <c:pt idx="41214">
                  <c:v>4</c:v>
                </c:pt>
                <c:pt idx="41215">
                  <c:v>4</c:v>
                </c:pt>
                <c:pt idx="41216">
                  <c:v>4</c:v>
                </c:pt>
                <c:pt idx="41217">
                  <c:v>5</c:v>
                </c:pt>
                <c:pt idx="41218">
                  <c:v>3</c:v>
                </c:pt>
                <c:pt idx="41219">
                  <c:v>2</c:v>
                </c:pt>
                <c:pt idx="41220">
                  <c:v>6</c:v>
                </c:pt>
                <c:pt idx="41221">
                  <c:v>5</c:v>
                </c:pt>
                <c:pt idx="41222">
                  <c:v>5</c:v>
                </c:pt>
                <c:pt idx="41223">
                  <c:v>2</c:v>
                </c:pt>
                <c:pt idx="41224">
                  <c:v>6</c:v>
                </c:pt>
                <c:pt idx="41225">
                  <c:v>2</c:v>
                </c:pt>
                <c:pt idx="41226">
                  <c:v>2</c:v>
                </c:pt>
                <c:pt idx="41227">
                  <c:v>2</c:v>
                </c:pt>
                <c:pt idx="41228">
                  <c:v>4</c:v>
                </c:pt>
                <c:pt idx="41229">
                  <c:v>4</c:v>
                </c:pt>
                <c:pt idx="41230">
                  <c:v>2</c:v>
                </c:pt>
                <c:pt idx="41231">
                  <c:v>6</c:v>
                </c:pt>
                <c:pt idx="41232">
                  <c:v>6</c:v>
                </c:pt>
                <c:pt idx="41233">
                  <c:v>3</c:v>
                </c:pt>
                <c:pt idx="41234">
                  <c:v>1</c:v>
                </c:pt>
                <c:pt idx="41235">
                  <c:v>1</c:v>
                </c:pt>
                <c:pt idx="41236">
                  <c:v>1</c:v>
                </c:pt>
                <c:pt idx="41237">
                  <c:v>5</c:v>
                </c:pt>
                <c:pt idx="41238">
                  <c:v>5</c:v>
                </c:pt>
                <c:pt idx="41239">
                  <c:v>6</c:v>
                </c:pt>
                <c:pt idx="41240">
                  <c:v>2</c:v>
                </c:pt>
                <c:pt idx="41241">
                  <c:v>4</c:v>
                </c:pt>
                <c:pt idx="41242">
                  <c:v>2</c:v>
                </c:pt>
                <c:pt idx="41243">
                  <c:v>3</c:v>
                </c:pt>
                <c:pt idx="41244">
                  <c:v>4</c:v>
                </c:pt>
                <c:pt idx="41245">
                  <c:v>2</c:v>
                </c:pt>
                <c:pt idx="41246">
                  <c:v>6</c:v>
                </c:pt>
                <c:pt idx="41247">
                  <c:v>4</c:v>
                </c:pt>
                <c:pt idx="41248">
                  <c:v>4</c:v>
                </c:pt>
                <c:pt idx="41249">
                  <c:v>2</c:v>
                </c:pt>
                <c:pt idx="41250">
                  <c:v>1</c:v>
                </c:pt>
                <c:pt idx="41251">
                  <c:v>1</c:v>
                </c:pt>
                <c:pt idx="41252">
                  <c:v>1</c:v>
                </c:pt>
                <c:pt idx="41253">
                  <c:v>1</c:v>
                </c:pt>
                <c:pt idx="41254">
                  <c:v>2</c:v>
                </c:pt>
                <c:pt idx="41255">
                  <c:v>1</c:v>
                </c:pt>
                <c:pt idx="41256">
                  <c:v>2</c:v>
                </c:pt>
                <c:pt idx="41257">
                  <c:v>1</c:v>
                </c:pt>
                <c:pt idx="41258">
                  <c:v>1</c:v>
                </c:pt>
                <c:pt idx="41259">
                  <c:v>2</c:v>
                </c:pt>
                <c:pt idx="41260">
                  <c:v>2</c:v>
                </c:pt>
                <c:pt idx="41261">
                  <c:v>2</c:v>
                </c:pt>
                <c:pt idx="41262">
                  <c:v>2</c:v>
                </c:pt>
                <c:pt idx="41263">
                  <c:v>2</c:v>
                </c:pt>
                <c:pt idx="41264">
                  <c:v>2</c:v>
                </c:pt>
                <c:pt idx="41265">
                  <c:v>2</c:v>
                </c:pt>
                <c:pt idx="41266">
                  <c:v>3</c:v>
                </c:pt>
                <c:pt idx="41267">
                  <c:v>5</c:v>
                </c:pt>
                <c:pt idx="41268">
                  <c:v>6</c:v>
                </c:pt>
                <c:pt idx="41269">
                  <c:v>1</c:v>
                </c:pt>
                <c:pt idx="41270">
                  <c:v>4</c:v>
                </c:pt>
                <c:pt idx="41271">
                  <c:v>6</c:v>
                </c:pt>
                <c:pt idx="41272">
                  <c:v>2</c:v>
                </c:pt>
                <c:pt idx="41273">
                  <c:v>2</c:v>
                </c:pt>
                <c:pt idx="41274">
                  <c:v>2</c:v>
                </c:pt>
                <c:pt idx="41275">
                  <c:v>1</c:v>
                </c:pt>
                <c:pt idx="41276">
                  <c:v>2</c:v>
                </c:pt>
                <c:pt idx="41277">
                  <c:v>1</c:v>
                </c:pt>
                <c:pt idx="41278">
                  <c:v>3</c:v>
                </c:pt>
                <c:pt idx="41279">
                  <c:v>3</c:v>
                </c:pt>
                <c:pt idx="41280">
                  <c:v>1</c:v>
                </c:pt>
                <c:pt idx="41281">
                  <c:v>2</c:v>
                </c:pt>
                <c:pt idx="41282">
                  <c:v>3</c:v>
                </c:pt>
                <c:pt idx="41283">
                  <c:v>2</c:v>
                </c:pt>
                <c:pt idx="41284">
                  <c:v>2</c:v>
                </c:pt>
                <c:pt idx="41285">
                  <c:v>3</c:v>
                </c:pt>
                <c:pt idx="41286">
                  <c:v>3</c:v>
                </c:pt>
                <c:pt idx="41287">
                  <c:v>3</c:v>
                </c:pt>
                <c:pt idx="41288">
                  <c:v>4</c:v>
                </c:pt>
                <c:pt idx="41289">
                  <c:v>1</c:v>
                </c:pt>
                <c:pt idx="41290">
                  <c:v>2</c:v>
                </c:pt>
                <c:pt idx="41291">
                  <c:v>2</c:v>
                </c:pt>
                <c:pt idx="41292">
                  <c:v>4</c:v>
                </c:pt>
                <c:pt idx="41293">
                  <c:v>3</c:v>
                </c:pt>
                <c:pt idx="41294">
                  <c:v>2</c:v>
                </c:pt>
                <c:pt idx="41295">
                  <c:v>1</c:v>
                </c:pt>
                <c:pt idx="41296">
                  <c:v>1</c:v>
                </c:pt>
                <c:pt idx="41297">
                  <c:v>1</c:v>
                </c:pt>
                <c:pt idx="41298">
                  <c:v>1</c:v>
                </c:pt>
                <c:pt idx="41299">
                  <c:v>1</c:v>
                </c:pt>
                <c:pt idx="41300">
                  <c:v>1</c:v>
                </c:pt>
                <c:pt idx="41301">
                  <c:v>1</c:v>
                </c:pt>
                <c:pt idx="41302">
                  <c:v>1</c:v>
                </c:pt>
                <c:pt idx="41303">
                  <c:v>2</c:v>
                </c:pt>
                <c:pt idx="41304">
                  <c:v>1</c:v>
                </c:pt>
                <c:pt idx="41305">
                  <c:v>1</c:v>
                </c:pt>
                <c:pt idx="41306">
                  <c:v>2</c:v>
                </c:pt>
                <c:pt idx="41307">
                  <c:v>2</c:v>
                </c:pt>
                <c:pt idx="41308">
                  <c:v>1</c:v>
                </c:pt>
                <c:pt idx="41309">
                  <c:v>2</c:v>
                </c:pt>
                <c:pt idx="41310">
                  <c:v>2</c:v>
                </c:pt>
                <c:pt idx="41311">
                  <c:v>2</c:v>
                </c:pt>
                <c:pt idx="41312">
                  <c:v>2</c:v>
                </c:pt>
                <c:pt idx="41313">
                  <c:v>1</c:v>
                </c:pt>
                <c:pt idx="41314">
                  <c:v>1</c:v>
                </c:pt>
                <c:pt idx="41315">
                  <c:v>5</c:v>
                </c:pt>
                <c:pt idx="41316">
                  <c:v>2</c:v>
                </c:pt>
                <c:pt idx="41317">
                  <c:v>2</c:v>
                </c:pt>
                <c:pt idx="41318">
                  <c:v>1</c:v>
                </c:pt>
                <c:pt idx="41319">
                  <c:v>2</c:v>
                </c:pt>
                <c:pt idx="41320">
                  <c:v>2</c:v>
                </c:pt>
                <c:pt idx="41321">
                  <c:v>2</c:v>
                </c:pt>
                <c:pt idx="41322">
                  <c:v>1</c:v>
                </c:pt>
                <c:pt idx="41323">
                  <c:v>1</c:v>
                </c:pt>
                <c:pt idx="41324">
                  <c:v>1</c:v>
                </c:pt>
                <c:pt idx="41325">
                  <c:v>1</c:v>
                </c:pt>
                <c:pt idx="41326">
                  <c:v>1</c:v>
                </c:pt>
                <c:pt idx="41327">
                  <c:v>1</c:v>
                </c:pt>
                <c:pt idx="41328">
                  <c:v>1</c:v>
                </c:pt>
                <c:pt idx="41329">
                  <c:v>4</c:v>
                </c:pt>
                <c:pt idx="41330">
                  <c:v>4</c:v>
                </c:pt>
                <c:pt idx="41331">
                  <c:v>3</c:v>
                </c:pt>
                <c:pt idx="41332">
                  <c:v>5</c:v>
                </c:pt>
                <c:pt idx="41333">
                  <c:v>3</c:v>
                </c:pt>
                <c:pt idx="41334">
                  <c:v>4</c:v>
                </c:pt>
                <c:pt idx="41335">
                  <c:v>1</c:v>
                </c:pt>
                <c:pt idx="41336">
                  <c:v>3</c:v>
                </c:pt>
                <c:pt idx="41337">
                  <c:v>2</c:v>
                </c:pt>
                <c:pt idx="41338">
                  <c:v>1</c:v>
                </c:pt>
                <c:pt idx="41339">
                  <c:v>2</c:v>
                </c:pt>
                <c:pt idx="41340">
                  <c:v>2</c:v>
                </c:pt>
                <c:pt idx="41341">
                  <c:v>3</c:v>
                </c:pt>
                <c:pt idx="41342">
                  <c:v>3</c:v>
                </c:pt>
                <c:pt idx="41343">
                  <c:v>3</c:v>
                </c:pt>
                <c:pt idx="41344">
                  <c:v>3</c:v>
                </c:pt>
                <c:pt idx="41345">
                  <c:v>3</c:v>
                </c:pt>
                <c:pt idx="41346">
                  <c:v>3</c:v>
                </c:pt>
                <c:pt idx="41347">
                  <c:v>3</c:v>
                </c:pt>
                <c:pt idx="41348">
                  <c:v>3</c:v>
                </c:pt>
                <c:pt idx="41349">
                  <c:v>3</c:v>
                </c:pt>
                <c:pt idx="41350">
                  <c:v>3</c:v>
                </c:pt>
                <c:pt idx="41351">
                  <c:v>3</c:v>
                </c:pt>
                <c:pt idx="41352">
                  <c:v>3</c:v>
                </c:pt>
                <c:pt idx="41353">
                  <c:v>3</c:v>
                </c:pt>
                <c:pt idx="41354">
                  <c:v>3</c:v>
                </c:pt>
                <c:pt idx="41355">
                  <c:v>3</c:v>
                </c:pt>
                <c:pt idx="41356">
                  <c:v>3</c:v>
                </c:pt>
                <c:pt idx="41357">
                  <c:v>3</c:v>
                </c:pt>
                <c:pt idx="41358">
                  <c:v>4</c:v>
                </c:pt>
                <c:pt idx="41359">
                  <c:v>4</c:v>
                </c:pt>
                <c:pt idx="41360">
                  <c:v>3</c:v>
                </c:pt>
                <c:pt idx="41361">
                  <c:v>3</c:v>
                </c:pt>
                <c:pt idx="41362">
                  <c:v>2</c:v>
                </c:pt>
                <c:pt idx="41363">
                  <c:v>2</c:v>
                </c:pt>
                <c:pt idx="41364">
                  <c:v>2</c:v>
                </c:pt>
                <c:pt idx="41365">
                  <c:v>2</c:v>
                </c:pt>
                <c:pt idx="41366">
                  <c:v>2</c:v>
                </c:pt>
                <c:pt idx="41367">
                  <c:v>2</c:v>
                </c:pt>
                <c:pt idx="41368">
                  <c:v>2</c:v>
                </c:pt>
                <c:pt idx="41369">
                  <c:v>2</c:v>
                </c:pt>
                <c:pt idx="41370">
                  <c:v>2</c:v>
                </c:pt>
                <c:pt idx="41371">
                  <c:v>3</c:v>
                </c:pt>
                <c:pt idx="41372">
                  <c:v>2</c:v>
                </c:pt>
                <c:pt idx="41373">
                  <c:v>1</c:v>
                </c:pt>
                <c:pt idx="41374">
                  <c:v>2</c:v>
                </c:pt>
                <c:pt idx="41375">
                  <c:v>1</c:v>
                </c:pt>
                <c:pt idx="41376">
                  <c:v>2</c:v>
                </c:pt>
                <c:pt idx="41377">
                  <c:v>1</c:v>
                </c:pt>
                <c:pt idx="41378">
                  <c:v>2</c:v>
                </c:pt>
                <c:pt idx="41379">
                  <c:v>1</c:v>
                </c:pt>
                <c:pt idx="41380">
                  <c:v>2</c:v>
                </c:pt>
                <c:pt idx="41381">
                  <c:v>2</c:v>
                </c:pt>
                <c:pt idx="41382">
                  <c:v>4</c:v>
                </c:pt>
                <c:pt idx="41383">
                  <c:v>1</c:v>
                </c:pt>
                <c:pt idx="41384">
                  <c:v>2</c:v>
                </c:pt>
                <c:pt idx="41385">
                  <c:v>3</c:v>
                </c:pt>
                <c:pt idx="41386">
                  <c:v>2</c:v>
                </c:pt>
                <c:pt idx="41387">
                  <c:v>1</c:v>
                </c:pt>
                <c:pt idx="41388">
                  <c:v>2</c:v>
                </c:pt>
                <c:pt idx="41389">
                  <c:v>2</c:v>
                </c:pt>
                <c:pt idx="41390">
                  <c:v>1</c:v>
                </c:pt>
                <c:pt idx="41391">
                  <c:v>2</c:v>
                </c:pt>
                <c:pt idx="41392">
                  <c:v>2</c:v>
                </c:pt>
                <c:pt idx="41393">
                  <c:v>2</c:v>
                </c:pt>
                <c:pt idx="41394">
                  <c:v>2</c:v>
                </c:pt>
                <c:pt idx="41395">
                  <c:v>2</c:v>
                </c:pt>
                <c:pt idx="41396">
                  <c:v>2</c:v>
                </c:pt>
                <c:pt idx="41397">
                  <c:v>3</c:v>
                </c:pt>
                <c:pt idx="41398">
                  <c:v>3</c:v>
                </c:pt>
                <c:pt idx="41399">
                  <c:v>4</c:v>
                </c:pt>
                <c:pt idx="41400">
                  <c:v>5</c:v>
                </c:pt>
                <c:pt idx="41401">
                  <c:v>5</c:v>
                </c:pt>
                <c:pt idx="41402">
                  <c:v>1</c:v>
                </c:pt>
                <c:pt idx="41403">
                  <c:v>1</c:v>
                </c:pt>
                <c:pt idx="41404">
                  <c:v>1</c:v>
                </c:pt>
                <c:pt idx="41405">
                  <c:v>6</c:v>
                </c:pt>
                <c:pt idx="41406">
                  <c:v>4</c:v>
                </c:pt>
                <c:pt idx="41407">
                  <c:v>1</c:v>
                </c:pt>
                <c:pt idx="41408">
                  <c:v>2</c:v>
                </c:pt>
                <c:pt idx="41409">
                  <c:v>2</c:v>
                </c:pt>
                <c:pt idx="41410">
                  <c:v>1</c:v>
                </c:pt>
                <c:pt idx="41411">
                  <c:v>1</c:v>
                </c:pt>
                <c:pt idx="41412">
                  <c:v>1</c:v>
                </c:pt>
                <c:pt idx="41413">
                  <c:v>2</c:v>
                </c:pt>
                <c:pt idx="41414">
                  <c:v>2</c:v>
                </c:pt>
                <c:pt idx="41415">
                  <c:v>2</c:v>
                </c:pt>
                <c:pt idx="41416">
                  <c:v>2</c:v>
                </c:pt>
                <c:pt idx="41417">
                  <c:v>2</c:v>
                </c:pt>
                <c:pt idx="41418">
                  <c:v>2</c:v>
                </c:pt>
                <c:pt idx="41419">
                  <c:v>2</c:v>
                </c:pt>
                <c:pt idx="41420">
                  <c:v>2</c:v>
                </c:pt>
                <c:pt idx="41421">
                  <c:v>2</c:v>
                </c:pt>
                <c:pt idx="41422">
                  <c:v>2</c:v>
                </c:pt>
                <c:pt idx="41423">
                  <c:v>3</c:v>
                </c:pt>
                <c:pt idx="41424">
                  <c:v>3</c:v>
                </c:pt>
                <c:pt idx="41425">
                  <c:v>3</c:v>
                </c:pt>
                <c:pt idx="41426">
                  <c:v>4</c:v>
                </c:pt>
                <c:pt idx="41427">
                  <c:v>3</c:v>
                </c:pt>
                <c:pt idx="41428">
                  <c:v>2</c:v>
                </c:pt>
                <c:pt idx="41429">
                  <c:v>3</c:v>
                </c:pt>
                <c:pt idx="41430">
                  <c:v>2</c:v>
                </c:pt>
                <c:pt idx="41431">
                  <c:v>4</c:v>
                </c:pt>
                <c:pt idx="41432">
                  <c:v>4</c:v>
                </c:pt>
                <c:pt idx="41433">
                  <c:v>4</c:v>
                </c:pt>
                <c:pt idx="41434">
                  <c:v>3</c:v>
                </c:pt>
                <c:pt idx="41435">
                  <c:v>3</c:v>
                </c:pt>
                <c:pt idx="41436">
                  <c:v>3</c:v>
                </c:pt>
                <c:pt idx="41437">
                  <c:v>4</c:v>
                </c:pt>
                <c:pt idx="41438">
                  <c:v>2</c:v>
                </c:pt>
                <c:pt idx="41439">
                  <c:v>2</c:v>
                </c:pt>
                <c:pt idx="41440">
                  <c:v>1</c:v>
                </c:pt>
                <c:pt idx="41441">
                  <c:v>2</c:v>
                </c:pt>
                <c:pt idx="41442">
                  <c:v>7</c:v>
                </c:pt>
                <c:pt idx="41443">
                  <c:v>2</c:v>
                </c:pt>
                <c:pt idx="41444">
                  <c:v>4</c:v>
                </c:pt>
                <c:pt idx="41445">
                  <c:v>1</c:v>
                </c:pt>
                <c:pt idx="41446">
                  <c:v>2</c:v>
                </c:pt>
                <c:pt idx="41447">
                  <c:v>2</c:v>
                </c:pt>
                <c:pt idx="41448">
                  <c:v>2</c:v>
                </c:pt>
                <c:pt idx="41449">
                  <c:v>1</c:v>
                </c:pt>
                <c:pt idx="41450">
                  <c:v>1</c:v>
                </c:pt>
                <c:pt idx="41451">
                  <c:v>1</c:v>
                </c:pt>
                <c:pt idx="41452">
                  <c:v>1</c:v>
                </c:pt>
                <c:pt idx="41453">
                  <c:v>1</c:v>
                </c:pt>
                <c:pt idx="41454">
                  <c:v>1</c:v>
                </c:pt>
                <c:pt idx="41455">
                  <c:v>1</c:v>
                </c:pt>
                <c:pt idx="41456">
                  <c:v>1</c:v>
                </c:pt>
                <c:pt idx="41457">
                  <c:v>4</c:v>
                </c:pt>
                <c:pt idx="41458">
                  <c:v>2</c:v>
                </c:pt>
                <c:pt idx="41459">
                  <c:v>2</c:v>
                </c:pt>
                <c:pt idx="41460">
                  <c:v>1</c:v>
                </c:pt>
                <c:pt idx="41461">
                  <c:v>2</c:v>
                </c:pt>
                <c:pt idx="41462">
                  <c:v>3</c:v>
                </c:pt>
                <c:pt idx="41463">
                  <c:v>1</c:v>
                </c:pt>
                <c:pt idx="41464">
                  <c:v>3</c:v>
                </c:pt>
                <c:pt idx="41465">
                  <c:v>3</c:v>
                </c:pt>
                <c:pt idx="41466">
                  <c:v>4</c:v>
                </c:pt>
                <c:pt idx="41467">
                  <c:v>2</c:v>
                </c:pt>
                <c:pt idx="41468">
                  <c:v>1</c:v>
                </c:pt>
                <c:pt idx="41469">
                  <c:v>3</c:v>
                </c:pt>
                <c:pt idx="41470">
                  <c:v>3</c:v>
                </c:pt>
                <c:pt idx="41471">
                  <c:v>4</c:v>
                </c:pt>
                <c:pt idx="41472">
                  <c:v>2</c:v>
                </c:pt>
                <c:pt idx="41473">
                  <c:v>2</c:v>
                </c:pt>
                <c:pt idx="41474">
                  <c:v>2</c:v>
                </c:pt>
                <c:pt idx="41475">
                  <c:v>2</c:v>
                </c:pt>
                <c:pt idx="41476">
                  <c:v>10</c:v>
                </c:pt>
                <c:pt idx="41477">
                  <c:v>20</c:v>
                </c:pt>
                <c:pt idx="41478">
                  <c:v>12</c:v>
                </c:pt>
                <c:pt idx="41479">
                  <c:v>-10</c:v>
                </c:pt>
                <c:pt idx="41480">
                  <c:v>14</c:v>
                </c:pt>
                <c:pt idx="41481">
                  <c:v>4</c:v>
                </c:pt>
                <c:pt idx="41482">
                  <c:v>2</c:v>
                </c:pt>
                <c:pt idx="41483">
                  <c:v>2</c:v>
                </c:pt>
                <c:pt idx="41484">
                  <c:v>1</c:v>
                </c:pt>
                <c:pt idx="41485">
                  <c:v>1</c:v>
                </c:pt>
                <c:pt idx="41486">
                  <c:v>1</c:v>
                </c:pt>
                <c:pt idx="41487">
                  <c:v>2</c:v>
                </c:pt>
                <c:pt idx="41488">
                  <c:v>2</c:v>
                </c:pt>
                <c:pt idx="41489">
                  <c:v>2</c:v>
                </c:pt>
                <c:pt idx="41490">
                  <c:v>2</c:v>
                </c:pt>
                <c:pt idx="41491">
                  <c:v>3</c:v>
                </c:pt>
                <c:pt idx="41492">
                  <c:v>3</c:v>
                </c:pt>
                <c:pt idx="41493">
                  <c:v>1</c:v>
                </c:pt>
                <c:pt idx="41494">
                  <c:v>3</c:v>
                </c:pt>
                <c:pt idx="41495">
                  <c:v>2</c:v>
                </c:pt>
                <c:pt idx="41496">
                  <c:v>2</c:v>
                </c:pt>
                <c:pt idx="41497">
                  <c:v>5</c:v>
                </c:pt>
                <c:pt idx="41498">
                  <c:v>4</c:v>
                </c:pt>
                <c:pt idx="41499">
                  <c:v>4</c:v>
                </c:pt>
                <c:pt idx="41500">
                  <c:v>4</c:v>
                </c:pt>
                <c:pt idx="41501">
                  <c:v>4</c:v>
                </c:pt>
                <c:pt idx="41502">
                  <c:v>4</c:v>
                </c:pt>
                <c:pt idx="41503">
                  <c:v>5</c:v>
                </c:pt>
                <c:pt idx="41504">
                  <c:v>3</c:v>
                </c:pt>
                <c:pt idx="41505">
                  <c:v>5</c:v>
                </c:pt>
                <c:pt idx="41506">
                  <c:v>3</c:v>
                </c:pt>
                <c:pt idx="41507">
                  <c:v>1</c:v>
                </c:pt>
                <c:pt idx="41508">
                  <c:v>4</c:v>
                </c:pt>
                <c:pt idx="41509">
                  <c:v>2</c:v>
                </c:pt>
                <c:pt idx="41510">
                  <c:v>3</c:v>
                </c:pt>
                <c:pt idx="41511">
                  <c:v>3</c:v>
                </c:pt>
                <c:pt idx="41512">
                  <c:v>3</c:v>
                </c:pt>
                <c:pt idx="41513">
                  <c:v>3</c:v>
                </c:pt>
                <c:pt idx="41514">
                  <c:v>2</c:v>
                </c:pt>
                <c:pt idx="41515">
                  <c:v>2</c:v>
                </c:pt>
                <c:pt idx="41516">
                  <c:v>2</c:v>
                </c:pt>
                <c:pt idx="41517">
                  <c:v>2</c:v>
                </c:pt>
                <c:pt idx="41518">
                  <c:v>2</c:v>
                </c:pt>
                <c:pt idx="41519">
                  <c:v>8</c:v>
                </c:pt>
                <c:pt idx="41520">
                  <c:v>3</c:v>
                </c:pt>
                <c:pt idx="41521">
                  <c:v>7</c:v>
                </c:pt>
                <c:pt idx="41522">
                  <c:v>7</c:v>
                </c:pt>
                <c:pt idx="41523">
                  <c:v>2</c:v>
                </c:pt>
                <c:pt idx="41524">
                  <c:v>2</c:v>
                </c:pt>
                <c:pt idx="41525">
                  <c:v>1</c:v>
                </c:pt>
                <c:pt idx="41526">
                  <c:v>1</c:v>
                </c:pt>
                <c:pt idx="41527">
                  <c:v>2</c:v>
                </c:pt>
                <c:pt idx="41528">
                  <c:v>1</c:v>
                </c:pt>
                <c:pt idx="41529">
                  <c:v>1</c:v>
                </c:pt>
                <c:pt idx="41530">
                  <c:v>3</c:v>
                </c:pt>
                <c:pt idx="41531">
                  <c:v>3</c:v>
                </c:pt>
                <c:pt idx="41532">
                  <c:v>3</c:v>
                </c:pt>
                <c:pt idx="41533">
                  <c:v>3</c:v>
                </c:pt>
                <c:pt idx="41534">
                  <c:v>3</c:v>
                </c:pt>
                <c:pt idx="41535">
                  <c:v>3</c:v>
                </c:pt>
                <c:pt idx="41536">
                  <c:v>6</c:v>
                </c:pt>
                <c:pt idx="41537">
                  <c:v>4</c:v>
                </c:pt>
                <c:pt idx="41538">
                  <c:v>3</c:v>
                </c:pt>
                <c:pt idx="41539">
                  <c:v>3</c:v>
                </c:pt>
                <c:pt idx="41540">
                  <c:v>3</c:v>
                </c:pt>
                <c:pt idx="41541">
                  <c:v>5</c:v>
                </c:pt>
                <c:pt idx="41542">
                  <c:v>5</c:v>
                </c:pt>
                <c:pt idx="41543">
                  <c:v>1</c:v>
                </c:pt>
                <c:pt idx="41544">
                  <c:v>4</c:v>
                </c:pt>
                <c:pt idx="41545">
                  <c:v>2</c:v>
                </c:pt>
                <c:pt idx="41546">
                  <c:v>2</c:v>
                </c:pt>
                <c:pt idx="41547">
                  <c:v>3</c:v>
                </c:pt>
                <c:pt idx="41548">
                  <c:v>4</c:v>
                </c:pt>
                <c:pt idx="41549">
                  <c:v>1</c:v>
                </c:pt>
                <c:pt idx="41550">
                  <c:v>3</c:v>
                </c:pt>
                <c:pt idx="41551">
                  <c:v>2</c:v>
                </c:pt>
                <c:pt idx="41552">
                  <c:v>2</c:v>
                </c:pt>
                <c:pt idx="41553">
                  <c:v>2</c:v>
                </c:pt>
                <c:pt idx="41554">
                  <c:v>5</c:v>
                </c:pt>
                <c:pt idx="41555">
                  <c:v>4</c:v>
                </c:pt>
                <c:pt idx="41556">
                  <c:v>4</c:v>
                </c:pt>
                <c:pt idx="41557">
                  <c:v>4</c:v>
                </c:pt>
                <c:pt idx="41558">
                  <c:v>2</c:v>
                </c:pt>
                <c:pt idx="41559">
                  <c:v>2</c:v>
                </c:pt>
                <c:pt idx="41560">
                  <c:v>2</c:v>
                </c:pt>
                <c:pt idx="41561">
                  <c:v>2</c:v>
                </c:pt>
                <c:pt idx="41562">
                  <c:v>2</c:v>
                </c:pt>
                <c:pt idx="41563">
                  <c:v>2</c:v>
                </c:pt>
                <c:pt idx="41564">
                  <c:v>4</c:v>
                </c:pt>
                <c:pt idx="41565">
                  <c:v>3</c:v>
                </c:pt>
                <c:pt idx="41566">
                  <c:v>3</c:v>
                </c:pt>
                <c:pt idx="41567">
                  <c:v>3</c:v>
                </c:pt>
                <c:pt idx="41568">
                  <c:v>2</c:v>
                </c:pt>
                <c:pt idx="41569">
                  <c:v>3</c:v>
                </c:pt>
                <c:pt idx="41570">
                  <c:v>6</c:v>
                </c:pt>
                <c:pt idx="41571">
                  <c:v>3</c:v>
                </c:pt>
                <c:pt idx="41572">
                  <c:v>2</c:v>
                </c:pt>
                <c:pt idx="41573">
                  <c:v>2</c:v>
                </c:pt>
                <c:pt idx="41574">
                  <c:v>2</c:v>
                </c:pt>
                <c:pt idx="41575">
                  <c:v>2</c:v>
                </c:pt>
                <c:pt idx="41576">
                  <c:v>2</c:v>
                </c:pt>
                <c:pt idx="41577">
                  <c:v>2</c:v>
                </c:pt>
                <c:pt idx="41578">
                  <c:v>2</c:v>
                </c:pt>
                <c:pt idx="41579">
                  <c:v>1</c:v>
                </c:pt>
                <c:pt idx="41580">
                  <c:v>2</c:v>
                </c:pt>
                <c:pt idx="41581">
                  <c:v>1</c:v>
                </c:pt>
                <c:pt idx="41582">
                  <c:v>2</c:v>
                </c:pt>
                <c:pt idx="41583">
                  <c:v>1</c:v>
                </c:pt>
                <c:pt idx="41584">
                  <c:v>1</c:v>
                </c:pt>
                <c:pt idx="41585">
                  <c:v>2</c:v>
                </c:pt>
                <c:pt idx="41586">
                  <c:v>2</c:v>
                </c:pt>
                <c:pt idx="41587">
                  <c:v>2</c:v>
                </c:pt>
                <c:pt idx="41588">
                  <c:v>2</c:v>
                </c:pt>
                <c:pt idx="41589">
                  <c:v>1</c:v>
                </c:pt>
                <c:pt idx="41590">
                  <c:v>1</c:v>
                </c:pt>
                <c:pt idx="41591">
                  <c:v>2</c:v>
                </c:pt>
                <c:pt idx="41592">
                  <c:v>2</c:v>
                </c:pt>
                <c:pt idx="41593">
                  <c:v>2</c:v>
                </c:pt>
                <c:pt idx="41594">
                  <c:v>1</c:v>
                </c:pt>
                <c:pt idx="41595">
                  <c:v>3</c:v>
                </c:pt>
                <c:pt idx="41596">
                  <c:v>4</c:v>
                </c:pt>
                <c:pt idx="41597">
                  <c:v>2</c:v>
                </c:pt>
                <c:pt idx="41598">
                  <c:v>2</c:v>
                </c:pt>
                <c:pt idx="41599">
                  <c:v>2</c:v>
                </c:pt>
                <c:pt idx="41600">
                  <c:v>2</c:v>
                </c:pt>
                <c:pt idx="41601">
                  <c:v>2</c:v>
                </c:pt>
                <c:pt idx="41602">
                  <c:v>2</c:v>
                </c:pt>
                <c:pt idx="41603">
                  <c:v>2</c:v>
                </c:pt>
                <c:pt idx="41604">
                  <c:v>4</c:v>
                </c:pt>
                <c:pt idx="41605">
                  <c:v>4</c:v>
                </c:pt>
                <c:pt idx="41606">
                  <c:v>2</c:v>
                </c:pt>
                <c:pt idx="41607">
                  <c:v>5</c:v>
                </c:pt>
                <c:pt idx="41608">
                  <c:v>5</c:v>
                </c:pt>
                <c:pt idx="41609">
                  <c:v>2</c:v>
                </c:pt>
                <c:pt idx="41610">
                  <c:v>2</c:v>
                </c:pt>
                <c:pt idx="41611">
                  <c:v>2</c:v>
                </c:pt>
                <c:pt idx="41612">
                  <c:v>3</c:v>
                </c:pt>
                <c:pt idx="41613">
                  <c:v>2</c:v>
                </c:pt>
                <c:pt idx="41614">
                  <c:v>2</c:v>
                </c:pt>
                <c:pt idx="41615">
                  <c:v>3</c:v>
                </c:pt>
                <c:pt idx="41616">
                  <c:v>3</c:v>
                </c:pt>
                <c:pt idx="41617">
                  <c:v>3</c:v>
                </c:pt>
                <c:pt idx="41618">
                  <c:v>4</c:v>
                </c:pt>
                <c:pt idx="41619">
                  <c:v>2</c:v>
                </c:pt>
                <c:pt idx="41620">
                  <c:v>2</c:v>
                </c:pt>
                <c:pt idx="41621">
                  <c:v>4</c:v>
                </c:pt>
                <c:pt idx="41622">
                  <c:v>4</c:v>
                </c:pt>
                <c:pt idx="41623">
                  <c:v>4</c:v>
                </c:pt>
                <c:pt idx="41624">
                  <c:v>4</c:v>
                </c:pt>
                <c:pt idx="41625">
                  <c:v>4</c:v>
                </c:pt>
                <c:pt idx="41626">
                  <c:v>1</c:v>
                </c:pt>
                <c:pt idx="41627">
                  <c:v>2</c:v>
                </c:pt>
                <c:pt idx="41628">
                  <c:v>4</c:v>
                </c:pt>
                <c:pt idx="41629">
                  <c:v>4</c:v>
                </c:pt>
                <c:pt idx="41630">
                  <c:v>3</c:v>
                </c:pt>
                <c:pt idx="41631">
                  <c:v>3</c:v>
                </c:pt>
                <c:pt idx="41632">
                  <c:v>3</c:v>
                </c:pt>
                <c:pt idx="41633">
                  <c:v>3</c:v>
                </c:pt>
                <c:pt idx="41634">
                  <c:v>4</c:v>
                </c:pt>
                <c:pt idx="41635">
                  <c:v>3</c:v>
                </c:pt>
                <c:pt idx="41636">
                  <c:v>3</c:v>
                </c:pt>
                <c:pt idx="41637">
                  <c:v>3</c:v>
                </c:pt>
                <c:pt idx="41638">
                  <c:v>3</c:v>
                </c:pt>
                <c:pt idx="41639">
                  <c:v>3</c:v>
                </c:pt>
                <c:pt idx="41640">
                  <c:v>3</c:v>
                </c:pt>
                <c:pt idx="41641">
                  <c:v>4</c:v>
                </c:pt>
                <c:pt idx="41642">
                  <c:v>3</c:v>
                </c:pt>
                <c:pt idx="41643">
                  <c:v>3</c:v>
                </c:pt>
                <c:pt idx="41644">
                  <c:v>2</c:v>
                </c:pt>
                <c:pt idx="41645">
                  <c:v>3</c:v>
                </c:pt>
                <c:pt idx="41646">
                  <c:v>3</c:v>
                </c:pt>
                <c:pt idx="41647">
                  <c:v>3</c:v>
                </c:pt>
                <c:pt idx="41648">
                  <c:v>3</c:v>
                </c:pt>
                <c:pt idx="41649">
                  <c:v>5</c:v>
                </c:pt>
                <c:pt idx="41650">
                  <c:v>3</c:v>
                </c:pt>
                <c:pt idx="41651">
                  <c:v>1</c:v>
                </c:pt>
                <c:pt idx="41652">
                  <c:v>1</c:v>
                </c:pt>
                <c:pt idx="41653">
                  <c:v>1</c:v>
                </c:pt>
                <c:pt idx="41654">
                  <c:v>2</c:v>
                </c:pt>
                <c:pt idx="41655">
                  <c:v>2</c:v>
                </c:pt>
                <c:pt idx="41656">
                  <c:v>2</c:v>
                </c:pt>
                <c:pt idx="41657">
                  <c:v>1</c:v>
                </c:pt>
                <c:pt idx="41658">
                  <c:v>1</c:v>
                </c:pt>
                <c:pt idx="41659">
                  <c:v>1</c:v>
                </c:pt>
                <c:pt idx="41660">
                  <c:v>1</c:v>
                </c:pt>
                <c:pt idx="41661">
                  <c:v>1</c:v>
                </c:pt>
                <c:pt idx="41662">
                  <c:v>1</c:v>
                </c:pt>
                <c:pt idx="41663">
                  <c:v>1</c:v>
                </c:pt>
                <c:pt idx="41664">
                  <c:v>1</c:v>
                </c:pt>
                <c:pt idx="41665">
                  <c:v>2</c:v>
                </c:pt>
                <c:pt idx="41666">
                  <c:v>3</c:v>
                </c:pt>
                <c:pt idx="41667">
                  <c:v>2</c:v>
                </c:pt>
                <c:pt idx="41668">
                  <c:v>2</c:v>
                </c:pt>
                <c:pt idx="41669">
                  <c:v>1</c:v>
                </c:pt>
                <c:pt idx="41670">
                  <c:v>2</c:v>
                </c:pt>
                <c:pt idx="41671">
                  <c:v>1</c:v>
                </c:pt>
                <c:pt idx="41672">
                  <c:v>2</c:v>
                </c:pt>
                <c:pt idx="41673">
                  <c:v>1</c:v>
                </c:pt>
                <c:pt idx="41674">
                  <c:v>1</c:v>
                </c:pt>
                <c:pt idx="41675">
                  <c:v>1</c:v>
                </c:pt>
                <c:pt idx="41676">
                  <c:v>2</c:v>
                </c:pt>
                <c:pt idx="41677">
                  <c:v>2</c:v>
                </c:pt>
                <c:pt idx="41678">
                  <c:v>2</c:v>
                </c:pt>
                <c:pt idx="41679">
                  <c:v>2</c:v>
                </c:pt>
                <c:pt idx="41680">
                  <c:v>2</c:v>
                </c:pt>
                <c:pt idx="41681">
                  <c:v>3</c:v>
                </c:pt>
                <c:pt idx="41682">
                  <c:v>1</c:v>
                </c:pt>
                <c:pt idx="41683">
                  <c:v>2</c:v>
                </c:pt>
                <c:pt idx="41684">
                  <c:v>1</c:v>
                </c:pt>
                <c:pt idx="41685">
                  <c:v>2</c:v>
                </c:pt>
                <c:pt idx="41686">
                  <c:v>2</c:v>
                </c:pt>
                <c:pt idx="41687">
                  <c:v>1</c:v>
                </c:pt>
                <c:pt idx="41688">
                  <c:v>1</c:v>
                </c:pt>
                <c:pt idx="41689">
                  <c:v>1</c:v>
                </c:pt>
                <c:pt idx="41690">
                  <c:v>2</c:v>
                </c:pt>
                <c:pt idx="41691">
                  <c:v>1</c:v>
                </c:pt>
                <c:pt idx="41692">
                  <c:v>1</c:v>
                </c:pt>
                <c:pt idx="41693">
                  <c:v>2</c:v>
                </c:pt>
                <c:pt idx="41694">
                  <c:v>1</c:v>
                </c:pt>
                <c:pt idx="41695">
                  <c:v>1</c:v>
                </c:pt>
                <c:pt idx="41696">
                  <c:v>1</c:v>
                </c:pt>
                <c:pt idx="41697">
                  <c:v>1</c:v>
                </c:pt>
                <c:pt idx="41698">
                  <c:v>2</c:v>
                </c:pt>
                <c:pt idx="41699">
                  <c:v>1</c:v>
                </c:pt>
                <c:pt idx="41700">
                  <c:v>1</c:v>
                </c:pt>
                <c:pt idx="41701">
                  <c:v>1</c:v>
                </c:pt>
                <c:pt idx="41702">
                  <c:v>3</c:v>
                </c:pt>
                <c:pt idx="41703">
                  <c:v>3</c:v>
                </c:pt>
                <c:pt idx="41704">
                  <c:v>3</c:v>
                </c:pt>
                <c:pt idx="41705">
                  <c:v>3</c:v>
                </c:pt>
                <c:pt idx="41706">
                  <c:v>3</c:v>
                </c:pt>
                <c:pt idx="41707">
                  <c:v>3</c:v>
                </c:pt>
                <c:pt idx="41708">
                  <c:v>3</c:v>
                </c:pt>
                <c:pt idx="41709">
                  <c:v>3</c:v>
                </c:pt>
                <c:pt idx="41710">
                  <c:v>3</c:v>
                </c:pt>
                <c:pt idx="41711">
                  <c:v>3</c:v>
                </c:pt>
                <c:pt idx="41712">
                  <c:v>4</c:v>
                </c:pt>
                <c:pt idx="41713">
                  <c:v>1</c:v>
                </c:pt>
                <c:pt idx="41714">
                  <c:v>1</c:v>
                </c:pt>
                <c:pt idx="41715">
                  <c:v>2</c:v>
                </c:pt>
                <c:pt idx="41716">
                  <c:v>1</c:v>
                </c:pt>
                <c:pt idx="41717">
                  <c:v>1</c:v>
                </c:pt>
                <c:pt idx="41718">
                  <c:v>1</c:v>
                </c:pt>
                <c:pt idx="41719">
                  <c:v>4</c:v>
                </c:pt>
                <c:pt idx="41720">
                  <c:v>1</c:v>
                </c:pt>
                <c:pt idx="41721">
                  <c:v>2</c:v>
                </c:pt>
                <c:pt idx="41722">
                  <c:v>2</c:v>
                </c:pt>
                <c:pt idx="41723">
                  <c:v>1</c:v>
                </c:pt>
                <c:pt idx="41724">
                  <c:v>1</c:v>
                </c:pt>
                <c:pt idx="41725">
                  <c:v>1</c:v>
                </c:pt>
                <c:pt idx="41726">
                  <c:v>2</c:v>
                </c:pt>
                <c:pt idx="41727">
                  <c:v>1</c:v>
                </c:pt>
                <c:pt idx="41728">
                  <c:v>2</c:v>
                </c:pt>
                <c:pt idx="41729">
                  <c:v>1</c:v>
                </c:pt>
                <c:pt idx="41730">
                  <c:v>1</c:v>
                </c:pt>
                <c:pt idx="41731">
                  <c:v>2</c:v>
                </c:pt>
                <c:pt idx="41732">
                  <c:v>1</c:v>
                </c:pt>
                <c:pt idx="41733">
                  <c:v>1</c:v>
                </c:pt>
                <c:pt idx="41734">
                  <c:v>1</c:v>
                </c:pt>
                <c:pt idx="41735">
                  <c:v>1</c:v>
                </c:pt>
                <c:pt idx="41736">
                  <c:v>2</c:v>
                </c:pt>
                <c:pt idx="41737">
                  <c:v>-2</c:v>
                </c:pt>
                <c:pt idx="41738">
                  <c:v>2</c:v>
                </c:pt>
                <c:pt idx="41739">
                  <c:v>1</c:v>
                </c:pt>
                <c:pt idx="41740">
                  <c:v>2</c:v>
                </c:pt>
                <c:pt idx="41741">
                  <c:v>1</c:v>
                </c:pt>
                <c:pt idx="41742">
                  <c:v>2</c:v>
                </c:pt>
                <c:pt idx="41743">
                  <c:v>1</c:v>
                </c:pt>
                <c:pt idx="41744">
                  <c:v>2</c:v>
                </c:pt>
                <c:pt idx="41745">
                  <c:v>1</c:v>
                </c:pt>
                <c:pt idx="41746">
                  <c:v>1</c:v>
                </c:pt>
                <c:pt idx="41747">
                  <c:v>-2</c:v>
                </c:pt>
                <c:pt idx="41748">
                  <c:v>2</c:v>
                </c:pt>
                <c:pt idx="41749">
                  <c:v>1</c:v>
                </c:pt>
                <c:pt idx="41750">
                  <c:v>3</c:v>
                </c:pt>
                <c:pt idx="41751">
                  <c:v>3</c:v>
                </c:pt>
                <c:pt idx="41752">
                  <c:v>3</c:v>
                </c:pt>
                <c:pt idx="41753">
                  <c:v>3</c:v>
                </c:pt>
                <c:pt idx="41754">
                  <c:v>3</c:v>
                </c:pt>
                <c:pt idx="41755">
                  <c:v>2</c:v>
                </c:pt>
                <c:pt idx="41756">
                  <c:v>3</c:v>
                </c:pt>
                <c:pt idx="41757">
                  <c:v>2</c:v>
                </c:pt>
                <c:pt idx="41758">
                  <c:v>2</c:v>
                </c:pt>
                <c:pt idx="41759">
                  <c:v>1</c:v>
                </c:pt>
                <c:pt idx="41760">
                  <c:v>1</c:v>
                </c:pt>
                <c:pt idx="41761">
                  <c:v>2</c:v>
                </c:pt>
                <c:pt idx="41762">
                  <c:v>3</c:v>
                </c:pt>
                <c:pt idx="41763">
                  <c:v>1</c:v>
                </c:pt>
                <c:pt idx="41764">
                  <c:v>2</c:v>
                </c:pt>
                <c:pt idx="41765">
                  <c:v>1</c:v>
                </c:pt>
                <c:pt idx="41766">
                  <c:v>3</c:v>
                </c:pt>
                <c:pt idx="41767">
                  <c:v>2</c:v>
                </c:pt>
                <c:pt idx="41768">
                  <c:v>2</c:v>
                </c:pt>
                <c:pt idx="41769">
                  <c:v>2</c:v>
                </c:pt>
                <c:pt idx="41770">
                  <c:v>2</c:v>
                </c:pt>
                <c:pt idx="41771">
                  <c:v>1</c:v>
                </c:pt>
                <c:pt idx="41772">
                  <c:v>2</c:v>
                </c:pt>
                <c:pt idx="41773">
                  <c:v>2</c:v>
                </c:pt>
                <c:pt idx="41774">
                  <c:v>1</c:v>
                </c:pt>
                <c:pt idx="41775">
                  <c:v>2</c:v>
                </c:pt>
                <c:pt idx="41776">
                  <c:v>2</c:v>
                </c:pt>
                <c:pt idx="41777">
                  <c:v>2</c:v>
                </c:pt>
                <c:pt idx="41778">
                  <c:v>2</c:v>
                </c:pt>
                <c:pt idx="41779">
                  <c:v>4</c:v>
                </c:pt>
                <c:pt idx="41780">
                  <c:v>2</c:v>
                </c:pt>
                <c:pt idx="41781">
                  <c:v>3</c:v>
                </c:pt>
                <c:pt idx="41782">
                  <c:v>4</c:v>
                </c:pt>
                <c:pt idx="41783">
                  <c:v>1</c:v>
                </c:pt>
                <c:pt idx="41784">
                  <c:v>1</c:v>
                </c:pt>
                <c:pt idx="41785">
                  <c:v>4</c:v>
                </c:pt>
                <c:pt idx="41786">
                  <c:v>2</c:v>
                </c:pt>
                <c:pt idx="41787">
                  <c:v>2</c:v>
                </c:pt>
                <c:pt idx="41788">
                  <c:v>5</c:v>
                </c:pt>
                <c:pt idx="41789">
                  <c:v>3</c:v>
                </c:pt>
                <c:pt idx="41790">
                  <c:v>4</c:v>
                </c:pt>
                <c:pt idx="41791">
                  <c:v>2</c:v>
                </c:pt>
                <c:pt idx="41792">
                  <c:v>3</c:v>
                </c:pt>
                <c:pt idx="41793">
                  <c:v>2</c:v>
                </c:pt>
                <c:pt idx="41794">
                  <c:v>1</c:v>
                </c:pt>
                <c:pt idx="41795">
                  <c:v>1</c:v>
                </c:pt>
                <c:pt idx="41796">
                  <c:v>1</c:v>
                </c:pt>
                <c:pt idx="41797">
                  <c:v>1</c:v>
                </c:pt>
                <c:pt idx="41798">
                  <c:v>2</c:v>
                </c:pt>
                <c:pt idx="41799">
                  <c:v>2</c:v>
                </c:pt>
                <c:pt idx="41800">
                  <c:v>2</c:v>
                </c:pt>
                <c:pt idx="41801">
                  <c:v>3</c:v>
                </c:pt>
                <c:pt idx="41802">
                  <c:v>4</c:v>
                </c:pt>
                <c:pt idx="41803">
                  <c:v>3</c:v>
                </c:pt>
                <c:pt idx="41804">
                  <c:v>2</c:v>
                </c:pt>
                <c:pt idx="41805">
                  <c:v>1</c:v>
                </c:pt>
                <c:pt idx="41806">
                  <c:v>5</c:v>
                </c:pt>
                <c:pt idx="41807">
                  <c:v>2</c:v>
                </c:pt>
                <c:pt idx="41808">
                  <c:v>4</c:v>
                </c:pt>
                <c:pt idx="41809">
                  <c:v>4</c:v>
                </c:pt>
                <c:pt idx="41810">
                  <c:v>5</c:v>
                </c:pt>
                <c:pt idx="41811">
                  <c:v>4</c:v>
                </c:pt>
                <c:pt idx="41812">
                  <c:v>4</c:v>
                </c:pt>
                <c:pt idx="41813">
                  <c:v>2</c:v>
                </c:pt>
                <c:pt idx="41814">
                  <c:v>4</c:v>
                </c:pt>
                <c:pt idx="41815">
                  <c:v>5</c:v>
                </c:pt>
                <c:pt idx="41816">
                  <c:v>2</c:v>
                </c:pt>
                <c:pt idx="41817">
                  <c:v>4</c:v>
                </c:pt>
                <c:pt idx="41818">
                  <c:v>3</c:v>
                </c:pt>
                <c:pt idx="41819">
                  <c:v>5</c:v>
                </c:pt>
                <c:pt idx="41820">
                  <c:v>5</c:v>
                </c:pt>
                <c:pt idx="41821">
                  <c:v>2</c:v>
                </c:pt>
                <c:pt idx="41822">
                  <c:v>2</c:v>
                </c:pt>
                <c:pt idx="41823">
                  <c:v>3</c:v>
                </c:pt>
                <c:pt idx="41824">
                  <c:v>3</c:v>
                </c:pt>
                <c:pt idx="41825">
                  <c:v>1</c:v>
                </c:pt>
                <c:pt idx="41826">
                  <c:v>2</c:v>
                </c:pt>
                <c:pt idx="41827">
                  <c:v>4</c:v>
                </c:pt>
                <c:pt idx="41828">
                  <c:v>2</c:v>
                </c:pt>
                <c:pt idx="41829">
                  <c:v>2</c:v>
                </c:pt>
                <c:pt idx="41830">
                  <c:v>3</c:v>
                </c:pt>
                <c:pt idx="41831">
                  <c:v>2</c:v>
                </c:pt>
                <c:pt idx="41832">
                  <c:v>3</c:v>
                </c:pt>
                <c:pt idx="41833">
                  <c:v>8</c:v>
                </c:pt>
                <c:pt idx="41834">
                  <c:v>4</c:v>
                </c:pt>
                <c:pt idx="41835">
                  <c:v>4</c:v>
                </c:pt>
                <c:pt idx="41836">
                  <c:v>2</c:v>
                </c:pt>
                <c:pt idx="41837">
                  <c:v>4</c:v>
                </c:pt>
                <c:pt idx="41838">
                  <c:v>2</c:v>
                </c:pt>
                <c:pt idx="41839">
                  <c:v>1</c:v>
                </c:pt>
                <c:pt idx="41840">
                  <c:v>2</c:v>
                </c:pt>
                <c:pt idx="41841">
                  <c:v>4</c:v>
                </c:pt>
                <c:pt idx="41842">
                  <c:v>3</c:v>
                </c:pt>
                <c:pt idx="41843">
                  <c:v>3</c:v>
                </c:pt>
                <c:pt idx="41844">
                  <c:v>4</c:v>
                </c:pt>
                <c:pt idx="41845">
                  <c:v>4</c:v>
                </c:pt>
                <c:pt idx="41846">
                  <c:v>4</c:v>
                </c:pt>
                <c:pt idx="41847">
                  <c:v>3</c:v>
                </c:pt>
                <c:pt idx="41848">
                  <c:v>1</c:v>
                </c:pt>
                <c:pt idx="41849">
                  <c:v>1</c:v>
                </c:pt>
                <c:pt idx="41850">
                  <c:v>1</c:v>
                </c:pt>
                <c:pt idx="41851">
                  <c:v>2</c:v>
                </c:pt>
                <c:pt idx="41852">
                  <c:v>2</c:v>
                </c:pt>
                <c:pt idx="41853">
                  <c:v>2</c:v>
                </c:pt>
                <c:pt idx="41854">
                  <c:v>2</c:v>
                </c:pt>
                <c:pt idx="41855">
                  <c:v>2</c:v>
                </c:pt>
                <c:pt idx="41856">
                  <c:v>2</c:v>
                </c:pt>
                <c:pt idx="41857">
                  <c:v>2</c:v>
                </c:pt>
                <c:pt idx="41858">
                  <c:v>2</c:v>
                </c:pt>
                <c:pt idx="41859">
                  <c:v>3</c:v>
                </c:pt>
                <c:pt idx="41860">
                  <c:v>3</c:v>
                </c:pt>
                <c:pt idx="41861">
                  <c:v>2</c:v>
                </c:pt>
                <c:pt idx="41862">
                  <c:v>3</c:v>
                </c:pt>
                <c:pt idx="41863">
                  <c:v>3</c:v>
                </c:pt>
                <c:pt idx="41864">
                  <c:v>4</c:v>
                </c:pt>
                <c:pt idx="41865">
                  <c:v>1</c:v>
                </c:pt>
                <c:pt idx="41866">
                  <c:v>1</c:v>
                </c:pt>
                <c:pt idx="41867">
                  <c:v>3</c:v>
                </c:pt>
                <c:pt idx="41868">
                  <c:v>3</c:v>
                </c:pt>
                <c:pt idx="41869">
                  <c:v>2</c:v>
                </c:pt>
                <c:pt idx="41870">
                  <c:v>2</c:v>
                </c:pt>
                <c:pt idx="41871">
                  <c:v>2</c:v>
                </c:pt>
                <c:pt idx="41872">
                  <c:v>1</c:v>
                </c:pt>
                <c:pt idx="41873">
                  <c:v>3</c:v>
                </c:pt>
                <c:pt idx="41874">
                  <c:v>1</c:v>
                </c:pt>
                <c:pt idx="41875">
                  <c:v>3</c:v>
                </c:pt>
                <c:pt idx="41876">
                  <c:v>0</c:v>
                </c:pt>
                <c:pt idx="41877">
                  <c:v>1</c:v>
                </c:pt>
                <c:pt idx="41878">
                  <c:v>3</c:v>
                </c:pt>
                <c:pt idx="41879">
                  <c:v>1</c:v>
                </c:pt>
                <c:pt idx="41880">
                  <c:v>2</c:v>
                </c:pt>
                <c:pt idx="41881">
                  <c:v>3</c:v>
                </c:pt>
                <c:pt idx="41882">
                  <c:v>2</c:v>
                </c:pt>
                <c:pt idx="41883">
                  <c:v>2</c:v>
                </c:pt>
                <c:pt idx="41884">
                  <c:v>4</c:v>
                </c:pt>
                <c:pt idx="41885">
                  <c:v>2</c:v>
                </c:pt>
                <c:pt idx="41886">
                  <c:v>1</c:v>
                </c:pt>
                <c:pt idx="41887">
                  <c:v>1</c:v>
                </c:pt>
                <c:pt idx="41888">
                  <c:v>1</c:v>
                </c:pt>
                <c:pt idx="41889">
                  <c:v>1</c:v>
                </c:pt>
                <c:pt idx="41890">
                  <c:v>4</c:v>
                </c:pt>
                <c:pt idx="41891">
                  <c:v>5</c:v>
                </c:pt>
                <c:pt idx="41892">
                  <c:v>3</c:v>
                </c:pt>
                <c:pt idx="41893">
                  <c:v>4</c:v>
                </c:pt>
                <c:pt idx="41894">
                  <c:v>5</c:v>
                </c:pt>
                <c:pt idx="41895">
                  <c:v>4</c:v>
                </c:pt>
                <c:pt idx="41896">
                  <c:v>2</c:v>
                </c:pt>
                <c:pt idx="41897">
                  <c:v>6</c:v>
                </c:pt>
                <c:pt idx="41898">
                  <c:v>2</c:v>
                </c:pt>
                <c:pt idx="41899">
                  <c:v>5</c:v>
                </c:pt>
                <c:pt idx="41900">
                  <c:v>3</c:v>
                </c:pt>
                <c:pt idx="41901">
                  <c:v>6</c:v>
                </c:pt>
                <c:pt idx="41902">
                  <c:v>2</c:v>
                </c:pt>
                <c:pt idx="41903">
                  <c:v>2</c:v>
                </c:pt>
                <c:pt idx="41904">
                  <c:v>1</c:v>
                </c:pt>
                <c:pt idx="41905">
                  <c:v>2</c:v>
                </c:pt>
                <c:pt idx="41906">
                  <c:v>1</c:v>
                </c:pt>
                <c:pt idx="41907">
                  <c:v>1</c:v>
                </c:pt>
                <c:pt idx="41908">
                  <c:v>1</c:v>
                </c:pt>
                <c:pt idx="41909">
                  <c:v>1</c:v>
                </c:pt>
                <c:pt idx="41910">
                  <c:v>2</c:v>
                </c:pt>
                <c:pt idx="41911">
                  <c:v>1</c:v>
                </c:pt>
                <c:pt idx="41912">
                  <c:v>1</c:v>
                </c:pt>
                <c:pt idx="41913">
                  <c:v>7</c:v>
                </c:pt>
                <c:pt idx="41914">
                  <c:v>2</c:v>
                </c:pt>
                <c:pt idx="41915">
                  <c:v>1</c:v>
                </c:pt>
                <c:pt idx="41916">
                  <c:v>7</c:v>
                </c:pt>
                <c:pt idx="41917">
                  <c:v>1</c:v>
                </c:pt>
                <c:pt idx="41918">
                  <c:v>2</c:v>
                </c:pt>
                <c:pt idx="41919">
                  <c:v>2</c:v>
                </c:pt>
                <c:pt idx="41920">
                  <c:v>2</c:v>
                </c:pt>
                <c:pt idx="41921">
                  <c:v>2</c:v>
                </c:pt>
                <c:pt idx="41922">
                  <c:v>1</c:v>
                </c:pt>
                <c:pt idx="41923">
                  <c:v>2</c:v>
                </c:pt>
                <c:pt idx="41924">
                  <c:v>2</c:v>
                </c:pt>
                <c:pt idx="41925">
                  <c:v>2</c:v>
                </c:pt>
                <c:pt idx="41926">
                  <c:v>1</c:v>
                </c:pt>
                <c:pt idx="41927">
                  <c:v>2</c:v>
                </c:pt>
                <c:pt idx="41928">
                  <c:v>3</c:v>
                </c:pt>
                <c:pt idx="41929">
                  <c:v>5</c:v>
                </c:pt>
                <c:pt idx="41930">
                  <c:v>3</c:v>
                </c:pt>
                <c:pt idx="41931">
                  <c:v>4</c:v>
                </c:pt>
                <c:pt idx="41932">
                  <c:v>2</c:v>
                </c:pt>
                <c:pt idx="41933">
                  <c:v>2</c:v>
                </c:pt>
                <c:pt idx="41934">
                  <c:v>2</c:v>
                </c:pt>
                <c:pt idx="41935">
                  <c:v>2</c:v>
                </c:pt>
                <c:pt idx="41936">
                  <c:v>2</c:v>
                </c:pt>
                <c:pt idx="41937">
                  <c:v>2</c:v>
                </c:pt>
                <c:pt idx="41938">
                  <c:v>2</c:v>
                </c:pt>
                <c:pt idx="41939">
                  <c:v>5</c:v>
                </c:pt>
                <c:pt idx="41940">
                  <c:v>1</c:v>
                </c:pt>
                <c:pt idx="41941">
                  <c:v>1</c:v>
                </c:pt>
                <c:pt idx="41942">
                  <c:v>1</c:v>
                </c:pt>
                <c:pt idx="41943">
                  <c:v>1</c:v>
                </c:pt>
                <c:pt idx="41944">
                  <c:v>1</c:v>
                </c:pt>
                <c:pt idx="41945">
                  <c:v>1</c:v>
                </c:pt>
                <c:pt idx="41946">
                  <c:v>2</c:v>
                </c:pt>
                <c:pt idx="41947">
                  <c:v>1</c:v>
                </c:pt>
                <c:pt idx="41948">
                  <c:v>1</c:v>
                </c:pt>
                <c:pt idx="41949">
                  <c:v>1</c:v>
                </c:pt>
                <c:pt idx="41950">
                  <c:v>1</c:v>
                </c:pt>
                <c:pt idx="41951">
                  <c:v>1</c:v>
                </c:pt>
                <c:pt idx="41952">
                  <c:v>2</c:v>
                </c:pt>
                <c:pt idx="41953">
                  <c:v>1</c:v>
                </c:pt>
                <c:pt idx="41954">
                  <c:v>1</c:v>
                </c:pt>
                <c:pt idx="41955">
                  <c:v>1</c:v>
                </c:pt>
                <c:pt idx="41956">
                  <c:v>2</c:v>
                </c:pt>
                <c:pt idx="41957">
                  <c:v>2</c:v>
                </c:pt>
                <c:pt idx="41958">
                  <c:v>1</c:v>
                </c:pt>
                <c:pt idx="41959">
                  <c:v>1</c:v>
                </c:pt>
                <c:pt idx="41960">
                  <c:v>1</c:v>
                </c:pt>
                <c:pt idx="41961">
                  <c:v>2</c:v>
                </c:pt>
                <c:pt idx="41962">
                  <c:v>1</c:v>
                </c:pt>
                <c:pt idx="41963">
                  <c:v>2</c:v>
                </c:pt>
                <c:pt idx="41964">
                  <c:v>2</c:v>
                </c:pt>
                <c:pt idx="41965">
                  <c:v>2</c:v>
                </c:pt>
                <c:pt idx="41966">
                  <c:v>2</c:v>
                </c:pt>
                <c:pt idx="41967">
                  <c:v>2</c:v>
                </c:pt>
                <c:pt idx="41968">
                  <c:v>2</c:v>
                </c:pt>
                <c:pt idx="41969">
                  <c:v>2</c:v>
                </c:pt>
                <c:pt idx="41970">
                  <c:v>1</c:v>
                </c:pt>
                <c:pt idx="41971">
                  <c:v>2</c:v>
                </c:pt>
                <c:pt idx="41972">
                  <c:v>2</c:v>
                </c:pt>
                <c:pt idx="41973">
                  <c:v>1</c:v>
                </c:pt>
                <c:pt idx="41974">
                  <c:v>3</c:v>
                </c:pt>
                <c:pt idx="41975">
                  <c:v>2</c:v>
                </c:pt>
                <c:pt idx="41976">
                  <c:v>2</c:v>
                </c:pt>
                <c:pt idx="41977">
                  <c:v>2</c:v>
                </c:pt>
                <c:pt idx="41978">
                  <c:v>2</c:v>
                </c:pt>
                <c:pt idx="41979">
                  <c:v>2</c:v>
                </c:pt>
                <c:pt idx="41980">
                  <c:v>2</c:v>
                </c:pt>
                <c:pt idx="41981">
                  <c:v>3</c:v>
                </c:pt>
                <c:pt idx="41982">
                  <c:v>3</c:v>
                </c:pt>
                <c:pt idx="41983">
                  <c:v>3</c:v>
                </c:pt>
                <c:pt idx="41984">
                  <c:v>4</c:v>
                </c:pt>
                <c:pt idx="41985">
                  <c:v>2</c:v>
                </c:pt>
                <c:pt idx="41986">
                  <c:v>2</c:v>
                </c:pt>
                <c:pt idx="41987">
                  <c:v>5</c:v>
                </c:pt>
                <c:pt idx="41988">
                  <c:v>2</c:v>
                </c:pt>
                <c:pt idx="41989">
                  <c:v>0</c:v>
                </c:pt>
                <c:pt idx="41990">
                  <c:v>3</c:v>
                </c:pt>
                <c:pt idx="41991">
                  <c:v>3</c:v>
                </c:pt>
                <c:pt idx="41992">
                  <c:v>3</c:v>
                </c:pt>
                <c:pt idx="41993">
                  <c:v>4</c:v>
                </c:pt>
                <c:pt idx="41994">
                  <c:v>4</c:v>
                </c:pt>
                <c:pt idx="41995">
                  <c:v>4</c:v>
                </c:pt>
                <c:pt idx="41996">
                  <c:v>4</c:v>
                </c:pt>
                <c:pt idx="41997">
                  <c:v>4</c:v>
                </c:pt>
                <c:pt idx="41998">
                  <c:v>4</c:v>
                </c:pt>
                <c:pt idx="41999">
                  <c:v>3</c:v>
                </c:pt>
                <c:pt idx="42000">
                  <c:v>1</c:v>
                </c:pt>
                <c:pt idx="42001">
                  <c:v>3</c:v>
                </c:pt>
                <c:pt idx="42002">
                  <c:v>1</c:v>
                </c:pt>
                <c:pt idx="42003">
                  <c:v>2</c:v>
                </c:pt>
                <c:pt idx="42004">
                  <c:v>2</c:v>
                </c:pt>
                <c:pt idx="42005">
                  <c:v>1</c:v>
                </c:pt>
                <c:pt idx="42006">
                  <c:v>1</c:v>
                </c:pt>
                <c:pt idx="42007">
                  <c:v>3</c:v>
                </c:pt>
                <c:pt idx="42008">
                  <c:v>2</c:v>
                </c:pt>
                <c:pt idx="42009">
                  <c:v>1</c:v>
                </c:pt>
                <c:pt idx="42010">
                  <c:v>2</c:v>
                </c:pt>
                <c:pt idx="42011">
                  <c:v>3</c:v>
                </c:pt>
                <c:pt idx="42012">
                  <c:v>1</c:v>
                </c:pt>
                <c:pt idx="42013">
                  <c:v>2</c:v>
                </c:pt>
                <c:pt idx="42014">
                  <c:v>2</c:v>
                </c:pt>
                <c:pt idx="42015">
                  <c:v>4</c:v>
                </c:pt>
                <c:pt idx="42016">
                  <c:v>2</c:v>
                </c:pt>
                <c:pt idx="42017">
                  <c:v>2</c:v>
                </c:pt>
                <c:pt idx="42018">
                  <c:v>2</c:v>
                </c:pt>
                <c:pt idx="42019">
                  <c:v>6</c:v>
                </c:pt>
                <c:pt idx="42020">
                  <c:v>1</c:v>
                </c:pt>
                <c:pt idx="42021">
                  <c:v>1</c:v>
                </c:pt>
                <c:pt idx="42022">
                  <c:v>1</c:v>
                </c:pt>
                <c:pt idx="42023">
                  <c:v>2</c:v>
                </c:pt>
                <c:pt idx="42024">
                  <c:v>2</c:v>
                </c:pt>
                <c:pt idx="42025">
                  <c:v>2</c:v>
                </c:pt>
                <c:pt idx="42026">
                  <c:v>3</c:v>
                </c:pt>
                <c:pt idx="42027">
                  <c:v>2</c:v>
                </c:pt>
                <c:pt idx="42028">
                  <c:v>3</c:v>
                </c:pt>
                <c:pt idx="42029">
                  <c:v>2</c:v>
                </c:pt>
                <c:pt idx="42030">
                  <c:v>2</c:v>
                </c:pt>
                <c:pt idx="42031">
                  <c:v>2</c:v>
                </c:pt>
                <c:pt idx="42032">
                  <c:v>2</c:v>
                </c:pt>
                <c:pt idx="42033">
                  <c:v>2</c:v>
                </c:pt>
                <c:pt idx="42034">
                  <c:v>3</c:v>
                </c:pt>
                <c:pt idx="42035">
                  <c:v>2</c:v>
                </c:pt>
                <c:pt idx="42036">
                  <c:v>2</c:v>
                </c:pt>
                <c:pt idx="42037">
                  <c:v>2</c:v>
                </c:pt>
                <c:pt idx="42038">
                  <c:v>4</c:v>
                </c:pt>
                <c:pt idx="42039">
                  <c:v>1</c:v>
                </c:pt>
                <c:pt idx="42040">
                  <c:v>3</c:v>
                </c:pt>
                <c:pt idx="42041">
                  <c:v>4</c:v>
                </c:pt>
                <c:pt idx="42042">
                  <c:v>1</c:v>
                </c:pt>
                <c:pt idx="42043">
                  <c:v>2</c:v>
                </c:pt>
                <c:pt idx="42044">
                  <c:v>5</c:v>
                </c:pt>
                <c:pt idx="42045">
                  <c:v>3</c:v>
                </c:pt>
                <c:pt idx="42046">
                  <c:v>3</c:v>
                </c:pt>
                <c:pt idx="42047">
                  <c:v>3</c:v>
                </c:pt>
                <c:pt idx="42048">
                  <c:v>3</c:v>
                </c:pt>
                <c:pt idx="42049">
                  <c:v>2</c:v>
                </c:pt>
                <c:pt idx="42050">
                  <c:v>2</c:v>
                </c:pt>
                <c:pt idx="42051">
                  <c:v>1</c:v>
                </c:pt>
                <c:pt idx="42052">
                  <c:v>3</c:v>
                </c:pt>
                <c:pt idx="42053">
                  <c:v>2</c:v>
                </c:pt>
                <c:pt idx="42054">
                  <c:v>2</c:v>
                </c:pt>
                <c:pt idx="42055">
                  <c:v>3</c:v>
                </c:pt>
                <c:pt idx="42056">
                  <c:v>2</c:v>
                </c:pt>
                <c:pt idx="42057">
                  <c:v>1</c:v>
                </c:pt>
                <c:pt idx="42058">
                  <c:v>1</c:v>
                </c:pt>
                <c:pt idx="42059">
                  <c:v>2</c:v>
                </c:pt>
                <c:pt idx="42060">
                  <c:v>1</c:v>
                </c:pt>
                <c:pt idx="42061">
                  <c:v>2</c:v>
                </c:pt>
                <c:pt idx="42062">
                  <c:v>2</c:v>
                </c:pt>
                <c:pt idx="42063">
                  <c:v>2</c:v>
                </c:pt>
                <c:pt idx="42064">
                  <c:v>2</c:v>
                </c:pt>
                <c:pt idx="42065">
                  <c:v>2</c:v>
                </c:pt>
                <c:pt idx="42066">
                  <c:v>2</c:v>
                </c:pt>
                <c:pt idx="42067">
                  <c:v>2</c:v>
                </c:pt>
                <c:pt idx="42068">
                  <c:v>2</c:v>
                </c:pt>
                <c:pt idx="42069">
                  <c:v>2</c:v>
                </c:pt>
                <c:pt idx="42070">
                  <c:v>2</c:v>
                </c:pt>
                <c:pt idx="42071">
                  <c:v>2</c:v>
                </c:pt>
                <c:pt idx="42072">
                  <c:v>3</c:v>
                </c:pt>
                <c:pt idx="42073">
                  <c:v>2</c:v>
                </c:pt>
                <c:pt idx="42074">
                  <c:v>2</c:v>
                </c:pt>
                <c:pt idx="42075">
                  <c:v>2</c:v>
                </c:pt>
                <c:pt idx="42076">
                  <c:v>2</c:v>
                </c:pt>
                <c:pt idx="42077">
                  <c:v>1</c:v>
                </c:pt>
                <c:pt idx="42078">
                  <c:v>1</c:v>
                </c:pt>
                <c:pt idx="42079">
                  <c:v>1</c:v>
                </c:pt>
                <c:pt idx="42080">
                  <c:v>2</c:v>
                </c:pt>
                <c:pt idx="42081">
                  <c:v>2</c:v>
                </c:pt>
                <c:pt idx="42082">
                  <c:v>2</c:v>
                </c:pt>
                <c:pt idx="42083">
                  <c:v>1</c:v>
                </c:pt>
                <c:pt idx="42084">
                  <c:v>1</c:v>
                </c:pt>
                <c:pt idx="42085">
                  <c:v>4</c:v>
                </c:pt>
                <c:pt idx="42086">
                  <c:v>4</c:v>
                </c:pt>
                <c:pt idx="42087">
                  <c:v>6</c:v>
                </c:pt>
                <c:pt idx="42088">
                  <c:v>2</c:v>
                </c:pt>
                <c:pt idx="42089">
                  <c:v>3</c:v>
                </c:pt>
                <c:pt idx="42090">
                  <c:v>3</c:v>
                </c:pt>
                <c:pt idx="42091">
                  <c:v>1</c:v>
                </c:pt>
                <c:pt idx="42092">
                  <c:v>1</c:v>
                </c:pt>
                <c:pt idx="42093">
                  <c:v>1</c:v>
                </c:pt>
                <c:pt idx="42094">
                  <c:v>1</c:v>
                </c:pt>
                <c:pt idx="42095">
                  <c:v>1</c:v>
                </c:pt>
                <c:pt idx="42096">
                  <c:v>2</c:v>
                </c:pt>
                <c:pt idx="42097">
                  <c:v>1</c:v>
                </c:pt>
                <c:pt idx="42098">
                  <c:v>2</c:v>
                </c:pt>
                <c:pt idx="42099">
                  <c:v>1</c:v>
                </c:pt>
                <c:pt idx="42100">
                  <c:v>2</c:v>
                </c:pt>
                <c:pt idx="42101">
                  <c:v>1</c:v>
                </c:pt>
                <c:pt idx="42102">
                  <c:v>1</c:v>
                </c:pt>
                <c:pt idx="42103">
                  <c:v>2</c:v>
                </c:pt>
                <c:pt idx="42104">
                  <c:v>1</c:v>
                </c:pt>
                <c:pt idx="42105">
                  <c:v>1</c:v>
                </c:pt>
                <c:pt idx="42106">
                  <c:v>2</c:v>
                </c:pt>
                <c:pt idx="42107">
                  <c:v>3</c:v>
                </c:pt>
                <c:pt idx="42108">
                  <c:v>2</c:v>
                </c:pt>
                <c:pt idx="42109">
                  <c:v>3</c:v>
                </c:pt>
                <c:pt idx="42110">
                  <c:v>4</c:v>
                </c:pt>
                <c:pt idx="42111">
                  <c:v>3</c:v>
                </c:pt>
                <c:pt idx="42112">
                  <c:v>4</c:v>
                </c:pt>
                <c:pt idx="42113">
                  <c:v>4</c:v>
                </c:pt>
                <c:pt idx="42114">
                  <c:v>2</c:v>
                </c:pt>
                <c:pt idx="42115">
                  <c:v>1</c:v>
                </c:pt>
                <c:pt idx="42116">
                  <c:v>3</c:v>
                </c:pt>
                <c:pt idx="42117">
                  <c:v>3</c:v>
                </c:pt>
                <c:pt idx="42118">
                  <c:v>3</c:v>
                </c:pt>
                <c:pt idx="42119">
                  <c:v>4</c:v>
                </c:pt>
                <c:pt idx="42120">
                  <c:v>2</c:v>
                </c:pt>
                <c:pt idx="42121">
                  <c:v>1</c:v>
                </c:pt>
                <c:pt idx="42122">
                  <c:v>4</c:v>
                </c:pt>
                <c:pt idx="42123">
                  <c:v>2</c:v>
                </c:pt>
                <c:pt idx="42124">
                  <c:v>2</c:v>
                </c:pt>
                <c:pt idx="42125">
                  <c:v>3</c:v>
                </c:pt>
                <c:pt idx="42126">
                  <c:v>1</c:v>
                </c:pt>
                <c:pt idx="42127">
                  <c:v>2</c:v>
                </c:pt>
                <c:pt idx="42128">
                  <c:v>2</c:v>
                </c:pt>
                <c:pt idx="42129">
                  <c:v>3</c:v>
                </c:pt>
                <c:pt idx="42130">
                  <c:v>4</c:v>
                </c:pt>
                <c:pt idx="42131">
                  <c:v>3</c:v>
                </c:pt>
                <c:pt idx="42132">
                  <c:v>3</c:v>
                </c:pt>
                <c:pt idx="42133">
                  <c:v>4</c:v>
                </c:pt>
                <c:pt idx="42134">
                  <c:v>5</c:v>
                </c:pt>
                <c:pt idx="42135">
                  <c:v>2</c:v>
                </c:pt>
                <c:pt idx="42136">
                  <c:v>3</c:v>
                </c:pt>
                <c:pt idx="42137">
                  <c:v>5</c:v>
                </c:pt>
                <c:pt idx="42138">
                  <c:v>2</c:v>
                </c:pt>
                <c:pt idx="42139">
                  <c:v>3</c:v>
                </c:pt>
                <c:pt idx="42140">
                  <c:v>3</c:v>
                </c:pt>
                <c:pt idx="42141">
                  <c:v>3</c:v>
                </c:pt>
                <c:pt idx="42142">
                  <c:v>3</c:v>
                </c:pt>
                <c:pt idx="42143">
                  <c:v>2</c:v>
                </c:pt>
                <c:pt idx="42144">
                  <c:v>3</c:v>
                </c:pt>
                <c:pt idx="42145">
                  <c:v>2</c:v>
                </c:pt>
                <c:pt idx="42146">
                  <c:v>7</c:v>
                </c:pt>
                <c:pt idx="42147">
                  <c:v>8</c:v>
                </c:pt>
                <c:pt idx="42148">
                  <c:v>1</c:v>
                </c:pt>
                <c:pt idx="42149">
                  <c:v>1</c:v>
                </c:pt>
                <c:pt idx="42150">
                  <c:v>5</c:v>
                </c:pt>
                <c:pt idx="42151">
                  <c:v>1</c:v>
                </c:pt>
                <c:pt idx="42152">
                  <c:v>1</c:v>
                </c:pt>
                <c:pt idx="42153">
                  <c:v>5</c:v>
                </c:pt>
                <c:pt idx="42154">
                  <c:v>1</c:v>
                </c:pt>
                <c:pt idx="42155">
                  <c:v>1</c:v>
                </c:pt>
                <c:pt idx="42156">
                  <c:v>1</c:v>
                </c:pt>
                <c:pt idx="42157">
                  <c:v>1</c:v>
                </c:pt>
                <c:pt idx="42158">
                  <c:v>1</c:v>
                </c:pt>
                <c:pt idx="42159">
                  <c:v>1</c:v>
                </c:pt>
                <c:pt idx="42160">
                  <c:v>1</c:v>
                </c:pt>
                <c:pt idx="42161">
                  <c:v>2</c:v>
                </c:pt>
                <c:pt idx="42162">
                  <c:v>4</c:v>
                </c:pt>
                <c:pt idx="42163">
                  <c:v>2</c:v>
                </c:pt>
                <c:pt idx="42164">
                  <c:v>3</c:v>
                </c:pt>
                <c:pt idx="42165">
                  <c:v>2</c:v>
                </c:pt>
                <c:pt idx="42166">
                  <c:v>3</c:v>
                </c:pt>
                <c:pt idx="42167">
                  <c:v>2</c:v>
                </c:pt>
                <c:pt idx="42168">
                  <c:v>2</c:v>
                </c:pt>
                <c:pt idx="42169">
                  <c:v>2</c:v>
                </c:pt>
                <c:pt idx="42170">
                  <c:v>2</c:v>
                </c:pt>
                <c:pt idx="42171">
                  <c:v>2</c:v>
                </c:pt>
                <c:pt idx="42172">
                  <c:v>2</c:v>
                </c:pt>
                <c:pt idx="42173">
                  <c:v>1</c:v>
                </c:pt>
                <c:pt idx="42174">
                  <c:v>2</c:v>
                </c:pt>
                <c:pt idx="42175">
                  <c:v>1</c:v>
                </c:pt>
                <c:pt idx="42176">
                  <c:v>2</c:v>
                </c:pt>
                <c:pt idx="42177">
                  <c:v>1</c:v>
                </c:pt>
                <c:pt idx="42178">
                  <c:v>1</c:v>
                </c:pt>
                <c:pt idx="42179">
                  <c:v>1</c:v>
                </c:pt>
                <c:pt idx="42180">
                  <c:v>1</c:v>
                </c:pt>
                <c:pt idx="42181">
                  <c:v>1</c:v>
                </c:pt>
                <c:pt idx="42182">
                  <c:v>1</c:v>
                </c:pt>
                <c:pt idx="42183">
                  <c:v>1</c:v>
                </c:pt>
                <c:pt idx="42184">
                  <c:v>1</c:v>
                </c:pt>
                <c:pt idx="42185">
                  <c:v>2</c:v>
                </c:pt>
                <c:pt idx="42186">
                  <c:v>1</c:v>
                </c:pt>
                <c:pt idx="42187">
                  <c:v>1</c:v>
                </c:pt>
                <c:pt idx="42188">
                  <c:v>2</c:v>
                </c:pt>
                <c:pt idx="42189">
                  <c:v>1</c:v>
                </c:pt>
                <c:pt idx="42190">
                  <c:v>2</c:v>
                </c:pt>
                <c:pt idx="42191">
                  <c:v>1</c:v>
                </c:pt>
                <c:pt idx="42192">
                  <c:v>2</c:v>
                </c:pt>
                <c:pt idx="42193">
                  <c:v>1</c:v>
                </c:pt>
                <c:pt idx="42194">
                  <c:v>2</c:v>
                </c:pt>
                <c:pt idx="42195">
                  <c:v>2</c:v>
                </c:pt>
                <c:pt idx="42196">
                  <c:v>2</c:v>
                </c:pt>
                <c:pt idx="42197">
                  <c:v>2</c:v>
                </c:pt>
                <c:pt idx="42198">
                  <c:v>2</c:v>
                </c:pt>
                <c:pt idx="42199">
                  <c:v>2</c:v>
                </c:pt>
                <c:pt idx="42200">
                  <c:v>2</c:v>
                </c:pt>
                <c:pt idx="42201">
                  <c:v>2</c:v>
                </c:pt>
                <c:pt idx="42202">
                  <c:v>2</c:v>
                </c:pt>
                <c:pt idx="42203">
                  <c:v>3</c:v>
                </c:pt>
                <c:pt idx="42204">
                  <c:v>6</c:v>
                </c:pt>
                <c:pt idx="42205">
                  <c:v>1</c:v>
                </c:pt>
                <c:pt idx="42206">
                  <c:v>3</c:v>
                </c:pt>
                <c:pt idx="42207">
                  <c:v>2</c:v>
                </c:pt>
                <c:pt idx="42208">
                  <c:v>1</c:v>
                </c:pt>
                <c:pt idx="42209">
                  <c:v>4</c:v>
                </c:pt>
                <c:pt idx="42210">
                  <c:v>3</c:v>
                </c:pt>
                <c:pt idx="42211">
                  <c:v>2</c:v>
                </c:pt>
                <c:pt idx="42212">
                  <c:v>2</c:v>
                </c:pt>
                <c:pt idx="42213">
                  <c:v>1</c:v>
                </c:pt>
                <c:pt idx="42214">
                  <c:v>1</c:v>
                </c:pt>
                <c:pt idx="42215">
                  <c:v>4</c:v>
                </c:pt>
                <c:pt idx="42216">
                  <c:v>3</c:v>
                </c:pt>
                <c:pt idx="42217">
                  <c:v>3</c:v>
                </c:pt>
                <c:pt idx="42218">
                  <c:v>4</c:v>
                </c:pt>
                <c:pt idx="42219">
                  <c:v>4</c:v>
                </c:pt>
                <c:pt idx="42220">
                  <c:v>2</c:v>
                </c:pt>
                <c:pt idx="42221">
                  <c:v>2</c:v>
                </c:pt>
                <c:pt idx="42222">
                  <c:v>5</c:v>
                </c:pt>
                <c:pt idx="42223">
                  <c:v>3</c:v>
                </c:pt>
                <c:pt idx="42224">
                  <c:v>4</c:v>
                </c:pt>
                <c:pt idx="42225">
                  <c:v>5</c:v>
                </c:pt>
                <c:pt idx="42226">
                  <c:v>2</c:v>
                </c:pt>
                <c:pt idx="42227">
                  <c:v>6</c:v>
                </c:pt>
                <c:pt idx="42228">
                  <c:v>5</c:v>
                </c:pt>
                <c:pt idx="42229">
                  <c:v>2</c:v>
                </c:pt>
                <c:pt idx="42230">
                  <c:v>5</c:v>
                </c:pt>
                <c:pt idx="42231">
                  <c:v>2</c:v>
                </c:pt>
                <c:pt idx="42232">
                  <c:v>1</c:v>
                </c:pt>
                <c:pt idx="42233">
                  <c:v>1</c:v>
                </c:pt>
                <c:pt idx="42234">
                  <c:v>2</c:v>
                </c:pt>
                <c:pt idx="42235">
                  <c:v>3</c:v>
                </c:pt>
                <c:pt idx="42236">
                  <c:v>2</c:v>
                </c:pt>
                <c:pt idx="42237">
                  <c:v>3</c:v>
                </c:pt>
                <c:pt idx="42238">
                  <c:v>3</c:v>
                </c:pt>
                <c:pt idx="42239">
                  <c:v>4</c:v>
                </c:pt>
                <c:pt idx="42240">
                  <c:v>3</c:v>
                </c:pt>
                <c:pt idx="42241">
                  <c:v>5</c:v>
                </c:pt>
                <c:pt idx="42242">
                  <c:v>2</c:v>
                </c:pt>
                <c:pt idx="42243">
                  <c:v>1</c:v>
                </c:pt>
                <c:pt idx="42244">
                  <c:v>4</c:v>
                </c:pt>
                <c:pt idx="42245">
                  <c:v>1</c:v>
                </c:pt>
                <c:pt idx="42246">
                  <c:v>2</c:v>
                </c:pt>
                <c:pt idx="42247">
                  <c:v>4</c:v>
                </c:pt>
                <c:pt idx="42248">
                  <c:v>1</c:v>
                </c:pt>
                <c:pt idx="42249">
                  <c:v>1</c:v>
                </c:pt>
                <c:pt idx="42250">
                  <c:v>3</c:v>
                </c:pt>
                <c:pt idx="42251">
                  <c:v>2</c:v>
                </c:pt>
                <c:pt idx="42252">
                  <c:v>1</c:v>
                </c:pt>
                <c:pt idx="42253">
                  <c:v>2</c:v>
                </c:pt>
                <c:pt idx="42254">
                  <c:v>1</c:v>
                </c:pt>
                <c:pt idx="42255">
                  <c:v>3</c:v>
                </c:pt>
                <c:pt idx="42256">
                  <c:v>1</c:v>
                </c:pt>
                <c:pt idx="42257">
                  <c:v>4</c:v>
                </c:pt>
                <c:pt idx="42258">
                  <c:v>3</c:v>
                </c:pt>
                <c:pt idx="42259">
                  <c:v>1</c:v>
                </c:pt>
                <c:pt idx="42260">
                  <c:v>2</c:v>
                </c:pt>
                <c:pt idx="42261">
                  <c:v>1</c:v>
                </c:pt>
                <c:pt idx="42262">
                  <c:v>1</c:v>
                </c:pt>
                <c:pt idx="42263">
                  <c:v>1</c:v>
                </c:pt>
                <c:pt idx="42264">
                  <c:v>1</c:v>
                </c:pt>
                <c:pt idx="42265">
                  <c:v>1</c:v>
                </c:pt>
                <c:pt idx="42266">
                  <c:v>1</c:v>
                </c:pt>
                <c:pt idx="42267">
                  <c:v>1</c:v>
                </c:pt>
                <c:pt idx="42268">
                  <c:v>1</c:v>
                </c:pt>
                <c:pt idx="42269">
                  <c:v>1</c:v>
                </c:pt>
                <c:pt idx="42270">
                  <c:v>1</c:v>
                </c:pt>
                <c:pt idx="42271">
                  <c:v>1</c:v>
                </c:pt>
                <c:pt idx="42272">
                  <c:v>1</c:v>
                </c:pt>
                <c:pt idx="42273">
                  <c:v>1</c:v>
                </c:pt>
                <c:pt idx="42274">
                  <c:v>1</c:v>
                </c:pt>
                <c:pt idx="42275">
                  <c:v>2</c:v>
                </c:pt>
                <c:pt idx="42276">
                  <c:v>1</c:v>
                </c:pt>
                <c:pt idx="42277">
                  <c:v>1</c:v>
                </c:pt>
                <c:pt idx="42278">
                  <c:v>2</c:v>
                </c:pt>
                <c:pt idx="42279">
                  <c:v>2</c:v>
                </c:pt>
                <c:pt idx="42280">
                  <c:v>2</c:v>
                </c:pt>
                <c:pt idx="42281">
                  <c:v>2</c:v>
                </c:pt>
                <c:pt idx="42282">
                  <c:v>2</c:v>
                </c:pt>
                <c:pt idx="42283">
                  <c:v>2</c:v>
                </c:pt>
                <c:pt idx="42284">
                  <c:v>1</c:v>
                </c:pt>
                <c:pt idx="42285">
                  <c:v>9</c:v>
                </c:pt>
                <c:pt idx="42286">
                  <c:v>6</c:v>
                </c:pt>
                <c:pt idx="42287">
                  <c:v>6</c:v>
                </c:pt>
                <c:pt idx="42288">
                  <c:v>6</c:v>
                </c:pt>
                <c:pt idx="42289">
                  <c:v>5</c:v>
                </c:pt>
                <c:pt idx="42290">
                  <c:v>2</c:v>
                </c:pt>
                <c:pt idx="42291">
                  <c:v>3</c:v>
                </c:pt>
                <c:pt idx="42292">
                  <c:v>7</c:v>
                </c:pt>
                <c:pt idx="42293">
                  <c:v>3</c:v>
                </c:pt>
                <c:pt idx="42294">
                  <c:v>7</c:v>
                </c:pt>
                <c:pt idx="42295">
                  <c:v>1</c:v>
                </c:pt>
                <c:pt idx="42296">
                  <c:v>1</c:v>
                </c:pt>
                <c:pt idx="42297">
                  <c:v>6</c:v>
                </c:pt>
                <c:pt idx="42298">
                  <c:v>5</c:v>
                </c:pt>
                <c:pt idx="42299">
                  <c:v>6</c:v>
                </c:pt>
                <c:pt idx="42300">
                  <c:v>2</c:v>
                </c:pt>
                <c:pt idx="42301">
                  <c:v>2</c:v>
                </c:pt>
                <c:pt idx="42302">
                  <c:v>2</c:v>
                </c:pt>
                <c:pt idx="42303">
                  <c:v>2</c:v>
                </c:pt>
                <c:pt idx="42304">
                  <c:v>2</c:v>
                </c:pt>
                <c:pt idx="42305">
                  <c:v>2</c:v>
                </c:pt>
                <c:pt idx="42306">
                  <c:v>2</c:v>
                </c:pt>
                <c:pt idx="42307">
                  <c:v>2</c:v>
                </c:pt>
                <c:pt idx="42308">
                  <c:v>2</c:v>
                </c:pt>
                <c:pt idx="42309">
                  <c:v>3</c:v>
                </c:pt>
                <c:pt idx="42310">
                  <c:v>1</c:v>
                </c:pt>
                <c:pt idx="42311">
                  <c:v>3</c:v>
                </c:pt>
                <c:pt idx="42312">
                  <c:v>4</c:v>
                </c:pt>
                <c:pt idx="42313">
                  <c:v>2</c:v>
                </c:pt>
                <c:pt idx="42314">
                  <c:v>3</c:v>
                </c:pt>
                <c:pt idx="42315">
                  <c:v>2</c:v>
                </c:pt>
                <c:pt idx="42316">
                  <c:v>4</c:v>
                </c:pt>
                <c:pt idx="42317">
                  <c:v>1</c:v>
                </c:pt>
                <c:pt idx="42318">
                  <c:v>2</c:v>
                </c:pt>
                <c:pt idx="42319">
                  <c:v>2</c:v>
                </c:pt>
                <c:pt idx="42320">
                  <c:v>2</c:v>
                </c:pt>
                <c:pt idx="42321">
                  <c:v>2</c:v>
                </c:pt>
                <c:pt idx="42322">
                  <c:v>2</c:v>
                </c:pt>
                <c:pt idx="42323">
                  <c:v>2</c:v>
                </c:pt>
                <c:pt idx="42324">
                  <c:v>2</c:v>
                </c:pt>
                <c:pt idx="42325">
                  <c:v>2</c:v>
                </c:pt>
                <c:pt idx="42326">
                  <c:v>3</c:v>
                </c:pt>
                <c:pt idx="42327">
                  <c:v>3</c:v>
                </c:pt>
                <c:pt idx="42328">
                  <c:v>3</c:v>
                </c:pt>
                <c:pt idx="42329">
                  <c:v>3</c:v>
                </c:pt>
                <c:pt idx="42330">
                  <c:v>3</c:v>
                </c:pt>
                <c:pt idx="42331">
                  <c:v>3</c:v>
                </c:pt>
                <c:pt idx="42332">
                  <c:v>2</c:v>
                </c:pt>
                <c:pt idx="42333">
                  <c:v>3</c:v>
                </c:pt>
                <c:pt idx="42334">
                  <c:v>3</c:v>
                </c:pt>
                <c:pt idx="42335">
                  <c:v>3</c:v>
                </c:pt>
                <c:pt idx="42336">
                  <c:v>3</c:v>
                </c:pt>
                <c:pt idx="42337">
                  <c:v>3</c:v>
                </c:pt>
                <c:pt idx="42338">
                  <c:v>3</c:v>
                </c:pt>
                <c:pt idx="42339">
                  <c:v>3</c:v>
                </c:pt>
                <c:pt idx="42340">
                  <c:v>3</c:v>
                </c:pt>
                <c:pt idx="42341">
                  <c:v>4</c:v>
                </c:pt>
                <c:pt idx="42342">
                  <c:v>3</c:v>
                </c:pt>
                <c:pt idx="42343">
                  <c:v>1</c:v>
                </c:pt>
                <c:pt idx="42344">
                  <c:v>3</c:v>
                </c:pt>
                <c:pt idx="42345">
                  <c:v>3</c:v>
                </c:pt>
                <c:pt idx="42346">
                  <c:v>3</c:v>
                </c:pt>
                <c:pt idx="42347">
                  <c:v>3</c:v>
                </c:pt>
                <c:pt idx="42348">
                  <c:v>2</c:v>
                </c:pt>
                <c:pt idx="42349">
                  <c:v>3</c:v>
                </c:pt>
                <c:pt idx="42350">
                  <c:v>2</c:v>
                </c:pt>
                <c:pt idx="42351">
                  <c:v>3</c:v>
                </c:pt>
                <c:pt idx="42352">
                  <c:v>2</c:v>
                </c:pt>
                <c:pt idx="42353">
                  <c:v>2</c:v>
                </c:pt>
                <c:pt idx="42354">
                  <c:v>2</c:v>
                </c:pt>
                <c:pt idx="42355">
                  <c:v>1</c:v>
                </c:pt>
                <c:pt idx="42356">
                  <c:v>1</c:v>
                </c:pt>
                <c:pt idx="42357">
                  <c:v>2</c:v>
                </c:pt>
                <c:pt idx="42358">
                  <c:v>2</c:v>
                </c:pt>
                <c:pt idx="42359">
                  <c:v>2</c:v>
                </c:pt>
                <c:pt idx="42360">
                  <c:v>2</c:v>
                </c:pt>
                <c:pt idx="42361">
                  <c:v>1</c:v>
                </c:pt>
                <c:pt idx="42362">
                  <c:v>8</c:v>
                </c:pt>
                <c:pt idx="42363">
                  <c:v>7</c:v>
                </c:pt>
                <c:pt idx="42364">
                  <c:v>7</c:v>
                </c:pt>
                <c:pt idx="42365">
                  <c:v>7</c:v>
                </c:pt>
                <c:pt idx="42366">
                  <c:v>8</c:v>
                </c:pt>
                <c:pt idx="42367">
                  <c:v>9</c:v>
                </c:pt>
                <c:pt idx="42368">
                  <c:v>6</c:v>
                </c:pt>
                <c:pt idx="42369">
                  <c:v>2</c:v>
                </c:pt>
                <c:pt idx="42370">
                  <c:v>1</c:v>
                </c:pt>
                <c:pt idx="42371">
                  <c:v>2</c:v>
                </c:pt>
                <c:pt idx="42372">
                  <c:v>4</c:v>
                </c:pt>
                <c:pt idx="42373">
                  <c:v>-4</c:v>
                </c:pt>
                <c:pt idx="42374">
                  <c:v>2</c:v>
                </c:pt>
                <c:pt idx="42375">
                  <c:v>2</c:v>
                </c:pt>
                <c:pt idx="42376">
                  <c:v>2</c:v>
                </c:pt>
                <c:pt idx="42377">
                  <c:v>2</c:v>
                </c:pt>
                <c:pt idx="42378">
                  <c:v>2</c:v>
                </c:pt>
                <c:pt idx="42379">
                  <c:v>2</c:v>
                </c:pt>
                <c:pt idx="42380">
                  <c:v>1</c:v>
                </c:pt>
                <c:pt idx="42381">
                  <c:v>3</c:v>
                </c:pt>
                <c:pt idx="42382">
                  <c:v>3</c:v>
                </c:pt>
                <c:pt idx="42383">
                  <c:v>4</c:v>
                </c:pt>
                <c:pt idx="42384">
                  <c:v>3</c:v>
                </c:pt>
                <c:pt idx="42385">
                  <c:v>4</c:v>
                </c:pt>
                <c:pt idx="42386">
                  <c:v>3</c:v>
                </c:pt>
                <c:pt idx="42387">
                  <c:v>4</c:v>
                </c:pt>
                <c:pt idx="42388">
                  <c:v>3</c:v>
                </c:pt>
                <c:pt idx="42389">
                  <c:v>1</c:v>
                </c:pt>
                <c:pt idx="42390">
                  <c:v>1</c:v>
                </c:pt>
                <c:pt idx="42391">
                  <c:v>3</c:v>
                </c:pt>
                <c:pt idx="42392">
                  <c:v>2</c:v>
                </c:pt>
                <c:pt idx="42393">
                  <c:v>3</c:v>
                </c:pt>
                <c:pt idx="42394">
                  <c:v>3</c:v>
                </c:pt>
                <c:pt idx="42395">
                  <c:v>2</c:v>
                </c:pt>
                <c:pt idx="42396">
                  <c:v>3</c:v>
                </c:pt>
                <c:pt idx="42397">
                  <c:v>3</c:v>
                </c:pt>
                <c:pt idx="42398">
                  <c:v>1</c:v>
                </c:pt>
                <c:pt idx="42399">
                  <c:v>1</c:v>
                </c:pt>
                <c:pt idx="42400">
                  <c:v>1</c:v>
                </c:pt>
                <c:pt idx="42401">
                  <c:v>2</c:v>
                </c:pt>
                <c:pt idx="42402">
                  <c:v>1</c:v>
                </c:pt>
                <c:pt idx="42403">
                  <c:v>13</c:v>
                </c:pt>
                <c:pt idx="42404">
                  <c:v>2</c:v>
                </c:pt>
                <c:pt idx="42405">
                  <c:v>8</c:v>
                </c:pt>
                <c:pt idx="42406">
                  <c:v>13</c:v>
                </c:pt>
                <c:pt idx="42407">
                  <c:v>4</c:v>
                </c:pt>
                <c:pt idx="42408">
                  <c:v>2</c:v>
                </c:pt>
                <c:pt idx="42409">
                  <c:v>2</c:v>
                </c:pt>
                <c:pt idx="42410">
                  <c:v>8</c:v>
                </c:pt>
                <c:pt idx="42411">
                  <c:v>4</c:v>
                </c:pt>
                <c:pt idx="42412">
                  <c:v>3</c:v>
                </c:pt>
                <c:pt idx="42413">
                  <c:v>2</c:v>
                </c:pt>
                <c:pt idx="42414">
                  <c:v>2</c:v>
                </c:pt>
                <c:pt idx="42415">
                  <c:v>1</c:v>
                </c:pt>
                <c:pt idx="42416">
                  <c:v>1</c:v>
                </c:pt>
                <c:pt idx="42417">
                  <c:v>1</c:v>
                </c:pt>
                <c:pt idx="42418">
                  <c:v>1</c:v>
                </c:pt>
                <c:pt idx="42419">
                  <c:v>1</c:v>
                </c:pt>
                <c:pt idx="42420">
                  <c:v>1</c:v>
                </c:pt>
                <c:pt idx="42421">
                  <c:v>3</c:v>
                </c:pt>
                <c:pt idx="42422">
                  <c:v>2</c:v>
                </c:pt>
                <c:pt idx="42423">
                  <c:v>2</c:v>
                </c:pt>
                <c:pt idx="42424">
                  <c:v>3</c:v>
                </c:pt>
                <c:pt idx="42425">
                  <c:v>3</c:v>
                </c:pt>
                <c:pt idx="42426">
                  <c:v>1</c:v>
                </c:pt>
                <c:pt idx="42427">
                  <c:v>4</c:v>
                </c:pt>
                <c:pt idx="42428">
                  <c:v>5</c:v>
                </c:pt>
                <c:pt idx="42429">
                  <c:v>2</c:v>
                </c:pt>
                <c:pt idx="42430">
                  <c:v>4</c:v>
                </c:pt>
                <c:pt idx="42431">
                  <c:v>1</c:v>
                </c:pt>
                <c:pt idx="42432">
                  <c:v>3</c:v>
                </c:pt>
                <c:pt idx="42433">
                  <c:v>2</c:v>
                </c:pt>
                <c:pt idx="42434">
                  <c:v>1</c:v>
                </c:pt>
                <c:pt idx="42435">
                  <c:v>1</c:v>
                </c:pt>
                <c:pt idx="42436">
                  <c:v>1</c:v>
                </c:pt>
                <c:pt idx="42437">
                  <c:v>1</c:v>
                </c:pt>
                <c:pt idx="42438">
                  <c:v>1</c:v>
                </c:pt>
                <c:pt idx="42439">
                  <c:v>1</c:v>
                </c:pt>
                <c:pt idx="42440">
                  <c:v>2</c:v>
                </c:pt>
                <c:pt idx="42441">
                  <c:v>2</c:v>
                </c:pt>
                <c:pt idx="42442">
                  <c:v>2</c:v>
                </c:pt>
                <c:pt idx="42443">
                  <c:v>3</c:v>
                </c:pt>
                <c:pt idx="42444">
                  <c:v>2</c:v>
                </c:pt>
                <c:pt idx="42445">
                  <c:v>1</c:v>
                </c:pt>
                <c:pt idx="42446">
                  <c:v>1</c:v>
                </c:pt>
                <c:pt idx="42447">
                  <c:v>1</c:v>
                </c:pt>
                <c:pt idx="42448">
                  <c:v>1</c:v>
                </c:pt>
                <c:pt idx="42449">
                  <c:v>1</c:v>
                </c:pt>
                <c:pt idx="42450">
                  <c:v>1</c:v>
                </c:pt>
                <c:pt idx="42451">
                  <c:v>1</c:v>
                </c:pt>
                <c:pt idx="42452">
                  <c:v>1</c:v>
                </c:pt>
                <c:pt idx="42453">
                  <c:v>1</c:v>
                </c:pt>
                <c:pt idx="42454">
                  <c:v>1</c:v>
                </c:pt>
                <c:pt idx="42455">
                  <c:v>3</c:v>
                </c:pt>
                <c:pt idx="42456">
                  <c:v>4</c:v>
                </c:pt>
                <c:pt idx="42457">
                  <c:v>1</c:v>
                </c:pt>
                <c:pt idx="42458">
                  <c:v>1</c:v>
                </c:pt>
                <c:pt idx="42459">
                  <c:v>3</c:v>
                </c:pt>
                <c:pt idx="42460">
                  <c:v>8</c:v>
                </c:pt>
                <c:pt idx="42461">
                  <c:v>5</c:v>
                </c:pt>
                <c:pt idx="42462">
                  <c:v>3</c:v>
                </c:pt>
                <c:pt idx="42463">
                  <c:v>4</c:v>
                </c:pt>
                <c:pt idx="42464">
                  <c:v>1</c:v>
                </c:pt>
                <c:pt idx="42465">
                  <c:v>3</c:v>
                </c:pt>
                <c:pt idx="42466">
                  <c:v>1</c:v>
                </c:pt>
                <c:pt idx="42467">
                  <c:v>1</c:v>
                </c:pt>
                <c:pt idx="42468">
                  <c:v>1</c:v>
                </c:pt>
                <c:pt idx="42469">
                  <c:v>1</c:v>
                </c:pt>
                <c:pt idx="42470">
                  <c:v>1</c:v>
                </c:pt>
                <c:pt idx="42471">
                  <c:v>1</c:v>
                </c:pt>
                <c:pt idx="42472">
                  <c:v>1</c:v>
                </c:pt>
                <c:pt idx="42473">
                  <c:v>1</c:v>
                </c:pt>
                <c:pt idx="42474">
                  <c:v>5</c:v>
                </c:pt>
                <c:pt idx="42475">
                  <c:v>7</c:v>
                </c:pt>
                <c:pt idx="42476">
                  <c:v>4</c:v>
                </c:pt>
                <c:pt idx="42477">
                  <c:v>4</c:v>
                </c:pt>
                <c:pt idx="42478">
                  <c:v>8</c:v>
                </c:pt>
                <c:pt idx="42479">
                  <c:v>1</c:v>
                </c:pt>
                <c:pt idx="42480">
                  <c:v>1</c:v>
                </c:pt>
                <c:pt idx="42481">
                  <c:v>1</c:v>
                </c:pt>
                <c:pt idx="42482">
                  <c:v>1</c:v>
                </c:pt>
                <c:pt idx="42483">
                  <c:v>1</c:v>
                </c:pt>
                <c:pt idx="42484">
                  <c:v>1</c:v>
                </c:pt>
                <c:pt idx="42485">
                  <c:v>3</c:v>
                </c:pt>
                <c:pt idx="42486">
                  <c:v>11</c:v>
                </c:pt>
                <c:pt idx="42487">
                  <c:v>7</c:v>
                </c:pt>
                <c:pt idx="42488">
                  <c:v>10</c:v>
                </c:pt>
                <c:pt idx="42489">
                  <c:v>6</c:v>
                </c:pt>
                <c:pt idx="42490">
                  <c:v>8</c:v>
                </c:pt>
                <c:pt idx="42491">
                  <c:v>15</c:v>
                </c:pt>
                <c:pt idx="42492">
                  <c:v>13</c:v>
                </c:pt>
                <c:pt idx="42493">
                  <c:v>2</c:v>
                </c:pt>
                <c:pt idx="42494">
                  <c:v>2</c:v>
                </c:pt>
                <c:pt idx="42495">
                  <c:v>2</c:v>
                </c:pt>
                <c:pt idx="42496">
                  <c:v>2</c:v>
                </c:pt>
                <c:pt idx="42497">
                  <c:v>2</c:v>
                </c:pt>
                <c:pt idx="42498">
                  <c:v>2</c:v>
                </c:pt>
                <c:pt idx="42499">
                  <c:v>2</c:v>
                </c:pt>
                <c:pt idx="42500">
                  <c:v>2</c:v>
                </c:pt>
                <c:pt idx="42501">
                  <c:v>2</c:v>
                </c:pt>
                <c:pt idx="42502">
                  <c:v>2</c:v>
                </c:pt>
                <c:pt idx="42503">
                  <c:v>2</c:v>
                </c:pt>
                <c:pt idx="42504">
                  <c:v>3</c:v>
                </c:pt>
                <c:pt idx="42505">
                  <c:v>2</c:v>
                </c:pt>
                <c:pt idx="42506">
                  <c:v>1</c:v>
                </c:pt>
                <c:pt idx="42507">
                  <c:v>1</c:v>
                </c:pt>
                <c:pt idx="42508">
                  <c:v>2</c:v>
                </c:pt>
                <c:pt idx="42509">
                  <c:v>4</c:v>
                </c:pt>
                <c:pt idx="42510">
                  <c:v>1</c:v>
                </c:pt>
                <c:pt idx="42511">
                  <c:v>1</c:v>
                </c:pt>
                <c:pt idx="42512">
                  <c:v>1</c:v>
                </c:pt>
                <c:pt idx="42513">
                  <c:v>1</c:v>
                </c:pt>
                <c:pt idx="42514">
                  <c:v>2</c:v>
                </c:pt>
                <c:pt idx="42515">
                  <c:v>2</c:v>
                </c:pt>
                <c:pt idx="42516">
                  <c:v>2</c:v>
                </c:pt>
                <c:pt idx="42517">
                  <c:v>2</c:v>
                </c:pt>
                <c:pt idx="42518">
                  <c:v>2</c:v>
                </c:pt>
                <c:pt idx="42519">
                  <c:v>2</c:v>
                </c:pt>
                <c:pt idx="42520">
                  <c:v>2</c:v>
                </c:pt>
                <c:pt idx="42521">
                  <c:v>2</c:v>
                </c:pt>
                <c:pt idx="42522">
                  <c:v>2</c:v>
                </c:pt>
                <c:pt idx="42523">
                  <c:v>2</c:v>
                </c:pt>
                <c:pt idx="42524">
                  <c:v>2</c:v>
                </c:pt>
                <c:pt idx="42525">
                  <c:v>2</c:v>
                </c:pt>
                <c:pt idx="42526">
                  <c:v>4</c:v>
                </c:pt>
                <c:pt idx="42527">
                  <c:v>3</c:v>
                </c:pt>
                <c:pt idx="42528">
                  <c:v>2</c:v>
                </c:pt>
                <c:pt idx="42529">
                  <c:v>3</c:v>
                </c:pt>
                <c:pt idx="42530">
                  <c:v>3</c:v>
                </c:pt>
                <c:pt idx="42531">
                  <c:v>2</c:v>
                </c:pt>
                <c:pt idx="42532">
                  <c:v>3</c:v>
                </c:pt>
                <c:pt idx="42533">
                  <c:v>2</c:v>
                </c:pt>
                <c:pt idx="42534">
                  <c:v>2</c:v>
                </c:pt>
                <c:pt idx="42535">
                  <c:v>2</c:v>
                </c:pt>
                <c:pt idx="42536">
                  <c:v>2</c:v>
                </c:pt>
                <c:pt idx="42537">
                  <c:v>3</c:v>
                </c:pt>
                <c:pt idx="42538">
                  <c:v>2</c:v>
                </c:pt>
                <c:pt idx="42539">
                  <c:v>2</c:v>
                </c:pt>
                <c:pt idx="42540">
                  <c:v>3</c:v>
                </c:pt>
                <c:pt idx="42541">
                  <c:v>2</c:v>
                </c:pt>
                <c:pt idx="42542">
                  <c:v>2</c:v>
                </c:pt>
                <c:pt idx="42543">
                  <c:v>2</c:v>
                </c:pt>
                <c:pt idx="42544">
                  <c:v>2</c:v>
                </c:pt>
                <c:pt idx="42545">
                  <c:v>2</c:v>
                </c:pt>
                <c:pt idx="42546">
                  <c:v>2</c:v>
                </c:pt>
                <c:pt idx="42547">
                  <c:v>2</c:v>
                </c:pt>
                <c:pt idx="42548">
                  <c:v>2</c:v>
                </c:pt>
                <c:pt idx="42549">
                  <c:v>2</c:v>
                </c:pt>
                <c:pt idx="42550">
                  <c:v>2</c:v>
                </c:pt>
                <c:pt idx="42551">
                  <c:v>2</c:v>
                </c:pt>
                <c:pt idx="42552">
                  <c:v>2</c:v>
                </c:pt>
                <c:pt idx="42553">
                  <c:v>2</c:v>
                </c:pt>
                <c:pt idx="42554">
                  <c:v>2</c:v>
                </c:pt>
                <c:pt idx="42555">
                  <c:v>2</c:v>
                </c:pt>
                <c:pt idx="42556">
                  <c:v>2</c:v>
                </c:pt>
                <c:pt idx="42557">
                  <c:v>4</c:v>
                </c:pt>
                <c:pt idx="42558">
                  <c:v>2</c:v>
                </c:pt>
                <c:pt idx="42559">
                  <c:v>2</c:v>
                </c:pt>
                <c:pt idx="42560">
                  <c:v>4</c:v>
                </c:pt>
                <c:pt idx="42561">
                  <c:v>5</c:v>
                </c:pt>
                <c:pt idx="42562">
                  <c:v>4</c:v>
                </c:pt>
                <c:pt idx="42563">
                  <c:v>5</c:v>
                </c:pt>
                <c:pt idx="42564">
                  <c:v>2</c:v>
                </c:pt>
                <c:pt idx="42565">
                  <c:v>3</c:v>
                </c:pt>
                <c:pt idx="42566">
                  <c:v>7</c:v>
                </c:pt>
                <c:pt idx="42567">
                  <c:v>11</c:v>
                </c:pt>
                <c:pt idx="42568">
                  <c:v>2</c:v>
                </c:pt>
                <c:pt idx="42569">
                  <c:v>2</c:v>
                </c:pt>
                <c:pt idx="42570">
                  <c:v>2</c:v>
                </c:pt>
                <c:pt idx="42571">
                  <c:v>2</c:v>
                </c:pt>
                <c:pt idx="42572">
                  <c:v>2</c:v>
                </c:pt>
                <c:pt idx="42573">
                  <c:v>2</c:v>
                </c:pt>
                <c:pt idx="42574">
                  <c:v>2</c:v>
                </c:pt>
                <c:pt idx="42575">
                  <c:v>2</c:v>
                </c:pt>
                <c:pt idx="42576">
                  <c:v>2</c:v>
                </c:pt>
                <c:pt idx="42577">
                  <c:v>2</c:v>
                </c:pt>
                <c:pt idx="42578">
                  <c:v>1</c:v>
                </c:pt>
                <c:pt idx="42579">
                  <c:v>1</c:v>
                </c:pt>
                <c:pt idx="42580">
                  <c:v>1</c:v>
                </c:pt>
                <c:pt idx="42581">
                  <c:v>1</c:v>
                </c:pt>
                <c:pt idx="42582">
                  <c:v>1</c:v>
                </c:pt>
                <c:pt idx="42583">
                  <c:v>1</c:v>
                </c:pt>
                <c:pt idx="42584">
                  <c:v>1</c:v>
                </c:pt>
                <c:pt idx="42585">
                  <c:v>1</c:v>
                </c:pt>
                <c:pt idx="42586">
                  <c:v>1</c:v>
                </c:pt>
                <c:pt idx="42587">
                  <c:v>1</c:v>
                </c:pt>
                <c:pt idx="42588">
                  <c:v>1</c:v>
                </c:pt>
                <c:pt idx="42589">
                  <c:v>1</c:v>
                </c:pt>
                <c:pt idx="42590">
                  <c:v>1</c:v>
                </c:pt>
                <c:pt idx="42591">
                  <c:v>1</c:v>
                </c:pt>
                <c:pt idx="42592">
                  <c:v>1</c:v>
                </c:pt>
                <c:pt idx="42593">
                  <c:v>1</c:v>
                </c:pt>
                <c:pt idx="42594">
                  <c:v>1</c:v>
                </c:pt>
                <c:pt idx="42595">
                  <c:v>1</c:v>
                </c:pt>
                <c:pt idx="42596">
                  <c:v>1</c:v>
                </c:pt>
                <c:pt idx="42597">
                  <c:v>1</c:v>
                </c:pt>
                <c:pt idx="42598">
                  <c:v>1</c:v>
                </c:pt>
                <c:pt idx="42599">
                  <c:v>2</c:v>
                </c:pt>
                <c:pt idx="42600">
                  <c:v>2</c:v>
                </c:pt>
                <c:pt idx="42601">
                  <c:v>2</c:v>
                </c:pt>
                <c:pt idx="42602">
                  <c:v>2</c:v>
                </c:pt>
                <c:pt idx="42603">
                  <c:v>2</c:v>
                </c:pt>
                <c:pt idx="42604">
                  <c:v>2</c:v>
                </c:pt>
                <c:pt idx="42605">
                  <c:v>2</c:v>
                </c:pt>
                <c:pt idx="42606">
                  <c:v>2</c:v>
                </c:pt>
                <c:pt idx="42607">
                  <c:v>2</c:v>
                </c:pt>
                <c:pt idx="42608">
                  <c:v>2</c:v>
                </c:pt>
                <c:pt idx="42609">
                  <c:v>3</c:v>
                </c:pt>
                <c:pt idx="42610">
                  <c:v>4</c:v>
                </c:pt>
                <c:pt idx="42611">
                  <c:v>3</c:v>
                </c:pt>
                <c:pt idx="42612">
                  <c:v>4</c:v>
                </c:pt>
                <c:pt idx="42613">
                  <c:v>3</c:v>
                </c:pt>
                <c:pt idx="42614">
                  <c:v>3</c:v>
                </c:pt>
                <c:pt idx="42615">
                  <c:v>4</c:v>
                </c:pt>
                <c:pt idx="42616">
                  <c:v>3</c:v>
                </c:pt>
                <c:pt idx="42617">
                  <c:v>3</c:v>
                </c:pt>
                <c:pt idx="42618">
                  <c:v>3</c:v>
                </c:pt>
                <c:pt idx="42619">
                  <c:v>2</c:v>
                </c:pt>
                <c:pt idx="42620">
                  <c:v>2</c:v>
                </c:pt>
                <c:pt idx="42621">
                  <c:v>2</c:v>
                </c:pt>
                <c:pt idx="42622">
                  <c:v>2</c:v>
                </c:pt>
                <c:pt idx="42623">
                  <c:v>2</c:v>
                </c:pt>
                <c:pt idx="42624">
                  <c:v>2</c:v>
                </c:pt>
                <c:pt idx="42625">
                  <c:v>3</c:v>
                </c:pt>
                <c:pt idx="42626">
                  <c:v>1</c:v>
                </c:pt>
                <c:pt idx="42627">
                  <c:v>1</c:v>
                </c:pt>
                <c:pt idx="42628">
                  <c:v>2</c:v>
                </c:pt>
                <c:pt idx="42629">
                  <c:v>2</c:v>
                </c:pt>
                <c:pt idx="42630">
                  <c:v>2</c:v>
                </c:pt>
                <c:pt idx="42631">
                  <c:v>2</c:v>
                </c:pt>
                <c:pt idx="42632">
                  <c:v>2</c:v>
                </c:pt>
                <c:pt idx="42633">
                  <c:v>2</c:v>
                </c:pt>
                <c:pt idx="42634">
                  <c:v>1</c:v>
                </c:pt>
                <c:pt idx="42635">
                  <c:v>2</c:v>
                </c:pt>
                <c:pt idx="42636">
                  <c:v>2</c:v>
                </c:pt>
                <c:pt idx="42637">
                  <c:v>2</c:v>
                </c:pt>
                <c:pt idx="42638">
                  <c:v>2</c:v>
                </c:pt>
                <c:pt idx="42639">
                  <c:v>2</c:v>
                </c:pt>
                <c:pt idx="42640">
                  <c:v>2</c:v>
                </c:pt>
                <c:pt idx="42641">
                  <c:v>2</c:v>
                </c:pt>
                <c:pt idx="42642">
                  <c:v>2</c:v>
                </c:pt>
                <c:pt idx="42643">
                  <c:v>2</c:v>
                </c:pt>
                <c:pt idx="42644">
                  <c:v>0</c:v>
                </c:pt>
                <c:pt idx="42645">
                  <c:v>2</c:v>
                </c:pt>
                <c:pt idx="42646">
                  <c:v>2</c:v>
                </c:pt>
                <c:pt idx="42647">
                  <c:v>2</c:v>
                </c:pt>
                <c:pt idx="42648">
                  <c:v>2</c:v>
                </c:pt>
                <c:pt idx="42649">
                  <c:v>2</c:v>
                </c:pt>
                <c:pt idx="42650">
                  <c:v>2</c:v>
                </c:pt>
                <c:pt idx="42651">
                  <c:v>2</c:v>
                </c:pt>
                <c:pt idx="42652">
                  <c:v>2</c:v>
                </c:pt>
                <c:pt idx="42653">
                  <c:v>2</c:v>
                </c:pt>
                <c:pt idx="42654">
                  <c:v>2</c:v>
                </c:pt>
                <c:pt idx="42655">
                  <c:v>2</c:v>
                </c:pt>
                <c:pt idx="42656">
                  <c:v>2</c:v>
                </c:pt>
                <c:pt idx="42657">
                  <c:v>4</c:v>
                </c:pt>
                <c:pt idx="42658">
                  <c:v>3</c:v>
                </c:pt>
                <c:pt idx="42659">
                  <c:v>3</c:v>
                </c:pt>
                <c:pt idx="42660">
                  <c:v>2</c:v>
                </c:pt>
                <c:pt idx="42661">
                  <c:v>2</c:v>
                </c:pt>
                <c:pt idx="42662">
                  <c:v>4</c:v>
                </c:pt>
                <c:pt idx="42663">
                  <c:v>5</c:v>
                </c:pt>
                <c:pt idx="42664">
                  <c:v>6</c:v>
                </c:pt>
                <c:pt idx="42665">
                  <c:v>7</c:v>
                </c:pt>
                <c:pt idx="42666">
                  <c:v>5</c:v>
                </c:pt>
                <c:pt idx="42667">
                  <c:v>7</c:v>
                </c:pt>
                <c:pt idx="42668">
                  <c:v>5</c:v>
                </c:pt>
                <c:pt idx="42669">
                  <c:v>4</c:v>
                </c:pt>
                <c:pt idx="42670">
                  <c:v>3</c:v>
                </c:pt>
                <c:pt idx="42671">
                  <c:v>3</c:v>
                </c:pt>
                <c:pt idx="42672">
                  <c:v>4</c:v>
                </c:pt>
                <c:pt idx="42673">
                  <c:v>3</c:v>
                </c:pt>
                <c:pt idx="42674">
                  <c:v>3</c:v>
                </c:pt>
                <c:pt idx="42675">
                  <c:v>4</c:v>
                </c:pt>
                <c:pt idx="42676">
                  <c:v>4</c:v>
                </c:pt>
                <c:pt idx="42677">
                  <c:v>3</c:v>
                </c:pt>
                <c:pt idx="42678">
                  <c:v>3</c:v>
                </c:pt>
                <c:pt idx="42679">
                  <c:v>4</c:v>
                </c:pt>
                <c:pt idx="42680">
                  <c:v>4</c:v>
                </c:pt>
                <c:pt idx="42681">
                  <c:v>2</c:v>
                </c:pt>
                <c:pt idx="42682">
                  <c:v>2</c:v>
                </c:pt>
                <c:pt idx="42683">
                  <c:v>2</c:v>
                </c:pt>
                <c:pt idx="42684">
                  <c:v>2</c:v>
                </c:pt>
                <c:pt idx="42685">
                  <c:v>2</c:v>
                </c:pt>
                <c:pt idx="42686">
                  <c:v>2</c:v>
                </c:pt>
                <c:pt idx="42687">
                  <c:v>4</c:v>
                </c:pt>
                <c:pt idx="42688">
                  <c:v>2</c:v>
                </c:pt>
                <c:pt idx="42689">
                  <c:v>2</c:v>
                </c:pt>
                <c:pt idx="42690">
                  <c:v>3</c:v>
                </c:pt>
                <c:pt idx="42691">
                  <c:v>2</c:v>
                </c:pt>
                <c:pt idx="42692">
                  <c:v>3</c:v>
                </c:pt>
                <c:pt idx="42693">
                  <c:v>2</c:v>
                </c:pt>
                <c:pt idx="42694">
                  <c:v>3</c:v>
                </c:pt>
                <c:pt idx="42695">
                  <c:v>2</c:v>
                </c:pt>
                <c:pt idx="42696">
                  <c:v>2</c:v>
                </c:pt>
                <c:pt idx="42697">
                  <c:v>2</c:v>
                </c:pt>
                <c:pt idx="42698">
                  <c:v>2</c:v>
                </c:pt>
                <c:pt idx="42699">
                  <c:v>4</c:v>
                </c:pt>
                <c:pt idx="42700">
                  <c:v>2</c:v>
                </c:pt>
                <c:pt idx="42701">
                  <c:v>3</c:v>
                </c:pt>
                <c:pt idx="42702">
                  <c:v>2</c:v>
                </c:pt>
                <c:pt idx="42703">
                  <c:v>2</c:v>
                </c:pt>
                <c:pt idx="42704">
                  <c:v>2</c:v>
                </c:pt>
                <c:pt idx="42705">
                  <c:v>2</c:v>
                </c:pt>
                <c:pt idx="42706">
                  <c:v>2</c:v>
                </c:pt>
                <c:pt idx="42707">
                  <c:v>3</c:v>
                </c:pt>
                <c:pt idx="42708">
                  <c:v>4</c:v>
                </c:pt>
                <c:pt idx="42709">
                  <c:v>4</c:v>
                </c:pt>
                <c:pt idx="42710">
                  <c:v>4</c:v>
                </c:pt>
                <c:pt idx="42711">
                  <c:v>2</c:v>
                </c:pt>
                <c:pt idx="42712">
                  <c:v>2</c:v>
                </c:pt>
                <c:pt idx="42713">
                  <c:v>3</c:v>
                </c:pt>
                <c:pt idx="42714">
                  <c:v>2</c:v>
                </c:pt>
                <c:pt idx="42715">
                  <c:v>2</c:v>
                </c:pt>
                <c:pt idx="42716">
                  <c:v>2</c:v>
                </c:pt>
                <c:pt idx="42717">
                  <c:v>4</c:v>
                </c:pt>
                <c:pt idx="42718">
                  <c:v>3</c:v>
                </c:pt>
                <c:pt idx="42719">
                  <c:v>4</c:v>
                </c:pt>
                <c:pt idx="42720">
                  <c:v>2</c:v>
                </c:pt>
                <c:pt idx="42721">
                  <c:v>2</c:v>
                </c:pt>
                <c:pt idx="42722">
                  <c:v>2</c:v>
                </c:pt>
                <c:pt idx="42723">
                  <c:v>2</c:v>
                </c:pt>
                <c:pt idx="42724">
                  <c:v>2</c:v>
                </c:pt>
                <c:pt idx="42725">
                  <c:v>3</c:v>
                </c:pt>
                <c:pt idx="42726">
                  <c:v>1</c:v>
                </c:pt>
                <c:pt idx="42727">
                  <c:v>4</c:v>
                </c:pt>
                <c:pt idx="42728">
                  <c:v>4</c:v>
                </c:pt>
                <c:pt idx="42729">
                  <c:v>4</c:v>
                </c:pt>
                <c:pt idx="42730">
                  <c:v>4</c:v>
                </c:pt>
                <c:pt idx="42731">
                  <c:v>9</c:v>
                </c:pt>
                <c:pt idx="42732">
                  <c:v>4</c:v>
                </c:pt>
                <c:pt idx="42733">
                  <c:v>5</c:v>
                </c:pt>
                <c:pt idx="42734">
                  <c:v>3</c:v>
                </c:pt>
                <c:pt idx="42735">
                  <c:v>10</c:v>
                </c:pt>
                <c:pt idx="42736">
                  <c:v>8</c:v>
                </c:pt>
                <c:pt idx="42737">
                  <c:v>5</c:v>
                </c:pt>
                <c:pt idx="42738">
                  <c:v>4</c:v>
                </c:pt>
                <c:pt idx="42739">
                  <c:v>4</c:v>
                </c:pt>
                <c:pt idx="42740">
                  <c:v>4</c:v>
                </c:pt>
                <c:pt idx="42741">
                  <c:v>4</c:v>
                </c:pt>
                <c:pt idx="42742">
                  <c:v>4</c:v>
                </c:pt>
                <c:pt idx="42743">
                  <c:v>4</c:v>
                </c:pt>
                <c:pt idx="42744">
                  <c:v>4</c:v>
                </c:pt>
                <c:pt idx="42745">
                  <c:v>2</c:v>
                </c:pt>
                <c:pt idx="42746">
                  <c:v>3</c:v>
                </c:pt>
                <c:pt idx="42747">
                  <c:v>3</c:v>
                </c:pt>
                <c:pt idx="42748">
                  <c:v>3</c:v>
                </c:pt>
                <c:pt idx="42749">
                  <c:v>4</c:v>
                </c:pt>
                <c:pt idx="42750">
                  <c:v>4</c:v>
                </c:pt>
                <c:pt idx="42751">
                  <c:v>4</c:v>
                </c:pt>
                <c:pt idx="42752">
                  <c:v>4</c:v>
                </c:pt>
                <c:pt idx="42753">
                  <c:v>4</c:v>
                </c:pt>
                <c:pt idx="42754">
                  <c:v>4</c:v>
                </c:pt>
                <c:pt idx="42755">
                  <c:v>4</c:v>
                </c:pt>
                <c:pt idx="42756">
                  <c:v>7</c:v>
                </c:pt>
                <c:pt idx="42757">
                  <c:v>4</c:v>
                </c:pt>
                <c:pt idx="42758">
                  <c:v>2</c:v>
                </c:pt>
                <c:pt idx="42759">
                  <c:v>3</c:v>
                </c:pt>
                <c:pt idx="42760">
                  <c:v>1</c:v>
                </c:pt>
                <c:pt idx="42761">
                  <c:v>3</c:v>
                </c:pt>
                <c:pt idx="42762">
                  <c:v>2</c:v>
                </c:pt>
                <c:pt idx="42763">
                  <c:v>4</c:v>
                </c:pt>
                <c:pt idx="42764">
                  <c:v>1</c:v>
                </c:pt>
                <c:pt idx="42765">
                  <c:v>1</c:v>
                </c:pt>
                <c:pt idx="42766">
                  <c:v>1</c:v>
                </c:pt>
                <c:pt idx="42767">
                  <c:v>1</c:v>
                </c:pt>
                <c:pt idx="42768">
                  <c:v>5</c:v>
                </c:pt>
                <c:pt idx="42769">
                  <c:v>5</c:v>
                </c:pt>
                <c:pt idx="42770">
                  <c:v>6</c:v>
                </c:pt>
                <c:pt idx="42771">
                  <c:v>5</c:v>
                </c:pt>
                <c:pt idx="42772">
                  <c:v>6</c:v>
                </c:pt>
                <c:pt idx="42773">
                  <c:v>4</c:v>
                </c:pt>
                <c:pt idx="42774">
                  <c:v>4</c:v>
                </c:pt>
                <c:pt idx="42775">
                  <c:v>2</c:v>
                </c:pt>
                <c:pt idx="42776">
                  <c:v>5</c:v>
                </c:pt>
                <c:pt idx="42777">
                  <c:v>5</c:v>
                </c:pt>
                <c:pt idx="42778">
                  <c:v>5</c:v>
                </c:pt>
                <c:pt idx="42779">
                  <c:v>5</c:v>
                </c:pt>
                <c:pt idx="42780">
                  <c:v>5</c:v>
                </c:pt>
                <c:pt idx="42781">
                  <c:v>5</c:v>
                </c:pt>
                <c:pt idx="42782">
                  <c:v>5</c:v>
                </c:pt>
                <c:pt idx="42783">
                  <c:v>1</c:v>
                </c:pt>
                <c:pt idx="42784">
                  <c:v>6</c:v>
                </c:pt>
                <c:pt idx="42785">
                  <c:v>4</c:v>
                </c:pt>
                <c:pt idx="42786">
                  <c:v>2</c:v>
                </c:pt>
                <c:pt idx="42787">
                  <c:v>4</c:v>
                </c:pt>
                <c:pt idx="42788">
                  <c:v>2</c:v>
                </c:pt>
                <c:pt idx="42789">
                  <c:v>3</c:v>
                </c:pt>
                <c:pt idx="42790">
                  <c:v>5</c:v>
                </c:pt>
                <c:pt idx="42791">
                  <c:v>2</c:v>
                </c:pt>
                <c:pt idx="42792">
                  <c:v>2</c:v>
                </c:pt>
                <c:pt idx="42793">
                  <c:v>1</c:v>
                </c:pt>
                <c:pt idx="42794">
                  <c:v>2</c:v>
                </c:pt>
                <c:pt idx="42795">
                  <c:v>2</c:v>
                </c:pt>
                <c:pt idx="42796">
                  <c:v>2</c:v>
                </c:pt>
                <c:pt idx="42797">
                  <c:v>2</c:v>
                </c:pt>
                <c:pt idx="42798">
                  <c:v>2</c:v>
                </c:pt>
                <c:pt idx="42799">
                  <c:v>2</c:v>
                </c:pt>
                <c:pt idx="42800">
                  <c:v>2</c:v>
                </c:pt>
                <c:pt idx="42801">
                  <c:v>1</c:v>
                </c:pt>
                <c:pt idx="42802">
                  <c:v>1</c:v>
                </c:pt>
                <c:pt idx="42803">
                  <c:v>1</c:v>
                </c:pt>
                <c:pt idx="42804">
                  <c:v>1</c:v>
                </c:pt>
                <c:pt idx="42805">
                  <c:v>2</c:v>
                </c:pt>
                <c:pt idx="42806">
                  <c:v>1</c:v>
                </c:pt>
                <c:pt idx="42807">
                  <c:v>2</c:v>
                </c:pt>
                <c:pt idx="42808">
                  <c:v>1</c:v>
                </c:pt>
                <c:pt idx="42809">
                  <c:v>2</c:v>
                </c:pt>
                <c:pt idx="42810">
                  <c:v>1</c:v>
                </c:pt>
                <c:pt idx="42811">
                  <c:v>2</c:v>
                </c:pt>
                <c:pt idx="42812">
                  <c:v>2</c:v>
                </c:pt>
                <c:pt idx="42813">
                  <c:v>2</c:v>
                </c:pt>
                <c:pt idx="42814">
                  <c:v>2</c:v>
                </c:pt>
                <c:pt idx="42815">
                  <c:v>3</c:v>
                </c:pt>
                <c:pt idx="42816">
                  <c:v>1</c:v>
                </c:pt>
                <c:pt idx="42817">
                  <c:v>1</c:v>
                </c:pt>
                <c:pt idx="42818">
                  <c:v>4</c:v>
                </c:pt>
                <c:pt idx="42819">
                  <c:v>3</c:v>
                </c:pt>
                <c:pt idx="42820">
                  <c:v>2</c:v>
                </c:pt>
                <c:pt idx="42821">
                  <c:v>2</c:v>
                </c:pt>
                <c:pt idx="42822">
                  <c:v>1</c:v>
                </c:pt>
                <c:pt idx="42823">
                  <c:v>1</c:v>
                </c:pt>
                <c:pt idx="42824">
                  <c:v>2</c:v>
                </c:pt>
                <c:pt idx="42825">
                  <c:v>2</c:v>
                </c:pt>
                <c:pt idx="42826">
                  <c:v>2</c:v>
                </c:pt>
                <c:pt idx="42827">
                  <c:v>1</c:v>
                </c:pt>
                <c:pt idx="42828">
                  <c:v>1</c:v>
                </c:pt>
                <c:pt idx="42829">
                  <c:v>1</c:v>
                </c:pt>
                <c:pt idx="42830">
                  <c:v>1</c:v>
                </c:pt>
                <c:pt idx="42831">
                  <c:v>1</c:v>
                </c:pt>
                <c:pt idx="42832">
                  <c:v>13</c:v>
                </c:pt>
                <c:pt idx="42833">
                  <c:v>1</c:v>
                </c:pt>
                <c:pt idx="42834">
                  <c:v>2</c:v>
                </c:pt>
                <c:pt idx="42835">
                  <c:v>2</c:v>
                </c:pt>
                <c:pt idx="42836">
                  <c:v>2</c:v>
                </c:pt>
                <c:pt idx="42837">
                  <c:v>2</c:v>
                </c:pt>
                <c:pt idx="42838">
                  <c:v>1</c:v>
                </c:pt>
                <c:pt idx="42839">
                  <c:v>1</c:v>
                </c:pt>
                <c:pt idx="42840">
                  <c:v>2</c:v>
                </c:pt>
                <c:pt idx="42841">
                  <c:v>1</c:v>
                </c:pt>
                <c:pt idx="42842">
                  <c:v>1</c:v>
                </c:pt>
                <c:pt idx="42843">
                  <c:v>2</c:v>
                </c:pt>
                <c:pt idx="42844">
                  <c:v>1</c:v>
                </c:pt>
                <c:pt idx="42845">
                  <c:v>1</c:v>
                </c:pt>
                <c:pt idx="42846">
                  <c:v>2</c:v>
                </c:pt>
                <c:pt idx="42847">
                  <c:v>2</c:v>
                </c:pt>
                <c:pt idx="42848">
                  <c:v>1</c:v>
                </c:pt>
                <c:pt idx="42849">
                  <c:v>1</c:v>
                </c:pt>
                <c:pt idx="42850">
                  <c:v>1</c:v>
                </c:pt>
                <c:pt idx="42851">
                  <c:v>1</c:v>
                </c:pt>
                <c:pt idx="42852">
                  <c:v>1</c:v>
                </c:pt>
                <c:pt idx="42853">
                  <c:v>1</c:v>
                </c:pt>
                <c:pt idx="42854">
                  <c:v>1</c:v>
                </c:pt>
                <c:pt idx="42855">
                  <c:v>1</c:v>
                </c:pt>
                <c:pt idx="42856">
                  <c:v>1</c:v>
                </c:pt>
                <c:pt idx="42857">
                  <c:v>2</c:v>
                </c:pt>
                <c:pt idx="42858">
                  <c:v>2</c:v>
                </c:pt>
                <c:pt idx="42859">
                  <c:v>3</c:v>
                </c:pt>
                <c:pt idx="42860">
                  <c:v>3</c:v>
                </c:pt>
                <c:pt idx="42861">
                  <c:v>3</c:v>
                </c:pt>
                <c:pt idx="42862">
                  <c:v>3</c:v>
                </c:pt>
                <c:pt idx="42863">
                  <c:v>2</c:v>
                </c:pt>
                <c:pt idx="42864">
                  <c:v>2</c:v>
                </c:pt>
                <c:pt idx="42865">
                  <c:v>2</c:v>
                </c:pt>
                <c:pt idx="42866">
                  <c:v>2</c:v>
                </c:pt>
                <c:pt idx="42867">
                  <c:v>2</c:v>
                </c:pt>
                <c:pt idx="42868">
                  <c:v>4</c:v>
                </c:pt>
                <c:pt idx="42869">
                  <c:v>4</c:v>
                </c:pt>
                <c:pt idx="42870">
                  <c:v>2</c:v>
                </c:pt>
                <c:pt idx="42871">
                  <c:v>4</c:v>
                </c:pt>
                <c:pt idx="42872">
                  <c:v>3</c:v>
                </c:pt>
                <c:pt idx="42873">
                  <c:v>2</c:v>
                </c:pt>
                <c:pt idx="42874">
                  <c:v>2</c:v>
                </c:pt>
                <c:pt idx="42875">
                  <c:v>3</c:v>
                </c:pt>
                <c:pt idx="42876">
                  <c:v>3</c:v>
                </c:pt>
                <c:pt idx="42877">
                  <c:v>2</c:v>
                </c:pt>
                <c:pt idx="42878">
                  <c:v>1</c:v>
                </c:pt>
                <c:pt idx="42879">
                  <c:v>1</c:v>
                </c:pt>
                <c:pt idx="42880">
                  <c:v>1</c:v>
                </c:pt>
                <c:pt idx="42881">
                  <c:v>1</c:v>
                </c:pt>
                <c:pt idx="42882">
                  <c:v>1</c:v>
                </c:pt>
                <c:pt idx="42883">
                  <c:v>3</c:v>
                </c:pt>
                <c:pt idx="42884">
                  <c:v>5</c:v>
                </c:pt>
                <c:pt idx="42885">
                  <c:v>2</c:v>
                </c:pt>
                <c:pt idx="42886">
                  <c:v>3</c:v>
                </c:pt>
                <c:pt idx="42887">
                  <c:v>2</c:v>
                </c:pt>
                <c:pt idx="42888">
                  <c:v>3</c:v>
                </c:pt>
                <c:pt idx="42889">
                  <c:v>2</c:v>
                </c:pt>
                <c:pt idx="42890">
                  <c:v>2</c:v>
                </c:pt>
                <c:pt idx="42891">
                  <c:v>2</c:v>
                </c:pt>
                <c:pt idx="42892">
                  <c:v>2</c:v>
                </c:pt>
                <c:pt idx="42893">
                  <c:v>2</c:v>
                </c:pt>
                <c:pt idx="42894">
                  <c:v>1</c:v>
                </c:pt>
                <c:pt idx="42895">
                  <c:v>2</c:v>
                </c:pt>
                <c:pt idx="42896">
                  <c:v>1</c:v>
                </c:pt>
                <c:pt idx="42897">
                  <c:v>1</c:v>
                </c:pt>
                <c:pt idx="42898">
                  <c:v>2</c:v>
                </c:pt>
                <c:pt idx="42899">
                  <c:v>2</c:v>
                </c:pt>
                <c:pt idx="42900">
                  <c:v>2</c:v>
                </c:pt>
                <c:pt idx="42901">
                  <c:v>2</c:v>
                </c:pt>
                <c:pt idx="42902">
                  <c:v>2</c:v>
                </c:pt>
                <c:pt idx="42903">
                  <c:v>2</c:v>
                </c:pt>
                <c:pt idx="42904">
                  <c:v>2</c:v>
                </c:pt>
                <c:pt idx="42905">
                  <c:v>2</c:v>
                </c:pt>
                <c:pt idx="42906">
                  <c:v>2</c:v>
                </c:pt>
                <c:pt idx="42907">
                  <c:v>2</c:v>
                </c:pt>
                <c:pt idx="42908">
                  <c:v>2</c:v>
                </c:pt>
                <c:pt idx="42909">
                  <c:v>5</c:v>
                </c:pt>
                <c:pt idx="42910">
                  <c:v>4</c:v>
                </c:pt>
                <c:pt idx="42911">
                  <c:v>5</c:v>
                </c:pt>
                <c:pt idx="42912">
                  <c:v>5</c:v>
                </c:pt>
                <c:pt idx="42913">
                  <c:v>4</c:v>
                </c:pt>
                <c:pt idx="42914">
                  <c:v>2</c:v>
                </c:pt>
                <c:pt idx="42915">
                  <c:v>4</c:v>
                </c:pt>
                <c:pt idx="42916">
                  <c:v>1</c:v>
                </c:pt>
                <c:pt idx="42917">
                  <c:v>4</c:v>
                </c:pt>
                <c:pt idx="42918">
                  <c:v>1</c:v>
                </c:pt>
                <c:pt idx="42919">
                  <c:v>2</c:v>
                </c:pt>
                <c:pt idx="42920">
                  <c:v>5</c:v>
                </c:pt>
                <c:pt idx="42921">
                  <c:v>3</c:v>
                </c:pt>
                <c:pt idx="42922">
                  <c:v>4</c:v>
                </c:pt>
                <c:pt idx="42923">
                  <c:v>4</c:v>
                </c:pt>
                <c:pt idx="42924">
                  <c:v>2</c:v>
                </c:pt>
                <c:pt idx="42925">
                  <c:v>2</c:v>
                </c:pt>
                <c:pt idx="42926">
                  <c:v>2</c:v>
                </c:pt>
                <c:pt idx="42927">
                  <c:v>2</c:v>
                </c:pt>
                <c:pt idx="42928">
                  <c:v>2</c:v>
                </c:pt>
                <c:pt idx="42929">
                  <c:v>3</c:v>
                </c:pt>
                <c:pt idx="42930">
                  <c:v>3</c:v>
                </c:pt>
                <c:pt idx="42931">
                  <c:v>3</c:v>
                </c:pt>
                <c:pt idx="42932">
                  <c:v>1</c:v>
                </c:pt>
                <c:pt idx="42933">
                  <c:v>10</c:v>
                </c:pt>
                <c:pt idx="42934">
                  <c:v>2</c:v>
                </c:pt>
                <c:pt idx="42935">
                  <c:v>2</c:v>
                </c:pt>
                <c:pt idx="42936">
                  <c:v>3</c:v>
                </c:pt>
                <c:pt idx="42937">
                  <c:v>2</c:v>
                </c:pt>
                <c:pt idx="42938">
                  <c:v>3</c:v>
                </c:pt>
                <c:pt idx="42939">
                  <c:v>3</c:v>
                </c:pt>
                <c:pt idx="42940">
                  <c:v>4</c:v>
                </c:pt>
                <c:pt idx="42941">
                  <c:v>2</c:v>
                </c:pt>
                <c:pt idx="42942">
                  <c:v>7</c:v>
                </c:pt>
                <c:pt idx="42943">
                  <c:v>3</c:v>
                </c:pt>
                <c:pt idx="42944">
                  <c:v>7</c:v>
                </c:pt>
                <c:pt idx="42945">
                  <c:v>10</c:v>
                </c:pt>
                <c:pt idx="42946">
                  <c:v>1</c:v>
                </c:pt>
                <c:pt idx="42947">
                  <c:v>4</c:v>
                </c:pt>
                <c:pt idx="42948">
                  <c:v>1</c:v>
                </c:pt>
                <c:pt idx="42949">
                  <c:v>1</c:v>
                </c:pt>
                <c:pt idx="42950">
                  <c:v>2</c:v>
                </c:pt>
                <c:pt idx="42951">
                  <c:v>2</c:v>
                </c:pt>
                <c:pt idx="42952">
                  <c:v>2</c:v>
                </c:pt>
                <c:pt idx="42953">
                  <c:v>2</c:v>
                </c:pt>
                <c:pt idx="42954">
                  <c:v>4</c:v>
                </c:pt>
                <c:pt idx="42955">
                  <c:v>1</c:v>
                </c:pt>
                <c:pt idx="42956">
                  <c:v>1</c:v>
                </c:pt>
                <c:pt idx="42957">
                  <c:v>2</c:v>
                </c:pt>
                <c:pt idx="42958">
                  <c:v>3</c:v>
                </c:pt>
                <c:pt idx="42959">
                  <c:v>2</c:v>
                </c:pt>
                <c:pt idx="42960">
                  <c:v>2</c:v>
                </c:pt>
                <c:pt idx="42961">
                  <c:v>6</c:v>
                </c:pt>
                <c:pt idx="42962">
                  <c:v>2</c:v>
                </c:pt>
                <c:pt idx="42963">
                  <c:v>2</c:v>
                </c:pt>
                <c:pt idx="42964">
                  <c:v>4</c:v>
                </c:pt>
                <c:pt idx="42965">
                  <c:v>3</c:v>
                </c:pt>
                <c:pt idx="42966">
                  <c:v>4</c:v>
                </c:pt>
                <c:pt idx="42967">
                  <c:v>2</c:v>
                </c:pt>
                <c:pt idx="42968">
                  <c:v>2</c:v>
                </c:pt>
                <c:pt idx="42969">
                  <c:v>2</c:v>
                </c:pt>
                <c:pt idx="42970">
                  <c:v>2</c:v>
                </c:pt>
                <c:pt idx="42971">
                  <c:v>1</c:v>
                </c:pt>
                <c:pt idx="42972">
                  <c:v>2</c:v>
                </c:pt>
                <c:pt idx="42973">
                  <c:v>2</c:v>
                </c:pt>
                <c:pt idx="42974">
                  <c:v>2</c:v>
                </c:pt>
                <c:pt idx="42975">
                  <c:v>3</c:v>
                </c:pt>
                <c:pt idx="42976">
                  <c:v>1</c:v>
                </c:pt>
                <c:pt idx="42977">
                  <c:v>2</c:v>
                </c:pt>
                <c:pt idx="42978">
                  <c:v>2</c:v>
                </c:pt>
                <c:pt idx="42979">
                  <c:v>2</c:v>
                </c:pt>
                <c:pt idx="42980">
                  <c:v>2</c:v>
                </c:pt>
                <c:pt idx="42981">
                  <c:v>2</c:v>
                </c:pt>
                <c:pt idx="42982">
                  <c:v>1</c:v>
                </c:pt>
                <c:pt idx="42983">
                  <c:v>2</c:v>
                </c:pt>
                <c:pt idx="42984">
                  <c:v>2</c:v>
                </c:pt>
                <c:pt idx="42985">
                  <c:v>2</c:v>
                </c:pt>
                <c:pt idx="42986">
                  <c:v>2</c:v>
                </c:pt>
                <c:pt idx="42987">
                  <c:v>1</c:v>
                </c:pt>
                <c:pt idx="42988">
                  <c:v>1</c:v>
                </c:pt>
                <c:pt idx="42989">
                  <c:v>2</c:v>
                </c:pt>
                <c:pt idx="42990">
                  <c:v>2</c:v>
                </c:pt>
                <c:pt idx="42991">
                  <c:v>5</c:v>
                </c:pt>
                <c:pt idx="42992">
                  <c:v>2</c:v>
                </c:pt>
                <c:pt idx="42993">
                  <c:v>2</c:v>
                </c:pt>
                <c:pt idx="42994">
                  <c:v>2</c:v>
                </c:pt>
                <c:pt idx="42995">
                  <c:v>2</c:v>
                </c:pt>
                <c:pt idx="42996">
                  <c:v>2</c:v>
                </c:pt>
                <c:pt idx="42997">
                  <c:v>2</c:v>
                </c:pt>
                <c:pt idx="42998">
                  <c:v>2</c:v>
                </c:pt>
                <c:pt idx="42999">
                  <c:v>2</c:v>
                </c:pt>
                <c:pt idx="43000">
                  <c:v>2</c:v>
                </c:pt>
                <c:pt idx="43001">
                  <c:v>3</c:v>
                </c:pt>
                <c:pt idx="43002">
                  <c:v>2</c:v>
                </c:pt>
                <c:pt idx="43003">
                  <c:v>2</c:v>
                </c:pt>
                <c:pt idx="43004">
                  <c:v>3</c:v>
                </c:pt>
                <c:pt idx="43005">
                  <c:v>3</c:v>
                </c:pt>
                <c:pt idx="43006">
                  <c:v>3</c:v>
                </c:pt>
                <c:pt idx="43007">
                  <c:v>3</c:v>
                </c:pt>
                <c:pt idx="43008">
                  <c:v>3</c:v>
                </c:pt>
                <c:pt idx="43009">
                  <c:v>2</c:v>
                </c:pt>
                <c:pt idx="43010">
                  <c:v>2</c:v>
                </c:pt>
                <c:pt idx="43011">
                  <c:v>2</c:v>
                </c:pt>
                <c:pt idx="43012">
                  <c:v>2</c:v>
                </c:pt>
                <c:pt idx="43013">
                  <c:v>2</c:v>
                </c:pt>
                <c:pt idx="43014">
                  <c:v>2</c:v>
                </c:pt>
                <c:pt idx="43015">
                  <c:v>2</c:v>
                </c:pt>
                <c:pt idx="43016">
                  <c:v>2</c:v>
                </c:pt>
                <c:pt idx="43017">
                  <c:v>5</c:v>
                </c:pt>
                <c:pt idx="43018">
                  <c:v>5</c:v>
                </c:pt>
                <c:pt idx="43019">
                  <c:v>6</c:v>
                </c:pt>
                <c:pt idx="43020">
                  <c:v>6</c:v>
                </c:pt>
                <c:pt idx="43021">
                  <c:v>1</c:v>
                </c:pt>
                <c:pt idx="43022">
                  <c:v>1</c:v>
                </c:pt>
                <c:pt idx="43023">
                  <c:v>1</c:v>
                </c:pt>
                <c:pt idx="43024">
                  <c:v>2</c:v>
                </c:pt>
                <c:pt idx="43025">
                  <c:v>2</c:v>
                </c:pt>
                <c:pt idx="43026">
                  <c:v>2</c:v>
                </c:pt>
                <c:pt idx="43027">
                  <c:v>2</c:v>
                </c:pt>
                <c:pt idx="43028">
                  <c:v>2</c:v>
                </c:pt>
                <c:pt idx="43029">
                  <c:v>2</c:v>
                </c:pt>
                <c:pt idx="43030">
                  <c:v>2</c:v>
                </c:pt>
                <c:pt idx="43031">
                  <c:v>2</c:v>
                </c:pt>
                <c:pt idx="43032">
                  <c:v>2</c:v>
                </c:pt>
                <c:pt idx="43033">
                  <c:v>2</c:v>
                </c:pt>
                <c:pt idx="43034">
                  <c:v>2</c:v>
                </c:pt>
                <c:pt idx="43035">
                  <c:v>2</c:v>
                </c:pt>
                <c:pt idx="43036">
                  <c:v>2</c:v>
                </c:pt>
                <c:pt idx="43037">
                  <c:v>2</c:v>
                </c:pt>
                <c:pt idx="43038">
                  <c:v>1</c:v>
                </c:pt>
                <c:pt idx="43039">
                  <c:v>1</c:v>
                </c:pt>
                <c:pt idx="43040">
                  <c:v>1</c:v>
                </c:pt>
                <c:pt idx="43041">
                  <c:v>1</c:v>
                </c:pt>
                <c:pt idx="43042">
                  <c:v>1</c:v>
                </c:pt>
                <c:pt idx="43043">
                  <c:v>1</c:v>
                </c:pt>
                <c:pt idx="43044">
                  <c:v>1</c:v>
                </c:pt>
                <c:pt idx="43045">
                  <c:v>1</c:v>
                </c:pt>
                <c:pt idx="43046">
                  <c:v>1</c:v>
                </c:pt>
                <c:pt idx="43047">
                  <c:v>1</c:v>
                </c:pt>
                <c:pt idx="43048">
                  <c:v>1</c:v>
                </c:pt>
                <c:pt idx="43049">
                  <c:v>4</c:v>
                </c:pt>
                <c:pt idx="43050">
                  <c:v>1</c:v>
                </c:pt>
                <c:pt idx="43051">
                  <c:v>1</c:v>
                </c:pt>
                <c:pt idx="43052">
                  <c:v>2</c:v>
                </c:pt>
                <c:pt idx="43053">
                  <c:v>2</c:v>
                </c:pt>
                <c:pt idx="43054">
                  <c:v>3</c:v>
                </c:pt>
                <c:pt idx="43055">
                  <c:v>5</c:v>
                </c:pt>
                <c:pt idx="43056">
                  <c:v>2</c:v>
                </c:pt>
                <c:pt idx="43057">
                  <c:v>2</c:v>
                </c:pt>
                <c:pt idx="43058">
                  <c:v>4</c:v>
                </c:pt>
                <c:pt idx="43059">
                  <c:v>2</c:v>
                </c:pt>
                <c:pt idx="43060">
                  <c:v>4</c:v>
                </c:pt>
                <c:pt idx="43061">
                  <c:v>1</c:v>
                </c:pt>
                <c:pt idx="43062">
                  <c:v>1</c:v>
                </c:pt>
                <c:pt idx="43063">
                  <c:v>2</c:v>
                </c:pt>
                <c:pt idx="43064">
                  <c:v>1</c:v>
                </c:pt>
                <c:pt idx="43065">
                  <c:v>2</c:v>
                </c:pt>
                <c:pt idx="43066">
                  <c:v>2</c:v>
                </c:pt>
                <c:pt idx="43067">
                  <c:v>2</c:v>
                </c:pt>
                <c:pt idx="43068">
                  <c:v>2</c:v>
                </c:pt>
                <c:pt idx="43069">
                  <c:v>2</c:v>
                </c:pt>
                <c:pt idx="43070">
                  <c:v>2</c:v>
                </c:pt>
                <c:pt idx="43071">
                  <c:v>2</c:v>
                </c:pt>
                <c:pt idx="43072">
                  <c:v>2</c:v>
                </c:pt>
                <c:pt idx="43073">
                  <c:v>2</c:v>
                </c:pt>
                <c:pt idx="43074">
                  <c:v>4</c:v>
                </c:pt>
                <c:pt idx="43075">
                  <c:v>4</c:v>
                </c:pt>
                <c:pt idx="43076">
                  <c:v>2</c:v>
                </c:pt>
                <c:pt idx="43077">
                  <c:v>2</c:v>
                </c:pt>
                <c:pt idx="43078">
                  <c:v>4</c:v>
                </c:pt>
                <c:pt idx="43079">
                  <c:v>3</c:v>
                </c:pt>
                <c:pt idx="43080">
                  <c:v>4</c:v>
                </c:pt>
                <c:pt idx="43081">
                  <c:v>3</c:v>
                </c:pt>
                <c:pt idx="43082">
                  <c:v>4</c:v>
                </c:pt>
                <c:pt idx="43083">
                  <c:v>2</c:v>
                </c:pt>
                <c:pt idx="43084">
                  <c:v>3</c:v>
                </c:pt>
                <c:pt idx="43085">
                  <c:v>2</c:v>
                </c:pt>
                <c:pt idx="43086">
                  <c:v>2</c:v>
                </c:pt>
                <c:pt idx="43087">
                  <c:v>1</c:v>
                </c:pt>
                <c:pt idx="43088">
                  <c:v>4</c:v>
                </c:pt>
                <c:pt idx="43089">
                  <c:v>3</c:v>
                </c:pt>
                <c:pt idx="43090">
                  <c:v>6</c:v>
                </c:pt>
                <c:pt idx="43091">
                  <c:v>6</c:v>
                </c:pt>
                <c:pt idx="43092">
                  <c:v>4</c:v>
                </c:pt>
                <c:pt idx="43093">
                  <c:v>1</c:v>
                </c:pt>
                <c:pt idx="43094">
                  <c:v>1</c:v>
                </c:pt>
                <c:pt idx="43095">
                  <c:v>1</c:v>
                </c:pt>
                <c:pt idx="43096">
                  <c:v>1</c:v>
                </c:pt>
                <c:pt idx="43097">
                  <c:v>1</c:v>
                </c:pt>
                <c:pt idx="43098">
                  <c:v>1</c:v>
                </c:pt>
                <c:pt idx="43099">
                  <c:v>1</c:v>
                </c:pt>
                <c:pt idx="43100">
                  <c:v>2</c:v>
                </c:pt>
                <c:pt idx="43101">
                  <c:v>1</c:v>
                </c:pt>
                <c:pt idx="43102">
                  <c:v>2</c:v>
                </c:pt>
                <c:pt idx="43103">
                  <c:v>1</c:v>
                </c:pt>
                <c:pt idx="43104">
                  <c:v>1</c:v>
                </c:pt>
                <c:pt idx="43105">
                  <c:v>1</c:v>
                </c:pt>
                <c:pt idx="43106">
                  <c:v>1</c:v>
                </c:pt>
                <c:pt idx="43107">
                  <c:v>1</c:v>
                </c:pt>
                <c:pt idx="43108">
                  <c:v>1</c:v>
                </c:pt>
                <c:pt idx="43109">
                  <c:v>1</c:v>
                </c:pt>
                <c:pt idx="43110">
                  <c:v>1</c:v>
                </c:pt>
                <c:pt idx="43111">
                  <c:v>1</c:v>
                </c:pt>
                <c:pt idx="43112">
                  <c:v>1</c:v>
                </c:pt>
                <c:pt idx="43113">
                  <c:v>2</c:v>
                </c:pt>
                <c:pt idx="43114">
                  <c:v>3</c:v>
                </c:pt>
                <c:pt idx="43115">
                  <c:v>1</c:v>
                </c:pt>
                <c:pt idx="43116">
                  <c:v>1</c:v>
                </c:pt>
                <c:pt idx="43117">
                  <c:v>1</c:v>
                </c:pt>
                <c:pt idx="43118">
                  <c:v>1</c:v>
                </c:pt>
                <c:pt idx="43119">
                  <c:v>1</c:v>
                </c:pt>
                <c:pt idx="43120">
                  <c:v>1</c:v>
                </c:pt>
                <c:pt idx="43121">
                  <c:v>3</c:v>
                </c:pt>
                <c:pt idx="43122">
                  <c:v>5</c:v>
                </c:pt>
                <c:pt idx="43123">
                  <c:v>5</c:v>
                </c:pt>
                <c:pt idx="43124">
                  <c:v>3</c:v>
                </c:pt>
                <c:pt idx="43125">
                  <c:v>4</c:v>
                </c:pt>
                <c:pt idx="43126">
                  <c:v>3</c:v>
                </c:pt>
                <c:pt idx="43127">
                  <c:v>4</c:v>
                </c:pt>
                <c:pt idx="43128">
                  <c:v>4</c:v>
                </c:pt>
                <c:pt idx="43129">
                  <c:v>2</c:v>
                </c:pt>
                <c:pt idx="43130">
                  <c:v>4</c:v>
                </c:pt>
                <c:pt idx="43131">
                  <c:v>0</c:v>
                </c:pt>
                <c:pt idx="43132">
                  <c:v>2</c:v>
                </c:pt>
                <c:pt idx="43133">
                  <c:v>3</c:v>
                </c:pt>
                <c:pt idx="43134">
                  <c:v>0</c:v>
                </c:pt>
                <c:pt idx="43135">
                  <c:v>2</c:v>
                </c:pt>
                <c:pt idx="43136">
                  <c:v>2</c:v>
                </c:pt>
                <c:pt idx="43137">
                  <c:v>1</c:v>
                </c:pt>
                <c:pt idx="43138">
                  <c:v>1</c:v>
                </c:pt>
                <c:pt idx="43139">
                  <c:v>1</c:v>
                </c:pt>
                <c:pt idx="43140">
                  <c:v>1</c:v>
                </c:pt>
                <c:pt idx="43141">
                  <c:v>1</c:v>
                </c:pt>
                <c:pt idx="43142">
                  <c:v>1</c:v>
                </c:pt>
                <c:pt idx="43143">
                  <c:v>2</c:v>
                </c:pt>
                <c:pt idx="43144">
                  <c:v>1</c:v>
                </c:pt>
                <c:pt idx="43145">
                  <c:v>1</c:v>
                </c:pt>
                <c:pt idx="43146">
                  <c:v>1</c:v>
                </c:pt>
                <c:pt idx="43147">
                  <c:v>2</c:v>
                </c:pt>
                <c:pt idx="43148">
                  <c:v>2</c:v>
                </c:pt>
                <c:pt idx="43149">
                  <c:v>1</c:v>
                </c:pt>
                <c:pt idx="43150">
                  <c:v>1</c:v>
                </c:pt>
                <c:pt idx="43151">
                  <c:v>2</c:v>
                </c:pt>
                <c:pt idx="43152">
                  <c:v>2</c:v>
                </c:pt>
                <c:pt idx="43153">
                  <c:v>2</c:v>
                </c:pt>
                <c:pt idx="43154">
                  <c:v>2</c:v>
                </c:pt>
                <c:pt idx="43155">
                  <c:v>2</c:v>
                </c:pt>
                <c:pt idx="43156">
                  <c:v>2</c:v>
                </c:pt>
                <c:pt idx="43157">
                  <c:v>1</c:v>
                </c:pt>
                <c:pt idx="43158">
                  <c:v>2</c:v>
                </c:pt>
                <c:pt idx="43159">
                  <c:v>2</c:v>
                </c:pt>
                <c:pt idx="43160">
                  <c:v>1</c:v>
                </c:pt>
                <c:pt idx="43161">
                  <c:v>1</c:v>
                </c:pt>
                <c:pt idx="43162">
                  <c:v>1</c:v>
                </c:pt>
                <c:pt idx="43163">
                  <c:v>1</c:v>
                </c:pt>
                <c:pt idx="43164">
                  <c:v>1</c:v>
                </c:pt>
                <c:pt idx="43165">
                  <c:v>5</c:v>
                </c:pt>
                <c:pt idx="43166">
                  <c:v>2</c:v>
                </c:pt>
                <c:pt idx="43167">
                  <c:v>3</c:v>
                </c:pt>
                <c:pt idx="43168">
                  <c:v>3</c:v>
                </c:pt>
                <c:pt idx="43169">
                  <c:v>1</c:v>
                </c:pt>
                <c:pt idx="43170">
                  <c:v>2</c:v>
                </c:pt>
                <c:pt idx="43171">
                  <c:v>-1</c:v>
                </c:pt>
                <c:pt idx="43172">
                  <c:v>2</c:v>
                </c:pt>
                <c:pt idx="43173">
                  <c:v>4</c:v>
                </c:pt>
                <c:pt idx="43174">
                  <c:v>3</c:v>
                </c:pt>
                <c:pt idx="43175">
                  <c:v>2</c:v>
                </c:pt>
                <c:pt idx="43176">
                  <c:v>2</c:v>
                </c:pt>
                <c:pt idx="43177">
                  <c:v>3</c:v>
                </c:pt>
                <c:pt idx="43178">
                  <c:v>4</c:v>
                </c:pt>
                <c:pt idx="43179">
                  <c:v>2</c:v>
                </c:pt>
                <c:pt idx="43180">
                  <c:v>1</c:v>
                </c:pt>
                <c:pt idx="43181">
                  <c:v>2</c:v>
                </c:pt>
                <c:pt idx="43182">
                  <c:v>1</c:v>
                </c:pt>
                <c:pt idx="43183">
                  <c:v>2</c:v>
                </c:pt>
                <c:pt idx="43184">
                  <c:v>2</c:v>
                </c:pt>
                <c:pt idx="43185">
                  <c:v>1</c:v>
                </c:pt>
                <c:pt idx="43186">
                  <c:v>1</c:v>
                </c:pt>
                <c:pt idx="43187">
                  <c:v>2</c:v>
                </c:pt>
                <c:pt idx="43188">
                  <c:v>2</c:v>
                </c:pt>
                <c:pt idx="43189">
                  <c:v>2</c:v>
                </c:pt>
                <c:pt idx="43190">
                  <c:v>2</c:v>
                </c:pt>
                <c:pt idx="43191">
                  <c:v>3</c:v>
                </c:pt>
                <c:pt idx="43192">
                  <c:v>5</c:v>
                </c:pt>
                <c:pt idx="43193">
                  <c:v>1</c:v>
                </c:pt>
                <c:pt idx="43194">
                  <c:v>3</c:v>
                </c:pt>
                <c:pt idx="43195">
                  <c:v>5</c:v>
                </c:pt>
                <c:pt idx="43196">
                  <c:v>3</c:v>
                </c:pt>
                <c:pt idx="43197">
                  <c:v>5</c:v>
                </c:pt>
                <c:pt idx="43198">
                  <c:v>1</c:v>
                </c:pt>
                <c:pt idx="43199">
                  <c:v>4</c:v>
                </c:pt>
                <c:pt idx="43200">
                  <c:v>1</c:v>
                </c:pt>
                <c:pt idx="43201">
                  <c:v>1</c:v>
                </c:pt>
                <c:pt idx="43202">
                  <c:v>4</c:v>
                </c:pt>
                <c:pt idx="43203">
                  <c:v>4</c:v>
                </c:pt>
                <c:pt idx="43204">
                  <c:v>2</c:v>
                </c:pt>
                <c:pt idx="43205">
                  <c:v>3</c:v>
                </c:pt>
                <c:pt idx="43206">
                  <c:v>4</c:v>
                </c:pt>
                <c:pt idx="43207">
                  <c:v>2</c:v>
                </c:pt>
                <c:pt idx="43208">
                  <c:v>4</c:v>
                </c:pt>
                <c:pt idx="43209">
                  <c:v>2</c:v>
                </c:pt>
                <c:pt idx="43210">
                  <c:v>3</c:v>
                </c:pt>
                <c:pt idx="43211">
                  <c:v>7</c:v>
                </c:pt>
                <c:pt idx="43212">
                  <c:v>5</c:v>
                </c:pt>
                <c:pt idx="43213">
                  <c:v>7</c:v>
                </c:pt>
                <c:pt idx="43214">
                  <c:v>8</c:v>
                </c:pt>
                <c:pt idx="43215">
                  <c:v>6</c:v>
                </c:pt>
                <c:pt idx="43216">
                  <c:v>7</c:v>
                </c:pt>
                <c:pt idx="43217">
                  <c:v>2</c:v>
                </c:pt>
                <c:pt idx="43218">
                  <c:v>2</c:v>
                </c:pt>
                <c:pt idx="43219">
                  <c:v>4</c:v>
                </c:pt>
                <c:pt idx="43220">
                  <c:v>2</c:v>
                </c:pt>
                <c:pt idx="43221">
                  <c:v>1</c:v>
                </c:pt>
                <c:pt idx="43222">
                  <c:v>2</c:v>
                </c:pt>
                <c:pt idx="43223">
                  <c:v>1</c:v>
                </c:pt>
                <c:pt idx="43224">
                  <c:v>2</c:v>
                </c:pt>
                <c:pt idx="43225">
                  <c:v>2</c:v>
                </c:pt>
                <c:pt idx="43226">
                  <c:v>1</c:v>
                </c:pt>
                <c:pt idx="43227">
                  <c:v>3</c:v>
                </c:pt>
                <c:pt idx="43228">
                  <c:v>1</c:v>
                </c:pt>
                <c:pt idx="43229">
                  <c:v>2</c:v>
                </c:pt>
                <c:pt idx="43230">
                  <c:v>3</c:v>
                </c:pt>
                <c:pt idx="43231">
                  <c:v>3</c:v>
                </c:pt>
                <c:pt idx="43232">
                  <c:v>2</c:v>
                </c:pt>
                <c:pt idx="43233">
                  <c:v>2</c:v>
                </c:pt>
                <c:pt idx="43234">
                  <c:v>2</c:v>
                </c:pt>
                <c:pt idx="43235">
                  <c:v>1</c:v>
                </c:pt>
                <c:pt idx="43236">
                  <c:v>1</c:v>
                </c:pt>
                <c:pt idx="43237">
                  <c:v>1</c:v>
                </c:pt>
                <c:pt idx="43238">
                  <c:v>2</c:v>
                </c:pt>
                <c:pt idx="43239">
                  <c:v>2</c:v>
                </c:pt>
                <c:pt idx="43240">
                  <c:v>1</c:v>
                </c:pt>
                <c:pt idx="43241">
                  <c:v>2</c:v>
                </c:pt>
                <c:pt idx="43242">
                  <c:v>2</c:v>
                </c:pt>
                <c:pt idx="43243">
                  <c:v>1</c:v>
                </c:pt>
                <c:pt idx="43244">
                  <c:v>3</c:v>
                </c:pt>
                <c:pt idx="43245">
                  <c:v>1</c:v>
                </c:pt>
                <c:pt idx="43246">
                  <c:v>2</c:v>
                </c:pt>
                <c:pt idx="43247">
                  <c:v>1</c:v>
                </c:pt>
                <c:pt idx="43248">
                  <c:v>2</c:v>
                </c:pt>
                <c:pt idx="43249">
                  <c:v>1</c:v>
                </c:pt>
                <c:pt idx="43250">
                  <c:v>1</c:v>
                </c:pt>
                <c:pt idx="43251">
                  <c:v>3</c:v>
                </c:pt>
                <c:pt idx="43252">
                  <c:v>3</c:v>
                </c:pt>
                <c:pt idx="43253">
                  <c:v>1</c:v>
                </c:pt>
                <c:pt idx="43254">
                  <c:v>1</c:v>
                </c:pt>
                <c:pt idx="43255">
                  <c:v>3</c:v>
                </c:pt>
                <c:pt idx="43256">
                  <c:v>1</c:v>
                </c:pt>
                <c:pt idx="43257">
                  <c:v>1</c:v>
                </c:pt>
                <c:pt idx="43258">
                  <c:v>1</c:v>
                </c:pt>
                <c:pt idx="43259">
                  <c:v>3</c:v>
                </c:pt>
                <c:pt idx="43260">
                  <c:v>4</c:v>
                </c:pt>
                <c:pt idx="43261">
                  <c:v>1</c:v>
                </c:pt>
                <c:pt idx="43262">
                  <c:v>1</c:v>
                </c:pt>
                <c:pt idx="43263">
                  <c:v>2</c:v>
                </c:pt>
                <c:pt idx="43264">
                  <c:v>2</c:v>
                </c:pt>
                <c:pt idx="43265">
                  <c:v>1</c:v>
                </c:pt>
                <c:pt idx="43266">
                  <c:v>1</c:v>
                </c:pt>
                <c:pt idx="43267">
                  <c:v>1</c:v>
                </c:pt>
                <c:pt idx="43268">
                  <c:v>1</c:v>
                </c:pt>
                <c:pt idx="43269">
                  <c:v>1</c:v>
                </c:pt>
                <c:pt idx="43270">
                  <c:v>1</c:v>
                </c:pt>
                <c:pt idx="43271">
                  <c:v>2</c:v>
                </c:pt>
                <c:pt idx="43272">
                  <c:v>1</c:v>
                </c:pt>
                <c:pt idx="43273">
                  <c:v>1</c:v>
                </c:pt>
                <c:pt idx="43274">
                  <c:v>1</c:v>
                </c:pt>
                <c:pt idx="43275">
                  <c:v>1</c:v>
                </c:pt>
                <c:pt idx="43276">
                  <c:v>2</c:v>
                </c:pt>
                <c:pt idx="43277">
                  <c:v>1</c:v>
                </c:pt>
                <c:pt idx="43278">
                  <c:v>1</c:v>
                </c:pt>
                <c:pt idx="43279">
                  <c:v>3</c:v>
                </c:pt>
                <c:pt idx="43280">
                  <c:v>2</c:v>
                </c:pt>
                <c:pt idx="43281">
                  <c:v>1</c:v>
                </c:pt>
                <c:pt idx="43282">
                  <c:v>1</c:v>
                </c:pt>
                <c:pt idx="43283">
                  <c:v>2</c:v>
                </c:pt>
                <c:pt idx="43284">
                  <c:v>3</c:v>
                </c:pt>
                <c:pt idx="43285">
                  <c:v>2</c:v>
                </c:pt>
                <c:pt idx="43286">
                  <c:v>1</c:v>
                </c:pt>
                <c:pt idx="43287">
                  <c:v>1</c:v>
                </c:pt>
                <c:pt idx="43288">
                  <c:v>1</c:v>
                </c:pt>
                <c:pt idx="43289">
                  <c:v>1</c:v>
                </c:pt>
                <c:pt idx="43290">
                  <c:v>2</c:v>
                </c:pt>
                <c:pt idx="43291">
                  <c:v>2</c:v>
                </c:pt>
                <c:pt idx="43292">
                  <c:v>1</c:v>
                </c:pt>
                <c:pt idx="43293">
                  <c:v>2</c:v>
                </c:pt>
                <c:pt idx="43294">
                  <c:v>1</c:v>
                </c:pt>
                <c:pt idx="43295">
                  <c:v>1</c:v>
                </c:pt>
                <c:pt idx="43296">
                  <c:v>2</c:v>
                </c:pt>
                <c:pt idx="43297">
                  <c:v>1</c:v>
                </c:pt>
                <c:pt idx="43298">
                  <c:v>1</c:v>
                </c:pt>
                <c:pt idx="43299">
                  <c:v>1</c:v>
                </c:pt>
                <c:pt idx="43300">
                  <c:v>1</c:v>
                </c:pt>
                <c:pt idx="43301">
                  <c:v>1</c:v>
                </c:pt>
                <c:pt idx="43302">
                  <c:v>2</c:v>
                </c:pt>
                <c:pt idx="43303">
                  <c:v>2</c:v>
                </c:pt>
                <c:pt idx="43304">
                  <c:v>2</c:v>
                </c:pt>
                <c:pt idx="43305">
                  <c:v>2</c:v>
                </c:pt>
                <c:pt idx="43306">
                  <c:v>3</c:v>
                </c:pt>
                <c:pt idx="43307">
                  <c:v>3</c:v>
                </c:pt>
                <c:pt idx="43308">
                  <c:v>2</c:v>
                </c:pt>
                <c:pt idx="43309">
                  <c:v>2</c:v>
                </c:pt>
                <c:pt idx="43310">
                  <c:v>8</c:v>
                </c:pt>
                <c:pt idx="43311">
                  <c:v>7</c:v>
                </c:pt>
                <c:pt idx="43312">
                  <c:v>3</c:v>
                </c:pt>
                <c:pt idx="43313">
                  <c:v>3</c:v>
                </c:pt>
                <c:pt idx="43314">
                  <c:v>3</c:v>
                </c:pt>
                <c:pt idx="43315">
                  <c:v>3</c:v>
                </c:pt>
                <c:pt idx="43316">
                  <c:v>3</c:v>
                </c:pt>
                <c:pt idx="43317">
                  <c:v>3</c:v>
                </c:pt>
                <c:pt idx="43318">
                  <c:v>3</c:v>
                </c:pt>
                <c:pt idx="43319">
                  <c:v>2</c:v>
                </c:pt>
                <c:pt idx="43320">
                  <c:v>1</c:v>
                </c:pt>
                <c:pt idx="43321">
                  <c:v>1</c:v>
                </c:pt>
                <c:pt idx="43322">
                  <c:v>1</c:v>
                </c:pt>
                <c:pt idx="43323">
                  <c:v>1</c:v>
                </c:pt>
                <c:pt idx="43324">
                  <c:v>2</c:v>
                </c:pt>
                <c:pt idx="43325">
                  <c:v>2</c:v>
                </c:pt>
                <c:pt idx="43326">
                  <c:v>3</c:v>
                </c:pt>
                <c:pt idx="43327">
                  <c:v>1</c:v>
                </c:pt>
                <c:pt idx="43328">
                  <c:v>1</c:v>
                </c:pt>
                <c:pt idx="43329">
                  <c:v>2</c:v>
                </c:pt>
                <c:pt idx="43330">
                  <c:v>3</c:v>
                </c:pt>
                <c:pt idx="43331">
                  <c:v>3</c:v>
                </c:pt>
                <c:pt idx="43332">
                  <c:v>4</c:v>
                </c:pt>
                <c:pt idx="43333">
                  <c:v>1</c:v>
                </c:pt>
                <c:pt idx="43334">
                  <c:v>1</c:v>
                </c:pt>
                <c:pt idx="43335">
                  <c:v>1</c:v>
                </c:pt>
                <c:pt idx="43336">
                  <c:v>2</c:v>
                </c:pt>
                <c:pt idx="43337">
                  <c:v>1</c:v>
                </c:pt>
                <c:pt idx="43338">
                  <c:v>3</c:v>
                </c:pt>
                <c:pt idx="43339">
                  <c:v>2</c:v>
                </c:pt>
                <c:pt idx="43340">
                  <c:v>2</c:v>
                </c:pt>
                <c:pt idx="43341">
                  <c:v>2</c:v>
                </c:pt>
                <c:pt idx="43342">
                  <c:v>3</c:v>
                </c:pt>
                <c:pt idx="43343">
                  <c:v>5</c:v>
                </c:pt>
                <c:pt idx="43344">
                  <c:v>3</c:v>
                </c:pt>
                <c:pt idx="43345">
                  <c:v>3</c:v>
                </c:pt>
                <c:pt idx="43346">
                  <c:v>3</c:v>
                </c:pt>
                <c:pt idx="43347">
                  <c:v>4</c:v>
                </c:pt>
                <c:pt idx="43348">
                  <c:v>2</c:v>
                </c:pt>
                <c:pt idx="43349">
                  <c:v>2</c:v>
                </c:pt>
                <c:pt idx="43350">
                  <c:v>2</c:v>
                </c:pt>
                <c:pt idx="43351">
                  <c:v>1</c:v>
                </c:pt>
                <c:pt idx="43352">
                  <c:v>1</c:v>
                </c:pt>
                <c:pt idx="43353">
                  <c:v>1</c:v>
                </c:pt>
                <c:pt idx="43354">
                  <c:v>2</c:v>
                </c:pt>
                <c:pt idx="43355">
                  <c:v>1</c:v>
                </c:pt>
                <c:pt idx="43356">
                  <c:v>1</c:v>
                </c:pt>
                <c:pt idx="43357">
                  <c:v>2</c:v>
                </c:pt>
                <c:pt idx="43358">
                  <c:v>2</c:v>
                </c:pt>
                <c:pt idx="43359">
                  <c:v>2</c:v>
                </c:pt>
                <c:pt idx="43360">
                  <c:v>2</c:v>
                </c:pt>
                <c:pt idx="43361">
                  <c:v>2</c:v>
                </c:pt>
                <c:pt idx="43362">
                  <c:v>2</c:v>
                </c:pt>
                <c:pt idx="43363">
                  <c:v>2</c:v>
                </c:pt>
                <c:pt idx="43364">
                  <c:v>1</c:v>
                </c:pt>
                <c:pt idx="43365">
                  <c:v>2</c:v>
                </c:pt>
                <c:pt idx="43366">
                  <c:v>2</c:v>
                </c:pt>
                <c:pt idx="43367">
                  <c:v>1</c:v>
                </c:pt>
                <c:pt idx="43368">
                  <c:v>2</c:v>
                </c:pt>
                <c:pt idx="43369">
                  <c:v>1</c:v>
                </c:pt>
                <c:pt idx="43370">
                  <c:v>1</c:v>
                </c:pt>
                <c:pt idx="43371">
                  <c:v>4</c:v>
                </c:pt>
                <c:pt idx="43372">
                  <c:v>1</c:v>
                </c:pt>
                <c:pt idx="43373">
                  <c:v>1</c:v>
                </c:pt>
                <c:pt idx="43374">
                  <c:v>4</c:v>
                </c:pt>
                <c:pt idx="43375">
                  <c:v>4</c:v>
                </c:pt>
                <c:pt idx="43376">
                  <c:v>1</c:v>
                </c:pt>
                <c:pt idx="43377">
                  <c:v>1</c:v>
                </c:pt>
                <c:pt idx="43378">
                  <c:v>2</c:v>
                </c:pt>
                <c:pt idx="43379">
                  <c:v>1</c:v>
                </c:pt>
                <c:pt idx="43380">
                  <c:v>3</c:v>
                </c:pt>
                <c:pt idx="43381">
                  <c:v>3</c:v>
                </c:pt>
                <c:pt idx="43382">
                  <c:v>2</c:v>
                </c:pt>
                <c:pt idx="43383">
                  <c:v>2</c:v>
                </c:pt>
                <c:pt idx="43384">
                  <c:v>3</c:v>
                </c:pt>
                <c:pt idx="43385">
                  <c:v>2</c:v>
                </c:pt>
                <c:pt idx="43386">
                  <c:v>2</c:v>
                </c:pt>
                <c:pt idx="43387">
                  <c:v>4</c:v>
                </c:pt>
                <c:pt idx="43388">
                  <c:v>3</c:v>
                </c:pt>
                <c:pt idx="43389">
                  <c:v>2</c:v>
                </c:pt>
                <c:pt idx="43390">
                  <c:v>2</c:v>
                </c:pt>
                <c:pt idx="43391">
                  <c:v>3</c:v>
                </c:pt>
                <c:pt idx="43392">
                  <c:v>1</c:v>
                </c:pt>
                <c:pt idx="43393">
                  <c:v>1</c:v>
                </c:pt>
                <c:pt idx="43394">
                  <c:v>1</c:v>
                </c:pt>
                <c:pt idx="43395">
                  <c:v>1</c:v>
                </c:pt>
                <c:pt idx="43396">
                  <c:v>4</c:v>
                </c:pt>
                <c:pt idx="43397">
                  <c:v>4</c:v>
                </c:pt>
                <c:pt idx="43398">
                  <c:v>4</c:v>
                </c:pt>
                <c:pt idx="43399">
                  <c:v>4</c:v>
                </c:pt>
                <c:pt idx="43400">
                  <c:v>5</c:v>
                </c:pt>
                <c:pt idx="43401">
                  <c:v>8</c:v>
                </c:pt>
                <c:pt idx="43402">
                  <c:v>4</c:v>
                </c:pt>
                <c:pt idx="43403">
                  <c:v>4</c:v>
                </c:pt>
                <c:pt idx="43404">
                  <c:v>4</c:v>
                </c:pt>
                <c:pt idx="43405">
                  <c:v>2</c:v>
                </c:pt>
                <c:pt idx="43406">
                  <c:v>1</c:v>
                </c:pt>
                <c:pt idx="43407">
                  <c:v>3</c:v>
                </c:pt>
                <c:pt idx="43408">
                  <c:v>1</c:v>
                </c:pt>
                <c:pt idx="43409">
                  <c:v>2</c:v>
                </c:pt>
                <c:pt idx="43410">
                  <c:v>3</c:v>
                </c:pt>
                <c:pt idx="43411">
                  <c:v>1</c:v>
                </c:pt>
                <c:pt idx="43412">
                  <c:v>3</c:v>
                </c:pt>
                <c:pt idx="43413">
                  <c:v>3</c:v>
                </c:pt>
                <c:pt idx="43414">
                  <c:v>1</c:v>
                </c:pt>
                <c:pt idx="43415">
                  <c:v>1</c:v>
                </c:pt>
                <c:pt idx="43416">
                  <c:v>1</c:v>
                </c:pt>
                <c:pt idx="43417">
                  <c:v>3</c:v>
                </c:pt>
                <c:pt idx="43418">
                  <c:v>3</c:v>
                </c:pt>
                <c:pt idx="43419">
                  <c:v>2</c:v>
                </c:pt>
                <c:pt idx="43420">
                  <c:v>1</c:v>
                </c:pt>
                <c:pt idx="43421">
                  <c:v>3</c:v>
                </c:pt>
                <c:pt idx="43422">
                  <c:v>2</c:v>
                </c:pt>
                <c:pt idx="43423">
                  <c:v>3</c:v>
                </c:pt>
                <c:pt idx="43424">
                  <c:v>1</c:v>
                </c:pt>
                <c:pt idx="43425">
                  <c:v>2</c:v>
                </c:pt>
                <c:pt idx="43426">
                  <c:v>2</c:v>
                </c:pt>
                <c:pt idx="43427">
                  <c:v>1</c:v>
                </c:pt>
                <c:pt idx="43428">
                  <c:v>-1</c:v>
                </c:pt>
                <c:pt idx="43429">
                  <c:v>1</c:v>
                </c:pt>
                <c:pt idx="43430">
                  <c:v>1</c:v>
                </c:pt>
                <c:pt idx="43431">
                  <c:v>1</c:v>
                </c:pt>
                <c:pt idx="43432">
                  <c:v>2</c:v>
                </c:pt>
                <c:pt idx="43433">
                  <c:v>2</c:v>
                </c:pt>
                <c:pt idx="43434">
                  <c:v>1</c:v>
                </c:pt>
                <c:pt idx="43435">
                  <c:v>1</c:v>
                </c:pt>
                <c:pt idx="43436">
                  <c:v>2</c:v>
                </c:pt>
                <c:pt idx="43437">
                  <c:v>1</c:v>
                </c:pt>
                <c:pt idx="43438">
                  <c:v>1</c:v>
                </c:pt>
                <c:pt idx="43439">
                  <c:v>1</c:v>
                </c:pt>
                <c:pt idx="43440">
                  <c:v>1</c:v>
                </c:pt>
                <c:pt idx="43441">
                  <c:v>1</c:v>
                </c:pt>
                <c:pt idx="43442">
                  <c:v>1</c:v>
                </c:pt>
                <c:pt idx="43443">
                  <c:v>-1</c:v>
                </c:pt>
                <c:pt idx="43444">
                  <c:v>2</c:v>
                </c:pt>
                <c:pt idx="43445">
                  <c:v>4</c:v>
                </c:pt>
                <c:pt idx="43446">
                  <c:v>4</c:v>
                </c:pt>
                <c:pt idx="43447">
                  <c:v>4</c:v>
                </c:pt>
                <c:pt idx="43448">
                  <c:v>4</c:v>
                </c:pt>
                <c:pt idx="43449">
                  <c:v>4</c:v>
                </c:pt>
                <c:pt idx="43450">
                  <c:v>4</c:v>
                </c:pt>
                <c:pt idx="43451">
                  <c:v>4</c:v>
                </c:pt>
                <c:pt idx="43452">
                  <c:v>4</c:v>
                </c:pt>
                <c:pt idx="43453">
                  <c:v>4</c:v>
                </c:pt>
                <c:pt idx="43454">
                  <c:v>2</c:v>
                </c:pt>
                <c:pt idx="43455">
                  <c:v>2</c:v>
                </c:pt>
                <c:pt idx="43456">
                  <c:v>2</c:v>
                </c:pt>
                <c:pt idx="43457">
                  <c:v>3</c:v>
                </c:pt>
                <c:pt idx="43458">
                  <c:v>3</c:v>
                </c:pt>
                <c:pt idx="43459">
                  <c:v>4</c:v>
                </c:pt>
                <c:pt idx="43460">
                  <c:v>3</c:v>
                </c:pt>
                <c:pt idx="43461">
                  <c:v>3</c:v>
                </c:pt>
                <c:pt idx="43462">
                  <c:v>3</c:v>
                </c:pt>
                <c:pt idx="43463">
                  <c:v>3</c:v>
                </c:pt>
                <c:pt idx="43464">
                  <c:v>6</c:v>
                </c:pt>
                <c:pt idx="43465">
                  <c:v>6</c:v>
                </c:pt>
                <c:pt idx="43466">
                  <c:v>1</c:v>
                </c:pt>
                <c:pt idx="43467">
                  <c:v>3</c:v>
                </c:pt>
                <c:pt idx="43468">
                  <c:v>3</c:v>
                </c:pt>
                <c:pt idx="43469">
                  <c:v>2</c:v>
                </c:pt>
                <c:pt idx="43470">
                  <c:v>4</c:v>
                </c:pt>
                <c:pt idx="43471">
                  <c:v>2</c:v>
                </c:pt>
                <c:pt idx="43472">
                  <c:v>2</c:v>
                </c:pt>
                <c:pt idx="43473">
                  <c:v>-4</c:v>
                </c:pt>
                <c:pt idx="43474">
                  <c:v>9</c:v>
                </c:pt>
                <c:pt idx="43475">
                  <c:v>4</c:v>
                </c:pt>
                <c:pt idx="43476">
                  <c:v>2</c:v>
                </c:pt>
                <c:pt idx="43477">
                  <c:v>3</c:v>
                </c:pt>
                <c:pt idx="43478">
                  <c:v>1</c:v>
                </c:pt>
                <c:pt idx="43479">
                  <c:v>2</c:v>
                </c:pt>
                <c:pt idx="43480">
                  <c:v>4</c:v>
                </c:pt>
                <c:pt idx="43481">
                  <c:v>2</c:v>
                </c:pt>
                <c:pt idx="43482">
                  <c:v>1</c:v>
                </c:pt>
                <c:pt idx="43483">
                  <c:v>5</c:v>
                </c:pt>
                <c:pt idx="43484">
                  <c:v>5</c:v>
                </c:pt>
                <c:pt idx="43485">
                  <c:v>4</c:v>
                </c:pt>
                <c:pt idx="43486">
                  <c:v>3</c:v>
                </c:pt>
                <c:pt idx="43487">
                  <c:v>8</c:v>
                </c:pt>
                <c:pt idx="43488">
                  <c:v>5</c:v>
                </c:pt>
                <c:pt idx="43489">
                  <c:v>3</c:v>
                </c:pt>
                <c:pt idx="43490">
                  <c:v>5</c:v>
                </c:pt>
                <c:pt idx="43491">
                  <c:v>1</c:v>
                </c:pt>
                <c:pt idx="43492">
                  <c:v>1</c:v>
                </c:pt>
                <c:pt idx="43493">
                  <c:v>3</c:v>
                </c:pt>
                <c:pt idx="43494">
                  <c:v>1</c:v>
                </c:pt>
                <c:pt idx="43495">
                  <c:v>1</c:v>
                </c:pt>
                <c:pt idx="43496">
                  <c:v>2</c:v>
                </c:pt>
                <c:pt idx="43497">
                  <c:v>1</c:v>
                </c:pt>
                <c:pt idx="43498">
                  <c:v>1</c:v>
                </c:pt>
                <c:pt idx="43499">
                  <c:v>3</c:v>
                </c:pt>
                <c:pt idx="43500">
                  <c:v>2</c:v>
                </c:pt>
                <c:pt idx="43501">
                  <c:v>2</c:v>
                </c:pt>
                <c:pt idx="43502">
                  <c:v>1</c:v>
                </c:pt>
                <c:pt idx="43503">
                  <c:v>1</c:v>
                </c:pt>
                <c:pt idx="43504">
                  <c:v>1</c:v>
                </c:pt>
                <c:pt idx="43505">
                  <c:v>1</c:v>
                </c:pt>
                <c:pt idx="43506">
                  <c:v>1</c:v>
                </c:pt>
                <c:pt idx="43507">
                  <c:v>1</c:v>
                </c:pt>
                <c:pt idx="43508">
                  <c:v>1</c:v>
                </c:pt>
                <c:pt idx="43509">
                  <c:v>1</c:v>
                </c:pt>
                <c:pt idx="43510">
                  <c:v>2</c:v>
                </c:pt>
                <c:pt idx="43511">
                  <c:v>2</c:v>
                </c:pt>
                <c:pt idx="43512">
                  <c:v>1</c:v>
                </c:pt>
                <c:pt idx="43513">
                  <c:v>1</c:v>
                </c:pt>
                <c:pt idx="43514">
                  <c:v>2</c:v>
                </c:pt>
                <c:pt idx="43515">
                  <c:v>2</c:v>
                </c:pt>
                <c:pt idx="43516">
                  <c:v>2</c:v>
                </c:pt>
                <c:pt idx="43517">
                  <c:v>2</c:v>
                </c:pt>
                <c:pt idx="43518">
                  <c:v>2</c:v>
                </c:pt>
                <c:pt idx="43519">
                  <c:v>2</c:v>
                </c:pt>
                <c:pt idx="43520">
                  <c:v>2</c:v>
                </c:pt>
                <c:pt idx="43521">
                  <c:v>2</c:v>
                </c:pt>
                <c:pt idx="43522">
                  <c:v>4</c:v>
                </c:pt>
                <c:pt idx="43523">
                  <c:v>4</c:v>
                </c:pt>
                <c:pt idx="43524">
                  <c:v>2</c:v>
                </c:pt>
                <c:pt idx="43525">
                  <c:v>2</c:v>
                </c:pt>
                <c:pt idx="43526">
                  <c:v>3</c:v>
                </c:pt>
                <c:pt idx="43527">
                  <c:v>2</c:v>
                </c:pt>
                <c:pt idx="43528">
                  <c:v>2</c:v>
                </c:pt>
                <c:pt idx="43529">
                  <c:v>3</c:v>
                </c:pt>
                <c:pt idx="43530">
                  <c:v>2</c:v>
                </c:pt>
                <c:pt idx="43531">
                  <c:v>2</c:v>
                </c:pt>
                <c:pt idx="43532">
                  <c:v>2</c:v>
                </c:pt>
                <c:pt idx="43533">
                  <c:v>2</c:v>
                </c:pt>
                <c:pt idx="43534">
                  <c:v>2</c:v>
                </c:pt>
                <c:pt idx="43535">
                  <c:v>1</c:v>
                </c:pt>
                <c:pt idx="43536">
                  <c:v>1</c:v>
                </c:pt>
                <c:pt idx="43537">
                  <c:v>3</c:v>
                </c:pt>
                <c:pt idx="43538">
                  <c:v>2</c:v>
                </c:pt>
                <c:pt idx="43539">
                  <c:v>2</c:v>
                </c:pt>
                <c:pt idx="43540">
                  <c:v>2</c:v>
                </c:pt>
                <c:pt idx="43541">
                  <c:v>3</c:v>
                </c:pt>
                <c:pt idx="43542">
                  <c:v>1</c:v>
                </c:pt>
                <c:pt idx="43543">
                  <c:v>2</c:v>
                </c:pt>
                <c:pt idx="43544">
                  <c:v>2</c:v>
                </c:pt>
                <c:pt idx="43545">
                  <c:v>2</c:v>
                </c:pt>
                <c:pt idx="43546">
                  <c:v>2</c:v>
                </c:pt>
                <c:pt idx="43547">
                  <c:v>1</c:v>
                </c:pt>
                <c:pt idx="43548">
                  <c:v>2</c:v>
                </c:pt>
                <c:pt idx="43549">
                  <c:v>-2</c:v>
                </c:pt>
                <c:pt idx="43550">
                  <c:v>2</c:v>
                </c:pt>
                <c:pt idx="43551">
                  <c:v>1</c:v>
                </c:pt>
                <c:pt idx="43552">
                  <c:v>2</c:v>
                </c:pt>
                <c:pt idx="43553">
                  <c:v>1</c:v>
                </c:pt>
                <c:pt idx="43554">
                  <c:v>2</c:v>
                </c:pt>
                <c:pt idx="43555">
                  <c:v>2</c:v>
                </c:pt>
                <c:pt idx="43556">
                  <c:v>2</c:v>
                </c:pt>
                <c:pt idx="43557">
                  <c:v>1</c:v>
                </c:pt>
                <c:pt idx="43558">
                  <c:v>1</c:v>
                </c:pt>
                <c:pt idx="43559">
                  <c:v>2</c:v>
                </c:pt>
                <c:pt idx="43560">
                  <c:v>6</c:v>
                </c:pt>
                <c:pt idx="43561">
                  <c:v>2</c:v>
                </c:pt>
                <c:pt idx="43562">
                  <c:v>2</c:v>
                </c:pt>
                <c:pt idx="43563">
                  <c:v>2</c:v>
                </c:pt>
                <c:pt idx="43564">
                  <c:v>5</c:v>
                </c:pt>
                <c:pt idx="43565">
                  <c:v>2</c:v>
                </c:pt>
                <c:pt idx="43566">
                  <c:v>2</c:v>
                </c:pt>
                <c:pt idx="43567">
                  <c:v>5</c:v>
                </c:pt>
                <c:pt idx="43568">
                  <c:v>3</c:v>
                </c:pt>
                <c:pt idx="43569">
                  <c:v>3</c:v>
                </c:pt>
                <c:pt idx="43570">
                  <c:v>4</c:v>
                </c:pt>
                <c:pt idx="43571">
                  <c:v>4</c:v>
                </c:pt>
                <c:pt idx="43572">
                  <c:v>4</c:v>
                </c:pt>
                <c:pt idx="43573">
                  <c:v>2</c:v>
                </c:pt>
                <c:pt idx="43574">
                  <c:v>3</c:v>
                </c:pt>
                <c:pt idx="43575">
                  <c:v>4</c:v>
                </c:pt>
                <c:pt idx="43576">
                  <c:v>4</c:v>
                </c:pt>
                <c:pt idx="43577">
                  <c:v>3</c:v>
                </c:pt>
                <c:pt idx="43578">
                  <c:v>4</c:v>
                </c:pt>
                <c:pt idx="43579">
                  <c:v>4</c:v>
                </c:pt>
                <c:pt idx="43580">
                  <c:v>4</c:v>
                </c:pt>
                <c:pt idx="43581">
                  <c:v>4</c:v>
                </c:pt>
                <c:pt idx="43582">
                  <c:v>2</c:v>
                </c:pt>
                <c:pt idx="43583">
                  <c:v>6</c:v>
                </c:pt>
                <c:pt idx="43584">
                  <c:v>2</c:v>
                </c:pt>
                <c:pt idx="43585">
                  <c:v>6</c:v>
                </c:pt>
                <c:pt idx="43586">
                  <c:v>6</c:v>
                </c:pt>
                <c:pt idx="43587">
                  <c:v>6</c:v>
                </c:pt>
                <c:pt idx="43588">
                  <c:v>5</c:v>
                </c:pt>
                <c:pt idx="43589">
                  <c:v>5</c:v>
                </c:pt>
                <c:pt idx="43590">
                  <c:v>2</c:v>
                </c:pt>
                <c:pt idx="43591">
                  <c:v>2</c:v>
                </c:pt>
                <c:pt idx="43592">
                  <c:v>2</c:v>
                </c:pt>
                <c:pt idx="43593">
                  <c:v>2</c:v>
                </c:pt>
                <c:pt idx="43594">
                  <c:v>2</c:v>
                </c:pt>
                <c:pt idx="43595">
                  <c:v>2</c:v>
                </c:pt>
                <c:pt idx="43596">
                  <c:v>2</c:v>
                </c:pt>
                <c:pt idx="43597">
                  <c:v>3</c:v>
                </c:pt>
                <c:pt idx="43598">
                  <c:v>3</c:v>
                </c:pt>
                <c:pt idx="43599">
                  <c:v>7</c:v>
                </c:pt>
                <c:pt idx="43600">
                  <c:v>3</c:v>
                </c:pt>
                <c:pt idx="43601">
                  <c:v>4</c:v>
                </c:pt>
                <c:pt idx="43602">
                  <c:v>3</c:v>
                </c:pt>
                <c:pt idx="43603">
                  <c:v>3</c:v>
                </c:pt>
                <c:pt idx="43604">
                  <c:v>2</c:v>
                </c:pt>
                <c:pt idx="43605">
                  <c:v>2</c:v>
                </c:pt>
                <c:pt idx="43606">
                  <c:v>10</c:v>
                </c:pt>
                <c:pt idx="43607">
                  <c:v>2</c:v>
                </c:pt>
                <c:pt idx="43608">
                  <c:v>20</c:v>
                </c:pt>
                <c:pt idx="43609">
                  <c:v>20</c:v>
                </c:pt>
                <c:pt idx="43610">
                  <c:v>15</c:v>
                </c:pt>
                <c:pt idx="43611">
                  <c:v>20</c:v>
                </c:pt>
                <c:pt idx="43612">
                  <c:v>15</c:v>
                </c:pt>
                <c:pt idx="43613">
                  <c:v>20</c:v>
                </c:pt>
                <c:pt idx="43614">
                  <c:v>2</c:v>
                </c:pt>
                <c:pt idx="43615">
                  <c:v>2</c:v>
                </c:pt>
                <c:pt idx="43616">
                  <c:v>5</c:v>
                </c:pt>
                <c:pt idx="43617">
                  <c:v>2</c:v>
                </c:pt>
                <c:pt idx="43618">
                  <c:v>2</c:v>
                </c:pt>
                <c:pt idx="43619">
                  <c:v>1</c:v>
                </c:pt>
                <c:pt idx="43620">
                  <c:v>1</c:v>
                </c:pt>
                <c:pt idx="43621">
                  <c:v>3</c:v>
                </c:pt>
                <c:pt idx="43622">
                  <c:v>2</c:v>
                </c:pt>
                <c:pt idx="43623">
                  <c:v>6</c:v>
                </c:pt>
                <c:pt idx="43624">
                  <c:v>7</c:v>
                </c:pt>
                <c:pt idx="43625">
                  <c:v>8</c:v>
                </c:pt>
                <c:pt idx="43626">
                  <c:v>6</c:v>
                </c:pt>
                <c:pt idx="43627">
                  <c:v>6</c:v>
                </c:pt>
                <c:pt idx="43628">
                  <c:v>7</c:v>
                </c:pt>
                <c:pt idx="43629">
                  <c:v>8</c:v>
                </c:pt>
                <c:pt idx="43630">
                  <c:v>1</c:v>
                </c:pt>
                <c:pt idx="43631">
                  <c:v>2</c:v>
                </c:pt>
                <c:pt idx="43632">
                  <c:v>2</c:v>
                </c:pt>
                <c:pt idx="43633">
                  <c:v>2</c:v>
                </c:pt>
                <c:pt idx="43634">
                  <c:v>4</c:v>
                </c:pt>
                <c:pt idx="43635">
                  <c:v>2</c:v>
                </c:pt>
                <c:pt idx="43636">
                  <c:v>4</c:v>
                </c:pt>
                <c:pt idx="43637">
                  <c:v>2</c:v>
                </c:pt>
                <c:pt idx="43638">
                  <c:v>4</c:v>
                </c:pt>
                <c:pt idx="43639">
                  <c:v>2</c:v>
                </c:pt>
                <c:pt idx="43640">
                  <c:v>2</c:v>
                </c:pt>
                <c:pt idx="43641">
                  <c:v>1</c:v>
                </c:pt>
                <c:pt idx="43642">
                  <c:v>2</c:v>
                </c:pt>
                <c:pt idx="43643">
                  <c:v>2</c:v>
                </c:pt>
                <c:pt idx="43644">
                  <c:v>2</c:v>
                </c:pt>
                <c:pt idx="43645">
                  <c:v>4</c:v>
                </c:pt>
                <c:pt idx="43646">
                  <c:v>2</c:v>
                </c:pt>
                <c:pt idx="43647">
                  <c:v>2</c:v>
                </c:pt>
                <c:pt idx="43648">
                  <c:v>2</c:v>
                </c:pt>
                <c:pt idx="43649">
                  <c:v>1</c:v>
                </c:pt>
                <c:pt idx="43650">
                  <c:v>4</c:v>
                </c:pt>
                <c:pt idx="43651">
                  <c:v>2</c:v>
                </c:pt>
                <c:pt idx="43652">
                  <c:v>1</c:v>
                </c:pt>
                <c:pt idx="43653">
                  <c:v>1</c:v>
                </c:pt>
                <c:pt idx="43654">
                  <c:v>1</c:v>
                </c:pt>
                <c:pt idx="43655">
                  <c:v>3</c:v>
                </c:pt>
                <c:pt idx="43656">
                  <c:v>2</c:v>
                </c:pt>
                <c:pt idx="43657">
                  <c:v>3</c:v>
                </c:pt>
                <c:pt idx="43658">
                  <c:v>3</c:v>
                </c:pt>
                <c:pt idx="43659">
                  <c:v>3</c:v>
                </c:pt>
                <c:pt idx="43660">
                  <c:v>3</c:v>
                </c:pt>
                <c:pt idx="43661">
                  <c:v>1</c:v>
                </c:pt>
                <c:pt idx="43662">
                  <c:v>1</c:v>
                </c:pt>
                <c:pt idx="43663">
                  <c:v>1</c:v>
                </c:pt>
                <c:pt idx="43664">
                  <c:v>5</c:v>
                </c:pt>
                <c:pt idx="43665">
                  <c:v>2</c:v>
                </c:pt>
                <c:pt idx="43666">
                  <c:v>2</c:v>
                </c:pt>
                <c:pt idx="43667">
                  <c:v>2</c:v>
                </c:pt>
                <c:pt idx="43668">
                  <c:v>2</c:v>
                </c:pt>
                <c:pt idx="43669">
                  <c:v>2</c:v>
                </c:pt>
                <c:pt idx="43670">
                  <c:v>2</c:v>
                </c:pt>
                <c:pt idx="43671">
                  <c:v>2</c:v>
                </c:pt>
                <c:pt idx="43672">
                  <c:v>2</c:v>
                </c:pt>
                <c:pt idx="43673">
                  <c:v>2</c:v>
                </c:pt>
                <c:pt idx="43674">
                  <c:v>2</c:v>
                </c:pt>
                <c:pt idx="43675">
                  <c:v>2</c:v>
                </c:pt>
                <c:pt idx="43676">
                  <c:v>1</c:v>
                </c:pt>
                <c:pt idx="43677">
                  <c:v>4</c:v>
                </c:pt>
                <c:pt idx="43678">
                  <c:v>2</c:v>
                </c:pt>
                <c:pt idx="43679">
                  <c:v>2</c:v>
                </c:pt>
                <c:pt idx="43680">
                  <c:v>2</c:v>
                </c:pt>
                <c:pt idx="43681">
                  <c:v>1</c:v>
                </c:pt>
                <c:pt idx="43682">
                  <c:v>1</c:v>
                </c:pt>
                <c:pt idx="43683">
                  <c:v>2</c:v>
                </c:pt>
                <c:pt idx="43684">
                  <c:v>3</c:v>
                </c:pt>
                <c:pt idx="43685">
                  <c:v>2</c:v>
                </c:pt>
                <c:pt idx="43686">
                  <c:v>2</c:v>
                </c:pt>
                <c:pt idx="43687">
                  <c:v>2</c:v>
                </c:pt>
                <c:pt idx="43688">
                  <c:v>2</c:v>
                </c:pt>
                <c:pt idx="43689">
                  <c:v>2</c:v>
                </c:pt>
                <c:pt idx="43690">
                  <c:v>4</c:v>
                </c:pt>
                <c:pt idx="43691">
                  <c:v>2</c:v>
                </c:pt>
                <c:pt idx="43692">
                  <c:v>2</c:v>
                </c:pt>
                <c:pt idx="43693">
                  <c:v>2</c:v>
                </c:pt>
                <c:pt idx="43694">
                  <c:v>3</c:v>
                </c:pt>
                <c:pt idx="43695">
                  <c:v>4</c:v>
                </c:pt>
                <c:pt idx="43696">
                  <c:v>3</c:v>
                </c:pt>
                <c:pt idx="43697">
                  <c:v>1</c:v>
                </c:pt>
                <c:pt idx="43698">
                  <c:v>2</c:v>
                </c:pt>
                <c:pt idx="43699">
                  <c:v>1</c:v>
                </c:pt>
                <c:pt idx="43700">
                  <c:v>2</c:v>
                </c:pt>
                <c:pt idx="43701">
                  <c:v>1</c:v>
                </c:pt>
                <c:pt idx="43702">
                  <c:v>3</c:v>
                </c:pt>
                <c:pt idx="43703">
                  <c:v>2</c:v>
                </c:pt>
                <c:pt idx="43704">
                  <c:v>2</c:v>
                </c:pt>
                <c:pt idx="43705">
                  <c:v>4</c:v>
                </c:pt>
                <c:pt idx="43706">
                  <c:v>3</c:v>
                </c:pt>
                <c:pt idx="43707">
                  <c:v>2</c:v>
                </c:pt>
                <c:pt idx="43708">
                  <c:v>2</c:v>
                </c:pt>
                <c:pt idx="43709">
                  <c:v>2</c:v>
                </c:pt>
                <c:pt idx="43710">
                  <c:v>2</c:v>
                </c:pt>
                <c:pt idx="43711">
                  <c:v>2</c:v>
                </c:pt>
                <c:pt idx="43712">
                  <c:v>2</c:v>
                </c:pt>
                <c:pt idx="43713">
                  <c:v>2</c:v>
                </c:pt>
                <c:pt idx="43714">
                  <c:v>2</c:v>
                </c:pt>
                <c:pt idx="43715">
                  <c:v>2</c:v>
                </c:pt>
                <c:pt idx="43716">
                  <c:v>2</c:v>
                </c:pt>
                <c:pt idx="43717">
                  <c:v>2</c:v>
                </c:pt>
                <c:pt idx="43718">
                  <c:v>2</c:v>
                </c:pt>
                <c:pt idx="43719">
                  <c:v>2</c:v>
                </c:pt>
                <c:pt idx="43720">
                  <c:v>6</c:v>
                </c:pt>
                <c:pt idx="43721">
                  <c:v>5</c:v>
                </c:pt>
                <c:pt idx="43722">
                  <c:v>3</c:v>
                </c:pt>
                <c:pt idx="43723">
                  <c:v>4</c:v>
                </c:pt>
                <c:pt idx="43724">
                  <c:v>4</c:v>
                </c:pt>
                <c:pt idx="43725">
                  <c:v>4</c:v>
                </c:pt>
                <c:pt idx="43726">
                  <c:v>4</c:v>
                </c:pt>
                <c:pt idx="43727">
                  <c:v>5</c:v>
                </c:pt>
                <c:pt idx="43728">
                  <c:v>4</c:v>
                </c:pt>
                <c:pt idx="43729">
                  <c:v>5</c:v>
                </c:pt>
                <c:pt idx="43730">
                  <c:v>3</c:v>
                </c:pt>
                <c:pt idx="43731">
                  <c:v>1</c:v>
                </c:pt>
                <c:pt idx="43732">
                  <c:v>1</c:v>
                </c:pt>
                <c:pt idx="43733">
                  <c:v>2</c:v>
                </c:pt>
                <c:pt idx="43734">
                  <c:v>2</c:v>
                </c:pt>
                <c:pt idx="43735">
                  <c:v>2</c:v>
                </c:pt>
                <c:pt idx="43736">
                  <c:v>1</c:v>
                </c:pt>
                <c:pt idx="43737">
                  <c:v>2</c:v>
                </c:pt>
                <c:pt idx="43738">
                  <c:v>2</c:v>
                </c:pt>
                <c:pt idx="43739">
                  <c:v>2</c:v>
                </c:pt>
                <c:pt idx="43740">
                  <c:v>1</c:v>
                </c:pt>
                <c:pt idx="43741">
                  <c:v>2</c:v>
                </c:pt>
                <c:pt idx="43742">
                  <c:v>1</c:v>
                </c:pt>
                <c:pt idx="43743">
                  <c:v>1</c:v>
                </c:pt>
                <c:pt idx="43744">
                  <c:v>1</c:v>
                </c:pt>
                <c:pt idx="43745">
                  <c:v>1</c:v>
                </c:pt>
                <c:pt idx="43746">
                  <c:v>1</c:v>
                </c:pt>
                <c:pt idx="43747">
                  <c:v>1</c:v>
                </c:pt>
                <c:pt idx="43748">
                  <c:v>1</c:v>
                </c:pt>
                <c:pt idx="43749">
                  <c:v>1</c:v>
                </c:pt>
                <c:pt idx="43750">
                  <c:v>1</c:v>
                </c:pt>
                <c:pt idx="43751">
                  <c:v>1</c:v>
                </c:pt>
                <c:pt idx="43752">
                  <c:v>1</c:v>
                </c:pt>
                <c:pt idx="43753">
                  <c:v>1</c:v>
                </c:pt>
                <c:pt idx="43754">
                  <c:v>1</c:v>
                </c:pt>
                <c:pt idx="43755">
                  <c:v>2</c:v>
                </c:pt>
                <c:pt idx="43756">
                  <c:v>2</c:v>
                </c:pt>
                <c:pt idx="43757">
                  <c:v>2</c:v>
                </c:pt>
                <c:pt idx="43758">
                  <c:v>3</c:v>
                </c:pt>
                <c:pt idx="43759">
                  <c:v>2</c:v>
                </c:pt>
                <c:pt idx="43760">
                  <c:v>1</c:v>
                </c:pt>
                <c:pt idx="43761">
                  <c:v>3</c:v>
                </c:pt>
                <c:pt idx="43762">
                  <c:v>2</c:v>
                </c:pt>
                <c:pt idx="43763">
                  <c:v>2</c:v>
                </c:pt>
                <c:pt idx="43764">
                  <c:v>1</c:v>
                </c:pt>
                <c:pt idx="43765">
                  <c:v>2</c:v>
                </c:pt>
                <c:pt idx="43766">
                  <c:v>3</c:v>
                </c:pt>
                <c:pt idx="43767">
                  <c:v>2</c:v>
                </c:pt>
                <c:pt idx="43768">
                  <c:v>2</c:v>
                </c:pt>
                <c:pt idx="43769">
                  <c:v>4</c:v>
                </c:pt>
                <c:pt idx="43770">
                  <c:v>2</c:v>
                </c:pt>
                <c:pt idx="43771">
                  <c:v>3</c:v>
                </c:pt>
                <c:pt idx="43772">
                  <c:v>2</c:v>
                </c:pt>
                <c:pt idx="43773">
                  <c:v>1</c:v>
                </c:pt>
                <c:pt idx="43774">
                  <c:v>2</c:v>
                </c:pt>
                <c:pt idx="43775">
                  <c:v>1</c:v>
                </c:pt>
                <c:pt idx="43776">
                  <c:v>2</c:v>
                </c:pt>
                <c:pt idx="43777">
                  <c:v>2</c:v>
                </c:pt>
                <c:pt idx="43778">
                  <c:v>2</c:v>
                </c:pt>
                <c:pt idx="43779">
                  <c:v>3</c:v>
                </c:pt>
                <c:pt idx="43780">
                  <c:v>3</c:v>
                </c:pt>
                <c:pt idx="43781">
                  <c:v>1</c:v>
                </c:pt>
                <c:pt idx="43782">
                  <c:v>0</c:v>
                </c:pt>
                <c:pt idx="43783">
                  <c:v>4</c:v>
                </c:pt>
                <c:pt idx="43784">
                  <c:v>3</c:v>
                </c:pt>
                <c:pt idx="43785">
                  <c:v>3</c:v>
                </c:pt>
                <c:pt idx="43786">
                  <c:v>9</c:v>
                </c:pt>
                <c:pt idx="43787">
                  <c:v>3</c:v>
                </c:pt>
                <c:pt idx="43788">
                  <c:v>2</c:v>
                </c:pt>
                <c:pt idx="43789">
                  <c:v>2</c:v>
                </c:pt>
                <c:pt idx="43790">
                  <c:v>3</c:v>
                </c:pt>
                <c:pt idx="43791">
                  <c:v>1</c:v>
                </c:pt>
                <c:pt idx="43792">
                  <c:v>2</c:v>
                </c:pt>
                <c:pt idx="43793">
                  <c:v>3</c:v>
                </c:pt>
                <c:pt idx="43794">
                  <c:v>3</c:v>
                </c:pt>
                <c:pt idx="43795">
                  <c:v>11</c:v>
                </c:pt>
                <c:pt idx="43796">
                  <c:v>9</c:v>
                </c:pt>
                <c:pt idx="43797">
                  <c:v>4</c:v>
                </c:pt>
                <c:pt idx="43798">
                  <c:v>13</c:v>
                </c:pt>
                <c:pt idx="43799">
                  <c:v>8</c:v>
                </c:pt>
                <c:pt idx="43800">
                  <c:v>8</c:v>
                </c:pt>
                <c:pt idx="43801">
                  <c:v>10</c:v>
                </c:pt>
                <c:pt idx="43802">
                  <c:v>14</c:v>
                </c:pt>
                <c:pt idx="43803">
                  <c:v>3</c:v>
                </c:pt>
                <c:pt idx="43804">
                  <c:v>2</c:v>
                </c:pt>
                <c:pt idx="43805">
                  <c:v>2</c:v>
                </c:pt>
                <c:pt idx="43806">
                  <c:v>2</c:v>
                </c:pt>
                <c:pt idx="43807">
                  <c:v>2</c:v>
                </c:pt>
                <c:pt idx="43808">
                  <c:v>3</c:v>
                </c:pt>
                <c:pt idx="43809">
                  <c:v>2</c:v>
                </c:pt>
                <c:pt idx="43810">
                  <c:v>1</c:v>
                </c:pt>
                <c:pt idx="43811">
                  <c:v>2</c:v>
                </c:pt>
                <c:pt idx="43812">
                  <c:v>1</c:v>
                </c:pt>
                <c:pt idx="43813">
                  <c:v>2</c:v>
                </c:pt>
                <c:pt idx="43814">
                  <c:v>2</c:v>
                </c:pt>
                <c:pt idx="43815">
                  <c:v>2</c:v>
                </c:pt>
                <c:pt idx="43816">
                  <c:v>3</c:v>
                </c:pt>
                <c:pt idx="43817">
                  <c:v>3</c:v>
                </c:pt>
                <c:pt idx="43818">
                  <c:v>2</c:v>
                </c:pt>
                <c:pt idx="43819">
                  <c:v>3</c:v>
                </c:pt>
                <c:pt idx="43820">
                  <c:v>2</c:v>
                </c:pt>
                <c:pt idx="43821">
                  <c:v>2</c:v>
                </c:pt>
                <c:pt idx="43822">
                  <c:v>3</c:v>
                </c:pt>
                <c:pt idx="43823">
                  <c:v>3</c:v>
                </c:pt>
                <c:pt idx="43824">
                  <c:v>3</c:v>
                </c:pt>
                <c:pt idx="43825">
                  <c:v>2</c:v>
                </c:pt>
                <c:pt idx="43826">
                  <c:v>2</c:v>
                </c:pt>
                <c:pt idx="43827">
                  <c:v>2</c:v>
                </c:pt>
                <c:pt idx="43828">
                  <c:v>2</c:v>
                </c:pt>
                <c:pt idx="43829">
                  <c:v>8</c:v>
                </c:pt>
                <c:pt idx="43830">
                  <c:v>2</c:v>
                </c:pt>
                <c:pt idx="43831">
                  <c:v>3</c:v>
                </c:pt>
                <c:pt idx="43832">
                  <c:v>2</c:v>
                </c:pt>
                <c:pt idx="43833">
                  <c:v>3</c:v>
                </c:pt>
                <c:pt idx="43834">
                  <c:v>3</c:v>
                </c:pt>
                <c:pt idx="43835">
                  <c:v>1</c:v>
                </c:pt>
                <c:pt idx="43836">
                  <c:v>2</c:v>
                </c:pt>
                <c:pt idx="43837">
                  <c:v>1</c:v>
                </c:pt>
                <c:pt idx="43838">
                  <c:v>3</c:v>
                </c:pt>
                <c:pt idx="43839">
                  <c:v>2</c:v>
                </c:pt>
                <c:pt idx="43840">
                  <c:v>2</c:v>
                </c:pt>
                <c:pt idx="43841">
                  <c:v>2</c:v>
                </c:pt>
                <c:pt idx="43842">
                  <c:v>1</c:v>
                </c:pt>
                <c:pt idx="43843">
                  <c:v>2</c:v>
                </c:pt>
                <c:pt idx="43844">
                  <c:v>2</c:v>
                </c:pt>
                <c:pt idx="43845">
                  <c:v>1</c:v>
                </c:pt>
                <c:pt idx="43846">
                  <c:v>3</c:v>
                </c:pt>
                <c:pt idx="43847">
                  <c:v>3</c:v>
                </c:pt>
                <c:pt idx="43848">
                  <c:v>1</c:v>
                </c:pt>
                <c:pt idx="43849">
                  <c:v>2</c:v>
                </c:pt>
                <c:pt idx="43850">
                  <c:v>1</c:v>
                </c:pt>
                <c:pt idx="43851">
                  <c:v>2</c:v>
                </c:pt>
                <c:pt idx="43852">
                  <c:v>1</c:v>
                </c:pt>
                <c:pt idx="43853">
                  <c:v>1</c:v>
                </c:pt>
                <c:pt idx="43854">
                  <c:v>2</c:v>
                </c:pt>
                <c:pt idx="43855">
                  <c:v>4</c:v>
                </c:pt>
                <c:pt idx="43856">
                  <c:v>1</c:v>
                </c:pt>
                <c:pt idx="43857">
                  <c:v>1</c:v>
                </c:pt>
                <c:pt idx="43858">
                  <c:v>3</c:v>
                </c:pt>
                <c:pt idx="43859">
                  <c:v>3</c:v>
                </c:pt>
                <c:pt idx="43860">
                  <c:v>3</c:v>
                </c:pt>
                <c:pt idx="43861">
                  <c:v>1</c:v>
                </c:pt>
                <c:pt idx="43862">
                  <c:v>1</c:v>
                </c:pt>
                <c:pt idx="43863">
                  <c:v>3</c:v>
                </c:pt>
                <c:pt idx="43864">
                  <c:v>3</c:v>
                </c:pt>
                <c:pt idx="43865">
                  <c:v>3</c:v>
                </c:pt>
                <c:pt idx="43866">
                  <c:v>3</c:v>
                </c:pt>
                <c:pt idx="43867">
                  <c:v>3</c:v>
                </c:pt>
                <c:pt idx="43868">
                  <c:v>3</c:v>
                </c:pt>
                <c:pt idx="43869">
                  <c:v>1</c:v>
                </c:pt>
                <c:pt idx="43870">
                  <c:v>2</c:v>
                </c:pt>
                <c:pt idx="43871">
                  <c:v>2</c:v>
                </c:pt>
                <c:pt idx="43872">
                  <c:v>1</c:v>
                </c:pt>
                <c:pt idx="43873">
                  <c:v>2</c:v>
                </c:pt>
                <c:pt idx="43874">
                  <c:v>2</c:v>
                </c:pt>
                <c:pt idx="43875">
                  <c:v>3</c:v>
                </c:pt>
                <c:pt idx="43876">
                  <c:v>1</c:v>
                </c:pt>
                <c:pt idx="43877">
                  <c:v>2</c:v>
                </c:pt>
                <c:pt idx="43878">
                  <c:v>2</c:v>
                </c:pt>
                <c:pt idx="43879">
                  <c:v>4</c:v>
                </c:pt>
                <c:pt idx="43880">
                  <c:v>4</c:v>
                </c:pt>
                <c:pt idx="43881">
                  <c:v>2</c:v>
                </c:pt>
                <c:pt idx="43882">
                  <c:v>2</c:v>
                </c:pt>
                <c:pt idx="43883">
                  <c:v>3</c:v>
                </c:pt>
                <c:pt idx="43884">
                  <c:v>2</c:v>
                </c:pt>
                <c:pt idx="43885">
                  <c:v>3</c:v>
                </c:pt>
                <c:pt idx="43886">
                  <c:v>3</c:v>
                </c:pt>
                <c:pt idx="43887">
                  <c:v>3</c:v>
                </c:pt>
                <c:pt idx="43888">
                  <c:v>3</c:v>
                </c:pt>
                <c:pt idx="43889">
                  <c:v>3</c:v>
                </c:pt>
                <c:pt idx="43890">
                  <c:v>3</c:v>
                </c:pt>
                <c:pt idx="43891">
                  <c:v>2</c:v>
                </c:pt>
                <c:pt idx="43892">
                  <c:v>10</c:v>
                </c:pt>
                <c:pt idx="43893">
                  <c:v>2</c:v>
                </c:pt>
                <c:pt idx="43894">
                  <c:v>2</c:v>
                </c:pt>
                <c:pt idx="43895">
                  <c:v>2</c:v>
                </c:pt>
                <c:pt idx="43896">
                  <c:v>2</c:v>
                </c:pt>
                <c:pt idx="43897">
                  <c:v>4</c:v>
                </c:pt>
                <c:pt idx="43898">
                  <c:v>3</c:v>
                </c:pt>
                <c:pt idx="43899">
                  <c:v>3</c:v>
                </c:pt>
                <c:pt idx="43900">
                  <c:v>3</c:v>
                </c:pt>
                <c:pt idx="43901">
                  <c:v>3</c:v>
                </c:pt>
                <c:pt idx="43902">
                  <c:v>3</c:v>
                </c:pt>
                <c:pt idx="43903">
                  <c:v>4</c:v>
                </c:pt>
                <c:pt idx="43904">
                  <c:v>3</c:v>
                </c:pt>
                <c:pt idx="43905">
                  <c:v>3</c:v>
                </c:pt>
                <c:pt idx="43906">
                  <c:v>4</c:v>
                </c:pt>
                <c:pt idx="43907">
                  <c:v>3</c:v>
                </c:pt>
                <c:pt idx="43908">
                  <c:v>2</c:v>
                </c:pt>
                <c:pt idx="43909">
                  <c:v>4</c:v>
                </c:pt>
                <c:pt idx="43910">
                  <c:v>3</c:v>
                </c:pt>
                <c:pt idx="43911">
                  <c:v>3</c:v>
                </c:pt>
                <c:pt idx="43912">
                  <c:v>2</c:v>
                </c:pt>
                <c:pt idx="43913">
                  <c:v>2</c:v>
                </c:pt>
                <c:pt idx="43914">
                  <c:v>-2</c:v>
                </c:pt>
                <c:pt idx="43915">
                  <c:v>2</c:v>
                </c:pt>
                <c:pt idx="43916">
                  <c:v>3</c:v>
                </c:pt>
                <c:pt idx="43917">
                  <c:v>3</c:v>
                </c:pt>
                <c:pt idx="43918">
                  <c:v>3</c:v>
                </c:pt>
                <c:pt idx="43919">
                  <c:v>2</c:v>
                </c:pt>
                <c:pt idx="43920">
                  <c:v>2</c:v>
                </c:pt>
                <c:pt idx="43921">
                  <c:v>3</c:v>
                </c:pt>
                <c:pt idx="43922">
                  <c:v>2</c:v>
                </c:pt>
                <c:pt idx="43923">
                  <c:v>3</c:v>
                </c:pt>
                <c:pt idx="43924">
                  <c:v>2</c:v>
                </c:pt>
                <c:pt idx="43925">
                  <c:v>2</c:v>
                </c:pt>
                <c:pt idx="43926">
                  <c:v>2</c:v>
                </c:pt>
                <c:pt idx="43927">
                  <c:v>2</c:v>
                </c:pt>
                <c:pt idx="43928">
                  <c:v>2</c:v>
                </c:pt>
                <c:pt idx="43929">
                  <c:v>3</c:v>
                </c:pt>
                <c:pt idx="43930">
                  <c:v>2</c:v>
                </c:pt>
                <c:pt idx="43931">
                  <c:v>3</c:v>
                </c:pt>
                <c:pt idx="43932">
                  <c:v>3</c:v>
                </c:pt>
                <c:pt idx="43933">
                  <c:v>3</c:v>
                </c:pt>
                <c:pt idx="43934">
                  <c:v>2</c:v>
                </c:pt>
                <c:pt idx="43935">
                  <c:v>3</c:v>
                </c:pt>
                <c:pt idx="43936">
                  <c:v>2</c:v>
                </c:pt>
                <c:pt idx="43937">
                  <c:v>2</c:v>
                </c:pt>
                <c:pt idx="43938">
                  <c:v>2</c:v>
                </c:pt>
                <c:pt idx="43939">
                  <c:v>2</c:v>
                </c:pt>
                <c:pt idx="43940">
                  <c:v>2</c:v>
                </c:pt>
                <c:pt idx="43941">
                  <c:v>2</c:v>
                </c:pt>
                <c:pt idx="43942">
                  <c:v>3</c:v>
                </c:pt>
                <c:pt idx="43943">
                  <c:v>2</c:v>
                </c:pt>
                <c:pt idx="43944">
                  <c:v>2</c:v>
                </c:pt>
                <c:pt idx="43945">
                  <c:v>2</c:v>
                </c:pt>
                <c:pt idx="43946">
                  <c:v>3</c:v>
                </c:pt>
                <c:pt idx="43947">
                  <c:v>3</c:v>
                </c:pt>
                <c:pt idx="43948">
                  <c:v>4</c:v>
                </c:pt>
                <c:pt idx="43949">
                  <c:v>5</c:v>
                </c:pt>
                <c:pt idx="43950">
                  <c:v>3</c:v>
                </c:pt>
                <c:pt idx="43951">
                  <c:v>4</c:v>
                </c:pt>
                <c:pt idx="43952">
                  <c:v>3</c:v>
                </c:pt>
                <c:pt idx="43953">
                  <c:v>1</c:v>
                </c:pt>
                <c:pt idx="43954">
                  <c:v>3</c:v>
                </c:pt>
                <c:pt idx="43955">
                  <c:v>5</c:v>
                </c:pt>
                <c:pt idx="43956">
                  <c:v>4</c:v>
                </c:pt>
                <c:pt idx="43957">
                  <c:v>3</c:v>
                </c:pt>
                <c:pt idx="43958">
                  <c:v>5</c:v>
                </c:pt>
                <c:pt idx="43959">
                  <c:v>4</c:v>
                </c:pt>
                <c:pt idx="43960">
                  <c:v>3</c:v>
                </c:pt>
                <c:pt idx="43961">
                  <c:v>3</c:v>
                </c:pt>
                <c:pt idx="43962">
                  <c:v>3</c:v>
                </c:pt>
                <c:pt idx="43963">
                  <c:v>1</c:v>
                </c:pt>
                <c:pt idx="43964">
                  <c:v>1</c:v>
                </c:pt>
                <c:pt idx="43965">
                  <c:v>1</c:v>
                </c:pt>
                <c:pt idx="43966">
                  <c:v>1</c:v>
                </c:pt>
                <c:pt idx="43967">
                  <c:v>1</c:v>
                </c:pt>
                <c:pt idx="43968">
                  <c:v>3</c:v>
                </c:pt>
                <c:pt idx="43969">
                  <c:v>4</c:v>
                </c:pt>
                <c:pt idx="43970">
                  <c:v>3</c:v>
                </c:pt>
                <c:pt idx="43971">
                  <c:v>4</c:v>
                </c:pt>
                <c:pt idx="43972">
                  <c:v>4</c:v>
                </c:pt>
                <c:pt idx="43973">
                  <c:v>3</c:v>
                </c:pt>
                <c:pt idx="43974">
                  <c:v>2</c:v>
                </c:pt>
                <c:pt idx="43975">
                  <c:v>1</c:v>
                </c:pt>
                <c:pt idx="43976">
                  <c:v>1</c:v>
                </c:pt>
                <c:pt idx="43977">
                  <c:v>1</c:v>
                </c:pt>
                <c:pt idx="43978">
                  <c:v>1</c:v>
                </c:pt>
                <c:pt idx="43979">
                  <c:v>2</c:v>
                </c:pt>
                <c:pt idx="43980">
                  <c:v>2</c:v>
                </c:pt>
                <c:pt idx="43981">
                  <c:v>-1</c:v>
                </c:pt>
                <c:pt idx="43982">
                  <c:v>1</c:v>
                </c:pt>
                <c:pt idx="43983">
                  <c:v>3</c:v>
                </c:pt>
                <c:pt idx="43984">
                  <c:v>4</c:v>
                </c:pt>
                <c:pt idx="43985">
                  <c:v>4</c:v>
                </c:pt>
                <c:pt idx="43986">
                  <c:v>3</c:v>
                </c:pt>
                <c:pt idx="43987">
                  <c:v>3</c:v>
                </c:pt>
                <c:pt idx="43988">
                  <c:v>3</c:v>
                </c:pt>
                <c:pt idx="43989">
                  <c:v>3</c:v>
                </c:pt>
                <c:pt idx="43990">
                  <c:v>3</c:v>
                </c:pt>
                <c:pt idx="43991">
                  <c:v>1</c:v>
                </c:pt>
                <c:pt idx="43992">
                  <c:v>4</c:v>
                </c:pt>
                <c:pt idx="43993">
                  <c:v>4</c:v>
                </c:pt>
                <c:pt idx="43994">
                  <c:v>3</c:v>
                </c:pt>
                <c:pt idx="43995">
                  <c:v>3</c:v>
                </c:pt>
                <c:pt idx="43996">
                  <c:v>1</c:v>
                </c:pt>
                <c:pt idx="43997">
                  <c:v>1</c:v>
                </c:pt>
                <c:pt idx="43998">
                  <c:v>2</c:v>
                </c:pt>
                <c:pt idx="43999">
                  <c:v>2</c:v>
                </c:pt>
                <c:pt idx="44000">
                  <c:v>2</c:v>
                </c:pt>
                <c:pt idx="44001">
                  <c:v>2</c:v>
                </c:pt>
                <c:pt idx="44002">
                  <c:v>2</c:v>
                </c:pt>
                <c:pt idx="44003">
                  <c:v>1</c:v>
                </c:pt>
                <c:pt idx="44004">
                  <c:v>1</c:v>
                </c:pt>
                <c:pt idx="44005">
                  <c:v>2</c:v>
                </c:pt>
                <c:pt idx="44006">
                  <c:v>2</c:v>
                </c:pt>
                <c:pt idx="44007">
                  <c:v>1</c:v>
                </c:pt>
                <c:pt idx="44008">
                  <c:v>1</c:v>
                </c:pt>
                <c:pt idx="44009">
                  <c:v>1</c:v>
                </c:pt>
                <c:pt idx="44010">
                  <c:v>1</c:v>
                </c:pt>
                <c:pt idx="44011">
                  <c:v>1</c:v>
                </c:pt>
                <c:pt idx="44012">
                  <c:v>2</c:v>
                </c:pt>
                <c:pt idx="44013">
                  <c:v>1</c:v>
                </c:pt>
                <c:pt idx="44014">
                  <c:v>1</c:v>
                </c:pt>
                <c:pt idx="44015">
                  <c:v>2</c:v>
                </c:pt>
                <c:pt idx="44016">
                  <c:v>1</c:v>
                </c:pt>
                <c:pt idx="44017">
                  <c:v>2</c:v>
                </c:pt>
                <c:pt idx="44018">
                  <c:v>2</c:v>
                </c:pt>
                <c:pt idx="44019">
                  <c:v>2</c:v>
                </c:pt>
                <c:pt idx="44020">
                  <c:v>4</c:v>
                </c:pt>
                <c:pt idx="44021">
                  <c:v>4</c:v>
                </c:pt>
                <c:pt idx="44022">
                  <c:v>2</c:v>
                </c:pt>
                <c:pt idx="44023">
                  <c:v>2</c:v>
                </c:pt>
                <c:pt idx="44024">
                  <c:v>2</c:v>
                </c:pt>
                <c:pt idx="44025">
                  <c:v>2</c:v>
                </c:pt>
                <c:pt idx="44026">
                  <c:v>3</c:v>
                </c:pt>
                <c:pt idx="44027">
                  <c:v>3</c:v>
                </c:pt>
                <c:pt idx="44028">
                  <c:v>3</c:v>
                </c:pt>
                <c:pt idx="44029">
                  <c:v>3</c:v>
                </c:pt>
                <c:pt idx="44030">
                  <c:v>3</c:v>
                </c:pt>
                <c:pt idx="44031">
                  <c:v>3</c:v>
                </c:pt>
                <c:pt idx="44032">
                  <c:v>1</c:v>
                </c:pt>
                <c:pt idx="44033">
                  <c:v>1</c:v>
                </c:pt>
                <c:pt idx="44034">
                  <c:v>3</c:v>
                </c:pt>
                <c:pt idx="44035">
                  <c:v>2</c:v>
                </c:pt>
                <c:pt idx="44036">
                  <c:v>2</c:v>
                </c:pt>
                <c:pt idx="44037">
                  <c:v>5</c:v>
                </c:pt>
                <c:pt idx="44038">
                  <c:v>2</c:v>
                </c:pt>
                <c:pt idx="44039">
                  <c:v>3</c:v>
                </c:pt>
                <c:pt idx="44040">
                  <c:v>4</c:v>
                </c:pt>
                <c:pt idx="44041">
                  <c:v>4</c:v>
                </c:pt>
                <c:pt idx="44042">
                  <c:v>3</c:v>
                </c:pt>
                <c:pt idx="44043">
                  <c:v>3</c:v>
                </c:pt>
                <c:pt idx="44044">
                  <c:v>1</c:v>
                </c:pt>
                <c:pt idx="44045">
                  <c:v>2</c:v>
                </c:pt>
                <c:pt idx="44046">
                  <c:v>5</c:v>
                </c:pt>
                <c:pt idx="44047">
                  <c:v>2</c:v>
                </c:pt>
                <c:pt idx="44048">
                  <c:v>3</c:v>
                </c:pt>
                <c:pt idx="44049">
                  <c:v>5</c:v>
                </c:pt>
                <c:pt idx="44050">
                  <c:v>3</c:v>
                </c:pt>
                <c:pt idx="44051">
                  <c:v>2</c:v>
                </c:pt>
                <c:pt idx="44052">
                  <c:v>2</c:v>
                </c:pt>
                <c:pt idx="44053">
                  <c:v>2</c:v>
                </c:pt>
                <c:pt idx="44054">
                  <c:v>2</c:v>
                </c:pt>
                <c:pt idx="44055">
                  <c:v>2</c:v>
                </c:pt>
                <c:pt idx="44056">
                  <c:v>2</c:v>
                </c:pt>
                <c:pt idx="44057">
                  <c:v>2</c:v>
                </c:pt>
                <c:pt idx="44058">
                  <c:v>1</c:v>
                </c:pt>
                <c:pt idx="44059">
                  <c:v>1</c:v>
                </c:pt>
                <c:pt idx="44060">
                  <c:v>1</c:v>
                </c:pt>
                <c:pt idx="44061">
                  <c:v>5</c:v>
                </c:pt>
                <c:pt idx="44062">
                  <c:v>6</c:v>
                </c:pt>
                <c:pt idx="44063">
                  <c:v>5</c:v>
                </c:pt>
                <c:pt idx="44064">
                  <c:v>4</c:v>
                </c:pt>
                <c:pt idx="44065">
                  <c:v>2</c:v>
                </c:pt>
                <c:pt idx="44066">
                  <c:v>2</c:v>
                </c:pt>
                <c:pt idx="44067">
                  <c:v>2</c:v>
                </c:pt>
                <c:pt idx="44068">
                  <c:v>5</c:v>
                </c:pt>
                <c:pt idx="44069">
                  <c:v>12</c:v>
                </c:pt>
                <c:pt idx="44070">
                  <c:v>10</c:v>
                </c:pt>
                <c:pt idx="44071">
                  <c:v>10</c:v>
                </c:pt>
                <c:pt idx="44072">
                  <c:v>10</c:v>
                </c:pt>
                <c:pt idx="44073">
                  <c:v>3</c:v>
                </c:pt>
                <c:pt idx="44074">
                  <c:v>2</c:v>
                </c:pt>
                <c:pt idx="44075">
                  <c:v>3</c:v>
                </c:pt>
                <c:pt idx="44076">
                  <c:v>3</c:v>
                </c:pt>
                <c:pt idx="44077">
                  <c:v>4</c:v>
                </c:pt>
                <c:pt idx="44078">
                  <c:v>4</c:v>
                </c:pt>
                <c:pt idx="44079">
                  <c:v>1</c:v>
                </c:pt>
                <c:pt idx="44080">
                  <c:v>4</c:v>
                </c:pt>
                <c:pt idx="44081">
                  <c:v>4</c:v>
                </c:pt>
                <c:pt idx="44082">
                  <c:v>4</c:v>
                </c:pt>
                <c:pt idx="44083">
                  <c:v>3</c:v>
                </c:pt>
                <c:pt idx="44084">
                  <c:v>4</c:v>
                </c:pt>
                <c:pt idx="44085">
                  <c:v>3</c:v>
                </c:pt>
                <c:pt idx="44086">
                  <c:v>4</c:v>
                </c:pt>
                <c:pt idx="44087">
                  <c:v>3</c:v>
                </c:pt>
                <c:pt idx="44088">
                  <c:v>3</c:v>
                </c:pt>
                <c:pt idx="44089">
                  <c:v>3</c:v>
                </c:pt>
                <c:pt idx="44090">
                  <c:v>4</c:v>
                </c:pt>
                <c:pt idx="44091">
                  <c:v>4</c:v>
                </c:pt>
                <c:pt idx="44092">
                  <c:v>3</c:v>
                </c:pt>
                <c:pt idx="44093">
                  <c:v>3</c:v>
                </c:pt>
                <c:pt idx="44094">
                  <c:v>2</c:v>
                </c:pt>
                <c:pt idx="44095">
                  <c:v>4</c:v>
                </c:pt>
                <c:pt idx="44096">
                  <c:v>4</c:v>
                </c:pt>
                <c:pt idx="44097">
                  <c:v>3</c:v>
                </c:pt>
                <c:pt idx="44098">
                  <c:v>3</c:v>
                </c:pt>
                <c:pt idx="44099">
                  <c:v>3</c:v>
                </c:pt>
                <c:pt idx="44100">
                  <c:v>3</c:v>
                </c:pt>
                <c:pt idx="44101">
                  <c:v>3</c:v>
                </c:pt>
                <c:pt idx="44102">
                  <c:v>2</c:v>
                </c:pt>
                <c:pt idx="44103">
                  <c:v>2</c:v>
                </c:pt>
                <c:pt idx="44104">
                  <c:v>3</c:v>
                </c:pt>
                <c:pt idx="44105">
                  <c:v>3</c:v>
                </c:pt>
                <c:pt idx="44106">
                  <c:v>3</c:v>
                </c:pt>
                <c:pt idx="44107">
                  <c:v>3</c:v>
                </c:pt>
                <c:pt idx="44108">
                  <c:v>3</c:v>
                </c:pt>
                <c:pt idx="44109">
                  <c:v>3</c:v>
                </c:pt>
                <c:pt idx="44110">
                  <c:v>2</c:v>
                </c:pt>
                <c:pt idx="44111">
                  <c:v>2</c:v>
                </c:pt>
                <c:pt idx="44112">
                  <c:v>2</c:v>
                </c:pt>
                <c:pt idx="44113">
                  <c:v>2</c:v>
                </c:pt>
                <c:pt idx="44114">
                  <c:v>3</c:v>
                </c:pt>
                <c:pt idx="44115">
                  <c:v>2</c:v>
                </c:pt>
                <c:pt idx="44116">
                  <c:v>3</c:v>
                </c:pt>
                <c:pt idx="44117">
                  <c:v>4</c:v>
                </c:pt>
                <c:pt idx="44118">
                  <c:v>3</c:v>
                </c:pt>
                <c:pt idx="44119">
                  <c:v>3</c:v>
                </c:pt>
                <c:pt idx="44120">
                  <c:v>3</c:v>
                </c:pt>
                <c:pt idx="44121">
                  <c:v>3</c:v>
                </c:pt>
                <c:pt idx="44122">
                  <c:v>2</c:v>
                </c:pt>
                <c:pt idx="44123">
                  <c:v>3</c:v>
                </c:pt>
                <c:pt idx="44124">
                  <c:v>2</c:v>
                </c:pt>
                <c:pt idx="44125">
                  <c:v>3</c:v>
                </c:pt>
                <c:pt idx="44126">
                  <c:v>2</c:v>
                </c:pt>
                <c:pt idx="44127">
                  <c:v>3</c:v>
                </c:pt>
                <c:pt idx="44128">
                  <c:v>3</c:v>
                </c:pt>
                <c:pt idx="44129">
                  <c:v>2</c:v>
                </c:pt>
                <c:pt idx="44130">
                  <c:v>3</c:v>
                </c:pt>
                <c:pt idx="44131">
                  <c:v>4</c:v>
                </c:pt>
                <c:pt idx="44132">
                  <c:v>3</c:v>
                </c:pt>
                <c:pt idx="44133">
                  <c:v>3</c:v>
                </c:pt>
                <c:pt idx="44134">
                  <c:v>2</c:v>
                </c:pt>
                <c:pt idx="44135">
                  <c:v>5</c:v>
                </c:pt>
                <c:pt idx="44136">
                  <c:v>3</c:v>
                </c:pt>
                <c:pt idx="44137">
                  <c:v>7</c:v>
                </c:pt>
                <c:pt idx="44138">
                  <c:v>3</c:v>
                </c:pt>
                <c:pt idx="44139">
                  <c:v>3</c:v>
                </c:pt>
                <c:pt idx="44140">
                  <c:v>3</c:v>
                </c:pt>
                <c:pt idx="44141">
                  <c:v>2</c:v>
                </c:pt>
                <c:pt idx="44142">
                  <c:v>3</c:v>
                </c:pt>
                <c:pt idx="44143">
                  <c:v>3</c:v>
                </c:pt>
                <c:pt idx="44144">
                  <c:v>2</c:v>
                </c:pt>
                <c:pt idx="44145">
                  <c:v>2</c:v>
                </c:pt>
                <c:pt idx="44146">
                  <c:v>3</c:v>
                </c:pt>
                <c:pt idx="44147">
                  <c:v>2</c:v>
                </c:pt>
                <c:pt idx="44148">
                  <c:v>3</c:v>
                </c:pt>
                <c:pt idx="44149">
                  <c:v>3</c:v>
                </c:pt>
                <c:pt idx="44150">
                  <c:v>5</c:v>
                </c:pt>
                <c:pt idx="44151">
                  <c:v>11</c:v>
                </c:pt>
                <c:pt idx="44152">
                  <c:v>5</c:v>
                </c:pt>
                <c:pt idx="44153">
                  <c:v>5</c:v>
                </c:pt>
                <c:pt idx="44154">
                  <c:v>2</c:v>
                </c:pt>
                <c:pt idx="44155">
                  <c:v>3</c:v>
                </c:pt>
                <c:pt idx="44156">
                  <c:v>8</c:v>
                </c:pt>
                <c:pt idx="44157">
                  <c:v>2</c:v>
                </c:pt>
                <c:pt idx="44158">
                  <c:v>3</c:v>
                </c:pt>
                <c:pt idx="44159">
                  <c:v>3</c:v>
                </c:pt>
                <c:pt idx="44160">
                  <c:v>2</c:v>
                </c:pt>
                <c:pt idx="44161">
                  <c:v>2</c:v>
                </c:pt>
                <c:pt idx="44162">
                  <c:v>2</c:v>
                </c:pt>
                <c:pt idx="44163">
                  <c:v>2</c:v>
                </c:pt>
                <c:pt idx="44164">
                  <c:v>3</c:v>
                </c:pt>
                <c:pt idx="44165">
                  <c:v>3</c:v>
                </c:pt>
                <c:pt idx="44166">
                  <c:v>3</c:v>
                </c:pt>
                <c:pt idx="44167">
                  <c:v>2</c:v>
                </c:pt>
                <c:pt idx="44168">
                  <c:v>0</c:v>
                </c:pt>
                <c:pt idx="44169">
                  <c:v>1</c:v>
                </c:pt>
                <c:pt idx="44170">
                  <c:v>2</c:v>
                </c:pt>
                <c:pt idx="44171">
                  <c:v>2</c:v>
                </c:pt>
                <c:pt idx="44172">
                  <c:v>2</c:v>
                </c:pt>
                <c:pt idx="44173">
                  <c:v>2</c:v>
                </c:pt>
                <c:pt idx="44174">
                  <c:v>2</c:v>
                </c:pt>
                <c:pt idx="44175">
                  <c:v>0</c:v>
                </c:pt>
                <c:pt idx="44176">
                  <c:v>1</c:v>
                </c:pt>
                <c:pt idx="44177">
                  <c:v>2</c:v>
                </c:pt>
                <c:pt idx="44178">
                  <c:v>1</c:v>
                </c:pt>
                <c:pt idx="44179">
                  <c:v>3</c:v>
                </c:pt>
                <c:pt idx="44180">
                  <c:v>1</c:v>
                </c:pt>
                <c:pt idx="44181">
                  <c:v>3</c:v>
                </c:pt>
                <c:pt idx="44182">
                  <c:v>2</c:v>
                </c:pt>
                <c:pt idx="44183">
                  <c:v>2</c:v>
                </c:pt>
                <c:pt idx="44184">
                  <c:v>3</c:v>
                </c:pt>
                <c:pt idx="44185">
                  <c:v>2</c:v>
                </c:pt>
                <c:pt idx="44186">
                  <c:v>1</c:v>
                </c:pt>
                <c:pt idx="44187">
                  <c:v>2</c:v>
                </c:pt>
                <c:pt idx="44188">
                  <c:v>8</c:v>
                </c:pt>
                <c:pt idx="44189">
                  <c:v>2</c:v>
                </c:pt>
                <c:pt idx="44190">
                  <c:v>4</c:v>
                </c:pt>
                <c:pt idx="44191">
                  <c:v>3</c:v>
                </c:pt>
                <c:pt idx="44192">
                  <c:v>3</c:v>
                </c:pt>
                <c:pt idx="44193">
                  <c:v>2</c:v>
                </c:pt>
                <c:pt idx="44194">
                  <c:v>3</c:v>
                </c:pt>
                <c:pt idx="44195">
                  <c:v>2</c:v>
                </c:pt>
                <c:pt idx="44196">
                  <c:v>4</c:v>
                </c:pt>
                <c:pt idx="44197">
                  <c:v>3</c:v>
                </c:pt>
                <c:pt idx="44198">
                  <c:v>2</c:v>
                </c:pt>
                <c:pt idx="44199">
                  <c:v>2</c:v>
                </c:pt>
                <c:pt idx="44200">
                  <c:v>2</c:v>
                </c:pt>
                <c:pt idx="44201">
                  <c:v>1</c:v>
                </c:pt>
                <c:pt idx="44202">
                  <c:v>2</c:v>
                </c:pt>
                <c:pt idx="44203">
                  <c:v>1</c:v>
                </c:pt>
                <c:pt idx="44204">
                  <c:v>2</c:v>
                </c:pt>
                <c:pt idx="44205">
                  <c:v>2</c:v>
                </c:pt>
                <c:pt idx="44206">
                  <c:v>1</c:v>
                </c:pt>
                <c:pt idx="44207">
                  <c:v>2</c:v>
                </c:pt>
                <c:pt idx="44208">
                  <c:v>3</c:v>
                </c:pt>
                <c:pt idx="44209">
                  <c:v>2</c:v>
                </c:pt>
                <c:pt idx="44210">
                  <c:v>4</c:v>
                </c:pt>
                <c:pt idx="44211">
                  <c:v>2</c:v>
                </c:pt>
                <c:pt idx="44212">
                  <c:v>2</c:v>
                </c:pt>
                <c:pt idx="44213">
                  <c:v>2</c:v>
                </c:pt>
                <c:pt idx="44214">
                  <c:v>2</c:v>
                </c:pt>
                <c:pt idx="44215">
                  <c:v>2</c:v>
                </c:pt>
                <c:pt idx="44216">
                  <c:v>1</c:v>
                </c:pt>
                <c:pt idx="44217">
                  <c:v>4</c:v>
                </c:pt>
                <c:pt idx="44218">
                  <c:v>3</c:v>
                </c:pt>
                <c:pt idx="44219">
                  <c:v>5</c:v>
                </c:pt>
                <c:pt idx="44220">
                  <c:v>3</c:v>
                </c:pt>
                <c:pt idx="44221">
                  <c:v>2</c:v>
                </c:pt>
                <c:pt idx="44222">
                  <c:v>5</c:v>
                </c:pt>
                <c:pt idx="44223">
                  <c:v>5</c:v>
                </c:pt>
                <c:pt idx="44224">
                  <c:v>2</c:v>
                </c:pt>
                <c:pt idx="44225">
                  <c:v>2</c:v>
                </c:pt>
                <c:pt idx="44226">
                  <c:v>5</c:v>
                </c:pt>
                <c:pt idx="44227">
                  <c:v>3</c:v>
                </c:pt>
                <c:pt idx="44228">
                  <c:v>3</c:v>
                </c:pt>
                <c:pt idx="44229">
                  <c:v>3</c:v>
                </c:pt>
                <c:pt idx="44230">
                  <c:v>4</c:v>
                </c:pt>
                <c:pt idx="44231">
                  <c:v>3</c:v>
                </c:pt>
                <c:pt idx="44232">
                  <c:v>6</c:v>
                </c:pt>
                <c:pt idx="44233">
                  <c:v>4</c:v>
                </c:pt>
                <c:pt idx="44234">
                  <c:v>4</c:v>
                </c:pt>
                <c:pt idx="44235">
                  <c:v>4</c:v>
                </c:pt>
                <c:pt idx="44236">
                  <c:v>2</c:v>
                </c:pt>
                <c:pt idx="44237">
                  <c:v>1</c:v>
                </c:pt>
                <c:pt idx="44238">
                  <c:v>4</c:v>
                </c:pt>
                <c:pt idx="44239">
                  <c:v>4</c:v>
                </c:pt>
                <c:pt idx="44240">
                  <c:v>8</c:v>
                </c:pt>
                <c:pt idx="44241">
                  <c:v>4</c:v>
                </c:pt>
                <c:pt idx="44242">
                  <c:v>5</c:v>
                </c:pt>
                <c:pt idx="44243">
                  <c:v>6</c:v>
                </c:pt>
                <c:pt idx="44244">
                  <c:v>8</c:v>
                </c:pt>
                <c:pt idx="44245">
                  <c:v>6</c:v>
                </c:pt>
                <c:pt idx="44246">
                  <c:v>4</c:v>
                </c:pt>
                <c:pt idx="44247">
                  <c:v>2</c:v>
                </c:pt>
                <c:pt idx="44248">
                  <c:v>2</c:v>
                </c:pt>
                <c:pt idx="44249">
                  <c:v>2</c:v>
                </c:pt>
                <c:pt idx="44250">
                  <c:v>2</c:v>
                </c:pt>
                <c:pt idx="44251">
                  <c:v>1</c:v>
                </c:pt>
                <c:pt idx="44252">
                  <c:v>2</c:v>
                </c:pt>
                <c:pt idx="44253">
                  <c:v>2</c:v>
                </c:pt>
                <c:pt idx="44254">
                  <c:v>2</c:v>
                </c:pt>
                <c:pt idx="44255">
                  <c:v>2</c:v>
                </c:pt>
                <c:pt idx="44256">
                  <c:v>1</c:v>
                </c:pt>
                <c:pt idx="44257">
                  <c:v>3</c:v>
                </c:pt>
                <c:pt idx="44258">
                  <c:v>2</c:v>
                </c:pt>
                <c:pt idx="44259">
                  <c:v>2</c:v>
                </c:pt>
                <c:pt idx="44260">
                  <c:v>3</c:v>
                </c:pt>
                <c:pt idx="44261">
                  <c:v>3</c:v>
                </c:pt>
                <c:pt idx="44262">
                  <c:v>3</c:v>
                </c:pt>
                <c:pt idx="44263">
                  <c:v>3</c:v>
                </c:pt>
                <c:pt idx="44264">
                  <c:v>3</c:v>
                </c:pt>
                <c:pt idx="44265">
                  <c:v>1</c:v>
                </c:pt>
                <c:pt idx="44266">
                  <c:v>3</c:v>
                </c:pt>
                <c:pt idx="44267">
                  <c:v>3</c:v>
                </c:pt>
                <c:pt idx="44268">
                  <c:v>1</c:v>
                </c:pt>
                <c:pt idx="44269">
                  <c:v>3</c:v>
                </c:pt>
                <c:pt idx="44270">
                  <c:v>3</c:v>
                </c:pt>
                <c:pt idx="44271">
                  <c:v>2</c:v>
                </c:pt>
                <c:pt idx="44272">
                  <c:v>4</c:v>
                </c:pt>
                <c:pt idx="44273">
                  <c:v>3</c:v>
                </c:pt>
                <c:pt idx="44274">
                  <c:v>1</c:v>
                </c:pt>
                <c:pt idx="44275">
                  <c:v>1</c:v>
                </c:pt>
                <c:pt idx="44276">
                  <c:v>3</c:v>
                </c:pt>
                <c:pt idx="44277">
                  <c:v>4</c:v>
                </c:pt>
                <c:pt idx="44278">
                  <c:v>3</c:v>
                </c:pt>
                <c:pt idx="44279">
                  <c:v>4</c:v>
                </c:pt>
                <c:pt idx="44280">
                  <c:v>5</c:v>
                </c:pt>
                <c:pt idx="44281">
                  <c:v>3</c:v>
                </c:pt>
                <c:pt idx="44282">
                  <c:v>2</c:v>
                </c:pt>
                <c:pt idx="44283">
                  <c:v>3</c:v>
                </c:pt>
                <c:pt idx="44284">
                  <c:v>2</c:v>
                </c:pt>
                <c:pt idx="44285">
                  <c:v>1</c:v>
                </c:pt>
                <c:pt idx="44286">
                  <c:v>1</c:v>
                </c:pt>
                <c:pt idx="44287">
                  <c:v>1</c:v>
                </c:pt>
                <c:pt idx="44288">
                  <c:v>2</c:v>
                </c:pt>
                <c:pt idx="44289">
                  <c:v>1</c:v>
                </c:pt>
                <c:pt idx="44290">
                  <c:v>2</c:v>
                </c:pt>
                <c:pt idx="44291">
                  <c:v>1</c:v>
                </c:pt>
                <c:pt idx="44292">
                  <c:v>1</c:v>
                </c:pt>
                <c:pt idx="44293">
                  <c:v>1</c:v>
                </c:pt>
                <c:pt idx="44294">
                  <c:v>2</c:v>
                </c:pt>
                <c:pt idx="44295">
                  <c:v>2</c:v>
                </c:pt>
                <c:pt idx="44296">
                  <c:v>2</c:v>
                </c:pt>
                <c:pt idx="44297">
                  <c:v>2</c:v>
                </c:pt>
                <c:pt idx="44298">
                  <c:v>1</c:v>
                </c:pt>
                <c:pt idx="44299">
                  <c:v>2</c:v>
                </c:pt>
                <c:pt idx="44300">
                  <c:v>2</c:v>
                </c:pt>
                <c:pt idx="44301">
                  <c:v>1</c:v>
                </c:pt>
                <c:pt idx="44302">
                  <c:v>1</c:v>
                </c:pt>
                <c:pt idx="44303">
                  <c:v>1</c:v>
                </c:pt>
                <c:pt idx="44304">
                  <c:v>1</c:v>
                </c:pt>
                <c:pt idx="44305">
                  <c:v>2</c:v>
                </c:pt>
                <c:pt idx="44306">
                  <c:v>3</c:v>
                </c:pt>
                <c:pt idx="44307">
                  <c:v>2</c:v>
                </c:pt>
                <c:pt idx="44308">
                  <c:v>-2</c:v>
                </c:pt>
                <c:pt idx="44309">
                  <c:v>2</c:v>
                </c:pt>
                <c:pt idx="44310">
                  <c:v>2</c:v>
                </c:pt>
                <c:pt idx="44311">
                  <c:v>2</c:v>
                </c:pt>
                <c:pt idx="44312">
                  <c:v>1</c:v>
                </c:pt>
                <c:pt idx="44313">
                  <c:v>3</c:v>
                </c:pt>
                <c:pt idx="44314">
                  <c:v>2</c:v>
                </c:pt>
                <c:pt idx="44315">
                  <c:v>3</c:v>
                </c:pt>
                <c:pt idx="44316">
                  <c:v>2</c:v>
                </c:pt>
                <c:pt idx="44317">
                  <c:v>3</c:v>
                </c:pt>
                <c:pt idx="44318">
                  <c:v>3</c:v>
                </c:pt>
                <c:pt idx="44319">
                  <c:v>2</c:v>
                </c:pt>
                <c:pt idx="44320">
                  <c:v>3</c:v>
                </c:pt>
                <c:pt idx="44321">
                  <c:v>2</c:v>
                </c:pt>
                <c:pt idx="44322">
                  <c:v>1</c:v>
                </c:pt>
                <c:pt idx="44323">
                  <c:v>1</c:v>
                </c:pt>
                <c:pt idx="44324">
                  <c:v>1</c:v>
                </c:pt>
                <c:pt idx="44325">
                  <c:v>2</c:v>
                </c:pt>
                <c:pt idx="44326">
                  <c:v>2</c:v>
                </c:pt>
                <c:pt idx="44327">
                  <c:v>2</c:v>
                </c:pt>
                <c:pt idx="44328">
                  <c:v>2</c:v>
                </c:pt>
                <c:pt idx="44329">
                  <c:v>2</c:v>
                </c:pt>
                <c:pt idx="44330">
                  <c:v>2</c:v>
                </c:pt>
                <c:pt idx="44331">
                  <c:v>2</c:v>
                </c:pt>
                <c:pt idx="44332">
                  <c:v>2</c:v>
                </c:pt>
                <c:pt idx="44333">
                  <c:v>2</c:v>
                </c:pt>
                <c:pt idx="44334">
                  <c:v>2</c:v>
                </c:pt>
                <c:pt idx="44335">
                  <c:v>2</c:v>
                </c:pt>
                <c:pt idx="44336">
                  <c:v>2</c:v>
                </c:pt>
                <c:pt idx="44337">
                  <c:v>2</c:v>
                </c:pt>
                <c:pt idx="44338">
                  <c:v>2</c:v>
                </c:pt>
                <c:pt idx="44339">
                  <c:v>2</c:v>
                </c:pt>
                <c:pt idx="44340">
                  <c:v>3</c:v>
                </c:pt>
                <c:pt idx="44341">
                  <c:v>4</c:v>
                </c:pt>
                <c:pt idx="44342">
                  <c:v>4</c:v>
                </c:pt>
                <c:pt idx="44343">
                  <c:v>7</c:v>
                </c:pt>
                <c:pt idx="44344">
                  <c:v>4</c:v>
                </c:pt>
                <c:pt idx="44345">
                  <c:v>3</c:v>
                </c:pt>
                <c:pt idx="44346">
                  <c:v>2</c:v>
                </c:pt>
                <c:pt idx="44347">
                  <c:v>3</c:v>
                </c:pt>
                <c:pt idx="44348">
                  <c:v>3</c:v>
                </c:pt>
                <c:pt idx="44349">
                  <c:v>3</c:v>
                </c:pt>
                <c:pt idx="44350">
                  <c:v>4</c:v>
                </c:pt>
                <c:pt idx="44351">
                  <c:v>4</c:v>
                </c:pt>
                <c:pt idx="44352">
                  <c:v>4</c:v>
                </c:pt>
                <c:pt idx="44353">
                  <c:v>3</c:v>
                </c:pt>
                <c:pt idx="44354">
                  <c:v>2</c:v>
                </c:pt>
                <c:pt idx="44355">
                  <c:v>2</c:v>
                </c:pt>
                <c:pt idx="44356">
                  <c:v>2</c:v>
                </c:pt>
                <c:pt idx="44357">
                  <c:v>3</c:v>
                </c:pt>
                <c:pt idx="44358">
                  <c:v>3</c:v>
                </c:pt>
                <c:pt idx="44359">
                  <c:v>4</c:v>
                </c:pt>
                <c:pt idx="44360">
                  <c:v>2</c:v>
                </c:pt>
                <c:pt idx="44361">
                  <c:v>3</c:v>
                </c:pt>
                <c:pt idx="44362">
                  <c:v>2</c:v>
                </c:pt>
                <c:pt idx="44363">
                  <c:v>2</c:v>
                </c:pt>
                <c:pt idx="44364">
                  <c:v>3</c:v>
                </c:pt>
                <c:pt idx="44365">
                  <c:v>2</c:v>
                </c:pt>
                <c:pt idx="44366">
                  <c:v>2</c:v>
                </c:pt>
                <c:pt idx="44367">
                  <c:v>3</c:v>
                </c:pt>
                <c:pt idx="44368">
                  <c:v>3</c:v>
                </c:pt>
                <c:pt idx="44369">
                  <c:v>2</c:v>
                </c:pt>
                <c:pt idx="44370">
                  <c:v>3</c:v>
                </c:pt>
                <c:pt idx="44371">
                  <c:v>1</c:v>
                </c:pt>
                <c:pt idx="44372">
                  <c:v>2</c:v>
                </c:pt>
                <c:pt idx="44373">
                  <c:v>4</c:v>
                </c:pt>
                <c:pt idx="44374">
                  <c:v>4</c:v>
                </c:pt>
                <c:pt idx="44375">
                  <c:v>4</c:v>
                </c:pt>
                <c:pt idx="44376">
                  <c:v>4</c:v>
                </c:pt>
                <c:pt idx="44377">
                  <c:v>4</c:v>
                </c:pt>
                <c:pt idx="44378">
                  <c:v>2</c:v>
                </c:pt>
                <c:pt idx="44379">
                  <c:v>4</c:v>
                </c:pt>
                <c:pt idx="44380">
                  <c:v>2</c:v>
                </c:pt>
                <c:pt idx="44381">
                  <c:v>3</c:v>
                </c:pt>
                <c:pt idx="44382">
                  <c:v>1</c:v>
                </c:pt>
                <c:pt idx="44383">
                  <c:v>4</c:v>
                </c:pt>
                <c:pt idx="44384">
                  <c:v>6</c:v>
                </c:pt>
                <c:pt idx="44385">
                  <c:v>8</c:v>
                </c:pt>
                <c:pt idx="44386">
                  <c:v>3</c:v>
                </c:pt>
                <c:pt idx="44387">
                  <c:v>3</c:v>
                </c:pt>
                <c:pt idx="44388">
                  <c:v>7</c:v>
                </c:pt>
                <c:pt idx="44389">
                  <c:v>2</c:v>
                </c:pt>
                <c:pt idx="44390">
                  <c:v>3</c:v>
                </c:pt>
                <c:pt idx="44391">
                  <c:v>5</c:v>
                </c:pt>
                <c:pt idx="44392">
                  <c:v>2</c:v>
                </c:pt>
                <c:pt idx="44393">
                  <c:v>1</c:v>
                </c:pt>
                <c:pt idx="44394">
                  <c:v>5</c:v>
                </c:pt>
                <c:pt idx="44395">
                  <c:v>4</c:v>
                </c:pt>
                <c:pt idx="44396">
                  <c:v>2</c:v>
                </c:pt>
                <c:pt idx="44397">
                  <c:v>1</c:v>
                </c:pt>
                <c:pt idx="44398">
                  <c:v>1</c:v>
                </c:pt>
                <c:pt idx="44399">
                  <c:v>2</c:v>
                </c:pt>
                <c:pt idx="44400">
                  <c:v>2</c:v>
                </c:pt>
                <c:pt idx="44401">
                  <c:v>2</c:v>
                </c:pt>
                <c:pt idx="44402">
                  <c:v>3</c:v>
                </c:pt>
                <c:pt idx="44403">
                  <c:v>4</c:v>
                </c:pt>
                <c:pt idx="44404">
                  <c:v>2</c:v>
                </c:pt>
                <c:pt idx="44405">
                  <c:v>3</c:v>
                </c:pt>
                <c:pt idx="44406">
                  <c:v>2</c:v>
                </c:pt>
                <c:pt idx="44407">
                  <c:v>2</c:v>
                </c:pt>
                <c:pt idx="44408">
                  <c:v>1</c:v>
                </c:pt>
                <c:pt idx="44409">
                  <c:v>2</c:v>
                </c:pt>
                <c:pt idx="44410">
                  <c:v>5</c:v>
                </c:pt>
                <c:pt idx="44411">
                  <c:v>4</c:v>
                </c:pt>
                <c:pt idx="44412">
                  <c:v>2</c:v>
                </c:pt>
                <c:pt idx="44413">
                  <c:v>2</c:v>
                </c:pt>
                <c:pt idx="44414">
                  <c:v>2</c:v>
                </c:pt>
                <c:pt idx="44415">
                  <c:v>2</c:v>
                </c:pt>
                <c:pt idx="44416">
                  <c:v>2</c:v>
                </c:pt>
                <c:pt idx="44417">
                  <c:v>2</c:v>
                </c:pt>
                <c:pt idx="44418">
                  <c:v>2</c:v>
                </c:pt>
                <c:pt idx="44419">
                  <c:v>2</c:v>
                </c:pt>
                <c:pt idx="44420">
                  <c:v>2</c:v>
                </c:pt>
                <c:pt idx="44421">
                  <c:v>2</c:v>
                </c:pt>
                <c:pt idx="44422">
                  <c:v>1</c:v>
                </c:pt>
                <c:pt idx="44423">
                  <c:v>1</c:v>
                </c:pt>
                <c:pt idx="44424">
                  <c:v>2</c:v>
                </c:pt>
                <c:pt idx="44425">
                  <c:v>1</c:v>
                </c:pt>
                <c:pt idx="44426">
                  <c:v>2</c:v>
                </c:pt>
                <c:pt idx="44427">
                  <c:v>1</c:v>
                </c:pt>
                <c:pt idx="44428">
                  <c:v>1</c:v>
                </c:pt>
                <c:pt idx="44429">
                  <c:v>1</c:v>
                </c:pt>
                <c:pt idx="44430">
                  <c:v>2</c:v>
                </c:pt>
                <c:pt idx="44431">
                  <c:v>1</c:v>
                </c:pt>
                <c:pt idx="44432">
                  <c:v>2</c:v>
                </c:pt>
                <c:pt idx="44433">
                  <c:v>1</c:v>
                </c:pt>
                <c:pt idx="44434">
                  <c:v>2</c:v>
                </c:pt>
                <c:pt idx="44435">
                  <c:v>2</c:v>
                </c:pt>
                <c:pt idx="44436">
                  <c:v>1</c:v>
                </c:pt>
                <c:pt idx="44437">
                  <c:v>1</c:v>
                </c:pt>
                <c:pt idx="44438">
                  <c:v>1</c:v>
                </c:pt>
                <c:pt idx="44439">
                  <c:v>1</c:v>
                </c:pt>
                <c:pt idx="44440">
                  <c:v>3</c:v>
                </c:pt>
                <c:pt idx="44441">
                  <c:v>1</c:v>
                </c:pt>
                <c:pt idx="44442">
                  <c:v>2</c:v>
                </c:pt>
                <c:pt idx="44443">
                  <c:v>2</c:v>
                </c:pt>
                <c:pt idx="44444">
                  <c:v>2</c:v>
                </c:pt>
                <c:pt idx="44445">
                  <c:v>2</c:v>
                </c:pt>
                <c:pt idx="44446">
                  <c:v>3</c:v>
                </c:pt>
                <c:pt idx="44447">
                  <c:v>3</c:v>
                </c:pt>
                <c:pt idx="44448">
                  <c:v>2</c:v>
                </c:pt>
                <c:pt idx="44449">
                  <c:v>3</c:v>
                </c:pt>
                <c:pt idx="44450">
                  <c:v>3</c:v>
                </c:pt>
                <c:pt idx="44451">
                  <c:v>1</c:v>
                </c:pt>
                <c:pt idx="44452">
                  <c:v>2</c:v>
                </c:pt>
                <c:pt idx="44453">
                  <c:v>2</c:v>
                </c:pt>
                <c:pt idx="44454">
                  <c:v>2</c:v>
                </c:pt>
                <c:pt idx="44455">
                  <c:v>3</c:v>
                </c:pt>
                <c:pt idx="44456">
                  <c:v>2</c:v>
                </c:pt>
                <c:pt idx="44457">
                  <c:v>2</c:v>
                </c:pt>
                <c:pt idx="44458">
                  <c:v>3</c:v>
                </c:pt>
                <c:pt idx="44459">
                  <c:v>2</c:v>
                </c:pt>
                <c:pt idx="44460">
                  <c:v>1</c:v>
                </c:pt>
                <c:pt idx="44461">
                  <c:v>1</c:v>
                </c:pt>
                <c:pt idx="44462">
                  <c:v>1</c:v>
                </c:pt>
                <c:pt idx="44463">
                  <c:v>1</c:v>
                </c:pt>
                <c:pt idx="44464">
                  <c:v>1</c:v>
                </c:pt>
                <c:pt idx="44465">
                  <c:v>4</c:v>
                </c:pt>
                <c:pt idx="44466">
                  <c:v>1</c:v>
                </c:pt>
                <c:pt idx="44467">
                  <c:v>1</c:v>
                </c:pt>
                <c:pt idx="44468">
                  <c:v>1</c:v>
                </c:pt>
                <c:pt idx="44469">
                  <c:v>3</c:v>
                </c:pt>
                <c:pt idx="44470">
                  <c:v>2</c:v>
                </c:pt>
                <c:pt idx="44471">
                  <c:v>2</c:v>
                </c:pt>
                <c:pt idx="44472">
                  <c:v>2</c:v>
                </c:pt>
                <c:pt idx="44473">
                  <c:v>2</c:v>
                </c:pt>
                <c:pt idx="44474">
                  <c:v>7</c:v>
                </c:pt>
                <c:pt idx="44475">
                  <c:v>2</c:v>
                </c:pt>
                <c:pt idx="44476">
                  <c:v>1</c:v>
                </c:pt>
                <c:pt idx="44477">
                  <c:v>1</c:v>
                </c:pt>
                <c:pt idx="44478">
                  <c:v>1</c:v>
                </c:pt>
                <c:pt idx="44479">
                  <c:v>1</c:v>
                </c:pt>
                <c:pt idx="44480">
                  <c:v>2</c:v>
                </c:pt>
                <c:pt idx="44481">
                  <c:v>4</c:v>
                </c:pt>
                <c:pt idx="44482">
                  <c:v>2</c:v>
                </c:pt>
                <c:pt idx="44483">
                  <c:v>1</c:v>
                </c:pt>
                <c:pt idx="44484">
                  <c:v>2</c:v>
                </c:pt>
                <c:pt idx="44485">
                  <c:v>2</c:v>
                </c:pt>
                <c:pt idx="44486">
                  <c:v>2</c:v>
                </c:pt>
                <c:pt idx="44487">
                  <c:v>3</c:v>
                </c:pt>
                <c:pt idx="44488">
                  <c:v>2</c:v>
                </c:pt>
                <c:pt idx="44489">
                  <c:v>2</c:v>
                </c:pt>
                <c:pt idx="44490">
                  <c:v>2</c:v>
                </c:pt>
                <c:pt idx="44491">
                  <c:v>2</c:v>
                </c:pt>
                <c:pt idx="44492">
                  <c:v>3</c:v>
                </c:pt>
                <c:pt idx="44493">
                  <c:v>2</c:v>
                </c:pt>
                <c:pt idx="44494">
                  <c:v>2</c:v>
                </c:pt>
                <c:pt idx="44495">
                  <c:v>3</c:v>
                </c:pt>
                <c:pt idx="44496">
                  <c:v>3</c:v>
                </c:pt>
                <c:pt idx="44497">
                  <c:v>3</c:v>
                </c:pt>
                <c:pt idx="44498">
                  <c:v>3</c:v>
                </c:pt>
                <c:pt idx="44499">
                  <c:v>2</c:v>
                </c:pt>
                <c:pt idx="44500">
                  <c:v>2</c:v>
                </c:pt>
                <c:pt idx="44501">
                  <c:v>4</c:v>
                </c:pt>
                <c:pt idx="44502">
                  <c:v>1</c:v>
                </c:pt>
                <c:pt idx="44503">
                  <c:v>1</c:v>
                </c:pt>
                <c:pt idx="44504">
                  <c:v>2</c:v>
                </c:pt>
                <c:pt idx="44505">
                  <c:v>4</c:v>
                </c:pt>
                <c:pt idx="44506">
                  <c:v>4</c:v>
                </c:pt>
                <c:pt idx="44507">
                  <c:v>2</c:v>
                </c:pt>
                <c:pt idx="44508">
                  <c:v>2</c:v>
                </c:pt>
                <c:pt idx="44509">
                  <c:v>2</c:v>
                </c:pt>
                <c:pt idx="44510">
                  <c:v>2</c:v>
                </c:pt>
                <c:pt idx="44511">
                  <c:v>1</c:v>
                </c:pt>
                <c:pt idx="44512">
                  <c:v>2</c:v>
                </c:pt>
                <c:pt idx="44513">
                  <c:v>2</c:v>
                </c:pt>
                <c:pt idx="44514">
                  <c:v>2</c:v>
                </c:pt>
                <c:pt idx="44515">
                  <c:v>4</c:v>
                </c:pt>
                <c:pt idx="44516">
                  <c:v>1</c:v>
                </c:pt>
                <c:pt idx="44517">
                  <c:v>1</c:v>
                </c:pt>
                <c:pt idx="44518">
                  <c:v>2</c:v>
                </c:pt>
                <c:pt idx="44519">
                  <c:v>4</c:v>
                </c:pt>
                <c:pt idx="44520">
                  <c:v>1</c:v>
                </c:pt>
                <c:pt idx="44521">
                  <c:v>1</c:v>
                </c:pt>
                <c:pt idx="44522">
                  <c:v>3</c:v>
                </c:pt>
                <c:pt idx="44523">
                  <c:v>3</c:v>
                </c:pt>
                <c:pt idx="44524">
                  <c:v>1</c:v>
                </c:pt>
                <c:pt idx="44525">
                  <c:v>2</c:v>
                </c:pt>
                <c:pt idx="44526">
                  <c:v>2</c:v>
                </c:pt>
                <c:pt idx="44527">
                  <c:v>2</c:v>
                </c:pt>
                <c:pt idx="44528">
                  <c:v>1</c:v>
                </c:pt>
                <c:pt idx="44529">
                  <c:v>1</c:v>
                </c:pt>
                <c:pt idx="44530">
                  <c:v>2</c:v>
                </c:pt>
                <c:pt idx="44531">
                  <c:v>3</c:v>
                </c:pt>
                <c:pt idx="44532">
                  <c:v>2</c:v>
                </c:pt>
                <c:pt idx="44533">
                  <c:v>2</c:v>
                </c:pt>
                <c:pt idx="44534">
                  <c:v>1</c:v>
                </c:pt>
                <c:pt idx="44535">
                  <c:v>3</c:v>
                </c:pt>
                <c:pt idx="44536">
                  <c:v>3</c:v>
                </c:pt>
                <c:pt idx="44537">
                  <c:v>3</c:v>
                </c:pt>
                <c:pt idx="44538">
                  <c:v>3</c:v>
                </c:pt>
                <c:pt idx="44539">
                  <c:v>2</c:v>
                </c:pt>
                <c:pt idx="44540">
                  <c:v>2</c:v>
                </c:pt>
                <c:pt idx="44541">
                  <c:v>2</c:v>
                </c:pt>
                <c:pt idx="44542">
                  <c:v>2</c:v>
                </c:pt>
                <c:pt idx="44543">
                  <c:v>3</c:v>
                </c:pt>
                <c:pt idx="44544">
                  <c:v>3</c:v>
                </c:pt>
                <c:pt idx="44545">
                  <c:v>2</c:v>
                </c:pt>
                <c:pt idx="44546">
                  <c:v>2</c:v>
                </c:pt>
                <c:pt idx="44547">
                  <c:v>3</c:v>
                </c:pt>
                <c:pt idx="44548">
                  <c:v>2</c:v>
                </c:pt>
                <c:pt idx="44549">
                  <c:v>2</c:v>
                </c:pt>
                <c:pt idx="44550">
                  <c:v>3</c:v>
                </c:pt>
                <c:pt idx="44551">
                  <c:v>3</c:v>
                </c:pt>
                <c:pt idx="44552">
                  <c:v>2</c:v>
                </c:pt>
                <c:pt idx="44553">
                  <c:v>-2</c:v>
                </c:pt>
                <c:pt idx="44554">
                  <c:v>2</c:v>
                </c:pt>
                <c:pt idx="44555">
                  <c:v>2</c:v>
                </c:pt>
                <c:pt idx="44556">
                  <c:v>2</c:v>
                </c:pt>
                <c:pt idx="44557">
                  <c:v>2</c:v>
                </c:pt>
                <c:pt idx="44558">
                  <c:v>2</c:v>
                </c:pt>
                <c:pt idx="44559">
                  <c:v>2</c:v>
                </c:pt>
                <c:pt idx="44560">
                  <c:v>2</c:v>
                </c:pt>
                <c:pt idx="44561">
                  <c:v>1</c:v>
                </c:pt>
                <c:pt idx="44562">
                  <c:v>1</c:v>
                </c:pt>
                <c:pt idx="44563">
                  <c:v>1</c:v>
                </c:pt>
                <c:pt idx="44564">
                  <c:v>1</c:v>
                </c:pt>
                <c:pt idx="44565">
                  <c:v>1</c:v>
                </c:pt>
                <c:pt idx="44566">
                  <c:v>4</c:v>
                </c:pt>
                <c:pt idx="44567">
                  <c:v>-4</c:v>
                </c:pt>
                <c:pt idx="44568">
                  <c:v>1</c:v>
                </c:pt>
                <c:pt idx="44569">
                  <c:v>1</c:v>
                </c:pt>
                <c:pt idx="44570">
                  <c:v>1</c:v>
                </c:pt>
                <c:pt idx="44571">
                  <c:v>1</c:v>
                </c:pt>
                <c:pt idx="44572">
                  <c:v>1</c:v>
                </c:pt>
                <c:pt idx="44573">
                  <c:v>3</c:v>
                </c:pt>
                <c:pt idx="44574">
                  <c:v>4</c:v>
                </c:pt>
                <c:pt idx="44575">
                  <c:v>3</c:v>
                </c:pt>
                <c:pt idx="44576">
                  <c:v>1</c:v>
                </c:pt>
                <c:pt idx="44577">
                  <c:v>4</c:v>
                </c:pt>
                <c:pt idx="44578">
                  <c:v>3</c:v>
                </c:pt>
                <c:pt idx="44579">
                  <c:v>2</c:v>
                </c:pt>
                <c:pt idx="44580">
                  <c:v>2</c:v>
                </c:pt>
                <c:pt idx="44581">
                  <c:v>3</c:v>
                </c:pt>
                <c:pt idx="44582">
                  <c:v>3</c:v>
                </c:pt>
                <c:pt idx="44583">
                  <c:v>2</c:v>
                </c:pt>
                <c:pt idx="44584">
                  <c:v>3</c:v>
                </c:pt>
                <c:pt idx="44585">
                  <c:v>2</c:v>
                </c:pt>
                <c:pt idx="44586">
                  <c:v>1</c:v>
                </c:pt>
                <c:pt idx="44587">
                  <c:v>1</c:v>
                </c:pt>
                <c:pt idx="44588">
                  <c:v>1</c:v>
                </c:pt>
                <c:pt idx="44589">
                  <c:v>1</c:v>
                </c:pt>
                <c:pt idx="44590">
                  <c:v>1</c:v>
                </c:pt>
                <c:pt idx="44591">
                  <c:v>1</c:v>
                </c:pt>
                <c:pt idx="44592">
                  <c:v>1</c:v>
                </c:pt>
                <c:pt idx="44593">
                  <c:v>3</c:v>
                </c:pt>
                <c:pt idx="44594">
                  <c:v>5</c:v>
                </c:pt>
                <c:pt idx="44595">
                  <c:v>3</c:v>
                </c:pt>
                <c:pt idx="44596">
                  <c:v>8</c:v>
                </c:pt>
                <c:pt idx="44597">
                  <c:v>5</c:v>
                </c:pt>
                <c:pt idx="44598">
                  <c:v>4</c:v>
                </c:pt>
                <c:pt idx="44599">
                  <c:v>2</c:v>
                </c:pt>
                <c:pt idx="44600">
                  <c:v>2</c:v>
                </c:pt>
                <c:pt idx="44601">
                  <c:v>4</c:v>
                </c:pt>
                <c:pt idx="44602">
                  <c:v>4</c:v>
                </c:pt>
                <c:pt idx="44603">
                  <c:v>1</c:v>
                </c:pt>
                <c:pt idx="44604">
                  <c:v>1</c:v>
                </c:pt>
                <c:pt idx="44605">
                  <c:v>1</c:v>
                </c:pt>
                <c:pt idx="44606">
                  <c:v>1</c:v>
                </c:pt>
                <c:pt idx="44607">
                  <c:v>1</c:v>
                </c:pt>
                <c:pt idx="44608">
                  <c:v>3</c:v>
                </c:pt>
                <c:pt idx="44609">
                  <c:v>1</c:v>
                </c:pt>
                <c:pt idx="44610">
                  <c:v>1</c:v>
                </c:pt>
                <c:pt idx="44611">
                  <c:v>6</c:v>
                </c:pt>
                <c:pt idx="44612">
                  <c:v>6</c:v>
                </c:pt>
                <c:pt idx="44613">
                  <c:v>6</c:v>
                </c:pt>
                <c:pt idx="44614">
                  <c:v>6</c:v>
                </c:pt>
                <c:pt idx="44615">
                  <c:v>6</c:v>
                </c:pt>
                <c:pt idx="44616">
                  <c:v>6</c:v>
                </c:pt>
                <c:pt idx="44617">
                  <c:v>6</c:v>
                </c:pt>
                <c:pt idx="44618">
                  <c:v>6</c:v>
                </c:pt>
                <c:pt idx="44619">
                  <c:v>6</c:v>
                </c:pt>
                <c:pt idx="44620">
                  <c:v>6</c:v>
                </c:pt>
                <c:pt idx="44621">
                  <c:v>6</c:v>
                </c:pt>
                <c:pt idx="44622">
                  <c:v>6</c:v>
                </c:pt>
                <c:pt idx="44623">
                  <c:v>6</c:v>
                </c:pt>
                <c:pt idx="44624">
                  <c:v>5</c:v>
                </c:pt>
                <c:pt idx="44625">
                  <c:v>6</c:v>
                </c:pt>
                <c:pt idx="44626">
                  <c:v>6</c:v>
                </c:pt>
                <c:pt idx="44627">
                  <c:v>6</c:v>
                </c:pt>
                <c:pt idx="44628">
                  <c:v>6</c:v>
                </c:pt>
                <c:pt idx="44629">
                  <c:v>6</c:v>
                </c:pt>
                <c:pt idx="44630">
                  <c:v>6</c:v>
                </c:pt>
                <c:pt idx="44631">
                  <c:v>6</c:v>
                </c:pt>
                <c:pt idx="44632">
                  <c:v>5</c:v>
                </c:pt>
                <c:pt idx="44633">
                  <c:v>6</c:v>
                </c:pt>
                <c:pt idx="44634">
                  <c:v>2</c:v>
                </c:pt>
                <c:pt idx="44635">
                  <c:v>2</c:v>
                </c:pt>
                <c:pt idx="44636">
                  <c:v>2</c:v>
                </c:pt>
                <c:pt idx="44637">
                  <c:v>2</c:v>
                </c:pt>
                <c:pt idx="44638">
                  <c:v>13</c:v>
                </c:pt>
                <c:pt idx="44639">
                  <c:v>2</c:v>
                </c:pt>
                <c:pt idx="44640">
                  <c:v>7</c:v>
                </c:pt>
                <c:pt idx="44641">
                  <c:v>6</c:v>
                </c:pt>
                <c:pt idx="44642">
                  <c:v>3</c:v>
                </c:pt>
                <c:pt idx="44643">
                  <c:v>4</c:v>
                </c:pt>
                <c:pt idx="44644">
                  <c:v>2</c:v>
                </c:pt>
                <c:pt idx="44645">
                  <c:v>2</c:v>
                </c:pt>
                <c:pt idx="44646">
                  <c:v>2</c:v>
                </c:pt>
                <c:pt idx="44647">
                  <c:v>2</c:v>
                </c:pt>
                <c:pt idx="44648">
                  <c:v>2</c:v>
                </c:pt>
                <c:pt idx="44649">
                  <c:v>2</c:v>
                </c:pt>
                <c:pt idx="44650">
                  <c:v>2</c:v>
                </c:pt>
                <c:pt idx="44651">
                  <c:v>2</c:v>
                </c:pt>
                <c:pt idx="44652">
                  <c:v>2</c:v>
                </c:pt>
                <c:pt idx="44653">
                  <c:v>2</c:v>
                </c:pt>
                <c:pt idx="44654">
                  <c:v>2</c:v>
                </c:pt>
                <c:pt idx="44655">
                  <c:v>2</c:v>
                </c:pt>
                <c:pt idx="44656">
                  <c:v>-1</c:v>
                </c:pt>
                <c:pt idx="44657">
                  <c:v>3</c:v>
                </c:pt>
                <c:pt idx="44658">
                  <c:v>2</c:v>
                </c:pt>
                <c:pt idx="44659">
                  <c:v>1</c:v>
                </c:pt>
                <c:pt idx="44660">
                  <c:v>1</c:v>
                </c:pt>
                <c:pt idx="44661">
                  <c:v>1</c:v>
                </c:pt>
                <c:pt idx="44662">
                  <c:v>1</c:v>
                </c:pt>
                <c:pt idx="44663">
                  <c:v>1</c:v>
                </c:pt>
                <c:pt idx="44664">
                  <c:v>-1</c:v>
                </c:pt>
                <c:pt idx="44665">
                  <c:v>1</c:v>
                </c:pt>
                <c:pt idx="44666">
                  <c:v>1</c:v>
                </c:pt>
                <c:pt idx="44667">
                  <c:v>2</c:v>
                </c:pt>
                <c:pt idx="44668">
                  <c:v>1</c:v>
                </c:pt>
                <c:pt idx="44669">
                  <c:v>1</c:v>
                </c:pt>
                <c:pt idx="44670">
                  <c:v>1</c:v>
                </c:pt>
                <c:pt idx="44671">
                  <c:v>1</c:v>
                </c:pt>
                <c:pt idx="44672">
                  <c:v>1</c:v>
                </c:pt>
                <c:pt idx="44673">
                  <c:v>1</c:v>
                </c:pt>
                <c:pt idx="44674">
                  <c:v>1</c:v>
                </c:pt>
                <c:pt idx="44675">
                  <c:v>1</c:v>
                </c:pt>
                <c:pt idx="44676">
                  <c:v>1</c:v>
                </c:pt>
                <c:pt idx="44677">
                  <c:v>4</c:v>
                </c:pt>
                <c:pt idx="44678">
                  <c:v>5</c:v>
                </c:pt>
                <c:pt idx="44679">
                  <c:v>4</c:v>
                </c:pt>
                <c:pt idx="44680">
                  <c:v>3</c:v>
                </c:pt>
                <c:pt idx="44681">
                  <c:v>1</c:v>
                </c:pt>
                <c:pt idx="44682">
                  <c:v>1</c:v>
                </c:pt>
                <c:pt idx="44683">
                  <c:v>3</c:v>
                </c:pt>
                <c:pt idx="44684">
                  <c:v>3</c:v>
                </c:pt>
                <c:pt idx="44685">
                  <c:v>3</c:v>
                </c:pt>
                <c:pt idx="44686">
                  <c:v>5</c:v>
                </c:pt>
                <c:pt idx="44687">
                  <c:v>5</c:v>
                </c:pt>
                <c:pt idx="44688">
                  <c:v>2</c:v>
                </c:pt>
                <c:pt idx="44689">
                  <c:v>2</c:v>
                </c:pt>
                <c:pt idx="44690">
                  <c:v>3</c:v>
                </c:pt>
                <c:pt idx="44691">
                  <c:v>2</c:v>
                </c:pt>
                <c:pt idx="44692">
                  <c:v>3</c:v>
                </c:pt>
                <c:pt idx="44693">
                  <c:v>2</c:v>
                </c:pt>
                <c:pt idx="44694">
                  <c:v>3</c:v>
                </c:pt>
                <c:pt idx="44695">
                  <c:v>3</c:v>
                </c:pt>
                <c:pt idx="44696">
                  <c:v>2</c:v>
                </c:pt>
                <c:pt idx="44697">
                  <c:v>3</c:v>
                </c:pt>
                <c:pt idx="44698">
                  <c:v>3</c:v>
                </c:pt>
                <c:pt idx="44699">
                  <c:v>2</c:v>
                </c:pt>
                <c:pt idx="44700">
                  <c:v>2</c:v>
                </c:pt>
                <c:pt idx="44701">
                  <c:v>2</c:v>
                </c:pt>
                <c:pt idx="44702">
                  <c:v>1</c:v>
                </c:pt>
                <c:pt idx="44703">
                  <c:v>-2</c:v>
                </c:pt>
                <c:pt idx="44704">
                  <c:v>1</c:v>
                </c:pt>
                <c:pt idx="44705">
                  <c:v>1</c:v>
                </c:pt>
                <c:pt idx="44706">
                  <c:v>5</c:v>
                </c:pt>
                <c:pt idx="44707">
                  <c:v>5</c:v>
                </c:pt>
                <c:pt idx="44708">
                  <c:v>5</c:v>
                </c:pt>
                <c:pt idx="44709">
                  <c:v>2</c:v>
                </c:pt>
                <c:pt idx="44710">
                  <c:v>3</c:v>
                </c:pt>
                <c:pt idx="44711">
                  <c:v>2</c:v>
                </c:pt>
                <c:pt idx="44712">
                  <c:v>2</c:v>
                </c:pt>
                <c:pt idx="44713">
                  <c:v>4</c:v>
                </c:pt>
                <c:pt idx="44714">
                  <c:v>1</c:v>
                </c:pt>
                <c:pt idx="44715">
                  <c:v>3</c:v>
                </c:pt>
                <c:pt idx="44716">
                  <c:v>3</c:v>
                </c:pt>
                <c:pt idx="44717">
                  <c:v>3</c:v>
                </c:pt>
                <c:pt idx="44718">
                  <c:v>3</c:v>
                </c:pt>
                <c:pt idx="44719">
                  <c:v>2</c:v>
                </c:pt>
                <c:pt idx="44720">
                  <c:v>1</c:v>
                </c:pt>
                <c:pt idx="44721">
                  <c:v>3</c:v>
                </c:pt>
                <c:pt idx="44722">
                  <c:v>2</c:v>
                </c:pt>
                <c:pt idx="44723">
                  <c:v>3</c:v>
                </c:pt>
                <c:pt idx="44724">
                  <c:v>2</c:v>
                </c:pt>
                <c:pt idx="44725">
                  <c:v>4</c:v>
                </c:pt>
                <c:pt idx="44726">
                  <c:v>3</c:v>
                </c:pt>
                <c:pt idx="44727">
                  <c:v>-3</c:v>
                </c:pt>
                <c:pt idx="44728">
                  <c:v>2</c:v>
                </c:pt>
                <c:pt idx="44729">
                  <c:v>1</c:v>
                </c:pt>
                <c:pt idx="44730">
                  <c:v>1</c:v>
                </c:pt>
                <c:pt idx="44731">
                  <c:v>1</c:v>
                </c:pt>
                <c:pt idx="44732">
                  <c:v>6</c:v>
                </c:pt>
                <c:pt idx="44733">
                  <c:v>7</c:v>
                </c:pt>
                <c:pt idx="44734">
                  <c:v>10</c:v>
                </c:pt>
                <c:pt idx="44735">
                  <c:v>4</c:v>
                </c:pt>
                <c:pt idx="44736">
                  <c:v>2</c:v>
                </c:pt>
                <c:pt idx="44737">
                  <c:v>1</c:v>
                </c:pt>
                <c:pt idx="44738">
                  <c:v>2</c:v>
                </c:pt>
                <c:pt idx="44739">
                  <c:v>2</c:v>
                </c:pt>
                <c:pt idx="44740">
                  <c:v>3</c:v>
                </c:pt>
                <c:pt idx="44741">
                  <c:v>2</c:v>
                </c:pt>
                <c:pt idx="44742">
                  <c:v>4</c:v>
                </c:pt>
                <c:pt idx="44743">
                  <c:v>4</c:v>
                </c:pt>
                <c:pt idx="44744">
                  <c:v>3</c:v>
                </c:pt>
                <c:pt idx="44745">
                  <c:v>2</c:v>
                </c:pt>
                <c:pt idx="44746">
                  <c:v>2</c:v>
                </c:pt>
                <c:pt idx="44747">
                  <c:v>2</c:v>
                </c:pt>
                <c:pt idx="44748">
                  <c:v>2</c:v>
                </c:pt>
                <c:pt idx="44749">
                  <c:v>2</c:v>
                </c:pt>
                <c:pt idx="44750">
                  <c:v>2</c:v>
                </c:pt>
                <c:pt idx="44751">
                  <c:v>2</c:v>
                </c:pt>
                <c:pt idx="44752">
                  <c:v>1</c:v>
                </c:pt>
                <c:pt idx="44753">
                  <c:v>2</c:v>
                </c:pt>
                <c:pt idx="44754">
                  <c:v>6</c:v>
                </c:pt>
                <c:pt idx="44755">
                  <c:v>6</c:v>
                </c:pt>
                <c:pt idx="44756">
                  <c:v>8</c:v>
                </c:pt>
                <c:pt idx="44757">
                  <c:v>7</c:v>
                </c:pt>
                <c:pt idx="44758">
                  <c:v>1</c:v>
                </c:pt>
                <c:pt idx="44759">
                  <c:v>1</c:v>
                </c:pt>
                <c:pt idx="44760">
                  <c:v>1</c:v>
                </c:pt>
                <c:pt idx="44761">
                  <c:v>1</c:v>
                </c:pt>
                <c:pt idx="44762">
                  <c:v>2</c:v>
                </c:pt>
                <c:pt idx="44763">
                  <c:v>1</c:v>
                </c:pt>
                <c:pt idx="44764">
                  <c:v>2</c:v>
                </c:pt>
                <c:pt idx="44765">
                  <c:v>1</c:v>
                </c:pt>
                <c:pt idx="44766">
                  <c:v>1</c:v>
                </c:pt>
                <c:pt idx="44767">
                  <c:v>1</c:v>
                </c:pt>
                <c:pt idx="44768">
                  <c:v>3</c:v>
                </c:pt>
                <c:pt idx="44769">
                  <c:v>3</c:v>
                </c:pt>
                <c:pt idx="44770">
                  <c:v>2</c:v>
                </c:pt>
                <c:pt idx="44771">
                  <c:v>1</c:v>
                </c:pt>
                <c:pt idx="44772">
                  <c:v>3</c:v>
                </c:pt>
                <c:pt idx="44773">
                  <c:v>2</c:v>
                </c:pt>
                <c:pt idx="44774">
                  <c:v>2</c:v>
                </c:pt>
                <c:pt idx="44775">
                  <c:v>2</c:v>
                </c:pt>
                <c:pt idx="44776">
                  <c:v>1</c:v>
                </c:pt>
                <c:pt idx="44777">
                  <c:v>1</c:v>
                </c:pt>
                <c:pt idx="44778">
                  <c:v>2</c:v>
                </c:pt>
                <c:pt idx="44779">
                  <c:v>2</c:v>
                </c:pt>
                <c:pt idx="44780">
                  <c:v>2</c:v>
                </c:pt>
                <c:pt idx="44781">
                  <c:v>2</c:v>
                </c:pt>
                <c:pt idx="44782">
                  <c:v>1</c:v>
                </c:pt>
                <c:pt idx="44783">
                  <c:v>2</c:v>
                </c:pt>
                <c:pt idx="44784">
                  <c:v>2</c:v>
                </c:pt>
                <c:pt idx="44785">
                  <c:v>3</c:v>
                </c:pt>
                <c:pt idx="44786">
                  <c:v>3</c:v>
                </c:pt>
                <c:pt idx="44787">
                  <c:v>2</c:v>
                </c:pt>
                <c:pt idx="44788">
                  <c:v>2</c:v>
                </c:pt>
                <c:pt idx="44789">
                  <c:v>2</c:v>
                </c:pt>
                <c:pt idx="44790">
                  <c:v>2</c:v>
                </c:pt>
                <c:pt idx="44791">
                  <c:v>2</c:v>
                </c:pt>
                <c:pt idx="44792">
                  <c:v>2</c:v>
                </c:pt>
                <c:pt idx="44793">
                  <c:v>2</c:v>
                </c:pt>
                <c:pt idx="44794">
                  <c:v>4</c:v>
                </c:pt>
                <c:pt idx="44795">
                  <c:v>2</c:v>
                </c:pt>
                <c:pt idx="44796">
                  <c:v>2</c:v>
                </c:pt>
                <c:pt idx="44797">
                  <c:v>2</c:v>
                </c:pt>
                <c:pt idx="44798">
                  <c:v>2</c:v>
                </c:pt>
                <c:pt idx="44799">
                  <c:v>2</c:v>
                </c:pt>
                <c:pt idx="44800">
                  <c:v>2</c:v>
                </c:pt>
                <c:pt idx="44801">
                  <c:v>2</c:v>
                </c:pt>
                <c:pt idx="44802">
                  <c:v>2</c:v>
                </c:pt>
                <c:pt idx="44803">
                  <c:v>3</c:v>
                </c:pt>
                <c:pt idx="44804">
                  <c:v>4</c:v>
                </c:pt>
                <c:pt idx="44805">
                  <c:v>4</c:v>
                </c:pt>
                <c:pt idx="44806">
                  <c:v>5</c:v>
                </c:pt>
                <c:pt idx="44807">
                  <c:v>5</c:v>
                </c:pt>
                <c:pt idx="44808">
                  <c:v>5</c:v>
                </c:pt>
                <c:pt idx="44809">
                  <c:v>1</c:v>
                </c:pt>
                <c:pt idx="44810">
                  <c:v>1</c:v>
                </c:pt>
                <c:pt idx="44811">
                  <c:v>1</c:v>
                </c:pt>
                <c:pt idx="44812">
                  <c:v>1</c:v>
                </c:pt>
                <c:pt idx="44813">
                  <c:v>1</c:v>
                </c:pt>
                <c:pt idx="44814">
                  <c:v>1</c:v>
                </c:pt>
                <c:pt idx="44815">
                  <c:v>1</c:v>
                </c:pt>
                <c:pt idx="44816">
                  <c:v>1</c:v>
                </c:pt>
                <c:pt idx="44817">
                  <c:v>1</c:v>
                </c:pt>
                <c:pt idx="44818">
                  <c:v>1</c:v>
                </c:pt>
                <c:pt idx="44819">
                  <c:v>2</c:v>
                </c:pt>
                <c:pt idx="44820">
                  <c:v>5</c:v>
                </c:pt>
                <c:pt idx="44821">
                  <c:v>2</c:v>
                </c:pt>
                <c:pt idx="44822">
                  <c:v>1</c:v>
                </c:pt>
                <c:pt idx="44823">
                  <c:v>1</c:v>
                </c:pt>
                <c:pt idx="44824">
                  <c:v>5</c:v>
                </c:pt>
                <c:pt idx="44825">
                  <c:v>5</c:v>
                </c:pt>
                <c:pt idx="44826">
                  <c:v>5</c:v>
                </c:pt>
                <c:pt idx="44827">
                  <c:v>5</c:v>
                </c:pt>
                <c:pt idx="44828">
                  <c:v>5</c:v>
                </c:pt>
                <c:pt idx="44829">
                  <c:v>5</c:v>
                </c:pt>
                <c:pt idx="44830">
                  <c:v>5</c:v>
                </c:pt>
                <c:pt idx="44831">
                  <c:v>5</c:v>
                </c:pt>
                <c:pt idx="44832">
                  <c:v>5</c:v>
                </c:pt>
                <c:pt idx="44833">
                  <c:v>1</c:v>
                </c:pt>
                <c:pt idx="44834">
                  <c:v>1</c:v>
                </c:pt>
                <c:pt idx="44835">
                  <c:v>1</c:v>
                </c:pt>
                <c:pt idx="44836">
                  <c:v>1</c:v>
                </c:pt>
                <c:pt idx="44837">
                  <c:v>1</c:v>
                </c:pt>
                <c:pt idx="44838">
                  <c:v>1</c:v>
                </c:pt>
                <c:pt idx="44839">
                  <c:v>1</c:v>
                </c:pt>
                <c:pt idx="44840">
                  <c:v>1</c:v>
                </c:pt>
                <c:pt idx="44841">
                  <c:v>3</c:v>
                </c:pt>
                <c:pt idx="44842">
                  <c:v>4</c:v>
                </c:pt>
                <c:pt idx="44843">
                  <c:v>1</c:v>
                </c:pt>
                <c:pt idx="44844">
                  <c:v>3</c:v>
                </c:pt>
                <c:pt idx="44845">
                  <c:v>4</c:v>
                </c:pt>
                <c:pt idx="44846">
                  <c:v>3</c:v>
                </c:pt>
                <c:pt idx="44847">
                  <c:v>4</c:v>
                </c:pt>
                <c:pt idx="44848">
                  <c:v>2</c:v>
                </c:pt>
                <c:pt idx="44849">
                  <c:v>4</c:v>
                </c:pt>
                <c:pt idx="44850">
                  <c:v>3</c:v>
                </c:pt>
                <c:pt idx="44851">
                  <c:v>3</c:v>
                </c:pt>
                <c:pt idx="44852">
                  <c:v>2</c:v>
                </c:pt>
                <c:pt idx="44853">
                  <c:v>4</c:v>
                </c:pt>
                <c:pt idx="44854">
                  <c:v>2</c:v>
                </c:pt>
                <c:pt idx="44855">
                  <c:v>2</c:v>
                </c:pt>
                <c:pt idx="44856">
                  <c:v>2</c:v>
                </c:pt>
                <c:pt idx="44857">
                  <c:v>2</c:v>
                </c:pt>
                <c:pt idx="44858">
                  <c:v>2</c:v>
                </c:pt>
                <c:pt idx="44859">
                  <c:v>2</c:v>
                </c:pt>
                <c:pt idx="44860">
                  <c:v>1</c:v>
                </c:pt>
                <c:pt idx="44861">
                  <c:v>1</c:v>
                </c:pt>
                <c:pt idx="44862">
                  <c:v>2</c:v>
                </c:pt>
                <c:pt idx="44863">
                  <c:v>2</c:v>
                </c:pt>
                <c:pt idx="44864">
                  <c:v>3</c:v>
                </c:pt>
                <c:pt idx="44865">
                  <c:v>3</c:v>
                </c:pt>
                <c:pt idx="44866">
                  <c:v>3</c:v>
                </c:pt>
                <c:pt idx="44867">
                  <c:v>3</c:v>
                </c:pt>
                <c:pt idx="44868">
                  <c:v>3</c:v>
                </c:pt>
                <c:pt idx="44869">
                  <c:v>3</c:v>
                </c:pt>
                <c:pt idx="44870">
                  <c:v>2</c:v>
                </c:pt>
                <c:pt idx="44871">
                  <c:v>3</c:v>
                </c:pt>
                <c:pt idx="44872">
                  <c:v>3</c:v>
                </c:pt>
                <c:pt idx="44873">
                  <c:v>1</c:v>
                </c:pt>
                <c:pt idx="44874">
                  <c:v>4</c:v>
                </c:pt>
                <c:pt idx="44875">
                  <c:v>4</c:v>
                </c:pt>
                <c:pt idx="44876">
                  <c:v>4</c:v>
                </c:pt>
                <c:pt idx="44877">
                  <c:v>3</c:v>
                </c:pt>
                <c:pt idx="44878">
                  <c:v>4</c:v>
                </c:pt>
                <c:pt idx="44879">
                  <c:v>5</c:v>
                </c:pt>
                <c:pt idx="44880">
                  <c:v>4</c:v>
                </c:pt>
                <c:pt idx="44881">
                  <c:v>4</c:v>
                </c:pt>
                <c:pt idx="44882">
                  <c:v>2</c:v>
                </c:pt>
                <c:pt idx="44883">
                  <c:v>4</c:v>
                </c:pt>
                <c:pt idx="44884">
                  <c:v>2</c:v>
                </c:pt>
                <c:pt idx="44885">
                  <c:v>4</c:v>
                </c:pt>
                <c:pt idx="44886">
                  <c:v>4</c:v>
                </c:pt>
                <c:pt idx="44887">
                  <c:v>4</c:v>
                </c:pt>
                <c:pt idx="44888">
                  <c:v>5</c:v>
                </c:pt>
                <c:pt idx="44889">
                  <c:v>-4</c:v>
                </c:pt>
                <c:pt idx="44890">
                  <c:v>4</c:v>
                </c:pt>
                <c:pt idx="44891">
                  <c:v>3</c:v>
                </c:pt>
                <c:pt idx="44892">
                  <c:v>1</c:v>
                </c:pt>
                <c:pt idx="44893">
                  <c:v>1</c:v>
                </c:pt>
                <c:pt idx="44894">
                  <c:v>1</c:v>
                </c:pt>
                <c:pt idx="44895">
                  <c:v>2</c:v>
                </c:pt>
                <c:pt idx="44896">
                  <c:v>1</c:v>
                </c:pt>
                <c:pt idx="44897">
                  <c:v>2</c:v>
                </c:pt>
                <c:pt idx="44898">
                  <c:v>1</c:v>
                </c:pt>
                <c:pt idx="44899">
                  <c:v>1</c:v>
                </c:pt>
                <c:pt idx="44900">
                  <c:v>2</c:v>
                </c:pt>
                <c:pt idx="44901">
                  <c:v>1</c:v>
                </c:pt>
                <c:pt idx="44902">
                  <c:v>1</c:v>
                </c:pt>
                <c:pt idx="44903">
                  <c:v>1</c:v>
                </c:pt>
                <c:pt idx="44904">
                  <c:v>1</c:v>
                </c:pt>
                <c:pt idx="44905">
                  <c:v>1</c:v>
                </c:pt>
                <c:pt idx="44906">
                  <c:v>1</c:v>
                </c:pt>
                <c:pt idx="44907">
                  <c:v>1</c:v>
                </c:pt>
                <c:pt idx="44908">
                  <c:v>1</c:v>
                </c:pt>
                <c:pt idx="44909">
                  <c:v>1</c:v>
                </c:pt>
                <c:pt idx="44910">
                  <c:v>1</c:v>
                </c:pt>
                <c:pt idx="44911">
                  <c:v>2</c:v>
                </c:pt>
                <c:pt idx="44912">
                  <c:v>1</c:v>
                </c:pt>
                <c:pt idx="44913">
                  <c:v>1</c:v>
                </c:pt>
                <c:pt idx="44914">
                  <c:v>1</c:v>
                </c:pt>
                <c:pt idx="44915">
                  <c:v>1</c:v>
                </c:pt>
                <c:pt idx="44916">
                  <c:v>1</c:v>
                </c:pt>
                <c:pt idx="44917">
                  <c:v>1</c:v>
                </c:pt>
                <c:pt idx="44918">
                  <c:v>2</c:v>
                </c:pt>
                <c:pt idx="44919">
                  <c:v>1</c:v>
                </c:pt>
                <c:pt idx="44920">
                  <c:v>1</c:v>
                </c:pt>
                <c:pt idx="44921">
                  <c:v>2</c:v>
                </c:pt>
                <c:pt idx="44922">
                  <c:v>1</c:v>
                </c:pt>
                <c:pt idx="44923">
                  <c:v>1</c:v>
                </c:pt>
                <c:pt idx="44924">
                  <c:v>2</c:v>
                </c:pt>
                <c:pt idx="44925">
                  <c:v>1</c:v>
                </c:pt>
                <c:pt idx="44926">
                  <c:v>1</c:v>
                </c:pt>
                <c:pt idx="44927">
                  <c:v>1</c:v>
                </c:pt>
                <c:pt idx="44928">
                  <c:v>2</c:v>
                </c:pt>
                <c:pt idx="44929">
                  <c:v>1</c:v>
                </c:pt>
                <c:pt idx="44930">
                  <c:v>2</c:v>
                </c:pt>
                <c:pt idx="44931">
                  <c:v>2</c:v>
                </c:pt>
                <c:pt idx="44932">
                  <c:v>1</c:v>
                </c:pt>
                <c:pt idx="44933">
                  <c:v>2</c:v>
                </c:pt>
                <c:pt idx="44934">
                  <c:v>5</c:v>
                </c:pt>
                <c:pt idx="44935">
                  <c:v>4</c:v>
                </c:pt>
                <c:pt idx="44936">
                  <c:v>1</c:v>
                </c:pt>
                <c:pt idx="44937">
                  <c:v>2</c:v>
                </c:pt>
                <c:pt idx="44938">
                  <c:v>6</c:v>
                </c:pt>
                <c:pt idx="44939">
                  <c:v>2</c:v>
                </c:pt>
                <c:pt idx="44940">
                  <c:v>2</c:v>
                </c:pt>
                <c:pt idx="44941">
                  <c:v>2</c:v>
                </c:pt>
                <c:pt idx="44942">
                  <c:v>4</c:v>
                </c:pt>
                <c:pt idx="44943">
                  <c:v>2</c:v>
                </c:pt>
                <c:pt idx="44944">
                  <c:v>2</c:v>
                </c:pt>
                <c:pt idx="44945">
                  <c:v>2</c:v>
                </c:pt>
                <c:pt idx="44946">
                  <c:v>4</c:v>
                </c:pt>
                <c:pt idx="44947">
                  <c:v>2</c:v>
                </c:pt>
                <c:pt idx="44948">
                  <c:v>6</c:v>
                </c:pt>
                <c:pt idx="44949">
                  <c:v>4</c:v>
                </c:pt>
                <c:pt idx="44950">
                  <c:v>1</c:v>
                </c:pt>
                <c:pt idx="44951">
                  <c:v>3</c:v>
                </c:pt>
                <c:pt idx="44952">
                  <c:v>4</c:v>
                </c:pt>
                <c:pt idx="44953">
                  <c:v>5</c:v>
                </c:pt>
                <c:pt idx="44954">
                  <c:v>4</c:v>
                </c:pt>
                <c:pt idx="44955">
                  <c:v>4</c:v>
                </c:pt>
                <c:pt idx="44956">
                  <c:v>2</c:v>
                </c:pt>
                <c:pt idx="44957">
                  <c:v>2</c:v>
                </c:pt>
                <c:pt idx="44958">
                  <c:v>5</c:v>
                </c:pt>
                <c:pt idx="44959">
                  <c:v>4</c:v>
                </c:pt>
                <c:pt idx="44960">
                  <c:v>2</c:v>
                </c:pt>
                <c:pt idx="44961">
                  <c:v>1</c:v>
                </c:pt>
                <c:pt idx="44962">
                  <c:v>1</c:v>
                </c:pt>
                <c:pt idx="44963">
                  <c:v>1</c:v>
                </c:pt>
                <c:pt idx="44964">
                  <c:v>1</c:v>
                </c:pt>
                <c:pt idx="44965">
                  <c:v>1</c:v>
                </c:pt>
                <c:pt idx="44966">
                  <c:v>1</c:v>
                </c:pt>
                <c:pt idx="44967">
                  <c:v>1</c:v>
                </c:pt>
                <c:pt idx="44968">
                  <c:v>1</c:v>
                </c:pt>
                <c:pt idx="44969">
                  <c:v>2</c:v>
                </c:pt>
                <c:pt idx="44970">
                  <c:v>1</c:v>
                </c:pt>
                <c:pt idx="44971">
                  <c:v>1</c:v>
                </c:pt>
                <c:pt idx="44972">
                  <c:v>1</c:v>
                </c:pt>
                <c:pt idx="44973">
                  <c:v>1</c:v>
                </c:pt>
                <c:pt idx="44974">
                  <c:v>1</c:v>
                </c:pt>
                <c:pt idx="44975">
                  <c:v>1</c:v>
                </c:pt>
                <c:pt idx="44976">
                  <c:v>1</c:v>
                </c:pt>
                <c:pt idx="44977">
                  <c:v>2</c:v>
                </c:pt>
                <c:pt idx="44978">
                  <c:v>4</c:v>
                </c:pt>
                <c:pt idx="44979">
                  <c:v>2</c:v>
                </c:pt>
                <c:pt idx="44980">
                  <c:v>4</c:v>
                </c:pt>
                <c:pt idx="44981">
                  <c:v>4</c:v>
                </c:pt>
                <c:pt idx="44982">
                  <c:v>2</c:v>
                </c:pt>
                <c:pt idx="44983">
                  <c:v>3</c:v>
                </c:pt>
                <c:pt idx="44984">
                  <c:v>3</c:v>
                </c:pt>
                <c:pt idx="44985">
                  <c:v>1</c:v>
                </c:pt>
                <c:pt idx="44986">
                  <c:v>1</c:v>
                </c:pt>
                <c:pt idx="44987">
                  <c:v>1</c:v>
                </c:pt>
                <c:pt idx="44988">
                  <c:v>1</c:v>
                </c:pt>
                <c:pt idx="44989">
                  <c:v>1</c:v>
                </c:pt>
                <c:pt idx="44990">
                  <c:v>1</c:v>
                </c:pt>
                <c:pt idx="44991">
                  <c:v>1</c:v>
                </c:pt>
                <c:pt idx="44992">
                  <c:v>1</c:v>
                </c:pt>
                <c:pt idx="44993">
                  <c:v>1</c:v>
                </c:pt>
                <c:pt idx="44994">
                  <c:v>1</c:v>
                </c:pt>
                <c:pt idx="44995">
                  <c:v>1</c:v>
                </c:pt>
                <c:pt idx="44996">
                  <c:v>1</c:v>
                </c:pt>
                <c:pt idx="44997">
                  <c:v>1</c:v>
                </c:pt>
                <c:pt idx="44998">
                  <c:v>2</c:v>
                </c:pt>
                <c:pt idx="44999">
                  <c:v>2</c:v>
                </c:pt>
                <c:pt idx="45000">
                  <c:v>1</c:v>
                </c:pt>
                <c:pt idx="45001">
                  <c:v>3</c:v>
                </c:pt>
                <c:pt idx="45002">
                  <c:v>3</c:v>
                </c:pt>
                <c:pt idx="45003">
                  <c:v>1</c:v>
                </c:pt>
                <c:pt idx="45004">
                  <c:v>1</c:v>
                </c:pt>
                <c:pt idx="45005">
                  <c:v>1</c:v>
                </c:pt>
                <c:pt idx="45006">
                  <c:v>1</c:v>
                </c:pt>
                <c:pt idx="45007">
                  <c:v>1</c:v>
                </c:pt>
                <c:pt idx="45008">
                  <c:v>1</c:v>
                </c:pt>
                <c:pt idx="45009">
                  <c:v>2</c:v>
                </c:pt>
                <c:pt idx="45010">
                  <c:v>2</c:v>
                </c:pt>
                <c:pt idx="45011">
                  <c:v>2</c:v>
                </c:pt>
                <c:pt idx="45012">
                  <c:v>1</c:v>
                </c:pt>
                <c:pt idx="45013">
                  <c:v>4</c:v>
                </c:pt>
                <c:pt idx="45014">
                  <c:v>2</c:v>
                </c:pt>
                <c:pt idx="45015">
                  <c:v>2</c:v>
                </c:pt>
                <c:pt idx="45016">
                  <c:v>2</c:v>
                </c:pt>
                <c:pt idx="45017">
                  <c:v>2</c:v>
                </c:pt>
                <c:pt idx="45018">
                  <c:v>2</c:v>
                </c:pt>
                <c:pt idx="45019">
                  <c:v>2</c:v>
                </c:pt>
                <c:pt idx="45020">
                  <c:v>1</c:v>
                </c:pt>
                <c:pt idx="45021">
                  <c:v>1</c:v>
                </c:pt>
                <c:pt idx="45022">
                  <c:v>2</c:v>
                </c:pt>
                <c:pt idx="45023">
                  <c:v>2</c:v>
                </c:pt>
                <c:pt idx="45024">
                  <c:v>2</c:v>
                </c:pt>
                <c:pt idx="45025">
                  <c:v>1</c:v>
                </c:pt>
                <c:pt idx="45026">
                  <c:v>2</c:v>
                </c:pt>
                <c:pt idx="45027">
                  <c:v>1</c:v>
                </c:pt>
                <c:pt idx="45028">
                  <c:v>2</c:v>
                </c:pt>
                <c:pt idx="45029">
                  <c:v>2</c:v>
                </c:pt>
                <c:pt idx="45030">
                  <c:v>2</c:v>
                </c:pt>
                <c:pt idx="45031">
                  <c:v>2</c:v>
                </c:pt>
                <c:pt idx="45032">
                  <c:v>2</c:v>
                </c:pt>
                <c:pt idx="45033">
                  <c:v>5</c:v>
                </c:pt>
                <c:pt idx="45034">
                  <c:v>2</c:v>
                </c:pt>
                <c:pt idx="45035">
                  <c:v>2</c:v>
                </c:pt>
                <c:pt idx="45036">
                  <c:v>2</c:v>
                </c:pt>
                <c:pt idx="45037">
                  <c:v>5</c:v>
                </c:pt>
                <c:pt idx="45038">
                  <c:v>5</c:v>
                </c:pt>
                <c:pt idx="45039">
                  <c:v>2</c:v>
                </c:pt>
                <c:pt idx="45040">
                  <c:v>2</c:v>
                </c:pt>
                <c:pt idx="45041">
                  <c:v>1</c:v>
                </c:pt>
                <c:pt idx="45042">
                  <c:v>2</c:v>
                </c:pt>
                <c:pt idx="45043">
                  <c:v>1</c:v>
                </c:pt>
                <c:pt idx="45044">
                  <c:v>1</c:v>
                </c:pt>
                <c:pt idx="45045">
                  <c:v>2</c:v>
                </c:pt>
                <c:pt idx="45046">
                  <c:v>1</c:v>
                </c:pt>
                <c:pt idx="45047">
                  <c:v>1</c:v>
                </c:pt>
                <c:pt idx="45048">
                  <c:v>2</c:v>
                </c:pt>
                <c:pt idx="45049">
                  <c:v>4</c:v>
                </c:pt>
                <c:pt idx="45050">
                  <c:v>4</c:v>
                </c:pt>
                <c:pt idx="45051">
                  <c:v>3</c:v>
                </c:pt>
                <c:pt idx="45052">
                  <c:v>4</c:v>
                </c:pt>
                <c:pt idx="45053">
                  <c:v>4</c:v>
                </c:pt>
                <c:pt idx="45054">
                  <c:v>4</c:v>
                </c:pt>
                <c:pt idx="45055">
                  <c:v>3</c:v>
                </c:pt>
                <c:pt idx="45056">
                  <c:v>1</c:v>
                </c:pt>
                <c:pt idx="45057">
                  <c:v>2</c:v>
                </c:pt>
                <c:pt idx="45058">
                  <c:v>1</c:v>
                </c:pt>
                <c:pt idx="45059">
                  <c:v>1</c:v>
                </c:pt>
                <c:pt idx="45060">
                  <c:v>1</c:v>
                </c:pt>
                <c:pt idx="45061">
                  <c:v>1</c:v>
                </c:pt>
                <c:pt idx="45062">
                  <c:v>1</c:v>
                </c:pt>
                <c:pt idx="45063">
                  <c:v>9</c:v>
                </c:pt>
                <c:pt idx="45064">
                  <c:v>4</c:v>
                </c:pt>
                <c:pt idx="45065">
                  <c:v>9</c:v>
                </c:pt>
                <c:pt idx="45066">
                  <c:v>2</c:v>
                </c:pt>
                <c:pt idx="45067">
                  <c:v>2</c:v>
                </c:pt>
                <c:pt idx="45068">
                  <c:v>2</c:v>
                </c:pt>
                <c:pt idx="45069">
                  <c:v>2</c:v>
                </c:pt>
                <c:pt idx="45070">
                  <c:v>1</c:v>
                </c:pt>
                <c:pt idx="45071">
                  <c:v>1</c:v>
                </c:pt>
                <c:pt idx="45072">
                  <c:v>4</c:v>
                </c:pt>
                <c:pt idx="45073">
                  <c:v>3</c:v>
                </c:pt>
                <c:pt idx="45074">
                  <c:v>3</c:v>
                </c:pt>
                <c:pt idx="45075">
                  <c:v>4</c:v>
                </c:pt>
                <c:pt idx="45076">
                  <c:v>2</c:v>
                </c:pt>
                <c:pt idx="45077">
                  <c:v>5</c:v>
                </c:pt>
                <c:pt idx="45078">
                  <c:v>1</c:v>
                </c:pt>
                <c:pt idx="45079">
                  <c:v>3</c:v>
                </c:pt>
                <c:pt idx="45080">
                  <c:v>1</c:v>
                </c:pt>
                <c:pt idx="45081">
                  <c:v>3</c:v>
                </c:pt>
                <c:pt idx="45082">
                  <c:v>4</c:v>
                </c:pt>
                <c:pt idx="45083">
                  <c:v>5</c:v>
                </c:pt>
                <c:pt idx="45084">
                  <c:v>5</c:v>
                </c:pt>
                <c:pt idx="45085">
                  <c:v>3</c:v>
                </c:pt>
                <c:pt idx="45086">
                  <c:v>4</c:v>
                </c:pt>
                <c:pt idx="45087">
                  <c:v>2</c:v>
                </c:pt>
                <c:pt idx="45088">
                  <c:v>3</c:v>
                </c:pt>
                <c:pt idx="45089">
                  <c:v>2</c:v>
                </c:pt>
                <c:pt idx="45090">
                  <c:v>4</c:v>
                </c:pt>
                <c:pt idx="45091">
                  <c:v>4</c:v>
                </c:pt>
                <c:pt idx="45092">
                  <c:v>3</c:v>
                </c:pt>
                <c:pt idx="45093">
                  <c:v>3</c:v>
                </c:pt>
                <c:pt idx="45094">
                  <c:v>2</c:v>
                </c:pt>
                <c:pt idx="45095">
                  <c:v>2</c:v>
                </c:pt>
                <c:pt idx="45096">
                  <c:v>3</c:v>
                </c:pt>
                <c:pt idx="45097">
                  <c:v>2</c:v>
                </c:pt>
                <c:pt idx="45098">
                  <c:v>3</c:v>
                </c:pt>
                <c:pt idx="45099">
                  <c:v>2</c:v>
                </c:pt>
                <c:pt idx="45100">
                  <c:v>2</c:v>
                </c:pt>
                <c:pt idx="45101">
                  <c:v>6</c:v>
                </c:pt>
                <c:pt idx="45102">
                  <c:v>2</c:v>
                </c:pt>
                <c:pt idx="45103">
                  <c:v>2</c:v>
                </c:pt>
                <c:pt idx="45104">
                  <c:v>2</c:v>
                </c:pt>
                <c:pt idx="45105">
                  <c:v>2</c:v>
                </c:pt>
                <c:pt idx="45106">
                  <c:v>2</c:v>
                </c:pt>
                <c:pt idx="45107">
                  <c:v>2</c:v>
                </c:pt>
                <c:pt idx="45108">
                  <c:v>1</c:v>
                </c:pt>
                <c:pt idx="45109">
                  <c:v>4</c:v>
                </c:pt>
                <c:pt idx="45110">
                  <c:v>2</c:v>
                </c:pt>
                <c:pt idx="45111">
                  <c:v>1</c:v>
                </c:pt>
                <c:pt idx="45112">
                  <c:v>2</c:v>
                </c:pt>
                <c:pt idx="45113">
                  <c:v>2</c:v>
                </c:pt>
                <c:pt idx="45114">
                  <c:v>1</c:v>
                </c:pt>
                <c:pt idx="45115">
                  <c:v>2</c:v>
                </c:pt>
                <c:pt idx="45116">
                  <c:v>3</c:v>
                </c:pt>
                <c:pt idx="45117">
                  <c:v>3</c:v>
                </c:pt>
                <c:pt idx="45118">
                  <c:v>3</c:v>
                </c:pt>
                <c:pt idx="45119">
                  <c:v>2</c:v>
                </c:pt>
                <c:pt idx="45120">
                  <c:v>2</c:v>
                </c:pt>
                <c:pt idx="45121">
                  <c:v>1</c:v>
                </c:pt>
                <c:pt idx="45122">
                  <c:v>1</c:v>
                </c:pt>
                <c:pt idx="45123">
                  <c:v>1</c:v>
                </c:pt>
                <c:pt idx="45124">
                  <c:v>1</c:v>
                </c:pt>
                <c:pt idx="45125">
                  <c:v>1</c:v>
                </c:pt>
                <c:pt idx="45126">
                  <c:v>1</c:v>
                </c:pt>
                <c:pt idx="45127">
                  <c:v>1</c:v>
                </c:pt>
                <c:pt idx="45128">
                  <c:v>2</c:v>
                </c:pt>
                <c:pt idx="45129">
                  <c:v>1</c:v>
                </c:pt>
                <c:pt idx="45130">
                  <c:v>2</c:v>
                </c:pt>
                <c:pt idx="45131">
                  <c:v>1</c:v>
                </c:pt>
                <c:pt idx="45132">
                  <c:v>1</c:v>
                </c:pt>
                <c:pt idx="45133">
                  <c:v>1</c:v>
                </c:pt>
                <c:pt idx="45134">
                  <c:v>1</c:v>
                </c:pt>
                <c:pt idx="45135">
                  <c:v>1</c:v>
                </c:pt>
                <c:pt idx="45136">
                  <c:v>1</c:v>
                </c:pt>
                <c:pt idx="45137">
                  <c:v>1</c:v>
                </c:pt>
                <c:pt idx="45138">
                  <c:v>-2</c:v>
                </c:pt>
                <c:pt idx="45139">
                  <c:v>2</c:v>
                </c:pt>
                <c:pt idx="45140">
                  <c:v>3</c:v>
                </c:pt>
                <c:pt idx="45141">
                  <c:v>3</c:v>
                </c:pt>
                <c:pt idx="45142">
                  <c:v>1</c:v>
                </c:pt>
                <c:pt idx="45143">
                  <c:v>1</c:v>
                </c:pt>
                <c:pt idx="45144">
                  <c:v>3</c:v>
                </c:pt>
                <c:pt idx="45145">
                  <c:v>3</c:v>
                </c:pt>
                <c:pt idx="45146">
                  <c:v>3</c:v>
                </c:pt>
                <c:pt idx="45147">
                  <c:v>3</c:v>
                </c:pt>
                <c:pt idx="45148">
                  <c:v>3</c:v>
                </c:pt>
                <c:pt idx="45149">
                  <c:v>3</c:v>
                </c:pt>
                <c:pt idx="45150">
                  <c:v>5</c:v>
                </c:pt>
                <c:pt idx="45151">
                  <c:v>5</c:v>
                </c:pt>
                <c:pt idx="45152">
                  <c:v>4</c:v>
                </c:pt>
                <c:pt idx="45153">
                  <c:v>4</c:v>
                </c:pt>
                <c:pt idx="45154">
                  <c:v>5</c:v>
                </c:pt>
                <c:pt idx="45155">
                  <c:v>5</c:v>
                </c:pt>
                <c:pt idx="45156">
                  <c:v>4</c:v>
                </c:pt>
                <c:pt idx="45157">
                  <c:v>4</c:v>
                </c:pt>
                <c:pt idx="45158">
                  <c:v>4</c:v>
                </c:pt>
                <c:pt idx="45159">
                  <c:v>4</c:v>
                </c:pt>
                <c:pt idx="45160">
                  <c:v>4</c:v>
                </c:pt>
                <c:pt idx="45161">
                  <c:v>4</c:v>
                </c:pt>
                <c:pt idx="45162">
                  <c:v>5</c:v>
                </c:pt>
                <c:pt idx="45163">
                  <c:v>5</c:v>
                </c:pt>
                <c:pt idx="45164">
                  <c:v>3</c:v>
                </c:pt>
                <c:pt idx="45165">
                  <c:v>4</c:v>
                </c:pt>
                <c:pt idx="45166">
                  <c:v>3</c:v>
                </c:pt>
                <c:pt idx="45167">
                  <c:v>2</c:v>
                </c:pt>
                <c:pt idx="45168">
                  <c:v>2</c:v>
                </c:pt>
                <c:pt idx="45169">
                  <c:v>2</c:v>
                </c:pt>
                <c:pt idx="45170">
                  <c:v>2</c:v>
                </c:pt>
                <c:pt idx="45171">
                  <c:v>2</c:v>
                </c:pt>
                <c:pt idx="45172">
                  <c:v>2</c:v>
                </c:pt>
                <c:pt idx="45173">
                  <c:v>2</c:v>
                </c:pt>
                <c:pt idx="45174">
                  <c:v>2</c:v>
                </c:pt>
                <c:pt idx="45175">
                  <c:v>2</c:v>
                </c:pt>
                <c:pt idx="45176">
                  <c:v>2</c:v>
                </c:pt>
                <c:pt idx="45177">
                  <c:v>2</c:v>
                </c:pt>
                <c:pt idx="45178">
                  <c:v>2</c:v>
                </c:pt>
                <c:pt idx="45179">
                  <c:v>2</c:v>
                </c:pt>
                <c:pt idx="45180">
                  <c:v>2</c:v>
                </c:pt>
                <c:pt idx="45181">
                  <c:v>2</c:v>
                </c:pt>
                <c:pt idx="45182">
                  <c:v>2</c:v>
                </c:pt>
                <c:pt idx="45183">
                  <c:v>2</c:v>
                </c:pt>
                <c:pt idx="45184">
                  <c:v>2</c:v>
                </c:pt>
                <c:pt idx="45185">
                  <c:v>2</c:v>
                </c:pt>
                <c:pt idx="45186">
                  <c:v>2</c:v>
                </c:pt>
                <c:pt idx="45187">
                  <c:v>2</c:v>
                </c:pt>
                <c:pt idx="45188">
                  <c:v>10</c:v>
                </c:pt>
                <c:pt idx="45189">
                  <c:v>13</c:v>
                </c:pt>
                <c:pt idx="45190">
                  <c:v>10</c:v>
                </c:pt>
                <c:pt idx="45191">
                  <c:v>10</c:v>
                </c:pt>
                <c:pt idx="45192">
                  <c:v>10</c:v>
                </c:pt>
                <c:pt idx="45193">
                  <c:v>2</c:v>
                </c:pt>
                <c:pt idx="45194">
                  <c:v>2</c:v>
                </c:pt>
                <c:pt idx="45195">
                  <c:v>2</c:v>
                </c:pt>
                <c:pt idx="45196">
                  <c:v>2</c:v>
                </c:pt>
                <c:pt idx="45197">
                  <c:v>2</c:v>
                </c:pt>
                <c:pt idx="45198">
                  <c:v>2</c:v>
                </c:pt>
                <c:pt idx="45199">
                  <c:v>2</c:v>
                </c:pt>
                <c:pt idx="45200">
                  <c:v>2</c:v>
                </c:pt>
                <c:pt idx="45201">
                  <c:v>2</c:v>
                </c:pt>
                <c:pt idx="45202">
                  <c:v>2</c:v>
                </c:pt>
                <c:pt idx="45203">
                  <c:v>2</c:v>
                </c:pt>
                <c:pt idx="45204">
                  <c:v>2</c:v>
                </c:pt>
                <c:pt idx="45205">
                  <c:v>5</c:v>
                </c:pt>
                <c:pt idx="45206">
                  <c:v>6</c:v>
                </c:pt>
                <c:pt idx="45207">
                  <c:v>2</c:v>
                </c:pt>
                <c:pt idx="45208">
                  <c:v>2</c:v>
                </c:pt>
                <c:pt idx="45209">
                  <c:v>6</c:v>
                </c:pt>
                <c:pt idx="45210">
                  <c:v>4</c:v>
                </c:pt>
                <c:pt idx="45211">
                  <c:v>5</c:v>
                </c:pt>
                <c:pt idx="45212">
                  <c:v>3</c:v>
                </c:pt>
                <c:pt idx="45213">
                  <c:v>2</c:v>
                </c:pt>
                <c:pt idx="45214">
                  <c:v>7</c:v>
                </c:pt>
                <c:pt idx="45215">
                  <c:v>12</c:v>
                </c:pt>
                <c:pt idx="45216">
                  <c:v>4</c:v>
                </c:pt>
                <c:pt idx="45217">
                  <c:v>6</c:v>
                </c:pt>
                <c:pt idx="45218">
                  <c:v>2</c:v>
                </c:pt>
                <c:pt idx="45219">
                  <c:v>2</c:v>
                </c:pt>
                <c:pt idx="45220">
                  <c:v>3</c:v>
                </c:pt>
                <c:pt idx="45221">
                  <c:v>5</c:v>
                </c:pt>
                <c:pt idx="45222">
                  <c:v>3</c:v>
                </c:pt>
                <c:pt idx="45223">
                  <c:v>3</c:v>
                </c:pt>
                <c:pt idx="45224">
                  <c:v>3</c:v>
                </c:pt>
                <c:pt idx="45225">
                  <c:v>3</c:v>
                </c:pt>
                <c:pt idx="45226">
                  <c:v>3</c:v>
                </c:pt>
                <c:pt idx="45227">
                  <c:v>4</c:v>
                </c:pt>
                <c:pt idx="45228">
                  <c:v>5</c:v>
                </c:pt>
                <c:pt idx="45229">
                  <c:v>4</c:v>
                </c:pt>
                <c:pt idx="45230">
                  <c:v>4</c:v>
                </c:pt>
                <c:pt idx="45231">
                  <c:v>3</c:v>
                </c:pt>
                <c:pt idx="45232">
                  <c:v>2</c:v>
                </c:pt>
                <c:pt idx="45233">
                  <c:v>3</c:v>
                </c:pt>
                <c:pt idx="45234">
                  <c:v>4</c:v>
                </c:pt>
                <c:pt idx="45235">
                  <c:v>3</c:v>
                </c:pt>
                <c:pt idx="45236">
                  <c:v>4</c:v>
                </c:pt>
                <c:pt idx="45237">
                  <c:v>7</c:v>
                </c:pt>
                <c:pt idx="45238">
                  <c:v>5</c:v>
                </c:pt>
                <c:pt idx="45239">
                  <c:v>2</c:v>
                </c:pt>
                <c:pt idx="45240">
                  <c:v>3</c:v>
                </c:pt>
                <c:pt idx="45241">
                  <c:v>3</c:v>
                </c:pt>
                <c:pt idx="45242">
                  <c:v>3</c:v>
                </c:pt>
                <c:pt idx="45243">
                  <c:v>3</c:v>
                </c:pt>
                <c:pt idx="45244">
                  <c:v>0</c:v>
                </c:pt>
                <c:pt idx="45245">
                  <c:v>4</c:v>
                </c:pt>
                <c:pt idx="45246">
                  <c:v>3</c:v>
                </c:pt>
                <c:pt idx="45247">
                  <c:v>3</c:v>
                </c:pt>
                <c:pt idx="45248">
                  <c:v>3</c:v>
                </c:pt>
                <c:pt idx="45249">
                  <c:v>3</c:v>
                </c:pt>
                <c:pt idx="45250">
                  <c:v>5</c:v>
                </c:pt>
                <c:pt idx="45251">
                  <c:v>3</c:v>
                </c:pt>
                <c:pt idx="45252">
                  <c:v>2</c:v>
                </c:pt>
                <c:pt idx="45253">
                  <c:v>0</c:v>
                </c:pt>
                <c:pt idx="45254">
                  <c:v>3</c:v>
                </c:pt>
                <c:pt idx="45255">
                  <c:v>2</c:v>
                </c:pt>
                <c:pt idx="45256">
                  <c:v>2</c:v>
                </c:pt>
                <c:pt idx="45257">
                  <c:v>2</c:v>
                </c:pt>
                <c:pt idx="45258">
                  <c:v>8</c:v>
                </c:pt>
                <c:pt idx="45259">
                  <c:v>4</c:v>
                </c:pt>
                <c:pt idx="45260">
                  <c:v>6</c:v>
                </c:pt>
                <c:pt idx="45261">
                  <c:v>5</c:v>
                </c:pt>
                <c:pt idx="45262">
                  <c:v>6</c:v>
                </c:pt>
                <c:pt idx="45263">
                  <c:v>2</c:v>
                </c:pt>
                <c:pt idx="45264">
                  <c:v>9</c:v>
                </c:pt>
                <c:pt idx="45265">
                  <c:v>2</c:v>
                </c:pt>
                <c:pt idx="45266">
                  <c:v>2</c:v>
                </c:pt>
                <c:pt idx="45267">
                  <c:v>10</c:v>
                </c:pt>
                <c:pt idx="45268">
                  <c:v>8</c:v>
                </c:pt>
                <c:pt idx="45269">
                  <c:v>6</c:v>
                </c:pt>
                <c:pt idx="45270">
                  <c:v>5</c:v>
                </c:pt>
                <c:pt idx="45271">
                  <c:v>6</c:v>
                </c:pt>
                <c:pt idx="45272">
                  <c:v>10</c:v>
                </c:pt>
                <c:pt idx="45273">
                  <c:v>5</c:v>
                </c:pt>
                <c:pt idx="45274">
                  <c:v>3</c:v>
                </c:pt>
                <c:pt idx="45275">
                  <c:v>1</c:v>
                </c:pt>
                <c:pt idx="45276">
                  <c:v>0</c:v>
                </c:pt>
                <c:pt idx="45277">
                  <c:v>2</c:v>
                </c:pt>
                <c:pt idx="45278">
                  <c:v>1</c:v>
                </c:pt>
                <c:pt idx="45279">
                  <c:v>4</c:v>
                </c:pt>
                <c:pt idx="45280">
                  <c:v>4</c:v>
                </c:pt>
                <c:pt idx="45281">
                  <c:v>4</c:v>
                </c:pt>
                <c:pt idx="45282">
                  <c:v>4</c:v>
                </c:pt>
                <c:pt idx="45283">
                  <c:v>4</c:v>
                </c:pt>
                <c:pt idx="45284">
                  <c:v>4</c:v>
                </c:pt>
                <c:pt idx="45285">
                  <c:v>3</c:v>
                </c:pt>
                <c:pt idx="45286">
                  <c:v>4</c:v>
                </c:pt>
                <c:pt idx="45287">
                  <c:v>4</c:v>
                </c:pt>
                <c:pt idx="45288">
                  <c:v>4</c:v>
                </c:pt>
                <c:pt idx="45289">
                  <c:v>4</c:v>
                </c:pt>
                <c:pt idx="45290">
                  <c:v>4</c:v>
                </c:pt>
                <c:pt idx="45291">
                  <c:v>4</c:v>
                </c:pt>
                <c:pt idx="45292">
                  <c:v>4</c:v>
                </c:pt>
                <c:pt idx="45293">
                  <c:v>4</c:v>
                </c:pt>
                <c:pt idx="45294">
                  <c:v>1</c:v>
                </c:pt>
                <c:pt idx="45295">
                  <c:v>1</c:v>
                </c:pt>
                <c:pt idx="45296">
                  <c:v>2</c:v>
                </c:pt>
                <c:pt idx="45297">
                  <c:v>5</c:v>
                </c:pt>
                <c:pt idx="45298">
                  <c:v>2</c:v>
                </c:pt>
                <c:pt idx="45299">
                  <c:v>3</c:v>
                </c:pt>
                <c:pt idx="45300">
                  <c:v>8</c:v>
                </c:pt>
                <c:pt idx="45301">
                  <c:v>2</c:v>
                </c:pt>
                <c:pt idx="45302">
                  <c:v>2</c:v>
                </c:pt>
                <c:pt idx="45303">
                  <c:v>3</c:v>
                </c:pt>
                <c:pt idx="45304">
                  <c:v>3</c:v>
                </c:pt>
                <c:pt idx="45305">
                  <c:v>3</c:v>
                </c:pt>
                <c:pt idx="45306">
                  <c:v>3</c:v>
                </c:pt>
                <c:pt idx="45307">
                  <c:v>4</c:v>
                </c:pt>
                <c:pt idx="45308">
                  <c:v>3</c:v>
                </c:pt>
                <c:pt idx="45309">
                  <c:v>1</c:v>
                </c:pt>
                <c:pt idx="45310">
                  <c:v>1</c:v>
                </c:pt>
                <c:pt idx="45311">
                  <c:v>1</c:v>
                </c:pt>
                <c:pt idx="45312">
                  <c:v>1</c:v>
                </c:pt>
                <c:pt idx="45313">
                  <c:v>1</c:v>
                </c:pt>
                <c:pt idx="45314">
                  <c:v>2</c:v>
                </c:pt>
                <c:pt idx="45315">
                  <c:v>2</c:v>
                </c:pt>
                <c:pt idx="45316">
                  <c:v>2</c:v>
                </c:pt>
                <c:pt idx="45317">
                  <c:v>2</c:v>
                </c:pt>
                <c:pt idx="45318">
                  <c:v>2</c:v>
                </c:pt>
                <c:pt idx="45319">
                  <c:v>2</c:v>
                </c:pt>
                <c:pt idx="45320">
                  <c:v>2</c:v>
                </c:pt>
                <c:pt idx="45321">
                  <c:v>2</c:v>
                </c:pt>
                <c:pt idx="45322">
                  <c:v>3</c:v>
                </c:pt>
                <c:pt idx="45323">
                  <c:v>3</c:v>
                </c:pt>
                <c:pt idx="45324">
                  <c:v>3</c:v>
                </c:pt>
                <c:pt idx="45325">
                  <c:v>3</c:v>
                </c:pt>
                <c:pt idx="45326">
                  <c:v>2</c:v>
                </c:pt>
                <c:pt idx="45327">
                  <c:v>3</c:v>
                </c:pt>
                <c:pt idx="45328">
                  <c:v>2</c:v>
                </c:pt>
                <c:pt idx="45329">
                  <c:v>2</c:v>
                </c:pt>
                <c:pt idx="45330">
                  <c:v>3</c:v>
                </c:pt>
                <c:pt idx="45331">
                  <c:v>3</c:v>
                </c:pt>
                <c:pt idx="45332">
                  <c:v>3</c:v>
                </c:pt>
                <c:pt idx="45333">
                  <c:v>3</c:v>
                </c:pt>
                <c:pt idx="45334">
                  <c:v>2</c:v>
                </c:pt>
                <c:pt idx="45335">
                  <c:v>3</c:v>
                </c:pt>
                <c:pt idx="45336">
                  <c:v>3</c:v>
                </c:pt>
                <c:pt idx="45337">
                  <c:v>3</c:v>
                </c:pt>
                <c:pt idx="45338">
                  <c:v>3</c:v>
                </c:pt>
                <c:pt idx="45339">
                  <c:v>3</c:v>
                </c:pt>
                <c:pt idx="45340">
                  <c:v>2</c:v>
                </c:pt>
                <c:pt idx="45341">
                  <c:v>5</c:v>
                </c:pt>
                <c:pt idx="45342">
                  <c:v>3</c:v>
                </c:pt>
                <c:pt idx="45343">
                  <c:v>3</c:v>
                </c:pt>
                <c:pt idx="45344">
                  <c:v>3</c:v>
                </c:pt>
                <c:pt idx="45345">
                  <c:v>3</c:v>
                </c:pt>
                <c:pt idx="45346">
                  <c:v>4</c:v>
                </c:pt>
                <c:pt idx="45347">
                  <c:v>3</c:v>
                </c:pt>
                <c:pt idx="45348">
                  <c:v>4</c:v>
                </c:pt>
                <c:pt idx="45349">
                  <c:v>3</c:v>
                </c:pt>
                <c:pt idx="45350">
                  <c:v>4</c:v>
                </c:pt>
                <c:pt idx="45351">
                  <c:v>4</c:v>
                </c:pt>
                <c:pt idx="45352">
                  <c:v>4</c:v>
                </c:pt>
                <c:pt idx="45353">
                  <c:v>4</c:v>
                </c:pt>
                <c:pt idx="45354">
                  <c:v>4</c:v>
                </c:pt>
                <c:pt idx="45355">
                  <c:v>4</c:v>
                </c:pt>
                <c:pt idx="45356">
                  <c:v>4</c:v>
                </c:pt>
                <c:pt idx="45357">
                  <c:v>1</c:v>
                </c:pt>
                <c:pt idx="45358">
                  <c:v>3</c:v>
                </c:pt>
                <c:pt idx="45359">
                  <c:v>4</c:v>
                </c:pt>
                <c:pt idx="45360">
                  <c:v>4</c:v>
                </c:pt>
                <c:pt idx="45361">
                  <c:v>4</c:v>
                </c:pt>
                <c:pt idx="45362">
                  <c:v>7</c:v>
                </c:pt>
                <c:pt idx="45363">
                  <c:v>6</c:v>
                </c:pt>
                <c:pt idx="45364">
                  <c:v>3</c:v>
                </c:pt>
                <c:pt idx="45365">
                  <c:v>1</c:v>
                </c:pt>
                <c:pt idx="45366">
                  <c:v>2</c:v>
                </c:pt>
                <c:pt idx="45367">
                  <c:v>5</c:v>
                </c:pt>
                <c:pt idx="45368">
                  <c:v>3</c:v>
                </c:pt>
                <c:pt idx="45369">
                  <c:v>5</c:v>
                </c:pt>
                <c:pt idx="45370">
                  <c:v>2</c:v>
                </c:pt>
                <c:pt idx="45371">
                  <c:v>2</c:v>
                </c:pt>
                <c:pt idx="45372">
                  <c:v>3</c:v>
                </c:pt>
                <c:pt idx="45373">
                  <c:v>1</c:v>
                </c:pt>
                <c:pt idx="45374">
                  <c:v>2</c:v>
                </c:pt>
                <c:pt idx="45375">
                  <c:v>3</c:v>
                </c:pt>
                <c:pt idx="45376">
                  <c:v>2</c:v>
                </c:pt>
                <c:pt idx="45377">
                  <c:v>2</c:v>
                </c:pt>
                <c:pt idx="45378">
                  <c:v>3</c:v>
                </c:pt>
                <c:pt idx="45379">
                  <c:v>1</c:v>
                </c:pt>
                <c:pt idx="45380">
                  <c:v>1</c:v>
                </c:pt>
                <c:pt idx="45381">
                  <c:v>2</c:v>
                </c:pt>
                <c:pt idx="45382">
                  <c:v>5</c:v>
                </c:pt>
                <c:pt idx="45383">
                  <c:v>1</c:v>
                </c:pt>
                <c:pt idx="45384">
                  <c:v>2</c:v>
                </c:pt>
                <c:pt idx="45385">
                  <c:v>8</c:v>
                </c:pt>
                <c:pt idx="45386">
                  <c:v>12</c:v>
                </c:pt>
                <c:pt idx="45387">
                  <c:v>4</c:v>
                </c:pt>
                <c:pt idx="45388">
                  <c:v>3</c:v>
                </c:pt>
                <c:pt idx="45389">
                  <c:v>6</c:v>
                </c:pt>
                <c:pt idx="45390">
                  <c:v>5</c:v>
                </c:pt>
                <c:pt idx="45391">
                  <c:v>3</c:v>
                </c:pt>
                <c:pt idx="45392">
                  <c:v>2</c:v>
                </c:pt>
                <c:pt idx="45393">
                  <c:v>2</c:v>
                </c:pt>
                <c:pt idx="45394">
                  <c:v>2</c:v>
                </c:pt>
                <c:pt idx="45395">
                  <c:v>2</c:v>
                </c:pt>
                <c:pt idx="45396">
                  <c:v>1</c:v>
                </c:pt>
                <c:pt idx="45397">
                  <c:v>3</c:v>
                </c:pt>
                <c:pt idx="45398">
                  <c:v>2</c:v>
                </c:pt>
                <c:pt idx="45399">
                  <c:v>1</c:v>
                </c:pt>
                <c:pt idx="45400">
                  <c:v>2</c:v>
                </c:pt>
                <c:pt idx="45401">
                  <c:v>3</c:v>
                </c:pt>
                <c:pt idx="45402">
                  <c:v>1</c:v>
                </c:pt>
                <c:pt idx="45403">
                  <c:v>3</c:v>
                </c:pt>
                <c:pt idx="45404">
                  <c:v>2</c:v>
                </c:pt>
                <c:pt idx="45405">
                  <c:v>3</c:v>
                </c:pt>
                <c:pt idx="45406">
                  <c:v>1</c:v>
                </c:pt>
                <c:pt idx="45407">
                  <c:v>1</c:v>
                </c:pt>
                <c:pt idx="45408">
                  <c:v>2</c:v>
                </c:pt>
                <c:pt idx="45409">
                  <c:v>2</c:v>
                </c:pt>
                <c:pt idx="45410">
                  <c:v>2</c:v>
                </c:pt>
                <c:pt idx="45411">
                  <c:v>1</c:v>
                </c:pt>
                <c:pt idx="45412">
                  <c:v>2</c:v>
                </c:pt>
                <c:pt idx="45413">
                  <c:v>1</c:v>
                </c:pt>
                <c:pt idx="45414">
                  <c:v>1</c:v>
                </c:pt>
                <c:pt idx="45415">
                  <c:v>1</c:v>
                </c:pt>
                <c:pt idx="45416">
                  <c:v>1</c:v>
                </c:pt>
                <c:pt idx="45417">
                  <c:v>1</c:v>
                </c:pt>
                <c:pt idx="45418">
                  <c:v>1</c:v>
                </c:pt>
                <c:pt idx="45419">
                  <c:v>1</c:v>
                </c:pt>
                <c:pt idx="45420">
                  <c:v>2</c:v>
                </c:pt>
                <c:pt idx="45421">
                  <c:v>1</c:v>
                </c:pt>
                <c:pt idx="45422">
                  <c:v>2</c:v>
                </c:pt>
                <c:pt idx="45423">
                  <c:v>1</c:v>
                </c:pt>
                <c:pt idx="45424">
                  <c:v>2</c:v>
                </c:pt>
                <c:pt idx="45425">
                  <c:v>1</c:v>
                </c:pt>
                <c:pt idx="45426">
                  <c:v>1</c:v>
                </c:pt>
                <c:pt idx="45427">
                  <c:v>1</c:v>
                </c:pt>
                <c:pt idx="45428">
                  <c:v>3</c:v>
                </c:pt>
                <c:pt idx="45429">
                  <c:v>3</c:v>
                </c:pt>
                <c:pt idx="45430">
                  <c:v>1</c:v>
                </c:pt>
                <c:pt idx="45431">
                  <c:v>1</c:v>
                </c:pt>
                <c:pt idx="45432">
                  <c:v>4</c:v>
                </c:pt>
                <c:pt idx="45433">
                  <c:v>2</c:v>
                </c:pt>
                <c:pt idx="45434">
                  <c:v>4</c:v>
                </c:pt>
                <c:pt idx="45435">
                  <c:v>3</c:v>
                </c:pt>
                <c:pt idx="45436">
                  <c:v>1</c:v>
                </c:pt>
                <c:pt idx="45437">
                  <c:v>2</c:v>
                </c:pt>
                <c:pt idx="45438">
                  <c:v>3</c:v>
                </c:pt>
                <c:pt idx="45439">
                  <c:v>2</c:v>
                </c:pt>
                <c:pt idx="45440">
                  <c:v>4</c:v>
                </c:pt>
                <c:pt idx="45441">
                  <c:v>2</c:v>
                </c:pt>
                <c:pt idx="45442">
                  <c:v>2</c:v>
                </c:pt>
                <c:pt idx="45443">
                  <c:v>2</c:v>
                </c:pt>
                <c:pt idx="45444">
                  <c:v>2</c:v>
                </c:pt>
                <c:pt idx="45445">
                  <c:v>2</c:v>
                </c:pt>
                <c:pt idx="45446">
                  <c:v>2</c:v>
                </c:pt>
                <c:pt idx="45447">
                  <c:v>2</c:v>
                </c:pt>
                <c:pt idx="45448">
                  <c:v>4</c:v>
                </c:pt>
                <c:pt idx="45449">
                  <c:v>6</c:v>
                </c:pt>
                <c:pt idx="45450">
                  <c:v>5</c:v>
                </c:pt>
                <c:pt idx="45451">
                  <c:v>4</c:v>
                </c:pt>
                <c:pt idx="45452">
                  <c:v>3</c:v>
                </c:pt>
                <c:pt idx="45453">
                  <c:v>4</c:v>
                </c:pt>
                <c:pt idx="45454">
                  <c:v>3</c:v>
                </c:pt>
                <c:pt idx="45455">
                  <c:v>3</c:v>
                </c:pt>
                <c:pt idx="45456">
                  <c:v>3</c:v>
                </c:pt>
                <c:pt idx="45457">
                  <c:v>3</c:v>
                </c:pt>
                <c:pt idx="45458">
                  <c:v>3</c:v>
                </c:pt>
                <c:pt idx="45459">
                  <c:v>3</c:v>
                </c:pt>
                <c:pt idx="45460">
                  <c:v>3</c:v>
                </c:pt>
                <c:pt idx="45461">
                  <c:v>5</c:v>
                </c:pt>
                <c:pt idx="45462">
                  <c:v>3</c:v>
                </c:pt>
                <c:pt idx="45463">
                  <c:v>2</c:v>
                </c:pt>
                <c:pt idx="45464">
                  <c:v>3</c:v>
                </c:pt>
                <c:pt idx="45465">
                  <c:v>2</c:v>
                </c:pt>
                <c:pt idx="45466">
                  <c:v>2</c:v>
                </c:pt>
                <c:pt idx="45467">
                  <c:v>3</c:v>
                </c:pt>
                <c:pt idx="45468">
                  <c:v>3</c:v>
                </c:pt>
                <c:pt idx="45469">
                  <c:v>3</c:v>
                </c:pt>
                <c:pt idx="45470">
                  <c:v>3</c:v>
                </c:pt>
                <c:pt idx="45471">
                  <c:v>1</c:v>
                </c:pt>
                <c:pt idx="45472">
                  <c:v>2</c:v>
                </c:pt>
                <c:pt idx="45473">
                  <c:v>4</c:v>
                </c:pt>
                <c:pt idx="45474">
                  <c:v>2</c:v>
                </c:pt>
                <c:pt idx="45475">
                  <c:v>3</c:v>
                </c:pt>
                <c:pt idx="45476">
                  <c:v>3</c:v>
                </c:pt>
                <c:pt idx="45477">
                  <c:v>6</c:v>
                </c:pt>
                <c:pt idx="45478">
                  <c:v>2</c:v>
                </c:pt>
                <c:pt idx="45479">
                  <c:v>3</c:v>
                </c:pt>
                <c:pt idx="45480">
                  <c:v>3</c:v>
                </c:pt>
                <c:pt idx="45481">
                  <c:v>2</c:v>
                </c:pt>
                <c:pt idx="45482">
                  <c:v>2</c:v>
                </c:pt>
                <c:pt idx="45483">
                  <c:v>2</c:v>
                </c:pt>
                <c:pt idx="45484">
                  <c:v>2</c:v>
                </c:pt>
                <c:pt idx="45485">
                  <c:v>4</c:v>
                </c:pt>
                <c:pt idx="45486">
                  <c:v>4</c:v>
                </c:pt>
                <c:pt idx="45487">
                  <c:v>3</c:v>
                </c:pt>
                <c:pt idx="45488">
                  <c:v>4</c:v>
                </c:pt>
                <c:pt idx="45489">
                  <c:v>4</c:v>
                </c:pt>
                <c:pt idx="45490">
                  <c:v>2</c:v>
                </c:pt>
                <c:pt idx="45491">
                  <c:v>1</c:v>
                </c:pt>
                <c:pt idx="45492">
                  <c:v>12</c:v>
                </c:pt>
                <c:pt idx="45493">
                  <c:v>12</c:v>
                </c:pt>
                <c:pt idx="45494">
                  <c:v>4</c:v>
                </c:pt>
                <c:pt idx="45495">
                  <c:v>1</c:v>
                </c:pt>
                <c:pt idx="45496">
                  <c:v>1</c:v>
                </c:pt>
                <c:pt idx="45497">
                  <c:v>1</c:v>
                </c:pt>
                <c:pt idx="45498">
                  <c:v>1</c:v>
                </c:pt>
                <c:pt idx="45499">
                  <c:v>1</c:v>
                </c:pt>
                <c:pt idx="45500">
                  <c:v>1</c:v>
                </c:pt>
                <c:pt idx="45501">
                  <c:v>1</c:v>
                </c:pt>
                <c:pt idx="45502">
                  <c:v>1</c:v>
                </c:pt>
                <c:pt idx="45503">
                  <c:v>1</c:v>
                </c:pt>
                <c:pt idx="45504">
                  <c:v>2</c:v>
                </c:pt>
                <c:pt idx="45505">
                  <c:v>1</c:v>
                </c:pt>
                <c:pt idx="45506">
                  <c:v>1</c:v>
                </c:pt>
                <c:pt idx="45507">
                  <c:v>1</c:v>
                </c:pt>
                <c:pt idx="45508">
                  <c:v>1</c:v>
                </c:pt>
                <c:pt idx="45509">
                  <c:v>1</c:v>
                </c:pt>
                <c:pt idx="45510">
                  <c:v>1</c:v>
                </c:pt>
                <c:pt idx="45511">
                  <c:v>1</c:v>
                </c:pt>
                <c:pt idx="45512">
                  <c:v>1</c:v>
                </c:pt>
                <c:pt idx="45513">
                  <c:v>2</c:v>
                </c:pt>
                <c:pt idx="45514">
                  <c:v>1</c:v>
                </c:pt>
                <c:pt idx="45515">
                  <c:v>1</c:v>
                </c:pt>
                <c:pt idx="45516">
                  <c:v>6</c:v>
                </c:pt>
                <c:pt idx="45517">
                  <c:v>6</c:v>
                </c:pt>
                <c:pt idx="45518">
                  <c:v>6</c:v>
                </c:pt>
                <c:pt idx="45519">
                  <c:v>2</c:v>
                </c:pt>
                <c:pt idx="45520">
                  <c:v>1</c:v>
                </c:pt>
                <c:pt idx="45521">
                  <c:v>3</c:v>
                </c:pt>
                <c:pt idx="45522">
                  <c:v>3</c:v>
                </c:pt>
                <c:pt idx="45523">
                  <c:v>2</c:v>
                </c:pt>
                <c:pt idx="45524">
                  <c:v>4</c:v>
                </c:pt>
                <c:pt idx="45525">
                  <c:v>2</c:v>
                </c:pt>
                <c:pt idx="45526">
                  <c:v>2</c:v>
                </c:pt>
                <c:pt idx="45527">
                  <c:v>3</c:v>
                </c:pt>
                <c:pt idx="45528">
                  <c:v>4</c:v>
                </c:pt>
                <c:pt idx="45529">
                  <c:v>2</c:v>
                </c:pt>
                <c:pt idx="45530">
                  <c:v>3</c:v>
                </c:pt>
                <c:pt idx="45531">
                  <c:v>3</c:v>
                </c:pt>
                <c:pt idx="45532">
                  <c:v>2</c:v>
                </c:pt>
                <c:pt idx="45533">
                  <c:v>1</c:v>
                </c:pt>
                <c:pt idx="45534">
                  <c:v>2</c:v>
                </c:pt>
                <c:pt idx="45535">
                  <c:v>1</c:v>
                </c:pt>
                <c:pt idx="45536">
                  <c:v>2</c:v>
                </c:pt>
                <c:pt idx="45537">
                  <c:v>1</c:v>
                </c:pt>
                <c:pt idx="45538">
                  <c:v>1</c:v>
                </c:pt>
                <c:pt idx="45539">
                  <c:v>3</c:v>
                </c:pt>
                <c:pt idx="45540">
                  <c:v>1</c:v>
                </c:pt>
                <c:pt idx="45541">
                  <c:v>3</c:v>
                </c:pt>
                <c:pt idx="45542">
                  <c:v>1</c:v>
                </c:pt>
                <c:pt idx="45543">
                  <c:v>1</c:v>
                </c:pt>
                <c:pt idx="45544">
                  <c:v>1</c:v>
                </c:pt>
                <c:pt idx="45545">
                  <c:v>1</c:v>
                </c:pt>
                <c:pt idx="45546">
                  <c:v>1</c:v>
                </c:pt>
                <c:pt idx="45547">
                  <c:v>1</c:v>
                </c:pt>
                <c:pt idx="45548">
                  <c:v>1</c:v>
                </c:pt>
                <c:pt idx="45549">
                  <c:v>1</c:v>
                </c:pt>
                <c:pt idx="45550">
                  <c:v>3</c:v>
                </c:pt>
                <c:pt idx="45551">
                  <c:v>1</c:v>
                </c:pt>
                <c:pt idx="45552">
                  <c:v>2</c:v>
                </c:pt>
                <c:pt idx="45553">
                  <c:v>1</c:v>
                </c:pt>
                <c:pt idx="45554">
                  <c:v>2</c:v>
                </c:pt>
                <c:pt idx="45555">
                  <c:v>4</c:v>
                </c:pt>
                <c:pt idx="45556">
                  <c:v>1</c:v>
                </c:pt>
                <c:pt idx="45557">
                  <c:v>2</c:v>
                </c:pt>
                <c:pt idx="45558">
                  <c:v>1</c:v>
                </c:pt>
                <c:pt idx="45559">
                  <c:v>3</c:v>
                </c:pt>
                <c:pt idx="45560">
                  <c:v>2</c:v>
                </c:pt>
                <c:pt idx="45561">
                  <c:v>2</c:v>
                </c:pt>
                <c:pt idx="45562">
                  <c:v>2</c:v>
                </c:pt>
                <c:pt idx="45563">
                  <c:v>2</c:v>
                </c:pt>
                <c:pt idx="45564">
                  <c:v>3</c:v>
                </c:pt>
                <c:pt idx="45565">
                  <c:v>1</c:v>
                </c:pt>
                <c:pt idx="45566">
                  <c:v>1</c:v>
                </c:pt>
                <c:pt idx="45567">
                  <c:v>4</c:v>
                </c:pt>
                <c:pt idx="45568">
                  <c:v>2</c:v>
                </c:pt>
                <c:pt idx="45569">
                  <c:v>2</c:v>
                </c:pt>
                <c:pt idx="45570">
                  <c:v>3</c:v>
                </c:pt>
                <c:pt idx="45571">
                  <c:v>2</c:v>
                </c:pt>
                <c:pt idx="45572">
                  <c:v>2</c:v>
                </c:pt>
                <c:pt idx="45573">
                  <c:v>3</c:v>
                </c:pt>
                <c:pt idx="45574">
                  <c:v>1</c:v>
                </c:pt>
                <c:pt idx="45575">
                  <c:v>2</c:v>
                </c:pt>
                <c:pt idx="45576">
                  <c:v>2</c:v>
                </c:pt>
                <c:pt idx="45577">
                  <c:v>2</c:v>
                </c:pt>
                <c:pt idx="45578">
                  <c:v>3</c:v>
                </c:pt>
                <c:pt idx="45579">
                  <c:v>3</c:v>
                </c:pt>
                <c:pt idx="45580">
                  <c:v>3</c:v>
                </c:pt>
                <c:pt idx="45581">
                  <c:v>2</c:v>
                </c:pt>
                <c:pt idx="45582">
                  <c:v>2</c:v>
                </c:pt>
                <c:pt idx="45583">
                  <c:v>1</c:v>
                </c:pt>
                <c:pt idx="45584">
                  <c:v>2</c:v>
                </c:pt>
                <c:pt idx="45585">
                  <c:v>1</c:v>
                </c:pt>
                <c:pt idx="45586">
                  <c:v>4</c:v>
                </c:pt>
                <c:pt idx="45587">
                  <c:v>3</c:v>
                </c:pt>
                <c:pt idx="45588">
                  <c:v>6</c:v>
                </c:pt>
                <c:pt idx="45589">
                  <c:v>4</c:v>
                </c:pt>
                <c:pt idx="45590">
                  <c:v>4</c:v>
                </c:pt>
                <c:pt idx="45591">
                  <c:v>5</c:v>
                </c:pt>
                <c:pt idx="45592">
                  <c:v>4</c:v>
                </c:pt>
                <c:pt idx="45593">
                  <c:v>2</c:v>
                </c:pt>
                <c:pt idx="45594">
                  <c:v>2</c:v>
                </c:pt>
                <c:pt idx="45595">
                  <c:v>1</c:v>
                </c:pt>
                <c:pt idx="45596">
                  <c:v>2</c:v>
                </c:pt>
                <c:pt idx="45597">
                  <c:v>1</c:v>
                </c:pt>
                <c:pt idx="45598">
                  <c:v>2</c:v>
                </c:pt>
                <c:pt idx="45599">
                  <c:v>2</c:v>
                </c:pt>
                <c:pt idx="45600">
                  <c:v>10</c:v>
                </c:pt>
                <c:pt idx="45601">
                  <c:v>3</c:v>
                </c:pt>
                <c:pt idx="45602">
                  <c:v>2</c:v>
                </c:pt>
                <c:pt idx="45603">
                  <c:v>4</c:v>
                </c:pt>
                <c:pt idx="45604">
                  <c:v>4</c:v>
                </c:pt>
                <c:pt idx="45605">
                  <c:v>7</c:v>
                </c:pt>
                <c:pt idx="45606">
                  <c:v>2</c:v>
                </c:pt>
                <c:pt idx="45607">
                  <c:v>4</c:v>
                </c:pt>
                <c:pt idx="45608">
                  <c:v>1</c:v>
                </c:pt>
                <c:pt idx="45609">
                  <c:v>3</c:v>
                </c:pt>
                <c:pt idx="45610">
                  <c:v>4</c:v>
                </c:pt>
                <c:pt idx="45611">
                  <c:v>4</c:v>
                </c:pt>
                <c:pt idx="45612">
                  <c:v>2</c:v>
                </c:pt>
                <c:pt idx="45613">
                  <c:v>1</c:v>
                </c:pt>
                <c:pt idx="45614">
                  <c:v>1</c:v>
                </c:pt>
                <c:pt idx="45615">
                  <c:v>4</c:v>
                </c:pt>
                <c:pt idx="45616">
                  <c:v>2</c:v>
                </c:pt>
                <c:pt idx="45617">
                  <c:v>2</c:v>
                </c:pt>
                <c:pt idx="45618">
                  <c:v>2</c:v>
                </c:pt>
                <c:pt idx="45619">
                  <c:v>6</c:v>
                </c:pt>
                <c:pt idx="45620">
                  <c:v>2</c:v>
                </c:pt>
                <c:pt idx="45621">
                  <c:v>2</c:v>
                </c:pt>
                <c:pt idx="45622">
                  <c:v>1</c:v>
                </c:pt>
                <c:pt idx="45623">
                  <c:v>2</c:v>
                </c:pt>
                <c:pt idx="45624">
                  <c:v>1</c:v>
                </c:pt>
                <c:pt idx="45625">
                  <c:v>1</c:v>
                </c:pt>
                <c:pt idx="45626">
                  <c:v>1</c:v>
                </c:pt>
                <c:pt idx="45627">
                  <c:v>1</c:v>
                </c:pt>
                <c:pt idx="45628">
                  <c:v>2</c:v>
                </c:pt>
                <c:pt idx="45629">
                  <c:v>1</c:v>
                </c:pt>
                <c:pt idx="45630">
                  <c:v>2</c:v>
                </c:pt>
                <c:pt idx="45631">
                  <c:v>2</c:v>
                </c:pt>
                <c:pt idx="45632">
                  <c:v>2</c:v>
                </c:pt>
                <c:pt idx="45633">
                  <c:v>2</c:v>
                </c:pt>
                <c:pt idx="45634">
                  <c:v>2</c:v>
                </c:pt>
                <c:pt idx="45635">
                  <c:v>1</c:v>
                </c:pt>
                <c:pt idx="45636">
                  <c:v>2</c:v>
                </c:pt>
                <c:pt idx="45637">
                  <c:v>3</c:v>
                </c:pt>
                <c:pt idx="45638">
                  <c:v>4</c:v>
                </c:pt>
                <c:pt idx="45639">
                  <c:v>3</c:v>
                </c:pt>
                <c:pt idx="45640">
                  <c:v>3</c:v>
                </c:pt>
                <c:pt idx="45641">
                  <c:v>4</c:v>
                </c:pt>
                <c:pt idx="45642">
                  <c:v>3</c:v>
                </c:pt>
                <c:pt idx="45643">
                  <c:v>3</c:v>
                </c:pt>
                <c:pt idx="45644">
                  <c:v>3</c:v>
                </c:pt>
                <c:pt idx="45645">
                  <c:v>3</c:v>
                </c:pt>
                <c:pt idx="45646">
                  <c:v>2</c:v>
                </c:pt>
                <c:pt idx="45647">
                  <c:v>1</c:v>
                </c:pt>
                <c:pt idx="45648">
                  <c:v>3</c:v>
                </c:pt>
                <c:pt idx="45649">
                  <c:v>1</c:v>
                </c:pt>
                <c:pt idx="45650">
                  <c:v>2</c:v>
                </c:pt>
                <c:pt idx="45651">
                  <c:v>1</c:v>
                </c:pt>
                <c:pt idx="45652">
                  <c:v>5</c:v>
                </c:pt>
                <c:pt idx="45653">
                  <c:v>2</c:v>
                </c:pt>
                <c:pt idx="45654">
                  <c:v>2</c:v>
                </c:pt>
                <c:pt idx="45655">
                  <c:v>2</c:v>
                </c:pt>
                <c:pt idx="45656">
                  <c:v>2</c:v>
                </c:pt>
                <c:pt idx="45657">
                  <c:v>1</c:v>
                </c:pt>
                <c:pt idx="45658">
                  <c:v>3</c:v>
                </c:pt>
                <c:pt idx="45659">
                  <c:v>1</c:v>
                </c:pt>
                <c:pt idx="45660">
                  <c:v>2</c:v>
                </c:pt>
                <c:pt idx="45661">
                  <c:v>2</c:v>
                </c:pt>
                <c:pt idx="45662">
                  <c:v>2</c:v>
                </c:pt>
                <c:pt idx="45663">
                  <c:v>2</c:v>
                </c:pt>
                <c:pt idx="45664">
                  <c:v>4</c:v>
                </c:pt>
                <c:pt idx="45665">
                  <c:v>2</c:v>
                </c:pt>
                <c:pt idx="45666">
                  <c:v>6</c:v>
                </c:pt>
                <c:pt idx="45667">
                  <c:v>6</c:v>
                </c:pt>
                <c:pt idx="45668">
                  <c:v>6</c:v>
                </c:pt>
                <c:pt idx="45669">
                  <c:v>2</c:v>
                </c:pt>
                <c:pt idx="45670">
                  <c:v>2</c:v>
                </c:pt>
                <c:pt idx="45671">
                  <c:v>4</c:v>
                </c:pt>
                <c:pt idx="45672">
                  <c:v>4</c:v>
                </c:pt>
                <c:pt idx="45673">
                  <c:v>4</c:v>
                </c:pt>
                <c:pt idx="45674">
                  <c:v>3</c:v>
                </c:pt>
                <c:pt idx="45675">
                  <c:v>3</c:v>
                </c:pt>
                <c:pt idx="45676">
                  <c:v>3</c:v>
                </c:pt>
                <c:pt idx="45677">
                  <c:v>3</c:v>
                </c:pt>
                <c:pt idx="45678">
                  <c:v>3</c:v>
                </c:pt>
                <c:pt idx="45679">
                  <c:v>3</c:v>
                </c:pt>
                <c:pt idx="45680">
                  <c:v>3</c:v>
                </c:pt>
                <c:pt idx="45681">
                  <c:v>3</c:v>
                </c:pt>
                <c:pt idx="45682">
                  <c:v>3</c:v>
                </c:pt>
                <c:pt idx="45683">
                  <c:v>3</c:v>
                </c:pt>
                <c:pt idx="45684">
                  <c:v>3</c:v>
                </c:pt>
                <c:pt idx="45685">
                  <c:v>3</c:v>
                </c:pt>
                <c:pt idx="45686">
                  <c:v>3</c:v>
                </c:pt>
                <c:pt idx="45687">
                  <c:v>3</c:v>
                </c:pt>
                <c:pt idx="45688">
                  <c:v>4</c:v>
                </c:pt>
                <c:pt idx="45689">
                  <c:v>1</c:v>
                </c:pt>
                <c:pt idx="45690">
                  <c:v>1</c:v>
                </c:pt>
                <c:pt idx="45691">
                  <c:v>3</c:v>
                </c:pt>
                <c:pt idx="45692">
                  <c:v>3</c:v>
                </c:pt>
                <c:pt idx="45693">
                  <c:v>3</c:v>
                </c:pt>
                <c:pt idx="45694">
                  <c:v>4</c:v>
                </c:pt>
                <c:pt idx="45695">
                  <c:v>3</c:v>
                </c:pt>
                <c:pt idx="45696">
                  <c:v>1</c:v>
                </c:pt>
                <c:pt idx="45697">
                  <c:v>1</c:v>
                </c:pt>
                <c:pt idx="45698">
                  <c:v>1</c:v>
                </c:pt>
                <c:pt idx="45699">
                  <c:v>2</c:v>
                </c:pt>
                <c:pt idx="45700">
                  <c:v>1</c:v>
                </c:pt>
                <c:pt idx="45701">
                  <c:v>2</c:v>
                </c:pt>
                <c:pt idx="45702">
                  <c:v>3</c:v>
                </c:pt>
                <c:pt idx="45703">
                  <c:v>3</c:v>
                </c:pt>
                <c:pt idx="45704">
                  <c:v>3</c:v>
                </c:pt>
                <c:pt idx="45705">
                  <c:v>5</c:v>
                </c:pt>
                <c:pt idx="45706">
                  <c:v>3</c:v>
                </c:pt>
                <c:pt idx="45707">
                  <c:v>3</c:v>
                </c:pt>
                <c:pt idx="45708">
                  <c:v>3</c:v>
                </c:pt>
                <c:pt idx="45709">
                  <c:v>2</c:v>
                </c:pt>
                <c:pt idx="45710">
                  <c:v>2</c:v>
                </c:pt>
                <c:pt idx="45711">
                  <c:v>2</c:v>
                </c:pt>
                <c:pt idx="45712">
                  <c:v>2</c:v>
                </c:pt>
                <c:pt idx="45713">
                  <c:v>1</c:v>
                </c:pt>
                <c:pt idx="45714">
                  <c:v>1</c:v>
                </c:pt>
                <c:pt idx="45715">
                  <c:v>3</c:v>
                </c:pt>
                <c:pt idx="45716">
                  <c:v>2</c:v>
                </c:pt>
                <c:pt idx="45717">
                  <c:v>2</c:v>
                </c:pt>
                <c:pt idx="45718">
                  <c:v>4</c:v>
                </c:pt>
                <c:pt idx="45719">
                  <c:v>4</c:v>
                </c:pt>
                <c:pt idx="45720">
                  <c:v>2</c:v>
                </c:pt>
                <c:pt idx="45721">
                  <c:v>3</c:v>
                </c:pt>
                <c:pt idx="45722">
                  <c:v>1</c:v>
                </c:pt>
                <c:pt idx="45723">
                  <c:v>2</c:v>
                </c:pt>
                <c:pt idx="45724">
                  <c:v>2</c:v>
                </c:pt>
                <c:pt idx="45725">
                  <c:v>2</c:v>
                </c:pt>
                <c:pt idx="45726">
                  <c:v>2</c:v>
                </c:pt>
                <c:pt idx="45727">
                  <c:v>3</c:v>
                </c:pt>
                <c:pt idx="45728">
                  <c:v>3</c:v>
                </c:pt>
                <c:pt idx="45729">
                  <c:v>3</c:v>
                </c:pt>
                <c:pt idx="45730">
                  <c:v>3</c:v>
                </c:pt>
                <c:pt idx="45731">
                  <c:v>2</c:v>
                </c:pt>
                <c:pt idx="45732">
                  <c:v>2</c:v>
                </c:pt>
                <c:pt idx="45733">
                  <c:v>2</c:v>
                </c:pt>
                <c:pt idx="45734">
                  <c:v>1</c:v>
                </c:pt>
                <c:pt idx="45735">
                  <c:v>3</c:v>
                </c:pt>
                <c:pt idx="45736">
                  <c:v>3</c:v>
                </c:pt>
                <c:pt idx="45737">
                  <c:v>3</c:v>
                </c:pt>
                <c:pt idx="45738">
                  <c:v>3</c:v>
                </c:pt>
                <c:pt idx="45739">
                  <c:v>1</c:v>
                </c:pt>
                <c:pt idx="45740">
                  <c:v>2</c:v>
                </c:pt>
                <c:pt idx="45741">
                  <c:v>2</c:v>
                </c:pt>
                <c:pt idx="45742">
                  <c:v>2</c:v>
                </c:pt>
                <c:pt idx="45743">
                  <c:v>2</c:v>
                </c:pt>
                <c:pt idx="45744">
                  <c:v>6</c:v>
                </c:pt>
                <c:pt idx="45745">
                  <c:v>2</c:v>
                </c:pt>
                <c:pt idx="45746">
                  <c:v>5</c:v>
                </c:pt>
                <c:pt idx="45747">
                  <c:v>4</c:v>
                </c:pt>
                <c:pt idx="45748">
                  <c:v>3</c:v>
                </c:pt>
                <c:pt idx="45749">
                  <c:v>3</c:v>
                </c:pt>
                <c:pt idx="45750">
                  <c:v>3</c:v>
                </c:pt>
                <c:pt idx="45751">
                  <c:v>3</c:v>
                </c:pt>
                <c:pt idx="45752">
                  <c:v>3</c:v>
                </c:pt>
                <c:pt idx="45753">
                  <c:v>3</c:v>
                </c:pt>
                <c:pt idx="45754">
                  <c:v>3</c:v>
                </c:pt>
                <c:pt idx="45755">
                  <c:v>3</c:v>
                </c:pt>
                <c:pt idx="45756">
                  <c:v>3</c:v>
                </c:pt>
                <c:pt idx="45757">
                  <c:v>5</c:v>
                </c:pt>
                <c:pt idx="45758">
                  <c:v>5</c:v>
                </c:pt>
                <c:pt idx="45759">
                  <c:v>3</c:v>
                </c:pt>
                <c:pt idx="45760">
                  <c:v>4</c:v>
                </c:pt>
                <c:pt idx="45761">
                  <c:v>1</c:v>
                </c:pt>
                <c:pt idx="45762">
                  <c:v>3</c:v>
                </c:pt>
                <c:pt idx="45763">
                  <c:v>3</c:v>
                </c:pt>
                <c:pt idx="45764">
                  <c:v>2</c:v>
                </c:pt>
                <c:pt idx="45765">
                  <c:v>5</c:v>
                </c:pt>
                <c:pt idx="45766">
                  <c:v>4</c:v>
                </c:pt>
                <c:pt idx="45767">
                  <c:v>2</c:v>
                </c:pt>
                <c:pt idx="45768">
                  <c:v>1</c:v>
                </c:pt>
                <c:pt idx="45769">
                  <c:v>4</c:v>
                </c:pt>
                <c:pt idx="45770">
                  <c:v>5</c:v>
                </c:pt>
                <c:pt idx="45771">
                  <c:v>2</c:v>
                </c:pt>
                <c:pt idx="45772">
                  <c:v>2</c:v>
                </c:pt>
                <c:pt idx="45773">
                  <c:v>5</c:v>
                </c:pt>
                <c:pt idx="45774">
                  <c:v>5</c:v>
                </c:pt>
                <c:pt idx="45775">
                  <c:v>3</c:v>
                </c:pt>
                <c:pt idx="45776">
                  <c:v>4</c:v>
                </c:pt>
                <c:pt idx="45777">
                  <c:v>4</c:v>
                </c:pt>
                <c:pt idx="45778">
                  <c:v>2</c:v>
                </c:pt>
                <c:pt idx="45779">
                  <c:v>2</c:v>
                </c:pt>
                <c:pt idx="45780">
                  <c:v>2</c:v>
                </c:pt>
                <c:pt idx="45781">
                  <c:v>2</c:v>
                </c:pt>
                <c:pt idx="45782">
                  <c:v>2</c:v>
                </c:pt>
                <c:pt idx="45783">
                  <c:v>2</c:v>
                </c:pt>
                <c:pt idx="45784">
                  <c:v>3</c:v>
                </c:pt>
                <c:pt idx="45785">
                  <c:v>2</c:v>
                </c:pt>
                <c:pt idx="45786">
                  <c:v>4</c:v>
                </c:pt>
                <c:pt idx="45787">
                  <c:v>3</c:v>
                </c:pt>
                <c:pt idx="45788">
                  <c:v>2</c:v>
                </c:pt>
                <c:pt idx="45789">
                  <c:v>3</c:v>
                </c:pt>
                <c:pt idx="45790">
                  <c:v>2</c:v>
                </c:pt>
                <c:pt idx="45791">
                  <c:v>1</c:v>
                </c:pt>
                <c:pt idx="45792">
                  <c:v>3</c:v>
                </c:pt>
                <c:pt idx="45793">
                  <c:v>3</c:v>
                </c:pt>
                <c:pt idx="45794">
                  <c:v>3</c:v>
                </c:pt>
                <c:pt idx="45795">
                  <c:v>3</c:v>
                </c:pt>
                <c:pt idx="45796">
                  <c:v>2</c:v>
                </c:pt>
                <c:pt idx="45797">
                  <c:v>4</c:v>
                </c:pt>
                <c:pt idx="45798">
                  <c:v>2</c:v>
                </c:pt>
                <c:pt idx="45799">
                  <c:v>2</c:v>
                </c:pt>
                <c:pt idx="45800">
                  <c:v>2</c:v>
                </c:pt>
                <c:pt idx="45801">
                  <c:v>2</c:v>
                </c:pt>
                <c:pt idx="45802">
                  <c:v>2</c:v>
                </c:pt>
                <c:pt idx="45803">
                  <c:v>2</c:v>
                </c:pt>
                <c:pt idx="45804">
                  <c:v>2</c:v>
                </c:pt>
                <c:pt idx="45805">
                  <c:v>3</c:v>
                </c:pt>
                <c:pt idx="45806">
                  <c:v>3</c:v>
                </c:pt>
                <c:pt idx="45807">
                  <c:v>1</c:v>
                </c:pt>
                <c:pt idx="45808">
                  <c:v>1</c:v>
                </c:pt>
                <c:pt idx="45809">
                  <c:v>1</c:v>
                </c:pt>
                <c:pt idx="45810">
                  <c:v>2</c:v>
                </c:pt>
                <c:pt idx="45811">
                  <c:v>4</c:v>
                </c:pt>
                <c:pt idx="45812">
                  <c:v>4</c:v>
                </c:pt>
                <c:pt idx="45813">
                  <c:v>4</c:v>
                </c:pt>
                <c:pt idx="45814">
                  <c:v>4</c:v>
                </c:pt>
                <c:pt idx="45815">
                  <c:v>4</c:v>
                </c:pt>
                <c:pt idx="45816">
                  <c:v>3</c:v>
                </c:pt>
                <c:pt idx="45817">
                  <c:v>2</c:v>
                </c:pt>
                <c:pt idx="45818">
                  <c:v>5</c:v>
                </c:pt>
                <c:pt idx="45819">
                  <c:v>5</c:v>
                </c:pt>
                <c:pt idx="45820">
                  <c:v>2</c:v>
                </c:pt>
                <c:pt idx="45821">
                  <c:v>4</c:v>
                </c:pt>
                <c:pt idx="45822">
                  <c:v>5</c:v>
                </c:pt>
                <c:pt idx="45823">
                  <c:v>4</c:v>
                </c:pt>
                <c:pt idx="45824">
                  <c:v>4</c:v>
                </c:pt>
                <c:pt idx="45825">
                  <c:v>4</c:v>
                </c:pt>
                <c:pt idx="45826">
                  <c:v>4</c:v>
                </c:pt>
                <c:pt idx="45827">
                  <c:v>3</c:v>
                </c:pt>
                <c:pt idx="45828">
                  <c:v>3</c:v>
                </c:pt>
                <c:pt idx="45829">
                  <c:v>4</c:v>
                </c:pt>
                <c:pt idx="45830">
                  <c:v>4</c:v>
                </c:pt>
                <c:pt idx="45831">
                  <c:v>4</c:v>
                </c:pt>
                <c:pt idx="45832">
                  <c:v>5</c:v>
                </c:pt>
                <c:pt idx="45833">
                  <c:v>9</c:v>
                </c:pt>
                <c:pt idx="45834">
                  <c:v>11</c:v>
                </c:pt>
                <c:pt idx="45835">
                  <c:v>16</c:v>
                </c:pt>
                <c:pt idx="45836">
                  <c:v>5</c:v>
                </c:pt>
                <c:pt idx="45837">
                  <c:v>3</c:v>
                </c:pt>
                <c:pt idx="45838">
                  <c:v>4</c:v>
                </c:pt>
                <c:pt idx="45839">
                  <c:v>13</c:v>
                </c:pt>
                <c:pt idx="45840">
                  <c:v>4</c:v>
                </c:pt>
                <c:pt idx="45841">
                  <c:v>4</c:v>
                </c:pt>
                <c:pt idx="45842">
                  <c:v>2</c:v>
                </c:pt>
                <c:pt idx="45843">
                  <c:v>4</c:v>
                </c:pt>
                <c:pt idx="45844">
                  <c:v>8</c:v>
                </c:pt>
                <c:pt idx="45845">
                  <c:v>4</c:v>
                </c:pt>
                <c:pt idx="45846">
                  <c:v>4</c:v>
                </c:pt>
                <c:pt idx="45847">
                  <c:v>3</c:v>
                </c:pt>
                <c:pt idx="45848">
                  <c:v>1</c:v>
                </c:pt>
                <c:pt idx="45849">
                  <c:v>2</c:v>
                </c:pt>
                <c:pt idx="45850">
                  <c:v>2</c:v>
                </c:pt>
                <c:pt idx="45851">
                  <c:v>2</c:v>
                </c:pt>
                <c:pt idx="45852">
                  <c:v>2</c:v>
                </c:pt>
                <c:pt idx="45853">
                  <c:v>3</c:v>
                </c:pt>
                <c:pt idx="45854">
                  <c:v>3</c:v>
                </c:pt>
                <c:pt idx="45855">
                  <c:v>2</c:v>
                </c:pt>
                <c:pt idx="45856">
                  <c:v>3</c:v>
                </c:pt>
                <c:pt idx="45857">
                  <c:v>2</c:v>
                </c:pt>
                <c:pt idx="45858">
                  <c:v>2</c:v>
                </c:pt>
                <c:pt idx="45859">
                  <c:v>3</c:v>
                </c:pt>
                <c:pt idx="45860">
                  <c:v>2</c:v>
                </c:pt>
                <c:pt idx="45861">
                  <c:v>3</c:v>
                </c:pt>
                <c:pt idx="45862">
                  <c:v>2</c:v>
                </c:pt>
                <c:pt idx="45863">
                  <c:v>2</c:v>
                </c:pt>
                <c:pt idx="45864">
                  <c:v>3</c:v>
                </c:pt>
                <c:pt idx="45865">
                  <c:v>3</c:v>
                </c:pt>
                <c:pt idx="45866">
                  <c:v>2</c:v>
                </c:pt>
                <c:pt idx="45867">
                  <c:v>3</c:v>
                </c:pt>
                <c:pt idx="45868">
                  <c:v>3</c:v>
                </c:pt>
                <c:pt idx="45869">
                  <c:v>3</c:v>
                </c:pt>
                <c:pt idx="45870">
                  <c:v>3</c:v>
                </c:pt>
                <c:pt idx="45871">
                  <c:v>2</c:v>
                </c:pt>
                <c:pt idx="45872">
                  <c:v>1</c:v>
                </c:pt>
                <c:pt idx="45873">
                  <c:v>1</c:v>
                </c:pt>
                <c:pt idx="45874">
                  <c:v>2</c:v>
                </c:pt>
                <c:pt idx="45875">
                  <c:v>1</c:v>
                </c:pt>
                <c:pt idx="45876">
                  <c:v>2</c:v>
                </c:pt>
                <c:pt idx="45877">
                  <c:v>3</c:v>
                </c:pt>
                <c:pt idx="45878">
                  <c:v>2</c:v>
                </c:pt>
                <c:pt idx="45879">
                  <c:v>2</c:v>
                </c:pt>
                <c:pt idx="45880">
                  <c:v>2</c:v>
                </c:pt>
                <c:pt idx="45881">
                  <c:v>2</c:v>
                </c:pt>
                <c:pt idx="45882">
                  <c:v>2</c:v>
                </c:pt>
                <c:pt idx="45883">
                  <c:v>2</c:v>
                </c:pt>
                <c:pt idx="45884">
                  <c:v>2</c:v>
                </c:pt>
                <c:pt idx="45885">
                  <c:v>2</c:v>
                </c:pt>
                <c:pt idx="45886">
                  <c:v>2</c:v>
                </c:pt>
                <c:pt idx="45887">
                  <c:v>3</c:v>
                </c:pt>
                <c:pt idx="45888">
                  <c:v>2</c:v>
                </c:pt>
                <c:pt idx="45889">
                  <c:v>2</c:v>
                </c:pt>
                <c:pt idx="45890">
                  <c:v>3</c:v>
                </c:pt>
                <c:pt idx="45891">
                  <c:v>3</c:v>
                </c:pt>
                <c:pt idx="45892">
                  <c:v>4</c:v>
                </c:pt>
                <c:pt idx="45893">
                  <c:v>4</c:v>
                </c:pt>
                <c:pt idx="45894">
                  <c:v>4</c:v>
                </c:pt>
                <c:pt idx="45895">
                  <c:v>4</c:v>
                </c:pt>
                <c:pt idx="45896">
                  <c:v>2</c:v>
                </c:pt>
                <c:pt idx="45897">
                  <c:v>1</c:v>
                </c:pt>
                <c:pt idx="45898">
                  <c:v>1</c:v>
                </c:pt>
                <c:pt idx="45899">
                  <c:v>2</c:v>
                </c:pt>
                <c:pt idx="45900">
                  <c:v>1</c:v>
                </c:pt>
                <c:pt idx="45901">
                  <c:v>2</c:v>
                </c:pt>
                <c:pt idx="45902">
                  <c:v>1</c:v>
                </c:pt>
                <c:pt idx="45903">
                  <c:v>1</c:v>
                </c:pt>
                <c:pt idx="45904">
                  <c:v>1</c:v>
                </c:pt>
                <c:pt idx="45905">
                  <c:v>1</c:v>
                </c:pt>
                <c:pt idx="45906">
                  <c:v>1</c:v>
                </c:pt>
                <c:pt idx="45907">
                  <c:v>3</c:v>
                </c:pt>
                <c:pt idx="45908">
                  <c:v>1</c:v>
                </c:pt>
                <c:pt idx="45909">
                  <c:v>1</c:v>
                </c:pt>
                <c:pt idx="45910">
                  <c:v>1</c:v>
                </c:pt>
                <c:pt idx="45911">
                  <c:v>3</c:v>
                </c:pt>
                <c:pt idx="45912">
                  <c:v>2</c:v>
                </c:pt>
                <c:pt idx="45913">
                  <c:v>1</c:v>
                </c:pt>
                <c:pt idx="45914">
                  <c:v>2</c:v>
                </c:pt>
                <c:pt idx="45915">
                  <c:v>2</c:v>
                </c:pt>
                <c:pt idx="45916">
                  <c:v>2</c:v>
                </c:pt>
                <c:pt idx="45917">
                  <c:v>3</c:v>
                </c:pt>
                <c:pt idx="45918">
                  <c:v>2</c:v>
                </c:pt>
                <c:pt idx="45919">
                  <c:v>2</c:v>
                </c:pt>
                <c:pt idx="45920">
                  <c:v>2</c:v>
                </c:pt>
                <c:pt idx="45921">
                  <c:v>1</c:v>
                </c:pt>
                <c:pt idx="45922">
                  <c:v>2</c:v>
                </c:pt>
                <c:pt idx="45923">
                  <c:v>1</c:v>
                </c:pt>
                <c:pt idx="45924">
                  <c:v>1</c:v>
                </c:pt>
                <c:pt idx="45925">
                  <c:v>2</c:v>
                </c:pt>
                <c:pt idx="45926">
                  <c:v>3</c:v>
                </c:pt>
                <c:pt idx="45927">
                  <c:v>1</c:v>
                </c:pt>
                <c:pt idx="45928">
                  <c:v>1</c:v>
                </c:pt>
                <c:pt idx="45929">
                  <c:v>1</c:v>
                </c:pt>
                <c:pt idx="45930">
                  <c:v>1</c:v>
                </c:pt>
                <c:pt idx="45931">
                  <c:v>1</c:v>
                </c:pt>
                <c:pt idx="45932">
                  <c:v>2</c:v>
                </c:pt>
                <c:pt idx="45933">
                  <c:v>3</c:v>
                </c:pt>
                <c:pt idx="45934">
                  <c:v>2</c:v>
                </c:pt>
                <c:pt idx="45935">
                  <c:v>3</c:v>
                </c:pt>
                <c:pt idx="45936">
                  <c:v>3</c:v>
                </c:pt>
                <c:pt idx="45937">
                  <c:v>3</c:v>
                </c:pt>
                <c:pt idx="45938">
                  <c:v>2</c:v>
                </c:pt>
                <c:pt idx="45939">
                  <c:v>2</c:v>
                </c:pt>
                <c:pt idx="45940">
                  <c:v>3</c:v>
                </c:pt>
                <c:pt idx="45941">
                  <c:v>3</c:v>
                </c:pt>
                <c:pt idx="45942">
                  <c:v>1</c:v>
                </c:pt>
                <c:pt idx="45943">
                  <c:v>3</c:v>
                </c:pt>
                <c:pt idx="45944">
                  <c:v>3</c:v>
                </c:pt>
                <c:pt idx="45945">
                  <c:v>1</c:v>
                </c:pt>
                <c:pt idx="45946">
                  <c:v>1</c:v>
                </c:pt>
                <c:pt idx="45947">
                  <c:v>3</c:v>
                </c:pt>
                <c:pt idx="45948">
                  <c:v>5</c:v>
                </c:pt>
                <c:pt idx="45949">
                  <c:v>3</c:v>
                </c:pt>
                <c:pt idx="45950">
                  <c:v>4</c:v>
                </c:pt>
                <c:pt idx="45951">
                  <c:v>5</c:v>
                </c:pt>
                <c:pt idx="45952">
                  <c:v>5</c:v>
                </c:pt>
                <c:pt idx="45953">
                  <c:v>3</c:v>
                </c:pt>
                <c:pt idx="45954">
                  <c:v>3</c:v>
                </c:pt>
                <c:pt idx="45955">
                  <c:v>3</c:v>
                </c:pt>
                <c:pt idx="45956">
                  <c:v>2</c:v>
                </c:pt>
                <c:pt idx="45957">
                  <c:v>4</c:v>
                </c:pt>
                <c:pt idx="45958">
                  <c:v>2</c:v>
                </c:pt>
                <c:pt idx="45959">
                  <c:v>4</c:v>
                </c:pt>
                <c:pt idx="45960">
                  <c:v>3</c:v>
                </c:pt>
                <c:pt idx="45961">
                  <c:v>6</c:v>
                </c:pt>
                <c:pt idx="45962">
                  <c:v>2</c:v>
                </c:pt>
                <c:pt idx="45963">
                  <c:v>3</c:v>
                </c:pt>
                <c:pt idx="45964">
                  <c:v>3</c:v>
                </c:pt>
                <c:pt idx="45965">
                  <c:v>1</c:v>
                </c:pt>
                <c:pt idx="45966">
                  <c:v>1</c:v>
                </c:pt>
                <c:pt idx="45967">
                  <c:v>4</c:v>
                </c:pt>
                <c:pt idx="45968">
                  <c:v>4</c:v>
                </c:pt>
                <c:pt idx="45969">
                  <c:v>4</c:v>
                </c:pt>
                <c:pt idx="45970">
                  <c:v>4</c:v>
                </c:pt>
                <c:pt idx="45971">
                  <c:v>4</c:v>
                </c:pt>
                <c:pt idx="45972">
                  <c:v>6</c:v>
                </c:pt>
                <c:pt idx="45973">
                  <c:v>2</c:v>
                </c:pt>
                <c:pt idx="45974">
                  <c:v>4</c:v>
                </c:pt>
                <c:pt idx="45975">
                  <c:v>2</c:v>
                </c:pt>
                <c:pt idx="45976">
                  <c:v>2</c:v>
                </c:pt>
                <c:pt idx="45977">
                  <c:v>2</c:v>
                </c:pt>
                <c:pt idx="45978">
                  <c:v>2</c:v>
                </c:pt>
                <c:pt idx="45979">
                  <c:v>2</c:v>
                </c:pt>
                <c:pt idx="45980">
                  <c:v>2</c:v>
                </c:pt>
                <c:pt idx="45981">
                  <c:v>3</c:v>
                </c:pt>
                <c:pt idx="45982">
                  <c:v>2</c:v>
                </c:pt>
                <c:pt idx="45983">
                  <c:v>2</c:v>
                </c:pt>
                <c:pt idx="45984">
                  <c:v>2</c:v>
                </c:pt>
                <c:pt idx="45985">
                  <c:v>2</c:v>
                </c:pt>
                <c:pt idx="45986">
                  <c:v>2</c:v>
                </c:pt>
                <c:pt idx="45987">
                  <c:v>2</c:v>
                </c:pt>
                <c:pt idx="45988">
                  <c:v>2</c:v>
                </c:pt>
                <c:pt idx="45989">
                  <c:v>2</c:v>
                </c:pt>
                <c:pt idx="45990">
                  <c:v>2</c:v>
                </c:pt>
                <c:pt idx="45991">
                  <c:v>2</c:v>
                </c:pt>
                <c:pt idx="45992">
                  <c:v>2</c:v>
                </c:pt>
                <c:pt idx="45993">
                  <c:v>3</c:v>
                </c:pt>
                <c:pt idx="45994">
                  <c:v>2</c:v>
                </c:pt>
                <c:pt idx="45995">
                  <c:v>3</c:v>
                </c:pt>
                <c:pt idx="45996">
                  <c:v>2</c:v>
                </c:pt>
                <c:pt idx="45997">
                  <c:v>2</c:v>
                </c:pt>
                <c:pt idx="45998">
                  <c:v>6</c:v>
                </c:pt>
                <c:pt idx="45999">
                  <c:v>10</c:v>
                </c:pt>
                <c:pt idx="46000">
                  <c:v>5</c:v>
                </c:pt>
                <c:pt idx="46001">
                  <c:v>6</c:v>
                </c:pt>
                <c:pt idx="46002">
                  <c:v>6</c:v>
                </c:pt>
                <c:pt idx="46003">
                  <c:v>6</c:v>
                </c:pt>
                <c:pt idx="46004">
                  <c:v>6</c:v>
                </c:pt>
                <c:pt idx="46005">
                  <c:v>6</c:v>
                </c:pt>
                <c:pt idx="46006">
                  <c:v>6</c:v>
                </c:pt>
                <c:pt idx="46007">
                  <c:v>6</c:v>
                </c:pt>
                <c:pt idx="46008">
                  <c:v>3</c:v>
                </c:pt>
                <c:pt idx="46009">
                  <c:v>3</c:v>
                </c:pt>
                <c:pt idx="46010">
                  <c:v>3</c:v>
                </c:pt>
                <c:pt idx="46011">
                  <c:v>3</c:v>
                </c:pt>
                <c:pt idx="46012">
                  <c:v>1</c:v>
                </c:pt>
                <c:pt idx="46013">
                  <c:v>2</c:v>
                </c:pt>
                <c:pt idx="46014">
                  <c:v>3</c:v>
                </c:pt>
                <c:pt idx="46015">
                  <c:v>5</c:v>
                </c:pt>
                <c:pt idx="46016">
                  <c:v>4</c:v>
                </c:pt>
                <c:pt idx="46017">
                  <c:v>3</c:v>
                </c:pt>
                <c:pt idx="46018">
                  <c:v>3</c:v>
                </c:pt>
                <c:pt idx="46019">
                  <c:v>2</c:v>
                </c:pt>
                <c:pt idx="46020">
                  <c:v>2</c:v>
                </c:pt>
                <c:pt idx="46021">
                  <c:v>4</c:v>
                </c:pt>
                <c:pt idx="46022">
                  <c:v>4</c:v>
                </c:pt>
                <c:pt idx="46023">
                  <c:v>4</c:v>
                </c:pt>
                <c:pt idx="46024">
                  <c:v>4</c:v>
                </c:pt>
                <c:pt idx="46025">
                  <c:v>4</c:v>
                </c:pt>
                <c:pt idx="46026">
                  <c:v>2</c:v>
                </c:pt>
                <c:pt idx="46027">
                  <c:v>1</c:v>
                </c:pt>
                <c:pt idx="46028">
                  <c:v>2</c:v>
                </c:pt>
                <c:pt idx="46029">
                  <c:v>1</c:v>
                </c:pt>
                <c:pt idx="46030">
                  <c:v>2</c:v>
                </c:pt>
                <c:pt idx="46031">
                  <c:v>3</c:v>
                </c:pt>
                <c:pt idx="46032">
                  <c:v>2</c:v>
                </c:pt>
                <c:pt idx="46033">
                  <c:v>1</c:v>
                </c:pt>
                <c:pt idx="46034">
                  <c:v>2</c:v>
                </c:pt>
                <c:pt idx="46035">
                  <c:v>1</c:v>
                </c:pt>
                <c:pt idx="46036">
                  <c:v>3</c:v>
                </c:pt>
                <c:pt idx="46037">
                  <c:v>4</c:v>
                </c:pt>
                <c:pt idx="46038">
                  <c:v>4</c:v>
                </c:pt>
                <c:pt idx="46039">
                  <c:v>4</c:v>
                </c:pt>
                <c:pt idx="46040">
                  <c:v>4</c:v>
                </c:pt>
                <c:pt idx="46041">
                  <c:v>3</c:v>
                </c:pt>
                <c:pt idx="46042">
                  <c:v>3</c:v>
                </c:pt>
                <c:pt idx="46043">
                  <c:v>2</c:v>
                </c:pt>
                <c:pt idx="46044">
                  <c:v>-1</c:v>
                </c:pt>
                <c:pt idx="46045">
                  <c:v>2</c:v>
                </c:pt>
                <c:pt idx="46046">
                  <c:v>2</c:v>
                </c:pt>
                <c:pt idx="46047">
                  <c:v>1</c:v>
                </c:pt>
                <c:pt idx="46048">
                  <c:v>1</c:v>
                </c:pt>
                <c:pt idx="46049">
                  <c:v>2</c:v>
                </c:pt>
                <c:pt idx="46050">
                  <c:v>2</c:v>
                </c:pt>
                <c:pt idx="46051">
                  <c:v>2</c:v>
                </c:pt>
                <c:pt idx="46052">
                  <c:v>2</c:v>
                </c:pt>
                <c:pt idx="46053">
                  <c:v>4</c:v>
                </c:pt>
                <c:pt idx="46054">
                  <c:v>3</c:v>
                </c:pt>
                <c:pt idx="46055">
                  <c:v>4</c:v>
                </c:pt>
                <c:pt idx="46056">
                  <c:v>4</c:v>
                </c:pt>
                <c:pt idx="46057">
                  <c:v>5</c:v>
                </c:pt>
                <c:pt idx="46058">
                  <c:v>4</c:v>
                </c:pt>
                <c:pt idx="46059">
                  <c:v>4</c:v>
                </c:pt>
                <c:pt idx="46060">
                  <c:v>3</c:v>
                </c:pt>
                <c:pt idx="46061">
                  <c:v>4</c:v>
                </c:pt>
                <c:pt idx="46062">
                  <c:v>3</c:v>
                </c:pt>
                <c:pt idx="46063">
                  <c:v>3</c:v>
                </c:pt>
                <c:pt idx="46064">
                  <c:v>3</c:v>
                </c:pt>
                <c:pt idx="46065">
                  <c:v>4</c:v>
                </c:pt>
                <c:pt idx="46066">
                  <c:v>4</c:v>
                </c:pt>
                <c:pt idx="46067">
                  <c:v>5</c:v>
                </c:pt>
                <c:pt idx="46068">
                  <c:v>3</c:v>
                </c:pt>
                <c:pt idx="46069">
                  <c:v>4</c:v>
                </c:pt>
                <c:pt idx="46070">
                  <c:v>2</c:v>
                </c:pt>
                <c:pt idx="46071">
                  <c:v>1</c:v>
                </c:pt>
                <c:pt idx="46072">
                  <c:v>3</c:v>
                </c:pt>
                <c:pt idx="46073">
                  <c:v>3</c:v>
                </c:pt>
                <c:pt idx="46074">
                  <c:v>3</c:v>
                </c:pt>
                <c:pt idx="46075">
                  <c:v>2</c:v>
                </c:pt>
                <c:pt idx="46076">
                  <c:v>2</c:v>
                </c:pt>
                <c:pt idx="46077">
                  <c:v>2</c:v>
                </c:pt>
                <c:pt idx="46078">
                  <c:v>3</c:v>
                </c:pt>
                <c:pt idx="46079">
                  <c:v>2</c:v>
                </c:pt>
                <c:pt idx="46080">
                  <c:v>3</c:v>
                </c:pt>
                <c:pt idx="46081">
                  <c:v>3</c:v>
                </c:pt>
                <c:pt idx="46082">
                  <c:v>3</c:v>
                </c:pt>
                <c:pt idx="46083">
                  <c:v>2</c:v>
                </c:pt>
                <c:pt idx="46084">
                  <c:v>3</c:v>
                </c:pt>
                <c:pt idx="46085">
                  <c:v>1</c:v>
                </c:pt>
                <c:pt idx="46086">
                  <c:v>1</c:v>
                </c:pt>
                <c:pt idx="46087">
                  <c:v>2</c:v>
                </c:pt>
                <c:pt idx="46088">
                  <c:v>2</c:v>
                </c:pt>
                <c:pt idx="46089">
                  <c:v>2</c:v>
                </c:pt>
                <c:pt idx="46090">
                  <c:v>3</c:v>
                </c:pt>
                <c:pt idx="46091">
                  <c:v>2</c:v>
                </c:pt>
                <c:pt idx="46092">
                  <c:v>3</c:v>
                </c:pt>
                <c:pt idx="46093">
                  <c:v>3</c:v>
                </c:pt>
                <c:pt idx="46094">
                  <c:v>2</c:v>
                </c:pt>
                <c:pt idx="46095">
                  <c:v>3</c:v>
                </c:pt>
                <c:pt idx="46096">
                  <c:v>3</c:v>
                </c:pt>
                <c:pt idx="46097">
                  <c:v>2</c:v>
                </c:pt>
                <c:pt idx="46098">
                  <c:v>2</c:v>
                </c:pt>
                <c:pt idx="46099">
                  <c:v>3</c:v>
                </c:pt>
                <c:pt idx="46100">
                  <c:v>3</c:v>
                </c:pt>
                <c:pt idx="46101">
                  <c:v>1</c:v>
                </c:pt>
                <c:pt idx="46102">
                  <c:v>2</c:v>
                </c:pt>
                <c:pt idx="46103">
                  <c:v>1</c:v>
                </c:pt>
                <c:pt idx="46104">
                  <c:v>4</c:v>
                </c:pt>
                <c:pt idx="46105">
                  <c:v>1</c:v>
                </c:pt>
                <c:pt idx="46106">
                  <c:v>1</c:v>
                </c:pt>
                <c:pt idx="46107">
                  <c:v>1</c:v>
                </c:pt>
                <c:pt idx="46108">
                  <c:v>1</c:v>
                </c:pt>
                <c:pt idx="46109">
                  <c:v>2</c:v>
                </c:pt>
                <c:pt idx="46110">
                  <c:v>1</c:v>
                </c:pt>
                <c:pt idx="46111">
                  <c:v>1</c:v>
                </c:pt>
                <c:pt idx="46112">
                  <c:v>2</c:v>
                </c:pt>
                <c:pt idx="46113">
                  <c:v>3</c:v>
                </c:pt>
                <c:pt idx="46114">
                  <c:v>3</c:v>
                </c:pt>
                <c:pt idx="46115">
                  <c:v>3</c:v>
                </c:pt>
                <c:pt idx="46116">
                  <c:v>3</c:v>
                </c:pt>
                <c:pt idx="46117">
                  <c:v>2</c:v>
                </c:pt>
                <c:pt idx="46118">
                  <c:v>3</c:v>
                </c:pt>
                <c:pt idx="46119">
                  <c:v>2</c:v>
                </c:pt>
                <c:pt idx="46120">
                  <c:v>2</c:v>
                </c:pt>
                <c:pt idx="46121">
                  <c:v>1</c:v>
                </c:pt>
                <c:pt idx="46122">
                  <c:v>1</c:v>
                </c:pt>
                <c:pt idx="46123">
                  <c:v>8</c:v>
                </c:pt>
                <c:pt idx="46124">
                  <c:v>6</c:v>
                </c:pt>
                <c:pt idx="46125">
                  <c:v>4</c:v>
                </c:pt>
                <c:pt idx="46126">
                  <c:v>9</c:v>
                </c:pt>
                <c:pt idx="46127">
                  <c:v>11</c:v>
                </c:pt>
                <c:pt idx="46128">
                  <c:v>3</c:v>
                </c:pt>
                <c:pt idx="46129">
                  <c:v>4</c:v>
                </c:pt>
                <c:pt idx="46130">
                  <c:v>4</c:v>
                </c:pt>
                <c:pt idx="46131">
                  <c:v>4</c:v>
                </c:pt>
                <c:pt idx="46132">
                  <c:v>10</c:v>
                </c:pt>
                <c:pt idx="46133">
                  <c:v>4</c:v>
                </c:pt>
                <c:pt idx="46134">
                  <c:v>3</c:v>
                </c:pt>
                <c:pt idx="46135">
                  <c:v>4</c:v>
                </c:pt>
                <c:pt idx="46136">
                  <c:v>2</c:v>
                </c:pt>
                <c:pt idx="46137">
                  <c:v>3</c:v>
                </c:pt>
                <c:pt idx="46138">
                  <c:v>3</c:v>
                </c:pt>
                <c:pt idx="46139">
                  <c:v>3</c:v>
                </c:pt>
                <c:pt idx="46140">
                  <c:v>3</c:v>
                </c:pt>
                <c:pt idx="46141">
                  <c:v>5</c:v>
                </c:pt>
                <c:pt idx="46142">
                  <c:v>5</c:v>
                </c:pt>
                <c:pt idx="46143">
                  <c:v>7</c:v>
                </c:pt>
                <c:pt idx="46144">
                  <c:v>3</c:v>
                </c:pt>
                <c:pt idx="46145">
                  <c:v>6</c:v>
                </c:pt>
                <c:pt idx="46146">
                  <c:v>4</c:v>
                </c:pt>
                <c:pt idx="46147">
                  <c:v>7</c:v>
                </c:pt>
                <c:pt idx="46148">
                  <c:v>4</c:v>
                </c:pt>
                <c:pt idx="46149">
                  <c:v>4</c:v>
                </c:pt>
                <c:pt idx="46150">
                  <c:v>3</c:v>
                </c:pt>
                <c:pt idx="46151">
                  <c:v>5</c:v>
                </c:pt>
                <c:pt idx="46152">
                  <c:v>4</c:v>
                </c:pt>
                <c:pt idx="46153">
                  <c:v>4</c:v>
                </c:pt>
                <c:pt idx="46154">
                  <c:v>4</c:v>
                </c:pt>
                <c:pt idx="46155">
                  <c:v>5</c:v>
                </c:pt>
                <c:pt idx="46156">
                  <c:v>1</c:v>
                </c:pt>
                <c:pt idx="46157">
                  <c:v>6</c:v>
                </c:pt>
                <c:pt idx="46158">
                  <c:v>2</c:v>
                </c:pt>
                <c:pt idx="46159">
                  <c:v>2</c:v>
                </c:pt>
                <c:pt idx="46160">
                  <c:v>2</c:v>
                </c:pt>
                <c:pt idx="46161">
                  <c:v>2</c:v>
                </c:pt>
                <c:pt idx="46162">
                  <c:v>3</c:v>
                </c:pt>
                <c:pt idx="46163">
                  <c:v>2</c:v>
                </c:pt>
                <c:pt idx="46164">
                  <c:v>2</c:v>
                </c:pt>
                <c:pt idx="46165">
                  <c:v>2</c:v>
                </c:pt>
                <c:pt idx="46166">
                  <c:v>2</c:v>
                </c:pt>
                <c:pt idx="46167">
                  <c:v>2</c:v>
                </c:pt>
                <c:pt idx="46168">
                  <c:v>2</c:v>
                </c:pt>
                <c:pt idx="46169">
                  <c:v>2</c:v>
                </c:pt>
                <c:pt idx="46170">
                  <c:v>7</c:v>
                </c:pt>
                <c:pt idx="46171">
                  <c:v>7</c:v>
                </c:pt>
                <c:pt idx="46172">
                  <c:v>2</c:v>
                </c:pt>
                <c:pt idx="46173">
                  <c:v>2</c:v>
                </c:pt>
                <c:pt idx="46174">
                  <c:v>2</c:v>
                </c:pt>
                <c:pt idx="46175">
                  <c:v>2</c:v>
                </c:pt>
                <c:pt idx="46176">
                  <c:v>3</c:v>
                </c:pt>
                <c:pt idx="46177">
                  <c:v>4</c:v>
                </c:pt>
                <c:pt idx="46178">
                  <c:v>5</c:v>
                </c:pt>
                <c:pt idx="46179">
                  <c:v>5</c:v>
                </c:pt>
                <c:pt idx="46180">
                  <c:v>2</c:v>
                </c:pt>
                <c:pt idx="46181">
                  <c:v>3</c:v>
                </c:pt>
                <c:pt idx="46182">
                  <c:v>4</c:v>
                </c:pt>
                <c:pt idx="46183">
                  <c:v>5</c:v>
                </c:pt>
                <c:pt idx="46184">
                  <c:v>5</c:v>
                </c:pt>
                <c:pt idx="46185">
                  <c:v>3</c:v>
                </c:pt>
                <c:pt idx="46186">
                  <c:v>3</c:v>
                </c:pt>
                <c:pt idx="46187">
                  <c:v>1</c:v>
                </c:pt>
                <c:pt idx="46188">
                  <c:v>2</c:v>
                </c:pt>
                <c:pt idx="46189">
                  <c:v>3</c:v>
                </c:pt>
                <c:pt idx="46190">
                  <c:v>3</c:v>
                </c:pt>
                <c:pt idx="46191">
                  <c:v>2</c:v>
                </c:pt>
                <c:pt idx="46192">
                  <c:v>3</c:v>
                </c:pt>
                <c:pt idx="46193">
                  <c:v>4</c:v>
                </c:pt>
                <c:pt idx="46194">
                  <c:v>4</c:v>
                </c:pt>
                <c:pt idx="46195">
                  <c:v>9</c:v>
                </c:pt>
                <c:pt idx="46196">
                  <c:v>2</c:v>
                </c:pt>
                <c:pt idx="46197">
                  <c:v>10</c:v>
                </c:pt>
                <c:pt idx="46198">
                  <c:v>3</c:v>
                </c:pt>
                <c:pt idx="46199">
                  <c:v>4</c:v>
                </c:pt>
                <c:pt idx="46200">
                  <c:v>3</c:v>
                </c:pt>
                <c:pt idx="46201">
                  <c:v>2</c:v>
                </c:pt>
                <c:pt idx="46202">
                  <c:v>1</c:v>
                </c:pt>
                <c:pt idx="46203">
                  <c:v>4</c:v>
                </c:pt>
                <c:pt idx="46204">
                  <c:v>4</c:v>
                </c:pt>
                <c:pt idx="46205">
                  <c:v>2</c:v>
                </c:pt>
                <c:pt idx="46206">
                  <c:v>2</c:v>
                </c:pt>
                <c:pt idx="46207">
                  <c:v>2</c:v>
                </c:pt>
                <c:pt idx="46208">
                  <c:v>2</c:v>
                </c:pt>
                <c:pt idx="46209">
                  <c:v>2</c:v>
                </c:pt>
                <c:pt idx="46210">
                  <c:v>3</c:v>
                </c:pt>
                <c:pt idx="46211">
                  <c:v>5</c:v>
                </c:pt>
                <c:pt idx="46212">
                  <c:v>1</c:v>
                </c:pt>
                <c:pt idx="46213">
                  <c:v>1</c:v>
                </c:pt>
                <c:pt idx="46214">
                  <c:v>1</c:v>
                </c:pt>
                <c:pt idx="46215">
                  <c:v>1</c:v>
                </c:pt>
                <c:pt idx="46216">
                  <c:v>1</c:v>
                </c:pt>
                <c:pt idx="46217">
                  <c:v>1</c:v>
                </c:pt>
                <c:pt idx="46218">
                  <c:v>1</c:v>
                </c:pt>
                <c:pt idx="46219">
                  <c:v>1</c:v>
                </c:pt>
                <c:pt idx="46220">
                  <c:v>1</c:v>
                </c:pt>
                <c:pt idx="46221">
                  <c:v>1</c:v>
                </c:pt>
                <c:pt idx="46222">
                  <c:v>1</c:v>
                </c:pt>
                <c:pt idx="46223">
                  <c:v>1</c:v>
                </c:pt>
                <c:pt idx="46224">
                  <c:v>1</c:v>
                </c:pt>
                <c:pt idx="46225">
                  <c:v>1</c:v>
                </c:pt>
                <c:pt idx="46226">
                  <c:v>1</c:v>
                </c:pt>
                <c:pt idx="46227">
                  <c:v>1</c:v>
                </c:pt>
                <c:pt idx="46228">
                  <c:v>1</c:v>
                </c:pt>
                <c:pt idx="46229">
                  <c:v>1</c:v>
                </c:pt>
                <c:pt idx="46230">
                  <c:v>1</c:v>
                </c:pt>
                <c:pt idx="46231">
                  <c:v>1</c:v>
                </c:pt>
                <c:pt idx="46232">
                  <c:v>8</c:v>
                </c:pt>
                <c:pt idx="46233">
                  <c:v>2</c:v>
                </c:pt>
                <c:pt idx="46234">
                  <c:v>3</c:v>
                </c:pt>
                <c:pt idx="46235">
                  <c:v>3</c:v>
                </c:pt>
                <c:pt idx="46236">
                  <c:v>3</c:v>
                </c:pt>
                <c:pt idx="46237">
                  <c:v>3</c:v>
                </c:pt>
                <c:pt idx="46238">
                  <c:v>2</c:v>
                </c:pt>
                <c:pt idx="46239">
                  <c:v>2</c:v>
                </c:pt>
                <c:pt idx="46240">
                  <c:v>2</c:v>
                </c:pt>
                <c:pt idx="46241">
                  <c:v>2</c:v>
                </c:pt>
                <c:pt idx="46242">
                  <c:v>2</c:v>
                </c:pt>
                <c:pt idx="46243">
                  <c:v>2</c:v>
                </c:pt>
                <c:pt idx="46244">
                  <c:v>2</c:v>
                </c:pt>
                <c:pt idx="46245">
                  <c:v>2</c:v>
                </c:pt>
                <c:pt idx="46246">
                  <c:v>3</c:v>
                </c:pt>
                <c:pt idx="46247">
                  <c:v>2</c:v>
                </c:pt>
                <c:pt idx="46248">
                  <c:v>3</c:v>
                </c:pt>
                <c:pt idx="46249">
                  <c:v>2</c:v>
                </c:pt>
                <c:pt idx="46250">
                  <c:v>2</c:v>
                </c:pt>
                <c:pt idx="46251">
                  <c:v>4</c:v>
                </c:pt>
                <c:pt idx="46252">
                  <c:v>2</c:v>
                </c:pt>
                <c:pt idx="46253">
                  <c:v>2</c:v>
                </c:pt>
                <c:pt idx="46254">
                  <c:v>4</c:v>
                </c:pt>
                <c:pt idx="46255">
                  <c:v>2</c:v>
                </c:pt>
                <c:pt idx="46256">
                  <c:v>2</c:v>
                </c:pt>
                <c:pt idx="46257">
                  <c:v>3</c:v>
                </c:pt>
                <c:pt idx="46258">
                  <c:v>4</c:v>
                </c:pt>
                <c:pt idx="46259">
                  <c:v>4</c:v>
                </c:pt>
                <c:pt idx="46260">
                  <c:v>2</c:v>
                </c:pt>
                <c:pt idx="46261">
                  <c:v>3</c:v>
                </c:pt>
                <c:pt idx="46262">
                  <c:v>2</c:v>
                </c:pt>
                <c:pt idx="46263">
                  <c:v>2</c:v>
                </c:pt>
                <c:pt idx="46264">
                  <c:v>3</c:v>
                </c:pt>
                <c:pt idx="46265">
                  <c:v>4</c:v>
                </c:pt>
                <c:pt idx="46266">
                  <c:v>2</c:v>
                </c:pt>
                <c:pt idx="46267">
                  <c:v>1</c:v>
                </c:pt>
                <c:pt idx="46268">
                  <c:v>2</c:v>
                </c:pt>
                <c:pt idx="46269">
                  <c:v>2</c:v>
                </c:pt>
                <c:pt idx="46270">
                  <c:v>2</c:v>
                </c:pt>
                <c:pt idx="46271">
                  <c:v>2</c:v>
                </c:pt>
                <c:pt idx="46272">
                  <c:v>1</c:v>
                </c:pt>
                <c:pt idx="46273">
                  <c:v>2</c:v>
                </c:pt>
                <c:pt idx="46274">
                  <c:v>3</c:v>
                </c:pt>
                <c:pt idx="46275">
                  <c:v>2</c:v>
                </c:pt>
                <c:pt idx="46276">
                  <c:v>1</c:v>
                </c:pt>
                <c:pt idx="46277">
                  <c:v>1</c:v>
                </c:pt>
                <c:pt idx="46278">
                  <c:v>4</c:v>
                </c:pt>
                <c:pt idx="46279">
                  <c:v>1</c:v>
                </c:pt>
                <c:pt idx="46280">
                  <c:v>2</c:v>
                </c:pt>
                <c:pt idx="46281">
                  <c:v>2</c:v>
                </c:pt>
                <c:pt idx="46282">
                  <c:v>2</c:v>
                </c:pt>
                <c:pt idx="46283">
                  <c:v>2</c:v>
                </c:pt>
                <c:pt idx="46284">
                  <c:v>2</c:v>
                </c:pt>
                <c:pt idx="46285">
                  <c:v>2</c:v>
                </c:pt>
                <c:pt idx="46286">
                  <c:v>2</c:v>
                </c:pt>
                <c:pt idx="46287">
                  <c:v>2</c:v>
                </c:pt>
                <c:pt idx="46288">
                  <c:v>2</c:v>
                </c:pt>
                <c:pt idx="46289">
                  <c:v>2</c:v>
                </c:pt>
                <c:pt idx="46290">
                  <c:v>2</c:v>
                </c:pt>
                <c:pt idx="46291">
                  <c:v>2</c:v>
                </c:pt>
                <c:pt idx="46292">
                  <c:v>3</c:v>
                </c:pt>
                <c:pt idx="46293">
                  <c:v>2</c:v>
                </c:pt>
                <c:pt idx="46294">
                  <c:v>2</c:v>
                </c:pt>
                <c:pt idx="46295">
                  <c:v>1</c:v>
                </c:pt>
                <c:pt idx="46296">
                  <c:v>1</c:v>
                </c:pt>
                <c:pt idx="46297">
                  <c:v>1</c:v>
                </c:pt>
                <c:pt idx="46298">
                  <c:v>1</c:v>
                </c:pt>
                <c:pt idx="46299">
                  <c:v>1</c:v>
                </c:pt>
                <c:pt idx="46300">
                  <c:v>1</c:v>
                </c:pt>
                <c:pt idx="46301">
                  <c:v>1</c:v>
                </c:pt>
                <c:pt idx="46302">
                  <c:v>1</c:v>
                </c:pt>
                <c:pt idx="46303">
                  <c:v>2</c:v>
                </c:pt>
                <c:pt idx="46304">
                  <c:v>1</c:v>
                </c:pt>
                <c:pt idx="46305">
                  <c:v>1</c:v>
                </c:pt>
                <c:pt idx="46306">
                  <c:v>2</c:v>
                </c:pt>
                <c:pt idx="46307">
                  <c:v>2</c:v>
                </c:pt>
                <c:pt idx="46308">
                  <c:v>2</c:v>
                </c:pt>
                <c:pt idx="46309">
                  <c:v>3</c:v>
                </c:pt>
                <c:pt idx="46310">
                  <c:v>1</c:v>
                </c:pt>
                <c:pt idx="46311">
                  <c:v>1</c:v>
                </c:pt>
                <c:pt idx="46312">
                  <c:v>2</c:v>
                </c:pt>
                <c:pt idx="46313">
                  <c:v>1</c:v>
                </c:pt>
                <c:pt idx="46314">
                  <c:v>2</c:v>
                </c:pt>
                <c:pt idx="46315">
                  <c:v>1</c:v>
                </c:pt>
                <c:pt idx="46316">
                  <c:v>1</c:v>
                </c:pt>
                <c:pt idx="46317">
                  <c:v>1</c:v>
                </c:pt>
                <c:pt idx="46318">
                  <c:v>2</c:v>
                </c:pt>
                <c:pt idx="46319">
                  <c:v>2</c:v>
                </c:pt>
                <c:pt idx="46320">
                  <c:v>2</c:v>
                </c:pt>
                <c:pt idx="46321">
                  <c:v>1</c:v>
                </c:pt>
                <c:pt idx="46322">
                  <c:v>1</c:v>
                </c:pt>
                <c:pt idx="46323">
                  <c:v>2</c:v>
                </c:pt>
                <c:pt idx="46324">
                  <c:v>2</c:v>
                </c:pt>
                <c:pt idx="46325">
                  <c:v>1</c:v>
                </c:pt>
                <c:pt idx="46326">
                  <c:v>1</c:v>
                </c:pt>
                <c:pt idx="46327">
                  <c:v>2</c:v>
                </c:pt>
                <c:pt idx="46328">
                  <c:v>2</c:v>
                </c:pt>
                <c:pt idx="46329">
                  <c:v>2</c:v>
                </c:pt>
                <c:pt idx="46330">
                  <c:v>2</c:v>
                </c:pt>
                <c:pt idx="46331">
                  <c:v>2</c:v>
                </c:pt>
                <c:pt idx="46332">
                  <c:v>2</c:v>
                </c:pt>
                <c:pt idx="46333">
                  <c:v>-2</c:v>
                </c:pt>
                <c:pt idx="46334">
                  <c:v>2</c:v>
                </c:pt>
                <c:pt idx="46335">
                  <c:v>3</c:v>
                </c:pt>
                <c:pt idx="46336">
                  <c:v>4</c:v>
                </c:pt>
                <c:pt idx="46337">
                  <c:v>3</c:v>
                </c:pt>
                <c:pt idx="46338">
                  <c:v>3</c:v>
                </c:pt>
                <c:pt idx="46339">
                  <c:v>3</c:v>
                </c:pt>
                <c:pt idx="46340">
                  <c:v>6</c:v>
                </c:pt>
                <c:pt idx="46341">
                  <c:v>2</c:v>
                </c:pt>
                <c:pt idx="46342">
                  <c:v>2</c:v>
                </c:pt>
                <c:pt idx="46343">
                  <c:v>2</c:v>
                </c:pt>
                <c:pt idx="46344">
                  <c:v>2</c:v>
                </c:pt>
                <c:pt idx="46345">
                  <c:v>2</c:v>
                </c:pt>
                <c:pt idx="46346">
                  <c:v>3</c:v>
                </c:pt>
                <c:pt idx="46347">
                  <c:v>5</c:v>
                </c:pt>
                <c:pt idx="46348">
                  <c:v>5</c:v>
                </c:pt>
                <c:pt idx="46349">
                  <c:v>2</c:v>
                </c:pt>
                <c:pt idx="46350">
                  <c:v>2</c:v>
                </c:pt>
                <c:pt idx="46351">
                  <c:v>2</c:v>
                </c:pt>
                <c:pt idx="46352">
                  <c:v>3</c:v>
                </c:pt>
                <c:pt idx="46353">
                  <c:v>2</c:v>
                </c:pt>
                <c:pt idx="46354">
                  <c:v>3</c:v>
                </c:pt>
                <c:pt idx="46355">
                  <c:v>2</c:v>
                </c:pt>
                <c:pt idx="46356">
                  <c:v>2</c:v>
                </c:pt>
                <c:pt idx="46357">
                  <c:v>2</c:v>
                </c:pt>
                <c:pt idx="46358">
                  <c:v>2</c:v>
                </c:pt>
                <c:pt idx="46359">
                  <c:v>2</c:v>
                </c:pt>
                <c:pt idx="46360">
                  <c:v>2</c:v>
                </c:pt>
                <c:pt idx="46361">
                  <c:v>2</c:v>
                </c:pt>
                <c:pt idx="46362">
                  <c:v>2</c:v>
                </c:pt>
                <c:pt idx="46363">
                  <c:v>2</c:v>
                </c:pt>
                <c:pt idx="46364">
                  <c:v>2</c:v>
                </c:pt>
                <c:pt idx="46365">
                  <c:v>2</c:v>
                </c:pt>
                <c:pt idx="46366">
                  <c:v>2</c:v>
                </c:pt>
                <c:pt idx="46367">
                  <c:v>2</c:v>
                </c:pt>
                <c:pt idx="46368">
                  <c:v>2</c:v>
                </c:pt>
                <c:pt idx="46369">
                  <c:v>2</c:v>
                </c:pt>
                <c:pt idx="46370">
                  <c:v>2</c:v>
                </c:pt>
                <c:pt idx="46371">
                  <c:v>2</c:v>
                </c:pt>
                <c:pt idx="46372">
                  <c:v>2</c:v>
                </c:pt>
                <c:pt idx="46373">
                  <c:v>2</c:v>
                </c:pt>
                <c:pt idx="46374">
                  <c:v>2</c:v>
                </c:pt>
                <c:pt idx="46375">
                  <c:v>2</c:v>
                </c:pt>
                <c:pt idx="46376">
                  <c:v>5</c:v>
                </c:pt>
                <c:pt idx="46377">
                  <c:v>4</c:v>
                </c:pt>
                <c:pt idx="46378">
                  <c:v>4</c:v>
                </c:pt>
                <c:pt idx="46379">
                  <c:v>2</c:v>
                </c:pt>
                <c:pt idx="46380">
                  <c:v>3</c:v>
                </c:pt>
                <c:pt idx="46381">
                  <c:v>3</c:v>
                </c:pt>
                <c:pt idx="46382">
                  <c:v>3</c:v>
                </c:pt>
                <c:pt idx="46383">
                  <c:v>4</c:v>
                </c:pt>
                <c:pt idx="46384">
                  <c:v>2</c:v>
                </c:pt>
                <c:pt idx="46385">
                  <c:v>2</c:v>
                </c:pt>
                <c:pt idx="46386">
                  <c:v>3</c:v>
                </c:pt>
                <c:pt idx="46387">
                  <c:v>4</c:v>
                </c:pt>
                <c:pt idx="46388">
                  <c:v>4</c:v>
                </c:pt>
                <c:pt idx="46389">
                  <c:v>1</c:v>
                </c:pt>
                <c:pt idx="46390">
                  <c:v>2</c:v>
                </c:pt>
                <c:pt idx="46391">
                  <c:v>1</c:v>
                </c:pt>
                <c:pt idx="46392">
                  <c:v>3</c:v>
                </c:pt>
                <c:pt idx="46393">
                  <c:v>3</c:v>
                </c:pt>
                <c:pt idx="46394">
                  <c:v>3</c:v>
                </c:pt>
                <c:pt idx="46395">
                  <c:v>2</c:v>
                </c:pt>
                <c:pt idx="46396">
                  <c:v>5</c:v>
                </c:pt>
                <c:pt idx="46397">
                  <c:v>3</c:v>
                </c:pt>
                <c:pt idx="46398">
                  <c:v>4</c:v>
                </c:pt>
                <c:pt idx="46399">
                  <c:v>2</c:v>
                </c:pt>
                <c:pt idx="46400">
                  <c:v>5</c:v>
                </c:pt>
                <c:pt idx="46401">
                  <c:v>5</c:v>
                </c:pt>
                <c:pt idx="46402">
                  <c:v>2</c:v>
                </c:pt>
                <c:pt idx="46403">
                  <c:v>4</c:v>
                </c:pt>
                <c:pt idx="46404">
                  <c:v>4</c:v>
                </c:pt>
                <c:pt idx="46405">
                  <c:v>5</c:v>
                </c:pt>
                <c:pt idx="46406">
                  <c:v>4</c:v>
                </c:pt>
                <c:pt idx="46407">
                  <c:v>6</c:v>
                </c:pt>
                <c:pt idx="46408">
                  <c:v>3</c:v>
                </c:pt>
                <c:pt idx="46409">
                  <c:v>5</c:v>
                </c:pt>
                <c:pt idx="46410">
                  <c:v>4</c:v>
                </c:pt>
                <c:pt idx="46411">
                  <c:v>6</c:v>
                </c:pt>
                <c:pt idx="46412">
                  <c:v>4</c:v>
                </c:pt>
                <c:pt idx="46413">
                  <c:v>3</c:v>
                </c:pt>
                <c:pt idx="46414">
                  <c:v>3</c:v>
                </c:pt>
                <c:pt idx="46415">
                  <c:v>3</c:v>
                </c:pt>
                <c:pt idx="46416">
                  <c:v>1</c:v>
                </c:pt>
                <c:pt idx="46417">
                  <c:v>1</c:v>
                </c:pt>
                <c:pt idx="46418">
                  <c:v>4</c:v>
                </c:pt>
                <c:pt idx="46419">
                  <c:v>5</c:v>
                </c:pt>
                <c:pt idx="46420">
                  <c:v>3</c:v>
                </c:pt>
                <c:pt idx="46421">
                  <c:v>4</c:v>
                </c:pt>
                <c:pt idx="46422">
                  <c:v>6</c:v>
                </c:pt>
                <c:pt idx="46423">
                  <c:v>7</c:v>
                </c:pt>
                <c:pt idx="46424">
                  <c:v>1</c:v>
                </c:pt>
                <c:pt idx="46425">
                  <c:v>1</c:v>
                </c:pt>
                <c:pt idx="46426">
                  <c:v>1</c:v>
                </c:pt>
                <c:pt idx="46427">
                  <c:v>3</c:v>
                </c:pt>
                <c:pt idx="46428">
                  <c:v>1</c:v>
                </c:pt>
                <c:pt idx="46429">
                  <c:v>1</c:v>
                </c:pt>
                <c:pt idx="46430">
                  <c:v>1</c:v>
                </c:pt>
                <c:pt idx="46431">
                  <c:v>1</c:v>
                </c:pt>
                <c:pt idx="46432">
                  <c:v>1</c:v>
                </c:pt>
                <c:pt idx="46433">
                  <c:v>3</c:v>
                </c:pt>
                <c:pt idx="46434">
                  <c:v>1</c:v>
                </c:pt>
                <c:pt idx="46435">
                  <c:v>1</c:v>
                </c:pt>
                <c:pt idx="46436">
                  <c:v>2</c:v>
                </c:pt>
                <c:pt idx="46437">
                  <c:v>1</c:v>
                </c:pt>
                <c:pt idx="46438">
                  <c:v>1</c:v>
                </c:pt>
                <c:pt idx="46439">
                  <c:v>1</c:v>
                </c:pt>
                <c:pt idx="46440">
                  <c:v>2</c:v>
                </c:pt>
                <c:pt idx="46441">
                  <c:v>1</c:v>
                </c:pt>
                <c:pt idx="46442">
                  <c:v>2</c:v>
                </c:pt>
                <c:pt idx="46443">
                  <c:v>1</c:v>
                </c:pt>
                <c:pt idx="46444">
                  <c:v>2</c:v>
                </c:pt>
                <c:pt idx="46445">
                  <c:v>1</c:v>
                </c:pt>
                <c:pt idx="46446">
                  <c:v>1</c:v>
                </c:pt>
                <c:pt idx="46447">
                  <c:v>1</c:v>
                </c:pt>
                <c:pt idx="46448">
                  <c:v>1</c:v>
                </c:pt>
                <c:pt idx="46449">
                  <c:v>1</c:v>
                </c:pt>
                <c:pt idx="46450">
                  <c:v>1</c:v>
                </c:pt>
                <c:pt idx="46451">
                  <c:v>1</c:v>
                </c:pt>
                <c:pt idx="46452">
                  <c:v>2</c:v>
                </c:pt>
                <c:pt idx="46453">
                  <c:v>2</c:v>
                </c:pt>
                <c:pt idx="46454">
                  <c:v>2</c:v>
                </c:pt>
                <c:pt idx="46455">
                  <c:v>2</c:v>
                </c:pt>
                <c:pt idx="46456">
                  <c:v>5</c:v>
                </c:pt>
                <c:pt idx="46457">
                  <c:v>2</c:v>
                </c:pt>
                <c:pt idx="46458">
                  <c:v>1</c:v>
                </c:pt>
                <c:pt idx="46459">
                  <c:v>1</c:v>
                </c:pt>
                <c:pt idx="46460">
                  <c:v>1</c:v>
                </c:pt>
                <c:pt idx="46461">
                  <c:v>1</c:v>
                </c:pt>
                <c:pt idx="46462">
                  <c:v>1</c:v>
                </c:pt>
                <c:pt idx="46463">
                  <c:v>1</c:v>
                </c:pt>
                <c:pt idx="46464">
                  <c:v>4</c:v>
                </c:pt>
                <c:pt idx="46465">
                  <c:v>6</c:v>
                </c:pt>
                <c:pt idx="46466">
                  <c:v>2</c:v>
                </c:pt>
                <c:pt idx="46467">
                  <c:v>2</c:v>
                </c:pt>
                <c:pt idx="46468">
                  <c:v>2</c:v>
                </c:pt>
                <c:pt idx="46469">
                  <c:v>3</c:v>
                </c:pt>
                <c:pt idx="46470">
                  <c:v>4</c:v>
                </c:pt>
                <c:pt idx="46471">
                  <c:v>4</c:v>
                </c:pt>
                <c:pt idx="46472">
                  <c:v>6</c:v>
                </c:pt>
                <c:pt idx="46473">
                  <c:v>8</c:v>
                </c:pt>
                <c:pt idx="46474">
                  <c:v>2</c:v>
                </c:pt>
                <c:pt idx="46475">
                  <c:v>1</c:v>
                </c:pt>
                <c:pt idx="46476">
                  <c:v>1</c:v>
                </c:pt>
                <c:pt idx="46477">
                  <c:v>2</c:v>
                </c:pt>
                <c:pt idx="46478">
                  <c:v>2</c:v>
                </c:pt>
                <c:pt idx="46479">
                  <c:v>1</c:v>
                </c:pt>
                <c:pt idx="46480">
                  <c:v>2</c:v>
                </c:pt>
                <c:pt idx="46481">
                  <c:v>1</c:v>
                </c:pt>
                <c:pt idx="46482">
                  <c:v>1</c:v>
                </c:pt>
                <c:pt idx="46483">
                  <c:v>1</c:v>
                </c:pt>
                <c:pt idx="46484">
                  <c:v>1</c:v>
                </c:pt>
                <c:pt idx="46485">
                  <c:v>2</c:v>
                </c:pt>
                <c:pt idx="46486">
                  <c:v>1</c:v>
                </c:pt>
                <c:pt idx="46487">
                  <c:v>1</c:v>
                </c:pt>
                <c:pt idx="46488">
                  <c:v>1</c:v>
                </c:pt>
                <c:pt idx="46489">
                  <c:v>4</c:v>
                </c:pt>
                <c:pt idx="46490">
                  <c:v>4</c:v>
                </c:pt>
                <c:pt idx="46491">
                  <c:v>1</c:v>
                </c:pt>
                <c:pt idx="46492">
                  <c:v>5</c:v>
                </c:pt>
                <c:pt idx="46493">
                  <c:v>2</c:v>
                </c:pt>
                <c:pt idx="46494">
                  <c:v>2</c:v>
                </c:pt>
                <c:pt idx="46495">
                  <c:v>1</c:v>
                </c:pt>
                <c:pt idx="46496">
                  <c:v>1</c:v>
                </c:pt>
                <c:pt idx="46497">
                  <c:v>1</c:v>
                </c:pt>
                <c:pt idx="46498">
                  <c:v>1</c:v>
                </c:pt>
                <c:pt idx="46499">
                  <c:v>2</c:v>
                </c:pt>
                <c:pt idx="46500">
                  <c:v>4</c:v>
                </c:pt>
                <c:pt idx="46501">
                  <c:v>2</c:v>
                </c:pt>
                <c:pt idx="46502">
                  <c:v>1</c:v>
                </c:pt>
                <c:pt idx="46503">
                  <c:v>1</c:v>
                </c:pt>
                <c:pt idx="46504">
                  <c:v>3</c:v>
                </c:pt>
                <c:pt idx="46505">
                  <c:v>2</c:v>
                </c:pt>
                <c:pt idx="46506">
                  <c:v>2</c:v>
                </c:pt>
                <c:pt idx="46507">
                  <c:v>2</c:v>
                </c:pt>
                <c:pt idx="46508">
                  <c:v>3</c:v>
                </c:pt>
                <c:pt idx="46509">
                  <c:v>2</c:v>
                </c:pt>
                <c:pt idx="46510">
                  <c:v>3</c:v>
                </c:pt>
                <c:pt idx="46511">
                  <c:v>3</c:v>
                </c:pt>
                <c:pt idx="46512">
                  <c:v>4</c:v>
                </c:pt>
                <c:pt idx="46513">
                  <c:v>1</c:v>
                </c:pt>
                <c:pt idx="46514">
                  <c:v>1</c:v>
                </c:pt>
                <c:pt idx="46515">
                  <c:v>2</c:v>
                </c:pt>
                <c:pt idx="46516">
                  <c:v>1</c:v>
                </c:pt>
                <c:pt idx="46517">
                  <c:v>1</c:v>
                </c:pt>
                <c:pt idx="46518">
                  <c:v>2</c:v>
                </c:pt>
                <c:pt idx="46519">
                  <c:v>2</c:v>
                </c:pt>
                <c:pt idx="46520">
                  <c:v>2</c:v>
                </c:pt>
                <c:pt idx="46521">
                  <c:v>1</c:v>
                </c:pt>
                <c:pt idx="46522">
                  <c:v>3</c:v>
                </c:pt>
                <c:pt idx="46523">
                  <c:v>2</c:v>
                </c:pt>
                <c:pt idx="46524">
                  <c:v>1</c:v>
                </c:pt>
                <c:pt idx="46525">
                  <c:v>1</c:v>
                </c:pt>
                <c:pt idx="46526">
                  <c:v>1</c:v>
                </c:pt>
                <c:pt idx="46527">
                  <c:v>1</c:v>
                </c:pt>
                <c:pt idx="46528">
                  <c:v>3</c:v>
                </c:pt>
                <c:pt idx="46529">
                  <c:v>2</c:v>
                </c:pt>
                <c:pt idx="46530">
                  <c:v>4</c:v>
                </c:pt>
                <c:pt idx="46531">
                  <c:v>1</c:v>
                </c:pt>
                <c:pt idx="46532">
                  <c:v>2</c:v>
                </c:pt>
                <c:pt idx="46533">
                  <c:v>2</c:v>
                </c:pt>
                <c:pt idx="46534">
                  <c:v>3</c:v>
                </c:pt>
                <c:pt idx="46535">
                  <c:v>2</c:v>
                </c:pt>
                <c:pt idx="46536">
                  <c:v>2</c:v>
                </c:pt>
                <c:pt idx="46537">
                  <c:v>2</c:v>
                </c:pt>
                <c:pt idx="46538">
                  <c:v>3</c:v>
                </c:pt>
                <c:pt idx="46539">
                  <c:v>2</c:v>
                </c:pt>
                <c:pt idx="46540">
                  <c:v>2</c:v>
                </c:pt>
                <c:pt idx="46541">
                  <c:v>2</c:v>
                </c:pt>
                <c:pt idx="46542">
                  <c:v>3</c:v>
                </c:pt>
                <c:pt idx="46543">
                  <c:v>3</c:v>
                </c:pt>
                <c:pt idx="46544">
                  <c:v>2</c:v>
                </c:pt>
                <c:pt idx="46545">
                  <c:v>2</c:v>
                </c:pt>
                <c:pt idx="46546">
                  <c:v>3</c:v>
                </c:pt>
                <c:pt idx="46547">
                  <c:v>3</c:v>
                </c:pt>
                <c:pt idx="46548">
                  <c:v>3</c:v>
                </c:pt>
                <c:pt idx="46549">
                  <c:v>4</c:v>
                </c:pt>
                <c:pt idx="46550">
                  <c:v>4</c:v>
                </c:pt>
                <c:pt idx="46551">
                  <c:v>1</c:v>
                </c:pt>
                <c:pt idx="46552">
                  <c:v>3</c:v>
                </c:pt>
                <c:pt idx="46553">
                  <c:v>2</c:v>
                </c:pt>
                <c:pt idx="46554">
                  <c:v>2</c:v>
                </c:pt>
                <c:pt idx="46555">
                  <c:v>5</c:v>
                </c:pt>
                <c:pt idx="46556">
                  <c:v>7</c:v>
                </c:pt>
                <c:pt idx="46557">
                  <c:v>1</c:v>
                </c:pt>
                <c:pt idx="46558">
                  <c:v>5</c:v>
                </c:pt>
                <c:pt idx="46559">
                  <c:v>1</c:v>
                </c:pt>
                <c:pt idx="46560">
                  <c:v>2</c:v>
                </c:pt>
                <c:pt idx="46561">
                  <c:v>4</c:v>
                </c:pt>
                <c:pt idx="46562">
                  <c:v>5</c:v>
                </c:pt>
                <c:pt idx="46563">
                  <c:v>1</c:v>
                </c:pt>
                <c:pt idx="46564">
                  <c:v>1</c:v>
                </c:pt>
                <c:pt idx="46565">
                  <c:v>3</c:v>
                </c:pt>
                <c:pt idx="46566">
                  <c:v>4</c:v>
                </c:pt>
                <c:pt idx="46567">
                  <c:v>3</c:v>
                </c:pt>
                <c:pt idx="46568">
                  <c:v>1</c:v>
                </c:pt>
                <c:pt idx="46569">
                  <c:v>5</c:v>
                </c:pt>
                <c:pt idx="46570">
                  <c:v>2</c:v>
                </c:pt>
                <c:pt idx="46571">
                  <c:v>1</c:v>
                </c:pt>
                <c:pt idx="46572">
                  <c:v>4</c:v>
                </c:pt>
                <c:pt idx="46573">
                  <c:v>2</c:v>
                </c:pt>
                <c:pt idx="46574">
                  <c:v>3</c:v>
                </c:pt>
                <c:pt idx="46575">
                  <c:v>1</c:v>
                </c:pt>
                <c:pt idx="46576">
                  <c:v>2</c:v>
                </c:pt>
                <c:pt idx="46577">
                  <c:v>2</c:v>
                </c:pt>
                <c:pt idx="46578">
                  <c:v>2</c:v>
                </c:pt>
                <c:pt idx="46579">
                  <c:v>2</c:v>
                </c:pt>
                <c:pt idx="46580">
                  <c:v>2</c:v>
                </c:pt>
                <c:pt idx="46581">
                  <c:v>10</c:v>
                </c:pt>
                <c:pt idx="46582">
                  <c:v>3</c:v>
                </c:pt>
                <c:pt idx="46583">
                  <c:v>10</c:v>
                </c:pt>
                <c:pt idx="46584">
                  <c:v>5</c:v>
                </c:pt>
                <c:pt idx="46585">
                  <c:v>4</c:v>
                </c:pt>
                <c:pt idx="46586">
                  <c:v>8</c:v>
                </c:pt>
                <c:pt idx="46587">
                  <c:v>5</c:v>
                </c:pt>
                <c:pt idx="46588">
                  <c:v>2</c:v>
                </c:pt>
                <c:pt idx="46589">
                  <c:v>4</c:v>
                </c:pt>
                <c:pt idx="46590">
                  <c:v>3</c:v>
                </c:pt>
                <c:pt idx="46591">
                  <c:v>6</c:v>
                </c:pt>
                <c:pt idx="46592">
                  <c:v>1</c:v>
                </c:pt>
                <c:pt idx="46593">
                  <c:v>3</c:v>
                </c:pt>
                <c:pt idx="46594">
                  <c:v>3</c:v>
                </c:pt>
                <c:pt idx="46595">
                  <c:v>2</c:v>
                </c:pt>
                <c:pt idx="46596">
                  <c:v>3</c:v>
                </c:pt>
                <c:pt idx="46597">
                  <c:v>2</c:v>
                </c:pt>
                <c:pt idx="46598">
                  <c:v>3</c:v>
                </c:pt>
                <c:pt idx="46599">
                  <c:v>2</c:v>
                </c:pt>
                <c:pt idx="46600">
                  <c:v>2</c:v>
                </c:pt>
                <c:pt idx="46601">
                  <c:v>3</c:v>
                </c:pt>
                <c:pt idx="46602">
                  <c:v>3</c:v>
                </c:pt>
                <c:pt idx="46603">
                  <c:v>2</c:v>
                </c:pt>
                <c:pt idx="46604">
                  <c:v>0</c:v>
                </c:pt>
                <c:pt idx="46605">
                  <c:v>2</c:v>
                </c:pt>
                <c:pt idx="46606">
                  <c:v>2</c:v>
                </c:pt>
                <c:pt idx="46607">
                  <c:v>1</c:v>
                </c:pt>
                <c:pt idx="46608">
                  <c:v>1</c:v>
                </c:pt>
                <c:pt idx="46609">
                  <c:v>1</c:v>
                </c:pt>
                <c:pt idx="46610">
                  <c:v>2</c:v>
                </c:pt>
                <c:pt idx="46611">
                  <c:v>2</c:v>
                </c:pt>
                <c:pt idx="46612">
                  <c:v>2</c:v>
                </c:pt>
                <c:pt idx="46613">
                  <c:v>1</c:v>
                </c:pt>
                <c:pt idx="46614">
                  <c:v>3</c:v>
                </c:pt>
                <c:pt idx="46615">
                  <c:v>1</c:v>
                </c:pt>
                <c:pt idx="46616">
                  <c:v>1</c:v>
                </c:pt>
                <c:pt idx="46617">
                  <c:v>1</c:v>
                </c:pt>
                <c:pt idx="46618">
                  <c:v>1</c:v>
                </c:pt>
                <c:pt idx="46619">
                  <c:v>3</c:v>
                </c:pt>
                <c:pt idx="46620">
                  <c:v>3</c:v>
                </c:pt>
                <c:pt idx="46621">
                  <c:v>4</c:v>
                </c:pt>
                <c:pt idx="46622">
                  <c:v>3</c:v>
                </c:pt>
                <c:pt idx="46623">
                  <c:v>3</c:v>
                </c:pt>
                <c:pt idx="46624">
                  <c:v>4</c:v>
                </c:pt>
                <c:pt idx="46625">
                  <c:v>3</c:v>
                </c:pt>
                <c:pt idx="46626">
                  <c:v>7</c:v>
                </c:pt>
                <c:pt idx="46627">
                  <c:v>3</c:v>
                </c:pt>
                <c:pt idx="46628">
                  <c:v>1</c:v>
                </c:pt>
                <c:pt idx="46629">
                  <c:v>5</c:v>
                </c:pt>
                <c:pt idx="46630">
                  <c:v>3</c:v>
                </c:pt>
                <c:pt idx="46631">
                  <c:v>3</c:v>
                </c:pt>
                <c:pt idx="46632">
                  <c:v>1</c:v>
                </c:pt>
                <c:pt idx="46633">
                  <c:v>1</c:v>
                </c:pt>
                <c:pt idx="46634">
                  <c:v>1</c:v>
                </c:pt>
                <c:pt idx="46635">
                  <c:v>1</c:v>
                </c:pt>
                <c:pt idx="46636">
                  <c:v>4</c:v>
                </c:pt>
                <c:pt idx="46637">
                  <c:v>1</c:v>
                </c:pt>
                <c:pt idx="46638">
                  <c:v>1</c:v>
                </c:pt>
                <c:pt idx="46639">
                  <c:v>1</c:v>
                </c:pt>
                <c:pt idx="46640">
                  <c:v>1</c:v>
                </c:pt>
                <c:pt idx="46641">
                  <c:v>1</c:v>
                </c:pt>
                <c:pt idx="46642">
                  <c:v>2</c:v>
                </c:pt>
                <c:pt idx="46643">
                  <c:v>4</c:v>
                </c:pt>
                <c:pt idx="46644">
                  <c:v>3</c:v>
                </c:pt>
                <c:pt idx="46645">
                  <c:v>1</c:v>
                </c:pt>
                <c:pt idx="46646">
                  <c:v>4</c:v>
                </c:pt>
                <c:pt idx="46647">
                  <c:v>4</c:v>
                </c:pt>
                <c:pt idx="46648">
                  <c:v>5</c:v>
                </c:pt>
                <c:pt idx="46649">
                  <c:v>1</c:v>
                </c:pt>
                <c:pt idx="46650">
                  <c:v>4</c:v>
                </c:pt>
                <c:pt idx="46651">
                  <c:v>5</c:v>
                </c:pt>
                <c:pt idx="46652">
                  <c:v>4</c:v>
                </c:pt>
                <c:pt idx="46653">
                  <c:v>4</c:v>
                </c:pt>
                <c:pt idx="46654">
                  <c:v>6</c:v>
                </c:pt>
                <c:pt idx="46655">
                  <c:v>6</c:v>
                </c:pt>
                <c:pt idx="46656">
                  <c:v>2</c:v>
                </c:pt>
                <c:pt idx="46657">
                  <c:v>2</c:v>
                </c:pt>
                <c:pt idx="46658">
                  <c:v>2</c:v>
                </c:pt>
                <c:pt idx="46659">
                  <c:v>2</c:v>
                </c:pt>
                <c:pt idx="46660">
                  <c:v>2</c:v>
                </c:pt>
                <c:pt idx="46661">
                  <c:v>3</c:v>
                </c:pt>
                <c:pt idx="46662">
                  <c:v>4</c:v>
                </c:pt>
                <c:pt idx="46663">
                  <c:v>5</c:v>
                </c:pt>
                <c:pt idx="46664">
                  <c:v>5</c:v>
                </c:pt>
                <c:pt idx="46665">
                  <c:v>3</c:v>
                </c:pt>
                <c:pt idx="46666">
                  <c:v>4</c:v>
                </c:pt>
                <c:pt idx="46667">
                  <c:v>4</c:v>
                </c:pt>
                <c:pt idx="46668">
                  <c:v>1</c:v>
                </c:pt>
                <c:pt idx="46669">
                  <c:v>3</c:v>
                </c:pt>
                <c:pt idx="46670">
                  <c:v>3</c:v>
                </c:pt>
                <c:pt idx="46671">
                  <c:v>3</c:v>
                </c:pt>
                <c:pt idx="46672">
                  <c:v>2</c:v>
                </c:pt>
                <c:pt idx="46673">
                  <c:v>2</c:v>
                </c:pt>
                <c:pt idx="46674">
                  <c:v>5</c:v>
                </c:pt>
                <c:pt idx="46675">
                  <c:v>2</c:v>
                </c:pt>
                <c:pt idx="46676">
                  <c:v>2</c:v>
                </c:pt>
                <c:pt idx="46677">
                  <c:v>10</c:v>
                </c:pt>
                <c:pt idx="46678">
                  <c:v>2</c:v>
                </c:pt>
                <c:pt idx="46679">
                  <c:v>1</c:v>
                </c:pt>
                <c:pt idx="46680">
                  <c:v>1</c:v>
                </c:pt>
                <c:pt idx="46681">
                  <c:v>2</c:v>
                </c:pt>
                <c:pt idx="46682">
                  <c:v>2</c:v>
                </c:pt>
                <c:pt idx="46683">
                  <c:v>2</c:v>
                </c:pt>
                <c:pt idx="46684">
                  <c:v>2</c:v>
                </c:pt>
                <c:pt idx="46685">
                  <c:v>3</c:v>
                </c:pt>
                <c:pt idx="46686">
                  <c:v>4</c:v>
                </c:pt>
                <c:pt idx="46687">
                  <c:v>-2</c:v>
                </c:pt>
                <c:pt idx="46688">
                  <c:v>4</c:v>
                </c:pt>
                <c:pt idx="46689">
                  <c:v>4</c:v>
                </c:pt>
                <c:pt idx="46690">
                  <c:v>1</c:v>
                </c:pt>
                <c:pt idx="46691">
                  <c:v>1</c:v>
                </c:pt>
                <c:pt idx="46692">
                  <c:v>1</c:v>
                </c:pt>
                <c:pt idx="46693">
                  <c:v>1</c:v>
                </c:pt>
                <c:pt idx="46694">
                  <c:v>2</c:v>
                </c:pt>
                <c:pt idx="46695">
                  <c:v>1</c:v>
                </c:pt>
                <c:pt idx="46696">
                  <c:v>1</c:v>
                </c:pt>
                <c:pt idx="46697">
                  <c:v>5</c:v>
                </c:pt>
                <c:pt idx="46698">
                  <c:v>6</c:v>
                </c:pt>
                <c:pt idx="46699">
                  <c:v>2</c:v>
                </c:pt>
                <c:pt idx="46700">
                  <c:v>3</c:v>
                </c:pt>
                <c:pt idx="46701">
                  <c:v>7</c:v>
                </c:pt>
                <c:pt idx="46702">
                  <c:v>4</c:v>
                </c:pt>
                <c:pt idx="46703">
                  <c:v>10</c:v>
                </c:pt>
                <c:pt idx="46704">
                  <c:v>5</c:v>
                </c:pt>
                <c:pt idx="46705">
                  <c:v>2</c:v>
                </c:pt>
                <c:pt idx="46706">
                  <c:v>2</c:v>
                </c:pt>
                <c:pt idx="46707">
                  <c:v>2</c:v>
                </c:pt>
                <c:pt idx="46708">
                  <c:v>2</c:v>
                </c:pt>
                <c:pt idx="46709">
                  <c:v>4</c:v>
                </c:pt>
                <c:pt idx="46710">
                  <c:v>7</c:v>
                </c:pt>
                <c:pt idx="46711">
                  <c:v>5</c:v>
                </c:pt>
                <c:pt idx="46712">
                  <c:v>5</c:v>
                </c:pt>
                <c:pt idx="46713">
                  <c:v>6</c:v>
                </c:pt>
                <c:pt idx="46714">
                  <c:v>5</c:v>
                </c:pt>
                <c:pt idx="46715">
                  <c:v>5</c:v>
                </c:pt>
                <c:pt idx="46716">
                  <c:v>8</c:v>
                </c:pt>
                <c:pt idx="46717">
                  <c:v>6</c:v>
                </c:pt>
                <c:pt idx="46718">
                  <c:v>7</c:v>
                </c:pt>
                <c:pt idx="46719">
                  <c:v>7</c:v>
                </c:pt>
                <c:pt idx="46720">
                  <c:v>6</c:v>
                </c:pt>
                <c:pt idx="46721">
                  <c:v>7</c:v>
                </c:pt>
                <c:pt idx="46722">
                  <c:v>4</c:v>
                </c:pt>
                <c:pt idx="46723">
                  <c:v>5</c:v>
                </c:pt>
                <c:pt idx="46724">
                  <c:v>3</c:v>
                </c:pt>
                <c:pt idx="46725">
                  <c:v>7</c:v>
                </c:pt>
                <c:pt idx="46726">
                  <c:v>3</c:v>
                </c:pt>
                <c:pt idx="46727">
                  <c:v>2</c:v>
                </c:pt>
                <c:pt idx="46728">
                  <c:v>1</c:v>
                </c:pt>
                <c:pt idx="46729">
                  <c:v>1</c:v>
                </c:pt>
                <c:pt idx="46730">
                  <c:v>10</c:v>
                </c:pt>
                <c:pt idx="46731">
                  <c:v>10</c:v>
                </c:pt>
                <c:pt idx="46732">
                  <c:v>10</c:v>
                </c:pt>
                <c:pt idx="46733">
                  <c:v>1</c:v>
                </c:pt>
                <c:pt idx="46734">
                  <c:v>10</c:v>
                </c:pt>
                <c:pt idx="46735">
                  <c:v>1</c:v>
                </c:pt>
                <c:pt idx="46736">
                  <c:v>2</c:v>
                </c:pt>
                <c:pt idx="46737">
                  <c:v>8</c:v>
                </c:pt>
                <c:pt idx="46738">
                  <c:v>6</c:v>
                </c:pt>
                <c:pt idx="46739">
                  <c:v>1</c:v>
                </c:pt>
                <c:pt idx="46740">
                  <c:v>2</c:v>
                </c:pt>
                <c:pt idx="46741">
                  <c:v>3</c:v>
                </c:pt>
                <c:pt idx="46742">
                  <c:v>1</c:v>
                </c:pt>
                <c:pt idx="46743">
                  <c:v>1</c:v>
                </c:pt>
                <c:pt idx="46744">
                  <c:v>1</c:v>
                </c:pt>
                <c:pt idx="46745">
                  <c:v>1</c:v>
                </c:pt>
                <c:pt idx="46746">
                  <c:v>1</c:v>
                </c:pt>
                <c:pt idx="46747">
                  <c:v>1</c:v>
                </c:pt>
                <c:pt idx="46748">
                  <c:v>1</c:v>
                </c:pt>
                <c:pt idx="46749">
                  <c:v>1</c:v>
                </c:pt>
                <c:pt idx="46750">
                  <c:v>1</c:v>
                </c:pt>
                <c:pt idx="46751">
                  <c:v>1</c:v>
                </c:pt>
                <c:pt idx="46752">
                  <c:v>1</c:v>
                </c:pt>
                <c:pt idx="46753">
                  <c:v>3</c:v>
                </c:pt>
                <c:pt idx="46754">
                  <c:v>1</c:v>
                </c:pt>
                <c:pt idx="46755">
                  <c:v>1</c:v>
                </c:pt>
                <c:pt idx="46756">
                  <c:v>1</c:v>
                </c:pt>
                <c:pt idx="46757">
                  <c:v>1</c:v>
                </c:pt>
                <c:pt idx="46758">
                  <c:v>1</c:v>
                </c:pt>
                <c:pt idx="46759">
                  <c:v>1</c:v>
                </c:pt>
                <c:pt idx="46760">
                  <c:v>2</c:v>
                </c:pt>
                <c:pt idx="46761">
                  <c:v>2</c:v>
                </c:pt>
                <c:pt idx="46762">
                  <c:v>1</c:v>
                </c:pt>
                <c:pt idx="46763">
                  <c:v>2</c:v>
                </c:pt>
                <c:pt idx="46764">
                  <c:v>2</c:v>
                </c:pt>
                <c:pt idx="46765">
                  <c:v>1</c:v>
                </c:pt>
                <c:pt idx="46766">
                  <c:v>1</c:v>
                </c:pt>
                <c:pt idx="46767">
                  <c:v>4</c:v>
                </c:pt>
                <c:pt idx="46768">
                  <c:v>1</c:v>
                </c:pt>
                <c:pt idx="46769">
                  <c:v>1</c:v>
                </c:pt>
                <c:pt idx="46770">
                  <c:v>1</c:v>
                </c:pt>
                <c:pt idx="46771">
                  <c:v>2</c:v>
                </c:pt>
                <c:pt idx="46772">
                  <c:v>2</c:v>
                </c:pt>
                <c:pt idx="46773">
                  <c:v>3</c:v>
                </c:pt>
                <c:pt idx="46774">
                  <c:v>1</c:v>
                </c:pt>
                <c:pt idx="46775">
                  <c:v>5</c:v>
                </c:pt>
                <c:pt idx="46776">
                  <c:v>2</c:v>
                </c:pt>
                <c:pt idx="46777">
                  <c:v>2</c:v>
                </c:pt>
                <c:pt idx="46778">
                  <c:v>2</c:v>
                </c:pt>
                <c:pt idx="46779">
                  <c:v>4</c:v>
                </c:pt>
                <c:pt idx="46780">
                  <c:v>2</c:v>
                </c:pt>
                <c:pt idx="46781">
                  <c:v>1</c:v>
                </c:pt>
                <c:pt idx="46782">
                  <c:v>1</c:v>
                </c:pt>
                <c:pt idx="46783">
                  <c:v>1</c:v>
                </c:pt>
                <c:pt idx="46784">
                  <c:v>1</c:v>
                </c:pt>
                <c:pt idx="46785">
                  <c:v>1</c:v>
                </c:pt>
                <c:pt idx="46786">
                  <c:v>3</c:v>
                </c:pt>
                <c:pt idx="46787">
                  <c:v>3</c:v>
                </c:pt>
                <c:pt idx="46788">
                  <c:v>4</c:v>
                </c:pt>
                <c:pt idx="46789">
                  <c:v>2</c:v>
                </c:pt>
                <c:pt idx="46790">
                  <c:v>2</c:v>
                </c:pt>
                <c:pt idx="46791">
                  <c:v>3</c:v>
                </c:pt>
                <c:pt idx="46792">
                  <c:v>2</c:v>
                </c:pt>
                <c:pt idx="46793">
                  <c:v>2</c:v>
                </c:pt>
                <c:pt idx="46794">
                  <c:v>1</c:v>
                </c:pt>
                <c:pt idx="46795">
                  <c:v>0</c:v>
                </c:pt>
                <c:pt idx="46796">
                  <c:v>1</c:v>
                </c:pt>
                <c:pt idx="46797">
                  <c:v>1</c:v>
                </c:pt>
                <c:pt idx="46798">
                  <c:v>2</c:v>
                </c:pt>
                <c:pt idx="46799">
                  <c:v>1</c:v>
                </c:pt>
                <c:pt idx="46800">
                  <c:v>1</c:v>
                </c:pt>
                <c:pt idx="46801">
                  <c:v>2</c:v>
                </c:pt>
                <c:pt idx="46802">
                  <c:v>1</c:v>
                </c:pt>
                <c:pt idx="46803">
                  <c:v>6</c:v>
                </c:pt>
                <c:pt idx="46804">
                  <c:v>5</c:v>
                </c:pt>
                <c:pt idx="46805">
                  <c:v>3</c:v>
                </c:pt>
                <c:pt idx="46806">
                  <c:v>4</c:v>
                </c:pt>
                <c:pt idx="46807">
                  <c:v>2</c:v>
                </c:pt>
                <c:pt idx="46808">
                  <c:v>4</c:v>
                </c:pt>
                <c:pt idx="46809">
                  <c:v>2</c:v>
                </c:pt>
                <c:pt idx="46810">
                  <c:v>2</c:v>
                </c:pt>
                <c:pt idx="46811">
                  <c:v>2</c:v>
                </c:pt>
                <c:pt idx="46812">
                  <c:v>2</c:v>
                </c:pt>
                <c:pt idx="46813">
                  <c:v>2</c:v>
                </c:pt>
                <c:pt idx="46814">
                  <c:v>3</c:v>
                </c:pt>
                <c:pt idx="46815">
                  <c:v>1</c:v>
                </c:pt>
                <c:pt idx="46816">
                  <c:v>1</c:v>
                </c:pt>
                <c:pt idx="46817">
                  <c:v>3</c:v>
                </c:pt>
                <c:pt idx="46818">
                  <c:v>1</c:v>
                </c:pt>
                <c:pt idx="46819">
                  <c:v>1</c:v>
                </c:pt>
                <c:pt idx="46820">
                  <c:v>1</c:v>
                </c:pt>
                <c:pt idx="46821">
                  <c:v>2</c:v>
                </c:pt>
                <c:pt idx="46822">
                  <c:v>1</c:v>
                </c:pt>
                <c:pt idx="46823">
                  <c:v>1</c:v>
                </c:pt>
                <c:pt idx="46824">
                  <c:v>1</c:v>
                </c:pt>
                <c:pt idx="46825">
                  <c:v>1</c:v>
                </c:pt>
                <c:pt idx="46826">
                  <c:v>1</c:v>
                </c:pt>
                <c:pt idx="46827">
                  <c:v>2</c:v>
                </c:pt>
                <c:pt idx="46828">
                  <c:v>3</c:v>
                </c:pt>
                <c:pt idx="46829">
                  <c:v>1</c:v>
                </c:pt>
                <c:pt idx="46830">
                  <c:v>2</c:v>
                </c:pt>
                <c:pt idx="46831">
                  <c:v>2</c:v>
                </c:pt>
                <c:pt idx="46832">
                  <c:v>2</c:v>
                </c:pt>
                <c:pt idx="46833">
                  <c:v>2</c:v>
                </c:pt>
                <c:pt idx="46834">
                  <c:v>6</c:v>
                </c:pt>
                <c:pt idx="46835">
                  <c:v>4</c:v>
                </c:pt>
                <c:pt idx="46836">
                  <c:v>3</c:v>
                </c:pt>
                <c:pt idx="46837">
                  <c:v>5</c:v>
                </c:pt>
                <c:pt idx="46838">
                  <c:v>4</c:v>
                </c:pt>
                <c:pt idx="46839">
                  <c:v>4</c:v>
                </c:pt>
                <c:pt idx="46840">
                  <c:v>4</c:v>
                </c:pt>
                <c:pt idx="46841">
                  <c:v>6</c:v>
                </c:pt>
                <c:pt idx="46842">
                  <c:v>4</c:v>
                </c:pt>
                <c:pt idx="46843">
                  <c:v>4</c:v>
                </c:pt>
                <c:pt idx="46844">
                  <c:v>6</c:v>
                </c:pt>
                <c:pt idx="46845">
                  <c:v>4</c:v>
                </c:pt>
                <c:pt idx="46846">
                  <c:v>3</c:v>
                </c:pt>
                <c:pt idx="46847">
                  <c:v>3</c:v>
                </c:pt>
                <c:pt idx="46848">
                  <c:v>3</c:v>
                </c:pt>
                <c:pt idx="46849">
                  <c:v>3</c:v>
                </c:pt>
                <c:pt idx="46850">
                  <c:v>1</c:v>
                </c:pt>
                <c:pt idx="46851">
                  <c:v>8</c:v>
                </c:pt>
                <c:pt idx="46852">
                  <c:v>7</c:v>
                </c:pt>
                <c:pt idx="46853">
                  <c:v>6</c:v>
                </c:pt>
                <c:pt idx="46854">
                  <c:v>4</c:v>
                </c:pt>
                <c:pt idx="46855">
                  <c:v>4</c:v>
                </c:pt>
                <c:pt idx="46856">
                  <c:v>6</c:v>
                </c:pt>
                <c:pt idx="46857">
                  <c:v>3</c:v>
                </c:pt>
                <c:pt idx="46858">
                  <c:v>4</c:v>
                </c:pt>
                <c:pt idx="46859">
                  <c:v>5</c:v>
                </c:pt>
                <c:pt idx="46860">
                  <c:v>6</c:v>
                </c:pt>
                <c:pt idx="46861">
                  <c:v>5</c:v>
                </c:pt>
                <c:pt idx="46862">
                  <c:v>4</c:v>
                </c:pt>
                <c:pt idx="46863">
                  <c:v>4</c:v>
                </c:pt>
                <c:pt idx="46864">
                  <c:v>2</c:v>
                </c:pt>
                <c:pt idx="46865">
                  <c:v>2</c:v>
                </c:pt>
                <c:pt idx="46866">
                  <c:v>2</c:v>
                </c:pt>
                <c:pt idx="46867">
                  <c:v>2</c:v>
                </c:pt>
                <c:pt idx="46868">
                  <c:v>2</c:v>
                </c:pt>
                <c:pt idx="46869">
                  <c:v>2</c:v>
                </c:pt>
                <c:pt idx="46870">
                  <c:v>3</c:v>
                </c:pt>
                <c:pt idx="46871">
                  <c:v>1</c:v>
                </c:pt>
                <c:pt idx="46872">
                  <c:v>1</c:v>
                </c:pt>
                <c:pt idx="46873">
                  <c:v>4</c:v>
                </c:pt>
                <c:pt idx="46874">
                  <c:v>2</c:v>
                </c:pt>
                <c:pt idx="46875">
                  <c:v>2</c:v>
                </c:pt>
                <c:pt idx="46876">
                  <c:v>4</c:v>
                </c:pt>
                <c:pt idx="46877">
                  <c:v>3</c:v>
                </c:pt>
                <c:pt idx="46878">
                  <c:v>2</c:v>
                </c:pt>
                <c:pt idx="46879">
                  <c:v>3</c:v>
                </c:pt>
                <c:pt idx="46880">
                  <c:v>3</c:v>
                </c:pt>
                <c:pt idx="46881">
                  <c:v>3</c:v>
                </c:pt>
                <c:pt idx="46882">
                  <c:v>4</c:v>
                </c:pt>
                <c:pt idx="46883">
                  <c:v>4</c:v>
                </c:pt>
                <c:pt idx="46884">
                  <c:v>3</c:v>
                </c:pt>
                <c:pt idx="46885">
                  <c:v>4</c:v>
                </c:pt>
                <c:pt idx="46886">
                  <c:v>3</c:v>
                </c:pt>
                <c:pt idx="46887">
                  <c:v>2</c:v>
                </c:pt>
                <c:pt idx="46888">
                  <c:v>6</c:v>
                </c:pt>
                <c:pt idx="46889">
                  <c:v>3</c:v>
                </c:pt>
                <c:pt idx="46890">
                  <c:v>4</c:v>
                </c:pt>
                <c:pt idx="46891">
                  <c:v>5</c:v>
                </c:pt>
                <c:pt idx="46892">
                  <c:v>2</c:v>
                </c:pt>
                <c:pt idx="46893">
                  <c:v>2</c:v>
                </c:pt>
                <c:pt idx="46894">
                  <c:v>4</c:v>
                </c:pt>
                <c:pt idx="46895">
                  <c:v>2</c:v>
                </c:pt>
                <c:pt idx="46896">
                  <c:v>2</c:v>
                </c:pt>
                <c:pt idx="46897">
                  <c:v>3</c:v>
                </c:pt>
                <c:pt idx="46898">
                  <c:v>4</c:v>
                </c:pt>
                <c:pt idx="46899">
                  <c:v>1</c:v>
                </c:pt>
                <c:pt idx="46900">
                  <c:v>3</c:v>
                </c:pt>
                <c:pt idx="46901">
                  <c:v>4</c:v>
                </c:pt>
                <c:pt idx="46902">
                  <c:v>2</c:v>
                </c:pt>
                <c:pt idx="46903">
                  <c:v>2</c:v>
                </c:pt>
                <c:pt idx="46904">
                  <c:v>2</c:v>
                </c:pt>
                <c:pt idx="46905">
                  <c:v>2</c:v>
                </c:pt>
                <c:pt idx="46906">
                  <c:v>2</c:v>
                </c:pt>
                <c:pt idx="46907">
                  <c:v>1</c:v>
                </c:pt>
                <c:pt idx="46908">
                  <c:v>2</c:v>
                </c:pt>
                <c:pt idx="46909">
                  <c:v>1</c:v>
                </c:pt>
                <c:pt idx="46910">
                  <c:v>3</c:v>
                </c:pt>
                <c:pt idx="46911">
                  <c:v>2</c:v>
                </c:pt>
                <c:pt idx="46912">
                  <c:v>1</c:v>
                </c:pt>
                <c:pt idx="46913">
                  <c:v>1</c:v>
                </c:pt>
                <c:pt idx="46914">
                  <c:v>1</c:v>
                </c:pt>
                <c:pt idx="46915">
                  <c:v>1</c:v>
                </c:pt>
                <c:pt idx="46916">
                  <c:v>1</c:v>
                </c:pt>
                <c:pt idx="46917">
                  <c:v>1</c:v>
                </c:pt>
                <c:pt idx="46918">
                  <c:v>1</c:v>
                </c:pt>
                <c:pt idx="46919">
                  <c:v>2</c:v>
                </c:pt>
                <c:pt idx="46920">
                  <c:v>1</c:v>
                </c:pt>
                <c:pt idx="46921">
                  <c:v>2</c:v>
                </c:pt>
                <c:pt idx="46922">
                  <c:v>1</c:v>
                </c:pt>
                <c:pt idx="46923">
                  <c:v>2</c:v>
                </c:pt>
                <c:pt idx="46924">
                  <c:v>2</c:v>
                </c:pt>
                <c:pt idx="46925">
                  <c:v>2</c:v>
                </c:pt>
                <c:pt idx="46926">
                  <c:v>2</c:v>
                </c:pt>
                <c:pt idx="46927">
                  <c:v>2</c:v>
                </c:pt>
                <c:pt idx="46928">
                  <c:v>2</c:v>
                </c:pt>
                <c:pt idx="46929">
                  <c:v>1</c:v>
                </c:pt>
                <c:pt idx="46930">
                  <c:v>2</c:v>
                </c:pt>
                <c:pt idx="46931">
                  <c:v>3</c:v>
                </c:pt>
                <c:pt idx="46932">
                  <c:v>2</c:v>
                </c:pt>
                <c:pt idx="46933">
                  <c:v>2</c:v>
                </c:pt>
                <c:pt idx="46934">
                  <c:v>2</c:v>
                </c:pt>
                <c:pt idx="46935">
                  <c:v>1</c:v>
                </c:pt>
                <c:pt idx="46936">
                  <c:v>1</c:v>
                </c:pt>
                <c:pt idx="46937">
                  <c:v>2</c:v>
                </c:pt>
                <c:pt idx="46938">
                  <c:v>2</c:v>
                </c:pt>
                <c:pt idx="46939">
                  <c:v>3</c:v>
                </c:pt>
                <c:pt idx="46940">
                  <c:v>1</c:v>
                </c:pt>
                <c:pt idx="46941">
                  <c:v>2</c:v>
                </c:pt>
                <c:pt idx="46942">
                  <c:v>1</c:v>
                </c:pt>
                <c:pt idx="46943">
                  <c:v>2</c:v>
                </c:pt>
                <c:pt idx="46944">
                  <c:v>2</c:v>
                </c:pt>
                <c:pt idx="46945">
                  <c:v>2</c:v>
                </c:pt>
                <c:pt idx="46946">
                  <c:v>3</c:v>
                </c:pt>
                <c:pt idx="46947">
                  <c:v>2</c:v>
                </c:pt>
                <c:pt idx="46948">
                  <c:v>1</c:v>
                </c:pt>
                <c:pt idx="46949">
                  <c:v>2</c:v>
                </c:pt>
                <c:pt idx="46950">
                  <c:v>1</c:v>
                </c:pt>
                <c:pt idx="46951">
                  <c:v>1</c:v>
                </c:pt>
                <c:pt idx="46952">
                  <c:v>1</c:v>
                </c:pt>
                <c:pt idx="46953">
                  <c:v>1</c:v>
                </c:pt>
                <c:pt idx="46954">
                  <c:v>3</c:v>
                </c:pt>
                <c:pt idx="46955">
                  <c:v>1</c:v>
                </c:pt>
                <c:pt idx="46956">
                  <c:v>2</c:v>
                </c:pt>
                <c:pt idx="46957">
                  <c:v>1</c:v>
                </c:pt>
                <c:pt idx="46958">
                  <c:v>1</c:v>
                </c:pt>
                <c:pt idx="46959">
                  <c:v>1</c:v>
                </c:pt>
                <c:pt idx="46960">
                  <c:v>2</c:v>
                </c:pt>
                <c:pt idx="46961">
                  <c:v>2</c:v>
                </c:pt>
                <c:pt idx="46962">
                  <c:v>1</c:v>
                </c:pt>
                <c:pt idx="46963">
                  <c:v>2</c:v>
                </c:pt>
                <c:pt idx="46964">
                  <c:v>2</c:v>
                </c:pt>
                <c:pt idx="46965">
                  <c:v>2</c:v>
                </c:pt>
                <c:pt idx="46966">
                  <c:v>2</c:v>
                </c:pt>
                <c:pt idx="46967">
                  <c:v>1</c:v>
                </c:pt>
                <c:pt idx="46968">
                  <c:v>3</c:v>
                </c:pt>
                <c:pt idx="46969">
                  <c:v>3</c:v>
                </c:pt>
                <c:pt idx="46970">
                  <c:v>3</c:v>
                </c:pt>
                <c:pt idx="46971">
                  <c:v>3</c:v>
                </c:pt>
                <c:pt idx="46972">
                  <c:v>2</c:v>
                </c:pt>
                <c:pt idx="46973">
                  <c:v>3</c:v>
                </c:pt>
                <c:pt idx="46974">
                  <c:v>3</c:v>
                </c:pt>
                <c:pt idx="46975">
                  <c:v>3</c:v>
                </c:pt>
                <c:pt idx="46976">
                  <c:v>1</c:v>
                </c:pt>
                <c:pt idx="46977">
                  <c:v>1</c:v>
                </c:pt>
                <c:pt idx="46978">
                  <c:v>1</c:v>
                </c:pt>
                <c:pt idx="46979">
                  <c:v>1</c:v>
                </c:pt>
                <c:pt idx="46980">
                  <c:v>1</c:v>
                </c:pt>
                <c:pt idx="46981">
                  <c:v>2</c:v>
                </c:pt>
                <c:pt idx="46982">
                  <c:v>1</c:v>
                </c:pt>
                <c:pt idx="46983">
                  <c:v>-1</c:v>
                </c:pt>
                <c:pt idx="46984">
                  <c:v>1</c:v>
                </c:pt>
                <c:pt idx="46985">
                  <c:v>1</c:v>
                </c:pt>
                <c:pt idx="46986">
                  <c:v>2</c:v>
                </c:pt>
                <c:pt idx="46987">
                  <c:v>2</c:v>
                </c:pt>
                <c:pt idx="46988">
                  <c:v>2</c:v>
                </c:pt>
                <c:pt idx="46989">
                  <c:v>2</c:v>
                </c:pt>
                <c:pt idx="46990">
                  <c:v>3</c:v>
                </c:pt>
                <c:pt idx="46991">
                  <c:v>3</c:v>
                </c:pt>
                <c:pt idx="46992">
                  <c:v>2</c:v>
                </c:pt>
                <c:pt idx="46993">
                  <c:v>1</c:v>
                </c:pt>
                <c:pt idx="46994">
                  <c:v>3</c:v>
                </c:pt>
                <c:pt idx="46995">
                  <c:v>4</c:v>
                </c:pt>
                <c:pt idx="46996">
                  <c:v>3</c:v>
                </c:pt>
                <c:pt idx="46997">
                  <c:v>5</c:v>
                </c:pt>
                <c:pt idx="46998">
                  <c:v>3</c:v>
                </c:pt>
                <c:pt idx="46999">
                  <c:v>2</c:v>
                </c:pt>
                <c:pt idx="47000">
                  <c:v>3</c:v>
                </c:pt>
                <c:pt idx="47001">
                  <c:v>2</c:v>
                </c:pt>
                <c:pt idx="47002">
                  <c:v>3</c:v>
                </c:pt>
                <c:pt idx="47003">
                  <c:v>4</c:v>
                </c:pt>
                <c:pt idx="47004">
                  <c:v>2</c:v>
                </c:pt>
                <c:pt idx="47005">
                  <c:v>3</c:v>
                </c:pt>
                <c:pt idx="47006">
                  <c:v>4</c:v>
                </c:pt>
                <c:pt idx="47007">
                  <c:v>5</c:v>
                </c:pt>
                <c:pt idx="47008">
                  <c:v>2</c:v>
                </c:pt>
                <c:pt idx="47009">
                  <c:v>2</c:v>
                </c:pt>
                <c:pt idx="47010">
                  <c:v>4</c:v>
                </c:pt>
                <c:pt idx="47011">
                  <c:v>2</c:v>
                </c:pt>
                <c:pt idx="47012">
                  <c:v>4</c:v>
                </c:pt>
                <c:pt idx="47013">
                  <c:v>4</c:v>
                </c:pt>
                <c:pt idx="47014">
                  <c:v>4</c:v>
                </c:pt>
                <c:pt idx="47015">
                  <c:v>3</c:v>
                </c:pt>
                <c:pt idx="47016">
                  <c:v>3</c:v>
                </c:pt>
                <c:pt idx="47017">
                  <c:v>3</c:v>
                </c:pt>
                <c:pt idx="47018">
                  <c:v>2</c:v>
                </c:pt>
                <c:pt idx="47019">
                  <c:v>4</c:v>
                </c:pt>
                <c:pt idx="47020">
                  <c:v>1</c:v>
                </c:pt>
                <c:pt idx="47021">
                  <c:v>2</c:v>
                </c:pt>
                <c:pt idx="47022">
                  <c:v>3</c:v>
                </c:pt>
                <c:pt idx="47023">
                  <c:v>2</c:v>
                </c:pt>
                <c:pt idx="47024">
                  <c:v>1</c:v>
                </c:pt>
                <c:pt idx="47025">
                  <c:v>3</c:v>
                </c:pt>
                <c:pt idx="47026">
                  <c:v>2</c:v>
                </c:pt>
                <c:pt idx="47027">
                  <c:v>4</c:v>
                </c:pt>
                <c:pt idx="47028">
                  <c:v>1</c:v>
                </c:pt>
                <c:pt idx="47029">
                  <c:v>1</c:v>
                </c:pt>
                <c:pt idx="47030">
                  <c:v>1</c:v>
                </c:pt>
                <c:pt idx="47031">
                  <c:v>1</c:v>
                </c:pt>
                <c:pt idx="47032">
                  <c:v>1</c:v>
                </c:pt>
                <c:pt idx="47033">
                  <c:v>1</c:v>
                </c:pt>
                <c:pt idx="47034">
                  <c:v>1</c:v>
                </c:pt>
                <c:pt idx="47035">
                  <c:v>1</c:v>
                </c:pt>
                <c:pt idx="47036">
                  <c:v>1</c:v>
                </c:pt>
                <c:pt idx="47037">
                  <c:v>1</c:v>
                </c:pt>
                <c:pt idx="47038">
                  <c:v>1</c:v>
                </c:pt>
                <c:pt idx="47039">
                  <c:v>1</c:v>
                </c:pt>
                <c:pt idx="47040">
                  <c:v>1</c:v>
                </c:pt>
                <c:pt idx="47041">
                  <c:v>1</c:v>
                </c:pt>
                <c:pt idx="47042">
                  <c:v>1</c:v>
                </c:pt>
                <c:pt idx="47043">
                  <c:v>1</c:v>
                </c:pt>
                <c:pt idx="47044">
                  <c:v>1</c:v>
                </c:pt>
                <c:pt idx="47045">
                  <c:v>1</c:v>
                </c:pt>
                <c:pt idx="47046">
                  <c:v>2</c:v>
                </c:pt>
                <c:pt idx="47047">
                  <c:v>1</c:v>
                </c:pt>
                <c:pt idx="47048">
                  <c:v>1</c:v>
                </c:pt>
                <c:pt idx="47049">
                  <c:v>2</c:v>
                </c:pt>
                <c:pt idx="47050">
                  <c:v>3</c:v>
                </c:pt>
                <c:pt idx="47051">
                  <c:v>3</c:v>
                </c:pt>
                <c:pt idx="47052">
                  <c:v>3</c:v>
                </c:pt>
                <c:pt idx="47053">
                  <c:v>4</c:v>
                </c:pt>
                <c:pt idx="47054">
                  <c:v>5</c:v>
                </c:pt>
                <c:pt idx="47055">
                  <c:v>7</c:v>
                </c:pt>
                <c:pt idx="47056">
                  <c:v>5</c:v>
                </c:pt>
                <c:pt idx="47057">
                  <c:v>1</c:v>
                </c:pt>
                <c:pt idx="47058">
                  <c:v>2</c:v>
                </c:pt>
                <c:pt idx="47059">
                  <c:v>8</c:v>
                </c:pt>
                <c:pt idx="47060">
                  <c:v>1</c:v>
                </c:pt>
                <c:pt idx="47061">
                  <c:v>2</c:v>
                </c:pt>
                <c:pt idx="47062">
                  <c:v>2</c:v>
                </c:pt>
                <c:pt idx="47063">
                  <c:v>2</c:v>
                </c:pt>
                <c:pt idx="47064">
                  <c:v>3</c:v>
                </c:pt>
                <c:pt idx="47065">
                  <c:v>4</c:v>
                </c:pt>
                <c:pt idx="47066">
                  <c:v>2</c:v>
                </c:pt>
                <c:pt idx="47067">
                  <c:v>4</c:v>
                </c:pt>
                <c:pt idx="47068">
                  <c:v>2</c:v>
                </c:pt>
                <c:pt idx="47069">
                  <c:v>2</c:v>
                </c:pt>
                <c:pt idx="47070">
                  <c:v>3</c:v>
                </c:pt>
                <c:pt idx="47071">
                  <c:v>4</c:v>
                </c:pt>
                <c:pt idx="47072">
                  <c:v>5</c:v>
                </c:pt>
                <c:pt idx="47073">
                  <c:v>2</c:v>
                </c:pt>
                <c:pt idx="47074">
                  <c:v>3</c:v>
                </c:pt>
                <c:pt idx="47075">
                  <c:v>3</c:v>
                </c:pt>
                <c:pt idx="47076">
                  <c:v>2</c:v>
                </c:pt>
                <c:pt idx="47077">
                  <c:v>1</c:v>
                </c:pt>
                <c:pt idx="47078">
                  <c:v>1</c:v>
                </c:pt>
                <c:pt idx="47079">
                  <c:v>1</c:v>
                </c:pt>
                <c:pt idx="47080">
                  <c:v>2</c:v>
                </c:pt>
                <c:pt idx="47081">
                  <c:v>2</c:v>
                </c:pt>
                <c:pt idx="47082">
                  <c:v>1</c:v>
                </c:pt>
                <c:pt idx="47083">
                  <c:v>1</c:v>
                </c:pt>
                <c:pt idx="47084">
                  <c:v>1</c:v>
                </c:pt>
                <c:pt idx="47085">
                  <c:v>1</c:v>
                </c:pt>
                <c:pt idx="47086">
                  <c:v>2</c:v>
                </c:pt>
                <c:pt idx="47087">
                  <c:v>2</c:v>
                </c:pt>
                <c:pt idx="47088">
                  <c:v>2</c:v>
                </c:pt>
                <c:pt idx="47089">
                  <c:v>2</c:v>
                </c:pt>
                <c:pt idx="47090">
                  <c:v>3</c:v>
                </c:pt>
                <c:pt idx="47091">
                  <c:v>4</c:v>
                </c:pt>
                <c:pt idx="47092">
                  <c:v>1</c:v>
                </c:pt>
                <c:pt idx="47093">
                  <c:v>2</c:v>
                </c:pt>
                <c:pt idx="47094">
                  <c:v>1</c:v>
                </c:pt>
                <c:pt idx="47095">
                  <c:v>1</c:v>
                </c:pt>
                <c:pt idx="47096">
                  <c:v>2</c:v>
                </c:pt>
                <c:pt idx="47097">
                  <c:v>1</c:v>
                </c:pt>
                <c:pt idx="47098">
                  <c:v>2</c:v>
                </c:pt>
                <c:pt idx="47099">
                  <c:v>1</c:v>
                </c:pt>
                <c:pt idx="47100">
                  <c:v>2</c:v>
                </c:pt>
                <c:pt idx="47101">
                  <c:v>1</c:v>
                </c:pt>
                <c:pt idx="47102">
                  <c:v>2</c:v>
                </c:pt>
                <c:pt idx="47103">
                  <c:v>3</c:v>
                </c:pt>
                <c:pt idx="47104">
                  <c:v>2</c:v>
                </c:pt>
                <c:pt idx="47105">
                  <c:v>2</c:v>
                </c:pt>
                <c:pt idx="47106">
                  <c:v>8</c:v>
                </c:pt>
                <c:pt idx="47107">
                  <c:v>2</c:v>
                </c:pt>
                <c:pt idx="47108">
                  <c:v>2</c:v>
                </c:pt>
                <c:pt idx="47109">
                  <c:v>3</c:v>
                </c:pt>
                <c:pt idx="47110">
                  <c:v>2</c:v>
                </c:pt>
                <c:pt idx="47111">
                  <c:v>2</c:v>
                </c:pt>
                <c:pt idx="47112">
                  <c:v>4</c:v>
                </c:pt>
                <c:pt idx="47113">
                  <c:v>2</c:v>
                </c:pt>
                <c:pt idx="47114">
                  <c:v>6</c:v>
                </c:pt>
                <c:pt idx="47115">
                  <c:v>5</c:v>
                </c:pt>
                <c:pt idx="47116">
                  <c:v>6</c:v>
                </c:pt>
                <c:pt idx="47117">
                  <c:v>6</c:v>
                </c:pt>
                <c:pt idx="47118">
                  <c:v>6</c:v>
                </c:pt>
                <c:pt idx="47119">
                  <c:v>6</c:v>
                </c:pt>
                <c:pt idx="47120">
                  <c:v>6</c:v>
                </c:pt>
                <c:pt idx="47121">
                  <c:v>5</c:v>
                </c:pt>
                <c:pt idx="47122">
                  <c:v>10</c:v>
                </c:pt>
                <c:pt idx="47123">
                  <c:v>4</c:v>
                </c:pt>
                <c:pt idx="47124">
                  <c:v>6</c:v>
                </c:pt>
                <c:pt idx="47125">
                  <c:v>6</c:v>
                </c:pt>
                <c:pt idx="47126">
                  <c:v>2</c:v>
                </c:pt>
                <c:pt idx="47127">
                  <c:v>2</c:v>
                </c:pt>
                <c:pt idx="47128">
                  <c:v>2</c:v>
                </c:pt>
                <c:pt idx="47129">
                  <c:v>4</c:v>
                </c:pt>
                <c:pt idx="47130">
                  <c:v>3</c:v>
                </c:pt>
                <c:pt idx="47131">
                  <c:v>4</c:v>
                </c:pt>
                <c:pt idx="47132">
                  <c:v>3</c:v>
                </c:pt>
                <c:pt idx="47133">
                  <c:v>2</c:v>
                </c:pt>
                <c:pt idx="47134">
                  <c:v>4</c:v>
                </c:pt>
                <c:pt idx="47135">
                  <c:v>4</c:v>
                </c:pt>
                <c:pt idx="47136">
                  <c:v>2</c:v>
                </c:pt>
                <c:pt idx="47137">
                  <c:v>2</c:v>
                </c:pt>
                <c:pt idx="47138">
                  <c:v>2</c:v>
                </c:pt>
                <c:pt idx="47139">
                  <c:v>3</c:v>
                </c:pt>
                <c:pt idx="47140">
                  <c:v>3</c:v>
                </c:pt>
                <c:pt idx="47141">
                  <c:v>1</c:v>
                </c:pt>
                <c:pt idx="47142">
                  <c:v>4</c:v>
                </c:pt>
                <c:pt idx="47143">
                  <c:v>5</c:v>
                </c:pt>
                <c:pt idx="47144">
                  <c:v>1</c:v>
                </c:pt>
                <c:pt idx="47145">
                  <c:v>8</c:v>
                </c:pt>
                <c:pt idx="47146">
                  <c:v>6</c:v>
                </c:pt>
                <c:pt idx="47147">
                  <c:v>2</c:v>
                </c:pt>
                <c:pt idx="47148">
                  <c:v>4</c:v>
                </c:pt>
                <c:pt idx="47149">
                  <c:v>3</c:v>
                </c:pt>
                <c:pt idx="47150">
                  <c:v>4</c:v>
                </c:pt>
                <c:pt idx="47151">
                  <c:v>2</c:v>
                </c:pt>
                <c:pt idx="47152">
                  <c:v>2</c:v>
                </c:pt>
                <c:pt idx="47153">
                  <c:v>6</c:v>
                </c:pt>
                <c:pt idx="47154">
                  <c:v>4</c:v>
                </c:pt>
                <c:pt idx="47155">
                  <c:v>2</c:v>
                </c:pt>
                <c:pt idx="47156">
                  <c:v>4</c:v>
                </c:pt>
                <c:pt idx="47157">
                  <c:v>1</c:v>
                </c:pt>
                <c:pt idx="47158">
                  <c:v>1</c:v>
                </c:pt>
                <c:pt idx="47159">
                  <c:v>2</c:v>
                </c:pt>
                <c:pt idx="47160">
                  <c:v>4</c:v>
                </c:pt>
                <c:pt idx="47161">
                  <c:v>4</c:v>
                </c:pt>
                <c:pt idx="47162">
                  <c:v>4</c:v>
                </c:pt>
                <c:pt idx="47163">
                  <c:v>3</c:v>
                </c:pt>
                <c:pt idx="47164">
                  <c:v>3</c:v>
                </c:pt>
                <c:pt idx="47165">
                  <c:v>3</c:v>
                </c:pt>
                <c:pt idx="47166">
                  <c:v>2</c:v>
                </c:pt>
                <c:pt idx="47167">
                  <c:v>3</c:v>
                </c:pt>
                <c:pt idx="47168">
                  <c:v>2</c:v>
                </c:pt>
                <c:pt idx="47169">
                  <c:v>3</c:v>
                </c:pt>
                <c:pt idx="47170">
                  <c:v>2</c:v>
                </c:pt>
                <c:pt idx="47171">
                  <c:v>2</c:v>
                </c:pt>
                <c:pt idx="47172">
                  <c:v>3</c:v>
                </c:pt>
                <c:pt idx="47173">
                  <c:v>3</c:v>
                </c:pt>
                <c:pt idx="47174">
                  <c:v>3</c:v>
                </c:pt>
                <c:pt idx="47175">
                  <c:v>2</c:v>
                </c:pt>
                <c:pt idx="47176">
                  <c:v>3</c:v>
                </c:pt>
                <c:pt idx="47177">
                  <c:v>5</c:v>
                </c:pt>
                <c:pt idx="47178">
                  <c:v>1</c:v>
                </c:pt>
                <c:pt idx="47179">
                  <c:v>1</c:v>
                </c:pt>
                <c:pt idx="47180">
                  <c:v>1</c:v>
                </c:pt>
                <c:pt idx="47181">
                  <c:v>1</c:v>
                </c:pt>
                <c:pt idx="47182">
                  <c:v>1</c:v>
                </c:pt>
                <c:pt idx="47183">
                  <c:v>3</c:v>
                </c:pt>
                <c:pt idx="47184">
                  <c:v>-2</c:v>
                </c:pt>
                <c:pt idx="47185">
                  <c:v>3</c:v>
                </c:pt>
                <c:pt idx="47186">
                  <c:v>2</c:v>
                </c:pt>
                <c:pt idx="47187">
                  <c:v>3</c:v>
                </c:pt>
                <c:pt idx="47188">
                  <c:v>5</c:v>
                </c:pt>
                <c:pt idx="47189">
                  <c:v>3</c:v>
                </c:pt>
                <c:pt idx="47190">
                  <c:v>3</c:v>
                </c:pt>
                <c:pt idx="47191">
                  <c:v>4</c:v>
                </c:pt>
                <c:pt idx="47192">
                  <c:v>4</c:v>
                </c:pt>
                <c:pt idx="47193">
                  <c:v>1</c:v>
                </c:pt>
                <c:pt idx="47194">
                  <c:v>1</c:v>
                </c:pt>
                <c:pt idx="47195">
                  <c:v>1</c:v>
                </c:pt>
                <c:pt idx="47196">
                  <c:v>1</c:v>
                </c:pt>
                <c:pt idx="47197">
                  <c:v>1</c:v>
                </c:pt>
                <c:pt idx="47198">
                  <c:v>1</c:v>
                </c:pt>
                <c:pt idx="47199">
                  <c:v>1</c:v>
                </c:pt>
                <c:pt idx="47200">
                  <c:v>1</c:v>
                </c:pt>
                <c:pt idx="47201">
                  <c:v>1</c:v>
                </c:pt>
                <c:pt idx="47202">
                  <c:v>3</c:v>
                </c:pt>
                <c:pt idx="47203">
                  <c:v>4</c:v>
                </c:pt>
                <c:pt idx="47204">
                  <c:v>5</c:v>
                </c:pt>
                <c:pt idx="47205">
                  <c:v>4</c:v>
                </c:pt>
                <c:pt idx="47206">
                  <c:v>4</c:v>
                </c:pt>
                <c:pt idx="47207">
                  <c:v>4</c:v>
                </c:pt>
                <c:pt idx="47208">
                  <c:v>2</c:v>
                </c:pt>
                <c:pt idx="47209">
                  <c:v>1</c:v>
                </c:pt>
                <c:pt idx="47210">
                  <c:v>1</c:v>
                </c:pt>
                <c:pt idx="47211">
                  <c:v>1</c:v>
                </c:pt>
                <c:pt idx="47212">
                  <c:v>1</c:v>
                </c:pt>
                <c:pt idx="47213">
                  <c:v>1</c:v>
                </c:pt>
                <c:pt idx="47214">
                  <c:v>1</c:v>
                </c:pt>
                <c:pt idx="47215">
                  <c:v>1</c:v>
                </c:pt>
                <c:pt idx="47216">
                  <c:v>1</c:v>
                </c:pt>
                <c:pt idx="47217">
                  <c:v>1</c:v>
                </c:pt>
                <c:pt idx="47218">
                  <c:v>1</c:v>
                </c:pt>
                <c:pt idx="47219">
                  <c:v>1</c:v>
                </c:pt>
                <c:pt idx="47220">
                  <c:v>1</c:v>
                </c:pt>
                <c:pt idx="47221">
                  <c:v>1</c:v>
                </c:pt>
                <c:pt idx="47222">
                  <c:v>1</c:v>
                </c:pt>
                <c:pt idx="47223">
                  <c:v>1</c:v>
                </c:pt>
                <c:pt idx="47224">
                  <c:v>2</c:v>
                </c:pt>
                <c:pt idx="47225">
                  <c:v>2</c:v>
                </c:pt>
                <c:pt idx="47226">
                  <c:v>1</c:v>
                </c:pt>
                <c:pt idx="47227">
                  <c:v>2</c:v>
                </c:pt>
                <c:pt idx="47228">
                  <c:v>2</c:v>
                </c:pt>
                <c:pt idx="47229">
                  <c:v>2</c:v>
                </c:pt>
                <c:pt idx="47230">
                  <c:v>1</c:v>
                </c:pt>
                <c:pt idx="47231">
                  <c:v>2</c:v>
                </c:pt>
                <c:pt idx="47232">
                  <c:v>5</c:v>
                </c:pt>
                <c:pt idx="47233">
                  <c:v>5</c:v>
                </c:pt>
                <c:pt idx="47234">
                  <c:v>5</c:v>
                </c:pt>
                <c:pt idx="47235">
                  <c:v>5</c:v>
                </c:pt>
                <c:pt idx="47236">
                  <c:v>5</c:v>
                </c:pt>
                <c:pt idx="47237">
                  <c:v>5</c:v>
                </c:pt>
                <c:pt idx="47238">
                  <c:v>5</c:v>
                </c:pt>
                <c:pt idx="47239">
                  <c:v>-4</c:v>
                </c:pt>
                <c:pt idx="47240">
                  <c:v>6</c:v>
                </c:pt>
                <c:pt idx="47241">
                  <c:v>5</c:v>
                </c:pt>
                <c:pt idx="47242">
                  <c:v>4</c:v>
                </c:pt>
                <c:pt idx="47243">
                  <c:v>2</c:v>
                </c:pt>
                <c:pt idx="47244">
                  <c:v>1</c:v>
                </c:pt>
                <c:pt idx="47245">
                  <c:v>3</c:v>
                </c:pt>
                <c:pt idx="47246">
                  <c:v>1</c:v>
                </c:pt>
                <c:pt idx="47247">
                  <c:v>1</c:v>
                </c:pt>
                <c:pt idx="47248">
                  <c:v>1</c:v>
                </c:pt>
                <c:pt idx="47249">
                  <c:v>2</c:v>
                </c:pt>
                <c:pt idx="47250">
                  <c:v>2</c:v>
                </c:pt>
                <c:pt idx="47251">
                  <c:v>2</c:v>
                </c:pt>
                <c:pt idx="47252">
                  <c:v>2</c:v>
                </c:pt>
                <c:pt idx="47253">
                  <c:v>3</c:v>
                </c:pt>
                <c:pt idx="47254">
                  <c:v>3</c:v>
                </c:pt>
                <c:pt idx="47255">
                  <c:v>3</c:v>
                </c:pt>
                <c:pt idx="47256">
                  <c:v>3</c:v>
                </c:pt>
                <c:pt idx="47257">
                  <c:v>4</c:v>
                </c:pt>
                <c:pt idx="47258">
                  <c:v>4</c:v>
                </c:pt>
                <c:pt idx="47259">
                  <c:v>1</c:v>
                </c:pt>
                <c:pt idx="47260">
                  <c:v>1</c:v>
                </c:pt>
                <c:pt idx="47261">
                  <c:v>2</c:v>
                </c:pt>
                <c:pt idx="47262">
                  <c:v>3</c:v>
                </c:pt>
                <c:pt idx="47263">
                  <c:v>1</c:v>
                </c:pt>
                <c:pt idx="47264">
                  <c:v>1</c:v>
                </c:pt>
                <c:pt idx="47265">
                  <c:v>16</c:v>
                </c:pt>
                <c:pt idx="47266">
                  <c:v>-2</c:v>
                </c:pt>
                <c:pt idx="47267">
                  <c:v>8</c:v>
                </c:pt>
                <c:pt idx="47268">
                  <c:v>8</c:v>
                </c:pt>
                <c:pt idx="47269">
                  <c:v>8</c:v>
                </c:pt>
                <c:pt idx="47270">
                  <c:v>1</c:v>
                </c:pt>
                <c:pt idx="47271">
                  <c:v>1</c:v>
                </c:pt>
                <c:pt idx="47272">
                  <c:v>1</c:v>
                </c:pt>
                <c:pt idx="47273">
                  <c:v>2</c:v>
                </c:pt>
                <c:pt idx="47274">
                  <c:v>2</c:v>
                </c:pt>
                <c:pt idx="47275">
                  <c:v>3</c:v>
                </c:pt>
                <c:pt idx="47276">
                  <c:v>3</c:v>
                </c:pt>
                <c:pt idx="47277">
                  <c:v>3</c:v>
                </c:pt>
                <c:pt idx="47278">
                  <c:v>1</c:v>
                </c:pt>
                <c:pt idx="47279">
                  <c:v>1</c:v>
                </c:pt>
                <c:pt idx="47280">
                  <c:v>1</c:v>
                </c:pt>
                <c:pt idx="47281">
                  <c:v>1</c:v>
                </c:pt>
                <c:pt idx="47282">
                  <c:v>1</c:v>
                </c:pt>
                <c:pt idx="47283">
                  <c:v>1</c:v>
                </c:pt>
                <c:pt idx="47284">
                  <c:v>1</c:v>
                </c:pt>
                <c:pt idx="47285">
                  <c:v>1</c:v>
                </c:pt>
                <c:pt idx="47286">
                  <c:v>1</c:v>
                </c:pt>
                <c:pt idx="47287">
                  <c:v>1</c:v>
                </c:pt>
                <c:pt idx="47288">
                  <c:v>1</c:v>
                </c:pt>
                <c:pt idx="47289">
                  <c:v>1</c:v>
                </c:pt>
                <c:pt idx="47290">
                  <c:v>1</c:v>
                </c:pt>
                <c:pt idx="47291">
                  <c:v>1</c:v>
                </c:pt>
                <c:pt idx="47292">
                  <c:v>1</c:v>
                </c:pt>
                <c:pt idx="47293">
                  <c:v>1</c:v>
                </c:pt>
                <c:pt idx="47294">
                  <c:v>1</c:v>
                </c:pt>
                <c:pt idx="47295">
                  <c:v>-1</c:v>
                </c:pt>
                <c:pt idx="47296">
                  <c:v>-1</c:v>
                </c:pt>
                <c:pt idx="47297">
                  <c:v>1</c:v>
                </c:pt>
                <c:pt idx="47298">
                  <c:v>1</c:v>
                </c:pt>
                <c:pt idx="47299">
                  <c:v>1</c:v>
                </c:pt>
                <c:pt idx="47300">
                  <c:v>1</c:v>
                </c:pt>
                <c:pt idx="47301">
                  <c:v>1</c:v>
                </c:pt>
                <c:pt idx="47302">
                  <c:v>1</c:v>
                </c:pt>
                <c:pt idx="47303">
                  <c:v>1</c:v>
                </c:pt>
                <c:pt idx="47304">
                  <c:v>1</c:v>
                </c:pt>
                <c:pt idx="47305">
                  <c:v>1</c:v>
                </c:pt>
                <c:pt idx="47306">
                  <c:v>1</c:v>
                </c:pt>
                <c:pt idx="47307">
                  <c:v>1</c:v>
                </c:pt>
                <c:pt idx="47308">
                  <c:v>1</c:v>
                </c:pt>
                <c:pt idx="47309">
                  <c:v>1</c:v>
                </c:pt>
                <c:pt idx="47310">
                  <c:v>1</c:v>
                </c:pt>
                <c:pt idx="47311">
                  <c:v>1</c:v>
                </c:pt>
                <c:pt idx="47312">
                  <c:v>1</c:v>
                </c:pt>
                <c:pt idx="47313">
                  <c:v>1</c:v>
                </c:pt>
                <c:pt idx="47314">
                  <c:v>1</c:v>
                </c:pt>
                <c:pt idx="47315">
                  <c:v>1</c:v>
                </c:pt>
                <c:pt idx="47316">
                  <c:v>1</c:v>
                </c:pt>
                <c:pt idx="47317">
                  <c:v>1</c:v>
                </c:pt>
                <c:pt idx="47318">
                  <c:v>1</c:v>
                </c:pt>
                <c:pt idx="47319">
                  <c:v>1</c:v>
                </c:pt>
                <c:pt idx="47320">
                  <c:v>1</c:v>
                </c:pt>
                <c:pt idx="47321">
                  <c:v>3</c:v>
                </c:pt>
                <c:pt idx="47322">
                  <c:v>3</c:v>
                </c:pt>
                <c:pt idx="47323">
                  <c:v>1</c:v>
                </c:pt>
                <c:pt idx="47324">
                  <c:v>1</c:v>
                </c:pt>
                <c:pt idx="47325">
                  <c:v>1</c:v>
                </c:pt>
                <c:pt idx="47326">
                  <c:v>1</c:v>
                </c:pt>
                <c:pt idx="47327">
                  <c:v>1</c:v>
                </c:pt>
                <c:pt idx="47328">
                  <c:v>1</c:v>
                </c:pt>
                <c:pt idx="47329">
                  <c:v>1</c:v>
                </c:pt>
                <c:pt idx="47330">
                  <c:v>1</c:v>
                </c:pt>
                <c:pt idx="47331">
                  <c:v>1</c:v>
                </c:pt>
                <c:pt idx="47332">
                  <c:v>1</c:v>
                </c:pt>
                <c:pt idx="47333">
                  <c:v>1</c:v>
                </c:pt>
                <c:pt idx="47334">
                  <c:v>1</c:v>
                </c:pt>
                <c:pt idx="47335">
                  <c:v>2</c:v>
                </c:pt>
                <c:pt idx="47336">
                  <c:v>3</c:v>
                </c:pt>
                <c:pt idx="47337">
                  <c:v>3</c:v>
                </c:pt>
                <c:pt idx="47338">
                  <c:v>1</c:v>
                </c:pt>
                <c:pt idx="47339">
                  <c:v>2</c:v>
                </c:pt>
                <c:pt idx="47340">
                  <c:v>1</c:v>
                </c:pt>
                <c:pt idx="47341">
                  <c:v>2</c:v>
                </c:pt>
                <c:pt idx="47342">
                  <c:v>1</c:v>
                </c:pt>
                <c:pt idx="47343">
                  <c:v>1</c:v>
                </c:pt>
                <c:pt idx="47344">
                  <c:v>2</c:v>
                </c:pt>
                <c:pt idx="47345">
                  <c:v>1</c:v>
                </c:pt>
                <c:pt idx="47346">
                  <c:v>1</c:v>
                </c:pt>
                <c:pt idx="47347">
                  <c:v>2</c:v>
                </c:pt>
                <c:pt idx="47348">
                  <c:v>1</c:v>
                </c:pt>
                <c:pt idx="47349">
                  <c:v>1</c:v>
                </c:pt>
                <c:pt idx="47350">
                  <c:v>1</c:v>
                </c:pt>
                <c:pt idx="47351">
                  <c:v>1</c:v>
                </c:pt>
                <c:pt idx="47352">
                  <c:v>2</c:v>
                </c:pt>
                <c:pt idx="47353">
                  <c:v>3</c:v>
                </c:pt>
                <c:pt idx="47354">
                  <c:v>3</c:v>
                </c:pt>
                <c:pt idx="47355">
                  <c:v>1</c:v>
                </c:pt>
                <c:pt idx="47356">
                  <c:v>2</c:v>
                </c:pt>
                <c:pt idx="47357">
                  <c:v>1</c:v>
                </c:pt>
                <c:pt idx="47358">
                  <c:v>2</c:v>
                </c:pt>
                <c:pt idx="47359">
                  <c:v>2</c:v>
                </c:pt>
                <c:pt idx="47360">
                  <c:v>2</c:v>
                </c:pt>
                <c:pt idx="47361">
                  <c:v>2</c:v>
                </c:pt>
                <c:pt idx="47362">
                  <c:v>3</c:v>
                </c:pt>
                <c:pt idx="47363">
                  <c:v>2</c:v>
                </c:pt>
                <c:pt idx="47364">
                  <c:v>2</c:v>
                </c:pt>
                <c:pt idx="47365">
                  <c:v>2</c:v>
                </c:pt>
                <c:pt idx="47366">
                  <c:v>2</c:v>
                </c:pt>
                <c:pt idx="47367">
                  <c:v>2</c:v>
                </c:pt>
                <c:pt idx="47368">
                  <c:v>2</c:v>
                </c:pt>
                <c:pt idx="47369">
                  <c:v>2</c:v>
                </c:pt>
                <c:pt idx="47370">
                  <c:v>3</c:v>
                </c:pt>
                <c:pt idx="47371">
                  <c:v>2</c:v>
                </c:pt>
                <c:pt idx="47372">
                  <c:v>3</c:v>
                </c:pt>
                <c:pt idx="47373">
                  <c:v>2</c:v>
                </c:pt>
                <c:pt idx="47374">
                  <c:v>2</c:v>
                </c:pt>
                <c:pt idx="47375">
                  <c:v>1</c:v>
                </c:pt>
                <c:pt idx="47376">
                  <c:v>2</c:v>
                </c:pt>
                <c:pt idx="47377">
                  <c:v>6</c:v>
                </c:pt>
                <c:pt idx="47378">
                  <c:v>2</c:v>
                </c:pt>
                <c:pt idx="47379">
                  <c:v>4</c:v>
                </c:pt>
                <c:pt idx="47380">
                  <c:v>2</c:v>
                </c:pt>
                <c:pt idx="47381">
                  <c:v>3</c:v>
                </c:pt>
                <c:pt idx="47382">
                  <c:v>1</c:v>
                </c:pt>
                <c:pt idx="47383">
                  <c:v>1</c:v>
                </c:pt>
                <c:pt idx="47384">
                  <c:v>1</c:v>
                </c:pt>
                <c:pt idx="47385">
                  <c:v>1</c:v>
                </c:pt>
                <c:pt idx="47386">
                  <c:v>2</c:v>
                </c:pt>
                <c:pt idx="47387">
                  <c:v>1</c:v>
                </c:pt>
                <c:pt idx="47388">
                  <c:v>2</c:v>
                </c:pt>
                <c:pt idx="47389">
                  <c:v>2</c:v>
                </c:pt>
                <c:pt idx="47390">
                  <c:v>1</c:v>
                </c:pt>
                <c:pt idx="47391">
                  <c:v>1</c:v>
                </c:pt>
                <c:pt idx="47392">
                  <c:v>2</c:v>
                </c:pt>
                <c:pt idx="47393">
                  <c:v>1</c:v>
                </c:pt>
                <c:pt idx="47394">
                  <c:v>1</c:v>
                </c:pt>
                <c:pt idx="47395">
                  <c:v>1</c:v>
                </c:pt>
                <c:pt idx="47396">
                  <c:v>1</c:v>
                </c:pt>
                <c:pt idx="47397">
                  <c:v>1</c:v>
                </c:pt>
                <c:pt idx="47398">
                  <c:v>1</c:v>
                </c:pt>
                <c:pt idx="47399">
                  <c:v>1</c:v>
                </c:pt>
                <c:pt idx="47400">
                  <c:v>1</c:v>
                </c:pt>
                <c:pt idx="47401">
                  <c:v>2</c:v>
                </c:pt>
                <c:pt idx="47402">
                  <c:v>1</c:v>
                </c:pt>
                <c:pt idx="47403">
                  <c:v>1</c:v>
                </c:pt>
                <c:pt idx="47404">
                  <c:v>1</c:v>
                </c:pt>
                <c:pt idx="47405">
                  <c:v>2</c:v>
                </c:pt>
                <c:pt idx="47406">
                  <c:v>2</c:v>
                </c:pt>
                <c:pt idx="47407">
                  <c:v>0</c:v>
                </c:pt>
                <c:pt idx="47408">
                  <c:v>2</c:v>
                </c:pt>
                <c:pt idx="47409">
                  <c:v>1</c:v>
                </c:pt>
                <c:pt idx="47410">
                  <c:v>2</c:v>
                </c:pt>
                <c:pt idx="47411">
                  <c:v>2</c:v>
                </c:pt>
                <c:pt idx="47412">
                  <c:v>3</c:v>
                </c:pt>
                <c:pt idx="47413">
                  <c:v>3</c:v>
                </c:pt>
                <c:pt idx="47414">
                  <c:v>2</c:v>
                </c:pt>
                <c:pt idx="47415">
                  <c:v>1</c:v>
                </c:pt>
                <c:pt idx="47416">
                  <c:v>1</c:v>
                </c:pt>
                <c:pt idx="47417">
                  <c:v>1</c:v>
                </c:pt>
                <c:pt idx="47418">
                  <c:v>3</c:v>
                </c:pt>
                <c:pt idx="47419">
                  <c:v>3</c:v>
                </c:pt>
                <c:pt idx="47420">
                  <c:v>3</c:v>
                </c:pt>
                <c:pt idx="47421">
                  <c:v>2</c:v>
                </c:pt>
                <c:pt idx="47422">
                  <c:v>2</c:v>
                </c:pt>
                <c:pt idx="47423">
                  <c:v>4</c:v>
                </c:pt>
                <c:pt idx="47424">
                  <c:v>4</c:v>
                </c:pt>
                <c:pt idx="47425">
                  <c:v>2</c:v>
                </c:pt>
                <c:pt idx="47426">
                  <c:v>3</c:v>
                </c:pt>
                <c:pt idx="47427">
                  <c:v>3</c:v>
                </c:pt>
                <c:pt idx="47428">
                  <c:v>4</c:v>
                </c:pt>
                <c:pt idx="47429">
                  <c:v>3</c:v>
                </c:pt>
                <c:pt idx="47430">
                  <c:v>1</c:v>
                </c:pt>
                <c:pt idx="47431">
                  <c:v>1</c:v>
                </c:pt>
                <c:pt idx="47432">
                  <c:v>1</c:v>
                </c:pt>
                <c:pt idx="47433">
                  <c:v>1</c:v>
                </c:pt>
                <c:pt idx="47434">
                  <c:v>2</c:v>
                </c:pt>
                <c:pt idx="47435">
                  <c:v>2</c:v>
                </c:pt>
                <c:pt idx="47436">
                  <c:v>2</c:v>
                </c:pt>
                <c:pt idx="47437">
                  <c:v>2</c:v>
                </c:pt>
                <c:pt idx="47438">
                  <c:v>3</c:v>
                </c:pt>
                <c:pt idx="47439">
                  <c:v>2</c:v>
                </c:pt>
                <c:pt idx="47440">
                  <c:v>2</c:v>
                </c:pt>
                <c:pt idx="47441">
                  <c:v>3</c:v>
                </c:pt>
                <c:pt idx="47442">
                  <c:v>1</c:v>
                </c:pt>
                <c:pt idx="47443">
                  <c:v>3</c:v>
                </c:pt>
                <c:pt idx="47444">
                  <c:v>3</c:v>
                </c:pt>
                <c:pt idx="47445">
                  <c:v>5</c:v>
                </c:pt>
                <c:pt idx="47446">
                  <c:v>2</c:v>
                </c:pt>
                <c:pt idx="47447">
                  <c:v>3</c:v>
                </c:pt>
                <c:pt idx="47448">
                  <c:v>2</c:v>
                </c:pt>
                <c:pt idx="47449">
                  <c:v>2</c:v>
                </c:pt>
                <c:pt idx="47450">
                  <c:v>3</c:v>
                </c:pt>
                <c:pt idx="47451">
                  <c:v>1</c:v>
                </c:pt>
                <c:pt idx="47452">
                  <c:v>1</c:v>
                </c:pt>
                <c:pt idx="47453">
                  <c:v>2</c:v>
                </c:pt>
                <c:pt idx="47454">
                  <c:v>2</c:v>
                </c:pt>
                <c:pt idx="47455">
                  <c:v>1</c:v>
                </c:pt>
                <c:pt idx="47456">
                  <c:v>1</c:v>
                </c:pt>
                <c:pt idx="47457">
                  <c:v>4</c:v>
                </c:pt>
                <c:pt idx="47458">
                  <c:v>2</c:v>
                </c:pt>
                <c:pt idx="47459">
                  <c:v>2</c:v>
                </c:pt>
                <c:pt idx="47460">
                  <c:v>2</c:v>
                </c:pt>
                <c:pt idx="47461">
                  <c:v>2</c:v>
                </c:pt>
                <c:pt idx="47462">
                  <c:v>2</c:v>
                </c:pt>
                <c:pt idx="47463">
                  <c:v>2</c:v>
                </c:pt>
                <c:pt idx="47464">
                  <c:v>4</c:v>
                </c:pt>
                <c:pt idx="47465">
                  <c:v>5</c:v>
                </c:pt>
                <c:pt idx="47466">
                  <c:v>2</c:v>
                </c:pt>
                <c:pt idx="47467">
                  <c:v>2</c:v>
                </c:pt>
                <c:pt idx="47468">
                  <c:v>2</c:v>
                </c:pt>
                <c:pt idx="47469">
                  <c:v>1</c:v>
                </c:pt>
                <c:pt idx="47470">
                  <c:v>1</c:v>
                </c:pt>
                <c:pt idx="47471">
                  <c:v>1</c:v>
                </c:pt>
                <c:pt idx="47472">
                  <c:v>1</c:v>
                </c:pt>
                <c:pt idx="47473">
                  <c:v>5</c:v>
                </c:pt>
                <c:pt idx="47474">
                  <c:v>4</c:v>
                </c:pt>
                <c:pt idx="47475">
                  <c:v>4</c:v>
                </c:pt>
                <c:pt idx="47476">
                  <c:v>3</c:v>
                </c:pt>
                <c:pt idx="47477">
                  <c:v>3</c:v>
                </c:pt>
                <c:pt idx="47478">
                  <c:v>3</c:v>
                </c:pt>
                <c:pt idx="47479">
                  <c:v>4</c:v>
                </c:pt>
                <c:pt idx="47480">
                  <c:v>2</c:v>
                </c:pt>
                <c:pt idx="47481">
                  <c:v>2</c:v>
                </c:pt>
                <c:pt idx="47482">
                  <c:v>2</c:v>
                </c:pt>
                <c:pt idx="47483">
                  <c:v>2</c:v>
                </c:pt>
                <c:pt idx="47484">
                  <c:v>2</c:v>
                </c:pt>
                <c:pt idx="47485">
                  <c:v>1</c:v>
                </c:pt>
                <c:pt idx="47486">
                  <c:v>1</c:v>
                </c:pt>
                <c:pt idx="47487">
                  <c:v>2</c:v>
                </c:pt>
                <c:pt idx="47488">
                  <c:v>2</c:v>
                </c:pt>
                <c:pt idx="47489">
                  <c:v>4</c:v>
                </c:pt>
                <c:pt idx="47490">
                  <c:v>2</c:v>
                </c:pt>
                <c:pt idx="47491">
                  <c:v>3</c:v>
                </c:pt>
                <c:pt idx="47492">
                  <c:v>2</c:v>
                </c:pt>
                <c:pt idx="47493">
                  <c:v>4</c:v>
                </c:pt>
                <c:pt idx="47494">
                  <c:v>2</c:v>
                </c:pt>
                <c:pt idx="47495">
                  <c:v>3</c:v>
                </c:pt>
                <c:pt idx="47496">
                  <c:v>3</c:v>
                </c:pt>
                <c:pt idx="47497">
                  <c:v>3</c:v>
                </c:pt>
                <c:pt idx="47498">
                  <c:v>1</c:v>
                </c:pt>
                <c:pt idx="47499">
                  <c:v>1</c:v>
                </c:pt>
                <c:pt idx="47500">
                  <c:v>1</c:v>
                </c:pt>
                <c:pt idx="47501">
                  <c:v>2</c:v>
                </c:pt>
                <c:pt idx="47502">
                  <c:v>1</c:v>
                </c:pt>
                <c:pt idx="47503">
                  <c:v>2</c:v>
                </c:pt>
                <c:pt idx="47504">
                  <c:v>7</c:v>
                </c:pt>
                <c:pt idx="47505">
                  <c:v>5</c:v>
                </c:pt>
                <c:pt idx="47506">
                  <c:v>4</c:v>
                </c:pt>
                <c:pt idx="47507">
                  <c:v>2</c:v>
                </c:pt>
                <c:pt idx="47508">
                  <c:v>5</c:v>
                </c:pt>
                <c:pt idx="47509">
                  <c:v>4</c:v>
                </c:pt>
                <c:pt idx="47510">
                  <c:v>7</c:v>
                </c:pt>
                <c:pt idx="47511">
                  <c:v>1</c:v>
                </c:pt>
                <c:pt idx="47512">
                  <c:v>2</c:v>
                </c:pt>
                <c:pt idx="47513">
                  <c:v>2</c:v>
                </c:pt>
                <c:pt idx="47514">
                  <c:v>2</c:v>
                </c:pt>
                <c:pt idx="47515">
                  <c:v>2</c:v>
                </c:pt>
                <c:pt idx="47516">
                  <c:v>2</c:v>
                </c:pt>
                <c:pt idx="47517">
                  <c:v>2</c:v>
                </c:pt>
                <c:pt idx="47518">
                  <c:v>1</c:v>
                </c:pt>
                <c:pt idx="47519">
                  <c:v>2</c:v>
                </c:pt>
                <c:pt idx="47520">
                  <c:v>2</c:v>
                </c:pt>
                <c:pt idx="47521">
                  <c:v>2</c:v>
                </c:pt>
                <c:pt idx="47522">
                  <c:v>2</c:v>
                </c:pt>
                <c:pt idx="47523">
                  <c:v>2</c:v>
                </c:pt>
                <c:pt idx="47524">
                  <c:v>3</c:v>
                </c:pt>
                <c:pt idx="47525">
                  <c:v>2</c:v>
                </c:pt>
                <c:pt idx="47526">
                  <c:v>3</c:v>
                </c:pt>
                <c:pt idx="47527">
                  <c:v>3</c:v>
                </c:pt>
                <c:pt idx="47528">
                  <c:v>3</c:v>
                </c:pt>
                <c:pt idx="47529">
                  <c:v>1</c:v>
                </c:pt>
                <c:pt idx="47530">
                  <c:v>2</c:v>
                </c:pt>
                <c:pt idx="47531">
                  <c:v>2</c:v>
                </c:pt>
                <c:pt idx="47532">
                  <c:v>2</c:v>
                </c:pt>
                <c:pt idx="47533">
                  <c:v>1</c:v>
                </c:pt>
                <c:pt idx="47534">
                  <c:v>1</c:v>
                </c:pt>
                <c:pt idx="47535">
                  <c:v>1</c:v>
                </c:pt>
                <c:pt idx="47536">
                  <c:v>3</c:v>
                </c:pt>
                <c:pt idx="47537">
                  <c:v>5</c:v>
                </c:pt>
                <c:pt idx="47538">
                  <c:v>1</c:v>
                </c:pt>
                <c:pt idx="47539">
                  <c:v>2</c:v>
                </c:pt>
                <c:pt idx="47540">
                  <c:v>2</c:v>
                </c:pt>
                <c:pt idx="47541">
                  <c:v>5</c:v>
                </c:pt>
                <c:pt idx="47542">
                  <c:v>2</c:v>
                </c:pt>
                <c:pt idx="47543">
                  <c:v>7</c:v>
                </c:pt>
                <c:pt idx="47544">
                  <c:v>4</c:v>
                </c:pt>
                <c:pt idx="47545">
                  <c:v>3</c:v>
                </c:pt>
                <c:pt idx="47546">
                  <c:v>3</c:v>
                </c:pt>
                <c:pt idx="47547">
                  <c:v>3</c:v>
                </c:pt>
                <c:pt idx="47548">
                  <c:v>2</c:v>
                </c:pt>
                <c:pt idx="47549">
                  <c:v>2</c:v>
                </c:pt>
                <c:pt idx="47550">
                  <c:v>1</c:v>
                </c:pt>
                <c:pt idx="47551">
                  <c:v>1</c:v>
                </c:pt>
                <c:pt idx="47552">
                  <c:v>1</c:v>
                </c:pt>
                <c:pt idx="47553">
                  <c:v>1</c:v>
                </c:pt>
                <c:pt idx="47554">
                  <c:v>-1</c:v>
                </c:pt>
                <c:pt idx="47555">
                  <c:v>1</c:v>
                </c:pt>
                <c:pt idx="47556">
                  <c:v>1</c:v>
                </c:pt>
                <c:pt idx="47557">
                  <c:v>3</c:v>
                </c:pt>
                <c:pt idx="47558">
                  <c:v>1</c:v>
                </c:pt>
                <c:pt idx="47559">
                  <c:v>1</c:v>
                </c:pt>
                <c:pt idx="47560">
                  <c:v>1</c:v>
                </c:pt>
                <c:pt idx="47561">
                  <c:v>2</c:v>
                </c:pt>
                <c:pt idx="47562">
                  <c:v>1</c:v>
                </c:pt>
                <c:pt idx="47563">
                  <c:v>2</c:v>
                </c:pt>
                <c:pt idx="47564">
                  <c:v>1</c:v>
                </c:pt>
                <c:pt idx="47565">
                  <c:v>1</c:v>
                </c:pt>
                <c:pt idx="47566">
                  <c:v>1</c:v>
                </c:pt>
                <c:pt idx="47567">
                  <c:v>1</c:v>
                </c:pt>
                <c:pt idx="47568">
                  <c:v>3</c:v>
                </c:pt>
                <c:pt idx="47569">
                  <c:v>0</c:v>
                </c:pt>
                <c:pt idx="47570">
                  <c:v>1</c:v>
                </c:pt>
                <c:pt idx="47571">
                  <c:v>1</c:v>
                </c:pt>
                <c:pt idx="47572">
                  <c:v>1</c:v>
                </c:pt>
                <c:pt idx="47573">
                  <c:v>1</c:v>
                </c:pt>
                <c:pt idx="47574">
                  <c:v>1</c:v>
                </c:pt>
                <c:pt idx="47575">
                  <c:v>1</c:v>
                </c:pt>
                <c:pt idx="47576">
                  <c:v>1</c:v>
                </c:pt>
                <c:pt idx="47577">
                  <c:v>1</c:v>
                </c:pt>
                <c:pt idx="47578">
                  <c:v>1</c:v>
                </c:pt>
                <c:pt idx="47579">
                  <c:v>2</c:v>
                </c:pt>
                <c:pt idx="47580">
                  <c:v>6</c:v>
                </c:pt>
                <c:pt idx="47581">
                  <c:v>3</c:v>
                </c:pt>
                <c:pt idx="47582">
                  <c:v>2</c:v>
                </c:pt>
                <c:pt idx="47583">
                  <c:v>2</c:v>
                </c:pt>
                <c:pt idx="47584">
                  <c:v>2</c:v>
                </c:pt>
                <c:pt idx="47585">
                  <c:v>2</c:v>
                </c:pt>
                <c:pt idx="47586">
                  <c:v>2</c:v>
                </c:pt>
                <c:pt idx="47587">
                  <c:v>2</c:v>
                </c:pt>
                <c:pt idx="47588">
                  <c:v>2</c:v>
                </c:pt>
                <c:pt idx="47589">
                  <c:v>2</c:v>
                </c:pt>
                <c:pt idx="47590">
                  <c:v>2</c:v>
                </c:pt>
                <c:pt idx="47591">
                  <c:v>2</c:v>
                </c:pt>
                <c:pt idx="47592">
                  <c:v>3</c:v>
                </c:pt>
                <c:pt idx="47593">
                  <c:v>3</c:v>
                </c:pt>
                <c:pt idx="47594">
                  <c:v>2</c:v>
                </c:pt>
                <c:pt idx="47595">
                  <c:v>2</c:v>
                </c:pt>
                <c:pt idx="47596">
                  <c:v>2</c:v>
                </c:pt>
                <c:pt idx="47597">
                  <c:v>2</c:v>
                </c:pt>
                <c:pt idx="47598">
                  <c:v>1</c:v>
                </c:pt>
                <c:pt idx="47599">
                  <c:v>2</c:v>
                </c:pt>
                <c:pt idx="47600">
                  <c:v>2</c:v>
                </c:pt>
                <c:pt idx="47601">
                  <c:v>1</c:v>
                </c:pt>
                <c:pt idx="47602">
                  <c:v>1</c:v>
                </c:pt>
                <c:pt idx="47603">
                  <c:v>2</c:v>
                </c:pt>
                <c:pt idx="47604">
                  <c:v>6</c:v>
                </c:pt>
                <c:pt idx="47605">
                  <c:v>2</c:v>
                </c:pt>
                <c:pt idx="47606">
                  <c:v>2</c:v>
                </c:pt>
                <c:pt idx="47607">
                  <c:v>2</c:v>
                </c:pt>
                <c:pt idx="47608">
                  <c:v>2</c:v>
                </c:pt>
                <c:pt idx="47609">
                  <c:v>6</c:v>
                </c:pt>
                <c:pt idx="47610">
                  <c:v>2</c:v>
                </c:pt>
                <c:pt idx="47611">
                  <c:v>2</c:v>
                </c:pt>
                <c:pt idx="47612">
                  <c:v>2</c:v>
                </c:pt>
                <c:pt idx="47613">
                  <c:v>2</c:v>
                </c:pt>
                <c:pt idx="47614">
                  <c:v>2</c:v>
                </c:pt>
                <c:pt idx="47615">
                  <c:v>1</c:v>
                </c:pt>
                <c:pt idx="47616">
                  <c:v>2</c:v>
                </c:pt>
                <c:pt idx="47617">
                  <c:v>1</c:v>
                </c:pt>
                <c:pt idx="47618">
                  <c:v>2</c:v>
                </c:pt>
                <c:pt idx="47619">
                  <c:v>1</c:v>
                </c:pt>
                <c:pt idx="47620">
                  <c:v>2</c:v>
                </c:pt>
                <c:pt idx="47621">
                  <c:v>3</c:v>
                </c:pt>
                <c:pt idx="47622">
                  <c:v>2</c:v>
                </c:pt>
                <c:pt idx="47623">
                  <c:v>2</c:v>
                </c:pt>
                <c:pt idx="47624">
                  <c:v>3</c:v>
                </c:pt>
                <c:pt idx="47625">
                  <c:v>3</c:v>
                </c:pt>
                <c:pt idx="47626">
                  <c:v>3</c:v>
                </c:pt>
                <c:pt idx="47627">
                  <c:v>2</c:v>
                </c:pt>
                <c:pt idx="47628">
                  <c:v>2</c:v>
                </c:pt>
                <c:pt idx="47629">
                  <c:v>1</c:v>
                </c:pt>
                <c:pt idx="47630">
                  <c:v>2</c:v>
                </c:pt>
                <c:pt idx="47631">
                  <c:v>4</c:v>
                </c:pt>
                <c:pt idx="47632">
                  <c:v>2</c:v>
                </c:pt>
                <c:pt idx="47633">
                  <c:v>2</c:v>
                </c:pt>
                <c:pt idx="47634">
                  <c:v>2</c:v>
                </c:pt>
                <c:pt idx="47635">
                  <c:v>2</c:v>
                </c:pt>
                <c:pt idx="47636">
                  <c:v>3</c:v>
                </c:pt>
                <c:pt idx="47637">
                  <c:v>3</c:v>
                </c:pt>
                <c:pt idx="47638">
                  <c:v>2</c:v>
                </c:pt>
                <c:pt idx="47639">
                  <c:v>3</c:v>
                </c:pt>
                <c:pt idx="47640">
                  <c:v>1</c:v>
                </c:pt>
                <c:pt idx="47641">
                  <c:v>1</c:v>
                </c:pt>
                <c:pt idx="47642">
                  <c:v>2</c:v>
                </c:pt>
                <c:pt idx="47643">
                  <c:v>1</c:v>
                </c:pt>
                <c:pt idx="47644">
                  <c:v>1</c:v>
                </c:pt>
                <c:pt idx="47645">
                  <c:v>2</c:v>
                </c:pt>
                <c:pt idx="47646">
                  <c:v>1</c:v>
                </c:pt>
                <c:pt idx="47647">
                  <c:v>4</c:v>
                </c:pt>
                <c:pt idx="47648">
                  <c:v>5</c:v>
                </c:pt>
                <c:pt idx="47649">
                  <c:v>4</c:v>
                </c:pt>
                <c:pt idx="47650">
                  <c:v>2</c:v>
                </c:pt>
                <c:pt idx="47651">
                  <c:v>2</c:v>
                </c:pt>
                <c:pt idx="47652">
                  <c:v>1</c:v>
                </c:pt>
                <c:pt idx="47653">
                  <c:v>2</c:v>
                </c:pt>
                <c:pt idx="47654">
                  <c:v>2</c:v>
                </c:pt>
                <c:pt idx="47655">
                  <c:v>2</c:v>
                </c:pt>
                <c:pt idx="47656">
                  <c:v>4</c:v>
                </c:pt>
                <c:pt idx="47657">
                  <c:v>1</c:v>
                </c:pt>
                <c:pt idx="47658">
                  <c:v>1</c:v>
                </c:pt>
                <c:pt idx="47659">
                  <c:v>1</c:v>
                </c:pt>
                <c:pt idx="47660">
                  <c:v>2</c:v>
                </c:pt>
                <c:pt idx="47661">
                  <c:v>1</c:v>
                </c:pt>
                <c:pt idx="47662">
                  <c:v>1</c:v>
                </c:pt>
                <c:pt idx="47663">
                  <c:v>3</c:v>
                </c:pt>
                <c:pt idx="47664">
                  <c:v>1</c:v>
                </c:pt>
                <c:pt idx="47665">
                  <c:v>2</c:v>
                </c:pt>
                <c:pt idx="47666">
                  <c:v>1</c:v>
                </c:pt>
                <c:pt idx="47667">
                  <c:v>2</c:v>
                </c:pt>
                <c:pt idx="47668">
                  <c:v>2</c:v>
                </c:pt>
                <c:pt idx="47669">
                  <c:v>2</c:v>
                </c:pt>
                <c:pt idx="47670">
                  <c:v>2</c:v>
                </c:pt>
                <c:pt idx="47671">
                  <c:v>1</c:v>
                </c:pt>
                <c:pt idx="47672">
                  <c:v>2</c:v>
                </c:pt>
                <c:pt idx="47673">
                  <c:v>1</c:v>
                </c:pt>
                <c:pt idx="47674">
                  <c:v>1</c:v>
                </c:pt>
                <c:pt idx="47675">
                  <c:v>1</c:v>
                </c:pt>
                <c:pt idx="47676">
                  <c:v>1</c:v>
                </c:pt>
                <c:pt idx="47677">
                  <c:v>1</c:v>
                </c:pt>
                <c:pt idx="47678">
                  <c:v>1</c:v>
                </c:pt>
                <c:pt idx="47679">
                  <c:v>1</c:v>
                </c:pt>
                <c:pt idx="47680">
                  <c:v>1</c:v>
                </c:pt>
                <c:pt idx="47681">
                  <c:v>1</c:v>
                </c:pt>
                <c:pt idx="47682">
                  <c:v>1</c:v>
                </c:pt>
                <c:pt idx="47683">
                  <c:v>1</c:v>
                </c:pt>
                <c:pt idx="47684">
                  <c:v>2</c:v>
                </c:pt>
                <c:pt idx="47685">
                  <c:v>1</c:v>
                </c:pt>
                <c:pt idx="47686">
                  <c:v>1</c:v>
                </c:pt>
                <c:pt idx="47687">
                  <c:v>2</c:v>
                </c:pt>
                <c:pt idx="47688">
                  <c:v>3</c:v>
                </c:pt>
                <c:pt idx="47689">
                  <c:v>3</c:v>
                </c:pt>
                <c:pt idx="47690">
                  <c:v>3</c:v>
                </c:pt>
                <c:pt idx="47691">
                  <c:v>1</c:v>
                </c:pt>
                <c:pt idx="47692">
                  <c:v>3</c:v>
                </c:pt>
                <c:pt idx="47693">
                  <c:v>1</c:v>
                </c:pt>
                <c:pt idx="47694">
                  <c:v>1</c:v>
                </c:pt>
                <c:pt idx="47695">
                  <c:v>2</c:v>
                </c:pt>
                <c:pt idx="47696">
                  <c:v>1</c:v>
                </c:pt>
                <c:pt idx="47697">
                  <c:v>1</c:v>
                </c:pt>
                <c:pt idx="47698">
                  <c:v>2</c:v>
                </c:pt>
                <c:pt idx="47699">
                  <c:v>3</c:v>
                </c:pt>
                <c:pt idx="47700">
                  <c:v>3</c:v>
                </c:pt>
                <c:pt idx="47701">
                  <c:v>3</c:v>
                </c:pt>
                <c:pt idx="47702">
                  <c:v>3</c:v>
                </c:pt>
                <c:pt idx="47703">
                  <c:v>1</c:v>
                </c:pt>
                <c:pt idx="47704">
                  <c:v>3</c:v>
                </c:pt>
                <c:pt idx="47705">
                  <c:v>3</c:v>
                </c:pt>
                <c:pt idx="47706">
                  <c:v>3</c:v>
                </c:pt>
                <c:pt idx="47707">
                  <c:v>3</c:v>
                </c:pt>
                <c:pt idx="47708">
                  <c:v>3</c:v>
                </c:pt>
                <c:pt idx="47709">
                  <c:v>1</c:v>
                </c:pt>
                <c:pt idx="47710">
                  <c:v>2</c:v>
                </c:pt>
                <c:pt idx="47711">
                  <c:v>1</c:v>
                </c:pt>
                <c:pt idx="47712">
                  <c:v>1</c:v>
                </c:pt>
                <c:pt idx="47713">
                  <c:v>1</c:v>
                </c:pt>
                <c:pt idx="47714">
                  <c:v>2</c:v>
                </c:pt>
                <c:pt idx="47715">
                  <c:v>1</c:v>
                </c:pt>
                <c:pt idx="47716">
                  <c:v>2</c:v>
                </c:pt>
                <c:pt idx="47717">
                  <c:v>2</c:v>
                </c:pt>
                <c:pt idx="47718">
                  <c:v>3</c:v>
                </c:pt>
                <c:pt idx="47719">
                  <c:v>2</c:v>
                </c:pt>
                <c:pt idx="47720">
                  <c:v>2</c:v>
                </c:pt>
                <c:pt idx="47721">
                  <c:v>2</c:v>
                </c:pt>
                <c:pt idx="47722">
                  <c:v>2</c:v>
                </c:pt>
                <c:pt idx="47723">
                  <c:v>2</c:v>
                </c:pt>
                <c:pt idx="47724">
                  <c:v>3</c:v>
                </c:pt>
                <c:pt idx="47725">
                  <c:v>2</c:v>
                </c:pt>
                <c:pt idx="47726">
                  <c:v>2</c:v>
                </c:pt>
                <c:pt idx="47727">
                  <c:v>2</c:v>
                </c:pt>
                <c:pt idx="47728">
                  <c:v>2</c:v>
                </c:pt>
                <c:pt idx="47729">
                  <c:v>2</c:v>
                </c:pt>
                <c:pt idx="47730">
                  <c:v>2</c:v>
                </c:pt>
                <c:pt idx="47731">
                  <c:v>2</c:v>
                </c:pt>
                <c:pt idx="47732">
                  <c:v>2</c:v>
                </c:pt>
                <c:pt idx="47733">
                  <c:v>2</c:v>
                </c:pt>
                <c:pt idx="47734">
                  <c:v>2</c:v>
                </c:pt>
                <c:pt idx="47735">
                  <c:v>2</c:v>
                </c:pt>
                <c:pt idx="47736">
                  <c:v>5</c:v>
                </c:pt>
                <c:pt idx="47737">
                  <c:v>2</c:v>
                </c:pt>
                <c:pt idx="47738">
                  <c:v>1</c:v>
                </c:pt>
                <c:pt idx="47739">
                  <c:v>2</c:v>
                </c:pt>
                <c:pt idx="47740">
                  <c:v>2</c:v>
                </c:pt>
                <c:pt idx="47741">
                  <c:v>2</c:v>
                </c:pt>
                <c:pt idx="47742">
                  <c:v>1</c:v>
                </c:pt>
                <c:pt idx="47743">
                  <c:v>1</c:v>
                </c:pt>
                <c:pt idx="47744">
                  <c:v>1</c:v>
                </c:pt>
                <c:pt idx="47745">
                  <c:v>1</c:v>
                </c:pt>
                <c:pt idx="47746">
                  <c:v>2</c:v>
                </c:pt>
                <c:pt idx="47747">
                  <c:v>2</c:v>
                </c:pt>
                <c:pt idx="47748">
                  <c:v>1</c:v>
                </c:pt>
                <c:pt idx="47749">
                  <c:v>1</c:v>
                </c:pt>
                <c:pt idx="47750">
                  <c:v>1</c:v>
                </c:pt>
                <c:pt idx="47751">
                  <c:v>1</c:v>
                </c:pt>
                <c:pt idx="47752">
                  <c:v>1</c:v>
                </c:pt>
                <c:pt idx="47753">
                  <c:v>1</c:v>
                </c:pt>
                <c:pt idx="47754">
                  <c:v>1</c:v>
                </c:pt>
                <c:pt idx="47755">
                  <c:v>1</c:v>
                </c:pt>
                <c:pt idx="47756">
                  <c:v>1</c:v>
                </c:pt>
                <c:pt idx="47757">
                  <c:v>1</c:v>
                </c:pt>
                <c:pt idx="47758">
                  <c:v>2</c:v>
                </c:pt>
                <c:pt idx="47759">
                  <c:v>1</c:v>
                </c:pt>
                <c:pt idx="47760">
                  <c:v>1</c:v>
                </c:pt>
                <c:pt idx="47761">
                  <c:v>1</c:v>
                </c:pt>
                <c:pt idx="47762">
                  <c:v>1</c:v>
                </c:pt>
                <c:pt idx="47763">
                  <c:v>2</c:v>
                </c:pt>
                <c:pt idx="47764">
                  <c:v>2</c:v>
                </c:pt>
                <c:pt idx="47765">
                  <c:v>5</c:v>
                </c:pt>
                <c:pt idx="47766">
                  <c:v>1</c:v>
                </c:pt>
                <c:pt idx="47767">
                  <c:v>2</c:v>
                </c:pt>
                <c:pt idx="47768">
                  <c:v>2</c:v>
                </c:pt>
                <c:pt idx="47769">
                  <c:v>2</c:v>
                </c:pt>
                <c:pt idx="47770">
                  <c:v>2</c:v>
                </c:pt>
                <c:pt idx="47771">
                  <c:v>2</c:v>
                </c:pt>
                <c:pt idx="47772">
                  <c:v>4</c:v>
                </c:pt>
                <c:pt idx="47773">
                  <c:v>2</c:v>
                </c:pt>
                <c:pt idx="47774">
                  <c:v>2</c:v>
                </c:pt>
                <c:pt idx="47775">
                  <c:v>2</c:v>
                </c:pt>
                <c:pt idx="47776">
                  <c:v>3</c:v>
                </c:pt>
                <c:pt idx="47777">
                  <c:v>1</c:v>
                </c:pt>
                <c:pt idx="47778">
                  <c:v>1</c:v>
                </c:pt>
                <c:pt idx="47779">
                  <c:v>2</c:v>
                </c:pt>
                <c:pt idx="47780">
                  <c:v>2</c:v>
                </c:pt>
                <c:pt idx="47781">
                  <c:v>1</c:v>
                </c:pt>
                <c:pt idx="47782">
                  <c:v>1</c:v>
                </c:pt>
                <c:pt idx="47783">
                  <c:v>2</c:v>
                </c:pt>
                <c:pt idx="47784">
                  <c:v>2</c:v>
                </c:pt>
                <c:pt idx="47785">
                  <c:v>2</c:v>
                </c:pt>
                <c:pt idx="47786">
                  <c:v>2</c:v>
                </c:pt>
                <c:pt idx="47787">
                  <c:v>2</c:v>
                </c:pt>
                <c:pt idx="47788">
                  <c:v>1</c:v>
                </c:pt>
                <c:pt idx="47789">
                  <c:v>2</c:v>
                </c:pt>
                <c:pt idx="47790">
                  <c:v>1</c:v>
                </c:pt>
                <c:pt idx="47791">
                  <c:v>2</c:v>
                </c:pt>
                <c:pt idx="47792">
                  <c:v>1</c:v>
                </c:pt>
                <c:pt idx="47793">
                  <c:v>2</c:v>
                </c:pt>
                <c:pt idx="47794">
                  <c:v>1</c:v>
                </c:pt>
                <c:pt idx="47795">
                  <c:v>2</c:v>
                </c:pt>
                <c:pt idx="47796">
                  <c:v>2</c:v>
                </c:pt>
                <c:pt idx="47797">
                  <c:v>1</c:v>
                </c:pt>
                <c:pt idx="47798">
                  <c:v>1</c:v>
                </c:pt>
                <c:pt idx="47799">
                  <c:v>2</c:v>
                </c:pt>
                <c:pt idx="47800">
                  <c:v>1</c:v>
                </c:pt>
                <c:pt idx="47801">
                  <c:v>2</c:v>
                </c:pt>
                <c:pt idx="47802">
                  <c:v>2</c:v>
                </c:pt>
                <c:pt idx="47803">
                  <c:v>2</c:v>
                </c:pt>
                <c:pt idx="47804">
                  <c:v>1</c:v>
                </c:pt>
                <c:pt idx="47805">
                  <c:v>1</c:v>
                </c:pt>
                <c:pt idx="47806">
                  <c:v>2</c:v>
                </c:pt>
                <c:pt idx="47807">
                  <c:v>1</c:v>
                </c:pt>
                <c:pt idx="47808">
                  <c:v>2</c:v>
                </c:pt>
                <c:pt idx="47809">
                  <c:v>3</c:v>
                </c:pt>
                <c:pt idx="47810">
                  <c:v>2</c:v>
                </c:pt>
                <c:pt idx="47811">
                  <c:v>2</c:v>
                </c:pt>
                <c:pt idx="47812">
                  <c:v>3</c:v>
                </c:pt>
                <c:pt idx="47813">
                  <c:v>1</c:v>
                </c:pt>
                <c:pt idx="47814">
                  <c:v>1</c:v>
                </c:pt>
                <c:pt idx="47815">
                  <c:v>2</c:v>
                </c:pt>
                <c:pt idx="47816">
                  <c:v>2</c:v>
                </c:pt>
                <c:pt idx="47817">
                  <c:v>2</c:v>
                </c:pt>
                <c:pt idx="47818">
                  <c:v>2</c:v>
                </c:pt>
                <c:pt idx="47819">
                  <c:v>1</c:v>
                </c:pt>
                <c:pt idx="47820">
                  <c:v>1</c:v>
                </c:pt>
                <c:pt idx="47821">
                  <c:v>1</c:v>
                </c:pt>
                <c:pt idx="47822">
                  <c:v>1</c:v>
                </c:pt>
                <c:pt idx="47823">
                  <c:v>1</c:v>
                </c:pt>
                <c:pt idx="47824">
                  <c:v>1</c:v>
                </c:pt>
                <c:pt idx="47825">
                  <c:v>3</c:v>
                </c:pt>
                <c:pt idx="47826">
                  <c:v>5</c:v>
                </c:pt>
                <c:pt idx="47827">
                  <c:v>5</c:v>
                </c:pt>
                <c:pt idx="47828">
                  <c:v>6</c:v>
                </c:pt>
                <c:pt idx="47829">
                  <c:v>3</c:v>
                </c:pt>
                <c:pt idx="47830">
                  <c:v>7</c:v>
                </c:pt>
                <c:pt idx="47831">
                  <c:v>6</c:v>
                </c:pt>
                <c:pt idx="47832">
                  <c:v>8</c:v>
                </c:pt>
                <c:pt idx="47833">
                  <c:v>3</c:v>
                </c:pt>
                <c:pt idx="47834">
                  <c:v>5</c:v>
                </c:pt>
                <c:pt idx="47835">
                  <c:v>4</c:v>
                </c:pt>
                <c:pt idx="47836">
                  <c:v>1</c:v>
                </c:pt>
                <c:pt idx="47837">
                  <c:v>1</c:v>
                </c:pt>
                <c:pt idx="47838">
                  <c:v>1</c:v>
                </c:pt>
                <c:pt idx="47839">
                  <c:v>1</c:v>
                </c:pt>
                <c:pt idx="47840">
                  <c:v>3</c:v>
                </c:pt>
                <c:pt idx="47841">
                  <c:v>3</c:v>
                </c:pt>
                <c:pt idx="47842">
                  <c:v>2</c:v>
                </c:pt>
                <c:pt idx="47843">
                  <c:v>4</c:v>
                </c:pt>
                <c:pt idx="47844">
                  <c:v>3</c:v>
                </c:pt>
                <c:pt idx="47845">
                  <c:v>3</c:v>
                </c:pt>
                <c:pt idx="47846">
                  <c:v>4</c:v>
                </c:pt>
                <c:pt idx="47847">
                  <c:v>4</c:v>
                </c:pt>
                <c:pt idx="47848">
                  <c:v>4</c:v>
                </c:pt>
                <c:pt idx="47849">
                  <c:v>3</c:v>
                </c:pt>
                <c:pt idx="47850">
                  <c:v>2</c:v>
                </c:pt>
                <c:pt idx="47851">
                  <c:v>3</c:v>
                </c:pt>
                <c:pt idx="47852">
                  <c:v>3</c:v>
                </c:pt>
                <c:pt idx="47853">
                  <c:v>3</c:v>
                </c:pt>
                <c:pt idx="47854">
                  <c:v>4</c:v>
                </c:pt>
                <c:pt idx="47855">
                  <c:v>3</c:v>
                </c:pt>
                <c:pt idx="47856">
                  <c:v>4</c:v>
                </c:pt>
                <c:pt idx="47857">
                  <c:v>2</c:v>
                </c:pt>
                <c:pt idx="47858">
                  <c:v>2</c:v>
                </c:pt>
                <c:pt idx="47859">
                  <c:v>2</c:v>
                </c:pt>
                <c:pt idx="47860">
                  <c:v>2</c:v>
                </c:pt>
                <c:pt idx="47861">
                  <c:v>-5</c:v>
                </c:pt>
                <c:pt idx="47862">
                  <c:v>2</c:v>
                </c:pt>
                <c:pt idx="47863">
                  <c:v>5</c:v>
                </c:pt>
                <c:pt idx="47864">
                  <c:v>2</c:v>
                </c:pt>
                <c:pt idx="47865">
                  <c:v>2</c:v>
                </c:pt>
                <c:pt idx="47866">
                  <c:v>2</c:v>
                </c:pt>
                <c:pt idx="47867">
                  <c:v>3</c:v>
                </c:pt>
                <c:pt idx="47868">
                  <c:v>1</c:v>
                </c:pt>
                <c:pt idx="47869">
                  <c:v>1</c:v>
                </c:pt>
                <c:pt idx="47870">
                  <c:v>3</c:v>
                </c:pt>
                <c:pt idx="47871">
                  <c:v>2</c:v>
                </c:pt>
                <c:pt idx="47872">
                  <c:v>2</c:v>
                </c:pt>
                <c:pt idx="47873">
                  <c:v>1</c:v>
                </c:pt>
                <c:pt idx="47874">
                  <c:v>2</c:v>
                </c:pt>
                <c:pt idx="47875">
                  <c:v>1</c:v>
                </c:pt>
                <c:pt idx="47876">
                  <c:v>1</c:v>
                </c:pt>
                <c:pt idx="47877">
                  <c:v>5</c:v>
                </c:pt>
                <c:pt idx="47878">
                  <c:v>1</c:v>
                </c:pt>
                <c:pt idx="47879">
                  <c:v>1</c:v>
                </c:pt>
                <c:pt idx="47880">
                  <c:v>-2</c:v>
                </c:pt>
                <c:pt idx="47881">
                  <c:v>1</c:v>
                </c:pt>
                <c:pt idx="47882">
                  <c:v>1</c:v>
                </c:pt>
                <c:pt idx="47883">
                  <c:v>2</c:v>
                </c:pt>
                <c:pt idx="47884">
                  <c:v>1</c:v>
                </c:pt>
                <c:pt idx="47885">
                  <c:v>1</c:v>
                </c:pt>
                <c:pt idx="47886">
                  <c:v>1</c:v>
                </c:pt>
                <c:pt idx="47887">
                  <c:v>1</c:v>
                </c:pt>
                <c:pt idx="47888">
                  <c:v>1</c:v>
                </c:pt>
                <c:pt idx="47889">
                  <c:v>2</c:v>
                </c:pt>
                <c:pt idx="47890">
                  <c:v>2</c:v>
                </c:pt>
                <c:pt idx="47891">
                  <c:v>2</c:v>
                </c:pt>
                <c:pt idx="47892">
                  <c:v>2</c:v>
                </c:pt>
                <c:pt idx="47893">
                  <c:v>3</c:v>
                </c:pt>
                <c:pt idx="47894">
                  <c:v>1</c:v>
                </c:pt>
                <c:pt idx="47895">
                  <c:v>1</c:v>
                </c:pt>
                <c:pt idx="47896">
                  <c:v>5</c:v>
                </c:pt>
                <c:pt idx="47897">
                  <c:v>3</c:v>
                </c:pt>
                <c:pt idx="47898">
                  <c:v>4</c:v>
                </c:pt>
                <c:pt idx="47899">
                  <c:v>3</c:v>
                </c:pt>
                <c:pt idx="47900">
                  <c:v>3</c:v>
                </c:pt>
                <c:pt idx="47901">
                  <c:v>1</c:v>
                </c:pt>
                <c:pt idx="47902">
                  <c:v>2</c:v>
                </c:pt>
                <c:pt idx="47903">
                  <c:v>1</c:v>
                </c:pt>
                <c:pt idx="47904">
                  <c:v>1</c:v>
                </c:pt>
                <c:pt idx="47905">
                  <c:v>2</c:v>
                </c:pt>
                <c:pt idx="47906">
                  <c:v>2</c:v>
                </c:pt>
                <c:pt idx="47907">
                  <c:v>2</c:v>
                </c:pt>
                <c:pt idx="47908">
                  <c:v>1</c:v>
                </c:pt>
                <c:pt idx="47909">
                  <c:v>1</c:v>
                </c:pt>
                <c:pt idx="47910">
                  <c:v>2</c:v>
                </c:pt>
                <c:pt idx="47911">
                  <c:v>1</c:v>
                </c:pt>
                <c:pt idx="47912">
                  <c:v>1</c:v>
                </c:pt>
                <c:pt idx="47913">
                  <c:v>2</c:v>
                </c:pt>
                <c:pt idx="47914">
                  <c:v>3</c:v>
                </c:pt>
                <c:pt idx="47915">
                  <c:v>2</c:v>
                </c:pt>
                <c:pt idx="47916">
                  <c:v>2</c:v>
                </c:pt>
                <c:pt idx="47917">
                  <c:v>2</c:v>
                </c:pt>
                <c:pt idx="47918">
                  <c:v>2</c:v>
                </c:pt>
                <c:pt idx="47919">
                  <c:v>1</c:v>
                </c:pt>
                <c:pt idx="47920">
                  <c:v>2</c:v>
                </c:pt>
                <c:pt idx="47921">
                  <c:v>2</c:v>
                </c:pt>
                <c:pt idx="47922">
                  <c:v>2</c:v>
                </c:pt>
                <c:pt idx="47923">
                  <c:v>2</c:v>
                </c:pt>
                <c:pt idx="47924">
                  <c:v>2</c:v>
                </c:pt>
                <c:pt idx="47925">
                  <c:v>1</c:v>
                </c:pt>
                <c:pt idx="47926">
                  <c:v>2</c:v>
                </c:pt>
                <c:pt idx="47927">
                  <c:v>1</c:v>
                </c:pt>
                <c:pt idx="47928">
                  <c:v>2</c:v>
                </c:pt>
                <c:pt idx="47929">
                  <c:v>2</c:v>
                </c:pt>
                <c:pt idx="47930">
                  <c:v>2</c:v>
                </c:pt>
                <c:pt idx="47931">
                  <c:v>1</c:v>
                </c:pt>
                <c:pt idx="47932">
                  <c:v>2</c:v>
                </c:pt>
                <c:pt idx="47933">
                  <c:v>2</c:v>
                </c:pt>
                <c:pt idx="47934">
                  <c:v>2</c:v>
                </c:pt>
                <c:pt idx="47935">
                  <c:v>1</c:v>
                </c:pt>
                <c:pt idx="47936">
                  <c:v>1</c:v>
                </c:pt>
                <c:pt idx="47937">
                  <c:v>1</c:v>
                </c:pt>
                <c:pt idx="47938">
                  <c:v>1</c:v>
                </c:pt>
                <c:pt idx="47939">
                  <c:v>1</c:v>
                </c:pt>
                <c:pt idx="47940">
                  <c:v>2</c:v>
                </c:pt>
                <c:pt idx="47941">
                  <c:v>2</c:v>
                </c:pt>
                <c:pt idx="47942">
                  <c:v>4</c:v>
                </c:pt>
                <c:pt idx="47943">
                  <c:v>4</c:v>
                </c:pt>
                <c:pt idx="47944">
                  <c:v>3</c:v>
                </c:pt>
                <c:pt idx="47945">
                  <c:v>2</c:v>
                </c:pt>
                <c:pt idx="47946">
                  <c:v>2</c:v>
                </c:pt>
                <c:pt idx="47947">
                  <c:v>2</c:v>
                </c:pt>
                <c:pt idx="47948">
                  <c:v>2</c:v>
                </c:pt>
                <c:pt idx="47949">
                  <c:v>4</c:v>
                </c:pt>
                <c:pt idx="47950">
                  <c:v>2</c:v>
                </c:pt>
                <c:pt idx="47951">
                  <c:v>2</c:v>
                </c:pt>
                <c:pt idx="47952">
                  <c:v>2</c:v>
                </c:pt>
                <c:pt idx="47953">
                  <c:v>2</c:v>
                </c:pt>
                <c:pt idx="47954">
                  <c:v>2</c:v>
                </c:pt>
                <c:pt idx="47955">
                  <c:v>2</c:v>
                </c:pt>
                <c:pt idx="47956">
                  <c:v>2</c:v>
                </c:pt>
                <c:pt idx="47957">
                  <c:v>4</c:v>
                </c:pt>
                <c:pt idx="47958">
                  <c:v>2</c:v>
                </c:pt>
                <c:pt idx="47959">
                  <c:v>4</c:v>
                </c:pt>
                <c:pt idx="47960">
                  <c:v>4</c:v>
                </c:pt>
                <c:pt idx="47961">
                  <c:v>2</c:v>
                </c:pt>
                <c:pt idx="47962">
                  <c:v>2</c:v>
                </c:pt>
                <c:pt idx="47963">
                  <c:v>1</c:v>
                </c:pt>
                <c:pt idx="47964">
                  <c:v>1</c:v>
                </c:pt>
                <c:pt idx="47965">
                  <c:v>2</c:v>
                </c:pt>
                <c:pt idx="47966">
                  <c:v>1</c:v>
                </c:pt>
                <c:pt idx="47967">
                  <c:v>1</c:v>
                </c:pt>
                <c:pt idx="47968">
                  <c:v>1</c:v>
                </c:pt>
                <c:pt idx="47969">
                  <c:v>2</c:v>
                </c:pt>
                <c:pt idx="47970">
                  <c:v>2</c:v>
                </c:pt>
                <c:pt idx="47971">
                  <c:v>1</c:v>
                </c:pt>
                <c:pt idx="47972">
                  <c:v>1</c:v>
                </c:pt>
                <c:pt idx="47973">
                  <c:v>1</c:v>
                </c:pt>
                <c:pt idx="47974">
                  <c:v>1</c:v>
                </c:pt>
                <c:pt idx="47975">
                  <c:v>3</c:v>
                </c:pt>
                <c:pt idx="47976">
                  <c:v>1</c:v>
                </c:pt>
                <c:pt idx="47977">
                  <c:v>3</c:v>
                </c:pt>
                <c:pt idx="47978">
                  <c:v>2</c:v>
                </c:pt>
                <c:pt idx="47979">
                  <c:v>6</c:v>
                </c:pt>
                <c:pt idx="47980">
                  <c:v>5</c:v>
                </c:pt>
                <c:pt idx="47981">
                  <c:v>4</c:v>
                </c:pt>
                <c:pt idx="47982">
                  <c:v>4</c:v>
                </c:pt>
                <c:pt idx="47983">
                  <c:v>3</c:v>
                </c:pt>
                <c:pt idx="47984">
                  <c:v>4</c:v>
                </c:pt>
                <c:pt idx="47985">
                  <c:v>1</c:v>
                </c:pt>
                <c:pt idx="47986">
                  <c:v>5</c:v>
                </c:pt>
                <c:pt idx="47987">
                  <c:v>1</c:v>
                </c:pt>
                <c:pt idx="47988">
                  <c:v>7</c:v>
                </c:pt>
                <c:pt idx="47989">
                  <c:v>2</c:v>
                </c:pt>
                <c:pt idx="47990">
                  <c:v>3</c:v>
                </c:pt>
                <c:pt idx="47991">
                  <c:v>1</c:v>
                </c:pt>
                <c:pt idx="47992">
                  <c:v>1</c:v>
                </c:pt>
                <c:pt idx="47993">
                  <c:v>1</c:v>
                </c:pt>
                <c:pt idx="47994">
                  <c:v>2</c:v>
                </c:pt>
                <c:pt idx="47995">
                  <c:v>2</c:v>
                </c:pt>
                <c:pt idx="47996">
                  <c:v>2</c:v>
                </c:pt>
                <c:pt idx="47997">
                  <c:v>3</c:v>
                </c:pt>
                <c:pt idx="47998">
                  <c:v>3</c:v>
                </c:pt>
                <c:pt idx="47999">
                  <c:v>2</c:v>
                </c:pt>
                <c:pt idx="48000">
                  <c:v>1</c:v>
                </c:pt>
                <c:pt idx="48001">
                  <c:v>1</c:v>
                </c:pt>
                <c:pt idx="48002">
                  <c:v>3</c:v>
                </c:pt>
                <c:pt idx="48003">
                  <c:v>3</c:v>
                </c:pt>
                <c:pt idx="48004">
                  <c:v>4</c:v>
                </c:pt>
                <c:pt idx="48005">
                  <c:v>3</c:v>
                </c:pt>
                <c:pt idx="48006">
                  <c:v>3</c:v>
                </c:pt>
                <c:pt idx="48007">
                  <c:v>4</c:v>
                </c:pt>
                <c:pt idx="48008">
                  <c:v>4</c:v>
                </c:pt>
                <c:pt idx="48009">
                  <c:v>4</c:v>
                </c:pt>
                <c:pt idx="48010">
                  <c:v>2</c:v>
                </c:pt>
                <c:pt idx="48011">
                  <c:v>5</c:v>
                </c:pt>
                <c:pt idx="48012">
                  <c:v>4</c:v>
                </c:pt>
                <c:pt idx="48013">
                  <c:v>3</c:v>
                </c:pt>
                <c:pt idx="48014">
                  <c:v>2</c:v>
                </c:pt>
                <c:pt idx="48015">
                  <c:v>5</c:v>
                </c:pt>
                <c:pt idx="48016">
                  <c:v>3</c:v>
                </c:pt>
                <c:pt idx="48017">
                  <c:v>4</c:v>
                </c:pt>
                <c:pt idx="48018">
                  <c:v>3</c:v>
                </c:pt>
                <c:pt idx="48019">
                  <c:v>4</c:v>
                </c:pt>
                <c:pt idx="48020">
                  <c:v>4</c:v>
                </c:pt>
                <c:pt idx="48021">
                  <c:v>1</c:v>
                </c:pt>
                <c:pt idx="48022">
                  <c:v>1</c:v>
                </c:pt>
                <c:pt idx="48023">
                  <c:v>6</c:v>
                </c:pt>
                <c:pt idx="48024">
                  <c:v>1</c:v>
                </c:pt>
                <c:pt idx="48025">
                  <c:v>1</c:v>
                </c:pt>
                <c:pt idx="48026">
                  <c:v>1</c:v>
                </c:pt>
                <c:pt idx="48027">
                  <c:v>4</c:v>
                </c:pt>
                <c:pt idx="48028">
                  <c:v>2</c:v>
                </c:pt>
                <c:pt idx="48029">
                  <c:v>2</c:v>
                </c:pt>
                <c:pt idx="48030">
                  <c:v>2</c:v>
                </c:pt>
                <c:pt idx="48031">
                  <c:v>2</c:v>
                </c:pt>
                <c:pt idx="48032">
                  <c:v>3</c:v>
                </c:pt>
                <c:pt idx="48033">
                  <c:v>5</c:v>
                </c:pt>
                <c:pt idx="48034">
                  <c:v>1</c:v>
                </c:pt>
                <c:pt idx="48035">
                  <c:v>1</c:v>
                </c:pt>
                <c:pt idx="48036">
                  <c:v>2</c:v>
                </c:pt>
                <c:pt idx="48037">
                  <c:v>1</c:v>
                </c:pt>
                <c:pt idx="48038">
                  <c:v>1</c:v>
                </c:pt>
                <c:pt idx="48039">
                  <c:v>1</c:v>
                </c:pt>
                <c:pt idx="48040">
                  <c:v>4</c:v>
                </c:pt>
                <c:pt idx="48041">
                  <c:v>2</c:v>
                </c:pt>
                <c:pt idx="48042">
                  <c:v>2</c:v>
                </c:pt>
                <c:pt idx="48043">
                  <c:v>2</c:v>
                </c:pt>
                <c:pt idx="48044">
                  <c:v>5</c:v>
                </c:pt>
                <c:pt idx="48045">
                  <c:v>-2</c:v>
                </c:pt>
                <c:pt idx="48046">
                  <c:v>2</c:v>
                </c:pt>
                <c:pt idx="48047">
                  <c:v>5</c:v>
                </c:pt>
                <c:pt idx="48048">
                  <c:v>1</c:v>
                </c:pt>
                <c:pt idx="48049">
                  <c:v>1</c:v>
                </c:pt>
                <c:pt idx="48050">
                  <c:v>1</c:v>
                </c:pt>
                <c:pt idx="48051">
                  <c:v>1</c:v>
                </c:pt>
                <c:pt idx="48052">
                  <c:v>1</c:v>
                </c:pt>
                <c:pt idx="48053">
                  <c:v>1</c:v>
                </c:pt>
                <c:pt idx="48054">
                  <c:v>1</c:v>
                </c:pt>
                <c:pt idx="48055">
                  <c:v>2</c:v>
                </c:pt>
                <c:pt idx="48056">
                  <c:v>3</c:v>
                </c:pt>
                <c:pt idx="48057">
                  <c:v>2</c:v>
                </c:pt>
                <c:pt idx="48058">
                  <c:v>4</c:v>
                </c:pt>
                <c:pt idx="48059">
                  <c:v>3</c:v>
                </c:pt>
                <c:pt idx="48060">
                  <c:v>2</c:v>
                </c:pt>
                <c:pt idx="48061">
                  <c:v>2</c:v>
                </c:pt>
                <c:pt idx="48062">
                  <c:v>2</c:v>
                </c:pt>
                <c:pt idx="48063">
                  <c:v>4</c:v>
                </c:pt>
                <c:pt idx="48064">
                  <c:v>2</c:v>
                </c:pt>
                <c:pt idx="48065">
                  <c:v>2</c:v>
                </c:pt>
                <c:pt idx="48066">
                  <c:v>3</c:v>
                </c:pt>
                <c:pt idx="48067">
                  <c:v>3</c:v>
                </c:pt>
                <c:pt idx="48068">
                  <c:v>1</c:v>
                </c:pt>
                <c:pt idx="48069">
                  <c:v>1</c:v>
                </c:pt>
                <c:pt idx="48070">
                  <c:v>1</c:v>
                </c:pt>
                <c:pt idx="48071">
                  <c:v>1</c:v>
                </c:pt>
                <c:pt idx="48072">
                  <c:v>3</c:v>
                </c:pt>
                <c:pt idx="48073">
                  <c:v>3</c:v>
                </c:pt>
                <c:pt idx="48074">
                  <c:v>3</c:v>
                </c:pt>
                <c:pt idx="48075">
                  <c:v>3</c:v>
                </c:pt>
                <c:pt idx="48076">
                  <c:v>3</c:v>
                </c:pt>
                <c:pt idx="48077">
                  <c:v>3</c:v>
                </c:pt>
                <c:pt idx="48078">
                  <c:v>1</c:v>
                </c:pt>
                <c:pt idx="48079">
                  <c:v>1</c:v>
                </c:pt>
                <c:pt idx="48080">
                  <c:v>6</c:v>
                </c:pt>
                <c:pt idx="48081">
                  <c:v>10</c:v>
                </c:pt>
                <c:pt idx="48082">
                  <c:v>5</c:v>
                </c:pt>
                <c:pt idx="48083">
                  <c:v>6</c:v>
                </c:pt>
                <c:pt idx="48084">
                  <c:v>5</c:v>
                </c:pt>
                <c:pt idx="48085">
                  <c:v>1</c:v>
                </c:pt>
                <c:pt idx="48086">
                  <c:v>1</c:v>
                </c:pt>
                <c:pt idx="48087">
                  <c:v>1</c:v>
                </c:pt>
                <c:pt idx="48088">
                  <c:v>1</c:v>
                </c:pt>
                <c:pt idx="48089">
                  <c:v>1</c:v>
                </c:pt>
                <c:pt idx="48090">
                  <c:v>1</c:v>
                </c:pt>
                <c:pt idx="48091">
                  <c:v>1</c:v>
                </c:pt>
                <c:pt idx="48092">
                  <c:v>1</c:v>
                </c:pt>
                <c:pt idx="48093">
                  <c:v>2</c:v>
                </c:pt>
                <c:pt idx="48094">
                  <c:v>2</c:v>
                </c:pt>
                <c:pt idx="48095">
                  <c:v>1</c:v>
                </c:pt>
                <c:pt idx="48096">
                  <c:v>2</c:v>
                </c:pt>
                <c:pt idx="48097">
                  <c:v>2</c:v>
                </c:pt>
                <c:pt idx="48098">
                  <c:v>2</c:v>
                </c:pt>
                <c:pt idx="48099">
                  <c:v>1</c:v>
                </c:pt>
                <c:pt idx="48100">
                  <c:v>2</c:v>
                </c:pt>
                <c:pt idx="48101">
                  <c:v>2</c:v>
                </c:pt>
                <c:pt idx="48102">
                  <c:v>1</c:v>
                </c:pt>
                <c:pt idx="48103">
                  <c:v>2</c:v>
                </c:pt>
                <c:pt idx="48104">
                  <c:v>1</c:v>
                </c:pt>
                <c:pt idx="48105">
                  <c:v>1</c:v>
                </c:pt>
                <c:pt idx="48106">
                  <c:v>1</c:v>
                </c:pt>
                <c:pt idx="48107">
                  <c:v>1</c:v>
                </c:pt>
                <c:pt idx="48108">
                  <c:v>1</c:v>
                </c:pt>
                <c:pt idx="48109">
                  <c:v>1</c:v>
                </c:pt>
                <c:pt idx="48110">
                  <c:v>1</c:v>
                </c:pt>
                <c:pt idx="48111">
                  <c:v>2</c:v>
                </c:pt>
                <c:pt idx="48112">
                  <c:v>2</c:v>
                </c:pt>
                <c:pt idx="48113">
                  <c:v>1</c:v>
                </c:pt>
                <c:pt idx="48114">
                  <c:v>2</c:v>
                </c:pt>
                <c:pt idx="48115">
                  <c:v>2</c:v>
                </c:pt>
                <c:pt idx="48116">
                  <c:v>3</c:v>
                </c:pt>
                <c:pt idx="48117">
                  <c:v>4</c:v>
                </c:pt>
                <c:pt idx="48118">
                  <c:v>4</c:v>
                </c:pt>
                <c:pt idx="48119">
                  <c:v>4</c:v>
                </c:pt>
                <c:pt idx="48120">
                  <c:v>3</c:v>
                </c:pt>
                <c:pt idx="48121">
                  <c:v>2</c:v>
                </c:pt>
                <c:pt idx="48122">
                  <c:v>3</c:v>
                </c:pt>
                <c:pt idx="48123">
                  <c:v>5</c:v>
                </c:pt>
                <c:pt idx="48124">
                  <c:v>4</c:v>
                </c:pt>
                <c:pt idx="48125">
                  <c:v>3</c:v>
                </c:pt>
                <c:pt idx="48126">
                  <c:v>3</c:v>
                </c:pt>
                <c:pt idx="48127">
                  <c:v>1</c:v>
                </c:pt>
                <c:pt idx="48128">
                  <c:v>1</c:v>
                </c:pt>
                <c:pt idx="48129">
                  <c:v>1</c:v>
                </c:pt>
                <c:pt idx="48130">
                  <c:v>4</c:v>
                </c:pt>
                <c:pt idx="48131">
                  <c:v>8</c:v>
                </c:pt>
                <c:pt idx="48132">
                  <c:v>7</c:v>
                </c:pt>
                <c:pt idx="48133">
                  <c:v>5</c:v>
                </c:pt>
                <c:pt idx="48134">
                  <c:v>7</c:v>
                </c:pt>
                <c:pt idx="48135">
                  <c:v>4</c:v>
                </c:pt>
                <c:pt idx="48136">
                  <c:v>8</c:v>
                </c:pt>
                <c:pt idx="48137">
                  <c:v>-1</c:v>
                </c:pt>
                <c:pt idx="48138">
                  <c:v>7</c:v>
                </c:pt>
                <c:pt idx="48139">
                  <c:v>8</c:v>
                </c:pt>
                <c:pt idx="48140">
                  <c:v>6</c:v>
                </c:pt>
                <c:pt idx="48141">
                  <c:v>1</c:v>
                </c:pt>
                <c:pt idx="48142">
                  <c:v>2</c:v>
                </c:pt>
                <c:pt idx="48143">
                  <c:v>2</c:v>
                </c:pt>
                <c:pt idx="48144">
                  <c:v>4</c:v>
                </c:pt>
                <c:pt idx="48145">
                  <c:v>1</c:v>
                </c:pt>
                <c:pt idx="48146">
                  <c:v>1</c:v>
                </c:pt>
                <c:pt idx="48147">
                  <c:v>1</c:v>
                </c:pt>
                <c:pt idx="48148">
                  <c:v>3</c:v>
                </c:pt>
                <c:pt idx="48149">
                  <c:v>6</c:v>
                </c:pt>
                <c:pt idx="48150">
                  <c:v>8</c:v>
                </c:pt>
                <c:pt idx="48151">
                  <c:v>5</c:v>
                </c:pt>
                <c:pt idx="48152">
                  <c:v>1</c:v>
                </c:pt>
                <c:pt idx="48153">
                  <c:v>2</c:v>
                </c:pt>
                <c:pt idx="48154">
                  <c:v>2</c:v>
                </c:pt>
                <c:pt idx="48155">
                  <c:v>2</c:v>
                </c:pt>
                <c:pt idx="48156">
                  <c:v>2</c:v>
                </c:pt>
                <c:pt idx="48157">
                  <c:v>2</c:v>
                </c:pt>
                <c:pt idx="48158">
                  <c:v>2</c:v>
                </c:pt>
                <c:pt idx="48159">
                  <c:v>1</c:v>
                </c:pt>
                <c:pt idx="48160">
                  <c:v>1</c:v>
                </c:pt>
                <c:pt idx="48161">
                  <c:v>1</c:v>
                </c:pt>
                <c:pt idx="48162">
                  <c:v>1</c:v>
                </c:pt>
                <c:pt idx="48163">
                  <c:v>1</c:v>
                </c:pt>
                <c:pt idx="48164">
                  <c:v>1</c:v>
                </c:pt>
                <c:pt idx="48165">
                  <c:v>1</c:v>
                </c:pt>
                <c:pt idx="48166">
                  <c:v>1</c:v>
                </c:pt>
                <c:pt idx="48167">
                  <c:v>1</c:v>
                </c:pt>
                <c:pt idx="48168">
                  <c:v>1</c:v>
                </c:pt>
                <c:pt idx="48169">
                  <c:v>1</c:v>
                </c:pt>
                <c:pt idx="48170">
                  <c:v>1</c:v>
                </c:pt>
                <c:pt idx="48171">
                  <c:v>1</c:v>
                </c:pt>
                <c:pt idx="48172">
                  <c:v>1</c:v>
                </c:pt>
                <c:pt idx="48173">
                  <c:v>1</c:v>
                </c:pt>
                <c:pt idx="48174">
                  <c:v>1</c:v>
                </c:pt>
                <c:pt idx="48175">
                  <c:v>1</c:v>
                </c:pt>
                <c:pt idx="48176">
                  <c:v>1</c:v>
                </c:pt>
                <c:pt idx="48177">
                  <c:v>1</c:v>
                </c:pt>
                <c:pt idx="48178">
                  <c:v>1</c:v>
                </c:pt>
                <c:pt idx="48179">
                  <c:v>1</c:v>
                </c:pt>
                <c:pt idx="48180">
                  <c:v>1</c:v>
                </c:pt>
                <c:pt idx="48181">
                  <c:v>1</c:v>
                </c:pt>
                <c:pt idx="48182">
                  <c:v>1</c:v>
                </c:pt>
                <c:pt idx="48183">
                  <c:v>2</c:v>
                </c:pt>
                <c:pt idx="48184">
                  <c:v>2</c:v>
                </c:pt>
                <c:pt idx="48185">
                  <c:v>1</c:v>
                </c:pt>
                <c:pt idx="48186">
                  <c:v>-1</c:v>
                </c:pt>
                <c:pt idx="48187">
                  <c:v>1</c:v>
                </c:pt>
                <c:pt idx="48188">
                  <c:v>1</c:v>
                </c:pt>
                <c:pt idx="48189">
                  <c:v>5</c:v>
                </c:pt>
                <c:pt idx="48190">
                  <c:v>4</c:v>
                </c:pt>
                <c:pt idx="48191">
                  <c:v>4</c:v>
                </c:pt>
                <c:pt idx="48192">
                  <c:v>4</c:v>
                </c:pt>
                <c:pt idx="48193">
                  <c:v>4</c:v>
                </c:pt>
                <c:pt idx="48194">
                  <c:v>4</c:v>
                </c:pt>
                <c:pt idx="48195">
                  <c:v>5</c:v>
                </c:pt>
                <c:pt idx="48196">
                  <c:v>3</c:v>
                </c:pt>
                <c:pt idx="48197">
                  <c:v>3</c:v>
                </c:pt>
                <c:pt idx="48198">
                  <c:v>3</c:v>
                </c:pt>
                <c:pt idx="48199">
                  <c:v>3</c:v>
                </c:pt>
                <c:pt idx="48200">
                  <c:v>2</c:v>
                </c:pt>
                <c:pt idx="48201">
                  <c:v>3</c:v>
                </c:pt>
                <c:pt idx="48202">
                  <c:v>3</c:v>
                </c:pt>
                <c:pt idx="48203">
                  <c:v>2</c:v>
                </c:pt>
                <c:pt idx="48204">
                  <c:v>2</c:v>
                </c:pt>
                <c:pt idx="48205">
                  <c:v>3</c:v>
                </c:pt>
                <c:pt idx="48206">
                  <c:v>4</c:v>
                </c:pt>
                <c:pt idx="48207">
                  <c:v>5</c:v>
                </c:pt>
                <c:pt idx="48208">
                  <c:v>3</c:v>
                </c:pt>
                <c:pt idx="48209">
                  <c:v>3</c:v>
                </c:pt>
                <c:pt idx="48210">
                  <c:v>3</c:v>
                </c:pt>
                <c:pt idx="48211">
                  <c:v>3</c:v>
                </c:pt>
                <c:pt idx="48212">
                  <c:v>1</c:v>
                </c:pt>
                <c:pt idx="48213">
                  <c:v>1</c:v>
                </c:pt>
                <c:pt idx="48214">
                  <c:v>1</c:v>
                </c:pt>
                <c:pt idx="48215">
                  <c:v>1</c:v>
                </c:pt>
                <c:pt idx="48216">
                  <c:v>2</c:v>
                </c:pt>
                <c:pt idx="48217">
                  <c:v>2</c:v>
                </c:pt>
                <c:pt idx="48218">
                  <c:v>2</c:v>
                </c:pt>
                <c:pt idx="48219">
                  <c:v>4</c:v>
                </c:pt>
                <c:pt idx="48220">
                  <c:v>4</c:v>
                </c:pt>
                <c:pt idx="48221">
                  <c:v>10</c:v>
                </c:pt>
                <c:pt idx="48222">
                  <c:v>10</c:v>
                </c:pt>
                <c:pt idx="48223">
                  <c:v>1</c:v>
                </c:pt>
                <c:pt idx="48224">
                  <c:v>1</c:v>
                </c:pt>
                <c:pt idx="48225">
                  <c:v>0</c:v>
                </c:pt>
                <c:pt idx="48226">
                  <c:v>2</c:v>
                </c:pt>
                <c:pt idx="48227">
                  <c:v>1</c:v>
                </c:pt>
                <c:pt idx="48228">
                  <c:v>1</c:v>
                </c:pt>
                <c:pt idx="48229">
                  <c:v>1</c:v>
                </c:pt>
                <c:pt idx="48230">
                  <c:v>1</c:v>
                </c:pt>
                <c:pt idx="48231">
                  <c:v>1</c:v>
                </c:pt>
                <c:pt idx="48232">
                  <c:v>1</c:v>
                </c:pt>
                <c:pt idx="48233">
                  <c:v>2</c:v>
                </c:pt>
                <c:pt idx="48234">
                  <c:v>2</c:v>
                </c:pt>
                <c:pt idx="48235">
                  <c:v>2</c:v>
                </c:pt>
                <c:pt idx="48236">
                  <c:v>2</c:v>
                </c:pt>
                <c:pt idx="48237">
                  <c:v>2</c:v>
                </c:pt>
                <c:pt idx="48238">
                  <c:v>2</c:v>
                </c:pt>
                <c:pt idx="48239">
                  <c:v>1</c:v>
                </c:pt>
                <c:pt idx="48240">
                  <c:v>1</c:v>
                </c:pt>
                <c:pt idx="48241">
                  <c:v>1</c:v>
                </c:pt>
                <c:pt idx="48242">
                  <c:v>1</c:v>
                </c:pt>
                <c:pt idx="48243">
                  <c:v>1</c:v>
                </c:pt>
                <c:pt idx="48244">
                  <c:v>1</c:v>
                </c:pt>
                <c:pt idx="48245">
                  <c:v>1</c:v>
                </c:pt>
                <c:pt idx="48246">
                  <c:v>1</c:v>
                </c:pt>
                <c:pt idx="48247">
                  <c:v>1</c:v>
                </c:pt>
                <c:pt idx="48248">
                  <c:v>1</c:v>
                </c:pt>
                <c:pt idx="48249">
                  <c:v>1</c:v>
                </c:pt>
                <c:pt idx="48250">
                  <c:v>1</c:v>
                </c:pt>
                <c:pt idx="48251">
                  <c:v>1</c:v>
                </c:pt>
                <c:pt idx="48252">
                  <c:v>1</c:v>
                </c:pt>
                <c:pt idx="48253">
                  <c:v>1</c:v>
                </c:pt>
                <c:pt idx="48254">
                  <c:v>1</c:v>
                </c:pt>
                <c:pt idx="48255">
                  <c:v>2</c:v>
                </c:pt>
                <c:pt idx="48256">
                  <c:v>3</c:v>
                </c:pt>
                <c:pt idx="48257">
                  <c:v>4</c:v>
                </c:pt>
                <c:pt idx="48258">
                  <c:v>2</c:v>
                </c:pt>
                <c:pt idx="48259">
                  <c:v>1</c:v>
                </c:pt>
                <c:pt idx="48260">
                  <c:v>1</c:v>
                </c:pt>
                <c:pt idx="48261">
                  <c:v>2</c:v>
                </c:pt>
                <c:pt idx="48262">
                  <c:v>2</c:v>
                </c:pt>
                <c:pt idx="48263">
                  <c:v>2</c:v>
                </c:pt>
                <c:pt idx="48264">
                  <c:v>1</c:v>
                </c:pt>
                <c:pt idx="48265">
                  <c:v>1</c:v>
                </c:pt>
                <c:pt idx="48266">
                  <c:v>2</c:v>
                </c:pt>
                <c:pt idx="48267">
                  <c:v>3</c:v>
                </c:pt>
                <c:pt idx="48268">
                  <c:v>2</c:v>
                </c:pt>
                <c:pt idx="48269">
                  <c:v>1</c:v>
                </c:pt>
                <c:pt idx="48270">
                  <c:v>1</c:v>
                </c:pt>
                <c:pt idx="48271">
                  <c:v>1</c:v>
                </c:pt>
                <c:pt idx="48272">
                  <c:v>1</c:v>
                </c:pt>
                <c:pt idx="48273">
                  <c:v>1</c:v>
                </c:pt>
                <c:pt idx="48274">
                  <c:v>1</c:v>
                </c:pt>
                <c:pt idx="48275">
                  <c:v>4</c:v>
                </c:pt>
                <c:pt idx="48276">
                  <c:v>3</c:v>
                </c:pt>
                <c:pt idx="48277">
                  <c:v>2</c:v>
                </c:pt>
                <c:pt idx="48278">
                  <c:v>2</c:v>
                </c:pt>
                <c:pt idx="48279">
                  <c:v>4</c:v>
                </c:pt>
                <c:pt idx="48280">
                  <c:v>3</c:v>
                </c:pt>
                <c:pt idx="48281">
                  <c:v>2</c:v>
                </c:pt>
                <c:pt idx="48282">
                  <c:v>1</c:v>
                </c:pt>
                <c:pt idx="48283">
                  <c:v>1</c:v>
                </c:pt>
                <c:pt idx="48284">
                  <c:v>1</c:v>
                </c:pt>
                <c:pt idx="48285">
                  <c:v>1</c:v>
                </c:pt>
                <c:pt idx="48286">
                  <c:v>2</c:v>
                </c:pt>
                <c:pt idx="48287">
                  <c:v>1</c:v>
                </c:pt>
                <c:pt idx="48288">
                  <c:v>1</c:v>
                </c:pt>
                <c:pt idx="48289">
                  <c:v>1</c:v>
                </c:pt>
                <c:pt idx="48290">
                  <c:v>1</c:v>
                </c:pt>
                <c:pt idx="48291">
                  <c:v>1</c:v>
                </c:pt>
                <c:pt idx="48292">
                  <c:v>1</c:v>
                </c:pt>
                <c:pt idx="48293">
                  <c:v>1</c:v>
                </c:pt>
                <c:pt idx="48294">
                  <c:v>1</c:v>
                </c:pt>
                <c:pt idx="48295">
                  <c:v>5</c:v>
                </c:pt>
                <c:pt idx="48296">
                  <c:v>3</c:v>
                </c:pt>
                <c:pt idx="48297">
                  <c:v>2</c:v>
                </c:pt>
                <c:pt idx="48298">
                  <c:v>2</c:v>
                </c:pt>
                <c:pt idx="48299">
                  <c:v>2</c:v>
                </c:pt>
                <c:pt idx="48300">
                  <c:v>1</c:v>
                </c:pt>
                <c:pt idx="48301">
                  <c:v>1</c:v>
                </c:pt>
                <c:pt idx="48302">
                  <c:v>1</c:v>
                </c:pt>
                <c:pt idx="48303">
                  <c:v>1</c:v>
                </c:pt>
                <c:pt idx="48304">
                  <c:v>1</c:v>
                </c:pt>
                <c:pt idx="48305">
                  <c:v>2</c:v>
                </c:pt>
                <c:pt idx="48306">
                  <c:v>2</c:v>
                </c:pt>
                <c:pt idx="48307">
                  <c:v>4</c:v>
                </c:pt>
                <c:pt idx="48308">
                  <c:v>2</c:v>
                </c:pt>
                <c:pt idx="48309">
                  <c:v>2</c:v>
                </c:pt>
                <c:pt idx="48310">
                  <c:v>2</c:v>
                </c:pt>
                <c:pt idx="48311">
                  <c:v>2</c:v>
                </c:pt>
                <c:pt idx="48312">
                  <c:v>2</c:v>
                </c:pt>
                <c:pt idx="48313">
                  <c:v>2</c:v>
                </c:pt>
                <c:pt idx="48314">
                  <c:v>3</c:v>
                </c:pt>
                <c:pt idx="48315">
                  <c:v>2</c:v>
                </c:pt>
                <c:pt idx="48316">
                  <c:v>0</c:v>
                </c:pt>
                <c:pt idx="48317">
                  <c:v>1</c:v>
                </c:pt>
                <c:pt idx="48318">
                  <c:v>1</c:v>
                </c:pt>
                <c:pt idx="48319">
                  <c:v>1</c:v>
                </c:pt>
                <c:pt idx="48320">
                  <c:v>2</c:v>
                </c:pt>
                <c:pt idx="48321">
                  <c:v>2</c:v>
                </c:pt>
                <c:pt idx="48322">
                  <c:v>2</c:v>
                </c:pt>
                <c:pt idx="48323">
                  <c:v>2</c:v>
                </c:pt>
                <c:pt idx="48324">
                  <c:v>2</c:v>
                </c:pt>
                <c:pt idx="48325">
                  <c:v>2</c:v>
                </c:pt>
                <c:pt idx="48326">
                  <c:v>1</c:v>
                </c:pt>
                <c:pt idx="48327">
                  <c:v>1</c:v>
                </c:pt>
                <c:pt idx="48328">
                  <c:v>1</c:v>
                </c:pt>
                <c:pt idx="48329">
                  <c:v>1</c:v>
                </c:pt>
                <c:pt idx="48330">
                  <c:v>1</c:v>
                </c:pt>
                <c:pt idx="48331">
                  <c:v>1</c:v>
                </c:pt>
                <c:pt idx="48332">
                  <c:v>1</c:v>
                </c:pt>
                <c:pt idx="48333">
                  <c:v>2</c:v>
                </c:pt>
                <c:pt idx="48334">
                  <c:v>2</c:v>
                </c:pt>
                <c:pt idx="48335">
                  <c:v>2</c:v>
                </c:pt>
                <c:pt idx="48336">
                  <c:v>2</c:v>
                </c:pt>
                <c:pt idx="48337">
                  <c:v>4</c:v>
                </c:pt>
                <c:pt idx="48338">
                  <c:v>2</c:v>
                </c:pt>
                <c:pt idx="48339">
                  <c:v>2</c:v>
                </c:pt>
                <c:pt idx="48340">
                  <c:v>2</c:v>
                </c:pt>
                <c:pt idx="48341">
                  <c:v>2</c:v>
                </c:pt>
                <c:pt idx="48342">
                  <c:v>1</c:v>
                </c:pt>
                <c:pt idx="48343">
                  <c:v>1</c:v>
                </c:pt>
                <c:pt idx="48344">
                  <c:v>1</c:v>
                </c:pt>
                <c:pt idx="48345">
                  <c:v>1</c:v>
                </c:pt>
                <c:pt idx="48346">
                  <c:v>1</c:v>
                </c:pt>
                <c:pt idx="48347">
                  <c:v>2</c:v>
                </c:pt>
                <c:pt idx="48348">
                  <c:v>2</c:v>
                </c:pt>
                <c:pt idx="48349">
                  <c:v>2</c:v>
                </c:pt>
                <c:pt idx="48350">
                  <c:v>2</c:v>
                </c:pt>
                <c:pt idx="48351">
                  <c:v>2</c:v>
                </c:pt>
                <c:pt idx="48352">
                  <c:v>3</c:v>
                </c:pt>
                <c:pt idx="48353">
                  <c:v>5</c:v>
                </c:pt>
                <c:pt idx="48354">
                  <c:v>4</c:v>
                </c:pt>
                <c:pt idx="48355">
                  <c:v>4</c:v>
                </c:pt>
                <c:pt idx="48356">
                  <c:v>1</c:v>
                </c:pt>
                <c:pt idx="48357">
                  <c:v>2</c:v>
                </c:pt>
                <c:pt idx="48358">
                  <c:v>1</c:v>
                </c:pt>
                <c:pt idx="48359">
                  <c:v>2</c:v>
                </c:pt>
                <c:pt idx="48360">
                  <c:v>1</c:v>
                </c:pt>
                <c:pt idx="48361">
                  <c:v>1</c:v>
                </c:pt>
                <c:pt idx="48362">
                  <c:v>1</c:v>
                </c:pt>
                <c:pt idx="48363">
                  <c:v>2</c:v>
                </c:pt>
                <c:pt idx="48364">
                  <c:v>2</c:v>
                </c:pt>
                <c:pt idx="48365">
                  <c:v>1</c:v>
                </c:pt>
                <c:pt idx="48366">
                  <c:v>2</c:v>
                </c:pt>
                <c:pt idx="48367">
                  <c:v>2</c:v>
                </c:pt>
                <c:pt idx="48368">
                  <c:v>2</c:v>
                </c:pt>
                <c:pt idx="48369">
                  <c:v>2</c:v>
                </c:pt>
                <c:pt idx="48370">
                  <c:v>2</c:v>
                </c:pt>
                <c:pt idx="48371">
                  <c:v>2</c:v>
                </c:pt>
                <c:pt idx="48372">
                  <c:v>2</c:v>
                </c:pt>
                <c:pt idx="48373">
                  <c:v>1</c:v>
                </c:pt>
                <c:pt idx="48374">
                  <c:v>1</c:v>
                </c:pt>
                <c:pt idx="48375">
                  <c:v>1</c:v>
                </c:pt>
                <c:pt idx="48376">
                  <c:v>2</c:v>
                </c:pt>
                <c:pt idx="48377">
                  <c:v>1</c:v>
                </c:pt>
                <c:pt idx="48378">
                  <c:v>2</c:v>
                </c:pt>
                <c:pt idx="48379">
                  <c:v>2</c:v>
                </c:pt>
                <c:pt idx="48380">
                  <c:v>2</c:v>
                </c:pt>
                <c:pt idx="48381">
                  <c:v>3</c:v>
                </c:pt>
                <c:pt idx="48382">
                  <c:v>2</c:v>
                </c:pt>
                <c:pt idx="48383">
                  <c:v>1</c:v>
                </c:pt>
                <c:pt idx="48384">
                  <c:v>1</c:v>
                </c:pt>
                <c:pt idx="48385">
                  <c:v>2</c:v>
                </c:pt>
                <c:pt idx="48386">
                  <c:v>2</c:v>
                </c:pt>
                <c:pt idx="48387">
                  <c:v>2</c:v>
                </c:pt>
                <c:pt idx="48388">
                  <c:v>2</c:v>
                </c:pt>
                <c:pt idx="48389">
                  <c:v>3</c:v>
                </c:pt>
                <c:pt idx="48390">
                  <c:v>2</c:v>
                </c:pt>
                <c:pt idx="48391">
                  <c:v>2</c:v>
                </c:pt>
                <c:pt idx="48392">
                  <c:v>4</c:v>
                </c:pt>
                <c:pt idx="48393">
                  <c:v>2</c:v>
                </c:pt>
                <c:pt idx="48394">
                  <c:v>2</c:v>
                </c:pt>
                <c:pt idx="48395">
                  <c:v>1</c:v>
                </c:pt>
                <c:pt idx="48396">
                  <c:v>2</c:v>
                </c:pt>
                <c:pt idx="48397">
                  <c:v>2</c:v>
                </c:pt>
                <c:pt idx="48398">
                  <c:v>3</c:v>
                </c:pt>
                <c:pt idx="48399">
                  <c:v>1</c:v>
                </c:pt>
                <c:pt idx="48400">
                  <c:v>1</c:v>
                </c:pt>
                <c:pt idx="48401">
                  <c:v>2</c:v>
                </c:pt>
                <c:pt idx="48402">
                  <c:v>0</c:v>
                </c:pt>
                <c:pt idx="48403">
                  <c:v>1</c:v>
                </c:pt>
                <c:pt idx="48404">
                  <c:v>1</c:v>
                </c:pt>
                <c:pt idx="48405">
                  <c:v>2</c:v>
                </c:pt>
                <c:pt idx="48406">
                  <c:v>1</c:v>
                </c:pt>
                <c:pt idx="48407">
                  <c:v>1</c:v>
                </c:pt>
                <c:pt idx="48408">
                  <c:v>2</c:v>
                </c:pt>
                <c:pt idx="48409">
                  <c:v>2</c:v>
                </c:pt>
                <c:pt idx="48410">
                  <c:v>1</c:v>
                </c:pt>
                <c:pt idx="48411">
                  <c:v>1</c:v>
                </c:pt>
                <c:pt idx="48412">
                  <c:v>1</c:v>
                </c:pt>
                <c:pt idx="48413">
                  <c:v>1</c:v>
                </c:pt>
                <c:pt idx="48414">
                  <c:v>1</c:v>
                </c:pt>
                <c:pt idx="48415">
                  <c:v>1</c:v>
                </c:pt>
                <c:pt idx="48416">
                  <c:v>2</c:v>
                </c:pt>
                <c:pt idx="48417">
                  <c:v>1</c:v>
                </c:pt>
                <c:pt idx="48418">
                  <c:v>1</c:v>
                </c:pt>
                <c:pt idx="48419">
                  <c:v>1</c:v>
                </c:pt>
                <c:pt idx="48420">
                  <c:v>1</c:v>
                </c:pt>
                <c:pt idx="48421">
                  <c:v>1</c:v>
                </c:pt>
                <c:pt idx="48422">
                  <c:v>1</c:v>
                </c:pt>
                <c:pt idx="48423">
                  <c:v>1</c:v>
                </c:pt>
                <c:pt idx="48424">
                  <c:v>1</c:v>
                </c:pt>
                <c:pt idx="48425">
                  <c:v>1</c:v>
                </c:pt>
                <c:pt idx="48426">
                  <c:v>1</c:v>
                </c:pt>
                <c:pt idx="48427">
                  <c:v>1</c:v>
                </c:pt>
                <c:pt idx="48428">
                  <c:v>1</c:v>
                </c:pt>
                <c:pt idx="48429">
                  <c:v>1</c:v>
                </c:pt>
                <c:pt idx="48430">
                  <c:v>1</c:v>
                </c:pt>
                <c:pt idx="48431">
                  <c:v>-1</c:v>
                </c:pt>
                <c:pt idx="48432">
                  <c:v>1</c:v>
                </c:pt>
                <c:pt idx="48433">
                  <c:v>1</c:v>
                </c:pt>
                <c:pt idx="48434">
                  <c:v>1</c:v>
                </c:pt>
                <c:pt idx="48435">
                  <c:v>2</c:v>
                </c:pt>
                <c:pt idx="48436">
                  <c:v>4</c:v>
                </c:pt>
                <c:pt idx="48437">
                  <c:v>2</c:v>
                </c:pt>
                <c:pt idx="48438">
                  <c:v>5</c:v>
                </c:pt>
                <c:pt idx="48439">
                  <c:v>8</c:v>
                </c:pt>
                <c:pt idx="48440">
                  <c:v>6</c:v>
                </c:pt>
                <c:pt idx="48441">
                  <c:v>6</c:v>
                </c:pt>
                <c:pt idx="48442">
                  <c:v>2</c:v>
                </c:pt>
                <c:pt idx="48443">
                  <c:v>2</c:v>
                </c:pt>
                <c:pt idx="48444">
                  <c:v>4</c:v>
                </c:pt>
                <c:pt idx="48445">
                  <c:v>1</c:v>
                </c:pt>
                <c:pt idx="48446">
                  <c:v>2</c:v>
                </c:pt>
                <c:pt idx="48447">
                  <c:v>1</c:v>
                </c:pt>
                <c:pt idx="48448">
                  <c:v>1</c:v>
                </c:pt>
                <c:pt idx="48449">
                  <c:v>7</c:v>
                </c:pt>
                <c:pt idx="48450">
                  <c:v>4</c:v>
                </c:pt>
                <c:pt idx="48451">
                  <c:v>1</c:v>
                </c:pt>
                <c:pt idx="48452">
                  <c:v>1</c:v>
                </c:pt>
                <c:pt idx="48453">
                  <c:v>1</c:v>
                </c:pt>
                <c:pt idx="48454">
                  <c:v>1</c:v>
                </c:pt>
                <c:pt idx="48455">
                  <c:v>1</c:v>
                </c:pt>
                <c:pt idx="48456">
                  <c:v>2</c:v>
                </c:pt>
                <c:pt idx="48457">
                  <c:v>3</c:v>
                </c:pt>
                <c:pt idx="48458">
                  <c:v>1</c:v>
                </c:pt>
                <c:pt idx="48459">
                  <c:v>1</c:v>
                </c:pt>
                <c:pt idx="48460">
                  <c:v>1</c:v>
                </c:pt>
                <c:pt idx="48461">
                  <c:v>1</c:v>
                </c:pt>
                <c:pt idx="48462">
                  <c:v>3</c:v>
                </c:pt>
                <c:pt idx="48463">
                  <c:v>1</c:v>
                </c:pt>
                <c:pt idx="48464">
                  <c:v>1</c:v>
                </c:pt>
                <c:pt idx="48465">
                  <c:v>1</c:v>
                </c:pt>
                <c:pt idx="48466">
                  <c:v>1</c:v>
                </c:pt>
                <c:pt idx="48467">
                  <c:v>1</c:v>
                </c:pt>
                <c:pt idx="48468">
                  <c:v>1</c:v>
                </c:pt>
                <c:pt idx="48469">
                  <c:v>1</c:v>
                </c:pt>
                <c:pt idx="48470">
                  <c:v>1</c:v>
                </c:pt>
                <c:pt idx="48471">
                  <c:v>2</c:v>
                </c:pt>
                <c:pt idx="48472">
                  <c:v>2</c:v>
                </c:pt>
                <c:pt idx="48473">
                  <c:v>1</c:v>
                </c:pt>
                <c:pt idx="48474">
                  <c:v>1</c:v>
                </c:pt>
                <c:pt idx="48475">
                  <c:v>1</c:v>
                </c:pt>
                <c:pt idx="48476">
                  <c:v>1</c:v>
                </c:pt>
                <c:pt idx="48477">
                  <c:v>1</c:v>
                </c:pt>
                <c:pt idx="48478">
                  <c:v>1</c:v>
                </c:pt>
                <c:pt idx="48479">
                  <c:v>1</c:v>
                </c:pt>
                <c:pt idx="48480">
                  <c:v>4</c:v>
                </c:pt>
                <c:pt idx="48481">
                  <c:v>2</c:v>
                </c:pt>
                <c:pt idx="48482">
                  <c:v>2</c:v>
                </c:pt>
                <c:pt idx="48483">
                  <c:v>2</c:v>
                </c:pt>
                <c:pt idx="48484">
                  <c:v>2</c:v>
                </c:pt>
                <c:pt idx="48485">
                  <c:v>1</c:v>
                </c:pt>
                <c:pt idx="48486">
                  <c:v>10</c:v>
                </c:pt>
                <c:pt idx="48487">
                  <c:v>10</c:v>
                </c:pt>
                <c:pt idx="48488">
                  <c:v>10</c:v>
                </c:pt>
                <c:pt idx="48489">
                  <c:v>1</c:v>
                </c:pt>
                <c:pt idx="48490">
                  <c:v>11</c:v>
                </c:pt>
                <c:pt idx="48491">
                  <c:v>7</c:v>
                </c:pt>
                <c:pt idx="48492">
                  <c:v>7</c:v>
                </c:pt>
                <c:pt idx="48493">
                  <c:v>11</c:v>
                </c:pt>
                <c:pt idx="48494">
                  <c:v>1</c:v>
                </c:pt>
                <c:pt idx="48495">
                  <c:v>5</c:v>
                </c:pt>
                <c:pt idx="48496">
                  <c:v>11</c:v>
                </c:pt>
                <c:pt idx="48497">
                  <c:v>11</c:v>
                </c:pt>
                <c:pt idx="48498">
                  <c:v>5</c:v>
                </c:pt>
                <c:pt idx="48499">
                  <c:v>10</c:v>
                </c:pt>
                <c:pt idx="48500">
                  <c:v>1</c:v>
                </c:pt>
                <c:pt idx="48501">
                  <c:v>1</c:v>
                </c:pt>
                <c:pt idx="48502">
                  <c:v>2</c:v>
                </c:pt>
                <c:pt idx="48503">
                  <c:v>2</c:v>
                </c:pt>
                <c:pt idx="48504">
                  <c:v>2</c:v>
                </c:pt>
                <c:pt idx="48505">
                  <c:v>1</c:v>
                </c:pt>
                <c:pt idx="48506">
                  <c:v>1</c:v>
                </c:pt>
                <c:pt idx="48507">
                  <c:v>3</c:v>
                </c:pt>
                <c:pt idx="48508">
                  <c:v>1</c:v>
                </c:pt>
                <c:pt idx="48509">
                  <c:v>1</c:v>
                </c:pt>
                <c:pt idx="48510">
                  <c:v>2</c:v>
                </c:pt>
                <c:pt idx="48511">
                  <c:v>1</c:v>
                </c:pt>
                <c:pt idx="48512">
                  <c:v>1</c:v>
                </c:pt>
                <c:pt idx="48513">
                  <c:v>2</c:v>
                </c:pt>
                <c:pt idx="48514">
                  <c:v>1</c:v>
                </c:pt>
                <c:pt idx="48515">
                  <c:v>1</c:v>
                </c:pt>
                <c:pt idx="48516">
                  <c:v>1</c:v>
                </c:pt>
                <c:pt idx="48517">
                  <c:v>1</c:v>
                </c:pt>
                <c:pt idx="48518">
                  <c:v>1</c:v>
                </c:pt>
                <c:pt idx="48519">
                  <c:v>1</c:v>
                </c:pt>
                <c:pt idx="48520">
                  <c:v>1</c:v>
                </c:pt>
                <c:pt idx="48521">
                  <c:v>2</c:v>
                </c:pt>
                <c:pt idx="48522">
                  <c:v>3</c:v>
                </c:pt>
                <c:pt idx="48523">
                  <c:v>1</c:v>
                </c:pt>
                <c:pt idx="48524">
                  <c:v>1</c:v>
                </c:pt>
                <c:pt idx="48525">
                  <c:v>2</c:v>
                </c:pt>
                <c:pt idx="48526">
                  <c:v>3</c:v>
                </c:pt>
                <c:pt idx="48527">
                  <c:v>1</c:v>
                </c:pt>
                <c:pt idx="48528">
                  <c:v>2</c:v>
                </c:pt>
                <c:pt idx="48529">
                  <c:v>2</c:v>
                </c:pt>
                <c:pt idx="48530">
                  <c:v>2</c:v>
                </c:pt>
                <c:pt idx="48531">
                  <c:v>1</c:v>
                </c:pt>
                <c:pt idx="48532">
                  <c:v>1</c:v>
                </c:pt>
                <c:pt idx="48533">
                  <c:v>1</c:v>
                </c:pt>
                <c:pt idx="48534">
                  <c:v>1</c:v>
                </c:pt>
                <c:pt idx="48535">
                  <c:v>2</c:v>
                </c:pt>
                <c:pt idx="48536">
                  <c:v>2</c:v>
                </c:pt>
                <c:pt idx="48537">
                  <c:v>1</c:v>
                </c:pt>
                <c:pt idx="48538">
                  <c:v>1</c:v>
                </c:pt>
                <c:pt idx="48539">
                  <c:v>4</c:v>
                </c:pt>
                <c:pt idx="48540">
                  <c:v>2</c:v>
                </c:pt>
                <c:pt idx="48541">
                  <c:v>1</c:v>
                </c:pt>
                <c:pt idx="48542">
                  <c:v>1</c:v>
                </c:pt>
                <c:pt idx="48543">
                  <c:v>1</c:v>
                </c:pt>
                <c:pt idx="48544">
                  <c:v>1</c:v>
                </c:pt>
                <c:pt idx="48545">
                  <c:v>1</c:v>
                </c:pt>
                <c:pt idx="48546">
                  <c:v>1</c:v>
                </c:pt>
                <c:pt idx="48547">
                  <c:v>1</c:v>
                </c:pt>
                <c:pt idx="48548">
                  <c:v>1</c:v>
                </c:pt>
                <c:pt idx="48549">
                  <c:v>1</c:v>
                </c:pt>
                <c:pt idx="48550">
                  <c:v>1</c:v>
                </c:pt>
                <c:pt idx="48551">
                  <c:v>1</c:v>
                </c:pt>
                <c:pt idx="48552">
                  <c:v>1</c:v>
                </c:pt>
                <c:pt idx="48553">
                  <c:v>1</c:v>
                </c:pt>
                <c:pt idx="48554">
                  <c:v>1</c:v>
                </c:pt>
                <c:pt idx="48555">
                  <c:v>1</c:v>
                </c:pt>
                <c:pt idx="48556">
                  <c:v>1</c:v>
                </c:pt>
                <c:pt idx="48557">
                  <c:v>1</c:v>
                </c:pt>
                <c:pt idx="48558">
                  <c:v>1</c:v>
                </c:pt>
                <c:pt idx="48559">
                  <c:v>1</c:v>
                </c:pt>
                <c:pt idx="48560">
                  <c:v>2</c:v>
                </c:pt>
                <c:pt idx="48561">
                  <c:v>2</c:v>
                </c:pt>
                <c:pt idx="48562">
                  <c:v>2</c:v>
                </c:pt>
                <c:pt idx="48563">
                  <c:v>2</c:v>
                </c:pt>
                <c:pt idx="48564">
                  <c:v>1</c:v>
                </c:pt>
                <c:pt idx="48565">
                  <c:v>3</c:v>
                </c:pt>
                <c:pt idx="48566">
                  <c:v>3</c:v>
                </c:pt>
                <c:pt idx="48567">
                  <c:v>3</c:v>
                </c:pt>
                <c:pt idx="48568">
                  <c:v>3</c:v>
                </c:pt>
                <c:pt idx="48569">
                  <c:v>3</c:v>
                </c:pt>
                <c:pt idx="48570">
                  <c:v>3</c:v>
                </c:pt>
                <c:pt idx="48571">
                  <c:v>3</c:v>
                </c:pt>
                <c:pt idx="48572">
                  <c:v>-1</c:v>
                </c:pt>
                <c:pt idx="48573">
                  <c:v>3</c:v>
                </c:pt>
                <c:pt idx="48574">
                  <c:v>3</c:v>
                </c:pt>
                <c:pt idx="48575">
                  <c:v>6</c:v>
                </c:pt>
                <c:pt idx="48576">
                  <c:v>3</c:v>
                </c:pt>
                <c:pt idx="48577">
                  <c:v>3</c:v>
                </c:pt>
                <c:pt idx="48578">
                  <c:v>3</c:v>
                </c:pt>
                <c:pt idx="48579">
                  <c:v>3</c:v>
                </c:pt>
                <c:pt idx="48580">
                  <c:v>3</c:v>
                </c:pt>
                <c:pt idx="48581">
                  <c:v>4</c:v>
                </c:pt>
                <c:pt idx="48582">
                  <c:v>3</c:v>
                </c:pt>
                <c:pt idx="48583">
                  <c:v>1</c:v>
                </c:pt>
                <c:pt idx="48584">
                  <c:v>2</c:v>
                </c:pt>
                <c:pt idx="48585">
                  <c:v>2</c:v>
                </c:pt>
                <c:pt idx="48586">
                  <c:v>1</c:v>
                </c:pt>
                <c:pt idx="48587">
                  <c:v>4</c:v>
                </c:pt>
                <c:pt idx="48588">
                  <c:v>4</c:v>
                </c:pt>
                <c:pt idx="48589">
                  <c:v>1</c:v>
                </c:pt>
                <c:pt idx="48590">
                  <c:v>3</c:v>
                </c:pt>
                <c:pt idx="48591">
                  <c:v>1</c:v>
                </c:pt>
                <c:pt idx="48592">
                  <c:v>2</c:v>
                </c:pt>
                <c:pt idx="48593">
                  <c:v>2</c:v>
                </c:pt>
                <c:pt idx="48594">
                  <c:v>2</c:v>
                </c:pt>
                <c:pt idx="48595">
                  <c:v>3</c:v>
                </c:pt>
                <c:pt idx="48596">
                  <c:v>6</c:v>
                </c:pt>
                <c:pt idx="48597">
                  <c:v>2</c:v>
                </c:pt>
                <c:pt idx="48598">
                  <c:v>5</c:v>
                </c:pt>
                <c:pt idx="48599">
                  <c:v>6</c:v>
                </c:pt>
                <c:pt idx="48600">
                  <c:v>4</c:v>
                </c:pt>
                <c:pt idx="48601">
                  <c:v>3</c:v>
                </c:pt>
                <c:pt idx="48602">
                  <c:v>1</c:v>
                </c:pt>
                <c:pt idx="48603">
                  <c:v>1</c:v>
                </c:pt>
                <c:pt idx="48604">
                  <c:v>1</c:v>
                </c:pt>
                <c:pt idx="48605">
                  <c:v>1</c:v>
                </c:pt>
                <c:pt idx="48606">
                  <c:v>1</c:v>
                </c:pt>
                <c:pt idx="48607">
                  <c:v>1</c:v>
                </c:pt>
                <c:pt idx="48608">
                  <c:v>2</c:v>
                </c:pt>
                <c:pt idx="48609">
                  <c:v>3</c:v>
                </c:pt>
                <c:pt idx="48610">
                  <c:v>2</c:v>
                </c:pt>
                <c:pt idx="48611">
                  <c:v>4</c:v>
                </c:pt>
                <c:pt idx="48612">
                  <c:v>3</c:v>
                </c:pt>
                <c:pt idx="48613">
                  <c:v>4</c:v>
                </c:pt>
                <c:pt idx="48614">
                  <c:v>1</c:v>
                </c:pt>
                <c:pt idx="48615">
                  <c:v>7</c:v>
                </c:pt>
                <c:pt idx="48616">
                  <c:v>1</c:v>
                </c:pt>
                <c:pt idx="48617">
                  <c:v>1</c:v>
                </c:pt>
                <c:pt idx="48618">
                  <c:v>1</c:v>
                </c:pt>
                <c:pt idx="48619">
                  <c:v>2</c:v>
                </c:pt>
                <c:pt idx="48620">
                  <c:v>2</c:v>
                </c:pt>
                <c:pt idx="48621">
                  <c:v>2</c:v>
                </c:pt>
                <c:pt idx="48622">
                  <c:v>1</c:v>
                </c:pt>
                <c:pt idx="48623">
                  <c:v>1</c:v>
                </c:pt>
                <c:pt idx="48624">
                  <c:v>4</c:v>
                </c:pt>
                <c:pt idx="48625">
                  <c:v>2</c:v>
                </c:pt>
                <c:pt idx="48626">
                  <c:v>3</c:v>
                </c:pt>
                <c:pt idx="48627">
                  <c:v>2</c:v>
                </c:pt>
                <c:pt idx="48628">
                  <c:v>2</c:v>
                </c:pt>
                <c:pt idx="48629">
                  <c:v>3</c:v>
                </c:pt>
                <c:pt idx="48630">
                  <c:v>3</c:v>
                </c:pt>
                <c:pt idx="48631">
                  <c:v>2</c:v>
                </c:pt>
                <c:pt idx="48632">
                  <c:v>1</c:v>
                </c:pt>
                <c:pt idx="48633">
                  <c:v>1</c:v>
                </c:pt>
                <c:pt idx="48634">
                  <c:v>1</c:v>
                </c:pt>
                <c:pt idx="48635">
                  <c:v>1</c:v>
                </c:pt>
                <c:pt idx="48636">
                  <c:v>1</c:v>
                </c:pt>
                <c:pt idx="48637">
                  <c:v>1</c:v>
                </c:pt>
                <c:pt idx="48638">
                  <c:v>1</c:v>
                </c:pt>
                <c:pt idx="48639">
                  <c:v>1</c:v>
                </c:pt>
                <c:pt idx="48640">
                  <c:v>1</c:v>
                </c:pt>
                <c:pt idx="48641">
                  <c:v>1</c:v>
                </c:pt>
                <c:pt idx="48642">
                  <c:v>1</c:v>
                </c:pt>
                <c:pt idx="48643">
                  <c:v>1</c:v>
                </c:pt>
                <c:pt idx="48644">
                  <c:v>1</c:v>
                </c:pt>
                <c:pt idx="48645">
                  <c:v>2</c:v>
                </c:pt>
                <c:pt idx="48646">
                  <c:v>2</c:v>
                </c:pt>
                <c:pt idx="48647">
                  <c:v>1</c:v>
                </c:pt>
                <c:pt idx="48648">
                  <c:v>2</c:v>
                </c:pt>
                <c:pt idx="48649">
                  <c:v>2</c:v>
                </c:pt>
                <c:pt idx="48650">
                  <c:v>2</c:v>
                </c:pt>
                <c:pt idx="48651">
                  <c:v>2</c:v>
                </c:pt>
                <c:pt idx="48652">
                  <c:v>2</c:v>
                </c:pt>
                <c:pt idx="48653">
                  <c:v>2</c:v>
                </c:pt>
                <c:pt idx="48654">
                  <c:v>1</c:v>
                </c:pt>
                <c:pt idx="48655">
                  <c:v>2</c:v>
                </c:pt>
                <c:pt idx="48656">
                  <c:v>1</c:v>
                </c:pt>
                <c:pt idx="48657">
                  <c:v>1</c:v>
                </c:pt>
                <c:pt idx="48658">
                  <c:v>1</c:v>
                </c:pt>
                <c:pt idx="48659">
                  <c:v>1</c:v>
                </c:pt>
                <c:pt idx="48660">
                  <c:v>1</c:v>
                </c:pt>
                <c:pt idx="48661">
                  <c:v>1</c:v>
                </c:pt>
                <c:pt idx="48662">
                  <c:v>1</c:v>
                </c:pt>
                <c:pt idx="48663">
                  <c:v>1</c:v>
                </c:pt>
                <c:pt idx="48664">
                  <c:v>2</c:v>
                </c:pt>
                <c:pt idx="48665">
                  <c:v>3</c:v>
                </c:pt>
                <c:pt idx="48666">
                  <c:v>2</c:v>
                </c:pt>
                <c:pt idx="48667">
                  <c:v>2</c:v>
                </c:pt>
                <c:pt idx="48668">
                  <c:v>3</c:v>
                </c:pt>
                <c:pt idx="48669">
                  <c:v>2</c:v>
                </c:pt>
                <c:pt idx="48670">
                  <c:v>2</c:v>
                </c:pt>
                <c:pt idx="48671">
                  <c:v>2</c:v>
                </c:pt>
                <c:pt idx="48672">
                  <c:v>3</c:v>
                </c:pt>
                <c:pt idx="48673">
                  <c:v>3</c:v>
                </c:pt>
                <c:pt idx="48674">
                  <c:v>3</c:v>
                </c:pt>
                <c:pt idx="48675">
                  <c:v>2</c:v>
                </c:pt>
                <c:pt idx="48676">
                  <c:v>2</c:v>
                </c:pt>
                <c:pt idx="48677">
                  <c:v>3</c:v>
                </c:pt>
                <c:pt idx="48678">
                  <c:v>2</c:v>
                </c:pt>
                <c:pt idx="48679">
                  <c:v>3</c:v>
                </c:pt>
                <c:pt idx="48680">
                  <c:v>2</c:v>
                </c:pt>
                <c:pt idx="48681">
                  <c:v>2</c:v>
                </c:pt>
                <c:pt idx="48682">
                  <c:v>3</c:v>
                </c:pt>
                <c:pt idx="48683">
                  <c:v>3</c:v>
                </c:pt>
                <c:pt idx="48684">
                  <c:v>1</c:v>
                </c:pt>
                <c:pt idx="48685">
                  <c:v>1</c:v>
                </c:pt>
                <c:pt idx="48686">
                  <c:v>1</c:v>
                </c:pt>
                <c:pt idx="48687">
                  <c:v>1</c:v>
                </c:pt>
                <c:pt idx="48688">
                  <c:v>2</c:v>
                </c:pt>
                <c:pt idx="48689">
                  <c:v>2</c:v>
                </c:pt>
                <c:pt idx="48690">
                  <c:v>3</c:v>
                </c:pt>
                <c:pt idx="48691">
                  <c:v>3</c:v>
                </c:pt>
                <c:pt idx="48692">
                  <c:v>2</c:v>
                </c:pt>
                <c:pt idx="48693">
                  <c:v>2</c:v>
                </c:pt>
                <c:pt idx="48694">
                  <c:v>3</c:v>
                </c:pt>
                <c:pt idx="48695">
                  <c:v>2</c:v>
                </c:pt>
                <c:pt idx="48696">
                  <c:v>3</c:v>
                </c:pt>
                <c:pt idx="48697">
                  <c:v>2</c:v>
                </c:pt>
                <c:pt idx="48698">
                  <c:v>3</c:v>
                </c:pt>
                <c:pt idx="48699">
                  <c:v>2</c:v>
                </c:pt>
                <c:pt idx="48700">
                  <c:v>2</c:v>
                </c:pt>
                <c:pt idx="48701">
                  <c:v>3</c:v>
                </c:pt>
                <c:pt idx="48702">
                  <c:v>3</c:v>
                </c:pt>
                <c:pt idx="48703">
                  <c:v>1</c:v>
                </c:pt>
                <c:pt idx="48704">
                  <c:v>3</c:v>
                </c:pt>
                <c:pt idx="48705">
                  <c:v>2</c:v>
                </c:pt>
                <c:pt idx="48706">
                  <c:v>1</c:v>
                </c:pt>
                <c:pt idx="48707">
                  <c:v>1</c:v>
                </c:pt>
                <c:pt idx="48708">
                  <c:v>2</c:v>
                </c:pt>
                <c:pt idx="48709">
                  <c:v>2</c:v>
                </c:pt>
                <c:pt idx="48710">
                  <c:v>3</c:v>
                </c:pt>
                <c:pt idx="48711">
                  <c:v>3</c:v>
                </c:pt>
                <c:pt idx="48712">
                  <c:v>2</c:v>
                </c:pt>
                <c:pt idx="48713">
                  <c:v>1</c:v>
                </c:pt>
                <c:pt idx="48714">
                  <c:v>2</c:v>
                </c:pt>
                <c:pt idx="48715">
                  <c:v>2</c:v>
                </c:pt>
                <c:pt idx="48716">
                  <c:v>1</c:v>
                </c:pt>
                <c:pt idx="48717">
                  <c:v>1</c:v>
                </c:pt>
                <c:pt idx="48718">
                  <c:v>2</c:v>
                </c:pt>
                <c:pt idx="48719">
                  <c:v>1</c:v>
                </c:pt>
                <c:pt idx="48720">
                  <c:v>1</c:v>
                </c:pt>
                <c:pt idx="48721">
                  <c:v>1</c:v>
                </c:pt>
                <c:pt idx="48722">
                  <c:v>2</c:v>
                </c:pt>
                <c:pt idx="48723">
                  <c:v>2</c:v>
                </c:pt>
                <c:pt idx="48724">
                  <c:v>2</c:v>
                </c:pt>
                <c:pt idx="48725">
                  <c:v>2</c:v>
                </c:pt>
                <c:pt idx="48726">
                  <c:v>12</c:v>
                </c:pt>
                <c:pt idx="48727">
                  <c:v>2</c:v>
                </c:pt>
                <c:pt idx="48728">
                  <c:v>7</c:v>
                </c:pt>
                <c:pt idx="48729">
                  <c:v>2</c:v>
                </c:pt>
                <c:pt idx="48730">
                  <c:v>6</c:v>
                </c:pt>
                <c:pt idx="48731">
                  <c:v>2</c:v>
                </c:pt>
                <c:pt idx="48732">
                  <c:v>2</c:v>
                </c:pt>
                <c:pt idx="48733">
                  <c:v>1</c:v>
                </c:pt>
                <c:pt idx="48734">
                  <c:v>1</c:v>
                </c:pt>
                <c:pt idx="48735">
                  <c:v>1</c:v>
                </c:pt>
                <c:pt idx="48736">
                  <c:v>1</c:v>
                </c:pt>
                <c:pt idx="48737">
                  <c:v>1</c:v>
                </c:pt>
                <c:pt idx="48738">
                  <c:v>1</c:v>
                </c:pt>
                <c:pt idx="48739">
                  <c:v>2</c:v>
                </c:pt>
                <c:pt idx="48740">
                  <c:v>1</c:v>
                </c:pt>
                <c:pt idx="48741">
                  <c:v>1</c:v>
                </c:pt>
                <c:pt idx="48742">
                  <c:v>1</c:v>
                </c:pt>
                <c:pt idx="48743">
                  <c:v>1</c:v>
                </c:pt>
                <c:pt idx="48744">
                  <c:v>2</c:v>
                </c:pt>
                <c:pt idx="48745">
                  <c:v>1</c:v>
                </c:pt>
                <c:pt idx="48746">
                  <c:v>1</c:v>
                </c:pt>
                <c:pt idx="48747">
                  <c:v>1</c:v>
                </c:pt>
                <c:pt idx="48748">
                  <c:v>2</c:v>
                </c:pt>
                <c:pt idx="48749">
                  <c:v>1</c:v>
                </c:pt>
                <c:pt idx="48750">
                  <c:v>1</c:v>
                </c:pt>
                <c:pt idx="48751">
                  <c:v>1</c:v>
                </c:pt>
                <c:pt idx="48752">
                  <c:v>3</c:v>
                </c:pt>
                <c:pt idx="48753">
                  <c:v>1</c:v>
                </c:pt>
                <c:pt idx="48754">
                  <c:v>1</c:v>
                </c:pt>
                <c:pt idx="48755">
                  <c:v>1</c:v>
                </c:pt>
                <c:pt idx="48756">
                  <c:v>1</c:v>
                </c:pt>
                <c:pt idx="48757">
                  <c:v>2</c:v>
                </c:pt>
                <c:pt idx="48758">
                  <c:v>2</c:v>
                </c:pt>
                <c:pt idx="48759">
                  <c:v>1</c:v>
                </c:pt>
                <c:pt idx="48760">
                  <c:v>1</c:v>
                </c:pt>
                <c:pt idx="48761">
                  <c:v>1</c:v>
                </c:pt>
                <c:pt idx="48762">
                  <c:v>1</c:v>
                </c:pt>
                <c:pt idx="48763">
                  <c:v>1</c:v>
                </c:pt>
                <c:pt idx="48764">
                  <c:v>2</c:v>
                </c:pt>
                <c:pt idx="48765">
                  <c:v>1</c:v>
                </c:pt>
                <c:pt idx="48766">
                  <c:v>1</c:v>
                </c:pt>
                <c:pt idx="48767">
                  <c:v>3</c:v>
                </c:pt>
                <c:pt idx="48768">
                  <c:v>1</c:v>
                </c:pt>
                <c:pt idx="48769">
                  <c:v>1</c:v>
                </c:pt>
                <c:pt idx="48770">
                  <c:v>1</c:v>
                </c:pt>
                <c:pt idx="48771">
                  <c:v>1</c:v>
                </c:pt>
                <c:pt idx="48772">
                  <c:v>1</c:v>
                </c:pt>
                <c:pt idx="48773">
                  <c:v>1</c:v>
                </c:pt>
                <c:pt idx="48774">
                  <c:v>1</c:v>
                </c:pt>
                <c:pt idx="48775">
                  <c:v>1</c:v>
                </c:pt>
                <c:pt idx="48776">
                  <c:v>1</c:v>
                </c:pt>
                <c:pt idx="48777">
                  <c:v>1</c:v>
                </c:pt>
                <c:pt idx="48778">
                  <c:v>2</c:v>
                </c:pt>
                <c:pt idx="48779">
                  <c:v>2</c:v>
                </c:pt>
                <c:pt idx="48780">
                  <c:v>2</c:v>
                </c:pt>
                <c:pt idx="48781">
                  <c:v>2</c:v>
                </c:pt>
                <c:pt idx="48782">
                  <c:v>1</c:v>
                </c:pt>
                <c:pt idx="48783">
                  <c:v>1</c:v>
                </c:pt>
                <c:pt idx="48784">
                  <c:v>2</c:v>
                </c:pt>
                <c:pt idx="48785">
                  <c:v>3</c:v>
                </c:pt>
                <c:pt idx="48786">
                  <c:v>3</c:v>
                </c:pt>
                <c:pt idx="48787">
                  <c:v>3</c:v>
                </c:pt>
                <c:pt idx="48788">
                  <c:v>2</c:v>
                </c:pt>
                <c:pt idx="48789">
                  <c:v>2</c:v>
                </c:pt>
                <c:pt idx="48790">
                  <c:v>3</c:v>
                </c:pt>
                <c:pt idx="48791">
                  <c:v>2</c:v>
                </c:pt>
                <c:pt idx="48792">
                  <c:v>3</c:v>
                </c:pt>
                <c:pt idx="48793">
                  <c:v>2</c:v>
                </c:pt>
                <c:pt idx="48794">
                  <c:v>3</c:v>
                </c:pt>
                <c:pt idx="48795">
                  <c:v>1</c:v>
                </c:pt>
                <c:pt idx="48796">
                  <c:v>1</c:v>
                </c:pt>
                <c:pt idx="48797">
                  <c:v>-1</c:v>
                </c:pt>
                <c:pt idx="48798">
                  <c:v>1</c:v>
                </c:pt>
                <c:pt idx="48799">
                  <c:v>1</c:v>
                </c:pt>
                <c:pt idx="48800">
                  <c:v>1</c:v>
                </c:pt>
                <c:pt idx="48801">
                  <c:v>1</c:v>
                </c:pt>
                <c:pt idx="48802">
                  <c:v>1</c:v>
                </c:pt>
                <c:pt idx="48803">
                  <c:v>1</c:v>
                </c:pt>
                <c:pt idx="48804">
                  <c:v>1</c:v>
                </c:pt>
                <c:pt idx="48805">
                  <c:v>4</c:v>
                </c:pt>
                <c:pt idx="48806">
                  <c:v>9</c:v>
                </c:pt>
                <c:pt idx="48807">
                  <c:v>4</c:v>
                </c:pt>
                <c:pt idx="48808">
                  <c:v>6</c:v>
                </c:pt>
                <c:pt idx="48809">
                  <c:v>5</c:v>
                </c:pt>
                <c:pt idx="48810">
                  <c:v>2</c:v>
                </c:pt>
                <c:pt idx="48811">
                  <c:v>1</c:v>
                </c:pt>
                <c:pt idx="48812">
                  <c:v>2</c:v>
                </c:pt>
                <c:pt idx="48813">
                  <c:v>10</c:v>
                </c:pt>
                <c:pt idx="48814">
                  <c:v>1</c:v>
                </c:pt>
                <c:pt idx="48815">
                  <c:v>2</c:v>
                </c:pt>
                <c:pt idx="48816">
                  <c:v>5</c:v>
                </c:pt>
                <c:pt idx="48817">
                  <c:v>2</c:v>
                </c:pt>
                <c:pt idx="48818">
                  <c:v>2</c:v>
                </c:pt>
                <c:pt idx="48819">
                  <c:v>1</c:v>
                </c:pt>
                <c:pt idx="48820">
                  <c:v>1</c:v>
                </c:pt>
                <c:pt idx="48821">
                  <c:v>1</c:v>
                </c:pt>
                <c:pt idx="48822">
                  <c:v>1</c:v>
                </c:pt>
                <c:pt idx="48823">
                  <c:v>1</c:v>
                </c:pt>
                <c:pt idx="48824">
                  <c:v>1</c:v>
                </c:pt>
                <c:pt idx="48825">
                  <c:v>2</c:v>
                </c:pt>
                <c:pt idx="48826">
                  <c:v>2</c:v>
                </c:pt>
                <c:pt idx="48827">
                  <c:v>2</c:v>
                </c:pt>
                <c:pt idx="48828">
                  <c:v>2</c:v>
                </c:pt>
                <c:pt idx="48829">
                  <c:v>4</c:v>
                </c:pt>
                <c:pt idx="48830">
                  <c:v>4</c:v>
                </c:pt>
                <c:pt idx="48831">
                  <c:v>4</c:v>
                </c:pt>
                <c:pt idx="48832">
                  <c:v>4</c:v>
                </c:pt>
                <c:pt idx="48833">
                  <c:v>1</c:v>
                </c:pt>
                <c:pt idx="48834">
                  <c:v>1</c:v>
                </c:pt>
                <c:pt idx="48835">
                  <c:v>1</c:v>
                </c:pt>
                <c:pt idx="48836">
                  <c:v>2</c:v>
                </c:pt>
                <c:pt idx="48837">
                  <c:v>6</c:v>
                </c:pt>
                <c:pt idx="48838">
                  <c:v>7</c:v>
                </c:pt>
                <c:pt idx="48839">
                  <c:v>9</c:v>
                </c:pt>
                <c:pt idx="48840">
                  <c:v>3</c:v>
                </c:pt>
                <c:pt idx="48841">
                  <c:v>6</c:v>
                </c:pt>
                <c:pt idx="48842">
                  <c:v>1</c:v>
                </c:pt>
                <c:pt idx="48843">
                  <c:v>1</c:v>
                </c:pt>
                <c:pt idx="48844">
                  <c:v>1</c:v>
                </c:pt>
                <c:pt idx="48845">
                  <c:v>3</c:v>
                </c:pt>
                <c:pt idx="48846">
                  <c:v>4</c:v>
                </c:pt>
                <c:pt idx="48847">
                  <c:v>6</c:v>
                </c:pt>
                <c:pt idx="48848">
                  <c:v>4</c:v>
                </c:pt>
                <c:pt idx="48849">
                  <c:v>6</c:v>
                </c:pt>
                <c:pt idx="48850">
                  <c:v>2</c:v>
                </c:pt>
                <c:pt idx="48851">
                  <c:v>4</c:v>
                </c:pt>
                <c:pt idx="48852">
                  <c:v>11</c:v>
                </c:pt>
                <c:pt idx="48853">
                  <c:v>1</c:v>
                </c:pt>
                <c:pt idx="48854">
                  <c:v>1</c:v>
                </c:pt>
                <c:pt idx="48855">
                  <c:v>1</c:v>
                </c:pt>
                <c:pt idx="48856">
                  <c:v>1</c:v>
                </c:pt>
                <c:pt idx="48857">
                  <c:v>1</c:v>
                </c:pt>
                <c:pt idx="48858">
                  <c:v>1</c:v>
                </c:pt>
                <c:pt idx="48859">
                  <c:v>1</c:v>
                </c:pt>
                <c:pt idx="48860">
                  <c:v>3</c:v>
                </c:pt>
                <c:pt idx="48861">
                  <c:v>4</c:v>
                </c:pt>
                <c:pt idx="48862">
                  <c:v>5</c:v>
                </c:pt>
                <c:pt idx="48863">
                  <c:v>2</c:v>
                </c:pt>
                <c:pt idx="48864">
                  <c:v>3</c:v>
                </c:pt>
                <c:pt idx="48865">
                  <c:v>3</c:v>
                </c:pt>
                <c:pt idx="48866">
                  <c:v>1</c:v>
                </c:pt>
                <c:pt idx="48867">
                  <c:v>1</c:v>
                </c:pt>
                <c:pt idx="48868">
                  <c:v>1</c:v>
                </c:pt>
                <c:pt idx="48869">
                  <c:v>1</c:v>
                </c:pt>
                <c:pt idx="48870">
                  <c:v>1</c:v>
                </c:pt>
                <c:pt idx="48871">
                  <c:v>4</c:v>
                </c:pt>
                <c:pt idx="48872">
                  <c:v>1</c:v>
                </c:pt>
                <c:pt idx="48873">
                  <c:v>1</c:v>
                </c:pt>
                <c:pt idx="48874">
                  <c:v>1</c:v>
                </c:pt>
                <c:pt idx="48875">
                  <c:v>1</c:v>
                </c:pt>
                <c:pt idx="48876">
                  <c:v>1</c:v>
                </c:pt>
                <c:pt idx="48877">
                  <c:v>1</c:v>
                </c:pt>
                <c:pt idx="48878">
                  <c:v>1</c:v>
                </c:pt>
                <c:pt idx="48879">
                  <c:v>1</c:v>
                </c:pt>
                <c:pt idx="48880">
                  <c:v>1</c:v>
                </c:pt>
                <c:pt idx="48881">
                  <c:v>2</c:v>
                </c:pt>
                <c:pt idx="48882">
                  <c:v>1</c:v>
                </c:pt>
                <c:pt idx="48883">
                  <c:v>1</c:v>
                </c:pt>
                <c:pt idx="48884">
                  <c:v>1</c:v>
                </c:pt>
                <c:pt idx="48885">
                  <c:v>1</c:v>
                </c:pt>
                <c:pt idx="48886">
                  <c:v>1</c:v>
                </c:pt>
                <c:pt idx="48887">
                  <c:v>1</c:v>
                </c:pt>
                <c:pt idx="48888">
                  <c:v>1</c:v>
                </c:pt>
                <c:pt idx="48889">
                  <c:v>1</c:v>
                </c:pt>
                <c:pt idx="48890">
                  <c:v>1</c:v>
                </c:pt>
                <c:pt idx="48891">
                  <c:v>1</c:v>
                </c:pt>
                <c:pt idx="48892">
                  <c:v>1</c:v>
                </c:pt>
                <c:pt idx="48893">
                  <c:v>1</c:v>
                </c:pt>
                <c:pt idx="48894">
                  <c:v>1</c:v>
                </c:pt>
                <c:pt idx="48895">
                  <c:v>1</c:v>
                </c:pt>
                <c:pt idx="48896">
                  <c:v>1</c:v>
                </c:pt>
                <c:pt idx="48897">
                  <c:v>1</c:v>
                </c:pt>
                <c:pt idx="48898">
                  <c:v>4</c:v>
                </c:pt>
                <c:pt idx="48899">
                  <c:v>3</c:v>
                </c:pt>
                <c:pt idx="48900">
                  <c:v>4</c:v>
                </c:pt>
                <c:pt idx="48901">
                  <c:v>1</c:v>
                </c:pt>
                <c:pt idx="48902">
                  <c:v>1</c:v>
                </c:pt>
                <c:pt idx="48903">
                  <c:v>1</c:v>
                </c:pt>
                <c:pt idx="48904">
                  <c:v>1</c:v>
                </c:pt>
                <c:pt idx="48905">
                  <c:v>1</c:v>
                </c:pt>
                <c:pt idx="48906">
                  <c:v>1</c:v>
                </c:pt>
                <c:pt idx="48907">
                  <c:v>1</c:v>
                </c:pt>
                <c:pt idx="48908">
                  <c:v>1</c:v>
                </c:pt>
                <c:pt idx="48909">
                  <c:v>3</c:v>
                </c:pt>
                <c:pt idx="48910">
                  <c:v>2</c:v>
                </c:pt>
                <c:pt idx="48911">
                  <c:v>5</c:v>
                </c:pt>
                <c:pt idx="48912">
                  <c:v>4</c:v>
                </c:pt>
                <c:pt idx="48913">
                  <c:v>10</c:v>
                </c:pt>
                <c:pt idx="48914">
                  <c:v>2</c:v>
                </c:pt>
                <c:pt idx="48915">
                  <c:v>4</c:v>
                </c:pt>
                <c:pt idx="48916">
                  <c:v>-10</c:v>
                </c:pt>
                <c:pt idx="48917">
                  <c:v>4</c:v>
                </c:pt>
                <c:pt idx="48918">
                  <c:v>4</c:v>
                </c:pt>
                <c:pt idx="48919">
                  <c:v>1</c:v>
                </c:pt>
                <c:pt idx="48920">
                  <c:v>1</c:v>
                </c:pt>
                <c:pt idx="48921">
                  <c:v>4</c:v>
                </c:pt>
                <c:pt idx="48922">
                  <c:v>1</c:v>
                </c:pt>
                <c:pt idx="48923">
                  <c:v>1</c:v>
                </c:pt>
                <c:pt idx="48924">
                  <c:v>1</c:v>
                </c:pt>
                <c:pt idx="48925">
                  <c:v>1</c:v>
                </c:pt>
                <c:pt idx="48926">
                  <c:v>1</c:v>
                </c:pt>
                <c:pt idx="48927">
                  <c:v>2</c:v>
                </c:pt>
                <c:pt idx="48928">
                  <c:v>1</c:v>
                </c:pt>
                <c:pt idx="48929">
                  <c:v>2</c:v>
                </c:pt>
                <c:pt idx="48930">
                  <c:v>1</c:v>
                </c:pt>
                <c:pt idx="48931">
                  <c:v>2</c:v>
                </c:pt>
                <c:pt idx="48932">
                  <c:v>2</c:v>
                </c:pt>
                <c:pt idx="48933">
                  <c:v>3</c:v>
                </c:pt>
                <c:pt idx="48934">
                  <c:v>2</c:v>
                </c:pt>
                <c:pt idx="48935">
                  <c:v>3</c:v>
                </c:pt>
                <c:pt idx="48936">
                  <c:v>1</c:v>
                </c:pt>
                <c:pt idx="48937">
                  <c:v>2</c:v>
                </c:pt>
                <c:pt idx="48938">
                  <c:v>1</c:v>
                </c:pt>
                <c:pt idx="48939">
                  <c:v>1</c:v>
                </c:pt>
                <c:pt idx="48940">
                  <c:v>1</c:v>
                </c:pt>
                <c:pt idx="48941">
                  <c:v>1</c:v>
                </c:pt>
                <c:pt idx="48942">
                  <c:v>1</c:v>
                </c:pt>
                <c:pt idx="48943">
                  <c:v>1</c:v>
                </c:pt>
                <c:pt idx="48944">
                  <c:v>5</c:v>
                </c:pt>
                <c:pt idx="48945">
                  <c:v>5</c:v>
                </c:pt>
                <c:pt idx="48946">
                  <c:v>6</c:v>
                </c:pt>
                <c:pt idx="48947">
                  <c:v>1</c:v>
                </c:pt>
                <c:pt idx="48948">
                  <c:v>6</c:v>
                </c:pt>
                <c:pt idx="48949">
                  <c:v>8</c:v>
                </c:pt>
                <c:pt idx="48950">
                  <c:v>5</c:v>
                </c:pt>
                <c:pt idx="48951">
                  <c:v>1</c:v>
                </c:pt>
                <c:pt idx="48952">
                  <c:v>2</c:v>
                </c:pt>
                <c:pt idx="48953">
                  <c:v>1</c:v>
                </c:pt>
                <c:pt idx="48954">
                  <c:v>1</c:v>
                </c:pt>
                <c:pt idx="48955">
                  <c:v>1</c:v>
                </c:pt>
                <c:pt idx="48956">
                  <c:v>2</c:v>
                </c:pt>
                <c:pt idx="48957">
                  <c:v>1</c:v>
                </c:pt>
                <c:pt idx="48958">
                  <c:v>3</c:v>
                </c:pt>
                <c:pt idx="48959">
                  <c:v>2</c:v>
                </c:pt>
                <c:pt idx="48960">
                  <c:v>2</c:v>
                </c:pt>
                <c:pt idx="48961">
                  <c:v>3</c:v>
                </c:pt>
                <c:pt idx="48962">
                  <c:v>3</c:v>
                </c:pt>
                <c:pt idx="48963">
                  <c:v>4</c:v>
                </c:pt>
                <c:pt idx="48964">
                  <c:v>2</c:v>
                </c:pt>
                <c:pt idx="48965">
                  <c:v>1</c:v>
                </c:pt>
                <c:pt idx="48966">
                  <c:v>3</c:v>
                </c:pt>
                <c:pt idx="48967">
                  <c:v>2</c:v>
                </c:pt>
                <c:pt idx="48968">
                  <c:v>2</c:v>
                </c:pt>
                <c:pt idx="48969">
                  <c:v>1</c:v>
                </c:pt>
                <c:pt idx="48970">
                  <c:v>3</c:v>
                </c:pt>
                <c:pt idx="48971">
                  <c:v>2</c:v>
                </c:pt>
                <c:pt idx="48972">
                  <c:v>3</c:v>
                </c:pt>
                <c:pt idx="48973">
                  <c:v>1</c:v>
                </c:pt>
                <c:pt idx="48974">
                  <c:v>1</c:v>
                </c:pt>
                <c:pt idx="48975">
                  <c:v>2</c:v>
                </c:pt>
                <c:pt idx="48976">
                  <c:v>2</c:v>
                </c:pt>
                <c:pt idx="48977">
                  <c:v>3</c:v>
                </c:pt>
                <c:pt idx="48978">
                  <c:v>1</c:v>
                </c:pt>
                <c:pt idx="48979">
                  <c:v>12</c:v>
                </c:pt>
                <c:pt idx="48980">
                  <c:v>1</c:v>
                </c:pt>
                <c:pt idx="48981">
                  <c:v>1</c:v>
                </c:pt>
                <c:pt idx="48982">
                  <c:v>1</c:v>
                </c:pt>
                <c:pt idx="48983">
                  <c:v>2</c:v>
                </c:pt>
                <c:pt idx="48984">
                  <c:v>2</c:v>
                </c:pt>
                <c:pt idx="48985">
                  <c:v>1</c:v>
                </c:pt>
                <c:pt idx="48986">
                  <c:v>1</c:v>
                </c:pt>
                <c:pt idx="48987">
                  <c:v>1</c:v>
                </c:pt>
                <c:pt idx="48988">
                  <c:v>1</c:v>
                </c:pt>
                <c:pt idx="48989">
                  <c:v>1</c:v>
                </c:pt>
                <c:pt idx="48990">
                  <c:v>3</c:v>
                </c:pt>
                <c:pt idx="48991">
                  <c:v>1</c:v>
                </c:pt>
                <c:pt idx="48992">
                  <c:v>1</c:v>
                </c:pt>
                <c:pt idx="48993">
                  <c:v>3</c:v>
                </c:pt>
                <c:pt idx="48994">
                  <c:v>1</c:v>
                </c:pt>
                <c:pt idx="48995">
                  <c:v>1</c:v>
                </c:pt>
                <c:pt idx="48996">
                  <c:v>1</c:v>
                </c:pt>
                <c:pt idx="48997">
                  <c:v>2</c:v>
                </c:pt>
                <c:pt idx="48998">
                  <c:v>2</c:v>
                </c:pt>
                <c:pt idx="48999">
                  <c:v>2</c:v>
                </c:pt>
                <c:pt idx="49000">
                  <c:v>1</c:v>
                </c:pt>
                <c:pt idx="49001">
                  <c:v>1</c:v>
                </c:pt>
                <c:pt idx="49002">
                  <c:v>1</c:v>
                </c:pt>
                <c:pt idx="49003">
                  <c:v>1</c:v>
                </c:pt>
                <c:pt idx="49004">
                  <c:v>1</c:v>
                </c:pt>
                <c:pt idx="49005">
                  <c:v>1</c:v>
                </c:pt>
                <c:pt idx="49006">
                  <c:v>1</c:v>
                </c:pt>
                <c:pt idx="49007">
                  <c:v>1</c:v>
                </c:pt>
                <c:pt idx="49008">
                  <c:v>2</c:v>
                </c:pt>
                <c:pt idx="49009">
                  <c:v>2</c:v>
                </c:pt>
                <c:pt idx="49010">
                  <c:v>3</c:v>
                </c:pt>
                <c:pt idx="49011">
                  <c:v>3</c:v>
                </c:pt>
                <c:pt idx="49012">
                  <c:v>2</c:v>
                </c:pt>
                <c:pt idx="49013">
                  <c:v>2</c:v>
                </c:pt>
                <c:pt idx="49014">
                  <c:v>2</c:v>
                </c:pt>
                <c:pt idx="49015">
                  <c:v>3</c:v>
                </c:pt>
                <c:pt idx="49016">
                  <c:v>2</c:v>
                </c:pt>
                <c:pt idx="49017">
                  <c:v>2</c:v>
                </c:pt>
                <c:pt idx="49018">
                  <c:v>2</c:v>
                </c:pt>
                <c:pt idx="49019">
                  <c:v>3</c:v>
                </c:pt>
                <c:pt idx="49020">
                  <c:v>5</c:v>
                </c:pt>
                <c:pt idx="49021">
                  <c:v>2</c:v>
                </c:pt>
                <c:pt idx="49022">
                  <c:v>1</c:v>
                </c:pt>
                <c:pt idx="49023">
                  <c:v>1</c:v>
                </c:pt>
                <c:pt idx="49024">
                  <c:v>1</c:v>
                </c:pt>
                <c:pt idx="49025">
                  <c:v>1</c:v>
                </c:pt>
                <c:pt idx="49026">
                  <c:v>1</c:v>
                </c:pt>
                <c:pt idx="49027">
                  <c:v>1</c:v>
                </c:pt>
                <c:pt idx="49028">
                  <c:v>1</c:v>
                </c:pt>
                <c:pt idx="49029">
                  <c:v>1</c:v>
                </c:pt>
                <c:pt idx="49030">
                  <c:v>1</c:v>
                </c:pt>
                <c:pt idx="49031">
                  <c:v>1</c:v>
                </c:pt>
                <c:pt idx="49032">
                  <c:v>1</c:v>
                </c:pt>
                <c:pt idx="49033">
                  <c:v>1</c:v>
                </c:pt>
                <c:pt idx="49034">
                  <c:v>1</c:v>
                </c:pt>
                <c:pt idx="49035">
                  <c:v>1</c:v>
                </c:pt>
                <c:pt idx="49036">
                  <c:v>1</c:v>
                </c:pt>
                <c:pt idx="49037">
                  <c:v>2</c:v>
                </c:pt>
                <c:pt idx="49038">
                  <c:v>1</c:v>
                </c:pt>
                <c:pt idx="49039">
                  <c:v>3</c:v>
                </c:pt>
                <c:pt idx="49040">
                  <c:v>2</c:v>
                </c:pt>
                <c:pt idx="49041">
                  <c:v>1</c:v>
                </c:pt>
                <c:pt idx="49042">
                  <c:v>2</c:v>
                </c:pt>
                <c:pt idx="49043">
                  <c:v>1</c:v>
                </c:pt>
                <c:pt idx="49044">
                  <c:v>1</c:v>
                </c:pt>
                <c:pt idx="49045">
                  <c:v>1</c:v>
                </c:pt>
                <c:pt idx="49046">
                  <c:v>1</c:v>
                </c:pt>
                <c:pt idx="49047">
                  <c:v>1</c:v>
                </c:pt>
                <c:pt idx="49048">
                  <c:v>1</c:v>
                </c:pt>
                <c:pt idx="49049">
                  <c:v>1</c:v>
                </c:pt>
                <c:pt idx="49050">
                  <c:v>1</c:v>
                </c:pt>
                <c:pt idx="49051">
                  <c:v>1</c:v>
                </c:pt>
                <c:pt idx="49052">
                  <c:v>1</c:v>
                </c:pt>
                <c:pt idx="49053">
                  <c:v>1</c:v>
                </c:pt>
                <c:pt idx="49054">
                  <c:v>1</c:v>
                </c:pt>
                <c:pt idx="49055">
                  <c:v>1</c:v>
                </c:pt>
                <c:pt idx="49056">
                  <c:v>1</c:v>
                </c:pt>
                <c:pt idx="49057">
                  <c:v>1</c:v>
                </c:pt>
                <c:pt idx="49058">
                  <c:v>1</c:v>
                </c:pt>
                <c:pt idx="49059">
                  <c:v>1</c:v>
                </c:pt>
                <c:pt idx="49060">
                  <c:v>1</c:v>
                </c:pt>
                <c:pt idx="49061">
                  <c:v>1</c:v>
                </c:pt>
                <c:pt idx="49062">
                  <c:v>0</c:v>
                </c:pt>
                <c:pt idx="49063">
                  <c:v>1</c:v>
                </c:pt>
                <c:pt idx="49064">
                  <c:v>1</c:v>
                </c:pt>
                <c:pt idx="49065">
                  <c:v>3</c:v>
                </c:pt>
                <c:pt idx="49066">
                  <c:v>3</c:v>
                </c:pt>
                <c:pt idx="49067">
                  <c:v>1</c:v>
                </c:pt>
                <c:pt idx="49068">
                  <c:v>1</c:v>
                </c:pt>
                <c:pt idx="49069">
                  <c:v>1</c:v>
                </c:pt>
                <c:pt idx="49070">
                  <c:v>1</c:v>
                </c:pt>
                <c:pt idx="49071">
                  <c:v>2</c:v>
                </c:pt>
                <c:pt idx="49072">
                  <c:v>2</c:v>
                </c:pt>
                <c:pt idx="49073">
                  <c:v>2</c:v>
                </c:pt>
                <c:pt idx="49074">
                  <c:v>2</c:v>
                </c:pt>
                <c:pt idx="49075">
                  <c:v>3</c:v>
                </c:pt>
                <c:pt idx="49076">
                  <c:v>2</c:v>
                </c:pt>
                <c:pt idx="49077">
                  <c:v>2</c:v>
                </c:pt>
                <c:pt idx="49078">
                  <c:v>2</c:v>
                </c:pt>
                <c:pt idx="49079">
                  <c:v>1</c:v>
                </c:pt>
                <c:pt idx="49080">
                  <c:v>1</c:v>
                </c:pt>
                <c:pt idx="49081">
                  <c:v>1</c:v>
                </c:pt>
                <c:pt idx="49082">
                  <c:v>1</c:v>
                </c:pt>
                <c:pt idx="49083">
                  <c:v>1</c:v>
                </c:pt>
                <c:pt idx="49084">
                  <c:v>1</c:v>
                </c:pt>
                <c:pt idx="49085">
                  <c:v>1</c:v>
                </c:pt>
                <c:pt idx="49086">
                  <c:v>2</c:v>
                </c:pt>
                <c:pt idx="49087">
                  <c:v>2</c:v>
                </c:pt>
                <c:pt idx="49088">
                  <c:v>5</c:v>
                </c:pt>
                <c:pt idx="49089">
                  <c:v>3</c:v>
                </c:pt>
                <c:pt idx="49090">
                  <c:v>3</c:v>
                </c:pt>
                <c:pt idx="49091">
                  <c:v>5</c:v>
                </c:pt>
                <c:pt idx="49092">
                  <c:v>1</c:v>
                </c:pt>
                <c:pt idx="49093">
                  <c:v>2</c:v>
                </c:pt>
                <c:pt idx="49094">
                  <c:v>1</c:v>
                </c:pt>
                <c:pt idx="49095">
                  <c:v>3</c:v>
                </c:pt>
                <c:pt idx="49096">
                  <c:v>3</c:v>
                </c:pt>
                <c:pt idx="49097">
                  <c:v>2</c:v>
                </c:pt>
                <c:pt idx="49098">
                  <c:v>3</c:v>
                </c:pt>
                <c:pt idx="49099">
                  <c:v>3</c:v>
                </c:pt>
                <c:pt idx="49100">
                  <c:v>1</c:v>
                </c:pt>
                <c:pt idx="49101">
                  <c:v>1</c:v>
                </c:pt>
                <c:pt idx="49102">
                  <c:v>2</c:v>
                </c:pt>
                <c:pt idx="49103">
                  <c:v>1</c:v>
                </c:pt>
                <c:pt idx="49104">
                  <c:v>1</c:v>
                </c:pt>
                <c:pt idx="49105">
                  <c:v>1</c:v>
                </c:pt>
                <c:pt idx="49106">
                  <c:v>1</c:v>
                </c:pt>
                <c:pt idx="49107">
                  <c:v>1</c:v>
                </c:pt>
                <c:pt idx="49108">
                  <c:v>1</c:v>
                </c:pt>
                <c:pt idx="49109">
                  <c:v>1</c:v>
                </c:pt>
                <c:pt idx="49110">
                  <c:v>1</c:v>
                </c:pt>
                <c:pt idx="49111">
                  <c:v>1</c:v>
                </c:pt>
                <c:pt idx="49112">
                  <c:v>1</c:v>
                </c:pt>
                <c:pt idx="49113">
                  <c:v>1</c:v>
                </c:pt>
                <c:pt idx="49114">
                  <c:v>1</c:v>
                </c:pt>
                <c:pt idx="49115">
                  <c:v>1</c:v>
                </c:pt>
                <c:pt idx="49116">
                  <c:v>2</c:v>
                </c:pt>
                <c:pt idx="49117">
                  <c:v>5</c:v>
                </c:pt>
                <c:pt idx="49118">
                  <c:v>2</c:v>
                </c:pt>
                <c:pt idx="49119">
                  <c:v>1</c:v>
                </c:pt>
                <c:pt idx="49120">
                  <c:v>1</c:v>
                </c:pt>
                <c:pt idx="49121">
                  <c:v>2</c:v>
                </c:pt>
                <c:pt idx="49122">
                  <c:v>2</c:v>
                </c:pt>
                <c:pt idx="49123">
                  <c:v>3</c:v>
                </c:pt>
                <c:pt idx="49124">
                  <c:v>2</c:v>
                </c:pt>
                <c:pt idx="49125">
                  <c:v>3</c:v>
                </c:pt>
                <c:pt idx="49126">
                  <c:v>2</c:v>
                </c:pt>
                <c:pt idx="49127">
                  <c:v>2</c:v>
                </c:pt>
                <c:pt idx="49128">
                  <c:v>3</c:v>
                </c:pt>
                <c:pt idx="49129">
                  <c:v>6</c:v>
                </c:pt>
                <c:pt idx="49130">
                  <c:v>2</c:v>
                </c:pt>
                <c:pt idx="49131">
                  <c:v>3</c:v>
                </c:pt>
                <c:pt idx="49132">
                  <c:v>2</c:v>
                </c:pt>
                <c:pt idx="49133">
                  <c:v>2</c:v>
                </c:pt>
                <c:pt idx="49134">
                  <c:v>2</c:v>
                </c:pt>
                <c:pt idx="49135">
                  <c:v>3</c:v>
                </c:pt>
                <c:pt idx="49136">
                  <c:v>2</c:v>
                </c:pt>
                <c:pt idx="49137">
                  <c:v>5</c:v>
                </c:pt>
                <c:pt idx="49138">
                  <c:v>2</c:v>
                </c:pt>
                <c:pt idx="49139">
                  <c:v>3</c:v>
                </c:pt>
                <c:pt idx="49140">
                  <c:v>2</c:v>
                </c:pt>
                <c:pt idx="49141">
                  <c:v>5</c:v>
                </c:pt>
                <c:pt idx="49142">
                  <c:v>6</c:v>
                </c:pt>
                <c:pt idx="49143">
                  <c:v>3</c:v>
                </c:pt>
                <c:pt idx="49144">
                  <c:v>3</c:v>
                </c:pt>
                <c:pt idx="49145">
                  <c:v>5</c:v>
                </c:pt>
                <c:pt idx="49146">
                  <c:v>4</c:v>
                </c:pt>
                <c:pt idx="49147">
                  <c:v>4</c:v>
                </c:pt>
                <c:pt idx="49148">
                  <c:v>1</c:v>
                </c:pt>
                <c:pt idx="49149">
                  <c:v>1</c:v>
                </c:pt>
                <c:pt idx="49150">
                  <c:v>1</c:v>
                </c:pt>
                <c:pt idx="49151">
                  <c:v>1</c:v>
                </c:pt>
                <c:pt idx="49152">
                  <c:v>1</c:v>
                </c:pt>
                <c:pt idx="49153">
                  <c:v>1</c:v>
                </c:pt>
                <c:pt idx="49154">
                  <c:v>1</c:v>
                </c:pt>
                <c:pt idx="49155">
                  <c:v>1</c:v>
                </c:pt>
                <c:pt idx="49156">
                  <c:v>2</c:v>
                </c:pt>
                <c:pt idx="49157">
                  <c:v>2</c:v>
                </c:pt>
                <c:pt idx="49158">
                  <c:v>2</c:v>
                </c:pt>
                <c:pt idx="49159">
                  <c:v>2</c:v>
                </c:pt>
                <c:pt idx="49160">
                  <c:v>1</c:v>
                </c:pt>
                <c:pt idx="49161">
                  <c:v>3</c:v>
                </c:pt>
                <c:pt idx="49162">
                  <c:v>1</c:v>
                </c:pt>
                <c:pt idx="49163">
                  <c:v>2</c:v>
                </c:pt>
                <c:pt idx="49164">
                  <c:v>3</c:v>
                </c:pt>
                <c:pt idx="49165">
                  <c:v>2</c:v>
                </c:pt>
                <c:pt idx="49166">
                  <c:v>1</c:v>
                </c:pt>
                <c:pt idx="49167">
                  <c:v>1</c:v>
                </c:pt>
                <c:pt idx="49168">
                  <c:v>1</c:v>
                </c:pt>
                <c:pt idx="49169">
                  <c:v>3</c:v>
                </c:pt>
                <c:pt idx="49170">
                  <c:v>2</c:v>
                </c:pt>
                <c:pt idx="49171">
                  <c:v>2</c:v>
                </c:pt>
                <c:pt idx="49172">
                  <c:v>4</c:v>
                </c:pt>
                <c:pt idx="49173">
                  <c:v>1</c:v>
                </c:pt>
                <c:pt idx="49174">
                  <c:v>1</c:v>
                </c:pt>
                <c:pt idx="49175">
                  <c:v>1</c:v>
                </c:pt>
                <c:pt idx="49176">
                  <c:v>1</c:v>
                </c:pt>
                <c:pt idx="49177">
                  <c:v>2</c:v>
                </c:pt>
                <c:pt idx="49178">
                  <c:v>3</c:v>
                </c:pt>
                <c:pt idx="49179">
                  <c:v>3</c:v>
                </c:pt>
                <c:pt idx="49180">
                  <c:v>5</c:v>
                </c:pt>
                <c:pt idx="49181">
                  <c:v>4</c:v>
                </c:pt>
                <c:pt idx="49182">
                  <c:v>4</c:v>
                </c:pt>
                <c:pt idx="49183">
                  <c:v>1</c:v>
                </c:pt>
                <c:pt idx="49184">
                  <c:v>1</c:v>
                </c:pt>
                <c:pt idx="49185">
                  <c:v>4</c:v>
                </c:pt>
                <c:pt idx="49186">
                  <c:v>2</c:v>
                </c:pt>
                <c:pt idx="49187">
                  <c:v>2</c:v>
                </c:pt>
                <c:pt idx="49188">
                  <c:v>1</c:v>
                </c:pt>
                <c:pt idx="49189">
                  <c:v>1</c:v>
                </c:pt>
                <c:pt idx="49190">
                  <c:v>4</c:v>
                </c:pt>
                <c:pt idx="49191">
                  <c:v>2</c:v>
                </c:pt>
                <c:pt idx="49192">
                  <c:v>2</c:v>
                </c:pt>
                <c:pt idx="49193">
                  <c:v>3</c:v>
                </c:pt>
                <c:pt idx="49194">
                  <c:v>1</c:v>
                </c:pt>
                <c:pt idx="49195">
                  <c:v>3</c:v>
                </c:pt>
                <c:pt idx="49196">
                  <c:v>2</c:v>
                </c:pt>
                <c:pt idx="49197">
                  <c:v>2</c:v>
                </c:pt>
                <c:pt idx="49198">
                  <c:v>2</c:v>
                </c:pt>
                <c:pt idx="49199">
                  <c:v>2</c:v>
                </c:pt>
                <c:pt idx="49200">
                  <c:v>2</c:v>
                </c:pt>
                <c:pt idx="49201">
                  <c:v>1</c:v>
                </c:pt>
                <c:pt idx="49202">
                  <c:v>2</c:v>
                </c:pt>
                <c:pt idx="49203">
                  <c:v>3</c:v>
                </c:pt>
                <c:pt idx="49204">
                  <c:v>3</c:v>
                </c:pt>
                <c:pt idx="49205">
                  <c:v>2</c:v>
                </c:pt>
                <c:pt idx="49206">
                  <c:v>1</c:v>
                </c:pt>
                <c:pt idx="49207">
                  <c:v>1</c:v>
                </c:pt>
                <c:pt idx="49208">
                  <c:v>2</c:v>
                </c:pt>
                <c:pt idx="49209">
                  <c:v>2</c:v>
                </c:pt>
                <c:pt idx="49210">
                  <c:v>1</c:v>
                </c:pt>
                <c:pt idx="49211">
                  <c:v>2</c:v>
                </c:pt>
                <c:pt idx="49212">
                  <c:v>1</c:v>
                </c:pt>
                <c:pt idx="49213">
                  <c:v>1</c:v>
                </c:pt>
                <c:pt idx="49214">
                  <c:v>1</c:v>
                </c:pt>
                <c:pt idx="49215">
                  <c:v>3</c:v>
                </c:pt>
                <c:pt idx="49216">
                  <c:v>1</c:v>
                </c:pt>
                <c:pt idx="49217">
                  <c:v>2</c:v>
                </c:pt>
                <c:pt idx="49218">
                  <c:v>1</c:v>
                </c:pt>
                <c:pt idx="49219">
                  <c:v>1</c:v>
                </c:pt>
                <c:pt idx="49220">
                  <c:v>1</c:v>
                </c:pt>
                <c:pt idx="49221">
                  <c:v>1</c:v>
                </c:pt>
                <c:pt idx="49222">
                  <c:v>1</c:v>
                </c:pt>
                <c:pt idx="49223">
                  <c:v>1</c:v>
                </c:pt>
                <c:pt idx="49224">
                  <c:v>4</c:v>
                </c:pt>
                <c:pt idx="49225">
                  <c:v>1</c:v>
                </c:pt>
                <c:pt idx="49226">
                  <c:v>2</c:v>
                </c:pt>
                <c:pt idx="49227">
                  <c:v>1</c:v>
                </c:pt>
                <c:pt idx="49228">
                  <c:v>1</c:v>
                </c:pt>
                <c:pt idx="49229">
                  <c:v>1</c:v>
                </c:pt>
                <c:pt idx="49230">
                  <c:v>1</c:v>
                </c:pt>
                <c:pt idx="49231">
                  <c:v>1</c:v>
                </c:pt>
                <c:pt idx="49232">
                  <c:v>1</c:v>
                </c:pt>
                <c:pt idx="49233">
                  <c:v>1</c:v>
                </c:pt>
                <c:pt idx="49234">
                  <c:v>1</c:v>
                </c:pt>
                <c:pt idx="49235">
                  <c:v>1</c:v>
                </c:pt>
                <c:pt idx="49236">
                  <c:v>1</c:v>
                </c:pt>
                <c:pt idx="49237">
                  <c:v>1</c:v>
                </c:pt>
                <c:pt idx="49238">
                  <c:v>1</c:v>
                </c:pt>
                <c:pt idx="49239">
                  <c:v>2</c:v>
                </c:pt>
                <c:pt idx="49240">
                  <c:v>2</c:v>
                </c:pt>
                <c:pt idx="49241">
                  <c:v>2</c:v>
                </c:pt>
                <c:pt idx="49242">
                  <c:v>2</c:v>
                </c:pt>
                <c:pt idx="49243">
                  <c:v>2</c:v>
                </c:pt>
                <c:pt idx="49244">
                  <c:v>2</c:v>
                </c:pt>
                <c:pt idx="49245">
                  <c:v>2</c:v>
                </c:pt>
                <c:pt idx="49246">
                  <c:v>4</c:v>
                </c:pt>
                <c:pt idx="49247">
                  <c:v>2</c:v>
                </c:pt>
                <c:pt idx="49248">
                  <c:v>1</c:v>
                </c:pt>
                <c:pt idx="49249">
                  <c:v>2</c:v>
                </c:pt>
                <c:pt idx="49250">
                  <c:v>2</c:v>
                </c:pt>
                <c:pt idx="49251">
                  <c:v>4</c:v>
                </c:pt>
                <c:pt idx="49252">
                  <c:v>2</c:v>
                </c:pt>
                <c:pt idx="49253">
                  <c:v>2</c:v>
                </c:pt>
                <c:pt idx="49254">
                  <c:v>2</c:v>
                </c:pt>
                <c:pt idx="49255">
                  <c:v>2</c:v>
                </c:pt>
                <c:pt idx="49256">
                  <c:v>4</c:v>
                </c:pt>
                <c:pt idx="49257">
                  <c:v>1</c:v>
                </c:pt>
                <c:pt idx="49258">
                  <c:v>3</c:v>
                </c:pt>
                <c:pt idx="49259">
                  <c:v>3</c:v>
                </c:pt>
                <c:pt idx="49260">
                  <c:v>3</c:v>
                </c:pt>
                <c:pt idx="49261">
                  <c:v>2</c:v>
                </c:pt>
                <c:pt idx="49262">
                  <c:v>2</c:v>
                </c:pt>
                <c:pt idx="49263">
                  <c:v>1</c:v>
                </c:pt>
                <c:pt idx="49264">
                  <c:v>3</c:v>
                </c:pt>
                <c:pt idx="49265">
                  <c:v>3</c:v>
                </c:pt>
                <c:pt idx="49266">
                  <c:v>2</c:v>
                </c:pt>
                <c:pt idx="49267">
                  <c:v>2</c:v>
                </c:pt>
                <c:pt idx="49268">
                  <c:v>1</c:v>
                </c:pt>
                <c:pt idx="49269">
                  <c:v>1</c:v>
                </c:pt>
                <c:pt idx="49270">
                  <c:v>1</c:v>
                </c:pt>
                <c:pt idx="49271">
                  <c:v>-2</c:v>
                </c:pt>
                <c:pt idx="49272">
                  <c:v>2</c:v>
                </c:pt>
                <c:pt idx="49273">
                  <c:v>2</c:v>
                </c:pt>
                <c:pt idx="49274">
                  <c:v>1</c:v>
                </c:pt>
                <c:pt idx="49275">
                  <c:v>1</c:v>
                </c:pt>
                <c:pt idx="49276">
                  <c:v>1</c:v>
                </c:pt>
                <c:pt idx="49277">
                  <c:v>2</c:v>
                </c:pt>
                <c:pt idx="49278">
                  <c:v>1</c:v>
                </c:pt>
                <c:pt idx="49279">
                  <c:v>1</c:v>
                </c:pt>
                <c:pt idx="49280">
                  <c:v>1</c:v>
                </c:pt>
                <c:pt idx="49281">
                  <c:v>2</c:v>
                </c:pt>
                <c:pt idx="49282">
                  <c:v>1</c:v>
                </c:pt>
                <c:pt idx="49283">
                  <c:v>2</c:v>
                </c:pt>
                <c:pt idx="49284">
                  <c:v>2</c:v>
                </c:pt>
                <c:pt idx="49285">
                  <c:v>2</c:v>
                </c:pt>
                <c:pt idx="49286">
                  <c:v>1</c:v>
                </c:pt>
                <c:pt idx="49287">
                  <c:v>2</c:v>
                </c:pt>
                <c:pt idx="49288">
                  <c:v>1</c:v>
                </c:pt>
                <c:pt idx="49289">
                  <c:v>1</c:v>
                </c:pt>
                <c:pt idx="49290">
                  <c:v>1</c:v>
                </c:pt>
                <c:pt idx="49291">
                  <c:v>1</c:v>
                </c:pt>
                <c:pt idx="49292">
                  <c:v>1</c:v>
                </c:pt>
                <c:pt idx="49293">
                  <c:v>1</c:v>
                </c:pt>
                <c:pt idx="49294">
                  <c:v>1</c:v>
                </c:pt>
                <c:pt idx="49295">
                  <c:v>1</c:v>
                </c:pt>
                <c:pt idx="49296">
                  <c:v>1</c:v>
                </c:pt>
                <c:pt idx="49297">
                  <c:v>1</c:v>
                </c:pt>
                <c:pt idx="49298">
                  <c:v>1</c:v>
                </c:pt>
                <c:pt idx="49299">
                  <c:v>2</c:v>
                </c:pt>
                <c:pt idx="49300">
                  <c:v>2</c:v>
                </c:pt>
                <c:pt idx="49301">
                  <c:v>2</c:v>
                </c:pt>
                <c:pt idx="49302">
                  <c:v>2</c:v>
                </c:pt>
                <c:pt idx="49303">
                  <c:v>2</c:v>
                </c:pt>
                <c:pt idx="49304">
                  <c:v>2</c:v>
                </c:pt>
                <c:pt idx="49305">
                  <c:v>0</c:v>
                </c:pt>
                <c:pt idx="49306">
                  <c:v>2</c:v>
                </c:pt>
                <c:pt idx="49307">
                  <c:v>1</c:v>
                </c:pt>
                <c:pt idx="49308">
                  <c:v>2</c:v>
                </c:pt>
                <c:pt idx="49309">
                  <c:v>4</c:v>
                </c:pt>
                <c:pt idx="49310">
                  <c:v>3</c:v>
                </c:pt>
                <c:pt idx="49311">
                  <c:v>2</c:v>
                </c:pt>
                <c:pt idx="49312">
                  <c:v>4</c:v>
                </c:pt>
                <c:pt idx="49313">
                  <c:v>1</c:v>
                </c:pt>
                <c:pt idx="49314">
                  <c:v>1</c:v>
                </c:pt>
                <c:pt idx="49315">
                  <c:v>2</c:v>
                </c:pt>
                <c:pt idx="49316">
                  <c:v>2</c:v>
                </c:pt>
                <c:pt idx="49317">
                  <c:v>4</c:v>
                </c:pt>
                <c:pt idx="49318">
                  <c:v>2</c:v>
                </c:pt>
                <c:pt idx="49319">
                  <c:v>2</c:v>
                </c:pt>
                <c:pt idx="49320">
                  <c:v>3</c:v>
                </c:pt>
                <c:pt idx="49321">
                  <c:v>2</c:v>
                </c:pt>
                <c:pt idx="49322">
                  <c:v>2</c:v>
                </c:pt>
                <c:pt idx="49323">
                  <c:v>2</c:v>
                </c:pt>
                <c:pt idx="49324">
                  <c:v>2</c:v>
                </c:pt>
                <c:pt idx="49325">
                  <c:v>2</c:v>
                </c:pt>
                <c:pt idx="49326">
                  <c:v>1</c:v>
                </c:pt>
                <c:pt idx="49327">
                  <c:v>1</c:v>
                </c:pt>
                <c:pt idx="49328">
                  <c:v>1</c:v>
                </c:pt>
                <c:pt idx="49329">
                  <c:v>1</c:v>
                </c:pt>
                <c:pt idx="49330">
                  <c:v>1</c:v>
                </c:pt>
                <c:pt idx="49331">
                  <c:v>1</c:v>
                </c:pt>
                <c:pt idx="49332">
                  <c:v>1</c:v>
                </c:pt>
                <c:pt idx="49333">
                  <c:v>1</c:v>
                </c:pt>
                <c:pt idx="49334">
                  <c:v>1</c:v>
                </c:pt>
                <c:pt idx="49335">
                  <c:v>1</c:v>
                </c:pt>
                <c:pt idx="49336">
                  <c:v>1</c:v>
                </c:pt>
                <c:pt idx="49337">
                  <c:v>1</c:v>
                </c:pt>
                <c:pt idx="49338">
                  <c:v>1</c:v>
                </c:pt>
                <c:pt idx="49339">
                  <c:v>1</c:v>
                </c:pt>
                <c:pt idx="49340">
                  <c:v>1</c:v>
                </c:pt>
                <c:pt idx="49341">
                  <c:v>1</c:v>
                </c:pt>
                <c:pt idx="49342">
                  <c:v>4</c:v>
                </c:pt>
                <c:pt idx="49343">
                  <c:v>4</c:v>
                </c:pt>
                <c:pt idx="49344">
                  <c:v>2</c:v>
                </c:pt>
                <c:pt idx="49345">
                  <c:v>4</c:v>
                </c:pt>
                <c:pt idx="49346">
                  <c:v>4</c:v>
                </c:pt>
                <c:pt idx="49347">
                  <c:v>2</c:v>
                </c:pt>
                <c:pt idx="49348">
                  <c:v>4</c:v>
                </c:pt>
                <c:pt idx="49349">
                  <c:v>2</c:v>
                </c:pt>
                <c:pt idx="49350">
                  <c:v>5</c:v>
                </c:pt>
                <c:pt idx="49351">
                  <c:v>5</c:v>
                </c:pt>
                <c:pt idx="49352">
                  <c:v>2</c:v>
                </c:pt>
                <c:pt idx="49353">
                  <c:v>3</c:v>
                </c:pt>
                <c:pt idx="49354">
                  <c:v>4</c:v>
                </c:pt>
                <c:pt idx="49355">
                  <c:v>6</c:v>
                </c:pt>
                <c:pt idx="49356">
                  <c:v>2</c:v>
                </c:pt>
                <c:pt idx="49357">
                  <c:v>3</c:v>
                </c:pt>
                <c:pt idx="49358">
                  <c:v>6</c:v>
                </c:pt>
                <c:pt idx="49359">
                  <c:v>2</c:v>
                </c:pt>
                <c:pt idx="49360">
                  <c:v>1</c:v>
                </c:pt>
                <c:pt idx="49361">
                  <c:v>1</c:v>
                </c:pt>
                <c:pt idx="49362">
                  <c:v>1</c:v>
                </c:pt>
                <c:pt idx="49363">
                  <c:v>1</c:v>
                </c:pt>
                <c:pt idx="49364">
                  <c:v>1</c:v>
                </c:pt>
                <c:pt idx="49365">
                  <c:v>4</c:v>
                </c:pt>
                <c:pt idx="49366">
                  <c:v>7</c:v>
                </c:pt>
                <c:pt idx="49367">
                  <c:v>8</c:v>
                </c:pt>
                <c:pt idx="49368">
                  <c:v>5</c:v>
                </c:pt>
                <c:pt idx="49369">
                  <c:v>3</c:v>
                </c:pt>
                <c:pt idx="49370">
                  <c:v>1</c:v>
                </c:pt>
                <c:pt idx="49371">
                  <c:v>1</c:v>
                </c:pt>
                <c:pt idx="49372">
                  <c:v>1</c:v>
                </c:pt>
                <c:pt idx="49373">
                  <c:v>1</c:v>
                </c:pt>
                <c:pt idx="49374">
                  <c:v>1</c:v>
                </c:pt>
                <c:pt idx="49375">
                  <c:v>2</c:v>
                </c:pt>
                <c:pt idx="49376">
                  <c:v>2</c:v>
                </c:pt>
                <c:pt idx="49377">
                  <c:v>1</c:v>
                </c:pt>
                <c:pt idx="49378">
                  <c:v>2</c:v>
                </c:pt>
                <c:pt idx="49379">
                  <c:v>1</c:v>
                </c:pt>
                <c:pt idx="49380">
                  <c:v>2</c:v>
                </c:pt>
                <c:pt idx="49381">
                  <c:v>1</c:v>
                </c:pt>
                <c:pt idx="49382">
                  <c:v>1</c:v>
                </c:pt>
                <c:pt idx="49383">
                  <c:v>1</c:v>
                </c:pt>
                <c:pt idx="49384">
                  <c:v>1</c:v>
                </c:pt>
                <c:pt idx="49385">
                  <c:v>1</c:v>
                </c:pt>
                <c:pt idx="49386">
                  <c:v>1</c:v>
                </c:pt>
                <c:pt idx="49387">
                  <c:v>1</c:v>
                </c:pt>
                <c:pt idx="49388">
                  <c:v>2</c:v>
                </c:pt>
                <c:pt idx="49389">
                  <c:v>1</c:v>
                </c:pt>
                <c:pt idx="49390">
                  <c:v>1</c:v>
                </c:pt>
                <c:pt idx="49391">
                  <c:v>4</c:v>
                </c:pt>
                <c:pt idx="49392">
                  <c:v>5</c:v>
                </c:pt>
                <c:pt idx="49393">
                  <c:v>1</c:v>
                </c:pt>
                <c:pt idx="49394">
                  <c:v>5</c:v>
                </c:pt>
                <c:pt idx="49395">
                  <c:v>1</c:v>
                </c:pt>
                <c:pt idx="49396">
                  <c:v>4</c:v>
                </c:pt>
                <c:pt idx="49397">
                  <c:v>2</c:v>
                </c:pt>
                <c:pt idx="49398">
                  <c:v>1</c:v>
                </c:pt>
                <c:pt idx="49399">
                  <c:v>1</c:v>
                </c:pt>
                <c:pt idx="49400">
                  <c:v>1</c:v>
                </c:pt>
                <c:pt idx="49401">
                  <c:v>1</c:v>
                </c:pt>
                <c:pt idx="49402">
                  <c:v>1</c:v>
                </c:pt>
                <c:pt idx="49403">
                  <c:v>1</c:v>
                </c:pt>
                <c:pt idx="49404">
                  <c:v>5</c:v>
                </c:pt>
                <c:pt idx="49405">
                  <c:v>5</c:v>
                </c:pt>
                <c:pt idx="49406">
                  <c:v>3</c:v>
                </c:pt>
                <c:pt idx="49407">
                  <c:v>3</c:v>
                </c:pt>
                <c:pt idx="49408">
                  <c:v>3</c:v>
                </c:pt>
                <c:pt idx="49409">
                  <c:v>5</c:v>
                </c:pt>
                <c:pt idx="49410">
                  <c:v>2</c:v>
                </c:pt>
                <c:pt idx="49411">
                  <c:v>3</c:v>
                </c:pt>
                <c:pt idx="49412">
                  <c:v>1</c:v>
                </c:pt>
                <c:pt idx="49413">
                  <c:v>4</c:v>
                </c:pt>
                <c:pt idx="49414">
                  <c:v>5</c:v>
                </c:pt>
                <c:pt idx="49415">
                  <c:v>3</c:v>
                </c:pt>
                <c:pt idx="49416">
                  <c:v>1</c:v>
                </c:pt>
                <c:pt idx="49417">
                  <c:v>1</c:v>
                </c:pt>
                <c:pt idx="49418">
                  <c:v>1</c:v>
                </c:pt>
                <c:pt idx="49419">
                  <c:v>1</c:v>
                </c:pt>
                <c:pt idx="49420">
                  <c:v>1</c:v>
                </c:pt>
                <c:pt idx="49421">
                  <c:v>1</c:v>
                </c:pt>
                <c:pt idx="49422">
                  <c:v>1</c:v>
                </c:pt>
                <c:pt idx="49423">
                  <c:v>2</c:v>
                </c:pt>
                <c:pt idx="49424">
                  <c:v>1</c:v>
                </c:pt>
                <c:pt idx="49425">
                  <c:v>3</c:v>
                </c:pt>
                <c:pt idx="49426">
                  <c:v>2</c:v>
                </c:pt>
                <c:pt idx="49427">
                  <c:v>2</c:v>
                </c:pt>
                <c:pt idx="49428">
                  <c:v>2</c:v>
                </c:pt>
                <c:pt idx="49429">
                  <c:v>3</c:v>
                </c:pt>
                <c:pt idx="49430">
                  <c:v>1</c:v>
                </c:pt>
                <c:pt idx="49431">
                  <c:v>2</c:v>
                </c:pt>
                <c:pt idx="49432">
                  <c:v>1</c:v>
                </c:pt>
                <c:pt idx="49433">
                  <c:v>1</c:v>
                </c:pt>
                <c:pt idx="49434">
                  <c:v>1</c:v>
                </c:pt>
                <c:pt idx="49435">
                  <c:v>6</c:v>
                </c:pt>
                <c:pt idx="49436">
                  <c:v>0</c:v>
                </c:pt>
                <c:pt idx="49437">
                  <c:v>1</c:v>
                </c:pt>
                <c:pt idx="49438">
                  <c:v>1</c:v>
                </c:pt>
                <c:pt idx="49439">
                  <c:v>4</c:v>
                </c:pt>
                <c:pt idx="49440">
                  <c:v>2</c:v>
                </c:pt>
                <c:pt idx="49441">
                  <c:v>3</c:v>
                </c:pt>
                <c:pt idx="49442">
                  <c:v>3</c:v>
                </c:pt>
                <c:pt idx="49443">
                  <c:v>2</c:v>
                </c:pt>
                <c:pt idx="49444">
                  <c:v>2</c:v>
                </c:pt>
                <c:pt idx="49445">
                  <c:v>3</c:v>
                </c:pt>
                <c:pt idx="49446">
                  <c:v>2</c:v>
                </c:pt>
                <c:pt idx="49447">
                  <c:v>3</c:v>
                </c:pt>
                <c:pt idx="49448">
                  <c:v>1</c:v>
                </c:pt>
                <c:pt idx="49449">
                  <c:v>1</c:v>
                </c:pt>
                <c:pt idx="49450">
                  <c:v>1</c:v>
                </c:pt>
                <c:pt idx="49451">
                  <c:v>1</c:v>
                </c:pt>
                <c:pt idx="49452">
                  <c:v>1</c:v>
                </c:pt>
                <c:pt idx="49453">
                  <c:v>1</c:v>
                </c:pt>
                <c:pt idx="49454">
                  <c:v>1</c:v>
                </c:pt>
                <c:pt idx="49455">
                  <c:v>1</c:v>
                </c:pt>
                <c:pt idx="49456">
                  <c:v>1</c:v>
                </c:pt>
                <c:pt idx="49457">
                  <c:v>1</c:v>
                </c:pt>
                <c:pt idx="49458">
                  <c:v>1</c:v>
                </c:pt>
                <c:pt idx="49459">
                  <c:v>2</c:v>
                </c:pt>
                <c:pt idx="49460">
                  <c:v>1</c:v>
                </c:pt>
                <c:pt idx="49461">
                  <c:v>1</c:v>
                </c:pt>
                <c:pt idx="49462">
                  <c:v>2</c:v>
                </c:pt>
                <c:pt idx="49463">
                  <c:v>1</c:v>
                </c:pt>
                <c:pt idx="49464">
                  <c:v>1</c:v>
                </c:pt>
                <c:pt idx="49465">
                  <c:v>2</c:v>
                </c:pt>
                <c:pt idx="49466">
                  <c:v>1</c:v>
                </c:pt>
                <c:pt idx="49467">
                  <c:v>1</c:v>
                </c:pt>
                <c:pt idx="49468">
                  <c:v>1</c:v>
                </c:pt>
                <c:pt idx="49469">
                  <c:v>1</c:v>
                </c:pt>
                <c:pt idx="49470">
                  <c:v>1</c:v>
                </c:pt>
                <c:pt idx="49471">
                  <c:v>2</c:v>
                </c:pt>
                <c:pt idx="49472">
                  <c:v>1</c:v>
                </c:pt>
                <c:pt idx="49473">
                  <c:v>1</c:v>
                </c:pt>
                <c:pt idx="49474">
                  <c:v>1</c:v>
                </c:pt>
                <c:pt idx="49475">
                  <c:v>1</c:v>
                </c:pt>
                <c:pt idx="49476">
                  <c:v>1</c:v>
                </c:pt>
                <c:pt idx="49477">
                  <c:v>1</c:v>
                </c:pt>
                <c:pt idx="49478">
                  <c:v>1</c:v>
                </c:pt>
                <c:pt idx="49479">
                  <c:v>1</c:v>
                </c:pt>
                <c:pt idx="49480">
                  <c:v>1</c:v>
                </c:pt>
                <c:pt idx="49481">
                  <c:v>1</c:v>
                </c:pt>
                <c:pt idx="49482">
                  <c:v>1</c:v>
                </c:pt>
                <c:pt idx="49483">
                  <c:v>1</c:v>
                </c:pt>
                <c:pt idx="49484">
                  <c:v>4</c:v>
                </c:pt>
                <c:pt idx="49485">
                  <c:v>1</c:v>
                </c:pt>
                <c:pt idx="49486">
                  <c:v>1</c:v>
                </c:pt>
                <c:pt idx="49487">
                  <c:v>1</c:v>
                </c:pt>
                <c:pt idx="49488">
                  <c:v>1</c:v>
                </c:pt>
                <c:pt idx="49489">
                  <c:v>1</c:v>
                </c:pt>
                <c:pt idx="49490">
                  <c:v>1</c:v>
                </c:pt>
                <c:pt idx="49491">
                  <c:v>3</c:v>
                </c:pt>
                <c:pt idx="49492">
                  <c:v>2</c:v>
                </c:pt>
                <c:pt idx="49493">
                  <c:v>1</c:v>
                </c:pt>
                <c:pt idx="49494">
                  <c:v>3</c:v>
                </c:pt>
                <c:pt idx="49495">
                  <c:v>2</c:v>
                </c:pt>
                <c:pt idx="49496">
                  <c:v>2</c:v>
                </c:pt>
                <c:pt idx="49497">
                  <c:v>3</c:v>
                </c:pt>
                <c:pt idx="49498">
                  <c:v>1</c:v>
                </c:pt>
                <c:pt idx="49499">
                  <c:v>1</c:v>
                </c:pt>
                <c:pt idx="49500">
                  <c:v>1</c:v>
                </c:pt>
                <c:pt idx="49501">
                  <c:v>3</c:v>
                </c:pt>
                <c:pt idx="49502">
                  <c:v>1</c:v>
                </c:pt>
                <c:pt idx="49503">
                  <c:v>2</c:v>
                </c:pt>
                <c:pt idx="49504">
                  <c:v>2</c:v>
                </c:pt>
                <c:pt idx="49505">
                  <c:v>2</c:v>
                </c:pt>
                <c:pt idx="49506">
                  <c:v>2</c:v>
                </c:pt>
                <c:pt idx="49507">
                  <c:v>4</c:v>
                </c:pt>
                <c:pt idx="49508">
                  <c:v>2</c:v>
                </c:pt>
                <c:pt idx="49509">
                  <c:v>3</c:v>
                </c:pt>
                <c:pt idx="49510">
                  <c:v>2</c:v>
                </c:pt>
                <c:pt idx="49511">
                  <c:v>2</c:v>
                </c:pt>
                <c:pt idx="49512">
                  <c:v>3</c:v>
                </c:pt>
                <c:pt idx="49513">
                  <c:v>2</c:v>
                </c:pt>
                <c:pt idx="49514">
                  <c:v>3</c:v>
                </c:pt>
                <c:pt idx="49515">
                  <c:v>2</c:v>
                </c:pt>
                <c:pt idx="49516">
                  <c:v>1</c:v>
                </c:pt>
                <c:pt idx="49517">
                  <c:v>1</c:v>
                </c:pt>
                <c:pt idx="49518">
                  <c:v>1</c:v>
                </c:pt>
                <c:pt idx="49519">
                  <c:v>1</c:v>
                </c:pt>
                <c:pt idx="49520">
                  <c:v>1</c:v>
                </c:pt>
                <c:pt idx="49521">
                  <c:v>2</c:v>
                </c:pt>
                <c:pt idx="49522">
                  <c:v>4</c:v>
                </c:pt>
                <c:pt idx="49523">
                  <c:v>2</c:v>
                </c:pt>
                <c:pt idx="49524">
                  <c:v>4</c:v>
                </c:pt>
                <c:pt idx="49525">
                  <c:v>3</c:v>
                </c:pt>
                <c:pt idx="49526">
                  <c:v>1</c:v>
                </c:pt>
                <c:pt idx="49527">
                  <c:v>2</c:v>
                </c:pt>
                <c:pt idx="49528">
                  <c:v>1</c:v>
                </c:pt>
                <c:pt idx="49529">
                  <c:v>1</c:v>
                </c:pt>
                <c:pt idx="49530">
                  <c:v>1</c:v>
                </c:pt>
                <c:pt idx="49531">
                  <c:v>2</c:v>
                </c:pt>
                <c:pt idx="49532">
                  <c:v>3</c:v>
                </c:pt>
                <c:pt idx="49533">
                  <c:v>1</c:v>
                </c:pt>
                <c:pt idx="49534">
                  <c:v>2</c:v>
                </c:pt>
                <c:pt idx="49535">
                  <c:v>2</c:v>
                </c:pt>
                <c:pt idx="49536">
                  <c:v>1</c:v>
                </c:pt>
                <c:pt idx="49537">
                  <c:v>2</c:v>
                </c:pt>
                <c:pt idx="49538">
                  <c:v>2</c:v>
                </c:pt>
                <c:pt idx="49539">
                  <c:v>3</c:v>
                </c:pt>
                <c:pt idx="49540">
                  <c:v>2</c:v>
                </c:pt>
                <c:pt idx="49541">
                  <c:v>2</c:v>
                </c:pt>
                <c:pt idx="49542">
                  <c:v>2</c:v>
                </c:pt>
                <c:pt idx="49543">
                  <c:v>3</c:v>
                </c:pt>
                <c:pt idx="49544">
                  <c:v>2</c:v>
                </c:pt>
                <c:pt idx="49545">
                  <c:v>1</c:v>
                </c:pt>
                <c:pt idx="49546">
                  <c:v>1</c:v>
                </c:pt>
                <c:pt idx="49547">
                  <c:v>1</c:v>
                </c:pt>
                <c:pt idx="49548">
                  <c:v>1</c:v>
                </c:pt>
                <c:pt idx="49549">
                  <c:v>2</c:v>
                </c:pt>
                <c:pt idx="49550">
                  <c:v>1</c:v>
                </c:pt>
                <c:pt idx="49551">
                  <c:v>1</c:v>
                </c:pt>
                <c:pt idx="49552">
                  <c:v>1</c:v>
                </c:pt>
                <c:pt idx="49553">
                  <c:v>1</c:v>
                </c:pt>
                <c:pt idx="49554">
                  <c:v>2</c:v>
                </c:pt>
                <c:pt idx="49555">
                  <c:v>2</c:v>
                </c:pt>
                <c:pt idx="49556">
                  <c:v>2</c:v>
                </c:pt>
                <c:pt idx="49557">
                  <c:v>2</c:v>
                </c:pt>
                <c:pt idx="49558">
                  <c:v>-1</c:v>
                </c:pt>
                <c:pt idx="49559">
                  <c:v>1</c:v>
                </c:pt>
                <c:pt idx="49560">
                  <c:v>1</c:v>
                </c:pt>
                <c:pt idx="49561">
                  <c:v>1</c:v>
                </c:pt>
                <c:pt idx="49562">
                  <c:v>2</c:v>
                </c:pt>
                <c:pt idx="49563">
                  <c:v>1</c:v>
                </c:pt>
                <c:pt idx="49564">
                  <c:v>1</c:v>
                </c:pt>
                <c:pt idx="49565">
                  <c:v>1</c:v>
                </c:pt>
                <c:pt idx="49566">
                  <c:v>2</c:v>
                </c:pt>
                <c:pt idx="49567">
                  <c:v>1</c:v>
                </c:pt>
                <c:pt idx="49568">
                  <c:v>1</c:v>
                </c:pt>
                <c:pt idx="49569">
                  <c:v>1</c:v>
                </c:pt>
                <c:pt idx="49570">
                  <c:v>1</c:v>
                </c:pt>
                <c:pt idx="49571">
                  <c:v>1</c:v>
                </c:pt>
                <c:pt idx="49572">
                  <c:v>1</c:v>
                </c:pt>
                <c:pt idx="49573">
                  <c:v>1</c:v>
                </c:pt>
                <c:pt idx="49574">
                  <c:v>1</c:v>
                </c:pt>
                <c:pt idx="49575">
                  <c:v>1</c:v>
                </c:pt>
                <c:pt idx="49576">
                  <c:v>2</c:v>
                </c:pt>
                <c:pt idx="49577">
                  <c:v>1</c:v>
                </c:pt>
                <c:pt idx="49578">
                  <c:v>1</c:v>
                </c:pt>
                <c:pt idx="49579">
                  <c:v>1</c:v>
                </c:pt>
                <c:pt idx="49580">
                  <c:v>1</c:v>
                </c:pt>
                <c:pt idx="49581">
                  <c:v>8</c:v>
                </c:pt>
                <c:pt idx="49582">
                  <c:v>8</c:v>
                </c:pt>
                <c:pt idx="49583">
                  <c:v>1</c:v>
                </c:pt>
                <c:pt idx="49584">
                  <c:v>8</c:v>
                </c:pt>
                <c:pt idx="49585">
                  <c:v>1</c:v>
                </c:pt>
                <c:pt idx="49586">
                  <c:v>1</c:v>
                </c:pt>
                <c:pt idx="49587">
                  <c:v>8</c:v>
                </c:pt>
                <c:pt idx="49588">
                  <c:v>1</c:v>
                </c:pt>
                <c:pt idx="49589">
                  <c:v>1</c:v>
                </c:pt>
                <c:pt idx="49590">
                  <c:v>8</c:v>
                </c:pt>
                <c:pt idx="49591">
                  <c:v>4</c:v>
                </c:pt>
                <c:pt idx="49592">
                  <c:v>8</c:v>
                </c:pt>
                <c:pt idx="49593">
                  <c:v>19</c:v>
                </c:pt>
                <c:pt idx="49594">
                  <c:v>4</c:v>
                </c:pt>
                <c:pt idx="49595">
                  <c:v>4</c:v>
                </c:pt>
                <c:pt idx="49596">
                  <c:v>6</c:v>
                </c:pt>
                <c:pt idx="49597">
                  <c:v>1</c:v>
                </c:pt>
                <c:pt idx="49598">
                  <c:v>1</c:v>
                </c:pt>
                <c:pt idx="49599">
                  <c:v>6</c:v>
                </c:pt>
                <c:pt idx="49600">
                  <c:v>1</c:v>
                </c:pt>
                <c:pt idx="49601">
                  <c:v>4</c:v>
                </c:pt>
                <c:pt idx="49602">
                  <c:v>1</c:v>
                </c:pt>
                <c:pt idx="49603">
                  <c:v>2</c:v>
                </c:pt>
                <c:pt idx="49604">
                  <c:v>1</c:v>
                </c:pt>
                <c:pt idx="49605">
                  <c:v>1</c:v>
                </c:pt>
                <c:pt idx="49606">
                  <c:v>1</c:v>
                </c:pt>
                <c:pt idx="49607">
                  <c:v>2</c:v>
                </c:pt>
                <c:pt idx="49608">
                  <c:v>2</c:v>
                </c:pt>
                <c:pt idx="49609">
                  <c:v>1</c:v>
                </c:pt>
                <c:pt idx="49610">
                  <c:v>19</c:v>
                </c:pt>
                <c:pt idx="49611">
                  <c:v>1</c:v>
                </c:pt>
                <c:pt idx="49612">
                  <c:v>2</c:v>
                </c:pt>
                <c:pt idx="49613">
                  <c:v>2</c:v>
                </c:pt>
                <c:pt idx="49614">
                  <c:v>1</c:v>
                </c:pt>
                <c:pt idx="49615">
                  <c:v>1</c:v>
                </c:pt>
                <c:pt idx="49616">
                  <c:v>2</c:v>
                </c:pt>
                <c:pt idx="49617">
                  <c:v>2</c:v>
                </c:pt>
                <c:pt idx="49618">
                  <c:v>1</c:v>
                </c:pt>
                <c:pt idx="49619">
                  <c:v>1</c:v>
                </c:pt>
                <c:pt idx="49620">
                  <c:v>1</c:v>
                </c:pt>
                <c:pt idx="49621">
                  <c:v>1</c:v>
                </c:pt>
                <c:pt idx="49622">
                  <c:v>3</c:v>
                </c:pt>
                <c:pt idx="49623">
                  <c:v>3</c:v>
                </c:pt>
                <c:pt idx="49624">
                  <c:v>5</c:v>
                </c:pt>
                <c:pt idx="49625">
                  <c:v>4</c:v>
                </c:pt>
                <c:pt idx="49626">
                  <c:v>3</c:v>
                </c:pt>
                <c:pt idx="49627">
                  <c:v>3</c:v>
                </c:pt>
                <c:pt idx="49628">
                  <c:v>2</c:v>
                </c:pt>
                <c:pt idx="49629">
                  <c:v>7</c:v>
                </c:pt>
                <c:pt idx="49630">
                  <c:v>1</c:v>
                </c:pt>
                <c:pt idx="49631">
                  <c:v>1</c:v>
                </c:pt>
                <c:pt idx="49632">
                  <c:v>1</c:v>
                </c:pt>
                <c:pt idx="49633">
                  <c:v>1</c:v>
                </c:pt>
                <c:pt idx="49634">
                  <c:v>1</c:v>
                </c:pt>
                <c:pt idx="49635">
                  <c:v>5</c:v>
                </c:pt>
                <c:pt idx="49636">
                  <c:v>2</c:v>
                </c:pt>
                <c:pt idx="49637">
                  <c:v>5</c:v>
                </c:pt>
                <c:pt idx="49638">
                  <c:v>3</c:v>
                </c:pt>
                <c:pt idx="49639">
                  <c:v>4</c:v>
                </c:pt>
                <c:pt idx="49640">
                  <c:v>6</c:v>
                </c:pt>
                <c:pt idx="49641">
                  <c:v>4</c:v>
                </c:pt>
                <c:pt idx="49642">
                  <c:v>4</c:v>
                </c:pt>
                <c:pt idx="49643">
                  <c:v>4</c:v>
                </c:pt>
                <c:pt idx="49644">
                  <c:v>1</c:v>
                </c:pt>
                <c:pt idx="49645">
                  <c:v>2</c:v>
                </c:pt>
                <c:pt idx="49646">
                  <c:v>1</c:v>
                </c:pt>
                <c:pt idx="49647">
                  <c:v>1</c:v>
                </c:pt>
                <c:pt idx="49648">
                  <c:v>1</c:v>
                </c:pt>
                <c:pt idx="49649">
                  <c:v>2</c:v>
                </c:pt>
                <c:pt idx="49650">
                  <c:v>3</c:v>
                </c:pt>
                <c:pt idx="49651">
                  <c:v>1</c:v>
                </c:pt>
                <c:pt idx="49652">
                  <c:v>1</c:v>
                </c:pt>
                <c:pt idx="49653">
                  <c:v>3</c:v>
                </c:pt>
                <c:pt idx="49654">
                  <c:v>2</c:v>
                </c:pt>
                <c:pt idx="49655">
                  <c:v>1</c:v>
                </c:pt>
                <c:pt idx="49656">
                  <c:v>1</c:v>
                </c:pt>
                <c:pt idx="49657">
                  <c:v>6</c:v>
                </c:pt>
                <c:pt idx="49658">
                  <c:v>2</c:v>
                </c:pt>
                <c:pt idx="49659">
                  <c:v>1</c:v>
                </c:pt>
                <c:pt idx="49660">
                  <c:v>3</c:v>
                </c:pt>
                <c:pt idx="49661">
                  <c:v>1</c:v>
                </c:pt>
                <c:pt idx="49662">
                  <c:v>1</c:v>
                </c:pt>
                <c:pt idx="49663">
                  <c:v>1</c:v>
                </c:pt>
                <c:pt idx="49664">
                  <c:v>1</c:v>
                </c:pt>
                <c:pt idx="49665">
                  <c:v>1</c:v>
                </c:pt>
                <c:pt idx="49666">
                  <c:v>2</c:v>
                </c:pt>
                <c:pt idx="49667">
                  <c:v>2</c:v>
                </c:pt>
                <c:pt idx="49668">
                  <c:v>2</c:v>
                </c:pt>
                <c:pt idx="49669">
                  <c:v>2</c:v>
                </c:pt>
                <c:pt idx="49670">
                  <c:v>2</c:v>
                </c:pt>
                <c:pt idx="49671">
                  <c:v>2</c:v>
                </c:pt>
                <c:pt idx="49672">
                  <c:v>2</c:v>
                </c:pt>
                <c:pt idx="49673">
                  <c:v>2</c:v>
                </c:pt>
                <c:pt idx="49674">
                  <c:v>1</c:v>
                </c:pt>
                <c:pt idx="49675">
                  <c:v>1</c:v>
                </c:pt>
                <c:pt idx="49676">
                  <c:v>1</c:v>
                </c:pt>
                <c:pt idx="49677">
                  <c:v>1</c:v>
                </c:pt>
                <c:pt idx="49678">
                  <c:v>1</c:v>
                </c:pt>
                <c:pt idx="49679">
                  <c:v>1</c:v>
                </c:pt>
                <c:pt idx="49680">
                  <c:v>1</c:v>
                </c:pt>
                <c:pt idx="49681">
                  <c:v>1</c:v>
                </c:pt>
                <c:pt idx="49682">
                  <c:v>2</c:v>
                </c:pt>
                <c:pt idx="49683">
                  <c:v>2</c:v>
                </c:pt>
                <c:pt idx="49684">
                  <c:v>3</c:v>
                </c:pt>
                <c:pt idx="49685">
                  <c:v>2</c:v>
                </c:pt>
                <c:pt idx="49686">
                  <c:v>3</c:v>
                </c:pt>
                <c:pt idx="49687">
                  <c:v>3</c:v>
                </c:pt>
                <c:pt idx="49688">
                  <c:v>3</c:v>
                </c:pt>
                <c:pt idx="49689">
                  <c:v>2</c:v>
                </c:pt>
                <c:pt idx="49690">
                  <c:v>2</c:v>
                </c:pt>
                <c:pt idx="49691">
                  <c:v>6</c:v>
                </c:pt>
                <c:pt idx="49692">
                  <c:v>3</c:v>
                </c:pt>
                <c:pt idx="49693">
                  <c:v>5</c:v>
                </c:pt>
                <c:pt idx="49694">
                  <c:v>2</c:v>
                </c:pt>
                <c:pt idx="49695">
                  <c:v>1</c:v>
                </c:pt>
                <c:pt idx="49696">
                  <c:v>1</c:v>
                </c:pt>
                <c:pt idx="49697">
                  <c:v>1</c:v>
                </c:pt>
                <c:pt idx="49698">
                  <c:v>1</c:v>
                </c:pt>
                <c:pt idx="49699">
                  <c:v>2</c:v>
                </c:pt>
                <c:pt idx="49700">
                  <c:v>1</c:v>
                </c:pt>
                <c:pt idx="49701">
                  <c:v>2</c:v>
                </c:pt>
                <c:pt idx="49702">
                  <c:v>3</c:v>
                </c:pt>
                <c:pt idx="49703">
                  <c:v>1</c:v>
                </c:pt>
                <c:pt idx="49704">
                  <c:v>2</c:v>
                </c:pt>
                <c:pt idx="49705">
                  <c:v>2</c:v>
                </c:pt>
                <c:pt idx="49706">
                  <c:v>2</c:v>
                </c:pt>
                <c:pt idx="49707">
                  <c:v>2</c:v>
                </c:pt>
                <c:pt idx="49708">
                  <c:v>2</c:v>
                </c:pt>
                <c:pt idx="49709">
                  <c:v>1</c:v>
                </c:pt>
                <c:pt idx="49710">
                  <c:v>1</c:v>
                </c:pt>
                <c:pt idx="49711">
                  <c:v>2</c:v>
                </c:pt>
                <c:pt idx="49712">
                  <c:v>2</c:v>
                </c:pt>
                <c:pt idx="49713">
                  <c:v>2</c:v>
                </c:pt>
                <c:pt idx="49714">
                  <c:v>1</c:v>
                </c:pt>
                <c:pt idx="49715">
                  <c:v>1</c:v>
                </c:pt>
                <c:pt idx="49716">
                  <c:v>1</c:v>
                </c:pt>
                <c:pt idx="49717">
                  <c:v>1</c:v>
                </c:pt>
                <c:pt idx="49718">
                  <c:v>1</c:v>
                </c:pt>
                <c:pt idx="49719">
                  <c:v>1</c:v>
                </c:pt>
                <c:pt idx="49720">
                  <c:v>1</c:v>
                </c:pt>
                <c:pt idx="49721">
                  <c:v>1</c:v>
                </c:pt>
                <c:pt idx="49722">
                  <c:v>3</c:v>
                </c:pt>
                <c:pt idx="49723">
                  <c:v>3</c:v>
                </c:pt>
                <c:pt idx="49724">
                  <c:v>2</c:v>
                </c:pt>
                <c:pt idx="49725">
                  <c:v>2</c:v>
                </c:pt>
                <c:pt idx="49726">
                  <c:v>2</c:v>
                </c:pt>
                <c:pt idx="49727">
                  <c:v>2</c:v>
                </c:pt>
                <c:pt idx="49728">
                  <c:v>2</c:v>
                </c:pt>
                <c:pt idx="49729">
                  <c:v>2</c:v>
                </c:pt>
                <c:pt idx="49730">
                  <c:v>2</c:v>
                </c:pt>
                <c:pt idx="49731">
                  <c:v>3</c:v>
                </c:pt>
                <c:pt idx="49732">
                  <c:v>3</c:v>
                </c:pt>
                <c:pt idx="49733">
                  <c:v>2</c:v>
                </c:pt>
                <c:pt idx="49734">
                  <c:v>2</c:v>
                </c:pt>
                <c:pt idx="49735">
                  <c:v>1</c:v>
                </c:pt>
                <c:pt idx="49736">
                  <c:v>1</c:v>
                </c:pt>
                <c:pt idx="49737">
                  <c:v>3</c:v>
                </c:pt>
                <c:pt idx="49738">
                  <c:v>2</c:v>
                </c:pt>
                <c:pt idx="49739">
                  <c:v>2</c:v>
                </c:pt>
                <c:pt idx="49740">
                  <c:v>2</c:v>
                </c:pt>
                <c:pt idx="49741">
                  <c:v>2</c:v>
                </c:pt>
                <c:pt idx="49742">
                  <c:v>3</c:v>
                </c:pt>
                <c:pt idx="49743">
                  <c:v>4</c:v>
                </c:pt>
                <c:pt idx="49744">
                  <c:v>2</c:v>
                </c:pt>
                <c:pt idx="49745">
                  <c:v>2</c:v>
                </c:pt>
                <c:pt idx="49746">
                  <c:v>3</c:v>
                </c:pt>
                <c:pt idx="49747">
                  <c:v>4</c:v>
                </c:pt>
                <c:pt idx="49748">
                  <c:v>4</c:v>
                </c:pt>
                <c:pt idx="49749">
                  <c:v>4</c:v>
                </c:pt>
                <c:pt idx="49750">
                  <c:v>3</c:v>
                </c:pt>
                <c:pt idx="49751">
                  <c:v>3</c:v>
                </c:pt>
                <c:pt idx="49752">
                  <c:v>3</c:v>
                </c:pt>
                <c:pt idx="49753">
                  <c:v>2</c:v>
                </c:pt>
                <c:pt idx="49754">
                  <c:v>5</c:v>
                </c:pt>
                <c:pt idx="49755">
                  <c:v>1</c:v>
                </c:pt>
                <c:pt idx="49756">
                  <c:v>1</c:v>
                </c:pt>
                <c:pt idx="49757">
                  <c:v>1</c:v>
                </c:pt>
                <c:pt idx="49758">
                  <c:v>1</c:v>
                </c:pt>
                <c:pt idx="49759">
                  <c:v>5</c:v>
                </c:pt>
                <c:pt idx="49760">
                  <c:v>3</c:v>
                </c:pt>
                <c:pt idx="49761">
                  <c:v>5</c:v>
                </c:pt>
                <c:pt idx="49762">
                  <c:v>5</c:v>
                </c:pt>
                <c:pt idx="49763">
                  <c:v>6</c:v>
                </c:pt>
                <c:pt idx="49764">
                  <c:v>4</c:v>
                </c:pt>
                <c:pt idx="49765">
                  <c:v>3</c:v>
                </c:pt>
                <c:pt idx="49766">
                  <c:v>1</c:v>
                </c:pt>
                <c:pt idx="49767">
                  <c:v>1</c:v>
                </c:pt>
                <c:pt idx="49768">
                  <c:v>1</c:v>
                </c:pt>
                <c:pt idx="49769">
                  <c:v>2</c:v>
                </c:pt>
                <c:pt idx="49770">
                  <c:v>1</c:v>
                </c:pt>
                <c:pt idx="49771">
                  <c:v>1</c:v>
                </c:pt>
                <c:pt idx="49772">
                  <c:v>1</c:v>
                </c:pt>
                <c:pt idx="49773">
                  <c:v>3</c:v>
                </c:pt>
                <c:pt idx="49774">
                  <c:v>1</c:v>
                </c:pt>
                <c:pt idx="49775">
                  <c:v>2</c:v>
                </c:pt>
                <c:pt idx="49776">
                  <c:v>1</c:v>
                </c:pt>
                <c:pt idx="49777">
                  <c:v>1</c:v>
                </c:pt>
                <c:pt idx="49778">
                  <c:v>1</c:v>
                </c:pt>
                <c:pt idx="49779">
                  <c:v>2</c:v>
                </c:pt>
                <c:pt idx="49780">
                  <c:v>3</c:v>
                </c:pt>
                <c:pt idx="49781">
                  <c:v>1</c:v>
                </c:pt>
                <c:pt idx="49782">
                  <c:v>1</c:v>
                </c:pt>
                <c:pt idx="49783">
                  <c:v>1</c:v>
                </c:pt>
                <c:pt idx="49784">
                  <c:v>1</c:v>
                </c:pt>
                <c:pt idx="49785">
                  <c:v>1</c:v>
                </c:pt>
                <c:pt idx="49786">
                  <c:v>1</c:v>
                </c:pt>
                <c:pt idx="49787">
                  <c:v>1</c:v>
                </c:pt>
                <c:pt idx="49788">
                  <c:v>1</c:v>
                </c:pt>
                <c:pt idx="49789">
                  <c:v>1</c:v>
                </c:pt>
                <c:pt idx="49790">
                  <c:v>1</c:v>
                </c:pt>
                <c:pt idx="49791">
                  <c:v>3</c:v>
                </c:pt>
                <c:pt idx="49792">
                  <c:v>4</c:v>
                </c:pt>
                <c:pt idx="49793">
                  <c:v>2</c:v>
                </c:pt>
                <c:pt idx="49794">
                  <c:v>1</c:v>
                </c:pt>
                <c:pt idx="49795">
                  <c:v>4</c:v>
                </c:pt>
                <c:pt idx="49796">
                  <c:v>2</c:v>
                </c:pt>
                <c:pt idx="49797">
                  <c:v>2</c:v>
                </c:pt>
                <c:pt idx="49798">
                  <c:v>2</c:v>
                </c:pt>
                <c:pt idx="49799">
                  <c:v>4</c:v>
                </c:pt>
                <c:pt idx="49800">
                  <c:v>2</c:v>
                </c:pt>
                <c:pt idx="49801">
                  <c:v>1</c:v>
                </c:pt>
                <c:pt idx="49802">
                  <c:v>1</c:v>
                </c:pt>
                <c:pt idx="49803">
                  <c:v>1</c:v>
                </c:pt>
                <c:pt idx="49804">
                  <c:v>1</c:v>
                </c:pt>
                <c:pt idx="49805">
                  <c:v>1</c:v>
                </c:pt>
                <c:pt idx="49806">
                  <c:v>1</c:v>
                </c:pt>
                <c:pt idx="49807">
                  <c:v>1</c:v>
                </c:pt>
                <c:pt idx="49808">
                  <c:v>1</c:v>
                </c:pt>
                <c:pt idx="49809">
                  <c:v>2</c:v>
                </c:pt>
                <c:pt idx="49810">
                  <c:v>1</c:v>
                </c:pt>
                <c:pt idx="49811">
                  <c:v>1</c:v>
                </c:pt>
                <c:pt idx="49812">
                  <c:v>1</c:v>
                </c:pt>
                <c:pt idx="49813">
                  <c:v>1</c:v>
                </c:pt>
                <c:pt idx="49814">
                  <c:v>4</c:v>
                </c:pt>
                <c:pt idx="49815">
                  <c:v>3</c:v>
                </c:pt>
                <c:pt idx="49816">
                  <c:v>4</c:v>
                </c:pt>
                <c:pt idx="49817">
                  <c:v>4</c:v>
                </c:pt>
                <c:pt idx="49818">
                  <c:v>2</c:v>
                </c:pt>
                <c:pt idx="49819">
                  <c:v>2</c:v>
                </c:pt>
                <c:pt idx="49820">
                  <c:v>3</c:v>
                </c:pt>
                <c:pt idx="49821">
                  <c:v>4</c:v>
                </c:pt>
                <c:pt idx="49822">
                  <c:v>2</c:v>
                </c:pt>
                <c:pt idx="49823">
                  <c:v>2</c:v>
                </c:pt>
                <c:pt idx="49824">
                  <c:v>2</c:v>
                </c:pt>
                <c:pt idx="49825">
                  <c:v>2</c:v>
                </c:pt>
                <c:pt idx="49826">
                  <c:v>3</c:v>
                </c:pt>
                <c:pt idx="49827">
                  <c:v>2</c:v>
                </c:pt>
                <c:pt idx="49828">
                  <c:v>3</c:v>
                </c:pt>
                <c:pt idx="49829">
                  <c:v>1</c:v>
                </c:pt>
                <c:pt idx="49830">
                  <c:v>1</c:v>
                </c:pt>
                <c:pt idx="49831">
                  <c:v>1</c:v>
                </c:pt>
                <c:pt idx="49832">
                  <c:v>1</c:v>
                </c:pt>
                <c:pt idx="49833">
                  <c:v>1</c:v>
                </c:pt>
                <c:pt idx="49834">
                  <c:v>4</c:v>
                </c:pt>
                <c:pt idx="49835">
                  <c:v>6</c:v>
                </c:pt>
                <c:pt idx="49836">
                  <c:v>4</c:v>
                </c:pt>
                <c:pt idx="49837">
                  <c:v>1</c:v>
                </c:pt>
                <c:pt idx="49838">
                  <c:v>2</c:v>
                </c:pt>
                <c:pt idx="49839">
                  <c:v>1</c:v>
                </c:pt>
                <c:pt idx="49840">
                  <c:v>1</c:v>
                </c:pt>
                <c:pt idx="49841">
                  <c:v>1</c:v>
                </c:pt>
                <c:pt idx="49842">
                  <c:v>1</c:v>
                </c:pt>
                <c:pt idx="49843">
                  <c:v>1</c:v>
                </c:pt>
                <c:pt idx="49844">
                  <c:v>1</c:v>
                </c:pt>
                <c:pt idx="49845">
                  <c:v>1</c:v>
                </c:pt>
                <c:pt idx="49846">
                  <c:v>1</c:v>
                </c:pt>
                <c:pt idx="49847">
                  <c:v>1</c:v>
                </c:pt>
                <c:pt idx="49848">
                  <c:v>2</c:v>
                </c:pt>
                <c:pt idx="49849">
                  <c:v>5</c:v>
                </c:pt>
                <c:pt idx="49850">
                  <c:v>2</c:v>
                </c:pt>
                <c:pt idx="49851">
                  <c:v>2</c:v>
                </c:pt>
                <c:pt idx="49852">
                  <c:v>2</c:v>
                </c:pt>
                <c:pt idx="49853">
                  <c:v>3</c:v>
                </c:pt>
                <c:pt idx="49854">
                  <c:v>2</c:v>
                </c:pt>
                <c:pt idx="49855">
                  <c:v>2</c:v>
                </c:pt>
                <c:pt idx="49856">
                  <c:v>1</c:v>
                </c:pt>
                <c:pt idx="49857">
                  <c:v>1</c:v>
                </c:pt>
                <c:pt idx="49858">
                  <c:v>1</c:v>
                </c:pt>
                <c:pt idx="49859">
                  <c:v>4</c:v>
                </c:pt>
                <c:pt idx="49860">
                  <c:v>1</c:v>
                </c:pt>
                <c:pt idx="49861">
                  <c:v>1</c:v>
                </c:pt>
                <c:pt idx="49862">
                  <c:v>1</c:v>
                </c:pt>
                <c:pt idx="49863">
                  <c:v>-1</c:v>
                </c:pt>
                <c:pt idx="49864">
                  <c:v>1</c:v>
                </c:pt>
                <c:pt idx="49865">
                  <c:v>1</c:v>
                </c:pt>
                <c:pt idx="49866">
                  <c:v>3</c:v>
                </c:pt>
                <c:pt idx="49867">
                  <c:v>2</c:v>
                </c:pt>
                <c:pt idx="49868">
                  <c:v>5</c:v>
                </c:pt>
                <c:pt idx="49869">
                  <c:v>4</c:v>
                </c:pt>
                <c:pt idx="49870">
                  <c:v>3</c:v>
                </c:pt>
                <c:pt idx="49871">
                  <c:v>3</c:v>
                </c:pt>
                <c:pt idx="49872">
                  <c:v>3</c:v>
                </c:pt>
                <c:pt idx="49873">
                  <c:v>3</c:v>
                </c:pt>
                <c:pt idx="49874">
                  <c:v>3</c:v>
                </c:pt>
                <c:pt idx="49875">
                  <c:v>-4</c:v>
                </c:pt>
                <c:pt idx="49876">
                  <c:v>5</c:v>
                </c:pt>
                <c:pt idx="49877">
                  <c:v>2</c:v>
                </c:pt>
                <c:pt idx="49878">
                  <c:v>2</c:v>
                </c:pt>
                <c:pt idx="49879">
                  <c:v>1</c:v>
                </c:pt>
                <c:pt idx="49880">
                  <c:v>-1</c:v>
                </c:pt>
                <c:pt idx="49881">
                  <c:v>2</c:v>
                </c:pt>
                <c:pt idx="49882">
                  <c:v>2</c:v>
                </c:pt>
                <c:pt idx="49883">
                  <c:v>6</c:v>
                </c:pt>
                <c:pt idx="49884">
                  <c:v>2</c:v>
                </c:pt>
                <c:pt idx="49885">
                  <c:v>6</c:v>
                </c:pt>
                <c:pt idx="49886">
                  <c:v>4</c:v>
                </c:pt>
                <c:pt idx="49887">
                  <c:v>2</c:v>
                </c:pt>
                <c:pt idx="49888">
                  <c:v>2</c:v>
                </c:pt>
                <c:pt idx="49889">
                  <c:v>2</c:v>
                </c:pt>
                <c:pt idx="49890">
                  <c:v>5</c:v>
                </c:pt>
                <c:pt idx="49891">
                  <c:v>5</c:v>
                </c:pt>
                <c:pt idx="49892">
                  <c:v>2</c:v>
                </c:pt>
                <c:pt idx="49893">
                  <c:v>2</c:v>
                </c:pt>
                <c:pt idx="49894">
                  <c:v>5</c:v>
                </c:pt>
                <c:pt idx="49895">
                  <c:v>4</c:v>
                </c:pt>
                <c:pt idx="49896">
                  <c:v>5</c:v>
                </c:pt>
                <c:pt idx="49897">
                  <c:v>5</c:v>
                </c:pt>
                <c:pt idx="49898">
                  <c:v>4</c:v>
                </c:pt>
                <c:pt idx="49899">
                  <c:v>5</c:v>
                </c:pt>
                <c:pt idx="49900">
                  <c:v>5</c:v>
                </c:pt>
                <c:pt idx="49901">
                  <c:v>4</c:v>
                </c:pt>
                <c:pt idx="49902">
                  <c:v>5</c:v>
                </c:pt>
                <c:pt idx="49903">
                  <c:v>4</c:v>
                </c:pt>
                <c:pt idx="49904">
                  <c:v>5</c:v>
                </c:pt>
                <c:pt idx="49905">
                  <c:v>5</c:v>
                </c:pt>
                <c:pt idx="49906">
                  <c:v>5</c:v>
                </c:pt>
                <c:pt idx="49907">
                  <c:v>5</c:v>
                </c:pt>
                <c:pt idx="49908">
                  <c:v>5</c:v>
                </c:pt>
                <c:pt idx="49909">
                  <c:v>4</c:v>
                </c:pt>
                <c:pt idx="49910">
                  <c:v>1</c:v>
                </c:pt>
                <c:pt idx="49911">
                  <c:v>1</c:v>
                </c:pt>
                <c:pt idx="49912">
                  <c:v>5</c:v>
                </c:pt>
                <c:pt idx="49913">
                  <c:v>4</c:v>
                </c:pt>
                <c:pt idx="49914">
                  <c:v>4</c:v>
                </c:pt>
                <c:pt idx="49915">
                  <c:v>5</c:v>
                </c:pt>
                <c:pt idx="49916">
                  <c:v>5</c:v>
                </c:pt>
                <c:pt idx="49917">
                  <c:v>5</c:v>
                </c:pt>
                <c:pt idx="49918">
                  <c:v>4</c:v>
                </c:pt>
                <c:pt idx="49919">
                  <c:v>5</c:v>
                </c:pt>
                <c:pt idx="49920">
                  <c:v>5</c:v>
                </c:pt>
                <c:pt idx="49921">
                  <c:v>5</c:v>
                </c:pt>
                <c:pt idx="49922">
                  <c:v>5</c:v>
                </c:pt>
                <c:pt idx="49923">
                  <c:v>5</c:v>
                </c:pt>
                <c:pt idx="49924">
                  <c:v>1</c:v>
                </c:pt>
                <c:pt idx="49925">
                  <c:v>3</c:v>
                </c:pt>
                <c:pt idx="49926">
                  <c:v>3</c:v>
                </c:pt>
                <c:pt idx="49927">
                  <c:v>3</c:v>
                </c:pt>
                <c:pt idx="49928">
                  <c:v>3</c:v>
                </c:pt>
                <c:pt idx="49929">
                  <c:v>3</c:v>
                </c:pt>
                <c:pt idx="49930">
                  <c:v>3</c:v>
                </c:pt>
                <c:pt idx="49931">
                  <c:v>3</c:v>
                </c:pt>
                <c:pt idx="49932">
                  <c:v>3</c:v>
                </c:pt>
                <c:pt idx="49933">
                  <c:v>3</c:v>
                </c:pt>
                <c:pt idx="49934">
                  <c:v>4</c:v>
                </c:pt>
                <c:pt idx="49935">
                  <c:v>3</c:v>
                </c:pt>
                <c:pt idx="49936">
                  <c:v>4</c:v>
                </c:pt>
                <c:pt idx="49937">
                  <c:v>3</c:v>
                </c:pt>
                <c:pt idx="49938">
                  <c:v>3</c:v>
                </c:pt>
                <c:pt idx="49939">
                  <c:v>3</c:v>
                </c:pt>
                <c:pt idx="49940">
                  <c:v>5</c:v>
                </c:pt>
                <c:pt idx="49941">
                  <c:v>4</c:v>
                </c:pt>
                <c:pt idx="49942">
                  <c:v>3</c:v>
                </c:pt>
                <c:pt idx="49943">
                  <c:v>1</c:v>
                </c:pt>
                <c:pt idx="49944">
                  <c:v>1</c:v>
                </c:pt>
                <c:pt idx="49945">
                  <c:v>-1</c:v>
                </c:pt>
                <c:pt idx="49946">
                  <c:v>3</c:v>
                </c:pt>
                <c:pt idx="49947">
                  <c:v>-3</c:v>
                </c:pt>
                <c:pt idx="49948">
                  <c:v>3</c:v>
                </c:pt>
                <c:pt idx="49949">
                  <c:v>1</c:v>
                </c:pt>
                <c:pt idx="49950">
                  <c:v>-1</c:v>
                </c:pt>
                <c:pt idx="49951">
                  <c:v>-2</c:v>
                </c:pt>
                <c:pt idx="49952">
                  <c:v>2</c:v>
                </c:pt>
                <c:pt idx="49953">
                  <c:v>3</c:v>
                </c:pt>
                <c:pt idx="49954">
                  <c:v>2</c:v>
                </c:pt>
                <c:pt idx="49955">
                  <c:v>4</c:v>
                </c:pt>
                <c:pt idx="49956">
                  <c:v>2</c:v>
                </c:pt>
                <c:pt idx="49957">
                  <c:v>1</c:v>
                </c:pt>
                <c:pt idx="49958">
                  <c:v>1</c:v>
                </c:pt>
                <c:pt idx="49959">
                  <c:v>5</c:v>
                </c:pt>
                <c:pt idx="49960">
                  <c:v>2</c:v>
                </c:pt>
                <c:pt idx="49961">
                  <c:v>1</c:v>
                </c:pt>
                <c:pt idx="49962">
                  <c:v>2</c:v>
                </c:pt>
                <c:pt idx="49963">
                  <c:v>4</c:v>
                </c:pt>
                <c:pt idx="49964">
                  <c:v>1</c:v>
                </c:pt>
                <c:pt idx="49965">
                  <c:v>2</c:v>
                </c:pt>
                <c:pt idx="49966">
                  <c:v>2</c:v>
                </c:pt>
                <c:pt idx="49967">
                  <c:v>2</c:v>
                </c:pt>
                <c:pt idx="49968">
                  <c:v>1</c:v>
                </c:pt>
                <c:pt idx="49969">
                  <c:v>4</c:v>
                </c:pt>
                <c:pt idx="49970">
                  <c:v>3</c:v>
                </c:pt>
                <c:pt idx="49971">
                  <c:v>2</c:v>
                </c:pt>
                <c:pt idx="49972">
                  <c:v>2</c:v>
                </c:pt>
                <c:pt idx="49973">
                  <c:v>2</c:v>
                </c:pt>
                <c:pt idx="49974">
                  <c:v>2</c:v>
                </c:pt>
                <c:pt idx="49975">
                  <c:v>2</c:v>
                </c:pt>
                <c:pt idx="49976">
                  <c:v>2</c:v>
                </c:pt>
                <c:pt idx="49977">
                  <c:v>2</c:v>
                </c:pt>
                <c:pt idx="49978">
                  <c:v>1</c:v>
                </c:pt>
                <c:pt idx="49979">
                  <c:v>2</c:v>
                </c:pt>
                <c:pt idx="49980">
                  <c:v>4</c:v>
                </c:pt>
                <c:pt idx="49981">
                  <c:v>2</c:v>
                </c:pt>
                <c:pt idx="49982">
                  <c:v>1</c:v>
                </c:pt>
                <c:pt idx="49983">
                  <c:v>3</c:v>
                </c:pt>
                <c:pt idx="49984">
                  <c:v>3</c:v>
                </c:pt>
                <c:pt idx="49985">
                  <c:v>4</c:v>
                </c:pt>
                <c:pt idx="49986">
                  <c:v>-2</c:v>
                </c:pt>
                <c:pt idx="49987">
                  <c:v>1</c:v>
                </c:pt>
                <c:pt idx="49988">
                  <c:v>2</c:v>
                </c:pt>
                <c:pt idx="49989">
                  <c:v>2</c:v>
                </c:pt>
                <c:pt idx="49990">
                  <c:v>4</c:v>
                </c:pt>
                <c:pt idx="49991">
                  <c:v>2</c:v>
                </c:pt>
                <c:pt idx="49992">
                  <c:v>4</c:v>
                </c:pt>
                <c:pt idx="49993">
                  <c:v>1</c:v>
                </c:pt>
                <c:pt idx="49994">
                  <c:v>3</c:v>
                </c:pt>
                <c:pt idx="49995">
                  <c:v>3</c:v>
                </c:pt>
                <c:pt idx="49996">
                  <c:v>2</c:v>
                </c:pt>
                <c:pt idx="49997">
                  <c:v>6</c:v>
                </c:pt>
                <c:pt idx="49998">
                  <c:v>2</c:v>
                </c:pt>
                <c:pt idx="49999">
                  <c:v>2</c:v>
                </c:pt>
                <c:pt idx="50000">
                  <c:v>2</c:v>
                </c:pt>
                <c:pt idx="50001">
                  <c:v>2</c:v>
                </c:pt>
                <c:pt idx="50002">
                  <c:v>-2</c:v>
                </c:pt>
                <c:pt idx="50003">
                  <c:v>4</c:v>
                </c:pt>
                <c:pt idx="50004">
                  <c:v>4</c:v>
                </c:pt>
                <c:pt idx="50005">
                  <c:v>2</c:v>
                </c:pt>
                <c:pt idx="50006">
                  <c:v>2</c:v>
                </c:pt>
                <c:pt idx="50007">
                  <c:v>2</c:v>
                </c:pt>
                <c:pt idx="50008">
                  <c:v>3</c:v>
                </c:pt>
                <c:pt idx="50009">
                  <c:v>3</c:v>
                </c:pt>
                <c:pt idx="50010">
                  <c:v>2</c:v>
                </c:pt>
                <c:pt idx="50011">
                  <c:v>2</c:v>
                </c:pt>
                <c:pt idx="50012">
                  <c:v>4</c:v>
                </c:pt>
                <c:pt idx="50013">
                  <c:v>2</c:v>
                </c:pt>
                <c:pt idx="50014">
                  <c:v>2</c:v>
                </c:pt>
                <c:pt idx="50015">
                  <c:v>3</c:v>
                </c:pt>
                <c:pt idx="50016">
                  <c:v>1</c:v>
                </c:pt>
                <c:pt idx="50017">
                  <c:v>3</c:v>
                </c:pt>
                <c:pt idx="50018">
                  <c:v>2</c:v>
                </c:pt>
                <c:pt idx="50019">
                  <c:v>3</c:v>
                </c:pt>
                <c:pt idx="50020">
                  <c:v>2</c:v>
                </c:pt>
                <c:pt idx="50021">
                  <c:v>2</c:v>
                </c:pt>
                <c:pt idx="50022">
                  <c:v>2</c:v>
                </c:pt>
                <c:pt idx="50023">
                  <c:v>5</c:v>
                </c:pt>
                <c:pt idx="50024">
                  <c:v>2</c:v>
                </c:pt>
                <c:pt idx="50025">
                  <c:v>3</c:v>
                </c:pt>
                <c:pt idx="50026">
                  <c:v>3</c:v>
                </c:pt>
                <c:pt idx="50027">
                  <c:v>2</c:v>
                </c:pt>
                <c:pt idx="50028">
                  <c:v>3</c:v>
                </c:pt>
                <c:pt idx="50029">
                  <c:v>3</c:v>
                </c:pt>
                <c:pt idx="50030">
                  <c:v>2</c:v>
                </c:pt>
                <c:pt idx="50031">
                  <c:v>1</c:v>
                </c:pt>
                <c:pt idx="50032">
                  <c:v>1</c:v>
                </c:pt>
                <c:pt idx="50033">
                  <c:v>2</c:v>
                </c:pt>
                <c:pt idx="50034">
                  <c:v>4</c:v>
                </c:pt>
                <c:pt idx="50035">
                  <c:v>2</c:v>
                </c:pt>
                <c:pt idx="50036">
                  <c:v>2</c:v>
                </c:pt>
                <c:pt idx="50037">
                  <c:v>3</c:v>
                </c:pt>
                <c:pt idx="50038">
                  <c:v>3</c:v>
                </c:pt>
                <c:pt idx="50039">
                  <c:v>2</c:v>
                </c:pt>
                <c:pt idx="50040">
                  <c:v>4</c:v>
                </c:pt>
                <c:pt idx="50041">
                  <c:v>1</c:v>
                </c:pt>
                <c:pt idx="50042">
                  <c:v>4</c:v>
                </c:pt>
                <c:pt idx="50043">
                  <c:v>1</c:v>
                </c:pt>
                <c:pt idx="50044">
                  <c:v>1</c:v>
                </c:pt>
                <c:pt idx="50045">
                  <c:v>2</c:v>
                </c:pt>
                <c:pt idx="50046">
                  <c:v>4</c:v>
                </c:pt>
                <c:pt idx="50047">
                  <c:v>1</c:v>
                </c:pt>
                <c:pt idx="50048">
                  <c:v>2</c:v>
                </c:pt>
                <c:pt idx="50049">
                  <c:v>1</c:v>
                </c:pt>
                <c:pt idx="50050">
                  <c:v>5</c:v>
                </c:pt>
                <c:pt idx="50051">
                  <c:v>2</c:v>
                </c:pt>
                <c:pt idx="50052">
                  <c:v>2</c:v>
                </c:pt>
                <c:pt idx="50053">
                  <c:v>2</c:v>
                </c:pt>
                <c:pt idx="50054">
                  <c:v>2</c:v>
                </c:pt>
                <c:pt idx="50055">
                  <c:v>2</c:v>
                </c:pt>
                <c:pt idx="50056">
                  <c:v>8</c:v>
                </c:pt>
                <c:pt idx="50057">
                  <c:v>1</c:v>
                </c:pt>
                <c:pt idx="50058">
                  <c:v>6</c:v>
                </c:pt>
                <c:pt idx="50059">
                  <c:v>4</c:v>
                </c:pt>
                <c:pt idx="50060">
                  <c:v>3</c:v>
                </c:pt>
                <c:pt idx="50061">
                  <c:v>1</c:v>
                </c:pt>
                <c:pt idx="50062">
                  <c:v>2</c:v>
                </c:pt>
                <c:pt idx="50063">
                  <c:v>4</c:v>
                </c:pt>
                <c:pt idx="50064">
                  <c:v>3</c:v>
                </c:pt>
                <c:pt idx="50065">
                  <c:v>3</c:v>
                </c:pt>
                <c:pt idx="50066">
                  <c:v>6</c:v>
                </c:pt>
                <c:pt idx="50067">
                  <c:v>14</c:v>
                </c:pt>
                <c:pt idx="50068">
                  <c:v>2</c:v>
                </c:pt>
                <c:pt idx="50069">
                  <c:v>1</c:v>
                </c:pt>
                <c:pt idx="50070">
                  <c:v>1</c:v>
                </c:pt>
                <c:pt idx="50071">
                  <c:v>4</c:v>
                </c:pt>
                <c:pt idx="50072">
                  <c:v>3</c:v>
                </c:pt>
                <c:pt idx="50073">
                  <c:v>2</c:v>
                </c:pt>
                <c:pt idx="50074">
                  <c:v>3</c:v>
                </c:pt>
                <c:pt idx="50075">
                  <c:v>7</c:v>
                </c:pt>
                <c:pt idx="50076">
                  <c:v>5</c:v>
                </c:pt>
                <c:pt idx="50077">
                  <c:v>3</c:v>
                </c:pt>
                <c:pt idx="50078">
                  <c:v>2</c:v>
                </c:pt>
                <c:pt idx="50079">
                  <c:v>2</c:v>
                </c:pt>
                <c:pt idx="50080">
                  <c:v>1</c:v>
                </c:pt>
                <c:pt idx="50081">
                  <c:v>-2</c:v>
                </c:pt>
                <c:pt idx="50082">
                  <c:v>2</c:v>
                </c:pt>
                <c:pt idx="50083">
                  <c:v>6</c:v>
                </c:pt>
                <c:pt idx="50084">
                  <c:v>5</c:v>
                </c:pt>
                <c:pt idx="50085">
                  <c:v>2</c:v>
                </c:pt>
                <c:pt idx="50086">
                  <c:v>2</c:v>
                </c:pt>
                <c:pt idx="50087">
                  <c:v>5</c:v>
                </c:pt>
                <c:pt idx="50088">
                  <c:v>4</c:v>
                </c:pt>
                <c:pt idx="50089">
                  <c:v>2</c:v>
                </c:pt>
                <c:pt idx="50090">
                  <c:v>6</c:v>
                </c:pt>
                <c:pt idx="50091">
                  <c:v>10</c:v>
                </c:pt>
                <c:pt idx="50092">
                  <c:v>1</c:v>
                </c:pt>
                <c:pt idx="50093">
                  <c:v>3</c:v>
                </c:pt>
                <c:pt idx="50094">
                  <c:v>1</c:v>
                </c:pt>
                <c:pt idx="50095">
                  <c:v>3</c:v>
                </c:pt>
                <c:pt idx="50096">
                  <c:v>2</c:v>
                </c:pt>
                <c:pt idx="50097">
                  <c:v>2</c:v>
                </c:pt>
                <c:pt idx="50098">
                  <c:v>3</c:v>
                </c:pt>
                <c:pt idx="50099">
                  <c:v>2</c:v>
                </c:pt>
                <c:pt idx="50100">
                  <c:v>30</c:v>
                </c:pt>
                <c:pt idx="50101">
                  <c:v>1</c:v>
                </c:pt>
                <c:pt idx="50102">
                  <c:v>3</c:v>
                </c:pt>
                <c:pt idx="50103">
                  <c:v>8</c:v>
                </c:pt>
                <c:pt idx="50104">
                  <c:v>3</c:v>
                </c:pt>
                <c:pt idx="50105">
                  <c:v>4</c:v>
                </c:pt>
                <c:pt idx="50106">
                  <c:v>2</c:v>
                </c:pt>
                <c:pt idx="50107">
                  <c:v>-2</c:v>
                </c:pt>
                <c:pt idx="50108">
                  <c:v>3</c:v>
                </c:pt>
                <c:pt idx="50109">
                  <c:v>2</c:v>
                </c:pt>
                <c:pt idx="50110">
                  <c:v>5</c:v>
                </c:pt>
                <c:pt idx="50111">
                  <c:v>0</c:v>
                </c:pt>
                <c:pt idx="50112">
                  <c:v>2</c:v>
                </c:pt>
                <c:pt idx="50113">
                  <c:v>2</c:v>
                </c:pt>
                <c:pt idx="50114">
                  <c:v>2</c:v>
                </c:pt>
                <c:pt idx="50115">
                  <c:v>1</c:v>
                </c:pt>
                <c:pt idx="50116">
                  <c:v>6</c:v>
                </c:pt>
                <c:pt idx="50117">
                  <c:v>0</c:v>
                </c:pt>
                <c:pt idx="50118">
                  <c:v>1</c:v>
                </c:pt>
                <c:pt idx="50119">
                  <c:v>-2</c:v>
                </c:pt>
                <c:pt idx="50120">
                  <c:v>4</c:v>
                </c:pt>
                <c:pt idx="50121">
                  <c:v>5</c:v>
                </c:pt>
                <c:pt idx="50122">
                  <c:v>5</c:v>
                </c:pt>
                <c:pt idx="50123">
                  <c:v>8</c:v>
                </c:pt>
                <c:pt idx="50124">
                  <c:v>2</c:v>
                </c:pt>
                <c:pt idx="50125">
                  <c:v>3</c:v>
                </c:pt>
                <c:pt idx="50126">
                  <c:v>3</c:v>
                </c:pt>
                <c:pt idx="50127">
                  <c:v>3</c:v>
                </c:pt>
                <c:pt idx="50128">
                  <c:v>0</c:v>
                </c:pt>
                <c:pt idx="50129">
                  <c:v>6</c:v>
                </c:pt>
                <c:pt idx="50130">
                  <c:v>1</c:v>
                </c:pt>
                <c:pt idx="50131">
                  <c:v>2</c:v>
                </c:pt>
                <c:pt idx="50132">
                  <c:v>2</c:v>
                </c:pt>
                <c:pt idx="50133">
                  <c:v>2</c:v>
                </c:pt>
                <c:pt idx="50134">
                  <c:v>3</c:v>
                </c:pt>
                <c:pt idx="50135">
                  <c:v>2</c:v>
                </c:pt>
                <c:pt idx="50136">
                  <c:v>4</c:v>
                </c:pt>
                <c:pt idx="50137">
                  <c:v>3</c:v>
                </c:pt>
                <c:pt idx="50138">
                  <c:v>1</c:v>
                </c:pt>
                <c:pt idx="50139">
                  <c:v>6</c:v>
                </c:pt>
                <c:pt idx="50140">
                  <c:v>2</c:v>
                </c:pt>
                <c:pt idx="50141">
                  <c:v>3</c:v>
                </c:pt>
                <c:pt idx="50142">
                  <c:v>1</c:v>
                </c:pt>
                <c:pt idx="50143">
                  <c:v>1</c:v>
                </c:pt>
                <c:pt idx="50144">
                  <c:v>3</c:v>
                </c:pt>
                <c:pt idx="50145">
                  <c:v>5</c:v>
                </c:pt>
                <c:pt idx="50146">
                  <c:v>1</c:v>
                </c:pt>
                <c:pt idx="50147">
                  <c:v>3</c:v>
                </c:pt>
                <c:pt idx="50148">
                  <c:v>5</c:v>
                </c:pt>
                <c:pt idx="50149">
                  <c:v>2</c:v>
                </c:pt>
                <c:pt idx="50150">
                  <c:v>3</c:v>
                </c:pt>
                <c:pt idx="50151">
                  <c:v>1</c:v>
                </c:pt>
                <c:pt idx="50152">
                  <c:v>2</c:v>
                </c:pt>
                <c:pt idx="50153">
                  <c:v>3</c:v>
                </c:pt>
                <c:pt idx="50154">
                  <c:v>2</c:v>
                </c:pt>
                <c:pt idx="50155">
                  <c:v>2</c:v>
                </c:pt>
                <c:pt idx="50156">
                  <c:v>2</c:v>
                </c:pt>
                <c:pt idx="50157">
                  <c:v>3</c:v>
                </c:pt>
                <c:pt idx="50158">
                  <c:v>1</c:v>
                </c:pt>
                <c:pt idx="50159">
                  <c:v>2</c:v>
                </c:pt>
                <c:pt idx="50160">
                  <c:v>1</c:v>
                </c:pt>
                <c:pt idx="50161">
                  <c:v>1</c:v>
                </c:pt>
                <c:pt idx="50162">
                  <c:v>-1</c:v>
                </c:pt>
                <c:pt idx="50163">
                  <c:v>4</c:v>
                </c:pt>
                <c:pt idx="50164">
                  <c:v>3</c:v>
                </c:pt>
                <c:pt idx="50165">
                  <c:v>3</c:v>
                </c:pt>
                <c:pt idx="50166">
                  <c:v>2</c:v>
                </c:pt>
                <c:pt idx="50167">
                  <c:v>1</c:v>
                </c:pt>
                <c:pt idx="50168">
                  <c:v>3</c:v>
                </c:pt>
                <c:pt idx="50169">
                  <c:v>2</c:v>
                </c:pt>
                <c:pt idx="50170">
                  <c:v>1</c:v>
                </c:pt>
                <c:pt idx="50171">
                  <c:v>3</c:v>
                </c:pt>
                <c:pt idx="50172">
                  <c:v>3</c:v>
                </c:pt>
                <c:pt idx="50173">
                  <c:v>2</c:v>
                </c:pt>
                <c:pt idx="50174">
                  <c:v>1</c:v>
                </c:pt>
                <c:pt idx="50175">
                  <c:v>3</c:v>
                </c:pt>
                <c:pt idx="50176">
                  <c:v>4</c:v>
                </c:pt>
                <c:pt idx="50177">
                  <c:v>2</c:v>
                </c:pt>
                <c:pt idx="50178">
                  <c:v>2</c:v>
                </c:pt>
                <c:pt idx="50179">
                  <c:v>6</c:v>
                </c:pt>
                <c:pt idx="50180">
                  <c:v>2</c:v>
                </c:pt>
                <c:pt idx="50181">
                  <c:v>2</c:v>
                </c:pt>
                <c:pt idx="50182">
                  <c:v>3</c:v>
                </c:pt>
                <c:pt idx="50183">
                  <c:v>4</c:v>
                </c:pt>
                <c:pt idx="50184">
                  <c:v>2</c:v>
                </c:pt>
                <c:pt idx="50185">
                  <c:v>1</c:v>
                </c:pt>
                <c:pt idx="50186">
                  <c:v>7</c:v>
                </c:pt>
                <c:pt idx="50187">
                  <c:v>3</c:v>
                </c:pt>
                <c:pt idx="50188">
                  <c:v>1</c:v>
                </c:pt>
                <c:pt idx="50189">
                  <c:v>3</c:v>
                </c:pt>
                <c:pt idx="50190">
                  <c:v>4</c:v>
                </c:pt>
                <c:pt idx="50191">
                  <c:v>1</c:v>
                </c:pt>
                <c:pt idx="50192">
                  <c:v>3</c:v>
                </c:pt>
                <c:pt idx="50193">
                  <c:v>2</c:v>
                </c:pt>
                <c:pt idx="50194">
                  <c:v>5</c:v>
                </c:pt>
                <c:pt idx="50195">
                  <c:v>2</c:v>
                </c:pt>
                <c:pt idx="50196">
                  <c:v>2</c:v>
                </c:pt>
                <c:pt idx="50197">
                  <c:v>4</c:v>
                </c:pt>
                <c:pt idx="50198">
                  <c:v>2</c:v>
                </c:pt>
                <c:pt idx="50199">
                  <c:v>3</c:v>
                </c:pt>
                <c:pt idx="50200">
                  <c:v>4</c:v>
                </c:pt>
                <c:pt idx="50201">
                  <c:v>2</c:v>
                </c:pt>
                <c:pt idx="50202">
                  <c:v>3</c:v>
                </c:pt>
                <c:pt idx="50203">
                  <c:v>5</c:v>
                </c:pt>
                <c:pt idx="50204">
                  <c:v>3</c:v>
                </c:pt>
                <c:pt idx="50205">
                  <c:v>2</c:v>
                </c:pt>
                <c:pt idx="50206">
                  <c:v>2</c:v>
                </c:pt>
                <c:pt idx="50207">
                  <c:v>3</c:v>
                </c:pt>
                <c:pt idx="50208">
                  <c:v>2</c:v>
                </c:pt>
                <c:pt idx="50209">
                  <c:v>2</c:v>
                </c:pt>
                <c:pt idx="50210">
                  <c:v>5</c:v>
                </c:pt>
                <c:pt idx="50211">
                  <c:v>2</c:v>
                </c:pt>
                <c:pt idx="50212">
                  <c:v>4</c:v>
                </c:pt>
                <c:pt idx="50213">
                  <c:v>3</c:v>
                </c:pt>
                <c:pt idx="50214">
                  <c:v>3</c:v>
                </c:pt>
                <c:pt idx="50215">
                  <c:v>3</c:v>
                </c:pt>
                <c:pt idx="50216">
                  <c:v>5</c:v>
                </c:pt>
                <c:pt idx="50217">
                  <c:v>10</c:v>
                </c:pt>
                <c:pt idx="50218">
                  <c:v>3</c:v>
                </c:pt>
                <c:pt idx="50219">
                  <c:v>3</c:v>
                </c:pt>
                <c:pt idx="50220">
                  <c:v>1</c:v>
                </c:pt>
                <c:pt idx="50221">
                  <c:v>5</c:v>
                </c:pt>
                <c:pt idx="50222">
                  <c:v>4</c:v>
                </c:pt>
                <c:pt idx="50223">
                  <c:v>3</c:v>
                </c:pt>
                <c:pt idx="50224">
                  <c:v>2</c:v>
                </c:pt>
                <c:pt idx="50225">
                  <c:v>3</c:v>
                </c:pt>
                <c:pt idx="50226">
                  <c:v>8</c:v>
                </c:pt>
                <c:pt idx="50227">
                  <c:v>5</c:v>
                </c:pt>
                <c:pt idx="50228">
                  <c:v>6</c:v>
                </c:pt>
                <c:pt idx="50229">
                  <c:v>1</c:v>
                </c:pt>
                <c:pt idx="50230">
                  <c:v>1</c:v>
                </c:pt>
                <c:pt idx="50231">
                  <c:v>2</c:v>
                </c:pt>
                <c:pt idx="50232">
                  <c:v>2</c:v>
                </c:pt>
                <c:pt idx="50233">
                  <c:v>2</c:v>
                </c:pt>
                <c:pt idx="50234">
                  <c:v>4</c:v>
                </c:pt>
                <c:pt idx="50235">
                  <c:v>2</c:v>
                </c:pt>
                <c:pt idx="50236">
                  <c:v>4</c:v>
                </c:pt>
                <c:pt idx="50237">
                  <c:v>2</c:v>
                </c:pt>
                <c:pt idx="50238">
                  <c:v>2</c:v>
                </c:pt>
                <c:pt idx="50239">
                  <c:v>8</c:v>
                </c:pt>
                <c:pt idx="50240">
                  <c:v>4</c:v>
                </c:pt>
                <c:pt idx="50241">
                  <c:v>2</c:v>
                </c:pt>
                <c:pt idx="50242">
                  <c:v>2</c:v>
                </c:pt>
                <c:pt idx="50243">
                  <c:v>2</c:v>
                </c:pt>
                <c:pt idx="50244">
                  <c:v>4</c:v>
                </c:pt>
                <c:pt idx="50245">
                  <c:v>1</c:v>
                </c:pt>
                <c:pt idx="50246">
                  <c:v>1</c:v>
                </c:pt>
                <c:pt idx="50247">
                  <c:v>4</c:v>
                </c:pt>
                <c:pt idx="50248">
                  <c:v>3</c:v>
                </c:pt>
                <c:pt idx="50249">
                  <c:v>2</c:v>
                </c:pt>
                <c:pt idx="50250">
                  <c:v>4</c:v>
                </c:pt>
                <c:pt idx="50251">
                  <c:v>3</c:v>
                </c:pt>
                <c:pt idx="50252">
                  <c:v>2</c:v>
                </c:pt>
                <c:pt idx="50253">
                  <c:v>3</c:v>
                </c:pt>
                <c:pt idx="50254">
                  <c:v>2</c:v>
                </c:pt>
                <c:pt idx="50255">
                  <c:v>1</c:v>
                </c:pt>
                <c:pt idx="50256">
                  <c:v>2</c:v>
                </c:pt>
                <c:pt idx="50257">
                  <c:v>4</c:v>
                </c:pt>
                <c:pt idx="50258">
                  <c:v>2</c:v>
                </c:pt>
                <c:pt idx="50259">
                  <c:v>2</c:v>
                </c:pt>
                <c:pt idx="50260">
                  <c:v>1</c:v>
                </c:pt>
                <c:pt idx="50261">
                  <c:v>3</c:v>
                </c:pt>
                <c:pt idx="50262">
                  <c:v>1</c:v>
                </c:pt>
                <c:pt idx="50263">
                  <c:v>2</c:v>
                </c:pt>
                <c:pt idx="50264">
                  <c:v>4</c:v>
                </c:pt>
                <c:pt idx="50265">
                  <c:v>2</c:v>
                </c:pt>
                <c:pt idx="50266">
                  <c:v>2</c:v>
                </c:pt>
                <c:pt idx="50267">
                  <c:v>6</c:v>
                </c:pt>
                <c:pt idx="50268">
                  <c:v>2</c:v>
                </c:pt>
                <c:pt idx="50269">
                  <c:v>4</c:v>
                </c:pt>
                <c:pt idx="50270">
                  <c:v>2</c:v>
                </c:pt>
                <c:pt idx="50271">
                  <c:v>1</c:v>
                </c:pt>
                <c:pt idx="50272">
                  <c:v>2</c:v>
                </c:pt>
                <c:pt idx="50273">
                  <c:v>2</c:v>
                </c:pt>
                <c:pt idx="50274">
                  <c:v>2</c:v>
                </c:pt>
                <c:pt idx="50275">
                  <c:v>3</c:v>
                </c:pt>
                <c:pt idx="50276">
                  <c:v>1</c:v>
                </c:pt>
                <c:pt idx="50277">
                  <c:v>1</c:v>
                </c:pt>
                <c:pt idx="50278">
                  <c:v>1</c:v>
                </c:pt>
                <c:pt idx="50279">
                  <c:v>2</c:v>
                </c:pt>
                <c:pt idx="50280">
                  <c:v>2</c:v>
                </c:pt>
                <c:pt idx="50281">
                  <c:v>1</c:v>
                </c:pt>
                <c:pt idx="50282">
                  <c:v>3</c:v>
                </c:pt>
                <c:pt idx="50283">
                  <c:v>5</c:v>
                </c:pt>
                <c:pt idx="50284">
                  <c:v>1</c:v>
                </c:pt>
                <c:pt idx="50285">
                  <c:v>4</c:v>
                </c:pt>
                <c:pt idx="50286">
                  <c:v>3</c:v>
                </c:pt>
                <c:pt idx="50287">
                  <c:v>1</c:v>
                </c:pt>
                <c:pt idx="50288">
                  <c:v>4</c:v>
                </c:pt>
                <c:pt idx="50289">
                  <c:v>2</c:v>
                </c:pt>
                <c:pt idx="50290">
                  <c:v>1</c:v>
                </c:pt>
                <c:pt idx="50291">
                  <c:v>4</c:v>
                </c:pt>
                <c:pt idx="50292">
                  <c:v>2</c:v>
                </c:pt>
                <c:pt idx="50293">
                  <c:v>8</c:v>
                </c:pt>
                <c:pt idx="50294">
                  <c:v>2</c:v>
                </c:pt>
                <c:pt idx="50295">
                  <c:v>2</c:v>
                </c:pt>
                <c:pt idx="50296">
                  <c:v>2</c:v>
                </c:pt>
                <c:pt idx="50297">
                  <c:v>12</c:v>
                </c:pt>
                <c:pt idx="50298">
                  <c:v>4</c:v>
                </c:pt>
                <c:pt idx="50299">
                  <c:v>2</c:v>
                </c:pt>
                <c:pt idx="50300">
                  <c:v>4</c:v>
                </c:pt>
                <c:pt idx="50301">
                  <c:v>4</c:v>
                </c:pt>
                <c:pt idx="50302">
                  <c:v>1</c:v>
                </c:pt>
                <c:pt idx="50303">
                  <c:v>2</c:v>
                </c:pt>
                <c:pt idx="50304">
                  <c:v>1</c:v>
                </c:pt>
                <c:pt idx="50305">
                  <c:v>6</c:v>
                </c:pt>
                <c:pt idx="50306">
                  <c:v>4</c:v>
                </c:pt>
                <c:pt idx="50307">
                  <c:v>1</c:v>
                </c:pt>
                <c:pt idx="50308">
                  <c:v>4</c:v>
                </c:pt>
                <c:pt idx="50309">
                  <c:v>2</c:v>
                </c:pt>
                <c:pt idx="50310">
                  <c:v>6</c:v>
                </c:pt>
                <c:pt idx="50311">
                  <c:v>4</c:v>
                </c:pt>
                <c:pt idx="50312">
                  <c:v>1</c:v>
                </c:pt>
                <c:pt idx="50313">
                  <c:v>3</c:v>
                </c:pt>
                <c:pt idx="50314">
                  <c:v>1</c:v>
                </c:pt>
                <c:pt idx="50315">
                  <c:v>2</c:v>
                </c:pt>
                <c:pt idx="50316">
                  <c:v>5</c:v>
                </c:pt>
                <c:pt idx="50317">
                  <c:v>6</c:v>
                </c:pt>
                <c:pt idx="50318">
                  <c:v>1</c:v>
                </c:pt>
                <c:pt idx="50319">
                  <c:v>2</c:v>
                </c:pt>
                <c:pt idx="50320">
                  <c:v>2</c:v>
                </c:pt>
                <c:pt idx="50321">
                  <c:v>1</c:v>
                </c:pt>
                <c:pt idx="50322">
                  <c:v>2</c:v>
                </c:pt>
                <c:pt idx="50323">
                  <c:v>2</c:v>
                </c:pt>
                <c:pt idx="50324">
                  <c:v>2</c:v>
                </c:pt>
                <c:pt idx="50325">
                  <c:v>2</c:v>
                </c:pt>
                <c:pt idx="50326">
                  <c:v>2</c:v>
                </c:pt>
                <c:pt idx="50327">
                  <c:v>1</c:v>
                </c:pt>
                <c:pt idx="50328">
                  <c:v>2</c:v>
                </c:pt>
                <c:pt idx="50329">
                  <c:v>1</c:v>
                </c:pt>
                <c:pt idx="50330">
                  <c:v>1</c:v>
                </c:pt>
                <c:pt idx="50331">
                  <c:v>2</c:v>
                </c:pt>
                <c:pt idx="50332">
                  <c:v>10</c:v>
                </c:pt>
                <c:pt idx="50333">
                  <c:v>10</c:v>
                </c:pt>
                <c:pt idx="50334">
                  <c:v>1</c:v>
                </c:pt>
                <c:pt idx="50335">
                  <c:v>3</c:v>
                </c:pt>
                <c:pt idx="50336">
                  <c:v>3</c:v>
                </c:pt>
                <c:pt idx="50337">
                  <c:v>3</c:v>
                </c:pt>
                <c:pt idx="50338">
                  <c:v>1</c:v>
                </c:pt>
                <c:pt idx="50339">
                  <c:v>2</c:v>
                </c:pt>
                <c:pt idx="50340">
                  <c:v>2</c:v>
                </c:pt>
                <c:pt idx="50341">
                  <c:v>2</c:v>
                </c:pt>
                <c:pt idx="50342">
                  <c:v>2</c:v>
                </c:pt>
                <c:pt idx="50343">
                  <c:v>8</c:v>
                </c:pt>
                <c:pt idx="50344">
                  <c:v>1</c:v>
                </c:pt>
                <c:pt idx="50345">
                  <c:v>2</c:v>
                </c:pt>
                <c:pt idx="50346">
                  <c:v>3</c:v>
                </c:pt>
                <c:pt idx="50347">
                  <c:v>1</c:v>
                </c:pt>
                <c:pt idx="50348">
                  <c:v>2</c:v>
                </c:pt>
                <c:pt idx="50349">
                  <c:v>2</c:v>
                </c:pt>
                <c:pt idx="50350">
                  <c:v>7</c:v>
                </c:pt>
                <c:pt idx="50351">
                  <c:v>4</c:v>
                </c:pt>
                <c:pt idx="50352">
                  <c:v>4</c:v>
                </c:pt>
                <c:pt idx="50353">
                  <c:v>3</c:v>
                </c:pt>
                <c:pt idx="50354">
                  <c:v>1</c:v>
                </c:pt>
                <c:pt idx="50355">
                  <c:v>2</c:v>
                </c:pt>
                <c:pt idx="50356">
                  <c:v>2</c:v>
                </c:pt>
                <c:pt idx="50357">
                  <c:v>2</c:v>
                </c:pt>
                <c:pt idx="50358">
                  <c:v>2</c:v>
                </c:pt>
                <c:pt idx="50359">
                  <c:v>4</c:v>
                </c:pt>
                <c:pt idx="50360">
                  <c:v>2</c:v>
                </c:pt>
                <c:pt idx="50361">
                  <c:v>2</c:v>
                </c:pt>
                <c:pt idx="50362">
                  <c:v>4</c:v>
                </c:pt>
                <c:pt idx="50363">
                  <c:v>4</c:v>
                </c:pt>
                <c:pt idx="50364">
                  <c:v>2</c:v>
                </c:pt>
                <c:pt idx="50365">
                  <c:v>9</c:v>
                </c:pt>
                <c:pt idx="50366">
                  <c:v>2</c:v>
                </c:pt>
                <c:pt idx="50367">
                  <c:v>3</c:v>
                </c:pt>
                <c:pt idx="50368">
                  <c:v>3</c:v>
                </c:pt>
                <c:pt idx="50369">
                  <c:v>4</c:v>
                </c:pt>
                <c:pt idx="50370">
                  <c:v>6</c:v>
                </c:pt>
                <c:pt idx="50371">
                  <c:v>6</c:v>
                </c:pt>
                <c:pt idx="50372">
                  <c:v>2</c:v>
                </c:pt>
                <c:pt idx="50373">
                  <c:v>2</c:v>
                </c:pt>
                <c:pt idx="50374">
                  <c:v>25</c:v>
                </c:pt>
                <c:pt idx="50375">
                  <c:v>2</c:v>
                </c:pt>
                <c:pt idx="50376">
                  <c:v>6</c:v>
                </c:pt>
                <c:pt idx="50377">
                  <c:v>1</c:v>
                </c:pt>
                <c:pt idx="50378">
                  <c:v>3</c:v>
                </c:pt>
                <c:pt idx="50379">
                  <c:v>2</c:v>
                </c:pt>
                <c:pt idx="50380">
                  <c:v>3</c:v>
                </c:pt>
                <c:pt idx="50381">
                  <c:v>2</c:v>
                </c:pt>
                <c:pt idx="50382">
                  <c:v>1</c:v>
                </c:pt>
                <c:pt idx="50383">
                  <c:v>1</c:v>
                </c:pt>
                <c:pt idx="50384">
                  <c:v>2</c:v>
                </c:pt>
                <c:pt idx="50385">
                  <c:v>2</c:v>
                </c:pt>
                <c:pt idx="50386">
                  <c:v>3</c:v>
                </c:pt>
                <c:pt idx="50387">
                  <c:v>2</c:v>
                </c:pt>
                <c:pt idx="50388">
                  <c:v>5</c:v>
                </c:pt>
                <c:pt idx="50389">
                  <c:v>4</c:v>
                </c:pt>
                <c:pt idx="50390">
                  <c:v>3</c:v>
                </c:pt>
                <c:pt idx="50391">
                  <c:v>3</c:v>
                </c:pt>
                <c:pt idx="50392">
                  <c:v>3</c:v>
                </c:pt>
                <c:pt idx="50393">
                  <c:v>1</c:v>
                </c:pt>
                <c:pt idx="50394">
                  <c:v>1</c:v>
                </c:pt>
                <c:pt idx="50395">
                  <c:v>1</c:v>
                </c:pt>
                <c:pt idx="50396">
                  <c:v>3</c:v>
                </c:pt>
                <c:pt idx="50397">
                  <c:v>4</c:v>
                </c:pt>
                <c:pt idx="50398">
                  <c:v>2</c:v>
                </c:pt>
                <c:pt idx="50399">
                  <c:v>2</c:v>
                </c:pt>
                <c:pt idx="50400">
                  <c:v>2</c:v>
                </c:pt>
                <c:pt idx="50401">
                  <c:v>4</c:v>
                </c:pt>
                <c:pt idx="50402">
                  <c:v>1</c:v>
                </c:pt>
                <c:pt idx="50403">
                  <c:v>4</c:v>
                </c:pt>
                <c:pt idx="50404">
                  <c:v>2</c:v>
                </c:pt>
                <c:pt idx="50405">
                  <c:v>3</c:v>
                </c:pt>
                <c:pt idx="50406">
                  <c:v>2</c:v>
                </c:pt>
                <c:pt idx="50407">
                  <c:v>1</c:v>
                </c:pt>
                <c:pt idx="50408">
                  <c:v>6</c:v>
                </c:pt>
                <c:pt idx="50409">
                  <c:v>3</c:v>
                </c:pt>
                <c:pt idx="50410">
                  <c:v>3</c:v>
                </c:pt>
                <c:pt idx="50411">
                  <c:v>4</c:v>
                </c:pt>
                <c:pt idx="50412">
                  <c:v>2</c:v>
                </c:pt>
                <c:pt idx="50413">
                  <c:v>2</c:v>
                </c:pt>
                <c:pt idx="50414">
                  <c:v>2</c:v>
                </c:pt>
                <c:pt idx="50415">
                  <c:v>4</c:v>
                </c:pt>
                <c:pt idx="50416">
                  <c:v>1</c:v>
                </c:pt>
                <c:pt idx="50417">
                  <c:v>2</c:v>
                </c:pt>
                <c:pt idx="50418">
                  <c:v>4</c:v>
                </c:pt>
                <c:pt idx="50419">
                  <c:v>3</c:v>
                </c:pt>
                <c:pt idx="50420">
                  <c:v>2</c:v>
                </c:pt>
                <c:pt idx="50421">
                  <c:v>2</c:v>
                </c:pt>
                <c:pt idx="50422">
                  <c:v>1</c:v>
                </c:pt>
                <c:pt idx="50423">
                  <c:v>2</c:v>
                </c:pt>
                <c:pt idx="50424">
                  <c:v>2</c:v>
                </c:pt>
                <c:pt idx="50425">
                  <c:v>2</c:v>
                </c:pt>
                <c:pt idx="50426">
                  <c:v>2</c:v>
                </c:pt>
                <c:pt idx="50427">
                  <c:v>2</c:v>
                </c:pt>
                <c:pt idx="50428">
                  <c:v>3</c:v>
                </c:pt>
                <c:pt idx="50429">
                  <c:v>3</c:v>
                </c:pt>
                <c:pt idx="50430">
                  <c:v>2</c:v>
                </c:pt>
                <c:pt idx="50431">
                  <c:v>2</c:v>
                </c:pt>
                <c:pt idx="50432">
                  <c:v>1</c:v>
                </c:pt>
                <c:pt idx="50433">
                  <c:v>2</c:v>
                </c:pt>
                <c:pt idx="50434">
                  <c:v>3</c:v>
                </c:pt>
                <c:pt idx="50435">
                  <c:v>4</c:v>
                </c:pt>
                <c:pt idx="50436">
                  <c:v>4</c:v>
                </c:pt>
                <c:pt idx="50437">
                  <c:v>1</c:v>
                </c:pt>
                <c:pt idx="50438">
                  <c:v>2</c:v>
                </c:pt>
                <c:pt idx="50439">
                  <c:v>5</c:v>
                </c:pt>
                <c:pt idx="50440">
                  <c:v>1</c:v>
                </c:pt>
                <c:pt idx="50441">
                  <c:v>1</c:v>
                </c:pt>
                <c:pt idx="50442">
                  <c:v>2</c:v>
                </c:pt>
                <c:pt idx="50443">
                  <c:v>2</c:v>
                </c:pt>
                <c:pt idx="50444">
                  <c:v>7</c:v>
                </c:pt>
                <c:pt idx="50445">
                  <c:v>3</c:v>
                </c:pt>
                <c:pt idx="50446">
                  <c:v>4</c:v>
                </c:pt>
                <c:pt idx="50447">
                  <c:v>23</c:v>
                </c:pt>
                <c:pt idx="50448">
                  <c:v>1</c:v>
                </c:pt>
                <c:pt idx="50449">
                  <c:v>2</c:v>
                </c:pt>
                <c:pt idx="50450">
                  <c:v>1</c:v>
                </c:pt>
                <c:pt idx="50451">
                  <c:v>3</c:v>
                </c:pt>
                <c:pt idx="50452">
                  <c:v>-1</c:v>
                </c:pt>
                <c:pt idx="50453">
                  <c:v>2</c:v>
                </c:pt>
                <c:pt idx="50454">
                  <c:v>2</c:v>
                </c:pt>
                <c:pt idx="50455">
                  <c:v>3</c:v>
                </c:pt>
                <c:pt idx="50456">
                  <c:v>5</c:v>
                </c:pt>
                <c:pt idx="50457">
                  <c:v>1</c:v>
                </c:pt>
                <c:pt idx="50458">
                  <c:v>2</c:v>
                </c:pt>
                <c:pt idx="50459">
                  <c:v>1</c:v>
                </c:pt>
                <c:pt idx="50460">
                  <c:v>2</c:v>
                </c:pt>
                <c:pt idx="50461">
                  <c:v>2</c:v>
                </c:pt>
                <c:pt idx="50462">
                  <c:v>1</c:v>
                </c:pt>
                <c:pt idx="50463">
                  <c:v>3</c:v>
                </c:pt>
                <c:pt idx="50464">
                  <c:v>2</c:v>
                </c:pt>
                <c:pt idx="50465">
                  <c:v>5</c:v>
                </c:pt>
                <c:pt idx="50466">
                  <c:v>2</c:v>
                </c:pt>
                <c:pt idx="50467">
                  <c:v>2</c:v>
                </c:pt>
                <c:pt idx="50468">
                  <c:v>3</c:v>
                </c:pt>
                <c:pt idx="50469">
                  <c:v>1</c:v>
                </c:pt>
                <c:pt idx="50470">
                  <c:v>3</c:v>
                </c:pt>
                <c:pt idx="50471">
                  <c:v>2</c:v>
                </c:pt>
                <c:pt idx="50472">
                  <c:v>4</c:v>
                </c:pt>
                <c:pt idx="50473">
                  <c:v>1</c:v>
                </c:pt>
                <c:pt idx="50474">
                  <c:v>2</c:v>
                </c:pt>
                <c:pt idx="50475">
                  <c:v>2</c:v>
                </c:pt>
                <c:pt idx="50476">
                  <c:v>1</c:v>
                </c:pt>
                <c:pt idx="50477">
                  <c:v>1</c:v>
                </c:pt>
                <c:pt idx="50478">
                  <c:v>2</c:v>
                </c:pt>
                <c:pt idx="50479">
                  <c:v>3</c:v>
                </c:pt>
                <c:pt idx="50480">
                  <c:v>1</c:v>
                </c:pt>
                <c:pt idx="50481">
                  <c:v>1</c:v>
                </c:pt>
                <c:pt idx="50482">
                  <c:v>1</c:v>
                </c:pt>
                <c:pt idx="50483">
                  <c:v>2</c:v>
                </c:pt>
                <c:pt idx="50484">
                  <c:v>2</c:v>
                </c:pt>
                <c:pt idx="50485">
                  <c:v>3</c:v>
                </c:pt>
                <c:pt idx="50486">
                  <c:v>2</c:v>
                </c:pt>
                <c:pt idx="50487">
                  <c:v>4</c:v>
                </c:pt>
                <c:pt idx="50488">
                  <c:v>2</c:v>
                </c:pt>
                <c:pt idx="50489">
                  <c:v>5</c:v>
                </c:pt>
                <c:pt idx="50490">
                  <c:v>2</c:v>
                </c:pt>
                <c:pt idx="50491">
                  <c:v>2</c:v>
                </c:pt>
                <c:pt idx="50492">
                  <c:v>2</c:v>
                </c:pt>
                <c:pt idx="50493">
                  <c:v>4</c:v>
                </c:pt>
                <c:pt idx="50494">
                  <c:v>2</c:v>
                </c:pt>
                <c:pt idx="50495">
                  <c:v>2</c:v>
                </c:pt>
                <c:pt idx="50496">
                  <c:v>2</c:v>
                </c:pt>
                <c:pt idx="50497">
                  <c:v>2</c:v>
                </c:pt>
                <c:pt idx="50498">
                  <c:v>1</c:v>
                </c:pt>
                <c:pt idx="50499">
                  <c:v>2</c:v>
                </c:pt>
                <c:pt idx="50500">
                  <c:v>5</c:v>
                </c:pt>
                <c:pt idx="50501">
                  <c:v>5</c:v>
                </c:pt>
                <c:pt idx="50502">
                  <c:v>4</c:v>
                </c:pt>
                <c:pt idx="50503">
                  <c:v>4</c:v>
                </c:pt>
                <c:pt idx="50504">
                  <c:v>2</c:v>
                </c:pt>
                <c:pt idx="50505">
                  <c:v>2</c:v>
                </c:pt>
                <c:pt idx="50506">
                  <c:v>3</c:v>
                </c:pt>
                <c:pt idx="50507">
                  <c:v>8</c:v>
                </c:pt>
                <c:pt idx="50508">
                  <c:v>1</c:v>
                </c:pt>
                <c:pt idx="50509">
                  <c:v>1</c:v>
                </c:pt>
                <c:pt idx="50510">
                  <c:v>2</c:v>
                </c:pt>
                <c:pt idx="50511">
                  <c:v>1</c:v>
                </c:pt>
                <c:pt idx="50512">
                  <c:v>2</c:v>
                </c:pt>
                <c:pt idx="50513">
                  <c:v>2</c:v>
                </c:pt>
                <c:pt idx="50514">
                  <c:v>3</c:v>
                </c:pt>
                <c:pt idx="50515">
                  <c:v>3</c:v>
                </c:pt>
                <c:pt idx="50516">
                  <c:v>2</c:v>
                </c:pt>
                <c:pt idx="50517">
                  <c:v>3</c:v>
                </c:pt>
                <c:pt idx="50518">
                  <c:v>2</c:v>
                </c:pt>
                <c:pt idx="50519">
                  <c:v>2</c:v>
                </c:pt>
                <c:pt idx="50520">
                  <c:v>3</c:v>
                </c:pt>
                <c:pt idx="50521">
                  <c:v>3</c:v>
                </c:pt>
                <c:pt idx="50522">
                  <c:v>6</c:v>
                </c:pt>
                <c:pt idx="50523">
                  <c:v>6</c:v>
                </c:pt>
                <c:pt idx="50524">
                  <c:v>1</c:v>
                </c:pt>
                <c:pt idx="50525">
                  <c:v>2</c:v>
                </c:pt>
                <c:pt idx="50526">
                  <c:v>6</c:v>
                </c:pt>
                <c:pt idx="50527">
                  <c:v>10</c:v>
                </c:pt>
                <c:pt idx="50528">
                  <c:v>2</c:v>
                </c:pt>
                <c:pt idx="50529">
                  <c:v>2</c:v>
                </c:pt>
                <c:pt idx="50530">
                  <c:v>3</c:v>
                </c:pt>
                <c:pt idx="50531">
                  <c:v>1</c:v>
                </c:pt>
                <c:pt idx="50532">
                  <c:v>2</c:v>
                </c:pt>
                <c:pt idx="50533">
                  <c:v>3</c:v>
                </c:pt>
                <c:pt idx="50534">
                  <c:v>3</c:v>
                </c:pt>
                <c:pt idx="50535">
                  <c:v>2</c:v>
                </c:pt>
                <c:pt idx="50536">
                  <c:v>0</c:v>
                </c:pt>
                <c:pt idx="50537">
                  <c:v>1</c:v>
                </c:pt>
                <c:pt idx="50538">
                  <c:v>5</c:v>
                </c:pt>
                <c:pt idx="50539">
                  <c:v>4</c:v>
                </c:pt>
                <c:pt idx="50540">
                  <c:v>2</c:v>
                </c:pt>
                <c:pt idx="50541">
                  <c:v>1</c:v>
                </c:pt>
                <c:pt idx="50542">
                  <c:v>2</c:v>
                </c:pt>
                <c:pt idx="50543">
                  <c:v>3</c:v>
                </c:pt>
                <c:pt idx="50544">
                  <c:v>2</c:v>
                </c:pt>
                <c:pt idx="50545">
                  <c:v>0</c:v>
                </c:pt>
                <c:pt idx="50546">
                  <c:v>1</c:v>
                </c:pt>
                <c:pt idx="50547">
                  <c:v>1</c:v>
                </c:pt>
                <c:pt idx="50548">
                  <c:v>1</c:v>
                </c:pt>
                <c:pt idx="50549">
                  <c:v>1</c:v>
                </c:pt>
                <c:pt idx="50550">
                  <c:v>3</c:v>
                </c:pt>
                <c:pt idx="50551">
                  <c:v>1</c:v>
                </c:pt>
                <c:pt idx="50552">
                  <c:v>3</c:v>
                </c:pt>
                <c:pt idx="50553">
                  <c:v>4</c:v>
                </c:pt>
                <c:pt idx="50554">
                  <c:v>7</c:v>
                </c:pt>
                <c:pt idx="50555">
                  <c:v>2</c:v>
                </c:pt>
                <c:pt idx="50556">
                  <c:v>2</c:v>
                </c:pt>
                <c:pt idx="50557">
                  <c:v>4</c:v>
                </c:pt>
                <c:pt idx="50558">
                  <c:v>4</c:v>
                </c:pt>
                <c:pt idx="50559">
                  <c:v>2</c:v>
                </c:pt>
                <c:pt idx="50560">
                  <c:v>2</c:v>
                </c:pt>
                <c:pt idx="50561">
                  <c:v>2</c:v>
                </c:pt>
                <c:pt idx="50562">
                  <c:v>2</c:v>
                </c:pt>
                <c:pt idx="50563">
                  <c:v>2</c:v>
                </c:pt>
                <c:pt idx="50564">
                  <c:v>2</c:v>
                </c:pt>
                <c:pt idx="50565">
                  <c:v>1</c:v>
                </c:pt>
                <c:pt idx="50566">
                  <c:v>1</c:v>
                </c:pt>
                <c:pt idx="50567">
                  <c:v>5</c:v>
                </c:pt>
                <c:pt idx="50568">
                  <c:v>3</c:v>
                </c:pt>
                <c:pt idx="50569">
                  <c:v>1</c:v>
                </c:pt>
                <c:pt idx="50570">
                  <c:v>1</c:v>
                </c:pt>
                <c:pt idx="50571">
                  <c:v>2</c:v>
                </c:pt>
                <c:pt idx="50572">
                  <c:v>3</c:v>
                </c:pt>
                <c:pt idx="50573">
                  <c:v>1</c:v>
                </c:pt>
                <c:pt idx="50574">
                  <c:v>2</c:v>
                </c:pt>
                <c:pt idx="50575">
                  <c:v>11</c:v>
                </c:pt>
                <c:pt idx="50576">
                  <c:v>4</c:v>
                </c:pt>
                <c:pt idx="50577">
                  <c:v>4</c:v>
                </c:pt>
                <c:pt idx="50578">
                  <c:v>3</c:v>
                </c:pt>
                <c:pt idx="50579">
                  <c:v>2</c:v>
                </c:pt>
                <c:pt idx="50580">
                  <c:v>2</c:v>
                </c:pt>
                <c:pt idx="50581">
                  <c:v>4</c:v>
                </c:pt>
                <c:pt idx="50582">
                  <c:v>4</c:v>
                </c:pt>
                <c:pt idx="50583">
                  <c:v>9</c:v>
                </c:pt>
                <c:pt idx="50584">
                  <c:v>4</c:v>
                </c:pt>
                <c:pt idx="50585">
                  <c:v>2</c:v>
                </c:pt>
                <c:pt idx="50586">
                  <c:v>3</c:v>
                </c:pt>
                <c:pt idx="50587">
                  <c:v>2</c:v>
                </c:pt>
                <c:pt idx="50588">
                  <c:v>2</c:v>
                </c:pt>
                <c:pt idx="50589">
                  <c:v>2</c:v>
                </c:pt>
                <c:pt idx="50590">
                  <c:v>4</c:v>
                </c:pt>
                <c:pt idx="50591">
                  <c:v>2</c:v>
                </c:pt>
                <c:pt idx="50592">
                  <c:v>3</c:v>
                </c:pt>
                <c:pt idx="50593">
                  <c:v>3</c:v>
                </c:pt>
                <c:pt idx="50594">
                  <c:v>1</c:v>
                </c:pt>
                <c:pt idx="50595">
                  <c:v>4</c:v>
                </c:pt>
                <c:pt idx="50596">
                  <c:v>4</c:v>
                </c:pt>
                <c:pt idx="50597">
                  <c:v>2</c:v>
                </c:pt>
                <c:pt idx="50598">
                  <c:v>1</c:v>
                </c:pt>
                <c:pt idx="50599">
                  <c:v>1</c:v>
                </c:pt>
                <c:pt idx="50600">
                  <c:v>1</c:v>
                </c:pt>
                <c:pt idx="50601">
                  <c:v>6</c:v>
                </c:pt>
                <c:pt idx="50602">
                  <c:v>2</c:v>
                </c:pt>
                <c:pt idx="50603">
                  <c:v>2</c:v>
                </c:pt>
                <c:pt idx="50604">
                  <c:v>2</c:v>
                </c:pt>
                <c:pt idx="50605">
                  <c:v>3</c:v>
                </c:pt>
                <c:pt idx="50606">
                  <c:v>3</c:v>
                </c:pt>
                <c:pt idx="50607">
                  <c:v>1</c:v>
                </c:pt>
                <c:pt idx="50608">
                  <c:v>7</c:v>
                </c:pt>
                <c:pt idx="50609">
                  <c:v>10</c:v>
                </c:pt>
                <c:pt idx="50610">
                  <c:v>2</c:v>
                </c:pt>
                <c:pt idx="50611">
                  <c:v>4</c:v>
                </c:pt>
                <c:pt idx="50612">
                  <c:v>2</c:v>
                </c:pt>
                <c:pt idx="50613">
                  <c:v>2</c:v>
                </c:pt>
                <c:pt idx="50614">
                  <c:v>2</c:v>
                </c:pt>
                <c:pt idx="50615">
                  <c:v>4</c:v>
                </c:pt>
                <c:pt idx="50616">
                  <c:v>2</c:v>
                </c:pt>
                <c:pt idx="50617">
                  <c:v>2</c:v>
                </c:pt>
                <c:pt idx="50618">
                  <c:v>6</c:v>
                </c:pt>
                <c:pt idx="50619">
                  <c:v>3</c:v>
                </c:pt>
                <c:pt idx="50620">
                  <c:v>1</c:v>
                </c:pt>
                <c:pt idx="50621">
                  <c:v>8</c:v>
                </c:pt>
                <c:pt idx="50622">
                  <c:v>2</c:v>
                </c:pt>
                <c:pt idx="50623">
                  <c:v>2</c:v>
                </c:pt>
                <c:pt idx="50624">
                  <c:v>6</c:v>
                </c:pt>
                <c:pt idx="50625">
                  <c:v>10</c:v>
                </c:pt>
                <c:pt idx="50626">
                  <c:v>4</c:v>
                </c:pt>
                <c:pt idx="50627">
                  <c:v>1</c:v>
                </c:pt>
                <c:pt idx="50628">
                  <c:v>2</c:v>
                </c:pt>
                <c:pt idx="50629">
                  <c:v>1</c:v>
                </c:pt>
                <c:pt idx="50630">
                  <c:v>5</c:v>
                </c:pt>
                <c:pt idx="50631">
                  <c:v>3</c:v>
                </c:pt>
                <c:pt idx="50632">
                  <c:v>3</c:v>
                </c:pt>
                <c:pt idx="50633">
                  <c:v>2</c:v>
                </c:pt>
                <c:pt idx="50634">
                  <c:v>2</c:v>
                </c:pt>
                <c:pt idx="50635">
                  <c:v>2</c:v>
                </c:pt>
                <c:pt idx="50636">
                  <c:v>2</c:v>
                </c:pt>
                <c:pt idx="50637">
                  <c:v>2</c:v>
                </c:pt>
                <c:pt idx="50638">
                  <c:v>2</c:v>
                </c:pt>
                <c:pt idx="50639">
                  <c:v>3</c:v>
                </c:pt>
                <c:pt idx="50640">
                  <c:v>2</c:v>
                </c:pt>
                <c:pt idx="50641">
                  <c:v>4</c:v>
                </c:pt>
                <c:pt idx="50642">
                  <c:v>2</c:v>
                </c:pt>
                <c:pt idx="50643">
                  <c:v>2</c:v>
                </c:pt>
                <c:pt idx="50644">
                  <c:v>1</c:v>
                </c:pt>
                <c:pt idx="50645">
                  <c:v>4</c:v>
                </c:pt>
                <c:pt idx="50646">
                  <c:v>2</c:v>
                </c:pt>
                <c:pt idx="50647">
                  <c:v>2</c:v>
                </c:pt>
                <c:pt idx="50648">
                  <c:v>2</c:v>
                </c:pt>
                <c:pt idx="50649">
                  <c:v>3</c:v>
                </c:pt>
                <c:pt idx="50650">
                  <c:v>2</c:v>
                </c:pt>
                <c:pt idx="50651">
                  <c:v>2</c:v>
                </c:pt>
                <c:pt idx="50652">
                  <c:v>2</c:v>
                </c:pt>
                <c:pt idx="50653">
                  <c:v>1</c:v>
                </c:pt>
                <c:pt idx="50654">
                  <c:v>2</c:v>
                </c:pt>
                <c:pt idx="50655">
                  <c:v>3</c:v>
                </c:pt>
                <c:pt idx="50656">
                  <c:v>6</c:v>
                </c:pt>
                <c:pt idx="50657">
                  <c:v>1</c:v>
                </c:pt>
                <c:pt idx="50658">
                  <c:v>2</c:v>
                </c:pt>
                <c:pt idx="50659">
                  <c:v>1</c:v>
                </c:pt>
                <c:pt idx="50660">
                  <c:v>2</c:v>
                </c:pt>
                <c:pt idx="50661">
                  <c:v>3</c:v>
                </c:pt>
                <c:pt idx="50662">
                  <c:v>1</c:v>
                </c:pt>
                <c:pt idx="50663">
                  <c:v>4</c:v>
                </c:pt>
                <c:pt idx="50664">
                  <c:v>6</c:v>
                </c:pt>
                <c:pt idx="50665">
                  <c:v>2</c:v>
                </c:pt>
                <c:pt idx="50666">
                  <c:v>2</c:v>
                </c:pt>
                <c:pt idx="50667">
                  <c:v>4</c:v>
                </c:pt>
                <c:pt idx="50668">
                  <c:v>2</c:v>
                </c:pt>
                <c:pt idx="50669">
                  <c:v>2</c:v>
                </c:pt>
                <c:pt idx="50670">
                  <c:v>4</c:v>
                </c:pt>
                <c:pt idx="50671">
                  <c:v>1</c:v>
                </c:pt>
                <c:pt idx="50672">
                  <c:v>2</c:v>
                </c:pt>
                <c:pt idx="50673">
                  <c:v>4</c:v>
                </c:pt>
                <c:pt idx="50674">
                  <c:v>2</c:v>
                </c:pt>
                <c:pt idx="50675">
                  <c:v>1</c:v>
                </c:pt>
                <c:pt idx="50676">
                  <c:v>2</c:v>
                </c:pt>
                <c:pt idx="50677">
                  <c:v>1</c:v>
                </c:pt>
                <c:pt idx="50678">
                  <c:v>1</c:v>
                </c:pt>
                <c:pt idx="50679">
                  <c:v>2</c:v>
                </c:pt>
                <c:pt idx="50680">
                  <c:v>2</c:v>
                </c:pt>
                <c:pt idx="50681">
                  <c:v>3</c:v>
                </c:pt>
                <c:pt idx="50682">
                  <c:v>2</c:v>
                </c:pt>
                <c:pt idx="50683">
                  <c:v>2</c:v>
                </c:pt>
                <c:pt idx="50684">
                  <c:v>1</c:v>
                </c:pt>
                <c:pt idx="50685">
                  <c:v>2</c:v>
                </c:pt>
                <c:pt idx="50686">
                  <c:v>4</c:v>
                </c:pt>
                <c:pt idx="50687">
                  <c:v>3</c:v>
                </c:pt>
                <c:pt idx="50688">
                  <c:v>1</c:v>
                </c:pt>
                <c:pt idx="50689">
                  <c:v>1</c:v>
                </c:pt>
                <c:pt idx="50690">
                  <c:v>8</c:v>
                </c:pt>
                <c:pt idx="50691">
                  <c:v>3</c:v>
                </c:pt>
                <c:pt idx="50692">
                  <c:v>3</c:v>
                </c:pt>
                <c:pt idx="50693">
                  <c:v>3</c:v>
                </c:pt>
                <c:pt idx="50694">
                  <c:v>3</c:v>
                </c:pt>
                <c:pt idx="50695">
                  <c:v>1</c:v>
                </c:pt>
                <c:pt idx="50696">
                  <c:v>2</c:v>
                </c:pt>
                <c:pt idx="50697">
                  <c:v>2</c:v>
                </c:pt>
                <c:pt idx="50698">
                  <c:v>5</c:v>
                </c:pt>
                <c:pt idx="50699">
                  <c:v>1</c:v>
                </c:pt>
                <c:pt idx="50700">
                  <c:v>2</c:v>
                </c:pt>
                <c:pt idx="50701">
                  <c:v>3</c:v>
                </c:pt>
                <c:pt idx="50702">
                  <c:v>2</c:v>
                </c:pt>
                <c:pt idx="50703">
                  <c:v>2</c:v>
                </c:pt>
                <c:pt idx="50704">
                  <c:v>2</c:v>
                </c:pt>
                <c:pt idx="50705">
                  <c:v>1</c:v>
                </c:pt>
                <c:pt idx="50706">
                  <c:v>3</c:v>
                </c:pt>
                <c:pt idx="50707">
                  <c:v>1</c:v>
                </c:pt>
                <c:pt idx="50708">
                  <c:v>2</c:v>
                </c:pt>
                <c:pt idx="50709">
                  <c:v>2</c:v>
                </c:pt>
                <c:pt idx="50710">
                  <c:v>3</c:v>
                </c:pt>
                <c:pt idx="50711">
                  <c:v>2</c:v>
                </c:pt>
                <c:pt idx="50712">
                  <c:v>3</c:v>
                </c:pt>
                <c:pt idx="50713">
                  <c:v>3</c:v>
                </c:pt>
                <c:pt idx="50714">
                  <c:v>1</c:v>
                </c:pt>
                <c:pt idx="50715">
                  <c:v>2</c:v>
                </c:pt>
                <c:pt idx="50716">
                  <c:v>1</c:v>
                </c:pt>
                <c:pt idx="50717">
                  <c:v>2</c:v>
                </c:pt>
                <c:pt idx="50718">
                  <c:v>1</c:v>
                </c:pt>
                <c:pt idx="50719">
                  <c:v>1</c:v>
                </c:pt>
                <c:pt idx="50720">
                  <c:v>1</c:v>
                </c:pt>
                <c:pt idx="50721">
                  <c:v>3</c:v>
                </c:pt>
                <c:pt idx="50722">
                  <c:v>5</c:v>
                </c:pt>
                <c:pt idx="50723">
                  <c:v>1</c:v>
                </c:pt>
                <c:pt idx="50724">
                  <c:v>1</c:v>
                </c:pt>
                <c:pt idx="50725">
                  <c:v>4</c:v>
                </c:pt>
                <c:pt idx="50726">
                  <c:v>2</c:v>
                </c:pt>
                <c:pt idx="50727">
                  <c:v>3</c:v>
                </c:pt>
                <c:pt idx="50728">
                  <c:v>2</c:v>
                </c:pt>
                <c:pt idx="50729">
                  <c:v>3</c:v>
                </c:pt>
                <c:pt idx="50730">
                  <c:v>3</c:v>
                </c:pt>
                <c:pt idx="50731">
                  <c:v>4</c:v>
                </c:pt>
                <c:pt idx="50732">
                  <c:v>1</c:v>
                </c:pt>
                <c:pt idx="50733">
                  <c:v>3</c:v>
                </c:pt>
                <c:pt idx="50734">
                  <c:v>2</c:v>
                </c:pt>
                <c:pt idx="50735">
                  <c:v>1</c:v>
                </c:pt>
                <c:pt idx="50736">
                  <c:v>1</c:v>
                </c:pt>
                <c:pt idx="50737">
                  <c:v>2</c:v>
                </c:pt>
                <c:pt idx="50738">
                  <c:v>1</c:v>
                </c:pt>
                <c:pt idx="50739">
                  <c:v>3</c:v>
                </c:pt>
                <c:pt idx="50740">
                  <c:v>6</c:v>
                </c:pt>
                <c:pt idx="50741">
                  <c:v>3</c:v>
                </c:pt>
                <c:pt idx="50742">
                  <c:v>2</c:v>
                </c:pt>
                <c:pt idx="50743">
                  <c:v>2</c:v>
                </c:pt>
                <c:pt idx="50744">
                  <c:v>4</c:v>
                </c:pt>
                <c:pt idx="50745">
                  <c:v>1</c:v>
                </c:pt>
                <c:pt idx="50746">
                  <c:v>-1</c:v>
                </c:pt>
                <c:pt idx="50747">
                  <c:v>5</c:v>
                </c:pt>
                <c:pt idx="50748">
                  <c:v>4</c:v>
                </c:pt>
                <c:pt idx="50749">
                  <c:v>2</c:v>
                </c:pt>
                <c:pt idx="50750">
                  <c:v>3</c:v>
                </c:pt>
                <c:pt idx="50751">
                  <c:v>3</c:v>
                </c:pt>
                <c:pt idx="50752">
                  <c:v>1</c:v>
                </c:pt>
                <c:pt idx="50753">
                  <c:v>3</c:v>
                </c:pt>
                <c:pt idx="50754">
                  <c:v>-4</c:v>
                </c:pt>
                <c:pt idx="50755">
                  <c:v>2</c:v>
                </c:pt>
                <c:pt idx="50756">
                  <c:v>2</c:v>
                </c:pt>
                <c:pt idx="50757">
                  <c:v>2</c:v>
                </c:pt>
                <c:pt idx="50758">
                  <c:v>2</c:v>
                </c:pt>
                <c:pt idx="50759">
                  <c:v>2</c:v>
                </c:pt>
                <c:pt idx="50760">
                  <c:v>2</c:v>
                </c:pt>
                <c:pt idx="50761">
                  <c:v>4</c:v>
                </c:pt>
                <c:pt idx="50762">
                  <c:v>6</c:v>
                </c:pt>
                <c:pt idx="50763">
                  <c:v>1</c:v>
                </c:pt>
                <c:pt idx="50764">
                  <c:v>1</c:v>
                </c:pt>
                <c:pt idx="50765">
                  <c:v>5</c:v>
                </c:pt>
                <c:pt idx="50766">
                  <c:v>2</c:v>
                </c:pt>
                <c:pt idx="50767">
                  <c:v>4</c:v>
                </c:pt>
                <c:pt idx="50768">
                  <c:v>2</c:v>
                </c:pt>
                <c:pt idx="50769">
                  <c:v>1</c:v>
                </c:pt>
                <c:pt idx="50770">
                  <c:v>3</c:v>
                </c:pt>
                <c:pt idx="50771">
                  <c:v>2</c:v>
                </c:pt>
                <c:pt idx="50772">
                  <c:v>1</c:v>
                </c:pt>
                <c:pt idx="50773">
                  <c:v>1</c:v>
                </c:pt>
                <c:pt idx="50774">
                  <c:v>2</c:v>
                </c:pt>
                <c:pt idx="50775">
                  <c:v>2</c:v>
                </c:pt>
                <c:pt idx="50776">
                  <c:v>1</c:v>
                </c:pt>
                <c:pt idx="50777">
                  <c:v>9</c:v>
                </c:pt>
                <c:pt idx="50778">
                  <c:v>2</c:v>
                </c:pt>
                <c:pt idx="50779">
                  <c:v>2</c:v>
                </c:pt>
                <c:pt idx="50780">
                  <c:v>1</c:v>
                </c:pt>
                <c:pt idx="50781">
                  <c:v>1</c:v>
                </c:pt>
                <c:pt idx="50782">
                  <c:v>4</c:v>
                </c:pt>
                <c:pt idx="50783">
                  <c:v>4</c:v>
                </c:pt>
                <c:pt idx="50784">
                  <c:v>1</c:v>
                </c:pt>
                <c:pt idx="50785">
                  <c:v>4</c:v>
                </c:pt>
                <c:pt idx="50786">
                  <c:v>1</c:v>
                </c:pt>
                <c:pt idx="50787">
                  <c:v>2</c:v>
                </c:pt>
                <c:pt idx="50788">
                  <c:v>4</c:v>
                </c:pt>
                <c:pt idx="50789">
                  <c:v>4</c:v>
                </c:pt>
                <c:pt idx="50790">
                  <c:v>2</c:v>
                </c:pt>
                <c:pt idx="50791">
                  <c:v>1</c:v>
                </c:pt>
                <c:pt idx="50792">
                  <c:v>2</c:v>
                </c:pt>
                <c:pt idx="50793">
                  <c:v>3</c:v>
                </c:pt>
                <c:pt idx="50794">
                  <c:v>2</c:v>
                </c:pt>
                <c:pt idx="50795">
                  <c:v>4</c:v>
                </c:pt>
                <c:pt idx="50796">
                  <c:v>3</c:v>
                </c:pt>
                <c:pt idx="50797">
                  <c:v>2</c:v>
                </c:pt>
                <c:pt idx="50798">
                  <c:v>2</c:v>
                </c:pt>
                <c:pt idx="50799">
                  <c:v>3</c:v>
                </c:pt>
                <c:pt idx="50800">
                  <c:v>4</c:v>
                </c:pt>
                <c:pt idx="50801">
                  <c:v>4</c:v>
                </c:pt>
                <c:pt idx="50802">
                  <c:v>3</c:v>
                </c:pt>
                <c:pt idx="50803">
                  <c:v>3</c:v>
                </c:pt>
                <c:pt idx="50804">
                  <c:v>1</c:v>
                </c:pt>
                <c:pt idx="50805">
                  <c:v>2</c:v>
                </c:pt>
                <c:pt idx="50806">
                  <c:v>3</c:v>
                </c:pt>
                <c:pt idx="50807">
                  <c:v>2</c:v>
                </c:pt>
                <c:pt idx="50808">
                  <c:v>3</c:v>
                </c:pt>
                <c:pt idx="50809">
                  <c:v>2</c:v>
                </c:pt>
                <c:pt idx="50810">
                  <c:v>2</c:v>
                </c:pt>
                <c:pt idx="50811">
                  <c:v>1</c:v>
                </c:pt>
                <c:pt idx="50812">
                  <c:v>1</c:v>
                </c:pt>
                <c:pt idx="50813">
                  <c:v>2</c:v>
                </c:pt>
                <c:pt idx="50814">
                  <c:v>2</c:v>
                </c:pt>
                <c:pt idx="50815">
                  <c:v>2</c:v>
                </c:pt>
                <c:pt idx="50816">
                  <c:v>5</c:v>
                </c:pt>
                <c:pt idx="50817">
                  <c:v>3</c:v>
                </c:pt>
                <c:pt idx="50818">
                  <c:v>2</c:v>
                </c:pt>
                <c:pt idx="50819">
                  <c:v>3</c:v>
                </c:pt>
                <c:pt idx="50820">
                  <c:v>2</c:v>
                </c:pt>
                <c:pt idx="50821">
                  <c:v>1</c:v>
                </c:pt>
                <c:pt idx="50822">
                  <c:v>1</c:v>
                </c:pt>
                <c:pt idx="50823">
                  <c:v>2</c:v>
                </c:pt>
                <c:pt idx="50824">
                  <c:v>1</c:v>
                </c:pt>
                <c:pt idx="50825">
                  <c:v>1</c:v>
                </c:pt>
                <c:pt idx="50826">
                  <c:v>2</c:v>
                </c:pt>
                <c:pt idx="50827">
                  <c:v>1</c:v>
                </c:pt>
                <c:pt idx="50828">
                  <c:v>4</c:v>
                </c:pt>
                <c:pt idx="50829">
                  <c:v>1</c:v>
                </c:pt>
                <c:pt idx="50830">
                  <c:v>1</c:v>
                </c:pt>
                <c:pt idx="50831">
                  <c:v>2</c:v>
                </c:pt>
                <c:pt idx="50832">
                  <c:v>4</c:v>
                </c:pt>
                <c:pt idx="50833">
                  <c:v>3</c:v>
                </c:pt>
                <c:pt idx="50834">
                  <c:v>1</c:v>
                </c:pt>
                <c:pt idx="50835">
                  <c:v>2</c:v>
                </c:pt>
                <c:pt idx="50836">
                  <c:v>1</c:v>
                </c:pt>
                <c:pt idx="50837">
                  <c:v>6</c:v>
                </c:pt>
                <c:pt idx="50838">
                  <c:v>2</c:v>
                </c:pt>
                <c:pt idx="50839">
                  <c:v>1</c:v>
                </c:pt>
                <c:pt idx="50840">
                  <c:v>1</c:v>
                </c:pt>
                <c:pt idx="50841">
                  <c:v>3</c:v>
                </c:pt>
                <c:pt idx="50842">
                  <c:v>6</c:v>
                </c:pt>
                <c:pt idx="50843">
                  <c:v>2</c:v>
                </c:pt>
                <c:pt idx="50844">
                  <c:v>2</c:v>
                </c:pt>
                <c:pt idx="50845">
                  <c:v>2</c:v>
                </c:pt>
                <c:pt idx="50846">
                  <c:v>1</c:v>
                </c:pt>
                <c:pt idx="50847">
                  <c:v>2</c:v>
                </c:pt>
                <c:pt idx="50848">
                  <c:v>3</c:v>
                </c:pt>
                <c:pt idx="50849">
                  <c:v>1</c:v>
                </c:pt>
                <c:pt idx="50850">
                  <c:v>2</c:v>
                </c:pt>
                <c:pt idx="50851">
                  <c:v>5</c:v>
                </c:pt>
                <c:pt idx="50852">
                  <c:v>1</c:v>
                </c:pt>
                <c:pt idx="50853">
                  <c:v>4</c:v>
                </c:pt>
                <c:pt idx="50854">
                  <c:v>2</c:v>
                </c:pt>
                <c:pt idx="50855">
                  <c:v>9</c:v>
                </c:pt>
                <c:pt idx="50856">
                  <c:v>4</c:v>
                </c:pt>
                <c:pt idx="50857">
                  <c:v>1</c:v>
                </c:pt>
                <c:pt idx="50858">
                  <c:v>2</c:v>
                </c:pt>
                <c:pt idx="50859">
                  <c:v>2</c:v>
                </c:pt>
                <c:pt idx="50860">
                  <c:v>3</c:v>
                </c:pt>
                <c:pt idx="50861">
                  <c:v>2</c:v>
                </c:pt>
                <c:pt idx="50862">
                  <c:v>1</c:v>
                </c:pt>
                <c:pt idx="50863">
                  <c:v>3</c:v>
                </c:pt>
                <c:pt idx="50864">
                  <c:v>2</c:v>
                </c:pt>
                <c:pt idx="50865">
                  <c:v>3</c:v>
                </c:pt>
                <c:pt idx="50866">
                  <c:v>5</c:v>
                </c:pt>
                <c:pt idx="50867">
                  <c:v>3</c:v>
                </c:pt>
                <c:pt idx="50868">
                  <c:v>9</c:v>
                </c:pt>
                <c:pt idx="50869">
                  <c:v>3</c:v>
                </c:pt>
                <c:pt idx="50870">
                  <c:v>2</c:v>
                </c:pt>
                <c:pt idx="50871">
                  <c:v>2</c:v>
                </c:pt>
                <c:pt idx="50872">
                  <c:v>1</c:v>
                </c:pt>
                <c:pt idx="50873">
                  <c:v>2</c:v>
                </c:pt>
                <c:pt idx="50874">
                  <c:v>3</c:v>
                </c:pt>
                <c:pt idx="50875">
                  <c:v>2</c:v>
                </c:pt>
                <c:pt idx="50876">
                  <c:v>1</c:v>
                </c:pt>
                <c:pt idx="50877">
                  <c:v>1</c:v>
                </c:pt>
                <c:pt idx="50878">
                  <c:v>6</c:v>
                </c:pt>
                <c:pt idx="50879">
                  <c:v>6</c:v>
                </c:pt>
                <c:pt idx="50880">
                  <c:v>3</c:v>
                </c:pt>
                <c:pt idx="50881">
                  <c:v>2</c:v>
                </c:pt>
                <c:pt idx="50882">
                  <c:v>2</c:v>
                </c:pt>
                <c:pt idx="50883">
                  <c:v>4</c:v>
                </c:pt>
                <c:pt idx="50884">
                  <c:v>1</c:v>
                </c:pt>
                <c:pt idx="50885">
                  <c:v>8</c:v>
                </c:pt>
                <c:pt idx="50886">
                  <c:v>2</c:v>
                </c:pt>
                <c:pt idx="50887">
                  <c:v>4</c:v>
                </c:pt>
                <c:pt idx="50888">
                  <c:v>6</c:v>
                </c:pt>
                <c:pt idx="50889">
                  <c:v>10</c:v>
                </c:pt>
                <c:pt idx="50890">
                  <c:v>2</c:v>
                </c:pt>
                <c:pt idx="50891">
                  <c:v>4</c:v>
                </c:pt>
                <c:pt idx="50892">
                  <c:v>2</c:v>
                </c:pt>
                <c:pt idx="50893">
                  <c:v>3</c:v>
                </c:pt>
                <c:pt idx="50894">
                  <c:v>3</c:v>
                </c:pt>
                <c:pt idx="50895">
                  <c:v>1</c:v>
                </c:pt>
                <c:pt idx="50896">
                  <c:v>4</c:v>
                </c:pt>
                <c:pt idx="50897">
                  <c:v>3</c:v>
                </c:pt>
                <c:pt idx="50898">
                  <c:v>1</c:v>
                </c:pt>
                <c:pt idx="50899">
                  <c:v>1</c:v>
                </c:pt>
                <c:pt idx="50900">
                  <c:v>3</c:v>
                </c:pt>
                <c:pt idx="50901">
                  <c:v>3</c:v>
                </c:pt>
                <c:pt idx="50902">
                  <c:v>2</c:v>
                </c:pt>
                <c:pt idx="50903">
                  <c:v>1</c:v>
                </c:pt>
                <c:pt idx="50904">
                  <c:v>2</c:v>
                </c:pt>
                <c:pt idx="50905">
                  <c:v>2</c:v>
                </c:pt>
                <c:pt idx="50906">
                  <c:v>3</c:v>
                </c:pt>
                <c:pt idx="50907">
                  <c:v>1</c:v>
                </c:pt>
                <c:pt idx="50908">
                  <c:v>1</c:v>
                </c:pt>
                <c:pt idx="50909">
                  <c:v>4</c:v>
                </c:pt>
                <c:pt idx="50910">
                  <c:v>1</c:v>
                </c:pt>
                <c:pt idx="50911">
                  <c:v>2</c:v>
                </c:pt>
                <c:pt idx="50912">
                  <c:v>2</c:v>
                </c:pt>
                <c:pt idx="50913">
                  <c:v>4</c:v>
                </c:pt>
                <c:pt idx="50914">
                  <c:v>2</c:v>
                </c:pt>
                <c:pt idx="50915">
                  <c:v>2</c:v>
                </c:pt>
                <c:pt idx="50916">
                  <c:v>1</c:v>
                </c:pt>
                <c:pt idx="50917">
                  <c:v>2</c:v>
                </c:pt>
                <c:pt idx="50918">
                  <c:v>2</c:v>
                </c:pt>
                <c:pt idx="50919">
                  <c:v>3</c:v>
                </c:pt>
                <c:pt idx="50920">
                  <c:v>2</c:v>
                </c:pt>
                <c:pt idx="50921">
                  <c:v>2</c:v>
                </c:pt>
                <c:pt idx="50922">
                  <c:v>2</c:v>
                </c:pt>
                <c:pt idx="50923">
                  <c:v>2</c:v>
                </c:pt>
                <c:pt idx="50924">
                  <c:v>6</c:v>
                </c:pt>
                <c:pt idx="50925">
                  <c:v>2</c:v>
                </c:pt>
                <c:pt idx="50926">
                  <c:v>4</c:v>
                </c:pt>
                <c:pt idx="50927">
                  <c:v>2</c:v>
                </c:pt>
                <c:pt idx="50928">
                  <c:v>6</c:v>
                </c:pt>
                <c:pt idx="50929">
                  <c:v>2</c:v>
                </c:pt>
                <c:pt idx="50930">
                  <c:v>1</c:v>
                </c:pt>
                <c:pt idx="50931">
                  <c:v>2</c:v>
                </c:pt>
                <c:pt idx="50932">
                  <c:v>2</c:v>
                </c:pt>
                <c:pt idx="50933">
                  <c:v>2</c:v>
                </c:pt>
                <c:pt idx="50934">
                  <c:v>1</c:v>
                </c:pt>
                <c:pt idx="50935">
                  <c:v>4</c:v>
                </c:pt>
                <c:pt idx="50936">
                  <c:v>2</c:v>
                </c:pt>
                <c:pt idx="50937">
                  <c:v>3</c:v>
                </c:pt>
                <c:pt idx="50938">
                  <c:v>10</c:v>
                </c:pt>
                <c:pt idx="50939">
                  <c:v>4</c:v>
                </c:pt>
                <c:pt idx="50940">
                  <c:v>2</c:v>
                </c:pt>
                <c:pt idx="50941">
                  <c:v>2</c:v>
                </c:pt>
                <c:pt idx="50942">
                  <c:v>4</c:v>
                </c:pt>
                <c:pt idx="50943">
                  <c:v>1</c:v>
                </c:pt>
                <c:pt idx="50944">
                  <c:v>2</c:v>
                </c:pt>
                <c:pt idx="50945">
                  <c:v>4</c:v>
                </c:pt>
                <c:pt idx="50946">
                  <c:v>1</c:v>
                </c:pt>
                <c:pt idx="50947">
                  <c:v>2</c:v>
                </c:pt>
                <c:pt idx="50948">
                  <c:v>2</c:v>
                </c:pt>
                <c:pt idx="50949">
                  <c:v>1</c:v>
                </c:pt>
                <c:pt idx="50950">
                  <c:v>4</c:v>
                </c:pt>
                <c:pt idx="50951">
                  <c:v>5</c:v>
                </c:pt>
                <c:pt idx="50952">
                  <c:v>4</c:v>
                </c:pt>
                <c:pt idx="50953">
                  <c:v>6</c:v>
                </c:pt>
                <c:pt idx="50954">
                  <c:v>4</c:v>
                </c:pt>
                <c:pt idx="50955">
                  <c:v>1</c:v>
                </c:pt>
                <c:pt idx="50956">
                  <c:v>2</c:v>
                </c:pt>
                <c:pt idx="50957">
                  <c:v>1</c:v>
                </c:pt>
                <c:pt idx="50958">
                  <c:v>1</c:v>
                </c:pt>
                <c:pt idx="50959">
                  <c:v>5</c:v>
                </c:pt>
                <c:pt idx="50960">
                  <c:v>3</c:v>
                </c:pt>
                <c:pt idx="50961">
                  <c:v>2</c:v>
                </c:pt>
                <c:pt idx="50962">
                  <c:v>1</c:v>
                </c:pt>
                <c:pt idx="50963">
                  <c:v>1</c:v>
                </c:pt>
                <c:pt idx="50964">
                  <c:v>2</c:v>
                </c:pt>
                <c:pt idx="50965">
                  <c:v>2</c:v>
                </c:pt>
                <c:pt idx="50966">
                  <c:v>1</c:v>
                </c:pt>
                <c:pt idx="50967">
                  <c:v>5</c:v>
                </c:pt>
                <c:pt idx="50968">
                  <c:v>1</c:v>
                </c:pt>
                <c:pt idx="50969">
                  <c:v>1</c:v>
                </c:pt>
                <c:pt idx="50970">
                  <c:v>3</c:v>
                </c:pt>
                <c:pt idx="50971">
                  <c:v>1</c:v>
                </c:pt>
                <c:pt idx="50972">
                  <c:v>2</c:v>
                </c:pt>
                <c:pt idx="50973">
                  <c:v>1</c:v>
                </c:pt>
                <c:pt idx="50974">
                  <c:v>5</c:v>
                </c:pt>
                <c:pt idx="50975">
                  <c:v>1</c:v>
                </c:pt>
                <c:pt idx="50976">
                  <c:v>2</c:v>
                </c:pt>
                <c:pt idx="50977">
                  <c:v>1</c:v>
                </c:pt>
                <c:pt idx="50978">
                  <c:v>2</c:v>
                </c:pt>
                <c:pt idx="50979">
                  <c:v>5</c:v>
                </c:pt>
                <c:pt idx="50980">
                  <c:v>3</c:v>
                </c:pt>
                <c:pt idx="50981">
                  <c:v>2</c:v>
                </c:pt>
                <c:pt idx="50982">
                  <c:v>6</c:v>
                </c:pt>
                <c:pt idx="50983">
                  <c:v>4</c:v>
                </c:pt>
                <c:pt idx="50984">
                  <c:v>4</c:v>
                </c:pt>
                <c:pt idx="50985">
                  <c:v>2</c:v>
                </c:pt>
                <c:pt idx="50986">
                  <c:v>2</c:v>
                </c:pt>
                <c:pt idx="50987">
                  <c:v>3</c:v>
                </c:pt>
                <c:pt idx="50988">
                  <c:v>2</c:v>
                </c:pt>
                <c:pt idx="50989">
                  <c:v>2</c:v>
                </c:pt>
                <c:pt idx="50990">
                  <c:v>3</c:v>
                </c:pt>
                <c:pt idx="50991">
                  <c:v>5</c:v>
                </c:pt>
                <c:pt idx="50992">
                  <c:v>3</c:v>
                </c:pt>
                <c:pt idx="50993">
                  <c:v>2</c:v>
                </c:pt>
                <c:pt idx="50994">
                  <c:v>4</c:v>
                </c:pt>
                <c:pt idx="50995">
                  <c:v>3</c:v>
                </c:pt>
                <c:pt idx="50996">
                  <c:v>3</c:v>
                </c:pt>
                <c:pt idx="50997">
                  <c:v>3</c:v>
                </c:pt>
                <c:pt idx="50998">
                  <c:v>2</c:v>
                </c:pt>
                <c:pt idx="50999">
                  <c:v>1</c:v>
                </c:pt>
                <c:pt idx="51000">
                  <c:v>2</c:v>
                </c:pt>
                <c:pt idx="51001">
                  <c:v>2</c:v>
                </c:pt>
                <c:pt idx="51002">
                  <c:v>2</c:v>
                </c:pt>
                <c:pt idx="51003">
                  <c:v>2</c:v>
                </c:pt>
                <c:pt idx="51004">
                  <c:v>1</c:v>
                </c:pt>
                <c:pt idx="51005">
                  <c:v>6</c:v>
                </c:pt>
                <c:pt idx="51006">
                  <c:v>2</c:v>
                </c:pt>
                <c:pt idx="51007">
                  <c:v>3</c:v>
                </c:pt>
                <c:pt idx="51008">
                  <c:v>3</c:v>
                </c:pt>
                <c:pt idx="51009">
                  <c:v>2</c:v>
                </c:pt>
                <c:pt idx="51010">
                  <c:v>-1</c:v>
                </c:pt>
                <c:pt idx="51011">
                  <c:v>3</c:v>
                </c:pt>
                <c:pt idx="51012">
                  <c:v>1</c:v>
                </c:pt>
                <c:pt idx="51013">
                  <c:v>2</c:v>
                </c:pt>
                <c:pt idx="51014">
                  <c:v>1</c:v>
                </c:pt>
                <c:pt idx="51015">
                  <c:v>3</c:v>
                </c:pt>
                <c:pt idx="51016">
                  <c:v>0</c:v>
                </c:pt>
                <c:pt idx="51017">
                  <c:v>6</c:v>
                </c:pt>
                <c:pt idx="51018">
                  <c:v>2</c:v>
                </c:pt>
                <c:pt idx="51019">
                  <c:v>5</c:v>
                </c:pt>
                <c:pt idx="51020">
                  <c:v>3</c:v>
                </c:pt>
                <c:pt idx="51021">
                  <c:v>2</c:v>
                </c:pt>
                <c:pt idx="51022">
                  <c:v>10</c:v>
                </c:pt>
                <c:pt idx="51023">
                  <c:v>2</c:v>
                </c:pt>
                <c:pt idx="51024">
                  <c:v>1</c:v>
                </c:pt>
                <c:pt idx="51025">
                  <c:v>1</c:v>
                </c:pt>
                <c:pt idx="51026">
                  <c:v>1</c:v>
                </c:pt>
                <c:pt idx="51027">
                  <c:v>2</c:v>
                </c:pt>
                <c:pt idx="51028">
                  <c:v>1</c:v>
                </c:pt>
                <c:pt idx="51029">
                  <c:v>3</c:v>
                </c:pt>
                <c:pt idx="51030">
                  <c:v>1</c:v>
                </c:pt>
                <c:pt idx="51031">
                  <c:v>2</c:v>
                </c:pt>
                <c:pt idx="51032">
                  <c:v>4</c:v>
                </c:pt>
                <c:pt idx="51033">
                  <c:v>4</c:v>
                </c:pt>
                <c:pt idx="51034">
                  <c:v>-4</c:v>
                </c:pt>
                <c:pt idx="51035">
                  <c:v>2</c:v>
                </c:pt>
                <c:pt idx="51036">
                  <c:v>1</c:v>
                </c:pt>
                <c:pt idx="51037">
                  <c:v>4</c:v>
                </c:pt>
                <c:pt idx="51038">
                  <c:v>2</c:v>
                </c:pt>
                <c:pt idx="51039">
                  <c:v>2</c:v>
                </c:pt>
                <c:pt idx="51040">
                  <c:v>5</c:v>
                </c:pt>
                <c:pt idx="51041">
                  <c:v>10</c:v>
                </c:pt>
                <c:pt idx="51042">
                  <c:v>2</c:v>
                </c:pt>
                <c:pt idx="51043">
                  <c:v>1</c:v>
                </c:pt>
                <c:pt idx="51044">
                  <c:v>2</c:v>
                </c:pt>
                <c:pt idx="51045">
                  <c:v>2</c:v>
                </c:pt>
                <c:pt idx="51046">
                  <c:v>6</c:v>
                </c:pt>
                <c:pt idx="51047">
                  <c:v>3</c:v>
                </c:pt>
                <c:pt idx="51048">
                  <c:v>8</c:v>
                </c:pt>
                <c:pt idx="51049">
                  <c:v>5</c:v>
                </c:pt>
                <c:pt idx="51050">
                  <c:v>2</c:v>
                </c:pt>
                <c:pt idx="51051">
                  <c:v>3</c:v>
                </c:pt>
                <c:pt idx="51052">
                  <c:v>2</c:v>
                </c:pt>
                <c:pt idx="51053">
                  <c:v>1</c:v>
                </c:pt>
                <c:pt idx="51054">
                  <c:v>2</c:v>
                </c:pt>
                <c:pt idx="51055">
                  <c:v>1</c:v>
                </c:pt>
                <c:pt idx="51056">
                  <c:v>2</c:v>
                </c:pt>
                <c:pt idx="51057">
                  <c:v>1</c:v>
                </c:pt>
                <c:pt idx="51058">
                  <c:v>2</c:v>
                </c:pt>
                <c:pt idx="51059">
                  <c:v>2</c:v>
                </c:pt>
                <c:pt idx="51060">
                  <c:v>1</c:v>
                </c:pt>
                <c:pt idx="51061">
                  <c:v>5</c:v>
                </c:pt>
                <c:pt idx="51062">
                  <c:v>1</c:v>
                </c:pt>
                <c:pt idx="51063">
                  <c:v>3</c:v>
                </c:pt>
                <c:pt idx="51064">
                  <c:v>1</c:v>
                </c:pt>
                <c:pt idx="51065">
                  <c:v>2</c:v>
                </c:pt>
                <c:pt idx="51066">
                  <c:v>3</c:v>
                </c:pt>
                <c:pt idx="51067">
                  <c:v>1</c:v>
                </c:pt>
                <c:pt idx="51068">
                  <c:v>4</c:v>
                </c:pt>
                <c:pt idx="51069">
                  <c:v>2</c:v>
                </c:pt>
                <c:pt idx="51070">
                  <c:v>3</c:v>
                </c:pt>
                <c:pt idx="51071">
                  <c:v>2</c:v>
                </c:pt>
                <c:pt idx="51072">
                  <c:v>4</c:v>
                </c:pt>
                <c:pt idx="51073">
                  <c:v>4</c:v>
                </c:pt>
                <c:pt idx="51074">
                  <c:v>1</c:v>
                </c:pt>
                <c:pt idx="51075">
                  <c:v>2</c:v>
                </c:pt>
                <c:pt idx="51076">
                  <c:v>1</c:v>
                </c:pt>
                <c:pt idx="51077">
                  <c:v>2</c:v>
                </c:pt>
                <c:pt idx="51078">
                  <c:v>2</c:v>
                </c:pt>
                <c:pt idx="51079">
                  <c:v>2</c:v>
                </c:pt>
                <c:pt idx="51080">
                  <c:v>3</c:v>
                </c:pt>
                <c:pt idx="51081">
                  <c:v>4</c:v>
                </c:pt>
                <c:pt idx="51082">
                  <c:v>2</c:v>
                </c:pt>
                <c:pt idx="51083">
                  <c:v>2</c:v>
                </c:pt>
                <c:pt idx="51084">
                  <c:v>2</c:v>
                </c:pt>
                <c:pt idx="51085">
                  <c:v>1</c:v>
                </c:pt>
                <c:pt idx="51086">
                  <c:v>2</c:v>
                </c:pt>
                <c:pt idx="51087">
                  <c:v>5</c:v>
                </c:pt>
                <c:pt idx="51088">
                  <c:v>2</c:v>
                </c:pt>
                <c:pt idx="51089">
                  <c:v>7</c:v>
                </c:pt>
                <c:pt idx="51090">
                  <c:v>2</c:v>
                </c:pt>
                <c:pt idx="51091">
                  <c:v>2</c:v>
                </c:pt>
                <c:pt idx="51092">
                  <c:v>2</c:v>
                </c:pt>
                <c:pt idx="51093">
                  <c:v>2</c:v>
                </c:pt>
                <c:pt idx="51094">
                  <c:v>2</c:v>
                </c:pt>
                <c:pt idx="51095">
                  <c:v>3</c:v>
                </c:pt>
                <c:pt idx="51096">
                  <c:v>3</c:v>
                </c:pt>
                <c:pt idx="51097">
                  <c:v>3</c:v>
                </c:pt>
                <c:pt idx="51098">
                  <c:v>1</c:v>
                </c:pt>
                <c:pt idx="51099">
                  <c:v>3</c:v>
                </c:pt>
                <c:pt idx="51100">
                  <c:v>2</c:v>
                </c:pt>
                <c:pt idx="51101">
                  <c:v>3</c:v>
                </c:pt>
                <c:pt idx="51102">
                  <c:v>2</c:v>
                </c:pt>
                <c:pt idx="51103">
                  <c:v>3</c:v>
                </c:pt>
                <c:pt idx="51104">
                  <c:v>2</c:v>
                </c:pt>
                <c:pt idx="51105">
                  <c:v>2</c:v>
                </c:pt>
                <c:pt idx="51106">
                  <c:v>3</c:v>
                </c:pt>
                <c:pt idx="51107">
                  <c:v>1</c:v>
                </c:pt>
                <c:pt idx="51108">
                  <c:v>2</c:v>
                </c:pt>
                <c:pt idx="51109">
                  <c:v>4</c:v>
                </c:pt>
                <c:pt idx="51110">
                  <c:v>2</c:v>
                </c:pt>
                <c:pt idx="51111">
                  <c:v>3</c:v>
                </c:pt>
                <c:pt idx="51112">
                  <c:v>4</c:v>
                </c:pt>
                <c:pt idx="51113">
                  <c:v>1</c:v>
                </c:pt>
                <c:pt idx="51114">
                  <c:v>7</c:v>
                </c:pt>
                <c:pt idx="51115">
                  <c:v>10</c:v>
                </c:pt>
                <c:pt idx="51116">
                  <c:v>2</c:v>
                </c:pt>
                <c:pt idx="51117">
                  <c:v>3</c:v>
                </c:pt>
                <c:pt idx="51118">
                  <c:v>2</c:v>
                </c:pt>
                <c:pt idx="51119">
                  <c:v>2</c:v>
                </c:pt>
                <c:pt idx="51120">
                  <c:v>1</c:v>
                </c:pt>
                <c:pt idx="51121">
                  <c:v>1</c:v>
                </c:pt>
                <c:pt idx="51122">
                  <c:v>7</c:v>
                </c:pt>
                <c:pt idx="51123">
                  <c:v>4</c:v>
                </c:pt>
                <c:pt idx="51124">
                  <c:v>4</c:v>
                </c:pt>
                <c:pt idx="51125">
                  <c:v>3</c:v>
                </c:pt>
                <c:pt idx="51126">
                  <c:v>2</c:v>
                </c:pt>
                <c:pt idx="51127">
                  <c:v>4</c:v>
                </c:pt>
                <c:pt idx="51128">
                  <c:v>4</c:v>
                </c:pt>
                <c:pt idx="51129">
                  <c:v>4</c:v>
                </c:pt>
                <c:pt idx="51130">
                  <c:v>3</c:v>
                </c:pt>
                <c:pt idx="51131">
                  <c:v>2</c:v>
                </c:pt>
                <c:pt idx="51132">
                  <c:v>4</c:v>
                </c:pt>
                <c:pt idx="51133">
                  <c:v>4</c:v>
                </c:pt>
                <c:pt idx="51134">
                  <c:v>2</c:v>
                </c:pt>
                <c:pt idx="51135">
                  <c:v>2</c:v>
                </c:pt>
                <c:pt idx="51136">
                  <c:v>1</c:v>
                </c:pt>
                <c:pt idx="51137">
                  <c:v>4</c:v>
                </c:pt>
                <c:pt idx="51138">
                  <c:v>2</c:v>
                </c:pt>
                <c:pt idx="51139">
                  <c:v>3</c:v>
                </c:pt>
                <c:pt idx="51140">
                  <c:v>2</c:v>
                </c:pt>
                <c:pt idx="51141">
                  <c:v>3</c:v>
                </c:pt>
                <c:pt idx="51142">
                  <c:v>2</c:v>
                </c:pt>
                <c:pt idx="51143">
                  <c:v>1</c:v>
                </c:pt>
                <c:pt idx="51144">
                  <c:v>2</c:v>
                </c:pt>
                <c:pt idx="51145">
                  <c:v>2</c:v>
                </c:pt>
                <c:pt idx="51146">
                  <c:v>1</c:v>
                </c:pt>
                <c:pt idx="51147">
                  <c:v>4</c:v>
                </c:pt>
                <c:pt idx="51148">
                  <c:v>3</c:v>
                </c:pt>
                <c:pt idx="51149">
                  <c:v>3</c:v>
                </c:pt>
                <c:pt idx="51150">
                  <c:v>3</c:v>
                </c:pt>
                <c:pt idx="51151">
                  <c:v>5</c:v>
                </c:pt>
                <c:pt idx="51152">
                  <c:v>2</c:v>
                </c:pt>
                <c:pt idx="51153">
                  <c:v>7</c:v>
                </c:pt>
                <c:pt idx="51154">
                  <c:v>3</c:v>
                </c:pt>
                <c:pt idx="51155">
                  <c:v>1</c:v>
                </c:pt>
                <c:pt idx="51156">
                  <c:v>2</c:v>
                </c:pt>
                <c:pt idx="51157">
                  <c:v>2</c:v>
                </c:pt>
                <c:pt idx="51158">
                  <c:v>2</c:v>
                </c:pt>
                <c:pt idx="51159">
                  <c:v>1</c:v>
                </c:pt>
                <c:pt idx="51160">
                  <c:v>4</c:v>
                </c:pt>
                <c:pt idx="51161">
                  <c:v>2</c:v>
                </c:pt>
                <c:pt idx="51162">
                  <c:v>4</c:v>
                </c:pt>
                <c:pt idx="51163">
                  <c:v>1</c:v>
                </c:pt>
                <c:pt idx="51164">
                  <c:v>3</c:v>
                </c:pt>
                <c:pt idx="51165">
                  <c:v>4</c:v>
                </c:pt>
                <c:pt idx="51166">
                  <c:v>4</c:v>
                </c:pt>
                <c:pt idx="51167">
                  <c:v>2</c:v>
                </c:pt>
                <c:pt idx="51168">
                  <c:v>7</c:v>
                </c:pt>
                <c:pt idx="51169">
                  <c:v>1</c:v>
                </c:pt>
                <c:pt idx="51170">
                  <c:v>1</c:v>
                </c:pt>
                <c:pt idx="51171">
                  <c:v>1</c:v>
                </c:pt>
                <c:pt idx="51172">
                  <c:v>9</c:v>
                </c:pt>
                <c:pt idx="51173">
                  <c:v>2</c:v>
                </c:pt>
                <c:pt idx="51174">
                  <c:v>1</c:v>
                </c:pt>
                <c:pt idx="51175">
                  <c:v>3</c:v>
                </c:pt>
                <c:pt idx="51176">
                  <c:v>2</c:v>
                </c:pt>
                <c:pt idx="51177">
                  <c:v>2</c:v>
                </c:pt>
                <c:pt idx="51178">
                  <c:v>3</c:v>
                </c:pt>
                <c:pt idx="51179">
                  <c:v>1</c:v>
                </c:pt>
                <c:pt idx="51180">
                  <c:v>8</c:v>
                </c:pt>
                <c:pt idx="51181">
                  <c:v>2</c:v>
                </c:pt>
                <c:pt idx="51182">
                  <c:v>2</c:v>
                </c:pt>
                <c:pt idx="51183">
                  <c:v>3</c:v>
                </c:pt>
                <c:pt idx="51184">
                  <c:v>3</c:v>
                </c:pt>
                <c:pt idx="51185">
                  <c:v>1</c:v>
                </c:pt>
                <c:pt idx="51186">
                  <c:v>2</c:v>
                </c:pt>
                <c:pt idx="51187">
                  <c:v>3</c:v>
                </c:pt>
                <c:pt idx="51188">
                  <c:v>2</c:v>
                </c:pt>
                <c:pt idx="51189">
                  <c:v>3</c:v>
                </c:pt>
                <c:pt idx="51190">
                  <c:v>2</c:v>
                </c:pt>
                <c:pt idx="51191">
                  <c:v>2</c:v>
                </c:pt>
                <c:pt idx="51192">
                  <c:v>2</c:v>
                </c:pt>
                <c:pt idx="51193">
                  <c:v>2</c:v>
                </c:pt>
                <c:pt idx="51194">
                  <c:v>3</c:v>
                </c:pt>
                <c:pt idx="51195">
                  <c:v>6</c:v>
                </c:pt>
                <c:pt idx="51196">
                  <c:v>1</c:v>
                </c:pt>
                <c:pt idx="51197">
                  <c:v>2</c:v>
                </c:pt>
                <c:pt idx="51198">
                  <c:v>5</c:v>
                </c:pt>
                <c:pt idx="51199">
                  <c:v>4</c:v>
                </c:pt>
                <c:pt idx="51200">
                  <c:v>2</c:v>
                </c:pt>
                <c:pt idx="51201">
                  <c:v>2</c:v>
                </c:pt>
                <c:pt idx="51202">
                  <c:v>1</c:v>
                </c:pt>
                <c:pt idx="51203">
                  <c:v>3</c:v>
                </c:pt>
                <c:pt idx="51204">
                  <c:v>3</c:v>
                </c:pt>
                <c:pt idx="51205">
                  <c:v>3</c:v>
                </c:pt>
                <c:pt idx="51206">
                  <c:v>3</c:v>
                </c:pt>
                <c:pt idx="51207">
                  <c:v>3</c:v>
                </c:pt>
                <c:pt idx="51208">
                  <c:v>1</c:v>
                </c:pt>
                <c:pt idx="51209">
                  <c:v>1</c:v>
                </c:pt>
                <c:pt idx="51210">
                  <c:v>1</c:v>
                </c:pt>
                <c:pt idx="51211">
                  <c:v>1</c:v>
                </c:pt>
                <c:pt idx="51212">
                  <c:v>2</c:v>
                </c:pt>
                <c:pt idx="51213">
                  <c:v>2</c:v>
                </c:pt>
                <c:pt idx="51214">
                  <c:v>3</c:v>
                </c:pt>
                <c:pt idx="51215">
                  <c:v>4</c:v>
                </c:pt>
                <c:pt idx="51216">
                  <c:v>3</c:v>
                </c:pt>
                <c:pt idx="51217">
                  <c:v>5</c:v>
                </c:pt>
                <c:pt idx="51218">
                  <c:v>3</c:v>
                </c:pt>
                <c:pt idx="51219">
                  <c:v>1</c:v>
                </c:pt>
                <c:pt idx="51220">
                  <c:v>1</c:v>
                </c:pt>
                <c:pt idx="51221">
                  <c:v>2</c:v>
                </c:pt>
                <c:pt idx="51222">
                  <c:v>2</c:v>
                </c:pt>
                <c:pt idx="51223">
                  <c:v>10</c:v>
                </c:pt>
                <c:pt idx="51224">
                  <c:v>5</c:v>
                </c:pt>
                <c:pt idx="51225">
                  <c:v>3</c:v>
                </c:pt>
                <c:pt idx="51226">
                  <c:v>1</c:v>
                </c:pt>
                <c:pt idx="51227">
                  <c:v>1</c:v>
                </c:pt>
                <c:pt idx="51228">
                  <c:v>3</c:v>
                </c:pt>
                <c:pt idx="51229">
                  <c:v>5</c:v>
                </c:pt>
                <c:pt idx="51230">
                  <c:v>2</c:v>
                </c:pt>
                <c:pt idx="51231">
                  <c:v>1</c:v>
                </c:pt>
                <c:pt idx="51232">
                  <c:v>2</c:v>
                </c:pt>
                <c:pt idx="51233">
                  <c:v>2</c:v>
                </c:pt>
                <c:pt idx="51234">
                  <c:v>3</c:v>
                </c:pt>
                <c:pt idx="51235">
                  <c:v>2</c:v>
                </c:pt>
                <c:pt idx="51236">
                  <c:v>6</c:v>
                </c:pt>
                <c:pt idx="51237">
                  <c:v>2</c:v>
                </c:pt>
                <c:pt idx="51238">
                  <c:v>3</c:v>
                </c:pt>
                <c:pt idx="51239">
                  <c:v>3</c:v>
                </c:pt>
                <c:pt idx="51240">
                  <c:v>4</c:v>
                </c:pt>
                <c:pt idx="51241">
                  <c:v>4</c:v>
                </c:pt>
                <c:pt idx="51242">
                  <c:v>4</c:v>
                </c:pt>
                <c:pt idx="51243">
                  <c:v>1</c:v>
                </c:pt>
                <c:pt idx="51244">
                  <c:v>3</c:v>
                </c:pt>
                <c:pt idx="51245">
                  <c:v>2</c:v>
                </c:pt>
                <c:pt idx="51246">
                  <c:v>-6</c:v>
                </c:pt>
                <c:pt idx="51247">
                  <c:v>3</c:v>
                </c:pt>
                <c:pt idx="51248">
                  <c:v>3</c:v>
                </c:pt>
                <c:pt idx="51249">
                  <c:v>1</c:v>
                </c:pt>
                <c:pt idx="51250">
                  <c:v>1</c:v>
                </c:pt>
                <c:pt idx="51251">
                  <c:v>1</c:v>
                </c:pt>
                <c:pt idx="51252">
                  <c:v>1</c:v>
                </c:pt>
                <c:pt idx="51253">
                  <c:v>4</c:v>
                </c:pt>
                <c:pt idx="51254">
                  <c:v>2</c:v>
                </c:pt>
                <c:pt idx="51255">
                  <c:v>1</c:v>
                </c:pt>
                <c:pt idx="51256">
                  <c:v>3</c:v>
                </c:pt>
                <c:pt idx="51257">
                  <c:v>2</c:v>
                </c:pt>
                <c:pt idx="51258">
                  <c:v>2</c:v>
                </c:pt>
                <c:pt idx="51259">
                  <c:v>3</c:v>
                </c:pt>
                <c:pt idx="51260">
                  <c:v>3</c:v>
                </c:pt>
                <c:pt idx="51261">
                  <c:v>2</c:v>
                </c:pt>
                <c:pt idx="51262">
                  <c:v>3</c:v>
                </c:pt>
                <c:pt idx="51263">
                  <c:v>4</c:v>
                </c:pt>
                <c:pt idx="51264">
                  <c:v>2</c:v>
                </c:pt>
                <c:pt idx="51265">
                  <c:v>1</c:v>
                </c:pt>
                <c:pt idx="51266">
                  <c:v>2</c:v>
                </c:pt>
                <c:pt idx="51267">
                  <c:v>2</c:v>
                </c:pt>
                <c:pt idx="51268">
                  <c:v>2</c:v>
                </c:pt>
                <c:pt idx="51269">
                  <c:v>1</c:v>
                </c:pt>
                <c:pt idx="51270">
                  <c:v>2</c:v>
                </c:pt>
                <c:pt idx="51271">
                  <c:v>2</c:v>
                </c:pt>
                <c:pt idx="51272">
                  <c:v>5</c:v>
                </c:pt>
                <c:pt idx="51273">
                  <c:v>4</c:v>
                </c:pt>
                <c:pt idx="51274">
                  <c:v>3</c:v>
                </c:pt>
                <c:pt idx="51275">
                  <c:v>2</c:v>
                </c:pt>
                <c:pt idx="51276">
                  <c:v>3</c:v>
                </c:pt>
                <c:pt idx="51277">
                  <c:v>1</c:v>
                </c:pt>
                <c:pt idx="51278">
                  <c:v>4</c:v>
                </c:pt>
                <c:pt idx="51279">
                  <c:v>2</c:v>
                </c:pt>
                <c:pt idx="51280">
                  <c:v>2</c:v>
                </c:pt>
                <c:pt idx="51281">
                  <c:v>1</c:v>
                </c:pt>
                <c:pt idx="51282">
                  <c:v>1</c:v>
                </c:pt>
                <c:pt idx="51283">
                  <c:v>2</c:v>
                </c:pt>
                <c:pt idx="51284">
                  <c:v>2</c:v>
                </c:pt>
                <c:pt idx="51285">
                  <c:v>2</c:v>
                </c:pt>
                <c:pt idx="51286">
                  <c:v>2</c:v>
                </c:pt>
                <c:pt idx="51287">
                  <c:v>2</c:v>
                </c:pt>
                <c:pt idx="51288">
                  <c:v>5</c:v>
                </c:pt>
                <c:pt idx="51289">
                  <c:v>5</c:v>
                </c:pt>
                <c:pt idx="51290">
                  <c:v>5</c:v>
                </c:pt>
                <c:pt idx="51291">
                  <c:v>1</c:v>
                </c:pt>
                <c:pt idx="51292">
                  <c:v>4</c:v>
                </c:pt>
                <c:pt idx="51293">
                  <c:v>2</c:v>
                </c:pt>
                <c:pt idx="51294">
                  <c:v>10</c:v>
                </c:pt>
                <c:pt idx="51295">
                  <c:v>3</c:v>
                </c:pt>
                <c:pt idx="51296">
                  <c:v>1</c:v>
                </c:pt>
                <c:pt idx="51297">
                  <c:v>3</c:v>
                </c:pt>
                <c:pt idx="51298">
                  <c:v>15</c:v>
                </c:pt>
                <c:pt idx="51299">
                  <c:v>1</c:v>
                </c:pt>
                <c:pt idx="51300">
                  <c:v>1</c:v>
                </c:pt>
                <c:pt idx="51301">
                  <c:v>3</c:v>
                </c:pt>
                <c:pt idx="51302">
                  <c:v>1</c:v>
                </c:pt>
                <c:pt idx="51303">
                  <c:v>4</c:v>
                </c:pt>
                <c:pt idx="51304">
                  <c:v>2</c:v>
                </c:pt>
                <c:pt idx="51305">
                  <c:v>2</c:v>
                </c:pt>
                <c:pt idx="51306">
                  <c:v>2</c:v>
                </c:pt>
                <c:pt idx="51307">
                  <c:v>3</c:v>
                </c:pt>
                <c:pt idx="51308">
                  <c:v>2</c:v>
                </c:pt>
                <c:pt idx="51309">
                  <c:v>3</c:v>
                </c:pt>
                <c:pt idx="51310">
                  <c:v>2</c:v>
                </c:pt>
                <c:pt idx="51311">
                  <c:v>3</c:v>
                </c:pt>
                <c:pt idx="51312">
                  <c:v>3</c:v>
                </c:pt>
                <c:pt idx="51313">
                  <c:v>4</c:v>
                </c:pt>
                <c:pt idx="51314">
                  <c:v>3</c:v>
                </c:pt>
                <c:pt idx="51315">
                  <c:v>2</c:v>
                </c:pt>
                <c:pt idx="51316">
                  <c:v>6</c:v>
                </c:pt>
                <c:pt idx="51317">
                  <c:v>3</c:v>
                </c:pt>
                <c:pt idx="51318">
                  <c:v>3</c:v>
                </c:pt>
                <c:pt idx="51319">
                  <c:v>1</c:v>
                </c:pt>
                <c:pt idx="51320">
                  <c:v>1</c:v>
                </c:pt>
                <c:pt idx="51321">
                  <c:v>2</c:v>
                </c:pt>
                <c:pt idx="51322">
                  <c:v>1</c:v>
                </c:pt>
                <c:pt idx="51323">
                  <c:v>2</c:v>
                </c:pt>
                <c:pt idx="51324">
                  <c:v>3</c:v>
                </c:pt>
                <c:pt idx="51325">
                  <c:v>2</c:v>
                </c:pt>
                <c:pt idx="51326">
                  <c:v>1</c:v>
                </c:pt>
                <c:pt idx="51327">
                  <c:v>3</c:v>
                </c:pt>
                <c:pt idx="51328">
                  <c:v>3</c:v>
                </c:pt>
                <c:pt idx="51329">
                  <c:v>2</c:v>
                </c:pt>
                <c:pt idx="51330">
                  <c:v>2</c:v>
                </c:pt>
                <c:pt idx="51331">
                  <c:v>3</c:v>
                </c:pt>
                <c:pt idx="51332">
                  <c:v>2</c:v>
                </c:pt>
                <c:pt idx="51333">
                  <c:v>2</c:v>
                </c:pt>
                <c:pt idx="51334">
                  <c:v>4</c:v>
                </c:pt>
                <c:pt idx="51335">
                  <c:v>1</c:v>
                </c:pt>
                <c:pt idx="51336">
                  <c:v>2</c:v>
                </c:pt>
                <c:pt idx="51337">
                  <c:v>4</c:v>
                </c:pt>
                <c:pt idx="51338">
                  <c:v>2</c:v>
                </c:pt>
                <c:pt idx="51339">
                  <c:v>3</c:v>
                </c:pt>
                <c:pt idx="51340">
                  <c:v>1</c:v>
                </c:pt>
                <c:pt idx="51341">
                  <c:v>5</c:v>
                </c:pt>
                <c:pt idx="51342">
                  <c:v>1</c:v>
                </c:pt>
                <c:pt idx="51343">
                  <c:v>2</c:v>
                </c:pt>
                <c:pt idx="51344">
                  <c:v>2</c:v>
                </c:pt>
                <c:pt idx="51345">
                  <c:v>1</c:v>
                </c:pt>
                <c:pt idx="51346">
                  <c:v>8</c:v>
                </c:pt>
                <c:pt idx="51347">
                  <c:v>2</c:v>
                </c:pt>
                <c:pt idx="51348">
                  <c:v>1</c:v>
                </c:pt>
                <c:pt idx="51349">
                  <c:v>4</c:v>
                </c:pt>
                <c:pt idx="51350">
                  <c:v>1</c:v>
                </c:pt>
                <c:pt idx="51351">
                  <c:v>2</c:v>
                </c:pt>
                <c:pt idx="51352">
                  <c:v>2</c:v>
                </c:pt>
                <c:pt idx="51353">
                  <c:v>4</c:v>
                </c:pt>
                <c:pt idx="51354">
                  <c:v>3</c:v>
                </c:pt>
                <c:pt idx="51355">
                  <c:v>1</c:v>
                </c:pt>
                <c:pt idx="51356">
                  <c:v>4</c:v>
                </c:pt>
                <c:pt idx="51357">
                  <c:v>4</c:v>
                </c:pt>
                <c:pt idx="51358">
                  <c:v>3</c:v>
                </c:pt>
                <c:pt idx="51359">
                  <c:v>1</c:v>
                </c:pt>
                <c:pt idx="51360">
                  <c:v>3</c:v>
                </c:pt>
                <c:pt idx="51361">
                  <c:v>2</c:v>
                </c:pt>
                <c:pt idx="51362">
                  <c:v>6</c:v>
                </c:pt>
                <c:pt idx="51363">
                  <c:v>1</c:v>
                </c:pt>
                <c:pt idx="51364">
                  <c:v>3</c:v>
                </c:pt>
                <c:pt idx="51365">
                  <c:v>2</c:v>
                </c:pt>
                <c:pt idx="51366">
                  <c:v>2</c:v>
                </c:pt>
                <c:pt idx="51367">
                  <c:v>2</c:v>
                </c:pt>
                <c:pt idx="51368">
                  <c:v>2</c:v>
                </c:pt>
                <c:pt idx="51369">
                  <c:v>2</c:v>
                </c:pt>
                <c:pt idx="51370">
                  <c:v>3</c:v>
                </c:pt>
                <c:pt idx="51371">
                  <c:v>4</c:v>
                </c:pt>
                <c:pt idx="51372">
                  <c:v>2</c:v>
                </c:pt>
                <c:pt idx="51373">
                  <c:v>2</c:v>
                </c:pt>
                <c:pt idx="51374">
                  <c:v>2</c:v>
                </c:pt>
                <c:pt idx="51375">
                  <c:v>4</c:v>
                </c:pt>
                <c:pt idx="51376">
                  <c:v>2</c:v>
                </c:pt>
                <c:pt idx="51377">
                  <c:v>4</c:v>
                </c:pt>
                <c:pt idx="51378">
                  <c:v>3</c:v>
                </c:pt>
                <c:pt idx="51379">
                  <c:v>4</c:v>
                </c:pt>
                <c:pt idx="51380">
                  <c:v>4</c:v>
                </c:pt>
                <c:pt idx="51381">
                  <c:v>2</c:v>
                </c:pt>
                <c:pt idx="51382">
                  <c:v>4</c:v>
                </c:pt>
                <c:pt idx="51383">
                  <c:v>2</c:v>
                </c:pt>
                <c:pt idx="51384">
                  <c:v>3</c:v>
                </c:pt>
                <c:pt idx="51385">
                  <c:v>3</c:v>
                </c:pt>
                <c:pt idx="51386">
                  <c:v>2</c:v>
                </c:pt>
                <c:pt idx="51387">
                  <c:v>3</c:v>
                </c:pt>
                <c:pt idx="51388">
                  <c:v>8</c:v>
                </c:pt>
                <c:pt idx="51389">
                  <c:v>2</c:v>
                </c:pt>
                <c:pt idx="51390">
                  <c:v>1</c:v>
                </c:pt>
                <c:pt idx="51391">
                  <c:v>1</c:v>
                </c:pt>
                <c:pt idx="51392">
                  <c:v>1</c:v>
                </c:pt>
                <c:pt idx="51393">
                  <c:v>3</c:v>
                </c:pt>
                <c:pt idx="51394">
                  <c:v>2</c:v>
                </c:pt>
                <c:pt idx="51395">
                  <c:v>2</c:v>
                </c:pt>
                <c:pt idx="51396">
                  <c:v>2</c:v>
                </c:pt>
                <c:pt idx="51397">
                  <c:v>6</c:v>
                </c:pt>
                <c:pt idx="51398">
                  <c:v>3</c:v>
                </c:pt>
                <c:pt idx="51399">
                  <c:v>1</c:v>
                </c:pt>
                <c:pt idx="51400">
                  <c:v>3</c:v>
                </c:pt>
                <c:pt idx="51401">
                  <c:v>2</c:v>
                </c:pt>
                <c:pt idx="51402">
                  <c:v>2</c:v>
                </c:pt>
                <c:pt idx="51403">
                  <c:v>2</c:v>
                </c:pt>
                <c:pt idx="51404">
                  <c:v>1</c:v>
                </c:pt>
                <c:pt idx="51405">
                  <c:v>2</c:v>
                </c:pt>
                <c:pt idx="51406">
                  <c:v>4</c:v>
                </c:pt>
                <c:pt idx="51407">
                  <c:v>3</c:v>
                </c:pt>
                <c:pt idx="51408">
                  <c:v>2</c:v>
                </c:pt>
                <c:pt idx="51409">
                  <c:v>1</c:v>
                </c:pt>
                <c:pt idx="51410">
                  <c:v>4</c:v>
                </c:pt>
                <c:pt idx="51411">
                  <c:v>1</c:v>
                </c:pt>
                <c:pt idx="51412">
                  <c:v>1</c:v>
                </c:pt>
                <c:pt idx="51413">
                  <c:v>3</c:v>
                </c:pt>
                <c:pt idx="51414">
                  <c:v>2</c:v>
                </c:pt>
                <c:pt idx="51415">
                  <c:v>2</c:v>
                </c:pt>
                <c:pt idx="51416">
                  <c:v>1</c:v>
                </c:pt>
                <c:pt idx="51417">
                  <c:v>2</c:v>
                </c:pt>
                <c:pt idx="51418">
                  <c:v>1</c:v>
                </c:pt>
                <c:pt idx="51419">
                  <c:v>2</c:v>
                </c:pt>
                <c:pt idx="51420">
                  <c:v>1</c:v>
                </c:pt>
                <c:pt idx="51421">
                  <c:v>2</c:v>
                </c:pt>
                <c:pt idx="51422">
                  <c:v>1</c:v>
                </c:pt>
                <c:pt idx="51423">
                  <c:v>4</c:v>
                </c:pt>
                <c:pt idx="51424">
                  <c:v>2</c:v>
                </c:pt>
                <c:pt idx="51425">
                  <c:v>2</c:v>
                </c:pt>
                <c:pt idx="51426">
                  <c:v>2</c:v>
                </c:pt>
                <c:pt idx="51427">
                  <c:v>3</c:v>
                </c:pt>
                <c:pt idx="51428">
                  <c:v>2</c:v>
                </c:pt>
                <c:pt idx="51429">
                  <c:v>2</c:v>
                </c:pt>
                <c:pt idx="51430">
                  <c:v>1</c:v>
                </c:pt>
                <c:pt idx="51431">
                  <c:v>3</c:v>
                </c:pt>
                <c:pt idx="51432">
                  <c:v>1</c:v>
                </c:pt>
                <c:pt idx="51433">
                  <c:v>3</c:v>
                </c:pt>
                <c:pt idx="51434">
                  <c:v>2</c:v>
                </c:pt>
                <c:pt idx="51435">
                  <c:v>2</c:v>
                </c:pt>
                <c:pt idx="51436">
                  <c:v>1</c:v>
                </c:pt>
                <c:pt idx="51437">
                  <c:v>1</c:v>
                </c:pt>
                <c:pt idx="51438">
                  <c:v>2</c:v>
                </c:pt>
                <c:pt idx="51439">
                  <c:v>6</c:v>
                </c:pt>
                <c:pt idx="51440">
                  <c:v>2</c:v>
                </c:pt>
                <c:pt idx="51441">
                  <c:v>2</c:v>
                </c:pt>
                <c:pt idx="51442">
                  <c:v>4</c:v>
                </c:pt>
                <c:pt idx="51443">
                  <c:v>8</c:v>
                </c:pt>
                <c:pt idx="51444">
                  <c:v>2</c:v>
                </c:pt>
                <c:pt idx="51445">
                  <c:v>3</c:v>
                </c:pt>
                <c:pt idx="51446">
                  <c:v>2</c:v>
                </c:pt>
                <c:pt idx="51447">
                  <c:v>6</c:v>
                </c:pt>
                <c:pt idx="51448">
                  <c:v>3</c:v>
                </c:pt>
                <c:pt idx="51449">
                  <c:v>8</c:v>
                </c:pt>
                <c:pt idx="51450">
                  <c:v>5</c:v>
                </c:pt>
                <c:pt idx="51451">
                  <c:v>1</c:v>
                </c:pt>
                <c:pt idx="51452">
                  <c:v>5</c:v>
                </c:pt>
                <c:pt idx="51453">
                  <c:v>3</c:v>
                </c:pt>
                <c:pt idx="51454">
                  <c:v>7</c:v>
                </c:pt>
                <c:pt idx="51455">
                  <c:v>3</c:v>
                </c:pt>
                <c:pt idx="51456">
                  <c:v>1</c:v>
                </c:pt>
                <c:pt idx="51457">
                  <c:v>1</c:v>
                </c:pt>
                <c:pt idx="51458">
                  <c:v>4</c:v>
                </c:pt>
                <c:pt idx="51459">
                  <c:v>3</c:v>
                </c:pt>
                <c:pt idx="51460">
                  <c:v>5</c:v>
                </c:pt>
                <c:pt idx="51461">
                  <c:v>5</c:v>
                </c:pt>
                <c:pt idx="51462">
                  <c:v>2</c:v>
                </c:pt>
                <c:pt idx="51463">
                  <c:v>2</c:v>
                </c:pt>
                <c:pt idx="51464">
                  <c:v>1</c:v>
                </c:pt>
                <c:pt idx="51465">
                  <c:v>3</c:v>
                </c:pt>
                <c:pt idx="51466">
                  <c:v>1</c:v>
                </c:pt>
                <c:pt idx="51467">
                  <c:v>1</c:v>
                </c:pt>
                <c:pt idx="51468">
                  <c:v>2</c:v>
                </c:pt>
                <c:pt idx="51469">
                  <c:v>8</c:v>
                </c:pt>
                <c:pt idx="51470">
                  <c:v>2</c:v>
                </c:pt>
                <c:pt idx="51471">
                  <c:v>2</c:v>
                </c:pt>
                <c:pt idx="51472">
                  <c:v>2</c:v>
                </c:pt>
                <c:pt idx="51473">
                  <c:v>1</c:v>
                </c:pt>
                <c:pt idx="51474">
                  <c:v>5</c:v>
                </c:pt>
                <c:pt idx="51475">
                  <c:v>2</c:v>
                </c:pt>
                <c:pt idx="51476">
                  <c:v>5</c:v>
                </c:pt>
                <c:pt idx="51477">
                  <c:v>2</c:v>
                </c:pt>
                <c:pt idx="51478">
                  <c:v>1</c:v>
                </c:pt>
                <c:pt idx="51479">
                  <c:v>4</c:v>
                </c:pt>
                <c:pt idx="51480">
                  <c:v>10</c:v>
                </c:pt>
                <c:pt idx="51481">
                  <c:v>3</c:v>
                </c:pt>
                <c:pt idx="51482">
                  <c:v>3</c:v>
                </c:pt>
                <c:pt idx="51483">
                  <c:v>2</c:v>
                </c:pt>
                <c:pt idx="51484">
                  <c:v>5</c:v>
                </c:pt>
                <c:pt idx="51485">
                  <c:v>2</c:v>
                </c:pt>
                <c:pt idx="51486">
                  <c:v>2</c:v>
                </c:pt>
                <c:pt idx="51487">
                  <c:v>1</c:v>
                </c:pt>
                <c:pt idx="51488">
                  <c:v>2</c:v>
                </c:pt>
                <c:pt idx="51489">
                  <c:v>1</c:v>
                </c:pt>
                <c:pt idx="51490">
                  <c:v>3</c:v>
                </c:pt>
                <c:pt idx="51491">
                  <c:v>1</c:v>
                </c:pt>
                <c:pt idx="51492">
                  <c:v>5</c:v>
                </c:pt>
                <c:pt idx="51493">
                  <c:v>1</c:v>
                </c:pt>
                <c:pt idx="51494">
                  <c:v>4</c:v>
                </c:pt>
                <c:pt idx="51495">
                  <c:v>3</c:v>
                </c:pt>
                <c:pt idx="51496">
                  <c:v>0</c:v>
                </c:pt>
                <c:pt idx="51497">
                  <c:v>2</c:v>
                </c:pt>
                <c:pt idx="51498">
                  <c:v>0</c:v>
                </c:pt>
                <c:pt idx="51499">
                  <c:v>6</c:v>
                </c:pt>
                <c:pt idx="51500">
                  <c:v>3</c:v>
                </c:pt>
                <c:pt idx="51501">
                  <c:v>3</c:v>
                </c:pt>
                <c:pt idx="51502">
                  <c:v>1</c:v>
                </c:pt>
                <c:pt idx="51503">
                  <c:v>2</c:v>
                </c:pt>
                <c:pt idx="51504">
                  <c:v>3</c:v>
                </c:pt>
                <c:pt idx="51505">
                  <c:v>2</c:v>
                </c:pt>
                <c:pt idx="51506">
                  <c:v>4</c:v>
                </c:pt>
                <c:pt idx="51507">
                  <c:v>3</c:v>
                </c:pt>
                <c:pt idx="51508">
                  <c:v>4</c:v>
                </c:pt>
                <c:pt idx="51509">
                  <c:v>2</c:v>
                </c:pt>
                <c:pt idx="51510">
                  <c:v>2</c:v>
                </c:pt>
                <c:pt idx="51511">
                  <c:v>5</c:v>
                </c:pt>
                <c:pt idx="51512">
                  <c:v>2</c:v>
                </c:pt>
                <c:pt idx="51513">
                  <c:v>3</c:v>
                </c:pt>
                <c:pt idx="51514">
                  <c:v>2</c:v>
                </c:pt>
                <c:pt idx="51515">
                  <c:v>2</c:v>
                </c:pt>
                <c:pt idx="51516">
                  <c:v>2</c:v>
                </c:pt>
                <c:pt idx="51517">
                  <c:v>1</c:v>
                </c:pt>
                <c:pt idx="51518">
                  <c:v>2</c:v>
                </c:pt>
                <c:pt idx="51519">
                  <c:v>1</c:v>
                </c:pt>
                <c:pt idx="51520">
                  <c:v>3</c:v>
                </c:pt>
                <c:pt idx="51521">
                  <c:v>1</c:v>
                </c:pt>
                <c:pt idx="51522">
                  <c:v>2</c:v>
                </c:pt>
                <c:pt idx="51523">
                  <c:v>5</c:v>
                </c:pt>
                <c:pt idx="51524">
                  <c:v>4</c:v>
                </c:pt>
                <c:pt idx="51525">
                  <c:v>1</c:v>
                </c:pt>
                <c:pt idx="51526">
                  <c:v>2</c:v>
                </c:pt>
                <c:pt idx="51527">
                  <c:v>3</c:v>
                </c:pt>
                <c:pt idx="51528">
                  <c:v>5</c:v>
                </c:pt>
                <c:pt idx="51529">
                  <c:v>3</c:v>
                </c:pt>
                <c:pt idx="51530">
                  <c:v>2</c:v>
                </c:pt>
                <c:pt idx="51531">
                  <c:v>1</c:v>
                </c:pt>
                <c:pt idx="51532">
                  <c:v>-2</c:v>
                </c:pt>
                <c:pt idx="51533">
                  <c:v>3</c:v>
                </c:pt>
                <c:pt idx="51534">
                  <c:v>3</c:v>
                </c:pt>
                <c:pt idx="51535">
                  <c:v>1</c:v>
                </c:pt>
                <c:pt idx="51536">
                  <c:v>4</c:v>
                </c:pt>
                <c:pt idx="51537">
                  <c:v>3</c:v>
                </c:pt>
                <c:pt idx="51538">
                  <c:v>1</c:v>
                </c:pt>
                <c:pt idx="51539">
                  <c:v>2</c:v>
                </c:pt>
                <c:pt idx="51540">
                  <c:v>3</c:v>
                </c:pt>
                <c:pt idx="51541">
                  <c:v>2</c:v>
                </c:pt>
                <c:pt idx="51542">
                  <c:v>3</c:v>
                </c:pt>
                <c:pt idx="51543">
                  <c:v>2</c:v>
                </c:pt>
                <c:pt idx="51544">
                  <c:v>12</c:v>
                </c:pt>
                <c:pt idx="51545">
                  <c:v>3</c:v>
                </c:pt>
                <c:pt idx="51546">
                  <c:v>6</c:v>
                </c:pt>
                <c:pt idx="51547">
                  <c:v>11</c:v>
                </c:pt>
                <c:pt idx="51548">
                  <c:v>2</c:v>
                </c:pt>
                <c:pt idx="51549">
                  <c:v>2</c:v>
                </c:pt>
                <c:pt idx="51550">
                  <c:v>3</c:v>
                </c:pt>
                <c:pt idx="51551">
                  <c:v>1</c:v>
                </c:pt>
                <c:pt idx="51552">
                  <c:v>2</c:v>
                </c:pt>
                <c:pt idx="51553">
                  <c:v>4</c:v>
                </c:pt>
                <c:pt idx="51554">
                  <c:v>3</c:v>
                </c:pt>
                <c:pt idx="51555">
                  <c:v>2</c:v>
                </c:pt>
                <c:pt idx="51556">
                  <c:v>4</c:v>
                </c:pt>
                <c:pt idx="51557">
                  <c:v>3</c:v>
                </c:pt>
                <c:pt idx="51558">
                  <c:v>4</c:v>
                </c:pt>
                <c:pt idx="51559">
                  <c:v>2</c:v>
                </c:pt>
                <c:pt idx="51560">
                  <c:v>10</c:v>
                </c:pt>
                <c:pt idx="51561">
                  <c:v>6</c:v>
                </c:pt>
                <c:pt idx="51562">
                  <c:v>6</c:v>
                </c:pt>
                <c:pt idx="51563">
                  <c:v>2</c:v>
                </c:pt>
                <c:pt idx="51564">
                  <c:v>3</c:v>
                </c:pt>
                <c:pt idx="51565">
                  <c:v>4</c:v>
                </c:pt>
                <c:pt idx="51566">
                  <c:v>4</c:v>
                </c:pt>
                <c:pt idx="51567">
                  <c:v>1</c:v>
                </c:pt>
                <c:pt idx="51568">
                  <c:v>3</c:v>
                </c:pt>
                <c:pt idx="51569">
                  <c:v>2</c:v>
                </c:pt>
                <c:pt idx="51570">
                  <c:v>2</c:v>
                </c:pt>
                <c:pt idx="51571">
                  <c:v>2</c:v>
                </c:pt>
                <c:pt idx="51572">
                  <c:v>3</c:v>
                </c:pt>
                <c:pt idx="51573">
                  <c:v>3</c:v>
                </c:pt>
                <c:pt idx="51574">
                  <c:v>1</c:v>
                </c:pt>
                <c:pt idx="51575">
                  <c:v>2</c:v>
                </c:pt>
                <c:pt idx="51576">
                  <c:v>3</c:v>
                </c:pt>
                <c:pt idx="51577">
                  <c:v>1</c:v>
                </c:pt>
                <c:pt idx="51578">
                  <c:v>1</c:v>
                </c:pt>
                <c:pt idx="51579">
                  <c:v>2</c:v>
                </c:pt>
                <c:pt idx="51580">
                  <c:v>1</c:v>
                </c:pt>
                <c:pt idx="51581">
                  <c:v>2</c:v>
                </c:pt>
                <c:pt idx="51582">
                  <c:v>3</c:v>
                </c:pt>
                <c:pt idx="51583">
                  <c:v>3</c:v>
                </c:pt>
                <c:pt idx="51584">
                  <c:v>2</c:v>
                </c:pt>
                <c:pt idx="51585">
                  <c:v>1</c:v>
                </c:pt>
                <c:pt idx="51586">
                  <c:v>2</c:v>
                </c:pt>
                <c:pt idx="51587">
                  <c:v>2</c:v>
                </c:pt>
                <c:pt idx="51588">
                  <c:v>2</c:v>
                </c:pt>
                <c:pt idx="51589">
                  <c:v>2</c:v>
                </c:pt>
                <c:pt idx="51590">
                  <c:v>4</c:v>
                </c:pt>
                <c:pt idx="51591">
                  <c:v>3</c:v>
                </c:pt>
                <c:pt idx="51592">
                  <c:v>3</c:v>
                </c:pt>
                <c:pt idx="51593">
                  <c:v>2</c:v>
                </c:pt>
                <c:pt idx="51594">
                  <c:v>5</c:v>
                </c:pt>
                <c:pt idx="51595">
                  <c:v>3</c:v>
                </c:pt>
                <c:pt idx="51596">
                  <c:v>2</c:v>
                </c:pt>
                <c:pt idx="51597">
                  <c:v>2</c:v>
                </c:pt>
                <c:pt idx="51598">
                  <c:v>1</c:v>
                </c:pt>
                <c:pt idx="51599">
                  <c:v>3</c:v>
                </c:pt>
                <c:pt idx="51600">
                  <c:v>1</c:v>
                </c:pt>
                <c:pt idx="51601">
                  <c:v>2</c:v>
                </c:pt>
                <c:pt idx="51602">
                  <c:v>2</c:v>
                </c:pt>
                <c:pt idx="51603">
                  <c:v>1</c:v>
                </c:pt>
                <c:pt idx="51604">
                  <c:v>5</c:v>
                </c:pt>
                <c:pt idx="51605">
                  <c:v>2</c:v>
                </c:pt>
                <c:pt idx="51606">
                  <c:v>4</c:v>
                </c:pt>
                <c:pt idx="51607">
                  <c:v>3</c:v>
                </c:pt>
                <c:pt idx="51608">
                  <c:v>2</c:v>
                </c:pt>
                <c:pt idx="51609">
                  <c:v>-2</c:v>
                </c:pt>
                <c:pt idx="51610">
                  <c:v>3</c:v>
                </c:pt>
                <c:pt idx="51611">
                  <c:v>1</c:v>
                </c:pt>
                <c:pt idx="51612">
                  <c:v>2</c:v>
                </c:pt>
                <c:pt idx="51613">
                  <c:v>3</c:v>
                </c:pt>
                <c:pt idx="51614">
                  <c:v>1</c:v>
                </c:pt>
                <c:pt idx="51615">
                  <c:v>3</c:v>
                </c:pt>
                <c:pt idx="51616">
                  <c:v>4</c:v>
                </c:pt>
                <c:pt idx="51617">
                  <c:v>2</c:v>
                </c:pt>
                <c:pt idx="51618">
                  <c:v>2</c:v>
                </c:pt>
                <c:pt idx="51619">
                  <c:v>2</c:v>
                </c:pt>
                <c:pt idx="51620">
                  <c:v>2</c:v>
                </c:pt>
                <c:pt idx="51621">
                  <c:v>4</c:v>
                </c:pt>
                <c:pt idx="51622">
                  <c:v>1</c:v>
                </c:pt>
                <c:pt idx="51623">
                  <c:v>2</c:v>
                </c:pt>
                <c:pt idx="51624">
                  <c:v>1</c:v>
                </c:pt>
                <c:pt idx="51625">
                  <c:v>2</c:v>
                </c:pt>
                <c:pt idx="51626">
                  <c:v>3</c:v>
                </c:pt>
                <c:pt idx="51627">
                  <c:v>2</c:v>
                </c:pt>
                <c:pt idx="51628">
                  <c:v>2</c:v>
                </c:pt>
                <c:pt idx="51629">
                  <c:v>2</c:v>
                </c:pt>
                <c:pt idx="51630">
                  <c:v>1</c:v>
                </c:pt>
                <c:pt idx="51631">
                  <c:v>3</c:v>
                </c:pt>
                <c:pt idx="51632">
                  <c:v>1</c:v>
                </c:pt>
                <c:pt idx="51633">
                  <c:v>2</c:v>
                </c:pt>
                <c:pt idx="51634">
                  <c:v>1</c:v>
                </c:pt>
                <c:pt idx="51635">
                  <c:v>10</c:v>
                </c:pt>
                <c:pt idx="51636">
                  <c:v>4</c:v>
                </c:pt>
                <c:pt idx="51637">
                  <c:v>4</c:v>
                </c:pt>
                <c:pt idx="51638">
                  <c:v>1</c:v>
                </c:pt>
                <c:pt idx="51639">
                  <c:v>8</c:v>
                </c:pt>
                <c:pt idx="51640">
                  <c:v>2</c:v>
                </c:pt>
                <c:pt idx="51641">
                  <c:v>2</c:v>
                </c:pt>
                <c:pt idx="51642">
                  <c:v>1</c:v>
                </c:pt>
                <c:pt idx="51643">
                  <c:v>1</c:v>
                </c:pt>
                <c:pt idx="51644">
                  <c:v>2</c:v>
                </c:pt>
                <c:pt idx="51645">
                  <c:v>1</c:v>
                </c:pt>
                <c:pt idx="51646">
                  <c:v>2</c:v>
                </c:pt>
                <c:pt idx="51647">
                  <c:v>4</c:v>
                </c:pt>
                <c:pt idx="51648">
                  <c:v>2</c:v>
                </c:pt>
                <c:pt idx="51649">
                  <c:v>3</c:v>
                </c:pt>
                <c:pt idx="51650">
                  <c:v>2</c:v>
                </c:pt>
                <c:pt idx="51651">
                  <c:v>1</c:v>
                </c:pt>
                <c:pt idx="51652">
                  <c:v>1</c:v>
                </c:pt>
                <c:pt idx="51653">
                  <c:v>3</c:v>
                </c:pt>
                <c:pt idx="51654">
                  <c:v>4</c:v>
                </c:pt>
                <c:pt idx="51655">
                  <c:v>2</c:v>
                </c:pt>
                <c:pt idx="51656">
                  <c:v>2</c:v>
                </c:pt>
                <c:pt idx="51657">
                  <c:v>6</c:v>
                </c:pt>
                <c:pt idx="51658">
                  <c:v>2</c:v>
                </c:pt>
                <c:pt idx="51659">
                  <c:v>4</c:v>
                </c:pt>
                <c:pt idx="51660">
                  <c:v>1</c:v>
                </c:pt>
                <c:pt idx="51661">
                  <c:v>3</c:v>
                </c:pt>
                <c:pt idx="51662">
                  <c:v>1</c:v>
                </c:pt>
                <c:pt idx="51663">
                  <c:v>1</c:v>
                </c:pt>
                <c:pt idx="51664">
                  <c:v>2</c:v>
                </c:pt>
                <c:pt idx="51665">
                  <c:v>1</c:v>
                </c:pt>
                <c:pt idx="51666">
                  <c:v>3</c:v>
                </c:pt>
                <c:pt idx="51667">
                  <c:v>2</c:v>
                </c:pt>
                <c:pt idx="51668">
                  <c:v>1</c:v>
                </c:pt>
                <c:pt idx="51669">
                  <c:v>1</c:v>
                </c:pt>
                <c:pt idx="51670">
                  <c:v>2</c:v>
                </c:pt>
                <c:pt idx="51671">
                  <c:v>3</c:v>
                </c:pt>
                <c:pt idx="51672">
                  <c:v>2</c:v>
                </c:pt>
                <c:pt idx="51673">
                  <c:v>1</c:v>
                </c:pt>
                <c:pt idx="51674">
                  <c:v>2</c:v>
                </c:pt>
                <c:pt idx="51675">
                  <c:v>2</c:v>
                </c:pt>
                <c:pt idx="51676">
                  <c:v>2</c:v>
                </c:pt>
                <c:pt idx="51677">
                  <c:v>2</c:v>
                </c:pt>
                <c:pt idx="51678">
                  <c:v>4</c:v>
                </c:pt>
                <c:pt idx="51679">
                  <c:v>4</c:v>
                </c:pt>
                <c:pt idx="51680">
                  <c:v>4</c:v>
                </c:pt>
                <c:pt idx="51681">
                  <c:v>2</c:v>
                </c:pt>
                <c:pt idx="51682">
                  <c:v>4</c:v>
                </c:pt>
                <c:pt idx="51683">
                  <c:v>2</c:v>
                </c:pt>
                <c:pt idx="51684">
                  <c:v>4</c:v>
                </c:pt>
                <c:pt idx="51685">
                  <c:v>4</c:v>
                </c:pt>
                <c:pt idx="51686">
                  <c:v>3</c:v>
                </c:pt>
                <c:pt idx="51687">
                  <c:v>2</c:v>
                </c:pt>
                <c:pt idx="51688">
                  <c:v>3</c:v>
                </c:pt>
                <c:pt idx="51689">
                  <c:v>2</c:v>
                </c:pt>
                <c:pt idx="51690">
                  <c:v>3</c:v>
                </c:pt>
                <c:pt idx="51691">
                  <c:v>2</c:v>
                </c:pt>
                <c:pt idx="51692">
                  <c:v>4</c:v>
                </c:pt>
                <c:pt idx="51693">
                  <c:v>2</c:v>
                </c:pt>
                <c:pt idx="51694">
                  <c:v>1</c:v>
                </c:pt>
                <c:pt idx="51695">
                  <c:v>1</c:v>
                </c:pt>
                <c:pt idx="51696">
                  <c:v>2</c:v>
                </c:pt>
                <c:pt idx="51697">
                  <c:v>1</c:v>
                </c:pt>
                <c:pt idx="51698">
                  <c:v>5</c:v>
                </c:pt>
                <c:pt idx="51699">
                  <c:v>4</c:v>
                </c:pt>
                <c:pt idx="51700">
                  <c:v>4</c:v>
                </c:pt>
                <c:pt idx="51701">
                  <c:v>3</c:v>
                </c:pt>
                <c:pt idx="51702">
                  <c:v>1</c:v>
                </c:pt>
                <c:pt idx="51703">
                  <c:v>3</c:v>
                </c:pt>
                <c:pt idx="51704">
                  <c:v>3</c:v>
                </c:pt>
                <c:pt idx="51705">
                  <c:v>1</c:v>
                </c:pt>
                <c:pt idx="51706">
                  <c:v>3</c:v>
                </c:pt>
                <c:pt idx="51707">
                  <c:v>3</c:v>
                </c:pt>
                <c:pt idx="51708">
                  <c:v>2</c:v>
                </c:pt>
                <c:pt idx="51709">
                  <c:v>2</c:v>
                </c:pt>
                <c:pt idx="51710">
                  <c:v>2</c:v>
                </c:pt>
                <c:pt idx="51711">
                  <c:v>4</c:v>
                </c:pt>
                <c:pt idx="51712">
                  <c:v>1</c:v>
                </c:pt>
                <c:pt idx="51713">
                  <c:v>2</c:v>
                </c:pt>
                <c:pt idx="51714">
                  <c:v>2</c:v>
                </c:pt>
                <c:pt idx="51715">
                  <c:v>4</c:v>
                </c:pt>
                <c:pt idx="51716">
                  <c:v>1</c:v>
                </c:pt>
                <c:pt idx="51717">
                  <c:v>2</c:v>
                </c:pt>
                <c:pt idx="51718">
                  <c:v>12</c:v>
                </c:pt>
                <c:pt idx="51719">
                  <c:v>2</c:v>
                </c:pt>
                <c:pt idx="51720">
                  <c:v>4</c:v>
                </c:pt>
                <c:pt idx="51721">
                  <c:v>3</c:v>
                </c:pt>
                <c:pt idx="51722">
                  <c:v>5</c:v>
                </c:pt>
                <c:pt idx="51723">
                  <c:v>3</c:v>
                </c:pt>
                <c:pt idx="51724">
                  <c:v>3</c:v>
                </c:pt>
                <c:pt idx="51725">
                  <c:v>3</c:v>
                </c:pt>
                <c:pt idx="51726">
                  <c:v>6</c:v>
                </c:pt>
                <c:pt idx="51727">
                  <c:v>2</c:v>
                </c:pt>
                <c:pt idx="51728">
                  <c:v>4</c:v>
                </c:pt>
                <c:pt idx="51729">
                  <c:v>2</c:v>
                </c:pt>
                <c:pt idx="51730">
                  <c:v>2</c:v>
                </c:pt>
                <c:pt idx="51731">
                  <c:v>3</c:v>
                </c:pt>
                <c:pt idx="51732">
                  <c:v>3</c:v>
                </c:pt>
                <c:pt idx="51733">
                  <c:v>4</c:v>
                </c:pt>
                <c:pt idx="51734">
                  <c:v>2</c:v>
                </c:pt>
                <c:pt idx="51735">
                  <c:v>2</c:v>
                </c:pt>
                <c:pt idx="51736">
                  <c:v>1</c:v>
                </c:pt>
                <c:pt idx="51737">
                  <c:v>1</c:v>
                </c:pt>
                <c:pt idx="51738">
                  <c:v>2</c:v>
                </c:pt>
                <c:pt idx="51739">
                  <c:v>1</c:v>
                </c:pt>
                <c:pt idx="51740">
                  <c:v>1</c:v>
                </c:pt>
                <c:pt idx="51741">
                  <c:v>2</c:v>
                </c:pt>
                <c:pt idx="51742">
                  <c:v>2</c:v>
                </c:pt>
                <c:pt idx="51743">
                  <c:v>7</c:v>
                </c:pt>
                <c:pt idx="51744">
                  <c:v>4</c:v>
                </c:pt>
                <c:pt idx="51745">
                  <c:v>2</c:v>
                </c:pt>
                <c:pt idx="51746">
                  <c:v>4</c:v>
                </c:pt>
                <c:pt idx="51747">
                  <c:v>4</c:v>
                </c:pt>
                <c:pt idx="51748">
                  <c:v>2</c:v>
                </c:pt>
                <c:pt idx="51749">
                  <c:v>5</c:v>
                </c:pt>
                <c:pt idx="51750">
                  <c:v>4</c:v>
                </c:pt>
                <c:pt idx="51751">
                  <c:v>2</c:v>
                </c:pt>
                <c:pt idx="51752">
                  <c:v>1</c:v>
                </c:pt>
                <c:pt idx="51753">
                  <c:v>2</c:v>
                </c:pt>
                <c:pt idx="51754">
                  <c:v>3</c:v>
                </c:pt>
                <c:pt idx="51755">
                  <c:v>2</c:v>
                </c:pt>
                <c:pt idx="51756">
                  <c:v>2</c:v>
                </c:pt>
                <c:pt idx="51757">
                  <c:v>3</c:v>
                </c:pt>
                <c:pt idx="51758">
                  <c:v>6</c:v>
                </c:pt>
                <c:pt idx="51759">
                  <c:v>2</c:v>
                </c:pt>
                <c:pt idx="51760">
                  <c:v>3</c:v>
                </c:pt>
                <c:pt idx="51761">
                  <c:v>4</c:v>
                </c:pt>
                <c:pt idx="51762">
                  <c:v>4</c:v>
                </c:pt>
                <c:pt idx="51763">
                  <c:v>4</c:v>
                </c:pt>
                <c:pt idx="51764">
                  <c:v>1</c:v>
                </c:pt>
                <c:pt idx="51765">
                  <c:v>2</c:v>
                </c:pt>
                <c:pt idx="51766">
                  <c:v>2</c:v>
                </c:pt>
                <c:pt idx="51767">
                  <c:v>5</c:v>
                </c:pt>
                <c:pt idx="51768">
                  <c:v>-3</c:v>
                </c:pt>
                <c:pt idx="51769">
                  <c:v>2</c:v>
                </c:pt>
                <c:pt idx="51770">
                  <c:v>4</c:v>
                </c:pt>
                <c:pt idx="51771">
                  <c:v>1</c:v>
                </c:pt>
                <c:pt idx="51772">
                  <c:v>2</c:v>
                </c:pt>
                <c:pt idx="51773">
                  <c:v>1</c:v>
                </c:pt>
                <c:pt idx="51774">
                  <c:v>3</c:v>
                </c:pt>
                <c:pt idx="51775">
                  <c:v>2</c:v>
                </c:pt>
                <c:pt idx="51776">
                  <c:v>2</c:v>
                </c:pt>
                <c:pt idx="51777">
                  <c:v>3</c:v>
                </c:pt>
                <c:pt idx="51778">
                  <c:v>4</c:v>
                </c:pt>
                <c:pt idx="51779">
                  <c:v>3</c:v>
                </c:pt>
                <c:pt idx="51780">
                  <c:v>4</c:v>
                </c:pt>
                <c:pt idx="51781">
                  <c:v>19</c:v>
                </c:pt>
                <c:pt idx="51782">
                  <c:v>3</c:v>
                </c:pt>
                <c:pt idx="51783">
                  <c:v>1</c:v>
                </c:pt>
                <c:pt idx="51784">
                  <c:v>2</c:v>
                </c:pt>
                <c:pt idx="51785">
                  <c:v>1</c:v>
                </c:pt>
                <c:pt idx="51786">
                  <c:v>3</c:v>
                </c:pt>
                <c:pt idx="51787">
                  <c:v>4</c:v>
                </c:pt>
                <c:pt idx="51788">
                  <c:v>1</c:v>
                </c:pt>
                <c:pt idx="51789">
                  <c:v>3</c:v>
                </c:pt>
                <c:pt idx="51790">
                  <c:v>3</c:v>
                </c:pt>
                <c:pt idx="51791">
                  <c:v>5</c:v>
                </c:pt>
                <c:pt idx="51792">
                  <c:v>2</c:v>
                </c:pt>
                <c:pt idx="51793">
                  <c:v>4</c:v>
                </c:pt>
                <c:pt idx="51794">
                  <c:v>3</c:v>
                </c:pt>
                <c:pt idx="51795">
                  <c:v>4</c:v>
                </c:pt>
                <c:pt idx="51796">
                  <c:v>2</c:v>
                </c:pt>
                <c:pt idx="51797">
                  <c:v>4</c:v>
                </c:pt>
                <c:pt idx="51798">
                  <c:v>2</c:v>
                </c:pt>
                <c:pt idx="51799">
                  <c:v>2</c:v>
                </c:pt>
                <c:pt idx="51800">
                  <c:v>3</c:v>
                </c:pt>
                <c:pt idx="51801">
                  <c:v>1</c:v>
                </c:pt>
                <c:pt idx="51802">
                  <c:v>2</c:v>
                </c:pt>
                <c:pt idx="51803">
                  <c:v>1</c:v>
                </c:pt>
                <c:pt idx="51804">
                  <c:v>4</c:v>
                </c:pt>
                <c:pt idx="51805">
                  <c:v>3</c:v>
                </c:pt>
                <c:pt idx="51806">
                  <c:v>4</c:v>
                </c:pt>
                <c:pt idx="51807">
                  <c:v>2</c:v>
                </c:pt>
                <c:pt idx="51808">
                  <c:v>2</c:v>
                </c:pt>
                <c:pt idx="51809">
                  <c:v>2</c:v>
                </c:pt>
                <c:pt idx="51810">
                  <c:v>2</c:v>
                </c:pt>
                <c:pt idx="51811">
                  <c:v>2</c:v>
                </c:pt>
                <c:pt idx="51812">
                  <c:v>2</c:v>
                </c:pt>
                <c:pt idx="51813">
                  <c:v>2</c:v>
                </c:pt>
                <c:pt idx="51814">
                  <c:v>3</c:v>
                </c:pt>
                <c:pt idx="51815">
                  <c:v>10</c:v>
                </c:pt>
                <c:pt idx="51816">
                  <c:v>5</c:v>
                </c:pt>
                <c:pt idx="51817">
                  <c:v>4</c:v>
                </c:pt>
                <c:pt idx="51818">
                  <c:v>2</c:v>
                </c:pt>
                <c:pt idx="51819">
                  <c:v>1</c:v>
                </c:pt>
                <c:pt idx="51820">
                  <c:v>1</c:v>
                </c:pt>
                <c:pt idx="51821">
                  <c:v>1</c:v>
                </c:pt>
                <c:pt idx="51822">
                  <c:v>5</c:v>
                </c:pt>
                <c:pt idx="51823">
                  <c:v>1</c:v>
                </c:pt>
                <c:pt idx="51824">
                  <c:v>-1</c:v>
                </c:pt>
                <c:pt idx="51825">
                  <c:v>2</c:v>
                </c:pt>
                <c:pt idx="51826">
                  <c:v>3</c:v>
                </c:pt>
                <c:pt idx="51827">
                  <c:v>2</c:v>
                </c:pt>
                <c:pt idx="51828">
                  <c:v>3</c:v>
                </c:pt>
                <c:pt idx="51829">
                  <c:v>2</c:v>
                </c:pt>
                <c:pt idx="51830">
                  <c:v>3</c:v>
                </c:pt>
                <c:pt idx="51831">
                  <c:v>2</c:v>
                </c:pt>
                <c:pt idx="51832">
                  <c:v>1</c:v>
                </c:pt>
                <c:pt idx="51833">
                  <c:v>2</c:v>
                </c:pt>
                <c:pt idx="51834">
                  <c:v>2</c:v>
                </c:pt>
                <c:pt idx="51835">
                  <c:v>3</c:v>
                </c:pt>
                <c:pt idx="51836">
                  <c:v>1</c:v>
                </c:pt>
                <c:pt idx="51837">
                  <c:v>2</c:v>
                </c:pt>
                <c:pt idx="51838">
                  <c:v>3</c:v>
                </c:pt>
                <c:pt idx="51839">
                  <c:v>2</c:v>
                </c:pt>
                <c:pt idx="51840">
                  <c:v>3</c:v>
                </c:pt>
                <c:pt idx="51841">
                  <c:v>2</c:v>
                </c:pt>
                <c:pt idx="51842">
                  <c:v>3</c:v>
                </c:pt>
                <c:pt idx="51843">
                  <c:v>-1</c:v>
                </c:pt>
                <c:pt idx="51844">
                  <c:v>1</c:v>
                </c:pt>
                <c:pt idx="51845">
                  <c:v>3</c:v>
                </c:pt>
                <c:pt idx="51846">
                  <c:v>2</c:v>
                </c:pt>
                <c:pt idx="51847">
                  <c:v>2</c:v>
                </c:pt>
                <c:pt idx="51848">
                  <c:v>1</c:v>
                </c:pt>
                <c:pt idx="51849">
                  <c:v>1</c:v>
                </c:pt>
                <c:pt idx="51850">
                  <c:v>1</c:v>
                </c:pt>
                <c:pt idx="51851">
                  <c:v>2</c:v>
                </c:pt>
                <c:pt idx="51852">
                  <c:v>1</c:v>
                </c:pt>
                <c:pt idx="51853">
                  <c:v>7</c:v>
                </c:pt>
                <c:pt idx="51854">
                  <c:v>2</c:v>
                </c:pt>
                <c:pt idx="51855">
                  <c:v>3</c:v>
                </c:pt>
                <c:pt idx="51856">
                  <c:v>4</c:v>
                </c:pt>
                <c:pt idx="51857">
                  <c:v>2</c:v>
                </c:pt>
                <c:pt idx="51858">
                  <c:v>4</c:v>
                </c:pt>
                <c:pt idx="51859">
                  <c:v>4</c:v>
                </c:pt>
                <c:pt idx="51860">
                  <c:v>1</c:v>
                </c:pt>
                <c:pt idx="51861">
                  <c:v>2</c:v>
                </c:pt>
                <c:pt idx="51862">
                  <c:v>1</c:v>
                </c:pt>
                <c:pt idx="51863">
                  <c:v>2</c:v>
                </c:pt>
                <c:pt idx="51864">
                  <c:v>10</c:v>
                </c:pt>
                <c:pt idx="51865">
                  <c:v>2</c:v>
                </c:pt>
                <c:pt idx="51866">
                  <c:v>1</c:v>
                </c:pt>
                <c:pt idx="51867">
                  <c:v>2</c:v>
                </c:pt>
                <c:pt idx="51868">
                  <c:v>3</c:v>
                </c:pt>
                <c:pt idx="51869">
                  <c:v>2</c:v>
                </c:pt>
                <c:pt idx="51870">
                  <c:v>2</c:v>
                </c:pt>
                <c:pt idx="51871">
                  <c:v>6</c:v>
                </c:pt>
                <c:pt idx="51872">
                  <c:v>3</c:v>
                </c:pt>
                <c:pt idx="51873">
                  <c:v>2</c:v>
                </c:pt>
                <c:pt idx="51874">
                  <c:v>2</c:v>
                </c:pt>
                <c:pt idx="51875">
                  <c:v>4</c:v>
                </c:pt>
                <c:pt idx="51876">
                  <c:v>2</c:v>
                </c:pt>
                <c:pt idx="51877">
                  <c:v>3</c:v>
                </c:pt>
                <c:pt idx="51878">
                  <c:v>0</c:v>
                </c:pt>
                <c:pt idx="51879">
                  <c:v>4</c:v>
                </c:pt>
                <c:pt idx="51880">
                  <c:v>12</c:v>
                </c:pt>
                <c:pt idx="51881">
                  <c:v>6</c:v>
                </c:pt>
                <c:pt idx="51882">
                  <c:v>3</c:v>
                </c:pt>
                <c:pt idx="51883">
                  <c:v>2</c:v>
                </c:pt>
                <c:pt idx="51884">
                  <c:v>9</c:v>
                </c:pt>
                <c:pt idx="51885">
                  <c:v>6</c:v>
                </c:pt>
                <c:pt idx="51886">
                  <c:v>4</c:v>
                </c:pt>
                <c:pt idx="51887">
                  <c:v>2</c:v>
                </c:pt>
                <c:pt idx="51888">
                  <c:v>1</c:v>
                </c:pt>
                <c:pt idx="51889">
                  <c:v>2</c:v>
                </c:pt>
                <c:pt idx="51890">
                  <c:v>4</c:v>
                </c:pt>
                <c:pt idx="51891">
                  <c:v>4</c:v>
                </c:pt>
                <c:pt idx="51892">
                  <c:v>2</c:v>
                </c:pt>
                <c:pt idx="51893">
                  <c:v>4</c:v>
                </c:pt>
                <c:pt idx="51894">
                  <c:v>1</c:v>
                </c:pt>
                <c:pt idx="51895">
                  <c:v>2</c:v>
                </c:pt>
                <c:pt idx="51896">
                  <c:v>2</c:v>
                </c:pt>
                <c:pt idx="51897">
                  <c:v>1</c:v>
                </c:pt>
                <c:pt idx="51898">
                  <c:v>4</c:v>
                </c:pt>
                <c:pt idx="51899">
                  <c:v>3</c:v>
                </c:pt>
                <c:pt idx="51900">
                  <c:v>3</c:v>
                </c:pt>
                <c:pt idx="51901">
                  <c:v>2</c:v>
                </c:pt>
                <c:pt idx="51902">
                  <c:v>1</c:v>
                </c:pt>
                <c:pt idx="51903">
                  <c:v>2</c:v>
                </c:pt>
                <c:pt idx="51904">
                  <c:v>3</c:v>
                </c:pt>
                <c:pt idx="51905">
                  <c:v>2</c:v>
                </c:pt>
                <c:pt idx="51906">
                  <c:v>4</c:v>
                </c:pt>
                <c:pt idx="51907">
                  <c:v>2</c:v>
                </c:pt>
                <c:pt idx="51908">
                  <c:v>2</c:v>
                </c:pt>
                <c:pt idx="51909">
                  <c:v>6</c:v>
                </c:pt>
                <c:pt idx="51910">
                  <c:v>2</c:v>
                </c:pt>
                <c:pt idx="51911">
                  <c:v>2</c:v>
                </c:pt>
                <c:pt idx="51912">
                  <c:v>1</c:v>
                </c:pt>
                <c:pt idx="51913">
                  <c:v>1</c:v>
                </c:pt>
                <c:pt idx="51914">
                  <c:v>2</c:v>
                </c:pt>
                <c:pt idx="51915">
                  <c:v>2</c:v>
                </c:pt>
                <c:pt idx="51916">
                  <c:v>1</c:v>
                </c:pt>
                <c:pt idx="51917">
                  <c:v>3</c:v>
                </c:pt>
                <c:pt idx="51918">
                  <c:v>1</c:v>
                </c:pt>
                <c:pt idx="51919">
                  <c:v>3</c:v>
                </c:pt>
                <c:pt idx="51920">
                  <c:v>2</c:v>
                </c:pt>
                <c:pt idx="51921">
                  <c:v>5</c:v>
                </c:pt>
                <c:pt idx="51922">
                  <c:v>1</c:v>
                </c:pt>
                <c:pt idx="51923">
                  <c:v>2</c:v>
                </c:pt>
                <c:pt idx="51924">
                  <c:v>3</c:v>
                </c:pt>
                <c:pt idx="51925">
                  <c:v>1</c:v>
                </c:pt>
                <c:pt idx="51926">
                  <c:v>2</c:v>
                </c:pt>
                <c:pt idx="51927">
                  <c:v>1</c:v>
                </c:pt>
                <c:pt idx="51928">
                  <c:v>1</c:v>
                </c:pt>
                <c:pt idx="51929">
                  <c:v>3</c:v>
                </c:pt>
                <c:pt idx="51930">
                  <c:v>3</c:v>
                </c:pt>
                <c:pt idx="51931">
                  <c:v>3</c:v>
                </c:pt>
                <c:pt idx="51932">
                  <c:v>3</c:v>
                </c:pt>
                <c:pt idx="51933">
                  <c:v>2</c:v>
                </c:pt>
                <c:pt idx="51934">
                  <c:v>5</c:v>
                </c:pt>
                <c:pt idx="51935">
                  <c:v>2</c:v>
                </c:pt>
                <c:pt idx="51936">
                  <c:v>2</c:v>
                </c:pt>
                <c:pt idx="51937">
                  <c:v>3</c:v>
                </c:pt>
                <c:pt idx="51938">
                  <c:v>2</c:v>
                </c:pt>
                <c:pt idx="51939">
                  <c:v>2</c:v>
                </c:pt>
                <c:pt idx="51940">
                  <c:v>0</c:v>
                </c:pt>
                <c:pt idx="51941">
                  <c:v>0</c:v>
                </c:pt>
                <c:pt idx="51942">
                  <c:v>2</c:v>
                </c:pt>
                <c:pt idx="51943">
                  <c:v>1</c:v>
                </c:pt>
                <c:pt idx="51944">
                  <c:v>3</c:v>
                </c:pt>
                <c:pt idx="51945">
                  <c:v>4</c:v>
                </c:pt>
                <c:pt idx="51946">
                  <c:v>3</c:v>
                </c:pt>
                <c:pt idx="51947">
                  <c:v>3</c:v>
                </c:pt>
                <c:pt idx="51948">
                  <c:v>2</c:v>
                </c:pt>
                <c:pt idx="51949">
                  <c:v>2</c:v>
                </c:pt>
                <c:pt idx="51950">
                  <c:v>2</c:v>
                </c:pt>
                <c:pt idx="51951">
                  <c:v>2</c:v>
                </c:pt>
                <c:pt idx="51952">
                  <c:v>2</c:v>
                </c:pt>
                <c:pt idx="51953">
                  <c:v>12</c:v>
                </c:pt>
                <c:pt idx="51954">
                  <c:v>3</c:v>
                </c:pt>
                <c:pt idx="51955">
                  <c:v>6</c:v>
                </c:pt>
                <c:pt idx="51956">
                  <c:v>2</c:v>
                </c:pt>
                <c:pt idx="51957">
                  <c:v>1</c:v>
                </c:pt>
                <c:pt idx="51958">
                  <c:v>8</c:v>
                </c:pt>
                <c:pt idx="51959">
                  <c:v>3</c:v>
                </c:pt>
                <c:pt idx="51960">
                  <c:v>5</c:v>
                </c:pt>
                <c:pt idx="51961">
                  <c:v>1</c:v>
                </c:pt>
                <c:pt idx="51962">
                  <c:v>1</c:v>
                </c:pt>
                <c:pt idx="51963">
                  <c:v>1</c:v>
                </c:pt>
                <c:pt idx="51964">
                  <c:v>1</c:v>
                </c:pt>
                <c:pt idx="51965">
                  <c:v>3</c:v>
                </c:pt>
                <c:pt idx="51966">
                  <c:v>1</c:v>
                </c:pt>
                <c:pt idx="51967">
                  <c:v>4</c:v>
                </c:pt>
                <c:pt idx="51968">
                  <c:v>3</c:v>
                </c:pt>
                <c:pt idx="51969">
                  <c:v>1</c:v>
                </c:pt>
                <c:pt idx="51970">
                  <c:v>3</c:v>
                </c:pt>
                <c:pt idx="51971">
                  <c:v>3</c:v>
                </c:pt>
                <c:pt idx="51972">
                  <c:v>1</c:v>
                </c:pt>
                <c:pt idx="51973">
                  <c:v>3</c:v>
                </c:pt>
                <c:pt idx="51974">
                  <c:v>5</c:v>
                </c:pt>
                <c:pt idx="51975">
                  <c:v>1</c:v>
                </c:pt>
                <c:pt idx="51976">
                  <c:v>4</c:v>
                </c:pt>
                <c:pt idx="51977">
                  <c:v>2</c:v>
                </c:pt>
                <c:pt idx="51978">
                  <c:v>6</c:v>
                </c:pt>
                <c:pt idx="51979">
                  <c:v>5</c:v>
                </c:pt>
                <c:pt idx="51980">
                  <c:v>3</c:v>
                </c:pt>
                <c:pt idx="51981">
                  <c:v>8</c:v>
                </c:pt>
                <c:pt idx="51982">
                  <c:v>4</c:v>
                </c:pt>
                <c:pt idx="51983">
                  <c:v>1</c:v>
                </c:pt>
                <c:pt idx="51984">
                  <c:v>3</c:v>
                </c:pt>
                <c:pt idx="51985">
                  <c:v>1</c:v>
                </c:pt>
                <c:pt idx="51986">
                  <c:v>2</c:v>
                </c:pt>
                <c:pt idx="51987">
                  <c:v>2</c:v>
                </c:pt>
                <c:pt idx="51988">
                  <c:v>3</c:v>
                </c:pt>
                <c:pt idx="51989">
                  <c:v>3</c:v>
                </c:pt>
                <c:pt idx="51990">
                  <c:v>1</c:v>
                </c:pt>
                <c:pt idx="51991">
                  <c:v>2</c:v>
                </c:pt>
                <c:pt idx="51992">
                  <c:v>3</c:v>
                </c:pt>
                <c:pt idx="51993">
                  <c:v>2</c:v>
                </c:pt>
                <c:pt idx="51994">
                  <c:v>3</c:v>
                </c:pt>
                <c:pt idx="51995">
                  <c:v>2</c:v>
                </c:pt>
                <c:pt idx="51996">
                  <c:v>1</c:v>
                </c:pt>
                <c:pt idx="51997">
                  <c:v>4</c:v>
                </c:pt>
                <c:pt idx="51998">
                  <c:v>2</c:v>
                </c:pt>
                <c:pt idx="51999">
                  <c:v>1</c:v>
                </c:pt>
                <c:pt idx="52000">
                  <c:v>4</c:v>
                </c:pt>
                <c:pt idx="52001">
                  <c:v>3</c:v>
                </c:pt>
                <c:pt idx="52002">
                  <c:v>2</c:v>
                </c:pt>
                <c:pt idx="52003">
                  <c:v>1</c:v>
                </c:pt>
                <c:pt idx="52004">
                  <c:v>3</c:v>
                </c:pt>
                <c:pt idx="52005">
                  <c:v>1</c:v>
                </c:pt>
                <c:pt idx="52006">
                  <c:v>1</c:v>
                </c:pt>
                <c:pt idx="52007">
                  <c:v>5</c:v>
                </c:pt>
                <c:pt idx="52008">
                  <c:v>4</c:v>
                </c:pt>
                <c:pt idx="52009">
                  <c:v>3</c:v>
                </c:pt>
                <c:pt idx="52010">
                  <c:v>4</c:v>
                </c:pt>
                <c:pt idx="52011">
                  <c:v>2</c:v>
                </c:pt>
                <c:pt idx="52012">
                  <c:v>2</c:v>
                </c:pt>
                <c:pt idx="52013">
                  <c:v>3</c:v>
                </c:pt>
                <c:pt idx="52014">
                  <c:v>1</c:v>
                </c:pt>
                <c:pt idx="52015">
                  <c:v>3</c:v>
                </c:pt>
                <c:pt idx="52016">
                  <c:v>4</c:v>
                </c:pt>
                <c:pt idx="52017">
                  <c:v>3</c:v>
                </c:pt>
                <c:pt idx="52018">
                  <c:v>2</c:v>
                </c:pt>
                <c:pt idx="52019">
                  <c:v>1</c:v>
                </c:pt>
                <c:pt idx="52020">
                  <c:v>2</c:v>
                </c:pt>
                <c:pt idx="52021">
                  <c:v>2</c:v>
                </c:pt>
                <c:pt idx="52022">
                  <c:v>4</c:v>
                </c:pt>
                <c:pt idx="52023">
                  <c:v>2</c:v>
                </c:pt>
                <c:pt idx="52024">
                  <c:v>4</c:v>
                </c:pt>
                <c:pt idx="52025">
                  <c:v>2</c:v>
                </c:pt>
                <c:pt idx="52026">
                  <c:v>1</c:v>
                </c:pt>
                <c:pt idx="52027">
                  <c:v>2</c:v>
                </c:pt>
                <c:pt idx="52028">
                  <c:v>4</c:v>
                </c:pt>
                <c:pt idx="52029">
                  <c:v>2</c:v>
                </c:pt>
                <c:pt idx="52030">
                  <c:v>16</c:v>
                </c:pt>
                <c:pt idx="52031">
                  <c:v>1</c:v>
                </c:pt>
                <c:pt idx="52032">
                  <c:v>1</c:v>
                </c:pt>
                <c:pt idx="52033">
                  <c:v>3</c:v>
                </c:pt>
                <c:pt idx="52034">
                  <c:v>3</c:v>
                </c:pt>
                <c:pt idx="52035">
                  <c:v>4</c:v>
                </c:pt>
                <c:pt idx="52036">
                  <c:v>2</c:v>
                </c:pt>
                <c:pt idx="52037">
                  <c:v>2</c:v>
                </c:pt>
                <c:pt idx="52038">
                  <c:v>18</c:v>
                </c:pt>
                <c:pt idx="52039">
                  <c:v>3</c:v>
                </c:pt>
                <c:pt idx="52040">
                  <c:v>17</c:v>
                </c:pt>
                <c:pt idx="52041">
                  <c:v>3</c:v>
                </c:pt>
                <c:pt idx="52042">
                  <c:v>1</c:v>
                </c:pt>
                <c:pt idx="52043">
                  <c:v>8</c:v>
                </c:pt>
                <c:pt idx="52044">
                  <c:v>5</c:v>
                </c:pt>
                <c:pt idx="52045">
                  <c:v>4</c:v>
                </c:pt>
                <c:pt idx="52046">
                  <c:v>2</c:v>
                </c:pt>
                <c:pt idx="52047">
                  <c:v>3</c:v>
                </c:pt>
                <c:pt idx="52048">
                  <c:v>1</c:v>
                </c:pt>
                <c:pt idx="52049">
                  <c:v>3</c:v>
                </c:pt>
                <c:pt idx="52050">
                  <c:v>2</c:v>
                </c:pt>
                <c:pt idx="52051">
                  <c:v>4</c:v>
                </c:pt>
                <c:pt idx="52052">
                  <c:v>4</c:v>
                </c:pt>
                <c:pt idx="52053">
                  <c:v>2</c:v>
                </c:pt>
                <c:pt idx="52054">
                  <c:v>5</c:v>
                </c:pt>
                <c:pt idx="52055">
                  <c:v>2</c:v>
                </c:pt>
                <c:pt idx="52056">
                  <c:v>2</c:v>
                </c:pt>
                <c:pt idx="52057">
                  <c:v>2</c:v>
                </c:pt>
                <c:pt idx="52058">
                  <c:v>2</c:v>
                </c:pt>
                <c:pt idx="52059">
                  <c:v>3</c:v>
                </c:pt>
                <c:pt idx="52060">
                  <c:v>2</c:v>
                </c:pt>
                <c:pt idx="52061">
                  <c:v>2</c:v>
                </c:pt>
                <c:pt idx="52062">
                  <c:v>1</c:v>
                </c:pt>
                <c:pt idx="52063">
                  <c:v>2</c:v>
                </c:pt>
                <c:pt idx="52064">
                  <c:v>2</c:v>
                </c:pt>
                <c:pt idx="52065">
                  <c:v>3</c:v>
                </c:pt>
                <c:pt idx="52066">
                  <c:v>1</c:v>
                </c:pt>
                <c:pt idx="52067">
                  <c:v>1</c:v>
                </c:pt>
                <c:pt idx="52068">
                  <c:v>3</c:v>
                </c:pt>
                <c:pt idx="52069">
                  <c:v>4</c:v>
                </c:pt>
                <c:pt idx="52070">
                  <c:v>3</c:v>
                </c:pt>
                <c:pt idx="52071">
                  <c:v>4</c:v>
                </c:pt>
                <c:pt idx="52072">
                  <c:v>3</c:v>
                </c:pt>
                <c:pt idx="52073">
                  <c:v>3</c:v>
                </c:pt>
                <c:pt idx="52074">
                  <c:v>2</c:v>
                </c:pt>
                <c:pt idx="52075">
                  <c:v>5</c:v>
                </c:pt>
                <c:pt idx="52076">
                  <c:v>1</c:v>
                </c:pt>
                <c:pt idx="52077">
                  <c:v>2</c:v>
                </c:pt>
                <c:pt idx="52078">
                  <c:v>2</c:v>
                </c:pt>
                <c:pt idx="52079">
                  <c:v>1</c:v>
                </c:pt>
                <c:pt idx="52080">
                  <c:v>2</c:v>
                </c:pt>
                <c:pt idx="52081">
                  <c:v>2</c:v>
                </c:pt>
                <c:pt idx="52082">
                  <c:v>3</c:v>
                </c:pt>
                <c:pt idx="52083">
                  <c:v>2</c:v>
                </c:pt>
                <c:pt idx="52084">
                  <c:v>2</c:v>
                </c:pt>
                <c:pt idx="52085">
                  <c:v>3</c:v>
                </c:pt>
                <c:pt idx="52086">
                  <c:v>4</c:v>
                </c:pt>
                <c:pt idx="52087">
                  <c:v>3</c:v>
                </c:pt>
                <c:pt idx="52088">
                  <c:v>2</c:v>
                </c:pt>
                <c:pt idx="52089">
                  <c:v>1</c:v>
                </c:pt>
                <c:pt idx="52090">
                  <c:v>2</c:v>
                </c:pt>
                <c:pt idx="52091">
                  <c:v>2</c:v>
                </c:pt>
                <c:pt idx="52092">
                  <c:v>1</c:v>
                </c:pt>
                <c:pt idx="52093">
                  <c:v>2</c:v>
                </c:pt>
                <c:pt idx="52094">
                  <c:v>2</c:v>
                </c:pt>
                <c:pt idx="52095">
                  <c:v>4</c:v>
                </c:pt>
                <c:pt idx="52096">
                  <c:v>4</c:v>
                </c:pt>
                <c:pt idx="52097">
                  <c:v>3</c:v>
                </c:pt>
                <c:pt idx="52098">
                  <c:v>3</c:v>
                </c:pt>
                <c:pt idx="52099">
                  <c:v>5</c:v>
                </c:pt>
                <c:pt idx="52100">
                  <c:v>2</c:v>
                </c:pt>
                <c:pt idx="52101">
                  <c:v>3</c:v>
                </c:pt>
                <c:pt idx="52102">
                  <c:v>2</c:v>
                </c:pt>
                <c:pt idx="52103">
                  <c:v>2</c:v>
                </c:pt>
                <c:pt idx="52104">
                  <c:v>2</c:v>
                </c:pt>
                <c:pt idx="52105">
                  <c:v>4</c:v>
                </c:pt>
                <c:pt idx="52106">
                  <c:v>2</c:v>
                </c:pt>
                <c:pt idx="52107">
                  <c:v>6</c:v>
                </c:pt>
                <c:pt idx="52108">
                  <c:v>7</c:v>
                </c:pt>
                <c:pt idx="52109">
                  <c:v>1</c:v>
                </c:pt>
                <c:pt idx="52110">
                  <c:v>1</c:v>
                </c:pt>
                <c:pt idx="52111">
                  <c:v>2</c:v>
                </c:pt>
                <c:pt idx="52112">
                  <c:v>2</c:v>
                </c:pt>
                <c:pt idx="52113">
                  <c:v>2</c:v>
                </c:pt>
                <c:pt idx="52114">
                  <c:v>3</c:v>
                </c:pt>
                <c:pt idx="52115">
                  <c:v>1</c:v>
                </c:pt>
                <c:pt idx="52116">
                  <c:v>3</c:v>
                </c:pt>
                <c:pt idx="52117">
                  <c:v>1</c:v>
                </c:pt>
                <c:pt idx="52118">
                  <c:v>2</c:v>
                </c:pt>
                <c:pt idx="52119">
                  <c:v>4</c:v>
                </c:pt>
                <c:pt idx="52120">
                  <c:v>5</c:v>
                </c:pt>
                <c:pt idx="52121">
                  <c:v>3</c:v>
                </c:pt>
                <c:pt idx="52122">
                  <c:v>2</c:v>
                </c:pt>
                <c:pt idx="52123">
                  <c:v>2</c:v>
                </c:pt>
                <c:pt idx="52124">
                  <c:v>1</c:v>
                </c:pt>
                <c:pt idx="52125">
                  <c:v>0</c:v>
                </c:pt>
                <c:pt idx="52126">
                  <c:v>16</c:v>
                </c:pt>
                <c:pt idx="52127">
                  <c:v>2</c:v>
                </c:pt>
                <c:pt idx="52128">
                  <c:v>1</c:v>
                </c:pt>
                <c:pt idx="52129">
                  <c:v>4</c:v>
                </c:pt>
                <c:pt idx="52130">
                  <c:v>1</c:v>
                </c:pt>
                <c:pt idx="52131">
                  <c:v>1</c:v>
                </c:pt>
                <c:pt idx="52132">
                  <c:v>1</c:v>
                </c:pt>
                <c:pt idx="52133">
                  <c:v>4</c:v>
                </c:pt>
                <c:pt idx="52134">
                  <c:v>4</c:v>
                </c:pt>
                <c:pt idx="52135">
                  <c:v>3</c:v>
                </c:pt>
                <c:pt idx="52136">
                  <c:v>4</c:v>
                </c:pt>
                <c:pt idx="52137">
                  <c:v>2</c:v>
                </c:pt>
                <c:pt idx="52138">
                  <c:v>1</c:v>
                </c:pt>
                <c:pt idx="52139">
                  <c:v>2</c:v>
                </c:pt>
                <c:pt idx="52140">
                  <c:v>2</c:v>
                </c:pt>
                <c:pt idx="52141">
                  <c:v>2</c:v>
                </c:pt>
                <c:pt idx="52142">
                  <c:v>2</c:v>
                </c:pt>
                <c:pt idx="52143">
                  <c:v>2</c:v>
                </c:pt>
                <c:pt idx="52144">
                  <c:v>3</c:v>
                </c:pt>
                <c:pt idx="52145">
                  <c:v>1</c:v>
                </c:pt>
                <c:pt idx="52146">
                  <c:v>1</c:v>
                </c:pt>
                <c:pt idx="52147">
                  <c:v>1</c:v>
                </c:pt>
                <c:pt idx="52148">
                  <c:v>2</c:v>
                </c:pt>
                <c:pt idx="52149">
                  <c:v>4</c:v>
                </c:pt>
                <c:pt idx="52150">
                  <c:v>1</c:v>
                </c:pt>
                <c:pt idx="52151">
                  <c:v>2</c:v>
                </c:pt>
                <c:pt idx="52152">
                  <c:v>6</c:v>
                </c:pt>
                <c:pt idx="52153">
                  <c:v>5</c:v>
                </c:pt>
                <c:pt idx="52154">
                  <c:v>1</c:v>
                </c:pt>
                <c:pt idx="52155">
                  <c:v>1</c:v>
                </c:pt>
                <c:pt idx="52156">
                  <c:v>1</c:v>
                </c:pt>
                <c:pt idx="52157">
                  <c:v>1</c:v>
                </c:pt>
                <c:pt idx="52158">
                  <c:v>1</c:v>
                </c:pt>
                <c:pt idx="52159">
                  <c:v>1</c:v>
                </c:pt>
                <c:pt idx="52160">
                  <c:v>4</c:v>
                </c:pt>
                <c:pt idx="52161">
                  <c:v>7</c:v>
                </c:pt>
                <c:pt idx="52162">
                  <c:v>1</c:v>
                </c:pt>
                <c:pt idx="52163">
                  <c:v>2</c:v>
                </c:pt>
                <c:pt idx="52164">
                  <c:v>2</c:v>
                </c:pt>
                <c:pt idx="52165">
                  <c:v>3</c:v>
                </c:pt>
                <c:pt idx="52166">
                  <c:v>5</c:v>
                </c:pt>
                <c:pt idx="52167">
                  <c:v>2</c:v>
                </c:pt>
                <c:pt idx="52168">
                  <c:v>4</c:v>
                </c:pt>
                <c:pt idx="52169">
                  <c:v>2</c:v>
                </c:pt>
                <c:pt idx="52170">
                  <c:v>2</c:v>
                </c:pt>
                <c:pt idx="52171">
                  <c:v>4</c:v>
                </c:pt>
                <c:pt idx="52172">
                  <c:v>2</c:v>
                </c:pt>
                <c:pt idx="52173">
                  <c:v>3</c:v>
                </c:pt>
                <c:pt idx="52174">
                  <c:v>3</c:v>
                </c:pt>
                <c:pt idx="52175">
                  <c:v>2</c:v>
                </c:pt>
                <c:pt idx="52176">
                  <c:v>1</c:v>
                </c:pt>
                <c:pt idx="52177">
                  <c:v>2</c:v>
                </c:pt>
                <c:pt idx="52178">
                  <c:v>2</c:v>
                </c:pt>
                <c:pt idx="52179">
                  <c:v>1</c:v>
                </c:pt>
                <c:pt idx="52180">
                  <c:v>2</c:v>
                </c:pt>
                <c:pt idx="52181">
                  <c:v>3</c:v>
                </c:pt>
                <c:pt idx="52182">
                  <c:v>2</c:v>
                </c:pt>
                <c:pt idx="52183">
                  <c:v>1</c:v>
                </c:pt>
                <c:pt idx="52184">
                  <c:v>2</c:v>
                </c:pt>
                <c:pt idx="52185">
                  <c:v>3</c:v>
                </c:pt>
                <c:pt idx="52186">
                  <c:v>6</c:v>
                </c:pt>
                <c:pt idx="52187">
                  <c:v>2</c:v>
                </c:pt>
                <c:pt idx="52188">
                  <c:v>1</c:v>
                </c:pt>
                <c:pt idx="52189">
                  <c:v>2</c:v>
                </c:pt>
                <c:pt idx="52190">
                  <c:v>3</c:v>
                </c:pt>
                <c:pt idx="52191">
                  <c:v>4</c:v>
                </c:pt>
                <c:pt idx="52192">
                  <c:v>2</c:v>
                </c:pt>
                <c:pt idx="52193">
                  <c:v>3</c:v>
                </c:pt>
                <c:pt idx="52194">
                  <c:v>4</c:v>
                </c:pt>
                <c:pt idx="52195">
                  <c:v>1</c:v>
                </c:pt>
                <c:pt idx="52196">
                  <c:v>5</c:v>
                </c:pt>
                <c:pt idx="52197">
                  <c:v>2</c:v>
                </c:pt>
                <c:pt idx="52198">
                  <c:v>4</c:v>
                </c:pt>
                <c:pt idx="52199">
                  <c:v>3</c:v>
                </c:pt>
                <c:pt idx="52200">
                  <c:v>2</c:v>
                </c:pt>
                <c:pt idx="52201">
                  <c:v>1</c:v>
                </c:pt>
                <c:pt idx="52202">
                  <c:v>4</c:v>
                </c:pt>
                <c:pt idx="52203">
                  <c:v>1</c:v>
                </c:pt>
                <c:pt idx="52204">
                  <c:v>2</c:v>
                </c:pt>
                <c:pt idx="52205">
                  <c:v>3</c:v>
                </c:pt>
                <c:pt idx="52206">
                  <c:v>1</c:v>
                </c:pt>
                <c:pt idx="52207">
                  <c:v>-2</c:v>
                </c:pt>
                <c:pt idx="52208">
                  <c:v>4</c:v>
                </c:pt>
                <c:pt idx="52209">
                  <c:v>1</c:v>
                </c:pt>
                <c:pt idx="52210">
                  <c:v>2</c:v>
                </c:pt>
                <c:pt idx="52211">
                  <c:v>5</c:v>
                </c:pt>
                <c:pt idx="52212">
                  <c:v>4</c:v>
                </c:pt>
                <c:pt idx="52213">
                  <c:v>4</c:v>
                </c:pt>
                <c:pt idx="52214">
                  <c:v>3</c:v>
                </c:pt>
                <c:pt idx="52215">
                  <c:v>5</c:v>
                </c:pt>
                <c:pt idx="52216">
                  <c:v>1</c:v>
                </c:pt>
                <c:pt idx="52217">
                  <c:v>2</c:v>
                </c:pt>
                <c:pt idx="52218">
                  <c:v>4</c:v>
                </c:pt>
                <c:pt idx="52219">
                  <c:v>2</c:v>
                </c:pt>
                <c:pt idx="52220">
                  <c:v>6</c:v>
                </c:pt>
                <c:pt idx="52221">
                  <c:v>1</c:v>
                </c:pt>
                <c:pt idx="52222">
                  <c:v>2</c:v>
                </c:pt>
                <c:pt idx="52223">
                  <c:v>2</c:v>
                </c:pt>
                <c:pt idx="52224">
                  <c:v>3</c:v>
                </c:pt>
                <c:pt idx="52225">
                  <c:v>1</c:v>
                </c:pt>
                <c:pt idx="52226">
                  <c:v>3</c:v>
                </c:pt>
                <c:pt idx="52227">
                  <c:v>2</c:v>
                </c:pt>
                <c:pt idx="52228">
                  <c:v>1</c:v>
                </c:pt>
                <c:pt idx="52229">
                  <c:v>1</c:v>
                </c:pt>
                <c:pt idx="52230">
                  <c:v>2</c:v>
                </c:pt>
                <c:pt idx="52231">
                  <c:v>1</c:v>
                </c:pt>
                <c:pt idx="52232">
                  <c:v>2</c:v>
                </c:pt>
                <c:pt idx="52233">
                  <c:v>1</c:v>
                </c:pt>
                <c:pt idx="52234">
                  <c:v>1</c:v>
                </c:pt>
                <c:pt idx="52235">
                  <c:v>6</c:v>
                </c:pt>
                <c:pt idx="52236">
                  <c:v>1</c:v>
                </c:pt>
                <c:pt idx="52237">
                  <c:v>1</c:v>
                </c:pt>
                <c:pt idx="52238">
                  <c:v>2</c:v>
                </c:pt>
                <c:pt idx="52239">
                  <c:v>1</c:v>
                </c:pt>
                <c:pt idx="52240">
                  <c:v>-2</c:v>
                </c:pt>
                <c:pt idx="52241">
                  <c:v>3</c:v>
                </c:pt>
                <c:pt idx="52242">
                  <c:v>2</c:v>
                </c:pt>
                <c:pt idx="52243">
                  <c:v>4</c:v>
                </c:pt>
                <c:pt idx="52244">
                  <c:v>4</c:v>
                </c:pt>
                <c:pt idx="52245">
                  <c:v>1</c:v>
                </c:pt>
                <c:pt idx="52246">
                  <c:v>2</c:v>
                </c:pt>
                <c:pt idx="52247">
                  <c:v>2</c:v>
                </c:pt>
                <c:pt idx="52248">
                  <c:v>4</c:v>
                </c:pt>
                <c:pt idx="52249">
                  <c:v>4</c:v>
                </c:pt>
                <c:pt idx="52250">
                  <c:v>1</c:v>
                </c:pt>
                <c:pt idx="52251">
                  <c:v>2</c:v>
                </c:pt>
                <c:pt idx="52252">
                  <c:v>3</c:v>
                </c:pt>
                <c:pt idx="52253">
                  <c:v>3</c:v>
                </c:pt>
                <c:pt idx="52254">
                  <c:v>5</c:v>
                </c:pt>
                <c:pt idx="52255">
                  <c:v>5</c:v>
                </c:pt>
                <c:pt idx="52256">
                  <c:v>1</c:v>
                </c:pt>
                <c:pt idx="52257">
                  <c:v>2</c:v>
                </c:pt>
                <c:pt idx="52258">
                  <c:v>10</c:v>
                </c:pt>
                <c:pt idx="52259">
                  <c:v>1</c:v>
                </c:pt>
                <c:pt idx="52260">
                  <c:v>2</c:v>
                </c:pt>
                <c:pt idx="52261">
                  <c:v>2</c:v>
                </c:pt>
                <c:pt idx="52262">
                  <c:v>2</c:v>
                </c:pt>
                <c:pt idx="52263">
                  <c:v>3</c:v>
                </c:pt>
                <c:pt idx="52264">
                  <c:v>2</c:v>
                </c:pt>
                <c:pt idx="52265">
                  <c:v>3</c:v>
                </c:pt>
                <c:pt idx="52266">
                  <c:v>2</c:v>
                </c:pt>
                <c:pt idx="52267">
                  <c:v>2</c:v>
                </c:pt>
                <c:pt idx="52268">
                  <c:v>2</c:v>
                </c:pt>
                <c:pt idx="52269">
                  <c:v>3</c:v>
                </c:pt>
                <c:pt idx="52270">
                  <c:v>2</c:v>
                </c:pt>
                <c:pt idx="52271">
                  <c:v>1</c:v>
                </c:pt>
                <c:pt idx="52272">
                  <c:v>2</c:v>
                </c:pt>
                <c:pt idx="52273">
                  <c:v>3</c:v>
                </c:pt>
                <c:pt idx="52274">
                  <c:v>4</c:v>
                </c:pt>
                <c:pt idx="52275">
                  <c:v>4</c:v>
                </c:pt>
                <c:pt idx="52276">
                  <c:v>5</c:v>
                </c:pt>
                <c:pt idx="52277">
                  <c:v>2</c:v>
                </c:pt>
                <c:pt idx="52278">
                  <c:v>2</c:v>
                </c:pt>
                <c:pt idx="52279">
                  <c:v>4</c:v>
                </c:pt>
                <c:pt idx="52280">
                  <c:v>7</c:v>
                </c:pt>
                <c:pt idx="52281">
                  <c:v>1</c:v>
                </c:pt>
                <c:pt idx="52282">
                  <c:v>4</c:v>
                </c:pt>
                <c:pt idx="52283">
                  <c:v>2</c:v>
                </c:pt>
                <c:pt idx="52284">
                  <c:v>2</c:v>
                </c:pt>
                <c:pt idx="52285">
                  <c:v>7</c:v>
                </c:pt>
                <c:pt idx="52286">
                  <c:v>2</c:v>
                </c:pt>
                <c:pt idx="52287">
                  <c:v>2</c:v>
                </c:pt>
                <c:pt idx="52288">
                  <c:v>3</c:v>
                </c:pt>
                <c:pt idx="52289">
                  <c:v>1</c:v>
                </c:pt>
                <c:pt idx="52290">
                  <c:v>2</c:v>
                </c:pt>
                <c:pt idx="52291">
                  <c:v>4</c:v>
                </c:pt>
                <c:pt idx="52292">
                  <c:v>2</c:v>
                </c:pt>
                <c:pt idx="52293">
                  <c:v>7</c:v>
                </c:pt>
                <c:pt idx="52294">
                  <c:v>4</c:v>
                </c:pt>
                <c:pt idx="52295">
                  <c:v>8</c:v>
                </c:pt>
                <c:pt idx="52296">
                  <c:v>2</c:v>
                </c:pt>
                <c:pt idx="52297">
                  <c:v>1</c:v>
                </c:pt>
                <c:pt idx="52298">
                  <c:v>2</c:v>
                </c:pt>
                <c:pt idx="52299">
                  <c:v>3</c:v>
                </c:pt>
                <c:pt idx="52300">
                  <c:v>3</c:v>
                </c:pt>
                <c:pt idx="52301">
                  <c:v>5</c:v>
                </c:pt>
                <c:pt idx="52302">
                  <c:v>2</c:v>
                </c:pt>
                <c:pt idx="52303">
                  <c:v>4</c:v>
                </c:pt>
                <c:pt idx="52304">
                  <c:v>3</c:v>
                </c:pt>
                <c:pt idx="52305">
                  <c:v>5</c:v>
                </c:pt>
                <c:pt idx="52306">
                  <c:v>2</c:v>
                </c:pt>
                <c:pt idx="52307">
                  <c:v>4</c:v>
                </c:pt>
                <c:pt idx="52308">
                  <c:v>3</c:v>
                </c:pt>
                <c:pt idx="52309">
                  <c:v>10</c:v>
                </c:pt>
                <c:pt idx="52310">
                  <c:v>3</c:v>
                </c:pt>
                <c:pt idx="52311">
                  <c:v>3</c:v>
                </c:pt>
                <c:pt idx="52312">
                  <c:v>2</c:v>
                </c:pt>
                <c:pt idx="52313">
                  <c:v>2</c:v>
                </c:pt>
                <c:pt idx="52314">
                  <c:v>4</c:v>
                </c:pt>
                <c:pt idx="52315">
                  <c:v>3</c:v>
                </c:pt>
                <c:pt idx="52316">
                  <c:v>2</c:v>
                </c:pt>
                <c:pt idx="52317">
                  <c:v>1</c:v>
                </c:pt>
                <c:pt idx="52318">
                  <c:v>3</c:v>
                </c:pt>
                <c:pt idx="52319">
                  <c:v>4</c:v>
                </c:pt>
                <c:pt idx="52320">
                  <c:v>8</c:v>
                </c:pt>
                <c:pt idx="52321">
                  <c:v>4</c:v>
                </c:pt>
                <c:pt idx="52322">
                  <c:v>1</c:v>
                </c:pt>
                <c:pt idx="52323">
                  <c:v>2</c:v>
                </c:pt>
                <c:pt idx="52324">
                  <c:v>1</c:v>
                </c:pt>
                <c:pt idx="52325">
                  <c:v>2</c:v>
                </c:pt>
                <c:pt idx="52326">
                  <c:v>3</c:v>
                </c:pt>
                <c:pt idx="52327">
                  <c:v>8</c:v>
                </c:pt>
                <c:pt idx="52328">
                  <c:v>2</c:v>
                </c:pt>
                <c:pt idx="52329">
                  <c:v>4</c:v>
                </c:pt>
                <c:pt idx="52330">
                  <c:v>4</c:v>
                </c:pt>
                <c:pt idx="52331">
                  <c:v>2</c:v>
                </c:pt>
                <c:pt idx="52332">
                  <c:v>1</c:v>
                </c:pt>
                <c:pt idx="52333">
                  <c:v>2</c:v>
                </c:pt>
                <c:pt idx="52334">
                  <c:v>4</c:v>
                </c:pt>
                <c:pt idx="52335">
                  <c:v>5</c:v>
                </c:pt>
                <c:pt idx="52336">
                  <c:v>2</c:v>
                </c:pt>
                <c:pt idx="52337">
                  <c:v>2</c:v>
                </c:pt>
                <c:pt idx="52338">
                  <c:v>2</c:v>
                </c:pt>
                <c:pt idx="52339">
                  <c:v>2</c:v>
                </c:pt>
                <c:pt idx="52340">
                  <c:v>1</c:v>
                </c:pt>
                <c:pt idx="52341">
                  <c:v>4</c:v>
                </c:pt>
                <c:pt idx="52342">
                  <c:v>7</c:v>
                </c:pt>
                <c:pt idx="52343">
                  <c:v>3</c:v>
                </c:pt>
                <c:pt idx="52344">
                  <c:v>4</c:v>
                </c:pt>
                <c:pt idx="52345">
                  <c:v>3</c:v>
                </c:pt>
                <c:pt idx="52346">
                  <c:v>9</c:v>
                </c:pt>
                <c:pt idx="52347">
                  <c:v>3</c:v>
                </c:pt>
                <c:pt idx="52348">
                  <c:v>3</c:v>
                </c:pt>
                <c:pt idx="52349">
                  <c:v>2</c:v>
                </c:pt>
                <c:pt idx="52350">
                  <c:v>2</c:v>
                </c:pt>
                <c:pt idx="52351">
                  <c:v>2</c:v>
                </c:pt>
                <c:pt idx="52352">
                  <c:v>2</c:v>
                </c:pt>
                <c:pt idx="52353">
                  <c:v>2</c:v>
                </c:pt>
                <c:pt idx="52354">
                  <c:v>4</c:v>
                </c:pt>
                <c:pt idx="52355">
                  <c:v>1</c:v>
                </c:pt>
                <c:pt idx="52356">
                  <c:v>4</c:v>
                </c:pt>
                <c:pt idx="52357">
                  <c:v>3</c:v>
                </c:pt>
                <c:pt idx="52358">
                  <c:v>4</c:v>
                </c:pt>
                <c:pt idx="52359">
                  <c:v>1</c:v>
                </c:pt>
                <c:pt idx="52360">
                  <c:v>5</c:v>
                </c:pt>
                <c:pt idx="52361">
                  <c:v>4</c:v>
                </c:pt>
                <c:pt idx="52362">
                  <c:v>4</c:v>
                </c:pt>
                <c:pt idx="52363">
                  <c:v>2</c:v>
                </c:pt>
                <c:pt idx="52364">
                  <c:v>3</c:v>
                </c:pt>
                <c:pt idx="52365">
                  <c:v>1</c:v>
                </c:pt>
                <c:pt idx="52366">
                  <c:v>1</c:v>
                </c:pt>
                <c:pt idx="52367">
                  <c:v>2</c:v>
                </c:pt>
                <c:pt idx="52368">
                  <c:v>5</c:v>
                </c:pt>
                <c:pt idx="52369">
                  <c:v>1</c:v>
                </c:pt>
                <c:pt idx="52370">
                  <c:v>2</c:v>
                </c:pt>
                <c:pt idx="52371">
                  <c:v>3</c:v>
                </c:pt>
                <c:pt idx="52372">
                  <c:v>4</c:v>
                </c:pt>
                <c:pt idx="52373">
                  <c:v>1</c:v>
                </c:pt>
                <c:pt idx="52374">
                  <c:v>1</c:v>
                </c:pt>
                <c:pt idx="52375">
                  <c:v>1</c:v>
                </c:pt>
                <c:pt idx="52376">
                  <c:v>2</c:v>
                </c:pt>
                <c:pt idx="52377">
                  <c:v>2</c:v>
                </c:pt>
                <c:pt idx="52378">
                  <c:v>2</c:v>
                </c:pt>
                <c:pt idx="52379">
                  <c:v>2</c:v>
                </c:pt>
                <c:pt idx="52380">
                  <c:v>8</c:v>
                </c:pt>
                <c:pt idx="52381">
                  <c:v>2</c:v>
                </c:pt>
                <c:pt idx="52382">
                  <c:v>2</c:v>
                </c:pt>
                <c:pt idx="52383">
                  <c:v>1</c:v>
                </c:pt>
                <c:pt idx="52384">
                  <c:v>-1</c:v>
                </c:pt>
                <c:pt idx="52385">
                  <c:v>-1</c:v>
                </c:pt>
                <c:pt idx="52386">
                  <c:v>1</c:v>
                </c:pt>
                <c:pt idx="52387">
                  <c:v>2</c:v>
                </c:pt>
                <c:pt idx="52388">
                  <c:v>4</c:v>
                </c:pt>
                <c:pt idx="52389">
                  <c:v>2</c:v>
                </c:pt>
                <c:pt idx="52390">
                  <c:v>1</c:v>
                </c:pt>
                <c:pt idx="52391">
                  <c:v>1</c:v>
                </c:pt>
                <c:pt idx="52392">
                  <c:v>8</c:v>
                </c:pt>
                <c:pt idx="52393">
                  <c:v>1</c:v>
                </c:pt>
                <c:pt idx="52394">
                  <c:v>3</c:v>
                </c:pt>
                <c:pt idx="52395">
                  <c:v>6</c:v>
                </c:pt>
                <c:pt idx="52396">
                  <c:v>2</c:v>
                </c:pt>
                <c:pt idx="52397">
                  <c:v>1</c:v>
                </c:pt>
                <c:pt idx="52398">
                  <c:v>5</c:v>
                </c:pt>
                <c:pt idx="52399">
                  <c:v>6</c:v>
                </c:pt>
                <c:pt idx="52400">
                  <c:v>3</c:v>
                </c:pt>
                <c:pt idx="52401">
                  <c:v>1</c:v>
                </c:pt>
                <c:pt idx="52402">
                  <c:v>2</c:v>
                </c:pt>
                <c:pt idx="52403">
                  <c:v>2</c:v>
                </c:pt>
                <c:pt idx="52404">
                  <c:v>3</c:v>
                </c:pt>
                <c:pt idx="52405">
                  <c:v>3</c:v>
                </c:pt>
                <c:pt idx="52406">
                  <c:v>1</c:v>
                </c:pt>
                <c:pt idx="52407">
                  <c:v>3</c:v>
                </c:pt>
                <c:pt idx="52408">
                  <c:v>2</c:v>
                </c:pt>
                <c:pt idx="52409">
                  <c:v>2</c:v>
                </c:pt>
                <c:pt idx="52410">
                  <c:v>1</c:v>
                </c:pt>
                <c:pt idx="52411">
                  <c:v>1</c:v>
                </c:pt>
                <c:pt idx="52412">
                  <c:v>2</c:v>
                </c:pt>
                <c:pt idx="52413">
                  <c:v>3</c:v>
                </c:pt>
                <c:pt idx="52414">
                  <c:v>2</c:v>
                </c:pt>
                <c:pt idx="52415">
                  <c:v>3</c:v>
                </c:pt>
                <c:pt idx="52416">
                  <c:v>4</c:v>
                </c:pt>
                <c:pt idx="52417">
                  <c:v>2</c:v>
                </c:pt>
                <c:pt idx="52418">
                  <c:v>3</c:v>
                </c:pt>
                <c:pt idx="52419">
                  <c:v>2</c:v>
                </c:pt>
                <c:pt idx="52420">
                  <c:v>3</c:v>
                </c:pt>
                <c:pt idx="52421">
                  <c:v>9</c:v>
                </c:pt>
                <c:pt idx="52422">
                  <c:v>2</c:v>
                </c:pt>
                <c:pt idx="52423">
                  <c:v>1</c:v>
                </c:pt>
                <c:pt idx="52424">
                  <c:v>6</c:v>
                </c:pt>
                <c:pt idx="52425">
                  <c:v>3</c:v>
                </c:pt>
                <c:pt idx="52426">
                  <c:v>2</c:v>
                </c:pt>
                <c:pt idx="52427">
                  <c:v>2</c:v>
                </c:pt>
                <c:pt idx="52428">
                  <c:v>2</c:v>
                </c:pt>
                <c:pt idx="52429">
                  <c:v>3</c:v>
                </c:pt>
                <c:pt idx="52430">
                  <c:v>4</c:v>
                </c:pt>
                <c:pt idx="52431">
                  <c:v>1</c:v>
                </c:pt>
                <c:pt idx="52432">
                  <c:v>5</c:v>
                </c:pt>
                <c:pt idx="52433">
                  <c:v>1</c:v>
                </c:pt>
                <c:pt idx="52434">
                  <c:v>3</c:v>
                </c:pt>
                <c:pt idx="52435">
                  <c:v>3</c:v>
                </c:pt>
                <c:pt idx="52436">
                  <c:v>2</c:v>
                </c:pt>
                <c:pt idx="52437">
                  <c:v>1</c:v>
                </c:pt>
                <c:pt idx="52438">
                  <c:v>4</c:v>
                </c:pt>
                <c:pt idx="52439">
                  <c:v>2</c:v>
                </c:pt>
                <c:pt idx="52440">
                  <c:v>4</c:v>
                </c:pt>
                <c:pt idx="52441">
                  <c:v>1</c:v>
                </c:pt>
                <c:pt idx="52442">
                  <c:v>6</c:v>
                </c:pt>
                <c:pt idx="52443">
                  <c:v>3</c:v>
                </c:pt>
                <c:pt idx="52444">
                  <c:v>2</c:v>
                </c:pt>
                <c:pt idx="52445">
                  <c:v>1</c:v>
                </c:pt>
                <c:pt idx="52446">
                  <c:v>2</c:v>
                </c:pt>
                <c:pt idx="52447">
                  <c:v>1</c:v>
                </c:pt>
                <c:pt idx="52448">
                  <c:v>6</c:v>
                </c:pt>
                <c:pt idx="52449">
                  <c:v>2</c:v>
                </c:pt>
                <c:pt idx="52450">
                  <c:v>6</c:v>
                </c:pt>
                <c:pt idx="52451">
                  <c:v>2</c:v>
                </c:pt>
                <c:pt idx="52452">
                  <c:v>2</c:v>
                </c:pt>
                <c:pt idx="52453">
                  <c:v>4</c:v>
                </c:pt>
                <c:pt idx="52454">
                  <c:v>2</c:v>
                </c:pt>
                <c:pt idx="52455">
                  <c:v>2</c:v>
                </c:pt>
                <c:pt idx="52456">
                  <c:v>2</c:v>
                </c:pt>
                <c:pt idx="52457">
                  <c:v>3</c:v>
                </c:pt>
                <c:pt idx="52458">
                  <c:v>1</c:v>
                </c:pt>
                <c:pt idx="52459">
                  <c:v>3</c:v>
                </c:pt>
                <c:pt idx="52460">
                  <c:v>2</c:v>
                </c:pt>
                <c:pt idx="52461">
                  <c:v>2</c:v>
                </c:pt>
                <c:pt idx="52462">
                  <c:v>3</c:v>
                </c:pt>
                <c:pt idx="52463">
                  <c:v>2</c:v>
                </c:pt>
                <c:pt idx="52464">
                  <c:v>4</c:v>
                </c:pt>
                <c:pt idx="52465">
                  <c:v>3</c:v>
                </c:pt>
                <c:pt idx="52466">
                  <c:v>6</c:v>
                </c:pt>
                <c:pt idx="52467">
                  <c:v>3</c:v>
                </c:pt>
                <c:pt idx="52468">
                  <c:v>4</c:v>
                </c:pt>
                <c:pt idx="52469">
                  <c:v>1</c:v>
                </c:pt>
                <c:pt idx="52470">
                  <c:v>2</c:v>
                </c:pt>
                <c:pt idx="52471">
                  <c:v>1</c:v>
                </c:pt>
                <c:pt idx="52472">
                  <c:v>2</c:v>
                </c:pt>
                <c:pt idx="52473">
                  <c:v>3</c:v>
                </c:pt>
                <c:pt idx="52474">
                  <c:v>1</c:v>
                </c:pt>
                <c:pt idx="52475">
                  <c:v>1</c:v>
                </c:pt>
                <c:pt idx="52476">
                  <c:v>2</c:v>
                </c:pt>
                <c:pt idx="52477">
                  <c:v>2</c:v>
                </c:pt>
                <c:pt idx="52478">
                  <c:v>2</c:v>
                </c:pt>
                <c:pt idx="52479">
                  <c:v>3</c:v>
                </c:pt>
                <c:pt idx="52480">
                  <c:v>1</c:v>
                </c:pt>
                <c:pt idx="52481">
                  <c:v>3</c:v>
                </c:pt>
                <c:pt idx="52482">
                  <c:v>1</c:v>
                </c:pt>
                <c:pt idx="52483">
                  <c:v>1</c:v>
                </c:pt>
                <c:pt idx="52484">
                  <c:v>1</c:v>
                </c:pt>
                <c:pt idx="52485">
                  <c:v>3</c:v>
                </c:pt>
                <c:pt idx="52486">
                  <c:v>1</c:v>
                </c:pt>
                <c:pt idx="52487">
                  <c:v>3</c:v>
                </c:pt>
                <c:pt idx="52488">
                  <c:v>1</c:v>
                </c:pt>
                <c:pt idx="52489">
                  <c:v>4</c:v>
                </c:pt>
                <c:pt idx="52490">
                  <c:v>1</c:v>
                </c:pt>
                <c:pt idx="52491">
                  <c:v>2</c:v>
                </c:pt>
                <c:pt idx="52492">
                  <c:v>2</c:v>
                </c:pt>
                <c:pt idx="52493">
                  <c:v>1</c:v>
                </c:pt>
                <c:pt idx="52494">
                  <c:v>1</c:v>
                </c:pt>
                <c:pt idx="52495">
                  <c:v>2</c:v>
                </c:pt>
                <c:pt idx="52496">
                  <c:v>2</c:v>
                </c:pt>
                <c:pt idx="52497">
                  <c:v>1</c:v>
                </c:pt>
                <c:pt idx="52498">
                  <c:v>3</c:v>
                </c:pt>
                <c:pt idx="52499">
                  <c:v>2</c:v>
                </c:pt>
                <c:pt idx="52500">
                  <c:v>2</c:v>
                </c:pt>
                <c:pt idx="52501">
                  <c:v>1</c:v>
                </c:pt>
                <c:pt idx="52502">
                  <c:v>2</c:v>
                </c:pt>
                <c:pt idx="52503">
                  <c:v>10</c:v>
                </c:pt>
                <c:pt idx="52504">
                  <c:v>5</c:v>
                </c:pt>
                <c:pt idx="52505">
                  <c:v>1</c:v>
                </c:pt>
                <c:pt idx="52506">
                  <c:v>4</c:v>
                </c:pt>
                <c:pt idx="52507">
                  <c:v>8</c:v>
                </c:pt>
                <c:pt idx="52508">
                  <c:v>3</c:v>
                </c:pt>
                <c:pt idx="52509">
                  <c:v>1</c:v>
                </c:pt>
                <c:pt idx="52510">
                  <c:v>10</c:v>
                </c:pt>
                <c:pt idx="52511">
                  <c:v>3</c:v>
                </c:pt>
                <c:pt idx="52512">
                  <c:v>3</c:v>
                </c:pt>
                <c:pt idx="52513">
                  <c:v>2</c:v>
                </c:pt>
                <c:pt idx="52514">
                  <c:v>2</c:v>
                </c:pt>
                <c:pt idx="52515">
                  <c:v>2</c:v>
                </c:pt>
                <c:pt idx="52516">
                  <c:v>2</c:v>
                </c:pt>
                <c:pt idx="52517">
                  <c:v>3</c:v>
                </c:pt>
                <c:pt idx="52518">
                  <c:v>1</c:v>
                </c:pt>
                <c:pt idx="52519">
                  <c:v>5</c:v>
                </c:pt>
                <c:pt idx="52520">
                  <c:v>2</c:v>
                </c:pt>
                <c:pt idx="52521">
                  <c:v>2</c:v>
                </c:pt>
                <c:pt idx="52522">
                  <c:v>3</c:v>
                </c:pt>
                <c:pt idx="52523">
                  <c:v>1</c:v>
                </c:pt>
                <c:pt idx="52524">
                  <c:v>2</c:v>
                </c:pt>
                <c:pt idx="52525">
                  <c:v>6</c:v>
                </c:pt>
                <c:pt idx="52526">
                  <c:v>2</c:v>
                </c:pt>
                <c:pt idx="52527">
                  <c:v>1</c:v>
                </c:pt>
                <c:pt idx="52528">
                  <c:v>2</c:v>
                </c:pt>
                <c:pt idx="52529">
                  <c:v>3</c:v>
                </c:pt>
                <c:pt idx="52530">
                  <c:v>3</c:v>
                </c:pt>
                <c:pt idx="52531">
                  <c:v>3</c:v>
                </c:pt>
                <c:pt idx="52532">
                  <c:v>2</c:v>
                </c:pt>
                <c:pt idx="52533">
                  <c:v>3</c:v>
                </c:pt>
                <c:pt idx="52534">
                  <c:v>1</c:v>
                </c:pt>
                <c:pt idx="52535">
                  <c:v>2</c:v>
                </c:pt>
                <c:pt idx="52536">
                  <c:v>2</c:v>
                </c:pt>
                <c:pt idx="52537">
                  <c:v>3</c:v>
                </c:pt>
                <c:pt idx="52538">
                  <c:v>0</c:v>
                </c:pt>
                <c:pt idx="52539">
                  <c:v>3</c:v>
                </c:pt>
                <c:pt idx="52540">
                  <c:v>2</c:v>
                </c:pt>
                <c:pt idx="52541">
                  <c:v>4</c:v>
                </c:pt>
                <c:pt idx="52542">
                  <c:v>6</c:v>
                </c:pt>
                <c:pt idx="52543">
                  <c:v>2</c:v>
                </c:pt>
                <c:pt idx="52544">
                  <c:v>3</c:v>
                </c:pt>
                <c:pt idx="52545">
                  <c:v>1</c:v>
                </c:pt>
                <c:pt idx="52546">
                  <c:v>2</c:v>
                </c:pt>
                <c:pt idx="52547">
                  <c:v>2</c:v>
                </c:pt>
                <c:pt idx="52548">
                  <c:v>2</c:v>
                </c:pt>
                <c:pt idx="52549">
                  <c:v>1</c:v>
                </c:pt>
                <c:pt idx="52550">
                  <c:v>2</c:v>
                </c:pt>
                <c:pt idx="52551">
                  <c:v>2</c:v>
                </c:pt>
                <c:pt idx="52552">
                  <c:v>2</c:v>
                </c:pt>
                <c:pt idx="52553">
                  <c:v>3</c:v>
                </c:pt>
                <c:pt idx="52554">
                  <c:v>2</c:v>
                </c:pt>
                <c:pt idx="52555">
                  <c:v>3</c:v>
                </c:pt>
                <c:pt idx="52556">
                  <c:v>4</c:v>
                </c:pt>
                <c:pt idx="52557">
                  <c:v>2</c:v>
                </c:pt>
                <c:pt idx="52558">
                  <c:v>1</c:v>
                </c:pt>
                <c:pt idx="52559">
                  <c:v>1</c:v>
                </c:pt>
                <c:pt idx="52560">
                  <c:v>1</c:v>
                </c:pt>
                <c:pt idx="52561">
                  <c:v>1</c:v>
                </c:pt>
                <c:pt idx="52562">
                  <c:v>2</c:v>
                </c:pt>
                <c:pt idx="52563">
                  <c:v>3</c:v>
                </c:pt>
                <c:pt idx="52564">
                  <c:v>2</c:v>
                </c:pt>
                <c:pt idx="52565">
                  <c:v>8</c:v>
                </c:pt>
                <c:pt idx="52566">
                  <c:v>1</c:v>
                </c:pt>
                <c:pt idx="52567">
                  <c:v>3</c:v>
                </c:pt>
                <c:pt idx="52568">
                  <c:v>2</c:v>
                </c:pt>
                <c:pt idx="52569">
                  <c:v>2</c:v>
                </c:pt>
                <c:pt idx="52570">
                  <c:v>3</c:v>
                </c:pt>
                <c:pt idx="52571">
                  <c:v>1</c:v>
                </c:pt>
                <c:pt idx="52572">
                  <c:v>4</c:v>
                </c:pt>
                <c:pt idx="52573">
                  <c:v>2</c:v>
                </c:pt>
                <c:pt idx="52574">
                  <c:v>1</c:v>
                </c:pt>
                <c:pt idx="52575">
                  <c:v>6</c:v>
                </c:pt>
                <c:pt idx="52576">
                  <c:v>1</c:v>
                </c:pt>
                <c:pt idx="52577">
                  <c:v>2</c:v>
                </c:pt>
                <c:pt idx="52578">
                  <c:v>4</c:v>
                </c:pt>
                <c:pt idx="52579">
                  <c:v>2</c:v>
                </c:pt>
                <c:pt idx="52580">
                  <c:v>3</c:v>
                </c:pt>
                <c:pt idx="52581">
                  <c:v>2</c:v>
                </c:pt>
                <c:pt idx="52582">
                  <c:v>3</c:v>
                </c:pt>
                <c:pt idx="52583">
                  <c:v>1</c:v>
                </c:pt>
                <c:pt idx="52584">
                  <c:v>1</c:v>
                </c:pt>
                <c:pt idx="52585">
                  <c:v>2</c:v>
                </c:pt>
                <c:pt idx="52586">
                  <c:v>1</c:v>
                </c:pt>
                <c:pt idx="52587">
                  <c:v>2</c:v>
                </c:pt>
                <c:pt idx="52588">
                  <c:v>1</c:v>
                </c:pt>
                <c:pt idx="52589">
                  <c:v>3</c:v>
                </c:pt>
                <c:pt idx="52590">
                  <c:v>1</c:v>
                </c:pt>
                <c:pt idx="52591">
                  <c:v>6</c:v>
                </c:pt>
                <c:pt idx="52592">
                  <c:v>2</c:v>
                </c:pt>
                <c:pt idx="52593">
                  <c:v>2</c:v>
                </c:pt>
                <c:pt idx="52594">
                  <c:v>3</c:v>
                </c:pt>
                <c:pt idx="52595">
                  <c:v>2</c:v>
                </c:pt>
                <c:pt idx="52596">
                  <c:v>3</c:v>
                </c:pt>
                <c:pt idx="52597">
                  <c:v>2</c:v>
                </c:pt>
                <c:pt idx="52598">
                  <c:v>5</c:v>
                </c:pt>
                <c:pt idx="52599">
                  <c:v>4</c:v>
                </c:pt>
                <c:pt idx="52600">
                  <c:v>4</c:v>
                </c:pt>
                <c:pt idx="52601">
                  <c:v>2</c:v>
                </c:pt>
                <c:pt idx="52602">
                  <c:v>4</c:v>
                </c:pt>
                <c:pt idx="52603">
                  <c:v>6</c:v>
                </c:pt>
                <c:pt idx="52604">
                  <c:v>3</c:v>
                </c:pt>
                <c:pt idx="52605">
                  <c:v>1</c:v>
                </c:pt>
                <c:pt idx="52606">
                  <c:v>1</c:v>
                </c:pt>
                <c:pt idx="52607">
                  <c:v>3</c:v>
                </c:pt>
                <c:pt idx="52608">
                  <c:v>3</c:v>
                </c:pt>
                <c:pt idx="52609">
                  <c:v>3</c:v>
                </c:pt>
                <c:pt idx="52610">
                  <c:v>2</c:v>
                </c:pt>
                <c:pt idx="52611">
                  <c:v>3</c:v>
                </c:pt>
                <c:pt idx="52612">
                  <c:v>1</c:v>
                </c:pt>
                <c:pt idx="52613">
                  <c:v>1</c:v>
                </c:pt>
                <c:pt idx="52614">
                  <c:v>2</c:v>
                </c:pt>
                <c:pt idx="52615">
                  <c:v>1</c:v>
                </c:pt>
                <c:pt idx="52616">
                  <c:v>2</c:v>
                </c:pt>
                <c:pt idx="52617">
                  <c:v>5</c:v>
                </c:pt>
                <c:pt idx="52618">
                  <c:v>4</c:v>
                </c:pt>
                <c:pt idx="52619">
                  <c:v>4</c:v>
                </c:pt>
                <c:pt idx="52620">
                  <c:v>3</c:v>
                </c:pt>
                <c:pt idx="52621">
                  <c:v>5</c:v>
                </c:pt>
                <c:pt idx="52622">
                  <c:v>2</c:v>
                </c:pt>
                <c:pt idx="52623">
                  <c:v>1</c:v>
                </c:pt>
                <c:pt idx="52624">
                  <c:v>4</c:v>
                </c:pt>
                <c:pt idx="52625">
                  <c:v>1</c:v>
                </c:pt>
                <c:pt idx="52626">
                  <c:v>3</c:v>
                </c:pt>
                <c:pt idx="52627">
                  <c:v>2</c:v>
                </c:pt>
                <c:pt idx="52628">
                  <c:v>2</c:v>
                </c:pt>
                <c:pt idx="52629">
                  <c:v>2</c:v>
                </c:pt>
                <c:pt idx="52630">
                  <c:v>3</c:v>
                </c:pt>
                <c:pt idx="52631">
                  <c:v>2</c:v>
                </c:pt>
                <c:pt idx="52632">
                  <c:v>4</c:v>
                </c:pt>
                <c:pt idx="52633">
                  <c:v>1</c:v>
                </c:pt>
                <c:pt idx="52634">
                  <c:v>2</c:v>
                </c:pt>
                <c:pt idx="52635">
                  <c:v>2</c:v>
                </c:pt>
                <c:pt idx="52636">
                  <c:v>3</c:v>
                </c:pt>
                <c:pt idx="52637">
                  <c:v>3</c:v>
                </c:pt>
                <c:pt idx="52638">
                  <c:v>2</c:v>
                </c:pt>
                <c:pt idx="52639">
                  <c:v>2</c:v>
                </c:pt>
                <c:pt idx="52640">
                  <c:v>2</c:v>
                </c:pt>
                <c:pt idx="52641">
                  <c:v>2</c:v>
                </c:pt>
                <c:pt idx="52642">
                  <c:v>6</c:v>
                </c:pt>
                <c:pt idx="52643">
                  <c:v>7</c:v>
                </c:pt>
                <c:pt idx="52644">
                  <c:v>1</c:v>
                </c:pt>
                <c:pt idx="52645">
                  <c:v>3</c:v>
                </c:pt>
                <c:pt idx="52646">
                  <c:v>1</c:v>
                </c:pt>
                <c:pt idx="52647">
                  <c:v>1</c:v>
                </c:pt>
                <c:pt idx="52648">
                  <c:v>3</c:v>
                </c:pt>
                <c:pt idx="52649">
                  <c:v>1</c:v>
                </c:pt>
                <c:pt idx="52650">
                  <c:v>4</c:v>
                </c:pt>
                <c:pt idx="52651">
                  <c:v>6</c:v>
                </c:pt>
                <c:pt idx="52652">
                  <c:v>3</c:v>
                </c:pt>
                <c:pt idx="52653">
                  <c:v>1</c:v>
                </c:pt>
                <c:pt idx="52654">
                  <c:v>4</c:v>
                </c:pt>
                <c:pt idx="52655">
                  <c:v>3</c:v>
                </c:pt>
                <c:pt idx="52656">
                  <c:v>2</c:v>
                </c:pt>
                <c:pt idx="52657">
                  <c:v>2</c:v>
                </c:pt>
                <c:pt idx="52658">
                  <c:v>2</c:v>
                </c:pt>
                <c:pt idx="52659">
                  <c:v>2</c:v>
                </c:pt>
                <c:pt idx="52660">
                  <c:v>2</c:v>
                </c:pt>
                <c:pt idx="52661">
                  <c:v>3</c:v>
                </c:pt>
                <c:pt idx="52662">
                  <c:v>1</c:v>
                </c:pt>
                <c:pt idx="52663">
                  <c:v>3</c:v>
                </c:pt>
                <c:pt idx="52664">
                  <c:v>3</c:v>
                </c:pt>
                <c:pt idx="52665">
                  <c:v>1</c:v>
                </c:pt>
                <c:pt idx="52666">
                  <c:v>2</c:v>
                </c:pt>
                <c:pt idx="52667">
                  <c:v>2</c:v>
                </c:pt>
                <c:pt idx="52668">
                  <c:v>4</c:v>
                </c:pt>
                <c:pt idx="52669">
                  <c:v>-3</c:v>
                </c:pt>
                <c:pt idx="52670">
                  <c:v>1</c:v>
                </c:pt>
                <c:pt idx="52671">
                  <c:v>5</c:v>
                </c:pt>
                <c:pt idx="52672">
                  <c:v>4</c:v>
                </c:pt>
                <c:pt idx="52673">
                  <c:v>2</c:v>
                </c:pt>
                <c:pt idx="52674">
                  <c:v>7</c:v>
                </c:pt>
                <c:pt idx="52675">
                  <c:v>3</c:v>
                </c:pt>
                <c:pt idx="52676">
                  <c:v>3</c:v>
                </c:pt>
                <c:pt idx="52677">
                  <c:v>2</c:v>
                </c:pt>
                <c:pt idx="52678">
                  <c:v>4</c:v>
                </c:pt>
                <c:pt idx="52679">
                  <c:v>2</c:v>
                </c:pt>
                <c:pt idx="52680">
                  <c:v>4</c:v>
                </c:pt>
                <c:pt idx="52681">
                  <c:v>5</c:v>
                </c:pt>
                <c:pt idx="52682">
                  <c:v>2</c:v>
                </c:pt>
                <c:pt idx="52683">
                  <c:v>2</c:v>
                </c:pt>
                <c:pt idx="52684">
                  <c:v>1</c:v>
                </c:pt>
                <c:pt idx="52685">
                  <c:v>4</c:v>
                </c:pt>
                <c:pt idx="52686">
                  <c:v>1</c:v>
                </c:pt>
                <c:pt idx="52687">
                  <c:v>1</c:v>
                </c:pt>
                <c:pt idx="52688">
                  <c:v>1</c:v>
                </c:pt>
                <c:pt idx="52689">
                  <c:v>2</c:v>
                </c:pt>
                <c:pt idx="52690">
                  <c:v>7</c:v>
                </c:pt>
                <c:pt idx="52691">
                  <c:v>4</c:v>
                </c:pt>
                <c:pt idx="52692">
                  <c:v>1</c:v>
                </c:pt>
                <c:pt idx="52693">
                  <c:v>2</c:v>
                </c:pt>
                <c:pt idx="52694">
                  <c:v>2</c:v>
                </c:pt>
                <c:pt idx="52695">
                  <c:v>4</c:v>
                </c:pt>
                <c:pt idx="52696">
                  <c:v>2</c:v>
                </c:pt>
                <c:pt idx="52697">
                  <c:v>2</c:v>
                </c:pt>
                <c:pt idx="52698">
                  <c:v>4</c:v>
                </c:pt>
                <c:pt idx="52699">
                  <c:v>1</c:v>
                </c:pt>
                <c:pt idx="52700">
                  <c:v>5</c:v>
                </c:pt>
                <c:pt idx="52701">
                  <c:v>1</c:v>
                </c:pt>
                <c:pt idx="52702">
                  <c:v>2</c:v>
                </c:pt>
                <c:pt idx="52703">
                  <c:v>3</c:v>
                </c:pt>
                <c:pt idx="52704">
                  <c:v>7</c:v>
                </c:pt>
                <c:pt idx="52705">
                  <c:v>3</c:v>
                </c:pt>
                <c:pt idx="52706">
                  <c:v>4</c:v>
                </c:pt>
                <c:pt idx="52707">
                  <c:v>2</c:v>
                </c:pt>
                <c:pt idx="52708">
                  <c:v>7</c:v>
                </c:pt>
                <c:pt idx="52709">
                  <c:v>2</c:v>
                </c:pt>
                <c:pt idx="52710">
                  <c:v>4</c:v>
                </c:pt>
                <c:pt idx="52711">
                  <c:v>1</c:v>
                </c:pt>
                <c:pt idx="52712">
                  <c:v>3</c:v>
                </c:pt>
                <c:pt idx="52713">
                  <c:v>2</c:v>
                </c:pt>
                <c:pt idx="52714">
                  <c:v>3</c:v>
                </c:pt>
                <c:pt idx="52715">
                  <c:v>2</c:v>
                </c:pt>
                <c:pt idx="52716">
                  <c:v>2</c:v>
                </c:pt>
                <c:pt idx="52717">
                  <c:v>5</c:v>
                </c:pt>
                <c:pt idx="52718">
                  <c:v>2</c:v>
                </c:pt>
                <c:pt idx="52719">
                  <c:v>2</c:v>
                </c:pt>
                <c:pt idx="52720">
                  <c:v>3</c:v>
                </c:pt>
                <c:pt idx="52721">
                  <c:v>4</c:v>
                </c:pt>
                <c:pt idx="52722">
                  <c:v>-14</c:v>
                </c:pt>
                <c:pt idx="52723">
                  <c:v>-14</c:v>
                </c:pt>
                <c:pt idx="52724">
                  <c:v>2</c:v>
                </c:pt>
                <c:pt idx="52725">
                  <c:v>1</c:v>
                </c:pt>
                <c:pt idx="52726">
                  <c:v>2</c:v>
                </c:pt>
                <c:pt idx="52727">
                  <c:v>1</c:v>
                </c:pt>
                <c:pt idx="52728">
                  <c:v>1</c:v>
                </c:pt>
                <c:pt idx="52729">
                  <c:v>1</c:v>
                </c:pt>
                <c:pt idx="52730">
                  <c:v>3</c:v>
                </c:pt>
                <c:pt idx="52731">
                  <c:v>4</c:v>
                </c:pt>
                <c:pt idx="52732">
                  <c:v>2</c:v>
                </c:pt>
                <c:pt idx="52733">
                  <c:v>1</c:v>
                </c:pt>
                <c:pt idx="52734">
                  <c:v>2</c:v>
                </c:pt>
                <c:pt idx="52735">
                  <c:v>1</c:v>
                </c:pt>
                <c:pt idx="52736">
                  <c:v>2</c:v>
                </c:pt>
                <c:pt idx="52737">
                  <c:v>2</c:v>
                </c:pt>
                <c:pt idx="52738">
                  <c:v>7</c:v>
                </c:pt>
                <c:pt idx="52739">
                  <c:v>2</c:v>
                </c:pt>
                <c:pt idx="52740">
                  <c:v>1</c:v>
                </c:pt>
                <c:pt idx="52741">
                  <c:v>1</c:v>
                </c:pt>
                <c:pt idx="52742">
                  <c:v>5</c:v>
                </c:pt>
                <c:pt idx="52743">
                  <c:v>3</c:v>
                </c:pt>
                <c:pt idx="52744">
                  <c:v>2</c:v>
                </c:pt>
                <c:pt idx="52745">
                  <c:v>2</c:v>
                </c:pt>
                <c:pt idx="52746">
                  <c:v>2</c:v>
                </c:pt>
                <c:pt idx="52747">
                  <c:v>1</c:v>
                </c:pt>
                <c:pt idx="52748">
                  <c:v>3</c:v>
                </c:pt>
                <c:pt idx="52749">
                  <c:v>2</c:v>
                </c:pt>
                <c:pt idx="52750">
                  <c:v>3</c:v>
                </c:pt>
                <c:pt idx="52751">
                  <c:v>3</c:v>
                </c:pt>
                <c:pt idx="52752">
                  <c:v>2</c:v>
                </c:pt>
                <c:pt idx="52753">
                  <c:v>1</c:v>
                </c:pt>
                <c:pt idx="52754">
                  <c:v>2</c:v>
                </c:pt>
                <c:pt idx="52755">
                  <c:v>3</c:v>
                </c:pt>
                <c:pt idx="52756">
                  <c:v>3</c:v>
                </c:pt>
                <c:pt idx="52757">
                  <c:v>8</c:v>
                </c:pt>
                <c:pt idx="52758">
                  <c:v>3</c:v>
                </c:pt>
                <c:pt idx="52759">
                  <c:v>2</c:v>
                </c:pt>
                <c:pt idx="52760">
                  <c:v>3</c:v>
                </c:pt>
                <c:pt idx="52761">
                  <c:v>2</c:v>
                </c:pt>
                <c:pt idx="52762">
                  <c:v>1</c:v>
                </c:pt>
                <c:pt idx="52763">
                  <c:v>3</c:v>
                </c:pt>
                <c:pt idx="52764">
                  <c:v>2</c:v>
                </c:pt>
                <c:pt idx="52765">
                  <c:v>1</c:v>
                </c:pt>
                <c:pt idx="52766">
                  <c:v>3</c:v>
                </c:pt>
                <c:pt idx="52767">
                  <c:v>2</c:v>
                </c:pt>
                <c:pt idx="52768">
                  <c:v>2</c:v>
                </c:pt>
                <c:pt idx="52769">
                  <c:v>3</c:v>
                </c:pt>
                <c:pt idx="52770">
                  <c:v>2</c:v>
                </c:pt>
                <c:pt idx="52771">
                  <c:v>2</c:v>
                </c:pt>
                <c:pt idx="52772">
                  <c:v>10</c:v>
                </c:pt>
                <c:pt idx="52773">
                  <c:v>1</c:v>
                </c:pt>
                <c:pt idx="52774">
                  <c:v>3</c:v>
                </c:pt>
                <c:pt idx="52775">
                  <c:v>3</c:v>
                </c:pt>
                <c:pt idx="52776">
                  <c:v>2</c:v>
                </c:pt>
                <c:pt idx="52777">
                  <c:v>3</c:v>
                </c:pt>
                <c:pt idx="52778">
                  <c:v>2</c:v>
                </c:pt>
                <c:pt idx="52779">
                  <c:v>4</c:v>
                </c:pt>
                <c:pt idx="52780">
                  <c:v>2</c:v>
                </c:pt>
                <c:pt idx="52781">
                  <c:v>2</c:v>
                </c:pt>
                <c:pt idx="52782">
                  <c:v>2</c:v>
                </c:pt>
                <c:pt idx="52783">
                  <c:v>3</c:v>
                </c:pt>
                <c:pt idx="52784">
                  <c:v>2</c:v>
                </c:pt>
                <c:pt idx="52785">
                  <c:v>2</c:v>
                </c:pt>
                <c:pt idx="52786">
                  <c:v>2</c:v>
                </c:pt>
                <c:pt idx="52787">
                  <c:v>1</c:v>
                </c:pt>
                <c:pt idx="52788">
                  <c:v>3</c:v>
                </c:pt>
                <c:pt idx="52789">
                  <c:v>2</c:v>
                </c:pt>
                <c:pt idx="52790">
                  <c:v>2</c:v>
                </c:pt>
                <c:pt idx="52791">
                  <c:v>5</c:v>
                </c:pt>
                <c:pt idx="52792">
                  <c:v>6</c:v>
                </c:pt>
                <c:pt idx="52793">
                  <c:v>2</c:v>
                </c:pt>
                <c:pt idx="52794">
                  <c:v>1</c:v>
                </c:pt>
                <c:pt idx="52795">
                  <c:v>1</c:v>
                </c:pt>
                <c:pt idx="52796">
                  <c:v>3</c:v>
                </c:pt>
                <c:pt idx="52797">
                  <c:v>10</c:v>
                </c:pt>
                <c:pt idx="52798">
                  <c:v>1</c:v>
                </c:pt>
                <c:pt idx="52799">
                  <c:v>3</c:v>
                </c:pt>
                <c:pt idx="52800">
                  <c:v>2</c:v>
                </c:pt>
                <c:pt idx="52801">
                  <c:v>2</c:v>
                </c:pt>
                <c:pt idx="52802">
                  <c:v>2</c:v>
                </c:pt>
                <c:pt idx="52803">
                  <c:v>1</c:v>
                </c:pt>
                <c:pt idx="52804">
                  <c:v>3</c:v>
                </c:pt>
                <c:pt idx="52805">
                  <c:v>3</c:v>
                </c:pt>
                <c:pt idx="52806">
                  <c:v>3</c:v>
                </c:pt>
                <c:pt idx="52807">
                  <c:v>2</c:v>
                </c:pt>
                <c:pt idx="52808">
                  <c:v>1</c:v>
                </c:pt>
                <c:pt idx="52809">
                  <c:v>2</c:v>
                </c:pt>
                <c:pt idx="52810">
                  <c:v>3</c:v>
                </c:pt>
                <c:pt idx="52811">
                  <c:v>2</c:v>
                </c:pt>
                <c:pt idx="52812">
                  <c:v>6</c:v>
                </c:pt>
                <c:pt idx="52813">
                  <c:v>2</c:v>
                </c:pt>
                <c:pt idx="52814">
                  <c:v>2</c:v>
                </c:pt>
                <c:pt idx="52815">
                  <c:v>2</c:v>
                </c:pt>
                <c:pt idx="52816">
                  <c:v>3</c:v>
                </c:pt>
                <c:pt idx="52817">
                  <c:v>2</c:v>
                </c:pt>
                <c:pt idx="52818">
                  <c:v>5</c:v>
                </c:pt>
                <c:pt idx="52819">
                  <c:v>1</c:v>
                </c:pt>
                <c:pt idx="52820">
                  <c:v>2</c:v>
                </c:pt>
                <c:pt idx="52821">
                  <c:v>1</c:v>
                </c:pt>
                <c:pt idx="52822">
                  <c:v>2</c:v>
                </c:pt>
                <c:pt idx="52823">
                  <c:v>1</c:v>
                </c:pt>
                <c:pt idx="52824">
                  <c:v>2</c:v>
                </c:pt>
                <c:pt idx="52825">
                  <c:v>2</c:v>
                </c:pt>
                <c:pt idx="52826">
                  <c:v>3</c:v>
                </c:pt>
                <c:pt idx="52827">
                  <c:v>3</c:v>
                </c:pt>
                <c:pt idx="52828">
                  <c:v>3</c:v>
                </c:pt>
                <c:pt idx="52829">
                  <c:v>2</c:v>
                </c:pt>
                <c:pt idx="52830">
                  <c:v>7</c:v>
                </c:pt>
                <c:pt idx="52831">
                  <c:v>2</c:v>
                </c:pt>
                <c:pt idx="52832">
                  <c:v>3</c:v>
                </c:pt>
                <c:pt idx="52833">
                  <c:v>3</c:v>
                </c:pt>
                <c:pt idx="52834">
                  <c:v>4</c:v>
                </c:pt>
                <c:pt idx="52835">
                  <c:v>2</c:v>
                </c:pt>
                <c:pt idx="52836">
                  <c:v>2</c:v>
                </c:pt>
                <c:pt idx="52837">
                  <c:v>2</c:v>
                </c:pt>
                <c:pt idx="52838">
                  <c:v>1</c:v>
                </c:pt>
                <c:pt idx="52839">
                  <c:v>3</c:v>
                </c:pt>
                <c:pt idx="52840">
                  <c:v>2</c:v>
                </c:pt>
                <c:pt idx="52841">
                  <c:v>2</c:v>
                </c:pt>
                <c:pt idx="52842">
                  <c:v>7</c:v>
                </c:pt>
                <c:pt idx="52843">
                  <c:v>4</c:v>
                </c:pt>
                <c:pt idx="52844">
                  <c:v>2</c:v>
                </c:pt>
                <c:pt idx="52845">
                  <c:v>2</c:v>
                </c:pt>
                <c:pt idx="52846">
                  <c:v>2</c:v>
                </c:pt>
                <c:pt idx="52847">
                  <c:v>2</c:v>
                </c:pt>
                <c:pt idx="52848">
                  <c:v>2</c:v>
                </c:pt>
                <c:pt idx="52849">
                  <c:v>4</c:v>
                </c:pt>
                <c:pt idx="52850">
                  <c:v>2</c:v>
                </c:pt>
                <c:pt idx="52851">
                  <c:v>2</c:v>
                </c:pt>
                <c:pt idx="52852">
                  <c:v>5</c:v>
                </c:pt>
                <c:pt idx="52853">
                  <c:v>2</c:v>
                </c:pt>
                <c:pt idx="52854">
                  <c:v>2</c:v>
                </c:pt>
                <c:pt idx="52855">
                  <c:v>1</c:v>
                </c:pt>
                <c:pt idx="52856">
                  <c:v>1</c:v>
                </c:pt>
                <c:pt idx="52857">
                  <c:v>2</c:v>
                </c:pt>
                <c:pt idx="52858">
                  <c:v>1</c:v>
                </c:pt>
                <c:pt idx="52859">
                  <c:v>4</c:v>
                </c:pt>
                <c:pt idx="52860">
                  <c:v>2</c:v>
                </c:pt>
                <c:pt idx="52861">
                  <c:v>1</c:v>
                </c:pt>
                <c:pt idx="52862">
                  <c:v>3</c:v>
                </c:pt>
                <c:pt idx="52863">
                  <c:v>4</c:v>
                </c:pt>
                <c:pt idx="52864">
                  <c:v>2</c:v>
                </c:pt>
                <c:pt idx="52865">
                  <c:v>10</c:v>
                </c:pt>
                <c:pt idx="52866">
                  <c:v>6</c:v>
                </c:pt>
                <c:pt idx="52867">
                  <c:v>4</c:v>
                </c:pt>
                <c:pt idx="52868">
                  <c:v>4</c:v>
                </c:pt>
                <c:pt idx="52869">
                  <c:v>2</c:v>
                </c:pt>
                <c:pt idx="52870">
                  <c:v>4</c:v>
                </c:pt>
                <c:pt idx="52871">
                  <c:v>3</c:v>
                </c:pt>
                <c:pt idx="52872">
                  <c:v>8</c:v>
                </c:pt>
                <c:pt idx="52873">
                  <c:v>1</c:v>
                </c:pt>
                <c:pt idx="52874">
                  <c:v>2</c:v>
                </c:pt>
                <c:pt idx="52875">
                  <c:v>2</c:v>
                </c:pt>
                <c:pt idx="52876">
                  <c:v>3</c:v>
                </c:pt>
                <c:pt idx="52877">
                  <c:v>2</c:v>
                </c:pt>
                <c:pt idx="52878">
                  <c:v>2</c:v>
                </c:pt>
                <c:pt idx="52879">
                  <c:v>2</c:v>
                </c:pt>
                <c:pt idx="52880">
                  <c:v>4</c:v>
                </c:pt>
                <c:pt idx="52881">
                  <c:v>1</c:v>
                </c:pt>
                <c:pt idx="52882">
                  <c:v>4</c:v>
                </c:pt>
                <c:pt idx="52883">
                  <c:v>2</c:v>
                </c:pt>
                <c:pt idx="52884">
                  <c:v>4</c:v>
                </c:pt>
                <c:pt idx="52885">
                  <c:v>1</c:v>
                </c:pt>
                <c:pt idx="52886">
                  <c:v>1</c:v>
                </c:pt>
                <c:pt idx="52887">
                  <c:v>-1</c:v>
                </c:pt>
                <c:pt idx="52888">
                  <c:v>2</c:v>
                </c:pt>
                <c:pt idx="52889">
                  <c:v>3</c:v>
                </c:pt>
                <c:pt idx="52890">
                  <c:v>2</c:v>
                </c:pt>
                <c:pt idx="52891">
                  <c:v>2</c:v>
                </c:pt>
                <c:pt idx="52892">
                  <c:v>1</c:v>
                </c:pt>
                <c:pt idx="52893">
                  <c:v>2</c:v>
                </c:pt>
                <c:pt idx="52894">
                  <c:v>3</c:v>
                </c:pt>
                <c:pt idx="52895">
                  <c:v>2</c:v>
                </c:pt>
                <c:pt idx="52896">
                  <c:v>4</c:v>
                </c:pt>
                <c:pt idx="52897">
                  <c:v>2</c:v>
                </c:pt>
                <c:pt idx="52898">
                  <c:v>4</c:v>
                </c:pt>
                <c:pt idx="52899">
                  <c:v>2</c:v>
                </c:pt>
                <c:pt idx="52900">
                  <c:v>1</c:v>
                </c:pt>
                <c:pt idx="52901">
                  <c:v>1</c:v>
                </c:pt>
                <c:pt idx="52902">
                  <c:v>4</c:v>
                </c:pt>
                <c:pt idx="52903">
                  <c:v>7</c:v>
                </c:pt>
                <c:pt idx="52904">
                  <c:v>2</c:v>
                </c:pt>
                <c:pt idx="52905">
                  <c:v>2</c:v>
                </c:pt>
                <c:pt idx="52906">
                  <c:v>4</c:v>
                </c:pt>
                <c:pt idx="52907">
                  <c:v>4</c:v>
                </c:pt>
                <c:pt idx="52908">
                  <c:v>3</c:v>
                </c:pt>
                <c:pt idx="52909">
                  <c:v>3</c:v>
                </c:pt>
                <c:pt idx="52910">
                  <c:v>1</c:v>
                </c:pt>
                <c:pt idx="52911">
                  <c:v>1</c:v>
                </c:pt>
                <c:pt idx="52912">
                  <c:v>1</c:v>
                </c:pt>
                <c:pt idx="52913">
                  <c:v>2</c:v>
                </c:pt>
                <c:pt idx="52914">
                  <c:v>4</c:v>
                </c:pt>
                <c:pt idx="52915">
                  <c:v>2</c:v>
                </c:pt>
                <c:pt idx="52916">
                  <c:v>2</c:v>
                </c:pt>
                <c:pt idx="52917">
                  <c:v>5</c:v>
                </c:pt>
                <c:pt idx="52918">
                  <c:v>1</c:v>
                </c:pt>
                <c:pt idx="52919">
                  <c:v>1</c:v>
                </c:pt>
                <c:pt idx="52920">
                  <c:v>2</c:v>
                </c:pt>
                <c:pt idx="52921">
                  <c:v>3</c:v>
                </c:pt>
                <c:pt idx="52922">
                  <c:v>4</c:v>
                </c:pt>
                <c:pt idx="52923">
                  <c:v>2</c:v>
                </c:pt>
                <c:pt idx="52924">
                  <c:v>1</c:v>
                </c:pt>
                <c:pt idx="52925">
                  <c:v>4</c:v>
                </c:pt>
                <c:pt idx="52926">
                  <c:v>4</c:v>
                </c:pt>
                <c:pt idx="52927">
                  <c:v>4</c:v>
                </c:pt>
                <c:pt idx="52928">
                  <c:v>2</c:v>
                </c:pt>
                <c:pt idx="52929">
                  <c:v>1</c:v>
                </c:pt>
                <c:pt idx="52930">
                  <c:v>3</c:v>
                </c:pt>
                <c:pt idx="52931">
                  <c:v>2</c:v>
                </c:pt>
                <c:pt idx="52932">
                  <c:v>6</c:v>
                </c:pt>
                <c:pt idx="52933">
                  <c:v>2</c:v>
                </c:pt>
                <c:pt idx="52934">
                  <c:v>2</c:v>
                </c:pt>
                <c:pt idx="52935">
                  <c:v>2</c:v>
                </c:pt>
                <c:pt idx="52936">
                  <c:v>2</c:v>
                </c:pt>
                <c:pt idx="52937">
                  <c:v>2</c:v>
                </c:pt>
                <c:pt idx="52938">
                  <c:v>3</c:v>
                </c:pt>
                <c:pt idx="52939">
                  <c:v>4</c:v>
                </c:pt>
                <c:pt idx="52940">
                  <c:v>1</c:v>
                </c:pt>
                <c:pt idx="52941">
                  <c:v>3</c:v>
                </c:pt>
                <c:pt idx="52942">
                  <c:v>5</c:v>
                </c:pt>
                <c:pt idx="52943">
                  <c:v>2</c:v>
                </c:pt>
                <c:pt idx="52944">
                  <c:v>2</c:v>
                </c:pt>
                <c:pt idx="52945">
                  <c:v>2</c:v>
                </c:pt>
                <c:pt idx="52946">
                  <c:v>2</c:v>
                </c:pt>
                <c:pt idx="52947">
                  <c:v>4</c:v>
                </c:pt>
                <c:pt idx="52948">
                  <c:v>4</c:v>
                </c:pt>
                <c:pt idx="52949">
                  <c:v>3</c:v>
                </c:pt>
                <c:pt idx="52950">
                  <c:v>2</c:v>
                </c:pt>
                <c:pt idx="52951">
                  <c:v>-3</c:v>
                </c:pt>
                <c:pt idx="52952">
                  <c:v>4</c:v>
                </c:pt>
                <c:pt idx="52953">
                  <c:v>-2</c:v>
                </c:pt>
                <c:pt idx="52954">
                  <c:v>2</c:v>
                </c:pt>
                <c:pt idx="52955">
                  <c:v>4</c:v>
                </c:pt>
                <c:pt idx="52956">
                  <c:v>3</c:v>
                </c:pt>
                <c:pt idx="52957">
                  <c:v>2</c:v>
                </c:pt>
                <c:pt idx="52958">
                  <c:v>1</c:v>
                </c:pt>
                <c:pt idx="52959">
                  <c:v>1</c:v>
                </c:pt>
                <c:pt idx="52960">
                  <c:v>3</c:v>
                </c:pt>
                <c:pt idx="52961">
                  <c:v>6</c:v>
                </c:pt>
                <c:pt idx="52962">
                  <c:v>4</c:v>
                </c:pt>
                <c:pt idx="52963">
                  <c:v>4</c:v>
                </c:pt>
                <c:pt idx="52964">
                  <c:v>2</c:v>
                </c:pt>
                <c:pt idx="52965">
                  <c:v>3</c:v>
                </c:pt>
                <c:pt idx="52966">
                  <c:v>2</c:v>
                </c:pt>
                <c:pt idx="52967">
                  <c:v>2</c:v>
                </c:pt>
                <c:pt idx="52968">
                  <c:v>2</c:v>
                </c:pt>
                <c:pt idx="52969">
                  <c:v>2</c:v>
                </c:pt>
                <c:pt idx="52970">
                  <c:v>7</c:v>
                </c:pt>
                <c:pt idx="52971">
                  <c:v>2</c:v>
                </c:pt>
                <c:pt idx="52972">
                  <c:v>2</c:v>
                </c:pt>
                <c:pt idx="52973">
                  <c:v>2</c:v>
                </c:pt>
                <c:pt idx="52974">
                  <c:v>2</c:v>
                </c:pt>
                <c:pt idx="52975">
                  <c:v>2</c:v>
                </c:pt>
                <c:pt idx="52976">
                  <c:v>2</c:v>
                </c:pt>
                <c:pt idx="52977">
                  <c:v>5</c:v>
                </c:pt>
                <c:pt idx="52978">
                  <c:v>2</c:v>
                </c:pt>
                <c:pt idx="52979">
                  <c:v>6</c:v>
                </c:pt>
                <c:pt idx="52980">
                  <c:v>3</c:v>
                </c:pt>
                <c:pt idx="52981">
                  <c:v>3</c:v>
                </c:pt>
                <c:pt idx="52982">
                  <c:v>7</c:v>
                </c:pt>
                <c:pt idx="52983">
                  <c:v>1</c:v>
                </c:pt>
                <c:pt idx="52984">
                  <c:v>2</c:v>
                </c:pt>
                <c:pt idx="52985">
                  <c:v>7</c:v>
                </c:pt>
                <c:pt idx="52986">
                  <c:v>2</c:v>
                </c:pt>
                <c:pt idx="52987">
                  <c:v>8</c:v>
                </c:pt>
                <c:pt idx="52988">
                  <c:v>2</c:v>
                </c:pt>
                <c:pt idx="52989">
                  <c:v>3</c:v>
                </c:pt>
                <c:pt idx="52990">
                  <c:v>4</c:v>
                </c:pt>
                <c:pt idx="52991">
                  <c:v>4</c:v>
                </c:pt>
                <c:pt idx="52992">
                  <c:v>6</c:v>
                </c:pt>
                <c:pt idx="52993">
                  <c:v>3</c:v>
                </c:pt>
                <c:pt idx="52994">
                  <c:v>2</c:v>
                </c:pt>
                <c:pt idx="52995">
                  <c:v>4</c:v>
                </c:pt>
                <c:pt idx="52996">
                  <c:v>1</c:v>
                </c:pt>
                <c:pt idx="52997">
                  <c:v>3</c:v>
                </c:pt>
                <c:pt idx="52998">
                  <c:v>2</c:v>
                </c:pt>
                <c:pt idx="52999">
                  <c:v>2</c:v>
                </c:pt>
                <c:pt idx="53000">
                  <c:v>1</c:v>
                </c:pt>
                <c:pt idx="53001">
                  <c:v>2</c:v>
                </c:pt>
                <c:pt idx="53002">
                  <c:v>2</c:v>
                </c:pt>
                <c:pt idx="53003">
                  <c:v>5</c:v>
                </c:pt>
                <c:pt idx="53004">
                  <c:v>2</c:v>
                </c:pt>
                <c:pt idx="53005">
                  <c:v>3</c:v>
                </c:pt>
                <c:pt idx="53006">
                  <c:v>3</c:v>
                </c:pt>
                <c:pt idx="53007">
                  <c:v>10</c:v>
                </c:pt>
                <c:pt idx="53008">
                  <c:v>2</c:v>
                </c:pt>
                <c:pt idx="53009">
                  <c:v>3</c:v>
                </c:pt>
                <c:pt idx="53010">
                  <c:v>1</c:v>
                </c:pt>
                <c:pt idx="53011">
                  <c:v>3</c:v>
                </c:pt>
                <c:pt idx="53012">
                  <c:v>3</c:v>
                </c:pt>
                <c:pt idx="53013">
                  <c:v>2</c:v>
                </c:pt>
                <c:pt idx="53014">
                  <c:v>4</c:v>
                </c:pt>
                <c:pt idx="53015">
                  <c:v>2</c:v>
                </c:pt>
                <c:pt idx="53016">
                  <c:v>2</c:v>
                </c:pt>
                <c:pt idx="53017">
                  <c:v>3</c:v>
                </c:pt>
                <c:pt idx="53018">
                  <c:v>3</c:v>
                </c:pt>
                <c:pt idx="53019">
                  <c:v>2</c:v>
                </c:pt>
                <c:pt idx="53020">
                  <c:v>2</c:v>
                </c:pt>
                <c:pt idx="53021">
                  <c:v>3</c:v>
                </c:pt>
                <c:pt idx="53022">
                  <c:v>1</c:v>
                </c:pt>
                <c:pt idx="53023">
                  <c:v>4</c:v>
                </c:pt>
                <c:pt idx="53024">
                  <c:v>1</c:v>
                </c:pt>
                <c:pt idx="53025">
                  <c:v>5</c:v>
                </c:pt>
                <c:pt idx="53026">
                  <c:v>3</c:v>
                </c:pt>
                <c:pt idx="53027">
                  <c:v>4</c:v>
                </c:pt>
                <c:pt idx="53028">
                  <c:v>1</c:v>
                </c:pt>
                <c:pt idx="53029">
                  <c:v>4</c:v>
                </c:pt>
                <c:pt idx="53030">
                  <c:v>4</c:v>
                </c:pt>
                <c:pt idx="53031">
                  <c:v>1</c:v>
                </c:pt>
                <c:pt idx="53032">
                  <c:v>6</c:v>
                </c:pt>
                <c:pt idx="53033">
                  <c:v>1</c:v>
                </c:pt>
                <c:pt idx="53034">
                  <c:v>3</c:v>
                </c:pt>
                <c:pt idx="53035">
                  <c:v>3</c:v>
                </c:pt>
                <c:pt idx="53036">
                  <c:v>3</c:v>
                </c:pt>
                <c:pt idx="53037">
                  <c:v>2</c:v>
                </c:pt>
                <c:pt idx="53038">
                  <c:v>1</c:v>
                </c:pt>
                <c:pt idx="53039">
                  <c:v>2</c:v>
                </c:pt>
                <c:pt idx="53040">
                  <c:v>1</c:v>
                </c:pt>
                <c:pt idx="53041">
                  <c:v>3</c:v>
                </c:pt>
                <c:pt idx="53042">
                  <c:v>2</c:v>
                </c:pt>
                <c:pt idx="53043">
                  <c:v>2</c:v>
                </c:pt>
                <c:pt idx="53044">
                  <c:v>2</c:v>
                </c:pt>
                <c:pt idx="53045">
                  <c:v>2</c:v>
                </c:pt>
                <c:pt idx="53046">
                  <c:v>2</c:v>
                </c:pt>
                <c:pt idx="53047">
                  <c:v>1</c:v>
                </c:pt>
                <c:pt idx="53048">
                  <c:v>1</c:v>
                </c:pt>
                <c:pt idx="53049">
                  <c:v>4</c:v>
                </c:pt>
                <c:pt idx="53050">
                  <c:v>1</c:v>
                </c:pt>
                <c:pt idx="53051">
                  <c:v>1</c:v>
                </c:pt>
                <c:pt idx="53052">
                  <c:v>3</c:v>
                </c:pt>
                <c:pt idx="53053">
                  <c:v>9</c:v>
                </c:pt>
                <c:pt idx="53054">
                  <c:v>2</c:v>
                </c:pt>
                <c:pt idx="53055">
                  <c:v>2</c:v>
                </c:pt>
                <c:pt idx="53056">
                  <c:v>-1</c:v>
                </c:pt>
                <c:pt idx="53057">
                  <c:v>2</c:v>
                </c:pt>
                <c:pt idx="53058">
                  <c:v>-1</c:v>
                </c:pt>
                <c:pt idx="53059">
                  <c:v>-2</c:v>
                </c:pt>
                <c:pt idx="53060">
                  <c:v>2</c:v>
                </c:pt>
                <c:pt idx="53061">
                  <c:v>2</c:v>
                </c:pt>
                <c:pt idx="53062">
                  <c:v>4</c:v>
                </c:pt>
                <c:pt idx="53063">
                  <c:v>5</c:v>
                </c:pt>
                <c:pt idx="53064">
                  <c:v>2</c:v>
                </c:pt>
                <c:pt idx="53065">
                  <c:v>2</c:v>
                </c:pt>
                <c:pt idx="53066">
                  <c:v>1</c:v>
                </c:pt>
                <c:pt idx="53067">
                  <c:v>2</c:v>
                </c:pt>
                <c:pt idx="53068">
                  <c:v>6</c:v>
                </c:pt>
                <c:pt idx="53069">
                  <c:v>1</c:v>
                </c:pt>
                <c:pt idx="53070">
                  <c:v>11</c:v>
                </c:pt>
                <c:pt idx="53071">
                  <c:v>1</c:v>
                </c:pt>
                <c:pt idx="53072">
                  <c:v>1</c:v>
                </c:pt>
                <c:pt idx="53073">
                  <c:v>10</c:v>
                </c:pt>
                <c:pt idx="53074">
                  <c:v>2</c:v>
                </c:pt>
                <c:pt idx="53075">
                  <c:v>2</c:v>
                </c:pt>
                <c:pt idx="53076">
                  <c:v>3</c:v>
                </c:pt>
                <c:pt idx="53077">
                  <c:v>3</c:v>
                </c:pt>
                <c:pt idx="53078">
                  <c:v>5</c:v>
                </c:pt>
                <c:pt idx="53079">
                  <c:v>1</c:v>
                </c:pt>
                <c:pt idx="53080">
                  <c:v>2</c:v>
                </c:pt>
                <c:pt idx="53081">
                  <c:v>3</c:v>
                </c:pt>
                <c:pt idx="53082">
                  <c:v>3</c:v>
                </c:pt>
                <c:pt idx="53083">
                  <c:v>2</c:v>
                </c:pt>
                <c:pt idx="53084">
                  <c:v>2</c:v>
                </c:pt>
                <c:pt idx="53085">
                  <c:v>1</c:v>
                </c:pt>
                <c:pt idx="53086">
                  <c:v>1</c:v>
                </c:pt>
                <c:pt idx="53087">
                  <c:v>1</c:v>
                </c:pt>
                <c:pt idx="53088">
                  <c:v>2</c:v>
                </c:pt>
                <c:pt idx="53089">
                  <c:v>5</c:v>
                </c:pt>
                <c:pt idx="53090">
                  <c:v>1</c:v>
                </c:pt>
                <c:pt idx="53091">
                  <c:v>1</c:v>
                </c:pt>
                <c:pt idx="53092">
                  <c:v>3</c:v>
                </c:pt>
                <c:pt idx="53093">
                  <c:v>2</c:v>
                </c:pt>
                <c:pt idx="53094">
                  <c:v>10</c:v>
                </c:pt>
                <c:pt idx="53095">
                  <c:v>1</c:v>
                </c:pt>
                <c:pt idx="53096">
                  <c:v>3</c:v>
                </c:pt>
                <c:pt idx="53097">
                  <c:v>6</c:v>
                </c:pt>
                <c:pt idx="53098">
                  <c:v>2</c:v>
                </c:pt>
                <c:pt idx="53099">
                  <c:v>3</c:v>
                </c:pt>
                <c:pt idx="53100">
                  <c:v>2</c:v>
                </c:pt>
                <c:pt idx="53101">
                  <c:v>-3</c:v>
                </c:pt>
                <c:pt idx="53102">
                  <c:v>2</c:v>
                </c:pt>
                <c:pt idx="53103">
                  <c:v>1</c:v>
                </c:pt>
                <c:pt idx="53104">
                  <c:v>2</c:v>
                </c:pt>
                <c:pt idx="53105">
                  <c:v>3</c:v>
                </c:pt>
                <c:pt idx="53106">
                  <c:v>2</c:v>
                </c:pt>
                <c:pt idx="53107">
                  <c:v>-1</c:v>
                </c:pt>
                <c:pt idx="53108">
                  <c:v>2</c:v>
                </c:pt>
                <c:pt idx="53109">
                  <c:v>2</c:v>
                </c:pt>
                <c:pt idx="53110">
                  <c:v>2</c:v>
                </c:pt>
                <c:pt idx="53111">
                  <c:v>2</c:v>
                </c:pt>
                <c:pt idx="53112">
                  <c:v>6</c:v>
                </c:pt>
                <c:pt idx="53113">
                  <c:v>1</c:v>
                </c:pt>
                <c:pt idx="53114">
                  <c:v>5</c:v>
                </c:pt>
                <c:pt idx="53115">
                  <c:v>2</c:v>
                </c:pt>
                <c:pt idx="53116">
                  <c:v>4</c:v>
                </c:pt>
                <c:pt idx="53117">
                  <c:v>3</c:v>
                </c:pt>
                <c:pt idx="53118">
                  <c:v>4</c:v>
                </c:pt>
                <c:pt idx="53119">
                  <c:v>2</c:v>
                </c:pt>
                <c:pt idx="53120">
                  <c:v>1</c:v>
                </c:pt>
                <c:pt idx="53121">
                  <c:v>1</c:v>
                </c:pt>
                <c:pt idx="53122">
                  <c:v>4</c:v>
                </c:pt>
                <c:pt idx="53123">
                  <c:v>4</c:v>
                </c:pt>
                <c:pt idx="53124">
                  <c:v>1</c:v>
                </c:pt>
                <c:pt idx="53125">
                  <c:v>3</c:v>
                </c:pt>
                <c:pt idx="53126">
                  <c:v>5</c:v>
                </c:pt>
                <c:pt idx="53127">
                  <c:v>6</c:v>
                </c:pt>
                <c:pt idx="53128">
                  <c:v>2</c:v>
                </c:pt>
                <c:pt idx="53129">
                  <c:v>2</c:v>
                </c:pt>
                <c:pt idx="53130">
                  <c:v>2</c:v>
                </c:pt>
                <c:pt idx="53131">
                  <c:v>4</c:v>
                </c:pt>
                <c:pt idx="53132">
                  <c:v>3</c:v>
                </c:pt>
                <c:pt idx="53133">
                  <c:v>6</c:v>
                </c:pt>
                <c:pt idx="53134">
                  <c:v>3</c:v>
                </c:pt>
                <c:pt idx="53135">
                  <c:v>2</c:v>
                </c:pt>
                <c:pt idx="53136">
                  <c:v>2</c:v>
                </c:pt>
                <c:pt idx="53137">
                  <c:v>1</c:v>
                </c:pt>
                <c:pt idx="53138">
                  <c:v>3</c:v>
                </c:pt>
                <c:pt idx="53139">
                  <c:v>2</c:v>
                </c:pt>
                <c:pt idx="53140">
                  <c:v>1</c:v>
                </c:pt>
                <c:pt idx="53141">
                  <c:v>2</c:v>
                </c:pt>
                <c:pt idx="53142">
                  <c:v>7</c:v>
                </c:pt>
                <c:pt idx="53143">
                  <c:v>3</c:v>
                </c:pt>
                <c:pt idx="53144">
                  <c:v>2</c:v>
                </c:pt>
                <c:pt idx="53145">
                  <c:v>3</c:v>
                </c:pt>
                <c:pt idx="53146">
                  <c:v>4</c:v>
                </c:pt>
                <c:pt idx="53147">
                  <c:v>2</c:v>
                </c:pt>
                <c:pt idx="53148">
                  <c:v>6</c:v>
                </c:pt>
                <c:pt idx="53149">
                  <c:v>2</c:v>
                </c:pt>
                <c:pt idx="53150">
                  <c:v>3</c:v>
                </c:pt>
                <c:pt idx="53151">
                  <c:v>8</c:v>
                </c:pt>
                <c:pt idx="53152">
                  <c:v>2</c:v>
                </c:pt>
                <c:pt idx="53153">
                  <c:v>4</c:v>
                </c:pt>
                <c:pt idx="53154">
                  <c:v>2</c:v>
                </c:pt>
                <c:pt idx="53155">
                  <c:v>3</c:v>
                </c:pt>
                <c:pt idx="53156">
                  <c:v>4</c:v>
                </c:pt>
                <c:pt idx="53157">
                  <c:v>2</c:v>
                </c:pt>
                <c:pt idx="53158">
                  <c:v>1</c:v>
                </c:pt>
                <c:pt idx="53159">
                  <c:v>-3</c:v>
                </c:pt>
                <c:pt idx="53160">
                  <c:v>3</c:v>
                </c:pt>
                <c:pt idx="53161">
                  <c:v>3</c:v>
                </c:pt>
                <c:pt idx="53162">
                  <c:v>2</c:v>
                </c:pt>
                <c:pt idx="53163">
                  <c:v>4</c:v>
                </c:pt>
                <c:pt idx="53164">
                  <c:v>2</c:v>
                </c:pt>
                <c:pt idx="53165">
                  <c:v>3</c:v>
                </c:pt>
                <c:pt idx="53166">
                  <c:v>2</c:v>
                </c:pt>
                <c:pt idx="53167">
                  <c:v>7</c:v>
                </c:pt>
                <c:pt idx="53168">
                  <c:v>2</c:v>
                </c:pt>
                <c:pt idx="53169">
                  <c:v>4</c:v>
                </c:pt>
                <c:pt idx="53170">
                  <c:v>14</c:v>
                </c:pt>
                <c:pt idx="53171">
                  <c:v>3</c:v>
                </c:pt>
                <c:pt idx="53172">
                  <c:v>2</c:v>
                </c:pt>
                <c:pt idx="53173">
                  <c:v>1</c:v>
                </c:pt>
                <c:pt idx="53174">
                  <c:v>7</c:v>
                </c:pt>
                <c:pt idx="53175">
                  <c:v>2</c:v>
                </c:pt>
                <c:pt idx="53176">
                  <c:v>2</c:v>
                </c:pt>
                <c:pt idx="53177">
                  <c:v>2</c:v>
                </c:pt>
                <c:pt idx="53178">
                  <c:v>2</c:v>
                </c:pt>
                <c:pt idx="53179">
                  <c:v>1</c:v>
                </c:pt>
                <c:pt idx="53180">
                  <c:v>1</c:v>
                </c:pt>
                <c:pt idx="53181">
                  <c:v>2</c:v>
                </c:pt>
                <c:pt idx="53182">
                  <c:v>1</c:v>
                </c:pt>
                <c:pt idx="53183">
                  <c:v>2</c:v>
                </c:pt>
                <c:pt idx="53184">
                  <c:v>1</c:v>
                </c:pt>
                <c:pt idx="53185">
                  <c:v>3</c:v>
                </c:pt>
                <c:pt idx="53186">
                  <c:v>2</c:v>
                </c:pt>
                <c:pt idx="53187">
                  <c:v>10</c:v>
                </c:pt>
                <c:pt idx="53188">
                  <c:v>4</c:v>
                </c:pt>
                <c:pt idx="53189">
                  <c:v>5</c:v>
                </c:pt>
                <c:pt idx="53190">
                  <c:v>2</c:v>
                </c:pt>
                <c:pt idx="53191">
                  <c:v>2</c:v>
                </c:pt>
                <c:pt idx="53192">
                  <c:v>1</c:v>
                </c:pt>
                <c:pt idx="53193">
                  <c:v>3</c:v>
                </c:pt>
                <c:pt idx="53194">
                  <c:v>5</c:v>
                </c:pt>
                <c:pt idx="53195">
                  <c:v>3</c:v>
                </c:pt>
                <c:pt idx="53196">
                  <c:v>3</c:v>
                </c:pt>
                <c:pt idx="53197">
                  <c:v>2</c:v>
                </c:pt>
                <c:pt idx="53198">
                  <c:v>1</c:v>
                </c:pt>
                <c:pt idx="53199">
                  <c:v>3</c:v>
                </c:pt>
                <c:pt idx="53200">
                  <c:v>2</c:v>
                </c:pt>
                <c:pt idx="53201">
                  <c:v>5</c:v>
                </c:pt>
                <c:pt idx="53202">
                  <c:v>8</c:v>
                </c:pt>
                <c:pt idx="53203">
                  <c:v>2</c:v>
                </c:pt>
                <c:pt idx="53204">
                  <c:v>2</c:v>
                </c:pt>
                <c:pt idx="53205">
                  <c:v>5</c:v>
                </c:pt>
                <c:pt idx="53206">
                  <c:v>1</c:v>
                </c:pt>
                <c:pt idx="53207">
                  <c:v>4</c:v>
                </c:pt>
                <c:pt idx="53208">
                  <c:v>14</c:v>
                </c:pt>
                <c:pt idx="53209">
                  <c:v>1</c:v>
                </c:pt>
                <c:pt idx="53210">
                  <c:v>15</c:v>
                </c:pt>
                <c:pt idx="53211">
                  <c:v>2</c:v>
                </c:pt>
                <c:pt idx="53212">
                  <c:v>3</c:v>
                </c:pt>
                <c:pt idx="53213">
                  <c:v>2</c:v>
                </c:pt>
                <c:pt idx="53214">
                  <c:v>2</c:v>
                </c:pt>
                <c:pt idx="53215">
                  <c:v>1</c:v>
                </c:pt>
                <c:pt idx="53216">
                  <c:v>3</c:v>
                </c:pt>
                <c:pt idx="53217">
                  <c:v>2</c:v>
                </c:pt>
                <c:pt idx="53218">
                  <c:v>3</c:v>
                </c:pt>
                <c:pt idx="53219">
                  <c:v>5</c:v>
                </c:pt>
                <c:pt idx="53220">
                  <c:v>2</c:v>
                </c:pt>
                <c:pt idx="53221">
                  <c:v>1</c:v>
                </c:pt>
                <c:pt idx="53222">
                  <c:v>2</c:v>
                </c:pt>
                <c:pt idx="53223">
                  <c:v>2</c:v>
                </c:pt>
                <c:pt idx="53224">
                  <c:v>2</c:v>
                </c:pt>
                <c:pt idx="53225">
                  <c:v>2</c:v>
                </c:pt>
                <c:pt idx="53226">
                  <c:v>1</c:v>
                </c:pt>
                <c:pt idx="53227">
                  <c:v>1</c:v>
                </c:pt>
                <c:pt idx="53228">
                  <c:v>3</c:v>
                </c:pt>
                <c:pt idx="53229">
                  <c:v>2</c:v>
                </c:pt>
                <c:pt idx="53230">
                  <c:v>3</c:v>
                </c:pt>
                <c:pt idx="53231">
                  <c:v>4</c:v>
                </c:pt>
                <c:pt idx="53232">
                  <c:v>5</c:v>
                </c:pt>
                <c:pt idx="53233">
                  <c:v>1</c:v>
                </c:pt>
                <c:pt idx="53234">
                  <c:v>1</c:v>
                </c:pt>
                <c:pt idx="53235">
                  <c:v>3</c:v>
                </c:pt>
                <c:pt idx="53236">
                  <c:v>1</c:v>
                </c:pt>
                <c:pt idx="53237">
                  <c:v>2</c:v>
                </c:pt>
                <c:pt idx="53238">
                  <c:v>2</c:v>
                </c:pt>
                <c:pt idx="53239">
                  <c:v>1</c:v>
                </c:pt>
                <c:pt idx="53240">
                  <c:v>2</c:v>
                </c:pt>
                <c:pt idx="53241">
                  <c:v>4</c:v>
                </c:pt>
                <c:pt idx="53242">
                  <c:v>4</c:v>
                </c:pt>
                <c:pt idx="53243">
                  <c:v>2</c:v>
                </c:pt>
                <c:pt idx="53244">
                  <c:v>4</c:v>
                </c:pt>
                <c:pt idx="53245">
                  <c:v>3</c:v>
                </c:pt>
                <c:pt idx="53246">
                  <c:v>2</c:v>
                </c:pt>
                <c:pt idx="53247">
                  <c:v>1</c:v>
                </c:pt>
                <c:pt idx="53248">
                  <c:v>2</c:v>
                </c:pt>
                <c:pt idx="53249">
                  <c:v>2</c:v>
                </c:pt>
                <c:pt idx="53250">
                  <c:v>3</c:v>
                </c:pt>
                <c:pt idx="53251">
                  <c:v>1</c:v>
                </c:pt>
                <c:pt idx="53252">
                  <c:v>2</c:v>
                </c:pt>
                <c:pt idx="53253">
                  <c:v>3</c:v>
                </c:pt>
                <c:pt idx="53254">
                  <c:v>4</c:v>
                </c:pt>
                <c:pt idx="53255">
                  <c:v>2</c:v>
                </c:pt>
                <c:pt idx="53256">
                  <c:v>2</c:v>
                </c:pt>
                <c:pt idx="53257">
                  <c:v>4</c:v>
                </c:pt>
                <c:pt idx="53258">
                  <c:v>2</c:v>
                </c:pt>
                <c:pt idx="53259">
                  <c:v>3</c:v>
                </c:pt>
                <c:pt idx="53260">
                  <c:v>6</c:v>
                </c:pt>
                <c:pt idx="53261">
                  <c:v>1</c:v>
                </c:pt>
                <c:pt idx="53262">
                  <c:v>4</c:v>
                </c:pt>
                <c:pt idx="53263">
                  <c:v>5</c:v>
                </c:pt>
                <c:pt idx="53264">
                  <c:v>2</c:v>
                </c:pt>
                <c:pt idx="53265">
                  <c:v>3</c:v>
                </c:pt>
                <c:pt idx="53266">
                  <c:v>1</c:v>
                </c:pt>
                <c:pt idx="53267">
                  <c:v>2</c:v>
                </c:pt>
                <c:pt idx="53268">
                  <c:v>3</c:v>
                </c:pt>
                <c:pt idx="53269">
                  <c:v>2</c:v>
                </c:pt>
                <c:pt idx="53270">
                  <c:v>1</c:v>
                </c:pt>
                <c:pt idx="53271">
                  <c:v>1</c:v>
                </c:pt>
                <c:pt idx="53272">
                  <c:v>1</c:v>
                </c:pt>
                <c:pt idx="53273">
                  <c:v>3</c:v>
                </c:pt>
                <c:pt idx="53274">
                  <c:v>2</c:v>
                </c:pt>
                <c:pt idx="53275">
                  <c:v>2</c:v>
                </c:pt>
                <c:pt idx="53276">
                  <c:v>5</c:v>
                </c:pt>
                <c:pt idx="53277">
                  <c:v>3</c:v>
                </c:pt>
                <c:pt idx="53278">
                  <c:v>2</c:v>
                </c:pt>
                <c:pt idx="53279">
                  <c:v>2</c:v>
                </c:pt>
                <c:pt idx="53280">
                  <c:v>6</c:v>
                </c:pt>
                <c:pt idx="53281">
                  <c:v>1</c:v>
                </c:pt>
                <c:pt idx="53282">
                  <c:v>1</c:v>
                </c:pt>
                <c:pt idx="53283">
                  <c:v>1</c:v>
                </c:pt>
                <c:pt idx="53284">
                  <c:v>1</c:v>
                </c:pt>
                <c:pt idx="53285">
                  <c:v>2</c:v>
                </c:pt>
                <c:pt idx="53286">
                  <c:v>3</c:v>
                </c:pt>
                <c:pt idx="53287">
                  <c:v>2</c:v>
                </c:pt>
                <c:pt idx="53288">
                  <c:v>3</c:v>
                </c:pt>
                <c:pt idx="53289">
                  <c:v>4</c:v>
                </c:pt>
                <c:pt idx="53290">
                  <c:v>3</c:v>
                </c:pt>
                <c:pt idx="53291">
                  <c:v>2</c:v>
                </c:pt>
                <c:pt idx="53292">
                  <c:v>2</c:v>
                </c:pt>
                <c:pt idx="53293">
                  <c:v>2</c:v>
                </c:pt>
                <c:pt idx="53294">
                  <c:v>-2</c:v>
                </c:pt>
                <c:pt idx="53295">
                  <c:v>2</c:v>
                </c:pt>
                <c:pt idx="53296">
                  <c:v>2</c:v>
                </c:pt>
                <c:pt idx="53297">
                  <c:v>2</c:v>
                </c:pt>
                <c:pt idx="53298">
                  <c:v>4</c:v>
                </c:pt>
                <c:pt idx="53299">
                  <c:v>2</c:v>
                </c:pt>
                <c:pt idx="53300">
                  <c:v>2</c:v>
                </c:pt>
                <c:pt idx="53301">
                  <c:v>2</c:v>
                </c:pt>
                <c:pt idx="53302">
                  <c:v>4</c:v>
                </c:pt>
                <c:pt idx="53303">
                  <c:v>1</c:v>
                </c:pt>
                <c:pt idx="53304">
                  <c:v>1</c:v>
                </c:pt>
                <c:pt idx="53305">
                  <c:v>6</c:v>
                </c:pt>
                <c:pt idx="53306">
                  <c:v>2</c:v>
                </c:pt>
                <c:pt idx="53307">
                  <c:v>5</c:v>
                </c:pt>
                <c:pt idx="53308">
                  <c:v>2</c:v>
                </c:pt>
                <c:pt idx="53309">
                  <c:v>3</c:v>
                </c:pt>
                <c:pt idx="53310">
                  <c:v>5</c:v>
                </c:pt>
                <c:pt idx="53311">
                  <c:v>4</c:v>
                </c:pt>
                <c:pt idx="53312">
                  <c:v>2</c:v>
                </c:pt>
                <c:pt idx="53313">
                  <c:v>1</c:v>
                </c:pt>
                <c:pt idx="53314">
                  <c:v>1</c:v>
                </c:pt>
                <c:pt idx="53315">
                  <c:v>2</c:v>
                </c:pt>
                <c:pt idx="53316">
                  <c:v>4</c:v>
                </c:pt>
                <c:pt idx="53317">
                  <c:v>3</c:v>
                </c:pt>
                <c:pt idx="53318">
                  <c:v>3</c:v>
                </c:pt>
                <c:pt idx="53319">
                  <c:v>2</c:v>
                </c:pt>
                <c:pt idx="53320">
                  <c:v>2</c:v>
                </c:pt>
                <c:pt idx="53321">
                  <c:v>1</c:v>
                </c:pt>
                <c:pt idx="53322">
                  <c:v>6</c:v>
                </c:pt>
                <c:pt idx="53323">
                  <c:v>7</c:v>
                </c:pt>
                <c:pt idx="53324">
                  <c:v>3</c:v>
                </c:pt>
                <c:pt idx="53325">
                  <c:v>3</c:v>
                </c:pt>
                <c:pt idx="53326">
                  <c:v>1</c:v>
                </c:pt>
                <c:pt idx="53327">
                  <c:v>2</c:v>
                </c:pt>
                <c:pt idx="53328">
                  <c:v>1</c:v>
                </c:pt>
                <c:pt idx="53329">
                  <c:v>2</c:v>
                </c:pt>
                <c:pt idx="53330">
                  <c:v>3</c:v>
                </c:pt>
                <c:pt idx="53331">
                  <c:v>4</c:v>
                </c:pt>
                <c:pt idx="53332">
                  <c:v>3</c:v>
                </c:pt>
                <c:pt idx="53333">
                  <c:v>6</c:v>
                </c:pt>
                <c:pt idx="53334">
                  <c:v>1</c:v>
                </c:pt>
                <c:pt idx="53335">
                  <c:v>4</c:v>
                </c:pt>
                <c:pt idx="53336">
                  <c:v>3</c:v>
                </c:pt>
                <c:pt idx="53337">
                  <c:v>1</c:v>
                </c:pt>
                <c:pt idx="53338">
                  <c:v>5</c:v>
                </c:pt>
                <c:pt idx="53339">
                  <c:v>2</c:v>
                </c:pt>
                <c:pt idx="53340">
                  <c:v>3</c:v>
                </c:pt>
                <c:pt idx="53341">
                  <c:v>3</c:v>
                </c:pt>
                <c:pt idx="53342">
                  <c:v>3</c:v>
                </c:pt>
                <c:pt idx="53343">
                  <c:v>4</c:v>
                </c:pt>
                <c:pt idx="53344">
                  <c:v>3</c:v>
                </c:pt>
                <c:pt idx="53345">
                  <c:v>2</c:v>
                </c:pt>
                <c:pt idx="53346">
                  <c:v>6</c:v>
                </c:pt>
                <c:pt idx="53347">
                  <c:v>2</c:v>
                </c:pt>
                <c:pt idx="53348">
                  <c:v>3</c:v>
                </c:pt>
                <c:pt idx="53349">
                  <c:v>2</c:v>
                </c:pt>
                <c:pt idx="53350">
                  <c:v>2</c:v>
                </c:pt>
                <c:pt idx="53351">
                  <c:v>1</c:v>
                </c:pt>
                <c:pt idx="53352">
                  <c:v>4</c:v>
                </c:pt>
                <c:pt idx="53353">
                  <c:v>8</c:v>
                </c:pt>
                <c:pt idx="53354">
                  <c:v>4</c:v>
                </c:pt>
                <c:pt idx="53355">
                  <c:v>5</c:v>
                </c:pt>
                <c:pt idx="53356">
                  <c:v>21</c:v>
                </c:pt>
                <c:pt idx="53357">
                  <c:v>3</c:v>
                </c:pt>
                <c:pt idx="53358">
                  <c:v>3</c:v>
                </c:pt>
                <c:pt idx="53359">
                  <c:v>1</c:v>
                </c:pt>
                <c:pt idx="53360">
                  <c:v>12</c:v>
                </c:pt>
                <c:pt idx="53361">
                  <c:v>4</c:v>
                </c:pt>
                <c:pt idx="53362">
                  <c:v>1</c:v>
                </c:pt>
                <c:pt idx="53363">
                  <c:v>2</c:v>
                </c:pt>
                <c:pt idx="53364">
                  <c:v>3</c:v>
                </c:pt>
                <c:pt idx="53365">
                  <c:v>1</c:v>
                </c:pt>
                <c:pt idx="53366">
                  <c:v>1</c:v>
                </c:pt>
                <c:pt idx="53367">
                  <c:v>2</c:v>
                </c:pt>
                <c:pt idx="53368">
                  <c:v>3</c:v>
                </c:pt>
                <c:pt idx="53369">
                  <c:v>2</c:v>
                </c:pt>
                <c:pt idx="53370">
                  <c:v>3</c:v>
                </c:pt>
                <c:pt idx="53371">
                  <c:v>2</c:v>
                </c:pt>
                <c:pt idx="53372">
                  <c:v>2</c:v>
                </c:pt>
                <c:pt idx="53373">
                  <c:v>3</c:v>
                </c:pt>
                <c:pt idx="53374">
                  <c:v>1</c:v>
                </c:pt>
                <c:pt idx="53375">
                  <c:v>1</c:v>
                </c:pt>
                <c:pt idx="53376">
                  <c:v>1</c:v>
                </c:pt>
                <c:pt idx="53377">
                  <c:v>2</c:v>
                </c:pt>
                <c:pt idx="53378">
                  <c:v>2</c:v>
                </c:pt>
                <c:pt idx="53379">
                  <c:v>3</c:v>
                </c:pt>
                <c:pt idx="53380">
                  <c:v>4</c:v>
                </c:pt>
                <c:pt idx="53381">
                  <c:v>2</c:v>
                </c:pt>
                <c:pt idx="53382">
                  <c:v>1</c:v>
                </c:pt>
                <c:pt idx="53383">
                  <c:v>2</c:v>
                </c:pt>
                <c:pt idx="53384">
                  <c:v>2</c:v>
                </c:pt>
                <c:pt idx="53385">
                  <c:v>2</c:v>
                </c:pt>
                <c:pt idx="53386">
                  <c:v>1</c:v>
                </c:pt>
                <c:pt idx="53387">
                  <c:v>4</c:v>
                </c:pt>
                <c:pt idx="53388">
                  <c:v>5</c:v>
                </c:pt>
                <c:pt idx="53389">
                  <c:v>3</c:v>
                </c:pt>
                <c:pt idx="53390">
                  <c:v>2</c:v>
                </c:pt>
                <c:pt idx="53391">
                  <c:v>3</c:v>
                </c:pt>
                <c:pt idx="53392">
                  <c:v>3</c:v>
                </c:pt>
                <c:pt idx="53393">
                  <c:v>2</c:v>
                </c:pt>
                <c:pt idx="53394">
                  <c:v>6</c:v>
                </c:pt>
                <c:pt idx="53395">
                  <c:v>2</c:v>
                </c:pt>
                <c:pt idx="53396">
                  <c:v>2</c:v>
                </c:pt>
                <c:pt idx="53397">
                  <c:v>1</c:v>
                </c:pt>
                <c:pt idx="53398">
                  <c:v>6</c:v>
                </c:pt>
                <c:pt idx="53399">
                  <c:v>2</c:v>
                </c:pt>
                <c:pt idx="53400">
                  <c:v>2</c:v>
                </c:pt>
                <c:pt idx="53401">
                  <c:v>2</c:v>
                </c:pt>
                <c:pt idx="53402">
                  <c:v>3</c:v>
                </c:pt>
                <c:pt idx="53403">
                  <c:v>3</c:v>
                </c:pt>
                <c:pt idx="53404">
                  <c:v>1</c:v>
                </c:pt>
                <c:pt idx="53405">
                  <c:v>5</c:v>
                </c:pt>
                <c:pt idx="53406">
                  <c:v>1</c:v>
                </c:pt>
                <c:pt idx="53407">
                  <c:v>1</c:v>
                </c:pt>
                <c:pt idx="53408">
                  <c:v>5</c:v>
                </c:pt>
                <c:pt idx="53409">
                  <c:v>3</c:v>
                </c:pt>
                <c:pt idx="53410">
                  <c:v>2</c:v>
                </c:pt>
                <c:pt idx="53411">
                  <c:v>4</c:v>
                </c:pt>
                <c:pt idx="53412">
                  <c:v>3</c:v>
                </c:pt>
                <c:pt idx="53413">
                  <c:v>2</c:v>
                </c:pt>
                <c:pt idx="53414">
                  <c:v>8</c:v>
                </c:pt>
                <c:pt idx="53415">
                  <c:v>8</c:v>
                </c:pt>
                <c:pt idx="53416">
                  <c:v>1</c:v>
                </c:pt>
                <c:pt idx="53417">
                  <c:v>4</c:v>
                </c:pt>
                <c:pt idx="53418">
                  <c:v>1</c:v>
                </c:pt>
                <c:pt idx="53419">
                  <c:v>10</c:v>
                </c:pt>
                <c:pt idx="53420">
                  <c:v>3</c:v>
                </c:pt>
                <c:pt idx="53421">
                  <c:v>5</c:v>
                </c:pt>
                <c:pt idx="53422">
                  <c:v>2</c:v>
                </c:pt>
                <c:pt idx="53423">
                  <c:v>3</c:v>
                </c:pt>
                <c:pt idx="53424">
                  <c:v>2</c:v>
                </c:pt>
                <c:pt idx="53425">
                  <c:v>2</c:v>
                </c:pt>
                <c:pt idx="53426">
                  <c:v>6</c:v>
                </c:pt>
                <c:pt idx="53427">
                  <c:v>3</c:v>
                </c:pt>
                <c:pt idx="53428">
                  <c:v>2</c:v>
                </c:pt>
                <c:pt idx="53429">
                  <c:v>2</c:v>
                </c:pt>
                <c:pt idx="53430">
                  <c:v>2</c:v>
                </c:pt>
                <c:pt idx="53431">
                  <c:v>2</c:v>
                </c:pt>
                <c:pt idx="53432">
                  <c:v>3</c:v>
                </c:pt>
                <c:pt idx="53433">
                  <c:v>3</c:v>
                </c:pt>
                <c:pt idx="53434">
                  <c:v>5</c:v>
                </c:pt>
                <c:pt idx="53435">
                  <c:v>3</c:v>
                </c:pt>
                <c:pt idx="53436">
                  <c:v>2</c:v>
                </c:pt>
                <c:pt idx="53437">
                  <c:v>6</c:v>
                </c:pt>
                <c:pt idx="53438">
                  <c:v>2</c:v>
                </c:pt>
                <c:pt idx="53439">
                  <c:v>2</c:v>
                </c:pt>
                <c:pt idx="53440">
                  <c:v>2</c:v>
                </c:pt>
                <c:pt idx="53441">
                  <c:v>3</c:v>
                </c:pt>
                <c:pt idx="53442">
                  <c:v>3</c:v>
                </c:pt>
                <c:pt idx="53443">
                  <c:v>2</c:v>
                </c:pt>
                <c:pt idx="53444">
                  <c:v>4</c:v>
                </c:pt>
                <c:pt idx="53445">
                  <c:v>3</c:v>
                </c:pt>
                <c:pt idx="53446">
                  <c:v>4</c:v>
                </c:pt>
                <c:pt idx="53447">
                  <c:v>2</c:v>
                </c:pt>
                <c:pt idx="53448">
                  <c:v>2</c:v>
                </c:pt>
                <c:pt idx="53449">
                  <c:v>4</c:v>
                </c:pt>
                <c:pt idx="53450">
                  <c:v>1</c:v>
                </c:pt>
                <c:pt idx="53451">
                  <c:v>3</c:v>
                </c:pt>
                <c:pt idx="53452">
                  <c:v>3</c:v>
                </c:pt>
                <c:pt idx="53453">
                  <c:v>3</c:v>
                </c:pt>
                <c:pt idx="53454">
                  <c:v>4</c:v>
                </c:pt>
                <c:pt idx="53455">
                  <c:v>2</c:v>
                </c:pt>
                <c:pt idx="53456">
                  <c:v>11</c:v>
                </c:pt>
                <c:pt idx="53457">
                  <c:v>2</c:v>
                </c:pt>
                <c:pt idx="53458">
                  <c:v>4</c:v>
                </c:pt>
                <c:pt idx="53459">
                  <c:v>2</c:v>
                </c:pt>
                <c:pt idx="53460">
                  <c:v>4</c:v>
                </c:pt>
                <c:pt idx="53461">
                  <c:v>2</c:v>
                </c:pt>
                <c:pt idx="53462">
                  <c:v>4</c:v>
                </c:pt>
                <c:pt idx="53463">
                  <c:v>1</c:v>
                </c:pt>
                <c:pt idx="53464">
                  <c:v>2</c:v>
                </c:pt>
                <c:pt idx="53465">
                  <c:v>3</c:v>
                </c:pt>
                <c:pt idx="53466">
                  <c:v>2</c:v>
                </c:pt>
                <c:pt idx="53467">
                  <c:v>1</c:v>
                </c:pt>
                <c:pt idx="53468">
                  <c:v>4</c:v>
                </c:pt>
                <c:pt idx="53469">
                  <c:v>1</c:v>
                </c:pt>
                <c:pt idx="53470">
                  <c:v>4</c:v>
                </c:pt>
                <c:pt idx="53471">
                  <c:v>4</c:v>
                </c:pt>
                <c:pt idx="53472">
                  <c:v>3</c:v>
                </c:pt>
                <c:pt idx="53473">
                  <c:v>2</c:v>
                </c:pt>
                <c:pt idx="53474">
                  <c:v>1</c:v>
                </c:pt>
                <c:pt idx="53475">
                  <c:v>1</c:v>
                </c:pt>
                <c:pt idx="53476">
                  <c:v>1</c:v>
                </c:pt>
                <c:pt idx="53477">
                  <c:v>2</c:v>
                </c:pt>
                <c:pt idx="53478">
                  <c:v>6</c:v>
                </c:pt>
                <c:pt idx="53479">
                  <c:v>3</c:v>
                </c:pt>
                <c:pt idx="53480">
                  <c:v>2</c:v>
                </c:pt>
                <c:pt idx="53481">
                  <c:v>2</c:v>
                </c:pt>
                <c:pt idx="53482">
                  <c:v>1</c:v>
                </c:pt>
                <c:pt idx="53483">
                  <c:v>2</c:v>
                </c:pt>
                <c:pt idx="53484">
                  <c:v>2</c:v>
                </c:pt>
                <c:pt idx="53485">
                  <c:v>8</c:v>
                </c:pt>
                <c:pt idx="53486">
                  <c:v>3</c:v>
                </c:pt>
                <c:pt idx="53487">
                  <c:v>1</c:v>
                </c:pt>
                <c:pt idx="53488">
                  <c:v>4</c:v>
                </c:pt>
                <c:pt idx="53489">
                  <c:v>2</c:v>
                </c:pt>
                <c:pt idx="53490">
                  <c:v>2</c:v>
                </c:pt>
                <c:pt idx="53491">
                  <c:v>2</c:v>
                </c:pt>
                <c:pt idx="53492">
                  <c:v>1</c:v>
                </c:pt>
                <c:pt idx="53493">
                  <c:v>3</c:v>
                </c:pt>
                <c:pt idx="53494">
                  <c:v>2</c:v>
                </c:pt>
                <c:pt idx="53495">
                  <c:v>2</c:v>
                </c:pt>
                <c:pt idx="53496">
                  <c:v>4</c:v>
                </c:pt>
                <c:pt idx="53497">
                  <c:v>2</c:v>
                </c:pt>
                <c:pt idx="53498">
                  <c:v>2</c:v>
                </c:pt>
                <c:pt idx="53499">
                  <c:v>3</c:v>
                </c:pt>
                <c:pt idx="53500">
                  <c:v>2</c:v>
                </c:pt>
                <c:pt idx="53501">
                  <c:v>3</c:v>
                </c:pt>
                <c:pt idx="53502">
                  <c:v>-1</c:v>
                </c:pt>
                <c:pt idx="53503">
                  <c:v>-2</c:v>
                </c:pt>
                <c:pt idx="53504">
                  <c:v>4</c:v>
                </c:pt>
                <c:pt idx="53505">
                  <c:v>2</c:v>
                </c:pt>
                <c:pt idx="53506">
                  <c:v>2</c:v>
                </c:pt>
                <c:pt idx="53507">
                  <c:v>2</c:v>
                </c:pt>
                <c:pt idx="53508">
                  <c:v>3</c:v>
                </c:pt>
                <c:pt idx="53509">
                  <c:v>5</c:v>
                </c:pt>
                <c:pt idx="53510">
                  <c:v>-5</c:v>
                </c:pt>
                <c:pt idx="53511">
                  <c:v>3</c:v>
                </c:pt>
                <c:pt idx="53512">
                  <c:v>2</c:v>
                </c:pt>
                <c:pt idx="53513">
                  <c:v>3</c:v>
                </c:pt>
                <c:pt idx="53514">
                  <c:v>-4</c:v>
                </c:pt>
                <c:pt idx="53515">
                  <c:v>2</c:v>
                </c:pt>
                <c:pt idx="53516">
                  <c:v>3</c:v>
                </c:pt>
                <c:pt idx="53517">
                  <c:v>-2</c:v>
                </c:pt>
                <c:pt idx="53518">
                  <c:v>2</c:v>
                </c:pt>
                <c:pt idx="53519">
                  <c:v>3</c:v>
                </c:pt>
                <c:pt idx="53520">
                  <c:v>2</c:v>
                </c:pt>
                <c:pt idx="53521">
                  <c:v>1</c:v>
                </c:pt>
                <c:pt idx="53522">
                  <c:v>3</c:v>
                </c:pt>
                <c:pt idx="53523">
                  <c:v>5</c:v>
                </c:pt>
                <c:pt idx="53524">
                  <c:v>5</c:v>
                </c:pt>
                <c:pt idx="53525">
                  <c:v>2</c:v>
                </c:pt>
                <c:pt idx="53526">
                  <c:v>2</c:v>
                </c:pt>
                <c:pt idx="53527">
                  <c:v>1</c:v>
                </c:pt>
                <c:pt idx="53528">
                  <c:v>6</c:v>
                </c:pt>
                <c:pt idx="53529">
                  <c:v>6</c:v>
                </c:pt>
                <c:pt idx="53530">
                  <c:v>3</c:v>
                </c:pt>
                <c:pt idx="53531">
                  <c:v>2</c:v>
                </c:pt>
                <c:pt idx="53532">
                  <c:v>5</c:v>
                </c:pt>
                <c:pt idx="53533">
                  <c:v>2</c:v>
                </c:pt>
                <c:pt idx="53534">
                  <c:v>3</c:v>
                </c:pt>
                <c:pt idx="53535">
                  <c:v>1</c:v>
                </c:pt>
                <c:pt idx="53536">
                  <c:v>3</c:v>
                </c:pt>
                <c:pt idx="53537">
                  <c:v>2</c:v>
                </c:pt>
                <c:pt idx="53538">
                  <c:v>2</c:v>
                </c:pt>
                <c:pt idx="53539">
                  <c:v>5</c:v>
                </c:pt>
                <c:pt idx="53540">
                  <c:v>2</c:v>
                </c:pt>
                <c:pt idx="53541">
                  <c:v>2</c:v>
                </c:pt>
                <c:pt idx="53542">
                  <c:v>4</c:v>
                </c:pt>
                <c:pt idx="53543">
                  <c:v>1</c:v>
                </c:pt>
                <c:pt idx="53544">
                  <c:v>4</c:v>
                </c:pt>
                <c:pt idx="53545">
                  <c:v>1</c:v>
                </c:pt>
                <c:pt idx="53546">
                  <c:v>2</c:v>
                </c:pt>
                <c:pt idx="53547">
                  <c:v>4</c:v>
                </c:pt>
                <c:pt idx="53548">
                  <c:v>2</c:v>
                </c:pt>
                <c:pt idx="53549">
                  <c:v>1</c:v>
                </c:pt>
                <c:pt idx="53550">
                  <c:v>7</c:v>
                </c:pt>
                <c:pt idx="53551">
                  <c:v>2</c:v>
                </c:pt>
                <c:pt idx="53552">
                  <c:v>4</c:v>
                </c:pt>
                <c:pt idx="53553">
                  <c:v>2</c:v>
                </c:pt>
                <c:pt idx="53554">
                  <c:v>2</c:v>
                </c:pt>
                <c:pt idx="53555">
                  <c:v>2</c:v>
                </c:pt>
                <c:pt idx="53556">
                  <c:v>11</c:v>
                </c:pt>
                <c:pt idx="53557">
                  <c:v>2</c:v>
                </c:pt>
                <c:pt idx="53558">
                  <c:v>2</c:v>
                </c:pt>
                <c:pt idx="53559">
                  <c:v>3</c:v>
                </c:pt>
                <c:pt idx="53560">
                  <c:v>7</c:v>
                </c:pt>
                <c:pt idx="53561">
                  <c:v>4</c:v>
                </c:pt>
                <c:pt idx="53562">
                  <c:v>1</c:v>
                </c:pt>
                <c:pt idx="53563">
                  <c:v>2</c:v>
                </c:pt>
                <c:pt idx="53564">
                  <c:v>2</c:v>
                </c:pt>
                <c:pt idx="53565">
                  <c:v>2</c:v>
                </c:pt>
                <c:pt idx="53566">
                  <c:v>2</c:v>
                </c:pt>
                <c:pt idx="53567">
                  <c:v>1</c:v>
                </c:pt>
                <c:pt idx="53568">
                  <c:v>1</c:v>
                </c:pt>
                <c:pt idx="53569">
                  <c:v>2</c:v>
                </c:pt>
                <c:pt idx="53570">
                  <c:v>2</c:v>
                </c:pt>
                <c:pt idx="53571">
                  <c:v>2</c:v>
                </c:pt>
                <c:pt idx="53572">
                  <c:v>1</c:v>
                </c:pt>
                <c:pt idx="53573">
                  <c:v>4</c:v>
                </c:pt>
                <c:pt idx="53574">
                  <c:v>3</c:v>
                </c:pt>
                <c:pt idx="53575">
                  <c:v>4</c:v>
                </c:pt>
                <c:pt idx="53576">
                  <c:v>10</c:v>
                </c:pt>
                <c:pt idx="53577">
                  <c:v>1</c:v>
                </c:pt>
                <c:pt idx="53578">
                  <c:v>2</c:v>
                </c:pt>
                <c:pt idx="53579">
                  <c:v>5</c:v>
                </c:pt>
                <c:pt idx="53580">
                  <c:v>2</c:v>
                </c:pt>
                <c:pt idx="53581">
                  <c:v>1</c:v>
                </c:pt>
                <c:pt idx="53582">
                  <c:v>2</c:v>
                </c:pt>
                <c:pt idx="53583">
                  <c:v>3</c:v>
                </c:pt>
                <c:pt idx="53584">
                  <c:v>1</c:v>
                </c:pt>
                <c:pt idx="53585">
                  <c:v>3</c:v>
                </c:pt>
                <c:pt idx="53586">
                  <c:v>1</c:v>
                </c:pt>
                <c:pt idx="53587">
                  <c:v>4</c:v>
                </c:pt>
                <c:pt idx="53588">
                  <c:v>2</c:v>
                </c:pt>
                <c:pt idx="53589">
                  <c:v>7</c:v>
                </c:pt>
                <c:pt idx="53590">
                  <c:v>3</c:v>
                </c:pt>
                <c:pt idx="53591">
                  <c:v>6</c:v>
                </c:pt>
                <c:pt idx="53592">
                  <c:v>2</c:v>
                </c:pt>
                <c:pt idx="53593">
                  <c:v>5</c:v>
                </c:pt>
                <c:pt idx="53594">
                  <c:v>3</c:v>
                </c:pt>
                <c:pt idx="53595">
                  <c:v>15</c:v>
                </c:pt>
                <c:pt idx="53596">
                  <c:v>1</c:v>
                </c:pt>
                <c:pt idx="53597">
                  <c:v>1</c:v>
                </c:pt>
                <c:pt idx="53598">
                  <c:v>2</c:v>
                </c:pt>
                <c:pt idx="53599">
                  <c:v>4</c:v>
                </c:pt>
                <c:pt idx="53600">
                  <c:v>2</c:v>
                </c:pt>
                <c:pt idx="53601">
                  <c:v>5</c:v>
                </c:pt>
                <c:pt idx="53602">
                  <c:v>4</c:v>
                </c:pt>
                <c:pt idx="53603">
                  <c:v>4</c:v>
                </c:pt>
                <c:pt idx="53604">
                  <c:v>4</c:v>
                </c:pt>
                <c:pt idx="53605">
                  <c:v>5</c:v>
                </c:pt>
                <c:pt idx="53606">
                  <c:v>2</c:v>
                </c:pt>
                <c:pt idx="53607">
                  <c:v>1</c:v>
                </c:pt>
                <c:pt idx="53608">
                  <c:v>3</c:v>
                </c:pt>
                <c:pt idx="53609">
                  <c:v>1</c:v>
                </c:pt>
                <c:pt idx="53610">
                  <c:v>3</c:v>
                </c:pt>
                <c:pt idx="53611">
                  <c:v>1</c:v>
                </c:pt>
                <c:pt idx="53612">
                  <c:v>1</c:v>
                </c:pt>
                <c:pt idx="53613">
                  <c:v>1</c:v>
                </c:pt>
                <c:pt idx="53614">
                  <c:v>5</c:v>
                </c:pt>
                <c:pt idx="53615">
                  <c:v>3</c:v>
                </c:pt>
                <c:pt idx="53616">
                  <c:v>2</c:v>
                </c:pt>
                <c:pt idx="53617">
                  <c:v>3</c:v>
                </c:pt>
                <c:pt idx="53618">
                  <c:v>2</c:v>
                </c:pt>
                <c:pt idx="53619">
                  <c:v>2</c:v>
                </c:pt>
                <c:pt idx="53620">
                  <c:v>5</c:v>
                </c:pt>
                <c:pt idx="53621">
                  <c:v>4</c:v>
                </c:pt>
                <c:pt idx="53622">
                  <c:v>5</c:v>
                </c:pt>
                <c:pt idx="53623">
                  <c:v>10</c:v>
                </c:pt>
                <c:pt idx="53624">
                  <c:v>1</c:v>
                </c:pt>
                <c:pt idx="53625">
                  <c:v>2</c:v>
                </c:pt>
                <c:pt idx="53626">
                  <c:v>4</c:v>
                </c:pt>
                <c:pt idx="53627">
                  <c:v>1</c:v>
                </c:pt>
                <c:pt idx="53628">
                  <c:v>1</c:v>
                </c:pt>
                <c:pt idx="53629">
                  <c:v>2</c:v>
                </c:pt>
                <c:pt idx="53630">
                  <c:v>2</c:v>
                </c:pt>
                <c:pt idx="53631">
                  <c:v>4</c:v>
                </c:pt>
                <c:pt idx="53632">
                  <c:v>3</c:v>
                </c:pt>
                <c:pt idx="53633">
                  <c:v>2</c:v>
                </c:pt>
                <c:pt idx="53634">
                  <c:v>5</c:v>
                </c:pt>
                <c:pt idx="53635">
                  <c:v>4</c:v>
                </c:pt>
                <c:pt idx="53636">
                  <c:v>9</c:v>
                </c:pt>
                <c:pt idx="53637">
                  <c:v>5</c:v>
                </c:pt>
                <c:pt idx="53638">
                  <c:v>4</c:v>
                </c:pt>
                <c:pt idx="53639">
                  <c:v>2</c:v>
                </c:pt>
                <c:pt idx="53640">
                  <c:v>2</c:v>
                </c:pt>
                <c:pt idx="53641">
                  <c:v>1</c:v>
                </c:pt>
                <c:pt idx="53642">
                  <c:v>4</c:v>
                </c:pt>
                <c:pt idx="53643">
                  <c:v>2</c:v>
                </c:pt>
                <c:pt idx="53644">
                  <c:v>3</c:v>
                </c:pt>
                <c:pt idx="53645">
                  <c:v>5</c:v>
                </c:pt>
                <c:pt idx="53646">
                  <c:v>3</c:v>
                </c:pt>
                <c:pt idx="53647">
                  <c:v>2</c:v>
                </c:pt>
                <c:pt idx="53648">
                  <c:v>2</c:v>
                </c:pt>
                <c:pt idx="53649">
                  <c:v>2</c:v>
                </c:pt>
                <c:pt idx="53650">
                  <c:v>2</c:v>
                </c:pt>
                <c:pt idx="53651">
                  <c:v>2</c:v>
                </c:pt>
                <c:pt idx="53652">
                  <c:v>3</c:v>
                </c:pt>
                <c:pt idx="53653">
                  <c:v>2</c:v>
                </c:pt>
                <c:pt idx="53654">
                  <c:v>4</c:v>
                </c:pt>
                <c:pt idx="53655">
                  <c:v>3</c:v>
                </c:pt>
                <c:pt idx="53656">
                  <c:v>2</c:v>
                </c:pt>
                <c:pt idx="53657">
                  <c:v>4</c:v>
                </c:pt>
                <c:pt idx="53658">
                  <c:v>1</c:v>
                </c:pt>
                <c:pt idx="53659">
                  <c:v>3</c:v>
                </c:pt>
                <c:pt idx="53660">
                  <c:v>2</c:v>
                </c:pt>
                <c:pt idx="53661">
                  <c:v>7</c:v>
                </c:pt>
                <c:pt idx="53662">
                  <c:v>3</c:v>
                </c:pt>
                <c:pt idx="53663">
                  <c:v>1</c:v>
                </c:pt>
                <c:pt idx="53664">
                  <c:v>4</c:v>
                </c:pt>
                <c:pt idx="53665">
                  <c:v>4</c:v>
                </c:pt>
                <c:pt idx="53666">
                  <c:v>1</c:v>
                </c:pt>
                <c:pt idx="53667">
                  <c:v>3</c:v>
                </c:pt>
                <c:pt idx="53668">
                  <c:v>2</c:v>
                </c:pt>
                <c:pt idx="53669">
                  <c:v>1</c:v>
                </c:pt>
                <c:pt idx="53670">
                  <c:v>3</c:v>
                </c:pt>
                <c:pt idx="53671">
                  <c:v>3</c:v>
                </c:pt>
                <c:pt idx="53672">
                  <c:v>1</c:v>
                </c:pt>
                <c:pt idx="53673">
                  <c:v>4</c:v>
                </c:pt>
                <c:pt idx="53674">
                  <c:v>1</c:v>
                </c:pt>
                <c:pt idx="53675">
                  <c:v>5</c:v>
                </c:pt>
                <c:pt idx="53676">
                  <c:v>2</c:v>
                </c:pt>
                <c:pt idx="53677">
                  <c:v>5</c:v>
                </c:pt>
                <c:pt idx="53678">
                  <c:v>2</c:v>
                </c:pt>
                <c:pt idx="53679">
                  <c:v>3</c:v>
                </c:pt>
                <c:pt idx="53680">
                  <c:v>2</c:v>
                </c:pt>
                <c:pt idx="53681">
                  <c:v>4</c:v>
                </c:pt>
                <c:pt idx="53682">
                  <c:v>2</c:v>
                </c:pt>
                <c:pt idx="53683">
                  <c:v>2</c:v>
                </c:pt>
                <c:pt idx="53684">
                  <c:v>4</c:v>
                </c:pt>
                <c:pt idx="53685">
                  <c:v>4</c:v>
                </c:pt>
                <c:pt idx="53686">
                  <c:v>3</c:v>
                </c:pt>
                <c:pt idx="53687">
                  <c:v>4</c:v>
                </c:pt>
                <c:pt idx="53688">
                  <c:v>6</c:v>
                </c:pt>
                <c:pt idx="53689">
                  <c:v>3</c:v>
                </c:pt>
                <c:pt idx="53690">
                  <c:v>1</c:v>
                </c:pt>
                <c:pt idx="53691">
                  <c:v>3</c:v>
                </c:pt>
                <c:pt idx="53692">
                  <c:v>1</c:v>
                </c:pt>
                <c:pt idx="53693">
                  <c:v>3</c:v>
                </c:pt>
                <c:pt idx="53694">
                  <c:v>3</c:v>
                </c:pt>
                <c:pt idx="53695">
                  <c:v>2</c:v>
                </c:pt>
                <c:pt idx="53696">
                  <c:v>3</c:v>
                </c:pt>
                <c:pt idx="53697">
                  <c:v>3</c:v>
                </c:pt>
                <c:pt idx="53698">
                  <c:v>3</c:v>
                </c:pt>
                <c:pt idx="53699">
                  <c:v>2</c:v>
                </c:pt>
                <c:pt idx="53700">
                  <c:v>1</c:v>
                </c:pt>
                <c:pt idx="53701">
                  <c:v>1</c:v>
                </c:pt>
                <c:pt idx="53702">
                  <c:v>1</c:v>
                </c:pt>
                <c:pt idx="53703">
                  <c:v>3</c:v>
                </c:pt>
                <c:pt idx="53704">
                  <c:v>2</c:v>
                </c:pt>
                <c:pt idx="53705">
                  <c:v>2</c:v>
                </c:pt>
                <c:pt idx="53706">
                  <c:v>3</c:v>
                </c:pt>
                <c:pt idx="53707">
                  <c:v>4</c:v>
                </c:pt>
                <c:pt idx="53708">
                  <c:v>3</c:v>
                </c:pt>
                <c:pt idx="53709">
                  <c:v>3</c:v>
                </c:pt>
                <c:pt idx="53710">
                  <c:v>0</c:v>
                </c:pt>
                <c:pt idx="53711">
                  <c:v>2</c:v>
                </c:pt>
                <c:pt idx="53712">
                  <c:v>3</c:v>
                </c:pt>
                <c:pt idx="53713">
                  <c:v>2</c:v>
                </c:pt>
                <c:pt idx="53714">
                  <c:v>1</c:v>
                </c:pt>
                <c:pt idx="53715">
                  <c:v>2</c:v>
                </c:pt>
                <c:pt idx="53716">
                  <c:v>5</c:v>
                </c:pt>
                <c:pt idx="53717">
                  <c:v>3</c:v>
                </c:pt>
                <c:pt idx="53718">
                  <c:v>1</c:v>
                </c:pt>
                <c:pt idx="53719">
                  <c:v>2</c:v>
                </c:pt>
                <c:pt idx="53720">
                  <c:v>10</c:v>
                </c:pt>
                <c:pt idx="53721">
                  <c:v>6</c:v>
                </c:pt>
                <c:pt idx="53722">
                  <c:v>3</c:v>
                </c:pt>
                <c:pt idx="53723">
                  <c:v>3</c:v>
                </c:pt>
                <c:pt idx="53724">
                  <c:v>3</c:v>
                </c:pt>
                <c:pt idx="53725">
                  <c:v>2</c:v>
                </c:pt>
                <c:pt idx="53726">
                  <c:v>2</c:v>
                </c:pt>
                <c:pt idx="53727">
                  <c:v>1</c:v>
                </c:pt>
                <c:pt idx="53728">
                  <c:v>3</c:v>
                </c:pt>
                <c:pt idx="53729">
                  <c:v>6</c:v>
                </c:pt>
                <c:pt idx="53730">
                  <c:v>9</c:v>
                </c:pt>
                <c:pt idx="53731">
                  <c:v>2</c:v>
                </c:pt>
                <c:pt idx="53732">
                  <c:v>2</c:v>
                </c:pt>
                <c:pt idx="53733">
                  <c:v>3</c:v>
                </c:pt>
                <c:pt idx="53734">
                  <c:v>2</c:v>
                </c:pt>
                <c:pt idx="53735">
                  <c:v>-1</c:v>
                </c:pt>
                <c:pt idx="53736">
                  <c:v>2</c:v>
                </c:pt>
                <c:pt idx="53737">
                  <c:v>3</c:v>
                </c:pt>
                <c:pt idx="53738">
                  <c:v>4</c:v>
                </c:pt>
                <c:pt idx="53739">
                  <c:v>5</c:v>
                </c:pt>
                <c:pt idx="53740">
                  <c:v>1</c:v>
                </c:pt>
                <c:pt idx="53741">
                  <c:v>3</c:v>
                </c:pt>
                <c:pt idx="53742">
                  <c:v>3</c:v>
                </c:pt>
                <c:pt idx="53743">
                  <c:v>5</c:v>
                </c:pt>
                <c:pt idx="53744">
                  <c:v>2</c:v>
                </c:pt>
                <c:pt idx="53745">
                  <c:v>1</c:v>
                </c:pt>
                <c:pt idx="53746">
                  <c:v>6</c:v>
                </c:pt>
                <c:pt idx="53747">
                  <c:v>1</c:v>
                </c:pt>
                <c:pt idx="53748">
                  <c:v>1</c:v>
                </c:pt>
                <c:pt idx="53749">
                  <c:v>1</c:v>
                </c:pt>
                <c:pt idx="53750">
                  <c:v>4</c:v>
                </c:pt>
                <c:pt idx="53751">
                  <c:v>3</c:v>
                </c:pt>
                <c:pt idx="53752">
                  <c:v>4</c:v>
                </c:pt>
                <c:pt idx="53753">
                  <c:v>4</c:v>
                </c:pt>
                <c:pt idx="53754">
                  <c:v>2</c:v>
                </c:pt>
                <c:pt idx="53755">
                  <c:v>2</c:v>
                </c:pt>
                <c:pt idx="53756">
                  <c:v>2</c:v>
                </c:pt>
                <c:pt idx="53757">
                  <c:v>6</c:v>
                </c:pt>
                <c:pt idx="53758">
                  <c:v>3</c:v>
                </c:pt>
                <c:pt idx="53759">
                  <c:v>3</c:v>
                </c:pt>
                <c:pt idx="53760">
                  <c:v>1</c:v>
                </c:pt>
                <c:pt idx="53761">
                  <c:v>2</c:v>
                </c:pt>
                <c:pt idx="53762">
                  <c:v>3</c:v>
                </c:pt>
                <c:pt idx="53763">
                  <c:v>2</c:v>
                </c:pt>
                <c:pt idx="53764">
                  <c:v>1</c:v>
                </c:pt>
                <c:pt idx="53765">
                  <c:v>1</c:v>
                </c:pt>
                <c:pt idx="53766">
                  <c:v>1</c:v>
                </c:pt>
                <c:pt idx="53767">
                  <c:v>1</c:v>
                </c:pt>
                <c:pt idx="53768">
                  <c:v>4</c:v>
                </c:pt>
                <c:pt idx="53769">
                  <c:v>3</c:v>
                </c:pt>
                <c:pt idx="53770">
                  <c:v>1</c:v>
                </c:pt>
                <c:pt idx="53771">
                  <c:v>2</c:v>
                </c:pt>
                <c:pt idx="53772">
                  <c:v>2</c:v>
                </c:pt>
                <c:pt idx="53773">
                  <c:v>1</c:v>
                </c:pt>
                <c:pt idx="53774">
                  <c:v>2</c:v>
                </c:pt>
                <c:pt idx="53775">
                  <c:v>2</c:v>
                </c:pt>
                <c:pt idx="53776">
                  <c:v>3</c:v>
                </c:pt>
                <c:pt idx="53777">
                  <c:v>2</c:v>
                </c:pt>
                <c:pt idx="53778">
                  <c:v>3</c:v>
                </c:pt>
                <c:pt idx="53779">
                  <c:v>3</c:v>
                </c:pt>
                <c:pt idx="53780">
                  <c:v>4</c:v>
                </c:pt>
                <c:pt idx="53781">
                  <c:v>2</c:v>
                </c:pt>
                <c:pt idx="53782">
                  <c:v>1</c:v>
                </c:pt>
                <c:pt idx="53783">
                  <c:v>2</c:v>
                </c:pt>
                <c:pt idx="53784">
                  <c:v>4</c:v>
                </c:pt>
                <c:pt idx="53785">
                  <c:v>2</c:v>
                </c:pt>
                <c:pt idx="53786">
                  <c:v>5</c:v>
                </c:pt>
                <c:pt idx="53787">
                  <c:v>2</c:v>
                </c:pt>
                <c:pt idx="53788">
                  <c:v>2</c:v>
                </c:pt>
                <c:pt idx="53789">
                  <c:v>2</c:v>
                </c:pt>
                <c:pt idx="53790">
                  <c:v>2</c:v>
                </c:pt>
                <c:pt idx="53791">
                  <c:v>6</c:v>
                </c:pt>
                <c:pt idx="53792">
                  <c:v>3</c:v>
                </c:pt>
                <c:pt idx="53793">
                  <c:v>4</c:v>
                </c:pt>
                <c:pt idx="53794">
                  <c:v>6</c:v>
                </c:pt>
                <c:pt idx="53795">
                  <c:v>2</c:v>
                </c:pt>
                <c:pt idx="53796">
                  <c:v>3</c:v>
                </c:pt>
                <c:pt idx="53797">
                  <c:v>3</c:v>
                </c:pt>
                <c:pt idx="53798">
                  <c:v>2</c:v>
                </c:pt>
                <c:pt idx="53799">
                  <c:v>9</c:v>
                </c:pt>
                <c:pt idx="53800">
                  <c:v>2</c:v>
                </c:pt>
                <c:pt idx="53801">
                  <c:v>1</c:v>
                </c:pt>
                <c:pt idx="53802">
                  <c:v>4</c:v>
                </c:pt>
                <c:pt idx="53803">
                  <c:v>2</c:v>
                </c:pt>
                <c:pt idx="53804">
                  <c:v>2</c:v>
                </c:pt>
                <c:pt idx="53805">
                  <c:v>2</c:v>
                </c:pt>
                <c:pt idx="53806">
                  <c:v>2</c:v>
                </c:pt>
                <c:pt idx="53807">
                  <c:v>3</c:v>
                </c:pt>
                <c:pt idx="53808">
                  <c:v>3</c:v>
                </c:pt>
                <c:pt idx="53809">
                  <c:v>10</c:v>
                </c:pt>
                <c:pt idx="53810">
                  <c:v>2</c:v>
                </c:pt>
                <c:pt idx="53811">
                  <c:v>3</c:v>
                </c:pt>
                <c:pt idx="53812">
                  <c:v>2</c:v>
                </c:pt>
                <c:pt idx="53813">
                  <c:v>2</c:v>
                </c:pt>
                <c:pt idx="53814">
                  <c:v>6</c:v>
                </c:pt>
                <c:pt idx="53815">
                  <c:v>2</c:v>
                </c:pt>
                <c:pt idx="53816">
                  <c:v>1</c:v>
                </c:pt>
                <c:pt idx="53817">
                  <c:v>2</c:v>
                </c:pt>
                <c:pt idx="53818">
                  <c:v>2</c:v>
                </c:pt>
                <c:pt idx="53819">
                  <c:v>1</c:v>
                </c:pt>
                <c:pt idx="53820">
                  <c:v>3</c:v>
                </c:pt>
                <c:pt idx="53821">
                  <c:v>4</c:v>
                </c:pt>
                <c:pt idx="53822">
                  <c:v>1</c:v>
                </c:pt>
                <c:pt idx="53823">
                  <c:v>4</c:v>
                </c:pt>
                <c:pt idx="53824">
                  <c:v>2</c:v>
                </c:pt>
                <c:pt idx="53825">
                  <c:v>3</c:v>
                </c:pt>
                <c:pt idx="53826">
                  <c:v>6</c:v>
                </c:pt>
                <c:pt idx="53827">
                  <c:v>2</c:v>
                </c:pt>
                <c:pt idx="53828">
                  <c:v>6</c:v>
                </c:pt>
                <c:pt idx="53829">
                  <c:v>-1</c:v>
                </c:pt>
                <c:pt idx="53830">
                  <c:v>2</c:v>
                </c:pt>
                <c:pt idx="53831">
                  <c:v>3</c:v>
                </c:pt>
                <c:pt idx="53832">
                  <c:v>5</c:v>
                </c:pt>
                <c:pt idx="53833">
                  <c:v>3</c:v>
                </c:pt>
                <c:pt idx="53834">
                  <c:v>2</c:v>
                </c:pt>
                <c:pt idx="53835">
                  <c:v>0</c:v>
                </c:pt>
                <c:pt idx="53836">
                  <c:v>4</c:v>
                </c:pt>
                <c:pt idx="53837">
                  <c:v>1</c:v>
                </c:pt>
                <c:pt idx="53838">
                  <c:v>2</c:v>
                </c:pt>
                <c:pt idx="53839">
                  <c:v>3</c:v>
                </c:pt>
                <c:pt idx="53840">
                  <c:v>4</c:v>
                </c:pt>
                <c:pt idx="53841">
                  <c:v>1</c:v>
                </c:pt>
                <c:pt idx="53842">
                  <c:v>3</c:v>
                </c:pt>
                <c:pt idx="53843">
                  <c:v>1</c:v>
                </c:pt>
                <c:pt idx="53844">
                  <c:v>6</c:v>
                </c:pt>
                <c:pt idx="53845">
                  <c:v>1</c:v>
                </c:pt>
                <c:pt idx="53846">
                  <c:v>4</c:v>
                </c:pt>
                <c:pt idx="53847">
                  <c:v>1</c:v>
                </c:pt>
                <c:pt idx="53848">
                  <c:v>7</c:v>
                </c:pt>
                <c:pt idx="53849">
                  <c:v>3</c:v>
                </c:pt>
                <c:pt idx="53850">
                  <c:v>3</c:v>
                </c:pt>
                <c:pt idx="53851">
                  <c:v>1</c:v>
                </c:pt>
                <c:pt idx="53852">
                  <c:v>3</c:v>
                </c:pt>
                <c:pt idx="53853">
                  <c:v>3</c:v>
                </c:pt>
                <c:pt idx="53854">
                  <c:v>2</c:v>
                </c:pt>
                <c:pt idx="53855">
                  <c:v>6</c:v>
                </c:pt>
                <c:pt idx="53856">
                  <c:v>11</c:v>
                </c:pt>
                <c:pt idx="53857">
                  <c:v>4</c:v>
                </c:pt>
                <c:pt idx="53858">
                  <c:v>1</c:v>
                </c:pt>
                <c:pt idx="53859">
                  <c:v>2</c:v>
                </c:pt>
                <c:pt idx="53860">
                  <c:v>2</c:v>
                </c:pt>
                <c:pt idx="53861">
                  <c:v>1</c:v>
                </c:pt>
                <c:pt idx="53862">
                  <c:v>2</c:v>
                </c:pt>
                <c:pt idx="53863">
                  <c:v>3</c:v>
                </c:pt>
                <c:pt idx="53864">
                  <c:v>3</c:v>
                </c:pt>
                <c:pt idx="53865">
                  <c:v>4</c:v>
                </c:pt>
                <c:pt idx="53866">
                  <c:v>1</c:v>
                </c:pt>
                <c:pt idx="53867">
                  <c:v>3</c:v>
                </c:pt>
                <c:pt idx="53868">
                  <c:v>2</c:v>
                </c:pt>
                <c:pt idx="53869">
                  <c:v>3</c:v>
                </c:pt>
                <c:pt idx="53870">
                  <c:v>2</c:v>
                </c:pt>
                <c:pt idx="53871">
                  <c:v>1</c:v>
                </c:pt>
                <c:pt idx="53872">
                  <c:v>3</c:v>
                </c:pt>
                <c:pt idx="53873">
                  <c:v>9</c:v>
                </c:pt>
                <c:pt idx="53874">
                  <c:v>1</c:v>
                </c:pt>
                <c:pt idx="53875">
                  <c:v>1</c:v>
                </c:pt>
                <c:pt idx="53876">
                  <c:v>3</c:v>
                </c:pt>
                <c:pt idx="53877">
                  <c:v>1</c:v>
                </c:pt>
                <c:pt idx="53878">
                  <c:v>5</c:v>
                </c:pt>
                <c:pt idx="53879">
                  <c:v>1</c:v>
                </c:pt>
                <c:pt idx="53880">
                  <c:v>3</c:v>
                </c:pt>
                <c:pt idx="53881">
                  <c:v>2</c:v>
                </c:pt>
                <c:pt idx="53882">
                  <c:v>4</c:v>
                </c:pt>
                <c:pt idx="53883">
                  <c:v>1</c:v>
                </c:pt>
                <c:pt idx="53884">
                  <c:v>2</c:v>
                </c:pt>
                <c:pt idx="53885">
                  <c:v>3</c:v>
                </c:pt>
                <c:pt idx="53886">
                  <c:v>2</c:v>
                </c:pt>
                <c:pt idx="53887">
                  <c:v>2</c:v>
                </c:pt>
                <c:pt idx="53888">
                  <c:v>1</c:v>
                </c:pt>
                <c:pt idx="53889">
                  <c:v>1</c:v>
                </c:pt>
                <c:pt idx="53890">
                  <c:v>1</c:v>
                </c:pt>
                <c:pt idx="53891">
                  <c:v>2</c:v>
                </c:pt>
                <c:pt idx="53892">
                  <c:v>2</c:v>
                </c:pt>
                <c:pt idx="53893">
                  <c:v>3</c:v>
                </c:pt>
                <c:pt idx="53894">
                  <c:v>3</c:v>
                </c:pt>
                <c:pt idx="53895">
                  <c:v>1</c:v>
                </c:pt>
                <c:pt idx="53896">
                  <c:v>2</c:v>
                </c:pt>
                <c:pt idx="53897">
                  <c:v>2</c:v>
                </c:pt>
                <c:pt idx="53898">
                  <c:v>4</c:v>
                </c:pt>
                <c:pt idx="53899">
                  <c:v>2</c:v>
                </c:pt>
                <c:pt idx="53900">
                  <c:v>2</c:v>
                </c:pt>
                <c:pt idx="53901">
                  <c:v>1</c:v>
                </c:pt>
                <c:pt idx="53902">
                  <c:v>2</c:v>
                </c:pt>
                <c:pt idx="53903">
                  <c:v>4</c:v>
                </c:pt>
                <c:pt idx="53904">
                  <c:v>1</c:v>
                </c:pt>
                <c:pt idx="53905">
                  <c:v>2</c:v>
                </c:pt>
                <c:pt idx="53906">
                  <c:v>4</c:v>
                </c:pt>
                <c:pt idx="53907">
                  <c:v>2</c:v>
                </c:pt>
                <c:pt idx="53908">
                  <c:v>4</c:v>
                </c:pt>
                <c:pt idx="53909">
                  <c:v>1</c:v>
                </c:pt>
                <c:pt idx="53910">
                  <c:v>1</c:v>
                </c:pt>
                <c:pt idx="53911">
                  <c:v>1</c:v>
                </c:pt>
                <c:pt idx="53912">
                  <c:v>1</c:v>
                </c:pt>
                <c:pt idx="53913">
                  <c:v>2</c:v>
                </c:pt>
                <c:pt idx="53914">
                  <c:v>1</c:v>
                </c:pt>
                <c:pt idx="53915">
                  <c:v>2</c:v>
                </c:pt>
                <c:pt idx="53916">
                  <c:v>2</c:v>
                </c:pt>
                <c:pt idx="53917">
                  <c:v>1</c:v>
                </c:pt>
                <c:pt idx="53918">
                  <c:v>1</c:v>
                </c:pt>
                <c:pt idx="53919">
                  <c:v>1</c:v>
                </c:pt>
                <c:pt idx="53920">
                  <c:v>2</c:v>
                </c:pt>
                <c:pt idx="53921">
                  <c:v>3</c:v>
                </c:pt>
                <c:pt idx="53922">
                  <c:v>1</c:v>
                </c:pt>
                <c:pt idx="53923">
                  <c:v>4</c:v>
                </c:pt>
                <c:pt idx="53924">
                  <c:v>4</c:v>
                </c:pt>
                <c:pt idx="53925">
                  <c:v>2</c:v>
                </c:pt>
                <c:pt idx="53926">
                  <c:v>4</c:v>
                </c:pt>
                <c:pt idx="53927">
                  <c:v>2</c:v>
                </c:pt>
                <c:pt idx="53928">
                  <c:v>3</c:v>
                </c:pt>
                <c:pt idx="53929">
                  <c:v>4</c:v>
                </c:pt>
                <c:pt idx="53930">
                  <c:v>1</c:v>
                </c:pt>
                <c:pt idx="53931">
                  <c:v>1</c:v>
                </c:pt>
                <c:pt idx="53932">
                  <c:v>8</c:v>
                </c:pt>
                <c:pt idx="53933">
                  <c:v>2</c:v>
                </c:pt>
                <c:pt idx="53934">
                  <c:v>1</c:v>
                </c:pt>
                <c:pt idx="53935">
                  <c:v>4</c:v>
                </c:pt>
                <c:pt idx="53936">
                  <c:v>7</c:v>
                </c:pt>
                <c:pt idx="53937">
                  <c:v>1</c:v>
                </c:pt>
                <c:pt idx="53938">
                  <c:v>1</c:v>
                </c:pt>
                <c:pt idx="53939">
                  <c:v>1</c:v>
                </c:pt>
                <c:pt idx="53940">
                  <c:v>19</c:v>
                </c:pt>
                <c:pt idx="53941">
                  <c:v>4</c:v>
                </c:pt>
                <c:pt idx="53942">
                  <c:v>6</c:v>
                </c:pt>
                <c:pt idx="53943">
                  <c:v>1</c:v>
                </c:pt>
                <c:pt idx="53944">
                  <c:v>2</c:v>
                </c:pt>
                <c:pt idx="53945">
                  <c:v>5</c:v>
                </c:pt>
                <c:pt idx="53946">
                  <c:v>2</c:v>
                </c:pt>
                <c:pt idx="53947">
                  <c:v>1</c:v>
                </c:pt>
                <c:pt idx="53948">
                  <c:v>4</c:v>
                </c:pt>
                <c:pt idx="53949">
                  <c:v>3</c:v>
                </c:pt>
                <c:pt idx="53950">
                  <c:v>2</c:v>
                </c:pt>
                <c:pt idx="53951">
                  <c:v>10</c:v>
                </c:pt>
                <c:pt idx="53952">
                  <c:v>4</c:v>
                </c:pt>
                <c:pt idx="53953">
                  <c:v>1</c:v>
                </c:pt>
                <c:pt idx="53954">
                  <c:v>1</c:v>
                </c:pt>
                <c:pt idx="53955">
                  <c:v>10</c:v>
                </c:pt>
                <c:pt idx="53956">
                  <c:v>1</c:v>
                </c:pt>
                <c:pt idx="53957">
                  <c:v>2</c:v>
                </c:pt>
                <c:pt idx="53958">
                  <c:v>4</c:v>
                </c:pt>
                <c:pt idx="53959">
                  <c:v>4</c:v>
                </c:pt>
                <c:pt idx="53960">
                  <c:v>2</c:v>
                </c:pt>
                <c:pt idx="53961">
                  <c:v>4</c:v>
                </c:pt>
                <c:pt idx="53962">
                  <c:v>2</c:v>
                </c:pt>
                <c:pt idx="53963">
                  <c:v>2</c:v>
                </c:pt>
                <c:pt idx="53964">
                  <c:v>2</c:v>
                </c:pt>
                <c:pt idx="53965">
                  <c:v>2</c:v>
                </c:pt>
                <c:pt idx="53966">
                  <c:v>1</c:v>
                </c:pt>
                <c:pt idx="53967">
                  <c:v>2</c:v>
                </c:pt>
                <c:pt idx="53968">
                  <c:v>1</c:v>
                </c:pt>
                <c:pt idx="53969">
                  <c:v>3</c:v>
                </c:pt>
                <c:pt idx="53970">
                  <c:v>4</c:v>
                </c:pt>
                <c:pt idx="53971">
                  <c:v>6</c:v>
                </c:pt>
                <c:pt idx="53972">
                  <c:v>4</c:v>
                </c:pt>
                <c:pt idx="53973">
                  <c:v>5</c:v>
                </c:pt>
                <c:pt idx="53974">
                  <c:v>5</c:v>
                </c:pt>
                <c:pt idx="53975">
                  <c:v>1</c:v>
                </c:pt>
                <c:pt idx="53976">
                  <c:v>2</c:v>
                </c:pt>
                <c:pt idx="53977">
                  <c:v>2</c:v>
                </c:pt>
                <c:pt idx="53978">
                  <c:v>3</c:v>
                </c:pt>
                <c:pt idx="53979">
                  <c:v>4</c:v>
                </c:pt>
                <c:pt idx="53980">
                  <c:v>2</c:v>
                </c:pt>
                <c:pt idx="53981">
                  <c:v>1</c:v>
                </c:pt>
                <c:pt idx="53982">
                  <c:v>3</c:v>
                </c:pt>
                <c:pt idx="53983">
                  <c:v>2</c:v>
                </c:pt>
                <c:pt idx="53984">
                  <c:v>2</c:v>
                </c:pt>
                <c:pt idx="53985">
                  <c:v>3</c:v>
                </c:pt>
                <c:pt idx="53986">
                  <c:v>2</c:v>
                </c:pt>
                <c:pt idx="53987">
                  <c:v>2</c:v>
                </c:pt>
                <c:pt idx="53988">
                  <c:v>2</c:v>
                </c:pt>
                <c:pt idx="53989">
                  <c:v>2</c:v>
                </c:pt>
                <c:pt idx="53990">
                  <c:v>2</c:v>
                </c:pt>
                <c:pt idx="53991">
                  <c:v>2</c:v>
                </c:pt>
                <c:pt idx="53992">
                  <c:v>3</c:v>
                </c:pt>
                <c:pt idx="53993">
                  <c:v>1</c:v>
                </c:pt>
                <c:pt idx="53994">
                  <c:v>3</c:v>
                </c:pt>
                <c:pt idx="53995">
                  <c:v>3</c:v>
                </c:pt>
                <c:pt idx="53996">
                  <c:v>2</c:v>
                </c:pt>
                <c:pt idx="53997">
                  <c:v>2</c:v>
                </c:pt>
                <c:pt idx="53998">
                  <c:v>6</c:v>
                </c:pt>
                <c:pt idx="53999">
                  <c:v>3</c:v>
                </c:pt>
                <c:pt idx="54000">
                  <c:v>3</c:v>
                </c:pt>
                <c:pt idx="54001">
                  <c:v>2</c:v>
                </c:pt>
                <c:pt idx="54002">
                  <c:v>2</c:v>
                </c:pt>
                <c:pt idx="54003">
                  <c:v>5</c:v>
                </c:pt>
                <c:pt idx="54004">
                  <c:v>3</c:v>
                </c:pt>
                <c:pt idx="54005">
                  <c:v>2</c:v>
                </c:pt>
                <c:pt idx="54006">
                  <c:v>1</c:v>
                </c:pt>
                <c:pt idx="54007">
                  <c:v>2</c:v>
                </c:pt>
                <c:pt idx="54008">
                  <c:v>3</c:v>
                </c:pt>
                <c:pt idx="54009">
                  <c:v>4</c:v>
                </c:pt>
                <c:pt idx="54010">
                  <c:v>1</c:v>
                </c:pt>
                <c:pt idx="54011">
                  <c:v>3</c:v>
                </c:pt>
                <c:pt idx="54012">
                  <c:v>13</c:v>
                </c:pt>
                <c:pt idx="54013">
                  <c:v>2</c:v>
                </c:pt>
                <c:pt idx="54014">
                  <c:v>6</c:v>
                </c:pt>
                <c:pt idx="54015">
                  <c:v>2</c:v>
                </c:pt>
                <c:pt idx="54016">
                  <c:v>2</c:v>
                </c:pt>
                <c:pt idx="54017">
                  <c:v>4</c:v>
                </c:pt>
                <c:pt idx="54018">
                  <c:v>1</c:v>
                </c:pt>
                <c:pt idx="54019">
                  <c:v>1</c:v>
                </c:pt>
                <c:pt idx="54020">
                  <c:v>2</c:v>
                </c:pt>
                <c:pt idx="54021">
                  <c:v>2</c:v>
                </c:pt>
                <c:pt idx="54022">
                  <c:v>3</c:v>
                </c:pt>
                <c:pt idx="54023">
                  <c:v>6</c:v>
                </c:pt>
                <c:pt idx="54024">
                  <c:v>7</c:v>
                </c:pt>
                <c:pt idx="54025">
                  <c:v>2</c:v>
                </c:pt>
                <c:pt idx="54026">
                  <c:v>4</c:v>
                </c:pt>
                <c:pt idx="54027">
                  <c:v>1</c:v>
                </c:pt>
                <c:pt idx="54028">
                  <c:v>2</c:v>
                </c:pt>
                <c:pt idx="54029">
                  <c:v>2</c:v>
                </c:pt>
                <c:pt idx="54030">
                  <c:v>1</c:v>
                </c:pt>
                <c:pt idx="54031">
                  <c:v>2</c:v>
                </c:pt>
                <c:pt idx="54032">
                  <c:v>2</c:v>
                </c:pt>
                <c:pt idx="54033">
                  <c:v>1</c:v>
                </c:pt>
                <c:pt idx="54034">
                  <c:v>2</c:v>
                </c:pt>
                <c:pt idx="54035">
                  <c:v>2</c:v>
                </c:pt>
                <c:pt idx="54036">
                  <c:v>2</c:v>
                </c:pt>
                <c:pt idx="54037">
                  <c:v>4</c:v>
                </c:pt>
                <c:pt idx="54038">
                  <c:v>2</c:v>
                </c:pt>
                <c:pt idx="54039">
                  <c:v>6</c:v>
                </c:pt>
                <c:pt idx="54040">
                  <c:v>2</c:v>
                </c:pt>
                <c:pt idx="54041">
                  <c:v>2</c:v>
                </c:pt>
                <c:pt idx="54042">
                  <c:v>1</c:v>
                </c:pt>
                <c:pt idx="54043">
                  <c:v>8</c:v>
                </c:pt>
                <c:pt idx="54044">
                  <c:v>2</c:v>
                </c:pt>
                <c:pt idx="54045">
                  <c:v>3</c:v>
                </c:pt>
                <c:pt idx="54046">
                  <c:v>4</c:v>
                </c:pt>
                <c:pt idx="54047">
                  <c:v>5</c:v>
                </c:pt>
                <c:pt idx="54048">
                  <c:v>1</c:v>
                </c:pt>
                <c:pt idx="54049">
                  <c:v>2</c:v>
                </c:pt>
                <c:pt idx="54050">
                  <c:v>3</c:v>
                </c:pt>
                <c:pt idx="54051">
                  <c:v>2</c:v>
                </c:pt>
                <c:pt idx="54052">
                  <c:v>1</c:v>
                </c:pt>
                <c:pt idx="54053">
                  <c:v>2</c:v>
                </c:pt>
                <c:pt idx="54054">
                  <c:v>2</c:v>
                </c:pt>
                <c:pt idx="54055">
                  <c:v>10</c:v>
                </c:pt>
                <c:pt idx="54056">
                  <c:v>1</c:v>
                </c:pt>
                <c:pt idx="54057">
                  <c:v>1</c:v>
                </c:pt>
                <c:pt idx="54058">
                  <c:v>1</c:v>
                </c:pt>
                <c:pt idx="54059">
                  <c:v>10</c:v>
                </c:pt>
                <c:pt idx="54060">
                  <c:v>2</c:v>
                </c:pt>
                <c:pt idx="54061">
                  <c:v>2</c:v>
                </c:pt>
                <c:pt idx="54062">
                  <c:v>6</c:v>
                </c:pt>
                <c:pt idx="54063">
                  <c:v>3</c:v>
                </c:pt>
                <c:pt idx="54064">
                  <c:v>1</c:v>
                </c:pt>
                <c:pt idx="54065">
                  <c:v>5</c:v>
                </c:pt>
                <c:pt idx="54066">
                  <c:v>4</c:v>
                </c:pt>
                <c:pt idx="54067">
                  <c:v>1</c:v>
                </c:pt>
                <c:pt idx="54068">
                  <c:v>1</c:v>
                </c:pt>
                <c:pt idx="54069">
                  <c:v>4</c:v>
                </c:pt>
                <c:pt idx="54070">
                  <c:v>6</c:v>
                </c:pt>
                <c:pt idx="54071">
                  <c:v>2</c:v>
                </c:pt>
                <c:pt idx="54072">
                  <c:v>3</c:v>
                </c:pt>
                <c:pt idx="54073">
                  <c:v>2</c:v>
                </c:pt>
                <c:pt idx="54074">
                  <c:v>2</c:v>
                </c:pt>
                <c:pt idx="54075">
                  <c:v>1</c:v>
                </c:pt>
                <c:pt idx="54076">
                  <c:v>2</c:v>
                </c:pt>
                <c:pt idx="54077">
                  <c:v>1</c:v>
                </c:pt>
                <c:pt idx="54078">
                  <c:v>8</c:v>
                </c:pt>
                <c:pt idx="54079">
                  <c:v>3</c:v>
                </c:pt>
                <c:pt idx="54080">
                  <c:v>3</c:v>
                </c:pt>
                <c:pt idx="54081">
                  <c:v>4</c:v>
                </c:pt>
                <c:pt idx="54082">
                  <c:v>1</c:v>
                </c:pt>
                <c:pt idx="54083">
                  <c:v>5</c:v>
                </c:pt>
                <c:pt idx="54084">
                  <c:v>1</c:v>
                </c:pt>
                <c:pt idx="54085">
                  <c:v>2</c:v>
                </c:pt>
                <c:pt idx="54086">
                  <c:v>2</c:v>
                </c:pt>
                <c:pt idx="54087">
                  <c:v>5</c:v>
                </c:pt>
                <c:pt idx="54088">
                  <c:v>3</c:v>
                </c:pt>
                <c:pt idx="54089">
                  <c:v>2</c:v>
                </c:pt>
                <c:pt idx="54090">
                  <c:v>2</c:v>
                </c:pt>
                <c:pt idx="54091">
                  <c:v>2</c:v>
                </c:pt>
                <c:pt idx="54092">
                  <c:v>2</c:v>
                </c:pt>
                <c:pt idx="54093">
                  <c:v>3</c:v>
                </c:pt>
                <c:pt idx="54094">
                  <c:v>3</c:v>
                </c:pt>
                <c:pt idx="54095">
                  <c:v>2</c:v>
                </c:pt>
                <c:pt idx="54096">
                  <c:v>1</c:v>
                </c:pt>
                <c:pt idx="54097">
                  <c:v>1</c:v>
                </c:pt>
                <c:pt idx="54098">
                  <c:v>5</c:v>
                </c:pt>
                <c:pt idx="54099">
                  <c:v>1</c:v>
                </c:pt>
                <c:pt idx="54100">
                  <c:v>2</c:v>
                </c:pt>
                <c:pt idx="54101">
                  <c:v>3</c:v>
                </c:pt>
                <c:pt idx="54102">
                  <c:v>4</c:v>
                </c:pt>
                <c:pt idx="54103">
                  <c:v>1</c:v>
                </c:pt>
                <c:pt idx="54104">
                  <c:v>2</c:v>
                </c:pt>
                <c:pt idx="54105">
                  <c:v>1</c:v>
                </c:pt>
                <c:pt idx="54106">
                  <c:v>3</c:v>
                </c:pt>
                <c:pt idx="54107">
                  <c:v>1</c:v>
                </c:pt>
                <c:pt idx="54108">
                  <c:v>2</c:v>
                </c:pt>
                <c:pt idx="54109">
                  <c:v>2</c:v>
                </c:pt>
                <c:pt idx="54110">
                  <c:v>1</c:v>
                </c:pt>
                <c:pt idx="54111">
                  <c:v>6</c:v>
                </c:pt>
                <c:pt idx="54112">
                  <c:v>1</c:v>
                </c:pt>
                <c:pt idx="54113">
                  <c:v>3</c:v>
                </c:pt>
                <c:pt idx="54114">
                  <c:v>3</c:v>
                </c:pt>
                <c:pt idx="54115">
                  <c:v>5</c:v>
                </c:pt>
                <c:pt idx="54116">
                  <c:v>4</c:v>
                </c:pt>
                <c:pt idx="54117">
                  <c:v>1</c:v>
                </c:pt>
                <c:pt idx="54118">
                  <c:v>1</c:v>
                </c:pt>
                <c:pt idx="54119">
                  <c:v>-2</c:v>
                </c:pt>
                <c:pt idx="54120">
                  <c:v>2</c:v>
                </c:pt>
                <c:pt idx="54121">
                  <c:v>4</c:v>
                </c:pt>
                <c:pt idx="54122">
                  <c:v>2</c:v>
                </c:pt>
                <c:pt idx="54123">
                  <c:v>2</c:v>
                </c:pt>
                <c:pt idx="54124">
                  <c:v>-2</c:v>
                </c:pt>
                <c:pt idx="54125">
                  <c:v>2</c:v>
                </c:pt>
                <c:pt idx="54126">
                  <c:v>1</c:v>
                </c:pt>
                <c:pt idx="54127">
                  <c:v>2</c:v>
                </c:pt>
                <c:pt idx="54128">
                  <c:v>2</c:v>
                </c:pt>
                <c:pt idx="54129">
                  <c:v>3</c:v>
                </c:pt>
                <c:pt idx="54130">
                  <c:v>1</c:v>
                </c:pt>
                <c:pt idx="54131">
                  <c:v>5</c:v>
                </c:pt>
                <c:pt idx="54132">
                  <c:v>11</c:v>
                </c:pt>
                <c:pt idx="54133">
                  <c:v>4</c:v>
                </c:pt>
                <c:pt idx="54134">
                  <c:v>2</c:v>
                </c:pt>
                <c:pt idx="54135">
                  <c:v>2</c:v>
                </c:pt>
                <c:pt idx="54136">
                  <c:v>2</c:v>
                </c:pt>
                <c:pt idx="54137">
                  <c:v>2</c:v>
                </c:pt>
                <c:pt idx="54138">
                  <c:v>3</c:v>
                </c:pt>
                <c:pt idx="54139">
                  <c:v>1</c:v>
                </c:pt>
                <c:pt idx="54140">
                  <c:v>2</c:v>
                </c:pt>
                <c:pt idx="54141">
                  <c:v>2</c:v>
                </c:pt>
                <c:pt idx="54142">
                  <c:v>2</c:v>
                </c:pt>
                <c:pt idx="54143">
                  <c:v>4</c:v>
                </c:pt>
                <c:pt idx="54144">
                  <c:v>1</c:v>
                </c:pt>
                <c:pt idx="54145">
                  <c:v>8</c:v>
                </c:pt>
                <c:pt idx="54146">
                  <c:v>1</c:v>
                </c:pt>
                <c:pt idx="54147">
                  <c:v>4</c:v>
                </c:pt>
                <c:pt idx="54148">
                  <c:v>2</c:v>
                </c:pt>
                <c:pt idx="54149">
                  <c:v>2</c:v>
                </c:pt>
                <c:pt idx="54150">
                  <c:v>6</c:v>
                </c:pt>
                <c:pt idx="54151">
                  <c:v>1</c:v>
                </c:pt>
                <c:pt idx="54152">
                  <c:v>2</c:v>
                </c:pt>
                <c:pt idx="54153">
                  <c:v>4</c:v>
                </c:pt>
                <c:pt idx="54154">
                  <c:v>2</c:v>
                </c:pt>
                <c:pt idx="54155">
                  <c:v>2</c:v>
                </c:pt>
                <c:pt idx="54156">
                  <c:v>3</c:v>
                </c:pt>
                <c:pt idx="54157">
                  <c:v>2</c:v>
                </c:pt>
                <c:pt idx="54158">
                  <c:v>6</c:v>
                </c:pt>
                <c:pt idx="54159">
                  <c:v>2</c:v>
                </c:pt>
                <c:pt idx="54160">
                  <c:v>2</c:v>
                </c:pt>
                <c:pt idx="54161">
                  <c:v>2</c:v>
                </c:pt>
                <c:pt idx="54162">
                  <c:v>2</c:v>
                </c:pt>
                <c:pt idx="54163">
                  <c:v>1</c:v>
                </c:pt>
                <c:pt idx="54164">
                  <c:v>1</c:v>
                </c:pt>
                <c:pt idx="54165">
                  <c:v>1</c:v>
                </c:pt>
                <c:pt idx="54166">
                  <c:v>4</c:v>
                </c:pt>
                <c:pt idx="54167">
                  <c:v>2</c:v>
                </c:pt>
                <c:pt idx="54168">
                  <c:v>3</c:v>
                </c:pt>
                <c:pt idx="54169">
                  <c:v>3</c:v>
                </c:pt>
                <c:pt idx="54170">
                  <c:v>3</c:v>
                </c:pt>
                <c:pt idx="54171">
                  <c:v>2</c:v>
                </c:pt>
                <c:pt idx="54172">
                  <c:v>2</c:v>
                </c:pt>
                <c:pt idx="54173">
                  <c:v>5</c:v>
                </c:pt>
                <c:pt idx="54174">
                  <c:v>3</c:v>
                </c:pt>
                <c:pt idx="54175">
                  <c:v>4</c:v>
                </c:pt>
                <c:pt idx="54176">
                  <c:v>2</c:v>
                </c:pt>
                <c:pt idx="54177">
                  <c:v>3</c:v>
                </c:pt>
                <c:pt idx="54178">
                  <c:v>1</c:v>
                </c:pt>
                <c:pt idx="54179">
                  <c:v>1</c:v>
                </c:pt>
                <c:pt idx="54180">
                  <c:v>4</c:v>
                </c:pt>
                <c:pt idx="54181">
                  <c:v>7</c:v>
                </c:pt>
                <c:pt idx="54182">
                  <c:v>3</c:v>
                </c:pt>
                <c:pt idx="54183">
                  <c:v>2</c:v>
                </c:pt>
                <c:pt idx="54184">
                  <c:v>4</c:v>
                </c:pt>
                <c:pt idx="54185">
                  <c:v>2</c:v>
                </c:pt>
                <c:pt idx="54186">
                  <c:v>5</c:v>
                </c:pt>
                <c:pt idx="54187">
                  <c:v>2</c:v>
                </c:pt>
                <c:pt idx="54188">
                  <c:v>2</c:v>
                </c:pt>
                <c:pt idx="54189">
                  <c:v>2</c:v>
                </c:pt>
                <c:pt idx="54190">
                  <c:v>1</c:v>
                </c:pt>
                <c:pt idx="54191">
                  <c:v>10</c:v>
                </c:pt>
                <c:pt idx="54192">
                  <c:v>2</c:v>
                </c:pt>
                <c:pt idx="54193">
                  <c:v>2</c:v>
                </c:pt>
                <c:pt idx="54194">
                  <c:v>2</c:v>
                </c:pt>
                <c:pt idx="54195">
                  <c:v>1</c:v>
                </c:pt>
                <c:pt idx="54196">
                  <c:v>5</c:v>
                </c:pt>
                <c:pt idx="54197">
                  <c:v>6</c:v>
                </c:pt>
                <c:pt idx="54198">
                  <c:v>2</c:v>
                </c:pt>
                <c:pt idx="54199">
                  <c:v>1</c:v>
                </c:pt>
                <c:pt idx="54200">
                  <c:v>2</c:v>
                </c:pt>
                <c:pt idx="54201">
                  <c:v>2</c:v>
                </c:pt>
                <c:pt idx="54202">
                  <c:v>4</c:v>
                </c:pt>
                <c:pt idx="54203">
                  <c:v>2</c:v>
                </c:pt>
                <c:pt idx="54204">
                  <c:v>9</c:v>
                </c:pt>
                <c:pt idx="54205">
                  <c:v>3</c:v>
                </c:pt>
                <c:pt idx="54206">
                  <c:v>1</c:v>
                </c:pt>
                <c:pt idx="54207">
                  <c:v>2</c:v>
                </c:pt>
                <c:pt idx="54208">
                  <c:v>6</c:v>
                </c:pt>
                <c:pt idx="54209">
                  <c:v>3</c:v>
                </c:pt>
                <c:pt idx="54210">
                  <c:v>2</c:v>
                </c:pt>
                <c:pt idx="54211">
                  <c:v>2</c:v>
                </c:pt>
                <c:pt idx="54212">
                  <c:v>2</c:v>
                </c:pt>
                <c:pt idx="54213">
                  <c:v>3</c:v>
                </c:pt>
                <c:pt idx="54214">
                  <c:v>4</c:v>
                </c:pt>
                <c:pt idx="54215">
                  <c:v>2</c:v>
                </c:pt>
                <c:pt idx="54216">
                  <c:v>3</c:v>
                </c:pt>
                <c:pt idx="54217">
                  <c:v>1</c:v>
                </c:pt>
                <c:pt idx="54218">
                  <c:v>1</c:v>
                </c:pt>
                <c:pt idx="54219">
                  <c:v>2</c:v>
                </c:pt>
                <c:pt idx="54220">
                  <c:v>5</c:v>
                </c:pt>
                <c:pt idx="54221">
                  <c:v>3</c:v>
                </c:pt>
                <c:pt idx="54222">
                  <c:v>2</c:v>
                </c:pt>
                <c:pt idx="54223">
                  <c:v>6</c:v>
                </c:pt>
                <c:pt idx="54224">
                  <c:v>2</c:v>
                </c:pt>
                <c:pt idx="54225">
                  <c:v>4</c:v>
                </c:pt>
                <c:pt idx="54226">
                  <c:v>4</c:v>
                </c:pt>
                <c:pt idx="54227">
                  <c:v>2</c:v>
                </c:pt>
                <c:pt idx="54228">
                  <c:v>2</c:v>
                </c:pt>
                <c:pt idx="54229">
                  <c:v>3</c:v>
                </c:pt>
                <c:pt idx="54230">
                  <c:v>4</c:v>
                </c:pt>
                <c:pt idx="54231">
                  <c:v>6</c:v>
                </c:pt>
                <c:pt idx="54232">
                  <c:v>1</c:v>
                </c:pt>
                <c:pt idx="54233">
                  <c:v>3</c:v>
                </c:pt>
                <c:pt idx="54234">
                  <c:v>3</c:v>
                </c:pt>
                <c:pt idx="54235">
                  <c:v>2</c:v>
                </c:pt>
                <c:pt idx="54236">
                  <c:v>2</c:v>
                </c:pt>
                <c:pt idx="54237">
                  <c:v>6</c:v>
                </c:pt>
                <c:pt idx="54238">
                  <c:v>4</c:v>
                </c:pt>
                <c:pt idx="54239">
                  <c:v>1</c:v>
                </c:pt>
                <c:pt idx="54240">
                  <c:v>4</c:v>
                </c:pt>
                <c:pt idx="54241">
                  <c:v>4</c:v>
                </c:pt>
                <c:pt idx="54242">
                  <c:v>3</c:v>
                </c:pt>
                <c:pt idx="54243">
                  <c:v>1</c:v>
                </c:pt>
                <c:pt idx="54244">
                  <c:v>6</c:v>
                </c:pt>
                <c:pt idx="54245">
                  <c:v>3</c:v>
                </c:pt>
                <c:pt idx="54246">
                  <c:v>1</c:v>
                </c:pt>
                <c:pt idx="54247">
                  <c:v>8</c:v>
                </c:pt>
                <c:pt idx="54248">
                  <c:v>2</c:v>
                </c:pt>
                <c:pt idx="54249">
                  <c:v>2</c:v>
                </c:pt>
                <c:pt idx="54250">
                  <c:v>2</c:v>
                </c:pt>
                <c:pt idx="54251">
                  <c:v>2</c:v>
                </c:pt>
                <c:pt idx="54252">
                  <c:v>3</c:v>
                </c:pt>
                <c:pt idx="54253">
                  <c:v>6</c:v>
                </c:pt>
                <c:pt idx="54254">
                  <c:v>2</c:v>
                </c:pt>
                <c:pt idx="54255">
                  <c:v>9</c:v>
                </c:pt>
                <c:pt idx="54256">
                  <c:v>1</c:v>
                </c:pt>
                <c:pt idx="54257">
                  <c:v>2</c:v>
                </c:pt>
                <c:pt idx="54258">
                  <c:v>2</c:v>
                </c:pt>
                <c:pt idx="54259">
                  <c:v>3</c:v>
                </c:pt>
                <c:pt idx="54260">
                  <c:v>2</c:v>
                </c:pt>
                <c:pt idx="54261">
                  <c:v>3</c:v>
                </c:pt>
                <c:pt idx="54262">
                  <c:v>1</c:v>
                </c:pt>
                <c:pt idx="54263">
                  <c:v>2</c:v>
                </c:pt>
                <c:pt idx="54264">
                  <c:v>3</c:v>
                </c:pt>
                <c:pt idx="54265">
                  <c:v>2</c:v>
                </c:pt>
                <c:pt idx="54266">
                  <c:v>3</c:v>
                </c:pt>
                <c:pt idx="54267">
                  <c:v>2</c:v>
                </c:pt>
                <c:pt idx="54268">
                  <c:v>3</c:v>
                </c:pt>
                <c:pt idx="54269">
                  <c:v>1</c:v>
                </c:pt>
                <c:pt idx="54270">
                  <c:v>1</c:v>
                </c:pt>
                <c:pt idx="54271">
                  <c:v>1</c:v>
                </c:pt>
                <c:pt idx="54272">
                  <c:v>2</c:v>
                </c:pt>
                <c:pt idx="54273">
                  <c:v>1</c:v>
                </c:pt>
                <c:pt idx="54274">
                  <c:v>3</c:v>
                </c:pt>
                <c:pt idx="54275">
                  <c:v>3</c:v>
                </c:pt>
                <c:pt idx="54276">
                  <c:v>2</c:v>
                </c:pt>
                <c:pt idx="54277">
                  <c:v>2</c:v>
                </c:pt>
                <c:pt idx="54278">
                  <c:v>1</c:v>
                </c:pt>
                <c:pt idx="54279">
                  <c:v>1</c:v>
                </c:pt>
                <c:pt idx="54280">
                  <c:v>2</c:v>
                </c:pt>
                <c:pt idx="54281">
                  <c:v>4</c:v>
                </c:pt>
                <c:pt idx="54282">
                  <c:v>3</c:v>
                </c:pt>
                <c:pt idx="54283">
                  <c:v>2</c:v>
                </c:pt>
                <c:pt idx="54284">
                  <c:v>7</c:v>
                </c:pt>
                <c:pt idx="54285">
                  <c:v>1</c:v>
                </c:pt>
                <c:pt idx="54286">
                  <c:v>2</c:v>
                </c:pt>
                <c:pt idx="54287">
                  <c:v>2</c:v>
                </c:pt>
                <c:pt idx="54288">
                  <c:v>2</c:v>
                </c:pt>
                <c:pt idx="54289">
                  <c:v>1</c:v>
                </c:pt>
                <c:pt idx="54290">
                  <c:v>2</c:v>
                </c:pt>
                <c:pt idx="54291">
                  <c:v>7</c:v>
                </c:pt>
                <c:pt idx="54292">
                  <c:v>4</c:v>
                </c:pt>
                <c:pt idx="54293">
                  <c:v>2</c:v>
                </c:pt>
                <c:pt idx="54294">
                  <c:v>-2</c:v>
                </c:pt>
                <c:pt idx="54295">
                  <c:v>2</c:v>
                </c:pt>
                <c:pt idx="54296">
                  <c:v>2</c:v>
                </c:pt>
                <c:pt idx="54297">
                  <c:v>2</c:v>
                </c:pt>
                <c:pt idx="54298">
                  <c:v>3</c:v>
                </c:pt>
                <c:pt idx="54299">
                  <c:v>1</c:v>
                </c:pt>
                <c:pt idx="54300">
                  <c:v>1</c:v>
                </c:pt>
                <c:pt idx="54301">
                  <c:v>5</c:v>
                </c:pt>
                <c:pt idx="54302">
                  <c:v>5</c:v>
                </c:pt>
                <c:pt idx="54303">
                  <c:v>3</c:v>
                </c:pt>
                <c:pt idx="54304">
                  <c:v>2</c:v>
                </c:pt>
                <c:pt idx="54305">
                  <c:v>2</c:v>
                </c:pt>
                <c:pt idx="54306">
                  <c:v>2</c:v>
                </c:pt>
                <c:pt idx="54307">
                  <c:v>2</c:v>
                </c:pt>
                <c:pt idx="54308">
                  <c:v>3</c:v>
                </c:pt>
                <c:pt idx="54309">
                  <c:v>2</c:v>
                </c:pt>
                <c:pt idx="54310">
                  <c:v>1</c:v>
                </c:pt>
                <c:pt idx="54311">
                  <c:v>2</c:v>
                </c:pt>
                <c:pt idx="54312">
                  <c:v>2</c:v>
                </c:pt>
                <c:pt idx="54313">
                  <c:v>1</c:v>
                </c:pt>
                <c:pt idx="54314">
                  <c:v>4</c:v>
                </c:pt>
                <c:pt idx="54315">
                  <c:v>3</c:v>
                </c:pt>
                <c:pt idx="54316">
                  <c:v>4</c:v>
                </c:pt>
                <c:pt idx="54317">
                  <c:v>2</c:v>
                </c:pt>
                <c:pt idx="54318">
                  <c:v>4</c:v>
                </c:pt>
                <c:pt idx="54319">
                  <c:v>4</c:v>
                </c:pt>
                <c:pt idx="54320">
                  <c:v>1</c:v>
                </c:pt>
                <c:pt idx="54321">
                  <c:v>9</c:v>
                </c:pt>
                <c:pt idx="54322">
                  <c:v>2</c:v>
                </c:pt>
                <c:pt idx="54323">
                  <c:v>2</c:v>
                </c:pt>
                <c:pt idx="54324">
                  <c:v>2</c:v>
                </c:pt>
                <c:pt idx="54325">
                  <c:v>1</c:v>
                </c:pt>
                <c:pt idx="54326">
                  <c:v>3</c:v>
                </c:pt>
                <c:pt idx="54327">
                  <c:v>1</c:v>
                </c:pt>
                <c:pt idx="54328">
                  <c:v>3</c:v>
                </c:pt>
                <c:pt idx="54329">
                  <c:v>4</c:v>
                </c:pt>
                <c:pt idx="54330">
                  <c:v>1</c:v>
                </c:pt>
                <c:pt idx="54331">
                  <c:v>10</c:v>
                </c:pt>
                <c:pt idx="54332">
                  <c:v>1</c:v>
                </c:pt>
                <c:pt idx="54333">
                  <c:v>5</c:v>
                </c:pt>
                <c:pt idx="54334">
                  <c:v>2</c:v>
                </c:pt>
                <c:pt idx="54335">
                  <c:v>1</c:v>
                </c:pt>
                <c:pt idx="54336">
                  <c:v>3</c:v>
                </c:pt>
                <c:pt idx="54337">
                  <c:v>8</c:v>
                </c:pt>
                <c:pt idx="54338">
                  <c:v>4</c:v>
                </c:pt>
                <c:pt idx="54339">
                  <c:v>1</c:v>
                </c:pt>
                <c:pt idx="54340">
                  <c:v>2</c:v>
                </c:pt>
                <c:pt idx="54341">
                  <c:v>3</c:v>
                </c:pt>
                <c:pt idx="54342">
                  <c:v>2</c:v>
                </c:pt>
                <c:pt idx="54343">
                  <c:v>2</c:v>
                </c:pt>
                <c:pt idx="54344">
                  <c:v>1</c:v>
                </c:pt>
                <c:pt idx="54345">
                  <c:v>3</c:v>
                </c:pt>
                <c:pt idx="54346">
                  <c:v>1</c:v>
                </c:pt>
                <c:pt idx="54347">
                  <c:v>1</c:v>
                </c:pt>
                <c:pt idx="54348">
                  <c:v>2</c:v>
                </c:pt>
                <c:pt idx="54349">
                  <c:v>3</c:v>
                </c:pt>
                <c:pt idx="54350">
                  <c:v>4</c:v>
                </c:pt>
                <c:pt idx="54351">
                  <c:v>4</c:v>
                </c:pt>
                <c:pt idx="54352">
                  <c:v>3</c:v>
                </c:pt>
                <c:pt idx="54353">
                  <c:v>1</c:v>
                </c:pt>
                <c:pt idx="54354">
                  <c:v>2</c:v>
                </c:pt>
                <c:pt idx="54355">
                  <c:v>1</c:v>
                </c:pt>
                <c:pt idx="54356">
                  <c:v>10</c:v>
                </c:pt>
                <c:pt idx="54357">
                  <c:v>4</c:v>
                </c:pt>
                <c:pt idx="54358">
                  <c:v>2</c:v>
                </c:pt>
                <c:pt idx="54359">
                  <c:v>1</c:v>
                </c:pt>
                <c:pt idx="54360">
                  <c:v>2</c:v>
                </c:pt>
                <c:pt idx="54361">
                  <c:v>1</c:v>
                </c:pt>
                <c:pt idx="54362">
                  <c:v>1</c:v>
                </c:pt>
                <c:pt idx="54363">
                  <c:v>2</c:v>
                </c:pt>
                <c:pt idx="54364">
                  <c:v>2</c:v>
                </c:pt>
                <c:pt idx="54365">
                  <c:v>1</c:v>
                </c:pt>
                <c:pt idx="54366">
                  <c:v>3</c:v>
                </c:pt>
                <c:pt idx="54367">
                  <c:v>3</c:v>
                </c:pt>
                <c:pt idx="54368">
                  <c:v>4</c:v>
                </c:pt>
                <c:pt idx="54369">
                  <c:v>1</c:v>
                </c:pt>
                <c:pt idx="54370">
                  <c:v>3</c:v>
                </c:pt>
                <c:pt idx="54371">
                  <c:v>1</c:v>
                </c:pt>
                <c:pt idx="54372">
                  <c:v>2</c:v>
                </c:pt>
                <c:pt idx="54373">
                  <c:v>1</c:v>
                </c:pt>
                <c:pt idx="54374">
                  <c:v>3</c:v>
                </c:pt>
                <c:pt idx="54375">
                  <c:v>-9</c:v>
                </c:pt>
                <c:pt idx="54376">
                  <c:v>2</c:v>
                </c:pt>
                <c:pt idx="54377">
                  <c:v>2</c:v>
                </c:pt>
                <c:pt idx="54378">
                  <c:v>5</c:v>
                </c:pt>
                <c:pt idx="54379">
                  <c:v>3</c:v>
                </c:pt>
                <c:pt idx="54380">
                  <c:v>1</c:v>
                </c:pt>
                <c:pt idx="54381">
                  <c:v>1</c:v>
                </c:pt>
                <c:pt idx="54382">
                  <c:v>1</c:v>
                </c:pt>
                <c:pt idx="54383">
                  <c:v>1</c:v>
                </c:pt>
                <c:pt idx="54384">
                  <c:v>3</c:v>
                </c:pt>
                <c:pt idx="54385">
                  <c:v>2</c:v>
                </c:pt>
                <c:pt idx="54386">
                  <c:v>2</c:v>
                </c:pt>
                <c:pt idx="54387">
                  <c:v>3</c:v>
                </c:pt>
                <c:pt idx="54388">
                  <c:v>2</c:v>
                </c:pt>
                <c:pt idx="54389">
                  <c:v>1</c:v>
                </c:pt>
                <c:pt idx="54390">
                  <c:v>2</c:v>
                </c:pt>
                <c:pt idx="54391">
                  <c:v>4</c:v>
                </c:pt>
                <c:pt idx="54392">
                  <c:v>1</c:v>
                </c:pt>
                <c:pt idx="54393">
                  <c:v>2</c:v>
                </c:pt>
                <c:pt idx="54394">
                  <c:v>5</c:v>
                </c:pt>
                <c:pt idx="54395">
                  <c:v>3</c:v>
                </c:pt>
                <c:pt idx="54396">
                  <c:v>4</c:v>
                </c:pt>
                <c:pt idx="54397">
                  <c:v>5</c:v>
                </c:pt>
                <c:pt idx="54398">
                  <c:v>2</c:v>
                </c:pt>
                <c:pt idx="54399">
                  <c:v>2</c:v>
                </c:pt>
                <c:pt idx="54400">
                  <c:v>2</c:v>
                </c:pt>
                <c:pt idx="54401">
                  <c:v>2</c:v>
                </c:pt>
                <c:pt idx="54402">
                  <c:v>1</c:v>
                </c:pt>
                <c:pt idx="54403">
                  <c:v>2</c:v>
                </c:pt>
                <c:pt idx="54404">
                  <c:v>-3</c:v>
                </c:pt>
                <c:pt idx="54405">
                  <c:v>3</c:v>
                </c:pt>
                <c:pt idx="54406">
                  <c:v>4</c:v>
                </c:pt>
                <c:pt idx="54407">
                  <c:v>2</c:v>
                </c:pt>
                <c:pt idx="54408">
                  <c:v>1</c:v>
                </c:pt>
                <c:pt idx="54409">
                  <c:v>1</c:v>
                </c:pt>
                <c:pt idx="54410">
                  <c:v>2</c:v>
                </c:pt>
                <c:pt idx="54411">
                  <c:v>2</c:v>
                </c:pt>
                <c:pt idx="54412">
                  <c:v>2</c:v>
                </c:pt>
                <c:pt idx="54413">
                  <c:v>4</c:v>
                </c:pt>
                <c:pt idx="54414">
                  <c:v>2</c:v>
                </c:pt>
                <c:pt idx="54415">
                  <c:v>4</c:v>
                </c:pt>
                <c:pt idx="54416">
                  <c:v>4</c:v>
                </c:pt>
                <c:pt idx="54417">
                  <c:v>2</c:v>
                </c:pt>
                <c:pt idx="54418">
                  <c:v>3</c:v>
                </c:pt>
                <c:pt idx="54419">
                  <c:v>1</c:v>
                </c:pt>
                <c:pt idx="54420">
                  <c:v>2</c:v>
                </c:pt>
                <c:pt idx="54421">
                  <c:v>2</c:v>
                </c:pt>
                <c:pt idx="54422">
                  <c:v>3</c:v>
                </c:pt>
                <c:pt idx="54423">
                  <c:v>2</c:v>
                </c:pt>
                <c:pt idx="54424">
                  <c:v>5</c:v>
                </c:pt>
                <c:pt idx="54425">
                  <c:v>2</c:v>
                </c:pt>
                <c:pt idx="54426">
                  <c:v>2</c:v>
                </c:pt>
                <c:pt idx="54427">
                  <c:v>5</c:v>
                </c:pt>
                <c:pt idx="54428">
                  <c:v>5</c:v>
                </c:pt>
                <c:pt idx="54429">
                  <c:v>2</c:v>
                </c:pt>
                <c:pt idx="54430">
                  <c:v>3</c:v>
                </c:pt>
                <c:pt idx="54431">
                  <c:v>2</c:v>
                </c:pt>
                <c:pt idx="54432">
                  <c:v>2</c:v>
                </c:pt>
                <c:pt idx="54433">
                  <c:v>2</c:v>
                </c:pt>
                <c:pt idx="54434">
                  <c:v>2</c:v>
                </c:pt>
                <c:pt idx="54435">
                  <c:v>2</c:v>
                </c:pt>
                <c:pt idx="54436">
                  <c:v>2</c:v>
                </c:pt>
                <c:pt idx="54437">
                  <c:v>1</c:v>
                </c:pt>
                <c:pt idx="54438">
                  <c:v>2</c:v>
                </c:pt>
                <c:pt idx="54439">
                  <c:v>5</c:v>
                </c:pt>
                <c:pt idx="54440">
                  <c:v>3</c:v>
                </c:pt>
                <c:pt idx="54441">
                  <c:v>3</c:v>
                </c:pt>
                <c:pt idx="54442">
                  <c:v>4</c:v>
                </c:pt>
                <c:pt idx="54443">
                  <c:v>4</c:v>
                </c:pt>
                <c:pt idx="54444">
                  <c:v>-8</c:v>
                </c:pt>
                <c:pt idx="54445">
                  <c:v>2</c:v>
                </c:pt>
                <c:pt idx="54446">
                  <c:v>3</c:v>
                </c:pt>
                <c:pt idx="54447">
                  <c:v>1</c:v>
                </c:pt>
                <c:pt idx="54448">
                  <c:v>1</c:v>
                </c:pt>
                <c:pt idx="54449">
                  <c:v>3</c:v>
                </c:pt>
                <c:pt idx="54450">
                  <c:v>4</c:v>
                </c:pt>
                <c:pt idx="54451">
                  <c:v>3</c:v>
                </c:pt>
                <c:pt idx="54452">
                  <c:v>2</c:v>
                </c:pt>
                <c:pt idx="54453">
                  <c:v>1</c:v>
                </c:pt>
                <c:pt idx="54454">
                  <c:v>2</c:v>
                </c:pt>
                <c:pt idx="54455">
                  <c:v>2</c:v>
                </c:pt>
                <c:pt idx="54456">
                  <c:v>5</c:v>
                </c:pt>
                <c:pt idx="54457">
                  <c:v>8</c:v>
                </c:pt>
                <c:pt idx="54458">
                  <c:v>10</c:v>
                </c:pt>
                <c:pt idx="54459">
                  <c:v>4</c:v>
                </c:pt>
                <c:pt idx="54460">
                  <c:v>2</c:v>
                </c:pt>
                <c:pt idx="54461">
                  <c:v>1</c:v>
                </c:pt>
                <c:pt idx="54462">
                  <c:v>2</c:v>
                </c:pt>
                <c:pt idx="54463">
                  <c:v>4</c:v>
                </c:pt>
                <c:pt idx="54464">
                  <c:v>3</c:v>
                </c:pt>
                <c:pt idx="54465">
                  <c:v>4</c:v>
                </c:pt>
                <c:pt idx="54466">
                  <c:v>1</c:v>
                </c:pt>
                <c:pt idx="54467">
                  <c:v>6</c:v>
                </c:pt>
                <c:pt idx="54468">
                  <c:v>2</c:v>
                </c:pt>
                <c:pt idx="54469">
                  <c:v>1</c:v>
                </c:pt>
                <c:pt idx="54470">
                  <c:v>1</c:v>
                </c:pt>
                <c:pt idx="54471">
                  <c:v>1</c:v>
                </c:pt>
                <c:pt idx="54472">
                  <c:v>1</c:v>
                </c:pt>
                <c:pt idx="54473">
                  <c:v>3</c:v>
                </c:pt>
                <c:pt idx="54474">
                  <c:v>2</c:v>
                </c:pt>
                <c:pt idx="54475">
                  <c:v>1</c:v>
                </c:pt>
                <c:pt idx="54476">
                  <c:v>2</c:v>
                </c:pt>
                <c:pt idx="54477">
                  <c:v>4</c:v>
                </c:pt>
                <c:pt idx="54478">
                  <c:v>2</c:v>
                </c:pt>
                <c:pt idx="54479">
                  <c:v>4</c:v>
                </c:pt>
                <c:pt idx="54480">
                  <c:v>6</c:v>
                </c:pt>
                <c:pt idx="54481">
                  <c:v>2</c:v>
                </c:pt>
                <c:pt idx="54482">
                  <c:v>2</c:v>
                </c:pt>
                <c:pt idx="54483">
                  <c:v>1</c:v>
                </c:pt>
                <c:pt idx="54484">
                  <c:v>3</c:v>
                </c:pt>
                <c:pt idx="54485">
                  <c:v>4</c:v>
                </c:pt>
                <c:pt idx="54486">
                  <c:v>2</c:v>
                </c:pt>
                <c:pt idx="54487">
                  <c:v>5</c:v>
                </c:pt>
                <c:pt idx="54488">
                  <c:v>2</c:v>
                </c:pt>
                <c:pt idx="54489">
                  <c:v>2</c:v>
                </c:pt>
                <c:pt idx="54490">
                  <c:v>3</c:v>
                </c:pt>
                <c:pt idx="54491">
                  <c:v>6</c:v>
                </c:pt>
                <c:pt idx="54492">
                  <c:v>1</c:v>
                </c:pt>
                <c:pt idx="54493">
                  <c:v>2</c:v>
                </c:pt>
                <c:pt idx="54494">
                  <c:v>4</c:v>
                </c:pt>
                <c:pt idx="54495">
                  <c:v>2</c:v>
                </c:pt>
                <c:pt idx="54496">
                  <c:v>2</c:v>
                </c:pt>
                <c:pt idx="54497">
                  <c:v>4</c:v>
                </c:pt>
                <c:pt idx="54498">
                  <c:v>1</c:v>
                </c:pt>
                <c:pt idx="54499">
                  <c:v>4</c:v>
                </c:pt>
                <c:pt idx="54500">
                  <c:v>2</c:v>
                </c:pt>
                <c:pt idx="54501">
                  <c:v>6</c:v>
                </c:pt>
                <c:pt idx="54502">
                  <c:v>2</c:v>
                </c:pt>
                <c:pt idx="54503">
                  <c:v>2</c:v>
                </c:pt>
                <c:pt idx="54504">
                  <c:v>2</c:v>
                </c:pt>
                <c:pt idx="54505">
                  <c:v>2</c:v>
                </c:pt>
                <c:pt idx="54506">
                  <c:v>4</c:v>
                </c:pt>
                <c:pt idx="54507">
                  <c:v>2</c:v>
                </c:pt>
                <c:pt idx="54508">
                  <c:v>4</c:v>
                </c:pt>
                <c:pt idx="54509">
                  <c:v>5</c:v>
                </c:pt>
                <c:pt idx="54510">
                  <c:v>1</c:v>
                </c:pt>
                <c:pt idx="54511">
                  <c:v>2</c:v>
                </c:pt>
                <c:pt idx="54512">
                  <c:v>2</c:v>
                </c:pt>
                <c:pt idx="54513">
                  <c:v>4</c:v>
                </c:pt>
                <c:pt idx="54514">
                  <c:v>1</c:v>
                </c:pt>
                <c:pt idx="54515">
                  <c:v>3</c:v>
                </c:pt>
                <c:pt idx="54516">
                  <c:v>2</c:v>
                </c:pt>
                <c:pt idx="54517">
                  <c:v>2</c:v>
                </c:pt>
                <c:pt idx="54518">
                  <c:v>1</c:v>
                </c:pt>
                <c:pt idx="54519">
                  <c:v>1</c:v>
                </c:pt>
                <c:pt idx="54520">
                  <c:v>2</c:v>
                </c:pt>
                <c:pt idx="54521">
                  <c:v>1</c:v>
                </c:pt>
                <c:pt idx="54522">
                  <c:v>3</c:v>
                </c:pt>
                <c:pt idx="54523">
                  <c:v>1</c:v>
                </c:pt>
                <c:pt idx="54524">
                  <c:v>6</c:v>
                </c:pt>
                <c:pt idx="54525">
                  <c:v>2</c:v>
                </c:pt>
                <c:pt idx="54526">
                  <c:v>1</c:v>
                </c:pt>
                <c:pt idx="54527">
                  <c:v>2</c:v>
                </c:pt>
                <c:pt idx="54528">
                  <c:v>3</c:v>
                </c:pt>
                <c:pt idx="54529">
                  <c:v>1</c:v>
                </c:pt>
                <c:pt idx="54530">
                  <c:v>2</c:v>
                </c:pt>
                <c:pt idx="54531">
                  <c:v>3</c:v>
                </c:pt>
                <c:pt idx="54532">
                  <c:v>1</c:v>
                </c:pt>
                <c:pt idx="54533">
                  <c:v>4</c:v>
                </c:pt>
                <c:pt idx="54534">
                  <c:v>1</c:v>
                </c:pt>
                <c:pt idx="54535">
                  <c:v>2</c:v>
                </c:pt>
                <c:pt idx="54536">
                  <c:v>10</c:v>
                </c:pt>
                <c:pt idx="54537">
                  <c:v>4</c:v>
                </c:pt>
                <c:pt idx="54538">
                  <c:v>2</c:v>
                </c:pt>
                <c:pt idx="54539">
                  <c:v>4</c:v>
                </c:pt>
                <c:pt idx="54540">
                  <c:v>3</c:v>
                </c:pt>
                <c:pt idx="54541">
                  <c:v>1</c:v>
                </c:pt>
                <c:pt idx="54542">
                  <c:v>2</c:v>
                </c:pt>
                <c:pt idx="54543">
                  <c:v>6</c:v>
                </c:pt>
                <c:pt idx="54544">
                  <c:v>2</c:v>
                </c:pt>
                <c:pt idx="54545">
                  <c:v>2</c:v>
                </c:pt>
                <c:pt idx="54546">
                  <c:v>5</c:v>
                </c:pt>
                <c:pt idx="54547">
                  <c:v>2</c:v>
                </c:pt>
                <c:pt idx="54548">
                  <c:v>2</c:v>
                </c:pt>
                <c:pt idx="54549">
                  <c:v>2</c:v>
                </c:pt>
                <c:pt idx="54550">
                  <c:v>2</c:v>
                </c:pt>
                <c:pt idx="54551">
                  <c:v>4</c:v>
                </c:pt>
                <c:pt idx="54552">
                  <c:v>3</c:v>
                </c:pt>
                <c:pt idx="54553">
                  <c:v>1</c:v>
                </c:pt>
                <c:pt idx="54554">
                  <c:v>8</c:v>
                </c:pt>
                <c:pt idx="54555">
                  <c:v>1</c:v>
                </c:pt>
                <c:pt idx="54556">
                  <c:v>3</c:v>
                </c:pt>
                <c:pt idx="54557">
                  <c:v>1</c:v>
                </c:pt>
                <c:pt idx="54558">
                  <c:v>1</c:v>
                </c:pt>
                <c:pt idx="54559">
                  <c:v>1</c:v>
                </c:pt>
                <c:pt idx="54560">
                  <c:v>3</c:v>
                </c:pt>
                <c:pt idx="54561">
                  <c:v>2</c:v>
                </c:pt>
                <c:pt idx="54562">
                  <c:v>1</c:v>
                </c:pt>
                <c:pt idx="54563">
                  <c:v>7</c:v>
                </c:pt>
                <c:pt idx="54564">
                  <c:v>2</c:v>
                </c:pt>
                <c:pt idx="54565">
                  <c:v>5</c:v>
                </c:pt>
                <c:pt idx="54566">
                  <c:v>1</c:v>
                </c:pt>
                <c:pt idx="54567">
                  <c:v>2</c:v>
                </c:pt>
                <c:pt idx="54568">
                  <c:v>2</c:v>
                </c:pt>
                <c:pt idx="54569">
                  <c:v>9</c:v>
                </c:pt>
                <c:pt idx="54570">
                  <c:v>2</c:v>
                </c:pt>
                <c:pt idx="54571">
                  <c:v>1</c:v>
                </c:pt>
                <c:pt idx="54572">
                  <c:v>1</c:v>
                </c:pt>
                <c:pt idx="54573">
                  <c:v>4</c:v>
                </c:pt>
                <c:pt idx="54574">
                  <c:v>2</c:v>
                </c:pt>
                <c:pt idx="54575">
                  <c:v>1</c:v>
                </c:pt>
                <c:pt idx="54576">
                  <c:v>-1</c:v>
                </c:pt>
                <c:pt idx="54577">
                  <c:v>1</c:v>
                </c:pt>
                <c:pt idx="54578">
                  <c:v>1</c:v>
                </c:pt>
                <c:pt idx="54579">
                  <c:v>2</c:v>
                </c:pt>
                <c:pt idx="54580">
                  <c:v>2</c:v>
                </c:pt>
                <c:pt idx="54581">
                  <c:v>2</c:v>
                </c:pt>
                <c:pt idx="54582">
                  <c:v>2</c:v>
                </c:pt>
                <c:pt idx="54583">
                  <c:v>4</c:v>
                </c:pt>
                <c:pt idx="54584">
                  <c:v>5</c:v>
                </c:pt>
                <c:pt idx="54585">
                  <c:v>2</c:v>
                </c:pt>
                <c:pt idx="54586">
                  <c:v>2</c:v>
                </c:pt>
                <c:pt idx="54587">
                  <c:v>1</c:v>
                </c:pt>
                <c:pt idx="54588">
                  <c:v>-2</c:v>
                </c:pt>
                <c:pt idx="54589">
                  <c:v>2</c:v>
                </c:pt>
                <c:pt idx="54590">
                  <c:v>1</c:v>
                </c:pt>
                <c:pt idx="54591">
                  <c:v>3</c:v>
                </c:pt>
                <c:pt idx="54592">
                  <c:v>2</c:v>
                </c:pt>
                <c:pt idx="54593">
                  <c:v>1</c:v>
                </c:pt>
                <c:pt idx="54594">
                  <c:v>2</c:v>
                </c:pt>
                <c:pt idx="54595">
                  <c:v>5</c:v>
                </c:pt>
                <c:pt idx="54596">
                  <c:v>3</c:v>
                </c:pt>
                <c:pt idx="54597">
                  <c:v>4</c:v>
                </c:pt>
                <c:pt idx="54598">
                  <c:v>2</c:v>
                </c:pt>
                <c:pt idx="54599">
                  <c:v>2</c:v>
                </c:pt>
                <c:pt idx="54600">
                  <c:v>1</c:v>
                </c:pt>
                <c:pt idx="54601">
                  <c:v>12</c:v>
                </c:pt>
                <c:pt idx="54602">
                  <c:v>1</c:v>
                </c:pt>
                <c:pt idx="54603">
                  <c:v>4</c:v>
                </c:pt>
                <c:pt idx="54604">
                  <c:v>1</c:v>
                </c:pt>
                <c:pt idx="54605">
                  <c:v>5</c:v>
                </c:pt>
                <c:pt idx="54606">
                  <c:v>5</c:v>
                </c:pt>
                <c:pt idx="54607">
                  <c:v>2</c:v>
                </c:pt>
                <c:pt idx="54608">
                  <c:v>1</c:v>
                </c:pt>
                <c:pt idx="54609">
                  <c:v>8</c:v>
                </c:pt>
                <c:pt idx="54610">
                  <c:v>2</c:v>
                </c:pt>
                <c:pt idx="54611">
                  <c:v>2</c:v>
                </c:pt>
                <c:pt idx="54612">
                  <c:v>2</c:v>
                </c:pt>
                <c:pt idx="54613">
                  <c:v>1</c:v>
                </c:pt>
                <c:pt idx="54614">
                  <c:v>2</c:v>
                </c:pt>
                <c:pt idx="54615">
                  <c:v>2</c:v>
                </c:pt>
                <c:pt idx="54616">
                  <c:v>4</c:v>
                </c:pt>
                <c:pt idx="54617">
                  <c:v>1</c:v>
                </c:pt>
                <c:pt idx="54618">
                  <c:v>2</c:v>
                </c:pt>
                <c:pt idx="54619">
                  <c:v>4</c:v>
                </c:pt>
                <c:pt idx="54620">
                  <c:v>2</c:v>
                </c:pt>
                <c:pt idx="54621">
                  <c:v>4</c:v>
                </c:pt>
                <c:pt idx="54622">
                  <c:v>2</c:v>
                </c:pt>
                <c:pt idx="54623">
                  <c:v>2</c:v>
                </c:pt>
                <c:pt idx="54624">
                  <c:v>4</c:v>
                </c:pt>
                <c:pt idx="54625">
                  <c:v>2</c:v>
                </c:pt>
                <c:pt idx="54626">
                  <c:v>3</c:v>
                </c:pt>
                <c:pt idx="54627">
                  <c:v>2</c:v>
                </c:pt>
                <c:pt idx="54628">
                  <c:v>2</c:v>
                </c:pt>
                <c:pt idx="54629">
                  <c:v>2</c:v>
                </c:pt>
                <c:pt idx="54630">
                  <c:v>7</c:v>
                </c:pt>
                <c:pt idx="54631">
                  <c:v>1</c:v>
                </c:pt>
                <c:pt idx="54632">
                  <c:v>1</c:v>
                </c:pt>
                <c:pt idx="54633">
                  <c:v>4</c:v>
                </c:pt>
                <c:pt idx="54634">
                  <c:v>2</c:v>
                </c:pt>
                <c:pt idx="54635">
                  <c:v>2</c:v>
                </c:pt>
                <c:pt idx="54636">
                  <c:v>5</c:v>
                </c:pt>
                <c:pt idx="54637">
                  <c:v>6</c:v>
                </c:pt>
                <c:pt idx="54638">
                  <c:v>2</c:v>
                </c:pt>
                <c:pt idx="54639">
                  <c:v>3</c:v>
                </c:pt>
                <c:pt idx="54640">
                  <c:v>3</c:v>
                </c:pt>
                <c:pt idx="54641">
                  <c:v>6</c:v>
                </c:pt>
                <c:pt idx="54642">
                  <c:v>2</c:v>
                </c:pt>
                <c:pt idx="54643">
                  <c:v>7</c:v>
                </c:pt>
                <c:pt idx="54644">
                  <c:v>6</c:v>
                </c:pt>
                <c:pt idx="54645">
                  <c:v>1</c:v>
                </c:pt>
                <c:pt idx="54646">
                  <c:v>3</c:v>
                </c:pt>
                <c:pt idx="54647">
                  <c:v>3</c:v>
                </c:pt>
                <c:pt idx="54648">
                  <c:v>4</c:v>
                </c:pt>
                <c:pt idx="54649">
                  <c:v>1</c:v>
                </c:pt>
                <c:pt idx="54650">
                  <c:v>3</c:v>
                </c:pt>
                <c:pt idx="54651">
                  <c:v>2</c:v>
                </c:pt>
                <c:pt idx="54652">
                  <c:v>2</c:v>
                </c:pt>
                <c:pt idx="54653">
                  <c:v>2</c:v>
                </c:pt>
                <c:pt idx="54654">
                  <c:v>3</c:v>
                </c:pt>
                <c:pt idx="54655">
                  <c:v>2</c:v>
                </c:pt>
                <c:pt idx="54656">
                  <c:v>-2</c:v>
                </c:pt>
                <c:pt idx="54657">
                  <c:v>2</c:v>
                </c:pt>
                <c:pt idx="54658">
                  <c:v>2</c:v>
                </c:pt>
                <c:pt idx="54659">
                  <c:v>-2</c:v>
                </c:pt>
                <c:pt idx="54660">
                  <c:v>-3</c:v>
                </c:pt>
                <c:pt idx="54661">
                  <c:v>1</c:v>
                </c:pt>
                <c:pt idx="54662">
                  <c:v>2</c:v>
                </c:pt>
                <c:pt idx="54663">
                  <c:v>2</c:v>
                </c:pt>
                <c:pt idx="54664">
                  <c:v>2</c:v>
                </c:pt>
                <c:pt idx="54665">
                  <c:v>1</c:v>
                </c:pt>
                <c:pt idx="54666">
                  <c:v>3</c:v>
                </c:pt>
                <c:pt idx="54667">
                  <c:v>5</c:v>
                </c:pt>
                <c:pt idx="54668">
                  <c:v>2</c:v>
                </c:pt>
                <c:pt idx="54669">
                  <c:v>5</c:v>
                </c:pt>
                <c:pt idx="54670">
                  <c:v>1</c:v>
                </c:pt>
                <c:pt idx="54671">
                  <c:v>3</c:v>
                </c:pt>
                <c:pt idx="54672">
                  <c:v>2</c:v>
                </c:pt>
                <c:pt idx="54673">
                  <c:v>6</c:v>
                </c:pt>
                <c:pt idx="54674">
                  <c:v>2</c:v>
                </c:pt>
                <c:pt idx="54675">
                  <c:v>4</c:v>
                </c:pt>
                <c:pt idx="54676">
                  <c:v>4</c:v>
                </c:pt>
                <c:pt idx="54677">
                  <c:v>2</c:v>
                </c:pt>
                <c:pt idx="54678">
                  <c:v>3</c:v>
                </c:pt>
                <c:pt idx="54679">
                  <c:v>4</c:v>
                </c:pt>
                <c:pt idx="54680">
                  <c:v>2</c:v>
                </c:pt>
                <c:pt idx="54681">
                  <c:v>4</c:v>
                </c:pt>
                <c:pt idx="54682">
                  <c:v>1</c:v>
                </c:pt>
                <c:pt idx="54683">
                  <c:v>5</c:v>
                </c:pt>
                <c:pt idx="54684">
                  <c:v>3</c:v>
                </c:pt>
                <c:pt idx="54685">
                  <c:v>1</c:v>
                </c:pt>
                <c:pt idx="54686">
                  <c:v>3</c:v>
                </c:pt>
                <c:pt idx="54687">
                  <c:v>6</c:v>
                </c:pt>
                <c:pt idx="54688">
                  <c:v>6</c:v>
                </c:pt>
                <c:pt idx="54689">
                  <c:v>2</c:v>
                </c:pt>
                <c:pt idx="54690">
                  <c:v>4</c:v>
                </c:pt>
                <c:pt idx="54691">
                  <c:v>3</c:v>
                </c:pt>
                <c:pt idx="54692">
                  <c:v>2</c:v>
                </c:pt>
                <c:pt idx="54693">
                  <c:v>2</c:v>
                </c:pt>
                <c:pt idx="54694">
                  <c:v>5</c:v>
                </c:pt>
                <c:pt idx="54695">
                  <c:v>1</c:v>
                </c:pt>
                <c:pt idx="54696">
                  <c:v>2</c:v>
                </c:pt>
                <c:pt idx="54697">
                  <c:v>1</c:v>
                </c:pt>
                <c:pt idx="54698">
                  <c:v>3</c:v>
                </c:pt>
                <c:pt idx="54699">
                  <c:v>3</c:v>
                </c:pt>
                <c:pt idx="54700">
                  <c:v>7</c:v>
                </c:pt>
                <c:pt idx="54701">
                  <c:v>1</c:v>
                </c:pt>
                <c:pt idx="54702">
                  <c:v>1</c:v>
                </c:pt>
                <c:pt idx="54703">
                  <c:v>2</c:v>
                </c:pt>
                <c:pt idx="54704">
                  <c:v>2</c:v>
                </c:pt>
                <c:pt idx="54705">
                  <c:v>8</c:v>
                </c:pt>
                <c:pt idx="54706">
                  <c:v>1</c:v>
                </c:pt>
                <c:pt idx="54707">
                  <c:v>3</c:v>
                </c:pt>
                <c:pt idx="54708">
                  <c:v>3</c:v>
                </c:pt>
                <c:pt idx="54709">
                  <c:v>1</c:v>
                </c:pt>
                <c:pt idx="54710">
                  <c:v>3</c:v>
                </c:pt>
                <c:pt idx="54711">
                  <c:v>2</c:v>
                </c:pt>
                <c:pt idx="54712">
                  <c:v>2</c:v>
                </c:pt>
                <c:pt idx="54713">
                  <c:v>2</c:v>
                </c:pt>
                <c:pt idx="54714">
                  <c:v>1</c:v>
                </c:pt>
                <c:pt idx="54715">
                  <c:v>2</c:v>
                </c:pt>
                <c:pt idx="54716">
                  <c:v>3</c:v>
                </c:pt>
                <c:pt idx="54717">
                  <c:v>4</c:v>
                </c:pt>
                <c:pt idx="54718">
                  <c:v>3</c:v>
                </c:pt>
                <c:pt idx="54719">
                  <c:v>2</c:v>
                </c:pt>
                <c:pt idx="54720">
                  <c:v>2</c:v>
                </c:pt>
                <c:pt idx="54721">
                  <c:v>2</c:v>
                </c:pt>
                <c:pt idx="54722">
                  <c:v>2</c:v>
                </c:pt>
                <c:pt idx="54723">
                  <c:v>5</c:v>
                </c:pt>
                <c:pt idx="54724">
                  <c:v>3</c:v>
                </c:pt>
                <c:pt idx="54725">
                  <c:v>4</c:v>
                </c:pt>
                <c:pt idx="54726">
                  <c:v>1</c:v>
                </c:pt>
                <c:pt idx="54727">
                  <c:v>1</c:v>
                </c:pt>
                <c:pt idx="54728">
                  <c:v>1</c:v>
                </c:pt>
                <c:pt idx="54729">
                  <c:v>2</c:v>
                </c:pt>
                <c:pt idx="54730">
                  <c:v>10</c:v>
                </c:pt>
                <c:pt idx="54731">
                  <c:v>5</c:v>
                </c:pt>
                <c:pt idx="54732">
                  <c:v>7</c:v>
                </c:pt>
                <c:pt idx="54733">
                  <c:v>4</c:v>
                </c:pt>
                <c:pt idx="54734">
                  <c:v>9</c:v>
                </c:pt>
                <c:pt idx="54735">
                  <c:v>2</c:v>
                </c:pt>
                <c:pt idx="54736">
                  <c:v>1</c:v>
                </c:pt>
                <c:pt idx="54737">
                  <c:v>1</c:v>
                </c:pt>
                <c:pt idx="54738">
                  <c:v>2</c:v>
                </c:pt>
                <c:pt idx="54739">
                  <c:v>2</c:v>
                </c:pt>
                <c:pt idx="54740">
                  <c:v>1</c:v>
                </c:pt>
                <c:pt idx="54741">
                  <c:v>2</c:v>
                </c:pt>
                <c:pt idx="54742">
                  <c:v>4</c:v>
                </c:pt>
                <c:pt idx="54743">
                  <c:v>2</c:v>
                </c:pt>
                <c:pt idx="54744">
                  <c:v>1</c:v>
                </c:pt>
                <c:pt idx="54745">
                  <c:v>4</c:v>
                </c:pt>
                <c:pt idx="54746">
                  <c:v>8</c:v>
                </c:pt>
                <c:pt idx="54747">
                  <c:v>2</c:v>
                </c:pt>
                <c:pt idx="54748">
                  <c:v>2</c:v>
                </c:pt>
                <c:pt idx="54749">
                  <c:v>2</c:v>
                </c:pt>
                <c:pt idx="54750">
                  <c:v>2</c:v>
                </c:pt>
                <c:pt idx="54751">
                  <c:v>3</c:v>
                </c:pt>
                <c:pt idx="54752">
                  <c:v>1</c:v>
                </c:pt>
                <c:pt idx="54753">
                  <c:v>4</c:v>
                </c:pt>
                <c:pt idx="54754">
                  <c:v>3</c:v>
                </c:pt>
                <c:pt idx="54755">
                  <c:v>3</c:v>
                </c:pt>
                <c:pt idx="54756">
                  <c:v>1</c:v>
                </c:pt>
                <c:pt idx="54757">
                  <c:v>10</c:v>
                </c:pt>
                <c:pt idx="54758">
                  <c:v>2</c:v>
                </c:pt>
                <c:pt idx="54759">
                  <c:v>2</c:v>
                </c:pt>
                <c:pt idx="54760">
                  <c:v>2</c:v>
                </c:pt>
                <c:pt idx="54761">
                  <c:v>2</c:v>
                </c:pt>
                <c:pt idx="54762">
                  <c:v>4</c:v>
                </c:pt>
                <c:pt idx="54763">
                  <c:v>4</c:v>
                </c:pt>
                <c:pt idx="54764">
                  <c:v>1</c:v>
                </c:pt>
                <c:pt idx="54765">
                  <c:v>1</c:v>
                </c:pt>
                <c:pt idx="54766">
                  <c:v>2</c:v>
                </c:pt>
                <c:pt idx="54767">
                  <c:v>1</c:v>
                </c:pt>
                <c:pt idx="54768">
                  <c:v>10</c:v>
                </c:pt>
                <c:pt idx="54769">
                  <c:v>2</c:v>
                </c:pt>
                <c:pt idx="54770">
                  <c:v>2</c:v>
                </c:pt>
                <c:pt idx="54771">
                  <c:v>1</c:v>
                </c:pt>
                <c:pt idx="54772">
                  <c:v>5</c:v>
                </c:pt>
                <c:pt idx="54773">
                  <c:v>3</c:v>
                </c:pt>
                <c:pt idx="54774">
                  <c:v>2</c:v>
                </c:pt>
                <c:pt idx="54775">
                  <c:v>2</c:v>
                </c:pt>
                <c:pt idx="54776">
                  <c:v>1</c:v>
                </c:pt>
                <c:pt idx="54777">
                  <c:v>8</c:v>
                </c:pt>
                <c:pt idx="54778">
                  <c:v>2</c:v>
                </c:pt>
                <c:pt idx="54779">
                  <c:v>1</c:v>
                </c:pt>
                <c:pt idx="54780">
                  <c:v>3</c:v>
                </c:pt>
                <c:pt idx="54781">
                  <c:v>1</c:v>
                </c:pt>
                <c:pt idx="54782">
                  <c:v>3</c:v>
                </c:pt>
                <c:pt idx="54783">
                  <c:v>3</c:v>
                </c:pt>
                <c:pt idx="54784">
                  <c:v>3</c:v>
                </c:pt>
                <c:pt idx="54785">
                  <c:v>2</c:v>
                </c:pt>
                <c:pt idx="54786">
                  <c:v>3</c:v>
                </c:pt>
                <c:pt idx="54787">
                  <c:v>2</c:v>
                </c:pt>
                <c:pt idx="54788">
                  <c:v>2</c:v>
                </c:pt>
                <c:pt idx="54789">
                  <c:v>1</c:v>
                </c:pt>
                <c:pt idx="54790">
                  <c:v>2</c:v>
                </c:pt>
                <c:pt idx="54791">
                  <c:v>6</c:v>
                </c:pt>
                <c:pt idx="54792">
                  <c:v>4</c:v>
                </c:pt>
                <c:pt idx="54793">
                  <c:v>1</c:v>
                </c:pt>
                <c:pt idx="54794">
                  <c:v>2</c:v>
                </c:pt>
                <c:pt idx="54795">
                  <c:v>2</c:v>
                </c:pt>
                <c:pt idx="54796">
                  <c:v>5</c:v>
                </c:pt>
                <c:pt idx="54797">
                  <c:v>1</c:v>
                </c:pt>
                <c:pt idx="54798">
                  <c:v>1</c:v>
                </c:pt>
                <c:pt idx="54799">
                  <c:v>6</c:v>
                </c:pt>
                <c:pt idx="54800">
                  <c:v>2</c:v>
                </c:pt>
                <c:pt idx="54801">
                  <c:v>4</c:v>
                </c:pt>
                <c:pt idx="54802">
                  <c:v>2</c:v>
                </c:pt>
                <c:pt idx="54803">
                  <c:v>2</c:v>
                </c:pt>
                <c:pt idx="54804">
                  <c:v>3</c:v>
                </c:pt>
                <c:pt idx="54805">
                  <c:v>1</c:v>
                </c:pt>
                <c:pt idx="54806">
                  <c:v>4</c:v>
                </c:pt>
                <c:pt idx="54807">
                  <c:v>2</c:v>
                </c:pt>
                <c:pt idx="54808">
                  <c:v>1</c:v>
                </c:pt>
                <c:pt idx="54809">
                  <c:v>1</c:v>
                </c:pt>
                <c:pt idx="54810">
                  <c:v>5</c:v>
                </c:pt>
                <c:pt idx="54811">
                  <c:v>2</c:v>
                </c:pt>
                <c:pt idx="54812">
                  <c:v>2</c:v>
                </c:pt>
                <c:pt idx="54813">
                  <c:v>2</c:v>
                </c:pt>
                <c:pt idx="54814">
                  <c:v>2</c:v>
                </c:pt>
                <c:pt idx="54815">
                  <c:v>2</c:v>
                </c:pt>
                <c:pt idx="54816">
                  <c:v>2</c:v>
                </c:pt>
                <c:pt idx="54817">
                  <c:v>4</c:v>
                </c:pt>
                <c:pt idx="54818">
                  <c:v>3</c:v>
                </c:pt>
                <c:pt idx="54819">
                  <c:v>1</c:v>
                </c:pt>
                <c:pt idx="54820">
                  <c:v>1</c:v>
                </c:pt>
                <c:pt idx="54821">
                  <c:v>3</c:v>
                </c:pt>
                <c:pt idx="54822">
                  <c:v>2</c:v>
                </c:pt>
                <c:pt idx="54823">
                  <c:v>3</c:v>
                </c:pt>
                <c:pt idx="54824">
                  <c:v>3</c:v>
                </c:pt>
                <c:pt idx="54825">
                  <c:v>4</c:v>
                </c:pt>
                <c:pt idx="54826">
                  <c:v>1</c:v>
                </c:pt>
                <c:pt idx="54827">
                  <c:v>1</c:v>
                </c:pt>
                <c:pt idx="54828">
                  <c:v>3</c:v>
                </c:pt>
                <c:pt idx="54829">
                  <c:v>3</c:v>
                </c:pt>
                <c:pt idx="54830">
                  <c:v>4</c:v>
                </c:pt>
                <c:pt idx="54831">
                  <c:v>5</c:v>
                </c:pt>
                <c:pt idx="54832">
                  <c:v>2</c:v>
                </c:pt>
                <c:pt idx="54833">
                  <c:v>4</c:v>
                </c:pt>
                <c:pt idx="54834">
                  <c:v>2</c:v>
                </c:pt>
                <c:pt idx="54835">
                  <c:v>3</c:v>
                </c:pt>
                <c:pt idx="54836">
                  <c:v>1</c:v>
                </c:pt>
                <c:pt idx="54837">
                  <c:v>4</c:v>
                </c:pt>
                <c:pt idx="54838">
                  <c:v>2</c:v>
                </c:pt>
                <c:pt idx="54839">
                  <c:v>2</c:v>
                </c:pt>
                <c:pt idx="54840">
                  <c:v>1</c:v>
                </c:pt>
                <c:pt idx="54841">
                  <c:v>3</c:v>
                </c:pt>
                <c:pt idx="54842">
                  <c:v>5</c:v>
                </c:pt>
                <c:pt idx="54843">
                  <c:v>3</c:v>
                </c:pt>
                <c:pt idx="54844">
                  <c:v>2</c:v>
                </c:pt>
                <c:pt idx="54845">
                  <c:v>4</c:v>
                </c:pt>
                <c:pt idx="54846">
                  <c:v>2</c:v>
                </c:pt>
                <c:pt idx="54847">
                  <c:v>1</c:v>
                </c:pt>
                <c:pt idx="54848">
                  <c:v>2</c:v>
                </c:pt>
                <c:pt idx="54849">
                  <c:v>2</c:v>
                </c:pt>
                <c:pt idx="54850">
                  <c:v>3</c:v>
                </c:pt>
                <c:pt idx="54851">
                  <c:v>2</c:v>
                </c:pt>
                <c:pt idx="54852">
                  <c:v>3</c:v>
                </c:pt>
                <c:pt idx="54853">
                  <c:v>2</c:v>
                </c:pt>
                <c:pt idx="54854">
                  <c:v>2</c:v>
                </c:pt>
                <c:pt idx="54855">
                  <c:v>3</c:v>
                </c:pt>
                <c:pt idx="54856">
                  <c:v>1</c:v>
                </c:pt>
                <c:pt idx="54857">
                  <c:v>1</c:v>
                </c:pt>
                <c:pt idx="54858">
                  <c:v>1</c:v>
                </c:pt>
                <c:pt idx="54859">
                  <c:v>4</c:v>
                </c:pt>
                <c:pt idx="54860">
                  <c:v>3</c:v>
                </c:pt>
                <c:pt idx="54861">
                  <c:v>4</c:v>
                </c:pt>
                <c:pt idx="54862">
                  <c:v>1</c:v>
                </c:pt>
                <c:pt idx="54863">
                  <c:v>4</c:v>
                </c:pt>
                <c:pt idx="54864">
                  <c:v>8</c:v>
                </c:pt>
                <c:pt idx="54865">
                  <c:v>1</c:v>
                </c:pt>
                <c:pt idx="54866">
                  <c:v>1</c:v>
                </c:pt>
                <c:pt idx="54867">
                  <c:v>1</c:v>
                </c:pt>
                <c:pt idx="54868">
                  <c:v>-3</c:v>
                </c:pt>
                <c:pt idx="54869">
                  <c:v>5</c:v>
                </c:pt>
                <c:pt idx="54870">
                  <c:v>1</c:v>
                </c:pt>
                <c:pt idx="54871">
                  <c:v>2</c:v>
                </c:pt>
                <c:pt idx="54872">
                  <c:v>2</c:v>
                </c:pt>
                <c:pt idx="54873">
                  <c:v>3</c:v>
                </c:pt>
                <c:pt idx="54874">
                  <c:v>2</c:v>
                </c:pt>
                <c:pt idx="54875">
                  <c:v>1</c:v>
                </c:pt>
                <c:pt idx="54876">
                  <c:v>6</c:v>
                </c:pt>
                <c:pt idx="54877">
                  <c:v>4</c:v>
                </c:pt>
                <c:pt idx="54878">
                  <c:v>5</c:v>
                </c:pt>
                <c:pt idx="54879">
                  <c:v>3</c:v>
                </c:pt>
                <c:pt idx="54880">
                  <c:v>1</c:v>
                </c:pt>
                <c:pt idx="54881">
                  <c:v>1</c:v>
                </c:pt>
                <c:pt idx="54882">
                  <c:v>5</c:v>
                </c:pt>
                <c:pt idx="54883">
                  <c:v>2</c:v>
                </c:pt>
                <c:pt idx="54884">
                  <c:v>3</c:v>
                </c:pt>
                <c:pt idx="54885">
                  <c:v>3</c:v>
                </c:pt>
                <c:pt idx="54886">
                  <c:v>4</c:v>
                </c:pt>
                <c:pt idx="54887">
                  <c:v>2</c:v>
                </c:pt>
                <c:pt idx="54888">
                  <c:v>4</c:v>
                </c:pt>
                <c:pt idx="54889">
                  <c:v>5</c:v>
                </c:pt>
                <c:pt idx="54890">
                  <c:v>1</c:v>
                </c:pt>
                <c:pt idx="54891">
                  <c:v>3</c:v>
                </c:pt>
                <c:pt idx="54892">
                  <c:v>3</c:v>
                </c:pt>
                <c:pt idx="54893">
                  <c:v>1</c:v>
                </c:pt>
                <c:pt idx="54894">
                  <c:v>1</c:v>
                </c:pt>
                <c:pt idx="54895">
                  <c:v>1</c:v>
                </c:pt>
                <c:pt idx="54896">
                  <c:v>2</c:v>
                </c:pt>
                <c:pt idx="54897">
                  <c:v>4</c:v>
                </c:pt>
                <c:pt idx="54898">
                  <c:v>1</c:v>
                </c:pt>
                <c:pt idx="54899">
                  <c:v>4</c:v>
                </c:pt>
                <c:pt idx="54900">
                  <c:v>3</c:v>
                </c:pt>
                <c:pt idx="54901">
                  <c:v>2</c:v>
                </c:pt>
                <c:pt idx="54902">
                  <c:v>1</c:v>
                </c:pt>
                <c:pt idx="54903">
                  <c:v>3</c:v>
                </c:pt>
                <c:pt idx="54904">
                  <c:v>10</c:v>
                </c:pt>
                <c:pt idx="54905">
                  <c:v>1</c:v>
                </c:pt>
                <c:pt idx="54906">
                  <c:v>1</c:v>
                </c:pt>
                <c:pt idx="54907">
                  <c:v>3</c:v>
                </c:pt>
                <c:pt idx="54908">
                  <c:v>2</c:v>
                </c:pt>
                <c:pt idx="54909">
                  <c:v>4</c:v>
                </c:pt>
                <c:pt idx="54910">
                  <c:v>4</c:v>
                </c:pt>
                <c:pt idx="54911">
                  <c:v>6</c:v>
                </c:pt>
                <c:pt idx="54912">
                  <c:v>1</c:v>
                </c:pt>
                <c:pt idx="54913">
                  <c:v>3</c:v>
                </c:pt>
                <c:pt idx="54914">
                  <c:v>2</c:v>
                </c:pt>
                <c:pt idx="54915">
                  <c:v>3</c:v>
                </c:pt>
                <c:pt idx="54916">
                  <c:v>4</c:v>
                </c:pt>
                <c:pt idx="54917">
                  <c:v>3</c:v>
                </c:pt>
                <c:pt idx="54918">
                  <c:v>3</c:v>
                </c:pt>
                <c:pt idx="54919">
                  <c:v>1</c:v>
                </c:pt>
                <c:pt idx="54920">
                  <c:v>3</c:v>
                </c:pt>
                <c:pt idx="54921">
                  <c:v>1</c:v>
                </c:pt>
                <c:pt idx="54922">
                  <c:v>4</c:v>
                </c:pt>
                <c:pt idx="54923">
                  <c:v>2</c:v>
                </c:pt>
                <c:pt idx="54924">
                  <c:v>2</c:v>
                </c:pt>
                <c:pt idx="54925">
                  <c:v>3</c:v>
                </c:pt>
                <c:pt idx="54926">
                  <c:v>2</c:v>
                </c:pt>
                <c:pt idx="54927">
                  <c:v>3</c:v>
                </c:pt>
                <c:pt idx="54928">
                  <c:v>2</c:v>
                </c:pt>
                <c:pt idx="54929">
                  <c:v>2</c:v>
                </c:pt>
                <c:pt idx="54930">
                  <c:v>2</c:v>
                </c:pt>
                <c:pt idx="54931">
                  <c:v>8</c:v>
                </c:pt>
                <c:pt idx="54932">
                  <c:v>1</c:v>
                </c:pt>
                <c:pt idx="54933">
                  <c:v>6</c:v>
                </c:pt>
                <c:pt idx="54934">
                  <c:v>3</c:v>
                </c:pt>
                <c:pt idx="54935">
                  <c:v>-1</c:v>
                </c:pt>
                <c:pt idx="54936">
                  <c:v>1</c:v>
                </c:pt>
                <c:pt idx="54937">
                  <c:v>3</c:v>
                </c:pt>
                <c:pt idx="54938">
                  <c:v>3</c:v>
                </c:pt>
                <c:pt idx="54939">
                  <c:v>4</c:v>
                </c:pt>
                <c:pt idx="54940">
                  <c:v>3</c:v>
                </c:pt>
                <c:pt idx="54941">
                  <c:v>2</c:v>
                </c:pt>
                <c:pt idx="54942">
                  <c:v>1</c:v>
                </c:pt>
                <c:pt idx="54943">
                  <c:v>4</c:v>
                </c:pt>
                <c:pt idx="54944">
                  <c:v>2</c:v>
                </c:pt>
                <c:pt idx="54945">
                  <c:v>1</c:v>
                </c:pt>
                <c:pt idx="54946">
                  <c:v>2</c:v>
                </c:pt>
                <c:pt idx="54947">
                  <c:v>1</c:v>
                </c:pt>
                <c:pt idx="54948">
                  <c:v>2</c:v>
                </c:pt>
                <c:pt idx="54949">
                  <c:v>7</c:v>
                </c:pt>
                <c:pt idx="54950">
                  <c:v>3</c:v>
                </c:pt>
                <c:pt idx="54951">
                  <c:v>2</c:v>
                </c:pt>
                <c:pt idx="54952">
                  <c:v>1</c:v>
                </c:pt>
                <c:pt idx="54953">
                  <c:v>3</c:v>
                </c:pt>
                <c:pt idx="54954">
                  <c:v>1</c:v>
                </c:pt>
                <c:pt idx="54955">
                  <c:v>2</c:v>
                </c:pt>
                <c:pt idx="54956">
                  <c:v>1</c:v>
                </c:pt>
                <c:pt idx="54957">
                  <c:v>1</c:v>
                </c:pt>
                <c:pt idx="54958">
                  <c:v>2</c:v>
                </c:pt>
                <c:pt idx="54959">
                  <c:v>3</c:v>
                </c:pt>
                <c:pt idx="54960">
                  <c:v>1</c:v>
                </c:pt>
                <c:pt idx="54961">
                  <c:v>2</c:v>
                </c:pt>
                <c:pt idx="54962">
                  <c:v>2</c:v>
                </c:pt>
                <c:pt idx="54963">
                  <c:v>5</c:v>
                </c:pt>
                <c:pt idx="54964">
                  <c:v>1</c:v>
                </c:pt>
                <c:pt idx="54965">
                  <c:v>3</c:v>
                </c:pt>
                <c:pt idx="54966">
                  <c:v>2</c:v>
                </c:pt>
                <c:pt idx="54967">
                  <c:v>2</c:v>
                </c:pt>
                <c:pt idx="54968">
                  <c:v>1</c:v>
                </c:pt>
                <c:pt idx="54969">
                  <c:v>5</c:v>
                </c:pt>
                <c:pt idx="54970">
                  <c:v>2</c:v>
                </c:pt>
                <c:pt idx="54971">
                  <c:v>4</c:v>
                </c:pt>
                <c:pt idx="54972">
                  <c:v>1</c:v>
                </c:pt>
                <c:pt idx="54973">
                  <c:v>2</c:v>
                </c:pt>
                <c:pt idx="54974">
                  <c:v>1</c:v>
                </c:pt>
                <c:pt idx="54975">
                  <c:v>2</c:v>
                </c:pt>
                <c:pt idx="54976">
                  <c:v>4</c:v>
                </c:pt>
                <c:pt idx="54977">
                  <c:v>2</c:v>
                </c:pt>
                <c:pt idx="54978">
                  <c:v>1</c:v>
                </c:pt>
                <c:pt idx="54979">
                  <c:v>1</c:v>
                </c:pt>
                <c:pt idx="54980">
                  <c:v>2</c:v>
                </c:pt>
                <c:pt idx="54981">
                  <c:v>1</c:v>
                </c:pt>
                <c:pt idx="54982">
                  <c:v>3</c:v>
                </c:pt>
                <c:pt idx="54983">
                  <c:v>2</c:v>
                </c:pt>
                <c:pt idx="54984">
                  <c:v>2</c:v>
                </c:pt>
                <c:pt idx="54985">
                  <c:v>1</c:v>
                </c:pt>
                <c:pt idx="54986">
                  <c:v>4</c:v>
                </c:pt>
                <c:pt idx="54987">
                  <c:v>2</c:v>
                </c:pt>
                <c:pt idx="54988">
                  <c:v>4</c:v>
                </c:pt>
                <c:pt idx="54989">
                  <c:v>3</c:v>
                </c:pt>
                <c:pt idx="54990">
                  <c:v>1</c:v>
                </c:pt>
                <c:pt idx="54991">
                  <c:v>1</c:v>
                </c:pt>
                <c:pt idx="54992">
                  <c:v>5</c:v>
                </c:pt>
                <c:pt idx="54993">
                  <c:v>3</c:v>
                </c:pt>
                <c:pt idx="54994">
                  <c:v>2</c:v>
                </c:pt>
                <c:pt idx="54995">
                  <c:v>3</c:v>
                </c:pt>
                <c:pt idx="54996">
                  <c:v>2</c:v>
                </c:pt>
                <c:pt idx="54997">
                  <c:v>1</c:v>
                </c:pt>
                <c:pt idx="54998">
                  <c:v>3</c:v>
                </c:pt>
                <c:pt idx="54999">
                  <c:v>1</c:v>
                </c:pt>
                <c:pt idx="55000">
                  <c:v>3</c:v>
                </c:pt>
                <c:pt idx="55001">
                  <c:v>5</c:v>
                </c:pt>
                <c:pt idx="55002">
                  <c:v>2</c:v>
                </c:pt>
                <c:pt idx="55003">
                  <c:v>3</c:v>
                </c:pt>
                <c:pt idx="55004">
                  <c:v>2</c:v>
                </c:pt>
                <c:pt idx="55005">
                  <c:v>2</c:v>
                </c:pt>
                <c:pt idx="55006">
                  <c:v>2</c:v>
                </c:pt>
                <c:pt idx="55007">
                  <c:v>4</c:v>
                </c:pt>
                <c:pt idx="55008">
                  <c:v>1</c:v>
                </c:pt>
                <c:pt idx="55009">
                  <c:v>4</c:v>
                </c:pt>
                <c:pt idx="55010">
                  <c:v>3</c:v>
                </c:pt>
                <c:pt idx="55011">
                  <c:v>3</c:v>
                </c:pt>
                <c:pt idx="55012">
                  <c:v>2</c:v>
                </c:pt>
                <c:pt idx="55013">
                  <c:v>10</c:v>
                </c:pt>
                <c:pt idx="55014">
                  <c:v>2</c:v>
                </c:pt>
                <c:pt idx="55015">
                  <c:v>1</c:v>
                </c:pt>
                <c:pt idx="55016">
                  <c:v>2</c:v>
                </c:pt>
                <c:pt idx="55017">
                  <c:v>3</c:v>
                </c:pt>
                <c:pt idx="55018">
                  <c:v>3</c:v>
                </c:pt>
                <c:pt idx="55019">
                  <c:v>7</c:v>
                </c:pt>
                <c:pt idx="55020">
                  <c:v>3</c:v>
                </c:pt>
                <c:pt idx="55021">
                  <c:v>2</c:v>
                </c:pt>
                <c:pt idx="55022">
                  <c:v>2</c:v>
                </c:pt>
                <c:pt idx="55023">
                  <c:v>3</c:v>
                </c:pt>
                <c:pt idx="55024">
                  <c:v>2</c:v>
                </c:pt>
                <c:pt idx="55025">
                  <c:v>2</c:v>
                </c:pt>
                <c:pt idx="55026">
                  <c:v>4</c:v>
                </c:pt>
                <c:pt idx="55027">
                  <c:v>9</c:v>
                </c:pt>
                <c:pt idx="55028">
                  <c:v>2</c:v>
                </c:pt>
                <c:pt idx="55029">
                  <c:v>1</c:v>
                </c:pt>
                <c:pt idx="55030">
                  <c:v>1</c:v>
                </c:pt>
                <c:pt idx="55031">
                  <c:v>4</c:v>
                </c:pt>
                <c:pt idx="55032">
                  <c:v>1</c:v>
                </c:pt>
                <c:pt idx="55033">
                  <c:v>2</c:v>
                </c:pt>
                <c:pt idx="55034">
                  <c:v>2</c:v>
                </c:pt>
                <c:pt idx="55035">
                  <c:v>3</c:v>
                </c:pt>
                <c:pt idx="55036">
                  <c:v>1</c:v>
                </c:pt>
                <c:pt idx="55037">
                  <c:v>2</c:v>
                </c:pt>
                <c:pt idx="55038">
                  <c:v>2</c:v>
                </c:pt>
                <c:pt idx="55039">
                  <c:v>2</c:v>
                </c:pt>
                <c:pt idx="55040">
                  <c:v>3</c:v>
                </c:pt>
                <c:pt idx="55041">
                  <c:v>3</c:v>
                </c:pt>
                <c:pt idx="55042">
                  <c:v>2</c:v>
                </c:pt>
                <c:pt idx="55043">
                  <c:v>5</c:v>
                </c:pt>
                <c:pt idx="55044">
                  <c:v>5</c:v>
                </c:pt>
                <c:pt idx="55045">
                  <c:v>3</c:v>
                </c:pt>
                <c:pt idx="55046">
                  <c:v>2</c:v>
                </c:pt>
                <c:pt idx="55047">
                  <c:v>2</c:v>
                </c:pt>
                <c:pt idx="55048">
                  <c:v>3</c:v>
                </c:pt>
                <c:pt idx="55049">
                  <c:v>3</c:v>
                </c:pt>
                <c:pt idx="55050">
                  <c:v>2</c:v>
                </c:pt>
                <c:pt idx="55051">
                  <c:v>3</c:v>
                </c:pt>
                <c:pt idx="55052">
                  <c:v>-2</c:v>
                </c:pt>
                <c:pt idx="55053">
                  <c:v>2</c:v>
                </c:pt>
                <c:pt idx="55054">
                  <c:v>2</c:v>
                </c:pt>
                <c:pt idx="55055">
                  <c:v>1</c:v>
                </c:pt>
                <c:pt idx="55056">
                  <c:v>1</c:v>
                </c:pt>
                <c:pt idx="55057">
                  <c:v>3</c:v>
                </c:pt>
                <c:pt idx="55058">
                  <c:v>2</c:v>
                </c:pt>
                <c:pt idx="55059">
                  <c:v>3</c:v>
                </c:pt>
                <c:pt idx="55060">
                  <c:v>1</c:v>
                </c:pt>
                <c:pt idx="55061">
                  <c:v>3</c:v>
                </c:pt>
                <c:pt idx="55062">
                  <c:v>4</c:v>
                </c:pt>
                <c:pt idx="55063">
                  <c:v>-1</c:v>
                </c:pt>
                <c:pt idx="55064">
                  <c:v>1</c:v>
                </c:pt>
                <c:pt idx="55065">
                  <c:v>1</c:v>
                </c:pt>
                <c:pt idx="55066">
                  <c:v>3</c:v>
                </c:pt>
                <c:pt idx="55067">
                  <c:v>1</c:v>
                </c:pt>
                <c:pt idx="55068">
                  <c:v>2</c:v>
                </c:pt>
                <c:pt idx="55069">
                  <c:v>2</c:v>
                </c:pt>
                <c:pt idx="55070">
                  <c:v>8</c:v>
                </c:pt>
                <c:pt idx="55071">
                  <c:v>2</c:v>
                </c:pt>
                <c:pt idx="55072">
                  <c:v>4</c:v>
                </c:pt>
                <c:pt idx="55073">
                  <c:v>2</c:v>
                </c:pt>
                <c:pt idx="55074">
                  <c:v>1</c:v>
                </c:pt>
                <c:pt idx="55075">
                  <c:v>4</c:v>
                </c:pt>
                <c:pt idx="55076">
                  <c:v>1</c:v>
                </c:pt>
                <c:pt idx="55077">
                  <c:v>3</c:v>
                </c:pt>
                <c:pt idx="55078">
                  <c:v>2</c:v>
                </c:pt>
                <c:pt idx="55079">
                  <c:v>1</c:v>
                </c:pt>
                <c:pt idx="55080">
                  <c:v>4</c:v>
                </c:pt>
                <c:pt idx="55081">
                  <c:v>5</c:v>
                </c:pt>
                <c:pt idx="55082">
                  <c:v>2</c:v>
                </c:pt>
                <c:pt idx="55083">
                  <c:v>25</c:v>
                </c:pt>
                <c:pt idx="55084">
                  <c:v>6</c:v>
                </c:pt>
                <c:pt idx="55085">
                  <c:v>3</c:v>
                </c:pt>
                <c:pt idx="55086">
                  <c:v>4</c:v>
                </c:pt>
                <c:pt idx="55087">
                  <c:v>6</c:v>
                </c:pt>
                <c:pt idx="55088">
                  <c:v>10</c:v>
                </c:pt>
                <c:pt idx="55089">
                  <c:v>5</c:v>
                </c:pt>
                <c:pt idx="55090">
                  <c:v>1</c:v>
                </c:pt>
                <c:pt idx="55091">
                  <c:v>4</c:v>
                </c:pt>
                <c:pt idx="55092">
                  <c:v>2</c:v>
                </c:pt>
                <c:pt idx="55093">
                  <c:v>2</c:v>
                </c:pt>
                <c:pt idx="55094">
                  <c:v>5</c:v>
                </c:pt>
                <c:pt idx="55095">
                  <c:v>3</c:v>
                </c:pt>
                <c:pt idx="55096">
                  <c:v>3</c:v>
                </c:pt>
                <c:pt idx="55097">
                  <c:v>3</c:v>
                </c:pt>
                <c:pt idx="55098">
                  <c:v>2</c:v>
                </c:pt>
                <c:pt idx="55099">
                  <c:v>2</c:v>
                </c:pt>
                <c:pt idx="55100">
                  <c:v>2</c:v>
                </c:pt>
                <c:pt idx="55101">
                  <c:v>6</c:v>
                </c:pt>
                <c:pt idx="55102">
                  <c:v>1</c:v>
                </c:pt>
                <c:pt idx="55103">
                  <c:v>1</c:v>
                </c:pt>
                <c:pt idx="55104">
                  <c:v>2</c:v>
                </c:pt>
                <c:pt idx="55105">
                  <c:v>1</c:v>
                </c:pt>
                <c:pt idx="55106">
                  <c:v>3</c:v>
                </c:pt>
                <c:pt idx="55107">
                  <c:v>5</c:v>
                </c:pt>
                <c:pt idx="55108">
                  <c:v>1</c:v>
                </c:pt>
                <c:pt idx="55109">
                  <c:v>10</c:v>
                </c:pt>
                <c:pt idx="55110">
                  <c:v>2</c:v>
                </c:pt>
                <c:pt idx="55111">
                  <c:v>2</c:v>
                </c:pt>
                <c:pt idx="55112">
                  <c:v>5</c:v>
                </c:pt>
                <c:pt idx="55113">
                  <c:v>3</c:v>
                </c:pt>
                <c:pt idx="55114">
                  <c:v>4</c:v>
                </c:pt>
                <c:pt idx="55115">
                  <c:v>3</c:v>
                </c:pt>
                <c:pt idx="55116">
                  <c:v>3</c:v>
                </c:pt>
                <c:pt idx="55117">
                  <c:v>5</c:v>
                </c:pt>
                <c:pt idx="55118">
                  <c:v>3</c:v>
                </c:pt>
                <c:pt idx="55119">
                  <c:v>2</c:v>
                </c:pt>
                <c:pt idx="55120">
                  <c:v>1</c:v>
                </c:pt>
                <c:pt idx="55121">
                  <c:v>1</c:v>
                </c:pt>
                <c:pt idx="55122">
                  <c:v>4</c:v>
                </c:pt>
                <c:pt idx="55123">
                  <c:v>5</c:v>
                </c:pt>
                <c:pt idx="55124">
                  <c:v>5</c:v>
                </c:pt>
                <c:pt idx="55125">
                  <c:v>3</c:v>
                </c:pt>
                <c:pt idx="55126">
                  <c:v>2</c:v>
                </c:pt>
                <c:pt idx="55127">
                  <c:v>4</c:v>
                </c:pt>
                <c:pt idx="55128">
                  <c:v>1</c:v>
                </c:pt>
                <c:pt idx="55129">
                  <c:v>1</c:v>
                </c:pt>
                <c:pt idx="55130">
                  <c:v>3</c:v>
                </c:pt>
                <c:pt idx="55131">
                  <c:v>8</c:v>
                </c:pt>
                <c:pt idx="55132">
                  <c:v>1</c:v>
                </c:pt>
                <c:pt idx="55133">
                  <c:v>4</c:v>
                </c:pt>
                <c:pt idx="55134">
                  <c:v>3</c:v>
                </c:pt>
                <c:pt idx="55135">
                  <c:v>2</c:v>
                </c:pt>
                <c:pt idx="55136">
                  <c:v>5</c:v>
                </c:pt>
                <c:pt idx="55137">
                  <c:v>2</c:v>
                </c:pt>
                <c:pt idx="55138">
                  <c:v>3</c:v>
                </c:pt>
                <c:pt idx="55139">
                  <c:v>3</c:v>
                </c:pt>
                <c:pt idx="55140">
                  <c:v>3</c:v>
                </c:pt>
                <c:pt idx="55141">
                  <c:v>3</c:v>
                </c:pt>
                <c:pt idx="55142">
                  <c:v>2</c:v>
                </c:pt>
                <c:pt idx="55143">
                  <c:v>2</c:v>
                </c:pt>
                <c:pt idx="55144">
                  <c:v>2</c:v>
                </c:pt>
                <c:pt idx="55145">
                  <c:v>4</c:v>
                </c:pt>
                <c:pt idx="55146">
                  <c:v>2</c:v>
                </c:pt>
                <c:pt idx="55147">
                  <c:v>2</c:v>
                </c:pt>
                <c:pt idx="55148">
                  <c:v>2</c:v>
                </c:pt>
                <c:pt idx="55149">
                  <c:v>6</c:v>
                </c:pt>
                <c:pt idx="55150">
                  <c:v>2</c:v>
                </c:pt>
                <c:pt idx="55151">
                  <c:v>4</c:v>
                </c:pt>
                <c:pt idx="55152">
                  <c:v>3</c:v>
                </c:pt>
                <c:pt idx="55153">
                  <c:v>3</c:v>
                </c:pt>
                <c:pt idx="55154">
                  <c:v>1</c:v>
                </c:pt>
                <c:pt idx="55155">
                  <c:v>4</c:v>
                </c:pt>
                <c:pt idx="55156">
                  <c:v>4</c:v>
                </c:pt>
                <c:pt idx="55157">
                  <c:v>2</c:v>
                </c:pt>
                <c:pt idx="55158">
                  <c:v>2</c:v>
                </c:pt>
                <c:pt idx="55159">
                  <c:v>1</c:v>
                </c:pt>
                <c:pt idx="55160">
                  <c:v>2</c:v>
                </c:pt>
                <c:pt idx="55161">
                  <c:v>2</c:v>
                </c:pt>
                <c:pt idx="55162">
                  <c:v>3</c:v>
                </c:pt>
                <c:pt idx="55163">
                  <c:v>3</c:v>
                </c:pt>
                <c:pt idx="55164">
                  <c:v>7</c:v>
                </c:pt>
                <c:pt idx="55165">
                  <c:v>2</c:v>
                </c:pt>
                <c:pt idx="55166">
                  <c:v>4</c:v>
                </c:pt>
                <c:pt idx="55167">
                  <c:v>3</c:v>
                </c:pt>
                <c:pt idx="55168">
                  <c:v>3</c:v>
                </c:pt>
                <c:pt idx="55169">
                  <c:v>2</c:v>
                </c:pt>
                <c:pt idx="55170">
                  <c:v>1</c:v>
                </c:pt>
                <c:pt idx="55171">
                  <c:v>2</c:v>
                </c:pt>
                <c:pt idx="55172">
                  <c:v>3</c:v>
                </c:pt>
                <c:pt idx="55173">
                  <c:v>18</c:v>
                </c:pt>
                <c:pt idx="55174">
                  <c:v>4</c:v>
                </c:pt>
                <c:pt idx="55175">
                  <c:v>2</c:v>
                </c:pt>
                <c:pt idx="55176">
                  <c:v>1</c:v>
                </c:pt>
                <c:pt idx="55177">
                  <c:v>3</c:v>
                </c:pt>
                <c:pt idx="55178">
                  <c:v>1</c:v>
                </c:pt>
                <c:pt idx="55179">
                  <c:v>3</c:v>
                </c:pt>
                <c:pt idx="55180">
                  <c:v>1</c:v>
                </c:pt>
                <c:pt idx="55181">
                  <c:v>3</c:v>
                </c:pt>
                <c:pt idx="55182">
                  <c:v>1</c:v>
                </c:pt>
                <c:pt idx="55183">
                  <c:v>17</c:v>
                </c:pt>
                <c:pt idx="55184">
                  <c:v>2</c:v>
                </c:pt>
                <c:pt idx="55185">
                  <c:v>5</c:v>
                </c:pt>
                <c:pt idx="55186">
                  <c:v>2</c:v>
                </c:pt>
                <c:pt idx="55187">
                  <c:v>1</c:v>
                </c:pt>
                <c:pt idx="55188">
                  <c:v>1</c:v>
                </c:pt>
                <c:pt idx="55189">
                  <c:v>2</c:v>
                </c:pt>
                <c:pt idx="55190">
                  <c:v>2</c:v>
                </c:pt>
                <c:pt idx="55191">
                  <c:v>3</c:v>
                </c:pt>
                <c:pt idx="55192">
                  <c:v>3</c:v>
                </c:pt>
                <c:pt idx="55193">
                  <c:v>1</c:v>
                </c:pt>
                <c:pt idx="55194">
                  <c:v>2</c:v>
                </c:pt>
                <c:pt idx="55195">
                  <c:v>2</c:v>
                </c:pt>
                <c:pt idx="55196">
                  <c:v>4</c:v>
                </c:pt>
                <c:pt idx="55197">
                  <c:v>2</c:v>
                </c:pt>
                <c:pt idx="55198">
                  <c:v>4</c:v>
                </c:pt>
                <c:pt idx="55199">
                  <c:v>3</c:v>
                </c:pt>
                <c:pt idx="55200">
                  <c:v>2</c:v>
                </c:pt>
                <c:pt idx="55201">
                  <c:v>1</c:v>
                </c:pt>
                <c:pt idx="55202">
                  <c:v>6</c:v>
                </c:pt>
                <c:pt idx="55203">
                  <c:v>1</c:v>
                </c:pt>
                <c:pt idx="55204">
                  <c:v>2</c:v>
                </c:pt>
                <c:pt idx="55205">
                  <c:v>2</c:v>
                </c:pt>
                <c:pt idx="55206">
                  <c:v>2</c:v>
                </c:pt>
                <c:pt idx="55207">
                  <c:v>1</c:v>
                </c:pt>
                <c:pt idx="55208">
                  <c:v>1</c:v>
                </c:pt>
                <c:pt idx="55209">
                  <c:v>3</c:v>
                </c:pt>
                <c:pt idx="55210">
                  <c:v>6</c:v>
                </c:pt>
                <c:pt idx="55211">
                  <c:v>2</c:v>
                </c:pt>
                <c:pt idx="55212">
                  <c:v>2</c:v>
                </c:pt>
                <c:pt idx="55213">
                  <c:v>2</c:v>
                </c:pt>
                <c:pt idx="55214">
                  <c:v>2</c:v>
                </c:pt>
                <c:pt idx="55215">
                  <c:v>3</c:v>
                </c:pt>
                <c:pt idx="55216">
                  <c:v>3</c:v>
                </c:pt>
                <c:pt idx="55217">
                  <c:v>2</c:v>
                </c:pt>
                <c:pt idx="55218">
                  <c:v>2</c:v>
                </c:pt>
                <c:pt idx="55219">
                  <c:v>2</c:v>
                </c:pt>
                <c:pt idx="55220">
                  <c:v>3</c:v>
                </c:pt>
                <c:pt idx="55221">
                  <c:v>2</c:v>
                </c:pt>
                <c:pt idx="55222">
                  <c:v>6</c:v>
                </c:pt>
                <c:pt idx="55223">
                  <c:v>3</c:v>
                </c:pt>
                <c:pt idx="55224">
                  <c:v>4</c:v>
                </c:pt>
                <c:pt idx="55225">
                  <c:v>2</c:v>
                </c:pt>
                <c:pt idx="55226">
                  <c:v>4</c:v>
                </c:pt>
                <c:pt idx="55227">
                  <c:v>4</c:v>
                </c:pt>
                <c:pt idx="55228">
                  <c:v>6</c:v>
                </c:pt>
                <c:pt idx="55229">
                  <c:v>2</c:v>
                </c:pt>
                <c:pt idx="55230">
                  <c:v>3</c:v>
                </c:pt>
                <c:pt idx="55231">
                  <c:v>4</c:v>
                </c:pt>
                <c:pt idx="55232">
                  <c:v>2</c:v>
                </c:pt>
                <c:pt idx="55233">
                  <c:v>2</c:v>
                </c:pt>
                <c:pt idx="55234">
                  <c:v>1</c:v>
                </c:pt>
                <c:pt idx="55235">
                  <c:v>2</c:v>
                </c:pt>
                <c:pt idx="55236">
                  <c:v>3</c:v>
                </c:pt>
                <c:pt idx="55237">
                  <c:v>2</c:v>
                </c:pt>
                <c:pt idx="55238">
                  <c:v>3</c:v>
                </c:pt>
                <c:pt idx="55239">
                  <c:v>3</c:v>
                </c:pt>
                <c:pt idx="55240">
                  <c:v>6</c:v>
                </c:pt>
                <c:pt idx="55241">
                  <c:v>2</c:v>
                </c:pt>
                <c:pt idx="55242">
                  <c:v>1</c:v>
                </c:pt>
                <c:pt idx="55243">
                  <c:v>1</c:v>
                </c:pt>
                <c:pt idx="55244">
                  <c:v>1</c:v>
                </c:pt>
                <c:pt idx="55245">
                  <c:v>2</c:v>
                </c:pt>
                <c:pt idx="55246">
                  <c:v>2</c:v>
                </c:pt>
                <c:pt idx="55247">
                  <c:v>2</c:v>
                </c:pt>
                <c:pt idx="55248">
                  <c:v>2</c:v>
                </c:pt>
                <c:pt idx="55249">
                  <c:v>3</c:v>
                </c:pt>
                <c:pt idx="55250">
                  <c:v>3</c:v>
                </c:pt>
                <c:pt idx="55251">
                  <c:v>3</c:v>
                </c:pt>
                <c:pt idx="55252">
                  <c:v>1</c:v>
                </c:pt>
                <c:pt idx="55253">
                  <c:v>2</c:v>
                </c:pt>
                <c:pt idx="55254">
                  <c:v>2</c:v>
                </c:pt>
                <c:pt idx="55255">
                  <c:v>2</c:v>
                </c:pt>
                <c:pt idx="55256">
                  <c:v>3</c:v>
                </c:pt>
                <c:pt idx="55257">
                  <c:v>4</c:v>
                </c:pt>
                <c:pt idx="55258">
                  <c:v>2</c:v>
                </c:pt>
                <c:pt idx="55259">
                  <c:v>1</c:v>
                </c:pt>
                <c:pt idx="55260">
                  <c:v>2</c:v>
                </c:pt>
                <c:pt idx="55261">
                  <c:v>2</c:v>
                </c:pt>
                <c:pt idx="55262">
                  <c:v>2</c:v>
                </c:pt>
                <c:pt idx="55263">
                  <c:v>2</c:v>
                </c:pt>
                <c:pt idx="55264">
                  <c:v>3</c:v>
                </c:pt>
                <c:pt idx="55265">
                  <c:v>2</c:v>
                </c:pt>
                <c:pt idx="55266">
                  <c:v>2</c:v>
                </c:pt>
                <c:pt idx="55267">
                  <c:v>2</c:v>
                </c:pt>
                <c:pt idx="55268">
                  <c:v>2</c:v>
                </c:pt>
                <c:pt idx="55269">
                  <c:v>2</c:v>
                </c:pt>
                <c:pt idx="55270">
                  <c:v>1</c:v>
                </c:pt>
                <c:pt idx="55271">
                  <c:v>2</c:v>
                </c:pt>
                <c:pt idx="55272">
                  <c:v>4</c:v>
                </c:pt>
                <c:pt idx="55273">
                  <c:v>2</c:v>
                </c:pt>
                <c:pt idx="55274">
                  <c:v>2</c:v>
                </c:pt>
                <c:pt idx="55275">
                  <c:v>4</c:v>
                </c:pt>
                <c:pt idx="55276">
                  <c:v>1</c:v>
                </c:pt>
                <c:pt idx="55277">
                  <c:v>3</c:v>
                </c:pt>
                <c:pt idx="55278">
                  <c:v>2</c:v>
                </c:pt>
                <c:pt idx="55279">
                  <c:v>4</c:v>
                </c:pt>
                <c:pt idx="55280">
                  <c:v>3</c:v>
                </c:pt>
                <c:pt idx="55281">
                  <c:v>3</c:v>
                </c:pt>
                <c:pt idx="55282">
                  <c:v>1</c:v>
                </c:pt>
                <c:pt idx="55283">
                  <c:v>3</c:v>
                </c:pt>
                <c:pt idx="55284">
                  <c:v>1</c:v>
                </c:pt>
                <c:pt idx="55285">
                  <c:v>3</c:v>
                </c:pt>
                <c:pt idx="55286">
                  <c:v>1</c:v>
                </c:pt>
                <c:pt idx="55287">
                  <c:v>9</c:v>
                </c:pt>
                <c:pt idx="55288">
                  <c:v>2</c:v>
                </c:pt>
                <c:pt idx="55289">
                  <c:v>1</c:v>
                </c:pt>
                <c:pt idx="55290">
                  <c:v>2</c:v>
                </c:pt>
                <c:pt idx="55291">
                  <c:v>4</c:v>
                </c:pt>
                <c:pt idx="55292">
                  <c:v>2</c:v>
                </c:pt>
                <c:pt idx="55293">
                  <c:v>2</c:v>
                </c:pt>
                <c:pt idx="55294">
                  <c:v>3</c:v>
                </c:pt>
                <c:pt idx="55295">
                  <c:v>6</c:v>
                </c:pt>
                <c:pt idx="55296">
                  <c:v>1</c:v>
                </c:pt>
                <c:pt idx="55297">
                  <c:v>3</c:v>
                </c:pt>
                <c:pt idx="55298">
                  <c:v>2</c:v>
                </c:pt>
                <c:pt idx="55299">
                  <c:v>3</c:v>
                </c:pt>
                <c:pt idx="55300">
                  <c:v>2</c:v>
                </c:pt>
                <c:pt idx="55301">
                  <c:v>3</c:v>
                </c:pt>
                <c:pt idx="55302">
                  <c:v>3</c:v>
                </c:pt>
                <c:pt idx="55303">
                  <c:v>3</c:v>
                </c:pt>
                <c:pt idx="55304">
                  <c:v>1</c:v>
                </c:pt>
                <c:pt idx="55305">
                  <c:v>1</c:v>
                </c:pt>
                <c:pt idx="55306">
                  <c:v>1</c:v>
                </c:pt>
                <c:pt idx="55307">
                  <c:v>3</c:v>
                </c:pt>
                <c:pt idx="55308">
                  <c:v>3</c:v>
                </c:pt>
                <c:pt idx="55309">
                  <c:v>3</c:v>
                </c:pt>
                <c:pt idx="55310">
                  <c:v>3</c:v>
                </c:pt>
                <c:pt idx="55311">
                  <c:v>2</c:v>
                </c:pt>
                <c:pt idx="55312">
                  <c:v>4</c:v>
                </c:pt>
                <c:pt idx="55313">
                  <c:v>2</c:v>
                </c:pt>
                <c:pt idx="55314">
                  <c:v>2</c:v>
                </c:pt>
                <c:pt idx="55315">
                  <c:v>1</c:v>
                </c:pt>
                <c:pt idx="55316">
                  <c:v>3</c:v>
                </c:pt>
                <c:pt idx="55317">
                  <c:v>2</c:v>
                </c:pt>
                <c:pt idx="55318">
                  <c:v>4</c:v>
                </c:pt>
                <c:pt idx="55319">
                  <c:v>1</c:v>
                </c:pt>
                <c:pt idx="55320">
                  <c:v>5</c:v>
                </c:pt>
                <c:pt idx="55321">
                  <c:v>4</c:v>
                </c:pt>
                <c:pt idx="55322">
                  <c:v>5</c:v>
                </c:pt>
                <c:pt idx="55323">
                  <c:v>1</c:v>
                </c:pt>
                <c:pt idx="55324">
                  <c:v>2</c:v>
                </c:pt>
                <c:pt idx="55325">
                  <c:v>1</c:v>
                </c:pt>
                <c:pt idx="55326">
                  <c:v>1</c:v>
                </c:pt>
                <c:pt idx="55327">
                  <c:v>1</c:v>
                </c:pt>
                <c:pt idx="55328">
                  <c:v>2</c:v>
                </c:pt>
                <c:pt idx="55329">
                  <c:v>2</c:v>
                </c:pt>
                <c:pt idx="55330">
                  <c:v>1</c:v>
                </c:pt>
                <c:pt idx="55331">
                  <c:v>2</c:v>
                </c:pt>
                <c:pt idx="55332">
                  <c:v>4</c:v>
                </c:pt>
                <c:pt idx="55333">
                  <c:v>2</c:v>
                </c:pt>
                <c:pt idx="55334">
                  <c:v>-2</c:v>
                </c:pt>
                <c:pt idx="55335">
                  <c:v>-2</c:v>
                </c:pt>
                <c:pt idx="55336">
                  <c:v>-2</c:v>
                </c:pt>
                <c:pt idx="55337">
                  <c:v>4</c:v>
                </c:pt>
                <c:pt idx="55338">
                  <c:v>1</c:v>
                </c:pt>
                <c:pt idx="55339">
                  <c:v>4</c:v>
                </c:pt>
                <c:pt idx="55340">
                  <c:v>2</c:v>
                </c:pt>
                <c:pt idx="55341">
                  <c:v>2</c:v>
                </c:pt>
                <c:pt idx="55342">
                  <c:v>3</c:v>
                </c:pt>
                <c:pt idx="55343">
                  <c:v>2</c:v>
                </c:pt>
                <c:pt idx="55344">
                  <c:v>5</c:v>
                </c:pt>
                <c:pt idx="55345">
                  <c:v>2</c:v>
                </c:pt>
                <c:pt idx="55346">
                  <c:v>2</c:v>
                </c:pt>
                <c:pt idx="55347">
                  <c:v>1</c:v>
                </c:pt>
                <c:pt idx="55348">
                  <c:v>1</c:v>
                </c:pt>
                <c:pt idx="55349">
                  <c:v>2</c:v>
                </c:pt>
                <c:pt idx="55350">
                  <c:v>1</c:v>
                </c:pt>
                <c:pt idx="55351">
                  <c:v>1</c:v>
                </c:pt>
                <c:pt idx="55352">
                  <c:v>1</c:v>
                </c:pt>
                <c:pt idx="55353">
                  <c:v>2</c:v>
                </c:pt>
                <c:pt idx="55354">
                  <c:v>2</c:v>
                </c:pt>
                <c:pt idx="55355">
                  <c:v>2</c:v>
                </c:pt>
                <c:pt idx="55356">
                  <c:v>2</c:v>
                </c:pt>
                <c:pt idx="55357">
                  <c:v>10</c:v>
                </c:pt>
                <c:pt idx="55358">
                  <c:v>2</c:v>
                </c:pt>
                <c:pt idx="55359">
                  <c:v>4</c:v>
                </c:pt>
                <c:pt idx="55360">
                  <c:v>4</c:v>
                </c:pt>
                <c:pt idx="55361">
                  <c:v>4</c:v>
                </c:pt>
                <c:pt idx="55362">
                  <c:v>2</c:v>
                </c:pt>
                <c:pt idx="55363">
                  <c:v>2</c:v>
                </c:pt>
                <c:pt idx="55364">
                  <c:v>4</c:v>
                </c:pt>
                <c:pt idx="55365">
                  <c:v>2</c:v>
                </c:pt>
                <c:pt idx="55366">
                  <c:v>1</c:v>
                </c:pt>
                <c:pt idx="55367">
                  <c:v>3</c:v>
                </c:pt>
                <c:pt idx="55368">
                  <c:v>1</c:v>
                </c:pt>
                <c:pt idx="55369">
                  <c:v>4</c:v>
                </c:pt>
                <c:pt idx="55370">
                  <c:v>1</c:v>
                </c:pt>
                <c:pt idx="55371">
                  <c:v>2</c:v>
                </c:pt>
                <c:pt idx="55372">
                  <c:v>4</c:v>
                </c:pt>
                <c:pt idx="55373">
                  <c:v>1</c:v>
                </c:pt>
                <c:pt idx="55374">
                  <c:v>1</c:v>
                </c:pt>
                <c:pt idx="55375">
                  <c:v>2</c:v>
                </c:pt>
                <c:pt idx="55376">
                  <c:v>3</c:v>
                </c:pt>
                <c:pt idx="55377">
                  <c:v>2</c:v>
                </c:pt>
                <c:pt idx="55378">
                  <c:v>2</c:v>
                </c:pt>
                <c:pt idx="55379">
                  <c:v>4</c:v>
                </c:pt>
                <c:pt idx="55380">
                  <c:v>3</c:v>
                </c:pt>
                <c:pt idx="55381">
                  <c:v>2</c:v>
                </c:pt>
                <c:pt idx="55382">
                  <c:v>5</c:v>
                </c:pt>
                <c:pt idx="55383">
                  <c:v>2</c:v>
                </c:pt>
                <c:pt idx="55384">
                  <c:v>2</c:v>
                </c:pt>
                <c:pt idx="55385">
                  <c:v>1</c:v>
                </c:pt>
                <c:pt idx="55386">
                  <c:v>2</c:v>
                </c:pt>
                <c:pt idx="55387">
                  <c:v>3</c:v>
                </c:pt>
                <c:pt idx="55388">
                  <c:v>4</c:v>
                </c:pt>
                <c:pt idx="55389">
                  <c:v>2</c:v>
                </c:pt>
                <c:pt idx="55390">
                  <c:v>2</c:v>
                </c:pt>
                <c:pt idx="55391">
                  <c:v>8</c:v>
                </c:pt>
                <c:pt idx="55392">
                  <c:v>2</c:v>
                </c:pt>
                <c:pt idx="55393">
                  <c:v>3</c:v>
                </c:pt>
                <c:pt idx="55394">
                  <c:v>1</c:v>
                </c:pt>
                <c:pt idx="55395">
                  <c:v>3</c:v>
                </c:pt>
                <c:pt idx="55396">
                  <c:v>2</c:v>
                </c:pt>
                <c:pt idx="55397">
                  <c:v>2</c:v>
                </c:pt>
                <c:pt idx="55398">
                  <c:v>2</c:v>
                </c:pt>
                <c:pt idx="55399">
                  <c:v>1</c:v>
                </c:pt>
                <c:pt idx="55400">
                  <c:v>2</c:v>
                </c:pt>
                <c:pt idx="55401">
                  <c:v>2</c:v>
                </c:pt>
                <c:pt idx="55402">
                  <c:v>3</c:v>
                </c:pt>
                <c:pt idx="55403">
                  <c:v>1</c:v>
                </c:pt>
                <c:pt idx="55404">
                  <c:v>8</c:v>
                </c:pt>
                <c:pt idx="55405">
                  <c:v>2</c:v>
                </c:pt>
                <c:pt idx="55406">
                  <c:v>4</c:v>
                </c:pt>
                <c:pt idx="55407">
                  <c:v>9</c:v>
                </c:pt>
                <c:pt idx="55408">
                  <c:v>2</c:v>
                </c:pt>
                <c:pt idx="55409">
                  <c:v>3</c:v>
                </c:pt>
                <c:pt idx="55410">
                  <c:v>3</c:v>
                </c:pt>
                <c:pt idx="55411">
                  <c:v>2</c:v>
                </c:pt>
                <c:pt idx="55412">
                  <c:v>1</c:v>
                </c:pt>
                <c:pt idx="55413">
                  <c:v>2</c:v>
                </c:pt>
                <c:pt idx="55414">
                  <c:v>4</c:v>
                </c:pt>
                <c:pt idx="55415">
                  <c:v>9</c:v>
                </c:pt>
                <c:pt idx="55416">
                  <c:v>1</c:v>
                </c:pt>
                <c:pt idx="55417">
                  <c:v>3</c:v>
                </c:pt>
                <c:pt idx="55418">
                  <c:v>2</c:v>
                </c:pt>
                <c:pt idx="55419">
                  <c:v>3</c:v>
                </c:pt>
                <c:pt idx="55420">
                  <c:v>4</c:v>
                </c:pt>
                <c:pt idx="55421">
                  <c:v>2</c:v>
                </c:pt>
                <c:pt idx="55422">
                  <c:v>1</c:v>
                </c:pt>
                <c:pt idx="55423">
                  <c:v>2</c:v>
                </c:pt>
                <c:pt idx="55424">
                  <c:v>3</c:v>
                </c:pt>
                <c:pt idx="55425">
                  <c:v>3</c:v>
                </c:pt>
                <c:pt idx="55426">
                  <c:v>2</c:v>
                </c:pt>
                <c:pt idx="55427">
                  <c:v>2</c:v>
                </c:pt>
                <c:pt idx="55428">
                  <c:v>4</c:v>
                </c:pt>
                <c:pt idx="55429">
                  <c:v>2</c:v>
                </c:pt>
                <c:pt idx="55430">
                  <c:v>2</c:v>
                </c:pt>
                <c:pt idx="55431">
                  <c:v>1</c:v>
                </c:pt>
                <c:pt idx="55432">
                  <c:v>2</c:v>
                </c:pt>
                <c:pt idx="55433">
                  <c:v>1</c:v>
                </c:pt>
                <c:pt idx="55434">
                  <c:v>2</c:v>
                </c:pt>
                <c:pt idx="55435">
                  <c:v>2</c:v>
                </c:pt>
                <c:pt idx="55436">
                  <c:v>1</c:v>
                </c:pt>
                <c:pt idx="55437">
                  <c:v>1</c:v>
                </c:pt>
                <c:pt idx="55438">
                  <c:v>7</c:v>
                </c:pt>
                <c:pt idx="55439">
                  <c:v>1</c:v>
                </c:pt>
                <c:pt idx="55440">
                  <c:v>2</c:v>
                </c:pt>
                <c:pt idx="55441">
                  <c:v>3</c:v>
                </c:pt>
                <c:pt idx="55442">
                  <c:v>2</c:v>
                </c:pt>
                <c:pt idx="55443">
                  <c:v>5</c:v>
                </c:pt>
                <c:pt idx="55444">
                  <c:v>6</c:v>
                </c:pt>
                <c:pt idx="55445">
                  <c:v>6</c:v>
                </c:pt>
                <c:pt idx="55446">
                  <c:v>6</c:v>
                </c:pt>
                <c:pt idx="55447">
                  <c:v>3</c:v>
                </c:pt>
                <c:pt idx="55448">
                  <c:v>1</c:v>
                </c:pt>
                <c:pt idx="55449">
                  <c:v>3</c:v>
                </c:pt>
                <c:pt idx="55450">
                  <c:v>5</c:v>
                </c:pt>
                <c:pt idx="55451">
                  <c:v>2</c:v>
                </c:pt>
                <c:pt idx="55452">
                  <c:v>2</c:v>
                </c:pt>
                <c:pt idx="55453">
                  <c:v>2</c:v>
                </c:pt>
                <c:pt idx="55454">
                  <c:v>6</c:v>
                </c:pt>
                <c:pt idx="55455">
                  <c:v>1</c:v>
                </c:pt>
                <c:pt idx="55456">
                  <c:v>1</c:v>
                </c:pt>
                <c:pt idx="55457">
                  <c:v>2</c:v>
                </c:pt>
                <c:pt idx="55458">
                  <c:v>4</c:v>
                </c:pt>
                <c:pt idx="55459">
                  <c:v>2</c:v>
                </c:pt>
                <c:pt idx="55460">
                  <c:v>2</c:v>
                </c:pt>
                <c:pt idx="55461">
                  <c:v>1</c:v>
                </c:pt>
                <c:pt idx="55462">
                  <c:v>2</c:v>
                </c:pt>
                <c:pt idx="55463">
                  <c:v>3</c:v>
                </c:pt>
                <c:pt idx="55464">
                  <c:v>2</c:v>
                </c:pt>
                <c:pt idx="55465">
                  <c:v>2</c:v>
                </c:pt>
                <c:pt idx="55466">
                  <c:v>8</c:v>
                </c:pt>
                <c:pt idx="55467">
                  <c:v>2</c:v>
                </c:pt>
                <c:pt idx="55468">
                  <c:v>5</c:v>
                </c:pt>
                <c:pt idx="55469">
                  <c:v>5</c:v>
                </c:pt>
                <c:pt idx="55470">
                  <c:v>4</c:v>
                </c:pt>
                <c:pt idx="55471">
                  <c:v>6</c:v>
                </c:pt>
                <c:pt idx="55472">
                  <c:v>2</c:v>
                </c:pt>
                <c:pt idx="55473">
                  <c:v>2</c:v>
                </c:pt>
                <c:pt idx="55474">
                  <c:v>4</c:v>
                </c:pt>
                <c:pt idx="55475">
                  <c:v>1</c:v>
                </c:pt>
                <c:pt idx="55476">
                  <c:v>2</c:v>
                </c:pt>
                <c:pt idx="55477">
                  <c:v>3</c:v>
                </c:pt>
                <c:pt idx="55478">
                  <c:v>4</c:v>
                </c:pt>
                <c:pt idx="55479">
                  <c:v>2</c:v>
                </c:pt>
                <c:pt idx="55480">
                  <c:v>3</c:v>
                </c:pt>
                <c:pt idx="55481">
                  <c:v>3</c:v>
                </c:pt>
                <c:pt idx="55482">
                  <c:v>1</c:v>
                </c:pt>
                <c:pt idx="55483">
                  <c:v>2</c:v>
                </c:pt>
                <c:pt idx="55484">
                  <c:v>8</c:v>
                </c:pt>
                <c:pt idx="55485">
                  <c:v>2</c:v>
                </c:pt>
                <c:pt idx="55486">
                  <c:v>1</c:v>
                </c:pt>
                <c:pt idx="55487">
                  <c:v>2</c:v>
                </c:pt>
                <c:pt idx="55488">
                  <c:v>1</c:v>
                </c:pt>
                <c:pt idx="55489">
                  <c:v>3</c:v>
                </c:pt>
                <c:pt idx="55490">
                  <c:v>4</c:v>
                </c:pt>
                <c:pt idx="55491">
                  <c:v>4</c:v>
                </c:pt>
                <c:pt idx="55492">
                  <c:v>2</c:v>
                </c:pt>
                <c:pt idx="55493">
                  <c:v>2</c:v>
                </c:pt>
                <c:pt idx="55494">
                  <c:v>5</c:v>
                </c:pt>
                <c:pt idx="55495">
                  <c:v>2</c:v>
                </c:pt>
                <c:pt idx="55496">
                  <c:v>1</c:v>
                </c:pt>
                <c:pt idx="55497">
                  <c:v>2</c:v>
                </c:pt>
                <c:pt idx="55498">
                  <c:v>2</c:v>
                </c:pt>
                <c:pt idx="55499">
                  <c:v>1</c:v>
                </c:pt>
                <c:pt idx="55500">
                  <c:v>6</c:v>
                </c:pt>
                <c:pt idx="55501">
                  <c:v>1</c:v>
                </c:pt>
                <c:pt idx="55502">
                  <c:v>1</c:v>
                </c:pt>
                <c:pt idx="55503">
                  <c:v>2</c:v>
                </c:pt>
                <c:pt idx="55504">
                  <c:v>3</c:v>
                </c:pt>
                <c:pt idx="55505">
                  <c:v>1</c:v>
                </c:pt>
                <c:pt idx="55506">
                  <c:v>4</c:v>
                </c:pt>
                <c:pt idx="55507">
                  <c:v>4</c:v>
                </c:pt>
                <c:pt idx="55508">
                  <c:v>6</c:v>
                </c:pt>
                <c:pt idx="55509">
                  <c:v>3</c:v>
                </c:pt>
                <c:pt idx="55510">
                  <c:v>6</c:v>
                </c:pt>
                <c:pt idx="55511">
                  <c:v>3</c:v>
                </c:pt>
                <c:pt idx="55512">
                  <c:v>3</c:v>
                </c:pt>
                <c:pt idx="55513">
                  <c:v>1</c:v>
                </c:pt>
                <c:pt idx="55514">
                  <c:v>2</c:v>
                </c:pt>
                <c:pt idx="55515">
                  <c:v>8</c:v>
                </c:pt>
                <c:pt idx="55516">
                  <c:v>1</c:v>
                </c:pt>
                <c:pt idx="55517">
                  <c:v>3</c:v>
                </c:pt>
                <c:pt idx="55518">
                  <c:v>2</c:v>
                </c:pt>
                <c:pt idx="55519">
                  <c:v>1</c:v>
                </c:pt>
                <c:pt idx="55520">
                  <c:v>2</c:v>
                </c:pt>
                <c:pt idx="55521">
                  <c:v>5</c:v>
                </c:pt>
                <c:pt idx="55522">
                  <c:v>5</c:v>
                </c:pt>
                <c:pt idx="55523">
                  <c:v>4</c:v>
                </c:pt>
                <c:pt idx="55524">
                  <c:v>3</c:v>
                </c:pt>
                <c:pt idx="55525">
                  <c:v>2</c:v>
                </c:pt>
                <c:pt idx="55526">
                  <c:v>5</c:v>
                </c:pt>
                <c:pt idx="55527">
                  <c:v>6</c:v>
                </c:pt>
                <c:pt idx="55528">
                  <c:v>1</c:v>
                </c:pt>
                <c:pt idx="55529">
                  <c:v>5</c:v>
                </c:pt>
                <c:pt idx="55530">
                  <c:v>-2</c:v>
                </c:pt>
                <c:pt idx="55531">
                  <c:v>3</c:v>
                </c:pt>
                <c:pt idx="55532">
                  <c:v>1</c:v>
                </c:pt>
                <c:pt idx="55533">
                  <c:v>2</c:v>
                </c:pt>
                <c:pt idx="55534">
                  <c:v>4</c:v>
                </c:pt>
                <c:pt idx="55535">
                  <c:v>2</c:v>
                </c:pt>
                <c:pt idx="55536">
                  <c:v>4</c:v>
                </c:pt>
                <c:pt idx="55537">
                  <c:v>1</c:v>
                </c:pt>
                <c:pt idx="55538">
                  <c:v>2</c:v>
                </c:pt>
                <c:pt idx="55539">
                  <c:v>3</c:v>
                </c:pt>
                <c:pt idx="55540">
                  <c:v>1</c:v>
                </c:pt>
                <c:pt idx="55541">
                  <c:v>2</c:v>
                </c:pt>
                <c:pt idx="55542">
                  <c:v>6</c:v>
                </c:pt>
                <c:pt idx="55543">
                  <c:v>1</c:v>
                </c:pt>
                <c:pt idx="55544">
                  <c:v>3</c:v>
                </c:pt>
                <c:pt idx="55545">
                  <c:v>2</c:v>
                </c:pt>
                <c:pt idx="55546">
                  <c:v>4</c:v>
                </c:pt>
                <c:pt idx="55547">
                  <c:v>2</c:v>
                </c:pt>
                <c:pt idx="55548">
                  <c:v>1</c:v>
                </c:pt>
                <c:pt idx="55549">
                  <c:v>2</c:v>
                </c:pt>
                <c:pt idx="55550">
                  <c:v>4</c:v>
                </c:pt>
                <c:pt idx="55551">
                  <c:v>2</c:v>
                </c:pt>
                <c:pt idx="55552">
                  <c:v>1</c:v>
                </c:pt>
                <c:pt idx="55553">
                  <c:v>1</c:v>
                </c:pt>
                <c:pt idx="55554">
                  <c:v>5</c:v>
                </c:pt>
                <c:pt idx="55555">
                  <c:v>4</c:v>
                </c:pt>
                <c:pt idx="55556">
                  <c:v>1</c:v>
                </c:pt>
                <c:pt idx="55557">
                  <c:v>1</c:v>
                </c:pt>
                <c:pt idx="55558">
                  <c:v>5</c:v>
                </c:pt>
                <c:pt idx="55559">
                  <c:v>1</c:v>
                </c:pt>
                <c:pt idx="55560">
                  <c:v>2</c:v>
                </c:pt>
                <c:pt idx="55561">
                  <c:v>2</c:v>
                </c:pt>
                <c:pt idx="55562">
                  <c:v>6</c:v>
                </c:pt>
                <c:pt idx="55563">
                  <c:v>3</c:v>
                </c:pt>
                <c:pt idx="55564">
                  <c:v>1</c:v>
                </c:pt>
                <c:pt idx="55565">
                  <c:v>1</c:v>
                </c:pt>
                <c:pt idx="55566">
                  <c:v>2</c:v>
                </c:pt>
                <c:pt idx="55567">
                  <c:v>3</c:v>
                </c:pt>
                <c:pt idx="55568">
                  <c:v>4</c:v>
                </c:pt>
                <c:pt idx="55569">
                  <c:v>2</c:v>
                </c:pt>
                <c:pt idx="55570">
                  <c:v>4</c:v>
                </c:pt>
                <c:pt idx="55571">
                  <c:v>4</c:v>
                </c:pt>
                <c:pt idx="55572">
                  <c:v>2</c:v>
                </c:pt>
                <c:pt idx="55573">
                  <c:v>2</c:v>
                </c:pt>
                <c:pt idx="55574">
                  <c:v>2</c:v>
                </c:pt>
                <c:pt idx="55575">
                  <c:v>1</c:v>
                </c:pt>
                <c:pt idx="55576">
                  <c:v>5</c:v>
                </c:pt>
                <c:pt idx="55577">
                  <c:v>1</c:v>
                </c:pt>
                <c:pt idx="55578">
                  <c:v>1</c:v>
                </c:pt>
                <c:pt idx="55579">
                  <c:v>2</c:v>
                </c:pt>
                <c:pt idx="55580">
                  <c:v>3</c:v>
                </c:pt>
                <c:pt idx="55581">
                  <c:v>4</c:v>
                </c:pt>
                <c:pt idx="55582">
                  <c:v>1</c:v>
                </c:pt>
                <c:pt idx="55583">
                  <c:v>3</c:v>
                </c:pt>
                <c:pt idx="55584">
                  <c:v>7</c:v>
                </c:pt>
                <c:pt idx="55585">
                  <c:v>6</c:v>
                </c:pt>
                <c:pt idx="55586">
                  <c:v>3</c:v>
                </c:pt>
                <c:pt idx="55587">
                  <c:v>3</c:v>
                </c:pt>
                <c:pt idx="55588">
                  <c:v>9</c:v>
                </c:pt>
                <c:pt idx="55589">
                  <c:v>1</c:v>
                </c:pt>
                <c:pt idx="55590">
                  <c:v>1</c:v>
                </c:pt>
                <c:pt idx="55591">
                  <c:v>4</c:v>
                </c:pt>
                <c:pt idx="55592">
                  <c:v>2</c:v>
                </c:pt>
                <c:pt idx="55593">
                  <c:v>16</c:v>
                </c:pt>
                <c:pt idx="55594">
                  <c:v>3</c:v>
                </c:pt>
                <c:pt idx="55595">
                  <c:v>2</c:v>
                </c:pt>
                <c:pt idx="55596">
                  <c:v>2</c:v>
                </c:pt>
                <c:pt idx="55597">
                  <c:v>4</c:v>
                </c:pt>
                <c:pt idx="55598">
                  <c:v>2</c:v>
                </c:pt>
                <c:pt idx="55599">
                  <c:v>3</c:v>
                </c:pt>
                <c:pt idx="55600">
                  <c:v>1</c:v>
                </c:pt>
                <c:pt idx="55601">
                  <c:v>2</c:v>
                </c:pt>
                <c:pt idx="55602">
                  <c:v>1</c:v>
                </c:pt>
                <c:pt idx="55603">
                  <c:v>2</c:v>
                </c:pt>
                <c:pt idx="55604">
                  <c:v>4</c:v>
                </c:pt>
                <c:pt idx="55605">
                  <c:v>6</c:v>
                </c:pt>
                <c:pt idx="55606">
                  <c:v>1</c:v>
                </c:pt>
                <c:pt idx="55607">
                  <c:v>4</c:v>
                </c:pt>
                <c:pt idx="55608">
                  <c:v>4</c:v>
                </c:pt>
                <c:pt idx="55609">
                  <c:v>1</c:v>
                </c:pt>
                <c:pt idx="55610">
                  <c:v>1</c:v>
                </c:pt>
                <c:pt idx="55611">
                  <c:v>12</c:v>
                </c:pt>
                <c:pt idx="55612">
                  <c:v>4</c:v>
                </c:pt>
                <c:pt idx="55613">
                  <c:v>2</c:v>
                </c:pt>
                <c:pt idx="55614">
                  <c:v>3</c:v>
                </c:pt>
                <c:pt idx="55615">
                  <c:v>6</c:v>
                </c:pt>
                <c:pt idx="55616">
                  <c:v>1</c:v>
                </c:pt>
                <c:pt idx="55617">
                  <c:v>1</c:v>
                </c:pt>
                <c:pt idx="55618">
                  <c:v>2</c:v>
                </c:pt>
                <c:pt idx="55619">
                  <c:v>3</c:v>
                </c:pt>
                <c:pt idx="55620">
                  <c:v>2</c:v>
                </c:pt>
                <c:pt idx="55621">
                  <c:v>2</c:v>
                </c:pt>
                <c:pt idx="55622">
                  <c:v>3</c:v>
                </c:pt>
                <c:pt idx="55623">
                  <c:v>2</c:v>
                </c:pt>
                <c:pt idx="55624">
                  <c:v>5</c:v>
                </c:pt>
                <c:pt idx="55625">
                  <c:v>3</c:v>
                </c:pt>
                <c:pt idx="55626">
                  <c:v>1</c:v>
                </c:pt>
                <c:pt idx="55627">
                  <c:v>5</c:v>
                </c:pt>
                <c:pt idx="55628">
                  <c:v>5</c:v>
                </c:pt>
                <c:pt idx="55629">
                  <c:v>5</c:v>
                </c:pt>
                <c:pt idx="55630">
                  <c:v>7</c:v>
                </c:pt>
                <c:pt idx="55631">
                  <c:v>2</c:v>
                </c:pt>
                <c:pt idx="55632">
                  <c:v>3</c:v>
                </c:pt>
                <c:pt idx="55633">
                  <c:v>2</c:v>
                </c:pt>
                <c:pt idx="55634">
                  <c:v>1</c:v>
                </c:pt>
                <c:pt idx="55635">
                  <c:v>4</c:v>
                </c:pt>
                <c:pt idx="55636">
                  <c:v>2</c:v>
                </c:pt>
                <c:pt idx="55637">
                  <c:v>3</c:v>
                </c:pt>
                <c:pt idx="55638">
                  <c:v>1</c:v>
                </c:pt>
                <c:pt idx="55639">
                  <c:v>2</c:v>
                </c:pt>
                <c:pt idx="55640">
                  <c:v>2</c:v>
                </c:pt>
                <c:pt idx="55641">
                  <c:v>3</c:v>
                </c:pt>
                <c:pt idx="55642">
                  <c:v>-2</c:v>
                </c:pt>
                <c:pt idx="55643">
                  <c:v>3</c:v>
                </c:pt>
                <c:pt idx="55644">
                  <c:v>3</c:v>
                </c:pt>
                <c:pt idx="55645">
                  <c:v>1</c:v>
                </c:pt>
                <c:pt idx="55646">
                  <c:v>-1</c:v>
                </c:pt>
                <c:pt idx="55647">
                  <c:v>1</c:v>
                </c:pt>
                <c:pt idx="55648">
                  <c:v>1</c:v>
                </c:pt>
                <c:pt idx="55649">
                  <c:v>12</c:v>
                </c:pt>
                <c:pt idx="55650">
                  <c:v>3</c:v>
                </c:pt>
                <c:pt idx="55651">
                  <c:v>2</c:v>
                </c:pt>
                <c:pt idx="55652">
                  <c:v>7</c:v>
                </c:pt>
                <c:pt idx="55653">
                  <c:v>4</c:v>
                </c:pt>
                <c:pt idx="55654">
                  <c:v>1</c:v>
                </c:pt>
                <c:pt idx="55655">
                  <c:v>1</c:v>
                </c:pt>
                <c:pt idx="55656">
                  <c:v>2</c:v>
                </c:pt>
                <c:pt idx="55657">
                  <c:v>2</c:v>
                </c:pt>
                <c:pt idx="55658">
                  <c:v>1</c:v>
                </c:pt>
                <c:pt idx="55659">
                  <c:v>1</c:v>
                </c:pt>
                <c:pt idx="55660">
                  <c:v>1</c:v>
                </c:pt>
                <c:pt idx="55661">
                  <c:v>2</c:v>
                </c:pt>
                <c:pt idx="55662">
                  <c:v>1</c:v>
                </c:pt>
                <c:pt idx="55663">
                  <c:v>2</c:v>
                </c:pt>
                <c:pt idx="55664">
                  <c:v>3</c:v>
                </c:pt>
                <c:pt idx="55665">
                  <c:v>2</c:v>
                </c:pt>
                <c:pt idx="55666">
                  <c:v>5</c:v>
                </c:pt>
                <c:pt idx="55667">
                  <c:v>1</c:v>
                </c:pt>
                <c:pt idx="55668">
                  <c:v>2</c:v>
                </c:pt>
                <c:pt idx="55669">
                  <c:v>2</c:v>
                </c:pt>
                <c:pt idx="55670">
                  <c:v>2</c:v>
                </c:pt>
                <c:pt idx="55671">
                  <c:v>3</c:v>
                </c:pt>
                <c:pt idx="55672">
                  <c:v>3</c:v>
                </c:pt>
                <c:pt idx="55673">
                  <c:v>2</c:v>
                </c:pt>
                <c:pt idx="55674">
                  <c:v>1</c:v>
                </c:pt>
                <c:pt idx="55675">
                  <c:v>3</c:v>
                </c:pt>
                <c:pt idx="55676">
                  <c:v>3</c:v>
                </c:pt>
                <c:pt idx="55677">
                  <c:v>5</c:v>
                </c:pt>
                <c:pt idx="55678">
                  <c:v>3</c:v>
                </c:pt>
                <c:pt idx="55679">
                  <c:v>5</c:v>
                </c:pt>
                <c:pt idx="55680">
                  <c:v>2</c:v>
                </c:pt>
                <c:pt idx="55681">
                  <c:v>1</c:v>
                </c:pt>
                <c:pt idx="55682">
                  <c:v>4</c:v>
                </c:pt>
                <c:pt idx="55683">
                  <c:v>3</c:v>
                </c:pt>
                <c:pt idx="55684">
                  <c:v>4</c:v>
                </c:pt>
                <c:pt idx="55685">
                  <c:v>4</c:v>
                </c:pt>
                <c:pt idx="55686">
                  <c:v>2</c:v>
                </c:pt>
                <c:pt idx="55687">
                  <c:v>2</c:v>
                </c:pt>
                <c:pt idx="55688">
                  <c:v>2</c:v>
                </c:pt>
                <c:pt idx="55689">
                  <c:v>3</c:v>
                </c:pt>
                <c:pt idx="55690">
                  <c:v>3</c:v>
                </c:pt>
                <c:pt idx="55691">
                  <c:v>2</c:v>
                </c:pt>
                <c:pt idx="55692">
                  <c:v>2</c:v>
                </c:pt>
                <c:pt idx="55693">
                  <c:v>2</c:v>
                </c:pt>
                <c:pt idx="55694">
                  <c:v>2</c:v>
                </c:pt>
                <c:pt idx="55695">
                  <c:v>3</c:v>
                </c:pt>
                <c:pt idx="55696">
                  <c:v>1</c:v>
                </c:pt>
                <c:pt idx="55697">
                  <c:v>3</c:v>
                </c:pt>
                <c:pt idx="55698">
                  <c:v>2</c:v>
                </c:pt>
                <c:pt idx="55699">
                  <c:v>2</c:v>
                </c:pt>
                <c:pt idx="55700">
                  <c:v>2</c:v>
                </c:pt>
                <c:pt idx="55701">
                  <c:v>3</c:v>
                </c:pt>
                <c:pt idx="55702">
                  <c:v>2</c:v>
                </c:pt>
                <c:pt idx="55703">
                  <c:v>3</c:v>
                </c:pt>
                <c:pt idx="55704">
                  <c:v>13</c:v>
                </c:pt>
                <c:pt idx="55705">
                  <c:v>1</c:v>
                </c:pt>
                <c:pt idx="55706">
                  <c:v>7</c:v>
                </c:pt>
                <c:pt idx="55707">
                  <c:v>-13</c:v>
                </c:pt>
                <c:pt idx="55708">
                  <c:v>9</c:v>
                </c:pt>
                <c:pt idx="55709">
                  <c:v>4</c:v>
                </c:pt>
                <c:pt idx="55710">
                  <c:v>3</c:v>
                </c:pt>
                <c:pt idx="55711">
                  <c:v>2</c:v>
                </c:pt>
                <c:pt idx="55712">
                  <c:v>3</c:v>
                </c:pt>
                <c:pt idx="55713">
                  <c:v>1</c:v>
                </c:pt>
                <c:pt idx="55714">
                  <c:v>1</c:v>
                </c:pt>
                <c:pt idx="55715">
                  <c:v>2</c:v>
                </c:pt>
                <c:pt idx="55716">
                  <c:v>5</c:v>
                </c:pt>
                <c:pt idx="55717">
                  <c:v>2</c:v>
                </c:pt>
                <c:pt idx="55718">
                  <c:v>3</c:v>
                </c:pt>
                <c:pt idx="55719">
                  <c:v>5</c:v>
                </c:pt>
                <c:pt idx="55720">
                  <c:v>9</c:v>
                </c:pt>
                <c:pt idx="55721">
                  <c:v>2</c:v>
                </c:pt>
                <c:pt idx="55722">
                  <c:v>2</c:v>
                </c:pt>
                <c:pt idx="55723">
                  <c:v>2</c:v>
                </c:pt>
                <c:pt idx="55724">
                  <c:v>2</c:v>
                </c:pt>
                <c:pt idx="55725">
                  <c:v>3</c:v>
                </c:pt>
                <c:pt idx="55726">
                  <c:v>4</c:v>
                </c:pt>
                <c:pt idx="55727">
                  <c:v>4</c:v>
                </c:pt>
                <c:pt idx="55728">
                  <c:v>2</c:v>
                </c:pt>
                <c:pt idx="55729">
                  <c:v>2</c:v>
                </c:pt>
                <c:pt idx="55730">
                  <c:v>4</c:v>
                </c:pt>
                <c:pt idx="55731">
                  <c:v>1</c:v>
                </c:pt>
                <c:pt idx="55732">
                  <c:v>3</c:v>
                </c:pt>
                <c:pt idx="55733">
                  <c:v>2</c:v>
                </c:pt>
                <c:pt idx="55734">
                  <c:v>4</c:v>
                </c:pt>
                <c:pt idx="55735">
                  <c:v>2</c:v>
                </c:pt>
                <c:pt idx="55736">
                  <c:v>2</c:v>
                </c:pt>
                <c:pt idx="55737">
                  <c:v>3</c:v>
                </c:pt>
                <c:pt idx="55738">
                  <c:v>2</c:v>
                </c:pt>
                <c:pt idx="55739">
                  <c:v>1</c:v>
                </c:pt>
                <c:pt idx="55740">
                  <c:v>3</c:v>
                </c:pt>
                <c:pt idx="55741">
                  <c:v>2</c:v>
                </c:pt>
                <c:pt idx="55742">
                  <c:v>2</c:v>
                </c:pt>
                <c:pt idx="55743">
                  <c:v>2</c:v>
                </c:pt>
                <c:pt idx="55744">
                  <c:v>5</c:v>
                </c:pt>
                <c:pt idx="55745">
                  <c:v>2</c:v>
                </c:pt>
                <c:pt idx="55746">
                  <c:v>3</c:v>
                </c:pt>
                <c:pt idx="55747">
                  <c:v>4</c:v>
                </c:pt>
                <c:pt idx="55748">
                  <c:v>2</c:v>
                </c:pt>
                <c:pt idx="55749">
                  <c:v>2</c:v>
                </c:pt>
                <c:pt idx="55750">
                  <c:v>2</c:v>
                </c:pt>
                <c:pt idx="55751">
                  <c:v>3</c:v>
                </c:pt>
                <c:pt idx="55752">
                  <c:v>2</c:v>
                </c:pt>
                <c:pt idx="55753">
                  <c:v>1</c:v>
                </c:pt>
                <c:pt idx="55754">
                  <c:v>1</c:v>
                </c:pt>
                <c:pt idx="55755">
                  <c:v>2</c:v>
                </c:pt>
                <c:pt idx="55756">
                  <c:v>3</c:v>
                </c:pt>
                <c:pt idx="55757">
                  <c:v>6</c:v>
                </c:pt>
                <c:pt idx="55758">
                  <c:v>3</c:v>
                </c:pt>
                <c:pt idx="55759">
                  <c:v>1</c:v>
                </c:pt>
                <c:pt idx="55760">
                  <c:v>2</c:v>
                </c:pt>
                <c:pt idx="55761">
                  <c:v>2</c:v>
                </c:pt>
                <c:pt idx="55762">
                  <c:v>1</c:v>
                </c:pt>
                <c:pt idx="55763">
                  <c:v>2</c:v>
                </c:pt>
                <c:pt idx="55764">
                  <c:v>3</c:v>
                </c:pt>
                <c:pt idx="55765">
                  <c:v>2</c:v>
                </c:pt>
                <c:pt idx="55766">
                  <c:v>3</c:v>
                </c:pt>
                <c:pt idx="55767">
                  <c:v>3</c:v>
                </c:pt>
                <c:pt idx="55768">
                  <c:v>3</c:v>
                </c:pt>
                <c:pt idx="55769">
                  <c:v>1</c:v>
                </c:pt>
                <c:pt idx="55770">
                  <c:v>5</c:v>
                </c:pt>
                <c:pt idx="55771">
                  <c:v>2</c:v>
                </c:pt>
                <c:pt idx="55772">
                  <c:v>1</c:v>
                </c:pt>
                <c:pt idx="55773">
                  <c:v>3</c:v>
                </c:pt>
                <c:pt idx="55774">
                  <c:v>2</c:v>
                </c:pt>
                <c:pt idx="55775">
                  <c:v>3</c:v>
                </c:pt>
                <c:pt idx="55776">
                  <c:v>1</c:v>
                </c:pt>
                <c:pt idx="55777">
                  <c:v>1</c:v>
                </c:pt>
                <c:pt idx="55778">
                  <c:v>3</c:v>
                </c:pt>
                <c:pt idx="55779">
                  <c:v>1</c:v>
                </c:pt>
                <c:pt idx="55780">
                  <c:v>5</c:v>
                </c:pt>
                <c:pt idx="55781">
                  <c:v>4</c:v>
                </c:pt>
                <c:pt idx="55782">
                  <c:v>2</c:v>
                </c:pt>
                <c:pt idx="55783">
                  <c:v>2</c:v>
                </c:pt>
                <c:pt idx="55784">
                  <c:v>4</c:v>
                </c:pt>
                <c:pt idx="55785">
                  <c:v>2</c:v>
                </c:pt>
                <c:pt idx="55786">
                  <c:v>3</c:v>
                </c:pt>
                <c:pt idx="55787">
                  <c:v>2</c:v>
                </c:pt>
                <c:pt idx="55788">
                  <c:v>3</c:v>
                </c:pt>
                <c:pt idx="55789">
                  <c:v>4</c:v>
                </c:pt>
                <c:pt idx="55790">
                  <c:v>2</c:v>
                </c:pt>
                <c:pt idx="55791">
                  <c:v>3</c:v>
                </c:pt>
                <c:pt idx="55792">
                  <c:v>7</c:v>
                </c:pt>
                <c:pt idx="55793">
                  <c:v>3</c:v>
                </c:pt>
                <c:pt idx="55794">
                  <c:v>4</c:v>
                </c:pt>
                <c:pt idx="55795">
                  <c:v>2</c:v>
                </c:pt>
                <c:pt idx="55796">
                  <c:v>10</c:v>
                </c:pt>
                <c:pt idx="55797">
                  <c:v>2</c:v>
                </c:pt>
                <c:pt idx="55798">
                  <c:v>-1</c:v>
                </c:pt>
                <c:pt idx="55799">
                  <c:v>2</c:v>
                </c:pt>
                <c:pt idx="55800">
                  <c:v>2</c:v>
                </c:pt>
                <c:pt idx="55801">
                  <c:v>5</c:v>
                </c:pt>
                <c:pt idx="55802">
                  <c:v>3</c:v>
                </c:pt>
                <c:pt idx="55803">
                  <c:v>2</c:v>
                </c:pt>
                <c:pt idx="55804">
                  <c:v>3</c:v>
                </c:pt>
                <c:pt idx="55805">
                  <c:v>2</c:v>
                </c:pt>
                <c:pt idx="55806">
                  <c:v>5</c:v>
                </c:pt>
                <c:pt idx="55807">
                  <c:v>4</c:v>
                </c:pt>
                <c:pt idx="55808">
                  <c:v>4</c:v>
                </c:pt>
                <c:pt idx="55809">
                  <c:v>1</c:v>
                </c:pt>
                <c:pt idx="55810">
                  <c:v>3</c:v>
                </c:pt>
                <c:pt idx="55811">
                  <c:v>2</c:v>
                </c:pt>
                <c:pt idx="55812">
                  <c:v>4</c:v>
                </c:pt>
                <c:pt idx="55813">
                  <c:v>5</c:v>
                </c:pt>
                <c:pt idx="55814">
                  <c:v>2</c:v>
                </c:pt>
                <c:pt idx="55815">
                  <c:v>1</c:v>
                </c:pt>
                <c:pt idx="55816">
                  <c:v>2</c:v>
                </c:pt>
                <c:pt idx="55817">
                  <c:v>1</c:v>
                </c:pt>
                <c:pt idx="55818">
                  <c:v>4</c:v>
                </c:pt>
                <c:pt idx="55819">
                  <c:v>4</c:v>
                </c:pt>
                <c:pt idx="55820">
                  <c:v>3</c:v>
                </c:pt>
                <c:pt idx="55821">
                  <c:v>2</c:v>
                </c:pt>
                <c:pt idx="55822">
                  <c:v>6</c:v>
                </c:pt>
                <c:pt idx="55823">
                  <c:v>3</c:v>
                </c:pt>
                <c:pt idx="55824">
                  <c:v>1</c:v>
                </c:pt>
                <c:pt idx="55825">
                  <c:v>2</c:v>
                </c:pt>
                <c:pt idx="55826">
                  <c:v>4</c:v>
                </c:pt>
                <c:pt idx="55827">
                  <c:v>1</c:v>
                </c:pt>
                <c:pt idx="55828">
                  <c:v>2</c:v>
                </c:pt>
                <c:pt idx="55829">
                  <c:v>2</c:v>
                </c:pt>
                <c:pt idx="55830">
                  <c:v>3</c:v>
                </c:pt>
                <c:pt idx="55831">
                  <c:v>1</c:v>
                </c:pt>
                <c:pt idx="55832">
                  <c:v>2</c:v>
                </c:pt>
                <c:pt idx="55833">
                  <c:v>1</c:v>
                </c:pt>
                <c:pt idx="55834">
                  <c:v>2</c:v>
                </c:pt>
                <c:pt idx="55835">
                  <c:v>4</c:v>
                </c:pt>
                <c:pt idx="55836">
                  <c:v>5</c:v>
                </c:pt>
                <c:pt idx="55837">
                  <c:v>4</c:v>
                </c:pt>
                <c:pt idx="55838">
                  <c:v>6</c:v>
                </c:pt>
                <c:pt idx="55839">
                  <c:v>1</c:v>
                </c:pt>
                <c:pt idx="55840">
                  <c:v>2</c:v>
                </c:pt>
                <c:pt idx="55841">
                  <c:v>3</c:v>
                </c:pt>
                <c:pt idx="55842">
                  <c:v>4</c:v>
                </c:pt>
                <c:pt idx="55843">
                  <c:v>6</c:v>
                </c:pt>
                <c:pt idx="55844">
                  <c:v>1</c:v>
                </c:pt>
                <c:pt idx="55845">
                  <c:v>4</c:v>
                </c:pt>
                <c:pt idx="55846">
                  <c:v>5</c:v>
                </c:pt>
                <c:pt idx="55847">
                  <c:v>2</c:v>
                </c:pt>
                <c:pt idx="55848">
                  <c:v>3</c:v>
                </c:pt>
                <c:pt idx="55849">
                  <c:v>2</c:v>
                </c:pt>
                <c:pt idx="55850">
                  <c:v>2</c:v>
                </c:pt>
                <c:pt idx="55851">
                  <c:v>3</c:v>
                </c:pt>
                <c:pt idx="55852">
                  <c:v>1</c:v>
                </c:pt>
                <c:pt idx="55853">
                  <c:v>3</c:v>
                </c:pt>
                <c:pt idx="55854">
                  <c:v>2</c:v>
                </c:pt>
                <c:pt idx="55855">
                  <c:v>2</c:v>
                </c:pt>
                <c:pt idx="55856">
                  <c:v>2</c:v>
                </c:pt>
                <c:pt idx="55857">
                  <c:v>2</c:v>
                </c:pt>
                <c:pt idx="55858">
                  <c:v>6</c:v>
                </c:pt>
                <c:pt idx="55859">
                  <c:v>2</c:v>
                </c:pt>
                <c:pt idx="55860">
                  <c:v>10</c:v>
                </c:pt>
                <c:pt idx="55861">
                  <c:v>1</c:v>
                </c:pt>
                <c:pt idx="55862">
                  <c:v>1</c:v>
                </c:pt>
                <c:pt idx="55863">
                  <c:v>5</c:v>
                </c:pt>
                <c:pt idx="55864">
                  <c:v>3</c:v>
                </c:pt>
                <c:pt idx="55865">
                  <c:v>2</c:v>
                </c:pt>
                <c:pt idx="55866">
                  <c:v>2</c:v>
                </c:pt>
                <c:pt idx="55867">
                  <c:v>3</c:v>
                </c:pt>
                <c:pt idx="55868">
                  <c:v>1</c:v>
                </c:pt>
                <c:pt idx="55869">
                  <c:v>4</c:v>
                </c:pt>
                <c:pt idx="55870">
                  <c:v>1</c:v>
                </c:pt>
                <c:pt idx="55871">
                  <c:v>4</c:v>
                </c:pt>
                <c:pt idx="55872">
                  <c:v>2</c:v>
                </c:pt>
                <c:pt idx="55873">
                  <c:v>2</c:v>
                </c:pt>
                <c:pt idx="55874">
                  <c:v>2</c:v>
                </c:pt>
                <c:pt idx="55875">
                  <c:v>2</c:v>
                </c:pt>
                <c:pt idx="55876">
                  <c:v>3</c:v>
                </c:pt>
                <c:pt idx="55877">
                  <c:v>2</c:v>
                </c:pt>
                <c:pt idx="55878">
                  <c:v>3</c:v>
                </c:pt>
                <c:pt idx="55879">
                  <c:v>4</c:v>
                </c:pt>
                <c:pt idx="55880">
                  <c:v>6</c:v>
                </c:pt>
                <c:pt idx="55881">
                  <c:v>4</c:v>
                </c:pt>
                <c:pt idx="55882">
                  <c:v>2</c:v>
                </c:pt>
                <c:pt idx="55883">
                  <c:v>2</c:v>
                </c:pt>
                <c:pt idx="55884">
                  <c:v>4</c:v>
                </c:pt>
                <c:pt idx="55885">
                  <c:v>2</c:v>
                </c:pt>
                <c:pt idx="55886">
                  <c:v>2</c:v>
                </c:pt>
                <c:pt idx="55887">
                  <c:v>1</c:v>
                </c:pt>
                <c:pt idx="55888">
                  <c:v>5</c:v>
                </c:pt>
                <c:pt idx="55889">
                  <c:v>3</c:v>
                </c:pt>
                <c:pt idx="55890">
                  <c:v>3</c:v>
                </c:pt>
                <c:pt idx="55891">
                  <c:v>2</c:v>
                </c:pt>
                <c:pt idx="55892">
                  <c:v>1</c:v>
                </c:pt>
                <c:pt idx="55893">
                  <c:v>3</c:v>
                </c:pt>
                <c:pt idx="55894">
                  <c:v>4</c:v>
                </c:pt>
                <c:pt idx="55895">
                  <c:v>1</c:v>
                </c:pt>
                <c:pt idx="55896">
                  <c:v>2</c:v>
                </c:pt>
                <c:pt idx="55897">
                  <c:v>2</c:v>
                </c:pt>
                <c:pt idx="55898">
                  <c:v>3</c:v>
                </c:pt>
                <c:pt idx="55899">
                  <c:v>3</c:v>
                </c:pt>
                <c:pt idx="55900">
                  <c:v>2</c:v>
                </c:pt>
                <c:pt idx="55901">
                  <c:v>3</c:v>
                </c:pt>
                <c:pt idx="55902">
                  <c:v>4</c:v>
                </c:pt>
                <c:pt idx="55903">
                  <c:v>4</c:v>
                </c:pt>
                <c:pt idx="55904">
                  <c:v>3</c:v>
                </c:pt>
                <c:pt idx="55905">
                  <c:v>3</c:v>
                </c:pt>
                <c:pt idx="55906">
                  <c:v>3</c:v>
                </c:pt>
                <c:pt idx="55907">
                  <c:v>3</c:v>
                </c:pt>
                <c:pt idx="55908">
                  <c:v>6</c:v>
                </c:pt>
                <c:pt idx="55909">
                  <c:v>2</c:v>
                </c:pt>
                <c:pt idx="55910">
                  <c:v>3</c:v>
                </c:pt>
                <c:pt idx="55911">
                  <c:v>3</c:v>
                </c:pt>
                <c:pt idx="55912">
                  <c:v>2</c:v>
                </c:pt>
                <c:pt idx="55913">
                  <c:v>3</c:v>
                </c:pt>
                <c:pt idx="55914">
                  <c:v>10</c:v>
                </c:pt>
                <c:pt idx="55915">
                  <c:v>3</c:v>
                </c:pt>
                <c:pt idx="55916">
                  <c:v>1</c:v>
                </c:pt>
                <c:pt idx="55917">
                  <c:v>2</c:v>
                </c:pt>
                <c:pt idx="55918">
                  <c:v>4</c:v>
                </c:pt>
                <c:pt idx="55919">
                  <c:v>2</c:v>
                </c:pt>
                <c:pt idx="55920">
                  <c:v>3</c:v>
                </c:pt>
                <c:pt idx="55921">
                  <c:v>3</c:v>
                </c:pt>
                <c:pt idx="55922">
                  <c:v>4</c:v>
                </c:pt>
                <c:pt idx="55923">
                  <c:v>2</c:v>
                </c:pt>
                <c:pt idx="55924">
                  <c:v>5</c:v>
                </c:pt>
                <c:pt idx="55925">
                  <c:v>3</c:v>
                </c:pt>
                <c:pt idx="55926">
                  <c:v>2</c:v>
                </c:pt>
                <c:pt idx="55927">
                  <c:v>4</c:v>
                </c:pt>
                <c:pt idx="55928">
                  <c:v>2</c:v>
                </c:pt>
                <c:pt idx="55929">
                  <c:v>2</c:v>
                </c:pt>
                <c:pt idx="55930">
                  <c:v>1</c:v>
                </c:pt>
                <c:pt idx="55931">
                  <c:v>2</c:v>
                </c:pt>
                <c:pt idx="55932">
                  <c:v>3</c:v>
                </c:pt>
                <c:pt idx="55933">
                  <c:v>3</c:v>
                </c:pt>
                <c:pt idx="55934">
                  <c:v>2</c:v>
                </c:pt>
                <c:pt idx="55935">
                  <c:v>3</c:v>
                </c:pt>
                <c:pt idx="55936">
                  <c:v>2</c:v>
                </c:pt>
                <c:pt idx="55937">
                  <c:v>2</c:v>
                </c:pt>
                <c:pt idx="55938">
                  <c:v>3</c:v>
                </c:pt>
                <c:pt idx="55939">
                  <c:v>9</c:v>
                </c:pt>
                <c:pt idx="55940">
                  <c:v>3</c:v>
                </c:pt>
                <c:pt idx="55941">
                  <c:v>2</c:v>
                </c:pt>
                <c:pt idx="55942">
                  <c:v>4</c:v>
                </c:pt>
                <c:pt idx="55943">
                  <c:v>2</c:v>
                </c:pt>
                <c:pt idx="55944">
                  <c:v>1</c:v>
                </c:pt>
                <c:pt idx="55945">
                  <c:v>6</c:v>
                </c:pt>
                <c:pt idx="55946">
                  <c:v>4</c:v>
                </c:pt>
                <c:pt idx="55947">
                  <c:v>2</c:v>
                </c:pt>
                <c:pt idx="55948">
                  <c:v>5</c:v>
                </c:pt>
                <c:pt idx="55949">
                  <c:v>2</c:v>
                </c:pt>
                <c:pt idx="55950">
                  <c:v>1</c:v>
                </c:pt>
                <c:pt idx="55951">
                  <c:v>2</c:v>
                </c:pt>
                <c:pt idx="55952">
                  <c:v>1</c:v>
                </c:pt>
                <c:pt idx="55953">
                  <c:v>1</c:v>
                </c:pt>
                <c:pt idx="55954">
                  <c:v>3</c:v>
                </c:pt>
                <c:pt idx="55955">
                  <c:v>1</c:v>
                </c:pt>
                <c:pt idx="55956">
                  <c:v>1</c:v>
                </c:pt>
                <c:pt idx="55957">
                  <c:v>4</c:v>
                </c:pt>
                <c:pt idx="55958">
                  <c:v>2</c:v>
                </c:pt>
                <c:pt idx="55959">
                  <c:v>2</c:v>
                </c:pt>
                <c:pt idx="55960">
                  <c:v>4</c:v>
                </c:pt>
                <c:pt idx="55961">
                  <c:v>1</c:v>
                </c:pt>
                <c:pt idx="55962">
                  <c:v>2</c:v>
                </c:pt>
                <c:pt idx="55963">
                  <c:v>5</c:v>
                </c:pt>
                <c:pt idx="55964">
                  <c:v>2</c:v>
                </c:pt>
                <c:pt idx="55965">
                  <c:v>2</c:v>
                </c:pt>
                <c:pt idx="55966">
                  <c:v>4</c:v>
                </c:pt>
                <c:pt idx="55967">
                  <c:v>3</c:v>
                </c:pt>
                <c:pt idx="55968">
                  <c:v>2</c:v>
                </c:pt>
                <c:pt idx="55969">
                  <c:v>1</c:v>
                </c:pt>
                <c:pt idx="55970">
                  <c:v>2</c:v>
                </c:pt>
                <c:pt idx="55971">
                  <c:v>2</c:v>
                </c:pt>
                <c:pt idx="55972">
                  <c:v>4</c:v>
                </c:pt>
                <c:pt idx="55973">
                  <c:v>1</c:v>
                </c:pt>
                <c:pt idx="55974">
                  <c:v>1</c:v>
                </c:pt>
                <c:pt idx="55975">
                  <c:v>6</c:v>
                </c:pt>
                <c:pt idx="55976">
                  <c:v>1</c:v>
                </c:pt>
                <c:pt idx="55977">
                  <c:v>2</c:v>
                </c:pt>
                <c:pt idx="55978">
                  <c:v>1</c:v>
                </c:pt>
                <c:pt idx="55979">
                  <c:v>3</c:v>
                </c:pt>
                <c:pt idx="55980">
                  <c:v>3</c:v>
                </c:pt>
                <c:pt idx="55981">
                  <c:v>2</c:v>
                </c:pt>
                <c:pt idx="55982">
                  <c:v>2</c:v>
                </c:pt>
                <c:pt idx="55983">
                  <c:v>2</c:v>
                </c:pt>
                <c:pt idx="55984">
                  <c:v>2</c:v>
                </c:pt>
                <c:pt idx="55985">
                  <c:v>4</c:v>
                </c:pt>
                <c:pt idx="55986">
                  <c:v>2</c:v>
                </c:pt>
                <c:pt idx="55987">
                  <c:v>2</c:v>
                </c:pt>
                <c:pt idx="55988">
                  <c:v>2</c:v>
                </c:pt>
                <c:pt idx="55989">
                  <c:v>1</c:v>
                </c:pt>
                <c:pt idx="55990">
                  <c:v>1</c:v>
                </c:pt>
                <c:pt idx="55991">
                  <c:v>2</c:v>
                </c:pt>
                <c:pt idx="55992">
                  <c:v>1</c:v>
                </c:pt>
                <c:pt idx="55993">
                  <c:v>1</c:v>
                </c:pt>
                <c:pt idx="55994">
                  <c:v>1</c:v>
                </c:pt>
                <c:pt idx="55995">
                  <c:v>3</c:v>
                </c:pt>
                <c:pt idx="55996">
                  <c:v>3</c:v>
                </c:pt>
                <c:pt idx="55997">
                  <c:v>1</c:v>
                </c:pt>
                <c:pt idx="55998">
                  <c:v>3</c:v>
                </c:pt>
                <c:pt idx="55999">
                  <c:v>2</c:v>
                </c:pt>
                <c:pt idx="56000">
                  <c:v>5</c:v>
                </c:pt>
                <c:pt idx="56001">
                  <c:v>2</c:v>
                </c:pt>
                <c:pt idx="56002">
                  <c:v>2</c:v>
                </c:pt>
                <c:pt idx="56003">
                  <c:v>1</c:v>
                </c:pt>
                <c:pt idx="56004">
                  <c:v>-1</c:v>
                </c:pt>
                <c:pt idx="56005">
                  <c:v>4</c:v>
                </c:pt>
                <c:pt idx="56006">
                  <c:v>1</c:v>
                </c:pt>
                <c:pt idx="56007">
                  <c:v>2</c:v>
                </c:pt>
                <c:pt idx="56008">
                  <c:v>1</c:v>
                </c:pt>
                <c:pt idx="56009">
                  <c:v>4</c:v>
                </c:pt>
                <c:pt idx="56010">
                  <c:v>0</c:v>
                </c:pt>
                <c:pt idx="56011">
                  <c:v>3</c:v>
                </c:pt>
                <c:pt idx="56012">
                  <c:v>5</c:v>
                </c:pt>
                <c:pt idx="56013">
                  <c:v>2</c:v>
                </c:pt>
                <c:pt idx="56014">
                  <c:v>3</c:v>
                </c:pt>
                <c:pt idx="56015">
                  <c:v>3</c:v>
                </c:pt>
                <c:pt idx="56016">
                  <c:v>2</c:v>
                </c:pt>
                <c:pt idx="56017">
                  <c:v>2</c:v>
                </c:pt>
                <c:pt idx="56018">
                  <c:v>2</c:v>
                </c:pt>
                <c:pt idx="56019">
                  <c:v>1</c:v>
                </c:pt>
                <c:pt idx="56020">
                  <c:v>3</c:v>
                </c:pt>
                <c:pt idx="56021">
                  <c:v>1</c:v>
                </c:pt>
                <c:pt idx="56022">
                  <c:v>1</c:v>
                </c:pt>
                <c:pt idx="56023">
                  <c:v>3</c:v>
                </c:pt>
                <c:pt idx="56024">
                  <c:v>4</c:v>
                </c:pt>
                <c:pt idx="56025">
                  <c:v>1</c:v>
                </c:pt>
                <c:pt idx="56026">
                  <c:v>2</c:v>
                </c:pt>
                <c:pt idx="56027">
                  <c:v>1</c:v>
                </c:pt>
                <c:pt idx="56028">
                  <c:v>2</c:v>
                </c:pt>
                <c:pt idx="56029">
                  <c:v>2</c:v>
                </c:pt>
                <c:pt idx="56030">
                  <c:v>1</c:v>
                </c:pt>
                <c:pt idx="56031">
                  <c:v>1</c:v>
                </c:pt>
                <c:pt idx="56032">
                  <c:v>1</c:v>
                </c:pt>
                <c:pt idx="56033">
                  <c:v>2</c:v>
                </c:pt>
                <c:pt idx="56034">
                  <c:v>10</c:v>
                </c:pt>
                <c:pt idx="56035">
                  <c:v>1</c:v>
                </c:pt>
                <c:pt idx="56036">
                  <c:v>2</c:v>
                </c:pt>
                <c:pt idx="56037">
                  <c:v>4</c:v>
                </c:pt>
                <c:pt idx="56038">
                  <c:v>2</c:v>
                </c:pt>
                <c:pt idx="56039">
                  <c:v>3</c:v>
                </c:pt>
                <c:pt idx="56040">
                  <c:v>4</c:v>
                </c:pt>
                <c:pt idx="56041">
                  <c:v>1</c:v>
                </c:pt>
                <c:pt idx="56042">
                  <c:v>2</c:v>
                </c:pt>
                <c:pt idx="56043">
                  <c:v>1</c:v>
                </c:pt>
                <c:pt idx="56044">
                  <c:v>1</c:v>
                </c:pt>
                <c:pt idx="56045">
                  <c:v>2</c:v>
                </c:pt>
                <c:pt idx="56046">
                  <c:v>2</c:v>
                </c:pt>
                <c:pt idx="56047">
                  <c:v>2</c:v>
                </c:pt>
                <c:pt idx="56048">
                  <c:v>1</c:v>
                </c:pt>
                <c:pt idx="56049">
                  <c:v>1</c:v>
                </c:pt>
                <c:pt idx="56050">
                  <c:v>3</c:v>
                </c:pt>
                <c:pt idx="56051">
                  <c:v>3</c:v>
                </c:pt>
                <c:pt idx="56052">
                  <c:v>3</c:v>
                </c:pt>
                <c:pt idx="56053">
                  <c:v>3</c:v>
                </c:pt>
                <c:pt idx="56054">
                  <c:v>2</c:v>
                </c:pt>
                <c:pt idx="56055">
                  <c:v>2</c:v>
                </c:pt>
                <c:pt idx="56056">
                  <c:v>3</c:v>
                </c:pt>
                <c:pt idx="56057">
                  <c:v>2</c:v>
                </c:pt>
                <c:pt idx="56058">
                  <c:v>2</c:v>
                </c:pt>
                <c:pt idx="56059">
                  <c:v>1</c:v>
                </c:pt>
                <c:pt idx="56060">
                  <c:v>5</c:v>
                </c:pt>
                <c:pt idx="56061">
                  <c:v>2</c:v>
                </c:pt>
                <c:pt idx="56062">
                  <c:v>4</c:v>
                </c:pt>
                <c:pt idx="56063">
                  <c:v>2</c:v>
                </c:pt>
                <c:pt idx="56064">
                  <c:v>3</c:v>
                </c:pt>
                <c:pt idx="56065">
                  <c:v>4</c:v>
                </c:pt>
                <c:pt idx="56066">
                  <c:v>2</c:v>
                </c:pt>
                <c:pt idx="56067">
                  <c:v>2</c:v>
                </c:pt>
                <c:pt idx="56068">
                  <c:v>2</c:v>
                </c:pt>
                <c:pt idx="56069">
                  <c:v>1</c:v>
                </c:pt>
                <c:pt idx="56070">
                  <c:v>2</c:v>
                </c:pt>
                <c:pt idx="56071">
                  <c:v>2</c:v>
                </c:pt>
                <c:pt idx="56072">
                  <c:v>4</c:v>
                </c:pt>
                <c:pt idx="56073">
                  <c:v>1</c:v>
                </c:pt>
                <c:pt idx="56074">
                  <c:v>1</c:v>
                </c:pt>
                <c:pt idx="56075">
                  <c:v>2</c:v>
                </c:pt>
                <c:pt idx="56076">
                  <c:v>3</c:v>
                </c:pt>
                <c:pt idx="56077">
                  <c:v>1</c:v>
                </c:pt>
                <c:pt idx="56078">
                  <c:v>3</c:v>
                </c:pt>
                <c:pt idx="56079">
                  <c:v>2</c:v>
                </c:pt>
                <c:pt idx="56080">
                  <c:v>4</c:v>
                </c:pt>
                <c:pt idx="56081">
                  <c:v>2</c:v>
                </c:pt>
                <c:pt idx="56082">
                  <c:v>7</c:v>
                </c:pt>
                <c:pt idx="56083">
                  <c:v>3</c:v>
                </c:pt>
                <c:pt idx="56084">
                  <c:v>1</c:v>
                </c:pt>
                <c:pt idx="56085">
                  <c:v>3</c:v>
                </c:pt>
                <c:pt idx="56086">
                  <c:v>3</c:v>
                </c:pt>
                <c:pt idx="56087">
                  <c:v>2</c:v>
                </c:pt>
                <c:pt idx="56088">
                  <c:v>2</c:v>
                </c:pt>
                <c:pt idx="56089">
                  <c:v>3</c:v>
                </c:pt>
                <c:pt idx="56090">
                  <c:v>3</c:v>
                </c:pt>
                <c:pt idx="56091">
                  <c:v>2</c:v>
                </c:pt>
                <c:pt idx="56092">
                  <c:v>2</c:v>
                </c:pt>
                <c:pt idx="56093">
                  <c:v>1</c:v>
                </c:pt>
                <c:pt idx="56094">
                  <c:v>0</c:v>
                </c:pt>
                <c:pt idx="56095">
                  <c:v>1</c:v>
                </c:pt>
                <c:pt idx="56096">
                  <c:v>2</c:v>
                </c:pt>
                <c:pt idx="56097">
                  <c:v>3</c:v>
                </c:pt>
                <c:pt idx="56098">
                  <c:v>1</c:v>
                </c:pt>
                <c:pt idx="56099">
                  <c:v>3</c:v>
                </c:pt>
                <c:pt idx="56100">
                  <c:v>5</c:v>
                </c:pt>
                <c:pt idx="56101">
                  <c:v>4</c:v>
                </c:pt>
                <c:pt idx="56102">
                  <c:v>1</c:v>
                </c:pt>
                <c:pt idx="56103">
                  <c:v>6</c:v>
                </c:pt>
                <c:pt idx="56104">
                  <c:v>2</c:v>
                </c:pt>
                <c:pt idx="56105">
                  <c:v>2</c:v>
                </c:pt>
                <c:pt idx="56106">
                  <c:v>5</c:v>
                </c:pt>
                <c:pt idx="56107">
                  <c:v>0</c:v>
                </c:pt>
                <c:pt idx="56108">
                  <c:v>2</c:v>
                </c:pt>
                <c:pt idx="56109">
                  <c:v>1</c:v>
                </c:pt>
                <c:pt idx="56110">
                  <c:v>3</c:v>
                </c:pt>
                <c:pt idx="56111">
                  <c:v>2</c:v>
                </c:pt>
                <c:pt idx="56112">
                  <c:v>2</c:v>
                </c:pt>
                <c:pt idx="56113">
                  <c:v>3</c:v>
                </c:pt>
                <c:pt idx="56114">
                  <c:v>3</c:v>
                </c:pt>
                <c:pt idx="56115">
                  <c:v>10</c:v>
                </c:pt>
                <c:pt idx="56116">
                  <c:v>5</c:v>
                </c:pt>
                <c:pt idx="56117">
                  <c:v>1</c:v>
                </c:pt>
                <c:pt idx="56118">
                  <c:v>4</c:v>
                </c:pt>
                <c:pt idx="56119">
                  <c:v>5</c:v>
                </c:pt>
                <c:pt idx="56120">
                  <c:v>2</c:v>
                </c:pt>
                <c:pt idx="56121">
                  <c:v>1</c:v>
                </c:pt>
                <c:pt idx="56122">
                  <c:v>1</c:v>
                </c:pt>
                <c:pt idx="56123">
                  <c:v>1</c:v>
                </c:pt>
                <c:pt idx="56124">
                  <c:v>2</c:v>
                </c:pt>
                <c:pt idx="56125">
                  <c:v>4</c:v>
                </c:pt>
                <c:pt idx="56126">
                  <c:v>8</c:v>
                </c:pt>
                <c:pt idx="56127">
                  <c:v>2</c:v>
                </c:pt>
                <c:pt idx="56128">
                  <c:v>3</c:v>
                </c:pt>
                <c:pt idx="56129">
                  <c:v>4</c:v>
                </c:pt>
                <c:pt idx="56130">
                  <c:v>1</c:v>
                </c:pt>
                <c:pt idx="56131">
                  <c:v>4</c:v>
                </c:pt>
                <c:pt idx="56132">
                  <c:v>1</c:v>
                </c:pt>
                <c:pt idx="56133">
                  <c:v>3</c:v>
                </c:pt>
                <c:pt idx="56134">
                  <c:v>1</c:v>
                </c:pt>
                <c:pt idx="56135">
                  <c:v>2</c:v>
                </c:pt>
                <c:pt idx="56136">
                  <c:v>2</c:v>
                </c:pt>
                <c:pt idx="56137">
                  <c:v>1</c:v>
                </c:pt>
                <c:pt idx="56138">
                  <c:v>2</c:v>
                </c:pt>
                <c:pt idx="56139">
                  <c:v>2</c:v>
                </c:pt>
                <c:pt idx="56140">
                  <c:v>4</c:v>
                </c:pt>
                <c:pt idx="56141">
                  <c:v>4</c:v>
                </c:pt>
                <c:pt idx="56142">
                  <c:v>2</c:v>
                </c:pt>
                <c:pt idx="56143">
                  <c:v>4</c:v>
                </c:pt>
                <c:pt idx="56144">
                  <c:v>2</c:v>
                </c:pt>
                <c:pt idx="56145">
                  <c:v>1</c:v>
                </c:pt>
                <c:pt idx="56146">
                  <c:v>2</c:v>
                </c:pt>
                <c:pt idx="56147">
                  <c:v>3</c:v>
                </c:pt>
                <c:pt idx="56148">
                  <c:v>1</c:v>
                </c:pt>
                <c:pt idx="56149">
                  <c:v>2</c:v>
                </c:pt>
                <c:pt idx="56150">
                  <c:v>5</c:v>
                </c:pt>
                <c:pt idx="56151">
                  <c:v>2</c:v>
                </c:pt>
                <c:pt idx="56152">
                  <c:v>2</c:v>
                </c:pt>
                <c:pt idx="56153">
                  <c:v>4</c:v>
                </c:pt>
                <c:pt idx="56154">
                  <c:v>1</c:v>
                </c:pt>
                <c:pt idx="56155">
                  <c:v>1</c:v>
                </c:pt>
                <c:pt idx="56156">
                  <c:v>3</c:v>
                </c:pt>
                <c:pt idx="56157">
                  <c:v>3</c:v>
                </c:pt>
                <c:pt idx="56158">
                  <c:v>2</c:v>
                </c:pt>
                <c:pt idx="56159">
                  <c:v>2</c:v>
                </c:pt>
                <c:pt idx="56160">
                  <c:v>2</c:v>
                </c:pt>
                <c:pt idx="56161">
                  <c:v>2</c:v>
                </c:pt>
                <c:pt idx="56162">
                  <c:v>1</c:v>
                </c:pt>
                <c:pt idx="56163">
                  <c:v>5</c:v>
                </c:pt>
                <c:pt idx="56164">
                  <c:v>6</c:v>
                </c:pt>
                <c:pt idx="56165">
                  <c:v>5</c:v>
                </c:pt>
                <c:pt idx="56166">
                  <c:v>9</c:v>
                </c:pt>
                <c:pt idx="56167">
                  <c:v>2</c:v>
                </c:pt>
                <c:pt idx="56168">
                  <c:v>2</c:v>
                </c:pt>
                <c:pt idx="56169">
                  <c:v>1</c:v>
                </c:pt>
                <c:pt idx="56170">
                  <c:v>2</c:v>
                </c:pt>
                <c:pt idx="56171">
                  <c:v>1</c:v>
                </c:pt>
                <c:pt idx="56172">
                  <c:v>3</c:v>
                </c:pt>
                <c:pt idx="56173">
                  <c:v>1</c:v>
                </c:pt>
                <c:pt idx="56174">
                  <c:v>5</c:v>
                </c:pt>
                <c:pt idx="56175">
                  <c:v>2</c:v>
                </c:pt>
                <c:pt idx="56176">
                  <c:v>4</c:v>
                </c:pt>
                <c:pt idx="56177">
                  <c:v>4</c:v>
                </c:pt>
                <c:pt idx="56178">
                  <c:v>4</c:v>
                </c:pt>
                <c:pt idx="56179">
                  <c:v>3</c:v>
                </c:pt>
                <c:pt idx="56180">
                  <c:v>2</c:v>
                </c:pt>
                <c:pt idx="56181">
                  <c:v>3</c:v>
                </c:pt>
                <c:pt idx="56182">
                  <c:v>3</c:v>
                </c:pt>
                <c:pt idx="56183">
                  <c:v>2</c:v>
                </c:pt>
                <c:pt idx="56184">
                  <c:v>3</c:v>
                </c:pt>
                <c:pt idx="56185">
                  <c:v>1</c:v>
                </c:pt>
                <c:pt idx="56186">
                  <c:v>4</c:v>
                </c:pt>
                <c:pt idx="56187">
                  <c:v>5</c:v>
                </c:pt>
                <c:pt idx="56188">
                  <c:v>1</c:v>
                </c:pt>
                <c:pt idx="56189">
                  <c:v>8</c:v>
                </c:pt>
                <c:pt idx="56190">
                  <c:v>2</c:v>
                </c:pt>
                <c:pt idx="56191">
                  <c:v>4</c:v>
                </c:pt>
                <c:pt idx="56192">
                  <c:v>2</c:v>
                </c:pt>
                <c:pt idx="56193">
                  <c:v>4</c:v>
                </c:pt>
                <c:pt idx="56194">
                  <c:v>1</c:v>
                </c:pt>
                <c:pt idx="56195">
                  <c:v>1</c:v>
                </c:pt>
                <c:pt idx="56196">
                  <c:v>1</c:v>
                </c:pt>
                <c:pt idx="56197">
                  <c:v>4</c:v>
                </c:pt>
                <c:pt idx="56198">
                  <c:v>3</c:v>
                </c:pt>
                <c:pt idx="56199">
                  <c:v>1</c:v>
                </c:pt>
                <c:pt idx="56200">
                  <c:v>1</c:v>
                </c:pt>
                <c:pt idx="56201">
                  <c:v>2</c:v>
                </c:pt>
                <c:pt idx="56202">
                  <c:v>3</c:v>
                </c:pt>
                <c:pt idx="56203">
                  <c:v>2</c:v>
                </c:pt>
                <c:pt idx="56204">
                  <c:v>2</c:v>
                </c:pt>
                <c:pt idx="56205">
                  <c:v>1</c:v>
                </c:pt>
                <c:pt idx="56206">
                  <c:v>2</c:v>
                </c:pt>
                <c:pt idx="56207">
                  <c:v>3</c:v>
                </c:pt>
                <c:pt idx="56208">
                  <c:v>5</c:v>
                </c:pt>
                <c:pt idx="56209">
                  <c:v>1</c:v>
                </c:pt>
                <c:pt idx="56210">
                  <c:v>2</c:v>
                </c:pt>
                <c:pt idx="56211">
                  <c:v>4</c:v>
                </c:pt>
                <c:pt idx="56212">
                  <c:v>1</c:v>
                </c:pt>
                <c:pt idx="56213">
                  <c:v>3</c:v>
                </c:pt>
                <c:pt idx="56214">
                  <c:v>2</c:v>
                </c:pt>
                <c:pt idx="56215">
                  <c:v>2</c:v>
                </c:pt>
                <c:pt idx="56216">
                  <c:v>4</c:v>
                </c:pt>
                <c:pt idx="56217">
                  <c:v>2</c:v>
                </c:pt>
                <c:pt idx="56218">
                  <c:v>5</c:v>
                </c:pt>
                <c:pt idx="56219">
                  <c:v>3</c:v>
                </c:pt>
                <c:pt idx="56220">
                  <c:v>1</c:v>
                </c:pt>
                <c:pt idx="56221">
                  <c:v>2</c:v>
                </c:pt>
                <c:pt idx="56222">
                  <c:v>2</c:v>
                </c:pt>
                <c:pt idx="56223">
                  <c:v>4</c:v>
                </c:pt>
                <c:pt idx="56224">
                  <c:v>2</c:v>
                </c:pt>
                <c:pt idx="56225">
                  <c:v>1</c:v>
                </c:pt>
                <c:pt idx="56226">
                  <c:v>9</c:v>
                </c:pt>
                <c:pt idx="56227">
                  <c:v>1</c:v>
                </c:pt>
                <c:pt idx="56228">
                  <c:v>2</c:v>
                </c:pt>
                <c:pt idx="56229">
                  <c:v>6</c:v>
                </c:pt>
                <c:pt idx="56230">
                  <c:v>4</c:v>
                </c:pt>
                <c:pt idx="56231">
                  <c:v>4</c:v>
                </c:pt>
                <c:pt idx="56232">
                  <c:v>6</c:v>
                </c:pt>
                <c:pt idx="56233">
                  <c:v>1</c:v>
                </c:pt>
                <c:pt idx="56234">
                  <c:v>2</c:v>
                </c:pt>
                <c:pt idx="56235">
                  <c:v>1</c:v>
                </c:pt>
                <c:pt idx="56236">
                  <c:v>3</c:v>
                </c:pt>
                <c:pt idx="56237">
                  <c:v>1</c:v>
                </c:pt>
                <c:pt idx="56238">
                  <c:v>4</c:v>
                </c:pt>
                <c:pt idx="56239">
                  <c:v>2</c:v>
                </c:pt>
                <c:pt idx="56240">
                  <c:v>1</c:v>
                </c:pt>
                <c:pt idx="56241">
                  <c:v>2</c:v>
                </c:pt>
                <c:pt idx="56242">
                  <c:v>3</c:v>
                </c:pt>
                <c:pt idx="56243">
                  <c:v>2</c:v>
                </c:pt>
                <c:pt idx="56244">
                  <c:v>2</c:v>
                </c:pt>
                <c:pt idx="56245">
                  <c:v>1</c:v>
                </c:pt>
                <c:pt idx="56246">
                  <c:v>3</c:v>
                </c:pt>
                <c:pt idx="56247">
                  <c:v>2</c:v>
                </c:pt>
                <c:pt idx="56248">
                  <c:v>4</c:v>
                </c:pt>
                <c:pt idx="56249">
                  <c:v>3</c:v>
                </c:pt>
                <c:pt idx="56250">
                  <c:v>2</c:v>
                </c:pt>
                <c:pt idx="56251">
                  <c:v>2</c:v>
                </c:pt>
                <c:pt idx="56252">
                  <c:v>1</c:v>
                </c:pt>
                <c:pt idx="56253">
                  <c:v>4</c:v>
                </c:pt>
                <c:pt idx="56254">
                  <c:v>1</c:v>
                </c:pt>
                <c:pt idx="56255">
                  <c:v>1</c:v>
                </c:pt>
                <c:pt idx="56256">
                  <c:v>6</c:v>
                </c:pt>
                <c:pt idx="56257">
                  <c:v>1</c:v>
                </c:pt>
                <c:pt idx="56258">
                  <c:v>2</c:v>
                </c:pt>
                <c:pt idx="56259">
                  <c:v>2</c:v>
                </c:pt>
                <c:pt idx="56260">
                  <c:v>3</c:v>
                </c:pt>
                <c:pt idx="56261">
                  <c:v>3</c:v>
                </c:pt>
                <c:pt idx="56262">
                  <c:v>2</c:v>
                </c:pt>
                <c:pt idx="56263">
                  <c:v>2</c:v>
                </c:pt>
                <c:pt idx="56264">
                  <c:v>1</c:v>
                </c:pt>
                <c:pt idx="56265">
                  <c:v>1</c:v>
                </c:pt>
                <c:pt idx="56266">
                  <c:v>4</c:v>
                </c:pt>
                <c:pt idx="56267">
                  <c:v>1</c:v>
                </c:pt>
                <c:pt idx="56268">
                  <c:v>3</c:v>
                </c:pt>
                <c:pt idx="56269">
                  <c:v>2</c:v>
                </c:pt>
                <c:pt idx="56270">
                  <c:v>3</c:v>
                </c:pt>
                <c:pt idx="56271">
                  <c:v>5</c:v>
                </c:pt>
                <c:pt idx="56272">
                  <c:v>2</c:v>
                </c:pt>
                <c:pt idx="56273">
                  <c:v>2</c:v>
                </c:pt>
                <c:pt idx="56274">
                  <c:v>1</c:v>
                </c:pt>
                <c:pt idx="56275">
                  <c:v>1</c:v>
                </c:pt>
                <c:pt idx="56276">
                  <c:v>1</c:v>
                </c:pt>
                <c:pt idx="56277">
                  <c:v>3</c:v>
                </c:pt>
                <c:pt idx="56278">
                  <c:v>4</c:v>
                </c:pt>
                <c:pt idx="56279">
                  <c:v>2</c:v>
                </c:pt>
                <c:pt idx="56280">
                  <c:v>1</c:v>
                </c:pt>
                <c:pt idx="56281">
                  <c:v>2</c:v>
                </c:pt>
                <c:pt idx="56282">
                  <c:v>2</c:v>
                </c:pt>
                <c:pt idx="56283">
                  <c:v>1</c:v>
                </c:pt>
                <c:pt idx="56284">
                  <c:v>4</c:v>
                </c:pt>
                <c:pt idx="56285">
                  <c:v>2</c:v>
                </c:pt>
                <c:pt idx="56286">
                  <c:v>8</c:v>
                </c:pt>
                <c:pt idx="56287">
                  <c:v>2</c:v>
                </c:pt>
                <c:pt idx="56288">
                  <c:v>2</c:v>
                </c:pt>
                <c:pt idx="56289">
                  <c:v>4</c:v>
                </c:pt>
                <c:pt idx="56290">
                  <c:v>2</c:v>
                </c:pt>
                <c:pt idx="56291">
                  <c:v>2</c:v>
                </c:pt>
                <c:pt idx="56292">
                  <c:v>3</c:v>
                </c:pt>
                <c:pt idx="56293">
                  <c:v>2</c:v>
                </c:pt>
                <c:pt idx="56294">
                  <c:v>2</c:v>
                </c:pt>
                <c:pt idx="56295">
                  <c:v>1</c:v>
                </c:pt>
                <c:pt idx="56296">
                  <c:v>4</c:v>
                </c:pt>
                <c:pt idx="56297">
                  <c:v>8</c:v>
                </c:pt>
                <c:pt idx="56298">
                  <c:v>3</c:v>
                </c:pt>
                <c:pt idx="56299">
                  <c:v>2</c:v>
                </c:pt>
                <c:pt idx="56300">
                  <c:v>1</c:v>
                </c:pt>
                <c:pt idx="56301">
                  <c:v>-1</c:v>
                </c:pt>
                <c:pt idx="56302">
                  <c:v>2</c:v>
                </c:pt>
                <c:pt idx="56303">
                  <c:v>4</c:v>
                </c:pt>
                <c:pt idx="56304">
                  <c:v>1</c:v>
                </c:pt>
                <c:pt idx="56305">
                  <c:v>4</c:v>
                </c:pt>
                <c:pt idx="56306">
                  <c:v>9</c:v>
                </c:pt>
                <c:pt idx="56307">
                  <c:v>1</c:v>
                </c:pt>
                <c:pt idx="56308">
                  <c:v>2</c:v>
                </c:pt>
                <c:pt idx="56309">
                  <c:v>2</c:v>
                </c:pt>
                <c:pt idx="56310">
                  <c:v>2</c:v>
                </c:pt>
                <c:pt idx="56311">
                  <c:v>3</c:v>
                </c:pt>
                <c:pt idx="56312">
                  <c:v>3</c:v>
                </c:pt>
                <c:pt idx="56313">
                  <c:v>2</c:v>
                </c:pt>
                <c:pt idx="56314">
                  <c:v>2</c:v>
                </c:pt>
                <c:pt idx="56315">
                  <c:v>1</c:v>
                </c:pt>
                <c:pt idx="56316">
                  <c:v>4</c:v>
                </c:pt>
                <c:pt idx="56317">
                  <c:v>4</c:v>
                </c:pt>
                <c:pt idx="56318">
                  <c:v>0</c:v>
                </c:pt>
                <c:pt idx="56319">
                  <c:v>3</c:v>
                </c:pt>
                <c:pt idx="56320">
                  <c:v>2</c:v>
                </c:pt>
                <c:pt idx="56321">
                  <c:v>8</c:v>
                </c:pt>
                <c:pt idx="56322">
                  <c:v>2</c:v>
                </c:pt>
                <c:pt idx="56323">
                  <c:v>3</c:v>
                </c:pt>
                <c:pt idx="56324">
                  <c:v>3</c:v>
                </c:pt>
                <c:pt idx="56325">
                  <c:v>2</c:v>
                </c:pt>
                <c:pt idx="56326">
                  <c:v>1</c:v>
                </c:pt>
                <c:pt idx="56327">
                  <c:v>3</c:v>
                </c:pt>
                <c:pt idx="56328">
                  <c:v>2</c:v>
                </c:pt>
                <c:pt idx="56329">
                  <c:v>1</c:v>
                </c:pt>
                <c:pt idx="56330">
                  <c:v>2</c:v>
                </c:pt>
                <c:pt idx="56331">
                  <c:v>1</c:v>
                </c:pt>
                <c:pt idx="56332">
                  <c:v>2</c:v>
                </c:pt>
                <c:pt idx="56333">
                  <c:v>4</c:v>
                </c:pt>
                <c:pt idx="56334">
                  <c:v>3</c:v>
                </c:pt>
                <c:pt idx="56335">
                  <c:v>2</c:v>
                </c:pt>
                <c:pt idx="56336">
                  <c:v>2</c:v>
                </c:pt>
                <c:pt idx="56337">
                  <c:v>2</c:v>
                </c:pt>
                <c:pt idx="56338">
                  <c:v>4</c:v>
                </c:pt>
                <c:pt idx="56339">
                  <c:v>1</c:v>
                </c:pt>
                <c:pt idx="56340">
                  <c:v>3</c:v>
                </c:pt>
                <c:pt idx="56341">
                  <c:v>2</c:v>
                </c:pt>
                <c:pt idx="56342">
                  <c:v>1</c:v>
                </c:pt>
                <c:pt idx="56343">
                  <c:v>4</c:v>
                </c:pt>
                <c:pt idx="56344">
                  <c:v>2</c:v>
                </c:pt>
                <c:pt idx="56345">
                  <c:v>2</c:v>
                </c:pt>
                <c:pt idx="56346">
                  <c:v>2</c:v>
                </c:pt>
                <c:pt idx="56347">
                  <c:v>2</c:v>
                </c:pt>
                <c:pt idx="56348">
                  <c:v>3</c:v>
                </c:pt>
                <c:pt idx="56349">
                  <c:v>2</c:v>
                </c:pt>
                <c:pt idx="56350">
                  <c:v>2</c:v>
                </c:pt>
                <c:pt idx="56351">
                  <c:v>2</c:v>
                </c:pt>
                <c:pt idx="56352">
                  <c:v>1</c:v>
                </c:pt>
                <c:pt idx="56353">
                  <c:v>1</c:v>
                </c:pt>
                <c:pt idx="56354">
                  <c:v>3</c:v>
                </c:pt>
                <c:pt idx="56355">
                  <c:v>3</c:v>
                </c:pt>
                <c:pt idx="56356">
                  <c:v>4</c:v>
                </c:pt>
                <c:pt idx="56357">
                  <c:v>2</c:v>
                </c:pt>
                <c:pt idx="56358">
                  <c:v>2</c:v>
                </c:pt>
                <c:pt idx="56359">
                  <c:v>1</c:v>
                </c:pt>
                <c:pt idx="56360">
                  <c:v>1</c:v>
                </c:pt>
                <c:pt idx="56361">
                  <c:v>8</c:v>
                </c:pt>
                <c:pt idx="56362">
                  <c:v>2</c:v>
                </c:pt>
                <c:pt idx="56363">
                  <c:v>1</c:v>
                </c:pt>
                <c:pt idx="56364">
                  <c:v>2</c:v>
                </c:pt>
                <c:pt idx="56365">
                  <c:v>2</c:v>
                </c:pt>
                <c:pt idx="56366">
                  <c:v>3</c:v>
                </c:pt>
                <c:pt idx="56367">
                  <c:v>1</c:v>
                </c:pt>
                <c:pt idx="56368">
                  <c:v>2</c:v>
                </c:pt>
                <c:pt idx="56369">
                  <c:v>9</c:v>
                </c:pt>
                <c:pt idx="56370">
                  <c:v>3</c:v>
                </c:pt>
                <c:pt idx="56371">
                  <c:v>3</c:v>
                </c:pt>
                <c:pt idx="56372">
                  <c:v>2</c:v>
                </c:pt>
                <c:pt idx="56373">
                  <c:v>1</c:v>
                </c:pt>
                <c:pt idx="56374">
                  <c:v>3</c:v>
                </c:pt>
                <c:pt idx="56375">
                  <c:v>6</c:v>
                </c:pt>
                <c:pt idx="56376">
                  <c:v>2</c:v>
                </c:pt>
                <c:pt idx="56377">
                  <c:v>1</c:v>
                </c:pt>
                <c:pt idx="56378">
                  <c:v>2</c:v>
                </c:pt>
                <c:pt idx="56379">
                  <c:v>6</c:v>
                </c:pt>
                <c:pt idx="56380">
                  <c:v>1</c:v>
                </c:pt>
                <c:pt idx="56381">
                  <c:v>4</c:v>
                </c:pt>
                <c:pt idx="56382">
                  <c:v>2</c:v>
                </c:pt>
                <c:pt idx="56383">
                  <c:v>2</c:v>
                </c:pt>
                <c:pt idx="56384">
                  <c:v>1</c:v>
                </c:pt>
                <c:pt idx="56385">
                  <c:v>2</c:v>
                </c:pt>
                <c:pt idx="56386">
                  <c:v>2</c:v>
                </c:pt>
                <c:pt idx="56387">
                  <c:v>2</c:v>
                </c:pt>
                <c:pt idx="56388">
                  <c:v>1</c:v>
                </c:pt>
                <c:pt idx="56389">
                  <c:v>4</c:v>
                </c:pt>
                <c:pt idx="56390">
                  <c:v>2</c:v>
                </c:pt>
                <c:pt idx="56391">
                  <c:v>1</c:v>
                </c:pt>
                <c:pt idx="56392">
                  <c:v>1</c:v>
                </c:pt>
                <c:pt idx="56393">
                  <c:v>2</c:v>
                </c:pt>
                <c:pt idx="56394">
                  <c:v>6</c:v>
                </c:pt>
                <c:pt idx="56395">
                  <c:v>1</c:v>
                </c:pt>
                <c:pt idx="56396">
                  <c:v>3</c:v>
                </c:pt>
                <c:pt idx="56397">
                  <c:v>1</c:v>
                </c:pt>
                <c:pt idx="56398">
                  <c:v>6</c:v>
                </c:pt>
                <c:pt idx="56399">
                  <c:v>3</c:v>
                </c:pt>
                <c:pt idx="56400">
                  <c:v>1</c:v>
                </c:pt>
                <c:pt idx="56401">
                  <c:v>3</c:v>
                </c:pt>
                <c:pt idx="56402">
                  <c:v>1</c:v>
                </c:pt>
                <c:pt idx="56403">
                  <c:v>3</c:v>
                </c:pt>
                <c:pt idx="56404">
                  <c:v>3</c:v>
                </c:pt>
                <c:pt idx="56405">
                  <c:v>3</c:v>
                </c:pt>
                <c:pt idx="56406">
                  <c:v>4</c:v>
                </c:pt>
                <c:pt idx="56407">
                  <c:v>5</c:v>
                </c:pt>
                <c:pt idx="56408">
                  <c:v>1</c:v>
                </c:pt>
                <c:pt idx="56409">
                  <c:v>2</c:v>
                </c:pt>
                <c:pt idx="56410">
                  <c:v>8</c:v>
                </c:pt>
                <c:pt idx="56411">
                  <c:v>5</c:v>
                </c:pt>
                <c:pt idx="56412">
                  <c:v>2</c:v>
                </c:pt>
                <c:pt idx="56413">
                  <c:v>2</c:v>
                </c:pt>
                <c:pt idx="56414">
                  <c:v>2</c:v>
                </c:pt>
                <c:pt idx="56415">
                  <c:v>1</c:v>
                </c:pt>
                <c:pt idx="56416">
                  <c:v>2</c:v>
                </c:pt>
                <c:pt idx="56417">
                  <c:v>4</c:v>
                </c:pt>
                <c:pt idx="56418">
                  <c:v>1</c:v>
                </c:pt>
                <c:pt idx="56419">
                  <c:v>2</c:v>
                </c:pt>
                <c:pt idx="56420">
                  <c:v>5</c:v>
                </c:pt>
                <c:pt idx="56421">
                  <c:v>1</c:v>
                </c:pt>
                <c:pt idx="56422">
                  <c:v>1</c:v>
                </c:pt>
                <c:pt idx="56423">
                  <c:v>2</c:v>
                </c:pt>
                <c:pt idx="56424">
                  <c:v>3</c:v>
                </c:pt>
                <c:pt idx="56425">
                  <c:v>2</c:v>
                </c:pt>
                <c:pt idx="56426">
                  <c:v>1</c:v>
                </c:pt>
                <c:pt idx="56427">
                  <c:v>4</c:v>
                </c:pt>
                <c:pt idx="56428">
                  <c:v>7</c:v>
                </c:pt>
                <c:pt idx="56429">
                  <c:v>2</c:v>
                </c:pt>
                <c:pt idx="56430">
                  <c:v>0</c:v>
                </c:pt>
                <c:pt idx="56431">
                  <c:v>2</c:v>
                </c:pt>
                <c:pt idx="56432">
                  <c:v>2</c:v>
                </c:pt>
                <c:pt idx="56433">
                  <c:v>2</c:v>
                </c:pt>
                <c:pt idx="56434">
                  <c:v>5</c:v>
                </c:pt>
                <c:pt idx="56435">
                  <c:v>4</c:v>
                </c:pt>
                <c:pt idx="56436">
                  <c:v>2</c:v>
                </c:pt>
                <c:pt idx="56437">
                  <c:v>2</c:v>
                </c:pt>
                <c:pt idx="56438">
                  <c:v>2</c:v>
                </c:pt>
                <c:pt idx="56439">
                  <c:v>14</c:v>
                </c:pt>
                <c:pt idx="56440">
                  <c:v>1</c:v>
                </c:pt>
                <c:pt idx="56441">
                  <c:v>2</c:v>
                </c:pt>
                <c:pt idx="56442">
                  <c:v>2</c:v>
                </c:pt>
                <c:pt idx="56443">
                  <c:v>5</c:v>
                </c:pt>
                <c:pt idx="56444">
                  <c:v>3</c:v>
                </c:pt>
                <c:pt idx="56445">
                  <c:v>2</c:v>
                </c:pt>
                <c:pt idx="56446">
                  <c:v>2</c:v>
                </c:pt>
                <c:pt idx="56447">
                  <c:v>2</c:v>
                </c:pt>
                <c:pt idx="56448">
                  <c:v>3</c:v>
                </c:pt>
                <c:pt idx="56449">
                  <c:v>1</c:v>
                </c:pt>
                <c:pt idx="56450">
                  <c:v>2</c:v>
                </c:pt>
                <c:pt idx="56451">
                  <c:v>1</c:v>
                </c:pt>
                <c:pt idx="56452">
                  <c:v>3</c:v>
                </c:pt>
                <c:pt idx="56453">
                  <c:v>4</c:v>
                </c:pt>
                <c:pt idx="56454">
                  <c:v>1</c:v>
                </c:pt>
                <c:pt idx="56455">
                  <c:v>2</c:v>
                </c:pt>
                <c:pt idx="56456">
                  <c:v>3</c:v>
                </c:pt>
                <c:pt idx="56457">
                  <c:v>1</c:v>
                </c:pt>
                <c:pt idx="56458">
                  <c:v>4</c:v>
                </c:pt>
                <c:pt idx="56459">
                  <c:v>1</c:v>
                </c:pt>
                <c:pt idx="56460">
                  <c:v>2</c:v>
                </c:pt>
                <c:pt idx="56461">
                  <c:v>4</c:v>
                </c:pt>
                <c:pt idx="56462">
                  <c:v>3</c:v>
                </c:pt>
                <c:pt idx="56463">
                  <c:v>2</c:v>
                </c:pt>
                <c:pt idx="56464">
                  <c:v>2</c:v>
                </c:pt>
                <c:pt idx="56465">
                  <c:v>2</c:v>
                </c:pt>
                <c:pt idx="56466">
                  <c:v>1</c:v>
                </c:pt>
                <c:pt idx="56467">
                  <c:v>2</c:v>
                </c:pt>
                <c:pt idx="56468">
                  <c:v>1</c:v>
                </c:pt>
                <c:pt idx="56469">
                  <c:v>3</c:v>
                </c:pt>
                <c:pt idx="56470">
                  <c:v>3</c:v>
                </c:pt>
                <c:pt idx="56471">
                  <c:v>2</c:v>
                </c:pt>
                <c:pt idx="56472">
                  <c:v>2</c:v>
                </c:pt>
                <c:pt idx="56473">
                  <c:v>3</c:v>
                </c:pt>
                <c:pt idx="56474">
                  <c:v>1</c:v>
                </c:pt>
                <c:pt idx="56475">
                  <c:v>1</c:v>
                </c:pt>
                <c:pt idx="56476">
                  <c:v>4</c:v>
                </c:pt>
                <c:pt idx="56477">
                  <c:v>2</c:v>
                </c:pt>
                <c:pt idx="56478">
                  <c:v>6</c:v>
                </c:pt>
                <c:pt idx="56479">
                  <c:v>1</c:v>
                </c:pt>
                <c:pt idx="56480">
                  <c:v>2</c:v>
                </c:pt>
                <c:pt idx="56481">
                  <c:v>3</c:v>
                </c:pt>
                <c:pt idx="56482">
                  <c:v>1</c:v>
                </c:pt>
                <c:pt idx="56483">
                  <c:v>3</c:v>
                </c:pt>
                <c:pt idx="56484">
                  <c:v>3</c:v>
                </c:pt>
                <c:pt idx="56485">
                  <c:v>2</c:v>
                </c:pt>
                <c:pt idx="56486">
                  <c:v>2</c:v>
                </c:pt>
                <c:pt idx="56487">
                  <c:v>5</c:v>
                </c:pt>
                <c:pt idx="56488">
                  <c:v>2</c:v>
                </c:pt>
                <c:pt idx="56489">
                  <c:v>2</c:v>
                </c:pt>
                <c:pt idx="56490">
                  <c:v>1</c:v>
                </c:pt>
                <c:pt idx="56491">
                  <c:v>10</c:v>
                </c:pt>
                <c:pt idx="56492">
                  <c:v>4</c:v>
                </c:pt>
                <c:pt idx="56493">
                  <c:v>2</c:v>
                </c:pt>
                <c:pt idx="56494">
                  <c:v>1</c:v>
                </c:pt>
                <c:pt idx="56495">
                  <c:v>3</c:v>
                </c:pt>
                <c:pt idx="56496">
                  <c:v>2</c:v>
                </c:pt>
                <c:pt idx="56497">
                  <c:v>3</c:v>
                </c:pt>
                <c:pt idx="56498">
                  <c:v>2</c:v>
                </c:pt>
                <c:pt idx="56499">
                  <c:v>4</c:v>
                </c:pt>
                <c:pt idx="56500">
                  <c:v>2</c:v>
                </c:pt>
                <c:pt idx="56501">
                  <c:v>4</c:v>
                </c:pt>
                <c:pt idx="56502">
                  <c:v>4</c:v>
                </c:pt>
                <c:pt idx="56503">
                  <c:v>2</c:v>
                </c:pt>
                <c:pt idx="56504">
                  <c:v>3</c:v>
                </c:pt>
                <c:pt idx="56505">
                  <c:v>4</c:v>
                </c:pt>
                <c:pt idx="56506">
                  <c:v>2</c:v>
                </c:pt>
                <c:pt idx="56507">
                  <c:v>5</c:v>
                </c:pt>
                <c:pt idx="56508">
                  <c:v>2</c:v>
                </c:pt>
                <c:pt idx="56509">
                  <c:v>2</c:v>
                </c:pt>
                <c:pt idx="56510">
                  <c:v>1</c:v>
                </c:pt>
                <c:pt idx="56511">
                  <c:v>2</c:v>
                </c:pt>
                <c:pt idx="56512">
                  <c:v>2</c:v>
                </c:pt>
                <c:pt idx="56513">
                  <c:v>2</c:v>
                </c:pt>
                <c:pt idx="56514">
                  <c:v>5</c:v>
                </c:pt>
                <c:pt idx="56515">
                  <c:v>2</c:v>
                </c:pt>
                <c:pt idx="56516">
                  <c:v>2</c:v>
                </c:pt>
                <c:pt idx="56517">
                  <c:v>2</c:v>
                </c:pt>
                <c:pt idx="56518">
                  <c:v>2</c:v>
                </c:pt>
                <c:pt idx="56519">
                  <c:v>4</c:v>
                </c:pt>
                <c:pt idx="56520">
                  <c:v>1</c:v>
                </c:pt>
                <c:pt idx="56521">
                  <c:v>3</c:v>
                </c:pt>
                <c:pt idx="56522">
                  <c:v>2</c:v>
                </c:pt>
                <c:pt idx="56523">
                  <c:v>4</c:v>
                </c:pt>
                <c:pt idx="56524">
                  <c:v>1</c:v>
                </c:pt>
                <c:pt idx="56525">
                  <c:v>2</c:v>
                </c:pt>
                <c:pt idx="56526">
                  <c:v>3</c:v>
                </c:pt>
                <c:pt idx="56527">
                  <c:v>2</c:v>
                </c:pt>
                <c:pt idx="56528">
                  <c:v>1</c:v>
                </c:pt>
                <c:pt idx="56529">
                  <c:v>4</c:v>
                </c:pt>
                <c:pt idx="56530">
                  <c:v>8</c:v>
                </c:pt>
                <c:pt idx="56531">
                  <c:v>3</c:v>
                </c:pt>
                <c:pt idx="56532">
                  <c:v>2</c:v>
                </c:pt>
                <c:pt idx="56533">
                  <c:v>2</c:v>
                </c:pt>
                <c:pt idx="56534">
                  <c:v>4</c:v>
                </c:pt>
                <c:pt idx="56535">
                  <c:v>1</c:v>
                </c:pt>
                <c:pt idx="56536">
                  <c:v>1</c:v>
                </c:pt>
                <c:pt idx="56537">
                  <c:v>2</c:v>
                </c:pt>
                <c:pt idx="56538">
                  <c:v>3</c:v>
                </c:pt>
                <c:pt idx="56539">
                  <c:v>1</c:v>
                </c:pt>
                <c:pt idx="56540">
                  <c:v>1</c:v>
                </c:pt>
                <c:pt idx="56541">
                  <c:v>3</c:v>
                </c:pt>
                <c:pt idx="56542">
                  <c:v>4</c:v>
                </c:pt>
                <c:pt idx="56543">
                  <c:v>4</c:v>
                </c:pt>
                <c:pt idx="56544">
                  <c:v>2</c:v>
                </c:pt>
                <c:pt idx="56545">
                  <c:v>3</c:v>
                </c:pt>
                <c:pt idx="56546">
                  <c:v>2</c:v>
                </c:pt>
                <c:pt idx="56547">
                  <c:v>5</c:v>
                </c:pt>
                <c:pt idx="56548">
                  <c:v>2</c:v>
                </c:pt>
                <c:pt idx="56549">
                  <c:v>1</c:v>
                </c:pt>
                <c:pt idx="56550">
                  <c:v>5</c:v>
                </c:pt>
                <c:pt idx="56551">
                  <c:v>1</c:v>
                </c:pt>
                <c:pt idx="56552">
                  <c:v>1</c:v>
                </c:pt>
                <c:pt idx="56553">
                  <c:v>2</c:v>
                </c:pt>
                <c:pt idx="56554">
                  <c:v>2</c:v>
                </c:pt>
                <c:pt idx="56555">
                  <c:v>1</c:v>
                </c:pt>
                <c:pt idx="56556">
                  <c:v>1</c:v>
                </c:pt>
                <c:pt idx="56557">
                  <c:v>1</c:v>
                </c:pt>
                <c:pt idx="56558">
                  <c:v>4</c:v>
                </c:pt>
                <c:pt idx="56559">
                  <c:v>1</c:v>
                </c:pt>
                <c:pt idx="56560">
                  <c:v>1</c:v>
                </c:pt>
                <c:pt idx="56561">
                  <c:v>1</c:v>
                </c:pt>
                <c:pt idx="56562">
                  <c:v>2</c:v>
                </c:pt>
                <c:pt idx="56563">
                  <c:v>1</c:v>
                </c:pt>
                <c:pt idx="56564">
                  <c:v>3</c:v>
                </c:pt>
                <c:pt idx="56565">
                  <c:v>3</c:v>
                </c:pt>
                <c:pt idx="56566">
                  <c:v>4</c:v>
                </c:pt>
                <c:pt idx="56567">
                  <c:v>51</c:v>
                </c:pt>
                <c:pt idx="56568">
                  <c:v>2</c:v>
                </c:pt>
                <c:pt idx="56569">
                  <c:v>3</c:v>
                </c:pt>
                <c:pt idx="56570">
                  <c:v>4</c:v>
                </c:pt>
                <c:pt idx="56571">
                  <c:v>2</c:v>
                </c:pt>
                <c:pt idx="56572">
                  <c:v>3</c:v>
                </c:pt>
                <c:pt idx="56573">
                  <c:v>1</c:v>
                </c:pt>
                <c:pt idx="56574">
                  <c:v>2</c:v>
                </c:pt>
                <c:pt idx="56575">
                  <c:v>3</c:v>
                </c:pt>
                <c:pt idx="56576">
                  <c:v>6</c:v>
                </c:pt>
                <c:pt idx="56577">
                  <c:v>2</c:v>
                </c:pt>
                <c:pt idx="56578">
                  <c:v>2</c:v>
                </c:pt>
                <c:pt idx="56579">
                  <c:v>1</c:v>
                </c:pt>
                <c:pt idx="56580">
                  <c:v>10</c:v>
                </c:pt>
                <c:pt idx="56581">
                  <c:v>6</c:v>
                </c:pt>
                <c:pt idx="56582">
                  <c:v>1</c:v>
                </c:pt>
                <c:pt idx="56583">
                  <c:v>2</c:v>
                </c:pt>
                <c:pt idx="56584">
                  <c:v>1</c:v>
                </c:pt>
                <c:pt idx="56585">
                  <c:v>2</c:v>
                </c:pt>
                <c:pt idx="56586">
                  <c:v>5</c:v>
                </c:pt>
                <c:pt idx="56587">
                  <c:v>3</c:v>
                </c:pt>
                <c:pt idx="56588">
                  <c:v>2</c:v>
                </c:pt>
                <c:pt idx="56589">
                  <c:v>1</c:v>
                </c:pt>
                <c:pt idx="56590">
                  <c:v>4</c:v>
                </c:pt>
                <c:pt idx="56591">
                  <c:v>1</c:v>
                </c:pt>
                <c:pt idx="56592">
                  <c:v>3</c:v>
                </c:pt>
                <c:pt idx="56593">
                  <c:v>2</c:v>
                </c:pt>
                <c:pt idx="56594">
                  <c:v>2</c:v>
                </c:pt>
                <c:pt idx="56595">
                  <c:v>1</c:v>
                </c:pt>
                <c:pt idx="56596">
                  <c:v>5</c:v>
                </c:pt>
                <c:pt idx="56597">
                  <c:v>3</c:v>
                </c:pt>
                <c:pt idx="56598">
                  <c:v>3</c:v>
                </c:pt>
                <c:pt idx="56599">
                  <c:v>2</c:v>
                </c:pt>
                <c:pt idx="56600">
                  <c:v>4</c:v>
                </c:pt>
                <c:pt idx="56601">
                  <c:v>1</c:v>
                </c:pt>
                <c:pt idx="56602">
                  <c:v>2</c:v>
                </c:pt>
                <c:pt idx="56603">
                  <c:v>4</c:v>
                </c:pt>
                <c:pt idx="56604">
                  <c:v>1</c:v>
                </c:pt>
                <c:pt idx="56605">
                  <c:v>4</c:v>
                </c:pt>
                <c:pt idx="56606">
                  <c:v>2</c:v>
                </c:pt>
                <c:pt idx="56607">
                  <c:v>2</c:v>
                </c:pt>
                <c:pt idx="56608">
                  <c:v>2</c:v>
                </c:pt>
                <c:pt idx="56609">
                  <c:v>2</c:v>
                </c:pt>
                <c:pt idx="56610">
                  <c:v>1</c:v>
                </c:pt>
                <c:pt idx="56611">
                  <c:v>6</c:v>
                </c:pt>
                <c:pt idx="56612">
                  <c:v>3</c:v>
                </c:pt>
                <c:pt idx="56613">
                  <c:v>4</c:v>
                </c:pt>
                <c:pt idx="56614">
                  <c:v>5</c:v>
                </c:pt>
                <c:pt idx="56615">
                  <c:v>3</c:v>
                </c:pt>
                <c:pt idx="56616">
                  <c:v>2</c:v>
                </c:pt>
                <c:pt idx="56617">
                  <c:v>4</c:v>
                </c:pt>
                <c:pt idx="56618">
                  <c:v>3</c:v>
                </c:pt>
                <c:pt idx="56619">
                  <c:v>1</c:v>
                </c:pt>
                <c:pt idx="56620">
                  <c:v>3</c:v>
                </c:pt>
                <c:pt idx="56621">
                  <c:v>2</c:v>
                </c:pt>
                <c:pt idx="56622">
                  <c:v>1</c:v>
                </c:pt>
                <c:pt idx="56623">
                  <c:v>2</c:v>
                </c:pt>
                <c:pt idx="56624">
                  <c:v>6</c:v>
                </c:pt>
                <c:pt idx="56625">
                  <c:v>4</c:v>
                </c:pt>
                <c:pt idx="56626">
                  <c:v>3</c:v>
                </c:pt>
                <c:pt idx="56627">
                  <c:v>4</c:v>
                </c:pt>
                <c:pt idx="56628">
                  <c:v>1</c:v>
                </c:pt>
                <c:pt idx="56629">
                  <c:v>1</c:v>
                </c:pt>
                <c:pt idx="56630">
                  <c:v>1</c:v>
                </c:pt>
                <c:pt idx="56631">
                  <c:v>2</c:v>
                </c:pt>
                <c:pt idx="56632">
                  <c:v>6</c:v>
                </c:pt>
                <c:pt idx="56633">
                  <c:v>6</c:v>
                </c:pt>
                <c:pt idx="56634">
                  <c:v>2</c:v>
                </c:pt>
                <c:pt idx="56635">
                  <c:v>2</c:v>
                </c:pt>
                <c:pt idx="56636">
                  <c:v>2</c:v>
                </c:pt>
                <c:pt idx="56637">
                  <c:v>4</c:v>
                </c:pt>
                <c:pt idx="56638">
                  <c:v>1</c:v>
                </c:pt>
                <c:pt idx="56639">
                  <c:v>2</c:v>
                </c:pt>
                <c:pt idx="56640">
                  <c:v>1</c:v>
                </c:pt>
                <c:pt idx="56641">
                  <c:v>2</c:v>
                </c:pt>
                <c:pt idx="56642">
                  <c:v>1</c:v>
                </c:pt>
                <c:pt idx="56643">
                  <c:v>2</c:v>
                </c:pt>
                <c:pt idx="56644">
                  <c:v>4</c:v>
                </c:pt>
                <c:pt idx="56645">
                  <c:v>1</c:v>
                </c:pt>
                <c:pt idx="56646">
                  <c:v>2</c:v>
                </c:pt>
                <c:pt idx="56647">
                  <c:v>2</c:v>
                </c:pt>
                <c:pt idx="56648">
                  <c:v>1</c:v>
                </c:pt>
                <c:pt idx="56649">
                  <c:v>7</c:v>
                </c:pt>
                <c:pt idx="56650">
                  <c:v>6</c:v>
                </c:pt>
                <c:pt idx="56651">
                  <c:v>1</c:v>
                </c:pt>
                <c:pt idx="56652">
                  <c:v>1</c:v>
                </c:pt>
                <c:pt idx="56653">
                  <c:v>2</c:v>
                </c:pt>
                <c:pt idx="56654">
                  <c:v>2</c:v>
                </c:pt>
                <c:pt idx="56655">
                  <c:v>2</c:v>
                </c:pt>
                <c:pt idx="56656">
                  <c:v>2</c:v>
                </c:pt>
                <c:pt idx="56657">
                  <c:v>4</c:v>
                </c:pt>
                <c:pt idx="56658">
                  <c:v>5</c:v>
                </c:pt>
                <c:pt idx="56659">
                  <c:v>3</c:v>
                </c:pt>
                <c:pt idx="56660">
                  <c:v>1</c:v>
                </c:pt>
                <c:pt idx="56661">
                  <c:v>4</c:v>
                </c:pt>
                <c:pt idx="56662">
                  <c:v>2</c:v>
                </c:pt>
                <c:pt idx="56663">
                  <c:v>3</c:v>
                </c:pt>
                <c:pt idx="56664">
                  <c:v>4</c:v>
                </c:pt>
                <c:pt idx="56665">
                  <c:v>4</c:v>
                </c:pt>
                <c:pt idx="56666">
                  <c:v>1</c:v>
                </c:pt>
                <c:pt idx="56667">
                  <c:v>2</c:v>
                </c:pt>
                <c:pt idx="56668">
                  <c:v>5</c:v>
                </c:pt>
                <c:pt idx="56669">
                  <c:v>2</c:v>
                </c:pt>
                <c:pt idx="56670">
                  <c:v>1</c:v>
                </c:pt>
                <c:pt idx="56671">
                  <c:v>2</c:v>
                </c:pt>
                <c:pt idx="56672">
                  <c:v>2</c:v>
                </c:pt>
                <c:pt idx="56673">
                  <c:v>6</c:v>
                </c:pt>
                <c:pt idx="56674">
                  <c:v>2</c:v>
                </c:pt>
                <c:pt idx="56675">
                  <c:v>2</c:v>
                </c:pt>
                <c:pt idx="56676">
                  <c:v>2</c:v>
                </c:pt>
                <c:pt idx="56677">
                  <c:v>2</c:v>
                </c:pt>
                <c:pt idx="56678">
                  <c:v>2</c:v>
                </c:pt>
                <c:pt idx="56679">
                  <c:v>6</c:v>
                </c:pt>
                <c:pt idx="56680">
                  <c:v>1</c:v>
                </c:pt>
                <c:pt idx="56681">
                  <c:v>4</c:v>
                </c:pt>
                <c:pt idx="56682">
                  <c:v>2</c:v>
                </c:pt>
                <c:pt idx="56683">
                  <c:v>1</c:v>
                </c:pt>
                <c:pt idx="56684">
                  <c:v>2</c:v>
                </c:pt>
                <c:pt idx="56685">
                  <c:v>4</c:v>
                </c:pt>
                <c:pt idx="56686">
                  <c:v>2</c:v>
                </c:pt>
                <c:pt idx="56687">
                  <c:v>1</c:v>
                </c:pt>
                <c:pt idx="56688">
                  <c:v>1</c:v>
                </c:pt>
                <c:pt idx="56689">
                  <c:v>1</c:v>
                </c:pt>
                <c:pt idx="56690">
                  <c:v>3</c:v>
                </c:pt>
                <c:pt idx="56691">
                  <c:v>1</c:v>
                </c:pt>
                <c:pt idx="56692">
                  <c:v>2</c:v>
                </c:pt>
                <c:pt idx="56693">
                  <c:v>2</c:v>
                </c:pt>
                <c:pt idx="56694">
                  <c:v>1</c:v>
                </c:pt>
                <c:pt idx="56695">
                  <c:v>3</c:v>
                </c:pt>
                <c:pt idx="56696">
                  <c:v>4</c:v>
                </c:pt>
                <c:pt idx="56697">
                  <c:v>4</c:v>
                </c:pt>
                <c:pt idx="56698">
                  <c:v>1</c:v>
                </c:pt>
                <c:pt idx="56699">
                  <c:v>3</c:v>
                </c:pt>
                <c:pt idx="56700">
                  <c:v>1</c:v>
                </c:pt>
                <c:pt idx="56701">
                  <c:v>4</c:v>
                </c:pt>
                <c:pt idx="56702">
                  <c:v>2</c:v>
                </c:pt>
                <c:pt idx="56703">
                  <c:v>3</c:v>
                </c:pt>
                <c:pt idx="56704">
                  <c:v>1</c:v>
                </c:pt>
                <c:pt idx="56705">
                  <c:v>2</c:v>
                </c:pt>
                <c:pt idx="56706">
                  <c:v>2</c:v>
                </c:pt>
                <c:pt idx="56707">
                  <c:v>2</c:v>
                </c:pt>
                <c:pt idx="56708">
                  <c:v>2</c:v>
                </c:pt>
                <c:pt idx="56709">
                  <c:v>2</c:v>
                </c:pt>
                <c:pt idx="56710">
                  <c:v>3</c:v>
                </c:pt>
                <c:pt idx="56711">
                  <c:v>3</c:v>
                </c:pt>
                <c:pt idx="56712">
                  <c:v>3</c:v>
                </c:pt>
                <c:pt idx="56713">
                  <c:v>2</c:v>
                </c:pt>
                <c:pt idx="56714">
                  <c:v>2</c:v>
                </c:pt>
                <c:pt idx="56715">
                  <c:v>2</c:v>
                </c:pt>
                <c:pt idx="56716">
                  <c:v>3</c:v>
                </c:pt>
                <c:pt idx="56717">
                  <c:v>3</c:v>
                </c:pt>
                <c:pt idx="56718">
                  <c:v>2</c:v>
                </c:pt>
                <c:pt idx="56719">
                  <c:v>2</c:v>
                </c:pt>
                <c:pt idx="56720">
                  <c:v>2</c:v>
                </c:pt>
                <c:pt idx="56721">
                  <c:v>3</c:v>
                </c:pt>
                <c:pt idx="56722">
                  <c:v>1</c:v>
                </c:pt>
                <c:pt idx="56723">
                  <c:v>2</c:v>
                </c:pt>
                <c:pt idx="56724">
                  <c:v>6</c:v>
                </c:pt>
                <c:pt idx="56725">
                  <c:v>1</c:v>
                </c:pt>
                <c:pt idx="56726">
                  <c:v>3</c:v>
                </c:pt>
                <c:pt idx="56727">
                  <c:v>3</c:v>
                </c:pt>
                <c:pt idx="56728">
                  <c:v>1</c:v>
                </c:pt>
                <c:pt idx="56729">
                  <c:v>3</c:v>
                </c:pt>
                <c:pt idx="56730">
                  <c:v>2</c:v>
                </c:pt>
                <c:pt idx="56731">
                  <c:v>6</c:v>
                </c:pt>
                <c:pt idx="56732">
                  <c:v>1</c:v>
                </c:pt>
                <c:pt idx="56733">
                  <c:v>6</c:v>
                </c:pt>
                <c:pt idx="56734">
                  <c:v>5</c:v>
                </c:pt>
                <c:pt idx="56735">
                  <c:v>2</c:v>
                </c:pt>
                <c:pt idx="56736">
                  <c:v>4</c:v>
                </c:pt>
                <c:pt idx="56737">
                  <c:v>6</c:v>
                </c:pt>
                <c:pt idx="56738">
                  <c:v>2</c:v>
                </c:pt>
                <c:pt idx="56739">
                  <c:v>1</c:v>
                </c:pt>
                <c:pt idx="56740">
                  <c:v>2</c:v>
                </c:pt>
                <c:pt idx="56741">
                  <c:v>3</c:v>
                </c:pt>
                <c:pt idx="56742">
                  <c:v>1</c:v>
                </c:pt>
                <c:pt idx="56743">
                  <c:v>3</c:v>
                </c:pt>
                <c:pt idx="56744">
                  <c:v>2</c:v>
                </c:pt>
                <c:pt idx="56745">
                  <c:v>3</c:v>
                </c:pt>
                <c:pt idx="56746">
                  <c:v>3</c:v>
                </c:pt>
                <c:pt idx="56747">
                  <c:v>2</c:v>
                </c:pt>
                <c:pt idx="56748">
                  <c:v>1</c:v>
                </c:pt>
                <c:pt idx="56749">
                  <c:v>1</c:v>
                </c:pt>
                <c:pt idx="56750">
                  <c:v>2</c:v>
                </c:pt>
                <c:pt idx="56751">
                  <c:v>2</c:v>
                </c:pt>
                <c:pt idx="56752">
                  <c:v>3</c:v>
                </c:pt>
                <c:pt idx="56753">
                  <c:v>3</c:v>
                </c:pt>
                <c:pt idx="56754">
                  <c:v>1</c:v>
                </c:pt>
                <c:pt idx="56755">
                  <c:v>4</c:v>
                </c:pt>
                <c:pt idx="56756">
                  <c:v>2</c:v>
                </c:pt>
                <c:pt idx="56757">
                  <c:v>4</c:v>
                </c:pt>
                <c:pt idx="56758">
                  <c:v>4</c:v>
                </c:pt>
                <c:pt idx="56759">
                  <c:v>1</c:v>
                </c:pt>
                <c:pt idx="56760">
                  <c:v>2</c:v>
                </c:pt>
                <c:pt idx="56761">
                  <c:v>2</c:v>
                </c:pt>
                <c:pt idx="56762">
                  <c:v>1</c:v>
                </c:pt>
                <c:pt idx="56763">
                  <c:v>6</c:v>
                </c:pt>
                <c:pt idx="56764">
                  <c:v>5</c:v>
                </c:pt>
                <c:pt idx="56765">
                  <c:v>1</c:v>
                </c:pt>
                <c:pt idx="56766">
                  <c:v>3</c:v>
                </c:pt>
                <c:pt idx="56767">
                  <c:v>1</c:v>
                </c:pt>
                <c:pt idx="56768">
                  <c:v>2</c:v>
                </c:pt>
                <c:pt idx="56769">
                  <c:v>2</c:v>
                </c:pt>
                <c:pt idx="56770">
                  <c:v>3</c:v>
                </c:pt>
                <c:pt idx="56771">
                  <c:v>2</c:v>
                </c:pt>
                <c:pt idx="56772">
                  <c:v>6</c:v>
                </c:pt>
                <c:pt idx="56773">
                  <c:v>5</c:v>
                </c:pt>
                <c:pt idx="56774">
                  <c:v>6</c:v>
                </c:pt>
                <c:pt idx="56775">
                  <c:v>2</c:v>
                </c:pt>
                <c:pt idx="56776">
                  <c:v>2</c:v>
                </c:pt>
                <c:pt idx="56777">
                  <c:v>1</c:v>
                </c:pt>
                <c:pt idx="56778">
                  <c:v>2</c:v>
                </c:pt>
                <c:pt idx="56779">
                  <c:v>6</c:v>
                </c:pt>
                <c:pt idx="56780">
                  <c:v>2</c:v>
                </c:pt>
                <c:pt idx="56781">
                  <c:v>3</c:v>
                </c:pt>
                <c:pt idx="56782">
                  <c:v>1</c:v>
                </c:pt>
                <c:pt idx="56783">
                  <c:v>2</c:v>
                </c:pt>
                <c:pt idx="56784">
                  <c:v>3</c:v>
                </c:pt>
                <c:pt idx="56785">
                  <c:v>2</c:v>
                </c:pt>
                <c:pt idx="56786">
                  <c:v>1</c:v>
                </c:pt>
                <c:pt idx="56787">
                  <c:v>2</c:v>
                </c:pt>
                <c:pt idx="56788">
                  <c:v>3</c:v>
                </c:pt>
                <c:pt idx="56789">
                  <c:v>1</c:v>
                </c:pt>
                <c:pt idx="56790">
                  <c:v>4</c:v>
                </c:pt>
                <c:pt idx="56791">
                  <c:v>2</c:v>
                </c:pt>
                <c:pt idx="56792">
                  <c:v>1</c:v>
                </c:pt>
                <c:pt idx="56793">
                  <c:v>1</c:v>
                </c:pt>
                <c:pt idx="56794">
                  <c:v>4</c:v>
                </c:pt>
                <c:pt idx="56795">
                  <c:v>1</c:v>
                </c:pt>
                <c:pt idx="56796">
                  <c:v>2</c:v>
                </c:pt>
                <c:pt idx="56797">
                  <c:v>3</c:v>
                </c:pt>
                <c:pt idx="56798">
                  <c:v>3</c:v>
                </c:pt>
                <c:pt idx="56799">
                  <c:v>1</c:v>
                </c:pt>
                <c:pt idx="56800">
                  <c:v>3</c:v>
                </c:pt>
                <c:pt idx="56801">
                  <c:v>2</c:v>
                </c:pt>
                <c:pt idx="56802">
                  <c:v>1</c:v>
                </c:pt>
                <c:pt idx="56803">
                  <c:v>2</c:v>
                </c:pt>
                <c:pt idx="56804">
                  <c:v>2</c:v>
                </c:pt>
                <c:pt idx="56805">
                  <c:v>4</c:v>
                </c:pt>
                <c:pt idx="56806">
                  <c:v>3</c:v>
                </c:pt>
                <c:pt idx="56807">
                  <c:v>2</c:v>
                </c:pt>
                <c:pt idx="56808">
                  <c:v>3</c:v>
                </c:pt>
                <c:pt idx="56809">
                  <c:v>2</c:v>
                </c:pt>
                <c:pt idx="56810">
                  <c:v>3</c:v>
                </c:pt>
                <c:pt idx="56811">
                  <c:v>2</c:v>
                </c:pt>
                <c:pt idx="56812">
                  <c:v>1</c:v>
                </c:pt>
                <c:pt idx="56813">
                  <c:v>2</c:v>
                </c:pt>
                <c:pt idx="56814">
                  <c:v>2</c:v>
                </c:pt>
                <c:pt idx="56815">
                  <c:v>1</c:v>
                </c:pt>
                <c:pt idx="56816">
                  <c:v>2</c:v>
                </c:pt>
                <c:pt idx="56817">
                  <c:v>8</c:v>
                </c:pt>
                <c:pt idx="56818">
                  <c:v>2</c:v>
                </c:pt>
                <c:pt idx="56819">
                  <c:v>3</c:v>
                </c:pt>
                <c:pt idx="56820">
                  <c:v>1</c:v>
                </c:pt>
                <c:pt idx="56821">
                  <c:v>1</c:v>
                </c:pt>
                <c:pt idx="56822">
                  <c:v>2</c:v>
                </c:pt>
                <c:pt idx="56823">
                  <c:v>2</c:v>
                </c:pt>
                <c:pt idx="56824">
                  <c:v>1</c:v>
                </c:pt>
                <c:pt idx="56825">
                  <c:v>2</c:v>
                </c:pt>
                <c:pt idx="56826">
                  <c:v>3</c:v>
                </c:pt>
                <c:pt idx="56827">
                  <c:v>2</c:v>
                </c:pt>
                <c:pt idx="56828">
                  <c:v>4</c:v>
                </c:pt>
                <c:pt idx="56829">
                  <c:v>3</c:v>
                </c:pt>
                <c:pt idx="56830">
                  <c:v>2</c:v>
                </c:pt>
                <c:pt idx="56831">
                  <c:v>2</c:v>
                </c:pt>
                <c:pt idx="56832">
                  <c:v>4</c:v>
                </c:pt>
                <c:pt idx="56833">
                  <c:v>2</c:v>
                </c:pt>
                <c:pt idx="56834">
                  <c:v>3</c:v>
                </c:pt>
                <c:pt idx="56835">
                  <c:v>2</c:v>
                </c:pt>
                <c:pt idx="56836">
                  <c:v>4</c:v>
                </c:pt>
                <c:pt idx="56837">
                  <c:v>10</c:v>
                </c:pt>
                <c:pt idx="56838">
                  <c:v>1</c:v>
                </c:pt>
                <c:pt idx="56839">
                  <c:v>1</c:v>
                </c:pt>
                <c:pt idx="56840">
                  <c:v>2</c:v>
                </c:pt>
                <c:pt idx="56841">
                  <c:v>1</c:v>
                </c:pt>
                <c:pt idx="56842">
                  <c:v>5</c:v>
                </c:pt>
                <c:pt idx="56843">
                  <c:v>2</c:v>
                </c:pt>
                <c:pt idx="56844">
                  <c:v>3</c:v>
                </c:pt>
                <c:pt idx="56845">
                  <c:v>3</c:v>
                </c:pt>
                <c:pt idx="56846">
                  <c:v>2</c:v>
                </c:pt>
                <c:pt idx="56847">
                  <c:v>3</c:v>
                </c:pt>
                <c:pt idx="56848">
                  <c:v>3</c:v>
                </c:pt>
                <c:pt idx="56849">
                  <c:v>5</c:v>
                </c:pt>
                <c:pt idx="56850">
                  <c:v>2</c:v>
                </c:pt>
                <c:pt idx="56851">
                  <c:v>2</c:v>
                </c:pt>
                <c:pt idx="56852">
                  <c:v>3</c:v>
                </c:pt>
                <c:pt idx="56853">
                  <c:v>2</c:v>
                </c:pt>
                <c:pt idx="56854">
                  <c:v>3</c:v>
                </c:pt>
                <c:pt idx="56855">
                  <c:v>2</c:v>
                </c:pt>
                <c:pt idx="56856">
                  <c:v>2</c:v>
                </c:pt>
                <c:pt idx="56857">
                  <c:v>4</c:v>
                </c:pt>
                <c:pt idx="56858">
                  <c:v>12</c:v>
                </c:pt>
                <c:pt idx="56859">
                  <c:v>3</c:v>
                </c:pt>
                <c:pt idx="56860">
                  <c:v>2</c:v>
                </c:pt>
                <c:pt idx="56861">
                  <c:v>2</c:v>
                </c:pt>
                <c:pt idx="56862">
                  <c:v>4</c:v>
                </c:pt>
                <c:pt idx="56863">
                  <c:v>2</c:v>
                </c:pt>
                <c:pt idx="56864">
                  <c:v>2</c:v>
                </c:pt>
                <c:pt idx="56865">
                  <c:v>2</c:v>
                </c:pt>
                <c:pt idx="56866">
                  <c:v>2</c:v>
                </c:pt>
                <c:pt idx="56867">
                  <c:v>3</c:v>
                </c:pt>
                <c:pt idx="56868">
                  <c:v>2</c:v>
                </c:pt>
                <c:pt idx="56869">
                  <c:v>2</c:v>
                </c:pt>
                <c:pt idx="56870">
                  <c:v>1</c:v>
                </c:pt>
                <c:pt idx="56871">
                  <c:v>1</c:v>
                </c:pt>
                <c:pt idx="56872">
                  <c:v>1</c:v>
                </c:pt>
                <c:pt idx="56873">
                  <c:v>3</c:v>
                </c:pt>
                <c:pt idx="56874">
                  <c:v>2</c:v>
                </c:pt>
                <c:pt idx="56875">
                  <c:v>2</c:v>
                </c:pt>
                <c:pt idx="56876">
                  <c:v>6</c:v>
                </c:pt>
                <c:pt idx="56877">
                  <c:v>5</c:v>
                </c:pt>
                <c:pt idx="56878">
                  <c:v>4</c:v>
                </c:pt>
                <c:pt idx="56879">
                  <c:v>3</c:v>
                </c:pt>
                <c:pt idx="56880">
                  <c:v>1</c:v>
                </c:pt>
                <c:pt idx="56881">
                  <c:v>2</c:v>
                </c:pt>
                <c:pt idx="56882">
                  <c:v>2</c:v>
                </c:pt>
                <c:pt idx="56883">
                  <c:v>3</c:v>
                </c:pt>
                <c:pt idx="56884">
                  <c:v>5</c:v>
                </c:pt>
                <c:pt idx="56885">
                  <c:v>5</c:v>
                </c:pt>
                <c:pt idx="56886">
                  <c:v>3</c:v>
                </c:pt>
                <c:pt idx="56887">
                  <c:v>2</c:v>
                </c:pt>
                <c:pt idx="56888">
                  <c:v>2</c:v>
                </c:pt>
                <c:pt idx="56889">
                  <c:v>2</c:v>
                </c:pt>
                <c:pt idx="56890">
                  <c:v>2</c:v>
                </c:pt>
                <c:pt idx="56891">
                  <c:v>1</c:v>
                </c:pt>
                <c:pt idx="56892">
                  <c:v>1</c:v>
                </c:pt>
                <c:pt idx="56893">
                  <c:v>2</c:v>
                </c:pt>
                <c:pt idx="56894">
                  <c:v>4</c:v>
                </c:pt>
                <c:pt idx="56895">
                  <c:v>3</c:v>
                </c:pt>
                <c:pt idx="56896">
                  <c:v>1</c:v>
                </c:pt>
                <c:pt idx="56897">
                  <c:v>5</c:v>
                </c:pt>
                <c:pt idx="56898">
                  <c:v>2</c:v>
                </c:pt>
                <c:pt idx="56899">
                  <c:v>2</c:v>
                </c:pt>
                <c:pt idx="56900">
                  <c:v>3</c:v>
                </c:pt>
                <c:pt idx="56901">
                  <c:v>1</c:v>
                </c:pt>
                <c:pt idx="56902">
                  <c:v>1</c:v>
                </c:pt>
                <c:pt idx="56903">
                  <c:v>3</c:v>
                </c:pt>
                <c:pt idx="56904">
                  <c:v>3</c:v>
                </c:pt>
                <c:pt idx="56905">
                  <c:v>1</c:v>
                </c:pt>
                <c:pt idx="56906">
                  <c:v>1</c:v>
                </c:pt>
                <c:pt idx="56907">
                  <c:v>5</c:v>
                </c:pt>
                <c:pt idx="56908">
                  <c:v>2</c:v>
                </c:pt>
                <c:pt idx="56909">
                  <c:v>4</c:v>
                </c:pt>
                <c:pt idx="56910">
                  <c:v>1</c:v>
                </c:pt>
                <c:pt idx="56911">
                  <c:v>2</c:v>
                </c:pt>
                <c:pt idx="56912">
                  <c:v>8</c:v>
                </c:pt>
                <c:pt idx="56913">
                  <c:v>1</c:v>
                </c:pt>
                <c:pt idx="56914">
                  <c:v>2</c:v>
                </c:pt>
                <c:pt idx="56915">
                  <c:v>2</c:v>
                </c:pt>
                <c:pt idx="56916">
                  <c:v>2</c:v>
                </c:pt>
                <c:pt idx="56917">
                  <c:v>2</c:v>
                </c:pt>
                <c:pt idx="56918">
                  <c:v>10</c:v>
                </c:pt>
                <c:pt idx="56919">
                  <c:v>2</c:v>
                </c:pt>
                <c:pt idx="56920">
                  <c:v>1</c:v>
                </c:pt>
                <c:pt idx="56921">
                  <c:v>2</c:v>
                </c:pt>
                <c:pt idx="56922">
                  <c:v>3</c:v>
                </c:pt>
                <c:pt idx="56923">
                  <c:v>4</c:v>
                </c:pt>
                <c:pt idx="56924">
                  <c:v>6</c:v>
                </c:pt>
                <c:pt idx="56925">
                  <c:v>2</c:v>
                </c:pt>
                <c:pt idx="56926">
                  <c:v>2</c:v>
                </c:pt>
                <c:pt idx="56927">
                  <c:v>4</c:v>
                </c:pt>
                <c:pt idx="56928">
                  <c:v>1</c:v>
                </c:pt>
                <c:pt idx="56929">
                  <c:v>4</c:v>
                </c:pt>
                <c:pt idx="56930">
                  <c:v>2</c:v>
                </c:pt>
                <c:pt idx="56931">
                  <c:v>3</c:v>
                </c:pt>
                <c:pt idx="56932">
                  <c:v>2</c:v>
                </c:pt>
                <c:pt idx="56933">
                  <c:v>4</c:v>
                </c:pt>
                <c:pt idx="56934">
                  <c:v>3</c:v>
                </c:pt>
                <c:pt idx="56935">
                  <c:v>1</c:v>
                </c:pt>
                <c:pt idx="56936">
                  <c:v>2</c:v>
                </c:pt>
                <c:pt idx="56937">
                  <c:v>1</c:v>
                </c:pt>
                <c:pt idx="56938">
                  <c:v>2</c:v>
                </c:pt>
                <c:pt idx="56939">
                  <c:v>2</c:v>
                </c:pt>
                <c:pt idx="56940">
                  <c:v>3</c:v>
                </c:pt>
                <c:pt idx="56941">
                  <c:v>3</c:v>
                </c:pt>
                <c:pt idx="56942">
                  <c:v>2</c:v>
                </c:pt>
                <c:pt idx="56943">
                  <c:v>2</c:v>
                </c:pt>
                <c:pt idx="56944">
                  <c:v>1</c:v>
                </c:pt>
                <c:pt idx="56945">
                  <c:v>3</c:v>
                </c:pt>
                <c:pt idx="56946">
                  <c:v>5</c:v>
                </c:pt>
                <c:pt idx="56947">
                  <c:v>1</c:v>
                </c:pt>
                <c:pt idx="56948">
                  <c:v>1</c:v>
                </c:pt>
                <c:pt idx="56949">
                  <c:v>2</c:v>
                </c:pt>
                <c:pt idx="56950">
                  <c:v>3</c:v>
                </c:pt>
                <c:pt idx="56951">
                  <c:v>4</c:v>
                </c:pt>
                <c:pt idx="56952">
                  <c:v>4</c:v>
                </c:pt>
                <c:pt idx="56953">
                  <c:v>2</c:v>
                </c:pt>
                <c:pt idx="56954">
                  <c:v>6</c:v>
                </c:pt>
                <c:pt idx="56955">
                  <c:v>2</c:v>
                </c:pt>
                <c:pt idx="56956">
                  <c:v>2</c:v>
                </c:pt>
                <c:pt idx="56957">
                  <c:v>2</c:v>
                </c:pt>
                <c:pt idx="56958">
                  <c:v>5</c:v>
                </c:pt>
                <c:pt idx="56959">
                  <c:v>2</c:v>
                </c:pt>
                <c:pt idx="56960">
                  <c:v>4</c:v>
                </c:pt>
                <c:pt idx="56961">
                  <c:v>1</c:v>
                </c:pt>
                <c:pt idx="56962">
                  <c:v>4</c:v>
                </c:pt>
                <c:pt idx="56963">
                  <c:v>4</c:v>
                </c:pt>
                <c:pt idx="56964">
                  <c:v>1</c:v>
                </c:pt>
                <c:pt idx="56965">
                  <c:v>1</c:v>
                </c:pt>
                <c:pt idx="56966">
                  <c:v>2</c:v>
                </c:pt>
                <c:pt idx="56967">
                  <c:v>3</c:v>
                </c:pt>
                <c:pt idx="56968">
                  <c:v>3</c:v>
                </c:pt>
                <c:pt idx="56969">
                  <c:v>2</c:v>
                </c:pt>
                <c:pt idx="56970">
                  <c:v>2</c:v>
                </c:pt>
                <c:pt idx="56971">
                  <c:v>2</c:v>
                </c:pt>
                <c:pt idx="56972">
                  <c:v>2</c:v>
                </c:pt>
                <c:pt idx="56973">
                  <c:v>1</c:v>
                </c:pt>
                <c:pt idx="56974">
                  <c:v>3</c:v>
                </c:pt>
                <c:pt idx="56975">
                  <c:v>3</c:v>
                </c:pt>
                <c:pt idx="56976">
                  <c:v>2</c:v>
                </c:pt>
                <c:pt idx="56977">
                  <c:v>1</c:v>
                </c:pt>
                <c:pt idx="56978">
                  <c:v>2</c:v>
                </c:pt>
                <c:pt idx="56979">
                  <c:v>1</c:v>
                </c:pt>
                <c:pt idx="56980">
                  <c:v>4</c:v>
                </c:pt>
                <c:pt idx="56981">
                  <c:v>2</c:v>
                </c:pt>
                <c:pt idx="56982">
                  <c:v>2</c:v>
                </c:pt>
                <c:pt idx="56983">
                  <c:v>2</c:v>
                </c:pt>
                <c:pt idx="56984">
                  <c:v>3</c:v>
                </c:pt>
                <c:pt idx="56985">
                  <c:v>9</c:v>
                </c:pt>
                <c:pt idx="56986">
                  <c:v>2</c:v>
                </c:pt>
                <c:pt idx="56987">
                  <c:v>2</c:v>
                </c:pt>
                <c:pt idx="56988">
                  <c:v>2</c:v>
                </c:pt>
                <c:pt idx="56989">
                  <c:v>4</c:v>
                </c:pt>
                <c:pt idx="56990">
                  <c:v>3</c:v>
                </c:pt>
                <c:pt idx="56991">
                  <c:v>1</c:v>
                </c:pt>
                <c:pt idx="56992">
                  <c:v>2</c:v>
                </c:pt>
                <c:pt idx="56993">
                  <c:v>2</c:v>
                </c:pt>
                <c:pt idx="56994">
                  <c:v>10</c:v>
                </c:pt>
                <c:pt idx="56995">
                  <c:v>2</c:v>
                </c:pt>
                <c:pt idx="56996">
                  <c:v>5</c:v>
                </c:pt>
                <c:pt idx="56997">
                  <c:v>2</c:v>
                </c:pt>
                <c:pt idx="56998">
                  <c:v>3</c:v>
                </c:pt>
                <c:pt idx="56999">
                  <c:v>5</c:v>
                </c:pt>
                <c:pt idx="57000">
                  <c:v>2</c:v>
                </c:pt>
                <c:pt idx="57001">
                  <c:v>2</c:v>
                </c:pt>
                <c:pt idx="57002">
                  <c:v>1</c:v>
                </c:pt>
                <c:pt idx="57003">
                  <c:v>3</c:v>
                </c:pt>
                <c:pt idx="57004">
                  <c:v>3</c:v>
                </c:pt>
                <c:pt idx="57005">
                  <c:v>2</c:v>
                </c:pt>
                <c:pt idx="57006">
                  <c:v>2</c:v>
                </c:pt>
                <c:pt idx="57007">
                  <c:v>3</c:v>
                </c:pt>
                <c:pt idx="57008">
                  <c:v>2</c:v>
                </c:pt>
                <c:pt idx="57009">
                  <c:v>8</c:v>
                </c:pt>
                <c:pt idx="57010">
                  <c:v>1</c:v>
                </c:pt>
                <c:pt idx="57011">
                  <c:v>2</c:v>
                </c:pt>
                <c:pt idx="57012">
                  <c:v>3</c:v>
                </c:pt>
                <c:pt idx="57013">
                  <c:v>4</c:v>
                </c:pt>
                <c:pt idx="57014">
                  <c:v>1</c:v>
                </c:pt>
                <c:pt idx="57015">
                  <c:v>1</c:v>
                </c:pt>
                <c:pt idx="57016">
                  <c:v>-1</c:v>
                </c:pt>
                <c:pt idx="57017">
                  <c:v>2</c:v>
                </c:pt>
                <c:pt idx="57018">
                  <c:v>1</c:v>
                </c:pt>
                <c:pt idx="57019">
                  <c:v>3</c:v>
                </c:pt>
                <c:pt idx="57020">
                  <c:v>2</c:v>
                </c:pt>
                <c:pt idx="57021">
                  <c:v>2</c:v>
                </c:pt>
                <c:pt idx="57022">
                  <c:v>5</c:v>
                </c:pt>
                <c:pt idx="57023">
                  <c:v>3</c:v>
                </c:pt>
                <c:pt idx="57024">
                  <c:v>3</c:v>
                </c:pt>
                <c:pt idx="57025">
                  <c:v>4</c:v>
                </c:pt>
                <c:pt idx="57026">
                  <c:v>1</c:v>
                </c:pt>
                <c:pt idx="57027">
                  <c:v>1</c:v>
                </c:pt>
                <c:pt idx="57028">
                  <c:v>2</c:v>
                </c:pt>
                <c:pt idx="57029">
                  <c:v>3</c:v>
                </c:pt>
                <c:pt idx="57030">
                  <c:v>2</c:v>
                </c:pt>
                <c:pt idx="57031">
                  <c:v>2</c:v>
                </c:pt>
                <c:pt idx="57032">
                  <c:v>4</c:v>
                </c:pt>
                <c:pt idx="57033">
                  <c:v>2</c:v>
                </c:pt>
                <c:pt idx="57034">
                  <c:v>1</c:v>
                </c:pt>
                <c:pt idx="57035">
                  <c:v>3</c:v>
                </c:pt>
                <c:pt idx="57036">
                  <c:v>5</c:v>
                </c:pt>
                <c:pt idx="57037">
                  <c:v>4</c:v>
                </c:pt>
                <c:pt idx="57038">
                  <c:v>1</c:v>
                </c:pt>
                <c:pt idx="57039">
                  <c:v>5</c:v>
                </c:pt>
                <c:pt idx="57040">
                  <c:v>3</c:v>
                </c:pt>
                <c:pt idx="57041">
                  <c:v>3</c:v>
                </c:pt>
                <c:pt idx="57042">
                  <c:v>4</c:v>
                </c:pt>
                <c:pt idx="57043">
                  <c:v>2</c:v>
                </c:pt>
                <c:pt idx="57044">
                  <c:v>2</c:v>
                </c:pt>
                <c:pt idx="57045">
                  <c:v>5</c:v>
                </c:pt>
                <c:pt idx="57046">
                  <c:v>3</c:v>
                </c:pt>
                <c:pt idx="57047">
                  <c:v>2</c:v>
                </c:pt>
                <c:pt idx="57048">
                  <c:v>1</c:v>
                </c:pt>
                <c:pt idx="57049">
                  <c:v>4</c:v>
                </c:pt>
                <c:pt idx="57050">
                  <c:v>2</c:v>
                </c:pt>
                <c:pt idx="57051">
                  <c:v>2</c:v>
                </c:pt>
                <c:pt idx="57052">
                  <c:v>3</c:v>
                </c:pt>
                <c:pt idx="57053">
                  <c:v>3</c:v>
                </c:pt>
                <c:pt idx="57054">
                  <c:v>2</c:v>
                </c:pt>
                <c:pt idx="57055">
                  <c:v>3</c:v>
                </c:pt>
                <c:pt idx="57056">
                  <c:v>2</c:v>
                </c:pt>
                <c:pt idx="57057">
                  <c:v>10</c:v>
                </c:pt>
                <c:pt idx="57058">
                  <c:v>1</c:v>
                </c:pt>
                <c:pt idx="57059">
                  <c:v>3</c:v>
                </c:pt>
                <c:pt idx="57060">
                  <c:v>2</c:v>
                </c:pt>
                <c:pt idx="57061">
                  <c:v>1</c:v>
                </c:pt>
                <c:pt idx="57062">
                  <c:v>4</c:v>
                </c:pt>
                <c:pt idx="57063">
                  <c:v>2</c:v>
                </c:pt>
                <c:pt idx="57064">
                  <c:v>2</c:v>
                </c:pt>
                <c:pt idx="57065">
                  <c:v>2</c:v>
                </c:pt>
                <c:pt idx="57066">
                  <c:v>3</c:v>
                </c:pt>
                <c:pt idx="57067">
                  <c:v>1</c:v>
                </c:pt>
                <c:pt idx="57068">
                  <c:v>6</c:v>
                </c:pt>
                <c:pt idx="57069">
                  <c:v>1</c:v>
                </c:pt>
                <c:pt idx="57070">
                  <c:v>6</c:v>
                </c:pt>
                <c:pt idx="57071">
                  <c:v>3</c:v>
                </c:pt>
                <c:pt idx="57072">
                  <c:v>2</c:v>
                </c:pt>
                <c:pt idx="57073">
                  <c:v>1</c:v>
                </c:pt>
                <c:pt idx="57074">
                  <c:v>2</c:v>
                </c:pt>
                <c:pt idx="57075">
                  <c:v>2</c:v>
                </c:pt>
                <c:pt idx="57076">
                  <c:v>2</c:v>
                </c:pt>
                <c:pt idx="57077">
                  <c:v>4</c:v>
                </c:pt>
                <c:pt idx="57078">
                  <c:v>3</c:v>
                </c:pt>
                <c:pt idx="57079">
                  <c:v>2</c:v>
                </c:pt>
                <c:pt idx="57080">
                  <c:v>2</c:v>
                </c:pt>
                <c:pt idx="57081">
                  <c:v>2</c:v>
                </c:pt>
                <c:pt idx="57082">
                  <c:v>1</c:v>
                </c:pt>
                <c:pt idx="57083">
                  <c:v>1</c:v>
                </c:pt>
                <c:pt idx="57084">
                  <c:v>2</c:v>
                </c:pt>
                <c:pt idx="57085">
                  <c:v>3</c:v>
                </c:pt>
                <c:pt idx="57086">
                  <c:v>4</c:v>
                </c:pt>
                <c:pt idx="57087">
                  <c:v>2</c:v>
                </c:pt>
                <c:pt idx="57088">
                  <c:v>1</c:v>
                </c:pt>
                <c:pt idx="57089">
                  <c:v>3</c:v>
                </c:pt>
                <c:pt idx="57090">
                  <c:v>3</c:v>
                </c:pt>
                <c:pt idx="57091">
                  <c:v>2</c:v>
                </c:pt>
                <c:pt idx="57092">
                  <c:v>4</c:v>
                </c:pt>
                <c:pt idx="57093">
                  <c:v>4</c:v>
                </c:pt>
                <c:pt idx="57094">
                  <c:v>1</c:v>
                </c:pt>
                <c:pt idx="57095">
                  <c:v>6</c:v>
                </c:pt>
                <c:pt idx="57096">
                  <c:v>3</c:v>
                </c:pt>
                <c:pt idx="57097">
                  <c:v>5</c:v>
                </c:pt>
                <c:pt idx="57098">
                  <c:v>1</c:v>
                </c:pt>
                <c:pt idx="57099">
                  <c:v>3</c:v>
                </c:pt>
                <c:pt idx="57100">
                  <c:v>4</c:v>
                </c:pt>
                <c:pt idx="57101">
                  <c:v>1</c:v>
                </c:pt>
                <c:pt idx="57102">
                  <c:v>4</c:v>
                </c:pt>
                <c:pt idx="57103">
                  <c:v>1</c:v>
                </c:pt>
                <c:pt idx="57104">
                  <c:v>1</c:v>
                </c:pt>
                <c:pt idx="57105">
                  <c:v>2</c:v>
                </c:pt>
                <c:pt idx="57106">
                  <c:v>2</c:v>
                </c:pt>
                <c:pt idx="57107">
                  <c:v>1</c:v>
                </c:pt>
                <c:pt idx="57108">
                  <c:v>4</c:v>
                </c:pt>
                <c:pt idx="57109">
                  <c:v>2</c:v>
                </c:pt>
                <c:pt idx="57110">
                  <c:v>2</c:v>
                </c:pt>
                <c:pt idx="57111">
                  <c:v>1</c:v>
                </c:pt>
                <c:pt idx="57112">
                  <c:v>2</c:v>
                </c:pt>
                <c:pt idx="57113">
                  <c:v>2</c:v>
                </c:pt>
                <c:pt idx="57114">
                  <c:v>2</c:v>
                </c:pt>
                <c:pt idx="57115">
                  <c:v>2</c:v>
                </c:pt>
                <c:pt idx="57116">
                  <c:v>2</c:v>
                </c:pt>
                <c:pt idx="57117">
                  <c:v>4</c:v>
                </c:pt>
                <c:pt idx="57118">
                  <c:v>6</c:v>
                </c:pt>
                <c:pt idx="57119">
                  <c:v>4</c:v>
                </c:pt>
                <c:pt idx="57120">
                  <c:v>7</c:v>
                </c:pt>
                <c:pt idx="57121">
                  <c:v>4</c:v>
                </c:pt>
                <c:pt idx="57122">
                  <c:v>4</c:v>
                </c:pt>
                <c:pt idx="57123">
                  <c:v>2</c:v>
                </c:pt>
                <c:pt idx="57124">
                  <c:v>4</c:v>
                </c:pt>
                <c:pt idx="57125">
                  <c:v>10</c:v>
                </c:pt>
                <c:pt idx="57126">
                  <c:v>2</c:v>
                </c:pt>
                <c:pt idx="57127">
                  <c:v>1</c:v>
                </c:pt>
                <c:pt idx="57128">
                  <c:v>1</c:v>
                </c:pt>
                <c:pt idx="57129">
                  <c:v>3</c:v>
                </c:pt>
                <c:pt idx="57130">
                  <c:v>3</c:v>
                </c:pt>
                <c:pt idx="57131">
                  <c:v>3</c:v>
                </c:pt>
                <c:pt idx="57132">
                  <c:v>2</c:v>
                </c:pt>
                <c:pt idx="57133">
                  <c:v>1</c:v>
                </c:pt>
                <c:pt idx="57134">
                  <c:v>2</c:v>
                </c:pt>
                <c:pt idx="57135">
                  <c:v>2</c:v>
                </c:pt>
                <c:pt idx="57136">
                  <c:v>4</c:v>
                </c:pt>
                <c:pt idx="57137">
                  <c:v>12</c:v>
                </c:pt>
                <c:pt idx="57138">
                  <c:v>5</c:v>
                </c:pt>
                <c:pt idx="57139">
                  <c:v>1</c:v>
                </c:pt>
                <c:pt idx="57140">
                  <c:v>4</c:v>
                </c:pt>
                <c:pt idx="57141">
                  <c:v>10</c:v>
                </c:pt>
                <c:pt idx="57142">
                  <c:v>2</c:v>
                </c:pt>
                <c:pt idx="57143">
                  <c:v>1</c:v>
                </c:pt>
                <c:pt idx="57144">
                  <c:v>2</c:v>
                </c:pt>
                <c:pt idx="57145">
                  <c:v>2</c:v>
                </c:pt>
                <c:pt idx="57146">
                  <c:v>1</c:v>
                </c:pt>
                <c:pt idx="57147">
                  <c:v>6</c:v>
                </c:pt>
                <c:pt idx="57148">
                  <c:v>3</c:v>
                </c:pt>
                <c:pt idx="57149">
                  <c:v>1</c:v>
                </c:pt>
                <c:pt idx="57150">
                  <c:v>1</c:v>
                </c:pt>
                <c:pt idx="57151">
                  <c:v>2</c:v>
                </c:pt>
                <c:pt idx="57152">
                  <c:v>3</c:v>
                </c:pt>
                <c:pt idx="57153">
                  <c:v>2</c:v>
                </c:pt>
                <c:pt idx="57154">
                  <c:v>2</c:v>
                </c:pt>
                <c:pt idx="57155">
                  <c:v>1</c:v>
                </c:pt>
                <c:pt idx="57156">
                  <c:v>1</c:v>
                </c:pt>
                <c:pt idx="57157">
                  <c:v>1</c:v>
                </c:pt>
                <c:pt idx="57158">
                  <c:v>2</c:v>
                </c:pt>
                <c:pt idx="57159">
                  <c:v>2</c:v>
                </c:pt>
                <c:pt idx="57160">
                  <c:v>4</c:v>
                </c:pt>
                <c:pt idx="57161">
                  <c:v>3</c:v>
                </c:pt>
                <c:pt idx="57162">
                  <c:v>2</c:v>
                </c:pt>
                <c:pt idx="57163">
                  <c:v>8</c:v>
                </c:pt>
                <c:pt idx="57164">
                  <c:v>4</c:v>
                </c:pt>
                <c:pt idx="57165">
                  <c:v>1</c:v>
                </c:pt>
                <c:pt idx="57166">
                  <c:v>2</c:v>
                </c:pt>
                <c:pt idx="57167">
                  <c:v>1</c:v>
                </c:pt>
                <c:pt idx="57168">
                  <c:v>1</c:v>
                </c:pt>
                <c:pt idx="57169">
                  <c:v>2</c:v>
                </c:pt>
                <c:pt idx="57170">
                  <c:v>2</c:v>
                </c:pt>
                <c:pt idx="57171">
                  <c:v>10</c:v>
                </c:pt>
                <c:pt idx="57172">
                  <c:v>2</c:v>
                </c:pt>
                <c:pt idx="57173">
                  <c:v>5</c:v>
                </c:pt>
                <c:pt idx="57174">
                  <c:v>2</c:v>
                </c:pt>
                <c:pt idx="57175">
                  <c:v>1</c:v>
                </c:pt>
                <c:pt idx="57176">
                  <c:v>3</c:v>
                </c:pt>
                <c:pt idx="57177">
                  <c:v>2</c:v>
                </c:pt>
                <c:pt idx="57178">
                  <c:v>3</c:v>
                </c:pt>
                <c:pt idx="57179">
                  <c:v>4</c:v>
                </c:pt>
                <c:pt idx="57180">
                  <c:v>3</c:v>
                </c:pt>
                <c:pt idx="57181">
                  <c:v>3</c:v>
                </c:pt>
                <c:pt idx="57182">
                  <c:v>2</c:v>
                </c:pt>
                <c:pt idx="57183">
                  <c:v>1</c:v>
                </c:pt>
                <c:pt idx="57184">
                  <c:v>5</c:v>
                </c:pt>
                <c:pt idx="57185">
                  <c:v>1</c:v>
                </c:pt>
                <c:pt idx="57186">
                  <c:v>4</c:v>
                </c:pt>
                <c:pt idx="57187">
                  <c:v>2</c:v>
                </c:pt>
                <c:pt idx="57188">
                  <c:v>3</c:v>
                </c:pt>
                <c:pt idx="57189">
                  <c:v>1</c:v>
                </c:pt>
                <c:pt idx="57190">
                  <c:v>2</c:v>
                </c:pt>
                <c:pt idx="57191">
                  <c:v>3</c:v>
                </c:pt>
                <c:pt idx="57192">
                  <c:v>2</c:v>
                </c:pt>
                <c:pt idx="57193">
                  <c:v>3</c:v>
                </c:pt>
                <c:pt idx="57194">
                  <c:v>3</c:v>
                </c:pt>
                <c:pt idx="57195">
                  <c:v>1</c:v>
                </c:pt>
                <c:pt idx="57196">
                  <c:v>2</c:v>
                </c:pt>
                <c:pt idx="57197">
                  <c:v>3</c:v>
                </c:pt>
                <c:pt idx="57198">
                  <c:v>2</c:v>
                </c:pt>
                <c:pt idx="57199">
                  <c:v>7</c:v>
                </c:pt>
                <c:pt idx="57200">
                  <c:v>2</c:v>
                </c:pt>
                <c:pt idx="57201">
                  <c:v>1</c:v>
                </c:pt>
                <c:pt idx="57202">
                  <c:v>2</c:v>
                </c:pt>
                <c:pt idx="57203">
                  <c:v>2</c:v>
                </c:pt>
                <c:pt idx="57204">
                  <c:v>1</c:v>
                </c:pt>
                <c:pt idx="57205">
                  <c:v>9</c:v>
                </c:pt>
                <c:pt idx="57206">
                  <c:v>3</c:v>
                </c:pt>
                <c:pt idx="57207">
                  <c:v>2</c:v>
                </c:pt>
                <c:pt idx="57208">
                  <c:v>2</c:v>
                </c:pt>
                <c:pt idx="57209">
                  <c:v>2</c:v>
                </c:pt>
                <c:pt idx="57210">
                  <c:v>7</c:v>
                </c:pt>
                <c:pt idx="57211">
                  <c:v>1</c:v>
                </c:pt>
                <c:pt idx="57212">
                  <c:v>0</c:v>
                </c:pt>
                <c:pt idx="57213">
                  <c:v>4</c:v>
                </c:pt>
                <c:pt idx="57214">
                  <c:v>3</c:v>
                </c:pt>
                <c:pt idx="57215">
                  <c:v>3</c:v>
                </c:pt>
                <c:pt idx="57216">
                  <c:v>2</c:v>
                </c:pt>
                <c:pt idx="57217">
                  <c:v>1</c:v>
                </c:pt>
                <c:pt idx="57218">
                  <c:v>2</c:v>
                </c:pt>
                <c:pt idx="57219">
                  <c:v>2</c:v>
                </c:pt>
                <c:pt idx="57220">
                  <c:v>2</c:v>
                </c:pt>
                <c:pt idx="57221">
                  <c:v>2</c:v>
                </c:pt>
                <c:pt idx="57222">
                  <c:v>1</c:v>
                </c:pt>
                <c:pt idx="57223">
                  <c:v>2</c:v>
                </c:pt>
                <c:pt idx="57224">
                  <c:v>2</c:v>
                </c:pt>
                <c:pt idx="57225">
                  <c:v>1</c:v>
                </c:pt>
                <c:pt idx="57226">
                  <c:v>6</c:v>
                </c:pt>
                <c:pt idx="57227">
                  <c:v>2</c:v>
                </c:pt>
                <c:pt idx="57228">
                  <c:v>4</c:v>
                </c:pt>
                <c:pt idx="57229">
                  <c:v>1</c:v>
                </c:pt>
                <c:pt idx="57230">
                  <c:v>4</c:v>
                </c:pt>
                <c:pt idx="57231">
                  <c:v>2</c:v>
                </c:pt>
                <c:pt idx="57232">
                  <c:v>2</c:v>
                </c:pt>
                <c:pt idx="57233">
                  <c:v>1</c:v>
                </c:pt>
                <c:pt idx="57234">
                  <c:v>2</c:v>
                </c:pt>
                <c:pt idx="57235">
                  <c:v>2</c:v>
                </c:pt>
                <c:pt idx="57236">
                  <c:v>3</c:v>
                </c:pt>
                <c:pt idx="57237">
                  <c:v>3</c:v>
                </c:pt>
                <c:pt idx="57238">
                  <c:v>4</c:v>
                </c:pt>
                <c:pt idx="57239">
                  <c:v>2</c:v>
                </c:pt>
                <c:pt idx="57240">
                  <c:v>2</c:v>
                </c:pt>
                <c:pt idx="57241">
                  <c:v>3</c:v>
                </c:pt>
                <c:pt idx="57242">
                  <c:v>3</c:v>
                </c:pt>
                <c:pt idx="57243">
                  <c:v>2</c:v>
                </c:pt>
                <c:pt idx="57244">
                  <c:v>2</c:v>
                </c:pt>
                <c:pt idx="57245">
                  <c:v>3</c:v>
                </c:pt>
                <c:pt idx="57246">
                  <c:v>1</c:v>
                </c:pt>
                <c:pt idx="57247">
                  <c:v>4</c:v>
                </c:pt>
                <c:pt idx="57248">
                  <c:v>1</c:v>
                </c:pt>
                <c:pt idx="57249">
                  <c:v>3</c:v>
                </c:pt>
                <c:pt idx="57250">
                  <c:v>8</c:v>
                </c:pt>
                <c:pt idx="57251">
                  <c:v>2</c:v>
                </c:pt>
                <c:pt idx="57252">
                  <c:v>1</c:v>
                </c:pt>
                <c:pt idx="57253">
                  <c:v>1</c:v>
                </c:pt>
                <c:pt idx="57254">
                  <c:v>2</c:v>
                </c:pt>
                <c:pt idx="57255">
                  <c:v>3</c:v>
                </c:pt>
                <c:pt idx="57256">
                  <c:v>1</c:v>
                </c:pt>
                <c:pt idx="57257">
                  <c:v>1</c:v>
                </c:pt>
                <c:pt idx="57258">
                  <c:v>2</c:v>
                </c:pt>
                <c:pt idx="57259">
                  <c:v>1</c:v>
                </c:pt>
                <c:pt idx="57260">
                  <c:v>-2</c:v>
                </c:pt>
                <c:pt idx="57261">
                  <c:v>1</c:v>
                </c:pt>
                <c:pt idx="57262">
                  <c:v>1</c:v>
                </c:pt>
                <c:pt idx="57263">
                  <c:v>3</c:v>
                </c:pt>
                <c:pt idx="57264">
                  <c:v>5</c:v>
                </c:pt>
                <c:pt idx="57265">
                  <c:v>3</c:v>
                </c:pt>
                <c:pt idx="57266">
                  <c:v>1</c:v>
                </c:pt>
                <c:pt idx="57267">
                  <c:v>1</c:v>
                </c:pt>
                <c:pt idx="57268">
                  <c:v>3</c:v>
                </c:pt>
                <c:pt idx="57269">
                  <c:v>5</c:v>
                </c:pt>
                <c:pt idx="57270">
                  <c:v>1</c:v>
                </c:pt>
                <c:pt idx="57271">
                  <c:v>4</c:v>
                </c:pt>
                <c:pt idx="57272">
                  <c:v>2</c:v>
                </c:pt>
                <c:pt idx="57273">
                  <c:v>3</c:v>
                </c:pt>
                <c:pt idx="57274">
                  <c:v>1</c:v>
                </c:pt>
                <c:pt idx="57275">
                  <c:v>4</c:v>
                </c:pt>
                <c:pt idx="57276">
                  <c:v>1</c:v>
                </c:pt>
                <c:pt idx="57277">
                  <c:v>2</c:v>
                </c:pt>
                <c:pt idx="57278">
                  <c:v>1</c:v>
                </c:pt>
                <c:pt idx="57279">
                  <c:v>2</c:v>
                </c:pt>
                <c:pt idx="57280">
                  <c:v>2</c:v>
                </c:pt>
                <c:pt idx="57281">
                  <c:v>2</c:v>
                </c:pt>
                <c:pt idx="57282">
                  <c:v>8</c:v>
                </c:pt>
                <c:pt idx="57283">
                  <c:v>1</c:v>
                </c:pt>
                <c:pt idx="57284">
                  <c:v>2</c:v>
                </c:pt>
                <c:pt idx="57285">
                  <c:v>4</c:v>
                </c:pt>
                <c:pt idx="57286">
                  <c:v>4</c:v>
                </c:pt>
                <c:pt idx="57287">
                  <c:v>2</c:v>
                </c:pt>
                <c:pt idx="57288">
                  <c:v>1</c:v>
                </c:pt>
                <c:pt idx="57289">
                  <c:v>2</c:v>
                </c:pt>
                <c:pt idx="57290">
                  <c:v>3</c:v>
                </c:pt>
                <c:pt idx="57291">
                  <c:v>2</c:v>
                </c:pt>
                <c:pt idx="57292">
                  <c:v>2</c:v>
                </c:pt>
                <c:pt idx="57293">
                  <c:v>2</c:v>
                </c:pt>
                <c:pt idx="57294">
                  <c:v>15</c:v>
                </c:pt>
                <c:pt idx="57295">
                  <c:v>5</c:v>
                </c:pt>
                <c:pt idx="57296">
                  <c:v>1</c:v>
                </c:pt>
                <c:pt idx="57297">
                  <c:v>4</c:v>
                </c:pt>
                <c:pt idx="57298">
                  <c:v>3</c:v>
                </c:pt>
                <c:pt idx="57299">
                  <c:v>2</c:v>
                </c:pt>
                <c:pt idx="57300">
                  <c:v>2</c:v>
                </c:pt>
                <c:pt idx="57301">
                  <c:v>2</c:v>
                </c:pt>
                <c:pt idx="57302">
                  <c:v>4</c:v>
                </c:pt>
                <c:pt idx="57303">
                  <c:v>3</c:v>
                </c:pt>
                <c:pt idx="57304">
                  <c:v>3</c:v>
                </c:pt>
                <c:pt idx="57305">
                  <c:v>3</c:v>
                </c:pt>
                <c:pt idx="57306">
                  <c:v>2</c:v>
                </c:pt>
                <c:pt idx="57307">
                  <c:v>3</c:v>
                </c:pt>
                <c:pt idx="57308">
                  <c:v>1</c:v>
                </c:pt>
                <c:pt idx="57309">
                  <c:v>3</c:v>
                </c:pt>
                <c:pt idx="57310">
                  <c:v>2</c:v>
                </c:pt>
                <c:pt idx="57311">
                  <c:v>1</c:v>
                </c:pt>
                <c:pt idx="57312">
                  <c:v>3</c:v>
                </c:pt>
                <c:pt idx="57313">
                  <c:v>2</c:v>
                </c:pt>
                <c:pt idx="57314">
                  <c:v>4</c:v>
                </c:pt>
                <c:pt idx="57315">
                  <c:v>3</c:v>
                </c:pt>
                <c:pt idx="57316">
                  <c:v>2</c:v>
                </c:pt>
                <c:pt idx="57317">
                  <c:v>3</c:v>
                </c:pt>
                <c:pt idx="57318">
                  <c:v>2</c:v>
                </c:pt>
                <c:pt idx="57319">
                  <c:v>2</c:v>
                </c:pt>
                <c:pt idx="57320">
                  <c:v>1</c:v>
                </c:pt>
                <c:pt idx="57321">
                  <c:v>8</c:v>
                </c:pt>
                <c:pt idx="57322">
                  <c:v>2</c:v>
                </c:pt>
                <c:pt idx="57323">
                  <c:v>2</c:v>
                </c:pt>
                <c:pt idx="57324">
                  <c:v>2</c:v>
                </c:pt>
                <c:pt idx="57325">
                  <c:v>2</c:v>
                </c:pt>
                <c:pt idx="57326">
                  <c:v>2</c:v>
                </c:pt>
                <c:pt idx="57327">
                  <c:v>4</c:v>
                </c:pt>
                <c:pt idx="57328">
                  <c:v>3</c:v>
                </c:pt>
                <c:pt idx="57329">
                  <c:v>1</c:v>
                </c:pt>
                <c:pt idx="57330">
                  <c:v>2</c:v>
                </c:pt>
                <c:pt idx="57331">
                  <c:v>2</c:v>
                </c:pt>
                <c:pt idx="57332">
                  <c:v>2</c:v>
                </c:pt>
                <c:pt idx="57333">
                  <c:v>1</c:v>
                </c:pt>
                <c:pt idx="57334">
                  <c:v>5</c:v>
                </c:pt>
                <c:pt idx="57335">
                  <c:v>4</c:v>
                </c:pt>
                <c:pt idx="57336">
                  <c:v>5</c:v>
                </c:pt>
                <c:pt idx="57337">
                  <c:v>4</c:v>
                </c:pt>
                <c:pt idx="57338">
                  <c:v>3</c:v>
                </c:pt>
                <c:pt idx="57339">
                  <c:v>3</c:v>
                </c:pt>
                <c:pt idx="57340">
                  <c:v>1</c:v>
                </c:pt>
                <c:pt idx="57341">
                  <c:v>1</c:v>
                </c:pt>
                <c:pt idx="57342">
                  <c:v>4</c:v>
                </c:pt>
                <c:pt idx="57343">
                  <c:v>2</c:v>
                </c:pt>
                <c:pt idx="57344">
                  <c:v>2</c:v>
                </c:pt>
                <c:pt idx="57345">
                  <c:v>2</c:v>
                </c:pt>
                <c:pt idx="57346">
                  <c:v>1</c:v>
                </c:pt>
                <c:pt idx="57347">
                  <c:v>2</c:v>
                </c:pt>
                <c:pt idx="57348">
                  <c:v>3</c:v>
                </c:pt>
                <c:pt idx="57349">
                  <c:v>4</c:v>
                </c:pt>
                <c:pt idx="57350">
                  <c:v>3</c:v>
                </c:pt>
                <c:pt idx="57351">
                  <c:v>2</c:v>
                </c:pt>
                <c:pt idx="57352">
                  <c:v>1</c:v>
                </c:pt>
                <c:pt idx="57353">
                  <c:v>4</c:v>
                </c:pt>
                <c:pt idx="57354">
                  <c:v>0</c:v>
                </c:pt>
                <c:pt idx="57355">
                  <c:v>0</c:v>
                </c:pt>
                <c:pt idx="57356">
                  <c:v>4</c:v>
                </c:pt>
                <c:pt idx="57357">
                  <c:v>2</c:v>
                </c:pt>
                <c:pt idx="57358">
                  <c:v>2</c:v>
                </c:pt>
                <c:pt idx="57359">
                  <c:v>3</c:v>
                </c:pt>
                <c:pt idx="57360">
                  <c:v>3</c:v>
                </c:pt>
                <c:pt idx="57361">
                  <c:v>3</c:v>
                </c:pt>
                <c:pt idx="57362">
                  <c:v>2</c:v>
                </c:pt>
                <c:pt idx="57363">
                  <c:v>1</c:v>
                </c:pt>
                <c:pt idx="57364">
                  <c:v>3</c:v>
                </c:pt>
                <c:pt idx="57365">
                  <c:v>2</c:v>
                </c:pt>
                <c:pt idx="57366">
                  <c:v>4</c:v>
                </c:pt>
                <c:pt idx="57367">
                  <c:v>1</c:v>
                </c:pt>
                <c:pt idx="57368">
                  <c:v>2</c:v>
                </c:pt>
                <c:pt idx="57369">
                  <c:v>3</c:v>
                </c:pt>
                <c:pt idx="57370">
                  <c:v>1</c:v>
                </c:pt>
                <c:pt idx="57371">
                  <c:v>4</c:v>
                </c:pt>
                <c:pt idx="57372">
                  <c:v>3</c:v>
                </c:pt>
                <c:pt idx="57373">
                  <c:v>1</c:v>
                </c:pt>
                <c:pt idx="57374">
                  <c:v>1</c:v>
                </c:pt>
                <c:pt idx="57375">
                  <c:v>2</c:v>
                </c:pt>
                <c:pt idx="57376">
                  <c:v>2</c:v>
                </c:pt>
                <c:pt idx="57377">
                  <c:v>2</c:v>
                </c:pt>
                <c:pt idx="57378">
                  <c:v>7</c:v>
                </c:pt>
                <c:pt idx="57379">
                  <c:v>1</c:v>
                </c:pt>
                <c:pt idx="57380">
                  <c:v>3</c:v>
                </c:pt>
                <c:pt idx="57381">
                  <c:v>10</c:v>
                </c:pt>
                <c:pt idx="57382">
                  <c:v>2</c:v>
                </c:pt>
                <c:pt idx="57383">
                  <c:v>5</c:v>
                </c:pt>
                <c:pt idx="57384">
                  <c:v>2</c:v>
                </c:pt>
                <c:pt idx="57385">
                  <c:v>3</c:v>
                </c:pt>
                <c:pt idx="57386">
                  <c:v>4</c:v>
                </c:pt>
                <c:pt idx="57387">
                  <c:v>5</c:v>
                </c:pt>
                <c:pt idx="57388">
                  <c:v>3</c:v>
                </c:pt>
                <c:pt idx="57389">
                  <c:v>1</c:v>
                </c:pt>
                <c:pt idx="57390">
                  <c:v>4</c:v>
                </c:pt>
                <c:pt idx="57391">
                  <c:v>4</c:v>
                </c:pt>
                <c:pt idx="57392">
                  <c:v>2</c:v>
                </c:pt>
                <c:pt idx="57393">
                  <c:v>3</c:v>
                </c:pt>
                <c:pt idx="57394">
                  <c:v>2</c:v>
                </c:pt>
                <c:pt idx="57395">
                  <c:v>2</c:v>
                </c:pt>
                <c:pt idx="57396">
                  <c:v>7</c:v>
                </c:pt>
                <c:pt idx="57397">
                  <c:v>2</c:v>
                </c:pt>
                <c:pt idx="57398">
                  <c:v>4</c:v>
                </c:pt>
                <c:pt idx="57399">
                  <c:v>7</c:v>
                </c:pt>
                <c:pt idx="57400">
                  <c:v>4</c:v>
                </c:pt>
                <c:pt idx="57401">
                  <c:v>3</c:v>
                </c:pt>
                <c:pt idx="57402">
                  <c:v>1</c:v>
                </c:pt>
                <c:pt idx="57403">
                  <c:v>3</c:v>
                </c:pt>
                <c:pt idx="57404">
                  <c:v>1</c:v>
                </c:pt>
                <c:pt idx="57405">
                  <c:v>2</c:v>
                </c:pt>
                <c:pt idx="57406">
                  <c:v>2</c:v>
                </c:pt>
                <c:pt idx="57407">
                  <c:v>10</c:v>
                </c:pt>
                <c:pt idx="57408">
                  <c:v>3</c:v>
                </c:pt>
                <c:pt idx="57409">
                  <c:v>1</c:v>
                </c:pt>
                <c:pt idx="57410">
                  <c:v>2</c:v>
                </c:pt>
                <c:pt idx="57411">
                  <c:v>2</c:v>
                </c:pt>
                <c:pt idx="57412">
                  <c:v>2</c:v>
                </c:pt>
                <c:pt idx="57413">
                  <c:v>1</c:v>
                </c:pt>
                <c:pt idx="57414">
                  <c:v>1</c:v>
                </c:pt>
                <c:pt idx="57415">
                  <c:v>4</c:v>
                </c:pt>
                <c:pt idx="57416">
                  <c:v>1</c:v>
                </c:pt>
                <c:pt idx="57417">
                  <c:v>6</c:v>
                </c:pt>
                <c:pt idx="57418">
                  <c:v>3</c:v>
                </c:pt>
                <c:pt idx="57419">
                  <c:v>1</c:v>
                </c:pt>
                <c:pt idx="57420">
                  <c:v>3</c:v>
                </c:pt>
                <c:pt idx="57421">
                  <c:v>4</c:v>
                </c:pt>
                <c:pt idx="57422">
                  <c:v>3</c:v>
                </c:pt>
                <c:pt idx="57423">
                  <c:v>2</c:v>
                </c:pt>
                <c:pt idx="57424">
                  <c:v>3</c:v>
                </c:pt>
                <c:pt idx="57425">
                  <c:v>2</c:v>
                </c:pt>
                <c:pt idx="57426">
                  <c:v>1</c:v>
                </c:pt>
                <c:pt idx="57427">
                  <c:v>5</c:v>
                </c:pt>
                <c:pt idx="57428">
                  <c:v>2</c:v>
                </c:pt>
                <c:pt idx="57429">
                  <c:v>3</c:v>
                </c:pt>
                <c:pt idx="57430">
                  <c:v>1</c:v>
                </c:pt>
                <c:pt idx="57431">
                  <c:v>1</c:v>
                </c:pt>
                <c:pt idx="57432">
                  <c:v>6</c:v>
                </c:pt>
                <c:pt idx="57433">
                  <c:v>2</c:v>
                </c:pt>
                <c:pt idx="57434">
                  <c:v>3</c:v>
                </c:pt>
                <c:pt idx="57435">
                  <c:v>2</c:v>
                </c:pt>
                <c:pt idx="57436">
                  <c:v>1</c:v>
                </c:pt>
                <c:pt idx="57437">
                  <c:v>2</c:v>
                </c:pt>
                <c:pt idx="57438">
                  <c:v>3</c:v>
                </c:pt>
                <c:pt idx="57439">
                  <c:v>5</c:v>
                </c:pt>
                <c:pt idx="57440">
                  <c:v>2</c:v>
                </c:pt>
                <c:pt idx="57441">
                  <c:v>1</c:v>
                </c:pt>
                <c:pt idx="57442">
                  <c:v>3</c:v>
                </c:pt>
                <c:pt idx="57443">
                  <c:v>5</c:v>
                </c:pt>
                <c:pt idx="57444">
                  <c:v>2</c:v>
                </c:pt>
                <c:pt idx="57445">
                  <c:v>1</c:v>
                </c:pt>
                <c:pt idx="57446">
                  <c:v>4</c:v>
                </c:pt>
                <c:pt idx="57447">
                  <c:v>2</c:v>
                </c:pt>
                <c:pt idx="57448">
                  <c:v>3</c:v>
                </c:pt>
                <c:pt idx="57449">
                  <c:v>4</c:v>
                </c:pt>
                <c:pt idx="57450">
                  <c:v>3</c:v>
                </c:pt>
                <c:pt idx="57451">
                  <c:v>2</c:v>
                </c:pt>
                <c:pt idx="57452">
                  <c:v>2</c:v>
                </c:pt>
                <c:pt idx="57453">
                  <c:v>2</c:v>
                </c:pt>
                <c:pt idx="57454">
                  <c:v>2</c:v>
                </c:pt>
                <c:pt idx="57455">
                  <c:v>4</c:v>
                </c:pt>
                <c:pt idx="57456">
                  <c:v>1</c:v>
                </c:pt>
                <c:pt idx="57457">
                  <c:v>2</c:v>
                </c:pt>
                <c:pt idx="57458">
                  <c:v>1</c:v>
                </c:pt>
                <c:pt idx="57459">
                  <c:v>2</c:v>
                </c:pt>
                <c:pt idx="57460">
                  <c:v>3</c:v>
                </c:pt>
                <c:pt idx="57461">
                  <c:v>1</c:v>
                </c:pt>
                <c:pt idx="57462">
                  <c:v>4</c:v>
                </c:pt>
                <c:pt idx="57463">
                  <c:v>3</c:v>
                </c:pt>
                <c:pt idx="57464">
                  <c:v>3</c:v>
                </c:pt>
                <c:pt idx="57465">
                  <c:v>4</c:v>
                </c:pt>
                <c:pt idx="57466">
                  <c:v>1</c:v>
                </c:pt>
                <c:pt idx="57467">
                  <c:v>1</c:v>
                </c:pt>
                <c:pt idx="57468">
                  <c:v>4</c:v>
                </c:pt>
                <c:pt idx="57469">
                  <c:v>3</c:v>
                </c:pt>
                <c:pt idx="57470">
                  <c:v>3</c:v>
                </c:pt>
                <c:pt idx="57471">
                  <c:v>3</c:v>
                </c:pt>
                <c:pt idx="57472">
                  <c:v>3</c:v>
                </c:pt>
                <c:pt idx="57473">
                  <c:v>12</c:v>
                </c:pt>
                <c:pt idx="57474">
                  <c:v>3</c:v>
                </c:pt>
                <c:pt idx="57475">
                  <c:v>4</c:v>
                </c:pt>
                <c:pt idx="57476">
                  <c:v>2</c:v>
                </c:pt>
                <c:pt idx="57477">
                  <c:v>3</c:v>
                </c:pt>
                <c:pt idx="57478">
                  <c:v>7</c:v>
                </c:pt>
                <c:pt idx="57479">
                  <c:v>4</c:v>
                </c:pt>
                <c:pt idx="57480">
                  <c:v>1</c:v>
                </c:pt>
                <c:pt idx="57481">
                  <c:v>3</c:v>
                </c:pt>
                <c:pt idx="57482">
                  <c:v>4</c:v>
                </c:pt>
                <c:pt idx="57483">
                  <c:v>1</c:v>
                </c:pt>
                <c:pt idx="57484">
                  <c:v>3</c:v>
                </c:pt>
                <c:pt idx="57485">
                  <c:v>2</c:v>
                </c:pt>
                <c:pt idx="57486">
                  <c:v>1</c:v>
                </c:pt>
                <c:pt idx="57487">
                  <c:v>3</c:v>
                </c:pt>
                <c:pt idx="57488">
                  <c:v>2</c:v>
                </c:pt>
                <c:pt idx="57489">
                  <c:v>1</c:v>
                </c:pt>
                <c:pt idx="57490">
                  <c:v>2</c:v>
                </c:pt>
                <c:pt idx="57491">
                  <c:v>3</c:v>
                </c:pt>
                <c:pt idx="57492">
                  <c:v>2</c:v>
                </c:pt>
                <c:pt idx="57493">
                  <c:v>1</c:v>
                </c:pt>
                <c:pt idx="57494">
                  <c:v>6</c:v>
                </c:pt>
                <c:pt idx="57495">
                  <c:v>2</c:v>
                </c:pt>
                <c:pt idx="57496">
                  <c:v>2</c:v>
                </c:pt>
                <c:pt idx="57497">
                  <c:v>2</c:v>
                </c:pt>
                <c:pt idx="57498">
                  <c:v>1</c:v>
                </c:pt>
                <c:pt idx="57499">
                  <c:v>2</c:v>
                </c:pt>
                <c:pt idx="57500">
                  <c:v>3</c:v>
                </c:pt>
                <c:pt idx="57501">
                  <c:v>2</c:v>
                </c:pt>
                <c:pt idx="57502">
                  <c:v>2</c:v>
                </c:pt>
                <c:pt idx="57503">
                  <c:v>3</c:v>
                </c:pt>
                <c:pt idx="57504">
                  <c:v>1</c:v>
                </c:pt>
                <c:pt idx="57505">
                  <c:v>1</c:v>
                </c:pt>
                <c:pt idx="57506">
                  <c:v>3</c:v>
                </c:pt>
                <c:pt idx="57507">
                  <c:v>3</c:v>
                </c:pt>
                <c:pt idx="57508">
                  <c:v>6</c:v>
                </c:pt>
                <c:pt idx="57509">
                  <c:v>2</c:v>
                </c:pt>
                <c:pt idx="57510">
                  <c:v>3</c:v>
                </c:pt>
                <c:pt idx="57511">
                  <c:v>4</c:v>
                </c:pt>
                <c:pt idx="57512">
                  <c:v>1</c:v>
                </c:pt>
                <c:pt idx="57513">
                  <c:v>4</c:v>
                </c:pt>
                <c:pt idx="57514">
                  <c:v>2</c:v>
                </c:pt>
                <c:pt idx="57515">
                  <c:v>3</c:v>
                </c:pt>
                <c:pt idx="57516">
                  <c:v>1</c:v>
                </c:pt>
                <c:pt idx="57517">
                  <c:v>4</c:v>
                </c:pt>
                <c:pt idx="57518">
                  <c:v>2</c:v>
                </c:pt>
                <c:pt idx="57519">
                  <c:v>3</c:v>
                </c:pt>
                <c:pt idx="57520">
                  <c:v>3</c:v>
                </c:pt>
                <c:pt idx="57521">
                  <c:v>3</c:v>
                </c:pt>
                <c:pt idx="57522">
                  <c:v>1</c:v>
                </c:pt>
                <c:pt idx="57523">
                  <c:v>5</c:v>
                </c:pt>
                <c:pt idx="57524">
                  <c:v>1</c:v>
                </c:pt>
                <c:pt idx="57525">
                  <c:v>3</c:v>
                </c:pt>
                <c:pt idx="57526">
                  <c:v>4</c:v>
                </c:pt>
                <c:pt idx="57527">
                  <c:v>2</c:v>
                </c:pt>
                <c:pt idx="57528">
                  <c:v>3</c:v>
                </c:pt>
                <c:pt idx="57529">
                  <c:v>2</c:v>
                </c:pt>
                <c:pt idx="57530">
                  <c:v>4</c:v>
                </c:pt>
                <c:pt idx="57531">
                  <c:v>2</c:v>
                </c:pt>
                <c:pt idx="57532">
                  <c:v>4</c:v>
                </c:pt>
                <c:pt idx="57533">
                  <c:v>2</c:v>
                </c:pt>
                <c:pt idx="57534">
                  <c:v>4</c:v>
                </c:pt>
                <c:pt idx="57535">
                  <c:v>1</c:v>
                </c:pt>
                <c:pt idx="57536">
                  <c:v>2</c:v>
                </c:pt>
                <c:pt idx="57537">
                  <c:v>5</c:v>
                </c:pt>
                <c:pt idx="57538">
                  <c:v>2</c:v>
                </c:pt>
                <c:pt idx="57539">
                  <c:v>2</c:v>
                </c:pt>
                <c:pt idx="57540">
                  <c:v>3</c:v>
                </c:pt>
                <c:pt idx="57541">
                  <c:v>3</c:v>
                </c:pt>
                <c:pt idx="57542">
                  <c:v>4</c:v>
                </c:pt>
                <c:pt idx="57543">
                  <c:v>9</c:v>
                </c:pt>
                <c:pt idx="57544">
                  <c:v>2</c:v>
                </c:pt>
                <c:pt idx="57545">
                  <c:v>2</c:v>
                </c:pt>
                <c:pt idx="57546">
                  <c:v>8</c:v>
                </c:pt>
                <c:pt idx="57547">
                  <c:v>2</c:v>
                </c:pt>
                <c:pt idx="57548">
                  <c:v>3</c:v>
                </c:pt>
                <c:pt idx="57549">
                  <c:v>1</c:v>
                </c:pt>
                <c:pt idx="57550">
                  <c:v>3</c:v>
                </c:pt>
                <c:pt idx="57551">
                  <c:v>5</c:v>
                </c:pt>
                <c:pt idx="57552">
                  <c:v>2</c:v>
                </c:pt>
                <c:pt idx="57553">
                  <c:v>2</c:v>
                </c:pt>
                <c:pt idx="57554">
                  <c:v>2</c:v>
                </c:pt>
                <c:pt idx="57555">
                  <c:v>4</c:v>
                </c:pt>
                <c:pt idx="57556">
                  <c:v>4</c:v>
                </c:pt>
                <c:pt idx="57557">
                  <c:v>3</c:v>
                </c:pt>
                <c:pt idx="57558">
                  <c:v>3</c:v>
                </c:pt>
                <c:pt idx="57559">
                  <c:v>2</c:v>
                </c:pt>
                <c:pt idx="57560">
                  <c:v>1</c:v>
                </c:pt>
                <c:pt idx="57561">
                  <c:v>2</c:v>
                </c:pt>
                <c:pt idx="57562">
                  <c:v>5</c:v>
                </c:pt>
                <c:pt idx="57563">
                  <c:v>1</c:v>
                </c:pt>
                <c:pt idx="57564">
                  <c:v>1</c:v>
                </c:pt>
                <c:pt idx="57565">
                  <c:v>3</c:v>
                </c:pt>
                <c:pt idx="57566">
                  <c:v>3</c:v>
                </c:pt>
                <c:pt idx="57567">
                  <c:v>2</c:v>
                </c:pt>
                <c:pt idx="57568">
                  <c:v>1</c:v>
                </c:pt>
                <c:pt idx="57569">
                  <c:v>2</c:v>
                </c:pt>
                <c:pt idx="57570">
                  <c:v>3</c:v>
                </c:pt>
                <c:pt idx="57571">
                  <c:v>1</c:v>
                </c:pt>
                <c:pt idx="57572">
                  <c:v>3</c:v>
                </c:pt>
                <c:pt idx="57573">
                  <c:v>1</c:v>
                </c:pt>
                <c:pt idx="57574">
                  <c:v>1</c:v>
                </c:pt>
                <c:pt idx="57575">
                  <c:v>2</c:v>
                </c:pt>
                <c:pt idx="57576">
                  <c:v>3</c:v>
                </c:pt>
                <c:pt idx="57577">
                  <c:v>3</c:v>
                </c:pt>
                <c:pt idx="57578">
                  <c:v>5</c:v>
                </c:pt>
                <c:pt idx="57579">
                  <c:v>1</c:v>
                </c:pt>
                <c:pt idx="57580">
                  <c:v>3</c:v>
                </c:pt>
                <c:pt idx="57581">
                  <c:v>3</c:v>
                </c:pt>
                <c:pt idx="57582">
                  <c:v>3</c:v>
                </c:pt>
                <c:pt idx="57583">
                  <c:v>2</c:v>
                </c:pt>
                <c:pt idx="57584">
                  <c:v>6</c:v>
                </c:pt>
                <c:pt idx="57585">
                  <c:v>1</c:v>
                </c:pt>
                <c:pt idx="57586">
                  <c:v>3</c:v>
                </c:pt>
                <c:pt idx="57587">
                  <c:v>2</c:v>
                </c:pt>
                <c:pt idx="57588">
                  <c:v>3</c:v>
                </c:pt>
                <c:pt idx="57589">
                  <c:v>2</c:v>
                </c:pt>
                <c:pt idx="57590">
                  <c:v>4</c:v>
                </c:pt>
                <c:pt idx="57591">
                  <c:v>2</c:v>
                </c:pt>
                <c:pt idx="57592">
                  <c:v>7</c:v>
                </c:pt>
                <c:pt idx="57593">
                  <c:v>1</c:v>
                </c:pt>
                <c:pt idx="57594">
                  <c:v>3</c:v>
                </c:pt>
                <c:pt idx="57595">
                  <c:v>7</c:v>
                </c:pt>
                <c:pt idx="57596">
                  <c:v>5</c:v>
                </c:pt>
                <c:pt idx="57597">
                  <c:v>2</c:v>
                </c:pt>
                <c:pt idx="57598">
                  <c:v>2</c:v>
                </c:pt>
                <c:pt idx="57599">
                  <c:v>2</c:v>
                </c:pt>
                <c:pt idx="57600">
                  <c:v>4</c:v>
                </c:pt>
                <c:pt idx="57601">
                  <c:v>2</c:v>
                </c:pt>
                <c:pt idx="57602">
                  <c:v>2</c:v>
                </c:pt>
                <c:pt idx="57603">
                  <c:v>2</c:v>
                </c:pt>
                <c:pt idx="57604">
                  <c:v>2</c:v>
                </c:pt>
                <c:pt idx="57605">
                  <c:v>1</c:v>
                </c:pt>
                <c:pt idx="57606">
                  <c:v>1</c:v>
                </c:pt>
                <c:pt idx="57607">
                  <c:v>2</c:v>
                </c:pt>
                <c:pt idx="57608">
                  <c:v>1</c:v>
                </c:pt>
                <c:pt idx="57609">
                  <c:v>1</c:v>
                </c:pt>
                <c:pt idx="57610">
                  <c:v>4</c:v>
                </c:pt>
                <c:pt idx="57611">
                  <c:v>2</c:v>
                </c:pt>
                <c:pt idx="57612">
                  <c:v>4</c:v>
                </c:pt>
                <c:pt idx="57613">
                  <c:v>4</c:v>
                </c:pt>
                <c:pt idx="57614">
                  <c:v>1</c:v>
                </c:pt>
                <c:pt idx="57615">
                  <c:v>1</c:v>
                </c:pt>
                <c:pt idx="57616">
                  <c:v>1</c:v>
                </c:pt>
                <c:pt idx="57617">
                  <c:v>3</c:v>
                </c:pt>
                <c:pt idx="57618">
                  <c:v>2</c:v>
                </c:pt>
                <c:pt idx="57619">
                  <c:v>1</c:v>
                </c:pt>
                <c:pt idx="57620">
                  <c:v>3</c:v>
                </c:pt>
                <c:pt idx="57621">
                  <c:v>1</c:v>
                </c:pt>
                <c:pt idx="57622">
                  <c:v>2</c:v>
                </c:pt>
                <c:pt idx="57623">
                  <c:v>2</c:v>
                </c:pt>
                <c:pt idx="57624">
                  <c:v>2</c:v>
                </c:pt>
                <c:pt idx="57625">
                  <c:v>2</c:v>
                </c:pt>
                <c:pt idx="57626">
                  <c:v>2</c:v>
                </c:pt>
                <c:pt idx="57627">
                  <c:v>1</c:v>
                </c:pt>
                <c:pt idx="57628">
                  <c:v>2</c:v>
                </c:pt>
                <c:pt idx="57629">
                  <c:v>4</c:v>
                </c:pt>
                <c:pt idx="57630">
                  <c:v>3</c:v>
                </c:pt>
                <c:pt idx="57631">
                  <c:v>3</c:v>
                </c:pt>
                <c:pt idx="57632">
                  <c:v>5</c:v>
                </c:pt>
                <c:pt idx="57633">
                  <c:v>1</c:v>
                </c:pt>
                <c:pt idx="57634">
                  <c:v>1</c:v>
                </c:pt>
                <c:pt idx="57635">
                  <c:v>2</c:v>
                </c:pt>
                <c:pt idx="57636">
                  <c:v>1</c:v>
                </c:pt>
                <c:pt idx="57637">
                  <c:v>3</c:v>
                </c:pt>
                <c:pt idx="57638">
                  <c:v>2</c:v>
                </c:pt>
                <c:pt idx="57639">
                  <c:v>2</c:v>
                </c:pt>
                <c:pt idx="57640">
                  <c:v>1</c:v>
                </c:pt>
                <c:pt idx="57641">
                  <c:v>2</c:v>
                </c:pt>
                <c:pt idx="57642">
                  <c:v>2</c:v>
                </c:pt>
                <c:pt idx="57643">
                  <c:v>3</c:v>
                </c:pt>
                <c:pt idx="57644">
                  <c:v>1</c:v>
                </c:pt>
                <c:pt idx="57645">
                  <c:v>2</c:v>
                </c:pt>
                <c:pt idx="57646">
                  <c:v>2</c:v>
                </c:pt>
                <c:pt idx="57647">
                  <c:v>1</c:v>
                </c:pt>
                <c:pt idx="57648">
                  <c:v>1</c:v>
                </c:pt>
                <c:pt idx="57649">
                  <c:v>1</c:v>
                </c:pt>
                <c:pt idx="57650">
                  <c:v>2</c:v>
                </c:pt>
                <c:pt idx="57651">
                  <c:v>1</c:v>
                </c:pt>
                <c:pt idx="57652">
                  <c:v>2</c:v>
                </c:pt>
                <c:pt idx="57653">
                  <c:v>2</c:v>
                </c:pt>
                <c:pt idx="57654">
                  <c:v>1</c:v>
                </c:pt>
                <c:pt idx="57655">
                  <c:v>3</c:v>
                </c:pt>
                <c:pt idx="57656">
                  <c:v>4</c:v>
                </c:pt>
                <c:pt idx="57657">
                  <c:v>10</c:v>
                </c:pt>
                <c:pt idx="57658">
                  <c:v>1</c:v>
                </c:pt>
                <c:pt idx="57659">
                  <c:v>4</c:v>
                </c:pt>
                <c:pt idx="57660">
                  <c:v>9</c:v>
                </c:pt>
                <c:pt idx="57661">
                  <c:v>1</c:v>
                </c:pt>
                <c:pt idx="57662">
                  <c:v>4</c:v>
                </c:pt>
                <c:pt idx="57663">
                  <c:v>3</c:v>
                </c:pt>
                <c:pt idx="57664">
                  <c:v>1</c:v>
                </c:pt>
                <c:pt idx="57665">
                  <c:v>2</c:v>
                </c:pt>
                <c:pt idx="57666">
                  <c:v>5</c:v>
                </c:pt>
                <c:pt idx="57667">
                  <c:v>2</c:v>
                </c:pt>
                <c:pt idx="57668">
                  <c:v>3</c:v>
                </c:pt>
                <c:pt idx="57669">
                  <c:v>1</c:v>
                </c:pt>
                <c:pt idx="57670">
                  <c:v>5</c:v>
                </c:pt>
                <c:pt idx="57671">
                  <c:v>4</c:v>
                </c:pt>
                <c:pt idx="57672">
                  <c:v>2</c:v>
                </c:pt>
                <c:pt idx="57673">
                  <c:v>2</c:v>
                </c:pt>
                <c:pt idx="57674">
                  <c:v>2</c:v>
                </c:pt>
                <c:pt idx="57675">
                  <c:v>5</c:v>
                </c:pt>
                <c:pt idx="57676">
                  <c:v>3</c:v>
                </c:pt>
                <c:pt idx="57677">
                  <c:v>1</c:v>
                </c:pt>
                <c:pt idx="57678">
                  <c:v>1</c:v>
                </c:pt>
                <c:pt idx="57679">
                  <c:v>1</c:v>
                </c:pt>
                <c:pt idx="57680">
                  <c:v>1</c:v>
                </c:pt>
                <c:pt idx="57681">
                  <c:v>2</c:v>
                </c:pt>
                <c:pt idx="57682">
                  <c:v>1</c:v>
                </c:pt>
                <c:pt idx="57683">
                  <c:v>2</c:v>
                </c:pt>
                <c:pt idx="57684">
                  <c:v>1</c:v>
                </c:pt>
                <c:pt idx="57685">
                  <c:v>3</c:v>
                </c:pt>
                <c:pt idx="57686">
                  <c:v>1</c:v>
                </c:pt>
                <c:pt idx="57687">
                  <c:v>4</c:v>
                </c:pt>
                <c:pt idx="57688">
                  <c:v>4</c:v>
                </c:pt>
                <c:pt idx="57689">
                  <c:v>5</c:v>
                </c:pt>
                <c:pt idx="57690">
                  <c:v>3</c:v>
                </c:pt>
                <c:pt idx="57691">
                  <c:v>3</c:v>
                </c:pt>
                <c:pt idx="57692">
                  <c:v>2</c:v>
                </c:pt>
                <c:pt idx="57693">
                  <c:v>3</c:v>
                </c:pt>
                <c:pt idx="57694">
                  <c:v>1</c:v>
                </c:pt>
                <c:pt idx="57695">
                  <c:v>2</c:v>
                </c:pt>
                <c:pt idx="57696">
                  <c:v>3</c:v>
                </c:pt>
                <c:pt idx="57697">
                  <c:v>2</c:v>
                </c:pt>
                <c:pt idx="57698">
                  <c:v>2</c:v>
                </c:pt>
                <c:pt idx="57699">
                  <c:v>4</c:v>
                </c:pt>
                <c:pt idx="57700">
                  <c:v>2</c:v>
                </c:pt>
                <c:pt idx="57701">
                  <c:v>2</c:v>
                </c:pt>
                <c:pt idx="57702">
                  <c:v>5</c:v>
                </c:pt>
                <c:pt idx="57703">
                  <c:v>1</c:v>
                </c:pt>
                <c:pt idx="57704">
                  <c:v>6</c:v>
                </c:pt>
                <c:pt idx="57705">
                  <c:v>2</c:v>
                </c:pt>
                <c:pt idx="57706">
                  <c:v>3</c:v>
                </c:pt>
                <c:pt idx="57707">
                  <c:v>1</c:v>
                </c:pt>
                <c:pt idx="57708">
                  <c:v>1</c:v>
                </c:pt>
                <c:pt idx="57709">
                  <c:v>6</c:v>
                </c:pt>
                <c:pt idx="57710">
                  <c:v>4</c:v>
                </c:pt>
                <c:pt idx="57711">
                  <c:v>1</c:v>
                </c:pt>
                <c:pt idx="57712">
                  <c:v>6</c:v>
                </c:pt>
                <c:pt idx="57713">
                  <c:v>10</c:v>
                </c:pt>
                <c:pt idx="57714">
                  <c:v>2</c:v>
                </c:pt>
                <c:pt idx="57715">
                  <c:v>1</c:v>
                </c:pt>
                <c:pt idx="57716">
                  <c:v>10</c:v>
                </c:pt>
                <c:pt idx="57717">
                  <c:v>1</c:v>
                </c:pt>
                <c:pt idx="57718">
                  <c:v>1</c:v>
                </c:pt>
                <c:pt idx="57719">
                  <c:v>1</c:v>
                </c:pt>
                <c:pt idx="57720">
                  <c:v>4</c:v>
                </c:pt>
                <c:pt idx="57721">
                  <c:v>2</c:v>
                </c:pt>
                <c:pt idx="57722">
                  <c:v>6</c:v>
                </c:pt>
                <c:pt idx="57723">
                  <c:v>2</c:v>
                </c:pt>
                <c:pt idx="57724">
                  <c:v>3</c:v>
                </c:pt>
                <c:pt idx="57725">
                  <c:v>3</c:v>
                </c:pt>
                <c:pt idx="57726">
                  <c:v>2</c:v>
                </c:pt>
                <c:pt idx="57727">
                  <c:v>4</c:v>
                </c:pt>
                <c:pt idx="57728">
                  <c:v>2</c:v>
                </c:pt>
                <c:pt idx="57729">
                  <c:v>-2</c:v>
                </c:pt>
                <c:pt idx="57730">
                  <c:v>3</c:v>
                </c:pt>
                <c:pt idx="57731">
                  <c:v>2</c:v>
                </c:pt>
                <c:pt idx="57732">
                  <c:v>2</c:v>
                </c:pt>
                <c:pt idx="57733">
                  <c:v>2</c:v>
                </c:pt>
                <c:pt idx="57734">
                  <c:v>7</c:v>
                </c:pt>
                <c:pt idx="57735">
                  <c:v>2</c:v>
                </c:pt>
                <c:pt idx="57736">
                  <c:v>2</c:v>
                </c:pt>
                <c:pt idx="57737">
                  <c:v>1</c:v>
                </c:pt>
                <c:pt idx="57738">
                  <c:v>1</c:v>
                </c:pt>
                <c:pt idx="57739">
                  <c:v>4</c:v>
                </c:pt>
                <c:pt idx="57740">
                  <c:v>2</c:v>
                </c:pt>
                <c:pt idx="57741">
                  <c:v>3</c:v>
                </c:pt>
                <c:pt idx="57742">
                  <c:v>1</c:v>
                </c:pt>
                <c:pt idx="57743">
                  <c:v>2</c:v>
                </c:pt>
                <c:pt idx="57744">
                  <c:v>2</c:v>
                </c:pt>
                <c:pt idx="57745">
                  <c:v>6</c:v>
                </c:pt>
                <c:pt idx="57746">
                  <c:v>3</c:v>
                </c:pt>
                <c:pt idx="57747">
                  <c:v>3</c:v>
                </c:pt>
                <c:pt idx="57748">
                  <c:v>3</c:v>
                </c:pt>
                <c:pt idx="57749">
                  <c:v>2</c:v>
                </c:pt>
                <c:pt idx="57750">
                  <c:v>2</c:v>
                </c:pt>
                <c:pt idx="57751">
                  <c:v>1</c:v>
                </c:pt>
                <c:pt idx="57752">
                  <c:v>4</c:v>
                </c:pt>
                <c:pt idx="57753">
                  <c:v>2</c:v>
                </c:pt>
                <c:pt idx="57754">
                  <c:v>-8</c:v>
                </c:pt>
                <c:pt idx="57755">
                  <c:v>2</c:v>
                </c:pt>
                <c:pt idx="57756">
                  <c:v>3</c:v>
                </c:pt>
                <c:pt idx="57757">
                  <c:v>2</c:v>
                </c:pt>
                <c:pt idx="57758">
                  <c:v>2</c:v>
                </c:pt>
                <c:pt idx="57759">
                  <c:v>3</c:v>
                </c:pt>
                <c:pt idx="57760">
                  <c:v>5</c:v>
                </c:pt>
                <c:pt idx="57761">
                  <c:v>3</c:v>
                </c:pt>
                <c:pt idx="57762">
                  <c:v>3</c:v>
                </c:pt>
                <c:pt idx="57763">
                  <c:v>3</c:v>
                </c:pt>
                <c:pt idx="57764">
                  <c:v>2</c:v>
                </c:pt>
                <c:pt idx="57765">
                  <c:v>4</c:v>
                </c:pt>
                <c:pt idx="57766">
                  <c:v>2</c:v>
                </c:pt>
                <c:pt idx="57767">
                  <c:v>1</c:v>
                </c:pt>
                <c:pt idx="57768">
                  <c:v>7</c:v>
                </c:pt>
                <c:pt idx="57769">
                  <c:v>3</c:v>
                </c:pt>
                <c:pt idx="57770">
                  <c:v>1</c:v>
                </c:pt>
                <c:pt idx="57771">
                  <c:v>3</c:v>
                </c:pt>
                <c:pt idx="57772">
                  <c:v>1</c:v>
                </c:pt>
                <c:pt idx="57773">
                  <c:v>4</c:v>
                </c:pt>
                <c:pt idx="57774">
                  <c:v>2</c:v>
                </c:pt>
                <c:pt idx="57775">
                  <c:v>2</c:v>
                </c:pt>
                <c:pt idx="57776">
                  <c:v>4</c:v>
                </c:pt>
                <c:pt idx="57777">
                  <c:v>8</c:v>
                </c:pt>
                <c:pt idx="57778">
                  <c:v>3</c:v>
                </c:pt>
                <c:pt idx="57779">
                  <c:v>7</c:v>
                </c:pt>
                <c:pt idx="57780">
                  <c:v>2</c:v>
                </c:pt>
                <c:pt idx="57781">
                  <c:v>4</c:v>
                </c:pt>
                <c:pt idx="57782">
                  <c:v>3</c:v>
                </c:pt>
                <c:pt idx="57783">
                  <c:v>1</c:v>
                </c:pt>
                <c:pt idx="57784">
                  <c:v>2</c:v>
                </c:pt>
                <c:pt idx="57785">
                  <c:v>4</c:v>
                </c:pt>
                <c:pt idx="57786">
                  <c:v>3</c:v>
                </c:pt>
                <c:pt idx="57787">
                  <c:v>2</c:v>
                </c:pt>
                <c:pt idx="57788">
                  <c:v>1</c:v>
                </c:pt>
                <c:pt idx="57789">
                  <c:v>2</c:v>
                </c:pt>
                <c:pt idx="57790">
                  <c:v>4</c:v>
                </c:pt>
                <c:pt idx="57791">
                  <c:v>2</c:v>
                </c:pt>
                <c:pt idx="57792">
                  <c:v>3</c:v>
                </c:pt>
                <c:pt idx="57793">
                  <c:v>2</c:v>
                </c:pt>
                <c:pt idx="57794">
                  <c:v>3</c:v>
                </c:pt>
                <c:pt idx="57795">
                  <c:v>1</c:v>
                </c:pt>
                <c:pt idx="57796">
                  <c:v>2</c:v>
                </c:pt>
                <c:pt idx="57797">
                  <c:v>2</c:v>
                </c:pt>
                <c:pt idx="57798">
                  <c:v>1</c:v>
                </c:pt>
                <c:pt idx="57799">
                  <c:v>1</c:v>
                </c:pt>
                <c:pt idx="57800">
                  <c:v>3</c:v>
                </c:pt>
                <c:pt idx="57801">
                  <c:v>2</c:v>
                </c:pt>
                <c:pt idx="57802">
                  <c:v>1</c:v>
                </c:pt>
                <c:pt idx="57803">
                  <c:v>1</c:v>
                </c:pt>
                <c:pt idx="57804">
                  <c:v>2</c:v>
                </c:pt>
                <c:pt idx="57805">
                  <c:v>1</c:v>
                </c:pt>
                <c:pt idx="57806">
                  <c:v>3</c:v>
                </c:pt>
                <c:pt idx="57807">
                  <c:v>3</c:v>
                </c:pt>
                <c:pt idx="57808">
                  <c:v>8</c:v>
                </c:pt>
                <c:pt idx="57809">
                  <c:v>2</c:v>
                </c:pt>
                <c:pt idx="57810">
                  <c:v>1</c:v>
                </c:pt>
                <c:pt idx="57811">
                  <c:v>1</c:v>
                </c:pt>
                <c:pt idx="57812">
                  <c:v>2</c:v>
                </c:pt>
                <c:pt idx="57813">
                  <c:v>2</c:v>
                </c:pt>
                <c:pt idx="57814">
                  <c:v>4</c:v>
                </c:pt>
                <c:pt idx="57815">
                  <c:v>2</c:v>
                </c:pt>
                <c:pt idx="57816">
                  <c:v>4</c:v>
                </c:pt>
                <c:pt idx="57817">
                  <c:v>1</c:v>
                </c:pt>
                <c:pt idx="57818">
                  <c:v>4</c:v>
                </c:pt>
                <c:pt idx="57819">
                  <c:v>3</c:v>
                </c:pt>
                <c:pt idx="57820">
                  <c:v>4</c:v>
                </c:pt>
                <c:pt idx="57821">
                  <c:v>5</c:v>
                </c:pt>
                <c:pt idx="57822">
                  <c:v>2</c:v>
                </c:pt>
                <c:pt idx="57823">
                  <c:v>1</c:v>
                </c:pt>
                <c:pt idx="57824">
                  <c:v>1</c:v>
                </c:pt>
                <c:pt idx="57825">
                  <c:v>2</c:v>
                </c:pt>
                <c:pt idx="57826">
                  <c:v>5</c:v>
                </c:pt>
                <c:pt idx="57827">
                  <c:v>1</c:v>
                </c:pt>
                <c:pt idx="57828">
                  <c:v>2</c:v>
                </c:pt>
                <c:pt idx="57829">
                  <c:v>2</c:v>
                </c:pt>
                <c:pt idx="57830">
                  <c:v>1</c:v>
                </c:pt>
                <c:pt idx="57831">
                  <c:v>2</c:v>
                </c:pt>
                <c:pt idx="57832">
                  <c:v>3</c:v>
                </c:pt>
                <c:pt idx="57833">
                  <c:v>1</c:v>
                </c:pt>
                <c:pt idx="57834">
                  <c:v>4</c:v>
                </c:pt>
                <c:pt idx="57835">
                  <c:v>1</c:v>
                </c:pt>
                <c:pt idx="57836">
                  <c:v>2</c:v>
                </c:pt>
                <c:pt idx="57837">
                  <c:v>2</c:v>
                </c:pt>
                <c:pt idx="57838">
                  <c:v>2</c:v>
                </c:pt>
                <c:pt idx="57839">
                  <c:v>2</c:v>
                </c:pt>
                <c:pt idx="57840">
                  <c:v>2</c:v>
                </c:pt>
                <c:pt idx="57841">
                  <c:v>2</c:v>
                </c:pt>
                <c:pt idx="57842">
                  <c:v>2</c:v>
                </c:pt>
                <c:pt idx="57843">
                  <c:v>3</c:v>
                </c:pt>
                <c:pt idx="57844">
                  <c:v>1</c:v>
                </c:pt>
                <c:pt idx="57845">
                  <c:v>6</c:v>
                </c:pt>
                <c:pt idx="57846">
                  <c:v>4</c:v>
                </c:pt>
                <c:pt idx="57847">
                  <c:v>2</c:v>
                </c:pt>
                <c:pt idx="57848">
                  <c:v>4</c:v>
                </c:pt>
                <c:pt idx="57849">
                  <c:v>3</c:v>
                </c:pt>
                <c:pt idx="57850">
                  <c:v>2</c:v>
                </c:pt>
                <c:pt idx="57851">
                  <c:v>3</c:v>
                </c:pt>
                <c:pt idx="57852">
                  <c:v>4</c:v>
                </c:pt>
                <c:pt idx="57853">
                  <c:v>2</c:v>
                </c:pt>
                <c:pt idx="57854">
                  <c:v>4</c:v>
                </c:pt>
                <c:pt idx="57855">
                  <c:v>2</c:v>
                </c:pt>
                <c:pt idx="57856">
                  <c:v>3</c:v>
                </c:pt>
                <c:pt idx="57857">
                  <c:v>2</c:v>
                </c:pt>
                <c:pt idx="57858">
                  <c:v>2</c:v>
                </c:pt>
                <c:pt idx="57859">
                  <c:v>4</c:v>
                </c:pt>
                <c:pt idx="57860">
                  <c:v>3</c:v>
                </c:pt>
                <c:pt idx="57861">
                  <c:v>1</c:v>
                </c:pt>
                <c:pt idx="57862">
                  <c:v>3</c:v>
                </c:pt>
                <c:pt idx="57863">
                  <c:v>2</c:v>
                </c:pt>
                <c:pt idx="57864">
                  <c:v>3</c:v>
                </c:pt>
                <c:pt idx="57865">
                  <c:v>2</c:v>
                </c:pt>
                <c:pt idx="57866">
                  <c:v>4</c:v>
                </c:pt>
                <c:pt idx="57867">
                  <c:v>4</c:v>
                </c:pt>
                <c:pt idx="57868">
                  <c:v>2</c:v>
                </c:pt>
                <c:pt idx="57869">
                  <c:v>1</c:v>
                </c:pt>
                <c:pt idx="57870">
                  <c:v>2</c:v>
                </c:pt>
                <c:pt idx="57871">
                  <c:v>1</c:v>
                </c:pt>
                <c:pt idx="57872">
                  <c:v>1</c:v>
                </c:pt>
                <c:pt idx="57873">
                  <c:v>3</c:v>
                </c:pt>
                <c:pt idx="57874">
                  <c:v>3</c:v>
                </c:pt>
                <c:pt idx="57875">
                  <c:v>2</c:v>
                </c:pt>
                <c:pt idx="57876">
                  <c:v>4</c:v>
                </c:pt>
                <c:pt idx="57877">
                  <c:v>2</c:v>
                </c:pt>
                <c:pt idx="57878">
                  <c:v>2</c:v>
                </c:pt>
                <c:pt idx="57879">
                  <c:v>2</c:v>
                </c:pt>
                <c:pt idx="57880">
                  <c:v>1</c:v>
                </c:pt>
                <c:pt idx="57881">
                  <c:v>4</c:v>
                </c:pt>
                <c:pt idx="57882">
                  <c:v>1</c:v>
                </c:pt>
                <c:pt idx="57883">
                  <c:v>3</c:v>
                </c:pt>
                <c:pt idx="57884">
                  <c:v>2</c:v>
                </c:pt>
                <c:pt idx="57885">
                  <c:v>3</c:v>
                </c:pt>
                <c:pt idx="57886">
                  <c:v>1</c:v>
                </c:pt>
                <c:pt idx="57887">
                  <c:v>1</c:v>
                </c:pt>
                <c:pt idx="57888">
                  <c:v>6</c:v>
                </c:pt>
                <c:pt idx="57889">
                  <c:v>2</c:v>
                </c:pt>
                <c:pt idx="57890">
                  <c:v>2</c:v>
                </c:pt>
                <c:pt idx="57891">
                  <c:v>2</c:v>
                </c:pt>
                <c:pt idx="57892">
                  <c:v>0</c:v>
                </c:pt>
                <c:pt idx="57893">
                  <c:v>2</c:v>
                </c:pt>
                <c:pt idx="57894">
                  <c:v>3</c:v>
                </c:pt>
                <c:pt idx="57895">
                  <c:v>5</c:v>
                </c:pt>
                <c:pt idx="57896">
                  <c:v>5</c:v>
                </c:pt>
                <c:pt idx="57897">
                  <c:v>3</c:v>
                </c:pt>
                <c:pt idx="57898">
                  <c:v>4</c:v>
                </c:pt>
                <c:pt idx="57899">
                  <c:v>3</c:v>
                </c:pt>
                <c:pt idx="57900">
                  <c:v>3</c:v>
                </c:pt>
                <c:pt idx="57901">
                  <c:v>3</c:v>
                </c:pt>
                <c:pt idx="57902">
                  <c:v>8</c:v>
                </c:pt>
                <c:pt idx="57903">
                  <c:v>2</c:v>
                </c:pt>
                <c:pt idx="57904">
                  <c:v>2</c:v>
                </c:pt>
                <c:pt idx="57905">
                  <c:v>1</c:v>
                </c:pt>
                <c:pt idx="57906">
                  <c:v>1</c:v>
                </c:pt>
                <c:pt idx="57907">
                  <c:v>1</c:v>
                </c:pt>
                <c:pt idx="57908">
                  <c:v>1</c:v>
                </c:pt>
                <c:pt idx="57909">
                  <c:v>2</c:v>
                </c:pt>
                <c:pt idx="57910">
                  <c:v>1</c:v>
                </c:pt>
                <c:pt idx="57911">
                  <c:v>3</c:v>
                </c:pt>
                <c:pt idx="57912">
                  <c:v>2</c:v>
                </c:pt>
                <c:pt idx="57913">
                  <c:v>1</c:v>
                </c:pt>
                <c:pt idx="57914">
                  <c:v>1</c:v>
                </c:pt>
                <c:pt idx="57915">
                  <c:v>1</c:v>
                </c:pt>
                <c:pt idx="57916">
                  <c:v>6</c:v>
                </c:pt>
                <c:pt idx="57917">
                  <c:v>2</c:v>
                </c:pt>
                <c:pt idx="57918">
                  <c:v>2</c:v>
                </c:pt>
                <c:pt idx="57919">
                  <c:v>1</c:v>
                </c:pt>
                <c:pt idx="57920">
                  <c:v>1</c:v>
                </c:pt>
                <c:pt idx="57921">
                  <c:v>1</c:v>
                </c:pt>
                <c:pt idx="57922">
                  <c:v>2</c:v>
                </c:pt>
                <c:pt idx="57923">
                  <c:v>4</c:v>
                </c:pt>
                <c:pt idx="57924">
                  <c:v>4</c:v>
                </c:pt>
                <c:pt idx="57925">
                  <c:v>1</c:v>
                </c:pt>
                <c:pt idx="57926">
                  <c:v>1</c:v>
                </c:pt>
                <c:pt idx="57927">
                  <c:v>5</c:v>
                </c:pt>
                <c:pt idx="57928">
                  <c:v>2</c:v>
                </c:pt>
                <c:pt idx="57929">
                  <c:v>2</c:v>
                </c:pt>
                <c:pt idx="57930">
                  <c:v>2</c:v>
                </c:pt>
                <c:pt idx="57931">
                  <c:v>3</c:v>
                </c:pt>
                <c:pt idx="57932">
                  <c:v>2</c:v>
                </c:pt>
                <c:pt idx="57933">
                  <c:v>4</c:v>
                </c:pt>
                <c:pt idx="57934">
                  <c:v>4</c:v>
                </c:pt>
                <c:pt idx="57935">
                  <c:v>1</c:v>
                </c:pt>
                <c:pt idx="57936">
                  <c:v>4</c:v>
                </c:pt>
                <c:pt idx="57937">
                  <c:v>2</c:v>
                </c:pt>
                <c:pt idx="57938">
                  <c:v>2</c:v>
                </c:pt>
                <c:pt idx="57939">
                  <c:v>4</c:v>
                </c:pt>
                <c:pt idx="57940">
                  <c:v>2</c:v>
                </c:pt>
                <c:pt idx="57941">
                  <c:v>1</c:v>
                </c:pt>
                <c:pt idx="57942">
                  <c:v>5</c:v>
                </c:pt>
                <c:pt idx="57943">
                  <c:v>5</c:v>
                </c:pt>
                <c:pt idx="57944">
                  <c:v>2</c:v>
                </c:pt>
                <c:pt idx="57945">
                  <c:v>3</c:v>
                </c:pt>
                <c:pt idx="57946">
                  <c:v>4</c:v>
                </c:pt>
                <c:pt idx="57947">
                  <c:v>3</c:v>
                </c:pt>
                <c:pt idx="57948">
                  <c:v>2</c:v>
                </c:pt>
                <c:pt idx="57949">
                  <c:v>1</c:v>
                </c:pt>
                <c:pt idx="57950">
                  <c:v>30</c:v>
                </c:pt>
                <c:pt idx="57951">
                  <c:v>2</c:v>
                </c:pt>
                <c:pt idx="57952">
                  <c:v>8</c:v>
                </c:pt>
                <c:pt idx="57953">
                  <c:v>4</c:v>
                </c:pt>
                <c:pt idx="57954">
                  <c:v>3</c:v>
                </c:pt>
                <c:pt idx="57955">
                  <c:v>2</c:v>
                </c:pt>
                <c:pt idx="57956">
                  <c:v>1</c:v>
                </c:pt>
                <c:pt idx="57957">
                  <c:v>1</c:v>
                </c:pt>
                <c:pt idx="57958">
                  <c:v>1</c:v>
                </c:pt>
                <c:pt idx="57959">
                  <c:v>6</c:v>
                </c:pt>
                <c:pt idx="57960">
                  <c:v>8</c:v>
                </c:pt>
                <c:pt idx="57961">
                  <c:v>2</c:v>
                </c:pt>
                <c:pt idx="57962">
                  <c:v>3</c:v>
                </c:pt>
                <c:pt idx="57963">
                  <c:v>1</c:v>
                </c:pt>
                <c:pt idx="57964">
                  <c:v>4</c:v>
                </c:pt>
                <c:pt idx="57965">
                  <c:v>1</c:v>
                </c:pt>
                <c:pt idx="57966">
                  <c:v>2</c:v>
                </c:pt>
                <c:pt idx="57967">
                  <c:v>2</c:v>
                </c:pt>
                <c:pt idx="57968">
                  <c:v>1</c:v>
                </c:pt>
                <c:pt idx="57969">
                  <c:v>2</c:v>
                </c:pt>
                <c:pt idx="57970">
                  <c:v>1</c:v>
                </c:pt>
                <c:pt idx="57971">
                  <c:v>2</c:v>
                </c:pt>
                <c:pt idx="57972">
                  <c:v>4</c:v>
                </c:pt>
                <c:pt idx="57973">
                  <c:v>1</c:v>
                </c:pt>
                <c:pt idx="57974">
                  <c:v>1</c:v>
                </c:pt>
                <c:pt idx="57975">
                  <c:v>2</c:v>
                </c:pt>
                <c:pt idx="57976">
                  <c:v>4</c:v>
                </c:pt>
                <c:pt idx="57977">
                  <c:v>3</c:v>
                </c:pt>
                <c:pt idx="57978">
                  <c:v>6</c:v>
                </c:pt>
                <c:pt idx="57979">
                  <c:v>2</c:v>
                </c:pt>
                <c:pt idx="57980">
                  <c:v>5</c:v>
                </c:pt>
                <c:pt idx="57981">
                  <c:v>4</c:v>
                </c:pt>
                <c:pt idx="57982">
                  <c:v>3</c:v>
                </c:pt>
                <c:pt idx="57983">
                  <c:v>1</c:v>
                </c:pt>
                <c:pt idx="57984">
                  <c:v>1</c:v>
                </c:pt>
                <c:pt idx="57985">
                  <c:v>1</c:v>
                </c:pt>
                <c:pt idx="57986">
                  <c:v>4</c:v>
                </c:pt>
                <c:pt idx="57987">
                  <c:v>4</c:v>
                </c:pt>
                <c:pt idx="57988">
                  <c:v>1</c:v>
                </c:pt>
                <c:pt idx="57989">
                  <c:v>2</c:v>
                </c:pt>
                <c:pt idx="57990">
                  <c:v>2</c:v>
                </c:pt>
                <c:pt idx="57991">
                  <c:v>2</c:v>
                </c:pt>
                <c:pt idx="57992">
                  <c:v>2</c:v>
                </c:pt>
                <c:pt idx="57993">
                  <c:v>2</c:v>
                </c:pt>
                <c:pt idx="57994">
                  <c:v>5</c:v>
                </c:pt>
                <c:pt idx="57995">
                  <c:v>2</c:v>
                </c:pt>
                <c:pt idx="57996">
                  <c:v>1</c:v>
                </c:pt>
                <c:pt idx="57997">
                  <c:v>1</c:v>
                </c:pt>
                <c:pt idx="57998">
                  <c:v>1</c:v>
                </c:pt>
                <c:pt idx="57999">
                  <c:v>1</c:v>
                </c:pt>
                <c:pt idx="58000">
                  <c:v>4</c:v>
                </c:pt>
                <c:pt idx="58001">
                  <c:v>9</c:v>
                </c:pt>
                <c:pt idx="58002">
                  <c:v>5</c:v>
                </c:pt>
                <c:pt idx="58003">
                  <c:v>3</c:v>
                </c:pt>
                <c:pt idx="58004">
                  <c:v>1</c:v>
                </c:pt>
                <c:pt idx="58005">
                  <c:v>1</c:v>
                </c:pt>
                <c:pt idx="58006">
                  <c:v>2</c:v>
                </c:pt>
                <c:pt idx="58007">
                  <c:v>1</c:v>
                </c:pt>
                <c:pt idx="58008">
                  <c:v>8</c:v>
                </c:pt>
                <c:pt idx="58009">
                  <c:v>3</c:v>
                </c:pt>
                <c:pt idx="58010">
                  <c:v>3</c:v>
                </c:pt>
                <c:pt idx="58011">
                  <c:v>2</c:v>
                </c:pt>
                <c:pt idx="58012">
                  <c:v>2</c:v>
                </c:pt>
                <c:pt idx="58013">
                  <c:v>1</c:v>
                </c:pt>
                <c:pt idx="58014">
                  <c:v>5</c:v>
                </c:pt>
                <c:pt idx="58015">
                  <c:v>1</c:v>
                </c:pt>
                <c:pt idx="58016">
                  <c:v>4</c:v>
                </c:pt>
                <c:pt idx="58017">
                  <c:v>2</c:v>
                </c:pt>
                <c:pt idx="58018">
                  <c:v>3</c:v>
                </c:pt>
                <c:pt idx="58019">
                  <c:v>3</c:v>
                </c:pt>
                <c:pt idx="58020">
                  <c:v>4</c:v>
                </c:pt>
                <c:pt idx="58021">
                  <c:v>3</c:v>
                </c:pt>
                <c:pt idx="58022">
                  <c:v>4</c:v>
                </c:pt>
                <c:pt idx="58023">
                  <c:v>3</c:v>
                </c:pt>
                <c:pt idx="58024">
                  <c:v>1</c:v>
                </c:pt>
                <c:pt idx="58025">
                  <c:v>4</c:v>
                </c:pt>
                <c:pt idx="58026">
                  <c:v>2</c:v>
                </c:pt>
                <c:pt idx="58027">
                  <c:v>4</c:v>
                </c:pt>
                <c:pt idx="58028">
                  <c:v>1</c:v>
                </c:pt>
                <c:pt idx="58029">
                  <c:v>2</c:v>
                </c:pt>
                <c:pt idx="58030">
                  <c:v>4</c:v>
                </c:pt>
                <c:pt idx="58031">
                  <c:v>-1</c:v>
                </c:pt>
                <c:pt idx="58032">
                  <c:v>3</c:v>
                </c:pt>
                <c:pt idx="58033">
                  <c:v>2</c:v>
                </c:pt>
                <c:pt idx="58034">
                  <c:v>2</c:v>
                </c:pt>
                <c:pt idx="58035">
                  <c:v>1</c:v>
                </c:pt>
                <c:pt idx="58036">
                  <c:v>2</c:v>
                </c:pt>
                <c:pt idx="58037">
                  <c:v>6</c:v>
                </c:pt>
                <c:pt idx="58038">
                  <c:v>2</c:v>
                </c:pt>
                <c:pt idx="58039">
                  <c:v>7</c:v>
                </c:pt>
                <c:pt idx="58040">
                  <c:v>2</c:v>
                </c:pt>
                <c:pt idx="58041">
                  <c:v>3</c:v>
                </c:pt>
                <c:pt idx="58042">
                  <c:v>2</c:v>
                </c:pt>
                <c:pt idx="58043">
                  <c:v>19</c:v>
                </c:pt>
                <c:pt idx="58044">
                  <c:v>2</c:v>
                </c:pt>
                <c:pt idx="58045">
                  <c:v>1</c:v>
                </c:pt>
                <c:pt idx="58046">
                  <c:v>1</c:v>
                </c:pt>
                <c:pt idx="58047">
                  <c:v>4</c:v>
                </c:pt>
                <c:pt idx="58048">
                  <c:v>2</c:v>
                </c:pt>
                <c:pt idx="58049">
                  <c:v>3</c:v>
                </c:pt>
                <c:pt idx="58050">
                  <c:v>2</c:v>
                </c:pt>
                <c:pt idx="58051">
                  <c:v>3</c:v>
                </c:pt>
                <c:pt idx="58052">
                  <c:v>3</c:v>
                </c:pt>
                <c:pt idx="58053">
                  <c:v>3</c:v>
                </c:pt>
                <c:pt idx="58054">
                  <c:v>2</c:v>
                </c:pt>
                <c:pt idx="58055">
                  <c:v>2</c:v>
                </c:pt>
                <c:pt idx="58056">
                  <c:v>3</c:v>
                </c:pt>
                <c:pt idx="58057">
                  <c:v>3</c:v>
                </c:pt>
                <c:pt idx="58058">
                  <c:v>2</c:v>
                </c:pt>
                <c:pt idx="58059">
                  <c:v>1</c:v>
                </c:pt>
                <c:pt idx="58060">
                  <c:v>1</c:v>
                </c:pt>
                <c:pt idx="58061">
                  <c:v>3</c:v>
                </c:pt>
                <c:pt idx="58062">
                  <c:v>2</c:v>
                </c:pt>
                <c:pt idx="58063">
                  <c:v>9</c:v>
                </c:pt>
                <c:pt idx="58064">
                  <c:v>2</c:v>
                </c:pt>
                <c:pt idx="58065">
                  <c:v>2</c:v>
                </c:pt>
                <c:pt idx="58066">
                  <c:v>8</c:v>
                </c:pt>
                <c:pt idx="58067">
                  <c:v>2</c:v>
                </c:pt>
                <c:pt idx="58068">
                  <c:v>3</c:v>
                </c:pt>
                <c:pt idx="58069">
                  <c:v>2</c:v>
                </c:pt>
                <c:pt idx="58070">
                  <c:v>7</c:v>
                </c:pt>
                <c:pt idx="58071">
                  <c:v>1</c:v>
                </c:pt>
                <c:pt idx="58072">
                  <c:v>5</c:v>
                </c:pt>
                <c:pt idx="58073">
                  <c:v>2</c:v>
                </c:pt>
                <c:pt idx="58074">
                  <c:v>4</c:v>
                </c:pt>
                <c:pt idx="58075">
                  <c:v>1</c:v>
                </c:pt>
                <c:pt idx="58076">
                  <c:v>2</c:v>
                </c:pt>
                <c:pt idx="58077">
                  <c:v>3</c:v>
                </c:pt>
                <c:pt idx="58078">
                  <c:v>3</c:v>
                </c:pt>
                <c:pt idx="58079">
                  <c:v>3</c:v>
                </c:pt>
                <c:pt idx="58080">
                  <c:v>3</c:v>
                </c:pt>
                <c:pt idx="58081">
                  <c:v>2</c:v>
                </c:pt>
                <c:pt idx="58082">
                  <c:v>1</c:v>
                </c:pt>
                <c:pt idx="58083">
                  <c:v>2</c:v>
                </c:pt>
                <c:pt idx="58084">
                  <c:v>3</c:v>
                </c:pt>
                <c:pt idx="58085">
                  <c:v>4</c:v>
                </c:pt>
                <c:pt idx="58086">
                  <c:v>3</c:v>
                </c:pt>
                <c:pt idx="58087">
                  <c:v>4</c:v>
                </c:pt>
                <c:pt idx="58088">
                  <c:v>1</c:v>
                </c:pt>
                <c:pt idx="58089">
                  <c:v>2</c:v>
                </c:pt>
                <c:pt idx="58090">
                  <c:v>1</c:v>
                </c:pt>
                <c:pt idx="58091">
                  <c:v>2</c:v>
                </c:pt>
                <c:pt idx="58092">
                  <c:v>1</c:v>
                </c:pt>
                <c:pt idx="58093">
                  <c:v>5</c:v>
                </c:pt>
                <c:pt idx="58094">
                  <c:v>3</c:v>
                </c:pt>
                <c:pt idx="58095">
                  <c:v>1</c:v>
                </c:pt>
                <c:pt idx="58096">
                  <c:v>7</c:v>
                </c:pt>
                <c:pt idx="58097">
                  <c:v>5</c:v>
                </c:pt>
                <c:pt idx="58098">
                  <c:v>3</c:v>
                </c:pt>
                <c:pt idx="58099">
                  <c:v>3</c:v>
                </c:pt>
                <c:pt idx="58100">
                  <c:v>2</c:v>
                </c:pt>
                <c:pt idx="58101">
                  <c:v>2</c:v>
                </c:pt>
                <c:pt idx="58102">
                  <c:v>2</c:v>
                </c:pt>
                <c:pt idx="58103">
                  <c:v>1</c:v>
                </c:pt>
                <c:pt idx="58104">
                  <c:v>2</c:v>
                </c:pt>
                <c:pt idx="58105">
                  <c:v>4</c:v>
                </c:pt>
                <c:pt idx="58106">
                  <c:v>2</c:v>
                </c:pt>
                <c:pt idx="58107">
                  <c:v>1</c:v>
                </c:pt>
                <c:pt idx="58108">
                  <c:v>3</c:v>
                </c:pt>
                <c:pt idx="58109">
                  <c:v>1</c:v>
                </c:pt>
                <c:pt idx="58110">
                  <c:v>2</c:v>
                </c:pt>
                <c:pt idx="58111">
                  <c:v>3</c:v>
                </c:pt>
                <c:pt idx="58112">
                  <c:v>2</c:v>
                </c:pt>
                <c:pt idx="58113">
                  <c:v>3</c:v>
                </c:pt>
                <c:pt idx="58114">
                  <c:v>14</c:v>
                </c:pt>
                <c:pt idx="58115">
                  <c:v>2</c:v>
                </c:pt>
                <c:pt idx="58116">
                  <c:v>3</c:v>
                </c:pt>
                <c:pt idx="58117">
                  <c:v>2</c:v>
                </c:pt>
                <c:pt idx="58118">
                  <c:v>1</c:v>
                </c:pt>
                <c:pt idx="58119">
                  <c:v>2</c:v>
                </c:pt>
                <c:pt idx="58120">
                  <c:v>2</c:v>
                </c:pt>
                <c:pt idx="58121">
                  <c:v>2</c:v>
                </c:pt>
                <c:pt idx="58122">
                  <c:v>2</c:v>
                </c:pt>
                <c:pt idx="58123">
                  <c:v>4</c:v>
                </c:pt>
                <c:pt idx="58124">
                  <c:v>3</c:v>
                </c:pt>
                <c:pt idx="58125">
                  <c:v>3</c:v>
                </c:pt>
                <c:pt idx="58126">
                  <c:v>17</c:v>
                </c:pt>
                <c:pt idx="58127">
                  <c:v>2</c:v>
                </c:pt>
                <c:pt idx="58128">
                  <c:v>1</c:v>
                </c:pt>
                <c:pt idx="58129">
                  <c:v>1</c:v>
                </c:pt>
                <c:pt idx="58130">
                  <c:v>4</c:v>
                </c:pt>
                <c:pt idx="58131">
                  <c:v>2</c:v>
                </c:pt>
                <c:pt idx="58132">
                  <c:v>1</c:v>
                </c:pt>
                <c:pt idx="58133">
                  <c:v>2</c:v>
                </c:pt>
                <c:pt idx="58134">
                  <c:v>1</c:v>
                </c:pt>
                <c:pt idx="58135">
                  <c:v>2</c:v>
                </c:pt>
                <c:pt idx="58136">
                  <c:v>3</c:v>
                </c:pt>
                <c:pt idx="58137">
                  <c:v>4</c:v>
                </c:pt>
                <c:pt idx="58138">
                  <c:v>6</c:v>
                </c:pt>
                <c:pt idx="58139">
                  <c:v>1</c:v>
                </c:pt>
                <c:pt idx="58140">
                  <c:v>7</c:v>
                </c:pt>
                <c:pt idx="58141">
                  <c:v>2</c:v>
                </c:pt>
                <c:pt idx="58142">
                  <c:v>3</c:v>
                </c:pt>
                <c:pt idx="58143">
                  <c:v>5</c:v>
                </c:pt>
                <c:pt idx="58144">
                  <c:v>2</c:v>
                </c:pt>
                <c:pt idx="58145">
                  <c:v>2</c:v>
                </c:pt>
                <c:pt idx="58146">
                  <c:v>-2</c:v>
                </c:pt>
                <c:pt idx="58147">
                  <c:v>2</c:v>
                </c:pt>
                <c:pt idx="58148">
                  <c:v>1</c:v>
                </c:pt>
                <c:pt idx="58149">
                  <c:v>1</c:v>
                </c:pt>
                <c:pt idx="58150">
                  <c:v>2</c:v>
                </c:pt>
                <c:pt idx="58151">
                  <c:v>9</c:v>
                </c:pt>
                <c:pt idx="58152">
                  <c:v>4</c:v>
                </c:pt>
                <c:pt idx="58153">
                  <c:v>4</c:v>
                </c:pt>
                <c:pt idx="58154">
                  <c:v>2</c:v>
                </c:pt>
                <c:pt idx="58155">
                  <c:v>2</c:v>
                </c:pt>
                <c:pt idx="58156">
                  <c:v>5</c:v>
                </c:pt>
                <c:pt idx="58157">
                  <c:v>7</c:v>
                </c:pt>
                <c:pt idx="58158">
                  <c:v>2</c:v>
                </c:pt>
                <c:pt idx="58159">
                  <c:v>1</c:v>
                </c:pt>
                <c:pt idx="58160">
                  <c:v>4</c:v>
                </c:pt>
                <c:pt idx="58161">
                  <c:v>1</c:v>
                </c:pt>
                <c:pt idx="58162">
                  <c:v>3</c:v>
                </c:pt>
                <c:pt idx="58163">
                  <c:v>5</c:v>
                </c:pt>
                <c:pt idx="58164">
                  <c:v>2</c:v>
                </c:pt>
                <c:pt idx="58165">
                  <c:v>8</c:v>
                </c:pt>
                <c:pt idx="58166">
                  <c:v>4</c:v>
                </c:pt>
                <c:pt idx="58167">
                  <c:v>1</c:v>
                </c:pt>
                <c:pt idx="58168">
                  <c:v>4</c:v>
                </c:pt>
                <c:pt idx="58169">
                  <c:v>3</c:v>
                </c:pt>
                <c:pt idx="58170">
                  <c:v>2</c:v>
                </c:pt>
                <c:pt idx="58171">
                  <c:v>2</c:v>
                </c:pt>
                <c:pt idx="58172">
                  <c:v>3</c:v>
                </c:pt>
                <c:pt idx="58173">
                  <c:v>3</c:v>
                </c:pt>
                <c:pt idx="58174">
                  <c:v>3</c:v>
                </c:pt>
                <c:pt idx="58175">
                  <c:v>2</c:v>
                </c:pt>
                <c:pt idx="58176">
                  <c:v>1</c:v>
                </c:pt>
                <c:pt idx="58177">
                  <c:v>3</c:v>
                </c:pt>
                <c:pt idx="58178">
                  <c:v>1</c:v>
                </c:pt>
                <c:pt idx="58179">
                  <c:v>6</c:v>
                </c:pt>
                <c:pt idx="58180">
                  <c:v>2</c:v>
                </c:pt>
                <c:pt idx="58181">
                  <c:v>1</c:v>
                </c:pt>
                <c:pt idx="58182">
                  <c:v>2</c:v>
                </c:pt>
                <c:pt idx="58183">
                  <c:v>3</c:v>
                </c:pt>
                <c:pt idx="58184">
                  <c:v>2</c:v>
                </c:pt>
                <c:pt idx="58185">
                  <c:v>2</c:v>
                </c:pt>
                <c:pt idx="58186">
                  <c:v>2</c:v>
                </c:pt>
                <c:pt idx="58187">
                  <c:v>2</c:v>
                </c:pt>
                <c:pt idx="58188">
                  <c:v>2</c:v>
                </c:pt>
                <c:pt idx="58189">
                  <c:v>3</c:v>
                </c:pt>
                <c:pt idx="58190">
                  <c:v>2</c:v>
                </c:pt>
                <c:pt idx="58191">
                  <c:v>2</c:v>
                </c:pt>
                <c:pt idx="58192">
                  <c:v>3</c:v>
                </c:pt>
                <c:pt idx="58193">
                  <c:v>4</c:v>
                </c:pt>
                <c:pt idx="58194">
                  <c:v>2</c:v>
                </c:pt>
                <c:pt idx="58195">
                  <c:v>4</c:v>
                </c:pt>
                <c:pt idx="58196">
                  <c:v>2</c:v>
                </c:pt>
                <c:pt idx="58197">
                  <c:v>3</c:v>
                </c:pt>
                <c:pt idx="58198">
                  <c:v>5</c:v>
                </c:pt>
                <c:pt idx="58199">
                  <c:v>2</c:v>
                </c:pt>
                <c:pt idx="58200">
                  <c:v>3</c:v>
                </c:pt>
                <c:pt idx="58201">
                  <c:v>1</c:v>
                </c:pt>
                <c:pt idx="58202">
                  <c:v>5</c:v>
                </c:pt>
                <c:pt idx="58203">
                  <c:v>2</c:v>
                </c:pt>
                <c:pt idx="58204">
                  <c:v>3</c:v>
                </c:pt>
                <c:pt idx="58205">
                  <c:v>1</c:v>
                </c:pt>
                <c:pt idx="58206">
                  <c:v>1</c:v>
                </c:pt>
                <c:pt idx="58207">
                  <c:v>5</c:v>
                </c:pt>
                <c:pt idx="58208">
                  <c:v>2</c:v>
                </c:pt>
                <c:pt idx="58209">
                  <c:v>1</c:v>
                </c:pt>
                <c:pt idx="58210">
                  <c:v>1</c:v>
                </c:pt>
                <c:pt idx="58211">
                  <c:v>1</c:v>
                </c:pt>
                <c:pt idx="58212">
                  <c:v>1</c:v>
                </c:pt>
                <c:pt idx="58213">
                  <c:v>2</c:v>
                </c:pt>
                <c:pt idx="58214">
                  <c:v>2</c:v>
                </c:pt>
                <c:pt idx="58215">
                  <c:v>10</c:v>
                </c:pt>
                <c:pt idx="58216">
                  <c:v>1</c:v>
                </c:pt>
                <c:pt idx="58217">
                  <c:v>11</c:v>
                </c:pt>
                <c:pt idx="58218">
                  <c:v>1</c:v>
                </c:pt>
                <c:pt idx="58219">
                  <c:v>2</c:v>
                </c:pt>
                <c:pt idx="58220">
                  <c:v>2</c:v>
                </c:pt>
                <c:pt idx="58221">
                  <c:v>2</c:v>
                </c:pt>
                <c:pt idx="58222">
                  <c:v>1</c:v>
                </c:pt>
                <c:pt idx="58223">
                  <c:v>2</c:v>
                </c:pt>
                <c:pt idx="58224">
                  <c:v>1</c:v>
                </c:pt>
                <c:pt idx="58225">
                  <c:v>1</c:v>
                </c:pt>
                <c:pt idx="58226">
                  <c:v>2</c:v>
                </c:pt>
                <c:pt idx="58227">
                  <c:v>2</c:v>
                </c:pt>
                <c:pt idx="58228">
                  <c:v>2</c:v>
                </c:pt>
                <c:pt idx="58229">
                  <c:v>2</c:v>
                </c:pt>
                <c:pt idx="58230">
                  <c:v>4</c:v>
                </c:pt>
                <c:pt idx="58231">
                  <c:v>2</c:v>
                </c:pt>
                <c:pt idx="58232">
                  <c:v>2</c:v>
                </c:pt>
                <c:pt idx="58233">
                  <c:v>1</c:v>
                </c:pt>
                <c:pt idx="58234">
                  <c:v>2</c:v>
                </c:pt>
                <c:pt idx="58235">
                  <c:v>2</c:v>
                </c:pt>
                <c:pt idx="58236">
                  <c:v>2</c:v>
                </c:pt>
                <c:pt idx="58237">
                  <c:v>1</c:v>
                </c:pt>
                <c:pt idx="58238">
                  <c:v>2</c:v>
                </c:pt>
                <c:pt idx="58239">
                  <c:v>9</c:v>
                </c:pt>
                <c:pt idx="58240">
                  <c:v>3</c:v>
                </c:pt>
                <c:pt idx="58241">
                  <c:v>4</c:v>
                </c:pt>
                <c:pt idx="58242">
                  <c:v>4</c:v>
                </c:pt>
                <c:pt idx="58243">
                  <c:v>4</c:v>
                </c:pt>
                <c:pt idx="58244">
                  <c:v>4</c:v>
                </c:pt>
                <c:pt idx="58245">
                  <c:v>1</c:v>
                </c:pt>
                <c:pt idx="58246">
                  <c:v>1</c:v>
                </c:pt>
                <c:pt idx="58247">
                  <c:v>1</c:v>
                </c:pt>
                <c:pt idx="58248">
                  <c:v>1</c:v>
                </c:pt>
                <c:pt idx="58249">
                  <c:v>2</c:v>
                </c:pt>
                <c:pt idx="58250">
                  <c:v>2</c:v>
                </c:pt>
                <c:pt idx="58251">
                  <c:v>6</c:v>
                </c:pt>
                <c:pt idx="58252">
                  <c:v>1</c:v>
                </c:pt>
                <c:pt idx="58253">
                  <c:v>1</c:v>
                </c:pt>
                <c:pt idx="58254">
                  <c:v>4</c:v>
                </c:pt>
                <c:pt idx="58255">
                  <c:v>1</c:v>
                </c:pt>
                <c:pt idx="58256">
                  <c:v>3</c:v>
                </c:pt>
                <c:pt idx="58257">
                  <c:v>1</c:v>
                </c:pt>
                <c:pt idx="58258">
                  <c:v>2</c:v>
                </c:pt>
                <c:pt idx="58259">
                  <c:v>4</c:v>
                </c:pt>
                <c:pt idx="58260">
                  <c:v>1</c:v>
                </c:pt>
                <c:pt idx="58261">
                  <c:v>2</c:v>
                </c:pt>
                <c:pt idx="58262">
                  <c:v>3</c:v>
                </c:pt>
                <c:pt idx="58263">
                  <c:v>2</c:v>
                </c:pt>
                <c:pt idx="58264">
                  <c:v>10</c:v>
                </c:pt>
                <c:pt idx="58265">
                  <c:v>1</c:v>
                </c:pt>
                <c:pt idx="58266">
                  <c:v>2</c:v>
                </c:pt>
                <c:pt idx="58267">
                  <c:v>4</c:v>
                </c:pt>
                <c:pt idx="58268">
                  <c:v>1</c:v>
                </c:pt>
                <c:pt idx="58269">
                  <c:v>3</c:v>
                </c:pt>
                <c:pt idx="58270">
                  <c:v>3</c:v>
                </c:pt>
                <c:pt idx="58271">
                  <c:v>3</c:v>
                </c:pt>
                <c:pt idx="58272">
                  <c:v>3</c:v>
                </c:pt>
                <c:pt idx="58273">
                  <c:v>4</c:v>
                </c:pt>
                <c:pt idx="58274">
                  <c:v>2</c:v>
                </c:pt>
                <c:pt idx="58275">
                  <c:v>2</c:v>
                </c:pt>
                <c:pt idx="58276">
                  <c:v>1</c:v>
                </c:pt>
                <c:pt idx="58277">
                  <c:v>1</c:v>
                </c:pt>
                <c:pt idx="58278">
                  <c:v>4</c:v>
                </c:pt>
                <c:pt idx="58279">
                  <c:v>2</c:v>
                </c:pt>
                <c:pt idx="58280">
                  <c:v>5</c:v>
                </c:pt>
                <c:pt idx="58281">
                  <c:v>2</c:v>
                </c:pt>
                <c:pt idx="58282">
                  <c:v>3</c:v>
                </c:pt>
                <c:pt idx="58283">
                  <c:v>3</c:v>
                </c:pt>
                <c:pt idx="58284">
                  <c:v>3</c:v>
                </c:pt>
                <c:pt idx="58285">
                  <c:v>-1</c:v>
                </c:pt>
                <c:pt idx="58286">
                  <c:v>3</c:v>
                </c:pt>
                <c:pt idx="58287">
                  <c:v>2</c:v>
                </c:pt>
                <c:pt idx="58288">
                  <c:v>3</c:v>
                </c:pt>
                <c:pt idx="58289">
                  <c:v>2</c:v>
                </c:pt>
                <c:pt idx="58290">
                  <c:v>4</c:v>
                </c:pt>
                <c:pt idx="58291">
                  <c:v>4</c:v>
                </c:pt>
                <c:pt idx="58292">
                  <c:v>3</c:v>
                </c:pt>
                <c:pt idx="58293">
                  <c:v>2</c:v>
                </c:pt>
                <c:pt idx="58294">
                  <c:v>1</c:v>
                </c:pt>
                <c:pt idx="58295">
                  <c:v>2</c:v>
                </c:pt>
                <c:pt idx="58296">
                  <c:v>2</c:v>
                </c:pt>
                <c:pt idx="58297">
                  <c:v>4</c:v>
                </c:pt>
                <c:pt idx="58298">
                  <c:v>6</c:v>
                </c:pt>
                <c:pt idx="58299">
                  <c:v>4</c:v>
                </c:pt>
                <c:pt idx="58300">
                  <c:v>3</c:v>
                </c:pt>
                <c:pt idx="58301">
                  <c:v>2</c:v>
                </c:pt>
                <c:pt idx="58302">
                  <c:v>2</c:v>
                </c:pt>
                <c:pt idx="58303">
                  <c:v>1</c:v>
                </c:pt>
                <c:pt idx="58304">
                  <c:v>2</c:v>
                </c:pt>
                <c:pt idx="58305">
                  <c:v>6</c:v>
                </c:pt>
                <c:pt idx="58306">
                  <c:v>5</c:v>
                </c:pt>
                <c:pt idx="58307">
                  <c:v>4</c:v>
                </c:pt>
                <c:pt idx="58308">
                  <c:v>3</c:v>
                </c:pt>
                <c:pt idx="58309">
                  <c:v>12</c:v>
                </c:pt>
                <c:pt idx="58310">
                  <c:v>2</c:v>
                </c:pt>
                <c:pt idx="58311">
                  <c:v>2</c:v>
                </c:pt>
                <c:pt idx="58312">
                  <c:v>2</c:v>
                </c:pt>
                <c:pt idx="58313">
                  <c:v>10</c:v>
                </c:pt>
                <c:pt idx="58314">
                  <c:v>1</c:v>
                </c:pt>
                <c:pt idx="58315">
                  <c:v>2</c:v>
                </c:pt>
                <c:pt idx="58316">
                  <c:v>2</c:v>
                </c:pt>
                <c:pt idx="58317">
                  <c:v>1</c:v>
                </c:pt>
                <c:pt idx="58318">
                  <c:v>2</c:v>
                </c:pt>
                <c:pt idx="58319">
                  <c:v>4</c:v>
                </c:pt>
                <c:pt idx="58320">
                  <c:v>3</c:v>
                </c:pt>
                <c:pt idx="58321">
                  <c:v>4</c:v>
                </c:pt>
                <c:pt idx="58322">
                  <c:v>2</c:v>
                </c:pt>
                <c:pt idx="58323">
                  <c:v>1</c:v>
                </c:pt>
                <c:pt idx="58324">
                  <c:v>3</c:v>
                </c:pt>
                <c:pt idx="58325">
                  <c:v>3</c:v>
                </c:pt>
                <c:pt idx="58326">
                  <c:v>5</c:v>
                </c:pt>
                <c:pt idx="58327">
                  <c:v>1</c:v>
                </c:pt>
                <c:pt idx="58328">
                  <c:v>2</c:v>
                </c:pt>
                <c:pt idx="58329">
                  <c:v>1</c:v>
                </c:pt>
                <c:pt idx="58330">
                  <c:v>2</c:v>
                </c:pt>
                <c:pt idx="58331">
                  <c:v>2</c:v>
                </c:pt>
                <c:pt idx="58332">
                  <c:v>2</c:v>
                </c:pt>
                <c:pt idx="58333">
                  <c:v>3</c:v>
                </c:pt>
                <c:pt idx="58334">
                  <c:v>2</c:v>
                </c:pt>
                <c:pt idx="58335">
                  <c:v>2</c:v>
                </c:pt>
                <c:pt idx="58336">
                  <c:v>3</c:v>
                </c:pt>
                <c:pt idx="58337">
                  <c:v>2</c:v>
                </c:pt>
                <c:pt idx="58338">
                  <c:v>2</c:v>
                </c:pt>
                <c:pt idx="58339">
                  <c:v>1</c:v>
                </c:pt>
                <c:pt idx="58340">
                  <c:v>1</c:v>
                </c:pt>
                <c:pt idx="58341">
                  <c:v>2</c:v>
                </c:pt>
                <c:pt idx="58342">
                  <c:v>4</c:v>
                </c:pt>
                <c:pt idx="58343">
                  <c:v>4</c:v>
                </c:pt>
                <c:pt idx="58344">
                  <c:v>2</c:v>
                </c:pt>
                <c:pt idx="58345">
                  <c:v>2</c:v>
                </c:pt>
                <c:pt idx="58346">
                  <c:v>4</c:v>
                </c:pt>
                <c:pt idx="58347">
                  <c:v>2</c:v>
                </c:pt>
                <c:pt idx="58348">
                  <c:v>3</c:v>
                </c:pt>
                <c:pt idx="58349">
                  <c:v>1</c:v>
                </c:pt>
                <c:pt idx="58350">
                  <c:v>2</c:v>
                </c:pt>
                <c:pt idx="58351">
                  <c:v>4</c:v>
                </c:pt>
                <c:pt idx="58352">
                  <c:v>3</c:v>
                </c:pt>
                <c:pt idx="58353">
                  <c:v>0</c:v>
                </c:pt>
                <c:pt idx="58354">
                  <c:v>3</c:v>
                </c:pt>
                <c:pt idx="58355">
                  <c:v>3</c:v>
                </c:pt>
                <c:pt idx="58356">
                  <c:v>3</c:v>
                </c:pt>
                <c:pt idx="58357">
                  <c:v>2</c:v>
                </c:pt>
                <c:pt idx="58358">
                  <c:v>1</c:v>
                </c:pt>
                <c:pt idx="58359">
                  <c:v>2</c:v>
                </c:pt>
                <c:pt idx="58360">
                  <c:v>2</c:v>
                </c:pt>
                <c:pt idx="58361">
                  <c:v>2</c:v>
                </c:pt>
                <c:pt idx="58362">
                  <c:v>4</c:v>
                </c:pt>
                <c:pt idx="58363">
                  <c:v>2</c:v>
                </c:pt>
                <c:pt idx="58364">
                  <c:v>3</c:v>
                </c:pt>
                <c:pt idx="58365">
                  <c:v>4</c:v>
                </c:pt>
                <c:pt idx="58366">
                  <c:v>6</c:v>
                </c:pt>
                <c:pt idx="58367">
                  <c:v>4</c:v>
                </c:pt>
                <c:pt idx="58368">
                  <c:v>5</c:v>
                </c:pt>
                <c:pt idx="58369">
                  <c:v>5</c:v>
                </c:pt>
                <c:pt idx="58370">
                  <c:v>4</c:v>
                </c:pt>
                <c:pt idx="58371">
                  <c:v>2</c:v>
                </c:pt>
                <c:pt idx="58372">
                  <c:v>3</c:v>
                </c:pt>
                <c:pt idx="58373">
                  <c:v>2</c:v>
                </c:pt>
                <c:pt idx="58374">
                  <c:v>2</c:v>
                </c:pt>
                <c:pt idx="58375">
                  <c:v>1</c:v>
                </c:pt>
                <c:pt idx="58376">
                  <c:v>2</c:v>
                </c:pt>
                <c:pt idx="58377">
                  <c:v>2</c:v>
                </c:pt>
                <c:pt idx="58378">
                  <c:v>3</c:v>
                </c:pt>
                <c:pt idx="58379">
                  <c:v>2</c:v>
                </c:pt>
                <c:pt idx="58380">
                  <c:v>9</c:v>
                </c:pt>
                <c:pt idx="58381">
                  <c:v>1</c:v>
                </c:pt>
                <c:pt idx="58382">
                  <c:v>4</c:v>
                </c:pt>
                <c:pt idx="58383">
                  <c:v>2</c:v>
                </c:pt>
                <c:pt idx="58384">
                  <c:v>5</c:v>
                </c:pt>
                <c:pt idx="58385">
                  <c:v>1</c:v>
                </c:pt>
                <c:pt idx="58386">
                  <c:v>4</c:v>
                </c:pt>
                <c:pt idx="58387">
                  <c:v>4</c:v>
                </c:pt>
                <c:pt idx="58388">
                  <c:v>2</c:v>
                </c:pt>
                <c:pt idx="58389">
                  <c:v>13</c:v>
                </c:pt>
                <c:pt idx="58390">
                  <c:v>2</c:v>
                </c:pt>
                <c:pt idx="58391">
                  <c:v>2</c:v>
                </c:pt>
                <c:pt idx="58392">
                  <c:v>2</c:v>
                </c:pt>
                <c:pt idx="58393">
                  <c:v>10</c:v>
                </c:pt>
                <c:pt idx="58394">
                  <c:v>1</c:v>
                </c:pt>
                <c:pt idx="58395">
                  <c:v>1</c:v>
                </c:pt>
                <c:pt idx="58396">
                  <c:v>4</c:v>
                </c:pt>
                <c:pt idx="58397">
                  <c:v>4</c:v>
                </c:pt>
                <c:pt idx="58398">
                  <c:v>5</c:v>
                </c:pt>
                <c:pt idx="58399">
                  <c:v>4</c:v>
                </c:pt>
                <c:pt idx="58400">
                  <c:v>2</c:v>
                </c:pt>
                <c:pt idx="58401">
                  <c:v>3</c:v>
                </c:pt>
                <c:pt idx="58402">
                  <c:v>2</c:v>
                </c:pt>
                <c:pt idx="58403">
                  <c:v>1</c:v>
                </c:pt>
                <c:pt idx="58404">
                  <c:v>1</c:v>
                </c:pt>
                <c:pt idx="58405">
                  <c:v>6</c:v>
                </c:pt>
                <c:pt idx="58406">
                  <c:v>2</c:v>
                </c:pt>
                <c:pt idx="58407">
                  <c:v>1</c:v>
                </c:pt>
                <c:pt idx="58408">
                  <c:v>3</c:v>
                </c:pt>
                <c:pt idx="58409">
                  <c:v>2</c:v>
                </c:pt>
                <c:pt idx="58410">
                  <c:v>2</c:v>
                </c:pt>
                <c:pt idx="58411">
                  <c:v>1</c:v>
                </c:pt>
                <c:pt idx="58412">
                  <c:v>1</c:v>
                </c:pt>
                <c:pt idx="58413">
                  <c:v>1</c:v>
                </c:pt>
                <c:pt idx="58414">
                  <c:v>2</c:v>
                </c:pt>
                <c:pt idx="58415">
                  <c:v>5</c:v>
                </c:pt>
                <c:pt idx="58416">
                  <c:v>2</c:v>
                </c:pt>
                <c:pt idx="58417">
                  <c:v>5</c:v>
                </c:pt>
                <c:pt idx="58418">
                  <c:v>2</c:v>
                </c:pt>
                <c:pt idx="58419">
                  <c:v>3</c:v>
                </c:pt>
                <c:pt idx="58420">
                  <c:v>2</c:v>
                </c:pt>
                <c:pt idx="58421">
                  <c:v>1</c:v>
                </c:pt>
                <c:pt idx="58422">
                  <c:v>1</c:v>
                </c:pt>
                <c:pt idx="58423">
                  <c:v>1</c:v>
                </c:pt>
                <c:pt idx="58424">
                  <c:v>3</c:v>
                </c:pt>
                <c:pt idx="58425">
                  <c:v>2</c:v>
                </c:pt>
                <c:pt idx="58426">
                  <c:v>2</c:v>
                </c:pt>
                <c:pt idx="58427">
                  <c:v>1</c:v>
                </c:pt>
                <c:pt idx="58428">
                  <c:v>2</c:v>
                </c:pt>
                <c:pt idx="58429">
                  <c:v>2</c:v>
                </c:pt>
                <c:pt idx="58430">
                  <c:v>2</c:v>
                </c:pt>
                <c:pt idx="58431">
                  <c:v>3</c:v>
                </c:pt>
                <c:pt idx="58432">
                  <c:v>1</c:v>
                </c:pt>
                <c:pt idx="58433">
                  <c:v>2</c:v>
                </c:pt>
                <c:pt idx="58434">
                  <c:v>10</c:v>
                </c:pt>
                <c:pt idx="58435">
                  <c:v>2</c:v>
                </c:pt>
                <c:pt idx="58436">
                  <c:v>2</c:v>
                </c:pt>
                <c:pt idx="58437">
                  <c:v>2</c:v>
                </c:pt>
                <c:pt idx="58438">
                  <c:v>3</c:v>
                </c:pt>
                <c:pt idx="58439">
                  <c:v>2</c:v>
                </c:pt>
                <c:pt idx="58440">
                  <c:v>10</c:v>
                </c:pt>
                <c:pt idx="58441">
                  <c:v>3</c:v>
                </c:pt>
                <c:pt idx="58442">
                  <c:v>1</c:v>
                </c:pt>
                <c:pt idx="58443">
                  <c:v>4</c:v>
                </c:pt>
                <c:pt idx="58444">
                  <c:v>1</c:v>
                </c:pt>
                <c:pt idx="58445">
                  <c:v>1</c:v>
                </c:pt>
                <c:pt idx="58446">
                  <c:v>2</c:v>
                </c:pt>
                <c:pt idx="58447">
                  <c:v>3</c:v>
                </c:pt>
                <c:pt idx="58448">
                  <c:v>3</c:v>
                </c:pt>
                <c:pt idx="58449">
                  <c:v>2</c:v>
                </c:pt>
                <c:pt idx="58450">
                  <c:v>1</c:v>
                </c:pt>
                <c:pt idx="58451">
                  <c:v>1</c:v>
                </c:pt>
                <c:pt idx="58452">
                  <c:v>1</c:v>
                </c:pt>
                <c:pt idx="58453">
                  <c:v>2</c:v>
                </c:pt>
                <c:pt idx="58454">
                  <c:v>3</c:v>
                </c:pt>
                <c:pt idx="58455">
                  <c:v>1</c:v>
                </c:pt>
                <c:pt idx="58456">
                  <c:v>4</c:v>
                </c:pt>
                <c:pt idx="58457">
                  <c:v>4</c:v>
                </c:pt>
                <c:pt idx="58458">
                  <c:v>2</c:v>
                </c:pt>
                <c:pt idx="58459">
                  <c:v>1</c:v>
                </c:pt>
                <c:pt idx="58460">
                  <c:v>3</c:v>
                </c:pt>
                <c:pt idx="58461">
                  <c:v>3</c:v>
                </c:pt>
                <c:pt idx="58462">
                  <c:v>4</c:v>
                </c:pt>
                <c:pt idx="58463">
                  <c:v>3</c:v>
                </c:pt>
                <c:pt idx="58464">
                  <c:v>4</c:v>
                </c:pt>
                <c:pt idx="58465">
                  <c:v>1</c:v>
                </c:pt>
                <c:pt idx="58466">
                  <c:v>1</c:v>
                </c:pt>
                <c:pt idx="58467">
                  <c:v>2</c:v>
                </c:pt>
                <c:pt idx="58468">
                  <c:v>1</c:v>
                </c:pt>
                <c:pt idx="58469">
                  <c:v>2</c:v>
                </c:pt>
                <c:pt idx="58470">
                  <c:v>3</c:v>
                </c:pt>
                <c:pt idx="58471">
                  <c:v>3</c:v>
                </c:pt>
                <c:pt idx="58472">
                  <c:v>0</c:v>
                </c:pt>
                <c:pt idx="58473">
                  <c:v>2</c:v>
                </c:pt>
                <c:pt idx="58474">
                  <c:v>6</c:v>
                </c:pt>
                <c:pt idx="58475">
                  <c:v>1</c:v>
                </c:pt>
                <c:pt idx="58476">
                  <c:v>3</c:v>
                </c:pt>
                <c:pt idx="58477">
                  <c:v>0</c:v>
                </c:pt>
                <c:pt idx="58478">
                  <c:v>0</c:v>
                </c:pt>
                <c:pt idx="58479">
                  <c:v>2</c:v>
                </c:pt>
                <c:pt idx="58480">
                  <c:v>5</c:v>
                </c:pt>
                <c:pt idx="58481">
                  <c:v>2</c:v>
                </c:pt>
                <c:pt idx="58482">
                  <c:v>3</c:v>
                </c:pt>
                <c:pt idx="58483">
                  <c:v>2</c:v>
                </c:pt>
                <c:pt idx="58484">
                  <c:v>1</c:v>
                </c:pt>
                <c:pt idx="58485">
                  <c:v>6</c:v>
                </c:pt>
                <c:pt idx="58486">
                  <c:v>25</c:v>
                </c:pt>
                <c:pt idx="58487">
                  <c:v>4</c:v>
                </c:pt>
                <c:pt idx="58488">
                  <c:v>1</c:v>
                </c:pt>
                <c:pt idx="58489">
                  <c:v>1</c:v>
                </c:pt>
                <c:pt idx="58490">
                  <c:v>-2</c:v>
                </c:pt>
                <c:pt idx="58491">
                  <c:v>1</c:v>
                </c:pt>
                <c:pt idx="58492">
                  <c:v>2</c:v>
                </c:pt>
                <c:pt idx="58493">
                  <c:v>2</c:v>
                </c:pt>
                <c:pt idx="58494">
                  <c:v>3</c:v>
                </c:pt>
                <c:pt idx="58495">
                  <c:v>2</c:v>
                </c:pt>
                <c:pt idx="58496">
                  <c:v>8</c:v>
                </c:pt>
                <c:pt idx="58497">
                  <c:v>2</c:v>
                </c:pt>
                <c:pt idx="58498">
                  <c:v>2</c:v>
                </c:pt>
                <c:pt idx="58499">
                  <c:v>4</c:v>
                </c:pt>
                <c:pt idx="58500">
                  <c:v>2</c:v>
                </c:pt>
                <c:pt idx="58501">
                  <c:v>2</c:v>
                </c:pt>
                <c:pt idx="58502">
                  <c:v>1</c:v>
                </c:pt>
                <c:pt idx="58503">
                  <c:v>1</c:v>
                </c:pt>
                <c:pt idx="58504">
                  <c:v>4</c:v>
                </c:pt>
                <c:pt idx="58505">
                  <c:v>1</c:v>
                </c:pt>
                <c:pt idx="58506">
                  <c:v>1</c:v>
                </c:pt>
                <c:pt idx="58507">
                  <c:v>4</c:v>
                </c:pt>
                <c:pt idx="58508">
                  <c:v>2</c:v>
                </c:pt>
                <c:pt idx="58509">
                  <c:v>3</c:v>
                </c:pt>
                <c:pt idx="58510">
                  <c:v>2</c:v>
                </c:pt>
                <c:pt idx="58511">
                  <c:v>2</c:v>
                </c:pt>
                <c:pt idx="58512">
                  <c:v>2</c:v>
                </c:pt>
                <c:pt idx="58513">
                  <c:v>2</c:v>
                </c:pt>
                <c:pt idx="58514">
                  <c:v>3</c:v>
                </c:pt>
                <c:pt idx="58515">
                  <c:v>2</c:v>
                </c:pt>
                <c:pt idx="58516">
                  <c:v>3</c:v>
                </c:pt>
                <c:pt idx="58517">
                  <c:v>3</c:v>
                </c:pt>
                <c:pt idx="58518">
                  <c:v>1</c:v>
                </c:pt>
                <c:pt idx="58519">
                  <c:v>1</c:v>
                </c:pt>
                <c:pt idx="58520">
                  <c:v>2</c:v>
                </c:pt>
                <c:pt idx="58521">
                  <c:v>6</c:v>
                </c:pt>
                <c:pt idx="58522">
                  <c:v>3</c:v>
                </c:pt>
                <c:pt idx="58523">
                  <c:v>2</c:v>
                </c:pt>
                <c:pt idx="58524">
                  <c:v>2</c:v>
                </c:pt>
                <c:pt idx="58525">
                  <c:v>2</c:v>
                </c:pt>
                <c:pt idx="58526">
                  <c:v>1</c:v>
                </c:pt>
                <c:pt idx="58527">
                  <c:v>2</c:v>
                </c:pt>
                <c:pt idx="58528">
                  <c:v>3</c:v>
                </c:pt>
                <c:pt idx="58529">
                  <c:v>2</c:v>
                </c:pt>
                <c:pt idx="58530">
                  <c:v>1</c:v>
                </c:pt>
                <c:pt idx="58531">
                  <c:v>2</c:v>
                </c:pt>
                <c:pt idx="58532">
                  <c:v>5</c:v>
                </c:pt>
                <c:pt idx="58533">
                  <c:v>1</c:v>
                </c:pt>
                <c:pt idx="58534">
                  <c:v>3</c:v>
                </c:pt>
                <c:pt idx="58535">
                  <c:v>1</c:v>
                </c:pt>
                <c:pt idx="58536">
                  <c:v>1</c:v>
                </c:pt>
                <c:pt idx="58537">
                  <c:v>2</c:v>
                </c:pt>
                <c:pt idx="58538">
                  <c:v>1</c:v>
                </c:pt>
                <c:pt idx="58539">
                  <c:v>2</c:v>
                </c:pt>
                <c:pt idx="58540">
                  <c:v>3</c:v>
                </c:pt>
                <c:pt idx="58541">
                  <c:v>2</c:v>
                </c:pt>
                <c:pt idx="58542">
                  <c:v>2</c:v>
                </c:pt>
                <c:pt idx="58543">
                  <c:v>2</c:v>
                </c:pt>
                <c:pt idx="58544">
                  <c:v>1</c:v>
                </c:pt>
                <c:pt idx="58545">
                  <c:v>1</c:v>
                </c:pt>
                <c:pt idx="58546">
                  <c:v>1</c:v>
                </c:pt>
                <c:pt idx="58547">
                  <c:v>2</c:v>
                </c:pt>
                <c:pt idx="58548">
                  <c:v>2</c:v>
                </c:pt>
                <c:pt idx="58549">
                  <c:v>4</c:v>
                </c:pt>
                <c:pt idx="58550">
                  <c:v>1</c:v>
                </c:pt>
                <c:pt idx="58551">
                  <c:v>3</c:v>
                </c:pt>
                <c:pt idx="58552">
                  <c:v>2</c:v>
                </c:pt>
                <c:pt idx="58553">
                  <c:v>3</c:v>
                </c:pt>
                <c:pt idx="58554">
                  <c:v>2</c:v>
                </c:pt>
                <c:pt idx="58555">
                  <c:v>1</c:v>
                </c:pt>
                <c:pt idx="58556">
                  <c:v>2</c:v>
                </c:pt>
                <c:pt idx="58557">
                  <c:v>5</c:v>
                </c:pt>
                <c:pt idx="58558">
                  <c:v>2</c:v>
                </c:pt>
                <c:pt idx="58559">
                  <c:v>5</c:v>
                </c:pt>
                <c:pt idx="58560">
                  <c:v>3</c:v>
                </c:pt>
                <c:pt idx="58561">
                  <c:v>1</c:v>
                </c:pt>
                <c:pt idx="58562">
                  <c:v>6</c:v>
                </c:pt>
                <c:pt idx="58563">
                  <c:v>3</c:v>
                </c:pt>
                <c:pt idx="58564">
                  <c:v>2</c:v>
                </c:pt>
                <c:pt idx="58565">
                  <c:v>1</c:v>
                </c:pt>
                <c:pt idx="58566">
                  <c:v>1</c:v>
                </c:pt>
                <c:pt idx="58567">
                  <c:v>1</c:v>
                </c:pt>
                <c:pt idx="58568">
                  <c:v>2</c:v>
                </c:pt>
                <c:pt idx="58569">
                  <c:v>2</c:v>
                </c:pt>
                <c:pt idx="58570">
                  <c:v>1</c:v>
                </c:pt>
                <c:pt idx="58571">
                  <c:v>3</c:v>
                </c:pt>
                <c:pt idx="58572">
                  <c:v>1</c:v>
                </c:pt>
                <c:pt idx="58573">
                  <c:v>3</c:v>
                </c:pt>
                <c:pt idx="58574">
                  <c:v>1</c:v>
                </c:pt>
                <c:pt idx="58575">
                  <c:v>2</c:v>
                </c:pt>
                <c:pt idx="58576">
                  <c:v>4</c:v>
                </c:pt>
                <c:pt idx="58577">
                  <c:v>1</c:v>
                </c:pt>
                <c:pt idx="58578">
                  <c:v>3</c:v>
                </c:pt>
                <c:pt idx="58579">
                  <c:v>2</c:v>
                </c:pt>
                <c:pt idx="58580">
                  <c:v>3</c:v>
                </c:pt>
                <c:pt idx="58581">
                  <c:v>1</c:v>
                </c:pt>
                <c:pt idx="58582">
                  <c:v>5</c:v>
                </c:pt>
                <c:pt idx="58583">
                  <c:v>3</c:v>
                </c:pt>
                <c:pt idx="58584">
                  <c:v>3</c:v>
                </c:pt>
                <c:pt idx="58585">
                  <c:v>2</c:v>
                </c:pt>
                <c:pt idx="58586">
                  <c:v>3</c:v>
                </c:pt>
                <c:pt idx="58587">
                  <c:v>2</c:v>
                </c:pt>
                <c:pt idx="58588">
                  <c:v>3</c:v>
                </c:pt>
                <c:pt idx="58589">
                  <c:v>2</c:v>
                </c:pt>
                <c:pt idx="58590">
                  <c:v>1</c:v>
                </c:pt>
                <c:pt idx="58591">
                  <c:v>1</c:v>
                </c:pt>
                <c:pt idx="58592">
                  <c:v>2</c:v>
                </c:pt>
                <c:pt idx="58593">
                  <c:v>2</c:v>
                </c:pt>
                <c:pt idx="58594">
                  <c:v>4</c:v>
                </c:pt>
                <c:pt idx="58595">
                  <c:v>3</c:v>
                </c:pt>
                <c:pt idx="58596">
                  <c:v>2</c:v>
                </c:pt>
                <c:pt idx="58597">
                  <c:v>3</c:v>
                </c:pt>
                <c:pt idx="58598">
                  <c:v>3</c:v>
                </c:pt>
                <c:pt idx="58599">
                  <c:v>1</c:v>
                </c:pt>
                <c:pt idx="58600">
                  <c:v>3</c:v>
                </c:pt>
                <c:pt idx="58601">
                  <c:v>1</c:v>
                </c:pt>
                <c:pt idx="58602">
                  <c:v>5</c:v>
                </c:pt>
                <c:pt idx="58603">
                  <c:v>3</c:v>
                </c:pt>
                <c:pt idx="58604">
                  <c:v>2</c:v>
                </c:pt>
                <c:pt idx="58605">
                  <c:v>2</c:v>
                </c:pt>
                <c:pt idx="58606">
                  <c:v>3</c:v>
                </c:pt>
                <c:pt idx="58607">
                  <c:v>2</c:v>
                </c:pt>
                <c:pt idx="58608">
                  <c:v>2</c:v>
                </c:pt>
                <c:pt idx="58609">
                  <c:v>2</c:v>
                </c:pt>
                <c:pt idx="58610">
                  <c:v>6</c:v>
                </c:pt>
                <c:pt idx="58611">
                  <c:v>1</c:v>
                </c:pt>
                <c:pt idx="58612">
                  <c:v>3</c:v>
                </c:pt>
                <c:pt idx="58613">
                  <c:v>2</c:v>
                </c:pt>
                <c:pt idx="58614">
                  <c:v>3</c:v>
                </c:pt>
                <c:pt idx="58615">
                  <c:v>7</c:v>
                </c:pt>
                <c:pt idx="58616">
                  <c:v>4</c:v>
                </c:pt>
                <c:pt idx="58617">
                  <c:v>2</c:v>
                </c:pt>
                <c:pt idx="58618">
                  <c:v>3</c:v>
                </c:pt>
                <c:pt idx="58619">
                  <c:v>8</c:v>
                </c:pt>
                <c:pt idx="58620">
                  <c:v>4</c:v>
                </c:pt>
                <c:pt idx="58621">
                  <c:v>4</c:v>
                </c:pt>
                <c:pt idx="58622">
                  <c:v>1</c:v>
                </c:pt>
                <c:pt idx="58623">
                  <c:v>1</c:v>
                </c:pt>
                <c:pt idx="58624">
                  <c:v>3</c:v>
                </c:pt>
                <c:pt idx="58625">
                  <c:v>2</c:v>
                </c:pt>
                <c:pt idx="58626">
                  <c:v>2</c:v>
                </c:pt>
                <c:pt idx="58627">
                  <c:v>4</c:v>
                </c:pt>
                <c:pt idx="58628">
                  <c:v>2</c:v>
                </c:pt>
                <c:pt idx="58629">
                  <c:v>2</c:v>
                </c:pt>
                <c:pt idx="58630">
                  <c:v>1</c:v>
                </c:pt>
                <c:pt idx="58631">
                  <c:v>2</c:v>
                </c:pt>
                <c:pt idx="58632">
                  <c:v>2</c:v>
                </c:pt>
                <c:pt idx="58633">
                  <c:v>2</c:v>
                </c:pt>
                <c:pt idx="58634">
                  <c:v>3</c:v>
                </c:pt>
                <c:pt idx="58635">
                  <c:v>1</c:v>
                </c:pt>
                <c:pt idx="58636">
                  <c:v>2</c:v>
                </c:pt>
                <c:pt idx="58637">
                  <c:v>3</c:v>
                </c:pt>
                <c:pt idx="58638">
                  <c:v>1</c:v>
                </c:pt>
                <c:pt idx="58639">
                  <c:v>1</c:v>
                </c:pt>
                <c:pt idx="58640">
                  <c:v>1</c:v>
                </c:pt>
                <c:pt idx="58641">
                  <c:v>5</c:v>
                </c:pt>
                <c:pt idx="58642">
                  <c:v>2</c:v>
                </c:pt>
                <c:pt idx="58643">
                  <c:v>4</c:v>
                </c:pt>
                <c:pt idx="58644">
                  <c:v>2</c:v>
                </c:pt>
                <c:pt idx="58645">
                  <c:v>2</c:v>
                </c:pt>
                <c:pt idx="58646">
                  <c:v>3</c:v>
                </c:pt>
                <c:pt idx="58647">
                  <c:v>8</c:v>
                </c:pt>
                <c:pt idx="58648">
                  <c:v>5</c:v>
                </c:pt>
                <c:pt idx="58649">
                  <c:v>4</c:v>
                </c:pt>
                <c:pt idx="58650">
                  <c:v>3</c:v>
                </c:pt>
                <c:pt idx="58651">
                  <c:v>2</c:v>
                </c:pt>
                <c:pt idx="58652">
                  <c:v>4</c:v>
                </c:pt>
                <c:pt idx="58653">
                  <c:v>3</c:v>
                </c:pt>
                <c:pt idx="58654">
                  <c:v>2</c:v>
                </c:pt>
                <c:pt idx="58655">
                  <c:v>2</c:v>
                </c:pt>
                <c:pt idx="58656">
                  <c:v>3</c:v>
                </c:pt>
                <c:pt idx="58657">
                  <c:v>7</c:v>
                </c:pt>
                <c:pt idx="58658">
                  <c:v>4</c:v>
                </c:pt>
                <c:pt idx="58659">
                  <c:v>3</c:v>
                </c:pt>
                <c:pt idx="58660">
                  <c:v>3</c:v>
                </c:pt>
                <c:pt idx="58661">
                  <c:v>2</c:v>
                </c:pt>
                <c:pt idx="58662">
                  <c:v>1</c:v>
                </c:pt>
                <c:pt idx="58663">
                  <c:v>1</c:v>
                </c:pt>
                <c:pt idx="58664">
                  <c:v>3</c:v>
                </c:pt>
                <c:pt idx="58665">
                  <c:v>1</c:v>
                </c:pt>
                <c:pt idx="58666">
                  <c:v>4</c:v>
                </c:pt>
                <c:pt idx="58667">
                  <c:v>2</c:v>
                </c:pt>
                <c:pt idx="58668">
                  <c:v>2</c:v>
                </c:pt>
                <c:pt idx="58669">
                  <c:v>1</c:v>
                </c:pt>
                <c:pt idx="58670">
                  <c:v>1</c:v>
                </c:pt>
                <c:pt idx="58671">
                  <c:v>2</c:v>
                </c:pt>
                <c:pt idx="58672">
                  <c:v>2</c:v>
                </c:pt>
                <c:pt idx="58673">
                  <c:v>2</c:v>
                </c:pt>
                <c:pt idx="58674">
                  <c:v>1</c:v>
                </c:pt>
                <c:pt idx="58675">
                  <c:v>1</c:v>
                </c:pt>
                <c:pt idx="58676">
                  <c:v>2</c:v>
                </c:pt>
                <c:pt idx="58677">
                  <c:v>5</c:v>
                </c:pt>
                <c:pt idx="58678">
                  <c:v>2</c:v>
                </c:pt>
                <c:pt idx="58679">
                  <c:v>3</c:v>
                </c:pt>
                <c:pt idx="58680">
                  <c:v>2</c:v>
                </c:pt>
                <c:pt idx="58681">
                  <c:v>1</c:v>
                </c:pt>
                <c:pt idx="58682">
                  <c:v>7</c:v>
                </c:pt>
                <c:pt idx="58683">
                  <c:v>2</c:v>
                </c:pt>
                <c:pt idx="58684">
                  <c:v>2</c:v>
                </c:pt>
                <c:pt idx="58685">
                  <c:v>1</c:v>
                </c:pt>
                <c:pt idx="58686">
                  <c:v>2</c:v>
                </c:pt>
                <c:pt idx="58687">
                  <c:v>1</c:v>
                </c:pt>
                <c:pt idx="58688">
                  <c:v>1</c:v>
                </c:pt>
                <c:pt idx="58689">
                  <c:v>4</c:v>
                </c:pt>
                <c:pt idx="58690">
                  <c:v>1</c:v>
                </c:pt>
                <c:pt idx="58691">
                  <c:v>3</c:v>
                </c:pt>
                <c:pt idx="58692">
                  <c:v>2</c:v>
                </c:pt>
                <c:pt idx="58693">
                  <c:v>3</c:v>
                </c:pt>
                <c:pt idx="58694">
                  <c:v>4</c:v>
                </c:pt>
                <c:pt idx="58695">
                  <c:v>2</c:v>
                </c:pt>
                <c:pt idx="58696">
                  <c:v>2</c:v>
                </c:pt>
                <c:pt idx="58697">
                  <c:v>6</c:v>
                </c:pt>
                <c:pt idx="58698">
                  <c:v>4</c:v>
                </c:pt>
                <c:pt idx="58699">
                  <c:v>2</c:v>
                </c:pt>
                <c:pt idx="58700">
                  <c:v>5</c:v>
                </c:pt>
                <c:pt idx="58701">
                  <c:v>2</c:v>
                </c:pt>
                <c:pt idx="58702">
                  <c:v>1</c:v>
                </c:pt>
                <c:pt idx="58703">
                  <c:v>2</c:v>
                </c:pt>
                <c:pt idx="58704">
                  <c:v>4</c:v>
                </c:pt>
                <c:pt idx="58705">
                  <c:v>2</c:v>
                </c:pt>
                <c:pt idx="58706">
                  <c:v>3</c:v>
                </c:pt>
                <c:pt idx="58707">
                  <c:v>5</c:v>
                </c:pt>
                <c:pt idx="58708">
                  <c:v>3</c:v>
                </c:pt>
                <c:pt idx="58709">
                  <c:v>3</c:v>
                </c:pt>
                <c:pt idx="58710">
                  <c:v>1</c:v>
                </c:pt>
                <c:pt idx="58711">
                  <c:v>1</c:v>
                </c:pt>
                <c:pt idx="58712">
                  <c:v>1</c:v>
                </c:pt>
                <c:pt idx="58713">
                  <c:v>2</c:v>
                </c:pt>
                <c:pt idx="58714">
                  <c:v>2</c:v>
                </c:pt>
                <c:pt idx="58715">
                  <c:v>2</c:v>
                </c:pt>
                <c:pt idx="58716">
                  <c:v>2</c:v>
                </c:pt>
                <c:pt idx="58717">
                  <c:v>2</c:v>
                </c:pt>
                <c:pt idx="58718">
                  <c:v>2</c:v>
                </c:pt>
                <c:pt idx="58719">
                  <c:v>3</c:v>
                </c:pt>
                <c:pt idx="58720">
                  <c:v>2</c:v>
                </c:pt>
                <c:pt idx="58721">
                  <c:v>2</c:v>
                </c:pt>
                <c:pt idx="58722">
                  <c:v>1</c:v>
                </c:pt>
                <c:pt idx="58723">
                  <c:v>2</c:v>
                </c:pt>
                <c:pt idx="58724">
                  <c:v>3</c:v>
                </c:pt>
                <c:pt idx="58725">
                  <c:v>2</c:v>
                </c:pt>
                <c:pt idx="58726">
                  <c:v>3</c:v>
                </c:pt>
                <c:pt idx="58727">
                  <c:v>2</c:v>
                </c:pt>
                <c:pt idx="58728">
                  <c:v>1</c:v>
                </c:pt>
                <c:pt idx="58729">
                  <c:v>1</c:v>
                </c:pt>
                <c:pt idx="58730">
                  <c:v>3</c:v>
                </c:pt>
                <c:pt idx="58731">
                  <c:v>-1</c:v>
                </c:pt>
                <c:pt idx="58732">
                  <c:v>4</c:v>
                </c:pt>
                <c:pt idx="58733">
                  <c:v>10</c:v>
                </c:pt>
                <c:pt idx="58734">
                  <c:v>1</c:v>
                </c:pt>
                <c:pt idx="58735">
                  <c:v>2</c:v>
                </c:pt>
                <c:pt idx="58736">
                  <c:v>3</c:v>
                </c:pt>
                <c:pt idx="58737">
                  <c:v>1</c:v>
                </c:pt>
                <c:pt idx="58738">
                  <c:v>2</c:v>
                </c:pt>
                <c:pt idx="58739">
                  <c:v>3</c:v>
                </c:pt>
                <c:pt idx="58740">
                  <c:v>2</c:v>
                </c:pt>
                <c:pt idx="58741">
                  <c:v>1</c:v>
                </c:pt>
                <c:pt idx="58742">
                  <c:v>3</c:v>
                </c:pt>
                <c:pt idx="58743">
                  <c:v>4</c:v>
                </c:pt>
                <c:pt idx="58744">
                  <c:v>2</c:v>
                </c:pt>
                <c:pt idx="58745">
                  <c:v>2</c:v>
                </c:pt>
                <c:pt idx="58746">
                  <c:v>3</c:v>
                </c:pt>
                <c:pt idx="58747">
                  <c:v>2</c:v>
                </c:pt>
                <c:pt idx="58748">
                  <c:v>2</c:v>
                </c:pt>
                <c:pt idx="58749">
                  <c:v>2</c:v>
                </c:pt>
                <c:pt idx="58750">
                  <c:v>2</c:v>
                </c:pt>
                <c:pt idx="58751">
                  <c:v>3</c:v>
                </c:pt>
                <c:pt idx="58752">
                  <c:v>5</c:v>
                </c:pt>
                <c:pt idx="58753">
                  <c:v>2</c:v>
                </c:pt>
                <c:pt idx="58754">
                  <c:v>1</c:v>
                </c:pt>
                <c:pt idx="58755">
                  <c:v>3</c:v>
                </c:pt>
                <c:pt idx="58756">
                  <c:v>1</c:v>
                </c:pt>
                <c:pt idx="58757">
                  <c:v>5</c:v>
                </c:pt>
                <c:pt idx="58758">
                  <c:v>3</c:v>
                </c:pt>
                <c:pt idx="58759">
                  <c:v>1</c:v>
                </c:pt>
                <c:pt idx="58760">
                  <c:v>3</c:v>
                </c:pt>
                <c:pt idx="58761">
                  <c:v>1</c:v>
                </c:pt>
                <c:pt idx="58762">
                  <c:v>2</c:v>
                </c:pt>
                <c:pt idx="58763">
                  <c:v>3</c:v>
                </c:pt>
                <c:pt idx="58764">
                  <c:v>3</c:v>
                </c:pt>
                <c:pt idx="58765">
                  <c:v>3</c:v>
                </c:pt>
                <c:pt idx="58766">
                  <c:v>5</c:v>
                </c:pt>
                <c:pt idx="58767">
                  <c:v>4</c:v>
                </c:pt>
                <c:pt idx="58768">
                  <c:v>2</c:v>
                </c:pt>
                <c:pt idx="58769">
                  <c:v>3</c:v>
                </c:pt>
                <c:pt idx="58770">
                  <c:v>3</c:v>
                </c:pt>
                <c:pt idx="58771">
                  <c:v>5</c:v>
                </c:pt>
                <c:pt idx="58772">
                  <c:v>2</c:v>
                </c:pt>
                <c:pt idx="58773">
                  <c:v>2</c:v>
                </c:pt>
                <c:pt idx="58774">
                  <c:v>1</c:v>
                </c:pt>
                <c:pt idx="58775">
                  <c:v>5</c:v>
                </c:pt>
                <c:pt idx="58776">
                  <c:v>2</c:v>
                </c:pt>
                <c:pt idx="58777">
                  <c:v>2</c:v>
                </c:pt>
                <c:pt idx="58778">
                  <c:v>2</c:v>
                </c:pt>
                <c:pt idx="58779">
                  <c:v>1</c:v>
                </c:pt>
                <c:pt idx="58780">
                  <c:v>2</c:v>
                </c:pt>
                <c:pt idx="58781">
                  <c:v>2</c:v>
                </c:pt>
                <c:pt idx="58782">
                  <c:v>2</c:v>
                </c:pt>
                <c:pt idx="58783">
                  <c:v>1</c:v>
                </c:pt>
                <c:pt idx="58784">
                  <c:v>1</c:v>
                </c:pt>
                <c:pt idx="58785">
                  <c:v>3</c:v>
                </c:pt>
                <c:pt idx="58786">
                  <c:v>3</c:v>
                </c:pt>
                <c:pt idx="58787">
                  <c:v>2</c:v>
                </c:pt>
                <c:pt idx="58788">
                  <c:v>2</c:v>
                </c:pt>
                <c:pt idx="58789">
                  <c:v>4</c:v>
                </c:pt>
                <c:pt idx="58790">
                  <c:v>2</c:v>
                </c:pt>
                <c:pt idx="58791">
                  <c:v>7</c:v>
                </c:pt>
                <c:pt idx="58792">
                  <c:v>2</c:v>
                </c:pt>
                <c:pt idx="58793">
                  <c:v>1</c:v>
                </c:pt>
                <c:pt idx="58794">
                  <c:v>1</c:v>
                </c:pt>
                <c:pt idx="58795">
                  <c:v>1</c:v>
                </c:pt>
                <c:pt idx="58796">
                  <c:v>2</c:v>
                </c:pt>
                <c:pt idx="58797">
                  <c:v>3</c:v>
                </c:pt>
                <c:pt idx="58798">
                  <c:v>1</c:v>
                </c:pt>
                <c:pt idx="58799">
                  <c:v>6</c:v>
                </c:pt>
                <c:pt idx="58800">
                  <c:v>6</c:v>
                </c:pt>
                <c:pt idx="58801">
                  <c:v>3</c:v>
                </c:pt>
                <c:pt idx="58802">
                  <c:v>2</c:v>
                </c:pt>
                <c:pt idx="58803">
                  <c:v>1</c:v>
                </c:pt>
                <c:pt idx="58804">
                  <c:v>2</c:v>
                </c:pt>
                <c:pt idx="58805">
                  <c:v>3</c:v>
                </c:pt>
                <c:pt idx="58806">
                  <c:v>3</c:v>
                </c:pt>
                <c:pt idx="58807">
                  <c:v>1</c:v>
                </c:pt>
                <c:pt idx="58808">
                  <c:v>1</c:v>
                </c:pt>
                <c:pt idx="58809">
                  <c:v>3</c:v>
                </c:pt>
                <c:pt idx="58810">
                  <c:v>1</c:v>
                </c:pt>
                <c:pt idx="58811">
                  <c:v>4</c:v>
                </c:pt>
                <c:pt idx="58812">
                  <c:v>5</c:v>
                </c:pt>
                <c:pt idx="58813">
                  <c:v>2</c:v>
                </c:pt>
                <c:pt idx="58814">
                  <c:v>1</c:v>
                </c:pt>
                <c:pt idx="58815">
                  <c:v>10</c:v>
                </c:pt>
                <c:pt idx="58816">
                  <c:v>1</c:v>
                </c:pt>
                <c:pt idx="58817">
                  <c:v>2</c:v>
                </c:pt>
                <c:pt idx="58818">
                  <c:v>4</c:v>
                </c:pt>
                <c:pt idx="58819">
                  <c:v>1</c:v>
                </c:pt>
                <c:pt idx="58820">
                  <c:v>4</c:v>
                </c:pt>
                <c:pt idx="58821">
                  <c:v>5</c:v>
                </c:pt>
                <c:pt idx="58822">
                  <c:v>7</c:v>
                </c:pt>
                <c:pt idx="58823">
                  <c:v>4</c:v>
                </c:pt>
                <c:pt idx="58824">
                  <c:v>1</c:v>
                </c:pt>
                <c:pt idx="58825">
                  <c:v>2</c:v>
                </c:pt>
                <c:pt idx="58826">
                  <c:v>3</c:v>
                </c:pt>
                <c:pt idx="58827">
                  <c:v>3</c:v>
                </c:pt>
                <c:pt idx="58828">
                  <c:v>4</c:v>
                </c:pt>
                <c:pt idx="58829">
                  <c:v>2</c:v>
                </c:pt>
                <c:pt idx="58830">
                  <c:v>4</c:v>
                </c:pt>
                <c:pt idx="58831">
                  <c:v>2</c:v>
                </c:pt>
                <c:pt idx="58832">
                  <c:v>4</c:v>
                </c:pt>
                <c:pt idx="58833">
                  <c:v>4</c:v>
                </c:pt>
                <c:pt idx="58834">
                  <c:v>2</c:v>
                </c:pt>
                <c:pt idx="58835">
                  <c:v>2</c:v>
                </c:pt>
                <c:pt idx="58836">
                  <c:v>5</c:v>
                </c:pt>
                <c:pt idx="58837">
                  <c:v>2</c:v>
                </c:pt>
                <c:pt idx="58838">
                  <c:v>2</c:v>
                </c:pt>
                <c:pt idx="58839">
                  <c:v>1</c:v>
                </c:pt>
                <c:pt idx="58840">
                  <c:v>2</c:v>
                </c:pt>
                <c:pt idx="58841">
                  <c:v>2</c:v>
                </c:pt>
                <c:pt idx="58842">
                  <c:v>1</c:v>
                </c:pt>
                <c:pt idx="58843">
                  <c:v>2</c:v>
                </c:pt>
                <c:pt idx="58844">
                  <c:v>1</c:v>
                </c:pt>
                <c:pt idx="58845">
                  <c:v>4</c:v>
                </c:pt>
                <c:pt idx="58846">
                  <c:v>2</c:v>
                </c:pt>
                <c:pt idx="58847">
                  <c:v>3</c:v>
                </c:pt>
                <c:pt idx="58848">
                  <c:v>4</c:v>
                </c:pt>
                <c:pt idx="58849">
                  <c:v>2</c:v>
                </c:pt>
                <c:pt idx="58850">
                  <c:v>5</c:v>
                </c:pt>
                <c:pt idx="58851">
                  <c:v>2</c:v>
                </c:pt>
                <c:pt idx="58852">
                  <c:v>4</c:v>
                </c:pt>
                <c:pt idx="58853">
                  <c:v>1</c:v>
                </c:pt>
                <c:pt idx="58854">
                  <c:v>2</c:v>
                </c:pt>
                <c:pt idx="58855">
                  <c:v>3</c:v>
                </c:pt>
                <c:pt idx="58856">
                  <c:v>3</c:v>
                </c:pt>
                <c:pt idx="58857">
                  <c:v>2</c:v>
                </c:pt>
                <c:pt idx="58858">
                  <c:v>1</c:v>
                </c:pt>
                <c:pt idx="58859">
                  <c:v>2</c:v>
                </c:pt>
                <c:pt idx="58860">
                  <c:v>2</c:v>
                </c:pt>
                <c:pt idx="58861">
                  <c:v>3</c:v>
                </c:pt>
                <c:pt idx="58862">
                  <c:v>1</c:v>
                </c:pt>
                <c:pt idx="58863">
                  <c:v>2</c:v>
                </c:pt>
                <c:pt idx="58864">
                  <c:v>6</c:v>
                </c:pt>
                <c:pt idx="58865">
                  <c:v>4</c:v>
                </c:pt>
                <c:pt idx="58866">
                  <c:v>1</c:v>
                </c:pt>
                <c:pt idx="58867">
                  <c:v>-1</c:v>
                </c:pt>
                <c:pt idx="58868">
                  <c:v>2</c:v>
                </c:pt>
                <c:pt idx="58869">
                  <c:v>1</c:v>
                </c:pt>
                <c:pt idx="58870">
                  <c:v>4</c:v>
                </c:pt>
                <c:pt idx="58871">
                  <c:v>1</c:v>
                </c:pt>
                <c:pt idx="58872">
                  <c:v>1</c:v>
                </c:pt>
                <c:pt idx="58873">
                  <c:v>2</c:v>
                </c:pt>
                <c:pt idx="58874">
                  <c:v>2</c:v>
                </c:pt>
                <c:pt idx="58875">
                  <c:v>2</c:v>
                </c:pt>
                <c:pt idx="58876">
                  <c:v>-1</c:v>
                </c:pt>
                <c:pt idx="58877">
                  <c:v>1</c:v>
                </c:pt>
                <c:pt idx="58878">
                  <c:v>2</c:v>
                </c:pt>
                <c:pt idx="58879">
                  <c:v>1</c:v>
                </c:pt>
                <c:pt idx="58880">
                  <c:v>2</c:v>
                </c:pt>
                <c:pt idx="58881">
                  <c:v>2</c:v>
                </c:pt>
                <c:pt idx="58882">
                  <c:v>2</c:v>
                </c:pt>
                <c:pt idx="58883">
                  <c:v>4</c:v>
                </c:pt>
                <c:pt idx="58884">
                  <c:v>2</c:v>
                </c:pt>
                <c:pt idx="58885">
                  <c:v>2</c:v>
                </c:pt>
                <c:pt idx="58886">
                  <c:v>2</c:v>
                </c:pt>
                <c:pt idx="58887">
                  <c:v>5</c:v>
                </c:pt>
                <c:pt idx="58888">
                  <c:v>4</c:v>
                </c:pt>
                <c:pt idx="58889">
                  <c:v>3</c:v>
                </c:pt>
                <c:pt idx="58890">
                  <c:v>2</c:v>
                </c:pt>
                <c:pt idx="58891">
                  <c:v>11</c:v>
                </c:pt>
                <c:pt idx="58892">
                  <c:v>2</c:v>
                </c:pt>
                <c:pt idx="58893">
                  <c:v>5</c:v>
                </c:pt>
                <c:pt idx="58894">
                  <c:v>4</c:v>
                </c:pt>
                <c:pt idx="58895">
                  <c:v>3</c:v>
                </c:pt>
                <c:pt idx="58896">
                  <c:v>4</c:v>
                </c:pt>
                <c:pt idx="58897">
                  <c:v>4</c:v>
                </c:pt>
                <c:pt idx="58898">
                  <c:v>2</c:v>
                </c:pt>
                <c:pt idx="58899">
                  <c:v>3</c:v>
                </c:pt>
                <c:pt idx="58900">
                  <c:v>2</c:v>
                </c:pt>
                <c:pt idx="58901">
                  <c:v>4</c:v>
                </c:pt>
                <c:pt idx="58902">
                  <c:v>3</c:v>
                </c:pt>
                <c:pt idx="58903">
                  <c:v>3</c:v>
                </c:pt>
                <c:pt idx="58904">
                  <c:v>3</c:v>
                </c:pt>
                <c:pt idx="58905">
                  <c:v>3</c:v>
                </c:pt>
                <c:pt idx="58906">
                  <c:v>5</c:v>
                </c:pt>
                <c:pt idx="58907">
                  <c:v>3</c:v>
                </c:pt>
                <c:pt idx="58908">
                  <c:v>4</c:v>
                </c:pt>
                <c:pt idx="58909">
                  <c:v>3</c:v>
                </c:pt>
                <c:pt idx="58910">
                  <c:v>7</c:v>
                </c:pt>
                <c:pt idx="58911">
                  <c:v>1</c:v>
                </c:pt>
                <c:pt idx="58912">
                  <c:v>2</c:v>
                </c:pt>
                <c:pt idx="58913">
                  <c:v>5</c:v>
                </c:pt>
                <c:pt idx="58914">
                  <c:v>1</c:v>
                </c:pt>
                <c:pt idx="58915">
                  <c:v>2</c:v>
                </c:pt>
                <c:pt idx="58916">
                  <c:v>2</c:v>
                </c:pt>
                <c:pt idx="58917">
                  <c:v>4</c:v>
                </c:pt>
                <c:pt idx="58918">
                  <c:v>3</c:v>
                </c:pt>
                <c:pt idx="58919">
                  <c:v>3</c:v>
                </c:pt>
                <c:pt idx="58920">
                  <c:v>1</c:v>
                </c:pt>
                <c:pt idx="58921">
                  <c:v>2</c:v>
                </c:pt>
                <c:pt idx="58922">
                  <c:v>2</c:v>
                </c:pt>
                <c:pt idx="58923">
                  <c:v>4</c:v>
                </c:pt>
                <c:pt idx="58924">
                  <c:v>2</c:v>
                </c:pt>
                <c:pt idx="58925">
                  <c:v>2</c:v>
                </c:pt>
                <c:pt idx="58926">
                  <c:v>4</c:v>
                </c:pt>
                <c:pt idx="58927">
                  <c:v>2</c:v>
                </c:pt>
                <c:pt idx="58928">
                  <c:v>2</c:v>
                </c:pt>
                <c:pt idx="58929">
                  <c:v>2</c:v>
                </c:pt>
                <c:pt idx="58930">
                  <c:v>1</c:v>
                </c:pt>
                <c:pt idx="58931">
                  <c:v>1</c:v>
                </c:pt>
                <c:pt idx="58932">
                  <c:v>2</c:v>
                </c:pt>
                <c:pt idx="58933">
                  <c:v>5</c:v>
                </c:pt>
                <c:pt idx="58934">
                  <c:v>12</c:v>
                </c:pt>
                <c:pt idx="58935">
                  <c:v>2</c:v>
                </c:pt>
                <c:pt idx="58936">
                  <c:v>3</c:v>
                </c:pt>
                <c:pt idx="58937">
                  <c:v>2</c:v>
                </c:pt>
                <c:pt idx="58938">
                  <c:v>3</c:v>
                </c:pt>
                <c:pt idx="58939">
                  <c:v>15</c:v>
                </c:pt>
                <c:pt idx="58940">
                  <c:v>7</c:v>
                </c:pt>
                <c:pt idx="58941">
                  <c:v>2</c:v>
                </c:pt>
                <c:pt idx="58942">
                  <c:v>2</c:v>
                </c:pt>
                <c:pt idx="58943">
                  <c:v>2</c:v>
                </c:pt>
                <c:pt idx="58944">
                  <c:v>2</c:v>
                </c:pt>
                <c:pt idx="58945">
                  <c:v>4</c:v>
                </c:pt>
                <c:pt idx="58946">
                  <c:v>4</c:v>
                </c:pt>
                <c:pt idx="58947">
                  <c:v>5</c:v>
                </c:pt>
                <c:pt idx="58948">
                  <c:v>2</c:v>
                </c:pt>
                <c:pt idx="58949">
                  <c:v>2</c:v>
                </c:pt>
                <c:pt idx="58950">
                  <c:v>4</c:v>
                </c:pt>
                <c:pt idx="58951">
                  <c:v>2</c:v>
                </c:pt>
                <c:pt idx="58952">
                  <c:v>1</c:v>
                </c:pt>
                <c:pt idx="58953">
                  <c:v>2</c:v>
                </c:pt>
                <c:pt idx="58954">
                  <c:v>4</c:v>
                </c:pt>
                <c:pt idx="58955">
                  <c:v>4</c:v>
                </c:pt>
                <c:pt idx="58956">
                  <c:v>3</c:v>
                </c:pt>
                <c:pt idx="58957">
                  <c:v>1</c:v>
                </c:pt>
                <c:pt idx="58958">
                  <c:v>2</c:v>
                </c:pt>
                <c:pt idx="58959">
                  <c:v>2</c:v>
                </c:pt>
                <c:pt idx="58960">
                  <c:v>2</c:v>
                </c:pt>
                <c:pt idx="58961">
                  <c:v>2</c:v>
                </c:pt>
                <c:pt idx="58962">
                  <c:v>1</c:v>
                </c:pt>
                <c:pt idx="58963">
                  <c:v>2</c:v>
                </c:pt>
                <c:pt idx="58964">
                  <c:v>1</c:v>
                </c:pt>
                <c:pt idx="58965">
                  <c:v>2</c:v>
                </c:pt>
                <c:pt idx="58966">
                  <c:v>3</c:v>
                </c:pt>
                <c:pt idx="58967">
                  <c:v>2</c:v>
                </c:pt>
                <c:pt idx="58968">
                  <c:v>2</c:v>
                </c:pt>
                <c:pt idx="58969">
                  <c:v>6</c:v>
                </c:pt>
                <c:pt idx="58970">
                  <c:v>2</c:v>
                </c:pt>
                <c:pt idx="58971">
                  <c:v>5</c:v>
                </c:pt>
                <c:pt idx="58972">
                  <c:v>2</c:v>
                </c:pt>
                <c:pt idx="58973">
                  <c:v>3</c:v>
                </c:pt>
                <c:pt idx="58974">
                  <c:v>1</c:v>
                </c:pt>
                <c:pt idx="58975">
                  <c:v>1</c:v>
                </c:pt>
                <c:pt idx="58976">
                  <c:v>3</c:v>
                </c:pt>
                <c:pt idx="58977">
                  <c:v>4</c:v>
                </c:pt>
                <c:pt idx="58978">
                  <c:v>1</c:v>
                </c:pt>
                <c:pt idx="58979">
                  <c:v>2</c:v>
                </c:pt>
                <c:pt idx="58980">
                  <c:v>2</c:v>
                </c:pt>
                <c:pt idx="58981">
                  <c:v>5</c:v>
                </c:pt>
                <c:pt idx="58982">
                  <c:v>2</c:v>
                </c:pt>
                <c:pt idx="58983">
                  <c:v>2</c:v>
                </c:pt>
                <c:pt idx="58984">
                  <c:v>1</c:v>
                </c:pt>
                <c:pt idx="58985">
                  <c:v>4</c:v>
                </c:pt>
                <c:pt idx="58986">
                  <c:v>2</c:v>
                </c:pt>
                <c:pt idx="58987">
                  <c:v>2</c:v>
                </c:pt>
                <c:pt idx="58988">
                  <c:v>2</c:v>
                </c:pt>
                <c:pt idx="58989">
                  <c:v>2</c:v>
                </c:pt>
                <c:pt idx="58990">
                  <c:v>3</c:v>
                </c:pt>
                <c:pt idx="58991">
                  <c:v>4</c:v>
                </c:pt>
                <c:pt idx="58992">
                  <c:v>1</c:v>
                </c:pt>
                <c:pt idx="58993">
                  <c:v>1</c:v>
                </c:pt>
                <c:pt idx="58994">
                  <c:v>2</c:v>
                </c:pt>
                <c:pt idx="58995">
                  <c:v>1</c:v>
                </c:pt>
                <c:pt idx="58996">
                  <c:v>2</c:v>
                </c:pt>
                <c:pt idx="58997">
                  <c:v>2</c:v>
                </c:pt>
                <c:pt idx="58998">
                  <c:v>2</c:v>
                </c:pt>
                <c:pt idx="58999">
                  <c:v>1</c:v>
                </c:pt>
                <c:pt idx="59000">
                  <c:v>1</c:v>
                </c:pt>
                <c:pt idx="59001">
                  <c:v>2</c:v>
                </c:pt>
                <c:pt idx="59002">
                  <c:v>8</c:v>
                </c:pt>
                <c:pt idx="59003">
                  <c:v>2</c:v>
                </c:pt>
                <c:pt idx="59004">
                  <c:v>2</c:v>
                </c:pt>
                <c:pt idx="59005">
                  <c:v>3</c:v>
                </c:pt>
                <c:pt idx="59006">
                  <c:v>2</c:v>
                </c:pt>
                <c:pt idx="59007">
                  <c:v>2</c:v>
                </c:pt>
                <c:pt idx="59008">
                  <c:v>3</c:v>
                </c:pt>
                <c:pt idx="59009">
                  <c:v>1</c:v>
                </c:pt>
                <c:pt idx="59010">
                  <c:v>1</c:v>
                </c:pt>
                <c:pt idx="59011">
                  <c:v>2</c:v>
                </c:pt>
                <c:pt idx="59012">
                  <c:v>1</c:v>
                </c:pt>
                <c:pt idx="59013">
                  <c:v>6</c:v>
                </c:pt>
                <c:pt idx="59014">
                  <c:v>2</c:v>
                </c:pt>
                <c:pt idx="59015">
                  <c:v>4</c:v>
                </c:pt>
                <c:pt idx="59016">
                  <c:v>2</c:v>
                </c:pt>
                <c:pt idx="59017">
                  <c:v>1</c:v>
                </c:pt>
                <c:pt idx="59018">
                  <c:v>3</c:v>
                </c:pt>
                <c:pt idx="59019">
                  <c:v>2</c:v>
                </c:pt>
                <c:pt idx="59020">
                  <c:v>1</c:v>
                </c:pt>
                <c:pt idx="59021">
                  <c:v>2</c:v>
                </c:pt>
                <c:pt idx="59022">
                  <c:v>1</c:v>
                </c:pt>
                <c:pt idx="59023">
                  <c:v>5</c:v>
                </c:pt>
                <c:pt idx="59024">
                  <c:v>3</c:v>
                </c:pt>
                <c:pt idx="59025">
                  <c:v>3</c:v>
                </c:pt>
                <c:pt idx="59026">
                  <c:v>4</c:v>
                </c:pt>
                <c:pt idx="59027">
                  <c:v>3</c:v>
                </c:pt>
                <c:pt idx="59028">
                  <c:v>2</c:v>
                </c:pt>
                <c:pt idx="59029">
                  <c:v>6</c:v>
                </c:pt>
                <c:pt idx="59030">
                  <c:v>2</c:v>
                </c:pt>
                <c:pt idx="59031">
                  <c:v>3</c:v>
                </c:pt>
                <c:pt idx="59032">
                  <c:v>3</c:v>
                </c:pt>
                <c:pt idx="59033">
                  <c:v>-2</c:v>
                </c:pt>
                <c:pt idx="59034">
                  <c:v>2</c:v>
                </c:pt>
                <c:pt idx="59035">
                  <c:v>3</c:v>
                </c:pt>
                <c:pt idx="59036">
                  <c:v>3</c:v>
                </c:pt>
                <c:pt idx="59037">
                  <c:v>2</c:v>
                </c:pt>
                <c:pt idx="59038">
                  <c:v>5</c:v>
                </c:pt>
                <c:pt idx="59039">
                  <c:v>2</c:v>
                </c:pt>
                <c:pt idx="59040">
                  <c:v>4</c:v>
                </c:pt>
                <c:pt idx="59041">
                  <c:v>4</c:v>
                </c:pt>
                <c:pt idx="59042">
                  <c:v>2</c:v>
                </c:pt>
                <c:pt idx="59043">
                  <c:v>1</c:v>
                </c:pt>
                <c:pt idx="59044">
                  <c:v>2</c:v>
                </c:pt>
                <c:pt idx="59045">
                  <c:v>1</c:v>
                </c:pt>
                <c:pt idx="59046">
                  <c:v>1</c:v>
                </c:pt>
                <c:pt idx="59047">
                  <c:v>3</c:v>
                </c:pt>
                <c:pt idx="59048">
                  <c:v>2</c:v>
                </c:pt>
                <c:pt idx="59049">
                  <c:v>2</c:v>
                </c:pt>
                <c:pt idx="59050">
                  <c:v>3</c:v>
                </c:pt>
                <c:pt idx="59051">
                  <c:v>3</c:v>
                </c:pt>
                <c:pt idx="59052">
                  <c:v>2</c:v>
                </c:pt>
                <c:pt idx="59053">
                  <c:v>3</c:v>
                </c:pt>
                <c:pt idx="59054">
                  <c:v>6</c:v>
                </c:pt>
                <c:pt idx="59055">
                  <c:v>1</c:v>
                </c:pt>
                <c:pt idx="59056">
                  <c:v>1</c:v>
                </c:pt>
                <c:pt idx="59057">
                  <c:v>4</c:v>
                </c:pt>
                <c:pt idx="59058">
                  <c:v>2</c:v>
                </c:pt>
                <c:pt idx="59059">
                  <c:v>10</c:v>
                </c:pt>
                <c:pt idx="59060">
                  <c:v>4</c:v>
                </c:pt>
                <c:pt idx="59061">
                  <c:v>2</c:v>
                </c:pt>
                <c:pt idx="59062">
                  <c:v>3</c:v>
                </c:pt>
                <c:pt idx="59063">
                  <c:v>1</c:v>
                </c:pt>
                <c:pt idx="59064">
                  <c:v>9</c:v>
                </c:pt>
                <c:pt idx="59065">
                  <c:v>2</c:v>
                </c:pt>
                <c:pt idx="59066">
                  <c:v>2</c:v>
                </c:pt>
                <c:pt idx="59067">
                  <c:v>2</c:v>
                </c:pt>
                <c:pt idx="59068">
                  <c:v>1</c:v>
                </c:pt>
                <c:pt idx="59069">
                  <c:v>1</c:v>
                </c:pt>
                <c:pt idx="59070">
                  <c:v>6</c:v>
                </c:pt>
                <c:pt idx="59071">
                  <c:v>3</c:v>
                </c:pt>
                <c:pt idx="59072">
                  <c:v>1</c:v>
                </c:pt>
                <c:pt idx="59073">
                  <c:v>2</c:v>
                </c:pt>
                <c:pt idx="59074">
                  <c:v>4</c:v>
                </c:pt>
                <c:pt idx="59075">
                  <c:v>1</c:v>
                </c:pt>
                <c:pt idx="59076">
                  <c:v>3</c:v>
                </c:pt>
                <c:pt idx="59077">
                  <c:v>2</c:v>
                </c:pt>
                <c:pt idx="59078">
                  <c:v>2</c:v>
                </c:pt>
                <c:pt idx="59079">
                  <c:v>3</c:v>
                </c:pt>
                <c:pt idx="59080">
                  <c:v>2</c:v>
                </c:pt>
                <c:pt idx="59081">
                  <c:v>2</c:v>
                </c:pt>
                <c:pt idx="59082">
                  <c:v>7</c:v>
                </c:pt>
                <c:pt idx="59083">
                  <c:v>5</c:v>
                </c:pt>
                <c:pt idx="59084">
                  <c:v>1</c:v>
                </c:pt>
                <c:pt idx="59085">
                  <c:v>3</c:v>
                </c:pt>
                <c:pt idx="59086">
                  <c:v>2</c:v>
                </c:pt>
                <c:pt idx="59087">
                  <c:v>3</c:v>
                </c:pt>
                <c:pt idx="59088">
                  <c:v>2</c:v>
                </c:pt>
                <c:pt idx="59089">
                  <c:v>2</c:v>
                </c:pt>
                <c:pt idx="59090">
                  <c:v>1</c:v>
                </c:pt>
                <c:pt idx="59091">
                  <c:v>2</c:v>
                </c:pt>
                <c:pt idx="59092">
                  <c:v>2</c:v>
                </c:pt>
                <c:pt idx="59093">
                  <c:v>1</c:v>
                </c:pt>
                <c:pt idx="59094">
                  <c:v>1</c:v>
                </c:pt>
                <c:pt idx="59095">
                  <c:v>4</c:v>
                </c:pt>
                <c:pt idx="59096">
                  <c:v>1</c:v>
                </c:pt>
                <c:pt idx="59097">
                  <c:v>2</c:v>
                </c:pt>
                <c:pt idx="59098">
                  <c:v>2</c:v>
                </c:pt>
                <c:pt idx="59099">
                  <c:v>2</c:v>
                </c:pt>
                <c:pt idx="59100">
                  <c:v>3</c:v>
                </c:pt>
                <c:pt idx="59101">
                  <c:v>2</c:v>
                </c:pt>
                <c:pt idx="59102">
                  <c:v>1</c:v>
                </c:pt>
                <c:pt idx="59103">
                  <c:v>1</c:v>
                </c:pt>
                <c:pt idx="59104">
                  <c:v>6</c:v>
                </c:pt>
                <c:pt idx="59105">
                  <c:v>3</c:v>
                </c:pt>
                <c:pt idx="59106">
                  <c:v>4</c:v>
                </c:pt>
                <c:pt idx="59107">
                  <c:v>6</c:v>
                </c:pt>
                <c:pt idx="59108">
                  <c:v>4</c:v>
                </c:pt>
                <c:pt idx="59109">
                  <c:v>5</c:v>
                </c:pt>
                <c:pt idx="59110">
                  <c:v>2</c:v>
                </c:pt>
                <c:pt idx="59111">
                  <c:v>1</c:v>
                </c:pt>
                <c:pt idx="59112">
                  <c:v>3</c:v>
                </c:pt>
                <c:pt idx="59113">
                  <c:v>5</c:v>
                </c:pt>
                <c:pt idx="59114">
                  <c:v>4</c:v>
                </c:pt>
                <c:pt idx="59115">
                  <c:v>1</c:v>
                </c:pt>
                <c:pt idx="59116">
                  <c:v>2</c:v>
                </c:pt>
                <c:pt idx="59117">
                  <c:v>2</c:v>
                </c:pt>
                <c:pt idx="59118">
                  <c:v>3</c:v>
                </c:pt>
                <c:pt idx="59119">
                  <c:v>2</c:v>
                </c:pt>
                <c:pt idx="59120">
                  <c:v>3</c:v>
                </c:pt>
                <c:pt idx="59121">
                  <c:v>2</c:v>
                </c:pt>
                <c:pt idx="59122">
                  <c:v>1</c:v>
                </c:pt>
                <c:pt idx="59123">
                  <c:v>3</c:v>
                </c:pt>
                <c:pt idx="59124">
                  <c:v>1</c:v>
                </c:pt>
                <c:pt idx="59125">
                  <c:v>2</c:v>
                </c:pt>
                <c:pt idx="59126">
                  <c:v>2</c:v>
                </c:pt>
                <c:pt idx="59127">
                  <c:v>3</c:v>
                </c:pt>
                <c:pt idx="59128">
                  <c:v>2</c:v>
                </c:pt>
                <c:pt idx="59129">
                  <c:v>2</c:v>
                </c:pt>
                <c:pt idx="59130">
                  <c:v>16</c:v>
                </c:pt>
                <c:pt idx="59131">
                  <c:v>2</c:v>
                </c:pt>
                <c:pt idx="59132">
                  <c:v>3</c:v>
                </c:pt>
                <c:pt idx="59133">
                  <c:v>2</c:v>
                </c:pt>
                <c:pt idx="59134">
                  <c:v>2</c:v>
                </c:pt>
                <c:pt idx="59135">
                  <c:v>1</c:v>
                </c:pt>
                <c:pt idx="59136">
                  <c:v>3</c:v>
                </c:pt>
                <c:pt idx="59137">
                  <c:v>5</c:v>
                </c:pt>
                <c:pt idx="59138">
                  <c:v>1</c:v>
                </c:pt>
                <c:pt idx="59139">
                  <c:v>2</c:v>
                </c:pt>
                <c:pt idx="59140">
                  <c:v>1</c:v>
                </c:pt>
                <c:pt idx="59141">
                  <c:v>4</c:v>
                </c:pt>
                <c:pt idx="59142">
                  <c:v>2</c:v>
                </c:pt>
                <c:pt idx="59143">
                  <c:v>7</c:v>
                </c:pt>
                <c:pt idx="59144">
                  <c:v>3</c:v>
                </c:pt>
                <c:pt idx="59145">
                  <c:v>4</c:v>
                </c:pt>
                <c:pt idx="59146">
                  <c:v>6</c:v>
                </c:pt>
                <c:pt idx="59147">
                  <c:v>3</c:v>
                </c:pt>
                <c:pt idx="59148">
                  <c:v>10</c:v>
                </c:pt>
                <c:pt idx="59149">
                  <c:v>3</c:v>
                </c:pt>
                <c:pt idx="59150">
                  <c:v>2</c:v>
                </c:pt>
                <c:pt idx="59151">
                  <c:v>2</c:v>
                </c:pt>
                <c:pt idx="59152">
                  <c:v>2</c:v>
                </c:pt>
                <c:pt idx="59153">
                  <c:v>4</c:v>
                </c:pt>
                <c:pt idx="59154">
                  <c:v>1</c:v>
                </c:pt>
                <c:pt idx="59155">
                  <c:v>3</c:v>
                </c:pt>
                <c:pt idx="59156">
                  <c:v>5</c:v>
                </c:pt>
                <c:pt idx="59157">
                  <c:v>1</c:v>
                </c:pt>
                <c:pt idx="59158">
                  <c:v>3</c:v>
                </c:pt>
                <c:pt idx="59159">
                  <c:v>2</c:v>
                </c:pt>
                <c:pt idx="59160">
                  <c:v>2</c:v>
                </c:pt>
                <c:pt idx="59161">
                  <c:v>3</c:v>
                </c:pt>
                <c:pt idx="59162">
                  <c:v>2</c:v>
                </c:pt>
                <c:pt idx="59163">
                  <c:v>1</c:v>
                </c:pt>
                <c:pt idx="59164">
                  <c:v>3</c:v>
                </c:pt>
                <c:pt idx="59165">
                  <c:v>3</c:v>
                </c:pt>
                <c:pt idx="59166">
                  <c:v>2</c:v>
                </c:pt>
                <c:pt idx="59167">
                  <c:v>4</c:v>
                </c:pt>
                <c:pt idx="59168">
                  <c:v>2</c:v>
                </c:pt>
                <c:pt idx="59169">
                  <c:v>1</c:v>
                </c:pt>
                <c:pt idx="59170">
                  <c:v>4</c:v>
                </c:pt>
                <c:pt idx="59171">
                  <c:v>3</c:v>
                </c:pt>
                <c:pt idx="59172">
                  <c:v>2</c:v>
                </c:pt>
                <c:pt idx="59173">
                  <c:v>2</c:v>
                </c:pt>
                <c:pt idx="59174">
                  <c:v>2</c:v>
                </c:pt>
                <c:pt idx="59175">
                  <c:v>1</c:v>
                </c:pt>
                <c:pt idx="59176">
                  <c:v>1</c:v>
                </c:pt>
                <c:pt idx="59177">
                  <c:v>3</c:v>
                </c:pt>
                <c:pt idx="59178">
                  <c:v>2</c:v>
                </c:pt>
                <c:pt idx="59179">
                  <c:v>1</c:v>
                </c:pt>
                <c:pt idx="59180">
                  <c:v>1</c:v>
                </c:pt>
                <c:pt idx="59181">
                  <c:v>4</c:v>
                </c:pt>
                <c:pt idx="59182">
                  <c:v>1</c:v>
                </c:pt>
                <c:pt idx="59183">
                  <c:v>1</c:v>
                </c:pt>
                <c:pt idx="59184">
                  <c:v>3</c:v>
                </c:pt>
                <c:pt idx="59185">
                  <c:v>2</c:v>
                </c:pt>
                <c:pt idx="59186">
                  <c:v>3</c:v>
                </c:pt>
                <c:pt idx="59187">
                  <c:v>1</c:v>
                </c:pt>
                <c:pt idx="59188">
                  <c:v>5</c:v>
                </c:pt>
                <c:pt idx="59189">
                  <c:v>5</c:v>
                </c:pt>
                <c:pt idx="59190">
                  <c:v>4</c:v>
                </c:pt>
                <c:pt idx="59191">
                  <c:v>2</c:v>
                </c:pt>
                <c:pt idx="59192">
                  <c:v>3</c:v>
                </c:pt>
                <c:pt idx="59193">
                  <c:v>-3</c:v>
                </c:pt>
                <c:pt idx="59194">
                  <c:v>1</c:v>
                </c:pt>
                <c:pt idx="59195">
                  <c:v>2</c:v>
                </c:pt>
                <c:pt idx="59196">
                  <c:v>4</c:v>
                </c:pt>
                <c:pt idx="59197">
                  <c:v>3</c:v>
                </c:pt>
                <c:pt idx="59198">
                  <c:v>4</c:v>
                </c:pt>
                <c:pt idx="59199">
                  <c:v>4</c:v>
                </c:pt>
                <c:pt idx="59200">
                  <c:v>1</c:v>
                </c:pt>
                <c:pt idx="59201">
                  <c:v>9</c:v>
                </c:pt>
                <c:pt idx="59202">
                  <c:v>13</c:v>
                </c:pt>
                <c:pt idx="59203">
                  <c:v>2</c:v>
                </c:pt>
                <c:pt idx="59204">
                  <c:v>1</c:v>
                </c:pt>
                <c:pt idx="59205">
                  <c:v>1</c:v>
                </c:pt>
                <c:pt idx="59206">
                  <c:v>5</c:v>
                </c:pt>
                <c:pt idx="59207">
                  <c:v>2</c:v>
                </c:pt>
                <c:pt idx="59208">
                  <c:v>2</c:v>
                </c:pt>
                <c:pt idx="59209">
                  <c:v>1</c:v>
                </c:pt>
                <c:pt idx="59210">
                  <c:v>2</c:v>
                </c:pt>
                <c:pt idx="59211">
                  <c:v>1</c:v>
                </c:pt>
                <c:pt idx="59212">
                  <c:v>2</c:v>
                </c:pt>
                <c:pt idx="59213">
                  <c:v>2</c:v>
                </c:pt>
                <c:pt idx="59214">
                  <c:v>2</c:v>
                </c:pt>
                <c:pt idx="59215">
                  <c:v>3</c:v>
                </c:pt>
                <c:pt idx="59216">
                  <c:v>7</c:v>
                </c:pt>
                <c:pt idx="59217">
                  <c:v>1</c:v>
                </c:pt>
                <c:pt idx="59218">
                  <c:v>2</c:v>
                </c:pt>
                <c:pt idx="59219">
                  <c:v>1</c:v>
                </c:pt>
                <c:pt idx="59220">
                  <c:v>3</c:v>
                </c:pt>
                <c:pt idx="59221">
                  <c:v>1</c:v>
                </c:pt>
                <c:pt idx="59222">
                  <c:v>4</c:v>
                </c:pt>
                <c:pt idx="59223">
                  <c:v>2</c:v>
                </c:pt>
                <c:pt idx="59224">
                  <c:v>3</c:v>
                </c:pt>
                <c:pt idx="59225">
                  <c:v>2</c:v>
                </c:pt>
                <c:pt idx="59226">
                  <c:v>2</c:v>
                </c:pt>
                <c:pt idx="59227">
                  <c:v>4</c:v>
                </c:pt>
                <c:pt idx="59228">
                  <c:v>2</c:v>
                </c:pt>
                <c:pt idx="59229">
                  <c:v>9</c:v>
                </c:pt>
                <c:pt idx="59230">
                  <c:v>2</c:v>
                </c:pt>
                <c:pt idx="59231">
                  <c:v>2</c:v>
                </c:pt>
                <c:pt idx="59232">
                  <c:v>2</c:v>
                </c:pt>
                <c:pt idx="59233">
                  <c:v>2</c:v>
                </c:pt>
                <c:pt idx="59234">
                  <c:v>1</c:v>
                </c:pt>
                <c:pt idx="59235">
                  <c:v>3</c:v>
                </c:pt>
                <c:pt idx="59236">
                  <c:v>4</c:v>
                </c:pt>
                <c:pt idx="59237">
                  <c:v>2</c:v>
                </c:pt>
                <c:pt idx="59238">
                  <c:v>2</c:v>
                </c:pt>
                <c:pt idx="59239">
                  <c:v>3</c:v>
                </c:pt>
                <c:pt idx="59240">
                  <c:v>3</c:v>
                </c:pt>
                <c:pt idx="59241">
                  <c:v>2</c:v>
                </c:pt>
                <c:pt idx="59242">
                  <c:v>4</c:v>
                </c:pt>
                <c:pt idx="59243">
                  <c:v>1</c:v>
                </c:pt>
                <c:pt idx="59244">
                  <c:v>2</c:v>
                </c:pt>
                <c:pt idx="59245">
                  <c:v>2</c:v>
                </c:pt>
                <c:pt idx="59246">
                  <c:v>3</c:v>
                </c:pt>
                <c:pt idx="59247">
                  <c:v>4</c:v>
                </c:pt>
                <c:pt idx="59248">
                  <c:v>2</c:v>
                </c:pt>
                <c:pt idx="59249">
                  <c:v>1</c:v>
                </c:pt>
                <c:pt idx="59250">
                  <c:v>5</c:v>
                </c:pt>
                <c:pt idx="59251">
                  <c:v>6</c:v>
                </c:pt>
                <c:pt idx="59252">
                  <c:v>1</c:v>
                </c:pt>
                <c:pt idx="59253">
                  <c:v>2</c:v>
                </c:pt>
                <c:pt idx="59254">
                  <c:v>4</c:v>
                </c:pt>
                <c:pt idx="59255">
                  <c:v>2</c:v>
                </c:pt>
                <c:pt idx="59256">
                  <c:v>2</c:v>
                </c:pt>
                <c:pt idx="59257">
                  <c:v>2</c:v>
                </c:pt>
                <c:pt idx="59258">
                  <c:v>1</c:v>
                </c:pt>
                <c:pt idx="59259">
                  <c:v>3</c:v>
                </c:pt>
                <c:pt idx="59260">
                  <c:v>1</c:v>
                </c:pt>
                <c:pt idx="59261">
                  <c:v>4</c:v>
                </c:pt>
                <c:pt idx="59262">
                  <c:v>6</c:v>
                </c:pt>
                <c:pt idx="59263">
                  <c:v>1</c:v>
                </c:pt>
                <c:pt idx="59264">
                  <c:v>1</c:v>
                </c:pt>
                <c:pt idx="59265">
                  <c:v>2</c:v>
                </c:pt>
                <c:pt idx="59266">
                  <c:v>3</c:v>
                </c:pt>
                <c:pt idx="59267">
                  <c:v>3</c:v>
                </c:pt>
                <c:pt idx="59268">
                  <c:v>3</c:v>
                </c:pt>
                <c:pt idx="59269">
                  <c:v>8</c:v>
                </c:pt>
                <c:pt idx="59270">
                  <c:v>1</c:v>
                </c:pt>
                <c:pt idx="59271">
                  <c:v>3</c:v>
                </c:pt>
                <c:pt idx="59272">
                  <c:v>4</c:v>
                </c:pt>
                <c:pt idx="59273">
                  <c:v>1</c:v>
                </c:pt>
                <c:pt idx="59274">
                  <c:v>2</c:v>
                </c:pt>
                <c:pt idx="59275">
                  <c:v>2</c:v>
                </c:pt>
                <c:pt idx="59276">
                  <c:v>8</c:v>
                </c:pt>
                <c:pt idx="59277">
                  <c:v>1</c:v>
                </c:pt>
                <c:pt idx="59278">
                  <c:v>2</c:v>
                </c:pt>
                <c:pt idx="59279">
                  <c:v>5</c:v>
                </c:pt>
                <c:pt idx="59280">
                  <c:v>2</c:v>
                </c:pt>
                <c:pt idx="59281">
                  <c:v>2</c:v>
                </c:pt>
                <c:pt idx="59282">
                  <c:v>2</c:v>
                </c:pt>
                <c:pt idx="59283">
                  <c:v>1</c:v>
                </c:pt>
                <c:pt idx="59284">
                  <c:v>3</c:v>
                </c:pt>
                <c:pt idx="59285">
                  <c:v>4</c:v>
                </c:pt>
                <c:pt idx="59286">
                  <c:v>2</c:v>
                </c:pt>
                <c:pt idx="59287">
                  <c:v>2</c:v>
                </c:pt>
                <c:pt idx="59288">
                  <c:v>4</c:v>
                </c:pt>
                <c:pt idx="59289">
                  <c:v>3</c:v>
                </c:pt>
                <c:pt idx="59290">
                  <c:v>1</c:v>
                </c:pt>
                <c:pt idx="59291">
                  <c:v>3</c:v>
                </c:pt>
                <c:pt idx="59292">
                  <c:v>2</c:v>
                </c:pt>
                <c:pt idx="59293">
                  <c:v>2</c:v>
                </c:pt>
                <c:pt idx="59294">
                  <c:v>4</c:v>
                </c:pt>
                <c:pt idx="59295">
                  <c:v>2</c:v>
                </c:pt>
                <c:pt idx="59296">
                  <c:v>2</c:v>
                </c:pt>
                <c:pt idx="59297">
                  <c:v>2</c:v>
                </c:pt>
                <c:pt idx="59298">
                  <c:v>2</c:v>
                </c:pt>
                <c:pt idx="59299">
                  <c:v>3</c:v>
                </c:pt>
                <c:pt idx="59300">
                  <c:v>4</c:v>
                </c:pt>
                <c:pt idx="59301">
                  <c:v>6</c:v>
                </c:pt>
                <c:pt idx="59302">
                  <c:v>3</c:v>
                </c:pt>
                <c:pt idx="59303">
                  <c:v>2</c:v>
                </c:pt>
                <c:pt idx="59304">
                  <c:v>8</c:v>
                </c:pt>
                <c:pt idx="59305">
                  <c:v>8</c:v>
                </c:pt>
                <c:pt idx="59306">
                  <c:v>5</c:v>
                </c:pt>
                <c:pt idx="59307">
                  <c:v>1</c:v>
                </c:pt>
                <c:pt idx="59308">
                  <c:v>2</c:v>
                </c:pt>
                <c:pt idx="59309">
                  <c:v>3</c:v>
                </c:pt>
                <c:pt idx="59310">
                  <c:v>1</c:v>
                </c:pt>
                <c:pt idx="59311">
                  <c:v>3</c:v>
                </c:pt>
                <c:pt idx="59312">
                  <c:v>3</c:v>
                </c:pt>
                <c:pt idx="59313">
                  <c:v>4</c:v>
                </c:pt>
                <c:pt idx="59314">
                  <c:v>4</c:v>
                </c:pt>
                <c:pt idx="59315">
                  <c:v>3</c:v>
                </c:pt>
                <c:pt idx="59316">
                  <c:v>1</c:v>
                </c:pt>
                <c:pt idx="59317">
                  <c:v>2</c:v>
                </c:pt>
                <c:pt idx="59318">
                  <c:v>4</c:v>
                </c:pt>
                <c:pt idx="59319">
                  <c:v>4</c:v>
                </c:pt>
                <c:pt idx="59320">
                  <c:v>4</c:v>
                </c:pt>
                <c:pt idx="59321">
                  <c:v>3</c:v>
                </c:pt>
                <c:pt idx="59322">
                  <c:v>4</c:v>
                </c:pt>
                <c:pt idx="59323">
                  <c:v>4</c:v>
                </c:pt>
                <c:pt idx="59324">
                  <c:v>2</c:v>
                </c:pt>
                <c:pt idx="59325">
                  <c:v>2</c:v>
                </c:pt>
                <c:pt idx="59326">
                  <c:v>4</c:v>
                </c:pt>
                <c:pt idx="59327">
                  <c:v>3</c:v>
                </c:pt>
                <c:pt idx="59328">
                  <c:v>2</c:v>
                </c:pt>
                <c:pt idx="59329">
                  <c:v>2</c:v>
                </c:pt>
                <c:pt idx="59330">
                  <c:v>2</c:v>
                </c:pt>
                <c:pt idx="59331">
                  <c:v>3</c:v>
                </c:pt>
                <c:pt idx="59332">
                  <c:v>2</c:v>
                </c:pt>
                <c:pt idx="59333">
                  <c:v>1</c:v>
                </c:pt>
                <c:pt idx="59334">
                  <c:v>2</c:v>
                </c:pt>
                <c:pt idx="59335">
                  <c:v>3</c:v>
                </c:pt>
                <c:pt idx="59336">
                  <c:v>2</c:v>
                </c:pt>
                <c:pt idx="59337">
                  <c:v>2</c:v>
                </c:pt>
                <c:pt idx="59338">
                  <c:v>1</c:v>
                </c:pt>
                <c:pt idx="59339">
                  <c:v>4</c:v>
                </c:pt>
                <c:pt idx="59340">
                  <c:v>3</c:v>
                </c:pt>
                <c:pt idx="59341">
                  <c:v>2</c:v>
                </c:pt>
                <c:pt idx="59342">
                  <c:v>2</c:v>
                </c:pt>
                <c:pt idx="59343">
                  <c:v>8</c:v>
                </c:pt>
                <c:pt idx="59344">
                  <c:v>2</c:v>
                </c:pt>
                <c:pt idx="59345">
                  <c:v>4</c:v>
                </c:pt>
                <c:pt idx="59346">
                  <c:v>5</c:v>
                </c:pt>
                <c:pt idx="59347">
                  <c:v>3</c:v>
                </c:pt>
                <c:pt idx="59348">
                  <c:v>2</c:v>
                </c:pt>
                <c:pt idx="59349">
                  <c:v>1</c:v>
                </c:pt>
                <c:pt idx="59350">
                  <c:v>2</c:v>
                </c:pt>
                <c:pt idx="59351">
                  <c:v>3</c:v>
                </c:pt>
                <c:pt idx="59352">
                  <c:v>10</c:v>
                </c:pt>
                <c:pt idx="59353">
                  <c:v>2</c:v>
                </c:pt>
                <c:pt idx="59354">
                  <c:v>5</c:v>
                </c:pt>
                <c:pt idx="59355">
                  <c:v>1</c:v>
                </c:pt>
                <c:pt idx="59356">
                  <c:v>2</c:v>
                </c:pt>
                <c:pt idx="59357">
                  <c:v>1</c:v>
                </c:pt>
                <c:pt idx="59358">
                  <c:v>2</c:v>
                </c:pt>
                <c:pt idx="59359">
                  <c:v>1</c:v>
                </c:pt>
                <c:pt idx="59360">
                  <c:v>1</c:v>
                </c:pt>
                <c:pt idx="59361">
                  <c:v>2</c:v>
                </c:pt>
                <c:pt idx="59362">
                  <c:v>4</c:v>
                </c:pt>
                <c:pt idx="59363">
                  <c:v>3</c:v>
                </c:pt>
                <c:pt idx="59364">
                  <c:v>2</c:v>
                </c:pt>
                <c:pt idx="59365">
                  <c:v>1</c:v>
                </c:pt>
                <c:pt idx="59366">
                  <c:v>2</c:v>
                </c:pt>
                <c:pt idx="59367">
                  <c:v>-1</c:v>
                </c:pt>
                <c:pt idx="59368">
                  <c:v>1</c:v>
                </c:pt>
                <c:pt idx="59369">
                  <c:v>1</c:v>
                </c:pt>
                <c:pt idx="59370">
                  <c:v>2</c:v>
                </c:pt>
                <c:pt idx="59371">
                  <c:v>1</c:v>
                </c:pt>
                <c:pt idx="59372">
                  <c:v>1</c:v>
                </c:pt>
                <c:pt idx="59373">
                  <c:v>2</c:v>
                </c:pt>
                <c:pt idx="59374">
                  <c:v>3</c:v>
                </c:pt>
                <c:pt idx="59375">
                  <c:v>2</c:v>
                </c:pt>
                <c:pt idx="59376">
                  <c:v>1</c:v>
                </c:pt>
                <c:pt idx="59377">
                  <c:v>5</c:v>
                </c:pt>
                <c:pt idx="59378">
                  <c:v>1</c:v>
                </c:pt>
                <c:pt idx="59379">
                  <c:v>1</c:v>
                </c:pt>
                <c:pt idx="59380">
                  <c:v>2</c:v>
                </c:pt>
                <c:pt idx="59381">
                  <c:v>1</c:v>
                </c:pt>
                <c:pt idx="59382">
                  <c:v>2</c:v>
                </c:pt>
                <c:pt idx="59383">
                  <c:v>1</c:v>
                </c:pt>
                <c:pt idx="59384">
                  <c:v>4</c:v>
                </c:pt>
                <c:pt idx="59385">
                  <c:v>4</c:v>
                </c:pt>
                <c:pt idx="59386">
                  <c:v>2</c:v>
                </c:pt>
                <c:pt idx="59387">
                  <c:v>3</c:v>
                </c:pt>
                <c:pt idx="59388">
                  <c:v>1</c:v>
                </c:pt>
                <c:pt idx="59389">
                  <c:v>4</c:v>
                </c:pt>
                <c:pt idx="59390">
                  <c:v>2</c:v>
                </c:pt>
                <c:pt idx="59391">
                  <c:v>2</c:v>
                </c:pt>
                <c:pt idx="59392">
                  <c:v>4</c:v>
                </c:pt>
                <c:pt idx="59393">
                  <c:v>1</c:v>
                </c:pt>
                <c:pt idx="59394">
                  <c:v>4</c:v>
                </c:pt>
                <c:pt idx="59395">
                  <c:v>5</c:v>
                </c:pt>
                <c:pt idx="59396">
                  <c:v>6</c:v>
                </c:pt>
                <c:pt idx="59397">
                  <c:v>3</c:v>
                </c:pt>
                <c:pt idx="59398">
                  <c:v>2</c:v>
                </c:pt>
                <c:pt idx="59399">
                  <c:v>2</c:v>
                </c:pt>
                <c:pt idx="59400">
                  <c:v>2</c:v>
                </c:pt>
                <c:pt idx="59401">
                  <c:v>1</c:v>
                </c:pt>
                <c:pt idx="59402">
                  <c:v>5</c:v>
                </c:pt>
                <c:pt idx="59403">
                  <c:v>3</c:v>
                </c:pt>
                <c:pt idx="59404">
                  <c:v>1</c:v>
                </c:pt>
                <c:pt idx="59405">
                  <c:v>1</c:v>
                </c:pt>
                <c:pt idx="59406">
                  <c:v>3</c:v>
                </c:pt>
                <c:pt idx="59407">
                  <c:v>4</c:v>
                </c:pt>
                <c:pt idx="59408">
                  <c:v>7</c:v>
                </c:pt>
                <c:pt idx="59409">
                  <c:v>2</c:v>
                </c:pt>
                <c:pt idx="59410">
                  <c:v>5</c:v>
                </c:pt>
                <c:pt idx="59411">
                  <c:v>2</c:v>
                </c:pt>
                <c:pt idx="59412">
                  <c:v>3</c:v>
                </c:pt>
                <c:pt idx="59413">
                  <c:v>2</c:v>
                </c:pt>
                <c:pt idx="59414">
                  <c:v>5</c:v>
                </c:pt>
                <c:pt idx="59415">
                  <c:v>2</c:v>
                </c:pt>
                <c:pt idx="59416">
                  <c:v>4</c:v>
                </c:pt>
                <c:pt idx="59417">
                  <c:v>1</c:v>
                </c:pt>
                <c:pt idx="59418">
                  <c:v>9</c:v>
                </c:pt>
                <c:pt idx="59419">
                  <c:v>2</c:v>
                </c:pt>
                <c:pt idx="59420">
                  <c:v>5</c:v>
                </c:pt>
                <c:pt idx="59421">
                  <c:v>4</c:v>
                </c:pt>
                <c:pt idx="59422">
                  <c:v>3</c:v>
                </c:pt>
                <c:pt idx="59423">
                  <c:v>4</c:v>
                </c:pt>
                <c:pt idx="59424">
                  <c:v>1</c:v>
                </c:pt>
                <c:pt idx="59425">
                  <c:v>1</c:v>
                </c:pt>
                <c:pt idx="59426">
                  <c:v>3</c:v>
                </c:pt>
                <c:pt idx="59427">
                  <c:v>1</c:v>
                </c:pt>
                <c:pt idx="59428">
                  <c:v>3</c:v>
                </c:pt>
                <c:pt idx="59429">
                  <c:v>4</c:v>
                </c:pt>
                <c:pt idx="59430">
                  <c:v>3</c:v>
                </c:pt>
                <c:pt idx="59431">
                  <c:v>3</c:v>
                </c:pt>
                <c:pt idx="59432">
                  <c:v>4</c:v>
                </c:pt>
                <c:pt idx="59433">
                  <c:v>10</c:v>
                </c:pt>
                <c:pt idx="59434">
                  <c:v>4</c:v>
                </c:pt>
                <c:pt idx="59435">
                  <c:v>3</c:v>
                </c:pt>
                <c:pt idx="59436">
                  <c:v>4</c:v>
                </c:pt>
                <c:pt idx="59437">
                  <c:v>3</c:v>
                </c:pt>
                <c:pt idx="59438">
                  <c:v>4</c:v>
                </c:pt>
                <c:pt idx="59439">
                  <c:v>3</c:v>
                </c:pt>
                <c:pt idx="59440">
                  <c:v>4</c:v>
                </c:pt>
                <c:pt idx="59441">
                  <c:v>3</c:v>
                </c:pt>
                <c:pt idx="59442">
                  <c:v>2</c:v>
                </c:pt>
                <c:pt idx="59443">
                  <c:v>1</c:v>
                </c:pt>
                <c:pt idx="59444">
                  <c:v>1</c:v>
                </c:pt>
                <c:pt idx="59445">
                  <c:v>3</c:v>
                </c:pt>
                <c:pt idx="59446">
                  <c:v>2</c:v>
                </c:pt>
                <c:pt idx="59447">
                  <c:v>2</c:v>
                </c:pt>
                <c:pt idx="59448">
                  <c:v>3</c:v>
                </c:pt>
                <c:pt idx="59449">
                  <c:v>5</c:v>
                </c:pt>
                <c:pt idx="59450">
                  <c:v>3</c:v>
                </c:pt>
                <c:pt idx="59451">
                  <c:v>3</c:v>
                </c:pt>
                <c:pt idx="59452">
                  <c:v>3</c:v>
                </c:pt>
                <c:pt idx="59453">
                  <c:v>1</c:v>
                </c:pt>
                <c:pt idx="59454">
                  <c:v>2</c:v>
                </c:pt>
                <c:pt idx="59455">
                  <c:v>1</c:v>
                </c:pt>
                <c:pt idx="59456">
                  <c:v>3</c:v>
                </c:pt>
                <c:pt idx="59457">
                  <c:v>1</c:v>
                </c:pt>
                <c:pt idx="59458">
                  <c:v>4</c:v>
                </c:pt>
                <c:pt idx="59459">
                  <c:v>1</c:v>
                </c:pt>
                <c:pt idx="59460">
                  <c:v>4</c:v>
                </c:pt>
                <c:pt idx="59461">
                  <c:v>3</c:v>
                </c:pt>
                <c:pt idx="59462">
                  <c:v>3</c:v>
                </c:pt>
                <c:pt idx="59463">
                  <c:v>2</c:v>
                </c:pt>
                <c:pt idx="59464">
                  <c:v>1</c:v>
                </c:pt>
                <c:pt idx="59465">
                  <c:v>1</c:v>
                </c:pt>
                <c:pt idx="59466">
                  <c:v>3</c:v>
                </c:pt>
                <c:pt idx="59467">
                  <c:v>2</c:v>
                </c:pt>
                <c:pt idx="59468">
                  <c:v>3</c:v>
                </c:pt>
                <c:pt idx="59469">
                  <c:v>2</c:v>
                </c:pt>
                <c:pt idx="59470">
                  <c:v>2</c:v>
                </c:pt>
                <c:pt idx="59471">
                  <c:v>4</c:v>
                </c:pt>
                <c:pt idx="59472">
                  <c:v>2</c:v>
                </c:pt>
                <c:pt idx="59473">
                  <c:v>1</c:v>
                </c:pt>
                <c:pt idx="59474">
                  <c:v>7</c:v>
                </c:pt>
                <c:pt idx="59475">
                  <c:v>2</c:v>
                </c:pt>
                <c:pt idx="59476">
                  <c:v>1</c:v>
                </c:pt>
                <c:pt idx="59477">
                  <c:v>1</c:v>
                </c:pt>
                <c:pt idx="59478">
                  <c:v>2</c:v>
                </c:pt>
                <c:pt idx="59479">
                  <c:v>3</c:v>
                </c:pt>
                <c:pt idx="59480">
                  <c:v>1</c:v>
                </c:pt>
                <c:pt idx="59481">
                  <c:v>1</c:v>
                </c:pt>
                <c:pt idx="59482">
                  <c:v>4</c:v>
                </c:pt>
                <c:pt idx="59483">
                  <c:v>2</c:v>
                </c:pt>
                <c:pt idx="59484">
                  <c:v>1</c:v>
                </c:pt>
                <c:pt idx="59485">
                  <c:v>2</c:v>
                </c:pt>
                <c:pt idx="59486">
                  <c:v>2</c:v>
                </c:pt>
                <c:pt idx="59487">
                  <c:v>1</c:v>
                </c:pt>
                <c:pt idx="59488">
                  <c:v>2</c:v>
                </c:pt>
                <c:pt idx="59489">
                  <c:v>2</c:v>
                </c:pt>
                <c:pt idx="59490">
                  <c:v>2</c:v>
                </c:pt>
                <c:pt idx="59491">
                  <c:v>4</c:v>
                </c:pt>
                <c:pt idx="59492">
                  <c:v>2</c:v>
                </c:pt>
                <c:pt idx="59493">
                  <c:v>3</c:v>
                </c:pt>
                <c:pt idx="59494">
                  <c:v>4</c:v>
                </c:pt>
                <c:pt idx="59495">
                  <c:v>3</c:v>
                </c:pt>
                <c:pt idx="59496">
                  <c:v>5</c:v>
                </c:pt>
                <c:pt idx="59497">
                  <c:v>2</c:v>
                </c:pt>
                <c:pt idx="59498">
                  <c:v>2</c:v>
                </c:pt>
                <c:pt idx="59499">
                  <c:v>3</c:v>
                </c:pt>
                <c:pt idx="59500">
                  <c:v>2</c:v>
                </c:pt>
                <c:pt idx="59501">
                  <c:v>2</c:v>
                </c:pt>
                <c:pt idx="59502">
                  <c:v>2</c:v>
                </c:pt>
                <c:pt idx="59503">
                  <c:v>3</c:v>
                </c:pt>
                <c:pt idx="59504">
                  <c:v>2</c:v>
                </c:pt>
                <c:pt idx="59505">
                  <c:v>3</c:v>
                </c:pt>
                <c:pt idx="59506">
                  <c:v>2</c:v>
                </c:pt>
                <c:pt idx="59507">
                  <c:v>2</c:v>
                </c:pt>
                <c:pt idx="59508">
                  <c:v>2</c:v>
                </c:pt>
                <c:pt idx="59509">
                  <c:v>1</c:v>
                </c:pt>
                <c:pt idx="59510">
                  <c:v>6</c:v>
                </c:pt>
                <c:pt idx="59511">
                  <c:v>5</c:v>
                </c:pt>
                <c:pt idx="59512">
                  <c:v>6</c:v>
                </c:pt>
                <c:pt idx="59513">
                  <c:v>4</c:v>
                </c:pt>
                <c:pt idx="59514">
                  <c:v>7</c:v>
                </c:pt>
                <c:pt idx="59515">
                  <c:v>4</c:v>
                </c:pt>
                <c:pt idx="59516">
                  <c:v>1</c:v>
                </c:pt>
                <c:pt idx="59517">
                  <c:v>3</c:v>
                </c:pt>
                <c:pt idx="59518">
                  <c:v>1</c:v>
                </c:pt>
                <c:pt idx="59519">
                  <c:v>1</c:v>
                </c:pt>
                <c:pt idx="59520">
                  <c:v>2</c:v>
                </c:pt>
                <c:pt idx="59521">
                  <c:v>3</c:v>
                </c:pt>
                <c:pt idx="59522">
                  <c:v>4</c:v>
                </c:pt>
                <c:pt idx="59523">
                  <c:v>4</c:v>
                </c:pt>
                <c:pt idx="59524">
                  <c:v>1</c:v>
                </c:pt>
                <c:pt idx="59525">
                  <c:v>3</c:v>
                </c:pt>
                <c:pt idx="59526">
                  <c:v>1</c:v>
                </c:pt>
                <c:pt idx="59527">
                  <c:v>2</c:v>
                </c:pt>
                <c:pt idx="59528">
                  <c:v>2</c:v>
                </c:pt>
                <c:pt idx="59529">
                  <c:v>2</c:v>
                </c:pt>
                <c:pt idx="59530">
                  <c:v>2</c:v>
                </c:pt>
                <c:pt idx="59531">
                  <c:v>4</c:v>
                </c:pt>
                <c:pt idx="59532">
                  <c:v>3</c:v>
                </c:pt>
                <c:pt idx="59533">
                  <c:v>1</c:v>
                </c:pt>
                <c:pt idx="59534">
                  <c:v>4</c:v>
                </c:pt>
                <c:pt idx="59535">
                  <c:v>1</c:v>
                </c:pt>
                <c:pt idx="59536">
                  <c:v>3</c:v>
                </c:pt>
                <c:pt idx="59537">
                  <c:v>2</c:v>
                </c:pt>
                <c:pt idx="59538">
                  <c:v>2</c:v>
                </c:pt>
                <c:pt idx="59539">
                  <c:v>2</c:v>
                </c:pt>
                <c:pt idx="59540">
                  <c:v>6</c:v>
                </c:pt>
                <c:pt idx="59541">
                  <c:v>3</c:v>
                </c:pt>
                <c:pt idx="59542">
                  <c:v>2</c:v>
                </c:pt>
                <c:pt idx="59543">
                  <c:v>2</c:v>
                </c:pt>
                <c:pt idx="59544">
                  <c:v>2</c:v>
                </c:pt>
                <c:pt idx="59545">
                  <c:v>2</c:v>
                </c:pt>
                <c:pt idx="59546">
                  <c:v>5</c:v>
                </c:pt>
                <c:pt idx="59547">
                  <c:v>2</c:v>
                </c:pt>
                <c:pt idx="59548">
                  <c:v>2</c:v>
                </c:pt>
                <c:pt idx="59549">
                  <c:v>2</c:v>
                </c:pt>
                <c:pt idx="59550">
                  <c:v>2</c:v>
                </c:pt>
                <c:pt idx="59551">
                  <c:v>2</c:v>
                </c:pt>
                <c:pt idx="59552">
                  <c:v>2</c:v>
                </c:pt>
                <c:pt idx="59553">
                  <c:v>2</c:v>
                </c:pt>
                <c:pt idx="59554">
                  <c:v>11</c:v>
                </c:pt>
                <c:pt idx="59555">
                  <c:v>2</c:v>
                </c:pt>
                <c:pt idx="59556">
                  <c:v>2</c:v>
                </c:pt>
                <c:pt idx="59557">
                  <c:v>4</c:v>
                </c:pt>
                <c:pt idx="59558">
                  <c:v>2</c:v>
                </c:pt>
                <c:pt idx="59559">
                  <c:v>5</c:v>
                </c:pt>
                <c:pt idx="59560">
                  <c:v>3</c:v>
                </c:pt>
                <c:pt idx="59561">
                  <c:v>-1</c:v>
                </c:pt>
                <c:pt idx="59562">
                  <c:v>4</c:v>
                </c:pt>
                <c:pt idx="59563">
                  <c:v>2</c:v>
                </c:pt>
                <c:pt idx="59564">
                  <c:v>2</c:v>
                </c:pt>
                <c:pt idx="59565">
                  <c:v>3</c:v>
                </c:pt>
                <c:pt idx="59566">
                  <c:v>4</c:v>
                </c:pt>
                <c:pt idx="59567">
                  <c:v>3</c:v>
                </c:pt>
                <c:pt idx="59568">
                  <c:v>2</c:v>
                </c:pt>
                <c:pt idx="59569">
                  <c:v>2</c:v>
                </c:pt>
                <c:pt idx="59570">
                  <c:v>3</c:v>
                </c:pt>
                <c:pt idx="59571">
                  <c:v>2</c:v>
                </c:pt>
                <c:pt idx="59572">
                  <c:v>3</c:v>
                </c:pt>
                <c:pt idx="59573">
                  <c:v>3</c:v>
                </c:pt>
                <c:pt idx="59574">
                  <c:v>2</c:v>
                </c:pt>
                <c:pt idx="59575">
                  <c:v>1</c:v>
                </c:pt>
                <c:pt idx="59576">
                  <c:v>2</c:v>
                </c:pt>
                <c:pt idx="59577">
                  <c:v>1</c:v>
                </c:pt>
                <c:pt idx="59578">
                  <c:v>4</c:v>
                </c:pt>
                <c:pt idx="59579">
                  <c:v>3</c:v>
                </c:pt>
                <c:pt idx="59580">
                  <c:v>2</c:v>
                </c:pt>
                <c:pt idx="59581">
                  <c:v>1</c:v>
                </c:pt>
                <c:pt idx="59582">
                  <c:v>3</c:v>
                </c:pt>
                <c:pt idx="59583">
                  <c:v>5</c:v>
                </c:pt>
                <c:pt idx="59584">
                  <c:v>3</c:v>
                </c:pt>
                <c:pt idx="59585">
                  <c:v>4</c:v>
                </c:pt>
                <c:pt idx="59586">
                  <c:v>2</c:v>
                </c:pt>
                <c:pt idx="59587">
                  <c:v>1</c:v>
                </c:pt>
                <c:pt idx="59588">
                  <c:v>2</c:v>
                </c:pt>
                <c:pt idx="59589">
                  <c:v>1</c:v>
                </c:pt>
                <c:pt idx="59590">
                  <c:v>3</c:v>
                </c:pt>
                <c:pt idx="59591">
                  <c:v>3</c:v>
                </c:pt>
                <c:pt idx="59592">
                  <c:v>1</c:v>
                </c:pt>
                <c:pt idx="59593">
                  <c:v>2</c:v>
                </c:pt>
                <c:pt idx="59594">
                  <c:v>3</c:v>
                </c:pt>
                <c:pt idx="59595">
                  <c:v>4</c:v>
                </c:pt>
                <c:pt idx="59596">
                  <c:v>1</c:v>
                </c:pt>
                <c:pt idx="59597">
                  <c:v>1</c:v>
                </c:pt>
                <c:pt idx="59598">
                  <c:v>6</c:v>
                </c:pt>
                <c:pt idx="59599">
                  <c:v>2</c:v>
                </c:pt>
                <c:pt idx="59600">
                  <c:v>3</c:v>
                </c:pt>
                <c:pt idx="59601">
                  <c:v>3</c:v>
                </c:pt>
                <c:pt idx="59602">
                  <c:v>2</c:v>
                </c:pt>
                <c:pt idx="59603">
                  <c:v>1</c:v>
                </c:pt>
                <c:pt idx="59604">
                  <c:v>1</c:v>
                </c:pt>
                <c:pt idx="59605">
                  <c:v>4</c:v>
                </c:pt>
                <c:pt idx="59606">
                  <c:v>1</c:v>
                </c:pt>
                <c:pt idx="59607">
                  <c:v>2</c:v>
                </c:pt>
                <c:pt idx="59608">
                  <c:v>2</c:v>
                </c:pt>
                <c:pt idx="59609">
                  <c:v>2</c:v>
                </c:pt>
                <c:pt idx="59610">
                  <c:v>3</c:v>
                </c:pt>
                <c:pt idx="59611">
                  <c:v>1</c:v>
                </c:pt>
                <c:pt idx="59612">
                  <c:v>3</c:v>
                </c:pt>
                <c:pt idx="59613">
                  <c:v>8</c:v>
                </c:pt>
                <c:pt idx="59614">
                  <c:v>2</c:v>
                </c:pt>
                <c:pt idx="59615">
                  <c:v>3</c:v>
                </c:pt>
                <c:pt idx="59616">
                  <c:v>2</c:v>
                </c:pt>
                <c:pt idx="59617">
                  <c:v>1</c:v>
                </c:pt>
                <c:pt idx="59618">
                  <c:v>5</c:v>
                </c:pt>
                <c:pt idx="59619">
                  <c:v>3</c:v>
                </c:pt>
                <c:pt idx="59620">
                  <c:v>23</c:v>
                </c:pt>
                <c:pt idx="59621">
                  <c:v>5</c:v>
                </c:pt>
                <c:pt idx="59622">
                  <c:v>4</c:v>
                </c:pt>
                <c:pt idx="59623">
                  <c:v>3</c:v>
                </c:pt>
                <c:pt idx="59624">
                  <c:v>2</c:v>
                </c:pt>
                <c:pt idx="59625">
                  <c:v>6</c:v>
                </c:pt>
                <c:pt idx="59626">
                  <c:v>2</c:v>
                </c:pt>
                <c:pt idx="59627">
                  <c:v>3</c:v>
                </c:pt>
                <c:pt idx="59628">
                  <c:v>3</c:v>
                </c:pt>
                <c:pt idx="59629">
                  <c:v>1</c:v>
                </c:pt>
                <c:pt idx="59630">
                  <c:v>1</c:v>
                </c:pt>
                <c:pt idx="59631">
                  <c:v>3</c:v>
                </c:pt>
                <c:pt idx="59632">
                  <c:v>-3</c:v>
                </c:pt>
                <c:pt idx="59633">
                  <c:v>3</c:v>
                </c:pt>
                <c:pt idx="59634">
                  <c:v>2</c:v>
                </c:pt>
                <c:pt idx="59635">
                  <c:v>2</c:v>
                </c:pt>
                <c:pt idx="59636">
                  <c:v>4</c:v>
                </c:pt>
                <c:pt idx="59637">
                  <c:v>1</c:v>
                </c:pt>
                <c:pt idx="59638">
                  <c:v>2</c:v>
                </c:pt>
                <c:pt idx="59639">
                  <c:v>1</c:v>
                </c:pt>
                <c:pt idx="59640">
                  <c:v>2</c:v>
                </c:pt>
                <c:pt idx="59641">
                  <c:v>1</c:v>
                </c:pt>
                <c:pt idx="59642">
                  <c:v>4</c:v>
                </c:pt>
                <c:pt idx="59643">
                  <c:v>2</c:v>
                </c:pt>
                <c:pt idx="59644">
                  <c:v>1</c:v>
                </c:pt>
                <c:pt idx="59645">
                  <c:v>1</c:v>
                </c:pt>
                <c:pt idx="59646">
                  <c:v>2</c:v>
                </c:pt>
                <c:pt idx="59647">
                  <c:v>3</c:v>
                </c:pt>
                <c:pt idx="59648">
                  <c:v>4</c:v>
                </c:pt>
                <c:pt idx="59649">
                  <c:v>2</c:v>
                </c:pt>
                <c:pt idx="59650">
                  <c:v>1</c:v>
                </c:pt>
                <c:pt idx="59651">
                  <c:v>2</c:v>
                </c:pt>
                <c:pt idx="59652">
                  <c:v>3</c:v>
                </c:pt>
                <c:pt idx="59653">
                  <c:v>1</c:v>
                </c:pt>
                <c:pt idx="59654">
                  <c:v>3</c:v>
                </c:pt>
                <c:pt idx="59655">
                  <c:v>3</c:v>
                </c:pt>
                <c:pt idx="59656">
                  <c:v>10</c:v>
                </c:pt>
                <c:pt idx="59657">
                  <c:v>4</c:v>
                </c:pt>
                <c:pt idx="59658">
                  <c:v>1</c:v>
                </c:pt>
                <c:pt idx="59659">
                  <c:v>2</c:v>
                </c:pt>
                <c:pt idx="59660">
                  <c:v>1</c:v>
                </c:pt>
                <c:pt idx="59661">
                  <c:v>1</c:v>
                </c:pt>
                <c:pt idx="59662">
                  <c:v>3</c:v>
                </c:pt>
                <c:pt idx="59663">
                  <c:v>7</c:v>
                </c:pt>
                <c:pt idx="59664">
                  <c:v>2</c:v>
                </c:pt>
                <c:pt idx="59665">
                  <c:v>2</c:v>
                </c:pt>
                <c:pt idx="59666">
                  <c:v>3</c:v>
                </c:pt>
                <c:pt idx="59667">
                  <c:v>1</c:v>
                </c:pt>
                <c:pt idx="59668">
                  <c:v>1</c:v>
                </c:pt>
                <c:pt idx="59669">
                  <c:v>1</c:v>
                </c:pt>
                <c:pt idx="59670">
                  <c:v>2</c:v>
                </c:pt>
                <c:pt idx="59671">
                  <c:v>3</c:v>
                </c:pt>
                <c:pt idx="59672">
                  <c:v>2</c:v>
                </c:pt>
                <c:pt idx="59673">
                  <c:v>3</c:v>
                </c:pt>
                <c:pt idx="59674">
                  <c:v>2</c:v>
                </c:pt>
                <c:pt idx="59675">
                  <c:v>3</c:v>
                </c:pt>
                <c:pt idx="59676">
                  <c:v>3</c:v>
                </c:pt>
                <c:pt idx="59677">
                  <c:v>3</c:v>
                </c:pt>
                <c:pt idx="59678">
                  <c:v>2</c:v>
                </c:pt>
                <c:pt idx="59679">
                  <c:v>7</c:v>
                </c:pt>
                <c:pt idx="59680">
                  <c:v>2</c:v>
                </c:pt>
                <c:pt idx="59681">
                  <c:v>1</c:v>
                </c:pt>
                <c:pt idx="59682">
                  <c:v>2</c:v>
                </c:pt>
                <c:pt idx="59683">
                  <c:v>2</c:v>
                </c:pt>
                <c:pt idx="59684">
                  <c:v>6</c:v>
                </c:pt>
                <c:pt idx="59685">
                  <c:v>1</c:v>
                </c:pt>
                <c:pt idx="59686">
                  <c:v>2</c:v>
                </c:pt>
                <c:pt idx="59687">
                  <c:v>4</c:v>
                </c:pt>
                <c:pt idx="59688">
                  <c:v>1</c:v>
                </c:pt>
                <c:pt idx="59689">
                  <c:v>2</c:v>
                </c:pt>
                <c:pt idx="59690">
                  <c:v>5</c:v>
                </c:pt>
                <c:pt idx="59691">
                  <c:v>2</c:v>
                </c:pt>
                <c:pt idx="59692">
                  <c:v>3</c:v>
                </c:pt>
                <c:pt idx="59693">
                  <c:v>9</c:v>
                </c:pt>
                <c:pt idx="59694">
                  <c:v>2</c:v>
                </c:pt>
                <c:pt idx="59695">
                  <c:v>2</c:v>
                </c:pt>
                <c:pt idx="59696">
                  <c:v>2</c:v>
                </c:pt>
                <c:pt idx="59697">
                  <c:v>1</c:v>
                </c:pt>
                <c:pt idx="59698">
                  <c:v>2</c:v>
                </c:pt>
                <c:pt idx="59699">
                  <c:v>2</c:v>
                </c:pt>
                <c:pt idx="59700">
                  <c:v>1</c:v>
                </c:pt>
                <c:pt idx="59701">
                  <c:v>4</c:v>
                </c:pt>
                <c:pt idx="59702">
                  <c:v>8</c:v>
                </c:pt>
                <c:pt idx="59703">
                  <c:v>2</c:v>
                </c:pt>
                <c:pt idx="59704">
                  <c:v>4</c:v>
                </c:pt>
                <c:pt idx="59705">
                  <c:v>2</c:v>
                </c:pt>
                <c:pt idx="59706">
                  <c:v>3</c:v>
                </c:pt>
                <c:pt idx="59707">
                  <c:v>6</c:v>
                </c:pt>
                <c:pt idx="59708">
                  <c:v>4</c:v>
                </c:pt>
                <c:pt idx="59709">
                  <c:v>1</c:v>
                </c:pt>
                <c:pt idx="59710">
                  <c:v>1</c:v>
                </c:pt>
                <c:pt idx="59711">
                  <c:v>1</c:v>
                </c:pt>
                <c:pt idx="59712">
                  <c:v>1</c:v>
                </c:pt>
                <c:pt idx="59713">
                  <c:v>1</c:v>
                </c:pt>
                <c:pt idx="59714">
                  <c:v>1</c:v>
                </c:pt>
                <c:pt idx="59715">
                  <c:v>3</c:v>
                </c:pt>
                <c:pt idx="59716">
                  <c:v>2</c:v>
                </c:pt>
                <c:pt idx="59717">
                  <c:v>2</c:v>
                </c:pt>
                <c:pt idx="59718">
                  <c:v>3</c:v>
                </c:pt>
                <c:pt idx="59719">
                  <c:v>3</c:v>
                </c:pt>
                <c:pt idx="59720">
                  <c:v>2</c:v>
                </c:pt>
                <c:pt idx="59721">
                  <c:v>2</c:v>
                </c:pt>
                <c:pt idx="59722">
                  <c:v>3</c:v>
                </c:pt>
                <c:pt idx="59723">
                  <c:v>3</c:v>
                </c:pt>
                <c:pt idx="59724">
                  <c:v>1</c:v>
                </c:pt>
                <c:pt idx="59725">
                  <c:v>1</c:v>
                </c:pt>
                <c:pt idx="59726">
                  <c:v>2</c:v>
                </c:pt>
                <c:pt idx="59727">
                  <c:v>4</c:v>
                </c:pt>
                <c:pt idx="59728">
                  <c:v>5</c:v>
                </c:pt>
                <c:pt idx="59729">
                  <c:v>4</c:v>
                </c:pt>
                <c:pt idx="59730">
                  <c:v>6</c:v>
                </c:pt>
                <c:pt idx="59731">
                  <c:v>2</c:v>
                </c:pt>
                <c:pt idx="59732">
                  <c:v>3</c:v>
                </c:pt>
                <c:pt idx="59733">
                  <c:v>4</c:v>
                </c:pt>
                <c:pt idx="59734">
                  <c:v>1</c:v>
                </c:pt>
                <c:pt idx="59735">
                  <c:v>3</c:v>
                </c:pt>
                <c:pt idx="59736">
                  <c:v>1</c:v>
                </c:pt>
                <c:pt idx="59737">
                  <c:v>2</c:v>
                </c:pt>
                <c:pt idx="59738">
                  <c:v>2</c:v>
                </c:pt>
                <c:pt idx="59739">
                  <c:v>2</c:v>
                </c:pt>
                <c:pt idx="59740">
                  <c:v>3</c:v>
                </c:pt>
                <c:pt idx="59741">
                  <c:v>1</c:v>
                </c:pt>
                <c:pt idx="59742">
                  <c:v>3</c:v>
                </c:pt>
                <c:pt idx="59743">
                  <c:v>2</c:v>
                </c:pt>
                <c:pt idx="59744">
                  <c:v>2</c:v>
                </c:pt>
                <c:pt idx="59745">
                  <c:v>2</c:v>
                </c:pt>
                <c:pt idx="59746">
                  <c:v>2</c:v>
                </c:pt>
                <c:pt idx="59747">
                  <c:v>4</c:v>
                </c:pt>
                <c:pt idx="59748">
                  <c:v>2</c:v>
                </c:pt>
                <c:pt idx="59749">
                  <c:v>4</c:v>
                </c:pt>
                <c:pt idx="59750">
                  <c:v>3</c:v>
                </c:pt>
                <c:pt idx="59751">
                  <c:v>3</c:v>
                </c:pt>
                <c:pt idx="59752">
                  <c:v>1</c:v>
                </c:pt>
                <c:pt idx="59753">
                  <c:v>5</c:v>
                </c:pt>
                <c:pt idx="59754">
                  <c:v>3</c:v>
                </c:pt>
                <c:pt idx="59755">
                  <c:v>1</c:v>
                </c:pt>
                <c:pt idx="59756">
                  <c:v>1</c:v>
                </c:pt>
                <c:pt idx="59757">
                  <c:v>4</c:v>
                </c:pt>
                <c:pt idx="59758">
                  <c:v>1</c:v>
                </c:pt>
                <c:pt idx="59759">
                  <c:v>2</c:v>
                </c:pt>
                <c:pt idx="59760">
                  <c:v>2</c:v>
                </c:pt>
                <c:pt idx="59761">
                  <c:v>3</c:v>
                </c:pt>
                <c:pt idx="59762">
                  <c:v>1</c:v>
                </c:pt>
                <c:pt idx="59763">
                  <c:v>14</c:v>
                </c:pt>
                <c:pt idx="59764">
                  <c:v>5</c:v>
                </c:pt>
                <c:pt idx="59765">
                  <c:v>3</c:v>
                </c:pt>
                <c:pt idx="59766">
                  <c:v>5</c:v>
                </c:pt>
                <c:pt idx="59767">
                  <c:v>3</c:v>
                </c:pt>
                <c:pt idx="59768">
                  <c:v>3</c:v>
                </c:pt>
                <c:pt idx="59769">
                  <c:v>1</c:v>
                </c:pt>
                <c:pt idx="59770">
                  <c:v>8</c:v>
                </c:pt>
                <c:pt idx="59771">
                  <c:v>3</c:v>
                </c:pt>
                <c:pt idx="59772">
                  <c:v>2</c:v>
                </c:pt>
                <c:pt idx="59773">
                  <c:v>4</c:v>
                </c:pt>
                <c:pt idx="59774">
                  <c:v>2</c:v>
                </c:pt>
                <c:pt idx="59775">
                  <c:v>1</c:v>
                </c:pt>
                <c:pt idx="59776">
                  <c:v>4</c:v>
                </c:pt>
                <c:pt idx="59777">
                  <c:v>1</c:v>
                </c:pt>
                <c:pt idx="59778">
                  <c:v>3</c:v>
                </c:pt>
                <c:pt idx="59779">
                  <c:v>5</c:v>
                </c:pt>
                <c:pt idx="59780">
                  <c:v>3</c:v>
                </c:pt>
                <c:pt idx="59781">
                  <c:v>2</c:v>
                </c:pt>
                <c:pt idx="59782">
                  <c:v>1</c:v>
                </c:pt>
                <c:pt idx="59783">
                  <c:v>2</c:v>
                </c:pt>
                <c:pt idx="59784">
                  <c:v>7</c:v>
                </c:pt>
                <c:pt idx="59785">
                  <c:v>3</c:v>
                </c:pt>
                <c:pt idx="59786">
                  <c:v>1</c:v>
                </c:pt>
                <c:pt idx="59787">
                  <c:v>1</c:v>
                </c:pt>
                <c:pt idx="59788">
                  <c:v>4</c:v>
                </c:pt>
                <c:pt idx="59789">
                  <c:v>4</c:v>
                </c:pt>
                <c:pt idx="59790">
                  <c:v>3</c:v>
                </c:pt>
                <c:pt idx="59791">
                  <c:v>2</c:v>
                </c:pt>
                <c:pt idx="59792">
                  <c:v>3</c:v>
                </c:pt>
                <c:pt idx="59793">
                  <c:v>5</c:v>
                </c:pt>
                <c:pt idx="59794">
                  <c:v>4</c:v>
                </c:pt>
                <c:pt idx="59795">
                  <c:v>3</c:v>
                </c:pt>
                <c:pt idx="59796">
                  <c:v>2</c:v>
                </c:pt>
                <c:pt idx="59797">
                  <c:v>2</c:v>
                </c:pt>
                <c:pt idx="59798">
                  <c:v>3</c:v>
                </c:pt>
                <c:pt idx="59799">
                  <c:v>3</c:v>
                </c:pt>
                <c:pt idx="59800">
                  <c:v>3</c:v>
                </c:pt>
                <c:pt idx="59801">
                  <c:v>3</c:v>
                </c:pt>
                <c:pt idx="59802">
                  <c:v>2</c:v>
                </c:pt>
                <c:pt idx="59803">
                  <c:v>3</c:v>
                </c:pt>
                <c:pt idx="59804">
                  <c:v>2</c:v>
                </c:pt>
                <c:pt idx="59805">
                  <c:v>3</c:v>
                </c:pt>
                <c:pt idx="59806">
                  <c:v>2</c:v>
                </c:pt>
                <c:pt idx="59807">
                  <c:v>5</c:v>
                </c:pt>
                <c:pt idx="59808">
                  <c:v>3</c:v>
                </c:pt>
                <c:pt idx="59809">
                  <c:v>2</c:v>
                </c:pt>
                <c:pt idx="59810">
                  <c:v>7</c:v>
                </c:pt>
                <c:pt idx="59811">
                  <c:v>7</c:v>
                </c:pt>
                <c:pt idx="59812">
                  <c:v>2</c:v>
                </c:pt>
                <c:pt idx="59813">
                  <c:v>1</c:v>
                </c:pt>
                <c:pt idx="59814">
                  <c:v>1</c:v>
                </c:pt>
                <c:pt idx="59815">
                  <c:v>2</c:v>
                </c:pt>
                <c:pt idx="59816">
                  <c:v>2</c:v>
                </c:pt>
                <c:pt idx="59817">
                  <c:v>3</c:v>
                </c:pt>
                <c:pt idx="59818">
                  <c:v>4</c:v>
                </c:pt>
                <c:pt idx="59819">
                  <c:v>2</c:v>
                </c:pt>
                <c:pt idx="59820">
                  <c:v>2</c:v>
                </c:pt>
                <c:pt idx="59821">
                  <c:v>4</c:v>
                </c:pt>
                <c:pt idx="59822">
                  <c:v>1</c:v>
                </c:pt>
                <c:pt idx="59823">
                  <c:v>3</c:v>
                </c:pt>
                <c:pt idx="59824">
                  <c:v>3</c:v>
                </c:pt>
                <c:pt idx="59825">
                  <c:v>2</c:v>
                </c:pt>
                <c:pt idx="59826">
                  <c:v>3</c:v>
                </c:pt>
                <c:pt idx="59827">
                  <c:v>2</c:v>
                </c:pt>
                <c:pt idx="59828">
                  <c:v>2</c:v>
                </c:pt>
                <c:pt idx="59829">
                  <c:v>1</c:v>
                </c:pt>
                <c:pt idx="59830">
                  <c:v>6</c:v>
                </c:pt>
                <c:pt idx="59831">
                  <c:v>1</c:v>
                </c:pt>
                <c:pt idx="59832">
                  <c:v>2</c:v>
                </c:pt>
                <c:pt idx="59833">
                  <c:v>2</c:v>
                </c:pt>
                <c:pt idx="59834">
                  <c:v>2</c:v>
                </c:pt>
                <c:pt idx="59835">
                  <c:v>1</c:v>
                </c:pt>
                <c:pt idx="59836">
                  <c:v>2</c:v>
                </c:pt>
                <c:pt idx="59837">
                  <c:v>8</c:v>
                </c:pt>
                <c:pt idx="59838">
                  <c:v>2</c:v>
                </c:pt>
                <c:pt idx="59839">
                  <c:v>5</c:v>
                </c:pt>
                <c:pt idx="59840">
                  <c:v>9</c:v>
                </c:pt>
                <c:pt idx="59841">
                  <c:v>3</c:v>
                </c:pt>
                <c:pt idx="59842">
                  <c:v>4</c:v>
                </c:pt>
                <c:pt idx="59843">
                  <c:v>3</c:v>
                </c:pt>
                <c:pt idx="59844">
                  <c:v>5</c:v>
                </c:pt>
                <c:pt idx="59845">
                  <c:v>7</c:v>
                </c:pt>
                <c:pt idx="59846">
                  <c:v>2</c:v>
                </c:pt>
                <c:pt idx="59847">
                  <c:v>2</c:v>
                </c:pt>
                <c:pt idx="59848">
                  <c:v>3</c:v>
                </c:pt>
                <c:pt idx="59849">
                  <c:v>2</c:v>
                </c:pt>
                <c:pt idx="59850">
                  <c:v>2</c:v>
                </c:pt>
                <c:pt idx="59851">
                  <c:v>3</c:v>
                </c:pt>
                <c:pt idx="59852">
                  <c:v>1</c:v>
                </c:pt>
                <c:pt idx="59853">
                  <c:v>2</c:v>
                </c:pt>
                <c:pt idx="59854">
                  <c:v>6</c:v>
                </c:pt>
                <c:pt idx="59855">
                  <c:v>2</c:v>
                </c:pt>
                <c:pt idx="59856">
                  <c:v>5</c:v>
                </c:pt>
                <c:pt idx="59857">
                  <c:v>1</c:v>
                </c:pt>
                <c:pt idx="59858">
                  <c:v>1</c:v>
                </c:pt>
                <c:pt idx="59859">
                  <c:v>2</c:v>
                </c:pt>
                <c:pt idx="59860">
                  <c:v>2</c:v>
                </c:pt>
                <c:pt idx="59861">
                  <c:v>1</c:v>
                </c:pt>
                <c:pt idx="59862">
                  <c:v>1</c:v>
                </c:pt>
                <c:pt idx="59863">
                  <c:v>5</c:v>
                </c:pt>
                <c:pt idx="59864">
                  <c:v>3</c:v>
                </c:pt>
                <c:pt idx="59865">
                  <c:v>2</c:v>
                </c:pt>
                <c:pt idx="59866">
                  <c:v>5</c:v>
                </c:pt>
                <c:pt idx="59867">
                  <c:v>8</c:v>
                </c:pt>
                <c:pt idx="59868">
                  <c:v>4</c:v>
                </c:pt>
                <c:pt idx="59869">
                  <c:v>1</c:v>
                </c:pt>
                <c:pt idx="59870">
                  <c:v>2</c:v>
                </c:pt>
                <c:pt idx="59871">
                  <c:v>1</c:v>
                </c:pt>
                <c:pt idx="59872">
                  <c:v>3</c:v>
                </c:pt>
                <c:pt idx="59873">
                  <c:v>4</c:v>
                </c:pt>
                <c:pt idx="59874">
                  <c:v>1</c:v>
                </c:pt>
                <c:pt idx="59875">
                  <c:v>2</c:v>
                </c:pt>
                <c:pt idx="59876">
                  <c:v>2</c:v>
                </c:pt>
                <c:pt idx="59877">
                  <c:v>2</c:v>
                </c:pt>
                <c:pt idx="59878">
                  <c:v>1</c:v>
                </c:pt>
                <c:pt idx="59879">
                  <c:v>7</c:v>
                </c:pt>
                <c:pt idx="59880">
                  <c:v>4</c:v>
                </c:pt>
                <c:pt idx="59881">
                  <c:v>2</c:v>
                </c:pt>
                <c:pt idx="59882">
                  <c:v>2</c:v>
                </c:pt>
                <c:pt idx="59883">
                  <c:v>2</c:v>
                </c:pt>
                <c:pt idx="59884">
                  <c:v>3</c:v>
                </c:pt>
                <c:pt idx="59885">
                  <c:v>1</c:v>
                </c:pt>
                <c:pt idx="59886">
                  <c:v>1</c:v>
                </c:pt>
                <c:pt idx="59887">
                  <c:v>1</c:v>
                </c:pt>
                <c:pt idx="59888">
                  <c:v>3</c:v>
                </c:pt>
                <c:pt idx="59889">
                  <c:v>5</c:v>
                </c:pt>
                <c:pt idx="59890">
                  <c:v>1</c:v>
                </c:pt>
                <c:pt idx="59891">
                  <c:v>1</c:v>
                </c:pt>
                <c:pt idx="59892">
                  <c:v>2</c:v>
                </c:pt>
                <c:pt idx="59893">
                  <c:v>2</c:v>
                </c:pt>
                <c:pt idx="59894">
                  <c:v>8</c:v>
                </c:pt>
                <c:pt idx="59895">
                  <c:v>2</c:v>
                </c:pt>
                <c:pt idx="59896">
                  <c:v>1</c:v>
                </c:pt>
                <c:pt idx="59897">
                  <c:v>2</c:v>
                </c:pt>
                <c:pt idx="59898">
                  <c:v>1</c:v>
                </c:pt>
                <c:pt idx="59899">
                  <c:v>1</c:v>
                </c:pt>
                <c:pt idx="59900">
                  <c:v>1</c:v>
                </c:pt>
                <c:pt idx="59901">
                  <c:v>2</c:v>
                </c:pt>
                <c:pt idx="59902">
                  <c:v>4</c:v>
                </c:pt>
                <c:pt idx="59903">
                  <c:v>2</c:v>
                </c:pt>
                <c:pt idx="59904">
                  <c:v>3</c:v>
                </c:pt>
                <c:pt idx="59905">
                  <c:v>3</c:v>
                </c:pt>
                <c:pt idx="59906">
                  <c:v>1</c:v>
                </c:pt>
                <c:pt idx="59907">
                  <c:v>2</c:v>
                </c:pt>
                <c:pt idx="59908">
                  <c:v>4</c:v>
                </c:pt>
                <c:pt idx="59909">
                  <c:v>2</c:v>
                </c:pt>
                <c:pt idx="59910">
                  <c:v>2</c:v>
                </c:pt>
                <c:pt idx="59911">
                  <c:v>3</c:v>
                </c:pt>
                <c:pt idx="59912">
                  <c:v>5</c:v>
                </c:pt>
                <c:pt idx="59913">
                  <c:v>1</c:v>
                </c:pt>
                <c:pt idx="59914">
                  <c:v>2</c:v>
                </c:pt>
                <c:pt idx="59915">
                  <c:v>2</c:v>
                </c:pt>
                <c:pt idx="59916">
                  <c:v>5</c:v>
                </c:pt>
                <c:pt idx="59917">
                  <c:v>1</c:v>
                </c:pt>
                <c:pt idx="59918">
                  <c:v>16</c:v>
                </c:pt>
                <c:pt idx="59919">
                  <c:v>2</c:v>
                </c:pt>
                <c:pt idx="59920">
                  <c:v>4</c:v>
                </c:pt>
                <c:pt idx="59921">
                  <c:v>1</c:v>
                </c:pt>
                <c:pt idx="59922">
                  <c:v>3</c:v>
                </c:pt>
                <c:pt idx="59923">
                  <c:v>5</c:v>
                </c:pt>
                <c:pt idx="59924">
                  <c:v>1</c:v>
                </c:pt>
                <c:pt idx="59925">
                  <c:v>3</c:v>
                </c:pt>
                <c:pt idx="59926">
                  <c:v>3</c:v>
                </c:pt>
                <c:pt idx="59927">
                  <c:v>1</c:v>
                </c:pt>
                <c:pt idx="59928">
                  <c:v>3</c:v>
                </c:pt>
                <c:pt idx="59929">
                  <c:v>1</c:v>
                </c:pt>
                <c:pt idx="59930">
                  <c:v>3</c:v>
                </c:pt>
                <c:pt idx="59931">
                  <c:v>2</c:v>
                </c:pt>
                <c:pt idx="59932">
                  <c:v>-1</c:v>
                </c:pt>
                <c:pt idx="59933">
                  <c:v>4</c:v>
                </c:pt>
                <c:pt idx="59934">
                  <c:v>2</c:v>
                </c:pt>
                <c:pt idx="59935">
                  <c:v>2</c:v>
                </c:pt>
                <c:pt idx="59936">
                  <c:v>1</c:v>
                </c:pt>
                <c:pt idx="59937">
                  <c:v>2</c:v>
                </c:pt>
                <c:pt idx="59938">
                  <c:v>2</c:v>
                </c:pt>
                <c:pt idx="59939">
                  <c:v>4</c:v>
                </c:pt>
                <c:pt idx="59940">
                  <c:v>1</c:v>
                </c:pt>
                <c:pt idx="59941">
                  <c:v>4</c:v>
                </c:pt>
                <c:pt idx="59942">
                  <c:v>2</c:v>
                </c:pt>
                <c:pt idx="59943">
                  <c:v>2</c:v>
                </c:pt>
                <c:pt idx="59944">
                  <c:v>3</c:v>
                </c:pt>
                <c:pt idx="59945">
                  <c:v>2</c:v>
                </c:pt>
                <c:pt idx="59946">
                  <c:v>2</c:v>
                </c:pt>
                <c:pt idx="59947">
                  <c:v>1</c:v>
                </c:pt>
                <c:pt idx="59948">
                  <c:v>3</c:v>
                </c:pt>
                <c:pt idx="59949">
                  <c:v>2</c:v>
                </c:pt>
                <c:pt idx="59950">
                  <c:v>1</c:v>
                </c:pt>
                <c:pt idx="59951">
                  <c:v>4</c:v>
                </c:pt>
                <c:pt idx="59952">
                  <c:v>2</c:v>
                </c:pt>
                <c:pt idx="59953">
                  <c:v>3</c:v>
                </c:pt>
                <c:pt idx="59954">
                  <c:v>6</c:v>
                </c:pt>
                <c:pt idx="59955">
                  <c:v>3</c:v>
                </c:pt>
                <c:pt idx="59956">
                  <c:v>3</c:v>
                </c:pt>
                <c:pt idx="59957">
                  <c:v>6</c:v>
                </c:pt>
                <c:pt idx="59958">
                  <c:v>3</c:v>
                </c:pt>
                <c:pt idx="59959">
                  <c:v>3</c:v>
                </c:pt>
                <c:pt idx="59960">
                  <c:v>4</c:v>
                </c:pt>
                <c:pt idx="59961">
                  <c:v>1</c:v>
                </c:pt>
                <c:pt idx="59962">
                  <c:v>1</c:v>
                </c:pt>
                <c:pt idx="59963">
                  <c:v>7</c:v>
                </c:pt>
                <c:pt idx="59964">
                  <c:v>4</c:v>
                </c:pt>
                <c:pt idx="59965">
                  <c:v>1</c:v>
                </c:pt>
                <c:pt idx="59966">
                  <c:v>3</c:v>
                </c:pt>
                <c:pt idx="59967">
                  <c:v>4</c:v>
                </c:pt>
                <c:pt idx="59968">
                  <c:v>2</c:v>
                </c:pt>
                <c:pt idx="59969">
                  <c:v>2</c:v>
                </c:pt>
                <c:pt idx="59970">
                  <c:v>3</c:v>
                </c:pt>
                <c:pt idx="59971">
                  <c:v>3</c:v>
                </c:pt>
                <c:pt idx="59972">
                  <c:v>10</c:v>
                </c:pt>
                <c:pt idx="59973">
                  <c:v>2</c:v>
                </c:pt>
                <c:pt idx="59974">
                  <c:v>3</c:v>
                </c:pt>
                <c:pt idx="59975">
                  <c:v>1</c:v>
                </c:pt>
                <c:pt idx="59976">
                  <c:v>3</c:v>
                </c:pt>
                <c:pt idx="59977">
                  <c:v>5</c:v>
                </c:pt>
                <c:pt idx="59978">
                  <c:v>6</c:v>
                </c:pt>
                <c:pt idx="59979">
                  <c:v>2</c:v>
                </c:pt>
                <c:pt idx="59980">
                  <c:v>2</c:v>
                </c:pt>
                <c:pt idx="59981">
                  <c:v>8</c:v>
                </c:pt>
                <c:pt idx="59982">
                  <c:v>3</c:v>
                </c:pt>
                <c:pt idx="59983">
                  <c:v>4</c:v>
                </c:pt>
                <c:pt idx="59984">
                  <c:v>1</c:v>
                </c:pt>
                <c:pt idx="59985">
                  <c:v>5</c:v>
                </c:pt>
                <c:pt idx="59986">
                  <c:v>1</c:v>
                </c:pt>
                <c:pt idx="59987">
                  <c:v>4</c:v>
                </c:pt>
                <c:pt idx="59988">
                  <c:v>3</c:v>
                </c:pt>
                <c:pt idx="59989">
                  <c:v>1</c:v>
                </c:pt>
                <c:pt idx="59990">
                  <c:v>5</c:v>
                </c:pt>
                <c:pt idx="59991">
                  <c:v>4</c:v>
                </c:pt>
                <c:pt idx="59992">
                  <c:v>3</c:v>
                </c:pt>
                <c:pt idx="59993">
                  <c:v>2</c:v>
                </c:pt>
                <c:pt idx="59994">
                  <c:v>4</c:v>
                </c:pt>
                <c:pt idx="59995">
                  <c:v>1</c:v>
                </c:pt>
                <c:pt idx="59996">
                  <c:v>5</c:v>
                </c:pt>
                <c:pt idx="59997">
                  <c:v>5</c:v>
                </c:pt>
                <c:pt idx="59998">
                  <c:v>4</c:v>
                </c:pt>
                <c:pt idx="59999">
                  <c:v>1</c:v>
                </c:pt>
                <c:pt idx="60000">
                  <c:v>1</c:v>
                </c:pt>
                <c:pt idx="60001">
                  <c:v>1</c:v>
                </c:pt>
                <c:pt idx="60002">
                  <c:v>2</c:v>
                </c:pt>
                <c:pt idx="60003">
                  <c:v>1</c:v>
                </c:pt>
                <c:pt idx="60004">
                  <c:v>2</c:v>
                </c:pt>
                <c:pt idx="60005">
                  <c:v>3</c:v>
                </c:pt>
                <c:pt idx="60006">
                  <c:v>4</c:v>
                </c:pt>
                <c:pt idx="60007">
                  <c:v>4</c:v>
                </c:pt>
                <c:pt idx="60008">
                  <c:v>4</c:v>
                </c:pt>
                <c:pt idx="60009">
                  <c:v>2</c:v>
                </c:pt>
                <c:pt idx="60010">
                  <c:v>2</c:v>
                </c:pt>
                <c:pt idx="60011">
                  <c:v>5</c:v>
                </c:pt>
                <c:pt idx="60012">
                  <c:v>3</c:v>
                </c:pt>
                <c:pt idx="60013">
                  <c:v>2</c:v>
                </c:pt>
                <c:pt idx="60014">
                  <c:v>5</c:v>
                </c:pt>
                <c:pt idx="60015">
                  <c:v>7</c:v>
                </c:pt>
                <c:pt idx="60016">
                  <c:v>1</c:v>
                </c:pt>
                <c:pt idx="60017">
                  <c:v>2</c:v>
                </c:pt>
                <c:pt idx="60018">
                  <c:v>2</c:v>
                </c:pt>
                <c:pt idx="60019">
                  <c:v>1</c:v>
                </c:pt>
                <c:pt idx="60020">
                  <c:v>1</c:v>
                </c:pt>
                <c:pt idx="60021">
                  <c:v>5</c:v>
                </c:pt>
                <c:pt idx="60022">
                  <c:v>4</c:v>
                </c:pt>
                <c:pt idx="60023">
                  <c:v>3</c:v>
                </c:pt>
                <c:pt idx="60024">
                  <c:v>2</c:v>
                </c:pt>
                <c:pt idx="60025">
                  <c:v>2</c:v>
                </c:pt>
                <c:pt idx="60026">
                  <c:v>3</c:v>
                </c:pt>
                <c:pt idx="60027">
                  <c:v>1</c:v>
                </c:pt>
                <c:pt idx="60028">
                  <c:v>4</c:v>
                </c:pt>
                <c:pt idx="60029">
                  <c:v>2</c:v>
                </c:pt>
                <c:pt idx="60030">
                  <c:v>2</c:v>
                </c:pt>
                <c:pt idx="60031">
                  <c:v>2</c:v>
                </c:pt>
                <c:pt idx="60032">
                  <c:v>2</c:v>
                </c:pt>
                <c:pt idx="60033">
                  <c:v>2</c:v>
                </c:pt>
                <c:pt idx="60034">
                  <c:v>2</c:v>
                </c:pt>
                <c:pt idx="60035">
                  <c:v>2</c:v>
                </c:pt>
                <c:pt idx="60036">
                  <c:v>5</c:v>
                </c:pt>
                <c:pt idx="60037">
                  <c:v>6</c:v>
                </c:pt>
                <c:pt idx="60038">
                  <c:v>9</c:v>
                </c:pt>
                <c:pt idx="60039">
                  <c:v>2</c:v>
                </c:pt>
                <c:pt idx="60040">
                  <c:v>2</c:v>
                </c:pt>
                <c:pt idx="60041">
                  <c:v>2</c:v>
                </c:pt>
                <c:pt idx="60042">
                  <c:v>1</c:v>
                </c:pt>
                <c:pt idx="60043">
                  <c:v>2</c:v>
                </c:pt>
                <c:pt idx="60044">
                  <c:v>-1</c:v>
                </c:pt>
                <c:pt idx="60045">
                  <c:v>1</c:v>
                </c:pt>
                <c:pt idx="60046">
                  <c:v>9</c:v>
                </c:pt>
                <c:pt idx="60047">
                  <c:v>1</c:v>
                </c:pt>
                <c:pt idx="60048">
                  <c:v>1</c:v>
                </c:pt>
                <c:pt idx="60049">
                  <c:v>2</c:v>
                </c:pt>
                <c:pt idx="60050">
                  <c:v>2</c:v>
                </c:pt>
                <c:pt idx="60051">
                  <c:v>2</c:v>
                </c:pt>
                <c:pt idx="60052">
                  <c:v>6</c:v>
                </c:pt>
                <c:pt idx="60053">
                  <c:v>5</c:v>
                </c:pt>
                <c:pt idx="60054">
                  <c:v>2</c:v>
                </c:pt>
                <c:pt idx="60055">
                  <c:v>2</c:v>
                </c:pt>
                <c:pt idx="60056">
                  <c:v>6</c:v>
                </c:pt>
                <c:pt idx="60057">
                  <c:v>3</c:v>
                </c:pt>
                <c:pt idx="60058">
                  <c:v>2</c:v>
                </c:pt>
                <c:pt idx="60059">
                  <c:v>3</c:v>
                </c:pt>
                <c:pt idx="60060">
                  <c:v>1</c:v>
                </c:pt>
                <c:pt idx="60061">
                  <c:v>1</c:v>
                </c:pt>
                <c:pt idx="60062">
                  <c:v>3</c:v>
                </c:pt>
                <c:pt idx="60063">
                  <c:v>1</c:v>
                </c:pt>
                <c:pt idx="60064">
                  <c:v>3</c:v>
                </c:pt>
                <c:pt idx="60065">
                  <c:v>1</c:v>
                </c:pt>
                <c:pt idx="60066">
                  <c:v>2</c:v>
                </c:pt>
                <c:pt idx="60067">
                  <c:v>2</c:v>
                </c:pt>
                <c:pt idx="60068">
                  <c:v>1</c:v>
                </c:pt>
                <c:pt idx="60069">
                  <c:v>1</c:v>
                </c:pt>
                <c:pt idx="60070">
                  <c:v>4</c:v>
                </c:pt>
                <c:pt idx="60071">
                  <c:v>4</c:v>
                </c:pt>
                <c:pt idx="60072">
                  <c:v>2</c:v>
                </c:pt>
                <c:pt idx="60073">
                  <c:v>2</c:v>
                </c:pt>
                <c:pt idx="60074">
                  <c:v>4</c:v>
                </c:pt>
                <c:pt idx="60075">
                  <c:v>1</c:v>
                </c:pt>
                <c:pt idx="60076">
                  <c:v>2</c:v>
                </c:pt>
                <c:pt idx="60077">
                  <c:v>1</c:v>
                </c:pt>
                <c:pt idx="60078">
                  <c:v>2</c:v>
                </c:pt>
                <c:pt idx="60079">
                  <c:v>4</c:v>
                </c:pt>
                <c:pt idx="60080">
                  <c:v>2</c:v>
                </c:pt>
                <c:pt idx="60081">
                  <c:v>5</c:v>
                </c:pt>
                <c:pt idx="60082">
                  <c:v>3</c:v>
                </c:pt>
                <c:pt idx="60083">
                  <c:v>2</c:v>
                </c:pt>
                <c:pt idx="60084">
                  <c:v>5</c:v>
                </c:pt>
                <c:pt idx="60085">
                  <c:v>3</c:v>
                </c:pt>
                <c:pt idx="60086">
                  <c:v>2</c:v>
                </c:pt>
                <c:pt idx="60087">
                  <c:v>7</c:v>
                </c:pt>
                <c:pt idx="60088">
                  <c:v>2</c:v>
                </c:pt>
                <c:pt idx="60089">
                  <c:v>3</c:v>
                </c:pt>
                <c:pt idx="60090">
                  <c:v>2</c:v>
                </c:pt>
                <c:pt idx="60091">
                  <c:v>4</c:v>
                </c:pt>
                <c:pt idx="60092">
                  <c:v>6</c:v>
                </c:pt>
                <c:pt idx="60093">
                  <c:v>2</c:v>
                </c:pt>
                <c:pt idx="60094">
                  <c:v>6</c:v>
                </c:pt>
                <c:pt idx="60095">
                  <c:v>1</c:v>
                </c:pt>
                <c:pt idx="60096">
                  <c:v>5</c:v>
                </c:pt>
                <c:pt idx="60097">
                  <c:v>2</c:v>
                </c:pt>
                <c:pt idx="60098">
                  <c:v>1</c:v>
                </c:pt>
                <c:pt idx="60099">
                  <c:v>1</c:v>
                </c:pt>
                <c:pt idx="60100">
                  <c:v>3</c:v>
                </c:pt>
                <c:pt idx="60101">
                  <c:v>1</c:v>
                </c:pt>
                <c:pt idx="60102">
                  <c:v>2</c:v>
                </c:pt>
                <c:pt idx="60103">
                  <c:v>3</c:v>
                </c:pt>
                <c:pt idx="60104">
                  <c:v>3</c:v>
                </c:pt>
                <c:pt idx="60105">
                  <c:v>4</c:v>
                </c:pt>
                <c:pt idx="60106">
                  <c:v>6</c:v>
                </c:pt>
                <c:pt idx="60107">
                  <c:v>5</c:v>
                </c:pt>
                <c:pt idx="60108">
                  <c:v>1</c:v>
                </c:pt>
                <c:pt idx="60109">
                  <c:v>5</c:v>
                </c:pt>
                <c:pt idx="60110">
                  <c:v>2</c:v>
                </c:pt>
                <c:pt idx="60111">
                  <c:v>2</c:v>
                </c:pt>
                <c:pt idx="60112">
                  <c:v>4</c:v>
                </c:pt>
                <c:pt idx="60113">
                  <c:v>4</c:v>
                </c:pt>
                <c:pt idx="60114">
                  <c:v>3</c:v>
                </c:pt>
                <c:pt idx="60115">
                  <c:v>6</c:v>
                </c:pt>
                <c:pt idx="60116">
                  <c:v>2</c:v>
                </c:pt>
                <c:pt idx="60117">
                  <c:v>11</c:v>
                </c:pt>
                <c:pt idx="60118">
                  <c:v>2</c:v>
                </c:pt>
                <c:pt idx="60119">
                  <c:v>1</c:v>
                </c:pt>
                <c:pt idx="60120">
                  <c:v>-2</c:v>
                </c:pt>
                <c:pt idx="60121">
                  <c:v>2</c:v>
                </c:pt>
                <c:pt idx="60122">
                  <c:v>2</c:v>
                </c:pt>
                <c:pt idx="60123">
                  <c:v>3</c:v>
                </c:pt>
                <c:pt idx="60124">
                  <c:v>2</c:v>
                </c:pt>
                <c:pt idx="60125">
                  <c:v>4</c:v>
                </c:pt>
                <c:pt idx="60126">
                  <c:v>3</c:v>
                </c:pt>
                <c:pt idx="60127">
                  <c:v>-1</c:v>
                </c:pt>
                <c:pt idx="60128">
                  <c:v>1</c:v>
                </c:pt>
                <c:pt idx="60129">
                  <c:v>2</c:v>
                </c:pt>
                <c:pt idx="60130">
                  <c:v>2</c:v>
                </c:pt>
                <c:pt idx="60131">
                  <c:v>4</c:v>
                </c:pt>
                <c:pt idx="60132">
                  <c:v>5</c:v>
                </c:pt>
                <c:pt idx="60133">
                  <c:v>4</c:v>
                </c:pt>
                <c:pt idx="60134">
                  <c:v>2</c:v>
                </c:pt>
                <c:pt idx="60135">
                  <c:v>4</c:v>
                </c:pt>
                <c:pt idx="60136">
                  <c:v>1</c:v>
                </c:pt>
                <c:pt idx="60137">
                  <c:v>3</c:v>
                </c:pt>
                <c:pt idx="60138">
                  <c:v>3</c:v>
                </c:pt>
                <c:pt idx="60139">
                  <c:v>2</c:v>
                </c:pt>
                <c:pt idx="60140">
                  <c:v>3</c:v>
                </c:pt>
                <c:pt idx="60141">
                  <c:v>5</c:v>
                </c:pt>
                <c:pt idx="60142">
                  <c:v>2</c:v>
                </c:pt>
                <c:pt idx="60143">
                  <c:v>2</c:v>
                </c:pt>
                <c:pt idx="60144">
                  <c:v>2</c:v>
                </c:pt>
                <c:pt idx="60145">
                  <c:v>3</c:v>
                </c:pt>
                <c:pt idx="60146">
                  <c:v>4</c:v>
                </c:pt>
                <c:pt idx="60147">
                  <c:v>4</c:v>
                </c:pt>
                <c:pt idx="60148">
                  <c:v>1</c:v>
                </c:pt>
                <c:pt idx="60149">
                  <c:v>4</c:v>
                </c:pt>
                <c:pt idx="60150">
                  <c:v>2</c:v>
                </c:pt>
                <c:pt idx="60151">
                  <c:v>1</c:v>
                </c:pt>
                <c:pt idx="60152">
                  <c:v>4</c:v>
                </c:pt>
                <c:pt idx="60153">
                  <c:v>1</c:v>
                </c:pt>
                <c:pt idx="60154">
                  <c:v>5</c:v>
                </c:pt>
                <c:pt idx="60155">
                  <c:v>2</c:v>
                </c:pt>
                <c:pt idx="60156">
                  <c:v>2</c:v>
                </c:pt>
                <c:pt idx="60157">
                  <c:v>5</c:v>
                </c:pt>
                <c:pt idx="60158">
                  <c:v>13</c:v>
                </c:pt>
                <c:pt idx="60159">
                  <c:v>5</c:v>
                </c:pt>
                <c:pt idx="60160">
                  <c:v>2</c:v>
                </c:pt>
                <c:pt idx="60161">
                  <c:v>3</c:v>
                </c:pt>
                <c:pt idx="60162">
                  <c:v>2</c:v>
                </c:pt>
                <c:pt idx="60163">
                  <c:v>2</c:v>
                </c:pt>
                <c:pt idx="60164">
                  <c:v>2</c:v>
                </c:pt>
                <c:pt idx="60165">
                  <c:v>2</c:v>
                </c:pt>
                <c:pt idx="60166">
                  <c:v>1</c:v>
                </c:pt>
                <c:pt idx="60167">
                  <c:v>1</c:v>
                </c:pt>
                <c:pt idx="60168">
                  <c:v>1</c:v>
                </c:pt>
                <c:pt idx="60169">
                  <c:v>2</c:v>
                </c:pt>
                <c:pt idx="60170">
                  <c:v>1</c:v>
                </c:pt>
                <c:pt idx="60171">
                  <c:v>3</c:v>
                </c:pt>
                <c:pt idx="60172">
                  <c:v>5</c:v>
                </c:pt>
                <c:pt idx="60173">
                  <c:v>4</c:v>
                </c:pt>
                <c:pt idx="60174">
                  <c:v>2</c:v>
                </c:pt>
                <c:pt idx="60175">
                  <c:v>1</c:v>
                </c:pt>
                <c:pt idx="60176">
                  <c:v>4</c:v>
                </c:pt>
                <c:pt idx="60177">
                  <c:v>2</c:v>
                </c:pt>
                <c:pt idx="60178">
                  <c:v>4</c:v>
                </c:pt>
                <c:pt idx="60179">
                  <c:v>4</c:v>
                </c:pt>
                <c:pt idx="60180">
                  <c:v>2</c:v>
                </c:pt>
                <c:pt idx="60181">
                  <c:v>1</c:v>
                </c:pt>
                <c:pt idx="60182">
                  <c:v>1</c:v>
                </c:pt>
                <c:pt idx="60183">
                  <c:v>4</c:v>
                </c:pt>
                <c:pt idx="60184">
                  <c:v>2</c:v>
                </c:pt>
                <c:pt idx="60185">
                  <c:v>4</c:v>
                </c:pt>
                <c:pt idx="60186">
                  <c:v>2</c:v>
                </c:pt>
                <c:pt idx="60187">
                  <c:v>1</c:v>
                </c:pt>
                <c:pt idx="60188">
                  <c:v>3</c:v>
                </c:pt>
                <c:pt idx="60189">
                  <c:v>4</c:v>
                </c:pt>
                <c:pt idx="60190">
                  <c:v>3</c:v>
                </c:pt>
                <c:pt idx="60191">
                  <c:v>2</c:v>
                </c:pt>
                <c:pt idx="60192">
                  <c:v>5</c:v>
                </c:pt>
                <c:pt idx="60193">
                  <c:v>2</c:v>
                </c:pt>
                <c:pt idx="60194">
                  <c:v>1</c:v>
                </c:pt>
                <c:pt idx="60195">
                  <c:v>4</c:v>
                </c:pt>
                <c:pt idx="60196">
                  <c:v>2</c:v>
                </c:pt>
                <c:pt idx="60197">
                  <c:v>2</c:v>
                </c:pt>
                <c:pt idx="60198">
                  <c:v>6</c:v>
                </c:pt>
                <c:pt idx="60199">
                  <c:v>3</c:v>
                </c:pt>
                <c:pt idx="60200">
                  <c:v>3</c:v>
                </c:pt>
                <c:pt idx="60201">
                  <c:v>4</c:v>
                </c:pt>
                <c:pt idx="60202">
                  <c:v>3</c:v>
                </c:pt>
                <c:pt idx="60203">
                  <c:v>2</c:v>
                </c:pt>
                <c:pt idx="60204">
                  <c:v>1</c:v>
                </c:pt>
                <c:pt idx="60205">
                  <c:v>2</c:v>
                </c:pt>
                <c:pt idx="60206">
                  <c:v>2</c:v>
                </c:pt>
                <c:pt idx="60207">
                  <c:v>0</c:v>
                </c:pt>
                <c:pt idx="60208">
                  <c:v>2</c:v>
                </c:pt>
                <c:pt idx="60209">
                  <c:v>2</c:v>
                </c:pt>
                <c:pt idx="60210">
                  <c:v>2</c:v>
                </c:pt>
                <c:pt idx="60211">
                  <c:v>1</c:v>
                </c:pt>
                <c:pt idx="60212">
                  <c:v>3</c:v>
                </c:pt>
                <c:pt idx="60213">
                  <c:v>3</c:v>
                </c:pt>
                <c:pt idx="60214">
                  <c:v>4</c:v>
                </c:pt>
                <c:pt idx="60215">
                  <c:v>1</c:v>
                </c:pt>
                <c:pt idx="60216">
                  <c:v>2</c:v>
                </c:pt>
                <c:pt idx="60217">
                  <c:v>6</c:v>
                </c:pt>
                <c:pt idx="60218">
                  <c:v>5</c:v>
                </c:pt>
                <c:pt idx="60219">
                  <c:v>2</c:v>
                </c:pt>
                <c:pt idx="60220">
                  <c:v>8</c:v>
                </c:pt>
                <c:pt idx="60221">
                  <c:v>6</c:v>
                </c:pt>
                <c:pt idx="60222">
                  <c:v>2</c:v>
                </c:pt>
                <c:pt idx="60223">
                  <c:v>2</c:v>
                </c:pt>
                <c:pt idx="60224">
                  <c:v>4</c:v>
                </c:pt>
                <c:pt idx="60225">
                  <c:v>3</c:v>
                </c:pt>
                <c:pt idx="60226">
                  <c:v>1</c:v>
                </c:pt>
                <c:pt idx="60227">
                  <c:v>3</c:v>
                </c:pt>
                <c:pt idx="60228">
                  <c:v>3</c:v>
                </c:pt>
                <c:pt idx="60229">
                  <c:v>2</c:v>
                </c:pt>
                <c:pt idx="60230">
                  <c:v>3</c:v>
                </c:pt>
                <c:pt idx="60231">
                  <c:v>5</c:v>
                </c:pt>
                <c:pt idx="60232">
                  <c:v>2</c:v>
                </c:pt>
                <c:pt idx="60233">
                  <c:v>4</c:v>
                </c:pt>
                <c:pt idx="60234">
                  <c:v>2</c:v>
                </c:pt>
                <c:pt idx="60235">
                  <c:v>1</c:v>
                </c:pt>
                <c:pt idx="60236">
                  <c:v>-8</c:v>
                </c:pt>
                <c:pt idx="60237">
                  <c:v>2</c:v>
                </c:pt>
                <c:pt idx="60238">
                  <c:v>4</c:v>
                </c:pt>
                <c:pt idx="60239">
                  <c:v>2</c:v>
                </c:pt>
                <c:pt idx="60240">
                  <c:v>1</c:v>
                </c:pt>
                <c:pt idx="60241">
                  <c:v>2</c:v>
                </c:pt>
                <c:pt idx="60242">
                  <c:v>6</c:v>
                </c:pt>
                <c:pt idx="60243">
                  <c:v>2</c:v>
                </c:pt>
                <c:pt idx="60244">
                  <c:v>1</c:v>
                </c:pt>
                <c:pt idx="60245">
                  <c:v>2</c:v>
                </c:pt>
                <c:pt idx="60246">
                  <c:v>2</c:v>
                </c:pt>
                <c:pt idx="60247">
                  <c:v>1</c:v>
                </c:pt>
                <c:pt idx="60248">
                  <c:v>4</c:v>
                </c:pt>
                <c:pt idx="60249">
                  <c:v>3</c:v>
                </c:pt>
                <c:pt idx="60250">
                  <c:v>5</c:v>
                </c:pt>
                <c:pt idx="60251">
                  <c:v>5</c:v>
                </c:pt>
                <c:pt idx="60252">
                  <c:v>2</c:v>
                </c:pt>
                <c:pt idx="60253">
                  <c:v>3</c:v>
                </c:pt>
                <c:pt idx="60254">
                  <c:v>2</c:v>
                </c:pt>
                <c:pt idx="60255">
                  <c:v>4</c:v>
                </c:pt>
                <c:pt idx="60256">
                  <c:v>2</c:v>
                </c:pt>
                <c:pt idx="60257">
                  <c:v>3</c:v>
                </c:pt>
                <c:pt idx="60258">
                  <c:v>3</c:v>
                </c:pt>
                <c:pt idx="60259">
                  <c:v>2</c:v>
                </c:pt>
                <c:pt idx="60260">
                  <c:v>3</c:v>
                </c:pt>
                <c:pt idx="60261">
                  <c:v>2</c:v>
                </c:pt>
                <c:pt idx="60262">
                  <c:v>5</c:v>
                </c:pt>
                <c:pt idx="60263">
                  <c:v>1</c:v>
                </c:pt>
                <c:pt idx="60264">
                  <c:v>2</c:v>
                </c:pt>
                <c:pt idx="60265">
                  <c:v>3</c:v>
                </c:pt>
                <c:pt idx="60266">
                  <c:v>2</c:v>
                </c:pt>
                <c:pt idx="60267">
                  <c:v>3</c:v>
                </c:pt>
                <c:pt idx="60268">
                  <c:v>2</c:v>
                </c:pt>
                <c:pt idx="60269">
                  <c:v>1</c:v>
                </c:pt>
                <c:pt idx="60270">
                  <c:v>4</c:v>
                </c:pt>
                <c:pt idx="60271">
                  <c:v>10</c:v>
                </c:pt>
                <c:pt idx="60272">
                  <c:v>3</c:v>
                </c:pt>
                <c:pt idx="60273">
                  <c:v>6</c:v>
                </c:pt>
                <c:pt idx="60274">
                  <c:v>2</c:v>
                </c:pt>
                <c:pt idx="60275">
                  <c:v>2</c:v>
                </c:pt>
                <c:pt idx="60276">
                  <c:v>3</c:v>
                </c:pt>
                <c:pt idx="60277">
                  <c:v>2</c:v>
                </c:pt>
                <c:pt idx="60278">
                  <c:v>3</c:v>
                </c:pt>
                <c:pt idx="60279">
                  <c:v>4</c:v>
                </c:pt>
                <c:pt idx="60280">
                  <c:v>1</c:v>
                </c:pt>
                <c:pt idx="60281">
                  <c:v>1</c:v>
                </c:pt>
                <c:pt idx="60282">
                  <c:v>2</c:v>
                </c:pt>
                <c:pt idx="60283">
                  <c:v>6</c:v>
                </c:pt>
                <c:pt idx="60284">
                  <c:v>2</c:v>
                </c:pt>
                <c:pt idx="60285">
                  <c:v>2</c:v>
                </c:pt>
                <c:pt idx="60286">
                  <c:v>2</c:v>
                </c:pt>
                <c:pt idx="60287">
                  <c:v>1</c:v>
                </c:pt>
                <c:pt idx="60288">
                  <c:v>4</c:v>
                </c:pt>
                <c:pt idx="60289">
                  <c:v>2</c:v>
                </c:pt>
                <c:pt idx="60290">
                  <c:v>3</c:v>
                </c:pt>
                <c:pt idx="60291">
                  <c:v>5</c:v>
                </c:pt>
                <c:pt idx="60292">
                  <c:v>1</c:v>
                </c:pt>
                <c:pt idx="60293">
                  <c:v>2</c:v>
                </c:pt>
                <c:pt idx="60294">
                  <c:v>2</c:v>
                </c:pt>
                <c:pt idx="60295">
                  <c:v>3</c:v>
                </c:pt>
                <c:pt idx="60296">
                  <c:v>3</c:v>
                </c:pt>
                <c:pt idx="60297">
                  <c:v>1</c:v>
                </c:pt>
                <c:pt idx="60298">
                  <c:v>5</c:v>
                </c:pt>
                <c:pt idx="60299">
                  <c:v>3</c:v>
                </c:pt>
                <c:pt idx="60300">
                  <c:v>2</c:v>
                </c:pt>
                <c:pt idx="60301">
                  <c:v>2</c:v>
                </c:pt>
                <c:pt idx="60302">
                  <c:v>4</c:v>
                </c:pt>
                <c:pt idx="60303">
                  <c:v>2</c:v>
                </c:pt>
                <c:pt idx="60304">
                  <c:v>6</c:v>
                </c:pt>
                <c:pt idx="60305">
                  <c:v>1</c:v>
                </c:pt>
                <c:pt idx="60306">
                  <c:v>1</c:v>
                </c:pt>
                <c:pt idx="60307">
                  <c:v>3</c:v>
                </c:pt>
                <c:pt idx="60308">
                  <c:v>2</c:v>
                </c:pt>
                <c:pt idx="60309">
                  <c:v>2</c:v>
                </c:pt>
                <c:pt idx="60310">
                  <c:v>1</c:v>
                </c:pt>
                <c:pt idx="60311">
                  <c:v>2</c:v>
                </c:pt>
                <c:pt idx="60312">
                  <c:v>1</c:v>
                </c:pt>
                <c:pt idx="60313">
                  <c:v>5</c:v>
                </c:pt>
                <c:pt idx="60314">
                  <c:v>1</c:v>
                </c:pt>
                <c:pt idx="60315">
                  <c:v>2</c:v>
                </c:pt>
                <c:pt idx="60316">
                  <c:v>4</c:v>
                </c:pt>
                <c:pt idx="60317">
                  <c:v>4</c:v>
                </c:pt>
                <c:pt idx="60318">
                  <c:v>4</c:v>
                </c:pt>
                <c:pt idx="60319">
                  <c:v>1</c:v>
                </c:pt>
                <c:pt idx="60320">
                  <c:v>3</c:v>
                </c:pt>
                <c:pt idx="60321">
                  <c:v>-2</c:v>
                </c:pt>
                <c:pt idx="60322">
                  <c:v>2</c:v>
                </c:pt>
                <c:pt idx="60323">
                  <c:v>1</c:v>
                </c:pt>
                <c:pt idx="60324">
                  <c:v>1</c:v>
                </c:pt>
                <c:pt idx="60325">
                  <c:v>2</c:v>
                </c:pt>
                <c:pt idx="60326">
                  <c:v>2</c:v>
                </c:pt>
                <c:pt idx="60327">
                  <c:v>4</c:v>
                </c:pt>
                <c:pt idx="60328">
                  <c:v>4</c:v>
                </c:pt>
                <c:pt idx="60329">
                  <c:v>2</c:v>
                </c:pt>
                <c:pt idx="60330">
                  <c:v>1</c:v>
                </c:pt>
                <c:pt idx="60331">
                  <c:v>3</c:v>
                </c:pt>
                <c:pt idx="60332">
                  <c:v>1</c:v>
                </c:pt>
                <c:pt idx="60333">
                  <c:v>2</c:v>
                </c:pt>
                <c:pt idx="60334">
                  <c:v>2</c:v>
                </c:pt>
                <c:pt idx="60335">
                  <c:v>2</c:v>
                </c:pt>
                <c:pt idx="60336">
                  <c:v>3</c:v>
                </c:pt>
                <c:pt idx="60337">
                  <c:v>2</c:v>
                </c:pt>
                <c:pt idx="60338">
                  <c:v>3</c:v>
                </c:pt>
                <c:pt idx="60339">
                  <c:v>4</c:v>
                </c:pt>
                <c:pt idx="60340">
                  <c:v>2</c:v>
                </c:pt>
                <c:pt idx="60341">
                  <c:v>1</c:v>
                </c:pt>
                <c:pt idx="60342">
                  <c:v>2</c:v>
                </c:pt>
                <c:pt idx="60343">
                  <c:v>2</c:v>
                </c:pt>
                <c:pt idx="60344">
                  <c:v>2</c:v>
                </c:pt>
                <c:pt idx="60345">
                  <c:v>2</c:v>
                </c:pt>
                <c:pt idx="60346">
                  <c:v>1</c:v>
                </c:pt>
                <c:pt idx="60347">
                  <c:v>2</c:v>
                </c:pt>
                <c:pt idx="60348">
                  <c:v>2</c:v>
                </c:pt>
                <c:pt idx="60349">
                  <c:v>1</c:v>
                </c:pt>
                <c:pt idx="60350">
                  <c:v>4</c:v>
                </c:pt>
                <c:pt idx="60351">
                  <c:v>5</c:v>
                </c:pt>
                <c:pt idx="60352">
                  <c:v>4</c:v>
                </c:pt>
                <c:pt idx="60353">
                  <c:v>2</c:v>
                </c:pt>
                <c:pt idx="60354">
                  <c:v>6</c:v>
                </c:pt>
                <c:pt idx="60355">
                  <c:v>3</c:v>
                </c:pt>
                <c:pt idx="60356">
                  <c:v>2</c:v>
                </c:pt>
                <c:pt idx="60357">
                  <c:v>7</c:v>
                </c:pt>
                <c:pt idx="60358">
                  <c:v>1</c:v>
                </c:pt>
                <c:pt idx="60359">
                  <c:v>2</c:v>
                </c:pt>
                <c:pt idx="60360">
                  <c:v>2</c:v>
                </c:pt>
                <c:pt idx="60361">
                  <c:v>8</c:v>
                </c:pt>
                <c:pt idx="60362">
                  <c:v>1</c:v>
                </c:pt>
                <c:pt idx="60363">
                  <c:v>2</c:v>
                </c:pt>
                <c:pt idx="60364">
                  <c:v>2</c:v>
                </c:pt>
                <c:pt idx="60365">
                  <c:v>1</c:v>
                </c:pt>
                <c:pt idx="60366">
                  <c:v>1</c:v>
                </c:pt>
                <c:pt idx="60367">
                  <c:v>2</c:v>
                </c:pt>
                <c:pt idx="60368">
                  <c:v>2</c:v>
                </c:pt>
                <c:pt idx="60369">
                  <c:v>4</c:v>
                </c:pt>
                <c:pt idx="60370">
                  <c:v>2</c:v>
                </c:pt>
                <c:pt idx="60371">
                  <c:v>1</c:v>
                </c:pt>
                <c:pt idx="60372">
                  <c:v>1</c:v>
                </c:pt>
                <c:pt idx="60373">
                  <c:v>2</c:v>
                </c:pt>
                <c:pt idx="60374">
                  <c:v>1</c:v>
                </c:pt>
                <c:pt idx="60375">
                  <c:v>1</c:v>
                </c:pt>
                <c:pt idx="60376">
                  <c:v>3</c:v>
                </c:pt>
                <c:pt idx="60377">
                  <c:v>1</c:v>
                </c:pt>
                <c:pt idx="60378">
                  <c:v>2</c:v>
                </c:pt>
                <c:pt idx="60379">
                  <c:v>4</c:v>
                </c:pt>
                <c:pt idx="60380">
                  <c:v>2</c:v>
                </c:pt>
                <c:pt idx="60381">
                  <c:v>1</c:v>
                </c:pt>
                <c:pt idx="60382">
                  <c:v>3</c:v>
                </c:pt>
                <c:pt idx="60383">
                  <c:v>3</c:v>
                </c:pt>
                <c:pt idx="60384">
                  <c:v>1</c:v>
                </c:pt>
                <c:pt idx="60385">
                  <c:v>3</c:v>
                </c:pt>
                <c:pt idx="60386">
                  <c:v>4</c:v>
                </c:pt>
                <c:pt idx="60387">
                  <c:v>4</c:v>
                </c:pt>
                <c:pt idx="60388">
                  <c:v>2</c:v>
                </c:pt>
                <c:pt idx="60389">
                  <c:v>2</c:v>
                </c:pt>
                <c:pt idx="60390">
                  <c:v>2</c:v>
                </c:pt>
                <c:pt idx="60391">
                  <c:v>4</c:v>
                </c:pt>
                <c:pt idx="60392">
                  <c:v>2</c:v>
                </c:pt>
                <c:pt idx="60393">
                  <c:v>2</c:v>
                </c:pt>
                <c:pt idx="60394">
                  <c:v>2</c:v>
                </c:pt>
                <c:pt idx="60395">
                  <c:v>1</c:v>
                </c:pt>
                <c:pt idx="60396">
                  <c:v>2</c:v>
                </c:pt>
                <c:pt idx="60397">
                  <c:v>2</c:v>
                </c:pt>
                <c:pt idx="60398">
                  <c:v>3</c:v>
                </c:pt>
                <c:pt idx="60399">
                  <c:v>2</c:v>
                </c:pt>
                <c:pt idx="60400">
                  <c:v>1</c:v>
                </c:pt>
                <c:pt idx="60401">
                  <c:v>4</c:v>
                </c:pt>
                <c:pt idx="60402">
                  <c:v>1</c:v>
                </c:pt>
                <c:pt idx="60403">
                  <c:v>3</c:v>
                </c:pt>
                <c:pt idx="60404">
                  <c:v>2</c:v>
                </c:pt>
                <c:pt idx="60405">
                  <c:v>2</c:v>
                </c:pt>
                <c:pt idx="60406">
                  <c:v>2</c:v>
                </c:pt>
                <c:pt idx="60407">
                  <c:v>3</c:v>
                </c:pt>
                <c:pt idx="60408">
                  <c:v>3</c:v>
                </c:pt>
                <c:pt idx="60409">
                  <c:v>3</c:v>
                </c:pt>
                <c:pt idx="60410">
                  <c:v>4</c:v>
                </c:pt>
                <c:pt idx="60411">
                  <c:v>2</c:v>
                </c:pt>
                <c:pt idx="60412">
                  <c:v>3</c:v>
                </c:pt>
                <c:pt idx="60413">
                  <c:v>4</c:v>
                </c:pt>
                <c:pt idx="60414">
                  <c:v>15</c:v>
                </c:pt>
                <c:pt idx="60415">
                  <c:v>1</c:v>
                </c:pt>
                <c:pt idx="60416">
                  <c:v>1</c:v>
                </c:pt>
                <c:pt idx="60417">
                  <c:v>1</c:v>
                </c:pt>
                <c:pt idx="60418">
                  <c:v>1</c:v>
                </c:pt>
                <c:pt idx="60419">
                  <c:v>3</c:v>
                </c:pt>
                <c:pt idx="60420">
                  <c:v>4</c:v>
                </c:pt>
                <c:pt idx="60421">
                  <c:v>2</c:v>
                </c:pt>
                <c:pt idx="60422">
                  <c:v>4</c:v>
                </c:pt>
                <c:pt idx="60423">
                  <c:v>3</c:v>
                </c:pt>
                <c:pt idx="60424">
                  <c:v>4</c:v>
                </c:pt>
                <c:pt idx="60425">
                  <c:v>2</c:v>
                </c:pt>
                <c:pt idx="60426">
                  <c:v>2</c:v>
                </c:pt>
                <c:pt idx="60427">
                  <c:v>2</c:v>
                </c:pt>
                <c:pt idx="60428">
                  <c:v>6</c:v>
                </c:pt>
                <c:pt idx="60429">
                  <c:v>5</c:v>
                </c:pt>
                <c:pt idx="60430">
                  <c:v>2</c:v>
                </c:pt>
                <c:pt idx="60431">
                  <c:v>1</c:v>
                </c:pt>
                <c:pt idx="60432">
                  <c:v>3</c:v>
                </c:pt>
                <c:pt idx="60433">
                  <c:v>-2</c:v>
                </c:pt>
                <c:pt idx="60434">
                  <c:v>3</c:v>
                </c:pt>
                <c:pt idx="60435">
                  <c:v>1</c:v>
                </c:pt>
                <c:pt idx="60436">
                  <c:v>8</c:v>
                </c:pt>
                <c:pt idx="60437">
                  <c:v>1</c:v>
                </c:pt>
                <c:pt idx="60438">
                  <c:v>10</c:v>
                </c:pt>
                <c:pt idx="60439">
                  <c:v>1</c:v>
                </c:pt>
                <c:pt idx="60440">
                  <c:v>3</c:v>
                </c:pt>
                <c:pt idx="60441">
                  <c:v>-2</c:v>
                </c:pt>
                <c:pt idx="60442">
                  <c:v>1</c:v>
                </c:pt>
                <c:pt idx="60443">
                  <c:v>2</c:v>
                </c:pt>
                <c:pt idx="60444">
                  <c:v>3</c:v>
                </c:pt>
                <c:pt idx="60445">
                  <c:v>1</c:v>
                </c:pt>
                <c:pt idx="60446">
                  <c:v>4</c:v>
                </c:pt>
                <c:pt idx="60447">
                  <c:v>1</c:v>
                </c:pt>
                <c:pt idx="60448">
                  <c:v>2</c:v>
                </c:pt>
                <c:pt idx="60449">
                  <c:v>2</c:v>
                </c:pt>
                <c:pt idx="60450">
                  <c:v>2</c:v>
                </c:pt>
                <c:pt idx="60451">
                  <c:v>6</c:v>
                </c:pt>
                <c:pt idx="60452">
                  <c:v>4</c:v>
                </c:pt>
                <c:pt idx="60453">
                  <c:v>2</c:v>
                </c:pt>
                <c:pt idx="60454">
                  <c:v>1</c:v>
                </c:pt>
                <c:pt idx="60455">
                  <c:v>2</c:v>
                </c:pt>
                <c:pt idx="60456">
                  <c:v>2</c:v>
                </c:pt>
                <c:pt idx="60457">
                  <c:v>2</c:v>
                </c:pt>
                <c:pt idx="60458">
                  <c:v>2</c:v>
                </c:pt>
                <c:pt idx="60459">
                  <c:v>2</c:v>
                </c:pt>
                <c:pt idx="60460">
                  <c:v>1</c:v>
                </c:pt>
                <c:pt idx="60461">
                  <c:v>6</c:v>
                </c:pt>
                <c:pt idx="60462">
                  <c:v>2</c:v>
                </c:pt>
                <c:pt idx="60463">
                  <c:v>1</c:v>
                </c:pt>
                <c:pt idx="60464">
                  <c:v>2</c:v>
                </c:pt>
                <c:pt idx="60465">
                  <c:v>2</c:v>
                </c:pt>
                <c:pt idx="60466">
                  <c:v>2</c:v>
                </c:pt>
                <c:pt idx="60467">
                  <c:v>2</c:v>
                </c:pt>
                <c:pt idx="60468">
                  <c:v>2</c:v>
                </c:pt>
                <c:pt idx="60469">
                  <c:v>9</c:v>
                </c:pt>
                <c:pt idx="60470">
                  <c:v>1</c:v>
                </c:pt>
                <c:pt idx="60471">
                  <c:v>3</c:v>
                </c:pt>
                <c:pt idx="60472">
                  <c:v>2</c:v>
                </c:pt>
                <c:pt idx="60473">
                  <c:v>6</c:v>
                </c:pt>
                <c:pt idx="60474">
                  <c:v>2</c:v>
                </c:pt>
                <c:pt idx="60475">
                  <c:v>3</c:v>
                </c:pt>
                <c:pt idx="60476">
                  <c:v>2</c:v>
                </c:pt>
                <c:pt idx="60477">
                  <c:v>2</c:v>
                </c:pt>
                <c:pt idx="60478">
                  <c:v>3</c:v>
                </c:pt>
                <c:pt idx="60479">
                  <c:v>1</c:v>
                </c:pt>
                <c:pt idx="60480">
                  <c:v>5</c:v>
                </c:pt>
                <c:pt idx="60481">
                  <c:v>1</c:v>
                </c:pt>
                <c:pt idx="60482">
                  <c:v>3</c:v>
                </c:pt>
                <c:pt idx="60483">
                  <c:v>3</c:v>
                </c:pt>
                <c:pt idx="60484">
                  <c:v>2</c:v>
                </c:pt>
                <c:pt idx="60485">
                  <c:v>1</c:v>
                </c:pt>
                <c:pt idx="60486">
                  <c:v>3</c:v>
                </c:pt>
                <c:pt idx="60487">
                  <c:v>-2</c:v>
                </c:pt>
                <c:pt idx="60488">
                  <c:v>3</c:v>
                </c:pt>
                <c:pt idx="60489">
                  <c:v>1</c:v>
                </c:pt>
                <c:pt idx="60490">
                  <c:v>-2</c:v>
                </c:pt>
                <c:pt idx="60491">
                  <c:v>2</c:v>
                </c:pt>
                <c:pt idx="60492">
                  <c:v>1</c:v>
                </c:pt>
                <c:pt idx="60493">
                  <c:v>8</c:v>
                </c:pt>
                <c:pt idx="60494">
                  <c:v>2</c:v>
                </c:pt>
                <c:pt idx="60495">
                  <c:v>3</c:v>
                </c:pt>
                <c:pt idx="60496">
                  <c:v>1</c:v>
                </c:pt>
                <c:pt idx="60497">
                  <c:v>2</c:v>
                </c:pt>
                <c:pt idx="60498">
                  <c:v>2</c:v>
                </c:pt>
                <c:pt idx="60499">
                  <c:v>2</c:v>
                </c:pt>
                <c:pt idx="60500">
                  <c:v>4</c:v>
                </c:pt>
                <c:pt idx="60501">
                  <c:v>5</c:v>
                </c:pt>
                <c:pt idx="60502">
                  <c:v>2</c:v>
                </c:pt>
                <c:pt idx="60503">
                  <c:v>1</c:v>
                </c:pt>
                <c:pt idx="60504">
                  <c:v>3</c:v>
                </c:pt>
                <c:pt idx="60505">
                  <c:v>2</c:v>
                </c:pt>
                <c:pt idx="60506">
                  <c:v>1</c:v>
                </c:pt>
                <c:pt idx="60507">
                  <c:v>3</c:v>
                </c:pt>
                <c:pt idx="60508">
                  <c:v>3</c:v>
                </c:pt>
                <c:pt idx="60509">
                  <c:v>2</c:v>
                </c:pt>
                <c:pt idx="60510">
                  <c:v>2</c:v>
                </c:pt>
                <c:pt idx="60511">
                  <c:v>3</c:v>
                </c:pt>
                <c:pt idx="60512">
                  <c:v>3</c:v>
                </c:pt>
                <c:pt idx="60513">
                  <c:v>3</c:v>
                </c:pt>
                <c:pt idx="60514">
                  <c:v>1</c:v>
                </c:pt>
                <c:pt idx="60515">
                  <c:v>4</c:v>
                </c:pt>
                <c:pt idx="60516">
                  <c:v>3</c:v>
                </c:pt>
                <c:pt idx="60517">
                  <c:v>4</c:v>
                </c:pt>
                <c:pt idx="60518">
                  <c:v>1</c:v>
                </c:pt>
                <c:pt idx="60519">
                  <c:v>6</c:v>
                </c:pt>
                <c:pt idx="60520">
                  <c:v>1</c:v>
                </c:pt>
                <c:pt idx="60521">
                  <c:v>2</c:v>
                </c:pt>
                <c:pt idx="60522">
                  <c:v>1</c:v>
                </c:pt>
                <c:pt idx="60523">
                  <c:v>2</c:v>
                </c:pt>
                <c:pt idx="60524">
                  <c:v>1</c:v>
                </c:pt>
                <c:pt idx="60525">
                  <c:v>1</c:v>
                </c:pt>
                <c:pt idx="60526">
                  <c:v>4</c:v>
                </c:pt>
                <c:pt idx="60527">
                  <c:v>1</c:v>
                </c:pt>
                <c:pt idx="60528">
                  <c:v>2</c:v>
                </c:pt>
                <c:pt idx="60529">
                  <c:v>2</c:v>
                </c:pt>
                <c:pt idx="60530">
                  <c:v>2</c:v>
                </c:pt>
                <c:pt idx="60531">
                  <c:v>1</c:v>
                </c:pt>
                <c:pt idx="60532">
                  <c:v>2</c:v>
                </c:pt>
                <c:pt idx="60533">
                  <c:v>2</c:v>
                </c:pt>
                <c:pt idx="60534">
                  <c:v>2</c:v>
                </c:pt>
                <c:pt idx="60535">
                  <c:v>3</c:v>
                </c:pt>
                <c:pt idx="60536">
                  <c:v>1</c:v>
                </c:pt>
                <c:pt idx="60537">
                  <c:v>3</c:v>
                </c:pt>
                <c:pt idx="60538">
                  <c:v>4</c:v>
                </c:pt>
                <c:pt idx="60539">
                  <c:v>1</c:v>
                </c:pt>
                <c:pt idx="60540">
                  <c:v>3</c:v>
                </c:pt>
                <c:pt idx="60541">
                  <c:v>2</c:v>
                </c:pt>
                <c:pt idx="60542">
                  <c:v>1</c:v>
                </c:pt>
                <c:pt idx="60543">
                  <c:v>2</c:v>
                </c:pt>
                <c:pt idx="60544">
                  <c:v>3</c:v>
                </c:pt>
                <c:pt idx="60545">
                  <c:v>3</c:v>
                </c:pt>
                <c:pt idx="60546">
                  <c:v>-1</c:v>
                </c:pt>
                <c:pt idx="60547">
                  <c:v>2</c:v>
                </c:pt>
                <c:pt idx="60548">
                  <c:v>1</c:v>
                </c:pt>
                <c:pt idx="60549">
                  <c:v>1</c:v>
                </c:pt>
                <c:pt idx="60550">
                  <c:v>3</c:v>
                </c:pt>
                <c:pt idx="60551">
                  <c:v>2</c:v>
                </c:pt>
                <c:pt idx="60552">
                  <c:v>4</c:v>
                </c:pt>
                <c:pt idx="60553">
                  <c:v>3</c:v>
                </c:pt>
                <c:pt idx="60554">
                  <c:v>4</c:v>
                </c:pt>
                <c:pt idx="60555">
                  <c:v>1</c:v>
                </c:pt>
                <c:pt idx="60556">
                  <c:v>4</c:v>
                </c:pt>
                <c:pt idx="60557">
                  <c:v>3</c:v>
                </c:pt>
                <c:pt idx="60558">
                  <c:v>2</c:v>
                </c:pt>
                <c:pt idx="60559">
                  <c:v>2</c:v>
                </c:pt>
                <c:pt idx="60560">
                  <c:v>2</c:v>
                </c:pt>
                <c:pt idx="60561">
                  <c:v>2</c:v>
                </c:pt>
                <c:pt idx="60562">
                  <c:v>2</c:v>
                </c:pt>
                <c:pt idx="60563">
                  <c:v>4</c:v>
                </c:pt>
                <c:pt idx="60564">
                  <c:v>4</c:v>
                </c:pt>
                <c:pt idx="60565">
                  <c:v>2</c:v>
                </c:pt>
                <c:pt idx="60566">
                  <c:v>2</c:v>
                </c:pt>
                <c:pt idx="60567">
                  <c:v>5</c:v>
                </c:pt>
                <c:pt idx="60568">
                  <c:v>1</c:v>
                </c:pt>
                <c:pt idx="60569">
                  <c:v>4</c:v>
                </c:pt>
                <c:pt idx="60570">
                  <c:v>2</c:v>
                </c:pt>
                <c:pt idx="60571">
                  <c:v>5</c:v>
                </c:pt>
                <c:pt idx="60572">
                  <c:v>2</c:v>
                </c:pt>
                <c:pt idx="60573">
                  <c:v>2</c:v>
                </c:pt>
                <c:pt idx="60574">
                  <c:v>4</c:v>
                </c:pt>
                <c:pt idx="60575">
                  <c:v>2</c:v>
                </c:pt>
                <c:pt idx="60576">
                  <c:v>3</c:v>
                </c:pt>
                <c:pt idx="60577">
                  <c:v>1</c:v>
                </c:pt>
                <c:pt idx="60578">
                  <c:v>1</c:v>
                </c:pt>
                <c:pt idx="60579">
                  <c:v>4</c:v>
                </c:pt>
                <c:pt idx="60580">
                  <c:v>3</c:v>
                </c:pt>
                <c:pt idx="60581">
                  <c:v>2</c:v>
                </c:pt>
                <c:pt idx="60582">
                  <c:v>3</c:v>
                </c:pt>
                <c:pt idx="60583">
                  <c:v>2</c:v>
                </c:pt>
                <c:pt idx="60584">
                  <c:v>3</c:v>
                </c:pt>
                <c:pt idx="60585">
                  <c:v>3</c:v>
                </c:pt>
                <c:pt idx="60586">
                  <c:v>6</c:v>
                </c:pt>
                <c:pt idx="60587">
                  <c:v>2</c:v>
                </c:pt>
                <c:pt idx="60588">
                  <c:v>5</c:v>
                </c:pt>
                <c:pt idx="60589">
                  <c:v>8</c:v>
                </c:pt>
                <c:pt idx="60590">
                  <c:v>2</c:v>
                </c:pt>
                <c:pt idx="60591">
                  <c:v>2</c:v>
                </c:pt>
                <c:pt idx="60592">
                  <c:v>3</c:v>
                </c:pt>
                <c:pt idx="60593">
                  <c:v>1</c:v>
                </c:pt>
                <c:pt idx="60594">
                  <c:v>2</c:v>
                </c:pt>
                <c:pt idx="60595">
                  <c:v>3</c:v>
                </c:pt>
                <c:pt idx="60596">
                  <c:v>2</c:v>
                </c:pt>
                <c:pt idx="60597">
                  <c:v>3</c:v>
                </c:pt>
                <c:pt idx="60598">
                  <c:v>2</c:v>
                </c:pt>
                <c:pt idx="60599">
                  <c:v>2</c:v>
                </c:pt>
                <c:pt idx="60600">
                  <c:v>10</c:v>
                </c:pt>
                <c:pt idx="60601">
                  <c:v>2</c:v>
                </c:pt>
                <c:pt idx="60602">
                  <c:v>2</c:v>
                </c:pt>
                <c:pt idx="60603">
                  <c:v>1</c:v>
                </c:pt>
                <c:pt idx="60604">
                  <c:v>9</c:v>
                </c:pt>
                <c:pt idx="60605">
                  <c:v>3</c:v>
                </c:pt>
                <c:pt idx="60606">
                  <c:v>4</c:v>
                </c:pt>
                <c:pt idx="60607">
                  <c:v>2</c:v>
                </c:pt>
                <c:pt idx="60608">
                  <c:v>5</c:v>
                </c:pt>
                <c:pt idx="60609">
                  <c:v>2</c:v>
                </c:pt>
                <c:pt idx="60610">
                  <c:v>2</c:v>
                </c:pt>
                <c:pt idx="60611">
                  <c:v>4</c:v>
                </c:pt>
                <c:pt idx="60612">
                  <c:v>3</c:v>
                </c:pt>
                <c:pt idx="60613">
                  <c:v>2</c:v>
                </c:pt>
                <c:pt idx="60614">
                  <c:v>2</c:v>
                </c:pt>
                <c:pt idx="60615">
                  <c:v>8</c:v>
                </c:pt>
                <c:pt idx="60616">
                  <c:v>3</c:v>
                </c:pt>
                <c:pt idx="60617">
                  <c:v>1</c:v>
                </c:pt>
                <c:pt idx="60618">
                  <c:v>2</c:v>
                </c:pt>
                <c:pt idx="60619">
                  <c:v>1</c:v>
                </c:pt>
                <c:pt idx="60620">
                  <c:v>2</c:v>
                </c:pt>
                <c:pt idx="60621">
                  <c:v>3</c:v>
                </c:pt>
                <c:pt idx="60622">
                  <c:v>2</c:v>
                </c:pt>
                <c:pt idx="60623">
                  <c:v>1</c:v>
                </c:pt>
                <c:pt idx="60624">
                  <c:v>3</c:v>
                </c:pt>
                <c:pt idx="60625">
                  <c:v>1</c:v>
                </c:pt>
                <c:pt idx="60626">
                  <c:v>2</c:v>
                </c:pt>
                <c:pt idx="60627">
                  <c:v>4</c:v>
                </c:pt>
                <c:pt idx="60628">
                  <c:v>3</c:v>
                </c:pt>
                <c:pt idx="60629">
                  <c:v>2</c:v>
                </c:pt>
                <c:pt idx="60630">
                  <c:v>2</c:v>
                </c:pt>
                <c:pt idx="60631">
                  <c:v>2</c:v>
                </c:pt>
                <c:pt idx="60632">
                  <c:v>1</c:v>
                </c:pt>
                <c:pt idx="60633">
                  <c:v>5</c:v>
                </c:pt>
                <c:pt idx="60634">
                  <c:v>2</c:v>
                </c:pt>
                <c:pt idx="60635">
                  <c:v>2</c:v>
                </c:pt>
                <c:pt idx="60636">
                  <c:v>2</c:v>
                </c:pt>
                <c:pt idx="60637">
                  <c:v>-7</c:v>
                </c:pt>
                <c:pt idx="60638">
                  <c:v>1</c:v>
                </c:pt>
                <c:pt idx="60639">
                  <c:v>3</c:v>
                </c:pt>
                <c:pt idx="60640">
                  <c:v>2</c:v>
                </c:pt>
                <c:pt idx="60641">
                  <c:v>1</c:v>
                </c:pt>
                <c:pt idx="60642">
                  <c:v>2</c:v>
                </c:pt>
                <c:pt idx="60643">
                  <c:v>2</c:v>
                </c:pt>
                <c:pt idx="60644">
                  <c:v>1</c:v>
                </c:pt>
                <c:pt idx="60645">
                  <c:v>4</c:v>
                </c:pt>
                <c:pt idx="60646">
                  <c:v>3</c:v>
                </c:pt>
                <c:pt idx="60647">
                  <c:v>2</c:v>
                </c:pt>
                <c:pt idx="60648">
                  <c:v>1</c:v>
                </c:pt>
                <c:pt idx="60649">
                  <c:v>2</c:v>
                </c:pt>
                <c:pt idx="60650">
                  <c:v>2</c:v>
                </c:pt>
                <c:pt idx="60651">
                  <c:v>3</c:v>
                </c:pt>
                <c:pt idx="60652">
                  <c:v>1</c:v>
                </c:pt>
                <c:pt idx="60653">
                  <c:v>2</c:v>
                </c:pt>
                <c:pt idx="60654">
                  <c:v>3</c:v>
                </c:pt>
                <c:pt idx="60655">
                  <c:v>3</c:v>
                </c:pt>
                <c:pt idx="60656">
                  <c:v>4</c:v>
                </c:pt>
                <c:pt idx="60657">
                  <c:v>2</c:v>
                </c:pt>
                <c:pt idx="60658">
                  <c:v>3</c:v>
                </c:pt>
                <c:pt idx="60659">
                  <c:v>5</c:v>
                </c:pt>
                <c:pt idx="60660">
                  <c:v>4</c:v>
                </c:pt>
                <c:pt idx="60661">
                  <c:v>2</c:v>
                </c:pt>
                <c:pt idx="60662">
                  <c:v>1</c:v>
                </c:pt>
                <c:pt idx="60663">
                  <c:v>4</c:v>
                </c:pt>
                <c:pt idx="60664">
                  <c:v>3</c:v>
                </c:pt>
                <c:pt idx="60665">
                  <c:v>6</c:v>
                </c:pt>
                <c:pt idx="60666">
                  <c:v>5</c:v>
                </c:pt>
                <c:pt idx="60667">
                  <c:v>5</c:v>
                </c:pt>
                <c:pt idx="60668">
                  <c:v>2</c:v>
                </c:pt>
                <c:pt idx="60669">
                  <c:v>4</c:v>
                </c:pt>
                <c:pt idx="60670">
                  <c:v>4</c:v>
                </c:pt>
                <c:pt idx="60671">
                  <c:v>3</c:v>
                </c:pt>
                <c:pt idx="60672">
                  <c:v>2</c:v>
                </c:pt>
                <c:pt idx="60673">
                  <c:v>3</c:v>
                </c:pt>
                <c:pt idx="60674">
                  <c:v>4</c:v>
                </c:pt>
                <c:pt idx="60675">
                  <c:v>2</c:v>
                </c:pt>
                <c:pt idx="60676">
                  <c:v>2</c:v>
                </c:pt>
                <c:pt idx="60677">
                  <c:v>2</c:v>
                </c:pt>
                <c:pt idx="60678">
                  <c:v>2</c:v>
                </c:pt>
                <c:pt idx="60679">
                  <c:v>2</c:v>
                </c:pt>
                <c:pt idx="60680">
                  <c:v>2</c:v>
                </c:pt>
                <c:pt idx="60681">
                  <c:v>2</c:v>
                </c:pt>
                <c:pt idx="60682">
                  <c:v>4</c:v>
                </c:pt>
                <c:pt idx="60683">
                  <c:v>1</c:v>
                </c:pt>
                <c:pt idx="60684">
                  <c:v>1</c:v>
                </c:pt>
                <c:pt idx="60685">
                  <c:v>2</c:v>
                </c:pt>
                <c:pt idx="60686">
                  <c:v>2</c:v>
                </c:pt>
                <c:pt idx="60687">
                  <c:v>5</c:v>
                </c:pt>
                <c:pt idx="60688">
                  <c:v>2</c:v>
                </c:pt>
                <c:pt idx="60689">
                  <c:v>4</c:v>
                </c:pt>
                <c:pt idx="60690">
                  <c:v>2</c:v>
                </c:pt>
                <c:pt idx="60691">
                  <c:v>2</c:v>
                </c:pt>
                <c:pt idx="60692">
                  <c:v>1</c:v>
                </c:pt>
                <c:pt idx="60693">
                  <c:v>2</c:v>
                </c:pt>
                <c:pt idx="60694">
                  <c:v>3</c:v>
                </c:pt>
                <c:pt idx="60695">
                  <c:v>2</c:v>
                </c:pt>
                <c:pt idx="60696">
                  <c:v>2</c:v>
                </c:pt>
                <c:pt idx="60697">
                  <c:v>3</c:v>
                </c:pt>
                <c:pt idx="60698">
                  <c:v>3</c:v>
                </c:pt>
                <c:pt idx="60699">
                  <c:v>2</c:v>
                </c:pt>
                <c:pt idx="60700">
                  <c:v>2</c:v>
                </c:pt>
                <c:pt idx="60701">
                  <c:v>1</c:v>
                </c:pt>
                <c:pt idx="60702">
                  <c:v>4</c:v>
                </c:pt>
                <c:pt idx="60703">
                  <c:v>4</c:v>
                </c:pt>
                <c:pt idx="60704">
                  <c:v>2</c:v>
                </c:pt>
                <c:pt idx="60705">
                  <c:v>4</c:v>
                </c:pt>
                <c:pt idx="60706">
                  <c:v>2</c:v>
                </c:pt>
                <c:pt idx="60707">
                  <c:v>2</c:v>
                </c:pt>
                <c:pt idx="60708">
                  <c:v>10</c:v>
                </c:pt>
                <c:pt idx="60709">
                  <c:v>2</c:v>
                </c:pt>
                <c:pt idx="60710">
                  <c:v>3</c:v>
                </c:pt>
                <c:pt idx="60711">
                  <c:v>1</c:v>
                </c:pt>
                <c:pt idx="60712">
                  <c:v>2</c:v>
                </c:pt>
                <c:pt idx="60713">
                  <c:v>2</c:v>
                </c:pt>
                <c:pt idx="60714">
                  <c:v>2</c:v>
                </c:pt>
                <c:pt idx="60715">
                  <c:v>2</c:v>
                </c:pt>
                <c:pt idx="60716">
                  <c:v>4</c:v>
                </c:pt>
                <c:pt idx="60717">
                  <c:v>2</c:v>
                </c:pt>
                <c:pt idx="60718">
                  <c:v>2</c:v>
                </c:pt>
                <c:pt idx="60719">
                  <c:v>2</c:v>
                </c:pt>
                <c:pt idx="60720">
                  <c:v>1</c:v>
                </c:pt>
                <c:pt idx="60721">
                  <c:v>5</c:v>
                </c:pt>
                <c:pt idx="60722">
                  <c:v>4</c:v>
                </c:pt>
                <c:pt idx="60723">
                  <c:v>2</c:v>
                </c:pt>
                <c:pt idx="60724">
                  <c:v>4</c:v>
                </c:pt>
                <c:pt idx="60725">
                  <c:v>1</c:v>
                </c:pt>
                <c:pt idx="60726">
                  <c:v>1</c:v>
                </c:pt>
                <c:pt idx="60727">
                  <c:v>3</c:v>
                </c:pt>
                <c:pt idx="60728">
                  <c:v>3</c:v>
                </c:pt>
                <c:pt idx="60729">
                  <c:v>3</c:v>
                </c:pt>
                <c:pt idx="60730">
                  <c:v>3</c:v>
                </c:pt>
                <c:pt idx="60731">
                  <c:v>1</c:v>
                </c:pt>
                <c:pt idx="60732">
                  <c:v>2</c:v>
                </c:pt>
                <c:pt idx="60733">
                  <c:v>1</c:v>
                </c:pt>
                <c:pt idx="60734">
                  <c:v>6</c:v>
                </c:pt>
                <c:pt idx="60735">
                  <c:v>2</c:v>
                </c:pt>
                <c:pt idx="60736">
                  <c:v>1</c:v>
                </c:pt>
                <c:pt idx="60737">
                  <c:v>2</c:v>
                </c:pt>
                <c:pt idx="60738">
                  <c:v>3</c:v>
                </c:pt>
                <c:pt idx="60739">
                  <c:v>4</c:v>
                </c:pt>
                <c:pt idx="60740">
                  <c:v>2</c:v>
                </c:pt>
                <c:pt idx="60741">
                  <c:v>1</c:v>
                </c:pt>
                <c:pt idx="60742">
                  <c:v>2</c:v>
                </c:pt>
                <c:pt idx="60743">
                  <c:v>5</c:v>
                </c:pt>
                <c:pt idx="60744">
                  <c:v>1</c:v>
                </c:pt>
                <c:pt idx="60745">
                  <c:v>2</c:v>
                </c:pt>
                <c:pt idx="60746">
                  <c:v>2</c:v>
                </c:pt>
                <c:pt idx="60747">
                  <c:v>5</c:v>
                </c:pt>
                <c:pt idx="60748">
                  <c:v>1</c:v>
                </c:pt>
                <c:pt idx="60749">
                  <c:v>8</c:v>
                </c:pt>
                <c:pt idx="60750">
                  <c:v>2</c:v>
                </c:pt>
                <c:pt idx="60751">
                  <c:v>1</c:v>
                </c:pt>
                <c:pt idx="60752">
                  <c:v>2</c:v>
                </c:pt>
                <c:pt idx="60753">
                  <c:v>2</c:v>
                </c:pt>
                <c:pt idx="60754">
                  <c:v>3</c:v>
                </c:pt>
                <c:pt idx="60755">
                  <c:v>6</c:v>
                </c:pt>
                <c:pt idx="60756">
                  <c:v>2</c:v>
                </c:pt>
                <c:pt idx="60757">
                  <c:v>2</c:v>
                </c:pt>
                <c:pt idx="60758">
                  <c:v>3</c:v>
                </c:pt>
                <c:pt idx="60759">
                  <c:v>2</c:v>
                </c:pt>
                <c:pt idx="60760">
                  <c:v>6</c:v>
                </c:pt>
                <c:pt idx="60761">
                  <c:v>5</c:v>
                </c:pt>
                <c:pt idx="60762">
                  <c:v>2</c:v>
                </c:pt>
                <c:pt idx="60763">
                  <c:v>4</c:v>
                </c:pt>
                <c:pt idx="60764">
                  <c:v>1</c:v>
                </c:pt>
                <c:pt idx="60765">
                  <c:v>4</c:v>
                </c:pt>
                <c:pt idx="60766">
                  <c:v>2</c:v>
                </c:pt>
                <c:pt idx="60767">
                  <c:v>3</c:v>
                </c:pt>
                <c:pt idx="60768">
                  <c:v>7</c:v>
                </c:pt>
                <c:pt idx="60769">
                  <c:v>2</c:v>
                </c:pt>
                <c:pt idx="60770">
                  <c:v>2</c:v>
                </c:pt>
                <c:pt idx="60771">
                  <c:v>2</c:v>
                </c:pt>
                <c:pt idx="60772">
                  <c:v>1</c:v>
                </c:pt>
                <c:pt idx="60773">
                  <c:v>2</c:v>
                </c:pt>
                <c:pt idx="60774">
                  <c:v>2</c:v>
                </c:pt>
                <c:pt idx="60775">
                  <c:v>2</c:v>
                </c:pt>
                <c:pt idx="60776">
                  <c:v>3</c:v>
                </c:pt>
                <c:pt idx="60777">
                  <c:v>1</c:v>
                </c:pt>
                <c:pt idx="60778">
                  <c:v>2</c:v>
                </c:pt>
                <c:pt idx="60779">
                  <c:v>1</c:v>
                </c:pt>
                <c:pt idx="60780">
                  <c:v>1</c:v>
                </c:pt>
                <c:pt idx="60781">
                  <c:v>3</c:v>
                </c:pt>
                <c:pt idx="60782">
                  <c:v>1</c:v>
                </c:pt>
                <c:pt idx="60783">
                  <c:v>4</c:v>
                </c:pt>
                <c:pt idx="60784">
                  <c:v>5</c:v>
                </c:pt>
                <c:pt idx="60785">
                  <c:v>4</c:v>
                </c:pt>
                <c:pt idx="60786">
                  <c:v>1</c:v>
                </c:pt>
                <c:pt idx="60787">
                  <c:v>3</c:v>
                </c:pt>
                <c:pt idx="60788">
                  <c:v>1</c:v>
                </c:pt>
                <c:pt idx="60789">
                  <c:v>2</c:v>
                </c:pt>
                <c:pt idx="60790">
                  <c:v>1</c:v>
                </c:pt>
                <c:pt idx="60791">
                  <c:v>3</c:v>
                </c:pt>
                <c:pt idx="60792">
                  <c:v>2</c:v>
                </c:pt>
                <c:pt idx="60793">
                  <c:v>3</c:v>
                </c:pt>
                <c:pt idx="60794">
                  <c:v>4</c:v>
                </c:pt>
                <c:pt idx="60795">
                  <c:v>1</c:v>
                </c:pt>
                <c:pt idx="60796">
                  <c:v>1</c:v>
                </c:pt>
                <c:pt idx="60797">
                  <c:v>3</c:v>
                </c:pt>
                <c:pt idx="60798">
                  <c:v>4</c:v>
                </c:pt>
                <c:pt idx="60799">
                  <c:v>1</c:v>
                </c:pt>
                <c:pt idx="60800">
                  <c:v>4</c:v>
                </c:pt>
                <c:pt idx="60801">
                  <c:v>1</c:v>
                </c:pt>
                <c:pt idx="60802">
                  <c:v>2</c:v>
                </c:pt>
                <c:pt idx="60803">
                  <c:v>1</c:v>
                </c:pt>
                <c:pt idx="60804">
                  <c:v>2</c:v>
                </c:pt>
                <c:pt idx="60805">
                  <c:v>1</c:v>
                </c:pt>
                <c:pt idx="60806">
                  <c:v>3</c:v>
                </c:pt>
                <c:pt idx="60807">
                  <c:v>10</c:v>
                </c:pt>
                <c:pt idx="60808">
                  <c:v>2</c:v>
                </c:pt>
                <c:pt idx="60809">
                  <c:v>1</c:v>
                </c:pt>
                <c:pt idx="60810">
                  <c:v>1</c:v>
                </c:pt>
                <c:pt idx="60811">
                  <c:v>1</c:v>
                </c:pt>
                <c:pt idx="60812">
                  <c:v>3</c:v>
                </c:pt>
                <c:pt idx="60813">
                  <c:v>2</c:v>
                </c:pt>
                <c:pt idx="60814">
                  <c:v>2</c:v>
                </c:pt>
                <c:pt idx="60815">
                  <c:v>3</c:v>
                </c:pt>
                <c:pt idx="60816">
                  <c:v>1</c:v>
                </c:pt>
                <c:pt idx="60817">
                  <c:v>1</c:v>
                </c:pt>
                <c:pt idx="60818">
                  <c:v>4</c:v>
                </c:pt>
                <c:pt idx="60819">
                  <c:v>4</c:v>
                </c:pt>
                <c:pt idx="60820">
                  <c:v>2</c:v>
                </c:pt>
                <c:pt idx="60821">
                  <c:v>3</c:v>
                </c:pt>
                <c:pt idx="60822">
                  <c:v>1</c:v>
                </c:pt>
                <c:pt idx="60823">
                  <c:v>3</c:v>
                </c:pt>
                <c:pt idx="60824">
                  <c:v>2</c:v>
                </c:pt>
                <c:pt idx="60825">
                  <c:v>1</c:v>
                </c:pt>
                <c:pt idx="60826">
                  <c:v>1</c:v>
                </c:pt>
                <c:pt idx="60827">
                  <c:v>4</c:v>
                </c:pt>
                <c:pt idx="60828">
                  <c:v>5</c:v>
                </c:pt>
                <c:pt idx="60829">
                  <c:v>3</c:v>
                </c:pt>
                <c:pt idx="60830">
                  <c:v>3</c:v>
                </c:pt>
                <c:pt idx="60831">
                  <c:v>3</c:v>
                </c:pt>
                <c:pt idx="60832">
                  <c:v>3</c:v>
                </c:pt>
                <c:pt idx="60833">
                  <c:v>1</c:v>
                </c:pt>
                <c:pt idx="60834">
                  <c:v>1</c:v>
                </c:pt>
                <c:pt idx="60835">
                  <c:v>8</c:v>
                </c:pt>
                <c:pt idx="60836">
                  <c:v>4</c:v>
                </c:pt>
                <c:pt idx="60837">
                  <c:v>3</c:v>
                </c:pt>
                <c:pt idx="60838">
                  <c:v>3</c:v>
                </c:pt>
                <c:pt idx="60839">
                  <c:v>5</c:v>
                </c:pt>
                <c:pt idx="60840">
                  <c:v>2</c:v>
                </c:pt>
                <c:pt idx="60841">
                  <c:v>2</c:v>
                </c:pt>
                <c:pt idx="60842">
                  <c:v>2</c:v>
                </c:pt>
                <c:pt idx="60843">
                  <c:v>3</c:v>
                </c:pt>
                <c:pt idx="60844">
                  <c:v>3</c:v>
                </c:pt>
                <c:pt idx="60845">
                  <c:v>1</c:v>
                </c:pt>
                <c:pt idx="60846">
                  <c:v>4</c:v>
                </c:pt>
                <c:pt idx="60847">
                  <c:v>1</c:v>
                </c:pt>
                <c:pt idx="60848">
                  <c:v>4</c:v>
                </c:pt>
                <c:pt idx="60849">
                  <c:v>5</c:v>
                </c:pt>
                <c:pt idx="60850">
                  <c:v>1</c:v>
                </c:pt>
                <c:pt idx="60851">
                  <c:v>2</c:v>
                </c:pt>
                <c:pt idx="60852">
                  <c:v>3</c:v>
                </c:pt>
                <c:pt idx="60853">
                  <c:v>2</c:v>
                </c:pt>
                <c:pt idx="60854">
                  <c:v>3</c:v>
                </c:pt>
                <c:pt idx="60855">
                  <c:v>2</c:v>
                </c:pt>
                <c:pt idx="60856">
                  <c:v>1</c:v>
                </c:pt>
                <c:pt idx="60857">
                  <c:v>1</c:v>
                </c:pt>
                <c:pt idx="60858">
                  <c:v>3</c:v>
                </c:pt>
                <c:pt idx="60859">
                  <c:v>2</c:v>
                </c:pt>
                <c:pt idx="60860">
                  <c:v>1</c:v>
                </c:pt>
                <c:pt idx="60861">
                  <c:v>2</c:v>
                </c:pt>
                <c:pt idx="60862">
                  <c:v>2</c:v>
                </c:pt>
                <c:pt idx="60863">
                  <c:v>3</c:v>
                </c:pt>
                <c:pt idx="60864">
                  <c:v>2</c:v>
                </c:pt>
                <c:pt idx="60865">
                  <c:v>2</c:v>
                </c:pt>
                <c:pt idx="60866">
                  <c:v>3</c:v>
                </c:pt>
                <c:pt idx="60867">
                  <c:v>1</c:v>
                </c:pt>
                <c:pt idx="60868">
                  <c:v>2</c:v>
                </c:pt>
                <c:pt idx="60869">
                  <c:v>4</c:v>
                </c:pt>
                <c:pt idx="60870">
                  <c:v>6</c:v>
                </c:pt>
                <c:pt idx="60871">
                  <c:v>2</c:v>
                </c:pt>
                <c:pt idx="60872">
                  <c:v>4</c:v>
                </c:pt>
                <c:pt idx="60873">
                  <c:v>5</c:v>
                </c:pt>
                <c:pt idx="60874">
                  <c:v>2</c:v>
                </c:pt>
                <c:pt idx="60875">
                  <c:v>3</c:v>
                </c:pt>
                <c:pt idx="60876">
                  <c:v>2</c:v>
                </c:pt>
                <c:pt idx="60877">
                  <c:v>2</c:v>
                </c:pt>
                <c:pt idx="60878">
                  <c:v>3</c:v>
                </c:pt>
                <c:pt idx="60879">
                  <c:v>2</c:v>
                </c:pt>
                <c:pt idx="60880">
                  <c:v>3</c:v>
                </c:pt>
                <c:pt idx="60881">
                  <c:v>3</c:v>
                </c:pt>
                <c:pt idx="60882">
                  <c:v>4</c:v>
                </c:pt>
                <c:pt idx="60883">
                  <c:v>2</c:v>
                </c:pt>
                <c:pt idx="60884">
                  <c:v>10</c:v>
                </c:pt>
                <c:pt idx="60885">
                  <c:v>2</c:v>
                </c:pt>
                <c:pt idx="60886">
                  <c:v>2</c:v>
                </c:pt>
                <c:pt idx="60887">
                  <c:v>1</c:v>
                </c:pt>
                <c:pt idx="60888">
                  <c:v>2</c:v>
                </c:pt>
                <c:pt idx="60889">
                  <c:v>4</c:v>
                </c:pt>
                <c:pt idx="60890">
                  <c:v>2</c:v>
                </c:pt>
                <c:pt idx="60891">
                  <c:v>3</c:v>
                </c:pt>
                <c:pt idx="60892">
                  <c:v>1</c:v>
                </c:pt>
                <c:pt idx="60893">
                  <c:v>3</c:v>
                </c:pt>
                <c:pt idx="60894">
                  <c:v>4</c:v>
                </c:pt>
                <c:pt idx="60895">
                  <c:v>3</c:v>
                </c:pt>
                <c:pt idx="60896">
                  <c:v>2</c:v>
                </c:pt>
                <c:pt idx="60897">
                  <c:v>2</c:v>
                </c:pt>
                <c:pt idx="60898">
                  <c:v>2</c:v>
                </c:pt>
                <c:pt idx="60899">
                  <c:v>1</c:v>
                </c:pt>
                <c:pt idx="60900">
                  <c:v>4</c:v>
                </c:pt>
                <c:pt idx="60901">
                  <c:v>1</c:v>
                </c:pt>
                <c:pt idx="60902">
                  <c:v>2</c:v>
                </c:pt>
                <c:pt idx="60903">
                  <c:v>4</c:v>
                </c:pt>
                <c:pt idx="60904">
                  <c:v>6</c:v>
                </c:pt>
                <c:pt idx="60905">
                  <c:v>2</c:v>
                </c:pt>
                <c:pt idx="60906">
                  <c:v>2</c:v>
                </c:pt>
                <c:pt idx="60907">
                  <c:v>2</c:v>
                </c:pt>
                <c:pt idx="60908">
                  <c:v>3</c:v>
                </c:pt>
                <c:pt idx="60909">
                  <c:v>4</c:v>
                </c:pt>
                <c:pt idx="60910">
                  <c:v>2</c:v>
                </c:pt>
                <c:pt idx="60911">
                  <c:v>4</c:v>
                </c:pt>
                <c:pt idx="60912">
                  <c:v>1</c:v>
                </c:pt>
                <c:pt idx="60913">
                  <c:v>1</c:v>
                </c:pt>
                <c:pt idx="60914">
                  <c:v>1</c:v>
                </c:pt>
                <c:pt idx="60915">
                  <c:v>6</c:v>
                </c:pt>
                <c:pt idx="60916">
                  <c:v>3</c:v>
                </c:pt>
                <c:pt idx="60917">
                  <c:v>2</c:v>
                </c:pt>
                <c:pt idx="60918">
                  <c:v>2</c:v>
                </c:pt>
                <c:pt idx="60919">
                  <c:v>3</c:v>
                </c:pt>
                <c:pt idx="60920">
                  <c:v>10</c:v>
                </c:pt>
                <c:pt idx="60921">
                  <c:v>3</c:v>
                </c:pt>
                <c:pt idx="60922">
                  <c:v>2</c:v>
                </c:pt>
                <c:pt idx="60923">
                  <c:v>5</c:v>
                </c:pt>
                <c:pt idx="60924">
                  <c:v>2</c:v>
                </c:pt>
                <c:pt idx="60925">
                  <c:v>4</c:v>
                </c:pt>
                <c:pt idx="60926">
                  <c:v>2</c:v>
                </c:pt>
                <c:pt idx="60927">
                  <c:v>-2</c:v>
                </c:pt>
                <c:pt idx="60928">
                  <c:v>2</c:v>
                </c:pt>
                <c:pt idx="60929">
                  <c:v>1</c:v>
                </c:pt>
                <c:pt idx="60930">
                  <c:v>7</c:v>
                </c:pt>
                <c:pt idx="60931">
                  <c:v>3</c:v>
                </c:pt>
                <c:pt idx="60932">
                  <c:v>2</c:v>
                </c:pt>
                <c:pt idx="60933">
                  <c:v>1</c:v>
                </c:pt>
                <c:pt idx="60934">
                  <c:v>1</c:v>
                </c:pt>
                <c:pt idx="60935">
                  <c:v>2</c:v>
                </c:pt>
                <c:pt idx="60936">
                  <c:v>1</c:v>
                </c:pt>
                <c:pt idx="60937">
                  <c:v>2</c:v>
                </c:pt>
                <c:pt idx="60938">
                  <c:v>2</c:v>
                </c:pt>
                <c:pt idx="60939">
                  <c:v>1</c:v>
                </c:pt>
                <c:pt idx="60940">
                  <c:v>1</c:v>
                </c:pt>
                <c:pt idx="60941">
                  <c:v>6</c:v>
                </c:pt>
                <c:pt idx="60942">
                  <c:v>2</c:v>
                </c:pt>
                <c:pt idx="60943">
                  <c:v>2</c:v>
                </c:pt>
                <c:pt idx="60944">
                  <c:v>2</c:v>
                </c:pt>
                <c:pt idx="60945">
                  <c:v>2</c:v>
                </c:pt>
                <c:pt idx="60946">
                  <c:v>5</c:v>
                </c:pt>
                <c:pt idx="60947">
                  <c:v>4</c:v>
                </c:pt>
                <c:pt idx="60948">
                  <c:v>2</c:v>
                </c:pt>
                <c:pt idx="60949">
                  <c:v>2</c:v>
                </c:pt>
                <c:pt idx="60950">
                  <c:v>2</c:v>
                </c:pt>
                <c:pt idx="60951">
                  <c:v>2</c:v>
                </c:pt>
                <c:pt idx="60952">
                  <c:v>2</c:v>
                </c:pt>
                <c:pt idx="60953">
                  <c:v>2</c:v>
                </c:pt>
                <c:pt idx="60954">
                  <c:v>3</c:v>
                </c:pt>
                <c:pt idx="60955">
                  <c:v>2</c:v>
                </c:pt>
                <c:pt idx="60956">
                  <c:v>10</c:v>
                </c:pt>
                <c:pt idx="60957">
                  <c:v>3</c:v>
                </c:pt>
                <c:pt idx="60958">
                  <c:v>3</c:v>
                </c:pt>
                <c:pt idx="60959">
                  <c:v>4</c:v>
                </c:pt>
                <c:pt idx="60960">
                  <c:v>2</c:v>
                </c:pt>
                <c:pt idx="60961">
                  <c:v>4</c:v>
                </c:pt>
                <c:pt idx="60962">
                  <c:v>9</c:v>
                </c:pt>
                <c:pt idx="60963">
                  <c:v>4</c:v>
                </c:pt>
                <c:pt idx="60964">
                  <c:v>2</c:v>
                </c:pt>
                <c:pt idx="60965">
                  <c:v>2</c:v>
                </c:pt>
                <c:pt idx="60966">
                  <c:v>2</c:v>
                </c:pt>
                <c:pt idx="60967">
                  <c:v>3</c:v>
                </c:pt>
                <c:pt idx="60968">
                  <c:v>2</c:v>
                </c:pt>
                <c:pt idx="60969">
                  <c:v>3</c:v>
                </c:pt>
                <c:pt idx="60970">
                  <c:v>3</c:v>
                </c:pt>
                <c:pt idx="60971">
                  <c:v>2</c:v>
                </c:pt>
                <c:pt idx="60972">
                  <c:v>4</c:v>
                </c:pt>
                <c:pt idx="60973">
                  <c:v>3</c:v>
                </c:pt>
                <c:pt idx="60974">
                  <c:v>2</c:v>
                </c:pt>
                <c:pt idx="60975">
                  <c:v>1</c:v>
                </c:pt>
                <c:pt idx="60976">
                  <c:v>3</c:v>
                </c:pt>
                <c:pt idx="60977">
                  <c:v>4</c:v>
                </c:pt>
                <c:pt idx="60978">
                  <c:v>2</c:v>
                </c:pt>
                <c:pt idx="60979">
                  <c:v>2</c:v>
                </c:pt>
                <c:pt idx="60980">
                  <c:v>3</c:v>
                </c:pt>
                <c:pt idx="60981">
                  <c:v>3</c:v>
                </c:pt>
                <c:pt idx="60982">
                  <c:v>2</c:v>
                </c:pt>
                <c:pt idx="60983">
                  <c:v>2</c:v>
                </c:pt>
                <c:pt idx="60984">
                  <c:v>5</c:v>
                </c:pt>
                <c:pt idx="60985">
                  <c:v>4</c:v>
                </c:pt>
                <c:pt idx="60986">
                  <c:v>3</c:v>
                </c:pt>
                <c:pt idx="60987">
                  <c:v>2</c:v>
                </c:pt>
                <c:pt idx="60988">
                  <c:v>2</c:v>
                </c:pt>
                <c:pt idx="60989">
                  <c:v>1</c:v>
                </c:pt>
                <c:pt idx="60990">
                  <c:v>1</c:v>
                </c:pt>
                <c:pt idx="60991">
                  <c:v>2</c:v>
                </c:pt>
                <c:pt idx="60992">
                  <c:v>2</c:v>
                </c:pt>
                <c:pt idx="60993">
                  <c:v>1</c:v>
                </c:pt>
                <c:pt idx="60994">
                  <c:v>2</c:v>
                </c:pt>
                <c:pt idx="60995">
                  <c:v>5</c:v>
                </c:pt>
                <c:pt idx="60996">
                  <c:v>3</c:v>
                </c:pt>
                <c:pt idx="60997">
                  <c:v>2</c:v>
                </c:pt>
                <c:pt idx="60998">
                  <c:v>3</c:v>
                </c:pt>
                <c:pt idx="60999">
                  <c:v>1</c:v>
                </c:pt>
                <c:pt idx="61000">
                  <c:v>1</c:v>
                </c:pt>
                <c:pt idx="61001">
                  <c:v>2</c:v>
                </c:pt>
                <c:pt idx="61002">
                  <c:v>3</c:v>
                </c:pt>
                <c:pt idx="61003">
                  <c:v>4</c:v>
                </c:pt>
                <c:pt idx="61004">
                  <c:v>2</c:v>
                </c:pt>
                <c:pt idx="61005">
                  <c:v>1</c:v>
                </c:pt>
                <c:pt idx="61006">
                  <c:v>1</c:v>
                </c:pt>
                <c:pt idx="61007">
                  <c:v>2</c:v>
                </c:pt>
                <c:pt idx="61008">
                  <c:v>7</c:v>
                </c:pt>
                <c:pt idx="61009">
                  <c:v>3</c:v>
                </c:pt>
                <c:pt idx="61010">
                  <c:v>3</c:v>
                </c:pt>
                <c:pt idx="61011">
                  <c:v>2</c:v>
                </c:pt>
                <c:pt idx="61012">
                  <c:v>2</c:v>
                </c:pt>
                <c:pt idx="61013">
                  <c:v>3</c:v>
                </c:pt>
                <c:pt idx="61014">
                  <c:v>1</c:v>
                </c:pt>
                <c:pt idx="61015">
                  <c:v>-1</c:v>
                </c:pt>
                <c:pt idx="61016">
                  <c:v>5</c:v>
                </c:pt>
                <c:pt idx="61017">
                  <c:v>1</c:v>
                </c:pt>
                <c:pt idx="61018">
                  <c:v>3</c:v>
                </c:pt>
                <c:pt idx="61019">
                  <c:v>2</c:v>
                </c:pt>
                <c:pt idx="61020">
                  <c:v>2</c:v>
                </c:pt>
                <c:pt idx="61021">
                  <c:v>2</c:v>
                </c:pt>
                <c:pt idx="61022">
                  <c:v>4</c:v>
                </c:pt>
                <c:pt idx="61023">
                  <c:v>3</c:v>
                </c:pt>
                <c:pt idx="61024">
                  <c:v>1</c:v>
                </c:pt>
                <c:pt idx="61025">
                  <c:v>3</c:v>
                </c:pt>
                <c:pt idx="61026">
                  <c:v>3</c:v>
                </c:pt>
                <c:pt idx="61027">
                  <c:v>1</c:v>
                </c:pt>
                <c:pt idx="61028">
                  <c:v>2</c:v>
                </c:pt>
                <c:pt idx="61029">
                  <c:v>2</c:v>
                </c:pt>
                <c:pt idx="61030">
                  <c:v>2</c:v>
                </c:pt>
                <c:pt idx="61031">
                  <c:v>2</c:v>
                </c:pt>
                <c:pt idx="61032">
                  <c:v>3</c:v>
                </c:pt>
                <c:pt idx="61033">
                  <c:v>4</c:v>
                </c:pt>
                <c:pt idx="61034">
                  <c:v>2</c:v>
                </c:pt>
                <c:pt idx="61035">
                  <c:v>1</c:v>
                </c:pt>
                <c:pt idx="61036">
                  <c:v>6</c:v>
                </c:pt>
                <c:pt idx="61037">
                  <c:v>2</c:v>
                </c:pt>
                <c:pt idx="61038">
                  <c:v>2</c:v>
                </c:pt>
                <c:pt idx="61039">
                  <c:v>4</c:v>
                </c:pt>
                <c:pt idx="61040">
                  <c:v>2</c:v>
                </c:pt>
                <c:pt idx="61041">
                  <c:v>3</c:v>
                </c:pt>
                <c:pt idx="61042">
                  <c:v>2</c:v>
                </c:pt>
                <c:pt idx="61043">
                  <c:v>1</c:v>
                </c:pt>
                <c:pt idx="61044">
                  <c:v>2</c:v>
                </c:pt>
                <c:pt idx="61045">
                  <c:v>2</c:v>
                </c:pt>
                <c:pt idx="61046">
                  <c:v>3</c:v>
                </c:pt>
                <c:pt idx="61047">
                  <c:v>1</c:v>
                </c:pt>
                <c:pt idx="61048">
                  <c:v>2</c:v>
                </c:pt>
                <c:pt idx="61049">
                  <c:v>2</c:v>
                </c:pt>
                <c:pt idx="61050">
                  <c:v>3</c:v>
                </c:pt>
                <c:pt idx="61051">
                  <c:v>3</c:v>
                </c:pt>
                <c:pt idx="61052">
                  <c:v>3</c:v>
                </c:pt>
                <c:pt idx="61053">
                  <c:v>2</c:v>
                </c:pt>
                <c:pt idx="61054">
                  <c:v>3</c:v>
                </c:pt>
                <c:pt idx="61055">
                  <c:v>1</c:v>
                </c:pt>
                <c:pt idx="61056">
                  <c:v>6</c:v>
                </c:pt>
                <c:pt idx="61057">
                  <c:v>2</c:v>
                </c:pt>
                <c:pt idx="61058">
                  <c:v>3</c:v>
                </c:pt>
                <c:pt idx="61059">
                  <c:v>4</c:v>
                </c:pt>
                <c:pt idx="61060">
                  <c:v>2</c:v>
                </c:pt>
                <c:pt idx="61061">
                  <c:v>2</c:v>
                </c:pt>
                <c:pt idx="61062">
                  <c:v>3</c:v>
                </c:pt>
                <c:pt idx="61063">
                  <c:v>2</c:v>
                </c:pt>
                <c:pt idx="61064">
                  <c:v>2</c:v>
                </c:pt>
                <c:pt idx="61065">
                  <c:v>2</c:v>
                </c:pt>
                <c:pt idx="61066">
                  <c:v>3</c:v>
                </c:pt>
                <c:pt idx="61067">
                  <c:v>2</c:v>
                </c:pt>
                <c:pt idx="61068">
                  <c:v>6</c:v>
                </c:pt>
                <c:pt idx="61069">
                  <c:v>4</c:v>
                </c:pt>
                <c:pt idx="61070">
                  <c:v>1</c:v>
                </c:pt>
                <c:pt idx="61071">
                  <c:v>2</c:v>
                </c:pt>
                <c:pt idx="61072">
                  <c:v>2</c:v>
                </c:pt>
                <c:pt idx="61073">
                  <c:v>2</c:v>
                </c:pt>
                <c:pt idx="61074">
                  <c:v>2</c:v>
                </c:pt>
                <c:pt idx="61075">
                  <c:v>2</c:v>
                </c:pt>
                <c:pt idx="61076">
                  <c:v>10</c:v>
                </c:pt>
                <c:pt idx="61077">
                  <c:v>3</c:v>
                </c:pt>
                <c:pt idx="61078">
                  <c:v>4</c:v>
                </c:pt>
                <c:pt idx="61079">
                  <c:v>1</c:v>
                </c:pt>
                <c:pt idx="61080">
                  <c:v>4</c:v>
                </c:pt>
                <c:pt idx="61081">
                  <c:v>2</c:v>
                </c:pt>
                <c:pt idx="61082">
                  <c:v>1</c:v>
                </c:pt>
                <c:pt idx="61083">
                  <c:v>1</c:v>
                </c:pt>
                <c:pt idx="61084">
                  <c:v>7</c:v>
                </c:pt>
                <c:pt idx="61085">
                  <c:v>1</c:v>
                </c:pt>
                <c:pt idx="61086">
                  <c:v>8</c:v>
                </c:pt>
                <c:pt idx="61087">
                  <c:v>2</c:v>
                </c:pt>
                <c:pt idx="61088">
                  <c:v>2</c:v>
                </c:pt>
                <c:pt idx="61089">
                  <c:v>3</c:v>
                </c:pt>
                <c:pt idx="61090">
                  <c:v>4</c:v>
                </c:pt>
                <c:pt idx="61091">
                  <c:v>3</c:v>
                </c:pt>
                <c:pt idx="61092">
                  <c:v>2</c:v>
                </c:pt>
                <c:pt idx="61093">
                  <c:v>5</c:v>
                </c:pt>
                <c:pt idx="61094">
                  <c:v>3</c:v>
                </c:pt>
                <c:pt idx="61095">
                  <c:v>4</c:v>
                </c:pt>
                <c:pt idx="61096">
                  <c:v>6</c:v>
                </c:pt>
                <c:pt idx="61097">
                  <c:v>3</c:v>
                </c:pt>
                <c:pt idx="61098">
                  <c:v>15</c:v>
                </c:pt>
                <c:pt idx="61099">
                  <c:v>2</c:v>
                </c:pt>
                <c:pt idx="61100">
                  <c:v>1</c:v>
                </c:pt>
                <c:pt idx="61101">
                  <c:v>2</c:v>
                </c:pt>
                <c:pt idx="61102">
                  <c:v>2</c:v>
                </c:pt>
                <c:pt idx="61103">
                  <c:v>2</c:v>
                </c:pt>
                <c:pt idx="61104">
                  <c:v>1</c:v>
                </c:pt>
                <c:pt idx="61105">
                  <c:v>2</c:v>
                </c:pt>
                <c:pt idx="61106">
                  <c:v>1</c:v>
                </c:pt>
                <c:pt idx="61107">
                  <c:v>2</c:v>
                </c:pt>
                <c:pt idx="61108">
                  <c:v>2</c:v>
                </c:pt>
                <c:pt idx="61109">
                  <c:v>2</c:v>
                </c:pt>
                <c:pt idx="61110">
                  <c:v>4</c:v>
                </c:pt>
                <c:pt idx="61111">
                  <c:v>1</c:v>
                </c:pt>
                <c:pt idx="61112">
                  <c:v>1</c:v>
                </c:pt>
                <c:pt idx="61113">
                  <c:v>1</c:v>
                </c:pt>
                <c:pt idx="61114">
                  <c:v>2</c:v>
                </c:pt>
                <c:pt idx="61115">
                  <c:v>2</c:v>
                </c:pt>
                <c:pt idx="61116">
                  <c:v>2</c:v>
                </c:pt>
                <c:pt idx="61117">
                  <c:v>3</c:v>
                </c:pt>
                <c:pt idx="61118">
                  <c:v>4</c:v>
                </c:pt>
                <c:pt idx="61119">
                  <c:v>2</c:v>
                </c:pt>
                <c:pt idx="61120">
                  <c:v>1</c:v>
                </c:pt>
                <c:pt idx="61121">
                  <c:v>2</c:v>
                </c:pt>
                <c:pt idx="61122">
                  <c:v>3</c:v>
                </c:pt>
                <c:pt idx="61123">
                  <c:v>3</c:v>
                </c:pt>
                <c:pt idx="61124">
                  <c:v>2</c:v>
                </c:pt>
                <c:pt idx="61125">
                  <c:v>1</c:v>
                </c:pt>
                <c:pt idx="61126">
                  <c:v>2</c:v>
                </c:pt>
                <c:pt idx="61127">
                  <c:v>3</c:v>
                </c:pt>
                <c:pt idx="61128">
                  <c:v>1</c:v>
                </c:pt>
                <c:pt idx="61129">
                  <c:v>4</c:v>
                </c:pt>
                <c:pt idx="61130">
                  <c:v>6</c:v>
                </c:pt>
                <c:pt idx="61131">
                  <c:v>3</c:v>
                </c:pt>
                <c:pt idx="61132">
                  <c:v>7</c:v>
                </c:pt>
                <c:pt idx="61133">
                  <c:v>3</c:v>
                </c:pt>
                <c:pt idx="61134">
                  <c:v>1</c:v>
                </c:pt>
                <c:pt idx="61135">
                  <c:v>1</c:v>
                </c:pt>
                <c:pt idx="61136">
                  <c:v>3</c:v>
                </c:pt>
                <c:pt idx="61137">
                  <c:v>3</c:v>
                </c:pt>
                <c:pt idx="61138">
                  <c:v>1</c:v>
                </c:pt>
                <c:pt idx="61139">
                  <c:v>8</c:v>
                </c:pt>
                <c:pt idx="61140">
                  <c:v>6</c:v>
                </c:pt>
                <c:pt idx="61141">
                  <c:v>4</c:v>
                </c:pt>
                <c:pt idx="61142">
                  <c:v>2</c:v>
                </c:pt>
                <c:pt idx="61143">
                  <c:v>4</c:v>
                </c:pt>
                <c:pt idx="61144">
                  <c:v>4</c:v>
                </c:pt>
                <c:pt idx="61145">
                  <c:v>3</c:v>
                </c:pt>
                <c:pt idx="61146">
                  <c:v>2</c:v>
                </c:pt>
                <c:pt idx="61147">
                  <c:v>4</c:v>
                </c:pt>
                <c:pt idx="61148">
                  <c:v>3</c:v>
                </c:pt>
                <c:pt idx="61149">
                  <c:v>2</c:v>
                </c:pt>
                <c:pt idx="61150">
                  <c:v>1</c:v>
                </c:pt>
                <c:pt idx="61151">
                  <c:v>2</c:v>
                </c:pt>
                <c:pt idx="61152">
                  <c:v>4</c:v>
                </c:pt>
                <c:pt idx="61153">
                  <c:v>2</c:v>
                </c:pt>
                <c:pt idx="61154">
                  <c:v>1</c:v>
                </c:pt>
                <c:pt idx="61155">
                  <c:v>3</c:v>
                </c:pt>
                <c:pt idx="61156">
                  <c:v>2</c:v>
                </c:pt>
                <c:pt idx="61157">
                  <c:v>3</c:v>
                </c:pt>
                <c:pt idx="61158">
                  <c:v>3</c:v>
                </c:pt>
                <c:pt idx="61159">
                  <c:v>2</c:v>
                </c:pt>
                <c:pt idx="61160">
                  <c:v>3</c:v>
                </c:pt>
                <c:pt idx="61161">
                  <c:v>2</c:v>
                </c:pt>
                <c:pt idx="61162">
                  <c:v>1</c:v>
                </c:pt>
                <c:pt idx="61163">
                  <c:v>4</c:v>
                </c:pt>
                <c:pt idx="61164">
                  <c:v>3</c:v>
                </c:pt>
                <c:pt idx="61165">
                  <c:v>3</c:v>
                </c:pt>
                <c:pt idx="61166">
                  <c:v>1</c:v>
                </c:pt>
                <c:pt idx="61167">
                  <c:v>2</c:v>
                </c:pt>
                <c:pt idx="61168">
                  <c:v>2</c:v>
                </c:pt>
                <c:pt idx="61169">
                  <c:v>3</c:v>
                </c:pt>
                <c:pt idx="61170">
                  <c:v>2</c:v>
                </c:pt>
                <c:pt idx="61171">
                  <c:v>3</c:v>
                </c:pt>
                <c:pt idx="61172">
                  <c:v>4</c:v>
                </c:pt>
                <c:pt idx="61173">
                  <c:v>2</c:v>
                </c:pt>
                <c:pt idx="61174">
                  <c:v>4</c:v>
                </c:pt>
                <c:pt idx="61175">
                  <c:v>1</c:v>
                </c:pt>
                <c:pt idx="61176">
                  <c:v>3</c:v>
                </c:pt>
                <c:pt idx="61177">
                  <c:v>1</c:v>
                </c:pt>
                <c:pt idx="61178">
                  <c:v>2</c:v>
                </c:pt>
                <c:pt idx="61179">
                  <c:v>2</c:v>
                </c:pt>
                <c:pt idx="61180">
                  <c:v>4</c:v>
                </c:pt>
                <c:pt idx="61181">
                  <c:v>5</c:v>
                </c:pt>
                <c:pt idx="61182">
                  <c:v>4</c:v>
                </c:pt>
                <c:pt idx="61183">
                  <c:v>2</c:v>
                </c:pt>
                <c:pt idx="61184">
                  <c:v>3</c:v>
                </c:pt>
                <c:pt idx="61185">
                  <c:v>4</c:v>
                </c:pt>
                <c:pt idx="61186">
                  <c:v>-1</c:v>
                </c:pt>
                <c:pt idx="61187">
                  <c:v>-2</c:v>
                </c:pt>
                <c:pt idx="61188">
                  <c:v>2</c:v>
                </c:pt>
                <c:pt idx="61189">
                  <c:v>2</c:v>
                </c:pt>
                <c:pt idx="61190">
                  <c:v>4</c:v>
                </c:pt>
                <c:pt idx="61191">
                  <c:v>13</c:v>
                </c:pt>
                <c:pt idx="61192">
                  <c:v>-2</c:v>
                </c:pt>
                <c:pt idx="61193">
                  <c:v>3</c:v>
                </c:pt>
                <c:pt idx="61194">
                  <c:v>4</c:v>
                </c:pt>
                <c:pt idx="61195">
                  <c:v>2</c:v>
                </c:pt>
                <c:pt idx="61196">
                  <c:v>5</c:v>
                </c:pt>
                <c:pt idx="61197">
                  <c:v>2</c:v>
                </c:pt>
                <c:pt idx="61198">
                  <c:v>1</c:v>
                </c:pt>
                <c:pt idx="61199">
                  <c:v>1</c:v>
                </c:pt>
                <c:pt idx="61200">
                  <c:v>3</c:v>
                </c:pt>
                <c:pt idx="61201">
                  <c:v>4</c:v>
                </c:pt>
                <c:pt idx="61202">
                  <c:v>3</c:v>
                </c:pt>
                <c:pt idx="61203">
                  <c:v>1</c:v>
                </c:pt>
                <c:pt idx="61204">
                  <c:v>3</c:v>
                </c:pt>
                <c:pt idx="61205">
                  <c:v>1</c:v>
                </c:pt>
                <c:pt idx="61206">
                  <c:v>5</c:v>
                </c:pt>
                <c:pt idx="61207">
                  <c:v>2</c:v>
                </c:pt>
                <c:pt idx="61208">
                  <c:v>6</c:v>
                </c:pt>
                <c:pt idx="61209">
                  <c:v>2</c:v>
                </c:pt>
                <c:pt idx="61210">
                  <c:v>3</c:v>
                </c:pt>
                <c:pt idx="61211">
                  <c:v>4</c:v>
                </c:pt>
                <c:pt idx="61212">
                  <c:v>4</c:v>
                </c:pt>
                <c:pt idx="61213">
                  <c:v>1</c:v>
                </c:pt>
                <c:pt idx="61214">
                  <c:v>1</c:v>
                </c:pt>
                <c:pt idx="61215">
                  <c:v>2</c:v>
                </c:pt>
                <c:pt idx="61216">
                  <c:v>1</c:v>
                </c:pt>
                <c:pt idx="61217">
                  <c:v>1</c:v>
                </c:pt>
                <c:pt idx="61218">
                  <c:v>6</c:v>
                </c:pt>
                <c:pt idx="61219">
                  <c:v>4</c:v>
                </c:pt>
                <c:pt idx="61220">
                  <c:v>2</c:v>
                </c:pt>
                <c:pt idx="61221">
                  <c:v>3</c:v>
                </c:pt>
                <c:pt idx="61222">
                  <c:v>1</c:v>
                </c:pt>
                <c:pt idx="61223">
                  <c:v>2</c:v>
                </c:pt>
                <c:pt idx="61224">
                  <c:v>2</c:v>
                </c:pt>
                <c:pt idx="61225">
                  <c:v>3</c:v>
                </c:pt>
                <c:pt idx="61226">
                  <c:v>3</c:v>
                </c:pt>
                <c:pt idx="61227">
                  <c:v>1</c:v>
                </c:pt>
                <c:pt idx="61228">
                  <c:v>4</c:v>
                </c:pt>
                <c:pt idx="61229">
                  <c:v>2</c:v>
                </c:pt>
                <c:pt idx="61230">
                  <c:v>8</c:v>
                </c:pt>
                <c:pt idx="61231">
                  <c:v>4</c:v>
                </c:pt>
                <c:pt idx="61232">
                  <c:v>3</c:v>
                </c:pt>
                <c:pt idx="61233">
                  <c:v>2</c:v>
                </c:pt>
                <c:pt idx="61234">
                  <c:v>2</c:v>
                </c:pt>
                <c:pt idx="61235">
                  <c:v>4</c:v>
                </c:pt>
                <c:pt idx="61236">
                  <c:v>4</c:v>
                </c:pt>
                <c:pt idx="61237">
                  <c:v>5</c:v>
                </c:pt>
                <c:pt idx="61238">
                  <c:v>4</c:v>
                </c:pt>
                <c:pt idx="61239">
                  <c:v>2</c:v>
                </c:pt>
                <c:pt idx="61240">
                  <c:v>3</c:v>
                </c:pt>
                <c:pt idx="61241">
                  <c:v>4</c:v>
                </c:pt>
                <c:pt idx="61242">
                  <c:v>2</c:v>
                </c:pt>
                <c:pt idx="61243">
                  <c:v>2</c:v>
                </c:pt>
                <c:pt idx="61244">
                  <c:v>8</c:v>
                </c:pt>
                <c:pt idx="61245">
                  <c:v>3</c:v>
                </c:pt>
                <c:pt idx="61246">
                  <c:v>2</c:v>
                </c:pt>
                <c:pt idx="61247">
                  <c:v>1</c:v>
                </c:pt>
                <c:pt idx="61248">
                  <c:v>2</c:v>
                </c:pt>
                <c:pt idx="61249">
                  <c:v>4</c:v>
                </c:pt>
                <c:pt idx="61250">
                  <c:v>6</c:v>
                </c:pt>
                <c:pt idx="61251">
                  <c:v>2</c:v>
                </c:pt>
                <c:pt idx="61252">
                  <c:v>1</c:v>
                </c:pt>
                <c:pt idx="61253">
                  <c:v>2</c:v>
                </c:pt>
                <c:pt idx="61254">
                  <c:v>3</c:v>
                </c:pt>
                <c:pt idx="61255">
                  <c:v>3</c:v>
                </c:pt>
                <c:pt idx="61256">
                  <c:v>1</c:v>
                </c:pt>
                <c:pt idx="61257">
                  <c:v>2</c:v>
                </c:pt>
                <c:pt idx="61258">
                  <c:v>3</c:v>
                </c:pt>
                <c:pt idx="61259">
                  <c:v>3</c:v>
                </c:pt>
                <c:pt idx="61260">
                  <c:v>2</c:v>
                </c:pt>
                <c:pt idx="61261">
                  <c:v>2</c:v>
                </c:pt>
                <c:pt idx="61262">
                  <c:v>2</c:v>
                </c:pt>
                <c:pt idx="61263">
                  <c:v>5</c:v>
                </c:pt>
                <c:pt idx="61264">
                  <c:v>3</c:v>
                </c:pt>
                <c:pt idx="61265">
                  <c:v>11</c:v>
                </c:pt>
                <c:pt idx="61266">
                  <c:v>4</c:v>
                </c:pt>
                <c:pt idx="61267">
                  <c:v>4</c:v>
                </c:pt>
                <c:pt idx="61268">
                  <c:v>1</c:v>
                </c:pt>
                <c:pt idx="61269">
                  <c:v>2</c:v>
                </c:pt>
                <c:pt idx="61270">
                  <c:v>2</c:v>
                </c:pt>
                <c:pt idx="61271">
                  <c:v>1</c:v>
                </c:pt>
                <c:pt idx="61272">
                  <c:v>1</c:v>
                </c:pt>
                <c:pt idx="61273">
                  <c:v>-1</c:v>
                </c:pt>
                <c:pt idx="61274">
                  <c:v>3</c:v>
                </c:pt>
                <c:pt idx="61275">
                  <c:v>2</c:v>
                </c:pt>
                <c:pt idx="61276">
                  <c:v>-1</c:v>
                </c:pt>
                <c:pt idx="61277">
                  <c:v>1</c:v>
                </c:pt>
                <c:pt idx="61278">
                  <c:v>3</c:v>
                </c:pt>
                <c:pt idx="61279">
                  <c:v>2</c:v>
                </c:pt>
                <c:pt idx="61280">
                  <c:v>1</c:v>
                </c:pt>
                <c:pt idx="61281">
                  <c:v>70</c:v>
                </c:pt>
                <c:pt idx="61282">
                  <c:v>1</c:v>
                </c:pt>
                <c:pt idx="61283">
                  <c:v>2</c:v>
                </c:pt>
                <c:pt idx="61284">
                  <c:v>5</c:v>
                </c:pt>
                <c:pt idx="61285">
                  <c:v>2</c:v>
                </c:pt>
                <c:pt idx="61286">
                  <c:v>1</c:v>
                </c:pt>
                <c:pt idx="61287">
                  <c:v>3</c:v>
                </c:pt>
                <c:pt idx="61288">
                  <c:v>1</c:v>
                </c:pt>
                <c:pt idx="61289">
                  <c:v>2</c:v>
                </c:pt>
                <c:pt idx="61290">
                  <c:v>3</c:v>
                </c:pt>
                <c:pt idx="61291">
                  <c:v>3</c:v>
                </c:pt>
                <c:pt idx="61292">
                  <c:v>2</c:v>
                </c:pt>
                <c:pt idx="61293">
                  <c:v>1</c:v>
                </c:pt>
                <c:pt idx="61294">
                  <c:v>1</c:v>
                </c:pt>
                <c:pt idx="61295">
                  <c:v>2</c:v>
                </c:pt>
                <c:pt idx="61296">
                  <c:v>5</c:v>
                </c:pt>
                <c:pt idx="61297">
                  <c:v>1</c:v>
                </c:pt>
                <c:pt idx="61298">
                  <c:v>1</c:v>
                </c:pt>
                <c:pt idx="61299">
                  <c:v>2</c:v>
                </c:pt>
                <c:pt idx="61300">
                  <c:v>8</c:v>
                </c:pt>
                <c:pt idx="61301">
                  <c:v>4</c:v>
                </c:pt>
                <c:pt idx="61302">
                  <c:v>2</c:v>
                </c:pt>
                <c:pt idx="61303">
                  <c:v>2</c:v>
                </c:pt>
                <c:pt idx="61304">
                  <c:v>2</c:v>
                </c:pt>
                <c:pt idx="61305">
                  <c:v>2</c:v>
                </c:pt>
                <c:pt idx="61306">
                  <c:v>2</c:v>
                </c:pt>
                <c:pt idx="61307">
                  <c:v>2</c:v>
                </c:pt>
                <c:pt idx="61308">
                  <c:v>4</c:v>
                </c:pt>
                <c:pt idx="61309">
                  <c:v>14</c:v>
                </c:pt>
                <c:pt idx="61310">
                  <c:v>2</c:v>
                </c:pt>
                <c:pt idx="61311">
                  <c:v>1</c:v>
                </c:pt>
                <c:pt idx="61312">
                  <c:v>4</c:v>
                </c:pt>
                <c:pt idx="61313">
                  <c:v>2</c:v>
                </c:pt>
                <c:pt idx="61314">
                  <c:v>2</c:v>
                </c:pt>
                <c:pt idx="61315">
                  <c:v>2</c:v>
                </c:pt>
                <c:pt idx="61316">
                  <c:v>2</c:v>
                </c:pt>
                <c:pt idx="61317">
                  <c:v>3</c:v>
                </c:pt>
                <c:pt idx="61318">
                  <c:v>1</c:v>
                </c:pt>
                <c:pt idx="61319">
                  <c:v>1</c:v>
                </c:pt>
                <c:pt idx="61320">
                  <c:v>1</c:v>
                </c:pt>
                <c:pt idx="61321">
                  <c:v>1</c:v>
                </c:pt>
                <c:pt idx="61322">
                  <c:v>3</c:v>
                </c:pt>
                <c:pt idx="61323">
                  <c:v>6</c:v>
                </c:pt>
                <c:pt idx="61324">
                  <c:v>2</c:v>
                </c:pt>
                <c:pt idx="61325">
                  <c:v>2</c:v>
                </c:pt>
                <c:pt idx="61326">
                  <c:v>2</c:v>
                </c:pt>
                <c:pt idx="61327">
                  <c:v>2</c:v>
                </c:pt>
                <c:pt idx="61328">
                  <c:v>2</c:v>
                </c:pt>
                <c:pt idx="61329">
                  <c:v>1</c:v>
                </c:pt>
                <c:pt idx="61330">
                  <c:v>1</c:v>
                </c:pt>
                <c:pt idx="61331">
                  <c:v>4</c:v>
                </c:pt>
                <c:pt idx="61332">
                  <c:v>4</c:v>
                </c:pt>
                <c:pt idx="61333">
                  <c:v>1</c:v>
                </c:pt>
                <c:pt idx="61334">
                  <c:v>2</c:v>
                </c:pt>
                <c:pt idx="61335">
                  <c:v>3</c:v>
                </c:pt>
                <c:pt idx="61336">
                  <c:v>2</c:v>
                </c:pt>
                <c:pt idx="61337">
                  <c:v>8</c:v>
                </c:pt>
                <c:pt idx="61338">
                  <c:v>1</c:v>
                </c:pt>
                <c:pt idx="61339">
                  <c:v>5</c:v>
                </c:pt>
                <c:pt idx="61340">
                  <c:v>2</c:v>
                </c:pt>
                <c:pt idx="61341">
                  <c:v>8</c:v>
                </c:pt>
                <c:pt idx="61342">
                  <c:v>2</c:v>
                </c:pt>
                <c:pt idx="61343">
                  <c:v>2</c:v>
                </c:pt>
                <c:pt idx="61344">
                  <c:v>2</c:v>
                </c:pt>
                <c:pt idx="61345">
                  <c:v>3</c:v>
                </c:pt>
                <c:pt idx="61346">
                  <c:v>1</c:v>
                </c:pt>
                <c:pt idx="61347">
                  <c:v>2</c:v>
                </c:pt>
                <c:pt idx="61348">
                  <c:v>3</c:v>
                </c:pt>
                <c:pt idx="61349">
                  <c:v>6</c:v>
                </c:pt>
                <c:pt idx="61350">
                  <c:v>2</c:v>
                </c:pt>
                <c:pt idx="61351">
                  <c:v>2</c:v>
                </c:pt>
                <c:pt idx="61352">
                  <c:v>2</c:v>
                </c:pt>
                <c:pt idx="61353">
                  <c:v>3</c:v>
                </c:pt>
                <c:pt idx="61354">
                  <c:v>1</c:v>
                </c:pt>
                <c:pt idx="61355">
                  <c:v>3</c:v>
                </c:pt>
                <c:pt idx="61356">
                  <c:v>2</c:v>
                </c:pt>
                <c:pt idx="61357">
                  <c:v>2</c:v>
                </c:pt>
                <c:pt idx="61358">
                  <c:v>4</c:v>
                </c:pt>
                <c:pt idx="61359">
                  <c:v>0</c:v>
                </c:pt>
                <c:pt idx="61360">
                  <c:v>4</c:v>
                </c:pt>
                <c:pt idx="61361">
                  <c:v>1</c:v>
                </c:pt>
                <c:pt idx="61362">
                  <c:v>3</c:v>
                </c:pt>
                <c:pt idx="61363">
                  <c:v>2</c:v>
                </c:pt>
                <c:pt idx="61364">
                  <c:v>4</c:v>
                </c:pt>
                <c:pt idx="61365">
                  <c:v>2</c:v>
                </c:pt>
                <c:pt idx="61366">
                  <c:v>-2</c:v>
                </c:pt>
                <c:pt idx="61367">
                  <c:v>2</c:v>
                </c:pt>
                <c:pt idx="61368">
                  <c:v>2</c:v>
                </c:pt>
                <c:pt idx="61369">
                  <c:v>-2</c:v>
                </c:pt>
                <c:pt idx="61370">
                  <c:v>1</c:v>
                </c:pt>
                <c:pt idx="61371">
                  <c:v>1</c:v>
                </c:pt>
                <c:pt idx="61372">
                  <c:v>2</c:v>
                </c:pt>
                <c:pt idx="61373">
                  <c:v>1</c:v>
                </c:pt>
                <c:pt idx="61374">
                  <c:v>4</c:v>
                </c:pt>
                <c:pt idx="61375">
                  <c:v>3</c:v>
                </c:pt>
                <c:pt idx="61376">
                  <c:v>2</c:v>
                </c:pt>
                <c:pt idx="61377">
                  <c:v>1</c:v>
                </c:pt>
                <c:pt idx="61378">
                  <c:v>10</c:v>
                </c:pt>
                <c:pt idx="61379">
                  <c:v>2</c:v>
                </c:pt>
                <c:pt idx="61380">
                  <c:v>1</c:v>
                </c:pt>
                <c:pt idx="61381">
                  <c:v>2</c:v>
                </c:pt>
                <c:pt idx="61382">
                  <c:v>2</c:v>
                </c:pt>
                <c:pt idx="61383">
                  <c:v>5</c:v>
                </c:pt>
                <c:pt idx="61384">
                  <c:v>3</c:v>
                </c:pt>
                <c:pt idx="61385">
                  <c:v>3</c:v>
                </c:pt>
                <c:pt idx="61386">
                  <c:v>2</c:v>
                </c:pt>
                <c:pt idx="61387">
                  <c:v>4</c:v>
                </c:pt>
                <c:pt idx="61388">
                  <c:v>2</c:v>
                </c:pt>
                <c:pt idx="61389">
                  <c:v>2</c:v>
                </c:pt>
                <c:pt idx="61390">
                  <c:v>3</c:v>
                </c:pt>
                <c:pt idx="61391">
                  <c:v>3</c:v>
                </c:pt>
                <c:pt idx="61392">
                  <c:v>5</c:v>
                </c:pt>
                <c:pt idx="61393">
                  <c:v>3</c:v>
                </c:pt>
                <c:pt idx="61394">
                  <c:v>3</c:v>
                </c:pt>
                <c:pt idx="61395">
                  <c:v>2</c:v>
                </c:pt>
                <c:pt idx="61396">
                  <c:v>1</c:v>
                </c:pt>
                <c:pt idx="61397">
                  <c:v>2</c:v>
                </c:pt>
                <c:pt idx="61398">
                  <c:v>1</c:v>
                </c:pt>
                <c:pt idx="61399">
                  <c:v>7</c:v>
                </c:pt>
                <c:pt idx="61400">
                  <c:v>2</c:v>
                </c:pt>
                <c:pt idx="61401">
                  <c:v>3</c:v>
                </c:pt>
                <c:pt idx="61402">
                  <c:v>3</c:v>
                </c:pt>
                <c:pt idx="61403">
                  <c:v>5</c:v>
                </c:pt>
                <c:pt idx="61404">
                  <c:v>6</c:v>
                </c:pt>
                <c:pt idx="61405">
                  <c:v>3</c:v>
                </c:pt>
                <c:pt idx="61406">
                  <c:v>2</c:v>
                </c:pt>
                <c:pt idx="61407">
                  <c:v>2</c:v>
                </c:pt>
                <c:pt idx="61408">
                  <c:v>3</c:v>
                </c:pt>
                <c:pt idx="61409">
                  <c:v>3</c:v>
                </c:pt>
                <c:pt idx="61410">
                  <c:v>9</c:v>
                </c:pt>
                <c:pt idx="61411">
                  <c:v>1</c:v>
                </c:pt>
                <c:pt idx="61412">
                  <c:v>1</c:v>
                </c:pt>
                <c:pt idx="61413">
                  <c:v>2</c:v>
                </c:pt>
                <c:pt idx="61414">
                  <c:v>4</c:v>
                </c:pt>
                <c:pt idx="61415">
                  <c:v>8</c:v>
                </c:pt>
                <c:pt idx="61416">
                  <c:v>4</c:v>
                </c:pt>
                <c:pt idx="61417">
                  <c:v>1</c:v>
                </c:pt>
                <c:pt idx="61418">
                  <c:v>4</c:v>
                </c:pt>
                <c:pt idx="61419">
                  <c:v>2</c:v>
                </c:pt>
                <c:pt idx="61420">
                  <c:v>1</c:v>
                </c:pt>
                <c:pt idx="61421">
                  <c:v>2</c:v>
                </c:pt>
                <c:pt idx="61422">
                  <c:v>1</c:v>
                </c:pt>
                <c:pt idx="61423">
                  <c:v>2</c:v>
                </c:pt>
                <c:pt idx="61424">
                  <c:v>5</c:v>
                </c:pt>
                <c:pt idx="61425">
                  <c:v>2</c:v>
                </c:pt>
                <c:pt idx="61426">
                  <c:v>1</c:v>
                </c:pt>
                <c:pt idx="61427">
                  <c:v>1</c:v>
                </c:pt>
                <c:pt idx="61428">
                  <c:v>1</c:v>
                </c:pt>
                <c:pt idx="61429">
                  <c:v>3</c:v>
                </c:pt>
                <c:pt idx="61430">
                  <c:v>3</c:v>
                </c:pt>
                <c:pt idx="61431">
                  <c:v>5</c:v>
                </c:pt>
                <c:pt idx="61432">
                  <c:v>4</c:v>
                </c:pt>
                <c:pt idx="61433">
                  <c:v>3</c:v>
                </c:pt>
                <c:pt idx="61434">
                  <c:v>1</c:v>
                </c:pt>
                <c:pt idx="61435">
                  <c:v>2</c:v>
                </c:pt>
                <c:pt idx="61436">
                  <c:v>2</c:v>
                </c:pt>
                <c:pt idx="61437">
                  <c:v>2</c:v>
                </c:pt>
                <c:pt idx="61438">
                  <c:v>7</c:v>
                </c:pt>
                <c:pt idx="61439">
                  <c:v>2</c:v>
                </c:pt>
                <c:pt idx="61440">
                  <c:v>2</c:v>
                </c:pt>
                <c:pt idx="61441">
                  <c:v>2</c:v>
                </c:pt>
                <c:pt idx="61442">
                  <c:v>2</c:v>
                </c:pt>
                <c:pt idx="61443">
                  <c:v>2</c:v>
                </c:pt>
                <c:pt idx="61444">
                  <c:v>4</c:v>
                </c:pt>
                <c:pt idx="61445">
                  <c:v>3</c:v>
                </c:pt>
                <c:pt idx="61446">
                  <c:v>2</c:v>
                </c:pt>
                <c:pt idx="61447">
                  <c:v>1</c:v>
                </c:pt>
                <c:pt idx="61448">
                  <c:v>1</c:v>
                </c:pt>
                <c:pt idx="61449">
                  <c:v>1</c:v>
                </c:pt>
                <c:pt idx="61450">
                  <c:v>2</c:v>
                </c:pt>
                <c:pt idx="61451">
                  <c:v>2</c:v>
                </c:pt>
                <c:pt idx="61452">
                  <c:v>5</c:v>
                </c:pt>
                <c:pt idx="61453">
                  <c:v>7</c:v>
                </c:pt>
                <c:pt idx="61454">
                  <c:v>4</c:v>
                </c:pt>
                <c:pt idx="61455">
                  <c:v>2</c:v>
                </c:pt>
                <c:pt idx="61456">
                  <c:v>3</c:v>
                </c:pt>
                <c:pt idx="61457">
                  <c:v>5</c:v>
                </c:pt>
                <c:pt idx="61458">
                  <c:v>4</c:v>
                </c:pt>
                <c:pt idx="61459">
                  <c:v>2</c:v>
                </c:pt>
                <c:pt idx="61460">
                  <c:v>3</c:v>
                </c:pt>
                <c:pt idx="61461">
                  <c:v>2</c:v>
                </c:pt>
                <c:pt idx="61462">
                  <c:v>2</c:v>
                </c:pt>
                <c:pt idx="61463">
                  <c:v>2</c:v>
                </c:pt>
                <c:pt idx="61464">
                  <c:v>5</c:v>
                </c:pt>
                <c:pt idx="61465">
                  <c:v>2</c:v>
                </c:pt>
                <c:pt idx="61466">
                  <c:v>2</c:v>
                </c:pt>
                <c:pt idx="61467">
                  <c:v>6</c:v>
                </c:pt>
                <c:pt idx="61468">
                  <c:v>4</c:v>
                </c:pt>
                <c:pt idx="61469">
                  <c:v>1</c:v>
                </c:pt>
                <c:pt idx="61470">
                  <c:v>3</c:v>
                </c:pt>
                <c:pt idx="61471">
                  <c:v>3</c:v>
                </c:pt>
                <c:pt idx="61472">
                  <c:v>8</c:v>
                </c:pt>
                <c:pt idx="61473">
                  <c:v>4</c:v>
                </c:pt>
                <c:pt idx="61474">
                  <c:v>3</c:v>
                </c:pt>
                <c:pt idx="61475">
                  <c:v>2</c:v>
                </c:pt>
                <c:pt idx="61476">
                  <c:v>3</c:v>
                </c:pt>
                <c:pt idx="61477">
                  <c:v>4</c:v>
                </c:pt>
                <c:pt idx="61478">
                  <c:v>3</c:v>
                </c:pt>
                <c:pt idx="61479">
                  <c:v>2</c:v>
                </c:pt>
                <c:pt idx="61480">
                  <c:v>6</c:v>
                </c:pt>
                <c:pt idx="61481">
                  <c:v>4</c:v>
                </c:pt>
                <c:pt idx="61482">
                  <c:v>7</c:v>
                </c:pt>
                <c:pt idx="61483">
                  <c:v>5</c:v>
                </c:pt>
                <c:pt idx="61484">
                  <c:v>1</c:v>
                </c:pt>
                <c:pt idx="61485">
                  <c:v>1</c:v>
                </c:pt>
                <c:pt idx="61486">
                  <c:v>1</c:v>
                </c:pt>
                <c:pt idx="61487">
                  <c:v>2</c:v>
                </c:pt>
                <c:pt idx="61488">
                  <c:v>2</c:v>
                </c:pt>
                <c:pt idx="61489">
                  <c:v>1</c:v>
                </c:pt>
                <c:pt idx="61490">
                  <c:v>2</c:v>
                </c:pt>
                <c:pt idx="61491">
                  <c:v>5</c:v>
                </c:pt>
                <c:pt idx="61492">
                  <c:v>2</c:v>
                </c:pt>
                <c:pt idx="61493">
                  <c:v>1</c:v>
                </c:pt>
                <c:pt idx="61494">
                  <c:v>3</c:v>
                </c:pt>
                <c:pt idx="61495">
                  <c:v>3</c:v>
                </c:pt>
                <c:pt idx="61496">
                  <c:v>3</c:v>
                </c:pt>
                <c:pt idx="61497">
                  <c:v>1</c:v>
                </c:pt>
                <c:pt idx="61498">
                  <c:v>2</c:v>
                </c:pt>
                <c:pt idx="61499">
                  <c:v>2</c:v>
                </c:pt>
                <c:pt idx="61500">
                  <c:v>3</c:v>
                </c:pt>
                <c:pt idx="61501">
                  <c:v>2</c:v>
                </c:pt>
                <c:pt idx="61502">
                  <c:v>4</c:v>
                </c:pt>
                <c:pt idx="61503">
                  <c:v>2</c:v>
                </c:pt>
                <c:pt idx="61504">
                  <c:v>3</c:v>
                </c:pt>
                <c:pt idx="61505">
                  <c:v>3</c:v>
                </c:pt>
                <c:pt idx="61506">
                  <c:v>3</c:v>
                </c:pt>
                <c:pt idx="61507">
                  <c:v>2</c:v>
                </c:pt>
                <c:pt idx="61508">
                  <c:v>1</c:v>
                </c:pt>
                <c:pt idx="61509">
                  <c:v>4</c:v>
                </c:pt>
                <c:pt idx="61510">
                  <c:v>10</c:v>
                </c:pt>
                <c:pt idx="61511">
                  <c:v>3</c:v>
                </c:pt>
                <c:pt idx="61512">
                  <c:v>2</c:v>
                </c:pt>
                <c:pt idx="61513">
                  <c:v>2</c:v>
                </c:pt>
                <c:pt idx="61514">
                  <c:v>1</c:v>
                </c:pt>
                <c:pt idx="61515">
                  <c:v>1</c:v>
                </c:pt>
                <c:pt idx="61516">
                  <c:v>3</c:v>
                </c:pt>
                <c:pt idx="61517">
                  <c:v>4</c:v>
                </c:pt>
                <c:pt idx="61518">
                  <c:v>1</c:v>
                </c:pt>
                <c:pt idx="61519">
                  <c:v>3</c:v>
                </c:pt>
                <c:pt idx="61520">
                  <c:v>1</c:v>
                </c:pt>
                <c:pt idx="61521">
                  <c:v>1</c:v>
                </c:pt>
                <c:pt idx="61522">
                  <c:v>7</c:v>
                </c:pt>
                <c:pt idx="61523">
                  <c:v>1</c:v>
                </c:pt>
                <c:pt idx="61524">
                  <c:v>2</c:v>
                </c:pt>
                <c:pt idx="61525">
                  <c:v>1</c:v>
                </c:pt>
                <c:pt idx="61526">
                  <c:v>4</c:v>
                </c:pt>
                <c:pt idx="61527">
                  <c:v>2</c:v>
                </c:pt>
                <c:pt idx="61528">
                  <c:v>3</c:v>
                </c:pt>
                <c:pt idx="61529">
                  <c:v>3</c:v>
                </c:pt>
                <c:pt idx="61530">
                  <c:v>1</c:v>
                </c:pt>
                <c:pt idx="61531">
                  <c:v>5</c:v>
                </c:pt>
                <c:pt idx="61532">
                  <c:v>8</c:v>
                </c:pt>
                <c:pt idx="61533">
                  <c:v>2</c:v>
                </c:pt>
                <c:pt idx="61534">
                  <c:v>3</c:v>
                </c:pt>
                <c:pt idx="61535">
                  <c:v>9</c:v>
                </c:pt>
                <c:pt idx="61536">
                  <c:v>1</c:v>
                </c:pt>
                <c:pt idx="61537">
                  <c:v>5</c:v>
                </c:pt>
                <c:pt idx="61538">
                  <c:v>1</c:v>
                </c:pt>
                <c:pt idx="61539">
                  <c:v>4</c:v>
                </c:pt>
                <c:pt idx="61540">
                  <c:v>5</c:v>
                </c:pt>
                <c:pt idx="61541">
                  <c:v>2</c:v>
                </c:pt>
                <c:pt idx="61542">
                  <c:v>2</c:v>
                </c:pt>
                <c:pt idx="61543">
                  <c:v>1</c:v>
                </c:pt>
                <c:pt idx="61544">
                  <c:v>2</c:v>
                </c:pt>
                <c:pt idx="61545">
                  <c:v>2</c:v>
                </c:pt>
                <c:pt idx="61546">
                  <c:v>6</c:v>
                </c:pt>
                <c:pt idx="61547">
                  <c:v>2</c:v>
                </c:pt>
                <c:pt idx="61548">
                  <c:v>2</c:v>
                </c:pt>
                <c:pt idx="61549">
                  <c:v>2</c:v>
                </c:pt>
                <c:pt idx="61550">
                  <c:v>4</c:v>
                </c:pt>
                <c:pt idx="61551">
                  <c:v>2</c:v>
                </c:pt>
                <c:pt idx="61552">
                  <c:v>4</c:v>
                </c:pt>
                <c:pt idx="61553">
                  <c:v>2</c:v>
                </c:pt>
                <c:pt idx="61554">
                  <c:v>4</c:v>
                </c:pt>
                <c:pt idx="61555">
                  <c:v>2</c:v>
                </c:pt>
                <c:pt idx="61556">
                  <c:v>4</c:v>
                </c:pt>
                <c:pt idx="61557">
                  <c:v>5</c:v>
                </c:pt>
                <c:pt idx="61558">
                  <c:v>4</c:v>
                </c:pt>
                <c:pt idx="61559">
                  <c:v>3</c:v>
                </c:pt>
                <c:pt idx="61560">
                  <c:v>2</c:v>
                </c:pt>
                <c:pt idx="61561">
                  <c:v>3</c:v>
                </c:pt>
                <c:pt idx="61562">
                  <c:v>5</c:v>
                </c:pt>
                <c:pt idx="61563">
                  <c:v>1</c:v>
                </c:pt>
                <c:pt idx="61564">
                  <c:v>1</c:v>
                </c:pt>
                <c:pt idx="61565">
                  <c:v>2</c:v>
                </c:pt>
                <c:pt idx="61566">
                  <c:v>2</c:v>
                </c:pt>
                <c:pt idx="61567">
                  <c:v>4</c:v>
                </c:pt>
                <c:pt idx="61568">
                  <c:v>4</c:v>
                </c:pt>
                <c:pt idx="61569">
                  <c:v>1</c:v>
                </c:pt>
                <c:pt idx="61570">
                  <c:v>2</c:v>
                </c:pt>
                <c:pt idx="61571">
                  <c:v>6</c:v>
                </c:pt>
                <c:pt idx="61572">
                  <c:v>3</c:v>
                </c:pt>
                <c:pt idx="61573">
                  <c:v>4</c:v>
                </c:pt>
                <c:pt idx="61574">
                  <c:v>2</c:v>
                </c:pt>
                <c:pt idx="61575">
                  <c:v>2</c:v>
                </c:pt>
                <c:pt idx="61576">
                  <c:v>6</c:v>
                </c:pt>
                <c:pt idx="61577">
                  <c:v>2</c:v>
                </c:pt>
                <c:pt idx="61578">
                  <c:v>2</c:v>
                </c:pt>
                <c:pt idx="61579">
                  <c:v>0</c:v>
                </c:pt>
                <c:pt idx="61580">
                  <c:v>6</c:v>
                </c:pt>
                <c:pt idx="61581">
                  <c:v>3</c:v>
                </c:pt>
                <c:pt idx="61582">
                  <c:v>1</c:v>
                </c:pt>
                <c:pt idx="61583">
                  <c:v>9</c:v>
                </c:pt>
                <c:pt idx="61584">
                  <c:v>-2</c:v>
                </c:pt>
                <c:pt idx="61585">
                  <c:v>2</c:v>
                </c:pt>
                <c:pt idx="61586">
                  <c:v>1</c:v>
                </c:pt>
                <c:pt idx="61587">
                  <c:v>6</c:v>
                </c:pt>
                <c:pt idx="61588">
                  <c:v>4</c:v>
                </c:pt>
                <c:pt idx="61589">
                  <c:v>3</c:v>
                </c:pt>
                <c:pt idx="61590">
                  <c:v>4</c:v>
                </c:pt>
                <c:pt idx="61591">
                  <c:v>2</c:v>
                </c:pt>
                <c:pt idx="61592">
                  <c:v>2</c:v>
                </c:pt>
                <c:pt idx="61593">
                  <c:v>2</c:v>
                </c:pt>
                <c:pt idx="61594">
                  <c:v>2</c:v>
                </c:pt>
                <c:pt idx="61595">
                  <c:v>2</c:v>
                </c:pt>
                <c:pt idx="61596">
                  <c:v>2</c:v>
                </c:pt>
                <c:pt idx="61597">
                  <c:v>2</c:v>
                </c:pt>
                <c:pt idx="61598">
                  <c:v>3</c:v>
                </c:pt>
                <c:pt idx="61599">
                  <c:v>3</c:v>
                </c:pt>
                <c:pt idx="61600">
                  <c:v>2</c:v>
                </c:pt>
                <c:pt idx="61601">
                  <c:v>2</c:v>
                </c:pt>
                <c:pt idx="61602">
                  <c:v>2</c:v>
                </c:pt>
                <c:pt idx="61603">
                  <c:v>1</c:v>
                </c:pt>
                <c:pt idx="61604">
                  <c:v>1</c:v>
                </c:pt>
                <c:pt idx="61605">
                  <c:v>2</c:v>
                </c:pt>
                <c:pt idx="61606">
                  <c:v>1</c:v>
                </c:pt>
                <c:pt idx="61607">
                  <c:v>5</c:v>
                </c:pt>
                <c:pt idx="61608">
                  <c:v>2</c:v>
                </c:pt>
                <c:pt idx="61609">
                  <c:v>2</c:v>
                </c:pt>
                <c:pt idx="61610">
                  <c:v>1</c:v>
                </c:pt>
                <c:pt idx="61611">
                  <c:v>2</c:v>
                </c:pt>
                <c:pt idx="61612">
                  <c:v>2</c:v>
                </c:pt>
                <c:pt idx="61613">
                  <c:v>1</c:v>
                </c:pt>
                <c:pt idx="61614">
                  <c:v>2</c:v>
                </c:pt>
                <c:pt idx="61615">
                  <c:v>2</c:v>
                </c:pt>
                <c:pt idx="61616">
                  <c:v>2</c:v>
                </c:pt>
                <c:pt idx="61617">
                  <c:v>1</c:v>
                </c:pt>
                <c:pt idx="61618">
                  <c:v>2</c:v>
                </c:pt>
                <c:pt idx="61619">
                  <c:v>3</c:v>
                </c:pt>
                <c:pt idx="61620">
                  <c:v>1</c:v>
                </c:pt>
                <c:pt idx="61621">
                  <c:v>11</c:v>
                </c:pt>
                <c:pt idx="61622">
                  <c:v>2</c:v>
                </c:pt>
                <c:pt idx="61623">
                  <c:v>2</c:v>
                </c:pt>
                <c:pt idx="61624">
                  <c:v>2</c:v>
                </c:pt>
                <c:pt idx="61625">
                  <c:v>15</c:v>
                </c:pt>
                <c:pt idx="61626">
                  <c:v>2</c:v>
                </c:pt>
                <c:pt idx="61627">
                  <c:v>1</c:v>
                </c:pt>
                <c:pt idx="61628">
                  <c:v>4</c:v>
                </c:pt>
                <c:pt idx="61629">
                  <c:v>6</c:v>
                </c:pt>
                <c:pt idx="61630">
                  <c:v>2</c:v>
                </c:pt>
                <c:pt idx="61631">
                  <c:v>1</c:v>
                </c:pt>
                <c:pt idx="61632">
                  <c:v>3</c:v>
                </c:pt>
                <c:pt idx="61633">
                  <c:v>1</c:v>
                </c:pt>
                <c:pt idx="61634">
                  <c:v>1</c:v>
                </c:pt>
                <c:pt idx="61635">
                  <c:v>4</c:v>
                </c:pt>
                <c:pt idx="61636">
                  <c:v>2</c:v>
                </c:pt>
                <c:pt idx="61637">
                  <c:v>3</c:v>
                </c:pt>
                <c:pt idx="61638">
                  <c:v>1</c:v>
                </c:pt>
                <c:pt idx="61639">
                  <c:v>8</c:v>
                </c:pt>
                <c:pt idx="61640">
                  <c:v>1</c:v>
                </c:pt>
                <c:pt idx="61641">
                  <c:v>3</c:v>
                </c:pt>
                <c:pt idx="61642">
                  <c:v>2</c:v>
                </c:pt>
                <c:pt idx="61643">
                  <c:v>1</c:v>
                </c:pt>
                <c:pt idx="61644">
                  <c:v>4</c:v>
                </c:pt>
                <c:pt idx="61645">
                  <c:v>3</c:v>
                </c:pt>
                <c:pt idx="61646">
                  <c:v>2</c:v>
                </c:pt>
                <c:pt idx="61647">
                  <c:v>2</c:v>
                </c:pt>
                <c:pt idx="61648">
                  <c:v>3</c:v>
                </c:pt>
                <c:pt idx="61649">
                  <c:v>3</c:v>
                </c:pt>
                <c:pt idx="61650">
                  <c:v>2</c:v>
                </c:pt>
                <c:pt idx="61651">
                  <c:v>1</c:v>
                </c:pt>
                <c:pt idx="61652">
                  <c:v>2</c:v>
                </c:pt>
                <c:pt idx="61653">
                  <c:v>1</c:v>
                </c:pt>
                <c:pt idx="61654">
                  <c:v>5</c:v>
                </c:pt>
                <c:pt idx="61655">
                  <c:v>1</c:v>
                </c:pt>
                <c:pt idx="61656">
                  <c:v>3</c:v>
                </c:pt>
                <c:pt idx="61657">
                  <c:v>2</c:v>
                </c:pt>
                <c:pt idx="61658">
                  <c:v>4</c:v>
                </c:pt>
                <c:pt idx="61659">
                  <c:v>5</c:v>
                </c:pt>
                <c:pt idx="61660">
                  <c:v>2</c:v>
                </c:pt>
                <c:pt idx="61661">
                  <c:v>0</c:v>
                </c:pt>
                <c:pt idx="61662">
                  <c:v>2</c:v>
                </c:pt>
                <c:pt idx="61663">
                  <c:v>5</c:v>
                </c:pt>
                <c:pt idx="61664">
                  <c:v>2</c:v>
                </c:pt>
                <c:pt idx="61665">
                  <c:v>8</c:v>
                </c:pt>
                <c:pt idx="61666">
                  <c:v>8</c:v>
                </c:pt>
                <c:pt idx="61667">
                  <c:v>2</c:v>
                </c:pt>
                <c:pt idx="61668">
                  <c:v>2</c:v>
                </c:pt>
                <c:pt idx="61669">
                  <c:v>4</c:v>
                </c:pt>
                <c:pt idx="61670">
                  <c:v>2</c:v>
                </c:pt>
                <c:pt idx="61671">
                  <c:v>6</c:v>
                </c:pt>
                <c:pt idx="61672">
                  <c:v>2</c:v>
                </c:pt>
                <c:pt idx="61673">
                  <c:v>2</c:v>
                </c:pt>
                <c:pt idx="61674">
                  <c:v>3</c:v>
                </c:pt>
                <c:pt idx="61675">
                  <c:v>2</c:v>
                </c:pt>
                <c:pt idx="61676">
                  <c:v>4</c:v>
                </c:pt>
                <c:pt idx="61677">
                  <c:v>3</c:v>
                </c:pt>
                <c:pt idx="61678">
                  <c:v>1</c:v>
                </c:pt>
                <c:pt idx="61679">
                  <c:v>3</c:v>
                </c:pt>
                <c:pt idx="61680">
                  <c:v>3</c:v>
                </c:pt>
                <c:pt idx="61681">
                  <c:v>1</c:v>
                </c:pt>
                <c:pt idx="61682">
                  <c:v>3</c:v>
                </c:pt>
                <c:pt idx="61683">
                  <c:v>2</c:v>
                </c:pt>
                <c:pt idx="61684">
                  <c:v>3</c:v>
                </c:pt>
                <c:pt idx="61685">
                  <c:v>1</c:v>
                </c:pt>
                <c:pt idx="61686">
                  <c:v>2</c:v>
                </c:pt>
                <c:pt idx="61687">
                  <c:v>1</c:v>
                </c:pt>
                <c:pt idx="61688">
                  <c:v>2</c:v>
                </c:pt>
                <c:pt idx="61689">
                  <c:v>2</c:v>
                </c:pt>
                <c:pt idx="61690">
                  <c:v>4</c:v>
                </c:pt>
                <c:pt idx="61691">
                  <c:v>3</c:v>
                </c:pt>
                <c:pt idx="61692">
                  <c:v>5</c:v>
                </c:pt>
                <c:pt idx="61693">
                  <c:v>1</c:v>
                </c:pt>
                <c:pt idx="61694">
                  <c:v>1</c:v>
                </c:pt>
                <c:pt idx="61695">
                  <c:v>3</c:v>
                </c:pt>
                <c:pt idx="61696">
                  <c:v>2</c:v>
                </c:pt>
                <c:pt idx="61697">
                  <c:v>4</c:v>
                </c:pt>
                <c:pt idx="61698">
                  <c:v>3</c:v>
                </c:pt>
                <c:pt idx="61699">
                  <c:v>2</c:v>
                </c:pt>
                <c:pt idx="61700">
                  <c:v>4</c:v>
                </c:pt>
                <c:pt idx="61701">
                  <c:v>2</c:v>
                </c:pt>
                <c:pt idx="61702">
                  <c:v>2</c:v>
                </c:pt>
                <c:pt idx="61703">
                  <c:v>10</c:v>
                </c:pt>
                <c:pt idx="61704">
                  <c:v>1</c:v>
                </c:pt>
                <c:pt idx="61705">
                  <c:v>2</c:v>
                </c:pt>
                <c:pt idx="61706">
                  <c:v>2</c:v>
                </c:pt>
                <c:pt idx="61707">
                  <c:v>2</c:v>
                </c:pt>
                <c:pt idx="61708">
                  <c:v>6</c:v>
                </c:pt>
                <c:pt idx="61709">
                  <c:v>6</c:v>
                </c:pt>
                <c:pt idx="61710">
                  <c:v>1</c:v>
                </c:pt>
                <c:pt idx="61711">
                  <c:v>2</c:v>
                </c:pt>
                <c:pt idx="61712">
                  <c:v>1</c:v>
                </c:pt>
                <c:pt idx="61713">
                  <c:v>4</c:v>
                </c:pt>
                <c:pt idx="61714">
                  <c:v>2</c:v>
                </c:pt>
                <c:pt idx="61715">
                  <c:v>2</c:v>
                </c:pt>
                <c:pt idx="61716">
                  <c:v>2</c:v>
                </c:pt>
                <c:pt idx="61717">
                  <c:v>1</c:v>
                </c:pt>
                <c:pt idx="61718">
                  <c:v>2</c:v>
                </c:pt>
                <c:pt idx="61719">
                  <c:v>2</c:v>
                </c:pt>
                <c:pt idx="61720">
                  <c:v>3</c:v>
                </c:pt>
                <c:pt idx="61721">
                  <c:v>2</c:v>
                </c:pt>
                <c:pt idx="61722">
                  <c:v>3</c:v>
                </c:pt>
                <c:pt idx="61723">
                  <c:v>1</c:v>
                </c:pt>
                <c:pt idx="61724">
                  <c:v>2</c:v>
                </c:pt>
                <c:pt idx="61725">
                  <c:v>1</c:v>
                </c:pt>
                <c:pt idx="61726">
                  <c:v>1</c:v>
                </c:pt>
                <c:pt idx="61727">
                  <c:v>3</c:v>
                </c:pt>
                <c:pt idx="61728">
                  <c:v>2</c:v>
                </c:pt>
                <c:pt idx="61729">
                  <c:v>3</c:v>
                </c:pt>
                <c:pt idx="61730">
                  <c:v>2</c:v>
                </c:pt>
                <c:pt idx="61731">
                  <c:v>3</c:v>
                </c:pt>
                <c:pt idx="61732">
                  <c:v>1</c:v>
                </c:pt>
                <c:pt idx="61733">
                  <c:v>2</c:v>
                </c:pt>
                <c:pt idx="61734">
                  <c:v>4</c:v>
                </c:pt>
                <c:pt idx="61735">
                  <c:v>8</c:v>
                </c:pt>
                <c:pt idx="61736">
                  <c:v>3</c:v>
                </c:pt>
                <c:pt idx="61737">
                  <c:v>2</c:v>
                </c:pt>
                <c:pt idx="61738">
                  <c:v>4</c:v>
                </c:pt>
                <c:pt idx="61739">
                  <c:v>2</c:v>
                </c:pt>
                <c:pt idx="61740">
                  <c:v>1</c:v>
                </c:pt>
                <c:pt idx="61741">
                  <c:v>1</c:v>
                </c:pt>
                <c:pt idx="61742">
                  <c:v>2</c:v>
                </c:pt>
                <c:pt idx="61743">
                  <c:v>3</c:v>
                </c:pt>
                <c:pt idx="61744">
                  <c:v>2</c:v>
                </c:pt>
                <c:pt idx="61745">
                  <c:v>3</c:v>
                </c:pt>
                <c:pt idx="61746">
                  <c:v>1</c:v>
                </c:pt>
                <c:pt idx="61747">
                  <c:v>1</c:v>
                </c:pt>
                <c:pt idx="61748">
                  <c:v>-5</c:v>
                </c:pt>
                <c:pt idx="61749">
                  <c:v>2</c:v>
                </c:pt>
                <c:pt idx="61750">
                  <c:v>2</c:v>
                </c:pt>
                <c:pt idx="61751">
                  <c:v>1</c:v>
                </c:pt>
                <c:pt idx="61752">
                  <c:v>2</c:v>
                </c:pt>
                <c:pt idx="61753">
                  <c:v>3</c:v>
                </c:pt>
                <c:pt idx="61754">
                  <c:v>5</c:v>
                </c:pt>
                <c:pt idx="61755">
                  <c:v>1</c:v>
                </c:pt>
                <c:pt idx="61756">
                  <c:v>4</c:v>
                </c:pt>
                <c:pt idx="61757">
                  <c:v>8</c:v>
                </c:pt>
                <c:pt idx="61758">
                  <c:v>2</c:v>
                </c:pt>
                <c:pt idx="61759">
                  <c:v>2</c:v>
                </c:pt>
                <c:pt idx="61760">
                  <c:v>3</c:v>
                </c:pt>
                <c:pt idx="61761">
                  <c:v>1</c:v>
                </c:pt>
                <c:pt idx="61762">
                  <c:v>2</c:v>
                </c:pt>
                <c:pt idx="61763">
                  <c:v>4</c:v>
                </c:pt>
                <c:pt idx="61764">
                  <c:v>1</c:v>
                </c:pt>
                <c:pt idx="61765">
                  <c:v>4</c:v>
                </c:pt>
                <c:pt idx="61766">
                  <c:v>4</c:v>
                </c:pt>
                <c:pt idx="61767">
                  <c:v>1</c:v>
                </c:pt>
                <c:pt idx="61768">
                  <c:v>1</c:v>
                </c:pt>
                <c:pt idx="61769">
                  <c:v>3</c:v>
                </c:pt>
                <c:pt idx="61770">
                  <c:v>1</c:v>
                </c:pt>
                <c:pt idx="61771">
                  <c:v>2</c:v>
                </c:pt>
                <c:pt idx="61772">
                  <c:v>2</c:v>
                </c:pt>
                <c:pt idx="61773">
                  <c:v>2</c:v>
                </c:pt>
                <c:pt idx="61774">
                  <c:v>2</c:v>
                </c:pt>
                <c:pt idx="61775">
                  <c:v>2</c:v>
                </c:pt>
                <c:pt idx="61776">
                  <c:v>1</c:v>
                </c:pt>
                <c:pt idx="61777">
                  <c:v>4</c:v>
                </c:pt>
                <c:pt idx="61778">
                  <c:v>1</c:v>
                </c:pt>
                <c:pt idx="61779">
                  <c:v>6</c:v>
                </c:pt>
                <c:pt idx="61780">
                  <c:v>3</c:v>
                </c:pt>
                <c:pt idx="61781">
                  <c:v>5</c:v>
                </c:pt>
                <c:pt idx="61782">
                  <c:v>2</c:v>
                </c:pt>
                <c:pt idx="61783">
                  <c:v>2</c:v>
                </c:pt>
                <c:pt idx="61784">
                  <c:v>2</c:v>
                </c:pt>
                <c:pt idx="61785">
                  <c:v>4</c:v>
                </c:pt>
                <c:pt idx="61786">
                  <c:v>9</c:v>
                </c:pt>
                <c:pt idx="61787">
                  <c:v>2</c:v>
                </c:pt>
                <c:pt idx="61788">
                  <c:v>2</c:v>
                </c:pt>
                <c:pt idx="61789">
                  <c:v>7</c:v>
                </c:pt>
                <c:pt idx="61790">
                  <c:v>1</c:v>
                </c:pt>
                <c:pt idx="61791">
                  <c:v>1</c:v>
                </c:pt>
                <c:pt idx="61792">
                  <c:v>3</c:v>
                </c:pt>
                <c:pt idx="61793">
                  <c:v>3</c:v>
                </c:pt>
                <c:pt idx="61794">
                  <c:v>4</c:v>
                </c:pt>
                <c:pt idx="61795">
                  <c:v>3</c:v>
                </c:pt>
                <c:pt idx="61796">
                  <c:v>3</c:v>
                </c:pt>
                <c:pt idx="61797">
                  <c:v>1</c:v>
                </c:pt>
                <c:pt idx="61798">
                  <c:v>3</c:v>
                </c:pt>
                <c:pt idx="61799">
                  <c:v>3</c:v>
                </c:pt>
                <c:pt idx="61800">
                  <c:v>1</c:v>
                </c:pt>
                <c:pt idx="61801">
                  <c:v>1</c:v>
                </c:pt>
                <c:pt idx="61802">
                  <c:v>1</c:v>
                </c:pt>
                <c:pt idx="61803">
                  <c:v>2</c:v>
                </c:pt>
                <c:pt idx="61804">
                  <c:v>1</c:v>
                </c:pt>
                <c:pt idx="61805">
                  <c:v>4</c:v>
                </c:pt>
                <c:pt idx="61806">
                  <c:v>8</c:v>
                </c:pt>
                <c:pt idx="61807">
                  <c:v>1</c:v>
                </c:pt>
                <c:pt idx="61808">
                  <c:v>3</c:v>
                </c:pt>
                <c:pt idx="61809">
                  <c:v>3</c:v>
                </c:pt>
                <c:pt idx="61810">
                  <c:v>3</c:v>
                </c:pt>
                <c:pt idx="61811">
                  <c:v>1</c:v>
                </c:pt>
                <c:pt idx="61812">
                  <c:v>1</c:v>
                </c:pt>
                <c:pt idx="61813">
                  <c:v>3</c:v>
                </c:pt>
                <c:pt idx="61814">
                  <c:v>1</c:v>
                </c:pt>
                <c:pt idx="61815">
                  <c:v>2</c:v>
                </c:pt>
                <c:pt idx="61816">
                  <c:v>4</c:v>
                </c:pt>
                <c:pt idx="61817">
                  <c:v>1</c:v>
                </c:pt>
                <c:pt idx="61818">
                  <c:v>3</c:v>
                </c:pt>
                <c:pt idx="61819">
                  <c:v>7</c:v>
                </c:pt>
                <c:pt idx="61820">
                  <c:v>6</c:v>
                </c:pt>
                <c:pt idx="61821">
                  <c:v>3</c:v>
                </c:pt>
                <c:pt idx="61822">
                  <c:v>2</c:v>
                </c:pt>
                <c:pt idx="61823">
                  <c:v>1</c:v>
                </c:pt>
                <c:pt idx="61824">
                  <c:v>6</c:v>
                </c:pt>
                <c:pt idx="61825">
                  <c:v>3</c:v>
                </c:pt>
                <c:pt idx="61826">
                  <c:v>4</c:v>
                </c:pt>
                <c:pt idx="61827">
                  <c:v>3</c:v>
                </c:pt>
                <c:pt idx="61828">
                  <c:v>3</c:v>
                </c:pt>
                <c:pt idx="61829">
                  <c:v>2</c:v>
                </c:pt>
                <c:pt idx="61830">
                  <c:v>2</c:v>
                </c:pt>
                <c:pt idx="61831">
                  <c:v>5</c:v>
                </c:pt>
                <c:pt idx="61832">
                  <c:v>10</c:v>
                </c:pt>
                <c:pt idx="61833">
                  <c:v>1</c:v>
                </c:pt>
                <c:pt idx="61834">
                  <c:v>3</c:v>
                </c:pt>
                <c:pt idx="61835">
                  <c:v>2</c:v>
                </c:pt>
                <c:pt idx="61836">
                  <c:v>5</c:v>
                </c:pt>
                <c:pt idx="61837">
                  <c:v>4</c:v>
                </c:pt>
                <c:pt idx="61838">
                  <c:v>2</c:v>
                </c:pt>
                <c:pt idx="61839">
                  <c:v>-1</c:v>
                </c:pt>
                <c:pt idx="61840">
                  <c:v>2</c:v>
                </c:pt>
                <c:pt idx="61841">
                  <c:v>2</c:v>
                </c:pt>
                <c:pt idx="61842">
                  <c:v>1</c:v>
                </c:pt>
                <c:pt idx="61843">
                  <c:v>8</c:v>
                </c:pt>
                <c:pt idx="61844">
                  <c:v>4</c:v>
                </c:pt>
                <c:pt idx="61845">
                  <c:v>1</c:v>
                </c:pt>
                <c:pt idx="61846">
                  <c:v>1</c:v>
                </c:pt>
                <c:pt idx="61847">
                  <c:v>2</c:v>
                </c:pt>
                <c:pt idx="61848">
                  <c:v>4</c:v>
                </c:pt>
                <c:pt idx="61849">
                  <c:v>2</c:v>
                </c:pt>
                <c:pt idx="61850">
                  <c:v>3</c:v>
                </c:pt>
                <c:pt idx="61851">
                  <c:v>2</c:v>
                </c:pt>
                <c:pt idx="61852">
                  <c:v>-4</c:v>
                </c:pt>
                <c:pt idx="61853">
                  <c:v>1</c:v>
                </c:pt>
                <c:pt idx="61854">
                  <c:v>5</c:v>
                </c:pt>
                <c:pt idx="61855">
                  <c:v>3</c:v>
                </c:pt>
                <c:pt idx="61856">
                  <c:v>2</c:v>
                </c:pt>
                <c:pt idx="61857">
                  <c:v>2</c:v>
                </c:pt>
                <c:pt idx="61858">
                  <c:v>2</c:v>
                </c:pt>
                <c:pt idx="61859">
                  <c:v>3</c:v>
                </c:pt>
                <c:pt idx="61860">
                  <c:v>3</c:v>
                </c:pt>
                <c:pt idx="61861">
                  <c:v>6</c:v>
                </c:pt>
                <c:pt idx="61862">
                  <c:v>5</c:v>
                </c:pt>
                <c:pt idx="61863">
                  <c:v>1</c:v>
                </c:pt>
                <c:pt idx="61864">
                  <c:v>2</c:v>
                </c:pt>
                <c:pt idx="61865">
                  <c:v>1</c:v>
                </c:pt>
                <c:pt idx="61866">
                  <c:v>1</c:v>
                </c:pt>
                <c:pt idx="61867">
                  <c:v>2</c:v>
                </c:pt>
                <c:pt idx="61868">
                  <c:v>3</c:v>
                </c:pt>
                <c:pt idx="61869">
                  <c:v>1</c:v>
                </c:pt>
                <c:pt idx="61870">
                  <c:v>2</c:v>
                </c:pt>
                <c:pt idx="61871">
                  <c:v>1</c:v>
                </c:pt>
                <c:pt idx="61872">
                  <c:v>3</c:v>
                </c:pt>
                <c:pt idx="61873">
                  <c:v>4</c:v>
                </c:pt>
                <c:pt idx="61874">
                  <c:v>3</c:v>
                </c:pt>
                <c:pt idx="61875">
                  <c:v>3</c:v>
                </c:pt>
                <c:pt idx="61876">
                  <c:v>2</c:v>
                </c:pt>
                <c:pt idx="61877">
                  <c:v>2</c:v>
                </c:pt>
                <c:pt idx="61878">
                  <c:v>4</c:v>
                </c:pt>
                <c:pt idx="61879">
                  <c:v>4</c:v>
                </c:pt>
                <c:pt idx="61880">
                  <c:v>1</c:v>
                </c:pt>
                <c:pt idx="61881">
                  <c:v>3</c:v>
                </c:pt>
                <c:pt idx="61882">
                  <c:v>2</c:v>
                </c:pt>
                <c:pt idx="61883">
                  <c:v>2</c:v>
                </c:pt>
                <c:pt idx="61884">
                  <c:v>1</c:v>
                </c:pt>
                <c:pt idx="61885">
                  <c:v>2</c:v>
                </c:pt>
                <c:pt idx="61886">
                  <c:v>4</c:v>
                </c:pt>
                <c:pt idx="61887">
                  <c:v>3</c:v>
                </c:pt>
                <c:pt idx="61888">
                  <c:v>2</c:v>
                </c:pt>
                <c:pt idx="61889">
                  <c:v>7</c:v>
                </c:pt>
                <c:pt idx="61890">
                  <c:v>5</c:v>
                </c:pt>
                <c:pt idx="61891">
                  <c:v>1</c:v>
                </c:pt>
                <c:pt idx="61892">
                  <c:v>1</c:v>
                </c:pt>
                <c:pt idx="61893">
                  <c:v>4</c:v>
                </c:pt>
                <c:pt idx="61894">
                  <c:v>2</c:v>
                </c:pt>
                <c:pt idx="61895">
                  <c:v>2</c:v>
                </c:pt>
                <c:pt idx="61896">
                  <c:v>2</c:v>
                </c:pt>
                <c:pt idx="61897">
                  <c:v>5</c:v>
                </c:pt>
                <c:pt idx="61898">
                  <c:v>1</c:v>
                </c:pt>
                <c:pt idx="61899">
                  <c:v>4</c:v>
                </c:pt>
                <c:pt idx="61900">
                  <c:v>2</c:v>
                </c:pt>
                <c:pt idx="61901">
                  <c:v>3</c:v>
                </c:pt>
                <c:pt idx="61902">
                  <c:v>6</c:v>
                </c:pt>
                <c:pt idx="61903">
                  <c:v>3</c:v>
                </c:pt>
                <c:pt idx="61904">
                  <c:v>1</c:v>
                </c:pt>
                <c:pt idx="61905">
                  <c:v>4</c:v>
                </c:pt>
                <c:pt idx="61906">
                  <c:v>3</c:v>
                </c:pt>
                <c:pt idx="61907">
                  <c:v>4</c:v>
                </c:pt>
                <c:pt idx="61908">
                  <c:v>1</c:v>
                </c:pt>
                <c:pt idx="61909">
                  <c:v>4</c:v>
                </c:pt>
                <c:pt idx="61910">
                  <c:v>3</c:v>
                </c:pt>
                <c:pt idx="61911">
                  <c:v>7</c:v>
                </c:pt>
                <c:pt idx="61912">
                  <c:v>9</c:v>
                </c:pt>
                <c:pt idx="61913">
                  <c:v>1</c:v>
                </c:pt>
                <c:pt idx="61914">
                  <c:v>6</c:v>
                </c:pt>
                <c:pt idx="61915">
                  <c:v>2</c:v>
                </c:pt>
                <c:pt idx="61916">
                  <c:v>2</c:v>
                </c:pt>
                <c:pt idx="61917">
                  <c:v>4</c:v>
                </c:pt>
                <c:pt idx="61918">
                  <c:v>4</c:v>
                </c:pt>
                <c:pt idx="61919">
                  <c:v>6</c:v>
                </c:pt>
                <c:pt idx="61920">
                  <c:v>1</c:v>
                </c:pt>
                <c:pt idx="61921">
                  <c:v>1</c:v>
                </c:pt>
                <c:pt idx="61922">
                  <c:v>3</c:v>
                </c:pt>
                <c:pt idx="61923">
                  <c:v>4</c:v>
                </c:pt>
                <c:pt idx="61924">
                  <c:v>1</c:v>
                </c:pt>
                <c:pt idx="61925">
                  <c:v>4</c:v>
                </c:pt>
                <c:pt idx="61926">
                  <c:v>3</c:v>
                </c:pt>
                <c:pt idx="61927">
                  <c:v>1</c:v>
                </c:pt>
                <c:pt idx="61928">
                  <c:v>5</c:v>
                </c:pt>
                <c:pt idx="61929">
                  <c:v>5</c:v>
                </c:pt>
                <c:pt idx="61930">
                  <c:v>2</c:v>
                </c:pt>
                <c:pt idx="61931">
                  <c:v>3</c:v>
                </c:pt>
                <c:pt idx="61932">
                  <c:v>4</c:v>
                </c:pt>
                <c:pt idx="61933">
                  <c:v>3</c:v>
                </c:pt>
                <c:pt idx="61934">
                  <c:v>3</c:v>
                </c:pt>
                <c:pt idx="61935">
                  <c:v>2</c:v>
                </c:pt>
                <c:pt idx="61936">
                  <c:v>4</c:v>
                </c:pt>
                <c:pt idx="61937">
                  <c:v>3</c:v>
                </c:pt>
                <c:pt idx="61938">
                  <c:v>2</c:v>
                </c:pt>
                <c:pt idx="61939">
                  <c:v>4</c:v>
                </c:pt>
                <c:pt idx="61940">
                  <c:v>1</c:v>
                </c:pt>
                <c:pt idx="61941">
                  <c:v>2</c:v>
                </c:pt>
                <c:pt idx="61942">
                  <c:v>2</c:v>
                </c:pt>
                <c:pt idx="61943">
                  <c:v>3</c:v>
                </c:pt>
                <c:pt idx="61944">
                  <c:v>2</c:v>
                </c:pt>
                <c:pt idx="61945">
                  <c:v>2</c:v>
                </c:pt>
                <c:pt idx="61946">
                  <c:v>2</c:v>
                </c:pt>
                <c:pt idx="61947">
                  <c:v>4</c:v>
                </c:pt>
                <c:pt idx="61948">
                  <c:v>5</c:v>
                </c:pt>
                <c:pt idx="61949">
                  <c:v>1</c:v>
                </c:pt>
                <c:pt idx="61950">
                  <c:v>3</c:v>
                </c:pt>
                <c:pt idx="61951">
                  <c:v>2</c:v>
                </c:pt>
                <c:pt idx="61952">
                  <c:v>4</c:v>
                </c:pt>
                <c:pt idx="61953">
                  <c:v>6</c:v>
                </c:pt>
                <c:pt idx="61954">
                  <c:v>2</c:v>
                </c:pt>
                <c:pt idx="61955">
                  <c:v>2</c:v>
                </c:pt>
                <c:pt idx="61956">
                  <c:v>1</c:v>
                </c:pt>
                <c:pt idx="61957">
                  <c:v>2</c:v>
                </c:pt>
                <c:pt idx="61958">
                  <c:v>1</c:v>
                </c:pt>
                <c:pt idx="61959">
                  <c:v>4</c:v>
                </c:pt>
                <c:pt idx="61960">
                  <c:v>2</c:v>
                </c:pt>
                <c:pt idx="61961">
                  <c:v>4</c:v>
                </c:pt>
                <c:pt idx="61962">
                  <c:v>1</c:v>
                </c:pt>
                <c:pt idx="61963">
                  <c:v>2</c:v>
                </c:pt>
                <c:pt idx="61964">
                  <c:v>1</c:v>
                </c:pt>
                <c:pt idx="61965">
                  <c:v>2</c:v>
                </c:pt>
                <c:pt idx="61966">
                  <c:v>2</c:v>
                </c:pt>
                <c:pt idx="61967">
                  <c:v>7</c:v>
                </c:pt>
                <c:pt idx="61968">
                  <c:v>2</c:v>
                </c:pt>
                <c:pt idx="61969">
                  <c:v>2</c:v>
                </c:pt>
                <c:pt idx="61970">
                  <c:v>4</c:v>
                </c:pt>
                <c:pt idx="61971">
                  <c:v>3</c:v>
                </c:pt>
                <c:pt idx="61972">
                  <c:v>4</c:v>
                </c:pt>
                <c:pt idx="61973">
                  <c:v>3</c:v>
                </c:pt>
                <c:pt idx="61974">
                  <c:v>4</c:v>
                </c:pt>
                <c:pt idx="61975">
                  <c:v>4</c:v>
                </c:pt>
                <c:pt idx="61976">
                  <c:v>3</c:v>
                </c:pt>
                <c:pt idx="61977">
                  <c:v>3</c:v>
                </c:pt>
                <c:pt idx="61978">
                  <c:v>4</c:v>
                </c:pt>
                <c:pt idx="61979">
                  <c:v>3</c:v>
                </c:pt>
                <c:pt idx="61980">
                  <c:v>1</c:v>
                </c:pt>
                <c:pt idx="61981">
                  <c:v>2</c:v>
                </c:pt>
                <c:pt idx="61982">
                  <c:v>2</c:v>
                </c:pt>
                <c:pt idx="61983">
                  <c:v>2</c:v>
                </c:pt>
                <c:pt idx="61984">
                  <c:v>2</c:v>
                </c:pt>
                <c:pt idx="61985">
                  <c:v>10</c:v>
                </c:pt>
                <c:pt idx="61986">
                  <c:v>2</c:v>
                </c:pt>
                <c:pt idx="61987">
                  <c:v>2</c:v>
                </c:pt>
                <c:pt idx="61988">
                  <c:v>7</c:v>
                </c:pt>
                <c:pt idx="61989">
                  <c:v>1</c:v>
                </c:pt>
                <c:pt idx="61990">
                  <c:v>2</c:v>
                </c:pt>
                <c:pt idx="61991">
                  <c:v>3</c:v>
                </c:pt>
                <c:pt idx="61992">
                  <c:v>2</c:v>
                </c:pt>
                <c:pt idx="61993">
                  <c:v>6</c:v>
                </c:pt>
                <c:pt idx="61994">
                  <c:v>2</c:v>
                </c:pt>
                <c:pt idx="61995">
                  <c:v>1</c:v>
                </c:pt>
                <c:pt idx="61996">
                  <c:v>3</c:v>
                </c:pt>
                <c:pt idx="61997">
                  <c:v>2</c:v>
                </c:pt>
                <c:pt idx="61998">
                  <c:v>3</c:v>
                </c:pt>
                <c:pt idx="61999">
                  <c:v>9</c:v>
                </c:pt>
                <c:pt idx="62000">
                  <c:v>3</c:v>
                </c:pt>
                <c:pt idx="62001">
                  <c:v>3</c:v>
                </c:pt>
                <c:pt idx="62002">
                  <c:v>3</c:v>
                </c:pt>
                <c:pt idx="62003">
                  <c:v>4</c:v>
                </c:pt>
                <c:pt idx="62004">
                  <c:v>2</c:v>
                </c:pt>
                <c:pt idx="62005">
                  <c:v>3</c:v>
                </c:pt>
                <c:pt idx="62006">
                  <c:v>1</c:v>
                </c:pt>
                <c:pt idx="62007">
                  <c:v>2</c:v>
                </c:pt>
                <c:pt idx="62008">
                  <c:v>1</c:v>
                </c:pt>
                <c:pt idx="62009">
                  <c:v>2</c:v>
                </c:pt>
                <c:pt idx="62010">
                  <c:v>2</c:v>
                </c:pt>
                <c:pt idx="62011">
                  <c:v>6</c:v>
                </c:pt>
                <c:pt idx="62012">
                  <c:v>2</c:v>
                </c:pt>
                <c:pt idx="62013">
                  <c:v>2</c:v>
                </c:pt>
                <c:pt idx="62014">
                  <c:v>2</c:v>
                </c:pt>
                <c:pt idx="62015">
                  <c:v>1</c:v>
                </c:pt>
                <c:pt idx="62016">
                  <c:v>1</c:v>
                </c:pt>
                <c:pt idx="62017">
                  <c:v>2</c:v>
                </c:pt>
                <c:pt idx="62018">
                  <c:v>2</c:v>
                </c:pt>
                <c:pt idx="62019">
                  <c:v>2</c:v>
                </c:pt>
                <c:pt idx="62020">
                  <c:v>5</c:v>
                </c:pt>
                <c:pt idx="62021">
                  <c:v>2</c:v>
                </c:pt>
                <c:pt idx="62022">
                  <c:v>-2</c:v>
                </c:pt>
                <c:pt idx="62023">
                  <c:v>1</c:v>
                </c:pt>
                <c:pt idx="62024">
                  <c:v>3</c:v>
                </c:pt>
                <c:pt idx="62025">
                  <c:v>2</c:v>
                </c:pt>
                <c:pt idx="62026">
                  <c:v>1</c:v>
                </c:pt>
                <c:pt idx="62027">
                  <c:v>2</c:v>
                </c:pt>
                <c:pt idx="62028">
                  <c:v>3</c:v>
                </c:pt>
                <c:pt idx="62029">
                  <c:v>1</c:v>
                </c:pt>
                <c:pt idx="62030">
                  <c:v>3</c:v>
                </c:pt>
                <c:pt idx="62031">
                  <c:v>2</c:v>
                </c:pt>
                <c:pt idx="62032">
                  <c:v>2</c:v>
                </c:pt>
                <c:pt idx="62033">
                  <c:v>-4</c:v>
                </c:pt>
                <c:pt idx="62034">
                  <c:v>2</c:v>
                </c:pt>
                <c:pt idx="62035">
                  <c:v>2</c:v>
                </c:pt>
                <c:pt idx="62036">
                  <c:v>1</c:v>
                </c:pt>
                <c:pt idx="62037">
                  <c:v>2</c:v>
                </c:pt>
                <c:pt idx="62038">
                  <c:v>1</c:v>
                </c:pt>
                <c:pt idx="62039">
                  <c:v>4</c:v>
                </c:pt>
                <c:pt idx="62040">
                  <c:v>4</c:v>
                </c:pt>
                <c:pt idx="62041">
                  <c:v>4</c:v>
                </c:pt>
                <c:pt idx="62042">
                  <c:v>2</c:v>
                </c:pt>
                <c:pt idx="62043">
                  <c:v>8</c:v>
                </c:pt>
                <c:pt idx="62044">
                  <c:v>2</c:v>
                </c:pt>
                <c:pt idx="62045">
                  <c:v>1</c:v>
                </c:pt>
                <c:pt idx="62046">
                  <c:v>3</c:v>
                </c:pt>
                <c:pt idx="62047">
                  <c:v>3</c:v>
                </c:pt>
                <c:pt idx="62048">
                  <c:v>4</c:v>
                </c:pt>
                <c:pt idx="62049">
                  <c:v>1</c:v>
                </c:pt>
                <c:pt idx="62050">
                  <c:v>4</c:v>
                </c:pt>
                <c:pt idx="62051">
                  <c:v>4</c:v>
                </c:pt>
                <c:pt idx="62052">
                  <c:v>1</c:v>
                </c:pt>
                <c:pt idx="62053">
                  <c:v>8</c:v>
                </c:pt>
                <c:pt idx="62054">
                  <c:v>7</c:v>
                </c:pt>
                <c:pt idx="62055">
                  <c:v>2</c:v>
                </c:pt>
                <c:pt idx="62056">
                  <c:v>2</c:v>
                </c:pt>
                <c:pt idx="62057">
                  <c:v>5</c:v>
                </c:pt>
                <c:pt idx="62058">
                  <c:v>3</c:v>
                </c:pt>
                <c:pt idx="62059">
                  <c:v>3</c:v>
                </c:pt>
                <c:pt idx="62060">
                  <c:v>2</c:v>
                </c:pt>
                <c:pt idx="62061">
                  <c:v>4</c:v>
                </c:pt>
                <c:pt idx="62062">
                  <c:v>1</c:v>
                </c:pt>
                <c:pt idx="62063">
                  <c:v>3</c:v>
                </c:pt>
                <c:pt idx="62064">
                  <c:v>2</c:v>
                </c:pt>
                <c:pt idx="62065">
                  <c:v>6</c:v>
                </c:pt>
                <c:pt idx="62066">
                  <c:v>3</c:v>
                </c:pt>
                <c:pt idx="62067">
                  <c:v>5</c:v>
                </c:pt>
                <c:pt idx="62068">
                  <c:v>5</c:v>
                </c:pt>
                <c:pt idx="62069">
                  <c:v>5</c:v>
                </c:pt>
                <c:pt idx="62070">
                  <c:v>2</c:v>
                </c:pt>
                <c:pt idx="62071">
                  <c:v>3</c:v>
                </c:pt>
                <c:pt idx="62072">
                  <c:v>1</c:v>
                </c:pt>
                <c:pt idx="62073">
                  <c:v>2</c:v>
                </c:pt>
                <c:pt idx="62074">
                  <c:v>4</c:v>
                </c:pt>
                <c:pt idx="62075">
                  <c:v>3</c:v>
                </c:pt>
                <c:pt idx="62076">
                  <c:v>2</c:v>
                </c:pt>
                <c:pt idx="62077">
                  <c:v>1</c:v>
                </c:pt>
                <c:pt idx="62078">
                  <c:v>2</c:v>
                </c:pt>
                <c:pt idx="62079">
                  <c:v>4</c:v>
                </c:pt>
                <c:pt idx="62080">
                  <c:v>3</c:v>
                </c:pt>
                <c:pt idx="62081">
                  <c:v>1</c:v>
                </c:pt>
                <c:pt idx="62082">
                  <c:v>1</c:v>
                </c:pt>
                <c:pt idx="62083">
                  <c:v>4</c:v>
                </c:pt>
                <c:pt idx="62084">
                  <c:v>2</c:v>
                </c:pt>
                <c:pt idx="62085">
                  <c:v>2</c:v>
                </c:pt>
                <c:pt idx="62086">
                  <c:v>2</c:v>
                </c:pt>
                <c:pt idx="62087">
                  <c:v>2</c:v>
                </c:pt>
                <c:pt idx="62088">
                  <c:v>5</c:v>
                </c:pt>
                <c:pt idx="62089">
                  <c:v>2</c:v>
                </c:pt>
                <c:pt idx="62090">
                  <c:v>2</c:v>
                </c:pt>
                <c:pt idx="62091">
                  <c:v>2</c:v>
                </c:pt>
                <c:pt idx="62092">
                  <c:v>1</c:v>
                </c:pt>
                <c:pt idx="62093">
                  <c:v>4</c:v>
                </c:pt>
                <c:pt idx="62094">
                  <c:v>3</c:v>
                </c:pt>
                <c:pt idx="62095">
                  <c:v>2</c:v>
                </c:pt>
                <c:pt idx="62096">
                  <c:v>3</c:v>
                </c:pt>
                <c:pt idx="62097">
                  <c:v>3</c:v>
                </c:pt>
                <c:pt idx="62098">
                  <c:v>3</c:v>
                </c:pt>
                <c:pt idx="62099">
                  <c:v>3</c:v>
                </c:pt>
                <c:pt idx="62100">
                  <c:v>2</c:v>
                </c:pt>
                <c:pt idx="62101">
                  <c:v>2</c:v>
                </c:pt>
                <c:pt idx="62102">
                  <c:v>2</c:v>
                </c:pt>
                <c:pt idx="62103">
                  <c:v>2</c:v>
                </c:pt>
                <c:pt idx="62104">
                  <c:v>2</c:v>
                </c:pt>
                <c:pt idx="62105">
                  <c:v>2</c:v>
                </c:pt>
                <c:pt idx="62106">
                  <c:v>4</c:v>
                </c:pt>
                <c:pt idx="62107">
                  <c:v>2</c:v>
                </c:pt>
                <c:pt idx="62108">
                  <c:v>1</c:v>
                </c:pt>
                <c:pt idx="62109">
                  <c:v>4</c:v>
                </c:pt>
                <c:pt idx="62110">
                  <c:v>3</c:v>
                </c:pt>
                <c:pt idx="62111">
                  <c:v>3</c:v>
                </c:pt>
                <c:pt idx="62112">
                  <c:v>3</c:v>
                </c:pt>
                <c:pt idx="62113">
                  <c:v>3</c:v>
                </c:pt>
                <c:pt idx="62114">
                  <c:v>2</c:v>
                </c:pt>
                <c:pt idx="62115">
                  <c:v>2</c:v>
                </c:pt>
                <c:pt idx="62116">
                  <c:v>3</c:v>
                </c:pt>
                <c:pt idx="62117">
                  <c:v>3</c:v>
                </c:pt>
                <c:pt idx="62118">
                  <c:v>2</c:v>
                </c:pt>
                <c:pt idx="62119">
                  <c:v>3</c:v>
                </c:pt>
                <c:pt idx="62120">
                  <c:v>5</c:v>
                </c:pt>
                <c:pt idx="62121">
                  <c:v>1</c:v>
                </c:pt>
                <c:pt idx="62122">
                  <c:v>1</c:v>
                </c:pt>
                <c:pt idx="62123">
                  <c:v>1</c:v>
                </c:pt>
                <c:pt idx="62124">
                  <c:v>2</c:v>
                </c:pt>
                <c:pt idx="62125">
                  <c:v>4</c:v>
                </c:pt>
                <c:pt idx="62126">
                  <c:v>2</c:v>
                </c:pt>
                <c:pt idx="62127">
                  <c:v>3</c:v>
                </c:pt>
                <c:pt idx="62128">
                  <c:v>2</c:v>
                </c:pt>
                <c:pt idx="62129">
                  <c:v>2</c:v>
                </c:pt>
                <c:pt idx="62130">
                  <c:v>1</c:v>
                </c:pt>
                <c:pt idx="62131">
                  <c:v>6</c:v>
                </c:pt>
                <c:pt idx="62132">
                  <c:v>11</c:v>
                </c:pt>
                <c:pt idx="62133">
                  <c:v>4</c:v>
                </c:pt>
                <c:pt idx="62134">
                  <c:v>2</c:v>
                </c:pt>
                <c:pt idx="62135">
                  <c:v>5</c:v>
                </c:pt>
                <c:pt idx="62136">
                  <c:v>3</c:v>
                </c:pt>
                <c:pt idx="62137">
                  <c:v>6</c:v>
                </c:pt>
                <c:pt idx="62138">
                  <c:v>2</c:v>
                </c:pt>
                <c:pt idx="62139">
                  <c:v>3</c:v>
                </c:pt>
                <c:pt idx="62140">
                  <c:v>3</c:v>
                </c:pt>
                <c:pt idx="62141">
                  <c:v>4</c:v>
                </c:pt>
                <c:pt idx="62142">
                  <c:v>1</c:v>
                </c:pt>
                <c:pt idx="62143">
                  <c:v>7</c:v>
                </c:pt>
                <c:pt idx="62144">
                  <c:v>1</c:v>
                </c:pt>
                <c:pt idx="62145">
                  <c:v>2</c:v>
                </c:pt>
                <c:pt idx="62146">
                  <c:v>2</c:v>
                </c:pt>
                <c:pt idx="62147">
                  <c:v>3</c:v>
                </c:pt>
                <c:pt idx="62148">
                  <c:v>6</c:v>
                </c:pt>
                <c:pt idx="62149">
                  <c:v>2</c:v>
                </c:pt>
                <c:pt idx="62150">
                  <c:v>2</c:v>
                </c:pt>
                <c:pt idx="62151">
                  <c:v>3</c:v>
                </c:pt>
                <c:pt idx="62152">
                  <c:v>2</c:v>
                </c:pt>
                <c:pt idx="62153">
                  <c:v>2</c:v>
                </c:pt>
                <c:pt idx="62154">
                  <c:v>3</c:v>
                </c:pt>
                <c:pt idx="62155">
                  <c:v>3</c:v>
                </c:pt>
                <c:pt idx="62156">
                  <c:v>2</c:v>
                </c:pt>
                <c:pt idx="62157">
                  <c:v>2</c:v>
                </c:pt>
                <c:pt idx="62158">
                  <c:v>3</c:v>
                </c:pt>
                <c:pt idx="62159">
                  <c:v>4</c:v>
                </c:pt>
                <c:pt idx="62160">
                  <c:v>12</c:v>
                </c:pt>
                <c:pt idx="62161">
                  <c:v>2</c:v>
                </c:pt>
                <c:pt idx="62162">
                  <c:v>1</c:v>
                </c:pt>
                <c:pt idx="62163">
                  <c:v>5</c:v>
                </c:pt>
                <c:pt idx="62164">
                  <c:v>1</c:v>
                </c:pt>
                <c:pt idx="62165">
                  <c:v>5</c:v>
                </c:pt>
                <c:pt idx="62166">
                  <c:v>2</c:v>
                </c:pt>
                <c:pt idx="62167">
                  <c:v>1</c:v>
                </c:pt>
                <c:pt idx="62168">
                  <c:v>4</c:v>
                </c:pt>
                <c:pt idx="62169">
                  <c:v>2</c:v>
                </c:pt>
                <c:pt idx="62170">
                  <c:v>2</c:v>
                </c:pt>
                <c:pt idx="62171">
                  <c:v>2</c:v>
                </c:pt>
                <c:pt idx="62172">
                  <c:v>1</c:v>
                </c:pt>
                <c:pt idx="62173">
                  <c:v>6</c:v>
                </c:pt>
                <c:pt idx="62174">
                  <c:v>3</c:v>
                </c:pt>
                <c:pt idx="62175">
                  <c:v>1</c:v>
                </c:pt>
                <c:pt idx="62176">
                  <c:v>2</c:v>
                </c:pt>
                <c:pt idx="62177">
                  <c:v>2</c:v>
                </c:pt>
                <c:pt idx="62178">
                  <c:v>4</c:v>
                </c:pt>
                <c:pt idx="62179">
                  <c:v>3</c:v>
                </c:pt>
                <c:pt idx="62180">
                  <c:v>3</c:v>
                </c:pt>
                <c:pt idx="62181">
                  <c:v>5</c:v>
                </c:pt>
                <c:pt idx="62182">
                  <c:v>1</c:v>
                </c:pt>
                <c:pt idx="62183">
                  <c:v>3</c:v>
                </c:pt>
                <c:pt idx="62184">
                  <c:v>2</c:v>
                </c:pt>
                <c:pt idx="62185">
                  <c:v>1</c:v>
                </c:pt>
                <c:pt idx="62186">
                  <c:v>3</c:v>
                </c:pt>
                <c:pt idx="62187">
                  <c:v>15</c:v>
                </c:pt>
                <c:pt idx="62188">
                  <c:v>2</c:v>
                </c:pt>
                <c:pt idx="62189">
                  <c:v>1</c:v>
                </c:pt>
                <c:pt idx="62190">
                  <c:v>2</c:v>
                </c:pt>
                <c:pt idx="62191">
                  <c:v>2</c:v>
                </c:pt>
                <c:pt idx="62192">
                  <c:v>4</c:v>
                </c:pt>
                <c:pt idx="62193">
                  <c:v>5</c:v>
                </c:pt>
                <c:pt idx="62194">
                  <c:v>2</c:v>
                </c:pt>
                <c:pt idx="62195">
                  <c:v>1</c:v>
                </c:pt>
                <c:pt idx="62196">
                  <c:v>3</c:v>
                </c:pt>
                <c:pt idx="62197">
                  <c:v>3</c:v>
                </c:pt>
                <c:pt idx="62198">
                  <c:v>2</c:v>
                </c:pt>
                <c:pt idx="62199">
                  <c:v>2</c:v>
                </c:pt>
                <c:pt idx="62200">
                  <c:v>1</c:v>
                </c:pt>
                <c:pt idx="62201">
                  <c:v>3</c:v>
                </c:pt>
                <c:pt idx="62202">
                  <c:v>2</c:v>
                </c:pt>
                <c:pt idx="62203">
                  <c:v>1</c:v>
                </c:pt>
                <c:pt idx="62204">
                  <c:v>3</c:v>
                </c:pt>
                <c:pt idx="62205">
                  <c:v>1</c:v>
                </c:pt>
                <c:pt idx="62206">
                  <c:v>5</c:v>
                </c:pt>
                <c:pt idx="62207">
                  <c:v>2</c:v>
                </c:pt>
                <c:pt idx="62208">
                  <c:v>2</c:v>
                </c:pt>
                <c:pt idx="62209">
                  <c:v>2</c:v>
                </c:pt>
                <c:pt idx="62210">
                  <c:v>2</c:v>
                </c:pt>
                <c:pt idx="62211">
                  <c:v>4</c:v>
                </c:pt>
                <c:pt idx="62212">
                  <c:v>2</c:v>
                </c:pt>
                <c:pt idx="62213">
                  <c:v>2</c:v>
                </c:pt>
                <c:pt idx="62214">
                  <c:v>2</c:v>
                </c:pt>
                <c:pt idx="62215">
                  <c:v>1</c:v>
                </c:pt>
                <c:pt idx="62216">
                  <c:v>2</c:v>
                </c:pt>
                <c:pt idx="62217">
                  <c:v>5</c:v>
                </c:pt>
                <c:pt idx="62218">
                  <c:v>1</c:v>
                </c:pt>
                <c:pt idx="62219">
                  <c:v>1</c:v>
                </c:pt>
                <c:pt idx="62220">
                  <c:v>3</c:v>
                </c:pt>
                <c:pt idx="62221">
                  <c:v>2</c:v>
                </c:pt>
                <c:pt idx="62222">
                  <c:v>6</c:v>
                </c:pt>
                <c:pt idx="62223">
                  <c:v>5</c:v>
                </c:pt>
                <c:pt idx="62224">
                  <c:v>2</c:v>
                </c:pt>
                <c:pt idx="62225">
                  <c:v>2</c:v>
                </c:pt>
                <c:pt idx="62226">
                  <c:v>2</c:v>
                </c:pt>
                <c:pt idx="62227">
                  <c:v>2</c:v>
                </c:pt>
                <c:pt idx="62228">
                  <c:v>4</c:v>
                </c:pt>
                <c:pt idx="62229">
                  <c:v>2</c:v>
                </c:pt>
                <c:pt idx="62230">
                  <c:v>3</c:v>
                </c:pt>
                <c:pt idx="62231">
                  <c:v>2</c:v>
                </c:pt>
                <c:pt idx="62232">
                  <c:v>4</c:v>
                </c:pt>
                <c:pt idx="62233">
                  <c:v>3</c:v>
                </c:pt>
                <c:pt idx="62234">
                  <c:v>1</c:v>
                </c:pt>
                <c:pt idx="62235">
                  <c:v>6</c:v>
                </c:pt>
                <c:pt idx="62236">
                  <c:v>3</c:v>
                </c:pt>
                <c:pt idx="62237">
                  <c:v>2</c:v>
                </c:pt>
                <c:pt idx="62238">
                  <c:v>1</c:v>
                </c:pt>
                <c:pt idx="62239">
                  <c:v>3</c:v>
                </c:pt>
                <c:pt idx="62240">
                  <c:v>2</c:v>
                </c:pt>
                <c:pt idx="62241">
                  <c:v>2</c:v>
                </c:pt>
                <c:pt idx="62242">
                  <c:v>2</c:v>
                </c:pt>
                <c:pt idx="62243">
                  <c:v>1</c:v>
                </c:pt>
                <c:pt idx="62244">
                  <c:v>3</c:v>
                </c:pt>
                <c:pt idx="62245">
                  <c:v>5</c:v>
                </c:pt>
                <c:pt idx="62246">
                  <c:v>1</c:v>
                </c:pt>
                <c:pt idx="62247">
                  <c:v>2</c:v>
                </c:pt>
                <c:pt idx="62248">
                  <c:v>1</c:v>
                </c:pt>
                <c:pt idx="62249">
                  <c:v>3</c:v>
                </c:pt>
                <c:pt idx="62250">
                  <c:v>2</c:v>
                </c:pt>
                <c:pt idx="62251">
                  <c:v>1</c:v>
                </c:pt>
                <c:pt idx="62252">
                  <c:v>1</c:v>
                </c:pt>
                <c:pt idx="62253">
                  <c:v>3</c:v>
                </c:pt>
                <c:pt idx="62254">
                  <c:v>1</c:v>
                </c:pt>
                <c:pt idx="62255">
                  <c:v>2</c:v>
                </c:pt>
                <c:pt idx="62256">
                  <c:v>1</c:v>
                </c:pt>
                <c:pt idx="62257">
                  <c:v>2</c:v>
                </c:pt>
                <c:pt idx="62258">
                  <c:v>2</c:v>
                </c:pt>
                <c:pt idx="62259">
                  <c:v>5</c:v>
                </c:pt>
                <c:pt idx="62260">
                  <c:v>2</c:v>
                </c:pt>
                <c:pt idx="62261">
                  <c:v>2</c:v>
                </c:pt>
                <c:pt idx="62262">
                  <c:v>2</c:v>
                </c:pt>
                <c:pt idx="62263">
                  <c:v>3</c:v>
                </c:pt>
                <c:pt idx="62264">
                  <c:v>2</c:v>
                </c:pt>
                <c:pt idx="62265">
                  <c:v>5</c:v>
                </c:pt>
                <c:pt idx="62266">
                  <c:v>4</c:v>
                </c:pt>
                <c:pt idx="62267">
                  <c:v>3</c:v>
                </c:pt>
                <c:pt idx="62268">
                  <c:v>2</c:v>
                </c:pt>
                <c:pt idx="62269">
                  <c:v>2</c:v>
                </c:pt>
                <c:pt idx="62270">
                  <c:v>4</c:v>
                </c:pt>
                <c:pt idx="62271">
                  <c:v>4</c:v>
                </c:pt>
                <c:pt idx="62272">
                  <c:v>2</c:v>
                </c:pt>
                <c:pt idx="62273">
                  <c:v>4</c:v>
                </c:pt>
                <c:pt idx="62274">
                  <c:v>1</c:v>
                </c:pt>
                <c:pt idx="62275">
                  <c:v>1</c:v>
                </c:pt>
                <c:pt idx="62276">
                  <c:v>2</c:v>
                </c:pt>
                <c:pt idx="62277">
                  <c:v>3</c:v>
                </c:pt>
                <c:pt idx="62278">
                  <c:v>1</c:v>
                </c:pt>
                <c:pt idx="62279">
                  <c:v>6</c:v>
                </c:pt>
                <c:pt idx="62280">
                  <c:v>3</c:v>
                </c:pt>
                <c:pt idx="62281">
                  <c:v>3</c:v>
                </c:pt>
                <c:pt idx="62282">
                  <c:v>2</c:v>
                </c:pt>
                <c:pt idx="62283">
                  <c:v>2</c:v>
                </c:pt>
                <c:pt idx="62284">
                  <c:v>2</c:v>
                </c:pt>
                <c:pt idx="62285">
                  <c:v>6</c:v>
                </c:pt>
                <c:pt idx="62286">
                  <c:v>2</c:v>
                </c:pt>
                <c:pt idx="62287">
                  <c:v>4</c:v>
                </c:pt>
                <c:pt idx="62288">
                  <c:v>2</c:v>
                </c:pt>
                <c:pt idx="62289">
                  <c:v>1</c:v>
                </c:pt>
                <c:pt idx="62290">
                  <c:v>1</c:v>
                </c:pt>
                <c:pt idx="62291">
                  <c:v>4</c:v>
                </c:pt>
                <c:pt idx="62292">
                  <c:v>2</c:v>
                </c:pt>
                <c:pt idx="62293">
                  <c:v>2</c:v>
                </c:pt>
                <c:pt idx="62294">
                  <c:v>1</c:v>
                </c:pt>
                <c:pt idx="62295">
                  <c:v>5</c:v>
                </c:pt>
                <c:pt idx="62296">
                  <c:v>3</c:v>
                </c:pt>
                <c:pt idx="62297">
                  <c:v>1</c:v>
                </c:pt>
                <c:pt idx="62298">
                  <c:v>1</c:v>
                </c:pt>
                <c:pt idx="62299">
                  <c:v>2</c:v>
                </c:pt>
                <c:pt idx="62300">
                  <c:v>1</c:v>
                </c:pt>
                <c:pt idx="62301">
                  <c:v>1</c:v>
                </c:pt>
                <c:pt idx="62302">
                  <c:v>1</c:v>
                </c:pt>
                <c:pt idx="62303">
                  <c:v>2</c:v>
                </c:pt>
                <c:pt idx="62304">
                  <c:v>1</c:v>
                </c:pt>
                <c:pt idx="62305">
                  <c:v>2</c:v>
                </c:pt>
                <c:pt idx="62306">
                  <c:v>2</c:v>
                </c:pt>
                <c:pt idx="62307">
                  <c:v>3</c:v>
                </c:pt>
                <c:pt idx="62308">
                  <c:v>1</c:v>
                </c:pt>
                <c:pt idx="62309">
                  <c:v>3</c:v>
                </c:pt>
                <c:pt idx="62310">
                  <c:v>4</c:v>
                </c:pt>
                <c:pt idx="62311">
                  <c:v>2</c:v>
                </c:pt>
                <c:pt idx="62312">
                  <c:v>2</c:v>
                </c:pt>
                <c:pt idx="62313">
                  <c:v>4</c:v>
                </c:pt>
                <c:pt idx="62314">
                  <c:v>3</c:v>
                </c:pt>
                <c:pt idx="62315">
                  <c:v>3</c:v>
                </c:pt>
                <c:pt idx="62316">
                  <c:v>2</c:v>
                </c:pt>
                <c:pt idx="62317">
                  <c:v>4</c:v>
                </c:pt>
                <c:pt idx="62318">
                  <c:v>2</c:v>
                </c:pt>
                <c:pt idx="62319">
                  <c:v>1</c:v>
                </c:pt>
                <c:pt idx="62320">
                  <c:v>1</c:v>
                </c:pt>
                <c:pt idx="62321">
                  <c:v>3</c:v>
                </c:pt>
                <c:pt idx="62322">
                  <c:v>4</c:v>
                </c:pt>
                <c:pt idx="62323">
                  <c:v>3</c:v>
                </c:pt>
                <c:pt idx="62324">
                  <c:v>3</c:v>
                </c:pt>
                <c:pt idx="62325">
                  <c:v>1</c:v>
                </c:pt>
                <c:pt idx="62326">
                  <c:v>1</c:v>
                </c:pt>
                <c:pt idx="62327">
                  <c:v>8</c:v>
                </c:pt>
                <c:pt idx="62328">
                  <c:v>3</c:v>
                </c:pt>
                <c:pt idx="62329">
                  <c:v>2</c:v>
                </c:pt>
                <c:pt idx="62330">
                  <c:v>4</c:v>
                </c:pt>
                <c:pt idx="62331">
                  <c:v>5</c:v>
                </c:pt>
                <c:pt idx="62332">
                  <c:v>2</c:v>
                </c:pt>
                <c:pt idx="62333">
                  <c:v>10</c:v>
                </c:pt>
                <c:pt idx="62334">
                  <c:v>1</c:v>
                </c:pt>
                <c:pt idx="62335">
                  <c:v>2</c:v>
                </c:pt>
                <c:pt idx="62336">
                  <c:v>2</c:v>
                </c:pt>
                <c:pt idx="62337">
                  <c:v>2</c:v>
                </c:pt>
                <c:pt idx="62338">
                  <c:v>4</c:v>
                </c:pt>
                <c:pt idx="62339">
                  <c:v>4</c:v>
                </c:pt>
                <c:pt idx="62340">
                  <c:v>6</c:v>
                </c:pt>
                <c:pt idx="62341">
                  <c:v>3</c:v>
                </c:pt>
                <c:pt idx="62342">
                  <c:v>2</c:v>
                </c:pt>
                <c:pt idx="62343">
                  <c:v>2</c:v>
                </c:pt>
                <c:pt idx="62344">
                  <c:v>1</c:v>
                </c:pt>
                <c:pt idx="62345">
                  <c:v>5</c:v>
                </c:pt>
                <c:pt idx="62346">
                  <c:v>1</c:v>
                </c:pt>
                <c:pt idx="62347">
                  <c:v>3</c:v>
                </c:pt>
                <c:pt idx="62348">
                  <c:v>2</c:v>
                </c:pt>
                <c:pt idx="62349">
                  <c:v>4</c:v>
                </c:pt>
                <c:pt idx="62350">
                  <c:v>3</c:v>
                </c:pt>
                <c:pt idx="62351">
                  <c:v>1</c:v>
                </c:pt>
                <c:pt idx="62352">
                  <c:v>1</c:v>
                </c:pt>
                <c:pt idx="62353">
                  <c:v>2</c:v>
                </c:pt>
                <c:pt idx="62354">
                  <c:v>2</c:v>
                </c:pt>
                <c:pt idx="62355">
                  <c:v>1</c:v>
                </c:pt>
                <c:pt idx="62356">
                  <c:v>3</c:v>
                </c:pt>
                <c:pt idx="62357">
                  <c:v>2</c:v>
                </c:pt>
                <c:pt idx="62358">
                  <c:v>1</c:v>
                </c:pt>
                <c:pt idx="62359">
                  <c:v>3</c:v>
                </c:pt>
                <c:pt idx="62360">
                  <c:v>1</c:v>
                </c:pt>
                <c:pt idx="62361">
                  <c:v>1</c:v>
                </c:pt>
                <c:pt idx="62362">
                  <c:v>2</c:v>
                </c:pt>
                <c:pt idx="62363">
                  <c:v>6</c:v>
                </c:pt>
                <c:pt idx="62364">
                  <c:v>2</c:v>
                </c:pt>
                <c:pt idx="62365">
                  <c:v>3</c:v>
                </c:pt>
                <c:pt idx="62366">
                  <c:v>2</c:v>
                </c:pt>
                <c:pt idx="62367">
                  <c:v>4</c:v>
                </c:pt>
                <c:pt idx="62368">
                  <c:v>3</c:v>
                </c:pt>
                <c:pt idx="62369">
                  <c:v>1</c:v>
                </c:pt>
                <c:pt idx="62370">
                  <c:v>5</c:v>
                </c:pt>
                <c:pt idx="62371">
                  <c:v>3</c:v>
                </c:pt>
                <c:pt idx="62372">
                  <c:v>1</c:v>
                </c:pt>
                <c:pt idx="62373">
                  <c:v>2</c:v>
                </c:pt>
                <c:pt idx="62374">
                  <c:v>2</c:v>
                </c:pt>
                <c:pt idx="62375">
                  <c:v>2</c:v>
                </c:pt>
                <c:pt idx="62376">
                  <c:v>0</c:v>
                </c:pt>
                <c:pt idx="62377">
                  <c:v>2</c:v>
                </c:pt>
                <c:pt idx="62378">
                  <c:v>4</c:v>
                </c:pt>
                <c:pt idx="62379">
                  <c:v>4</c:v>
                </c:pt>
                <c:pt idx="62380">
                  <c:v>3</c:v>
                </c:pt>
                <c:pt idx="62381">
                  <c:v>4</c:v>
                </c:pt>
                <c:pt idx="62382">
                  <c:v>2</c:v>
                </c:pt>
                <c:pt idx="62383">
                  <c:v>2</c:v>
                </c:pt>
                <c:pt idx="62384">
                  <c:v>2</c:v>
                </c:pt>
                <c:pt idx="62385">
                  <c:v>2</c:v>
                </c:pt>
                <c:pt idx="62386">
                  <c:v>2</c:v>
                </c:pt>
                <c:pt idx="62387">
                  <c:v>1</c:v>
                </c:pt>
                <c:pt idx="62388">
                  <c:v>2</c:v>
                </c:pt>
                <c:pt idx="62389">
                  <c:v>1</c:v>
                </c:pt>
                <c:pt idx="62390">
                  <c:v>0</c:v>
                </c:pt>
                <c:pt idx="62391">
                  <c:v>1</c:v>
                </c:pt>
                <c:pt idx="62392">
                  <c:v>2</c:v>
                </c:pt>
                <c:pt idx="62393">
                  <c:v>2</c:v>
                </c:pt>
                <c:pt idx="62394">
                  <c:v>2</c:v>
                </c:pt>
                <c:pt idx="62395">
                  <c:v>1</c:v>
                </c:pt>
                <c:pt idx="62396">
                  <c:v>1</c:v>
                </c:pt>
                <c:pt idx="62397">
                  <c:v>4</c:v>
                </c:pt>
                <c:pt idx="62398">
                  <c:v>2</c:v>
                </c:pt>
                <c:pt idx="62399">
                  <c:v>7</c:v>
                </c:pt>
                <c:pt idx="62400">
                  <c:v>1</c:v>
                </c:pt>
                <c:pt idx="62401">
                  <c:v>1</c:v>
                </c:pt>
                <c:pt idx="62402">
                  <c:v>2</c:v>
                </c:pt>
                <c:pt idx="62403">
                  <c:v>2</c:v>
                </c:pt>
                <c:pt idx="62404">
                  <c:v>1</c:v>
                </c:pt>
                <c:pt idx="62405">
                  <c:v>3</c:v>
                </c:pt>
                <c:pt idx="62406">
                  <c:v>1</c:v>
                </c:pt>
                <c:pt idx="62407">
                  <c:v>2</c:v>
                </c:pt>
                <c:pt idx="62408">
                  <c:v>2</c:v>
                </c:pt>
                <c:pt idx="62409">
                  <c:v>3</c:v>
                </c:pt>
                <c:pt idx="62410">
                  <c:v>1</c:v>
                </c:pt>
                <c:pt idx="62411">
                  <c:v>1</c:v>
                </c:pt>
                <c:pt idx="62412">
                  <c:v>1</c:v>
                </c:pt>
                <c:pt idx="62413">
                  <c:v>6</c:v>
                </c:pt>
                <c:pt idx="62414">
                  <c:v>3</c:v>
                </c:pt>
                <c:pt idx="62415">
                  <c:v>3</c:v>
                </c:pt>
                <c:pt idx="62416">
                  <c:v>3</c:v>
                </c:pt>
                <c:pt idx="62417">
                  <c:v>2</c:v>
                </c:pt>
                <c:pt idx="62418">
                  <c:v>4</c:v>
                </c:pt>
                <c:pt idx="62419">
                  <c:v>4</c:v>
                </c:pt>
                <c:pt idx="62420">
                  <c:v>4</c:v>
                </c:pt>
                <c:pt idx="62421">
                  <c:v>2</c:v>
                </c:pt>
                <c:pt idx="62422">
                  <c:v>3</c:v>
                </c:pt>
                <c:pt idx="62423">
                  <c:v>4</c:v>
                </c:pt>
                <c:pt idx="62424">
                  <c:v>6</c:v>
                </c:pt>
                <c:pt idx="62425">
                  <c:v>5</c:v>
                </c:pt>
                <c:pt idx="62426">
                  <c:v>2</c:v>
                </c:pt>
                <c:pt idx="62427">
                  <c:v>2</c:v>
                </c:pt>
                <c:pt idx="62428">
                  <c:v>3</c:v>
                </c:pt>
                <c:pt idx="62429">
                  <c:v>3</c:v>
                </c:pt>
                <c:pt idx="62430">
                  <c:v>1</c:v>
                </c:pt>
                <c:pt idx="62431">
                  <c:v>3</c:v>
                </c:pt>
                <c:pt idx="62432">
                  <c:v>1</c:v>
                </c:pt>
                <c:pt idx="62433">
                  <c:v>5</c:v>
                </c:pt>
                <c:pt idx="62434">
                  <c:v>2</c:v>
                </c:pt>
                <c:pt idx="62435">
                  <c:v>1</c:v>
                </c:pt>
                <c:pt idx="62436">
                  <c:v>1</c:v>
                </c:pt>
                <c:pt idx="62437">
                  <c:v>3</c:v>
                </c:pt>
                <c:pt idx="62438">
                  <c:v>6</c:v>
                </c:pt>
                <c:pt idx="62439">
                  <c:v>4</c:v>
                </c:pt>
                <c:pt idx="62440">
                  <c:v>2</c:v>
                </c:pt>
                <c:pt idx="62441">
                  <c:v>2</c:v>
                </c:pt>
                <c:pt idx="62442">
                  <c:v>3</c:v>
                </c:pt>
                <c:pt idx="62443">
                  <c:v>1</c:v>
                </c:pt>
                <c:pt idx="62444">
                  <c:v>4</c:v>
                </c:pt>
                <c:pt idx="62445">
                  <c:v>2</c:v>
                </c:pt>
                <c:pt idx="62446">
                  <c:v>2</c:v>
                </c:pt>
                <c:pt idx="62447">
                  <c:v>3</c:v>
                </c:pt>
                <c:pt idx="62448">
                  <c:v>1</c:v>
                </c:pt>
                <c:pt idx="62449">
                  <c:v>3</c:v>
                </c:pt>
                <c:pt idx="62450">
                  <c:v>4</c:v>
                </c:pt>
                <c:pt idx="62451">
                  <c:v>3</c:v>
                </c:pt>
                <c:pt idx="62452">
                  <c:v>4</c:v>
                </c:pt>
                <c:pt idx="62453">
                  <c:v>1</c:v>
                </c:pt>
                <c:pt idx="62454">
                  <c:v>2</c:v>
                </c:pt>
                <c:pt idx="62455">
                  <c:v>3</c:v>
                </c:pt>
                <c:pt idx="62456">
                  <c:v>1</c:v>
                </c:pt>
                <c:pt idx="62457">
                  <c:v>1</c:v>
                </c:pt>
                <c:pt idx="62458">
                  <c:v>2</c:v>
                </c:pt>
                <c:pt idx="62459">
                  <c:v>3</c:v>
                </c:pt>
                <c:pt idx="62460">
                  <c:v>2</c:v>
                </c:pt>
                <c:pt idx="62461">
                  <c:v>3</c:v>
                </c:pt>
                <c:pt idx="62462">
                  <c:v>2</c:v>
                </c:pt>
                <c:pt idx="62463">
                  <c:v>3</c:v>
                </c:pt>
                <c:pt idx="62464">
                  <c:v>2</c:v>
                </c:pt>
                <c:pt idx="62465">
                  <c:v>2</c:v>
                </c:pt>
                <c:pt idx="62466">
                  <c:v>4</c:v>
                </c:pt>
                <c:pt idx="62467">
                  <c:v>2</c:v>
                </c:pt>
                <c:pt idx="62468">
                  <c:v>2</c:v>
                </c:pt>
                <c:pt idx="62469">
                  <c:v>1</c:v>
                </c:pt>
                <c:pt idx="62470">
                  <c:v>3</c:v>
                </c:pt>
                <c:pt idx="62471">
                  <c:v>4</c:v>
                </c:pt>
                <c:pt idx="62472">
                  <c:v>1</c:v>
                </c:pt>
                <c:pt idx="62473">
                  <c:v>2</c:v>
                </c:pt>
                <c:pt idx="62474">
                  <c:v>2</c:v>
                </c:pt>
                <c:pt idx="62475">
                  <c:v>1</c:v>
                </c:pt>
                <c:pt idx="62476">
                  <c:v>2</c:v>
                </c:pt>
                <c:pt idx="62477">
                  <c:v>5</c:v>
                </c:pt>
                <c:pt idx="62478">
                  <c:v>3</c:v>
                </c:pt>
                <c:pt idx="62479">
                  <c:v>2</c:v>
                </c:pt>
                <c:pt idx="62480">
                  <c:v>3</c:v>
                </c:pt>
                <c:pt idx="62481">
                  <c:v>3</c:v>
                </c:pt>
                <c:pt idx="62482">
                  <c:v>1</c:v>
                </c:pt>
                <c:pt idx="62483">
                  <c:v>3</c:v>
                </c:pt>
                <c:pt idx="62484">
                  <c:v>1</c:v>
                </c:pt>
                <c:pt idx="62485">
                  <c:v>2</c:v>
                </c:pt>
                <c:pt idx="62486">
                  <c:v>2</c:v>
                </c:pt>
                <c:pt idx="62487">
                  <c:v>10</c:v>
                </c:pt>
                <c:pt idx="62488">
                  <c:v>1</c:v>
                </c:pt>
                <c:pt idx="62489">
                  <c:v>2</c:v>
                </c:pt>
                <c:pt idx="62490">
                  <c:v>2</c:v>
                </c:pt>
                <c:pt idx="62491">
                  <c:v>1</c:v>
                </c:pt>
                <c:pt idx="62492">
                  <c:v>3</c:v>
                </c:pt>
                <c:pt idx="62493">
                  <c:v>4</c:v>
                </c:pt>
                <c:pt idx="62494">
                  <c:v>2</c:v>
                </c:pt>
                <c:pt idx="62495">
                  <c:v>2</c:v>
                </c:pt>
                <c:pt idx="62496">
                  <c:v>2</c:v>
                </c:pt>
                <c:pt idx="62497">
                  <c:v>1</c:v>
                </c:pt>
                <c:pt idx="62498">
                  <c:v>2</c:v>
                </c:pt>
                <c:pt idx="62499">
                  <c:v>1</c:v>
                </c:pt>
                <c:pt idx="62500">
                  <c:v>1</c:v>
                </c:pt>
                <c:pt idx="62501">
                  <c:v>2</c:v>
                </c:pt>
                <c:pt idx="62502">
                  <c:v>2</c:v>
                </c:pt>
                <c:pt idx="62503">
                  <c:v>2</c:v>
                </c:pt>
                <c:pt idx="62504">
                  <c:v>2</c:v>
                </c:pt>
                <c:pt idx="62505">
                  <c:v>4</c:v>
                </c:pt>
                <c:pt idx="62506">
                  <c:v>3</c:v>
                </c:pt>
                <c:pt idx="62507">
                  <c:v>1</c:v>
                </c:pt>
                <c:pt idx="62508">
                  <c:v>1</c:v>
                </c:pt>
                <c:pt idx="62509">
                  <c:v>4</c:v>
                </c:pt>
                <c:pt idx="62510">
                  <c:v>2</c:v>
                </c:pt>
                <c:pt idx="62511">
                  <c:v>3</c:v>
                </c:pt>
                <c:pt idx="62512">
                  <c:v>2</c:v>
                </c:pt>
                <c:pt idx="62513">
                  <c:v>2</c:v>
                </c:pt>
                <c:pt idx="62514">
                  <c:v>4</c:v>
                </c:pt>
                <c:pt idx="62515">
                  <c:v>4</c:v>
                </c:pt>
                <c:pt idx="62516">
                  <c:v>3</c:v>
                </c:pt>
                <c:pt idx="62517">
                  <c:v>1</c:v>
                </c:pt>
                <c:pt idx="62518">
                  <c:v>2</c:v>
                </c:pt>
                <c:pt idx="62519">
                  <c:v>5</c:v>
                </c:pt>
                <c:pt idx="62520">
                  <c:v>5</c:v>
                </c:pt>
                <c:pt idx="62521">
                  <c:v>5</c:v>
                </c:pt>
                <c:pt idx="62522">
                  <c:v>4</c:v>
                </c:pt>
                <c:pt idx="62523">
                  <c:v>1</c:v>
                </c:pt>
                <c:pt idx="62524">
                  <c:v>2</c:v>
                </c:pt>
                <c:pt idx="62525">
                  <c:v>-1</c:v>
                </c:pt>
                <c:pt idx="62526">
                  <c:v>3</c:v>
                </c:pt>
                <c:pt idx="62527">
                  <c:v>-3</c:v>
                </c:pt>
                <c:pt idx="62528">
                  <c:v>3</c:v>
                </c:pt>
                <c:pt idx="62529">
                  <c:v>2</c:v>
                </c:pt>
                <c:pt idx="62530">
                  <c:v>3</c:v>
                </c:pt>
                <c:pt idx="62531">
                  <c:v>1</c:v>
                </c:pt>
                <c:pt idx="62532">
                  <c:v>3</c:v>
                </c:pt>
                <c:pt idx="62533">
                  <c:v>2</c:v>
                </c:pt>
                <c:pt idx="62534">
                  <c:v>-1</c:v>
                </c:pt>
                <c:pt idx="62535">
                  <c:v>3</c:v>
                </c:pt>
                <c:pt idx="62536">
                  <c:v>2</c:v>
                </c:pt>
                <c:pt idx="62537">
                  <c:v>3</c:v>
                </c:pt>
                <c:pt idx="62538">
                  <c:v>1</c:v>
                </c:pt>
                <c:pt idx="62539">
                  <c:v>4</c:v>
                </c:pt>
                <c:pt idx="62540">
                  <c:v>1</c:v>
                </c:pt>
                <c:pt idx="62541">
                  <c:v>2</c:v>
                </c:pt>
                <c:pt idx="62542">
                  <c:v>2</c:v>
                </c:pt>
                <c:pt idx="62543">
                  <c:v>4</c:v>
                </c:pt>
                <c:pt idx="62544">
                  <c:v>3</c:v>
                </c:pt>
                <c:pt idx="62545">
                  <c:v>2</c:v>
                </c:pt>
                <c:pt idx="62546">
                  <c:v>4</c:v>
                </c:pt>
                <c:pt idx="62547">
                  <c:v>4</c:v>
                </c:pt>
                <c:pt idx="62548">
                  <c:v>2</c:v>
                </c:pt>
                <c:pt idx="62549">
                  <c:v>2</c:v>
                </c:pt>
                <c:pt idx="62550">
                  <c:v>7</c:v>
                </c:pt>
                <c:pt idx="62551">
                  <c:v>1</c:v>
                </c:pt>
                <c:pt idx="62552">
                  <c:v>3</c:v>
                </c:pt>
                <c:pt idx="62553">
                  <c:v>4</c:v>
                </c:pt>
                <c:pt idx="62554">
                  <c:v>4</c:v>
                </c:pt>
                <c:pt idx="62555">
                  <c:v>4</c:v>
                </c:pt>
                <c:pt idx="62556">
                  <c:v>2</c:v>
                </c:pt>
                <c:pt idx="62557">
                  <c:v>4</c:v>
                </c:pt>
                <c:pt idx="62558">
                  <c:v>4</c:v>
                </c:pt>
                <c:pt idx="62559">
                  <c:v>2</c:v>
                </c:pt>
                <c:pt idx="62560">
                  <c:v>1</c:v>
                </c:pt>
                <c:pt idx="62561">
                  <c:v>6</c:v>
                </c:pt>
                <c:pt idx="62562">
                  <c:v>2</c:v>
                </c:pt>
                <c:pt idx="62563">
                  <c:v>4</c:v>
                </c:pt>
                <c:pt idx="62564">
                  <c:v>2</c:v>
                </c:pt>
                <c:pt idx="62565">
                  <c:v>1</c:v>
                </c:pt>
                <c:pt idx="62566">
                  <c:v>1</c:v>
                </c:pt>
                <c:pt idx="62567">
                  <c:v>4</c:v>
                </c:pt>
                <c:pt idx="62568">
                  <c:v>2</c:v>
                </c:pt>
                <c:pt idx="62569">
                  <c:v>4</c:v>
                </c:pt>
                <c:pt idx="62570">
                  <c:v>3</c:v>
                </c:pt>
                <c:pt idx="62571">
                  <c:v>4</c:v>
                </c:pt>
                <c:pt idx="62572">
                  <c:v>3</c:v>
                </c:pt>
                <c:pt idx="62573">
                  <c:v>4</c:v>
                </c:pt>
                <c:pt idx="62574">
                  <c:v>2</c:v>
                </c:pt>
                <c:pt idx="62575">
                  <c:v>5</c:v>
                </c:pt>
                <c:pt idx="62576">
                  <c:v>2</c:v>
                </c:pt>
                <c:pt idx="62577">
                  <c:v>2</c:v>
                </c:pt>
                <c:pt idx="62578">
                  <c:v>3</c:v>
                </c:pt>
                <c:pt idx="62579">
                  <c:v>3</c:v>
                </c:pt>
                <c:pt idx="62580">
                  <c:v>2</c:v>
                </c:pt>
                <c:pt idx="62581">
                  <c:v>2</c:v>
                </c:pt>
                <c:pt idx="62582">
                  <c:v>6</c:v>
                </c:pt>
                <c:pt idx="62583">
                  <c:v>2</c:v>
                </c:pt>
                <c:pt idx="62584">
                  <c:v>1</c:v>
                </c:pt>
                <c:pt idx="62585">
                  <c:v>2</c:v>
                </c:pt>
                <c:pt idx="62586">
                  <c:v>2</c:v>
                </c:pt>
                <c:pt idx="62587">
                  <c:v>1</c:v>
                </c:pt>
                <c:pt idx="62588">
                  <c:v>2</c:v>
                </c:pt>
                <c:pt idx="62589">
                  <c:v>1</c:v>
                </c:pt>
                <c:pt idx="62590">
                  <c:v>3</c:v>
                </c:pt>
                <c:pt idx="62591">
                  <c:v>2</c:v>
                </c:pt>
                <c:pt idx="62592">
                  <c:v>2</c:v>
                </c:pt>
                <c:pt idx="62593">
                  <c:v>2</c:v>
                </c:pt>
                <c:pt idx="62594">
                  <c:v>1</c:v>
                </c:pt>
                <c:pt idx="62595">
                  <c:v>2</c:v>
                </c:pt>
                <c:pt idx="62596">
                  <c:v>1</c:v>
                </c:pt>
                <c:pt idx="62597">
                  <c:v>3</c:v>
                </c:pt>
                <c:pt idx="62598">
                  <c:v>2</c:v>
                </c:pt>
                <c:pt idx="62599">
                  <c:v>2</c:v>
                </c:pt>
                <c:pt idx="62600">
                  <c:v>2</c:v>
                </c:pt>
                <c:pt idx="62601">
                  <c:v>2</c:v>
                </c:pt>
                <c:pt idx="62602">
                  <c:v>2</c:v>
                </c:pt>
                <c:pt idx="62603">
                  <c:v>2</c:v>
                </c:pt>
                <c:pt idx="62604">
                  <c:v>2</c:v>
                </c:pt>
                <c:pt idx="62605">
                  <c:v>1</c:v>
                </c:pt>
                <c:pt idx="62606">
                  <c:v>2</c:v>
                </c:pt>
                <c:pt idx="62607">
                  <c:v>3</c:v>
                </c:pt>
                <c:pt idx="62608">
                  <c:v>1</c:v>
                </c:pt>
                <c:pt idx="62609">
                  <c:v>6</c:v>
                </c:pt>
                <c:pt idx="62610">
                  <c:v>10</c:v>
                </c:pt>
                <c:pt idx="62611">
                  <c:v>2</c:v>
                </c:pt>
                <c:pt idx="62612">
                  <c:v>1</c:v>
                </c:pt>
                <c:pt idx="62613">
                  <c:v>5</c:v>
                </c:pt>
                <c:pt idx="62614">
                  <c:v>2</c:v>
                </c:pt>
                <c:pt idx="62615">
                  <c:v>2</c:v>
                </c:pt>
                <c:pt idx="62616">
                  <c:v>4</c:v>
                </c:pt>
                <c:pt idx="62617">
                  <c:v>4</c:v>
                </c:pt>
                <c:pt idx="62618">
                  <c:v>5</c:v>
                </c:pt>
                <c:pt idx="62619">
                  <c:v>3</c:v>
                </c:pt>
                <c:pt idx="62620">
                  <c:v>3</c:v>
                </c:pt>
                <c:pt idx="62621">
                  <c:v>2</c:v>
                </c:pt>
                <c:pt idx="62622">
                  <c:v>5</c:v>
                </c:pt>
                <c:pt idx="62623">
                  <c:v>2</c:v>
                </c:pt>
                <c:pt idx="62624">
                  <c:v>1</c:v>
                </c:pt>
                <c:pt idx="62625">
                  <c:v>1</c:v>
                </c:pt>
                <c:pt idx="62626">
                  <c:v>3</c:v>
                </c:pt>
                <c:pt idx="62627">
                  <c:v>1</c:v>
                </c:pt>
                <c:pt idx="62628">
                  <c:v>3</c:v>
                </c:pt>
                <c:pt idx="62629">
                  <c:v>2</c:v>
                </c:pt>
                <c:pt idx="62630">
                  <c:v>2</c:v>
                </c:pt>
                <c:pt idx="62631">
                  <c:v>2</c:v>
                </c:pt>
                <c:pt idx="62632">
                  <c:v>8</c:v>
                </c:pt>
                <c:pt idx="62633">
                  <c:v>2</c:v>
                </c:pt>
                <c:pt idx="62634">
                  <c:v>3</c:v>
                </c:pt>
                <c:pt idx="62635">
                  <c:v>3</c:v>
                </c:pt>
                <c:pt idx="62636">
                  <c:v>3</c:v>
                </c:pt>
                <c:pt idx="62637">
                  <c:v>1</c:v>
                </c:pt>
                <c:pt idx="62638">
                  <c:v>3</c:v>
                </c:pt>
                <c:pt idx="62639">
                  <c:v>2</c:v>
                </c:pt>
                <c:pt idx="62640">
                  <c:v>2</c:v>
                </c:pt>
                <c:pt idx="62641">
                  <c:v>3</c:v>
                </c:pt>
                <c:pt idx="62642">
                  <c:v>3</c:v>
                </c:pt>
                <c:pt idx="62643">
                  <c:v>2</c:v>
                </c:pt>
                <c:pt idx="62644">
                  <c:v>2</c:v>
                </c:pt>
                <c:pt idx="62645">
                  <c:v>2</c:v>
                </c:pt>
                <c:pt idx="62646">
                  <c:v>2</c:v>
                </c:pt>
                <c:pt idx="62647">
                  <c:v>6</c:v>
                </c:pt>
                <c:pt idx="62648">
                  <c:v>2</c:v>
                </c:pt>
                <c:pt idx="62649">
                  <c:v>2</c:v>
                </c:pt>
                <c:pt idx="62650">
                  <c:v>3</c:v>
                </c:pt>
                <c:pt idx="62651">
                  <c:v>2</c:v>
                </c:pt>
                <c:pt idx="62652">
                  <c:v>1</c:v>
                </c:pt>
                <c:pt idx="62653">
                  <c:v>1</c:v>
                </c:pt>
                <c:pt idx="62654">
                  <c:v>3</c:v>
                </c:pt>
                <c:pt idx="62655">
                  <c:v>8</c:v>
                </c:pt>
                <c:pt idx="62656">
                  <c:v>2</c:v>
                </c:pt>
                <c:pt idx="62657">
                  <c:v>6</c:v>
                </c:pt>
                <c:pt idx="62658">
                  <c:v>2</c:v>
                </c:pt>
                <c:pt idx="62659">
                  <c:v>3</c:v>
                </c:pt>
                <c:pt idx="62660">
                  <c:v>5</c:v>
                </c:pt>
                <c:pt idx="62661">
                  <c:v>2</c:v>
                </c:pt>
                <c:pt idx="62662">
                  <c:v>3</c:v>
                </c:pt>
                <c:pt idx="62663">
                  <c:v>1</c:v>
                </c:pt>
                <c:pt idx="62664">
                  <c:v>2</c:v>
                </c:pt>
                <c:pt idx="62665">
                  <c:v>2</c:v>
                </c:pt>
                <c:pt idx="62666">
                  <c:v>4</c:v>
                </c:pt>
                <c:pt idx="62667">
                  <c:v>4</c:v>
                </c:pt>
                <c:pt idx="62668">
                  <c:v>3</c:v>
                </c:pt>
                <c:pt idx="62669">
                  <c:v>2</c:v>
                </c:pt>
                <c:pt idx="62670">
                  <c:v>1</c:v>
                </c:pt>
                <c:pt idx="62671">
                  <c:v>1</c:v>
                </c:pt>
                <c:pt idx="62672">
                  <c:v>6</c:v>
                </c:pt>
                <c:pt idx="62673">
                  <c:v>1</c:v>
                </c:pt>
                <c:pt idx="62674">
                  <c:v>3</c:v>
                </c:pt>
                <c:pt idx="62675">
                  <c:v>3</c:v>
                </c:pt>
                <c:pt idx="62676">
                  <c:v>4</c:v>
                </c:pt>
                <c:pt idx="62677">
                  <c:v>9</c:v>
                </c:pt>
                <c:pt idx="62678">
                  <c:v>3</c:v>
                </c:pt>
                <c:pt idx="62679">
                  <c:v>1</c:v>
                </c:pt>
                <c:pt idx="62680">
                  <c:v>2</c:v>
                </c:pt>
                <c:pt idx="62681">
                  <c:v>6</c:v>
                </c:pt>
                <c:pt idx="62682">
                  <c:v>4</c:v>
                </c:pt>
                <c:pt idx="62683">
                  <c:v>1</c:v>
                </c:pt>
                <c:pt idx="62684">
                  <c:v>5</c:v>
                </c:pt>
                <c:pt idx="62685">
                  <c:v>2</c:v>
                </c:pt>
                <c:pt idx="62686">
                  <c:v>3</c:v>
                </c:pt>
                <c:pt idx="62687">
                  <c:v>1</c:v>
                </c:pt>
                <c:pt idx="62688">
                  <c:v>4</c:v>
                </c:pt>
                <c:pt idx="62689">
                  <c:v>1</c:v>
                </c:pt>
                <c:pt idx="62690">
                  <c:v>1</c:v>
                </c:pt>
                <c:pt idx="62691">
                  <c:v>3</c:v>
                </c:pt>
                <c:pt idx="62692">
                  <c:v>2</c:v>
                </c:pt>
                <c:pt idx="62693">
                  <c:v>6</c:v>
                </c:pt>
                <c:pt idx="62694">
                  <c:v>4</c:v>
                </c:pt>
                <c:pt idx="62695">
                  <c:v>1</c:v>
                </c:pt>
                <c:pt idx="62696">
                  <c:v>2</c:v>
                </c:pt>
                <c:pt idx="62697">
                  <c:v>2</c:v>
                </c:pt>
                <c:pt idx="62698">
                  <c:v>5</c:v>
                </c:pt>
                <c:pt idx="62699">
                  <c:v>3</c:v>
                </c:pt>
                <c:pt idx="62700">
                  <c:v>2</c:v>
                </c:pt>
                <c:pt idx="62701">
                  <c:v>3</c:v>
                </c:pt>
                <c:pt idx="62702">
                  <c:v>15</c:v>
                </c:pt>
                <c:pt idx="62703">
                  <c:v>1</c:v>
                </c:pt>
                <c:pt idx="62704">
                  <c:v>2</c:v>
                </c:pt>
                <c:pt idx="62705">
                  <c:v>8</c:v>
                </c:pt>
                <c:pt idx="62706">
                  <c:v>3</c:v>
                </c:pt>
                <c:pt idx="62707">
                  <c:v>1</c:v>
                </c:pt>
                <c:pt idx="62708">
                  <c:v>1</c:v>
                </c:pt>
                <c:pt idx="62709">
                  <c:v>-2</c:v>
                </c:pt>
                <c:pt idx="62710">
                  <c:v>2</c:v>
                </c:pt>
                <c:pt idx="62711">
                  <c:v>1</c:v>
                </c:pt>
                <c:pt idx="62712">
                  <c:v>3</c:v>
                </c:pt>
                <c:pt idx="62713">
                  <c:v>2</c:v>
                </c:pt>
                <c:pt idx="62714">
                  <c:v>2</c:v>
                </c:pt>
                <c:pt idx="62715">
                  <c:v>3</c:v>
                </c:pt>
                <c:pt idx="62716">
                  <c:v>4</c:v>
                </c:pt>
                <c:pt idx="62717">
                  <c:v>3</c:v>
                </c:pt>
                <c:pt idx="62718">
                  <c:v>3</c:v>
                </c:pt>
                <c:pt idx="62719">
                  <c:v>5</c:v>
                </c:pt>
                <c:pt idx="62720">
                  <c:v>4</c:v>
                </c:pt>
                <c:pt idx="62721">
                  <c:v>2</c:v>
                </c:pt>
                <c:pt idx="62722">
                  <c:v>6</c:v>
                </c:pt>
                <c:pt idx="62723">
                  <c:v>3</c:v>
                </c:pt>
                <c:pt idx="62724">
                  <c:v>7</c:v>
                </c:pt>
                <c:pt idx="62725">
                  <c:v>1</c:v>
                </c:pt>
                <c:pt idx="62726">
                  <c:v>2</c:v>
                </c:pt>
                <c:pt idx="62727">
                  <c:v>2</c:v>
                </c:pt>
                <c:pt idx="62728">
                  <c:v>3</c:v>
                </c:pt>
                <c:pt idx="62729">
                  <c:v>4</c:v>
                </c:pt>
                <c:pt idx="62730">
                  <c:v>2</c:v>
                </c:pt>
                <c:pt idx="62731">
                  <c:v>2</c:v>
                </c:pt>
                <c:pt idx="62732">
                  <c:v>2</c:v>
                </c:pt>
                <c:pt idx="62733">
                  <c:v>5</c:v>
                </c:pt>
                <c:pt idx="62734">
                  <c:v>2</c:v>
                </c:pt>
                <c:pt idx="62735">
                  <c:v>3</c:v>
                </c:pt>
                <c:pt idx="62736">
                  <c:v>1</c:v>
                </c:pt>
                <c:pt idx="62737">
                  <c:v>2</c:v>
                </c:pt>
                <c:pt idx="62738">
                  <c:v>3</c:v>
                </c:pt>
                <c:pt idx="62739">
                  <c:v>3</c:v>
                </c:pt>
                <c:pt idx="62740">
                  <c:v>1</c:v>
                </c:pt>
                <c:pt idx="62741">
                  <c:v>1</c:v>
                </c:pt>
                <c:pt idx="62742">
                  <c:v>2</c:v>
                </c:pt>
                <c:pt idx="62743">
                  <c:v>1</c:v>
                </c:pt>
                <c:pt idx="62744">
                  <c:v>1</c:v>
                </c:pt>
                <c:pt idx="62745">
                  <c:v>1</c:v>
                </c:pt>
                <c:pt idx="62746">
                  <c:v>2</c:v>
                </c:pt>
                <c:pt idx="62747">
                  <c:v>1</c:v>
                </c:pt>
                <c:pt idx="62748">
                  <c:v>2</c:v>
                </c:pt>
                <c:pt idx="62749">
                  <c:v>2</c:v>
                </c:pt>
                <c:pt idx="62750">
                  <c:v>4</c:v>
                </c:pt>
                <c:pt idx="62751">
                  <c:v>2</c:v>
                </c:pt>
                <c:pt idx="62752">
                  <c:v>2</c:v>
                </c:pt>
                <c:pt idx="62753">
                  <c:v>4</c:v>
                </c:pt>
                <c:pt idx="62754">
                  <c:v>2</c:v>
                </c:pt>
                <c:pt idx="62755">
                  <c:v>5</c:v>
                </c:pt>
                <c:pt idx="62756">
                  <c:v>2</c:v>
                </c:pt>
                <c:pt idx="62757">
                  <c:v>1</c:v>
                </c:pt>
                <c:pt idx="62758">
                  <c:v>2</c:v>
                </c:pt>
                <c:pt idx="62759">
                  <c:v>4</c:v>
                </c:pt>
                <c:pt idx="62760">
                  <c:v>2</c:v>
                </c:pt>
                <c:pt idx="62761">
                  <c:v>2</c:v>
                </c:pt>
                <c:pt idx="62762">
                  <c:v>2</c:v>
                </c:pt>
                <c:pt idx="62763">
                  <c:v>1</c:v>
                </c:pt>
                <c:pt idx="62764">
                  <c:v>4</c:v>
                </c:pt>
                <c:pt idx="62765">
                  <c:v>2</c:v>
                </c:pt>
                <c:pt idx="62766">
                  <c:v>3</c:v>
                </c:pt>
                <c:pt idx="62767">
                  <c:v>3</c:v>
                </c:pt>
                <c:pt idx="62768">
                  <c:v>2</c:v>
                </c:pt>
                <c:pt idx="62769">
                  <c:v>10</c:v>
                </c:pt>
                <c:pt idx="62770">
                  <c:v>10</c:v>
                </c:pt>
                <c:pt idx="62771">
                  <c:v>1</c:v>
                </c:pt>
                <c:pt idx="62772">
                  <c:v>2</c:v>
                </c:pt>
                <c:pt idx="62773">
                  <c:v>4</c:v>
                </c:pt>
                <c:pt idx="62774">
                  <c:v>2</c:v>
                </c:pt>
                <c:pt idx="62775">
                  <c:v>24</c:v>
                </c:pt>
                <c:pt idx="62776">
                  <c:v>3</c:v>
                </c:pt>
                <c:pt idx="62777">
                  <c:v>3</c:v>
                </c:pt>
                <c:pt idx="62778">
                  <c:v>2</c:v>
                </c:pt>
                <c:pt idx="62779">
                  <c:v>4</c:v>
                </c:pt>
                <c:pt idx="62780">
                  <c:v>2</c:v>
                </c:pt>
                <c:pt idx="62781">
                  <c:v>2</c:v>
                </c:pt>
                <c:pt idx="62782">
                  <c:v>1</c:v>
                </c:pt>
                <c:pt idx="62783">
                  <c:v>2</c:v>
                </c:pt>
                <c:pt idx="62784">
                  <c:v>2</c:v>
                </c:pt>
                <c:pt idx="62785">
                  <c:v>1</c:v>
                </c:pt>
                <c:pt idx="62786">
                  <c:v>4</c:v>
                </c:pt>
                <c:pt idx="62787">
                  <c:v>3</c:v>
                </c:pt>
                <c:pt idx="62788">
                  <c:v>2</c:v>
                </c:pt>
                <c:pt idx="62789">
                  <c:v>1</c:v>
                </c:pt>
                <c:pt idx="62790">
                  <c:v>3</c:v>
                </c:pt>
                <c:pt idx="62791">
                  <c:v>1</c:v>
                </c:pt>
                <c:pt idx="62792">
                  <c:v>2</c:v>
                </c:pt>
                <c:pt idx="62793">
                  <c:v>3</c:v>
                </c:pt>
                <c:pt idx="62794">
                  <c:v>2</c:v>
                </c:pt>
                <c:pt idx="62795">
                  <c:v>3</c:v>
                </c:pt>
                <c:pt idx="62796">
                  <c:v>2</c:v>
                </c:pt>
                <c:pt idx="62797">
                  <c:v>1</c:v>
                </c:pt>
                <c:pt idx="62798">
                  <c:v>2</c:v>
                </c:pt>
                <c:pt idx="62799">
                  <c:v>3</c:v>
                </c:pt>
                <c:pt idx="62800">
                  <c:v>1</c:v>
                </c:pt>
                <c:pt idx="62801">
                  <c:v>1</c:v>
                </c:pt>
                <c:pt idx="62802">
                  <c:v>4</c:v>
                </c:pt>
                <c:pt idx="62803">
                  <c:v>5</c:v>
                </c:pt>
                <c:pt idx="62804">
                  <c:v>3</c:v>
                </c:pt>
                <c:pt idx="62805">
                  <c:v>3</c:v>
                </c:pt>
                <c:pt idx="62806">
                  <c:v>2</c:v>
                </c:pt>
                <c:pt idx="62807">
                  <c:v>1</c:v>
                </c:pt>
                <c:pt idx="62808">
                  <c:v>1</c:v>
                </c:pt>
                <c:pt idx="62809">
                  <c:v>2</c:v>
                </c:pt>
                <c:pt idx="62810">
                  <c:v>2</c:v>
                </c:pt>
                <c:pt idx="62811">
                  <c:v>1</c:v>
                </c:pt>
                <c:pt idx="62812">
                  <c:v>1</c:v>
                </c:pt>
                <c:pt idx="62813">
                  <c:v>2</c:v>
                </c:pt>
                <c:pt idx="62814">
                  <c:v>2</c:v>
                </c:pt>
                <c:pt idx="62815">
                  <c:v>1</c:v>
                </c:pt>
                <c:pt idx="62816">
                  <c:v>3</c:v>
                </c:pt>
                <c:pt idx="62817">
                  <c:v>2</c:v>
                </c:pt>
                <c:pt idx="62818">
                  <c:v>2</c:v>
                </c:pt>
                <c:pt idx="62819">
                  <c:v>2</c:v>
                </c:pt>
                <c:pt idx="62820">
                  <c:v>2</c:v>
                </c:pt>
                <c:pt idx="62821">
                  <c:v>4</c:v>
                </c:pt>
                <c:pt idx="62822">
                  <c:v>2</c:v>
                </c:pt>
                <c:pt idx="62823">
                  <c:v>2</c:v>
                </c:pt>
                <c:pt idx="62824">
                  <c:v>9</c:v>
                </c:pt>
                <c:pt idx="62825">
                  <c:v>1</c:v>
                </c:pt>
                <c:pt idx="62826">
                  <c:v>1</c:v>
                </c:pt>
                <c:pt idx="62827">
                  <c:v>4</c:v>
                </c:pt>
                <c:pt idx="62828">
                  <c:v>4</c:v>
                </c:pt>
                <c:pt idx="62829">
                  <c:v>2</c:v>
                </c:pt>
                <c:pt idx="62830">
                  <c:v>3</c:v>
                </c:pt>
                <c:pt idx="62831">
                  <c:v>2</c:v>
                </c:pt>
                <c:pt idx="62832">
                  <c:v>2</c:v>
                </c:pt>
                <c:pt idx="62833">
                  <c:v>1</c:v>
                </c:pt>
                <c:pt idx="62834">
                  <c:v>4</c:v>
                </c:pt>
                <c:pt idx="62835">
                  <c:v>2</c:v>
                </c:pt>
                <c:pt idx="62836">
                  <c:v>2</c:v>
                </c:pt>
                <c:pt idx="62837">
                  <c:v>10</c:v>
                </c:pt>
                <c:pt idx="62838">
                  <c:v>4</c:v>
                </c:pt>
                <c:pt idx="62839">
                  <c:v>3</c:v>
                </c:pt>
                <c:pt idx="62840">
                  <c:v>1</c:v>
                </c:pt>
                <c:pt idx="62841">
                  <c:v>3</c:v>
                </c:pt>
                <c:pt idx="62842">
                  <c:v>2</c:v>
                </c:pt>
                <c:pt idx="62843">
                  <c:v>4</c:v>
                </c:pt>
                <c:pt idx="62844">
                  <c:v>1</c:v>
                </c:pt>
                <c:pt idx="62845">
                  <c:v>3</c:v>
                </c:pt>
                <c:pt idx="62846">
                  <c:v>1</c:v>
                </c:pt>
                <c:pt idx="62847">
                  <c:v>2</c:v>
                </c:pt>
                <c:pt idx="62848">
                  <c:v>1</c:v>
                </c:pt>
                <c:pt idx="62849">
                  <c:v>2</c:v>
                </c:pt>
                <c:pt idx="62850">
                  <c:v>1</c:v>
                </c:pt>
                <c:pt idx="62851">
                  <c:v>5</c:v>
                </c:pt>
                <c:pt idx="62852">
                  <c:v>2</c:v>
                </c:pt>
                <c:pt idx="62853">
                  <c:v>6</c:v>
                </c:pt>
                <c:pt idx="62854">
                  <c:v>7</c:v>
                </c:pt>
                <c:pt idx="62855">
                  <c:v>3</c:v>
                </c:pt>
                <c:pt idx="62856">
                  <c:v>7</c:v>
                </c:pt>
                <c:pt idx="62857">
                  <c:v>10</c:v>
                </c:pt>
                <c:pt idx="62858">
                  <c:v>1</c:v>
                </c:pt>
                <c:pt idx="62859">
                  <c:v>4</c:v>
                </c:pt>
                <c:pt idx="62860">
                  <c:v>2</c:v>
                </c:pt>
                <c:pt idx="62861">
                  <c:v>2</c:v>
                </c:pt>
                <c:pt idx="62862">
                  <c:v>2</c:v>
                </c:pt>
                <c:pt idx="62863">
                  <c:v>8</c:v>
                </c:pt>
                <c:pt idx="62864">
                  <c:v>2</c:v>
                </c:pt>
                <c:pt idx="62865">
                  <c:v>-2</c:v>
                </c:pt>
                <c:pt idx="62866">
                  <c:v>4</c:v>
                </c:pt>
                <c:pt idx="62867">
                  <c:v>2</c:v>
                </c:pt>
                <c:pt idx="62868">
                  <c:v>3</c:v>
                </c:pt>
                <c:pt idx="62869">
                  <c:v>3</c:v>
                </c:pt>
                <c:pt idx="62870">
                  <c:v>1</c:v>
                </c:pt>
                <c:pt idx="62871">
                  <c:v>1</c:v>
                </c:pt>
                <c:pt idx="62872">
                  <c:v>4</c:v>
                </c:pt>
                <c:pt idx="62873">
                  <c:v>1</c:v>
                </c:pt>
                <c:pt idx="62874">
                  <c:v>3</c:v>
                </c:pt>
                <c:pt idx="62875">
                  <c:v>3</c:v>
                </c:pt>
                <c:pt idx="62876">
                  <c:v>4</c:v>
                </c:pt>
                <c:pt idx="62877">
                  <c:v>2</c:v>
                </c:pt>
                <c:pt idx="62878">
                  <c:v>2</c:v>
                </c:pt>
                <c:pt idx="62879">
                  <c:v>1</c:v>
                </c:pt>
                <c:pt idx="62880">
                  <c:v>4</c:v>
                </c:pt>
                <c:pt idx="62881">
                  <c:v>2</c:v>
                </c:pt>
                <c:pt idx="62882">
                  <c:v>2</c:v>
                </c:pt>
                <c:pt idx="62883">
                  <c:v>6</c:v>
                </c:pt>
                <c:pt idx="62884">
                  <c:v>4</c:v>
                </c:pt>
                <c:pt idx="62885">
                  <c:v>6</c:v>
                </c:pt>
                <c:pt idx="62886">
                  <c:v>1</c:v>
                </c:pt>
                <c:pt idx="62887">
                  <c:v>1</c:v>
                </c:pt>
                <c:pt idx="62888">
                  <c:v>1</c:v>
                </c:pt>
                <c:pt idx="62889">
                  <c:v>2</c:v>
                </c:pt>
                <c:pt idx="62890">
                  <c:v>3</c:v>
                </c:pt>
                <c:pt idx="62891">
                  <c:v>5</c:v>
                </c:pt>
                <c:pt idx="62892">
                  <c:v>2</c:v>
                </c:pt>
                <c:pt idx="62893">
                  <c:v>1</c:v>
                </c:pt>
                <c:pt idx="62894">
                  <c:v>1</c:v>
                </c:pt>
                <c:pt idx="62895">
                  <c:v>2</c:v>
                </c:pt>
                <c:pt idx="62896">
                  <c:v>2</c:v>
                </c:pt>
                <c:pt idx="62897">
                  <c:v>1</c:v>
                </c:pt>
                <c:pt idx="62898">
                  <c:v>1</c:v>
                </c:pt>
                <c:pt idx="62899">
                  <c:v>2</c:v>
                </c:pt>
                <c:pt idx="62900">
                  <c:v>2</c:v>
                </c:pt>
                <c:pt idx="62901">
                  <c:v>3</c:v>
                </c:pt>
                <c:pt idx="62902">
                  <c:v>2</c:v>
                </c:pt>
                <c:pt idx="62903">
                  <c:v>2</c:v>
                </c:pt>
                <c:pt idx="62904">
                  <c:v>4</c:v>
                </c:pt>
                <c:pt idx="62905">
                  <c:v>4</c:v>
                </c:pt>
                <c:pt idx="62906">
                  <c:v>1</c:v>
                </c:pt>
                <c:pt idx="62907">
                  <c:v>4</c:v>
                </c:pt>
                <c:pt idx="62908">
                  <c:v>2</c:v>
                </c:pt>
                <c:pt idx="62909">
                  <c:v>2</c:v>
                </c:pt>
                <c:pt idx="62910">
                  <c:v>-3</c:v>
                </c:pt>
                <c:pt idx="62911">
                  <c:v>1</c:v>
                </c:pt>
                <c:pt idx="62912">
                  <c:v>2</c:v>
                </c:pt>
                <c:pt idx="62913">
                  <c:v>3</c:v>
                </c:pt>
                <c:pt idx="62914">
                  <c:v>1</c:v>
                </c:pt>
                <c:pt idx="62915">
                  <c:v>2</c:v>
                </c:pt>
                <c:pt idx="62916">
                  <c:v>2</c:v>
                </c:pt>
                <c:pt idx="62917">
                  <c:v>3</c:v>
                </c:pt>
                <c:pt idx="62918">
                  <c:v>2</c:v>
                </c:pt>
                <c:pt idx="62919">
                  <c:v>1</c:v>
                </c:pt>
                <c:pt idx="62920">
                  <c:v>4</c:v>
                </c:pt>
                <c:pt idx="62921">
                  <c:v>2</c:v>
                </c:pt>
                <c:pt idx="62922">
                  <c:v>2</c:v>
                </c:pt>
                <c:pt idx="62923">
                  <c:v>2</c:v>
                </c:pt>
                <c:pt idx="62924">
                  <c:v>1</c:v>
                </c:pt>
                <c:pt idx="62925">
                  <c:v>3</c:v>
                </c:pt>
                <c:pt idx="62926">
                  <c:v>6</c:v>
                </c:pt>
                <c:pt idx="62927">
                  <c:v>2</c:v>
                </c:pt>
                <c:pt idx="62928">
                  <c:v>1</c:v>
                </c:pt>
                <c:pt idx="62929">
                  <c:v>4</c:v>
                </c:pt>
                <c:pt idx="62930">
                  <c:v>1</c:v>
                </c:pt>
                <c:pt idx="62931">
                  <c:v>3</c:v>
                </c:pt>
                <c:pt idx="62932">
                  <c:v>2</c:v>
                </c:pt>
                <c:pt idx="62933">
                  <c:v>3</c:v>
                </c:pt>
                <c:pt idx="62934">
                  <c:v>4</c:v>
                </c:pt>
                <c:pt idx="62935">
                  <c:v>3</c:v>
                </c:pt>
                <c:pt idx="62936">
                  <c:v>3</c:v>
                </c:pt>
                <c:pt idx="62937">
                  <c:v>6</c:v>
                </c:pt>
                <c:pt idx="62938">
                  <c:v>1</c:v>
                </c:pt>
                <c:pt idx="62939">
                  <c:v>2</c:v>
                </c:pt>
                <c:pt idx="62940">
                  <c:v>2</c:v>
                </c:pt>
                <c:pt idx="62941">
                  <c:v>10</c:v>
                </c:pt>
                <c:pt idx="62942">
                  <c:v>1</c:v>
                </c:pt>
                <c:pt idx="62943">
                  <c:v>1</c:v>
                </c:pt>
                <c:pt idx="62944">
                  <c:v>1</c:v>
                </c:pt>
                <c:pt idx="62945">
                  <c:v>3</c:v>
                </c:pt>
                <c:pt idx="62946">
                  <c:v>3</c:v>
                </c:pt>
                <c:pt idx="62947">
                  <c:v>1</c:v>
                </c:pt>
                <c:pt idx="62948">
                  <c:v>2</c:v>
                </c:pt>
                <c:pt idx="62949">
                  <c:v>3</c:v>
                </c:pt>
                <c:pt idx="62950">
                  <c:v>2</c:v>
                </c:pt>
                <c:pt idx="62951">
                  <c:v>1</c:v>
                </c:pt>
                <c:pt idx="62952">
                  <c:v>1</c:v>
                </c:pt>
                <c:pt idx="62953">
                  <c:v>1</c:v>
                </c:pt>
                <c:pt idx="62954">
                  <c:v>1</c:v>
                </c:pt>
                <c:pt idx="62955">
                  <c:v>1</c:v>
                </c:pt>
                <c:pt idx="62956">
                  <c:v>2</c:v>
                </c:pt>
                <c:pt idx="62957">
                  <c:v>1</c:v>
                </c:pt>
                <c:pt idx="62958">
                  <c:v>2</c:v>
                </c:pt>
                <c:pt idx="62959">
                  <c:v>3</c:v>
                </c:pt>
                <c:pt idx="62960">
                  <c:v>4</c:v>
                </c:pt>
                <c:pt idx="62961">
                  <c:v>2</c:v>
                </c:pt>
                <c:pt idx="62962">
                  <c:v>4</c:v>
                </c:pt>
                <c:pt idx="62963">
                  <c:v>2</c:v>
                </c:pt>
                <c:pt idx="62964">
                  <c:v>4</c:v>
                </c:pt>
                <c:pt idx="62965">
                  <c:v>2</c:v>
                </c:pt>
                <c:pt idx="62966">
                  <c:v>2</c:v>
                </c:pt>
                <c:pt idx="62967">
                  <c:v>1</c:v>
                </c:pt>
                <c:pt idx="62968">
                  <c:v>4</c:v>
                </c:pt>
                <c:pt idx="62969">
                  <c:v>4</c:v>
                </c:pt>
                <c:pt idx="62970">
                  <c:v>2</c:v>
                </c:pt>
                <c:pt idx="62971">
                  <c:v>2</c:v>
                </c:pt>
                <c:pt idx="62972">
                  <c:v>2</c:v>
                </c:pt>
                <c:pt idx="62973">
                  <c:v>5</c:v>
                </c:pt>
                <c:pt idx="62974">
                  <c:v>1</c:v>
                </c:pt>
                <c:pt idx="62975">
                  <c:v>1</c:v>
                </c:pt>
                <c:pt idx="62976">
                  <c:v>14</c:v>
                </c:pt>
                <c:pt idx="62977">
                  <c:v>2</c:v>
                </c:pt>
                <c:pt idx="62978">
                  <c:v>2</c:v>
                </c:pt>
                <c:pt idx="62979">
                  <c:v>3</c:v>
                </c:pt>
                <c:pt idx="62980">
                  <c:v>3</c:v>
                </c:pt>
                <c:pt idx="62981">
                  <c:v>2</c:v>
                </c:pt>
                <c:pt idx="62982">
                  <c:v>2</c:v>
                </c:pt>
                <c:pt idx="62983">
                  <c:v>5</c:v>
                </c:pt>
                <c:pt idx="62984">
                  <c:v>2</c:v>
                </c:pt>
                <c:pt idx="62985">
                  <c:v>3</c:v>
                </c:pt>
                <c:pt idx="62986">
                  <c:v>1</c:v>
                </c:pt>
                <c:pt idx="62987">
                  <c:v>4</c:v>
                </c:pt>
                <c:pt idx="62988">
                  <c:v>7</c:v>
                </c:pt>
                <c:pt idx="62989">
                  <c:v>4</c:v>
                </c:pt>
                <c:pt idx="62990">
                  <c:v>2</c:v>
                </c:pt>
                <c:pt idx="62991">
                  <c:v>1</c:v>
                </c:pt>
                <c:pt idx="62992">
                  <c:v>10</c:v>
                </c:pt>
                <c:pt idx="62993">
                  <c:v>3</c:v>
                </c:pt>
                <c:pt idx="62994">
                  <c:v>2</c:v>
                </c:pt>
                <c:pt idx="62995">
                  <c:v>3</c:v>
                </c:pt>
                <c:pt idx="62996">
                  <c:v>3</c:v>
                </c:pt>
                <c:pt idx="62997">
                  <c:v>2</c:v>
                </c:pt>
                <c:pt idx="62998">
                  <c:v>3</c:v>
                </c:pt>
                <c:pt idx="62999">
                  <c:v>2</c:v>
                </c:pt>
                <c:pt idx="63000">
                  <c:v>1</c:v>
                </c:pt>
                <c:pt idx="63001">
                  <c:v>1</c:v>
                </c:pt>
                <c:pt idx="63002">
                  <c:v>1</c:v>
                </c:pt>
                <c:pt idx="63003">
                  <c:v>3</c:v>
                </c:pt>
                <c:pt idx="63004">
                  <c:v>2</c:v>
                </c:pt>
                <c:pt idx="63005">
                  <c:v>2</c:v>
                </c:pt>
                <c:pt idx="63006">
                  <c:v>3</c:v>
                </c:pt>
                <c:pt idx="63007">
                  <c:v>3</c:v>
                </c:pt>
                <c:pt idx="63008">
                  <c:v>3</c:v>
                </c:pt>
                <c:pt idx="63009">
                  <c:v>3</c:v>
                </c:pt>
                <c:pt idx="63010">
                  <c:v>2</c:v>
                </c:pt>
                <c:pt idx="63011">
                  <c:v>1</c:v>
                </c:pt>
                <c:pt idx="63012">
                  <c:v>1</c:v>
                </c:pt>
                <c:pt idx="63013">
                  <c:v>2</c:v>
                </c:pt>
                <c:pt idx="63014">
                  <c:v>2</c:v>
                </c:pt>
                <c:pt idx="63015">
                  <c:v>1</c:v>
                </c:pt>
                <c:pt idx="63016">
                  <c:v>4</c:v>
                </c:pt>
                <c:pt idx="63017">
                  <c:v>1</c:v>
                </c:pt>
                <c:pt idx="63018">
                  <c:v>3</c:v>
                </c:pt>
                <c:pt idx="63019">
                  <c:v>2</c:v>
                </c:pt>
                <c:pt idx="63020">
                  <c:v>2</c:v>
                </c:pt>
                <c:pt idx="63021">
                  <c:v>2</c:v>
                </c:pt>
                <c:pt idx="63022">
                  <c:v>2</c:v>
                </c:pt>
                <c:pt idx="63023">
                  <c:v>1</c:v>
                </c:pt>
                <c:pt idx="63024">
                  <c:v>2</c:v>
                </c:pt>
                <c:pt idx="63025">
                  <c:v>5</c:v>
                </c:pt>
                <c:pt idx="63026">
                  <c:v>2</c:v>
                </c:pt>
                <c:pt idx="63027">
                  <c:v>2</c:v>
                </c:pt>
                <c:pt idx="63028">
                  <c:v>12</c:v>
                </c:pt>
                <c:pt idx="63029">
                  <c:v>3</c:v>
                </c:pt>
                <c:pt idx="63030">
                  <c:v>3</c:v>
                </c:pt>
                <c:pt idx="63031">
                  <c:v>3</c:v>
                </c:pt>
                <c:pt idx="63032">
                  <c:v>2</c:v>
                </c:pt>
                <c:pt idx="63033">
                  <c:v>3</c:v>
                </c:pt>
                <c:pt idx="63034">
                  <c:v>1</c:v>
                </c:pt>
                <c:pt idx="63035">
                  <c:v>2</c:v>
                </c:pt>
                <c:pt idx="63036">
                  <c:v>3</c:v>
                </c:pt>
                <c:pt idx="63037">
                  <c:v>6</c:v>
                </c:pt>
                <c:pt idx="63038">
                  <c:v>7</c:v>
                </c:pt>
                <c:pt idx="63039">
                  <c:v>5</c:v>
                </c:pt>
                <c:pt idx="63040">
                  <c:v>1</c:v>
                </c:pt>
                <c:pt idx="63041">
                  <c:v>4</c:v>
                </c:pt>
                <c:pt idx="63042">
                  <c:v>2</c:v>
                </c:pt>
                <c:pt idx="63043">
                  <c:v>1</c:v>
                </c:pt>
                <c:pt idx="63044">
                  <c:v>1</c:v>
                </c:pt>
                <c:pt idx="63045">
                  <c:v>2</c:v>
                </c:pt>
                <c:pt idx="63046">
                  <c:v>10</c:v>
                </c:pt>
                <c:pt idx="63047">
                  <c:v>1</c:v>
                </c:pt>
                <c:pt idx="63048">
                  <c:v>2</c:v>
                </c:pt>
                <c:pt idx="63049">
                  <c:v>2</c:v>
                </c:pt>
                <c:pt idx="63050">
                  <c:v>2</c:v>
                </c:pt>
                <c:pt idx="63051">
                  <c:v>2</c:v>
                </c:pt>
                <c:pt idx="63052">
                  <c:v>4</c:v>
                </c:pt>
                <c:pt idx="63053">
                  <c:v>2</c:v>
                </c:pt>
                <c:pt idx="63054">
                  <c:v>2</c:v>
                </c:pt>
                <c:pt idx="63055">
                  <c:v>20</c:v>
                </c:pt>
                <c:pt idx="63056">
                  <c:v>2</c:v>
                </c:pt>
                <c:pt idx="63057">
                  <c:v>1</c:v>
                </c:pt>
                <c:pt idx="63058">
                  <c:v>2</c:v>
                </c:pt>
                <c:pt idx="63059">
                  <c:v>3</c:v>
                </c:pt>
                <c:pt idx="63060">
                  <c:v>4</c:v>
                </c:pt>
                <c:pt idx="63061">
                  <c:v>3</c:v>
                </c:pt>
                <c:pt idx="63062">
                  <c:v>4</c:v>
                </c:pt>
                <c:pt idx="63063">
                  <c:v>2</c:v>
                </c:pt>
                <c:pt idx="63064">
                  <c:v>6</c:v>
                </c:pt>
                <c:pt idx="63065">
                  <c:v>3</c:v>
                </c:pt>
                <c:pt idx="63066">
                  <c:v>1</c:v>
                </c:pt>
                <c:pt idx="63067">
                  <c:v>4</c:v>
                </c:pt>
                <c:pt idx="63068">
                  <c:v>2</c:v>
                </c:pt>
                <c:pt idx="63069">
                  <c:v>2</c:v>
                </c:pt>
                <c:pt idx="63070">
                  <c:v>1</c:v>
                </c:pt>
                <c:pt idx="63071">
                  <c:v>6</c:v>
                </c:pt>
                <c:pt idx="63072">
                  <c:v>1</c:v>
                </c:pt>
                <c:pt idx="63073">
                  <c:v>4</c:v>
                </c:pt>
                <c:pt idx="63074">
                  <c:v>3</c:v>
                </c:pt>
                <c:pt idx="63075">
                  <c:v>5</c:v>
                </c:pt>
                <c:pt idx="63076">
                  <c:v>4</c:v>
                </c:pt>
                <c:pt idx="63077">
                  <c:v>3</c:v>
                </c:pt>
                <c:pt idx="63078">
                  <c:v>1</c:v>
                </c:pt>
                <c:pt idx="63079">
                  <c:v>3</c:v>
                </c:pt>
                <c:pt idx="63080">
                  <c:v>3</c:v>
                </c:pt>
                <c:pt idx="63081">
                  <c:v>6</c:v>
                </c:pt>
                <c:pt idx="63082">
                  <c:v>4</c:v>
                </c:pt>
                <c:pt idx="63083">
                  <c:v>5</c:v>
                </c:pt>
                <c:pt idx="63084">
                  <c:v>6</c:v>
                </c:pt>
                <c:pt idx="63085">
                  <c:v>3</c:v>
                </c:pt>
                <c:pt idx="63086">
                  <c:v>2</c:v>
                </c:pt>
                <c:pt idx="63087">
                  <c:v>2</c:v>
                </c:pt>
                <c:pt idx="63088">
                  <c:v>0</c:v>
                </c:pt>
                <c:pt idx="63089">
                  <c:v>4</c:v>
                </c:pt>
                <c:pt idx="63090">
                  <c:v>2</c:v>
                </c:pt>
                <c:pt idx="63091">
                  <c:v>4</c:v>
                </c:pt>
                <c:pt idx="63092">
                  <c:v>3</c:v>
                </c:pt>
                <c:pt idx="63093">
                  <c:v>5</c:v>
                </c:pt>
                <c:pt idx="63094">
                  <c:v>2</c:v>
                </c:pt>
                <c:pt idx="63095">
                  <c:v>2</c:v>
                </c:pt>
                <c:pt idx="63096">
                  <c:v>2</c:v>
                </c:pt>
                <c:pt idx="63097">
                  <c:v>2</c:v>
                </c:pt>
                <c:pt idx="63098">
                  <c:v>3</c:v>
                </c:pt>
                <c:pt idx="63099">
                  <c:v>3</c:v>
                </c:pt>
                <c:pt idx="63100">
                  <c:v>4</c:v>
                </c:pt>
                <c:pt idx="63101">
                  <c:v>2</c:v>
                </c:pt>
                <c:pt idx="63102">
                  <c:v>3</c:v>
                </c:pt>
                <c:pt idx="63103">
                  <c:v>2</c:v>
                </c:pt>
                <c:pt idx="63104">
                  <c:v>4</c:v>
                </c:pt>
                <c:pt idx="63105">
                  <c:v>3</c:v>
                </c:pt>
                <c:pt idx="63106">
                  <c:v>4</c:v>
                </c:pt>
                <c:pt idx="63107">
                  <c:v>1</c:v>
                </c:pt>
                <c:pt idx="63108">
                  <c:v>8</c:v>
                </c:pt>
                <c:pt idx="63109">
                  <c:v>1</c:v>
                </c:pt>
                <c:pt idx="63110">
                  <c:v>2</c:v>
                </c:pt>
                <c:pt idx="63111">
                  <c:v>2</c:v>
                </c:pt>
                <c:pt idx="63112">
                  <c:v>2</c:v>
                </c:pt>
                <c:pt idx="63113">
                  <c:v>2</c:v>
                </c:pt>
                <c:pt idx="63114">
                  <c:v>2</c:v>
                </c:pt>
                <c:pt idx="63115">
                  <c:v>2</c:v>
                </c:pt>
                <c:pt idx="63116">
                  <c:v>1</c:v>
                </c:pt>
                <c:pt idx="63117">
                  <c:v>2</c:v>
                </c:pt>
                <c:pt idx="63118">
                  <c:v>2</c:v>
                </c:pt>
                <c:pt idx="63119">
                  <c:v>4</c:v>
                </c:pt>
                <c:pt idx="63120">
                  <c:v>2</c:v>
                </c:pt>
                <c:pt idx="63121">
                  <c:v>2</c:v>
                </c:pt>
                <c:pt idx="63122">
                  <c:v>5</c:v>
                </c:pt>
                <c:pt idx="63123">
                  <c:v>3</c:v>
                </c:pt>
                <c:pt idx="63124">
                  <c:v>2</c:v>
                </c:pt>
                <c:pt idx="63125">
                  <c:v>3</c:v>
                </c:pt>
                <c:pt idx="63126">
                  <c:v>2</c:v>
                </c:pt>
                <c:pt idx="63127">
                  <c:v>2</c:v>
                </c:pt>
                <c:pt idx="63128">
                  <c:v>1</c:v>
                </c:pt>
                <c:pt idx="63129">
                  <c:v>2</c:v>
                </c:pt>
                <c:pt idx="63130">
                  <c:v>4</c:v>
                </c:pt>
                <c:pt idx="63131">
                  <c:v>1</c:v>
                </c:pt>
                <c:pt idx="63132">
                  <c:v>1</c:v>
                </c:pt>
                <c:pt idx="63133">
                  <c:v>5</c:v>
                </c:pt>
                <c:pt idx="63134">
                  <c:v>1</c:v>
                </c:pt>
                <c:pt idx="63135">
                  <c:v>9</c:v>
                </c:pt>
                <c:pt idx="63136">
                  <c:v>1</c:v>
                </c:pt>
                <c:pt idx="63137">
                  <c:v>2</c:v>
                </c:pt>
                <c:pt idx="63138">
                  <c:v>1</c:v>
                </c:pt>
                <c:pt idx="63139">
                  <c:v>3</c:v>
                </c:pt>
                <c:pt idx="63140">
                  <c:v>6</c:v>
                </c:pt>
                <c:pt idx="63141">
                  <c:v>4</c:v>
                </c:pt>
                <c:pt idx="63142">
                  <c:v>1</c:v>
                </c:pt>
                <c:pt idx="63143">
                  <c:v>1</c:v>
                </c:pt>
                <c:pt idx="63144">
                  <c:v>4</c:v>
                </c:pt>
                <c:pt idx="63145">
                  <c:v>4</c:v>
                </c:pt>
                <c:pt idx="63146">
                  <c:v>3</c:v>
                </c:pt>
                <c:pt idx="63147">
                  <c:v>4</c:v>
                </c:pt>
                <c:pt idx="63148">
                  <c:v>5</c:v>
                </c:pt>
                <c:pt idx="63149">
                  <c:v>2</c:v>
                </c:pt>
                <c:pt idx="63150">
                  <c:v>2</c:v>
                </c:pt>
                <c:pt idx="63151">
                  <c:v>1</c:v>
                </c:pt>
                <c:pt idx="63152">
                  <c:v>2</c:v>
                </c:pt>
                <c:pt idx="63153">
                  <c:v>2</c:v>
                </c:pt>
                <c:pt idx="63154">
                  <c:v>4</c:v>
                </c:pt>
                <c:pt idx="63155">
                  <c:v>3</c:v>
                </c:pt>
                <c:pt idx="63156">
                  <c:v>2</c:v>
                </c:pt>
                <c:pt idx="63157">
                  <c:v>3</c:v>
                </c:pt>
                <c:pt idx="63158">
                  <c:v>2</c:v>
                </c:pt>
                <c:pt idx="63159">
                  <c:v>2</c:v>
                </c:pt>
                <c:pt idx="63160">
                  <c:v>3</c:v>
                </c:pt>
                <c:pt idx="63161">
                  <c:v>1</c:v>
                </c:pt>
                <c:pt idx="63162">
                  <c:v>1</c:v>
                </c:pt>
                <c:pt idx="63163">
                  <c:v>1</c:v>
                </c:pt>
                <c:pt idx="63164">
                  <c:v>5</c:v>
                </c:pt>
                <c:pt idx="63165">
                  <c:v>2</c:v>
                </c:pt>
                <c:pt idx="63166">
                  <c:v>2</c:v>
                </c:pt>
                <c:pt idx="63167">
                  <c:v>1</c:v>
                </c:pt>
                <c:pt idx="63168">
                  <c:v>2</c:v>
                </c:pt>
                <c:pt idx="63169">
                  <c:v>1</c:v>
                </c:pt>
                <c:pt idx="63170">
                  <c:v>2</c:v>
                </c:pt>
                <c:pt idx="63171">
                  <c:v>3</c:v>
                </c:pt>
                <c:pt idx="63172">
                  <c:v>3</c:v>
                </c:pt>
                <c:pt idx="63173">
                  <c:v>2</c:v>
                </c:pt>
                <c:pt idx="63174">
                  <c:v>5</c:v>
                </c:pt>
                <c:pt idx="63175">
                  <c:v>1</c:v>
                </c:pt>
                <c:pt idx="63176">
                  <c:v>3</c:v>
                </c:pt>
                <c:pt idx="63177">
                  <c:v>1</c:v>
                </c:pt>
                <c:pt idx="63178">
                  <c:v>5</c:v>
                </c:pt>
                <c:pt idx="63179">
                  <c:v>2</c:v>
                </c:pt>
                <c:pt idx="63180">
                  <c:v>4</c:v>
                </c:pt>
                <c:pt idx="63181">
                  <c:v>2</c:v>
                </c:pt>
                <c:pt idx="63182">
                  <c:v>1</c:v>
                </c:pt>
                <c:pt idx="63183">
                  <c:v>4</c:v>
                </c:pt>
                <c:pt idx="63184">
                  <c:v>3</c:v>
                </c:pt>
                <c:pt idx="63185">
                  <c:v>2</c:v>
                </c:pt>
                <c:pt idx="63186">
                  <c:v>2</c:v>
                </c:pt>
                <c:pt idx="63187">
                  <c:v>2</c:v>
                </c:pt>
                <c:pt idx="63188">
                  <c:v>1</c:v>
                </c:pt>
                <c:pt idx="63189">
                  <c:v>1</c:v>
                </c:pt>
                <c:pt idx="63190">
                  <c:v>5</c:v>
                </c:pt>
                <c:pt idx="63191">
                  <c:v>3</c:v>
                </c:pt>
                <c:pt idx="63192">
                  <c:v>1</c:v>
                </c:pt>
                <c:pt idx="63193">
                  <c:v>1</c:v>
                </c:pt>
                <c:pt idx="63194">
                  <c:v>3</c:v>
                </c:pt>
                <c:pt idx="63195">
                  <c:v>3</c:v>
                </c:pt>
                <c:pt idx="63196">
                  <c:v>5</c:v>
                </c:pt>
                <c:pt idx="63197">
                  <c:v>3</c:v>
                </c:pt>
                <c:pt idx="63198">
                  <c:v>3</c:v>
                </c:pt>
                <c:pt idx="63199">
                  <c:v>2</c:v>
                </c:pt>
                <c:pt idx="63200">
                  <c:v>2</c:v>
                </c:pt>
                <c:pt idx="63201">
                  <c:v>4</c:v>
                </c:pt>
                <c:pt idx="63202">
                  <c:v>4</c:v>
                </c:pt>
                <c:pt idx="63203">
                  <c:v>3</c:v>
                </c:pt>
                <c:pt idx="63204">
                  <c:v>6</c:v>
                </c:pt>
                <c:pt idx="63205">
                  <c:v>1</c:v>
                </c:pt>
                <c:pt idx="63206">
                  <c:v>2</c:v>
                </c:pt>
                <c:pt idx="63207">
                  <c:v>1</c:v>
                </c:pt>
                <c:pt idx="63208">
                  <c:v>2</c:v>
                </c:pt>
                <c:pt idx="63209">
                  <c:v>1</c:v>
                </c:pt>
                <c:pt idx="63210">
                  <c:v>2</c:v>
                </c:pt>
                <c:pt idx="63211">
                  <c:v>3</c:v>
                </c:pt>
                <c:pt idx="63212">
                  <c:v>7</c:v>
                </c:pt>
                <c:pt idx="63213">
                  <c:v>2</c:v>
                </c:pt>
                <c:pt idx="63214">
                  <c:v>1</c:v>
                </c:pt>
                <c:pt idx="63215">
                  <c:v>4</c:v>
                </c:pt>
                <c:pt idx="63216">
                  <c:v>3</c:v>
                </c:pt>
                <c:pt idx="63217">
                  <c:v>5</c:v>
                </c:pt>
                <c:pt idx="63218">
                  <c:v>4</c:v>
                </c:pt>
                <c:pt idx="63219">
                  <c:v>2</c:v>
                </c:pt>
                <c:pt idx="63220">
                  <c:v>1</c:v>
                </c:pt>
                <c:pt idx="63221">
                  <c:v>2</c:v>
                </c:pt>
                <c:pt idx="63222">
                  <c:v>5</c:v>
                </c:pt>
                <c:pt idx="63223">
                  <c:v>5</c:v>
                </c:pt>
                <c:pt idx="63224">
                  <c:v>3</c:v>
                </c:pt>
                <c:pt idx="63225">
                  <c:v>2</c:v>
                </c:pt>
                <c:pt idx="63226">
                  <c:v>1</c:v>
                </c:pt>
                <c:pt idx="63227">
                  <c:v>1</c:v>
                </c:pt>
                <c:pt idx="63228">
                  <c:v>1</c:v>
                </c:pt>
                <c:pt idx="63229">
                  <c:v>0</c:v>
                </c:pt>
                <c:pt idx="63230">
                  <c:v>2</c:v>
                </c:pt>
                <c:pt idx="63231">
                  <c:v>2</c:v>
                </c:pt>
                <c:pt idx="63232">
                  <c:v>1</c:v>
                </c:pt>
                <c:pt idx="63233">
                  <c:v>2</c:v>
                </c:pt>
                <c:pt idx="63234">
                  <c:v>2</c:v>
                </c:pt>
                <c:pt idx="63235">
                  <c:v>3</c:v>
                </c:pt>
                <c:pt idx="63236">
                  <c:v>3</c:v>
                </c:pt>
                <c:pt idx="63237">
                  <c:v>3</c:v>
                </c:pt>
                <c:pt idx="63238">
                  <c:v>2</c:v>
                </c:pt>
                <c:pt idx="63239">
                  <c:v>-3</c:v>
                </c:pt>
                <c:pt idx="63240">
                  <c:v>2</c:v>
                </c:pt>
                <c:pt idx="63241">
                  <c:v>1</c:v>
                </c:pt>
                <c:pt idx="63242">
                  <c:v>3</c:v>
                </c:pt>
                <c:pt idx="63243">
                  <c:v>2</c:v>
                </c:pt>
                <c:pt idx="63244">
                  <c:v>2</c:v>
                </c:pt>
                <c:pt idx="63245">
                  <c:v>2</c:v>
                </c:pt>
                <c:pt idx="63246">
                  <c:v>1</c:v>
                </c:pt>
                <c:pt idx="63247">
                  <c:v>4</c:v>
                </c:pt>
                <c:pt idx="63248">
                  <c:v>3</c:v>
                </c:pt>
                <c:pt idx="63249">
                  <c:v>2</c:v>
                </c:pt>
                <c:pt idx="63250">
                  <c:v>2</c:v>
                </c:pt>
                <c:pt idx="63251">
                  <c:v>4</c:v>
                </c:pt>
                <c:pt idx="63252">
                  <c:v>7</c:v>
                </c:pt>
                <c:pt idx="63253">
                  <c:v>3</c:v>
                </c:pt>
                <c:pt idx="63254">
                  <c:v>2</c:v>
                </c:pt>
                <c:pt idx="63255">
                  <c:v>3</c:v>
                </c:pt>
                <c:pt idx="63256">
                  <c:v>1</c:v>
                </c:pt>
                <c:pt idx="63257">
                  <c:v>1</c:v>
                </c:pt>
                <c:pt idx="63258">
                  <c:v>2</c:v>
                </c:pt>
                <c:pt idx="63259">
                  <c:v>2</c:v>
                </c:pt>
                <c:pt idx="63260">
                  <c:v>4</c:v>
                </c:pt>
                <c:pt idx="63261">
                  <c:v>3</c:v>
                </c:pt>
                <c:pt idx="63262">
                  <c:v>4</c:v>
                </c:pt>
                <c:pt idx="63263">
                  <c:v>1</c:v>
                </c:pt>
                <c:pt idx="63264">
                  <c:v>1</c:v>
                </c:pt>
                <c:pt idx="63265">
                  <c:v>3</c:v>
                </c:pt>
                <c:pt idx="63266">
                  <c:v>1</c:v>
                </c:pt>
                <c:pt idx="63267">
                  <c:v>9</c:v>
                </c:pt>
                <c:pt idx="63268">
                  <c:v>1</c:v>
                </c:pt>
                <c:pt idx="63269">
                  <c:v>3</c:v>
                </c:pt>
                <c:pt idx="63270">
                  <c:v>2</c:v>
                </c:pt>
                <c:pt idx="63271">
                  <c:v>6</c:v>
                </c:pt>
                <c:pt idx="63272">
                  <c:v>2</c:v>
                </c:pt>
                <c:pt idx="63273">
                  <c:v>1</c:v>
                </c:pt>
                <c:pt idx="63274">
                  <c:v>3</c:v>
                </c:pt>
                <c:pt idx="63275">
                  <c:v>2</c:v>
                </c:pt>
                <c:pt idx="63276">
                  <c:v>10</c:v>
                </c:pt>
                <c:pt idx="63277">
                  <c:v>2</c:v>
                </c:pt>
                <c:pt idx="63278">
                  <c:v>1</c:v>
                </c:pt>
                <c:pt idx="63279">
                  <c:v>3</c:v>
                </c:pt>
                <c:pt idx="63280">
                  <c:v>1</c:v>
                </c:pt>
                <c:pt idx="63281">
                  <c:v>2</c:v>
                </c:pt>
                <c:pt idx="63282">
                  <c:v>4</c:v>
                </c:pt>
                <c:pt idx="63283">
                  <c:v>4</c:v>
                </c:pt>
                <c:pt idx="63284">
                  <c:v>2</c:v>
                </c:pt>
                <c:pt idx="63285">
                  <c:v>2</c:v>
                </c:pt>
                <c:pt idx="63286">
                  <c:v>2</c:v>
                </c:pt>
                <c:pt idx="63287">
                  <c:v>1</c:v>
                </c:pt>
                <c:pt idx="63288">
                  <c:v>5</c:v>
                </c:pt>
                <c:pt idx="63289">
                  <c:v>2</c:v>
                </c:pt>
                <c:pt idx="63290">
                  <c:v>3</c:v>
                </c:pt>
                <c:pt idx="63291">
                  <c:v>2</c:v>
                </c:pt>
                <c:pt idx="63292">
                  <c:v>6</c:v>
                </c:pt>
                <c:pt idx="63293">
                  <c:v>3</c:v>
                </c:pt>
                <c:pt idx="63294">
                  <c:v>2</c:v>
                </c:pt>
                <c:pt idx="63295">
                  <c:v>3</c:v>
                </c:pt>
                <c:pt idx="63296">
                  <c:v>3</c:v>
                </c:pt>
                <c:pt idx="63297">
                  <c:v>1</c:v>
                </c:pt>
                <c:pt idx="63298">
                  <c:v>2</c:v>
                </c:pt>
                <c:pt idx="63299">
                  <c:v>2</c:v>
                </c:pt>
                <c:pt idx="63300">
                  <c:v>2</c:v>
                </c:pt>
                <c:pt idx="63301">
                  <c:v>7</c:v>
                </c:pt>
                <c:pt idx="63302">
                  <c:v>1</c:v>
                </c:pt>
                <c:pt idx="63303">
                  <c:v>2</c:v>
                </c:pt>
                <c:pt idx="63304">
                  <c:v>2</c:v>
                </c:pt>
                <c:pt idx="63305">
                  <c:v>2</c:v>
                </c:pt>
                <c:pt idx="63306">
                  <c:v>1</c:v>
                </c:pt>
                <c:pt idx="63307">
                  <c:v>3</c:v>
                </c:pt>
                <c:pt idx="63308">
                  <c:v>2</c:v>
                </c:pt>
                <c:pt idx="63309">
                  <c:v>2</c:v>
                </c:pt>
                <c:pt idx="63310">
                  <c:v>3</c:v>
                </c:pt>
                <c:pt idx="63311">
                  <c:v>2</c:v>
                </c:pt>
                <c:pt idx="63312">
                  <c:v>2</c:v>
                </c:pt>
                <c:pt idx="63313">
                  <c:v>2</c:v>
                </c:pt>
                <c:pt idx="63314">
                  <c:v>1</c:v>
                </c:pt>
                <c:pt idx="63315">
                  <c:v>1</c:v>
                </c:pt>
                <c:pt idx="63316">
                  <c:v>2</c:v>
                </c:pt>
                <c:pt idx="63317">
                  <c:v>5</c:v>
                </c:pt>
                <c:pt idx="63318">
                  <c:v>2</c:v>
                </c:pt>
                <c:pt idx="63319">
                  <c:v>1</c:v>
                </c:pt>
                <c:pt idx="63320">
                  <c:v>7</c:v>
                </c:pt>
                <c:pt idx="63321">
                  <c:v>2</c:v>
                </c:pt>
                <c:pt idx="63322">
                  <c:v>7</c:v>
                </c:pt>
                <c:pt idx="63323">
                  <c:v>3</c:v>
                </c:pt>
                <c:pt idx="63324">
                  <c:v>2</c:v>
                </c:pt>
                <c:pt idx="63325">
                  <c:v>6</c:v>
                </c:pt>
                <c:pt idx="63326">
                  <c:v>1</c:v>
                </c:pt>
                <c:pt idx="63327">
                  <c:v>2</c:v>
                </c:pt>
                <c:pt idx="63328">
                  <c:v>1</c:v>
                </c:pt>
                <c:pt idx="63329">
                  <c:v>2</c:v>
                </c:pt>
                <c:pt idx="63330">
                  <c:v>1</c:v>
                </c:pt>
                <c:pt idx="63331">
                  <c:v>5</c:v>
                </c:pt>
                <c:pt idx="63332">
                  <c:v>3</c:v>
                </c:pt>
                <c:pt idx="63333">
                  <c:v>6</c:v>
                </c:pt>
                <c:pt idx="63334">
                  <c:v>1</c:v>
                </c:pt>
                <c:pt idx="63335">
                  <c:v>3</c:v>
                </c:pt>
                <c:pt idx="63336">
                  <c:v>2</c:v>
                </c:pt>
                <c:pt idx="63337">
                  <c:v>2</c:v>
                </c:pt>
                <c:pt idx="63338">
                  <c:v>6</c:v>
                </c:pt>
                <c:pt idx="63339">
                  <c:v>2</c:v>
                </c:pt>
                <c:pt idx="63340">
                  <c:v>2</c:v>
                </c:pt>
                <c:pt idx="63341">
                  <c:v>2</c:v>
                </c:pt>
                <c:pt idx="63342">
                  <c:v>1</c:v>
                </c:pt>
                <c:pt idx="63343">
                  <c:v>4</c:v>
                </c:pt>
                <c:pt idx="63344">
                  <c:v>2</c:v>
                </c:pt>
                <c:pt idx="63345">
                  <c:v>2</c:v>
                </c:pt>
                <c:pt idx="63346">
                  <c:v>4</c:v>
                </c:pt>
                <c:pt idx="63347">
                  <c:v>1</c:v>
                </c:pt>
                <c:pt idx="63348">
                  <c:v>1</c:v>
                </c:pt>
                <c:pt idx="63349">
                  <c:v>10</c:v>
                </c:pt>
                <c:pt idx="63350">
                  <c:v>3</c:v>
                </c:pt>
                <c:pt idx="63351">
                  <c:v>1</c:v>
                </c:pt>
                <c:pt idx="63352">
                  <c:v>4</c:v>
                </c:pt>
                <c:pt idx="63353">
                  <c:v>1</c:v>
                </c:pt>
                <c:pt idx="63354">
                  <c:v>1</c:v>
                </c:pt>
                <c:pt idx="63355">
                  <c:v>1</c:v>
                </c:pt>
                <c:pt idx="63356">
                  <c:v>1</c:v>
                </c:pt>
                <c:pt idx="63357">
                  <c:v>3</c:v>
                </c:pt>
                <c:pt idx="63358">
                  <c:v>3</c:v>
                </c:pt>
                <c:pt idx="63359">
                  <c:v>1</c:v>
                </c:pt>
                <c:pt idx="63360">
                  <c:v>2</c:v>
                </c:pt>
                <c:pt idx="63361">
                  <c:v>5</c:v>
                </c:pt>
                <c:pt idx="63362">
                  <c:v>2</c:v>
                </c:pt>
                <c:pt idx="63363">
                  <c:v>2</c:v>
                </c:pt>
                <c:pt idx="63364">
                  <c:v>2</c:v>
                </c:pt>
                <c:pt idx="63365">
                  <c:v>3</c:v>
                </c:pt>
                <c:pt idx="63366">
                  <c:v>2</c:v>
                </c:pt>
                <c:pt idx="63367">
                  <c:v>2</c:v>
                </c:pt>
                <c:pt idx="63368">
                  <c:v>1</c:v>
                </c:pt>
                <c:pt idx="63369">
                  <c:v>2</c:v>
                </c:pt>
                <c:pt idx="63370">
                  <c:v>1</c:v>
                </c:pt>
                <c:pt idx="63371">
                  <c:v>1</c:v>
                </c:pt>
                <c:pt idx="63372">
                  <c:v>2</c:v>
                </c:pt>
                <c:pt idx="63373">
                  <c:v>2</c:v>
                </c:pt>
                <c:pt idx="63374">
                  <c:v>2</c:v>
                </c:pt>
                <c:pt idx="63375">
                  <c:v>2</c:v>
                </c:pt>
                <c:pt idx="63376">
                  <c:v>2</c:v>
                </c:pt>
                <c:pt idx="63377">
                  <c:v>3</c:v>
                </c:pt>
                <c:pt idx="63378">
                  <c:v>1</c:v>
                </c:pt>
                <c:pt idx="63379">
                  <c:v>7</c:v>
                </c:pt>
                <c:pt idx="63380">
                  <c:v>4</c:v>
                </c:pt>
                <c:pt idx="63381">
                  <c:v>1</c:v>
                </c:pt>
                <c:pt idx="63382">
                  <c:v>2</c:v>
                </c:pt>
                <c:pt idx="63383">
                  <c:v>9</c:v>
                </c:pt>
                <c:pt idx="63384">
                  <c:v>3</c:v>
                </c:pt>
                <c:pt idx="63385">
                  <c:v>2</c:v>
                </c:pt>
                <c:pt idx="63386">
                  <c:v>1</c:v>
                </c:pt>
                <c:pt idx="63387">
                  <c:v>1</c:v>
                </c:pt>
                <c:pt idx="63388">
                  <c:v>1</c:v>
                </c:pt>
                <c:pt idx="63389">
                  <c:v>1</c:v>
                </c:pt>
                <c:pt idx="63390">
                  <c:v>1</c:v>
                </c:pt>
                <c:pt idx="63391">
                  <c:v>2</c:v>
                </c:pt>
                <c:pt idx="63392">
                  <c:v>2</c:v>
                </c:pt>
                <c:pt idx="63393">
                  <c:v>1</c:v>
                </c:pt>
                <c:pt idx="63394">
                  <c:v>1</c:v>
                </c:pt>
                <c:pt idx="63395">
                  <c:v>2</c:v>
                </c:pt>
                <c:pt idx="63396">
                  <c:v>2</c:v>
                </c:pt>
                <c:pt idx="63397">
                  <c:v>3</c:v>
                </c:pt>
                <c:pt idx="63398">
                  <c:v>2</c:v>
                </c:pt>
                <c:pt idx="63399">
                  <c:v>1</c:v>
                </c:pt>
                <c:pt idx="63400">
                  <c:v>1</c:v>
                </c:pt>
                <c:pt idx="63401">
                  <c:v>1</c:v>
                </c:pt>
                <c:pt idx="63402">
                  <c:v>3</c:v>
                </c:pt>
                <c:pt idx="63403">
                  <c:v>3</c:v>
                </c:pt>
                <c:pt idx="63404">
                  <c:v>1</c:v>
                </c:pt>
                <c:pt idx="63405">
                  <c:v>6</c:v>
                </c:pt>
                <c:pt idx="63406">
                  <c:v>2</c:v>
                </c:pt>
                <c:pt idx="63407">
                  <c:v>3</c:v>
                </c:pt>
                <c:pt idx="63408">
                  <c:v>5</c:v>
                </c:pt>
                <c:pt idx="63409">
                  <c:v>2</c:v>
                </c:pt>
                <c:pt idx="63410">
                  <c:v>2</c:v>
                </c:pt>
                <c:pt idx="63411">
                  <c:v>2</c:v>
                </c:pt>
                <c:pt idx="63412">
                  <c:v>2</c:v>
                </c:pt>
                <c:pt idx="63413">
                  <c:v>4</c:v>
                </c:pt>
                <c:pt idx="63414">
                  <c:v>3</c:v>
                </c:pt>
                <c:pt idx="63415">
                  <c:v>1</c:v>
                </c:pt>
                <c:pt idx="63416">
                  <c:v>3</c:v>
                </c:pt>
                <c:pt idx="63417">
                  <c:v>3</c:v>
                </c:pt>
                <c:pt idx="63418">
                  <c:v>4</c:v>
                </c:pt>
                <c:pt idx="63419">
                  <c:v>6</c:v>
                </c:pt>
                <c:pt idx="63420">
                  <c:v>6</c:v>
                </c:pt>
                <c:pt idx="63421">
                  <c:v>2</c:v>
                </c:pt>
                <c:pt idx="63422">
                  <c:v>4</c:v>
                </c:pt>
                <c:pt idx="63423">
                  <c:v>5</c:v>
                </c:pt>
                <c:pt idx="63424">
                  <c:v>3</c:v>
                </c:pt>
                <c:pt idx="63425">
                  <c:v>3</c:v>
                </c:pt>
                <c:pt idx="63426">
                  <c:v>8</c:v>
                </c:pt>
                <c:pt idx="63427">
                  <c:v>1</c:v>
                </c:pt>
                <c:pt idx="63428">
                  <c:v>2</c:v>
                </c:pt>
                <c:pt idx="63429">
                  <c:v>1</c:v>
                </c:pt>
                <c:pt idx="63430">
                  <c:v>2</c:v>
                </c:pt>
                <c:pt idx="63431">
                  <c:v>1</c:v>
                </c:pt>
                <c:pt idx="63432">
                  <c:v>2</c:v>
                </c:pt>
                <c:pt idx="63433">
                  <c:v>4</c:v>
                </c:pt>
                <c:pt idx="63434">
                  <c:v>1</c:v>
                </c:pt>
                <c:pt idx="63435">
                  <c:v>2</c:v>
                </c:pt>
                <c:pt idx="63436">
                  <c:v>5</c:v>
                </c:pt>
                <c:pt idx="63437">
                  <c:v>3</c:v>
                </c:pt>
                <c:pt idx="63438">
                  <c:v>1</c:v>
                </c:pt>
                <c:pt idx="63439">
                  <c:v>1</c:v>
                </c:pt>
                <c:pt idx="63440">
                  <c:v>2</c:v>
                </c:pt>
                <c:pt idx="63441">
                  <c:v>2</c:v>
                </c:pt>
                <c:pt idx="63442">
                  <c:v>3</c:v>
                </c:pt>
                <c:pt idx="63443">
                  <c:v>2</c:v>
                </c:pt>
                <c:pt idx="63444">
                  <c:v>4</c:v>
                </c:pt>
                <c:pt idx="63445">
                  <c:v>1</c:v>
                </c:pt>
                <c:pt idx="63446">
                  <c:v>2</c:v>
                </c:pt>
                <c:pt idx="63447">
                  <c:v>2</c:v>
                </c:pt>
                <c:pt idx="63448">
                  <c:v>1</c:v>
                </c:pt>
                <c:pt idx="63449">
                  <c:v>2</c:v>
                </c:pt>
                <c:pt idx="63450">
                  <c:v>2</c:v>
                </c:pt>
                <c:pt idx="63451">
                  <c:v>4</c:v>
                </c:pt>
                <c:pt idx="63452">
                  <c:v>2</c:v>
                </c:pt>
                <c:pt idx="63453">
                  <c:v>1</c:v>
                </c:pt>
                <c:pt idx="63454">
                  <c:v>-1</c:v>
                </c:pt>
                <c:pt idx="63455">
                  <c:v>3</c:v>
                </c:pt>
                <c:pt idx="63456">
                  <c:v>2</c:v>
                </c:pt>
                <c:pt idx="63457">
                  <c:v>2</c:v>
                </c:pt>
                <c:pt idx="63458">
                  <c:v>1</c:v>
                </c:pt>
                <c:pt idx="63459">
                  <c:v>2</c:v>
                </c:pt>
                <c:pt idx="63460">
                  <c:v>3</c:v>
                </c:pt>
                <c:pt idx="63461">
                  <c:v>1</c:v>
                </c:pt>
                <c:pt idx="63462">
                  <c:v>1</c:v>
                </c:pt>
                <c:pt idx="63463">
                  <c:v>2</c:v>
                </c:pt>
                <c:pt idx="63464">
                  <c:v>2</c:v>
                </c:pt>
                <c:pt idx="63465">
                  <c:v>3</c:v>
                </c:pt>
                <c:pt idx="63466">
                  <c:v>5</c:v>
                </c:pt>
                <c:pt idx="63467">
                  <c:v>3</c:v>
                </c:pt>
                <c:pt idx="63468">
                  <c:v>2</c:v>
                </c:pt>
                <c:pt idx="63469">
                  <c:v>9</c:v>
                </c:pt>
                <c:pt idx="63470">
                  <c:v>2</c:v>
                </c:pt>
                <c:pt idx="63471">
                  <c:v>2</c:v>
                </c:pt>
                <c:pt idx="63472">
                  <c:v>6</c:v>
                </c:pt>
                <c:pt idx="63473">
                  <c:v>3</c:v>
                </c:pt>
                <c:pt idx="63474">
                  <c:v>2</c:v>
                </c:pt>
                <c:pt idx="63475">
                  <c:v>4</c:v>
                </c:pt>
                <c:pt idx="63476">
                  <c:v>2</c:v>
                </c:pt>
                <c:pt idx="63477">
                  <c:v>2</c:v>
                </c:pt>
                <c:pt idx="63478">
                  <c:v>2</c:v>
                </c:pt>
                <c:pt idx="63479">
                  <c:v>1</c:v>
                </c:pt>
                <c:pt idx="63480">
                  <c:v>5</c:v>
                </c:pt>
                <c:pt idx="63481">
                  <c:v>2</c:v>
                </c:pt>
                <c:pt idx="63482">
                  <c:v>3</c:v>
                </c:pt>
                <c:pt idx="63483">
                  <c:v>3</c:v>
                </c:pt>
                <c:pt idx="63484">
                  <c:v>2</c:v>
                </c:pt>
                <c:pt idx="63485">
                  <c:v>3</c:v>
                </c:pt>
                <c:pt idx="63486">
                  <c:v>2</c:v>
                </c:pt>
                <c:pt idx="63487">
                  <c:v>4</c:v>
                </c:pt>
                <c:pt idx="63488">
                  <c:v>2</c:v>
                </c:pt>
                <c:pt idx="63489">
                  <c:v>2</c:v>
                </c:pt>
                <c:pt idx="63490">
                  <c:v>4</c:v>
                </c:pt>
                <c:pt idx="63491">
                  <c:v>2</c:v>
                </c:pt>
                <c:pt idx="63492">
                  <c:v>1</c:v>
                </c:pt>
                <c:pt idx="63493">
                  <c:v>2</c:v>
                </c:pt>
                <c:pt idx="63494">
                  <c:v>2</c:v>
                </c:pt>
                <c:pt idx="63495">
                  <c:v>3</c:v>
                </c:pt>
                <c:pt idx="63496">
                  <c:v>2</c:v>
                </c:pt>
                <c:pt idx="63497">
                  <c:v>3</c:v>
                </c:pt>
                <c:pt idx="63498">
                  <c:v>3</c:v>
                </c:pt>
                <c:pt idx="63499">
                  <c:v>10</c:v>
                </c:pt>
                <c:pt idx="63500">
                  <c:v>2</c:v>
                </c:pt>
                <c:pt idx="63501">
                  <c:v>1</c:v>
                </c:pt>
                <c:pt idx="63502">
                  <c:v>1</c:v>
                </c:pt>
                <c:pt idx="63503">
                  <c:v>1</c:v>
                </c:pt>
                <c:pt idx="63504">
                  <c:v>2</c:v>
                </c:pt>
                <c:pt idx="63505">
                  <c:v>3</c:v>
                </c:pt>
                <c:pt idx="63506">
                  <c:v>3</c:v>
                </c:pt>
                <c:pt idx="63507">
                  <c:v>2</c:v>
                </c:pt>
                <c:pt idx="63508">
                  <c:v>2</c:v>
                </c:pt>
                <c:pt idx="63509">
                  <c:v>4</c:v>
                </c:pt>
                <c:pt idx="63510">
                  <c:v>2</c:v>
                </c:pt>
                <c:pt idx="63511">
                  <c:v>2</c:v>
                </c:pt>
                <c:pt idx="63512">
                  <c:v>2</c:v>
                </c:pt>
                <c:pt idx="63513">
                  <c:v>4</c:v>
                </c:pt>
                <c:pt idx="63514">
                  <c:v>1</c:v>
                </c:pt>
                <c:pt idx="63515">
                  <c:v>2</c:v>
                </c:pt>
                <c:pt idx="63516">
                  <c:v>2</c:v>
                </c:pt>
                <c:pt idx="63517">
                  <c:v>2</c:v>
                </c:pt>
                <c:pt idx="63518">
                  <c:v>3</c:v>
                </c:pt>
                <c:pt idx="63519">
                  <c:v>3</c:v>
                </c:pt>
                <c:pt idx="63520">
                  <c:v>2</c:v>
                </c:pt>
                <c:pt idx="63521">
                  <c:v>1</c:v>
                </c:pt>
                <c:pt idx="63522">
                  <c:v>1</c:v>
                </c:pt>
                <c:pt idx="63523">
                  <c:v>2</c:v>
                </c:pt>
                <c:pt idx="63524">
                  <c:v>1</c:v>
                </c:pt>
                <c:pt idx="63525">
                  <c:v>1</c:v>
                </c:pt>
                <c:pt idx="63526">
                  <c:v>5</c:v>
                </c:pt>
                <c:pt idx="63527">
                  <c:v>1</c:v>
                </c:pt>
                <c:pt idx="63528">
                  <c:v>4</c:v>
                </c:pt>
                <c:pt idx="63529">
                  <c:v>2</c:v>
                </c:pt>
                <c:pt idx="63530">
                  <c:v>1</c:v>
                </c:pt>
                <c:pt idx="63531">
                  <c:v>2</c:v>
                </c:pt>
                <c:pt idx="63532">
                  <c:v>4</c:v>
                </c:pt>
                <c:pt idx="63533">
                  <c:v>2</c:v>
                </c:pt>
                <c:pt idx="63534">
                  <c:v>3</c:v>
                </c:pt>
                <c:pt idx="63535">
                  <c:v>2</c:v>
                </c:pt>
                <c:pt idx="63536">
                  <c:v>6</c:v>
                </c:pt>
                <c:pt idx="63537">
                  <c:v>1</c:v>
                </c:pt>
                <c:pt idx="63538">
                  <c:v>4</c:v>
                </c:pt>
                <c:pt idx="63539">
                  <c:v>3</c:v>
                </c:pt>
                <c:pt idx="63540">
                  <c:v>1</c:v>
                </c:pt>
                <c:pt idx="63541">
                  <c:v>3</c:v>
                </c:pt>
                <c:pt idx="63542">
                  <c:v>1</c:v>
                </c:pt>
                <c:pt idx="63543">
                  <c:v>6</c:v>
                </c:pt>
                <c:pt idx="63544">
                  <c:v>1</c:v>
                </c:pt>
                <c:pt idx="63545">
                  <c:v>2</c:v>
                </c:pt>
                <c:pt idx="63546">
                  <c:v>1</c:v>
                </c:pt>
                <c:pt idx="63547">
                  <c:v>7</c:v>
                </c:pt>
                <c:pt idx="63548">
                  <c:v>2</c:v>
                </c:pt>
                <c:pt idx="63549">
                  <c:v>3</c:v>
                </c:pt>
                <c:pt idx="63550">
                  <c:v>1</c:v>
                </c:pt>
                <c:pt idx="63551">
                  <c:v>6</c:v>
                </c:pt>
                <c:pt idx="63552">
                  <c:v>4</c:v>
                </c:pt>
                <c:pt idx="63553">
                  <c:v>1</c:v>
                </c:pt>
                <c:pt idx="63554">
                  <c:v>1</c:v>
                </c:pt>
                <c:pt idx="63555">
                  <c:v>3</c:v>
                </c:pt>
                <c:pt idx="63556">
                  <c:v>6</c:v>
                </c:pt>
                <c:pt idx="63557">
                  <c:v>1</c:v>
                </c:pt>
                <c:pt idx="63558">
                  <c:v>1</c:v>
                </c:pt>
                <c:pt idx="63559">
                  <c:v>2</c:v>
                </c:pt>
                <c:pt idx="63560">
                  <c:v>8</c:v>
                </c:pt>
                <c:pt idx="63561">
                  <c:v>2</c:v>
                </c:pt>
                <c:pt idx="63562">
                  <c:v>1</c:v>
                </c:pt>
                <c:pt idx="63563">
                  <c:v>-4</c:v>
                </c:pt>
                <c:pt idx="63564">
                  <c:v>1</c:v>
                </c:pt>
                <c:pt idx="63565">
                  <c:v>2</c:v>
                </c:pt>
                <c:pt idx="63566">
                  <c:v>2</c:v>
                </c:pt>
                <c:pt idx="63567">
                  <c:v>2</c:v>
                </c:pt>
                <c:pt idx="63568">
                  <c:v>2</c:v>
                </c:pt>
                <c:pt idx="63569">
                  <c:v>1</c:v>
                </c:pt>
                <c:pt idx="63570">
                  <c:v>2</c:v>
                </c:pt>
                <c:pt idx="63571">
                  <c:v>4</c:v>
                </c:pt>
                <c:pt idx="63572">
                  <c:v>1</c:v>
                </c:pt>
                <c:pt idx="63573">
                  <c:v>3</c:v>
                </c:pt>
                <c:pt idx="63574">
                  <c:v>2</c:v>
                </c:pt>
                <c:pt idx="63575">
                  <c:v>2</c:v>
                </c:pt>
                <c:pt idx="63576">
                  <c:v>1</c:v>
                </c:pt>
                <c:pt idx="63577">
                  <c:v>2</c:v>
                </c:pt>
                <c:pt idx="63578">
                  <c:v>2</c:v>
                </c:pt>
                <c:pt idx="63579">
                  <c:v>2</c:v>
                </c:pt>
                <c:pt idx="63580">
                  <c:v>1</c:v>
                </c:pt>
                <c:pt idx="63581">
                  <c:v>3</c:v>
                </c:pt>
                <c:pt idx="63582">
                  <c:v>2</c:v>
                </c:pt>
                <c:pt idx="63583">
                  <c:v>6</c:v>
                </c:pt>
                <c:pt idx="63584">
                  <c:v>1</c:v>
                </c:pt>
                <c:pt idx="63585">
                  <c:v>4</c:v>
                </c:pt>
                <c:pt idx="63586">
                  <c:v>1</c:v>
                </c:pt>
                <c:pt idx="63587">
                  <c:v>1</c:v>
                </c:pt>
                <c:pt idx="63588">
                  <c:v>3</c:v>
                </c:pt>
                <c:pt idx="63589">
                  <c:v>2</c:v>
                </c:pt>
                <c:pt idx="63590">
                  <c:v>5</c:v>
                </c:pt>
                <c:pt idx="63591">
                  <c:v>3</c:v>
                </c:pt>
                <c:pt idx="63592">
                  <c:v>6</c:v>
                </c:pt>
                <c:pt idx="63593">
                  <c:v>3</c:v>
                </c:pt>
                <c:pt idx="63594">
                  <c:v>2</c:v>
                </c:pt>
                <c:pt idx="63595">
                  <c:v>2</c:v>
                </c:pt>
                <c:pt idx="63596">
                  <c:v>6</c:v>
                </c:pt>
                <c:pt idx="63597">
                  <c:v>2</c:v>
                </c:pt>
                <c:pt idx="63598">
                  <c:v>3</c:v>
                </c:pt>
                <c:pt idx="63599">
                  <c:v>1</c:v>
                </c:pt>
                <c:pt idx="63600">
                  <c:v>1</c:v>
                </c:pt>
                <c:pt idx="63601">
                  <c:v>4</c:v>
                </c:pt>
                <c:pt idx="63602">
                  <c:v>2</c:v>
                </c:pt>
                <c:pt idx="63603">
                  <c:v>1</c:v>
                </c:pt>
                <c:pt idx="63604">
                  <c:v>3</c:v>
                </c:pt>
                <c:pt idx="63605">
                  <c:v>1</c:v>
                </c:pt>
                <c:pt idx="63606">
                  <c:v>2</c:v>
                </c:pt>
                <c:pt idx="63607">
                  <c:v>5</c:v>
                </c:pt>
                <c:pt idx="63608">
                  <c:v>2</c:v>
                </c:pt>
                <c:pt idx="63609">
                  <c:v>6</c:v>
                </c:pt>
                <c:pt idx="63610">
                  <c:v>3</c:v>
                </c:pt>
                <c:pt idx="63611">
                  <c:v>1</c:v>
                </c:pt>
                <c:pt idx="63612">
                  <c:v>2</c:v>
                </c:pt>
                <c:pt idx="63613">
                  <c:v>1</c:v>
                </c:pt>
                <c:pt idx="63614">
                  <c:v>3</c:v>
                </c:pt>
                <c:pt idx="63615">
                  <c:v>4</c:v>
                </c:pt>
                <c:pt idx="63616">
                  <c:v>6</c:v>
                </c:pt>
                <c:pt idx="63617">
                  <c:v>1</c:v>
                </c:pt>
                <c:pt idx="63618">
                  <c:v>3</c:v>
                </c:pt>
                <c:pt idx="63619">
                  <c:v>2</c:v>
                </c:pt>
                <c:pt idx="63620">
                  <c:v>1</c:v>
                </c:pt>
                <c:pt idx="63621">
                  <c:v>-11</c:v>
                </c:pt>
                <c:pt idx="63622">
                  <c:v>2</c:v>
                </c:pt>
                <c:pt idx="63623">
                  <c:v>8</c:v>
                </c:pt>
                <c:pt idx="63624">
                  <c:v>1</c:v>
                </c:pt>
                <c:pt idx="63625">
                  <c:v>-1</c:v>
                </c:pt>
                <c:pt idx="63626">
                  <c:v>1</c:v>
                </c:pt>
                <c:pt idx="63627">
                  <c:v>2</c:v>
                </c:pt>
                <c:pt idx="63628">
                  <c:v>4</c:v>
                </c:pt>
                <c:pt idx="63629">
                  <c:v>1</c:v>
                </c:pt>
                <c:pt idx="63630">
                  <c:v>1</c:v>
                </c:pt>
                <c:pt idx="63631">
                  <c:v>1</c:v>
                </c:pt>
                <c:pt idx="63632">
                  <c:v>2</c:v>
                </c:pt>
                <c:pt idx="63633">
                  <c:v>1</c:v>
                </c:pt>
                <c:pt idx="63634">
                  <c:v>3</c:v>
                </c:pt>
                <c:pt idx="63635">
                  <c:v>2</c:v>
                </c:pt>
                <c:pt idx="63636">
                  <c:v>1</c:v>
                </c:pt>
                <c:pt idx="63637">
                  <c:v>2</c:v>
                </c:pt>
                <c:pt idx="63638">
                  <c:v>2</c:v>
                </c:pt>
                <c:pt idx="63639">
                  <c:v>3</c:v>
                </c:pt>
                <c:pt idx="63640">
                  <c:v>1</c:v>
                </c:pt>
                <c:pt idx="63641">
                  <c:v>1</c:v>
                </c:pt>
                <c:pt idx="63642">
                  <c:v>6</c:v>
                </c:pt>
                <c:pt idx="63643">
                  <c:v>3</c:v>
                </c:pt>
                <c:pt idx="63644">
                  <c:v>1</c:v>
                </c:pt>
                <c:pt idx="63645">
                  <c:v>7</c:v>
                </c:pt>
                <c:pt idx="63646">
                  <c:v>3</c:v>
                </c:pt>
                <c:pt idx="63647">
                  <c:v>2</c:v>
                </c:pt>
                <c:pt idx="63648">
                  <c:v>3</c:v>
                </c:pt>
                <c:pt idx="63649">
                  <c:v>1</c:v>
                </c:pt>
                <c:pt idx="63650">
                  <c:v>5</c:v>
                </c:pt>
                <c:pt idx="63651">
                  <c:v>2</c:v>
                </c:pt>
                <c:pt idx="63652">
                  <c:v>4</c:v>
                </c:pt>
                <c:pt idx="63653">
                  <c:v>3</c:v>
                </c:pt>
                <c:pt idx="63654">
                  <c:v>3</c:v>
                </c:pt>
                <c:pt idx="63655">
                  <c:v>2</c:v>
                </c:pt>
                <c:pt idx="63656">
                  <c:v>4</c:v>
                </c:pt>
                <c:pt idx="63657">
                  <c:v>3</c:v>
                </c:pt>
                <c:pt idx="63658">
                  <c:v>5</c:v>
                </c:pt>
                <c:pt idx="63659">
                  <c:v>2</c:v>
                </c:pt>
                <c:pt idx="63660">
                  <c:v>2</c:v>
                </c:pt>
                <c:pt idx="63661">
                  <c:v>8</c:v>
                </c:pt>
                <c:pt idx="63662">
                  <c:v>2</c:v>
                </c:pt>
                <c:pt idx="63663">
                  <c:v>5</c:v>
                </c:pt>
                <c:pt idx="63664">
                  <c:v>3</c:v>
                </c:pt>
                <c:pt idx="63665">
                  <c:v>6</c:v>
                </c:pt>
                <c:pt idx="63666">
                  <c:v>1</c:v>
                </c:pt>
                <c:pt idx="63667">
                  <c:v>2</c:v>
                </c:pt>
                <c:pt idx="63668">
                  <c:v>3</c:v>
                </c:pt>
                <c:pt idx="63669">
                  <c:v>5</c:v>
                </c:pt>
                <c:pt idx="63670">
                  <c:v>2</c:v>
                </c:pt>
                <c:pt idx="63671">
                  <c:v>2</c:v>
                </c:pt>
                <c:pt idx="63672">
                  <c:v>3</c:v>
                </c:pt>
                <c:pt idx="63673">
                  <c:v>2</c:v>
                </c:pt>
                <c:pt idx="63674">
                  <c:v>2</c:v>
                </c:pt>
                <c:pt idx="63675">
                  <c:v>2</c:v>
                </c:pt>
                <c:pt idx="63676">
                  <c:v>4</c:v>
                </c:pt>
                <c:pt idx="63677">
                  <c:v>6</c:v>
                </c:pt>
                <c:pt idx="63678">
                  <c:v>3</c:v>
                </c:pt>
                <c:pt idx="63679">
                  <c:v>3</c:v>
                </c:pt>
                <c:pt idx="63680">
                  <c:v>2</c:v>
                </c:pt>
                <c:pt idx="63681">
                  <c:v>3</c:v>
                </c:pt>
                <c:pt idx="63682">
                  <c:v>4</c:v>
                </c:pt>
                <c:pt idx="63683">
                  <c:v>3</c:v>
                </c:pt>
                <c:pt idx="63684">
                  <c:v>3</c:v>
                </c:pt>
                <c:pt idx="63685">
                  <c:v>2</c:v>
                </c:pt>
                <c:pt idx="63686">
                  <c:v>2</c:v>
                </c:pt>
                <c:pt idx="63687">
                  <c:v>2</c:v>
                </c:pt>
                <c:pt idx="63688">
                  <c:v>4</c:v>
                </c:pt>
                <c:pt idx="63689">
                  <c:v>2</c:v>
                </c:pt>
                <c:pt idx="63690">
                  <c:v>2</c:v>
                </c:pt>
                <c:pt idx="63691">
                  <c:v>2</c:v>
                </c:pt>
                <c:pt idx="63692">
                  <c:v>2</c:v>
                </c:pt>
                <c:pt idx="63693">
                  <c:v>3</c:v>
                </c:pt>
                <c:pt idx="63694">
                  <c:v>4</c:v>
                </c:pt>
                <c:pt idx="63695">
                  <c:v>1</c:v>
                </c:pt>
                <c:pt idx="63696">
                  <c:v>2</c:v>
                </c:pt>
                <c:pt idx="63697">
                  <c:v>1</c:v>
                </c:pt>
                <c:pt idx="63698">
                  <c:v>2</c:v>
                </c:pt>
                <c:pt idx="63699">
                  <c:v>2</c:v>
                </c:pt>
                <c:pt idx="63700">
                  <c:v>2</c:v>
                </c:pt>
                <c:pt idx="63701">
                  <c:v>1</c:v>
                </c:pt>
                <c:pt idx="63702">
                  <c:v>2</c:v>
                </c:pt>
                <c:pt idx="63703">
                  <c:v>3</c:v>
                </c:pt>
                <c:pt idx="63704">
                  <c:v>2</c:v>
                </c:pt>
                <c:pt idx="63705">
                  <c:v>3</c:v>
                </c:pt>
                <c:pt idx="63706">
                  <c:v>4</c:v>
                </c:pt>
                <c:pt idx="63707">
                  <c:v>4</c:v>
                </c:pt>
                <c:pt idx="63708">
                  <c:v>2</c:v>
                </c:pt>
                <c:pt idx="63709">
                  <c:v>5</c:v>
                </c:pt>
                <c:pt idx="63710">
                  <c:v>5</c:v>
                </c:pt>
                <c:pt idx="63711">
                  <c:v>2</c:v>
                </c:pt>
                <c:pt idx="63712">
                  <c:v>3</c:v>
                </c:pt>
                <c:pt idx="63713">
                  <c:v>2</c:v>
                </c:pt>
                <c:pt idx="63714">
                  <c:v>5</c:v>
                </c:pt>
                <c:pt idx="63715">
                  <c:v>2</c:v>
                </c:pt>
                <c:pt idx="63716">
                  <c:v>2</c:v>
                </c:pt>
                <c:pt idx="63717">
                  <c:v>1</c:v>
                </c:pt>
                <c:pt idx="63718">
                  <c:v>4</c:v>
                </c:pt>
                <c:pt idx="63719">
                  <c:v>5</c:v>
                </c:pt>
                <c:pt idx="63720">
                  <c:v>4</c:v>
                </c:pt>
                <c:pt idx="63721">
                  <c:v>2</c:v>
                </c:pt>
                <c:pt idx="63722">
                  <c:v>1</c:v>
                </c:pt>
                <c:pt idx="63723">
                  <c:v>4</c:v>
                </c:pt>
                <c:pt idx="63724">
                  <c:v>2</c:v>
                </c:pt>
                <c:pt idx="63725">
                  <c:v>2</c:v>
                </c:pt>
                <c:pt idx="63726">
                  <c:v>2</c:v>
                </c:pt>
                <c:pt idx="63727">
                  <c:v>1</c:v>
                </c:pt>
                <c:pt idx="63728">
                  <c:v>1</c:v>
                </c:pt>
                <c:pt idx="63729">
                  <c:v>1</c:v>
                </c:pt>
                <c:pt idx="63730">
                  <c:v>8</c:v>
                </c:pt>
                <c:pt idx="63731">
                  <c:v>2</c:v>
                </c:pt>
                <c:pt idx="63732">
                  <c:v>3</c:v>
                </c:pt>
                <c:pt idx="63733">
                  <c:v>8</c:v>
                </c:pt>
                <c:pt idx="63734">
                  <c:v>3</c:v>
                </c:pt>
                <c:pt idx="63735">
                  <c:v>6</c:v>
                </c:pt>
                <c:pt idx="63736">
                  <c:v>3</c:v>
                </c:pt>
                <c:pt idx="63737">
                  <c:v>2</c:v>
                </c:pt>
                <c:pt idx="63738">
                  <c:v>1</c:v>
                </c:pt>
                <c:pt idx="63739">
                  <c:v>1</c:v>
                </c:pt>
                <c:pt idx="63740">
                  <c:v>2</c:v>
                </c:pt>
                <c:pt idx="63741">
                  <c:v>2</c:v>
                </c:pt>
                <c:pt idx="63742">
                  <c:v>2</c:v>
                </c:pt>
                <c:pt idx="63743">
                  <c:v>4</c:v>
                </c:pt>
                <c:pt idx="63744">
                  <c:v>1</c:v>
                </c:pt>
                <c:pt idx="63745">
                  <c:v>3</c:v>
                </c:pt>
                <c:pt idx="63746">
                  <c:v>3</c:v>
                </c:pt>
                <c:pt idx="63747">
                  <c:v>4</c:v>
                </c:pt>
                <c:pt idx="63748">
                  <c:v>11</c:v>
                </c:pt>
                <c:pt idx="63749">
                  <c:v>1</c:v>
                </c:pt>
                <c:pt idx="63750">
                  <c:v>3</c:v>
                </c:pt>
                <c:pt idx="63751">
                  <c:v>3</c:v>
                </c:pt>
                <c:pt idx="63752">
                  <c:v>4</c:v>
                </c:pt>
                <c:pt idx="63753">
                  <c:v>2</c:v>
                </c:pt>
                <c:pt idx="63754">
                  <c:v>12</c:v>
                </c:pt>
                <c:pt idx="63755">
                  <c:v>1</c:v>
                </c:pt>
                <c:pt idx="63756">
                  <c:v>2</c:v>
                </c:pt>
                <c:pt idx="63757">
                  <c:v>4</c:v>
                </c:pt>
                <c:pt idx="63758">
                  <c:v>1</c:v>
                </c:pt>
                <c:pt idx="63759">
                  <c:v>2</c:v>
                </c:pt>
                <c:pt idx="63760">
                  <c:v>5</c:v>
                </c:pt>
                <c:pt idx="63761">
                  <c:v>2</c:v>
                </c:pt>
                <c:pt idx="63762">
                  <c:v>2</c:v>
                </c:pt>
                <c:pt idx="63763">
                  <c:v>2</c:v>
                </c:pt>
                <c:pt idx="63764">
                  <c:v>2</c:v>
                </c:pt>
                <c:pt idx="63765">
                  <c:v>2</c:v>
                </c:pt>
                <c:pt idx="63766">
                  <c:v>1</c:v>
                </c:pt>
                <c:pt idx="63767">
                  <c:v>2</c:v>
                </c:pt>
                <c:pt idx="63768">
                  <c:v>2</c:v>
                </c:pt>
                <c:pt idx="63769">
                  <c:v>3</c:v>
                </c:pt>
                <c:pt idx="63770">
                  <c:v>3</c:v>
                </c:pt>
                <c:pt idx="63771">
                  <c:v>1</c:v>
                </c:pt>
                <c:pt idx="63772">
                  <c:v>3</c:v>
                </c:pt>
                <c:pt idx="63773">
                  <c:v>2</c:v>
                </c:pt>
                <c:pt idx="63774">
                  <c:v>2</c:v>
                </c:pt>
                <c:pt idx="63775">
                  <c:v>2</c:v>
                </c:pt>
                <c:pt idx="63776">
                  <c:v>1</c:v>
                </c:pt>
                <c:pt idx="63777">
                  <c:v>2</c:v>
                </c:pt>
                <c:pt idx="63778">
                  <c:v>1</c:v>
                </c:pt>
                <c:pt idx="63779">
                  <c:v>4</c:v>
                </c:pt>
                <c:pt idx="63780">
                  <c:v>2</c:v>
                </c:pt>
                <c:pt idx="63781">
                  <c:v>1</c:v>
                </c:pt>
                <c:pt idx="63782">
                  <c:v>3</c:v>
                </c:pt>
                <c:pt idx="63783">
                  <c:v>2</c:v>
                </c:pt>
                <c:pt idx="63784">
                  <c:v>3</c:v>
                </c:pt>
                <c:pt idx="63785">
                  <c:v>5</c:v>
                </c:pt>
                <c:pt idx="63786">
                  <c:v>4</c:v>
                </c:pt>
                <c:pt idx="63787">
                  <c:v>4</c:v>
                </c:pt>
                <c:pt idx="63788">
                  <c:v>6</c:v>
                </c:pt>
                <c:pt idx="63789">
                  <c:v>1</c:v>
                </c:pt>
                <c:pt idx="63790">
                  <c:v>1</c:v>
                </c:pt>
                <c:pt idx="63791">
                  <c:v>3</c:v>
                </c:pt>
                <c:pt idx="63792">
                  <c:v>5</c:v>
                </c:pt>
                <c:pt idx="63793">
                  <c:v>2</c:v>
                </c:pt>
                <c:pt idx="63794">
                  <c:v>7</c:v>
                </c:pt>
                <c:pt idx="63795">
                  <c:v>3</c:v>
                </c:pt>
                <c:pt idx="63796">
                  <c:v>2</c:v>
                </c:pt>
                <c:pt idx="63797">
                  <c:v>1</c:v>
                </c:pt>
                <c:pt idx="63798">
                  <c:v>3</c:v>
                </c:pt>
                <c:pt idx="63799">
                  <c:v>1</c:v>
                </c:pt>
                <c:pt idx="63800">
                  <c:v>4</c:v>
                </c:pt>
                <c:pt idx="63801">
                  <c:v>2</c:v>
                </c:pt>
                <c:pt idx="63802">
                  <c:v>1</c:v>
                </c:pt>
                <c:pt idx="63803">
                  <c:v>4</c:v>
                </c:pt>
                <c:pt idx="63804">
                  <c:v>3</c:v>
                </c:pt>
                <c:pt idx="63805">
                  <c:v>2</c:v>
                </c:pt>
                <c:pt idx="63806">
                  <c:v>1</c:v>
                </c:pt>
                <c:pt idx="63807">
                  <c:v>1</c:v>
                </c:pt>
                <c:pt idx="63808">
                  <c:v>1</c:v>
                </c:pt>
                <c:pt idx="63809">
                  <c:v>3</c:v>
                </c:pt>
                <c:pt idx="63810">
                  <c:v>2</c:v>
                </c:pt>
                <c:pt idx="63811">
                  <c:v>2</c:v>
                </c:pt>
                <c:pt idx="63812">
                  <c:v>2</c:v>
                </c:pt>
                <c:pt idx="63813">
                  <c:v>1</c:v>
                </c:pt>
                <c:pt idx="63814">
                  <c:v>2</c:v>
                </c:pt>
                <c:pt idx="63815">
                  <c:v>4</c:v>
                </c:pt>
                <c:pt idx="63816">
                  <c:v>1</c:v>
                </c:pt>
                <c:pt idx="63817">
                  <c:v>6</c:v>
                </c:pt>
                <c:pt idx="63818">
                  <c:v>4</c:v>
                </c:pt>
                <c:pt idx="63819">
                  <c:v>1</c:v>
                </c:pt>
                <c:pt idx="63820">
                  <c:v>2</c:v>
                </c:pt>
                <c:pt idx="63821">
                  <c:v>4</c:v>
                </c:pt>
                <c:pt idx="63822">
                  <c:v>1</c:v>
                </c:pt>
                <c:pt idx="63823">
                  <c:v>2</c:v>
                </c:pt>
                <c:pt idx="63824">
                  <c:v>2</c:v>
                </c:pt>
                <c:pt idx="63825">
                  <c:v>3</c:v>
                </c:pt>
                <c:pt idx="63826">
                  <c:v>4</c:v>
                </c:pt>
                <c:pt idx="63827">
                  <c:v>2</c:v>
                </c:pt>
                <c:pt idx="63828">
                  <c:v>4</c:v>
                </c:pt>
                <c:pt idx="63829">
                  <c:v>1</c:v>
                </c:pt>
                <c:pt idx="63830">
                  <c:v>5</c:v>
                </c:pt>
                <c:pt idx="63831">
                  <c:v>4</c:v>
                </c:pt>
                <c:pt idx="63832">
                  <c:v>2</c:v>
                </c:pt>
                <c:pt idx="63833">
                  <c:v>1</c:v>
                </c:pt>
                <c:pt idx="63834">
                  <c:v>1</c:v>
                </c:pt>
                <c:pt idx="63835">
                  <c:v>1</c:v>
                </c:pt>
                <c:pt idx="63836">
                  <c:v>2</c:v>
                </c:pt>
                <c:pt idx="63837">
                  <c:v>3</c:v>
                </c:pt>
                <c:pt idx="63838">
                  <c:v>4</c:v>
                </c:pt>
                <c:pt idx="63839">
                  <c:v>2</c:v>
                </c:pt>
                <c:pt idx="63840">
                  <c:v>3</c:v>
                </c:pt>
                <c:pt idx="63841">
                  <c:v>3</c:v>
                </c:pt>
                <c:pt idx="63842">
                  <c:v>1</c:v>
                </c:pt>
                <c:pt idx="63843">
                  <c:v>4</c:v>
                </c:pt>
                <c:pt idx="63844">
                  <c:v>1</c:v>
                </c:pt>
                <c:pt idx="63845">
                  <c:v>1</c:v>
                </c:pt>
                <c:pt idx="63846">
                  <c:v>1</c:v>
                </c:pt>
                <c:pt idx="63847">
                  <c:v>4</c:v>
                </c:pt>
                <c:pt idx="63848">
                  <c:v>1</c:v>
                </c:pt>
                <c:pt idx="63849">
                  <c:v>4</c:v>
                </c:pt>
                <c:pt idx="63850">
                  <c:v>1</c:v>
                </c:pt>
                <c:pt idx="63851">
                  <c:v>5</c:v>
                </c:pt>
                <c:pt idx="63852">
                  <c:v>2</c:v>
                </c:pt>
                <c:pt idx="63853">
                  <c:v>2</c:v>
                </c:pt>
                <c:pt idx="63854">
                  <c:v>6</c:v>
                </c:pt>
                <c:pt idx="63855">
                  <c:v>2</c:v>
                </c:pt>
                <c:pt idx="63856">
                  <c:v>2</c:v>
                </c:pt>
                <c:pt idx="63857">
                  <c:v>-2</c:v>
                </c:pt>
                <c:pt idx="63858">
                  <c:v>3</c:v>
                </c:pt>
                <c:pt idx="63859">
                  <c:v>1</c:v>
                </c:pt>
                <c:pt idx="63860">
                  <c:v>2</c:v>
                </c:pt>
                <c:pt idx="63861">
                  <c:v>4</c:v>
                </c:pt>
                <c:pt idx="63862">
                  <c:v>1</c:v>
                </c:pt>
                <c:pt idx="63863">
                  <c:v>2</c:v>
                </c:pt>
                <c:pt idx="63864">
                  <c:v>1</c:v>
                </c:pt>
                <c:pt idx="63865">
                  <c:v>2</c:v>
                </c:pt>
                <c:pt idx="63866">
                  <c:v>1</c:v>
                </c:pt>
                <c:pt idx="63867">
                  <c:v>1</c:v>
                </c:pt>
                <c:pt idx="63868">
                  <c:v>1</c:v>
                </c:pt>
                <c:pt idx="63869">
                  <c:v>2</c:v>
                </c:pt>
                <c:pt idx="63870">
                  <c:v>2</c:v>
                </c:pt>
                <c:pt idx="63871">
                  <c:v>3</c:v>
                </c:pt>
                <c:pt idx="63872">
                  <c:v>4</c:v>
                </c:pt>
                <c:pt idx="63873">
                  <c:v>16</c:v>
                </c:pt>
                <c:pt idx="63874">
                  <c:v>3</c:v>
                </c:pt>
                <c:pt idx="63875">
                  <c:v>6</c:v>
                </c:pt>
                <c:pt idx="63876">
                  <c:v>3</c:v>
                </c:pt>
                <c:pt idx="63877">
                  <c:v>2</c:v>
                </c:pt>
                <c:pt idx="63878">
                  <c:v>2</c:v>
                </c:pt>
                <c:pt idx="63879">
                  <c:v>3</c:v>
                </c:pt>
                <c:pt idx="63880">
                  <c:v>1</c:v>
                </c:pt>
                <c:pt idx="63881">
                  <c:v>1</c:v>
                </c:pt>
                <c:pt idx="63882">
                  <c:v>1</c:v>
                </c:pt>
                <c:pt idx="63883">
                  <c:v>2</c:v>
                </c:pt>
                <c:pt idx="63884">
                  <c:v>6</c:v>
                </c:pt>
                <c:pt idx="63885">
                  <c:v>2</c:v>
                </c:pt>
                <c:pt idx="63886">
                  <c:v>2</c:v>
                </c:pt>
                <c:pt idx="63887">
                  <c:v>2</c:v>
                </c:pt>
                <c:pt idx="63888">
                  <c:v>2</c:v>
                </c:pt>
                <c:pt idx="63889">
                  <c:v>2</c:v>
                </c:pt>
                <c:pt idx="63890">
                  <c:v>1</c:v>
                </c:pt>
                <c:pt idx="63891">
                  <c:v>2</c:v>
                </c:pt>
                <c:pt idx="63892">
                  <c:v>3</c:v>
                </c:pt>
                <c:pt idx="63893">
                  <c:v>1</c:v>
                </c:pt>
                <c:pt idx="63894">
                  <c:v>2</c:v>
                </c:pt>
                <c:pt idx="63895">
                  <c:v>3</c:v>
                </c:pt>
                <c:pt idx="63896">
                  <c:v>1</c:v>
                </c:pt>
                <c:pt idx="63897">
                  <c:v>2</c:v>
                </c:pt>
                <c:pt idx="63898">
                  <c:v>2</c:v>
                </c:pt>
                <c:pt idx="63899">
                  <c:v>2</c:v>
                </c:pt>
                <c:pt idx="63900">
                  <c:v>1</c:v>
                </c:pt>
                <c:pt idx="63901">
                  <c:v>1</c:v>
                </c:pt>
                <c:pt idx="63902">
                  <c:v>3</c:v>
                </c:pt>
                <c:pt idx="63903">
                  <c:v>4</c:v>
                </c:pt>
                <c:pt idx="63904">
                  <c:v>2</c:v>
                </c:pt>
                <c:pt idx="63905">
                  <c:v>3</c:v>
                </c:pt>
                <c:pt idx="63906">
                  <c:v>3</c:v>
                </c:pt>
                <c:pt idx="63907">
                  <c:v>6</c:v>
                </c:pt>
                <c:pt idx="63908">
                  <c:v>2</c:v>
                </c:pt>
                <c:pt idx="63909">
                  <c:v>1</c:v>
                </c:pt>
                <c:pt idx="63910">
                  <c:v>2</c:v>
                </c:pt>
                <c:pt idx="63911">
                  <c:v>1</c:v>
                </c:pt>
                <c:pt idx="63912">
                  <c:v>2</c:v>
                </c:pt>
                <c:pt idx="63913">
                  <c:v>2</c:v>
                </c:pt>
                <c:pt idx="63914">
                  <c:v>2</c:v>
                </c:pt>
                <c:pt idx="63915">
                  <c:v>0</c:v>
                </c:pt>
                <c:pt idx="63916">
                  <c:v>2</c:v>
                </c:pt>
                <c:pt idx="63917">
                  <c:v>3</c:v>
                </c:pt>
                <c:pt idx="63918">
                  <c:v>2</c:v>
                </c:pt>
                <c:pt idx="63919">
                  <c:v>4</c:v>
                </c:pt>
                <c:pt idx="63920">
                  <c:v>3</c:v>
                </c:pt>
                <c:pt idx="63921">
                  <c:v>1</c:v>
                </c:pt>
                <c:pt idx="63922">
                  <c:v>4</c:v>
                </c:pt>
                <c:pt idx="63923">
                  <c:v>2</c:v>
                </c:pt>
                <c:pt idx="63924">
                  <c:v>2</c:v>
                </c:pt>
                <c:pt idx="63925">
                  <c:v>1</c:v>
                </c:pt>
                <c:pt idx="63926">
                  <c:v>2</c:v>
                </c:pt>
                <c:pt idx="63927">
                  <c:v>2</c:v>
                </c:pt>
                <c:pt idx="63928">
                  <c:v>4</c:v>
                </c:pt>
                <c:pt idx="63929">
                  <c:v>3</c:v>
                </c:pt>
                <c:pt idx="63930">
                  <c:v>4</c:v>
                </c:pt>
                <c:pt idx="63931">
                  <c:v>2</c:v>
                </c:pt>
                <c:pt idx="63932">
                  <c:v>2</c:v>
                </c:pt>
                <c:pt idx="63933">
                  <c:v>2</c:v>
                </c:pt>
                <c:pt idx="63934">
                  <c:v>1</c:v>
                </c:pt>
                <c:pt idx="63935">
                  <c:v>3</c:v>
                </c:pt>
                <c:pt idx="63936">
                  <c:v>4</c:v>
                </c:pt>
                <c:pt idx="63937">
                  <c:v>1</c:v>
                </c:pt>
                <c:pt idx="63938">
                  <c:v>4</c:v>
                </c:pt>
                <c:pt idx="63939">
                  <c:v>1</c:v>
                </c:pt>
                <c:pt idx="63940">
                  <c:v>3</c:v>
                </c:pt>
                <c:pt idx="63941">
                  <c:v>2</c:v>
                </c:pt>
                <c:pt idx="63942">
                  <c:v>4</c:v>
                </c:pt>
                <c:pt idx="63943">
                  <c:v>1</c:v>
                </c:pt>
                <c:pt idx="63944">
                  <c:v>3</c:v>
                </c:pt>
                <c:pt idx="63945">
                  <c:v>2</c:v>
                </c:pt>
                <c:pt idx="63946">
                  <c:v>2</c:v>
                </c:pt>
                <c:pt idx="63947">
                  <c:v>2</c:v>
                </c:pt>
                <c:pt idx="63948">
                  <c:v>2</c:v>
                </c:pt>
                <c:pt idx="63949">
                  <c:v>2</c:v>
                </c:pt>
                <c:pt idx="63950">
                  <c:v>2</c:v>
                </c:pt>
                <c:pt idx="63951">
                  <c:v>4</c:v>
                </c:pt>
                <c:pt idx="63952">
                  <c:v>3</c:v>
                </c:pt>
                <c:pt idx="63953">
                  <c:v>4</c:v>
                </c:pt>
                <c:pt idx="63954">
                  <c:v>2</c:v>
                </c:pt>
                <c:pt idx="63955">
                  <c:v>3</c:v>
                </c:pt>
                <c:pt idx="63956">
                  <c:v>1</c:v>
                </c:pt>
                <c:pt idx="63957">
                  <c:v>2</c:v>
                </c:pt>
                <c:pt idx="63958">
                  <c:v>2</c:v>
                </c:pt>
                <c:pt idx="63959">
                  <c:v>2</c:v>
                </c:pt>
                <c:pt idx="63960">
                  <c:v>1</c:v>
                </c:pt>
                <c:pt idx="63961">
                  <c:v>3</c:v>
                </c:pt>
                <c:pt idx="63962">
                  <c:v>2</c:v>
                </c:pt>
                <c:pt idx="63963">
                  <c:v>2</c:v>
                </c:pt>
                <c:pt idx="63964">
                  <c:v>1</c:v>
                </c:pt>
                <c:pt idx="63965">
                  <c:v>1</c:v>
                </c:pt>
                <c:pt idx="63966">
                  <c:v>1</c:v>
                </c:pt>
                <c:pt idx="63967">
                  <c:v>2</c:v>
                </c:pt>
                <c:pt idx="63968">
                  <c:v>1</c:v>
                </c:pt>
                <c:pt idx="63969">
                  <c:v>3</c:v>
                </c:pt>
                <c:pt idx="63970">
                  <c:v>1</c:v>
                </c:pt>
                <c:pt idx="63971">
                  <c:v>5</c:v>
                </c:pt>
                <c:pt idx="63972">
                  <c:v>9</c:v>
                </c:pt>
                <c:pt idx="63973">
                  <c:v>10</c:v>
                </c:pt>
                <c:pt idx="63974">
                  <c:v>2</c:v>
                </c:pt>
                <c:pt idx="63975">
                  <c:v>2</c:v>
                </c:pt>
                <c:pt idx="63976">
                  <c:v>5</c:v>
                </c:pt>
                <c:pt idx="63977">
                  <c:v>2</c:v>
                </c:pt>
                <c:pt idx="63978">
                  <c:v>1</c:v>
                </c:pt>
                <c:pt idx="63979">
                  <c:v>2</c:v>
                </c:pt>
                <c:pt idx="63980">
                  <c:v>2</c:v>
                </c:pt>
                <c:pt idx="63981">
                  <c:v>4</c:v>
                </c:pt>
                <c:pt idx="63982">
                  <c:v>3</c:v>
                </c:pt>
                <c:pt idx="63983">
                  <c:v>2</c:v>
                </c:pt>
                <c:pt idx="63984">
                  <c:v>1</c:v>
                </c:pt>
                <c:pt idx="63985">
                  <c:v>2</c:v>
                </c:pt>
                <c:pt idx="63986">
                  <c:v>1</c:v>
                </c:pt>
                <c:pt idx="63987">
                  <c:v>2</c:v>
                </c:pt>
                <c:pt idx="63988">
                  <c:v>12</c:v>
                </c:pt>
                <c:pt idx="63989">
                  <c:v>4</c:v>
                </c:pt>
                <c:pt idx="63990">
                  <c:v>-2</c:v>
                </c:pt>
                <c:pt idx="63991">
                  <c:v>1</c:v>
                </c:pt>
                <c:pt idx="63992">
                  <c:v>2</c:v>
                </c:pt>
                <c:pt idx="63993">
                  <c:v>2</c:v>
                </c:pt>
                <c:pt idx="63994">
                  <c:v>8</c:v>
                </c:pt>
                <c:pt idx="63995">
                  <c:v>2</c:v>
                </c:pt>
                <c:pt idx="63996">
                  <c:v>9</c:v>
                </c:pt>
                <c:pt idx="63997">
                  <c:v>3</c:v>
                </c:pt>
                <c:pt idx="63998">
                  <c:v>3</c:v>
                </c:pt>
                <c:pt idx="63999">
                  <c:v>2</c:v>
                </c:pt>
                <c:pt idx="64000">
                  <c:v>-1</c:v>
                </c:pt>
                <c:pt idx="64001">
                  <c:v>3</c:v>
                </c:pt>
                <c:pt idx="64002">
                  <c:v>-5</c:v>
                </c:pt>
                <c:pt idx="64003">
                  <c:v>4</c:v>
                </c:pt>
                <c:pt idx="64004">
                  <c:v>1</c:v>
                </c:pt>
                <c:pt idx="64005">
                  <c:v>2</c:v>
                </c:pt>
                <c:pt idx="64006">
                  <c:v>2</c:v>
                </c:pt>
                <c:pt idx="64007">
                  <c:v>1</c:v>
                </c:pt>
                <c:pt idx="64008">
                  <c:v>4</c:v>
                </c:pt>
                <c:pt idx="64009">
                  <c:v>2</c:v>
                </c:pt>
                <c:pt idx="64010">
                  <c:v>2</c:v>
                </c:pt>
                <c:pt idx="64011">
                  <c:v>2</c:v>
                </c:pt>
                <c:pt idx="64012">
                  <c:v>1</c:v>
                </c:pt>
                <c:pt idx="64013">
                  <c:v>3</c:v>
                </c:pt>
                <c:pt idx="64014">
                  <c:v>1</c:v>
                </c:pt>
                <c:pt idx="64015">
                  <c:v>4</c:v>
                </c:pt>
                <c:pt idx="64016">
                  <c:v>2</c:v>
                </c:pt>
                <c:pt idx="64017">
                  <c:v>5</c:v>
                </c:pt>
                <c:pt idx="64018">
                  <c:v>3</c:v>
                </c:pt>
                <c:pt idx="64019">
                  <c:v>2</c:v>
                </c:pt>
                <c:pt idx="64020">
                  <c:v>2</c:v>
                </c:pt>
                <c:pt idx="64021">
                  <c:v>1</c:v>
                </c:pt>
                <c:pt idx="64022">
                  <c:v>12</c:v>
                </c:pt>
                <c:pt idx="64023">
                  <c:v>3</c:v>
                </c:pt>
                <c:pt idx="64024">
                  <c:v>6</c:v>
                </c:pt>
                <c:pt idx="64025">
                  <c:v>2</c:v>
                </c:pt>
                <c:pt idx="64026">
                  <c:v>2</c:v>
                </c:pt>
                <c:pt idx="64027">
                  <c:v>3</c:v>
                </c:pt>
                <c:pt idx="64028">
                  <c:v>2</c:v>
                </c:pt>
                <c:pt idx="64029">
                  <c:v>7</c:v>
                </c:pt>
                <c:pt idx="64030">
                  <c:v>2</c:v>
                </c:pt>
                <c:pt idx="64031">
                  <c:v>1</c:v>
                </c:pt>
                <c:pt idx="64032">
                  <c:v>4</c:v>
                </c:pt>
                <c:pt idx="64033">
                  <c:v>1</c:v>
                </c:pt>
                <c:pt idx="64034">
                  <c:v>8</c:v>
                </c:pt>
                <c:pt idx="64035">
                  <c:v>2</c:v>
                </c:pt>
                <c:pt idx="64036">
                  <c:v>2</c:v>
                </c:pt>
                <c:pt idx="64037">
                  <c:v>1</c:v>
                </c:pt>
                <c:pt idx="64038">
                  <c:v>2</c:v>
                </c:pt>
                <c:pt idx="64039">
                  <c:v>1</c:v>
                </c:pt>
                <c:pt idx="64040">
                  <c:v>8</c:v>
                </c:pt>
                <c:pt idx="64041">
                  <c:v>6</c:v>
                </c:pt>
                <c:pt idx="64042">
                  <c:v>7</c:v>
                </c:pt>
                <c:pt idx="64043">
                  <c:v>4</c:v>
                </c:pt>
                <c:pt idx="64044">
                  <c:v>1</c:v>
                </c:pt>
                <c:pt idx="64045">
                  <c:v>2</c:v>
                </c:pt>
                <c:pt idx="64046">
                  <c:v>1</c:v>
                </c:pt>
                <c:pt idx="64047">
                  <c:v>2</c:v>
                </c:pt>
                <c:pt idx="64048">
                  <c:v>3</c:v>
                </c:pt>
                <c:pt idx="64049">
                  <c:v>4</c:v>
                </c:pt>
                <c:pt idx="64050">
                  <c:v>3</c:v>
                </c:pt>
                <c:pt idx="64051">
                  <c:v>4</c:v>
                </c:pt>
                <c:pt idx="64052">
                  <c:v>4</c:v>
                </c:pt>
                <c:pt idx="64053">
                  <c:v>3</c:v>
                </c:pt>
                <c:pt idx="64054">
                  <c:v>10</c:v>
                </c:pt>
                <c:pt idx="64055">
                  <c:v>1</c:v>
                </c:pt>
                <c:pt idx="64056">
                  <c:v>4</c:v>
                </c:pt>
                <c:pt idx="64057">
                  <c:v>2</c:v>
                </c:pt>
                <c:pt idx="64058">
                  <c:v>6</c:v>
                </c:pt>
                <c:pt idx="64059">
                  <c:v>4</c:v>
                </c:pt>
                <c:pt idx="64060">
                  <c:v>4</c:v>
                </c:pt>
                <c:pt idx="64061">
                  <c:v>2</c:v>
                </c:pt>
                <c:pt idx="64062">
                  <c:v>3</c:v>
                </c:pt>
                <c:pt idx="64063">
                  <c:v>2</c:v>
                </c:pt>
                <c:pt idx="64064">
                  <c:v>4</c:v>
                </c:pt>
                <c:pt idx="64065">
                  <c:v>5</c:v>
                </c:pt>
                <c:pt idx="64066">
                  <c:v>2</c:v>
                </c:pt>
                <c:pt idx="64067">
                  <c:v>1</c:v>
                </c:pt>
                <c:pt idx="64068">
                  <c:v>2</c:v>
                </c:pt>
                <c:pt idx="64069">
                  <c:v>2</c:v>
                </c:pt>
                <c:pt idx="64070">
                  <c:v>2</c:v>
                </c:pt>
                <c:pt idx="64071">
                  <c:v>1</c:v>
                </c:pt>
                <c:pt idx="64072">
                  <c:v>2</c:v>
                </c:pt>
                <c:pt idx="64073">
                  <c:v>2</c:v>
                </c:pt>
                <c:pt idx="64074">
                  <c:v>4</c:v>
                </c:pt>
                <c:pt idx="64075">
                  <c:v>2</c:v>
                </c:pt>
                <c:pt idx="64076">
                  <c:v>7</c:v>
                </c:pt>
                <c:pt idx="64077">
                  <c:v>1</c:v>
                </c:pt>
                <c:pt idx="64078">
                  <c:v>1</c:v>
                </c:pt>
                <c:pt idx="64079">
                  <c:v>4</c:v>
                </c:pt>
                <c:pt idx="64080">
                  <c:v>5</c:v>
                </c:pt>
                <c:pt idx="64081">
                  <c:v>2</c:v>
                </c:pt>
                <c:pt idx="64082">
                  <c:v>1</c:v>
                </c:pt>
                <c:pt idx="64083">
                  <c:v>3</c:v>
                </c:pt>
                <c:pt idx="64084">
                  <c:v>4</c:v>
                </c:pt>
                <c:pt idx="64085">
                  <c:v>2</c:v>
                </c:pt>
                <c:pt idx="64086">
                  <c:v>3</c:v>
                </c:pt>
                <c:pt idx="64087">
                  <c:v>3</c:v>
                </c:pt>
                <c:pt idx="64088">
                  <c:v>2</c:v>
                </c:pt>
                <c:pt idx="64089">
                  <c:v>1</c:v>
                </c:pt>
                <c:pt idx="64090">
                  <c:v>2</c:v>
                </c:pt>
                <c:pt idx="64091">
                  <c:v>2</c:v>
                </c:pt>
                <c:pt idx="64092">
                  <c:v>2</c:v>
                </c:pt>
                <c:pt idx="64093">
                  <c:v>1</c:v>
                </c:pt>
                <c:pt idx="64094">
                  <c:v>3</c:v>
                </c:pt>
                <c:pt idx="64095">
                  <c:v>3</c:v>
                </c:pt>
                <c:pt idx="64096">
                  <c:v>2</c:v>
                </c:pt>
                <c:pt idx="64097">
                  <c:v>1</c:v>
                </c:pt>
                <c:pt idx="64098">
                  <c:v>2</c:v>
                </c:pt>
                <c:pt idx="64099">
                  <c:v>2</c:v>
                </c:pt>
                <c:pt idx="64100">
                  <c:v>2</c:v>
                </c:pt>
                <c:pt idx="64101">
                  <c:v>2</c:v>
                </c:pt>
                <c:pt idx="64102">
                  <c:v>6</c:v>
                </c:pt>
                <c:pt idx="64103">
                  <c:v>2</c:v>
                </c:pt>
                <c:pt idx="64104">
                  <c:v>3</c:v>
                </c:pt>
                <c:pt idx="64105">
                  <c:v>2</c:v>
                </c:pt>
                <c:pt idx="64106">
                  <c:v>4</c:v>
                </c:pt>
                <c:pt idx="64107">
                  <c:v>1</c:v>
                </c:pt>
                <c:pt idx="64108">
                  <c:v>12</c:v>
                </c:pt>
                <c:pt idx="64109">
                  <c:v>1</c:v>
                </c:pt>
                <c:pt idx="64110">
                  <c:v>2</c:v>
                </c:pt>
                <c:pt idx="64111">
                  <c:v>3</c:v>
                </c:pt>
                <c:pt idx="64112">
                  <c:v>3</c:v>
                </c:pt>
                <c:pt idx="64113">
                  <c:v>4</c:v>
                </c:pt>
                <c:pt idx="64114">
                  <c:v>3</c:v>
                </c:pt>
                <c:pt idx="64115">
                  <c:v>4</c:v>
                </c:pt>
                <c:pt idx="64116">
                  <c:v>2</c:v>
                </c:pt>
                <c:pt idx="64117">
                  <c:v>3</c:v>
                </c:pt>
                <c:pt idx="64118">
                  <c:v>2</c:v>
                </c:pt>
                <c:pt idx="64119">
                  <c:v>3</c:v>
                </c:pt>
                <c:pt idx="64120">
                  <c:v>4</c:v>
                </c:pt>
                <c:pt idx="64121">
                  <c:v>1</c:v>
                </c:pt>
                <c:pt idx="64122">
                  <c:v>3</c:v>
                </c:pt>
                <c:pt idx="64123">
                  <c:v>2</c:v>
                </c:pt>
                <c:pt idx="64124">
                  <c:v>2</c:v>
                </c:pt>
                <c:pt idx="64125">
                  <c:v>2</c:v>
                </c:pt>
                <c:pt idx="64126">
                  <c:v>7</c:v>
                </c:pt>
                <c:pt idx="64127">
                  <c:v>2</c:v>
                </c:pt>
                <c:pt idx="64128">
                  <c:v>1</c:v>
                </c:pt>
                <c:pt idx="64129">
                  <c:v>2</c:v>
                </c:pt>
                <c:pt idx="64130">
                  <c:v>2</c:v>
                </c:pt>
                <c:pt idx="64131">
                  <c:v>1</c:v>
                </c:pt>
                <c:pt idx="64132">
                  <c:v>3</c:v>
                </c:pt>
                <c:pt idx="64133">
                  <c:v>1</c:v>
                </c:pt>
                <c:pt idx="64134">
                  <c:v>2</c:v>
                </c:pt>
                <c:pt idx="64135">
                  <c:v>4</c:v>
                </c:pt>
                <c:pt idx="64136">
                  <c:v>1</c:v>
                </c:pt>
                <c:pt idx="64137">
                  <c:v>5</c:v>
                </c:pt>
                <c:pt idx="64138">
                  <c:v>2</c:v>
                </c:pt>
                <c:pt idx="64139">
                  <c:v>4</c:v>
                </c:pt>
                <c:pt idx="64140">
                  <c:v>1</c:v>
                </c:pt>
                <c:pt idx="64141">
                  <c:v>2</c:v>
                </c:pt>
                <c:pt idx="64142">
                  <c:v>1</c:v>
                </c:pt>
                <c:pt idx="64143">
                  <c:v>2</c:v>
                </c:pt>
                <c:pt idx="64144">
                  <c:v>2</c:v>
                </c:pt>
                <c:pt idx="64145">
                  <c:v>5</c:v>
                </c:pt>
                <c:pt idx="64146">
                  <c:v>2</c:v>
                </c:pt>
                <c:pt idx="64147">
                  <c:v>1</c:v>
                </c:pt>
                <c:pt idx="64148">
                  <c:v>4</c:v>
                </c:pt>
                <c:pt idx="64149">
                  <c:v>1</c:v>
                </c:pt>
                <c:pt idx="64150">
                  <c:v>2</c:v>
                </c:pt>
                <c:pt idx="64151">
                  <c:v>3</c:v>
                </c:pt>
                <c:pt idx="64152">
                  <c:v>5</c:v>
                </c:pt>
                <c:pt idx="64153">
                  <c:v>2</c:v>
                </c:pt>
                <c:pt idx="64154">
                  <c:v>1</c:v>
                </c:pt>
                <c:pt idx="64155">
                  <c:v>8</c:v>
                </c:pt>
                <c:pt idx="64156">
                  <c:v>2</c:v>
                </c:pt>
                <c:pt idx="64157">
                  <c:v>1</c:v>
                </c:pt>
                <c:pt idx="64158">
                  <c:v>3</c:v>
                </c:pt>
                <c:pt idx="64159">
                  <c:v>3</c:v>
                </c:pt>
                <c:pt idx="64160">
                  <c:v>2</c:v>
                </c:pt>
                <c:pt idx="64161">
                  <c:v>2</c:v>
                </c:pt>
                <c:pt idx="64162">
                  <c:v>2</c:v>
                </c:pt>
                <c:pt idx="64163">
                  <c:v>1</c:v>
                </c:pt>
                <c:pt idx="64164">
                  <c:v>1</c:v>
                </c:pt>
                <c:pt idx="64165">
                  <c:v>4</c:v>
                </c:pt>
                <c:pt idx="64166">
                  <c:v>1</c:v>
                </c:pt>
                <c:pt idx="64167">
                  <c:v>5</c:v>
                </c:pt>
                <c:pt idx="64168">
                  <c:v>1</c:v>
                </c:pt>
                <c:pt idx="64169">
                  <c:v>1</c:v>
                </c:pt>
                <c:pt idx="64170">
                  <c:v>2</c:v>
                </c:pt>
                <c:pt idx="64171">
                  <c:v>3</c:v>
                </c:pt>
                <c:pt idx="64172">
                  <c:v>1</c:v>
                </c:pt>
                <c:pt idx="64173">
                  <c:v>5</c:v>
                </c:pt>
                <c:pt idx="64174">
                  <c:v>1</c:v>
                </c:pt>
                <c:pt idx="64175">
                  <c:v>2</c:v>
                </c:pt>
                <c:pt idx="64176">
                  <c:v>3</c:v>
                </c:pt>
                <c:pt idx="64177">
                  <c:v>1</c:v>
                </c:pt>
                <c:pt idx="64178">
                  <c:v>2</c:v>
                </c:pt>
                <c:pt idx="64179">
                  <c:v>3</c:v>
                </c:pt>
                <c:pt idx="64180">
                  <c:v>2</c:v>
                </c:pt>
                <c:pt idx="64181">
                  <c:v>2</c:v>
                </c:pt>
                <c:pt idx="64182">
                  <c:v>2</c:v>
                </c:pt>
                <c:pt idx="64183">
                  <c:v>2</c:v>
                </c:pt>
                <c:pt idx="64184">
                  <c:v>1</c:v>
                </c:pt>
                <c:pt idx="64185">
                  <c:v>2</c:v>
                </c:pt>
                <c:pt idx="64186">
                  <c:v>2</c:v>
                </c:pt>
                <c:pt idx="64187">
                  <c:v>2</c:v>
                </c:pt>
                <c:pt idx="64188">
                  <c:v>3</c:v>
                </c:pt>
                <c:pt idx="64189">
                  <c:v>4</c:v>
                </c:pt>
                <c:pt idx="64190">
                  <c:v>1</c:v>
                </c:pt>
                <c:pt idx="64191">
                  <c:v>8</c:v>
                </c:pt>
                <c:pt idx="64192">
                  <c:v>1</c:v>
                </c:pt>
                <c:pt idx="64193">
                  <c:v>1</c:v>
                </c:pt>
                <c:pt idx="64194">
                  <c:v>3</c:v>
                </c:pt>
                <c:pt idx="64195">
                  <c:v>2</c:v>
                </c:pt>
                <c:pt idx="64196">
                  <c:v>1</c:v>
                </c:pt>
                <c:pt idx="64197">
                  <c:v>4</c:v>
                </c:pt>
                <c:pt idx="64198">
                  <c:v>4</c:v>
                </c:pt>
                <c:pt idx="64199">
                  <c:v>6</c:v>
                </c:pt>
                <c:pt idx="64200">
                  <c:v>2</c:v>
                </c:pt>
                <c:pt idx="64201">
                  <c:v>1</c:v>
                </c:pt>
                <c:pt idx="64202">
                  <c:v>1</c:v>
                </c:pt>
                <c:pt idx="64203">
                  <c:v>1</c:v>
                </c:pt>
                <c:pt idx="64204">
                  <c:v>5</c:v>
                </c:pt>
                <c:pt idx="64205">
                  <c:v>2</c:v>
                </c:pt>
                <c:pt idx="64206">
                  <c:v>2</c:v>
                </c:pt>
                <c:pt idx="64207">
                  <c:v>1</c:v>
                </c:pt>
                <c:pt idx="64208">
                  <c:v>2</c:v>
                </c:pt>
                <c:pt idx="64209">
                  <c:v>1</c:v>
                </c:pt>
                <c:pt idx="64210">
                  <c:v>1</c:v>
                </c:pt>
                <c:pt idx="64211">
                  <c:v>2</c:v>
                </c:pt>
                <c:pt idx="64212">
                  <c:v>2</c:v>
                </c:pt>
                <c:pt idx="64213">
                  <c:v>1</c:v>
                </c:pt>
                <c:pt idx="64214">
                  <c:v>3</c:v>
                </c:pt>
                <c:pt idx="64215">
                  <c:v>7</c:v>
                </c:pt>
                <c:pt idx="64216">
                  <c:v>4</c:v>
                </c:pt>
                <c:pt idx="64217">
                  <c:v>1</c:v>
                </c:pt>
                <c:pt idx="64218">
                  <c:v>2</c:v>
                </c:pt>
                <c:pt idx="64219">
                  <c:v>2</c:v>
                </c:pt>
                <c:pt idx="64220">
                  <c:v>2</c:v>
                </c:pt>
                <c:pt idx="64221">
                  <c:v>4</c:v>
                </c:pt>
                <c:pt idx="64222">
                  <c:v>2</c:v>
                </c:pt>
                <c:pt idx="64223">
                  <c:v>14</c:v>
                </c:pt>
                <c:pt idx="64224">
                  <c:v>3</c:v>
                </c:pt>
                <c:pt idx="64225">
                  <c:v>1</c:v>
                </c:pt>
                <c:pt idx="64226">
                  <c:v>3</c:v>
                </c:pt>
                <c:pt idx="64227">
                  <c:v>2</c:v>
                </c:pt>
                <c:pt idx="64228">
                  <c:v>2</c:v>
                </c:pt>
                <c:pt idx="64229">
                  <c:v>10</c:v>
                </c:pt>
                <c:pt idx="64230">
                  <c:v>3</c:v>
                </c:pt>
                <c:pt idx="64231">
                  <c:v>1</c:v>
                </c:pt>
                <c:pt idx="64232">
                  <c:v>5</c:v>
                </c:pt>
                <c:pt idx="64233">
                  <c:v>1</c:v>
                </c:pt>
                <c:pt idx="64234">
                  <c:v>2</c:v>
                </c:pt>
                <c:pt idx="64235">
                  <c:v>3</c:v>
                </c:pt>
                <c:pt idx="64236">
                  <c:v>3</c:v>
                </c:pt>
                <c:pt idx="64237">
                  <c:v>1</c:v>
                </c:pt>
                <c:pt idx="64238">
                  <c:v>7</c:v>
                </c:pt>
                <c:pt idx="64239">
                  <c:v>1</c:v>
                </c:pt>
                <c:pt idx="64240">
                  <c:v>3</c:v>
                </c:pt>
                <c:pt idx="64241">
                  <c:v>2</c:v>
                </c:pt>
                <c:pt idx="64242">
                  <c:v>1</c:v>
                </c:pt>
                <c:pt idx="64243">
                  <c:v>2</c:v>
                </c:pt>
                <c:pt idx="64244">
                  <c:v>1</c:v>
                </c:pt>
                <c:pt idx="64245">
                  <c:v>2</c:v>
                </c:pt>
                <c:pt idx="64246">
                  <c:v>2</c:v>
                </c:pt>
                <c:pt idx="64247">
                  <c:v>1</c:v>
                </c:pt>
                <c:pt idx="64248">
                  <c:v>2</c:v>
                </c:pt>
                <c:pt idx="64249">
                  <c:v>1</c:v>
                </c:pt>
                <c:pt idx="64250">
                  <c:v>1</c:v>
                </c:pt>
                <c:pt idx="64251">
                  <c:v>2</c:v>
                </c:pt>
                <c:pt idx="64252">
                  <c:v>4</c:v>
                </c:pt>
                <c:pt idx="64253">
                  <c:v>2</c:v>
                </c:pt>
                <c:pt idx="64254">
                  <c:v>1</c:v>
                </c:pt>
                <c:pt idx="64255">
                  <c:v>6</c:v>
                </c:pt>
                <c:pt idx="64256">
                  <c:v>2</c:v>
                </c:pt>
                <c:pt idx="64257">
                  <c:v>2</c:v>
                </c:pt>
                <c:pt idx="64258">
                  <c:v>3</c:v>
                </c:pt>
                <c:pt idx="64259">
                  <c:v>4</c:v>
                </c:pt>
                <c:pt idx="64260">
                  <c:v>2</c:v>
                </c:pt>
                <c:pt idx="64261">
                  <c:v>2</c:v>
                </c:pt>
                <c:pt idx="64262">
                  <c:v>2</c:v>
                </c:pt>
                <c:pt idx="64263">
                  <c:v>2</c:v>
                </c:pt>
                <c:pt idx="64264">
                  <c:v>2</c:v>
                </c:pt>
                <c:pt idx="64265">
                  <c:v>3</c:v>
                </c:pt>
                <c:pt idx="64266">
                  <c:v>3</c:v>
                </c:pt>
                <c:pt idx="64267">
                  <c:v>4</c:v>
                </c:pt>
                <c:pt idx="64268">
                  <c:v>2</c:v>
                </c:pt>
                <c:pt idx="64269">
                  <c:v>3</c:v>
                </c:pt>
                <c:pt idx="64270">
                  <c:v>2</c:v>
                </c:pt>
                <c:pt idx="64271">
                  <c:v>1</c:v>
                </c:pt>
                <c:pt idx="64272">
                  <c:v>1</c:v>
                </c:pt>
                <c:pt idx="64273">
                  <c:v>1</c:v>
                </c:pt>
                <c:pt idx="64274">
                  <c:v>2</c:v>
                </c:pt>
                <c:pt idx="64275">
                  <c:v>3</c:v>
                </c:pt>
                <c:pt idx="64276">
                  <c:v>3</c:v>
                </c:pt>
                <c:pt idx="64277">
                  <c:v>1</c:v>
                </c:pt>
                <c:pt idx="64278">
                  <c:v>2</c:v>
                </c:pt>
                <c:pt idx="64279">
                  <c:v>2</c:v>
                </c:pt>
                <c:pt idx="64280">
                  <c:v>5</c:v>
                </c:pt>
                <c:pt idx="64281">
                  <c:v>1</c:v>
                </c:pt>
                <c:pt idx="64282">
                  <c:v>0</c:v>
                </c:pt>
                <c:pt idx="64283">
                  <c:v>1</c:v>
                </c:pt>
                <c:pt idx="64284">
                  <c:v>3</c:v>
                </c:pt>
                <c:pt idx="64285">
                  <c:v>3</c:v>
                </c:pt>
                <c:pt idx="64286">
                  <c:v>3</c:v>
                </c:pt>
                <c:pt idx="64287">
                  <c:v>1</c:v>
                </c:pt>
                <c:pt idx="64288">
                  <c:v>3</c:v>
                </c:pt>
                <c:pt idx="64289">
                  <c:v>2</c:v>
                </c:pt>
                <c:pt idx="64290">
                  <c:v>2</c:v>
                </c:pt>
                <c:pt idx="64291">
                  <c:v>4</c:v>
                </c:pt>
                <c:pt idx="64292">
                  <c:v>2</c:v>
                </c:pt>
                <c:pt idx="64293">
                  <c:v>2</c:v>
                </c:pt>
                <c:pt idx="64294">
                  <c:v>2</c:v>
                </c:pt>
                <c:pt idx="64295">
                  <c:v>-3</c:v>
                </c:pt>
                <c:pt idx="64296">
                  <c:v>2</c:v>
                </c:pt>
                <c:pt idx="64297">
                  <c:v>2</c:v>
                </c:pt>
                <c:pt idx="64298">
                  <c:v>14</c:v>
                </c:pt>
                <c:pt idx="64299">
                  <c:v>1</c:v>
                </c:pt>
                <c:pt idx="64300">
                  <c:v>5</c:v>
                </c:pt>
                <c:pt idx="64301">
                  <c:v>1</c:v>
                </c:pt>
                <c:pt idx="64302">
                  <c:v>2</c:v>
                </c:pt>
                <c:pt idx="64303">
                  <c:v>1</c:v>
                </c:pt>
                <c:pt idx="64304">
                  <c:v>1</c:v>
                </c:pt>
                <c:pt idx="64305">
                  <c:v>4</c:v>
                </c:pt>
                <c:pt idx="64306">
                  <c:v>2</c:v>
                </c:pt>
                <c:pt idx="64307">
                  <c:v>3</c:v>
                </c:pt>
                <c:pt idx="64308">
                  <c:v>1</c:v>
                </c:pt>
                <c:pt idx="64309">
                  <c:v>3</c:v>
                </c:pt>
                <c:pt idx="64310">
                  <c:v>2</c:v>
                </c:pt>
                <c:pt idx="64311">
                  <c:v>3</c:v>
                </c:pt>
                <c:pt idx="64312">
                  <c:v>6</c:v>
                </c:pt>
                <c:pt idx="64313">
                  <c:v>2</c:v>
                </c:pt>
                <c:pt idx="64314">
                  <c:v>2</c:v>
                </c:pt>
                <c:pt idx="64315">
                  <c:v>1</c:v>
                </c:pt>
                <c:pt idx="64316">
                  <c:v>1</c:v>
                </c:pt>
                <c:pt idx="64317">
                  <c:v>2</c:v>
                </c:pt>
                <c:pt idx="64318">
                  <c:v>7</c:v>
                </c:pt>
                <c:pt idx="64319">
                  <c:v>2</c:v>
                </c:pt>
                <c:pt idx="64320">
                  <c:v>-3</c:v>
                </c:pt>
                <c:pt idx="64321">
                  <c:v>1</c:v>
                </c:pt>
                <c:pt idx="64322">
                  <c:v>2</c:v>
                </c:pt>
                <c:pt idx="64323">
                  <c:v>3</c:v>
                </c:pt>
                <c:pt idx="64324">
                  <c:v>2</c:v>
                </c:pt>
                <c:pt idx="64325">
                  <c:v>4</c:v>
                </c:pt>
                <c:pt idx="64326">
                  <c:v>3</c:v>
                </c:pt>
                <c:pt idx="64327">
                  <c:v>3</c:v>
                </c:pt>
                <c:pt idx="64328">
                  <c:v>12</c:v>
                </c:pt>
                <c:pt idx="64329">
                  <c:v>4</c:v>
                </c:pt>
                <c:pt idx="64330">
                  <c:v>4</c:v>
                </c:pt>
                <c:pt idx="64331">
                  <c:v>2</c:v>
                </c:pt>
                <c:pt idx="64332">
                  <c:v>5</c:v>
                </c:pt>
                <c:pt idx="64333">
                  <c:v>2</c:v>
                </c:pt>
                <c:pt idx="64334">
                  <c:v>1</c:v>
                </c:pt>
                <c:pt idx="64335">
                  <c:v>4</c:v>
                </c:pt>
                <c:pt idx="64336">
                  <c:v>5</c:v>
                </c:pt>
                <c:pt idx="64337">
                  <c:v>3</c:v>
                </c:pt>
                <c:pt idx="64338">
                  <c:v>1</c:v>
                </c:pt>
                <c:pt idx="64339">
                  <c:v>1</c:v>
                </c:pt>
                <c:pt idx="64340">
                  <c:v>2</c:v>
                </c:pt>
                <c:pt idx="64341">
                  <c:v>6</c:v>
                </c:pt>
                <c:pt idx="64342">
                  <c:v>2</c:v>
                </c:pt>
                <c:pt idx="64343">
                  <c:v>3</c:v>
                </c:pt>
                <c:pt idx="64344">
                  <c:v>-1</c:v>
                </c:pt>
                <c:pt idx="64345">
                  <c:v>3</c:v>
                </c:pt>
                <c:pt idx="64346">
                  <c:v>2</c:v>
                </c:pt>
                <c:pt idx="64347">
                  <c:v>-1</c:v>
                </c:pt>
                <c:pt idx="64348">
                  <c:v>1</c:v>
                </c:pt>
                <c:pt idx="64349">
                  <c:v>4</c:v>
                </c:pt>
                <c:pt idx="64350">
                  <c:v>1</c:v>
                </c:pt>
                <c:pt idx="64351">
                  <c:v>4</c:v>
                </c:pt>
                <c:pt idx="64352">
                  <c:v>9</c:v>
                </c:pt>
                <c:pt idx="64353">
                  <c:v>2</c:v>
                </c:pt>
                <c:pt idx="64354">
                  <c:v>0</c:v>
                </c:pt>
                <c:pt idx="64355">
                  <c:v>2</c:v>
                </c:pt>
                <c:pt idx="64356">
                  <c:v>2</c:v>
                </c:pt>
                <c:pt idx="64357">
                  <c:v>5</c:v>
                </c:pt>
                <c:pt idx="64358">
                  <c:v>5</c:v>
                </c:pt>
                <c:pt idx="64359">
                  <c:v>2</c:v>
                </c:pt>
                <c:pt idx="64360">
                  <c:v>3</c:v>
                </c:pt>
                <c:pt idx="64361">
                  <c:v>3</c:v>
                </c:pt>
                <c:pt idx="64362">
                  <c:v>4</c:v>
                </c:pt>
                <c:pt idx="64363">
                  <c:v>6</c:v>
                </c:pt>
                <c:pt idx="64364">
                  <c:v>1</c:v>
                </c:pt>
                <c:pt idx="64365">
                  <c:v>2</c:v>
                </c:pt>
                <c:pt idx="64366">
                  <c:v>4</c:v>
                </c:pt>
                <c:pt idx="64367">
                  <c:v>2</c:v>
                </c:pt>
                <c:pt idx="64368">
                  <c:v>2</c:v>
                </c:pt>
                <c:pt idx="64369">
                  <c:v>2</c:v>
                </c:pt>
                <c:pt idx="64370">
                  <c:v>3</c:v>
                </c:pt>
                <c:pt idx="64371">
                  <c:v>3</c:v>
                </c:pt>
                <c:pt idx="64372">
                  <c:v>4</c:v>
                </c:pt>
                <c:pt idx="64373">
                  <c:v>1</c:v>
                </c:pt>
                <c:pt idx="64374">
                  <c:v>1</c:v>
                </c:pt>
                <c:pt idx="64375">
                  <c:v>4</c:v>
                </c:pt>
                <c:pt idx="64376">
                  <c:v>2</c:v>
                </c:pt>
                <c:pt idx="64377">
                  <c:v>2</c:v>
                </c:pt>
                <c:pt idx="64378">
                  <c:v>2</c:v>
                </c:pt>
                <c:pt idx="64379">
                  <c:v>2</c:v>
                </c:pt>
                <c:pt idx="64380">
                  <c:v>3</c:v>
                </c:pt>
                <c:pt idx="64381">
                  <c:v>4</c:v>
                </c:pt>
                <c:pt idx="64382">
                  <c:v>6</c:v>
                </c:pt>
                <c:pt idx="64383">
                  <c:v>2</c:v>
                </c:pt>
                <c:pt idx="64384">
                  <c:v>4</c:v>
                </c:pt>
                <c:pt idx="64385">
                  <c:v>2</c:v>
                </c:pt>
                <c:pt idx="64386">
                  <c:v>2</c:v>
                </c:pt>
                <c:pt idx="64387">
                  <c:v>1</c:v>
                </c:pt>
                <c:pt idx="64388">
                  <c:v>4</c:v>
                </c:pt>
                <c:pt idx="64389">
                  <c:v>4</c:v>
                </c:pt>
                <c:pt idx="64390">
                  <c:v>3</c:v>
                </c:pt>
                <c:pt idx="64391">
                  <c:v>2</c:v>
                </c:pt>
                <c:pt idx="64392">
                  <c:v>1</c:v>
                </c:pt>
                <c:pt idx="64393">
                  <c:v>1</c:v>
                </c:pt>
                <c:pt idx="64394">
                  <c:v>2</c:v>
                </c:pt>
                <c:pt idx="64395">
                  <c:v>4</c:v>
                </c:pt>
                <c:pt idx="64396">
                  <c:v>2</c:v>
                </c:pt>
                <c:pt idx="64397">
                  <c:v>3</c:v>
                </c:pt>
                <c:pt idx="64398">
                  <c:v>3</c:v>
                </c:pt>
                <c:pt idx="64399">
                  <c:v>1</c:v>
                </c:pt>
                <c:pt idx="64400">
                  <c:v>1</c:v>
                </c:pt>
                <c:pt idx="64401">
                  <c:v>1</c:v>
                </c:pt>
                <c:pt idx="64402">
                  <c:v>1</c:v>
                </c:pt>
                <c:pt idx="64403">
                  <c:v>3</c:v>
                </c:pt>
                <c:pt idx="64404">
                  <c:v>2</c:v>
                </c:pt>
                <c:pt idx="64405">
                  <c:v>2</c:v>
                </c:pt>
                <c:pt idx="64406">
                  <c:v>1</c:v>
                </c:pt>
                <c:pt idx="64407">
                  <c:v>3</c:v>
                </c:pt>
                <c:pt idx="64408">
                  <c:v>6</c:v>
                </c:pt>
                <c:pt idx="64409">
                  <c:v>2</c:v>
                </c:pt>
                <c:pt idx="64410">
                  <c:v>2</c:v>
                </c:pt>
                <c:pt idx="64411">
                  <c:v>2</c:v>
                </c:pt>
                <c:pt idx="64412">
                  <c:v>3</c:v>
                </c:pt>
                <c:pt idx="64413">
                  <c:v>1</c:v>
                </c:pt>
                <c:pt idx="64414">
                  <c:v>3</c:v>
                </c:pt>
                <c:pt idx="64415">
                  <c:v>4</c:v>
                </c:pt>
                <c:pt idx="64416">
                  <c:v>5</c:v>
                </c:pt>
                <c:pt idx="64417">
                  <c:v>2</c:v>
                </c:pt>
                <c:pt idx="64418">
                  <c:v>4</c:v>
                </c:pt>
                <c:pt idx="64419">
                  <c:v>1</c:v>
                </c:pt>
                <c:pt idx="64420">
                  <c:v>1</c:v>
                </c:pt>
                <c:pt idx="64421">
                  <c:v>1</c:v>
                </c:pt>
                <c:pt idx="64422">
                  <c:v>-4</c:v>
                </c:pt>
                <c:pt idx="64423">
                  <c:v>2</c:v>
                </c:pt>
                <c:pt idx="64424">
                  <c:v>2</c:v>
                </c:pt>
                <c:pt idx="64425">
                  <c:v>2</c:v>
                </c:pt>
                <c:pt idx="64426">
                  <c:v>4</c:v>
                </c:pt>
                <c:pt idx="64427">
                  <c:v>2</c:v>
                </c:pt>
                <c:pt idx="64428">
                  <c:v>1</c:v>
                </c:pt>
                <c:pt idx="64429">
                  <c:v>3</c:v>
                </c:pt>
                <c:pt idx="64430">
                  <c:v>4</c:v>
                </c:pt>
                <c:pt idx="64431">
                  <c:v>2</c:v>
                </c:pt>
                <c:pt idx="64432">
                  <c:v>-1</c:v>
                </c:pt>
                <c:pt idx="64433">
                  <c:v>5</c:v>
                </c:pt>
                <c:pt idx="64434">
                  <c:v>2</c:v>
                </c:pt>
                <c:pt idx="64435">
                  <c:v>2</c:v>
                </c:pt>
                <c:pt idx="64436">
                  <c:v>3</c:v>
                </c:pt>
                <c:pt idx="64437">
                  <c:v>5</c:v>
                </c:pt>
                <c:pt idx="64438">
                  <c:v>3</c:v>
                </c:pt>
                <c:pt idx="64439">
                  <c:v>1</c:v>
                </c:pt>
                <c:pt idx="64440">
                  <c:v>2</c:v>
                </c:pt>
                <c:pt idx="64441">
                  <c:v>4</c:v>
                </c:pt>
                <c:pt idx="64442">
                  <c:v>2</c:v>
                </c:pt>
                <c:pt idx="64443">
                  <c:v>3</c:v>
                </c:pt>
                <c:pt idx="64444">
                  <c:v>1</c:v>
                </c:pt>
                <c:pt idx="64445">
                  <c:v>2</c:v>
                </c:pt>
                <c:pt idx="64446">
                  <c:v>3</c:v>
                </c:pt>
                <c:pt idx="64447">
                  <c:v>1</c:v>
                </c:pt>
                <c:pt idx="64448">
                  <c:v>3</c:v>
                </c:pt>
                <c:pt idx="64449">
                  <c:v>3</c:v>
                </c:pt>
                <c:pt idx="64450">
                  <c:v>4</c:v>
                </c:pt>
                <c:pt idx="64451">
                  <c:v>2</c:v>
                </c:pt>
                <c:pt idx="64452">
                  <c:v>2</c:v>
                </c:pt>
                <c:pt idx="64453">
                  <c:v>2</c:v>
                </c:pt>
                <c:pt idx="64454">
                  <c:v>4</c:v>
                </c:pt>
                <c:pt idx="64455">
                  <c:v>2</c:v>
                </c:pt>
                <c:pt idx="64456">
                  <c:v>2</c:v>
                </c:pt>
                <c:pt idx="64457">
                  <c:v>3</c:v>
                </c:pt>
                <c:pt idx="64458">
                  <c:v>3</c:v>
                </c:pt>
                <c:pt idx="64459">
                  <c:v>2</c:v>
                </c:pt>
                <c:pt idx="64460">
                  <c:v>5</c:v>
                </c:pt>
                <c:pt idx="64461">
                  <c:v>1</c:v>
                </c:pt>
                <c:pt idx="64462">
                  <c:v>1</c:v>
                </c:pt>
                <c:pt idx="64463">
                  <c:v>3</c:v>
                </c:pt>
                <c:pt idx="64464">
                  <c:v>1</c:v>
                </c:pt>
                <c:pt idx="64465">
                  <c:v>2</c:v>
                </c:pt>
                <c:pt idx="64466">
                  <c:v>3</c:v>
                </c:pt>
                <c:pt idx="64467">
                  <c:v>1</c:v>
                </c:pt>
                <c:pt idx="64468">
                  <c:v>2</c:v>
                </c:pt>
                <c:pt idx="64469">
                  <c:v>1</c:v>
                </c:pt>
                <c:pt idx="64470">
                  <c:v>1</c:v>
                </c:pt>
                <c:pt idx="64471">
                  <c:v>2</c:v>
                </c:pt>
                <c:pt idx="64472">
                  <c:v>1</c:v>
                </c:pt>
                <c:pt idx="64473">
                  <c:v>2</c:v>
                </c:pt>
                <c:pt idx="64474">
                  <c:v>2</c:v>
                </c:pt>
                <c:pt idx="64475">
                  <c:v>1</c:v>
                </c:pt>
                <c:pt idx="64476">
                  <c:v>1</c:v>
                </c:pt>
                <c:pt idx="64477">
                  <c:v>2</c:v>
                </c:pt>
                <c:pt idx="64478">
                  <c:v>1</c:v>
                </c:pt>
                <c:pt idx="64479">
                  <c:v>3</c:v>
                </c:pt>
                <c:pt idx="64480">
                  <c:v>3</c:v>
                </c:pt>
                <c:pt idx="64481">
                  <c:v>2</c:v>
                </c:pt>
                <c:pt idx="64482">
                  <c:v>2</c:v>
                </c:pt>
                <c:pt idx="64483">
                  <c:v>2</c:v>
                </c:pt>
                <c:pt idx="64484">
                  <c:v>1</c:v>
                </c:pt>
                <c:pt idx="64485">
                  <c:v>1</c:v>
                </c:pt>
                <c:pt idx="64486">
                  <c:v>3</c:v>
                </c:pt>
                <c:pt idx="64487">
                  <c:v>2</c:v>
                </c:pt>
                <c:pt idx="64488">
                  <c:v>7</c:v>
                </c:pt>
                <c:pt idx="64489">
                  <c:v>3</c:v>
                </c:pt>
                <c:pt idx="64490">
                  <c:v>3</c:v>
                </c:pt>
                <c:pt idx="64491">
                  <c:v>1</c:v>
                </c:pt>
                <c:pt idx="64492">
                  <c:v>3</c:v>
                </c:pt>
                <c:pt idx="64493">
                  <c:v>1</c:v>
                </c:pt>
                <c:pt idx="64494">
                  <c:v>5</c:v>
                </c:pt>
                <c:pt idx="64495">
                  <c:v>2</c:v>
                </c:pt>
                <c:pt idx="64496">
                  <c:v>2</c:v>
                </c:pt>
                <c:pt idx="64497">
                  <c:v>1</c:v>
                </c:pt>
                <c:pt idx="64498">
                  <c:v>2</c:v>
                </c:pt>
                <c:pt idx="64499">
                  <c:v>2</c:v>
                </c:pt>
                <c:pt idx="64500">
                  <c:v>2</c:v>
                </c:pt>
                <c:pt idx="64501">
                  <c:v>4</c:v>
                </c:pt>
                <c:pt idx="64502">
                  <c:v>4</c:v>
                </c:pt>
                <c:pt idx="64503">
                  <c:v>5</c:v>
                </c:pt>
                <c:pt idx="64504">
                  <c:v>1</c:v>
                </c:pt>
                <c:pt idx="64505">
                  <c:v>2</c:v>
                </c:pt>
                <c:pt idx="64506">
                  <c:v>1</c:v>
                </c:pt>
                <c:pt idx="64507">
                  <c:v>1</c:v>
                </c:pt>
                <c:pt idx="64508">
                  <c:v>2</c:v>
                </c:pt>
                <c:pt idx="64509">
                  <c:v>2</c:v>
                </c:pt>
                <c:pt idx="64510">
                  <c:v>1</c:v>
                </c:pt>
                <c:pt idx="64511">
                  <c:v>1</c:v>
                </c:pt>
                <c:pt idx="64512">
                  <c:v>2</c:v>
                </c:pt>
                <c:pt idx="64513">
                  <c:v>3</c:v>
                </c:pt>
                <c:pt idx="64514">
                  <c:v>2</c:v>
                </c:pt>
                <c:pt idx="64515">
                  <c:v>4</c:v>
                </c:pt>
                <c:pt idx="64516">
                  <c:v>5</c:v>
                </c:pt>
                <c:pt idx="64517">
                  <c:v>1</c:v>
                </c:pt>
                <c:pt idx="64518">
                  <c:v>10</c:v>
                </c:pt>
                <c:pt idx="64519">
                  <c:v>3</c:v>
                </c:pt>
                <c:pt idx="64520">
                  <c:v>3</c:v>
                </c:pt>
                <c:pt idx="64521">
                  <c:v>3</c:v>
                </c:pt>
                <c:pt idx="64522">
                  <c:v>2</c:v>
                </c:pt>
                <c:pt idx="64523">
                  <c:v>2</c:v>
                </c:pt>
                <c:pt idx="64524">
                  <c:v>4</c:v>
                </c:pt>
                <c:pt idx="64525">
                  <c:v>2</c:v>
                </c:pt>
                <c:pt idx="64526">
                  <c:v>4</c:v>
                </c:pt>
                <c:pt idx="64527">
                  <c:v>2</c:v>
                </c:pt>
                <c:pt idx="64528">
                  <c:v>5</c:v>
                </c:pt>
                <c:pt idx="64529">
                  <c:v>3</c:v>
                </c:pt>
                <c:pt idx="64530">
                  <c:v>2</c:v>
                </c:pt>
                <c:pt idx="64531">
                  <c:v>3</c:v>
                </c:pt>
                <c:pt idx="64532">
                  <c:v>5</c:v>
                </c:pt>
                <c:pt idx="64533">
                  <c:v>1</c:v>
                </c:pt>
                <c:pt idx="64534">
                  <c:v>6</c:v>
                </c:pt>
                <c:pt idx="64535">
                  <c:v>1</c:v>
                </c:pt>
                <c:pt idx="64536">
                  <c:v>1</c:v>
                </c:pt>
                <c:pt idx="64537">
                  <c:v>1</c:v>
                </c:pt>
                <c:pt idx="64538">
                  <c:v>2</c:v>
                </c:pt>
                <c:pt idx="64539">
                  <c:v>5</c:v>
                </c:pt>
                <c:pt idx="64540">
                  <c:v>1</c:v>
                </c:pt>
                <c:pt idx="64541">
                  <c:v>3</c:v>
                </c:pt>
                <c:pt idx="64542">
                  <c:v>7</c:v>
                </c:pt>
                <c:pt idx="64543">
                  <c:v>3</c:v>
                </c:pt>
                <c:pt idx="64544">
                  <c:v>2</c:v>
                </c:pt>
                <c:pt idx="64545">
                  <c:v>1</c:v>
                </c:pt>
                <c:pt idx="64546">
                  <c:v>2</c:v>
                </c:pt>
                <c:pt idx="64547">
                  <c:v>3</c:v>
                </c:pt>
                <c:pt idx="64548">
                  <c:v>2</c:v>
                </c:pt>
                <c:pt idx="64549">
                  <c:v>1</c:v>
                </c:pt>
                <c:pt idx="64550">
                  <c:v>1</c:v>
                </c:pt>
                <c:pt idx="64551">
                  <c:v>4</c:v>
                </c:pt>
                <c:pt idx="64552">
                  <c:v>1</c:v>
                </c:pt>
                <c:pt idx="64553">
                  <c:v>2</c:v>
                </c:pt>
                <c:pt idx="64554">
                  <c:v>1</c:v>
                </c:pt>
                <c:pt idx="64555">
                  <c:v>4</c:v>
                </c:pt>
                <c:pt idx="64556">
                  <c:v>5</c:v>
                </c:pt>
                <c:pt idx="64557">
                  <c:v>1</c:v>
                </c:pt>
                <c:pt idx="64558">
                  <c:v>4</c:v>
                </c:pt>
                <c:pt idx="64559">
                  <c:v>6</c:v>
                </c:pt>
                <c:pt idx="64560">
                  <c:v>3</c:v>
                </c:pt>
                <c:pt idx="64561">
                  <c:v>5</c:v>
                </c:pt>
                <c:pt idx="64562">
                  <c:v>1</c:v>
                </c:pt>
                <c:pt idx="64563">
                  <c:v>1</c:v>
                </c:pt>
                <c:pt idx="64564">
                  <c:v>1</c:v>
                </c:pt>
                <c:pt idx="64565">
                  <c:v>2</c:v>
                </c:pt>
                <c:pt idx="64566">
                  <c:v>1</c:v>
                </c:pt>
                <c:pt idx="64567">
                  <c:v>1</c:v>
                </c:pt>
                <c:pt idx="64568">
                  <c:v>2</c:v>
                </c:pt>
                <c:pt idx="64569">
                  <c:v>1</c:v>
                </c:pt>
                <c:pt idx="64570">
                  <c:v>3</c:v>
                </c:pt>
                <c:pt idx="64571">
                  <c:v>2</c:v>
                </c:pt>
                <c:pt idx="64572">
                  <c:v>2</c:v>
                </c:pt>
                <c:pt idx="64573">
                  <c:v>4</c:v>
                </c:pt>
                <c:pt idx="64574">
                  <c:v>2</c:v>
                </c:pt>
                <c:pt idx="64575">
                  <c:v>5</c:v>
                </c:pt>
                <c:pt idx="64576">
                  <c:v>4</c:v>
                </c:pt>
                <c:pt idx="64577">
                  <c:v>1</c:v>
                </c:pt>
                <c:pt idx="64578">
                  <c:v>1</c:v>
                </c:pt>
                <c:pt idx="64579">
                  <c:v>1</c:v>
                </c:pt>
                <c:pt idx="64580">
                  <c:v>5</c:v>
                </c:pt>
                <c:pt idx="64581">
                  <c:v>5</c:v>
                </c:pt>
                <c:pt idx="64582">
                  <c:v>6</c:v>
                </c:pt>
                <c:pt idx="64583">
                  <c:v>1</c:v>
                </c:pt>
                <c:pt idx="64584">
                  <c:v>2</c:v>
                </c:pt>
                <c:pt idx="64585">
                  <c:v>1</c:v>
                </c:pt>
                <c:pt idx="64586">
                  <c:v>2</c:v>
                </c:pt>
                <c:pt idx="64587">
                  <c:v>2</c:v>
                </c:pt>
                <c:pt idx="64588">
                  <c:v>3</c:v>
                </c:pt>
                <c:pt idx="64589">
                  <c:v>3</c:v>
                </c:pt>
                <c:pt idx="64590">
                  <c:v>2</c:v>
                </c:pt>
                <c:pt idx="64591">
                  <c:v>2</c:v>
                </c:pt>
                <c:pt idx="64592">
                  <c:v>2</c:v>
                </c:pt>
                <c:pt idx="64593">
                  <c:v>4</c:v>
                </c:pt>
                <c:pt idx="64594">
                  <c:v>1</c:v>
                </c:pt>
                <c:pt idx="64595">
                  <c:v>2</c:v>
                </c:pt>
                <c:pt idx="64596">
                  <c:v>2</c:v>
                </c:pt>
                <c:pt idx="64597">
                  <c:v>3</c:v>
                </c:pt>
                <c:pt idx="64598">
                  <c:v>2</c:v>
                </c:pt>
                <c:pt idx="64599">
                  <c:v>3</c:v>
                </c:pt>
                <c:pt idx="64600">
                  <c:v>4</c:v>
                </c:pt>
                <c:pt idx="64601">
                  <c:v>2</c:v>
                </c:pt>
                <c:pt idx="64602">
                  <c:v>1</c:v>
                </c:pt>
                <c:pt idx="64603">
                  <c:v>6</c:v>
                </c:pt>
                <c:pt idx="64604">
                  <c:v>3</c:v>
                </c:pt>
                <c:pt idx="64605">
                  <c:v>3</c:v>
                </c:pt>
                <c:pt idx="64606">
                  <c:v>2</c:v>
                </c:pt>
                <c:pt idx="64607">
                  <c:v>3</c:v>
                </c:pt>
                <c:pt idx="64608">
                  <c:v>3</c:v>
                </c:pt>
                <c:pt idx="64609">
                  <c:v>2</c:v>
                </c:pt>
                <c:pt idx="64610">
                  <c:v>3</c:v>
                </c:pt>
                <c:pt idx="64611">
                  <c:v>3</c:v>
                </c:pt>
                <c:pt idx="64612">
                  <c:v>2</c:v>
                </c:pt>
                <c:pt idx="64613">
                  <c:v>1</c:v>
                </c:pt>
                <c:pt idx="64614">
                  <c:v>3</c:v>
                </c:pt>
                <c:pt idx="64615">
                  <c:v>3</c:v>
                </c:pt>
                <c:pt idx="64616">
                  <c:v>2</c:v>
                </c:pt>
                <c:pt idx="64617">
                  <c:v>2</c:v>
                </c:pt>
                <c:pt idx="64618">
                  <c:v>1</c:v>
                </c:pt>
                <c:pt idx="64619">
                  <c:v>1</c:v>
                </c:pt>
                <c:pt idx="64620">
                  <c:v>4</c:v>
                </c:pt>
                <c:pt idx="64621">
                  <c:v>1</c:v>
                </c:pt>
                <c:pt idx="64622">
                  <c:v>4</c:v>
                </c:pt>
                <c:pt idx="64623">
                  <c:v>2</c:v>
                </c:pt>
                <c:pt idx="64624">
                  <c:v>2</c:v>
                </c:pt>
                <c:pt idx="64625">
                  <c:v>3</c:v>
                </c:pt>
                <c:pt idx="64626">
                  <c:v>2</c:v>
                </c:pt>
                <c:pt idx="64627">
                  <c:v>5</c:v>
                </c:pt>
                <c:pt idx="64628">
                  <c:v>2</c:v>
                </c:pt>
                <c:pt idx="64629">
                  <c:v>8</c:v>
                </c:pt>
                <c:pt idx="64630">
                  <c:v>2</c:v>
                </c:pt>
                <c:pt idx="64631">
                  <c:v>2</c:v>
                </c:pt>
                <c:pt idx="64632">
                  <c:v>3</c:v>
                </c:pt>
                <c:pt idx="64633">
                  <c:v>2</c:v>
                </c:pt>
                <c:pt idx="64634">
                  <c:v>3</c:v>
                </c:pt>
                <c:pt idx="64635">
                  <c:v>2</c:v>
                </c:pt>
                <c:pt idx="64636">
                  <c:v>2</c:v>
                </c:pt>
                <c:pt idx="64637">
                  <c:v>3</c:v>
                </c:pt>
                <c:pt idx="64638">
                  <c:v>3</c:v>
                </c:pt>
                <c:pt idx="64639">
                  <c:v>2</c:v>
                </c:pt>
                <c:pt idx="64640">
                  <c:v>1</c:v>
                </c:pt>
                <c:pt idx="64641">
                  <c:v>2</c:v>
                </c:pt>
                <c:pt idx="64642">
                  <c:v>1</c:v>
                </c:pt>
                <c:pt idx="64643">
                  <c:v>3</c:v>
                </c:pt>
                <c:pt idx="64644">
                  <c:v>2</c:v>
                </c:pt>
                <c:pt idx="64645">
                  <c:v>6</c:v>
                </c:pt>
                <c:pt idx="64646">
                  <c:v>1</c:v>
                </c:pt>
                <c:pt idx="64647">
                  <c:v>2</c:v>
                </c:pt>
                <c:pt idx="64648">
                  <c:v>3</c:v>
                </c:pt>
                <c:pt idx="64649">
                  <c:v>2</c:v>
                </c:pt>
                <c:pt idx="64650">
                  <c:v>3</c:v>
                </c:pt>
                <c:pt idx="64651">
                  <c:v>1</c:v>
                </c:pt>
                <c:pt idx="64652">
                  <c:v>2</c:v>
                </c:pt>
                <c:pt idx="64653">
                  <c:v>2</c:v>
                </c:pt>
                <c:pt idx="64654">
                  <c:v>4</c:v>
                </c:pt>
                <c:pt idx="64655">
                  <c:v>4</c:v>
                </c:pt>
                <c:pt idx="64656">
                  <c:v>1</c:v>
                </c:pt>
                <c:pt idx="64657">
                  <c:v>5</c:v>
                </c:pt>
                <c:pt idx="64658">
                  <c:v>2</c:v>
                </c:pt>
                <c:pt idx="64659">
                  <c:v>6</c:v>
                </c:pt>
                <c:pt idx="64660">
                  <c:v>1</c:v>
                </c:pt>
                <c:pt idx="64661">
                  <c:v>-5</c:v>
                </c:pt>
                <c:pt idx="64662">
                  <c:v>2</c:v>
                </c:pt>
                <c:pt idx="64663">
                  <c:v>2</c:v>
                </c:pt>
                <c:pt idx="64664">
                  <c:v>3</c:v>
                </c:pt>
                <c:pt idx="64665">
                  <c:v>2</c:v>
                </c:pt>
                <c:pt idx="64666">
                  <c:v>8</c:v>
                </c:pt>
                <c:pt idx="64667">
                  <c:v>3</c:v>
                </c:pt>
                <c:pt idx="64668">
                  <c:v>4</c:v>
                </c:pt>
                <c:pt idx="64669">
                  <c:v>2</c:v>
                </c:pt>
                <c:pt idx="64670">
                  <c:v>2</c:v>
                </c:pt>
                <c:pt idx="64671">
                  <c:v>2</c:v>
                </c:pt>
                <c:pt idx="64672">
                  <c:v>4</c:v>
                </c:pt>
                <c:pt idx="64673">
                  <c:v>1</c:v>
                </c:pt>
                <c:pt idx="64674">
                  <c:v>5</c:v>
                </c:pt>
                <c:pt idx="64675">
                  <c:v>3</c:v>
                </c:pt>
                <c:pt idx="64676">
                  <c:v>1</c:v>
                </c:pt>
                <c:pt idx="64677">
                  <c:v>3</c:v>
                </c:pt>
                <c:pt idx="64678">
                  <c:v>2</c:v>
                </c:pt>
                <c:pt idx="64679">
                  <c:v>4</c:v>
                </c:pt>
                <c:pt idx="64680">
                  <c:v>2</c:v>
                </c:pt>
                <c:pt idx="64681">
                  <c:v>1</c:v>
                </c:pt>
                <c:pt idx="64682">
                  <c:v>2</c:v>
                </c:pt>
                <c:pt idx="64683">
                  <c:v>3</c:v>
                </c:pt>
                <c:pt idx="64684">
                  <c:v>3</c:v>
                </c:pt>
                <c:pt idx="64685">
                  <c:v>4</c:v>
                </c:pt>
                <c:pt idx="64686">
                  <c:v>1</c:v>
                </c:pt>
                <c:pt idx="64687">
                  <c:v>2</c:v>
                </c:pt>
                <c:pt idx="64688">
                  <c:v>2</c:v>
                </c:pt>
                <c:pt idx="64689">
                  <c:v>2</c:v>
                </c:pt>
                <c:pt idx="64690">
                  <c:v>0</c:v>
                </c:pt>
                <c:pt idx="64691">
                  <c:v>3</c:v>
                </c:pt>
                <c:pt idx="64692">
                  <c:v>3</c:v>
                </c:pt>
                <c:pt idx="64693">
                  <c:v>1</c:v>
                </c:pt>
                <c:pt idx="64694">
                  <c:v>1</c:v>
                </c:pt>
                <c:pt idx="64695">
                  <c:v>1</c:v>
                </c:pt>
                <c:pt idx="64696">
                  <c:v>2</c:v>
                </c:pt>
                <c:pt idx="64697">
                  <c:v>2</c:v>
                </c:pt>
                <c:pt idx="64698">
                  <c:v>1</c:v>
                </c:pt>
                <c:pt idx="64699">
                  <c:v>1</c:v>
                </c:pt>
                <c:pt idx="64700">
                  <c:v>1</c:v>
                </c:pt>
                <c:pt idx="64701">
                  <c:v>6</c:v>
                </c:pt>
                <c:pt idx="64702">
                  <c:v>1</c:v>
                </c:pt>
                <c:pt idx="64703">
                  <c:v>2</c:v>
                </c:pt>
                <c:pt idx="64704">
                  <c:v>3</c:v>
                </c:pt>
                <c:pt idx="64705">
                  <c:v>1</c:v>
                </c:pt>
                <c:pt idx="64706">
                  <c:v>2</c:v>
                </c:pt>
                <c:pt idx="64707">
                  <c:v>4</c:v>
                </c:pt>
                <c:pt idx="64708">
                  <c:v>2</c:v>
                </c:pt>
                <c:pt idx="64709">
                  <c:v>1</c:v>
                </c:pt>
                <c:pt idx="64710">
                  <c:v>2</c:v>
                </c:pt>
                <c:pt idx="64711">
                  <c:v>5</c:v>
                </c:pt>
                <c:pt idx="64712">
                  <c:v>2</c:v>
                </c:pt>
                <c:pt idx="64713">
                  <c:v>2</c:v>
                </c:pt>
                <c:pt idx="64714">
                  <c:v>1</c:v>
                </c:pt>
                <c:pt idx="64715">
                  <c:v>2</c:v>
                </c:pt>
                <c:pt idx="64716">
                  <c:v>2</c:v>
                </c:pt>
                <c:pt idx="64717">
                  <c:v>4</c:v>
                </c:pt>
                <c:pt idx="64718">
                  <c:v>3</c:v>
                </c:pt>
                <c:pt idx="64719">
                  <c:v>1</c:v>
                </c:pt>
                <c:pt idx="64720">
                  <c:v>1</c:v>
                </c:pt>
                <c:pt idx="64721">
                  <c:v>2</c:v>
                </c:pt>
                <c:pt idx="64722">
                  <c:v>1</c:v>
                </c:pt>
                <c:pt idx="64723">
                  <c:v>4</c:v>
                </c:pt>
                <c:pt idx="64724">
                  <c:v>1</c:v>
                </c:pt>
                <c:pt idx="64725">
                  <c:v>2</c:v>
                </c:pt>
                <c:pt idx="64726">
                  <c:v>-2</c:v>
                </c:pt>
                <c:pt idx="64727">
                  <c:v>2</c:v>
                </c:pt>
                <c:pt idx="64728">
                  <c:v>4</c:v>
                </c:pt>
                <c:pt idx="64729">
                  <c:v>2</c:v>
                </c:pt>
                <c:pt idx="64730">
                  <c:v>2</c:v>
                </c:pt>
                <c:pt idx="64731">
                  <c:v>0</c:v>
                </c:pt>
                <c:pt idx="64732">
                  <c:v>4</c:v>
                </c:pt>
                <c:pt idx="64733">
                  <c:v>-2</c:v>
                </c:pt>
                <c:pt idx="64734">
                  <c:v>6</c:v>
                </c:pt>
                <c:pt idx="64735">
                  <c:v>2</c:v>
                </c:pt>
                <c:pt idx="64736">
                  <c:v>1</c:v>
                </c:pt>
                <c:pt idx="64737">
                  <c:v>3</c:v>
                </c:pt>
                <c:pt idx="64738">
                  <c:v>1</c:v>
                </c:pt>
                <c:pt idx="64739">
                  <c:v>3</c:v>
                </c:pt>
                <c:pt idx="64740">
                  <c:v>2</c:v>
                </c:pt>
                <c:pt idx="64741">
                  <c:v>2</c:v>
                </c:pt>
                <c:pt idx="64742">
                  <c:v>2</c:v>
                </c:pt>
                <c:pt idx="64743">
                  <c:v>1</c:v>
                </c:pt>
                <c:pt idx="64744">
                  <c:v>6</c:v>
                </c:pt>
                <c:pt idx="64745">
                  <c:v>2</c:v>
                </c:pt>
                <c:pt idx="64746">
                  <c:v>4</c:v>
                </c:pt>
                <c:pt idx="64747">
                  <c:v>1</c:v>
                </c:pt>
                <c:pt idx="64748">
                  <c:v>1</c:v>
                </c:pt>
                <c:pt idx="64749">
                  <c:v>10</c:v>
                </c:pt>
                <c:pt idx="64750">
                  <c:v>3</c:v>
                </c:pt>
                <c:pt idx="64751">
                  <c:v>3</c:v>
                </c:pt>
                <c:pt idx="64752">
                  <c:v>2</c:v>
                </c:pt>
                <c:pt idx="64753">
                  <c:v>2</c:v>
                </c:pt>
                <c:pt idx="64754">
                  <c:v>2</c:v>
                </c:pt>
                <c:pt idx="64755">
                  <c:v>4</c:v>
                </c:pt>
                <c:pt idx="64756">
                  <c:v>2</c:v>
                </c:pt>
                <c:pt idx="64757">
                  <c:v>2</c:v>
                </c:pt>
                <c:pt idx="64758">
                  <c:v>1</c:v>
                </c:pt>
                <c:pt idx="64759">
                  <c:v>2</c:v>
                </c:pt>
                <c:pt idx="64760">
                  <c:v>2</c:v>
                </c:pt>
                <c:pt idx="64761">
                  <c:v>2</c:v>
                </c:pt>
                <c:pt idx="64762">
                  <c:v>1</c:v>
                </c:pt>
                <c:pt idx="64763">
                  <c:v>1</c:v>
                </c:pt>
                <c:pt idx="64764">
                  <c:v>5</c:v>
                </c:pt>
                <c:pt idx="64765">
                  <c:v>2</c:v>
                </c:pt>
                <c:pt idx="64766">
                  <c:v>2</c:v>
                </c:pt>
                <c:pt idx="64767">
                  <c:v>6</c:v>
                </c:pt>
                <c:pt idx="64768">
                  <c:v>3</c:v>
                </c:pt>
                <c:pt idx="64769">
                  <c:v>1</c:v>
                </c:pt>
                <c:pt idx="64770">
                  <c:v>5</c:v>
                </c:pt>
                <c:pt idx="64771">
                  <c:v>1</c:v>
                </c:pt>
                <c:pt idx="64772">
                  <c:v>2</c:v>
                </c:pt>
                <c:pt idx="64773">
                  <c:v>4</c:v>
                </c:pt>
                <c:pt idx="64774">
                  <c:v>5</c:v>
                </c:pt>
                <c:pt idx="64775">
                  <c:v>3</c:v>
                </c:pt>
                <c:pt idx="64776">
                  <c:v>2</c:v>
                </c:pt>
                <c:pt idx="64777">
                  <c:v>3</c:v>
                </c:pt>
                <c:pt idx="64778">
                  <c:v>1</c:v>
                </c:pt>
                <c:pt idx="64779">
                  <c:v>1</c:v>
                </c:pt>
                <c:pt idx="64780">
                  <c:v>3</c:v>
                </c:pt>
                <c:pt idx="64781">
                  <c:v>4</c:v>
                </c:pt>
                <c:pt idx="64782">
                  <c:v>1</c:v>
                </c:pt>
                <c:pt idx="64783">
                  <c:v>2</c:v>
                </c:pt>
                <c:pt idx="64784">
                  <c:v>2</c:v>
                </c:pt>
                <c:pt idx="64785">
                  <c:v>2</c:v>
                </c:pt>
                <c:pt idx="64786">
                  <c:v>1</c:v>
                </c:pt>
                <c:pt idx="64787">
                  <c:v>2</c:v>
                </c:pt>
                <c:pt idx="64788">
                  <c:v>2</c:v>
                </c:pt>
                <c:pt idx="64789">
                  <c:v>9</c:v>
                </c:pt>
                <c:pt idx="64790">
                  <c:v>2</c:v>
                </c:pt>
                <c:pt idx="64791">
                  <c:v>-1</c:v>
                </c:pt>
                <c:pt idx="64792">
                  <c:v>2</c:v>
                </c:pt>
                <c:pt idx="64793">
                  <c:v>1</c:v>
                </c:pt>
                <c:pt idx="64794">
                  <c:v>4</c:v>
                </c:pt>
                <c:pt idx="64795">
                  <c:v>3</c:v>
                </c:pt>
                <c:pt idx="64796">
                  <c:v>1</c:v>
                </c:pt>
                <c:pt idx="64797">
                  <c:v>1</c:v>
                </c:pt>
                <c:pt idx="64798">
                  <c:v>3</c:v>
                </c:pt>
                <c:pt idx="64799">
                  <c:v>1</c:v>
                </c:pt>
                <c:pt idx="64800">
                  <c:v>1</c:v>
                </c:pt>
                <c:pt idx="64801">
                  <c:v>2</c:v>
                </c:pt>
                <c:pt idx="64802">
                  <c:v>1</c:v>
                </c:pt>
                <c:pt idx="64803">
                  <c:v>1</c:v>
                </c:pt>
                <c:pt idx="64804">
                  <c:v>2</c:v>
                </c:pt>
                <c:pt idx="64805">
                  <c:v>2</c:v>
                </c:pt>
                <c:pt idx="64806">
                  <c:v>2</c:v>
                </c:pt>
                <c:pt idx="64807">
                  <c:v>1</c:v>
                </c:pt>
                <c:pt idx="64808">
                  <c:v>2</c:v>
                </c:pt>
                <c:pt idx="64809">
                  <c:v>1</c:v>
                </c:pt>
                <c:pt idx="64810">
                  <c:v>1</c:v>
                </c:pt>
                <c:pt idx="64811">
                  <c:v>2</c:v>
                </c:pt>
                <c:pt idx="64812">
                  <c:v>3</c:v>
                </c:pt>
                <c:pt idx="64813">
                  <c:v>1</c:v>
                </c:pt>
                <c:pt idx="64814">
                  <c:v>4</c:v>
                </c:pt>
                <c:pt idx="64815">
                  <c:v>1</c:v>
                </c:pt>
                <c:pt idx="64816">
                  <c:v>2</c:v>
                </c:pt>
                <c:pt idx="64817">
                  <c:v>2</c:v>
                </c:pt>
                <c:pt idx="64818">
                  <c:v>1</c:v>
                </c:pt>
                <c:pt idx="64819">
                  <c:v>2</c:v>
                </c:pt>
                <c:pt idx="64820">
                  <c:v>2</c:v>
                </c:pt>
                <c:pt idx="64821">
                  <c:v>4</c:v>
                </c:pt>
                <c:pt idx="64822">
                  <c:v>1</c:v>
                </c:pt>
                <c:pt idx="64823">
                  <c:v>4</c:v>
                </c:pt>
                <c:pt idx="64824">
                  <c:v>3</c:v>
                </c:pt>
                <c:pt idx="64825">
                  <c:v>6</c:v>
                </c:pt>
                <c:pt idx="64826">
                  <c:v>6</c:v>
                </c:pt>
                <c:pt idx="64827">
                  <c:v>2</c:v>
                </c:pt>
                <c:pt idx="64828">
                  <c:v>3</c:v>
                </c:pt>
                <c:pt idx="64829">
                  <c:v>1</c:v>
                </c:pt>
                <c:pt idx="64830">
                  <c:v>2</c:v>
                </c:pt>
                <c:pt idx="64831">
                  <c:v>2</c:v>
                </c:pt>
                <c:pt idx="64832">
                  <c:v>1</c:v>
                </c:pt>
                <c:pt idx="64833">
                  <c:v>3</c:v>
                </c:pt>
                <c:pt idx="64834">
                  <c:v>2</c:v>
                </c:pt>
                <c:pt idx="64835">
                  <c:v>4</c:v>
                </c:pt>
                <c:pt idx="64836">
                  <c:v>3</c:v>
                </c:pt>
                <c:pt idx="64837">
                  <c:v>2</c:v>
                </c:pt>
                <c:pt idx="64838">
                  <c:v>3</c:v>
                </c:pt>
                <c:pt idx="64839">
                  <c:v>1</c:v>
                </c:pt>
                <c:pt idx="64840">
                  <c:v>4</c:v>
                </c:pt>
                <c:pt idx="64841">
                  <c:v>1</c:v>
                </c:pt>
                <c:pt idx="64842">
                  <c:v>4</c:v>
                </c:pt>
                <c:pt idx="64843">
                  <c:v>2</c:v>
                </c:pt>
                <c:pt idx="64844">
                  <c:v>2</c:v>
                </c:pt>
                <c:pt idx="64845">
                  <c:v>2</c:v>
                </c:pt>
                <c:pt idx="64846">
                  <c:v>0</c:v>
                </c:pt>
                <c:pt idx="64847">
                  <c:v>3</c:v>
                </c:pt>
                <c:pt idx="64848">
                  <c:v>4</c:v>
                </c:pt>
                <c:pt idx="64849">
                  <c:v>2</c:v>
                </c:pt>
                <c:pt idx="64850">
                  <c:v>1</c:v>
                </c:pt>
                <c:pt idx="64851">
                  <c:v>4</c:v>
                </c:pt>
                <c:pt idx="64852">
                  <c:v>2</c:v>
                </c:pt>
                <c:pt idx="64853">
                  <c:v>2</c:v>
                </c:pt>
                <c:pt idx="64854">
                  <c:v>2</c:v>
                </c:pt>
                <c:pt idx="64855">
                  <c:v>4</c:v>
                </c:pt>
                <c:pt idx="64856">
                  <c:v>2</c:v>
                </c:pt>
                <c:pt idx="64857">
                  <c:v>15</c:v>
                </c:pt>
                <c:pt idx="64858">
                  <c:v>1</c:v>
                </c:pt>
                <c:pt idx="64859">
                  <c:v>3</c:v>
                </c:pt>
                <c:pt idx="64860">
                  <c:v>1</c:v>
                </c:pt>
                <c:pt idx="64861">
                  <c:v>5</c:v>
                </c:pt>
                <c:pt idx="64862">
                  <c:v>4</c:v>
                </c:pt>
                <c:pt idx="64863">
                  <c:v>1</c:v>
                </c:pt>
                <c:pt idx="64864">
                  <c:v>1</c:v>
                </c:pt>
                <c:pt idx="64865">
                  <c:v>1</c:v>
                </c:pt>
                <c:pt idx="64866">
                  <c:v>3</c:v>
                </c:pt>
                <c:pt idx="64867">
                  <c:v>3</c:v>
                </c:pt>
                <c:pt idx="64868">
                  <c:v>2</c:v>
                </c:pt>
                <c:pt idx="64869">
                  <c:v>1</c:v>
                </c:pt>
                <c:pt idx="64870">
                  <c:v>1</c:v>
                </c:pt>
                <c:pt idx="64871">
                  <c:v>4</c:v>
                </c:pt>
                <c:pt idx="64872">
                  <c:v>1</c:v>
                </c:pt>
                <c:pt idx="64873">
                  <c:v>3</c:v>
                </c:pt>
                <c:pt idx="64874">
                  <c:v>3</c:v>
                </c:pt>
                <c:pt idx="64875">
                  <c:v>2</c:v>
                </c:pt>
                <c:pt idx="64876">
                  <c:v>-6</c:v>
                </c:pt>
                <c:pt idx="64877">
                  <c:v>2</c:v>
                </c:pt>
                <c:pt idx="64878">
                  <c:v>4</c:v>
                </c:pt>
                <c:pt idx="64879">
                  <c:v>1</c:v>
                </c:pt>
                <c:pt idx="64880">
                  <c:v>1</c:v>
                </c:pt>
                <c:pt idx="64881">
                  <c:v>2</c:v>
                </c:pt>
                <c:pt idx="64882">
                  <c:v>1</c:v>
                </c:pt>
                <c:pt idx="64883">
                  <c:v>3</c:v>
                </c:pt>
                <c:pt idx="64884">
                  <c:v>1</c:v>
                </c:pt>
                <c:pt idx="64885">
                  <c:v>3</c:v>
                </c:pt>
                <c:pt idx="64886">
                  <c:v>5</c:v>
                </c:pt>
                <c:pt idx="64887">
                  <c:v>2</c:v>
                </c:pt>
                <c:pt idx="64888">
                  <c:v>6</c:v>
                </c:pt>
                <c:pt idx="64889">
                  <c:v>3</c:v>
                </c:pt>
                <c:pt idx="64890">
                  <c:v>5</c:v>
                </c:pt>
                <c:pt idx="64891">
                  <c:v>12</c:v>
                </c:pt>
                <c:pt idx="64892">
                  <c:v>12</c:v>
                </c:pt>
                <c:pt idx="64893">
                  <c:v>2</c:v>
                </c:pt>
                <c:pt idx="64894">
                  <c:v>2</c:v>
                </c:pt>
                <c:pt idx="64895">
                  <c:v>1</c:v>
                </c:pt>
                <c:pt idx="64896">
                  <c:v>2</c:v>
                </c:pt>
                <c:pt idx="64897">
                  <c:v>1</c:v>
                </c:pt>
                <c:pt idx="64898">
                  <c:v>8</c:v>
                </c:pt>
                <c:pt idx="64899">
                  <c:v>3</c:v>
                </c:pt>
                <c:pt idx="64900">
                  <c:v>4</c:v>
                </c:pt>
                <c:pt idx="64901">
                  <c:v>2</c:v>
                </c:pt>
                <c:pt idx="64902">
                  <c:v>1</c:v>
                </c:pt>
                <c:pt idx="64903">
                  <c:v>1</c:v>
                </c:pt>
                <c:pt idx="64904">
                  <c:v>2</c:v>
                </c:pt>
                <c:pt idx="64905">
                  <c:v>7</c:v>
                </c:pt>
                <c:pt idx="64906">
                  <c:v>3</c:v>
                </c:pt>
                <c:pt idx="64907">
                  <c:v>2</c:v>
                </c:pt>
                <c:pt idx="64908">
                  <c:v>2</c:v>
                </c:pt>
                <c:pt idx="64909">
                  <c:v>2</c:v>
                </c:pt>
                <c:pt idx="64910">
                  <c:v>2</c:v>
                </c:pt>
                <c:pt idx="64911">
                  <c:v>2</c:v>
                </c:pt>
                <c:pt idx="64912">
                  <c:v>2</c:v>
                </c:pt>
                <c:pt idx="64913">
                  <c:v>3</c:v>
                </c:pt>
                <c:pt idx="64914">
                  <c:v>2</c:v>
                </c:pt>
                <c:pt idx="64915">
                  <c:v>3</c:v>
                </c:pt>
                <c:pt idx="64916">
                  <c:v>3</c:v>
                </c:pt>
                <c:pt idx="64917">
                  <c:v>3</c:v>
                </c:pt>
                <c:pt idx="64918">
                  <c:v>5</c:v>
                </c:pt>
                <c:pt idx="64919">
                  <c:v>6</c:v>
                </c:pt>
                <c:pt idx="64920">
                  <c:v>3</c:v>
                </c:pt>
                <c:pt idx="64921">
                  <c:v>2</c:v>
                </c:pt>
                <c:pt idx="64922">
                  <c:v>2</c:v>
                </c:pt>
                <c:pt idx="64923">
                  <c:v>1</c:v>
                </c:pt>
                <c:pt idx="64924">
                  <c:v>6</c:v>
                </c:pt>
                <c:pt idx="64925">
                  <c:v>2</c:v>
                </c:pt>
                <c:pt idx="64926">
                  <c:v>3</c:v>
                </c:pt>
                <c:pt idx="64927">
                  <c:v>2</c:v>
                </c:pt>
                <c:pt idx="64928">
                  <c:v>3</c:v>
                </c:pt>
                <c:pt idx="64929">
                  <c:v>2</c:v>
                </c:pt>
                <c:pt idx="64930">
                  <c:v>3</c:v>
                </c:pt>
                <c:pt idx="64931">
                  <c:v>2</c:v>
                </c:pt>
                <c:pt idx="64932">
                  <c:v>2</c:v>
                </c:pt>
                <c:pt idx="64933">
                  <c:v>1</c:v>
                </c:pt>
                <c:pt idx="64934">
                  <c:v>2</c:v>
                </c:pt>
                <c:pt idx="64935">
                  <c:v>6</c:v>
                </c:pt>
                <c:pt idx="64936">
                  <c:v>6</c:v>
                </c:pt>
                <c:pt idx="64937">
                  <c:v>2</c:v>
                </c:pt>
                <c:pt idx="64938">
                  <c:v>2</c:v>
                </c:pt>
                <c:pt idx="64939">
                  <c:v>5</c:v>
                </c:pt>
                <c:pt idx="64940">
                  <c:v>3</c:v>
                </c:pt>
                <c:pt idx="64941">
                  <c:v>8</c:v>
                </c:pt>
                <c:pt idx="64942">
                  <c:v>2</c:v>
                </c:pt>
                <c:pt idx="64943">
                  <c:v>3</c:v>
                </c:pt>
                <c:pt idx="64944">
                  <c:v>2</c:v>
                </c:pt>
                <c:pt idx="64945">
                  <c:v>3</c:v>
                </c:pt>
                <c:pt idx="64946">
                  <c:v>1</c:v>
                </c:pt>
                <c:pt idx="64947">
                  <c:v>4</c:v>
                </c:pt>
                <c:pt idx="64948">
                  <c:v>4</c:v>
                </c:pt>
                <c:pt idx="64949">
                  <c:v>2</c:v>
                </c:pt>
                <c:pt idx="64950">
                  <c:v>2</c:v>
                </c:pt>
                <c:pt idx="64951">
                  <c:v>4</c:v>
                </c:pt>
                <c:pt idx="64952">
                  <c:v>2</c:v>
                </c:pt>
                <c:pt idx="64953">
                  <c:v>3</c:v>
                </c:pt>
                <c:pt idx="64954">
                  <c:v>4</c:v>
                </c:pt>
                <c:pt idx="64955">
                  <c:v>2</c:v>
                </c:pt>
                <c:pt idx="64956">
                  <c:v>2</c:v>
                </c:pt>
                <c:pt idx="64957">
                  <c:v>6</c:v>
                </c:pt>
                <c:pt idx="64958">
                  <c:v>4</c:v>
                </c:pt>
                <c:pt idx="64959">
                  <c:v>3</c:v>
                </c:pt>
                <c:pt idx="64960">
                  <c:v>1</c:v>
                </c:pt>
                <c:pt idx="64961">
                  <c:v>4</c:v>
                </c:pt>
                <c:pt idx="64962">
                  <c:v>1</c:v>
                </c:pt>
                <c:pt idx="64963">
                  <c:v>2</c:v>
                </c:pt>
                <c:pt idx="64964">
                  <c:v>2</c:v>
                </c:pt>
                <c:pt idx="64965">
                  <c:v>2</c:v>
                </c:pt>
                <c:pt idx="64966">
                  <c:v>2</c:v>
                </c:pt>
                <c:pt idx="64967">
                  <c:v>2</c:v>
                </c:pt>
                <c:pt idx="64968">
                  <c:v>1</c:v>
                </c:pt>
                <c:pt idx="64969">
                  <c:v>7</c:v>
                </c:pt>
                <c:pt idx="64970">
                  <c:v>2</c:v>
                </c:pt>
                <c:pt idx="64971">
                  <c:v>5</c:v>
                </c:pt>
                <c:pt idx="64972">
                  <c:v>4</c:v>
                </c:pt>
                <c:pt idx="64973">
                  <c:v>2</c:v>
                </c:pt>
                <c:pt idx="64974">
                  <c:v>1</c:v>
                </c:pt>
                <c:pt idx="64975">
                  <c:v>5</c:v>
                </c:pt>
                <c:pt idx="64976">
                  <c:v>1</c:v>
                </c:pt>
                <c:pt idx="64977">
                  <c:v>4</c:v>
                </c:pt>
                <c:pt idx="64978">
                  <c:v>3</c:v>
                </c:pt>
                <c:pt idx="64979">
                  <c:v>3</c:v>
                </c:pt>
                <c:pt idx="64980">
                  <c:v>3</c:v>
                </c:pt>
                <c:pt idx="64981">
                  <c:v>3</c:v>
                </c:pt>
                <c:pt idx="64982">
                  <c:v>-2</c:v>
                </c:pt>
                <c:pt idx="64983">
                  <c:v>-5</c:v>
                </c:pt>
                <c:pt idx="64984">
                  <c:v>1</c:v>
                </c:pt>
                <c:pt idx="64985">
                  <c:v>3</c:v>
                </c:pt>
                <c:pt idx="64986">
                  <c:v>3</c:v>
                </c:pt>
                <c:pt idx="64987">
                  <c:v>1</c:v>
                </c:pt>
                <c:pt idx="64988">
                  <c:v>3</c:v>
                </c:pt>
                <c:pt idx="64989">
                  <c:v>2</c:v>
                </c:pt>
                <c:pt idx="64990">
                  <c:v>4</c:v>
                </c:pt>
                <c:pt idx="64991">
                  <c:v>1</c:v>
                </c:pt>
                <c:pt idx="64992">
                  <c:v>12</c:v>
                </c:pt>
                <c:pt idx="64993">
                  <c:v>2</c:v>
                </c:pt>
                <c:pt idx="64994">
                  <c:v>2</c:v>
                </c:pt>
                <c:pt idx="64995">
                  <c:v>2</c:v>
                </c:pt>
                <c:pt idx="64996">
                  <c:v>3</c:v>
                </c:pt>
                <c:pt idx="64997">
                  <c:v>2</c:v>
                </c:pt>
                <c:pt idx="64998">
                  <c:v>2</c:v>
                </c:pt>
                <c:pt idx="64999">
                  <c:v>2</c:v>
                </c:pt>
                <c:pt idx="65000">
                  <c:v>3</c:v>
                </c:pt>
                <c:pt idx="65001">
                  <c:v>6</c:v>
                </c:pt>
                <c:pt idx="65002">
                  <c:v>3</c:v>
                </c:pt>
                <c:pt idx="65003">
                  <c:v>3</c:v>
                </c:pt>
                <c:pt idx="65004">
                  <c:v>1</c:v>
                </c:pt>
                <c:pt idx="65005">
                  <c:v>3</c:v>
                </c:pt>
                <c:pt idx="65006">
                  <c:v>2</c:v>
                </c:pt>
                <c:pt idx="65007">
                  <c:v>3</c:v>
                </c:pt>
                <c:pt idx="65008">
                  <c:v>3</c:v>
                </c:pt>
                <c:pt idx="65009">
                  <c:v>5</c:v>
                </c:pt>
                <c:pt idx="65010">
                  <c:v>2</c:v>
                </c:pt>
                <c:pt idx="65011">
                  <c:v>2</c:v>
                </c:pt>
                <c:pt idx="65012">
                  <c:v>8</c:v>
                </c:pt>
                <c:pt idx="65013">
                  <c:v>2</c:v>
                </c:pt>
                <c:pt idx="65014">
                  <c:v>2</c:v>
                </c:pt>
                <c:pt idx="65015">
                  <c:v>3</c:v>
                </c:pt>
                <c:pt idx="65016">
                  <c:v>2</c:v>
                </c:pt>
                <c:pt idx="65017">
                  <c:v>3</c:v>
                </c:pt>
                <c:pt idx="65018">
                  <c:v>4</c:v>
                </c:pt>
                <c:pt idx="65019">
                  <c:v>5</c:v>
                </c:pt>
                <c:pt idx="65020">
                  <c:v>3</c:v>
                </c:pt>
                <c:pt idx="65021">
                  <c:v>5</c:v>
                </c:pt>
                <c:pt idx="65022">
                  <c:v>2</c:v>
                </c:pt>
                <c:pt idx="65023">
                  <c:v>3</c:v>
                </c:pt>
                <c:pt idx="65024">
                  <c:v>2</c:v>
                </c:pt>
                <c:pt idx="65025">
                  <c:v>1</c:v>
                </c:pt>
                <c:pt idx="65026">
                  <c:v>2</c:v>
                </c:pt>
                <c:pt idx="65027">
                  <c:v>4</c:v>
                </c:pt>
                <c:pt idx="65028">
                  <c:v>3</c:v>
                </c:pt>
                <c:pt idx="65029">
                  <c:v>3</c:v>
                </c:pt>
                <c:pt idx="65030">
                  <c:v>2</c:v>
                </c:pt>
                <c:pt idx="65031">
                  <c:v>3</c:v>
                </c:pt>
                <c:pt idx="65032">
                  <c:v>2</c:v>
                </c:pt>
                <c:pt idx="65033">
                  <c:v>2</c:v>
                </c:pt>
                <c:pt idx="65034">
                  <c:v>3</c:v>
                </c:pt>
                <c:pt idx="65035">
                  <c:v>3</c:v>
                </c:pt>
                <c:pt idx="65036">
                  <c:v>1</c:v>
                </c:pt>
                <c:pt idx="65037">
                  <c:v>1</c:v>
                </c:pt>
                <c:pt idx="65038">
                  <c:v>1</c:v>
                </c:pt>
                <c:pt idx="65039">
                  <c:v>1</c:v>
                </c:pt>
                <c:pt idx="65040">
                  <c:v>1</c:v>
                </c:pt>
                <c:pt idx="65041">
                  <c:v>3</c:v>
                </c:pt>
                <c:pt idx="65042">
                  <c:v>0</c:v>
                </c:pt>
                <c:pt idx="65043">
                  <c:v>5</c:v>
                </c:pt>
                <c:pt idx="65044">
                  <c:v>3</c:v>
                </c:pt>
                <c:pt idx="65045">
                  <c:v>1</c:v>
                </c:pt>
                <c:pt idx="65046">
                  <c:v>1</c:v>
                </c:pt>
                <c:pt idx="65047">
                  <c:v>2</c:v>
                </c:pt>
                <c:pt idx="65048">
                  <c:v>3</c:v>
                </c:pt>
                <c:pt idx="65049">
                  <c:v>2</c:v>
                </c:pt>
                <c:pt idx="65050">
                  <c:v>3</c:v>
                </c:pt>
                <c:pt idx="65051">
                  <c:v>3</c:v>
                </c:pt>
                <c:pt idx="65052">
                  <c:v>3</c:v>
                </c:pt>
                <c:pt idx="65053">
                  <c:v>1</c:v>
                </c:pt>
                <c:pt idx="65054">
                  <c:v>2</c:v>
                </c:pt>
                <c:pt idx="65055">
                  <c:v>1</c:v>
                </c:pt>
                <c:pt idx="65056">
                  <c:v>4</c:v>
                </c:pt>
                <c:pt idx="65057">
                  <c:v>1</c:v>
                </c:pt>
                <c:pt idx="65058">
                  <c:v>3</c:v>
                </c:pt>
                <c:pt idx="65059">
                  <c:v>3</c:v>
                </c:pt>
                <c:pt idx="65060">
                  <c:v>2</c:v>
                </c:pt>
                <c:pt idx="65061">
                  <c:v>3</c:v>
                </c:pt>
                <c:pt idx="65062">
                  <c:v>3</c:v>
                </c:pt>
                <c:pt idx="65063">
                  <c:v>3</c:v>
                </c:pt>
                <c:pt idx="65064">
                  <c:v>4</c:v>
                </c:pt>
                <c:pt idx="65065">
                  <c:v>1</c:v>
                </c:pt>
                <c:pt idx="65066">
                  <c:v>2</c:v>
                </c:pt>
                <c:pt idx="65067">
                  <c:v>3</c:v>
                </c:pt>
                <c:pt idx="65068">
                  <c:v>3</c:v>
                </c:pt>
                <c:pt idx="65069">
                  <c:v>2</c:v>
                </c:pt>
                <c:pt idx="65070">
                  <c:v>2</c:v>
                </c:pt>
                <c:pt idx="65071">
                  <c:v>1</c:v>
                </c:pt>
                <c:pt idx="65072">
                  <c:v>3</c:v>
                </c:pt>
                <c:pt idx="65073">
                  <c:v>2</c:v>
                </c:pt>
                <c:pt idx="65074">
                  <c:v>1</c:v>
                </c:pt>
                <c:pt idx="65075">
                  <c:v>2</c:v>
                </c:pt>
                <c:pt idx="65076">
                  <c:v>4</c:v>
                </c:pt>
                <c:pt idx="65077">
                  <c:v>2</c:v>
                </c:pt>
                <c:pt idx="65078">
                  <c:v>2</c:v>
                </c:pt>
                <c:pt idx="65079">
                  <c:v>2</c:v>
                </c:pt>
                <c:pt idx="65080">
                  <c:v>3</c:v>
                </c:pt>
                <c:pt idx="65081">
                  <c:v>2</c:v>
                </c:pt>
                <c:pt idx="65082">
                  <c:v>1</c:v>
                </c:pt>
                <c:pt idx="65083">
                  <c:v>2</c:v>
                </c:pt>
                <c:pt idx="65084">
                  <c:v>1</c:v>
                </c:pt>
                <c:pt idx="65085">
                  <c:v>2</c:v>
                </c:pt>
                <c:pt idx="65086">
                  <c:v>2</c:v>
                </c:pt>
                <c:pt idx="65087">
                  <c:v>5</c:v>
                </c:pt>
                <c:pt idx="65088">
                  <c:v>2</c:v>
                </c:pt>
                <c:pt idx="65089">
                  <c:v>1</c:v>
                </c:pt>
                <c:pt idx="65090">
                  <c:v>2</c:v>
                </c:pt>
                <c:pt idx="65091">
                  <c:v>6</c:v>
                </c:pt>
                <c:pt idx="65092">
                  <c:v>3</c:v>
                </c:pt>
                <c:pt idx="65093">
                  <c:v>2</c:v>
                </c:pt>
                <c:pt idx="65094">
                  <c:v>5</c:v>
                </c:pt>
                <c:pt idx="65095">
                  <c:v>3</c:v>
                </c:pt>
                <c:pt idx="65096">
                  <c:v>5</c:v>
                </c:pt>
                <c:pt idx="65097">
                  <c:v>2</c:v>
                </c:pt>
                <c:pt idx="65098">
                  <c:v>2</c:v>
                </c:pt>
                <c:pt idx="65099">
                  <c:v>2</c:v>
                </c:pt>
                <c:pt idx="65100">
                  <c:v>1</c:v>
                </c:pt>
                <c:pt idx="65101">
                  <c:v>2</c:v>
                </c:pt>
                <c:pt idx="65102">
                  <c:v>1</c:v>
                </c:pt>
                <c:pt idx="65103">
                  <c:v>1</c:v>
                </c:pt>
                <c:pt idx="65104">
                  <c:v>1</c:v>
                </c:pt>
                <c:pt idx="65105">
                  <c:v>2</c:v>
                </c:pt>
                <c:pt idx="65106">
                  <c:v>1</c:v>
                </c:pt>
                <c:pt idx="65107">
                  <c:v>1</c:v>
                </c:pt>
                <c:pt idx="65108">
                  <c:v>2</c:v>
                </c:pt>
                <c:pt idx="65109">
                  <c:v>2</c:v>
                </c:pt>
                <c:pt idx="65110">
                  <c:v>3</c:v>
                </c:pt>
                <c:pt idx="65111">
                  <c:v>4</c:v>
                </c:pt>
                <c:pt idx="65112">
                  <c:v>1</c:v>
                </c:pt>
                <c:pt idx="65113">
                  <c:v>2</c:v>
                </c:pt>
                <c:pt idx="65114">
                  <c:v>3</c:v>
                </c:pt>
                <c:pt idx="65115">
                  <c:v>3</c:v>
                </c:pt>
                <c:pt idx="65116">
                  <c:v>1</c:v>
                </c:pt>
                <c:pt idx="65117">
                  <c:v>2</c:v>
                </c:pt>
                <c:pt idx="65118">
                  <c:v>2</c:v>
                </c:pt>
                <c:pt idx="65119">
                  <c:v>6</c:v>
                </c:pt>
                <c:pt idx="65120">
                  <c:v>3</c:v>
                </c:pt>
                <c:pt idx="65121">
                  <c:v>3</c:v>
                </c:pt>
                <c:pt idx="65122">
                  <c:v>3</c:v>
                </c:pt>
                <c:pt idx="65123">
                  <c:v>1</c:v>
                </c:pt>
                <c:pt idx="65124">
                  <c:v>4</c:v>
                </c:pt>
                <c:pt idx="65125">
                  <c:v>6</c:v>
                </c:pt>
                <c:pt idx="65126">
                  <c:v>2</c:v>
                </c:pt>
                <c:pt idx="65127">
                  <c:v>4</c:v>
                </c:pt>
                <c:pt idx="65128">
                  <c:v>-4</c:v>
                </c:pt>
                <c:pt idx="65129">
                  <c:v>1</c:v>
                </c:pt>
                <c:pt idx="65130">
                  <c:v>4</c:v>
                </c:pt>
                <c:pt idx="65131">
                  <c:v>2</c:v>
                </c:pt>
                <c:pt idx="65132">
                  <c:v>4</c:v>
                </c:pt>
                <c:pt idx="65133">
                  <c:v>1</c:v>
                </c:pt>
                <c:pt idx="65134">
                  <c:v>-2</c:v>
                </c:pt>
                <c:pt idx="65135">
                  <c:v>8</c:v>
                </c:pt>
                <c:pt idx="65136">
                  <c:v>1</c:v>
                </c:pt>
                <c:pt idx="65137">
                  <c:v>2</c:v>
                </c:pt>
                <c:pt idx="65138">
                  <c:v>1</c:v>
                </c:pt>
                <c:pt idx="65139">
                  <c:v>4</c:v>
                </c:pt>
                <c:pt idx="65140">
                  <c:v>1</c:v>
                </c:pt>
                <c:pt idx="65141">
                  <c:v>2</c:v>
                </c:pt>
                <c:pt idx="65142">
                  <c:v>4</c:v>
                </c:pt>
                <c:pt idx="65143">
                  <c:v>-2</c:v>
                </c:pt>
                <c:pt idx="65144">
                  <c:v>2</c:v>
                </c:pt>
                <c:pt idx="65145">
                  <c:v>4</c:v>
                </c:pt>
                <c:pt idx="65146">
                  <c:v>2</c:v>
                </c:pt>
                <c:pt idx="65147">
                  <c:v>1</c:v>
                </c:pt>
                <c:pt idx="65148">
                  <c:v>5</c:v>
                </c:pt>
                <c:pt idx="65149">
                  <c:v>1</c:v>
                </c:pt>
                <c:pt idx="65150">
                  <c:v>1</c:v>
                </c:pt>
                <c:pt idx="65151">
                  <c:v>1</c:v>
                </c:pt>
                <c:pt idx="65152">
                  <c:v>3</c:v>
                </c:pt>
                <c:pt idx="65153">
                  <c:v>2</c:v>
                </c:pt>
                <c:pt idx="65154">
                  <c:v>2</c:v>
                </c:pt>
                <c:pt idx="65155">
                  <c:v>4</c:v>
                </c:pt>
                <c:pt idx="65156">
                  <c:v>4</c:v>
                </c:pt>
                <c:pt idx="65157">
                  <c:v>1</c:v>
                </c:pt>
                <c:pt idx="65158">
                  <c:v>2</c:v>
                </c:pt>
                <c:pt idx="65159">
                  <c:v>2</c:v>
                </c:pt>
                <c:pt idx="65160">
                  <c:v>2</c:v>
                </c:pt>
                <c:pt idx="65161">
                  <c:v>1</c:v>
                </c:pt>
                <c:pt idx="65162">
                  <c:v>3</c:v>
                </c:pt>
                <c:pt idx="65163">
                  <c:v>2</c:v>
                </c:pt>
                <c:pt idx="65164">
                  <c:v>3</c:v>
                </c:pt>
                <c:pt idx="65165">
                  <c:v>2</c:v>
                </c:pt>
                <c:pt idx="65166">
                  <c:v>1</c:v>
                </c:pt>
                <c:pt idx="65167">
                  <c:v>1</c:v>
                </c:pt>
                <c:pt idx="65168">
                  <c:v>4</c:v>
                </c:pt>
                <c:pt idx="65169">
                  <c:v>5</c:v>
                </c:pt>
                <c:pt idx="65170">
                  <c:v>3</c:v>
                </c:pt>
                <c:pt idx="65171">
                  <c:v>1</c:v>
                </c:pt>
                <c:pt idx="65172">
                  <c:v>2</c:v>
                </c:pt>
                <c:pt idx="65173">
                  <c:v>2</c:v>
                </c:pt>
                <c:pt idx="65174">
                  <c:v>1</c:v>
                </c:pt>
                <c:pt idx="65175">
                  <c:v>3</c:v>
                </c:pt>
                <c:pt idx="65176">
                  <c:v>1</c:v>
                </c:pt>
                <c:pt idx="65177">
                  <c:v>4</c:v>
                </c:pt>
                <c:pt idx="65178">
                  <c:v>2</c:v>
                </c:pt>
                <c:pt idx="65179">
                  <c:v>2</c:v>
                </c:pt>
                <c:pt idx="65180">
                  <c:v>1</c:v>
                </c:pt>
                <c:pt idx="65181">
                  <c:v>2</c:v>
                </c:pt>
                <c:pt idx="65182">
                  <c:v>3</c:v>
                </c:pt>
                <c:pt idx="65183">
                  <c:v>3</c:v>
                </c:pt>
                <c:pt idx="65184">
                  <c:v>2</c:v>
                </c:pt>
                <c:pt idx="65185">
                  <c:v>3</c:v>
                </c:pt>
                <c:pt idx="65186">
                  <c:v>2</c:v>
                </c:pt>
                <c:pt idx="65187">
                  <c:v>1</c:v>
                </c:pt>
                <c:pt idx="65188">
                  <c:v>2</c:v>
                </c:pt>
                <c:pt idx="65189">
                  <c:v>2</c:v>
                </c:pt>
                <c:pt idx="65190">
                  <c:v>3</c:v>
                </c:pt>
                <c:pt idx="65191">
                  <c:v>2</c:v>
                </c:pt>
                <c:pt idx="65192">
                  <c:v>3</c:v>
                </c:pt>
                <c:pt idx="65193">
                  <c:v>-1</c:v>
                </c:pt>
                <c:pt idx="65194">
                  <c:v>4</c:v>
                </c:pt>
                <c:pt idx="65195">
                  <c:v>1</c:v>
                </c:pt>
                <c:pt idx="65196">
                  <c:v>1</c:v>
                </c:pt>
                <c:pt idx="65197">
                  <c:v>6</c:v>
                </c:pt>
                <c:pt idx="65198">
                  <c:v>2</c:v>
                </c:pt>
                <c:pt idx="65199">
                  <c:v>2</c:v>
                </c:pt>
                <c:pt idx="65200">
                  <c:v>1</c:v>
                </c:pt>
                <c:pt idx="65201">
                  <c:v>1</c:v>
                </c:pt>
                <c:pt idx="65202">
                  <c:v>4</c:v>
                </c:pt>
                <c:pt idx="65203">
                  <c:v>1</c:v>
                </c:pt>
                <c:pt idx="65204">
                  <c:v>1</c:v>
                </c:pt>
                <c:pt idx="65205">
                  <c:v>3</c:v>
                </c:pt>
                <c:pt idx="65206">
                  <c:v>4</c:v>
                </c:pt>
                <c:pt idx="65207">
                  <c:v>1</c:v>
                </c:pt>
                <c:pt idx="65208">
                  <c:v>3</c:v>
                </c:pt>
                <c:pt idx="65209">
                  <c:v>6</c:v>
                </c:pt>
                <c:pt idx="65210">
                  <c:v>2</c:v>
                </c:pt>
                <c:pt idx="65211">
                  <c:v>3</c:v>
                </c:pt>
                <c:pt idx="65212">
                  <c:v>3</c:v>
                </c:pt>
                <c:pt idx="65213">
                  <c:v>1</c:v>
                </c:pt>
                <c:pt idx="65214">
                  <c:v>3</c:v>
                </c:pt>
                <c:pt idx="65215">
                  <c:v>2</c:v>
                </c:pt>
                <c:pt idx="65216">
                  <c:v>3</c:v>
                </c:pt>
                <c:pt idx="65217">
                  <c:v>2</c:v>
                </c:pt>
                <c:pt idx="65218">
                  <c:v>1</c:v>
                </c:pt>
                <c:pt idx="65219">
                  <c:v>1</c:v>
                </c:pt>
                <c:pt idx="65220">
                  <c:v>3</c:v>
                </c:pt>
                <c:pt idx="65221">
                  <c:v>4</c:v>
                </c:pt>
                <c:pt idx="65222">
                  <c:v>5</c:v>
                </c:pt>
                <c:pt idx="65223">
                  <c:v>4</c:v>
                </c:pt>
                <c:pt idx="65224">
                  <c:v>8</c:v>
                </c:pt>
                <c:pt idx="65225">
                  <c:v>4</c:v>
                </c:pt>
                <c:pt idx="65226">
                  <c:v>5</c:v>
                </c:pt>
                <c:pt idx="65227">
                  <c:v>1</c:v>
                </c:pt>
                <c:pt idx="65228">
                  <c:v>4</c:v>
                </c:pt>
                <c:pt idx="65229">
                  <c:v>4</c:v>
                </c:pt>
                <c:pt idx="65230">
                  <c:v>4</c:v>
                </c:pt>
                <c:pt idx="65231">
                  <c:v>7</c:v>
                </c:pt>
                <c:pt idx="65232">
                  <c:v>1</c:v>
                </c:pt>
                <c:pt idx="65233">
                  <c:v>1</c:v>
                </c:pt>
                <c:pt idx="65234">
                  <c:v>4</c:v>
                </c:pt>
                <c:pt idx="65235">
                  <c:v>1</c:v>
                </c:pt>
                <c:pt idx="65236">
                  <c:v>1</c:v>
                </c:pt>
                <c:pt idx="65237">
                  <c:v>3</c:v>
                </c:pt>
                <c:pt idx="65238">
                  <c:v>3</c:v>
                </c:pt>
                <c:pt idx="65239">
                  <c:v>1</c:v>
                </c:pt>
                <c:pt idx="65240">
                  <c:v>3</c:v>
                </c:pt>
                <c:pt idx="65241">
                  <c:v>3</c:v>
                </c:pt>
                <c:pt idx="65242">
                  <c:v>1</c:v>
                </c:pt>
                <c:pt idx="65243">
                  <c:v>3</c:v>
                </c:pt>
                <c:pt idx="65244">
                  <c:v>2</c:v>
                </c:pt>
                <c:pt idx="65245">
                  <c:v>3</c:v>
                </c:pt>
                <c:pt idx="65246">
                  <c:v>3</c:v>
                </c:pt>
                <c:pt idx="65247">
                  <c:v>3</c:v>
                </c:pt>
                <c:pt idx="65248">
                  <c:v>1</c:v>
                </c:pt>
                <c:pt idx="65249">
                  <c:v>3</c:v>
                </c:pt>
                <c:pt idx="65250">
                  <c:v>4</c:v>
                </c:pt>
                <c:pt idx="65251">
                  <c:v>1</c:v>
                </c:pt>
                <c:pt idx="65252">
                  <c:v>5</c:v>
                </c:pt>
                <c:pt idx="65253">
                  <c:v>3</c:v>
                </c:pt>
                <c:pt idx="65254">
                  <c:v>4</c:v>
                </c:pt>
                <c:pt idx="65255">
                  <c:v>4</c:v>
                </c:pt>
                <c:pt idx="65256">
                  <c:v>1</c:v>
                </c:pt>
                <c:pt idx="65257">
                  <c:v>2</c:v>
                </c:pt>
                <c:pt idx="65258">
                  <c:v>4</c:v>
                </c:pt>
                <c:pt idx="65259">
                  <c:v>2</c:v>
                </c:pt>
                <c:pt idx="65260">
                  <c:v>1</c:v>
                </c:pt>
                <c:pt idx="65261">
                  <c:v>2</c:v>
                </c:pt>
                <c:pt idx="65262">
                  <c:v>-2</c:v>
                </c:pt>
                <c:pt idx="65263">
                  <c:v>4</c:v>
                </c:pt>
                <c:pt idx="65264">
                  <c:v>1</c:v>
                </c:pt>
                <c:pt idx="65265">
                  <c:v>1</c:v>
                </c:pt>
                <c:pt idx="65266">
                  <c:v>2</c:v>
                </c:pt>
                <c:pt idx="65267">
                  <c:v>1</c:v>
                </c:pt>
                <c:pt idx="65268">
                  <c:v>2</c:v>
                </c:pt>
                <c:pt idx="65269">
                  <c:v>2</c:v>
                </c:pt>
                <c:pt idx="65270">
                  <c:v>-1</c:v>
                </c:pt>
                <c:pt idx="65271">
                  <c:v>2</c:v>
                </c:pt>
                <c:pt idx="65272">
                  <c:v>4</c:v>
                </c:pt>
                <c:pt idx="65273">
                  <c:v>1</c:v>
                </c:pt>
                <c:pt idx="65274">
                  <c:v>1</c:v>
                </c:pt>
                <c:pt idx="65275">
                  <c:v>5</c:v>
                </c:pt>
                <c:pt idx="65276">
                  <c:v>8</c:v>
                </c:pt>
                <c:pt idx="65277">
                  <c:v>1</c:v>
                </c:pt>
                <c:pt idx="65278">
                  <c:v>4</c:v>
                </c:pt>
                <c:pt idx="65279">
                  <c:v>4</c:v>
                </c:pt>
                <c:pt idx="65280">
                  <c:v>5</c:v>
                </c:pt>
                <c:pt idx="65281">
                  <c:v>4</c:v>
                </c:pt>
                <c:pt idx="65282">
                  <c:v>1</c:v>
                </c:pt>
                <c:pt idx="65283">
                  <c:v>1</c:v>
                </c:pt>
                <c:pt idx="65284">
                  <c:v>1</c:v>
                </c:pt>
                <c:pt idx="65285">
                  <c:v>1</c:v>
                </c:pt>
                <c:pt idx="65286">
                  <c:v>3</c:v>
                </c:pt>
                <c:pt idx="65287">
                  <c:v>2</c:v>
                </c:pt>
                <c:pt idx="65288">
                  <c:v>2</c:v>
                </c:pt>
                <c:pt idx="65289">
                  <c:v>2</c:v>
                </c:pt>
                <c:pt idx="65290">
                  <c:v>2</c:v>
                </c:pt>
                <c:pt idx="65291">
                  <c:v>3</c:v>
                </c:pt>
                <c:pt idx="65292">
                  <c:v>7</c:v>
                </c:pt>
                <c:pt idx="65293">
                  <c:v>3</c:v>
                </c:pt>
                <c:pt idx="65294">
                  <c:v>2</c:v>
                </c:pt>
                <c:pt idx="65295">
                  <c:v>-2</c:v>
                </c:pt>
                <c:pt idx="65296">
                  <c:v>1</c:v>
                </c:pt>
                <c:pt idx="65297">
                  <c:v>2</c:v>
                </c:pt>
                <c:pt idx="65298">
                  <c:v>2</c:v>
                </c:pt>
                <c:pt idx="65299">
                  <c:v>4</c:v>
                </c:pt>
                <c:pt idx="65300">
                  <c:v>2</c:v>
                </c:pt>
                <c:pt idx="65301">
                  <c:v>2</c:v>
                </c:pt>
                <c:pt idx="65302">
                  <c:v>2</c:v>
                </c:pt>
                <c:pt idx="65303">
                  <c:v>3</c:v>
                </c:pt>
                <c:pt idx="65304">
                  <c:v>2</c:v>
                </c:pt>
                <c:pt idx="65305">
                  <c:v>5</c:v>
                </c:pt>
                <c:pt idx="65306">
                  <c:v>3</c:v>
                </c:pt>
                <c:pt idx="65307">
                  <c:v>3</c:v>
                </c:pt>
                <c:pt idx="65308">
                  <c:v>1</c:v>
                </c:pt>
                <c:pt idx="65309">
                  <c:v>7</c:v>
                </c:pt>
                <c:pt idx="65310">
                  <c:v>1</c:v>
                </c:pt>
                <c:pt idx="65311">
                  <c:v>2</c:v>
                </c:pt>
                <c:pt idx="65312">
                  <c:v>2</c:v>
                </c:pt>
                <c:pt idx="65313">
                  <c:v>1</c:v>
                </c:pt>
                <c:pt idx="65314">
                  <c:v>4</c:v>
                </c:pt>
                <c:pt idx="65315">
                  <c:v>1</c:v>
                </c:pt>
                <c:pt idx="65316">
                  <c:v>2</c:v>
                </c:pt>
                <c:pt idx="65317">
                  <c:v>2</c:v>
                </c:pt>
                <c:pt idx="65318">
                  <c:v>1</c:v>
                </c:pt>
                <c:pt idx="65319">
                  <c:v>3</c:v>
                </c:pt>
                <c:pt idx="65320">
                  <c:v>3</c:v>
                </c:pt>
                <c:pt idx="65321">
                  <c:v>2</c:v>
                </c:pt>
                <c:pt idx="65322">
                  <c:v>8</c:v>
                </c:pt>
                <c:pt idx="65323">
                  <c:v>2</c:v>
                </c:pt>
                <c:pt idx="65324">
                  <c:v>2</c:v>
                </c:pt>
                <c:pt idx="65325">
                  <c:v>1</c:v>
                </c:pt>
                <c:pt idx="65326">
                  <c:v>3</c:v>
                </c:pt>
                <c:pt idx="65327">
                  <c:v>4</c:v>
                </c:pt>
                <c:pt idx="65328">
                  <c:v>3</c:v>
                </c:pt>
                <c:pt idx="65329">
                  <c:v>4</c:v>
                </c:pt>
                <c:pt idx="65330">
                  <c:v>2</c:v>
                </c:pt>
                <c:pt idx="65331">
                  <c:v>1</c:v>
                </c:pt>
                <c:pt idx="65332">
                  <c:v>0</c:v>
                </c:pt>
                <c:pt idx="65333">
                  <c:v>4</c:v>
                </c:pt>
                <c:pt idx="65334">
                  <c:v>2</c:v>
                </c:pt>
                <c:pt idx="65335">
                  <c:v>4</c:v>
                </c:pt>
                <c:pt idx="65336">
                  <c:v>2</c:v>
                </c:pt>
                <c:pt idx="65337">
                  <c:v>2</c:v>
                </c:pt>
                <c:pt idx="65338">
                  <c:v>3</c:v>
                </c:pt>
                <c:pt idx="65339">
                  <c:v>3</c:v>
                </c:pt>
                <c:pt idx="65340">
                  <c:v>4</c:v>
                </c:pt>
                <c:pt idx="65341">
                  <c:v>0</c:v>
                </c:pt>
                <c:pt idx="65342">
                  <c:v>2</c:v>
                </c:pt>
                <c:pt idx="65343">
                  <c:v>4</c:v>
                </c:pt>
                <c:pt idx="65344">
                  <c:v>3</c:v>
                </c:pt>
                <c:pt idx="65345">
                  <c:v>1</c:v>
                </c:pt>
                <c:pt idx="65346">
                  <c:v>2</c:v>
                </c:pt>
                <c:pt idx="65347">
                  <c:v>2</c:v>
                </c:pt>
                <c:pt idx="65348">
                  <c:v>3</c:v>
                </c:pt>
                <c:pt idx="65349">
                  <c:v>2</c:v>
                </c:pt>
                <c:pt idx="65350">
                  <c:v>1</c:v>
                </c:pt>
                <c:pt idx="65351">
                  <c:v>3</c:v>
                </c:pt>
                <c:pt idx="65352">
                  <c:v>1</c:v>
                </c:pt>
                <c:pt idx="65353">
                  <c:v>2</c:v>
                </c:pt>
                <c:pt idx="65354">
                  <c:v>4</c:v>
                </c:pt>
                <c:pt idx="65355">
                  <c:v>6</c:v>
                </c:pt>
                <c:pt idx="65356">
                  <c:v>4</c:v>
                </c:pt>
                <c:pt idx="65357">
                  <c:v>1</c:v>
                </c:pt>
                <c:pt idx="65358">
                  <c:v>1</c:v>
                </c:pt>
                <c:pt idx="65359">
                  <c:v>3</c:v>
                </c:pt>
                <c:pt idx="65360">
                  <c:v>4</c:v>
                </c:pt>
                <c:pt idx="65361">
                  <c:v>1</c:v>
                </c:pt>
                <c:pt idx="65362">
                  <c:v>3</c:v>
                </c:pt>
                <c:pt idx="65363">
                  <c:v>2</c:v>
                </c:pt>
                <c:pt idx="65364">
                  <c:v>4</c:v>
                </c:pt>
                <c:pt idx="65365">
                  <c:v>3</c:v>
                </c:pt>
                <c:pt idx="65366">
                  <c:v>1</c:v>
                </c:pt>
                <c:pt idx="65367">
                  <c:v>2</c:v>
                </c:pt>
                <c:pt idx="65368">
                  <c:v>4</c:v>
                </c:pt>
                <c:pt idx="65369">
                  <c:v>0</c:v>
                </c:pt>
                <c:pt idx="65370">
                  <c:v>2</c:v>
                </c:pt>
                <c:pt idx="65371">
                  <c:v>3</c:v>
                </c:pt>
                <c:pt idx="65372">
                  <c:v>4</c:v>
                </c:pt>
                <c:pt idx="65373">
                  <c:v>2</c:v>
                </c:pt>
                <c:pt idx="65374">
                  <c:v>1</c:v>
                </c:pt>
                <c:pt idx="65375">
                  <c:v>4</c:v>
                </c:pt>
                <c:pt idx="65376">
                  <c:v>2</c:v>
                </c:pt>
                <c:pt idx="65377">
                  <c:v>4</c:v>
                </c:pt>
                <c:pt idx="65378">
                  <c:v>4</c:v>
                </c:pt>
                <c:pt idx="65379">
                  <c:v>4</c:v>
                </c:pt>
                <c:pt idx="65380">
                  <c:v>4</c:v>
                </c:pt>
                <c:pt idx="65381">
                  <c:v>3</c:v>
                </c:pt>
                <c:pt idx="65382">
                  <c:v>2</c:v>
                </c:pt>
                <c:pt idx="65383">
                  <c:v>8</c:v>
                </c:pt>
                <c:pt idx="65384">
                  <c:v>2</c:v>
                </c:pt>
                <c:pt idx="65385">
                  <c:v>3</c:v>
                </c:pt>
                <c:pt idx="65386">
                  <c:v>2</c:v>
                </c:pt>
                <c:pt idx="65387">
                  <c:v>2</c:v>
                </c:pt>
                <c:pt idx="65388">
                  <c:v>1</c:v>
                </c:pt>
                <c:pt idx="65389">
                  <c:v>2</c:v>
                </c:pt>
                <c:pt idx="65390">
                  <c:v>2</c:v>
                </c:pt>
                <c:pt idx="65391">
                  <c:v>3</c:v>
                </c:pt>
                <c:pt idx="65392">
                  <c:v>1</c:v>
                </c:pt>
                <c:pt idx="65393">
                  <c:v>1</c:v>
                </c:pt>
                <c:pt idx="65394">
                  <c:v>4</c:v>
                </c:pt>
                <c:pt idx="65395">
                  <c:v>2</c:v>
                </c:pt>
                <c:pt idx="65396">
                  <c:v>1</c:v>
                </c:pt>
                <c:pt idx="65397">
                  <c:v>2</c:v>
                </c:pt>
                <c:pt idx="65398">
                  <c:v>3</c:v>
                </c:pt>
                <c:pt idx="65399">
                  <c:v>4</c:v>
                </c:pt>
                <c:pt idx="65400">
                  <c:v>2</c:v>
                </c:pt>
                <c:pt idx="65401">
                  <c:v>3</c:v>
                </c:pt>
                <c:pt idx="65402">
                  <c:v>1</c:v>
                </c:pt>
                <c:pt idx="65403">
                  <c:v>1</c:v>
                </c:pt>
                <c:pt idx="65404">
                  <c:v>3</c:v>
                </c:pt>
                <c:pt idx="65405">
                  <c:v>1</c:v>
                </c:pt>
                <c:pt idx="65406">
                  <c:v>1</c:v>
                </c:pt>
                <c:pt idx="65407">
                  <c:v>2</c:v>
                </c:pt>
                <c:pt idx="65408">
                  <c:v>3</c:v>
                </c:pt>
                <c:pt idx="65409">
                  <c:v>3</c:v>
                </c:pt>
                <c:pt idx="65410">
                  <c:v>3</c:v>
                </c:pt>
                <c:pt idx="65411">
                  <c:v>3</c:v>
                </c:pt>
                <c:pt idx="65412">
                  <c:v>4</c:v>
                </c:pt>
                <c:pt idx="65413">
                  <c:v>2</c:v>
                </c:pt>
                <c:pt idx="65414">
                  <c:v>2</c:v>
                </c:pt>
                <c:pt idx="65415">
                  <c:v>1</c:v>
                </c:pt>
                <c:pt idx="65416">
                  <c:v>3</c:v>
                </c:pt>
                <c:pt idx="65417">
                  <c:v>2</c:v>
                </c:pt>
                <c:pt idx="65418">
                  <c:v>4</c:v>
                </c:pt>
                <c:pt idx="65419">
                  <c:v>1</c:v>
                </c:pt>
                <c:pt idx="65420">
                  <c:v>1</c:v>
                </c:pt>
                <c:pt idx="65421">
                  <c:v>5</c:v>
                </c:pt>
                <c:pt idx="65422">
                  <c:v>1</c:v>
                </c:pt>
                <c:pt idx="65423">
                  <c:v>3</c:v>
                </c:pt>
                <c:pt idx="65424">
                  <c:v>3</c:v>
                </c:pt>
                <c:pt idx="65425">
                  <c:v>3</c:v>
                </c:pt>
                <c:pt idx="65426">
                  <c:v>2</c:v>
                </c:pt>
                <c:pt idx="65427">
                  <c:v>2</c:v>
                </c:pt>
                <c:pt idx="65428">
                  <c:v>2</c:v>
                </c:pt>
                <c:pt idx="65429">
                  <c:v>1</c:v>
                </c:pt>
                <c:pt idx="65430">
                  <c:v>2</c:v>
                </c:pt>
                <c:pt idx="65431">
                  <c:v>3</c:v>
                </c:pt>
                <c:pt idx="65432">
                  <c:v>2</c:v>
                </c:pt>
                <c:pt idx="65433">
                  <c:v>1</c:v>
                </c:pt>
                <c:pt idx="65434">
                  <c:v>3</c:v>
                </c:pt>
                <c:pt idx="65435">
                  <c:v>3</c:v>
                </c:pt>
                <c:pt idx="65436">
                  <c:v>3</c:v>
                </c:pt>
                <c:pt idx="65437">
                  <c:v>3</c:v>
                </c:pt>
                <c:pt idx="65438">
                  <c:v>2</c:v>
                </c:pt>
                <c:pt idx="65439">
                  <c:v>3</c:v>
                </c:pt>
                <c:pt idx="65440">
                  <c:v>1</c:v>
                </c:pt>
                <c:pt idx="65441">
                  <c:v>2</c:v>
                </c:pt>
                <c:pt idx="65442">
                  <c:v>4</c:v>
                </c:pt>
                <c:pt idx="65443">
                  <c:v>5</c:v>
                </c:pt>
                <c:pt idx="65444">
                  <c:v>1</c:v>
                </c:pt>
                <c:pt idx="65445">
                  <c:v>2</c:v>
                </c:pt>
                <c:pt idx="65446">
                  <c:v>4</c:v>
                </c:pt>
                <c:pt idx="65447">
                  <c:v>1</c:v>
                </c:pt>
                <c:pt idx="65448">
                  <c:v>3</c:v>
                </c:pt>
                <c:pt idx="65449">
                  <c:v>-1</c:v>
                </c:pt>
                <c:pt idx="65450">
                  <c:v>1</c:v>
                </c:pt>
                <c:pt idx="65451">
                  <c:v>2</c:v>
                </c:pt>
                <c:pt idx="65452">
                  <c:v>3</c:v>
                </c:pt>
                <c:pt idx="65453">
                  <c:v>4</c:v>
                </c:pt>
                <c:pt idx="65454">
                  <c:v>2</c:v>
                </c:pt>
                <c:pt idx="65455">
                  <c:v>2</c:v>
                </c:pt>
                <c:pt idx="65456">
                  <c:v>2</c:v>
                </c:pt>
                <c:pt idx="65457">
                  <c:v>2</c:v>
                </c:pt>
                <c:pt idx="65458">
                  <c:v>2</c:v>
                </c:pt>
                <c:pt idx="65459">
                  <c:v>2</c:v>
                </c:pt>
                <c:pt idx="65460">
                  <c:v>4</c:v>
                </c:pt>
                <c:pt idx="65461">
                  <c:v>10</c:v>
                </c:pt>
                <c:pt idx="65462">
                  <c:v>0</c:v>
                </c:pt>
                <c:pt idx="65463">
                  <c:v>2</c:v>
                </c:pt>
                <c:pt idx="65464">
                  <c:v>8</c:v>
                </c:pt>
                <c:pt idx="65465">
                  <c:v>2</c:v>
                </c:pt>
                <c:pt idx="65466">
                  <c:v>2</c:v>
                </c:pt>
                <c:pt idx="65467">
                  <c:v>13</c:v>
                </c:pt>
                <c:pt idx="65468">
                  <c:v>3</c:v>
                </c:pt>
                <c:pt idx="65469">
                  <c:v>1</c:v>
                </c:pt>
                <c:pt idx="65470">
                  <c:v>2</c:v>
                </c:pt>
                <c:pt idx="65471">
                  <c:v>3</c:v>
                </c:pt>
                <c:pt idx="65472">
                  <c:v>3</c:v>
                </c:pt>
                <c:pt idx="65473">
                  <c:v>4</c:v>
                </c:pt>
                <c:pt idx="65474">
                  <c:v>3</c:v>
                </c:pt>
                <c:pt idx="65475">
                  <c:v>1</c:v>
                </c:pt>
                <c:pt idx="65476">
                  <c:v>5</c:v>
                </c:pt>
                <c:pt idx="65477">
                  <c:v>-3</c:v>
                </c:pt>
                <c:pt idx="65478">
                  <c:v>-5</c:v>
                </c:pt>
                <c:pt idx="65479">
                  <c:v>1</c:v>
                </c:pt>
                <c:pt idx="65480">
                  <c:v>2</c:v>
                </c:pt>
                <c:pt idx="65481">
                  <c:v>4</c:v>
                </c:pt>
                <c:pt idx="65482">
                  <c:v>-1</c:v>
                </c:pt>
                <c:pt idx="65483">
                  <c:v>5</c:v>
                </c:pt>
                <c:pt idx="65484">
                  <c:v>1</c:v>
                </c:pt>
                <c:pt idx="65485">
                  <c:v>1</c:v>
                </c:pt>
                <c:pt idx="65486">
                  <c:v>2</c:v>
                </c:pt>
                <c:pt idx="65487">
                  <c:v>6</c:v>
                </c:pt>
                <c:pt idx="65488">
                  <c:v>4</c:v>
                </c:pt>
                <c:pt idx="65489">
                  <c:v>5</c:v>
                </c:pt>
                <c:pt idx="65490">
                  <c:v>1</c:v>
                </c:pt>
                <c:pt idx="65491">
                  <c:v>2</c:v>
                </c:pt>
                <c:pt idx="65492">
                  <c:v>4</c:v>
                </c:pt>
                <c:pt idx="65493">
                  <c:v>1</c:v>
                </c:pt>
                <c:pt idx="65494">
                  <c:v>-4</c:v>
                </c:pt>
                <c:pt idx="65495">
                  <c:v>2</c:v>
                </c:pt>
                <c:pt idx="65496">
                  <c:v>0</c:v>
                </c:pt>
                <c:pt idx="65497">
                  <c:v>10</c:v>
                </c:pt>
                <c:pt idx="65498">
                  <c:v>3</c:v>
                </c:pt>
                <c:pt idx="65499">
                  <c:v>4</c:v>
                </c:pt>
                <c:pt idx="65500">
                  <c:v>2</c:v>
                </c:pt>
                <c:pt idx="65501">
                  <c:v>2</c:v>
                </c:pt>
                <c:pt idx="65502">
                  <c:v>2</c:v>
                </c:pt>
                <c:pt idx="65503">
                  <c:v>1</c:v>
                </c:pt>
                <c:pt idx="65504">
                  <c:v>1</c:v>
                </c:pt>
                <c:pt idx="65505">
                  <c:v>3</c:v>
                </c:pt>
                <c:pt idx="65506">
                  <c:v>2</c:v>
                </c:pt>
                <c:pt idx="65507">
                  <c:v>1</c:v>
                </c:pt>
                <c:pt idx="65508">
                  <c:v>3</c:v>
                </c:pt>
                <c:pt idx="65509">
                  <c:v>3</c:v>
                </c:pt>
                <c:pt idx="65510">
                  <c:v>2</c:v>
                </c:pt>
                <c:pt idx="65511">
                  <c:v>3</c:v>
                </c:pt>
                <c:pt idx="65512">
                  <c:v>2</c:v>
                </c:pt>
                <c:pt idx="65513">
                  <c:v>1</c:v>
                </c:pt>
                <c:pt idx="65514">
                  <c:v>1</c:v>
                </c:pt>
                <c:pt idx="65515">
                  <c:v>14</c:v>
                </c:pt>
                <c:pt idx="65516">
                  <c:v>3</c:v>
                </c:pt>
                <c:pt idx="65517">
                  <c:v>1</c:v>
                </c:pt>
                <c:pt idx="65518">
                  <c:v>4</c:v>
                </c:pt>
                <c:pt idx="65519">
                  <c:v>2</c:v>
                </c:pt>
                <c:pt idx="65520">
                  <c:v>-6</c:v>
                </c:pt>
                <c:pt idx="65521">
                  <c:v>4</c:v>
                </c:pt>
                <c:pt idx="65522">
                  <c:v>2</c:v>
                </c:pt>
                <c:pt idx="65523">
                  <c:v>3</c:v>
                </c:pt>
                <c:pt idx="65524">
                  <c:v>1</c:v>
                </c:pt>
                <c:pt idx="65525">
                  <c:v>1</c:v>
                </c:pt>
                <c:pt idx="65526">
                  <c:v>1</c:v>
                </c:pt>
                <c:pt idx="65527">
                  <c:v>1</c:v>
                </c:pt>
                <c:pt idx="65528">
                  <c:v>2</c:v>
                </c:pt>
                <c:pt idx="65529">
                  <c:v>0</c:v>
                </c:pt>
                <c:pt idx="65530">
                  <c:v>2</c:v>
                </c:pt>
                <c:pt idx="65531">
                  <c:v>1</c:v>
                </c:pt>
                <c:pt idx="65532">
                  <c:v>2</c:v>
                </c:pt>
                <c:pt idx="65533">
                  <c:v>2</c:v>
                </c:pt>
                <c:pt idx="65534">
                  <c:v>2</c:v>
                </c:pt>
                <c:pt idx="65535">
                  <c:v>5</c:v>
                </c:pt>
                <c:pt idx="65536">
                  <c:v>2</c:v>
                </c:pt>
                <c:pt idx="65537">
                  <c:v>4</c:v>
                </c:pt>
                <c:pt idx="65538">
                  <c:v>9</c:v>
                </c:pt>
                <c:pt idx="65539">
                  <c:v>2</c:v>
                </c:pt>
                <c:pt idx="65540">
                  <c:v>3</c:v>
                </c:pt>
                <c:pt idx="65541">
                  <c:v>2</c:v>
                </c:pt>
                <c:pt idx="65542">
                  <c:v>1</c:v>
                </c:pt>
                <c:pt idx="65543">
                  <c:v>3</c:v>
                </c:pt>
                <c:pt idx="65544">
                  <c:v>3</c:v>
                </c:pt>
                <c:pt idx="65545">
                  <c:v>1</c:v>
                </c:pt>
                <c:pt idx="65546">
                  <c:v>3</c:v>
                </c:pt>
                <c:pt idx="65547">
                  <c:v>3</c:v>
                </c:pt>
                <c:pt idx="65548">
                  <c:v>3</c:v>
                </c:pt>
                <c:pt idx="65549">
                  <c:v>3</c:v>
                </c:pt>
                <c:pt idx="65550">
                  <c:v>4</c:v>
                </c:pt>
                <c:pt idx="65551">
                  <c:v>1</c:v>
                </c:pt>
                <c:pt idx="65552">
                  <c:v>3</c:v>
                </c:pt>
                <c:pt idx="65553">
                  <c:v>3</c:v>
                </c:pt>
                <c:pt idx="65554">
                  <c:v>3</c:v>
                </c:pt>
                <c:pt idx="65555">
                  <c:v>6</c:v>
                </c:pt>
                <c:pt idx="65556">
                  <c:v>2</c:v>
                </c:pt>
                <c:pt idx="65557">
                  <c:v>1</c:v>
                </c:pt>
                <c:pt idx="65558">
                  <c:v>2</c:v>
                </c:pt>
                <c:pt idx="65559">
                  <c:v>6</c:v>
                </c:pt>
                <c:pt idx="65560">
                  <c:v>4</c:v>
                </c:pt>
                <c:pt idx="65561">
                  <c:v>1</c:v>
                </c:pt>
                <c:pt idx="65562">
                  <c:v>1</c:v>
                </c:pt>
                <c:pt idx="65563">
                  <c:v>4</c:v>
                </c:pt>
                <c:pt idx="65564">
                  <c:v>2</c:v>
                </c:pt>
                <c:pt idx="65565">
                  <c:v>3</c:v>
                </c:pt>
                <c:pt idx="65566">
                  <c:v>2</c:v>
                </c:pt>
                <c:pt idx="65567">
                  <c:v>6</c:v>
                </c:pt>
                <c:pt idx="65568">
                  <c:v>4</c:v>
                </c:pt>
                <c:pt idx="65569">
                  <c:v>4</c:v>
                </c:pt>
                <c:pt idx="65570">
                  <c:v>1</c:v>
                </c:pt>
                <c:pt idx="65571">
                  <c:v>2</c:v>
                </c:pt>
                <c:pt idx="65572">
                  <c:v>2</c:v>
                </c:pt>
                <c:pt idx="65573">
                  <c:v>3</c:v>
                </c:pt>
                <c:pt idx="65574">
                  <c:v>3</c:v>
                </c:pt>
                <c:pt idx="65575">
                  <c:v>1</c:v>
                </c:pt>
                <c:pt idx="65576">
                  <c:v>4</c:v>
                </c:pt>
                <c:pt idx="65577">
                  <c:v>4</c:v>
                </c:pt>
                <c:pt idx="65578">
                  <c:v>1</c:v>
                </c:pt>
                <c:pt idx="65579">
                  <c:v>3</c:v>
                </c:pt>
                <c:pt idx="65580">
                  <c:v>4</c:v>
                </c:pt>
                <c:pt idx="65581">
                  <c:v>3</c:v>
                </c:pt>
                <c:pt idx="65582">
                  <c:v>3</c:v>
                </c:pt>
                <c:pt idx="65583">
                  <c:v>2</c:v>
                </c:pt>
                <c:pt idx="65584">
                  <c:v>1</c:v>
                </c:pt>
                <c:pt idx="65585">
                  <c:v>2</c:v>
                </c:pt>
                <c:pt idx="65586">
                  <c:v>1</c:v>
                </c:pt>
                <c:pt idx="65587">
                  <c:v>2</c:v>
                </c:pt>
                <c:pt idx="65588">
                  <c:v>4</c:v>
                </c:pt>
                <c:pt idx="65589">
                  <c:v>1</c:v>
                </c:pt>
                <c:pt idx="65590">
                  <c:v>1</c:v>
                </c:pt>
                <c:pt idx="65591">
                  <c:v>4</c:v>
                </c:pt>
                <c:pt idx="65592">
                  <c:v>3</c:v>
                </c:pt>
                <c:pt idx="65593">
                  <c:v>3</c:v>
                </c:pt>
                <c:pt idx="65594">
                  <c:v>-10</c:v>
                </c:pt>
                <c:pt idx="65595">
                  <c:v>1</c:v>
                </c:pt>
                <c:pt idx="65596">
                  <c:v>1</c:v>
                </c:pt>
                <c:pt idx="65597">
                  <c:v>2</c:v>
                </c:pt>
                <c:pt idx="65598">
                  <c:v>3</c:v>
                </c:pt>
                <c:pt idx="65599">
                  <c:v>2</c:v>
                </c:pt>
                <c:pt idx="65600">
                  <c:v>6</c:v>
                </c:pt>
                <c:pt idx="65601">
                  <c:v>2</c:v>
                </c:pt>
                <c:pt idx="65602">
                  <c:v>3</c:v>
                </c:pt>
                <c:pt idx="65603">
                  <c:v>4</c:v>
                </c:pt>
                <c:pt idx="65604">
                  <c:v>2</c:v>
                </c:pt>
                <c:pt idx="65605">
                  <c:v>3</c:v>
                </c:pt>
                <c:pt idx="65606">
                  <c:v>2</c:v>
                </c:pt>
                <c:pt idx="65607">
                  <c:v>-2</c:v>
                </c:pt>
                <c:pt idx="65608">
                  <c:v>2</c:v>
                </c:pt>
                <c:pt idx="65609">
                  <c:v>-2</c:v>
                </c:pt>
                <c:pt idx="65610">
                  <c:v>-1</c:v>
                </c:pt>
                <c:pt idx="65611">
                  <c:v>1</c:v>
                </c:pt>
                <c:pt idx="65612">
                  <c:v>-2</c:v>
                </c:pt>
                <c:pt idx="65613">
                  <c:v>2</c:v>
                </c:pt>
                <c:pt idx="65614">
                  <c:v>3</c:v>
                </c:pt>
                <c:pt idx="65615">
                  <c:v>1</c:v>
                </c:pt>
                <c:pt idx="65616">
                  <c:v>1</c:v>
                </c:pt>
                <c:pt idx="65617">
                  <c:v>2</c:v>
                </c:pt>
                <c:pt idx="65618">
                  <c:v>1</c:v>
                </c:pt>
                <c:pt idx="65619">
                  <c:v>2</c:v>
                </c:pt>
                <c:pt idx="65620">
                  <c:v>4</c:v>
                </c:pt>
                <c:pt idx="65621">
                  <c:v>3</c:v>
                </c:pt>
                <c:pt idx="65622">
                  <c:v>4</c:v>
                </c:pt>
                <c:pt idx="65623">
                  <c:v>-4</c:v>
                </c:pt>
                <c:pt idx="65624">
                  <c:v>-2</c:v>
                </c:pt>
                <c:pt idx="65625">
                  <c:v>2</c:v>
                </c:pt>
                <c:pt idx="65626">
                  <c:v>1</c:v>
                </c:pt>
                <c:pt idx="65627">
                  <c:v>-1</c:v>
                </c:pt>
                <c:pt idx="65628">
                  <c:v>-2</c:v>
                </c:pt>
                <c:pt idx="65629">
                  <c:v>2</c:v>
                </c:pt>
                <c:pt idx="65630">
                  <c:v>1</c:v>
                </c:pt>
                <c:pt idx="65631">
                  <c:v>-1</c:v>
                </c:pt>
                <c:pt idx="65632">
                  <c:v>2</c:v>
                </c:pt>
                <c:pt idx="65633">
                  <c:v>-2</c:v>
                </c:pt>
                <c:pt idx="65634">
                  <c:v>0</c:v>
                </c:pt>
                <c:pt idx="65635">
                  <c:v>2</c:v>
                </c:pt>
                <c:pt idx="65636">
                  <c:v>0</c:v>
                </c:pt>
                <c:pt idx="65637">
                  <c:v>1</c:v>
                </c:pt>
                <c:pt idx="65638">
                  <c:v>4</c:v>
                </c:pt>
                <c:pt idx="65639">
                  <c:v>-4</c:v>
                </c:pt>
                <c:pt idx="65640">
                  <c:v>-2</c:v>
                </c:pt>
                <c:pt idx="65641">
                  <c:v>2</c:v>
                </c:pt>
                <c:pt idx="65642">
                  <c:v>3</c:v>
                </c:pt>
                <c:pt idx="65643">
                  <c:v>2</c:v>
                </c:pt>
                <c:pt idx="65644">
                  <c:v>0</c:v>
                </c:pt>
                <c:pt idx="65645">
                  <c:v>1</c:v>
                </c:pt>
                <c:pt idx="65646">
                  <c:v>1</c:v>
                </c:pt>
                <c:pt idx="65647">
                  <c:v>2</c:v>
                </c:pt>
                <c:pt idx="65648">
                  <c:v>-1</c:v>
                </c:pt>
                <c:pt idx="65649">
                  <c:v>1</c:v>
                </c:pt>
                <c:pt idx="65650">
                  <c:v>2</c:v>
                </c:pt>
                <c:pt idx="65651">
                  <c:v>-2</c:v>
                </c:pt>
                <c:pt idx="65652">
                  <c:v>2</c:v>
                </c:pt>
                <c:pt idx="65653">
                  <c:v>-2</c:v>
                </c:pt>
                <c:pt idx="65654">
                  <c:v>3</c:v>
                </c:pt>
                <c:pt idx="65655">
                  <c:v>-3</c:v>
                </c:pt>
                <c:pt idx="65656">
                  <c:v>-1</c:v>
                </c:pt>
                <c:pt idx="65657">
                  <c:v>1</c:v>
                </c:pt>
                <c:pt idx="65658">
                  <c:v>-2</c:v>
                </c:pt>
                <c:pt idx="65659">
                  <c:v>2</c:v>
                </c:pt>
                <c:pt idx="65660">
                  <c:v>2</c:v>
                </c:pt>
                <c:pt idx="65661">
                  <c:v>-2</c:v>
                </c:pt>
                <c:pt idx="65662">
                  <c:v>2</c:v>
                </c:pt>
                <c:pt idx="65663">
                  <c:v>-2</c:v>
                </c:pt>
                <c:pt idx="65664">
                  <c:v>-2</c:v>
                </c:pt>
                <c:pt idx="65665">
                  <c:v>2</c:v>
                </c:pt>
                <c:pt idx="65666">
                  <c:v>4</c:v>
                </c:pt>
                <c:pt idx="65667">
                  <c:v>-4</c:v>
                </c:pt>
                <c:pt idx="65668">
                  <c:v>-5</c:v>
                </c:pt>
                <c:pt idx="65669">
                  <c:v>5</c:v>
                </c:pt>
                <c:pt idx="65670">
                  <c:v>2</c:v>
                </c:pt>
                <c:pt idx="65671">
                  <c:v>3</c:v>
                </c:pt>
                <c:pt idx="65672">
                  <c:v>2</c:v>
                </c:pt>
                <c:pt idx="65673">
                  <c:v>2</c:v>
                </c:pt>
                <c:pt idx="65674">
                  <c:v>3</c:v>
                </c:pt>
                <c:pt idx="65675">
                  <c:v>3</c:v>
                </c:pt>
                <c:pt idx="65676">
                  <c:v>2</c:v>
                </c:pt>
                <c:pt idx="65677">
                  <c:v>3</c:v>
                </c:pt>
                <c:pt idx="65678">
                  <c:v>2</c:v>
                </c:pt>
                <c:pt idx="65679">
                  <c:v>2</c:v>
                </c:pt>
                <c:pt idx="65680">
                  <c:v>1</c:v>
                </c:pt>
                <c:pt idx="65681">
                  <c:v>2</c:v>
                </c:pt>
                <c:pt idx="65682">
                  <c:v>2</c:v>
                </c:pt>
                <c:pt idx="65683">
                  <c:v>2</c:v>
                </c:pt>
                <c:pt idx="65684">
                  <c:v>1</c:v>
                </c:pt>
                <c:pt idx="65685">
                  <c:v>2</c:v>
                </c:pt>
                <c:pt idx="65686">
                  <c:v>2</c:v>
                </c:pt>
                <c:pt idx="65687">
                  <c:v>-2</c:v>
                </c:pt>
                <c:pt idx="65688">
                  <c:v>2</c:v>
                </c:pt>
                <c:pt idx="65689">
                  <c:v>-2</c:v>
                </c:pt>
                <c:pt idx="65690">
                  <c:v>-2</c:v>
                </c:pt>
                <c:pt idx="65691">
                  <c:v>2</c:v>
                </c:pt>
                <c:pt idx="65692">
                  <c:v>2</c:v>
                </c:pt>
                <c:pt idx="65693">
                  <c:v>-2</c:v>
                </c:pt>
                <c:pt idx="65694">
                  <c:v>-2</c:v>
                </c:pt>
                <c:pt idx="65695">
                  <c:v>2</c:v>
                </c:pt>
                <c:pt idx="65696">
                  <c:v>2</c:v>
                </c:pt>
                <c:pt idx="65697">
                  <c:v>-2</c:v>
                </c:pt>
                <c:pt idx="65698">
                  <c:v>-2</c:v>
                </c:pt>
                <c:pt idx="65699">
                  <c:v>2</c:v>
                </c:pt>
                <c:pt idx="65700">
                  <c:v>2</c:v>
                </c:pt>
                <c:pt idx="65701">
                  <c:v>-2</c:v>
                </c:pt>
                <c:pt idx="65702">
                  <c:v>4</c:v>
                </c:pt>
                <c:pt idx="65703">
                  <c:v>-4</c:v>
                </c:pt>
                <c:pt idx="65704">
                  <c:v>1</c:v>
                </c:pt>
                <c:pt idx="65705">
                  <c:v>-1</c:v>
                </c:pt>
                <c:pt idx="65706">
                  <c:v>2</c:v>
                </c:pt>
                <c:pt idx="65707">
                  <c:v>3</c:v>
                </c:pt>
                <c:pt idx="65708">
                  <c:v>2</c:v>
                </c:pt>
                <c:pt idx="65709">
                  <c:v>3</c:v>
                </c:pt>
                <c:pt idx="65710">
                  <c:v>4</c:v>
                </c:pt>
                <c:pt idx="65711">
                  <c:v>4</c:v>
                </c:pt>
                <c:pt idx="65712">
                  <c:v>4</c:v>
                </c:pt>
                <c:pt idx="65713">
                  <c:v>2</c:v>
                </c:pt>
                <c:pt idx="65714">
                  <c:v>3</c:v>
                </c:pt>
                <c:pt idx="65715">
                  <c:v>2</c:v>
                </c:pt>
                <c:pt idx="65716">
                  <c:v>2</c:v>
                </c:pt>
                <c:pt idx="65717">
                  <c:v>-2</c:v>
                </c:pt>
                <c:pt idx="65718">
                  <c:v>3</c:v>
                </c:pt>
                <c:pt idx="65719">
                  <c:v>-3</c:v>
                </c:pt>
                <c:pt idx="65720">
                  <c:v>-2</c:v>
                </c:pt>
                <c:pt idx="65721">
                  <c:v>2</c:v>
                </c:pt>
                <c:pt idx="65722">
                  <c:v>-2</c:v>
                </c:pt>
                <c:pt idx="65723">
                  <c:v>2</c:v>
                </c:pt>
                <c:pt idx="65724">
                  <c:v>2</c:v>
                </c:pt>
                <c:pt idx="65725">
                  <c:v>-2</c:v>
                </c:pt>
                <c:pt idx="65726">
                  <c:v>2</c:v>
                </c:pt>
                <c:pt idx="65727">
                  <c:v>-2</c:v>
                </c:pt>
                <c:pt idx="65728">
                  <c:v>2</c:v>
                </c:pt>
                <c:pt idx="65729">
                  <c:v>-2</c:v>
                </c:pt>
                <c:pt idx="65730">
                  <c:v>-2</c:v>
                </c:pt>
                <c:pt idx="65731">
                  <c:v>2</c:v>
                </c:pt>
                <c:pt idx="65732">
                  <c:v>1</c:v>
                </c:pt>
                <c:pt idx="65733">
                  <c:v>-1</c:v>
                </c:pt>
                <c:pt idx="65734">
                  <c:v>-2</c:v>
                </c:pt>
                <c:pt idx="65735">
                  <c:v>2</c:v>
                </c:pt>
                <c:pt idx="65736">
                  <c:v>1</c:v>
                </c:pt>
                <c:pt idx="65737">
                  <c:v>1</c:v>
                </c:pt>
                <c:pt idx="65738">
                  <c:v>1</c:v>
                </c:pt>
                <c:pt idx="65739">
                  <c:v>1</c:v>
                </c:pt>
                <c:pt idx="65740">
                  <c:v>1</c:v>
                </c:pt>
                <c:pt idx="65741">
                  <c:v>1</c:v>
                </c:pt>
                <c:pt idx="65742">
                  <c:v>1</c:v>
                </c:pt>
                <c:pt idx="65743">
                  <c:v>1</c:v>
                </c:pt>
                <c:pt idx="65744">
                  <c:v>1</c:v>
                </c:pt>
                <c:pt idx="65745">
                  <c:v>2</c:v>
                </c:pt>
                <c:pt idx="65746">
                  <c:v>1</c:v>
                </c:pt>
                <c:pt idx="65747">
                  <c:v>1</c:v>
                </c:pt>
                <c:pt idx="65748">
                  <c:v>1</c:v>
                </c:pt>
                <c:pt idx="65749">
                  <c:v>-1</c:v>
                </c:pt>
                <c:pt idx="65750">
                  <c:v>1</c:v>
                </c:pt>
                <c:pt idx="65751">
                  <c:v>-2</c:v>
                </c:pt>
                <c:pt idx="65752">
                  <c:v>2</c:v>
                </c:pt>
                <c:pt idx="65753">
                  <c:v>-5</c:v>
                </c:pt>
                <c:pt idx="65754">
                  <c:v>-1</c:v>
                </c:pt>
                <c:pt idx="65755">
                  <c:v>1</c:v>
                </c:pt>
                <c:pt idx="65756">
                  <c:v>4</c:v>
                </c:pt>
                <c:pt idx="65757">
                  <c:v>-4</c:v>
                </c:pt>
                <c:pt idx="65758">
                  <c:v>-2</c:v>
                </c:pt>
                <c:pt idx="65759">
                  <c:v>2</c:v>
                </c:pt>
                <c:pt idx="65760">
                  <c:v>0</c:v>
                </c:pt>
                <c:pt idx="65761">
                  <c:v>6</c:v>
                </c:pt>
                <c:pt idx="65762">
                  <c:v>5</c:v>
                </c:pt>
                <c:pt idx="65763">
                  <c:v>-5</c:v>
                </c:pt>
                <c:pt idx="65764">
                  <c:v>1</c:v>
                </c:pt>
                <c:pt idx="65765">
                  <c:v>-2</c:v>
                </c:pt>
                <c:pt idx="65766">
                  <c:v>-1</c:v>
                </c:pt>
                <c:pt idx="65767">
                  <c:v>2</c:v>
                </c:pt>
                <c:pt idx="65768">
                  <c:v>-4</c:v>
                </c:pt>
                <c:pt idx="65769">
                  <c:v>4</c:v>
                </c:pt>
                <c:pt idx="65770">
                  <c:v>2</c:v>
                </c:pt>
                <c:pt idx="65771">
                  <c:v>5</c:v>
                </c:pt>
                <c:pt idx="65772">
                  <c:v>5</c:v>
                </c:pt>
                <c:pt idx="65773">
                  <c:v>9</c:v>
                </c:pt>
                <c:pt idx="65774">
                  <c:v>6</c:v>
                </c:pt>
                <c:pt idx="65775">
                  <c:v>16</c:v>
                </c:pt>
                <c:pt idx="65776">
                  <c:v>15</c:v>
                </c:pt>
                <c:pt idx="65777">
                  <c:v>3</c:v>
                </c:pt>
                <c:pt idx="65778">
                  <c:v>2</c:v>
                </c:pt>
                <c:pt idx="65779">
                  <c:v>-4</c:v>
                </c:pt>
                <c:pt idx="65780">
                  <c:v>4</c:v>
                </c:pt>
                <c:pt idx="65781">
                  <c:v>2</c:v>
                </c:pt>
                <c:pt idx="65782">
                  <c:v>-2</c:v>
                </c:pt>
                <c:pt idx="65783">
                  <c:v>-2</c:v>
                </c:pt>
                <c:pt idx="65784">
                  <c:v>2</c:v>
                </c:pt>
                <c:pt idx="65785">
                  <c:v>-1</c:v>
                </c:pt>
                <c:pt idx="65786">
                  <c:v>1</c:v>
                </c:pt>
                <c:pt idx="65787">
                  <c:v>-1</c:v>
                </c:pt>
                <c:pt idx="65788">
                  <c:v>1</c:v>
                </c:pt>
                <c:pt idx="65789">
                  <c:v>1</c:v>
                </c:pt>
                <c:pt idx="65790">
                  <c:v>-1</c:v>
                </c:pt>
                <c:pt idx="65791">
                  <c:v>3</c:v>
                </c:pt>
                <c:pt idx="65792">
                  <c:v>-3</c:v>
                </c:pt>
                <c:pt idx="65793">
                  <c:v>1</c:v>
                </c:pt>
                <c:pt idx="65794">
                  <c:v>-1</c:v>
                </c:pt>
                <c:pt idx="65795">
                  <c:v>1</c:v>
                </c:pt>
                <c:pt idx="65796">
                  <c:v>-1</c:v>
                </c:pt>
                <c:pt idx="65797">
                  <c:v>1</c:v>
                </c:pt>
                <c:pt idx="65798">
                  <c:v>-1</c:v>
                </c:pt>
                <c:pt idx="65799">
                  <c:v>-2</c:v>
                </c:pt>
                <c:pt idx="65800">
                  <c:v>2</c:v>
                </c:pt>
                <c:pt idx="65801">
                  <c:v>1</c:v>
                </c:pt>
                <c:pt idx="65802">
                  <c:v>1</c:v>
                </c:pt>
                <c:pt idx="65803">
                  <c:v>2</c:v>
                </c:pt>
                <c:pt idx="65804">
                  <c:v>1</c:v>
                </c:pt>
                <c:pt idx="65805">
                  <c:v>2</c:v>
                </c:pt>
                <c:pt idx="65806">
                  <c:v>1</c:v>
                </c:pt>
                <c:pt idx="65807">
                  <c:v>2</c:v>
                </c:pt>
                <c:pt idx="65808">
                  <c:v>1</c:v>
                </c:pt>
                <c:pt idx="65809">
                  <c:v>2</c:v>
                </c:pt>
                <c:pt idx="65810">
                  <c:v>2</c:v>
                </c:pt>
                <c:pt idx="65811">
                  <c:v>2</c:v>
                </c:pt>
                <c:pt idx="65812">
                  <c:v>3</c:v>
                </c:pt>
                <c:pt idx="65813">
                  <c:v>2</c:v>
                </c:pt>
                <c:pt idx="65814">
                  <c:v>2</c:v>
                </c:pt>
                <c:pt idx="65815">
                  <c:v>1</c:v>
                </c:pt>
                <c:pt idx="65816">
                  <c:v>1</c:v>
                </c:pt>
                <c:pt idx="65817">
                  <c:v>1</c:v>
                </c:pt>
                <c:pt idx="65818">
                  <c:v>-3</c:v>
                </c:pt>
                <c:pt idx="65819">
                  <c:v>3</c:v>
                </c:pt>
                <c:pt idx="65820">
                  <c:v>1</c:v>
                </c:pt>
                <c:pt idx="65821">
                  <c:v>-1</c:v>
                </c:pt>
                <c:pt idx="65822">
                  <c:v>2</c:v>
                </c:pt>
                <c:pt idx="65823">
                  <c:v>-2</c:v>
                </c:pt>
                <c:pt idx="65824">
                  <c:v>-1</c:v>
                </c:pt>
                <c:pt idx="65825">
                  <c:v>2</c:v>
                </c:pt>
                <c:pt idx="65826">
                  <c:v>-2</c:v>
                </c:pt>
                <c:pt idx="65827">
                  <c:v>-1</c:v>
                </c:pt>
                <c:pt idx="65828">
                  <c:v>1</c:v>
                </c:pt>
                <c:pt idx="65829">
                  <c:v>-6</c:v>
                </c:pt>
                <c:pt idx="65830">
                  <c:v>6</c:v>
                </c:pt>
                <c:pt idx="65831">
                  <c:v>1</c:v>
                </c:pt>
                <c:pt idx="65832">
                  <c:v>-1</c:v>
                </c:pt>
                <c:pt idx="65833">
                  <c:v>-2</c:v>
                </c:pt>
                <c:pt idx="65834">
                  <c:v>-12</c:v>
                </c:pt>
                <c:pt idx="65835">
                  <c:v>12</c:v>
                </c:pt>
                <c:pt idx="65836">
                  <c:v>3</c:v>
                </c:pt>
                <c:pt idx="65837">
                  <c:v>3</c:v>
                </c:pt>
                <c:pt idx="65838">
                  <c:v>2</c:v>
                </c:pt>
                <c:pt idx="65839">
                  <c:v>3</c:v>
                </c:pt>
                <c:pt idx="65840">
                  <c:v>3</c:v>
                </c:pt>
                <c:pt idx="65841">
                  <c:v>2</c:v>
                </c:pt>
                <c:pt idx="65842">
                  <c:v>3</c:v>
                </c:pt>
                <c:pt idx="65843">
                  <c:v>2</c:v>
                </c:pt>
                <c:pt idx="65844">
                  <c:v>3</c:v>
                </c:pt>
                <c:pt idx="65845">
                  <c:v>2</c:v>
                </c:pt>
                <c:pt idx="65846">
                  <c:v>1</c:v>
                </c:pt>
                <c:pt idx="65847">
                  <c:v>-2</c:v>
                </c:pt>
                <c:pt idx="65848">
                  <c:v>2</c:v>
                </c:pt>
                <c:pt idx="65849">
                  <c:v>2</c:v>
                </c:pt>
                <c:pt idx="65850">
                  <c:v>-2</c:v>
                </c:pt>
                <c:pt idx="65851">
                  <c:v>2</c:v>
                </c:pt>
                <c:pt idx="65852">
                  <c:v>-2</c:v>
                </c:pt>
                <c:pt idx="65853">
                  <c:v>1</c:v>
                </c:pt>
                <c:pt idx="65854">
                  <c:v>-1</c:v>
                </c:pt>
                <c:pt idx="65855">
                  <c:v>2</c:v>
                </c:pt>
                <c:pt idx="65856">
                  <c:v>-2</c:v>
                </c:pt>
                <c:pt idx="65857">
                  <c:v>1</c:v>
                </c:pt>
                <c:pt idx="65858">
                  <c:v>-1</c:v>
                </c:pt>
                <c:pt idx="65859">
                  <c:v>-1</c:v>
                </c:pt>
                <c:pt idx="65860">
                  <c:v>1</c:v>
                </c:pt>
                <c:pt idx="65861">
                  <c:v>1</c:v>
                </c:pt>
                <c:pt idx="65862">
                  <c:v>-1</c:v>
                </c:pt>
                <c:pt idx="65863">
                  <c:v>-3</c:v>
                </c:pt>
                <c:pt idx="65864">
                  <c:v>3</c:v>
                </c:pt>
                <c:pt idx="65865">
                  <c:v>1</c:v>
                </c:pt>
                <c:pt idx="65866">
                  <c:v>-1</c:v>
                </c:pt>
                <c:pt idx="65867">
                  <c:v>3</c:v>
                </c:pt>
                <c:pt idx="65868">
                  <c:v>3</c:v>
                </c:pt>
                <c:pt idx="65869">
                  <c:v>5</c:v>
                </c:pt>
                <c:pt idx="65870">
                  <c:v>4</c:v>
                </c:pt>
                <c:pt idx="65871">
                  <c:v>4</c:v>
                </c:pt>
                <c:pt idx="65872">
                  <c:v>3</c:v>
                </c:pt>
                <c:pt idx="65873">
                  <c:v>2</c:v>
                </c:pt>
                <c:pt idx="65874">
                  <c:v>3</c:v>
                </c:pt>
                <c:pt idx="65875">
                  <c:v>3</c:v>
                </c:pt>
                <c:pt idx="65876">
                  <c:v>3</c:v>
                </c:pt>
                <c:pt idx="65877">
                  <c:v>-2</c:v>
                </c:pt>
                <c:pt idx="65878">
                  <c:v>2</c:v>
                </c:pt>
                <c:pt idx="65879">
                  <c:v>2</c:v>
                </c:pt>
                <c:pt idx="65880">
                  <c:v>-2</c:v>
                </c:pt>
                <c:pt idx="65881">
                  <c:v>1</c:v>
                </c:pt>
                <c:pt idx="65882">
                  <c:v>-1</c:v>
                </c:pt>
                <c:pt idx="65883">
                  <c:v>2</c:v>
                </c:pt>
                <c:pt idx="65884">
                  <c:v>-2</c:v>
                </c:pt>
                <c:pt idx="65885">
                  <c:v>-3</c:v>
                </c:pt>
                <c:pt idx="65886">
                  <c:v>3</c:v>
                </c:pt>
                <c:pt idx="65887">
                  <c:v>1</c:v>
                </c:pt>
                <c:pt idx="65888">
                  <c:v>-1</c:v>
                </c:pt>
                <c:pt idx="65889">
                  <c:v>1</c:v>
                </c:pt>
                <c:pt idx="65890">
                  <c:v>0</c:v>
                </c:pt>
                <c:pt idx="65891">
                  <c:v>4</c:v>
                </c:pt>
                <c:pt idx="65892">
                  <c:v>-4</c:v>
                </c:pt>
                <c:pt idx="65893">
                  <c:v>2</c:v>
                </c:pt>
                <c:pt idx="65894">
                  <c:v>-2</c:v>
                </c:pt>
                <c:pt idx="65895">
                  <c:v>-9</c:v>
                </c:pt>
                <c:pt idx="65896">
                  <c:v>9</c:v>
                </c:pt>
                <c:pt idx="65897">
                  <c:v>1</c:v>
                </c:pt>
                <c:pt idx="65898">
                  <c:v>1</c:v>
                </c:pt>
                <c:pt idx="65899">
                  <c:v>1</c:v>
                </c:pt>
                <c:pt idx="65900">
                  <c:v>1</c:v>
                </c:pt>
                <c:pt idx="65901">
                  <c:v>1</c:v>
                </c:pt>
                <c:pt idx="65902">
                  <c:v>1</c:v>
                </c:pt>
                <c:pt idx="65903">
                  <c:v>1</c:v>
                </c:pt>
                <c:pt idx="65904">
                  <c:v>1</c:v>
                </c:pt>
                <c:pt idx="65905">
                  <c:v>1</c:v>
                </c:pt>
                <c:pt idx="65906">
                  <c:v>1</c:v>
                </c:pt>
                <c:pt idx="65907">
                  <c:v>2</c:v>
                </c:pt>
                <c:pt idx="65908">
                  <c:v>2</c:v>
                </c:pt>
                <c:pt idx="65909">
                  <c:v>1</c:v>
                </c:pt>
                <c:pt idx="65910">
                  <c:v>1</c:v>
                </c:pt>
                <c:pt idx="65911">
                  <c:v>1</c:v>
                </c:pt>
                <c:pt idx="65912">
                  <c:v>1</c:v>
                </c:pt>
                <c:pt idx="65913">
                  <c:v>1</c:v>
                </c:pt>
                <c:pt idx="65914">
                  <c:v>1</c:v>
                </c:pt>
                <c:pt idx="65915">
                  <c:v>1</c:v>
                </c:pt>
                <c:pt idx="65916">
                  <c:v>1</c:v>
                </c:pt>
                <c:pt idx="65917">
                  <c:v>-5</c:v>
                </c:pt>
                <c:pt idx="65918">
                  <c:v>-6</c:v>
                </c:pt>
                <c:pt idx="65919">
                  <c:v>5</c:v>
                </c:pt>
                <c:pt idx="65920">
                  <c:v>6</c:v>
                </c:pt>
                <c:pt idx="65921">
                  <c:v>-1</c:v>
                </c:pt>
                <c:pt idx="65922">
                  <c:v>1</c:v>
                </c:pt>
                <c:pt idx="65923">
                  <c:v>2</c:v>
                </c:pt>
                <c:pt idx="65924">
                  <c:v>-2</c:v>
                </c:pt>
                <c:pt idx="65925">
                  <c:v>3</c:v>
                </c:pt>
                <c:pt idx="65926">
                  <c:v>-3</c:v>
                </c:pt>
                <c:pt idx="65927">
                  <c:v>2</c:v>
                </c:pt>
                <c:pt idx="65928">
                  <c:v>-2</c:v>
                </c:pt>
                <c:pt idx="65929">
                  <c:v>1</c:v>
                </c:pt>
                <c:pt idx="65930">
                  <c:v>-1</c:v>
                </c:pt>
                <c:pt idx="65931">
                  <c:v>-10</c:v>
                </c:pt>
                <c:pt idx="65932">
                  <c:v>10</c:v>
                </c:pt>
                <c:pt idx="65933">
                  <c:v>2</c:v>
                </c:pt>
                <c:pt idx="65934">
                  <c:v>-2</c:v>
                </c:pt>
                <c:pt idx="65935">
                  <c:v>2</c:v>
                </c:pt>
                <c:pt idx="65936">
                  <c:v>-2</c:v>
                </c:pt>
                <c:pt idx="65937">
                  <c:v>2</c:v>
                </c:pt>
                <c:pt idx="65938">
                  <c:v>-2</c:v>
                </c:pt>
                <c:pt idx="65939">
                  <c:v>2</c:v>
                </c:pt>
                <c:pt idx="65940">
                  <c:v>2</c:v>
                </c:pt>
                <c:pt idx="65941">
                  <c:v>3</c:v>
                </c:pt>
                <c:pt idx="65942">
                  <c:v>2</c:v>
                </c:pt>
                <c:pt idx="65943">
                  <c:v>2</c:v>
                </c:pt>
                <c:pt idx="65944">
                  <c:v>3</c:v>
                </c:pt>
                <c:pt idx="65945">
                  <c:v>2</c:v>
                </c:pt>
                <c:pt idx="65946">
                  <c:v>2</c:v>
                </c:pt>
                <c:pt idx="65947">
                  <c:v>2</c:v>
                </c:pt>
                <c:pt idx="65948">
                  <c:v>1</c:v>
                </c:pt>
                <c:pt idx="65949">
                  <c:v>4</c:v>
                </c:pt>
                <c:pt idx="65950">
                  <c:v>4</c:v>
                </c:pt>
                <c:pt idx="65951">
                  <c:v>1</c:v>
                </c:pt>
                <c:pt idx="65952">
                  <c:v>1</c:v>
                </c:pt>
                <c:pt idx="65953">
                  <c:v>1</c:v>
                </c:pt>
                <c:pt idx="65954">
                  <c:v>1</c:v>
                </c:pt>
                <c:pt idx="65955">
                  <c:v>1</c:v>
                </c:pt>
                <c:pt idx="65956">
                  <c:v>2</c:v>
                </c:pt>
                <c:pt idx="65957">
                  <c:v>4</c:v>
                </c:pt>
                <c:pt idx="65958">
                  <c:v>2</c:v>
                </c:pt>
                <c:pt idx="65959">
                  <c:v>2</c:v>
                </c:pt>
                <c:pt idx="65960">
                  <c:v>4</c:v>
                </c:pt>
                <c:pt idx="65961">
                  <c:v>2</c:v>
                </c:pt>
                <c:pt idx="65962">
                  <c:v>5</c:v>
                </c:pt>
                <c:pt idx="65963">
                  <c:v>2</c:v>
                </c:pt>
                <c:pt idx="65964">
                  <c:v>5</c:v>
                </c:pt>
                <c:pt idx="65965">
                  <c:v>2</c:v>
                </c:pt>
                <c:pt idx="65966">
                  <c:v>4</c:v>
                </c:pt>
                <c:pt idx="65967">
                  <c:v>2</c:v>
                </c:pt>
                <c:pt idx="65968">
                  <c:v>1</c:v>
                </c:pt>
                <c:pt idx="65969">
                  <c:v>4</c:v>
                </c:pt>
                <c:pt idx="65970">
                  <c:v>3</c:v>
                </c:pt>
                <c:pt idx="65971">
                  <c:v>3</c:v>
                </c:pt>
                <c:pt idx="65972">
                  <c:v>1</c:v>
                </c:pt>
                <c:pt idx="65973">
                  <c:v>3</c:v>
                </c:pt>
                <c:pt idx="65974">
                  <c:v>3</c:v>
                </c:pt>
                <c:pt idx="65975">
                  <c:v>4</c:v>
                </c:pt>
                <c:pt idx="65976">
                  <c:v>-4</c:v>
                </c:pt>
                <c:pt idx="65977">
                  <c:v>-1</c:v>
                </c:pt>
                <c:pt idx="65978">
                  <c:v>1</c:v>
                </c:pt>
                <c:pt idx="65979">
                  <c:v>15</c:v>
                </c:pt>
                <c:pt idx="65980">
                  <c:v>-15</c:v>
                </c:pt>
                <c:pt idx="65981">
                  <c:v>2</c:v>
                </c:pt>
                <c:pt idx="65982">
                  <c:v>-2</c:v>
                </c:pt>
                <c:pt idx="65983">
                  <c:v>6</c:v>
                </c:pt>
                <c:pt idx="65984">
                  <c:v>6</c:v>
                </c:pt>
                <c:pt idx="65985">
                  <c:v>2</c:v>
                </c:pt>
                <c:pt idx="65986">
                  <c:v>3</c:v>
                </c:pt>
                <c:pt idx="65987">
                  <c:v>-3</c:v>
                </c:pt>
                <c:pt idx="65988">
                  <c:v>-2</c:v>
                </c:pt>
                <c:pt idx="65989">
                  <c:v>0</c:v>
                </c:pt>
                <c:pt idx="65990">
                  <c:v>-2</c:v>
                </c:pt>
                <c:pt idx="65991">
                  <c:v>2</c:v>
                </c:pt>
                <c:pt idx="65992">
                  <c:v>4</c:v>
                </c:pt>
                <c:pt idx="65993">
                  <c:v>5</c:v>
                </c:pt>
                <c:pt idx="65994">
                  <c:v>5</c:v>
                </c:pt>
                <c:pt idx="65995">
                  <c:v>4</c:v>
                </c:pt>
                <c:pt idx="65996">
                  <c:v>4</c:v>
                </c:pt>
                <c:pt idx="65997">
                  <c:v>4</c:v>
                </c:pt>
                <c:pt idx="65998">
                  <c:v>4</c:v>
                </c:pt>
                <c:pt idx="65999">
                  <c:v>4</c:v>
                </c:pt>
                <c:pt idx="66000">
                  <c:v>4</c:v>
                </c:pt>
                <c:pt idx="66001">
                  <c:v>4</c:v>
                </c:pt>
                <c:pt idx="66002">
                  <c:v>5</c:v>
                </c:pt>
                <c:pt idx="66003">
                  <c:v>4</c:v>
                </c:pt>
                <c:pt idx="66004">
                  <c:v>4</c:v>
                </c:pt>
                <c:pt idx="66005">
                  <c:v>4</c:v>
                </c:pt>
                <c:pt idx="66006">
                  <c:v>5</c:v>
                </c:pt>
                <c:pt idx="66007">
                  <c:v>4</c:v>
                </c:pt>
                <c:pt idx="66008">
                  <c:v>4</c:v>
                </c:pt>
                <c:pt idx="66009">
                  <c:v>5</c:v>
                </c:pt>
                <c:pt idx="66010">
                  <c:v>5</c:v>
                </c:pt>
                <c:pt idx="66011">
                  <c:v>5</c:v>
                </c:pt>
                <c:pt idx="66012">
                  <c:v>3</c:v>
                </c:pt>
                <c:pt idx="66013">
                  <c:v>2</c:v>
                </c:pt>
                <c:pt idx="66014">
                  <c:v>2</c:v>
                </c:pt>
                <c:pt idx="66015">
                  <c:v>1</c:v>
                </c:pt>
                <c:pt idx="66016">
                  <c:v>1</c:v>
                </c:pt>
                <c:pt idx="66017">
                  <c:v>2</c:v>
                </c:pt>
                <c:pt idx="66018">
                  <c:v>1</c:v>
                </c:pt>
                <c:pt idx="66019">
                  <c:v>1</c:v>
                </c:pt>
                <c:pt idx="66020">
                  <c:v>1</c:v>
                </c:pt>
                <c:pt idx="66021">
                  <c:v>1</c:v>
                </c:pt>
                <c:pt idx="66022">
                  <c:v>2</c:v>
                </c:pt>
                <c:pt idx="66023">
                  <c:v>3</c:v>
                </c:pt>
                <c:pt idx="66024">
                  <c:v>3</c:v>
                </c:pt>
                <c:pt idx="66025">
                  <c:v>1</c:v>
                </c:pt>
                <c:pt idx="66026">
                  <c:v>1</c:v>
                </c:pt>
                <c:pt idx="66027">
                  <c:v>1</c:v>
                </c:pt>
                <c:pt idx="66028">
                  <c:v>1</c:v>
                </c:pt>
                <c:pt idx="66029">
                  <c:v>1</c:v>
                </c:pt>
                <c:pt idx="66030">
                  <c:v>1</c:v>
                </c:pt>
                <c:pt idx="66031">
                  <c:v>1</c:v>
                </c:pt>
                <c:pt idx="66032">
                  <c:v>1</c:v>
                </c:pt>
                <c:pt idx="66033">
                  <c:v>1</c:v>
                </c:pt>
                <c:pt idx="66034">
                  <c:v>2</c:v>
                </c:pt>
                <c:pt idx="66035">
                  <c:v>1</c:v>
                </c:pt>
                <c:pt idx="66036">
                  <c:v>1</c:v>
                </c:pt>
                <c:pt idx="66037">
                  <c:v>3</c:v>
                </c:pt>
                <c:pt idx="66038">
                  <c:v>1</c:v>
                </c:pt>
                <c:pt idx="66039">
                  <c:v>1</c:v>
                </c:pt>
                <c:pt idx="66040">
                  <c:v>3</c:v>
                </c:pt>
                <c:pt idx="66041">
                  <c:v>1</c:v>
                </c:pt>
                <c:pt idx="66042">
                  <c:v>1</c:v>
                </c:pt>
                <c:pt idx="66043">
                  <c:v>1</c:v>
                </c:pt>
                <c:pt idx="66044">
                  <c:v>2</c:v>
                </c:pt>
                <c:pt idx="66045">
                  <c:v>2</c:v>
                </c:pt>
                <c:pt idx="66046">
                  <c:v>2</c:v>
                </c:pt>
                <c:pt idx="66047">
                  <c:v>2</c:v>
                </c:pt>
                <c:pt idx="66048">
                  <c:v>2</c:v>
                </c:pt>
                <c:pt idx="66049">
                  <c:v>2</c:v>
                </c:pt>
                <c:pt idx="66050">
                  <c:v>2</c:v>
                </c:pt>
                <c:pt idx="66051">
                  <c:v>3</c:v>
                </c:pt>
                <c:pt idx="66052">
                  <c:v>2</c:v>
                </c:pt>
                <c:pt idx="66053">
                  <c:v>2</c:v>
                </c:pt>
                <c:pt idx="66054">
                  <c:v>2</c:v>
                </c:pt>
                <c:pt idx="66055">
                  <c:v>2</c:v>
                </c:pt>
                <c:pt idx="66056">
                  <c:v>2</c:v>
                </c:pt>
                <c:pt idx="66057">
                  <c:v>3</c:v>
                </c:pt>
                <c:pt idx="66058">
                  <c:v>3</c:v>
                </c:pt>
                <c:pt idx="66059">
                  <c:v>2</c:v>
                </c:pt>
                <c:pt idx="66060">
                  <c:v>3</c:v>
                </c:pt>
                <c:pt idx="66061">
                  <c:v>2</c:v>
                </c:pt>
                <c:pt idx="66062">
                  <c:v>3</c:v>
                </c:pt>
                <c:pt idx="66063">
                  <c:v>3</c:v>
                </c:pt>
                <c:pt idx="66064">
                  <c:v>3</c:v>
                </c:pt>
                <c:pt idx="66065">
                  <c:v>3</c:v>
                </c:pt>
                <c:pt idx="66066">
                  <c:v>3</c:v>
                </c:pt>
                <c:pt idx="66067">
                  <c:v>8</c:v>
                </c:pt>
                <c:pt idx="66068">
                  <c:v>2</c:v>
                </c:pt>
                <c:pt idx="66069">
                  <c:v>3</c:v>
                </c:pt>
                <c:pt idx="66070">
                  <c:v>2</c:v>
                </c:pt>
                <c:pt idx="66071">
                  <c:v>3</c:v>
                </c:pt>
                <c:pt idx="66072">
                  <c:v>4</c:v>
                </c:pt>
                <c:pt idx="66073">
                  <c:v>3</c:v>
                </c:pt>
                <c:pt idx="66074">
                  <c:v>2</c:v>
                </c:pt>
                <c:pt idx="66075">
                  <c:v>4</c:v>
                </c:pt>
                <c:pt idx="66076">
                  <c:v>2</c:v>
                </c:pt>
                <c:pt idx="66077">
                  <c:v>5</c:v>
                </c:pt>
                <c:pt idx="66078">
                  <c:v>2</c:v>
                </c:pt>
                <c:pt idx="66079">
                  <c:v>1</c:v>
                </c:pt>
                <c:pt idx="66080">
                  <c:v>2</c:v>
                </c:pt>
                <c:pt idx="66081">
                  <c:v>2</c:v>
                </c:pt>
                <c:pt idx="66082">
                  <c:v>5</c:v>
                </c:pt>
                <c:pt idx="66083">
                  <c:v>2</c:v>
                </c:pt>
                <c:pt idx="66084">
                  <c:v>2</c:v>
                </c:pt>
                <c:pt idx="66085">
                  <c:v>1</c:v>
                </c:pt>
                <c:pt idx="66086">
                  <c:v>4</c:v>
                </c:pt>
                <c:pt idx="66087">
                  <c:v>1</c:v>
                </c:pt>
                <c:pt idx="66088">
                  <c:v>3</c:v>
                </c:pt>
                <c:pt idx="66089">
                  <c:v>2</c:v>
                </c:pt>
                <c:pt idx="66090">
                  <c:v>2</c:v>
                </c:pt>
                <c:pt idx="66091">
                  <c:v>1</c:v>
                </c:pt>
                <c:pt idx="66092">
                  <c:v>1</c:v>
                </c:pt>
                <c:pt idx="66093">
                  <c:v>1</c:v>
                </c:pt>
                <c:pt idx="66094">
                  <c:v>2</c:v>
                </c:pt>
                <c:pt idx="66095">
                  <c:v>1</c:v>
                </c:pt>
                <c:pt idx="66096">
                  <c:v>2</c:v>
                </c:pt>
                <c:pt idx="66097">
                  <c:v>1</c:v>
                </c:pt>
                <c:pt idx="66098">
                  <c:v>2</c:v>
                </c:pt>
                <c:pt idx="66099">
                  <c:v>1</c:v>
                </c:pt>
                <c:pt idx="66100">
                  <c:v>2</c:v>
                </c:pt>
                <c:pt idx="66101">
                  <c:v>2</c:v>
                </c:pt>
                <c:pt idx="66102">
                  <c:v>2</c:v>
                </c:pt>
                <c:pt idx="66103">
                  <c:v>1</c:v>
                </c:pt>
                <c:pt idx="66104">
                  <c:v>1</c:v>
                </c:pt>
                <c:pt idx="66105">
                  <c:v>2</c:v>
                </c:pt>
                <c:pt idx="66106">
                  <c:v>1</c:v>
                </c:pt>
                <c:pt idx="66107">
                  <c:v>2</c:v>
                </c:pt>
                <c:pt idx="66108">
                  <c:v>2</c:v>
                </c:pt>
                <c:pt idx="66109">
                  <c:v>1</c:v>
                </c:pt>
                <c:pt idx="66110">
                  <c:v>2</c:v>
                </c:pt>
                <c:pt idx="66111">
                  <c:v>1</c:v>
                </c:pt>
                <c:pt idx="66112">
                  <c:v>1</c:v>
                </c:pt>
                <c:pt idx="66113">
                  <c:v>1</c:v>
                </c:pt>
                <c:pt idx="66114">
                  <c:v>1</c:v>
                </c:pt>
                <c:pt idx="66115">
                  <c:v>1</c:v>
                </c:pt>
                <c:pt idx="66116">
                  <c:v>1</c:v>
                </c:pt>
                <c:pt idx="66117">
                  <c:v>1</c:v>
                </c:pt>
                <c:pt idx="66118">
                  <c:v>1</c:v>
                </c:pt>
                <c:pt idx="66119">
                  <c:v>1</c:v>
                </c:pt>
                <c:pt idx="66120">
                  <c:v>2</c:v>
                </c:pt>
                <c:pt idx="66121">
                  <c:v>9</c:v>
                </c:pt>
                <c:pt idx="66122">
                  <c:v>2</c:v>
                </c:pt>
                <c:pt idx="66123">
                  <c:v>8</c:v>
                </c:pt>
                <c:pt idx="66124">
                  <c:v>1</c:v>
                </c:pt>
                <c:pt idx="66125">
                  <c:v>8</c:v>
                </c:pt>
                <c:pt idx="66126">
                  <c:v>8</c:v>
                </c:pt>
                <c:pt idx="66127">
                  <c:v>3</c:v>
                </c:pt>
                <c:pt idx="66128">
                  <c:v>4</c:v>
                </c:pt>
                <c:pt idx="66129">
                  <c:v>2</c:v>
                </c:pt>
                <c:pt idx="66130">
                  <c:v>2</c:v>
                </c:pt>
                <c:pt idx="66131">
                  <c:v>2</c:v>
                </c:pt>
                <c:pt idx="66132">
                  <c:v>3</c:v>
                </c:pt>
                <c:pt idx="66133">
                  <c:v>3</c:v>
                </c:pt>
                <c:pt idx="66134">
                  <c:v>3</c:v>
                </c:pt>
                <c:pt idx="66135">
                  <c:v>3</c:v>
                </c:pt>
                <c:pt idx="66136">
                  <c:v>2</c:v>
                </c:pt>
                <c:pt idx="66137">
                  <c:v>3</c:v>
                </c:pt>
                <c:pt idx="66138">
                  <c:v>2</c:v>
                </c:pt>
                <c:pt idx="66139">
                  <c:v>2</c:v>
                </c:pt>
                <c:pt idx="66140">
                  <c:v>2</c:v>
                </c:pt>
                <c:pt idx="66141">
                  <c:v>2</c:v>
                </c:pt>
                <c:pt idx="66142">
                  <c:v>2</c:v>
                </c:pt>
                <c:pt idx="66143">
                  <c:v>3</c:v>
                </c:pt>
                <c:pt idx="66144">
                  <c:v>2</c:v>
                </c:pt>
                <c:pt idx="66145">
                  <c:v>3</c:v>
                </c:pt>
                <c:pt idx="66146">
                  <c:v>0</c:v>
                </c:pt>
                <c:pt idx="66147">
                  <c:v>3</c:v>
                </c:pt>
                <c:pt idx="66148">
                  <c:v>2</c:v>
                </c:pt>
                <c:pt idx="66149">
                  <c:v>2</c:v>
                </c:pt>
                <c:pt idx="66150">
                  <c:v>3</c:v>
                </c:pt>
                <c:pt idx="66151">
                  <c:v>2</c:v>
                </c:pt>
                <c:pt idx="66152">
                  <c:v>2</c:v>
                </c:pt>
                <c:pt idx="66153">
                  <c:v>3</c:v>
                </c:pt>
                <c:pt idx="66154">
                  <c:v>1</c:v>
                </c:pt>
                <c:pt idx="66155">
                  <c:v>1</c:v>
                </c:pt>
                <c:pt idx="66156">
                  <c:v>3</c:v>
                </c:pt>
                <c:pt idx="66157">
                  <c:v>2</c:v>
                </c:pt>
                <c:pt idx="66158">
                  <c:v>1</c:v>
                </c:pt>
                <c:pt idx="66159">
                  <c:v>1</c:v>
                </c:pt>
                <c:pt idx="66160">
                  <c:v>2</c:v>
                </c:pt>
                <c:pt idx="66161">
                  <c:v>3</c:v>
                </c:pt>
                <c:pt idx="66162">
                  <c:v>3</c:v>
                </c:pt>
                <c:pt idx="66163">
                  <c:v>2</c:v>
                </c:pt>
                <c:pt idx="66164">
                  <c:v>3</c:v>
                </c:pt>
                <c:pt idx="66165">
                  <c:v>3</c:v>
                </c:pt>
                <c:pt idx="66166">
                  <c:v>3</c:v>
                </c:pt>
                <c:pt idx="66167">
                  <c:v>2</c:v>
                </c:pt>
                <c:pt idx="66168">
                  <c:v>2</c:v>
                </c:pt>
                <c:pt idx="66169">
                  <c:v>3</c:v>
                </c:pt>
                <c:pt idx="66170">
                  <c:v>3</c:v>
                </c:pt>
                <c:pt idx="66171">
                  <c:v>3</c:v>
                </c:pt>
                <c:pt idx="66172">
                  <c:v>3</c:v>
                </c:pt>
                <c:pt idx="66173">
                  <c:v>2</c:v>
                </c:pt>
                <c:pt idx="66174">
                  <c:v>3</c:v>
                </c:pt>
                <c:pt idx="66175">
                  <c:v>2</c:v>
                </c:pt>
                <c:pt idx="66176">
                  <c:v>4</c:v>
                </c:pt>
                <c:pt idx="66177">
                  <c:v>3</c:v>
                </c:pt>
                <c:pt idx="66178">
                  <c:v>10</c:v>
                </c:pt>
                <c:pt idx="66179">
                  <c:v>7</c:v>
                </c:pt>
                <c:pt idx="66180">
                  <c:v>10</c:v>
                </c:pt>
                <c:pt idx="66181">
                  <c:v>7</c:v>
                </c:pt>
                <c:pt idx="66182">
                  <c:v>5</c:v>
                </c:pt>
                <c:pt idx="66183">
                  <c:v>4</c:v>
                </c:pt>
                <c:pt idx="66184">
                  <c:v>4</c:v>
                </c:pt>
                <c:pt idx="66185">
                  <c:v>3</c:v>
                </c:pt>
                <c:pt idx="66186">
                  <c:v>1</c:v>
                </c:pt>
                <c:pt idx="66187">
                  <c:v>6</c:v>
                </c:pt>
                <c:pt idx="66188">
                  <c:v>2</c:v>
                </c:pt>
                <c:pt idx="66189">
                  <c:v>2</c:v>
                </c:pt>
                <c:pt idx="66190">
                  <c:v>4</c:v>
                </c:pt>
                <c:pt idx="66191">
                  <c:v>3</c:v>
                </c:pt>
                <c:pt idx="66192">
                  <c:v>3</c:v>
                </c:pt>
                <c:pt idx="66193">
                  <c:v>5</c:v>
                </c:pt>
                <c:pt idx="66194">
                  <c:v>2</c:v>
                </c:pt>
                <c:pt idx="66195">
                  <c:v>3</c:v>
                </c:pt>
                <c:pt idx="66196">
                  <c:v>2</c:v>
                </c:pt>
                <c:pt idx="66197">
                  <c:v>3</c:v>
                </c:pt>
                <c:pt idx="66198">
                  <c:v>3</c:v>
                </c:pt>
                <c:pt idx="66199">
                  <c:v>2</c:v>
                </c:pt>
                <c:pt idx="66200">
                  <c:v>2</c:v>
                </c:pt>
                <c:pt idx="66201">
                  <c:v>3</c:v>
                </c:pt>
                <c:pt idx="66202">
                  <c:v>5</c:v>
                </c:pt>
                <c:pt idx="66203">
                  <c:v>3</c:v>
                </c:pt>
                <c:pt idx="66204">
                  <c:v>4</c:v>
                </c:pt>
                <c:pt idx="66205">
                  <c:v>4</c:v>
                </c:pt>
                <c:pt idx="66206">
                  <c:v>4</c:v>
                </c:pt>
                <c:pt idx="66207">
                  <c:v>3</c:v>
                </c:pt>
                <c:pt idx="66208">
                  <c:v>4</c:v>
                </c:pt>
                <c:pt idx="66209">
                  <c:v>2</c:v>
                </c:pt>
                <c:pt idx="66210">
                  <c:v>4</c:v>
                </c:pt>
                <c:pt idx="66211">
                  <c:v>3</c:v>
                </c:pt>
                <c:pt idx="66212">
                  <c:v>6</c:v>
                </c:pt>
                <c:pt idx="66213">
                  <c:v>2</c:v>
                </c:pt>
                <c:pt idx="66214">
                  <c:v>2</c:v>
                </c:pt>
                <c:pt idx="66215">
                  <c:v>3</c:v>
                </c:pt>
                <c:pt idx="66216">
                  <c:v>6</c:v>
                </c:pt>
                <c:pt idx="66217">
                  <c:v>2</c:v>
                </c:pt>
                <c:pt idx="66218">
                  <c:v>2</c:v>
                </c:pt>
                <c:pt idx="66219">
                  <c:v>2</c:v>
                </c:pt>
                <c:pt idx="66220">
                  <c:v>3</c:v>
                </c:pt>
                <c:pt idx="66221">
                  <c:v>5</c:v>
                </c:pt>
                <c:pt idx="66222">
                  <c:v>2</c:v>
                </c:pt>
                <c:pt idx="66223">
                  <c:v>2</c:v>
                </c:pt>
                <c:pt idx="66224">
                  <c:v>4</c:v>
                </c:pt>
                <c:pt idx="66225">
                  <c:v>4</c:v>
                </c:pt>
                <c:pt idx="66226">
                  <c:v>4</c:v>
                </c:pt>
                <c:pt idx="66227">
                  <c:v>2</c:v>
                </c:pt>
                <c:pt idx="66228">
                  <c:v>3</c:v>
                </c:pt>
                <c:pt idx="66229">
                  <c:v>2</c:v>
                </c:pt>
                <c:pt idx="66230">
                  <c:v>3</c:v>
                </c:pt>
                <c:pt idx="66231">
                  <c:v>1</c:v>
                </c:pt>
                <c:pt idx="66232">
                  <c:v>3</c:v>
                </c:pt>
                <c:pt idx="66233">
                  <c:v>2</c:v>
                </c:pt>
                <c:pt idx="66234">
                  <c:v>2</c:v>
                </c:pt>
                <c:pt idx="66235">
                  <c:v>1</c:v>
                </c:pt>
                <c:pt idx="66236">
                  <c:v>2</c:v>
                </c:pt>
                <c:pt idx="66237">
                  <c:v>2</c:v>
                </c:pt>
                <c:pt idx="66238">
                  <c:v>1</c:v>
                </c:pt>
                <c:pt idx="66239">
                  <c:v>2</c:v>
                </c:pt>
                <c:pt idx="66240">
                  <c:v>2</c:v>
                </c:pt>
                <c:pt idx="66241">
                  <c:v>1</c:v>
                </c:pt>
                <c:pt idx="66242">
                  <c:v>2</c:v>
                </c:pt>
                <c:pt idx="66243">
                  <c:v>2</c:v>
                </c:pt>
                <c:pt idx="66244">
                  <c:v>2</c:v>
                </c:pt>
                <c:pt idx="66245">
                  <c:v>3</c:v>
                </c:pt>
                <c:pt idx="66246">
                  <c:v>2</c:v>
                </c:pt>
                <c:pt idx="66247">
                  <c:v>3</c:v>
                </c:pt>
                <c:pt idx="66248">
                  <c:v>2</c:v>
                </c:pt>
                <c:pt idx="66249">
                  <c:v>2</c:v>
                </c:pt>
                <c:pt idx="66250">
                  <c:v>2</c:v>
                </c:pt>
                <c:pt idx="66251">
                  <c:v>2</c:v>
                </c:pt>
                <c:pt idx="66252">
                  <c:v>3</c:v>
                </c:pt>
                <c:pt idx="66253">
                  <c:v>2</c:v>
                </c:pt>
                <c:pt idx="66254">
                  <c:v>1</c:v>
                </c:pt>
                <c:pt idx="66255">
                  <c:v>1</c:v>
                </c:pt>
                <c:pt idx="66256">
                  <c:v>2</c:v>
                </c:pt>
                <c:pt idx="66257">
                  <c:v>2</c:v>
                </c:pt>
                <c:pt idx="66258">
                  <c:v>2</c:v>
                </c:pt>
                <c:pt idx="66259">
                  <c:v>2</c:v>
                </c:pt>
                <c:pt idx="66260">
                  <c:v>1</c:v>
                </c:pt>
                <c:pt idx="66261">
                  <c:v>1</c:v>
                </c:pt>
                <c:pt idx="66262">
                  <c:v>2</c:v>
                </c:pt>
                <c:pt idx="66263">
                  <c:v>1</c:v>
                </c:pt>
                <c:pt idx="66264">
                  <c:v>1</c:v>
                </c:pt>
                <c:pt idx="66265">
                  <c:v>2</c:v>
                </c:pt>
                <c:pt idx="66266">
                  <c:v>2</c:v>
                </c:pt>
                <c:pt idx="66267">
                  <c:v>2</c:v>
                </c:pt>
                <c:pt idx="66268">
                  <c:v>2</c:v>
                </c:pt>
                <c:pt idx="66269">
                  <c:v>2</c:v>
                </c:pt>
                <c:pt idx="66270">
                  <c:v>2</c:v>
                </c:pt>
                <c:pt idx="66271">
                  <c:v>2</c:v>
                </c:pt>
                <c:pt idx="66272">
                  <c:v>2</c:v>
                </c:pt>
                <c:pt idx="66273">
                  <c:v>1</c:v>
                </c:pt>
                <c:pt idx="66274">
                  <c:v>2</c:v>
                </c:pt>
                <c:pt idx="66275">
                  <c:v>2</c:v>
                </c:pt>
                <c:pt idx="66276">
                  <c:v>1</c:v>
                </c:pt>
                <c:pt idx="66277">
                  <c:v>2</c:v>
                </c:pt>
                <c:pt idx="66278">
                  <c:v>2</c:v>
                </c:pt>
                <c:pt idx="66279">
                  <c:v>3</c:v>
                </c:pt>
                <c:pt idx="66280">
                  <c:v>5</c:v>
                </c:pt>
                <c:pt idx="66281">
                  <c:v>3</c:v>
                </c:pt>
                <c:pt idx="66282">
                  <c:v>2</c:v>
                </c:pt>
                <c:pt idx="66283">
                  <c:v>2</c:v>
                </c:pt>
                <c:pt idx="66284">
                  <c:v>2</c:v>
                </c:pt>
                <c:pt idx="66285">
                  <c:v>2</c:v>
                </c:pt>
                <c:pt idx="66286">
                  <c:v>3</c:v>
                </c:pt>
                <c:pt idx="66287">
                  <c:v>6</c:v>
                </c:pt>
                <c:pt idx="66288">
                  <c:v>8</c:v>
                </c:pt>
                <c:pt idx="66289">
                  <c:v>8</c:v>
                </c:pt>
                <c:pt idx="66290">
                  <c:v>3</c:v>
                </c:pt>
                <c:pt idx="66291">
                  <c:v>4</c:v>
                </c:pt>
                <c:pt idx="66292">
                  <c:v>3</c:v>
                </c:pt>
                <c:pt idx="66293">
                  <c:v>2</c:v>
                </c:pt>
                <c:pt idx="66294">
                  <c:v>3</c:v>
                </c:pt>
                <c:pt idx="66295">
                  <c:v>3</c:v>
                </c:pt>
                <c:pt idx="66296">
                  <c:v>3</c:v>
                </c:pt>
                <c:pt idx="66297">
                  <c:v>3</c:v>
                </c:pt>
                <c:pt idx="66298">
                  <c:v>3</c:v>
                </c:pt>
                <c:pt idx="66299">
                  <c:v>1</c:v>
                </c:pt>
                <c:pt idx="66300">
                  <c:v>1</c:v>
                </c:pt>
                <c:pt idx="66301">
                  <c:v>3</c:v>
                </c:pt>
                <c:pt idx="66302">
                  <c:v>3</c:v>
                </c:pt>
                <c:pt idx="66303">
                  <c:v>3</c:v>
                </c:pt>
                <c:pt idx="66304">
                  <c:v>1</c:v>
                </c:pt>
                <c:pt idx="66305">
                  <c:v>2</c:v>
                </c:pt>
                <c:pt idx="66306">
                  <c:v>2</c:v>
                </c:pt>
                <c:pt idx="66307">
                  <c:v>2</c:v>
                </c:pt>
                <c:pt idx="66308">
                  <c:v>2</c:v>
                </c:pt>
                <c:pt idx="66309">
                  <c:v>2</c:v>
                </c:pt>
                <c:pt idx="66310">
                  <c:v>1</c:v>
                </c:pt>
                <c:pt idx="66311">
                  <c:v>2</c:v>
                </c:pt>
                <c:pt idx="66312">
                  <c:v>2</c:v>
                </c:pt>
                <c:pt idx="66313">
                  <c:v>2</c:v>
                </c:pt>
                <c:pt idx="66314">
                  <c:v>1</c:v>
                </c:pt>
                <c:pt idx="66315">
                  <c:v>2</c:v>
                </c:pt>
                <c:pt idx="66316">
                  <c:v>3</c:v>
                </c:pt>
                <c:pt idx="66317">
                  <c:v>2</c:v>
                </c:pt>
                <c:pt idx="66318">
                  <c:v>2</c:v>
                </c:pt>
                <c:pt idx="66319">
                  <c:v>1</c:v>
                </c:pt>
                <c:pt idx="66320">
                  <c:v>2</c:v>
                </c:pt>
                <c:pt idx="66321">
                  <c:v>1</c:v>
                </c:pt>
                <c:pt idx="66322">
                  <c:v>2</c:v>
                </c:pt>
                <c:pt idx="66323">
                  <c:v>2</c:v>
                </c:pt>
                <c:pt idx="66324">
                  <c:v>1</c:v>
                </c:pt>
                <c:pt idx="66325">
                  <c:v>2</c:v>
                </c:pt>
                <c:pt idx="66326">
                  <c:v>1</c:v>
                </c:pt>
                <c:pt idx="66327">
                  <c:v>2</c:v>
                </c:pt>
                <c:pt idx="66328">
                  <c:v>2</c:v>
                </c:pt>
                <c:pt idx="66329">
                  <c:v>1</c:v>
                </c:pt>
                <c:pt idx="66330">
                  <c:v>2</c:v>
                </c:pt>
                <c:pt idx="66331">
                  <c:v>2</c:v>
                </c:pt>
                <c:pt idx="66332">
                  <c:v>1</c:v>
                </c:pt>
                <c:pt idx="66333">
                  <c:v>1</c:v>
                </c:pt>
                <c:pt idx="66334">
                  <c:v>2</c:v>
                </c:pt>
                <c:pt idx="66335">
                  <c:v>1</c:v>
                </c:pt>
                <c:pt idx="66336">
                  <c:v>2</c:v>
                </c:pt>
                <c:pt idx="66337">
                  <c:v>2</c:v>
                </c:pt>
                <c:pt idx="66338">
                  <c:v>3</c:v>
                </c:pt>
                <c:pt idx="66339">
                  <c:v>3</c:v>
                </c:pt>
                <c:pt idx="66340">
                  <c:v>2</c:v>
                </c:pt>
                <c:pt idx="66341">
                  <c:v>1</c:v>
                </c:pt>
                <c:pt idx="66342">
                  <c:v>2</c:v>
                </c:pt>
                <c:pt idx="66343">
                  <c:v>3</c:v>
                </c:pt>
                <c:pt idx="66344">
                  <c:v>4</c:v>
                </c:pt>
                <c:pt idx="66345">
                  <c:v>2</c:v>
                </c:pt>
                <c:pt idx="66346">
                  <c:v>2</c:v>
                </c:pt>
                <c:pt idx="66347">
                  <c:v>2</c:v>
                </c:pt>
                <c:pt idx="66348">
                  <c:v>3</c:v>
                </c:pt>
                <c:pt idx="66349">
                  <c:v>3</c:v>
                </c:pt>
                <c:pt idx="66350">
                  <c:v>1</c:v>
                </c:pt>
                <c:pt idx="66351">
                  <c:v>3</c:v>
                </c:pt>
                <c:pt idx="66352">
                  <c:v>2</c:v>
                </c:pt>
                <c:pt idx="66353">
                  <c:v>3</c:v>
                </c:pt>
                <c:pt idx="66354">
                  <c:v>2</c:v>
                </c:pt>
                <c:pt idx="66355">
                  <c:v>2</c:v>
                </c:pt>
                <c:pt idx="66356">
                  <c:v>3</c:v>
                </c:pt>
                <c:pt idx="66357">
                  <c:v>1</c:v>
                </c:pt>
                <c:pt idx="66358">
                  <c:v>3</c:v>
                </c:pt>
                <c:pt idx="66359">
                  <c:v>7</c:v>
                </c:pt>
                <c:pt idx="66360">
                  <c:v>6</c:v>
                </c:pt>
                <c:pt idx="66361">
                  <c:v>5</c:v>
                </c:pt>
                <c:pt idx="66362">
                  <c:v>5</c:v>
                </c:pt>
                <c:pt idx="66363">
                  <c:v>4</c:v>
                </c:pt>
                <c:pt idx="66364">
                  <c:v>3</c:v>
                </c:pt>
                <c:pt idx="66365">
                  <c:v>3</c:v>
                </c:pt>
                <c:pt idx="66366">
                  <c:v>2</c:v>
                </c:pt>
                <c:pt idx="66367">
                  <c:v>2</c:v>
                </c:pt>
                <c:pt idx="66368">
                  <c:v>2</c:v>
                </c:pt>
                <c:pt idx="66369">
                  <c:v>3</c:v>
                </c:pt>
                <c:pt idx="66370">
                  <c:v>3</c:v>
                </c:pt>
                <c:pt idx="66371">
                  <c:v>3</c:v>
                </c:pt>
                <c:pt idx="66372">
                  <c:v>3</c:v>
                </c:pt>
                <c:pt idx="66373">
                  <c:v>2</c:v>
                </c:pt>
                <c:pt idx="66374">
                  <c:v>3</c:v>
                </c:pt>
                <c:pt idx="66375">
                  <c:v>3</c:v>
                </c:pt>
                <c:pt idx="66376">
                  <c:v>4</c:v>
                </c:pt>
                <c:pt idx="66377">
                  <c:v>3</c:v>
                </c:pt>
                <c:pt idx="66378">
                  <c:v>6</c:v>
                </c:pt>
                <c:pt idx="66379">
                  <c:v>3</c:v>
                </c:pt>
                <c:pt idx="66380">
                  <c:v>4</c:v>
                </c:pt>
                <c:pt idx="66381">
                  <c:v>4</c:v>
                </c:pt>
                <c:pt idx="66382">
                  <c:v>4</c:v>
                </c:pt>
                <c:pt idx="66383">
                  <c:v>3</c:v>
                </c:pt>
                <c:pt idx="66384">
                  <c:v>6</c:v>
                </c:pt>
                <c:pt idx="66385">
                  <c:v>1</c:v>
                </c:pt>
                <c:pt idx="66386">
                  <c:v>2</c:v>
                </c:pt>
                <c:pt idx="66387">
                  <c:v>1</c:v>
                </c:pt>
                <c:pt idx="66388">
                  <c:v>1</c:v>
                </c:pt>
                <c:pt idx="66389">
                  <c:v>2</c:v>
                </c:pt>
                <c:pt idx="66390">
                  <c:v>1</c:v>
                </c:pt>
                <c:pt idx="66391">
                  <c:v>1</c:v>
                </c:pt>
                <c:pt idx="66392">
                  <c:v>3</c:v>
                </c:pt>
                <c:pt idx="66393">
                  <c:v>2</c:v>
                </c:pt>
                <c:pt idx="66394">
                  <c:v>1</c:v>
                </c:pt>
                <c:pt idx="66395">
                  <c:v>4</c:v>
                </c:pt>
                <c:pt idx="66396">
                  <c:v>2</c:v>
                </c:pt>
                <c:pt idx="66397">
                  <c:v>1</c:v>
                </c:pt>
                <c:pt idx="66398">
                  <c:v>3</c:v>
                </c:pt>
                <c:pt idx="66399">
                  <c:v>3</c:v>
                </c:pt>
                <c:pt idx="66400">
                  <c:v>2</c:v>
                </c:pt>
                <c:pt idx="66401">
                  <c:v>2</c:v>
                </c:pt>
                <c:pt idx="66402">
                  <c:v>3</c:v>
                </c:pt>
                <c:pt idx="66403">
                  <c:v>3</c:v>
                </c:pt>
                <c:pt idx="66404">
                  <c:v>2</c:v>
                </c:pt>
                <c:pt idx="66405">
                  <c:v>2</c:v>
                </c:pt>
                <c:pt idx="66406">
                  <c:v>2</c:v>
                </c:pt>
                <c:pt idx="66407">
                  <c:v>5</c:v>
                </c:pt>
                <c:pt idx="66408">
                  <c:v>3</c:v>
                </c:pt>
                <c:pt idx="66409">
                  <c:v>3</c:v>
                </c:pt>
                <c:pt idx="66410">
                  <c:v>5</c:v>
                </c:pt>
                <c:pt idx="66411">
                  <c:v>1</c:v>
                </c:pt>
                <c:pt idx="66412">
                  <c:v>5</c:v>
                </c:pt>
                <c:pt idx="66413">
                  <c:v>3</c:v>
                </c:pt>
                <c:pt idx="66414">
                  <c:v>3</c:v>
                </c:pt>
                <c:pt idx="66415">
                  <c:v>2</c:v>
                </c:pt>
                <c:pt idx="66416">
                  <c:v>2</c:v>
                </c:pt>
                <c:pt idx="66417">
                  <c:v>2</c:v>
                </c:pt>
                <c:pt idx="66418">
                  <c:v>3</c:v>
                </c:pt>
                <c:pt idx="66419">
                  <c:v>7</c:v>
                </c:pt>
                <c:pt idx="66420">
                  <c:v>2</c:v>
                </c:pt>
                <c:pt idx="66421">
                  <c:v>3</c:v>
                </c:pt>
                <c:pt idx="66422">
                  <c:v>4</c:v>
                </c:pt>
                <c:pt idx="66423">
                  <c:v>5</c:v>
                </c:pt>
                <c:pt idx="66424">
                  <c:v>6</c:v>
                </c:pt>
                <c:pt idx="66425">
                  <c:v>1</c:v>
                </c:pt>
                <c:pt idx="66426">
                  <c:v>3</c:v>
                </c:pt>
                <c:pt idx="66427">
                  <c:v>2</c:v>
                </c:pt>
                <c:pt idx="66428">
                  <c:v>5</c:v>
                </c:pt>
                <c:pt idx="66429">
                  <c:v>2</c:v>
                </c:pt>
                <c:pt idx="66430">
                  <c:v>2</c:v>
                </c:pt>
                <c:pt idx="66431">
                  <c:v>2</c:v>
                </c:pt>
                <c:pt idx="66432">
                  <c:v>2</c:v>
                </c:pt>
                <c:pt idx="66433">
                  <c:v>4</c:v>
                </c:pt>
                <c:pt idx="66434">
                  <c:v>2</c:v>
                </c:pt>
                <c:pt idx="66435">
                  <c:v>1</c:v>
                </c:pt>
                <c:pt idx="66436">
                  <c:v>3</c:v>
                </c:pt>
                <c:pt idx="66437">
                  <c:v>3</c:v>
                </c:pt>
                <c:pt idx="66438">
                  <c:v>2</c:v>
                </c:pt>
                <c:pt idx="66439">
                  <c:v>1</c:v>
                </c:pt>
                <c:pt idx="66440">
                  <c:v>2</c:v>
                </c:pt>
                <c:pt idx="66441">
                  <c:v>1</c:v>
                </c:pt>
                <c:pt idx="66442">
                  <c:v>1</c:v>
                </c:pt>
                <c:pt idx="66443">
                  <c:v>1</c:v>
                </c:pt>
                <c:pt idx="66444">
                  <c:v>2</c:v>
                </c:pt>
                <c:pt idx="66445">
                  <c:v>1</c:v>
                </c:pt>
                <c:pt idx="66446">
                  <c:v>2</c:v>
                </c:pt>
                <c:pt idx="66447">
                  <c:v>2</c:v>
                </c:pt>
                <c:pt idx="66448">
                  <c:v>2</c:v>
                </c:pt>
                <c:pt idx="66449">
                  <c:v>1</c:v>
                </c:pt>
                <c:pt idx="66450">
                  <c:v>1</c:v>
                </c:pt>
                <c:pt idx="66451">
                  <c:v>1</c:v>
                </c:pt>
                <c:pt idx="66452">
                  <c:v>1</c:v>
                </c:pt>
                <c:pt idx="66453">
                  <c:v>1</c:v>
                </c:pt>
                <c:pt idx="66454">
                  <c:v>2</c:v>
                </c:pt>
                <c:pt idx="66455">
                  <c:v>5</c:v>
                </c:pt>
                <c:pt idx="66456">
                  <c:v>4</c:v>
                </c:pt>
                <c:pt idx="66457">
                  <c:v>5</c:v>
                </c:pt>
                <c:pt idx="66458">
                  <c:v>5</c:v>
                </c:pt>
                <c:pt idx="66459">
                  <c:v>3</c:v>
                </c:pt>
                <c:pt idx="66460">
                  <c:v>4</c:v>
                </c:pt>
                <c:pt idx="66461">
                  <c:v>4</c:v>
                </c:pt>
                <c:pt idx="66462">
                  <c:v>3</c:v>
                </c:pt>
                <c:pt idx="66463">
                  <c:v>5</c:v>
                </c:pt>
                <c:pt idx="66464">
                  <c:v>2</c:v>
                </c:pt>
                <c:pt idx="66465">
                  <c:v>4</c:v>
                </c:pt>
                <c:pt idx="66466">
                  <c:v>4</c:v>
                </c:pt>
                <c:pt idx="66467">
                  <c:v>4</c:v>
                </c:pt>
                <c:pt idx="66468">
                  <c:v>6</c:v>
                </c:pt>
                <c:pt idx="66469">
                  <c:v>5</c:v>
                </c:pt>
                <c:pt idx="66470">
                  <c:v>5</c:v>
                </c:pt>
                <c:pt idx="66471">
                  <c:v>4</c:v>
                </c:pt>
                <c:pt idx="66472">
                  <c:v>5</c:v>
                </c:pt>
                <c:pt idx="66473">
                  <c:v>6</c:v>
                </c:pt>
                <c:pt idx="66474">
                  <c:v>4</c:v>
                </c:pt>
                <c:pt idx="66475">
                  <c:v>2</c:v>
                </c:pt>
                <c:pt idx="66476">
                  <c:v>1</c:v>
                </c:pt>
                <c:pt idx="66477">
                  <c:v>2</c:v>
                </c:pt>
                <c:pt idx="66478">
                  <c:v>2</c:v>
                </c:pt>
                <c:pt idx="66479">
                  <c:v>1</c:v>
                </c:pt>
                <c:pt idx="66480">
                  <c:v>2</c:v>
                </c:pt>
                <c:pt idx="66481">
                  <c:v>2</c:v>
                </c:pt>
                <c:pt idx="66482">
                  <c:v>2</c:v>
                </c:pt>
                <c:pt idx="66483">
                  <c:v>1</c:v>
                </c:pt>
                <c:pt idx="66484">
                  <c:v>1</c:v>
                </c:pt>
                <c:pt idx="66485">
                  <c:v>1</c:v>
                </c:pt>
                <c:pt idx="66486">
                  <c:v>1</c:v>
                </c:pt>
                <c:pt idx="66487">
                  <c:v>1</c:v>
                </c:pt>
                <c:pt idx="66488">
                  <c:v>1</c:v>
                </c:pt>
                <c:pt idx="66489">
                  <c:v>1</c:v>
                </c:pt>
                <c:pt idx="66490">
                  <c:v>1</c:v>
                </c:pt>
                <c:pt idx="66491">
                  <c:v>2</c:v>
                </c:pt>
                <c:pt idx="66492">
                  <c:v>1</c:v>
                </c:pt>
                <c:pt idx="66493">
                  <c:v>1</c:v>
                </c:pt>
                <c:pt idx="66494">
                  <c:v>1</c:v>
                </c:pt>
                <c:pt idx="66495">
                  <c:v>1</c:v>
                </c:pt>
                <c:pt idx="66496">
                  <c:v>1</c:v>
                </c:pt>
                <c:pt idx="66497">
                  <c:v>1</c:v>
                </c:pt>
                <c:pt idx="66498">
                  <c:v>1</c:v>
                </c:pt>
                <c:pt idx="66499">
                  <c:v>1</c:v>
                </c:pt>
                <c:pt idx="66500">
                  <c:v>1</c:v>
                </c:pt>
                <c:pt idx="66501">
                  <c:v>2</c:v>
                </c:pt>
                <c:pt idx="66502">
                  <c:v>1</c:v>
                </c:pt>
                <c:pt idx="66503">
                  <c:v>1</c:v>
                </c:pt>
                <c:pt idx="66504">
                  <c:v>2</c:v>
                </c:pt>
                <c:pt idx="66505">
                  <c:v>1</c:v>
                </c:pt>
                <c:pt idx="66506">
                  <c:v>2</c:v>
                </c:pt>
                <c:pt idx="66507">
                  <c:v>2</c:v>
                </c:pt>
                <c:pt idx="66508">
                  <c:v>2</c:v>
                </c:pt>
                <c:pt idx="66509">
                  <c:v>1</c:v>
                </c:pt>
                <c:pt idx="66510">
                  <c:v>1</c:v>
                </c:pt>
                <c:pt idx="66511">
                  <c:v>2</c:v>
                </c:pt>
                <c:pt idx="66512">
                  <c:v>2</c:v>
                </c:pt>
                <c:pt idx="66513">
                  <c:v>2</c:v>
                </c:pt>
                <c:pt idx="66514">
                  <c:v>1</c:v>
                </c:pt>
                <c:pt idx="66515">
                  <c:v>1</c:v>
                </c:pt>
                <c:pt idx="66516">
                  <c:v>1</c:v>
                </c:pt>
                <c:pt idx="66517">
                  <c:v>2</c:v>
                </c:pt>
                <c:pt idx="66518">
                  <c:v>1</c:v>
                </c:pt>
                <c:pt idx="66519">
                  <c:v>1</c:v>
                </c:pt>
                <c:pt idx="66520">
                  <c:v>1</c:v>
                </c:pt>
                <c:pt idx="66521">
                  <c:v>2</c:v>
                </c:pt>
                <c:pt idx="66522">
                  <c:v>1</c:v>
                </c:pt>
                <c:pt idx="66523">
                  <c:v>1</c:v>
                </c:pt>
                <c:pt idx="66524">
                  <c:v>1</c:v>
                </c:pt>
                <c:pt idx="66525">
                  <c:v>2</c:v>
                </c:pt>
                <c:pt idx="66526">
                  <c:v>2</c:v>
                </c:pt>
                <c:pt idx="66527">
                  <c:v>2</c:v>
                </c:pt>
                <c:pt idx="66528">
                  <c:v>2</c:v>
                </c:pt>
                <c:pt idx="66529">
                  <c:v>1</c:v>
                </c:pt>
                <c:pt idx="66530">
                  <c:v>1</c:v>
                </c:pt>
                <c:pt idx="66531">
                  <c:v>2</c:v>
                </c:pt>
                <c:pt idx="66532">
                  <c:v>1</c:v>
                </c:pt>
                <c:pt idx="66533">
                  <c:v>2</c:v>
                </c:pt>
                <c:pt idx="66534">
                  <c:v>2</c:v>
                </c:pt>
                <c:pt idx="66535">
                  <c:v>1</c:v>
                </c:pt>
                <c:pt idx="66536">
                  <c:v>1</c:v>
                </c:pt>
                <c:pt idx="66537">
                  <c:v>1</c:v>
                </c:pt>
                <c:pt idx="66538">
                  <c:v>2</c:v>
                </c:pt>
                <c:pt idx="66539">
                  <c:v>3</c:v>
                </c:pt>
                <c:pt idx="66540">
                  <c:v>3</c:v>
                </c:pt>
                <c:pt idx="66541">
                  <c:v>2</c:v>
                </c:pt>
                <c:pt idx="66542">
                  <c:v>2</c:v>
                </c:pt>
                <c:pt idx="66543">
                  <c:v>3</c:v>
                </c:pt>
                <c:pt idx="66544">
                  <c:v>1</c:v>
                </c:pt>
                <c:pt idx="66545">
                  <c:v>3</c:v>
                </c:pt>
                <c:pt idx="66546">
                  <c:v>1</c:v>
                </c:pt>
                <c:pt idx="66547">
                  <c:v>1</c:v>
                </c:pt>
                <c:pt idx="66548">
                  <c:v>2</c:v>
                </c:pt>
                <c:pt idx="66549">
                  <c:v>1</c:v>
                </c:pt>
                <c:pt idx="66550">
                  <c:v>3</c:v>
                </c:pt>
                <c:pt idx="66551">
                  <c:v>2</c:v>
                </c:pt>
                <c:pt idx="66552">
                  <c:v>1</c:v>
                </c:pt>
                <c:pt idx="66553">
                  <c:v>1</c:v>
                </c:pt>
                <c:pt idx="66554">
                  <c:v>1</c:v>
                </c:pt>
                <c:pt idx="66555">
                  <c:v>1</c:v>
                </c:pt>
                <c:pt idx="66556">
                  <c:v>2</c:v>
                </c:pt>
                <c:pt idx="66557">
                  <c:v>1</c:v>
                </c:pt>
                <c:pt idx="66558">
                  <c:v>1</c:v>
                </c:pt>
                <c:pt idx="66559">
                  <c:v>2</c:v>
                </c:pt>
                <c:pt idx="66560">
                  <c:v>2</c:v>
                </c:pt>
                <c:pt idx="66561">
                  <c:v>1</c:v>
                </c:pt>
                <c:pt idx="66562">
                  <c:v>1</c:v>
                </c:pt>
                <c:pt idx="66563">
                  <c:v>2</c:v>
                </c:pt>
                <c:pt idx="66564">
                  <c:v>2</c:v>
                </c:pt>
                <c:pt idx="66565">
                  <c:v>2</c:v>
                </c:pt>
                <c:pt idx="66566">
                  <c:v>2</c:v>
                </c:pt>
                <c:pt idx="66567">
                  <c:v>2</c:v>
                </c:pt>
                <c:pt idx="66568">
                  <c:v>2</c:v>
                </c:pt>
                <c:pt idx="66569">
                  <c:v>2</c:v>
                </c:pt>
                <c:pt idx="66570">
                  <c:v>2</c:v>
                </c:pt>
                <c:pt idx="66571">
                  <c:v>2</c:v>
                </c:pt>
                <c:pt idx="66572">
                  <c:v>2</c:v>
                </c:pt>
                <c:pt idx="66573">
                  <c:v>2</c:v>
                </c:pt>
                <c:pt idx="66574">
                  <c:v>2</c:v>
                </c:pt>
                <c:pt idx="66575">
                  <c:v>2</c:v>
                </c:pt>
                <c:pt idx="66576">
                  <c:v>2</c:v>
                </c:pt>
                <c:pt idx="66577">
                  <c:v>2</c:v>
                </c:pt>
                <c:pt idx="66578">
                  <c:v>2</c:v>
                </c:pt>
                <c:pt idx="66579">
                  <c:v>1</c:v>
                </c:pt>
                <c:pt idx="66580">
                  <c:v>3</c:v>
                </c:pt>
                <c:pt idx="66581">
                  <c:v>5</c:v>
                </c:pt>
                <c:pt idx="66582">
                  <c:v>5</c:v>
                </c:pt>
                <c:pt idx="66583">
                  <c:v>8</c:v>
                </c:pt>
                <c:pt idx="66584">
                  <c:v>3</c:v>
                </c:pt>
                <c:pt idx="66585">
                  <c:v>2</c:v>
                </c:pt>
                <c:pt idx="66586">
                  <c:v>4</c:v>
                </c:pt>
                <c:pt idx="66587">
                  <c:v>5</c:v>
                </c:pt>
                <c:pt idx="66588">
                  <c:v>5</c:v>
                </c:pt>
                <c:pt idx="66589">
                  <c:v>3</c:v>
                </c:pt>
                <c:pt idx="66590">
                  <c:v>2</c:v>
                </c:pt>
                <c:pt idx="66591">
                  <c:v>2</c:v>
                </c:pt>
                <c:pt idx="66592">
                  <c:v>2</c:v>
                </c:pt>
                <c:pt idx="66593">
                  <c:v>2</c:v>
                </c:pt>
                <c:pt idx="66594">
                  <c:v>2</c:v>
                </c:pt>
                <c:pt idx="66595">
                  <c:v>2</c:v>
                </c:pt>
                <c:pt idx="66596">
                  <c:v>2</c:v>
                </c:pt>
                <c:pt idx="66597">
                  <c:v>2</c:v>
                </c:pt>
                <c:pt idx="66598">
                  <c:v>2</c:v>
                </c:pt>
                <c:pt idx="66599">
                  <c:v>3</c:v>
                </c:pt>
                <c:pt idx="66600">
                  <c:v>2</c:v>
                </c:pt>
                <c:pt idx="66601">
                  <c:v>3</c:v>
                </c:pt>
                <c:pt idx="66602">
                  <c:v>2</c:v>
                </c:pt>
                <c:pt idx="66603">
                  <c:v>2</c:v>
                </c:pt>
                <c:pt idx="66604">
                  <c:v>3</c:v>
                </c:pt>
                <c:pt idx="66605">
                  <c:v>2</c:v>
                </c:pt>
                <c:pt idx="66606">
                  <c:v>2</c:v>
                </c:pt>
                <c:pt idx="66607">
                  <c:v>3</c:v>
                </c:pt>
                <c:pt idx="66608">
                  <c:v>2</c:v>
                </c:pt>
                <c:pt idx="66609">
                  <c:v>2</c:v>
                </c:pt>
                <c:pt idx="66610">
                  <c:v>6</c:v>
                </c:pt>
                <c:pt idx="66611">
                  <c:v>2</c:v>
                </c:pt>
                <c:pt idx="66612">
                  <c:v>3</c:v>
                </c:pt>
                <c:pt idx="66613">
                  <c:v>4</c:v>
                </c:pt>
                <c:pt idx="66614">
                  <c:v>3</c:v>
                </c:pt>
                <c:pt idx="66615">
                  <c:v>4</c:v>
                </c:pt>
                <c:pt idx="66616">
                  <c:v>3</c:v>
                </c:pt>
                <c:pt idx="66617">
                  <c:v>4</c:v>
                </c:pt>
                <c:pt idx="66618">
                  <c:v>3</c:v>
                </c:pt>
                <c:pt idx="66619">
                  <c:v>1</c:v>
                </c:pt>
                <c:pt idx="66620">
                  <c:v>4</c:v>
                </c:pt>
                <c:pt idx="66621">
                  <c:v>5</c:v>
                </c:pt>
                <c:pt idx="66622">
                  <c:v>4</c:v>
                </c:pt>
                <c:pt idx="66623">
                  <c:v>5</c:v>
                </c:pt>
                <c:pt idx="66624">
                  <c:v>5</c:v>
                </c:pt>
                <c:pt idx="66625">
                  <c:v>5</c:v>
                </c:pt>
                <c:pt idx="66626">
                  <c:v>2</c:v>
                </c:pt>
                <c:pt idx="66627">
                  <c:v>2</c:v>
                </c:pt>
                <c:pt idx="66628">
                  <c:v>1</c:v>
                </c:pt>
                <c:pt idx="66629">
                  <c:v>2</c:v>
                </c:pt>
                <c:pt idx="66630">
                  <c:v>2</c:v>
                </c:pt>
                <c:pt idx="66631">
                  <c:v>2</c:v>
                </c:pt>
                <c:pt idx="66632">
                  <c:v>2</c:v>
                </c:pt>
                <c:pt idx="66633">
                  <c:v>2</c:v>
                </c:pt>
                <c:pt idx="66634">
                  <c:v>2</c:v>
                </c:pt>
                <c:pt idx="66635">
                  <c:v>4</c:v>
                </c:pt>
                <c:pt idx="66636">
                  <c:v>4</c:v>
                </c:pt>
                <c:pt idx="66637">
                  <c:v>2</c:v>
                </c:pt>
                <c:pt idx="66638">
                  <c:v>1</c:v>
                </c:pt>
                <c:pt idx="66639">
                  <c:v>3</c:v>
                </c:pt>
                <c:pt idx="66640">
                  <c:v>2</c:v>
                </c:pt>
                <c:pt idx="66641">
                  <c:v>3</c:v>
                </c:pt>
                <c:pt idx="66642">
                  <c:v>3</c:v>
                </c:pt>
                <c:pt idx="66643">
                  <c:v>1</c:v>
                </c:pt>
                <c:pt idx="66644">
                  <c:v>2</c:v>
                </c:pt>
                <c:pt idx="66645">
                  <c:v>3</c:v>
                </c:pt>
                <c:pt idx="66646">
                  <c:v>1</c:v>
                </c:pt>
                <c:pt idx="66647">
                  <c:v>3</c:v>
                </c:pt>
                <c:pt idx="66648">
                  <c:v>4</c:v>
                </c:pt>
                <c:pt idx="66649">
                  <c:v>2</c:v>
                </c:pt>
                <c:pt idx="66650">
                  <c:v>1</c:v>
                </c:pt>
                <c:pt idx="66651">
                  <c:v>2</c:v>
                </c:pt>
                <c:pt idx="66652">
                  <c:v>2</c:v>
                </c:pt>
                <c:pt idx="66653">
                  <c:v>1</c:v>
                </c:pt>
                <c:pt idx="66654">
                  <c:v>1</c:v>
                </c:pt>
                <c:pt idx="66655">
                  <c:v>4</c:v>
                </c:pt>
                <c:pt idx="66656">
                  <c:v>3</c:v>
                </c:pt>
                <c:pt idx="66657">
                  <c:v>6</c:v>
                </c:pt>
                <c:pt idx="66658">
                  <c:v>6</c:v>
                </c:pt>
                <c:pt idx="66659">
                  <c:v>6</c:v>
                </c:pt>
                <c:pt idx="66660">
                  <c:v>6</c:v>
                </c:pt>
                <c:pt idx="66661">
                  <c:v>5</c:v>
                </c:pt>
                <c:pt idx="66662">
                  <c:v>7</c:v>
                </c:pt>
                <c:pt idx="66663">
                  <c:v>6</c:v>
                </c:pt>
                <c:pt idx="66664">
                  <c:v>6</c:v>
                </c:pt>
                <c:pt idx="66665">
                  <c:v>6</c:v>
                </c:pt>
                <c:pt idx="66666">
                  <c:v>6</c:v>
                </c:pt>
                <c:pt idx="66667">
                  <c:v>5</c:v>
                </c:pt>
                <c:pt idx="66668">
                  <c:v>6</c:v>
                </c:pt>
                <c:pt idx="66669">
                  <c:v>6</c:v>
                </c:pt>
                <c:pt idx="66670">
                  <c:v>2</c:v>
                </c:pt>
                <c:pt idx="66671">
                  <c:v>1</c:v>
                </c:pt>
                <c:pt idx="66672">
                  <c:v>1</c:v>
                </c:pt>
                <c:pt idx="66673">
                  <c:v>1</c:v>
                </c:pt>
                <c:pt idx="66674">
                  <c:v>1</c:v>
                </c:pt>
                <c:pt idx="66675">
                  <c:v>1</c:v>
                </c:pt>
                <c:pt idx="66676">
                  <c:v>1</c:v>
                </c:pt>
                <c:pt idx="66677">
                  <c:v>1</c:v>
                </c:pt>
                <c:pt idx="66678">
                  <c:v>2</c:v>
                </c:pt>
                <c:pt idx="66679">
                  <c:v>1</c:v>
                </c:pt>
                <c:pt idx="66680">
                  <c:v>1</c:v>
                </c:pt>
                <c:pt idx="66681">
                  <c:v>2</c:v>
                </c:pt>
                <c:pt idx="66682">
                  <c:v>1</c:v>
                </c:pt>
                <c:pt idx="66683">
                  <c:v>2</c:v>
                </c:pt>
                <c:pt idx="66684">
                  <c:v>3</c:v>
                </c:pt>
                <c:pt idx="66685">
                  <c:v>2</c:v>
                </c:pt>
                <c:pt idx="66686">
                  <c:v>2</c:v>
                </c:pt>
                <c:pt idx="66687">
                  <c:v>3</c:v>
                </c:pt>
                <c:pt idx="66688">
                  <c:v>0</c:v>
                </c:pt>
                <c:pt idx="66689">
                  <c:v>2</c:v>
                </c:pt>
                <c:pt idx="66690">
                  <c:v>2</c:v>
                </c:pt>
                <c:pt idx="66691">
                  <c:v>3</c:v>
                </c:pt>
                <c:pt idx="66692">
                  <c:v>4</c:v>
                </c:pt>
                <c:pt idx="66693">
                  <c:v>2</c:v>
                </c:pt>
                <c:pt idx="66694">
                  <c:v>3</c:v>
                </c:pt>
                <c:pt idx="66695">
                  <c:v>2</c:v>
                </c:pt>
                <c:pt idx="66696">
                  <c:v>2</c:v>
                </c:pt>
                <c:pt idx="66697">
                  <c:v>3</c:v>
                </c:pt>
                <c:pt idx="66698">
                  <c:v>2</c:v>
                </c:pt>
                <c:pt idx="66699">
                  <c:v>1</c:v>
                </c:pt>
                <c:pt idx="66700">
                  <c:v>4</c:v>
                </c:pt>
                <c:pt idx="66701">
                  <c:v>1</c:v>
                </c:pt>
                <c:pt idx="66702">
                  <c:v>4</c:v>
                </c:pt>
                <c:pt idx="66703">
                  <c:v>2</c:v>
                </c:pt>
                <c:pt idx="66704">
                  <c:v>1</c:v>
                </c:pt>
                <c:pt idx="66705">
                  <c:v>1</c:v>
                </c:pt>
                <c:pt idx="66706">
                  <c:v>0</c:v>
                </c:pt>
                <c:pt idx="66707">
                  <c:v>1</c:v>
                </c:pt>
                <c:pt idx="66708">
                  <c:v>1</c:v>
                </c:pt>
                <c:pt idx="66709">
                  <c:v>1</c:v>
                </c:pt>
                <c:pt idx="66710">
                  <c:v>1</c:v>
                </c:pt>
                <c:pt idx="66711">
                  <c:v>1</c:v>
                </c:pt>
                <c:pt idx="66712">
                  <c:v>1</c:v>
                </c:pt>
                <c:pt idx="66713">
                  <c:v>1</c:v>
                </c:pt>
                <c:pt idx="66714">
                  <c:v>2</c:v>
                </c:pt>
                <c:pt idx="66715">
                  <c:v>1</c:v>
                </c:pt>
                <c:pt idx="66716">
                  <c:v>1</c:v>
                </c:pt>
                <c:pt idx="66717">
                  <c:v>1</c:v>
                </c:pt>
                <c:pt idx="66718">
                  <c:v>1</c:v>
                </c:pt>
                <c:pt idx="66719">
                  <c:v>2</c:v>
                </c:pt>
                <c:pt idx="66720">
                  <c:v>1</c:v>
                </c:pt>
                <c:pt idx="66721">
                  <c:v>1</c:v>
                </c:pt>
                <c:pt idx="66722">
                  <c:v>1</c:v>
                </c:pt>
                <c:pt idx="66723">
                  <c:v>1</c:v>
                </c:pt>
                <c:pt idx="66724">
                  <c:v>1</c:v>
                </c:pt>
                <c:pt idx="66725">
                  <c:v>1</c:v>
                </c:pt>
                <c:pt idx="66726">
                  <c:v>2</c:v>
                </c:pt>
                <c:pt idx="66727">
                  <c:v>2</c:v>
                </c:pt>
                <c:pt idx="66728">
                  <c:v>3</c:v>
                </c:pt>
                <c:pt idx="66729">
                  <c:v>3</c:v>
                </c:pt>
                <c:pt idx="66730">
                  <c:v>2</c:v>
                </c:pt>
                <c:pt idx="66731">
                  <c:v>1</c:v>
                </c:pt>
                <c:pt idx="66732">
                  <c:v>1</c:v>
                </c:pt>
                <c:pt idx="66733">
                  <c:v>1</c:v>
                </c:pt>
                <c:pt idx="66734">
                  <c:v>0</c:v>
                </c:pt>
                <c:pt idx="66735">
                  <c:v>1</c:v>
                </c:pt>
                <c:pt idx="66736">
                  <c:v>2</c:v>
                </c:pt>
                <c:pt idx="66737">
                  <c:v>1</c:v>
                </c:pt>
                <c:pt idx="66738">
                  <c:v>1</c:v>
                </c:pt>
                <c:pt idx="66739">
                  <c:v>4</c:v>
                </c:pt>
                <c:pt idx="66740">
                  <c:v>1</c:v>
                </c:pt>
                <c:pt idx="66741">
                  <c:v>1</c:v>
                </c:pt>
                <c:pt idx="66742">
                  <c:v>4</c:v>
                </c:pt>
                <c:pt idx="66743">
                  <c:v>1</c:v>
                </c:pt>
                <c:pt idx="66744">
                  <c:v>1</c:v>
                </c:pt>
                <c:pt idx="66745">
                  <c:v>1</c:v>
                </c:pt>
                <c:pt idx="66746">
                  <c:v>1</c:v>
                </c:pt>
                <c:pt idx="66747">
                  <c:v>1</c:v>
                </c:pt>
                <c:pt idx="66748">
                  <c:v>1</c:v>
                </c:pt>
                <c:pt idx="66749">
                  <c:v>1</c:v>
                </c:pt>
                <c:pt idx="66750">
                  <c:v>0</c:v>
                </c:pt>
                <c:pt idx="66751">
                  <c:v>1</c:v>
                </c:pt>
                <c:pt idx="66752">
                  <c:v>1</c:v>
                </c:pt>
                <c:pt idx="66753">
                  <c:v>1</c:v>
                </c:pt>
                <c:pt idx="66754">
                  <c:v>0</c:v>
                </c:pt>
                <c:pt idx="66755">
                  <c:v>1</c:v>
                </c:pt>
                <c:pt idx="66756">
                  <c:v>1</c:v>
                </c:pt>
                <c:pt idx="66757">
                  <c:v>1</c:v>
                </c:pt>
                <c:pt idx="66758">
                  <c:v>1</c:v>
                </c:pt>
                <c:pt idx="66759">
                  <c:v>1</c:v>
                </c:pt>
                <c:pt idx="66760">
                  <c:v>10</c:v>
                </c:pt>
                <c:pt idx="66761">
                  <c:v>5</c:v>
                </c:pt>
                <c:pt idx="66762">
                  <c:v>10</c:v>
                </c:pt>
                <c:pt idx="66763">
                  <c:v>6</c:v>
                </c:pt>
                <c:pt idx="66764">
                  <c:v>4</c:v>
                </c:pt>
                <c:pt idx="66765">
                  <c:v>10</c:v>
                </c:pt>
                <c:pt idx="66766">
                  <c:v>3</c:v>
                </c:pt>
                <c:pt idx="66767">
                  <c:v>3</c:v>
                </c:pt>
                <c:pt idx="66768">
                  <c:v>4</c:v>
                </c:pt>
                <c:pt idx="66769">
                  <c:v>2</c:v>
                </c:pt>
                <c:pt idx="66770">
                  <c:v>2</c:v>
                </c:pt>
                <c:pt idx="66771">
                  <c:v>3</c:v>
                </c:pt>
                <c:pt idx="66772">
                  <c:v>3</c:v>
                </c:pt>
                <c:pt idx="66773">
                  <c:v>2</c:v>
                </c:pt>
                <c:pt idx="66774">
                  <c:v>2</c:v>
                </c:pt>
                <c:pt idx="66775">
                  <c:v>2</c:v>
                </c:pt>
                <c:pt idx="66776">
                  <c:v>3</c:v>
                </c:pt>
                <c:pt idx="66777">
                  <c:v>3</c:v>
                </c:pt>
                <c:pt idx="66778">
                  <c:v>2</c:v>
                </c:pt>
                <c:pt idx="66779">
                  <c:v>3</c:v>
                </c:pt>
                <c:pt idx="66780">
                  <c:v>2</c:v>
                </c:pt>
                <c:pt idx="66781">
                  <c:v>3</c:v>
                </c:pt>
                <c:pt idx="66782">
                  <c:v>5</c:v>
                </c:pt>
                <c:pt idx="66783">
                  <c:v>3</c:v>
                </c:pt>
                <c:pt idx="66784">
                  <c:v>2</c:v>
                </c:pt>
                <c:pt idx="66785">
                  <c:v>2</c:v>
                </c:pt>
                <c:pt idx="66786">
                  <c:v>4</c:v>
                </c:pt>
                <c:pt idx="66787">
                  <c:v>2</c:v>
                </c:pt>
                <c:pt idx="66788">
                  <c:v>8</c:v>
                </c:pt>
                <c:pt idx="66789">
                  <c:v>1</c:v>
                </c:pt>
                <c:pt idx="66790">
                  <c:v>2</c:v>
                </c:pt>
                <c:pt idx="66791">
                  <c:v>32</c:v>
                </c:pt>
                <c:pt idx="66792">
                  <c:v>4</c:v>
                </c:pt>
                <c:pt idx="66793">
                  <c:v>-5</c:v>
                </c:pt>
                <c:pt idx="66794">
                  <c:v>3</c:v>
                </c:pt>
                <c:pt idx="66795">
                  <c:v>9</c:v>
                </c:pt>
                <c:pt idx="66796">
                  <c:v>-1</c:v>
                </c:pt>
                <c:pt idx="66797">
                  <c:v>2</c:v>
                </c:pt>
                <c:pt idx="66798">
                  <c:v>3</c:v>
                </c:pt>
                <c:pt idx="66799">
                  <c:v>2</c:v>
                </c:pt>
                <c:pt idx="66800">
                  <c:v>2</c:v>
                </c:pt>
                <c:pt idx="66801">
                  <c:v>4</c:v>
                </c:pt>
                <c:pt idx="66802">
                  <c:v>2</c:v>
                </c:pt>
                <c:pt idx="66803">
                  <c:v>2</c:v>
                </c:pt>
                <c:pt idx="66804">
                  <c:v>3</c:v>
                </c:pt>
                <c:pt idx="66805">
                  <c:v>5</c:v>
                </c:pt>
                <c:pt idx="66806">
                  <c:v>3</c:v>
                </c:pt>
                <c:pt idx="66807">
                  <c:v>1</c:v>
                </c:pt>
                <c:pt idx="66808">
                  <c:v>2</c:v>
                </c:pt>
                <c:pt idx="66809">
                  <c:v>1</c:v>
                </c:pt>
                <c:pt idx="66810">
                  <c:v>2</c:v>
                </c:pt>
                <c:pt idx="66811">
                  <c:v>2</c:v>
                </c:pt>
                <c:pt idx="66812">
                  <c:v>2</c:v>
                </c:pt>
                <c:pt idx="66813">
                  <c:v>2</c:v>
                </c:pt>
                <c:pt idx="66814">
                  <c:v>4</c:v>
                </c:pt>
                <c:pt idx="66815">
                  <c:v>2</c:v>
                </c:pt>
                <c:pt idx="66816">
                  <c:v>2</c:v>
                </c:pt>
                <c:pt idx="66817">
                  <c:v>2</c:v>
                </c:pt>
                <c:pt idx="66818">
                  <c:v>2</c:v>
                </c:pt>
                <c:pt idx="66819">
                  <c:v>2</c:v>
                </c:pt>
                <c:pt idx="66820">
                  <c:v>2</c:v>
                </c:pt>
                <c:pt idx="66821">
                  <c:v>2</c:v>
                </c:pt>
                <c:pt idx="66822">
                  <c:v>3</c:v>
                </c:pt>
                <c:pt idx="66823">
                  <c:v>2</c:v>
                </c:pt>
                <c:pt idx="66824">
                  <c:v>2</c:v>
                </c:pt>
                <c:pt idx="66825">
                  <c:v>3</c:v>
                </c:pt>
                <c:pt idx="66826">
                  <c:v>3</c:v>
                </c:pt>
                <c:pt idx="66827">
                  <c:v>2</c:v>
                </c:pt>
                <c:pt idx="66828">
                  <c:v>2</c:v>
                </c:pt>
                <c:pt idx="66829">
                  <c:v>2</c:v>
                </c:pt>
                <c:pt idx="66830">
                  <c:v>3</c:v>
                </c:pt>
                <c:pt idx="66831">
                  <c:v>1</c:v>
                </c:pt>
                <c:pt idx="66832">
                  <c:v>2</c:v>
                </c:pt>
                <c:pt idx="66833">
                  <c:v>3</c:v>
                </c:pt>
                <c:pt idx="66834">
                  <c:v>2</c:v>
                </c:pt>
                <c:pt idx="66835">
                  <c:v>4</c:v>
                </c:pt>
                <c:pt idx="66836">
                  <c:v>1</c:v>
                </c:pt>
                <c:pt idx="66837">
                  <c:v>2</c:v>
                </c:pt>
                <c:pt idx="66838">
                  <c:v>2</c:v>
                </c:pt>
                <c:pt idx="66839">
                  <c:v>2</c:v>
                </c:pt>
                <c:pt idx="66840">
                  <c:v>2</c:v>
                </c:pt>
                <c:pt idx="66841">
                  <c:v>2</c:v>
                </c:pt>
                <c:pt idx="66842">
                  <c:v>2</c:v>
                </c:pt>
                <c:pt idx="66843">
                  <c:v>1</c:v>
                </c:pt>
                <c:pt idx="66844">
                  <c:v>1</c:v>
                </c:pt>
                <c:pt idx="66845">
                  <c:v>1</c:v>
                </c:pt>
                <c:pt idx="66846">
                  <c:v>1</c:v>
                </c:pt>
                <c:pt idx="66847">
                  <c:v>1</c:v>
                </c:pt>
                <c:pt idx="66848">
                  <c:v>1</c:v>
                </c:pt>
                <c:pt idx="66849">
                  <c:v>1</c:v>
                </c:pt>
                <c:pt idx="66850">
                  <c:v>1</c:v>
                </c:pt>
                <c:pt idx="66851">
                  <c:v>1</c:v>
                </c:pt>
                <c:pt idx="66852">
                  <c:v>1</c:v>
                </c:pt>
                <c:pt idx="66853">
                  <c:v>1</c:v>
                </c:pt>
                <c:pt idx="66854">
                  <c:v>1</c:v>
                </c:pt>
                <c:pt idx="66855">
                  <c:v>4</c:v>
                </c:pt>
                <c:pt idx="66856">
                  <c:v>3</c:v>
                </c:pt>
                <c:pt idx="66857">
                  <c:v>5</c:v>
                </c:pt>
                <c:pt idx="66858">
                  <c:v>5</c:v>
                </c:pt>
                <c:pt idx="66859">
                  <c:v>2</c:v>
                </c:pt>
                <c:pt idx="66860">
                  <c:v>2</c:v>
                </c:pt>
                <c:pt idx="66861">
                  <c:v>2</c:v>
                </c:pt>
                <c:pt idx="66862">
                  <c:v>3</c:v>
                </c:pt>
                <c:pt idx="66863">
                  <c:v>2</c:v>
                </c:pt>
                <c:pt idx="66864">
                  <c:v>2</c:v>
                </c:pt>
                <c:pt idx="66865">
                  <c:v>2</c:v>
                </c:pt>
                <c:pt idx="66866">
                  <c:v>2</c:v>
                </c:pt>
                <c:pt idx="66867">
                  <c:v>1</c:v>
                </c:pt>
                <c:pt idx="66868">
                  <c:v>1</c:v>
                </c:pt>
                <c:pt idx="66869">
                  <c:v>2</c:v>
                </c:pt>
                <c:pt idx="66870">
                  <c:v>2</c:v>
                </c:pt>
                <c:pt idx="66871">
                  <c:v>3</c:v>
                </c:pt>
                <c:pt idx="66872">
                  <c:v>1</c:v>
                </c:pt>
                <c:pt idx="66873">
                  <c:v>1</c:v>
                </c:pt>
                <c:pt idx="66874">
                  <c:v>2</c:v>
                </c:pt>
                <c:pt idx="66875">
                  <c:v>2</c:v>
                </c:pt>
                <c:pt idx="66876">
                  <c:v>1</c:v>
                </c:pt>
                <c:pt idx="66877">
                  <c:v>2</c:v>
                </c:pt>
                <c:pt idx="66878">
                  <c:v>2</c:v>
                </c:pt>
                <c:pt idx="66879">
                  <c:v>1</c:v>
                </c:pt>
                <c:pt idx="66880">
                  <c:v>3</c:v>
                </c:pt>
                <c:pt idx="66881">
                  <c:v>2</c:v>
                </c:pt>
                <c:pt idx="66882">
                  <c:v>1</c:v>
                </c:pt>
                <c:pt idx="66883">
                  <c:v>1</c:v>
                </c:pt>
                <c:pt idx="66884">
                  <c:v>6</c:v>
                </c:pt>
                <c:pt idx="66885">
                  <c:v>7</c:v>
                </c:pt>
                <c:pt idx="66886">
                  <c:v>3</c:v>
                </c:pt>
                <c:pt idx="66887">
                  <c:v>7</c:v>
                </c:pt>
                <c:pt idx="66888">
                  <c:v>6</c:v>
                </c:pt>
                <c:pt idx="66889">
                  <c:v>4</c:v>
                </c:pt>
                <c:pt idx="66890">
                  <c:v>4</c:v>
                </c:pt>
                <c:pt idx="66891">
                  <c:v>5</c:v>
                </c:pt>
                <c:pt idx="66892">
                  <c:v>2</c:v>
                </c:pt>
                <c:pt idx="66893">
                  <c:v>2</c:v>
                </c:pt>
                <c:pt idx="66894">
                  <c:v>3</c:v>
                </c:pt>
                <c:pt idx="66895">
                  <c:v>2</c:v>
                </c:pt>
                <c:pt idx="66896">
                  <c:v>2</c:v>
                </c:pt>
                <c:pt idx="66897">
                  <c:v>3</c:v>
                </c:pt>
                <c:pt idx="66898">
                  <c:v>3</c:v>
                </c:pt>
                <c:pt idx="66899">
                  <c:v>4</c:v>
                </c:pt>
                <c:pt idx="66900">
                  <c:v>3</c:v>
                </c:pt>
                <c:pt idx="66901">
                  <c:v>2</c:v>
                </c:pt>
                <c:pt idx="66902">
                  <c:v>2</c:v>
                </c:pt>
                <c:pt idx="66903">
                  <c:v>3</c:v>
                </c:pt>
                <c:pt idx="66904">
                  <c:v>3</c:v>
                </c:pt>
                <c:pt idx="66905">
                  <c:v>3</c:v>
                </c:pt>
                <c:pt idx="66906">
                  <c:v>2</c:v>
                </c:pt>
                <c:pt idx="66907">
                  <c:v>2</c:v>
                </c:pt>
                <c:pt idx="66908">
                  <c:v>2</c:v>
                </c:pt>
                <c:pt idx="66909">
                  <c:v>3</c:v>
                </c:pt>
                <c:pt idx="66910">
                  <c:v>2</c:v>
                </c:pt>
                <c:pt idx="66911">
                  <c:v>3</c:v>
                </c:pt>
                <c:pt idx="66912">
                  <c:v>3</c:v>
                </c:pt>
                <c:pt idx="66913">
                  <c:v>2</c:v>
                </c:pt>
                <c:pt idx="66914">
                  <c:v>2</c:v>
                </c:pt>
                <c:pt idx="66915">
                  <c:v>3</c:v>
                </c:pt>
                <c:pt idx="66916">
                  <c:v>2</c:v>
                </c:pt>
                <c:pt idx="66917">
                  <c:v>3</c:v>
                </c:pt>
                <c:pt idx="66918">
                  <c:v>2</c:v>
                </c:pt>
                <c:pt idx="66919">
                  <c:v>3</c:v>
                </c:pt>
                <c:pt idx="66920">
                  <c:v>3</c:v>
                </c:pt>
                <c:pt idx="66921">
                  <c:v>3</c:v>
                </c:pt>
                <c:pt idx="66922">
                  <c:v>3</c:v>
                </c:pt>
                <c:pt idx="66923">
                  <c:v>2</c:v>
                </c:pt>
                <c:pt idx="66924">
                  <c:v>3</c:v>
                </c:pt>
                <c:pt idx="66925">
                  <c:v>3</c:v>
                </c:pt>
                <c:pt idx="66926">
                  <c:v>2</c:v>
                </c:pt>
                <c:pt idx="66927">
                  <c:v>3</c:v>
                </c:pt>
                <c:pt idx="66928">
                  <c:v>2</c:v>
                </c:pt>
                <c:pt idx="66929">
                  <c:v>2</c:v>
                </c:pt>
                <c:pt idx="66930">
                  <c:v>3</c:v>
                </c:pt>
                <c:pt idx="66931">
                  <c:v>3</c:v>
                </c:pt>
                <c:pt idx="66932">
                  <c:v>2</c:v>
                </c:pt>
                <c:pt idx="66933">
                  <c:v>3</c:v>
                </c:pt>
                <c:pt idx="66934">
                  <c:v>2</c:v>
                </c:pt>
                <c:pt idx="66935">
                  <c:v>4</c:v>
                </c:pt>
                <c:pt idx="66936">
                  <c:v>3</c:v>
                </c:pt>
                <c:pt idx="66937">
                  <c:v>3</c:v>
                </c:pt>
                <c:pt idx="66938">
                  <c:v>2</c:v>
                </c:pt>
                <c:pt idx="66939">
                  <c:v>3</c:v>
                </c:pt>
                <c:pt idx="66940">
                  <c:v>2</c:v>
                </c:pt>
                <c:pt idx="66941">
                  <c:v>3</c:v>
                </c:pt>
                <c:pt idx="66942">
                  <c:v>2</c:v>
                </c:pt>
                <c:pt idx="66943">
                  <c:v>4</c:v>
                </c:pt>
                <c:pt idx="66944">
                  <c:v>2</c:v>
                </c:pt>
                <c:pt idx="66945">
                  <c:v>3</c:v>
                </c:pt>
                <c:pt idx="66946">
                  <c:v>1</c:v>
                </c:pt>
                <c:pt idx="66947">
                  <c:v>3</c:v>
                </c:pt>
                <c:pt idx="66948">
                  <c:v>2</c:v>
                </c:pt>
                <c:pt idx="66949">
                  <c:v>3</c:v>
                </c:pt>
                <c:pt idx="66950">
                  <c:v>3</c:v>
                </c:pt>
                <c:pt idx="66951">
                  <c:v>3</c:v>
                </c:pt>
                <c:pt idx="66952">
                  <c:v>4</c:v>
                </c:pt>
                <c:pt idx="66953">
                  <c:v>7</c:v>
                </c:pt>
                <c:pt idx="66954">
                  <c:v>4</c:v>
                </c:pt>
                <c:pt idx="66955">
                  <c:v>4</c:v>
                </c:pt>
                <c:pt idx="66956">
                  <c:v>7</c:v>
                </c:pt>
                <c:pt idx="66957">
                  <c:v>5</c:v>
                </c:pt>
                <c:pt idx="66958">
                  <c:v>3</c:v>
                </c:pt>
                <c:pt idx="66959">
                  <c:v>1</c:v>
                </c:pt>
                <c:pt idx="66960">
                  <c:v>2</c:v>
                </c:pt>
                <c:pt idx="66961">
                  <c:v>2</c:v>
                </c:pt>
                <c:pt idx="66962">
                  <c:v>2</c:v>
                </c:pt>
                <c:pt idx="66963">
                  <c:v>1</c:v>
                </c:pt>
                <c:pt idx="66964">
                  <c:v>2</c:v>
                </c:pt>
                <c:pt idx="66965">
                  <c:v>2</c:v>
                </c:pt>
                <c:pt idx="66966">
                  <c:v>3</c:v>
                </c:pt>
                <c:pt idx="66967">
                  <c:v>1</c:v>
                </c:pt>
                <c:pt idx="66968">
                  <c:v>2</c:v>
                </c:pt>
                <c:pt idx="66969">
                  <c:v>1</c:v>
                </c:pt>
                <c:pt idx="66970">
                  <c:v>1</c:v>
                </c:pt>
                <c:pt idx="66971">
                  <c:v>4</c:v>
                </c:pt>
                <c:pt idx="66972">
                  <c:v>5</c:v>
                </c:pt>
                <c:pt idx="66973">
                  <c:v>4</c:v>
                </c:pt>
                <c:pt idx="66974">
                  <c:v>4</c:v>
                </c:pt>
                <c:pt idx="66975">
                  <c:v>5</c:v>
                </c:pt>
                <c:pt idx="66976">
                  <c:v>1</c:v>
                </c:pt>
                <c:pt idx="66977">
                  <c:v>3</c:v>
                </c:pt>
                <c:pt idx="66978">
                  <c:v>1</c:v>
                </c:pt>
                <c:pt idx="66979">
                  <c:v>2</c:v>
                </c:pt>
                <c:pt idx="66980">
                  <c:v>1</c:v>
                </c:pt>
                <c:pt idx="66981">
                  <c:v>2</c:v>
                </c:pt>
                <c:pt idx="66982">
                  <c:v>2</c:v>
                </c:pt>
                <c:pt idx="66983">
                  <c:v>2</c:v>
                </c:pt>
                <c:pt idx="66984">
                  <c:v>2</c:v>
                </c:pt>
                <c:pt idx="66985">
                  <c:v>1</c:v>
                </c:pt>
                <c:pt idx="66986">
                  <c:v>1</c:v>
                </c:pt>
                <c:pt idx="66987">
                  <c:v>2</c:v>
                </c:pt>
                <c:pt idx="66988">
                  <c:v>2</c:v>
                </c:pt>
                <c:pt idx="66989">
                  <c:v>8</c:v>
                </c:pt>
                <c:pt idx="66990">
                  <c:v>4</c:v>
                </c:pt>
                <c:pt idx="66991">
                  <c:v>4</c:v>
                </c:pt>
                <c:pt idx="66992">
                  <c:v>4</c:v>
                </c:pt>
                <c:pt idx="66993">
                  <c:v>4</c:v>
                </c:pt>
                <c:pt idx="66994">
                  <c:v>3</c:v>
                </c:pt>
                <c:pt idx="66995">
                  <c:v>4</c:v>
                </c:pt>
                <c:pt idx="66996">
                  <c:v>4</c:v>
                </c:pt>
                <c:pt idx="66997">
                  <c:v>4</c:v>
                </c:pt>
                <c:pt idx="66998">
                  <c:v>4</c:v>
                </c:pt>
                <c:pt idx="66999">
                  <c:v>4</c:v>
                </c:pt>
                <c:pt idx="67000">
                  <c:v>4</c:v>
                </c:pt>
                <c:pt idx="67001">
                  <c:v>4</c:v>
                </c:pt>
                <c:pt idx="67002">
                  <c:v>1</c:v>
                </c:pt>
                <c:pt idx="67003">
                  <c:v>2</c:v>
                </c:pt>
                <c:pt idx="67004">
                  <c:v>3</c:v>
                </c:pt>
                <c:pt idx="67005">
                  <c:v>2</c:v>
                </c:pt>
                <c:pt idx="67006">
                  <c:v>2</c:v>
                </c:pt>
                <c:pt idx="67007">
                  <c:v>2</c:v>
                </c:pt>
                <c:pt idx="67008">
                  <c:v>3</c:v>
                </c:pt>
                <c:pt idx="67009">
                  <c:v>1</c:v>
                </c:pt>
                <c:pt idx="67010">
                  <c:v>3</c:v>
                </c:pt>
                <c:pt idx="67011">
                  <c:v>2</c:v>
                </c:pt>
                <c:pt idx="67012">
                  <c:v>3</c:v>
                </c:pt>
                <c:pt idx="67013">
                  <c:v>2</c:v>
                </c:pt>
                <c:pt idx="67014">
                  <c:v>2</c:v>
                </c:pt>
                <c:pt idx="67015">
                  <c:v>2</c:v>
                </c:pt>
                <c:pt idx="67016">
                  <c:v>1</c:v>
                </c:pt>
                <c:pt idx="67017">
                  <c:v>2</c:v>
                </c:pt>
                <c:pt idx="67018">
                  <c:v>2</c:v>
                </c:pt>
                <c:pt idx="67019">
                  <c:v>2</c:v>
                </c:pt>
                <c:pt idx="67020">
                  <c:v>1</c:v>
                </c:pt>
                <c:pt idx="67021">
                  <c:v>7</c:v>
                </c:pt>
                <c:pt idx="67022">
                  <c:v>2</c:v>
                </c:pt>
                <c:pt idx="67023">
                  <c:v>4</c:v>
                </c:pt>
                <c:pt idx="67024">
                  <c:v>3</c:v>
                </c:pt>
                <c:pt idx="67025">
                  <c:v>4</c:v>
                </c:pt>
                <c:pt idx="67026">
                  <c:v>2</c:v>
                </c:pt>
                <c:pt idx="67027">
                  <c:v>2</c:v>
                </c:pt>
                <c:pt idx="67028">
                  <c:v>2</c:v>
                </c:pt>
                <c:pt idx="67029">
                  <c:v>2</c:v>
                </c:pt>
                <c:pt idx="67030">
                  <c:v>2</c:v>
                </c:pt>
                <c:pt idx="67031">
                  <c:v>3</c:v>
                </c:pt>
                <c:pt idx="67032">
                  <c:v>2</c:v>
                </c:pt>
                <c:pt idx="67033">
                  <c:v>1</c:v>
                </c:pt>
                <c:pt idx="67034">
                  <c:v>2</c:v>
                </c:pt>
                <c:pt idx="67035">
                  <c:v>2</c:v>
                </c:pt>
                <c:pt idx="67036">
                  <c:v>1</c:v>
                </c:pt>
                <c:pt idx="67037">
                  <c:v>2</c:v>
                </c:pt>
                <c:pt idx="67038">
                  <c:v>1</c:v>
                </c:pt>
                <c:pt idx="67039">
                  <c:v>1</c:v>
                </c:pt>
                <c:pt idx="67040">
                  <c:v>2</c:v>
                </c:pt>
                <c:pt idx="67041">
                  <c:v>1</c:v>
                </c:pt>
                <c:pt idx="67042">
                  <c:v>1</c:v>
                </c:pt>
                <c:pt idx="67043">
                  <c:v>2</c:v>
                </c:pt>
                <c:pt idx="67044">
                  <c:v>2</c:v>
                </c:pt>
                <c:pt idx="67045">
                  <c:v>0</c:v>
                </c:pt>
                <c:pt idx="67046">
                  <c:v>3</c:v>
                </c:pt>
                <c:pt idx="67047">
                  <c:v>5</c:v>
                </c:pt>
                <c:pt idx="67048">
                  <c:v>1</c:v>
                </c:pt>
                <c:pt idx="67049">
                  <c:v>2</c:v>
                </c:pt>
                <c:pt idx="67050">
                  <c:v>1</c:v>
                </c:pt>
                <c:pt idx="67051">
                  <c:v>2</c:v>
                </c:pt>
                <c:pt idx="67052">
                  <c:v>2</c:v>
                </c:pt>
                <c:pt idx="67053">
                  <c:v>3</c:v>
                </c:pt>
                <c:pt idx="67054">
                  <c:v>2</c:v>
                </c:pt>
                <c:pt idx="67055">
                  <c:v>1</c:v>
                </c:pt>
                <c:pt idx="67056">
                  <c:v>5</c:v>
                </c:pt>
                <c:pt idx="67057">
                  <c:v>2</c:v>
                </c:pt>
                <c:pt idx="67058">
                  <c:v>3</c:v>
                </c:pt>
                <c:pt idx="67059">
                  <c:v>5</c:v>
                </c:pt>
                <c:pt idx="67060">
                  <c:v>5</c:v>
                </c:pt>
                <c:pt idx="67061">
                  <c:v>4</c:v>
                </c:pt>
                <c:pt idx="67062">
                  <c:v>4</c:v>
                </c:pt>
                <c:pt idx="67063">
                  <c:v>4</c:v>
                </c:pt>
                <c:pt idx="67064">
                  <c:v>4</c:v>
                </c:pt>
                <c:pt idx="67065">
                  <c:v>3</c:v>
                </c:pt>
                <c:pt idx="67066">
                  <c:v>5</c:v>
                </c:pt>
                <c:pt idx="67067">
                  <c:v>4</c:v>
                </c:pt>
                <c:pt idx="67068">
                  <c:v>6</c:v>
                </c:pt>
                <c:pt idx="67069">
                  <c:v>6</c:v>
                </c:pt>
                <c:pt idx="67070">
                  <c:v>6</c:v>
                </c:pt>
                <c:pt idx="67071">
                  <c:v>4</c:v>
                </c:pt>
                <c:pt idx="67072">
                  <c:v>1</c:v>
                </c:pt>
                <c:pt idx="67073">
                  <c:v>2</c:v>
                </c:pt>
                <c:pt idx="67074">
                  <c:v>2</c:v>
                </c:pt>
                <c:pt idx="67075">
                  <c:v>2</c:v>
                </c:pt>
                <c:pt idx="67076">
                  <c:v>3</c:v>
                </c:pt>
                <c:pt idx="67077">
                  <c:v>3</c:v>
                </c:pt>
                <c:pt idx="67078">
                  <c:v>3</c:v>
                </c:pt>
                <c:pt idx="67079">
                  <c:v>2</c:v>
                </c:pt>
                <c:pt idx="67080">
                  <c:v>2</c:v>
                </c:pt>
                <c:pt idx="67081">
                  <c:v>4</c:v>
                </c:pt>
                <c:pt idx="67082">
                  <c:v>2</c:v>
                </c:pt>
                <c:pt idx="67083">
                  <c:v>3</c:v>
                </c:pt>
                <c:pt idx="67084">
                  <c:v>3</c:v>
                </c:pt>
                <c:pt idx="67085">
                  <c:v>4</c:v>
                </c:pt>
                <c:pt idx="67086">
                  <c:v>3</c:v>
                </c:pt>
                <c:pt idx="67087">
                  <c:v>1</c:v>
                </c:pt>
                <c:pt idx="67088">
                  <c:v>3</c:v>
                </c:pt>
                <c:pt idx="67089">
                  <c:v>3</c:v>
                </c:pt>
                <c:pt idx="67090">
                  <c:v>3</c:v>
                </c:pt>
                <c:pt idx="67091">
                  <c:v>2</c:v>
                </c:pt>
                <c:pt idx="67092">
                  <c:v>2</c:v>
                </c:pt>
                <c:pt idx="67093">
                  <c:v>4</c:v>
                </c:pt>
                <c:pt idx="67094">
                  <c:v>5</c:v>
                </c:pt>
                <c:pt idx="67095">
                  <c:v>3</c:v>
                </c:pt>
                <c:pt idx="67096">
                  <c:v>3</c:v>
                </c:pt>
                <c:pt idx="67097">
                  <c:v>3</c:v>
                </c:pt>
                <c:pt idx="67098">
                  <c:v>5</c:v>
                </c:pt>
                <c:pt idx="67099">
                  <c:v>2</c:v>
                </c:pt>
                <c:pt idx="67100">
                  <c:v>3</c:v>
                </c:pt>
                <c:pt idx="67101">
                  <c:v>3</c:v>
                </c:pt>
                <c:pt idx="67102">
                  <c:v>3</c:v>
                </c:pt>
                <c:pt idx="67103">
                  <c:v>2</c:v>
                </c:pt>
                <c:pt idx="67104">
                  <c:v>4</c:v>
                </c:pt>
                <c:pt idx="67105">
                  <c:v>3</c:v>
                </c:pt>
                <c:pt idx="67106">
                  <c:v>2</c:v>
                </c:pt>
                <c:pt idx="67107">
                  <c:v>2</c:v>
                </c:pt>
                <c:pt idx="67108">
                  <c:v>7</c:v>
                </c:pt>
                <c:pt idx="67109">
                  <c:v>3</c:v>
                </c:pt>
                <c:pt idx="67110">
                  <c:v>4</c:v>
                </c:pt>
                <c:pt idx="67111">
                  <c:v>4</c:v>
                </c:pt>
                <c:pt idx="67112">
                  <c:v>3</c:v>
                </c:pt>
                <c:pt idx="67113">
                  <c:v>5</c:v>
                </c:pt>
                <c:pt idx="67114">
                  <c:v>3</c:v>
                </c:pt>
                <c:pt idx="67115">
                  <c:v>2</c:v>
                </c:pt>
                <c:pt idx="67116">
                  <c:v>3</c:v>
                </c:pt>
                <c:pt idx="67117">
                  <c:v>2</c:v>
                </c:pt>
                <c:pt idx="67118">
                  <c:v>1</c:v>
                </c:pt>
                <c:pt idx="67119">
                  <c:v>2</c:v>
                </c:pt>
                <c:pt idx="67120">
                  <c:v>2</c:v>
                </c:pt>
                <c:pt idx="67121">
                  <c:v>1</c:v>
                </c:pt>
                <c:pt idx="67122">
                  <c:v>1</c:v>
                </c:pt>
                <c:pt idx="67123">
                  <c:v>2</c:v>
                </c:pt>
                <c:pt idx="67124">
                  <c:v>1</c:v>
                </c:pt>
                <c:pt idx="67125">
                  <c:v>2</c:v>
                </c:pt>
                <c:pt idx="67126">
                  <c:v>1</c:v>
                </c:pt>
                <c:pt idx="67127">
                  <c:v>1</c:v>
                </c:pt>
                <c:pt idx="67128">
                  <c:v>1</c:v>
                </c:pt>
                <c:pt idx="67129">
                  <c:v>2</c:v>
                </c:pt>
                <c:pt idx="67130">
                  <c:v>2</c:v>
                </c:pt>
                <c:pt idx="67131">
                  <c:v>1</c:v>
                </c:pt>
                <c:pt idx="67132">
                  <c:v>1</c:v>
                </c:pt>
                <c:pt idx="67133">
                  <c:v>2</c:v>
                </c:pt>
                <c:pt idx="67134">
                  <c:v>1</c:v>
                </c:pt>
                <c:pt idx="67135">
                  <c:v>1</c:v>
                </c:pt>
                <c:pt idx="67136">
                  <c:v>1</c:v>
                </c:pt>
                <c:pt idx="67137">
                  <c:v>2</c:v>
                </c:pt>
                <c:pt idx="67138">
                  <c:v>2</c:v>
                </c:pt>
                <c:pt idx="67139">
                  <c:v>2</c:v>
                </c:pt>
                <c:pt idx="67140">
                  <c:v>5</c:v>
                </c:pt>
                <c:pt idx="67141">
                  <c:v>2</c:v>
                </c:pt>
                <c:pt idx="67142">
                  <c:v>1</c:v>
                </c:pt>
                <c:pt idx="67143">
                  <c:v>5</c:v>
                </c:pt>
                <c:pt idx="67144">
                  <c:v>1</c:v>
                </c:pt>
                <c:pt idx="67145">
                  <c:v>2</c:v>
                </c:pt>
                <c:pt idx="67146">
                  <c:v>2</c:v>
                </c:pt>
                <c:pt idx="67147">
                  <c:v>2</c:v>
                </c:pt>
                <c:pt idx="67148">
                  <c:v>2</c:v>
                </c:pt>
                <c:pt idx="67149">
                  <c:v>3</c:v>
                </c:pt>
                <c:pt idx="67150">
                  <c:v>2</c:v>
                </c:pt>
                <c:pt idx="67151">
                  <c:v>2</c:v>
                </c:pt>
                <c:pt idx="67152">
                  <c:v>3</c:v>
                </c:pt>
                <c:pt idx="67153">
                  <c:v>2</c:v>
                </c:pt>
                <c:pt idx="67154">
                  <c:v>2</c:v>
                </c:pt>
                <c:pt idx="67155">
                  <c:v>3</c:v>
                </c:pt>
                <c:pt idx="67156">
                  <c:v>3</c:v>
                </c:pt>
                <c:pt idx="67157">
                  <c:v>4</c:v>
                </c:pt>
                <c:pt idx="67158">
                  <c:v>2</c:v>
                </c:pt>
                <c:pt idx="67159">
                  <c:v>3</c:v>
                </c:pt>
                <c:pt idx="67160">
                  <c:v>2</c:v>
                </c:pt>
                <c:pt idx="67161">
                  <c:v>2</c:v>
                </c:pt>
                <c:pt idx="67162">
                  <c:v>-4</c:v>
                </c:pt>
                <c:pt idx="67163">
                  <c:v>2</c:v>
                </c:pt>
                <c:pt idx="67164">
                  <c:v>2</c:v>
                </c:pt>
                <c:pt idx="67165">
                  <c:v>7</c:v>
                </c:pt>
                <c:pt idx="67166">
                  <c:v>2</c:v>
                </c:pt>
                <c:pt idx="67167">
                  <c:v>4</c:v>
                </c:pt>
                <c:pt idx="67168">
                  <c:v>2</c:v>
                </c:pt>
                <c:pt idx="67169">
                  <c:v>2</c:v>
                </c:pt>
                <c:pt idx="67170">
                  <c:v>2</c:v>
                </c:pt>
                <c:pt idx="67171">
                  <c:v>3</c:v>
                </c:pt>
                <c:pt idx="67172">
                  <c:v>4</c:v>
                </c:pt>
                <c:pt idx="67173">
                  <c:v>4</c:v>
                </c:pt>
                <c:pt idx="67174">
                  <c:v>4</c:v>
                </c:pt>
                <c:pt idx="67175">
                  <c:v>2</c:v>
                </c:pt>
                <c:pt idx="67176">
                  <c:v>4</c:v>
                </c:pt>
                <c:pt idx="67177">
                  <c:v>4</c:v>
                </c:pt>
                <c:pt idx="67178">
                  <c:v>3</c:v>
                </c:pt>
                <c:pt idx="67179">
                  <c:v>3</c:v>
                </c:pt>
                <c:pt idx="67180">
                  <c:v>3</c:v>
                </c:pt>
                <c:pt idx="67181">
                  <c:v>2</c:v>
                </c:pt>
                <c:pt idx="67182">
                  <c:v>3</c:v>
                </c:pt>
                <c:pt idx="67183">
                  <c:v>3</c:v>
                </c:pt>
                <c:pt idx="67184">
                  <c:v>5</c:v>
                </c:pt>
                <c:pt idx="67185">
                  <c:v>3</c:v>
                </c:pt>
                <c:pt idx="67186">
                  <c:v>3</c:v>
                </c:pt>
                <c:pt idx="67187">
                  <c:v>2</c:v>
                </c:pt>
                <c:pt idx="67188">
                  <c:v>4</c:v>
                </c:pt>
                <c:pt idx="67189">
                  <c:v>2</c:v>
                </c:pt>
                <c:pt idx="67190">
                  <c:v>2</c:v>
                </c:pt>
                <c:pt idx="67191">
                  <c:v>3</c:v>
                </c:pt>
                <c:pt idx="67192">
                  <c:v>6</c:v>
                </c:pt>
                <c:pt idx="67193">
                  <c:v>4</c:v>
                </c:pt>
                <c:pt idx="67194">
                  <c:v>4</c:v>
                </c:pt>
                <c:pt idx="67195">
                  <c:v>2</c:v>
                </c:pt>
                <c:pt idx="67196">
                  <c:v>1</c:v>
                </c:pt>
                <c:pt idx="67197">
                  <c:v>1</c:v>
                </c:pt>
                <c:pt idx="67198">
                  <c:v>2</c:v>
                </c:pt>
                <c:pt idx="67199">
                  <c:v>3</c:v>
                </c:pt>
                <c:pt idx="67200">
                  <c:v>2</c:v>
                </c:pt>
                <c:pt idx="67201">
                  <c:v>3</c:v>
                </c:pt>
                <c:pt idx="67202">
                  <c:v>2</c:v>
                </c:pt>
                <c:pt idx="67203">
                  <c:v>2</c:v>
                </c:pt>
                <c:pt idx="67204">
                  <c:v>2</c:v>
                </c:pt>
                <c:pt idx="67205">
                  <c:v>4</c:v>
                </c:pt>
                <c:pt idx="67206">
                  <c:v>2</c:v>
                </c:pt>
                <c:pt idx="67207">
                  <c:v>3</c:v>
                </c:pt>
                <c:pt idx="67208">
                  <c:v>3</c:v>
                </c:pt>
                <c:pt idx="67209">
                  <c:v>2</c:v>
                </c:pt>
                <c:pt idx="67210">
                  <c:v>2</c:v>
                </c:pt>
                <c:pt idx="67211">
                  <c:v>2</c:v>
                </c:pt>
                <c:pt idx="67212">
                  <c:v>1</c:v>
                </c:pt>
                <c:pt idx="67213">
                  <c:v>7</c:v>
                </c:pt>
                <c:pt idx="67214">
                  <c:v>7</c:v>
                </c:pt>
                <c:pt idx="67215">
                  <c:v>2</c:v>
                </c:pt>
                <c:pt idx="67216">
                  <c:v>7</c:v>
                </c:pt>
                <c:pt idx="67217">
                  <c:v>2</c:v>
                </c:pt>
                <c:pt idx="67218">
                  <c:v>2</c:v>
                </c:pt>
                <c:pt idx="67219">
                  <c:v>7</c:v>
                </c:pt>
                <c:pt idx="67220">
                  <c:v>2</c:v>
                </c:pt>
                <c:pt idx="67221">
                  <c:v>2</c:v>
                </c:pt>
                <c:pt idx="67222">
                  <c:v>3</c:v>
                </c:pt>
                <c:pt idx="67223">
                  <c:v>4</c:v>
                </c:pt>
                <c:pt idx="67224">
                  <c:v>4</c:v>
                </c:pt>
                <c:pt idx="67225">
                  <c:v>1</c:v>
                </c:pt>
                <c:pt idx="67226">
                  <c:v>6</c:v>
                </c:pt>
                <c:pt idx="67227">
                  <c:v>4</c:v>
                </c:pt>
                <c:pt idx="67228">
                  <c:v>2</c:v>
                </c:pt>
                <c:pt idx="67229">
                  <c:v>1</c:v>
                </c:pt>
                <c:pt idx="67230">
                  <c:v>1</c:v>
                </c:pt>
                <c:pt idx="67231">
                  <c:v>2</c:v>
                </c:pt>
                <c:pt idx="67232">
                  <c:v>2</c:v>
                </c:pt>
                <c:pt idx="67233">
                  <c:v>3</c:v>
                </c:pt>
                <c:pt idx="67234">
                  <c:v>2</c:v>
                </c:pt>
                <c:pt idx="67235">
                  <c:v>2</c:v>
                </c:pt>
                <c:pt idx="67236">
                  <c:v>2</c:v>
                </c:pt>
                <c:pt idx="67237">
                  <c:v>3</c:v>
                </c:pt>
                <c:pt idx="67238">
                  <c:v>3</c:v>
                </c:pt>
                <c:pt idx="67239">
                  <c:v>2</c:v>
                </c:pt>
                <c:pt idx="67240">
                  <c:v>3</c:v>
                </c:pt>
                <c:pt idx="67241">
                  <c:v>1</c:v>
                </c:pt>
                <c:pt idx="67242">
                  <c:v>2</c:v>
                </c:pt>
                <c:pt idx="67243">
                  <c:v>2</c:v>
                </c:pt>
                <c:pt idx="67244">
                  <c:v>2</c:v>
                </c:pt>
                <c:pt idx="67245">
                  <c:v>2</c:v>
                </c:pt>
                <c:pt idx="67246">
                  <c:v>2</c:v>
                </c:pt>
                <c:pt idx="67247">
                  <c:v>3</c:v>
                </c:pt>
                <c:pt idx="67248">
                  <c:v>2</c:v>
                </c:pt>
                <c:pt idx="67249">
                  <c:v>3</c:v>
                </c:pt>
                <c:pt idx="67250">
                  <c:v>2</c:v>
                </c:pt>
                <c:pt idx="67251">
                  <c:v>2</c:v>
                </c:pt>
                <c:pt idx="67252">
                  <c:v>3</c:v>
                </c:pt>
                <c:pt idx="67253">
                  <c:v>5</c:v>
                </c:pt>
                <c:pt idx="67254">
                  <c:v>2</c:v>
                </c:pt>
                <c:pt idx="67255">
                  <c:v>5</c:v>
                </c:pt>
                <c:pt idx="67256">
                  <c:v>2</c:v>
                </c:pt>
                <c:pt idx="67257">
                  <c:v>4</c:v>
                </c:pt>
                <c:pt idx="67258">
                  <c:v>4</c:v>
                </c:pt>
                <c:pt idx="67259">
                  <c:v>1</c:v>
                </c:pt>
                <c:pt idx="67260">
                  <c:v>4</c:v>
                </c:pt>
                <c:pt idx="67261">
                  <c:v>2</c:v>
                </c:pt>
                <c:pt idx="67262">
                  <c:v>2</c:v>
                </c:pt>
                <c:pt idx="67263">
                  <c:v>2</c:v>
                </c:pt>
                <c:pt idx="67264">
                  <c:v>2</c:v>
                </c:pt>
                <c:pt idx="67265">
                  <c:v>3</c:v>
                </c:pt>
                <c:pt idx="67266">
                  <c:v>2</c:v>
                </c:pt>
                <c:pt idx="67267">
                  <c:v>3</c:v>
                </c:pt>
                <c:pt idx="67268">
                  <c:v>2</c:v>
                </c:pt>
                <c:pt idx="67269">
                  <c:v>3</c:v>
                </c:pt>
                <c:pt idx="67270">
                  <c:v>4</c:v>
                </c:pt>
                <c:pt idx="67271">
                  <c:v>2</c:v>
                </c:pt>
                <c:pt idx="67272">
                  <c:v>4</c:v>
                </c:pt>
                <c:pt idx="67273">
                  <c:v>2</c:v>
                </c:pt>
                <c:pt idx="67274">
                  <c:v>3</c:v>
                </c:pt>
                <c:pt idx="67275">
                  <c:v>2</c:v>
                </c:pt>
                <c:pt idx="67276">
                  <c:v>2</c:v>
                </c:pt>
                <c:pt idx="67277">
                  <c:v>2</c:v>
                </c:pt>
                <c:pt idx="67278">
                  <c:v>2</c:v>
                </c:pt>
                <c:pt idx="67279">
                  <c:v>3</c:v>
                </c:pt>
                <c:pt idx="67280">
                  <c:v>3</c:v>
                </c:pt>
                <c:pt idx="67281">
                  <c:v>3</c:v>
                </c:pt>
                <c:pt idx="67282">
                  <c:v>2</c:v>
                </c:pt>
                <c:pt idx="67283">
                  <c:v>1</c:v>
                </c:pt>
                <c:pt idx="67284">
                  <c:v>1</c:v>
                </c:pt>
                <c:pt idx="67285">
                  <c:v>1</c:v>
                </c:pt>
                <c:pt idx="67286">
                  <c:v>1</c:v>
                </c:pt>
                <c:pt idx="67287">
                  <c:v>5</c:v>
                </c:pt>
                <c:pt idx="67288">
                  <c:v>3</c:v>
                </c:pt>
                <c:pt idx="67289">
                  <c:v>1</c:v>
                </c:pt>
                <c:pt idx="67290">
                  <c:v>3</c:v>
                </c:pt>
                <c:pt idx="67291">
                  <c:v>4</c:v>
                </c:pt>
                <c:pt idx="67292">
                  <c:v>7</c:v>
                </c:pt>
                <c:pt idx="67293">
                  <c:v>6</c:v>
                </c:pt>
                <c:pt idx="67294">
                  <c:v>4</c:v>
                </c:pt>
                <c:pt idx="67295">
                  <c:v>5</c:v>
                </c:pt>
                <c:pt idx="67296">
                  <c:v>6</c:v>
                </c:pt>
                <c:pt idx="67297">
                  <c:v>4</c:v>
                </c:pt>
                <c:pt idx="67298">
                  <c:v>4</c:v>
                </c:pt>
                <c:pt idx="67299">
                  <c:v>4</c:v>
                </c:pt>
                <c:pt idx="67300">
                  <c:v>6</c:v>
                </c:pt>
                <c:pt idx="67301">
                  <c:v>8</c:v>
                </c:pt>
                <c:pt idx="67302">
                  <c:v>8</c:v>
                </c:pt>
                <c:pt idx="67303">
                  <c:v>8</c:v>
                </c:pt>
                <c:pt idx="67304">
                  <c:v>10</c:v>
                </c:pt>
                <c:pt idx="67305">
                  <c:v>8</c:v>
                </c:pt>
                <c:pt idx="67306">
                  <c:v>8</c:v>
                </c:pt>
                <c:pt idx="67307">
                  <c:v>8</c:v>
                </c:pt>
                <c:pt idx="67308">
                  <c:v>10</c:v>
                </c:pt>
                <c:pt idx="67309">
                  <c:v>8</c:v>
                </c:pt>
                <c:pt idx="67310">
                  <c:v>8</c:v>
                </c:pt>
                <c:pt idx="67311">
                  <c:v>8</c:v>
                </c:pt>
                <c:pt idx="67312">
                  <c:v>6</c:v>
                </c:pt>
                <c:pt idx="67313">
                  <c:v>6</c:v>
                </c:pt>
                <c:pt idx="67314">
                  <c:v>8</c:v>
                </c:pt>
                <c:pt idx="67315">
                  <c:v>8</c:v>
                </c:pt>
                <c:pt idx="67316">
                  <c:v>8</c:v>
                </c:pt>
                <c:pt idx="67317">
                  <c:v>7</c:v>
                </c:pt>
                <c:pt idx="67318">
                  <c:v>10</c:v>
                </c:pt>
                <c:pt idx="67319">
                  <c:v>10</c:v>
                </c:pt>
                <c:pt idx="67320">
                  <c:v>8</c:v>
                </c:pt>
                <c:pt idx="67321">
                  <c:v>8</c:v>
                </c:pt>
                <c:pt idx="67322">
                  <c:v>7</c:v>
                </c:pt>
                <c:pt idx="67323">
                  <c:v>8</c:v>
                </c:pt>
                <c:pt idx="67324">
                  <c:v>8</c:v>
                </c:pt>
                <c:pt idx="67325">
                  <c:v>5</c:v>
                </c:pt>
                <c:pt idx="67326">
                  <c:v>5</c:v>
                </c:pt>
                <c:pt idx="67327">
                  <c:v>4</c:v>
                </c:pt>
                <c:pt idx="67328">
                  <c:v>5</c:v>
                </c:pt>
                <c:pt idx="67329">
                  <c:v>3</c:v>
                </c:pt>
                <c:pt idx="67330">
                  <c:v>6</c:v>
                </c:pt>
                <c:pt idx="67331">
                  <c:v>4</c:v>
                </c:pt>
                <c:pt idx="67332">
                  <c:v>6</c:v>
                </c:pt>
                <c:pt idx="67333">
                  <c:v>5</c:v>
                </c:pt>
                <c:pt idx="67334">
                  <c:v>5</c:v>
                </c:pt>
                <c:pt idx="67335">
                  <c:v>5</c:v>
                </c:pt>
                <c:pt idx="67336">
                  <c:v>4</c:v>
                </c:pt>
                <c:pt idx="67337">
                  <c:v>4</c:v>
                </c:pt>
                <c:pt idx="67338">
                  <c:v>4</c:v>
                </c:pt>
                <c:pt idx="67339">
                  <c:v>4</c:v>
                </c:pt>
                <c:pt idx="67340">
                  <c:v>4</c:v>
                </c:pt>
                <c:pt idx="67341">
                  <c:v>4</c:v>
                </c:pt>
                <c:pt idx="67342">
                  <c:v>3</c:v>
                </c:pt>
                <c:pt idx="67343">
                  <c:v>3</c:v>
                </c:pt>
                <c:pt idx="67344">
                  <c:v>2</c:v>
                </c:pt>
                <c:pt idx="67345">
                  <c:v>3</c:v>
                </c:pt>
                <c:pt idx="67346">
                  <c:v>2</c:v>
                </c:pt>
                <c:pt idx="67347">
                  <c:v>3</c:v>
                </c:pt>
                <c:pt idx="67348">
                  <c:v>5</c:v>
                </c:pt>
                <c:pt idx="67349">
                  <c:v>4</c:v>
                </c:pt>
                <c:pt idx="67350">
                  <c:v>2</c:v>
                </c:pt>
                <c:pt idx="67351">
                  <c:v>2</c:v>
                </c:pt>
                <c:pt idx="67352">
                  <c:v>2</c:v>
                </c:pt>
                <c:pt idx="67353">
                  <c:v>2</c:v>
                </c:pt>
                <c:pt idx="67354">
                  <c:v>1</c:v>
                </c:pt>
                <c:pt idx="67355">
                  <c:v>1</c:v>
                </c:pt>
                <c:pt idx="67356">
                  <c:v>2</c:v>
                </c:pt>
                <c:pt idx="67357">
                  <c:v>1</c:v>
                </c:pt>
                <c:pt idx="67358">
                  <c:v>2</c:v>
                </c:pt>
                <c:pt idx="67359">
                  <c:v>2</c:v>
                </c:pt>
                <c:pt idx="67360">
                  <c:v>1</c:v>
                </c:pt>
                <c:pt idx="67361">
                  <c:v>4</c:v>
                </c:pt>
                <c:pt idx="67362">
                  <c:v>3</c:v>
                </c:pt>
                <c:pt idx="67363">
                  <c:v>1</c:v>
                </c:pt>
                <c:pt idx="67364">
                  <c:v>2</c:v>
                </c:pt>
                <c:pt idx="67365">
                  <c:v>1</c:v>
                </c:pt>
                <c:pt idx="67366">
                  <c:v>1</c:v>
                </c:pt>
                <c:pt idx="67367">
                  <c:v>1</c:v>
                </c:pt>
                <c:pt idx="67368">
                  <c:v>2</c:v>
                </c:pt>
                <c:pt idx="67369">
                  <c:v>4</c:v>
                </c:pt>
                <c:pt idx="67370">
                  <c:v>4</c:v>
                </c:pt>
                <c:pt idx="67371">
                  <c:v>3</c:v>
                </c:pt>
                <c:pt idx="67372">
                  <c:v>3</c:v>
                </c:pt>
                <c:pt idx="67373">
                  <c:v>3</c:v>
                </c:pt>
                <c:pt idx="67374">
                  <c:v>4</c:v>
                </c:pt>
                <c:pt idx="67375">
                  <c:v>4</c:v>
                </c:pt>
                <c:pt idx="67376">
                  <c:v>5</c:v>
                </c:pt>
                <c:pt idx="67377">
                  <c:v>4</c:v>
                </c:pt>
                <c:pt idx="67378">
                  <c:v>5</c:v>
                </c:pt>
                <c:pt idx="67379">
                  <c:v>5</c:v>
                </c:pt>
                <c:pt idx="67380">
                  <c:v>4</c:v>
                </c:pt>
                <c:pt idx="67381">
                  <c:v>4</c:v>
                </c:pt>
                <c:pt idx="67382">
                  <c:v>3</c:v>
                </c:pt>
                <c:pt idx="67383">
                  <c:v>3</c:v>
                </c:pt>
                <c:pt idx="67384">
                  <c:v>4</c:v>
                </c:pt>
                <c:pt idx="67385">
                  <c:v>4</c:v>
                </c:pt>
                <c:pt idx="67386">
                  <c:v>2</c:v>
                </c:pt>
                <c:pt idx="67387">
                  <c:v>2</c:v>
                </c:pt>
                <c:pt idx="67388">
                  <c:v>4</c:v>
                </c:pt>
                <c:pt idx="67389">
                  <c:v>3</c:v>
                </c:pt>
                <c:pt idx="67390">
                  <c:v>5</c:v>
                </c:pt>
                <c:pt idx="67391">
                  <c:v>2</c:v>
                </c:pt>
                <c:pt idx="67392">
                  <c:v>2</c:v>
                </c:pt>
                <c:pt idx="67393">
                  <c:v>2</c:v>
                </c:pt>
                <c:pt idx="67394">
                  <c:v>2</c:v>
                </c:pt>
                <c:pt idx="67395">
                  <c:v>4</c:v>
                </c:pt>
                <c:pt idx="67396">
                  <c:v>2</c:v>
                </c:pt>
                <c:pt idx="67397">
                  <c:v>2</c:v>
                </c:pt>
                <c:pt idx="67398">
                  <c:v>2</c:v>
                </c:pt>
                <c:pt idx="67399">
                  <c:v>3</c:v>
                </c:pt>
                <c:pt idx="67400">
                  <c:v>3</c:v>
                </c:pt>
                <c:pt idx="67401">
                  <c:v>2</c:v>
                </c:pt>
                <c:pt idx="67402">
                  <c:v>3</c:v>
                </c:pt>
                <c:pt idx="67403">
                  <c:v>1</c:v>
                </c:pt>
                <c:pt idx="67404">
                  <c:v>3</c:v>
                </c:pt>
                <c:pt idx="67405">
                  <c:v>3</c:v>
                </c:pt>
                <c:pt idx="67406">
                  <c:v>1</c:v>
                </c:pt>
                <c:pt idx="67407">
                  <c:v>1</c:v>
                </c:pt>
                <c:pt idx="67408">
                  <c:v>2</c:v>
                </c:pt>
                <c:pt idx="67409">
                  <c:v>1</c:v>
                </c:pt>
                <c:pt idx="67410">
                  <c:v>1</c:v>
                </c:pt>
                <c:pt idx="67411">
                  <c:v>2</c:v>
                </c:pt>
                <c:pt idx="67412">
                  <c:v>2</c:v>
                </c:pt>
                <c:pt idx="67413">
                  <c:v>1</c:v>
                </c:pt>
                <c:pt idx="67414">
                  <c:v>1</c:v>
                </c:pt>
                <c:pt idx="67415">
                  <c:v>2</c:v>
                </c:pt>
                <c:pt idx="67416">
                  <c:v>2</c:v>
                </c:pt>
                <c:pt idx="67417">
                  <c:v>2</c:v>
                </c:pt>
                <c:pt idx="67418">
                  <c:v>3</c:v>
                </c:pt>
                <c:pt idx="67419">
                  <c:v>3</c:v>
                </c:pt>
                <c:pt idx="67420">
                  <c:v>1</c:v>
                </c:pt>
                <c:pt idx="67421">
                  <c:v>1</c:v>
                </c:pt>
                <c:pt idx="67422">
                  <c:v>2</c:v>
                </c:pt>
                <c:pt idx="67423">
                  <c:v>3</c:v>
                </c:pt>
                <c:pt idx="67424">
                  <c:v>3</c:v>
                </c:pt>
                <c:pt idx="67425">
                  <c:v>2</c:v>
                </c:pt>
                <c:pt idx="67426">
                  <c:v>1</c:v>
                </c:pt>
                <c:pt idx="67427">
                  <c:v>2</c:v>
                </c:pt>
                <c:pt idx="67428">
                  <c:v>3</c:v>
                </c:pt>
                <c:pt idx="67429">
                  <c:v>2</c:v>
                </c:pt>
                <c:pt idx="67430">
                  <c:v>2</c:v>
                </c:pt>
                <c:pt idx="67431">
                  <c:v>2</c:v>
                </c:pt>
                <c:pt idx="67432">
                  <c:v>2</c:v>
                </c:pt>
                <c:pt idx="67433">
                  <c:v>2</c:v>
                </c:pt>
                <c:pt idx="67434">
                  <c:v>2</c:v>
                </c:pt>
                <c:pt idx="67435">
                  <c:v>2</c:v>
                </c:pt>
                <c:pt idx="67436">
                  <c:v>2</c:v>
                </c:pt>
                <c:pt idx="67437">
                  <c:v>2</c:v>
                </c:pt>
                <c:pt idx="67438">
                  <c:v>2</c:v>
                </c:pt>
                <c:pt idx="67439">
                  <c:v>2</c:v>
                </c:pt>
                <c:pt idx="67440">
                  <c:v>2</c:v>
                </c:pt>
                <c:pt idx="67441">
                  <c:v>2</c:v>
                </c:pt>
                <c:pt idx="67442">
                  <c:v>3</c:v>
                </c:pt>
                <c:pt idx="67443">
                  <c:v>2</c:v>
                </c:pt>
                <c:pt idx="67444">
                  <c:v>2</c:v>
                </c:pt>
                <c:pt idx="67445">
                  <c:v>2</c:v>
                </c:pt>
                <c:pt idx="67446">
                  <c:v>3</c:v>
                </c:pt>
                <c:pt idx="67447">
                  <c:v>2</c:v>
                </c:pt>
                <c:pt idx="67448">
                  <c:v>2</c:v>
                </c:pt>
                <c:pt idx="67449">
                  <c:v>2</c:v>
                </c:pt>
                <c:pt idx="67450">
                  <c:v>2</c:v>
                </c:pt>
                <c:pt idx="67451">
                  <c:v>2</c:v>
                </c:pt>
                <c:pt idx="67452">
                  <c:v>2</c:v>
                </c:pt>
                <c:pt idx="67453">
                  <c:v>2</c:v>
                </c:pt>
                <c:pt idx="67454">
                  <c:v>3</c:v>
                </c:pt>
                <c:pt idx="67455">
                  <c:v>2</c:v>
                </c:pt>
                <c:pt idx="67456">
                  <c:v>2</c:v>
                </c:pt>
                <c:pt idx="67457">
                  <c:v>2</c:v>
                </c:pt>
                <c:pt idx="67458">
                  <c:v>1</c:v>
                </c:pt>
                <c:pt idx="67459">
                  <c:v>2</c:v>
                </c:pt>
                <c:pt idx="67460">
                  <c:v>2</c:v>
                </c:pt>
                <c:pt idx="67461">
                  <c:v>2</c:v>
                </c:pt>
                <c:pt idx="67462">
                  <c:v>2</c:v>
                </c:pt>
                <c:pt idx="67463">
                  <c:v>4</c:v>
                </c:pt>
                <c:pt idx="67464">
                  <c:v>5</c:v>
                </c:pt>
                <c:pt idx="67465">
                  <c:v>4</c:v>
                </c:pt>
                <c:pt idx="67466">
                  <c:v>6</c:v>
                </c:pt>
                <c:pt idx="67467">
                  <c:v>3</c:v>
                </c:pt>
                <c:pt idx="67468">
                  <c:v>1</c:v>
                </c:pt>
                <c:pt idx="67469">
                  <c:v>5</c:v>
                </c:pt>
                <c:pt idx="67470">
                  <c:v>2</c:v>
                </c:pt>
                <c:pt idx="67471">
                  <c:v>1</c:v>
                </c:pt>
                <c:pt idx="67472">
                  <c:v>1</c:v>
                </c:pt>
                <c:pt idx="67473">
                  <c:v>2</c:v>
                </c:pt>
                <c:pt idx="67474">
                  <c:v>4</c:v>
                </c:pt>
                <c:pt idx="67475">
                  <c:v>2</c:v>
                </c:pt>
                <c:pt idx="67476">
                  <c:v>4</c:v>
                </c:pt>
                <c:pt idx="67477">
                  <c:v>3</c:v>
                </c:pt>
                <c:pt idx="67478">
                  <c:v>1</c:v>
                </c:pt>
                <c:pt idx="67479">
                  <c:v>1</c:v>
                </c:pt>
                <c:pt idx="67480">
                  <c:v>1</c:v>
                </c:pt>
                <c:pt idx="67481">
                  <c:v>1</c:v>
                </c:pt>
                <c:pt idx="67482">
                  <c:v>1</c:v>
                </c:pt>
                <c:pt idx="67483">
                  <c:v>1</c:v>
                </c:pt>
                <c:pt idx="67484">
                  <c:v>1</c:v>
                </c:pt>
                <c:pt idx="67485">
                  <c:v>1</c:v>
                </c:pt>
                <c:pt idx="67486">
                  <c:v>1</c:v>
                </c:pt>
                <c:pt idx="67487">
                  <c:v>1</c:v>
                </c:pt>
                <c:pt idx="67488">
                  <c:v>1</c:v>
                </c:pt>
                <c:pt idx="67489">
                  <c:v>1</c:v>
                </c:pt>
                <c:pt idx="67490">
                  <c:v>1</c:v>
                </c:pt>
                <c:pt idx="67491">
                  <c:v>1</c:v>
                </c:pt>
                <c:pt idx="67492">
                  <c:v>1</c:v>
                </c:pt>
                <c:pt idx="67493">
                  <c:v>2</c:v>
                </c:pt>
                <c:pt idx="67494">
                  <c:v>2</c:v>
                </c:pt>
                <c:pt idx="67495">
                  <c:v>2</c:v>
                </c:pt>
                <c:pt idx="67496">
                  <c:v>2</c:v>
                </c:pt>
                <c:pt idx="67497">
                  <c:v>2</c:v>
                </c:pt>
                <c:pt idx="67498">
                  <c:v>2</c:v>
                </c:pt>
                <c:pt idx="67499">
                  <c:v>1</c:v>
                </c:pt>
                <c:pt idx="67500">
                  <c:v>1</c:v>
                </c:pt>
                <c:pt idx="67501">
                  <c:v>2</c:v>
                </c:pt>
                <c:pt idx="67502">
                  <c:v>2</c:v>
                </c:pt>
                <c:pt idx="67503">
                  <c:v>2</c:v>
                </c:pt>
                <c:pt idx="67504">
                  <c:v>2</c:v>
                </c:pt>
                <c:pt idx="67505">
                  <c:v>2</c:v>
                </c:pt>
                <c:pt idx="67506">
                  <c:v>2</c:v>
                </c:pt>
                <c:pt idx="67507">
                  <c:v>5</c:v>
                </c:pt>
                <c:pt idx="67508">
                  <c:v>5</c:v>
                </c:pt>
                <c:pt idx="67509">
                  <c:v>5</c:v>
                </c:pt>
                <c:pt idx="67510">
                  <c:v>5</c:v>
                </c:pt>
                <c:pt idx="67511">
                  <c:v>6</c:v>
                </c:pt>
                <c:pt idx="67512">
                  <c:v>5</c:v>
                </c:pt>
                <c:pt idx="67513">
                  <c:v>5</c:v>
                </c:pt>
                <c:pt idx="67514">
                  <c:v>5</c:v>
                </c:pt>
                <c:pt idx="67515">
                  <c:v>2</c:v>
                </c:pt>
                <c:pt idx="67516">
                  <c:v>5</c:v>
                </c:pt>
                <c:pt idx="67517">
                  <c:v>6</c:v>
                </c:pt>
                <c:pt idx="67518">
                  <c:v>5</c:v>
                </c:pt>
                <c:pt idx="67519">
                  <c:v>1</c:v>
                </c:pt>
                <c:pt idx="67520">
                  <c:v>3</c:v>
                </c:pt>
                <c:pt idx="67521">
                  <c:v>3</c:v>
                </c:pt>
                <c:pt idx="67522">
                  <c:v>3</c:v>
                </c:pt>
                <c:pt idx="67523">
                  <c:v>2</c:v>
                </c:pt>
                <c:pt idx="67524">
                  <c:v>2</c:v>
                </c:pt>
                <c:pt idx="67525">
                  <c:v>2</c:v>
                </c:pt>
                <c:pt idx="67526">
                  <c:v>2</c:v>
                </c:pt>
                <c:pt idx="67527">
                  <c:v>2</c:v>
                </c:pt>
                <c:pt idx="67528">
                  <c:v>3</c:v>
                </c:pt>
                <c:pt idx="67529">
                  <c:v>3</c:v>
                </c:pt>
                <c:pt idx="67530">
                  <c:v>1</c:v>
                </c:pt>
                <c:pt idx="67531">
                  <c:v>2</c:v>
                </c:pt>
                <c:pt idx="67532">
                  <c:v>1</c:v>
                </c:pt>
                <c:pt idx="67533">
                  <c:v>2</c:v>
                </c:pt>
                <c:pt idx="67534">
                  <c:v>2</c:v>
                </c:pt>
                <c:pt idx="67535">
                  <c:v>2</c:v>
                </c:pt>
                <c:pt idx="67536">
                  <c:v>2</c:v>
                </c:pt>
                <c:pt idx="67537">
                  <c:v>2</c:v>
                </c:pt>
                <c:pt idx="67538">
                  <c:v>2</c:v>
                </c:pt>
                <c:pt idx="67539">
                  <c:v>2</c:v>
                </c:pt>
                <c:pt idx="67540">
                  <c:v>2</c:v>
                </c:pt>
                <c:pt idx="67541">
                  <c:v>2</c:v>
                </c:pt>
                <c:pt idx="67542">
                  <c:v>2</c:v>
                </c:pt>
                <c:pt idx="67543">
                  <c:v>2</c:v>
                </c:pt>
                <c:pt idx="67544">
                  <c:v>2</c:v>
                </c:pt>
                <c:pt idx="67545">
                  <c:v>2</c:v>
                </c:pt>
                <c:pt idx="67546">
                  <c:v>2</c:v>
                </c:pt>
                <c:pt idx="67547">
                  <c:v>2</c:v>
                </c:pt>
                <c:pt idx="67548">
                  <c:v>2</c:v>
                </c:pt>
                <c:pt idx="67549">
                  <c:v>2</c:v>
                </c:pt>
                <c:pt idx="67550">
                  <c:v>2</c:v>
                </c:pt>
                <c:pt idx="67551">
                  <c:v>2</c:v>
                </c:pt>
                <c:pt idx="67552">
                  <c:v>2</c:v>
                </c:pt>
                <c:pt idx="67553">
                  <c:v>2</c:v>
                </c:pt>
                <c:pt idx="67554">
                  <c:v>1</c:v>
                </c:pt>
                <c:pt idx="67555">
                  <c:v>2</c:v>
                </c:pt>
                <c:pt idx="67556">
                  <c:v>2</c:v>
                </c:pt>
                <c:pt idx="67557">
                  <c:v>2</c:v>
                </c:pt>
                <c:pt idx="67558">
                  <c:v>2</c:v>
                </c:pt>
                <c:pt idx="67559">
                  <c:v>2</c:v>
                </c:pt>
                <c:pt idx="67560">
                  <c:v>2</c:v>
                </c:pt>
                <c:pt idx="67561">
                  <c:v>2</c:v>
                </c:pt>
                <c:pt idx="67562">
                  <c:v>6</c:v>
                </c:pt>
                <c:pt idx="67563">
                  <c:v>2</c:v>
                </c:pt>
                <c:pt idx="67564">
                  <c:v>3</c:v>
                </c:pt>
                <c:pt idx="67565">
                  <c:v>2</c:v>
                </c:pt>
                <c:pt idx="67566">
                  <c:v>6</c:v>
                </c:pt>
                <c:pt idx="67567">
                  <c:v>6</c:v>
                </c:pt>
                <c:pt idx="67568">
                  <c:v>2</c:v>
                </c:pt>
                <c:pt idx="67569">
                  <c:v>6</c:v>
                </c:pt>
                <c:pt idx="67570">
                  <c:v>2</c:v>
                </c:pt>
                <c:pt idx="67571">
                  <c:v>4</c:v>
                </c:pt>
                <c:pt idx="67572">
                  <c:v>3</c:v>
                </c:pt>
                <c:pt idx="67573">
                  <c:v>1</c:v>
                </c:pt>
                <c:pt idx="67574">
                  <c:v>1</c:v>
                </c:pt>
                <c:pt idx="67575">
                  <c:v>3</c:v>
                </c:pt>
                <c:pt idx="67576">
                  <c:v>3</c:v>
                </c:pt>
                <c:pt idx="67577">
                  <c:v>1</c:v>
                </c:pt>
                <c:pt idx="67578">
                  <c:v>1</c:v>
                </c:pt>
                <c:pt idx="67579">
                  <c:v>1</c:v>
                </c:pt>
                <c:pt idx="67580">
                  <c:v>3</c:v>
                </c:pt>
                <c:pt idx="67581">
                  <c:v>3</c:v>
                </c:pt>
                <c:pt idx="67582">
                  <c:v>2</c:v>
                </c:pt>
                <c:pt idx="67583">
                  <c:v>2</c:v>
                </c:pt>
                <c:pt idx="67584">
                  <c:v>2</c:v>
                </c:pt>
                <c:pt idx="67585">
                  <c:v>2</c:v>
                </c:pt>
                <c:pt idx="67586">
                  <c:v>2</c:v>
                </c:pt>
                <c:pt idx="67587">
                  <c:v>1</c:v>
                </c:pt>
                <c:pt idx="67588">
                  <c:v>2</c:v>
                </c:pt>
                <c:pt idx="67589">
                  <c:v>3</c:v>
                </c:pt>
                <c:pt idx="67590">
                  <c:v>3</c:v>
                </c:pt>
                <c:pt idx="67591">
                  <c:v>3</c:v>
                </c:pt>
                <c:pt idx="67592">
                  <c:v>2</c:v>
                </c:pt>
                <c:pt idx="67593">
                  <c:v>2</c:v>
                </c:pt>
                <c:pt idx="67594">
                  <c:v>1</c:v>
                </c:pt>
                <c:pt idx="67595">
                  <c:v>2</c:v>
                </c:pt>
                <c:pt idx="67596">
                  <c:v>3</c:v>
                </c:pt>
                <c:pt idx="67597">
                  <c:v>2</c:v>
                </c:pt>
                <c:pt idx="67598">
                  <c:v>3</c:v>
                </c:pt>
                <c:pt idx="67599">
                  <c:v>2</c:v>
                </c:pt>
                <c:pt idx="67600">
                  <c:v>4</c:v>
                </c:pt>
                <c:pt idx="67601">
                  <c:v>2</c:v>
                </c:pt>
                <c:pt idx="67602">
                  <c:v>3</c:v>
                </c:pt>
                <c:pt idx="67603">
                  <c:v>6</c:v>
                </c:pt>
                <c:pt idx="67604">
                  <c:v>2</c:v>
                </c:pt>
                <c:pt idx="67605">
                  <c:v>3</c:v>
                </c:pt>
                <c:pt idx="67606">
                  <c:v>5</c:v>
                </c:pt>
                <c:pt idx="67607">
                  <c:v>2</c:v>
                </c:pt>
                <c:pt idx="67608">
                  <c:v>2</c:v>
                </c:pt>
                <c:pt idx="67609">
                  <c:v>2</c:v>
                </c:pt>
                <c:pt idx="67610">
                  <c:v>1</c:v>
                </c:pt>
                <c:pt idx="67611">
                  <c:v>2</c:v>
                </c:pt>
                <c:pt idx="67612">
                  <c:v>2</c:v>
                </c:pt>
                <c:pt idx="67613">
                  <c:v>2</c:v>
                </c:pt>
                <c:pt idx="67614">
                  <c:v>1</c:v>
                </c:pt>
                <c:pt idx="67615">
                  <c:v>3</c:v>
                </c:pt>
                <c:pt idx="67616">
                  <c:v>2</c:v>
                </c:pt>
                <c:pt idx="67617">
                  <c:v>6</c:v>
                </c:pt>
                <c:pt idx="67618">
                  <c:v>5</c:v>
                </c:pt>
                <c:pt idx="67619">
                  <c:v>3</c:v>
                </c:pt>
                <c:pt idx="67620">
                  <c:v>1</c:v>
                </c:pt>
                <c:pt idx="67621">
                  <c:v>4</c:v>
                </c:pt>
                <c:pt idx="67622">
                  <c:v>2</c:v>
                </c:pt>
                <c:pt idx="67623">
                  <c:v>2</c:v>
                </c:pt>
                <c:pt idx="67624">
                  <c:v>3</c:v>
                </c:pt>
                <c:pt idx="67625">
                  <c:v>5</c:v>
                </c:pt>
                <c:pt idx="67626">
                  <c:v>3</c:v>
                </c:pt>
                <c:pt idx="67627">
                  <c:v>2</c:v>
                </c:pt>
                <c:pt idx="67628">
                  <c:v>-3</c:v>
                </c:pt>
                <c:pt idx="67629">
                  <c:v>6</c:v>
                </c:pt>
                <c:pt idx="67630">
                  <c:v>3</c:v>
                </c:pt>
                <c:pt idx="67631">
                  <c:v>3</c:v>
                </c:pt>
                <c:pt idx="67632">
                  <c:v>5</c:v>
                </c:pt>
                <c:pt idx="67633">
                  <c:v>2</c:v>
                </c:pt>
                <c:pt idx="67634">
                  <c:v>8</c:v>
                </c:pt>
                <c:pt idx="67635">
                  <c:v>5</c:v>
                </c:pt>
                <c:pt idx="67636">
                  <c:v>3</c:v>
                </c:pt>
                <c:pt idx="67637">
                  <c:v>2</c:v>
                </c:pt>
                <c:pt idx="67638">
                  <c:v>9</c:v>
                </c:pt>
                <c:pt idx="67639">
                  <c:v>3</c:v>
                </c:pt>
                <c:pt idx="67640">
                  <c:v>4</c:v>
                </c:pt>
                <c:pt idx="67641">
                  <c:v>5</c:v>
                </c:pt>
                <c:pt idx="67642">
                  <c:v>3</c:v>
                </c:pt>
                <c:pt idx="67643">
                  <c:v>2</c:v>
                </c:pt>
                <c:pt idx="67644">
                  <c:v>2</c:v>
                </c:pt>
                <c:pt idx="67645">
                  <c:v>2</c:v>
                </c:pt>
                <c:pt idx="67646">
                  <c:v>2</c:v>
                </c:pt>
                <c:pt idx="67647">
                  <c:v>2</c:v>
                </c:pt>
                <c:pt idx="67648">
                  <c:v>1</c:v>
                </c:pt>
                <c:pt idx="67649">
                  <c:v>2</c:v>
                </c:pt>
                <c:pt idx="67650">
                  <c:v>2</c:v>
                </c:pt>
                <c:pt idx="67651">
                  <c:v>2</c:v>
                </c:pt>
                <c:pt idx="67652">
                  <c:v>3</c:v>
                </c:pt>
                <c:pt idx="67653">
                  <c:v>2</c:v>
                </c:pt>
                <c:pt idx="67654">
                  <c:v>3</c:v>
                </c:pt>
                <c:pt idx="67655">
                  <c:v>2</c:v>
                </c:pt>
                <c:pt idx="67656">
                  <c:v>2</c:v>
                </c:pt>
                <c:pt idx="67657">
                  <c:v>2</c:v>
                </c:pt>
                <c:pt idx="67658">
                  <c:v>2</c:v>
                </c:pt>
                <c:pt idx="67659">
                  <c:v>2</c:v>
                </c:pt>
                <c:pt idx="67660">
                  <c:v>2</c:v>
                </c:pt>
                <c:pt idx="67661">
                  <c:v>2</c:v>
                </c:pt>
                <c:pt idx="67662">
                  <c:v>3</c:v>
                </c:pt>
                <c:pt idx="67663">
                  <c:v>3</c:v>
                </c:pt>
                <c:pt idx="67664">
                  <c:v>2</c:v>
                </c:pt>
                <c:pt idx="67665">
                  <c:v>3</c:v>
                </c:pt>
                <c:pt idx="67666">
                  <c:v>4</c:v>
                </c:pt>
                <c:pt idx="67667">
                  <c:v>2</c:v>
                </c:pt>
                <c:pt idx="67668">
                  <c:v>3</c:v>
                </c:pt>
                <c:pt idx="67669">
                  <c:v>4</c:v>
                </c:pt>
                <c:pt idx="67670">
                  <c:v>3</c:v>
                </c:pt>
                <c:pt idx="67671">
                  <c:v>3</c:v>
                </c:pt>
                <c:pt idx="67672">
                  <c:v>3</c:v>
                </c:pt>
                <c:pt idx="67673">
                  <c:v>4</c:v>
                </c:pt>
                <c:pt idx="67674">
                  <c:v>2</c:v>
                </c:pt>
                <c:pt idx="67675">
                  <c:v>2</c:v>
                </c:pt>
                <c:pt idx="67676">
                  <c:v>3</c:v>
                </c:pt>
                <c:pt idx="67677">
                  <c:v>3</c:v>
                </c:pt>
                <c:pt idx="67678">
                  <c:v>2</c:v>
                </c:pt>
                <c:pt idx="67679">
                  <c:v>5</c:v>
                </c:pt>
                <c:pt idx="67680">
                  <c:v>2</c:v>
                </c:pt>
                <c:pt idx="67681">
                  <c:v>2</c:v>
                </c:pt>
                <c:pt idx="67682">
                  <c:v>2</c:v>
                </c:pt>
                <c:pt idx="67683">
                  <c:v>8</c:v>
                </c:pt>
                <c:pt idx="67684">
                  <c:v>2</c:v>
                </c:pt>
                <c:pt idx="67685">
                  <c:v>3</c:v>
                </c:pt>
                <c:pt idx="67686">
                  <c:v>1</c:v>
                </c:pt>
                <c:pt idx="67687">
                  <c:v>1</c:v>
                </c:pt>
                <c:pt idx="67688">
                  <c:v>1</c:v>
                </c:pt>
                <c:pt idx="67689">
                  <c:v>1</c:v>
                </c:pt>
                <c:pt idx="67690">
                  <c:v>1</c:v>
                </c:pt>
                <c:pt idx="67691">
                  <c:v>1</c:v>
                </c:pt>
                <c:pt idx="67692">
                  <c:v>1</c:v>
                </c:pt>
                <c:pt idx="67693">
                  <c:v>1</c:v>
                </c:pt>
                <c:pt idx="67694">
                  <c:v>1</c:v>
                </c:pt>
                <c:pt idx="67695">
                  <c:v>1</c:v>
                </c:pt>
                <c:pt idx="67696">
                  <c:v>1</c:v>
                </c:pt>
                <c:pt idx="67697">
                  <c:v>1</c:v>
                </c:pt>
                <c:pt idx="67698">
                  <c:v>1</c:v>
                </c:pt>
                <c:pt idx="67699">
                  <c:v>1</c:v>
                </c:pt>
                <c:pt idx="67700">
                  <c:v>1</c:v>
                </c:pt>
                <c:pt idx="67701">
                  <c:v>2</c:v>
                </c:pt>
                <c:pt idx="67702">
                  <c:v>2</c:v>
                </c:pt>
                <c:pt idx="67703">
                  <c:v>2</c:v>
                </c:pt>
                <c:pt idx="67704">
                  <c:v>2</c:v>
                </c:pt>
                <c:pt idx="67705">
                  <c:v>2</c:v>
                </c:pt>
                <c:pt idx="67706">
                  <c:v>2</c:v>
                </c:pt>
                <c:pt idx="67707">
                  <c:v>6</c:v>
                </c:pt>
                <c:pt idx="67708">
                  <c:v>2</c:v>
                </c:pt>
                <c:pt idx="67709">
                  <c:v>6</c:v>
                </c:pt>
                <c:pt idx="67710">
                  <c:v>6</c:v>
                </c:pt>
                <c:pt idx="67711">
                  <c:v>6</c:v>
                </c:pt>
                <c:pt idx="67712">
                  <c:v>2</c:v>
                </c:pt>
                <c:pt idx="67713">
                  <c:v>2</c:v>
                </c:pt>
                <c:pt idx="67714">
                  <c:v>2</c:v>
                </c:pt>
                <c:pt idx="67715">
                  <c:v>3</c:v>
                </c:pt>
                <c:pt idx="67716">
                  <c:v>4</c:v>
                </c:pt>
                <c:pt idx="67717">
                  <c:v>2</c:v>
                </c:pt>
                <c:pt idx="67718">
                  <c:v>3</c:v>
                </c:pt>
                <c:pt idx="67719">
                  <c:v>2</c:v>
                </c:pt>
                <c:pt idx="67720">
                  <c:v>5</c:v>
                </c:pt>
                <c:pt idx="67721">
                  <c:v>8</c:v>
                </c:pt>
                <c:pt idx="67722">
                  <c:v>3</c:v>
                </c:pt>
                <c:pt idx="67723">
                  <c:v>3</c:v>
                </c:pt>
                <c:pt idx="67724">
                  <c:v>2</c:v>
                </c:pt>
                <c:pt idx="67725">
                  <c:v>2</c:v>
                </c:pt>
                <c:pt idx="67726">
                  <c:v>3</c:v>
                </c:pt>
                <c:pt idx="67727">
                  <c:v>2</c:v>
                </c:pt>
                <c:pt idx="67728">
                  <c:v>2</c:v>
                </c:pt>
                <c:pt idx="67729">
                  <c:v>2</c:v>
                </c:pt>
                <c:pt idx="67730">
                  <c:v>2</c:v>
                </c:pt>
                <c:pt idx="67731">
                  <c:v>2</c:v>
                </c:pt>
                <c:pt idx="67732">
                  <c:v>4</c:v>
                </c:pt>
                <c:pt idx="67733">
                  <c:v>2</c:v>
                </c:pt>
                <c:pt idx="67734">
                  <c:v>2</c:v>
                </c:pt>
                <c:pt idx="67735">
                  <c:v>2</c:v>
                </c:pt>
                <c:pt idx="67736">
                  <c:v>3</c:v>
                </c:pt>
                <c:pt idx="67737">
                  <c:v>2</c:v>
                </c:pt>
                <c:pt idx="67738">
                  <c:v>2</c:v>
                </c:pt>
                <c:pt idx="67739">
                  <c:v>4</c:v>
                </c:pt>
                <c:pt idx="67740">
                  <c:v>3</c:v>
                </c:pt>
                <c:pt idx="67741">
                  <c:v>2</c:v>
                </c:pt>
                <c:pt idx="67742">
                  <c:v>3</c:v>
                </c:pt>
                <c:pt idx="67743">
                  <c:v>4</c:v>
                </c:pt>
                <c:pt idx="67744">
                  <c:v>5</c:v>
                </c:pt>
                <c:pt idx="67745">
                  <c:v>2</c:v>
                </c:pt>
                <c:pt idx="67746">
                  <c:v>4</c:v>
                </c:pt>
                <c:pt idx="67747">
                  <c:v>5</c:v>
                </c:pt>
                <c:pt idx="67748">
                  <c:v>4</c:v>
                </c:pt>
                <c:pt idx="67749">
                  <c:v>2</c:v>
                </c:pt>
                <c:pt idx="67750">
                  <c:v>6</c:v>
                </c:pt>
                <c:pt idx="67751">
                  <c:v>2</c:v>
                </c:pt>
                <c:pt idx="67752">
                  <c:v>2</c:v>
                </c:pt>
                <c:pt idx="67753">
                  <c:v>2</c:v>
                </c:pt>
                <c:pt idx="67754">
                  <c:v>6</c:v>
                </c:pt>
                <c:pt idx="67755">
                  <c:v>4</c:v>
                </c:pt>
                <c:pt idx="67756">
                  <c:v>2</c:v>
                </c:pt>
                <c:pt idx="67757">
                  <c:v>1</c:v>
                </c:pt>
                <c:pt idx="67758">
                  <c:v>6</c:v>
                </c:pt>
                <c:pt idx="67759">
                  <c:v>4</c:v>
                </c:pt>
                <c:pt idx="67760">
                  <c:v>9</c:v>
                </c:pt>
                <c:pt idx="67761">
                  <c:v>2</c:v>
                </c:pt>
                <c:pt idx="67762">
                  <c:v>3</c:v>
                </c:pt>
                <c:pt idx="67763">
                  <c:v>3</c:v>
                </c:pt>
                <c:pt idx="67764">
                  <c:v>1</c:v>
                </c:pt>
                <c:pt idx="67765">
                  <c:v>3</c:v>
                </c:pt>
                <c:pt idx="67766">
                  <c:v>3</c:v>
                </c:pt>
                <c:pt idx="67767">
                  <c:v>2</c:v>
                </c:pt>
                <c:pt idx="67768">
                  <c:v>2</c:v>
                </c:pt>
                <c:pt idx="67769">
                  <c:v>3</c:v>
                </c:pt>
                <c:pt idx="67770">
                  <c:v>4</c:v>
                </c:pt>
                <c:pt idx="67771">
                  <c:v>4</c:v>
                </c:pt>
                <c:pt idx="67772">
                  <c:v>3</c:v>
                </c:pt>
                <c:pt idx="67773">
                  <c:v>2</c:v>
                </c:pt>
                <c:pt idx="67774">
                  <c:v>2</c:v>
                </c:pt>
                <c:pt idx="67775">
                  <c:v>3</c:v>
                </c:pt>
                <c:pt idx="67776">
                  <c:v>4</c:v>
                </c:pt>
                <c:pt idx="67777">
                  <c:v>3</c:v>
                </c:pt>
                <c:pt idx="67778">
                  <c:v>4</c:v>
                </c:pt>
                <c:pt idx="67779">
                  <c:v>4</c:v>
                </c:pt>
                <c:pt idx="67780">
                  <c:v>4</c:v>
                </c:pt>
                <c:pt idx="67781">
                  <c:v>3</c:v>
                </c:pt>
                <c:pt idx="67782">
                  <c:v>3</c:v>
                </c:pt>
                <c:pt idx="67783">
                  <c:v>-4</c:v>
                </c:pt>
                <c:pt idx="67784">
                  <c:v>1</c:v>
                </c:pt>
                <c:pt idx="67785">
                  <c:v>5</c:v>
                </c:pt>
                <c:pt idx="67786">
                  <c:v>4</c:v>
                </c:pt>
                <c:pt idx="67787">
                  <c:v>1</c:v>
                </c:pt>
                <c:pt idx="67788">
                  <c:v>1</c:v>
                </c:pt>
                <c:pt idx="67789">
                  <c:v>1</c:v>
                </c:pt>
                <c:pt idx="67790">
                  <c:v>1</c:v>
                </c:pt>
                <c:pt idx="67791">
                  <c:v>1</c:v>
                </c:pt>
                <c:pt idx="67792">
                  <c:v>4</c:v>
                </c:pt>
                <c:pt idx="67793">
                  <c:v>1</c:v>
                </c:pt>
                <c:pt idx="67794">
                  <c:v>2</c:v>
                </c:pt>
                <c:pt idx="67795">
                  <c:v>1</c:v>
                </c:pt>
                <c:pt idx="67796">
                  <c:v>2</c:v>
                </c:pt>
                <c:pt idx="67797">
                  <c:v>1</c:v>
                </c:pt>
                <c:pt idx="67798">
                  <c:v>1</c:v>
                </c:pt>
                <c:pt idx="67799">
                  <c:v>1</c:v>
                </c:pt>
                <c:pt idx="67800">
                  <c:v>5</c:v>
                </c:pt>
                <c:pt idx="67801">
                  <c:v>3</c:v>
                </c:pt>
                <c:pt idx="67802">
                  <c:v>5</c:v>
                </c:pt>
                <c:pt idx="67803">
                  <c:v>4</c:v>
                </c:pt>
                <c:pt idx="67804">
                  <c:v>2</c:v>
                </c:pt>
                <c:pt idx="67805">
                  <c:v>2</c:v>
                </c:pt>
                <c:pt idx="67806">
                  <c:v>2</c:v>
                </c:pt>
                <c:pt idx="67807">
                  <c:v>3</c:v>
                </c:pt>
                <c:pt idx="67808">
                  <c:v>3</c:v>
                </c:pt>
                <c:pt idx="67809">
                  <c:v>2</c:v>
                </c:pt>
                <c:pt idx="67810">
                  <c:v>2</c:v>
                </c:pt>
                <c:pt idx="67811">
                  <c:v>2</c:v>
                </c:pt>
                <c:pt idx="67812">
                  <c:v>1</c:v>
                </c:pt>
                <c:pt idx="67813">
                  <c:v>1</c:v>
                </c:pt>
                <c:pt idx="67814">
                  <c:v>1</c:v>
                </c:pt>
                <c:pt idx="67815">
                  <c:v>1</c:v>
                </c:pt>
                <c:pt idx="67816">
                  <c:v>1</c:v>
                </c:pt>
                <c:pt idx="67817">
                  <c:v>1</c:v>
                </c:pt>
                <c:pt idx="67818">
                  <c:v>2</c:v>
                </c:pt>
                <c:pt idx="67819">
                  <c:v>4</c:v>
                </c:pt>
                <c:pt idx="67820">
                  <c:v>1</c:v>
                </c:pt>
                <c:pt idx="67821">
                  <c:v>3</c:v>
                </c:pt>
                <c:pt idx="67822">
                  <c:v>2</c:v>
                </c:pt>
                <c:pt idx="67823">
                  <c:v>1</c:v>
                </c:pt>
                <c:pt idx="67824">
                  <c:v>1</c:v>
                </c:pt>
                <c:pt idx="67825">
                  <c:v>2</c:v>
                </c:pt>
                <c:pt idx="67826">
                  <c:v>2</c:v>
                </c:pt>
                <c:pt idx="67827">
                  <c:v>6</c:v>
                </c:pt>
                <c:pt idx="67828">
                  <c:v>4</c:v>
                </c:pt>
                <c:pt idx="67829">
                  <c:v>4</c:v>
                </c:pt>
                <c:pt idx="67830">
                  <c:v>2</c:v>
                </c:pt>
                <c:pt idx="67831">
                  <c:v>3</c:v>
                </c:pt>
                <c:pt idx="67832">
                  <c:v>3</c:v>
                </c:pt>
                <c:pt idx="67833">
                  <c:v>3</c:v>
                </c:pt>
                <c:pt idx="67834">
                  <c:v>3</c:v>
                </c:pt>
                <c:pt idx="67835">
                  <c:v>2</c:v>
                </c:pt>
                <c:pt idx="67836">
                  <c:v>3</c:v>
                </c:pt>
                <c:pt idx="67837">
                  <c:v>3</c:v>
                </c:pt>
                <c:pt idx="67838">
                  <c:v>2</c:v>
                </c:pt>
                <c:pt idx="67839">
                  <c:v>3</c:v>
                </c:pt>
                <c:pt idx="67840">
                  <c:v>3</c:v>
                </c:pt>
                <c:pt idx="67841">
                  <c:v>3</c:v>
                </c:pt>
                <c:pt idx="67842">
                  <c:v>3</c:v>
                </c:pt>
                <c:pt idx="67843">
                  <c:v>3</c:v>
                </c:pt>
                <c:pt idx="67844">
                  <c:v>3</c:v>
                </c:pt>
                <c:pt idx="67845">
                  <c:v>2</c:v>
                </c:pt>
                <c:pt idx="67846">
                  <c:v>2</c:v>
                </c:pt>
                <c:pt idx="67847">
                  <c:v>4</c:v>
                </c:pt>
                <c:pt idx="67848">
                  <c:v>2</c:v>
                </c:pt>
                <c:pt idx="67849">
                  <c:v>2</c:v>
                </c:pt>
                <c:pt idx="67850">
                  <c:v>2</c:v>
                </c:pt>
                <c:pt idx="67851">
                  <c:v>2</c:v>
                </c:pt>
                <c:pt idx="67852">
                  <c:v>2</c:v>
                </c:pt>
                <c:pt idx="67853">
                  <c:v>1</c:v>
                </c:pt>
                <c:pt idx="67854">
                  <c:v>1</c:v>
                </c:pt>
                <c:pt idx="67855">
                  <c:v>2</c:v>
                </c:pt>
                <c:pt idx="67856">
                  <c:v>4</c:v>
                </c:pt>
                <c:pt idx="67857">
                  <c:v>2</c:v>
                </c:pt>
                <c:pt idx="67858">
                  <c:v>2</c:v>
                </c:pt>
                <c:pt idx="67859">
                  <c:v>1</c:v>
                </c:pt>
                <c:pt idx="67860">
                  <c:v>1</c:v>
                </c:pt>
                <c:pt idx="67861">
                  <c:v>1</c:v>
                </c:pt>
                <c:pt idx="67862">
                  <c:v>2</c:v>
                </c:pt>
                <c:pt idx="67863">
                  <c:v>2</c:v>
                </c:pt>
                <c:pt idx="67864">
                  <c:v>1</c:v>
                </c:pt>
                <c:pt idx="67865">
                  <c:v>2</c:v>
                </c:pt>
                <c:pt idx="67866">
                  <c:v>1</c:v>
                </c:pt>
                <c:pt idx="67867">
                  <c:v>3</c:v>
                </c:pt>
                <c:pt idx="67868">
                  <c:v>1</c:v>
                </c:pt>
                <c:pt idx="67869">
                  <c:v>2</c:v>
                </c:pt>
                <c:pt idx="67870">
                  <c:v>2</c:v>
                </c:pt>
                <c:pt idx="67871">
                  <c:v>2</c:v>
                </c:pt>
                <c:pt idx="67872">
                  <c:v>2</c:v>
                </c:pt>
                <c:pt idx="67873">
                  <c:v>3</c:v>
                </c:pt>
                <c:pt idx="67874">
                  <c:v>3</c:v>
                </c:pt>
                <c:pt idx="67875">
                  <c:v>1</c:v>
                </c:pt>
                <c:pt idx="67876">
                  <c:v>2</c:v>
                </c:pt>
                <c:pt idx="67877">
                  <c:v>2</c:v>
                </c:pt>
                <c:pt idx="67878">
                  <c:v>2</c:v>
                </c:pt>
                <c:pt idx="67879">
                  <c:v>4</c:v>
                </c:pt>
                <c:pt idx="67880">
                  <c:v>2</c:v>
                </c:pt>
                <c:pt idx="67881">
                  <c:v>2</c:v>
                </c:pt>
                <c:pt idx="67882">
                  <c:v>3</c:v>
                </c:pt>
                <c:pt idx="67883">
                  <c:v>2</c:v>
                </c:pt>
                <c:pt idx="67884">
                  <c:v>3</c:v>
                </c:pt>
                <c:pt idx="67885">
                  <c:v>1</c:v>
                </c:pt>
                <c:pt idx="67886">
                  <c:v>3</c:v>
                </c:pt>
                <c:pt idx="67887">
                  <c:v>2</c:v>
                </c:pt>
                <c:pt idx="67888">
                  <c:v>2</c:v>
                </c:pt>
                <c:pt idx="67889">
                  <c:v>3</c:v>
                </c:pt>
                <c:pt idx="67890">
                  <c:v>2</c:v>
                </c:pt>
                <c:pt idx="67891">
                  <c:v>2</c:v>
                </c:pt>
                <c:pt idx="67892">
                  <c:v>2</c:v>
                </c:pt>
                <c:pt idx="67893">
                  <c:v>2</c:v>
                </c:pt>
                <c:pt idx="67894">
                  <c:v>3</c:v>
                </c:pt>
                <c:pt idx="67895">
                  <c:v>2</c:v>
                </c:pt>
                <c:pt idx="67896">
                  <c:v>3</c:v>
                </c:pt>
                <c:pt idx="67897">
                  <c:v>2</c:v>
                </c:pt>
                <c:pt idx="67898">
                  <c:v>2</c:v>
                </c:pt>
                <c:pt idx="67899">
                  <c:v>3</c:v>
                </c:pt>
                <c:pt idx="67900">
                  <c:v>2</c:v>
                </c:pt>
                <c:pt idx="67901">
                  <c:v>3</c:v>
                </c:pt>
                <c:pt idx="67902">
                  <c:v>2</c:v>
                </c:pt>
                <c:pt idx="67903">
                  <c:v>2</c:v>
                </c:pt>
                <c:pt idx="67904">
                  <c:v>1</c:v>
                </c:pt>
                <c:pt idx="67905">
                  <c:v>2</c:v>
                </c:pt>
                <c:pt idx="67906">
                  <c:v>3</c:v>
                </c:pt>
                <c:pt idx="67907">
                  <c:v>3</c:v>
                </c:pt>
                <c:pt idx="67908">
                  <c:v>1</c:v>
                </c:pt>
                <c:pt idx="67909">
                  <c:v>2</c:v>
                </c:pt>
                <c:pt idx="67910">
                  <c:v>1</c:v>
                </c:pt>
                <c:pt idx="67911">
                  <c:v>1</c:v>
                </c:pt>
                <c:pt idx="67912">
                  <c:v>2</c:v>
                </c:pt>
                <c:pt idx="67913">
                  <c:v>1</c:v>
                </c:pt>
                <c:pt idx="67914">
                  <c:v>1</c:v>
                </c:pt>
                <c:pt idx="67915">
                  <c:v>1</c:v>
                </c:pt>
                <c:pt idx="67916">
                  <c:v>1</c:v>
                </c:pt>
                <c:pt idx="67917">
                  <c:v>2</c:v>
                </c:pt>
                <c:pt idx="67918">
                  <c:v>4</c:v>
                </c:pt>
                <c:pt idx="67919">
                  <c:v>2</c:v>
                </c:pt>
                <c:pt idx="67920">
                  <c:v>2</c:v>
                </c:pt>
                <c:pt idx="67921">
                  <c:v>1</c:v>
                </c:pt>
                <c:pt idx="67922">
                  <c:v>1</c:v>
                </c:pt>
                <c:pt idx="67923">
                  <c:v>1</c:v>
                </c:pt>
                <c:pt idx="67924">
                  <c:v>3</c:v>
                </c:pt>
                <c:pt idx="67925">
                  <c:v>2</c:v>
                </c:pt>
                <c:pt idx="67926">
                  <c:v>6</c:v>
                </c:pt>
                <c:pt idx="67927">
                  <c:v>4</c:v>
                </c:pt>
                <c:pt idx="67928">
                  <c:v>5</c:v>
                </c:pt>
                <c:pt idx="67929">
                  <c:v>4</c:v>
                </c:pt>
                <c:pt idx="67930">
                  <c:v>2</c:v>
                </c:pt>
                <c:pt idx="67931">
                  <c:v>4</c:v>
                </c:pt>
                <c:pt idx="67932">
                  <c:v>4</c:v>
                </c:pt>
                <c:pt idx="67933">
                  <c:v>3</c:v>
                </c:pt>
                <c:pt idx="67934">
                  <c:v>4</c:v>
                </c:pt>
                <c:pt idx="67935">
                  <c:v>4</c:v>
                </c:pt>
                <c:pt idx="67936">
                  <c:v>6</c:v>
                </c:pt>
                <c:pt idx="67937">
                  <c:v>2</c:v>
                </c:pt>
                <c:pt idx="67938">
                  <c:v>4</c:v>
                </c:pt>
                <c:pt idx="67939">
                  <c:v>4</c:v>
                </c:pt>
                <c:pt idx="67940">
                  <c:v>6</c:v>
                </c:pt>
                <c:pt idx="67941">
                  <c:v>6</c:v>
                </c:pt>
                <c:pt idx="67942">
                  <c:v>7</c:v>
                </c:pt>
                <c:pt idx="67943">
                  <c:v>6</c:v>
                </c:pt>
                <c:pt idx="67944">
                  <c:v>10</c:v>
                </c:pt>
                <c:pt idx="67945">
                  <c:v>2</c:v>
                </c:pt>
                <c:pt idx="67946">
                  <c:v>4</c:v>
                </c:pt>
                <c:pt idx="67947">
                  <c:v>3</c:v>
                </c:pt>
                <c:pt idx="67948">
                  <c:v>3</c:v>
                </c:pt>
                <c:pt idx="67949">
                  <c:v>6</c:v>
                </c:pt>
                <c:pt idx="67950">
                  <c:v>4</c:v>
                </c:pt>
                <c:pt idx="67951">
                  <c:v>3</c:v>
                </c:pt>
                <c:pt idx="67952">
                  <c:v>2</c:v>
                </c:pt>
                <c:pt idx="67953">
                  <c:v>5</c:v>
                </c:pt>
                <c:pt idx="67954">
                  <c:v>4</c:v>
                </c:pt>
                <c:pt idx="67955">
                  <c:v>4</c:v>
                </c:pt>
                <c:pt idx="67956">
                  <c:v>3</c:v>
                </c:pt>
                <c:pt idx="67957">
                  <c:v>4</c:v>
                </c:pt>
                <c:pt idx="67958">
                  <c:v>3</c:v>
                </c:pt>
                <c:pt idx="67959">
                  <c:v>4</c:v>
                </c:pt>
                <c:pt idx="67960">
                  <c:v>3</c:v>
                </c:pt>
                <c:pt idx="67961">
                  <c:v>4</c:v>
                </c:pt>
                <c:pt idx="67962">
                  <c:v>4</c:v>
                </c:pt>
                <c:pt idx="67963">
                  <c:v>4</c:v>
                </c:pt>
                <c:pt idx="67964">
                  <c:v>3</c:v>
                </c:pt>
                <c:pt idx="67965">
                  <c:v>1</c:v>
                </c:pt>
                <c:pt idx="67966">
                  <c:v>1</c:v>
                </c:pt>
                <c:pt idx="67967">
                  <c:v>1</c:v>
                </c:pt>
                <c:pt idx="67968">
                  <c:v>1</c:v>
                </c:pt>
                <c:pt idx="67969">
                  <c:v>1</c:v>
                </c:pt>
                <c:pt idx="67970">
                  <c:v>1</c:v>
                </c:pt>
                <c:pt idx="67971">
                  <c:v>1</c:v>
                </c:pt>
                <c:pt idx="67972">
                  <c:v>1</c:v>
                </c:pt>
                <c:pt idx="67973">
                  <c:v>1</c:v>
                </c:pt>
                <c:pt idx="67974">
                  <c:v>1</c:v>
                </c:pt>
                <c:pt idx="67975">
                  <c:v>1</c:v>
                </c:pt>
                <c:pt idx="67976">
                  <c:v>1</c:v>
                </c:pt>
                <c:pt idx="67977">
                  <c:v>1</c:v>
                </c:pt>
                <c:pt idx="67978">
                  <c:v>1</c:v>
                </c:pt>
                <c:pt idx="67979">
                  <c:v>4</c:v>
                </c:pt>
                <c:pt idx="67980">
                  <c:v>6</c:v>
                </c:pt>
                <c:pt idx="67981">
                  <c:v>3</c:v>
                </c:pt>
                <c:pt idx="67982">
                  <c:v>1</c:v>
                </c:pt>
                <c:pt idx="67983">
                  <c:v>5</c:v>
                </c:pt>
                <c:pt idx="67984">
                  <c:v>3</c:v>
                </c:pt>
                <c:pt idx="67985">
                  <c:v>5</c:v>
                </c:pt>
                <c:pt idx="67986">
                  <c:v>2</c:v>
                </c:pt>
                <c:pt idx="67987">
                  <c:v>2</c:v>
                </c:pt>
                <c:pt idx="67988">
                  <c:v>2</c:v>
                </c:pt>
                <c:pt idx="67989">
                  <c:v>3</c:v>
                </c:pt>
                <c:pt idx="67990">
                  <c:v>3</c:v>
                </c:pt>
                <c:pt idx="67991">
                  <c:v>2</c:v>
                </c:pt>
                <c:pt idx="67992">
                  <c:v>2</c:v>
                </c:pt>
                <c:pt idx="67993">
                  <c:v>2</c:v>
                </c:pt>
                <c:pt idx="67994">
                  <c:v>2</c:v>
                </c:pt>
                <c:pt idx="67995">
                  <c:v>2</c:v>
                </c:pt>
                <c:pt idx="67996">
                  <c:v>2</c:v>
                </c:pt>
                <c:pt idx="67997">
                  <c:v>2</c:v>
                </c:pt>
                <c:pt idx="67998">
                  <c:v>4</c:v>
                </c:pt>
                <c:pt idx="67999">
                  <c:v>2</c:v>
                </c:pt>
                <c:pt idx="68000">
                  <c:v>2</c:v>
                </c:pt>
                <c:pt idx="68001">
                  <c:v>2</c:v>
                </c:pt>
                <c:pt idx="68002">
                  <c:v>2</c:v>
                </c:pt>
                <c:pt idx="68003">
                  <c:v>3</c:v>
                </c:pt>
                <c:pt idx="68004">
                  <c:v>2</c:v>
                </c:pt>
                <c:pt idx="68005">
                  <c:v>2</c:v>
                </c:pt>
                <c:pt idx="68006">
                  <c:v>2</c:v>
                </c:pt>
                <c:pt idx="68007">
                  <c:v>2</c:v>
                </c:pt>
                <c:pt idx="68008">
                  <c:v>2</c:v>
                </c:pt>
                <c:pt idx="68009">
                  <c:v>2</c:v>
                </c:pt>
                <c:pt idx="68010">
                  <c:v>2</c:v>
                </c:pt>
                <c:pt idx="68011">
                  <c:v>2</c:v>
                </c:pt>
                <c:pt idx="68012">
                  <c:v>1</c:v>
                </c:pt>
                <c:pt idx="68013">
                  <c:v>3</c:v>
                </c:pt>
                <c:pt idx="68014">
                  <c:v>3</c:v>
                </c:pt>
                <c:pt idx="68015">
                  <c:v>3</c:v>
                </c:pt>
                <c:pt idx="68016">
                  <c:v>7</c:v>
                </c:pt>
                <c:pt idx="68017">
                  <c:v>1</c:v>
                </c:pt>
                <c:pt idx="68018">
                  <c:v>2</c:v>
                </c:pt>
                <c:pt idx="68019">
                  <c:v>4</c:v>
                </c:pt>
                <c:pt idx="68020">
                  <c:v>1</c:v>
                </c:pt>
                <c:pt idx="68021">
                  <c:v>2</c:v>
                </c:pt>
                <c:pt idx="68022">
                  <c:v>3</c:v>
                </c:pt>
                <c:pt idx="68023">
                  <c:v>2</c:v>
                </c:pt>
                <c:pt idx="68024">
                  <c:v>1</c:v>
                </c:pt>
                <c:pt idx="68025">
                  <c:v>2</c:v>
                </c:pt>
                <c:pt idx="68026">
                  <c:v>3</c:v>
                </c:pt>
                <c:pt idx="68027">
                  <c:v>2</c:v>
                </c:pt>
                <c:pt idx="68028">
                  <c:v>3</c:v>
                </c:pt>
                <c:pt idx="68029">
                  <c:v>3</c:v>
                </c:pt>
                <c:pt idx="68030">
                  <c:v>3</c:v>
                </c:pt>
                <c:pt idx="68031">
                  <c:v>2</c:v>
                </c:pt>
                <c:pt idx="68032">
                  <c:v>1</c:v>
                </c:pt>
                <c:pt idx="68033">
                  <c:v>2</c:v>
                </c:pt>
                <c:pt idx="68034">
                  <c:v>2</c:v>
                </c:pt>
                <c:pt idx="68035">
                  <c:v>3</c:v>
                </c:pt>
                <c:pt idx="68036">
                  <c:v>3</c:v>
                </c:pt>
                <c:pt idx="68037">
                  <c:v>2</c:v>
                </c:pt>
                <c:pt idx="68038">
                  <c:v>3</c:v>
                </c:pt>
                <c:pt idx="68039">
                  <c:v>2</c:v>
                </c:pt>
                <c:pt idx="68040">
                  <c:v>2</c:v>
                </c:pt>
                <c:pt idx="68041">
                  <c:v>3</c:v>
                </c:pt>
                <c:pt idx="68042">
                  <c:v>2</c:v>
                </c:pt>
                <c:pt idx="68043">
                  <c:v>4</c:v>
                </c:pt>
                <c:pt idx="68044">
                  <c:v>6</c:v>
                </c:pt>
                <c:pt idx="68045">
                  <c:v>2</c:v>
                </c:pt>
                <c:pt idx="68046">
                  <c:v>2</c:v>
                </c:pt>
                <c:pt idx="68047">
                  <c:v>2</c:v>
                </c:pt>
                <c:pt idx="68048">
                  <c:v>2</c:v>
                </c:pt>
                <c:pt idx="68049">
                  <c:v>2</c:v>
                </c:pt>
                <c:pt idx="68050">
                  <c:v>3</c:v>
                </c:pt>
                <c:pt idx="68051">
                  <c:v>2</c:v>
                </c:pt>
                <c:pt idx="68052">
                  <c:v>3</c:v>
                </c:pt>
                <c:pt idx="68053">
                  <c:v>1</c:v>
                </c:pt>
                <c:pt idx="68054">
                  <c:v>1</c:v>
                </c:pt>
                <c:pt idx="68055">
                  <c:v>3</c:v>
                </c:pt>
                <c:pt idx="68056">
                  <c:v>1</c:v>
                </c:pt>
                <c:pt idx="68057">
                  <c:v>2</c:v>
                </c:pt>
                <c:pt idx="68058">
                  <c:v>1</c:v>
                </c:pt>
                <c:pt idx="68059">
                  <c:v>2</c:v>
                </c:pt>
                <c:pt idx="68060">
                  <c:v>2</c:v>
                </c:pt>
                <c:pt idx="68061">
                  <c:v>2</c:v>
                </c:pt>
                <c:pt idx="68062">
                  <c:v>1</c:v>
                </c:pt>
                <c:pt idx="68063">
                  <c:v>2</c:v>
                </c:pt>
                <c:pt idx="68064">
                  <c:v>2</c:v>
                </c:pt>
                <c:pt idx="68065">
                  <c:v>1</c:v>
                </c:pt>
                <c:pt idx="68066">
                  <c:v>1</c:v>
                </c:pt>
                <c:pt idx="68067">
                  <c:v>1</c:v>
                </c:pt>
                <c:pt idx="68068">
                  <c:v>2</c:v>
                </c:pt>
                <c:pt idx="68069">
                  <c:v>3</c:v>
                </c:pt>
                <c:pt idx="68070">
                  <c:v>2</c:v>
                </c:pt>
                <c:pt idx="68071">
                  <c:v>1</c:v>
                </c:pt>
                <c:pt idx="68072">
                  <c:v>2</c:v>
                </c:pt>
                <c:pt idx="68073">
                  <c:v>2</c:v>
                </c:pt>
                <c:pt idx="68074">
                  <c:v>1</c:v>
                </c:pt>
                <c:pt idx="68075">
                  <c:v>2</c:v>
                </c:pt>
                <c:pt idx="68076">
                  <c:v>1</c:v>
                </c:pt>
                <c:pt idx="68077">
                  <c:v>1</c:v>
                </c:pt>
                <c:pt idx="68078">
                  <c:v>1</c:v>
                </c:pt>
                <c:pt idx="68079">
                  <c:v>2</c:v>
                </c:pt>
                <c:pt idx="68080">
                  <c:v>3</c:v>
                </c:pt>
                <c:pt idx="68081">
                  <c:v>3</c:v>
                </c:pt>
                <c:pt idx="68082">
                  <c:v>3</c:v>
                </c:pt>
                <c:pt idx="68083">
                  <c:v>2</c:v>
                </c:pt>
                <c:pt idx="68084">
                  <c:v>3</c:v>
                </c:pt>
                <c:pt idx="68085">
                  <c:v>1</c:v>
                </c:pt>
                <c:pt idx="68086">
                  <c:v>2</c:v>
                </c:pt>
                <c:pt idx="68087">
                  <c:v>4</c:v>
                </c:pt>
                <c:pt idx="68088">
                  <c:v>1</c:v>
                </c:pt>
                <c:pt idx="68089">
                  <c:v>2</c:v>
                </c:pt>
                <c:pt idx="68090">
                  <c:v>3</c:v>
                </c:pt>
                <c:pt idx="68091">
                  <c:v>1</c:v>
                </c:pt>
                <c:pt idx="68092">
                  <c:v>1</c:v>
                </c:pt>
                <c:pt idx="68093">
                  <c:v>5</c:v>
                </c:pt>
                <c:pt idx="68094">
                  <c:v>5</c:v>
                </c:pt>
                <c:pt idx="68095">
                  <c:v>2</c:v>
                </c:pt>
                <c:pt idx="68096">
                  <c:v>2</c:v>
                </c:pt>
                <c:pt idx="68097">
                  <c:v>1</c:v>
                </c:pt>
                <c:pt idx="68098">
                  <c:v>1</c:v>
                </c:pt>
                <c:pt idx="68099">
                  <c:v>1</c:v>
                </c:pt>
                <c:pt idx="68100">
                  <c:v>2</c:v>
                </c:pt>
                <c:pt idx="68101">
                  <c:v>1</c:v>
                </c:pt>
                <c:pt idx="68102">
                  <c:v>1</c:v>
                </c:pt>
                <c:pt idx="68103">
                  <c:v>1</c:v>
                </c:pt>
                <c:pt idx="68104">
                  <c:v>-2</c:v>
                </c:pt>
                <c:pt idx="68105">
                  <c:v>1</c:v>
                </c:pt>
                <c:pt idx="68106">
                  <c:v>2</c:v>
                </c:pt>
                <c:pt idx="68107">
                  <c:v>1</c:v>
                </c:pt>
                <c:pt idx="68108">
                  <c:v>1</c:v>
                </c:pt>
                <c:pt idx="68109">
                  <c:v>1</c:v>
                </c:pt>
                <c:pt idx="68110">
                  <c:v>1</c:v>
                </c:pt>
                <c:pt idx="68111">
                  <c:v>1</c:v>
                </c:pt>
                <c:pt idx="68112">
                  <c:v>1</c:v>
                </c:pt>
                <c:pt idx="68113">
                  <c:v>2</c:v>
                </c:pt>
                <c:pt idx="68114">
                  <c:v>3</c:v>
                </c:pt>
                <c:pt idx="68115">
                  <c:v>4</c:v>
                </c:pt>
                <c:pt idx="68116">
                  <c:v>1</c:v>
                </c:pt>
                <c:pt idx="68117">
                  <c:v>7</c:v>
                </c:pt>
                <c:pt idx="68118">
                  <c:v>5</c:v>
                </c:pt>
                <c:pt idx="68119">
                  <c:v>8</c:v>
                </c:pt>
                <c:pt idx="68120">
                  <c:v>4</c:v>
                </c:pt>
                <c:pt idx="68121">
                  <c:v>1</c:v>
                </c:pt>
                <c:pt idx="68122">
                  <c:v>5</c:v>
                </c:pt>
                <c:pt idx="68123">
                  <c:v>5</c:v>
                </c:pt>
                <c:pt idx="68124">
                  <c:v>6</c:v>
                </c:pt>
                <c:pt idx="68125">
                  <c:v>3</c:v>
                </c:pt>
                <c:pt idx="68126">
                  <c:v>2</c:v>
                </c:pt>
                <c:pt idx="68127">
                  <c:v>2</c:v>
                </c:pt>
                <c:pt idx="68128">
                  <c:v>3</c:v>
                </c:pt>
                <c:pt idx="68129">
                  <c:v>4</c:v>
                </c:pt>
                <c:pt idx="68130">
                  <c:v>3</c:v>
                </c:pt>
                <c:pt idx="68131">
                  <c:v>4</c:v>
                </c:pt>
                <c:pt idx="68132">
                  <c:v>5</c:v>
                </c:pt>
                <c:pt idx="68133">
                  <c:v>2</c:v>
                </c:pt>
                <c:pt idx="68134">
                  <c:v>3</c:v>
                </c:pt>
                <c:pt idx="68135">
                  <c:v>2</c:v>
                </c:pt>
                <c:pt idx="68136">
                  <c:v>10</c:v>
                </c:pt>
                <c:pt idx="68137">
                  <c:v>3</c:v>
                </c:pt>
                <c:pt idx="68138">
                  <c:v>2</c:v>
                </c:pt>
                <c:pt idx="68139">
                  <c:v>3</c:v>
                </c:pt>
                <c:pt idx="68140">
                  <c:v>3</c:v>
                </c:pt>
                <c:pt idx="68141">
                  <c:v>4</c:v>
                </c:pt>
                <c:pt idx="68142">
                  <c:v>3</c:v>
                </c:pt>
                <c:pt idx="68143">
                  <c:v>3</c:v>
                </c:pt>
                <c:pt idx="68144">
                  <c:v>3</c:v>
                </c:pt>
                <c:pt idx="68145">
                  <c:v>3</c:v>
                </c:pt>
                <c:pt idx="68146">
                  <c:v>3</c:v>
                </c:pt>
                <c:pt idx="68147">
                  <c:v>3</c:v>
                </c:pt>
                <c:pt idx="68148">
                  <c:v>1</c:v>
                </c:pt>
                <c:pt idx="68149">
                  <c:v>4</c:v>
                </c:pt>
                <c:pt idx="68150">
                  <c:v>3</c:v>
                </c:pt>
                <c:pt idx="68151">
                  <c:v>3</c:v>
                </c:pt>
                <c:pt idx="68152">
                  <c:v>3</c:v>
                </c:pt>
                <c:pt idx="68153">
                  <c:v>7</c:v>
                </c:pt>
                <c:pt idx="68154">
                  <c:v>4</c:v>
                </c:pt>
                <c:pt idx="68155">
                  <c:v>3</c:v>
                </c:pt>
                <c:pt idx="68156">
                  <c:v>3</c:v>
                </c:pt>
                <c:pt idx="68157">
                  <c:v>2</c:v>
                </c:pt>
                <c:pt idx="68158">
                  <c:v>9</c:v>
                </c:pt>
                <c:pt idx="68159">
                  <c:v>1</c:v>
                </c:pt>
                <c:pt idx="68160">
                  <c:v>1</c:v>
                </c:pt>
                <c:pt idx="68161">
                  <c:v>5</c:v>
                </c:pt>
                <c:pt idx="68162">
                  <c:v>1</c:v>
                </c:pt>
                <c:pt idx="68163">
                  <c:v>1</c:v>
                </c:pt>
                <c:pt idx="68164">
                  <c:v>-9</c:v>
                </c:pt>
                <c:pt idx="68165">
                  <c:v>1</c:v>
                </c:pt>
                <c:pt idx="68166">
                  <c:v>9</c:v>
                </c:pt>
                <c:pt idx="68167">
                  <c:v>4</c:v>
                </c:pt>
                <c:pt idx="68168">
                  <c:v>7</c:v>
                </c:pt>
                <c:pt idx="68169">
                  <c:v>3</c:v>
                </c:pt>
                <c:pt idx="68170">
                  <c:v>2</c:v>
                </c:pt>
                <c:pt idx="68171">
                  <c:v>1</c:v>
                </c:pt>
                <c:pt idx="68172">
                  <c:v>6</c:v>
                </c:pt>
                <c:pt idx="68173">
                  <c:v>4</c:v>
                </c:pt>
                <c:pt idx="68174">
                  <c:v>4</c:v>
                </c:pt>
                <c:pt idx="68175">
                  <c:v>-2</c:v>
                </c:pt>
                <c:pt idx="68176">
                  <c:v>2</c:v>
                </c:pt>
                <c:pt idx="68177">
                  <c:v>-1</c:v>
                </c:pt>
                <c:pt idx="68178">
                  <c:v>3</c:v>
                </c:pt>
                <c:pt idx="68179">
                  <c:v>2</c:v>
                </c:pt>
                <c:pt idx="68180">
                  <c:v>3</c:v>
                </c:pt>
                <c:pt idx="68181">
                  <c:v>4</c:v>
                </c:pt>
                <c:pt idx="68182">
                  <c:v>3</c:v>
                </c:pt>
                <c:pt idx="68183">
                  <c:v>5</c:v>
                </c:pt>
                <c:pt idx="68184">
                  <c:v>2</c:v>
                </c:pt>
                <c:pt idx="68185">
                  <c:v>5</c:v>
                </c:pt>
                <c:pt idx="68186">
                  <c:v>1</c:v>
                </c:pt>
                <c:pt idx="68187">
                  <c:v>1</c:v>
                </c:pt>
                <c:pt idx="68188">
                  <c:v>1</c:v>
                </c:pt>
                <c:pt idx="68189">
                  <c:v>1</c:v>
                </c:pt>
                <c:pt idx="68190">
                  <c:v>2</c:v>
                </c:pt>
                <c:pt idx="68191">
                  <c:v>1</c:v>
                </c:pt>
                <c:pt idx="68192">
                  <c:v>1</c:v>
                </c:pt>
                <c:pt idx="68193">
                  <c:v>1</c:v>
                </c:pt>
                <c:pt idx="68194">
                  <c:v>2</c:v>
                </c:pt>
                <c:pt idx="68195">
                  <c:v>1</c:v>
                </c:pt>
                <c:pt idx="68196">
                  <c:v>1</c:v>
                </c:pt>
                <c:pt idx="68197">
                  <c:v>1</c:v>
                </c:pt>
                <c:pt idx="68198">
                  <c:v>1</c:v>
                </c:pt>
                <c:pt idx="68199">
                  <c:v>1</c:v>
                </c:pt>
                <c:pt idx="68200">
                  <c:v>1</c:v>
                </c:pt>
                <c:pt idx="68201">
                  <c:v>1</c:v>
                </c:pt>
                <c:pt idx="68202">
                  <c:v>1</c:v>
                </c:pt>
                <c:pt idx="68203">
                  <c:v>1</c:v>
                </c:pt>
                <c:pt idx="68204">
                  <c:v>2</c:v>
                </c:pt>
                <c:pt idx="68205">
                  <c:v>1</c:v>
                </c:pt>
                <c:pt idx="68206">
                  <c:v>1</c:v>
                </c:pt>
                <c:pt idx="68207">
                  <c:v>2</c:v>
                </c:pt>
                <c:pt idx="68208">
                  <c:v>2</c:v>
                </c:pt>
                <c:pt idx="68209">
                  <c:v>2</c:v>
                </c:pt>
                <c:pt idx="68210">
                  <c:v>1</c:v>
                </c:pt>
                <c:pt idx="68211">
                  <c:v>2</c:v>
                </c:pt>
                <c:pt idx="68212">
                  <c:v>3</c:v>
                </c:pt>
                <c:pt idx="68213">
                  <c:v>8</c:v>
                </c:pt>
                <c:pt idx="68214">
                  <c:v>4</c:v>
                </c:pt>
                <c:pt idx="68215">
                  <c:v>3</c:v>
                </c:pt>
                <c:pt idx="68216">
                  <c:v>4</c:v>
                </c:pt>
                <c:pt idx="68217">
                  <c:v>3</c:v>
                </c:pt>
                <c:pt idx="68218">
                  <c:v>3</c:v>
                </c:pt>
                <c:pt idx="68219">
                  <c:v>3</c:v>
                </c:pt>
                <c:pt idx="68220">
                  <c:v>4</c:v>
                </c:pt>
                <c:pt idx="68221">
                  <c:v>3</c:v>
                </c:pt>
                <c:pt idx="68222">
                  <c:v>3</c:v>
                </c:pt>
                <c:pt idx="68223">
                  <c:v>3</c:v>
                </c:pt>
                <c:pt idx="68224">
                  <c:v>3</c:v>
                </c:pt>
                <c:pt idx="68225">
                  <c:v>5</c:v>
                </c:pt>
                <c:pt idx="68226">
                  <c:v>2</c:v>
                </c:pt>
                <c:pt idx="68227">
                  <c:v>1</c:v>
                </c:pt>
                <c:pt idx="68228">
                  <c:v>3</c:v>
                </c:pt>
                <c:pt idx="68229">
                  <c:v>4</c:v>
                </c:pt>
                <c:pt idx="68230">
                  <c:v>5</c:v>
                </c:pt>
                <c:pt idx="68231">
                  <c:v>4</c:v>
                </c:pt>
                <c:pt idx="68232">
                  <c:v>3</c:v>
                </c:pt>
                <c:pt idx="68233">
                  <c:v>4</c:v>
                </c:pt>
                <c:pt idx="68234">
                  <c:v>4</c:v>
                </c:pt>
                <c:pt idx="68235">
                  <c:v>3</c:v>
                </c:pt>
                <c:pt idx="68236">
                  <c:v>3</c:v>
                </c:pt>
                <c:pt idx="68237">
                  <c:v>3</c:v>
                </c:pt>
                <c:pt idx="68238">
                  <c:v>4</c:v>
                </c:pt>
                <c:pt idx="68239">
                  <c:v>2</c:v>
                </c:pt>
                <c:pt idx="68240">
                  <c:v>4</c:v>
                </c:pt>
                <c:pt idx="68241">
                  <c:v>6</c:v>
                </c:pt>
                <c:pt idx="68242">
                  <c:v>4</c:v>
                </c:pt>
                <c:pt idx="68243">
                  <c:v>4</c:v>
                </c:pt>
                <c:pt idx="68244">
                  <c:v>3</c:v>
                </c:pt>
                <c:pt idx="68245">
                  <c:v>1</c:v>
                </c:pt>
                <c:pt idx="68246">
                  <c:v>1</c:v>
                </c:pt>
                <c:pt idx="68247">
                  <c:v>2</c:v>
                </c:pt>
                <c:pt idx="68248">
                  <c:v>1</c:v>
                </c:pt>
                <c:pt idx="68249">
                  <c:v>1</c:v>
                </c:pt>
                <c:pt idx="68250">
                  <c:v>2</c:v>
                </c:pt>
                <c:pt idx="68251">
                  <c:v>3</c:v>
                </c:pt>
                <c:pt idx="68252">
                  <c:v>1</c:v>
                </c:pt>
                <c:pt idx="68253">
                  <c:v>2</c:v>
                </c:pt>
                <c:pt idx="68254">
                  <c:v>1</c:v>
                </c:pt>
                <c:pt idx="68255">
                  <c:v>1</c:v>
                </c:pt>
                <c:pt idx="68256">
                  <c:v>6</c:v>
                </c:pt>
                <c:pt idx="68257">
                  <c:v>4</c:v>
                </c:pt>
                <c:pt idx="68258">
                  <c:v>8</c:v>
                </c:pt>
                <c:pt idx="68259">
                  <c:v>7</c:v>
                </c:pt>
                <c:pt idx="68260">
                  <c:v>2</c:v>
                </c:pt>
                <c:pt idx="68261">
                  <c:v>3</c:v>
                </c:pt>
                <c:pt idx="68262">
                  <c:v>2</c:v>
                </c:pt>
                <c:pt idx="68263">
                  <c:v>2</c:v>
                </c:pt>
                <c:pt idx="68264">
                  <c:v>2</c:v>
                </c:pt>
                <c:pt idx="68265">
                  <c:v>2</c:v>
                </c:pt>
                <c:pt idx="68266">
                  <c:v>2</c:v>
                </c:pt>
                <c:pt idx="68267">
                  <c:v>4</c:v>
                </c:pt>
                <c:pt idx="68268">
                  <c:v>1</c:v>
                </c:pt>
                <c:pt idx="68269">
                  <c:v>6</c:v>
                </c:pt>
                <c:pt idx="68270">
                  <c:v>7</c:v>
                </c:pt>
                <c:pt idx="68271">
                  <c:v>2</c:v>
                </c:pt>
                <c:pt idx="68272">
                  <c:v>5</c:v>
                </c:pt>
                <c:pt idx="68273">
                  <c:v>3</c:v>
                </c:pt>
                <c:pt idx="68274">
                  <c:v>1</c:v>
                </c:pt>
                <c:pt idx="68275">
                  <c:v>3</c:v>
                </c:pt>
                <c:pt idx="68276">
                  <c:v>3</c:v>
                </c:pt>
                <c:pt idx="68277">
                  <c:v>4</c:v>
                </c:pt>
                <c:pt idx="68278">
                  <c:v>4</c:v>
                </c:pt>
                <c:pt idx="68279">
                  <c:v>0</c:v>
                </c:pt>
                <c:pt idx="68280">
                  <c:v>3</c:v>
                </c:pt>
                <c:pt idx="68281">
                  <c:v>3</c:v>
                </c:pt>
                <c:pt idx="68282">
                  <c:v>2</c:v>
                </c:pt>
                <c:pt idx="68283">
                  <c:v>2</c:v>
                </c:pt>
                <c:pt idx="68284">
                  <c:v>9</c:v>
                </c:pt>
                <c:pt idx="68285">
                  <c:v>2</c:v>
                </c:pt>
                <c:pt idx="68286">
                  <c:v>3</c:v>
                </c:pt>
                <c:pt idx="68287">
                  <c:v>2</c:v>
                </c:pt>
                <c:pt idx="68288">
                  <c:v>2</c:v>
                </c:pt>
                <c:pt idx="68289">
                  <c:v>2</c:v>
                </c:pt>
                <c:pt idx="68290">
                  <c:v>2</c:v>
                </c:pt>
                <c:pt idx="68291">
                  <c:v>2</c:v>
                </c:pt>
                <c:pt idx="68292">
                  <c:v>2</c:v>
                </c:pt>
                <c:pt idx="68293">
                  <c:v>2</c:v>
                </c:pt>
                <c:pt idx="68294">
                  <c:v>2</c:v>
                </c:pt>
                <c:pt idx="68295">
                  <c:v>2</c:v>
                </c:pt>
                <c:pt idx="68296">
                  <c:v>2</c:v>
                </c:pt>
                <c:pt idx="68297">
                  <c:v>2</c:v>
                </c:pt>
                <c:pt idx="68298">
                  <c:v>2</c:v>
                </c:pt>
                <c:pt idx="68299">
                  <c:v>2</c:v>
                </c:pt>
                <c:pt idx="68300">
                  <c:v>4</c:v>
                </c:pt>
                <c:pt idx="68301">
                  <c:v>5</c:v>
                </c:pt>
                <c:pt idx="68302">
                  <c:v>1</c:v>
                </c:pt>
                <c:pt idx="68303">
                  <c:v>10</c:v>
                </c:pt>
                <c:pt idx="68304">
                  <c:v>1</c:v>
                </c:pt>
                <c:pt idx="68305">
                  <c:v>5</c:v>
                </c:pt>
                <c:pt idx="68306">
                  <c:v>1</c:v>
                </c:pt>
                <c:pt idx="68307">
                  <c:v>2</c:v>
                </c:pt>
                <c:pt idx="68308">
                  <c:v>2</c:v>
                </c:pt>
                <c:pt idx="68309">
                  <c:v>3</c:v>
                </c:pt>
                <c:pt idx="68310">
                  <c:v>1</c:v>
                </c:pt>
                <c:pt idx="68311">
                  <c:v>2</c:v>
                </c:pt>
                <c:pt idx="68312">
                  <c:v>1</c:v>
                </c:pt>
                <c:pt idx="68313">
                  <c:v>2</c:v>
                </c:pt>
                <c:pt idx="68314">
                  <c:v>3</c:v>
                </c:pt>
                <c:pt idx="68315">
                  <c:v>1</c:v>
                </c:pt>
                <c:pt idx="68316">
                  <c:v>1</c:v>
                </c:pt>
                <c:pt idx="68317">
                  <c:v>1</c:v>
                </c:pt>
                <c:pt idx="68318">
                  <c:v>1</c:v>
                </c:pt>
                <c:pt idx="68319">
                  <c:v>1</c:v>
                </c:pt>
                <c:pt idx="68320">
                  <c:v>1</c:v>
                </c:pt>
                <c:pt idx="68321">
                  <c:v>1</c:v>
                </c:pt>
                <c:pt idx="68322">
                  <c:v>1</c:v>
                </c:pt>
                <c:pt idx="68323">
                  <c:v>1</c:v>
                </c:pt>
                <c:pt idx="68324">
                  <c:v>1</c:v>
                </c:pt>
                <c:pt idx="68325">
                  <c:v>1</c:v>
                </c:pt>
                <c:pt idx="68326">
                  <c:v>1</c:v>
                </c:pt>
                <c:pt idx="68327">
                  <c:v>1</c:v>
                </c:pt>
                <c:pt idx="68328">
                  <c:v>1</c:v>
                </c:pt>
                <c:pt idx="68329">
                  <c:v>1</c:v>
                </c:pt>
                <c:pt idx="68330">
                  <c:v>1</c:v>
                </c:pt>
                <c:pt idx="68331">
                  <c:v>1</c:v>
                </c:pt>
                <c:pt idx="68332">
                  <c:v>1</c:v>
                </c:pt>
                <c:pt idx="68333">
                  <c:v>1</c:v>
                </c:pt>
                <c:pt idx="68334">
                  <c:v>1</c:v>
                </c:pt>
                <c:pt idx="68335">
                  <c:v>1</c:v>
                </c:pt>
                <c:pt idx="68336">
                  <c:v>1</c:v>
                </c:pt>
                <c:pt idx="68337">
                  <c:v>1</c:v>
                </c:pt>
                <c:pt idx="68338">
                  <c:v>2</c:v>
                </c:pt>
                <c:pt idx="68339">
                  <c:v>2</c:v>
                </c:pt>
                <c:pt idx="68340">
                  <c:v>1</c:v>
                </c:pt>
                <c:pt idx="68341">
                  <c:v>1</c:v>
                </c:pt>
                <c:pt idx="68342">
                  <c:v>2</c:v>
                </c:pt>
                <c:pt idx="68343">
                  <c:v>2</c:v>
                </c:pt>
                <c:pt idx="68344">
                  <c:v>3</c:v>
                </c:pt>
                <c:pt idx="68345">
                  <c:v>3</c:v>
                </c:pt>
                <c:pt idx="68346">
                  <c:v>2</c:v>
                </c:pt>
                <c:pt idx="68347">
                  <c:v>1</c:v>
                </c:pt>
                <c:pt idx="68348">
                  <c:v>1</c:v>
                </c:pt>
                <c:pt idx="68349">
                  <c:v>2</c:v>
                </c:pt>
                <c:pt idx="68350">
                  <c:v>1</c:v>
                </c:pt>
                <c:pt idx="68351">
                  <c:v>1</c:v>
                </c:pt>
                <c:pt idx="68352">
                  <c:v>1</c:v>
                </c:pt>
                <c:pt idx="68353">
                  <c:v>2</c:v>
                </c:pt>
                <c:pt idx="68354">
                  <c:v>1</c:v>
                </c:pt>
                <c:pt idx="68355">
                  <c:v>1</c:v>
                </c:pt>
                <c:pt idx="68356">
                  <c:v>1</c:v>
                </c:pt>
                <c:pt idx="68357">
                  <c:v>1</c:v>
                </c:pt>
                <c:pt idx="68358">
                  <c:v>2</c:v>
                </c:pt>
                <c:pt idx="68359">
                  <c:v>1</c:v>
                </c:pt>
                <c:pt idx="68360">
                  <c:v>3</c:v>
                </c:pt>
                <c:pt idx="68361">
                  <c:v>2</c:v>
                </c:pt>
                <c:pt idx="68362">
                  <c:v>1</c:v>
                </c:pt>
                <c:pt idx="68363">
                  <c:v>1</c:v>
                </c:pt>
                <c:pt idx="68364">
                  <c:v>2</c:v>
                </c:pt>
                <c:pt idx="68365">
                  <c:v>1</c:v>
                </c:pt>
                <c:pt idx="68366">
                  <c:v>3</c:v>
                </c:pt>
                <c:pt idx="68367">
                  <c:v>3</c:v>
                </c:pt>
                <c:pt idx="68368">
                  <c:v>4</c:v>
                </c:pt>
                <c:pt idx="68369">
                  <c:v>4</c:v>
                </c:pt>
                <c:pt idx="68370">
                  <c:v>4</c:v>
                </c:pt>
                <c:pt idx="68371">
                  <c:v>5</c:v>
                </c:pt>
                <c:pt idx="68372">
                  <c:v>2</c:v>
                </c:pt>
                <c:pt idx="68373">
                  <c:v>6</c:v>
                </c:pt>
                <c:pt idx="68374">
                  <c:v>4</c:v>
                </c:pt>
                <c:pt idx="68375">
                  <c:v>6</c:v>
                </c:pt>
                <c:pt idx="68376">
                  <c:v>2</c:v>
                </c:pt>
                <c:pt idx="68377">
                  <c:v>2</c:v>
                </c:pt>
                <c:pt idx="68378">
                  <c:v>4</c:v>
                </c:pt>
                <c:pt idx="68379">
                  <c:v>2</c:v>
                </c:pt>
                <c:pt idx="68380">
                  <c:v>5</c:v>
                </c:pt>
                <c:pt idx="68381">
                  <c:v>8</c:v>
                </c:pt>
                <c:pt idx="68382">
                  <c:v>4</c:v>
                </c:pt>
                <c:pt idx="68383">
                  <c:v>4</c:v>
                </c:pt>
                <c:pt idx="68384">
                  <c:v>5</c:v>
                </c:pt>
                <c:pt idx="68385">
                  <c:v>4</c:v>
                </c:pt>
                <c:pt idx="68386">
                  <c:v>5</c:v>
                </c:pt>
                <c:pt idx="68387">
                  <c:v>2</c:v>
                </c:pt>
                <c:pt idx="68388">
                  <c:v>6</c:v>
                </c:pt>
                <c:pt idx="68389">
                  <c:v>4</c:v>
                </c:pt>
                <c:pt idx="68390">
                  <c:v>-2</c:v>
                </c:pt>
                <c:pt idx="68391">
                  <c:v>2</c:v>
                </c:pt>
                <c:pt idx="68392">
                  <c:v>1</c:v>
                </c:pt>
                <c:pt idx="68393">
                  <c:v>1</c:v>
                </c:pt>
                <c:pt idx="68394">
                  <c:v>2</c:v>
                </c:pt>
                <c:pt idx="68395">
                  <c:v>2</c:v>
                </c:pt>
                <c:pt idx="68396">
                  <c:v>1</c:v>
                </c:pt>
                <c:pt idx="68397">
                  <c:v>1</c:v>
                </c:pt>
                <c:pt idx="68398">
                  <c:v>6</c:v>
                </c:pt>
                <c:pt idx="68399">
                  <c:v>10</c:v>
                </c:pt>
                <c:pt idx="68400">
                  <c:v>4</c:v>
                </c:pt>
                <c:pt idx="68401">
                  <c:v>7</c:v>
                </c:pt>
                <c:pt idx="68402">
                  <c:v>-2</c:v>
                </c:pt>
                <c:pt idx="68403">
                  <c:v>4</c:v>
                </c:pt>
                <c:pt idx="68404">
                  <c:v>2</c:v>
                </c:pt>
                <c:pt idx="68405">
                  <c:v>8</c:v>
                </c:pt>
                <c:pt idx="68406">
                  <c:v>2</c:v>
                </c:pt>
                <c:pt idx="68407">
                  <c:v>2</c:v>
                </c:pt>
                <c:pt idx="68408">
                  <c:v>3</c:v>
                </c:pt>
                <c:pt idx="68409">
                  <c:v>4</c:v>
                </c:pt>
                <c:pt idx="68410">
                  <c:v>3</c:v>
                </c:pt>
                <c:pt idx="68411">
                  <c:v>4</c:v>
                </c:pt>
                <c:pt idx="68412">
                  <c:v>2</c:v>
                </c:pt>
                <c:pt idx="68413">
                  <c:v>3</c:v>
                </c:pt>
                <c:pt idx="68414">
                  <c:v>2</c:v>
                </c:pt>
                <c:pt idx="68415">
                  <c:v>2</c:v>
                </c:pt>
                <c:pt idx="68416">
                  <c:v>3</c:v>
                </c:pt>
                <c:pt idx="68417">
                  <c:v>8</c:v>
                </c:pt>
                <c:pt idx="68418">
                  <c:v>3</c:v>
                </c:pt>
                <c:pt idx="68419">
                  <c:v>2</c:v>
                </c:pt>
                <c:pt idx="68420">
                  <c:v>3</c:v>
                </c:pt>
                <c:pt idx="68421">
                  <c:v>2</c:v>
                </c:pt>
                <c:pt idx="68422">
                  <c:v>3</c:v>
                </c:pt>
                <c:pt idx="68423">
                  <c:v>2</c:v>
                </c:pt>
                <c:pt idx="68424">
                  <c:v>3</c:v>
                </c:pt>
                <c:pt idx="68425">
                  <c:v>3</c:v>
                </c:pt>
                <c:pt idx="68426">
                  <c:v>2</c:v>
                </c:pt>
                <c:pt idx="68427">
                  <c:v>2</c:v>
                </c:pt>
                <c:pt idx="68428">
                  <c:v>2</c:v>
                </c:pt>
                <c:pt idx="68429">
                  <c:v>2</c:v>
                </c:pt>
                <c:pt idx="68430">
                  <c:v>2</c:v>
                </c:pt>
                <c:pt idx="68431">
                  <c:v>2</c:v>
                </c:pt>
                <c:pt idx="68432">
                  <c:v>3</c:v>
                </c:pt>
                <c:pt idx="68433">
                  <c:v>2</c:v>
                </c:pt>
                <c:pt idx="68434">
                  <c:v>2</c:v>
                </c:pt>
                <c:pt idx="68435">
                  <c:v>2</c:v>
                </c:pt>
                <c:pt idx="68436">
                  <c:v>2</c:v>
                </c:pt>
                <c:pt idx="68437">
                  <c:v>2</c:v>
                </c:pt>
                <c:pt idx="68438">
                  <c:v>2</c:v>
                </c:pt>
                <c:pt idx="68439">
                  <c:v>2</c:v>
                </c:pt>
                <c:pt idx="68440">
                  <c:v>2</c:v>
                </c:pt>
                <c:pt idx="68441">
                  <c:v>3</c:v>
                </c:pt>
                <c:pt idx="68442">
                  <c:v>2</c:v>
                </c:pt>
                <c:pt idx="68443">
                  <c:v>2</c:v>
                </c:pt>
                <c:pt idx="68444">
                  <c:v>2</c:v>
                </c:pt>
                <c:pt idx="68445">
                  <c:v>0</c:v>
                </c:pt>
                <c:pt idx="68446">
                  <c:v>2</c:v>
                </c:pt>
                <c:pt idx="68447">
                  <c:v>3</c:v>
                </c:pt>
                <c:pt idx="68448">
                  <c:v>2</c:v>
                </c:pt>
                <c:pt idx="68449">
                  <c:v>2</c:v>
                </c:pt>
                <c:pt idx="68450">
                  <c:v>2</c:v>
                </c:pt>
                <c:pt idx="68451">
                  <c:v>2</c:v>
                </c:pt>
                <c:pt idx="68452">
                  <c:v>3</c:v>
                </c:pt>
                <c:pt idx="68453">
                  <c:v>4</c:v>
                </c:pt>
                <c:pt idx="68454">
                  <c:v>1</c:v>
                </c:pt>
                <c:pt idx="68455">
                  <c:v>1</c:v>
                </c:pt>
                <c:pt idx="68456">
                  <c:v>2</c:v>
                </c:pt>
                <c:pt idx="68457">
                  <c:v>1</c:v>
                </c:pt>
                <c:pt idx="68458">
                  <c:v>4</c:v>
                </c:pt>
                <c:pt idx="68459">
                  <c:v>2</c:v>
                </c:pt>
                <c:pt idx="68460">
                  <c:v>2</c:v>
                </c:pt>
                <c:pt idx="68461">
                  <c:v>2</c:v>
                </c:pt>
                <c:pt idx="68462">
                  <c:v>3</c:v>
                </c:pt>
                <c:pt idx="68463">
                  <c:v>1</c:v>
                </c:pt>
                <c:pt idx="68464">
                  <c:v>3</c:v>
                </c:pt>
                <c:pt idx="68465">
                  <c:v>5</c:v>
                </c:pt>
                <c:pt idx="68466">
                  <c:v>3</c:v>
                </c:pt>
                <c:pt idx="68467">
                  <c:v>3</c:v>
                </c:pt>
                <c:pt idx="68468">
                  <c:v>1</c:v>
                </c:pt>
                <c:pt idx="68469">
                  <c:v>2</c:v>
                </c:pt>
                <c:pt idx="68470">
                  <c:v>4</c:v>
                </c:pt>
                <c:pt idx="68471">
                  <c:v>3</c:v>
                </c:pt>
                <c:pt idx="68472">
                  <c:v>5</c:v>
                </c:pt>
                <c:pt idx="68473">
                  <c:v>3</c:v>
                </c:pt>
                <c:pt idx="68474">
                  <c:v>4</c:v>
                </c:pt>
                <c:pt idx="68475">
                  <c:v>3</c:v>
                </c:pt>
                <c:pt idx="68476">
                  <c:v>8</c:v>
                </c:pt>
                <c:pt idx="68477">
                  <c:v>3</c:v>
                </c:pt>
                <c:pt idx="68478">
                  <c:v>1</c:v>
                </c:pt>
                <c:pt idx="68479">
                  <c:v>1</c:v>
                </c:pt>
                <c:pt idx="68480">
                  <c:v>4</c:v>
                </c:pt>
                <c:pt idx="68481">
                  <c:v>2</c:v>
                </c:pt>
                <c:pt idx="68482">
                  <c:v>2</c:v>
                </c:pt>
                <c:pt idx="68483">
                  <c:v>4</c:v>
                </c:pt>
                <c:pt idx="68484">
                  <c:v>3</c:v>
                </c:pt>
                <c:pt idx="68485">
                  <c:v>2</c:v>
                </c:pt>
                <c:pt idx="68486">
                  <c:v>3</c:v>
                </c:pt>
                <c:pt idx="68487">
                  <c:v>3</c:v>
                </c:pt>
                <c:pt idx="68488">
                  <c:v>3</c:v>
                </c:pt>
                <c:pt idx="68489">
                  <c:v>3</c:v>
                </c:pt>
                <c:pt idx="68490">
                  <c:v>2</c:v>
                </c:pt>
                <c:pt idx="68491">
                  <c:v>3</c:v>
                </c:pt>
                <c:pt idx="68492">
                  <c:v>3</c:v>
                </c:pt>
                <c:pt idx="68493">
                  <c:v>5</c:v>
                </c:pt>
                <c:pt idx="68494">
                  <c:v>4</c:v>
                </c:pt>
                <c:pt idx="68495">
                  <c:v>4</c:v>
                </c:pt>
                <c:pt idx="68496">
                  <c:v>5</c:v>
                </c:pt>
                <c:pt idx="68497">
                  <c:v>3</c:v>
                </c:pt>
                <c:pt idx="68498">
                  <c:v>3</c:v>
                </c:pt>
                <c:pt idx="68499">
                  <c:v>2</c:v>
                </c:pt>
                <c:pt idx="68500">
                  <c:v>1</c:v>
                </c:pt>
                <c:pt idx="68501">
                  <c:v>2</c:v>
                </c:pt>
                <c:pt idx="68502">
                  <c:v>1</c:v>
                </c:pt>
                <c:pt idx="68503">
                  <c:v>2</c:v>
                </c:pt>
                <c:pt idx="68504">
                  <c:v>2</c:v>
                </c:pt>
                <c:pt idx="68505">
                  <c:v>2</c:v>
                </c:pt>
                <c:pt idx="68506">
                  <c:v>1</c:v>
                </c:pt>
                <c:pt idx="68507">
                  <c:v>2</c:v>
                </c:pt>
                <c:pt idx="68508">
                  <c:v>1</c:v>
                </c:pt>
                <c:pt idx="68509">
                  <c:v>2</c:v>
                </c:pt>
                <c:pt idx="68510">
                  <c:v>2</c:v>
                </c:pt>
                <c:pt idx="68511">
                  <c:v>1</c:v>
                </c:pt>
                <c:pt idx="68512">
                  <c:v>1</c:v>
                </c:pt>
                <c:pt idx="68513">
                  <c:v>1</c:v>
                </c:pt>
                <c:pt idx="68514">
                  <c:v>1</c:v>
                </c:pt>
                <c:pt idx="68515">
                  <c:v>2</c:v>
                </c:pt>
                <c:pt idx="68516">
                  <c:v>1</c:v>
                </c:pt>
                <c:pt idx="68517">
                  <c:v>1</c:v>
                </c:pt>
                <c:pt idx="68518">
                  <c:v>2</c:v>
                </c:pt>
                <c:pt idx="68519">
                  <c:v>2</c:v>
                </c:pt>
                <c:pt idx="68520">
                  <c:v>2</c:v>
                </c:pt>
                <c:pt idx="68521">
                  <c:v>4</c:v>
                </c:pt>
                <c:pt idx="68522">
                  <c:v>1</c:v>
                </c:pt>
                <c:pt idx="68523">
                  <c:v>2</c:v>
                </c:pt>
                <c:pt idx="68524">
                  <c:v>1</c:v>
                </c:pt>
                <c:pt idx="68525">
                  <c:v>3</c:v>
                </c:pt>
                <c:pt idx="68526">
                  <c:v>1</c:v>
                </c:pt>
                <c:pt idx="68527">
                  <c:v>1</c:v>
                </c:pt>
                <c:pt idx="68528">
                  <c:v>3</c:v>
                </c:pt>
                <c:pt idx="68529">
                  <c:v>4</c:v>
                </c:pt>
                <c:pt idx="68530">
                  <c:v>5</c:v>
                </c:pt>
                <c:pt idx="68531">
                  <c:v>1</c:v>
                </c:pt>
                <c:pt idx="68532">
                  <c:v>3</c:v>
                </c:pt>
                <c:pt idx="68533">
                  <c:v>3</c:v>
                </c:pt>
                <c:pt idx="68534">
                  <c:v>3</c:v>
                </c:pt>
                <c:pt idx="68535">
                  <c:v>4</c:v>
                </c:pt>
                <c:pt idx="68536">
                  <c:v>4</c:v>
                </c:pt>
                <c:pt idx="68537">
                  <c:v>2</c:v>
                </c:pt>
                <c:pt idx="68538">
                  <c:v>3</c:v>
                </c:pt>
                <c:pt idx="68539">
                  <c:v>1</c:v>
                </c:pt>
                <c:pt idx="68540">
                  <c:v>1</c:v>
                </c:pt>
                <c:pt idx="68541">
                  <c:v>1</c:v>
                </c:pt>
                <c:pt idx="68542">
                  <c:v>1</c:v>
                </c:pt>
                <c:pt idx="68543">
                  <c:v>1</c:v>
                </c:pt>
                <c:pt idx="68544">
                  <c:v>1</c:v>
                </c:pt>
                <c:pt idx="68545">
                  <c:v>1</c:v>
                </c:pt>
                <c:pt idx="68546">
                  <c:v>1</c:v>
                </c:pt>
                <c:pt idx="68547">
                  <c:v>2</c:v>
                </c:pt>
                <c:pt idx="68548">
                  <c:v>2</c:v>
                </c:pt>
                <c:pt idx="68549">
                  <c:v>1</c:v>
                </c:pt>
                <c:pt idx="68550">
                  <c:v>5</c:v>
                </c:pt>
                <c:pt idx="68551">
                  <c:v>1</c:v>
                </c:pt>
                <c:pt idx="68552">
                  <c:v>1</c:v>
                </c:pt>
                <c:pt idx="68553">
                  <c:v>1</c:v>
                </c:pt>
                <c:pt idx="68554">
                  <c:v>1</c:v>
                </c:pt>
                <c:pt idx="68555">
                  <c:v>1</c:v>
                </c:pt>
                <c:pt idx="68556">
                  <c:v>1</c:v>
                </c:pt>
                <c:pt idx="68557">
                  <c:v>1</c:v>
                </c:pt>
                <c:pt idx="68558">
                  <c:v>1</c:v>
                </c:pt>
                <c:pt idx="68559">
                  <c:v>4</c:v>
                </c:pt>
                <c:pt idx="68560">
                  <c:v>1</c:v>
                </c:pt>
                <c:pt idx="68561">
                  <c:v>1</c:v>
                </c:pt>
                <c:pt idx="68562">
                  <c:v>1</c:v>
                </c:pt>
                <c:pt idx="68563">
                  <c:v>1</c:v>
                </c:pt>
                <c:pt idx="68564">
                  <c:v>1</c:v>
                </c:pt>
                <c:pt idx="68565">
                  <c:v>1</c:v>
                </c:pt>
                <c:pt idx="68566">
                  <c:v>1</c:v>
                </c:pt>
                <c:pt idx="68567">
                  <c:v>1</c:v>
                </c:pt>
                <c:pt idx="68568">
                  <c:v>2</c:v>
                </c:pt>
                <c:pt idx="68569">
                  <c:v>2</c:v>
                </c:pt>
                <c:pt idx="68570">
                  <c:v>2</c:v>
                </c:pt>
                <c:pt idx="68571">
                  <c:v>2</c:v>
                </c:pt>
                <c:pt idx="68572">
                  <c:v>2</c:v>
                </c:pt>
                <c:pt idx="68573">
                  <c:v>2</c:v>
                </c:pt>
                <c:pt idx="68574">
                  <c:v>2</c:v>
                </c:pt>
                <c:pt idx="68575">
                  <c:v>2</c:v>
                </c:pt>
                <c:pt idx="68576">
                  <c:v>2</c:v>
                </c:pt>
                <c:pt idx="68577">
                  <c:v>2</c:v>
                </c:pt>
                <c:pt idx="68578">
                  <c:v>3</c:v>
                </c:pt>
                <c:pt idx="68579">
                  <c:v>2</c:v>
                </c:pt>
                <c:pt idx="68580">
                  <c:v>2</c:v>
                </c:pt>
                <c:pt idx="68581">
                  <c:v>0</c:v>
                </c:pt>
                <c:pt idx="68582">
                  <c:v>2</c:v>
                </c:pt>
                <c:pt idx="68583">
                  <c:v>2</c:v>
                </c:pt>
                <c:pt idx="68584">
                  <c:v>2</c:v>
                </c:pt>
                <c:pt idx="68585">
                  <c:v>2</c:v>
                </c:pt>
                <c:pt idx="68586">
                  <c:v>2</c:v>
                </c:pt>
                <c:pt idx="68587">
                  <c:v>2</c:v>
                </c:pt>
                <c:pt idx="68588">
                  <c:v>2</c:v>
                </c:pt>
                <c:pt idx="68589">
                  <c:v>2</c:v>
                </c:pt>
                <c:pt idx="68590">
                  <c:v>3</c:v>
                </c:pt>
                <c:pt idx="68591">
                  <c:v>2</c:v>
                </c:pt>
                <c:pt idx="68592">
                  <c:v>2</c:v>
                </c:pt>
                <c:pt idx="68593">
                  <c:v>8</c:v>
                </c:pt>
                <c:pt idx="68594">
                  <c:v>8</c:v>
                </c:pt>
                <c:pt idx="68595">
                  <c:v>4</c:v>
                </c:pt>
                <c:pt idx="68596">
                  <c:v>8</c:v>
                </c:pt>
                <c:pt idx="68597">
                  <c:v>6</c:v>
                </c:pt>
                <c:pt idx="68598">
                  <c:v>8</c:v>
                </c:pt>
                <c:pt idx="68599">
                  <c:v>4</c:v>
                </c:pt>
                <c:pt idx="68600">
                  <c:v>3</c:v>
                </c:pt>
                <c:pt idx="68601">
                  <c:v>2</c:v>
                </c:pt>
                <c:pt idx="68602">
                  <c:v>6</c:v>
                </c:pt>
                <c:pt idx="68603">
                  <c:v>4</c:v>
                </c:pt>
                <c:pt idx="68604">
                  <c:v>2</c:v>
                </c:pt>
                <c:pt idx="68605">
                  <c:v>4</c:v>
                </c:pt>
                <c:pt idx="68606">
                  <c:v>6</c:v>
                </c:pt>
                <c:pt idx="68607">
                  <c:v>4</c:v>
                </c:pt>
                <c:pt idx="68608">
                  <c:v>6</c:v>
                </c:pt>
                <c:pt idx="68609">
                  <c:v>4</c:v>
                </c:pt>
                <c:pt idx="68610">
                  <c:v>2</c:v>
                </c:pt>
                <c:pt idx="68611">
                  <c:v>4</c:v>
                </c:pt>
                <c:pt idx="68612">
                  <c:v>4</c:v>
                </c:pt>
                <c:pt idx="68613">
                  <c:v>2</c:v>
                </c:pt>
                <c:pt idx="68614">
                  <c:v>4</c:v>
                </c:pt>
                <c:pt idx="68615">
                  <c:v>4</c:v>
                </c:pt>
                <c:pt idx="68616">
                  <c:v>8</c:v>
                </c:pt>
                <c:pt idx="68617">
                  <c:v>4</c:v>
                </c:pt>
                <c:pt idx="68618">
                  <c:v>4</c:v>
                </c:pt>
                <c:pt idx="68619">
                  <c:v>5</c:v>
                </c:pt>
                <c:pt idx="68620">
                  <c:v>3</c:v>
                </c:pt>
                <c:pt idx="68621">
                  <c:v>4</c:v>
                </c:pt>
                <c:pt idx="68622">
                  <c:v>4</c:v>
                </c:pt>
                <c:pt idx="68623">
                  <c:v>4</c:v>
                </c:pt>
                <c:pt idx="68624">
                  <c:v>5</c:v>
                </c:pt>
                <c:pt idx="68625">
                  <c:v>8</c:v>
                </c:pt>
                <c:pt idx="68626">
                  <c:v>2</c:v>
                </c:pt>
                <c:pt idx="68627">
                  <c:v>5</c:v>
                </c:pt>
                <c:pt idx="68628">
                  <c:v>3</c:v>
                </c:pt>
                <c:pt idx="68629">
                  <c:v>6</c:v>
                </c:pt>
                <c:pt idx="68630">
                  <c:v>4</c:v>
                </c:pt>
                <c:pt idx="68631">
                  <c:v>3</c:v>
                </c:pt>
                <c:pt idx="68632">
                  <c:v>2</c:v>
                </c:pt>
                <c:pt idx="68633">
                  <c:v>3</c:v>
                </c:pt>
                <c:pt idx="68634">
                  <c:v>3</c:v>
                </c:pt>
                <c:pt idx="68635">
                  <c:v>3</c:v>
                </c:pt>
                <c:pt idx="68636">
                  <c:v>4</c:v>
                </c:pt>
                <c:pt idx="68637">
                  <c:v>5</c:v>
                </c:pt>
                <c:pt idx="68638">
                  <c:v>2</c:v>
                </c:pt>
                <c:pt idx="68639">
                  <c:v>1</c:v>
                </c:pt>
                <c:pt idx="68640">
                  <c:v>1</c:v>
                </c:pt>
                <c:pt idx="68641">
                  <c:v>1</c:v>
                </c:pt>
                <c:pt idx="68642">
                  <c:v>1</c:v>
                </c:pt>
                <c:pt idx="68643">
                  <c:v>1</c:v>
                </c:pt>
                <c:pt idx="68644">
                  <c:v>1</c:v>
                </c:pt>
                <c:pt idx="68645">
                  <c:v>1</c:v>
                </c:pt>
                <c:pt idx="68646">
                  <c:v>2</c:v>
                </c:pt>
                <c:pt idx="68647">
                  <c:v>1</c:v>
                </c:pt>
                <c:pt idx="68648">
                  <c:v>1</c:v>
                </c:pt>
                <c:pt idx="68649">
                  <c:v>1</c:v>
                </c:pt>
                <c:pt idx="68650">
                  <c:v>2</c:v>
                </c:pt>
                <c:pt idx="68651">
                  <c:v>2</c:v>
                </c:pt>
                <c:pt idx="68652">
                  <c:v>2</c:v>
                </c:pt>
                <c:pt idx="68653">
                  <c:v>1</c:v>
                </c:pt>
                <c:pt idx="68654">
                  <c:v>2</c:v>
                </c:pt>
                <c:pt idx="68655">
                  <c:v>1</c:v>
                </c:pt>
                <c:pt idx="68656">
                  <c:v>2</c:v>
                </c:pt>
                <c:pt idx="68657">
                  <c:v>1</c:v>
                </c:pt>
                <c:pt idx="68658">
                  <c:v>1</c:v>
                </c:pt>
                <c:pt idx="68659">
                  <c:v>1</c:v>
                </c:pt>
                <c:pt idx="68660">
                  <c:v>2</c:v>
                </c:pt>
                <c:pt idx="68661">
                  <c:v>1</c:v>
                </c:pt>
                <c:pt idx="68662">
                  <c:v>4</c:v>
                </c:pt>
                <c:pt idx="68663">
                  <c:v>2</c:v>
                </c:pt>
                <c:pt idx="68664">
                  <c:v>2</c:v>
                </c:pt>
                <c:pt idx="68665">
                  <c:v>4</c:v>
                </c:pt>
                <c:pt idx="68666">
                  <c:v>4</c:v>
                </c:pt>
                <c:pt idx="68667">
                  <c:v>1</c:v>
                </c:pt>
                <c:pt idx="68668">
                  <c:v>3</c:v>
                </c:pt>
                <c:pt idx="68669">
                  <c:v>2</c:v>
                </c:pt>
                <c:pt idx="68670">
                  <c:v>2</c:v>
                </c:pt>
                <c:pt idx="68671">
                  <c:v>2</c:v>
                </c:pt>
                <c:pt idx="68672">
                  <c:v>2</c:v>
                </c:pt>
                <c:pt idx="68673">
                  <c:v>3</c:v>
                </c:pt>
                <c:pt idx="68674">
                  <c:v>2</c:v>
                </c:pt>
                <c:pt idx="68675">
                  <c:v>3</c:v>
                </c:pt>
                <c:pt idx="68676">
                  <c:v>2</c:v>
                </c:pt>
                <c:pt idx="68677">
                  <c:v>3</c:v>
                </c:pt>
                <c:pt idx="68678">
                  <c:v>2</c:v>
                </c:pt>
                <c:pt idx="68679">
                  <c:v>2</c:v>
                </c:pt>
                <c:pt idx="68680">
                  <c:v>2</c:v>
                </c:pt>
                <c:pt idx="68681">
                  <c:v>2</c:v>
                </c:pt>
                <c:pt idx="68682">
                  <c:v>2</c:v>
                </c:pt>
                <c:pt idx="68683">
                  <c:v>2</c:v>
                </c:pt>
                <c:pt idx="68684">
                  <c:v>2</c:v>
                </c:pt>
                <c:pt idx="68685">
                  <c:v>3</c:v>
                </c:pt>
                <c:pt idx="68686">
                  <c:v>3</c:v>
                </c:pt>
                <c:pt idx="68687">
                  <c:v>2</c:v>
                </c:pt>
                <c:pt idx="68688">
                  <c:v>4</c:v>
                </c:pt>
                <c:pt idx="68689">
                  <c:v>5</c:v>
                </c:pt>
                <c:pt idx="68690">
                  <c:v>6</c:v>
                </c:pt>
                <c:pt idx="68691">
                  <c:v>6</c:v>
                </c:pt>
                <c:pt idx="68692">
                  <c:v>4</c:v>
                </c:pt>
                <c:pt idx="68693">
                  <c:v>4</c:v>
                </c:pt>
                <c:pt idx="68694">
                  <c:v>2</c:v>
                </c:pt>
                <c:pt idx="68695">
                  <c:v>2</c:v>
                </c:pt>
                <c:pt idx="68696">
                  <c:v>2</c:v>
                </c:pt>
                <c:pt idx="68697">
                  <c:v>2</c:v>
                </c:pt>
                <c:pt idx="68698">
                  <c:v>3</c:v>
                </c:pt>
                <c:pt idx="68699">
                  <c:v>2</c:v>
                </c:pt>
                <c:pt idx="68700">
                  <c:v>3</c:v>
                </c:pt>
                <c:pt idx="68701">
                  <c:v>2</c:v>
                </c:pt>
                <c:pt idx="68702">
                  <c:v>2</c:v>
                </c:pt>
                <c:pt idx="68703">
                  <c:v>2</c:v>
                </c:pt>
                <c:pt idx="68704">
                  <c:v>2</c:v>
                </c:pt>
                <c:pt idx="68705">
                  <c:v>3</c:v>
                </c:pt>
                <c:pt idx="68706">
                  <c:v>2</c:v>
                </c:pt>
                <c:pt idx="68707">
                  <c:v>2</c:v>
                </c:pt>
                <c:pt idx="68708">
                  <c:v>2</c:v>
                </c:pt>
                <c:pt idx="68709">
                  <c:v>2</c:v>
                </c:pt>
                <c:pt idx="68710">
                  <c:v>4</c:v>
                </c:pt>
                <c:pt idx="68711">
                  <c:v>2</c:v>
                </c:pt>
                <c:pt idx="68712">
                  <c:v>2</c:v>
                </c:pt>
                <c:pt idx="68713">
                  <c:v>2</c:v>
                </c:pt>
                <c:pt idx="68714">
                  <c:v>2</c:v>
                </c:pt>
                <c:pt idx="68715">
                  <c:v>3</c:v>
                </c:pt>
                <c:pt idx="68716">
                  <c:v>2</c:v>
                </c:pt>
                <c:pt idx="68717">
                  <c:v>2</c:v>
                </c:pt>
                <c:pt idx="68718">
                  <c:v>2</c:v>
                </c:pt>
                <c:pt idx="68719">
                  <c:v>4</c:v>
                </c:pt>
                <c:pt idx="68720">
                  <c:v>1</c:v>
                </c:pt>
                <c:pt idx="68721">
                  <c:v>2</c:v>
                </c:pt>
                <c:pt idx="68722">
                  <c:v>4</c:v>
                </c:pt>
                <c:pt idx="68723">
                  <c:v>4</c:v>
                </c:pt>
                <c:pt idx="68724">
                  <c:v>2</c:v>
                </c:pt>
                <c:pt idx="68725">
                  <c:v>2</c:v>
                </c:pt>
                <c:pt idx="68726">
                  <c:v>2</c:v>
                </c:pt>
                <c:pt idx="68727">
                  <c:v>3</c:v>
                </c:pt>
                <c:pt idx="68728">
                  <c:v>3</c:v>
                </c:pt>
                <c:pt idx="68729">
                  <c:v>5</c:v>
                </c:pt>
                <c:pt idx="68730">
                  <c:v>2</c:v>
                </c:pt>
                <c:pt idx="68731">
                  <c:v>7</c:v>
                </c:pt>
                <c:pt idx="68732">
                  <c:v>3</c:v>
                </c:pt>
                <c:pt idx="68733">
                  <c:v>7</c:v>
                </c:pt>
                <c:pt idx="68734">
                  <c:v>4</c:v>
                </c:pt>
                <c:pt idx="68735">
                  <c:v>2</c:v>
                </c:pt>
                <c:pt idx="68736">
                  <c:v>4</c:v>
                </c:pt>
                <c:pt idx="68737">
                  <c:v>3</c:v>
                </c:pt>
                <c:pt idx="68738">
                  <c:v>4</c:v>
                </c:pt>
                <c:pt idx="68739">
                  <c:v>1</c:v>
                </c:pt>
                <c:pt idx="68740">
                  <c:v>3</c:v>
                </c:pt>
                <c:pt idx="68741">
                  <c:v>2</c:v>
                </c:pt>
                <c:pt idx="68742">
                  <c:v>2</c:v>
                </c:pt>
                <c:pt idx="68743">
                  <c:v>2</c:v>
                </c:pt>
                <c:pt idx="68744">
                  <c:v>3</c:v>
                </c:pt>
                <c:pt idx="68745">
                  <c:v>1</c:v>
                </c:pt>
                <c:pt idx="68746">
                  <c:v>3</c:v>
                </c:pt>
                <c:pt idx="68747">
                  <c:v>2</c:v>
                </c:pt>
                <c:pt idx="68748">
                  <c:v>3</c:v>
                </c:pt>
                <c:pt idx="68749">
                  <c:v>3</c:v>
                </c:pt>
                <c:pt idx="68750">
                  <c:v>2</c:v>
                </c:pt>
                <c:pt idx="68751">
                  <c:v>1</c:v>
                </c:pt>
                <c:pt idx="68752">
                  <c:v>1</c:v>
                </c:pt>
                <c:pt idx="68753">
                  <c:v>2</c:v>
                </c:pt>
                <c:pt idx="68754">
                  <c:v>5</c:v>
                </c:pt>
                <c:pt idx="68755">
                  <c:v>3</c:v>
                </c:pt>
                <c:pt idx="68756">
                  <c:v>2</c:v>
                </c:pt>
                <c:pt idx="68757">
                  <c:v>2</c:v>
                </c:pt>
                <c:pt idx="68758">
                  <c:v>2</c:v>
                </c:pt>
                <c:pt idx="68759">
                  <c:v>2</c:v>
                </c:pt>
                <c:pt idx="68760">
                  <c:v>2</c:v>
                </c:pt>
                <c:pt idx="68761">
                  <c:v>2</c:v>
                </c:pt>
                <c:pt idx="68762">
                  <c:v>2</c:v>
                </c:pt>
                <c:pt idx="68763">
                  <c:v>2</c:v>
                </c:pt>
                <c:pt idx="68764">
                  <c:v>2</c:v>
                </c:pt>
                <c:pt idx="68765">
                  <c:v>2</c:v>
                </c:pt>
                <c:pt idx="68766">
                  <c:v>2</c:v>
                </c:pt>
                <c:pt idx="68767">
                  <c:v>2</c:v>
                </c:pt>
                <c:pt idx="68768">
                  <c:v>2</c:v>
                </c:pt>
                <c:pt idx="68769">
                  <c:v>2</c:v>
                </c:pt>
                <c:pt idx="68770">
                  <c:v>3</c:v>
                </c:pt>
                <c:pt idx="68771">
                  <c:v>2</c:v>
                </c:pt>
                <c:pt idx="68772">
                  <c:v>2</c:v>
                </c:pt>
                <c:pt idx="68773">
                  <c:v>3</c:v>
                </c:pt>
                <c:pt idx="68774">
                  <c:v>3</c:v>
                </c:pt>
                <c:pt idx="68775">
                  <c:v>2</c:v>
                </c:pt>
                <c:pt idx="68776">
                  <c:v>2</c:v>
                </c:pt>
                <c:pt idx="68777">
                  <c:v>2</c:v>
                </c:pt>
                <c:pt idx="68778">
                  <c:v>5</c:v>
                </c:pt>
                <c:pt idx="68779">
                  <c:v>3</c:v>
                </c:pt>
                <c:pt idx="68780">
                  <c:v>3</c:v>
                </c:pt>
                <c:pt idx="68781">
                  <c:v>4</c:v>
                </c:pt>
                <c:pt idx="68782">
                  <c:v>5</c:v>
                </c:pt>
                <c:pt idx="68783">
                  <c:v>4</c:v>
                </c:pt>
                <c:pt idx="68784">
                  <c:v>5</c:v>
                </c:pt>
                <c:pt idx="68785">
                  <c:v>4</c:v>
                </c:pt>
                <c:pt idx="68786">
                  <c:v>4</c:v>
                </c:pt>
                <c:pt idx="68787">
                  <c:v>6</c:v>
                </c:pt>
                <c:pt idx="68788">
                  <c:v>4</c:v>
                </c:pt>
                <c:pt idx="68789">
                  <c:v>4</c:v>
                </c:pt>
                <c:pt idx="68790">
                  <c:v>4</c:v>
                </c:pt>
                <c:pt idx="68791">
                  <c:v>3</c:v>
                </c:pt>
                <c:pt idx="68792">
                  <c:v>1</c:v>
                </c:pt>
                <c:pt idx="68793">
                  <c:v>1</c:v>
                </c:pt>
                <c:pt idx="68794">
                  <c:v>1</c:v>
                </c:pt>
                <c:pt idx="68795">
                  <c:v>2</c:v>
                </c:pt>
                <c:pt idx="68796">
                  <c:v>2</c:v>
                </c:pt>
                <c:pt idx="68797">
                  <c:v>2</c:v>
                </c:pt>
                <c:pt idx="68798">
                  <c:v>2</c:v>
                </c:pt>
                <c:pt idx="68799">
                  <c:v>1</c:v>
                </c:pt>
                <c:pt idx="68800">
                  <c:v>1</c:v>
                </c:pt>
                <c:pt idx="68801">
                  <c:v>2</c:v>
                </c:pt>
                <c:pt idx="68802">
                  <c:v>4</c:v>
                </c:pt>
                <c:pt idx="68803">
                  <c:v>2</c:v>
                </c:pt>
                <c:pt idx="68804">
                  <c:v>2</c:v>
                </c:pt>
                <c:pt idx="68805">
                  <c:v>4</c:v>
                </c:pt>
                <c:pt idx="68806">
                  <c:v>2</c:v>
                </c:pt>
                <c:pt idx="68807">
                  <c:v>3</c:v>
                </c:pt>
                <c:pt idx="68808">
                  <c:v>2</c:v>
                </c:pt>
                <c:pt idx="68809">
                  <c:v>1</c:v>
                </c:pt>
                <c:pt idx="68810">
                  <c:v>1</c:v>
                </c:pt>
                <c:pt idx="68811">
                  <c:v>3</c:v>
                </c:pt>
                <c:pt idx="68812">
                  <c:v>3</c:v>
                </c:pt>
                <c:pt idx="68813">
                  <c:v>3</c:v>
                </c:pt>
                <c:pt idx="68814">
                  <c:v>6</c:v>
                </c:pt>
                <c:pt idx="68815">
                  <c:v>1</c:v>
                </c:pt>
                <c:pt idx="68816">
                  <c:v>3</c:v>
                </c:pt>
                <c:pt idx="68817">
                  <c:v>1</c:v>
                </c:pt>
                <c:pt idx="68818">
                  <c:v>1</c:v>
                </c:pt>
                <c:pt idx="68819">
                  <c:v>2</c:v>
                </c:pt>
                <c:pt idx="68820">
                  <c:v>2</c:v>
                </c:pt>
                <c:pt idx="68821">
                  <c:v>3</c:v>
                </c:pt>
                <c:pt idx="68822">
                  <c:v>1</c:v>
                </c:pt>
                <c:pt idx="68823">
                  <c:v>2</c:v>
                </c:pt>
                <c:pt idx="68824">
                  <c:v>2</c:v>
                </c:pt>
                <c:pt idx="68825">
                  <c:v>3</c:v>
                </c:pt>
                <c:pt idx="68826">
                  <c:v>5</c:v>
                </c:pt>
                <c:pt idx="68827">
                  <c:v>6</c:v>
                </c:pt>
                <c:pt idx="68828">
                  <c:v>3</c:v>
                </c:pt>
                <c:pt idx="68829">
                  <c:v>3</c:v>
                </c:pt>
                <c:pt idx="68830">
                  <c:v>5</c:v>
                </c:pt>
                <c:pt idx="68831">
                  <c:v>3</c:v>
                </c:pt>
                <c:pt idx="68832">
                  <c:v>5</c:v>
                </c:pt>
                <c:pt idx="68833">
                  <c:v>5</c:v>
                </c:pt>
                <c:pt idx="68834">
                  <c:v>10</c:v>
                </c:pt>
                <c:pt idx="68835">
                  <c:v>5</c:v>
                </c:pt>
                <c:pt idx="68836">
                  <c:v>2</c:v>
                </c:pt>
                <c:pt idx="68837">
                  <c:v>1</c:v>
                </c:pt>
                <c:pt idx="68838">
                  <c:v>2</c:v>
                </c:pt>
                <c:pt idx="68839">
                  <c:v>3</c:v>
                </c:pt>
                <c:pt idx="68840">
                  <c:v>2</c:v>
                </c:pt>
                <c:pt idx="68841">
                  <c:v>1</c:v>
                </c:pt>
                <c:pt idx="68842">
                  <c:v>1</c:v>
                </c:pt>
                <c:pt idx="68843">
                  <c:v>1</c:v>
                </c:pt>
                <c:pt idx="68844">
                  <c:v>1</c:v>
                </c:pt>
                <c:pt idx="68845">
                  <c:v>2</c:v>
                </c:pt>
                <c:pt idx="68846">
                  <c:v>2</c:v>
                </c:pt>
                <c:pt idx="68847">
                  <c:v>3</c:v>
                </c:pt>
                <c:pt idx="68848">
                  <c:v>1</c:v>
                </c:pt>
                <c:pt idx="68849">
                  <c:v>2</c:v>
                </c:pt>
                <c:pt idx="68850">
                  <c:v>3</c:v>
                </c:pt>
                <c:pt idx="68851">
                  <c:v>1</c:v>
                </c:pt>
                <c:pt idx="68852">
                  <c:v>2</c:v>
                </c:pt>
                <c:pt idx="68853">
                  <c:v>2</c:v>
                </c:pt>
                <c:pt idx="68854">
                  <c:v>1</c:v>
                </c:pt>
                <c:pt idx="68855">
                  <c:v>2</c:v>
                </c:pt>
                <c:pt idx="68856">
                  <c:v>3</c:v>
                </c:pt>
                <c:pt idx="68857">
                  <c:v>1</c:v>
                </c:pt>
                <c:pt idx="68858">
                  <c:v>3</c:v>
                </c:pt>
                <c:pt idx="68859">
                  <c:v>1</c:v>
                </c:pt>
                <c:pt idx="68860">
                  <c:v>1</c:v>
                </c:pt>
                <c:pt idx="68861">
                  <c:v>4</c:v>
                </c:pt>
                <c:pt idx="68862">
                  <c:v>1</c:v>
                </c:pt>
                <c:pt idx="68863">
                  <c:v>1</c:v>
                </c:pt>
                <c:pt idx="68864">
                  <c:v>4</c:v>
                </c:pt>
                <c:pt idx="68865">
                  <c:v>3</c:v>
                </c:pt>
                <c:pt idx="68866">
                  <c:v>3</c:v>
                </c:pt>
                <c:pt idx="68867">
                  <c:v>2</c:v>
                </c:pt>
                <c:pt idx="68868">
                  <c:v>-2</c:v>
                </c:pt>
                <c:pt idx="68869">
                  <c:v>2</c:v>
                </c:pt>
                <c:pt idx="68870">
                  <c:v>2</c:v>
                </c:pt>
                <c:pt idx="68871">
                  <c:v>1</c:v>
                </c:pt>
                <c:pt idx="68872">
                  <c:v>2</c:v>
                </c:pt>
                <c:pt idx="68873">
                  <c:v>2</c:v>
                </c:pt>
                <c:pt idx="68874">
                  <c:v>1</c:v>
                </c:pt>
                <c:pt idx="68875">
                  <c:v>2</c:v>
                </c:pt>
                <c:pt idx="68876">
                  <c:v>1</c:v>
                </c:pt>
                <c:pt idx="68877">
                  <c:v>1</c:v>
                </c:pt>
                <c:pt idx="68878">
                  <c:v>1</c:v>
                </c:pt>
                <c:pt idx="68879">
                  <c:v>1</c:v>
                </c:pt>
                <c:pt idx="68880">
                  <c:v>1</c:v>
                </c:pt>
                <c:pt idx="68881">
                  <c:v>3</c:v>
                </c:pt>
                <c:pt idx="68882">
                  <c:v>1</c:v>
                </c:pt>
                <c:pt idx="68883">
                  <c:v>1</c:v>
                </c:pt>
                <c:pt idx="68884">
                  <c:v>3</c:v>
                </c:pt>
                <c:pt idx="68885">
                  <c:v>1</c:v>
                </c:pt>
                <c:pt idx="68886">
                  <c:v>1</c:v>
                </c:pt>
                <c:pt idx="68887">
                  <c:v>1</c:v>
                </c:pt>
                <c:pt idx="68888">
                  <c:v>2</c:v>
                </c:pt>
                <c:pt idx="68889">
                  <c:v>1</c:v>
                </c:pt>
                <c:pt idx="68890">
                  <c:v>5</c:v>
                </c:pt>
                <c:pt idx="68891">
                  <c:v>2</c:v>
                </c:pt>
                <c:pt idx="68892">
                  <c:v>4</c:v>
                </c:pt>
                <c:pt idx="68893">
                  <c:v>5</c:v>
                </c:pt>
                <c:pt idx="68894">
                  <c:v>1</c:v>
                </c:pt>
                <c:pt idx="68895">
                  <c:v>1</c:v>
                </c:pt>
                <c:pt idx="68896">
                  <c:v>1</c:v>
                </c:pt>
                <c:pt idx="68897">
                  <c:v>3</c:v>
                </c:pt>
                <c:pt idx="68898">
                  <c:v>1</c:v>
                </c:pt>
                <c:pt idx="68899">
                  <c:v>10</c:v>
                </c:pt>
                <c:pt idx="68900">
                  <c:v>3</c:v>
                </c:pt>
                <c:pt idx="68901">
                  <c:v>6</c:v>
                </c:pt>
                <c:pt idx="68902">
                  <c:v>6</c:v>
                </c:pt>
                <c:pt idx="68903">
                  <c:v>5</c:v>
                </c:pt>
                <c:pt idx="68904">
                  <c:v>3</c:v>
                </c:pt>
                <c:pt idx="68905">
                  <c:v>2</c:v>
                </c:pt>
                <c:pt idx="68906">
                  <c:v>3</c:v>
                </c:pt>
                <c:pt idx="68907">
                  <c:v>5</c:v>
                </c:pt>
                <c:pt idx="68908">
                  <c:v>3</c:v>
                </c:pt>
                <c:pt idx="68909">
                  <c:v>4</c:v>
                </c:pt>
                <c:pt idx="68910">
                  <c:v>2</c:v>
                </c:pt>
                <c:pt idx="68911">
                  <c:v>3</c:v>
                </c:pt>
                <c:pt idx="68912">
                  <c:v>3</c:v>
                </c:pt>
                <c:pt idx="68913">
                  <c:v>3</c:v>
                </c:pt>
                <c:pt idx="68914">
                  <c:v>3</c:v>
                </c:pt>
                <c:pt idx="68915">
                  <c:v>3</c:v>
                </c:pt>
                <c:pt idx="68916">
                  <c:v>2</c:v>
                </c:pt>
                <c:pt idx="68917">
                  <c:v>2</c:v>
                </c:pt>
                <c:pt idx="68918">
                  <c:v>2</c:v>
                </c:pt>
                <c:pt idx="68919">
                  <c:v>1</c:v>
                </c:pt>
                <c:pt idx="68920">
                  <c:v>1</c:v>
                </c:pt>
                <c:pt idx="68921">
                  <c:v>2</c:v>
                </c:pt>
                <c:pt idx="68922">
                  <c:v>1</c:v>
                </c:pt>
                <c:pt idx="68923">
                  <c:v>1</c:v>
                </c:pt>
                <c:pt idx="68924">
                  <c:v>2</c:v>
                </c:pt>
                <c:pt idx="68925">
                  <c:v>1</c:v>
                </c:pt>
                <c:pt idx="68926">
                  <c:v>2</c:v>
                </c:pt>
                <c:pt idx="68927">
                  <c:v>1</c:v>
                </c:pt>
                <c:pt idx="68928">
                  <c:v>9</c:v>
                </c:pt>
                <c:pt idx="68929">
                  <c:v>2</c:v>
                </c:pt>
                <c:pt idx="68930">
                  <c:v>2</c:v>
                </c:pt>
                <c:pt idx="68931">
                  <c:v>10</c:v>
                </c:pt>
                <c:pt idx="68932">
                  <c:v>2</c:v>
                </c:pt>
                <c:pt idx="68933">
                  <c:v>3</c:v>
                </c:pt>
                <c:pt idx="68934">
                  <c:v>2</c:v>
                </c:pt>
                <c:pt idx="68935">
                  <c:v>1</c:v>
                </c:pt>
                <c:pt idx="68936">
                  <c:v>10</c:v>
                </c:pt>
                <c:pt idx="68937">
                  <c:v>1</c:v>
                </c:pt>
                <c:pt idx="68938">
                  <c:v>2</c:v>
                </c:pt>
                <c:pt idx="68939">
                  <c:v>3</c:v>
                </c:pt>
                <c:pt idx="68940">
                  <c:v>1</c:v>
                </c:pt>
                <c:pt idx="68941">
                  <c:v>1</c:v>
                </c:pt>
                <c:pt idx="68942">
                  <c:v>2</c:v>
                </c:pt>
                <c:pt idx="68943">
                  <c:v>2</c:v>
                </c:pt>
                <c:pt idx="68944">
                  <c:v>4</c:v>
                </c:pt>
                <c:pt idx="68945">
                  <c:v>4</c:v>
                </c:pt>
                <c:pt idx="68946">
                  <c:v>10</c:v>
                </c:pt>
                <c:pt idx="68947">
                  <c:v>1</c:v>
                </c:pt>
                <c:pt idx="68948">
                  <c:v>1</c:v>
                </c:pt>
                <c:pt idx="68949">
                  <c:v>1</c:v>
                </c:pt>
                <c:pt idx="68950">
                  <c:v>2</c:v>
                </c:pt>
                <c:pt idx="68951">
                  <c:v>1</c:v>
                </c:pt>
                <c:pt idx="68952">
                  <c:v>10</c:v>
                </c:pt>
                <c:pt idx="68953">
                  <c:v>9</c:v>
                </c:pt>
                <c:pt idx="68954">
                  <c:v>2</c:v>
                </c:pt>
                <c:pt idx="68955">
                  <c:v>1</c:v>
                </c:pt>
                <c:pt idx="68956">
                  <c:v>1</c:v>
                </c:pt>
                <c:pt idx="68957">
                  <c:v>2</c:v>
                </c:pt>
                <c:pt idx="68958">
                  <c:v>4</c:v>
                </c:pt>
                <c:pt idx="68959">
                  <c:v>3</c:v>
                </c:pt>
                <c:pt idx="68960">
                  <c:v>4</c:v>
                </c:pt>
                <c:pt idx="68961">
                  <c:v>3</c:v>
                </c:pt>
                <c:pt idx="68962">
                  <c:v>4</c:v>
                </c:pt>
                <c:pt idx="68963">
                  <c:v>5</c:v>
                </c:pt>
                <c:pt idx="68964">
                  <c:v>2</c:v>
                </c:pt>
                <c:pt idx="68965">
                  <c:v>-1</c:v>
                </c:pt>
                <c:pt idx="68966">
                  <c:v>2</c:v>
                </c:pt>
                <c:pt idx="68967">
                  <c:v>5</c:v>
                </c:pt>
                <c:pt idx="68968">
                  <c:v>4</c:v>
                </c:pt>
                <c:pt idx="68969">
                  <c:v>3</c:v>
                </c:pt>
                <c:pt idx="68970">
                  <c:v>2</c:v>
                </c:pt>
                <c:pt idx="68971">
                  <c:v>2</c:v>
                </c:pt>
                <c:pt idx="68972">
                  <c:v>2</c:v>
                </c:pt>
                <c:pt idx="68973">
                  <c:v>2</c:v>
                </c:pt>
                <c:pt idx="68974">
                  <c:v>2</c:v>
                </c:pt>
                <c:pt idx="68975">
                  <c:v>2</c:v>
                </c:pt>
                <c:pt idx="68976">
                  <c:v>3</c:v>
                </c:pt>
                <c:pt idx="68977">
                  <c:v>7</c:v>
                </c:pt>
                <c:pt idx="68978">
                  <c:v>1</c:v>
                </c:pt>
                <c:pt idx="68979">
                  <c:v>4</c:v>
                </c:pt>
                <c:pt idx="68980">
                  <c:v>1</c:v>
                </c:pt>
                <c:pt idx="68981">
                  <c:v>7</c:v>
                </c:pt>
                <c:pt idx="68982">
                  <c:v>2</c:v>
                </c:pt>
                <c:pt idx="68983">
                  <c:v>1</c:v>
                </c:pt>
                <c:pt idx="68984">
                  <c:v>3</c:v>
                </c:pt>
                <c:pt idx="68985">
                  <c:v>2</c:v>
                </c:pt>
                <c:pt idx="68986">
                  <c:v>1</c:v>
                </c:pt>
                <c:pt idx="68987">
                  <c:v>2</c:v>
                </c:pt>
                <c:pt idx="68988">
                  <c:v>4</c:v>
                </c:pt>
                <c:pt idx="68989">
                  <c:v>1</c:v>
                </c:pt>
                <c:pt idx="68990">
                  <c:v>2</c:v>
                </c:pt>
                <c:pt idx="68991">
                  <c:v>1</c:v>
                </c:pt>
                <c:pt idx="68992">
                  <c:v>1</c:v>
                </c:pt>
                <c:pt idx="68993">
                  <c:v>4</c:v>
                </c:pt>
                <c:pt idx="68994">
                  <c:v>1</c:v>
                </c:pt>
                <c:pt idx="68995">
                  <c:v>2</c:v>
                </c:pt>
                <c:pt idx="68996">
                  <c:v>2</c:v>
                </c:pt>
                <c:pt idx="68997">
                  <c:v>3</c:v>
                </c:pt>
                <c:pt idx="68998">
                  <c:v>1</c:v>
                </c:pt>
                <c:pt idx="68999">
                  <c:v>1</c:v>
                </c:pt>
                <c:pt idx="69000">
                  <c:v>1</c:v>
                </c:pt>
                <c:pt idx="69001">
                  <c:v>1</c:v>
                </c:pt>
                <c:pt idx="69002">
                  <c:v>1</c:v>
                </c:pt>
                <c:pt idx="69003">
                  <c:v>2</c:v>
                </c:pt>
                <c:pt idx="69004">
                  <c:v>1</c:v>
                </c:pt>
                <c:pt idx="69005">
                  <c:v>4</c:v>
                </c:pt>
                <c:pt idx="69006">
                  <c:v>2</c:v>
                </c:pt>
                <c:pt idx="69007">
                  <c:v>1</c:v>
                </c:pt>
                <c:pt idx="69008">
                  <c:v>1</c:v>
                </c:pt>
                <c:pt idx="69009">
                  <c:v>1</c:v>
                </c:pt>
                <c:pt idx="69010">
                  <c:v>2</c:v>
                </c:pt>
                <c:pt idx="69011">
                  <c:v>2</c:v>
                </c:pt>
                <c:pt idx="69012">
                  <c:v>2</c:v>
                </c:pt>
                <c:pt idx="69013">
                  <c:v>1</c:v>
                </c:pt>
                <c:pt idx="69014">
                  <c:v>1</c:v>
                </c:pt>
                <c:pt idx="69015">
                  <c:v>2</c:v>
                </c:pt>
                <c:pt idx="69016">
                  <c:v>2</c:v>
                </c:pt>
                <c:pt idx="69017">
                  <c:v>2</c:v>
                </c:pt>
                <c:pt idx="69018">
                  <c:v>2</c:v>
                </c:pt>
                <c:pt idx="69019">
                  <c:v>2</c:v>
                </c:pt>
                <c:pt idx="69020">
                  <c:v>2</c:v>
                </c:pt>
                <c:pt idx="69021">
                  <c:v>2</c:v>
                </c:pt>
                <c:pt idx="69022">
                  <c:v>2</c:v>
                </c:pt>
                <c:pt idx="69023">
                  <c:v>2</c:v>
                </c:pt>
                <c:pt idx="69024">
                  <c:v>2</c:v>
                </c:pt>
                <c:pt idx="69025">
                  <c:v>2</c:v>
                </c:pt>
                <c:pt idx="69026">
                  <c:v>2</c:v>
                </c:pt>
                <c:pt idx="69027">
                  <c:v>2</c:v>
                </c:pt>
                <c:pt idx="69028">
                  <c:v>2</c:v>
                </c:pt>
                <c:pt idx="69029">
                  <c:v>2</c:v>
                </c:pt>
                <c:pt idx="69030">
                  <c:v>2</c:v>
                </c:pt>
                <c:pt idx="69031">
                  <c:v>2</c:v>
                </c:pt>
                <c:pt idx="69032">
                  <c:v>2</c:v>
                </c:pt>
                <c:pt idx="69033">
                  <c:v>2</c:v>
                </c:pt>
                <c:pt idx="69034">
                  <c:v>2</c:v>
                </c:pt>
                <c:pt idx="69035">
                  <c:v>1</c:v>
                </c:pt>
                <c:pt idx="69036">
                  <c:v>2</c:v>
                </c:pt>
                <c:pt idx="69037">
                  <c:v>1</c:v>
                </c:pt>
                <c:pt idx="69038">
                  <c:v>2</c:v>
                </c:pt>
                <c:pt idx="69039">
                  <c:v>4</c:v>
                </c:pt>
                <c:pt idx="69040">
                  <c:v>5</c:v>
                </c:pt>
                <c:pt idx="69041">
                  <c:v>2</c:v>
                </c:pt>
                <c:pt idx="69042">
                  <c:v>2</c:v>
                </c:pt>
                <c:pt idx="69043">
                  <c:v>1</c:v>
                </c:pt>
                <c:pt idx="69044">
                  <c:v>1</c:v>
                </c:pt>
                <c:pt idx="69045">
                  <c:v>1</c:v>
                </c:pt>
                <c:pt idx="69046">
                  <c:v>1</c:v>
                </c:pt>
                <c:pt idx="69047">
                  <c:v>1</c:v>
                </c:pt>
                <c:pt idx="69048">
                  <c:v>1</c:v>
                </c:pt>
                <c:pt idx="69049">
                  <c:v>1</c:v>
                </c:pt>
                <c:pt idx="69050">
                  <c:v>1</c:v>
                </c:pt>
                <c:pt idx="69051">
                  <c:v>2</c:v>
                </c:pt>
                <c:pt idx="69052">
                  <c:v>1</c:v>
                </c:pt>
                <c:pt idx="69053">
                  <c:v>1</c:v>
                </c:pt>
                <c:pt idx="69054">
                  <c:v>2</c:v>
                </c:pt>
                <c:pt idx="69055">
                  <c:v>2</c:v>
                </c:pt>
                <c:pt idx="69056">
                  <c:v>1</c:v>
                </c:pt>
                <c:pt idx="69057">
                  <c:v>1</c:v>
                </c:pt>
                <c:pt idx="69058">
                  <c:v>1</c:v>
                </c:pt>
                <c:pt idx="69059">
                  <c:v>1</c:v>
                </c:pt>
                <c:pt idx="69060">
                  <c:v>1</c:v>
                </c:pt>
                <c:pt idx="69061">
                  <c:v>1</c:v>
                </c:pt>
                <c:pt idx="69062">
                  <c:v>4</c:v>
                </c:pt>
                <c:pt idx="69063">
                  <c:v>1</c:v>
                </c:pt>
                <c:pt idx="69064">
                  <c:v>2</c:v>
                </c:pt>
                <c:pt idx="69065">
                  <c:v>4</c:v>
                </c:pt>
                <c:pt idx="69066">
                  <c:v>2</c:v>
                </c:pt>
                <c:pt idx="69067">
                  <c:v>2</c:v>
                </c:pt>
                <c:pt idx="69068">
                  <c:v>3</c:v>
                </c:pt>
                <c:pt idx="69069">
                  <c:v>4</c:v>
                </c:pt>
                <c:pt idx="69070">
                  <c:v>3</c:v>
                </c:pt>
                <c:pt idx="69071">
                  <c:v>4</c:v>
                </c:pt>
                <c:pt idx="69072">
                  <c:v>3</c:v>
                </c:pt>
                <c:pt idx="69073">
                  <c:v>2</c:v>
                </c:pt>
                <c:pt idx="69074">
                  <c:v>3</c:v>
                </c:pt>
                <c:pt idx="69075">
                  <c:v>2</c:v>
                </c:pt>
                <c:pt idx="69076">
                  <c:v>2</c:v>
                </c:pt>
                <c:pt idx="69077">
                  <c:v>1</c:v>
                </c:pt>
                <c:pt idx="69078">
                  <c:v>3</c:v>
                </c:pt>
                <c:pt idx="69079">
                  <c:v>1</c:v>
                </c:pt>
                <c:pt idx="69080">
                  <c:v>2</c:v>
                </c:pt>
                <c:pt idx="69081">
                  <c:v>2</c:v>
                </c:pt>
                <c:pt idx="69082">
                  <c:v>2</c:v>
                </c:pt>
                <c:pt idx="69083">
                  <c:v>1</c:v>
                </c:pt>
                <c:pt idx="69084">
                  <c:v>1</c:v>
                </c:pt>
                <c:pt idx="69085">
                  <c:v>2</c:v>
                </c:pt>
                <c:pt idx="69086">
                  <c:v>2</c:v>
                </c:pt>
                <c:pt idx="69087">
                  <c:v>1</c:v>
                </c:pt>
                <c:pt idx="69088">
                  <c:v>2</c:v>
                </c:pt>
                <c:pt idx="69089">
                  <c:v>2</c:v>
                </c:pt>
                <c:pt idx="69090">
                  <c:v>2</c:v>
                </c:pt>
                <c:pt idx="69091">
                  <c:v>6</c:v>
                </c:pt>
                <c:pt idx="69092">
                  <c:v>2</c:v>
                </c:pt>
                <c:pt idx="69093">
                  <c:v>1</c:v>
                </c:pt>
                <c:pt idx="69094">
                  <c:v>1</c:v>
                </c:pt>
                <c:pt idx="69095">
                  <c:v>2</c:v>
                </c:pt>
                <c:pt idx="69096">
                  <c:v>3</c:v>
                </c:pt>
                <c:pt idx="69097">
                  <c:v>3</c:v>
                </c:pt>
                <c:pt idx="69098">
                  <c:v>4</c:v>
                </c:pt>
                <c:pt idx="69099">
                  <c:v>2</c:v>
                </c:pt>
                <c:pt idx="69100">
                  <c:v>1</c:v>
                </c:pt>
                <c:pt idx="69101">
                  <c:v>3</c:v>
                </c:pt>
                <c:pt idx="69102">
                  <c:v>2</c:v>
                </c:pt>
                <c:pt idx="69103">
                  <c:v>3</c:v>
                </c:pt>
                <c:pt idx="69104">
                  <c:v>2</c:v>
                </c:pt>
                <c:pt idx="69105">
                  <c:v>3</c:v>
                </c:pt>
                <c:pt idx="69106">
                  <c:v>2</c:v>
                </c:pt>
                <c:pt idx="69107">
                  <c:v>3</c:v>
                </c:pt>
                <c:pt idx="69108">
                  <c:v>1</c:v>
                </c:pt>
                <c:pt idx="69109">
                  <c:v>4</c:v>
                </c:pt>
                <c:pt idx="69110">
                  <c:v>3</c:v>
                </c:pt>
                <c:pt idx="69111">
                  <c:v>4</c:v>
                </c:pt>
                <c:pt idx="69112">
                  <c:v>3</c:v>
                </c:pt>
                <c:pt idx="69113">
                  <c:v>4</c:v>
                </c:pt>
                <c:pt idx="69114">
                  <c:v>3</c:v>
                </c:pt>
                <c:pt idx="69115">
                  <c:v>3</c:v>
                </c:pt>
                <c:pt idx="69116">
                  <c:v>3</c:v>
                </c:pt>
                <c:pt idx="69117">
                  <c:v>3</c:v>
                </c:pt>
                <c:pt idx="69118">
                  <c:v>1</c:v>
                </c:pt>
                <c:pt idx="69119">
                  <c:v>3</c:v>
                </c:pt>
                <c:pt idx="69120">
                  <c:v>3</c:v>
                </c:pt>
                <c:pt idx="69121">
                  <c:v>3</c:v>
                </c:pt>
                <c:pt idx="69122">
                  <c:v>1</c:v>
                </c:pt>
                <c:pt idx="69123">
                  <c:v>4</c:v>
                </c:pt>
                <c:pt idx="69124">
                  <c:v>3</c:v>
                </c:pt>
                <c:pt idx="69125">
                  <c:v>3</c:v>
                </c:pt>
                <c:pt idx="69126">
                  <c:v>3</c:v>
                </c:pt>
                <c:pt idx="69127">
                  <c:v>3</c:v>
                </c:pt>
                <c:pt idx="69128">
                  <c:v>3</c:v>
                </c:pt>
                <c:pt idx="69129">
                  <c:v>3</c:v>
                </c:pt>
                <c:pt idx="69130">
                  <c:v>3</c:v>
                </c:pt>
                <c:pt idx="69131">
                  <c:v>2</c:v>
                </c:pt>
                <c:pt idx="69132">
                  <c:v>3</c:v>
                </c:pt>
                <c:pt idx="69133">
                  <c:v>3</c:v>
                </c:pt>
                <c:pt idx="69134">
                  <c:v>3</c:v>
                </c:pt>
                <c:pt idx="69135">
                  <c:v>3</c:v>
                </c:pt>
                <c:pt idx="69136">
                  <c:v>3</c:v>
                </c:pt>
                <c:pt idx="69137">
                  <c:v>3</c:v>
                </c:pt>
                <c:pt idx="69138">
                  <c:v>3</c:v>
                </c:pt>
                <c:pt idx="69139">
                  <c:v>3</c:v>
                </c:pt>
                <c:pt idx="69140">
                  <c:v>3</c:v>
                </c:pt>
                <c:pt idx="69141">
                  <c:v>4</c:v>
                </c:pt>
                <c:pt idx="69142">
                  <c:v>1</c:v>
                </c:pt>
                <c:pt idx="69143">
                  <c:v>3</c:v>
                </c:pt>
                <c:pt idx="69144">
                  <c:v>2</c:v>
                </c:pt>
                <c:pt idx="69145">
                  <c:v>2</c:v>
                </c:pt>
                <c:pt idx="69146">
                  <c:v>3</c:v>
                </c:pt>
                <c:pt idx="69147">
                  <c:v>1</c:v>
                </c:pt>
                <c:pt idx="69148">
                  <c:v>3</c:v>
                </c:pt>
                <c:pt idx="69149">
                  <c:v>3</c:v>
                </c:pt>
                <c:pt idx="69150">
                  <c:v>4</c:v>
                </c:pt>
                <c:pt idx="69151">
                  <c:v>4</c:v>
                </c:pt>
                <c:pt idx="69152">
                  <c:v>4</c:v>
                </c:pt>
                <c:pt idx="69153">
                  <c:v>4</c:v>
                </c:pt>
                <c:pt idx="69154">
                  <c:v>3</c:v>
                </c:pt>
                <c:pt idx="69155">
                  <c:v>4</c:v>
                </c:pt>
                <c:pt idx="69156">
                  <c:v>4</c:v>
                </c:pt>
                <c:pt idx="69157">
                  <c:v>4</c:v>
                </c:pt>
                <c:pt idx="69158">
                  <c:v>3</c:v>
                </c:pt>
                <c:pt idx="69159">
                  <c:v>4</c:v>
                </c:pt>
                <c:pt idx="69160">
                  <c:v>0</c:v>
                </c:pt>
                <c:pt idx="69161">
                  <c:v>4</c:v>
                </c:pt>
                <c:pt idx="69162">
                  <c:v>2</c:v>
                </c:pt>
                <c:pt idx="69163">
                  <c:v>9</c:v>
                </c:pt>
                <c:pt idx="69164">
                  <c:v>7</c:v>
                </c:pt>
                <c:pt idx="69165">
                  <c:v>5</c:v>
                </c:pt>
                <c:pt idx="69166">
                  <c:v>1</c:v>
                </c:pt>
                <c:pt idx="69167">
                  <c:v>2</c:v>
                </c:pt>
                <c:pt idx="69168">
                  <c:v>1</c:v>
                </c:pt>
                <c:pt idx="69169">
                  <c:v>2</c:v>
                </c:pt>
                <c:pt idx="69170">
                  <c:v>3</c:v>
                </c:pt>
                <c:pt idx="69171">
                  <c:v>2</c:v>
                </c:pt>
                <c:pt idx="69172">
                  <c:v>3</c:v>
                </c:pt>
                <c:pt idx="69173">
                  <c:v>2</c:v>
                </c:pt>
                <c:pt idx="69174">
                  <c:v>1</c:v>
                </c:pt>
                <c:pt idx="69175">
                  <c:v>1</c:v>
                </c:pt>
                <c:pt idx="69176">
                  <c:v>3</c:v>
                </c:pt>
                <c:pt idx="69177">
                  <c:v>3</c:v>
                </c:pt>
                <c:pt idx="69178">
                  <c:v>12</c:v>
                </c:pt>
                <c:pt idx="69179">
                  <c:v>3</c:v>
                </c:pt>
                <c:pt idx="69180">
                  <c:v>1</c:v>
                </c:pt>
                <c:pt idx="69181">
                  <c:v>5</c:v>
                </c:pt>
                <c:pt idx="69182">
                  <c:v>3</c:v>
                </c:pt>
                <c:pt idx="69183">
                  <c:v>6</c:v>
                </c:pt>
                <c:pt idx="69184">
                  <c:v>3</c:v>
                </c:pt>
                <c:pt idx="69185">
                  <c:v>4</c:v>
                </c:pt>
                <c:pt idx="69186">
                  <c:v>5</c:v>
                </c:pt>
                <c:pt idx="69187">
                  <c:v>9</c:v>
                </c:pt>
                <c:pt idx="69188">
                  <c:v>4</c:v>
                </c:pt>
                <c:pt idx="69189">
                  <c:v>4</c:v>
                </c:pt>
                <c:pt idx="69190">
                  <c:v>6</c:v>
                </c:pt>
                <c:pt idx="69191">
                  <c:v>2</c:v>
                </c:pt>
                <c:pt idx="69192">
                  <c:v>4</c:v>
                </c:pt>
                <c:pt idx="69193">
                  <c:v>5</c:v>
                </c:pt>
                <c:pt idx="69194">
                  <c:v>7</c:v>
                </c:pt>
                <c:pt idx="69195">
                  <c:v>3</c:v>
                </c:pt>
                <c:pt idx="69196">
                  <c:v>4</c:v>
                </c:pt>
                <c:pt idx="69197">
                  <c:v>4</c:v>
                </c:pt>
                <c:pt idx="69198">
                  <c:v>5</c:v>
                </c:pt>
                <c:pt idx="69199">
                  <c:v>4</c:v>
                </c:pt>
                <c:pt idx="69200">
                  <c:v>9</c:v>
                </c:pt>
                <c:pt idx="69201">
                  <c:v>6</c:v>
                </c:pt>
                <c:pt idx="69202">
                  <c:v>7</c:v>
                </c:pt>
                <c:pt idx="69203">
                  <c:v>4</c:v>
                </c:pt>
                <c:pt idx="69204">
                  <c:v>2</c:v>
                </c:pt>
                <c:pt idx="69205">
                  <c:v>2</c:v>
                </c:pt>
                <c:pt idx="69206">
                  <c:v>2</c:v>
                </c:pt>
                <c:pt idx="69207">
                  <c:v>3</c:v>
                </c:pt>
                <c:pt idx="69208">
                  <c:v>3</c:v>
                </c:pt>
                <c:pt idx="69209">
                  <c:v>2</c:v>
                </c:pt>
                <c:pt idx="69210">
                  <c:v>2</c:v>
                </c:pt>
                <c:pt idx="69211">
                  <c:v>2</c:v>
                </c:pt>
                <c:pt idx="69212">
                  <c:v>2</c:v>
                </c:pt>
                <c:pt idx="69213">
                  <c:v>1</c:v>
                </c:pt>
                <c:pt idx="69214">
                  <c:v>2</c:v>
                </c:pt>
                <c:pt idx="69215">
                  <c:v>2</c:v>
                </c:pt>
                <c:pt idx="69216">
                  <c:v>2</c:v>
                </c:pt>
                <c:pt idx="69217">
                  <c:v>1</c:v>
                </c:pt>
                <c:pt idx="69218">
                  <c:v>1</c:v>
                </c:pt>
                <c:pt idx="69219">
                  <c:v>2</c:v>
                </c:pt>
                <c:pt idx="69220">
                  <c:v>1</c:v>
                </c:pt>
                <c:pt idx="69221">
                  <c:v>2</c:v>
                </c:pt>
                <c:pt idx="69222">
                  <c:v>1</c:v>
                </c:pt>
                <c:pt idx="69223">
                  <c:v>1</c:v>
                </c:pt>
                <c:pt idx="69224">
                  <c:v>2</c:v>
                </c:pt>
                <c:pt idx="69225">
                  <c:v>2</c:v>
                </c:pt>
                <c:pt idx="69226">
                  <c:v>2</c:v>
                </c:pt>
                <c:pt idx="69227">
                  <c:v>2</c:v>
                </c:pt>
                <c:pt idx="69228">
                  <c:v>1</c:v>
                </c:pt>
                <c:pt idx="69229">
                  <c:v>2</c:v>
                </c:pt>
                <c:pt idx="69230">
                  <c:v>4</c:v>
                </c:pt>
                <c:pt idx="69231">
                  <c:v>5</c:v>
                </c:pt>
                <c:pt idx="69232">
                  <c:v>5</c:v>
                </c:pt>
                <c:pt idx="69233">
                  <c:v>6</c:v>
                </c:pt>
                <c:pt idx="69234">
                  <c:v>9</c:v>
                </c:pt>
                <c:pt idx="69235">
                  <c:v>5</c:v>
                </c:pt>
                <c:pt idx="69236">
                  <c:v>5</c:v>
                </c:pt>
                <c:pt idx="69237">
                  <c:v>5</c:v>
                </c:pt>
                <c:pt idx="69238">
                  <c:v>6</c:v>
                </c:pt>
                <c:pt idx="69239">
                  <c:v>5</c:v>
                </c:pt>
                <c:pt idx="69240">
                  <c:v>4</c:v>
                </c:pt>
                <c:pt idx="69241">
                  <c:v>3</c:v>
                </c:pt>
                <c:pt idx="69242">
                  <c:v>1</c:v>
                </c:pt>
                <c:pt idx="69243">
                  <c:v>2</c:v>
                </c:pt>
                <c:pt idx="69244">
                  <c:v>2</c:v>
                </c:pt>
                <c:pt idx="69245">
                  <c:v>1</c:v>
                </c:pt>
                <c:pt idx="69246">
                  <c:v>2</c:v>
                </c:pt>
                <c:pt idx="69247">
                  <c:v>2</c:v>
                </c:pt>
                <c:pt idx="69248">
                  <c:v>1</c:v>
                </c:pt>
                <c:pt idx="69249">
                  <c:v>1</c:v>
                </c:pt>
                <c:pt idx="69250">
                  <c:v>1</c:v>
                </c:pt>
                <c:pt idx="69251">
                  <c:v>1</c:v>
                </c:pt>
                <c:pt idx="69252">
                  <c:v>1</c:v>
                </c:pt>
                <c:pt idx="69253">
                  <c:v>1</c:v>
                </c:pt>
                <c:pt idx="69254">
                  <c:v>1</c:v>
                </c:pt>
                <c:pt idx="69255">
                  <c:v>1</c:v>
                </c:pt>
                <c:pt idx="69256">
                  <c:v>1</c:v>
                </c:pt>
                <c:pt idx="69257">
                  <c:v>2</c:v>
                </c:pt>
                <c:pt idx="69258">
                  <c:v>1</c:v>
                </c:pt>
                <c:pt idx="69259">
                  <c:v>2</c:v>
                </c:pt>
                <c:pt idx="69260">
                  <c:v>2</c:v>
                </c:pt>
                <c:pt idx="69261">
                  <c:v>1</c:v>
                </c:pt>
                <c:pt idx="69262">
                  <c:v>3</c:v>
                </c:pt>
                <c:pt idx="69263">
                  <c:v>1</c:v>
                </c:pt>
                <c:pt idx="69264">
                  <c:v>1</c:v>
                </c:pt>
                <c:pt idx="69265">
                  <c:v>1</c:v>
                </c:pt>
                <c:pt idx="69266">
                  <c:v>1</c:v>
                </c:pt>
                <c:pt idx="69267">
                  <c:v>1</c:v>
                </c:pt>
                <c:pt idx="69268">
                  <c:v>2</c:v>
                </c:pt>
                <c:pt idx="69269">
                  <c:v>1</c:v>
                </c:pt>
                <c:pt idx="69270">
                  <c:v>1</c:v>
                </c:pt>
                <c:pt idx="69271">
                  <c:v>1</c:v>
                </c:pt>
                <c:pt idx="69272">
                  <c:v>2</c:v>
                </c:pt>
                <c:pt idx="69273">
                  <c:v>1</c:v>
                </c:pt>
                <c:pt idx="69274">
                  <c:v>2</c:v>
                </c:pt>
                <c:pt idx="69275">
                  <c:v>1</c:v>
                </c:pt>
                <c:pt idx="69276">
                  <c:v>1</c:v>
                </c:pt>
                <c:pt idx="69277">
                  <c:v>2</c:v>
                </c:pt>
                <c:pt idx="69278">
                  <c:v>1</c:v>
                </c:pt>
                <c:pt idx="69279">
                  <c:v>1</c:v>
                </c:pt>
                <c:pt idx="69280">
                  <c:v>1</c:v>
                </c:pt>
                <c:pt idx="69281">
                  <c:v>1</c:v>
                </c:pt>
                <c:pt idx="69282">
                  <c:v>1</c:v>
                </c:pt>
                <c:pt idx="69283">
                  <c:v>1</c:v>
                </c:pt>
                <c:pt idx="69284">
                  <c:v>1</c:v>
                </c:pt>
                <c:pt idx="69285">
                  <c:v>2</c:v>
                </c:pt>
                <c:pt idx="69286">
                  <c:v>1</c:v>
                </c:pt>
                <c:pt idx="69287">
                  <c:v>1</c:v>
                </c:pt>
                <c:pt idx="69288">
                  <c:v>1</c:v>
                </c:pt>
                <c:pt idx="69289">
                  <c:v>1</c:v>
                </c:pt>
                <c:pt idx="69290">
                  <c:v>2</c:v>
                </c:pt>
                <c:pt idx="69291">
                  <c:v>1</c:v>
                </c:pt>
                <c:pt idx="69292">
                  <c:v>1</c:v>
                </c:pt>
                <c:pt idx="69293">
                  <c:v>2</c:v>
                </c:pt>
                <c:pt idx="69294">
                  <c:v>1</c:v>
                </c:pt>
                <c:pt idx="69295">
                  <c:v>4</c:v>
                </c:pt>
                <c:pt idx="69296">
                  <c:v>4</c:v>
                </c:pt>
                <c:pt idx="69297">
                  <c:v>4</c:v>
                </c:pt>
                <c:pt idx="69298">
                  <c:v>4</c:v>
                </c:pt>
                <c:pt idx="69299">
                  <c:v>3</c:v>
                </c:pt>
                <c:pt idx="69300">
                  <c:v>2</c:v>
                </c:pt>
                <c:pt idx="69301">
                  <c:v>3</c:v>
                </c:pt>
                <c:pt idx="69302">
                  <c:v>3</c:v>
                </c:pt>
                <c:pt idx="69303">
                  <c:v>0</c:v>
                </c:pt>
                <c:pt idx="69304">
                  <c:v>3</c:v>
                </c:pt>
                <c:pt idx="69305">
                  <c:v>4</c:v>
                </c:pt>
                <c:pt idx="69306">
                  <c:v>2</c:v>
                </c:pt>
                <c:pt idx="69307">
                  <c:v>3</c:v>
                </c:pt>
                <c:pt idx="69308">
                  <c:v>2</c:v>
                </c:pt>
                <c:pt idx="69309">
                  <c:v>2</c:v>
                </c:pt>
                <c:pt idx="69310">
                  <c:v>2</c:v>
                </c:pt>
                <c:pt idx="69311">
                  <c:v>1</c:v>
                </c:pt>
                <c:pt idx="69312">
                  <c:v>1</c:v>
                </c:pt>
                <c:pt idx="69313">
                  <c:v>1</c:v>
                </c:pt>
                <c:pt idx="69314">
                  <c:v>1</c:v>
                </c:pt>
                <c:pt idx="69315">
                  <c:v>1</c:v>
                </c:pt>
                <c:pt idx="69316">
                  <c:v>1</c:v>
                </c:pt>
                <c:pt idx="69317">
                  <c:v>1</c:v>
                </c:pt>
                <c:pt idx="69318">
                  <c:v>1</c:v>
                </c:pt>
                <c:pt idx="69319">
                  <c:v>1</c:v>
                </c:pt>
                <c:pt idx="69320">
                  <c:v>1</c:v>
                </c:pt>
                <c:pt idx="69321">
                  <c:v>1</c:v>
                </c:pt>
                <c:pt idx="69322">
                  <c:v>5</c:v>
                </c:pt>
                <c:pt idx="69323">
                  <c:v>4</c:v>
                </c:pt>
                <c:pt idx="69324">
                  <c:v>8</c:v>
                </c:pt>
                <c:pt idx="69325">
                  <c:v>5</c:v>
                </c:pt>
                <c:pt idx="69326">
                  <c:v>3</c:v>
                </c:pt>
                <c:pt idx="69327">
                  <c:v>8</c:v>
                </c:pt>
                <c:pt idx="69328">
                  <c:v>6</c:v>
                </c:pt>
                <c:pt idx="69329">
                  <c:v>3</c:v>
                </c:pt>
                <c:pt idx="69330">
                  <c:v>4</c:v>
                </c:pt>
                <c:pt idx="69331">
                  <c:v>4</c:v>
                </c:pt>
                <c:pt idx="69332">
                  <c:v>1</c:v>
                </c:pt>
                <c:pt idx="69333">
                  <c:v>2</c:v>
                </c:pt>
                <c:pt idx="69334">
                  <c:v>4</c:v>
                </c:pt>
                <c:pt idx="69335">
                  <c:v>2</c:v>
                </c:pt>
                <c:pt idx="69336">
                  <c:v>3</c:v>
                </c:pt>
                <c:pt idx="69337">
                  <c:v>2</c:v>
                </c:pt>
                <c:pt idx="69338">
                  <c:v>3</c:v>
                </c:pt>
                <c:pt idx="69339">
                  <c:v>2</c:v>
                </c:pt>
                <c:pt idx="69340">
                  <c:v>5</c:v>
                </c:pt>
                <c:pt idx="69341">
                  <c:v>1</c:v>
                </c:pt>
                <c:pt idx="69342">
                  <c:v>1</c:v>
                </c:pt>
                <c:pt idx="69343">
                  <c:v>1</c:v>
                </c:pt>
                <c:pt idx="69344">
                  <c:v>1</c:v>
                </c:pt>
                <c:pt idx="69345">
                  <c:v>1</c:v>
                </c:pt>
                <c:pt idx="69346">
                  <c:v>1</c:v>
                </c:pt>
                <c:pt idx="69347">
                  <c:v>2</c:v>
                </c:pt>
                <c:pt idx="69348">
                  <c:v>2</c:v>
                </c:pt>
                <c:pt idx="69349">
                  <c:v>1</c:v>
                </c:pt>
                <c:pt idx="69350">
                  <c:v>2</c:v>
                </c:pt>
                <c:pt idx="69351">
                  <c:v>2</c:v>
                </c:pt>
                <c:pt idx="69352">
                  <c:v>1</c:v>
                </c:pt>
                <c:pt idx="69353">
                  <c:v>1</c:v>
                </c:pt>
                <c:pt idx="69354">
                  <c:v>1</c:v>
                </c:pt>
                <c:pt idx="69355">
                  <c:v>1</c:v>
                </c:pt>
                <c:pt idx="69356">
                  <c:v>1</c:v>
                </c:pt>
                <c:pt idx="69357">
                  <c:v>2</c:v>
                </c:pt>
                <c:pt idx="69358">
                  <c:v>2</c:v>
                </c:pt>
                <c:pt idx="69359">
                  <c:v>1</c:v>
                </c:pt>
                <c:pt idx="69360">
                  <c:v>1</c:v>
                </c:pt>
                <c:pt idx="69361">
                  <c:v>1</c:v>
                </c:pt>
                <c:pt idx="69362">
                  <c:v>1</c:v>
                </c:pt>
                <c:pt idx="69363">
                  <c:v>1</c:v>
                </c:pt>
                <c:pt idx="69364">
                  <c:v>2</c:v>
                </c:pt>
                <c:pt idx="69365">
                  <c:v>2</c:v>
                </c:pt>
                <c:pt idx="69366">
                  <c:v>1</c:v>
                </c:pt>
                <c:pt idx="69367">
                  <c:v>1</c:v>
                </c:pt>
                <c:pt idx="69368">
                  <c:v>1</c:v>
                </c:pt>
                <c:pt idx="69369">
                  <c:v>1</c:v>
                </c:pt>
                <c:pt idx="69370">
                  <c:v>1</c:v>
                </c:pt>
                <c:pt idx="69371">
                  <c:v>1</c:v>
                </c:pt>
                <c:pt idx="69372">
                  <c:v>1</c:v>
                </c:pt>
                <c:pt idx="69373">
                  <c:v>1</c:v>
                </c:pt>
                <c:pt idx="69374">
                  <c:v>1</c:v>
                </c:pt>
                <c:pt idx="69375">
                  <c:v>2</c:v>
                </c:pt>
                <c:pt idx="69376">
                  <c:v>1</c:v>
                </c:pt>
                <c:pt idx="69377">
                  <c:v>2</c:v>
                </c:pt>
                <c:pt idx="69378">
                  <c:v>1</c:v>
                </c:pt>
                <c:pt idx="69379">
                  <c:v>2</c:v>
                </c:pt>
                <c:pt idx="69380">
                  <c:v>2</c:v>
                </c:pt>
                <c:pt idx="69381">
                  <c:v>1</c:v>
                </c:pt>
                <c:pt idx="69382">
                  <c:v>1</c:v>
                </c:pt>
                <c:pt idx="69383">
                  <c:v>-1</c:v>
                </c:pt>
                <c:pt idx="69384">
                  <c:v>1</c:v>
                </c:pt>
                <c:pt idx="69385">
                  <c:v>2</c:v>
                </c:pt>
                <c:pt idx="69386">
                  <c:v>1</c:v>
                </c:pt>
                <c:pt idx="69387">
                  <c:v>2</c:v>
                </c:pt>
                <c:pt idx="69388">
                  <c:v>2</c:v>
                </c:pt>
                <c:pt idx="69389">
                  <c:v>3</c:v>
                </c:pt>
                <c:pt idx="69390">
                  <c:v>2</c:v>
                </c:pt>
                <c:pt idx="69391">
                  <c:v>2</c:v>
                </c:pt>
                <c:pt idx="69392">
                  <c:v>2</c:v>
                </c:pt>
                <c:pt idx="69393">
                  <c:v>3</c:v>
                </c:pt>
                <c:pt idx="69394">
                  <c:v>3</c:v>
                </c:pt>
                <c:pt idx="69395">
                  <c:v>7</c:v>
                </c:pt>
                <c:pt idx="69396">
                  <c:v>1</c:v>
                </c:pt>
                <c:pt idx="69397">
                  <c:v>6</c:v>
                </c:pt>
                <c:pt idx="69398">
                  <c:v>1</c:v>
                </c:pt>
                <c:pt idx="69399">
                  <c:v>2</c:v>
                </c:pt>
                <c:pt idx="69400">
                  <c:v>3</c:v>
                </c:pt>
                <c:pt idx="69401">
                  <c:v>3</c:v>
                </c:pt>
                <c:pt idx="69402">
                  <c:v>2</c:v>
                </c:pt>
                <c:pt idx="69403">
                  <c:v>1</c:v>
                </c:pt>
                <c:pt idx="69404">
                  <c:v>2</c:v>
                </c:pt>
                <c:pt idx="69405">
                  <c:v>6</c:v>
                </c:pt>
                <c:pt idx="69406">
                  <c:v>1</c:v>
                </c:pt>
                <c:pt idx="69407">
                  <c:v>3</c:v>
                </c:pt>
                <c:pt idx="69408">
                  <c:v>1</c:v>
                </c:pt>
                <c:pt idx="69409">
                  <c:v>5</c:v>
                </c:pt>
                <c:pt idx="69410">
                  <c:v>5</c:v>
                </c:pt>
                <c:pt idx="69411">
                  <c:v>3</c:v>
                </c:pt>
                <c:pt idx="69412">
                  <c:v>5</c:v>
                </c:pt>
                <c:pt idx="69413">
                  <c:v>2</c:v>
                </c:pt>
                <c:pt idx="69414">
                  <c:v>4</c:v>
                </c:pt>
                <c:pt idx="69415">
                  <c:v>4</c:v>
                </c:pt>
                <c:pt idx="69416">
                  <c:v>4</c:v>
                </c:pt>
                <c:pt idx="69417">
                  <c:v>4</c:v>
                </c:pt>
                <c:pt idx="69418">
                  <c:v>4</c:v>
                </c:pt>
                <c:pt idx="69419">
                  <c:v>4</c:v>
                </c:pt>
                <c:pt idx="69420">
                  <c:v>3</c:v>
                </c:pt>
                <c:pt idx="69421">
                  <c:v>3</c:v>
                </c:pt>
                <c:pt idx="69422">
                  <c:v>3</c:v>
                </c:pt>
                <c:pt idx="69423">
                  <c:v>2</c:v>
                </c:pt>
                <c:pt idx="69424">
                  <c:v>4</c:v>
                </c:pt>
                <c:pt idx="69425">
                  <c:v>6</c:v>
                </c:pt>
                <c:pt idx="69426">
                  <c:v>2</c:v>
                </c:pt>
                <c:pt idx="69427">
                  <c:v>2</c:v>
                </c:pt>
                <c:pt idx="69428">
                  <c:v>1</c:v>
                </c:pt>
                <c:pt idx="69429">
                  <c:v>3</c:v>
                </c:pt>
                <c:pt idx="69430">
                  <c:v>2</c:v>
                </c:pt>
                <c:pt idx="69431">
                  <c:v>3</c:v>
                </c:pt>
                <c:pt idx="69432">
                  <c:v>2</c:v>
                </c:pt>
                <c:pt idx="69433">
                  <c:v>3</c:v>
                </c:pt>
                <c:pt idx="69434">
                  <c:v>3</c:v>
                </c:pt>
                <c:pt idx="69435">
                  <c:v>2</c:v>
                </c:pt>
                <c:pt idx="69436">
                  <c:v>2</c:v>
                </c:pt>
                <c:pt idx="69437">
                  <c:v>2</c:v>
                </c:pt>
                <c:pt idx="69438">
                  <c:v>2</c:v>
                </c:pt>
                <c:pt idx="69439">
                  <c:v>2</c:v>
                </c:pt>
                <c:pt idx="69440">
                  <c:v>1</c:v>
                </c:pt>
                <c:pt idx="69441">
                  <c:v>4</c:v>
                </c:pt>
                <c:pt idx="69442">
                  <c:v>4</c:v>
                </c:pt>
                <c:pt idx="69443">
                  <c:v>3</c:v>
                </c:pt>
                <c:pt idx="69444">
                  <c:v>4</c:v>
                </c:pt>
                <c:pt idx="69445">
                  <c:v>2</c:v>
                </c:pt>
                <c:pt idx="69446">
                  <c:v>2</c:v>
                </c:pt>
                <c:pt idx="69447">
                  <c:v>7</c:v>
                </c:pt>
                <c:pt idx="69448">
                  <c:v>5</c:v>
                </c:pt>
                <c:pt idx="69449">
                  <c:v>4</c:v>
                </c:pt>
                <c:pt idx="69450">
                  <c:v>3</c:v>
                </c:pt>
                <c:pt idx="69451">
                  <c:v>1</c:v>
                </c:pt>
                <c:pt idx="69452">
                  <c:v>2</c:v>
                </c:pt>
                <c:pt idx="69453">
                  <c:v>2</c:v>
                </c:pt>
                <c:pt idx="69454">
                  <c:v>2</c:v>
                </c:pt>
                <c:pt idx="69455">
                  <c:v>2</c:v>
                </c:pt>
                <c:pt idx="69456">
                  <c:v>2</c:v>
                </c:pt>
                <c:pt idx="69457">
                  <c:v>2</c:v>
                </c:pt>
                <c:pt idx="69458">
                  <c:v>1</c:v>
                </c:pt>
                <c:pt idx="69459">
                  <c:v>2</c:v>
                </c:pt>
                <c:pt idx="69460">
                  <c:v>3</c:v>
                </c:pt>
                <c:pt idx="69461">
                  <c:v>1</c:v>
                </c:pt>
                <c:pt idx="69462">
                  <c:v>3</c:v>
                </c:pt>
                <c:pt idx="69463">
                  <c:v>2</c:v>
                </c:pt>
                <c:pt idx="69464">
                  <c:v>3</c:v>
                </c:pt>
                <c:pt idx="69465">
                  <c:v>3</c:v>
                </c:pt>
                <c:pt idx="69466">
                  <c:v>5</c:v>
                </c:pt>
                <c:pt idx="69467">
                  <c:v>2</c:v>
                </c:pt>
                <c:pt idx="69468">
                  <c:v>3</c:v>
                </c:pt>
                <c:pt idx="69469">
                  <c:v>3</c:v>
                </c:pt>
                <c:pt idx="69470">
                  <c:v>2</c:v>
                </c:pt>
                <c:pt idx="69471">
                  <c:v>3</c:v>
                </c:pt>
                <c:pt idx="69472">
                  <c:v>3</c:v>
                </c:pt>
                <c:pt idx="69473">
                  <c:v>3</c:v>
                </c:pt>
                <c:pt idx="69474">
                  <c:v>4</c:v>
                </c:pt>
                <c:pt idx="69475">
                  <c:v>4</c:v>
                </c:pt>
                <c:pt idx="69476">
                  <c:v>4</c:v>
                </c:pt>
                <c:pt idx="69477">
                  <c:v>3</c:v>
                </c:pt>
                <c:pt idx="69478">
                  <c:v>3</c:v>
                </c:pt>
                <c:pt idx="69479">
                  <c:v>1</c:v>
                </c:pt>
                <c:pt idx="69480">
                  <c:v>2</c:v>
                </c:pt>
                <c:pt idx="69481">
                  <c:v>2</c:v>
                </c:pt>
                <c:pt idx="69482">
                  <c:v>1</c:v>
                </c:pt>
                <c:pt idx="69483">
                  <c:v>2</c:v>
                </c:pt>
                <c:pt idx="69484">
                  <c:v>1</c:v>
                </c:pt>
                <c:pt idx="69485">
                  <c:v>1</c:v>
                </c:pt>
                <c:pt idx="69486">
                  <c:v>2</c:v>
                </c:pt>
                <c:pt idx="69487">
                  <c:v>1</c:v>
                </c:pt>
                <c:pt idx="69488">
                  <c:v>1</c:v>
                </c:pt>
                <c:pt idx="69489">
                  <c:v>2</c:v>
                </c:pt>
                <c:pt idx="69490">
                  <c:v>1</c:v>
                </c:pt>
                <c:pt idx="69491">
                  <c:v>1</c:v>
                </c:pt>
                <c:pt idx="69492">
                  <c:v>2</c:v>
                </c:pt>
                <c:pt idx="69493">
                  <c:v>5</c:v>
                </c:pt>
                <c:pt idx="69494">
                  <c:v>2</c:v>
                </c:pt>
                <c:pt idx="69495">
                  <c:v>2</c:v>
                </c:pt>
                <c:pt idx="69496">
                  <c:v>1</c:v>
                </c:pt>
                <c:pt idx="69497">
                  <c:v>2</c:v>
                </c:pt>
                <c:pt idx="69498">
                  <c:v>4</c:v>
                </c:pt>
                <c:pt idx="69499">
                  <c:v>4</c:v>
                </c:pt>
                <c:pt idx="69500">
                  <c:v>4</c:v>
                </c:pt>
                <c:pt idx="69501">
                  <c:v>4</c:v>
                </c:pt>
                <c:pt idx="69502">
                  <c:v>4</c:v>
                </c:pt>
                <c:pt idx="69503">
                  <c:v>4</c:v>
                </c:pt>
                <c:pt idx="69504">
                  <c:v>4</c:v>
                </c:pt>
                <c:pt idx="69505">
                  <c:v>4</c:v>
                </c:pt>
                <c:pt idx="69506">
                  <c:v>4</c:v>
                </c:pt>
                <c:pt idx="69507">
                  <c:v>4</c:v>
                </c:pt>
                <c:pt idx="69508">
                  <c:v>4</c:v>
                </c:pt>
                <c:pt idx="69509">
                  <c:v>3</c:v>
                </c:pt>
                <c:pt idx="69510">
                  <c:v>3</c:v>
                </c:pt>
                <c:pt idx="69511">
                  <c:v>3</c:v>
                </c:pt>
                <c:pt idx="69512">
                  <c:v>3</c:v>
                </c:pt>
                <c:pt idx="69513">
                  <c:v>3</c:v>
                </c:pt>
                <c:pt idx="69514">
                  <c:v>3</c:v>
                </c:pt>
                <c:pt idx="69515">
                  <c:v>3</c:v>
                </c:pt>
                <c:pt idx="69516">
                  <c:v>3</c:v>
                </c:pt>
                <c:pt idx="69517">
                  <c:v>4</c:v>
                </c:pt>
                <c:pt idx="69518">
                  <c:v>2</c:v>
                </c:pt>
                <c:pt idx="69519">
                  <c:v>4</c:v>
                </c:pt>
                <c:pt idx="69520">
                  <c:v>4</c:v>
                </c:pt>
                <c:pt idx="69521">
                  <c:v>4</c:v>
                </c:pt>
                <c:pt idx="69522">
                  <c:v>2</c:v>
                </c:pt>
                <c:pt idx="69523">
                  <c:v>4</c:v>
                </c:pt>
                <c:pt idx="69524">
                  <c:v>6</c:v>
                </c:pt>
                <c:pt idx="69525">
                  <c:v>4</c:v>
                </c:pt>
                <c:pt idx="69526">
                  <c:v>4</c:v>
                </c:pt>
                <c:pt idx="69527">
                  <c:v>5</c:v>
                </c:pt>
                <c:pt idx="69528">
                  <c:v>5</c:v>
                </c:pt>
                <c:pt idx="69529">
                  <c:v>6</c:v>
                </c:pt>
                <c:pt idx="69530">
                  <c:v>6</c:v>
                </c:pt>
                <c:pt idx="69531">
                  <c:v>6</c:v>
                </c:pt>
                <c:pt idx="69532">
                  <c:v>8</c:v>
                </c:pt>
                <c:pt idx="69533">
                  <c:v>6</c:v>
                </c:pt>
                <c:pt idx="69534">
                  <c:v>5</c:v>
                </c:pt>
                <c:pt idx="69535">
                  <c:v>5</c:v>
                </c:pt>
                <c:pt idx="69536">
                  <c:v>4</c:v>
                </c:pt>
                <c:pt idx="69537">
                  <c:v>4</c:v>
                </c:pt>
                <c:pt idx="69538">
                  <c:v>6</c:v>
                </c:pt>
                <c:pt idx="69539">
                  <c:v>6</c:v>
                </c:pt>
                <c:pt idx="69540">
                  <c:v>6</c:v>
                </c:pt>
                <c:pt idx="69541">
                  <c:v>6</c:v>
                </c:pt>
                <c:pt idx="69542">
                  <c:v>9</c:v>
                </c:pt>
                <c:pt idx="69543">
                  <c:v>9</c:v>
                </c:pt>
                <c:pt idx="69544">
                  <c:v>8</c:v>
                </c:pt>
                <c:pt idx="69545">
                  <c:v>6</c:v>
                </c:pt>
                <c:pt idx="69546">
                  <c:v>2</c:v>
                </c:pt>
                <c:pt idx="69547">
                  <c:v>2</c:v>
                </c:pt>
                <c:pt idx="69548">
                  <c:v>3</c:v>
                </c:pt>
                <c:pt idx="69549">
                  <c:v>5</c:v>
                </c:pt>
                <c:pt idx="69550">
                  <c:v>2</c:v>
                </c:pt>
                <c:pt idx="69551">
                  <c:v>2</c:v>
                </c:pt>
                <c:pt idx="69552">
                  <c:v>3</c:v>
                </c:pt>
                <c:pt idx="69553">
                  <c:v>3</c:v>
                </c:pt>
                <c:pt idx="69554">
                  <c:v>2</c:v>
                </c:pt>
                <c:pt idx="69555">
                  <c:v>2</c:v>
                </c:pt>
                <c:pt idx="69556">
                  <c:v>2</c:v>
                </c:pt>
                <c:pt idx="69557">
                  <c:v>3</c:v>
                </c:pt>
                <c:pt idx="69558">
                  <c:v>3</c:v>
                </c:pt>
                <c:pt idx="69559">
                  <c:v>2</c:v>
                </c:pt>
                <c:pt idx="69560">
                  <c:v>2</c:v>
                </c:pt>
                <c:pt idx="69561">
                  <c:v>2</c:v>
                </c:pt>
                <c:pt idx="69562">
                  <c:v>2</c:v>
                </c:pt>
                <c:pt idx="69563">
                  <c:v>1</c:v>
                </c:pt>
                <c:pt idx="69564">
                  <c:v>1</c:v>
                </c:pt>
                <c:pt idx="69565">
                  <c:v>1</c:v>
                </c:pt>
                <c:pt idx="69566">
                  <c:v>1</c:v>
                </c:pt>
                <c:pt idx="69567">
                  <c:v>1</c:v>
                </c:pt>
                <c:pt idx="69568">
                  <c:v>2</c:v>
                </c:pt>
                <c:pt idx="69569">
                  <c:v>1</c:v>
                </c:pt>
                <c:pt idx="69570">
                  <c:v>2</c:v>
                </c:pt>
                <c:pt idx="69571">
                  <c:v>2</c:v>
                </c:pt>
                <c:pt idx="69572">
                  <c:v>1</c:v>
                </c:pt>
                <c:pt idx="69573">
                  <c:v>1</c:v>
                </c:pt>
                <c:pt idx="69574">
                  <c:v>2</c:v>
                </c:pt>
                <c:pt idx="69575">
                  <c:v>1</c:v>
                </c:pt>
                <c:pt idx="69576">
                  <c:v>2</c:v>
                </c:pt>
                <c:pt idx="69577">
                  <c:v>2</c:v>
                </c:pt>
                <c:pt idx="69578">
                  <c:v>2</c:v>
                </c:pt>
                <c:pt idx="69579">
                  <c:v>2</c:v>
                </c:pt>
                <c:pt idx="69580">
                  <c:v>2</c:v>
                </c:pt>
                <c:pt idx="69581">
                  <c:v>2</c:v>
                </c:pt>
                <c:pt idx="69582">
                  <c:v>2</c:v>
                </c:pt>
                <c:pt idx="69583">
                  <c:v>2</c:v>
                </c:pt>
                <c:pt idx="69584">
                  <c:v>6</c:v>
                </c:pt>
                <c:pt idx="69585">
                  <c:v>12</c:v>
                </c:pt>
                <c:pt idx="69586">
                  <c:v>5</c:v>
                </c:pt>
                <c:pt idx="69587">
                  <c:v>7</c:v>
                </c:pt>
                <c:pt idx="69588">
                  <c:v>6</c:v>
                </c:pt>
                <c:pt idx="69589">
                  <c:v>8</c:v>
                </c:pt>
                <c:pt idx="69590">
                  <c:v>7</c:v>
                </c:pt>
                <c:pt idx="69591">
                  <c:v>5</c:v>
                </c:pt>
                <c:pt idx="69592">
                  <c:v>2</c:v>
                </c:pt>
                <c:pt idx="69593">
                  <c:v>6</c:v>
                </c:pt>
                <c:pt idx="69594">
                  <c:v>3</c:v>
                </c:pt>
                <c:pt idx="69595">
                  <c:v>2</c:v>
                </c:pt>
                <c:pt idx="69596">
                  <c:v>4</c:v>
                </c:pt>
                <c:pt idx="69597">
                  <c:v>2</c:v>
                </c:pt>
                <c:pt idx="69598">
                  <c:v>1</c:v>
                </c:pt>
                <c:pt idx="69599">
                  <c:v>1</c:v>
                </c:pt>
                <c:pt idx="69600">
                  <c:v>2</c:v>
                </c:pt>
                <c:pt idx="69601">
                  <c:v>2</c:v>
                </c:pt>
                <c:pt idx="69602">
                  <c:v>2</c:v>
                </c:pt>
                <c:pt idx="69603">
                  <c:v>1</c:v>
                </c:pt>
                <c:pt idx="69604">
                  <c:v>5</c:v>
                </c:pt>
                <c:pt idx="69605">
                  <c:v>2</c:v>
                </c:pt>
                <c:pt idx="69606">
                  <c:v>3</c:v>
                </c:pt>
                <c:pt idx="69607">
                  <c:v>3</c:v>
                </c:pt>
                <c:pt idx="69608">
                  <c:v>2</c:v>
                </c:pt>
                <c:pt idx="69609">
                  <c:v>2</c:v>
                </c:pt>
                <c:pt idx="69610">
                  <c:v>2</c:v>
                </c:pt>
                <c:pt idx="69611">
                  <c:v>4</c:v>
                </c:pt>
                <c:pt idx="69612">
                  <c:v>3</c:v>
                </c:pt>
                <c:pt idx="69613">
                  <c:v>2</c:v>
                </c:pt>
                <c:pt idx="69614">
                  <c:v>3</c:v>
                </c:pt>
                <c:pt idx="69615">
                  <c:v>2</c:v>
                </c:pt>
                <c:pt idx="69616">
                  <c:v>2</c:v>
                </c:pt>
                <c:pt idx="69617">
                  <c:v>2</c:v>
                </c:pt>
                <c:pt idx="69618">
                  <c:v>3</c:v>
                </c:pt>
                <c:pt idx="69619">
                  <c:v>3</c:v>
                </c:pt>
                <c:pt idx="69620">
                  <c:v>1</c:v>
                </c:pt>
                <c:pt idx="69621">
                  <c:v>1</c:v>
                </c:pt>
                <c:pt idx="69622">
                  <c:v>3</c:v>
                </c:pt>
                <c:pt idx="69623">
                  <c:v>2</c:v>
                </c:pt>
                <c:pt idx="69624">
                  <c:v>1</c:v>
                </c:pt>
                <c:pt idx="69625">
                  <c:v>3</c:v>
                </c:pt>
                <c:pt idx="69626">
                  <c:v>4</c:v>
                </c:pt>
                <c:pt idx="69627">
                  <c:v>2</c:v>
                </c:pt>
                <c:pt idx="69628">
                  <c:v>1</c:v>
                </c:pt>
                <c:pt idx="69629">
                  <c:v>2</c:v>
                </c:pt>
                <c:pt idx="69630">
                  <c:v>4</c:v>
                </c:pt>
                <c:pt idx="69631">
                  <c:v>3</c:v>
                </c:pt>
                <c:pt idx="69632">
                  <c:v>3</c:v>
                </c:pt>
                <c:pt idx="69633">
                  <c:v>1</c:v>
                </c:pt>
                <c:pt idx="69634">
                  <c:v>4</c:v>
                </c:pt>
                <c:pt idx="69635">
                  <c:v>4</c:v>
                </c:pt>
                <c:pt idx="69636">
                  <c:v>2</c:v>
                </c:pt>
                <c:pt idx="69637">
                  <c:v>3</c:v>
                </c:pt>
                <c:pt idx="69638">
                  <c:v>2</c:v>
                </c:pt>
                <c:pt idx="69639">
                  <c:v>4</c:v>
                </c:pt>
                <c:pt idx="69640">
                  <c:v>3</c:v>
                </c:pt>
                <c:pt idx="69641">
                  <c:v>6</c:v>
                </c:pt>
                <c:pt idx="69642">
                  <c:v>2</c:v>
                </c:pt>
                <c:pt idx="69643">
                  <c:v>3</c:v>
                </c:pt>
                <c:pt idx="69644">
                  <c:v>2</c:v>
                </c:pt>
                <c:pt idx="69645">
                  <c:v>2</c:v>
                </c:pt>
                <c:pt idx="69646">
                  <c:v>2</c:v>
                </c:pt>
                <c:pt idx="69647">
                  <c:v>5</c:v>
                </c:pt>
                <c:pt idx="69648">
                  <c:v>2</c:v>
                </c:pt>
                <c:pt idx="69649">
                  <c:v>3</c:v>
                </c:pt>
                <c:pt idx="69650">
                  <c:v>4</c:v>
                </c:pt>
                <c:pt idx="69651">
                  <c:v>3</c:v>
                </c:pt>
                <c:pt idx="69652">
                  <c:v>4</c:v>
                </c:pt>
                <c:pt idx="69653">
                  <c:v>2</c:v>
                </c:pt>
                <c:pt idx="69654">
                  <c:v>3</c:v>
                </c:pt>
                <c:pt idx="69655">
                  <c:v>2</c:v>
                </c:pt>
                <c:pt idx="69656">
                  <c:v>4</c:v>
                </c:pt>
                <c:pt idx="69657">
                  <c:v>2</c:v>
                </c:pt>
                <c:pt idx="69658">
                  <c:v>2</c:v>
                </c:pt>
                <c:pt idx="69659">
                  <c:v>2</c:v>
                </c:pt>
                <c:pt idx="69660">
                  <c:v>2</c:v>
                </c:pt>
                <c:pt idx="69661">
                  <c:v>3</c:v>
                </c:pt>
                <c:pt idx="69662">
                  <c:v>2</c:v>
                </c:pt>
                <c:pt idx="69663">
                  <c:v>3</c:v>
                </c:pt>
                <c:pt idx="69664">
                  <c:v>3</c:v>
                </c:pt>
                <c:pt idx="69665">
                  <c:v>1</c:v>
                </c:pt>
                <c:pt idx="69666">
                  <c:v>1</c:v>
                </c:pt>
                <c:pt idx="69667">
                  <c:v>1</c:v>
                </c:pt>
                <c:pt idx="69668">
                  <c:v>3</c:v>
                </c:pt>
                <c:pt idx="69669">
                  <c:v>3</c:v>
                </c:pt>
                <c:pt idx="69670">
                  <c:v>2</c:v>
                </c:pt>
                <c:pt idx="69671">
                  <c:v>4</c:v>
                </c:pt>
                <c:pt idx="69672">
                  <c:v>4</c:v>
                </c:pt>
                <c:pt idx="69673">
                  <c:v>4</c:v>
                </c:pt>
                <c:pt idx="69674">
                  <c:v>2</c:v>
                </c:pt>
                <c:pt idx="69675">
                  <c:v>2</c:v>
                </c:pt>
                <c:pt idx="69676">
                  <c:v>1</c:v>
                </c:pt>
                <c:pt idx="69677">
                  <c:v>2</c:v>
                </c:pt>
                <c:pt idx="69678">
                  <c:v>3</c:v>
                </c:pt>
                <c:pt idx="69679">
                  <c:v>1</c:v>
                </c:pt>
                <c:pt idx="69680">
                  <c:v>3</c:v>
                </c:pt>
                <c:pt idx="69681">
                  <c:v>3</c:v>
                </c:pt>
                <c:pt idx="69682">
                  <c:v>4</c:v>
                </c:pt>
                <c:pt idx="69683">
                  <c:v>4</c:v>
                </c:pt>
                <c:pt idx="69684">
                  <c:v>3</c:v>
                </c:pt>
                <c:pt idx="69685">
                  <c:v>3</c:v>
                </c:pt>
                <c:pt idx="69686">
                  <c:v>4</c:v>
                </c:pt>
                <c:pt idx="69687">
                  <c:v>3</c:v>
                </c:pt>
                <c:pt idx="69688">
                  <c:v>3</c:v>
                </c:pt>
                <c:pt idx="69689">
                  <c:v>3</c:v>
                </c:pt>
                <c:pt idx="69690">
                  <c:v>2</c:v>
                </c:pt>
                <c:pt idx="69691">
                  <c:v>2</c:v>
                </c:pt>
                <c:pt idx="69692">
                  <c:v>2</c:v>
                </c:pt>
                <c:pt idx="69693">
                  <c:v>4</c:v>
                </c:pt>
                <c:pt idx="69694">
                  <c:v>8</c:v>
                </c:pt>
                <c:pt idx="69695">
                  <c:v>3</c:v>
                </c:pt>
                <c:pt idx="69696">
                  <c:v>4</c:v>
                </c:pt>
                <c:pt idx="69697">
                  <c:v>5</c:v>
                </c:pt>
                <c:pt idx="69698">
                  <c:v>6</c:v>
                </c:pt>
                <c:pt idx="69699">
                  <c:v>3</c:v>
                </c:pt>
                <c:pt idx="69700">
                  <c:v>6</c:v>
                </c:pt>
                <c:pt idx="69701">
                  <c:v>1</c:v>
                </c:pt>
                <c:pt idx="69702">
                  <c:v>2</c:v>
                </c:pt>
                <c:pt idx="69703">
                  <c:v>2</c:v>
                </c:pt>
                <c:pt idx="69704">
                  <c:v>2</c:v>
                </c:pt>
                <c:pt idx="69705">
                  <c:v>3</c:v>
                </c:pt>
                <c:pt idx="69706">
                  <c:v>2</c:v>
                </c:pt>
                <c:pt idx="69707">
                  <c:v>2</c:v>
                </c:pt>
                <c:pt idx="69708">
                  <c:v>1</c:v>
                </c:pt>
                <c:pt idx="69709">
                  <c:v>3</c:v>
                </c:pt>
                <c:pt idx="69710">
                  <c:v>2</c:v>
                </c:pt>
                <c:pt idx="69711">
                  <c:v>1</c:v>
                </c:pt>
                <c:pt idx="69712">
                  <c:v>1</c:v>
                </c:pt>
                <c:pt idx="69713">
                  <c:v>3</c:v>
                </c:pt>
                <c:pt idx="69714">
                  <c:v>8</c:v>
                </c:pt>
                <c:pt idx="69715">
                  <c:v>4</c:v>
                </c:pt>
                <c:pt idx="69716">
                  <c:v>3</c:v>
                </c:pt>
                <c:pt idx="69717">
                  <c:v>8</c:v>
                </c:pt>
                <c:pt idx="69718">
                  <c:v>4</c:v>
                </c:pt>
                <c:pt idx="69719">
                  <c:v>6</c:v>
                </c:pt>
                <c:pt idx="69720">
                  <c:v>6</c:v>
                </c:pt>
                <c:pt idx="69721">
                  <c:v>8</c:v>
                </c:pt>
                <c:pt idx="69722">
                  <c:v>4</c:v>
                </c:pt>
                <c:pt idx="69723">
                  <c:v>4</c:v>
                </c:pt>
                <c:pt idx="69724">
                  <c:v>4</c:v>
                </c:pt>
                <c:pt idx="69725">
                  <c:v>9</c:v>
                </c:pt>
                <c:pt idx="69726">
                  <c:v>8</c:v>
                </c:pt>
                <c:pt idx="69727">
                  <c:v>6</c:v>
                </c:pt>
                <c:pt idx="69728">
                  <c:v>6</c:v>
                </c:pt>
                <c:pt idx="69729">
                  <c:v>3</c:v>
                </c:pt>
                <c:pt idx="69730">
                  <c:v>4</c:v>
                </c:pt>
                <c:pt idx="69731">
                  <c:v>3</c:v>
                </c:pt>
                <c:pt idx="69732">
                  <c:v>4</c:v>
                </c:pt>
                <c:pt idx="69733">
                  <c:v>2</c:v>
                </c:pt>
                <c:pt idx="69734">
                  <c:v>2</c:v>
                </c:pt>
                <c:pt idx="69735">
                  <c:v>4</c:v>
                </c:pt>
                <c:pt idx="69736">
                  <c:v>1</c:v>
                </c:pt>
                <c:pt idx="69737">
                  <c:v>1</c:v>
                </c:pt>
                <c:pt idx="69738">
                  <c:v>1</c:v>
                </c:pt>
                <c:pt idx="69739">
                  <c:v>1</c:v>
                </c:pt>
                <c:pt idx="69740">
                  <c:v>3</c:v>
                </c:pt>
                <c:pt idx="69741">
                  <c:v>3</c:v>
                </c:pt>
                <c:pt idx="69742">
                  <c:v>2</c:v>
                </c:pt>
                <c:pt idx="69743">
                  <c:v>3</c:v>
                </c:pt>
                <c:pt idx="69744">
                  <c:v>3</c:v>
                </c:pt>
                <c:pt idx="69745">
                  <c:v>2</c:v>
                </c:pt>
                <c:pt idx="69746">
                  <c:v>2</c:v>
                </c:pt>
                <c:pt idx="69747">
                  <c:v>3</c:v>
                </c:pt>
                <c:pt idx="69748">
                  <c:v>2</c:v>
                </c:pt>
                <c:pt idx="69749">
                  <c:v>3</c:v>
                </c:pt>
                <c:pt idx="69750">
                  <c:v>4</c:v>
                </c:pt>
                <c:pt idx="69751">
                  <c:v>3</c:v>
                </c:pt>
                <c:pt idx="69752">
                  <c:v>3</c:v>
                </c:pt>
                <c:pt idx="69753">
                  <c:v>3</c:v>
                </c:pt>
                <c:pt idx="69754">
                  <c:v>2</c:v>
                </c:pt>
                <c:pt idx="69755">
                  <c:v>3</c:v>
                </c:pt>
                <c:pt idx="69756">
                  <c:v>3</c:v>
                </c:pt>
                <c:pt idx="69757">
                  <c:v>2</c:v>
                </c:pt>
                <c:pt idx="69758">
                  <c:v>1</c:v>
                </c:pt>
                <c:pt idx="69759">
                  <c:v>2</c:v>
                </c:pt>
                <c:pt idx="69760">
                  <c:v>2</c:v>
                </c:pt>
                <c:pt idx="69761">
                  <c:v>1</c:v>
                </c:pt>
                <c:pt idx="69762">
                  <c:v>1</c:v>
                </c:pt>
                <c:pt idx="69763">
                  <c:v>1</c:v>
                </c:pt>
                <c:pt idx="69764">
                  <c:v>2</c:v>
                </c:pt>
                <c:pt idx="69765">
                  <c:v>1</c:v>
                </c:pt>
                <c:pt idx="69766">
                  <c:v>1</c:v>
                </c:pt>
                <c:pt idx="69767">
                  <c:v>1</c:v>
                </c:pt>
                <c:pt idx="69768">
                  <c:v>4</c:v>
                </c:pt>
                <c:pt idx="69769">
                  <c:v>2</c:v>
                </c:pt>
                <c:pt idx="69770">
                  <c:v>1</c:v>
                </c:pt>
                <c:pt idx="69771">
                  <c:v>1</c:v>
                </c:pt>
                <c:pt idx="69772">
                  <c:v>1</c:v>
                </c:pt>
                <c:pt idx="69773">
                  <c:v>2</c:v>
                </c:pt>
                <c:pt idx="69774">
                  <c:v>1</c:v>
                </c:pt>
                <c:pt idx="69775">
                  <c:v>1</c:v>
                </c:pt>
                <c:pt idx="69776">
                  <c:v>1</c:v>
                </c:pt>
                <c:pt idx="69777">
                  <c:v>2</c:v>
                </c:pt>
                <c:pt idx="69778">
                  <c:v>1</c:v>
                </c:pt>
                <c:pt idx="69779">
                  <c:v>1</c:v>
                </c:pt>
                <c:pt idx="69780">
                  <c:v>2</c:v>
                </c:pt>
                <c:pt idx="69781">
                  <c:v>7</c:v>
                </c:pt>
                <c:pt idx="69782">
                  <c:v>7</c:v>
                </c:pt>
                <c:pt idx="69783">
                  <c:v>3</c:v>
                </c:pt>
                <c:pt idx="69784">
                  <c:v>2</c:v>
                </c:pt>
                <c:pt idx="69785">
                  <c:v>2</c:v>
                </c:pt>
                <c:pt idx="69786">
                  <c:v>3</c:v>
                </c:pt>
                <c:pt idx="69787">
                  <c:v>3</c:v>
                </c:pt>
                <c:pt idx="69788">
                  <c:v>4</c:v>
                </c:pt>
                <c:pt idx="69789">
                  <c:v>3</c:v>
                </c:pt>
                <c:pt idx="69790">
                  <c:v>2</c:v>
                </c:pt>
                <c:pt idx="69791">
                  <c:v>1</c:v>
                </c:pt>
                <c:pt idx="69792">
                  <c:v>2</c:v>
                </c:pt>
                <c:pt idx="69793">
                  <c:v>2</c:v>
                </c:pt>
                <c:pt idx="69794">
                  <c:v>2</c:v>
                </c:pt>
                <c:pt idx="69795">
                  <c:v>4</c:v>
                </c:pt>
                <c:pt idx="69796">
                  <c:v>1</c:v>
                </c:pt>
                <c:pt idx="69797">
                  <c:v>2</c:v>
                </c:pt>
                <c:pt idx="69798">
                  <c:v>2</c:v>
                </c:pt>
                <c:pt idx="69799">
                  <c:v>3</c:v>
                </c:pt>
                <c:pt idx="69800">
                  <c:v>4</c:v>
                </c:pt>
                <c:pt idx="69801">
                  <c:v>5</c:v>
                </c:pt>
                <c:pt idx="69802">
                  <c:v>5</c:v>
                </c:pt>
                <c:pt idx="69803">
                  <c:v>5</c:v>
                </c:pt>
                <c:pt idx="69804">
                  <c:v>5</c:v>
                </c:pt>
                <c:pt idx="69805">
                  <c:v>4</c:v>
                </c:pt>
                <c:pt idx="69806">
                  <c:v>5</c:v>
                </c:pt>
                <c:pt idx="69807">
                  <c:v>3</c:v>
                </c:pt>
                <c:pt idx="69808">
                  <c:v>5</c:v>
                </c:pt>
                <c:pt idx="69809">
                  <c:v>7</c:v>
                </c:pt>
                <c:pt idx="69810">
                  <c:v>8</c:v>
                </c:pt>
                <c:pt idx="69811">
                  <c:v>7</c:v>
                </c:pt>
                <c:pt idx="69812">
                  <c:v>10</c:v>
                </c:pt>
                <c:pt idx="69813">
                  <c:v>4</c:v>
                </c:pt>
                <c:pt idx="69814">
                  <c:v>2</c:v>
                </c:pt>
                <c:pt idx="69815">
                  <c:v>4</c:v>
                </c:pt>
                <c:pt idx="69816">
                  <c:v>2</c:v>
                </c:pt>
                <c:pt idx="69817">
                  <c:v>2</c:v>
                </c:pt>
                <c:pt idx="69818">
                  <c:v>2</c:v>
                </c:pt>
                <c:pt idx="69819">
                  <c:v>2</c:v>
                </c:pt>
                <c:pt idx="69820">
                  <c:v>2</c:v>
                </c:pt>
                <c:pt idx="69821">
                  <c:v>2</c:v>
                </c:pt>
                <c:pt idx="69822">
                  <c:v>2</c:v>
                </c:pt>
                <c:pt idx="69823">
                  <c:v>2</c:v>
                </c:pt>
                <c:pt idx="69824">
                  <c:v>2</c:v>
                </c:pt>
                <c:pt idx="69825">
                  <c:v>3</c:v>
                </c:pt>
                <c:pt idx="69826">
                  <c:v>2</c:v>
                </c:pt>
                <c:pt idx="69827">
                  <c:v>1</c:v>
                </c:pt>
                <c:pt idx="69828">
                  <c:v>3</c:v>
                </c:pt>
                <c:pt idx="69829">
                  <c:v>2</c:v>
                </c:pt>
                <c:pt idx="69830">
                  <c:v>2</c:v>
                </c:pt>
                <c:pt idx="69831">
                  <c:v>2</c:v>
                </c:pt>
                <c:pt idx="69832">
                  <c:v>2</c:v>
                </c:pt>
                <c:pt idx="69833">
                  <c:v>8</c:v>
                </c:pt>
                <c:pt idx="69834">
                  <c:v>5</c:v>
                </c:pt>
                <c:pt idx="69835">
                  <c:v>3</c:v>
                </c:pt>
                <c:pt idx="69836">
                  <c:v>5</c:v>
                </c:pt>
                <c:pt idx="69837">
                  <c:v>1</c:v>
                </c:pt>
                <c:pt idx="69838">
                  <c:v>5</c:v>
                </c:pt>
                <c:pt idx="69839">
                  <c:v>3</c:v>
                </c:pt>
                <c:pt idx="69840">
                  <c:v>2</c:v>
                </c:pt>
                <c:pt idx="69841">
                  <c:v>2</c:v>
                </c:pt>
                <c:pt idx="69842">
                  <c:v>4</c:v>
                </c:pt>
                <c:pt idx="69843">
                  <c:v>2</c:v>
                </c:pt>
                <c:pt idx="69844">
                  <c:v>2</c:v>
                </c:pt>
                <c:pt idx="69845">
                  <c:v>1</c:v>
                </c:pt>
                <c:pt idx="69846">
                  <c:v>1</c:v>
                </c:pt>
                <c:pt idx="69847">
                  <c:v>3</c:v>
                </c:pt>
                <c:pt idx="69848">
                  <c:v>2</c:v>
                </c:pt>
                <c:pt idx="69849">
                  <c:v>2</c:v>
                </c:pt>
                <c:pt idx="69850">
                  <c:v>3</c:v>
                </c:pt>
                <c:pt idx="69851">
                  <c:v>2</c:v>
                </c:pt>
                <c:pt idx="69852">
                  <c:v>1</c:v>
                </c:pt>
                <c:pt idx="69853">
                  <c:v>3</c:v>
                </c:pt>
                <c:pt idx="69854">
                  <c:v>2</c:v>
                </c:pt>
                <c:pt idx="69855">
                  <c:v>3</c:v>
                </c:pt>
                <c:pt idx="69856">
                  <c:v>1</c:v>
                </c:pt>
                <c:pt idx="69857">
                  <c:v>1</c:v>
                </c:pt>
                <c:pt idx="69858">
                  <c:v>1</c:v>
                </c:pt>
                <c:pt idx="69859">
                  <c:v>2</c:v>
                </c:pt>
                <c:pt idx="69860">
                  <c:v>2</c:v>
                </c:pt>
                <c:pt idx="69861">
                  <c:v>1</c:v>
                </c:pt>
                <c:pt idx="69862">
                  <c:v>2</c:v>
                </c:pt>
                <c:pt idx="69863">
                  <c:v>4</c:v>
                </c:pt>
                <c:pt idx="69864">
                  <c:v>1</c:v>
                </c:pt>
                <c:pt idx="69865">
                  <c:v>1</c:v>
                </c:pt>
                <c:pt idx="69866">
                  <c:v>1</c:v>
                </c:pt>
                <c:pt idx="69867">
                  <c:v>1</c:v>
                </c:pt>
                <c:pt idx="69868">
                  <c:v>1</c:v>
                </c:pt>
                <c:pt idx="69869">
                  <c:v>2</c:v>
                </c:pt>
                <c:pt idx="69870">
                  <c:v>2</c:v>
                </c:pt>
                <c:pt idx="69871">
                  <c:v>2</c:v>
                </c:pt>
                <c:pt idx="69872">
                  <c:v>2</c:v>
                </c:pt>
                <c:pt idx="69873">
                  <c:v>1</c:v>
                </c:pt>
                <c:pt idx="69874">
                  <c:v>1</c:v>
                </c:pt>
                <c:pt idx="69875">
                  <c:v>1</c:v>
                </c:pt>
                <c:pt idx="69876">
                  <c:v>1</c:v>
                </c:pt>
                <c:pt idx="69877">
                  <c:v>1</c:v>
                </c:pt>
                <c:pt idx="69878">
                  <c:v>1</c:v>
                </c:pt>
                <c:pt idx="69879">
                  <c:v>1</c:v>
                </c:pt>
                <c:pt idx="69880">
                  <c:v>1</c:v>
                </c:pt>
                <c:pt idx="69881">
                  <c:v>1</c:v>
                </c:pt>
                <c:pt idx="69882">
                  <c:v>2</c:v>
                </c:pt>
                <c:pt idx="69883">
                  <c:v>1</c:v>
                </c:pt>
                <c:pt idx="69884">
                  <c:v>1</c:v>
                </c:pt>
                <c:pt idx="69885">
                  <c:v>1</c:v>
                </c:pt>
                <c:pt idx="69886">
                  <c:v>1</c:v>
                </c:pt>
                <c:pt idx="69887">
                  <c:v>1</c:v>
                </c:pt>
                <c:pt idx="69888">
                  <c:v>1</c:v>
                </c:pt>
                <c:pt idx="69889">
                  <c:v>2</c:v>
                </c:pt>
                <c:pt idx="69890">
                  <c:v>1</c:v>
                </c:pt>
                <c:pt idx="69891">
                  <c:v>1</c:v>
                </c:pt>
                <c:pt idx="69892">
                  <c:v>1</c:v>
                </c:pt>
                <c:pt idx="69893">
                  <c:v>1</c:v>
                </c:pt>
                <c:pt idx="69894">
                  <c:v>5</c:v>
                </c:pt>
                <c:pt idx="69895">
                  <c:v>3</c:v>
                </c:pt>
                <c:pt idx="69896">
                  <c:v>6</c:v>
                </c:pt>
                <c:pt idx="69897">
                  <c:v>4</c:v>
                </c:pt>
                <c:pt idx="69898">
                  <c:v>2</c:v>
                </c:pt>
                <c:pt idx="69899">
                  <c:v>6</c:v>
                </c:pt>
                <c:pt idx="69900">
                  <c:v>6</c:v>
                </c:pt>
                <c:pt idx="69901">
                  <c:v>5</c:v>
                </c:pt>
                <c:pt idx="69902">
                  <c:v>7</c:v>
                </c:pt>
                <c:pt idx="69903">
                  <c:v>2</c:v>
                </c:pt>
                <c:pt idx="69904">
                  <c:v>4</c:v>
                </c:pt>
                <c:pt idx="69905">
                  <c:v>7</c:v>
                </c:pt>
                <c:pt idx="69906">
                  <c:v>1</c:v>
                </c:pt>
                <c:pt idx="69907">
                  <c:v>4</c:v>
                </c:pt>
                <c:pt idx="69908">
                  <c:v>6</c:v>
                </c:pt>
                <c:pt idx="69909">
                  <c:v>7</c:v>
                </c:pt>
                <c:pt idx="69910">
                  <c:v>7</c:v>
                </c:pt>
                <c:pt idx="69911">
                  <c:v>2</c:v>
                </c:pt>
                <c:pt idx="69912">
                  <c:v>1</c:v>
                </c:pt>
                <c:pt idx="69913">
                  <c:v>5</c:v>
                </c:pt>
                <c:pt idx="69914">
                  <c:v>5</c:v>
                </c:pt>
                <c:pt idx="69915">
                  <c:v>6</c:v>
                </c:pt>
                <c:pt idx="69916">
                  <c:v>1</c:v>
                </c:pt>
                <c:pt idx="69917">
                  <c:v>1</c:v>
                </c:pt>
                <c:pt idx="69918">
                  <c:v>1</c:v>
                </c:pt>
                <c:pt idx="69919">
                  <c:v>1</c:v>
                </c:pt>
                <c:pt idx="69920">
                  <c:v>1</c:v>
                </c:pt>
                <c:pt idx="69921">
                  <c:v>1</c:v>
                </c:pt>
                <c:pt idx="69922">
                  <c:v>1</c:v>
                </c:pt>
                <c:pt idx="69923">
                  <c:v>1</c:v>
                </c:pt>
                <c:pt idx="69924">
                  <c:v>1</c:v>
                </c:pt>
                <c:pt idx="69925">
                  <c:v>1</c:v>
                </c:pt>
                <c:pt idx="69926">
                  <c:v>2</c:v>
                </c:pt>
                <c:pt idx="69927">
                  <c:v>1</c:v>
                </c:pt>
                <c:pt idx="69928">
                  <c:v>1</c:v>
                </c:pt>
                <c:pt idx="69929">
                  <c:v>1</c:v>
                </c:pt>
                <c:pt idx="69930">
                  <c:v>1</c:v>
                </c:pt>
                <c:pt idx="69931">
                  <c:v>1</c:v>
                </c:pt>
                <c:pt idx="69932">
                  <c:v>1</c:v>
                </c:pt>
                <c:pt idx="69933">
                  <c:v>1</c:v>
                </c:pt>
                <c:pt idx="69934">
                  <c:v>4</c:v>
                </c:pt>
                <c:pt idx="69935">
                  <c:v>4</c:v>
                </c:pt>
                <c:pt idx="69936">
                  <c:v>3</c:v>
                </c:pt>
                <c:pt idx="69937">
                  <c:v>2</c:v>
                </c:pt>
                <c:pt idx="69938">
                  <c:v>4</c:v>
                </c:pt>
                <c:pt idx="69939">
                  <c:v>4</c:v>
                </c:pt>
                <c:pt idx="69940">
                  <c:v>2</c:v>
                </c:pt>
                <c:pt idx="69941">
                  <c:v>4</c:v>
                </c:pt>
                <c:pt idx="69942">
                  <c:v>2</c:v>
                </c:pt>
                <c:pt idx="69943">
                  <c:v>4</c:v>
                </c:pt>
                <c:pt idx="69944">
                  <c:v>6</c:v>
                </c:pt>
                <c:pt idx="69945">
                  <c:v>6</c:v>
                </c:pt>
                <c:pt idx="69946">
                  <c:v>3</c:v>
                </c:pt>
                <c:pt idx="69947">
                  <c:v>5</c:v>
                </c:pt>
                <c:pt idx="69948">
                  <c:v>10</c:v>
                </c:pt>
                <c:pt idx="69949">
                  <c:v>4</c:v>
                </c:pt>
                <c:pt idx="69950">
                  <c:v>6</c:v>
                </c:pt>
                <c:pt idx="69951">
                  <c:v>3</c:v>
                </c:pt>
                <c:pt idx="69952">
                  <c:v>3</c:v>
                </c:pt>
                <c:pt idx="69953">
                  <c:v>2</c:v>
                </c:pt>
                <c:pt idx="69954">
                  <c:v>3</c:v>
                </c:pt>
                <c:pt idx="69955">
                  <c:v>4</c:v>
                </c:pt>
                <c:pt idx="69956">
                  <c:v>2</c:v>
                </c:pt>
                <c:pt idx="69957">
                  <c:v>3</c:v>
                </c:pt>
                <c:pt idx="69958">
                  <c:v>1</c:v>
                </c:pt>
                <c:pt idx="69959">
                  <c:v>3</c:v>
                </c:pt>
                <c:pt idx="69960">
                  <c:v>3</c:v>
                </c:pt>
                <c:pt idx="69961">
                  <c:v>3</c:v>
                </c:pt>
                <c:pt idx="69962">
                  <c:v>2</c:v>
                </c:pt>
                <c:pt idx="69963">
                  <c:v>2</c:v>
                </c:pt>
                <c:pt idx="69964">
                  <c:v>3</c:v>
                </c:pt>
                <c:pt idx="69965">
                  <c:v>1</c:v>
                </c:pt>
                <c:pt idx="69966">
                  <c:v>1</c:v>
                </c:pt>
                <c:pt idx="69967">
                  <c:v>1</c:v>
                </c:pt>
                <c:pt idx="69968">
                  <c:v>1</c:v>
                </c:pt>
                <c:pt idx="69969">
                  <c:v>1</c:v>
                </c:pt>
                <c:pt idx="69970">
                  <c:v>1</c:v>
                </c:pt>
                <c:pt idx="69971">
                  <c:v>1</c:v>
                </c:pt>
                <c:pt idx="69972">
                  <c:v>1</c:v>
                </c:pt>
                <c:pt idx="69973">
                  <c:v>1</c:v>
                </c:pt>
                <c:pt idx="69974">
                  <c:v>1</c:v>
                </c:pt>
                <c:pt idx="69975">
                  <c:v>2</c:v>
                </c:pt>
                <c:pt idx="69976">
                  <c:v>1</c:v>
                </c:pt>
                <c:pt idx="69977">
                  <c:v>1</c:v>
                </c:pt>
                <c:pt idx="69978">
                  <c:v>1</c:v>
                </c:pt>
                <c:pt idx="69979">
                  <c:v>1</c:v>
                </c:pt>
                <c:pt idx="69980">
                  <c:v>1</c:v>
                </c:pt>
                <c:pt idx="69981">
                  <c:v>1</c:v>
                </c:pt>
                <c:pt idx="69982">
                  <c:v>2</c:v>
                </c:pt>
                <c:pt idx="69983">
                  <c:v>3</c:v>
                </c:pt>
                <c:pt idx="69984">
                  <c:v>2</c:v>
                </c:pt>
                <c:pt idx="69985">
                  <c:v>2</c:v>
                </c:pt>
                <c:pt idx="69986">
                  <c:v>2</c:v>
                </c:pt>
                <c:pt idx="69987">
                  <c:v>3</c:v>
                </c:pt>
                <c:pt idx="69988">
                  <c:v>2</c:v>
                </c:pt>
                <c:pt idx="69989">
                  <c:v>3</c:v>
                </c:pt>
                <c:pt idx="69990">
                  <c:v>2</c:v>
                </c:pt>
                <c:pt idx="69991">
                  <c:v>6</c:v>
                </c:pt>
                <c:pt idx="69992">
                  <c:v>1</c:v>
                </c:pt>
                <c:pt idx="69993">
                  <c:v>2</c:v>
                </c:pt>
                <c:pt idx="69994">
                  <c:v>4</c:v>
                </c:pt>
                <c:pt idx="69995">
                  <c:v>4</c:v>
                </c:pt>
                <c:pt idx="69996">
                  <c:v>2</c:v>
                </c:pt>
                <c:pt idx="69997">
                  <c:v>2</c:v>
                </c:pt>
                <c:pt idx="69998">
                  <c:v>4</c:v>
                </c:pt>
                <c:pt idx="69999">
                  <c:v>1</c:v>
                </c:pt>
                <c:pt idx="70000">
                  <c:v>4</c:v>
                </c:pt>
                <c:pt idx="70001">
                  <c:v>1</c:v>
                </c:pt>
                <c:pt idx="70002">
                  <c:v>1</c:v>
                </c:pt>
                <c:pt idx="70003">
                  <c:v>1</c:v>
                </c:pt>
                <c:pt idx="70004">
                  <c:v>2</c:v>
                </c:pt>
                <c:pt idx="70005">
                  <c:v>2</c:v>
                </c:pt>
                <c:pt idx="70006">
                  <c:v>2</c:v>
                </c:pt>
                <c:pt idx="70007">
                  <c:v>2</c:v>
                </c:pt>
                <c:pt idx="70008">
                  <c:v>2</c:v>
                </c:pt>
                <c:pt idx="70009">
                  <c:v>1</c:v>
                </c:pt>
                <c:pt idx="70010">
                  <c:v>1</c:v>
                </c:pt>
                <c:pt idx="70011">
                  <c:v>1</c:v>
                </c:pt>
                <c:pt idx="70012">
                  <c:v>1</c:v>
                </c:pt>
                <c:pt idx="70013">
                  <c:v>1</c:v>
                </c:pt>
                <c:pt idx="70014">
                  <c:v>2</c:v>
                </c:pt>
                <c:pt idx="70015">
                  <c:v>1</c:v>
                </c:pt>
                <c:pt idx="70016">
                  <c:v>2</c:v>
                </c:pt>
                <c:pt idx="70017">
                  <c:v>1</c:v>
                </c:pt>
                <c:pt idx="70018">
                  <c:v>1</c:v>
                </c:pt>
                <c:pt idx="70019">
                  <c:v>3</c:v>
                </c:pt>
                <c:pt idx="70020">
                  <c:v>1</c:v>
                </c:pt>
                <c:pt idx="70021">
                  <c:v>1</c:v>
                </c:pt>
                <c:pt idx="70022">
                  <c:v>1</c:v>
                </c:pt>
                <c:pt idx="70023">
                  <c:v>3</c:v>
                </c:pt>
                <c:pt idx="70024">
                  <c:v>1</c:v>
                </c:pt>
                <c:pt idx="70025">
                  <c:v>1</c:v>
                </c:pt>
                <c:pt idx="70026">
                  <c:v>6</c:v>
                </c:pt>
                <c:pt idx="70027">
                  <c:v>1</c:v>
                </c:pt>
                <c:pt idx="70028">
                  <c:v>1</c:v>
                </c:pt>
                <c:pt idx="70029">
                  <c:v>2</c:v>
                </c:pt>
                <c:pt idx="70030">
                  <c:v>1</c:v>
                </c:pt>
                <c:pt idx="70031">
                  <c:v>3</c:v>
                </c:pt>
                <c:pt idx="70032">
                  <c:v>3</c:v>
                </c:pt>
                <c:pt idx="70033">
                  <c:v>5</c:v>
                </c:pt>
                <c:pt idx="70034">
                  <c:v>3</c:v>
                </c:pt>
                <c:pt idx="70035">
                  <c:v>2</c:v>
                </c:pt>
                <c:pt idx="70036">
                  <c:v>3</c:v>
                </c:pt>
                <c:pt idx="70037">
                  <c:v>3</c:v>
                </c:pt>
                <c:pt idx="70038">
                  <c:v>3</c:v>
                </c:pt>
                <c:pt idx="70039">
                  <c:v>3</c:v>
                </c:pt>
                <c:pt idx="70040">
                  <c:v>2</c:v>
                </c:pt>
                <c:pt idx="70041">
                  <c:v>4</c:v>
                </c:pt>
                <c:pt idx="70042">
                  <c:v>3</c:v>
                </c:pt>
                <c:pt idx="70043">
                  <c:v>2</c:v>
                </c:pt>
                <c:pt idx="70044">
                  <c:v>3</c:v>
                </c:pt>
                <c:pt idx="70045">
                  <c:v>3</c:v>
                </c:pt>
                <c:pt idx="70046">
                  <c:v>3</c:v>
                </c:pt>
                <c:pt idx="70047">
                  <c:v>2</c:v>
                </c:pt>
                <c:pt idx="70048">
                  <c:v>2</c:v>
                </c:pt>
                <c:pt idx="70049">
                  <c:v>2</c:v>
                </c:pt>
                <c:pt idx="70050">
                  <c:v>6</c:v>
                </c:pt>
                <c:pt idx="70051">
                  <c:v>12</c:v>
                </c:pt>
                <c:pt idx="70052">
                  <c:v>5</c:v>
                </c:pt>
                <c:pt idx="70053">
                  <c:v>2</c:v>
                </c:pt>
                <c:pt idx="70054">
                  <c:v>3</c:v>
                </c:pt>
                <c:pt idx="70055">
                  <c:v>3</c:v>
                </c:pt>
                <c:pt idx="70056">
                  <c:v>1</c:v>
                </c:pt>
                <c:pt idx="70057">
                  <c:v>5</c:v>
                </c:pt>
                <c:pt idx="70058">
                  <c:v>2</c:v>
                </c:pt>
                <c:pt idx="70059">
                  <c:v>11</c:v>
                </c:pt>
                <c:pt idx="70060">
                  <c:v>26</c:v>
                </c:pt>
                <c:pt idx="70061">
                  <c:v>9</c:v>
                </c:pt>
                <c:pt idx="70062">
                  <c:v>11</c:v>
                </c:pt>
                <c:pt idx="70063">
                  <c:v>15</c:v>
                </c:pt>
                <c:pt idx="70064">
                  <c:v>5</c:v>
                </c:pt>
                <c:pt idx="70065">
                  <c:v>1</c:v>
                </c:pt>
                <c:pt idx="70066">
                  <c:v>4</c:v>
                </c:pt>
                <c:pt idx="70067">
                  <c:v>4</c:v>
                </c:pt>
                <c:pt idx="70068">
                  <c:v>6</c:v>
                </c:pt>
                <c:pt idx="70069">
                  <c:v>5</c:v>
                </c:pt>
                <c:pt idx="70070">
                  <c:v>4</c:v>
                </c:pt>
                <c:pt idx="70071">
                  <c:v>4</c:v>
                </c:pt>
                <c:pt idx="70072">
                  <c:v>1</c:v>
                </c:pt>
                <c:pt idx="70073">
                  <c:v>2</c:v>
                </c:pt>
                <c:pt idx="70074">
                  <c:v>1</c:v>
                </c:pt>
                <c:pt idx="70075">
                  <c:v>-1</c:v>
                </c:pt>
                <c:pt idx="70076">
                  <c:v>1</c:v>
                </c:pt>
                <c:pt idx="70077">
                  <c:v>3</c:v>
                </c:pt>
                <c:pt idx="70078">
                  <c:v>1</c:v>
                </c:pt>
                <c:pt idx="70079">
                  <c:v>1</c:v>
                </c:pt>
                <c:pt idx="70080">
                  <c:v>2</c:v>
                </c:pt>
                <c:pt idx="70081">
                  <c:v>2</c:v>
                </c:pt>
                <c:pt idx="70082">
                  <c:v>1</c:v>
                </c:pt>
                <c:pt idx="70083">
                  <c:v>2</c:v>
                </c:pt>
                <c:pt idx="70084">
                  <c:v>2</c:v>
                </c:pt>
                <c:pt idx="70085">
                  <c:v>3</c:v>
                </c:pt>
                <c:pt idx="70086">
                  <c:v>5</c:v>
                </c:pt>
                <c:pt idx="70087">
                  <c:v>7</c:v>
                </c:pt>
                <c:pt idx="70088">
                  <c:v>4</c:v>
                </c:pt>
                <c:pt idx="70089">
                  <c:v>5</c:v>
                </c:pt>
                <c:pt idx="70090">
                  <c:v>7</c:v>
                </c:pt>
                <c:pt idx="70091">
                  <c:v>5</c:v>
                </c:pt>
                <c:pt idx="70092">
                  <c:v>4</c:v>
                </c:pt>
                <c:pt idx="70093">
                  <c:v>9</c:v>
                </c:pt>
                <c:pt idx="70094">
                  <c:v>3</c:v>
                </c:pt>
                <c:pt idx="70095">
                  <c:v>3</c:v>
                </c:pt>
                <c:pt idx="70096">
                  <c:v>9</c:v>
                </c:pt>
                <c:pt idx="70097">
                  <c:v>10</c:v>
                </c:pt>
                <c:pt idx="70098">
                  <c:v>5</c:v>
                </c:pt>
                <c:pt idx="70099">
                  <c:v>11</c:v>
                </c:pt>
                <c:pt idx="70100">
                  <c:v>10</c:v>
                </c:pt>
                <c:pt idx="70101">
                  <c:v>2</c:v>
                </c:pt>
                <c:pt idx="70102">
                  <c:v>2</c:v>
                </c:pt>
                <c:pt idx="70103">
                  <c:v>2</c:v>
                </c:pt>
                <c:pt idx="70104">
                  <c:v>3</c:v>
                </c:pt>
                <c:pt idx="70105">
                  <c:v>2</c:v>
                </c:pt>
                <c:pt idx="70106">
                  <c:v>2</c:v>
                </c:pt>
                <c:pt idx="70107">
                  <c:v>2</c:v>
                </c:pt>
                <c:pt idx="70108">
                  <c:v>1</c:v>
                </c:pt>
                <c:pt idx="70109">
                  <c:v>3</c:v>
                </c:pt>
                <c:pt idx="70110">
                  <c:v>2</c:v>
                </c:pt>
                <c:pt idx="70111">
                  <c:v>3</c:v>
                </c:pt>
                <c:pt idx="70112">
                  <c:v>1</c:v>
                </c:pt>
                <c:pt idx="70113">
                  <c:v>2</c:v>
                </c:pt>
                <c:pt idx="70114">
                  <c:v>1</c:v>
                </c:pt>
                <c:pt idx="70115">
                  <c:v>5</c:v>
                </c:pt>
                <c:pt idx="70116">
                  <c:v>2</c:v>
                </c:pt>
                <c:pt idx="70117">
                  <c:v>2</c:v>
                </c:pt>
                <c:pt idx="70118">
                  <c:v>2</c:v>
                </c:pt>
                <c:pt idx="70119">
                  <c:v>3</c:v>
                </c:pt>
                <c:pt idx="70120">
                  <c:v>5</c:v>
                </c:pt>
                <c:pt idx="70121">
                  <c:v>1</c:v>
                </c:pt>
                <c:pt idx="70122">
                  <c:v>1</c:v>
                </c:pt>
                <c:pt idx="70123">
                  <c:v>3</c:v>
                </c:pt>
                <c:pt idx="70124">
                  <c:v>2</c:v>
                </c:pt>
                <c:pt idx="70125">
                  <c:v>4</c:v>
                </c:pt>
                <c:pt idx="70126">
                  <c:v>3</c:v>
                </c:pt>
                <c:pt idx="70127">
                  <c:v>2</c:v>
                </c:pt>
                <c:pt idx="70128">
                  <c:v>1</c:v>
                </c:pt>
                <c:pt idx="70129">
                  <c:v>6</c:v>
                </c:pt>
                <c:pt idx="70130">
                  <c:v>6</c:v>
                </c:pt>
                <c:pt idx="70131">
                  <c:v>9</c:v>
                </c:pt>
                <c:pt idx="70132">
                  <c:v>2</c:v>
                </c:pt>
                <c:pt idx="70133">
                  <c:v>3</c:v>
                </c:pt>
                <c:pt idx="70134">
                  <c:v>4</c:v>
                </c:pt>
                <c:pt idx="70135">
                  <c:v>4</c:v>
                </c:pt>
                <c:pt idx="70136">
                  <c:v>5</c:v>
                </c:pt>
                <c:pt idx="70137">
                  <c:v>2</c:v>
                </c:pt>
                <c:pt idx="70138">
                  <c:v>5</c:v>
                </c:pt>
                <c:pt idx="70139">
                  <c:v>6</c:v>
                </c:pt>
                <c:pt idx="70140">
                  <c:v>3</c:v>
                </c:pt>
                <c:pt idx="70141">
                  <c:v>1</c:v>
                </c:pt>
                <c:pt idx="70142">
                  <c:v>1</c:v>
                </c:pt>
                <c:pt idx="70143">
                  <c:v>2</c:v>
                </c:pt>
                <c:pt idx="70144">
                  <c:v>2</c:v>
                </c:pt>
                <c:pt idx="70145">
                  <c:v>1</c:v>
                </c:pt>
                <c:pt idx="70146">
                  <c:v>2</c:v>
                </c:pt>
                <c:pt idx="70147">
                  <c:v>2</c:v>
                </c:pt>
                <c:pt idx="70148">
                  <c:v>6</c:v>
                </c:pt>
                <c:pt idx="70149">
                  <c:v>2</c:v>
                </c:pt>
                <c:pt idx="70150">
                  <c:v>1</c:v>
                </c:pt>
                <c:pt idx="70151">
                  <c:v>1</c:v>
                </c:pt>
                <c:pt idx="70152">
                  <c:v>2</c:v>
                </c:pt>
                <c:pt idx="70153">
                  <c:v>3</c:v>
                </c:pt>
                <c:pt idx="70154">
                  <c:v>3</c:v>
                </c:pt>
                <c:pt idx="70155">
                  <c:v>2</c:v>
                </c:pt>
                <c:pt idx="70156">
                  <c:v>1</c:v>
                </c:pt>
                <c:pt idx="70157">
                  <c:v>1</c:v>
                </c:pt>
                <c:pt idx="70158">
                  <c:v>2</c:v>
                </c:pt>
                <c:pt idx="70159">
                  <c:v>4</c:v>
                </c:pt>
                <c:pt idx="70160">
                  <c:v>2</c:v>
                </c:pt>
                <c:pt idx="70161">
                  <c:v>3</c:v>
                </c:pt>
                <c:pt idx="70162">
                  <c:v>1</c:v>
                </c:pt>
                <c:pt idx="70163">
                  <c:v>1</c:v>
                </c:pt>
                <c:pt idx="70164">
                  <c:v>2</c:v>
                </c:pt>
                <c:pt idx="70165">
                  <c:v>5</c:v>
                </c:pt>
                <c:pt idx="70166">
                  <c:v>3</c:v>
                </c:pt>
                <c:pt idx="70167">
                  <c:v>3</c:v>
                </c:pt>
                <c:pt idx="70168">
                  <c:v>5</c:v>
                </c:pt>
                <c:pt idx="70169">
                  <c:v>3</c:v>
                </c:pt>
                <c:pt idx="70170">
                  <c:v>3</c:v>
                </c:pt>
                <c:pt idx="70171">
                  <c:v>4</c:v>
                </c:pt>
                <c:pt idx="70172">
                  <c:v>3</c:v>
                </c:pt>
                <c:pt idx="70173">
                  <c:v>3</c:v>
                </c:pt>
                <c:pt idx="70174">
                  <c:v>3</c:v>
                </c:pt>
                <c:pt idx="70175">
                  <c:v>2</c:v>
                </c:pt>
                <c:pt idx="70176">
                  <c:v>4</c:v>
                </c:pt>
                <c:pt idx="70177">
                  <c:v>4</c:v>
                </c:pt>
                <c:pt idx="70178">
                  <c:v>5</c:v>
                </c:pt>
                <c:pt idx="70179">
                  <c:v>8</c:v>
                </c:pt>
                <c:pt idx="70180">
                  <c:v>1</c:v>
                </c:pt>
                <c:pt idx="70181">
                  <c:v>1</c:v>
                </c:pt>
                <c:pt idx="70182">
                  <c:v>1</c:v>
                </c:pt>
                <c:pt idx="70183">
                  <c:v>1</c:v>
                </c:pt>
                <c:pt idx="70184">
                  <c:v>1</c:v>
                </c:pt>
                <c:pt idx="70185">
                  <c:v>1</c:v>
                </c:pt>
                <c:pt idx="70186">
                  <c:v>1</c:v>
                </c:pt>
                <c:pt idx="70187">
                  <c:v>1</c:v>
                </c:pt>
                <c:pt idx="70188">
                  <c:v>1</c:v>
                </c:pt>
                <c:pt idx="70189">
                  <c:v>1</c:v>
                </c:pt>
                <c:pt idx="70190">
                  <c:v>1</c:v>
                </c:pt>
                <c:pt idx="70191">
                  <c:v>1</c:v>
                </c:pt>
                <c:pt idx="70192">
                  <c:v>1</c:v>
                </c:pt>
                <c:pt idx="70193">
                  <c:v>3</c:v>
                </c:pt>
                <c:pt idx="70194">
                  <c:v>2</c:v>
                </c:pt>
                <c:pt idx="70195">
                  <c:v>1</c:v>
                </c:pt>
                <c:pt idx="70196">
                  <c:v>4</c:v>
                </c:pt>
                <c:pt idx="70197">
                  <c:v>2</c:v>
                </c:pt>
                <c:pt idx="70198">
                  <c:v>3</c:v>
                </c:pt>
                <c:pt idx="70199">
                  <c:v>1</c:v>
                </c:pt>
                <c:pt idx="70200">
                  <c:v>3</c:v>
                </c:pt>
                <c:pt idx="70201">
                  <c:v>2</c:v>
                </c:pt>
                <c:pt idx="70202">
                  <c:v>1</c:v>
                </c:pt>
                <c:pt idx="70203">
                  <c:v>1</c:v>
                </c:pt>
                <c:pt idx="70204">
                  <c:v>1</c:v>
                </c:pt>
                <c:pt idx="70205">
                  <c:v>2</c:v>
                </c:pt>
                <c:pt idx="70206">
                  <c:v>1</c:v>
                </c:pt>
                <c:pt idx="70207">
                  <c:v>1</c:v>
                </c:pt>
                <c:pt idx="70208">
                  <c:v>1</c:v>
                </c:pt>
                <c:pt idx="70209">
                  <c:v>2</c:v>
                </c:pt>
                <c:pt idx="70210">
                  <c:v>3</c:v>
                </c:pt>
                <c:pt idx="70211">
                  <c:v>4</c:v>
                </c:pt>
                <c:pt idx="70212">
                  <c:v>2</c:v>
                </c:pt>
                <c:pt idx="70213">
                  <c:v>5</c:v>
                </c:pt>
                <c:pt idx="70214">
                  <c:v>3</c:v>
                </c:pt>
                <c:pt idx="70215">
                  <c:v>5</c:v>
                </c:pt>
                <c:pt idx="70216">
                  <c:v>1</c:v>
                </c:pt>
                <c:pt idx="70217">
                  <c:v>4</c:v>
                </c:pt>
                <c:pt idx="70218">
                  <c:v>2</c:v>
                </c:pt>
                <c:pt idx="70219">
                  <c:v>3</c:v>
                </c:pt>
                <c:pt idx="70220">
                  <c:v>11</c:v>
                </c:pt>
                <c:pt idx="70221">
                  <c:v>7</c:v>
                </c:pt>
                <c:pt idx="70222">
                  <c:v>4</c:v>
                </c:pt>
                <c:pt idx="70223">
                  <c:v>6</c:v>
                </c:pt>
                <c:pt idx="70224">
                  <c:v>3</c:v>
                </c:pt>
                <c:pt idx="70225">
                  <c:v>2</c:v>
                </c:pt>
                <c:pt idx="70226">
                  <c:v>1</c:v>
                </c:pt>
                <c:pt idx="70227">
                  <c:v>3</c:v>
                </c:pt>
                <c:pt idx="70228">
                  <c:v>1</c:v>
                </c:pt>
                <c:pt idx="70229">
                  <c:v>1</c:v>
                </c:pt>
                <c:pt idx="70230">
                  <c:v>1</c:v>
                </c:pt>
                <c:pt idx="70231">
                  <c:v>1</c:v>
                </c:pt>
                <c:pt idx="70232">
                  <c:v>3</c:v>
                </c:pt>
                <c:pt idx="70233">
                  <c:v>1</c:v>
                </c:pt>
                <c:pt idx="70234">
                  <c:v>1</c:v>
                </c:pt>
                <c:pt idx="70235">
                  <c:v>1</c:v>
                </c:pt>
                <c:pt idx="70236">
                  <c:v>6</c:v>
                </c:pt>
                <c:pt idx="70237">
                  <c:v>1</c:v>
                </c:pt>
                <c:pt idx="70238">
                  <c:v>4</c:v>
                </c:pt>
                <c:pt idx="70239">
                  <c:v>5</c:v>
                </c:pt>
                <c:pt idx="70240">
                  <c:v>4</c:v>
                </c:pt>
                <c:pt idx="70241">
                  <c:v>5</c:v>
                </c:pt>
                <c:pt idx="70242">
                  <c:v>3</c:v>
                </c:pt>
                <c:pt idx="70243">
                  <c:v>2</c:v>
                </c:pt>
                <c:pt idx="70244">
                  <c:v>5</c:v>
                </c:pt>
                <c:pt idx="70245">
                  <c:v>7</c:v>
                </c:pt>
                <c:pt idx="70246">
                  <c:v>4</c:v>
                </c:pt>
                <c:pt idx="70247">
                  <c:v>2</c:v>
                </c:pt>
                <c:pt idx="70248">
                  <c:v>5</c:v>
                </c:pt>
                <c:pt idx="70249">
                  <c:v>2</c:v>
                </c:pt>
                <c:pt idx="70250">
                  <c:v>4</c:v>
                </c:pt>
                <c:pt idx="70251">
                  <c:v>6</c:v>
                </c:pt>
                <c:pt idx="70252">
                  <c:v>2</c:v>
                </c:pt>
                <c:pt idx="70253">
                  <c:v>2</c:v>
                </c:pt>
                <c:pt idx="70254">
                  <c:v>2</c:v>
                </c:pt>
                <c:pt idx="70255">
                  <c:v>4</c:v>
                </c:pt>
                <c:pt idx="70256">
                  <c:v>2</c:v>
                </c:pt>
                <c:pt idx="70257">
                  <c:v>2</c:v>
                </c:pt>
                <c:pt idx="70258">
                  <c:v>2</c:v>
                </c:pt>
                <c:pt idx="70259">
                  <c:v>2</c:v>
                </c:pt>
                <c:pt idx="70260">
                  <c:v>5</c:v>
                </c:pt>
                <c:pt idx="70261">
                  <c:v>6</c:v>
                </c:pt>
                <c:pt idx="70262">
                  <c:v>6</c:v>
                </c:pt>
                <c:pt idx="70263">
                  <c:v>5</c:v>
                </c:pt>
                <c:pt idx="70264">
                  <c:v>4</c:v>
                </c:pt>
                <c:pt idx="70265">
                  <c:v>2</c:v>
                </c:pt>
                <c:pt idx="70266">
                  <c:v>2</c:v>
                </c:pt>
                <c:pt idx="70267">
                  <c:v>2</c:v>
                </c:pt>
                <c:pt idx="70268">
                  <c:v>3</c:v>
                </c:pt>
                <c:pt idx="70269">
                  <c:v>3</c:v>
                </c:pt>
                <c:pt idx="70270">
                  <c:v>2</c:v>
                </c:pt>
                <c:pt idx="70271">
                  <c:v>2</c:v>
                </c:pt>
                <c:pt idx="70272">
                  <c:v>2</c:v>
                </c:pt>
                <c:pt idx="70273">
                  <c:v>2</c:v>
                </c:pt>
                <c:pt idx="70274">
                  <c:v>2</c:v>
                </c:pt>
                <c:pt idx="70275">
                  <c:v>2</c:v>
                </c:pt>
                <c:pt idx="70276">
                  <c:v>2</c:v>
                </c:pt>
                <c:pt idx="70277">
                  <c:v>2</c:v>
                </c:pt>
                <c:pt idx="70278">
                  <c:v>1</c:v>
                </c:pt>
                <c:pt idx="70279">
                  <c:v>2</c:v>
                </c:pt>
                <c:pt idx="70280">
                  <c:v>2</c:v>
                </c:pt>
                <c:pt idx="70281">
                  <c:v>2</c:v>
                </c:pt>
                <c:pt idx="70282">
                  <c:v>2</c:v>
                </c:pt>
                <c:pt idx="70283">
                  <c:v>3</c:v>
                </c:pt>
                <c:pt idx="70284">
                  <c:v>6</c:v>
                </c:pt>
                <c:pt idx="70285">
                  <c:v>6</c:v>
                </c:pt>
                <c:pt idx="70286">
                  <c:v>3</c:v>
                </c:pt>
                <c:pt idx="70287">
                  <c:v>4</c:v>
                </c:pt>
                <c:pt idx="70288">
                  <c:v>3</c:v>
                </c:pt>
                <c:pt idx="70289">
                  <c:v>4</c:v>
                </c:pt>
                <c:pt idx="70290">
                  <c:v>1</c:v>
                </c:pt>
                <c:pt idx="70291">
                  <c:v>2</c:v>
                </c:pt>
                <c:pt idx="70292">
                  <c:v>4</c:v>
                </c:pt>
                <c:pt idx="70293">
                  <c:v>2</c:v>
                </c:pt>
                <c:pt idx="70294">
                  <c:v>3</c:v>
                </c:pt>
                <c:pt idx="70295">
                  <c:v>3</c:v>
                </c:pt>
                <c:pt idx="70296">
                  <c:v>4</c:v>
                </c:pt>
                <c:pt idx="70297">
                  <c:v>3</c:v>
                </c:pt>
                <c:pt idx="70298">
                  <c:v>3</c:v>
                </c:pt>
                <c:pt idx="70299">
                  <c:v>1</c:v>
                </c:pt>
                <c:pt idx="70300">
                  <c:v>1</c:v>
                </c:pt>
                <c:pt idx="70301">
                  <c:v>2</c:v>
                </c:pt>
                <c:pt idx="70302">
                  <c:v>2</c:v>
                </c:pt>
                <c:pt idx="70303">
                  <c:v>4</c:v>
                </c:pt>
                <c:pt idx="70304">
                  <c:v>1</c:v>
                </c:pt>
                <c:pt idx="70305">
                  <c:v>2</c:v>
                </c:pt>
                <c:pt idx="70306">
                  <c:v>1</c:v>
                </c:pt>
                <c:pt idx="70307">
                  <c:v>1</c:v>
                </c:pt>
                <c:pt idx="70308">
                  <c:v>5</c:v>
                </c:pt>
                <c:pt idx="70309">
                  <c:v>3</c:v>
                </c:pt>
                <c:pt idx="70310">
                  <c:v>14</c:v>
                </c:pt>
                <c:pt idx="70311">
                  <c:v>2</c:v>
                </c:pt>
                <c:pt idx="70312">
                  <c:v>2</c:v>
                </c:pt>
                <c:pt idx="70313">
                  <c:v>2</c:v>
                </c:pt>
                <c:pt idx="70314">
                  <c:v>2</c:v>
                </c:pt>
                <c:pt idx="70315">
                  <c:v>2</c:v>
                </c:pt>
                <c:pt idx="70316">
                  <c:v>2</c:v>
                </c:pt>
                <c:pt idx="70317">
                  <c:v>4</c:v>
                </c:pt>
                <c:pt idx="70318">
                  <c:v>3</c:v>
                </c:pt>
                <c:pt idx="70319">
                  <c:v>2</c:v>
                </c:pt>
                <c:pt idx="70320">
                  <c:v>2</c:v>
                </c:pt>
                <c:pt idx="70321">
                  <c:v>2</c:v>
                </c:pt>
                <c:pt idx="70322">
                  <c:v>17</c:v>
                </c:pt>
                <c:pt idx="70323">
                  <c:v>1</c:v>
                </c:pt>
                <c:pt idx="70324">
                  <c:v>2</c:v>
                </c:pt>
                <c:pt idx="70325">
                  <c:v>3</c:v>
                </c:pt>
                <c:pt idx="70326">
                  <c:v>1</c:v>
                </c:pt>
                <c:pt idx="70327">
                  <c:v>3</c:v>
                </c:pt>
                <c:pt idx="70328">
                  <c:v>3</c:v>
                </c:pt>
                <c:pt idx="70329">
                  <c:v>3</c:v>
                </c:pt>
                <c:pt idx="70330">
                  <c:v>3</c:v>
                </c:pt>
                <c:pt idx="70331">
                  <c:v>1</c:v>
                </c:pt>
                <c:pt idx="70332">
                  <c:v>1</c:v>
                </c:pt>
                <c:pt idx="70333">
                  <c:v>1</c:v>
                </c:pt>
                <c:pt idx="70334">
                  <c:v>2</c:v>
                </c:pt>
                <c:pt idx="70335">
                  <c:v>1</c:v>
                </c:pt>
                <c:pt idx="70336">
                  <c:v>2</c:v>
                </c:pt>
                <c:pt idx="70337">
                  <c:v>1</c:v>
                </c:pt>
                <c:pt idx="70338">
                  <c:v>2</c:v>
                </c:pt>
                <c:pt idx="70339">
                  <c:v>2</c:v>
                </c:pt>
                <c:pt idx="70340">
                  <c:v>1</c:v>
                </c:pt>
                <c:pt idx="70341">
                  <c:v>4</c:v>
                </c:pt>
                <c:pt idx="70342">
                  <c:v>0</c:v>
                </c:pt>
                <c:pt idx="70343">
                  <c:v>3</c:v>
                </c:pt>
                <c:pt idx="70344">
                  <c:v>2</c:v>
                </c:pt>
                <c:pt idx="70345">
                  <c:v>2</c:v>
                </c:pt>
                <c:pt idx="70346">
                  <c:v>2</c:v>
                </c:pt>
                <c:pt idx="70347">
                  <c:v>2</c:v>
                </c:pt>
                <c:pt idx="70348">
                  <c:v>2</c:v>
                </c:pt>
                <c:pt idx="70349">
                  <c:v>3</c:v>
                </c:pt>
                <c:pt idx="70350">
                  <c:v>5</c:v>
                </c:pt>
                <c:pt idx="70351">
                  <c:v>2</c:v>
                </c:pt>
                <c:pt idx="70352">
                  <c:v>3</c:v>
                </c:pt>
                <c:pt idx="70353">
                  <c:v>2</c:v>
                </c:pt>
                <c:pt idx="70354">
                  <c:v>6</c:v>
                </c:pt>
                <c:pt idx="70355">
                  <c:v>5</c:v>
                </c:pt>
                <c:pt idx="70356">
                  <c:v>3</c:v>
                </c:pt>
                <c:pt idx="70357">
                  <c:v>1</c:v>
                </c:pt>
                <c:pt idx="70358">
                  <c:v>1</c:v>
                </c:pt>
                <c:pt idx="70359">
                  <c:v>3</c:v>
                </c:pt>
                <c:pt idx="70360">
                  <c:v>1</c:v>
                </c:pt>
                <c:pt idx="70361">
                  <c:v>2</c:v>
                </c:pt>
                <c:pt idx="70362">
                  <c:v>1</c:v>
                </c:pt>
                <c:pt idx="70363">
                  <c:v>3</c:v>
                </c:pt>
                <c:pt idx="70364">
                  <c:v>4</c:v>
                </c:pt>
                <c:pt idx="70365">
                  <c:v>2</c:v>
                </c:pt>
                <c:pt idx="70366">
                  <c:v>4</c:v>
                </c:pt>
                <c:pt idx="70367">
                  <c:v>4</c:v>
                </c:pt>
                <c:pt idx="70368">
                  <c:v>4</c:v>
                </c:pt>
                <c:pt idx="70369">
                  <c:v>4</c:v>
                </c:pt>
                <c:pt idx="70370">
                  <c:v>5</c:v>
                </c:pt>
                <c:pt idx="70371">
                  <c:v>2</c:v>
                </c:pt>
                <c:pt idx="70372">
                  <c:v>2</c:v>
                </c:pt>
                <c:pt idx="70373">
                  <c:v>2</c:v>
                </c:pt>
                <c:pt idx="70374">
                  <c:v>2</c:v>
                </c:pt>
                <c:pt idx="70375">
                  <c:v>2</c:v>
                </c:pt>
                <c:pt idx="70376">
                  <c:v>2</c:v>
                </c:pt>
                <c:pt idx="70377">
                  <c:v>3</c:v>
                </c:pt>
                <c:pt idx="70378">
                  <c:v>3</c:v>
                </c:pt>
                <c:pt idx="70379">
                  <c:v>3</c:v>
                </c:pt>
                <c:pt idx="70380">
                  <c:v>2</c:v>
                </c:pt>
                <c:pt idx="70381">
                  <c:v>3</c:v>
                </c:pt>
                <c:pt idx="70382">
                  <c:v>5</c:v>
                </c:pt>
                <c:pt idx="70383">
                  <c:v>2</c:v>
                </c:pt>
                <c:pt idx="70384">
                  <c:v>2</c:v>
                </c:pt>
                <c:pt idx="70385">
                  <c:v>1</c:v>
                </c:pt>
                <c:pt idx="70386">
                  <c:v>2</c:v>
                </c:pt>
                <c:pt idx="70387">
                  <c:v>2</c:v>
                </c:pt>
                <c:pt idx="70388">
                  <c:v>4</c:v>
                </c:pt>
                <c:pt idx="70389">
                  <c:v>2</c:v>
                </c:pt>
                <c:pt idx="70390">
                  <c:v>2</c:v>
                </c:pt>
                <c:pt idx="70391">
                  <c:v>4</c:v>
                </c:pt>
                <c:pt idx="70392">
                  <c:v>2</c:v>
                </c:pt>
                <c:pt idx="70393">
                  <c:v>1</c:v>
                </c:pt>
                <c:pt idx="70394">
                  <c:v>4</c:v>
                </c:pt>
                <c:pt idx="70395">
                  <c:v>4</c:v>
                </c:pt>
                <c:pt idx="70396">
                  <c:v>4</c:v>
                </c:pt>
                <c:pt idx="70397">
                  <c:v>5</c:v>
                </c:pt>
                <c:pt idx="70398">
                  <c:v>4</c:v>
                </c:pt>
                <c:pt idx="70399">
                  <c:v>5</c:v>
                </c:pt>
                <c:pt idx="70400">
                  <c:v>1</c:v>
                </c:pt>
                <c:pt idx="70401">
                  <c:v>1</c:v>
                </c:pt>
                <c:pt idx="70402">
                  <c:v>2</c:v>
                </c:pt>
                <c:pt idx="70403">
                  <c:v>4</c:v>
                </c:pt>
                <c:pt idx="70404">
                  <c:v>1</c:v>
                </c:pt>
                <c:pt idx="70405">
                  <c:v>3</c:v>
                </c:pt>
                <c:pt idx="70406">
                  <c:v>2</c:v>
                </c:pt>
                <c:pt idx="70407">
                  <c:v>4</c:v>
                </c:pt>
                <c:pt idx="70408">
                  <c:v>4</c:v>
                </c:pt>
                <c:pt idx="70409">
                  <c:v>2</c:v>
                </c:pt>
                <c:pt idx="70410">
                  <c:v>3</c:v>
                </c:pt>
                <c:pt idx="70411">
                  <c:v>2</c:v>
                </c:pt>
                <c:pt idx="70412">
                  <c:v>1</c:v>
                </c:pt>
                <c:pt idx="70413">
                  <c:v>1</c:v>
                </c:pt>
                <c:pt idx="70414">
                  <c:v>1</c:v>
                </c:pt>
                <c:pt idx="70415">
                  <c:v>1</c:v>
                </c:pt>
                <c:pt idx="70416">
                  <c:v>1</c:v>
                </c:pt>
                <c:pt idx="70417">
                  <c:v>1</c:v>
                </c:pt>
                <c:pt idx="70418">
                  <c:v>1</c:v>
                </c:pt>
                <c:pt idx="70419">
                  <c:v>1</c:v>
                </c:pt>
                <c:pt idx="70420">
                  <c:v>1</c:v>
                </c:pt>
                <c:pt idx="70421">
                  <c:v>1</c:v>
                </c:pt>
                <c:pt idx="70422">
                  <c:v>1</c:v>
                </c:pt>
                <c:pt idx="70423">
                  <c:v>-1</c:v>
                </c:pt>
                <c:pt idx="70424">
                  <c:v>4</c:v>
                </c:pt>
                <c:pt idx="70425">
                  <c:v>2</c:v>
                </c:pt>
                <c:pt idx="70426">
                  <c:v>1</c:v>
                </c:pt>
                <c:pt idx="70427">
                  <c:v>1</c:v>
                </c:pt>
                <c:pt idx="70428">
                  <c:v>2</c:v>
                </c:pt>
                <c:pt idx="70429">
                  <c:v>2</c:v>
                </c:pt>
                <c:pt idx="70430">
                  <c:v>2</c:v>
                </c:pt>
                <c:pt idx="70431">
                  <c:v>2</c:v>
                </c:pt>
                <c:pt idx="70432">
                  <c:v>2</c:v>
                </c:pt>
                <c:pt idx="70433">
                  <c:v>2</c:v>
                </c:pt>
                <c:pt idx="70434">
                  <c:v>4</c:v>
                </c:pt>
                <c:pt idx="70435">
                  <c:v>9</c:v>
                </c:pt>
                <c:pt idx="70436">
                  <c:v>2</c:v>
                </c:pt>
                <c:pt idx="70437">
                  <c:v>4</c:v>
                </c:pt>
                <c:pt idx="70438">
                  <c:v>2</c:v>
                </c:pt>
                <c:pt idx="70439">
                  <c:v>0</c:v>
                </c:pt>
                <c:pt idx="70440">
                  <c:v>2</c:v>
                </c:pt>
                <c:pt idx="70441">
                  <c:v>3</c:v>
                </c:pt>
                <c:pt idx="70442">
                  <c:v>2</c:v>
                </c:pt>
                <c:pt idx="70443">
                  <c:v>2</c:v>
                </c:pt>
                <c:pt idx="70444">
                  <c:v>2</c:v>
                </c:pt>
                <c:pt idx="70445">
                  <c:v>3</c:v>
                </c:pt>
                <c:pt idx="70446">
                  <c:v>2</c:v>
                </c:pt>
                <c:pt idx="70447">
                  <c:v>2</c:v>
                </c:pt>
                <c:pt idx="70448">
                  <c:v>3</c:v>
                </c:pt>
                <c:pt idx="70449">
                  <c:v>2</c:v>
                </c:pt>
                <c:pt idx="70450">
                  <c:v>2</c:v>
                </c:pt>
                <c:pt idx="70451">
                  <c:v>2</c:v>
                </c:pt>
                <c:pt idx="70452">
                  <c:v>2</c:v>
                </c:pt>
                <c:pt idx="70453">
                  <c:v>2</c:v>
                </c:pt>
                <c:pt idx="70454">
                  <c:v>5</c:v>
                </c:pt>
                <c:pt idx="70455">
                  <c:v>3</c:v>
                </c:pt>
                <c:pt idx="70456">
                  <c:v>2</c:v>
                </c:pt>
                <c:pt idx="70457">
                  <c:v>4</c:v>
                </c:pt>
                <c:pt idx="70458">
                  <c:v>2</c:v>
                </c:pt>
                <c:pt idx="70459">
                  <c:v>1</c:v>
                </c:pt>
                <c:pt idx="70460">
                  <c:v>4</c:v>
                </c:pt>
                <c:pt idx="70461">
                  <c:v>5</c:v>
                </c:pt>
                <c:pt idx="70462">
                  <c:v>6</c:v>
                </c:pt>
                <c:pt idx="70463">
                  <c:v>-1</c:v>
                </c:pt>
                <c:pt idx="70464">
                  <c:v>7</c:v>
                </c:pt>
                <c:pt idx="70465">
                  <c:v>5</c:v>
                </c:pt>
                <c:pt idx="70466">
                  <c:v>8</c:v>
                </c:pt>
                <c:pt idx="70467">
                  <c:v>3</c:v>
                </c:pt>
                <c:pt idx="70468">
                  <c:v>7</c:v>
                </c:pt>
                <c:pt idx="70469">
                  <c:v>5</c:v>
                </c:pt>
                <c:pt idx="70470">
                  <c:v>4</c:v>
                </c:pt>
                <c:pt idx="70471">
                  <c:v>5</c:v>
                </c:pt>
                <c:pt idx="70472">
                  <c:v>3</c:v>
                </c:pt>
                <c:pt idx="70473">
                  <c:v>4</c:v>
                </c:pt>
                <c:pt idx="70474">
                  <c:v>2</c:v>
                </c:pt>
                <c:pt idx="70475">
                  <c:v>3</c:v>
                </c:pt>
                <c:pt idx="70476">
                  <c:v>2</c:v>
                </c:pt>
                <c:pt idx="70477">
                  <c:v>2</c:v>
                </c:pt>
                <c:pt idx="70478">
                  <c:v>1</c:v>
                </c:pt>
                <c:pt idx="70479">
                  <c:v>2</c:v>
                </c:pt>
                <c:pt idx="70480">
                  <c:v>2</c:v>
                </c:pt>
                <c:pt idx="70481">
                  <c:v>2</c:v>
                </c:pt>
                <c:pt idx="70482">
                  <c:v>3</c:v>
                </c:pt>
                <c:pt idx="70483">
                  <c:v>1</c:v>
                </c:pt>
                <c:pt idx="70484">
                  <c:v>3</c:v>
                </c:pt>
                <c:pt idx="70485">
                  <c:v>2</c:v>
                </c:pt>
                <c:pt idx="70486">
                  <c:v>2</c:v>
                </c:pt>
                <c:pt idx="70487">
                  <c:v>5</c:v>
                </c:pt>
                <c:pt idx="70488">
                  <c:v>3</c:v>
                </c:pt>
                <c:pt idx="70489">
                  <c:v>3</c:v>
                </c:pt>
                <c:pt idx="70490">
                  <c:v>3</c:v>
                </c:pt>
                <c:pt idx="70491">
                  <c:v>3</c:v>
                </c:pt>
                <c:pt idx="70492">
                  <c:v>3</c:v>
                </c:pt>
                <c:pt idx="70493">
                  <c:v>2</c:v>
                </c:pt>
                <c:pt idx="70494">
                  <c:v>2</c:v>
                </c:pt>
                <c:pt idx="70495">
                  <c:v>2</c:v>
                </c:pt>
                <c:pt idx="70496">
                  <c:v>2</c:v>
                </c:pt>
                <c:pt idx="70497">
                  <c:v>2</c:v>
                </c:pt>
                <c:pt idx="70498">
                  <c:v>2</c:v>
                </c:pt>
                <c:pt idx="70499">
                  <c:v>2</c:v>
                </c:pt>
                <c:pt idx="70500">
                  <c:v>2</c:v>
                </c:pt>
                <c:pt idx="70501">
                  <c:v>2</c:v>
                </c:pt>
                <c:pt idx="70502">
                  <c:v>1</c:v>
                </c:pt>
                <c:pt idx="70503">
                  <c:v>2</c:v>
                </c:pt>
                <c:pt idx="70504">
                  <c:v>2</c:v>
                </c:pt>
                <c:pt idx="70505">
                  <c:v>2</c:v>
                </c:pt>
                <c:pt idx="70506">
                  <c:v>2</c:v>
                </c:pt>
                <c:pt idx="70507">
                  <c:v>1</c:v>
                </c:pt>
                <c:pt idx="70508">
                  <c:v>5</c:v>
                </c:pt>
                <c:pt idx="70509">
                  <c:v>6</c:v>
                </c:pt>
                <c:pt idx="70510">
                  <c:v>6</c:v>
                </c:pt>
                <c:pt idx="70511">
                  <c:v>4</c:v>
                </c:pt>
                <c:pt idx="70512">
                  <c:v>2</c:v>
                </c:pt>
                <c:pt idx="70513">
                  <c:v>2</c:v>
                </c:pt>
                <c:pt idx="70514">
                  <c:v>2</c:v>
                </c:pt>
                <c:pt idx="70515">
                  <c:v>2</c:v>
                </c:pt>
                <c:pt idx="70516">
                  <c:v>2</c:v>
                </c:pt>
                <c:pt idx="70517">
                  <c:v>2</c:v>
                </c:pt>
                <c:pt idx="70518">
                  <c:v>5</c:v>
                </c:pt>
                <c:pt idx="70519">
                  <c:v>2</c:v>
                </c:pt>
                <c:pt idx="70520">
                  <c:v>4</c:v>
                </c:pt>
                <c:pt idx="70521">
                  <c:v>3</c:v>
                </c:pt>
                <c:pt idx="70522">
                  <c:v>3</c:v>
                </c:pt>
                <c:pt idx="70523">
                  <c:v>2</c:v>
                </c:pt>
                <c:pt idx="70524">
                  <c:v>4</c:v>
                </c:pt>
                <c:pt idx="70525">
                  <c:v>2</c:v>
                </c:pt>
                <c:pt idx="70526">
                  <c:v>1</c:v>
                </c:pt>
                <c:pt idx="70527">
                  <c:v>3</c:v>
                </c:pt>
                <c:pt idx="70528">
                  <c:v>1</c:v>
                </c:pt>
                <c:pt idx="70529">
                  <c:v>1</c:v>
                </c:pt>
                <c:pt idx="70530">
                  <c:v>3</c:v>
                </c:pt>
                <c:pt idx="70531">
                  <c:v>2</c:v>
                </c:pt>
                <c:pt idx="70532">
                  <c:v>1</c:v>
                </c:pt>
                <c:pt idx="70533">
                  <c:v>3</c:v>
                </c:pt>
                <c:pt idx="70534">
                  <c:v>4</c:v>
                </c:pt>
                <c:pt idx="70535">
                  <c:v>2</c:v>
                </c:pt>
                <c:pt idx="70536">
                  <c:v>2</c:v>
                </c:pt>
                <c:pt idx="70537">
                  <c:v>3</c:v>
                </c:pt>
                <c:pt idx="70538">
                  <c:v>5</c:v>
                </c:pt>
                <c:pt idx="70539">
                  <c:v>5</c:v>
                </c:pt>
                <c:pt idx="70540">
                  <c:v>5</c:v>
                </c:pt>
                <c:pt idx="70541">
                  <c:v>2</c:v>
                </c:pt>
                <c:pt idx="70542">
                  <c:v>2</c:v>
                </c:pt>
                <c:pt idx="70543">
                  <c:v>2</c:v>
                </c:pt>
                <c:pt idx="70544">
                  <c:v>2</c:v>
                </c:pt>
                <c:pt idx="70545">
                  <c:v>2</c:v>
                </c:pt>
                <c:pt idx="70546">
                  <c:v>2</c:v>
                </c:pt>
                <c:pt idx="70547">
                  <c:v>2</c:v>
                </c:pt>
                <c:pt idx="70548">
                  <c:v>1</c:v>
                </c:pt>
                <c:pt idx="70549">
                  <c:v>2</c:v>
                </c:pt>
                <c:pt idx="70550">
                  <c:v>7</c:v>
                </c:pt>
                <c:pt idx="70551">
                  <c:v>3</c:v>
                </c:pt>
                <c:pt idx="70552">
                  <c:v>3</c:v>
                </c:pt>
                <c:pt idx="70553">
                  <c:v>1</c:v>
                </c:pt>
                <c:pt idx="70554">
                  <c:v>1</c:v>
                </c:pt>
                <c:pt idx="70555">
                  <c:v>2</c:v>
                </c:pt>
                <c:pt idx="70556">
                  <c:v>3</c:v>
                </c:pt>
                <c:pt idx="70557">
                  <c:v>3</c:v>
                </c:pt>
                <c:pt idx="70558">
                  <c:v>3</c:v>
                </c:pt>
                <c:pt idx="70559">
                  <c:v>3</c:v>
                </c:pt>
                <c:pt idx="70560">
                  <c:v>1</c:v>
                </c:pt>
                <c:pt idx="70561">
                  <c:v>2</c:v>
                </c:pt>
                <c:pt idx="70562">
                  <c:v>3</c:v>
                </c:pt>
                <c:pt idx="70563">
                  <c:v>4</c:v>
                </c:pt>
                <c:pt idx="70564">
                  <c:v>4</c:v>
                </c:pt>
                <c:pt idx="70565">
                  <c:v>2</c:v>
                </c:pt>
                <c:pt idx="70566">
                  <c:v>2</c:v>
                </c:pt>
                <c:pt idx="70567">
                  <c:v>2</c:v>
                </c:pt>
                <c:pt idx="70568">
                  <c:v>2</c:v>
                </c:pt>
                <c:pt idx="70569">
                  <c:v>2</c:v>
                </c:pt>
                <c:pt idx="70570">
                  <c:v>5</c:v>
                </c:pt>
                <c:pt idx="70571">
                  <c:v>5</c:v>
                </c:pt>
                <c:pt idx="70572">
                  <c:v>2</c:v>
                </c:pt>
                <c:pt idx="70573">
                  <c:v>2</c:v>
                </c:pt>
                <c:pt idx="70574">
                  <c:v>4</c:v>
                </c:pt>
                <c:pt idx="70575">
                  <c:v>5</c:v>
                </c:pt>
                <c:pt idx="70576">
                  <c:v>4</c:v>
                </c:pt>
                <c:pt idx="70577">
                  <c:v>2</c:v>
                </c:pt>
                <c:pt idx="70578">
                  <c:v>1</c:v>
                </c:pt>
                <c:pt idx="70579">
                  <c:v>2</c:v>
                </c:pt>
                <c:pt idx="70580">
                  <c:v>-1</c:v>
                </c:pt>
                <c:pt idx="70581">
                  <c:v>1</c:v>
                </c:pt>
                <c:pt idx="70582">
                  <c:v>1</c:v>
                </c:pt>
                <c:pt idx="70583">
                  <c:v>3</c:v>
                </c:pt>
                <c:pt idx="70584">
                  <c:v>1</c:v>
                </c:pt>
                <c:pt idx="70585">
                  <c:v>3</c:v>
                </c:pt>
                <c:pt idx="70586">
                  <c:v>1</c:v>
                </c:pt>
                <c:pt idx="70587">
                  <c:v>1</c:v>
                </c:pt>
                <c:pt idx="70588">
                  <c:v>2</c:v>
                </c:pt>
                <c:pt idx="70589">
                  <c:v>2</c:v>
                </c:pt>
                <c:pt idx="70590">
                  <c:v>2</c:v>
                </c:pt>
                <c:pt idx="70591">
                  <c:v>1</c:v>
                </c:pt>
                <c:pt idx="70592">
                  <c:v>1</c:v>
                </c:pt>
                <c:pt idx="70593">
                  <c:v>2</c:v>
                </c:pt>
                <c:pt idx="70594">
                  <c:v>2</c:v>
                </c:pt>
                <c:pt idx="70595">
                  <c:v>1</c:v>
                </c:pt>
                <c:pt idx="70596">
                  <c:v>1</c:v>
                </c:pt>
                <c:pt idx="70597">
                  <c:v>1</c:v>
                </c:pt>
                <c:pt idx="70598">
                  <c:v>2</c:v>
                </c:pt>
                <c:pt idx="70599">
                  <c:v>2</c:v>
                </c:pt>
                <c:pt idx="70600">
                  <c:v>2</c:v>
                </c:pt>
                <c:pt idx="70601">
                  <c:v>2</c:v>
                </c:pt>
                <c:pt idx="70602">
                  <c:v>2</c:v>
                </c:pt>
                <c:pt idx="70603">
                  <c:v>2</c:v>
                </c:pt>
                <c:pt idx="70604">
                  <c:v>2</c:v>
                </c:pt>
                <c:pt idx="70605">
                  <c:v>2</c:v>
                </c:pt>
                <c:pt idx="70606">
                  <c:v>5</c:v>
                </c:pt>
                <c:pt idx="70607">
                  <c:v>4</c:v>
                </c:pt>
                <c:pt idx="70608">
                  <c:v>1</c:v>
                </c:pt>
                <c:pt idx="70609">
                  <c:v>3</c:v>
                </c:pt>
                <c:pt idx="70610">
                  <c:v>3</c:v>
                </c:pt>
                <c:pt idx="70611">
                  <c:v>5</c:v>
                </c:pt>
                <c:pt idx="70612">
                  <c:v>3</c:v>
                </c:pt>
                <c:pt idx="70613">
                  <c:v>5</c:v>
                </c:pt>
                <c:pt idx="70614">
                  <c:v>3</c:v>
                </c:pt>
                <c:pt idx="70615">
                  <c:v>5</c:v>
                </c:pt>
                <c:pt idx="70616">
                  <c:v>6</c:v>
                </c:pt>
                <c:pt idx="70617">
                  <c:v>9</c:v>
                </c:pt>
                <c:pt idx="70618">
                  <c:v>10</c:v>
                </c:pt>
                <c:pt idx="70619">
                  <c:v>4</c:v>
                </c:pt>
                <c:pt idx="70620">
                  <c:v>5</c:v>
                </c:pt>
                <c:pt idx="70621">
                  <c:v>4</c:v>
                </c:pt>
                <c:pt idx="70622">
                  <c:v>3</c:v>
                </c:pt>
                <c:pt idx="70623">
                  <c:v>3</c:v>
                </c:pt>
                <c:pt idx="70624">
                  <c:v>3</c:v>
                </c:pt>
                <c:pt idx="70625">
                  <c:v>6</c:v>
                </c:pt>
                <c:pt idx="70626">
                  <c:v>10</c:v>
                </c:pt>
                <c:pt idx="70627">
                  <c:v>4</c:v>
                </c:pt>
                <c:pt idx="70628">
                  <c:v>3</c:v>
                </c:pt>
                <c:pt idx="70629">
                  <c:v>1</c:v>
                </c:pt>
                <c:pt idx="70630">
                  <c:v>1</c:v>
                </c:pt>
                <c:pt idx="70631">
                  <c:v>2</c:v>
                </c:pt>
                <c:pt idx="70632">
                  <c:v>2</c:v>
                </c:pt>
                <c:pt idx="70633">
                  <c:v>2</c:v>
                </c:pt>
                <c:pt idx="70634">
                  <c:v>4</c:v>
                </c:pt>
                <c:pt idx="70635">
                  <c:v>3</c:v>
                </c:pt>
                <c:pt idx="70636">
                  <c:v>2</c:v>
                </c:pt>
                <c:pt idx="70637">
                  <c:v>2</c:v>
                </c:pt>
                <c:pt idx="70638">
                  <c:v>2</c:v>
                </c:pt>
                <c:pt idx="70639">
                  <c:v>1</c:v>
                </c:pt>
                <c:pt idx="70640">
                  <c:v>2</c:v>
                </c:pt>
                <c:pt idx="70641">
                  <c:v>2</c:v>
                </c:pt>
                <c:pt idx="70642">
                  <c:v>2</c:v>
                </c:pt>
                <c:pt idx="70643">
                  <c:v>1</c:v>
                </c:pt>
                <c:pt idx="70644">
                  <c:v>2</c:v>
                </c:pt>
                <c:pt idx="70645">
                  <c:v>2</c:v>
                </c:pt>
                <c:pt idx="70646">
                  <c:v>1</c:v>
                </c:pt>
                <c:pt idx="70647">
                  <c:v>2</c:v>
                </c:pt>
                <c:pt idx="70648">
                  <c:v>1</c:v>
                </c:pt>
                <c:pt idx="70649">
                  <c:v>1</c:v>
                </c:pt>
                <c:pt idx="70650">
                  <c:v>1</c:v>
                </c:pt>
                <c:pt idx="70651">
                  <c:v>2</c:v>
                </c:pt>
                <c:pt idx="70652">
                  <c:v>1</c:v>
                </c:pt>
                <c:pt idx="70653">
                  <c:v>4</c:v>
                </c:pt>
                <c:pt idx="70654">
                  <c:v>5</c:v>
                </c:pt>
                <c:pt idx="70655">
                  <c:v>4</c:v>
                </c:pt>
                <c:pt idx="70656">
                  <c:v>2</c:v>
                </c:pt>
                <c:pt idx="70657">
                  <c:v>4</c:v>
                </c:pt>
                <c:pt idx="70658">
                  <c:v>1</c:v>
                </c:pt>
                <c:pt idx="70659">
                  <c:v>2</c:v>
                </c:pt>
                <c:pt idx="70660">
                  <c:v>1</c:v>
                </c:pt>
                <c:pt idx="70661">
                  <c:v>1</c:v>
                </c:pt>
                <c:pt idx="70662">
                  <c:v>3</c:v>
                </c:pt>
                <c:pt idx="70663">
                  <c:v>2</c:v>
                </c:pt>
                <c:pt idx="70664">
                  <c:v>1</c:v>
                </c:pt>
                <c:pt idx="70665">
                  <c:v>1</c:v>
                </c:pt>
                <c:pt idx="70666">
                  <c:v>1</c:v>
                </c:pt>
                <c:pt idx="70667">
                  <c:v>3</c:v>
                </c:pt>
                <c:pt idx="70668">
                  <c:v>1</c:v>
                </c:pt>
                <c:pt idx="70669">
                  <c:v>3</c:v>
                </c:pt>
                <c:pt idx="70670">
                  <c:v>3</c:v>
                </c:pt>
                <c:pt idx="70671">
                  <c:v>1</c:v>
                </c:pt>
                <c:pt idx="70672">
                  <c:v>1</c:v>
                </c:pt>
                <c:pt idx="70673">
                  <c:v>1</c:v>
                </c:pt>
                <c:pt idx="70674">
                  <c:v>1</c:v>
                </c:pt>
                <c:pt idx="70675">
                  <c:v>1</c:v>
                </c:pt>
                <c:pt idx="70676">
                  <c:v>2</c:v>
                </c:pt>
                <c:pt idx="70677">
                  <c:v>2</c:v>
                </c:pt>
                <c:pt idx="70678">
                  <c:v>2</c:v>
                </c:pt>
                <c:pt idx="70679">
                  <c:v>2</c:v>
                </c:pt>
                <c:pt idx="70680">
                  <c:v>2</c:v>
                </c:pt>
                <c:pt idx="70681">
                  <c:v>2</c:v>
                </c:pt>
                <c:pt idx="70682">
                  <c:v>1</c:v>
                </c:pt>
                <c:pt idx="70683">
                  <c:v>1</c:v>
                </c:pt>
                <c:pt idx="70684">
                  <c:v>1</c:v>
                </c:pt>
                <c:pt idx="70685">
                  <c:v>1</c:v>
                </c:pt>
                <c:pt idx="70686">
                  <c:v>2</c:v>
                </c:pt>
                <c:pt idx="70687">
                  <c:v>2</c:v>
                </c:pt>
                <c:pt idx="70688">
                  <c:v>4</c:v>
                </c:pt>
                <c:pt idx="70689">
                  <c:v>1</c:v>
                </c:pt>
                <c:pt idx="70690">
                  <c:v>2</c:v>
                </c:pt>
                <c:pt idx="70691">
                  <c:v>5</c:v>
                </c:pt>
                <c:pt idx="70692">
                  <c:v>2</c:v>
                </c:pt>
                <c:pt idx="70693">
                  <c:v>3</c:v>
                </c:pt>
                <c:pt idx="70694">
                  <c:v>1</c:v>
                </c:pt>
                <c:pt idx="70695">
                  <c:v>3</c:v>
                </c:pt>
                <c:pt idx="70696">
                  <c:v>5</c:v>
                </c:pt>
                <c:pt idx="70697">
                  <c:v>4</c:v>
                </c:pt>
                <c:pt idx="70698">
                  <c:v>1</c:v>
                </c:pt>
                <c:pt idx="70699">
                  <c:v>1</c:v>
                </c:pt>
                <c:pt idx="70700">
                  <c:v>1</c:v>
                </c:pt>
                <c:pt idx="70701">
                  <c:v>1</c:v>
                </c:pt>
                <c:pt idx="70702">
                  <c:v>3</c:v>
                </c:pt>
                <c:pt idx="70703">
                  <c:v>1</c:v>
                </c:pt>
                <c:pt idx="70704">
                  <c:v>1</c:v>
                </c:pt>
                <c:pt idx="70705">
                  <c:v>3</c:v>
                </c:pt>
                <c:pt idx="70706">
                  <c:v>2</c:v>
                </c:pt>
                <c:pt idx="70707">
                  <c:v>2</c:v>
                </c:pt>
                <c:pt idx="70708">
                  <c:v>0</c:v>
                </c:pt>
                <c:pt idx="70709">
                  <c:v>1</c:v>
                </c:pt>
                <c:pt idx="70710">
                  <c:v>4</c:v>
                </c:pt>
                <c:pt idx="70711">
                  <c:v>0</c:v>
                </c:pt>
                <c:pt idx="70712">
                  <c:v>1</c:v>
                </c:pt>
                <c:pt idx="70713">
                  <c:v>3</c:v>
                </c:pt>
                <c:pt idx="70714">
                  <c:v>1</c:v>
                </c:pt>
                <c:pt idx="70715">
                  <c:v>1</c:v>
                </c:pt>
                <c:pt idx="70716">
                  <c:v>1</c:v>
                </c:pt>
                <c:pt idx="70717">
                  <c:v>1</c:v>
                </c:pt>
                <c:pt idx="70718">
                  <c:v>3</c:v>
                </c:pt>
                <c:pt idx="70719">
                  <c:v>1</c:v>
                </c:pt>
                <c:pt idx="70720">
                  <c:v>1</c:v>
                </c:pt>
                <c:pt idx="70721">
                  <c:v>1</c:v>
                </c:pt>
                <c:pt idx="70722">
                  <c:v>1</c:v>
                </c:pt>
                <c:pt idx="70723">
                  <c:v>2</c:v>
                </c:pt>
                <c:pt idx="70724">
                  <c:v>3</c:v>
                </c:pt>
                <c:pt idx="70725">
                  <c:v>2</c:v>
                </c:pt>
                <c:pt idx="70726">
                  <c:v>2</c:v>
                </c:pt>
                <c:pt idx="70727">
                  <c:v>1</c:v>
                </c:pt>
                <c:pt idx="70728">
                  <c:v>2</c:v>
                </c:pt>
                <c:pt idx="70729">
                  <c:v>1</c:v>
                </c:pt>
                <c:pt idx="70730">
                  <c:v>1</c:v>
                </c:pt>
                <c:pt idx="70731">
                  <c:v>1</c:v>
                </c:pt>
                <c:pt idx="70732">
                  <c:v>1</c:v>
                </c:pt>
                <c:pt idx="70733">
                  <c:v>-1</c:v>
                </c:pt>
                <c:pt idx="70734">
                  <c:v>1</c:v>
                </c:pt>
                <c:pt idx="70735">
                  <c:v>1</c:v>
                </c:pt>
                <c:pt idx="70736">
                  <c:v>1</c:v>
                </c:pt>
                <c:pt idx="70737">
                  <c:v>3</c:v>
                </c:pt>
                <c:pt idx="70738">
                  <c:v>2</c:v>
                </c:pt>
                <c:pt idx="70739">
                  <c:v>3</c:v>
                </c:pt>
                <c:pt idx="70740">
                  <c:v>2</c:v>
                </c:pt>
                <c:pt idx="70741">
                  <c:v>7</c:v>
                </c:pt>
                <c:pt idx="70742">
                  <c:v>7</c:v>
                </c:pt>
                <c:pt idx="70743">
                  <c:v>6</c:v>
                </c:pt>
                <c:pt idx="70744">
                  <c:v>2</c:v>
                </c:pt>
                <c:pt idx="70745">
                  <c:v>1</c:v>
                </c:pt>
                <c:pt idx="70746">
                  <c:v>2</c:v>
                </c:pt>
                <c:pt idx="70747">
                  <c:v>1</c:v>
                </c:pt>
                <c:pt idx="70748">
                  <c:v>2</c:v>
                </c:pt>
                <c:pt idx="70749">
                  <c:v>2</c:v>
                </c:pt>
                <c:pt idx="70750">
                  <c:v>1</c:v>
                </c:pt>
                <c:pt idx="70751">
                  <c:v>4</c:v>
                </c:pt>
                <c:pt idx="70752">
                  <c:v>3</c:v>
                </c:pt>
                <c:pt idx="70753">
                  <c:v>1</c:v>
                </c:pt>
                <c:pt idx="70754">
                  <c:v>1</c:v>
                </c:pt>
                <c:pt idx="70755">
                  <c:v>1</c:v>
                </c:pt>
                <c:pt idx="70756">
                  <c:v>2</c:v>
                </c:pt>
                <c:pt idx="70757">
                  <c:v>1</c:v>
                </c:pt>
                <c:pt idx="70758">
                  <c:v>2</c:v>
                </c:pt>
                <c:pt idx="70759">
                  <c:v>3</c:v>
                </c:pt>
                <c:pt idx="70760">
                  <c:v>2</c:v>
                </c:pt>
                <c:pt idx="70761">
                  <c:v>1</c:v>
                </c:pt>
                <c:pt idx="70762">
                  <c:v>2</c:v>
                </c:pt>
                <c:pt idx="70763">
                  <c:v>4</c:v>
                </c:pt>
                <c:pt idx="70764">
                  <c:v>3</c:v>
                </c:pt>
                <c:pt idx="70765">
                  <c:v>3</c:v>
                </c:pt>
                <c:pt idx="70766">
                  <c:v>3</c:v>
                </c:pt>
                <c:pt idx="70767">
                  <c:v>3</c:v>
                </c:pt>
                <c:pt idx="70768">
                  <c:v>3</c:v>
                </c:pt>
                <c:pt idx="70769">
                  <c:v>4</c:v>
                </c:pt>
                <c:pt idx="70770">
                  <c:v>2</c:v>
                </c:pt>
                <c:pt idx="70771">
                  <c:v>2</c:v>
                </c:pt>
                <c:pt idx="70772">
                  <c:v>2</c:v>
                </c:pt>
                <c:pt idx="70773">
                  <c:v>2</c:v>
                </c:pt>
                <c:pt idx="70774">
                  <c:v>2</c:v>
                </c:pt>
                <c:pt idx="70775">
                  <c:v>2</c:v>
                </c:pt>
                <c:pt idx="70776">
                  <c:v>2</c:v>
                </c:pt>
                <c:pt idx="70777">
                  <c:v>9</c:v>
                </c:pt>
                <c:pt idx="70778">
                  <c:v>3</c:v>
                </c:pt>
                <c:pt idx="70779">
                  <c:v>12</c:v>
                </c:pt>
                <c:pt idx="70780">
                  <c:v>17</c:v>
                </c:pt>
                <c:pt idx="70781">
                  <c:v>1</c:v>
                </c:pt>
                <c:pt idx="70782">
                  <c:v>-1</c:v>
                </c:pt>
                <c:pt idx="70783">
                  <c:v>4</c:v>
                </c:pt>
                <c:pt idx="70784">
                  <c:v>1</c:v>
                </c:pt>
                <c:pt idx="70785">
                  <c:v>3</c:v>
                </c:pt>
                <c:pt idx="70786">
                  <c:v>2</c:v>
                </c:pt>
                <c:pt idx="70787">
                  <c:v>1</c:v>
                </c:pt>
                <c:pt idx="70788">
                  <c:v>3</c:v>
                </c:pt>
                <c:pt idx="70789">
                  <c:v>3</c:v>
                </c:pt>
                <c:pt idx="70790">
                  <c:v>-1</c:v>
                </c:pt>
                <c:pt idx="70791">
                  <c:v>2</c:v>
                </c:pt>
                <c:pt idx="70792">
                  <c:v>2</c:v>
                </c:pt>
                <c:pt idx="70793">
                  <c:v>1</c:v>
                </c:pt>
                <c:pt idx="70794">
                  <c:v>3</c:v>
                </c:pt>
                <c:pt idx="70795">
                  <c:v>2</c:v>
                </c:pt>
                <c:pt idx="70796">
                  <c:v>1</c:v>
                </c:pt>
                <c:pt idx="70797">
                  <c:v>1</c:v>
                </c:pt>
                <c:pt idx="70798">
                  <c:v>2</c:v>
                </c:pt>
                <c:pt idx="70799">
                  <c:v>3</c:v>
                </c:pt>
                <c:pt idx="70800">
                  <c:v>3</c:v>
                </c:pt>
                <c:pt idx="70801">
                  <c:v>4</c:v>
                </c:pt>
                <c:pt idx="70802">
                  <c:v>4</c:v>
                </c:pt>
                <c:pt idx="70803">
                  <c:v>3</c:v>
                </c:pt>
                <c:pt idx="70804">
                  <c:v>3</c:v>
                </c:pt>
                <c:pt idx="70805">
                  <c:v>4</c:v>
                </c:pt>
                <c:pt idx="70806">
                  <c:v>3</c:v>
                </c:pt>
                <c:pt idx="70807">
                  <c:v>4</c:v>
                </c:pt>
                <c:pt idx="70808">
                  <c:v>3</c:v>
                </c:pt>
                <c:pt idx="70809">
                  <c:v>2</c:v>
                </c:pt>
                <c:pt idx="70810">
                  <c:v>3</c:v>
                </c:pt>
                <c:pt idx="70811">
                  <c:v>3</c:v>
                </c:pt>
                <c:pt idx="70812">
                  <c:v>5</c:v>
                </c:pt>
                <c:pt idx="70813">
                  <c:v>2</c:v>
                </c:pt>
                <c:pt idx="70814">
                  <c:v>2</c:v>
                </c:pt>
                <c:pt idx="70815">
                  <c:v>2</c:v>
                </c:pt>
                <c:pt idx="70816">
                  <c:v>3</c:v>
                </c:pt>
                <c:pt idx="70817">
                  <c:v>2</c:v>
                </c:pt>
                <c:pt idx="70818">
                  <c:v>4</c:v>
                </c:pt>
                <c:pt idx="70819">
                  <c:v>2</c:v>
                </c:pt>
                <c:pt idx="70820">
                  <c:v>2</c:v>
                </c:pt>
                <c:pt idx="70821">
                  <c:v>2</c:v>
                </c:pt>
                <c:pt idx="70822">
                  <c:v>3</c:v>
                </c:pt>
                <c:pt idx="70823">
                  <c:v>2</c:v>
                </c:pt>
                <c:pt idx="70824">
                  <c:v>7</c:v>
                </c:pt>
                <c:pt idx="70825">
                  <c:v>3</c:v>
                </c:pt>
                <c:pt idx="70826">
                  <c:v>5</c:v>
                </c:pt>
                <c:pt idx="70827">
                  <c:v>2</c:v>
                </c:pt>
                <c:pt idx="70828">
                  <c:v>4</c:v>
                </c:pt>
                <c:pt idx="70829">
                  <c:v>5</c:v>
                </c:pt>
                <c:pt idx="70830">
                  <c:v>5</c:v>
                </c:pt>
                <c:pt idx="70831">
                  <c:v>4</c:v>
                </c:pt>
                <c:pt idx="70832">
                  <c:v>6</c:v>
                </c:pt>
                <c:pt idx="70833">
                  <c:v>5</c:v>
                </c:pt>
                <c:pt idx="70834">
                  <c:v>7</c:v>
                </c:pt>
                <c:pt idx="70835">
                  <c:v>5</c:v>
                </c:pt>
                <c:pt idx="70836">
                  <c:v>6</c:v>
                </c:pt>
                <c:pt idx="70837">
                  <c:v>5</c:v>
                </c:pt>
                <c:pt idx="70838">
                  <c:v>5</c:v>
                </c:pt>
                <c:pt idx="70839">
                  <c:v>2</c:v>
                </c:pt>
                <c:pt idx="70840">
                  <c:v>6</c:v>
                </c:pt>
                <c:pt idx="70841">
                  <c:v>2</c:v>
                </c:pt>
                <c:pt idx="70842">
                  <c:v>5</c:v>
                </c:pt>
                <c:pt idx="70843">
                  <c:v>1</c:v>
                </c:pt>
                <c:pt idx="70844">
                  <c:v>2</c:v>
                </c:pt>
                <c:pt idx="70845">
                  <c:v>4</c:v>
                </c:pt>
                <c:pt idx="70846">
                  <c:v>4</c:v>
                </c:pt>
                <c:pt idx="70847">
                  <c:v>4</c:v>
                </c:pt>
                <c:pt idx="70848">
                  <c:v>2</c:v>
                </c:pt>
                <c:pt idx="70849">
                  <c:v>3</c:v>
                </c:pt>
                <c:pt idx="70850">
                  <c:v>4</c:v>
                </c:pt>
                <c:pt idx="70851">
                  <c:v>2</c:v>
                </c:pt>
                <c:pt idx="70852">
                  <c:v>1</c:v>
                </c:pt>
                <c:pt idx="70853">
                  <c:v>2</c:v>
                </c:pt>
                <c:pt idx="70854">
                  <c:v>2</c:v>
                </c:pt>
                <c:pt idx="70855">
                  <c:v>3</c:v>
                </c:pt>
                <c:pt idx="70856">
                  <c:v>3</c:v>
                </c:pt>
                <c:pt idx="70857">
                  <c:v>5</c:v>
                </c:pt>
                <c:pt idx="70858">
                  <c:v>2</c:v>
                </c:pt>
                <c:pt idx="70859">
                  <c:v>4</c:v>
                </c:pt>
                <c:pt idx="70860">
                  <c:v>2</c:v>
                </c:pt>
                <c:pt idx="70861">
                  <c:v>2</c:v>
                </c:pt>
                <c:pt idx="70862">
                  <c:v>2</c:v>
                </c:pt>
                <c:pt idx="70863">
                  <c:v>4</c:v>
                </c:pt>
                <c:pt idx="70864">
                  <c:v>4</c:v>
                </c:pt>
                <c:pt idx="70865">
                  <c:v>2</c:v>
                </c:pt>
                <c:pt idx="70866">
                  <c:v>2</c:v>
                </c:pt>
                <c:pt idx="70867">
                  <c:v>2</c:v>
                </c:pt>
                <c:pt idx="70868">
                  <c:v>2</c:v>
                </c:pt>
                <c:pt idx="70869">
                  <c:v>2</c:v>
                </c:pt>
                <c:pt idx="70870">
                  <c:v>2</c:v>
                </c:pt>
                <c:pt idx="70871">
                  <c:v>2</c:v>
                </c:pt>
                <c:pt idx="70872">
                  <c:v>2</c:v>
                </c:pt>
                <c:pt idx="70873">
                  <c:v>2</c:v>
                </c:pt>
                <c:pt idx="70874">
                  <c:v>-2</c:v>
                </c:pt>
                <c:pt idx="70875">
                  <c:v>2</c:v>
                </c:pt>
                <c:pt idx="70876">
                  <c:v>6</c:v>
                </c:pt>
                <c:pt idx="70877">
                  <c:v>2</c:v>
                </c:pt>
                <c:pt idx="70878">
                  <c:v>3</c:v>
                </c:pt>
                <c:pt idx="70879">
                  <c:v>2</c:v>
                </c:pt>
                <c:pt idx="70880">
                  <c:v>2</c:v>
                </c:pt>
                <c:pt idx="70881">
                  <c:v>2</c:v>
                </c:pt>
                <c:pt idx="70882">
                  <c:v>2</c:v>
                </c:pt>
                <c:pt idx="70883">
                  <c:v>2</c:v>
                </c:pt>
                <c:pt idx="70884">
                  <c:v>2</c:v>
                </c:pt>
                <c:pt idx="70885">
                  <c:v>2</c:v>
                </c:pt>
                <c:pt idx="70886">
                  <c:v>1</c:v>
                </c:pt>
                <c:pt idx="70887">
                  <c:v>1</c:v>
                </c:pt>
                <c:pt idx="70888">
                  <c:v>1</c:v>
                </c:pt>
                <c:pt idx="70889">
                  <c:v>3</c:v>
                </c:pt>
                <c:pt idx="70890">
                  <c:v>3</c:v>
                </c:pt>
                <c:pt idx="70891">
                  <c:v>3</c:v>
                </c:pt>
                <c:pt idx="70892">
                  <c:v>1</c:v>
                </c:pt>
                <c:pt idx="70893">
                  <c:v>3</c:v>
                </c:pt>
                <c:pt idx="70894">
                  <c:v>1</c:v>
                </c:pt>
                <c:pt idx="70895">
                  <c:v>1</c:v>
                </c:pt>
                <c:pt idx="70896">
                  <c:v>3</c:v>
                </c:pt>
                <c:pt idx="70897">
                  <c:v>6</c:v>
                </c:pt>
                <c:pt idx="70898">
                  <c:v>4</c:v>
                </c:pt>
                <c:pt idx="70899">
                  <c:v>2</c:v>
                </c:pt>
                <c:pt idx="70900">
                  <c:v>5</c:v>
                </c:pt>
                <c:pt idx="70901">
                  <c:v>4</c:v>
                </c:pt>
                <c:pt idx="70902">
                  <c:v>3</c:v>
                </c:pt>
                <c:pt idx="70903">
                  <c:v>3</c:v>
                </c:pt>
                <c:pt idx="70904">
                  <c:v>3</c:v>
                </c:pt>
                <c:pt idx="70905">
                  <c:v>3</c:v>
                </c:pt>
                <c:pt idx="70906">
                  <c:v>1</c:v>
                </c:pt>
                <c:pt idx="70907">
                  <c:v>6</c:v>
                </c:pt>
                <c:pt idx="70908">
                  <c:v>3</c:v>
                </c:pt>
                <c:pt idx="70909">
                  <c:v>4</c:v>
                </c:pt>
                <c:pt idx="70910">
                  <c:v>3</c:v>
                </c:pt>
                <c:pt idx="70911">
                  <c:v>2</c:v>
                </c:pt>
                <c:pt idx="70912">
                  <c:v>1</c:v>
                </c:pt>
                <c:pt idx="70913">
                  <c:v>3</c:v>
                </c:pt>
                <c:pt idx="70914">
                  <c:v>3</c:v>
                </c:pt>
                <c:pt idx="70915">
                  <c:v>3</c:v>
                </c:pt>
                <c:pt idx="70916">
                  <c:v>2</c:v>
                </c:pt>
                <c:pt idx="70917">
                  <c:v>2</c:v>
                </c:pt>
                <c:pt idx="70918">
                  <c:v>2</c:v>
                </c:pt>
                <c:pt idx="70919">
                  <c:v>3</c:v>
                </c:pt>
                <c:pt idx="70920">
                  <c:v>1</c:v>
                </c:pt>
                <c:pt idx="70921">
                  <c:v>2</c:v>
                </c:pt>
                <c:pt idx="70922">
                  <c:v>2</c:v>
                </c:pt>
                <c:pt idx="70923">
                  <c:v>2</c:v>
                </c:pt>
                <c:pt idx="70924">
                  <c:v>2</c:v>
                </c:pt>
                <c:pt idx="70925">
                  <c:v>2</c:v>
                </c:pt>
                <c:pt idx="70926">
                  <c:v>2</c:v>
                </c:pt>
                <c:pt idx="70927">
                  <c:v>5</c:v>
                </c:pt>
                <c:pt idx="70928">
                  <c:v>2</c:v>
                </c:pt>
                <c:pt idx="70929">
                  <c:v>1</c:v>
                </c:pt>
                <c:pt idx="70930">
                  <c:v>1</c:v>
                </c:pt>
                <c:pt idx="70931">
                  <c:v>2</c:v>
                </c:pt>
                <c:pt idx="70932">
                  <c:v>5</c:v>
                </c:pt>
                <c:pt idx="70933">
                  <c:v>4</c:v>
                </c:pt>
                <c:pt idx="70934">
                  <c:v>4</c:v>
                </c:pt>
                <c:pt idx="70935">
                  <c:v>2</c:v>
                </c:pt>
                <c:pt idx="70936">
                  <c:v>8</c:v>
                </c:pt>
                <c:pt idx="70937">
                  <c:v>6</c:v>
                </c:pt>
                <c:pt idx="70938">
                  <c:v>3</c:v>
                </c:pt>
                <c:pt idx="70939">
                  <c:v>3</c:v>
                </c:pt>
                <c:pt idx="70940">
                  <c:v>1</c:v>
                </c:pt>
                <c:pt idx="70941">
                  <c:v>1</c:v>
                </c:pt>
                <c:pt idx="70942">
                  <c:v>1</c:v>
                </c:pt>
                <c:pt idx="70943">
                  <c:v>2</c:v>
                </c:pt>
                <c:pt idx="70944">
                  <c:v>4</c:v>
                </c:pt>
                <c:pt idx="70945">
                  <c:v>3</c:v>
                </c:pt>
                <c:pt idx="70946">
                  <c:v>3</c:v>
                </c:pt>
                <c:pt idx="70947">
                  <c:v>1</c:v>
                </c:pt>
                <c:pt idx="70948">
                  <c:v>3</c:v>
                </c:pt>
                <c:pt idx="70949">
                  <c:v>2</c:v>
                </c:pt>
                <c:pt idx="70950">
                  <c:v>2</c:v>
                </c:pt>
                <c:pt idx="70951">
                  <c:v>4</c:v>
                </c:pt>
                <c:pt idx="70952">
                  <c:v>5</c:v>
                </c:pt>
                <c:pt idx="70953">
                  <c:v>1</c:v>
                </c:pt>
                <c:pt idx="70954">
                  <c:v>2</c:v>
                </c:pt>
                <c:pt idx="70955">
                  <c:v>2</c:v>
                </c:pt>
                <c:pt idx="70956">
                  <c:v>0</c:v>
                </c:pt>
                <c:pt idx="70957">
                  <c:v>4</c:v>
                </c:pt>
                <c:pt idx="70958">
                  <c:v>3</c:v>
                </c:pt>
                <c:pt idx="70959">
                  <c:v>2</c:v>
                </c:pt>
                <c:pt idx="70960">
                  <c:v>2</c:v>
                </c:pt>
                <c:pt idx="70961">
                  <c:v>3</c:v>
                </c:pt>
                <c:pt idx="70962">
                  <c:v>1</c:v>
                </c:pt>
                <c:pt idx="70963">
                  <c:v>3</c:v>
                </c:pt>
                <c:pt idx="70964">
                  <c:v>2</c:v>
                </c:pt>
                <c:pt idx="70965">
                  <c:v>1</c:v>
                </c:pt>
                <c:pt idx="70966">
                  <c:v>2</c:v>
                </c:pt>
                <c:pt idx="70967">
                  <c:v>3</c:v>
                </c:pt>
                <c:pt idx="70968">
                  <c:v>4</c:v>
                </c:pt>
                <c:pt idx="70969">
                  <c:v>3</c:v>
                </c:pt>
                <c:pt idx="70970">
                  <c:v>2</c:v>
                </c:pt>
                <c:pt idx="70971">
                  <c:v>3</c:v>
                </c:pt>
                <c:pt idx="70972">
                  <c:v>5</c:v>
                </c:pt>
                <c:pt idx="70973">
                  <c:v>6</c:v>
                </c:pt>
                <c:pt idx="70974">
                  <c:v>4</c:v>
                </c:pt>
                <c:pt idx="70975">
                  <c:v>3</c:v>
                </c:pt>
                <c:pt idx="70976">
                  <c:v>1</c:v>
                </c:pt>
                <c:pt idx="70977">
                  <c:v>1</c:v>
                </c:pt>
                <c:pt idx="70978">
                  <c:v>3</c:v>
                </c:pt>
                <c:pt idx="70979">
                  <c:v>3</c:v>
                </c:pt>
                <c:pt idx="70980">
                  <c:v>2</c:v>
                </c:pt>
                <c:pt idx="70981">
                  <c:v>5</c:v>
                </c:pt>
                <c:pt idx="70982">
                  <c:v>4</c:v>
                </c:pt>
                <c:pt idx="70983">
                  <c:v>3</c:v>
                </c:pt>
                <c:pt idx="70984">
                  <c:v>5</c:v>
                </c:pt>
                <c:pt idx="70985">
                  <c:v>6</c:v>
                </c:pt>
                <c:pt idx="70986">
                  <c:v>5</c:v>
                </c:pt>
                <c:pt idx="70987">
                  <c:v>6</c:v>
                </c:pt>
                <c:pt idx="70988">
                  <c:v>2</c:v>
                </c:pt>
                <c:pt idx="70989">
                  <c:v>2</c:v>
                </c:pt>
                <c:pt idx="70990">
                  <c:v>5</c:v>
                </c:pt>
                <c:pt idx="70991">
                  <c:v>3</c:v>
                </c:pt>
                <c:pt idx="70992">
                  <c:v>6</c:v>
                </c:pt>
                <c:pt idx="70993">
                  <c:v>6</c:v>
                </c:pt>
                <c:pt idx="70994">
                  <c:v>2</c:v>
                </c:pt>
                <c:pt idx="70995">
                  <c:v>2</c:v>
                </c:pt>
                <c:pt idx="70996">
                  <c:v>3</c:v>
                </c:pt>
                <c:pt idx="70997">
                  <c:v>6</c:v>
                </c:pt>
                <c:pt idx="70998">
                  <c:v>5</c:v>
                </c:pt>
                <c:pt idx="70999">
                  <c:v>7</c:v>
                </c:pt>
                <c:pt idx="71000">
                  <c:v>6</c:v>
                </c:pt>
                <c:pt idx="71001">
                  <c:v>4</c:v>
                </c:pt>
                <c:pt idx="71002">
                  <c:v>8</c:v>
                </c:pt>
                <c:pt idx="71003">
                  <c:v>6</c:v>
                </c:pt>
                <c:pt idx="71004">
                  <c:v>8</c:v>
                </c:pt>
                <c:pt idx="71005">
                  <c:v>9</c:v>
                </c:pt>
                <c:pt idx="71006">
                  <c:v>5</c:v>
                </c:pt>
                <c:pt idx="71007">
                  <c:v>3</c:v>
                </c:pt>
                <c:pt idx="71008">
                  <c:v>2</c:v>
                </c:pt>
                <c:pt idx="71009">
                  <c:v>2</c:v>
                </c:pt>
                <c:pt idx="71010">
                  <c:v>2</c:v>
                </c:pt>
                <c:pt idx="71011">
                  <c:v>1</c:v>
                </c:pt>
                <c:pt idx="71012">
                  <c:v>2</c:v>
                </c:pt>
                <c:pt idx="71013">
                  <c:v>3</c:v>
                </c:pt>
                <c:pt idx="71014">
                  <c:v>2</c:v>
                </c:pt>
                <c:pt idx="71015">
                  <c:v>2</c:v>
                </c:pt>
                <c:pt idx="71016">
                  <c:v>2</c:v>
                </c:pt>
                <c:pt idx="71017">
                  <c:v>2</c:v>
                </c:pt>
                <c:pt idx="71018">
                  <c:v>2</c:v>
                </c:pt>
                <c:pt idx="71019">
                  <c:v>2</c:v>
                </c:pt>
                <c:pt idx="71020">
                  <c:v>2</c:v>
                </c:pt>
                <c:pt idx="71021">
                  <c:v>2</c:v>
                </c:pt>
                <c:pt idx="71022">
                  <c:v>3</c:v>
                </c:pt>
                <c:pt idx="71023">
                  <c:v>2</c:v>
                </c:pt>
                <c:pt idx="71024">
                  <c:v>2</c:v>
                </c:pt>
                <c:pt idx="71025">
                  <c:v>1</c:v>
                </c:pt>
                <c:pt idx="71026">
                  <c:v>1</c:v>
                </c:pt>
                <c:pt idx="71027">
                  <c:v>1</c:v>
                </c:pt>
                <c:pt idx="71028">
                  <c:v>1</c:v>
                </c:pt>
                <c:pt idx="71029">
                  <c:v>1</c:v>
                </c:pt>
                <c:pt idx="71030">
                  <c:v>2</c:v>
                </c:pt>
                <c:pt idx="71031">
                  <c:v>1</c:v>
                </c:pt>
                <c:pt idx="71032">
                  <c:v>2</c:v>
                </c:pt>
                <c:pt idx="71033">
                  <c:v>2</c:v>
                </c:pt>
                <c:pt idx="71034">
                  <c:v>2</c:v>
                </c:pt>
                <c:pt idx="71035">
                  <c:v>2</c:v>
                </c:pt>
                <c:pt idx="71036">
                  <c:v>2</c:v>
                </c:pt>
                <c:pt idx="71037">
                  <c:v>2</c:v>
                </c:pt>
                <c:pt idx="71038">
                  <c:v>2</c:v>
                </c:pt>
                <c:pt idx="71039">
                  <c:v>2</c:v>
                </c:pt>
                <c:pt idx="71040">
                  <c:v>3</c:v>
                </c:pt>
                <c:pt idx="71041">
                  <c:v>2</c:v>
                </c:pt>
                <c:pt idx="71042">
                  <c:v>2</c:v>
                </c:pt>
                <c:pt idx="71043">
                  <c:v>4</c:v>
                </c:pt>
                <c:pt idx="71044">
                  <c:v>2</c:v>
                </c:pt>
                <c:pt idx="71045">
                  <c:v>2</c:v>
                </c:pt>
                <c:pt idx="71046">
                  <c:v>4</c:v>
                </c:pt>
                <c:pt idx="71047">
                  <c:v>2</c:v>
                </c:pt>
                <c:pt idx="71048">
                  <c:v>1</c:v>
                </c:pt>
                <c:pt idx="71049">
                  <c:v>1</c:v>
                </c:pt>
                <c:pt idx="71050">
                  <c:v>1</c:v>
                </c:pt>
                <c:pt idx="71051">
                  <c:v>3</c:v>
                </c:pt>
                <c:pt idx="71052">
                  <c:v>1</c:v>
                </c:pt>
                <c:pt idx="71053">
                  <c:v>2</c:v>
                </c:pt>
                <c:pt idx="71054">
                  <c:v>2</c:v>
                </c:pt>
                <c:pt idx="71055">
                  <c:v>3</c:v>
                </c:pt>
                <c:pt idx="71056">
                  <c:v>2</c:v>
                </c:pt>
                <c:pt idx="71057">
                  <c:v>2</c:v>
                </c:pt>
                <c:pt idx="71058">
                  <c:v>1</c:v>
                </c:pt>
                <c:pt idx="71059">
                  <c:v>1</c:v>
                </c:pt>
                <c:pt idx="71060">
                  <c:v>1</c:v>
                </c:pt>
                <c:pt idx="71061">
                  <c:v>1</c:v>
                </c:pt>
                <c:pt idx="71062">
                  <c:v>1</c:v>
                </c:pt>
                <c:pt idx="71063">
                  <c:v>5</c:v>
                </c:pt>
                <c:pt idx="71064">
                  <c:v>1</c:v>
                </c:pt>
                <c:pt idx="71065">
                  <c:v>1</c:v>
                </c:pt>
                <c:pt idx="71066">
                  <c:v>5</c:v>
                </c:pt>
                <c:pt idx="71067">
                  <c:v>1</c:v>
                </c:pt>
                <c:pt idx="71068">
                  <c:v>1</c:v>
                </c:pt>
                <c:pt idx="71069">
                  <c:v>1</c:v>
                </c:pt>
                <c:pt idx="71070">
                  <c:v>12</c:v>
                </c:pt>
                <c:pt idx="71071">
                  <c:v>3</c:v>
                </c:pt>
                <c:pt idx="71072">
                  <c:v>1</c:v>
                </c:pt>
                <c:pt idx="71073">
                  <c:v>1</c:v>
                </c:pt>
                <c:pt idx="71074">
                  <c:v>1</c:v>
                </c:pt>
                <c:pt idx="71075">
                  <c:v>1</c:v>
                </c:pt>
                <c:pt idx="71076">
                  <c:v>12</c:v>
                </c:pt>
                <c:pt idx="71077">
                  <c:v>3</c:v>
                </c:pt>
                <c:pt idx="71078">
                  <c:v>2</c:v>
                </c:pt>
                <c:pt idx="71079">
                  <c:v>1</c:v>
                </c:pt>
                <c:pt idx="71080">
                  <c:v>2</c:v>
                </c:pt>
                <c:pt idx="71081">
                  <c:v>2</c:v>
                </c:pt>
                <c:pt idx="71082">
                  <c:v>2</c:v>
                </c:pt>
                <c:pt idx="71083">
                  <c:v>2</c:v>
                </c:pt>
                <c:pt idx="71084">
                  <c:v>3</c:v>
                </c:pt>
                <c:pt idx="71085">
                  <c:v>3</c:v>
                </c:pt>
                <c:pt idx="71086">
                  <c:v>2</c:v>
                </c:pt>
                <c:pt idx="71087">
                  <c:v>2</c:v>
                </c:pt>
                <c:pt idx="71088">
                  <c:v>3</c:v>
                </c:pt>
                <c:pt idx="71089">
                  <c:v>1</c:v>
                </c:pt>
                <c:pt idx="71090">
                  <c:v>3</c:v>
                </c:pt>
                <c:pt idx="71091">
                  <c:v>3</c:v>
                </c:pt>
                <c:pt idx="71092">
                  <c:v>1</c:v>
                </c:pt>
                <c:pt idx="71093">
                  <c:v>1</c:v>
                </c:pt>
                <c:pt idx="71094">
                  <c:v>3</c:v>
                </c:pt>
                <c:pt idx="71095">
                  <c:v>2</c:v>
                </c:pt>
                <c:pt idx="71096">
                  <c:v>2</c:v>
                </c:pt>
                <c:pt idx="71097">
                  <c:v>3</c:v>
                </c:pt>
                <c:pt idx="71098">
                  <c:v>3</c:v>
                </c:pt>
                <c:pt idx="71099">
                  <c:v>2</c:v>
                </c:pt>
                <c:pt idx="71100">
                  <c:v>2</c:v>
                </c:pt>
                <c:pt idx="71101">
                  <c:v>4</c:v>
                </c:pt>
                <c:pt idx="71102">
                  <c:v>5</c:v>
                </c:pt>
                <c:pt idx="71103">
                  <c:v>2</c:v>
                </c:pt>
                <c:pt idx="71104">
                  <c:v>3</c:v>
                </c:pt>
                <c:pt idx="71105">
                  <c:v>1</c:v>
                </c:pt>
                <c:pt idx="71106">
                  <c:v>3</c:v>
                </c:pt>
                <c:pt idx="71107">
                  <c:v>1</c:v>
                </c:pt>
                <c:pt idx="71108">
                  <c:v>3</c:v>
                </c:pt>
                <c:pt idx="71109">
                  <c:v>3</c:v>
                </c:pt>
                <c:pt idx="71110">
                  <c:v>4</c:v>
                </c:pt>
                <c:pt idx="71111">
                  <c:v>6</c:v>
                </c:pt>
                <c:pt idx="71112">
                  <c:v>6</c:v>
                </c:pt>
                <c:pt idx="71113">
                  <c:v>2</c:v>
                </c:pt>
                <c:pt idx="71114">
                  <c:v>1</c:v>
                </c:pt>
                <c:pt idx="71115">
                  <c:v>2</c:v>
                </c:pt>
                <c:pt idx="71116">
                  <c:v>2</c:v>
                </c:pt>
                <c:pt idx="71117">
                  <c:v>2</c:v>
                </c:pt>
                <c:pt idx="71118">
                  <c:v>2</c:v>
                </c:pt>
                <c:pt idx="71119">
                  <c:v>2</c:v>
                </c:pt>
                <c:pt idx="71120">
                  <c:v>1</c:v>
                </c:pt>
                <c:pt idx="71121">
                  <c:v>1</c:v>
                </c:pt>
                <c:pt idx="71122">
                  <c:v>2</c:v>
                </c:pt>
                <c:pt idx="71123">
                  <c:v>1</c:v>
                </c:pt>
                <c:pt idx="71124">
                  <c:v>2</c:v>
                </c:pt>
                <c:pt idx="71125">
                  <c:v>2</c:v>
                </c:pt>
                <c:pt idx="71126">
                  <c:v>2</c:v>
                </c:pt>
                <c:pt idx="71127">
                  <c:v>3</c:v>
                </c:pt>
                <c:pt idx="71128">
                  <c:v>1</c:v>
                </c:pt>
                <c:pt idx="71129">
                  <c:v>4</c:v>
                </c:pt>
                <c:pt idx="71130">
                  <c:v>3</c:v>
                </c:pt>
                <c:pt idx="71131">
                  <c:v>3</c:v>
                </c:pt>
                <c:pt idx="71132">
                  <c:v>4</c:v>
                </c:pt>
                <c:pt idx="71133">
                  <c:v>3</c:v>
                </c:pt>
                <c:pt idx="71134">
                  <c:v>4</c:v>
                </c:pt>
                <c:pt idx="71135">
                  <c:v>4</c:v>
                </c:pt>
                <c:pt idx="71136">
                  <c:v>4</c:v>
                </c:pt>
                <c:pt idx="71137">
                  <c:v>3</c:v>
                </c:pt>
                <c:pt idx="71138">
                  <c:v>3</c:v>
                </c:pt>
                <c:pt idx="71139">
                  <c:v>4</c:v>
                </c:pt>
                <c:pt idx="71140">
                  <c:v>3</c:v>
                </c:pt>
                <c:pt idx="71141">
                  <c:v>6</c:v>
                </c:pt>
                <c:pt idx="71142">
                  <c:v>3</c:v>
                </c:pt>
                <c:pt idx="71143">
                  <c:v>4</c:v>
                </c:pt>
                <c:pt idx="71144">
                  <c:v>4</c:v>
                </c:pt>
                <c:pt idx="71145">
                  <c:v>2</c:v>
                </c:pt>
                <c:pt idx="71146">
                  <c:v>6</c:v>
                </c:pt>
                <c:pt idx="71147">
                  <c:v>6</c:v>
                </c:pt>
                <c:pt idx="71148">
                  <c:v>5</c:v>
                </c:pt>
                <c:pt idx="71149">
                  <c:v>6</c:v>
                </c:pt>
                <c:pt idx="71150">
                  <c:v>4</c:v>
                </c:pt>
                <c:pt idx="71151">
                  <c:v>3</c:v>
                </c:pt>
                <c:pt idx="71152">
                  <c:v>4</c:v>
                </c:pt>
                <c:pt idx="71153">
                  <c:v>2</c:v>
                </c:pt>
                <c:pt idx="71154">
                  <c:v>5</c:v>
                </c:pt>
                <c:pt idx="71155">
                  <c:v>3</c:v>
                </c:pt>
                <c:pt idx="71156">
                  <c:v>4</c:v>
                </c:pt>
                <c:pt idx="71157">
                  <c:v>4</c:v>
                </c:pt>
                <c:pt idx="71158">
                  <c:v>3</c:v>
                </c:pt>
                <c:pt idx="71159">
                  <c:v>3</c:v>
                </c:pt>
                <c:pt idx="71160">
                  <c:v>2</c:v>
                </c:pt>
                <c:pt idx="71161">
                  <c:v>3</c:v>
                </c:pt>
                <c:pt idx="71162">
                  <c:v>3</c:v>
                </c:pt>
                <c:pt idx="71163">
                  <c:v>4</c:v>
                </c:pt>
                <c:pt idx="71164">
                  <c:v>2</c:v>
                </c:pt>
                <c:pt idx="71165">
                  <c:v>3</c:v>
                </c:pt>
                <c:pt idx="71166">
                  <c:v>1</c:v>
                </c:pt>
                <c:pt idx="71167">
                  <c:v>1</c:v>
                </c:pt>
                <c:pt idx="71168">
                  <c:v>8</c:v>
                </c:pt>
                <c:pt idx="71169">
                  <c:v>2</c:v>
                </c:pt>
                <c:pt idx="71170">
                  <c:v>6</c:v>
                </c:pt>
                <c:pt idx="71171">
                  <c:v>2</c:v>
                </c:pt>
                <c:pt idx="71172">
                  <c:v>1</c:v>
                </c:pt>
                <c:pt idx="71173">
                  <c:v>1</c:v>
                </c:pt>
                <c:pt idx="71174">
                  <c:v>3</c:v>
                </c:pt>
                <c:pt idx="71175">
                  <c:v>5</c:v>
                </c:pt>
                <c:pt idx="71176">
                  <c:v>7</c:v>
                </c:pt>
                <c:pt idx="71177">
                  <c:v>4</c:v>
                </c:pt>
                <c:pt idx="71178">
                  <c:v>3</c:v>
                </c:pt>
                <c:pt idx="71179">
                  <c:v>6</c:v>
                </c:pt>
                <c:pt idx="71180">
                  <c:v>9</c:v>
                </c:pt>
                <c:pt idx="71181">
                  <c:v>4</c:v>
                </c:pt>
                <c:pt idx="71182">
                  <c:v>5</c:v>
                </c:pt>
                <c:pt idx="71183">
                  <c:v>4</c:v>
                </c:pt>
                <c:pt idx="71184">
                  <c:v>5</c:v>
                </c:pt>
                <c:pt idx="71185">
                  <c:v>3</c:v>
                </c:pt>
                <c:pt idx="71186">
                  <c:v>1</c:v>
                </c:pt>
                <c:pt idx="71187">
                  <c:v>2</c:v>
                </c:pt>
                <c:pt idx="71188">
                  <c:v>3</c:v>
                </c:pt>
                <c:pt idx="71189">
                  <c:v>2</c:v>
                </c:pt>
                <c:pt idx="71190">
                  <c:v>3</c:v>
                </c:pt>
                <c:pt idx="71191">
                  <c:v>2</c:v>
                </c:pt>
                <c:pt idx="71192">
                  <c:v>3</c:v>
                </c:pt>
                <c:pt idx="71193">
                  <c:v>3</c:v>
                </c:pt>
                <c:pt idx="71194">
                  <c:v>2</c:v>
                </c:pt>
                <c:pt idx="71195">
                  <c:v>2</c:v>
                </c:pt>
                <c:pt idx="71196">
                  <c:v>2</c:v>
                </c:pt>
                <c:pt idx="71197">
                  <c:v>1</c:v>
                </c:pt>
                <c:pt idx="71198">
                  <c:v>1</c:v>
                </c:pt>
                <c:pt idx="71199">
                  <c:v>1</c:v>
                </c:pt>
                <c:pt idx="71200">
                  <c:v>1</c:v>
                </c:pt>
                <c:pt idx="71201">
                  <c:v>2</c:v>
                </c:pt>
                <c:pt idx="71202">
                  <c:v>1</c:v>
                </c:pt>
                <c:pt idx="71203">
                  <c:v>1</c:v>
                </c:pt>
                <c:pt idx="71204">
                  <c:v>2</c:v>
                </c:pt>
                <c:pt idx="71205">
                  <c:v>2</c:v>
                </c:pt>
                <c:pt idx="71206">
                  <c:v>1</c:v>
                </c:pt>
                <c:pt idx="71207">
                  <c:v>2</c:v>
                </c:pt>
                <c:pt idx="71208">
                  <c:v>3</c:v>
                </c:pt>
                <c:pt idx="71209">
                  <c:v>4</c:v>
                </c:pt>
                <c:pt idx="71210">
                  <c:v>1</c:v>
                </c:pt>
                <c:pt idx="71211">
                  <c:v>3</c:v>
                </c:pt>
                <c:pt idx="71212">
                  <c:v>3</c:v>
                </c:pt>
                <c:pt idx="71213">
                  <c:v>1</c:v>
                </c:pt>
                <c:pt idx="71214">
                  <c:v>3</c:v>
                </c:pt>
                <c:pt idx="71215">
                  <c:v>3</c:v>
                </c:pt>
                <c:pt idx="71216">
                  <c:v>2</c:v>
                </c:pt>
                <c:pt idx="71217">
                  <c:v>2</c:v>
                </c:pt>
                <c:pt idx="71218">
                  <c:v>4</c:v>
                </c:pt>
                <c:pt idx="71219">
                  <c:v>3</c:v>
                </c:pt>
                <c:pt idx="71220">
                  <c:v>2</c:v>
                </c:pt>
                <c:pt idx="71221">
                  <c:v>4</c:v>
                </c:pt>
                <c:pt idx="71222">
                  <c:v>3</c:v>
                </c:pt>
                <c:pt idx="71223">
                  <c:v>3</c:v>
                </c:pt>
                <c:pt idx="71224">
                  <c:v>2</c:v>
                </c:pt>
                <c:pt idx="71225">
                  <c:v>3</c:v>
                </c:pt>
                <c:pt idx="71226">
                  <c:v>0</c:v>
                </c:pt>
                <c:pt idx="71227">
                  <c:v>2</c:v>
                </c:pt>
                <c:pt idx="71228">
                  <c:v>1</c:v>
                </c:pt>
                <c:pt idx="71229">
                  <c:v>3</c:v>
                </c:pt>
                <c:pt idx="71230">
                  <c:v>1</c:v>
                </c:pt>
                <c:pt idx="71231">
                  <c:v>2</c:v>
                </c:pt>
                <c:pt idx="71232">
                  <c:v>1</c:v>
                </c:pt>
                <c:pt idx="71233">
                  <c:v>1</c:v>
                </c:pt>
                <c:pt idx="71234">
                  <c:v>1</c:v>
                </c:pt>
                <c:pt idx="71235">
                  <c:v>2</c:v>
                </c:pt>
                <c:pt idx="71236">
                  <c:v>1</c:v>
                </c:pt>
                <c:pt idx="71237">
                  <c:v>2</c:v>
                </c:pt>
                <c:pt idx="71238">
                  <c:v>2</c:v>
                </c:pt>
                <c:pt idx="71239">
                  <c:v>3</c:v>
                </c:pt>
                <c:pt idx="71240">
                  <c:v>4</c:v>
                </c:pt>
                <c:pt idx="71241">
                  <c:v>2</c:v>
                </c:pt>
                <c:pt idx="71242">
                  <c:v>3</c:v>
                </c:pt>
                <c:pt idx="71243">
                  <c:v>2</c:v>
                </c:pt>
                <c:pt idx="71244">
                  <c:v>3</c:v>
                </c:pt>
                <c:pt idx="71245">
                  <c:v>2</c:v>
                </c:pt>
                <c:pt idx="71246">
                  <c:v>2</c:v>
                </c:pt>
                <c:pt idx="71247">
                  <c:v>3</c:v>
                </c:pt>
                <c:pt idx="71248">
                  <c:v>3</c:v>
                </c:pt>
                <c:pt idx="71249">
                  <c:v>4</c:v>
                </c:pt>
                <c:pt idx="71250">
                  <c:v>2</c:v>
                </c:pt>
                <c:pt idx="71251">
                  <c:v>1</c:v>
                </c:pt>
                <c:pt idx="71252">
                  <c:v>2</c:v>
                </c:pt>
                <c:pt idx="71253">
                  <c:v>2</c:v>
                </c:pt>
                <c:pt idx="71254">
                  <c:v>2</c:v>
                </c:pt>
                <c:pt idx="71255">
                  <c:v>2</c:v>
                </c:pt>
                <c:pt idx="71256">
                  <c:v>2</c:v>
                </c:pt>
                <c:pt idx="71257">
                  <c:v>2</c:v>
                </c:pt>
                <c:pt idx="71258">
                  <c:v>3</c:v>
                </c:pt>
                <c:pt idx="71259">
                  <c:v>4</c:v>
                </c:pt>
                <c:pt idx="71260">
                  <c:v>2</c:v>
                </c:pt>
                <c:pt idx="71261">
                  <c:v>2</c:v>
                </c:pt>
                <c:pt idx="71262">
                  <c:v>3</c:v>
                </c:pt>
                <c:pt idx="71263">
                  <c:v>1</c:v>
                </c:pt>
                <c:pt idx="71264">
                  <c:v>2</c:v>
                </c:pt>
                <c:pt idx="71265">
                  <c:v>1</c:v>
                </c:pt>
                <c:pt idx="71266">
                  <c:v>2</c:v>
                </c:pt>
                <c:pt idx="71267">
                  <c:v>3</c:v>
                </c:pt>
                <c:pt idx="71268">
                  <c:v>3</c:v>
                </c:pt>
                <c:pt idx="71269">
                  <c:v>4</c:v>
                </c:pt>
                <c:pt idx="71270">
                  <c:v>3</c:v>
                </c:pt>
                <c:pt idx="71271">
                  <c:v>2</c:v>
                </c:pt>
                <c:pt idx="71272">
                  <c:v>2</c:v>
                </c:pt>
                <c:pt idx="71273">
                  <c:v>3</c:v>
                </c:pt>
                <c:pt idx="71274">
                  <c:v>4</c:v>
                </c:pt>
                <c:pt idx="71275">
                  <c:v>3</c:v>
                </c:pt>
                <c:pt idx="71276">
                  <c:v>2</c:v>
                </c:pt>
                <c:pt idx="71277">
                  <c:v>3</c:v>
                </c:pt>
                <c:pt idx="71278">
                  <c:v>4</c:v>
                </c:pt>
                <c:pt idx="71279">
                  <c:v>4</c:v>
                </c:pt>
                <c:pt idx="71280">
                  <c:v>3</c:v>
                </c:pt>
                <c:pt idx="71281">
                  <c:v>3</c:v>
                </c:pt>
                <c:pt idx="71282">
                  <c:v>3</c:v>
                </c:pt>
                <c:pt idx="71283">
                  <c:v>3</c:v>
                </c:pt>
                <c:pt idx="71284">
                  <c:v>3</c:v>
                </c:pt>
                <c:pt idx="71285">
                  <c:v>3</c:v>
                </c:pt>
                <c:pt idx="71286">
                  <c:v>3</c:v>
                </c:pt>
                <c:pt idx="71287">
                  <c:v>3</c:v>
                </c:pt>
                <c:pt idx="71288">
                  <c:v>3</c:v>
                </c:pt>
                <c:pt idx="71289">
                  <c:v>3</c:v>
                </c:pt>
                <c:pt idx="71290">
                  <c:v>3</c:v>
                </c:pt>
                <c:pt idx="71291">
                  <c:v>3</c:v>
                </c:pt>
                <c:pt idx="71292">
                  <c:v>15</c:v>
                </c:pt>
                <c:pt idx="71293">
                  <c:v>10</c:v>
                </c:pt>
                <c:pt idx="71294">
                  <c:v>10</c:v>
                </c:pt>
                <c:pt idx="71295">
                  <c:v>10</c:v>
                </c:pt>
                <c:pt idx="71296">
                  <c:v>11</c:v>
                </c:pt>
                <c:pt idx="71297">
                  <c:v>10</c:v>
                </c:pt>
                <c:pt idx="71298">
                  <c:v>5</c:v>
                </c:pt>
                <c:pt idx="71299">
                  <c:v>8</c:v>
                </c:pt>
                <c:pt idx="71300">
                  <c:v>10</c:v>
                </c:pt>
                <c:pt idx="71301">
                  <c:v>8</c:v>
                </c:pt>
                <c:pt idx="71302">
                  <c:v>4</c:v>
                </c:pt>
                <c:pt idx="71303">
                  <c:v>5</c:v>
                </c:pt>
                <c:pt idx="71304">
                  <c:v>2</c:v>
                </c:pt>
                <c:pt idx="71305">
                  <c:v>4</c:v>
                </c:pt>
                <c:pt idx="71306">
                  <c:v>2</c:v>
                </c:pt>
                <c:pt idx="71307">
                  <c:v>2</c:v>
                </c:pt>
                <c:pt idx="71308">
                  <c:v>4</c:v>
                </c:pt>
                <c:pt idx="71309">
                  <c:v>2</c:v>
                </c:pt>
                <c:pt idx="71310">
                  <c:v>10</c:v>
                </c:pt>
                <c:pt idx="71311">
                  <c:v>20</c:v>
                </c:pt>
                <c:pt idx="71312">
                  <c:v>17</c:v>
                </c:pt>
                <c:pt idx="71313">
                  <c:v>2</c:v>
                </c:pt>
                <c:pt idx="71314">
                  <c:v>3</c:v>
                </c:pt>
                <c:pt idx="71315">
                  <c:v>4</c:v>
                </c:pt>
                <c:pt idx="71316">
                  <c:v>3</c:v>
                </c:pt>
                <c:pt idx="71317">
                  <c:v>5</c:v>
                </c:pt>
                <c:pt idx="71318">
                  <c:v>7</c:v>
                </c:pt>
                <c:pt idx="71319">
                  <c:v>2</c:v>
                </c:pt>
                <c:pt idx="71320">
                  <c:v>1</c:v>
                </c:pt>
                <c:pt idx="71321">
                  <c:v>2</c:v>
                </c:pt>
                <c:pt idx="71322">
                  <c:v>2</c:v>
                </c:pt>
                <c:pt idx="71323">
                  <c:v>2</c:v>
                </c:pt>
                <c:pt idx="71324">
                  <c:v>1</c:v>
                </c:pt>
                <c:pt idx="71325">
                  <c:v>1</c:v>
                </c:pt>
                <c:pt idx="71326">
                  <c:v>2</c:v>
                </c:pt>
                <c:pt idx="71327">
                  <c:v>2</c:v>
                </c:pt>
                <c:pt idx="71328">
                  <c:v>1</c:v>
                </c:pt>
                <c:pt idx="71329">
                  <c:v>1</c:v>
                </c:pt>
                <c:pt idx="71330">
                  <c:v>2</c:v>
                </c:pt>
                <c:pt idx="71331">
                  <c:v>1</c:v>
                </c:pt>
                <c:pt idx="71332">
                  <c:v>2</c:v>
                </c:pt>
                <c:pt idx="71333">
                  <c:v>1</c:v>
                </c:pt>
                <c:pt idx="71334">
                  <c:v>1</c:v>
                </c:pt>
                <c:pt idx="71335">
                  <c:v>2</c:v>
                </c:pt>
                <c:pt idx="71336">
                  <c:v>2</c:v>
                </c:pt>
                <c:pt idx="71337">
                  <c:v>2</c:v>
                </c:pt>
                <c:pt idx="71338">
                  <c:v>2</c:v>
                </c:pt>
                <c:pt idx="71339">
                  <c:v>1</c:v>
                </c:pt>
                <c:pt idx="71340">
                  <c:v>1</c:v>
                </c:pt>
                <c:pt idx="71341">
                  <c:v>2</c:v>
                </c:pt>
                <c:pt idx="71342">
                  <c:v>2</c:v>
                </c:pt>
                <c:pt idx="71343">
                  <c:v>3</c:v>
                </c:pt>
                <c:pt idx="71344">
                  <c:v>2</c:v>
                </c:pt>
                <c:pt idx="71345">
                  <c:v>2</c:v>
                </c:pt>
                <c:pt idx="71346">
                  <c:v>3</c:v>
                </c:pt>
                <c:pt idx="71347">
                  <c:v>4</c:v>
                </c:pt>
                <c:pt idx="71348">
                  <c:v>3</c:v>
                </c:pt>
                <c:pt idx="71349">
                  <c:v>3</c:v>
                </c:pt>
                <c:pt idx="71350">
                  <c:v>2</c:v>
                </c:pt>
                <c:pt idx="71351">
                  <c:v>3</c:v>
                </c:pt>
                <c:pt idx="71352">
                  <c:v>2</c:v>
                </c:pt>
                <c:pt idx="71353">
                  <c:v>2</c:v>
                </c:pt>
                <c:pt idx="71354">
                  <c:v>2</c:v>
                </c:pt>
                <c:pt idx="71355">
                  <c:v>2</c:v>
                </c:pt>
                <c:pt idx="71356">
                  <c:v>2</c:v>
                </c:pt>
                <c:pt idx="71357">
                  <c:v>3</c:v>
                </c:pt>
                <c:pt idx="71358">
                  <c:v>2</c:v>
                </c:pt>
                <c:pt idx="71359">
                  <c:v>2</c:v>
                </c:pt>
                <c:pt idx="71360">
                  <c:v>2</c:v>
                </c:pt>
                <c:pt idx="71361">
                  <c:v>2</c:v>
                </c:pt>
                <c:pt idx="71362">
                  <c:v>2</c:v>
                </c:pt>
                <c:pt idx="71363">
                  <c:v>-1</c:v>
                </c:pt>
                <c:pt idx="71364">
                  <c:v>3</c:v>
                </c:pt>
                <c:pt idx="71365">
                  <c:v>2</c:v>
                </c:pt>
                <c:pt idx="71366">
                  <c:v>4</c:v>
                </c:pt>
                <c:pt idx="71367">
                  <c:v>3</c:v>
                </c:pt>
                <c:pt idx="71368">
                  <c:v>2</c:v>
                </c:pt>
                <c:pt idx="71369">
                  <c:v>1</c:v>
                </c:pt>
                <c:pt idx="71370">
                  <c:v>2</c:v>
                </c:pt>
                <c:pt idx="71371">
                  <c:v>2</c:v>
                </c:pt>
                <c:pt idx="71372">
                  <c:v>2</c:v>
                </c:pt>
                <c:pt idx="71373">
                  <c:v>40</c:v>
                </c:pt>
                <c:pt idx="71374">
                  <c:v>2</c:v>
                </c:pt>
                <c:pt idx="71375">
                  <c:v>2</c:v>
                </c:pt>
                <c:pt idx="71376">
                  <c:v>4</c:v>
                </c:pt>
                <c:pt idx="71377">
                  <c:v>2</c:v>
                </c:pt>
                <c:pt idx="71378">
                  <c:v>3</c:v>
                </c:pt>
                <c:pt idx="71379">
                  <c:v>2</c:v>
                </c:pt>
                <c:pt idx="71380">
                  <c:v>4</c:v>
                </c:pt>
                <c:pt idx="71381">
                  <c:v>10</c:v>
                </c:pt>
                <c:pt idx="71382">
                  <c:v>1</c:v>
                </c:pt>
                <c:pt idx="71383">
                  <c:v>2</c:v>
                </c:pt>
                <c:pt idx="71384">
                  <c:v>5</c:v>
                </c:pt>
                <c:pt idx="71385">
                  <c:v>4</c:v>
                </c:pt>
                <c:pt idx="71386">
                  <c:v>2</c:v>
                </c:pt>
                <c:pt idx="71387">
                  <c:v>10</c:v>
                </c:pt>
                <c:pt idx="71388">
                  <c:v>2</c:v>
                </c:pt>
                <c:pt idx="71389">
                  <c:v>6</c:v>
                </c:pt>
                <c:pt idx="71390">
                  <c:v>2</c:v>
                </c:pt>
                <c:pt idx="71391">
                  <c:v>2</c:v>
                </c:pt>
                <c:pt idx="71392">
                  <c:v>3</c:v>
                </c:pt>
                <c:pt idx="71393">
                  <c:v>2</c:v>
                </c:pt>
                <c:pt idx="71394">
                  <c:v>2</c:v>
                </c:pt>
                <c:pt idx="71395">
                  <c:v>2</c:v>
                </c:pt>
                <c:pt idx="71396">
                  <c:v>2</c:v>
                </c:pt>
                <c:pt idx="71397">
                  <c:v>2</c:v>
                </c:pt>
                <c:pt idx="71398">
                  <c:v>2</c:v>
                </c:pt>
                <c:pt idx="71399">
                  <c:v>4</c:v>
                </c:pt>
                <c:pt idx="71400">
                  <c:v>4</c:v>
                </c:pt>
                <c:pt idx="71401">
                  <c:v>2</c:v>
                </c:pt>
                <c:pt idx="71402">
                  <c:v>2</c:v>
                </c:pt>
                <c:pt idx="71403">
                  <c:v>3</c:v>
                </c:pt>
                <c:pt idx="71404">
                  <c:v>11</c:v>
                </c:pt>
                <c:pt idx="71405">
                  <c:v>3</c:v>
                </c:pt>
                <c:pt idx="71406">
                  <c:v>1</c:v>
                </c:pt>
                <c:pt idx="71407">
                  <c:v>3</c:v>
                </c:pt>
                <c:pt idx="71408">
                  <c:v>3</c:v>
                </c:pt>
                <c:pt idx="71409">
                  <c:v>4</c:v>
                </c:pt>
                <c:pt idx="71410">
                  <c:v>3</c:v>
                </c:pt>
                <c:pt idx="71411">
                  <c:v>2</c:v>
                </c:pt>
                <c:pt idx="71412">
                  <c:v>3</c:v>
                </c:pt>
                <c:pt idx="71413">
                  <c:v>1</c:v>
                </c:pt>
                <c:pt idx="71414">
                  <c:v>3</c:v>
                </c:pt>
                <c:pt idx="71415">
                  <c:v>4</c:v>
                </c:pt>
                <c:pt idx="71416">
                  <c:v>2</c:v>
                </c:pt>
                <c:pt idx="71417">
                  <c:v>3</c:v>
                </c:pt>
                <c:pt idx="71418">
                  <c:v>2</c:v>
                </c:pt>
                <c:pt idx="71419">
                  <c:v>2</c:v>
                </c:pt>
                <c:pt idx="71420">
                  <c:v>3</c:v>
                </c:pt>
                <c:pt idx="71421">
                  <c:v>2</c:v>
                </c:pt>
                <c:pt idx="71422">
                  <c:v>2</c:v>
                </c:pt>
                <c:pt idx="71423">
                  <c:v>2</c:v>
                </c:pt>
                <c:pt idx="71424">
                  <c:v>2</c:v>
                </c:pt>
                <c:pt idx="71425">
                  <c:v>3</c:v>
                </c:pt>
                <c:pt idx="71426">
                  <c:v>1</c:v>
                </c:pt>
                <c:pt idx="71427">
                  <c:v>3</c:v>
                </c:pt>
                <c:pt idx="71428">
                  <c:v>3</c:v>
                </c:pt>
                <c:pt idx="71429">
                  <c:v>3</c:v>
                </c:pt>
                <c:pt idx="71430">
                  <c:v>2</c:v>
                </c:pt>
                <c:pt idx="71431">
                  <c:v>2</c:v>
                </c:pt>
                <c:pt idx="71432">
                  <c:v>2</c:v>
                </c:pt>
                <c:pt idx="71433">
                  <c:v>2</c:v>
                </c:pt>
                <c:pt idx="71434">
                  <c:v>8</c:v>
                </c:pt>
                <c:pt idx="71435">
                  <c:v>7</c:v>
                </c:pt>
                <c:pt idx="71436">
                  <c:v>6</c:v>
                </c:pt>
                <c:pt idx="71437">
                  <c:v>2</c:v>
                </c:pt>
                <c:pt idx="71438">
                  <c:v>3</c:v>
                </c:pt>
                <c:pt idx="71439">
                  <c:v>3</c:v>
                </c:pt>
                <c:pt idx="71440">
                  <c:v>2</c:v>
                </c:pt>
                <c:pt idx="71441">
                  <c:v>2</c:v>
                </c:pt>
                <c:pt idx="71442">
                  <c:v>3</c:v>
                </c:pt>
                <c:pt idx="71443">
                  <c:v>4</c:v>
                </c:pt>
                <c:pt idx="71444">
                  <c:v>4</c:v>
                </c:pt>
                <c:pt idx="71445">
                  <c:v>5</c:v>
                </c:pt>
                <c:pt idx="71446">
                  <c:v>5</c:v>
                </c:pt>
                <c:pt idx="71447">
                  <c:v>8</c:v>
                </c:pt>
                <c:pt idx="71448">
                  <c:v>6</c:v>
                </c:pt>
                <c:pt idx="71449">
                  <c:v>4</c:v>
                </c:pt>
                <c:pt idx="71450">
                  <c:v>4</c:v>
                </c:pt>
                <c:pt idx="71451">
                  <c:v>5</c:v>
                </c:pt>
                <c:pt idx="71452">
                  <c:v>6</c:v>
                </c:pt>
                <c:pt idx="71453">
                  <c:v>3</c:v>
                </c:pt>
                <c:pt idx="71454">
                  <c:v>5</c:v>
                </c:pt>
                <c:pt idx="71455">
                  <c:v>2</c:v>
                </c:pt>
                <c:pt idx="71456">
                  <c:v>3</c:v>
                </c:pt>
                <c:pt idx="71457">
                  <c:v>4</c:v>
                </c:pt>
                <c:pt idx="71458">
                  <c:v>4</c:v>
                </c:pt>
                <c:pt idx="71459">
                  <c:v>3</c:v>
                </c:pt>
                <c:pt idx="71460">
                  <c:v>4</c:v>
                </c:pt>
                <c:pt idx="71461">
                  <c:v>1</c:v>
                </c:pt>
                <c:pt idx="71462">
                  <c:v>1</c:v>
                </c:pt>
                <c:pt idx="71463">
                  <c:v>1</c:v>
                </c:pt>
                <c:pt idx="71464">
                  <c:v>4</c:v>
                </c:pt>
                <c:pt idx="71465">
                  <c:v>1</c:v>
                </c:pt>
                <c:pt idx="71466">
                  <c:v>4</c:v>
                </c:pt>
                <c:pt idx="71467">
                  <c:v>1</c:v>
                </c:pt>
                <c:pt idx="71468">
                  <c:v>3</c:v>
                </c:pt>
                <c:pt idx="71469">
                  <c:v>1</c:v>
                </c:pt>
                <c:pt idx="71470">
                  <c:v>3</c:v>
                </c:pt>
                <c:pt idx="71471">
                  <c:v>3</c:v>
                </c:pt>
                <c:pt idx="71472">
                  <c:v>3</c:v>
                </c:pt>
                <c:pt idx="71473">
                  <c:v>1</c:v>
                </c:pt>
                <c:pt idx="71474">
                  <c:v>3</c:v>
                </c:pt>
                <c:pt idx="71475">
                  <c:v>5</c:v>
                </c:pt>
                <c:pt idx="71476">
                  <c:v>3</c:v>
                </c:pt>
                <c:pt idx="71477">
                  <c:v>1</c:v>
                </c:pt>
                <c:pt idx="71478">
                  <c:v>4</c:v>
                </c:pt>
                <c:pt idx="71479">
                  <c:v>1</c:v>
                </c:pt>
                <c:pt idx="71480">
                  <c:v>5</c:v>
                </c:pt>
                <c:pt idx="71481">
                  <c:v>1</c:v>
                </c:pt>
                <c:pt idx="71482">
                  <c:v>3</c:v>
                </c:pt>
                <c:pt idx="71483">
                  <c:v>3</c:v>
                </c:pt>
                <c:pt idx="71484">
                  <c:v>1</c:v>
                </c:pt>
                <c:pt idx="71485">
                  <c:v>1</c:v>
                </c:pt>
                <c:pt idx="71486">
                  <c:v>1</c:v>
                </c:pt>
                <c:pt idx="71487">
                  <c:v>1</c:v>
                </c:pt>
                <c:pt idx="71488">
                  <c:v>4</c:v>
                </c:pt>
                <c:pt idx="71489">
                  <c:v>2</c:v>
                </c:pt>
                <c:pt idx="71490">
                  <c:v>2</c:v>
                </c:pt>
                <c:pt idx="71491">
                  <c:v>3</c:v>
                </c:pt>
                <c:pt idx="71492">
                  <c:v>4</c:v>
                </c:pt>
                <c:pt idx="71493">
                  <c:v>2</c:v>
                </c:pt>
                <c:pt idx="71494">
                  <c:v>2</c:v>
                </c:pt>
                <c:pt idx="71495">
                  <c:v>2</c:v>
                </c:pt>
                <c:pt idx="71496">
                  <c:v>3</c:v>
                </c:pt>
                <c:pt idx="71497">
                  <c:v>6</c:v>
                </c:pt>
                <c:pt idx="71498">
                  <c:v>4</c:v>
                </c:pt>
                <c:pt idx="71499">
                  <c:v>6</c:v>
                </c:pt>
                <c:pt idx="71500">
                  <c:v>5</c:v>
                </c:pt>
                <c:pt idx="71501">
                  <c:v>5</c:v>
                </c:pt>
                <c:pt idx="71502">
                  <c:v>4</c:v>
                </c:pt>
                <c:pt idx="71503">
                  <c:v>2</c:v>
                </c:pt>
                <c:pt idx="71504">
                  <c:v>2</c:v>
                </c:pt>
                <c:pt idx="71505">
                  <c:v>3</c:v>
                </c:pt>
                <c:pt idx="71506">
                  <c:v>2</c:v>
                </c:pt>
                <c:pt idx="71507">
                  <c:v>2</c:v>
                </c:pt>
                <c:pt idx="71508">
                  <c:v>2</c:v>
                </c:pt>
                <c:pt idx="71509">
                  <c:v>3</c:v>
                </c:pt>
                <c:pt idx="71510">
                  <c:v>3</c:v>
                </c:pt>
                <c:pt idx="71511">
                  <c:v>2</c:v>
                </c:pt>
                <c:pt idx="71512">
                  <c:v>2</c:v>
                </c:pt>
                <c:pt idx="71513">
                  <c:v>4</c:v>
                </c:pt>
                <c:pt idx="71514">
                  <c:v>2</c:v>
                </c:pt>
                <c:pt idx="71515">
                  <c:v>1</c:v>
                </c:pt>
                <c:pt idx="71516">
                  <c:v>3</c:v>
                </c:pt>
                <c:pt idx="71517">
                  <c:v>3</c:v>
                </c:pt>
                <c:pt idx="71518">
                  <c:v>3</c:v>
                </c:pt>
                <c:pt idx="71519">
                  <c:v>4</c:v>
                </c:pt>
                <c:pt idx="71520">
                  <c:v>3</c:v>
                </c:pt>
                <c:pt idx="71521">
                  <c:v>5</c:v>
                </c:pt>
                <c:pt idx="71522">
                  <c:v>3</c:v>
                </c:pt>
                <c:pt idx="71523">
                  <c:v>3</c:v>
                </c:pt>
                <c:pt idx="71524">
                  <c:v>3</c:v>
                </c:pt>
                <c:pt idx="71525">
                  <c:v>3</c:v>
                </c:pt>
                <c:pt idx="71526">
                  <c:v>2</c:v>
                </c:pt>
                <c:pt idx="71527">
                  <c:v>1</c:v>
                </c:pt>
                <c:pt idx="71528">
                  <c:v>2</c:v>
                </c:pt>
                <c:pt idx="71529">
                  <c:v>2</c:v>
                </c:pt>
                <c:pt idx="71530">
                  <c:v>2</c:v>
                </c:pt>
                <c:pt idx="71531">
                  <c:v>2</c:v>
                </c:pt>
                <c:pt idx="71532">
                  <c:v>2</c:v>
                </c:pt>
                <c:pt idx="71533">
                  <c:v>2</c:v>
                </c:pt>
                <c:pt idx="71534">
                  <c:v>2</c:v>
                </c:pt>
                <c:pt idx="71535">
                  <c:v>3</c:v>
                </c:pt>
                <c:pt idx="71536">
                  <c:v>2</c:v>
                </c:pt>
                <c:pt idx="71537">
                  <c:v>1</c:v>
                </c:pt>
                <c:pt idx="71538">
                  <c:v>1</c:v>
                </c:pt>
                <c:pt idx="71539">
                  <c:v>-2</c:v>
                </c:pt>
                <c:pt idx="71540">
                  <c:v>3</c:v>
                </c:pt>
                <c:pt idx="71541">
                  <c:v>2</c:v>
                </c:pt>
                <c:pt idx="71542">
                  <c:v>3</c:v>
                </c:pt>
                <c:pt idx="71543">
                  <c:v>3</c:v>
                </c:pt>
                <c:pt idx="71544">
                  <c:v>4</c:v>
                </c:pt>
                <c:pt idx="71545">
                  <c:v>4</c:v>
                </c:pt>
                <c:pt idx="71546">
                  <c:v>3</c:v>
                </c:pt>
                <c:pt idx="71547">
                  <c:v>4</c:v>
                </c:pt>
                <c:pt idx="71548">
                  <c:v>3</c:v>
                </c:pt>
                <c:pt idx="71549">
                  <c:v>4</c:v>
                </c:pt>
                <c:pt idx="71550">
                  <c:v>4</c:v>
                </c:pt>
                <c:pt idx="71551">
                  <c:v>3</c:v>
                </c:pt>
                <c:pt idx="71552">
                  <c:v>2</c:v>
                </c:pt>
                <c:pt idx="71553">
                  <c:v>1</c:v>
                </c:pt>
                <c:pt idx="71554">
                  <c:v>1</c:v>
                </c:pt>
                <c:pt idx="71555">
                  <c:v>4</c:v>
                </c:pt>
                <c:pt idx="71556">
                  <c:v>2</c:v>
                </c:pt>
                <c:pt idx="71557">
                  <c:v>2</c:v>
                </c:pt>
                <c:pt idx="71558">
                  <c:v>2</c:v>
                </c:pt>
                <c:pt idx="71559">
                  <c:v>4</c:v>
                </c:pt>
                <c:pt idx="71560">
                  <c:v>3</c:v>
                </c:pt>
                <c:pt idx="71561">
                  <c:v>3</c:v>
                </c:pt>
                <c:pt idx="71562">
                  <c:v>1</c:v>
                </c:pt>
                <c:pt idx="71563">
                  <c:v>3</c:v>
                </c:pt>
                <c:pt idx="71564">
                  <c:v>2</c:v>
                </c:pt>
                <c:pt idx="71565">
                  <c:v>1</c:v>
                </c:pt>
                <c:pt idx="71566">
                  <c:v>3</c:v>
                </c:pt>
                <c:pt idx="71567">
                  <c:v>1</c:v>
                </c:pt>
                <c:pt idx="71568">
                  <c:v>2</c:v>
                </c:pt>
                <c:pt idx="71569">
                  <c:v>2</c:v>
                </c:pt>
                <c:pt idx="71570">
                  <c:v>1</c:v>
                </c:pt>
                <c:pt idx="71571">
                  <c:v>2</c:v>
                </c:pt>
                <c:pt idx="71572">
                  <c:v>2</c:v>
                </c:pt>
                <c:pt idx="71573">
                  <c:v>1</c:v>
                </c:pt>
                <c:pt idx="71574">
                  <c:v>2</c:v>
                </c:pt>
                <c:pt idx="71575">
                  <c:v>3</c:v>
                </c:pt>
                <c:pt idx="71576">
                  <c:v>1</c:v>
                </c:pt>
                <c:pt idx="71577">
                  <c:v>1</c:v>
                </c:pt>
                <c:pt idx="71578">
                  <c:v>1</c:v>
                </c:pt>
                <c:pt idx="71579">
                  <c:v>2</c:v>
                </c:pt>
                <c:pt idx="71580">
                  <c:v>1</c:v>
                </c:pt>
                <c:pt idx="71581">
                  <c:v>2</c:v>
                </c:pt>
                <c:pt idx="71582">
                  <c:v>3</c:v>
                </c:pt>
                <c:pt idx="71583">
                  <c:v>3</c:v>
                </c:pt>
                <c:pt idx="71584">
                  <c:v>3</c:v>
                </c:pt>
                <c:pt idx="71585">
                  <c:v>2</c:v>
                </c:pt>
                <c:pt idx="71586">
                  <c:v>4</c:v>
                </c:pt>
                <c:pt idx="71587">
                  <c:v>2</c:v>
                </c:pt>
                <c:pt idx="71588">
                  <c:v>2</c:v>
                </c:pt>
                <c:pt idx="71589">
                  <c:v>3</c:v>
                </c:pt>
                <c:pt idx="71590">
                  <c:v>3</c:v>
                </c:pt>
                <c:pt idx="71591">
                  <c:v>3</c:v>
                </c:pt>
                <c:pt idx="71592">
                  <c:v>3</c:v>
                </c:pt>
                <c:pt idx="71593">
                  <c:v>3</c:v>
                </c:pt>
                <c:pt idx="71594">
                  <c:v>3</c:v>
                </c:pt>
                <c:pt idx="71595">
                  <c:v>3</c:v>
                </c:pt>
                <c:pt idx="71596">
                  <c:v>3</c:v>
                </c:pt>
                <c:pt idx="71597">
                  <c:v>2</c:v>
                </c:pt>
                <c:pt idx="71598">
                  <c:v>3</c:v>
                </c:pt>
                <c:pt idx="71599">
                  <c:v>1</c:v>
                </c:pt>
                <c:pt idx="71600">
                  <c:v>3</c:v>
                </c:pt>
                <c:pt idx="71601">
                  <c:v>2</c:v>
                </c:pt>
                <c:pt idx="71602">
                  <c:v>2</c:v>
                </c:pt>
                <c:pt idx="71603">
                  <c:v>1</c:v>
                </c:pt>
                <c:pt idx="71604">
                  <c:v>3</c:v>
                </c:pt>
                <c:pt idx="71605">
                  <c:v>3</c:v>
                </c:pt>
                <c:pt idx="71606">
                  <c:v>3</c:v>
                </c:pt>
                <c:pt idx="71607">
                  <c:v>2</c:v>
                </c:pt>
                <c:pt idx="71608">
                  <c:v>2</c:v>
                </c:pt>
                <c:pt idx="71609">
                  <c:v>2</c:v>
                </c:pt>
                <c:pt idx="71610">
                  <c:v>2</c:v>
                </c:pt>
                <c:pt idx="71611">
                  <c:v>3</c:v>
                </c:pt>
                <c:pt idx="71612">
                  <c:v>2</c:v>
                </c:pt>
                <c:pt idx="71613">
                  <c:v>2</c:v>
                </c:pt>
                <c:pt idx="71614">
                  <c:v>4</c:v>
                </c:pt>
                <c:pt idx="71615">
                  <c:v>3</c:v>
                </c:pt>
                <c:pt idx="71616">
                  <c:v>2</c:v>
                </c:pt>
                <c:pt idx="71617">
                  <c:v>1</c:v>
                </c:pt>
                <c:pt idx="71618">
                  <c:v>2</c:v>
                </c:pt>
                <c:pt idx="71619">
                  <c:v>2</c:v>
                </c:pt>
                <c:pt idx="71620">
                  <c:v>2</c:v>
                </c:pt>
                <c:pt idx="71621">
                  <c:v>2</c:v>
                </c:pt>
                <c:pt idx="71622">
                  <c:v>2</c:v>
                </c:pt>
                <c:pt idx="71623">
                  <c:v>2</c:v>
                </c:pt>
                <c:pt idx="71624">
                  <c:v>1</c:v>
                </c:pt>
                <c:pt idx="71625">
                  <c:v>2</c:v>
                </c:pt>
                <c:pt idx="71626">
                  <c:v>2</c:v>
                </c:pt>
                <c:pt idx="71627">
                  <c:v>2</c:v>
                </c:pt>
                <c:pt idx="71628">
                  <c:v>3</c:v>
                </c:pt>
                <c:pt idx="71629">
                  <c:v>3</c:v>
                </c:pt>
                <c:pt idx="71630">
                  <c:v>3</c:v>
                </c:pt>
                <c:pt idx="71631">
                  <c:v>4</c:v>
                </c:pt>
                <c:pt idx="71632">
                  <c:v>1</c:v>
                </c:pt>
                <c:pt idx="71633">
                  <c:v>1</c:v>
                </c:pt>
                <c:pt idx="71634">
                  <c:v>-1</c:v>
                </c:pt>
                <c:pt idx="71635">
                  <c:v>2</c:v>
                </c:pt>
                <c:pt idx="71636">
                  <c:v>1</c:v>
                </c:pt>
                <c:pt idx="71637">
                  <c:v>3</c:v>
                </c:pt>
                <c:pt idx="71638">
                  <c:v>1</c:v>
                </c:pt>
                <c:pt idx="71639">
                  <c:v>7</c:v>
                </c:pt>
                <c:pt idx="71640">
                  <c:v>5</c:v>
                </c:pt>
                <c:pt idx="71641">
                  <c:v>6</c:v>
                </c:pt>
                <c:pt idx="71642">
                  <c:v>8</c:v>
                </c:pt>
                <c:pt idx="71643">
                  <c:v>6</c:v>
                </c:pt>
                <c:pt idx="71644">
                  <c:v>5</c:v>
                </c:pt>
                <c:pt idx="71645">
                  <c:v>4</c:v>
                </c:pt>
                <c:pt idx="71646">
                  <c:v>4</c:v>
                </c:pt>
                <c:pt idx="71647">
                  <c:v>6</c:v>
                </c:pt>
                <c:pt idx="71648">
                  <c:v>4</c:v>
                </c:pt>
                <c:pt idx="71649">
                  <c:v>5</c:v>
                </c:pt>
                <c:pt idx="71650">
                  <c:v>7</c:v>
                </c:pt>
                <c:pt idx="71651">
                  <c:v>2</c:v>
                </c:pt>
                <c:pt idx="71652">
                  <c:v>4</c:v>
                </c:pt>
                <c:pt idx="71653">
                  <c:v>1</c:v>
                </c:pt>
                <c:pt idx="71654">
                  <c:v>4</c:v>
                </c:pt>
                <c:pt idx="71655">
                  <c:v>2</c:v>
                </c:pt>
                <c:pt idx="71656">
                  <c:v>7</c:v>
                </c:pt>
                <c:pt idx="71657">
                  <c:v>4</c:v>
                </c:pt>
                <c:pt idx="71658">
                  <c:v>2</c:v>
                </c:pt>
                <c:pt idx="71659">
                  <c:v>2</c:v>
                </c:pt>
                <c:pt idx="71660">
                  <c:v>4</c:v>
                </c:pt>
                <c:pt idx="71661">
                  <c:v>7</c:v>
                </c:pt>
                <c:pt idx="71662">
                  <c:v>6</c:v>
                </c:pt>
                <c:pt idx="71663">
                  <c:v>4</c:v>
                </c:pt>
                <c:pt idx="71664">
                  <c:v>2</c:v>
                </c:pt>
                <c:pt idx="71665">
                  <c:v>3</c:v>
                </c:pt>
                <c:pt idx="71666">
                  <c:v>5</c:v>
                </c:pt>
                <c:pt idx="71667">
                  <c:v>6</c:v>
                </c:pt>
                <c:pt idx="71668">
                  <c:v>5</c:v>
                </c:pt>
                <c:pt idx="71669">
                  <c:v>2</c:v>
                </c:pt>
                <c:pt idx="71670">
                  <c:v>2</c:v>
                </c:pt>
                <c:pt idx="71671">
                  <c:v>2</c:v>
                </c:pt>
                <c:pt idx="71672">
                  <c:v>2</c:v>
                </c:pt>
                <c:pt idx="71673">
                  <c:v>2</c:v>
                </c:pt>
                <c:pt idx="71674">
                  <c:v>5</c:v>
                </c:pt>
                <c:pt idx="71675">
                  <c:v>5</c:v>
                </c:pt>
                <c:pt idx="71676">
                  <c:v>4</c:v>
                </c:pt>
                <c:pt idx="71677">
                  <c:v>2</c:v>
                </c:pt>
                <c:pt idx="71678">
                  <c:v>3</c:v>
                </c:pt>
                <c:pt idx="71679">
                  <c:v>4</c:v>
                </c:pt>
                <c:pt idx="71680">
                  <c:v>3</c:v>
                </c:pt>
                <c:pt idx="71681">
                  <c:v>3</c:v>
                </c:pt>
                <c:pt idx="71682">
                  <c:v>4</c:v>
                </c:pt>
                <c:pt idx="71683">
                  <c:v>2</c:v>
                </c:pt>
                <c:pt idx="71684">
                  <c:v>3</c:v>
                </c:pt>
                <c:pt idx="71685">
                  <c:v>7</c:v>
                </c:pt>
                <c:pt idx="71686">
                  <c:v>4</c:v>
                </c:pt>
                <c:pt idx="71687">
                  <c:v>4</c:v>
                </c:pt>
                <c:pt idx="71688">
                  <c:v>2</c:v>
                </c:pt>
                <c:pt idx="71689">
                  <c:v>3</c:v>
                </c:pt>
                <c:pt idx="71690">
                  <c:v>4</c:v>
                </c:pt>
                <c:pt idx="71691">
                  <c:v>2</c:v>
                </c:pt>
                <c:pt idx="71692">
                  <c:v>1</c:v>
                </c:pt>
                <c:pt idx="71693">
                  <c:v>1</c:v>
                </c:pt>
                <c:pt idx="71694">
                  <c:v>2</c:v>
                </c:pt>
                <c:pt idx="71695">
                  <c:v>2</c:v>
                </c:pt>
                <c:pt idx="71696">
                  <c:v>2</c:v>
                </c:pt>
                <c:pt idx="71697">
                  <c:v>2</c:v>
                </c:pt>
                <c:pt idx="71698">
                  <c:v>1</c:v>
                </c:pt>
                <c:pt idx="71699">
                  <c:v>2</c:v>
                </c:pt>
                <c:pt idx="71700">
                  <c:v>3</c:v>
                </c:pt>
                <c:pt idx="71701">
                  <c:v>2</c:v>
                </c:pt>
                <c:pt idx="71702">
                  <c:v>2</c:v>
                </c:pt>
                <c:pt idx="71703">
                  <c:v>2</c:v>
                </c:pt>
                <c:pt idx="71704">
                  <c:v>1</c:v>
                </c:pt>
                <c:pt idx="71705">
                  <c:v>2</c:v>
                </c:pt>
                <c:pt idx="71706">
                  <c:v>3</c:v>
                </c:pt>
                <c:pt idx="71707">
                  <c:v>4</c:v>
                </c:pt>
                <c:pt idx="71708">
                  <c:v>4</c:v>
                </c:pt>
                <c:pt idx="71709">
                  <c:v>4</c:v>
                </c:pt>
                <c:pt idx="71710">
                  <c:v>4</c:v>
                </c:pt>
                <c:pt idx="71711">
                  <c:v>4</c:v>
                </c:pt>
                <c:pt idx="71712">
                  <c:v>4</c:v>
                </c:pt>
                <c:pt idx="71713">
                  <c:v>4</c:v>
                </c:pt>
                <c:pt idx="71714">
                  <c:v>4</c:v>
                </c:pt>
                <c:pt idx="71715">
                  <c:v>4</c:v>
                </c:pt>
                <c:pt idx="71716">
                  <c:v>4</c:v>
                </c:pt>
                <c:pt idx="71717">
                  <c:v>4</c:v>
                </c:pt>
                <c:pt idx="71718">
                  <c:v>2</c:v>
                </c:pt>
                <c:pt idx="71719">
                  <c:v>4</c:v>
                </c:pt>
                <c:pt idx="71720">
                  <c:v>4</c:v>
                </c:pt>
                <c:pt idx="71721">
                  <c:v>4</c:v>
                </c:pt>
                <c:pt idx="71722">
                  <c:v>3</c:v>
                </c:pt>
                <c:pt idx="71723">
                  <c:v>4</c:v>
                </c:pt>
                <c:pt idx="71724">
                  <c:v>4</c:v>
                </c:pt>
                <c:pt idx="71725">
                  <c:v>3</c:v>
                </c:pt>
                <c:pt idx="71726">
                  <c:v>4</c:v>
                </c:pt>
                <c:pt idx="71727">
                  <c:v>4</c:v>
                </c:pt>
                <c:pt idx="71728">
                  <c:v>4</c:v>
                </c:pt>
                <c:pt idx="71729">
                  <c:v>4</c:v>
                </c:pt>
                <c:pt idx="71730">
                  <c:v>4</c:v>
                </c:pt>
                <c:pt idx="71731">
                  <c:v>2</c:v>
                </c:pt>
                <c:pt idx="71732">
                  <c:v>4</c:v>
                </c:pt>
                <c:pt idx="71733">
                  <c:v>4</c:v>
                </c:pt>
                <c:pt idx="71734">
                  <c:v>4</c:v>
                </c:pt>
                <c:pt idx="71735">
                  <c:v>1</c:v>
                </c:pt>
                <c:pt idx="71736">
                  <c:v>2</c:v>
                </c:pt>
                <c:pt idx="71737">
                  <c:v>2</c:v>
                </c:pt>
                <c:pt idx="71738">
                  <c:v>1</c:v>
                </c:pt>
                <c:pt idx="71739">
                  <c:v>1</c:v>
                </c:pt>
                <c:pt idx="71740">
                  <c:v>1</c:v>
                </c:pt>
                <c:pt idx="71741">
                  <c:v>2</c:v>
                </c:pt>
                <c:pt idx="71742">
                  <c:v>1</c:v>
                </c:pt>
                <c:pt idx="71743">
                  <c:v>1</c:v>
                </c:pt>
                <c:pt idx="71744">
                  <c:v>2</c:v>
                </c:pt>
                <c:pt idx="71745">
                  <c:v>1</c:v>
                </c:pt>
                <c:pt idx="71746">
                  <c:v>3</c:v>
                </c:pt>
                <c:pt idx="71747">
                  <c:v>3</c:v>
                </c:pt>
                <c:pt idx="71748">
                  <c:v>2</c:v>
                </c:pt>
                <c:pt idx="71749">
                  <c:v>1</c:v>
                </c:pt>
                <c:pt idx="71750">
                  <c:v>3</c:v>
                </c:pt>
                <c:pt idx="71751">
                  <c:v>3</c:v>
                </c:pt>
                <c:pt idx="71752">
                  <c:v>3</c:v>
                </c:pt>
                <c:pt idx="71753">
                  <c:v>3</c:v>
                </c:pt>
                <c:pt idx="71754">
                  <c:v>3</c:v>
                </c:pt>
                <c:pt idx="71755">
                  <c:v>1</c:v>
                </c:pt>
                <c:pt idx="71756">
                  <c:v>3</c:v>
                </c:pt>
                <c:pt idx="71757">
                  <c:v>1</c:v>
                </c:pt>
                <c:pt idx="71758">
                  <c:v>2</c:v>
                </c:pt>
                <c:pt idx="71759">
                  <c:v>1</c:v>
                </c:pt>
                <c:pt idx="71760">
                  <c:v>2</c:v>
                </c:pt>
                <c:pt idx="71761">
                  <c:v>2</c:v>
                </c:pt>
                <c:pt idx="71762">
                  <c:v>1</c:v>
                </c:pt>
                <c:pt idx="71763">
                  <c:v>2</c:v>
                </c:pt>
                <c:pt idx="71764">
                  <c:v>1</c:v>
                </c:pt>
                <c:pt idx="71765">
                  <c:v>2</c:v>
                </c:pt>
                <c:pt idx="71766">
                  <c:v>3</c:v>
                </c:pt>
                <c:pt idx="71767">
                  <c:v>2</c:v>
                </c:pt>
                <c:pt idx="71768">
                  <c:v>1</c:v>
                </c:pt>
                <c:pt idx="71769">
                  <c:v>3</c:v>
                </c:pt>
                <c:pt idx="71770">
                  <c:v>1</c:v>
                </c:pt>
                <c:pt idx="71771">
                  <c:v>1</c:v>
                </c:pt>
                <c:pt idx="71772">
                  <c:v>3</c:v>
                </c:pt>
                <c:pt idx="71773">
                  <c:v>2</c:v>
                </c:pt>
                <c:pt idx="71774">
                  <c:v>1</c:v>
                </c:pt>
                <c:pt idx="71775">
                  <c:v>3</c:v>
                </c:pt>
                <c:pt idx="71776">
                  <c:v>1</c:v>
                </c:pt>
                <c:pt idx="71777">
                  <c:v>2</c:v>
                </c:pt>
                <c:pt idx="71778">
                  <c:v>3</c:v>
                </c:pt>
                <c:pt idx="71779">
                  <c:v>2</c:v>
                </c:pt>
                <c:pt idx="71780">
                  <c:v>1</c:v>
                </c:pt>
                <c:pt idx="71781">
                  <c:v>2</c:v>
                </c:pt>
                <c:pt idx="71782">
                  <c:v>3</c:v>
                </c:pt>
                <c:pt idx="71783">
                  <c:v>2</c:v>
                </c:pt>
                <c:pt idx="71784">
                  <c:v>2</c:v>
                </c:pt>
                <c:pt idx="71785">
                  <c:v>3</c:v>
                </c:pt>
                <c:pt idx="71786">
                  <c:v>2</c:v>
                </c:pt>
                <c:pt idx="71787">
                  <c:v>2</c:v>
                </c:pt>
                <c:pt idx="71788">
                  <c:v>2</c:v>
                </c:pt>
                <c:pt idx="71789">
                  <c:v>2</c:v>
                </c:pt>
                <c:pt idx="71790">
                  <c:v>3</c:v>
                </c:pt>
                <c:pt idx="71791">
                  <c:v>2</c:v>
                </c:pt>
                <c:pt idx="71792">
                  <c:v>2</c:v>
                </c:pt>
                <c:pt idx="71793">
                  <c:v>2</c:v>
                </c:pt>
                <c:pt idx="71794">
                  <c:v>3</c:v>
                </c:pt>
                <c:pt idx="71795">
                  <c:v>2</c:v>
                </c:pt>
                <c:pt idx="71796">
                  <c:v>2</c:v>
                </c:pt>
                <c:pt idx="71797">
                  <c:v>3</c:v>
                </c:pt>
                <c:pt idx="71798">
                  <c:v>2</c:v>
                </c:pt>
                <c:pt idx="71799">
                  <c:v>2</c:v>
                </c:pt>
                <c:pt idx="71800">
                  <c:v>3</c:v>
                </c:pt>
                <c:pt idx="71801">
                  <c:v>3</c:v>
                </c:pt>
                <c:pt idx="71802">
                  <c:v>8</c:v>
                </c:pt>
                <c:pt idx="71803">
                  <c:v>8</c:v>
                </c:pt>
                <c:pt idx="71804">
                  <c:v>5</c:v>
                </c:pt>
                <c:pt idx="71805">
                  <c:v>8</c:v>
                </c:pt>
                <c:pt idx="71806">
                  <c:v>7</c:v>
                </c:pt>
                <c:pt idx="71807">
                  <c:v>6</c:v>
                </c:pt>
                <c:pt idx="71808">
                  <c:v>6</c:v>
                </c:pt>
                <c:pt idx="71809">
                  <c:v>5</c:v>
                </c:pt>
                <c:pt idx="71810">
                  <c:v>6</c:v>
                </c:pt>
                <c:pt idx="71811">
                  <c:v>8</c:v>
                </c:pt>
                <c:pt idx="71812">
                  <c:v>1</c:v>
                </c:pt>
                <c:pt idx="71813">
                  <c:v>2</c:v>
                </c:pt>
                <c:pt idx="71814">
                  <c:v>2</c:v>
                </c:pt>
                <c:pt idx="71815">
                  <c:v>1</c:v>
                </c:pt>
                <c:pt idx="71816">
                  <c:v>1</c:v>
                </c:pt>
                <c:pt idx="71817">
                  <c:v>2</c:v>
                </c:pt>
                <c:pt idx="71818">
                  <c:v>2</c:v>
                </c:pt>
                <c:pt idx="71819">
                  <c:v>2</c:v>
                </c:pt>
                <c:pt idx="71820">
                  <c:v>2</c:v>
                </c:pt>
                <c:pt idx="71821">
                  <c:v>0</c:v>
                </c:pt>
                <c:pt idx="71822">
                  <c:v>2</c:v>
                </c:pt>
                <c:pt idx="71823">
                  <c:v>3</c:v>
                </c:pt>
                <c:pt idx="71824">
                  <c:v>2</c:v>
                </c:pt>
                <c:pt idx="71825">
                  <c:v>4</c:v>
                </c:pt>
                <c:pt idx="71826">
                  <c:v>2</c:v>
                </c:pt>
                <c:pt idx="71827">
                  <c:v>1</c:v>
                </c:pt>
                <c:pt idx="71828">
                  <c:v>4</c:v>
                </c:pt>
                <c:pt idx="71829">
                  <c:v>2</c:v>
                </c:pt>
                <c:pt idx="71830">
                  <c:v>1</c:v>
                </c:pt>
                <c:pt idx="71831">
                  <c:v>4</c:v>
                </c:pt>
                <c:pt idx="71832">
                  <c:v>3</c:v>
                </c:pt>
                <c:pt idx="71833">
                  <c:v>2</c:v>
                </c:pt>
                <c:pt idx="71834">
                  <c:v>1</c:v>
                </c:pt>
                <c:pt idx="71835">
                  <c:v>3</c:v>
                </c:pt>
                <c:pt idx="71836">
                  <c:v>2</c:v>
                </c:pt>
                <c:pt idx="71837">
                  <c:v>2</c:v>
                </c:pt>
                <c:pt idx="71838">
                  <c:v>1</c:v>
                </c:pt>
                <c:pt idx="71839">
                  <c:v>4</c:v>
                </c:pt>
                <c:pt idx="71840">
                  <c:v>3</c:v>
                </c:pt>
                <c:pt idx="71841">
                  <c:v>0</c:v>
                </c:pt>
                <c:pt idx="71842">
                  <c:v>1</c:v>
                </c:pt>
                <c:pt idx="71843">
                  <c:v>2</c:v>
                </c:pt>
                <c:pt idx="71844">
                  <c:v>6</c:v>
                </c:pt>
                <c:pt idx="71845">
                  <c:v>3</c:v>
                </c:pt>
                <c:pt idx="71846">
                  <c:v>3</c:v>
                </c:pt>
                <c:pt idx="71847">
                  <c:v>2</c:v>
                </c:pt>
                <c:pt idx="71848">
                  <c:v>2</c:v>
                </c:pt>
                <c:pt idx="71849">
                  <c:v>4</c:v>
                </c:pt>
                <c:pt idx="71850">
                  <c:v>1</c:v>
                </c:pt>
                <c:pt idx="71851">
                  <c:v>3</c:v>
                </c:pt>
                <c:pt idx="71852">
                  <c:v>2</c:v>
                </c:pt>
                <c:pt idx="71853">
                  <c:v>2</c:v>
                </c:pt>
                <c:pt idx="71854">
                  <c:v>5</c:v>
                </c:pt>
                <c:pt idx="71855">
                  <c:v>6</c:v>
                </c:pt>
                <c:pt idx="71856">
                  <c:v>5</c:v>
                </c:pt>
                <c:pt idx="71857">
                  <c:v>4</c:v>
                </c:pt>
                <c:pt idx="71858">
                  <c:v>3</c:v>
                </c:pt>
                <c:pt idx="71859">
                  <c:v>5</c:v>
                </c:pt>
                <c:pt idx="71860">
                  <c:v>4</c:v>
                </c:pt>
                <c:pt idx="71861">
                  <c:v>4</c:v>
                </c:pt>
                <c:pt idx="71862">
                  <c:v>4</c:v>
                </c:pt>
                <c:pt idx="71863">
                  <c:v>4</c:v>
                </c:pt>
                <c:pt idx="71864">
                  <c:v>4</c:v>
                </c:pt>
                <c:pt idx="71865">
                  <c:v>5</c:v>
                </c:pt>
                <c:pt idx="71866">
                  <c:v>6</c:v>
                </c:pt>
                <c:pt idx="71867">
                  <c:v>4</c:v>
                </c:pt>
                <c:pt idx="71868">
                  <c:v>14</c:v>
                </c:pt>
                <c:pt idx="71869">
                  <c:v>6</c:v>
                </c:pt>
                <c:pt idx="71870">
                  <c:v>14</c:v>
                </c:pt>
                <c:pt idx="71871">
                  <c:v>5</c:v>
                </c:pt>
                <c:pt idx="71872">
                  <c:v>1</c:v>
                </c:pt>
                <c:pt idx="71873">
                  <c:v>1</c:v>
                </c:pt>
                <c:pt idx="71874">
                  <c:v>2</c:v>
                </c:pt>
                <c:pt idx="71875">
                  <c:v>2</c:v>
                </c:pt>
                <c:pt idx="71876">
                  <c:v>2</c:v>
                </c:pt>
                <c:pt idx="71877">
                  <c:v>2</c:v>
                </c:pt>
                <c:pt idx="71878">
                  <c:v>2</c:v>
                </c:pt>
                <c:pt idx="71879">
                  <c:v>2</c:v>
                </c:pt>
                <c:pt idx="71880">
                  <c:v>2</c:v>
                </c:pt>
                <c:pt idx="71881">
                  <c:v>2</c:v>
                </c:pt>
                <c:pt idx="71882">
                  <c:v>3</c:v>
                </c:pt>
                <c:pt idx="71883">
                  <c:v>2</c:v>
                </c:pt>
                <c:pt idx="71884">
                  <c:v>2</c:v>
                </c:pt>
                <c:pt idx="71885">
                  <c:v>3</c:v>
                </c:pt>
                <c:pt idx="71886">
                  <c:v>3</c:v>
                </c:pt>
                <c:pt idx="71887">
                  <c:v>2</c:v>
                </c:pt>
                <c:pt idx="71888">
                  <c:v>2</c:v>
                </c:pt>
                <c:pt idx="71889">
                  <c:v>2</c:v>
                </c:pt>
                <c:pt idx="71890">
                  <c:v>3</c:v>
                </c:pt>
                <c:pt idx="71891">
                  <c:v>2</c:v>
                </c:pt>
                <c:pt idx="71892">
                  <c:v>2</c:v>
                </c:pt>
                <c:pt idx="71893">
                  <c:v>2</c:v>
                </c:pt>
                <c:pt idx="71894">
                  <c:v>2</c:v>
                </c:pt>
                <c:pt idx="71895">
                  <c:v>2</c:v>
                </c:pt>
                <c:pt idx="71896">
                  <c:v>2</c:v>
                </c:pt>
                <c:pt idx="71897">
                  <c:v>2</c:v>
                </c:pt>
                <c:pt idx="71898">
                  <c:v>2</c:v>
                </c:pt>
                <c:pt idx="71899">
                  <c:v>2</c:v>
                </c:pt>
                <c:pt idx="71900">
                  <c:v>2</c:v>
                </c:pt>
                <c:pt idx="71901">
                  <c:v>2</c:v>
                </c:pt>
                <c:pt idx="71902">
                  <c:v>2</c:v>
                </c:pt>
                <c:pt idx="71903">
                  <c:v>2</c:v>
                </c:pt>
                <c:pt idx="71904">
                  <c:v>2</c:v>
                </c:pt>
                <c:pt idx="71905">
                  <c:v>2</c:v>
                </c:pt>
                <c:pt idx="71906">
                  <c:v>2</c:v>
                </c:pt>
                <c:pt idx="71907">
                  <c:v>2</c:v>
                </c:pt>
                <c:pt idx="71908">
                  <c:v>2</c:v>
                </c:pt>
                <c:pt idx="71909">
                  <c:v>2</c:v>
                </c:pt>
                <c:pt idx="71910">
                  <c:v>2</c:v>
                </c:pt>
                <c:pt idx="71911">
                  <c:v>2</c:v>
                </c:pt>
                <c:pt idx="71912">
                  <c:v>2</c:v>
                </c:pt>
                <c:pt idx="71913">
                  <c:v>2</c:v>
                </c:pt>
                <c:pt idx="71914">
                  <c:v>2</c:v>
                </c:pt>
                <c:pt idx="71915">
                  <c:v>2</c:v>
                </c:pt>
                <c:pt idx="71916">
                  <c:v>2</c:v>
                </c:pt>
                <c:pt idx="71917">
                  <c:v>2</c:v>
                </c:pt>
                <c:pt idx="71918">
                  <c:v>2</c:v>
                </c:pt>
                <c:pt idx="71919">
                  <c:v>2</c:v>
                </c:pt>
                <c:pt idx="71920">
                  <c:v>1</c:v>
                </c:pt>
                <c:pt idx="71921">
                  <c:v>2</c:v>
                </c:pt>
                <c:pt idx="71922">
                  <c:v>1</c:v>
                </c:pt>
                <c:pt idx="71923">
                  <c:v>1</c:v>
                </c:pt>
                <c:pt idx="71924">
                  <c:v>1</c:v>
                </c:pt>
                <c:pt idx="71925">
                  <c:v>2</c:v>
                </c:pt>
                <c:pt idx="71926">
                  <c:v>2</c:v>
                </c:pt>
                <c:pt idx="71927">
                  <c:v>1</c:v>
                </c:pt>
                <c:pt idx="71928">
                  <c:v>1</c:v>
                </c:pt>
                <c:pt idx="71929">
                  <c:v>4</c:v>
                </c:pt>
                <c:pt idx="71930">
                  <c:v>1</c:v>
                </c:pt>
                <c:pt idx="71931">
                  <c:v>1</c:v>
                </c:pt>
                <c:pt idx="71932">
                  <c:v>4</c:v>
                </c:pt>
                <c:pt idx="71933">
                  <c:v>2</c:v>
                </c:pt>
                <c:pt idx="71934">
                  <c:v>1</c:v>
                </c:pt>
                <c:pt idx="71935">
                  <c:v>1</c:v>
                </c:pt>
                <c:pt idx="71936">
                  <c:v>1</c:v>
                </c:pt>
                <c:pt idx="71937">
                  <c:v>1</c:v>
                </c:pt>
                <c:pt idx="71938">
                  <c:v>1</c:v>
                </c:pt>
                <c:pt idx="71939">
                  <c:v>2</c:v>
                </c:pt>
                <c:pt idx="71940">
                  <c:v>1</c:v>
                </c:pt>
                <c:pt idx="71941">
                  <c:v>2</c:v>
                </c:pt>
                <c:pt idx="71942">
                  <c:v>2</c:v>
                </c:pt>
                <c:pt idx="71943">
                  <c:v>2</c:v>
                </c:pt>
                <c:pt idx="71944">
                  <c:v>2</c:v>
                </c:pt>
                <c:pt idx="71945">
                  <c:v>2</c:v>
                </c:pt>
                <c:pt idx="71946">
                  <c:v>3</c:v>
                </c:pt>
                <c:pt idx="71947">
                  <c:v>2</c:v>
                </c:pt>
                <c:pt idx="71948">
                  <c:v>3</c:v>
                </c:pt>
                <c:pt idx="71949">
                  <c:v>4</c:v>
                </c:pt>
                <c:pt idx="71950">
                  <c:v>2</c:v>
                </c:pt>
                <c:pt idx="71951">
                  <c:v>2</c:v>
                </c:pt>
                <c:pt idx="71952">
                  <c:v>2</c:v>
                </c:pt>
                <c:pt idx="71953">
                  <c:v>3</c:v>
                </c:pt>
                <c:pt idx="71954">
                  <c:v>2</c:v>
                </c:pt>
                <c:pt idx="71955">
                  <c:v>2</c:v>
                </c:pt>
                <c:pt idx="71956">
                  <c:v>2</c:v>
                </c:pt>
                <c:pt idx="71957">
                  <c:v>2</c:v>
                </c:pt>
                <c:pt idx="71958">
                  <c:v>2</c:v>
                </c:pt>
                <c:pt idx="71959">
                  <c:v>2</c:v>
                </c:pt>
                <c:pt idx="71960">
                  <c:v>4</c:v>
                </c:pt>
                <c:pt idx="71961">
                  <c:v>3</c:v>
                </c:pt>
                <c:pt idx="71962">
                  <c:v>4</c:v>
                </c:pt>
                <c:pt idx="71963">
                  <c:v>4</c:v>
                </c:pt>
                <c:pt idx="71964">
                  <c:v>5</c:v>
                </c:pt>
                <c:pt idx="71965">
                  <c:v>4</c:v>
                </c:pt>
                <c:pt idx="71966">
                  <c:v>1</c:v>
                </c:pt>
                <c:pt idx="71967">
                  <c:v>3</c:v>
                </c:pt>
                <c:pt idx="71968">
                  <c:v>2</c:v>
                </c:pt>
                <c:pt idx="71969">
                  <c:v>6</c:v>
                </c:pt>
                <c:pt idx="71970">
                  <c:v>4</c:v>
                </c:pt>
                <c:pt idx="71971">
                  <c:v>4</c:v>
                </c:pt>
                <c:pt idx="71972">
                  <c:v>6</c:v>
                </c:pt>
                <c:pt idx="71973">
                  <c:v>6</c:v>
                </c:pt>
                <c:pt idx="71974">
                  <c:v>5</c:v>
                </c:pt>
                <c:pt idx="71975">
                  <c:v>2</c:v>
                </c:pt>
                <c:pt idx="71976">
                  <c:v>6</c:v>
                </c:pt>
                <c:pt idx="71977">
                  <c:v>6</c:v>
                </c:pt>
                <c:pt idx="71978">
                  <c:v>9</c:v>
                </c:pt>
                <c:pt idx="71979">
                  <c:v>4</c:v>
                </c:pt>
                <c:pt idx="71980">
                  <c:v>5</c:v>
                </c:pt>
                <c:pt idx="71981">
                  <c:v>4</c:v>
                </c:pt>
                <c:pt idx="71982">
                  <c:v>8</c:v>
                </c:pt>
                <c:pt idx="71983">
                  <c:v>6</c:v>
                </c:pt>
                <c:pt idx="71984">
                  <c:v>6</c:v>
                </c:pt>
                <c:pt idx="71985">
                  <c:v>6</c:v>
                </c:pt>
                <c:pt idx="71986">
                  <c:v>6</c:v>
                </c:pt>
                <c:pt idx="71987">
                  <c:v>2</c:v>
                </c:pt>
                <c:pt idx="71988">
                  <c:v>4</c:v>
                </c:pt>
                <c:pt idx="71989">
                  <c:v>4</c:v>
                </c:pt>
                <c:pt idx="71990">
                  <c:v>3</c:v>
                </c:pt>
                <c:pt idx="71991">
                  <c:v>2</c:v>
                </c:pt>
                <c:pt idx="71992">
                  <c:v>2</c:v>
                </c:pt>
                <c:pt idx="71993">
                  <c:v>4</c:v>
                </c:pt>
                <c:pt idx="71994">
                  <c:v>2</c:v>
                </c:pt>
                <c:pt idx="71995">
                  <c:v>3</c:v>
                </c:pt>
                <c:pt idx="71996">
                  <c:v>2</c:v>
                </c:pt>
                <c:pt idx="71997">
                  <c:v>3</c:v>
                </c:pt>
                <c:pt idx="71998">
                  <c:v>3</c:v>
                </c:pt>
                <c:pt idx="71999">
                  <c:v>2</c:v>
                </c:pt>
                <c:pt idx="72000">
                  <c:v>3</c:v>
                </c:pt>
                <c:pt idx="72001">
                  <c:v>3</c:v>
                </c:pt>
                <c:pt idx="72002">
                  <c:v>3</c:v>
                </c:pt>
                <c:pt idx="72003">
                  <c:v>2</c:v>
                </c:pt>
                <c:pt idx="72004">
                  <c:v>2</c:v>
                </c:pt>
                <c:pt idx="72005">
                  <c:v>3</c:v>
                </c:pt>
                <c:pt idx="72006">
                  <c:v>3</c:v>
                </c:pt>
                <c:pt idx="72007">
                  <c:v>3</c:v>
                </c:pt>
                <c:pt idx="72008">
                  <c:v>2</c:v>
                </c:pt>
                <c:pt idx="72009">
                  <c:v>3</c:v>
                </c:pt>
                <c:pt idx="72010">
                  <c:v>4</c:v>
                </c:pt>
                <c:pt idx="72011">
                  <c:v>3</c:v>
                </c:pt>
                <c:pt idx="72012">
                  <c:v>3</c:v>
                </c:pt>
                <c:pt idx="72013">
                  <c:v>4</c:v>
                </c:pt>
                <c:pt idx="72014">
                  <c:v>3</c:v>
                </c:pt>
                <c:pt idx="72015">
                  <c:v>3</c:v>
                </c:pt>
                <c:pt idx="72016">
                  <c:v>3</c:v>
                </c:pt>
                <c:pt idx="72017">
                  <c:v>4</c:v>
                </c:pt>
                <c:pt idx="72018">
                  <c:v>3</c:v>
                </c:pt>
                <c:pt idx="72019">
                  <c:v>3</c:v>
                </c:pt>
                <c:pt idx="72020">
                  <c:v>3</c:v>
                </c:pt>
                <c:pt idx="72021">
                  <c:v>3</c:v>
                </c:pt>
                <c:pt idx="72022">
                  <c:v>4</c:v>
                </c:pt>
                <c:pt idx="72023">
                  <c:v>2</c:v>
                </c:pt>
                <c:pt idx="72024">
                  <c:v>4</c:v>
                </c:pt>
                <c:pt idx="72025">
                  <c:v>3</c:v>
                </c:pt>
                <c:pt idx="72026">
                  <c:v>3</c:v>
                </c:pt>
                <c:pt idx="72027">
                  <c:v>3</c:v>
                </c:pt>
                <c:pt idx="72028">
                  <c:v>3</c:v>
                </c:pt>
                <c:pt idx="72029">
                  <c:v>4</c:v>
                </c:pt>
                <c:pt idx="72030">
                  <c:v>3</c:v>
                </c:pt>
                <c:pt idx="72031">
                  <c:v>3</c:v>
                </c:pt>
                <c:pt idx="72032">
                  <c:v>3</c:v>
                </c:pt>
                <c:pt idx="72033">
                  <c:v>1</c:v>
                </c:pt>
                <c:pt idx="72034">
                  <c:v>3</c:v>
                </c:pt>
                <c:pt idx="72035">
                  <c:v>3</c:v>
                </c:pt>
                <c:pt idx="72036">
                  <c:v>3</c:v>
                </c:pt>
                <c:pt idx="72037">
                  <c:v>1</c:v>
                </c:pt>
                <c:pt idx="72038">
                  <c:v>2</c:v>
                </c:pt>
                <c:pt idx="72039">
                  <c:v>3</c:v>
                </c:pt>
                <c:pt idx="72040">
                  <c:v>3</c:v>
                </c:pt>
                <c:pt idx="72041">
                  <c:v>4</c:v>
                </c:pt>
                <c:pt idx="72042">
                  <c:v>3</c:v>
                </c:pt>
                <c:pt idx="72043">
                  <c:v>6</c:v>
                </c:pt>
                <c:pt idx="72044">
                  <c:v>6</c:v>
                </c:pt>
                <c:pt idx="72045">
                  <c:v>4</c:v>
                </c:pt>
                <c:pt idx="72046">
                  <c:v>4</c:v>
                </c:pt>
                <c:pt idx="72047">
                  <c:v>3</c:v>
                </c:pt>
                <c:pt idx="72048">
                  <c:v>3</c:v>
                </c:pt>
                <c:pt idx="72049">
                  <c:v>4</c:v>
                </c:pt>
                <c:pt idx="72050">
                  <c:v>3</c:v>
                </c:pt>
                <c:pt idx="72051">
                  <c:v>4</c:v>
                </c:pt>
                <c:pt idx="72052">
                  <c:v>5</c:v>
                </c:pt>
                <c:pt idx="72053">
                  <c:v>3</c:v>
                </c:pt>
                <c:pt idx="72054">
                  <c:v>3</c:v>
                </c:pt>
                <c:pt idx="72055">
                  <c:v>4</c:v>
                </c:pt>
                <c:pt idx="72056">
                  <c:v>5</c:v>
                </c:pt>
                <c:pt idx="72057">
                  <c:v>1</c:v>
                </c:pt>
                <c:pt idx="72058">
                  <c:v>2</c:v>
                </c:pt>
                <c:pt idx="72059">
                  <c:v>1</c:v>
                </c:pt>
                <c:pt idx="72060">
                  <c:v>4</c:v>
                </c:pt>
                <c:pt idx="72061">
                  <c:v>3</c:v>
                </c:pt>
                <c:pt idx="72062">
                  <c:v>2</c:v>
                </c:pt>
                <c:pt idx="72063">
                  <c:v>3</c:v>
                </c:pt>
                <c:pt idx="72064">
                  <c:v>1</c:v>
                </c:pt>
                <c:pt idx="72065">
                  <c:v>1</c:v>
                </c:pt>
                <c:pt idx="72066">
                  <c:v>1</c:v>
                </c:pt>
                <c:pt idx="72067">
                  <c:v>1</c:v>
                </c:pt>
                <c:pt idx="72068">
                  <c:v>2</c:v>
                </c:pt>
                <c:pt idx="72069">
                  <c:v>1</c:v>
                </c:pt>
                <c:pt idx="72070">
                  <c:v>2</c:v>
                </c:pt>
                <c:pt idx="72071">
                  <c:v>2</c:v>
                </c:pt>
                <c:pt idx="72072">
                  <c:v>1</c:v>
                </c:pt>
                <c:pt idx="72073">
                  <c:v>2</c:v>
                </c:pt>
                <c:pt idx="72074">
                  <c:v>2</c:v>
                </c:pt>
                <c:pt idx="72075">
                  <c:v>5</c:v>
                </c:pt>
                <c:pt idx="72076">
                  <c:v>6</c:v>
                </c:pt>
                <c:pt idx="72077">
                  <c:v>3</c:v>
                </c:pt>
                <c:pt idx="72078">
                  <c:v>5</c:v>
                </c:pt>
                <c:pt idx="72079">
                  <c:v>5</c:v>
                </c:pt>
                <c:pt idx="72080">
                  <c:v>1</c:v>
                </c:pt>
                <c:pt idx="72081">
                  <c:v>1</c:v>
                </c:pt>
                <c:pt idx="72082">
                  <c:v>1</c:v>
                </c:pt>
                <c:pt idx="72083">
                  <c:v>1</c:v>
                </c:pt>
                <c:pt idx="72084">
                  <c:v>1</c:v>
                </c:pt>
                <c:pt idx="72085">
                  <c:v>1</c:v>
                </c:pt>
                <c:pt idx="72086">
                  <c:v>1</c:v>
                </c:pt>
                <c:pt idx="72087">
                  <c:v>1</c:v>
                </c:pt>
                <c:pt idx="72088">
                  <c:v>1</c:v>
                </c:pt>
                <c:pt idx="72089">
                  <c:v>1</c:v>
                </c:pt>
                <c:pt idx="72090">
                  <c:v>1</c:v>
                </c:pt>
                <c:pt idx="72091">
                  <c:v>1</c:v>
                </c:pt>
                <c:pt idx="72092">
                  <c:v>1</c:v>
                </c:pt>
                <c:pt idx="72093">
                  <c:v>1</c:v>
                </c:pt>
                <c:pt idx="72094">
                  <c:v>1</c:v>
                </c:pt>
                <c:pt idx="72095">
                  <c:v>2</c:v>
                </c:pt>
                <c:pt idx="72096">
                  <c:v>5</c:v>
                </c:pt>
                <c:pt idx="72097">
                  <c:v>5</c:v>
                </c:pt>
                <c:pt idx="72098">
                  <c:v>4</c:v>
                </c:pt>
                <c:pt idx="72099">
                  <c:v>8</c:v>
                </c:pt>
                <c:pt idx="72100">
                  <c:v>1</c:v>
                </c:pt>
                <c:pt idx="72101">
                  <c:v>1</c:v>
                </c:pt>
                <c:pt idx="72102">
                  <c:v>1</c:v>
                </c:pt>
                <c:pt idx="72103">
                  <c:v>1</c:v>
                </c:pt>
                <c:pt idx="72104">
                  <c:v>1</c:v>
                </c:pt>
                <c:pt idx="72105">
                  <c:v>2</c:v>
                </c:pt>
                <c:pt idx="72106">
                  <c:v>2</c:v>
                </c:pt>
                <c:pt idx="72107">
                  <c:v>1</c:v>
                </c:pt>
                <c:pt idx="72108">
                  <c:v>0</c:v>
                </c:pt>
                <c:pt idx="72109">
                  <c:v>1</c:v>
                </c:pt>
                <c:pt idx="72110">
                  <c:v>1</c:v>
                </c:pt>
                <c:pt idx="72111">
                  <c:v>1</c:v>
                </c:pt>
                <c:pt idx="72112">
                  <c:v>1</c:v>
                </c:pt>
                <c:pt idx="72113">
                  <c:v>1</c:v>
                </c:pt>
                <c:pt idx="72114">
                  <c:v>1</c:v>
                </c:pt>
                <c:pt idx="72115">
                  <c:v>2</c:v>
                </c:pt>
                <c:pt idx="72116">
                  <c:v>2</c:v>
                </c:pt>
                <c:pt idx="72117">
                  <c:v>1</c:v>
                </c:pt>
                <c:pt idx="72118">
                  <c:v>2</c:v>
                </c:pt>
                <c:pt idx="72119">
                  <c:v>2</c:v>
                </c:pt>
                <c:pt idx="72120">
                  <c:v>2</c:v>
                </c:pt>
                <c:pt idx="72121">
                  <c:v>2</c:v>
                </c:pt>
                <c:pt idx="72122">
                  <c:v>2</c:v>
                </c:pt>
                <c:pt idx="72123">
                  <c:v>2</c:v>
                </c:pt>
                <c:pt idx="72124">
                  <c:v>2</c:v>
                </c:pt>
                <c:pt idx="72125">
                  <c:v>2</c:v>
                </c:pt>
                <c:pt idx="72126">
                  <c:v>2</c:v>
                </c:pt>
                <c:pt idx="72127">
                  <c:v>2</c:v>
                </c:pt>
                <c:pt idx="72128">
                  <c:v>4</c:v>
                </c:pt>
                <c:pt idx="72129">
                  <c:v>2</c:v>
                </c:pt>
                <c:pt idx="72130">
                  <c:v>3</c:v>
                </c:pt>
                <c:pt idx="72131">
                  <c:v>2</c:v>
                </c:pt>
                <c:pt idx="72132">
                  <c:v>2</c:v>
                </c:pt>
                <c:pt idx="72133">
                  <c:v>2</c:v>
                </c:pt>
                <c:pt idx="72134">
                  <c:v>6</c:v>
                </c:pt>
                <c:pt idx="72135">
                  <c:v>4</c:v>
                </c:pt>
                <c:pt idx="72136">
                  <c:v>2</c:v>
                </c:pt>
                <c:pt idx="72137">
                  <c:v>4</c:v>
                </c:pt>
                <c:pt idx="72138">
                  <c:v>1</c:v>
                </c:pt>
                <c:pt idx="72139">
                  <c:v>2</c:v>
                </c:pt>
                <c:pt idx="72140">
                  <c:v>3</c:v>
                </c:pt>
                <c:pt idx="72141">
                  <c:v>2</c:v>
                </c:pt>
                <c:pt idx="72142">
                  <c:v>5</c:v>
                </c:pt>
                <c:pt idx="72143">
                  <c:v>3</c:v>
                </c:pt>
                <c:pt idx="72144">
                  <c:v>2</c:v>
                </c:pt>
                <c:pt idx="72145">
                  <c:v>2</c:v>
                </c:pt>
                <c:pt idx="72146">
                  <c:v>1</c:v>
                </c:pt>
                <c:pt idx="72147">
                  <c:v>2</c:v>
                </c:pt>
                <c:pt idx="72148">
                  <c:v>2</c:v>
                </c:pt>
                <c:pt idx="72149">
                  <c:v>7</c:v>
                </c:pt>
                <c:pt idx="72150">
                  <c:v>9</c:v>
                </c:pt>
                <c:pt idx="72151">
                  <c:v>6</c:v>
                </c:pt>
                <c:pt idx="72152">
                  <c:v>7</c:v>
                </c:pt>
                <c:pt idx="72153">
                  <c:v>9</c:v>
                </c:pt>
                <c:pt idx="72154">
                  <c:v>6</c:v>
                </c:pt>
                <c:pt idx="72155">
                  <c:v>6</c:v>
                </c:pt>
                <c:pt idx="72156">
                  <c:v>8</c:v>
                </c:pt>
                <c:pt idx="72157">
                  <c:v>5</c:v>
                </c:pt>
                <c:pt idx="72158">
                  <c:v>1</c:v>
                </c:pt>
                <c:pt idx="72159">
                  <c:v>1</c:v>
                </c:pt>
                <c:pt idx="72160">
                  <c:v>1</c:v>
                </c:pt>
                <c:pt idx="72161">
                  <c:v>2</c:v>
                </c:pt>
                <c:pt idx="72162">
                  <c:v>1</c:v>
                </c:pt>
                <c:pt idx="72163">
                  <c:v>1</c:v>
                </c:pt>
                <c:pt idx="72164">
                  <c:v>1</c:v>
                </c:pt>
                <c:pt idx="72165">
                  <c:v>1</c:v>
                </c:pt>
                <c:pt idx="72166">
                  <c:v>1</c:v>
                </c:pt>
                <c:pt idx="72167">
                  <c:v>1</c:v>
                </c:pt>
                <c:pt idx="72168">
                  <c:v>2</c:v>
                </c:pt>
                <c:pt idx="72169">
                  <c:v>2</c:v>
                </c:pt>
                <c:pt idx="72170">
                  <c:v>6</c:v>
                </c:pt>
                <c:pt idx="72171">
                  <c:v>2</c:v>
                </c:pt>
                <c:pt idx="72172">
                  <c:v>2</c:v>
                </c:pt>
                <c:pt idx="72173">
                  <c:v>3</c:v>
                </c:pt>
                <c:pt idx="72174">
                  <c:v>2</c:v>
                </c:pt>
                <c:pt idx="72175">
                  <c:v>4</c:v>
                </c:pt>
                <c:pt idx="72176">
                  <c:v>4</c:v>
                </c:pt>
                <c:pt idx="72177">
                  <c:v>2</c:v>
                </c:pt>
                <c:pt idx="72178">
                  <c:v>2</c:v>
                </c:pt>
                <c:pt idx="72179">
                  <c:v>2</c:v>
                </c:pt>
                <c:pt idx="72180">
                  <c:v>2</c:v>
                </c:pt>
                <c:pt idx="72181">
                  <c:v>2</c:v>
                </c:pt>
                <c:pt idx="72182">
                  <c:v>2</c:v>
                </c:pt>
                <c:pt idx="72183">
                  <c:v>2</c:v>
                </c:pt>
                <c:pt idx="72184">
                  <c:v>2</c:v>
                </c:pt>
                <c:pt idx="72185">
                  <c:v>3</c:v>
                </c:pt>
                <c:pt idx="72186">
                  <c:v>2</c:v>
                </c:pt>
                <c:pt idx="72187">
                  <c:v>2</c:v>
                </c:pt>
                <c:pt idx="72188">
                  <c:v>2</c:v>
                </c:pt>
                <c:pt idx="72189">
                  <c:v>2</c:v>
                </c:pt>
                <c:pt idx="72190">
                  <c:v>3</c:v>
                </c:pt>
                <c:pt idx="72191">
                  <c:v>2</c:v>
                </c:pt>
                <c:pt idx="72192">
                  <c:v>2</c:v>
                </c:pt>
                <c:pt idx="72193">
                  <c:v>2</c:v>
                </c:pt>
                <c:pt idx="72194">
                  <c:v>2</c:v>
                </c:pt>
                <c:pt idx="72195">
                  <c:v>2</c:v>
                </c:pt>
                <c:pt idx="72196">
                  <c:v>2</c:v>
                </c:pt>
                <c:pt idx="72197">
                  <c:v>1</c:v>
                </c:pt>
                <c:pt idx="72198">
                  <c:v>3</c:v>
                </c:pt>
                <c:pt idx="72199">
                  <c:v>3</c:v>
                </c:pt>
                <c:pt idx="72200">
                  <c:v>1</c:v>
                </c:pt>
                <c:pt idx="72201">
                  <c:v>2</c:v>
                </c:pt>
                <c:pt idx="72202">
                  <c:v>-2</c:v>
                </c:pt>
                <c:pt idx="72203">
                  <c:v>1</c:v>
                </c:pt>
                <c:pt idx="72204">
                  <c:v>3</c:v>
                </c:pt>
                <c:pt idx="72205">
                  <c:v>2</c:v>
                </c:pt>
                <c:pt idx="72206">
                  <c:v>1</c:v>
                </c:pt>
                <c:pt idx="72207">
                  <c:v>1</c:v>
                </c:pt>
                <c:pt idx="72208">
                  <c:v>1</c:v>
                </c:pt>
                <c:pt idx="72209">
                  <c:v>1</c:v>
                </c:pt>
                <c:pt idx="72210">
                  <c:v>1</c:v>
                </c:pt>
                <c:pt idx="72211">
                  <c:v>1</c:v>
                </c:pt>
                <c:pt idx="72212">
                  <c:v>1</c:v>
                </c:pt>
                <c:pt idx="72213">
                  <c:v>1</c:v>
                </c:pt>
                <c:pt idx="72214">
                  <c:v>1</c:v>
                </c:pt>
                <c:pt idx="72215">
                  <c:v>1</c:v>
                </c:pt>
                <c:pt idx="72216">
                  <c:v>1</c:v>
                </c:pt>
                <c:pt idx="72217">
                  <c:v>1</c:v>
                </c:pt>
                <c:pt idx="72218">
                  <c:v>1</c:v>
                </c:pt>
                <c:pt idx="72219">
                  <c:v>1</c:v>
                </c:pt>
                <c:pt idx="72220">
                  <c:v>1</c:v>
                </c:pt>
                <c:pt idx="72221">
                  <c:v>6</c:v>
                </c:pt>
                <c:pt idx="72222">
                  <c:v>7</c:v>
                </c:pt>
                <c:pt idx="72223">
                  <c:v>4</c:v>
                </c:pt>
                <c:pt idx="72224">
                  <c:v>10</c:v>
                </c:pt>
                <c:pt idx="72225">
                  <c:v>6</c:v>
                </c:pt>
                <c:pt idx="72226">
                  <c:v>1</c:v>
                </c:pt>
                <c:pt idx="72227">
                  <c:v>9</c:v>
                </c:pt>
                <c:pt idx="72228">
                  <c:v>9</c:v>
                </c:pt>
                <c:pt idx="72229">
                  <c:v>9</c:v>
                </c:pt>
                <c:pt idx="72230">
                  <c:v>4</c:v>
                </c:pt>
                <c:pt idx="72231">
                  <c:v>6</c:v>
                </c:pt>
                <c:pt idx="72232">
                  <c:v>5</c:v>
                </c:pt>
                <c:pt idx="72233">
                  <c:v>5</c:v>
                </c:pt>
                <c:pt idx="72234">
                  <c:v>4</c:v>
                </c:pt>
                <c:pt idx="72235">
                  <c:v>4</c:v>
                </c:pt>
                <c:pt idx="72236">
                  <c:v>7</c:v>
                </c:pt>
                <c:pt idx="72237">
                  <c:v>5</c:v>
                </c:pt>
                <c:pt idx="72238">
                  <c:v>5</c:v>
                </c:pt>
                <c:pt idx="72239">
                  <c:v>4</c:v>
                </c:pt>
                <c:pt idx="72240">
                  <c:v>6</c:v>
                </c:pt>
                <c:pt idx="72241">
                  <c:v>3</c:v>
                </c:pt>
                <c:pt idx="72242">
                  <c:v>1</c:v>
                </c:pt>
                <c:pt idx="72243">
                  <c:v>1</c:v>
                </c:pt>
                <c:pt idx="72244">
                  <c:v>1</c:v>
                </c:pt>
                <c:pt idx="72245">
                  <c:v>1</c:v>
                </c:pt>
                <c:pt idx="72246">
                  <c:v>1</c:v>
                </c:pt>
                <c:pt idx="72247">
                  <c:v>2</c:v>
                </c:pt>
                <c:pt idx="72248">
                  <c:v>3</c:v>
                </c:pt>
                <c:pt idx="72249">
                  <c:v>7</c:v>
                </c:pt>
                <c:pt idx="72250">
                  <c:v>2</c:v>
                </c:pt>
                <c:pt idx="72251">
                  <c:v>4</c:v>
                </c:pt>
                <c:pt idx="72252">
                  <c:v>1</c:v>
                </c:pt>
                <c:pt idx="72253">
                  <c:v>3</c:v>
                </c:pt>
                <c:pt idx="72254">
                  <c:v>3</c:v>
                </c:pt>
                <c:pt idx="72255">
                  <c:v>5</c:v>
                </c:pt>
                <c:pt idx="72256">
                  <c:v>3</c:v>
                </c:pt>
                <c:pt idx="72257">
                  <c:v>4</c:v>
                </c:pt>
                <c:pt idx="72258">
                  <c:v>4</c:v>
                </c:pt>
                <c:pt idx="72259">
                  <c:v>1</c:v>
                </c:pt>
                <c:pt idx="72260">
                  <c:v>1</c:v>
                </c:pt>
                <c:pt idx="72261">
                  <c:v>1</c:v>
                </c:pt>
                <c:pt idx="72262">
                  <c:v>1</c:v>
                </c:pt>
                <c:pt idx="72263">
                  <c:v>2</c:v>
                </c:pt>
                <c:pt idx="72264">
                  <c:v>4</c:v>
                </c:pt>
                <c:pt idx="72265">
                  <c:v>1</c:v>
                </c:pt>
                <c:pt idx="72266">
                  <c:v>2</c:v>
                </c:pt>
                <c:pt idx="72267">
                  <c:v>3</c:v>
                </c:pt>
                <c:pt idx="72268">
                  <c:v>3</c:v>
                </c:pt>
                <c:pt idx="72269">
                  <c:v>1</c:v>
                </c:pt>
                <c:pt idx="72270">
                  <c:v>1</c:v>
                </c:pt>
                <c:pt idx="72271">
                  <c:v>2</c:v>
                </c:pt>
                <c:pt idx="72272">
                  <c:v>1</c:v>
                </c:pt>
                <c:pt idx="72273">
                  <c:v>2</c:v>
                </c:pt>
                <c:pt idx="72274">
                  <c:v>2</c:v>
                </c:pt>
                <c:pt idx="72275">
                  <c:v>2</c:v>
                </c:pt>
                <c:pt idx="72276">
                  <c:v>2</c:v>
                </c:pt>
                <c:pt idx="72277">
                  <c:v>2</c:v>
                </c:pt>
                <c:pt idx="72278">
                  <c:v>2</c:v>
                </c:pt>
                <c:pt idx="72279">
                  <c:v>2</c:v>
                </c:pt>
                <c:pt idx="72280">
                  <c:v>1</c:v>
                </c:pt>
                <c:pt idx="72281">
                  <c:v>2</c:v>
                </c:pt>
                <c:pt idx="72282">
                  <c:v>2</c:v>
                </c:pt>
                <c:pt idx="72283">
                  <c:v>2</c:v>
                </c:pt>
                <c:pt idx="72284">
                  <c:v>2</c:v>
                </c:pt>
                <c:pt idx="72285">
                  <c:v>2</c:v>
                </c:pt>
                <c:pt idx="72286">
                  <c:v>2</c:v>
                </c:pt>
                <c:pt idx="72287">
                  <c:v>1</c:v>
                </c:pt>
                <c:pt idx="72288">
                  <c:v>2</c:v>
                </c:pt>
                <c:pt idx="72289">
                  <c:v>1</c:v>
                </c:pt>
                <c:pt idx="72290">
                  <c:v>3</c:v>
                </c:pt>
                <c:pt idx="72291">
                  <c:v>4</c:v>
                </c:pt>
                <c:pt idx="72292">
                  <c:v>5</c:v>
                </c:pt>
                <c:pt idx="72293">
                  <c:v>3</c:v>
                </c:pt>
                <c:pt idx="72294">
                  <c:v>4</c:v>
                </c:pt>
                <c:pt idx="72295">
                  <c:v>4</c:v>
                </c:pt>
                <c:pt idx="72296">
                  <c:v>4</c:v>
                </c:pt>
                <c:pt idx="72297">
                  <c:v>3</c:v>
                </c:pt>
                <c:pt idx="72298">
                  <c:v>5</c:v>
                </c:pt>
                <c:pt idx="72299">
                  <c:v>2</c:v>
                </c:pt>
                <c:pt idx="72300">
                  <c:v>6</c:v>
                </c:pt>
                <c:pt idx="72301">
                  <c:v>5</c:v>
                </c:pt>
                <c:pt idx="72302">
                  <c:v>3</c:v>
                </c:pt>
                <c:pt idx="72303">
                  <c:v>1</c:v>
                </c:pt>
                <c:pt idx="72304">
                  <c:v>1</c:v>
                </c:pt>
                <c:pt idx="72305">
                  <c:v>2</c:v>
                </c:pt>
                <c:pt idx="72306">
                  <c:v>1</c:v>
                </c:pt>
                <c:pt idx="72307">
                  <c:v>3</c:v>
                </c:pt>
                <c:pt idx="72308">
                  <c:v>2</c:v>
                </c:pt>
                <c:pt idx="72309">
                  <c:v>2</c:v>
                </c:pt>
                <c:pt idx="72310">
                  <c:v>2</c:v>
                </c:pt>
                <c:pt idx="72311">
                  <c:v>1</c:v>
                </c:pt>
                <c:pt idx="72312">
                  <c:v>1</c:v>
                </c:pt>
                <c:pt idx="72313">
                  <c:v>1</c:v>
                </c:pt>
                <c:pt idx="72314">
                  <c:v>2</c:v>
                </c:pt>
                <c:pt idx="72315">
                  <c:v>2</c:v>
                </c:pt>
                <c:pt idx="72316">
                  <c:v>2</c:v>
                </c:pt>
                <c:pt idx="72317">
                  <c:v>2</c:v>
                </c:pt>
                <c:pt idx="72318">
                  <c:v>3</c:v>
                </c:pt>
                <c:pt idx="72319">
                  <c:v>2</c:v>
                </c:pt>
                <c:pt idx="72320">
                  <c:v>2</c:v>
                </c:pt>
                <c:pt idx="72321">
                  <c:v>3</c:v>
                </c:pt>
                <c:pt idx="72322">
                  <c:v>1</c:v>
                </c:pt>
                <c:pt idx="72323">
                  <c:v>1</c:v>
                </c:pt>
                <c:pt idx="72324">
                  <c:v>1</c:v>
                </c:pt>
                <c:pt idx="72325">
                  <c:v>3</c:v>
                </c:pt>
                <c:pt idx="72326">
                  <c:v>2</c:v>
                </c:pt>
                <c:pt idx="72327">
                  <c:v>3</c:v>
                </c:pt>
                <c:pt idx="72328">
                  <c:v>3</c:v>
                </c:pt>
                <c:pt idx="72329">
                  <c:v>3</c:v>
                </c:pt>
                <c:pt idx="72330">
                  <c:v>1</c:v>
                </c:pt>
                <c:pt idx="72331">
                  <c:v>1</c:v>
                </c:pt>
                <c:pt idx="72332">
                  <c:v>2</c:v>
                </c:pt>
                <c:pt idx="72333">
                  <c:v>2</c:v>
                </c:pt>
                <c:pt idx="72334">
                  <c:v>2</c:v>
                </c:pt>
                <c:pt idx="72335">
                  <c:v>1</c:v>
                </c:pt>
                <c:pt idx="72336">
                  <c:v>3</c:v>
                </c:pt>
                <c:pt idx="72337">
                  <c:v>1</c:v>
                </c:pt>
                <c:pt idx="72338">
                  <c:v>2</c:v>
                </c:pt>
                <c:pt idx="72339">
                  <c:v>2</c:v>
                </c:pt>
                <c:pt idx="72340">
                  <c:v>1</c:v>
                </c:pt>
                <c:pt idx="72341">
                  <c:v>2</c:v>
                </c:pt>
                <c:pt idx="72342">
                  <c:v>2</c:v>
                </c:pt>
                <c:pt idx="72343">
                  <c:v>5</c:v>
                </c:pt>
                <c:pt idx="72344">
                  <c:v>2</c:v>
                </c:pt>
                <c:pt idx="72345">
                  <c:v>2</c:v>
                </c:pt>
                <c:pt idx="72346">
                  <c:v>5</c:v>
                </c:pt>
                <c:pt idx="72347">
                  <c:v>2</c:v>
                </c:pt>
                <c:pt idx="72348">
                  <c:v>2</c:v>
                </c:pt>
                <c:pt idx="72349">
                  <c:v>2</c:v>
                </c:pt>
                <c:pt idx="72350">
                  <c:v>2</c:v>
                </c:pt>
                <c:pt idx="72351">
                  <c:v>2</c:v>
                </c:pt>
                <c:pt idx="72352">
                  <c:v>3</c:v>
                </c:pt>
                <c:pt idx="72353">
                  <c:v>3</c:v>
                </c:pt>
                <c:pt idx="72354">
                  <c:v>2</c:v>
                </c:pt>
                <c:pt idx="72355">
                  <c:v>3</c:v>
                </c:pt>
                <c:pt idx="72356">
                  <c:v>3</c:v>
                </c:pt>
                <c:pt idx="72357">
                  <c:v>1</c:v>
                </c:pt>
                <c:pt idx="72358">
                  <c:v>2</c:v>
                </c:pt>
                <c:pt idx="72359">
                  <c:v>2</c:v>
                </c:pt>
                <c:pt idx="72360">
                  <c:v>2</c:v>
                </c:pt>
                <c:pt idx="72361">
                  <c:v>3</c:v>
                </c:pt>
                <c:pt idx="72362">
                  <c:v>2</c:v>
                </c:pt>
                <c:pt idx="72363">
                  <c:v>1</c:v>
                </c:pt>
                <c:pt idx="72364">
                  <c:v>2</c:v>
                </c:pt>
                <c:pt idx="72365">
                  <c:v>4</c:v>
                </c:pt>
                <c:pt idx="72366">
                  <c:v>1</c:v>
                </c:pt>
                <c:pt idx="72367">
                  <c:v>3</c:v>
                </c:pt>
                <c:pt idx="72368">
                  <c:v>3</c:v>
                </c:pt>
                <c:pt idx="72369">
                  <c:v>2</c:v>
                </c:pt>
                <c:pt idx="72370">
                  <c:v>2</c:v>
                </c:pt>
                <c:pt idx="72371">
                  <c:v>4</c:v>
                </c:pt>
                <c:pt idx="72372">
                  <c:v>2</c:v>
                </c:pt>
                <c:pt idx="72373">
                  <c:v>2</c:v>
                </c:pt>
                <c:pt idx="72374">
                  <c:v>2</c:v>
                </c:pt>
                <c:pt idx="72375">
                  <c:v>4</c:v>
                </c:pt>
                <c:pt idx="72376">
                  <c:v>5</c:v>
                </c:pt>
                <c:pt idx="72377">
                  <c:v>1</c:v>
                </c:pt>
                <c:pt idx="72378">
                  <c:v>1</c:v>
                </c:pt>
                <c:pt idx="72379">
                  <c:v>1</c:v>
                </c:pt>
                <c:pt idx="72380">
                  <c:v>2</c:v>
                </c:pt>
                <c:pt idx="72381">
                  <c:v>4</c:v>
                </c:pt>
                <c:pt idx="72382">
                  <c:v>1</c:v>
                </c:pt>
                <c:pt idx="72383">
                  <c:v>4</c:v>
                </c:pt>
                <c:pt idx="72384">
                  <c:v>3</c:v>
                </c:pt>
                <c:pt idx="72385">
                  <c:v>2</c:v>
                </c:pt>
                <c:pt idx="72386">
                  <c:v>1</c:v>
                </c:pt>
                <c:pt idx="72387">
                  <c:v>2</c:v>
                </c:pt>
                <c:pt idx="72388">
                  <c:v>1</c:v>
                </c:pt>
                <c:pt idx="72389">
                  <c:v>1</c:v>
                </c:pt>
                <c:pt idx="72390">
                  <c:v>1</c:v>
                </c:pt>
                <c:pt idx="72391">
                  <c:v>2</c:v>
                </c:pt>
                <c:pt idx="72392">
                  <c:v>4</c:v>
                </c:pt>
                <c:pt idx="72393">
                  <c:v>1</c:v>
                </c:pt>
                <c:pt idx="72394">
                  <c:v>3</c:v>
                </c:pt>
                <c:pt idx="72395">
                  <c:v>1</c:v>
                </c:pt>
                <c:pt idx="72396">
                  <c:v>1</c:v>
                </c:pt>
                <c:pt idx="72397">
                  <c:v>1</c:v>
                </c:pt>
                <c:pt idx="72398">
                  <c:v>1</c:v>
                </c:pt>
                <c:pt idx="72399">
                  <c:v>1</c:v>
                </c:pt>
                <c:pt idx="72400">
                  <c:v>1</c:v>
                </c:pt>
                <c:pt idx="72401">
                  <c:v>1</c:v>
                </c:pt>
                <c:pt idx="72402">
                  <c:v>1</c:v>
                </c:pt>
                <c:pt idx="72403">
                  <c:v>1</c:v>
                </c:pt>
                <c:pt idx="72404">
                  <c:v>1</c:v>
                </c:pt>
                <c:pt idx="72405">
                  <c:v>1</c:v>
                </c:pt>
                <c:pt idx="72406">
                  <c:v>1</c:v>
                </c:pt>
                <c:pt idx="72407">
                  <c:v>1</c:v>
                </c:pt>
                <c:pt idx="72408">
                  <c:v>1</c:v>
                </c:pt>
                <c:pt idx="72409">
                  <c:v>1</c:v>
                </c:pt>
                <c:pt idx="72410">
                  <c:v>1</c:v>
                </c:pt>
                <c:pt idx="72411">
                  <c:v>1</c:v>
                </c:pt>
                <c:pt idx="72412">
                  <c:v>1</c:v>
                </c:pt>
                <c:pt idx="72413">
                  <c:v>7</c:v>
                </c:pt>
                <c:pt idx="72414">
                  <c:v>4</c:v>
                </c:pt>
                <c:pt idx="72415">
                  <c:v>2</c:v>
                </c:pt>
                <c:pt idx="72416">
                  <c:v>3</c:v>
                </c:pt>
                <c:pt idx="72417">
                  <c:v>3</c:v>
                </c:pt>
                <c:pt idx="72418">
                  <c:v>4</c:v>
                </c:pt>
                <c:pt idx="72419">
                  <c:v>5</c:v>
                </c:pt>
                <c:pt idx="72420">
                  <c:v>3</c:v>
                </c:pt>
                <c:pt idx="72421">
                  <c:v>3</c:v>
                </c:pt>
                <c:pt idx="72422">
                  <c:v>1</c:v>
                </c:pt>
                <c:pt idx="72423">
                  <c:v>4</c:v>
                </c:pt>
                <c:pt idx="72424">
                  <c:v>4</c:v>
                </c:pt>
                <c:pt idx="72425">
                  <c:v>5</c:v>
                </c:pt>
                <c:pt idx="72426">
                  <c:v>4</c:v>
                </c:pt>
                <c:pt idx="72427">
                  <c:v>4</c:v>
                </c:pt>
                <c:pt idx="72428">
                  <c:v>1</c:v>
                </c:pt>
                <c:pt idx="72429">
                  <c:v>1</c:v>
                </c:pt>
                <c:pt idx="72430">
                  <c:v>5</c:v>
                </c:pt>
                <c:pt idx="72431">
                  <c:v>4</c:v>
                </c:pt>
                <c:pt idx="72432">
                  <c:v>2</c:v>
                </c:pt>
                <c:pt idx="72433">
                  <c:v>6</c:v>
                </c:pt>
                <c:pt idx="72434">
                  <c:v>2</c:v>
                </c:pt>
                <c:pt idx="72435">
                  <c:v>2</c:v>
                </c:pt>
                <c:pt idx="72436">
                  <c:v>2</c:v>
                </c:pt>
                <c:pt idx="72437">
                  <c:v>2</c:v>
                </c:pt>
                <c:pt idx="72438">
                  <c:v>2</c:v>
                </c:pt>
                <c:pt idx="72439">
                  <c:v>2</c:v>
                </c:pt>
                <c:pt idx="72440">
                  <c:v>4</c:v>
                </c:pt>
                <c:pt idx="72441">
                  <c:v>2</c:v>
                </c:pt>
                <c:pt idx="72442">
                  <c:v>2</c:v>
                </c:pt>
                <c:pt idx="72443">
                  <c:v>2</c:v>
                </c:pt>
                <c:pt idx="72444">
                  <c:v>4</c:v>
                </c:pt>
                <c:pt idx="72445">
                  <c:v>10</c:v>
                </c:pt>
                <c:pt idx="72446">
                  <c:v>11</c:v>
                </c:pt>
                <c:pt idx="72447">
                  <c:v>10</c:v>
                </c:pt>
                <c:pt idx="72448">
                  <c:v>12</c:v>
                </c:pt>
                <c:pt idx="72449">
                  <c:v>10</c:v>
                </c:pt>
                <c:pt idx="72450">
                  <c:v>10</c:v>
                </c:pt>
                <c:pt idx="72451">
                  <c:v>10</c:v>
                </c:pt>
                <c:pt idx="72452">
                  <c:v>10</c:v>
                </c:pt>
                <c:pt idx="72453">
                  <c:v>4</c:v>
                </c:pt>
                <c:pt idx="72454">
                  <c:v>12</c:v>
                </c:pt>
                <c:pt idx="72455">
                  <c:v>11</c:v>
                </c:pt>
                <c:pt idx="72456">
                  <c:v>4</c:v>
                </c:pt>
                <c:pt idx="72457">
                  <c:v>4</c:v>
                </c:pt>
                <c:pt idx="72458">
                  <c:v>10</c:v>
                </c:pt>
                <c:pt idx="72459">
                  <c:v>10</c:v>
                </c:pt>
                <c:pt idx="72460">
                  <c:v>1</c:v>
                </c:pt>
                <c:pt idx="72461">
                  <c:v>5</c:v>
                </c:pt>
                <c:pt idx="72462">
                  <c:v>2</c:v>
                </c:pt>
                <c:pt idx="72463">
                  <c:v>1</c:v>
                </c:pt>
                <c:pt idx="72464">
                  <c:v>1</c:v>
                </c:pt>
                <c:pt idx="72465">
                  <c:v>2</c:v>
                </c:pt>
                <c:pt idx="72466">
                  <c:v>5</c:v>
                </c:pt>
                <c:pt idx="72467">
                  <c:v>1</c:v>
                </c:pt>
                <c:pt idx="72468">
                  <c:v>5</c:v>
                </c:pt>
                <c:pt idx="72469">
                  <c:v>1</c:v>
                </c:pt>
                <c:pt idx="72470">
                  <c:v>8</c:v>
                </c:pt>
                <c:pt idx="72471">
                  <c:v>10</c:v>
                </c:pt>
                <c:pt idx="72472">
                  <c:v>10</c:v>
                </c:pt>
                <c:pt idx="72473">
                  <c:v>10</c:v>
                </c:pt>
                <c:pt idx="72474">
                  <c:v>15</c:v>
                </c:pt>
                <c:pt idx="72475">
                  <c:v>10</c:v>
                </c:pt>
                <c:pt idx="72476">
                  <c:v>10</c:v>
                </c:pt>
                <c:pt idx="72477">
                  <c:v>10</c:v>
                </c:pt>
                <c:pt idx="72478">
                  <c:v>2</c:v>
                </c:pt>
                <c:pt idx="72479">
                  <c:v>2</c:v>
                </c:pt>
                <c:pt idx="72480">
                  <c:v>2</c:v>
                </c:pt>
                <c:pt idx="72481">
                  <c:v>2</c:v>
                </c:pt>
                <c:pt idx="72482">
                  <c:v>2</c:v>
                </c:pt>
                <c:pt idx="72483">
                  <c:v>2</c:v>
                </c:pt>
                <c:pt idx="72484">
                  <c:v>2</c:v>
                </c:pt>
                <c:pt idx="72485">
                  <c:v>2</c:v>
                </c:pt>
                <c:pt idx="72486">
                  <c:v>2</c:v>
                </c:pt>
                <c:pt idx="72487">
                  <c:v>2</c:v>
                </c:pt>
                <c:pt idx="72488">
                  <c:v>3</c:v>
                </c:pt>
                <c:pt idx="72489">
                  <c:v>2</c:v>
                </c:pt>
                <c:pt idx="72490">
                  <c:v>2</c:v>
                </c:pt>
                <c:pt idx="72491">
                  <c:v>2</c:v>
                </c:pt>
                <c:pt idx="72492">
                  <c:v>2</c:v>
                </c:pt>
                <c:pt idx="72493">
                  <c:v>2</c:v>
                </c:pt>
                <c:pt idx="72494">
                  <c:v>2</c:v>
                </c:pt>
                <c:pt idx="72495">
                  <c:v>3</c:v>
                </c:pt>
                <c:pt idx="72496">
                  <c:v>2</c:v>
                </c:pt>
                <c:pt idx="72497">
                  <c:v>1</c:v>
                </c:pt>
                <c:pt idx="72498">
                  <c:v>1</c:v>
                </c:pt>
                <c:pt idx="72499">
                  <c:v>1</c:v>
                </c:pt>
                <c:pt idx="72500">
                  <c:v>1</c:v>
                </c:pt>
                <c:pt idx="72501">
                  <c:v>2</c:v>
                </c:pt>
                <c:pt idx="72502">
                  <c:v>1</c:v>
                </c:pt>
                <c:pt idx="72503">
                  <c:v>2</c:v>
                </c:pt>
                <c:pt idx="72504">
                  <c:v>1</c:v>
                </c:pt>
                <c:pt idx="72505">
                  <c:v>1</c:v>
                </c:pt>
                <c:pt idx="72506">
                  <c:v>2</c:v>
                </c:pt>
                <c:pt idx="72507">
                  <c:v>2</c:v>
                </c:pt>
                <c:pt idx="72508">
                  <c:v>1</c:v>
                </c:pt>
                <c:pt idx="72509">
                  <c:v>3</c:v>
                </c:pt>
                <c:pt idx="72510">
                  <c:v>2</c:v>
                </c:pt>
                <c:pt idx="72511">
                  <c:v>3</c:v>
                </c:pt>
                <c:pt idx="72512">
                  <c:v>3</c:v>
                </c:pt>
                <c:pt idx="72513">
                  <c:v>1</c:v>
                </c:pt>
                <c:pt idx="72514">
                  <c:v>4</c:v>
                </c:pt>
                <c:pt idx="72515">
                  <c:v>2</c:v>
                </c:pt>
                <c:pt idx="72516">
                  <c:v>2</c:v>
                </c:pt>
                <c:pt idx="72517">
                  <c:v>2</c:v>
                </c:pt>
                <c:pt idx="72518">
                  <c:v>2</c:v>
                </c:pt>
                <c:pt idx="72519">
                  <c:v>2</c:v>
                </c:pt>
                <c:pt idx="72520">
                  <c:v>2</c:v>
                </c:pt>
                <c:pt idx="72521">
                  <c:v>3</c:v>
                </c:pt>
                <c:pt idx="72522">
                  <c:v>3</c:v>
                </c:pt>
                <c:pt idx="72523">
                  <c:v>3</c:v>
                </c:pt>
                <c:pt idx="72524">
                  <c:v>3</c:v>
                </c:pt>
                <c:pt idx="72525">
                  <c:v>4</c:v>
                </c:pt>
                <c:pt idx="72526">
                  <c:v>2</c:v>
                </c:pt>
                <c:pt idx="72527">
                  <c:v>3</c:v>
                </c:pt>
                <c:pt idx="72528">
                  <c:v>2</c:v>
                </c:pt>
                <c:pt idx="72529">
                  <c:v>2</c:v>
                </c:pt>
                <c:pt idx="72530">
                  <c:v>5</c:v>
                </c:pt>
                <c:pt idx="72531">
                  <c:v>5</c:v>
                </c:pt>
                <c:pt idx="72532">
                  <c:v>4</c:v>
                </c:pt>
                <c:pt idx="72533">
                  <c:v>2</c:v>
                </c:pt>
                <c:pt idx="72534">
                  <c:v>3</c:v>
                </c:pt>
                <c:pt idx="72535">
                  <c:v>2</c:v>
                </c:pt>
                <c:pt idx="72536">
                  <c:v>2</c:v>
                </c:pt>
                <c:pt idx="72537">
                  <c:v>2</c:v>
                </c:pt>
                <c:pt idx="72538">
                  <c:v>2</c:v>
                </c:pt>
                <c:pt idx="72539">
                  <c:v>2</c:v>
                </c:pt>
                <c:pt idx="72540">
                  <c:v>2</c:v>
                </c:pt>
                <c:pt idx="72541">
                  <c:v>2</c:v>
                </c:pt>
                <c:pt idx="72542">
                  <c:v>2</c:v>
                </c:pt>
                <c:pt idx="72543">
                  <c:v>2</c:v>
                </c:pt>
                <c:pt idx="72544">
                  <c:v>2</c:v>
                </c:pt>
                <c:pt idx="72545">
                  <c:v>2</c:v>
                </c:pt>
                <c:pt idx="72546">
                  <c:v>2</c:v>
                </c:pt>
                <c:pt idx="72547">
                  <c:v>2</c:v>
                </c:pt>
                <c:pt idx="72548">
                  <c:v>2</c:v>
                </c:pt>
                <c:pt idx="72549">
                  <c:v>2</c:v>
                </c:pt>
                <c:pt idx="72550">
                  <c:v>3</c:v>
                </c:pt>
                <c:pt idx="72551">
                  <c:v>2</c:v>
                </c:pt>
                <c:pt idx="72552">
                  <c:v>2</c:v>
                </c:pt>
                <c:pt idx="72553">
                  <c:v>2</c:v>
                </c:pt>
                <c:pt idx="72554">
                  <c:v>2</c:v>
                </c:pt>
                <c:pt idx="72555">
                  <c:v>2</c:v>
                </c:pt>
                <c:pt idx="72556">
                  <c:v>2</c:v>
                </c:pt>
                <c:pt idx="72557">
                  <c:v>2</c:v>
                </c:pt>
                <c:pt idx="72558">
                  <c:v>7</c:v>
                </c:pt>
                <c:pt idx="72559">
                  <c:v>6</c:v>
                </c:pt>
                <c:pt idx="72560">
                  <c:v>5</c:v>
                </c:pt>
                <c:pt idx="72561">
                  <c:v>6</c:v>
                </c:pt>
                <c:pt idx="72562">
                  <c:v>7</c:v>
                </c:pt>
                <c:pt idx="72563">
                  <c:v>5</c:v>
                </c:pt>
                <c:pt idx="72564">
                  <c:v>3</c:v>
                </c:pt>
                <c:pt idx="72565">
                  <c:v>10</c:v>
                </c:pt>
                <c:pt idx="72566">
                  <c:v>6</c:v>
                </c:pt>
                <c:pt idx="72567">
                  <c:v>7</c:v>
                </c:pt>
                <c:pt idx="72568">
                  <c:v>2</c:v>
                </c:pt>
                <c:pt idx="72569">
                  <c:v>3</c:v>
                </c:pt>
                <c:pt idx="72570">
                  <c:v>4</c:v>
                </c:pt>
                <c:pt idx="72571">
                  <c:v>4</c:v>
                </c:pt>
                <c:pt idx="72572">
                  <c:v>3</c:v>
                </c:pt>
                <c:pt idx="72573">
                  <c:v>3</c:v>
                </c:pt>
                <c:pt idx="72574">
                  <c:v>3</c:v>
                </c:pt>
                <c:pt idx="72575">
                  <c:v>3</c:v>
                </c:pt>
                <c:pt idx="72576">
                  <c:v>2</c:v>
                </c:pt>
                <c:pt idx="72577">
                  <c:v>2</c:v>
                </c:pt>
                <c:pt idx="72578">
                  <c:v>4</c:v>
                </c:pt>
                <c:pt idx="72579">
                  <c:v>4</c:v>
                </c:pt>
                <c:pt idx="72580">
                  <c:v>4</c:v>
                </c:pt>
                <c:pt idx="72581">
                  <c:v>2</c:v>
                </c:pt>
                <c:pt idx="72582">
                  <c:v>3</c:v>
                </c:pt>
                <c:pt idx="72583">
                  <c:v>2</c:v>
                </c:pt>
                <c:pt idx="72584">
                  <c:v>3</c:v>
                </c:pt>
                <c:pt idx="72585">
                  <c:v>2</c:v>
                </c:pt>
                <c:pt idx="72586">
                  <c:v>4</c:v>
                </c:pt>
                <c:pt idx="72587">
                  <c:v>3</c:v>
                </c:pt>
                <c:pt idx="72588">
                  <c:v>2</c:v>
                </c:pt>
                <c:pt idx="72589">
                  <c:v>2</c:v>
                </c:pt>
                <c:pt idx="72590">
                  <c:v>4</c:v>
                </c:pt>
                <c:pt idx="72591">
                  <c:v>4</c:v>
                </c:pt>
                <c:pt idx="72592">
                  <c:v>4</c:v>
                </c:pt>
                <c:pt idx="72593">
                  <c:v>4</c:v>
                </c:pt>
                <c:pt idx="72594">
                  <c:v>2</c:v>
                </c:pt>
                <c:pt idx="72595">
                  <c:v>2</c:v>
                </c:pt>
                <c:pt idx="72596">
                  <c:v>4</c:v>
                </c:pt>
                <c:pt idx="72597">
                  <c:v>3</c:v>
                </c:pt>
                <c:pt idx="72598">
                  <c:v>3</c:v>
                </c:pt>
                <c:pt idx="72599">
                  <c:v>3</c:v>
                </c:pt>
                <c:pt idx="72600">
                  <c:v>3</c:v>
                </c:pt>
                <c:pt idx="72601">
                  <c:v>3</c:v>
                </c:pt>
                <c:pt idx="72602">
                  <c:v>4</c:v>
                </c:pt>
                <c:pt idx="72603">
                  <c:v>4</c:v>
                </c:pt>
                <c:pt idx="72604">
                  <c:v>6</c:v>
                </c:pt>
                <c:pt idx="72605">
                  <c:v>4</c:v>
                </c:pt>
                <c:pt idx="72606">
                  <c:v>4</c:v>
                </c:pt>
                <c:pt idx="72607">
                  <c:v>5</c:v>
                </c:pt>
                <c:pt idx="72608">
                  <c:v>6</c:v>
                </c:pt>
                <c:pt idx="72609">
                  <c:v>2</c:v>
                </c:pt>
                <c:pt idx="72610">
                  <c:v>4</c:v>
                </c:pt>
                <c:pt idx="72611">
                  <c:v>2</c:v>
                </c:pt>
                <c:pt idx="72612">
                  <c:v>2</c:v>
                </c:pt>
                <c:pt idx="72613">
                  <c:v>2</c:v>
                </c:pt>
                <c:pt idx="72614">
                  <c:v>4</c:v>
                </c:pt>
                <c:pt idx="72615">
                  <c:v>4</c:v>
                </c:pt>
                <c:pt idx="72616">
                  <c:v>2</c:v>
                </c:pt>
                <c:pt idx="72617">
                  <c:v>2</c:v>
                </c:pt>
                <c:pt idx="72618">
                  <c:v>2</c:v>
                </c:pt>
                <c:pt idx="72619">
                  <c:v>2</c:v>
                </c:pt>
                <c:pt idx="72620">
                  <c:v>2</c:v>
                </c:pt>
                <c:pt idx="72621">
                  <c:v>2</c:v>
                </c:pt>
                <c:pt idx="72622">
                  <c:v>2</c:v>
                </c:pt>
                <c:pt idx="72623">
                  <c:v>2</c:v>
                </c:pt>
                <c:pt idx="72624">
                  <c:v>2</c:v>
                </c:pt>
                <c:pt idx="72625">
                  <c:v>3</c:v>
                </c:pt>
                <c:pt idx="72626">
                  <c:v>5</c:v>
                </c:pt>
                <c:pt idx="72627">
                  <c:v>3</c:v>
                </c:pt>
                <c:pt idx="72628">
                  <c:v>2</c:v>
                </c:pt>
                <c:pt idx="72629">
                  <c:v>3</c:v>
                </c:pt>
                <c:pt idx="72630">
                  <c:v>4</c:v>
                </c:pt>
                <c:pt idx="72631">
                  <c:v>3</c:v>
                </c:pt>
                <c:pt idx="72632">
                  <c:v>2</c:v>
                </c:pt>
                <c:pt idx="72633">
                  <c:v>2</c:v>
                </c:pt>
                <c:pt idx="72634">
                  <c:v>2</c:v>
                </c:pt>
                <c:pt idx="72635">
                  <c:v>3</c:v>
                </c:pt>
                <c:pt idx="72636">
                  <c:v>1</c:v>
                </c:pt>
                <c:pt idx="72637">
                  <c:v>2</c:v>
                </c:pt>
                <c:pt idx="72638">
                  <c:v>2</c:v>
                </c:pt>
                <c:pt idx="72639">
                  <c:v>3</c:v>
                </c:pt>
                <c:pt idx="72640">
                  <c:v>1</c:v>
                </c:pt>
                <c:pt idx="72641">
                  <c:v>2</c:v>
                </c:pt>
                <c:pt idx="72642">
                  <c:v>4</c:v>
                </c:pt>
                <c:pt idx="72643">
                  <c:v>2</c:v>
                </c:pt>
                <c:pt idx="72644">
                  <c:v>22</c:v>
                </c:pt>
                <c:pt idx="72645">
                  <c:v>6</c:v>
                </c:pt>
                <c:pt idx="72646">
                  <c:v>5</c:v>
                </c:pt>
                <c:pt idx="72647">
                  <c:v>3</c:v>
                </c:pt>
                <c:pt idx="72648">
                  <c:v>3</c:v>
                </c:pt>
                <c:pt idx="72649">
                  <c:v>4</c:v>
                </c:pt>
                <c:pt idx="72650">
                  <c:v>5</c:v>
                </c:pt>
                <c:pt idx="72651">
                  <c:v>3</c:v>
                </c:pt>
                <c:pt idx="72652">
                  <c:v>4</c:v>
                </c:pt>
                <c:pt idx="72653">
                  <c:v>4</c:v>
                </c:pt>
                <c:pt idx="72654">
                  <c:v>3</c:v>
                </c:pt>
                <c:pt idx="72655">
                  <c:v>2</c:v>
                </c:pt>
                <c:pt idx="72656">
                  <c:v>3</c:v>
                </c:pt>
                <c:pt idx="72657">
                  <c:v>2</c:v>
                </c:pt>
                <c:pt idx="72658">
                  <c:v>1</c:v>
                </c:pt>
                <c:pt idx="72659">
                  <c:v>3</c:v>
                </c:pt>
                <c:pt idx="72660">
                  <c:v>2</c:v>
                </c:pt>
                <c:pt idx="72661">
                  <c:v>3</c:v>
                </c:pt>
                <c:pt idx="72662">
                  <c:v>2</c:v>
                </c:pt>
                <c:pt idx="72663">
                  <c:v>2</c:v>
                </c:pt>
                <c:pt idx="72664">
                  <c:v>2</c:v>
                </c:pt>
                <c:pt idx="72665">
                  <c:v>4</c:v>
                </c:pt>
                <c:pt idx="72666">
                  <c:v>3</c:v>
                </c:pt>
                <c:pt idx="72667">
                  <c:v>3</c:v>
                </c:pt>
                <c:pt idx="72668">
                  <c:v>5</c:v>
                </c:pt>
                <c:pt idx="72669">
                  <c:v>4</c:v>
                </c:pt>
                <c:pt idx="72670">
                  <c:v>6</c:v>
                </c:pt>
                <c:pt idx="72671">
                  <c:v>3</c:v>
                </c:pt>
                <c:pt idx="72672">
                  <c:v>7</c:v>
                </c:pt>
                <c:pt idx="72673">
                  <c:v>5</c:v>
                </c:pt>
                <c:pt idx="72674">
                  <c:v>5</c:v>
                </c:pt>
                <c:pt idx="72675">
                  <c:v>1</c:v>
                </c:pt>
                <c:pt idx="72676">
                  <c:v>1</c:v>
                </c:pt>
                <c:pt idx="72677">
                  <c:v>1</c:v>
                </c:pt>
                <c:pt idx="72678">
                  <c:v>2</c:v>
                </c:pt>
                <c:pt idx="72679">
                  <c:v>1</c:v>
                </c:pt>
                <c:pt idx="72680">
                  <c:v>1</c:v>
                </c:pt>
                <c:pt idx="72681">
                  <c:v>1</c:v>
                </c:pt>
                <c:pt idx="72682">
                  <c:v>2</c:v>
                </c:pt>
                <c:pt idx="72683">
                  <c:v>3</c:v>
                </c:pt>
                <c:pt idx="72684">
                  <c:v>1</c:v>
                </c:pt>
                <c:pt idx="72685">
                  <c:v>1</c:v>
                </c:pt>
                <c:pt idx="72686">
                  <c:v>1</c:v>
                </c:pt>
                <c:pt idx="72687">
                  <c:v>2</c:v>
                </c:pt>
                <c:pt idx="72688">
                  <c:v>3</c:v>
                </c:pt>
                <c:pt idx="72689">
                  <c:v>1</c:v>
                </c:pt>
                <c:pt idx="72690">
                  <c:v>4</c:v>
                </c:pt>
                <c:pt idx="72691">
                  <c:v>2</c:v>
                </c:pt>
                <c:pt idx="72692">
                  <c:v>7</c:v>
                </c:pt>
                <c:pt idx="72693">
                  <c:v>2</c:v>
                </c:pt>
                <c:pt idx="72694">
                  <c:v>4</c:v>
                </c:pt>
                <c:pt idx="72695">
                  <c:v>3</c:v>
                </c:pt>
                <c:pt idx="72696">
                  <c:v>4</c:v>
                </c:pt>
                <c:pt idx="72697">
                  <c:v>3</c:v>
                </c:pt>
                <c:pt idx="72698">
                  <c:v>2</c:v>
                </c:pt>
                <c:pt idx="72699">
                  <c:v>2</c:v>
                </c:pt>
                <c:pt idx="72700">
                  <c:v>4</c:v>
                </c:pt>
                <c:pt idx="72701">
                  <c:v>2</c:v>
                </c:pt>
                <c:pt idx="72702">
                  <c:v>2</c:v>
                </c:pt>
                <c:pt idx="72703">
                  <c:v>4</c:v>
                </c:pt>
                <c:pt idx="72704">
                  <c:v>1</c:v>
                </c:pt>
                <c:pt idx="72705">
                  <c:v>1</c:v>
                </c:pt>
                <c:pt idx="72706">
                  <c:v>1</c:v>
                </c:pt>
                <c:pt idx="72707">
                  <c:v>1</c:v>
                </c:pt>
                <c:pt idx="72708">
                  <c:v>1</c:v>
                </c:pt>
                <c:pt idx="72709">
                  <c:v>1</c:v>
                </c:pt>
                <c:pt idx="72710">
                  <c:v>1</c:v>
                </c:pt>
                <c:pt idx="72711">
                  <c:v>1</c:v>
                </c:pt>
                <c:pt idx="72712">
                  <c:v>1</c:v>
                </c:pt>
                <c:pt idx="72713">
                  <c:v>1</c:v>
                </c:pt>
                <c:pt idx="72714">
                  <c:v>1</c:v>
                </c:pt>
                <c:pt idx="72715">
                  <c:v>1</c:v>
                </c:pt>
                <c:pt idx="72716">
                  <c:v>1</c:v>
                </c:pt>
                <c:pt idx="72717">
                  <c:v>2</c:v>
                </c:pt>
                <c:pt idx="72718">
                  <c:v>1</c:v>
                </c:pt>
                <c:pt idx="72719">
                  <c:v>2</c:v>
                </c:pt>
                <c:pt idx="72720">
                  <c:v>1</c:v>
                </c:pt>
                <c:pt idx="72721">
                  <c:v>2</c:v>
                </c:pt>
                <c:pt idx="72722">
                  <c:v>1</c:v>
                </c:pt>
                <c:pt idx="72723">
                  <c:v>2</c:v>
                </c:pt>
                <c:pt idx="72724">
                  <c:v>1</c:v>
                </c:pt>
                <c:pt idx="72725">
                  <c:v>2</c:v>
                </c:pt>
                <c:pt idx="72726">
                  <c:v>1</c:v>
                </c:pt>
                <c:pt idx="72727">
                  <c:v>3</c:v>
                </c:pt>
                <c:pt idx="72728">
                  <c:v>1</c:v>
                </c:pt>
                <c:pt idx="72729">
                  <c:v>2</c:v>
                </c:pt>
                <c:pt idx="72730">
                  <c:v>2</c:v>
                </c:pt>
                <c:pt idx="72731">
                  <c:v>1</c:v>
                </c:pt>
                <c:pt idx="72732">
                  <c:v>2</c:v>
                </c:pt>
                <c:pt idx="72733">
                  <c:v>4</c:v>
                </c:pt>
                <c:pt idx="72734">
                  <c:v>3</c:v>
                </c:pt>
                <c:pt idx="72735">
                  <c:v>2</c:v>
                </c:pt>
                <c:pt idx="72736">
                  <c:v>3</c:v>
                </c:pt>
                <c:pt idx="72737">
                  <c:v>4</c:v>
                </c:pt>
                <c:pt idx="72738">
                  <c:v>3</c:v>
                </c:pt>
                <c:pt idx="72739">
                  <c:v>2</c:v>
                </c:pt>
                <c:pt idx="72740">
                  <c:v>3</c:v>
                </c:pt>
                <c:pt idx="72741">
                  <c:v>3</c:v>
                </c:pt>
                <c:pt idx="72742">
                  <c:v>3</c:v>
                </c:pt>
                <c:pt idx="72743">
                  <c:v>2</c:v>
                </c:pt>
                <c:pt idx="72744">
                  <c:v>1</c:v>
                </c:pt>
                <c:pt idx="72745">
                  <c:v>5</c:v>
                </c:pt>
                <c:pt idx="72746">
                  <c:v>3</c:v>
                </c:pt>
                <c:pt idx="72747">
                  <c:v>2</c:v>
                </c:pt>
                <c:pt idx="72748">
                  <c:v>7</c:v>
                </c:pt>
                <c:pt idx="72749">
                  <c:v>3</c:v>
                </c:pt>
                <c:pt idx="72750">
                  <c:v>4</c:v>
                </c:pt>
                <c:pt idx="72751">
                  <c:v>3</c:v>
                </c:pt>
                <c:pt idx="72752">
                  <c:v>4</c:v>
                </c:pt>
                <c:pt idx="72753">
                  <c:v>6</c:v>
                </c:pt>
                <c:pt idx="72754">
                  <c:v>4</c:v>
                </c:pt>
                <c:pt idx="72755">
                  <c:v>4</c:v>
                </c:pt>
                <c:pt idx="72756">
                  <c:v>5</c:v>
                </c:pt>
                <c:pt idx="72757">
                  <c:v>2</c:v>
                </c:pt>
                <c:pt idx="72758">
                  <c:v>2</c:v>
                </c:pt>
                <c:pt idx="72759">
                  <c:v>1</c:v>
                </c:pt>
                <c:pt idx="72760">
                  <c:v>2</c:v>
                </c:pt>
                <c:pt idx="72761">
                  <c:v>2</c:v>
                </c:pt>
                <c:pt idx="72762">
                  <c:v>2</c:v>
                </c:pt>
                <c:pt idx="72763">
                  <c:v>2</c:v>
                </c:pt>
                <c:pt idx="72764">
                  <c:v>2</c:v>
                </c:pt>
                <c:pt idx="72765">
                  <c:v>1</c:v>
                </c:pt>
                <c:pt idx="72766">
                  <c:v>2</c:v>
                </c:pt>
                <c:pt idx="72767">
                  <c:v>3</c:v>
                </c:pt>
                <c:pt idx="72768">
                  <c:v>2</c:v>
                </c:pt>
                <c:pt idx="72769">
                  <c:v>2</c:v>
                </c:pt>
                <c:pt idx="72770">
                  <c:v>2</c:v>
                </c:pt>
                <c:pt idx="72771">
                  <c:v>1</c:v>
                </c:pt>
                <c:pt idx="72772">
                  <c:v>3</c:v>
                </c:pt>
                <c:pt idx="72773">
                  <c:v>2</c:v>
                </c:pt>
                <c:pt idx="72774">
                  <c:v>2</c:v>
                </c:pt>
                <c:pt idx="72775">
                  <c:v>1</c:v>
                </c:pt>
                <c:pt idx="72776">
                  <c:v>2</c:v>
                </c:pt>
                <c:pt idx="72777">
                  <c:v>2</c:v>
                </c:pt>
                <c:pt idx="72778">
                  <c:v>2</c:v>
                </c:pt>
                <c:pt idx="72779">
                  <c:v>2</c:v>
                </c:pt>
                <c:pt idx="72780">
                  <c:v>1</c:v>
                </c:pt>
                <c:pt idx="72781">
                  <c:v>3</c:v>
                </c:pt>
                <c:pt idx="72782">
                  <c:v>1</c:v>
                </c:pt>
                <c:pt idx="72783">
                  <c:v>2</c:v>
                </c:pt>
                <c:pt idx="72784">
                  <c:v>2</c:v>
                </c:pt>
                <c:pt idx="72785">
                  <c:v>1</c:v>
                </c:pt>
                <c:pt idx="72786">
                  <c:v>2</c:v>
                </c:pt>
                <c:pt idx="72787">
                  <c:v>2</c:v>
                </c:pt>
                <c:pt idx="72788">
                  <c:v>2</c:v>
                </c:pt>
                <c:pt idx="72789">
                  <c:v>2</c:v>
                </c:pt>
                <c:pt idx="72790">
                  <c:v>2</c:v>
                </c:pt>
                <c:pt idx="72791">
                  <c:v>3</c:v>
                </c:pt>
                <c:pt idx="72792">
                  <c:v>2</c:v>
                </c:pt>
                <c:pt idx="72793">
                  <c:v>2</c:v>
                </c:pt>
                <c:pt idx="72794">
                  <c:v>2</c:v>
                </c:pt>
                <c:pt idx="72795">
                  <c:v>2</c:v>
                </c:pt>
                <c:pt idx="72796">
                  <c:v>3</c:v>
                </c:pt>
                <c:pt idx="72797">
                  <c:v>2</c:v>
                </c:pt>
                <c:pt idx="72798">
                  <c:v>3</c:v>
                </c:pt>
                <c:pt idx="72799">
                  <c:v>3</c:v>
                </c:pt>
                <c:pt idx="72800">
                  <c:v>3</c:v>
                </c:pt>
                <c:pt idx="72801">
                  <c:v>2</c:v>
                </c:pt>
                <c:pt idx="72802">
                  <c:v>2</c:v>
                </c:pt>
                <c:pt idx="72803">
                  <c:v>2</c:v>
                </c:pt>
                <c:pt idx="72804">
                  <c:v>3</c:v>
                </c:pt>
                <c:pt idx="72805">
                  <c:v>3</c:v>
                </c:pt>
                <c:pt idx="72806">
                  <c:v>3</c:v>
                </c:pt>
                <c:pt idx="72807">
                  <c:v>4</c:v>
                </c:pt>
                <c:pt idx="72808">
                  <c:v>3</c:v>
                </c:pt>
                <c:pt idx="72809">
                  <c:v>3</c:v>
                </c:pt>
                <c:pt idx="72810">
                  <c:v>3</c:v>
                </c:pt>
                <c:pt idx="72811">
                  <c:v>3</c:v>
                </c:pt>
                <c:pt idx="72812">
                  <c:v>3</c:v>
                </c:pt>
                <c:pt idx="72813">
                  <c:v>3</c:v>
                </c:pt>
                <c:pt idx="72814">
                  <c:v>2</c:v>
                </c:pt>
                <c:pt idx="72815">
                  <c:v>3</c:v>
                </c:pt>
                <c:pt idx="72816">
                  <c:v>3</c:v>
                </c:pt>
                <c:pt idx="72817">
                  <c:v>3</c:v>
                </c:pt>
                <c:pt idx="72818">
                  <c:v>3</c:v>
                </c:pt>
                <c:pt idx="72819">
                  <c:v>1</c:v>
                </c:pt>
                <c:pt idx="72820">
                  <c:v>3</c:v>
                </c:pt>
                <c:pt idx="72821">
                  <c:v>2</c:v>
                </c:pt>
                <c:pt idx="72822">
                  <c:v>1</c:v>
                </c:pt>
                <c:pt idx="72823">
                  <c:v>1</c:v>
                </c:pt>
                <c:pt idx="72824">
                  <c:v>2</c:v>
                </c:pt>
                <c:pt idx="72825">
                  <c:v>5</c:v>
                </c:pt>
                <c:pt idx="72826">
                  <c:v>5</c:v>
                </c:pt>
                <c:pt idx="72827">
                  <c:v>5</c:v>
                </c:pt>
                <c:pt idx="72828">
                  <c:v>4</c:v>
                </c:pt>
                <c:pt idx="72829">
                  <c:v>2</c:v>
                </c:pt>
                <c:pt idx="72830">
                  <c:v>3</c:v>
                </c:pt>
                <c:pt idx="72831">
                  <c:v>3</c:v>
                </c:pt>
                <c:pt idx="72832">
                  <c:v>4</c:v>
                </c:pt>
                <c:pt idx="72833">
                  <c:v>1</c:v>
                </c:pt>
                <c:pt idx="72834">
                  <c:v>2</c:v>
                </c:pt>
                <c:pt idx="72835">
                  <c:v>4</c:v>
                </c:pt>
                <c:pt idx="72836">
                  <c:v>1</c:v>
                </c:pt>
                <c:pt idx="72837">
                  <c:v>4</c:v>
                </c:pt>
                <c:pt idx="72838">
                  <c:v>5</c:v>
                </c:pt>
                <c:pt idx="72839">
                  <c:v>4</c:v>
                </c:pt>
                <c:pt idx="72840">
                  <c:v>5</c:v>
                </c:pt>
                <c:pt idx="72841">
                  <c:v>4</c:v>
                </c:pt>
                <c:pt idx="72842">
                  <c:v>2</c:v>
                </c:pt>
                <c:pt idx="72843">
                  <c:v>3</c:v>
                </c:pt>
                <c:pt idx="72844">
                  <c:v>2</c:v>
                </c:pt>
                <c:pt idx="72845">
                  <c:v>2</c:v>
                </c:pt>
                <c:pt idx="72846">
                  <c:v>3</c:v>
                </c:pt>
                <c:pt idx="72847">
                  <c:v>1</c:v>
                </c:pt>
                <c:pt idx="72848">
                  <c:v>2</c:v>
                </c:pt>
                <c:pt idx="72849">
                  <c:v>2</c:v>
                </c:pt>
                <c:pt idx="72850">
                  <c:v>1</c:v>
                </c:pt>
                <c:pt idx="72851">
                  <c:v>3</c:v>
                </c:pt>
                <c:pt idx="72852">
                  <c:v>3</c:v>
                </c:pt>
                <c:pt idx="72853">
                  <c:v>2</c:v>
                </c:pt>
                <c:pt idx="72854">
                  <c:v>46</c:v>
                </c:pt>
                <c:pt idx="72855">
                  <c:v>2</c:v>
                </c:pt>
                <c:pt idx="72856">
                  <c:v>2</c:v>
                </c:pt>
                <c:pt idx="72857">
                  <c:v>2</c:v>
                </c:pt>
                <c:pt idx="72858">
                  <c:v>2</c:v>
                </c:pt>
                <c:pt idx="72859">
                  <c:v>2</c:v>
                </c:pt>
                <c:pt idx="72860">
                  <c:v>2</c:v>
                </c:pt>
                <c:pt idx="72861">
                  <c:v>2</c:v>
                </c:pt>
                <c:pt idx="72862">
                  <c:v>2</c:v>
                </c:pt>
                <c:pt idx="72863">
                  <c:v>2</c:v>
                </c:pt>
                <c:pt idx="72864">
                  <c:v>2</c:v>
                </c:pt>
                <c:pt idx="72865">
                  <c:v>2</c:v>
                </c:pt>
                <c:pt idx="72866">
                  <c:v>2</c:v>
                </c:pt>
                <c:pt idx="72867">
                  <c:v>2</c:v>
                </c:pt>
                <c:pt idx="72868">
                  <c:v>2</c:v>
                </c:pt>
                <c:pt idx="72869">
                  <c:v>1</c:v>
                </c:pt>
                <c:pt idx="72870">
                  <c:v>1</c:v>
                </c:pt>
                <c:pt idx="72871">
                  <c:v>1</c:v>
                </c:pt>
                <c:pt idx="72872">
                  <c:v>1</c:v>
                </c:pt>
                <c:pt idx="72873">
                  <c:v>2</c:v>
                </c:pt>
                <c:pt idx="72874">
                  <c:v>3</c:v>
                </c:pt>
                <c:pt idx="72875">
                  <c:v>1</c:v>
                </c:pt>
                <c:pt idx="72876">
                  <c:v>1</c:v>
                </c:pt>
                <c:pt idx="72877">
                  <c:v>3</c:v>
                </c:pt>
                <c:pt idx="72878">
                  <c:v>2</c:v>
                </c:pt>
                <c:pt idx="72879">
                  <c:v>-2</c:v>
                </c:pt>
                <c:pt idx="72880">
                  <c:v>2</c:v>
                </c:pt>
                <c:pt idx="72881">
                  <c:v>2</c:v>
                </c:pt>
                <c:pt idx="72882">
                  <c:v>2</c:v>
                </c:pt>
                <c:pt idx="72883">
                  <c:v>2</c:v>
                </c:pt>
                <c:pt idx="72884">
                  <c:v>1</c:v>
                </c:pt>
                <c:pt idx="72885">
                  <c:v>1</c:v>
                </c:pt>
                <c:pt idx="72886">
                  <c:v>5</c:v>
                </c:pt>
                <c:pt idx="72887">
                  <c:v>1</c:v>
                </c:pt>
                <c:pt idx="72888">
                  <c:v>1</c:v>
                </c:pt>
                <c:pt idx="72889">
                  <c:v>-2</c:v>
                </c:pt>
                <c:pt idx="72890">
                  <c:v>2</c:v>
                </c:pt>
                <c:pt idx="72891">
                  <c:v>2</c:v>
                </c:pt>
                <c:pt idx="72892">
                  <c:v>2</c:v>
                </c:pt>
                <c:pt idx="72893">
                  <c:v>0</c:v>
                </c:pt>
                <c:pt idx="72894">
                  <c:v>1</c:v>
                </c:pt>
                <c:pt idx="72895">
                  <c:v>0</c:v>
                </c:pt>
                <c:pt idx="72896">
                  <c:v>2</c:v>
                </c:pt>
                <c:pt idx="72897">
                  <c:v>1</c:v>
                </c:pt>
                <c:pt idx="72898">
                  <c:v>1</c:v>
                </c:pt>
                <c:pt idx="72899">
                  <c:v>2</c:v>
                </c:pt>
                <c:pt idx="72900">
                  <c:v>1</c:v>
                </c:pt>
                <c:pt idx="72901">
                  <c:v>2</c:v>
                </c:pt>
                <c:pt idx="72902">
                  <c:v>1</c:v>
                </c:pt>
                <c:pt idx="72903">
                  <c:v>2</c:v>
                </c:pt>
                <c:pt idx="72904">
                  <c:v>1</c:v>
                </c:pt>
                <c:pt idx="72905">
                  <c:v>2</c:v>
                </c:pt>
                <c:pt idx="72906">
                  <c:v>1</c:v>
                </c:pt>
                <c:pt idx="72907">
                  <c:v>1</c:v>
                </c:pt>
                <c:pt idx="72908">
                  <c:v>2</c:v>
                </c:pt>
                <c:pt idx="72909">
                  <c:v>2</c:v>
                </c:pt>
                <c:pt idx="72910">
                  <c:v>1</c:v>
                </c:pt>
                <c:pt idx="72911">
                  <c:v>2</c:v>
                </c:pt>
                <c:pt idx="72912">
                  <c:v>1</c:v>
                </c:pt>
                <c:pt idx="72913">
                  <c:v>1</c:v>
                </c:pt>
                <c:pt idx="72914">
                  <c:v>1</c:v>
                </c:pt>
                <c:pt idx="72915">
                  <c:v>1</c:v>
                </c:pt>
                <c:pt idx="72916">
                  <c:v>1</c:v>
                </c:pt>
                <c:pt idx="72917">
                  <c:v>1</c:v>
                </c:pt>
                <c:pt idx="72918">
                  <c:v>1</c:v>
                </c:pt>
                <c:pt idx="72919">
                  <c:v>3</c:v>
                </c:pt>
                <c:pt idx="72920">
                  <c:v>3</c:v>
                </c:pt>
                <c:pt idx="72921">
                  <c:v>1</c:v>
                </c:pt>
                <c:pt idx="72922">
                  <c:v>1</c:v>
                </c:pt>
                <c:pt idx="72923">
                  <c:v>2</c:v>
                </c:pt>
                <c:pt idx="72924">
                  <c:v>1</c:v>
                </c:pt>
                <c:pt idx="72925">
                  <c:v>1</c:v>
                </c:pt>
                <c:pt idx="72926">
                  <c:v>1</c:v>
                </c:pt>
                <c:pt idx="72927">
                  <c:v>1</c:v>
                </c:pt>
                <c:pt idx="72928">
                  <c:v>2</c:v>
                </c:pt>
                <c:pt idx="72929">
                  <c:v>2</c:v>
                </c:pt>
                <c:pt idx="72930">
                  <c:v>1</c:v>
                </c:pt>
                <c:pt idx="72931">
                  <c:v>1</c:v>
                </c:pt>
                <c:pt idx="72932">
                  <c:v>1</c:v>
                </c:pt>
                <c:pt idx="72933">
                  <c:v>2</c:v>
                </c:pt>
                <c:pt idx="72934">
                  <c:v>2</c:v>
                </c:pt>
                <c:pt idx="72935">
                  <c:v>1</c:v>
                </c:pt>
                <c:pt idx="72936">
                  <c:v>2</c:v>
                </c:pt>
                <c:pt idx="72937">
                  <c:v>2</c:v>
                </c:pt>
                <c:pt idx="72938">
                  <c:v>1</c:v>
                </c:pt>
                <c:pt idx="72939">
                  <c:v>2</c:v>
                </c:pt>
                <c:pt idx="72940">
                  <c:v>1</c:v>
                </c:pt>
                <c:pt idx="72941">
                  <c:v>2</c:v>
                </c:pt>
                <c:pt idx="72942">
                  <c:v>1</c:v>
                </c:pt>
                <c:pt idx="72943">
                  <c:v>1</c:v>
                </c:pt>
                <c:pt idx="72944">
                  <c:v>2</c:v>
                </c:pt>
                <c:pt idx="72945">
                  <c:v>2</c:v>
                </c:pt>
                <c:pt idx="72946">
                  <c:v>1</c:v>
                </c:pt>
                <c:pt idx="72947">
                  <c:v>1</c:v>
                </c:pt>
                <c:pt idx="72948">
                  <c:v>2</c:v>
                </c:pt>
                <c:pt idx="72949">
                  <c:v>1</c:v>
                </c:pt>
                <c:pt idx="72950">
                  <c:v>1</c:v>
                </c:pt>
                <c:pt idx="72951">
                  <c:v>4</c:v>
                </c:pt>
                <c:pt idx="72952">
                  <c:v>2</c:v>
                </c:pt>
                <c:pt idx="72953">
                  <c:v>3</c:v>
                </c:pt>
                <c:pt idx="72954">
                  <c:v>1</c:v>
                </c:pt>
                <c:pt idx="72955">
                  <c:v>2</c:v>
                </c:pt>
                <c:pt idx="72956">
                  <c:v>2</c:v>
                </c:pt>
                <c:pt idx="72957">
                  <c:v>2</c:v>
                </c:pt>
                <c:pt idx="72958">
                  <c:v>2</c:v>
                </c:pt>
                <c:pt idx="72959">
                  <c:v>4</c:v>
                </c:pt>
                <c:pt idx="72960">
                  <c:v>3</c:v>
                </c:pt>
                <c:pt idx="72961">
                  <c:v>3</c:v>
                </c:pt>
                <c:pt idx="72962">
                  <c:v>3</c:v>
                </c:pt>
                <c:pt idx="72963">
                  <c:v>3</c:v>
                </c:pt>
                <c:pt idx="72964">
                  <c:v>3</c:v>
                </c:pt>
                <c:pt idx="72965">
                  <c:v>3</c:v>
                </c:pt>
                <c:pt idx="72966">
                  <c:v>3</c:v>
                </c:pt>
                <c:pt idx="72967">
                  <c:v>4</c:v>
                </c:pt>
                <c:pt idx="72968">
                  <c:v>3</c:v>
                </c:pt>
                <c:pt idx="72969">
                  <c:v>2</c:v>
                </c:pt>
                <c:pt idx="72970">
                  <c:v>3</c:v>
                </c:pt>
                <c:pt idx="72971">
                  <c:v>5</c:v>
                </c:pt>
                <c:pt idx="72972">
                  <c:v>4</c:v>
                </c:pt>
                <c:pt idx="72973">
                  <c:v>2</c:v>
                </c:pt>
                <c:pt idx="72974">
                  <c:v>1</c:v>
                </c:pt>
                <c:pt idx="72975">
                  <c:v>2</c:v>
                </c:pt>
                <c:pt idx="72976">
                  <c:v>3</c:v>
                </c:pt>
                <c:pt idx="72977">
                  <c:v>2</c:v>
                </c:pt>
                <c:pt idx="72978">
                  <c:v>3</c:v>
                </c:pt>
                <c:pt idx="72979">
                  <c:v>1</c:v>
                </c:pt>
                <c:pt idx="72980">
                  <c:v>1</c:v>
                </c:pt>
                <c:pt idx="72981">
                  <c:v>2</c:v>
                </c:pt>
                <c:pt idx="72982">
                  <c:v>2</c:v>
                </c:pt>
                <c:pt idx="72983">
                  <c:v>1</c:v>
                </c:pt>
                <c:pt idx="72984">
                  <c:v>1</c:v>
                </c:pt>
                <c:pt idx="72985">
                  <c:v>1</c:v>
                </c:pt>
                <c:pt idx="72986">
                  <c:v>4</c:v>
                </c:pt>
                <c:pt idx="72987">
                  <c:v>2</c:v>
                </c:pt>
                <c:pt idx="72988">
                  <c:v>1</c:v>
                </c:pt>
                <c:pt idx="72989">
                  <c:v>1</c:v>
                </c:pt>
                <c:pt idx="72990">
                  <c:v>2</c:v>
                </c:pt>
                <c:pt idx="72991">
                  <c:v>1</c:v>
                </c:pt>
                <c:pt idx="72992">
                  <c:v>3</c:v>
                </c:pt>
                <c:pt idx="72993">
                  <c:v>4</c:v>
                </c:pt>
                <c:pt idx="72994">
                  <c:v>1</c:v>
                </c:pt>
                <c:pt idx="72995">
                  <c:v>5</c:v>
                </c:pt>
                <c:pt idx="72996">
                  <c:v>2</c:v>
                </c:pt>
                <c:pt idx="72997">
                  <c:v>1</c:v>
                </c:pt>
                <c:pt idx="72998">
                  <c:v>2</c:v>
                </c:pt>
                <c:pt idx="72999">
                  <c:v>4</c:v>
                </c:pt>
                <c:pt idx="73000">
                  <c:v>-3</c:v>
                </c:pt>
                <c:pt idx="73001">
                  <c:v>7</c:v>
                </c:pt>
                <c:pt idx="73002">
                  <c:v>5</c:v>
                </c:pt>
                <c:pt idx="73003">
                  <c:v>6</c:v>
                </c:pt>
                <c:pt idx="73004">
                  <c:v>6</c:v>
                </c:pt>
                <c:pt idx="73005">
                  <c:v>4</c:v>
                </c:pt>
                <c:pt idx="73006">
                  <c:v>5</c:v>
                </c:pt>
                <c:pt idx="73007">
                  <c:v>4</c:v>
                </c:pt>
                <c:pt idx="73008">
                  <c:v>5</c:v>
                </c:pt>
                <c:pt idx="73009">
                  <c:v>2</c:v>
                </c:pt>
                <c:pt idx="73010">
                  <c:v>2</c:v>
                </c:pt>
                <c:pt idx="73011">
                  <c:v>1</c:v>
                </c:pt>
                <c:pt idx="73012">
                  <c:v>1</c:v>
                </c:pt>
                <c:pt idx="73013">
                  <c:v>2</c:v>
                </c:pt>
                <c:pt idx="73014">
                  <c:v>2</c:v>
                </c:pt>
                <c:pt idx="73015">
                  <c:v>2</c:v>
                </c:pt>
                <c:pt idx="73016">
                  <c:v>1</c:v>
                </c:pt>
                <c:pt idx="73017">
                  <c:v>2</c:v>
                </c:pt>
                <c:pt idx="73018">
                  <c:v>1</c:v>
                </c:pt>
                <c:pt idx="73019">
                  <c:v>2</c:v>
                </c:pt>
                <c:pt idx="73020">
                  <c:v>3</c:v>
                </c:pt>
                <c:pt idx="73021">
                  <c:v>2</c:v>
                </c:pt>
                <c:pt idx="73022">
                  <c:v>2</c:v>
                </c:pt>
                <c:pt idx="73023">
                  <c:v>2</c:v>
                </c:pt>
                <c:pt idx="73024">
                  <c:v>2</c:v>
                </c:pt>
                <c:pt idx="73025">
                  <c:v>3</c:v>
                </c:pt>
                <c:pt idx="73026">
                  <c:v>8</c:v>
                </c:pt>
                <c:pt idx="73027">
                  <c:v>12</c:v>
                </c:pt>
                <c:pt idx="73028">
                  <c:v>12</c:v>
                </c:pt>
                <c:pt idx="73029">
                  <c:v>-2</c:v>
                </c:pt>
                <c:pt idx="73030">
                  <c:v>4</c:v>
                </c:pt>
                <c:pt idx="73031">
                  <c:v>3</c:v>
                </c:pt>
                <c:pt idx="73032">
                  <c:v>2</c:v>
                </c:pt>
                <c:pt idx="73033">
                  <c:v>2</c:v>
                </c:pt>
                <c:pt idx="73034">
                  <c:v>2</c:v>
                </c:pt>
                <c:pt idx="73035">
                  <c:v>3</c:v>
                </c:pt>
                <c:pt idx="73036">
                  <c:v>2</c:v>
                </c:pt>
                <c:pt idx="73037">
                  <c:v>2</c:v>
                </c:pt>
                <c:pt idx="73038">
                  <c:v>3</c:v>
                </c:pt>
                <c:pt idx="73039">
                  <c:v>1</c:v>
                </c:pt>
                <c:pt idx="73040">
                  <c:v>1</c:v>
                </c:pt>
                <c:pt idx="73041">
                  <c:v>4</c:v>
                </c:pt>
                <c:pt idx="73042">
                  <c:v>3</c:v>
                </c:pt>
                <c:pt idx="73043">
                  <c:v>4</c:v>
                </c:pt>
                <c:pt idx="73044">
                  <c:v>2</c:v>
                </c:pt>
                <c:pt idx="73045">
                  <c:v>2</c:v>
                </c:pt>
                <c:pt idx="73046">
                  <c:v>2</c:v>
                </c:pt>
                <c:pt idx="73047">
                  <c:v>2</c:v>
                </c:pt>
                <c:pt idx="73048">
                  <c:v>2</c:v>
                </c:pt>
                <c:pt idx="73049">
                  <c:v>4</c:v>
                </c:pt>
                <c:pt idx="73050">
                  <c:v>2</c:v>
                </c:pt>
                <c:pt idx="73051">
                  <c:v>2</c:v>
                </c:pt>
                <c:pt idx="73052">
                  <c:v>3</c:v>
                </c:pt>
                <c:pt idx="73053">
                  <c:v>2</c:v>
                </c:pt>
                <c:pt idx="73054">
                  <c:v>2</c:v>
                </c:pt>
                <c:pt idx="73055">
                  <c:v>3</c:v>
                </c:pt>
                <c:pt idx="73056">
                  <c:v>2</c:v>
                </c:pt>
                <c:pt idx="73057">
                  <c:v>2</c:v>
                </c:pt>
                <c:pt idx="73058">
                  <c:v>3</c:v>
                </c:pt>
                <c:pt idx="73059">
                  <c:v>3</c:v>
                </c:pt>
                <c:pt idx="73060">
                  <c:v>4</c:v>
                </c:pt>
                <c:pt idx="73061">
                  <c:v>2</c:v>
                </c:pt>
                <c:pt idx="73062">
                  <c:v>2</c:v>
                </c:pt>
                <c:pt idx="73063">
                  <c:v>2</c:v>
                </c:pt>
                <c:pt idx="73064">
                  <c:v>2</c:v>
                </c:pt>
                <c:pt idx="73065">
                  <c:v>2</c:v>
                </c:pt>
                <c:pt idx="73066">
                  <c:v>0</c:v>
                </c:pt>
                <c:pt idx="73067">
                  <c:v>1</c:v>
                </c:pt>
                <c:pt idx="73068">
                  <c:v>2</c:v>
                </c:pt>
                <c:pt idx="73069">
                  <c:v>2</c:v>
                </c:pt>
                <c:pt idx="73070">
                  <c:v>1</c:v>
                </c:pt>
                <c:pt idx="73071">
                  <c:v>2</c:v>
                </c:pt>
                <c:pt idx="73072">
                  <c:v>1</c:v>
                </c:pt>
                <c:pt idx="73073">
                  <c:v>1</c:v>
                </c:pt>
                <c:pt idx="73074">
                  <c:v>1</c:v>
                </c:pt>
                <c:pt idx="73075">
                  <c:v>1</c:v>
                </c:pt>
                <c:pt idx="73076">
                  <c:v>1</c:v>
                </c:pt>
                <c:pt idx="73077">
                  <c:v>1</c:v>
                </c:pt>
                <c:pt idx="73078">
                  <c:v>2</c:v>
                </c:pt>
                <c:pt idx="73079">
                  <c:v>2</c:v>
                </c:pt>
                <c:pt idx="73080">
                  <c:v>1</c:v>
                </c:pt>
                <c:pt idx="73081">
                  <c:v>2</c:v>
                </c:pt>
                <c:pt idx="73082">
                  <c:v>1</c:v>
                </c:pt>
                <c:pt idx="73083">
                  <c:v>2</c:v>
                </c:pt>
                <c:pt idx="73084">
                  <c:v>2</c:v>
                </c:pt>
                <c:pt idx="73085">
                  <c:v>2</c:v>
                </c:pt>
                <c:pt idx="73086">
                  <c:v>1</c:v>
                </c:pt>
                <c:pt idx="73087">
                  <c:v>2</c:v>
                </c:pt>
                <c:pt idx="73088">
                  <c:v>2</c:v>
                </c:pt>
                <c:pt idx="73089">
                  <c:v>3</c:v>
                </c:pt>
                <c:pt idx="73090">
                  <c:v>2</c:v>
                </c:pt>
                <c:pt idx="73091">
                  <c:v>2</c:v>
                </c:pt>
                <c:pt idx="73092">
                  <c:v>2</c:v>
                </c:pt>
                <c:pt idx="73093">
                  <c:v>2</c:v>
                </c:pt>
                <c:pt idx="73094">
                  <c:v>2</c:v>
                </c:pt>
                <c:pt idx="73095">
                  <c:v>2</c:v>
                </c:pt>
                <c:pt idx="73096">
                  <c:v>2</c:v>
                </c:pt>
                <c:pt idx="73097">
                  <c:v>2</c:v>
                </c:pt>
                <c:pt idx="73098">
                  <c:v>-6</c:v>
                </c:pt>
                <c:pt idx="73099">
                  <c:v>6</c:v>
                </c:pt>
                <c:pt idx="73100">
                  <c:v>2</c:v>
                </c:pt>
                <c:pt idx="73101">
                  <c:v>2</c:v>
                </c:pt>
                <c:pt idx="73102">
                  <c:v>2</c:v>
                </c:pt>
                <c:pt idx="73103">
                  <c:v>2</c:v>
                </c:pt>
                <c:pt idx="73104">
                  <c:v>2</c:v>
                </c:pt>
                <c:pt idx="73105">
                  <c:v>2</c:v>
                </c:pt>
                <c:pt idx="73106">
                  <c:v>8</c:v>
                </c:pt>
                <c:pt idx="73107">
                  <c:v>6</c:v>
                </c:pt>
                <c:pt idx="73108">
                  <c:v>4</c:v>
                </c:pt>
                <c:pt idx="73109">
                  <c:v>8</c:v>
                </c:pt>
                <c:pt idx="73110">
                  <c:v>4</c:v>
                </c:pt>
                <c:pt idx="73111">
                  <c:v>2</c:v>
                </c:pt>
                <c:pt idx="73112">
                  <c:v>5</c:v>
                </c:pt>
                <c:pt idx="73113">
                  <c:v>3</c:v>
                </c:pt>
                <c:pt idx="73114">
                  <c:v>6</c:v>
                </c:pt>
                <c:pt idx="73115">
                  <c:v>5</c:v>
                </c:pt>
                <c:pt idx="73116">
                  <c:v>9</c:v>
                </c:pt>
                <c:pt idx="73117">
                  <c:v>7</c:v>
                </c:pt>
                <c:pt idx="73118">
                  <c:v>4</c:v>
                </c:pt>
                <c:pt idx="73119">
                  <c:v>5</c:v>
                </c:pt>
                <c:pt idx="73120">
                  <c:v>3</c:v>
                </c:pt>
                <c:pt idx="73121">
                  <c:v>6</c:v>
                </c:pt>
                <c:pt idx="73122">
                  <c:v>3</c:v>
                </c:pt>
                <c:pt idx="73123">
                  <c:v>3</c:v>
                </c:pt>
                <c:pt idx="73124">
                  <c:v>5</c:v>
                </c:pt>
                <c:pt idx="73125">
                  <c:v>4</c:v>
                </c:pt>
                <c:pt idx="73126">
                  <c:v>4</c:v>
                </c:pt>
                <c:pt idx="73127">
                  <c:v>5</c:v>
                </c:pt>
                <c:pt idx="73128">
                  <c:v>2</c:v>
                </c:pt>
                <c:pt idx="73129">
                  <c:v>4</c:v>
                </c:pt>
                <c:pt idx="73130">
                  <c:v>2</c:v>
                </c:pt>
                <c:pt idx="73131">
                  <c:v>3</c:v>
                </c:pt>
                <c:pt idx="73132">
                  <c:v>2</c:v>
                </c:pt>
                <c:pt idx="73133">
                  <c:v>2</c:v>
                </c:pt>
                <c:pt idx="73134">
                  <c:v>3</c:v>
                </c:pt>
                <c:pt idx="73135">
                  <c:v>3</c:v>
                </c:pt>
                <c:pt idx="73136">
                  <c:v>3</c:v>
                </c:pt>
                <c:pt idx="73137">
                  <c:v>4</c:v>
                </c:pt>
                <c:pt idx="73138">
                  <c:v>4</c:v>
                </c:pt>
                <c:pt idx="73139">
                  <c:v>4</c:v>
                </c:pt>
                <c:pt idx="73140">
                  <c:v>4</c:v>
                </c:pt>
                <c:pt idx="73141">
                  <c:v>3</c:v>
                </c:pt>
                <c:pt idx="73142">
                  <c:v>4</c:v>
                </c:pt>
                <c:pt idx="73143">
                  <c:v>2</c:v>
                </c:pt>
                <c:pt idx="73144">
                  <c:v>2</c:v>
                </c:pt>
                <c:pt idx="73145">
                  <c:v>4</c:v>
                </c:pt>
                <c:pt idx="73146">
                  <c:v>4</c:v>
                </c:pt>
                <c:pt idx="73147">
                  <c:v>2</c:v>
                </c:pt>
                <c:pt idx="73148">
                  <c:v>1</c:v>
                </c:pt>
                <c:pt idx="73149">
                  <c:v>2</c:v>
                </c:pt>
                <c:pt idx="73150">
                  <c:v>2</c:v>
                </c:pt>
                <c:pt idx="73151">
                  <c:v>2</c:v>
                </c:pt>
                <c:pt idx="73152">
                  <c:v>1</c:v>
                </c:pt>
                <c:pt idx="73153">
                  <c:v>1</c:v>
                </c:pt>
                <c:pt idx="73154">
                  <c:v>2</c:v>
                </c:pt>
                <c:pt idx="73155">
                  <c:v>1</c:v>
                </c:pt>
                <c:pt idx="73156">
                  <c:v>1</c:v>
                </c:pt>
                <c:pt idx="73157">
                  <c:v>1</c:v>
                </c:pt>
                <c:pt idx="73158">
                  <c:v>1</c:v>
                </c:pt>
                <c:pt idx="73159">
                  <c:v>1</c:v>
                </c:pt>
                <c:pt idx="73160">
                  <c:v>1</c:v>
                </c:pt>
                <c:pt idx="73161">
                  <c:v>1</c:v>
                </c:pt>
                <c:pt idx="73162">
                  <c:v>1</c:v>
                </c:pt>
                <c:pt idx="73163">
                  <c:v>4</c:v>
                </c:pt>
                <c:pt idx="73164">
                  <c:v>6</c:v>
                </c:pt>
                <c:pt idx="73165">
                  <c:v>1</c:v>
                </c:pt>
                <c:pt idx="73166">
                  <c:v>1</c:v>
                </c:pt>
                <c:pt idx="73167">
                  <c:v>2</c:v>
                </c:pt>
                <c:pt idx="73168">
                  <c:v>7</c:v>
                </c:pt>
                <c:pt idx="73169">
                  <c:v>4</c:v>
                </c:pt>
                <c:pt idx="73170">
                  <c:v>5</c:v>
                </c:pt>
                <c:pt idx="73171">
                  <c:v>4</c:v>
                </c:pt>
                <c:pt idx="73172">
                  <c:v>5</c:v>
                </c:pt>
                <c:pt idx="73173">
                  <c:v>5</c:v>
                </c:pt>
                <c:pt idx="73174">
                  <c:v>5</c:v>
                </c:pt>
                <c:pt idx="73175">
                  <c:v>5</c:v>
                </c:pt>
                <c:pt idx="73176">
                  <c:v>5</c:v>
                </c:pt>
                <c:pt idx="73177">
                  <c:v>3</c:v>
                </c:pt>
                <c:pt idx="73178">
                  <c:v>5</c:v>
                </c:pt>
                <c:pt idx="73179">
                  <c:v>6</c:v>
                </c:pt>
                <c:pt idx="73180">
                  <c:v>5</c:v>
                </c:pt>
                <c:pt idx="73181">
                  <c:v>5</c:v>
                </c:pt>
                <c:pt idx="73182">
                  <c:v>3</c:v>
                </c:pt>
                <c:pt idx="73183">
                  <c:v>11</c:v>
                </c:pt>
                <c:pt idx="73184">
                  <c:v>4</c:v>
                </c:pt>
                <c:pt idx="73185">
                  <c:v>4</c:v>
                </c:pt>
                <c:pt idx="73186">
                  <c:v>4</c:v>
                </c:pt>
                <c:pt idx="73187">
                  <c:v>3</c:v>
                </c:pt>
                <c:pt idx="73188">
                  <c:v>2</c:v>
                </c:pt>
                <c:pt idx="73189">
                  <c:v>2</c:v>
                </c:pt>
                <c:pt idx="73190">
                  <c:v>2</c:v>
                </c:pt>
                <c:pt idx="73191">
                  <c:v>3</c:v>
                </c:pt>
                <c:pt idx="73192">
                  <c:v>1</c:v>
                </c:pt>
                <c:pt idx="73193">
                  <c:v>2</c:v>
                </c:pt>
                <c:pt idx="73194">
                  <c:v>2</c:v>
                </c:pt>
                <c:pt idx="73195">
                  <c:v>2</c:v>
                </c:pt>
                <c:pt idx="73196">
                  <c:v>2</c:v>
                </c:pt>
                <c:pt idx="73197">
                  <c:v>3</c:v>
                </c:pt>
                <c:pt idx="73198">
                  <c:v>2</c:v>
                </c:pt>
                <c:pt idx="73199">
                  <c:v>2</c:v>
                </c:pt>
                <c:pt idx="73200">
                  <c:v>2</c:v>
                </c:pt>
                <c:pt idx="73201">
                  <c:v>1</c:v>
                </c:pt>
                <c:pt idx="73202">
                  <c:v>2</c:v>
                </c:pt>
                <c:pt idx="73203">
                  <c:v>2</c:v>
                </c:pt>
                <c:pt idx="73204">
                  <c:v>1</c:v>
                </c:pt>
                <c:pt idx="73205">
                  <c:v>2</c:v>
                </c:pt>
                <c:pt idx="73206">
                  <c:v>1</c:v>
                </c:pt>
                <c:pt idx="73207">
                  <c:v>2</c:v>
                </c:pt>
                <c:pt idx="73208">
                  <c:v>3</c:v>
                </c:pt>
                <c:pt idx="73209">
                  <c:v>2</c:v>
                </c:pt>
                <c:pt idx="73210">
                  <c:v>1</c:v>
                </c:pt>
                <c:pt idx="73211">
                  <c:v>3</c:v>
                </c:pt>
                <c:pt idx="73212">
                  <c:v>3</c:v>
                </c:pt>
                <c:pt idx="73213">
                  <c:v>3</c:v>
                </c:pt>
                <c:pt idx="73214">
                  <c:v>2</c:v>
                </c:pt>
                <c:pt idx="73215">
                  <c:v>3</c:v>
                </c:pt>
                <c:pt idx="73216">
                  <c:v>2</c:v>
                </c:pt>
                <c:pt idx="73217">
                  <c:v>3</c:v>
                </c:pt>
                <c:pt idx="73218">
                  <c:v>3</c:v>
                </c:pt>
                <c:pt idx="73219">
                  <c:v>2</c:v>
                </c:pt>
                <c:pt idx="73220">
                  <c:v>3</c:v>
                </c:pt>
                <c:pt idx="73221">
                  <c:v>2</c:v>
                </c:pt>
                <c:pt idx="73222">
                  <c:v>1</c:v>
                </c:pt>
                <c:pt idx="73223">
                  <c:v>2</c:v>
                </c:pt>
                <c:pt idx="73224">
                  <c:v>1</c:v>
                </c:pt>
                <c:pt idx="73225">
                  <c:v>4</c:v>
                </c:pt>
                <c:pt idx="73226">
                  <c:v>3</c:v>
                </c:pt>
                <c:pt idx="73227">
                  <c:v>3</c:v>
                </c:pt>
                <c:pt idx="73228">
                  <c:v>1</c:v>
                </c:pt>
                <c:pt idx="73229">
                  <c:v>2</c:v>
                </c:pt>
                <c:pt idx="73230">
                  <c:v>2</c:v>
                </c:pt>
                <c:pt idx="73231">
                  <c:v>3</c:v>
                </c:pt>
                <c:pt idx="73232">
                  <c:v>1</c:v>
                </c:pt>
                <c:pt idx="73233">
                  <c:v>3</c:v>
                </c:pt>
                <c:pt idx="73234">
                  <c:v>4</c:v>
                </c:pt>
                <c:pt idx="73235">
                  <c:v>4</c:v>
                </c:pt>
                <c:pt idx="73236">
                  <c:v>3</c:v>
                </c:pt>
                <c:pt idx="73237">
                  <c:v>4</c:v>
                </c:pt>
                <c:pt idx="73238">
                  <c:v>5</c:v>
                </c:pt>
                <c:pt idx="73239">
                  <c:v>3</c:v>
                </c:pt>
                <c:pt idx="73240">
                  <c:v>4</c:v>
                </c:pt>
                <c:pt idx="73241">
                  <c:v>2</c:v>
                </c:pt>
                <c:pt idx="73242">
                  <c:v>1</c:v>
                </c:pt>
                <c:pt idx="73243">
                  <c:v>1</c:v>
                </c:pt>
                <c:pt idx="73244">
                  <c:v>1</c:v>
                </c:pt>
                <c:pt idx="73245">
                  <c:v>1</c:v>
                </c:pt>
                <c:pt idx="73246">
                  <c:v>1</c:v>
                </c:pt>
                <c:pt idx="73247">
                  <c:v>1</c:v>
                </c:pt>
                <c:pt idx="73248">
                  <c:v>1</c:v>
                </c:pt>
                <c:pt idx="73249">
                  <c:v>2</c:v>
                </c:pt>
                <c:pt idx="73250">
                  <c:v>1</c:v>
                </c:pt>
                <c:pt idx="73251">
                  <c:v>1</c:v>
                </c:pt>
                <c:pt idx="73252">
                  <c:v>1</c:v>
                </c:pt>
                <c:pt idx="73253">
                  <c:v>2</c:v>
                </c:pt>
                <c:pt idx="73254">
                  <c:v>1</c:v>
                </c:pt>
                <c:pt idx="73255">
                  <c:v>4</c:v>
                </c:pt>
                <c:pt idx="73256">
                  <c:v>3</c:v>
                </c:pt>
                <c:pt idx="73257">
                  <c:v>4</c:v>
                </c:pt>
                <c:pt idx="73258">
                  <c:v>-2</c:v>
                </c:pt>
                <c:pt idx="73259">
                  <c:v>4</c:v>
                </c:pt>
                <c:pt idx="73260">
                  <c:v>4</c:v>
                </c:pt>
                <c:pt idx="73261">
                  <c:v>4</c:v>
                </c:pt>
                <c:pt idx="73262">
                  <c:v>4</c:v>
                </c:pt>
                <c:pt idx="73263">
                  <c:v>4</c:v>
                </c:pt>
                <c:pt idx="73264">
                  <c:v>2</c:v>
                </c:pt>
                <c:pt idx="73265">
                  <c:v>5</c:v>
                </c:pt>
                <c:pt idx="73266">
                  <c:v>2</c:v>
                </c:pt>
                <c:pt idx="73267">
                  <c:v>2</c:v>
                </c:pt>
                <c:pt idx="73268">
                  <c:v>3</c:v>
                </c:pt>
                <c:pt idx="73269">
                  <c:v>3</c:v>
                </c:pt>
                <c:pt idx="73270">
                  <c:v>3</c:v>
                </c:pt>
                <c:pt idx="73271">
                  <c:v>3</c:v>
                </c:pt>
                <c:pt idx="73272">
                  <c:v>2</c:v>
                </c:pt>
                <c:pt idx="73273">
                  <c:v>3</c:v>
                </c:pt>
                <c:pt idx="73274">
                  <c:v>2</c:v>
                </c:pt>
                <c:pt idx="73275">
                  <c:v>3</c:v>
                </c:pt>
                <c:pt idx="73276">
                  <c:v>2</c:v>
                </c:pt>
                <c:pt idx="73277">
                  <c:v>3</c:v>
                </c:pt>
                <c:pt idx="73278">
                  <c:v>2</c:v>
                </c:pt>
                <c:pt idx="73279">
                  <c:v>2</c:v>
                </c:pt>
                <c:pt idx="73280">
                  <c:v>3</c:v>
                </c:pt>
                <c:pt idx="73281">
                  <c:v>2</c:v>
                </c:pt>
                <c:pt idx="73282">
                  <c:v>3</c:v>
                </c:pt>
                <c:pt idx="73283">
                  <c:v>1</c:v>
                </c:pt>
                <c:pt idx="73284">
                  <c:v>1</c:v>
                </c:pt>
                <c:pt idx="73285">
                  <c:v>1</c:v>
                </c:pt>
                <c:pt idx="73286">
                  <c:v>2</c:v>
                </c:pt>
                <c:pt idx="73287">
                  <c:v>3</c:v>
                </c:pt>
                <c:pt idx="73288">
                  <c:v>1</c:v>
                </c:pt>
                <c:pt idx="73289">
                  <c:v>2</c:v>
                </c:pt>
                <c:pt idx="73290">
                  <c:v>2</c:v>
                </c:pt>
                <c:pt idx="73291">
                  <c:v>4</c:v>
                </c:pt>
                <c:pt idx="73292">
                  <c:v>2</c:v>
                </c:pt>
                <c:pt idx="73293">
                  <c:v>4</c:v>
                </c:pt>
                <c:pt idx="73294">
                  <c:v>3</c:v>
                </c:pt>
                <c:pt idx="73295">
                  <c:v>2</c:v>
                </c:pt>
                <c:pt idx="73296">
                  <c:v>4</c:v>
                </c:pt>
                <c:pt idx="73297">
                  <c:v>5</c:v>
                </c:pt>
                <c:pt idx="73298">
                  <c:v>5</c:v>
                </c:pt>
                <c:pt idx="73299">
                  <c:v>4</c:v>
                </c:pt>
                <c:pt idx="73300">
                  <c:v>2</c:v>
                </c:pt>
                <c:pt idx="73301">
                  <c:v>5</c:v>
                </c:pt>
                <c:pt idx="73302">
                  <c:v>2</c:v>
                </c:pt>
                <c:pt idx="73303">
                  <c:v>1</c:v>
                </c:pt>
                <c:pt idx="73304">
                  <c:v>1</c:v>
                </c:pt>
                <c:pt idx="73305">
                  <c:v>1</c:v>
                </c:pt>
                <c:pt idx="73306">
                  <c:v>1</c:v>
                </c:pt>
                <c:pt idx="73307">
                  <c:v>2</c:v>
                </c:pt>
                <c:pt idx="73308">
                  <c:v>2</c:v>
                </c:pt>
                <c:pt idx="73309">
                  <c:v>1</c:v>
                </c:pt>
                <c:pt idx="73310">
                  <c:v>1</c:v>
                </c:pt>
                <c:pt idx="73311">
                  <c:v>6</c:v>
                </c:pt>
                <c:pt idx="73312">
                  <c:v>1</c:v>
                </c:pt>
                <c:pt idx="73313">
                  <c:v>2</c:v>
                </c:pt>
                <c:pt idx="73314">
                  <c:v>2</c:v>
                </c:pt>
                <c:pt idx="73315">
                  <c:v>1</c:v>
                </c:pt>
                <c:pt idx="73316">
                  <c:v>5</c:v>
                </c:pt>
                <c:pt idx="73317">
                  <c:v>9</c:v>
                </c:pt>
                <c:pt idx="73318">
                  <c:v>10</c:v>
                </c:pt>
                <c:pt idx="73319">
                  <c:v>10</c:v>
                </c:pt>
                <c:pt idx="73320">
                  <c:v>2</c:v>
                </c:pt>
                <c:pt idx="73321">
                  <c:v>4</c:v>
                </c:pt>
                <c:pt idx="73322">
                  <c:v>2</c:v>
                </c:pt>
                <c:pt idx="73323">
                  <c:v>9</c:v>
                </c:pt>
                <c:pt idx="73324">
                  <c:v>5</c:v>
                </c:pt>
                <c:pt idx="73325">
                  <c:v>4</c:v>
                </c:pt>
                <c:pt idx="73326">
                  <c:v>5</c:v>
                </c:pt>
                <c:pt idx="73327">
                  <c:v>6</c:v>
                </c:pt>
                <c:pt idx="73328">
                  <c:v>7</c:v>
                </c:pt>
                <c:pt idx="73329">
                  <c:v>8</c:v>
                </c:pt>
                <c:pt idx="73330">
                  <c:v>4</c:v>
                </c:pt>
                <c:pt idx="73331">
                  <c:v>8</c:v>
                </c:pt>
                <c:pt idx="73332">
                  <c:v>5</c:v>
                </c:pt>
                <c:pt idx="73333">
                  <c:v>9</c:v>
                </c:pt>
                <c:pt idx="73334">
                  <c:v>4</c:v>
                </c:pt>
                <c:pt idx="73335">
                  <c:v>4</c:v>
                </c:pt>
                <c:pt idx="73336">
                  <c:v>1</c:v>
                </c:pt>
                <c:pt idx="73337">
                  <c:v>1</c:v>
                </c:pt>
                <c:pt idx="73338">
                  <c:v>2</c:v>
                </c:pt>
                <c:pt idx="73339">
                  <c:v>3</c:v>
                </c:pt>
                <c:pt idx="73340">
                  <c:v>4</c:v>
                </c:pt>
                <c:pt idx="73341">
                  <c:v>3</c:v>
                </c:pt>
                <c:pt idx="73342">
                  <c:v>9</c:v>
                </c:pt>
                <c:pt idx="73343">
                  <c:v>4</c:v>
                </c:pt>
                <c:pt idx="73344">
                  <c:v>3</c:v>
                </c:pt>
                <c:pt idx="73345">
                  <c:v>5</c:v>
                </c:pt>
                <c:pt idx="73346">
                  <c:v>2</c:v>
                </c:pt>
                <c:pt idx="73347">
                  <c:v>3</c:v>
                </c:pt>
                <c:pt idx="73348">
                  <c:v>2</c:v>
                </c:pt>
                <c:pt idx="73349">
                  <c:v>2</c:v>
                </c:pt>
                <c:pt idx="73350">
                  <c:v>3</c:v>
                </c:pt>
                <c:pt idx="73351">
                  <c:v>4</c:v>
                </c:pt>
                <c:pt idx="73352">
                  <c:v>12</c:v>
                </c:pt>
                <c:pt idx="73353">
                  <c:v>14</c:v>
                </c:pt>
                <c:pt idx="73354">
                  <c:v>6</c:v>
                </c:pt>
                <c:pt idx="73355">
                  <c:v>9</c:v>
                </c:pt>
                <c:pt idx="73356">
                  <c:v>6</c:v>
                </c:pt>
                <c:pt idx="73357">
                  <c:v>5</c:v>
                </c:pt>
                <c:pt idx="73358">
                  <c:v>1</c:v>
                </c:pt>
                <c:pt idx="73359">
                  <c:v>11</c:v>
                </c:pt>
                <c:pt idx="73360">
                  <c:v>2</c:v>
                </c:pt>
                <c:pt idx="73361">
                  <c:v>2</c:v>
                </c:pt>
                <c:pt idx="73362">
                  <c:v>3</c:v>
                </c:pt>
                <c:pt idx="73363">
                  <c:v>12</c:v>
                </c:pt>
                <c:pt idx="73364">
                  <c:v>2</c:v>
                </c:pt>
                <c:pt idx="73365">
                  <c:v>8</c:v>
                </c:pt>
                <c:pt idx="73366">
                  <c:v>11</c:v>
                </c:pt>
                <c:pt idx="73367">
                  <c:v>8</c:v>
                </c:pt>
                <c:pt idx="73368">
                  <c:v>10</c:v>
                </c:pt>
                <c:pt idx="73369">
                  <c:v>10</c:v>
                </c:pt>
                <c:pt idx="73370">
                  <c:v>6</c:v>
                </c:pt>
                <c:pt idx="73371">
                  <c:v>4</c:v>
                </c:pt>
                <c:pt idx="73372">
                  <c:v>6</c:v>
                </c:pt>
                <c:pt idx="73373">
                  <c:v>5</c:v>
                </c:pt>
                <c:pt idx="73374">
                  <c:v>6</c:v>
                </c:pt>
                <c:pt idx="73375">
                  <c:v>5</c:v>
                </c:pt>
                <c:pt idx="73376">
                  <c:v>3</c:v>
                </c:pt>
                <c:pt idx="73377">
                  <c:v>2</c:v>
                </c:pt>
                <c:pt idx="73378">
                  <c:v>2</c:v>
                </c:pt>
                <c:pt idx="73379">
                  <c:v>2</c:v>
                </c:pt>
                <c:pt idx="73380">
                  <c:v>2</c:v>
                </c:pt>
                <c:pt idx="73381">
                  <c:v>3</c:v>
                </c:pt>
                <c:pt idx="73382">
                  <c:v>1</c:v>
                </c:pt>
                <c:pt idx="73383">
                  <c:v>3</c:v>
                </c:pt>
                <c:pt idx="73384">
                  <c:v>1</c:v>
                </c:pt>
                <c:pt idx="73385">
                  <c:v>1</c:v>
                </c:pt>
                <c:pt idx="73386">
                  <c:v>1</c:v>
                </c:pt>
                <c:pt idx="73387">
                  <c:v>2</c:v>
                </c:pt>
                <c:pt idx="73388">
                  <c:v>1</c:v>
                </c:pt>
                <c:pt idx="73389">
                  <c:v>1</c:v>
                </c:pt>
                <c:pt idx="73390">
                  <c:v>2</c:v>
                </c:pt>
                <c:pt idx="73391">
                  <c:v>3</c:v>
                </c:pt>
                <c:pt idx="73392">
                  <c:v>1</c:v>
                </c:pt>
                <c:pt idx="73393">
                  <c:v>1</c:v>
                </c:pt>
                <c:pt idx="73394">
                  <c:v>5</c:v>
                </c:pt>
                <c:pt idx="73395">
                  <c:v>2</c:v>
                </c:pt>
                <c:pt idx="73396">
                  <c:v>3</c:v>
                </c:pt>
                <c:pt idx="73397">
                  <c:v>2</c:v>
                </c:pt>
                <c:pt idx="73398">
                  <c:v>2</c:v>
                </c:pt>
                <c:pt idx="73399">
                  <c:v>2</c:v>
                </c:pt>
                <c:pt idx="73400">
                  <c:v>7</c:v>
                </c:pt>
                <c:pt idx="73401">
                  <c:v>2</c:v>
                </c:pt>
                <c:pt idx="73402">
                  <c:v>2</c:v>
                </c:pt>
                <c:pt idx="73403">
                  <c:v>4</c:v>
                </c:pt>
                <c:pt idx="73404">
                  <c:v>3</c:v>
                </c:pt>
                <c:pt idx="73405">
                  <c:v>3</c:v>
                </c:pt>
                <c:pt idx="73406">
                  <c:v>2</c:v>
                </c:pt>
                <c:pt idx="73407">
                  <c:v>3</c:v>
                </c:pt>
                <c:pt idx="73408">
                  <c:v>2</c:v>
                </c:pt>
                <c:pt idx="73409">
                  <c:v>7</c:v>
                </c:pt>
                <c:pt idx="73410">
                  <c:v>4</c:v>
                </c:pt>
                <c:pt idx="73411">
                  <c:v>9</c:v>
                </c:pt>
                <c:pt idx="73412">
                  <c:v>3</c:v>
                </c:pt>
                <c:pt idx="73413">
                  <c:v>2</c:v>
                </c:pt>
                <c:pt idx="73414">
                  <c:v>5</c:v>
                </c:pt>
                <c:pt idx="73415">
                  <c:v>2</c:v>
                </c:pt>
                <c:pt idx="73416">
                  <c:v>5</c:v>
                </c:pt>
                <c:pt idx="73417">
                  <c:v>1</c:v>
                </c:pt>
                <c:pt idx="73418">
                  <c:v>3</c:v>
                </c:pt>
                <c:pt idx="73419">
                  <c:v>2</c:v>
                </c:pt>
                <c:pt idx="73420">
                  <c:v>2</c:v>
                </c:pt>
                <c:pt idx="73421">
                  <c:v>2</c:v>
                </c:pt>
                <c:pt idx="73422">
                  <c:v>4</c:v>
                </c:pt>
                <c:pt idx="73423">
                  <c:v>3</c:v>
                </c:pt>
                <c:pt idx="73424">
                  <c:v>4</c:v>
                </c:pt>
                <c:pt idx="73425">
                  <c:v>3</c:v>
                </c:pt>
                <c:pt idx="73426">
                  <c:v>2</c:v>
                </c:pt>
                <c:pt idx="73427">
                  <c:v>2</c:v>
                </c:pt>
                <c:pt idx="73428">
                  <c:v>4</c:v>
                </c:pt>
                <c:pt idx="73429">
                  <c:v>3</c:v>
                </c:pt>
                <c:pt idx="73430">
                  <c:v>3</c:v>
                </c:pt>
                <c:pt idx="73431">
                  <c:v>2</c:v>
                </c:pt>
                <c:pt idx="73432">
                  <c:v>2</c:v>
                </c:pt>
                <c:pt idx="73433">
                  <c:v>3</c:v>
                </c:pt>
                <c:pt idx="73434">
                  <c:v>3</c:v>
                </c:pt>
                <c:pt idx="73435">
                  <c:v>2</c:v>
                </c:pt>
                <c:pt idx="73436">
                  <c:v>2</c:v>
                </c:pt>
                <c:pt idx="73437">
                  <c:v>1</c:v>
                </c:pt>
                <c:pt idx="73438">
                  <c:v>2</c:v>
                </c:pt>
                <c:pt idx="73439">
                  <c:v>2</c:v>
                </c:pt>
                <c:pt idx="73440">
                  <c:v>3</c:v>
                </c:pt>
                <c:pt idx="73441">
                  <c:v>2</c:v>
                </c:pt>
                <c:pt idx="73442">
                  <c:v>3</c:v>
                </c:pt>
                <c:pt idx="73443">
                  <c:v>2</c:v>
                </c:pt>
                <c:pt idx="73444">
                  <c:v>2</c:v>
                </c:pt>
                <c:pt idx="73445">
                  <c:v>3</c:v>
                </c:pt>
                <c:pt idx="73446">
                  <c:v>3</c:v>
                </c:pt>
                <c:pt idx="73447">
                  <c:v>3</c:v>
                </c:pt>
                <c:pt idx="73448">
                  <c:v>-2</c:v>
                </c:pt>
                <c:pt idx="73449">
                  <c:v>2</c:v>
                </c:pt>
                <c:pt idx="73450">
                  <c:v>3</c:v>
                </c:pt>
                <c:pt idx="73451">
                  <c:v>4</c:v>
                </c:pt>
                <c:pt idx="73452">
                  <c:v>3</c:v>
                </c:pt>
                <c:pt idx="73453">
                  <c:v>2</c:v>
                </c:pt>
                <c:pt idx="73454">
                  <c:v>3</c:v>
                </c:pt>
                <c:pt idx="73455">
                  <c:v>3</c:v>
                </c:pt>
                <c:pt idx="73456">
                  <c:v>3</c:v>
                </c:pt>
                <c:pt idx="73457">
                  <c:v>3</c:v>
                </c:pt>
                <c:pt idx="73458">
                  <c:v>3</c:v>
                </c:pt>
                <c:pt idx="73459">
                  <c:v>2</c:v>
                </c:pt>
                <c:pt idx="73460">
                  <c:v>2</c:v>
                </c:pt>
                <c:pt idx="73461">
                  <c:v>2</c:v>
                </c:pt>
                <c:pt idx="73462">
                  <c:v>2</c:v>
                </c:pt>
                <c:pt idx="73463">
                  <c:v>3</c:v>
                </c:pt>
                <c:pt idx="73464">
                  <c:v>1</c:v>
                </c:pt>
                <c:pt idx="73465">
                  <c:v>1</c:v>
                </c:pt>
                <c:pt idx="73466">
                  <c:v>1</c:v>
                </c:pt>
                <c:pt idx="73467">
                  <c:v>1</c:v>
                </c:pt>
                <c:pt idx="73468">
                  <c:v>1</c:v>
                </c:pt>
                <c:pt idx="73469">
                  <c:v>1</c:v>
                </c:pt>
                <c:pt idx="73470">
                  <c:v>2</c:v>
                </c:pt>
                <c:pt idx="73471">
                  <c:v>2</c:v>
                </c:pt>
                <c:pt idx="73472">
                  <c:v>3</c:v>
                </c:pt>
                <c:pt idx="73473">
                  <c:v>2</c:v>
                </c:pt>
                <c:pt idx="73474">
                  <c:v>1</c:v>
                </c:pt>
                <c:pt idx="73475">
                  <c:v>1</c:v>
                </c:pt>
                <c:pt idx="73476">
                  <c:v>2</c:v>
                </c:pt>
                <c:pt idx="73477">
                  <c:v>1</c:v>
                </c:pt>
                <c:pt idx="73478">
                  <c:v>6</c:v>
                </c:pt>
                <c:pt idx="73479">
                  <c:v>4</c:v>
                </c:pt>
                <c:pt idx="73480">
                  <c:v>2</c:v>
                </c:pt>
                <c:pt idx="73481">
                  <c:v>4</c:v>
                </c:pt>
                <c:pt idx="73482">
                  <c:v>6</c:v>
                </c:pt>
                <c:pt idx="73483">
                  <c:v>5</c:v>
                </c:pt>
                <c:pt idx="73484">
                  <c:v>3</c:v>
                </c:pt>
                <c:pt idx="73485">
                  <c:v>3</c:v>
                </c:pt>
                <c:pt idx="73486">
                  <c:v>3</c:v>
                </c:pt>
                <c:pt idx="73487">
                  <c:v>1</c:v>
                </c:pt>
                <c:pt idx="73488">
                  <c:v>4</c:v>
                </c:pt>
                <c:pt idx="73489">
                  <c:v>4</c:v>
                </c:pt>
                <c:pt idx="73490">
                  <c:v>3</c:v>
                </c:pt>
                <c:pt idx="73491">
                  <c:v>3</c:v>
                </c:pt>
                <c:pt idx="73492">
                  <c:v>3</c:v>
                </c:pt>
                <c:pt idx="73493">
                  <c:v>2</c:v>
                </c:pt>
                <c:pt idx="73494">
                  <c:v>1</c:v>
                </c:pt>
                <c:pt idx="73495">
                  <c:v>2</c:v>
                </c:pt>
                <c:pt idx="73496">
                  <c:v>2</c:v>
                </c:pt>
                <c:pt idx="73497">
                  <c:v>3</c:v>
                </c:pt>
                <c:pt idx="73498">
                  <c:v>2</c:v>
                </c:pt>
                <c:pt idx="73499">
                  <c:v>2</c:v>
                </c:pt>
                <c:pt idx="73500">
                  <c:v>3</c:v>
                </c:pt>
                <c:pt idx="73501">
                  <c:v>5</c:v>
                </c:pt>
                <c:pt idx="73502">
                  <c:v>4</c:v>
                </c:pt>
                <c:pt idx="73503">
                  <c:v>6</c:v>
                </c:pt>
                <c:pt idx="73504">
                  <c:v>3</c:v>
                </c:pt>
                <c:pt idx="73505">
                  <c:v>6</c:v>
                </c:pt>
                <c:pt idx="73506">
                  <c:v>6</c:v>
                </c:pt>
                <c:pt idx="73507">
                  <c:v>7</c:v>
                </c:pt>
                <c:pt idx="73508">
                  <c:v>7</c:v>
                </c:pt>
                <c:pt idx="73509">
                  <c:v>6</c:v>
                </c:pt>
                <c:pt idx="73510">
                  <c:v>2</c:v>
                </c:pt>
                <c:pt idx="73511">
                  <c:v>5</c:v>
                </c:pt>
                <c:pt idx="73512">
                  <c:v>4</c:v>
                </c:pt>
                <c:pt idx="73513">
                  <c:v>2</c:v>
                </c:pt>
                <c:pt idx="73514">
                  <c:v>2</c:v>
                </c:pt>
                <c:pt idx="73515">
                  <c:v>2</c:v>
                </c:pt>
                <c:pt idx="73516">
                  <c:v>2</c:v>
                </c:pt>
                <c:pt idx="73517">
                  <c:v>2</c:v>
                </c:pt>
                <c:pt idx="73518">
                  <c:v>2</c:v>
                </c:pt>
                <c:pt idx="73519">
                  <c:v>3</c:v>
                </c:pt>
                <c:pt idx="73520">
                  <c:v>2</c:v>
                </c:pt>
                <c:pt idx="73521">
                  <c:v>3</c:v>
                </c:pt>
                <c:pt idx="73522">
                  <c:v>2</c:v>
                </c:pt>
                <c:pt idx="73523">
                  <c:v>2</c:v>
                </c:pt>
                <c:pt idx="73524">
                  <c:v>2</c:v>
                </c:pt>
                <c:pt idx="73525">
                  <c:v>2</c:v>
                </c:pt>
                <c:pt idx="73526">
                  <c:v>2</c:v>
                </c:pt>
                <c:pt idx="73527">
                  <c:v>2</c:v>
                </c:pt>
                <c:pt idx="73528">
                  <c:v>3</c:v>
                </c:pt>
                <c:pt idx="73529">
                  <c:v>2</c:v>
                </c:pt>
                <c:pt idx="73530">
                  <c:v>2</c:v>
                </c:pt>
                <c:pt idx="73531">
                  <c:v>2</c:v>
                </c:pt>
                <c:pt idx="73532">
                  <c:v>2</c:v>
                </c:pt>
                <c:pt idx="73533">
                  <c:v>2</c:v>
                </c:pt>
                <c:pt idx="73534">
                  <c:v>2</c:v>
                </c:pt>
                <c:pt idx="73535">
                  <c:v>2</c:v>
                </c:pt>
                <c:pt idx="73536">
                  <c:v>2</c:v>
                </c:pt>
                <c:pt idx="73537">
                  <c:v>2</c:v>
                </c:pt>
                <c:pt idx="73538">
                  <c:v>3</c:v>
                </c:pt>
                <c:pt idx="73539">
                  <c:v>2</c:v>
                </c:pt>
                <c:pt idx="73540">
                  <c:v>2</c:v>
                </c:pt>
                <c:pt idx="73541">
                  <c:v>3</c:v>
                </c:pt>
                <c:pt idx="73542">
                  <c:v>2</c:v>
                </c:pt>
                <c:pt idx="73543">
                  <c:v>2</c:v>
                </c:pt>
                <c:pt idx="73544">
                  <c:v>2</c:v>
                </c:pt>
                <c:pt idx="73545">
                  <c:v>1</c:v>
                </c:pt>
                <c:pt idx="73546">
                  <c:v>1</c:v>
                </c:pt>
                <c:pt idx="73547">
                  <c:v>1</c:v>
                </c:pt>
                <c:pt idx="73548">
                  <c:v>1</c:v>
                </c:pt>
                <c:pt idx="73549">
                  <c:v>1</c:v>
                </c:pt>
                <c:pt idx="73550">
                  <c:v>1</c:v>
                </c:pt>
                <c:pt idx="73551">
                  <c:v>1</c:v>
                </c:pt>
                <c:pt idx="73552">
                  <c:v>1</c:v>
                </c:pt>
                <c:pt idx="73553">
                  <c:v>1</c:v>
                </c:pt>
                <c:pt idx="73554">
                  <c:v>1</c:v>
                </c:pt>
                <c:pt idx="73555">
                  <c:v>2</c:v>
                </c:pt>
                <c:pt idx="73556">
                  <c:v>1</c:v>
                </c:pt>
                <c:pt idx="73557">
                  <c:v>1</c:v>
                </c:pt>
                <c:pt idx="73558">
                  <c:v>1</c:v>
                </c:pt>
                <c:pt idx="73559">
                  <c:v>2</c:v>
                </c:pt>
                <c:pt idx="73560">
                  <c:v>3</c:v>
                </c:pt>
                <c:pt idx="73561">
                  <c:v>1</c:v>
                </c:pt>
                <c:pt idx="73562">
                  <c:v>2</c:v>
                </c:pt>
                <c:pt idx="73563">
                  <c:v>4</c:v>
                </c:pt>
                <c:pt idx="73564">
                  <c:v>1</c:v>
                </c:pt>
                <c:pt idx="73565">
                  <c:v>2</c:v>
                </c:pt>
                <c:pt idx="73566">
                  <c:v>2</c:v>
                </c:pt>
                <c:pt idx="73567">
                  <c:v>5</c:v>
                </c:pt>
                <c:pt idx="73568">
                  <c:v>1</c:v>
                </c:pt>
                <c:pt idx="73569">
                  <c:v>2</c:v>
                </c:pt>
                <c:pt idx="73570">
                  <c:v>2</c:v>
                </c:pt>
                <c:pt idx="73571">
                  <c:v>1</c:v>
                </c:pt>
                <c:pt idx="73572">
                  <c:v>1</c:v>
                </c:pt>
                <c:pt idx="73573">
                  <c:v>2</c:v>
                </c:pt>
                <c:pt idx="73574">
                  <c:v>1</c:v>
                </c:pt>
                <c:pt idx="73575">
                  <c:v>1</c:v>
                </c:pt>
                <c:pt idx="73576">
                  <c:v>1</c:v>
                </c:pt>
                <c:pt idx="73577">
                  <c:v>1</c:v>
                </c:pt>
                <c:pt idx="73578">
                  <c:v>1</c:v>
                </c:pt>
                <c:pt idx="73579">
                  <c:v>1</c:v>
                </c:pt>
                <c:pt idx="73580">
                  <c:v>1</c:v>
                </c:pt>
                <c:pt idx="73581">
                  <c:v>1</c:v>
                </c:pt>
                <c:pt idx="73582">
                  <c:v>1</c:v>
                </c:pt>
                <c:pt idx="73583">
                  <c:v>1</c:v>
                </c:pt>
                <c:pt idx="73584">
                  <c:v>1</c:v>
                </c:pt>
                <c:pt idx="73585">
                  <c:v>1</c:v>
                </c:pt>
                <c:pt idx="73586">
                  <c:v>1</c:v>
                </c:pt>
                <c:pt idx="73587">
                  <c:v>3</c:v>
                </c:pt>
                <c:pt idx="73588">
                  <c:v>3</c:v>
                </c:pt>
                <c:pt idx="73589">
                  <c:v>3</c:v>
                </c:pt>
                <c:pt idx="73590">
                  <c:v>7</c:v>
                </c:pt>
                <c:pt idx="73591">
                  <c:v>8</c:v>
                </c:pt>
                <c:pt idx="73592">
                  <c:v>7</c:v>
                </c:pt>
                <c:pt idx="73593">
                  <c:v>2</c:v>
                </c:pt>
                <c:pt idx="73594">
                  <c:v>2</c:v>
                </c:pt>
                <c:pt idx="73595">
                  <c:v>2</c:v>
                </c:pt>
                <c:pt idx="73596">
                  <c:v>8</c:v>
                </c:pt>
                <c:pt idx="73597">
                  <c:v>2</c:v>
                </c:pt>
                <c:pt idx="73598">
                  <c:v>14</c:v>
                </c:pt>
                <c:pt idx="73599">
                  <c:v>14</c:v>
                </c:pt>
                <c:pt idx="73600">
                  <c:v>2</c:v>
                </c:pt>
                <c:pt idx="73601">
                  <c:v>1</c:v>
                </c:pt>
                <c:pt idx="73602">
                  <c:v>2</c:v>
                </c:pt>
                <c:pt idx="73603">
                  <c:v>2</c:v>
                </c:pt>
                <c:pt idx="73604">
                  <c:v>1</c:v>
                </c:pt>
                <c:pt idx="73605">
                  <c:v>1</c:v>
                </c:pt>
                <c:pt idx="73606">
                  <c:v>1</c:v>
                </c:pt>
                <c:pt idx="73607">
                  <c:v>1</c:v>
                </c:pt>
                <c:pt idx="73608">
                  <c:v>1</c:v>
                </c:pt>
                <c:pt idx="73609">
                  <c:v>1</c:v>
                </c:pt>
                <c:pt idx="73610">
                  <c:v>1</c:v>
                </c:pt>
                <c:pt idx="73611">
                  <c:v>3</c:v>
                </c:pt>
                <c:pt idx="73612">
                  <c:v>1</c:v>
                </c:pt>
                <c:pt idx="73613">
                  <c:v>3</c:v>
                </c:pt>
                <c:pt idx="73614">
                  <c:v>1</c:v>
                </c:pt>
                <c:pt idx="73615">
                  <c:v>1</c:v>
                </c:pt>
                <c:pt idx="73616">
                  <c:v>1</c:v>
                </c:pt>
                <c:pt idx="73617">
                  <c:v>5</c:v>
                </c:pt>
                <c:pt idx="73618">
                  <c:v>1</c:v>
                </c:pt>
                <c:pt idx="73619">
                  <c:v>1</c:v>
                </c:pt>
                <c:pt idx="73620">
                  <c:v>1</c:v>
                </c:pt>
                <c:pt idx="73621">
                  <c:v>1</c:v>
                </c:pt>
                <c:pt idx="73622">
                  <c:v>2</c:v>
                </c:pt>
                <c:pt idx="73623">
                  <c:v>1</c:v>
                </c:pt>
                <c:pt idx="73624">
                  <c:v>1</c:v>
                </c:pt>
                <c:pt idx="73625">
                  <c:v>1</c:v>
                </c:pt>
                <c:pt idx="73626">
                  <c:v>1</c:v>
                </c:pt>
                <c:pt idx="73627">
                  <c:v>2</c:v>
                </c:pt>
                <c:pt idx="73628">
                  <c:v>2</c:v>
                </c:pt>
                <c:pt idx="73629">
                  <c:v>1</c:v>
                </c:pt>
                <c:pt idx="73630">
                  <c:v>3</c:v>
                </c:pt>
                <c:pt idx="73631">
                  <c:v>2</c:v>
                </c:pt>
                <c:pt idx="73632">
                  <c:v>1</c:v>
                </c:pt>
                <c:pt idx="73633">
                  <c:v>1</c:v>
                </c:pt>
                <c:pt idx="73634">
                  <c:v>2</c:v>
                </c:pt>
                <c:pt idx="73635">
                  <c:v>1</c:v>
                </c:pt>
                <c:pt idx="73636">
                  <c:v>1</c:v>
                </c:pt>
                <c:pt idx="73637">
                  <c:v>1</c:v>
                </c:pt>
                <c:pt idx="73638">
                  <c:v>3</c:v>
                </c:pt>
                <c:pt idx="73639">
                  <c:v>3</c:v>
                </c:pt>
                <c:pt idx="73640">
                  <c:v>2</c:v>
                </c:pt>
                <c:pt idx="73641">
                  <c:v>5</c:v>
                </c:pt>
                <c:pt idx="73642">
                  <c:v>5</c:v>
                </c:pt>
                <c:pt idx="73643">
                  <c:v>3</c:v>
                </c:pt>
                <c:pt idx="73644">
                  <c:v>3</c:v>
                </c:pt>
                <c:pt idx="73645">
                  <c:v>5</c:v>
                </c:pt>
                <c:pt idx="73646">
                  <c:v>10</c:v>
                </c:pt>
                <c:pt idx="73647">
                  <c:v>10</c:v>
                </c:pt>
                <c:pt idx="73648">
                  <c:v>5</c:v>
                </c:pt>
                <c:pt idx="73649">
                  <c:v>3</c:v>
                </c:pt>
                <c:pt idx="73650">
                  <c:v>5</c:v>
                </c:pt>
                <c:pt idx="73651">
                  <c:v>8</c:v>
                </c:pt>
                <c:pt idx="73652">
                  <c:v>3</c:v>
                </c:pt>
                <c:pt idx="73653">
                  <c:v>8</c:v>
                </c:pt>
                <c:pt idx="73654">
                  <c:v>5</c:v>
                </c:pt>
                <c:pt idx="73655">
                  <c:v>1</c:v>
                </c:pt>
                <c:pt idx="73656">
                  <c:v>2</c:v>
                </c:pt>
                <c:pt idx="73657">
                  <c:v>3</c:v>
                </c:pt>
                <c:pt idx="73658">
                  <c:v>2</c:v>
                </c:pt>
                <c:pt idx="73659">
                  <c:v>2</c:v>
                </c:pt>
                <c:pt idx="73660">
                  <c:v>2</c:v>
                </c:pt>
                <c:pt idx="73661">
                  <c:v>3</c:v>
                </c:pt>
                <c:pt idx="73662">
                  <c:v>3</c:v>
                </c:pt>
                <c:pt idx="73663">
                  <c:v>-2</c:v>
                </c:pt>
                <c:pt idx="73664">
                  <c:v>1</c:v>
                </c:pt>
                <c:pt idx="73665">
                  <c:v>2</c:v>
                </c:pt>
                <c:pt idx="73666">
                  <c:v>3</c:v>
                </c:pt>
                <c:pt idx="73667">
                  <c:v>2</c:v>
                </c:pt>
                <c:pt idx="73668">
                  <c:v>4</c:v>
                </c:pt>
                <c:pt idx="73669">
                  <c:v>1</c:v>
                </c:pt>
                <c:pt idx="73670">
                  <c:v>1</c:v>
                </c:pt>
                <c:pt idx="73671">
                  <c:v>1</c:v>
                </c:pt>
                <c:pt idx="73672">
                  <c:v>1</c:v>
                </c:pt>
                <c:pt idx="73673">
                  <c:v>1</c:v>
                </c:pt>
                <c:pt idx="73674">
                  <c:v>2</c:v>
                </c:pt>
                <c:pt idx="73675">
                  <c:v>2</c:v>
                </c:pt>
                <c:pt idx="73676">
                  <c:v>1</c:v>
                </c:pt>
                <c:pt idx="73677">
                  <c:v>2</c:v>
                </c:pt>
                <c:pt idx="73678">
                  <c:v>1</c:v>
                </c:pt>
                <c:pt idx="73679">
                  <c:v>3</c:v>
                </c:pt>
                <c:pt idx="73680">
                  <c:v>1</c:v>
                </c:pt>
                <c:pt idx="73681">
                  <c:v>1</c:v>
                </c:pt>
                <c:pt idx="73682">
                  <c:v>1</c:v>
                </c:pt>
                <c:pt idx="73683">
                  <c:v>2</c:v>
                </c:pt>
                <c:pt idx="73684">
                  <c:v>2</c:v>
                </c:pt>
                <c:pt idx="73685">
                  <c:v>1</c:v>
                </c:pt>
                <c:pt idx="73686">
                  <c:v>1</c:v>
                </c:pt>
                <c:pt idx="73687">
                  <c:v>1</c:v>
                </c:pt>
                <c:pt idx="73688">
                  <c:v>1</c:v>
                </c:pt>
                <c:pt idx="73689">
                  <c:v>2</c:v>
                </c:pt>
                <c:pt idx="73690">
                  <c:v>3</c:v>
                </c:pt>
                <c:pt idx="73691">
                  <c:v>3</c:v>
                </c:pt>
                <c:pt idx="73692">
                  <c:v>12</c:v>
                </c:pt>
                <c:pt idx="73693">
                  <c:v>6</c:v>
                </c:pt>
                <c:pt idx="73694">
                  <c:v>2</c:v>
                </c:pt>
                <c:pt idx="73695">
                  <c:v>5</c:v>
                </c:pt>
                <c:pt idx="73696">
                  <c:v>4</c:v>
                </c:pt>
                <c:pt idx="73697">
                  <c:v>2</c:v>
                </c:pt>
                <c:pt idx="73698">
                  <c:v>3</c:v>
                </c:pt>
                <c:pt idx="73699">
                  <c:v>1</c:v>
                </c:pt>
                <c:pt idx="73700">
                  <c:v>5</c:v>
                </c:pt>
                <c:pt idx="73701">
                  <c:v>4</c:v>
                </c:pt>
                <c:pt idx="73702">
                  <c:v>2</c:v>
                </c:pt>
                <c:pt idx="73703">
                  <c:v>6</c:v>
                </c:pt>
                <c:pt idx="73704">
                  <c:v>4</c:v>
                </c:pt>
                <c:pt idx="73705">
                  <c:v>3</c:v>
                </c:pt>
                <c:pt idx="73706">
                  <c:v>3</c:v>
                </c:pt>
                <c:pt idx="73707">
                  <c:v>4</c:v>
                </c:pt>
                <c:pt idx="73708">
                  <c:v>2</c:v>
                </c:pt>
                <c:pt idx="73709">
                  <c:v>2</c:v>
                </c:pt>
                <c:pt idx="73710">
                  <c:v>2</c:v>
                </c:pt>
                <c:pt idx="73711">
                  <c:v>3</c:v>
                </c:pt>
                <c:pt idx="73712">
                  <c:v>2</c:v>
                </c:pt>
                <c:pt idx="73713">
                  <c:v>2</c:v>
                </c:pt>
                <c:pt idx="73714">
                  <c:v>2</c:v>
                </c:pt>
                <c:pt idx="73715">
                  <c:v>2</c:v>
                </c:pt>
                <c:pt idx="73716">
                  <c:v>2</c:v>
                </c:pt>
                <c:pt idx="73717">
                  <c:v>1</c:v>
                </c:pt>
                <c:pt idx="73718">
                  <c:v>1</c:v>
                </c:pt>
                <c:pt idx="73719">
                  <c:v>1</c:v>
                </c:pt>
                <c:pt idx="73720">
                  <c:v>1</c:v>
                </c:pt>
                <c:pt idx="73721">
                  <c:v>2</c:v>
                </c:pt>
                <c:pt idx="73722">
                  <c:v>2</c:v>
                </c:pt>
                <c:pt idx="73723">
                  <c:v>1</c:v>
                </c:pt>
                <c:pt idx="73724">
                  <c:v>1</c:v>
                </c:pt>
                <c:pt idx="73725">
                  <c:v>1</c:v>
                </c:pt>
                <c:pt idx="73726">
                  <c:v>3</c:v>
                </c:pt>
                <c:pt idx="73727">
                  <c:v>3</c:v>
                </c:pt>
                <c:pt idx="73728">
                  <c:v>2</c:v>
                </c:pt>
                <c:pt idx="73729">
                  <c:v>3</c:v>
                </c:pt>
                <c:pt idx="73730">
                  <c:v>3</c:v>
                </c:pt>
                <c:pt idx="73731">
                  <c:v>3</c:v>
                </c:pt>
                <c:pt idx="73732">
                  <c:v>2</c:v>
                </c:pt>
                <c:pt idx="73733">
                  <c:v>2</c:v>
                </c:pt>
                <c:pt idx="73734">
                  <c:v>2</c:v>
                </c:pt>
                <c:pt idx="73735">
                  <c:v>1</c:v>
                </c:pt>
                <c:pt idx="73736">
                  <c:v>2</c:v>
                </c:pt>
                <c:pt idx="73737">
                  <c:v>2</c:v>
                </c:pt>
                <c:pt idx="73738">
                  <c:v>1</c:v>
                </c:pt>
                <c:pt idx="73739">
                  <c:v>2</c:v>
                </c:pt>
                <c:pt idx="73740">
                  <c:v>3</c:v>
                </c:pt>
                <c:pt idx="73741">
                  <c:v>2</c:v>
                </c:pt>
                <c:pt idx="73742">
                  <c:v>2</c:v>
                </c:pt>
                <c:pt idx="73743">
                  <c:v>2</c:v>
                </c:pt>
                <c:pt idx="73744">
                  <c:v>2</c:v>
                </c:pt>
                <c:pt idx="73745">
                  <c:v>4</c:v>
                </c:pt>
                <c:pt idx="73746">
                  <c:v>4</c:v>
                </c:pt>
                <c:pt idx="73747">
                  <c:v>3</c:v>
                </c:pt>
                <c:pt idx="73748">
                  <c:v>5</c:v>
                </c:pt>
                <c:pt idx="73749">
                  <c:v>4</c:v>
                </c:pt>
                <c:pt idx="73750">
                  <c:v>1</c:v>
                </c:pt>
                <c:pt idx="73751">
                  <c:v>1</c:v>
                </c:pt>
                <c:pt idx="73752">
                  <c:v>1</c:v>
                </c:pt>
                <c:pt idx="73753">
                  <c:v>1</c:v>
                </c:pt>
                <c:pt idx="73754">
                  <c:v>0</c:v>
                </c:pt>
                <c:pt idx="73755">
                  <c:v>1</c:v>
                </c:pt>
                <c:pt idx="73756">
                  <c:v>10</c:v>
                </c:pt>
                <c:pt idx="73757">
                  <c:v>6</c:v>
                </c:pt>
                <c:pt idx="73758">
                  <c:v>21</c:v>
                </c:pt>
                <c:pt idx="73759">
                  <c:v>1</c:v>
                </c:pt>
                <c:pt idx="73760">
                  <c:v>1</c:v>
                </c:pt>
                <c:pt idx="73761">
                  <c:v>2</c:v>
                </c:pt>
                <c:pt idx="73762">
                  <c:v>2</c:v>
                </c:pt>
                <c:pt idx="73763">
                  <c:v>2</c:v>
                </c:pt>
                <c:pt idx="73764">
                  <c:v>1</c:v>
                </c:pt>
                <c:pt idx="73765">
                  <c:v>1</c:v>
                </c:pt>
                <c:pt idx="73766">
                  <c:v>1</c:v>
                </c:pt>
                <c:pt idx="73767">
                  <c:v>1</c:v>
                </c:pt>
                <c:pt idx="73768">
                  <c:v>1</c:v>
                </c:pt>
                <c:pt idx="73769">
                  <c:v>2</c:v>
                </c:pt>
                <c:pt idx="73770">
                  <c:v>2</c:v>
                </c:pt>
                <c:pt idx="73771">
                  <c:v>1</c:v>
                </c:pt>
                <c:pt idx="73772">
                  <c:v>1</c:v>
                </c:pt>
                <c:pt idx="73773">
                  <c:v>1</c:v>
                </c:pt>
                <c:pt idx="73774">
                  <c:v>2</c:v>
                </c:pt>
                <c:pt idx="73775">
                  <c:v>2</c:v>
                </c:pt>
                <c:pt idx="73776">
                  <c:v>1</c:v>
                </c:pt>
                <c:pt idx="73777">
                  <c:v>1</c:v>
                </c:pt>
                <c:pt idx="73778">
                  <c:v>3</c:v>
                </c:pt>
                <c:pt idx="73779">
                  <c:v>1</c:v>
                </c:pt>
                <c:pt idx="73780">
                  <c:v>1</c:v>
                </c:pt>
                <c:pt idx="73781">
                  <c:v>2</c:v>
                </c:pt>
                <c:pt idx="73782">
                  <c:v>3</c:v>
                </c:pt>
                <c:pt idx="73783">
                  <c:v>2</c:v>
                </c:pt>
                <c:pt idx="73784">
                  <c:v>1</c:v>
                </c:pt>
                <c:pt idx="73785">
                  <c:v>1</c:v>
                </c:pt>
                <c:pt idx="73786">
                  <c:v>1</c:v>
                </c:pt>
                <c:pt idx="73787">
                  <c:v>-1</c:v>
                </c:pt>
                <c:pt idx="73788">
                  <c:v>3</c:v>
                </c:pt>
                <c:pt idx="73789">
                  <c:v>2</c:v>
                </c:pt>
                <c:pt idx="73790">
                  <c:v>1</c:v>
                </c:pt>
                <c:pt idx="73791">
                  <c:v>4</c:v>
                </c:pt>
                <c:pt idx="73792">
                  <c:v>3</c:v>
                </c:pt>
                <c:pt idx="73793">
                  <c:v>2</c:v>
                </c:pt>
                <c:pt idx="73794">
                  <c:v>2</c:v>
                </c:pt>
                <c:pt idx="73795">
                  <c:v>2</c:v>
                </c:pt>
                <c:pt idx="73796">
                  <c:v>1</c:v>
                </c:pt>
                <c:pt idx="73797">
                  <c:v>2</c:v>
                </c:pt>
                <c:pt idx="73798">
                  <c:v>3</c:v>
                </c:pt>
                <c:pt idx="73799">
                  <c:v>2</c:v>
                </c:pt>
                <c:pt idx="73800">
                  <c:v>3</c:v>
                </c:pt>
                <c:pt idx="73801">
                  <c:v>1</c:v>
                </c:pt>
                <c:pt idx="73802">
                  <c:v>2</c:v>
                </c:pt>
                <c:pt idx="73803">
                  <c:v>5</c:v>
                </c:pt>
                <c:pt idx="73804">
                  <c:v>1</c:v>
                </c:pt>
                <c:pt idx="73805">
                  <c:v>4</c:v>
                </c:pt>
                <c:pt idx="73806">
                  <c:v>4</c:v>
                </c:pt>
                <c:pt idx="73807">
                  <c:v>1</c:v>
                </c:pt>
                <c:pt idx="73808">
                  <c:v>4</c:v>
                </c:pt>
                <c:pt idx="73809">
                  <c:v>5</c:v>
                </c:pt>
                <c:pt idx="73810">
                  <c:v>4</c:v>
                </c:pt>
                <c:pt idx="73811">
                  <c:v>3</c:v>
                </c:pt>
                <c:pt idx="73812">
                  <c:v>3</c:v>
                </c:pt>
                <c:pt idx="73813">
                  <c:v>6</c:v>
                </c:pt>
                <c:pt idx="73814">
                  <c:v>3</c:v>
                </c:pt>
                <c:pt idx="73815">
                  <c:v>2</c:v>
                </c:pt>
                <c:pt idx="73816">
                  <c:v>1</c:v>
                </c:pt>
                <c:pt idx="73817">
                  <c:v>1</c:v>
                </c:pt>
                <c:pt idx="73818">
                  <c:v>3</c:v>
                </c:pt>
                <c:pt idx="73819">
                  <c:v>2</c:v>
                </c:pt>
                <c:pt idx="73820">
                  <c:v>1</c:v>
                </c:pt>
                <c:pt idx="73821">
                  <c:v>2</c:v>
                </c:pt>
                <c:pt idx="73822">
                  <c:v>1</c:v>
                </c:pt>
                <c:pt idx="73823">
                  <c:v>1</c:v>
                </c:pt>
                <c:pt idx="73824">
                  <c:v>1</c:v>
                </c:pt>
                <c:pt idx="73825">
                  <c:v>1</c:v>
                </c:pt>
                <c:pt idx="73826">
                  <c:v>2</c:v>
                </c:pt>
                <c:pt idx="73827">
                  <c:v>2</c:v>
                </c:pt>
                <c:pt idx="73828">
                  <c:v>2</c:v>
                </c:pt>
                <c:pt idx="73829">
                  <c:v>1</c:v>
                </c:pt>
                <c:pt idx="73830">
                  <c:v>2</c:v>
                </c:pt>
                <c:pt idx="73831">
                  <c:v>1</c:v>
                </c:pt>
                <c:pt idx="73832">
                  <c:v>1</c:v>
                </c:pt>
                <c:pt idx="73833">
                  <c:v>2</c:v>
                </c:pt>
                <c:pt idx="73834">
                  <c:v>1</c:v>
                </c:pt>
                <c:pt idx="73835">
                  <c:v>1</c:v>
                </c:pt>
                <c:pt idx="73836">
                  <c:v>1</c:v>
                </c:pt>
                <c:pt idx="73837">
                  <c:v>1</c:v>
                </c:pt>
                <c:pt idx="73838">
                  <c:v>10</c:v>
                </c:pt>
                <c:pt idx="73839">
                  <c:v>4</c:v>
                </c:pt>
                <c:pt idx="73840">
                  <c:v>2</c:v>
                </c:pt>
                <c:pt idx="73841">
                  <c:v>2</c:v>
                </c:pt>
                <c:pt idx="73842">
                  <c:v>3</c:v>
                </c:pt>
                <c:pt idx="73843">
                  <c:v>2</c:v>
                </c:pt>
                <c:pt idx="73844">
                  <c:v>2</c:v>
                </c:pt>
                <c:pt idx="73845">
                  <c:v>2</c:v>
                </c:pt>
                <c:pt idx="73846">
                  <c:v>2</c:v>
                </c:pt>
                <c:pt idx="73847">
                  <c:v>1</c:v>
                </c:pt>
                <c:pt idx="73848">
                  <c:v>1</c:v>
                </c:pt>
                <c:pt idx="73849">
                  <c:v>1</c:v>
                </c:pt>
                <c:pt idx="73850">
                  <c:v>4</c:v>
                </c:pt>
                <c:pt idx="73851">
                  <c:v>1</c:v>
                </c:pt>
                <c:pt idx="73852">
                  <c:v>1</c:v>
                </c:pt>
                <c:pt idx="73853">
                  <c:v>1</c:v>
                </c:pt>
                <c:pt idx="73854">
                  <c:v>4</c:v>
                </c:pt>
                <c:pt idx="73855">
                  <c:v>1</c:v>
                </c:pt>
                <c:pt idx="73856">
                  <c:v>2</c:v>
                </c:pt>
                <c:pt idx="73857">
                  <c:v>1</c:v>
                </c:pt>
                <c:pt idx="73858">
                  <c:v>1</c:v>
                </c:pt>
                <c:pt idx="73859">
                  <c:v>1</c:v>
                </c:pt>
                <c:pt idx="73860">
                  <c:v>1</c:v>
                </c:pt>
                <c:pt idx="73861">
                  <c:v>2</c:v>
                </c:pt>
                <c:pt idx="73862">
                  <c:v>6</c:v>
                </c:pt>
                <c:pt idx="73863">
                  <c:v>2</c:v>
                </c:pt>
                <c:pt idx="73864">
                  <c:v>2</c:v>
                </c:pt>
                <c:pt idx="73865">
                  <c:v>4</c:v>
                </c:pt>
                <c:pt idx="73866">
                  <c:v>8</c:v>
                </c:pt>
                <c:pt idx="73867">
                  <c:v>2</c:v>
                </c:pt>
                <c:pt idx="73868">
                  <c:v>4</c:v>
                </c:pt>
                <c:pt idx="73869">
                  <c:v>2</c:v>
                </c:pt>
                <c:pt idx="73870">
                  <c:v>3</c:v>
                </c:pt>
                <c:pt idx="73871">
                  <c:v>4</c:v>
                </c:pt>
                <c:pt idx="73872">
                  <c:v>1</c:v>
                </c:pt>
                <c:pt idx="73873">
                  <c:v>2</c:v>
                </c:pt>
                <c:pt idx="73874">
                  <c:v>3</c:v>
                </c:pt>
                <c:pt idx="73875">
                  <c:v>2</c:v>
                </c:pt>
                <c:pt idx="73876">
                  <c:v>1</c:v>
                </c:pt>
                <c:pt idx="73877">
                  <c:v>4</c:v>
                </c:pt>
                <c:pt idx="73878">
                  <c:v>3</c:v>
                </c:pt>
                <c:pt idx="73879">
                  <c:v>2</c:v>
                </c:pt>
                <c:pt idx="73880">
                  <c:v>3</c:v>
                </c:pt>
                <c:pt idx="73881">
                  <c:v>5</c:v>
                </c:pt>
                <c:pt idx="73882">
                  <c:v>3</c:v>
                </c:pt>
                <c:pt idx="73883">
                  <c:v>3</c:v>
                </c:pt>
                <c:pt idx="73884">
                  <c:v>4</c:v>
                </c:pt>
                <c:pt idx="73885">
                  <c:v>2</c:v>
                </c:pt>
                <c:pt idx="73886">
                  <c:v>3</c:v>
                </c:pt>
                <c:pt idx="73887">
                  <c:v>4</c:v>
                </c:pt>
                <c:pt idx="73888">
                  <c:v>2</c:v>
                </c:pt>
                <c:pt idx="73889">
                  <c:v>2</c:v>
                </c:pt>
                <c:pt idx="73890">
                  <c:v>2</c:v>
                </c:pt>
                <c:pt idx="73891">
                  <c:v>2</c:v>
                </c:pt>
                <c:pt idx="73892">
                  <c:v>1</c:v>
                </c:pt>
                <c:pt idx="73893">
                  <c:v>2</c:v>
                </c:pt>
                <c:pt idx="73894">
                  <c:v>3</c:v>
                </c:pt>
                <c:pt idx="73895">
                  <c:v>2</c:v>
                </c:pt>
                <c:pt idx="73896">
                  <c:v>3</c:v>
                </c:pt>
                <c:pt idx="73897">
                  <c:v>4</c:v>
                </c:pt>
                <c:pt idx="73898">
                  <c:v>2</c:v>
                </c:pt>
                <c:pt idx="73899">
                  <c:v>2</c:v>
                </c:pt>
                <c:pt idx="73900">
                  <c:v>2</c:v>
                </c:pt>
                <c:pt idx="73901">
                  <c:v>4</c:v>
                </c:pt>
                <c:pt idx="73902">
                  <c:v>4</c:v>
                </c:pt>
                <c:pt idx="73903">
                  <c:v>2</c:v>
                </c:pt>
                <c:pt idx="73904">
                  <c:v>5</c:v>
                </c:pt>
                <c:pt idx="73905">
                  <c:v>4</c:v>
                </c:pt>
                <c:pt idx="73906">
                  <c:v>3</c:v>
                </c:pt>
                <c:pt idx="73907">
                  <c:v>6</c:v>
                </c:pt>
                <c:pt idx="73908">
                  <c:v>3</c:v>
                </c:pt>
                <c:pt idx="73909">
                  <c:v>4</c:v>
                </c:pt>
                <c:pt idx="73910">
                  <c:v>3</c:v>
                </c:pt>
                <c:pt idx="73911">
                  <c:v>4</c:v>
                </c:pt>
                <c:pt idx="73912">
                  <c:v>2</c:v>
                </c:pt>
                <c:pt idx="73913">
                  <c:v>2</c:v>
                </c:pt>
                <c:pt idx="73914">
                  <c:v>2</c:v>
                </c:pt>
                <c:pt idx="73915">
                  <c:v>2</c:v>
                </c:pt>
                <c:pt idx="73916">
                  <c:v>2</c:v>
                </c:pt>
                <c:pt idx="73917">
                  <c:v>2</c:v>
                </c:pt>
                <c:pt idx="73918">
                  <c:v>2</c:v>
                </c:pt>
                <c:pt idx="73919">
                  <c:v>2</c:v>
                </c:pt>
                <c:pt idx="73920">
                  <c:v>2</c:v>
                </c:pt>
                <c:pt idx="73921">
                  <c:v>2</c:v>
                </c:pt>
                <c:pt idx="73922">
                  <c:v>2</c:v>
                </c:pt>
                <c:pt idx="73923">
                  <c:v>2</c:v>
                </c:pt>
                <c:pt idx="73924">
                  <c:v>2</c:v>
                </c:pt>
                <c:pt idx="73925">
                  <c:v>2</c:v>
                </c:pt>
                <c:pt idx="73926">
                  <c:v>2</c:v>
                </c:pt>
                <c:pt idx="73927">
                  <c:v>2</c:v>
                </c:pt>
                <c:pt idx="73928">
                  <c:v>2</c:v>
                </c:pt>
                <c:pt idx="73929">
                  <c:v>2</c:v>
                </c:pt>
                <c:pt idx="73930">
                  <c:v>1</c:v>
                </c:pt>
                <c:pt idx="73931">
                  <c:v>2</c:v>
                </c:pt>
                <c:pt idx="73932">
                  <c:v>1</c:v>
                </c:pt>
                <c:pt idx="73933">
                  <c:v>1</c:v>
                </c:pt>
                <c:pt idx="73934">
                  <c:v>1</c:v>
                </c:pt>
                <c:pt idx="73935">
                  <c:v>2</c:v>
                </c:pt>
                <c:pt idx="73936">
                  <c:v>1</c:v>
                </c:pt>
                <c:pt idx="73937">
                  <c:v>2</c:v>
                </c:pt>
                <c:pt idx="73938">
                  <c:v>3</c:v>
                </c:pt>
                <c:pt idx="73939">
                  <c:v>2</c:v>
                </c:pt>
                <c:pt idx="73940">
                  <c:v>1</c:v>
                </c:pt>
                <c:pt idx="73941">
                  <c:v>2</c:v>
                </c:pt>
                <c:pt idx="73942">
                  <c:v>3</c:v>
                </c:pt>
                <c:pt idx="73943">
                  <c:v>3</c:v>
                </c:pt>
                <c:pt idx="73944">
                  <c:v>3</c:v>
                </c:pt>
                <c:pt idx="73945">
                  <c:v>2</c:v>
                </c:pt>
                <c:pt idx="73946">
                  <c:v>3</c:v>
                </c:pt>
                <c:pt idx="73947">
                  <c:v>3</c:v>
                </c:pt>
                <c:pt idx="73948">
                  <c:v>2</c:v>
                </c:pt>
                <c:pt idx="73949">
                  <c:v>2</c:v>
                </c:pt>
                <c:pt idx="73950">
                  <c:v>3</c:v>
                </c:pt>
                <c:pt idx="73951">
                  <c:v>4</c:v>
                </c:pt>
                <c:pt idx="73952">
                  <c:v>3</c:v>
                </c:pt>
                <c:pt idx="73953">
                  <c:v>4</c:v>
                </c:pt>
                <c:pt idx="73954">
                  <c:v>4</c:v>
                </c:pt>
                <c:pt idx="73955">
                  <c:v>1</c:v>
                </c:pt>
                <c:pt idx="73956">
                  <c:v>2</c:v>
                </c:pt>
                <c:pt idx="73957">
                  <c:v>1</c:v>
                </c:pt>
                <c:pt idx="73958">
                  <c:v>2</c:v>
                </c:pt>
                <c:pt idx="73959">
                  <c:v>2</c:v>
                </c:pt>
                <c:pt idx="73960">
                  <c:v>1</c:v>
                </c:pt>
                <c:pt idx="73961">
                  <c:v>2</c:v>
                </c:pt>
                <c:pt idx="73962">
                  <c:v>2</c:v>
                </c:pt>
                <c:pt idx="73963">
                  <c:v>3</c:v>
                </c:pt>
                <c:pt idx="73964">
                  <c:v>1</c:v>
                </c:pt>
                <c:pt idx="73965">
                  <c:v>2</c:v>
                </c:pt>
                <c:pt idx="73966">
                  <c:v>1</c:v>
                </c:pt>
                <c:pt idx="73967">
                  <c:v>2</c:v>
                </c:pt>
                <c:pt idx="73968">
                  <c:v>1</c:v>
                </c:pt>
                <c:pt idx="73969">
                  <c:v>4</c:v>
                </c:pt>
                <c:pt idx="73970">
                  <c:v>2</c:v>
                </c:pt>
                <c:pt idx="73971">
                  <c:v>2</c:v>
                </c:pt>
                <c:pt idx="73972">
                  <c:v>2</c:v>
                </c:pt>
                <c:pt idx="73973">
                  <c:v>1</c:v>
                </c:pt>
                <c:pt idx="73974">
                  <c:v>3</c:v>
                </c:pt>
                <c:pt idx="73975">
                  <c:v>1</c:v>
                </c:pt>
                <c:pt idx="73976">
                  <c:v>2</c:v>
                </c:pt>
                <c:pt idx="73977">
                  <c:v>4</c:v>
                </c:pt>
                <c:pt idx="73978">
                  <c:v>2</c:v>
                </c:pt>
                <c:pt idx="73979">
                  <c:v>2</c:v>
                </c:pt>
                <c:pt idx="73980">
                  <c:v>2</c:v>
                </c:pt>
                <c:pt idx="73981">
                  <c:v>24</c:v>
                </c:pt>
                <c:pt idx="73982">
                  <c:v>2</c:v>
                </c:pt>
                <c:pt idx="73983">
                  <c:v>5</c:v>
                </c:pt>
                <c:pt idx="73984">
                  <c:v>2</c:v>
                </c:pt>
                <c:pt idx="73985">
                  <c:v>2</c:v>
                </c:pt>
                <c:pt idx="73986">
                  <c:v>4</c:v>
                </c:pt>
                <c:pt idx="73987">
                  <c:v>2</c:v>
                </c:pt>
                <c:pt idx="73988">
                  <c:v>2</c:v>
                </c:pt>
                <c:pt idx="73989">
                  <c:v>2</c:v>
                </c:pt>
                <c:pt idx="73990">
                  <c:v>2</c:v>
                </c:pt>
                <c:pt idx="73991">
                  <c:v>2</c:v>
                </c:pt>
                <c:pt idx="73992">
                  <c:v>2</c:v>
                </c:pt>
                <c:pt idx="73993">
                  <c:v>1</c:v>
                </c:pt>
                <c:pt idx="73994">
                  <c:v>5</c:v>
                </c:pt>
                <c:pt idx="73995">
                  <c:v>7</c:v>
                </c:pt>
                <c:pt idx="73996">
                  <c:v>4</c:v>
                </c:pt>
                <c:pt idx="73997">
                  <c:v>4</c:v>
                </c:pt>
                <c:pt idx="73998">
                  <c:v>2</c:v>
                </c:pt>
                <c:pt idx="73999">
                  <c:v>4</c:v>
                </c:pt>
                <c:pt idx="74000">
                  <c:v>1</c:v>
                </c:pt>
                <c:pt idx="74001">
                  <c:v>3</c:v>
                </c:pt>
                <c:pt idx="74002">
                  <c:v>2</c:v>
                </c:pt>
                <c:pt idx="74003">
                  <c:v>3</c:v>
                </c:pt>
                <c:pt idx="74004">
                  <c:v>2</c:v>
                </c:pt>
                <c:pt idx="74005">
                  <c:v>2</c:v>
                </c:pt>
                <c:pt idx="74006">
                  <c:v>2</c:v>
                </c:pt>
                <c:pt idx="74007">
                  <c:v>2</c:v>
                </c:pt>
                <c:pt idx="74008">
                  <c:v>3</c:v>
                </c:pt>
                <c:pt idx="74009">
                  <c:v>4</c:v>
                </c:pt>
                <c:pt idx="74010">
                  <c:v>4</c:v>
                </c:pt>
                <c:pt idx="74011">
                  <c:v>1</c:v>
                </c:pt>
                <c:pt idx="74012">
                  <c:v>1</c:v>
                </c:pt>
                <c:pt idx="74013">
                  <c:v>2</c:v>
                </c:pt>
                <c:pt idx="74014">
                  <c:v>1</c:v>
                </c:pt>
                <c:pt idx="74015">
                  <c:v>1</c:v>
                </c:pt>
                <c:pt idx="74016">
                  <c:v>2</c:v>
                </c:pt>
                <c:pt idx="74017">
                  <c:v>3</c:v>
                </c:pt>
                <c:pt idx="74018">
                  <c:v>5</c:v>
                </c:pt>
                <c:pt idx="74019">
                  <c:v>3</c:v>
                </c:pt>
                <c:pt idx="74020">
                  <c:v>8</c:v>
                </c:pt>
                <c:pt idx="74021">
                  <c:v>11</c:v>
                </c:pt>
                <c:pt idx="74022">
                  <c:v>10</c:v>
                </c:pt>
                <c:pt idx="74023">
                  <c:v>2</c:v>
                </c:pt>
                <c:pt idx="74024">
                  <c:v>2</c:v>
                </c:pt>
                <c:pt idx="74025">
                  <c:v>5</c:v>
                </c:pt>
                <c:pt idx="74026">
                  <c:v>4</c:v>
                </c:pt>
                <c:pt idx="74027">
                  <c:v>1</c:v>
                </c:pt>
                <c:pt idx="74028">
                  <c:v>3</c:v>
                </c:pt>
                <c:pt idx="74029">
                  <c:v>2</c:v>
                </c:pt>
                <c:pt idx="74030">
                  <c:v>5</c:v>
                </c:pt>
                <c:pt idx="74031">
                  <c:v>6</c:v>
                </c:pt>
                <c:pt idx="74032">
                  <c:v>6</c:v>
                </c:pt>
                <c:pt idx="74033">
                  <c:v>5</c:v>
                </c:pt>
                <c:pt idx="74034">
                  <c:v>5</c:v>
                </c:pt>
                <c:pt idx="74035">
                  <c:v>6</c:v>
                </c:pt>
                <c:pt idx="74036">
                  <c:v>5</c:v>
                </c:pt>
                <c:pt idx="74037">
                  <c:v>5</c:v>
                </c:pt>
                <c:pt idx="74038">
                  <c:v>2</c:v>
                </c:pt>
                <c:pt idx="74039">
                  <c:v>3</c:v>
                </c:pt>
                <c:pt idx="74040">
                  <c:v>2</c:v>
                </c:pt>
                <c:pt idx="74041">
                  <c:v>2</c:v>
                </c:pt>
                <c:pt idx="74042">
                  <c:v>2</c:v>
                </c:pt>
                <c:pt idx="74043">
                  <c:v>1</c:v>
                </c:pt>
                <c:pt idx="74044">
                  <c:v>3</c:v>
                </c:pt>
                <c:pt idx="74045">
                  <c:v>4</c:v>
                </c:pt>
                <c:pt idx="74046">
                  <c:v>4</c:v>
                </c:pt>
                <c:pt idx="74047">
                  <c:v>4</c:v>
                </c:pt>
                <c:pt idx="74048">
                  <c:v>2</c:v>
                </c:pt>
                <c:pt idx="74049">
                  <c:v>2</c:v>
                </c:pt>
                <c:pt idx="74050">
                  <c:v>2</c:v>
                </c:pt>
                <c:pt idx="74051">
                  <c:v>2</c:v>
                </c:pt>
                <c:pt idx="74052">
                  <c:v>2</c:v>
                </c:pt>
                <c:pt idx="74053">
                  <c:v>4</c:v>
                </c:pt>
                <c:pt idx="74054">
                  <c:v>3</c:v>
                </c:pt>
                <c:pt idx="74055">
                  <c:v>3</c:v>
                </c:pt>
                <c:pt idx="74056">
                  <c:v>4</c:v>
                </c:pt>
                <c:pt idx="74057">
                  <c:v>4</c:v>
                </c:pt>
                <c:pt idx="74058">
                  <c:v>3</c:v>
                </c:pt>
                <c:pt idx="74059">
                  <c:v>5</c:v>
                </c:pt>
                <c:pt idx="74060">
                  <c:v>4</c:v>
                </c:pt>
                <c:pt idx="74061">
                  <c:v>3</c:v>
                </c:pt>
                <c:pt idx="74062">
                  <c:v>6</c:v>
                </c:pt>
                <c:pt idx="74063">
                  <c:v>4</c:v>
                </c:pt>
                <c:pt idx="74064">
                  <c:v>3</c:v>
                </c:pt>
                <c:pt idx="74065">
                  <c:v>6</c:v>
                </c:pt>
                <c:pt idx="74066">
                  <c:v>2</c:v>
                </c:pt>
                <c:pt idx="74067">
                  <c:v>3</c:v>
                </c:pt>
                <c:pt idx="74068">
                  <c:v>1</c:v>
                </c:pt>
                <c:pt idx="74069">
                  <c:v>1</c:v>
                </c:pt>
                <c:pt idx="74070">
                  <c:v>2</c:v>
                </c:pt>
                <c:pt idx="74071">
                  <c:v>3</c:v>
                </c:pt>
                <c:pt idx="74072">
                  <c:v>2</c:v>
                </c:pt>
                <c:pt idx="74073">
                  <c:v>2</c:v>
                </c:pt>
                <c:pt idx="74074">
                  <c:v>4</c:v>
                </c:pt>
                <c:pt idx="74075">
                  <c:v>4</c:v>
                </c:pt>
                <c:pt idx="74076">
                  <c:v>6</c:v>
                </c:pt>
                <c:pt idx="74077">
                  <c:v>4</c:v>
                </c:pt>
                <c:pt idx="74078">
                  <c:v>7</c:v>
                </c:pt>
                <c:pt idx="74079">
                  <c:v>5</c:v>
                </c:pt>
                <c:pt idx="74080">
                  <c:v>5</c:v>
                </c:pt>
                <c:pt idx="74081">
                  <c:v>4</c:v>
                </c:pt>
                <c:pt idx="74082">
                  <c:v>5</c:v>
                </c:pt>
                <c:pt idx="74083">
                  <c:v>3</c:v>
                </c:pt>
                <c:pt idx="74084">
                  <c:v>6</c:v>
                </c:pt>
                <c:pt idx="74085">
                  <c:v>3</c:v>
                </c:pt>
                <c:pt idx="74086">
                  <c:v>4</c:v>
                </c:pt>
                <c:pt idx="74087">
                  <c:v>5</c:v>
                </c:pt>
                <c:pt idx="74088">
                  <c:v>2</c:v>
                </c:pt>
                <c:pt idx="74089">
                  <c:v>2</c:v>
                </c:pt>
                <c:pt idx="74090">
                  <c:v>3</c:v>
                </c:pt>
                <c:pt idx="74091">
                  <c:v>4</c:v>
                </c:pt>
                <c:pt idx="74092">
                  <c:v>2</c:v>
                </c:pt>
                <c:pt idx="74093">
                  <c:v>1</c:v>
                </c:pt>
                <c:pt idx="74094">
                  <c:v>2</c:v>
                </c:pt>
                <c:pt idx="74095">
                  <c:v>1</c:v>
                </c:pt>
                <c:pt idx="74096">
                  <c:v>2</c:v>
                </c:pt>
                <c:pt idx="74097">
                  <c:v>2</c:v>
                </c:pt>
                <c:pt idx="74098">
                  <c:v>2</c:v>
                </c:pt>
                <c:pt idx="74099">
                  <c:v>2</c:v>
                </c:pt>
                <c:pt idx="74100">
                  <c:v>1</c:v>
                </c:pt>
                <c:pt idx="74101">
                  <c:v>1</c:v>
                </c:pt>
                <c:pt idx="74102">
                  <c:v>1</c:v>
                </c:pt>
                <c:pt idx="74103">
                  <c:v>1</c:v>
                </c:pt>
                <c:pt idx="74104">
                  <c:v>13</c:v>
                </c:pt>
                <c:pt idx="74105">
                  <c:v>2</c:v>
                </c:pt>
                <c:pt idx="74106">
                  <c:v>2</c:v>
                </c:pt>
                <c:pt idx="74107">
                  <c:v>4</c:v>
                </c:pt>
                <c:pt idx="74108">
                  <c:v>4</c:v>
                </c:pt>
                <c:pt idx="74109">
                  <c:v>0</c:v>
                </c:pt>
                <c:pt idx="74110">
                  <c:v>0</c:v>
                </c:pt>
                <c:pt idx="74111">
                  <c:v>13</c:v>
                </c:pt>
                <c:pt idx="74112">
                  <c:v>4</c:v>
                </c:pt>
                <c:pt idx="74113">
                  <c:v>4</c:v>
                </c:pt>
                <c:pt idx="74114">
                  <c:v>13</c:v>
                </c:pt>
                <c:pt idx="74115">
                  <c:v>13</c:v>
                </c:pt>
                <c:pt idx="74116">
                  <c:v>6</c:v>
                </c:pt>
                <c:pt idx="74117">
                  <c:v>6</c:v>
                </c:pt>
                <c:pt idx="74118">
                  <c:v>5</c:v>
                </c:pt>
                <c:pt idx="74119">
                  <c:v>5</c:v>
                </c:pt>
                <c:pt idx="74120">
                  <c:v>1</c:v>
                </c:pt>
                <c:pt idx="74121">
                  <c:v>2</c:v>
                </c:pt>
                <c:pt idx="74122">
                  <c:v>1</c:v>
                </c:pt>
                <c:pt idx="74123">
                  <c:v>1</c:v>
                </c:pt>
                <c:pt idx="74124">
                  <c:v>2</c:v>
                </c:pt>
                <c:pt idx="74125">
                  <c:v>1</c:v>
                </c:pt>
                <c:pt idx="74126">
                  <c:v>1</c:v>
                </c:pt>
                <c:pt idx="74127">
                  <c:v>1</c:v>
                </c:pt>
                <c:pt idx="74128">
                  <c:v>1</c:v>
                </c:pt>
                <c:pt idx="74129">
                  <c:v>1</c:v>
                </c:pt>
                <c:pt idx="74130">
                  <c:v>2</c:v>
                </c:pt>
                <c:pt idx="74131">
                  <c:v>1</c:v>
                </c:pt>
                <c:pt idx="74132">
                  <c:v>1</c:v>
                </c:pt>
                <c:pt idx="74133">
                  <c:v>1</c:v>
                </c:pt>
                <c:pt idx="74134">
                  <c:v>1</c:v>
                </c:pt>
                <c:pt idx="74135">
                  <c:v>2</c:v>
                </c:pt>
                <c:pt idx="74136">
                  <c:v>2</c:v>
                </c:pt>
                <c:pt idx="74137">
                  <c:v>2</c:v>
                </c:pt>
                <c:pt idx="74138">
                  <c:v>4</c:v>
                </c:pt>
                <c:pt idx="74139">
                  <c:v>4</c:v>
                </c:pt>
                <c:pt idx="74140">
                  <c:v>4</c:v>
                </c:pt>
                <c:pt idx="74141">
                  <c:v>4</c:v>
                </c:pt>
                <c:pt idx="74142">
                  <c:v>4</c:v>
                </c:pt>
                <c:pt idx="74143">
                  <c:v>2</c:v>
                </c:pt>
                <c:pt idx="74144">
                  <c:v>4</c:v>
                </c:pt>
                <c:pt idx="74145">
                  <c:v>2</c:v>
                </c:pt>
                <c:pt idx="74146">
                  <c:v>2</c:v>
                </c:pt>
                <c:pt idx="74147">
                  <c:v>4</c:v>
                </c:pt>
                <c:pt idx="74148">
                  <c:v>4</c:v>
                </c:pt>
                <c:pt idx="74149">
                  <c:v>2</c:v>
                </c:pt>
                <c:pt idx="74150">
                  <c:v>2</c:v>
                </c:pt>
                <c:pt idx="74151">
                  <c:v>2</c:v>
                </c:pt>
                <c:pt idx="74152">
                  <c:v>2</c:v>
                </c:pt>
                <c:pt idx="74153">
                  <c:v>2</c:v>
                </c:pt>
                <c:pt idx="74154">
                  <c:v>2</c:v>
                </c:pt>
                <c:pt idx="74155">
                  <c:v>4</c:v>
                </c:pt>
                <c:pt idx="74156">
                  <c:v>2</c:v>
                </c:pt>
                <c:pt idx="74157">
                  <c:v>2</c:v>
                </c:pt>
                <c:pt idx="74158">
                  <c:v>4</c:v>
                </c:pt>
                <c:pt idx="74159">
                  <c:v>2</c:v>
                </c:pt>
                <c:pt idx="74160">
                  <c:v>2</c:v>
                </c:pt>
                <c:pt idx="74161">
                  <c:v>2</c:v>
                </c:pt>
                <c:pt idx="74162">
                  <c:v>4</c:v>
                </c:pt>
                <c:pt idx="74163">
                  <c:v>1</c:v>
                </c:pt>
                <c:pt idx="74164">
                  <c:v>1</c:v>
                </c:pt>
                <c:pt idx="74165">
                  <c:v>2</c:v>
                </c:pt>
                <c:pt idx="74166">
                  <c:v>4</c:v>
                </c:pt>
                <c:pt idx="74167">
                  <c:v>2</c:v>
                </c:pt>
                <c:pt idx="74168">
                  <c:v>1</c:v>
                </c:pt>
                <c:pt idx="74169">
                  <c:v>1</c:v>
                </c:pt>
                <c:pt idx="74170">
                  <c:v>1</c:v>
                </c:pt>
                <c:pt idx="74171">
                  <c:v>1</c:v>
                </c:pt>
                <c:pt idx="74172">
                  <c:v>1</c:v>
                </c:pt>
                <c:pt idx="74173">
                  <c:v>3</c:v>
                </c:pt>
                <c:pt idx="74174">
                  <c:v>2</c:v>
                </c:pt>
                <c:pt idx="74175">
                  <c:v>2</c:v>
                </c:pt>
                <c:pt idx="74176">
                  <c:v>2</c:v>
                </c:pt>
                <c:pt idx="74177">
                  <c:v>2</c:v>
                </c:pt>
                <c:pt idx="74178">
                  <c:v>2</c:v>
                </c:pt>
                <c:pt idx="74179">
                  <c:v>2</c:v>
                </c:pt>
                <c:pt idx="74180">
                  <c:v>2</c:v>
                </c:pt>
                <c:pt idx="74181">
                  <c:v>4</c:v>
                </c:pt>
                <c:pt idx="74182">
                  <c:v>3</c:v>
                </c:pt>
                <c:pt idx="74183">
                  <c:v>3</c:v>
                </c:pt>
                <c:pt idx="74184">
                  <c:v>3</c:v>
                </c:pt>
                <c:pt idx="74185">
                  <c:v>3</c:v>
                </c:pt>
                <c:pt idx="74186">
                  <c:v>3</c:v>
                </c:pt>
                <c:pt idx="74187">
                  <c:v>2</c:v>
                </c:pt>
                <c:pt idx="74188">
                  <c:v>4</c:v>
                </c:pt>
                <c:pt idx="74189">
                  <c:v>3</c:v>
                </c:pt>
                <c:pt idx="74190">
                  <c:v>2</c:v>
                </c:pt>
                <c:pt idx="74191">
                  <c:v>2</c:v>
                </c:pt>
                <c:pt idx="74192">
                  <c:v>2</c:v>
                </c:pt>
                <c:pt idx="74193">
                  <c:v>2</c:v>
                </c:pt>
                <c:pt idx="74194">
                  <c:v>2</c:v>
                </c:pt>
                <c:pt idx="74195">
                  <c:v>2</c:v>
                </c:pt>
                <c:pt idx="74196">
                  <c:v>2</c:v>
                </c:pt>
                <c:pt idx="74197">
                  <c:v>2</c:v>
                </c:pt>
                <c:pt idx="74198">
                  <c:v>2</c:v>
                </c:pt>
                <c:pt idx="74199">
                  <c:v>2</c:v>
                </c:pt>
                <c:pt idx="74200">
                  <c:v>2</c:v>
                </c:pt>
                <c:pt idx="74201">
                  <c:v>3</c:v>
                </c:pt>
                <c:pt idx="74202">
                  <c:v>3</c:v>
                </c:pt>
                <c:pt idx="74203">
                  <c:v>3</c:v>
                </c:pt>
                <c:pt idx="74204">
                  <c:v>3</c:v>
                </c:pt>
                <c:pt idx="74205">
                  <c:v>2</c:v>
                </c:pt>
                <c:pt idx="74206">
                  <c:v>3</c:v>
                </c:pt>
                <c:pt idx="74207">
                  <c:v>3</c:v>
                </c:pt>
                <c:pt idx="74208">
                  <c:v>3</c:v>
                </c:pt>
                <c:pt idx="74209">
                  <c:v>3</c:v>
                </c:pt>
                <c:pt idx="74210">
                  <c:v>2</c:v>
                </c:pt>
                <c:pt idx="74211">
                  <c:v>2</c:v>
                </c:pt>
                <c:pt idx="74212">
                  <c:v>2</c:v>
                </c:pt>
                <c:pt idx="74213">
                  <c:v>2</c:v>
                </c:pt>
                <c:pt idx="74214">
                  <c:v>2</c:v>
                </c:pt>
                <c:pt idx="74215">
                  <c:v>2</c:v>
                </c:pt>
                <c:pt idx="74216">
                  <c:v>2</c:v>
                </c:pt>
                <c:pt idx="74217">
                  <c:v>2</c:v>
                </c:pt>
                <c:pt idx="74218">
                  <c:v>2</c:v>
                </c:pt>
                <c:pt idx="74219">
                  <c:v>2</c:v>
                </c:pt>
                <c:pt idx="74220">
                  <c:v>2</c:v>
                </c:pt>
                <c:pt idx="74221">
                  <c:v>2</c:v>
                </c:pt>
                <c:pt idx="74222">
                  <c:v>2</c:v>
                </c:pt>
                <c:pt idx="74223">
                  <c:v>2</c:v>
                </c:pt>
                <c:pt idx="74224">
                  <c:v>2</c:v>
                </c:pt>
                <c:pt idx="74225">
                  <c:v>2</c:v>
                </c:pt>
                <c:pt idx="74226">
                  <c:v>2</c:v>
                </c:pt>
                <c:pt idx="74227">
                  <c:v>2</c:v>
                </c:pt>
                <c:pt idx="74228">
                  <c:v>2</c:v>
                </c:pt>
                <c:pt idx="74229">
                  <c:v>2</c:v>
                </c:pt>
                <c:pt idx="74230">
                  <c:v>3</c:v>
                </c:pt>
                <c:pt idx="74231">
                  <c:v>3</c:v>
                </c:pt>
                <c:pt idx="74232">
                  <c:v>3</c:v>
                </c:pt>
                <c:pt idx="74233">
                  <c:v>3</c:v>
                </c:pt>
                <c:pt idx="74234">
                  <c:v>3</c:v>
                </c:pt>
                <c:pt idx="74235">
                  <c:v>3</c:v>
                </c:pt>
                <c:pt idx="74236">
                  <c:v>3</c:v>
                </c:pt>
                <c:pt idx="74237">
                  <c:v>3</c:v>
                </c:pt>
                <c:pt idx="74238">
                  <c:v>3</c:v>
                </c:pt>
                <c:pt idx="74239">
                  <c:v>3</c:v>
                </c:pt>
                <c:pt idx="74240">
                  <c:v>3</c:v>
                </c:pt>
                <c:pt idx="74241">
                  <c:v>3</c:v>
                </c:pt>
                <c:pt idx="74242">
                  <c:v>2</c:v>
                </c:pt>
                <c:pt idx="74243">
                  <c:v>2</c:v>
                </c:pt>
                <c:pt idx="74244">
                  <c:v>3</c:v>
                </c:pt>
                <c:pt idx="74245">
                  <c:v>3</c:v>
                </c:pt>
                <c:pt idx="74246">
                  <c:v>3</c:v>
                </c:pt>
                <c:pt idx="74247">
                  <c:v>3</c:v>
                </c:pt>
                <c:pt idx="74248">
                  <c:v>3</c:v>
                </c:pt>
                <c:pt idx="74249">
                  <c:v>3</c:v>
                </c:pt>
                <c:pt idx="74250">
                  <c:v>2</c:v>
                </c:pt>
                <c:pt idx="74251">
                  <c:v>3</c:v>
                </c:pt>
                <c:pt idx="74252">
                  <c:v>3</c:v>
                </c:pt>
                <c:pt idx="74253">
                  <c:v>2</c:v>
                </c:pt>
                <c:pt idx="74254">
                  <c:v>3</c:v>
                </c:pt>
                <c:pt idx="74255">
                  <c:v>3</c:v>
                </c:pt>
                <c:pt idx="74256">
                  <c:v>3</c:v>
                </c:pt>
                <c:pt idx="74257">
                  <c:v>3</c:v>
                </c:pt>
                <c:pt idx="74258">
                  <c:v>3</c:v>
                </c:pt>
                <c:pt idx="74259">
                  <c:v>3</c:v>
                </c:pt>
                <c:pt idx="74260">
                  <c:v>3</c:v>
                </c:pt>
                <c:pt idx="74261">
                  <c:v>2</c:v>
                </c:pt>
                <c:pt idx="74262">
                  <c:v>2</c:v>
                </c:pt>
                <c:pt idx="74263">
                  <c:v>1</c:v>
                </c:pt>
                <c:pt idx="74264">
                  <c:v>3</c:v>
                </c:pt>
                <c:pt idx="74265">
                  <c:v>2</c:v>
                </c:pt>
                <c:pt idx="74266">
                  <c:v>1</c:v>
                </c:pt>
                <c:pt idx="74267">
                  <c:v>1</c:v>
                </c:pt>
                <c:pt idx="74268">
                  <c:v>1</c:v>
                </c:pt>
                <c:pt idx="74269">
                  <c:v>1</c:v>
                </c:pt>
                <c:pt idx="74270">
                  <c:v>1</c:v>
                </c:pt>
                <c:pt idx="74271">
                  <c:v>1</c:v>
                </c:pt>
                <c:pt idx="74272">
                  <c:v>1</c:v>
                </c:pt>
                <c:pt idx="74273">
                  <c:v>2</c:v>
                </c:pt>
                <c:pt idx="74274">
                  <c:v>1</c:v>
                </c:pt>
                <c:pt idx="74275">
                  <c:v>2</c:v>
                </c:pt>
                <c:pt idx="74276">
                  <c:v>1</c:v>
                </c:pt>
                <c:pt idx="74277">
                  <c:v>1</c:v>
                </c:pt>
                <c:pt idx="74278">
                  <c:v>2</c:v>
                </c:pt>
                <c:pt idx="74279">
                  <c:v>2</c:v>
                </c:pt>
                <c:pt idx="74280">
                  <c:v>2</c:v>
                </c:pt>
                <c:pt idx="74281">
                  <c:v>4</c:v>
                </c:pt>
                <c:pt idx="74282">
                  <c:v>1</c:v>
                </c:pt>
                <c:pt idx="74283">
                  <c:v>1</c:v>
                </c:pt>
                <c:pt idx="74284">
                  <c:v>-3</c:v>
                </c:pt>
                <c:pt idx="74285">
                  <c:v>2</c:v>
                </c:pt>
                <c:pt idx="74286">
                  <c:v>1</c:v>
                </c:pt>
                <c:pt idx="74287">
                  <c:v>2</c:v>
                </c:pt>
                <c:pt idx="74288">
                  <c:v>1</c:v>
                </c:pt>
                <c:pt idx="74289">
                  <c:v>2</c:v>
                </c:pt>
                <c:pt idx="74290">
                  <c:v>2</c:v>
                </c:pt>
                <c:pt idx="74291">
                  <c:v>7</c:v>
                </c:pt>
                <c:pt idx="74292">
                  <c:v>3</c:v>
                </c:pt>
                <c:pt idx="74293">
                  <c:v>4</c:v>
                </c:pt>
                <c:pt idx="74294">
                  <c:v>3</c:v>
                </c:pt>
                <c:pt idx="74295">
                  <c:v>4</c:v>
                </c:pt>
                <c:pt idx="74296">
                  <c:v>3</c:v>
                </c:pt>
                <c:pt idx="74297">
                  <c:v>3</c:v>
                </c:pt>
                <c:pt idx="74298">
                  <c:v>4</c:v>
                </c:pt>
                <c:pt idx="74299">
                  <c:v>3</c:v>
                </c:pt>
                <c:pt idx="74300">
                  <c:v>3</c:v>
                </c:pt>
                <c:pt idx="74301">
                  <c:v>5</c:v>
                </c:pt>
                <c:pt idx="74302">
                  <c:v>2</c:v>
                </c:pt>
                <c:pt idx="74303">
                  <c:v>3</c:v>
                </c:pt>
                <c:pt idx="74304">
                  <c:v>4</c:v>
                </c:pt>
                <c:pt idx="74305">
                  <c:v>2</c:v>
                </c:pt>
                <c:pt idx="74306">
                  <c:v>4</c:v>
                </c:pt>
                <c:pt idx="74307">
                  <c:v>4</c:v>
                </c:pt>
                <c:pt idx="74308">
                  <c:v>6</c:v>
                </c:pt>
                <c:pt idx="74309">
                  <c:v>4</c:v>
                </c:pt>
                <c:pt idx="74310">
                  <c:v>2</c:v>
                </c:pt>
                <c:pt idx="74311">
                  <c:v>3</c:v>
                </c:pt>
                <c:pt idx="74312">
                  <c:v>2</c:v>
                </c:pt>
                <c:pt idx="74313">
                  <c:v>3</c:v>
                </c:pt>
                <c:pt idx="74314">
                  <c:v>2</c:v>
                </c:pt>
                <c:pt idx="74315">
                  <c:v>2</c:v>
                </c:pt>
                <c:pt idx="74316">
                  <c:v>2</c:v>
                </c:pt>
                <c:pt idx="74317">
                  <c:v>3</c:v>
                </c:pt>
                <c:pt idx="74318">
                  <c:v>3</c:v>
                </c:pt>
                <c:pt idx="74319">
                  <c:v>3</c:v>
                </c:pt>
                <c:pt idx="74320">
                  <c:v>3</c:v>
                </c:pt>
                <c:pt idx="74321">
                  <c:v>2</c:v>
                </c:pt>
                <c:pt idx="74322">
                  <c:v>1</c:v>
                </c:pt>
                <c:pt idx="74323">
                  <c:v>1</c:v>
                </c:pt>
                <c:pt idx="74324">
                  <c:v>1</c:v>
                </c:pt>
                <c:pt idx="74325">
                  <c:v>1</c:v>
                </c:pt>
                <c:pt idx="74326">
                  <c:v>1</c:v>
                </c:pt>
                <c:pt idx="74327">
                  <c:v>1</c:v>
                </c:pt>
                <c:pt idx="74328">
                  <c:v>2</c:v>
                </c:pt>
                <c:pt idx="74329">
                  <c:v>1</c:v>
                </c:pt>
                <c:pt idx="74330">
                  <c:v>1</c:v>
                </c:pt>
                <c:pt idx="74331">
                  <c:v>1</c:v>
                </c:pt>
                <c:pt idx="74332">
                  <c:v>2</c:v>
                </c:pt>
                <c:pt idx="74333">
                  <c:v>1</c:v>
                </c:pt>
                <c:pt idx="74334">
                  <c:v>2</c:v>
                </c:pt>
                <c:pt idx="74335">
                  <c:v>2</c:v>
                </c:pt>
                <c:pt idx="74336">
                  <c:v>1</c:v>
                </c:pt>
                <c:pt idx="74337">
                  <c:v>1</c:v>
                </c:pt>
                <c:pt idx="74338">
                  <c:v>2</c:v>
                </c:pt>
                <c:pt idx="74339">
                  <c:v>2</c:v>
                </c:pt>
                <c:pt idx="74340">
                  <c:v>1</c:v>
                </c:pt>
                <c:pt idx="74341">
                  <c:v>2</c:v>
                </c:pt>
                <c:pt idx="74342">
                  <c:v>1</c:v>
                </c:pt>
                <c:pt idx="74343">
                  <c:v>1</c:v>
                </c:pt>
                <c:pt idx="74344">
                  <c:v>1</c:v>
                </c:pt>
                <c:pt idx="74345">
                  <c:v>1</c:v>
                </c:pt>
                <c:pt idx="74346">
                  <c:v>1</c:v>
                </c:pt>
                <c:pt idx="74347">
                  <c:v>1</c:v>
                </c:pt>
                <c:pt idx="74348">
                  <c:v>10</c:v>
                </c:pt>
                <c:pt idx="74349">
                  <c:v>1</c:v>
                </c:pt>
                <c:pt idx="74350">
                  <c:v>1</c:v>
                </c:pt>
                <c:pt idx="74351">
                  <c:v>1</c:v>
                </c:pt>
                <c:pt idx="74352">
                  <c:v>1</c:v>
                </c:pt>
                <c:pt idx="74353">
                  <c:v>1</c:v>
                </c:pt>
                <c:pt idx="74354">
                  <c:v>3</c:v>
                </c:pt>
                <c:pt idx="74355">
                  <c:v>6</c:v>
                </c:pt>
                <c:pt idx="74356">
                  <c:v>2</c:v>
                </c:pt>
                <c:pt idx="74357">
                  <c:v>2</c:v>
                </c:pt>
                <c:pt idx="74358">
                  <c:v>3</c:v>
                </c:pt>
                <c:pt idx="74359">
                  <c:v>3</c:v>
                </c:pt>
                <c:pt idx="74360">
                  <c:v>3</c:v>
                </c:pt>
                <c:pt idx="74361">
                  <c:v>3</c:v>
                </c:pt>
                <c:pt idx="74362">
                  <c:v>3</c:v>
                </c:pt>
                <c:pt idx="74363">
                  <c:v>3</c:v>
                </c:pt>
                <c:pt idx="74364">
                  <c:v>3</c:v>
                </c:pt>
                <c:pt idx="74365">
                  <c:v>4</c:v>
                </c:pt>
                <c:pt idx="74366">
                  <c:v>4</c:v>
                </c:pt>
                <c:pt idx="74367">
                  <c:v>2</c:v>
                </c:pt>
                <c:pt idx="74368">
                  <c:v>6</c:v>
                </c:pt>
                <c:pt idx="74369">
                  <c:v>6</c:v>
                </c:pt>
                <c:pt idx="74370">
                  <c:v>4</c:v>
                </c:pt>
                <c:pt idx="74371">
                  <c:v>5</c:v>
                </c:pt>
                <c:pt idx="74372">
                  <c:v>2</c:v>
                </c:pt>
                <c:pt idx="74373">
                  <c:v>6</c:v>
                </c:pt>
                <c:pt idx="74374">
                  <c:v>2</c:v>
                </c:pt>
                <c:pt idx="74375">
                  <c:v>2</c:v>
                </c:pt>
                <c:pt idx="74376">
                  <c:v>2</c:v>
                </c:pt>
                <c:pt idx="74377">
                  <c:v>3</c:v>
                </c:pt>
                <c:pt idx="74378">
                  <c:v>2</c:v>
                </c:pt>
                <c:pt idx="74379">
                  <c:v>2</c:v>
                </c:pt>
                <c:pt idx="74380">
                  <c:v>2</c:v>
                </c:pt>
                <c:pt idx="74381">
                  <c:v>2</c:v>
                </c:pt>
                <c:pt idx="74382">
                  <c:v>1</c:v>
                </c:pt>
                <c:pt idx="74383">
                  <c:v>4</c:v>
                </c:pt>
                <c:pt idx="74384">
                  <c:v>3</c:v>
                </c:pt>
                <c:pt idx="74385">
                  <c:v>3</c:v>
                </c:pt>
                <c:pt idx="74386">
                  <c:v>5</c:v>
                </c:pt>
                <c:pt idx="74387">
                  <c:v>3</c:v>
                </c:pt>
                <c:pt idx="74388">
                  <c:v>4</c:v>
                </c:pt>
                <c:pt idx="74389">
                  <c:v>2</c:v>
                </c:pt>
                <c:pt idx="74390">
                  <c:v>2</c:v>
                </c:pt>
                <c:pt idx="74391">
                  <c:v>2</c:v>
                </c:pt>
                <c:pt idx="74392">
                  <c:v>2</c:v>
                </c:pt>
                <c:pt idx="74393">
                  <c:v>0</c:v>
                </c:pt>
                <c:pt idx="74394">
                  <c:v>2</c:v>
                </c:pt>
                <c:pt idx="74395">
                  <c:v>4</c:v>
                </c:pt>
                <c:pt idx="74396">
                  <c:v>3</c:v>
                </c:pt>
                <c:pt idx="74397">
                  <c:v>3</c:v>
                </c:pt>
                <c:pt idx="74398">
                  <c:v>4</c:v>
                </c:pt>
                <c:pt idx="74399">
                  <c:v>4</c:v>
                </c:pt>
                <c:pt idx="74400">
                  <c:v>4</c:v>
                </c:pt>
                <c:pt idx="74401">
                  <c:v>2</c:v>
                </c:pt>
                <c:pt idx="74402">
                  <c:v>3</c:v>
                </c:pt>
                <c:pt idx="74403">
                  <c:v>7</c:v>
                </c:pt>
                <c:pt idx="74404">
                  <c:v>4</c:v>
                </c:pt>
                <c:pt idx="74405">
                  <c:v>5</c:v>
                </c:pt>
                <c:pt idx="74406">
                  <c:v>1</c:v>
                </c:pt>
                <c:pt idx="74407">
                  <c:v>2</c:v>
                </c:pt>
                <c:pt idx="74408">
                  <c:v>2</c:v>
                </c:pt>
                <c:pt idx="74409">
                  <c:v>2</c:v>
                </c:pt>
                <c:pt idx="74410">
                  <c:v>2</c:v>
                </c:pt>
                <c:pt idx="74411">
                  <c:v>2</c:v>
                </c:pt>
                <c:pt idx="74412">
                  <c:v>2</c:v>
                </c:pt>
                <c:pt idx="74413">
                  <c:v>3</c:v>
                </c:pt>
                <c:pt idx="74414">
                  <c:v>2</c:v>
                </c:pt>
                <c:pt idx="74415">
                  <c:v>2</c:v>
                </c:pt>
                <c:pt idx="74416">
                  <c:v>2</c:v>
                </c:pt>
                <c:pt idx="74417">
                  <c:v>2</c:v>
                </c:pt>
                <c:pt idx="74418">
                  <c:v>2</c:v>
                </c:pt>
                <c:pt idx="74419">
                  <c:v>2</c:v>
                </c:pt>
                <c:pt idx="74420">
                  <c:v>2</c:v>
                </c:pt>
                <c:pt idx="74421">
                  <c:v>1</c:v>
                </c:pt>
                <c:pt idx="74422">
                  <c:v>2</c:v>
                </c:pt>
                <c:pt idx="74423">
                  <c:v>2</c:v>
                </c:pt>
                <c:pt idx="74424">
                  <c:v>3</c:v>
                </c:pt>
                <c:pt idx="74425">
                  <c:v>1</c:v>
                </c:pt>
                <c:pt idx="74426">
                  <c:v>1</c:v>
                </c:pt>
                <c:pt idx="74427">
                  <c:v>1</c:v>
                </c:pt>
                <c:pt idx="74428">
                  <c:v>2</c:v>
                </c:pt>
                <c:pt idx="74429">
                  <c:v>2</c:v>
                </c:pt>
                <c:pt idx="74430">
                  <c:v>1</c:v>
                </c:pt>
                <c:pt idx="74431">
                  <c:v>1</c:v>
                </c:pt>
                <c:pt idx="74432">
                  <c:v>1</c:v>
                </c:pt>
                <c:pt idx="74433">
                  <c:v>2</c:v>
                </c:pt>
                <c:pt idx="74434">
                  <c:v>2</c:v>
                </c:pt>
                <c:pt idx="74435">
                  <c:v>1</c:v>
                </c:pt>
                <c:pt idx="74436">
                  <c:v>1</c:v>
                </c:pt>
                <c:pt idx="74437">
                  <c:v>2</c:v>
                </c:pt>
                <c:pt idx="74438">
                  <c:v>2</c:v>
                </c:pt>
                <c:pt idx="74439">
                  <c:v>3</c:v>
                </c:pt>
                <c:pt idx="74440">
                  <c:v>2</c:v>
                </c:pt>
                <c:pt idx="74441">
                  <c:v>1</c:v>
                </c:pt>
                <c:pt idx="74442">
                  <c:v>2</c:v>
                </c:pt>
                <c:pt idx="74443">
                  <c:v>1</c:v>
                </c:pt>
                <c:pt idx="74444">
                  <c:v>1</c:v>
                </c:pt>
                <c:pt idx="74445">
                  <c:v>2</c:v>
                </c:pt>
                <c:pt idx="74446">
                  <c:v>3</c:v>
                </c:pt>
                <c:pt idx="74447">
                  <c:v>2</c:v>
                </c:pt>
                <c:pt idx="74448">
                  <c:v>3</c:v>
                </c:pt>
                <c:pt idx="74449">
                  <c:v>1</c:v>
                </c:pt>
                <c:pt idx="74450">
                  <c:v>1</c:v>
                </c:pt>
                <c:pt idx="74451">
                  <c:v>1</c:v>
                </c:pt>
                <c:pt idx="74452">
                  <c:v>2</c:v>
                </c:pt>
                <c:pt idx="74453">
                  <c:v>2</c:v>
                </c:pt>
                <c:pt idx="74454">
                  <c:v>2</c:v>
                </c:pt>
                <c:pt idx="74455">
                  <c:v>3</c:v>
                </c:pt>
                <c:pt idx="74456">
                  <c:v>1</c:v>
                </c:pt>
                <c:pt idx="74457">
                  <c:v>3</c:v>
                </c:pt>
                <c:pt idx="74458">
                  <c:v>2</c:v>
                </c:pt>
                <c:pt idx="74459">
                  <c:v>2</c:v>
                </c:pt>
                <c:pt idx="74460">
                  <c:v>2</c:v>
                </c:pt>
                <c:pt idx="74461">
                  <c:v>2</c:v>
                </c:pt>
                <c:pt idx="74462">
                  <c:v>2</c:v>
                </c:pt>
                <c:pt idx="74463">
                  <c:v>2</c:v>
                </c:pt>
                <c:pt idx="74464">
                  <c:v>1</c:v>
                </c:pt>
                <c:pt idx="74465">
                  <c:v>1</c:v>
                </c:pt>
                <c:pt idx="74466">
                  <c:v>2</c:v>
                </c:pt>
                <c:pt idx="74467">
                  <c:v>5</c:v>
                </c:pt>
                <c:pt idx="74468">
                  <c:v>1</c:v>
                </c:pt>
                <c:pt idx="74469">
                  <c:v>1</c:v>
                </c:pt>
                <c:pt idx="74470">
                  <c:v>2</c:v>
                </c:pt>
                <c:pt idx="74471">
                  <c:v>1</c:v>
                </c:pt>
                <c:pt idx="74472">
                  <c:v>1</c:v>
                </c:pt>
                <c:pt idx="74473">
                  <c:v>1</c:v>
                </c:pt>
                <c:pt idx="74474">
                  <c:v>1</c:v>
                </c:pt>
                <c:pt idx="74475">
                  <c:v>1</c:v>
                </c:pt>
                <c:pt idx="74476">
                  <c:v>1</c:v>
                </c:pt>
                <c:pt idx="74477">
                  <c:v>1</c:v>
                </c:pt>
                <c:pt idx="74478">
                  <c:v>1</c:v>
                </c:pt>
                <c:pt idx="74479">
                  <c:v>1</c:v>
                </c:pt>
                <c:pt idx="74480">
                  <c:v>2</c:v>
                </c:pt>
                <c:pt idx="74481">
                  <c:v>1</c:v>
                </c:pt>
                <c:pt idx="74482">
                  <c:v>1</c:v>
                </c:pt>
                <c:pt idx="74483">
                  <c:v>1</c:v>
                </c:pt>
                <c:pt idx="74484">
                  <c:v>1</c:v>
                </c:pt>
                <c:pt idx="74485">
                  <c:v>3</c:v>
                </c:pt>
                <c:pt idx="74486">
                  <c:v>3</c:v>
                </c:pt>
                <c:pt idx="74487">
                  <c:v>5</c:v>
                </c:pt>
                <c:pt idx="74488">
                  <c:v>3</c:v>
                </c:pt>
                <c:pt idx="74489">
                  <c:v>3</c:v>
                </c:pt>
                <c:pt idx="74490">
                  <c:v>3</c:v>
                </c:pt>
                <c:pt idx="74491">
                  <c:v>1</c:v>
                </c:pt>
                <c:pt idx="74492">
                  <c:v>1</c:v>
                </c:pt>
                <c:pt idx="74493">
                  <c:v>4</c:v>
                </c:pt>
                <c:pt idx="74494">
                  <c:v>3</c:v>
                </c:pt>
                <c:pt idx="74495">
                  <c:v>3</c:v>
                </c:pt>
                <c:pt idx="74496">
                  <c:v>3</c:v>
                </c:pt>
                <c:pt idx="74497">
                  <c:v>4</c:v>
                </c:pt>
                <c:pt idx="74498">
                  <c:v>3</c:v>
                </c:pt>
                <c:pt idx="74499">
                  <c:v>2</c:v>
                </c:pt>
                <c:pt idx="74500">
                  <c:v>5</c:v>
                </c:pt>
                <c:pt idx="74501">
                  <c:v>7</c:v>
                </c:pt>
                <c:pt idx="74502">
                  <c:v>6</c:v>
                </c:pt>
                <c:pt idx="74503">
                  <c:v>5</c:v>
                </c:pt>
                <c:pt idx="74504">
                  <c:v>4</c:v>
                </c:pt>
                <c:pt idx="74505">
                  <c:v>3</c:v>
                </c:pt>
                <c:pt idx="74506">
                  <c:v>5</c:v>
                </c:pt>
                <c:pt idx="74507">
                  <c:v>2</c:v>
                </c:pt>
                <c:pt idx="74508">
                  <c:v>3</c:v>
                </c:pt>
                <c:pt idx="74509">
                  <c:v>4</c:v>
                </c:pt>
                <c:pt idx="74510">
                  <c:v>2</c:v>
                </c:pt>
                <c:pt idx="74511">
                  <c:v>1</c:v>
                </c:pt>
                <c:pt idx="74512">
                  <c:v>2</c:v>
                </c:pt>
                <c:pt idx="74513">
                  <c:v>1</c:v>
                </c:pt>
                <c:pt idx="74514">
                  <c:v>2</c:v>
                </c:pt>
                <c:pt idx="74515">
                  <c:v>1</c:v>
                </c:pt>
                <c:pt idx="74516">
                  <c:v>2</c:v>
                </c:pt>
                <c:pt idx="74517">
                  <c:v>2</c:v>
                </c:pt>
                <c:pt idx="74518">
                  <c:v>1</c:v>
                </c:pt>
                <c:pt idx="74519">
                  <c:v>1</c:v>
                </c:pt>
                <c:pt idx="74520">
                  <c:v>1</c:v>
                </c:pt>
                <c:pt idx="74521">
                  <c:v>1</c:v>
                </c:pt>
                <c:pt idx="74522">
                  <c:v>2</c:v>
                </c:pt>
                <c:pt idx="74523">
                  <c:v>2</c:v>
                </c:pt>
                <c:pt idx="74524">
                  <c:v>2</c:v>
                </c:pt>
                <c:pt idx="74525">
                  <c:v>3</c:v>
                </c:pt>
                <c:pt idx="74526">
                  <c:v>2</c:v>
                </c:pt>
                <c:pt idx="74527">
                  <c:v>2</c:v>
                </c:pt>
                <c:pt idx="74528">
                  <c:v>2</c:v>
                </c:pt>
                <c:pt idx="74529">
                  <c:v>2</c:v>
                </c:pt>
                <c:pt idx="74530">
                  <c:v>4</c:v>
                </c:pt>
                <c:pt idx="74531">
                  <c:v>2</c:v>
                </c:pt>
                <c:pt idx="74532">
                  <c:v>2</c:v>
                </c:pt>
                <c:pt idx="74533">
                  <c:v>2</c:v>
                </c:pt>
                <c:pt idx="74534">
                  <c:v>3</c:v>
                </c:pt>
                <c:pt idx="74535">
                  <c:v>2</c:v>
                </c:pt>
                <c:pt idx="74536">
                  <c:v>2</c:v>
                </c:pt>
                <c:pt idx="74537">
                  <c:v>4</c:v>
                </c:pt>
                <c:pt idx="74538">
                  <c:v>3</c:v>
                </c:pt>
                <c:pt idx="74539">
                  <c:v>2</c:v>
                </c:pt>
                <c:pt idx="74540">
                  <c:v>3</c:v>
                </c:pt>
                <c:pt idx="74541">
                  <c:v>2</c:v>
                </c:pt>
                <c:pt idx="74542">
                  <c:v>2</c:v>
                </c:pt>
                <c:pt idx="74543">
                  <c:v>2</c:v>
                </c:pt>
                <c:pt idx="74544">
                  <c:v>2</c:v>
                </c:pt>
                <c:pt idx="74545">
                  <c:v>2</c:v>
                </c:pt>
                <c:pt idx="74546">
                  <c:v>2</c:v>
                </c:pt>
                <c:pt idx="74547">
                  <c:v>2</c:v>
                </c:pt>
                <c:pt idx="74548">
                  <c:v>2</c:v>
                </c:pt>
                <c:pt idx="74549">
                  <c:v>2</c:v>
                </c:pt>
                <c:pt idx="74550">
                  <c:v>2</c:v>
                </c:pt>
                <c:pt idx="74551">
                  <c:v>3</c:v>
                </c:pt>
                <c:pt idx="74552">
                  <c:v>2</c:v>
                </c:pt>
                <c:pt idx="74553">
                  <c:v>1</c:v>
                </c:pt>
                <c:pt idx="74554">
                  <c:v>2</c:v>
                </c:pt>
                <c:pt idx="74555">
                  <c:v>2</c:v>
                </c:pt>
                <c:pt idx="74556">
                  <c:v>1</c:v>
                </c:pt>
                <c:pt idx="74557">
                  <c:v>3</c:v>
                </c:pt>
                <c:pt idx="74558">
                  <c:v>3</c:v>
                </c:pt>
                <c:pt idx="74559">
                  <c:v>2</c:v>
                </c:pt>
                <c:pt idx="74560">
                  <c:v>3</c:v>
                </c:pt>
                <c:pt idx="74561">
                  <c:v>2</c:v>
                </c:pt>
                <c:pt idx="74562">
                  <c:v>1</c:v>
                </c:pt>
                <c:pt idx="74563">
                  <c:v>2</c:v>
                </c:pt>
                <c:pt idx="74564">
                  <c:v>3</c:v>
                </c:pt>
                <c:pt idx="74565">
                  <c:v>3</c:v>
                </c:pt>
                <c:pt idx="74566">
                  <c:v>1</c:v>
                </c:pt>
                <c:pt idx="74567">
                  <c:v>3</c:v>
                </c:pt>
                <c:pt idx="74568">
                  <c:v>3</c:v>
                </c:pt>
                <c:pt idx="74569">
                  <c:v>4</c:v>
                </c:pt>
                <c:pt idx="74570">
                  <c:v>5</c:v>
                </c:pt>
                <c:pt idx="74571">
                  <c:v>7</c:v>
                </c:pt>
                <c:pt idx="74572">
                  <c:v>5</c:v>
                </c:pt>
                <c:pt idx="74573">
                  <c:v>4</c:v>
                </c:pt>
                <c:pt idx="74574">
                  <c:v>5</c:v>
                </c:pt>
                <c:pt idx="74575">
                  <c:v>2</c:v>
                </c:pt>
                <c:pt idx="74576">
                  <c:v>1</c:v>
                </c:pt>
                <c:pt idx="74577">
                  <c:v>1</c:v>
                </c:pt>
                <c:pt idx="74578">
                  <c:v>1</c:v>
                </c:pt>
                <c:pt idx="74579">
                  <c:v>3</c:v>
                </c:pt>
                <c:pt idx="74580">
                  <c:v>1</c:v>
                </c:pt>
                <c:pt idx="74581">
                  <c:v>1</c:v>
                </c:pt>
                <c:pt idx="74582">
                  <c:v>1</c:v>
                </c:pt>
                <c:pt idx="74583">
                  <c:v>2</c:v>
                </c:pt>
                <c:pt idx="74584">
                  <c:v>8</c:v>
                </c:pt>
                <c:pt idx="74585">
                  <c:v>5</c:v>
                </c:pt>
                <c:pt idx="74586">
                  <c:v>7</c:v>
                </c:pt>
                <c:pt idx="74587">
                  <c:v>6</c:v>
                </c:pt>
                <c:pt idx="74588">
                  <c:v>6</c:v>
                </c:pt>
                <c:pt idx="74589">
                  <c:v>4</c:v>
                </c:pt>
                <c:pt idx="74590">
                  <c:v>-1</c:v>
                </c:pt>
                <c:pt idx="74591">
                  <c:v>4</c:v>
                </c:pt>
                <c:pt idx="74592">
                  <c:v>1</c:v>
                </c:pt>
                <c:pt idx="74593">
                  <c:v>1</c:v>
                </c:pt>
                <c:pt idx="74594">
                  <c:v>1</c:v>
                </c:pt>
                <c:pt idx="74595">
                  <c:v>2</c:v>
                </c:pt>
                <c:pt idx="74596">
                  <c:v>5</c:v>
                </c:pt>
                <c:pt idx="74597">
                  <c:v>5</c:v>
                </c:pt>
                <c:pt idx="74598">
                  <c:v>3</c:v>
                </c:pt>
                <c:pt idx="74599">
                  <c:v>3</c:v>
                </c:pt>
                <c:pt idx="74600">
                  <c:v>3</c:v>
                </c:pt>
                <c:pt idx="74601">
                  <c:v>4</c:v>
                </c:pt>
                <c:pt idx="74602">
                  <c:v>5</c:v>
                </c:pt>
                <c:pt idx="74603">
                  <c:v>5</c:v>
                </c:pt>
                <c:pt idx="74604">
                  <c:v>5</c:v>
                </c:pt>
                <c:pt idx="74605">
                  <c:v>4</c:v>
                </c:pt>
                <c:pt idx="74606">
                  <c:v>4</c:v>
                </c:pt>
                <c:pt idx="74607">
                  <c:v>4</c:v>
                </c:pt>
                <c:pt idx="74608">
                  <c:v>3</c:v>
                </c:pt>
                <c:pt idx="74609">
                  <c:v>3</c:v>
                </c:pt>
                <c:pt idx="74610">
                  <c:v>3</c:v>
                </c:pt>
                <c:pt idx="74611">
                  <c:v>3</c:v>
                </c:pt>
                <c:pt idx="74612">
                  <c:v>3</c:v>
                </c:pt>
                <c:pt idx="74613">
                  <c:v>3</c:v>
                </c:pt>
                <c:pt idx="74614">
                  <c:v>3</c:v>
                </c:pt>
                <c:pt idx="74615">
                  <c:v>3</c:v>
                </c:pt>
                <c:pt idx="74616">
                  <c:v>3</c:v>
                </c:pt>
                <c:pt idx="74617">
                  <c:v>3</c:v>
                </c:pt>
                <c:pt idx="74618">
                  <c:v>2</c:v>
                </c:pt>
                <c:pt idx="74619">
                  <c:v>2</c:v>
                </c:pt>
                <c:pt idx="74620">
                  <c:v>2</c:v>
                </c:pt>
                <c:pt idx="74621">
                  <c:v>1</c:v>
                </c:pt>
                <c:pt idx="74622">
                  <c:v>2</c:v>
                </c:pt>
                <c:pt idx="74623">
                  <c:v>3</c:v>
                </c:pt>
                <c:pt idx="74624">
                  <c:v>1</c:v>
                </c:pt>
                <c:pt idx="74625">
                  <c:v>2</c:v>
                </c:pt>
                <c:pt idx="74626">
                  <c:v>2</c:v>
                </c:pt>
                <c:pt idx="74627">
                  <c:v>1</c:v>
                </c:pt>
                <c:pt idx="74628">
                  <c:v>2</c:v>
                </c:pt>
                <c:pt idx="74629">
                  <c:v>1</c:v>
                </c:pt>
                <c:pt idx="74630">
                  <c:v>2</c:v>
                </c:pt>
                <c:pt idx="74631">
                  <c:v>2</c:v>
                </c:pt>
                <c:pt idx="74632">
                  <c:v>1</c:v>
                </c:pt>
                <c:pt idx="74633">
                  <c:v>14</c:v>
                </c:pt>
                <c:pt idx="74634">
                  <c:v>4</c:v>
                </c:pt>
                <c:pt idx="74635">
                  <c:v>4</c:v>
                </c:pt>
                <c:pt idx="74636">
                  <c:v>6</c:v>
                </c:pt>
                <c:pt idx="74637">
                  <c:v>4</c:v>
                </c:pt>
                <c:pt idx="74638">
                  <c:v>4</c:v>
                </c:pt>
                <c:pt idx="74639">
                  <c:v>4</c:v>
                </c:pt>
                <c:pt idx="74640">
                  <c:v>2</c:v>
                </c:pt>
                <c:pt idx="74641">
                  <c:v>4</c:v>
                </c:pt>
                <c:pt idx="74642">
                  <c:v>1</c:v>
                </c:pt>
                <c:pt idx="74643">
                  <c:v>2</c:v>
                </c:pt>
                <c:pt idx="74644">
                  <c:v>1</c:v>
                </c:pt>
                <c:pt idx="74645">
                  <c:v>2</c:v>
                </c:pt>
                <c:pt idx="74646">
                  <c:v>3</c:v>
                </c:pt>
                <c:pt idx="74647">
                  <c:v>2</c:v>
                </c:pt>
                <c:pt idx="74648">
                  <c:v>1</c:v>
                </c:pt>
                <c:pt idx="74649">
                  <c:v>1</c:v>
                </c:pt>
                <c:pt idx="74650">
                  <c:v>3</c:v>
                </c:pt>
                <c:pt idx="74651">
                  <c:v>3</c:v>
                </c:pt>
                <c:pt idx="74652">
                  <c:v>5</c:v>
                </c:pt>
                <c:pt idx="74653">
                  <c:v>4</c:v>
                </c:pt>
                <c:pt idx="74654">
                  <c:v>5</c:v>
                </c:pt>
                <c:pt idx="74655">
                  <c:v>5</c:v>
                </c:pt>
                <c:pt idx="74656">
                  <c:v>4</c:v>
                </c:pt>
                <c:pt idx="74657">
                  <c:v>4</c:v>
                </c:pt>
                <c:pt idx="74658">
                  <c:v>4</c:v>
                </c:pt>
                <c:pt idx="74659">
                  <c:v>2</c:v>
                </c:pt>
                <c:pt idx="74660">
                  <c:v>1</c:v>
                </c:pt>
                <c:pt idx="74661">
                  <c:v>1</c:v>
                </c:pt>
                <c:pt idx="74662">
                  <c:v>4</c:v>
                </c:pt>
                <c:pt idx="74663">
                  <c:v>2</c:v>
                </c:pt>
                <c:pt idx="74664">
                  <c:v>1</c:v>
                </c:pt>
                <c:pt idx="74665">
                  <c:v>4</c:v>
                </c:pt>
                <c:pt idx="74666">
                  <c:v>2</c:v>
                </c:pt>
                <c:pt idx="74667">
                  <c:v>2</c:v>
                </c:pt>
                <c:pt idx="74668">
                  <c:v>1</c:v>
                </c:pt>
                <c:pt idx="74669">
                  <c:v>2</c:v>
                </c:pt>
                <c:pt idx="74670">
                  <c:v>1</c:v>
                </c:pt>
                <c:pt idx="74671">
                  <c:v>1</c:v>
                </c:pt>
                <c:pt idx="74672">
                  <c:v>1</c:v>
                </c:pt>
                <c:pt idx="74673">
                  <c:v>2</c:v>
                </c:pt>
                <c:pt idx="74674">
                  <c:v>1</c:v>
                </c:pt>
                <c:pt idx="74675">
                  <c:v>2</c:v>
                </c:pt>
                <c:pt idx="74676">
                  <c:v>1</c:v>
                </c:pt>
                <c:pt idx="74677">
                  <c:v>2</c:v>
                </c:pt>
                <c:pt idx="74678">
                  <c:v>2</c:v>
                </c:pt>
                <c:pt idx="74679">
                  <c:v>2</c:v>
                </c:pt>
                <c:pt idx="74680">
                  <c:v>2</c:v>
                </c:pt>
                <c:pt idx="74681">
                  <c:v>2</c:v>
                </c:pt>
                <c:pt idx="74682">
                  <c:v>1</c:v>
                </c:pt>
                <c:pt idx="74683">
                  <c:v>3</c:v>
                </c:pt>
                <c:pt idx="74684">
                  <c:v>4</c:v>
                </c:pt>
                <c:pt idx="74685">
                  <c:v>5</c:v>
                </c:pt>
                <c:pt idx="74686">
                  <c:v>4</c:v>
                </c:pt>
                <c:pt idx="74687">
                  <c:v>5</c:v>
                </c:pt>
                <c:pt idx="74688">
                  <c:v>2</c:v>
                </c:pt>
                <c:pt idx="74689">
                  <c:v>2</c:v>
                </c:pt>
                <c:pt idx="74690">
                  <c:v>3</c:v>
                </c:pt>
                <c:pt idx="74691">
                  <c:v>2</c:v>
                </c:pt>
                <c:pt idx="74692">
                  <c:v>2</c:v>
                </c:pt>
                <c:pt idx="74693">
                  <c:v>3</c:v>
                </c:pt>
                <c:pt idx="74694">
                  <c:v>2</c:v>
                </c:pt>
                <c:pt idx="74695">
                  <c:v>2</c:v>
                </c:pt>
                <c:pt idx="74696">
                  <c:v>3</c:v>
                </c:pt>
                <c:pt idx="74697">
                  <c:v>2</c:v>
                </c:pt>
                <c:pt idx="74698">
                  <c:v>3</c:v>
                </c:pt>
                <c:pt idx="74699">
                  <c:v>2</c:v>
                </c:pt>
                <c:pt idx="74700">
                  <c:v>3</c:v>
                </c:pt>
                <c:pt idx="74701">
                  <c:v>3</c:v>
                </c:pt>
                <c:pt idx="74702">
                  <c:v>3</c:v>
                </c:pt>
                <c:pt idx="74703">
                  <c:v>3</c:v>
                </c:pt>
                <c:pt idx="74704">
                  <c:v>2</c:v>
                </c:pt>
                <c:pt idx="74705">
                  <c:v>2</c:v>
                </c:pt>
                <c:pt idx="74706">
                  <c:v>2</c:v>
                </c:pt>
                <c:pt idx="74707">
                  <c:v>3</c:v>
                </c:pt>
                <c:pt idx="74708">
                  <c:v>2</c:v>
                </c:pt>
                <c:pt idx="74709">
                  <c:v>2</c:v>
                </c:pt>
                <c:pt idx="74710">
                  <c:v>2</c:v>
                </c:pt>
                <c:pt idx="74711">
                  <c:v>2</c:v>
                </c:pt>
                <c:pt idx="74712">
                  <c:v>2</c:v>
                </c:pt>
                <c:pt idx="74713">
                  <c:v>4</c:v>
                </c:pt>
                <c:pt idx="74714">
                  <c:v>3</c:v>
                </c:pt>
                <c:pt idx="74715">
                  <c:v>2</c:v>
                </c:pt>
                <c:pt idx="74716">
                  <c:v>2</c:v>
                </c:pt>
                <c:pt idx="74717">
                  <c:v>2</c:v>
                </c:pt>
                <c:pt idx="74718">
                  <c:v>2</c:v>
                </c:pt>
                <c:pt idx="74719">
                  <c:v>2</c:v>
                </c:pt>
                <c:pt idx="74720">
                  <c:v>2</c:v>
                </c:pt>
                <c:pt idx="74721">
                  <c:v>2</c:v>
                </c:pt>
                <c:pt idx="74722">
                  <c:v>4</c:v>
                </c:pt>
                <c:pt idx="74723">
                  <c:v>4</c:v>
                </c:pt>
                <c:pt idx="74724">
                  <c:v>2</c:v>
                </c:pt>
                <c:pt idx="74725">
                  <c:v>3</c:v>
                </c:pt>
                <c:pt idx="74726">
                  <c:v>2</c:v>
                </c:pt>
                <c:pt idx="74727">
                  <c:v>3</c:v>
                </c:pt>
                <c:pt idx="74728">
                  <c:v>1</c:v>
                </c:pt>
                <c:pt idx="74729">
                  <c:v>2</c:v>
                </c:pt>
                <c:pt idx="74730">
                  <c:v>2</c:v>
                </c:pt>
                <c:pt idx="74731">
                  <c:v>1</c:v>
                </c:pt>
                <c:pt idx="74732">
                  <c:v>1</c:v>
                </c:pt>
                <c:pt idx="74733">
                  <c:v>1</c:v>
                </c:pt>
                <c:pt idx="74734">
                  <c:v>1</c:v>
                </c:pt>
                <c:pt idx="74735">
                  <c:v>1</c:v>
                </c:pt>
                <c:pt idx="74736">
                  <c:v>2</c:v>
                </c:pt>
                <c:pt idx="74737">
                  <c:v>2</c:v>
                </c:pt>
                <c:pt idx="74738">
                  <c:v>2</c:v>
                </c:pt>
                <c:pt idx="74739">
                  <c:v>1</c:v>
                </c:pt>
                <c:pt idx="74740">
                  <c:v>2</c:v>
                </c:pt>
                <c:pt idx="74741">
                  <c:v>1</c:v>
                </c:pt>
                <c:pt idx="74742">
                  <c:v>1</c:v>
                </c:pt>
                <c:pt idx="74743">
                  <c:v>1</c:v>
                </c:pt>
                <c:pt idx="74744">
                  <c:v>2</c:v>
                </c:pt>
                <c:pt idx="74745">
                  <c:v>3</c:v>
                </c:pt>
                <c:pt idx="74746">
                  <c:v>2</c:v>
                </c:pt>
                <c:pt idx="74747">
                  <c:v>3</c:v>
                </c:pt>
                <c:pt idx="74748">
                  <c:v>7</c:v>
                </c:pt>
                <c:pt idx="74749">
                  <c:v>4</c:v>
                </c:pt>
                <c:pt idx="74750">
                  <c:v>2</c:v>
                </c:pt>
                <c:pt idx="74751">
                  <c:v>3</c:v>
                </c:pt>
                <c:pt idx="74752">
                  <c:v>4</c:v>
                </c:pt>
                <c:pt idx="74753">
                  <c:v>3</c:v>
                </c:pt>
                <c:pt idx="74754">
                  <c:v>2</c:v>
                </c:pt>
                <c:pt idx="74755">
                  <c:v>3</c:v>
                </c:pt>
                <c:pt idx="74756">
                  <c:v>9</c:v>
                </c:pt>
                <c:pt idx="74757">
                  <c:v>8</c:v>
                </c:pt>
                <c:pt idx="74758">
                  <c:v>5</c:v>
                </c:pt>
                <c:pt idx="74759">
                  <c:v>4</c:v>
                </c:pt>
                <c:pt idx="74760">
                  <c:v>2</c:v>
                </c:pt>
                <c:pt idx="74761">
                  <c:v>1</c:v>
                </c:pt>
                <c:pt idx="74762">
                  <c:v>3</c:v>
                </c:pt>
                <c:pt idx="74763">
                  <c:v>2</c:v>
                </c:pt>
                <c:pt idx="74764">
                  <c:v>2</c:v>
                </c:pt>
                <c:pt idx="74765">
                  <c:v>3</c:v>
                </c:pt>
                <c:pt idx="74766">
                  <c:v>2</c:v>
                </c:pt>
                <c:pt idx="74767">
                  <c:v>-2</c:v>
                </c:pt>
                <c:pt idx="74768">
                  <c:v>4</c:v>
                </c:pt>
                <c:pt idx="74769">
                  <c:v>4</c:v>
                </c:pt>
                <c:pt idx="74770">
                  <c:v>7</c:v>
                </c:pt>
                <c:pt idx="74771">
                  <c:v>2</c:v>
                </c:pt>
                <c:pt idx="74772">
                  <c:v>4</c:v>
                </c:pt>
                <c:pt idx="74773">
                  <c:v>2</c:v>
                </c:pt>
                <c:pt idx="74774">
                  <c:v>4</c:v>
                </c:pt>
                <c:pt idx="74775">
                  <c:v>5</c:v>
                </c:pt>
                <c:pt idx="74776">
                  <c:v>3</c:v>
                </c:pt>
                <c:pt idx="74777">
                  <c:v>4</c:v>
                </c:pt>
                <c:pt idx="74778">
                  <c:v>3</c:v>
                </c:pt>
                <c:pt idx="74779">
                  <c:v>4</c:v>
                </c:pt>
                <c:pt idx="74780">
                  <c:v>4</c:v>
                </c:pt>
                <c:pt idx="74781">
                  <c:v>3</c:v>
                </c:pt>
                <c:pt idx="74782">
                  <c:v>4</c:v>
                </c:pt>
                <c:pt idx="74783">
                  <c:v>8</c:v>
                </c:pt>
                <c:pt idx="74784">
                  <c:v>8</c:v>
                </c:pt>
                <c:pt idx="74785">
                  <c:v>7</c:v>
                </c:pt>
                <c:pt idx="74786">
                  <c:v>4</c:v>
                </c:pt>
                <c:pt idx="74787">
                  <c:v>2</c:v>
                </c:pt>
                <c:pt idx="74788">
                  <c:v>5</c:v>
                </c:pt>
                <c:pt idx="74789">
                  <c:v>2</c:v>
                </c:pt>
                <c:pt idx="74790">
                  <c:v>3</c:v>
                </c:pt>
                <c:pt idx="74791">
                  <c:v>4</c:v>
                </c:pt>
                <c:pt idx="74792">
                  <c:v>2</c:v>
                </c:pt>
                <c:pt idx="74793">
                  <c:v>3</c:v>
                </c:pt>
                <c:pt idx="74794">
                  <c:v>2</c:v>
                </c:pt>
                <c:pt idx="74795">
                  <c:v>2</c:v>
                </c:pt>
                <c:pt idx="74796">
                  <c:v>7</c:v>
                </c:pt>
                <c:pt idx="74797">
                  <c:v>2</c:v>
                </c:pt>
                <c:pt idx="74798">
                  <c:v>3</c:v>
                </c:pt>
                <c:pt idx="74799">
                  <c:v>5</c:v>
                </c:pt>
                <c:pt idx="74800">
                  <c:v>2</c:v>
                </c:pt>
                <c:pt idx="74801">
                  <c:v>3</c:v>
                </c:pt>
                <c:pt idx="74802">
                  <c:v>3</c:v>
                </c:pt>
                <c:pt idx="74803">
                  <c:v>4</c:v>
                </c:pt>
                <c:pt idx="74804">
                  <c:v>2</c:v>
                </c:pt>
                <c:pt idx="74805">
                  <c:v>2</c:v>
                </c:pt>
                <c:pt idx="74806">
                  <c:v>1</c:v>
                </c:pt>
                <c:pt idx="74807">
                  <c:v>2</c:v>
                </c:pt>
                <c:pt idx="74808">
                  <c:v>3</c:v>
                </c:pt>
                <c:pt idx="74809">
                  <c:v>4</c:v>
                </c:pt>
                <c:pt idx="74810">
                  <c:v>1</c:v>
                </c:pt>
                <c:pt idx="74811">
                  <c:v>1</c:v>
                </c:pt>
                <c:pt idx="74812">
                  <c:v>4</c:v>
                </c:pt>
                <c:pt idx="74813">
                  <c:v>1</c:v>
                </c:pt>
                <c:pt idx="74814">
                  <c:v>2</c:v>
                </c:pt>
                <c:pt idx="74815">
                  <c:v>7</c:v>
                </c:pt>
                <c:pt idx="74816">
                  <c:v>2</c:v>
                </c:pt>
                <c:pt idx="74817">
                  <c:v>2</c:v>
                </c:pt>
                <c:pt idx="74818">
                  <c:v>2</c:v>
                </c:pt>
                <c:pt idx="74819">
                  <c:v>1</c:v>
                </c:pt>
                <c:pt idx="74820">
                  <c:v>2</c:v>
                </c:pt>
                <c:pt idx="74821">
                  <c:v>4</c:v>
                </c:pt>
                <c:pt idx="74822">
                  <c:v>1</c:v>
                </c:pt>
                <c:pt idx="74823">
                  <c:v>2</c:v>
                </c:pt>
                <c:pt idx="74824">
                  <c:v>2</c:v>
                </c:pt>
                <c:pt idx="74825">
                  <c:v>3</c:v>
                </c:pt>
                <c:pt idx="74826">
                  <c:v>2</c:v>
                </c:pt>
                <c:pt idx="74827">
                  <c:v>3</c:v>
                </c:pt>
                <c:pt idx="74828">
                  <c:v>3</c:v>
                </c:pt>
                <c:pt idx="74829">
                  <c:v>6</c:v>
                </c:pt>
                <c:pt idx="74830">
                  <c:v>9</c:v>
                </c:pt>
                <c:pt idx="74831">
                  <c:v>6</c:v>
                </c:pt>
                <c:pt idx="74832">
                  <c:v>7</c:v>
                </c:pt>
                <c:pt idx="74833">
                  <c:v>6</c:v>
                </c:pt>
                <c:pt idx="74834">
                  <c:v>6</c:v>
                </c:pt>
                <c:pt idx="74835">
                  <c:v>-6</c:v>
                </c:pt>
                <c:pt idx="74836">
                  <c:v>6</c:v>
                </c:pt>
                <c:pt idx="74837">
                  <c:v>6</c:v>
                </c:pt>
                <c:pt idx="74838">
                  <c:v>8</c:v>
                </c:pt>
                <c:pt idx="74839">
                  <c:v>6</c:v>
                </c:pt>
                <c:pt idx="74840">
                  <c:v>6</c:v>
                </c:pt>
                <c:pt idx="74841">
                  <c:v>1</c:v>
                </c:pt>
                <c:pt idx="74842">
                  <c:v>1</c:v>
                </c:pt>
                <c:pt idx="74843">
                  <c:v>1</c:v>
                </c:pt>
                <c:pt idx="74844">
                  <c:v>1</c:v>
                </c:pt>
                <c:pt idx="74845">
                  <c:v>1</c:v>
                </c:pt>
                <c:pt idx="74846">
                  <c:v>1</c:v>
                </c:pt>
                <c:pt idx="74847">
                  <c:v>1</c:v>
                </c:pt>
                <c:pt idx="74848">
                  <c:v>3</c:v>
                </c:pt>
                <c:pt idx="74849">
                  <c:v>1</c:v>
                </c:pt>
                <c:pt idx="74850">
                  <c:v>1</c:v>
                </c:pt>
                <c:pt idx="74851">
                  <c:v>1</c:v>
                </c:pt>
                <c:pt idx="74852">
                  <c:v>1</c:v>
                </c:pt>
                <c:pt idx="74853">
                  <c:v>1</c:v>
                </c:pt>
                <c:pt idx="74854">
                  <c:v>3</c:v>
                </c:pt>
                <c:pt idx="74855">
                  <c:v>2</c:v>
                </c:pt>
                <c:pt idx="74856">
                  <c:v>3</c:v>
                </c:pt>
                <c:pt idx="74857">
                  <c:v>2</c:v>
                </c:pt>
                <c:pt idx="74858">
                  <c:v>2</c:v>
                </c:pt>
                <c:pt idx="74859">
                  <c:v>4</c:v>
                </c:pt>
                <c:pt idx="74860">
                  <c:v>2</c:v>
                </c:pt>
                <c:pt idx="74861">
                  <c:v>2</c:v>
                </c:pt>
                <c:pt idx="74862">
                  <c:v>5</c:v>
                </c:pt>
                <c:pt idx="74863">
                  <c:v>5</c:v>
                </c:pt>
                <c:pt idx="74864">
                  <c:v>5</c:v>
                </c:pt>
                <c:pt idx="74865">
                  <c:v>5</c:v>
                </c:pt>
                <c:pt idx="74866">
                  <c:v>6</c:v>
                </c:pt>
                <c:pt idx="74867">
                  <c:v>5</c:v>
                </c:pt>
                <c:pt idx="74868">
                  <c:v>2</c:v>
                </c:pt>
                <c:pt idx="74869">
                  <c:v>1</c:v>
                </c:pt>
                <c:pt idx="74870">
                  <c:v>1</c:v>
                </c:pt>
                <c:pt idx="74871">
                  <c:v>1</c:v>
                </c:pt>
                <c:pt idx="74872">
                  <c:v>1</c:v>
                </c:pt>
                <c:pt idx="74873">
                  <c:v>2</c:v>
                </c:pt>
                <c:pt idx="74874">
                  <c:v>1</c:v>
                </c:pt>
                <c:pt idx="74875">
                  <c:v>2</c:v>
                </c:pt>
                <c:pt idx="74876">
                  <c:v>2</c:v>
                </c:pt>
                <c:pt idx="74877">
                  <c:v>2</c:v>
                </c:pt>
                <c:pt idx="74878">
                  <c:v>2</c:v>
                </c:pt>
                <c:pt idx="74879">
                  <c:v>2</c:v>
                </c:pt>
                <c:pt idx="74880">
                  <c:v>2</c:v>
                </c:pt>
                <c:pt idx="74881">
                  <c:v>3</c:v>
                </c:pt>
                <c:pt idx="74882">
                  <c:v>2</c:v>
                </c:pt>
                <c:pt idx="74883">
                  <c:v>4</c:v>
                </c:pt>
                <c:pt idx="74884">
                  <c:v>1</c:v>
                </c:pt>
                <c:pt idx="74885">
                  <c:v>4</c:v>
                </c:pt>
                <c:pt idx="74886">
                  <c:v>4</c:v>
                </c:pt>
                <c:pt idx="74887">
                  <c:v>4</c:v>
                </c:pt>
                <c:pt idx="74888">
                  <c:v>4</c:v>
                </c:pt>
                <c:pt idx="74889">
                  <c:v>4</c:v>
                </c:pt>
                <c:pt idx="74890">
                  <c:v>4</c:v>
                </c:pt>
                <c:pt idx="74891">
                  <c:v>1</c:v>
                </c:pt>
                <c:pt idx="74892">
                  <c:v>1</c:v>
                </c:pt>
                <c:pt idx="74893">
                  <c:v>1</c:v>
                </c:pt>
                <c:pt idx="74894">
                  <c:v>1</c:v>
                </c:pt>
                <c:pt idx="74895">
                  <c:v>1</c:v>
                </c:pt>
                <c:pt idx="74896">
                  <c:v>1</c:v>
                </c:pt>
                <c:pt idx="74897">
                  <c:v>3</c:v>
                </c:pt>
                <c:pt idx="74898">
                  <c:v>1</c:v>
                </c:pt>
                <c:pt idx="74899">
                  <c:v>2</c:v>
                </c:pt>
                <c:pt idx="74900">
                  <c:v>1</c:v>
                </c:pt>
                <c:pt idx="74901">
                  <c:v>2</c:v>
                </c:pt>
                <c:pt idx="74902">
                  <c:v>2</c:v>
                </c:pt>
                <c:pt idx="74903">
                  <c:v>2</c:v>
                </c:pt>
                <c:pt idx="74904">
                  <c:v>2</c:v>
                </c:pt>
                <c:pt idx="74905">
                  <c:v>2</c:v>
                </c:pt>
                <c:pt idx="74906">
                  <c:v>2</c:v>
                </c:pt>
                <c:pt idx="74907">
                  <c:v>2</c:v>
                </c:pt>
                <c:pt idx="74908">
                  <c:v>2</c:v>
                </c:pt>
                <c:pt idx="74909">
                  <c:v>5</c:v>
                </c:pt>
                <c:pt idx="74910">
                  <c:v>4</c:v>
                </c:pt>
                <c:pt idx="74911">
                  <c:v>2</c:v>
                </c:pt>
                <c:pt idx="74912">
                  <c:v>1</c:v>
                </c:pt>
                <c:pt idx="74913">
                  <c:v>7</c:v>
                </c:pt>
                <c:pt idx="74914">
                  <c:v>2</c:v>
                </c:pt>
                <c:pt idx="74915">
                  <c:v>5</c:v>
                </c:pt>
                <c:pt idx="74916">
                  <c:v>3</c:v>
                </c:pt>
                <c:pt idx="74917">
                  <c:v>5</c:v>
                </c:pt>
                <c:pt idx="74918">
                  <c:v>2</c:v>
                </c:pt>
                <c:pt idx="74919">
                  <c:v>8</c:v>
                </c:pt>
                <c:pt idx="74920">
                  <c:v>2</c:v>
                </c:pt>
                <c:pt idx="74921">
                  <c:v>6</c:v>
                </c:pt>
                <c:pt idx="74922">
                  <c:v>5</c:v>
                </c:pt>
                <c:pt idx="74923">
                  <c:v>3</c:v>
                </c:pt>
                <c:pt idx="74924">
                  <c:v>2</c:v>
                </c:pt>
                <c:pt idx="74925">
                  <c:v>1</c:v>
                </c:pt>
                <c:pt idx="74926">
                  <c:v>1</c:v>
                </c:pt>
                <c:pt idx="74927">
                  <c:v>2</c:v>
                </c:pt>
                <c:pt idx="74928">
                  <c:v>1</c:v>
                </c:pt>
                <c:pt idx="74929">
                  <c:v>1</c:v>
                </c:pt>
                <c:pt idx="74930">
                  <c:v>2</c:v>
                </c:pt>
                <c:pt idx="74931">
                  <c:v>3</c:v>
                </c:pt>
                <c:pt idx="74932">
                  <c:v>1</c:v>
                </c:pt>
                <c:pt idx="74933">
                  <c:v>3</c:v>
                </c:pt>
                <c:pt idx="74934">
                  <c:v>3</c:v>
                </c:pt>
                <c:pt idx="74935">
                  <c:v>4</c:v>
                </c:pt>
                <c:pt idx="74936">
                  <c:v>4</c:v>
                </c:pt>
                <c:pt idx="74937">
                  <c:v>4</c:v>
                </c:pt>
                <c:pt idx="74938">
                  <c:v>3</c:v>
                </c:pt>
                <c:pt idx="74939">
                  <c:v>3</c:v>
                </c:pt>
                <c:pt idx="74940">
                  <c:v>4</c:v>
                </c:pt>
                <c:pt idx="74941">
                  <c:v>3</c:v>
                </c:pt>
                <c:pt idx="74942">
                  <c:v>3</c:v>
                </c:pt>
                <c:pt idx="74943">
                  <c:v>4</c:v>
                </c:pt>
                <c:pt idx="74944">
                  <c:v>3</c:v>
                </c:pt>
                <c:pt idx="74945">
                  <c:v>2</c:v>
                </c:pt>
                <c:pt idx="74946">
                  <c:v>2</c:v>
                </c:pt>
                <c:pt idx="74947">
                  <c:v>1</c:v>
                </c:pt>
                <c:pt idx="74948">
                  <c:v>2</c:v>
                </c:pt>
                <c:pt idx="74949">
                  <c:v>1</c:v>
                </c:pt>
                <c:pt idx="74950">
                  <c:v>1</c:v>
                </c:pt>
                <c:pt idx="74951">
                  <c:v>1</c:v>
                </c:pt>
                <c:pt idx="74952">
                  <c:v>1</c:v>
                </c:pt>
                <c:pt idx="74953">
                  <c:v>1</c:v>
                </c:pt>
                <c:pt idx="74954">
                  <c:v>1</c:v>
                </c:pt>
                <c:pt idx="74955">
                  <c:v>1</c:v>
                </c:pt>
                <c:pt idx="74956">
                  <c:v>1</c:v>
                </c:pt>
                <c:pt idx="74957">
                  <c:v>4</c:v>
                </c:pt>
                <c:pt idx="74958">
                  <c:v>3</c:v>
                </c:pt>
                <c:pt idx="74959">
                  <c:v>4</c:v>
                </c:pt>
                <c:pt idx="74960">
                  <c:v>3</c:v>
                </c:pt>
                <c:pt idx="74961">
                  <c:v>4</c:v>
                </c:pt>
                <c:pt idx="74962">
                  <c:v>3</c:v>
                </c:pt>
                <c:pt idx="74963">
                  <c:v>2</c:v>
                </c:pt>
                <c:pt idx="74964">
                  <c:v>2</c:v>
                </c:pt>
                <c:pt idx="74965">
                  <c:v>4</c:v>
                </c:pt>
                <c:pt idx="74966">
                  <c:v>3</c:v>
                </c:pt>
                <c:pt idx="74967">
                  <c:v>8</c:v>
                </c:pt>
                <c:pt idx="74968">
                  <c:v>8</c:v>
                </c:pt>
                <c:pt idx="74969">
                  <c:v>4</c:v>
                </c:pt>
                <c:pt idx="74970">
                  <c:v>4</c:v>
                </c:pt>
                <c:pt idx="74971">
                  <c:v>6</c:v>
                </c:pt>
                <c:pt idx="74972">
                  <c:v>6</c:v>
                </c:pt>
                <c:pt idx="74973">
                  <c:v>5</c:v>
                </c:pt>
                <c:pt idx="74974">
                  <c:v>4</c:v>
                </c:pt>
                <c:pt idx="74975">
                  <c:v>4</c:v>
                </c:pt>
                <c:pt idx="74976">
                  <c:v>5</c:v>
                </c:pt>
                <c:pt idx="74977">
                  <c:v>1</c:v>
                </c:pt>
                <c:pt idx="74978">
                  <c:v>3</c:v>
                </c:pt>
                <c:pt idx="74979">
                  <c:v>1</c:v>
                </c:pt>
                <c:pt idx="74980">
                  <c:v>2</c:v>
                </c:pt>
                <c:pt idx="74981">
                  <c:v>1</c:v>
                </c:pt>
                <c:pt idx="74982">
                  <c:v>2</c:v>
                </c:pt>
                <c:pt idx="74983">
                  <c:v>1</c:v>
                </c:pt>
                <c:pt idx="74984">
                  <c:v>2</c:v>
                </c:pt>
                <c:pt idx="74985">
                  <c:v>1</c:v>
                </c:pt>
                <c:pt idx="74986">
                  <c:v>1</c:v>
                </c:pt>
                <c:pt idx="74987">
                  <c:v>2</c:v>
                </c:pt>
                <c:pt idx="74988">
                  <c:v>2</c:v>
                </c:pt>
                <c:pt idx="74989">
                  <c:v>1</c:v>
                </c:pt>
                <c:pt idx="74990">
                  <c:v>2</c:v>
                </c:pt>
                <c:pt idx="74991">
                  <c:v>5</c:v>
                </c:pt>
                <c:pt idx="74992">
                  <c:v>2</c:v>
                </c:pt>
                <c:pt idx="74993">
                  <c:v>2</c:v>
                </c:pt>
                <c:pt idx="74994">
                  <c:v>3</c:v>
                </c:pt>
                <c:pt idx="74995">
                  <c:v>2</c:v>
                </c:pt>
                <c:pt idx="74996">
                  <c:v>2</c:v>
                </c:pt>
                <c:pt idx="74997">
                  <c:v>2</c:v>
                </c:pt>
                <c:pt idx="74998">
                  <c:v>2</c:v>
                </c:pt>
                <c:pt idx="74999">
                  <c:v>2</c:v>
                </c:pt>
                <c:pt idx="75000">
                  <c:v>2</c:v>
                </c:pt>
                <c:pt idx="75001">
                  <c:v>1</c:v>
                </c:pt>
                <c:pt idx="75002">
                  <c:v>2</c:v>
                </c:pt>
                <c:pt idx="75003">
                  <c:v>2</c:v>
                </c:pt>
                <c:pt idx="75004">
                  <c:v>1</c:v>
                </c:pt>
                <c:pt idx="75005">
                  <c:v>1</c:v>
                </c:pt>
                <c:pt idx="75006">
                  <c:v>1</c:v>
                </c:pt>
                <c:pt idx="75007">
                  <c:v>2</c:v>
                </c:pt>
                <c:pt idx="75008">
                  <c:v>1</c:v>
                </c:pt>
                <c:pt idx="75009">
                  <c:v>4</c:v>
                </c:pt>
                <c:pt idx="75010">
                  <c:v>1</c:v>
                </c:pt>
                <c:pt idx="75011">
                  <c:v>2</c:v>
                </c:pt>
                <c:pt idx="75012">
                  <c:v>1</c:v>
                </c:pt>
                <c:pt idx="75013">
                  <c:v>1</c:v>
                </c:pt>
                <c:pt idx="75014">
                  <c:v>1</c:v>
                </c:pt>
                <c:pt idx="75015">
                  <c:v>2</c:v>
                </c:pt>
                <c:pt idx="75016">
                  <c:v>2</c:v>
                </c:pt>
                <c:pt idx="75017">
                  <c:v>2</c:v>
                </c:pt>
                <c:pt idx="75018">
                  <c:v>1</c:v>
                </c:pt>
                <c:pt idx="75019">
                  <c:v>2</c:v>
                </c:pt>
                <c:pt idx="75020">
                  <c:v>2</c:v>
                </c:pt>
                <c:pt idx="75021">
                  <c:v>1</c:v>
                </c:pt>
                <c:pt idx="75022">
                  <c:v>2</c:v>
                </c:pt>
                <c:pt idx="75023">
                  <c:v>1</c:v>
                </c:pt>
                <c:pt idx="75024">
                  <c:v>2</c:v>
                </c:pt>
                <c:pt idx="75025">
                  <c:v>2</c:v>
                </c:pt>
                <c:pt idx="75026">
                  <c:v>1</c:v>
                </c:pt>
                <c:pt idx="75027">
                  <c:v>2</c:v>
                </c:pt>
                <c:pt idx="75028">
                  <c:v>1</c:v>
                </c:pt>
                <c:pt idx="75029">
                  <c:v>1</c:v>
                </c:pt>
                <c:pt idx="75030">
                  <c:v>1</c:v>
                </c:pt>
                <c:pt idx="75031">
                  <c:v>2</c:v>
                </c:pt>
                <c:pt idx="75032">
                  <c:v>2</c:v>
                </c:pt>
                <c:pt idx="75033">
                  <c:v>7</c:v>
                </c:pt>
                <c:pt idx="75034">
                  <c:v>3</c:v>
                </c:pt>
                <c:pt idx="75035">
                  <c:v>2</c:v>
                </c:pt>
                <c:pt idx="75036">
                  <c:v>1</c:v>
                </c:pt>
                <c:pt idx="75037">
                  <c:v>1</c:v>
                </c:pt>
                <c:pt idx="75038">
                  <c:v>1</c:v>
                </c:pt>
                <c:pt idx="75039">
                  <c:v>1</c:v>
                </c:pt>
                <c:pt idx="75040">
                  <c:v>1</c:v>
                </c:pt>
                <c:pt idx="75041">
                  <c:v>1</c:v>
                </c:pt>
                <c:pt idx="75042">
                  <c:v>2</c:v>
                </c:pt>
                <c:pt idx="75043">
                  <c:v>1</c:v>
                </c:pt>
                <c:pt idx="75044">
                  <c:v>1</c:v>
                </c:pt>
                <c:pt idx="75045">
                  <c:v>1</c:v>
                </c:pt>
                <c:pt idx="75046">
                  <c:v>2</c:v>
                </c:pt>
                <c:pt idx="75047">
                  <c:v>2</c:v>
                </c:pt>
                <c:pt idx="75048">
                  <c:v>2</c:v>
                </c:pt>
                <c:pt idx="75049">
                  <c:v>2</c:v>
                </c:pt>
                <c:pt idx="75050">
                  <c:v>2</c:v>
                </c:pt>
                <c:pt idx="75051">
                  <c:v>2</c:v>
                </c:pt>
                <c:pt idx="75052">
                  <c:v>2</c:v>
                </c:pt>
                <c:pt idx="75053">
                  <c:v>1</c:v>
                </c:pt>
                <c:pt idx="75054">
                  <c:v>1</c:v>
                </c:pt>
                <c:pt idx="75055">
                  <c:v>2</c:v>
                </c:pt>
                <c:pt idx="75056">
                  <c:v>1</c:v>
                </c:pt>
                <c:pt idx="75057">
                  <c:v>1</c:v>
                </c:pt>
                <c:pt idx="75058">
                  <c:v>2</c:v>
                </c:pt>
                <c:pt idx="75059">
                  <c:v>2</c:v>
                </c:pt>
                <c:pt idx="75060">
                  <c:v>2</c:v>
                </c:pt>
                <c:pt idx="75061">
                  <c:v>2</c:v>
                </c:pt>
                <c:pt idx="75062">
                  <c:v>2</c:v>
                </c:pt>
                <c:pt idx="75063">
                  <c:v>2</c:v>
                </c:pt>
                <c:pt idx="75064">
                  <c:v>1</c:v>
                </c:pt>
                <c:pt idx="75065">
                  <c:v>3</c:v>
                </c:pt>
                <c:pt idx="75066">
                  <c:v>2</c:v>
                </c:pt>
                <c:pt idx="75067">
                  <c:v>2</c:v>
                </c:pt>
                <c:pt idx="75068">
                  <c:v>2</c:v>
                </c:pt>
                <c:pt idx="75069">
                  <c:v>2</c:v>
                </c:pt>
                <c:pt idx="75070">
                  <c:v>2</c:v>
                </c:pt>
                <c:pt idx="75071">
                  <c:v>3</c:v>
                </c:pt>
                <c:pt idx="75072">
                  <c:v>3</c:v>
                </c:pt>
                <c:pt idx="75073">
                  <c:v>2</c:v>
                </c:pt>
                <c:pt idx="75074">
                  <c:v>1</c:v>
                </c:pt>
                <c:pt idx="75075">
                  <c:v>1</c:v>
                </c:pt>
                <c:pt idx="75076">
                  <c:v>2</c:v>
                </c:pt>
                <c:pt idx="75077">
                  <c:v>2</c:v>
                </c:pt>
                <c:pt idx="75078">
                  <c:v>2</c:v>
                </c:pt>
                <c:pt idx="75079">
                  <c:v>1</c:v>
                </c:pt>
                <c:pt idx="75080">
                  <c:v>2</c:v>
                </c:pt>
                <c:pt idx="75081">
                  <c:v>1</c:v>
                </c:pt>
                <c:pt idx="75082">
                  <c:v>2</c:v>
                </c:pt>
                <c:pt idx="75083">
                  <c:v>2</c:v>
                </c:pt>
                <c:pt idx="75084">
                  <c:v>2</c:v>
                </c:pt>
                <c:pt idx="75085">
                  <c:v>2</c:v>
                </c:pt>
                <c:pt idx="75086">
                  <c:v>2</c:v>
                </c:pt>
                <c:pt idx="75087">
                  <c:v>2</c:v>
                </c:pt>
                <c:pt idx="75088">
                  <c:v>2</c:v>
                </c:pt>
                <c:pt idx="75089">
                  <c:v>1</c:v>
                </c:pt>
                <c:pt idx="75090">
                  <c:v>1</c:v>
                </c:pt>
                <c:pt idx="75091">
                  <c:v>1</c:v>
                </c:pt>
                <c:pt idx="75092">
                  <c:v>3</c:v>
                </c:pt>
                <c:pt idx="75093">
                  <c:v>3</c:v>
                </c:pt>
                <c:pt idx="75094">
                  <c:v>4</c:v>
                </c:pt>
                <c:pt idx="75095">
                  <c:v>4</c:v>
                </c:pt>
                <c:pt idx="75096">
                  <c:v>4</c:v>
                </c:pt>
                <c:pt idx="75097">
                  <c:v>2</c:v>
                </c:pt>
                <c:pt idx="75098">
                  <c:v>2</c:v>
                </c:pt>
                <c:pt idx="75099">
                  <c:v>2</c:v>
                </c:pt>
                <c:pt idx="75100">
                  <c:v>6</c:v>
                </c:pt>
                <c:pt idx="75101">
                  <c:v>6</c:v>
                </c:pt>
                <c:pt idx="75102">
                  <c:v>3</c:v>
                </c:pt>
                <c:pt idx="75103">
                  <c:v>2</c:v>
                </c:pt>
                <c:pt idx="75104">
                  <c:v>2</c:v>
                </c:pt>
                <c:pt idx="75105">
                  <c:v>1</c:v>
                </c:pt>
                <c:pt idx="75106">
                  <c:v>2</c:v>
                </c:pt>
                <c:pt idx="75107">
                  <c:v>2</c:v>
                </c:pt>
                <c:pt idx="75108">
                  <c:v>2</c:v>
                </c:pt>
                <c:pt idx="75109">
                  <c:v>2</c:v>
                </c:pt>
                <c:pt idx="75110">
                  <c:v>2</c:v>
                </c:pt>
                <c:pt idx="75111">
                  <c:v>2</c:v>
                </c:pt>
                <c:pt idx="75112">
                  <c:v>2</c:v>
                </c:pt>
                <c:pt idx="75113">
                  <c:v>3</c:v>
                </c:pt>
                <c:pt idx="75114">
                  <c:v>2</c:v>
                </c:pt>
                <c:pt idx="75115">
                  <c:v>2</c:v>
                </c:pt>
                <c:pt idx="75116">
                  <c:v>2</c:v>
                </c:pt>
                <c:pt idx="75117">
                  <c:v>1</c:v>
                </c:pt>
                <c:pt idx="75118">
                  <c:v>4</c:v>
                </c:pt>
                <c:pt idx="75119">
                  <c:v>3</c:v>
                </c:pt>
                <c:pt idx="75120">
                  <c:v>3</c:v>
                </c:pt>
                <c:pt idx="75121">
                  <c:v>1</c:v>
                </c:pt>
                <c:pt idx="75122">
                  <c:v>4</c:v>
                </c:pt>
                <c:pt idx="75123">
                  <c:v>1</c:v>
                </c:pt>
                <c:pt idx="75124">
                  <c:v>3</c:v>
                </c:pt>
                <c:pt idx="75125">
                  <c:v>3</c:v>
                </c:pt>
                <c:pt idx="75126">
                  <c:v>3</c:v>
                </c:pt>
                <c:pt idx="75127">
                  <c:v>3</c:v>
                </c:pt>
                <c:pt idx="75128">
                  <c:v>4</c:v>
                </c:pt>
                <c:pt idx="75129">
                  <c:v>3</c:v>
                </c:pt>
                <c:pt idx="75130">
                  <c:v>3</c:v>
                </c:pt>
                <c:pt idx="75131">
                  <c:v>2</c:v>
                </c:pt>
                <c:pt idx="75132">
                  <c:v>3</c:v>
                </c:pt>
                <c:pt idx="75133">
                  <c:v>5</c:v>
                </c:pt>
                <c:pt idx="75134">
                  <c:v>2</c:v>
                </c:pt>
                <c:pt idx="75135">
                  <c:v>4</c:v>
                </c:pt>
                <c:pt idx="75136">
                  <c:v>3</c:v>
                </c:pt>
                <c:pt idx="75137">
                  <c:v>3</c:v>
                </c:pt>
                <c:pt idx="75138">
                  <c:v>3</c:v>
                </c:pt>
                <c:pt idx="75139">
                  <c:v>3</c:v>
                </c:pt>
                <c:pt idx="75140">
                  <c:v>2</c:v>
                </c:pt>
                <c:pt idx="75141">
                  <c:v>2</c:v>
                </c:pt>
                <c:pt idx="75142">
                  <c:v>3</c:v>
                </c:pt>
                <c:pt idx="75143">
                  <c:v>2</c:v>
                </c:pt>
                <c:pt idx="75144">
                  <c:v>3</c:v>
                </c:pt>
                <c:pt idx="75145">
                  <c:v>2</c:v>
                </c:pt>
                <c:pt idx="75146">
                  <c:v>2</c:v>
                </c:pt>
                <c:pt idx="75147">
                  <c:v>3</c:v>
                </c:pt>
                <c:pt idx="75148">
                  <c:v>3</c:v>
                </c:pt>
                <c:pt idx="75149">
                  <c:v>5</c:v>
                </c:pt>
                <c:pt idx="75150">
                  <c:v>2</c:v>
                </c:pt>
                <c:pt idx="75151">
                  <c:v>5</c:v>
                </c:pt>
                <c:pt idx="75152">
                  <c:v>7</c:v>
                </c:pt>
                <c:pt idx="75153">
                  <c:v>7</c:v>
                </c:pt>
                <c:pt idx="75154">
                  <c:v>4</c:v>
                </c:pt>
                <c:pt idx="75155">
                  <c:v>4</c:v>
                </c:pt>
                <c:pt idx="75156">
                  <c:v>3</c:v>
                </c:pt>
                <c:pt idx="75157">
                  <c:v>3</c:v>
                </c:pt>
                <c:pt idx="75158">
                  <c:v>3</c:v>
                </c:pt>
                <c:pt idx="75159">
                  <c:v>3</c:v>
                </c:pt>
                <c:pt idx="75160">
                  <c:v>2</c:v>
                </c:pt>
                <c:pt idx="75161">
                  <c:v>3</c:v>
                </c:pt>
                <c:pt idx="75162">
                  <c:v>4</c:v>
                </c:pt>
                <c:pt idx="75163">
                  <c:v>1</c:v>
                </c:pt>
                <c:pt idx="75164">
                  <c:v>4</c:v>
                </c:pt>
                <c:pt idx="75165">
                  <c:v>6</c:v>
                </c:pt>
                <c:pt idx="75166">
                  <c:v>4</c:v>
                </c:pt>
                <c:pt idx="75167">
                  <c:v>3</c:v>
                </c:pt>
                <c:pt idx="75168">
                  <c:v>4</c:v>
                </c:pt>
                <c:pt idx="75169">
                  <c:v>5</c:v>
                </c:pt>
                <c:pt idx="75170">
                  <c:v>3</c:v>
                </c:pt>
                <c:pt idx="75171">
                  <c:v>4</c:v>
                </c:pt>
                <c:pt idx="75172">
                  <c:v>2</c:v>
                </c:pt>
                <c:pt idx="75173">
                  <c:v>1</c:v>
                </c:pt>
                <c:pt idx="75174">
                  <c:v>1</c:v>
                </c:pt>
                <c:pt idx="75175">
                  <c:v>2</c:v>
                </c:pt>
                <c:pt idx="75176">
                  <c:v>3</c:v>
                </c:pt>
                <c:pt idx="75177">
                  <c:v>1</c:v>
                </c:pt>
                <c:pt idx="75178">
                  <c:v>1</c:v>
                </c:pt>
                <c:pt idx="75179">
                  <c:v>2</c:v>
                </c:pt>
                <c:pt idx="75180">
                  <c:v>3</c:v>
                </c:pt>
                <c:pt idx="75181">
                  <c:v>1</c:v>
                </c:pt>
                <c:pt idx="75182">
                  <c:v>1</c:v>
                </c:pt>
                <c:pt idx="75183">
                  <c:v>1</c:v>
                </c:pt>
                <c:pt idx="75184">
                  <c:v>1</c:v>
                </c:pt>
                <c:pt idx="75185">
                  <c:v>1</c:v>
                </c:pt>
                <c:pt idx="75186">
                  <c:v>1</c:v>
                </c:pt>
                <c:pt idx="75187">
                  <c:v>1</c:v>
                </c:pt>
                <c:pt idx="75188">
                  <c:v>1</c:v>
                </c:pt>
                <c:pt idx="75189">
                  <c:v>10</c:v>
                </c:pt>
                <c:pt idx="75190">
                  <c:v>5</c:v>
                </c:pt>
                <c:pt idx="75191">
                  <c:v>1</c:v>
                </c:pt>
                <c:pt idx="75192">
                  <c:v>1</c:v>
                </c:pt>
                <c:pt idx="75193">
                  <c:v>10</c:v>
                </c:pt>
                <c:pt idx="75194">
                  <c:v>4</c:v>
                </c:pt>
                <c:pt idx="75195">
                  <c:v>6</c:v>
                </c:pt>
                <c:pt idx="75196">
                  <c:v>11</c:v>
                </c:pt>
                <c:pt idx="75197">
                  <c:v>1</c:v>
                </c:pt>
                <c:pt idx="75198">
                  <c:v>2</c:v>
                </c:pt>
                <c:pt idx="75199">
                  <c:v>8</c:v>
                </c:pt>
                <c:pt idx="75200">
                  <c:v>4</c:v>
                </c:pt>
                <c:pt idx="75201">
                  <c:v>2</c:v>
                </c:pt>
                <c:pt idx="75202">
                  <c:v>1</c:v>
                </c:pt>
                <c:pt idx="75203">
                  <c:v>2</c:v>
                </c:pt>
                <c:pt idx="75204">
                  <c:v>2</c:v>
                </c:pt>
                <c:pt idx="75205">
                  <c:v>4</c:v>
                </c:pt>
                <c:pt idx="75206">
                  <c:v>4</c:v>
                </c:pt>
                <c:pt idx="75207">
                  <c:v>3</c:v>
                </c:pt>
                <c:pt idx="75208">
                  <c:v>3</c:v>
                </c:pt>
                <c:pt idx="75209">
                  <c:v>3</c:v>
                </c:pt>
                <c:pt idx="75210">
                  <c:v>2</c:v>
                </c:pt>
                <c:pt idx="75211">
                  <c:v>3</c:v>
                </c:pt>
                <c:pt idx="75212">
                  <c:v>3</c:v>
                </c:pt>
                <c:pt idx="75213">
                  <c:v>2</c:v>
                </c:pt>
                <c:pt idx="75214">
                  <c:v>1</c:v>
                </c:pt>
                <c:pt idx="75215">
                  <c:v>8</c:v>
                </c:pt>
                <c:pt idx="75216">
                  <c:v>2</c:v>
                </c:pt>
                <c:pt idx="75217">
                  <c:v>2</c:v>
                </c:pt>
                <c:pt idx="75218">
                  <c:v>3</c:v>
                </c:pt>
                <c:pt idx="75219">
                  <c:v>2</c:v>
                </c:pt>
                <c:pt idx="75220">
                  <c:v>1</c:v>
                </c:pt>
                <c:pt idx="75221">
                  <c:v>2</c:v>
                </c:pt>
                <c:pt idx="75222">
                  <c:v>4</c:v>
                </c:pt>
                <c:pt idx="75223">
                  <c:v>3</c:v>
                </c:pt>
                <c:pt idx="75224">
                  <c:v>3</c:v>
                </c:pt>
                <c:pt idx="75225">
                  <c:v>5</c:v>
                </c:pt>
                <c:pt idx="75226">
                  <c:v>1</c:v>
                </c:pt>
                <c:pt idx="75227">
                  <c:v>11</c:v>
                </c:pt>
                <c:pt idx="75228">
                  <c:v>2</c:v>
                </c:pt>
                <c:pt idx="75229">
                  <c:v>2</c:v>
                </c:pt>
                <c:pt idx="75230">
                  <c:v>2</c:v>
                </c:pt>
                <c:pt idx="75231">
                  <c:v>4</c:v>
                </c:pt>
                <c:pt idx="75232">
                  <c:v>2</c:v>
                </c:pt>
                <c:pt idx="75233">
                  <c:v>1</c:v>
                </c:pt>
                <c:pt idx="75234">
                  <c:v>1</c:v>
                </c:pt>
                <c:pt idx="75235">
                  <c:v>1</c:v>
                </c:pt>
                <c:pt idx="75236">
                  <c:v>1</c:v>
                </c:pt>
                <c:pt idx="75237">
                  <c:v>1</c:v>
                </c:pt>
                <c:pt idx="75238">
                  <c:v>1</c:v>
                </c:pt>
                <c:pt idx="75239">
                  <c:v>1</c:v>
                </c:pt>
                <c:pt idx="75240">
                  <c:v>1</c:v>
                </c:pt>
                <c:pt idx="75241">
                  <c:v>1</c:v>
                </c:pt>
                <c:pt idx="75242">
                  <c:v>1</c:v>
                </c:pt>
                <c:pt idx="75243">
                  <c:v>1</c:v>
                </c:pt>
                <c:pt idx="75244">
                  <c:v>1</c:v>
                </c:pt>
                <c:pt idx="75245">
                  <c:v>1</c:v>
                </c:pt>
                <c:pt idx="75246">
                  <c:v>1</c:v>
                </c:pt>
                <c:pt idx="75247">
                  <c:v>1</c:v>
                </c:pt>
                <c:pt idx="75248">
                  <c:v>1</c:v>
                </c:pt>
                <c:pt idx="75249">
                  <c:v>3</c:v>
                </c:pt>
                <c:pt idx="75250">
                  <c:v>1</c:v>
                </c:pt>
                <c:pt idx="75251">
                  <c:v>2</c:v>
                </c:pt>
                <c:pt idx="75252">
                  <c:v>2</c:v>
                </c:pt>
                <c:pt idx="75253">
                  <c:v>2</c:v>
                </c:pt>
                <c:pt idx="75254">
                  <c:v>1</c:v>
                </c:pt>
                <c:pt idx="75255">
                  <c:v>1</c:v>
                </c:pt>
                <c:pt idx="75256">
                  <c:v>4</c:v>
                </c:pt>
                <c:pt idx="75257">
                  <c:v>2</c:v>
                </c:pt>
                <c:pt idx="75258">
                  <c:v>2</c:v>
                </c:pt>
                <c:pt idx="75259">
                  <c:v>4</c:v>
                </c:pt>
                <c:pt idx="75260">
                  <c:v>4</c:v>
                </c:pt>
                <c:pt idx="75261">
                  <c:v>4</c:v>
                </c:pt>
                <c:pt idx="75262">
                  <c:v>4</c:v>
                </c:pt>
                <c:pt idx="75263">
                  <c:v>6</c:v>
                </c:pt>
                <c:pt idx="75264">
                  <c:v>1</c:v>
                </c:pt>
                <c:pt idx="75265">
                  <c:v>2</c:v>
                </c:pt>
                <c:pt idx="75266">
                  <c:v>1</c:v>
                </c:pt>
                <c:pt idx="75267">
                  <c:v>1</c:v>
                </c:pt>
                <c:pt idx="75268">
                  <c:v>1</c:v>
                </c:pt>
                <c:pt idx="75269">
                  <c:v>2</c:v>
                </c:pt>
                <c:pt idx="75270">
                  <c:v>2</c:v>
                </c:pt>
                <c:pt idx="75271">
                  <c:v>1</c:v>
                </c:pt>
                <c:pt idx="75272">
                  <c:v>1</c:v>
                </c:pt>
                <c:pt idx="75273">
                  <c:v>1</c:v>
                </c:pt>
                <c:pt idx="75274">
                  <c:v>1</c:v>
                </c:pt>
                <c:pt idx="75275">
                  <c:v>1</c:v>
                </c:pt>
                <c:pt idx="75276">
                  <c:v>1</c:v>
                </c:pt>
                <c:pt idx="75277">
                  <c:v>4</c:v>
                </c:pt>
                <c:pt idx="75278">
                  <c:v>2</c:v>
                </c:pt>
                <c:pt idx="75279">
                  <c:v>3</c:v>
                </c:pt>
                <c:pt idx="75280">
                  <c:v>3</c:v>
                </c:pt>
                <c:pt idx="75281">
                  <c:v>3</c:v>
                </c:pt>
                <c:pt idx="75282">
                  <c:v>2</c:v>
                </c:pt>
                <c:pt idx="75283">
                  <c:v>4</c:v>
                </c:pt>
                <c:pt idx="75284">
                  <c:v>2</c:v>
                </c:pt>
                <c:pt idx="75285">
                  <c:v>3</c:v>
                </c:pt>
                <c:pt idx="75286">
                  <c:v>4</c:v>
                </c:pt>
                <c:pt idx="75287">
                  <c:v>4</c:v>
                </c:pt>
                <c:pt idx="75288">
                  <c:v>4</c:v>
                </c:pt>
                <c:pt idx="75289">
                  <c:v>1</c:v>
                </c:pt>
                <c:pt idx="75290">
                  <c:v>2</c:v>
                </c:pt>
                <c:pt idx="75291">
                  <c:v>4</c:v>
                </c:pt>
                <c:pt idx="75292">
                  <c:v>1</c:v>
                </c:pt>
                <c:pt idx="75293">
                  <c:v>3</c:v>
                </c:pt>
                <c:pt idx="75294">
                  <c:v>4</c:v>
                </c:pt>
                <c:pt idx="75295">
                  <c:v>3</c:v>
                </c:pt>
                <c:pt idx="75296">
                  <c:v>3</c:v>
                </c:pt>
                <c:pt idx="75297">
                  <c:v>2</c:v>
                </c:pt>
                <c:pt idx="75298">
                  <c:v>2</c:v>
                </c:pt>
                <c:pt idx="75299">
                  <c:v>2</c:v>
                </c:pt>
                <c:pt idx="75300">
                  <c:v>2</c:v>
                </c:pt>
                <c:pt idx="75301">
                  <c:v>2</c:v>
                </c:pt>
                <c:pt idx="75302">
                  <c:v>3</c:v>
                </c:pt>
                <c:pt idx="75303">
                  <c:v>2</c:v>
                </c:pt>
                <c:pt idx="75304">
                  <c:v>2</c:v>
                </c:pt>
                <c:pt idx="75305">
                  <c:v>2</c:v>
                </c:pt>
                <c:pt idx="75306">
                  <c:v>2</c:v>
                </c:pt>
                <c:pt idx="75307">
                  <c:v>2</c:v>
                </c:pt>
                <c:pt idx="75308">
                  <c:v>2</c:v>
                </c:pt>
                <c:pt idx="75309">
                  <c:v>2</c:v>
                </c:pt>
                <c:pt idx="75310">
                  <c:v>2</c:v>
                </c:pt>
                <c:pt idx="75311">
                  <c:v>2</c:v>
                </c:pt>
                <c:pt idx="75312">
                  <c:v>1</c:v>
                </c:pt>
                <c:pt idx="75313">
                  <c:v>5</c:v>
                </c:pt>
                <c:pt idx="75314">
                  <c:v>2</c:v>
                </c:pt>
                <c:pt idx="75315">
                  <c:v>8</c:v>
                </c:pt>
                <c:pt idx="75316">
                  <c:v>2</c:v>
                </c:pt>
                <c:pt idx="75317">
                  <c:v>2</c:v>
                </c:pt>
                <c:pt idx="75318">
                  <c:v>1</c:v>
                </c:pt>
                <c:pt idx="75319">
                  <c:v>1</c:v>
                </c:pt>
                <c:pt idx="75320">
                  <c:v>1</c:v>
                </c:pt>
                <c:pt idx="75321">
                  <c:v>2</c:v>
                </c:pt>
                <c:pt idx="75322">
                  <c:v>1</c:v>
                </c:pt>
                <c:pt idx="75323">
                  <c:v>2</c:v>
                </c:pt>
                <c:pt idx="75324">
                  <c:v>1</c:v>
                </c:pt>
                <c:pt idx="75325">
                  <c:v>-2</c:v>
                </c:pt>
                <c:pt idx="75326">
                  <c:v>6</c:v>
                </c:pt>
                <c:pt idx="75327">
                  <c:v>1</c:v>
                </c:pt>
                <c:pt idx="75328">
                  <c:v>1</c:v>
                </c:pt>
                <c:pt idx="75329">
                  <c:v>1</c:v>
                </c:pt>
                <c:pt idx="75330">
                  <c:v>10</c:v>
                </c:pt>
                <c:pt idx="75331">
                  <c:v>3</c:v>
                </c:pt>
                <c:pt idx="75332">
                  <c:v>3</c:v>
                </c:pt>
                <c:pt idx="75333">
                  <c:v>2</c:v>
                </c:pt>
                <c:pt idx="75334">
                  <c:v>3</c:v>
                </c:pt>
                <c:pt idx="75335">
                  <c:v>10</c:v>
                </c:pt>
                <c:pt idx="75336">
                  <c:v>9</c:v>
                </c:pt>
                <c:pt idx="75337">
                  <c:v>8</c:v>
                </c:pt>
                <c:pt idx="75338">
                  <c:v>10</c:v>
                </c:pt>
                <c:pt idx="75339">
                  <c:v>3</c:v>
                </c:pt>
                <c:pt idx="75340">
                  <c:v>2</c:v>
                </c:pt>
                <c:pt idx="75341">
                  <c:v>10</c:v>
                </c:pt>
                <c:pt idx="75342">
                  <c:v>9</c:v>
                </c:pt>
                <c:pt idx="75343">
                  <c:v>8</c:v>
                </c:pt>
                <c:pt idx="75344">
                  <c:v>2</c:v>
                </c:pt>
                <c:pt idx="75345">
                  <c:v>5</c:v>
                </c:pt>
                <c:pt idx="75346">
                  <c:v>2</c:v>
                </c:pt>
                <c:pt idx="75347">
                  <c:v>3</c:v>
                </c:pt>
                <c:pt idx="75348">
                  <c:v>2</c:v>
                </c:pt>
                <c:pt idx="75349">
                  <c:v>2</c:v>
                </c:pt>
                <c:pt idx="75350">
                  <c:v>2</c:v>
                </c:pt>
                <c:pt idx="75351">
                  <c:v>3</c:v>
                </c:pt>
                <c:pt idx="75352">
                  <c:v>4</c:v>
                </c:pt>
                <c:pt idx="75353">
                  <c:v>3</c:v>
                </c:pt>
                <c:pt idx="75354">
                  <c:v>4</c:v>
                </c:pt>
                <c:pt idx="75355">
                  <c:v>2</c:v>
                </c:pt>
                <c:pt idx="75356">
                  <c:v>2</c:v>
                </c:pt>
                <c:pt idx="75357">
                  <c:v>2</c:v>
                </c:pt>
                <c:pt idx="75358">
                  <c:v>2</c:v>
                </c:pt>
                <c:pt idx="75359">
                  <c:v>2</c:v>
                </c:pt>
                <c:pt idx="75360">
                  <c:v>6</c:v>
                </c:pt>
                <c:pt idx="75361">
                  <c:v>1</c:v>
                </c:pt>
                <c:pt idx="75362">
                  <c:v>5</c:v>
                </c:pt>
                <c:pt idx="75363">
                  <c:v>2</c:v>
                </c:pt>
                <c:pt idx="75364">
                  <c:v>2</c:v>
                </c:pt>
                <c:pt idx="75365">
                  <c:v>2</c:v>
                </c:pt>
                <c:pt idx="75366">
                  <c:v>4</c:v>
                </c:pt>
                <c:pt idx="75367">
                  <c:v>2</c:v>
                </c:pt>
                <c:pt idx="75368">
                  <c:v>2</c:v>
                </c:pt>
                <c:pt idx="75369">
                  <c:v>1</c:v>
                </c:pt>
                <c:pt idx="75370">
                  <c:v>3</c:v>
                </c:pt>
                <c:pt idx="75371">
                  <c:v>1</c:v>
                </c:pt>
                <c:pt idx="75372">
                  <c:v>4</c:v>
                </c:pt>
                <c:pt idx="75373">
                  <c:v>1</c:v>
                </c:pt>
                <c:pt idx="75374">
                  <c:v>3</c:v>
                </c:pt>
                <c:pt idx="75375">
                  <c:v>1</c:v>
                </c:pt>
                <c:pt idx="75376">
                  <c:v>2</c:v>
                </c:pt>
                <c:pt idx="75377">
                  <c:v>3</c:v>
                </c:pt>
                <c:pt idx="75378">
                  <c:v>10</c:v>
                </c:pt>
                <c:pt idx="75379">
                  <c:v>3</c:v>
                </c:pt>
                <c:pt idx="75380">
                  <c:v>4</c:v>
                </c:pt>
                <c:pt idx="75381">
                  <c:v>2</c:v>
                </c:pt>
                <c:pt idx="75382">
                  <c:v>4</c:v>
                </c:pt>
                <c:pt idx="75383">
                  <c:v>3</c:v>
                </c:pt>
                <c:pt idx="75384">
                  <c:v>2</c:v>
                </c:pt>
                <c:pt idx="75385">
                  <c:v>2</c:v>
                </c:pt>
                <c:pt idx="75386">
                  <c:v>2</c:v>
                </c:pt>
                <c:pt idx="75387">
                  <c:v>4</c:v>
                </c:pt>
                <c:pt idx="75388">
                  <c:v>4</c:v>
                </c:pt>
                <c:pt idx="75389">
                  <c:v>3</c:v>
                </c:pt>
                <c:pt idx="75390">
                  <c:v>3</c:v>
                </c:pt>
                <c:pt idx="75391">
                  <c:v>4</c:v>
                </c:pt>
                <c:pt idx="75392">
                  <c:v>3</c:v>
                </c:pt>
                <c:pt idx="75393">
                  <c:v>3</c:v>
                </c:pt>
                <c:pt idx="75394">
                  <c:v>2</c:v>
                </c:pt>
                <c:pt idx="75395">
                  <c:v>4</c:v>
                </c:pt>
                <c:pt idx="75396">
                  <c:v>4</c:v>
                </c:pt>
                <c:pt idx="75397">
                  <c:v>4</c:v>
                </c:pt>
                <c:pt idx="75398">
                  <c:v>3</c:v>
                </c:pt>
                <c:pt idx="75399">
                  <c:v>5</c:v>
                </c:pt>
                <c:pt idx="75400">
                  <c:v>0</c:v>
                </c:pt>
                <c:pt idx="75401">
                  <c:v>4</c:v>
                </c:pt>
                <c:pt idx="75402">
                  <c:v>3</c:v>
                </c:pt>
                <c:pt idx="75403">
                  <c:v>4</c:v>
                </c:pt>
                <c:pt idx="75404">
                  <c:v>2</c:v>
                </c:pt>
                <c:pt idx="75405">
                  <c:v>2</c:v>
                </c:pt>
                <c:pt idx="75406">
                  <c:v>2</c:v>
                </c:pt>
                <c:pt idx="75407">
                  <c:v>2</c:v>
                </c:pt>
                <c:pt idx="75408">
                  <c:v>1</c:v>
                </c:pt>
                <c:pt idx="75409">
                  <c:v>2</c:v>
                </c:pt>
                <c:pt idx="75410">
                  <c:v>2</c:v>
                </c:pt>
                <c:pt idx="75411">
                  <c:v>2</c:v>
                </c:pt>
                <c:pt idx="75412">
                  <c:v>2</c:v>
                </c:pt>
                <c:pt idx="75413">
                  <c:v>2</c:v>
                </c:pt>
                <c:pt idx="75414">
                  <c:v>3</c:v>
                </c:pt>
                <c:pt idx="75415">
                  <c:v>2</c:v>
                </c:pt>
                <c:pt idx="75416">
                  <c:v>2</c:v>
                </c:pt>
                <c:pt idx="75417">
                  <c:v>2</c:v>
                </c:pt>
                <c:pt idx="75418">
                  <c:v>2</c:v>
                </c:pt>
                <c:pt idx="75419">
                  <c:v>2</c:v>
                </c:pt>
                <c:pt idx="75420">
                  <c:v>2</c:v>
                </c:pt>
                <c:pt idx="75421">
                  <c:v>1</c:v>
                </c:pt>
                <c:pt idx="75422">
                  <c:v>1</c:v>
                </c:pt>
                <c:pt idx="75423">
                  <c:v>2</c:v>
                </c:pt>
                <c:pt idx="75424">
                  <c:v>2</c:v>
                </c:pt>
                <c:pt idx="75425">
                  <c:v>1</c:v>
                </c:pt>
                <c:pt idx="75426">
                  <c:v>1</c:v>
                </c:pt>
                <c:pt idx="75427">
                  <c:v>3</c:v>
                </c:pt>
                <c:pt idx="75428">
                  <c:v>2</c:v>
                </c:pt>
                <c:pt idx="75429">
                  <c:v>2</c:v>
                </c:pt>
                <c:pt idx="75430">
                  <c:v>1</c:v>
                </c:pt>
                <c:pt idx="75431">
                  <c:v>1</c:v>
                </c:pt>
                <c:pt idx="75432">
                  <c:v>2</c:v>
                </c:pt>
                <c:pt idx="75433">
                  <c:v>1</c:v>
                </c:pt>
                <c:pt idx="75434">
                  <c:v>3</c:v>
                </c:pt>
                <c:pt idx="75435">
                  <c:v>2</c:v>
                </c:pt>
                <c:pt idx="75436">
                  <c:v>2</c:v>
                </c:pt>
                <c:pt idx="75437">
                  <c:v>1</c:v>
                </c:pt>
                <c:pt idx="75438">
                  <c:v>2</c:v>
                </c:pt>
                <c:pt idx="75439">
                  <c:v>2</c:v>
                </c:pt>
                <c:pt idx="75440">
                  <c:v>1</c:v>
                </c:pt>
                <c:pt idx="75441">
                  <c:v>1</c:v>
                </c:pt>
                <c:pt idx="75442">
                  <c:v>1</c:v>
                </c:pt>
                <c:pt idx="75443">
                  <c:v>2</c:v>
                </c:pt>
                <c:pt idx="75444">
                  <c:v>1</c:v>
                </c:pt>
                <c:pt idx="75445">
                  <c:v>2</c:v>
                </c:pt>
                <c:pt idx="75446">
                  <c:v>3</c:v>
                </c:pt>
                <c:pt idx="75447">
                  <c:v>2</c:v>
                </c:pt>
                <c:pt idx="75448">
                  <c:v>4</c:v>
                </c:pt>
                <c:pt idx="75449">
                  <c:v>2</c:v>
                </c:pt>
                <c:pt idx="75450">
                  <c:v>2</c:v>
                </c:pt>
                <c:pt idx="75451">
                  <c:v>2</c:v>
                </c:pt>
                <c:pt idx="75452">
                  <c:v>2</c:v>
                </c:pt>
                <c:pt idx="75453">
                  <c:v>2</c:v>
                </c:pt>
                <c:pt idx="75454">
                  <c:v>4</c:v>
                </c:pt>
                <c:pt idx="75455">
                  <c:v>1</c:v>
                </c:pt>
                <c:pt idx="75456">
                  <c:v>1</c:v>
                </c:pt>
                <c:pt idx="75457">
                  <c:v>1</c:v>
                </c:pt>
                <c:pt idx="75458">
                  <c:v>1</c:v>
                </c:pt>
                <c:pt idx="75459">
                  <c:v>1</c:v>
                </c:pt>
                <c:pt idx="75460">
                  <c:v>1</c:v>
                </c:pt>
                <c:pt idx="75461">
                  <c:v>1</c:v>
                </c:pt>
                <c:pt idx="75462">
                  <c:v>2</c:v>
                </c:pt>
                <c:pt idx="75463">
                  <c:v>1</c:v>
                </c:pt>
                <c:pt idx="75464">
                  <c:v>1</c:v>
                </c:pt>
                <c:pt idx="75465">
                  <c:v>1</c:v>
                </c:pt>
                <c:pt idx="75466">
                  <c:v>2</c:v>
                </c:pt>
                <c:pt idx="75467">
                  <c:v>4</c:v>
                </c:pt>
                <c:pt idx="75468">
                  <c:v>2</c:v>
                </c:pt>
                <c:pt idx="75469">
                  <c:v>2</c:v>
                </c:pt>
                <c:pt idx="75470">
                  <c:v>2</c:v>
                </c:pt>
                <c:pt idx="75471">
                  <c:v>3</c:v>
                </c:pt>
                <c:pt idx="75472">
                  <c:v>2</c:v>
                </c:pt>
                <c:pt idx="75473">
                  <c:v>3</c:v>
                </c:pt>
                <c:pt idx="75474">
                  <c:v>3</c:v>
                </c:pt>
                <c:pt idx="75475">
                  <c:v>5</c:v>
                </c:pt>
                <c:pt idx="75476">
                  <c:v>5</c:v>
                </c:pt>
                <c:pt idx="75477">
                  <c:v>2</c:v>
                </c:pt>
                <c:pt idx="75478">
                  <c:v>4</c:v>
                </c:pt>
                <c:pt idx="75479">
                  <c:v>4</c:v>
                </c:pt>
                <c:pt idx="75480">
                  <c:v>2</c:v>
                </c:pt>
                <c:pt idx="75481">
                  <c:v>2</c:v>
                </c:pt>
                <c:pt idx="75482">
                  <c:v>2</c:v>
                </c:pt>
                <c:pt idx="75483">
                  <c:v>1</c:v>
                </c:pt>
                <c:pt idx="75484">
                  <c:v>2</c:v>
                </c:pt>
                <c:pt idx="75485">
                  <c:v>2</c:v>
                </c:pt>
                <c:pt idx="75486">
                  <c:v>2</c:v>
                </c:pt>
                <c:pt idx="75487">
                  <c:v>2</c:v>
                </c:pt>
                <c:pt idx="75488">
                  <c:v>2</c:v>
                </c:pt>
                <c:pt idx="75489">
                  <c:v>2</c:v>
                </c:pt>
                <c:pt idx="75490">
                  <c:v>4</c:v>
                </c:pt>
                <c:pt idx="75491">
                  <c:v>3</c:v>
                </c:pt>
                <c:pt idx="75492">
                  <c:v>2</c:v>
                </c:pt>
                <c:pt idx="75493">
                  <c:v>2</c:v>
                </c:pt>
                <c:pt idx="75494">
                  <c:v>2</c:v>
                </c:pt>
                <c:pt idx="75495">
                  <c:v>1</c:v>
                </c:pt>
                <c:pt idx="75496">
                  <c:v>3</c:v>
                </c:pt>
                <c:pt idx="75497">
                  <c:v>2</c:v>
                </c:pt>
                <c:pt idx="75498">
                  <c:v>2</c:v>
                </c:pt>
                <c:pt idx="75499">
                  <c:v>2</c:v>
                </c:pt>
                <c:pt idx="75500">
                  <c:v>2</c:v>
                </c:pt>
                <c:pt idx="75501">
                  <c:v>1</c:v>
                </c:pt>
                <c:pt idx="75502">
                  <c:v>3</c:v>
                </c:pt>
                <c:pt idx="75503">
                  <c:v>3</c:v>
                </c:pt>
                <c:pt idx="75504">
                  <c:v>4</c:v>
                </c:pt>
                <c:pt idx="75505">
                  <c:v>4</c:v>
                </c:pt>
                <c:pt idx="75506">
                  <c:v>5</c:v>
                </c:pt>
                <c:pt idx="75507">
                  <c:v>3</c:v>
                </c:pt>
                <c:pt idx="75508">
                  <c:v>2</c:v>
                </c:pt>
                <c:pt idx="75509">
                  <c:v>1</c:v>
                </c:pt>
                <c:pt idx="75510">
                  <c:v>2</c:v>
                </c:pt>
                <c:pt idx="75511">
                  <c:v>3</c:v>
                </c:pt>
                <c:pt idx="75512">
                  <c:v>2</c:v>
                </c:pt>
                <c:pt idx="75513">
                  <c:v>31</c:v>
                </c:pt>
                <c:pt idx="75514">
                  <c:v>5</c:v>
                </c:pt>
                <c:pt idx="75515">
                  <c:v>5</c:v>
                </c:pt>
                <c:pt idx="75516">
                  <c:v>4</c:v>
                </c:pt>
                <c:pt idx="75517">
                  <c:v>5</c:v>
                </c:pt>
                <c:pt idx="75518">
                  <c:v>3</c:v>
                </c:pt>
                <c:pt idx="75519">
                  <c:v>5</c:v>
                </c:pt>
                <c:pt idx="75520">
                  <c:v>3</c:v>
                </c:pt>
                <c:pt idx="75521">
                  <c:v>2</c:v>
                </c:pt>
                <c:pt idx="75522">
                  <c:v>3</c:v>
                </c:pt>
                <c:pt idx="75523">
                  <c:v>3</c:v>
                </c:pt>
                <c:pt idx="75524">
                  <c:v>2</c:v>
                </c:pt>
                <c:pt idx="75525">
                  <c:v>2</c:v>
                </c:pt>
                <c:pt idx="75526">
                  <c:v>1</c:v>
                </c:pt>
                <c:pt idx="75527">
                  <c:v>1</c:v>
                </c:pt>
                <c:pt idx="75528">
                  <c:v>1</c:v>
                </c:pt>
                <c:pt idx="75529">
                  <c:v>1</c:v>
                </c:pt>
                <c:pt idx="75530">
                  <c:v>2</c:v>
                </c:pt>
                <c:pt idx="75531">
                  <c:v>1</c:v>
                </c:pt>
                <c:pt idx="75532">
                  <c:v>1</c:v>
                </c:pt>
                <c:pt idx="75533">
                  <c:v>1</c:v>
                </c:pt>
                <c:pt idx="75534">
                  <c:v>2</c:v>
                </c:pt>
                <c:pt idx="75535">
                  <c:v>1</c:v>
                </c:pt>
                <c:pt idx="75536">
                  <c:v>2</c:v>
                </c:pt>
                <c:pt idx="75537">
                  <c:v>2</c:v>
                </c:pt>
                <c:pt idx="75538">
                  <c:v>1</c:v>
                </c:pt>
                <c:pt idx="75539">
                  <c:v>2</c:v>
                </c:pt>
                <c:pt idx="75540">
                  <c:v>1</c:v>
                </c:pt>
                <c:pt idx="75541">
                  <c:v>1</c:v>
                </c:pt>
                <c:pt idx="75542">
                  <c:v>1</c:v>
                </c:pt>
                <c:pt idx="75543">
                  <c:v>1</c:v>
                </c:pt>
                <c:pt idx="75544">
                  <c:v>1</c:v>
                </c:pt>
                <c:pt idx="75545">
                  <c:v>1</c:v>
                </c:pt>
                <c:pt idx="75546">
                  <c:v>1</c:v>
                </c:pt>
                <c:pt idx="75547">
                  <c:v>1</c:v>
                </c:pt>
                <c:pt idx="75548">
                  <c:v>1</c:v>
                </c:pt>
                <c:pt idx="75549">
                  <c:v>1</c:v>
                </c:pt>
                <c:pt idx="75550">
                  <c:v>10</c:v>
                </c:pt>
                <c:pt idx="75551">
                  <c:v>2</c:v>
                </c:pt>
                <c:pt idx="75552">
                  <c:v>2</c:v>
                </c:pt>
                <c:pt idx="75553">
                  <c:v>0</c:v>
                </c:pt>
                <c:pt idx="75554">
                  <c:v>2</c:v>
                </c:pt>
                <c:pt idx="75555">
                  <c:v>2</c:v>
                </c:pt>
                <c:pt idx="75556">
                  <c:v>4</c:v>
                </c:pt>
                <c:pt idx="75557">
                  <c:v>2</c:v>
                </c:pt>
                <c:pt idx="75558">
                  <c:v>1</c:v>
                </c:pt>
                <c:pt idx="75559">
                  <c:v>3</c:v>
                </c:pt>
                <c:pt idx="75560">
                  <c:v>5</c:v>
                </c:pt>
                <c:pt idx="75561">
                  <c:v>2</c:v>
                </c:pt>
                <c:pt idx="75562">
                  <c:v>3</c:v>
                </c:pt>
                <c:pt idx="75563">
                  <c:v>2</c:v>
                </c:pt>
                <c:pt idx="75564">
                  <c:v>2</c:v>
                </c:pt>
                <c:pt idx="75565">
                  <c:v>3</c:v>
                </c:pt>
                <c:pt idx="75566">
                  <c:v>2</c:v>
                </c:pt>
                <c:pt idx="75567">
                  <c:v>1</c:v>
                </c:pt>
                <c:pt idx="75568">
                  <c:v>3</c:v>
                </c:pt>
                <c:pt idx="75569">
                  <c:v>1</c:v>
                </c:pt>
                <c:pt idx="75570">
                  <c:v>2</c:v>
                </c:pt>
                <c:pt idx="75571">
                  <c:v>3</c:v>
                </c:pt>
                <c:pt idx="75572">
                  <c:v>2</c:v>
                </c:pt>
                <c:pt idx="75573">
                  <c:v>3</c:v>
                </c:pt>
                <c:pt idx="75574">
                  <c:v>2</c:v>
                </c:pt>
                <c:pt idx="75575">
                  <c:v>4</c:v>
                </c:pt>
                <c:pt idx="75576">
                  <c:v>4</c:v>
                </c:pt>
                <c:pt idx="75577">
                  <c:v>3</c:v>
                </c:pt>
                <c:pt idx="75578">
                  <c:v>2</c:v>
                </c:pt>
                <c:pt idx="75579">
                  <c:v>2</c:v>
                </c:pt>
                <c:pt idx="75580">
                  <c:v>2</c:v>
                </c:pt>
                <c:pt idx="75581">
                  <c:v>2</c:v>
                </c:pt>
                <c:pt idx="75582">
                  <c:v>3</c:v>
                </c:pt>
                <c:pt idx="75583">
                  <c:v>1</c:v>
                </c:pt>
                <c:pt idx="75584">
                  <c:v>2</c:v>
                </c:pt>
                <c:pt idx="75585">
                  <c:v>2</c:v>
                </c:pt>
                <c:pt idx="75586">
                  <c:v>3</c:v>
                </c:pt>
                <c:pt idx="75587">
                  <c:v>2</c:v>
                </c:pt>
                <c:pt idx="75588">
                  <c:v>5</c:v>
                </c:pt>
                <c:pt idx="75589">
                  <c:v>2</c:v>
                </c:pt>
                <c:pt idx="75590">
                  <c:v>4</c:v>
                </c:pt>
                <c:pt idx="75591">
                  <c:v>3</c:v>
                </c:pt>
                <c:pt idx="75592">
                  <c:v>3</c:v>
                </c:pt>
                <c:pt idx="75593">
                  <c:v>2</c:v>
                </c:pt>
                <c:pt idx="75594">
                  <c:v>4</c:v>
                </c:pt>
                <c:pt idx="75595">
                  <c:v>2</c:v>
                </c:pt>
                <c:pt idx="75596">
                  <c:v>1</c:v>
                </c:pt>
                <c:pt idx="75597">
                  <c:v>2</c:v>
                </c:pt>
                <c:pt idx="75598">
                  <c:v>2</c:v>
                </c:pt>
                <c:pt idx="75599">
                  <c:v>1</c:v>
                </c:pt>
                <c:pt idx="75600">
                  <c:v>2</c:v>
                </c:pt>
                <c:pt idx="75601">
                  <c:v>2</c:v>
                </c:pt>
                <c:pt idx="75602">
                  <c:v>2</c:v>
                </c:pt>
                <c:pt idx="75603">
                  <c:v>2</c:v>
                </c:pt>
                <c:pt idx="75604">
                  <c:v>2</c:v>
                </c:pt>
                <c:pt idx="75605">
                  <c:v>2</c:v>
                </c:pt>
                <c:pt idx="75606">
                  <c:v>1</c:v>
                </c:pt>
                <c:pt idx="75607">
                  <c:v>1</c:v>
                </c:pt>
                <c:pt idx="75608">
                  <c:v>1</c:v>
                </c:pt>
                <c:pt idx="75609">
                  <c:v>1</c:v>
                </c:pt>
                <c:pt idx="75610">
                  <c:v>1</c:v>
                </c:pt>
                <c:pt idx="75611">
                  <c:v>2</c:v>
                </c:pt>
                <c:pt idx="75612">
                  <c:v>1</c:v>
                </c:pt>
                <c:pt idx="75613">
                  <c:v>1</c:v>
                </c:pt>
                <c:pt idx="75614">
                  <c:v>2</c:v>
                </c:pt>
                <c:pt idx="75615">
                  <c:v>2</c:v>
                </c:pt>
                <c:pt idx="75616">
                  <c:v>1</c:v>
                </c:pt>
                <c:pt idx="75617">
                  <c:v>2</c:v>
                </c:pt>
                <c:pt idx="75618">
                  <c:v>1</c:v>
                </c:pt>
                <c:pt idx="75619">
                  <c:v>1</c:v>
                </c:pt>
                <c:pt idx="75620">
                  <c:v>1</c:v>
                </c:pt>
                <c:pt idx="75621">
                  <c:v>2</c:v>
                </c:pt>
                <c:pt idx="75622">
                  <c:v>3</c:v>
                </c:pt>
                <c:pt idx="75623">
                  <c:v>3</c:v>
                </c:pt>
                <c:pt idx="75624">
                  <c:v>3</c:v>
                </c:pt>
                <c:pt idx="75625">
                  <c:v>3</c:v>
                </c:pt>
                <c:pt idx="75626">
                  <c:v>4</c:v>
                </c:pt>
                <c:pt idx="75627">
                  <c:v>3</c:v>
                </c:pt>
                <c:pt idx="75628">
                  <c:v>3</c:v>
                </c:pt>
                <c:pt idx="75629">
                  <c:v>4</c:v>
                </c:pt>
                <c:pt idx="75630">
                  <c:v>1</c:v>
                </c:pt>
                <c:pt idx="75631">
                  <c:v>2</c:v>
                </c:pt>
                <c:pt idx="75632">
                  <c:v>1</c:v>
                </c:pt>
                <c:pt idx="75633">
                  <c:v>1</c:v>
                </c:pt>
                <c:pt idx="75634">
                  <c:v>2</c:v>
                </c:pt>
                <c:pt idx="75635">
                  <c:v>1</c:v>
                </c:pt>
                <c:pt idx="75636">
                  <c:v>1</c:v>
                </c:pt>
                <c:pt idx="75637">
                  <c:v>2</c:v>
                </c:pt>
                <c:pt idx="75638">
                  <c:v>-1</c:v>
                </c:pt>
                <c:pt idx="75639">
                  <c:v>1</c:v>
                </c:pt>
                <c:pt idx="75640">
                  <c:v>2</c:v>
                </c:pt>
                <c:pt idx="75641">
                  <c:v>2</c:v>
                </c:pt>
                <c:pt idx="75642">
                  <c:v>2</c:v>
                </c:pt>
                <c:pt idx="75643">
                  <c:v>2</c:v>
                </c:pt>
                <c:pt idx="75644">
                  <c:v>1</c:v>
                </c:pt>
                <c:pt idx="75645">
                  <c:v>1</c:v>
                </c:pt>
                <c:pt idx="75646">
                  <c:v>3</c:v>
                </c:pt>
                <c:pt idx="75647">
                  <c:v>1</c:v>
                </c:pt>
                <c:pt idx="75648">
                  <c:v>1</c:v>
                </c:pt>
                <c:pt idx="75649">
                  <c:v>1</c:v>
                </c:pt>
                <c:pt idx="75650">
                  <c:v>2</c:v>
                </c:pt>
                <c:pt idx="75651">
                  <c:v>2</c:v>
                </c:pt>
                <c:pt idx="75652">
                  <c:v>2</c:v>
                </c:pt>
                <c:pt idx="75653">
                  <c:v>1</c:v>
                </c:pt>
                <c:pt idx="75654">
                  <c:v>1</c:v>
                </c:pt>
                <c:pt idx="75655">
                  <c:v>3</c:v>
                </c:pt>
                <c:pt idx="75656">
                  <c:v>2</c:v>
                </c:pt>
                <c:pt idx="75657">
                  <c:v>2</c:v>
                </c:pt>
                <c:pt idx="75658">
                  <c:v>2</c:v>
                </c:pt>
                <c:pt idx="75659">
                  <c:v>4</c:v>
                </c:pt>
                <c:pt idx="75660">
                  <c:v>2</c:v>
                </c:pt>
                <c:pt idx="75661">
                  <c:v>2</c:v>
                </c:pt>
                <c:pt idx="75662">
                  <c:v>2</c:v>
                </c:pt>
                <c:pt idx="75663">
                  <c:v>1</c:v>
                </c:pt>
                <c:pt idx="75664">
                  <c:v>2</c:v>
                </c:pt>
                <c:pt idx="75665">
                  <c:v>2</c:v>
                </c:pt>
                <c:pt idx="75666">
                  <c:v>3</c:v>
                </c:pt>
                <c:pt idx="75667">
                  <c:v>6</c:v>
                </c:pt>
                <c:pt idx="75668">
                  <c:v>4</c:v>
                </c:pt>
                <c:pt idx="75669">
                  <c:v>3</c:v>
                </c:pt>
                <c:pt idx="75670">
                  <c:v>11</c:v>
                </c:pt>
                <c:pt idx="75671">
                  <c:v>4</c:v>
                </c:pt>
                <c:pt idx="75672">
                  <c:v>3</c:v>
                </c:pt>
                <c:pt idx="75673">
                  <c:v>4</c:v>
                </c:pt>
                <c:pt idx="75674">
                  <c:v>2</c:v>
                </c:pt>
                <c:pt idx="75675">
                  <c:v>3</c:v>
                </c:pt>
                <c:pt idx="75676">
                  <c:v>5</c:v>
                </c:pt>
                <c:pt idx="75677">
                  <c:v>3</c:v>
                </c:pt>
                <c:pt idx="75678">
                  <c:v>4</c:v>
                </c:pt>
                <c:pt idx="75679">
                  <c:v>3</c:v>
                </c:pt>
                <c:pt idx="75680">
                  <c:v>4</c:v>
                </c:pt>
                <c:pt idx="75681">
                  <c:v>4</c:v>
                </c:pt>
                <c:pt idx="75682">
                  <c:v>3</c:v>
                </c:pt>
                <c:pt idx="75683">
                  <c:v>13</c:v>
                </c:pt>
                <c:pt idx="75684">
                  <c:v>13</c:v>
                </c:pt>
                <c:pt idx="75685">
                  <c:v>3</c:v>
                </c:pt>
                <c:pt idx="75686">
                  <c:v>3</c:v>
                </c:pt>
                <c:pt idx="75687">
                  <c:v>2</c:v>
                </c:pt>
                <c:pt idx="75688">
                  <c:v>2</c:v>
                </c:pt>
                <c:pt idx="75689">
                  <c:v>4</c:v>
                </c:pt>
                <c:pt idx="75690">
                  <c:v>2</c:v>
                </c:pt>
                <c:pt idx="75691">
                  <c:v>1</c:v>
                </c:pt>
                <c:pt idx="75692">
                  <c:v>1</c:v>
                </c:pt>
                <c:pt idx="75693">
                  <c:v>3</c:v>
                </c:pt>
                <c:pt idx="75694">
                  <c:v>2</c:v>
                </c:pt>
                <c:pt idx="75695">
                  <c:v>2</c:v>
                </c:pt>
                <c:pt idx="75696">
                  <c:v>3</c:v>
                </c:pt>
                <c:pt idx="75697">
                  <c:v>4</c:v>
                </c:pt>
                <c:pt idx="75698">
                  <c:v>21</c:v>
                </c:pt>
                <c:pt idx="75699">
                  <c:v>3</c:v>
                </c:pt>
                <c:pt idx="75700">
                  <c:v>15</c:v>
                </c:pt>
                <c:pt idx="75701">
                  <c:v>12</c:v>
                </c:pt>
                <c:pt idx="75702">
                  <c:v>2</c:v>
                </c:pt>
                <c:pt idx="75703">
                  <c:v>3</c:v>
                </c:pt>
                <c:pt idx="75704">
                  <c:v>3</c:v>
                </c:pt>
                <c:pt idx="75705">
                  <c:v>2</c:v>
                </c:pt>
                <c:pt idx="75706">
                  <c:v>3</c:v>
                </c:pt>
                <c:pt idx="75707">
                  <c:v>3</c:v>
                </c:pt>
                <c:pt idx="75708">
                  <c:v>2</c:v>
                </c:pt>
                <c:pt idx="75709">
                  <c:v>4</c:v>
                </c:pt>
                <c:pt idx="75710">
                  <c:v>5</c:v>
                </c:pt>
                <c:pt idx="75711">
                  <c:v>5</c:v>
                </c:pt>
                <c:pt idx="75712">
                  <c:v>5</c:v>
                </c:pt>
                <c:pt idx="75713">
                  <c:v>5</c:v>
                </c:pt>
                <c:pt idx="75714">
                  <c:v>2</c:v>
                </c:pt>
                <c:pt idx="75715">
                  <c:v>4</c:v>
                </c:pt>
                <c:pt idx="75716">
                  <c:v>5</c:v>
                </c:pt>
                <c:pt idx="75717">
                  <c:v>2</c:v>
                </c:pt>
                <c:pt idx="75718">
                  <c:v>3</c:v>
                </c:pt>
                <c:pt idx="75719">
                  <c:v>2</c:v>
                </c:pt>
                <c:pt idx="75720">
                  <c:v>2</c:v>
                </c:pt>
                <c:pt idx="75721">
                  <c:v>2</c:v>
                </c:pt>
                <c:pt idx="75722">
                  <c:v>2</c:v>
                </c:pt>
                <c:pt idx="75723">
                  <c:v>2</c:v>
                </c:pt>
                <c:pt idx="75724">
                  <c:v>2</c:v>
                </c:pt>
                <c:pt idx="75725">
                  <c:v>1</c:v>
                </c:pt>
                <c:pt idx="75726">
                  <c:v>9</c:v>
                </c:pt>
                <c:pt idx="75727">
                  <c:v>3</c:v>
                </c:pt>
                <c:pt idx="75728">
                  <c:v>5</c:v>
                </c:pt>
                <c:pt idx="75729">
                  <c:v>1</c:v>
                </c:pt>
                <c:pt idx="75730">
                  <c:v>1</c:v>
                </c:pt>
                <c:pt idx="75731">
                  <c:v>1</c:v>
                </c:pt>
                <c:pt idx="75732">
                  <c:v>2</c:v>
                </c:pt>
                <c:pt idx="75733">
                  <c:v>1</c:v>
                </c:pt>
                <c:pt idx="75734">
                  <c:v>2</c:v>
                </c:pt>
                <c:pt idx="75735">
                  <c:v>3</c:v>
                </c:pt>
                <c:pt idx="75736">
                  <c:v>3</c:v>
                </c:pt>
                <c:pt idx="75737">
                  <c:v>2</c:v>
                </c:pt>
                <c:pt idx="75738">
                  <c:v>1</c:v>
                </c:pt>
                <c:pt idx="75739">
                  <c:v>2</c:v>
                </c:pt>
                <c:pt idx="75740">
                  <c:v>3</c:v>
                </c:pt>
                <c:pt idx="75741">
                  <c:v>6</c:v>
                </c:pt>
                <c:pt idx="75742">
                  <c:v>2</c:v>
                </c:pt>
                <c:pt idx="75743">
                  <c:v>4</c:v>
                </c:pt>
                <c:pt idx="75744">
                  <c:v>2</c:v>
                </c:pt>
                <c:pt idx="75745">
                  <c:v>4</c:v>
                </c:pt>
                <c:pt idx="75746">
                  <c:v>2</c:v>
                </c:pt>
                <c:pt idx="75747">
                  <c:v>3</c:v>
                </c:pt>
                <c:pt idx="75748">
                  <c:v>1</c:v>
                </c:pt>
                <c:pt idx="75749">
                  <c:v>3</c:v>
                </c:pt>
                <c:pt idx="75750">
                  <c:v>3</c:v>
                </c:pt>
                <c:pt idx="75751">
                  <c:v>2</c:v>
                </c:pt>
                <c:pt idx="75752">
                  <c:v>3</c:v>
                </c:pt>
                <c:pt idx="75753">
                  <c:v>2</c:v>
                </c:pt>
                <c:pt idx="75754">
                  <c:v>2</c:v>
                </c:pt>
                <c:pt idx="75755">
                  <c:v>1</c:v>
                </c:pt>
                <c:pt idx="75756">
                  <c:v>2</c:v>
                </c:pt>
                <c:pt idx="75757">
                  <c:v>2</c:v>
                </c:pt>
                <c:pt idx="75758">
                  <c:v>1</c:v>
                </c:pt>
                <c:pt idx="75759">
                  <c:v>2</c:v>
                </c:pt>
                <c:pt idx="75760">
                  <c:v>2</c:v>
                </c:pt>
                <c:pt idx="75761">
                  <c:v>2</c:v>
                </c:pt>
                <c:pt idx="75762">
                  <c:v>1</c:v>
                </c:pt>
                <c:pt idx="75763">
                  <c:v>2</c:v>
                </c:pt>
                <c:pt idx="75764">
                  <c:v>3</c:v>
                </c:pt>
                <c:pt idx="75765">
                  <c:v>3</c:v>
                </c:pt>
                <c:pt idx="75766">
                  <c:v>3</c:v>
                </c:pt>
                <c:pt idx="75767">
                  <c:v>2</c:v>
                </c:pt>
                <c:pt idx="75768">
                  <c:v>1</c:v>
                </c:pt>
                <c:pt idx="75769">
                  <c:v>3</c:v>
                </c:pt>
                <c:pt idx="75770">
                  <c:v>1</c:v>
                </c:pt>
                <c:pt idx="75771">
                  <c:v>2</c:v>
                </c:pt>
                <c:pt idx="75772">
                  <c:v>2</c:v>
                </c:pt>
                <c:pt idx="75773">
                  <c:v>2</c:v>
                </c:pt>
                <c:pt idx="75774">
                  <c:v>1</c:v>
                </c:pt>
                <c:pt idx="75775">
                  <c:v>2</c:v>
                </c:pt>
                <c:pt idx="75776">
                  <c:v>2</c:v>
                </c:pt>
                <c:pt idx="75777">
                  <c:v>2</c:v>
                </c:pt>
                <c:pt idx="75778">
                  <c:v>2</c:v>
                </c:pt>
                <c:pt idx="75779">
                  <c:v>2</c:v>
                </c:pt>
                <c:pt idx="75780">
                  <c:v>1</c:v>
                </c:pt>
                <c:pt idx="75781">
                  <c:v>2</c:v>
                </c:pt>
                <c:pt idx="75782">
                  <c:v>2</c:v>
                </c:pt>
                <c:pt idx="75783">
                  <c:v>3</c:v>
                </c:pt>
                <c:pt idx="75784">
                  <c:v>1</c:v>
                </c:pt>
                <c:pt idx="75785">
                  <c:v>2</c:v>
                </c:pt>
                <c:pt idx="75786">
                  <c:v>3</c:v>
                </c:pt>
                <c:pt idx="75787">
                  <c:v>2</c:v>
                </c:pt>
                <c:pt idx="75788">
                  <c:v>1</c:v>
                </c:pt>
                <c:pt idx="75789">
                  <c:v>2</c:v>
                </c:pt>
                <c:pt idx="75790">
                  <c:v>2</c:v>
                </c:pt>
                <c:pt idx="75791">
                  <c:v>2</c:v>
                </c:pt>
                <c:pt idx="75792">
                  <c:v>2</c:v>
                </c:pt>
                <c:pt idx="75793">
                  <c:v>2</c:v>
                </c:pt>
                <c:pt idx="75794">
                  <c:v>3</c:v>
                </c:pt>
                <c:pt idx="75795">
                  <c:v>1</c:v>
                </c:pt>
                <c:pt idx="75796">
                  <c:v>1</c:v>
                </c:pt>
                <c:pt idx="75797">
                  <c:v>2</c:v>
                </c:pt>
                <c:pt idx="75798">
                  <c:v>2</c:v>
                </c:pt>
                <c:pt idx="75799">
                  <c:v>2</c:v>
                </c:pt>
                <c:pt idx="75800">
                  <c:v>2</c:v>
                </c:pt>
                <c:pt idx="75801">
                  <c:v>2</c:v>
                </c:pt>
                <c:pt idx="75802">
                  <c:v>1</c:v>
                </c:pt>
                <c:pt idx="75803">
                  <c:v>4</c:v>
                </c:pt>
                <c:pt idx="75804">
                  <c:v>4</c:v>
                </c:pt>
                <c:pt idx="75805">
                  <c:v>2</c:v>
                </c:pt>
                <c:pt idx="75806">
                  <c:v>4</c:v>
                </c:pt>
                <c:pt idx="75807">
                  <c:v>3</c:v>
                </c:pt>
                <c:pt idx="75808">
                  <c:v>4</c:v>
                </c:pt>
                <c:pt idx="75809">
                  <c:v>2</c:v>
                </c:pt>
                <c:pt idx="75810">
                  <c:v>3</c:v>
                </c:pt>
                <c:pt idx="75811">
                  <c:v>4</c:v>
                </c:pt>
                <c:pt idx="75812">
                  <c:v>3</c:v>
                </c:pt>
                <c:pt idx="75813">
                  <c:v>2</c:v>
                </c:pt>
                <c:pt idx="75814">
                  <c:v>3</c:v>
                </c:pt>
                <c:pt idx="75815">
                  <c:v>2</c:v>
                </c:pt>
                <c:pt idx="75816">
                  <c:v>3</c:v>
                </c:pt>
                <c:pt idx="75817">
                  <c:v>2</c:v>
                </c:pt>
                <c:pt idx="75818">
                  <c:v>2</c:v>
                </c:pt>
                <c:pt idx="75819">
                  <c:v>4</c:v>
                </c:pt>
                <c:pt idx="75820">
                  <c:v>2</c:v>
                </c:pt>
                <c:pt idx="75821">
                  <c:v>3</c:v>
                </c:pt>
                <c:pt idx="75822">
                  <c:v>2</c:v>
                </c:pt>
                <c:pt idx="75823">
                  <c:v>2</c:v>
                </c:pt>
                <c:pt idx="75824">
                  <c:v>2</c:v>
                </c:pt>
                <c:pt idx="75825">
                  <c:v>2</c:v>
                </c:pt>
                <c:pt idx="75826">
                  <c:v>2</c:v>
                </c:pt>
                <c:pt idx="75827">
                  <c:v>3</c:v>
                </c:pt>
                <c:pt idx="75828">
                  <c:v>2</c:v>
                </c:pt>
                <c:pt idx="75829">
                  <c:v>0</c:v>
                </c:pt>
                <c:pt idx="75830">
                  <c:v>2</c:v>
                </c:pt>
                <c:pt idx="75831">
                  <c:v>2</c:v>
                </c:pt>
                <c:pt idx="75832">
                  <c:v>3</c:v>
                </c:pt>
                <c:pt idx="75833">
                  <c:v>2</c:v>
                </c:pt>
                <c:pt idx="75834">
                  <c:v>2</c:v>
                </c:pt>
                <c:pt idx="75835">
                  <c:v>2</c:v>
                </c:pt>
                <c:pt idx="75836">
                  <c:v>2</c:v>
                </c:pt>
                <c:pt idx="75837">
                  <c:v>4</c:v>
                </c:pt>
                <c:pt idx="75838">
                  <c:v>3</c:v>
                </c:pt>
                <c:pt idx="75839">
                  <c:v>7</c:v>
                </c:pt>
                <c:pt idx="75840">
                  <c:v>1</c:v>
                </c:pt>
                <c:pt idx="75841">
                  <c:v>4</c:v>
                </c:pt>
                <c:pt idx="75842">
                  <c:v>1</c:v>
                </c:pt>
                <c:pt idx="75843">
                  <c:v>3</c:v>
                </c:pt>
                <c:pt idx="75844">
                  <c:v>1</c:v>
                </c:pt>
                <c:pt idx="75845">
                  <c:v>5</c:v>
                </c:pt>
                <c:pt idx="75846">
                  <c:v>2</c:v>
                </c:pt>
                <c:pt idx="75847">
                  <c:v>2</c:v>
                </c:pt>
                <c:pt idx="75848">
                  <c:v>2</c:v>
                </c:pt>
                <c:pt idx="75849">
                  <c:v>2</c:v>
                </c:pt>
                <c:pt idx="75850">
                  <c:v>2</c:v>
                </c:pt>
                <c:pt idx="75851">
                  <c:v>2</c:v>
                </c:pt>
                <c:pt idx="75852">
                  <c:v>2</c:v>
                </c:pt>
                <c:pt idx="75853">
                  <c:v>1</c:v>
                </c:pt>
                <c:pt idx="75854">
                  <c:v>3</c:v>
                </c:pt>
                <c:pt idx="75855">
                  <c:v>7</c:v>
                </c:pt>
                <c:pt idx="75856">
                  <c:v>9</c:v>
                </c:pt>
                <c:pt idx="75857">
                  <c:v>6</c:v>
                </c:pt>
                <c:pt idx="75858">
                  <c:v>5</c:v>
                </c:pt>
                <c:pt idx="75859">
                  <c:v>6</c:v>
                </c:pt>
                <c:pt idx="75860">
                  <c:v>1</c:v>
                </c:pt>
                <c:pt idx="75861">
                  <c:v>2</c:v>
                </c:pt>
                <c:pt idx="75862">
                  <c:v>1</c:v>
                </c:pt>
                <c:pt idx="75863">
                  <c:v>2</c:v>
                </c:pt>
                <c:pt idx="75864">
                  <c:v>1</c:v>
                </c:pt>
                <c:pt idx="75865">
                  <c:v>3</c:v>
                </c:pt>
                <c:pt idx="75866">
                  <c:v>5</c:v>
                </c:pt>
                <c:pt idx="75867">
                  <c:v>3</c:v>
                </c:pt>
                <c:pt idx="75868">
                  <c:v>3</c:v>
                </c:pt>
                <c:pt idx="75869">
                  <c:v>3</c:v>
                </c:pt>
                <c:pt idx="75870">
                  <c:v>4</c:v>
                </c:pt>
                <c:pt idx="75871">
                  <c:v>1</c:v>
                </c:pt>
                <c:pt idx="75872">
                  <c:v>4</c:v>
                </c:pt>
                <c:pt idx="75873">
                  <c:v>1</c:v>
                </c:pt>
                <c:pt idx="75874">
                  <c:v>1</c:v>
                </c:pt>
                <c:pt idx="75875">
                  <c:v>2</c:v>
                </c:pt>
                <c:pt idx="75876">
                  <c:v>2</c:v>
                </c:pt>
                <c:pt idx="75877">
                  <c:v>1</c:v>
                </c:pt>
                <c:pt idx="75878">
                  <c:v>3</c:v>
                </c:pt>
                <c:pt idx="75879">
                  <c:v>4</c:v>
                </c:pt>
                <c:pt idx="75880">
                  <c:v>3</c:v>
                </c:pt>
                <c:pt idx="75881">
                  <c:v>3</c:v>
                </c:pt>
                <c:pt idx="75882">
                  <c:v>3</c:v>
                </c:pt>
                <c:pt idx="75883">
                  <c:v>3</c:v>
                </c:pt>
                <c:pt idx="75884">
                  <c:v>3</c:v>
                </c:pt>
                <c:pt idx="75885">
                  <c:v>3</c:v>
                </c:pt>
                <c:pt idx="75886">
                  <c:v>2</c:v>
                </c:pt>
                <c:pt idx="75887">
                  <c:v>1</c:v>
                </c:pt>
                <c:pt idx="75888">
                  <c:v>3</c:v>
                </c:pt>
                <c:pt idx="75889">
                  <c:v>4</c:v>
                </c:pt>
                <c:pt idx="75890">
                  <c:v>4</c:v>
                </c:pt>
                <c:pt idx="75891">
                  <c:v>5</c:v>
                </c:pt>
                <c:pt idx="75892">
                  <c:v>2</c:v>
                </c:pt>
                <c:pt idx="75893">
                  <c:v>6</c:v>
                </c:pt>
                <c:pt idx="75894">
                  <c:v>5</c:v>
                </c:pt>
                <c:pt idx="75895">
                  <c:v>2</c:v>
                </c:pt>
                <c:pt idx="75896">
                  <c:v>5</c:v>
                </c:pt>
                <c:pt idx="75897">
                  <c:v>2</c:v>
                </c:pt>
                <c:pt idx="75898">
                  <c:v>4</c:v>
                </c:pt>
                <c:pt idx="75899">
                  <c:v>39</c:v>
                </c:pt>
                <c:pt idx="75900">
                  <c:v>2</c:v>
                </c:pt>
                <c:pt idx="75901">
                  <c:v>2</c:v>
                </c:pt>
                <c:pt idx="75902">
                  <c:v>1</c:v>
                </c:pt>
                <c:pt idx="75903">
                  <c:v>1</c:v>
                </c:pt>
                <c:pt idx="75904">
                  <c:v>1</c:v>
                </c:pt>
                <c:pt idx="75905">
                  <c:v>3</c:v>
                </c:pt>
                <c:pt idx="75906">
                  <c:v>2</c:v>
                </c:pt>
                <c:pt idx="75907">
                  <c:v>8</c:v>
                </c:pt>
                <c:pt idx="75908">
                  <c:v>-9</c:v>
                </c:pt>
                <c:pt idx="75909">
                  <c:v>9</c:v>
                </c:pt>
                <c:pt idx="75910">
                  <c:v>3</c:v>
                </c:pt>
                <c:pt idx="75911">
                  <c:v>6</c:v>
                </c:pt>
                <c:pt idx="75912">
                  <c:v>4</c:v>
                </c:pt>
                <c:pt idx="75913">
                  <c:v>2</c:v>
                </c:pt>
                <c:pt idx="75914">
                  <c:v>2</c:v>
                </c:pt>
                <c:pt idx="75915">
                  <c:v>4</c:v>
                </c:pt>
                <c:pt idx="75916">
                  <c:v>3</c:v>
                </c:pt>
                <c:pt idx="75917">
                  <c:v>2</c:v>
                </c:pt>
                <c:pt idx="75918">
                  <c:v>4</c:v>
                </c:pt>
                <c:pt idx="75919">
                  <c:v>3</c:v>
                </c:pt>
                <c:pt idx="75920">
                  <c:v>2</c:v>
                </c:pt>
                <c:pt idx="75921">
                  <c:v>2</c:v>
                </c:pt>
                <c:pt idx="75922">
                  <c:v>3</c:v>
                </c:pt>
                <c:pt idx="75923">
                  <c:v>2</c:v>
                </c:pt>
                <c:pt idx="75924">
                  <c:v>2</c:v>
                </c:pt>
                <c:pt idx="75925">
                  <c:v>7</c:v>
                </c:pt>
                <c:pt idx="75926">
                  <c:v>2</c:v>
                </c:pt>
                <c:pt idx="75927">
                  <c:v>13</c:v>
                </c:pt>
                <c:pt idx="75928">
                  <c:v>3</c:v>
                </c:pt>
                <c:pt idx="75929">
                  <c:v>7</c:v>
                </c:pt>
                <c:pt idx="75930">
                  <c:v>6</c:v>
                </c:pt>
                <c:pt idx="75931">
                  <c:v>2</c:v>
                </c:pt>
                <c:pt idx="75932">
                  <c:v>11</c:v>
                </c:pt>
                <c:pt idx="75933">
                  <c:v>3</c:v>
                </c:pt>
                <c:pt idx="75934">
                  <c:v>2</c:v>
                </c:pt>
                <c:pt idx="75935">
                  <c:v>1</c:v>
                </c:pt>
                <c:pt idx="75936">
                  <c:v>2</c:v>
                </c:pt>
                <c:pt idx="75937">
                  <c:v>2</c:v>
                </c:pt>
                <c:pt idx="75938">
                  <c:v>1</c:v>
                </c:pt>
                <c:pt idx="75939">
                  <c:v>2</c:v>
                </c:pt>
                <c:pt idx="75940">
                  <c:v>4</c:v>
                </c:pt>
                <c:pt idx="75941">
                  <c:v>1</c:v>
                </c:pt>
                <c:pt idx="75942">
                  <c:v>1</c:v>
                </c:pt>
                <c:pt idx="75943">
                  <c:v>1</c:v>
                </c:pt>
                <c:pt idx="75944">
                  <c:v>1</c:v>
                </c:pt>
                <c:pt idx="75945">
                  <c:v>1</c:v>
                </c:pt>
                <c:pt idx="75946">
                  <c:v>1</c:v>
                </c:pt>
                <c:pt idx="75947">
                  <c:v>1</c:v>
                </c:pt>
                <c:pt idx="75948">
                  <c:v>1</c:v>
                </c:pt>
                <c:pt idx="75949">
                  <c:v>2</c:v>
                </c:pt>
                <c:pt idx="75950">
                  <c:v>2</c:v>
                </c:pt>
                <c:pt idx="75951">
                  <c:v>1</c:v>
                </c:pt>
                <c:pt idx="75952">
                  <c:v>1</c:v>
                </c:pt>
                <c:pt idx="75953">
                  <c:v>5</c:v>
                </c:pt>
                <c:pt idx="75954">
                  <c:v>4</c:v>
                </c:pt>
                <c:pt idx="75955">
                  <c:v>7</c:v>
                </c:pt>
                <c:pt idx="75956">
                  <c:v>2</c:v>
                </c:pt>
                <c:pt idx="75957">
                  <c:v>2</c:v>
                </c:pt>
                <c:pt idx="75958">
                  <c:v>4</c:v>
                </c:pt>
                <c:pt idx="75959">
                  <c:v>8</c:v>
                </c:pt>
                <c:pt idx="75960">
                  <c:v>4</c:v>
                </c:pt>
                <c:pt idx="75961">
                  <c:v>4</c:v>
                </c:pt>
                <c:pt idx="75962">
                  <c:v>4</c:v>
                </c:pt>
                <c:pt idx="75963">
                  <c:v>5</c:v>
                </c:pt>
                <c:pt idx="75964">
                  <c:v>1</c:v>
                </c:pt>
                <c:pt idx="75965">
                  <c:v>3</c:v>
                </c:pt>
                <c:pt idx="75966">
                  <c:v>4</c:v>
                </c:pt>
                <c:pt idx="75967">
                  <c:v>2</c:v>
                </c:pt>
                <c:pt idx="75968">
                  <c:v>4</c:v>
                </c:pt>
                <c:pt idx="75969">
                  <c:v>2</c:v>
                </c:pt>
                <c:pt idx="75970">
                  <c:v>2</c:v>
                </c:pt>
                <c:pt idx="75971">
                  <c:v>7</c:v>
                </c:pt>
                <c:pt idx="75972">
                  <c:v>4</c:v>
                </c:pt>
                <c:pt idx="75973">
                  <c:v>3</c:v>
                </c:pt>
                <c:pt idx="75974">
                  <c:v>-1</c:v>
                </c:pt>
                <c:pt idx="75975">
                  <c:v>3</c:v>
                </c:pt>
                <c:pt idx="75976">
                  <c:v>1</c:v>
                </c:pt>
                <c:pt idx="75977">
                  <c:v>3</c:v>
                </c:pt>
                <c:pt idx="75978">
                  <c:v>3</c:v>
                </c:pt>
                <c:pt idx="75979">
                  <c:v>2</c:v>
                </c:pt>
                <c:pt idx="75980">
                  <c:v>2</c:v>
                </c:pt>
                <c:pt idx="75981">
                  <c:v>3</c:v>
                </c:pt>
                <c:pt idx="75982">
                  <c:v>2</c:v>
                </c:pt>
                <c:pt idx="75983">
                  <c:v>6</c:v>
                </c:pt>
                <c:pt idx="75984">
                  <c:v>4</c:v>
                </c:pt>
                <c:pt idx="75985">
                  <c:v>2</c:v>
                </c:pt>
                <c:pt idx="75986">
                  <c:v>5</c:v>
                </c:pt>
                <c:pt idx="75987">
                  <c:v>2</c:v>
                </c:pt>
                <c:pt idx="75988">
                  <c:v>10</c:v>
                </c:pt>
                <c:pt idx="75989">
                  <c:v>10</c:v>
                </c:pt>
                <c:pt idx="75990">
                  <c:v>2</c:v>
                </c:pt>
                <c:pt idx="75991">
                  <c:v>7</c:v>
                </c:pt>
                <c:pt idx="75992">
                  <c:v>2</c:v>
                </c:pt>
                <c:pt idx="75993">
                  <c:v>6</c:v>
                </c:pt>
                <c:pt idx="75994">
                  <c:v>2</c:v>
                </c:pt>
                <c:pt idx="75995">
                  <c:v>2</c:v>
                </c:pt>
                <c:pt idx="75996">
                  <c:v>1</c:v>
                </c:pt>
                <c:pt idx="75997">
                  <c:v>2</c:v>
                </c:pt>
                <c:pt idx="75998">
                  <c:v>1</c:v>
                </c:pt>
                <c:pt idx="75999">
                  <c:v>6</c:v>
                </c:pt>
                <c:pt idx="76000">
                  <c:v>2</c:v>
                </c:pt>
                <c:pt idx="76001">
                  <c:v>7</c:v>
                </c:pt>
                <c:pt idx="76002">
                  <c:v>2</c:v>
                </c:pt>
                <c:pt idx="76003">
                  <c:v>2</c:v>
                </c:pt>
                <c:pt idx="76004">
                  <c:v>2</c:v>
                </c:pt>
                <c:pt idx="76005">
                  <c:v>2</c:v>
                </c:pt>
                <c:pt idx="76006">
                  <c:v>10</c:v>
                </c:pt>
                <c:pt idx="76007">
                  <c:v>10</c:v>
                </c:pt>
                <c:pt idx="76008">
                  <c:v>2</c:v>
                </c:pt>
                <c:pt idx="76009">
                  <c:v>2</c:v>
                </c:pt>
                <c:pt idx="76010">
                  <c:v>2</c:v>
                </c:pt>
                <c:pt idx="76011">
                  <c:v>3</c:v>
                </c:pt>
                <c:pt idx="76012">
                  <c:v>4</c:v>
                </c:pt>
                <c:pt idx="76013">
                  <c:v>1</c:v>
                </c:pt>
                <c:pt idx="76014">
                  <c:v>4</c:v>
                </c:pt>
                <c:pt idx="76015">
                  <c:v>4</c:v>
                </c:pt>
                <c:pt idx="76016">
                  <c:v>5</c:v>
                </c:pt>
                <c:pt idx="76017">
                  <c:v>4</c:v>
                </c:pt>
                <c:pt idx="76018">
                  <c:v>3</c:v>
                </c:pt>
                <c:pt idx="76019">
                  <c:v>3</c:v>
                </c:pt>
                <c:pt idx="76020">
                  <c:v>1</c:v>
                </c:pt>
                <c:pt idx="76021">
                  <c:v>2</c:v>
                </c:pt>
                <c:pt idx="76022">
                  <c:v>2</c:v>
                </c:pt>
                <c:pt idx="76023">
                  <c:v>2</c:v>
                </c:pt>
                <c:pt idx="76024">
                  <c:v>1</c:v>
                </c:pt>
                <c:pt idx="76025">
                  <c:v>1</c:v>
                </c:pt>
                <c:pt idx="76026">
                  <c:v>2</c:v>
                </c:pt>
                <c:pt idx="76027">
                  <c:v>2</c:v>
                </c:pt>
                <c:pt idx="76028">
                  <c:v>2</c:v>
                </c:pt>
                <c:pt idx="76029">
                  <c:v>2</c:v>
                </c:pt>
                <c:pt idx="76030">
                  <c:v>2</c:v>
                </c:pt>
                <c:pt idx="76031">
                  <c:v>2</c:v>
                </c:pt>
                <c:pt idx="76032">
                  <c:v>1</c:v>
                </c:pt>
                <c:pt idx="76033">
                  <c:v>2</c:v>
                </c:pt>
                <c:pt idx="76034">
                  <c:v>1</c:v>
                </c:pt>
                <c:pt idx="76035">
                  <c:v>1</c:v>
                </c:pt>
                <c:pt idx="76036">
                  <c:v>1</c:v>
                </c:pt>
                <c:pt idx="76037">
                  <c:v>2</c:v>
                </c:pt>
                <c:pt idx="76038">
                  <c:v>3</c:v>
                </c:pt>
                <c:pt idx="76039">
                  <c:v>1</c:v>
                </c:pt>
                <c:pt idx="76040">
                  <c:v>2</c:v>
                </c:pt>
                <c:pt idx="76041">
                  <c:v>1</c:v>
                </c:pt>
                <c:pt idx="76042">
                  <c:v>3</c:v>
                </c:pt>
                <c:pt idx="76043">
                  <c:v>1</c:v>
                </c:pt>
                <c:pt idx="76044">
                  <c:v>2</c:v>
                </c:pt>
                <c:pt idx="76045">
                  <c:v>3</c:v>
                </c:pt>
                <c:pt idx="76046">
                  <c:v>3</c:v>
                </c:pt>
                <c:pt idx="76047">
                  <c:v>3</c:v>
                </c:pt>
                <c:pt idx="76048">
                  <c:v>2</c:v>
                </c:pt>
                <c:pt idx="76049">
                  <c:v>3</c:v>
                </c:pt>
                <c:pt idx="76050">
                  <c:v>3</c:v>
                </c:pt>
                <c:pt idx="76051">
                  <c:v>3</c:v>
                </c:pt>
                <c:pt idx="76052">
                  <c:v>3</c:v>
                </c:pt>
                <c:pt idx="76053">
                  <c:v>2</c:v>
                </c:pt>
                <c:pt idx="76054">
                  <c:v>2</c:v>
                </c:pt>
                <c:pt idx="76055">
                  <c:v>3</c:v>
                </c:pt>
                <c:pt idx="76056">
                  <c:v>3</c:v>
                </c:pt>
                <c:pt idx="76057">
                  <c:v>3</c:v>
                </c:pt>
                <c:pt idx="76058">
                  <c:v>2</c:v>
                </c:pt>
                <c:pt idx="76059">
                  <c:v>2</c:v>
                </c:pt>
                <c:pt idx="76060">
                  <c:v>6</c:v>
                </c:pt>
                <c:pt idx="76061">
                  <c:v>4</c:v>
                </c:pt>
                <c:pt idx="76062">
                  <c:v>3</c:v>
                </c:pt>
                <c:pt idx="76063">
                  <c:v>3</c:v>
                </c:pt>
                <c:pt idx="76064">
                  <c:v>3</c:v>
                </c:pt>
                <c:pt idx="76065">
                  <c:v>3</c:v>
                </c:pt>
                <c:pt idx="76066">
                  <c:v>2</c:v>
                </c:pt>
                <c:pt idx="76067">
                  <c:v>5</c:v>
                </c:pt>
                <c:pt idx="76068">
                  <c:v>1</c:v>
                </c:pt>
                <c:pt idx="76069">
                  <c:v>1</c:v>
                </c:pt>
                <c:pt idx="76070">
                  <c:v>1</c:v>
                </c:pt>
                <c:pt idx="76071">
                  <c:v>2</c:v>
                </c:pt>
                <c:pt idx="76072">
                  <c:v>1</c:v>
                </c:pt>
                <c:pt idx="76073">
                  <c:v>1</c:v>
                </c:pt>
                <c:pt idx="76074">
                  <c:v>1</c:v>
                </c:pt>
                <c:pt idx="76075">
                  <c:v>2</c:v>
                </c:pt>
                <c:pt idx="76076">
                  <c:v>2</c:v>
                </c:pt>
                <c:pt idx="76077">
                  <c:v>2</c:v>
                </c:pt>
                <c:pt idx="76078">
                  <c:v>1</c:v>
                </c:pt>
                <c:pt idx="76079">
                  <c:v>2</c:v>
                </c:pt>
                <c:pt idx="76080">
                  <c:v>1</c:v>
                </c:pt>
                <c:pt idx="76081">
                  <c:v>8</c:v>
                </c:pt>
                <c:pt idx="76082">
                  <c:v>2</c:v>
                </c:pt>
                <c:pt idx="76083">
                  <c:v>7</c:v>
                </c:pt>
                <c:pt idx="76084">
                  <c:v>3</c:v>
                </c:pt>
                <c:pt idx="76085">
                  <c:v>3</c:v>
                </c:pt>
                <c:pt idx="76086">
                  <c:v>1</c:v>
                </c:pt>
                <c:pt idx="76087">
                  <c:v>2</c:v>
                </c:pt>
                <c:pt idx="76088">
                  <c:v>1</c:v>
                </c:pt>
                <c:pt idx="76089">
                  <c:v>1</c:v>
                </c:pt>
                <c:pt idx="76090">
                  <c:v>1</c:v>
                </c:pt>
                <c:pt idx="76091">
                  <c:v>1</c:v>
                </c:pt>
                <c:pt idx="76092">
                  <c:v>1</c:v>
                </c:pt>
                <c:pt idx="76093">
                  <c:v>1</c:v>
                </c:pt>
                <c:pt idx="76094">
                  <c:v>1</c:v>
                </c:pt>
                <c:pt idx="76095">
                  <c:v>2</c:v>
                </c:pt>
                <c:pt idx="76096">
                  <c:v>1</c:v>
                </c:pt>
                <c:pt idx="76097">
                  <c:v>1</c:v>
                </c:pt>
                <c:pt idx="76098">
                  <c:v>2</c:v>
                </c:pt>
                <c:pt idx="76099">
                  <c:v>1</c:v>
                </c:pt>
                <c:pt idx="76100">
                  <c:v>2</c:v>
                </c:pt>
                <c:pt idx="76101">
                  <c:v>1</c:v>
                </c:pt>
                <c:pt idx="76102">
                  <c:v>1</c:v>
                </c:pt>
                <c:pt idx="76103">
                  <c:v>1</c:v>
                </c:pt>
                <c:pt idx="76104">
                  <c:v>2</c:v>
                </c:pt>
                <c:pt idx="76105">
                  <c:v>1</c:v>
                </c:pt>
                <c:pt idx="76106">
                  <c:v>1</c:v>
                </c:pt>
                <c:pt idx="76107">
                  <c:v>1</c:v>
                </c:pt>
                <c:pt idx="76108">
                  <c:v>1</c:v>
                </c:pt>
                <c:pt idx="76109">
                  <c:v>2</c:v>
                </c:pt>
                <c:pt idx="76110">
                  <c:v>2</c:v>
                </c:pt>
                <c:pt idx="76111">
                  <c:v>3</c:v>
                </c:pt>
                <c:pt idx="76112">
                  <c:v>4</c:v>
                </c:pt>
                <c:pt idx="76113">
                  <c:v>2</c:v>
                </c:pt>
                <c:pt idx="76114">
                  <c:v>2</c:v>
                </c:pt>
                <c:pt idx="76115">
                  <c:v>2</c:v>
                </c:pt>
                <c:pt idx="76116">
                  <c:v>2</c:v>
                </c:pt>
                <c:pt idx="76117">
                  <c:v>5</c:v>
                </c:pt>
                <c:pt idx="76118">
                  <c:v>2</c:v>
                </c:pt>
                <c:pt idx="76119">
                  <c:v>2</c:v>
                </c:pt>
                <c:pt idx="76120">
                  <c:v>3</c:v>
                </c:pt>
                <c:pt idx="76121">
                  <c:v>2</c:v>
                </c:pt>
                <c:pt idx="76122">
                  <c:v>5</c:v>
                </c:pt>
                <c:pt idx="76123">
                  <c:v>3</c:v>
                </c:pt>
                <c:pt idx="76124">
                  <c:v>5</c:v>
                </c:pt>
                <c:pt idx="76125">
                  <c:v>6</c:v>
                </c:pt>
                <c:pt idx="76126">
                  <c:v>2</c:v>
                </c:pt>
                <c:pt idx="76127">
                  <c:v>3</c:v>
                </c:pt>
                <c:pt idx="76128">
                  <c:v>3</c:v>
                </c:pt>
                <c:pt idx="76129">
                  <c:v>2</c:v>
                </c:pt>
                <c:pt idx="76130">
                  <c:v>2</c:v>
                </c:pt>
                <c:pt idx="76131">
                  <c:v>2</c:v>
                </c:pt>
                <c:pt idx="76132">
                  <c:v>2</c:v>
                </c:pt>
                <c:pt idx="76133">
                  <c:v>1</c:v>
                </c:pt>
                <c:pt idx="76134">
                  <c:v>3</c:v>
                </c:pt>
                <c:pt idx="76135">
                  <c:v>2</c:v>
                </c:pt>
                <c:pt idx="76136">
                  <c:v>2</c:v>
                </c:pt>
                <c:pt idx="76137">
                  <c:v>3</c:v>
                </c:pt>
                <c:pt idx="76138">
                  <c:v>10</c:v>
                </c:pt>
                <c:pt idx="76139">
                  <c:v>15</c:v>
                </c:pt>
                <c:pt idx="76140">
                  <c:v>10</c:v>
                </c:pt>
                <c:pt idx="76141">
                  <c:v>4</c:v>
                </c:pt>
                <c:pt idx="76142">
                  <c:v>5</c:v>
                </c:pt>
                <c:pt idx="76143">
                  <c:v>5</c:v>
                </c:pt>
                <c:pt idx="76144">
                  <c:v>4</c:v>
                </c:pt>
                <c:pt idx="76145">
                  <c:v>5</c:v>
                </c:pt>
                <c:pt idx="76146">
                  <c:v>5</c:v>
                </c:pt>
                <c:pt idx="76147">
                  <c:v>4</c:v>
                </c:pt>
                <c:pt idx="76148">
                  <c:v>5</c:v>
                </c:pt>
                <c:pt idx="76149">
                  <c:v>1</c:v>
                </c:pt>
                <c:pt idx="76150">
                  <c:v>5</c:v>
                </c:pt>
                <c:pt idx="76151">
                  <c:v>4</c:v>
                </c:pt>
                <c:pt idx="76152">
                  <c:v>4</c:v>
                </c:pt>
                <c:pt idx="76153">
                  <c:v>4</c:v>
                </c:pt>
                <c:pt idx="76154">
                  <c:v>3</c:v>
                </c:pt>
                <c:pt idx="76155">
                  <c:v>5</c:v>
                </c:pt>
                <c:pt idx="76156">
                  <c:v>4</c:v>
                </c:pt>
                <c:pt idx="76157">
                  <c:v>4</c:v>
                </c:pt>
                <c:pt idx="76158">
                  <c:v>3</c:v>
                </c:pt>
                <c:pt idx="76159">
                  <c:v>4</c:v>
                </c:pt>
                <c:pt idx="76160">
                  <c:v>4</c:v>
                </c:pt>
                <c:pt idx="76161">
                  <c:v>3</c:v>
                </c:pt>
                <c:pt idx="76162">
                  <c:v>6</c:v>
                </c:pt>
                <c:pt idx="76163">
                  <c:v>3</c:v>
                </c:pt>
                <c:pt idx="76164">
                  <c:v>4</c:v>
                </c:pt>
                <c:pt idx="76165">
                  <c:v>2</c:v>
                </c:pt>
                <c:pt idx="76166">
                  <c:v>4</c:v>
                </c:pt>
                <c:pt idx="76167">
                  <c:v>2</c:v>
                </c:pt>
                <c:pt idx="76168">
                  <c:v>3</c:v>
                </c:pt>
                <c:pt idx="76169">
                  <c:v>3</c:v>
                </c:pt>
                <c:pt idx="76170">
                  <c:v>2</c:v>
                </c:pt>
                <c:pt idx="76171">
                  <c:v>2</c:v>
                </c:pt>
                <c:pt idx="76172">
                  <c:v>4</c:v>
                </c:pt>
                <c:pt idx="76173">
                  <c:v>3</c:v>
                </c:pt>
                <c:pt idx="76174">
                  <c:v>4</c:v>
                </c:pt>
                <c:pt idx="76175">
                  <c:v>3</c:v>
                </c:pt>
                <c:pt idx="76176">
                  <c:v>3</c:v>
                </c:pt>
                <c:pt idx="76177">
                  <c:v>13</c:v>
                </c:pt>
                <c:pt idx="76178">
                  <c:v>13</c:v>
                </c:pt>
                <c:pt idx="76179">
                  <c:v>2</c:v>
                </c:pt>
                <c:pt idx="76180">
                  <c:v>2</c:v>
                </c:pt>
                <c:pt idx="76181">
                  <c:v>13</c:v>
                </c:pt>
                <c:pt idx="76182">
                  <c:v>2</c:v>
                </c:pt>
                <c:pt idx="76183">
                  <c:v>2</c:v>
                </c:pt>
                <c:pt idx="76184">
                  <c:v>3</c:v>
                </c:pt>
                <c:pt idx="76185">
                  <c:v>2</c:v>
                </c:pt>
                <c:pt idx="76186">
                  <c:v>2</c:v>
                </c:pt>
                <c:pt idx="76187">
                  <c:v>3</c:v>
                </c:pt>
                <c:pt idx="76188">
                  <c:v>3</c:v>
                </c:pt>
                <c:pt idx="76189">
                  <c:v>3</c:v>
                </c:pt>
                <c:pt idx="76190">
                  <c:v>3</c:v>
                </c:pt>
                <c:pt idx="76191">
                  <c:v>3</c:v>
                </c:pt>
                <c:pt idx="76192">
                  <c:v>2</c:v>
                </c:pt>
                <c:pt idx="76193">
                  <c:v>2</c:v>
                </c:pt>
                <c:pt idx="76194">
                  <c:v>2</c:v>
                </c:pt>
                <c:pt idx="76195">
                  <c:v>2</c:v>
                </c:pt>
                <c:pt idx="76196">
                  <c:v>2</c:v>
                </c:pt>
                <c:pt idx="76197">
                  <c:v>2</c:v>
                </c:pt>
                <c:pt idx="76198">
                  <c:v>3</c:v>
                </c:pt>
                <c:pt idx="76199">
                  <c:v>2</c:v>
                </c:pt>
                <c:pt idx="76200">
                  <c:v>2</c:v>
                </c:pt>
                <c:pt idx="76201">
                  <c:v>3</c:v>
                </c:pt>
                <c:pt idx="76202">
                  <c:v>1</c:v>
                </c:pt>
                <c:pt idx="76203">
                  <c:v>1</c:v>
                </c:pt>
                <c:pt idx="76204">
                  <c:v>1</c:v>
                </c:pt>
                <c:pt idx="76205">
                  <c:v>3</c:v>
                </c:pt>
                <c:pt idx="76206">
                  <c:v>1</c:v>
                </c:pt>
                <c:pt idx="76207">
                  <c:v>1</c:v>
                </c:pt>
                <c:pt idx="76208">
                  <c:v>2</c:v>
                </c:pt>
                <c:pt idx="76209">
                  <c:v>1</c:v>
                </c:pt>
                <c:pt idx="76210">
                  <c:v>3</c:v>
                </c:pt>
                <c:pt idx="76211">
                  <c:v>6</c:v>
                </c:pt>
                <c:pt idx="76212">
                  <c:v>6</c:v>
                </c:pt>
                <c:pt idx="76213">
                  <c:v>5</c:v>
                </c:pt>
                <c:pt idx="76214">
                  <c:v>6</c:v>
                </c:pt>
                <c:pt idx="76215">
                  <c:v>6</c:v>
                </c:pt>
                <c:pt idx="76216">
                  <c:v>4</c:v>
                </c:pt>
                <c:pt idx="76217">
                  <c:v>2</c:v>
                </c:pt>
                <c:pt idx="76218">
                  <c:v>1</c:v>
                </c:pt>
                <c:pt idx="76219">
                  <c:v>5</c:v>
                </c:pt>
                <c:pt idx="76220">
                  <c:v>5</c:v>
                </c:pt>
                <c:pt idx="76221">
                  <c:v>5</c:v>
                </c:pt>
                <c:pt idx="76222">
                  <c:v>13</c:v>
                </c:pt>
                <c:pt idx="76223">
                  <c:v>6</c:v>
                </c:pt>
                <c:pt idx="76224">
                  <c:v>3</c:v>
                </c:pt>
                <c:pt idx="76225">
                  <c:v>4</c:v>
                </c:pt>
                <c:pt idx="76226">
                  <c:v>4</c:v>
                </c:pt>
                <c:pt idx="76227">
                  <c:v>4</c:v>
                </c:pt>
                <c:pt idx="76228">
                  <c:v>4</c:v>
                </c:pt>
                <c:pt idx="76229">
                  <c:v>5</c:v>
                </c:pt>
                <c:pt idx="76230">
                  <c:v>3</c:v>
                </c:pt>
                <c:pt idx="76231">
                  <c:v>3</c:v>
                </c:pt>
                <c:pt idx="76232">
                  <c:v>4</c:v>
                </c:pt>
                <c:pt idx="76233">
                  <c:v>5</c:v>
                </c:pt>
                <c:pt idx="76234">
                  <c:v>5</c:v>
                </c:pt>
                <c:pt idx="76235">
                  <c:v>5</c:v>
                </c:pt>
                <c:pt idx="76236">
                  <c:v>5</c:v>
                </c:pt>
                <c:pt idx="76237">
                  <c:v>3</c:v>
                </c:pt>
                <c:pt idx="76238">
                  <c:v>3</c:v>
                </c:pt>
                <c:pt idx="76239">
                  <c:v>5</c:v>
                </c:pt>
                <c:pt idx="76240">
                  <c:v>5</c:v>
                </c:pt>
                <c:pt idx="76241">
                  <c:v>4</c:v>
                </c:pt>
                <c:pt idx="76242">
                  <c:v>2</c:v>
                </c:pt>
                <c:pt idx="76243">
                  <c:v>1</c:v>
                </c:pt>
                <c:pt idx="76244">
                  <c:v>4</c:v>
                </c:pt>
                <c:pt idx="76245">
                  <c:v>2</c:v>
                </c:pt>
                <c:pt idx="76246">
                  <c:v>4</c:v>
                </c:pt>
                <c:pt idx="76247">
                  <c:v>2</c:v>
                </c:pt>
                <c:pt idx="76248">
                  <c:v>2</c:v>
                </c:pt>
                <c:pt idx="76249">
                  <c:v>1</c:v>
                </c:pt>
                <c:pt idx="76250">
                  <c:v>3</c:v>
                </c:pt>
                <c:pt idx="76251">
                  <c:v>2</c:v>
                </c:pt>
                <c:pt idx="76252">
                  <c:v>1</c:v>
                </c:pt>
                <c:pt idx="76253">
                  <c:v>2</c:v>
                </c:pt>
                <c:pt idx="76254">
                  <c:v>3</c:v>
                </c:pt>
                <c:pt idx="76255">
                  <c:v>2</c:v>
                </c:pt>
                <c:pt idx="76256">
                  <c:v>3</c:v>
                </c:pt>
                <c:pt idx="76257">
                  <c:v>3</c:v>
                </c:pt>
                <c:pt idx="76258">
                  <c:v>4</c:v>
                </c:pt>
                <c:pt idx="76259">
                  <c:v>2</c:v>
                </c:pt>
                <c:pt idx="76260">
                  <c:v>5</c:v>
                </c:pt>
                <c:pt idx="76261">
                  <c:v>4</c:v>
                </c:pt>
                <c:pt idx="76262">
                  <c:v>4</c:v>
                </c:pt>
                <c:pt idx="76263">
                  <c:v>1</c:v>
                </c:pt>
                <c:pt idx="76264">
                  <c:v>4</c:v>
                </c:pt>
                <c:pt idx="76265">
                  <c:v>1</c:v>
                </c:pt>
                <c:pt idx="76266">
                  <c:v>1</c:v>
                </c:pt>
                <c:pt idx="76267">
                  <c:v>1</c:v>
                </c:pt>
                <c:pt idx="76268">
                  <c:v>1</c:v>
                </c:pt>
                <c:pt idx="76269">
                  <c:v>1</c:v>
                </c:pt>
                <c:pt idx="76270">
                  <c:v>2</c:v>
                </c:pt>
                <c:pt idx="76271">
                  <c:v>1</c:v>
                </c:pt>
                <c:pt idx="76272">
                  <c:v>2</c:v>
                </c:pt>
                <c:pt idx="76273">
                  <c:v>2</c:v>
                </c:pt>
                <c:pt idx="76274">
                  <c:v>1</c:v>
                </c:pt>
                <c:pt idx="76275">
                  <c:v>1</c:v>
                </c:pt>
                <c:pt idx="76276">
                  <c:v>2</c:v>
                </c:pt>
                <c:pt idx="76277">
                  <c:v>1</c:v>
                </c:pt>
                <c:pt idx="76278">
                  <c:v>2</c:v>
                </c:pt>
                <c:pt idx="76279">
                  <c:v>1</c:v>
                </c:pt>
                <c:pt idx="76280">
                  <c:v>1</c:v>
                </c:pt>
                <c:pt idx="76281">
                  <c:v>3</c:v>
                </c:pt>
                <c:pt idx="76282">
                  <c:v>2</c:v>
                </c:pt>
                <c:pt idx="76283">
                  <c:v>2</c:v>
                </c:pt>
                <c:pt idx="76284">
                  <c:v>1</c:v>
                </c:pt>
                <c:pt idx="76285">
                  <c:v>4</c:v>
                </c:pt>
                <c:pt idx="76286">
                  <c:v>2</c:v>
                </c:pt>
                <c:pt idx="76287">
                  <c:v>3</c:v>
                </c:pt>
                <c:pt idx="76288">
                  <c:v>3</c:v>
                </c:pt>
                <c:pt idx="76289">
                  <c:v>2</c:v>
                </c:pt>
                <c:pt idx="76290">
                  <c:v>3</c:v>
                </c:pt>
                <c:pt idx="76291">
                  <c:v>4</c:v>
                </c:pt>
                <c:pt idx="76292">
                  <c:v>2</c:v>
                </c:pt>
                <c:pt idx="76293">
                  <c:v>3</c:v>
                </c:pt>
                <c:pt idx="76294">
                  <c:v>3</c:v>
                </c:pt>
                <c:pt idx="76295">
                  <c:v>2</c:v>
                </c:pt>
                <c:pt idx="76296">
                  <c:v>2</c:v>
                </c:pt>
                <c:pt idx="76297">
                  <c:v>3</c:v>
                </c:pt>
                <c:pt idx="76298">
                  <c:v>3</c:v>
                </c:pt>
                <c:pt idx="76299">
                  <c:v>2</c:v>
                </c:pt>
                <c:pt idx="76300">
                  <c:v>1</c:v>
                </c:pt>
                <c:pt idx="76301">
                  <c:v>3</c:v>
                </c:pt>
                <c:pt idx="76302">
                  <c:v>4</c:v>
                </c:pt>
                <c:pt idx="76303">
                  <c:v>2</c:v>
                </c:pt>
                <c:pt idx="76304">
                  <c:v>2</c:v>
                </c:pt>
                <c:pt idx="76305">
                  <c:v>3</c:v>
                </c:pt>
                <c:pt idx="76306">
                  <c:v>2</c:v>
                </c:pt>
                <c:pt idx="76307">
                  <c:v>3</c:v>
                </c:pt>
                <c:pt idx="76308">
                  <c:v>2</c:v>
                </c:pt>
                <c:pt idx="76309">
                  <c:v>2</c:v>
                </c:pt>
                <c:pt idx="76310">
                  <c:v>1</c:v>
                </c:pt>
                <c:pt idx="76311">
                  <c:v>2</c:v>
                </c:pt>
                <c:pt idx="76312">
                  <c:v>4</c:v>
                </c:pt>
                <c:pt idx="76313">
                  <c:v>3</c:v>
                </c:pt>
                <c:pt idx="76314">
                  <c:v>2</c:v>
                </c:pt>
                <c:pt idx="76315">
                  <c:v>2</c:v>
                </c:pt>
                <c:pt idx="76316">
                  <c:v>2</c:v>
                </c:pt>
                <c:pt idx="76317">
                  <c:v>2</c:v>
                </c:pt>
                <c:pt idx="76318">
                  <c:v>1</c:v>
                </c:pt>
                <c:pt idx="76319">
                  <c:v>1</c:v>
                </c:pt>
                <c:pt idx="76320">
                  <c:v>1</c:v>
                </c:pt>
                <c:pt idx="76321">
                  <c:v>1</c:v>
                </c:pt>
                <c:pt idx="76322">
                  <c:v>1</c:v>
                </c:pt>
                <c:pt idx="76323">
                  <c:v>1</c:v>
                </c:pt>
                <c:pt idx="76324">
                  <c:v>1</c:v>
                </c:pt>
                <c:pt idx="76325">
                  <c:v>4</c:v>
                </c:pt>
                <c:pt idx="76326">
                  <c:v>4</c:v>
                </c:pt>
                <c:pt idx="76327">
                  <c:v>1</c:v>
                </c:pt>
                <c:pt idx="76328">
                  <c:v>1</c:v>
                </c:pt>
                <c:pt idx="76329">
                  <c:v>2</c:v>
                </c:pt>
                <c:pt idx="76330">
                  <c:v>2</c:v>
                </c:pt>
                <c:pt idx="76331">
                  <c:v>1</c:v>
                </c:pt>
                <c:pt idx="76332">
                  <c:v>1</c:v>
                </c:pt>
                <c:pt idx="76333">
                  <c:v>1</c:v>
                </c:pt>
                <c:pt idx="76334">
                  <c:v>2</c:v>
                </c:pt>
                <c:pt idx="76335">
                  <c:v>2</c:v>
                </c:pt>
                <c:pt idx="76336">
                  <c:v>2</c:v>
                </c:pt>
                <c:pt idx="76337">
                  <c:v>2</c:v>
                </c:pt>
                <c:pt idx="76338">
                  <c:v>2</c:v>
                </c:pt>
                <c:pt idx="76339">
                  <c:v>1</c:v>
                </c:pt>
                <c:pt idx="76340">
                  <c:v>2</c:v>
                </c:pt>
                <c:pt idx="76341">
                  <c:v>1</c:v>
                </c:pt>
                <c:pt idx="76342">
                  <c:v>3</c:v>
                </c:pt>
                <c:pt idx="76343">
                  <c:v>5</c:v>
                </c:pt>
                <c:pt idx="76344">
                  <c:v>4</c:v>
                </c:pt>
                <c:pt idx="76345">
                  <c:v>4</c:v>
                </c:pt>
                <c:pt idx="76346">
                  <c:v>3</c:v>
                </c:pt>
                <c:pt idx="76347">
                  <c:v>3</c:v>
                </c:pt>
                <c:pt idx="76348">
                  <c:v>4</c:v>
                </c:pt>
                <c:pt idx="76349">
                  <c:v>4</c:v>
                </c:pt>
                <c:pt idx="76350">
                  <c:v>1</c:v>
                </c:pt>
                <c:pt idx="76351">
                  <c:v>1</c:v>
                </c:pt>
                <c:pt idx="76352">
                  <c:v>1</c:v>
                </c:pt>
                <c:pt idx="76353">
                  <c:v>1</c:v>
                </c:pt>
                <c:pt idx="76354">
                  <c:v>3</c:v>
                </c:pt>
                <c:pt idx="76355">
                  <c:v>1</c:v>
                </c:pt>
                <c:pt idx="76356">
                  <c:v>2</c:v>
                </c:pt>
                <c:pt idx="76357">
                  <c:v>3</c:v>
                </c:pt>
                <c:pt idx="76358">
                  <c:v>1</c:v>
                </c:pt>
                <c:pt idx="76359">
                  <c:v>2</c:v>
                </c:pt>
                <c:pt idx="76360">
                  <c:v>4</c:v>
                </c:pt>
                <c:pt idx="76361">
                  <c:v>2</c:v>
                </c:pt>
                <c:pt idx="76362">
                  <c:v>2</c:v>
                </c:pt>
                <c:pt idx="76363">
                  <c:v>2</c:v>
                </c:pt>
                <c:pt idx="76364">
                  <c:v>2</c:v>
                </c:pt>
                <c:pt idx="76365">
                  <c:v>2</c:v>
                </c:pt>
                <c:pt idx="76366">
                  <c:v>2</c:v>
                </c:pt>
                <c:pt idx="76367">
                  <c:v>1</c:v>
                </c:pt>
                <c:pt idx="76368">
                  <c:v>1</c:v>
                </c:pt>
                <c:pt idx="76369">
                  <c:v>2</c:v>
                </c:pt>
                <c:pt idx="76370">
                  <c:v>1</c:v>
                </c:pt>
                <c:pt idx="76371">
                  <c:v>2</c:v>
                </c:pt>
                <c:pt idx="76372">
                  <c:v>2</c:v>
                </c:pt>
                <c:pt idx="76373">
                  <c:v>2</c:v>
                </c:pt>
                <c:pt idx="76374">
                  <c:v>4</c:v>
                </c:pt>
                <c:pt idx="76375">
                  <c:v>4</c:v>
                </c:pt>
                <c:pt idx="76376">
                  <c:v>4</c:v>
                </c:pt>
                <c:pt idx="76377">
                  <c:v>4</c:v>
                </c:pt>
                <c:pt idx="76378">
                  <c:v>4</c:v>
                </c:pt>
                <c:pt idx="76379">
                  <c:v>2</c:v>
                </c:pt>
                <c:pt idx="76380">
                  <c:v>2</c:v>
                </c:pt>
                <c:pt idx="76381">
                  <c:v>2</c:v>
                </c:pt>
                <c:pt idx="76382">
                  <c:v>2</c:v>
                </c:pt>
                <c:pt idx="76383">
                  <c:v>4</c:v>
                </c:pt>
                <c:pt idx="76384">
                  <c:v>2</c:v>
                </c:pt>
                <c:pt idx="76385">
                  <c:v>2</c:v>
                </c:pt>
                <c:pt idx="76386">
                  <c:v>6</c:v>
                </c:pt>
                <c:pt idx="76387">
                  <c:v>4</c:v>
                </c:pt>
                <c:pt idx="76388">
                  <c:v>5</c:v>
                </c:pt>
                <c:pt idx="76389">
                  <c:v>2</c:v>
                </c:pt>
                <c:pt idx="76390">
                  <c:v>5</c:v>
                </c:pt>
                <c:pt idx="76391">
                  <c:v>3</c:v>
                </c:pt>
                <c:pt idx="76392">
                  <c:v>5</c:v>
                </c:pt>
                <c:pt idx="76393">
                  <c:v>5</c:v>
                </c:pt>
                <c:pt idx="76394">
                  <c:v>5</c:v>
                </c:pt>
                <c:pt idx="76395">
                  <c:v>2</c:v>
                </c:pt>
                <c:pt idx="76396">
                  <c:v>3</c:v>
                </c:pt>
                <c:pt idx="76397">
                  <c:v>4</c:v>
                </c:pt>
                <c:pt idx="76398">
                  <c:v>7</c:v>
                </c:pt>
                <c:pt idx="76399">
                  <c:v>1</c:v>
                </c:pt>
                <c:pt idx="76400">
                  <c:v>6</c:v>
                </c:pt>
                <c:pt idx="76401">
                  <c:v>6</c:v>
                </c:pt>
                <c:pt idx="76402">
                  <c:v>7</c:v>
                </c:pt>
                <c:pt idx="76403">
                  <c:v>3</c:v>
                </c:pt>
                <c:pt idx="76404">
                  <c:v>7</c:v>
                </c:pt>
                <c:pt idx="76405">
                  <c:v>4</c:v>
                </c:pt>
                <c:pt idx="76406">
                  <c:v>5</c:v>
                </c:pt>
                <c:pt idx="76407">
                  <c:v>6</c:v>
                </c:pt>
                <c:pt idx="76408">
                  <c:v>3</c:v>
                </c:pt>
                <c:pt idx="76409">
                  <c:v>6</c:v>
                </c:pt>
                <c:pt idx="76410">
                  <c:v>5</c:v>
                </c:pt>
                <c:pt idx="76411">
                  <c:v>5</c:v>
                </c:pt>
                <c:pt idx="76412">
                  <c:v>6</c:v>
                </c:pt>
                <c:pt idx="76413">
                  <c:v>4</c:v>
                </c:pt>
                <c:pt idx="76414">
                  <c:v>6</c:v>
                </c:pt>
                <c:pt idx="76415">
                  <c:v>5</c:v>
                </c:pt>
                <c:pt idx="76416">
                  <c:v>3</c:v>
                </c:pt>
                <c:pt idx="76417">
                  <c:v>3</c:v>
                </c:pt>
                <c:pt idx="76418">
                  <c:v>2</c:v>
                </c:pt>
                <c:pt idx="76419">
                  <c:v>2</c:v>
                </c:pt>
                <c:pt idx="76420">
                  <c:v>5</c:v>
                </c:pt>
                <c:pt idx="76421">
                  <c:v>3</c:v>
                </c:pt>
                <c:pt idx="76422">
                  <c:v>2</c:v>
                </c:pt>
                <c:pt idx="76423">
                  <c:v>6</c:v>
                </c:pt>
                <c:pt idx="76424">
                  <c:v>3</c:v>
                </c:pt>
                <c:pt idx="76425">
                  <c:v>2</c:v>
                </c:pt>
                <c:pt idx="76426">
                  <c:v>2</c:v>
                </c:pt>
                <c:pt idx="76427">
                  <c:v>2</c:v>
                </c:pt>
                <c:pt idx="76428">
                  <c:v>2</c:v>
                </c:pt>
                <c:pt idx="76429">
                  <c:v>3</c:v>
                </c:pt>
                <c:pt idx="76430">
                  <c:v>4</c:v>
                </c:pt>
                <c:pt idx="76431">
                  <c:v>5</c:v>
                </c:pt>
                <c:pt idx="76432">
                  <c:v>3</c:v>
                </c:pt>
                <c:pt idx="76433">
                  <c:v>4</c:v>
                </c:pt>
                <c:pt idx="76434">
                  <c:v>3</c:v>
                </c:pt>
                <c:pt idx="76435">
                  <c:v>4</c:v>
                </c:pt>
                <c:pt idx="76436">
                  <c:v>3</c:v>
                </c:pt>
                <c:pt idx="76437">
                  <c:v>4</c:v>
                </c:pt>
                <c:pt idx="76438">
                  <c:v>5</c:v>
                </c:pt>
                <c:pt idx="76439">
                  <c:v>3</c:v>
                </c:pt>
                <c:pt idx="76440">
                  <c:v>3</c:v>
                </c:pt>
                <c:pt idx="76441">
                  <c:v>3</c:v>
                </c:pt>
                <c:pt idx="76442">
                  <c:v>2</c:v>
                </c:pt>
                <c:pt idx="76443">
                  <c:v>6</c:v>
                </c:pt>
                <c:pt idx="76444">
                  <c:v>2</c:v>
                </c:pt>
                <c:pt idx="76445">
                  <c:v>3</c:v>
                </c:pt>
                <c:pt idx="76446">
                  <c:v>1</c:v>
                </c:pt>
                <c:pt idx="76447">
                  <c:v>1</c:v>
                </c:pt>
                <c:pt idx="76448">
                  <c:v>2</c:v>
                </c:pt>
                <c:pt idx="76449">
                  <c:v>2</c:v>
                </c:pt>
                <c:pt idx="76450">
                  <c:v>1</c:v>
                </c:pt>
                <c:pt idx="76451">
                  <c:v>2</c:v>
                </c:pt>
                <c:pt idx="76452">
                  <c:v>1</c:v>
                </c:pt>
                <c:pt idx="76453">
                  <c:v>1</c:v>
                </c:pt>
                <c:pt idx="76454">
                  <c:v>1</c:v>
                </c:pt>
                <c:pt idx="76455">
                  <c:v>2</c:v>
                </c:pt>
                <c:pt idx="76456">
                  <c:v>1</c:v>
                </c:pt>
                <c:pt idx="76457">
                  <c:v>1</c:v>
                </c:pt>
                <c:pt idx="76458">
                  <c:v>1</c:v>
                </c:pt>
                <c:pt idx="76459">
                  <c:v>1</c:v>
                </c:pt>
                <c:pt idx="76460">
                  <c:v>1</c:v>
                </c:pt>
                <c:pt idx="76461">
                  <c:v>2</c:v>
                </c:pt>
                <c:pt idx="76462">
                  <c:v>2</c:v>
                </c:pt>
                <c:pt idx="76463">
                  <c:v>2</c:v>
                </c:pt>
                <c:pt idx="76464">
                  <c:v>1</c:v>
                </c:pt>
                <c:pt idx="76465">
                  <c:v>1</c:v>
                </c:pt>
                <c:pt idx="76466">
                  <c:v>1</c:v>
                </c:pt>
                <c:pt idx="76467">
                  <c:v>1</c:v>
                </c:pt>
                <c:pt idx="76468">
                  <c:v>2</c:v>
                </c:pt>
                <c:pt idx="76469">
                  <c:v>2</c:v>
                </c:pt>
                <c:pt idx="76470">
                  <c:v>5</c:v>
                </c:pt>
                <c:pt idx="76471">
                  <c:v>1</c:v>
                </c:pt>
                <c:pt idx="76472">
                  <c:v>2</c:v>
                </c:pt>
                <c:pt idx="76473">
                  <c:v>2</c:v>
                </c:pt>
                <c:pt idx="76474">
                  <c:v>2</c:v>
                </c:pt>
                <c:pt idx="76475">
                  <c:v>2</c:v>
                </c:pt>
                <c:pt idx="76476">
                  <c:v>1</c:v>
                </c:pt>
                <c:pt idx="76477">
                  <c:v>2</c:v>
                </c:pt>
                <c:pt idx="76478">
                  <c:v>2</c:v>
                </c:pt>
                <c:pt idx="76479">
                  <c:v>2</c:v>
                </c:pt>
                <c:pt idx="76480">
                  <c:v>1</c:v>
                </c:pt>
                <c:pt idx="76481">
                  <c:v>2</c:v>
                </c:pt>
                <c:pt idx="76482">
                  <c:v>2</c:v>
                </c:pt>
                <c:pt idx="76483">
                  <c:v>2</c:v>
                </c:pt>
                <c:pt idx="76484">
                  <c:v>2</c:v>
                </c:pt>
                <c:pt idx="76485">
                  <c:v>2</c:v>
                </c:pt>
                <c:pt idx="76486">
                  <c:v>2</c:v>
                </c:pt>
                <c:pt idx="76487">
                  <c:v>2</c:v>
                </c:pt>
                <c:pt idx="76488">
                  <c:v>2</c:v>
                </c:pt>
                <c:pt idx="76489">
                  <c:v>2</c:v>
                </c:pt>
                <c:pt idx="76490">
                  <c:v>1</c:v>
                </c:pt>
                <c:pt idx="76491">
                  <c:v>2</c:v>
                </c:pt>
                <c:pt idx="76492">
                  <c:v>2</c:v>
                </c:pt>
                <c:pt idx="76493">
                  <c:v>1</c:v>
                </c:pt>
                <c:pt idx="76494">
                  <c:v>1</c:v>
                </c:pt>
                <c:pt idx="76495">
                  <c:v>2</c:v>
                </c:pt>
                <c:pt idx="76496">
                  <c:v>2</c:v>
                </c:pt>
                <c:pt idx="76497">
                  <c:v>2</c:v>
                </c:pt>
                <c:pt idx="76498">
                  <c:v>2</c:v>
                </c:pt>
                <c:pt idx="76499">
                  <c:v>1</c:v>
                </c:pt>
                <c:pt idx="76500">
                  <c:v>2</c:v>
                </c:pt>
                <c:pt idx="76501">
                  <c:v>2</c:v>
                </c:pt>
                <c:pt idx="76502">
                  <c:v>2</c:v>
                </c:pt>
                <c:pt idx="76503">
                  <c:v>2</c:v>
                </c:pt>
                <c:pt idx="76504">
                  <c:v>1</c:v>
                </c:pt>
                <c:pt idx="76505">
                  <c:v>3</c:v>
                </c:pt>
                <c:pt idx="76506">
                  <c:v>3</c:v>
                </c:pt>
                <c:pt idx="76507">
                  <c:v>3</c:v>
                </c:pt>
                <c:pt idx="76508">
                  <c:v>1</c:v>
                </c:pt>
                <c:pt idx="76509">
                  <c:v>3</c:v>
                </c:pt>
                <c:pt idx="76510">
                  <c:v>4</c:v>
                </c:pt>
                <c:pt idx="76511">
                  <c:v>2</c:v>
                </c:pt>
                <c:pt idx="76512">
                  <c:v>2</c:v>
                </c:pt>
                <c:pt idx="76513">
                  <c:v>4</c:v>
                </c:pt>
                <c:pt idx="76514">
                  <c:v>4</c:v>
                </c:pt>
                <c:pt idx="76515">
                  <c:v>4</c:v>
                </c:pt>
                <c:pt idx="76516">
                  <c:v>2</c:v>
                </c:pt>
                <c:pt idx="76517">
                  <c:v>3</c:v>
                </c:pt>
                <c:pt idx="76518">
                  <c:v>2</c:v>
                </c:pt>
                <c:pt idx="76519">
                  <c:v>3</c:v>
                </c:pt>
                <c:pt idx="76520">
                  <c:v>2</c:v>
                </c:pt>
                <c:pt idx="76521">
                  <c:v>1</c:v>
                </c:pt>
                <c:pt idx="76522">
                  <c:v>1</c:v>
                </c:pt>
                <c:pt idx="76523">
                  <c:v>3</c:v>
                </c:pt>
                <c:pt idx="76524">
                  <c:v>2</c:v>
                </c:pt>
                <c:pt idx="76525">
                  <c:v>1</c:v>
                </c:pt>
                <c:pt idx="76526">
                  <c:v>1</c:v>
                </c:pt>
                <c:pt idx="76527">
                  <c:v>2</c:v>
                </c:pt>
                <c:pt idx="76528">
                  <c:v>1</c:v>
                </c:pt>
                <c:pt idx="76529">
                  <c:v>6</c:v>
                </c:pt>
                <c:pt idx="76530">
                  <c:v>7</c:v>
                </c:pt>
                <c:pt idx="76531">
                  <c:v>3</c:v>
                </c:pt>
                <c:pt idx="76532">
                  <c:v>3</c:v>
                </c:pt>
                <c:pt idx="76533">
                  <c:v>7</c:v>
                </c:pt>
                <c:pt idx="76534">
                  <c:v>3</c:v>
                </c:pt>
                <c:pt idx="76535">
                  <c:v>3</c:v>
                </c:pt>
                <c:pt idx="76536">
                  <c:v>5</c:v>
                </c:pt>
                <c:pt idx="76537">
                  <c:v>3</c:v>
                </c:pt>
                <c:pt idx="76538">
                  <c:v>7</c:v>
                </c:pt>
                <c:pt idx="76539">
                  <c:v>7</c:v>
                </c:pt>
                <c:pt idx="76540">
                  <c:v>7</c:v>
                </c:pt>
                <c:pt idx="76541">
                  <c:v>3</c:v>
                </c:pt>
                <c:pt idx="76542">
                  <c:v>6</c:v>
                </c:pt>
                <c:pt idx="76543">
                  <c:v>7</c:v>
                </c:pt>
                <c:pt idx="76544">
                  <c:v>2</c:v>
                </c:pt>
                <c:pt idx="76545">
                  <c:v>5</c:v>
                </c:pt>
                <c:pt idx="76546">
                  <c:v>5</c:v>
                </c:pt>
                <c:pt idx="76547">
                  <c:v>2</c:v>
                </c:pt>
                <c:pt idx="76548">
                  <c:v>2</c:v>
                </c:pt>
                <c:pt idx="76549">
                  <c:v>2</c:v>
                </c:pt>
                <c:pt idx="76550">
                  <c:v>6</c:v>
                </c:pt>
                <c:pt idx="76551">
                  <c:v>4</c:v>
                </c:pt>
                <c:pt idx="76552">
                  <c:v>5</c:v>
                </c:pt>
                <c:pt idx="76553">
                  <c:v>5</c:v>
                </c:pt>
                <c:pt idx="76554">
                  <c:v>2</c:v>
                </c:pt>
                <c:pt idx="76555">
                  <c:v>2</c:v>
                </c:pt>
                <c:pt idx="76556">
                  <c:v>7</c:v>
                </c:pt>
                <c:pt idx="76557">
                  <c:v>2</c:v>
                </c:pt>
                <c:pt idx="76558">
                  <c:v>4</c:v>
                </c:pt>
                <c:pt idx="76559">
                  <c:v>2</c:v>
                </c:pt>
                <c:pt idx="76560">
                  <c:v>1</c:v>
                </c:pt>
                <c:pt idx="76561">
                  <c:v>2</c:v>
                </c:pt>
                <c:pt idx="76562">
                  <c:v>4</c:v>
                </c:pt>
                <c:pt idx="76563">
                  <c:v>4</c:v>
                </c:pt>
                <c:pt idx="76564">
                  <c:v>1</c:v>
                </c:pt>
                <c:pt idx="76565">
                  <c:v>2</c:v>
                </c:pt>
                <c:pt idx="76566">
                  <c:v>7</c:v>
                </c:pt>
                <c:pt idx="76567">
                  <c:v>6</c:v>
                </c:pt>
                <c:pt idx="76568">
                  <c:v>6</c:v>
                </c:pt>
                <c:pt idx="76569">
                  <c:v>4</c:v>
                </c:pt>
                <c:pt idx="76570">
                  <c:v>6</c:v>
                </c:pt>
                <c:pt idx="76571">
                  <c:v>2</c:v>
                </c:pt>
                <c:pt idx="76572">
                  <c:v>4</c:v>
                </c:pt>
                <c:pt idx="76573">
                  <c:v>4</c:v>
                </c:pt>
                <c:pt idx="76574">
                  <c:v>4</c:v>
                </c:pt>
                <c:pt idx="76575">
                  <c:v>2</c:v>
                </c:pt>
                <c:pt idx="76576">
                  <c:v>6</c:v>
                </c:pt>
                <c:pt idx="76577">
                  <c:v>4</c:v>
                </c:pt>
                <c:pt idx="76578">
                  <c:v>4</c:v>
                </c:pt>
                <c:pt idx="76579">
                  <c:v>4</c:v>
                </c:pt>
                <c:pt idx="76580">
                  <c:v>2</c:v>
                </c:pt>
                <c:pt idx="76581">
                  <c:v>2</c:v>
                </c:pt>
                <c:pt idx="76582">
                  <c:v>4</c:v>
                </c:pt>
                <c:pt idx="76583">
                  <c:v>7</c:v>
                </c:pt>
                <c:pt idx="76584">
                  <c:v>3</c:v>
                </c:pt>
                <c:pt idx="76585">
                  <c:v>4</c:v>
                </c:pt>
                <c:pt idx="76586">
                  <c:v>2</c:v>
                </c:pt>
                <c:pt idx="76587">
                  <c:v>2</c:v>
                </c:pt>
                <c:pt idx="76588">
                  <c:v>1</c:v>
                </c:pt>
                <c:pt idx="76589">
                  <c:v>2</c:v>
                </c:pt>
                <c:pt idx="76590">
                  <c:v>3</c:v>
                </c:pt>
                <c:pt idx="76591">
                  <c:v>1</c:v>
                </c:pt>
                <c:pt idx="76592">
                  <c:v>6</c:v>
                </c:pt>
                <c:pt idx="76593">
                  <c:v>3</c:v>
                </c:pt>
                <c:pt idx="76594">
                  <c:v>2</c:v>
                </c:pt>
                <c:pt idx="76595">
                  <c:v>3</c:v>
                </c:pt>
                <c:pt idx="76596">
                  <c:v>3</c:v>
                </c:pt>
                <c:pt idx="76597">
                  <c:v>2</c:v>
                </c:pt>
                <c:pt idx="76598">
                  <c:v>4</c:v>
                </c:pt>
                <c:pt idx="76599">
                  <c:v>2</c:v>
                </c:pt>
                <c:pt idx="76600">
                  <c:v>2</c:v>
                </c:pt>
                <c:pt idx="76601">
                  <c:v>1</c:v>
                </c:pt>
                <c:pt idx="76602">
                  <c:v>2</c:v>
                </c:pt>
                <c:pt idx="76603">
                  <c:v>6</c:v>
                </c:pt>
                <c:pt idx="76604">
                  <c:v>2</c:v>
                </c:pt>
                <c:pt idx="76605">
                  <c:v>2</c:v>
                </c:pt>
                <c:pt idx="76606">
                  <c:v>1</c:v>
                </c:pt>
                <c:pt idx="76607">
                  <c:v>2</c:v>
                </c:pt>
                <c:pt idx="76608">
                  <c:v>2</c:v>
                </c:pt>
                <c:pt idx="76609">
                  <c:v>6</c:v>
                </c:pt>
                <c:pt idx="76610">
                  <c:v>2</c:v>
                </c:pt>
                <c:pt idx="76611">
                  <c:v>2</c:v>
                </c:pt>
                <c:pt idx="76612">
                  <c:v>2</c:v>
                </c:pt>
                <c:pt idx="76613">
                  <c:v>1</c:v>
                </c:pt>
                <c:pt idx="76614">
                  <c:v>2</c:v>
                </c:pt>
                <c:pt idx="76615">
                  <c:v>1</c:v>
                </c:pt>
                <c:pt idx="76616">
                  <c:v>2</c:v>
                </c:pt>
                <c:pt idx="76617">
                  <c:v>3</c:v>
                </c:pt>
                <c:pt idx="76618">
                  <c:v>7</c:v>
                </c:pt>
                <c:pt idx="76619">
                  <c:v>2</c:v>
                </c:pt>
                <c:pt idx="76620">
                  <c:v>2</c:v>
                </c:pt>
                <c:pt idx="76621">
                  <c:v>1</c:v>
                </c:pt>
                <c:pt idx="76622">
                  <c:v>2</c:v>
                </c:pt>
                <c:pt idx="76623">
                  <c:v>3</c:v>
                </c:pt>
                <c:pt idx="76624">
                  <c:v>4</c:v>
                </c:pt>
                <c:pt idx="76625">
                  <c:v>2</c:v>
                </c:pt>
                <c:pt idx="76626">
                  <c:v>3</c:v>
                </c:pt>
                <c:pt idx="76627">
                  <c:v>2</c:v>
                </c:pt>
                <c:pt idx="76628">
                  <c:v>2</c:v>
                </c:pt>
                <c:pt idx="76629">
                  <c:v>3</c:v>
                </c:pt>
                <c:pt idx="76630">
                  <c:v>2</c:v>
                </c:pt>
                <c:pt idx="76631">
                  <c:v>2</c:v>
                </c:pt>
                <c:pt idx="76632">
                  <c:v>2</c:v>
                </c:pt>
                <c:pt idx="76633">
                  <c:v>8</c:v>
                </c:pt>
                <c:pt idx="76634">
                  <c:v>6</c:v>
                </c:pt>
                <c:pt idx="76635">
                  <c:v>5</c:v>
                </c:pt>
                <c:pt idx="76636">
                  <c:v>4</c:v>
                </c:pt>
                <c:pt idx="76637">
                  <c:v>4</c:v>
                </c:pt>
                <c:pt idx="76638">
                  <c:v>1</c:v>
                </c:pt>
                <c:pt idx="76639">
                  <c:v>1</c:v>
                </c:pt>
                <c:pt idx="76640">
                  <c:v>1</c:v>
                </c:pt>
                <c:pt idx="76641">
                  <c:v>1</c:v>
                </c:pt>
                <c:pt idx="76642">
                  <c:v>1</c:v>
                </c:pt>
                <c:pt idx="76643">
                  <c:v>2</c:v>
                </c:pt>
                <c:pt idx="76644">
                  <c:v>8</c:v>
                </c:pt>
                <c:pt idx="76645">
                  <c:v>3</c:v>
                </c:pt>
                <c:pt idx="76646">
                  <c:v>7</c:v>
                </c:pt>
                <c:pt idx="76647">
                  <c:v>5</c:v>
                </c:pt>
                <c:pt idx="76648">
                  <c:v>6</c:v>
                </c:pt>
                <c:pt idx="76649">
                  <c:v>2</c:v>
                </c:pt>
                <c:pt idx="76650">
                  <c:v>3</c:v>
                </c:pt>
                <c:pt idx="76651">
                  <c:v>2</c:v>
                </c:pt>
                <c:pt idx="76652">
                  <c:v>5</c:v>
                </c:pt>
                <c:pt idx="76653">
                  <c:v>3</c:v>
                </c:pt>
                <c:pt idx="76654">
                  <c:v>4</c:v>
                </c:pt>
                <c:pt idx="76655">
                  <c:v>6</c:v>
                </c:pt>
                <c:pt idx="76656">
                  <c:v>3</c:v>
                </c:pt>
                <c:pt idx="76657">
                  <c:v>4</c:v>
                </c:pt>
                <c:pt idx="76658">
                  <c:v>4</c:v>
                </c:pt>
                <c:pt idx="76659">
                  <c:v>2</c:v>
                </c:pt>
                <c:pt idx="76660">
                  <c:v>2</c:v>
                </c:pt>
                <c:pt idx="76661">
                  <c:v>2</c:v>
                </c:pt>
                <c:pt idx="76662">
                  <c:v>2</c:v>
                </c:pt>
                <c:pt idx="76663">
                  <c:v>2</c:v>
                </c:pt>
                <c:pt idx="76664">
                  <c:v>2</c:v>
                </c:pt>
                <c:pt idx="76665">
                  <c:v>2</c:v>
                </c:pt>
                <c:pt idx="76666">
                  <c:v>4</c:v>
                </c:pt>
                <c:pt idx="76667">
                  <c:v>5</c:v>
                </c:pt>
                <c:pt idx="76668">
                  <c:v>1</c:v>
                </c:pt>
                <c:pt idx="76669">
                  <c:v>3</c:v>
                </c:pt>
                <c:pt idx="76670">
                  <c:v>2</c:v>
                </c:pt>
                <c:pt idx="76671">
                  <c:v>3</c:v>
                </c:pt>
                <c:pt idx="76672">
                  <c:v>2</c:v>
                </c:pt>
                <c:pt idx="76673">
                  <c:v>2</c:v>
                </c:pt>
                <c:pt idx="76674">
                  <c:v>5</c:v>
                </c:pt>
                <c:pt idx="76675">
                  <c:v>5</c:v>
                </c:pt>
                <c:pt idx="76676">
                  <c:v>6</c:v>
                </c:pt>
                <c:pt idx="76677">
                  <c:v>4</c:v>
                </c:pt>
                <c:pt idx="76678">
                  <c:v>2</c:v>
                </c:pt>
                <c:pt idx="76679">
                  <c:v>6</c:v>
                </c:pt>
                <c:pt idx="76680">
                  <c:v>2</c:v>
                </c:pt>
                <c:pt idx="76681">
                  <c:v>1</c:v>
                </c:pt>
                <c:pt idx="76682">
                  <c:v>4</c:v>
                </c:pt>
                <c:pt idx="76683">
                  <c:v>1</c:v>
                </c:pt>
                <c:pt idx="76684">
                  <c:v>1</c:v>
                </c:pt>
                <c:pt idx="76685">
                  <c:v>4</c:v>
                </c:pt>
                <c:pt idx="76686">
                  <c:v>1</c:v>
                </c:pt>
                <c:pt idx="76687">
                  <c:v>1</c:v>
                </c:pt>
                <c:pt idx="76688">
                  <c:v>3</c:v>
                </c:pt>
                <c:pt idx="76689">
                  <c:v>1</c:v>
                </c:pt>
                <c:pt idx="76690">
                  <c:v>1</c:v>
                </c:pt>
                <c:pt idx="76691">
                  <c:v>2</c:v>
                </c:pt>
                <c:pt idx="76692">
                  <c:v>1</c:v>
                </c:pt>
                <c:pt idx="76693">
                  <c:v>6</c:v>
                </c:pt>
                <c:pt idx="76694">
                  <c:v>7</c:v>
                </c:pt>
                <c:pt idx="76695">
                  <c:v>3</c:v>
                </c:pt>
                <c:pt idx="76696">
                  <c:v>-3</c:v>
                </c:pt>
                <c:pt idx="76697">
                  <c:v>1</c:v>
                </c:pt>
                <c:pt idx="76698">
                  <c:v>1</c:v>
                </c:pt>
                <c:pt idx="76699">
                  <c:v>3</c:v>
                </c:pt>
                <c:pt idx="76700">
                  <c:v>4</c:v>
                </c:pt>
                <c:pt idx="76701">
                  <c:v>2</c:v>
                </c:pt>
                <c:pt idx="76702">
                  <c:v>2</c:v>
                </c:pt>
                <c:pt idx="76703">
                  <c:v>3</c:v>
                </c:pt>
                <c:pt idx="76704">
                  <c:v>2</c:v>
                </c:pt>
                <c:pt idx="76705">
                  <c:v>2</c:v>
                </c:pt>
                <c:pt idx="76706">
                  <c:v>2</c:v>
                </c:pt>
                <c:pt idx="76707">
                  <c:v>5</c:v>
                </c:pt>
                <c:pt idx="76708">
                  <c:v>4</c:v>
                </c:pt>
                <c:pt idx="76709">
                  <c:v>3</c:v>
                </c:pt>
                <c:pt idx="76710">
                  <c:v>5</c:v>
                </c:pt>
                <c:pt idx="76711">
                  <c:v>5</c:v>
                </c:pt>
                <c:pt idx="76712">
                  <c:v>4</c:v>
                </c:pt>
                <c:pt idx="76713">
                  <c:v>4</c:v>
                </c:pt>
                <c:pt idx="76714">
                  <c:v>1</c:v>
                </c:pt>
                <c:pt idx="76715">
                  <c:v>1</c:v>
                </c:pt>
                <c:pt idx="76716">
                  <c:v>2</c:v>
                </c:pt>
                <c:pt idx="76717">
                  <c:v>1</c:v>
                </c:pt>
                <c:pt idx="76718">
                  <c:v>1</c:v>
                </c:pt>
                <c:pt idx="76719">
                  <c:v>1</c:v>
                </c:pt>
                <c:pt idx="76720">
                  <c:v>1</c:v>
                </c:pt>
                <c:pt idx="76721">
                  <c:v>1</c:v>
                </c:pt>
                <c:pt idx="76722">
                  <c:v>1</c:v>
                </c:pt>
                <c:pt idx="76723">
                  <c:v>2</c:v>
                </c:pt>
                <c:pt idx="76724">
                  <c:v>3</c:v>
                </c:pt>
                <c:pt idx="76725">
                  <c:v>7</c:v>
                </c:pt>
                <c:pt idx="76726">
                  <c:v>2</c:v>
                </c:pt>
                <c:pt idx="76727">
                  <c:v>6</c:v>
                </c:pt>
                <c:pt idx="76728">
                  <c:v>4</c:v>
                </c:pt>
                <c:pt idx="76729">
                  <c:v>8</c:v>
                </c:pt>
                <c:pt idx="76730">
                  <c:v>3</c:v>
                </c:pt>
                <c:pt idx="76731">
                  <c:v>3</c:v>
                </c:pt>
                <c:pt idx="76732">
                  <c:v>3</c:v>
                </c:pt>
                <c:pt idx="76733">
                  <c:v>2</c:v>
                </c:pt>
                <c:pt idx="76734">
                  <c:v>2</c:v>
                </c:pt>
                <c:pt idx="76735">
                  <c:v>3</c:v>
                </c:pt>
                <c:pt idx="76736">
                  <c:v>2</c:v>
                </c:pt>
                <c:pt idx="76737">
                  <c:v>1</c:v>
                </c:pt>
                <c:pt idx="76738">
                  <c:v>1</c:v>
                </c:pt>
                <c:pt idx="76739">
                  <c:v>2</c:v>
                </c:pt>
                <c:pt idx="76740">
                  <c:v>1</c:v>
                </c:pt>
                <c:pt idx="76741">
                  <c:v>4</c:v>
                </c:pt>
                <c:pt idx="76742">
                  <c:v>2</c:v>
                </c:pt>
                <c:pt idx="76743">
                  <c:v>1</c:v>
                </c:pt>
                <c:pt idx="76744">
                  <c:v>2</c:v>
                </c:pt>
                <c:pt idx="76745">
                  <c:v>8</c:v>
                </c:pt>
                <c:pt idx="76746">
                  <c:v>8</c:v>
                </c:pt>
                <c:pt idx="76747">
                  <c:v>8</c:v>
                </c:pt>
                <c:pt idx="76748">
                  <c:v>6</c:v>
                </c:pt>
                <c:pt idx="76749">
                  <c:v>6</c:v>
                </c:pt>
                <c:pt idx="76750">
                  <c:v>8</c:v>
                </c:pt>
                <c:pt idx="76751">
                  <c:v>6</c:v>
                </c:pt>
                <c:pt idx="76752">
                  <c:v>2</c:v>
                </c:pt>
                <c:pt idx="76753">
                  <c:v>2</c:v>
                </c:pt>
                <c:pt idx="76754">
                  <c:v>1</c:v>
                </c:pt>
                <c:pt idx="76755">
                  <c:v>2</c:v>
                </c:pt>
                <c:pt idx="76756">
                  <c:v>1</c:v>
                </c:pt>
                <c:pt idx="76757">
                  <c:v>1</c:v>
                </c:pt>
                <c:pt idx="76758">
                  <c:v>2</c:v>
                </c:pt>
                <c:pt idx="76759">
                  <c:v>1</c:v>
                </c:pt>
                <c:pt idx="76760">
                  <c:v>1</c:v>
                </c:pt>
                <c:pt idx="76761">
                  <c:v>3</c:v>
                </c:pt>
                <c:pt idx="76762">
                  <c:v>2</c:v>
                </c:pt>
                <c:pt idx="76763">
                  <c:v>3</c:v>
                </c:pt>
                <c:pt idx="76764">
                  <c:v>3</c:v>
                </c:pt>
                <c:pt idx="76765">
                  <c:v>2</c:v>
                </c:pt>
                <c:pt idx="76766">
                  <c:v>2</c:v>
                </c:pt>
                <c:pt idx="76767">
                  <c:v>3</c:v>
                </c:pt>
                <c:pt idx="76768">
                  <c:v>3</c:v>
                </c:pt>
                <c:pt idx="76769">
                  <c:v>3</c:v>
                </c:pt>
                <c:pt idx="76770">
                  <c:v>3</c:v>
                </c:pt>
                <c:pt idx="76771">
                  <c:v>2</c:v>
                </c:pt>
                <c:pt idx="76772">
                  <c:v>2</c:v>
                </c:pt>
                <c:pt idx="76773">
                  <c:v>3</c:v>
                </c:pt>
                <c:pt idx="76774">
                  <c:v>2</c:v>
                </c:pt>
                <c:pt idx="76775">
                  <c:v>2</c:v>
                </c:pt>
                <c:pt idx="76776">
                  <c:v>2</c:v>
                </c:pt>
                <c:pt idx="76777">
                  <c:v>2</c:v>
                </c:pt>
                <c:pt idx="76778">
                  <c:v>4</c:v>
                </c:pt>
                <c:pt idx="76779">
                  <c:v>2</c:v>
                </c:pt>
                <c:pt idx="76780">
                  <c:v>2</c:v>
                </c:pt>
                <c:pt idx="76781">
                  <c:v>2</c:v>
                </c:pt>
                <c:pt idx="76782">
                  <c:v>2</c:v>
                </c:pt>
                <c:pt idx="76783">
                  <c:v>2</c:v>
                </c:pt>
                <c:pt idx="76784">
                  <c:v>1</c:v>
                </c:pt>
                <c:pt idx="76785">
                  <c:v>2</c:v>
                </c:pt>
                <c:pt idx="76786">
                  <c:v>1</c:v>
                </c:pt>
                <c:pt idx="76787">
                  <c:v>1</c:v>
                </c:pt>
                <c:pt idx="76788">
                  <c:v>1</c:v>
                </c:pt>
                <c:pt idx="76789">
                  <c:v>1</c:v>
                </c:pt>
                <c:pt idx="76790">
                  <c:v>1</c:v>
                </c:pt>
                <c:pt idx="76791">
                  <c:v>1</c:v>
                </c:pt>
                <c:pt idx="76792">
                  <c:v>1</c:v>
                </c:pt>
                <c:pt idx="76793">
                  <c:v>2</c:v>
                </c:pt>
                <c:pt idx="76794">
                  <c:v>2</c:v>
                </c:pt>
                <c:pt idx="76795">
                  <c:v>1</c:v>
                </c:pt>
                <c:pt idx="76796">
                  <c:v>4</c:v>
                </c:pt>
                <c:pt idx="76797">
                  <c:v>2</c:v>
                </c:pt>
                <c:pt idx="76798">
                  <c:v>3</c:v>
                </c:pt>
                <c:pt idx="76799">
                  <c:v>1</c:v>
                </c:pt>
                <c:pt idx="76800">
                  <c:v>1</c:v>
                </c:pt>
                <c:pt idx="76801">
                  <c:v>3</c:v>
                </c:pt>
                <c:pt idx="76802">
                  <c:v>2</c:v>
                </c:pt>
                <c:pt idx="76803">
                  <c:v>2</c:v>
                </c:pt>
                <c:pt idx="76804">
                  <c:v>2</c:v>
                </c:pt>
                <c:pt idx="76805">
                  <c:v>2</c:v>
                </c:pt>
                <c:pt idx="76806">
                  <c:v>2</c:v>
                </c:pt>
                <c:pt idx="76807">
                  <c:v>2</c:v>
                </c:pt>
                <c:pt idx="76808">
                  <c:v>7</c:v>
                </c:pt>
                <c:pt idx="76809">
                  <c:v>6</c:v>
                </c:pt>
                <c:pt idx="76810">
                  <c:v>6</c:v>
                </c:pt>
                <c:pt idx="76811">
                  <c:v>8</c:v>
                </c:pt>
                <c:pt idx="76812">
                  <c:v>6</c:v>
                </c:pt>
                <c:pt idx="76813">
                  <c:v>6</c:v>
                </c:pt>
                <c:pt idx="76814">
                  <c:v>6</c:v>
                </c:pt>
                <c:pt idx="76815">
                  <c:v>6</c:v>
                </c:pt>
                <c:pt idx="76816">
                  <c:v>6</c:v>
                </c:pt>
                <c:pt idx="76817">
                  <c:v>2</c:v>
                </c:pt>
                <c:pt idx="76818">
                  <c:v>1</c:v>
                </c:pt>
                <c:pt idx="76819">
                  <c:v>1</c:v>
                </c:pt>
                <c:pt idx="76820">
                  <c:v>1</c:v>
                </c:pt>
                <c:pt idx="76821">
                  <c:v>6</c:v>
                </c:pt>
                <c:pt idx="76822">
                  <c:v>3</c:v>
                </c:pt>
                <c:pt idx="76823">
                  <c:v>5</c:v>
                </c:pt>
                <c:pt idx="76824">
                  <c:v>3</c:v>
                </c:pt>
                <c:pt idx="76825">
                  <c:v>2</c:v>
                </c:pt>
                <c:pt idx="76826">
                  <c:v>1</c:v>
                </c:pt>
                <c:pt idx="76827">
                  <c:v>1</c:v>
                </c:pt>
                <c:pt idx="76828">
                  <c:v>1</c:v>
                </c:pt>
                <c:pt idx="76829">
                  <c:v>2</c:v>
                </c:pt>
                <c:pt idx="76830">
                  <c:v>2</c:v>
                </c:pt>
                <c:pt idx="76831">
                  <c:v>1</c:v>
                </c:pt>
                <c:pt idx="76832">
                  <c:v>2</c:v>
                </c:pt>
                <c:pt idx="76833">
                  <c:v>1</c:v>
                </c:pt>
                <c:pt idx="76834">
                  <c:v>3</c:v>
                </c:pt>
                <c:pt idx="76835">
                  <c:v>-1</c:v>
                </c:pt>
                <c:pt idx="76836">
                  <c:v>1</c:v>
                </c:pt>
                <c:pt idx="76837">
                  <c:v>10</c:v>
                </c:pt>
                <c:pt idx="76838">
                  <c:v>7</c:v>
                </c:pt>
                <c:pt idx="76839">
                  <c:v>10</c:v>
                </c:pt>
                <c:pt idx="76840">
                  <c:v>8</c:v>
                </c:pt>
                <c:pt idx="76841">
                  <c:v>3</c:v>
                </c:pt>
                <c:pt idx="76842">
                  <c:v>1</c:v>
                </c:pt>
                <c:pt idx="76843">
                  <c:v>5</c:v>
                </c:pt>
                <c:pt idx="76844">
                  <c:v>2</c:v>
                </c:pt>
                <c:pt idx="76845">
                  <c:v>1</c:v>
                </c:pt>
                <c:pt idx="76846">
                  <c:v>1</c:v>
                </c:pt>
                <c:pt idx="76847">
                  <c:v>2</c:v>
                </c:pt>
                <c:pt idx="76848">
                  <c:v>2</c:v>
                </c:pt>
                <c:pt idx="76849">
                  <c:v>4</c:v>
                </c:pt>
                <c:pt idx="76850">
                  <c:v>5</c:v>
                </c:pt>
                <c:pt idx="76851">
                  <c:v>6</c:v>
                </c:pt>
                <c:pt idx="76852">
                  <c:v>9</c:v>
                </c:pt>
                <c:pt idx="76853">
                  <c:v>3</c:v>
                </c:pt>
                <c:pt idx="76854">
                  <c:v>2</c:v>
                </c:pt>
                <c:pt idx="76855">
                  <c:v>2</c:v>
                </c:pt>
                <c:pt idx="76856">
                  <c:v>3</c:v>
                </c:pt>
                <c:pt idx="76857">
                  <c:v>2</c:v>
                </c:pt>
                <c:pt idx="76858">
                  <c:v>2</c:v>
                </c:pt>
                <c:pt idx="76859">
                  <c:v>4</c:v>
                </c:pt>
                <c:pt idx="76860">
                  <c:v>5</c:v>
                </c:pt>
                <c:pt idx="76861">
                  <c:v>3</c:v>
                </c:pt>
                <c:pt idx="76862">
                  <c:v>6</c:v>
                </c:pt>
                <c:pt idx="76863">
                  <c:v>5</c:v>
                </c:pt>
                <c:pt idx="76864">
                  <c:v>5</c:v>
                </c:pt>
                <c:pt idx="76865">
                  <c:v>4</c:v>
                </c:pt>
                <c:pt idx="76866">
                  <c:v>5</c:v>
                </c:pt>
                <c:pt idx="76867">
                  <c:v>4</c:v>
                </c:pt>
                <c:pt idx="76868">
                  <c:v>2</c:v>
                </c:pt>
                <c:pt idx="76869">
                  <c:v>4</c:v>
                </c:pt>
                <c:pt idx="76870">
                  <c:v>2</c:v>
                </c:pt>
                <c:pt idx="76871">
                  <c:v>3</c:v>
                </c:pt>
                <c:pt idx="76872">
                  <c:v>5</c:v>
                </c:pt>
                <c:pt idx="76873">
                  <c:v>3</c:v>
                </c:pt>
                <c:pt idx="76874">
                  <c:v>4</c:v>
                </c:pt>
                <c:pt idx="76875">
                  <c:v>4</c:v>
                </c:pt>
                <c:pt idx="76876">
                  <c:v>4</c:v>
                </c:pt>
                <c:pt idx="76877">
                  <c:v>3</c:v>
                </c:pt>
                <c:pt idx="76878">
                  <c:v>3</c:v>
                </c:pt>
                <c:pt idx="76879">
                  <c:v>2</c:v>
                </c:pt>
                <c:pt idx="76880">
                  <c:v>1</c:v>
                </c:pt>
                <c:pt idx="76881">
                  <c:v>2</c:v>
                </c:pt>
                <c:pt idx="76882">
                  <c:v>2</c:v>
                </c:pt>
                <c:pt idx="76883">
                  <c:v>5</c:v>
                </c:pt>
                <c:pt idx="76884">
                  <c:v>1</c:v>
                </c:pt>
                <c:pt idx="76885">
                  <c:v>1</c:v>
                </c:pt>
                <c:pt idx="76886">
                  <c:v>2</c:v>
                </c:pt>
                <c:pt idx="76887">
                  <c:v>5</c:v>
                </c:pt>
                <c:pt idx="76888">
                  <c:v>1</c:v>
                </c:pt>
                <c:pt idx="76889">
                  <c:v>2</c:v>
                </c:pt>
                <c:pt idx="76890">
                  <c:v>1</c:v>
                </c:pt>
                <c:pt idx="76891">
                  <c:v>1</c:v>
                </c:pt>
                <c:pt idx="76892">
                  <c:v>3</c:v>
                </c:pt>
                <c:pt idx="76893">
                  <c:v>2</c:v>
                </c:pt>
                <c:pt idx="76894">
                  <c:v>1</c:v>
                </c:pt>
                <c:pt idx="76895">
                  <c:v>1</c:v>
                </c:pt>
                <c:pt idx="76896">
                  <c:v>1</c:v>
                </c:pt>
                <c:pt idx="76897">
                  <c:v>1</c:v>
                </c:pt>
                <c:pt idx="76898">
                  <c:v>1</c:v>
                </c:pt>
                <c:pt idx="76899">
                  <c:v>1</c:v>
                </c:pt>
                <c:pt idx="76900">
                  <c:v>4</c:v>
                </c:pt>
                <c:pt idx="76901">
                  <c:v>4</c:v>
                </c:pt>
                <c:pt idx="76902">
                  <c:v>4</c:v>
                </c:pt>
                <c:pt idx="76903">
                  <c:v>3</c:v>
                </c:pt>
                <c:pt idx="76904">
                  <c:v>1</c:v>
                </c:pt>
                <c:pt idx="76905">
                  <c:v>3</c:v>
                </c:pt>
                <c:pt idx="76906">
                  <c:v>3</c:v>
                </c:pt>
                <c:pt idx="76907">
                  <c:v>2</c:v>
                </c:pt>
                <c:pt idx="76908">
                  <c:v>1</c:v>
                </c:pt>
                <c:pt idx="76909">
                  <c:v>2</c:v>
                </c:pt>
                <c:pt idx="76910">
                  <c:v>3</c:v>
                </c:pt>
                <c:pt idx="76911">
                  <c:v>2</c:v>
                </c:pt>
                <c:pt idx="76912">
                  <c:v>1</c:v>
                </c:pt>
                <c:pt idx="76913">
                  <c:v>1</c:v>
                </c:pt>
                <c:pt idx="76914">
                  <c:v>1</c:v>
                </c:pt>
                <c:pt idx="76915">
                  <c:v>2</c:v>
                </c:pt>
                <c:pt idx="76916">
                  <c:v>1</c:v>
                </c:pt>
                <c:pt idx="76917">
                  <c:v>1</c:v>
                </c:pt>
                <c:pt idx="76918">
                  <c:v>1</c:v>
                </c:pt>
                <c:pt idx="76919">
                  <c:v>1</c:v>
                </c:pt>
                <c:pt idx="76920">
                  <c:v>1</c:v>
                </c:pt>
                <c:pt idx="76921">
                  <c:v>1</c:v>
                </c:pt>
                <c:pt idx="76922">
                  <c:v>1</c:v>
                </c:pt>
                <c:pt idx="76923">
                  <c:v>1</c:v>
                </c:pt>
                <c:pt idx="76924">
                  <c:v>3</c:v>
                </c:pt>
                <c:pt idx="76925">
                  <c:v>2</c:v>
                </c:pt>
                <c:pt idx="76926">
                  <c:v>2</c:v>
                </c:pt>
                <c:pt idx="76927">
                  <c:v>2</c:v>
                </c:pt>
                <c:pt idx="76928">
                  <c:v>2</c:v>
                </c:pt>
                <c:pt idx="76929">
                  <c:v>1</c:v>
                </c:pt>
                <c:pt idx="76930">
                  <c:v>3</c:v>
                </c:pt>
                <c:pt idx="76931">
                  <c:v>3</c:v>
                </c:pt>
                <c:pt idx="76932">
                  <c:v>2</c:v>
                </c:pt>
                <c:pt idx="76933">
                  <c:v>2</c:v>
                </c:pt>
                <c:pt idx="76934">
                  <c:v>1</c:v>
                </c:pt>
                <c:pt idx="76935">
                  <c:v>2</c:v>
                </c:pt>
                <c:pt idx="76936">
                  <c:v>3</c:v>
                </c:pt>
                <c:pt idx="76937">
                  <c:v>2</c:v>
                </c:pt>
                <c:pt idx="76938">
                  <c:v>3</c:v>
                </c:pt>
                <c:pt idx="76939">
                  <c:v>3</c:v>
                </c:pt>
                <c:pt idx="76940">
                  <c:v>3</c:v>
                </c:pt>
                <c:pt idx="76941">
                  <c:v>3</c:v>
                </c:pt>
                <c:pt idx="76942">
                  <c:v>1</c:v>
                </c:pt>
                <c:pt idx="76943">
                  <c:v>1</c:v>
                </c:pt>
                <c:pt idx="76944">
                  <c:v>1</c:v>
                </c:pt>
                <c:pt idx="76945">
                  <c:v>1</c:v>
                </c:pt>
                <c:pt idx="76946">
                  <c:v>1</c:v>
                </c:pt>
                <c:pt idx="76947">
                  <c:v>1</c:v>
                </c:pt>
                <c:pt idx="76948">
                  <c:v>1</c:v>
                </c:pt>
                <c:pt idx="76949">
                  <c:v>1</c:v>
                </c:pt>
                <c:pt idx="76950">
                  <c:v>1</c:v>
                </c:pt>
                <c:pt idx="76951">
                  <c:v>1</c:v>
                </c:pt>
                <c:pt idx="76952">
                  <c:v>3</c:v>
                </c:pt>
                <c:pt idx="76953">
                  <c:v>1</c:v>
                </c:pt>
                <c:pt idx="76954">
                  <c:v>1</c:v>
                </c:pt>
                <c:pt idx="76955">
                  <c:v>2</c:v>
                </c:pt>
                <c:pt idx="76956">
                  <c:v>2</c:v>
                </c:pt>
                <c:pt idx="76957">
                  <c:v>3</c:v>
                </c:pt>
                <c:pt idx="76958">
                  <c:v>3</c:v>
                </c:pt>
                <c:pt idx="76959">
                  <c:v>1</c:v>
                </c:pt>
                <c:pt idx="76960">
                  <c:v>3</c:v>
                </c:pt>
                <c:pt idx="76961">
                  <c:v>4</c:v>
                </c:pt>
                <c:pt idx="76962">
                  <c:v>3</c:v>
                </c:pt>
                <c:pt idx="76963">
                  <c:v>1</c:v>
                </c:pt>
                <c:pt idx="76964">
                  <c:v>4</c:v>
                </c:pt>
                <c:pt idx="76965">
                  <c:v>2</c:v>
                </c:pt>
                <c:pt idx="76966">
                  <c:v>2</c:v>
                </c:pt>
                <c:pt idx="76967">
                  <c:v>2</c:v>
                </c:pt>
                <c:pt idx="76968">
                  <c:v>2</c:v>
                </c:pt>
                <c:pt idx="76969">
                  <c:v>2</c:v>
                </c:pt>
                <c:pt idx="76970">
                  <c:v>2</c:v>
                </c:pt>
                <c:pt idx="76971">
                  <c:v>2</c:v>
                </c:pt>
                <c:pt idx="76972">
                  <c:v>2</c:v>
                </c:pt>
                <c:pt idx="76973">
                  <c:v>2</c:v>
                </c:pt>
                <c:pt idx="76974">
                  <c:v>3</c:v>
                </c:pt>
                <c:pt idx="76975">
                  <c:v>2</c:v>
                </c:pt>
                <c:pt idx="76976">
                  <c:v>2</c:v>
                </c:pt>
                <c:pt idx="76977">
                  <c:v>2</c:v>
                </c:pt>
                <c:pt idx="76978">
                  <c:v>2</c:v>
                </c:pt>
                <c:pt idx="76979">
                  <c:v>2</c:v>
                </c:pt>
                <c:pt idx="76980">
                  <c:v>2</c:v>
                </c:pt>
                <c:pt idx="76981">
                  <c:v>1</c:v>
                </c:pt>
                <c:pt idx="76982">
                  <c:v>1</c:v>
                </c:pt>
                <c:pt idx="76983">
                  <c:v>1</c:v>
                </c:pt>
                <c:pt idx="76984">
                  <c:v>2</c:v>
                </c:pt>
                <c:pt idx="76985">
                  <c:v>1</c:v>
                </c:pt>
                <c:pt idx="76986">
                  <c:v>3</c:v>
                </c:pt>
                <c:pt idx="76987">
                  <c:v>2</c:v>
                </c:pt>
                <c:pt idx="76988">
                  <c:v>1</c:v>
                </c:pt>
                <c:pt idx="76989">
                  <c:v>1</c:v>
                </c:pt>
                <c:pt idx="76990">
                  <c:v>1</c:v>
                </c:pt>
                <c:pt idx="76991">
                  <c:v>1</c:v>
                </c:pt>
                <c:pt idx="76992">
                  <c:v>4</c:v>
                </c:pt>
                <c:pt idx="76993">
                  <c:v>2</c:v>
                </c:pt>
                <c:pt idx="76994">
                  <c:v>1</c:v>
                </c:pt>
                <c:pt idx="76995">
                  <c:v>2</c:v>
                </c:pt>
                <c:pt idx="76996">
                  <c:v>2</c:v>
                </c:pt>
                <c:pt idx="76997">
                  <c:v>3</c:v>
                </c:pt>
                <c:pt idx="76998">
                  <c:v>4</c:v>
                </c:pt>
                <c:pt idx="76999">
                  <c:v>1</c:v>
                </c:pt>
                <c:pt idx="77000">
                  <c:v>3</c:v>
                </c:pt>
                <c:pt idx="77001">
                  <c:v>3</c:v>
                </c:pt>
                <c:pt idx="77002">
                  <c:v>3</c:v>
                </c:pt>
                <c:pt idx="77003">
                  <c:v>3</c:v>
                </c:pt>
                <c:pt idx="77004">
                  <c:v>4</c:v>
                </c:pt>
                <c:pt idx="77005">
                  <c:v>2</c:v>
                </c:pt>
                <c:pt idx="77006">
                  <c:v>3</c:v>
                </c:pt>
                <c:pt idx="77007">
                  <c:v>4</c:v>
                </c:pt>
                <c:pt idx="77008">
                  <c:v>4</c:v>
                </c:pt>
                <c:pt idx="77009">
                  <c:v>3</c:v>
                </c:pt>
                <c:pt idx="77010">
                  <c:v>3</c:v>
                </c:pt>
                <c:pt idx="77011">
                  <c:v>11</c:v>
                </c:pt>
                <c:pt idx="77012">
                  <c:v>13</c:v>
                </c:pt>
                <c:pt idx="77013">
                  <c:v>4</c:v>
                </c:pt>
                <c:pt idx="77014">
                  <c:v>3</c:v>
                </c:pt>
                <c:pt idx="77015">
                  <c:v>3</c:v>
                </c:pt>
                <c:pt idx="77016">
                  <c:v>4</c:v>
                </c:pt>
                <c:pt idx="77017">
                  <c:v>3</c:v>
                </c:pt>
                <c:pt idx="77018">
                  <c:v>3</c:v>
                </c:pt>
                <c:pt idx="77019">
                  <c:v>4</c:v>
                </c:pt>
                <c:pt idx="77020">
                  <c:v>3</c:v>
                </c:pt>
                <c:pt idx="77021">
                  <c:v>1</c:v>
                </c:pt>
                <c:pt idx="77022">
                  <c:v>3</c:v>
                </c:pt>
                <c:pt idx="77023">
                  <c:v>3</c:v>
                </c:pt>
                <c:pt idx="77024">
                  <c:v>3</c:v>
                </c:pt>
                <c:pt idx="77025">
                  <c:v>3</c:v>
                </c:pt>
                <c:pt idx="77026">
                  <c:v>3</c:v>
                </c:pt>
                <c:pt idx="77027">
                  <c:v>1</c:v>
                </c:pt>
                <c:pt idx="77028">
                  <c:v>6</c:v>
                </c:pt>
                <c:pt idx="77029">
                  <c:v>4</c:v>
                </c:pt>
                <c:pt idx="77030">
                  <c:v>4</c:v>
                </c:pt>
                <c:pt idx="77031">
                  <c:v>4</c:v>
                </c:pt>
                <c:pt idx="77032">
                  <c:v>3</c:v>
                </c:pt>
                <c:pt idx="77033">
                  <c:v>4</c:v>
                </c:pt>
                <c:pt idx="77034">
                  <c:v>3</c:v>
                </c:pt>
                <c:pt idx="77035">
                  <c:v>4</c:v>
                </c:pt>
                <c:pt idx="77036">
                  <c:v>5</c:v>
                </c:pt>
                <c:pt idx="77037">
                  <c:v>1</c:v>
                </c:pt>
                <c:pt idx="77038">
                  <c:v>1</c:v>
                </c:pt>
                <c:pt idx="77039">
                  <c:v>2</c:v>
                </c:pt>
                <c:pt idx="77040">
                  <c:v>2</c:v>
                </c:pt>
                <c:pt idx="77041">
                  <c:v>1</c:v>
                </c:pt>
                <c:pt idx="77042">
                  <c:v>2</c:v>
                </c:pt>
                <c:pt idx="77043">
                  <c:v>1</c:v>
                </c:pt>
                <c:pt idx="77044">
                  <c:v>2</c:v>
                </c:pt>
                <c:pt idx="77045">
                  <c:v>2</c:v>
                </c:pt>
                <c:pt idx="77046">
                  <c:v>1</c:v>
                </c:pt>
                <c:pt idx="77047">
                  <c:v>2</c:v>
                </c:pt>
                <c:pt idx="77048">
                  <c:v>1</c:v>
                </c:pt>
                <c:pt idx="77049">
                  <c:v>2</c:v>
                </c:pt>
                <c:pt idx="77050">
                  <c:v>3</c:v>
                </c:pt>
                <c:pt idx="77051">
                  <c:v>1</c:v>
                </c:pt>
                <c:pt idx="77052">
                  <c:v>3</c:v>
                </c:pt>
                <c:pt idx="77053">
                  <c:v>2</c:v>
                </c:pt>
                <c:pt idx="77054">
                  <c:v>3</c:v>
                </c:pt>
                <c:pt idx="77055">
                  <c:v>3</c:v>
                </c:pt>
                <c:pt idx="77056">
                  <c:v>2</c:v>
                </c:pt>
                <c:pt idx="77057">
                  <c:v>2</c:v>
                </c:pt>
                <c:pt idx="77058">
                  <c:v>3</c:v>
                </c:pt>
                <c:pt idx="77059">
                  <c:v>3</c:v>
                </c:pt>
                <c:pt idx="77060">
                  <c:v>2</c:v>
                </c:pt>
                <c:pt idx="77061">
                  <c:v>1</c:v>
                </c:pt>
                <c:pt idx="77062">
                  <c:v>2</c:v>
                </c:pt>
                <c:pt idx="77063">
                  <c:v>2</c:v>
                </c:pt>
                <c:pt idx="77064">
                  <c:v>3</c:v>
                </c:pt>
                <c:pt idx="77065">
                  <c:v>1</c:v>
                </c:pt>
                <c:pt idx="77066">
                  <c:v>3</c:v>
                </c:pt>
                <c:pt idx="77067">
                  <c:v>2</c:v>
                </c:pt>
                <c:pt idx="77068">
                  <c:v>2</c:v>
                </c:pt>
                <c:pt idx="77069">
                  <c:v>2</c:v>
                </c:pt>
                <c:pt idx="77070">
                  <c:v>2</c:v>
                </c:pt>
                <c:pt idx="77071">
                  <c:v>4</c:v>
                </c:pt>
                <c:pt idx="77072">
                  <c:v>2</c:v>
                </c:pt>
                <c:pt idx="77073">
                  <c:v>2</c:v>
                </c:pt>
                <c:pt idx="77074">
                  <c:v>1</c:v>
                </c:pt>
                <c:pt idx="77075">
                  <c:v>1</c:v>
                </c:pt>
                <c:pt idx="77076">
                  <c:v>1</c:v>
                </c:pt>
                <c:pt idx="77077">
                  <c:v>3</c:v>
                </c:pt>
                <c:pt idx="77078">
                  <c:v>2</c:v>
                </c:pt>
                <c:pt idx="77079">
                  <c:v>1</c:v>
                </c:pt>
                <c:pt idx="77080">
                  <c:v>1</c:v>
                </c:pt>
                <c:pt idx="77081">
                  <c:v>1</c:v>
                </c:pt>
                <c:pt idx="77082">
                  <c:v>1</c:v>
                </c:pt>
                <c:pt idx="77083">
                  <c:v>2</c:v>
                </c:pt>
                <c:pt idx="77084">
                  <c:v>4</c:v>
                </c:pt>
                <c:pt idx="77085">
                  <c:v>3</c:v>
                </c:pt>
                <c:pt idx="77086">
                  <c:v>2</c:v>
                </c:pt>
                <c:pt idx="77087">
                  <c:v>2</c:v>
                </c:pt>
                <c:pt idx="77088">
                  <c:v>4</c:v>
                </c:pt>
                <c:pt idx="77089">
                  <c:v>4</c:v>
                </c:pt>
                <c:pt idx="77090">
                  <c:v>4</c:v>
                </c:pt>
                <c:pt idx="77091">
                  <c:v>4</c:v>
                </c:pt>
                <c:pt idx="77092">
                  <c:v>4</c:v>
                </c:pt>
                <c:pt idx="77093">
                  <c:v>3</c:v>
                </c:pt>
                <c:pt idx="77094">
                  <c:v>4</c:v>
                </c:pt>
                <c:pt idx="77095">
                  <c:v>4</c:v>
                </c:pt>
                <c:pt idx="77096">
                  <c:v>4</c:v>
                </c:pt>
                <c:pt idx="77097">
                  <c:v>4</c:v>
                </c:pt>
                <c:pt idx="77098">
                  <c:v>3</c:v>
                </c:pt>
                <c:pt idx="77099">
                  <c:v>2</c:v>
                </c:pt>
                <c:pt idx="77100">
                  <c:v>2</c:v>
                </c:pt>
                <c:pt idx="77101">
                  <c:v>1</c:v>
                </c:pt>
                <c:pt idx="77102">
                  <c:v>2</c:v>
                </c:pt>
                <c:pt idx="77103">
                  <c:v>6</c:v>
                </c:pt>
                <c:pt idx="77104">
                  <c:v>2</c:v>
                </c:pt>
                <c:pt idx="77105">
                  <c:v>3</c:v>
                </c:pt>
                <c:pt idx="77106">
                  <c:v>6</c:v>
                </c:pt>
                <c:pt idx="77107">
                  <c:v>3</c:v>
                </c:pt>
                <c:pt idx="77108">
                  <c:v>5</c:v>
                </c:pt>
                <c:pt idx="77109">
                  <c:v>5</c:v>
                </c:pt>
                <c:pt idx="77110">
                  <c:v>1</c:v>
                </c:pt>
                <c:pt idx="77111">
                  <c:v>2</c:v>
                </c:pt>
                <c:pt idx="77112">
                  <c:v>7</c:v>
                </c:pt>
                <c:pt idx="77113">
                  <c:v>3</c:v>
                </c:pt>
                <c:pt idx="77114">
                  <c:v>2</c:v>
                </c:pt>
                <c:pt idx="77115">
                  <c:v>3</c:v>
                </c:pt>
                <c:pt idx="77116">
                  <c:v>2</c:v>
                </c:pt>
                <c:pt idx="77117">
                  <c:v>2</c:v>
                </c:pt>
                <c:pt idx="77118">
                  <c:v>3</c:v>
                </c:pt>
                <c:pt idx="77119">
                  <c:v>3</c:v>
                </c:pt>
                <c:pt idx="77120">
                  <c:v>3</c:v>
                </c:pt>
                <c:pt idx="77121">
                  <c:v>3</c:v>
                </c:pt>
                <c:pt idx="77122">
                  <c:v>3</c:v>
                </c:pt>
                <c:pt idx="77123">
                  <c:v>3</c:v>
                </c:pt>
                <c:pt idx="77124">
                  <c:v>3</c:v>
                </c:pt>
                <c:pt idx="77125">
                  <c:v>3</c:v>
                </c:pt>
                <c:pt idx="77126">
                  <c:v>3</c:v>
                </c:pt>
                <c:pt idx="77127">
                  <c:v>3</c:v>
                </c:pt>
                <c:pt idx="77128">
                  <c:v>4</c:v>
                </c:pt>
                <c:pt idx="77129">
                  <c:v>3</c:v>
                </c:pt>
                <c:pt idx="77130">
                  <c:v>3</c:v>
                </c:pt>
                <c:pt idx="77131">
                  <c:v>2</c:v>
                </c:pt>
                <c:pt idx="77132">
                  <c:v>2</c:v>
                </c:pt>
                <c:pt idx="77133">
                  <c:v>3</c:v>
                </c:pt>
                <c:pt idx="77134">
                  <c:v>2</c:v>
                </c:pt>
                <c:pt idx="77135">
                  <c:v>2</c:v>
                </c:pt>
                <c:pt idx="77136">
                  <c:v>4</c:v>
                </c:pt>
                <c:pt idx="77137">
                  <c:v>3</c:v>
                </c:pt>
                <c:pt idx="77138">
                  <c:v>1</c:v>
                </c:pt>
                <c:pt idx="77139">
                  <c:v>2</c:v>
                </c:pt>
                <c:pt idx="77140">
                  <c:v>3</c:v>
                </c:pt>
                <c:pt idx="77141">
                  <c:v>4</c:v>
                </c:pt>
                <c:pt idx="77142">
                  <c:v>4</c:v>
                </c:pt>
                <c:pt idx="77143">
                  <c:v>5</c:v>
                </c:pt>
                <c:pt idx="77144">
                  <c:v>3</c:v>
                </c:pt>
                <c:pt idx="77145">
                  <c:v>3</c:v>
                </c:pt>
                <c:pt idx="77146">
                  <c:v>3</c:v>
                </c:pt>
                <c:pt idx="77147">
                  <c:v>4</c:v>
                </c:pt>
                <c:pt idx="77148">
                  <c:v>3</c:v>
                </c:pt>
                <c:pt idx="77149">
                  <c:v>4</c:v>
                </c:pt>
                <c:pt idx="77150">
                  <c:v>6</c:v>
                </c:pt>
                <c:pt idx="77151">
                  <c:v>6</c:v>
                </c:pt>
                <c:pt idx="77152">
                  <c:v>7</c:v>
                </c:pt>
                <c:pt idx="77153">
                  <c:v>2</c:v>
                </c:pt>
                <c:pt idx="77154">
                  <c:v>2</c:v>
                </c:pt>
                <c:pt idx="77155">
                  <c:v>2</c:v>
                </c:pt>
                <c:pt idx="77156">
                  <c:v>4</c:v>
                </c:pt>
                <c:pt idx="77157">
                  <c:v>2</c:v>
                </c:pt>
                <c:pt idx="77158">
                  <c:v>2</c:v>
                </c:pt>
                <c:pt idx="77159">
                  <c:v>5</c:v>
                </c:pt>
                <c:pt idx="77160">
                  <c:v>4</c:v>
                </c:pt>
                <c:pt idx="77161">
                  <c:v>2</c:v>
                </c:pt>
                <c:pt idx="77162">
                  <c:v>2</c:v>
                </c:pt>
                <c:pt idx="77163">
                  <c:v>2</c:v>
                </c:pt>
                <c:pt idx="77164">
                  <c:v>2</c:v>
                </c:pt>
                <c:pt idx="77165">
                  <c:v>5</c:v>
                </c:pt>
                <c:pt idx="77166">
                  <c:v>2</c:v>
                </c:pt>
                <c:pt idx="77167">
                  <c:v>4</c:v>
                </c:pt>
                <c:pt idx="77168">
                  <c:v>4</c:v>
                </c:pt>
                <c:pt idx="77169">
                  <c:v>3</c:v>
                </c:pt>
                <c:pt idx="77170">
                  <c:v>1</c:v>
                </c:pt>
                <c:pt idx="77171">
                  <c:v>1</c:v>
                </c:pt>
                <c:pt idx="77172">
                  <c:v>5</c:v>
                </c:pt>
                <c:pt idx="77173">
                  <c:v>15</c:v>
                </c:pt>
                <c:pt idx="77174">
                  <c:v>6</c:v>
                </c:pt>
                <c:pt idx="77175">
                  <c:v>4</c:v>
                </c:pt>
                <c:pt idx="77176">
                  <c:v>5</c:v>
                </c:pt>
                <c:pt idx="77177">
                  <c:v>3</c:v>
                </c:pt>
                <c:pt idx="77178">
                  <c:v>7</c:v>
                </c:pt>
                <c:pt idx="77179">
                  <c:v>3</c:v>
                </c:pt>
                <c:pt idx="77180">
                  <c:v>2</c:v>
                </c:pt>
                <c:pt idx="77181">
                  <c:v>4</c:v>
                </c:pt>
                <c:pt idx="77182">
                  <c:v>1</c:v>
                </c:pt>
                <c:pt idx="77183">
                  <c:v>2</c:v>
                </c:pt>
                <c:pt idx="77184">
                  <c:v>3</c:v>
                </c:pt>
                <c:pt idx="77185">
                  <c:v>3</c:v>
                </c:pt>
                <c:pt idx="77186">
                  <c:v>1</c:v>
                </c:pt>
                <c:pt idx="77187">
                  <c:v>2</c:v>
                </c:pt>
                <c:pt idx="77188">
                  <c:v>1</c:v>
                </c:pt>
                <c:pt idx="77189">
                  <c:v>1</c:v>
                </c:pt>
                <c:pt idx="77190">
                  <c:v>4</c:v>
                </c:pt>
                <c:pt idx="77191">
                  <c:v>3</c:v>
                </c:pt>
                <c:pt idx="77192">
                  <c:v>2</c:v>
                </c:pt>
                <c:pt idx="77193">
                  <c:v>2</c:v>
                </c:pt>
                <c:pt idx="77194">
                  <c:v>2</c:v>
                </c:pt>
                <c:pt idx="77195">
                  <c:v>3</c:v>
                </c:pt>
                <c:pt idx="77196">
                  <c:v>1</c:v>
                </c:pt>
                <c:pt idx="77197">
                  <c:v>1</c:v>
                </c:pt>
                <c:pt idx="77198">
                  <c:v>2</c:v>
                </c:pt>
                <c:pt idx="77199">
                  <c:v>2</c:v>
                </c:pt>
                <c:pt idx="77200">
                  <c:v>1</c:v>
                </c:pt>
                <c:pt idx="77201">
                  <c:v>2</c:v>
                </c:pt>
                <c:pt idx="77202">
                  <c:v>4</c:v>
                </c:pt>
                <c:pt idx="77203">
                  <c:v>2</c:v>
                </c:pt>
                <c:pt idx="77204">
                  <c:v>4</c:v>
                </c:pt>
                <c:pt idx="77205">
                  <c:v>3</c:v>
                </c:pt>
                <c:pt idx="77206">
                  <c:v>2</c:v>
                </c:pt>
                <c:pt idx="77207">
                  <c:v>2</c:v>
                </c:pt>
                <c:pt idx="77208">
                  <c:v>4</c:v>
                </c:pt>
                <c:pt idx="77209">
                  <c:v>2</c:v>
                </c:pt>
                <c:pt idx="77210">
                  <c:v>2</c:v>
                </c:pt>
                <c:pt idx="77211">
                  <c:v>3</c:v>
                </c:pt>
                <c:pt idx="77212">
                  <c:v>2</c:v>
                </c:pt>
                <c:pt idx="77213">
                  <c:v>4</c:v>
                </c:pt>
                <c:pt idx="77214">
                  <c:v>4</c:v>
                </c:pt>
                <c:pt idx="77215">
                  <c:v>2</c:v>
                </c:pt>
                <c:pt idx="77216">
                  <c:v>3</c:v>
                </c:pt>
                <c:pt idx="77217">
                  <c:v>1</c:v>
                </c:pt>
                <c:pt idx="77218">
                  <c:v>2</c:v>
                </c:pt>
                <c:pt idx="77219">
                  <c:v>1</c:v>
                </c:pt>
                <c:pt idx="77220">
                  <c:v>1</c:v>
                </c:pt>
                <c:pt idx="77221">
                  <c:v>1</c:v>
                </c:pt>
                <c:pt idx="77222">
                  <c:v>3</c:v>
                </c:pt>
                <c:pt idx="77223">
                  <c:v>3</c:v>
                </c:pt>
                <c:pt idx="77224">
                  <c:v>3</c:v>
                </c:pt>
                <c:pt idx="77225">
                  <c:v>1</c:v>
                </c:pt>
                <c:pt idx="77226">
                  <c:v>2</c:v>
                </c:pt>
                <c:pt idx="77227">
                  <c:v>1</c:v>
                </c:pt>
                <c:pt idx="77228">
                  <c:v>2</c:v>
                </c:pt>
                <c:pt idx="77229">
                  <c:v>2</c:v>
                </c:pt>
                <c:pt idx="77230">
                  <c:v>3</c:v>
                </c:pt>
                <c:pt idx="77231">
                  <c:v>2</c:v>
                </c:pt>
                <c:pt idx="77232">
                  <c:v>2</c:v>
                </c:pt>
                <c:pt idx="77233">
                  <c:v>3</c:v>
                </c:pt>
                <c:pt idx="77234">
                  <c:v>2</c:v>
                </c:pt>
                <c:pt idx="77235">
                  <c:v>3</c:v>
                </c:pt>
                <c:pt idx="77236">
                  <c:v>1</c:v>
                </c:pt>
                <c:pt idx="77237">
                  <c:v>2</c:v>
                </c:pt>
                <c:pt idx="77238">
                  <c:v>2</c:v>
                </c:pt>
                <c:pt idx="77239">
                  <c:v>2</c:v>
                </c:pt>
                <c:pt idx="77240">
                  <c:v>2</c:v>
                </c:pt>
                <c:pt idx="77241">
                  <c:v>2</c:v>
                </c:pt>
                <c:pt idx="77242">
                  <c:v>4</c:v>
                </c:pt>
                <c:pt idx="77243">
                  <c:v>3</c:v>
                </c:pt>
                <c:pt idx="77244">
                  <c:v>5</c:v>
                </c:pt>
                <c:pt idx="77245">
                  <c:v>4</c:v>
                </c:pt>
                <c:pt idx="77246">
                  <c:v>5</c:v>
                </c:pt>
                <c:pt idx="77247">
                  <c:v>4</c:v>
                </c:pt>
                <c:pt idx="77248">
                  <c:v>2</c:v>
                </c:pt>
                <c:pt idx="77249">
                  <c:v>4</c:v>
                </c:pt>
                <c:pt idx="77250">
                  <c:v>2</c:v>
                </c:pt>
                <c:pt idx="77251">
                  <c:v>2</c:v>
                </c:pt>
                <c:pt idx="77252">
                  <c:v>2</c:v>
                </c:pt>
                <c:pt idx="77253">
                  <c:v>4</c:v>
                </c:pt>
                <c:pt idx="77254">
                  <c:v>3</c:v>
                </c:pt>
                <c:pt idx="77255">
                  <c:v>2</c:v>
                </c:pt>
                <c:pt idx="77256">
                  <c:v>4</c:v>
                </c:pt>
                <c:pt idx="77257">
                  <c:v>4</c:v>
                </c:pt>
                <c:pt idx="77258">
                  <c:v>4</c:v>
                </c:pt>
                <c:pt idx="77259">
                  <c:v>2</c:v>
                </c:pt>
                <c:pt idx="77260">
                  <c:v>3</c:v>
                </c:pt>
                <c:pt idx="77261">
                  <c:v>1</c:v>
                </c:pt>
                <c:pt idx="77262">
                  <c:v>2</c:v>
                </c:pt>
                <c:pt idx="77263">
                  <c:v>2</c:v>
                </c:pt>
                <c:pt idx="77264">
                  <c:v>2</c:v>
                </c:pt>
                <c:pt idx="77265">
                  <c:v>3</c:v>
                </c:pt>
                <c:pt idx="77266">
                  <c:v>4</c:v>
                </c:pt>
                <c:pt idx="77267">
                  <c:v>2</c:v>
                </c:pt>
                <c:pt idx="77268">
                  <c:v>2</c:v>
                </c:pt>
                <c:pt idx="77269">
                  <c:v>2</c:v>
                </c:pt>
                <c:pt idx="77270">
                  <c:v>2</c:v>
                </c:pt>
                <c:pt idx="77271">
                  <c:v>3</c:v>
                </c:pt>
                <c:pt idx="77272">
                  <c:v>2</c:v>
                </c:pt>
                <c:pt idx="77273">
                  <c:v>2</c:v>
                </c:pt>
                <c:pt idx="77274">
                  <c:v>1</c:v>
                </c:pt>
                <c:pt idx="77275">
                  <c:v>1</c:v>
                </c:pt>
                <c:pt idx="77276">
                  <c:v>1</c:v>
                </c:pt>
                <c:pt idx="77277">
                  <c:v>2</c:v>
                </c:pt>
                <c:pt idx="77278">
                  <c:v>1</c:v>
                </c:pt>
                <c:pt idx="77279">
                  <c:v>2</c:v>
                </c:pt>
                <c:pt idx="77280">
                  <c:v>2</c:v>
                </c:pt>
                <c:pt idx="77281">
                  <c:v>2</c:v>
                </c:pt>
                <c:pt idx="77282">
                  <c:v>2</c:v>
                </c:pt>
                <c:pt idx="77283">
                  <c:v>4</c:v>
                </c:pt>
                <c:pt idx="77284">
                  <c:v>2</c:v>
                </c:pt>
                <c:pt idx="77285">
                  <c:v>3</c:v>
                </c:pt>
                <c:pt idx="77286">
                  <c:v>2</c:v>
                </c:pt>
                <c:pt idx="77287">
                  <c:v>-1</c:v>
                </c:pt>
                <c:pt idx="77288">
                  <c:v>2</c:v>
                </c:pt>
                <c:pt idx="77289">
                  <c:v>2</c:v>
                </c:pt>
                <c:pt idx="77290">
                  <c:v>3</c:v>
                </c:pt>
                <c:pt idx="77291">
                  <c:v>3</c:v>
                </c:pt>
                <c:pt idx="77292">
                  <c:v>2</c:v>
                </c:pt>
                <c:pt idx="77293">
                  <c:v>4</c:v>
                </c:pt>
                <c:pt idx="77294">
                  <c:v>2</c:v>
                </c:pt>
                <c:pt idx="77295">
                  <c:v>2</c:v>
                </c:pt>
                <c:pt idx="77296">
                  <c:v>4</c:v>
                </c:pt>
                <c:pt idx="77297">
                  <c:v>6</c:v>
                </c:pt>
                <c:pt idx="77298">
                  <c:v>5</c:v>
                </c:pt>
                <c:pt idx="77299">
                  <c:v>3</c:v>
                </c:pt>
                <c:pt idx="77300">
                  <c:v>4</c:v>
                </c:pt>
                <c:pt idx="77301">
                  <c:v>3</c:v>
                </c:pt>
                <c:pt idx="77302">
                  <c:v>3</c:v>
                </c:pt>
                <c:pt idx="77303">
                  <c:v>3</c:v>
                </c:pt>
                <c:pt idx="77304">
                  <c:v>2</c:v>
                </c:pt>
                <c:pt idx="77305">
                  <c:v>3</c:v>
                </c:pt>
                <c:pt idx="77306">
                  <c:v>2</c:v>
                </c:pt>
                <c:pt idx="77307">
                  <c:v>3</c:v>
                </c:pt>
                <c:pt idx="77308">
                  <c:v>2</c:v>
                </c:pt>
                <c:pt idx="77309">
                  <c:v>3</c:v>
                </c:pt>
                <c:pt idx="77310">
                  <c:v>3</c:v>
                </c:pt>
                <c:pt idx="77311">
                  <c:v>2</c:v>
                </c:pt>
                <c:pt idx="77312">
                  <c:v>3</c:v>
                </c:pt>
                <c:pt idx="77313">
                  <c:v>2</c:v>
                </c:pt>
                <c:pt idx="77314">
                  <c:v>2</c:v>
                </c:pt>
                <c:pt idx="77315">
                  <c:v>2</c:v>
                </c:pt>
                <c:pt idx="77316">
                  <c:v>6</c:v>
                </c:pt>
                <c:pt idx="77317">
                  <c:v>4</c:v>
                </c:pt>
                <c:pt idx="77318">
                  <c:v>6</c:v>
                </c:pt>
                <c:pt idx="77319">
                  <c:v>5</c:v>
                </c:pt>
                <c:pt idx="77320">
                  <c:v>4</c:v>
                </c:pt>
                <c:pt idx="77321">
                  <c:v>6</c:v>
                </c:pt>
                <c:pt idx="77322">
                  <c:v>4</c:v>
                </c:pt>
                <c:pt idx="77323">
                  <c:v>3</c:v>
                </c:pt>
                <c:pt idx="77324">
                  <c:v>2</c:v>
                </c:pt>
                <c:pt idx="77325">
                  <c:v>2</c:v>
                </c:pt>
                <c:pt idx="77326">
                  <c:v>4</c:v>
                </c:pt>
                <c:pt idx="77327">
                  <c:v>4</c:v>
                </c:pt>
                <c:pt idx="77328">
                  <c:v>2</c:v>
                </c:pt>
                <c:pt idx="77329">
                  <c:v>2</c:v>
                </c:pt>
                <c:pt idx="77330">
                  <c:v>2</c:v>
                </c:pt>
                <c:pt idx="77331">
                  <c:v>3</c:v>
                </c:pt>
                <c:pt idx="77332">
                  <c:v>4</c:v>
                </c:pt>
                <c:pt idx="77333">
                  <c:v>5</c:v>
                </c:pt>
                <c:pt idx="77334">
                  <c:v>5</c:v>
                </c:pt>
                <c:pt idx="77335">
                  <c:v>5</c:v>
                </c:pt>
                <c:pt idx="77336">
                  <c:v>10</c:v>
                </c:pt>
                <c:pt idx="77337">
                  <c:v>7</c:v>
                </c:pt>
                <c:pt idx="77338">
                  <c:v>1</c:v>
                </c:pt>
                <c:pt idx="77339">
                  <c:v>1</c:v>
                </c:pt>
                <c:pt idx="77340">
                  <c:v>1</c:v>
                </c:pt>
                <c:pt idx="77341">
                  <c:v>2</c:v>
                </c:pt>
                <c:pt idx="77342">
                  <c:v>1</c:v>
                </c:pt>
                <c:pt idx="77343">
                  <c:v>1</c:v>
                </c:pt>
                <c:pt idx="77344">
                  <c:v>2</c:v>
                </c:pt>
                <c:pt idx="77345">
                  <c:v>1</c:v>
                </c:pt>
                <c:pt idx="77346">
                  <c:v>1</c:v>
                </c:pt>
                <c:pt idx="77347">
                  <c:v>1</c:v>
                </c:pt>
                <c:pt idx="77348">
                  <c:v>1</c:v>
                </c:pt>
                <c:pt idx="77349">
                  <c:v>3</c:v>
                </c:pt>
                <c:pt idx="77350">
                  <c:v>3</c:v>
                </c:pt>
                <c:pt idx="77351">
                  <c:v>5</c:v>
                </c:pt>
                <c:pt idx="77352">
                  <c:v>3</c:v>
                </c:pt>
                <c:pt idx="77353">
                  <c:v>3</c:v>
                </c:pt>
                <c:pt idx="77354">
                  <c:v>4</c:v>
                </c:pt>
                <c:pt idx="77355">
                  <c:v>3</c:v>
                </c:pt>
                <c:pt idx="77356">
                  <c:v>4</c:v>
                </c:pt>
                <c:pt idx="77357">
                  <c:v>5</c:v>
                </c:pt>
                <c:pt idx="77358">
                  <c:v>3</c:v>
                </c:pt>
                <c:pt idx="77359">
                  <c:v>3</c:v>
                </c:pt>
                <c:pt idx="77360">
                  <c:v>5</c:v>
                </c:pt>
                <c:pt idx="77361">
                  <c:v>3</c:v>
                </c:pt>
                <c:pt idx="77362">
                  <c:v>4</c:v>
                </c:pt>
                <c:pt idx="77363">
                  <c:v>2</c:v>
                </c:pt>
                <c:pt idx="77364">
                  <c:v>3</c:v>
                </c:pt>
                <c:pt idx="77365">
                  <c:v>2</c:v>
                </c:pt>
                <c:pt idx="77366">
                  <c:v>1</c:v>
                </c:pt>
                <c:pt idx="77367">
                  <c:v>2</c:v>
                </c:pt>
                <c:pt idx="77368">
                  <c:v>2</c:v>
                </c:pt>
                <c:pt idx="77369">
                  <c:v>1</c:v>
                </c:pt>
                <c:pt idx="77370">
                  <c:v>3</c:v>
                </c:pt>
                <c:pt idx="77371">
                  <c:v>2</c:v>
                </c:pt>
                <c:pt idx="77372">
                  <c:v>2</c:v>
                </c:pt>
                <c:pt idx="77373">
                  <c:v>1</c:v>
                </c:pt>
                <c:pt idx="77374">
                  <c:v>1</c:v>
                </c:pt>
                <c:pt idx="77375">
                  <c:v>1</c:v>
                </c:pt>
                <c:pt idx="77376">
                  <c:v>1</c:v>
                </c:pt>
                <c:pt idx="77377">
                  <c:v>3</c:v>
                </c:pt>
                <c:pt idx="77378">
                  <c:v>9</c:v>
                </c:pt>
                <c:pt idx="77379">
                  <c:v>10</c:v>
                </c:pt>
                <c:pt idx="77380">
                  <c:v>2</c:v>
                </c:pt>
                <c:pt idx="77381">
                  <c:v>2</c:v>
                </c:pt>
                <c:pt idx="77382">
                  <c:v>1</c:v>
                </c:pt>
                <c:pt idx="77383">
                  <c:v>3</c:v>
                </c:pt>
                <c:pt idx="77384">
                  <c:v>1</c:v>
                </c:pt>
                <c:pt idx="77385">
                  <c:v>1</c:v>
                </c:pt>
                <c:pt idx="77386">
                  <c:v>2</c:v>
                </c:pt>
                <c:pt idx="77387">
                  <c:v>1</c:v>
                </c:pt>
                <c:pt idx="77388">
                  <c:v>1</c:v>
                </c:pt>
                <c:pt idx="77389">
                  <c:v>1</c:v>
                </c:pt>
                <c:pt idx="77390">
                  <c:v>1</c:v>
                </c:pt>
                <c:pt idx="77391">
                  <c:v>1</c:v>
                </c:pt>
                <c:pt idx="77392">
                  <c:v>4</c:v>
                </c:pt>
                <c:pt idx="77393">
                  <c:v>6</c:v>
                </c:pt>
                <c:pt idx="77394">
                  <c:v>11</c:v>
                </c:pt>
                <c:pt idx="77395">
                  <c:v>7</c:v>
                </c:pt>
                <c:pt idx="77396">
                  <c:v>6</c:v>
                </c:pt>
                <c:pt idx="77397">
                  <c:v>5</c:v>
                </c:pt>
                <c:pt idx="77398">
                  <c:v>5</c:v>
                </c:pt>
                <c:pt idx="77399">
                  <c:v>2</c:v>
                </c:pt>
                <c:pt idx="77400">
                  <c:v>2</c:v>
                </c:pt>
                <c:pt idx="77401">
                  <c:v>1</c:v>
                </c:pt>
                <c:pt idx="77402">
                  <c:v>1</c:v>
                </c:pt>
                <c:pt idx="77403">
                  <c:v>3</c:v>
                </c:pt>
                <c:pt idx="77404">
                  <c:v>1</c:v>
                </c:pt>
                <c:pt idx="77405">
                  <c:v>3</c:v>
                </c:pt>
                <c:pt idx="77406">
                  <c:v>2</c:v>
                </c:pt>
                <c:pt idx="77407">
                  <c:v>2</c:v>
                </c:pt>
                <c:pt idx="77408">
                  <c:v>1</c:v>
                </c:pt>
                <c:pt idx="77409">
                  <c:v>2</c:v>
                </c:pt>
                <c:pt idx="77410">
                  <c:v>1</c:v>
                </c:pt>
                <c:pt idx="77411">
                  <c:v>1</c:v>
                </c:pt>
                <c:pt idx="77412">
                  <c:v>3</c:v>
                </c:pt>
                <c:pt idx="77413">
                  <c:v>1</c:v>
                </c:pt>
                <c:pt idx="77414">
                  <c:v>1</c:v>
                </c:pt>
                <c:pt idx="77415">
                  <c:v>2</c:v>
                </c:pt>
                <c:pt idx="77416">
                  <c:v>2</c:v>
                </c:pt>
                <c:pt idx="77417">
                  <c:v>2</c:v>
                </c:pt>
                <c:pt idx="77418">
                  <c:v>2</c:v>
                </c:pt>
                <c:pt idx="77419">
                  <c:v>2</c:v>
                </c:pt>
                <c:pt idx="77420">
                  <c:v>2</c:v>
                </c:pt>
                <c:pt idx="77421">
                  <c:v>2</c:v>
                </c:pt>
                <c:pt idx="77422">
                  <c:v>4</c:v>
                </c:pt>
                <c:pt idx="77423">
                  <c:v>4</c:v>
                </c:pt>
                <c:pt idx="77424">
                  <c:v>2</c:v>
                </c:pt>
                <c:pt idx="77425">
                  <c:v>3</c:v>
                </c:pt>
                <c:pt idx="77426">
                  <c:v>1</c:v>
                </c:pt>
                <c:pt idx="77427">
                  <c:v>3</c:v>
                </c:pt>
                <c:pt idx="77428">
                  <c:v>2</c:v>
                </c:pt>
                <c:pt idx="77429">
                  <c:v>4</c:v>
                </c:pt>
                <c:pt idx="77430">
                  <c:v>4</c:v>
                </c:pt>
                <c:pt idx="77431">
                  <c:v>5</c:v>
                </c:pt>
                <c:pt idx="77432">
                  <c:v>2</c:v>
                </c:pt>
                <c:pt idx="77433">
                  <c:v>5</c:v>
                </c:pt>
                <c:pt idx="77434">
                  <c:v>5</c:v>
                </c:pt>
                <c:pt idx="77435">
                  <c:v>5</c:v>
                </c:pt>
                <c:pt idx="77436">
                  <c:v>6</c:v>
                </c:pt>
                <c:pt idx="77437">
                  <c:v>4</c:v>
                </c:pt>
                <c:pt idx="77438">
                  <c:v>4</c:v>
                </c:pt>
                <c:pt idx="77439">
                  <c:v>4</c:v>
                </c:pt>
                <c:pt idx="77440">
                  <c:v>2</c:v>
                </c:pt>
                <c:pt idx="77441">
                  <c:v>1</c:v>
                </c:pt>
                <c:pt idx="77442">
                  <c:v>3</c:v>
                </c:pt>
                <c:pt idx="77443">
                  <c:v>6</c:v>
                </c:pt>
                <c:pt idx="77444">
                  <c:v>4</c:v>
                </c:pt>
                <c:pt idx="77445">
                  <c:v>8</c:v>
                </c:pt>
                <c:pt idx="77446">
                  <c:v>6</c:v>
                </c:pt>
                <c:pt idx="77447">
                  <c:v>7</c:v>
                </c:pt>
                <c:pt idx="77448">
                  <c:v>22</c:v>
                </c:pt>
                <c:pt idx="77449">
                  <c:v>22</c:v>
                </c:pt>
                <c:pt idx="77450">
                  <c:v>7</c:v>
                </c:pt>
                <c:pt idx="77451">
                  <c:v>2</c:v>
                </c:pt>
                <c:pt idx="77452">
                  <c:v>1</c:v>
                </c:pt>
                <c:pt idx="77453">
                  <c:v>2</c:v>
                </c:pt>
                <c:pt idx="77454">
                  <c:v>2</c:v>
                </c:pt>
                <c:pt idx="77455">
                  <c:v>1</c:v>
                </c:pt>
                <c:pt idx="77456">
                  <c:v>1</c:v>
                </c:pt>
                <c:pt idx="77457">
                  <c:v>1</c:v>
                </c:pt>
                <c:pt idx="77458">
                  <c:v>1</c:v>
                </c:pt>
                <c:pt idx="77459">
                  <c:v>1</c:v>
                </c:pt>
                <c:pt idx="77460">
                  <c:v>1</c:v>
                </c:pt>
                <c:pt idx="77461">
                  <c:v>1</c:v>
                </c:pt>
                <c:pt idx="77462">
                  <c:v>4</c:v>
                </c:pt>
                <c:pt idx="77463">
                  <c:v>4</c:v>
                </c:pt>
                <c:pt idx="77464">
                  <c:v>3</c:v>
                </c:pt>
                <c:pt idx="77465">
                  <c:v>7</c:v>
                </c:pt>
                <c:pt idx="77466">
                  <c:v>4</c:v>
                </c:pt>
                <c:pt idx="77467">
                  <c:v>1</c:v>
                </c:pt>
                <c:pt idx="77468">
                  <c:v>8</c:v>
                </c:pt>
                <c:pt idx="77469">
                  <c:v>2</c:v>
                </c:pt>
                <c:pt idx="77470">
                  <c:v>6</c:v>
                </c:pt>
                <c:pt idx="77471">
                  <c:v>3</c:v>
                </c:pt>
                <c:pt idx="77472">
                  <c:v>6</c:v>
                </c:pt>
                <c:pt idx="77473">
                  <c:v>3</c:v>
                </c:pt>
                <c:pt idx="77474">
                  <c:v>3</c:v>
                </c:pt>
                <c:pt idx="77475">
                  <c:v>2</c:v>
                </c:pt>
                <c:pt idx="77476">
                  <c:v>1</c:v>
                </c:pt>
                <c:pt idx="77477">
                  <c:v>2</c:v>
                </c:pt>
                <c:pt idx="77478">
                  <c:v>2</c:v>
                </c:pt>
                <c:pt idx="77479">
                  <c:v>1</c:v>
                </c:pt>
                <c:pt idx="77480">
                  <c:v>2</c:v>
                </c:pt>
                <c:pt idx="77481">
                  <c:v>3</c:v>
                </c:pt>
                <c:pt idx="77482">
                  <c:v>2</c:v>
                </c:pt>
                <c:pt idx="77483">
                  <c:v>2</c:v>
                </c:pt>
                <c:pt idx="77484">
                  <c:v>3</c:v>
                </c:pt>
                <c:pt idx="77485">
                  <c:v>2</c:v>
                </c:pt>
                <c:pt idx="77486">
                  <c:v>3</c:v>
                </c:pt>
                <c:pt idx="77487">
                  <c:v>1</c:v>
                </c:pt>
                <c:pt idx="77488">
                  <c:v>1</c:v>
                </c:pt>
                <c:pt idx="77489">
                  <c:v>2</c:v>
                </c:pt>
                <c:pt idx="77490">
                  <c:v>3</c:v>
                </c:pt>
                <c:pt idx="77491">
                  <c:v>3</c:v>
                </c:pt>
                <c:pt idx="77492">
                  <c:v>1</c:v>
                </c:pt>
                <c:pt idx="77493">
                  <c:v>2</c:v>
                </c:pt>
                <c:pt idx="77494">
                  <c:v>4</c:v>
                </c:pt>
                <c:pt idx="77495">
                  <c:v>1</c:v>
                </c:pt>
                <c:pt idx="77496">
                  <c:v>2</c:v>
                </c:pt>
                <c:pt idx="77497">
                  <c:v>1</c:v>
                </c:pt>
                <c:pt idx="77498">
                  <c:v>1</c:v>
                </c:pt>
                <c:pt idx="77499">
                  <c:v>1</c:v>
                </c:pt>
                <c:pt idx="77500">
                  <c:v>2</c:v>
                </c:pt>
                <c:pt idx="77501">
                  <c:v>2</c:v>
                </c:pt>
                <c:pt idx="77502">
                  <c:v>2</c:v>
                </c:pt>
                <c:pt idx="77503">
                  <c:v>1</c:v>
                </c:pt>
                <c:pt idx="77504">
                  <c:v>1</c:v>
                </c:pt>
                <c:pt idx="77505">
                  <c:v>1</c:v>
                </c:pt>
                <c:pt idx="77506">
                  <c:v>2</c:v>
                </c:pt>
                <c:pt idx="77507">
                  <c:v>2</c:v>
                </c:pt>
                <c:pt idx="77508">
                  <c:v>2</c:v>
                </c:pt>
                <c:pt idx="77509">
                  <c:v>2</c:v>
                </c:pt>
                <c:pt idx="77510">
                  <c:v>2</c:v>
                </c:pt>
                <c:pt idx="77511">
                  <c:v>2</c:v>
                </c:pt>
                <c:pt idx="77512">
                  <c:v>2</c:v>
                </c:pt>
                <c:pt idx="77513">
                  <c:v>3</c:v>
                </c:pt>
                <c:pt idx="77514">
                  <c:v>2</c:v>
                </c:pt>
                <c:pt idx="77515">
                  <c:v>3</c:v>
                </c:pt>
                <c:pt idx="77516">
                  <c:v>1</c:v>
                </c:pt>
                <c:pt idx="77517">
                  <c:v>3</c:v>
                </c:pt>
                <c:pt idx="77518">
                  <c:v>4</c:v>
                </c:pt>
                <c:pt idx="77519">
                  <c:v>5</c:v>
                </c:pt>
                <c:pt idx="77520">
                  <c:v>3</c:v>
                </c:pt>
                <c:pt idx="77521">
                  <c:v>4</c:v>
                </c:pt>
                <c:pt idx="77522">
                  <c:v>2</c:v>
                </c:pt>
                <c:pt idx="77523">
                  <c:v>3</c:v>
                </c:pt>
                <c:pt idx="77524">
                  <c:v>4</c:v>
                </c:pt>
                <c:pt idx="77525">
                  <c:v>4</c:v>
                </c:pt>
                <c:pt idx="77526">
                  <c:v>3</c:v>
                </c:pt>
                <c:pt idx="77527">
                  <c:v>3</c:v>
                </c:pt>
                <c:pt idx="77528">
                  <c:v>3</c:v>
                </c:pt>
                <c:pt idx="77529">
                  <c:v>2</c:v>
                </c:pt>
                <c:pt idx="77530">
                  <c:v>3</c:v>
                </c:pt>
                <c:pt idx="77531">
                  <c:v>3</c:v>
                </c:pt>
                <c:pt idx="77532">
                  <c:v>2</c:v>
                </c:pt>
                <c:pt idx="77533">
                  <c:v>4</c:v>
                </c:pt>
                <c:pt idx="77534">
                  <c:v>2</c:v>
                </c:pt>
                <c:pt idx="77535">
                  <c:v>2</c:v>
                </c:pt>
                <c:pt idx="77536">
                  <c:v>3</c:v>
                </c:pt>
                <c:pt idx="77537">
                  <c:v>2</c:v>
                </c:pt>
                <c:pt idx="77538">
                  <c:v>3</c:v>
                </c:pt>
                <c:pt idx="77539">
                  <c:v>2</c:v>
                </c:pt>
                <c:pt idx="77540">
                  <c:v>2</c:v>
                </c:pt>
                <c:pt idx="77541">
                  <c:v>2</c:v>
                </c:pt>
                <c:pt idx="77542">
                  <c:v>4</c:v>
                </c:pt>
                <c:pt idx="77543">
                  <c:v>4</c:v>
                </c:pt>
                <c:pt idx="77544">
                  <c:v>4</c:v>
                </c:pt>
                <c:pt idx="77545">
                  <c:v>4</c:v>
                </c:pt>
                <c:pt idx="77546">
                  <c:v>3</c:v>
                </c:pt>
                <c:pt idx="77547">
                  <c:v>3</c:v>
                </c:pt>
                <c:pt idx="77548">
                  <c:v>2</c:v>
                </c:pt>
                <c:pt idx="77549">
                  <c:v>4</c:v>
                </c:pt>
                <c:pt idx="77550">
                  <c:v>4</c:v>
                </c:pt>
                <c:pt idx="77551">
                  <c:v>3</c:v>
                </c:pt>
                <c:pt idx="77552">
                  <c:v>7</c:v>
                </c:pt>
                <c:pt idx="77553">
                  <c:v>6</c:v>
                </c:pt>
                <c:pt idx="77554">
                  <c:v>4</c:v>
                </c:pt>
                <c:pt idx="77555">
                  <c:v>4</c:v>
                </c:pt>
                <c:pt idx="77556">
                  <c:v>2</c:v>
                </c:pt>
                <c:pt idx="77557">
                  <c:v>0</c:v>
                </c:pt>
                <c:pt idx="77558">
                  <c:v>8</c:v>
                </c:pt>
                <c:pt idx="77559">
                  <c:v>8</c:v>
                </c:pt>
                <c:pt idx="77560">
                  <c:v>2</c:v>
                </c:pt>
                <c:pt idx="77561">
                  <c:v>6</c:v>
                </c:pt>
                <c:pt idx="77562">
                  <c:v>6</c:v>
                </c:pt>
                <c:pt idx="77563">
                  <c:v>8</c:v>
                </c:pt>
                <c:pt idx="77564">
                  <c:v>6</c:v>
                </c:pt>
                <c:pt idx="77565">
                  <c:v>8</c:v>
                </c:pt>
                <c:pt idx="77566">
                  <c:v>6</c:v>
                </c:pt>
                <c:pt idx="77567">
                  <c:v>0</c:v>
                </c:pt>
                <c:pt idx="77568">
                  <c:v>6</c:v>
                </c:pt>
                <c:pt idx="77569">
                  <c:v>3</c:v>
                </c:pt>
                <c:pt idx="77570">
                  <c:v>5</c:v>
                </c:pt>
                <c:pt idx="77571">
                  <c:v>4</c:v>
                </c:pt>
                <c:pt idx="77572">
                  <c:v>5</c:v>
                </c:pt>
                <c:pt idx="77573">
                  <c:v>4</c:v>
                </c:pt>
                <c:pt idx="77574">
                  <c:v>2</c:v>
                </c:pt>
                <c:pt idx="77575">
                  <c:v>3</c:v>
                </c:pt>
                <c:pt idx="77576">
                  <c:v>3</c:v>
                </c:pt>
                <c:pt idx="77577">
                  <c:v>4</c:v>
                </c:pt>
                <c:pt idx="77578">
                  <c:v>2</c:v>
                </c:pt>
                <c:pt idx="77579">
                  <c:v>5</c:v>
                </c:pt>
                <c:pt idx="77580">
                  <c:v>4</c:v>
                </c:pt>
                <c:pt idx="77581">
                  <c:v>3</c:v>
                </c:pt>
                <c:pt idx="77582">
                  <c:v>2</c:v>
                </c:pt>
                <c:pt idx="77583">
                  <c:v>2</c:v>
                </c:pt>
                <c:pt idx="77584">
                  <c:v>2</c:v>
                </c:pt>
                <c:pt idx="77585">
                  <c:v>2</c:v>
                </c:pt>
                <c:pt idx="77586">
                  <c:v>1</c:v>
                </c:pt>
                <c:pt idx="77587">
                  <c:v>2</c:v>
                </c:pt>
                <c:pt idx="77588">
                  <c:v>1</c:v>
                </c:pt>
                <c:pt idx="77589">
                  <c:v>3</c:v>
                </c:pt>
                <c:pt idx="77590">
                  <c:v>2</c:v>
                </c:pt>
                <c:pt idx="77591">
                  <c:v>2</c:v>
                </c:pt>
                <c:pt idx="77592">
                  <c:v>1</c:v>
                </c:pt>
                <c:pt idx="77593">
                  <c:v>2</c:v>
                </c:pt>
                <c:pt idx="77594">
                  <c:v>1</c:v>
                </c:pt>
                <c:pt idx="77595">
                  <c:v>2</c:v>
                </c:pt>
                <c:pt idx="77596">
                  <c:v>2</c:v>
                </c:pt>
                <c:pt idx="77597">
                  <c:v>2</c:v>
                </c:pt>
                <c:pt idx="77598">
                  <c:v>3</c:v>
                </c:pt>
                <c:pt idx="77599">
                  <c:v>2</c:v>
                </c:pt>
                <c:pt idx="77600">
                  <c:v>2</c:v>
                </c:pt>
                <c:pt idx="77601">
                  <c:v>2</c:v>
                </c:pt>
                <c:pt idx="77602">
                  <c:v>2</c:v>
                </c:pt>
                <c:pt idx="77603">
                  <c:v>2</c:v>
                </c:pt>
                <c:pt idx="77604">
                  <c:v>3</c:v>
                </c:pt>
                <c:pt idx="77605">
                  <c:v>2</c:v>
                </c:pt>
                <c:pt idx="77606">
                  <c:v>2</c:v>
                </c:pt>
                <c:pt idx="77607">
                  <c:v>2</c:v>
                </c:pt>
                <c:pt idx="77608">
                  <c:v>2</c:v>
                </c:pt>
                <c:pt idx="77609">
                  <c:v>5</c:v>
                </c:pt>
                <c:pt idx="77610">
                  <c:v>2</c:v>
                </c:pt>
                <c:pt idx="77611">
                  <c:v>1</c:v>
                </c:pt>
                <c:pt idx="77612">
                  <c:v>2</c:v>
                </c:pt>
                <c:pt idx="77613">
                  <c:v>2</c:v>
                </c:pt>
                <c:pt idx="77614">
                  <c:v>2</c:v>
                </c:pt>
                <c:pt idx="77615">
                  <c:v>3</c:v>
                </c:pt>
                <c:pt idx="77616">
                  <c:v>1</c:v>
                </c:pt>
                <c:pt idx="77617">
                  <c:v>2</c:v>
                </c:pt>
                <c:pt idx="77618">
                  <c:v>3</c:v>
                </c:pt>
                <c:pt idx="77619">
                  <c:v>2</c:v>
                </c:pt>
                <c:pt idx="77620">
                  <c:v>2</c:v>
                </c:pt>
                <c:pt idx="77621">
                  <c:v>2</c:v>
                </c:pt>
                <c:pt idx="77622">
                  <c:v>2</c:v>
                </c:pt>
                <c:pt idx="77623">
                  <c:v>2</c:v>
                </c:pt>
                <c:pt idx="77624">
                  <c:v>3</c:v>
                </c:pt>
                <c:pt idx="77625">
                  <c:v>2</c:v>
                </c:pt>
                <c:pt idx="77626">
                  <c:v>2</c:v>
                </c:pt>
                <c:pt idx="77627">
                  <c:v>2</c:v>
                </c:pt>
                <c:pt idx="77628">
                  <c:v>3</c:v>
                </c:pt>
                <c:pt idx="77629">
                  <c:v>2</c:v>
                </c:pt>
                <c:pt idx="77630">
                  <c:v>2</c:v>
                </c:pt>
                <c:pt idx="77631">
                  <c:v>3</c:v>
                </c:pt>
                <c:pt idx="77632">
                  <c:v>3</c:v>
                </c:pt>
                <c:pt idx="77633">
                  <c:v>2</c:v>
                </c:pt>
                <c:pt idx="77634">
                  <c:v>6</c:v>
                </c:pt>
                <c:pt idx="77635">
                  <c:v>2</c:v>
                </c:pt>
                <c:pt idx="77636">
                  <c:v>5</c:v>
                </c:pt>
                <c:pt idx="77637">
                  <c:v>6</c:v>
                </c:pt>
                <c:pt idx="77638">
                  <c:v>5</c:v>
                </c:pt>
                <c:pt idx="77639">
                  <c:v>1</c:v>
                </c:pt>
                <c:pt idx="77640">
                  <c:v>1</c:v>
                </c:pt>
                <c:pt idx="77641">
                  <c:v>1</c:v>
                </c:pt>
                <c:pt idx="77642">
                  <c:v>1</c:v>
                </c:pt>
                <c:pt idx="77643">
                  <c:v>1</c:v>
                </c:pt>
                <c:pt idx="77644">
                  <c:v>1</c:v>
                </c:pt>
                <c:pt idx="77645">
                  <c:v>2</c:v>
                </c:pt>
                <c:pt idx="77646">
                  <c:v>1</c:v>
                </c:pt>
                <c:pt idx="77647">
                  <c:v>1</c:v>
                </c:pt>
                <c:pt idx="77648">
                  <c:v>1</c:v>
                </c:pt>
                <c:pt idx="77649">
                  <c:v>2</c:v>
                </c:pt>
                <c:pt idx="77650">
                  <c:v>1</c:v>
                </c:pt>
                <c:pt idx="77651">
                  <c:v>2</c:v>
                </c:pt>
                <c:pt idx="77652">
                  <c:v>2</c:v>
                </c:pt>
                <c:pt idx="77653">
                  <c:v>2</c:v>
                </c:pt>
                <c:pt idx="77654">
                  <c:v>2</c:v>
                </c:pt>
                <c:pt idx="77655">
                  <c:v>1</c:v>
                </c:pt>
                <c:pt idx="77656">
                  <c:v>4</c:v>
                </c:pt>
                <c:pt idx="77657">
                  <c:v>3</c:v>
                </c:pt>
                <c:pt idx="77658">
                  <c:v>4</c:v>
                </c:pt>
                <c:pt idx="77659">
                  <c:v>3</c:v>
                </c:pt>
                <c:pt idx="77660">
                  <c:v>9</c:v>
                </c:pt>
                <c:pt idx="77661">
                  <c:v>9</c:v>
                </c:pt>
                <c:pt idx="77662">
                  <c:v>7</c:v>
                </c:pt>
                <c:pt idx="77663">
                  <c:v>4</c:v>
                </c:pt>
                <c:pt idx="77664">
                  <c:v>6</c:v>
                </c:pt>
                <c:pt idx="77665">
                  <c:v>5</c:v>
                </c:pt>
                <c:pt idx="77666">
                  <c:v>4</c:v>
                </c:pt>
                <c:pt idx="77667">
                  <c:v>2</c:v>
                </c:pt>
                <c:pt idx="77668">
                  <c:v>2</c:v>
                </c:pt>
                <c:pt idx="77669">
                  <c:v>2</c:v>
                </c:pt>
                <c:pt idx="77670">
                  <c:v>1</c:v>
                </c:pt>
                <c:pt idx="77671">
                  <c:v>4</c:v>
                </c:pt>
                <c:pt idx="77672">
                  <c:v>4</c:v>
                </c:pt>
                <c:pt idx="77673">
                  <c:v>2</c:v>
                </c:pt>
                <c:pt idx="77674">
                  <c:v>1</c:v>
                </c:pt>
                <c:pt idx="77675">
                  <c:v>2</c:v>
                </c:pt>
                <c:pt idx="77676">
                  <c:v>3</c:v>
                </c:pt>
                <c:pt idx="77677">
                  <c:v>2</c:v>
                </c:pt>
                <c:pt idx="77678">
                  <c:v>1</c:v>
                </c:pt>
                <c:pt idx="77679">
                  <c:v>1</c:v>
                </c:pt>
                <c:pt idx="77680">
                  <c:v>1</c:v>
                </c:pt>
                <c:pt idx="77681">
                  <c:v>1</c:v>
                </c:pt>
                <c:pt idx="77682">
                  <c:v>2</c:v>
                </c:pt>
                <c:pt idx="77683">
                  <c:v>1</c:v>
                </c:pt>
                <c:pt idx="77684">
                  <c:v>2</c:v>
                </c:pt>
                <c:pt idx="77685">
                  <c:v>2</c:v>
                </c:pt>
                <c:pt idx="77686">
                  <c:v>1</c:v>
                </c:pt>
                <c:pt idx="77687">
                  <c:v>1</c:v>
                </c:pt>
                <c:pt idx="77688">
                  <c:v>2</c:v>
                </c:pt>
                <c:pt idx="77689">
                  <c:v>1</c:v>
                </c:pt>
                <c:pt idx="77690">
                  <c:v>5</c:v>
                </c:pt>
                <c:pt idx="77691">
                  <c:v>1</c:v>
                </c:pt>
                <c:pt idx="77692">
                  <c:v>2</c:v>
                </c:pt>
                <c:pt idx="77693">
                  <c:v>2</c:v>
                </c:pt>
                <c:pt idx="77694">
                  <c:v>1</c:v>
                </c:pt>
                <c:pt idx="77695">
                  <c:v>2</c:v>
                </c:pt>
                <c:pt idx="77696">
                  <c:v>2</c:v>
                </c:pt>
                <c:pt idx="77697">
                  <c:v>1</c:v>
                </c:pt>
                <c:pt idx="77698">
                  <c:v>2</c:v>
                </c:pt>
                <c:pt idx="77699">
                  <c:v>2</c:v>
                </c:pt>
                <c:pt idx="77700">
                  <c:v>2</c:v>
                </c:pt>
                <c:pt idx="77701">
                  <c:v>2</c:v>
                </c:pt>
                <c:pt idx="77702">
                  <c:v>1</c:v>
                </c:pt>
                <c:pt idx="77703">
                  <c:v>3</c:v>
                </c:pt>
                <c:pt idx="77704">
                  <c:v>1</c:v>
                </c:pt>
                <c:pt idx="77705">
                  <c:v>4</c:v>
                </c:pt>
                <c:pt idx="77706">
                  <c:v>1</c:v>
                </c:pt>
                <c:pt idx="77707">
                  <c:v>3</c:v>
                </c:pt>
                <c:pt idx="77708">
                  <c:v>3</c:v>
                </c:pt>
                <c:pt idx="77709">
                  <c:v>2</c:v>
                </c:pt>
                <c:pt idx="77710">
                  <c:v>1</c:v>
                </c:pt>
                <c:pt idx="77711">
                  <c:v>3</c:v>
                </c:pt>
                <c:pt idx="77712">
                  <c:v>1</c:v>
                </c:pt>
                <c:pt idx="77713">
                  <c:v>3</c:v>
                </c:pt>
                <c:pt idx="77714">
                  <c:v>5</c:v>
                </c:pt>
                <c:pt idx="77715">
                  <c:v>6</c:v>
                </c:pt>
                <c:pt idx="77716">
                  <c:v>5</c:v>
                </c:pt>
                <c:pt idx="77717">
                  <c:v>6</c:v>
                </c:pt>
                <c:pt idx="77718">
                  <c:v>5</c:v>
                </c:pt>
                <c:pt idx="77719">
                  <c:v>6</c:v>
                </c:pt>
                <c:pt idx="77720">
                  <c:v>5</c:v>
                </c:pt>
                <c:pt idx="77721">
                  <c:v>10</c:v>
                </c:pt>
                <c:pt idx="77722">
                  <c:v>6</c:v>
                </c:pt>
                <c:pt idx="77723">
                  <c:v>6</c:v>
                </c:pt>
                <c:pt idx="77724">
                  <c:v>5</c:v>
                </c:pt>
                <c:pt idx="77725">
                  <c:v>5</c:v>
                </c:pt>
                <c:pt idx="77726">
                  <c:v>6</c:v>
                </c:pt>
                <c:pt idx="77727">
                  <c:v>6</c:v>
                </c:pt>
                <c:pt idx="77728">
                  <c:v>10</c:v>
                </c:pt>
                <c:pt idx="77729">
                  <c:v>6</c:v>
                </c:pt>
                <c:pt idx="77730">
                  <c:v>2</c:v>
                </c:pt>
                <c:pt idx="77731">
                  <c:v>2</c:v>
                </c:pt>
                <c:pt idx="77732">
                  <c:v>2</c:v>
                </c:pt>
                <c:pt idx="77733">
                  <c:v>2</c:v>
                </c:pt>
                <c:pt idx="77734">
                  <c:v>2</c:v>
                </c:pt>
                <c:pt idx="77735">
                  <c:v>4</c:v>
                </c:pt>
                <c:pt idx="77736">
                  <c:v>3</c:v>
                </c:pt>
                <c:pt idx="77737">
                  <c:v>3</c:v>
                </c:pt>
                <c:pt idx="77738">
                  <c:v>2</c:v>
                </c:pt>
                <c:pt idx="77739">
                  <c:v>2</c:v>
                </c:pt>
                <c:pt idx="77740">
                  <c:v>1</c:v>
                </c:pt>
                <c:pt idx="77741">
                  <c:v>1</c:v>
                </c:pt>
                <c:pt idx="77742">
                  <c:v>1</c:v>
                </c:pt>
                <c:pt idx="77743">
                  <c:v>3</c:v>
                </c:pt>
                <c:pt idx="77744">
                  <c:v>2</c:v>
                </c:pt>
                <c:pt idx="77745">
                  <c:v>1</c:v>
                </c:pt>
                <c:pt idx="77746">
                  <c:v>3</c:v>
                </c:pt>
                <c:pt idx="77747">
                  <c:v>1</c:v>
                </c:pt>
                <c:pt idx="77748">
                  <c:v>1</c:v>
                </c:pt>
                <c:pt idx="77749">
                  <c:v>2</c:v>
                </c:pt>
                <c:pt idx="77750">
                  <c:v>2</c:v>
                </c:pt>
                <c:pt idx="77751">
                  <c:v>3</c:v>
                </c:pt>
                <c:pt idx="77752">
                  <c:v>2</c:v>
                </c:pt>
                <c:pt idx="77753">
                  <c:v>4</c:v>
                </c:pt>
                <c:pt idx="77754">
                  <c:v>6</c:v>
                </c:pt>
                <c:pt idx="77755">
                  <c:v>8</c:v>
                </c:pt>
                <c:pt idx="77756">
                  <c:v>7</c:v>
                </c:pt>
                <c:pt idx="77757">
                  <c:v>3</c:v>
                </c:pt>
                <c:pt idx="77758">
                  <c:v>4</c:v>
                </c:pt>
                <c:pt idx="77759">
                  <c:v>4</c:v>
                </c:pt>
                <c:pt idx="77760">
                  <c:v>2</c:v>
                </c:pt>
                <c:pt idx="77761">
                  <c:v>4</c:v>
                </c:pt>
                <c:pt idx="77762">
                  <c:v>3</c:v>
                </c:pt>
                <c:pt idx="77763">
                  <c:v>3</c:v>
                </c:pt>
                <c:pt idx="77764">
                  <c:v>3</c:v>
                </c:pt>
                <c:pt idx="77765">
                  <c:v>2</c:v>
                </c:pt>
                <c:pt idx="77766">
                  <c:v>4</c:v>
                </c:pt>
                <c:pt idx="77767">
                  <c:v>4</c:v>
                </c:pt>
                <c:pt idx="77768">
                  <c:v>4</c:v>
                </c:pt>
                <c:pt idx="77769">
                  <c:v>4</c:v>
                </c:pt>
                <c:pt idx="77770">
                  <c:v>4</c:v>
                </c:pt>
                <c:pt idx="77771">
                  <c:v>4</c:v>
                </c:pt>
                <c:pt idx="77772">
                  <c:v>3</c:v>
                </c:pt>
                <c:pt idx="77773">
                  <c:v>4</c:v>
                </c:pt>
                <c:pt idx="77774">
                  <c:v>2</c:v>
                </c:pt>
                <c:pt idx="77775">
                  <c:v>2</c:v>
                </c:pt>
                <c:pt idx="77776">
                  <c:v>4</c:v>
                </c:pt>
                <c:pt idx="77777">
                  <c:v>2</c:v>
                </c:pt>
                <c:pt idx="77778">
                  <c:v>-1</c:v>
                </c:pt>
                <c:pt idx="77779">
                  <c:v>-1</c:v>
                </c:pt>
                <c:pt idx="77780">
                  <c:v>1</c:v>
                </c:pt>
                <c:pt idx="77781">
                  <c:v>1</c:v>
                </c:pt>
                <c:pt idx="77782">
                  <c:v>2</c:v>
                </c:pt>
                <c:pt idx="77783">
                  <c:v>1</c:v>
                </c:pt>
                <c:pt idx="77784">
                  <c:v>1</c:v>
                </c:pt>
                <c:pt idx="77785">
                  <c:v>1</c:v>
                </c:pt>
                <c:pt idx="77786">
                  <c:v>2</c:v>
                </c:pt>
                <c:pt idx="77787">
                  <c:v>2</c:v>
                </c:pt>
                <c:pt idx="77788">
                  <c:v>1</c:v>
                </c:pt>
                <c:pt idx="77789">
                  <c:v>2</c:v>
                </c:pt>
                <c:pt idx="77790">
                  <c:v>1</c:v>
                </c:pt>
                <c:pt idx="77791">
                  <c:v>1</c:v>
                </c:pt>
                <c:pt idx="77792">
                  <c:v>1</c:v>
                </c:pt>
                <c:pt idx="77793">
                  <c:v>1</c:v>
                </c:pt>
                <c:pt idx="77794">
                  <c:v>1</c:v>
                </c:pt>
                <c:pt idx="77795">
                  <c:v>1</c:v>
                </c:pt>
                <c:pt idx="77796">
                  <c:v>1</c:v>
                </c:pt>
                <c:pt idx="77797">
                  <c:v>2</c:v>
                </c:pt>
                <c:pt idx="77798">
                  <c:v>1</c:v>
                </c:pt>
                <c:pt idx="77799">
                  <c:v>1</c:v>
                </c:pt>
                <c:pt idx="77800">
                  <c:v>1</c:v>
                </c:pt>
                <c:pt idx="77801">
                  <c:v>2</c:v>
                </c:pt>
                <c:pt idx="77802">
                  <c:v>1</c:v>
                </c:pt>
                <c:pt idx="77803">
                  <c:v>2</c:v>
                </c:pt>
                <c:pt idx="77804">
                  <c:v>1</c:v>
                </c:pt>
                <c:pt idx="77805">
                  <c:v>1</c:v>
                </c:pt>
                <c:pt idx="77806">
                  <c:v>1</c:v>
                </c:pt>
                <c:pt idx="77807">
                  <c:v>2</c:v>
                </c:pt>
                <c:pt idx="77808">
                  <c:v>2</c:v>
                </c:pt>
                <c:pt idx="77809">
                  <c:v>3</c:v>
                </c:pt>
                <c:pt idx="77810">
                  <c:v>3</c:v>
                </c:pt>
                <c:pt idx="77811">
                  <c:v>4</c:v>
                </c:pt>
                <c:pt idx="77812">
                  <c:v>2</c:v>
                </c:pt>
                <c:pt idx="77813">
                  <c:v>3</c:v>
                </c:pt>
                <c:pt idx="77814">
                  <c:v>2</c:v>
                </c:pt>
                <c:pt idx="77815">
                  <c:v>2</c:v>
                </c:pt>
                <c:pt idx="77816">
                  <c:v>2</c:v>
                </c:pt>
                <c:pt idx="77817">
                  <c:v>2</c:v>
                </c:pt>
                <c:pt idx="77818">
                  <c:v>2</c:v>
                </c:pt>
                <c:pt idx="77819">
                  <c:v>3</c:v>
                </c:pt>
                <c:pt idx="77820">
                  <c:v>4</c:v>
                </c:pt>
                <c:pt idx="77821">
                  <c:v>3</c:v>
                </c:pt>
                <c:pt idx="77822">
                  <c:v>2</c:v>
                </c:pt>
                <c:pt idx="77823">
                  <c:v>5</c:v>
                </c:pt>
                <c:pt idx="77824">
                  <c:v>2</c:v>
                </c:pt>
                <c:pt idx="77825">
                  <c:v>1</c:v>
                </c:pt>
                <c:pt idx="77826">
                  <c:v>1</c:v>
                </c:pt>
                <c:pt idx="77827">
                  <c:v>1</c:v>
                </c:pt>
                <c:pt idx="77828">
                  <c:v>1</c:v>
                </c:pt>
                <c:pt idx="77829">
                  <c:v>2</c:v>
                </c:pt>
                <c:pt idx="77830">
                  <c:v>4</c:v>
                </c:pt>
                <c:pt idx="77831">
                  <c:v>2</c:v>
                </c:pt>
                <c:pt idx="77832">
                  <c:v>-2</c:v>
                </c:pt>
                <c:pt idx="77833">
                  <c:v>2</c:v>
                </c:pt>
                <c:pt idx="77834">
                  <c:v>2</c:v>
                </c:pt>
                <c:pt idx="77835">
                  <c:v>1</c:v>
                </c:pt>
                <c:pt idx="77836">
                  <c:v>1</c:v>
                </c:pt>
                <c:pt idx="77837">
                  <c:v>2</c:v>
                </c:pt>
                <c:pt idx="77838">
                  <c:v>2</c:v>
                </c:pt>
                <c:pt idx="77839">
                  <c:v>2</c:v>
                </c:pt>
                <c:pt idx="77840">
                  <c:v>5</c:v>
                </c:pt>
                <c:pt idx="77841">
                  <c:v>4</c:v>
                </c:pt>
                <c:pt idx="77842">
                  <c:v>4</c:v>
                </c:pt>
                <c:pt idx="77843">
                  <c:v>4</c:v>
                </c:pt>
                <c:pt idx="77844">
                  <c:v>4</c:v>
                </c:pt>
                <c:pt idx="77845">
                  <c:v>4</c:v>
                </c:pt>
                <c:pt idx="77846">
                  <c:v>4</c:v>
                </c:pt>
                <c:pt idx="77847">
                  <c:v>4</c:v>
                </c:pt>
                <c:pt idx="77848">
                  <c:v>3</c:v>
                </c:pt>
                <c:pt idx="77849">
                  <c:v>1</c:v>
                </c:pt>
                <c:pt idx="77850">
                  <c:v>1</c:v>
                </c:pt>
                <c:pt idx="77851">
                  <c:v>4</c:v>
                </c:pt>
                <c:pt idx="77852">
                  <c:v>4</c:v>
                </c:pt>
                <c:pt idx="77853">
                  <c:v>1</c:v>
                </c:pt>
                <c:pt idx="77854">
                  <c:v>2</c:v>
                </c:pt>
                <c:pt idx="77855">
                  <c:v>1</c:v>
                </c:pt>
                <c:pt idx="77856">
                  <c:v>3</c:v>
                </c:pt>
                <c:pt idx="77857">
                  <c:v>2</c:v>
                </c:pt>
                <c:pt idx="77858">
                  <c:v>2</c:v>
                </c:pt>
                <c:pt idx="77859">
                  <c:v>2</c:v>
                </c:pt>
                <c:pt idx="77860">
                  <c:v>2</c:v>
                </c:pt>
                <c:pt idx="77861">
                  <c:v>2</c:v>
                </c:pt>
                <c:pt idx="77862">
                  <c:v>2</c:v>
                </c:pt>
                <c:pt idx="77863">
                  <c:v>3</c:v>
                </c:pt>
                <c:pt idx="77864">
                  <c:v>3</c:v>
                </c:pt>
                <c:pt idx="77865">
                  <c:v>2</c:v>
                </c:pt>
                <c:pt idx="77866">
                  <c:v>2</c:v>
                </c:pt>
                <c:pt idx="77867">
                  <c:v>2</c:v>
                </c:pt>
                <c:pt idx="77868">
                  <c:v>2</c:v>
                </c:pt>
                <c:pt idx="77869">
                  <c:v>3</c:v>
                </c:pt>
                <c:pt idx="77870">
                  <c:v>3</c:v>
                </c:pt>
                <c:pt idx="77871">
                  <c:v>4</c:v>
                </c:pt>
                <c:pt idx="77872">
                  <c:v>2</c:v>
                </c:pt>
                <c:pt idx="77873">
                  <c:v>2</c:v>
                </c:pt>
                <c:pt idx="77874">
                  <c:v>6</c:v>
                </c:pt>
                <c:pt idx="77875">
                  <c:v>3</c:v>
                </c:pt>
                <c:pt idx="77876">
                  <c:v>4</c:v>
                </c:pt>
                <c:pt idx="77877">
                  <c:v>3</c:v>
                </c:pt>
                <c:pt idx="77878">
                  <c:v>4</c:v>
                </c:pt>
                <c:pt idx="77879">
                  <c:v>9</c:v>
                </c:pt>
                <c:pt idx="77880">
                  <c:v>8</c:v>
                </c:pt>
                <c:pt idx="77881">
                  <c:v>2</c:v>
                </c:pt>
                <c:pt idx="77882">
                  <c:v>2</c:v>
                </c:pt>
                <c:pt idx="77883">
                  <c:v>2</c:v>
                </c:pt>
                <c:pt idx="77884">
                  <c:v>2</c:v>
                </c:pt>
                <c:pt idx="77885">
                  <c:v>1</c:v>
                </c:pt>
                <c:pt idx="77886">
                  <c:v>1</c:v>
                </c:pt>
                <c:pt idx="77887">
                  <c:v>2</c:v>
                </c:pt>
                <c:pt idx="77888">
                  <c:v>2</c:v>
                </c:pt>
                <c:pt idx="77889">
                  <c:v>2</c:v>
                </c:pt>
                <c:pt idx="77890">
                  <c:v>2</c:v>
                </c:pt>
                <c:pt idx="77891">
                  <c:v>2</c:v>
                </c:pt>
                <c:pt idx="77892">
                  <c:v>3</c:v>
                </c:pt>
                <c:pt idx="77893">
                  <c:v>5</c:v>
                </c:pt>
                <c:pt idx="77894">
                  <c:v>3</c:v>
                </c:pt>
                <c:pt idx="77895">
                  <c:v>3</c:v>
                </c:pt>
                <c:pt idx="77896">
                  <c:v>3</c:v>
                </c:pt>
                <c:pt idx="77897">
                  <c:v>3</c:v>
                </c:pt>
                <c:pt idx="77898">
                  <c:v>3</c:v>
                </c:pt>
                <c:pt idx="77899">
                  <c:v>3</c:v>
                </c:pt>
                <c:pt idx="77900">
                  <c:v>3</c:v>
                </c:pt>
                <c:pt idx="77901">
                  <c:v>5</c:v>
                </c:pt>
                <c:pt idx="77902">
                  <c:v>4</c:v>
                </c:pt>
                <c:pt idx="77903">
                  <c:v>3</c:v>
                </c:pt>
                <c:pt idx="77904">
                  <c:v>3</c:v>
                </c:pt>
                <c:pt idx="77905">
                  <c:v>6</c:v>
                </c:pt>
                <c:pt idx="77906">
                  <c:v>4</c:v>
                </c:pt>
                <c:pt idx="77907">
                  <c:v>3</c:v>
                </c:pt>
                <c:pt idx="77908">
                  <c:v>3</c:v>
                </c:pt>
                <c:pt idx="77909">
                  <c:v>3</c:v>
                </c:pt>
                <c:pt idx="77910">
                  <c:v>6</c:v>
                </c:pt>
                <c:pt idx="77911">
                  <c:v>3</c:v>
                </c:pt>
                <c:pt idx="77912">
                  <c:v>6</c:v>
                </c:pt>
                <c:pt idx="77913">
                  <c:v>4</c:v>
                </c:pt>
                <c:pt idx="77914">
                  <c:v>4</c:v>
                </c:pt>
                <c:pt idx="77915">
                  <c:v>2</c:v>
                </c:pt>
                <c:pt idx="77916">
                  <c:v>6</c:v>
                </c:pt>
                <c:pt idx="77917">
                  <c:v>2</c:v>
                </c:pt>
                <c:pt idx="77918">
                  <c:v>2</c:v>
                </c:pt>
                <c:pt idx="77919">
                  <c:v>3</c:v>
                </c:pt>
                <c:pt idx="77920">
                  <c:v>2</c:v>
                </c:pt>
                <c:pt idx="77921">
                  <c:v>6</c:v>
                </c:pt>
                <c:pt idx="77922">
                  <c:v>4</c:v>
                </c:pt>
                <c:pt idx="77923">
                  <c:v>2</c:v>
                </c:pt>
                <c:pt idx="77924">
                  <c:v>3</c:v>
                </c:pt>
                <c:pt idx="77925">
                  <c:v>3</c:v>
                </c:pt>
                <c:pt idx="77926">
                  <c:v>3</c:v>
                </c:pt>
                <c:pt idx="77927">
                  <c:v>4</c:v>
                </c:pt>
                <c:pt idx="77928">
                  <c:v>1</c:v>
                </c:pt>
                <c:pt idx="77929">
                  <c:v>4</c:v>
                </c:pt>
                <c:pt idx="77930">
                  <c:v>3</c:v>
                </c:pt>
                <c:pt idx="77931">
                  <c:v>1</c:v>
                </c:pt>
                <c:pt idx="77932">
                  <c:v>1</c:v>
                </c:pt>
                <c:pt idx="77933">
                  <c:v>1</c:v>
                </c:pt>
                <c:pt idx="77934">
                  <c:v>3</c:v>
                </c:pt>
                <c:pt idx="77935">
                  <c:v>2</c:v>
                </c:pt>
                <c:pt idx="77936">
                  <c:v>1</c:v>
                </c:pt>
                <c:pt idx="77937">
                  <c:v>2</c:v>
                </c:pt>
                <c:pt idx="77938">
                  <c:v>2</c:v>
                </c:pt>
                <c:pt idx="77939">
                  <c:v>4</c:v>
                </c:pt>
                <c:pt idx="77940">
                  <c:v>2</c:v>
                </c:pt>
                <c:pt idx="77941">
                  <c:v>2</c:v>
                </c:pt>
                <c:pt idx="77942">
                  <c:v>2</c:v>
                </c:pt>
                <c:pt idx="77943">
                  <c:v>2</c:v>
                </c:pt>
                <c:pt idx="77944">
                  <c:v>2</c:v>
                </c:pt>
                <c:pt idx="77945">
                  <c:v>3</c:v>
                </c:pt>
                <c:pt idx="77946">
                  <c:v>3</c:v>
                </c:pt>
                <c:pt idx="77947">
                  <c:v>2</c:v>
                </c:pt>
                <c:pt idx="77948">
                  <c:v>2</c:v>
                </c:pt>
                <c:pt idx="77949">
                  <c:v>2</c:v>
                </c:pt>
                <c:pt idx="77950">
                  <c:v>2</c:v>
                </c:pt>
                <c:pt idx="77951">
                  <c:v>2</c:v>
                </c:pt>
                <c:pt idx="77952">
                  <c:v>4</c:v>
                </c:pt>
                <c:pt idx="77953">
                  <c:v>4</c:v>
                </c:pt>
                <c:pt idx="77954">
                  <c:v>3</c:v>
                </c:pt>
                <c:pt idx="77955">
                  <c:v>3</c:v>
                </c:pt>
                <c:pt idx="77956">
                  <c:v>2</c:v>
                </c:pt>
                <c:pt idx="77957">
                  <c:v>2</c:v>
                </c:pt>
                <c:pt idx="77958">
                  <c:v>2</c:v>
                </c:pt>
                <c:pt idx="77959">
                  <c:v>1</c:v>
                </c:pt>
                <c:pt idx="77960">
                  <c:v>2</c:v>
                </c:pt>
                <c:pt idx="77961">
                  <c:v>2</c:v>
                </c:pt>
                <c:pt idx="77962">
                  <c:v>2</c:v>
                </c:pt>
                <c:pt idx="77963">
                  <c:v>4</c:v>
                </c:pt>
                <c:pt idx="77964">
                  <c:v>2</c:v>
                </c:pt>
                <c:pt idx="77965">
                  <c:v>2</c:v>
                </c:pt>
                <c:pt idx="77966">
                  <c:v>3</c:v>
                </c:pt>
                <c:pt idx="77967">
                  <c:v>2</c:v>
                </c:pt>
                <c:pt idx="77968">
                  <c:v>2</c:v>
                </c:pt>
                <c:pt idx="77969">
                  <c:v>2</c:v>
                </c:pt>
                <c:pt idx="77970">
                  <c:v>2</c:v>
                </c:pt>
                <c:pt idx="77971">
                  <c:v>2</c:v>
                </c:pt>
                <c:pt idx="77972">
                  <c:v>2</c:v>
                </c:pt>
                <c:pt idx="77973">
                  <c:v>2</c:v>
                </c:pt>
                <c:pt idx="77974">
                  <c:v>3</c:v>
                </c:pt>
                <c:pt idx="77975">
                  <c:v>3</c:v>
                </c:pt>
                <c:pt idx="77976">
                  <c:v>2</c:v>
                </c:pt>
                <c:pt idx="77977">
                  <c:v>2</c:v>
                </c:pt>
                <c:pt idx="77978">
                  <c:v>1</c:v>
                </c:pt>
                <c:pt idx="77979">
                  <c:v>2</c:v>
                </c:pt>
                <c:pt idx="77980">
                  <c:v>1</c:v>
                </c:pt>
                <c:pt idx="77981">
                  <c:v>1</c:v>
                </c:pt>
                <c:pt idx="77982">
                  <c:v>2</c:v>
                </c:pt>
                <c:pt idx="77983">
                  <c:v>1</c:v>
                </c:pt>
                <c:pt idx="77984">
                  <c:v>1</c:v>
                </c:pt>
                <c:pt idx="77985">
                  <c:v>1</c:v>
                </c:pt>
                <c:pt idx="77986">
                  <c:v>0</c:v>
                </c:pt>
                <c:pt idx="77987">
                  <c:v>2</c:v>
                </c:pt>
                <c:pt idx="77988">
                  <c:v>1</c:v>
                </c:pt>
                <c:pt idx="77989">
                  <c:v>2</c:v>
                </c:pt>
                <c:pt idx="77990">
                  <c:v>-1</c:v>
                </c:pt>
                <c:pt idx="77991">
                  <c:v>1</c:v>
                </c:pt>
                <c:pt idx="77992">
                  <c:v>2</c:v>
                </c:pt>
                <c:pt idx="77993">
                  <c:v>2</c:v>
                </c:pt>
                <c:pt idx="77994">
                  <c:v>1</c:v>
                </c:pt>
                <c:pt idx="77995">
                  <c:v>2</c:v>
                </c:pt>
                <c:pt idx="77996">
                  <c:v>1</c:v>
                </c:pt>
                <c:pt idx="77997">
                  <c:v>1</c:v>
                </c:pt>
                <c:pt idx="77998">
                  <c:v>2</c:v>
                </c:pt>
                <c:pt idx="77999">
                  <c:v>2</c:v>
                </c:pt>
                <c:pt idx="78000">
                  <c:v>3</c:v>
                </c:pt>
                <c:pt idx="78001">
                  <c:v>2</c:v>
                </c:pt>
                <c:pt idx="78002">
                  <c:v>1</c:v>
                </c:pt>
                <c:pt idx="78003">
                  <c:v>2</c:v>
                </c:pt>
                <c:pt idx="78004">
                  <c:v>2</c:v>
                </c:pt>
                <c:pt idx="78005">
                  <c:v>2</c:v>
                </c:pt>
                <c:pt idx="78006">
                  <c:v>2</c:v>
                </c:pt>
                <c:pt idx="78007">
                  <c:v>2</c:v>
                </c:pt>
                <c:pt idx="78008">
                  <c:v>2</c:v>
                </c:pt>
                <c:pt idx="78009">
                  <c:v>2</c:v>
                </c:pt>
                <c:pt idx="78010">
                  <c:v>2</c:v>
                </c:pt>
                <c:pt idx="78011">
                  <c:v>2</c:v>
                </c:pt>
                <c:pt idx="78012">
                  <c:v>2</c:v>
                </c:pt>
                <c:pt idx="78013">
                  <c:v>2</c:v>
                </c:pt>
                <c:pt idx="78014">
                  <c:v>2</c:v>
                </c:pt>
                <c:pt idx="78015">
                  <c:v>3</c:v>
                </c:pt>
                <c:pt idx="78016">
                  <c:v>3</c:v>
                </c:pt>
                <c:pt idx="78017">
                  <c:v>2</c:v>
                </c:pt>
                <c:pt idx="78018">
                  <c:v>3</c:v>
                </c:pt>
                <c:pt idx="78019">
                  <c:v>3</c:v>
                </c:pt>
                <c:pt idx="78020">
                  <c:v>3</c:v>
                </c:pt>
                <c:pt idx="78021">
                  <c:v>2</c:v>
                </c:pt>
                <c:pt idx="78022">
                  <c:v>2</c:v>
                </c:pt>
                <c:pt idx="78023">
                  <c:v>2</c:v>
                </c:pt>
                <c:pt idx="78024">
                  <c:v>2</c:v>
                </c:pt>
                <c:pt idx="78025">
                  <c:v>3</c:v>
                </c:pt>
                <c:pt idx="78026">
                  <c:v>2</c:v>
                </c:pt>
                <c:pt idx="78027">
                  <c:v>2</c:v>
                </c:pt>
                <c:pt idx="78028">
                  <c:v>2</c:v>
                </c:pt>
                <c:pt idx="78029">
                  <c:v>2</c:v>
                </c:pt>
                <c:pt idx="78030">
                  <c:v>3</c:v>
                </c:pt>
                <c:pt idx="78031">
                  <c:v>3</c:v>
                </c:pt>
                <c:pt idx="78032">
                  <c:v>3</c:v>
                </c:pt>
                <c:pt idx="78033">
                  <c:v>2</c:v>
                </c:pt>
                <c:pt idx="78034">
                  <c:v>2</c:v>
                </c:pt>
                <c:pt idx="78035">
                  <c:v>2</c:v>
                </c:pt>
                <c:pt idx="78036">
                  <c:v>2</c:v>
                </c:pt>
                <c:pt idx="78037">
                  <c:v>2</c:v>
                </c:pt>
                <c:pt idx="78038">
                  <c:v>2</c:v>
                </c:pt>
                <c:pt idx="78039">
                  <c:v>2</c:v>
                </c:pt>
                <c:pt idx="78040">
                  <c:v>2</c:v>
                </c:pt>
                <c:pt idx="78041">
                  <c:v>11</c:v>
                </c:pt>
                <c:pt idx="78042">
                  <c:v>3</c:v>
                </c:pt>
                <c:pt idx="78043">
                  <c:v>1</c:v>
                </c:pt>
                <c:pt idx="78044">
                  <c:v>2</c:v>
                </c:pt>
                <c:pt idx="78045">
                  <c:v>2</c:v>
                </c:pt>
                <c:pt idx="78046">
                  <c:v>2</c:v>
                </c:pt>
                <c:pt idx="78047">
                  <c:v>4</c:v>
                </c:pt>
                <c:pt idx="78048">
                  <c:v>2</c:v>
                </c:pt>
                <c:pt idx="78049">
                  <c:v>2</c:v>
                </c:pt>
                <c:pt idx="78050">
                  <c:v>2</c:v>
                </c:pt>
                <c:pt idx="78051">
                  <c:v>2</c:v>
                </c:pt>
                <c:pt idx="78052">
                  <c:v>2</c:v>
                </c:pt>
                <c:pt idx="78053">
                  <c:v>2</c:v>
                </c:pt>
                <c:pt idx="78054">
                  <c:v>1</c:v>
                </c:pt>
                <c:pt idx="78055">
                  <c:v>1</c:v>
                </c:pt>
                <c:pt idx="78056">
                  <c:v>1</c:v>
                </c:pt>
                <c:pt idx="78057">
                  <c:v>2</c:v>
                </c:pt>
                <c:pt idx="78058">
                  <c:v>1</c:v>
                </c:pt>
                <c:pt idx="78059">
                  <c:v>2</c:v>
                </c:pt>
                <c:pt idx="78060">
                  <c:v>2</c:v>
                </c:pt>
                <c:pt idx="78061">
                  <c:v>1</c:v>
                </c:pt>
                <c:pt idx="78062">
                  <c:v>2</c:v>
                </c:pt>
                <c:pt idx="78063">
                  <c:v>2</c:v>
                </c:pt>
                <c:pt idx="78064">
                  <c:v>2</c:v>
                </c:pt>
                <c:pt idx="78065">
                  <c:v>1</c:v>
                </c:pt>
                <c:pt idx="78066">
                  <c:v>1</c:v>
                </c:pt>
                <c:pt idx="78067">
                  <c:v>2</c:v>
                </c:pt>
                <c:pt idx="78068">
                  <c:v>1</c:v>
                </c:pt>
                <c:pt idx="78069">
                  <c:v>2</c:v>
                </c:pt>
                <c:pt idx="78070">
                  <c:v>1</c:v>
                </c:pt>
                <c:pt idx="78071">
                  <c:v>2</c:v>
                </c:pt>
                <c:pt idx="78072">
                  <c:v>1</c:v>
                </c:pt>
                <c:pt idx="78073">
                  <c:v>0</c:v>
                </c:pt>
                <c:pt idx="78074">
                  <c:v>1</c:v>
                </c:pt>
                <c:pt idx="78075">
                  <c:v>1</c:v>
                </c:pt>
                <c:pt idx="78076">
                  <c:v>3</c:v>
                </c:pt>
                <c:pt idx="78077">
                  <c:v>1</c:v>
                </c:pt>
                <c:pt idx="78078">
                  <c:v>2</c:v>
                </c:pt>
                <c:pt idx="78079">
                  <c:v>1</c:v>
                </c:pt>
                <c:pt idx="78080">
                  <c:v>2</c:v>
                </c:pt>
                <c:pt idx="78081">
                  <c:v>1</c:v>
                </c:pt>
                <c:pt idx="78082">
                  <c:v>2</c:v>
                </c:pt>
                <c:pt idx="78083">
                  <c:v>2</c:v>
                </c:pt>
                <c:pt idx="78084">
                  <c:v>1</c:v>
                </c:pt>
                <c:pt idx="78085">
                  <c:v>1</c:v>
                </c:pt>
                <c:pt idx="78086">
                  <c:v>1</c:v>
                </c:pt>
                <c:pt idx="78087">
                  <c:v>3</c:v>
                </c:pt>
                <c:pt idx="78088">
                  <c:v>1</c:v>
                </c:pt>
                <c:pt idx="78089">
                  <c:v>1</c:v>
                </c:pt>
                <c:pt idx="78090">
                  <c:v>1</c:v>
                </c:pt>
                <c:pt idx="78091">
                  <c:v>1</c:v>
                </c:pt>
                <c:pt idx="78092">
                  <c:v>3</c:v>
                </c:pt>
                <c:pt idx="78093">
                  <c:v>1</c:v>
                </c:pt>
                <c:pt idx="78094">
                  <c:v>2</c:v>
                </c:pt>
                <c:pt idx="78095">
                  <c:v>2</c:v>
                </c:pt>
                <c:pt idx="78096">
                  <c:v>2</c:v>
                </c:pt>
                <c:pt idx="78097">
                  <c:v>2</c:v>
                </c:pt>
                <c:pt idx="78098">
                  <c:v>2</c:v>
                </c:pt>
                <c:pt idx="78099">
                  <c:v>2</c:v>
                </c:pt>
                <c:pt idx="78100">
                  <c:v>2</c:v>
                </c:pt>
                <c:pt idx="78101">
                  <c:v>2</c:v>
                </c:pt>
                <c:pt idx="78102">
                  <c:v>2</c:v>
                </c:pt>
                <c:pt idx="78103">
                  <c:v>1</c:v>
                </c:pt>
                <c:pt idx="78104">
                  <c:v>2</c:v>
                </c:pt>
                <c:pt idx="78105">
                  <c:v>5</c:v>
                </c:pt>
                <c:pt idx="78106">
                  <c:v>3</c:v>
                </c:pt>
                <c:pt idx="78107">
                  <c:v>2</c:v>
                </c:pt>
                <c:pt idx="78108">
                  <c:v>3</c:v>
                </c:pt>
                <c:pt idx="78109">
                  <c:v>3</c:v>
                </c:pt>
                <c:pt idx="78110">
                  <c:v>3</c:v>
                </c:pt>
                <c:pt idx="78111">
                  <c:v>3</c:v>
                </c:pt>
                <c:pt idx="78112">
                  <c:v>3</c:v>
                </c:pt>
                <c:pt idx="78113">
                  <c:v>3</c:v>
                </c:pt>
                <c:pt idx="78114">
                  <c:v>3</c:v>
                </c:pt>
                <c:pt idx="78115">
                  <c:v>1</c:v>
                </c:pt>
                <c:pt idx="78116">
                  <c:v>1</c:v>
                </c:pt>
                <c:pt idx="78117">
                  <c:v>1</c:v>
                </c:pt>
                <c:pt idx="78118">
                  <c:v>2</c:v>
                </c:pt>
                <c:pt idx="78119">
                  <c:v>2</c:v>
                </c:pt>
                <c:pt idx="78120">
                  <c:v>1</c:v>
                </c:pt>
                <c:pt idx="78121">
                  <c:v>1</c:v>
                </c:pt>
                <c:pt idx="78122">
                  <c:v>2</c:v>
                </c:pt>
                <c:pt idx="78123">
                  <c:v>1</c:v>
                </c:pt>
                <c:pt idx="78124">
                  <c:v>2</c:v>
                </c:pt>
                <c:pt idx="78125">
                  <c:v>3</c:v>
                </c:pt>
                <c:pt idx="78126">
                  <c:v>2</c:v>
                </c:pt>
                <c:pt idx="78127">
                  <c:v>5</c:v>
                </c:pt>
                <c:pt idx="78128">
                  <c:v>2</c:v>
                </c:pt>
                <c:pt idx="78129">
                  <c:v>2</c:v>
                </c:pt>
                <c:pt idx="78130">
                  <c:v>3</c:v>
                </c:pt>
                <c:pt idx="78131">
                  <c:v>3</c:v>
                </c:pt>
                <c:pt idx="78132">
                  <c:v>2</c:v>
                </c:pt>
                <c:pt idx="78133">
                  <c:v>2</c:v>
                </c:pt>
                <c:pt idx="78134">
                  <c:v>2</c:v>
                </c:pt>
                <c:pt idx="78135">
                  <c:v>3</c:v>
                </c:pt>
                <c:pt idx="78136">
                  <c:v>2</c:v>
                </c:pt>
                <c:pt idx="78137">
                  <c:v>3</c:v>
                </c:pt>
                <c:pt idx="78138">
                  <c:v>3</c:v>
                </c:pt>
                <c:pt idx="78139">
                  <c:v>2</c:v>
                </c:pt>
                <c:pt idx="78140">
                  <c:v>3</c:v>
                </c:pt>
                <c:pt idx="78141">
                  <c:v>1</c:v>
                </c:pt>
                <c:pt idx="78142">
                  <c:v>2</c:v>
                </c:pt>
                <c:pt idx="78143">
                  <c:v>2</c:v>
                </c:pt>
                <c:pt idx="78144">
                  <c:v>1</c:v>
                </c:pt>
                <c:pt idx="78145">
                  <c:v>2</c:v>
                </c:pt>
                <c:pt idx="78146">
                  <c:v>1</c:v>
                </c:pt>
                <c:pt idx="78147">
                  <c:v>2</c:v>
                </c:pt>
                <c:pt idx="78148">
                  <c:v>2</c:v>
                </c:pt>
                <c:pt idx="78149">
                  <c:v>2</c:v>
                </c:pt>
                <c:pt idx="78150">
                  <c:v>2</c:v>
                </c:pt>
                <c:pt idx="78151">
                  <c:v>1</c:v>
                </c:pt>
                <c:pt idx="78152">
                  <c:v>2</c:v>
                </c:pt>
                <c:pt idx="78153">
                  <c:v>2</c:v>
                </c:pt>
                <c:pt idx="78154">
                  <c:v>4</c:v>
                </c:pt>
                <c:pt idx="78155">
                  <c:v>3</c:v>
                </c:pt>
                <c:pt idx="78156">
                  <c:v>6</c:v>
                </c:pt>
                <c:pt idx="78157">
                  <c:v>3</c:v>
                </c:pt>
                <c:pt idx="78158">
                  <c:v>4</c:v>
                </c:pt>
                <c:pt idx="78159">
                  <c:v>5</c:v>
                </c:pt>
                <c:pt idx="78160">
                  <c:v>3</c:v>
                </c:pt>
                <c:pt idx="78161">
                  <c:v>6</c:v>
                </c:pt>
                <c:pt idx="78162">
                  <c:v>9</c:v>
                </c:pt>
                <c:pt idx="78163">
                  <c:v>6</c:v>
                </c:pt>
                <c:pt idx="78164">
                  <c:v>3</c:v>
                </c:pt>
                <c:pt idx="78165">
                  <c:v>3</c:v>
                </c:pt>
                <c:pt idx="78166">
                  <c:v>2</c:v>
                </c:pt>
                <c:pt idx="78167">
                  <c:v>2</c:v>
                </c:pt>
                <c:pt idx="78168">
                  <c:v>2</c:v>
                </c:pt>
                <c:pt idx="78169">
                  <c:v>2</c:v>
                </c:pt>
                <c:pt idx="78170">
                  <c:v>6</c:v>
                </c:pt>
                <c:pt idx="78171">
                  <c:v>7</c:v>
                </c:pt>
                <c:pt idx="78172">
                  <c:v>1</c:v>
                </c:pt>
                <c:pt idx="78173">
                  <c:v>1</c:v>
                </c:pt>
                <c:pt idx="78174">
                  <c:v>1</c:v>
                </c:pt>
                <c:pt idx="78175">
                  <c:v>4</c:v>
                </c:pt>
                <c:pt idx="78176">
                  <c:v>4</c:v>
                </c:pt>
                <c:pt idx="78177">
                  <c:v>-2</c:v>
                </c:pt>
                <c:pt idx="78178">
                  <c:v>5</c:v>
                </c:pt>
                <c:pt idx="78179">
                  <c:v>2</c:v>
                </c:pt>
                <c:pt idx="78180">
                  <c:v>1</c:v>
                </c:pt>
                <c:pt idx="78181">
                  <c:v>2</c:v>
                </c:pt>
                <c:pt idx="78182">
                  <c:v>2</c:v>
                </c:pt>
                <c:pt idx="78183">
                  <c:v>1</c:v>
                </c:pt>
                <c:pt idx="78184">
                  <c:v>2</c:v>
                </c:pt>
                <c:pt idx="78185">
                  <c:v>2</c:v>
                </c:pt>
                <c:pt idx="78186">
                  <c:v>2</c:v>
                </c:pt>
                <c:pt idx="78187">
                  <c:v>2</c:v>
                </c:pt>
                <c:pt idx="78188">
                  <c:v>2</c:v>
                </c:pt>
                <c:pt idx="78189">
                  <c:v>1</c:v>
                </c:pt>
                <c:pt idx="78190">
                  <c:v>2</c:v>
                </c:pt>
                <c:pt idx="78191">
                  <c:v>2</c:v>
                </c:pt>
                <c:pt idx="78192">
                  <c:v>2</c:v>
                </c:pt>
                <c:pt idx="78193">
                  <c:v>2</c:v>
                </c:pt>
                <c:pt idx="78194">
                  <c:v>2</c:v>
                </c:pt>
                <c:pt idx="78195">
                  <c:v>2</c:v>
                </c:pt>
                <c:pt idx="78196">
                  <c:v>2</c:v>
                </c:pt>
                <c:pt idx="78197">
                  <c:v>5</c:v>
                </c:pt>
                <c:pt idx="78198">
                  <c:v>2</c:v>
                </c:pt>
                <c:pt idx="78199">
                  <c:v>2</c:v>
                </c:pt>
                <c:pt idx="78200">
                  <c:v>4</c:v>
                </c:pt>
                <c:pt idx="78201">
                  <c:v>4</c:v>
                </c:pt>
                <c:pt idx="78202">
                  <c:v>3</c:v>
                </c:pt>
                <c:pt idx="78203">
                  <c:v>3</c:v>
                </c:pt>
                <c:pt idx="78204">
                  <c:v>3</c:v>
                </c:pt>
                <c:pt idx="78205">
                  <c:v>3</c:v>
                </c:pt>
                <c:pt idx="78206">
                  <c:v>4</c:v>
                </c:pt>
                <c:pt idx="78207">
                  <c:v>2</c:v>
                </c:pt>
                <c:pt idx="78208">
                  <c:v>2</c:v>
                </c:pt>
                <c:pt idx="78209">
                  <c:v>2</c:v>
                </c:pt>
                <c:pt idx="78210">
                  <c:v>1</c:v>
                </c:pt>
                <c:pt idx="78211">
                  <c:v>2</c:v>
                </c:pt>
                <c:pt idx="78212">
                  <c:v>2</c:v>
                </c:pt>
                <c:pt idx="78213">
                  <c:v>4</c:v>
                </c:pt>
                <c:pt idx="78214">
                  <c:v>2</c:v>
                </c:pt>
                <c:pt idx="78215">
                  <c:v>4</c:v>
                </c:pt>
                <c:pt idx="78216">
                  <c:v>3</c:v>
                </c:pt>
                <c:pt idx="78217">
                  <c:v>2</c:v>
                </c:pt>
                <c:pt idx="78218">
                  <c:v>2</c:v>
                </c:pt>
                <c:pt idx="78219">
                  <c:v>3</c:v>
                </c:pt>
                <c:pt idx="78220">
                  <c:v>1</c:v>
                </c:pt>
                <c:pt idx="78221">
                  <c:v>2</c:v>
                </c:pt>
                <c:pt idx="78222">
                  <c:v>1</c:v>
                </c:pt>
                <c:pt idx="78223">
                  <c:v>1</c:v>
                </c:pt>
                <c:pt idx="78224">
                  <c:v>2</c:v>
                </c:pt>
                <c:pt idx="78225">
                  <c:v>2</c:v>
                </c:pt>
                <c:pt idx="78226">
                  <c:v>2</c:v>
                </c:pt>
                <c:pt idx="78227">
                  <c:v>3</c:v>
                </c:pt>
                <c:pt idx="78228">
                  <c:v>3</c:v>
                </c:pt>
                <c:pt idx="78229">
                  <c:v>2</c:v>
                </c:pt>
                <c:pt idx="78230">
                  <c:v>3</c:v>
                </c:pt>
                <c:pt idx="78231">
                  <c:v>2</c:v>
                </c:pt>
                <c:pt idx="78232">
                  <c:v>4</c:v>
                </c:pt>
                <c:pt idx="78233">
                  <c:v>2</c:v>
                </c:pt>
                <c:pt idx="78234">
                  <c:v>2</c:v>
                </c:pt>
                <c:pt idx="78235">
                  <c:v>3</c:v>
                </c:pt>
                <c:pt idx="78236">
                  <c:v>3</c:v>
                </c:pt>
                <c:pt idx="78237">
                  <c:v>2</c:v>
                </c:pt>
                <c:pt idx="78238">
                  <c:v>3</c:v>
                </c:pt>
                <c:pt idx="78239">
                  <c:v>1</c:v>
                </c:pt>
                <c:pt idx="78240">
                  <c:v>1</c:v>
                </c:pt>
                <c:pt idx="78241">
                  <c:v>1</c:v>
                </c:pt>
                <c:pt idx="78242">
                  <c:v>3</c:v>
                </c:pt>
                <c:pt idx="78243">
                  <c:v>2</c:v>
                </c:pt>
                <c:pt idx="78244">
                  <c:v>1</c:v>
                </c:pt>
                <c:pt idx="78245">
                  <c:v>2</c:v>
                </c:pt>
                <c:pt idx="78246">
                  <c:v>2</c:v>
                </c:pt>
                <c:pt idx="78247">
                  <c:v>6</c:v>
                </c:pt>
                <c:pt idx="78248">
                  <c:v>4</c:v>
                </c:pt>
                <c:pt idx="78249">
                  <c:v>3</c:v>
                </c:pt>
                <c:pt idx="78250">
                  <c:v>2</c:v>
                </c:pt>
                <c:pt idx="78251">
                  <c:v>1</c:v>
                </c:pt>
                <c:pt idx="78252">
                  <c:v>2</c:v>
                </c:pt>
                <c:pt idx="78253">
                  <c:v>1</c:v>
                </c:pt>
                <c:pt idx="78254">
                  <c:v>2</c:v>
                </c:pt>
                <c:pt idx="78255">
                  <c:v>2</c:v>
                </c:pt>
                <c:pt idx="78256">
                  <c:v>2</c:v>
                </c:pt>
                <c:pt idx="78257">
                  <c:v>3</c:v>
                </c:pt>
                <c:pt idx="78258">
                  <c:v>3</c:v>
                </c:pt>
                <c:pt idx="78259">
                  <c:v>3</c:v>
                </c:pt>
                <c:pt idx="78260">
                  <c:v>3</c:v>
                </c:pt>
                <c:pt idx="78261">
                  <c:v>4</c:v>
                </c:pt>
                <c:pt idx="78262">
                  <c:v>3</c:v>
                </c:pt>
                <c:pt idx="78263">
                  <c:v>4</c:v>
                </c:pt>
                <c:pt idx="78264">
                  <c:v>1</c:v>
                </c:pt>
                <c:pt idx="78265">
                  <c:v>3</c:v>
                </c:pt>
                <c:pt idx="78266">
                  <c:v>5</c:v>
                </c:pt>
                <c:pt idx="78267">
                  <c:v>2</c:v>
                </c:pt>
                <c:pt idx="78268">
                  <c:v>2</c:v>
                </c:pt>
                <c:pt idx="78269">
                  <c:v>2</c:v>
                </c:pt>
                <c:pt idx="78270">
                  <c:v>2</c:v>
                </c:pt>
                <c:pt idx="78271">
                  <c:v>2</c:v>
                </c:pt>
                <c:pt idx="78272">
                  <c:v>2</c:v>
                </c:pt>
                <c:pt idx="78273">
                  <c:v>2</c:v>
                </c:pt>
                <c:pt idx="78274">
                  <c:v>2</c:v>
                </c:pt>
                <c:pt idx="78275">
                  <c:v>2</c:v>
                </c:pt>
                <c:pt idx="78276">
                  <c:v>3</c:v>
                </c:pt>
                <c:pt idx="78277">
                  <c:v>3</c:v>
                </c:pt>
                <c:pt idx="78278">
                  <c:v>2</c:v>
                </c:pt>
                <c:pt idx="78279">
                  <c:v>4</c:v>
                </c:pt>
                <c:pt idx="78280">
                  <c:v>1</c:v>
                </c:pt>
                <c:pt idx="78281">
                  <c:v>1</c:v>
                </c:pt>
                <c:pt idx="78282">
                  <c:v>2</c:v>
                </c:pt>
                <c:pt idx="78283">
                  <c:v>2</c:v>
                </c:pt>
                <c:pt idx="78284">
                  <c:v>2</c:v>
                </c:pt>
                <c:pt idx="78285">
                  <c:v>1</c:v>
                </c:pt>
                <c:pt idx="78286">
                  <c:v>1</c:v>
                </c:pt>
                <c:pt idx="78287">
                  <c:v>2</c:v>
                </c:pt>
                <c:pt idx="78288">
                  <c:v>1</c:v>
                </c:pt>
                <c:pt idx="78289">
                  <c:v>2</c:v>
                </c:pt>
                <c:pt idx="78290">
                  <c:v>2</c:v>
                </c:pt>
                <c:pt idx="78291">
                  <c:v>1</c:v>
                </c:pt>
                <c:pt idx="78292">
                  <c:v>3</c:v>
                </c:pt>
                <c:pt idx="78293">
                  <c:v>1</c:v>
                </c:pt>
                <c:pt idx="78294">
                  <c:v>2</c:v>
                </c:pt>
                <c:pt idx="78295">
                  <c:v>2</c:v>
                </c:pt>
                <c:pt idx="78296">
                  <c:v>3</c:v>
                </c:pt>
                <c:pt idx="78297">
                  <c:v>2</c:v>
                </c:pt>
                <c:pt idx="78298">
                  <c:v>2</c:v>
                </c:pt>
                <c:pt idx="78299">
                  <c:v>2</c:v>
                </c:pt>
                <c:pt idx="78300">
                  <c:v>2</c:v>
                </c:pt>
                <c:pt idx="78301">
                  <c:v>4</c:v>
                </c:pt>
                <c:pt idx="78302">
                  <c:v>2</c:v>
                </c:pt>
                <c:pt idx="78303">
                  <c:v>10</c:v>
                </c:pt>
                <c:pt idx="78304">
                  <c:v>6</c:v>
                </c:pt>
                <c:pt idx="78305">
                  <c:v>4</c:v>
                </c:pt>
                <c:pt idx="78306">
                  <c:v>2</c:v>
                </c:pt>
                <c:pt idx="78307">
                  <c:v>2</c:v>
                </c:pt>
                <c:pt idx="78308">
                  <c:v>2</c:v>
                </c:pt>
                <c:pt idx="78309">
                  <c:v>2</c:v>
                </c:pt>
                <c:pt idx="78310">
                  <c:v>3</c:v>
                </c:pt>
                <c:pt idx="78311">
                  <c:v>3</c:v>
                </c:pt>
                <c:pt idx="78312">
                  <c:v>4</c:v>
                </c:pt>
                <c:pt idx="78313">
                  <c:v>4</c:v>
                </c:pt>
                <c:pt idx="78314">
                  <c:v>2</c:v>
                </c:pt>
                <c:pt idx="78315">
                  <c:v>2</c:v>
                </c:pt>
                <c:pt idx="78316">
                  <c:v>2</c:v>
                </c:pt>
                <c:pt idx="78317">
                  <c:v>4</c:v>
                </c:pt>
                <c:pt idx="78318">
                  <c:v>4</c:v>
                </c:pt>
                <c:pt idx="78319">
                  <c:v>4</c:v>
                </c:pt>
                <c:pt idx="78320">
                  <c:v>4</c:v>
                </c:pt>
                <c:pt idx="78321">
                  <c:v>4</c:v>
                </c:pt>
                <c:pt idx="78322">
                  <c:v>4</c:v>
                </c:pt>
                <c:pt idx="78323">
                  <c:v>2</c:v>
                </c:pt>
                <c:pt idx="78324">
                  <c:v>2</c:v>
                </c:pt>
                <c:pt idx="78325">
                  <c:v>2</c:v>
                </c:pt>
                <c:pt idx="78326">
                  <c:v>4</c:v>
                </c:pt>
                <c:pt idx="78327">
                  <c:v>2</c:v>
                </c:pt>
                <c:pt idx="78328">
                  <c:v>6</c:v>
                </c:pt>
                <c:pt idx="78329">
                  <c:v>8</c:v>
                </c:pt>
                <c:pt idx="78330">
                  <c:v>5</c:v>
                </c:pt>
                <c:pt idx="78331">
                  <c:v>7</c:v>
                </c:pt>
                <c:pt idx="78332">
                  <c:v>6</c:v>
                </c:pt>
                <c:pt idx="78333">
                  <c:v>1</c:v>
                </c:pt>
                <c:pt idx="78334">
                  <c:v>2</c:v>
                </c:pt>
                <c:pt idx="78335">
                  <c:v>3</c:v>
                </c:pt>
                <c:pt idx="78336">
                  <c:v>3</c:v>
                </c:pt>
                <c:pt idx="78337">
                  <c:v>2</c:v>
                </c:pt>
                <c:pt idx="78338">
                  <c:v>2</c:v>
                </c:pt>
                <c:pt idx="78339">
                  <c:v>1</c:v>
                </c:pt>
                <c:pt idx="78340">
                  <c:v>2</c:v>
                </c:pt>
                <c:pt idx="78341">
                  <c:v>2</c:v>
                </c:pt>
                <c:pt idx="78342">
                  <c:v>5</c:v>
                </c:pt>
                <c:pt idx="78343">
                  <c:v>2</c:v>
                </c:pt>
                <c:pt idx="78344">
                  <c:v>2</c:v>
                </c:pt>
                <c:pt idx="78345">
                  <c:v>1</c:v>
                </c:pt>
                <c:pt idx="78346">
                  <c:v>1</c:v>
                </c:pt>
                <c:pt idx="78347">
                  <c:v>1</c:v>
                </c:pt>
                <c:pt idx="78348">
                  <c:v>1</c:v>
                </c:pt>
                <c:pt idx="78349">
                  <c:v>1</c:v>
                </c:pt>
                <c:pt idx="78350">
                  <c:v>3</c:v>
                </c:pt>
                <c:pt idx="78351">
                  <c:v>2</c:v>
                </c:pt>
                <c:pt idx="78352">
                  <c:v>1</c:v>
                </c:pt>
                <c:pt idx="78353">
                  <c:v>2</c:v>
                </c:pt>
                <c:pt idx="78354">
                  <c:v>2</c:v>
                </c:pt>
                <c:pt idx="78355">
                  <c:v>5</c:v>
                </c:pt>
                <c:pt idx="78356">
                  <c:v>4</c:v>
                </c:pt>
                <c:pt idx="78357">
                  <c:v>2</c:v>
                </c:pt>
                <c:pt idx="78358">
                  <c:v>6</c:v>
                </c:pt>
                <c:pt idx="78359">
                  <c:v>4</c:v>
                </c:pt>
                <c:pt idx="78360">
                  <c:v>2</c:v>
                </c:pt>
                <c:pt idx="78361">
                  <c:v>4</c:v>
                </c:pt>
                <c:pt idx="78362">
                  <c:v>2</c:v>
                </c:pt>
                <c:pt idx="78363">
                  <c:v>3</c:v>
                </c:pt>
                <c:pt idx="78364">
                  <c:v>2</c:v>
                </c:pt>
                <c:pt idx="78365">
                  <c:v>4</c:v>
                </c:pt>
                <c:pt idx="78366">
                  <c:v>4</c:v>
                </c:pt>
                <c:pt idx="78367">
                  <c:v>2</c:v>
                </c:pt>
                <c:pt idx="78368">
                  <c:v>3</c:v>
                </c:pt>
                <c:pt idx="78369">
                  <c:v>2</c:v>
                </c:pt>
                <c:pt idx="78370">
                  <c:v>2</c:v>
                </c:pt>
                <c:pt idx="78371">
                  <c:v>2</c:v>
                </c:pt>
                <c:pt idx="78372">
                  <c:v>2</c:v>
                </c:pt>
                <c:pt idx="78373">
                  <c:v>1</c:v>
                </c:pt>
                <c:pt idx="78374">
                  <c:v>1</c:v>
                </c:pt>
                <c:pt idx="78375">
                  <c:v>2</c:v>
                </c:pt>
                <c:pt idx="78376">
                  <c:v>2</c:v>
                </c:pt>
                <c:pt idx="78377">
                  <c:v>2</c:v>
                </c:pt>
                <c:pt idx="78378">
                  <c:v>2</c:v>
                </c:pt>
                <c:pt idx="78379">
                  <c:v>1</c:v>
                </c:pt>
                <c:pt idx="78380">
                  <c:v>2</c:v>
                </c:pt>
                <c:pt idx="78381">
                  <c:v>2</c:v>
                </c:pt>
                <c:pt idx="78382">
                  <c:v>2</c:v>
                </c:pt>
                <c:pt idx="78383">
                  <c:v>3</c:v>
                </c:pt>
                <c:pt idx="78384">
                  <c:v>2</c:v>
                </c:pt>
                <c:pt idx="78385">
                  <c:v>2</c:v>
                </c:pt>
                <c:pt idx="78386">
                  <c:v>2</c:v>
                </c:pt>
                <c:pt idx="78387">
                  <c:v>5</c:v>
                </c:pt>
                <c:pt idx="78388">
                  <c:v>2</c:v>
                </c:pt>
                <c:pt idx="78389">
                  <c:v>5</c:v>
                </c:pt>
                <c:pt idx="78390">
                  <c:v>5</c:v>
                </c:pt>
                <c:pt idx="78391">
                  <c:v>3</c:v>
                </c:pt>
                <c:pt idx="78392">
                  <c:v>4</c:v>
                </c:pt>
                <c:pt idx="78393">
                  <c:v>4</c:v>
                </c:pt>
                <c:pt idx="78394">
                  <c:v>2</c:v>
                </c:pt>
                <c:pt idx="78395">
                  <c:v>6</c:v>
                </c:pt>
                <c:pt idx="78396">
                  <c:v>3</c:v>
                </c:pt>
                <c:pt idx="78397">
                  <c:v>5</c:v>
                </c:pt>
                <c:pt idx="78398">
                  <c:v>4</c:v>
                </c:pt>
                <c:pt idx="78399">
                  <c:v>3</c:v>
                </c:pt>
                <c:pt idx="78400">
                  <c:v>6</c:v>
                </c:pt>
                <c:pt idx="78401">
                  <c:v>1</c:v>
                </c:pt>
                <c:pt idx="78402">
                  <c:v>3</c:v>
                </c:pt>
                <c:pt idx="78403">
                  <c:v>3</c:v>
                </c:pt>
                <c:pt idx="78404">
                  <c:v>1</c:v>
                </c:pt>
                <c:pt idx="78405">
                  <c:v>1</c:v>
                </c:pt>
                <c:pt idx="78406">
                  <c:v>3</c:v>
                </c:pt>
                <c:pt idx="78407">
                  <c:v>6</c:v>
                </c:pt>
                <c:pt idx="78408">
                  <c:v>4</c:v>
                </c:pt>
                <c:pt idx="78409">
                  <c:v>3</c:v>
                </c:pt>
                <c:pt idx="78410">
                  <c:v>4</c:v>
                </c:pt>
                <c:pt idx="78411">
                  <c:v>1</c:v>
                </c:pt>
                <c:pt idx="78412">
                  <c:v>1</c:v>
                </c:pt>
                <c:pt idx="78413">
                  <c:v>1</c:v>
                </c:pt>
                <c:pt idx="78414">
                  <c:v>1</c:v>
                </c:pt>
                <c:pt idx="78415">
                  <c:v>2</c:v>
                </c:pt>
                <c:pt idx="78416">
                  <c:v>2</c:v>
                </c:pt>
                <c:pt idx="78417">
                  <c:v>1</c:v>
                </c:pt>
                <c:pt idx="78418">
                  <c:v>1</c:v>
                </c:pt>
                <c:pt idx="78419">
                  <c:v>2</c:v>
                </c:pt>
                <c:pt idx="78420">
                  <c:v>10</c:v>
                </c:pt>
                <c:pt idx="78421">
                  <c:v>7</c:v>
                </c:pt>
                <c:pt idx="78422">
                  <c:v>7</c:v>
                </c:pt>
                <c:pt idx="78423">
                  <c:v>1</c:v>
                </c:pt>
                <c:pt idx="78424">
                  <c:v>5</c:v>
                </c:pt>
                <c:pt idx="78425">
                  <c:v>2</c:v>
                </c:pt>
                <c:pt idx="78426">
                  <c:v>2</c:v>
                </c:pt>
                <c:pt idx="78427">
                  <c:v>2</c:v>
                </c:pt>
                <c:pt idx="78428">
                  <c:v>2</c:v>
                </c:pt>
                <c:pt idx="78429">
                  <c:v>4</c:v>
                </c:pt>
                <c:pt idx="78430">
                  <c:v>2</c:v>
                </c:pt>
                <c:pt idx="78431">
                  <c:v>2</c:v>
                </c:pt>
                <c:pt idx="78432">
                  <c:v>2</c:v>
                </c:pt>
                <c:pt idx="78433">
                  <c:v>1</c:v>
                </c:pt>
                <c:pt idx="78434">
                  <c:v>2</c:v>
                </c:pt>
                <c:pt idx="78435">
                  <c:v>2</c:v>
                </c:pt>
                <c:pt idx="78436">
                  <c:v>1</c:v>
                </c:pt>
                <c:pt idx="78437">
                  <c:v>2</c:v>
                </c:pt>
                <c:pt idx="78438">
                  <c:v>3</c:v>
                </c:pt>
                <c:pt idx="78439">
                  <c:v>1</c:v>
                </c:pt>
                <c:pt idx="78440">
                  <c:v>2</c:v>
                </c:pt>
                <c:pt idx="78441">
                  <c:v>2</c:v>
                </c:pt>
                <c:pt idx="78442">
                  <c:v>2</c:v>
                </c:pt>
                <c:pt idx="78443">
                  <c:v>3</c:v>
                </c:pt>
                <c:pt idx="78444">
                  <c:v>4</c:v>
                </c:pt>
                <c:pt idx="78445">
                  <c:v>5</c:v>
                </c:pt>
                <c:pt idx="78446">
                  <c:v>5</c:v>
                </c:pt>
                <c:pt idx="78447">
                  <c:v>6</c:v>
                </c:pt>
                <c:pt idx="78448">
                  <c:v>6</c:v>
                </c:pt>
                <c:pt idx="78449">
                  <c:v>2</c:v>
                </c:pt>
                <c:pt idx="78450">
                  <c:v>4</c:v>
                </c:pt>
                <c:pt idx="78451">
                  <c:v>2</c:v>
                </c:pt>
                <c:pt idx="78452">
                  <c:v>1</c:v>
                </c:pt>
                <c:pt idx="78453">
                  <c:v>1</c:v>
                </c:pt>
                <c:pt idx="78454">
                  <c:v>1</c:v>
                </c:pt>
                <c:pt idx="78455">
                  <c:v>2</c:v>
                </c:pt>
                <c:pt idx="78456">
                  <c:v>1</c:v>
                </c:pt>
                <c:pt idx="78457">
                  <c:v>1</c:v>
                </c:pt>
                <c:pt idx="78458">
                  <c:v>1</c:v>
                </c:pt>
                <c:pt idx="78459">
                  <c:v>1</c:v>
                </c:pt>
                <c:pt idx="78460">
                  <c:v>2</c:v>
                </c:pt>
                <c:pt idx="78461">
                  <c:v>1</c:v>
                </c:pt>
                <c:pt idx="78462">
                  <c:v>2</c:v>
                </c:pt>
                <c:pt idx="78463">
                  <c:v>3</c:v>
                </c:pt>
                <c:pt idx="78464">
                  <c:v>1</c:v>
                </c:pt>
                <c:pt idx="78465">
                  <c:v>1</c:v>
                </c:pt>
                <c:pt idx="78466">
                  <c:v>4</c:v>
                </c:pt>
                <c:pt idx="78467">
                  <c:v>1</c:v>
                </c:pt>
                <c:pt idx="78468">
                  <c:v>2</c:v>
                </c:pt>
                <c:pt idx="78469">
                  <c:v>1</c:v>
                </c:pt>
                <c:pt idx="78470">
                  <c:v>3</c:v>
                </c:pt>
                <c:pt idx="78471">
                  <c:v>1</c:v>
                </c:pt>
                <c:pt idx="78472">
                  <c:v>3</c:v>
                </c:pt>
                <c:pt idx="78473">
                  <c:v>4</c:v>
                </c:pt>
                <c:pt idx="78474">
                  <c:v>1</c:v>
                </c:pt>
                <c:pt idx="78475">
                  <c:v>3</c:v>
                </c:pt>
                <c:pt idx="78476">
                  <c:v>4</c:v>
                </c:pt>
                <c:pt idx="78477">
                  <c:v>1</c:v>
                </c:pt>
                <c:pt idx="78478">
                  <c:v>-1</c:v>
                </c:pt>
                <c:pt idx="78479">
                  <c:v>1</c:v>
                </c:pt>
                <c:pt idx="78480">
                  <c:v>3</c:v>
                </c:pt>
                <c:pt idx="78481">
                  <c:v>1</c:v>
                </c:pt>
                <c:pt idx="78482">
                  <c:v>1</c:v>
                </c:pt>
                <c:pt idx="78483">
                  <c:v>1</c:v>
                </c:pt>
                <c:pt idx="78484">
                  <c:v>1</c:v>
                </c:pt>
                <c:pt idx="78485">
                  <c:v>3</c:v>
                </c:pt>
                <c:pt idx="78486">
                  <c:v>2</c:v>
                </c:pt>
                <c:pt idx="78487">
                  <c:v>2</c:v>
                </c:pt>
                <c:pt idx="78488">
                  <c:v>3</c:v>
                </c:pt>
                <c:pt idx="78489">
                  <c:v>2</c:v>
                </c:pt>
                <c:pt idx="78490">
                  <c:v>1</c:v>
                </c:pt>
                <c:pt idx="78491">
                  <c:v>3</c:v>
                </c:pt>
                <c:pt idx="78492">
                  <c:v>2</c:v>
                </c:pt>
                <c:pt idx="78493">
                  <c:v>2</c:v>
                </c:pt>
                <c:pt idx="78494">
                  <c:v>2</c:v>
                </c:pt>
                <c:pt idx="78495">
                  <c:v>1</c:v>
                </c:pt>
                <c:pt idx="78496">
                  <c:v>1</c:v>
                </c:pt>
                <c:pt idx="78497">
                  <c:v>1</c:v>
                </c:pt>
                <c:pt idx="78498">
                  <c:v>2</c:v>
                </c:pt>
                <c:pt idx="78499">
                  <c:v>2</c:v>
                </c:pt>
                <c:pt idx="78500">
                  <c:v>2</c:v>
                </c:pt>
                <c:pt idx="78501">
                  <c:v>2</c:v>
                </c:pt>
                <c:pt idx="78502">
                  <c:v>2</c:v>
                </c:pt>
                <c:pt idx="78503">
                  <c:v>2</c:v>
                </c:pt>
                <c:pt idx="78504">
                  <c:v>2</c:v>
                </c:pt>
                <c:pt idx="78505">
                  <c:v>3</c:v>
                </c:pt>
                <c:pt idx="78506">
                  <c:v>1</c:v>
                </c:pt>
                <c:pt idx="78507">
                  <c:v>2</c:v>
                </c:pt>
                <c:pt idx="78508">
                  <c:v>3</c:v>
                </c:pt>
                <c:pt idx="78509">
                  <c:v>2</c:v>
                </c:pt>
                <c:pt idx="78510">
                  <c:v>2</c:v>
                </c:pt>
                <c:pt idx="78511">
                  <c:v>3</c:v>
                </c:pt>
                <c:pt idx="78512">
                  <c:v>3</c:v>
                </c:pt>
                <c:pt idx="78513">
                  <c:v>1</c:v>
                </c:pt>
                <c:pt idx="78514">
                  <c:v>-3</c:v>
                </c:pt>
                <c:pt idx="78515">
                  <c:v>-3</c:v>
                </c:pt>
                <c:pt idx="78516">
                  <c:v>3</c:v>
                </c:pt>
                <c:pt idx="78517">
                  <c:v>1</c:v>
                </c:pt>
                <c:pt idx="78518">
                  <c:v>1</c:v>
                </c:pt>
                <c:pt idx="78519">
                  <c:v>1</c:v>
                </c:pt>
                <c:pt idx="78520">
                  <c:v>1</c:v>
                </c:pt>
                <c:pt idx="78521">
                  <c:v>3</c:v>
                </c:pt>
                <c:pt idx="78522">
                  <c:v>2</c:v>
                </c:pt>
                <c:pt idx="78523">
                  <c:v>4</c:v>
                </c:pt>
                <c:pt idx="78524">
                  <c:v>4</c:v>
                </c:pt>
                <c:pt idx="78525">
                  <c:v>4</c:v>
                </c:pt>
                <c:pt idx="78526">
                  <c:v>4</c:v>
                </c:pt>
                <c:pt idx="78527">
                  <c:v>6</c:v>
                </c:pt>
                <c:pt idx="78528">
                  <c:v>8</c:v>
                </c:pt>
                <c:pt idx="78529">
                  <c:v>7</c:v>
                </c:pt>
                <c:pt idx="78530">
                  <c:v>2</c:v>
                </c:pt>
                <c:pt idx="78531">
                  <c:v>7</c:v>
                </c:pt>
                <c:pt idx="78532">
                  <c:v>3</c:v>
                </c:pt>
                <c:pt idx="78533">
                  <c:v>3</c:v>
                </c:pt>
                <c:pt idx="78534">
                  <c:v>4</c:v>
                </c:pt>
                <c:pt idx="78535">
                  <c:v>2</c:v>
                </c:pt>
                <c:pt idx="78536">
                  <c:v>6</c:v>
                </c:pt>
                <c:pt idx="78537">
                  <c:v>4</c:v>
                </c:pt>
                <c:pt idx="78538">
                  <c:v>3</c:v>
                </c:pt>
                <c:pt idx="78539">
                  <c:v>6</c:v>
                </c:pt>
                <c:pt idx="78540">
                  <c:v>6</c:v>
                </c:pt>
                <c:pt idx="78541">
                  <c:v>2</c:v>
                </c:pt>
                <c:pt idx="78542">
                  <c:v>8</c:v>
                </c:pt>
                <c:pt idx="78543">
                  <c:v>2</c:v>
                </c:pt>
                <c:pt idx="78544">
                  <c:v>3</c:v>
                </c:pt>
                <c:pt idx="78545">
                  <c:v>2</c:v>
                </c:pt>
                <c:pt idx="78546">
                  <c:v>3</c:v>
                </c:pt>
                <c:pt idx="78547">
                  <c:v>2</c:v>
                </c:pt>
                <c:pt idx="78548">
                  <c:v>3</c:v>
                </c:pt>
                <c:pt idx="78549">
                  <c:v>3</c:v>
                </c:pt>
                <c:pt idx="78550">
                  <c:v>2</c:v>
                </c:pt>
                <c:pt idx="78551">
                  <c:v>3</c:v>
                </c:pt>
                <c:pt idx="78552">
                  <c:v>3</c:v>
                </c:pt>
                <c:pt idx="78553">
                  <c:v>2</c:v>
                </c:pt>
                <c:pt idx="78554">
                  <c:v>2</c:v>
                </c:pt>
                <c:pt idx="78555">
                  <c:v>2</c:v>
                </c:pt>
                <c:pt idx="78556">
                  <c:v>2</c:v>
                </c:pt>
                <c:pt idx="78557">
                  <c:v>3</c:v>
                </c:pt>
                <c:pt idx="78558">
                  <c:v>2</c:v>
                </c:pt>
                <c:pt idx="78559">
                  <c:v>3</c:v>
                </c:pt>
                <c:pt idx="78560">
                  <c:v>3</c:v>
                </c:pt>
                <c:pt idx="78561">
                  <c:v>5</c:v>
                </c:pt>
                <c:pt idx="78562">
                  <c:v>3</c:v>
                </c:pt>
                <c:pt idx="78563">
                  <c:v>2</c:v>
                </c:pt>
                <c:pt idx="78564">
                  <c:v>2</c:v>
                </c:pt>
                <c:pt idx="78565">
                  <c:v>2</c:v>
                </c:pt>
                <c:pt idx="78566">
                  <c:v>3</c:v>
                </c:pt>
                <c:pt idx="78567">
                  <c:v>3</c:v>
                </c:pt>
                <c:pt idx="78568">
                  <c:v>2</c:v>
                </c:pt>
                <c:pt idx="78569">
                  <c:v>2</c:v>
                </c:pt>
                <c:pt idx="78570">
                  <c:v>2</c:v>
                </c:pt>
                <c:pt idx="78571">
                  <c:v>3</c:v>
                </c:pt>
                <c:pt idx="78572">
                  <c:v>2</c:v>
                </c:pt>
                <c:pt idx="78573">
                  <c:v>2</c:v>
                </c:pt>
                <c:pt idx="78574">
                  <c:v>2</c:v>
                </c:pt>
                <c:pt idx="78575">
                  <c:v>2</c:v>
                </c:pt>
                <c:pt idx="78576">
                  <c:v>2</c:v>
                </c:pt>
                <c:pt idx="78577">
                  <c:v>2</c:v>
                </c:pt>
                <c:pt idx="78578">
                  <c:v>1</c:v>
                </c:pt>
                <c:pt idx="78579">
                  <c:v>1</c:v>
                </c:pt>
                <c:pt idx="78580">
                  <c:v>1</c:v>
                </c:pt>
                <c:pt idx="78581">
                  <c:v>1</c:v>
                </c:pt>
                <c:pt idx="78582">
                  <c:v>1</c:v>
                </c:pt>
                <c:pt idx="78583">
                  <c:v>1</c:v>
                </c:pt>
                <c:pt idx="78584">
                  <c:v>1</c:v>
                </c:pt>
                <c:pt idx="78585">
                  <c:v>2</c:v>
                </c:pt>
                <c:pt idx="78586">
                  <c:v>1</c:v>
                </c:pt>
                <c:pt idx="78587">
                  <c:v>4</c:v>
                </c:pt>
                <c:pt idx="78588">
                  <c:v>1</c:v>
                </c:pt>
                <c:pt idx="78589">
                  <c:v>3</c:v>
                </c:pt>
                <c:pt idx="78590">
                  <c:v>4</c:v>
                </c:pt>
                <c:pt idx="78591">
                  <c:v>5</c:v>
                </c:pt>
                <c:pt idx="78592">
                  <c:v>4</c:v>
                </c:pt>
                <c:pt idx="78593">
                  <c:v>3</c:v>
                </c:pt>
                <c:pt idx="78594">
                  <c:v>2</c:v>
                </c:pt>
                <c:pt idx="78595">
                  <c:v>2</c:v>
                </c:pt>
                <c:pt idx="78596">
                  <c:v>2</c:v>
                </c:pt>
                <c:pt idx="78597">
                  <c:v>2</c:v>
                </c:pt>
                <c:pt idx="78598">
                  <c:v>3</c:v>
                </c:pt>
                <c:pt idx="78599">
                  <c:v>2</c:v>
                </c:pt>
                <c:pt idx="78600">
                  <c:v>3</c:v>
                </c:pt>
                <c:pt idx="78601">
                  <c:v>3</c:v>
                </c:pt>
                <c:pt idx="78602">
                  <c:v>4</c:v>
                </c:pt>
                <c:pt idx="78603">
                  <c:v>3</c:v>
                </c:pt>
                <c:pt idx="78604">
                  <c:v>1</c:v>
                </c:pt>
                <c:pt idx="78605">
                  <c:v>3</c:v>
                </c:pt>
                <c:pt idx="78606">
                  <c:v>2</c:v>
                </c:pt>
                <c:pt idx="78607">
                  <c:v>1</c:v>
                </c:pt>
                <c:pt idx="78608">
                  <c:v>2</c:v>
                </c:pt>
                <c:pt idx="78609">
                  <c:v>1</c:v>
                </c:pt>
                <c:pt idx="78610">
                  <c:v>1</c:v>
                </c:pt>
                <c:pt idx="78611">
                  <c:v>2</c:v>
                </c:pt>
                <c:pt idx="78612">
                  <c:v>1</c:v>
                </c:pt>
                <c:pt idx="78613">
                  <c:v>3</c:v>
                </c:pt>
                <c:pt idx="78614">
                  <c:v>3</c:v>
                </c:pt>
                <c:pt idx="78615">
                  <c:v>1</c:v>
                </c:pt>
                <c:pt idx="78616">
                  <c:v>1</c:v>
                </c:pt>
                <c:pt idx="78617">
                  <c:v>2</c:v>
                </c:pt>
                <c:pt idx="78618">
                  <c:v>1</c:v>
                </c:pt>
                <c:pt idx="78619">
                  <c:v>3</c:v>
                </c:pt>
                <c:pt idx="78620">
                  <c:v>2</c:v>
                </c:pt>
                <c:pt idx="78621">
                  <c:v>4</c:v>
                </c:pt>
                <c:pt idx="78622">
                  <c:v>2</c:v>
                </c:pt>
                <c:pt idx="78623">
                  <c:v>4</c:v>
                </c:pt>
                <c:pt idx="78624">
                  <c:v>3</c:v>
                </c:pt>
                <c:pt idx="78625">
                  <c:v>3</c:v>
                </c:pt>
                <c:pt idx="78626">
                  <c:v>4</c:v>
                </c:pt>
                <c:pt idx="78627">
                  <c:v>3</c:v>
                </c:pt>
                <c:pt idx="78628">
                  <c:v>2</c:v>
                </c:pt>
                <c:pt idx="78629">
                  <c:v>1</c:v>
                </c:pt>
                <c:pt idx="78630">
                  <c:v>6</c:v>
                </c:pt>
                <c:pt idx="78631">
                  <c:v>2</c:v>
                </c:pt>
                <c:pt idx="78632">
                  <c:v>2</c:v>
                </c:pt>
                <c:pt idx="78633">
                  <c:v>3</c:v>
                </c:pt>
                <c:pt idx="78634">
                  <c:v>3</c:v>
                </c:pt>
                <c:pt idx="78635">
                  <c:v>3</c:v>
                </c:pt>
                <c:pt idx="78636">
                  <c:v>1</c:v>
                </c:pt>
                <c:pt idx="78637">
                  <c:v>1</c:v>
                </c:pt>
                <c:pt idx="78638">
                  <c:v>2</c:v>
                </c:pt>
                <c:pt idx="78639">
                  <c:v>2</c:v>
                </c:pt>
                <c:pt idx="78640">
                  <c:v>2</c:v>
                </c:pt>
                <c:pt idx="78641">
                  <c:v>3</c:v>
                </c:pt>
                <c:pt idx="78642">
                  <c:v>5</c:v>
                </c:pt>
                <c:pt idx="78643">
                  <c:v>2</c:v>
                </c:pt>
                <c:pt idx="78644">
                  <c:v>5</c:v>
                </c:pt>
                <c:pt idx="78645">
                  <c:v>3</c:v>
                </c:pt>
                <c:pt idx="78646">
                  <c:v>2</c:v>
                </c:pt>
                <c:pt idx="78647">
                  <c:v>1</c:v>
                </c:pt>
                <c:pt idx="78648">
                  <c:v>1</c:v>
                </c:pt>
                <c:pt idx="78649">
                  <c:v>2</c:v>
                </c:pt>
                <c:pt idx="78650">
                  <c:v>2</c:v>
                </c:pt>
                <c:pt idx="78651">
                  <c:v>2</c:v>
                </c:pt>
                <c:pt idx="78652">
                  <c:v>5</c:v>
                </c:pt>
                <c:pt idx="78653">
                  <c:v>4</c:v>
                </c:pt>
                <c:pt idx="78654">
                  <c:v>4</c:v>
                </c:pt>
                <c:pt idx="78655">
                  <c:v>4</c:v>
                </c:pt>
                <c:pt idx="78656">
                  <c:v>10</c:v>
                </c:pt>
                <c:pt idx="78657">
                  <c:v>4</c:v>
                </c:pt>
                <c:pt idx="78658">
                  <c:v>6</c:v>
                </c:pt>
                <c:pt idx="78659">
                  <c:v>6</c:v>
                </c:pt>
                <c:pt idx="78660">
                  <c:v>0</c:v>
                </c:pt>
                <c:pt idx="78661">
                  <c:v>7</c:v>
                </c:pt>
                <c:pt idx="78662">
                  <c:v>6</c:v>
                </c:pt>
                <c:pt idx="78663">
                  <c:v>6</c:v>
                </c:pt>
                <c:pt idx="78664">
                  <c:v>6</c:v>
                </c:pt>
                <c:pt idx="78665">
                  <c:v>6</c:v>
                </c:pt>
                <c:pt idx="78666">
                  <c:v>1</c:v>
                </c:pt>
                <c:pt idx="78667">
                  <c:v>1</c:v>
                </c:pt>
                <c:pt idx="78668">
                  <c:v>2</c:v>
                </c:pt>
                <c:pt idx="78669">
                  <c:v>3</c:v>
                </c:pt>
                <c:pt idx="78670">
                  <c:v>1</c:v>
                </c:pt>
                <c:pt idx="78671">
                  <c:v>2</c:v>
                </c:pt>
                <c:pt idx="78672">
                  <c:v>1</c:v>
                </c:pt>
                <c:pt idx="78673">
                  <c:v>2</c:v>
                </c:pt>
                <c:pt idx="78674">
                  <c:v>2</c:v>
                </c:pt>
                <c:pt idx="78675">
                  <c:v>2</c:v>
                </c:pt>
                <c:pt idx="78676">
                  <c:v>3</c:v>
                </c:pt>
                <c:pt idx="78677">
                  <c:v>2</c:v>
                </c:pt>
                <c:pt idx="78678">
                  <c:v>4</c:v>
                </c:pt>
                <c:pt idx="78679">
                  <c:v>3</c:v>
                </c:pt>
                <c:pt idx="78680">
                  <c:v>2</c:v>
                </c:pt>
                <c:pt idx="78681">
                  <c:v>3</c:v>
                </c:pt>
                <c:pt idx="78682">
                  <c:v>4</c:v>
                </c:pt>
                <c:pt idx="78683">
                  <c:v>4</c:v>
                </c:pt>
                <c:pt idx="78684">
                  <c:v>4</c:v>
                </c:pt>
                <c:pt idx="78685">
                  <c:v>2</c:v>
                </c:pt>
                <c:pt idx="78686">
                  <c:v>2</c:v>
                </c:pt>
                <c:pt idx="78687">
                  <c:v>3</c:v>
                </c:pt>
                <c:pt idx="78688">
                  <c:v>4</c:v>
                </c:pt>
                <c:pt idx="78689">
                  <c:v>1</c:v>
                </c:pt>
                <c:pt idx="78690">
                  <c:v>2</c:v>
                </c:pt>
                <c:pt idx="78691">
                  <c:v>7</c:v>
                </c:pt>
                <c:pt idx="78692">
                  <c:v>5</c:v>
                </c:pt>
                <c:pt idx="78693">
                  <c:v>4</c:v>
                </c:pt>
                <c:pt idx="78694">
                  <c:v>5</c:v>
                </c:pt>
                <c:pt idx="78695">
                  <c:v>5</c:v>
                </c:pt>
                <c:pt idx="78696">
                  <c:v>7</c:v>
                </c:pt>
                <c:pt idx="78697">
                  <c:v>-3</c:v>
                </c:pt>
                <c:pt idx="78698">
                  <c:v>5</c:v>
                </c:pt>
                <c:pt idx="78699">
                  <c:v>5</c:v>
                </c:pt>
                <c:pt idx="78700">
                  <c:v>3</c:v>
                </c:pt>
                <c:pt idx="78701">
                  <c:v>2</c:v>
                </c:pt>
                <c:pt idx="78702">
                  <c:v>3</c:v>
                </c:pt>
                <c:pt idx="78703">
                  <c:v>4</c:v>
                </c:pt>
                <c:pt idx="78704">
                  <c:v>3</c:v>
                </c:pt>
                <c:pt idx="78705">
                  <c:v>2</c:v>
                </c:pt>
                <c:pt idx="78706">
                  <c:v>2</c:v>
                </c:pt>
                <c:pt idx="78707">
                  <c:v>2</c:v>
                </c:pt>
                <c:pt idx="78708">
                  <c:v>2</c:v>
                </c:pt>
                <c:pt idx="78709">
                  <c:v>2</c:v>
                </c:pt>
                <c:pt idx="78710">
                  <c:v>4</c:v>
                </c:pt>
                <c:pt idx="78711">
                  <c:v>1</c:v>
                </c:pt>
                <c:pt idx="78712">
                  <c:v>2</c:v>
                </c:pt>
                <c:pt idx="78713">
                  <c:v>2</c:v>
                </c:pt>
                <c:pt idx="78714">
                  <c:v>2</c:v>
                </c:pt>
                <c:pt idx="78715">
                  <c:v>2</c:v>
                </c:pt>
                <c:pt idx="78716">
                  <c:v>3</c:v>
                </c:pt>
                <c:pt idx="78717">
                  <c:v>6</c:v>
                </c:pt>
                <c:pt idx="78718">
                  <c:v>4</c:v>
                </c:pt>
                <c:pt idx="78719">
                  <c:v>4</c:v>
                </c:pt>
                <c:pt idx="78720">
                  <c:v>1</c:v>
                </c:pt>
                <c:pt idx="78721">
                  <c:v>2</c:v>
                </c:pt>
                <c:pt idx="78722">
                  <c:v>2</c:v>
                </c:pt>
                <c:pt idx="78723">
                  <c:v>2</c:v>
                </c:pt>
                <c:pt idx="78724">
                  <c:v>2</c:v>
                </c:pt>
                <c:pt idx="78725">
                  <c:v>1</c:v>
                </c:pt>
                <c:pt idx="78726">
                  <c:v>4</c:v>
                </c:pt>
                <c:pt idx="78727">
                  <c:v>3</c:v>
                </c:pt>
                <c:pt idx="78728">
                  <c:v>2</c:v>
                </c:pt>
                <c:pt idx="78729">
                  <c:v>3</c:v>
                </c:pt>
                <c:pt idx="78730">
                  <c:v>2</c:v>
                </c:pt>
                <c:pt idx="78731">
                  <c:v>2</c:v>
                </c:pt>
                <c:pt idx="78732">
                  <c:v>2</c:v>
                </c:pt>
                <c:pt idx="78733">
                  <c:v>12</c:v>
                </c:pt>
                <c:pt idx="78734">
                  <c:v>4</c:v>
                </c:pt>
                <c:pt idx="78735">
                  <c:v>12</c:v>
                </c:pt>
                <c:pt idx="78736">
                  <c:v>3</c:v>
                </c:pt>
                <c:pt idx="78737">
                  <c:v>4</c:v>
                </c:pt>
                <c:pt idx="78738">
                  <c:v>3</c:v>
                </c:pt>
                <c:pt idx="78739">
                  <c:v>3</c:v>
                </c:pt>
                <c:pt idx="78740">
                  <c:v>4</c:v>
                </c:pt>
                <c:pt idx="78741">
                  <c:v>4</c:v>
                </c:pt>
                <c:pt idx="78742">
                  <c:v>3</c:v>
                </c:pt>
                <c:pt idx="78743">
                  <c:v>2</c:v>
                </c:pt>
                <c:pt idx="78744">
                  <c:v>3</c:v>
                </c:pt>
                <c:pt idx="78745">
                  <c:v>1</c:v>
                </c:pt>
                <c:pt idx="78746">
                  <c:v>3</c:v>
                </c:pt>
                <c:pt idx="78747">
                  <c:v>1</c:v>
                </c:pt>
                <c:pt idx="78748">
                  <c:v>1</c:v>
                </c:pt>
                <c:pt idx="78749">
                  <c:v>1</c:v>
                </c:pt>
                <c:pt idx="78750">
                  <c:v>1</c:v>
                </c:pt>
                <c:pt idx="78751">
                  <c:v>3</c:v>
                </c:pt>
                <c:pt idx="78752">
                  <c:v>1</c:v>
                </c:pt>
                <c:pt idx="78753">
                  <c:v>1</c:v>
                </c:pt>
                <c:pt idx="78754">
                  <c:v>1</c:v>
                </c:pt>
                <c:pt idx="78755">
                  <c:v>2</c:v>
                </c:pt>
                <c:pt idx="78756">
                  <c:v>1</c:v>
                </c:pt>
                <c:pt idx="78757">
                  <c:v>2</c:v>
                </c:pt>
                <c:pt idx="78758">
                  <c:v>2</c:v>
                </c:pt>
                <c:pt idx="78759">
                  <c:v>2</c:v>
                </c:pt>
                <c:pt idx="78760">
                  <c:v>1</c:v>
                </c:pt>
                <c:pt idx="78761">
                  <c:v>1</c:v>
                </c:pt>
                <c:pt idx="78762">
                  <c:v>1</c:v>
                </c:pt>
                <c:pt idx="78763">
                  <c:v>7</c:v>
                </c:pt>
                <c:pt idx="78764">
                  <c:v>4</c:v>
                </c:pt>
                <c:pt idx="78765">
                  <c:v>4</c:v>
                </c:pt>
                <c:pt idx="78766">
                  <c:v>4</c:v>
                </c:pt>
                <c:pt idx="78767">
                  <c:v>4</c:v>
                </c:pt>
                <c:pt idx="78768">
                  <c:v>4</c:v>
                </c:pt>
                <c:pt idx="78769">
                  <c:v>3</c:v>
                </c:pt>
                <c:pt idx="78770">
                  <c:v>4</c:v>
                </c:pt>
                <c:pt idx="78771">
                  <c:v>4</c:v>
                </c:pt>
                <c:pt idx="78772">
                  <c:v>2</c:v>
                </c:pt>
                <c:pt idx="78773">
                  <c:v>3</c:v>
                </c:pt>
                <c:pt idx="78774">
                  <c:v>2</c:v>
                </c:pt>
                <c:pt idx="78775">
                  <c:v>2</c:v>
                </c:pt>
                <c:pt idx="78776">
                  <c:v>1</c:v>
                </c:pt>
                <c:pt idx="78777">
                  <c:v>3</c:v>
                </c:pt>
                <c:pt idx="78778">
                  <c:v>1</c:v>
                </c:pt>
                <c:pt idx="78779">
                  <c:v>1</c:v>
                </c:pt>
                <c:pt idx="78780">
                  <c:v>1</c:v>
                </c:pt>
                <c:pt idx="78781">
                  <c:v>2</c:v>
                </c:pt>
                <c:pt idx="78782">
                  <c:v>1</c:v>
                </c:pt>
                <c:pt idx="78783">
                  <c:v>2</c:v>
                </c:pt>
                <c:pt idx="78784">
                  <c:v>2</c:v>
                </c:pt>
                <c:pt idx="78785">
                  <c:v>2</c:v>
                </c:pt>
                <c:pt idx="78786">
                  <c:v>2</c:v>
                </c:pt>
                <c:pt idx="78787">
                  <c:v>2</c:v>
                </c:pt>
                <c:pt idx="78788">
                  <c:v>2</c:v>
                </c:pt>
                <c:pt idx="78789">
                  <c:v>2</c:v>
                </c:pt>
                <c:pt idx="78790">
                  <c:v>3</c:v>
                </c:pt>
                <c:pt idx="78791">
                  <c:v>3</c:v>
                </c:pt>
                <c:pt idx="78792">
                  <c:v>5</c:v>
                </c:pt>
                <c:pt idx="78793">
                  <c:v>14</c:v>
                </c:pt>
                <c:pt idx="78794">
                  <c:v>10</c:v>
                </c:pt>
                <c:pt idx="78795">
                  <c:v>2</c:v>
                </c:pt>
                <c:pt idx="78796">
                  <c:v>3</c:v>
                </c:pt>
                <c:pt idx="78797">
                  <c:v>3</c:v>
                </c:pt>
                <c:pt idx="78798">
                  <c:v>3</c:v>
                </c:pt>
                <c:pt idx="78799">
                  <c:v>6</c:v>
                </c:pt>
                <c:pt idx="78800">
                  <c:v>3</c:v>
                </c:pt>
                <c:pt idx="78801">
                  <c:v>2</c:v>
                </c:pt>
                <c:pt idx="78802">
                  <c:v>2</c:v>
                </c:pt>
                <c:pt idx="78803">
                  <c:v>2</c:v>
                </c:pt>
                <c:pt idx="78804">
                  <c:v>2</c:v>
                </c:pt>
                <c:pt idx="78805">
                  <c:v>2</c:v>
                </c:pt>
                <c:pt idx="78806">
                  <c:v>2</c:v>
                </c:pt>
                <c:pt idx="78807">
                  <c:v>2</c:v>
                </c:pt>
                <c:pt idx="78808">
                  <c:v>3</c:v>
                </c:pt>
                <c:pt idx="78809">
                  <c:v>2</c:v>
                </c:pt>
                <c:pt idx="78810">
                  <c:v>4</c:v>
                </c:pt>
                <c:pt idx="78811">
                  <c:v>2</c:v>
                </c:pt>
                <c:pt idx="78812">
                  <c:v>2</c:v>
                </c:pt>
                <c:pt idx="78813">
                  <c:v>3</c:v>
                </c:pt>
                <c:pt idx="78814">
                  <c:v>3</c:v>
                </c:pt>
                <c:pt idx="78815">
                  <c:v>2</c:v>
                </c:pt>
                <c:pt idx="78816">
                  <c:v>6</c:v>
                </c:pt>
                <c:pt idx="78817">
                  <c:v>6</c:v>
                </c:pt>
                <c:pt idx="78818">
                  <c:v>2</c:v>
                </c:pt>
                <c:pt idx="78819">
                  <c:v>8</c:v>
                </c:pt>
                <c:pt idx="78820">
                  <c:v>6</c:v>
                </c:pt>
                <c:pt idx="78821">
                  <c:v>6</c:v>
                </c:pt>
                <c:pt idx="78822">
                  <c:v>6</c:v>
                </c:pt>
                <c:pt idx="78823">
                  <c:v>8</c:v>
                </c:pt>
                <c:pt idx="78824">
                  <c:v>6</c:v>
                </c:pt>
                <c:pt idx="78825">
                  <c:v>1</c:v>
                </c:pt>
                <c:pt idx="78826">
                  <c:v>6</c:v>
                </c:pt>
                <c:pt idx="78827">
                  <c:v>5</c:v>
                </c:pt>
                <c:pt idx="78828">
                  <c:v>4</c:v>
                </c:pt>
                <c:pt idx="78829">
                  <c:v>1</c:v>
                </c:pt>
                <c:pt idx="78830">
                  <c:v>4</c:v>
                </c:pt>
                <c:pt idx="78831">
                  <c:v>5</c:v>
                </c:pt>
                <c:pt idx="78832">
                  <c:v>3</c:v>
                </c:pt>
                <c:pt idx="78833">
                  <c:v>3</c:v>
                </c:pt>
                <c:pt idx="78834">
                  <c:v>3</c:v>
                </c:pt>
                <c:pt idx="78835">
                  <c:v>5</c:v>
                </c:pt>
                <c:pt idx="78836">
                  <c:v>4</c:v>
                </c:pt>
                <c:pt idx="78837">
                  <c:v>1</c:v>
                </c:pt>
                <c:pt idx="78838">
                  <c:v>1</c:v>
                </c:pt>
                <c:pt idx="78839">
                  <c:v>2</c:v>
                </c:pt>
                <c:pt idx="78840">
                  <c:v>2</c:v>
                </c:pt>
                <c:pt idx="78841">
                  <c:v>1</c:v>
                </c:pt>
                <c:pt idx="78842">
                  <c:v>2</c:v>
                </c:pt>
                <c:pt idx="78843">
                  <c:v>1</c:v>
                </c:pt>
                <c:pt idx="78844">
                  <c:v>2</c:v>
                </c:pt>
                <c:pt idx="78845">
                  <c:v>3</c:v>
                </c:pt>
                <c:pt idx="78846">
                  <c:v>3</c:v>
                </c:pt>
                <c:pt idx="78847">
                  <c:v>1</c:v>
                </c:pt>
                <c:pt idx="78848">
                  <c:v>1</c:v>
                </c:pt>
                <c:pt idx="78849">
                  <c:v>2</c:v>
                </c:pt>
                <c:pt idx="78850">
                  <c:v>2</c:v>
                </c:pt>
                <c:pt idx="78851">
                  <c:v>2</c:v>
                </c:pt>
                <c:pt idx="78852">
                  <c:v>3</c:v>
                </c:pt>
                <c:pt idx="78853">
                  <c:v>2</c:v>
                </c:pt>
                <c:pt idx="78854">
                  <c:v>3</c:v>
                </c:pt>
                <c:pt idx="78855">
                  <c:v>2</c:v>
                </c:pt>
                <c:pt idx="78856">
                  <c:v>2</c:v>
                </c:pt>
                <c:pt idx="78857">
                  <c:v>2</c:v>
                </c:pt>
                <c:pt idx="78858">
                  <c:v>2</c:v>
                </c:pt>
                <c:pt idx="78859">
                  <c:v>8</c:v>
                </c:pt>
                <c:pt idx="78860">
                  <c:v>2</c:v>
                </c:pt>
                <c:pt idx="78861">
                  <c:v>3</c:v>
                </c:pt>
                <c:pt idx="78862">
                  <c:v>1</c:v>
                </c:pt>
                <c:pt idx="78863">
                  <c:v>5</c:v>
                </c:pt>
                <c:pt idx="78864">
                  <c:v>0</c:v>
                </c:pt>
                <c:pt idx="78865">
                  <c:v>2</c:v>
                </c:pt>
                <c:pt idx="78866">
                  <c:v>3</c:v>
                </c:pt>
                <c:pt idx="78867">
                  <c:v>5</c:v>
                </c:pt>
                <c:pt idx="78868">
                  <c:v>3</c:v>
                </c:pt>
                <c:pt idx="78869">
                  <c:v>2</c:v>
                </c:pt>
                <c:pt idx="78870">
                  <c:v>2</c:v>
                </c:pt>
                <c:pt idx="78871">
                  <c:v>1</c:v>
                </c:pt>
                <c:pt idx="78872">
                  <c:v>2</c:v>
                </c:pt>
                <c:pt idx="78873">
                  <c:v>2</c:v>
                </c:pt>
                <c:pt idx="78874">
                  <c:v>2</c:v>
                </c:pt>
                <c:pt idx="78875">
                  <c:v>3</c:v>
                </c:pt>
                <c:pt idx="78876">
                  <c:v>2</c:v>
                </c:pt>
                <c:pt idx="78877">
                  <c:v>2</c:v>
                </c:pt>
                <c:pt idx="78878">
                  <c:v>2</c:v>
                </c:pt>
                <c:pt idx="78879">
                  <c:v>1</c:v>
                </c:pt>
                <c:pt idx="78880">
                  <c:v>2</c:v>
                </c:pt>
                <c:pt idx="78881">
                  <c:v>2</c:v>
                </c:pt>
                <c:pt idx="78882">
                  <c:v>3</c:v>
                </c:pt>
                <c:pt idx="78883">
                  <c:v>2</c:v>
                </c:pt>
                <c:pt idx="78884">
                  <c:v>2</c:v>
                </c:pt>
                <c:pt idx="78885">
                  <c:v>1</c:v>
                </c:pt>
                <c:pt idx="78886">
                  <c:v>6</c:v>
                </c:pt>
                <c:pt idx="78887">
                  <c:v>1</c:v>
                </c:pt>
                <c:pt idx="78888">
                  <c:v>1</c:v>
                </c:pt>
                <c:pt idx="78889">
                  <c:v>4</c:v>
                </c:pt>
                <c:pt idx="78890">
                  <c:v>1</c:v>
                </c:pt>
                <c:pt idx="78891">
                  <c:v>1</c:v>
                </c:pt>
                <c:pt idx="78892">
                  <c:v>1</c:v>
                </c:pt>
                <c:pt idx="78893">
                  <c:v>1</c:v>
                </c:pt>
                <c:pt idx="78894">
                  <c:v>2</c:v>
                </c:pt>
                <c:pt idx="78895">
                  <c:v>6</c:v>
                </c:pt>
                <c:pt idx="78896">
                  <c:v>2</c:v>
                </c:pt>
                <c:pt idx="78897">
                  <c:v>2</c:v>
                </c:pt>
                <c:pt idx="78898">
                  <c:v>2</c:v>
                </c:pt>
                <c:pt idx="78899">
                  <c:v>3</c:v>
                </c:pt>
                <c:pt idx="78900">
                  <c:v>4</c:v>
                </c:pt>
                <c:pt idx="78901">
                  <c:v>2</c:v>
                </c:pt>
                <c:pt idx="78902">
                  <c:v>3</c:v>
                </c:pt>
                <c:pt idx="78903">
                  <c:v>1</c:v>
                </c:pt>
                <c:pt idx="78904">
                  <c:v>2</c:v>
                </c:pt>
                <c:pt idx="78905">
                  <c:v>4</c:v>
                </c:pt>
                <c:pt idx="78906">
                  <c:v>4</c:v>
                </c:pt>
                <c:pt idx="78907">
                  <c:v>3</c:v>
                </c:pt>
                <c:pt idx="78908">
                  <c:v>5</c:v>
                </c:pt>
                <c:pt idx="78909">
                  <c:v>2</c:v>
                </c:pt>
                <c:pt idx="78910">
                  <c:v>5</c:v>
                </c:pt>
                <c:pt idx="78911">
                  <c:v>3</c:v>
                </c:pt>
                <c:pt idx="78912">
                  <c:v>4</c:v>
                </c:pt>
                <c:pt idx="78913">
                  <c:v>1</c:v>
                </c:pt>
                <c:pt idx="78914">
                  <c:v>2</c:v>
                </c:pt>
                <c:pt idx="78915">
                  <c:v>1</c:v>
                </c:pt>
                <c:pt idx="78916">
                  <c:v>1</c:v>
                </c:pt>
                <c:pt idx="78917">
                  <c:v>2</c:v>
                </c:pt>
                <c:pt idx="78918">
                  <c:v>1</c:v>
                </c:pt>
                <c:pt idx="78919">
                  <c:v>1</c:v>
                </c:pt>
                <c:pt idx="78920">
                  <c:v>1</c:v>
                </c:pt>
                <c:pt idx="78921">
                  <c:v>1</c:v>
                </c:pt>
                <c:pt idx="78922">
                  <c:v>1</c:v>
                </c:pt>
                <c:pt idx="78923">
                  <c:v>1</c:v>
                </c:pt>
                <c:pt idx="78924">
                  <c:v>1</c:v>
                </c:pt>
                <c:pt idx="78925">
                  <c:v>1</c:v>
                </c:pt>
                <c:pt idx="78926">
                  <c:v>1</c:v>
                </c:pt>
                <c:pt idx="78927">
                  <c:v>1</c:v>
                </c:pt>
                <c:pt idx="78928">
                  <c:v>1</c:v>
                </c:pt>
                <c:pt idx="78929">
                  <c:v>3</c:v>
                </c:pt>
                <c:pt idx="78930">
                  <c:v>4</c:v>
                </c:pt>
                <c:pt idx="78931">
                  <c:v>1</c:v>
                </c:pt>
                <c:pt idx="78932">
                  <c:v>5</c:v>
                </c:pt>
                <c:pt idx="78933">
                  <c:v>2</c:v>
                </c:pt>
                <c:pt idx="78934">
                  <c:v>5</c:v>
                </c:pt>
                <c:pt idx="78935">
                  <c:v>3</c:v>
                </c:pt>
                <c:pt idx="78936">
                  <c:v>3</c:v>
                </c:pt>
                <c:pt idx="78937">
                  <c:v>2</c:v>
                </c:pt>
                <c:pt idx="78938">
                  <c:v>3</c:v>
                </c:pt>
                <c:pt idx="78939">
                  <c:v>1</c:v>
                </c:pt>
                <c:pt idx="78940">
                  <c:v>3</c:v>
                </c:pt>
                <c:pt idx="78941">
                  <c:v>4</c:v>
                </c:pt>
                <c:pt idx="78942">
                  <c:v>4</c:v>
                </c:pt>
                <c:pt idx="78943">
                  <c:v>2</c:v>
                </c:pt>
                <c:pt idx="78944">
                  <c:v>2</c:v>
                </c:pt>
                <c:pt idx="78945">
                  <c:v>3</c:v>
                </c:pt>
                <c:pt idx="78946">
                  <c:v>2</c:v>
                </c:pt>
                <c:pt idx="78947">
                  <c:v>5</c:v>
                </c:pt>
                <c:pt idx="78948">
                  <c:v>3</c:v>
                </c:pt>
                <c:pt idx="78949">
                  <c:v>4</c:v>
                </c:pt>
                <c:pt idx="78950">
                  <c:v>2</c:v>
                </c:pt>
                <c:pt idx="78951">
                  <c:v>3</c:v>
                </c:pt>
                <c:pt idx="78952">
                  <c:v>3</c:v>
                </c:pt>
                <c:pt idx="78953">
                  <c:v>2</c:v>
                </c:pt>
                <c:pt idx="78954">
                  <c:v>6</c:v>
                </c:pt>
                <c:pt idx="78955">
                  <c:v>3</c:v>
                </c:pt>
                <c:pt idx="78956">
                  <c:v>2</c:v>
                </c:pt>
                <c:pt idx="78957">
                  <c:v>5</c:v>
                </c:pt>
                <c:pt idx="78958">
                  <c:v>6</c:v>
                </c:pt>
                <c:pt idx="78959">
                  <c:v>1</c:v>
                </c:pt>
                <c:pt idx="78960">
                  <c:v>6</c:v>
                </c:pt>
                <c:pt idx="78961">
                  <c:v>6</c:v>
                </c:pt>
                <c:pt idx="78962">
                  <c:v>1</c:v>
                </c:pt>
                <c:pt idx="78963">
                  <c:v>3</c:v>
                </c:pt>
                <c:pt idx="78964">
                  <c:v>3</c:v>
                </c:pt>
                <c:pt idx="78965">
                  <c:v>2</c:v>
                </c:pt>
                <c:pt idx="78966">
                  <c:v>3</c:v>
                </c:pt>
                <c:pt idx="78967">
                  <c:v>3</c:v>
                </c:pt>
                <c:pt idx="78968">
                  <c:v>4</c:v>
                </c:pt>
                <c:pt idx="78969">
                  <c:v>2</c:v>
                </c:pt>
                <c:pt idx="78970">
                  <c:v>4</c:v>
                </c:pt>
                <c:pt idx="78971">
                  <c:v>2</c:v>
                </c:pt>
                <c:pt idx="78972">
                  <c:v>2</c:v>
                </c:pt>
                <c:pt idx="78973">
                  <c:v>2</c:v>
                </c:pt>
                <c:pt idx="78974">
                  <c:v>3</c:v>
                </c:pt>
                <c:pt idx="78975">
                  <c:v>2</c:v>
                </c:pt>
                <c:pt idx="78976">
                  <c:v>3</c:v>
                </c:pt>
                <c:pt idx="78977">
                  <c:v>2</c:v>
                </c:pt>
                <c:pt idx="78978">
                  <c:v>2</c:v>
                </c:pt>
                <c:pt idx="78979">
                  <c:v>2</c:v>
                </c:pt>
                <c:pt idx="78980">
                  <c:v>3</c:v>
                </c:pt>
                <c:pt idx="78981">
                  <c:v>1</c:v>
                </c:pt>
                <c:pt idx="78982">
                  <c:v>3</c:v>
                </c:pt>
                <c:pt idx="78983">
                  <c:v>2</c:v>
                </c:pt>
                <c:pt idx="78984">
                  <c:v>1</c:v>
                </c:pt>
                <c:pt idx="78985">
                  <c:v>2</c:v>
                </c:pt>
                <c:pt idx="78986">
                  <c:v>4</c:v>
                </c:pt>
                <c:pt idx="78987">
                  <c:v>1</c:v>
                </c:pt>
                <c:pt idx="78988">
                  <c:v>4</c:v>
                </c:pt>
                <c:pt idx="78989">
                  <c:v>1</c:v>
                </c:pt>
                <c:pt idx="78990">
                  <c:v>4</c:v>
                </c:pt>
                <c:pt idx="78991">
                  <c:v>4</c:v>
                </c:pt>
                <c:pt idx="78992">
                  <c:v>4</c:v>
                </c:pt>
                <c:pt idx="78993">
                  <c:v>4</c:v>
                </c:pt>
                <c:pt idx="78994">
                  <c:v>4</c:v>
                </c:pt>
                <c:pt idx="78995">
                  <c:v>7</c:v>
                </c:pt>
                <c:pt idx="78996">
                  <c:v>4</c:v>
                </c:pt>
                <c:pt idx="78997">
                  <c:v>4</c:v>
                </c:pt>
                <c:pt idx="78998">
                  <c:v>4</c:v>
                </c:pt>
                <c:pt idx="78999">
                  <c:v>4</c:v>
                </c:pt>
                <c:pt idx="79000">
                  <c:v>4</c:v>
                </c:pt>
                <c:pt idx="79001">
                  <c:v>1</c:v>
                </c:pt>
                <c:pt idx="79002">
                  <c:v>4</c:v>
                </c:pt>
                <c:pt idx="79003">
                  <c:v>2</c:v>
                </c:pt>
                <c:pt idx="79004">
                  <c:v>4</c:v>
                </c:pt>
                <c:pt idx="79005">
                  <c:v>1</c:v>
                </c:pt>
                <c:pt idx="79006">
                  <c:v>1</c:v>
                </c:pt>
                <c:pt idx="79007">
                  <c:v>3</c:v>
                </c:pt>
                <c:pt idx="79008">
                  <c:v>2</c:v>
                </c:pt>
                <c:pt idx="79009">
                  <c:v>2</c:v>
                </c:pt>
                <c:pt idx="79010">
                  <c:v>5</c:v>
                </c:pt>
                <c:pt idx="79011">
                  <c:v>5</c:v>
                </c:pt>
                <c:pt idx="79012">
                  <c:v>3</c:v>
                </c:pt>
                <c:pt idx="79013">
                  <c:v>4</c:v>
                </c:pt>
                <c:pt idx="79014">
                  <c:v>4</c:v>
                </c:pt>
                <c:pt idx="79015">
                  <c:v>3</c:v>
                </c:pt>
                <c:pt idx="79016">
                  <c:v>4</c:v>
                </c:pt>
                <c:pt idx="79017">
                  <c:v>6</c:v>
                </c:pt>
                <c:pt idx="79018">
                  <c:v>5</c:v>
                </c:pt>
                <c:pt idx="79019">
                  <c:v>2</c:v>
                </c:pt>
                <c:pt idx="79020">
                  <c:v>2</c:v>
                </c:pt>
                <c:pt idx="79021">
                  <c:v>4</c:v>
                </c:pt>
                <c:pt idx="79022">
                  <c:v>2</c:v>
                </c:pt>
                <c:pt idx="79023">
                  <c:v>2</c:v>
                </c:pt>
                <c:pt idx="79024">
                  <c:v>3</c:v>
                </c:pt>
                <c:pt idx="79025">
                  <c:v>2</c:v>
                </c:pt>
                <c:pt idx="79026">
                  <c:v>3</c:v>
                </c:pt>
                <c:pt idx="79027">
                  <c:v>3</c:v>
                </c:pt>
                <c:pt idx="79028">
                  <c:v>2</c:v>
                </c:pt>
                <c:pt idx="79029">
                  <c:v>2</c:v>
                </c:pt>
                <c:pt idx="79030">
                  <c:v>2</c:v>
                </c:pt>
                <c:pt idx="79031">
                  <c:v>2</c:v>
                </c:pt>
                <c:pt idx="79032">
                  <c:v>8</c:v>
                </c:pt>
                <c:pt idx="79033">
                  <c:v>2</c:v>
                </c:pt>
                <c:pt idx="79034">
                  <c:v>4</c:v>
                </c:pt>
                <c:pt idx="79035">
                  <c:v>1</c:v>
                </c:pt>
                <c:pt idx="79036">
                  <c:v>2</c:v>
                </c:pt>
                <c:pt idx="79037">
                  <c:v>3</c:v>
                </c:pt>
                <c:pt idx="79038">
                  <c:v>3</c:v>
                </c:pt>
                <c:pt idx="79039">
                  <c:v>4</c:v>
                </c:pt>
                <c:pt idx="79040">
                  <c:v>2</c:v>
                </c:pt>
                <c:pt idx="79041">
                  <c:v>4</c:v>
                </c:pt>
                <c:pt idx="79042">
                  <c:v>3</c:v>
                </c:pt>
                <c:pt idx="79043">
                  <c:v>3</c:v>
                </c:pt>
                <c:pt idx="79044">
                  <c:v>3</c:v>
                </c:pt>
                <c:pt idx="79045">
                  <c:v>4</c:v>
                </c:pt>
                <c:pt idx="79046">
                  <c:v>3</c:v>
                </c:pt>
                <c:pt idx="79047">
                  <c:v>1</c:v>
                </c:pt>
                <c:pt idx="79048">
                  <c:v>2</c:v>
                </c:pt>
                <c:pt idx="79049">
                  <c:v>2</c:v>
                </c:pt>
                <c:pt idx="79050">
                  <c:v>3</c:v>
                </c:pt>
                <c:pt idx="79051">
                  <c:v>2</c:v>
                </c:pt>
                <c:pt idx="79052">
                  <c:v>2</c:v>
                </c:pt>
                <c:pt idx="79053">
                  <c:v>4</c:v>
                </c:pt>
                <c:pt idx="79054">
                  <c:v>2</c:v>
                </c:pt>
                <c:pt idx="79055">
                  <c:v>2</c:v>
                </c:pt>
                <c:pt idx="79056">
                  <c:v>4</c:v>
                </c:pt>
                <c:pt idx="79057">
                  <c:v>3</c:v>
                </c:pt>
                <c:pt idx="79058">
                  <c:v>1</c:v>
                </c:pt>
                <c:pt idx="79059">
                  <c:v>4</c:v>
                </c:pt>
                <c:pt idx="79060">
                  <c:v>4</c:v>
                </c:pt>
                <c:pt idx="79061">
                  <c:v>4</c:v>
                </c:pt>
                <c:pt idx="79062">
                  <c:v>4</c:v>
                </c:pt>
                <c:pt idx="79063">
                  <c:v>2</c:v>
                </c:pt>
                <c:pt idx="79064">
                  <c:v>4</c:v>
                </c:pt>
                <c:pt idx="79065">
                  <c:v>1</c:v>
                </c:pt>
                <c:pt idx="79066">
                  <c:v>5</c:v>
                </c:pt>
                <c:pt idx="79067">
                  <c:v>5</c:v>
                </c:pt>
                <c:pt idx="79068">
                  <c:v>3</c:v>
                </c:pt>
                <c:pt idx="79069">
                  <c:v>1</c:v>
                </c:pt>
                <c:pt idx="79070">
                  <c:v>1</c:v>
                </c:pt>
                <c:pt idx="79071">
                  <c:v>2</c:v>
                </c:pt>
                <c:pt idx="79072">
                  <c:v>1</c:v>
                </c:pt>
                <c:pt idx="79073">
                  <c:v>1</c:v>
                </c:pt>
                <c:pt idx="79074">
                  <c:v>3</c:v>
                </c:pt>
                <c:pt idx="79075">
                  <c:v>1</c:v>
                </c:pt>
                <c:pt idx="79076">
                  <c:v>1</c:v>
                </c:pt>
                <c:pt idx="79077">
                  <c:v>1</c:v>
                </c:pt>
                <c:pt idx="79078">
                  <c:v>1</c:v>
                </c:pt>
                <c:pt idx="79079">
                  <c:v>2</c:v>
                </c:pt>
                <c:pt idx="79080">
                  <c:v>2</c:v>
                </c:pt>
                <c:pt idx="79081">
                  <c:v>1</c:v>
                </c:pt>
                <c:pt idx="79082">
                  <c:v>1</c:v>
                </c:pt>
                <c:pt idx="79083">
                  <c:v>1</c:v>
                </c:pt>
                <c:pt idx="79084">
                  <c:v>2</c:v>
                </c:pt>
                <c:pt idx="79085">
                  <c:v>2</c:v>
                </c:pt>
                <c:pt idx="79086">
                  <c:v>1</c:v>
                </c:pt>
                <c:pt idx="79087">
                  <c:v>2</c:v>
                </c:pt>
                <c:pt idx="79088">
                  <c:v>1</c:v>
                </c:pt>
                <c:pt idx="79089">
                  <c:v>5</c:v>
                </c:pt>
                <c:pt idx="79090">
                  <c:v>2</c:v>
                </c:pt>
                <c:pt idx="79091">
                  <c:v>3</c:v>
                </c:pt>
                <c:pt idx="79092">
                  <c:v>1</c:v>
                </c:pt>
                <c:pt idx="79093">
                  <c:v>4</c:v>
                </c:pt>
                <c:pt idx="79094">
                  <c:v>1</c:v>
                </c:pt>
                <c:pt idx="79095">
                  <c:v>2</c:v>
                </c:pt>
                <c:pt idx="79096">
                  <c:v>5</c:v>
                </c:pt>
                <c:pt idx="79097">
                  <c:v>5</c:v>
                </c:pt>
                <c:pt idx="79098">
                  <c:v>5</c:v>
                </c:pt>
                <c:pt idx="79099">
                  <c:v>7</c:v>
                </c:pt>
                <c:pt idx="79100">
                  <c:v>1</c:v>
                </c:pt>
                <c:pt idx="79101">
                  <c:v>1</c:v>
                </c:pt>
                <c:pt idx="79102">
                  <c:v>1</c:v>
                </c:pt>
                <c:pt idx="79103">
                  <c:v>2</c:v>
                </c:pt>
                <c:pt idx="79104">
                  <c:v>3</c:v>
                </c:pt>
                <c:pt idx="79105">
                  <c:v>2</c:v>
                </c:pt>
                <c:pt idx="79106">
                  <c:v>3</c:v>
                </c:pt>
                <c:pt idx="79107">
                  <c:v>4</c:v>
                </c:pt>
                <c:pt idx="79108">
                  <c:v>2</c:v>
                </c:pt>
                <c:pt idx="79109">
                  <c:v>4</c:v>
                </c:pt>
                <c:pt idx="79110">
                  <c:v>4</c:v>
                </c:pt>
                <c:pt idx="79111">
                  <c:v>2</c:v>
                </c:pt>
                <c:pt idx="79112">
                  <c:v>1</c:v>
                </c:pt>
                <c:pt idx="79113">
                  <c:v>2</c:v>
                </c:pt>
                <c:pt idx="79114">
                  <c:v>3</c:v>
                </c:pt>
                <c:pt idx="79115">
                  <c:v>2</c:v>
                </c:pt>
                <c:pt idx="79116">
                  <c:v>3</c:v>
                </c:pt>
                <c:pt idx="79117">
                  <c:v>3</c:v>
                </c:pt>
                <c:pt idx="79118">
                  <c:v>2</c:v>
                </c:pt>
                <c:pt idx="79119">
                  <c:v>4</c:v>
                </c:pt>
                <c:pt idx="79120">
                  <c:v>2</c:v>
                </c:pt>
                <c:pt idx="79121">
                  <c:v>1</c:v>
                </c:pt>
                <c:pt idx="79122">
                  <c:v>1</c:v>
                </c:pt>
                <c:pt idx="79123">
                  <c:v>1</c:v>
                </c:pt>
                <c:pt idx="79124">
                  <c:v>1</c:v>
                </c:pt>
                <c:pt idx="79125">
                  <c:v>1</c:v>
                </c:pt>
                <c:pt idx="79126">
                  <c:v>1</c:v>
                </c:pt>
                <c:pt idx="79127">
                  <c:v>2</c:v>
                </c:pt>
                <c:pt idx="79128">
                  <c:v>2</c:v>
                </c:pt>
                <c:pt idx="79129">
                  <c:v>1</c:v>
                </c:pt>
                <c:pt idx="79130">
                  <c:v>2</c:v>
                </c:pt>
                <c:pt idx="79131">
                  <c:v>1</c:v>
                </c:pt>
                <c:pt idx="79132">
                  <c:v>1</c:v>
                </c:pt>
                <c:pt idx="79133">
                  <c:v>2</c:v>
                </c:pt>
                <c:pt idx="79134">
                  <c:v>1</c:v>
                </c:pt>
                <c:pt idx="79135">
                  <c:v>2</c:v>
                </c:pt>
                <c:pt idx="79136">
                  <c:v>1</c:v>
                </c:pt>
                <c:pt idx="79137">
                  <c:v>1</c:v>
                </c:pt>
                <c:pt idx="79138">
                  <c:v>2</c:v>
                </c:pt>
                <c:pt idx="79139">
                  <c:v>2</c:v>
                </c:pt>
                <c:pt idx="79140">
                  <c:v>2</c:v>
                </c:pt>
                <c:pt idx="79141">
                  <c:v>2</c:v>
                </c:pt>
                <c:pt idx="79142">
                  <c:v>2</c:v>
                </c:pt>
                <c:pt idx="79143">
                  <c:v>2</c:v>
                </c:pt>
                <c:pt idx="79144">
                  <c:v>2</c:v>
                </c:pt>
                <c:pt idx="79145">
                  <c:v>3</c:v>
                </c:pt>
                <c:pt idx="79146">
                  <c:v>4</c:v>
                </c:pt>
                <c:pt idx="79147">
                  <c:v>3</c:v>
                </c:pt>
                <c:pt idx="79148">
                  <c:v>6</c:v>
                </c:pt>
                <c:pt idx="79149">
                  <c:v>6</c:v>
                </c:pt>
                <c:pt idx="79150">
                  <c:v>2</c:v>
                </c:pt>
                <c:pt idx="79151">
                  <c:v>2</c:v>
                </c:pt>
                <c:pt idx="79152">
                  <c:v>5</c:v>
                </c:pt>
                <c:pt idx="79153">
                  <c:v>5</c:v>
                </c:pt>
                <c:pt idx="79154">
                  <c:v>2</c:v>
                </c:pt>
                <c:pt idx="79155">
                  <c:v>3</c:v>
                </c:pt>
                <c:pt idx="79156">
                  <c:v>5</c:v>
                </c:pt>
                <c:pt idx="79157">
                  <c:v>3</c:v>
                </c:pt>
                <c:pt idx="79158">
                  <c:v>2</c:v>
                </c:pt>
                <c:pt idx="79159">
                  <c:v>2</c:v>
                </c:pt>
                <c:pt idx="79160">
                  <c:v>1</c:v>
                </c:pt>
                <c:pt idx="79161">
                  <c:v>1</c:v>
                </c:pt>
                <c:pt idx="79162">
                  <c:v>1</c:v>
                </c:pt>
                <c:pt idx="79163">
                  <c:v>1</c:v>
                </c:pt>
                <c:pt idx="79164">
                  <c:v>2</c:v>
                </c:pt>
                <c:pt idx="79165">
                  <c:v>1</c:v>
                </c:pt>
                <c:pt idx="79166">
                  <c:v>2</c:v>
                </c:pt>
                <c:pt idx="79167">
                  <c:v>1</c:v>
                </c:pt>
                <c:pt idx="79168">
                  <c:v>3</c:v>
                </c:pt>
                <c:pt idx="79169">
                  <c:v>3</c:v>
                </c:pt>
                <c:pt idx="79170">
                  <c:v>1</c:v>
                </c:pt>
                <c:pt idx="79171">
                  <c:v>1</c:v>
                </c:pt>
                <c:pt idx="79172">
                  <c:v>1</c:v>
                </c:pt>
                <c:pt idx="79173">
                  <c:v>1</c:v>
                </c:pt>
                <c:pt idx="79174">
                  <c:v>7</c:v>
                </c:pt>
                <c:pt idx="79175">
                  <c:v>8</c:v>
                </c:pt>
                <c:pt idx="79176">
                  <c:v>8</c:v>
                </c:pt>
                <c:pt idx="79177">
                  <c:v>3</c:v>
                </c:pt>
                <c:pt idx="79178">
                  <c:v>3</c:v>
                </c:pt>
                <c:pt idx="79179">
                  <c:v>3</c:v>
                </c:pt>
                <c:pt idx="79180">
                  <c:v>3</c:v>
                </c:pt>
                <c:pt idx="79181">
                  <c:v>3</c:v>
                </c:pt>
                <c:pt idx="79182">
                  <c:v>3</c:v>
                </c:pt>
                <c:pt idx="79183">
                  <c:v>3</c:v>
                </c:pt>
                <c:pt idx="79184">
                  <c:v>3</c:v>
                </c:pt>
                <c:pt idx="79185">
                  <c:v>3</c:v>
                </c:pt>
                <c:pt idx="79186">
                  <c:v>3</c:v>
                </c:pt>
                <c:pt idx="79187">
                  <c:v>5</c:v>
                </c:pt>
                <c:pt idx="79188">
                  <c:v>3</c:v>
                </c:pt>
                <c:pt idx="79189">
                  <c:v>3</c:v>
                </c:pt>
                <c:pt idx="79190">
                  <c:v>6</c:v>
                </c:pt>
                <c:pt idx="79191">
                  <c:v>3</c:v>
                </c:pt>
                <c:pt idx="79192">
                  <c:v>4</c:v>
                </c:pt>
                <c:pt idx="79193">
                  <c:v>2</c:v>
                </c:pt>
                <c:pt idx="79194">
                  <c:v>1</c:v>
                </c:pt>
                <c:pt idx="79195">
                  <c:v>5</c:v>
                </c:pt>
                <c:pt idx="79196">
                  <c:v>3</c:v>
                </c:pt>
                <c:pt idx="79197">
                  <c:v>4</c:v>
                </c:pt>
                <c:pt idx="79198">
                  <c:v>2</c:v>
                </c:pt>
                <c:pt idx="79199">
                  <c:v>2</c:v>
                </c:pt>
                <c:pt idx="79200">
                  <c:v>2</c:v>
                </c:pt>
                <c:pt idx="79201">
                  <c:v>2</c:v>
                </c:pt>
                <c:pt idx="79202">
                  <c:v>2</c:v>
                </c:pt>
                <c:pt idx="79203">
                  <c:v>2</c:v>
                </c:pt>
                <c:pt idx="79204">
                  <c:v>2</c:v>
                </c:pt>
                <c:pt idx="79205">
                  <c:v>2</c:v>
                </c:pt>
                <c:pt idx="79206">
                  <c:v>2</c:v>
                </c:pt>
                <c:pt idx="79207">
                  <c:v>4</c:v>
                </c:pt>
                <c:pt idx="79208">
                  <c:v>3</c:v>
                </c:pt>
                <c:pt idx="79209">
                  <c:v>3</c:v>
                </c:pt>
                <c:pt idx="79210">
                  <c:v>4</c:v>
                </c:pt>
                <c:pt idx="79211">
                  <c:v>4</c:v>
                </c:pt>
                <c:pt idx="79212">
                  <c:v>4</c:v>
                </c:pt>
                <c:pt idx="79213">
                  <c:v>4</c:v>
                </c:pt>
                <c:pt idx="79214">
                  <c:v>4</c:v>
                </c:pt>
                <c:pt idx="79215">
                  <c:v>4</c:v>
                </c:pt>
                <c:pt idx="79216">
                  <c:v>3</c:v>
                </c:pt>
                <c:pt idx="79217">
                  <c:v>3</c:v>
                </c:pt>
                <c:pt idx="79218">
                  <c:v>3</c:v>
                </c:pt>
                <c:pt idx="79219">
                  <c:v>3</c:v>
                </c:pt>
                <c:pt idx="79220">
                  <c:v>3</c:v>
                </c:pt>
                <c:pt idx="79221">
                  <c:v>3</c:v>
                </c:pt>
                <c:pt idx="79222">
                  <c:v>2</c:v>
                </c:pt>
                <c:pt idx="79223">
                  <c:v>4</c:v>
                </c:pt>
                <c:pt idx="79224">
                  <c:v>2</c:v>
                </c:pt>
                <c:pt idx="79225">
                  <c:v>4</c:v>
                </c:pt>
                <c:pt idx="79226">
                  <c:v>4</c:v>
                </c:pt>
                <c:pt idx="79227">
                  <c:v>3</c:v>
                </c:pt>
                <c:pt idx="79228">
                  <c:v>4</c:v>
                </c:pt>
                <c:pt idx="79229">
                  <c:v>5</c:v>
                </c:pt>
                <c:pt idx="79230">
                  <c:v>2</c:v>
                </c:pt>
                <c:pt idx="79231">
                  <c:v>1</c:v>
                </c:pt>
                <c:pt idx="79232">
                  <c:v>1</c:v>
                </c:pt>
                <c:pt idx="79233">
                  <c:v>2</c:v>
                </c:pt>
                <c:pt idx="79234">
                  <c:v>1</c:v>
                </c:pt>
                <c:pt idx="79235">
                  <c:v>1</c:v>
                </c:pt>
                <c:pt idx="79236">
                  <c:v>1</c:v>
                </c:pt>
                <c:pt idx="79237">
                  <c:v>3</c:v>
                </c:pt>
                <c:pt idx="79238">
                  <c:v>4</c:v>
                </c:pt>
                <c:pt idx="79239">
                  <c:v>1</c:v>
                </c:pt>
                <c:pt idx="79240">
                  <c:v>2</c:v>
                </c:pt>
                <c:pt idx="79241">
                  <c:v>4</c:v>
                </c:pt>
                <c:pt idx="79242">
                  <c:v>3</c:v>
                </c:pt>
                <c:pt idx="79243">
                  <c:v>8</c:v>
                </c:pt>
                <c:pt idx="79244">
                  <c:v>1</c:v>
                </c:pt>
                <c:pt idx="79245">
                  <c:v>2</c:v>
                </c:pt>
                <c:pt idx="79246">
                  <c:v>2</c:v>
                </c:pt>
                <c:pt idx="79247">
                  <c:v>3</c:v>
                </c:pt>
                <c:pt idx="79248">
                  <c:v>1</c:v>
                </c:pt>
                <c:pt idx="79249">
                  <c:v>3</c:v>
                </c:pt>
                <c:pt idx="79250">
                  <c:v>2</c:v>
                </c:pt>
                <c:pt idx="79251">
                  <c:v>2</c:v>
                </c:pt>
                <c:pt idx="79252">
                  <c:v>1</c:v>
                </c:pt>
                <c:pt idx="79253">
                  <c:v>2</c:v>
                </c:pt>
                <c:pt idx="79254">
                  <c:v>2</c:v>
                </c:pt>
                <c:pt idx="79255">
                  <c:v>3</c:v>
                </c:pt>
                <c:pt idx="79256">
                  <c:v>2</c:v>
                </c:pt>
                <c:pt idx="79257">
                  <c:v>2</c:v>
                </c:pt>
                <c:pt idx="79258">
                  <c:v>1</c:v>
                </c:pt>
                <c:pt idx="79259">
                  <c:v>1</c:v>
                </c:pt>
                <c:pt idx="79260">
                  <c:v>2</c:v>
                </c:pt>
                <c:pt idx="79261">
                  <c:v>1</c:v>
                </c:pt>
                <c:pt idx="79262">
                  <c:v>1</c:v>
                </c:pt>
                <c:pt idx="79263">
                  <c:v>1</c:v>
                </c:pt>
                <c:pt idx="79264">
                  <c:v>6</c:v>
                </c:pt>
                <c:pt idx="79265">
                  <c:v>6</c:v>
                </c:pt>
                <c:pt idx="79266">
                  <c:v>6</c:v>
                </c:pt>
                <c:pt idx="79267">
                  <c:v>4</c:v>
                </c:pt>
                <c:pt idx="79268">
                  <c:v>4</c:v>
                </c:pt>
                <c:pt idx="79269">
                  <c:v>5</c:v>
                </c:pt>
                <c:pt idx="79270">
                  <c:v>5</c:v>
                </c:pt>
                <c:pt idx="79271">
                  <c:v>2</c:v>
                </c:pt>
                <c:pt idx="79272">
                  <c:v>3</c:v>
                </c:pt>
                <c:pt idx="79273">
                  <c:v>2</c:v>
                </c:pt>
                <c:pt idx="79274">
                  <c:v>3</c:v>
                </c:pt>
                <c:pt idx="79275">
                  <c:v>3</c:v>
                </c:pt>
                <c:pt idx="79276">
                  <c:v>2</c:v>
                </c:pt>
                <c:pt idx="79277">
                  <c:v>3</c:v>
                </c:pt>
                <c:pt idx="79278">
                  <c:v>2</c:v>
                </c:pt>
                <c:pt idx="79279">
                  <c:v>1</c:v>
                </c:pt>
                <c:pt idx="79280">
                  <c:v>2</c:v>
                </c:pt>
                <c:pt idx="79281">
                  <c:v>2</c:v>
                </c:pt>
                <c:pt idx="79282">
                  <c:v>3</c:v>
                </c:pt>
                <c:pt idx="79283">
                  <c:v>3</c:v>
                </c:pt>
                <c:pt idx="79284">
                  <c:v>2</c:v>
                </c:pt>
                <c:pt idx="79285">
                  <c:v>3</c:v>
                </c:pt>
                <c:pt idx="79286">
                  <c:v>5</c:v>
                </c:pt>
                <c:pt idx="79287">
                  <c:v>0</c:v>
                </c:pt>
                <c:pt idx="79288">
                  <c:v>2</c:v>
                </c:pt>
                <c:pt idx="79289">
                  <c:v>2</c:v>
                </c:pt>
                <c:pt idx="79290">
                  <c:v>3</c:v>
                </c:pt>
                <c:pt idx="79291">
                  <c:v>1</c:v>
                </c:pt>
                <c:pt idx="79292">
                  <c:v>5</c:v>
                </c:pt>
                <c:pt idx="79293">
                  <c:v>1</c:v>
                </c:pt>
                <c:pt idx="79294">
                  <c:v>1</c:v>
                </c:pt>
                <c:pt idx="79295">
                  <c:v>2</c:v>
                </c:pt>
                <c:pt idx="79296">
                  <c:v>10</c:v>
                </c:pt>
                <c:pt idx="79297">
                  <c:v>2</c:v>
                </c:pt>
                <c:pt idx="79298">
                  <c:v>4</c:v>
                </c:pt>
                <c:pt idx="79299">
                  <c:v>7</c:v>
                </c:pt>
                <c:pt idx="79300">
                  <c:v>2</c:v>
                </c:pt>
                <c:pt idx="79301">
                  <c:v>1</c:v>
                </c:pt>
                <c:pt idx="79302">
                  <c:v>1</c:v>
                </c:pt>
                <c:pt idx="79303">
                  <c:v>1</c:v>
                </c:pt>
                <c:pt idx="79304">
                  <c:v>1</c:v>
                </c:pt>
                <c:pt idx="79305">
                  <c:v>1</c:v>
                </c:pt>
                <c:pt idx="79306">
                  <c:v>2</c:v>
                </c:pt>
                <c:pt idx="79307">
                  <c:v>1</c:v>
                </c:pt>
                <c:pt idx="79308">
                  <c:v>1</c:v>
                </c:pt>
                <c:pt idx="79309">
                  <c:v>1</c:v>
                </c:pt>
                <c:pt idx="79310">
                  <c:v>1</c:v>
                </c:pt>
                <c:pt idx="79311">
                  <c:v>1</c:v>
                </c:pt>
                <c:pt idx="79312">
                  <c:v>1</c:v>
                </c:pt>
                <c:pt idx="79313">
                  <c:v>1</c:v>
                </c:pt>
                <c:pt idx="79314">
                  <c:v>1</c:v>
                </c:pt>
                <c:pt idx="79315">
                  <c:v>1</c:v>
                </c:pt>
                <c:pt idx="79316">
                  <c:v>1</c:v>
                </c:pt>
                <c:pt idx="79317">
                  <c:v>1</c:v>
                </c:pt>
                <c:pt idx="79318">
                  <c:v>9</c:v>
                </c:pt>
                <c:pt idx="79319">
                  <c:v>5</c:v>
                </c:pt>
                <c:pt idx="79320">
                  <c:v>2</c:v>
                </c:pt>
                <c:pt idx="79321">
                  <c:v>5</c:v>
                </c:pt>
                <c:pt idx="79322">
                  <c:v>2</c:v>
                </c:pt>
                <c:pt idx="79323">
                  <c:v>3</c:v>
                </c:pt>
                <c:pt idx="79324">
                  <c:v>2</c:v>
                </c:pt>
                <c:pt idx="79325">
                  <c:v>1</c:v>
                </c:pt>
                <c:pt idx="79326">
                  <c:v>2</c:v>
                </c:pt>
                <c:pt idx="79327">
                  <c:v>3</c:v>
                </c:pt>
                <c:pt idx="79328">
                  <c:v>4</c:v>
                </c:pt>
                <c:pt idx="79329">
                  <c:v>9</c:v>
                </c:pt>
                <c:pt idx="79330">
                  <c:v>7</c:v>
                </c:pt>
                <c:pt idx="79331">
                  <c:v>2</c:v>
                </c:pt>
                <c:pt idx="79332">
                  <c:v>3</c:v>
                </c:pt>
                <c:pt idx="79333">
                  <c:v>3</c:v>
                </c:pt>
                <c:pt idx="79334">
                  <c:v>5</c:v>
                </c:pt>
                <c:pt idx="79335">
                  <c:v>2</c:v>
                </c:pt>
                <c:pt idx="79336">
                  <c:v>2</c:v>
                </c:pt>
                <c:pt idx="79337">
                  <c:v>2</c:v>
                </c:pt>
                <c:pt idx="79338">
                  <c:v>2</c:v>
                </c:pt>
                <c:pt idx="79339">
                  <c:v>2</c:v>
                </c:pt>
                <c:pt idx="79340">
                  <c:v>2</c:v>
                </c:pt>
                <c:pt idx="79341">
                  <c:v>2</c:v>
                </c:pt>
                <c:pt idx="79342">
                  <c:v>3</c:v>
                </c:pt>
                <c:pt idx="79343">
                  <c:v>2</c:v>
                </c:pt>
                <c:pt idx="79344">
                  <c:v>5</c:v>
                </c:pt>
                <c:pt idx="79345">
                  <c:v>2</c:v>
                </c:pt>
                <c:pt idx="79346">
                  <c:v>5</c:v>
                </c:pt>
                <c:pt idx="79347">
                  <c:v>2</c:v>
                </c:pt>
                <c:pt idx="79348">
                  <c:v>2</c:v>
                </c:pt>
                <c:pt idx="79349">
                  <c:v>5</c:v>
                </c:pt>
                <c:pt idx="79350">
                  <c:v>5</c:v>
                </c:pt>
                <c:pt idx="79351">
                  <c:v>4</c:v>
                </c:pt>
                <c:pt idx="79352">
                  <c:v>4</c:v>
                </c:pt>
                <c:pt idx="79353">
                  <c:v>3</c:v>
                </c:pt>
                <c:pt idx="79354">
                  <c:v>5</c:v>
                </c:pt>
                <c:pt idx="79355">
                  <c:v>2</c:v>
                </c:pt>
                <c:pt idx="79356">
                  <c:v>2</c:v>
                </c:pt>
                <c:pt idx="79357">
                  <c:v>2</c:v>
                </c:pt>
                <c:pt idx="79358">
                  <c:v>2</c:v>
                </c:pt>
                <c:pt idx="79359">
                  <c:v>1</c:v>
                </c:pt>
                <c:pt idx="79360">
                  <c:v>2</c:v>
                </c:pt>
                <c:pt idx="79361">
                  <c:v>2</c:v>
                </c:pt>
                <c:pt idx="79362">
                  <c:v>1</c:v>
                </c:pt>
                <c:pt idx="79363">
                  <c:v>2</c:v>
                </c:pt>
                <c:pt idx="79364">
                  <c:v>4</c:v>
                </c:pt>
                <c:pt idx="79365">
                  <c:v>1</c:v>
                </c:pt>
                <c:pt idx="79366">
                  <c:v>2</c:v>
                </c:pt>
                <c:pt idx="79367">
                  <c:v>2</c:v>
                </c:pt>
                <c:pt idx="79368">
                  <c:v>2</c:v>
                </c:pt>
                <c:pt idx="79369">
                  <c:v>3</c:v>
                </c:pt>
                <c:pt idx="79370">
                  <c:v>2</c:v>
                </c:pt>
                <c:pt idx="79371">
                  <c:v>2</c:v>
                </c:pt>
                <c:pt idx="79372">
                  <c:v>4</c:v>
                </c:pt>
                <c:pt idx="79373">
                  <c:v>3</c:v>
                </c:pt>
                <c:pt idx="79374">
                  <c:v>2</c:v>
                </c:pt>
                <c:pt idx="79375">
                  <c:v>2</c:v>
                </c:pt>
                <c:pt idx="79376">
                  <c:v>2</c:v>
                </c:pt>
                <c:pt idx="79377">
                  <c:v>2</c:v>
                </c:pt>
                <c:pt idx="79378">
                  <c:v>2</c:v>
                </c:pt>
                <c:pt idx="79379">
                  <c:v>2</c:v>
                </c:pt>
                <c:pt idx="79380">
                  <c:v>2</c:v>
                </c:pt>
                <c:pt idx="79381">
                  <c:v>2</c:v>
                </c:pt>
                <c:pt idx="79382">
                  <c:v>2</c:v>
                </c:pt>
                <c:pt idx="79383">
                  <c:v>2</c:v>
                </c:pt>
                <c:pt idx="79384">
                  <c:v>2</c:v>
                </c:pt>
                <c:pt idx="79385">
                  <c:v>2</c:v>
                </c:pt>
                <c:pt idx="79386">
                  <c:v>3</c:v>
                </c:pt>
                <c:pt idx="79387">
                  <c:v>2</c:v>
                </c:pt>
                <c:pt idx="79388">
                  <c:v>2</c:v>
                </c:pt>
                <c:pt idx="79389">
                  <c:v>2</c:v>
                </c:pt>
                <c:pt idx="79390">
                  <c:v>2</c:v>
                </c:pt>
                <c:pt idx="79391">
                  <c:v>3</c:v>
                </c:pt>
                <c:pt idx="79392">
                  <c:v>1</c:v>
                </c:pt>
                <c:pt idx="79393">
                  <c:v>1</c:v>
                </c:pt>
                <c:pt idx="79394">
                  <c:v>2</c:v>
                </c:pt>
                <c:pt idx="79395">
                  <c:v>1</c:v>
                </c:pt>
                <c:pt idx="79396">
                  <c:v>1</c:v>
                </c:pt>
                <c:pt idx="79397">
                  <c:v>2</c:v>
                </c:pt>
                <c:pt idx="79398">
                  <c:v>4</c:v>
                </c:pt>
                <c:pt idx="79399">
                  <c:v>3</c:v>
                </c:pt>
                <c:pt idx="79400">
                  <c:v>2</c:v>
                </c:pt>
                <c:pt idx="79401">
                  <c:v>6</c:v>
                </c:pt>
                <c:pt idx="79402">
                  <c:v>3</c:v>
                </c:pt>
                <c:pt idx="79403">
                  <c:v>3</c:v>
                </c:pt>
                <c:pt idx="79404">
                  <c:v>13</c:v>
                </c:pt>
                <c:pt idx="79405">
                  <c:v>3</c:v>
                </c:pt>
                <c:pt idx="79406">
                  <c:v>3</c:v>
                </c:pt>
                <c:pt idx="79407">
                  <c:v>3</c:v>
                </c:pt>
                <c:pt idx="79408">
                  <c:v>3</c:v>
                </c:pt>
                <c:pt idx="79409">
                  <c:v>3</c:v>
                </c:pt>
                <c:pt idx="79410">
                  <c:v>3</c:v>
                </c:pt>
                <c:pt idx="79411">
                  <c:v>4</c:v>
                </c:pt>
                <c:pt idx="79412">
                  <c:v>4</c:v>
                </c:pt>
                <c:pt idx="79413">
                  <c:v>6</c:v>
                </c:pt>
                <c:pt idx="79414">
                  <c:v>13</c:v>
                </c:pt>
                <c:pt idx="79415">
                  <c:v>6</c:v>
                </c:pt>
                <c:pt idx="79416">
                  <c:v>3</c:v>
                </c:pt>
                <c:pt idx="79417">
                  <c:v>3</c:v>
                </c:pt>
                <c:pt idx="79418">
                  <c:v>3</c:v>
                </c:pt>
                <c:pt idx="79419">
                  <c:v>3</c:v>
                </c:pt>
                <c:pt idx="79420">
                  <c:v>3</c:v>
                </c:pt>
                <c:pt idx="79421">
                  <c:v>3</c:v>
                </c:pt>
                <c:pt idx="79422">
                  <c:v>7</c:v>
                </c:pt>
                <c:pt idx="79423">
                  <c:v>6</c:v>
                </c:pt>
                <c:pt idx="79424">
                  <c:v>7</c:v>
                </c:pt>
                <c:pt idx="79425">
                  <c:v>3</c:v>
                </c:pt>
                <c:pt idx="79426">
                  <c:v>3</c:v>
                </c:pt>
                <c:pt idx="79427">
                  <c:v>1</c:v>
                </c:pt>
                <c:pt idx="79428">
                  <c:v>2</c:v>
                </c:pt>
                <c:pt idx="79429">
                  <c:v>1</c:v>
                </c:pt>
                <c:pt idx="79430">
                  <c:v>1</c:v>
                </c:pt>
                <c:pt idx="79431">
                  <c:v>3</c:v>
                </c:pt>
                <c:pt idx="79432">
                  <c:v>3</c:v>
                </c:pt>
                <c:pt idx="79433">
                  <c:v>3</c:v>
                </c:pt>
                <c:pt idx="79434">
                  <c:v>1</c:v>
                </c:pt>
                <c:pt idx="79435">
                  <c:v>2</c:v>
                </c:pt>
                <c:pt idx="79436">
                  <c:v>6</c:v>
                </c:pt>
                <c:pt idx="79437">
                  <c:v>7</c:v>
                </c:pt>
                <c:pt idx="79438">
                  <c:v>6</c:v>
                </c:pt>
                <c:pt idx="79439">
                  <c:v>2</c:v>
                </c:pt>
                <c:pt idx="79440">
                  <c:v>3</c:v>
                </c:pt>
                <c:pt idx="79441">
                  <c:v>2</c:v>
                </c:pt>
                <c:pt idx="79442">
                  <c:v>2</c:v>
                </c:pt>
                <c:pt idx="79443">
                  <c:v>2</c:v>
                </c:pt>
                <c:pt idx="79444">
                  <c:v>1</c:v>
                </c:pt>
                <c:pt idx="79445">
                  <c:v>2</c:v>
                </c:pt>
                <c:pt idx="79446">
                  <c:v>2</c:v>
                </c:pt>
                <c:pt idx="79447">
                  <c:v>2</c:v>
                </c:pt>
                <c:pt idx="79448">
                  <c:v>2</c:v>
                </c:pt>
                <c:pt idx="79449">
                  <c:v>1</c:v>
                </c:pt>
                <c:pt idx="79450">
                  <c:v>2</c:v>
                </c:pt>
                <c:pt idx="79451">
                  <c:v>2</c:v>
                </c:pt>
                <c:pt idx="79452">
                  <c:v>2</c:v>
                </c:pt>
                <c:pt idx="79453">
                  <c:v>2</c:v>
                </c:pt>
                <c:pt idx="79454">
                  <c:v>2</c:v>
                </c:pt>
                <c:pt idx="79455">
                  <c:v>6</c:v>
                </c:pt>
                <c:pt idx="79456">
                  <c:v>5</c:v>
                </c:pt>
                <c:pt idx="79457">
                  <c:v>6</c:v>
                </c:pt>
                <c:pt idx="79458">
                  <c:v>5</c:v>
                </c:pt>
                <c:pt idx="79459">
                  <c:v>6</c:v>
                </c:pt>
                <c:pt idx="79460">
                  <c:v>5</c:v>
                </c:pt>
                <c:pt idx="79461">
                  <c:v>2</c:v>
                </c:pt>
                <c:pt idx="79462">
                  <c:v>2</c:v>
                </c:pt>
                <c:pt idx="79463">
                  <c:v>2</c:v>
                </c:pt>
                <c:pt idx="79464">
                  <c:v>2</c:v>
                </c:pt>
                <c:pt idx="79465">
                  <c:v>2</c:v>
                </c:pt>
                <c:pt idx="79466">
                  <c:v>2</c:v>
                </c:pt>
                <c:pt idx="79467">
                  <c:v>3</c:v>
                </c:pt>
                <c:pt idx="79468">
                  <c:v>2</c:v>
                </c:pt>
                <c:pt idx="79469">
                  <c:v>2</c:v>
                </c:pt>
                <c:pt idx="79470">
                  <c:v>1</c:v>
                </c:pt>
                <c:pt idx="79471">
                  <c:v>3</c:v>
                </c:pt>
                <c:pt idx="79472">
                  <c:v>3</c:v>
                </c:pt>
                <c:pt idx="79473">
                  <c:v>3</c:v>
                </c:pt>
                <c:pt idx="79474">
                  <c:v>4</c:v>
                </c:pt>
                <c:pt idx="79475">
                  <c:v>1</c:v>
                </c:pt>
                <c:pt idx="79476">
                  <c:v>2</c:v>
                </c:pt>
                <c:pt idx="79477">
                  <c:v>1</c:v>
                </c:pt>
                <c:pt idx="79478">
                  <c:v>1</c:v>
                </c:pt>
                <c:pt idx="79479">
                  <c:v>5</c:v>
                </c:pt>
                <c:pt idx="79480">
                  <c:v>1</c:v>
                </c:pt>
                <c:pt idx="79481">
                  <c:v>6</c:v>
                </c:pt>
                <c:pt idx="79482">
                  <c:v>8</c:v>
                </c:pt>
                <c:pt idx="79483">
                  <c:v>7</c:v>
                </c:pt>
                <c:pt idx="79484">
                  <c:v>8</c:v>
                </c:pt>
                <c:pt idx="79485">
                  <c:v>6</c:v>
                </c:pt>
                <c:pt idx="79486">
                  <c:v>7</c:v>
                </c:pt>
                <c:pt idx="79487">
                  <c:v>3</c:v>
                </c:pt>
                <c:pt idx="79488">
                  <c:v>6</c:v>
                </c:pt>
                <c:pt idx="79489">
                  <c:v>5</c:v>
                </c:pt>
                <c:pt idx="79490">
                  <c:v>6</c:v>
                </c:pt>
                <c:pt idx="79491">
                  <c:v>2</c:v>
                </c:pt>
                <c:pt idx="79492">
                  <c:v>5</c:v>
                </c:pt>
                <c:pt idx="79493">
                  <c:v>0</c:v>
                </c:pt>
                <c:pt idx="79494">
                  <c:v>2</c:v>
                </c:pt>
                <c:pt idx="79495">
                  <c:v>4</c:v>
                </c:pt>
                <c:pt idx="79496">
                  <c:v>1</c:v>
                </c:pt>
                <c:pt idx="79497">
                  <c:v>1</c:v>
                </c:pt>
                <c:pt idx="79498">
                  <c:v>2</c:v>
                </c:pt>
                <c:pt idx="79499">
                  <c:v>1</c:v>
                </c:pt>
                <c:pt idx="79500">
                  <c:v>2</c:v>
                </c:pt>
                <c:pt idx="79501">
                  <c:v>1</c:v>
                </c:pt>
                <c:pt idx="79502">
                  <c:v>2</c:v>
                </c:pt>
                <c:pt idx="79503">
                  <c:v>2</c:v>
                </c:pt>
                <c:pt idx="79504">
                  <c:v>1</c:v>
                </c:pt>
                <c:pt idx="79505">
                  <c:v>1</c:v>
                </c:pt>
                <c:pt idx="79506">
                  <c:v>2</c:v>
                </c:pt>
                <c:pt idx="79507">
                  <c:v>2</c:v>
                </c:pt>
                <c:pt idx="79508">
                  <c:v>2</c:v>
                </c:pt>
                <c:pt idx="79509">
                  <c:v>1</c:v>
                </c:pt>
                <c:pt idx="79510">
                  <c:v>1</c:v>
                </c:pt>
                <c:pt idx="79511">
                  <c:v>1</c:v>
                </c:pt>
                <c:pt idx="79512">
                  <c:v>1</c:v>
                </c:pt>
                <c:pt idx="79513">
                  <c:v>2</c:v>
                </c:pt>
                <c:pt idx="79514">
                  <c:v>3</c:v>
                </c:pt>
                <c:pt idx="79515">
                  <c:v>4</c:v>
                </c:pt>
                <c:pt idx="79516">
                  <c:v>4</c:v>
                </c:pt>
                <c:pt idx="79517">
                  <c:v>5</c:v>
                </c:pt>
                <c:pt idx="79518">
                  <c:v>5</c:v>
                </c:pt>
                <c:pt idx="79519">
                  <c:v>4</c:v>
                </c:pt>
                <c:pt idx="79520">
                  <c:v>4</c:v>
                </c:pt>
                <c:pt idx="79521">
                  <c:v>0</c:v>
                </c:pt>
                <c:pt idx="79522">
                  <c:v>3</c:v>
                </c:pt>
                <c:pt idx="79523">
                  <c:v>5</c:v>
                </c:pt>
                <c:pt idx="79524">
                  <c:v>6</c:v>
                </c:pt>
                <c:pt idx="79525">
                  <c:v>4</c:v>
                </c:pt>
                <c:pt idx="79526">
                  <c:v>4</c:v>
                </c:pt>
                <c:pt idx="79527">
                  <c:v>4</c:v>
                </c:pt>
                <c:pt idx="79528">
                  <c:v>4</c:v>
                </c:pt>
                <c:pt idx="79529">
                  <c:v>5</c:v>
                </c:pt>
                <c:pt idx="79530">
                  <c:v>3</c:v>
                </c:pt>
                <c:pt idx="79531">
                  <c:v>1</c:v>
                </c:pt>
                <c:pt idx="79532">
                  <c:v>1</c:v>
                </c:pt>
                <c:pt idx="79533">
                  <c:v>2</c:v>
                </c:pt>
                <c:pt idx="79534">
                  <c:v>1</c:v>
                </c:pt>
                <c:pt idx="79535">
                  <c:v>1</c:v>
                </c:pt>
                <c:pt idx="79536">
                  <c:v>1</c:v>
                </c:pt>
                <c:pt idx="79537">
                  <c:v>1</c:v>
                </c:pt>
                <c:pt idx="79538">
                  <c:v>-1</c:v>
                </c:pt>
                <c:pt idx="79539">
                  <c:v>1</c:v>
                </c:pt>
                <c:pt idx="79540">
                  <c:v>1</c:v>
                </c:pt>
                <c:pt idx="79541">
                  <c:v>1</c:v>
                </c:pt>
                <c:pt idx="79542">
                  <c:v>1</c:v>
                </c:pt>
                <c:pt idx="79543">
                  <c:v>2</c:v>
                </c:pt>
                <c:pt idx="79544">
                  <c:v>3</c:v>
                </c:pt>
                <c:pt idx="79545">
                  <c:v>2</c:v>
                </c:pt>
                <c:pt idx="79546">
                  <c:v>2</c:v>
                </c:pt>
                <c:pt idx="79547">
                  <c:v>1</c:v>
                </c:pt>
                <c:pt idx="79548">
                  <c:v>1</c:v>
                </c:pt>
                <c:pt idx="79549">
                  <c:v>1</c:v>
                </c:pt>
                <c:pt idx="79550">
                  <c:v>3</c:v>
                </c:pt>
                <c:pt idx="79551">
                  <c:v>2</c:v>
                </c:pt>
                <c:pt idx="79552">
                  <c:v>2</c:v>
                </c:pt>
                <c:pt idx="79553">
                  <c:v>2</c:v>
                </c:pt>
                <c:pt idx="79554">
                  <c:v>1</c:v>
                </c:pt>
                <c:pt idx="79555">
                  <c:v>2</c:v>
                </c:pt>
                <c:pt idx="79556">
                  <c:v>6</c:v>
                </c:pt>
                <c:pt idx="79557">
                  <c:v>12</c:v>
                </c:pt>
                <c:pt idx="79558">
                  <c:v>5</c:v>
                </c:pt>
                <c:pt idx="79559">
                  <c:v>2</c:v>
                </c:pt>
                <c:pt idx="79560">
                  <c:v>2</c:v>
                </c:pt>
                <c:pt idx="79561">
                  <c:v>2</c:v>
                </c:pt>
                <c:pt idx="79562">
                  <c:v>2</c:v>
                </c:pt>
                <c:pt idx="79563">
                  <c:v>2</c:v>
                </c:pt>
                <c:pt idx="79564">
                  <c:v>2</c:v>
                </c:pt>
                <c:pt idx="79565">
                  <c:v>2</c:v>
                </c:pt>
                <c:pt idx="79566">
                  <c:v>2</c:v>
                </c:pt>
                <c:pt idx="79567">
                  <c:v>2</c:v>
                </c:pt>
                <c:pt idx="79568">
                  <c:v>2</c:v>
                </c:pt>
                <c:pt idx="79569">
                  <c:v>2</c:v>
                </c:pt>
                <c:pt idx="79570">
                  <c:v>2</c:v>
                </c:pt>
                <c:pt idx="79571">
                  <c:v>1</c:v>
                </c:pt>
                <c:pt idx="79572">
                  <c:v>1</c:v>
                </c:pt>
                <c:pt idx="79573">
                  <c:v>1</c:v>
                </c:pt>
                <c:pt idx="79574">
                  <c:v>2</c:v>
                </c:pt>
                <c:pt idx="79575">
                  <c:v>4</c:v>
                </c:pt>
                <c:pt idx="79576">
                  <c:v>2</c:v>
                </c:pt>
                <c:pt idx="79577">
                  <c:v>5</c:v>
                </c:pt>
                <c:pt idx="79578">
                  <c:v>5</c:v>
                </c:pt>
                <c:pt idx="79579">
                  <c:v>9</c:v>
                </c:pt>
                <c:pt idx="79580">
                  <c:v>10</c:v>
                </c:pt>
                <c:pt idx="79581">
                  <c:v>9</c:v>
                </c:pt>
                <c:pt idx="79582">
                  <c:v>5</c:v>
                </c:pt>
                <c:pt idx="79583">
                  <c:v>6</c:v>
                </c:pt>
                <c:pt idx="79584">
                  <c:v>3</c:v>
                </c:pt>
                <c:pt idx="79585">
                  <c:v>4</c:v>
                </c:pt>
                <c:pt idx="79586">
                  <c:v>2</c:v>
                </c:pt>
                <c:pt idx="79587">
                  <c:v>2</c:v>
                </c:pt>
                <c:pt idx="79588">
                  <c:v>2</c:v>
                </c:pt>
                <c:pt idx="79589">
                  <c:v>3</c:v>
                </c:pt>
                <c:pt idx="79590">
                  <c:v>2</c:v>
                </c:pt>
                <c:pt idx="79591">
                  <c:v>2</c:v>
                </c:pt>
                <c:pt idx="79592">
                  <c:v>3</c:v>
                </c:pt>
                <c:pt idx="79593">
                  <c:v>3</c:v>
                </c:pt>
                <c:pt idx="79594">
                  <c:v>2</c:v>
                </c:pt>
                <c:pt idx="79595">
                  <c:v>2</c:v>
                </c:pt>
                <c:pt idx="79596">
                  <c:v>1</c:v>
                </c:pt>
                <c:pt idx="79597">
                  <c:v>2</c:v>
                </c:pt>
                <c:pt idx="79598">
                  <c:v>3</c:v>
                </c:pt>
                <c:pt idx="79599">
                  <c:v>3</c:v>
                </c:pt>
                <c:pt idx="79600">
                  <c:v>3</c:v>
                </c:pt>
                <c:pt idx="79601">
                  <c:v>2</c:v>
                </c:pt>
                <c:pt idx="79602">
                  <c:v>2</c:v>
                </c:pt>
                <c:pt idx="79603">
                  <c:v>2</c:v>
                </c:pt>
                <c:pt idx="79604">
                  <c:v>3</c:v>
                </c:pt>
                <c:pt idx="79605">
                  <c:v>3</c:v>
                </c:pt>
                <c:pt idx="79606">
                  <c:v>4</c:v>
                </c:pt>
                <c:pt idx="79607">
                  <c:v>3</c:v>
                </c:pt>
                <c:pt idx="79608">
                  <c:v>3</c:v>
                </c:pt>
                <c:pt idx="79609">
                  <c:v>6</c:v>
                </c:pt>
                <c:pt idx="79610">
                  <c:v>5</c:v>
                </c:pt>
                <c:pt idx="79611">
                  <c:v>6</c:v>
                </c:pt>
                <c:pt idx="79612">
                  <c:v>4</c:v>
                </c:pt>
                <c:pt idx="79613">
                  <c:v>5</c:v>
                </c:pt>
                <c:pt idx="79614">
                  <c:v>3</c:v>
                </c:pt>
                <c:pt idx="79615">
                  <c:v>4</c:v>
                </c:pt>
                <c:pt idx="79616">
                  <c:v>1</c:v>
                </c:pt>
                <c:pt idx="79617">
                  <c:v>1</c:v>
                </c:pt>
                <c:pt idx="79618">
                  <c:v>2</c:v>
                </c:pt>
                <c:pt idx="79619">
                  <c:v>1</c:v>
                </c:pt>
                <c:pt idx="79620">
                  <c:v>2</c:v>
                </c:pt>
                <c:pt idx="79621">
                  <c:v>2</c:v>
                </c:pt>
                <c:pt idx="79622">
                  <c:v>2</c:v>
                </c:pt>
                <c:pt idx="79623">
                  <c:v>1</c:v>
                </c:pt>
                <c:pt idx="79624">
                  <c:v>2</c:v>
                </c:pt>
                <c:pt idx="79625">
                  <c:v>2</c:v>
                </c:pt>
                <c:pt idx="79626">
                  <c:v>-1</c:v>
                </c:pt>
                <c:pt idx="79627">
                  <c:v>2</c:v>
                </c:pt>
                <c:pt idx="79628">
                  <c:v>2</c:v>
                </c:pt>
                <c:pt idx="79629">
                  <c:v>2</c:v>
                </c:pt>
                <c:pt idx="79630">
                  <c:v>2</c:v>
                </c:pt>
                <c:pt idx="79631">
                  <c:v>2</c:v>
                </c:pt>
                <c:pt idx="79632">
                  <c:v>2</c:v>
                </c:pt>
                <c:pt idx="79633">
                  <c:v>2</c:v>
                </c:pt>
                <c:pt idx="79634">
                  <c:v>3</c:v>
                </c:pt>
                <c:pt idx="79635">
                  <c:v>2</c:v>
                </c:pt>
                <c:pt idx="79636">
                  <c:v>1</c:v>
                </c:pt>
                <c:pt idx="79637">
                  <c:v>1</c:v>
                </c:pt>
                <c:pt idx="79638">
                  <c:v>2</c:v>
                </c:pt>
                <c:pt idx="79639">
                  <c:v>3</c:v>
                </c:pt>
                <c:pt idx="79640">
                  <c:v>2</c:v>
                </c:pt>
                <c:pt idx="79641">
                  <c:v>1</c:v>
                </c:pt>
                <c:pt idx="79642">
                  <c:v>3</c:v>
                </c:pt>
                <c:pt idx="79643">
                  <c:v>1</c:v>
                </c:pt>
                <c:pt idx="79644">
                  <c:v>1</c:v>
                </c:pt>
                <c:pt idx="79645">
                  <c:v>3</c:v>
                </c:pt>
                <c:pt idx="79646">
                  <c:v>2</c:v>
                </c:pt>
                <c:pt idx="79647">
                  <c:v>2</c:v>
                </c:pt>
                <c:pt idx="79648">
                  <c:v>1</c:v>
                </c:pt>
                <c:pt idx="79649">
                  <c:v>4</c:v>
                </c:pt>
                <c:pt idx="79650">
                  <c:v>2</c:v>
                </c:pt>
                <c:pt idx="79651">
                  <c:v>2</c:v>
                </c:pt>
                <c:pt idx="79652">
                  <c:v>5</c:v>
                </c:pt>
                <c:pt idx="79653">
                  <c:v>2</c:v>
                </c:pt>
                <c:pt idx="79654">
                  <c:v>2</c:v>
                </c:pt>
                <c:pt idx="79655">
                  <c:v>5</c:v>
                </c:pt>
                <c:pt idx="79656">
                  <c:v>6</c:v>
                </c:pt>
                <c:pt idx="79657">
                  <c:v>5</c:v>
                </c:pt>
                <c:pt idx="79658">
                  <c:v>2</c:v>
                </c:pt>
                <c:pt idx="79659">
                  <c:v>5</c:v>
                </c:pt>
                <c:pt idx="79660">
                  <c:v>2</c:v>
                </c:pt>
                <c:pt idx="79661">
                  <c:v>2</c:v>
                </c:pt>
                <c:pt idx="79662">
                  <c:v>3</c:v>
                </c:pt>
                <c:pt idx="79663">
                  <c:v>2</c:v>
                </c:pt>
                <c:pt idx="79664">
                  <c:v>2</c:v>
                </c:pt>
                <c:pt idx="79665">
                  <c:v>3</c:v>
                </c:pt>
                <c:pt idx="79666">
                  <c:v>2</c:v>
                </c:pt>
                <c:pt idx="79667">
                  <c:v>2</c:v>
                </c:pt>
                <c:pt idx="79668">
                  <c:v>3</c:v>
                </c:pt>
                <c:pt idx="79669">
                  <c:v>2</c:v>
                </c:pt>
                <c:pt idx="79670">
                  <c:v>2</c:v>
                </c:pt>
                <c:pt idx="79671">
                  <c:v>1</c:v>
                </c:pt>
                <c:pt idx="79672">
                  <c:v>1</c:v>
                </c:pt>
                <c:pt idx="79673">
                  <c:v>1</c:v>
                </c:pt>
                <c:pt idx="79674">
                  <c:v>1</c:v>
                </c:pt>
                <c:pt idx="79675">
                  <c:v>1</c:v>
                </c:pt>
                <c:pt idx="79676">
                  <c:v>3</c:v>
                </c:pt>
                <c:pt idx="79677">
                  <c:v>2</c:v>
                </c:pt>
                <c:pt idx="79678">
                  <c:v>4</c:v>
                </c:pt>
                <c:pt idx="79679">
                  <c:v>3</c:v>
                </c:pt>
                <c:pt idx="79680">
                  <c:v>5</c:v>
                </c:pt>
                <c:pt idx="79681">
                  <c:v>2</c:v>
                </c:pt>
                <c:pt idx="79682">
                  <c:v>2</c:v>
                </c:pt>
                <c:pt idx="79683">
                  <c:v>4</c:v>
                </c:pt>
                <c:pt idx="79684">
                  <c:v>2</c:v>
                </c:pt>
                <c:pt idx="79685">
                  <c:v>2</c:v>
                </c:pt>
                <c:pt idx="79686">
                  <c:v>-1</c:v>
                </c:pt>
                <c:pt idx="79687">
                  <c:v>3</c:v>
                </c:pt>
                <c:pt idx="79688">
                  <c:v>5</c:v>
                </c:pt>
                <c:pt idx="79689">
                  <c:v>3</c:v>
                </c:pt>
                <c:pt idx="79690">
                  <c:v>1</c:v>
                </c:pt>
                <c:pt idx="79691">
                  <c:v>3</c:v>
                </c:pt>
                <c:pt idx="79692">
                  <c:v>4</c:v>
                </c:pt>
                <c:pt idx="79693">
                  <c:v>1</c:v>
                </c:pt>
                <c:pt idx="79694">
                  <c:v>1</c:v>
                </c:pt>
                <c:pt idx="79695">
                  <c:v>1</c:v>
                </c:pt>
                <c:pt idx="79696">
                  <c:v>1</c:v>
                </c:pt>
                <c:pt idx="79697">
                  <c:v>2</c:v>
                </c:pt>
                <c:pt idx="79698">
                  <c:v>1</c:v>
                </c:pt>
                <c:pt idx="79699">
                  <c:v>1</c:v>
                </c:pt>
                <c:pt idx="79700">
                  <c:v>2</c:v>
                </c:pt>
                <c:pt idx="79701">
                  <c:v>1</c:v>
                </c:pt>
                <c:pt idx="79702">
                  <c:v>1</c:v>
                </c:pt>
                <c:pt idx="79703">
                  <c:v>1</c:v>
                </c:pt>
                <c:pt idx="79704">
                  <c:v>1</c:v>
                </c:pt>
                <c:pt idx="79705">
                  <c:v>2</c:v>
                </c:pt>
                <c:pt idx="79706">
                  <c:v>2</c:v>
                </c:pt>
                <c:pt idx="79707">
                  <c:v>1</c:v>
                </c:pt>
                <c:pt idx="79708">
                  <c:v>1</c:v>
                </c:pt>
                <c:pt idx="79709">
                  <c:v>1</c:v>
                </c:pt>
                <c:pt idx="79710">
                  <c:v>2</c:v>
                </c:pt>
                <c:pt idx="79711">
                  <c:v>2</c:v>
                </c:pt>
                <c:pt idx="79712">
                  <c:v>2</c:v>
                </c:pt>
                <c:pt idx="79713">
                  <c:v>2</c:v>
                </c:pt>
                <c:pt idx="79714">
                  <c:v>1</c:v>
                </c:pt>
                <c:pt idx="79715">
                  <c:v>3</c:v>
                </c:pt>
                <c:pt idx="79716">
                  <c:v>3</c:v>
                </c:pt>
                <c:pt idx="79717">
                  <c:v>1</c:v>
                </c:pt>
                <c:pt idx="79718">
                  <c:v>2</c:v>
                </c:pt>
                <c:pt idx="79719">
                  <c:v>2</c:v>
                </c:pt>
                <c:pt idx="79720">
                  <c:v>2</c:v>
                </c:pt>
                <c:pt idx="79721">
                  <c:v>1</c:v>
                </c:pt>
                <c:pt idx="79722">
                  <c:v>1</c:v>
                </c:pt>
                <c:pt idx="79723">
                  <c:v>2</c:v>
                </c:pt>
                <c:pt idx="79724">
                  <c:v>2</c:v>
                </c:pt>
                <c:pt idx="79725">
                  <c:v>5</c:v>
                </c:pt>
                <c:pt idx="79726">
                  <c:v>2</c:v>
                </c:pt>
                <c:pt idx="79727">
                  <c:v>5</c:v>
                </c:pt>
                <c:pt idx="79728">
                  <c:v>2</c:v>
                </c:pt>
                <c:pt idx="79729">
                  <c:v>4</c:v>
                </c:pt>
                <c:pt idx="79730">
                  <c:v>2</c:v>
                </c:pt>
                <c:pt idx="79731">
                  <c:v>3</c:v>
                </c:pt>
                <c:pt idx="79732">
                  <c:v>0</c:v>
                </c:pt>
                <c:pt idx="79733">
                  <c:v>2</c:v>
                </c:pt>
                <c:pt idx="79734">
                  <c:v>3</c:v>
                </c:pt>
                <c:pt idx="79735">
                  <c:v>5</c:v>
                </c:pt>
                <c:pt idx="79736">
                  <c:v>5</c:v>
                </c:pt>
                <c:pt idx="79737">
                  <c:v>3</c:v>
                </c:pt>
                <c:pt idx="79738">
                  <c:v>4</c:v>
                </c:pt>
                <c:pt idx="79739">
                  <c:v>4</c:v>
                </c:pt>
                <c:pt idx="79740">
                  <c:v>2</c:v>
                </c:pt>
                <c:pt idx="79741">
                  <c:v>2</c:v>
                </c:pt>
                <c:pt idx="79742">
                  <c:v>2</c:v>
                </c:pt>
                <c:pt idx="79743">
                  <c:v>1</c:v>
                </c:pt>
                <c:pt idx="79744">
                  <c:v>2</c:v>
                </c:pt>
                <c:pt idx="79745">
                  <c:v>1</c:v>
                </c:pt>
                <c:pt idx="79746">
                  <c:v>1</c:v>
                </c:pt>
                <c:pt idx="79747">
                  <c:v>2</c:v>
                </c:pt>
                <c:pt idx="79748">
                  <c:v>1</c:v>
                </c:pt>
                <c:pt idx="79749">
                  <c:v>2</c:v>
                </c:pt>
                <c:pt idx="79750">
                  <c:v>2</c:v>
                </c:pt>
                <c:pt idx="79751">
                  <c:v>1</c:v>
                </c:pt>
                <c:pt idx="79752">
                  <c:v>1</c:v>
                </c:pt>
                <c:pt idx="79753">
                  <c:v>1</c:v>
                </c:pt>
                <c:pt idx="79754">
                  <c:v>2</c:v>
                </c:pt>
                <c:pt idx="79755">
                  <c:v>2</c:v>
                </c:pt>
                <c:pt idx="79756">
                  <c:v>2</c:v>
                </c:pt>
                <c:pt idx="79757">
                  <c:v>2</c:v>
                </c:pt>
                <c:pt idx="79758">
                  <c:v>2</c:v>
                </c:pt>
                <c:pt idx="79759">
                  <c:v>2</c:v>
                </c:pt>
                <c:pt idx="79760">
                  <c:v>2</c:v>
                </c:pt>
                <c:pt idx="79761">
                  <c:v>1</c:v>
                </c:pt>
                <c:pt idx="79762">
                  <c:v>1</c:v>
                </c:pt>
                <c:pt idx="79763">
                  <c:v>1</c:v>
                </c:pt>
                <c:pt idx="79764">
                  <c:v>1</c:v>
                </c:pt>
                <c:pt idx="79765">
                  <c:v>2</c:v>
                </c:pt>
                <c:pt idx="79766">
                  <c:v>5</c:v>
                </c:pt>
                <c:pt idx="79767">
                  <c:v>5</c:v>
                </c:pt>
                <c:pt idx="79768">
                  <c:v>4</c:v>
                </c:pt>
                <c:pt idx="79769">
                  <c:v>1</c:v>
                </c:pt>
                <c:pt idx="79770">
                  <c:v>4</c:v>
                </c:pt>
                <c:pt idx="79771">
                  <c:v>5</c:v>
                </c:pt>
                <c:pt idx="79772">
                  <c:v>2</c:v>
                </c:pt>
                <c:pt idx="79773">
                  <c:v>2</c:v>
                </c:pt>
                <c:pt idx="79774">
                  <c:v>2</c:v>
                </c:pt>
                <c:pt idx="79775">
                  <c:v>1</c:v>
                </c:pt>
                <c:pt idx="79776">
                  <c:v>1</c:v>
                </c:pt>
                <c:pt idx="79777">
                  <c:v>2</c:v>
                </c:pt>
                <c:pt idx="79778">
                  <c:v>2</c:v>
                </c:pt>
                <c:pt idx="79779">
                  <c:v>2</c:v>
                </c:pt>
                <c:pt idx="79780">
                  <c:v>2</c:v>
                </c:pt>
                <c:pt idx="79781">
                  <c:v>2</c:v>
                </c:pt>
                <c:pt idx="79782">
                  <c:v>2</c:v>
                </c:pt>
                <c:pt idx="79783">
                  <c:v>2</c:v>
                </c:pt>
                <c:pt idx="79784">
                  <c:v>1</c:v>
                </c:pt>
                <c:pt idx="79785">
                  <c:v>2</c:v>
                </c:pt>
                <c:pt idx="79786">
                  <c:v>2</c:v>
                </c:pt>
                <c:pt idx="79787">
                  <c:v>2</c:v>
                </c:pt>
                <c:pt idx="79788">
                  <c:v>2</c:v>
                </c:pt>
                <c:pt idx="79789">
                  <c:v>4</c:v>
                </c:pt>
                <c:pt idx="79790">
                  <c:v>3</c:v>
                </c:pt>
                <c:pt idx="79791">
                  <c:v>1</c:v>
                </c:pt>
                <c:pt idx="79792">
                  <c:v>4</c:v>
                </c:pt>
                <c:pt idx="79793">
                  <c:v>4</c:v>
                </c:pt>
                <c:pt idx="79794">
                  <c:v>2</c:v>
                </c:pt>
                <c:pt idx="79795">
                  <c:v>2</c:v>
                </c:pt>
                <c:pt idx="79796">
                  <c:v>2</c:v>
                </c:pt>
                <c:pt idx="79797">
                  <c:v>4</c:v>
                </c:pt>
                <c:pt idx="79798">
                  <c:v>2</c:v>
                </c:pt>
                <c:pt idx="79799">
                  <c:v>2</c:v>
                </c:pt>
                <c:pt idx="79800">
                  <c:v>2</c:v>
                </c:pt>
                <c:pt idx="79801">
                  <c:v>3</c:v>
                </c:pt>
                <c:pt idx="79802">
                  <c:v>2</c:v>
                </c:pt>
                <c:pt idx="79803">
                  <c:v>2</c:v>
                </c:pt>
                <c:pt idx="79804">
                  <c:v>4</c:v>
                </c:pt>
                <c:pt idx="79805">
                  <c:v>2</c:v>
                </c:pt>
                <c:pt idx="79806">
                  <c:v>2</c:v>
                </c:pt>
                <c:pt idx="79807">
                  <c:v>2</c:v>
                </c:pt>
                <c:pt idx="79808">
                  <c:v>3</c:v>
                </c:pt>
                <c:pt idx="79809">
                  <c:v>4</c:v>
                </c:pt>
                <c:pt idx="79810">
                  <c:v>4</c:v>
                </c:pt>
                <c:pt idx="79811">
                  <c:v>1</c:v>
                </c:pt>
                <c:pt idx="79812">
                  <c:v>2</c:v>
                </c:pt>
                <c:pt idx="79813">
                  <c:v>1</c:v>
                </c:pt>
                <c:pt idx="79814">
                  <c:v>2</c:v>
                </c:pt>
                <c:pt idx="79815">
                  <c:v>1</c:v>
                </c:pt>
                <c:pt idx="79816">
                  <c:v>1</c:v>
                </c:pt>
                <c:pt idx="79817">
                  <c:v>2</c:v>
                </c:pt>
                <c:pt idx="79818">
                  <c:v>4</c:v>
                </c:pt>
                <c:pt idx="79819">
                  <c:v>2</c:v>
                </c:pt>
                <c:pt idx="79820">
                  <c:v>2</c:v>
                </c:pt>
                <c:pt idx="79821">
                  <c:v>7</c:v>
                </c:pt>
                <c:pt idx="79822">
                  <c:v>3</c:v>
                </c:pt>
                <c:pt idx="79823">
                  <c:v>2</c:v>
                </c:pt>
                <c:pt idx="79824">
                  <c:v>2</c:v>
                </c:pt>
                <c:pt idx="79825">
                  <c:v>2</c:v>
                </c:pt>
                <c:pt idx="79826">
                  <c:v>2</c:v>
                </c:pt>
                <c:pt idx="79827">
                  <c:v>2</c:v>
                </c:pt>
                <c:pt idx="79828">
                  <c:v>1</c:v>
                </c:pt>
                <c:pt idx="79829">
                  <c:v>2</c:v>
                </c:pt>
                <c:pt idx="79830">
                  <c:v>2</c:v>
                </c:pt>
                <c:pt idx="79831">
                  <c:v>2</c:v>
                </c:pt>
                <c:pt idx="79832">
                  <c:v>3</c:v>
                </c:pt>
                <c:pt idx="79833">
                  <c:v>2</c:v>
                </c:pt>
                <c:pt idx="79834">
                  <c:v>2</c:v>
                </c:pt>
                <c:pt idx="79835">
                  <c:v>5</c:v>
                </c:pt>
                <c:pt idx="79836">
                  <c:v>3</c:v>
                </c:pt>
                <c:pt idx="79837">
                  <c:v>2</c:v>
                </c:pt>
                <c:pt idx="79838">
                  <c:v>2</c:v>
                </c:pt>
                <c:pt idx="79839">
                  <c:v>4</c:v>
                </c:pt>
                <c:pt idx="79840">
                  <c:v>6</c:v>
                </c:pt>
                <c:pt idx="79841">
                  <c:v>6</c:v>
                </c:pt>
                <c:pt idx="79842">
                  <c:v>2</c:v>
                </c:pt>
                <c:pt idx="79843">
                  <c:v>2</c:v>
                </c:pt>
                <c:pt idx="79844">
                  <c:v>2</c:v>
                </c:pt>
                <c:pt idx="79845">
                  <c:v>2</c:v>
                </c:pt>
                <c:pt idx="79846">
                  <c:v>2</c:v>
                </c:pt>
                <c:pt idx="79847">
                  <c:v>2</c:v>
                </c:pt>
                <c:pt idx="79848">
                  <c:v>4</c:v>
                </c:pt>
                <c:pt idx="79849">
                  <c:v>2</c:v>
                </c:pt>
                <c:pt idx="79850">
                  <c:v>2</c:v>
                </c:pt>
                <c:pt idx="79851">
                  <c:v>2</c:v>
                </c:pt>
                <c:pt idx="79852">
                  <c:v>2</c:v>
                </c:pt>
                <c:pt idx="79853">
                  <c:v>2</c:v>
                </c:pt>
                <c:pt idx="79854">
                  <c:v>3</c:v>
                </c:pt>
                <c:pt idx="79855">
                  <c:v>3</c:v>
                </c:pt>
                <c:pt idx="79856">
                  <c:v>3</c:v>
                </c:pt>
                <c:pt idx="79857">
                  <c:v>6</c:v>
                </c:pt>
                <c:pt idx="79858">
                  <c:v>3</c:v>
                </c:pt>
                <c:pt idx="79859">
                  <c:v>2</c:v>
                </c:pt>
                <c:pt idx="79860">
                  <c:v>4</c:v>
                </c:pt>
                <c:pt idx="79861">
                  <c:v>4</c:v>
                </c:pt>
                <c:pt idx="79862">
                  <c:v>10</c:v>
                </c:pt>
                <c:pt idx="79863">
                  <c:v>15</c:v>
                </c:pt>
                <c:pt idx="79864">
                  <c:v>4</c:v>
                </c:pt>
                <c:pt idx="79865">
                  <c:v>6</c:v>
                </c:pt>
                <c:pt idx="79866">
                  <c:v>3</c:v>
                </c:pt>
                <c:pt idx="79867">
                  <c:v>10</c:v>
                </c:pt>
                <c:pt idx="79868">
                  <c:v>1</c:v>
                </c:pt>
                <c:pt idx="79869">
                  <c:v>3</c:v>
                </c:pt>
                <c:pt idx="79870">
                  <c:v>3</c:v>
                </c:pt>
                <c:pt idx="79871">
                  <c:v>1</c:v>
                </c:pt>
                <c:pt idx="79872">
                  <c:v>2</c:v>
                </c:pt>
                <c:pt idx="79873">
                  <c:v>3</c:v>
                </c:pt>
                <c:pt idx="79874">
                  <c:v>2</c:v>
                </c:pt>
                <c:pt idx="79875">
                  <c:v>2</c:v>
                </c:pt>
                <c:pt idx="79876">
                  <c:v>4</c:v>
                </c:pt>
                <c:pt idx="79877">
                  <c:v>3</c:v>
                </c:pt>
                <c:pt idx="79878">
                  <c:v>3</c:v>
                </c:pt>
                <c:pt idx="79879">
                  <c:v>3</c:v>
                </c:pt>
                <c:pt idx="79880">
                  <c:v>3</c:v>
                </c:pt>
                <c:pt idx="79881">
                  <c:v>3</c:v>
                </c:pt>
                <c:pt idx="79882">
                  <c:v>3</c:v>
                </c:pt>
                <c:pt idx="79883">
                  <c:v>3</c:v>
                </c:pt>
                <c:pt idx="79884">
                  <c:v>3</c:v>
                </c:pt>
                <c:pt idx="79885">
                  <c:v>3</c:v>
                </c:pt>
                <c:pt idx="79886">
                  <c:v>2</c:v>
                </c:pt>
                <c:pt idx="79887">
                  <c:v>1</c:v>
                </c:pt>
                <c:pt idx="79888">
                  <c:v>1</c:v>
                </c:pt>
                <c:pt idx="79889">
                  <c:v>1</c:v>
                </c:pt>
                <c:pt idx="79890">
                  <c:v>1</c:v>
                </c:pt>
                <c:pt idx="79891">
                  <c:v>4</c:v>
                </c:pt>
                <c:pt idx="79892">
                  <c:v>10</c:v>
                </c:pt>
                <c:pt idx="79893">
                  <c:v>10</c:v>
                </c:pt>
                <c:pt idx="79894">
                  <c:v>3</c:v>
                </c:pt>
                <c:pt idx="79895">
                  <c:v>1</c:v>
                </c:pt>
                <c:pt idx="79896">
                  <c:v>1</c:v>
                </c:pt>
                <c:pt idx="79897">
                  <c:v>2</c:v>
                </c:pt>
                <c:pt idx="79898">
                  <c:v>1</c:v>
                </c:pt>
                <c:pt idx="79899">
                  <c:v>1</c:v>
                </c:pt>
                <c:pt idx="79900">
                  <c:v>2</c:v>
                </c:pt>
                <c:pt idx="79901">
                  <c:v>2</c:v>
                </c:pt>
                <c:pt idx="79902">
                  <c:v>1</c:v>
                </c:pt>
                <c:pt idx="79903">
                  <c:v>1</c:v>
                </c:pt>
                <c:pt idx="79904">
                  <c:v>1</c:v>
                </c:pt>
                <c:pt idx="79905">
                  <c:v>3</c:v>
                </c:pt>
                <c:pt idx="79906">
                  <c:v>1</c:v>
                </c:pt>
                <c:pt idx="79907">
                  <c:v>1</c:v>
                </c:pt>
                <c:pt idx="79908">
                  <c:v>2</c:v>
                </c:pt>
                <c:pt idx="79909">
                  <c:v>1</c:v>
                </c:pt>
                <c:pt idx="79910">
                  <c:v>1</c:v>
                </c:pt>
                <c:pt idx="79911">
                  <c:v>3</c:v>
                </c:pt>
                <c:pt idx="79912">
                  <c:v>2</c:v>
                </c:pt>
                <c:pt idx="79913">
                  <c:v>5</c:v>
                </c:pt>
                <c:pt idx="79914">
                  <c:v>4</c:v>
                </c:pt>
                <c:pt idx="79915">
                  <c:v>3</c:v>
                </c:pt>
                <c:pt idx="79916">
                  <c:v>4</c:v>
                </c:pt>
                <c:pt idx="79917">
                  <c:v>3</c:v>
                </c:pt>
                <c:pt idx="79918">
                  <c:v>3</c:v>
                </c:pt>
                <c:pt idx="79919">
                  <c:v>3</c:v>
                </c:pt>
                <c:pt idx="79920">
                  <c:v>3</c:v>
                </c:pt>
                <c:pt idx="79921">
                  <c:v>3</c:v>
                </c:pt>
                <c:pt idx="79922">
                  <c:v>4</c:v>
                </c:pt>
                <c:pt idx="79923">
                  <c:v>3</c:v>
                </c:pt>
                <c:pt idx="79924">
                  <c:v>9</c:v>
                </c:pt>
                <c:pt idx="79925">
                  <c:v>4</c:v>
                </c:pt>
                <c:pt idx="79926">
                  <c:v>3</c:v>
                </c:pt>
                <c:pt idx="79927">
                  <c:v>2</c:v>
                </c:pt>
                <c:pt idx="79928">
                  <c:v>2</c:v>
                </c:pt>
                <c:pt idx="79929">
                  <c:v>3</c:v>
                </c:pt>
                <c:pt idx="79930">
                  <c:v>3</c:v>
                </c:pt>
                <c:pt idx="79931">
                  <c:v>2</c:v>
                </c:pt>
                <c:pt idx="79932">
                  <c:v>3</c:v>
                </c:pt>
                <c:pt idx="79933">
                  <c:v>2</c:v>
                </c:pt>
                <c:pt idx="79934">
                  <c:v>3</c:v>
                </c:pt>
                <c:pt idx="79935">
                  <c:v>2</c:v>
                </c:pt>
                <c:pt idx="79936">
                  <c:v>1</c:v>
                </c:pt>
                <c:pt idx="79937">
                  <c:v>2</c:v>
                </c:pt>
                <c:pt idx="79938">
                  <c:v>1</c:v>
                </c:pt>
                <c:pt idx="79939">
                  <c:v>1</c:v>
                </c:pt>
                <c:pt idx="79940">
                  <c:v>1</c:v>
                </c:pt>
                <c:pt idx="79941">
                  <c:v>1</c:v>
                </c:pt>
                <c:pt idx="79942">
                  <c:v>1</c:v>
                </c:pt>
                <c:pt idx="79943">
                  <c:v>1</c:v>
                </c:pt>
                <c:pt idx="79944">
                  <c:v>2</c:v>
                </c:pt>
                <c:pt idx="79945">
                  <c:v>1</c:v>
                </c:pt>
                <c:pt idx="79946">
                  <c:v>1</c:v>
                </c:pt>
                <c:pt idx="79947">
                  <c:v>1</c:v>
                </c:pt>
                <c:pt idx="79948">
                  <c:v>1</c:v>
                </c:pt>
                <c:pt idx="79949">
                  <c:v>2</c:v>
                </c:pt>
                <c:pt idx="79950">
                  <c:v>1</c:v>
                </c:pt>
                <c:pt idx="79951">
                  <c:v>2</c:v>
                </c:pt>
                <c:pt idx="79952">
                  <c:v>2</c:v>
                </c:pt>
                <c:pt idx="79953">
                  <c:v>1</c:v>
                </c:pt>
                <c:pt idx="79954">
                  <c:v>1</c:v>
                </c:pt>
                <c:pt idx="79955">
                  <c:v>3</c:v>
                </c:pt>
                <c:pt idx="79956">
                  <c:v>3</c:v>
                </c:pt>
                <c:pt idx="79957">
                  <c:v>2</c:v>
                </c:pt>
                <c:pt idx="79958">
                  <c:v>2</c:v>
                </c:pt>
                <c:pt idx="79959">
                  <c:v>4</c:v>
                </c:pt>
                <c:pt idx="79960">
                  <c:v>1</c:v>
                </c:pt>
                <c:pt idx="79961">
                  <c:v>3</c:v>
                </c:pt>
                <c:pt idx="79962">
                  <c:v>3</c:v>
                </c:pt>
                <c:pt idx="79963">
                  <c:v>1</c:v>
                </c:pt>
                <c:pt idx="79964">
                  <c:v>4</c:v>
                </c:pt>
                <c:pt idx="79965">
                  <c:v>2</c:v>
                </c:pt>
                <c:pt idx="79966">
                  <c:v>2</c:v>
                </c:pt>
                <c:pt idx="79967">
                  <c:v>5</c:v>
                </c:pt>
                <c:pt idx="79968">
                  <c:v>3</c:v>
                </c:pt>
                <c:pt idx="79969">
                  <c:v>3</c:v>
                </c:pt>
                <c:pt idx="79970">
                  <c:v>3</c:v>
                </c:pt>
                <c:pt idx="79971">
                  <c:v>4</c:v>
                </c:pt>
                <c:pt idx="79972">
                  <c:v>5</c:v>
                </c:pt>
                <c:pt idx="79973">
                  <c:v>4</c:v>
                </c:pt>
                <c:pt idx="79974">
                  <c:v>2</c:v>
                </c:pt>
                <c:pt idx="79975">
                  <c:v>3</c:v>
                </c:pt>
                <c:pt idx="79976">
                  <c:v>2</c:v>
                </c:pt>
                <c:pt idx="79977">
                  <c:v>2</c:v>
                </c:pt>
                <c:pt idx="79978">
                  <c:v>2</c:v>
                </c:pt>
                <c:pt idx="79979">
                  <c:v>2</c:v>
                </c:pt>
                <c:pt idx="79980">
                  <c:v>2</c:v>
                </c:pt>
                <c:pt idx="79981">
                  <c:v>2</c:v>
                </c:pt>
                <c:pt idx="79982">
                  <c:v>2</c:v>
                </c:pt>
                <c:pt idx="79983">
                  <c:v>2</c:v>
                </c:pt>
                <c:pt idx="79984">
                  <c:v>2</c:v>
                </c:pt>
                <c:pt idx="79985">
                  <c:v>1</c:v>
                </c:pt>
                <c:pt idx="79986">
                  <c:v>2</c:v>
                </c:pt>
                <c:pt idx="79987">
                  <c:v>1</c:v>
                </c:pt>
                <c:pt idx="79988">
                  <c:v>1</c:v>
                </c:pt>
                <c:pt idx="79989">
                  <c:v>1</c:v>
                </c:pt>
                <c:pt idx="79990">
                  <c:v>2</c:v>
                </c:pt>
                <c:pt idx="79991">
                  <c:v>1</c:v>
                </c:pt>
                <c:pt idx="79992">
                  <c:v>1</c:v>
                </c:pt>
                <c:pt idx="79993">
                  <c:v>4</c:v>
                </c:pt>
                <c:pt idx="79994">
                  <c:v>4</c:v>
                </c:pt>
                <c:pt idx="79995">
                  <c:v>4</c:v>
                </c:pt>
                <c:pt idx="79996">
                  <c:v>4</c:v>
                </c:pt>
                <c:pt idx="79997">
                  <c:v>2</c:v>
                </c:pt>
                <c:pt idx="79998">
                  <c:v>5</c:v>
                </c:pt>
                <c:pt idx="79999">
                  <c:v>5</c:v>
                </c:pt>
                <c:pt idx="80000">
                  <c:v>5</c:v>
                </c:pt>
                <c:pt idx="80001">
                  <c:v>5</c:v>
                </c:pt>
                <c:pt idx="80002">
                  <c:v>3</c:v>
                </c:pt>
                <c:pt idx="80003">
                  <c:v>5</c:v>
                </c:pt>
                <c:pt idx="80004">
                  <c:v>3</c:v>
                </c:pt>
                <c:pt idx="80005">
                  <c:v>4</c:v>
                </c:pt>
                <c:pt idx="80006">
                  <c:v>2</c:v>
                </c:pt>
                <c:pt idx="80007">
                  <c:v>2</c:v>
                </c:pt>
                <c:pt idx="80008">
                  <c:v>4</c:v>
                </c:pt>
                <c:pt idx="80009">
                  <c:v>1</c:v>
                </c:pt>
                <c:pt idx="80010">
                  <c:v>3</c:v>
                </c:pt>
                <c:pt idx="80011">
                  <c:v>2</c:v>
                </c:pt>
                <c:pt idx="80012">
                  <c:v>2</c:v>
                </c:pt>
                <c:pt idx="80013">
                  <c:v>3</c:v>
                </c:pt>
                <c:pt idx="80014">
                  <c:v>2</c:v>
                </c:pt>
                <c:pt idx="80015">
                  <c:v>3</c:v>
                </c:pt>
                <c:pt idx="80016">
                  <c:v>2</c:v>
                </c:pt>
                <c:pt idx="80017">
                  <c:v>4</c:v>
                </c:pt>
                <c:pt idx="80018">
                  <c:v>2</c:v>
                </c:pt>
                <c:pt idx="80019">
                  <c:v>2</c:v>
                </c:pt>
                <c:pt idx="80020">
                  <c:v>3</c:v>
                </c:pt>
                <c:pt idx="80021">
                  <c:v>3</c:v>
                </c:pt>
                <c:pt idx="80022">
                  <c:v>2</c:v>
                </c:pt>
                <c:pt idx="80023">
                  <c:v>3</c:v>
                </c:pt>
                <c:pt idx="80024">
                  <c:v>2</c:v>
                </c:pt>
                <c:pt idx="80025">
                  <c:v>2</c:v>
                </c:pt>
                <c:pt idx="80026">
                  <c:v>2</c:v>
                </c:pt>
                <c:pt idx="80027">
                  <c:v>1</c:v>
                </c:pt>
                <c:pt idx="80028">
                  <c:v>2</c:v>
                </c:pt>
                <c:pt idx="80029">
                  <c:v>2</c:v>
                </c:pt>
                <c:pt idx="80030">
                  <c:v>2</c:v>
                </c:pt>
                <c:pt idx="80031">
                  <c:v>2</c:v>
                </c:pt>
                <c:pt idx="80032">
                  <c:v>2</c:v>
                </c:pt>
                <c:pt idx="80033">
                  <c:v>1</c:v>
                </c:pt>
                <c:pt idx="80034">
                  <c:v>2</c:v>
                </c:pt>
                <c:pt idx="80035">
                  <c:v>1</c:v>
                </c:pt>
                <c:pt idx="80036">
                  <c:v>2</c:v>
                </c:pt>
                <c:pt idx="80037">
                  <c:v>1</c:v>
                </c:pt>
                <c:pt idx="80038">
                  <c:v>2</c:v>
                </c:pt>
                <c:pt idx="80039">
                  <c:v>3</c:v>
                </c:pt>
                <c:pt idx="80040">
                  <c:v>3</c:v>
                </c:pt>
                <c:pt idx="80041">
                  <c:v>3</c:v>
                </c:pt>
                <c:pt idx="80042">
                  <c:v>3</c:v>
                </c:pt>
                <c:pt idx="80043">
                  <c:v>3</c:v>
                </c:pt>
                <c:pt idx="80044">
                  <c:v>2</c:v>
                </c:pt>
                <c:pt idx="80045">
                  <c:v>3</c:v>
                </c:pt>
                <c:pt idx="80046">
                  <c:v>3</c:v>
                </c:pt>
                <c:pt idx="80047">
                  <c:v>3</c:v>
                </c:pt>
                <c:pt idx="80048">
                  <c:v>3</c:v>
                </c:pt>
                <c:pt idx="80049">
                  <c:v>3</c:v>
                </c:pt>
                <c:pt idx="80050">
                  <c:v>3</c:v>
                </c:pt>
                <c:pt idx="80051">
                  <c:v>3</c:v>
                </c:pt>
                <c:pt idx="80052">
                  <c:v>2</c:v>
                </c:pt>
                <c:pt idx="80053">
                  <c:v>4</c:v>
                </c:pt>
                <c:pt idx="80054">
                  <c:v>1</c:v>
                </c:pt>
                <c:pt idx="80055">
                  <c:v>3</c:v>
                </c:pt>
                <c:pt idx="80056">
                  <c:v>5</c:v>
                </c:pt>
                <c:pt idx="80057">
                  <c:v>4</c:v>
                </c:pt>
                <c:pt idx="80058">
                  <c:v>6</c:v>
                </c:pt>
                <c:pt idx="80059">
                  <c:v>1</c:v>
                </c:pt>
                <c:pt idx="80060">
                  <c:v>4</c:v>
                </c:pt>
                <c:pt idx="80061">
                  <c:v>1</c:v>
                </c:pt>
                <c:pt idx="80062">
                  <c:v>2</c:v>
                </c:pt>
                <c:pt idx="80063">
                  <c:v>1</c:v>
                </c:pt>
                <c:pt idx="80064">
                  <c:v>1</c:v>
                </c:pt>
                <c:pt idx="80065">
                  <c:v>2</c:v>
                </c:pt>
                <c:pt idx="80066">
                  <c:v>1</c:v>
                </c:pt>
                <c:pt idx="80067">
                  <c:v>1</c:v>
                </c:pt>
                <c:pt idx="80068">
                  <c:v>2</c:v>
                </c:pt>
                <c:pt idx="80069">
                  <c:v>1</c:v>
                </c:pt>
                <c:pt idx="80070">
                  <c:v>1</c:v>
                </c:pt>
                <c:pt idx="80071">
                  <c:v>3</c:v>
                </c:pt>
                <c:pt idx="80072">
                  <c:v>2</c:v>
                </c:pt>
                <c:pt idx="80073">
                  <c:v>2</c:v>
                </c:pt>
                <c:pt idx="80074">
                  <c:v>3</c:v>
                </c:pt>
                <c:pt idx="80075">
                  <c:v>10</c:v>
                </c:pt>
                <c:pt idx="80076">
                  <c:v>2</c:v>
                </c:pt>
                <c:pt idx="80077">
                  <c:v>3</c:v>
                </c:pt>
                <c:pt idx="80078">
                  <c:v>1</c:v>
                </c:pt>
                <c:pt idx="80079">
                  <c:v>1</c:v>
                </c:pt>
                <c:pt idx="80080">
                  <c:v>3</c:v>
                </c:pt>
                <c:pt idx="80081">
                  <c:v>3</c:v>
                </c:pt>
                <c:pt idx="80082">
                  <c:v>2</c:v>
                </c:pt>
                <c:pt idx="80083">
                  <c:v>3</c:v>
                </c:pt>
                <c:pt idx="80084">
                  <c:v>2</c:v>
                </c:pt>
                <c:pt idx="80085">
                  <c:v>2</c:v>
                </c:pt>
                <c:pt idx="80086">
                  <c:v>2</c:v>
                </c:pt>
                <c:pt idx="80087">
                  <c:v>4</c:v>
                </c:pt>
                <c:pt idx="80088">
                  <c:v>2</c:v>
                </c:pt>
                <c:pt idx="80089">
                  <c:v>4</c:v>
                </c:pt>
                <c:pt idx="80090">
                  <c:v>2</c:v>
                </c:pt>
                <c:pt idx="80091">
                  <c:v>2</c:v>
                </c:pt>
                <c:pt idx="80092">
                  <c:v>3</c:v>
                </c:pt>
                <c:pt idx="80093">
                  <c:v>2</c:v>
                </c:pt>
                <c:pt idx="80094">
                  <c:v>4</c:v>
                </c:pt>
                <c:pt idx="80095">
                  <c:v>3</c:v>
                </c:pt>
                <c:pt idx="80096">
                  <c:v>4</c:v>
                </c:pt>
                <c:pt idx="80097">
                  <c:v>2</c:v>
                </c:pt>
                <c:pt idx="80098">
                  <c:v>2</c:v>
                </c:pt>
                <c:pt idx="80099">
                  <c:v>2</c:v>
                </c:pt>
                <c:pt idx="80100">
                  <c:v>2</c:v>
                </c:pt>
                <c:pt idx="80101">
                  <c:v>4</c:v>
                </c:pt>
                <c:pt idx="80102">
                  <c:v>2</c:v>
                </c:pt>
                <c:pt idx="80103">
                  <c:v>2</c:v>
                </c:pt>
                <c:pt idx="80104">
                  <c:v>4</c:v>
                </c:pt>
                <c:pt idx="80105">
                  <c:v>1</c:v>
                </c:pt>
                <c:pt idx="80106">
                  <c:v>2</c:v>
                </c:pt>
                <c:pt idx="80107">
                  <c:v>4</c:v>
                </c:pt>
                <c:pt idx="80108">
                  <c:v>2</c:v>
                </c:pt>
                <c:pt idx="80109">
                  <c:v>2</c:v>
                </c:pt>
                <c:pt idx="80110">
                  <c:v>1</c:v>
                </c:pt>
                <c:pt idx="80111">
                  <c:v>2</c:v>
                </c:pt>
                <c:pt idx="80112">
                  <c:v>2</c:v>
                </c:pt>
                <c:pt idx="80113">
                  <c:v>4</c:v>
                </c:pt>
                <c:pt idx="80114">
                  <c:v>2</c:v>
                </c:pt>
                <c:pt idx="80115">
                  <c:v>2</c:v>
                </c:pt>
                <c:pt idx="80116">
                  <c:v>2</c:v>
                </c:pt>
                <c:pt idx="80117">
                  <c:v>3</c:v>
                </c:pt>
                <c:pt idx="80118">
                  <c:v>2</c:v>
                </c:pt>
                <c:pt idx="80119">
                  <c:v>2</c:v>
                </c:pt>
                <c:pt idx="80120">
                  <c:v>3</c:v>
                </c:pt>
                <c:pt idx="80121">
                  <c:v>2</c:v>
                </c:pt>
                <c:pt idx="80122">
                  <c:v>2</c:v>
                </c:pt>
                <c:pt idx="80123">
                  <c:v>2</c:v>
                </c:pt>
                <c:pt idx="80124">
                  <c:v>3</c:v>
                </c:pt>
                <c:pt idx="80125">
                  <c:v>2</c:v>
                </c:pt>
                <c:pt idx="80126">
                  <c:v>1</c:v>
                </c:pt>
                <c:pt idx="80127">
                  <c:v>1</c:v>
                </c:pt>
                <c:pt idx="80128">
                  <c:v>1</c:v>
                </c:pt>
                <c:pt idx="80129">
                  <c:v>2</c:v>
                </c:pt>
                <c:pt idx="80130">
                  <c:v>2</c:v>
                </c:pt>
                <c:pt idx="80131">
                  <c:v>2</c:v>
                </c:pt>
                <c:pt idx="80132">
                  <c:v>2</c:v>
                </c:pt>
                <c:pt idx="80133">
                  <c:v>3</c:v>
                </c:pt>
                <c:pt idx="80134">
                  <c:v>2</c:v>
                </c:pt>
                <c:pt idx="80135">
                  <c:v>2</c:v>
                </c:pt>
                <c:pt idx="80136">
                  <c:v>3</c:v>
                </c:pt>
                <c:pt idx="80137">
                  <c:v>2</c:v>
                </c:pt>
                <c:pt idx="80138">
                  <c:v>2</c:v>
                </c:pt>
                <c:pt idx="80139">
                  <c:v>3</c:v>
                </c:pt>
                <c:pt idx="80140">
                  <c:v>3</c:v>
                </c:pt>
                <c:pt idx="80141">
                  <c:v>2</c:v>
                </c:pt>
                <c:pt idx="80142">
                  <c:v>3</c:v>
                </c:pt>
                <c:pt idx="80143">
                  <c:v>3</c:v>
                </c:pt>
                <c:pt idx="80144">
                  <c:v>4</c:v>
                </c:pt>
                <c:pt idx="80145">
                  <c:v>2</c:v>
                </c:pt>
                <c:pt idx="80146">
                  <c:v>4</c:v>
                </c:pt>
                <c:pt idx="80147">
                  <c:v>3</c:v>
                </c:pt>
                <c:pt idx="80148">
                  <c:v>3</c:v>
                </c:pt>
                <c:pt idx="80149">
                  <c:v>3</c:v>
                </c:pt>
                <c:pt idx="80150">
                  <c:v>3</c:v>
                </c:pt>
                <c:pt idx="80151">
                  <c:v>3</c:v>
                </c:pt>
                <c:pt idx="80152">
                  <c:v>2</c:v>
                </c:pt>
                <c:pt idx="80153">
                  <c:v>2</c:v>
                </c:pt>
                <c:pt idx="80154">
                  <c:v>3</c:v>
                </c:pt>
                <c:pt idx="80155">
                  <c:v>3</c:v>
                </c:pt>
                <c:pt idx="80156">
                  <c:v>2</c:v>
                </c:pt>
                <c:pt idx="80157">
                  <c:v>1</c:v>
                </c:pt>
                <c:pt idx="80158">
                  <c:v>2</c:v>
                </c:pt>
                <c:pt idx="80159">
                  <c:v>2</c:v>
                </c:pt>
                <c:pt idx="80160">
                  <c:v>2</c:v>
                </c:pt>
                <c:pt idx="80161">
                  <c:v>2</c:v>
                </c:pt>
                <c:pt idx="80162">
                  <c:v>3</c:v>
                </c:pt>
                <c:pt idx="80163">
                  <c:v>2</c:v>
                </c:pt>
                <c:pt idx="80164">
                  <c:v>1</c:v>
                </c:pt>
                <c:pt idx="80165">
                  <c:v>1</c:v>
                </c:pt>
                <c:pt idx="80166">
                  <c:v>10</c:v>
                </c:pt>
                <c:pt idx="80167">
                  <c:v>2</c:v>
                </c:pt>
                <c:pt idx="80168">
                  <c:v>2</c:v>
                </c:pt>
                <c:pt idx="80169">
                  <c:v>5</c:v>
                </c:pt>
                <c:pt idx="80170">
                  <c:v>2</c:v>
                </c:pt>
                <c:pt idx="80171">
                  <c:v>1</c:v>
                </c:pt>
                <c:pt idx="80172">
                  <c:v>2</c:v>
                </c:pt>
                <c:pt idx="80173">
                  <c:v>2</c:v>
                </c:pt>
                <c:pt idx="80174">
                  <c:v>2</c:v>
                </c:pt>
                <c:pt idx="80175">
                  <c:v>3</c:v>
                </c:pt>
                <c:pt idx="80176">
                  <c:v>1</c:v>
                </c:pt>
                <c:pt idx="80177">
                  <c:v>1</c:v>
                </c:pt>
                <c:pt idx="80178">
                  <c:v>4</c:v>
                </c:pt>
                <c:pt idx="80179">
                  <c:v>3</c:v>
                </c:pt>
                <c:pt idx="80180">
                  <c:v>2</c:v>
                </c:pt>
                <c:pt idx="80181">
                  <c:v>1</c:v>
                </c:pt>
                <c:pt idx="80182">
                  <c:v>1</c:v>
                </c:pt>
                <c:pt idx="80183">
                  <c:v>2</c:v>
                </c:pt>
                <c:pt idx="80184">
                  <c:v>2</c:v>
                </c:pt>
                <c:pt idx="80185">
                  <c:v>4</c:v>
                </c:pt>
                <c:pt idx="80186">
                  <c:v>2</c:v>
                </c:pt>
                <c:pt idx="80187">
                  <c:v>5</c:v>
                </c:pt>
                <c:pt idx="80188">
                  <c:v>2</c:v>
                </c:pt>
                <c:pt idx="80189">
                  <c:v>2</c:v>
                </c:pt>
                <c:pt idx="80190">
                  <c:v>3</c:v>
                </c:pt>
                <c:pt idx="80191">
                  <c:v>2</c:v>
                </c:pt>
                <c:pt idx="80192">
                  <c:v>2</c:v>
                </c:pt>
                <c:pt idx="80193">
                  <c:v>-2</c:v>
                </c:pt>
                <c:pt idx="80194">
                  <c:v>1</c:v>
                </c:pt>
                <c:pt idx="80195">
                  <c:v>1</c:v>
                </c:pt>
                <c:pt idx="80196">
                  <c:v>1</c:v>
                </c:pt>
                <c:pt idx="80197">
                  <c:v>1</c:v>
                </c:pt>
                <c:pt idx="80198">
                  <c:v>1</c:v>
                </c:pt>
                <c:pt idx="80199">
                  <c:v>3</c:v>
                </c:pt>
                <c:pt idx="80200">
                  <c:v>1</c:v>
                </c:pt>
                <c:pt idx="80201">
                  <c:v>1</c:v>
                </c:pt>
                <c:pt idx="80202">
                  <c:v>1</c:v>
                </c:pt>
                <c:pt idx="80203">
                  <c:v>1</c:v>
                </c:pt>
                <c:pt idx="80204">
                  <c:v>1</c:v>
                </c:pt>
                <c:pt idx="80205">
                  <c:v>2</c:v>
                </c:pt>
                <c:pt idx="80206">
                  <c:v>11</c:v>
                </c:pt>
                <c:pt idx="80207">
                  <c:v>2</c:v>
                </c:pt>
                <c:pt idx="80208">
                  <c:v>1</c:v>
                </c:pt>
                <c:pt idx="80209">
                  <c:v>1</c:v>
                </c:pt>
                <c:pt idx="80210">
                  <c:v>1</c:v>
                </c:pt>
                <c:pt idx="80211">
                  <c:v>3</c:v>
                </c:pt>
                <c:pt idx="80212">
                  <c:v>2</c:v>
                </c:pt>
                <c:pt idx="80213">
                  <c:v>5</c:v>
                </c:pt>
                <c:pt idx="80214">
                  <c:v>1</c:v>
                </c:pt>
                <c:pt idx="80215">
                  <c:v>1</c:v>
                </c:pt>
                <c:pt idx="80216">
                  <c:v>1</c:v>
                </c:pt>
                <c:pt idx="80217">
                  <c:v>1</c:v>
                </c:pt>
                <c:pt idx="80218">
                  <c:v>4</c:v>
                </c:pt>
                <c:pt idx="80219">
                  <c:v>1</c:v>
                </c:pt>
                <c:pt idx="80220">
                  <c:v>2</c:v>
                </c:pt>
                <c:pt idx="80221">
                  <c:v>4</c:v>
                </c:pt>
                <c:pt idx="80222">
                  <c:v>2</c:v>
                </c:pt>
                <c:pt idx="80223">
                  <c:v>1</c:v>
                </c:pt>
                <c:pt idx="80224">
                  <c:v>2</c:v>
                </c:pt>
                <c:pt idx="80225">
                  <c:v>1</c:v>
                </c:pt>
                <c:pt idx="80226">
                  <c:v>2</c:v>
                </c:pt>
                <c:pt idx="80227">
                  <c:v>3</c:v>
                </c:pt>
                <c:pt idx="80228">
                  <c:v>2</c:v>
                </c:pt>
                <c:pt idx="80229">
                  <c:v>6</c:v>
                </c:pt>
                <c:pt idx="80230">
                  <c:v>4</c:v>
                </c:pt>
                <c:pt idx="80231">
                  <c:v>6</c:v>
                </c:pt>
                <c:pt idx="80232">
                  <c:v>10</c:v>
                </c:pt>
                <c:pt idx="80233">
                  <c:v>6</c:v>
                </c:pt>
                <c:pt idx="80234">
                  <c:v>8</c:v>
                </c:pt>
                <c:pt idx="80235">
                  <c:v>2</c:v>
                </c:pt>
                <c:pt idx="80236">
                  <c:v>2</c:v>
                </c:pt>
                <c:pt idx="80237">
                  <c:v>2</c:v>
                </c:pt>
                <c:pt idx="80238">
                  <c:v>2</c:v>
                </c:pt>
                <c:pt idx="80239">
                  <c:v>2</c:v>
                </c:pt>
                <c:pt idx="80240">
                  <c:v>2</c:v>
                </c:pt>
                <c:pt idx="80241">
                  <c:v>2</c:v>
                </c:pt>
                <c:pt idx="80242">
                  <c:v>4</c:v>
                </c:pt>
                <c:pt idx="80243">
                  <c:v>5</c:v>
                </c:pt>
                <c:pt idx="80244">
                  <c:v>2</c:v>
                </c:pt>
                <c:pt idx="80245">
                  <c:v>3</c:v>
                </c:pt>
                <c:pt idx="80246">
                  <c:v>16</c:v>
                </c:pt>
                <c:pt idx="80247">
                  <c:v>1</c:v>
                </c:pt>
                <c:pt idx="80248">
                  <c:v>1</c:v>
                </c:pt>
                <c:pt idx="80249">
                  <c:v>2</c:v>
                </c:pt>
                <c:pt idx="80250">
                  <c:v>4</c:v>
                </c:pt>
                <c:pt idx="80251">
                  <c:v>3</c:v>
                </c:pt>
                <c:pt idx="80252">
                  <c:v>1</c:v>
                </c:pt>
                <c:pt idx="80253">
                  <c:v>1</c:v>
                </c:pt>
                <c:pt idx="80254">
                  <c:v>1</c:v>
                </c:pt>
                <c:pt idx="80255">
                  <c:v>2</c:v>
                </c:pt>
                <c:pt idx="80256">
                  <c:v>1</c:v>
                </c:pt>
                <c:pt idx="80257">
                  <c:v>4</c:v>
                </c:pt>
                <c:pt idx="80258">
                  <c:v>2</c:v>
                </c:pt>
                <c:pt idx="80259">
                  <c:v>4</c:v>
                </c:pt>
                <c:pt idx="80260">
                  <c:v>4</c:v>
                </c:pt>
                <c:pt idx="80261">
                  <c:v>5</c:v>
                </c:pt>
                <c:pt idx="80262">
                  <c:v>2</c:v>
                </c:pt>
                <c:pt idx="80263">
                  <c:v>3</c:v>
                </c:pt>
                <c:pt idx="80264">
                  <c:v>3</c:v>
                </c:pt>
                <c:pt idx="80265">
                  <c:v>1</c:v>
                </c:pt>
                <c:pt idx="80266">
                  <c:v>2</c:v>
                </c:pt>
                <c:pt idx="80267">
                  <c:v>2</c:v>
                </c:pt>
                <c:pt idx="80268">
                  <c:v>3</c:v>
                </c:pt>
                <c:pt idx="80269">
                  <c:v>2</c:v>
                </c:pt>
                <c:pt idx="80270">
                  <c:v>1</c:v>
                </c:pt>
                <c:pt idx="80271">
                  <c:v>2</c:v>
                </c:pt>
                <c:pt idx="80272">
                  <c:v>2</c:v>
                </c:pt>
                <c:pt idx="80273">
                  <c:v>1</c:v>
                </c:pt>
                <c:pt idx="80274">
                  <c:v>2</c:v>
                </c:pt>
                <c:pt idx="80275">
                  <c:v>3</c:v>
                </c:pt>
                <c:pt idx="80276">
                  <c:v>2</c:v>
                </c:pt>
                <c:pt idx="80277">
                  <c:v>2</c:v>
                </c:pt>
                <c:pt idx="80278">
                  <c:v>2</c:v>
                </c:pt>
                <c:pt idx="80279">
                  <c:v>2</c:v>
                </c:pt>
                <c:pt idx="80280">
                  <c:v>2</c:v>
                </c:pt>
                <c:pt idx="80281">
                  <c:v>1</c:v>
                </c:pt>
                <c:pt idx="80282">
                  <c:v>5</c:v>
                </c:pt>
                <c:pt idx="80283">
                  <c:v>7</c:v>
                </c:pt>
                <c:pt idx="80284">
                  <c:v>5</c:v>
                </c:pt>
                <c:pt idx="80285">
                  <c:v>3</c:v>
                </c:pt>
                <c:pt idx="80286">
                  <c:v>2</c:v>
                </c:pt>
                <c:pt idx="80287">
                  <c:v>3</c:v>
                </c:pt>
                <c:pt idx="80288">
                  <c:v>2</c:v>
                </c:pt>
                <c:pt idx="80289">
                  <c:v>2</c:v>
                </c:pt>
                <c:pt idx="80290">
                  <c:v>2</c:v>
                </c:pt>
                <c:pt idx="80291">
                  <c:v>1</c:v>
                </c:pt>
                <c:pt idx="80292">
                  <c:v>1</c:v>
                </c:pt>
                <c:pt idx="80293">
                  <c:v>1</c:v>
                </c:pt>
                <c:pt idx="80294">
                  <c:v>1</c:v>
                </c:pt>
                <c:pt idx="80295">
                  <c:v>1</c:v>
                </c:pt>
                <c:pt idx="80296">
                  <c:v>3</c:v>
                </c:pt>
                <c:pt idx="80297">
                  <c:v>3</c:v>
                </c:pt>
                <c:pt idx="80298">
                  <c:v>2</c:v>
                </c:pt>
                <c:pt idx="80299">
                  <c:v>4</c:v>
                </c:pt>
                <c:pt idx="80300">
                  <c:v>4</c:v>
                </c:pt>
                <c:pt idx="80301">
                  <c:v>3</c:v>
                </c:pt>
                <c:pt idx="80302">
                  <c:v>2</c:v>
                </c:pt>
                <c:pt idx="80303">
                  <c:v>4</c:v>
                </c:pt>
                <c:pt idx="80304">
                  <c:v>4</c:v>
                </c:pt>
                <c:pt idx="80305">
                  <c:v>2</c:v>
                </c:pt>
                <c:pt idx="80306">
                  <c:v>2</c:v>
                </c:pt>
                <c:pt idx="80307">
                  <c:v>3</c:v>
                </c:pt>
                <c:pt idx="80308">
                  <c:v>2</c:v>
                </c:pt>
                <c:pt idx="80309">
                  <c:v>2</c:v>
                </c:pt>
                <c:pt idx="80310">
                  <c:v>3</c:v>
                </c:pt>
                <c:pt idx="80311">
                  <c:v>4</c:v>
                </c:pt>
                <c:pt idx="80312">
                  <c:v>3</c:v>
                </c:pt>
                <c:pt idx="80313">
                  <c:v>2</c:v>
                </c:pt>
                <c:pt idx="80314">
                  <c:v>2</c:v>
                </c:pt>
                <c:pt idx="80315">
                  <c:v>10</c:v>
                </c:pt>
                <c:pt idx="80316">
                  <c:v>12</c:v>
                </c:pt>
                <c:pt idx="80317">
                  <c:v>10</c:v>
                </c:pt>
                <c:pt idx="80318">
                  <c:v>3</c:v>
                </c:pt>
                <c:pt idx="80319">
                  <c:v>5</c:v>
                </c:pt>
                <c:pt idx="80320">
                  <c:v>5</c:v>
                </c:pt>
                <c:pt idx="80321">
                  <c:v>6</c:v>
                </c:pt>
                <c:pt idx="80322">
                  <c:v>4</c:v>
                </c:pt>
                <c:pt idx="80323">
                  <c:v>3</c:v>
                </c:pt>
                <c:pt idx="80324">
                  <c:v>1</c:v>
                </c:pt>
                <c:pt idx="80325">
                  <c:v>1</c:v>
                </c:pt>
                <c:pt idx="80326">
                  <c:v>5</c:v>
                </c:pt>
                <c:pt idx="80327">
                  <c:v>1</c:v>
                </c:pt>
                <c:pt idx="80328">
                  <c:v>2</c:v>
                </c:pt>
                <c:pt idx="80329">
                  <c:v>2</c:v>
                </c:pt>
                <c:pt idx="80330">
                  <c:v>3</c:v>
                </c:pt>
                <c:pt idx="80331">
                  <c:v>2</c:v>
                </c:pt>
                <c:pt idx="80332">
                  <c:v>2</c:v>
                </c:pt>
                <c:pt idx="80333">
                  <c:v>3</c:v>
                </c:pt>
                <c:pt idx="80334">
                  <c:v>2</c:v>
                </c:pt>
                <c:pt idx="80335">
                  <c:v>3</c:v>
                </c:pt>
                <c:pt idx="80336">
                  <c:v>1</c:v>
                </c:pt>
                <c:pt idx="80337">
                  <c:v>1</c:v>
                </c:pt>
                <c:pt idx="80338">
                  <c:v>2</c:v>
                </c:pt>
                <c:pt idx="80339">
                  <c:v>3</c:v>
                </c:pt>
                <c:pt idx="80340">
                  <c:v>3</c:v>
                </c:pt>
                <c:pt idx="80341">
                  <c:v>3</c:v>
                </c:pt>
                <c:pt idx="80342">
                  <c:v>3</c:v>
                </c:pt>
                <c:pt idx="80343">
                  <c:v>10</c:v>
                </c:pt>
                <c:pt idx="80344">
                  <c:v>2</c:v>
                </c:pt>
                <c:pt idx="80345">
                  <c:v>2</c:v>
                </c:pt>
                <c:pt idx="80346">
                  <c:v>10</c:v>
                </c:pt>
                <c:pt idx="80347">
                  <c:v>6</c:v>
                </c:pt>
                <c:pt idx="80348">
                  <c:v>4</c:v>
                </c:pt>
                <c:pt idx="80349">
                  <c:v>4</c:v>
                </c:pt>
                <c:pt idx="80350">
                  <c:v>5</c:v>
                </c:pt>
                <c:pt idx="80351">
                  <c:v>8</c:v>
                </c:pt>
                <c:pt idx="80352">
                  <c:v>5</c:v>
                </c:pt>
                <c:pt idx="80353">
                  <c:v>2</c:v>
                </c:pt>
                <c:pt idx="80354">
                  <c:v>6</c:v>
                </c:pt>
                <c:pt idx="80355">
                  <c:v>4</c:v>
                </c:pt>
                <c:pt idx="80356">
                  <c:v>7</c:v>
                </c:pt>
                <c:pt idx="80357">
                  <c:v>3</c:v>
                </c:pt>
                <c:pt idx="80358">
                  <c:v>1</c:v>
                </c:pt>
                <c:pt idx="80359">
                  <c:v>2</c:v>
                </c:pt>
                <c:pt idx="80360">
                  <c:v>1</c:v>
                </c:pt>
                <c:pt idx="80361">
                  <c:v>1</c:v>
                </c:pt>
                <c:pt idx="80362">
                  <c:v>3</c:v>
                </c:pt>
                <c:pt idx="80363">
                  <c:v>1</c:v>
                </c:pt>
                <c:pt idx="80364">
                  <c:v>1</c:v>
                </c:pt>
                <c:pt idx="80365">
                  <c:v>1</c:v>
                </c:pt>
                <c:pt idx="80366">
                  <c:v>2</c:v>
                </c:pt>
                <c:pt idx="80367">
                  <c:v>2</c:v>
                </c:pt>
                <c:pt idx="80368">
                  <c:v>2</c:v>
                </c:pt>
                <c:pt idx="80369">
                  <c:v>1</c:v>
                </c:pt>
                <c:pt idx="80370">
                  <c:v>4</c:v>
                </c:pt>
                <c:pt idx="80371">
                  <c:v>2</c:v>
                </c:pt>
                <c:pt idx="80372">
                  <c:v>3</c:v>
                </c:pt>
                <c:pt idx="80373">
                  <c:v>4</c:v>
                </c:pt>
                <c:pt idx="80374">
                  <c:v>3</c:v>
                </c:pt>
                <c:pt idx="80375">
                  <c:v>3</c:v>
                </c:pt>
                <c:pt idx="80376">
                  <c:v>3</c:v>
                </c:pt>
                <c:pt idx="80377">
                  <c:v>2</c:v>
                </c:pt>
                <c:pt idx="80378">
                  <c:v>1</c:v>
                </c:pt>
                <c:pt idx="80379">
                  <c:v>2</c:v>
                </c:pt>
                <c:pt idx="80380">
                  <c:v>2</c:v>
                </c:pt>
                <c:pt idx="80381">
                  <c:v>2</c:v>
                </c:pt>
                <c:pt idx="80382">
                  <c:v>1</c:v>
                </c:pt>
                <c:pt idx="80383">
                  <c:v>1</c:v>
                </c:pt>
                <c:pt idx="80384">
                  <c:v>1</c:v>
                </c:pt>
                <c:pt idx="80385">
                  <c:v>2</c:v>
                </c:pt>
                <c:pt idx="80386">
                  <c:v>2</c:v>
                </c:pt>
                <c:pt idx="80387">
                  <c:v>1</c:v>
                </c:pt>
                <c:pt idx="80388">
                  <c:v>1</c:v>
                </c:pt>
                <c:pt idx="80389">
                  <c:v>2</c:v>
                </c:pt>
                <c:pt idx="80390">
                  <c:v>2</c:v>
                </c:pt>
                <c:pt idx="80391">
                  <c:v>2</c:v>
                </c:pt>
                <c:pt idx="80392">
                  <c:v>2</c:v>
                </c:pt>
                <c:pt idx="80393">
                  <c:v>1</c:v>
                </c:pt>
                <c:pt idx="80394">
                  <c:v>2</c:v>
                </c:pt>
                <c:pt idx="80395">
                  <c:v>1</c:v>
                </c:pt>
                <c:pt idx="80396">
                  <c:v>1</c:v>
                </c:pt>
                <c:pt idx="80397">
                  <c:v>1</c:v>
                </c:pt>
                <c:pt idx="80398">
                  <c:v>2</c:v>
                </c:pt>
                <c:pt idx="80399">
                  <c:v>1</c:v>
                </c:pt>
                <c:pt idx="80400">
                  <c:v>2</c:v>
                </c:pt>
                <c:pt idx="80401">
                  <c:v>15</c:v>
                </c:pt>
                <c:pt idx="80402">
                  <c:v>10</c:v>
                </c:pt>
                <c:pt idx="80403">
                  <c:v>10</c:v>
                </c:pt>
                <c:pt idx="80404">
                  <c:v>6</c:v>
                </c:pt>
                <c:pt idx="80405">
                  <c:v>6</c:v>
                </c:pt>
                <c:pt idx="80406">
                  <c:v>5</c:v>
                </c:pt>
                <c:pt idx="80407">
                  <c:v>3</c:v>
                </c:pt>
                <c:pt idx="80408">
                  <c:v>2</c:v>
                </c:pt>
                <c:pt idx="80409">
                  <c:v>2</c:v>
                </c:pt>
                <c:pt idx="80410">
                  <c:v>1</c:v>
                </c:pt>
                <c:pt idx="80411">
                  <c:v>4</c:v>
                </c:pt>
                <c:pt idx="80412">
                  <c:v>1</c:v>
                </c:pt>
                <c:pt idx="80413">
                  <c:v>1</c:v>
                </c:pt>
                <c:pt idx="80414">
                  <c:v>1</c:v>
                </c:pt>
                <c:pt idx="80415">
                  <c:v>1</c:v>
                </c:pt>
                <c:pt idx="80416">
                  <c:v>1</c:v>
                </c:pt>
                <c:pt idx="80417">
                  <c:v>1</c:v>
                </c:pt>
                <c:pt idx="80418">
                  <c:v>3</c:v>
                </c:pt>
                <c:pt idx="80419">
                  <c:v>3</c:v>
                </c:pt>
                <c:pt idx="80420">
                  <c:v>3</c:v>
                </c:pt>
                <c:pt idx="80421">
                  <c:v>7</c:v>
                </c:pt>
                <c:pt idx="80422">
                  <c:v>5</c:v>
                </c:pt>
                <c:pt idx="80423">
                  <c:v>2</c:v>
                </c:pt>
                <c:pt idx="80424">
                  <c:v>2</c:v>
                </c:pt>
                <c:pt idx="80425">
                  <c:v>1</c:v>
                </c:pt>
                <c:pt idx="80426">
                  <c:v>1</c:v>
                </c:pt>
                <c:pt idx="80427">
                  <c:v>2</c:v>
                </c:pt>
                <c:pt idx="80428">
                  <c:v>2</c:v>
                </c:pt>
                <c:pt idx="80429">
                  <c:v>1</c:v>
                </c:pt>
                <c:pt idx="80430">
                  <c:v>2</c:v>
                </c:pt>
                <c:pt idx="80431">
                  <c:v>3</c:v>
                </c:pt>
                <c:pt idx="80432">
                  <c:v>7</c:v>
                </c:pt>
                <c:pt idx="80433">
                  <c:v>2</c:v>
                </c:pt>
                <c:pt idx="80434">
                  <c:v>7</c:v>
                </c:pt>
                <c:pt idx="80435">
                  <c:v>5</c:v>
                </c:pt>
                <c:pt idx="80436">
                  <c:v>3</c:v>
                </c:pt>
                <c:pt idx="80437">
                  <c:v>7</c:v>
                </c:pt>
                <c:pt idx="80438">
                  <c:v>3</c:v>
                </c:pt>
                <c:pt idx="80439">
                  <c:v>2</c:v>
                </c:pt>
                <c:pt idx="80440">
                  <c:v>2</c:v>
                </c:pt>
                <c:pt idx="80441">
                  <c:v>10</c:v>
                </c:pt>
                <c:pt idx="80442">
                  <c:v>6</c:v>
                </c:pt>
                <c:pt idx="80443">
                  <c:v>6</c:v>
                </c:pt>
                <c:pt idx="80444">
                  <c:v>3</c:v>
                </c:pt>
                <c:pt idx="80445">
                  <c:v>8</c:v>
                </c:pt>
                <c:pt idx="80446">
                  <c:v>2</c:v>
                </c:pt>
                <c:pt idx="80447">
                  <c:v>5</c:v>
                </c:pt>
                <c:pt idx="80448">
                  <c:v>2</c:v>
                </c:pt>
                <c:pt idx="80449">
                  <c:v>3</c:v>
                </c:pt>
                <c:pt idx="80450">
                  <c:v>2</c:v>
                </c:pt>
                <c:pt idx="80451">
                  <c:v>1</c:v>
                </c:pt>
                <c:pt idx="80452">
                  <c:v>2</c:v>
                </c:pt>
                <c:pt idx="80453">
                  <c:v>4</c:v>
                </c:pt>
                <c:pt idx="80454">
                  <c:v>2</c:v>
                </c:pt>
                <c:pt idx="80455">
                  <c:v>2</c:v>
                </c:pt>
                <c:pt idx="80456">
                  <c:v>4</c:v>
                </c:pt>
                <c:pt idx="80457">
                  <c:v>4</c:v>
                </c:pt>
                <c:pt idx="80458">
                  <c:v>3</c:v>
                </c:pt>
                <c:pt idx="80459">
                  <c:v>4</c:v>
                </c:pt>
                <c:pt idx="80460">
                  <c:v>4</c:v>
                </c:pt>
                <c:pt idx="80461">
                  <c:v>2</c:v>
                </c:pt>
                <c:pt idx="80462">
                  <c:v>2</c:v>
                </c:pt>
                <c:pt idx="80463">
                  <c:v>4</c:v>
                </c:pt>
                <c:pt idx="80464">
                  <c:v>4</c:v>
                </c:pt>
                <c:pt idx="80465">
                  <c:v>3</c:v>
                </c:pt>
                <c:pt idx="80466">
                  <c:v>4</c:v>
                </c:pt>
                <c:pt idx="80467">
                  <c:v>5</c:v>
                </c:pt>
                <c:pt idx="80468">
                  <c:v>5</c:v>
                </c:pt>
                <c:pt idx="80469">
                  <c:v>5</c:v>
                </c:pt>
                <c:pt idx="80470">
                  <c:v>5</c:v>
                </c:pt>
                <c:pt idx="80471">
                  <c:v>2</c:v>
                </c:pt>
                <c:pt idx="80472">
                  <c:v>4</c:v>
                </c:pt>
                <c:pt idx="80473">
                  <c:v>6</c:v>
                </c:pt>
                <c:pt idx="80474">
                  <c:v>4</c:v>
                </c:pt>
                <c:pt idx="80475">
                  <c:v>1</c:v>
                </c:pt>
                <c:pt idx="80476">
                  <c:v>4</c:v>
                </c:pt>
                <c:pt idx="80477">
                  <c:v>3</c:v>
                </c:pt>
                <c:pt idx="80478">
                  <c:v>1</c:v>
                </c:pt>
                <c:pt idx="80479">
                  <c:v>2</c:v>
                </c:pt>
                <c:pt idx="80480">
                  <c:v>2</c:v>
                </c:pt>
                <c:pt idx="80481">
                  <c:v>6</c:v>
                </c:pt>
                <c:pt idx="80482">
                  <c:v>3</c:v>
                </c:pt>
                <c:pt idx="80483">
                  <c:v>2</c:v>
                </c:pt>
                <c:pt idx="80484">
                  <c:v>2</c:v>
                </c:pt>
                <c:pt idx="80485">
                  <c:v>3</c:v>
                </c:pt>
                <c:pt idx="80486">
                  <c:v>2</c:v>
                </c:pt>
                <c:pt idx="80487">
                  <c:v>7</c:v>
                </c:pt>
                <c:pt idx="80488">
                  <c:v>4</c:v>
                </c:pt>
                <c:pt idx="80489">
                  <c:v>4</c:v>
                </c:pt>
                <c:pt idx="80490">
                  <c:v>4</c:v>
                </c:pt>
                <c:pt idx="80491">
                  <c:v>4</c:v>
                </c:pt>
                <c:pt idx="80492">
                  <c:v>2</c:v>
                </c:pt>
                <c:pt idx="80493">
                  <c:v>1</c:v>
                </c:pt>
                <c:pt idx="80494">
                  <c:v>2</c:v>
                </c:pt>
                <c:pt idx="80495">
                  <c:v>3</c:v>
                </c:pt>
                <c:pt idx="80496">
                  <c:v>4</c:v>
                </c:pt>
                <c:pt idx="80497">
                  <c:v>9</c:v>
                </c:pt>
                <c:pt idx="80498">
                  <c:v>4</c:v>
                </c:pt>
                <c:pt idx="80499">
                  <c:v>5</c:v>
                </c:pt>
                <c:pt idx="80500">
                  <c:v>4</c:v>
                </c:pt>
                <c:pt idx="80501">
                  <c:v>13</c:v>
                </c:pt>
                <c:pt idx="80502">
                  <c:v>9</c:v>
                </c:pt>
                <c:pt idx="80503">
                  <c:v>20</c:v>
                </c:pt>
                <c:pt idx="80504">
                  <c:v>2</c:v>
                </c:pt>
                <c:pt idx="80505">
                  <c:v>4</c:v>
                </c:pt>
                <c:pt idx="80506">
                  <c:v>5</c:v>
                </c:pt>
                <c:pt idx="80507">
                  <c:v>0</c:v>
                </c:pt>
                <c:pt idx="80508">
                  <c:v>2</c:v>
                </c:pt>
                <c:pt idx="80509">
                  <c:v>3</c:v>
                </c:pt>
                <c:pt idx="80510">
                  <c:v>3</c:v>
                </c:pt>
                <c:pt idx="80511">
                  <c:v>2</c:v>
                </c:pt>
                <c:pt idx="80512">
                  <c:v>2</c:v>
                </c:pt>
                <c:pt idx="80513">
                  <c:v>7</c:v>
                </c:pt>
                <c:pt idx="80514">
                  <c:v>3</c:v>
                </c:pt>
                <c:pt idx="80515">
                  <c:v>3</c:v>
                </c:pt>
                <c:pt idx="80516">
                  <c:v>3</c:v>
                </c:pt>
                <c:pt idx="80517">
                  <c:v>2</c:v>
                </c:pt>
                <c:pt idx="80518">
                  <c:v>2</c:v>
                </c:pt>
                <c:pt idx="80519">
                  <c:v>4</c:v>
                </c:pt>
                <c:pt idx="80520">
                  <c:v>10</c:v>
                </c:pt>
                <c:pt idx="80521">
                  <c:v>4</c:v>
                </c:pt>
                <c:pt idx="80522">
                  <c:v>7</c:v>
                </c:pt>
                <c:pt idx="80523">
                  <c:v>7</c:v>
                </c:pt>
                <c:pt idx="80524">
                  <c:v>5</c:v>
                </c:pt>
                <c:pt idx="80525">
                  <c:v>5</c:v>
                </c:pt>
                <c:pt idx="80526">
                  <c:v>5</c:v>
                </c:pt>
                <c:pt idx="80527">
                  <c:v>1</c:v>
                </c:pt>
                <c:pt idx="80528">
                  <c:v>2</c:v>
                </c:pt>
                <c:pt idx="80529">
                  <c:v>3</c:v>
                </c:pt>
                <c:pt idx="80530">
                  <c:v>3</c:v>
                </c:pt>
                <c:pt idx="80531">
                  <c:v>2</c:v>
                </c:pt>
                <c:pt idx="80532">
                  <c:v>3</c:v>
                </c:pt>
                <c:pt idx="80533">
                  <c:v>3</c:v>
                </c:pt>
                <c:pt idx="80534">
                  <c:v>1</c:v>
                </c:pt>
                <c:pt idx="80535">
                  <c:v>2</c:v>
                </c:pt>
                <c:pt idx="80536">
                  <c:v>0</c:v>
                </c:pt>
                <c:pt idx="80537">
                  <c:v>2</c:v>
                </c:pt>
                <c:pt idx="80538">
                  <c:v>0</c:v>
                </c:pt>
                <c:pt idx="80539">
                  <c:v>7</c:v>
                </c:pt>
                <c:pt idx="80540">
                  <c:v>5</c:v>
                </c:pt>
                <c:pt idx="80541">
                  <c:v>6</c:v>
                </c:pt>
                <c:pt idx="80542">
                  <c:v>2</c:v>
                </c:pt>
                <c:pt idx="80543">
                  <c:v>3</c:v>
                </c:pt>
                <c:pt idx="80544">
                  <c:v>1</c:v>
                </c:pt>
                <c:pt idx="80545">
                  <c:v>3</c:v>
                </c:pt>
                <c:pt idx="80546">
                  <c:v>4</c:v>
                </c:pt>
                <c:pt idx="80547">
                  <c:v>4</c:v>
                </c:pt>
                <c:pt idx="80548">
                  <c:v>3</c:v>
                </c:pt>
                <c:pt idx="80549">
                  <c:v>3</c:v>
                </c:pt>
                <c:pt idx="80550">
                  <c:v>2</c:v>
                </c:pt>
                <c:pt idx="80551">
                  <c:v>4</c:v>
                </c:pt>
                <c:pt idx="80552">
                  <c:v>4</c:v>
                </c:pt>
                <c:pt idx="80553">
                  <c:v>2</c:v>
                </c:pt>
                <c:pt idx="80554">
                  <c:v>4</c:v>
                </c:pt>
                <c:pt idx="80555">
                  <c:v>1</c:v>
                </c:pt>
                <c:pt idx="80556">
                  <c:v>2</c:v>
                </c:pt>
                <c:pt idx="80557">
                  <c:v>2</c:v>
                </c:pt>
                <c:pt idx="80558">
                  <c:v>3</c:v>
                </c:pt>
                <c:pt idx="80559">
                  <c:v>3</c:v>
                </c:pt>
                <c:pt idx="80560">
                  <c:v>2</c:v>
                </c:pt>
                <c:pt idx="80561">
                  <c:v>2</c:v>
                </c:pt>
                <c:pt idx="80562">
                  <c:v>1</c:v>
                </c:pt>
                <c:pt idx="80563">
                  <c:v>3</c:v>
                </c:pt>
                <c:pt idx="80564">
                  <c:v>2</c:v>
                </c:pt>
                <c:pt idx="80565">
                  <c:v>1</c:v>
                </c:pt>
                <c:pt idx="80566">
                  <c:v>1</c:v>
                </c:pt>
                <c:pt idx="80567">
                  <c:v>1</c:v>
                </c:pt>
                <c:pt idx="80568">
                  <c:v>1</c:v>
                </c:pt>
                <c:pt idx="80569">
                  <c:v>2</c:v>
                </c:pt>
                <c:pt idx="80570">
                  <c:v>1</c:v>
                </c:pt>
                <c:pt idx="80571">
                  <c:v>1</c:v>
                </c:pt>
                <c:pt idx="80572">
                  <c:v>1</c:v>
                </c:pt>
                <c:pt idx="80573">
                  <c:v>1</c:v>
                </c:pt>
                <c:pt idx="80574">
                  <c:v>2</c:v>
                </c:pt>
                <c:pt idx="80575">
                  <c:v>3</c:v>
                </c:pt>
                <c:pt idx="80576">
                  <c:v>4</c:v>
                </c:pt>
                <c:pt idx="80577">
                  <c:v>3</c:v>
                </c:pt>
                <c:pt idx="80578">
                  <c:v>1</c:v>
                </c:pt>
                <c:pt idx="80579">
                  <c:v>2</c:v>
                </c:pt>
                <c:pt idx="80580">
                  <c:v>2</c:v>
                </c:pt>
                <c:pt idx="80581">
                  <c:v>2</c:v>
                </c:pt>
                <c:pt idx="80582">
                  <c:v>2</c:v>
                </c:pt>
                <c:pt idx="80583">
                  <c:v>2</c:v>
                </c:pt>
                <c:pt idx="80584">
                  <c:v>2</c:v>
                </c:pt>
                <c:pt idx="80585">
                  <c:v>2</c:v>
                </c:pt>
                <c:pt idx="80586">
                  <c:v>2</c:v>
                </c:pt>
                <c:pt idx="80587">
                  <c:v>2</c:v>
                </c:pt>
                <c:pt idx="80588">
                  <c:v>2</c:v>
                </c:pt>
                <c:pt idx="80589">
                  <c:v>2</c:v>
                </c:pt>
                <c:pt idx="80590">
                  <c:v>2</c:v>
                </c:pt>
                <c:pt idx="80591">
                  <c:v>2</c:v>
                </c:pt>
                <c:pt idx="80592">
                  <c:v>2</c:v>
                </c:pt>
                <c:pt idx="80593">
                  <c:v>2</c:v>
                </c:pt>
                <c:pt idx="80594">
                  <c:v>2</c:v>
                </c:pt>
                <c:pt idx="80595">
                  <c:v>2</c:v>
                </c:pt>
                <c:pt idx="80596">
                  <c:v>1</c:v>
                </c:pt>
                <c:pt idx="80597">
                  <c:v>3</c:v>
                </c:pt>
                <c:pt idx="80598">
                  <c:v>1</c:v>
                </c:pt>
                <c:pt idx="80599">
                  <c:v>3</c:v>
                </c:pt>
                <c:pt idx="80600">
                  <c:v>1</c:v>
                </c:pt>
                <c:pt idx="80601">
                  <c:v>8</c:v>
                </c:pt>
                <c:pt idx="80602">
                  <c:v>4</c:v>
                </c:pt>
                <c:pt idx="80603">
                  <c:v>4</c:v>
                </c:pt>
                <c:pt idx="80604">
                  <c:v>3</c:v>
                </c:pt>
                <c:pt idx="80605">
                  <c:v>4</c:v>
                </c:pt>
                <c:pt idx="80606">
                  <c:v>1</c:v>
                </c:pt>
                <c:pt idx="80607">
                  <c:v>1</c:v>
                </c:pt>
                <c:pt idx="80608">
                  <c:v>1</c:v>
                </c:pt>
                <c:pt idx="80609">
                  <c:v>1</c:v>
                </c:pt>
                <c:pt idx="80610">
                  <c:v>3</c:v>
                </c:pt>
                <c:pt idx="80611">
                  <c:v>1</c:v>
                </c:pt>
                <c:pt idx="80612">
                  <c:v>1</c:v>
                </c:pt>
                <c:pt idx="80613">
                  <c:v>2</c:v>
                </c:pt>
                <c:pt idx="80614">
                  <c:v>1</c:v>
                </c:pt>
                <c:pt idx="80615">
                  <c:v>1</c:v>
                </c:pt>
                <c:pt idx="80616">
                  <c:v>8</c:v>
                </c:pt>
                <c:pt idx="80617">
                  <c:v>6</c:v>
                </c:pt>
                <c:pt idx="80618">
                  <c:v>7</c:v>
                </c:pt>
                <c:pt idx="80619">
                  <c:v>6</c:v>
                </c:pt>
                <c:pt idx="80620">
                  <c:v>6</c:v>
                </c:pt>
                <c:pt idx="80621">
                  <c:v>6</c:v>
                </c:pt>
                <c:pt idx="80622">
                  <c:v>6</c:v>
                </c:pt>
                <c:pt idx="80623">
                  <c:v>6</c:v>
                </c:pt>
                <c:pt idx="80624">
                  <c:v>7</c:v>
                </c:pt>
                <c:pt idx="80625">
                  <c:v>8</c:v>
                </c:pt>
                <c:pt idx="80626">
                  <c:v>6</c:v>
                </c:pt>
                <c:pt idx="80627">
                  <c:v>6</c:v>
                </c:pt>
                <c:pt idx="80628">
                  <c:v>8</c:v>
                </c:pt>
                <c:pt idx="80629">
                  <c:v>1</c:v>
                </c:pt>
                <c:pt idx="80630">
                  <c:v>2</c:v>
                </c:pt>
                <c:pt idx="80631">
                  <c:v>1</c:v>
                </c:pt>
                <c:pt idx="80632">
                  <c:v>1</c:v>
                </c:pt>
                <c:pt idx="80633">
                  <c:v>1</c:v>
                </c:pt>
                <c:pt idx="80634">
                  <c:v>3</c:v>
                </c:pt>
                <c:pt idx="80635">
                  <c:v>2</c:v>
                </c:pt>
                <c:pt idx="80636">
                  <c:v>5</c:v>
                </c:pt>
                <c:pt idx="80637">
                  <c:v>5</c:v>
                </c:pt>
                <c:pt idx="80638">
                  <c:v>2</c:v>
                </c:pt>
                <c:pt idx="80639">
                  <c:v>2</c:v>
                </c:pt>
                <c:pt idx="80640">
                  <c:v>3</c:v>
                </c:pt>
                <c:pt idx="80641">
                  <c:v>6</c:v>
                </c:pt>
                <c:pt idx="80642">
                  <c:v>6</c:v>
                </c:pt>
                <c:pt idx="80643">
                  <c:v>-3</c:v>
                </c:pt>
                <c:pt idx="80644">
                  <c:v>5</c:v>
                </c:pt>
                <c:pt idx="80645">
                  <c:v>3</c:v>
                </c:pt>
                <c:pt idx="80646">
                  <c:v>6</c:v>
                </c:pt>
                <c:pt idx="80647">
                  <c:v>3</c:v>
                </c:pt>
                <c:pt idx="80648">
                  <c:v>7</c:v>
                </c:pt>
                <c:pt idx="80649">
                  <c:v>5</c:v>
                </c:pt>
                <c:pt idx="80650">
                  <c:v>2</c:v>
                </c:pt>
                <c:pt idx="80651">
                  <c:v>2</c:v>
                </c:pt>
                <c:pt idx="80652">
                  <c:v>4</c:v>
                </c:pt>
                <c:pt idx="80653">
                  <c:v>2</c:v>
                </c:pt>
                <c:pt idx="80654">
                  <c:v>3</c:v>
                </c:pt>
                <c:pt idx="80655">
                  <c:v>-2</c:v>
                </c:pt>
                <c:pt idx="80656">
                  <c:v>3</c:v>
                </c:pt>
                <c:pt idx="80657">
                  <c:v>2</c:v>
                </c:pt>
                <c:pt idx="80658">
                  <c:v>2</c:v>
                </c:pt>
                <c:pt idx="80659">
                  <c:v>2</c:v>
                </c:pt>
                <c:pt idx="80660">
                  <c:v>2</c:v>
                </c:pt>
                <c:pt idx="80661">
                  <c:v>4</c:v>
                </c:pt>
                <c:pt idx="80662">
                  <c:v>6</c:v>
                </c:pt>
                <c:pt idx="80663">
                  <c:v>4</c:v>
                </c:pt>
                <c:pt idx="80664">
                  <c:v>4</c:v>
                </c:pt>
                <c:pt idx="80665">
                  <c:v>4</c:v>
                </c:pt>
                <c:pt idx="80666">
                  <c:v>4</c:v>
                </c:pt>
                <c:pt idx="80667">
                  <c:v>6</c:v>
                </c:pt>
                <c:pt idx="80668">
                  <c:v>2</c:v>
                </c:pt>
                <c:pt idx="80669">
                  <c:v>2</c:v>
                </c:pt>
                <c:pt idx="80670">
                  <c:v>2</c:v>
                </c:pt>
                <c:pt idx="80671">
                  <c:v>2</c:v>
                </c:pt>
                <c:pt idx="80672">
                  <c:v>2</c:v>
                </c:pt>
                <c:pt idx="80673">
                  <c:v>2</c:v>
                </c:pt>
                <c:pt idx="80674">
                  <c:v>1</c:v>
                </c:pt>
                <c:pt idx="80675">
                  <c:v>2</c:v>
                </c:pt>
                <c:pt idx="80676">
                  <c:v>4</c:v>
                </c:pt>
                <c:pt idx="80677">
                  <c:v>4</c:v>
                </c:pt>
                <c:pt idx="80678">
                  <c:v>1</c:v>
                </c:pt>
                <c:pt idx="80679">
                  <c:v>2</c:v>
                </c:pt>
                <c:pt idx="80680">
                  <c:v>1</c:v>
                </c:pt>
                <c:pt idx="80681">
                  <c:v>1</c:v>
                </c:pt>
                <c:pt idx="80682">
                  <c:v>10</c:v>
                </c:pt>
                <c:pt idx="80683">
                  <c:v>10</c:v>
                </c:pt>
                <c:pt idx="80684">
                  <c:v>2</c:v>
                </c:pt>
                <c:pt idx="80685">
                  <c:v>4</c:v>
                </c:pt>
                <c:pt idx="80686">
                  <c:v>4</c:v>
                </c:pt>
                <c:pt idx="80687">
                  <c:v>4</c:v>
                </c:pt>
                <c:pt idx="80688">
                  <c:v>4</c:v>
                </c:pt>
                <c:pt idx="80689">
                  <c:v>6</c:v>
                </c:pt>
                <c:pt idx="80690">
                  <c:v>4</c:v>
                </c:pt>
                <c:pt idx="80691">
                  <c:v>2</c:v>
                </c:pt>
                <c:pt idx="80692">
                  <c:v>2</c:v>
                </c:pt>
                <c:pt idx="80693">
                  <c:v>-2</c:v>
                </c:pt>
                <c:pt idx="80694">
                  <c:v>2</c:v>
                </c:pt>
                <c:pt idx="80695">
                  <c:v>2</c:v>
                </c:pt>
                <c:pt idx="80696">
                  <c:v>2</c:v>
                </c:pt>
                <c:pt idx="80697">
                  <c:v>2</c:v>
                </c:pt>
                <c:pt idx="80698">
                  <c:v>3</c:v>
                </c:pt>
                <c:pt idx="80699">
                  <c:v>2</c:v>
                </c:pt>
                <c:pt idx="80700">
                  <c:v>2</c:v>
                </c:pt>
                <c:pt idx="80701">
                  <c:v>2</c:v>
                </c:pt>
                <c:pt idx="80702">
                  <c:v>2</c:v>
                </c:pt>
                <c:pt idx="80703">
                  <c:v>3</c:v>
                </c:pt>
                <c:pt idx="80704">
                  <c:v>1</c:v>
                </c:pt>
                <c:pt idx="80705">
                  <c:v>3</c:v>
                </c:pt>
                <c:pt idx="80706">
                  <c:v>3</c:v>
                </c:pt>
                <c:pt idx="80707">
                  <c:v>3</c:v>
                </c:pt>
                <c:pt idx="80708">
                  <c:v>1</c:v>
                </c:pt>
                <c:pt idx="80709">
                  <c:v>4</c:v>
                </c:pt>
                <c:pt idx="80710">
                  <c:v>8</c:v>
                </c:pt>
                <c:pt idx="80711">
                  <c:v>2</c:v>
                </c:pt>
                <c:pt idx="80712">
                  <c:v>1</c:v>
                </c:pt>
                <c:pt idx="80713">
                  <c:v>2</c:v>
                </c:pt>
                <c:pt idx="80714">
                  <c:v>2</c:v>
                </c:pt>
                <c:pt idx="80715">
                  <c:v>2</c:v>
                </c:pt>
                <c:pt idx="80716">
                  <c:v>2</c:v>
                </c:pt>
                <c:pt idx="80717">
                  <c:v>2</c:v>
                </c:pt>
                <c:pt idx="80718">
                  <c:v>6</c:v>
                </c:pt>
                <c:pt idx="80719">
                  <c:v>2</c:v>
                </c:pt>
                <c:pt idx="80720">
                  <c:v>1</c:v>
                </c:pt>
                <c:pt idx="80721">
                  <c:v>2</c:v>
                </c:pt>
                <c:pt idx="80722">
                  <c:v>2</c:v>
                </c:pt>
                <c:pt idx="80723">
                  <c:v>2</c:v>
                </c:pt>
                <c:pt idx="80724">
                  <c:v>1</c:v>
                </c:pt>
                <c:pt idx="80725">
                  <c:v>2</c:v>
                </c:pt>
                <c:pt idx="80726">
                  <c:v>1</c:v>
                </c:pt>
                <c:pt idx="80727">
                  <c:v>1</c:v>
                </c:pt>
                <c:pt idx="80728">
                  <c:v>1</c:v>
                </c:pt>
                <c:pt idx="80729">
                  <c:v>1</c:v>
                </c:pt>
                <c:pt idx="80730">
                  <c:v>3</c:v>
                </c:pt>
                <c:pt idx="80731">
                  <c:v>2</c:v>
                </c:pt>
                <c:pt idx="80732">
                  <c:v>2</c:v>
                </c:pt>
                <c:pt idx="80733">
                  <c:v>2</c:v>
                </c:pt>
                <c:pt idx="80734">
                  <c:v>2</c:v>
                </c:pt>
                <c:pt idx="80735">
                  <c:v>1</c:v>
                </c:pt>
                <c:pt idx="80736">
                  <c:v>1</c:v>
                </c:pt>
                <c:pt idx="80737">
                  <c:v>1</c:v>
                </c:pt>
                <c:pt idx="80738">
                  <c:v>1</c:v>
                </c:pt>
                <c:pt idx="80739">
                  <c:v>5</c:v>
                </c:pt>
                <c:pt idx="80740">
                  <c:v>4</c:v>
                </c:pt>
                <c:pt idx="80741">
                  <c:v>3</c:v>
                </c:pt>
                <c:pt idx="80742">
                  <c:v>3</c:v>
                </c:pt>
                <c:pt idx="80743">
                  <c:v>3</c:v>
                </c:pt>
                <c:pt idx="80744">
                  <c:v>2</c:v>
                </c:pt>
                <c:pt idx="80745">
                  <c:v>2</c:v>
                </c:pt>
                <c:pt idx="80746">
                  <c:v>2</c:v>
                </c:pt>
                <c:pt idx="80747">
                  <c:v>2</c:v>
                </c:pt>
                <c:pt idx="80748">
                  <c:v>3</c:v>
                </c:pt>
                <c:pt idx="80749">
                  <c:v>1</c:v>
                </c:pt>
                <c:pt idx="80750">
                  <c:v>1</c:v>
                </c:pt>
                <c:pt idx="80751">
                  <c:v>1</c:v>
                </c:pt>
                <c:pt idx="80752">
                  <c:v>3</c:v>
                </c:pt>
                <c:pt idx="80753">
                  <c:v>5</c:v>
                </c:pt>
                <c:pt idx="80754">
                  <c:v>3</c:v>
                </c:pt>
                <c:pt idx="80755">
                  <c:v>2</c:v>
                </c:pt>
                <c:pt idx="80756">
                  <c:v>2</c:v>
                </c:pt>
                <c:pt idx="80757">
                  <c:v>2</c:v>
                </c:pt>
                <c:pt idx="80758">
                  <c:v>3</c:v>
                </c:pt>
                <c:pt idx="80759">
                  <c:v>1</c:v>
                </c:pt>
                <c:pt idx="80760">
                  <c:v>3</c:v>
                </c:pt>
                <c:pt idx="80761">
                  <c:v>2</c:v>
                </c:pt>
                <c:pt idx="80762">
                  <c:v>2</c:v>
                </c:pt>
                <c:pt idx="80763">
                  <c:v>2</c:v>
                </c:pt>
                <c:pt idx="80764">
                  <c:v>0</c:v>
                </c:pt>
                <c:pt idx="80765">
                  <c:v>2</c:v>
                </c:pt>
                <c:pt idx="80766">
                  <c:v>2</c:v>
                </c:pt>
                <c:pt idx="80767">
                  <c:v>1</c:v>
                </c:pt>
                <c:pt idx="80768">
                  <c:v>2</c:v>
                </c:pt>
                <c:pt idx="80769">
                  <c:v>4</c:v>
                </c:pt>
                <c:pt idx="80770">
                  <c:v>2</c:v>
                </c:pt>
                <c:pt idx="80771">
                  <c:v>2</c:v>
                </c:pt>
                <c:pt idx="80772">
                  <c:v>6</c:v>
                </c:pt>
                <c:pt idx="80773">
                  <c:v>4</c:v>
                </c:pt>
                <c:pt idx="80774">
                  <c:v>1</c:v>
                </c:pt>
                <c:pt idx="80775">
                  <c:v>4</c:v>
                </c:pt>
                <c:pt idx="80776">
                  <c:v>1</c:v>
                </c:pt>
                <c:pt idx="80777">
                  <c:v>4</c:v>
                </c:pt>
                <c:pt idx="80778">
                  <c:v>3</c:v>
                </c:pt>
                <c:pt idx="80779">
                  <c:v>1</c:v>
                </c:pt>
                <c:pt idx="80780">
                  <c:v>4</c:v>
                </c:pt>
                <c:pt idx="80781">
                  <c:v>2</c:v>
                </c:pt>
                <c:pt idx="80782">
                  <c:v>1</c:v>
                </c:pt>
                <c:pt idx="80783">
                  <c:v>2</c:v>
                </c:pt>
                <c:pt idx="80784">
                  <c:v>3</c:v>
                </c:pt>
                <c:pt idx="80785">
                  <c:v>3</c:v>
                </c:pt>
                <c:pt idx="80786">
                  <c:v>2</c:v>
                </c:pt>
                <c:pt idx="80787">
                  <c:v>2</c:v>
                </c:pt>
                <c:pt idx="80788">
                  <c:v>2</c:v>
                </c:pt>
                <c:pt idx="80789">
                  <c:v>4</c:v>
                </c:pt>
                <c:pt idx="80790">
                  <c:v>1</c:v>
                </c:pt>
                <c:pt idx="80791">
                  <c:v>2</c:v>
                </c:pt>
                <c:pt idx="80792">
                  <c:v>1</c:v>
                </c:pt>
                <c:pt idx="80793">
                  <c:v>2</c:v>
                </c:pt>
                <c:pt idx="80794">
                  <c:v>2</c:v>
                </c:pt>
                <c:pt idx="80795">
                  <c:v>2</c:v>
                </c:pt>
                <c:pt idx="80796">
                  <c:v>2</c:v>
                </c:pt>
                <c:pt idx="80797">
                  <c:v>2</c:v>
                </c:pt>
                <c:pt idx="80798">
                  <c:v>1</c:v>
                </c:pt>
                <c:pt idx="80799">
                  <c:v>1</c:v>
                </c:pt>
                <c:pt idx="80800">
                  <c:v>1</c:v>
                </c:pt>
                <c:pt idx="80801">
                  <c:v>1</c:v>
                </c:pt>
                <c:pt idx="80802">
                  <c:v>1</c:v>
                </c:pt>
                <c:pt idx="80803">
                  <c:v>1</c:v>
                </c:pt>
                <c:pt idx="80804">
                  <c:v>1</c:v>
                </c:pt>
                <c:pt idx="80805">
                  <c:v>2</c:v>
                </c:pt>
                <c:pt idx="80806">
                  <c:v>4</c:v>
                </c:pt>
                <c:pt idx="80807">
                  <c:v>2</c:v>
                </c:pt>
                <c:pt idx="80808">
                  <c:v>6</c:v>
                </c:pt>
                <c:pt idx="80809">
                  <c:v>1</c:v>
                </c:pt>
                <c:pt idx="80810">
                  <c:v>2</c:v>
                </c:pt>
                <c:pt idx="80811">
                  <c:v>1</c:v>
                </c:pt>
                <c:pt idx="80812">
                  <c:v>1</c:v>
                </c:pt>
                <c:pt idx="80813">
                  <c:v>2</c:v>
                </c:pt>
                <c:pt idx="80814">
                  <c:v>1</c:v>
                </c:pt>
                <c:pt idx="80815">
                  <c:v>2</c:v>
                </c:pt>
                <c:pt idx="80816">
                  <c:v>2</c:v>
                </c:pt>
                <c:pt idx="80817">
                  <c:v>2</c:v>
                </c:pt>
                <c:pt idx="80818">
                  <c:v>3</c:v>
                </c:pt>
                <c:pt idx="80819">
                  <c:v>2</c:v>
                </c:pt>
                <c:pt idx="80820">
                  <c:v>4</c:v>
                </c:pt>
                <c:pt idx="80821">
                  <c:v>6</c:v>
                </c:pt>
                <c:pt idx="80822">
                  <c:v>4</c:v>
                </c:pt>
                <c:pt idx="80823">
                  <c:v>4</c:v>
                </c:pt>
                <c:pt idx="80824">
                  <c:v>6</c:v>
                </c:pt>
                <c:pt idx="80825">
                  <c:v>3</c:v>
                </c:pt>
                <c:pt idx="80826">
                  <c:v>4</c:v>
                </c:pt>
                <c:pt idx="80827">
                  <c:v>1</c:v>
                </c:pt>
                <c:pt idx="80828">
                  <c:v>0</c:v>
                </c:pt>
                <c:pt idx="80829">
                  <c:v>3</c:v>
                </c:pt>
                <c:pt idx="80830">
                  <c:v>3</c:v>
                </c:pt>
                <c:pt idx="80831">
                  <c:v>2</c:v>
                </c:pt>
                <c:pt idx="80832">
                  <c:v>2</c:v>
                </c:pt>
                <c:pt idx="80833">
                  <c:v>3</c:v>
                </c:pt>
                <c:pt idx="80834">
                  <c:v>2</c:v>
                </c:pt>
                <c:pt idx="80835">
                  <c:v>2</c:v>
                </c:pt>
                <c:pt idx="80836">
                  <c:v>2</c:v>
                </c:pt>
                <c:pt idx="80837">
                  <c:v>2</c:v>
                </c:pt>
                <c:pt idx="80838">
                  <c:v>3</c:v>
                </c:pt>
                <c:pt idx="80839">
                  <c:v>-3</c:v>
                </c:pt>
                <c:pt idx="80840">
                  <c:v>3</c:v>
                </c:pt>
                <c:pt idx="80841">
                  <c:v>2</c:v>
                </c:pt>
                <c:pt idx="80842">
                  <c:v>2</c:v>
                </c:pt>
                <c:pt idx="80843">
                  <c:v>3</c:v>
                </c:pt>
                <c:pt idx="80844">
                  <c:v>2</c:v>
                </c:pt>
                <c:pt idx="80845">
                  <c:v>1</c:v>
                </c:pt>
                <c:pt idx="80846">
                  <c:v>1</c:v>
                </c:pt>
                <c:pt idx="80847">
                  <c:v>2</c:v>
                </c:pt>
                <c:pt idx="80848">
                  <c:v>1</c:v>
                </c:pt>
                <c:pt idx="80849">
                  <c:v>2</c:v>
                </c:pt>
                <c:pt idx="80850">
                  <c:v>1</c:v>
                </c:pt>
                <c:pt idx="80851">
                  <c:v>2</c:v>
                </c:pt>
                <c:pt idx="80852">
                  <c:v>1</c:v>
                </c:pt>
                <c:pt idx="80853">
                  <c:v>2</c:v>
                </c:pt>
                <c:pt idx="80854">
                  <c:v>3</c:v>
                </c:pt>
                <c:pt idx="80855">
                  <c:v>3</c:v>
                </c:pt>
                <c:pt idx="80856">
                  <c:v>1</c:v>
                </c:pt>
                <c:pt idx="80857">
                  <c:v>1</c:v>
                </c:pt>
                <c:pt idx="80858">
                  <c:v>1</c:v>
                </c:pt>
                <c:pt idx="80859">
                  <c:v>1</c:v>
                </c:pt>
                <c:pt idx="80860">
                  <c:v>1</c:v>
                </c:pt>
                <c:pt idx="80861">
                  <c:v>2</c:v>
                </c:pt>
                <c:pt idx="80862">
                  <c:v>2</c:v>
                </c:pt>
                <c:pt idx="80863">
                  <c:v>2</c:v>
                </c:pt>
                <c:pt idx="80864">
                  <c:v>2</c:v>
                </c:pt>
                <c:pt idx="80865">
                  <c:v>2</c:v>
                </c:pt>
                <c:pt idx="80866">
                  <c:v>2</c:v>
                </c:pt>
                <c:pt idx="80867">
                  <c:v>2</c:v>
                </c:pt>
                <c:pt idx="80868">
                  <c:v>3</c:v>
                </c:pt>
                <c:pt idx="80869">
                  <c:v>3</c:v>
                </c:pt>
                <c:pt idx="80870">
                  <c:v>3</c:v>
                </c:pt>
                <c:pt idx="80871">
                  <c:v>3</c:v>
                </c:pt>
                <c:pt idx="80872">
                  <c:v>6</c:v>
                </c:pt>
                <c:pt idx="80873">
                  <c:v>4</c:v>
                </c:pt>
                <c:pt idx="80874">
                  <c:v>3</c:v>
                </c:pt>
                <c:pt idx="80875">
                  <c:v>5</c:v>
                </c:pt>
                <c:pt idx="80876">
                  <c:v>1</c:v>
                </c:pt>
                <c:pt idx="80877">
                  <c:v>2</c:v>
                </c:pt>
                <c:pt idx="80878">
                  <c:v>2</c:v>
                </c:pt>
                <c:pt idx="80879">
                  <c:v>4</c:v>
                </c:pt>
                <c:pt idx="80880">
                  <c:v>2</c:v>
                </c:pt>
                <c:pt idx="80881">
                  <c:v>4</c:v>
                </c:pt>
                <c:pt idx="80882">
                  <c:v>4</c:v>
                </c:pt>
                <c:pt idx="80883">
                  <c:v>3</c:v>
                </c:pt>
                <c:pt idx="80884">
                  <c:v>3</c:v>
                </c:pt>
                <c:pt idx="80885">
                  <c:v>5</c:v>
                </c:pt>
                <c:pt idx="80886">
                  <c:v>3</c:v>
                </c:pt>
                <c:pt idx="80887">
                  <c:v>4</c:v>
                </c:pt>
                <c:pt idx="80888">
                  <c:v>2</c:v>
                </c:pt>
                <c:pt idx="80889">
                  <c:v>2</c:v>
                </c:pt>
                <c:pt idx="80890">
                  <c:v>4</c:v>
                </c:pt>
                <c:pt idx="80891">
                  <c:v>2</c:v>
                </c:pt>
                <c:pt idx="80892">
                  <c:v>2</c:v>
                </c:pt>
                <c:pt idx="80893">
                  <c:v>3</c:v>
                </c:pt>
                <c:pt idx="80894">
                  <c:v>1</c:v>
                </c:pt>
                <c:pt idx="80895">
                  <c:v>1</c:v>
                </c:pt>
                <c:pt idx="80896">
                  <c:v>1</c:v>
                </c:pt>
                <c:pt idx="80897">
                  <c:v>2</c:v>
                </c:pt>
                <c:pt idx="80898">
                  <c:v>1</c:v>
                </c:pt>
                <c:pt idx="80899">
                  <c:v>2</c:v>
                </c:pt>
                <c:pt idx="80900">
                  <c:v>1</c:v>
                </c:pt>
                <c:pt idx="80901">
                  <c:v>1</c:v>
                </c:pt>
                <c:pt idx="80902">
                  <c:v>2</c:v>
                </c:pt>
                <c:pt idx="80903">
                  <c:v>1</c:v>
                </c:pt>
                <c:pt idx="80904">
                  <c:v>2</c:v>
                </c:pt>
                <c:pt idx="80905">
                  <c:v>1</c:v>
                </c:pt>
                <c:pt idx="80906">
                  <c:v>2</c:v>
                </c:pt>
                <c:pt idx="80907">
                  <c:v>1</c:v>
                </c:pt>
                <c:pt idx="80908">
                  <c:v>2</c:v>
                </c:pt>
                <c:pt idx="80909">
                  <c:v>2</c:v>
                </c:pt>
                <c:pt idx="80910">
                  <c:v>2</c:v>
                </c:pt>
                <c:pt idx="80911">
                  <c:v>2</c:v>
                </c:pt>
                <c:pt idx="80912">
                  <c:v>2</c:v>
                </c:pt>
                <c:pt idx="80913">
                  <c:v>2</c:v>
                </c:pt>
                <c:pt idx="80914">
                  <c:v>2</c:v>
                </c:pt>
                <c:pt idx="80915">
                  <c:v>2</c:v>
                </c:pt>
                <c:pt idx="80916">
                  <c:v>2</c:v>
                </c:pt>
                <c:pt idx="80917">
                  <c:v>2</c:v>
                </c:pt>
                <c:pt idx="80918">
                  <c:v>2</c:v>
                </c:pt>
                <c:pt idx="80919">
                  <c:v>2</c:v>
                </c:pt>
                <c:pt idx="80920">
                  <c:v>2</c:v>
                </c:pt>
                <c:pt idx="80921">
                  <c:v>2</c:v>
                </c:pt>
                <c:pt idx="80922">
                  <c:v>2</c:v>
                </c:pt>
                <c:pt idx="80923">
                  <c:v>2</c:v>
                </c:pt>
                <c:pt idx="80924">
                  <c:v>2</c:v>
                </c:pt>
                <c:pt idx="80925">
                  <c:v>5</c:v>
                </c:pt>
                <c:pt idx="80926">
                  <c:v>7</c:v>
                </c:pt>
                <c:pt idx="80927">
                  <c:v>4</c:v>
                </c:pt>
                <c:pt idx="80928">
                  <c:v>3</c:v>
                </c:pt>
                <c:pt idx="80929">
                  <c:v>1</c:v>
                </c:pt>
                <c:pt idx="80930">
                  <c:v>4</c:v>
                </c:pt>
                <c:pt idx="80931">
                  <c:v>4</c:v>
                </c:pt>
                <c:pt idx="80932">
                  <c:v>2</c:v>
                </c:pt>
                <c:pt idx="80933">
                  <c:v>4</c:v>
                </c:pt>
                <c:pt idx="80934">
                  <c:v>2</c:v>
                </c:pt>
                <c:pt idx="80935">
                  <c:v>2</c:v>
                </c:pt>
                <c:pt idx="80936">
                  <c:v>2</c:v>
                </c:pt>
                <c:pt idx="80937">
                  <c:v>2</c:v>
                </c:pt>
                <c:pt idx="80938">
                  <c:v>1</c:v>
                </c:pt>
                <c:pt idx="80939">
                  <c:v>2</c:v>
                </c:pt>
                <c:pt idx="80940">
                  <c:v>2</c:v>
                </c:pt>
                <c:pt idx="80941">
                  <c:v>1</c:v>
                </c:pt>
                <c:pt idx="80942">
                  <c:v>3</c:v>
                </c:pt>
                <c:pt idx="80943">
                  <c:v>1</c:v>
                </c:pt>
                <c:pt idx="80944">
                  <c:v>6</c:v>
                </c:pt>
                <c:pt idx="80945">
                  <c:v>1</c:v>
                </c:pt>
                <c:pt idx="80946">
                  <c:v>1</c:v>
                </c:pt>
                <c:pt idx="80947">
                  <c:v>1</c:v>
                </c:pt>
                <c:pt idx="80948">
                  <c:v>7</c:v>
                </c:pt>
                <c:pt idx="80949">
                  <c:v>1</c:v>
                </c:pt>
                <c:pt idx="80950">
                  <c:v>1</c:v>
                </c:pt>
                <c:pt idx="80951">
                  <c:v>2</c:v>
                </c:pt>
                <c:pt idx="80952">
                  <c:v>2</c:v>
                </c:pt>
                <c:pt idx="80953">
                  <c:v>2</c:v>
                </c:pt>
                <c:pt idx="80954">
                  <c:v>2</c:v>
                </c:pt>
                <c:pt idx="80955">
                  <c:v>3</c:v>
                </c:pt>
                <c:pt idx="80956">
                  <c:v>4</c:v>
                </c:pt>
                <c:pt idx="80957">
                  <c:v>0</c:v>
                </c:pt>
                <c:pt idx="80958">
                  <c:v>2</c:v>
                </c:pt>
                <c:pt idx="80959">
                  <c:v>2</c:v>
                </c:pt>
                <c:pt idx="80960">
                  <c:v>3</c:v>
                </c:pt>
                <c:pt idx="80961">
                  <c:v>2</c:v>
                </c:pt>
                <c:pt idx="80962">
                  <c:v>2</c:v>
                </c:pt>
                <c:pt idx="80963">
                  <c:v>2</c:v>
                </c:pt>
                <c:pt idx="80964">
                  <c:v>2</c:v>
                </c:pt>
                <c:pt idx="80965">
                  <c:v>2</c:v>
                </c:pt>
                <c:pt idx="80966">
                  <c:v>2</c:v>
                </c:pt>
                <c:pt idx="80967">
                  <c:v>3</c:v>
                </c:pt>
                <c:pt idx="80968">
                  <c:v>2</c:v>
                </c:pt>
                <c:pt idx="80969">
                  <c:v>2</c:v>
                </c:pt>
                <c:pt idx="80970">
                  <c:v>6</c:v>
                </c:pt>
                <c:pt idx="80971">
                  <c:v>4</c:v>
                </c:pt>
                <c:pt idx="80972">
                  <c:v>2</c:v>
                </c:pt>
                <c:pt idx="80973">
                  <c:v>3</c:v>
                </c:pt>
                <c:pt idx="80974">
                  <c:v>2</c:v>
                </c:pt>
                <c:pt idx="80975">
                  <c:v>2</c:v>
                </c:pt>
                <c:pt idx="80976">
                  <c:v>2</c:v>
                </c:pt>
                <c:pt idx="80977">
                  <c:v>2</c:v>
                </c:pt>
                <c:pt idx="80978">
                  <c:v>2</c:v>
                </c:pt>
                <c:pt idx="80979">
                  <c:v>2</c:v>
                </c:pt>
                <c:pt idx="80980">
                  <c:v>5</c:v>
                </c:pt>
                <c:pt idx="80981">
                  <c:v>1</c:v>
                </c:pt>
                <c:pt idx="80982">
                  <c:v>1</c:v>
                </c:pt>
                <c:pt idx="80983">
                  <c:v>3</c:v>
                </c:pt>
                <c:pt idx="80984">
                  <c:v>1</c:v>
                </c:pt>
                <c:pt idx="80985">
                  <c:v>1</c:v>
                </c:pt>
                <c:pt idx="80986">
                  <c:v>5</c:v>
                </c:pt>
                <c:pt idx="80987">
                  <c:v>2</c:v>
                </c:pt>
                <c:pt idx="80988">
                  <c:v>1</c:v>
                </c:pt>
                <c:pt idx="80989">
                  <c:v>2</c:v>
                </c:pt>
                <c:pt idx="80990">
                  <c:v>2</c:v>
                </c:pt>
                <c:pt idx="80991">
                  <c:v>2</c:v>
                </c:pt>
                <c:pt idx="80992">
                  <c:v>1</c:v>
                </c:pt>
                <c:pt idx="80993">
                  <c:v>1</c:v>
                </c:pt>
                <c:pt idx="80994">
                  <c:v>1</c:v>
                </c:pt>
                <c:pt idx="80995">
                  <c:v>1</c:v>
                </c:pt>
                <c:pt idx="80996">
                  <c:v>5</c:v>
                </c:pt>
                <c:pt idx="80997">
                  <c:v>2</c:v>
                </c:pt>
                <c:pt idx="80998">
                  <c:v>3</c:v>
                </c:pt>
                <c:pt idx="80999">
                  <c:v>1</c:v>
                </c:pt>
                <c:pt idx="81000">
                  <c:v>3</c:v>
                </c:pt>
                <c:pt idx="81001">
                  <c:v>2</c:v>
                </c:pt>
                <c:pt idx="81002">
                  <c:v>2</c:v>
                </c:pt>
                <c:pt idx="81003">
                  <c:v>2</c:v>
                </c:pt>
                <c:pt idx="81004">
                  <c:v>3</c:v>
                </c:pt>
                <c:pt idx="81005">
                  <c:v>4</c:v>
                </c:pt>
                <c:pt idx="81006">
                  <c:v>6</c:v>
                </c:pt>
                <c:pt idx="81007">
                  <c:v>4</c:v>
                </c:pt>
                <c:pt idx="81008">
                  <c:v>1</c:v>
                </c:pt>
                <c:pt idx="81009">
                  <c:v>2</c:v>
                </c:pt>
                <c:pt idx="81010">
                  <c:v>3</c:v>
                </c:pt>
                <c:pt idx="81011">
                  <c:v>3</c:v>
                </c:pt>
                <c:pt idx="81012">
                  <c:v>2</c:v>
                </c:pt>
                <c:pt idx="81013">
                  <c:v>3</c:v>
                </c:pt>
                <c:pt idx="81014">
                  <c:v>2</c:v>
                </c:pt>
                <c:pt idx="81015">
                  <c:v>3</c:v>
                </c:pt>
                <c:pt idx="81016">
                  <c:v>2</c:v>
                </c:pt>
                <c:pt idx="81017">
                  <c:v>2</c:v>
                </c:pt>
                <c:pt idx="81018">
                  <c:v>3</c:v>
                </c:pt>
                <c:pt idx="81019">
                  <c:v>3</c:v>
                </c:pt>
                <c:pt idx="81020">
                  <c:v>3</c:v>
                </c:pt>
                <c:pt idx="81021">
                  <c:v>4</c:v>
                </c:pt>
                <c:pt idx="81022">
                  <c:v>3</c:v>
                </c:pt>
                <c:pt idx="81023">
                  <c:v>2</c:v>
                </c:pt>
                <c:pt idx="81024">
                  <c:v>3</c:v>
                </c:pt>
                <c:pt idx="81025">
                  <c:v>3</c:v>
                </c:pt>
                <c:pt idx="81026">
                  <c:v>3</c:v>
                </c:pt>
                <c:pt idx="81027">
                  <c:v>3</c:v>
                </c:pt>
                <c:pt idx="81028">
                  <c:v>2</c:v>
                </c:pt>
                <c:pt idx="81029">
                  <c:v>3</c:v>
                </c:pt>
                <c:pt idx="81030">
                  <c:v>3</c:v>
                </c:pt>
                <c:pt idx="81031">
                  <c:v>2</c:v>
                </c:pt>
                <c:pt idx="81032">
                  <c:v>2</c:v>
                </c:pt>
                <c:pt idx="81033">
                  <c:v>3</c:v>
                </c:pt>
                <c:pt idx="81034">
                  <c:v>3</c:v>
                </c:pt>
                <c:pt idx="81035">
                  <c:v>1</c:v>
                </c:pt>
                <c:pt idx="81036">
                  <c:v>3</c:v>
                </c:pt>
                <c:pt idx="81037">
                  <c:v>3</c:v>
                </c:pt>
                <c:pt idx="81038">
                  <c:v>1</c:v>
                </c:pt>
                <c:pt idx="81039">
                  <c:v>2</c:v>
                </c:pt>
                <c:pt idx="81040">
                  <c:v>2</c:v>
                </c:pt>
                <c:pt idx="81041">
                  <c:v>2</c:v>
                </c:pt>
                <c:pt idx="81042">
                  <c:v>4</c:v>
                </c:pt>
                <c:pt idx="81043">
                  <c:v>2</c:v>
                </c:pt>
                <c:pt idx="81044">
                  <c:v>2</c:v>
                </c:pt>
                <c:pt idx="81045">
                  <c:v>2</c:v>
                </c:pt>
                <c:pt idx="81046">
                  <c:v>2</c:v>
                </c:pt>
                <c:pt idx="81047">
                  <c:v>1</c:v>
                </c:pt>
                <c:pt idx="81048">
                  <c:v>2</c:v>
                </c:pt>
                <c:pt idx="81049">
                  <c:v>2</c:v>
                </c:pt>
                <c:pt idx="81050">
                  <c:v>2</c:v>
                </c:pt>
                <c:pt idx="81051">
                  <c:v>1</c:v>
                </c:pt>
                <c:pt idx="81052">
                  <c:v>2</c:v>
                </c:pt>
                <c:pt idx="81053">
                  <c:v>2</c:v>
                </c:pt>
                <c:pt idx="81054">
                  <c:v>2</c:v>
                </c:pt>
                <c:pt idx="81055">
                  <c:v>2</c:v>
                </c:pt>
                <c:pt idx="81056">
                  <c:v>2</c:v>
                </c:pt>
                <c:pt idx="81057">
                  <c:v>2</c:v>
                </c:pt>
                <c:pt idx="81058">
                  <c:v>3</c:v>
                </c:pt>
                <c:pt idx="81059">
                  <c:v>3</c:v>
                </c:pt>
                <c:pt idx="81060">
                  <c:v>3</c:v>
                </c:pt>
                <c:pt idx="81061">
                  <c:v>3</c:v>
                </c:pt>
                <c:pt idx="81062">
                  <c:v>3</c:v>
                </c:pt>
                <c:pt idx="81063">
                  <c:v>4</c:v>
                </c:pt>
                <c:pt idx="81064">
                  <c:v>2</c:v>
                </c:pt>
                <c:pt idx="81065">
                  <c:v>2</c:v>
                </c:pt>
                <c:pt idx="81066">
                  <c:v>3</c:v>
                </c:pt>
                <c:pt idx="81067">
                  <c:v>7</c:v>
                </c:pt>
                <c:pt idx="81068">
                  <c:v>2</c:v>
                </c:pt>
                <c:pt idx="81069">
                  <c:v>4</c:v>
                </c:pt>
                <c:pt idx="81070">
                  <c:v>3</c:v>
                </c:pt>
                <c:pt idx="81071">
                  <c:v>3</c:v>
                </c:pt>
                <c:pt idx="81072">
                  <c:v>1</c:v>
                </c:pt>
                <c:pt idx="81073">
                  <c:v>2</c:v>
                </c:pt>
                <c:pt idx="81074">
                  <c:v>5</c:v>
                </c:pt>
                <c:pt idx="81075">
                  <c:v>2</c:v>
                </c:pt>
                <c:pt idx="81076">
                  <c:v>3</c:v>
                </c:pt>
                <c:pt idx="81077">
                  <c:v>4</c:v>
                </c:pt>
                <c:pt idx="81078">
                  <c:v>4</c:v>
                </c:pt>
                <c:pt idx="81079">
                  <c:v>4</c:v>
                </c:pt>
                <c:pt idx="81080">
                  <c:v>7</c:v>
                </c:pt>
                <c:pt idx="81081">
                  <c:v>4</c:v>
                </c:pt>
                <c:pt idx="81082">
                  <c:v>7</c:v>
                </c:pt>
                <c:pt idx="81083">
                  <c:v>4</c:v>
                </c:pt>
                <c:pt idx="81084">
                  <c:v>-1</c:v>
                </c:pt>
                <c:pt idx="81085">
                  <c:v>2</c:v>
                </c:pt>
                <c:pt idx="81086">
                  <c:v>1</c:v>
                </c:pt>
                <c:pt idx="81087">
                  <c:v>1</c:v>
                </c:pt>
                <c:pt idx="81088">
                  <c:v>2</c:v>
                </c:pt>
                <c:pt idx="81089">
                  <c:v>2</c:v>
                </c:pt>
                <c:pt idx="81090">
                  <c:v>2</c:v>
                </c:pt>
                <c:pt idx="81091">
                  <c:v>3</c:v>
                </c:pt>
                <c:pt idx="81092">
                  <c:v>2</c:v>
                </c:pt>
                <c:pt idx="81093">
                  <c:v>2</c:v>
                </c:pt>
                <c:pt idx="81094">
                  <c:v>2</c:v>
                </c:pt>
                <c:pt idx="81095">
                  <c:v>2</c:v>
                </c:pt>
                <c:pt idx="81096">
                  <c:v>2</c:v>
                </c:pt>
                <c:pt idx="81097">
                  <c:v>2</c:v>
                </c:pt>
                <c:pt idx="81098">
                  <c:v>2</c:v>
                </c:pt>
                <c:pt idx="81099">
                  <c:v>3</c:v>
                </c:pt>
                <c:pt idx="81100">
                  <c:v>2</c:v>
                </c:pt>
                <c:pt idx="81101">
                  <c:v>2</c:v>
                </c:pt>
                <c:pt idx="81102">
                  <c:v>2</c:v>
                </c:pt>
                <c:pt idx="81103">
                  <c:v>2</c:v>
                </c:pt>
                <c:pt idx="81104">
                  <c:v>2</c:v>
                </c:pt>
                <c:pt idx="81105">
                  <c:v>6</c:v>
                </c:pt>
                <c:pt idx="81106">
                  <c:v>5</c:v>
                </c:pt>
                <c:pt idx="81107">
                  <c:v>3</c:v>
                </c:pt>
                <c:pt idx="81108">
                  <c:v>4</c:v>
                </c:pt>
                <c:pt idx="81109">
                  <c:v>3</c:v>
                </c:pt>
                <c:pt idx="81110">
                  <c:v>3</c:v>
                </c:pt>
                <c:pt idx="81111">
                  <c:v>4</c:v>
                </c:pt>
                <c:pt idx="81112">
                  <c:v>1</c:v>
                </c:pt>
                <c:pt idx="81113">
                  <c:v>3</c:v>
                </c:pt>
                <c:pt idx="81114">
                  <c:v>3</c:v>
                </c:pt>
                <c:pt idx="81115">
                  <c:v>2</c:v>
                </c:pt>
                <c:pt idx="81116">
                  <c:v>3</c:v>
                </c:pt>
                <c:pt idx="81117">
                  <c:v>3</c:v>
                </c:pt>
                <c:pt idx="81118">
                  <c:v>3</c:v>
                </c:pt>
                <c:pt idx="81119">
                  <c:v>3</c:v>
                </c:pt>
                <c:pt idx="81120">
                  <c:v>3</c:v>
                </c:pt>
                <c:pt idx="81121">
                  <c:v>9</c:v>
                </c:pt>
                <c:pt idx="81122">
                  <c:v>6</c:v>
                </c:pt>
                <c:pt idx="81123">
                  <c:v>4</c:v>
                </c:pt>
                <c:pt idx="81124">
                  <c:v>4</c:v>
                </c:pt>
                <c:pt idx="81125">
                  <c:v>2</c:v>
                </c:pt>
                <c:pt idx="81126">
                  <c:v>4</c:v>
                </c:pt>
                <c:pt idx="81127">
                  <c:v>2</c:v>
                </c:pt>
                <c:pt idx="81128">
                  <c:v>2</c:v>
                </c:pt>
                <c:pt idx="81129">
                  <c:v>4</c:v>
                </c:pt>
                <c:pt idx="81130">
                  <c:v>6</c:v>
                </c:pt>
                <c:pt idx="81131">
                  <c:v>2</c:v>
                </c:pt>
                <c:pt idx="81132">
                  <c:v>3</c:v>
                </c:pt>
                <c:pt idx="81133">
                  <c:v>3</c:v>
                </c:pt>
                <c:pt idx="81134">
                  <c:v>2</c:v>
                </c:pt>
                <c:pt idx="81135">
                  <c:v>3</c:v>
                </c:pt>
                <c:pt idx="81136">
                  <c:v>3</c:v>
                </c:pt>
                <c:pt idx="81137">
                  <c:v>1</c:v>
                </c:pt>
                <c:pt idx="81138">
                  <c:v>2</c:v>
                </c:pt>
                <c:pt idx="81139">
                  <c:v>2</c:v>
                </c:pt>
                <c:pt idx="81140">
                  <c:v>3</c:v>
                </c:pt>
                <c:pt idx="81141">
                  <c:v>5</c:v>
                </c:pt>
                <c:pt idx="81142">
                  <c:v>-5</c:v>
                </c:pt>
                <c:pt idx="81143">
                  <c:v>-5</c:v>
                </c:pt>
                <c:pt idx="81144">
                  <c:v>3</c:v>
                </c:pt>
                <c:pt idx="81145">
                  <c:v>5</c:v>
                </c:pt>
                <c:pt idx="81146">
                  <c:v>6</c:v>
                </c:pt>
                <c:pt idx="81147">
                  <c:v>1</c:v>
                </c:pt>
                <c:pt idx="81148">
                  <c:v>1</c:v>
                </c:pt>
                <c:pt idx="81149">
                  <c:v>2</c:v>
                </c:pt>
                <c:pt idx="81150">
                  <c:v>2</c:v>
                </c:pt>
                <c:pt idx="81151">
                  <c:v>3</c:v>
                </c:pt>
                <c:pt idx="81152">
                  <c:v>2</c:v>
                </c:pt>
                <c:pt idx="81153">
                  <c:v>1</c:v>
                </c:pt>
                <c:pt idx="81154">
                  <c:v>1</c:v>
                </c:pt>
                <c:pt idx="81155">
                  <c:v>1</c:v>
                </c:pt>
                <c:pt idx="81156">
                  <c:v>2</c:v>
                </c:pt>
                <c:pt idx="81157">
                  <c:v>1</c:v>
                </c:pt>
                <c:pt idx="81158">
                  <c:v>2</c:v>
                </c:pt>
                <c:pt idx="81159">
                  <c:v>2</c:v>
                </c:pt>
                <c:pt idx="81160">
                  <c:v>2</c:v>
                </c:pt>
                <c:pt idx="81161">
                  <c:v>2</c:v>
                </c:pt>
                <c:pt idx="81162">
                  <c:v>1</c:v>
                </c:pt>
                <c:pt idx="81163">
                  <c:v>3</c:v>
                </c:pt>
                <c:pt idx="81164">
                  <c:v>1</c:v>
                </c:pt>
                <c:pt idx="81165">
                  <c:v>2</c:v>
                </c:pt>
                <c:pt idx="81166">
                  <c:v>2</c:v>
                </c:pt>
                <c:pt idx="81167">
                  <c:v>1</c:v>
                </c:pt>
                <c:pt idx="81168">
                  <c:v>1</c:v>
                </c:pt>
                <c:pt idx="81169">
                  <c:v>1</c:v>
                </c:pt>
                <c:pt idx="81170">
                  <c:v>2</c:v>
                </c:pt>
                <c:pt idx="81171">
                  <c:v>1</c:v>
                </c:pt>
                <c:pt idx="81172">
                  <c:v>5</c:v>
                </c:pt>
                <c:pt idx="81173">
                  <c:v>10</c:v>
                </c:pt>
                <c:pt idx="81174">
                  <c:v>10</c:v>
                </c:pt>
                <c:pt idx="81175">
                  <c:v>5</c:v>
                </c:pt>
                <c:pt idx="81176">
                  <c:v>3</c:v>
                </c:pt>
                <c:pt idx="81177">
                  <c:v>2</c:v>
                </c:pt>
                <c:pt idx="81178">
                  <c:v>3</c:v>
                </c:pt>
                <c:pt idx="81179">
                  <c:v>3</c:v>
                </c:pt>
                <c:pt idx="81180">
                  <c:v>3</c:v>
                </c:pt>
                <c:pt idx="81181">
                  <c:v>2</c:v>
                </c:pt>
                <c:pt idx="81182">
                  <c:v>3</c:v>
                </c:pt>
                <c:pt idx="81183">
                  <c:v>3</c:v>
                </c:pt>
                <c:pt idx="81184">
                  <c:v>2</c:v>
                </c:pt>
                <c:pt idx="81185">
                  <c:v>2</c:v>
                </c:pt>
                <c:pt idx="81186">
                  <c:v>3</c:v>
                </c:pt>
                <c:pt idx="81187">
                  <c:v>3</c:v>
                </c:pt>
                <c:pt idx="81188">
                  <c:v>1</c:v>
                </c:pt>
                <c:pt idx="81189">
                  <c:v>1</c:v>
                </c:pt>
                <c:pt idx="81190">
                  <c:v>2</c:v>
                </c:pt>
                <c:pt idx="81191">
                  <c:v>1</c:v>
                </c:pt>
                <c:pt idx="81192">
                  <c:v>1</c:v>
                </c:pt>
                <c:pt idx="81193">
                  <c:v>2</c:v>
                </c:pt>
                <c:pt idx="81194">
                  <c:v>1</c:v>
                </c:pt>
                <c:pt idx="81195">
                  <c:v>2</c:v>
                </c:pt>
                <c:pt idx="81196">
                  <c:v>2</c:v>
                </c:pt>
                <c:pt idx="81197">
                  <c:v>2</c:v>
                </c:pt>
                <c:pt idx="81198">
                  <c:v>2</c:v>
                </c:pt>
                <c:pt idx="81199">
                  <c:v>2</c:v>
                </c:pt>
                <c:pt idx="81200">
                  <c:v>6</c:v>
                </c:pt>
                <c:pt idx="81201">
                  <c:v>4</c:v>
                </c:pt>
                <c:pt idx="81202">
                  <c:v>4</c:v>
                </c:pt>
                <c:pt idx="81203">
                  <c:v>2</c:v>
                </c:pt>
                <c:pt idx="81204">
                  <c:v>3</c:v>
                </c:pt>
                <c:pt idx="81205">
                  <c:v>6</c:v>
                </c:pt>
                <c:pt idx="81206">
                  <c:v>2</c:v>
                </c:pt>
                <c:pt idx="81207">
                  <c:v>2</c:v>
                </c:pt>
                <c:pt idx="81208">
                  <c:v>2</c:v>
                </c:pt>
                <c:pt idx="81209">
                  <c:v>2</c:v>
                </c:pt>
                <c:pt idx="81210">
                  <c:v>2</c:v>
                </c:pt>
                <c:pt idx="81211">
                  <c:v>1</c:v>
                </c:pt>
                <c:pt idx="81212">
                  <c:v>1</c:v>
                </c:pt>
                <c:pt idx="81213">
                  <c:v>3</c:v>
                </c:pt>
                <c:pt idx="81214">
                  <c:v>3</c:v>
                </c:pt>
                <c:pt idx="81215">
                  <c:v>3</c:v>
                </c:pt>
                <c:pt idx="81216">
                  <c:v>3</c:v>
                </c:pt>
                <c:pt idx="81217">
                  <c:v>3</c:v>
                </c:pt>
                <c:pt idx="81218">
                  <c:v>5</c:v>
                </c:pt>
                <c:pt idx="81219">
                  <c:v>1</c:v>
                </c:pt>
                <c:pt idx="81220">
                  <c:v>1</c:v>
                </c:pt>
                <c:pt idx="81221">
                  <c:v>1</c:v>
                </c:pt>
                <c:pt idx="81222">
                  <c:v>1</c:v>
                </c:pt>
                <c:pt idx="81223">
                  <c:v>1</c:v>
                </c:pt>
                <c:pt idx="81224">
                  <c:v>4</c:v>
                </c:pt>
                <c:pt idx="81225">
                  <c:v>1</c:v>
                </c:pt>
                <c:pt idx="81226">
                  <c:v>2</c:v>
                </c:pt>
                <c:pt idx="81227">
                  <c:v>2</c:v>
                </c:pt>
                <c:pt idx="81228">
                  <c:v>3</c:v>
                </c:pt>
                <c:pt idx="81229">
                  <c:v>2</c:v>
                </c:pt>
                <c:pt idx="81230">
                  <c:v>1</c:v>
                </c:pt>
                <c:pt idx="81231">
                  <c:v>3</c:v>
                </c:pt>
                <c:pt idx="81232">
                  <c:v>2</c:v>
                </c:pt>
                <c:pt idx="81233">
                  <c:v>2</c:v>
                </c:pt>
                <c:pt idx="81234">
                  <c:v>2</c:v>
                </c:pt>
                <c:pt idx="81235">
                  <c:v>4</c:v>
                </c:pt>
                <c:pt idx="81236">
                  <c:v>2</c:v>
                </c:pt>
                <c:pt idx="81237">
                  <c:v>3</c:v>
                </c:pt>
                <c:pt idx="81238">
                  <c:v>2</c:v>
                </c:pt>
                <c:pt idx="81239">
                  <c:v>2</c:v>
                </c:pt>
                <c:pt idx="81240">
                  <c:v>3</c:v>
                </c:pt>
                <c:pt idx="81241">
                  <c:v>2</c:v>
                </c:pt>
                <c:pt idx="81242">
                  <c:v>2</c:v>
                </c:pt>
                <c:pt idx="81243">
                  <c:v>2</c:v>
                </c:pt>
                <c:pt idx="81244">
                  <c:v>2</c:v>
                </c:pt>
                <c:pt idx="81245">
                  <c:v>6</c:v>
                </c:pt>
                <c:pt idx="81246">
                  <c:v>8</c:v>
                </c:pt>
                <c:pt idx="81247">
                  <c:v>7</c:v>
                </c:pt>
                <c:pt idx="81248">
                  <c:v>7</c:v>
                </c:pt>
                <c:pt idx="81249">
                  <c:v>2</c:v>
                </c:pt>
                <c:pt idx="81250">
                  <c:v>2</c:v>
                </c:pt>
                <c:pt idx="81251">
                  <c:v>2</c:v>
                </c:pt>
                <c:pt idx="81252">
                  <c:v>2</c:v>
                </c:pt>
                <c:pt idx="81253">
                  <c:v>3</c:v>
                </c:pt>
                <c:pt idx="81254">
                  <c:v>2</c:v>
                </c:pt>
                <c:pt idx="81255">
                  <c:v>2</c:v>
                </c:pt>
                <c:pt idx="81256">
                  <c:v>2</c:v>
                </c:pt>
                <c:pt idx="81257">
                  <c:v>2</c:v>
                </c:pt>
                <c:pt idx="81258">
                  <c:v>2</c:v>
                </c:pt>
                <c:pt idx="81259">
                  <c:v>2</c:v>
                </c:pt>
                <c:pt idx="81260">
                  <c:v>10</c:v>
                </c:pt>
                <c:pt idx="81261">
                  <c:v>2</c:v>
                </c:pt>
                <c:pt idx="81262">
                  <c:v>5</c:v>
                </c:pt>
                <c:pt idx="81263">
                  <c:v>4</c:v>
                </c:pt>
                <c:pt idx="81264">
                  <c:v>7</c:v>
                </c:pt>
                <c:pt idx="81265">
                  <c:v>3</c:v>
                </c:pt>
                <c:pt idx="81266">
                  <c:v>2</c:v>
                </c:pt>
                <c:pt idx="81267">
                  <c:v>2</c:v>
                </c:pt>
                <c:pt idx="81268">
                  <c:v>2</c:v>
                </c:pt>
                <c:pt idx="81269">
                  <c:v>2</c:v>
                </c:pt>
                <c:pt idx="81270">
                  <c:v>2</c:v>
                </c:pt>
                <c:pt idx="81271">
                  <c:v>10</c:v>
                </c:pt>
                <c:pt idx="81272">
                  <c:v>2</c:v>
                </c:pt>
                <c:pt idx="81273">
                  <c:v>10</c:v>
                </c:pt>
                <c:pt idx="81274">
                  <c:v>2</c:v>
                </c:pt>
                <c:pt idx="81275">
                  <c:v>5</c:v>
                </c:pt>
                <c:pt idx="81276">
                  <c:v>3</c:v>
                </c:pt>
                <c:pt idx="81277">
                  <c:v>3</c:v>
                </c:pt>
                <c:pt idx="81278">
                  <c:v>2</c:v>
                </c:pt>
                <c:pt idx="81279">
                  <c:v>3</c:v>
                </c:pt>
                <c:pt idx="81280">
                  <c:v>3</c:v>
                </c:pt>
                <c:pt idx="81281">
                  <c:v>3</c:v>
                </c:pt>
                <c:pt idx="81282">
                  <c:v>2</c:v>
                </c:pt>
                <c:pt idx="81283">
                  <c:v>2</c:v>
                </c:pt>
                <c:pt idx="81284">
                  <c:v>3</c:v>
                </c:pt>
                <c:pt idx="81285">
                  <c:v>4</c:v>
                </c:pt>
                <c:pt idx="81286">
                  <c:v>3</c:v>
                </c:pt>
                <c:pt idx="81287">
                  <c:v>1</c:v>
                </c:pt>
                <c:pt idx="81288">
                  <c:v>4</c:v>
                </c:pt>
                <c:pt idx="81289">
                  <c:v>6</c:v>
                </c:pt>
                <c:pt idx="81290">
                  <c:v>11</c:v>
                </c:pt>
                <c:pt idx="81291">
                  <c:v>1</c:v>
                </c:pt>
                <c:pt idx="81292">
                  <c:v>1</c:v>
                </c:pt>
                <c:pt idx="81293">
                  <c:v>2</c:v>
                </c:pt>
                <c:pt idx="81294">
                  <c:v>5</c:v>
                </c:pt>
                <c:pt idx="81295">
                  <c:v>1</c:v>
                </c:pt>
                <c:pt idx="81296">
                  <c:v>2</c:v>
                </c:pt>
                <c:pt idx="81297">
                  <c:v>1</c:v>
                </c:pt>
                <c:pt idx="81298">
                  <c:v>8</c:v>
                </c:pt>
                <c:pt idx="81299">
                  <c:v>10</c:v>
                </c:pt>
                <c:pt idx="81300">
                  <c:v>5</c:v>
                </c:pt>
                <c:pt idx="81301">
                  <c:v>3</c:v>
                </c:pt>
                <c:pt idx="81302">
                  <c:v>4</c:v>
                </c:pt>
                <c:pt idx="81303">
                  <c:v>4</c:v>
                </c:pt>
                <c:pt idx="81304">
                  <c:v>4</c:v>
                </c:pt>
                <c:pt idx="81305">
                  <c:v>4</c:v>
                </c:pt>
                <c:pt idx="81306">
                  <c:v>5</c:v>
                </c:pt>
                <c:pt idx="81307">
                  <c:v>1</c:v>
                </c:pt>
                <c:pt idx="81308">
                  <c:v>1</c:v>
                </c:pt>
                <c:pt idx="81309">
                  <c:v>1</c:v>
                </c:pt>
                <c:pt idx="81310">
                  <c:v>1</c:v>
                </c:pt>
                <c:pt idx="81311">
                  <c:v>1</c:v>
                </c:pt>
                <c:pt idx="81312">
                  <c:v>1</c:v>
                </c:pt>
                <c:pt idx="81313">
                  <c:v>1</c:v>
                </c:pt>
                <c:pt idx="81314">
                  <c:v>1</c:v>
                </c:pt>
                <c:pt idx="81315">
                  <c:v>1</c:v>
                </c:pt>
                <c:pt idx="81316">
                  <c:v>4</c:v>
                </c:pt>
                <c:pt idx="81317">
                  <c:v>2</c:v>
                </c:pt>
                <c:pt idx="81318">
                  <c:v>3</c:v>
                </c:pt>
                <c:pt idx="81319">
                  <c:v>3</c:v>
                </c:pt>
                <c:pt idx="81320">
                  <c:v>3</c:v>
                </c:pt>
                <c:pt idx="81321">
                  <c:v>4</c:v>
                </c:pt>
                <c:pt idx="81322">
                  <c:v>2</c:v>
                </c:pt>
                <c:pt idx="81323">
                  <c:v>2</c:v>
                </c:pt>
                <c:pt idx="81324">
                  <c:v>3</c:v>
                </c:pt>
                <c:pt idx="81325">
                  <c:v>3</c:v>
                </c:pt>
                <c:pt idx="81326">
                  <c:v>4</c:v>
                </c:pt>
                <c:pt idx="81327">
                  <c:v>2</c:v>
                </c:pt>
                <c:pt idx="81328">
                  <c:v>1</c:v>
                </c:pt>
                <c:pt idx="81329">
                  <c:v>3</c:v>
                </c:pt>
                <c:pt idx="81330">
                  <c:v>3</c:v>
                </c:pt>
                <c:pt idx="81331">
                  <c:v>2</c:v>
                </c:pt>
                <c:pt idx="81332">
                  <c:v>3</c:v>
                </c:pt>
                <c:pt idx="81333">
                  <c:v>3</c:v>
                </c:pt>
                <c:pt idx="81334">
                  <c:v>4</c:v>
                </c:pt>
                <c:pt idx="81335">
                  <c:v>1</c:v>
                </c:pt>
                <c:pt idx="81336">
                  <c:v>5</c:v>
                </c:pt>
                <c:pt idx="81337">
                  <c:v>2</c:v>
                </c:pt>
                <c:pt idx="81338">
                  <c:v>3</c:v>
                </c:pt>
                <c:pt idx="81339">
                  <c:v>4</c:v>
                </c:pt>
                <c:pt idx="81340">
                  <c:v>7</c:v>
                </c:pt>
                <c:pt idx="81341">
                  <c:v>6</c:v>
                </c:pt>
                <c:pt idx="81342">
                  <c:v>18</c:v>
                </c:pt>
                <c:pt idx="81343">
                  <c:v>2</c:v>
                </c:pt>
                <c:pt idx="81344">
                  <c:v>2</c:v>
                </c:pt>
                <c:pt idx="81345">
                  <c:v>2</c:v>
                </c:pt>
                <c:pt idx="81346">
                  <c:v>3</c:v>
                </c:pt>
                <c:pt idx="81347">
                  <c:v>2</c:v>
                </c:pt>
                <c:pt idx="81348">
                  <c:v>3</c:v>
                </c:pt>
                <c:pt idx="81349">
                  <c:v>2</c:v>
                </c:pt>
                <c:pt idx="81350">
                  <c:v>4</c:v>
                </c:pt>
                <c:pt idx="81351">
                  <c:v>3</c:v>
                </c:pt>
                <c:pt idx="81352">
                  <c:v>4</c:v>
                </c:pt>
                <c:pt idx="81353">
                  <c:v>3</c:v>
                </c:pt>
                <c:pt idx="81354">
                  <c:v>5</c:v>
                </c:pt>
                <c:pt idx="81355">
                  <c:v>3</c:v>
                </c:pt>
                <c:pt idx="81356">
                  <c:v>3</c:v>
                </c:pt>
                <c:pt idx="81357">
                  <c:v>2</c:v>
                </c:pt>
                <c:pt idx="81358">
                  <c:v>2</c:v>
                </c:pt>
                <c:pt idx="81359">
                  <c:v>3</c:v>
                </c:pt>
                <c:pt idx="81360">
                  <c:v>2</c:v>
                </c:pt>
                <c:pt idx="81361">
                  <c:v>2</c:v>
                </c:pt>
                <c:pt idx="81362">
                  <c:v>4</c:v>
                </c:pt>
                <c:pt idx="81363">
                  <c:v>3</c:v>
                </c:pt>
                <c:pt idx="81364">
                  <c:v>2</c:v>
                </c:pt>
                <c:pt idx="81365">
                  <c:v>3</c:v>
                </c:pt>
                <c:pt idx="81366">
                  <c:v>2</c:v>
                </c:pt>
                <c:pt idx="81367">
                  <c:v>2</c:v>
                </c:pt>
                <c:pt idx="81368">
                  <c:v>2</c:v>
                </c:pt>
                <c:pt idx="81369">
                  <c:v>3</c:v>
                </c:pt>
                <c:pt idx="81370">
                  <c:v>1</c:v>
                </c:pt>
                <c:pt idx="81371">
                  <c:v>1</c:v>
                </c:pt>
                <c:pt idx="81372">
                  <c:v>3</c:v>
                </c:pt>
                <c:pt idx="81373">
                  <c:v>1</c:v>
                </c:pt>
                <c:pt idx="81374">
                  <c:v>2</c:v>
                </c:pt>
                <c:pt idx="81375">
                  <c:v>2</c:v>
                </c:pt>
                <c:pt idx="81376">
                  <c:v>4</c:v>
                </c:pt>
                <c:pt idx="81377">
                  <c:v>3</c:v>
                </c:pt>
                <c:pt idx="81378">
                  <c:v>3</c:v>
                </c:pt>
                <c:pt idx="81379">
                  <c:v>2</c:v>
                </c:pt>
                <c:pt idx="81380">
                  <c:v>4</c:v>
                </c:pt>
                <c:pt idx="81381">
                  <c:v>4</c:v>
                </c:pt>
                <c:pt idx="81382">
                  <c:v>2</c:v>
                </c:pt>
                <c:pt idx="81383">
                  <c:v>2</c:v>
                </c:pt>
                <c:pt idx="81384">
                  <c:v>4</c:v>
                </c:pt>
                <c:pt idx="81385">
                  <c:v>5</c:v>
                </c:pt>
                <c:pt idx="81386">
                  <c:v>4</c:v>
                </c:pt>
                <c:pt idx="81387">
                  <c:v>4</c:v>
                </c:pt>
                <c:pt idx="81388">
                  <c:v>4</c:v>
                </c:pt>
                <c:pt idx="81389">
                  <c:v>4</c:v>
                </c:pt>
                <c:pt idx="81390">
                  <c:v>2</c:v>
                </c:pt>
                <c:pt idx="81391">
                  <c:v>2</c:v>
                </c:pt>
                <c:pt idx="81392">
                  <c:v>2</c:v>
                </c:pt>
                <c:pt idx="81393">
                  <c:v>2</c:v>
                </c:pt>
                <c:pt idx="81394">
                  <c:v>4</c:v>
                </c:pt>
                <c:pt idx="81395">
                  <c:v>4</c:v>
                </c:pt>
                <c:pt idx="81396">
                  <c:v>5</c:v>
                </c:pt>
                <c:pt idx="81397">
                  <c:v>3</c:v>
                </c:pt>
                <c:pt idx="81398">
                  <c:v>6</c:v>
                </c:pt>
                <c:pt idx="81399">
                  <c:v>4</c:v>
                </c:pt>
                <c:pt idx="81400">
                  <c:v>6</c:v>
                </c:pt>
                <c:pt idx="81401">
                  <c:v>2</c:v>
                </c:pt>
                <c:pt idx="81402">
                  <c:v>2</c:v>
                </c:pt>
                <c:pt idx="81403">
                  <c:v>2</c:v>
                </c:pt>
                <c:pt idx="81404">
                  <c:v>2</c:v>
                </c:pt>
                <c:pt idx="81405">
                  <c:v>2</c:v>
                </c:pt>
                <c:pt idx="81406">
                  <c:v>2</c:v>
                </c:pt>
                <c:pt idx="81407">
                  <c:v>3</c:v>
                </c:pt>
                <c:pt idx="81408">
                  <c:v>2</c:v>
                </c:pt>
                <c:pt idx="81409">
                  <c:v>4</c:v>
                </c:pt>
                <c:pt idx="81410">
                  <c:v>1</c:v>
                </c:pt>
                <c:pt idx="81411">
                  <c:v>1</c:v>
                </c:pt>
                <c:pt idx="81412">
                  <c:v>6</c:v>
                </c:pt>
                <c:pt idx="81413">
                  <c:v>2</c:v>
                </c:pt>
                <c:pt idx="81414">
                  <c:v>1</c:v>
                </c:pt>
                <c:pt idx="81415">
                  <c:v>1</c:v>
                </c:pt>
                <c:pt idx="81416">
                  <c:v>1</c:v>
                </c:pt>
                <c:pt idx="81417">
                  <c:v>2</c:v>
                </c:pt>
                <c:pt idx="81418">
                  <c:v>2</c:v>
                </c:pt>
                <c:pt idx="81419">
                  <c:v>1</c:v>
                </c:pt>
                <c:pt idx="81420">
                  <c:v>2</c:v>
                </c:pt>
                <c:pt idx="81421">
                  <c:v>2</c:v>
                </c:pt>
                <c:pt idx="81422">
                  <c:v>1</c:v>
                </c:pt>
                <c:pt idx="81423">
                  <c:v>2</c:v>
                </c:pt>
                <c:pt idx="81424">
                  <c:v>2</c:v>
                </c:pt>
                <c:pt idx="81425">
                  <c:v>1</c:v>
                </c:pt>
                <c:pt idx="81426">
                  <c:v>2</c:v>
                </c:pt>
                <c:pt idx="81427">
                  <c:v>2</c:v>
                </c:pt>
                <c:pt idx="81428">
                  <c:v>3</c:v>
                </c:pt>
                <c:pt idx="81429">
                  <c:v>6</c:v>
                </c:pt>
                <c:pt idx="81430">
                  <c:v>3</c:v>
                </c:pt>
                <c:pt idx="81431">
                  <c:v>2</c:v>
                </c:pt>
                <c:pt idx="81432">
                  <c:v>2</c:v>
                </c:pt>
                <c:pt idx="81433">
                  <c:v>4</c:v>
                </c:pt>
                <c:pt idx="81434">
                  <c:v>9</c:v>
                </c:pt>
                <c:pt idx="81435">
                  <c:v>11</c:v>
                </c:pt>
                <c:pt idx="81436">
                  <c:v>7</c:v>
                </c:pt>
                <c:pt idx="81437">
                  <c:v>6</c:v>
                </c:pt>
                <c:pt idx="81438">
                  <c:v>4</c:v>
                </c:pt>
                <c:pt idx="81439">
                  <c:v>7</c:v>
                </c:pt>
                <c:pt idx="81440">
                  <c:v>1</c:v>
                </c:pt>
                <c:pt idx="81441">
                  <c:v>1</c:v>
                </c:pt>
                <c:pt idx="81442">
                  <c:v>1</c:v>
                </c:pt>
                <c:pt idx="81443">
                  <c:v>2</c:v>
                </c:pt>
                <c:pt idx="81444">
                  <c:v>1</c:v>
                </c:pt>
                <c:pt idx="81445">
                  <c:v>1</c:v>
                </c:pt>
                <c:pt idx="81446">
                  <c:v>1</c:v>
                </c:pt>
                <c:pt idx="81447">
                  <c:v>1</c:v>
                </c:pt>
                <c:pt idx="81448">
                  <c:v>1</c:v>
                </c:pt>
                <c:pt idx="81449">
                  <c:v>5</c:v>
                </c:pt>
                <c:pt idx="81450">
                  <c:v>4</c:v>
                </c:pt>
                <c:pt idx="81451">
                  <c:v>3</c:v>
                </c:pt>
                <c:pt idx="81452">
                  <c:v>6</c:v>
                </c:pt>
                <c:pt idx="81453">
                  <c:v>2</c:v>
                </c:pt>
                <c:pt idx="81454">
                  <c:v>5</c:v>
                </c:pt>
                <c:pt idx="81455">
                  <c:v>9</c:v>
                </c:pt>
                <c:pt idx="81456">
                  <c:v>5</c:v>
                </c:pt>
                <c:pt idx="81457">
                  <c:v>4</c:v>
                </c:pt>
                <c:pt idx="81458">
                  <c:v>1</c:v>
                </c:pt>
                <c:pt idx="81459">
                  <c:v>2</c:v>
                </c:pt>
                <c:pt idx="81460">
                  <c:v>8</c:v>
                </c:pt>
                <c:pt idx="81461">
                  <c:v>2</c:v>
                </c:pt>
                <c:pt idx="81462">
                  <c:v>3</c:v>
                </c:pt>
                <c:pt idx="81463">
                  <c:v>2</c:v>
                </c:pt>
                <c:pt idx="81464">
                  <c:v>1</c:v>
                </c:pt>
                <c:pt idx="81465">
                  <c:v>2</c:v>
                </c:pt>
                <c:pt idx="81466">
                  <c:v>1</c:v>
                </c:pt>
                <c:pt idx="81467">
                  <c:v>1</c:v>
                </c:pt>
                <c:pt idx="81468">
                  <c:v>2</c:v>
                </c:pt>
                <c:pt idx="81469">
                  <c:v>-1</c:v>
                </c:pt>
                <c:pt idx="81470">
                  <c:v>11</c:v>
                </c:pt>
                <c:pt idx="81471">
                  <c:v>12</c:v>
                </c:pt>
                <c:pt idx="81472">
                  <c:v>4</c:v>
                </c:pt>
                <c:pt idx="81473">
                  <c:v>5</c:v>
                </c:pt>
                <c:pt idx="81474">
                  <c:v>4</c:v>
                </c:pt>
                <c:pt idx="81475">
                  <c:v>3</c:v>
                </c:pt>
                <c:pt idx="81476">
                  <c:v>5</c:v>
                </c:pt>
                <c:pt idx="81477">
                  <c:v>2</c:v>
                </c:pt>
                <c:pt idx="81478">
                  <c:v>2</c:v>
                </c:pt>
                <c:pt idx="81479">
                  <c:v>3</c:v>
                </c:pt>
                <c:pt idx="81480">
                  <c:v>3</c:v>
                </c:pt>
                <c:pt idx="81481">
                  <c:v>5</c:v>
                </c:pt>
                <c:pt idx="81482">
                  <c:v>3</c:v>
                </c:pt>
                <c:pt idx="81483">
                  <c:v>4</c:v>
                </c:pt>
                <c:pt idx="81484">
                  <c:v>4</c:v>
                </c:pt>
                <c:pt idx="81485">
                  <c:v>2</c:v>
                </c:pt>
                <c:pt idx="81486">
                  <c:v>2</c:v>
                </c:pt>
                <c:pt idx="81487">
                  <c:v>2</c:v>
                </c:pt>
                <c:pt idx="81488">
                  <c:v>2</c:v>
                </c:pt>
                <c:pt idx="81489">
                  <c:v>2</c:v>
                </c:pt>
                <c:pt idx="81490">
                  <c:v>2</c:v>
                </c:pt>
                <c:pt idx="81491">
                  <c:v>2</c:v>
                </c:pt>
                <c:pt idx="81492">
                  <c:v>2</c:v>
                </c:pt>
                <c:pt idx="81493">
                  <c:v>2</c:v>
                </c:pt>
                <c:pt idx="81494">
                  <c:v>2</c:v>
                </c:pt>
                <c:pt idx="81495">
                  <c:v>2</c:v>
                </c:pt>
                <c:pt idx="81496">
                  <c:v>4</c:v>
                </c:pt>
                <c:pt idx="81497">
                  <c:v>4</c:v>
                </c:pt>
                <c:pt idx="81498">
                  <c:v>3</c:v>
                </c:pt>
                <c:pt idx="81499">
                  <c:v>4</c:v>
                </c:pt>
                <c:pt idx="81500">
                  <c:v>3</c:v>
                </c:pt>
                <c:pt idx="81501">
                  <c:v>1</c:v>
                </c:pt>
                <c:pt idx="81502">
                  <c:v>4</c:v>
                </c:pt>
                <c:pt idx="81503">
                  <c:v>3</c:v>
                </c:pt>
                <c:pt idx="81504">
                  <c:v>3</c:v>
                </c:pt>
                <c:pt idx="81505">
                  <c:v>3</c:v>
                </c:pt>
                <c:pt idx="81506">
                  <c:v>4</c:v>
                </c:pt>
                <c:pt idx="81507">
                  <c:v>2</c:v>
                </c:pt>
                <c:pt idx="81508">
                  <c:v>4</c:v>
                </c:pt>
                <c:pt idx="81509">
                  <c:v>4</c:v>
                </c:pt>
                <c:pt idx="81510">
                  <c:v>3</c:v>
                </c:pt>
                <c:pt idx="81511">
                  <c:v>4</c:v>
                </c:pt>
                <c:pt idx="81512">
                  <c:v>4</c:v>
                </c:pt>
                <c:pt idx="81513">
                  <c:v>4</c:v>
                </c:pt>
                <c:pt idx="81514">
                  <c:v>4</c:v>
                </c:pt>
                <c:pt idx="81515">
                  <c:v>2</c:v>
                </c:pt>
                <c:pt idx="81516">
                  <c:v>2</c:v>
                </c:pt>
                <c:pt idx="81517">
                  <c:v>3</c:v>
                </c:pt>
                <c:pt idx="81518">
                  <c:v>3</c:v>
                </c:pt>
                <c:pt idx="81519">
                  <c:v>2</c:v>
                </c:pt>
                <c:pt idx="81520">
                  <c:v>4</c:v>
                </c:pt>
                <c:pt idx="81521">
                  <c:v>4</c:v>
                </c:pt>
                <c:pt idx="81522">
                  <c:v>2</c:v>
                </c:pt>
                <c:pt idx="81523">
                  <c:v>2</c:v>
                </c:pt>
                <c:pt idx="81524">
                  <c:v>2</c:v>
                </c:pt>
                <c:pt idx="81525">
                  <c:v>2</c:v>
                </c:pt>
                <c:pt idx="81526">
                  <c:v>3</c:v>
                </c:pt>
                <c:pt idx="81527">
                  <c:v>3</c:v>
                </c:pt>
                <c:pt idx="81528">
                  <c:v>2</c:v>
                </c:pt>
                <c:pt idx="81529">
                  <c:v>1</c:v>
                </c:pt>
                <c:pt idx="81530">
                  <c:v>2</c:v>
                </c:pt>
                <c:pt idx="81531">
                  <c:v>2</c:v>
                </c:pt>
                <c:pt idx="81532">
                  <c:v>1</c:v>
                </c:pt>
                <c:pt idx="81533">
                  <c:v>1</c:v>
                </c:pt>
                <c:pt idx="81534">
                  <c:v>2</c:v>
                </c:pt>
                <c:pt idx="81535">
                  <c:v>1</c:v>
                </c:pt>
                <c:pt idx="81536">
                  <c:v>3</c:v>
                </c:pt>
                <c:pt idx="81537">
                  <c:v>2</c:v>
                </c:pt>
                <c:pt idx="81538">
                  <c:v>2</c:v>
                </c:pt>
                <c:pt idx="81539">
                  <c:v>2</c:v>
                </c:pt>
                <c:pt idx="81540">
                  <c:v>2</c:v>
                </c:pt>
                <c:pt idx="81541">
                  <c:v>2</c:v>
                </c:pt>
                <c:pt idx="81542">
                  <c:v>7</c:v>
                </c:pt>
                <c:pt idx="81543">
                  <c:v>2</c:v>
                </c:pt>
                <c:pt idx="81544">
                  <c:v>3</c:v>
                </c:pt>
                <c:pt idx="81545">
                  <c:v>3</c:v>
                </c:pt>
                <c:pt idx="81546">
                  <c:v>2</c:v>
                </c:pt>
                <c:pt idx="81547">
                  <c:v>3</c:v>
                </c:pt>
                <c:pt idx="81548">
                  <c:v>3</c:v>
                </c:pt>
                <c:pt idx="81549">
                  <c:v>2</c:v>
                </c:pt>
                <c:pt idx="81550">
                  <c:v>3</c:v>
                </c:pt>
                <c:pt idx="81551">
                  <c:v>2</c:v>
                </c:pt>
                <c:pt idx="81552">
                  <c:v>5</c:v>
                </c:pt>
                <c:pt idx="81553">
                  <c:v>5</c:v>
                </c:pt>
                <c:pt idx="81554">
                  <c:v>5</c:v>
                </c:pt>
                <c:pt idx="81555">
                  <c:v>2</c:v>
                </c:pt>
                <c:pt idx="81556">
                  <c:v>3</c:v>
                </c:pt>
                <c:pt idx="81557">
                  <c:v>3</c:v>
                </c:pt>
                <c:pt idx="81558">
                  <c:v>2</c:v>
                </c:pt>
                <c:pt idx="81559">
                  <c:v>1</c:v>
                </c:pt>
                <c:pt idx="81560">
                  <c:v>2</c:v>
                </c:pt>
                <c:pt idx="81561">
                  <c:v>2</c:v>
                </c:pt>
                <c:pt idx="81562">
                  <c:v>2</c:v>
                </c:pt>
                <c:pt idx="81563">
                  <c:v>2</c:v>
                </c:pt>
                <c:pt idx="81564">
                  <c:v>2</c:v>
                </c:pt>
                <c:pt idx="81565">
                  <c:v>2</c:v>
                </c:pt>
                <c:pt idx="81566">
                  <c:v>2</c:v>
                </c:pt>
                <c:pt idx="81567">
                  <c:v>2</c:v>
                </c:pt>
                <c:pt idx="81568">
                  <c:v>2</c:v>
                </c:pt>
                <c:pt idx="81569">
                  <c:v>2</c:v>
                </c:pt>
                <c:pt idx="81570">
                  <c:v>2</c:v>
                </c:pt>
                <c:pt idx="81571">
                  <c:v>2</c:v>
                </c:pt>
                <c:pt idx="81572">
                  <c:v>3</c:v>
                </c:pt>
                <c:pt idx="81573">
                  <c:v>2</c:v>
                </c:pt>
                <c:pt idx="81574">
                  <c:v>3</c:v>
                </c:pt>
                <c:pt idx="81575">
                  <c:v>5</c:v>
                </c:pt>
                <c:pt idx="81576">
                  <c:v>2</c:v>
                </c:pt>
                <c:pt idx="81577">
                  <c:v>3</c:v>
                </c:pt>
                <c:pt idx="81578">
                  <c:v>2</c:v>
                </c:pt>
                <c:pt idx="81579">
                  <c:v>3</c:v>
                </c:pt>
                <c:pt idx="81580">
                  <c:v>2</c:v>
                </c:pt>
                <c:pt idx="81581">
                  <c:v>2</c:v>
                </c:pt>
                <c:pt idx="81582">
                  <c:v>2</c:v>
                </c:pt>
                <c:pt idx="81583">
                  <c:v>2</c:v>
                </c:pt>
                <c:pt idx="81584">
                  <c:v>4</c:v>
                </c:pt>
                <c:pt idx="81585">
                  <c:v>2</c:v>
                </c:pt>
                <c:pt idx="81586">
                  <c:v>2</c:v>
                </c:pt>
                <c:pt idx="81587">
                  <c:v>5</c:v>
                </c:pt>
                <c:pt idx="81588">
                  <c:v>5</c:v>
                </c:pt>
                <c:pt idx="81589">
                  <c:v>12</c:v>
                </c:pt>
                <c:pt idx="81590">
                  <c:v>3</c:v>
                </c:pt>
                <c:pt idx="81591">
                  <c:v>4</c:v>
                </c:pt>
                <c:pt idx="81592">
                  <c:v>2</c:v>
                </c:pt>
                <c:pt idx="81593">
                  <c:v>8</c:v>
                </c:pt>
                <c:pt idx="81594">
                  <c:v>1</c:v>
                </c:pt>
                <c:pt idx="81595">
                  <c:v>7</c:v>
                </c:pt>
                <c:pt idx="81596">
                  <c:v>9</c:v>
                </c:pt>
                <c:pt idx="81597">
                  <c:v>7</c:v>
                </c:pt>
                <c:pt idx="81598">
                  <c:v>15</c:v>
                </c:pt>
                <c:pt idx="81599">
                  <c:v>8</c:v>
                </c:pt>
                <c:pt idx="81600">
                  <c:v>4</c:v>
                </c:pt>
                <c:pt idx="81601">
                  <c:v>4</c:v>
                </c:pt>
                <c:pt idx="81602">
                  <c:v>6</c:v>
                </c:pt>
                <c:pt idx="81603">
                  <c:v>10</c:v>
                </c:pt>
                <c:pt idx="81604">
                  <c:v>2</c:v>
                </c:pt>
                <c:pt idx="81605">
                  <c:v>3</c:v>
                </c:pt>
                <c:pt idx="81606">
                  <c:v>3</c:v>
                </c:pt>
                <c:pt idx="81607">
                  <c:v>2</c:v>
                </c:pt>
                <c:pt idx="81608">
                  <c:v>2</c:v>
                </c:pt>
                <c:pt idx="81609">
                  <c:v>2</c:v>
                </c:pt>
                <c:pt idx="81610">
                  <c:v>2</c:v>
                </c:pt>
                <c:pt idx="81611">
                  <c:v>4</c:v>
                </c:pt>
                <c:pt idx="81612">
                  <c:v>3</c:v>
                </c:pt>
                <c:pt idx="81613">
                  <c:v>3</c:v>
                </c:pt>
                <c:pt idx="81614">
                  <c:v>2</c:v>
                </c:pt>
                <c:pt idx="81615">
                  <c:v>4</c:v>
                </c:pt>
                <c:pt idx="81616">
                  <c:v>4</c:v>
                </c:pt>
                <c:pt idx="81617">
                  <c:v>4</c:v>
                </c:pt>
                <c:pt idx="81618">
                  <c:v>7</c:v>
                </c:pt>
                <c:pt idx="81619">
                  <c:v>2</c:v>
                </c:pt>
                <c:pt idx="81620">
                  <c:v>1</c:v>
                </c:pt>
                <c:pt idx="81621">
                  <c:v>1</c:v>
                </c:pt>
                <c:pt idx="81622">
                  <c:v>1</c:v>
                </c:pt>
                <c:pt idx="81623">
                  <c:v>1</c:v>
                </c:pt>
                <c:pt idx="81624">
                  <c:v>2</c:v>
                </c:pt>
                <c:pt idx="81625">
                  <c:v>1</c:v>
                </c:pt>
                <c:pt idx="81626">
                  <c:v>4</c:v>
                </c:pt>
                <c:pt idx="81627">
                  <c:v>4</c:v>
                </c:pt>
                <c:pt idx="81628">
                  <c:v>1</c:v>
                </c:pt>
                <c:pt idx="81629">
                  <c:v>4</c:v>
                </c:pt>
                <c:pt idx="81630">
                  <c:v>2</c:v>
                </c:pt>
                <c:pt idx="81631">
                  <c:v>4</c:v>
                </c:pt>
                <c:pt idx="81632">
                  <c:v>7</c:v>
                </c:pt>
                <c:pt idx="81633">
                  <c:v>5</c:v>
                </c:pt>
                <c:pt idx="81634">
                  <c:v>1</c:v>
                </c:pt>
                <c:pt idx="81635">
                  <c:v>2</c:v>
                </c:pt>
                <c:pt idx="81636">
                  <c:v>1</c:v>
                </c:pt>
                <c:pt idx="81637">
                  <c:v>2</c:v>
                </c:pt>
                <c:pt idx="81638">
                  <c:v>2</c:v>
                </c:pt>
                <c:pt idx="81639">
                  <c:v>1</c:v>
                </c:pt>
                <c:pt idx="81640">
                  <c:v>2</c:v>
                </c:pt>
                <c:pt idx="81641">
                  <c:v>2</c:v>
                </c:pt>
                <c:pt idx="81642">
                  <c:v>2</c:v>
                </c:pt>
                <c:pt idx="81643">
                  <c:v>2</c:v>
                </c:pt>
                <c:pt idx="81644">
                  <c:v>2</c:v>
                </c:pt>
                <c:pt idx="81645">
                  <c:v>3</c:v>
                </c:pt>
                <c:pt idx="81646">
                  <c:v>4</c:v>
                </c:pt>
                <c:pt idx="81647">
                  <c:v>4</c:v>
                </c:pt>
                <c:pt idx="81648">
                  <c:v>4</c:v>
                </c:pt>
                <c:pt idx="81649">
                  <c:v>4</c:v>
                </c:pt>
                <c:pt idx="81650">
                  <c:v>4</c:v>
                </c:pt>
                <c:pt idx="81651">
                  <c:v>2</c:v>
                </c:pt>
                <c:pt idx="81652">
                  <c:v>4</c:v>
                </c:pt>
                <c:pt idx="81653">
                  <c:v>2</c:v>
                </c:pt>
                <c:pt idx="81654">
                  <c:v>3</c:v>
                </c:pt>
                <c:pt idx="81655">
                  <c:v>5</c:v>
                </c:pt>
                <c:pt idx="81656">
                  <c:v>3</c:v>
                </c:pt>
                <c:pt idx="81657">
                  <c:v>5</c:v>
                </c:pt>
                <c:pt idx="81658">
                  <c:v>2</c:v>
                </c:pt>
                <c:pt idx="81659">
                  <c:v>2</c:v>
                </c:pt>
                <c:pt idx="81660">
                  <c:v>2</c:v>
                </c:pt>
                <c:pt idx="81661">
                  <c:v>2</c:v>
                </c:pt>
                <c:pt idx="81662">
                  <c:v>1</c:v>
                </c:pt>
                <c:pt idx="81663">
                  <c:v>2</c:v>
                </c:pt>
                <c:pt idx="81664">
                  <c:v>1</c:v>
                </c:pt>
                <c:pt idx="81665">
                  <c:v>1</c:v>
                </c:pt>
                <c:pt idx="81666">
                  <c:v>2</c:v>
                </c:pt>
                <c:pt idx="81667">
                  <c:v>1</c:v>
                </c:pt>
                <c:pt idx="81668">
                  <c:v>1</c:v>
                </c:pt>
                <c:pt idx="81669">
                  <c:v>2</c:v>
                </c:pt>
                <c:pt idx="81670">
                  <c:v>3</c:v>
                </c:pt>
                <c:pt idx="81671">
                  <c:v>1</c:v>
                </c:pt>
                <c:pt idx="81672">
                  <c:v>1</c:v>
                </c:pt>
                <c:pt idx="81673">
                  <c:v>1</c:v>
                </c:pt>
                <c:pt idx="81674">
                  <c:v>1</c:v>
                </c:pt>
                <c:pt idx="81675">
                  <c:v>2</c:v>
                </c:pt>
                <c:pt idx="81676">
                  <c:v>2</c:v>
                </c:pt>
                <c:pt idx="81677">
                  <c:v>2</c:v>
                </c:pt>
                <c:pt idx="81678">
                  <c:v>1</c:v>
                </c:pt>
                <c:pt idx="81679">
                  <c:v>1</c:v>
                </c:pt>
                <c:pt idx="81680">
                  <c:v>2</c:v>
                </c:pt>
                <c:pt idx="81681">
                  <c:v>1</c:v>
                </c:pt>
                <c:pt idx="81682">
                  <c:v>1</c:v>
                </c:pt>
                <c:pt idx="81683">
                  <c:v>2</c:v>
                </c:pt>
                <c:pt idx="81684">
                  <c:v>1</c:v>
                </c:pt>
                <c:pt idx="81685">
                  <c:v>1</c:v>
                </c:pt>
                <c:pt idx="81686">
                  <c:v>2</c:v>
                </c:pt>
                <c:pt idx="81687">
                  <c:v>2</c:v>
                </c:pt>
                <c:pt idx="81688">
                  <c:v>2</c:v>
                </c:pt>
                <c:pt idx="81689">
                  <c:v>2</c:v>
                </c:pt>
                <c:pt idx="81690">
                  <c:v>1</c:v>
                </c:pt>
                <c:pt idx="81691">
                  <c:v>1</c:v>
                </c:pt>
                <c:pt idx="81692">
                  <c:v>3</c:v>
                </c:pt>
                <c:pt idx="81693">
                  <c:v>1</c:v>
                </c:pt>
                <c:pt idx="81694">
                  <c:v>3</c:v>
                </c:pt>
                <c:pt idx="81695">
                  <c:v>1</c:v>
                </c:pt>
                <c:pt idx="81696">
                  <c:v>1</c:v>
                </c:pt>
                <c:pt idx="81697">
                  <c:v>1</c:v>
                </c:pt>
                <c:pt idx="81698">
                  <c:v>1</c:v>
                </c:pt>
                <c:pt idx="81699">
                  <c:v>2</c:v>
                </c:pt>
                <c:pt idx="81700">
                  <c:v>1</c:v>
                </c:pt>
                <c:pt idx="81701">
                  <c:v>2</c:v>
                </c:pt>
                <c:pt idx="81702">
                  <c:v>2</c:v>
                </c:pt>
                <c:pt idx="81703">
                  <c:v>2</c:v>
                </c:pt>
                <c:pt idx="81704">
                  <c:v>1</c:v>
                </c:pt>
                <c:pt idx="81705">
                  <c:v>1</c:v>
                </c:pt>
                <c:pt idx="81706">
                  <c:v>2</c:v>
                </c:pt>
                <c:pt idx="81707">
                  <c:v>2</c:v>
                </c:pt>
                <c:pt idx="81708">
                  <c:v>2</c:v>
                </c:pt>
                <c:pt idx="81709">
                  <c:v>2</c:v>
                </c:pt>
                <c:pt idx="81710">
                  <c:v>2</c:v>
                </c:pt>
                <c:pt idx="81711">
                  <c:v>2</c:v>
                </c:pt>
                <c:pt idx="81712">
                  <c:v>2</c:v>
                </c:pt>
                <c:pt idx="81713">
                  <c:v>1</c:v>
                </c:pt>
                <c:pt idx="81714">
                  <c:v>1</c:v>
                </c:pt>
                <c:pt idx="81715">
                  <c:v>2</c:v>
                </c:pt>
                <c:pt idx="81716">
                  <c:v>1</c:v>
                </c:pt>
                <c:pt idx="81717">
                  <c:v>3</c:v>
                </c:pt>
                <c:pt idx="81718">
                  <c:v>1</c:v>
                </c:pt>
                <c:pt idx="81719">
                  <c:v>2</c:v>
                </c:pt>
                <c:pt idx="81720">
                  <c:v>1</c:v>
                </c:pt>
                <c:pt idx="81721">
                  <c:v>2</c:v>
                </c:pt>
                <c:pt idx="81722">
                  <c:v>2</c:v>
                </c:pt>
                <c:pt idx="81723">
                  <c:v>1</c:v>
                </c:pt>
                <c:pt idx="81724">
                  <c:v>2</c:v>
                </c:pt>
                <c:pt idx="81725">
                  <c:v>3</c:v>
                </c:pt>
                <c:pt idx="81726">
                  <c:v>6</c:v>
                </c:pt>
                <c:pt idx="81727">
                  <c:v>3</c:v>
                </c:pt>
                <c:pt idx="81728">
                  <c:v>4</c:v>
                </c:pt>
                <c:pt idx="81729">
                  <c:v>2</c:v>
                </c:pt>
                <c:pt idx="81730">
                  <c:v>2</c:v>
                </c:pt>
                <c:pt idx="81731">
                  <c:v>2</c:v>
                </c:pt>
                <c:pt idx="81732">
                  <c:v>3</c:v>
                </c:pt>
                <c:pt idx="81733">
                  <c:v>2</c:v>
                </c:pt>
                <c:pt idx="81734">
                  <c:v>3</c:v>
                </c:pt>
                <c:pt idx="81735">
                  <c:v>2</c:v>
                </c:pt>
                <c:pt idx="81736">
                  <c:v>3</c:v>
                </c:pt>
                <c:pt idx="81737">
                  <c:v>3</c:v>
                </c:pt>
                <c:pt idx="81738">
                  <c:v>2</c:v>
                </c:pt>
                <c:pt idx="81739">
                  <c:v>3</c:v>
                </c:pt>
                <c:pt idx="81740">
                  <c:v>2</c:v>
                </c:pt>
                <c:pt idx="81741">
                  <c:v>3</c:v>
                </c:pt>
                <c:pt idx="81742">
                  <c:v>3</c:v>
                </c:pt>
                <c:pt idx="81743">
                  <c:v>3</c:v>
                </c:pt>
                <c:pt idx="81744">
                  <c:v>3</c:v>
                </c:pt>
                <c:pt idx="81745">
                  <c:v>3</c:v>
                </c:pt>
                <c:pt idx="81746">
                  <c:v>5</c:v>
                </c:pt>
                <c:pt idx="81747">
                  <c:v>3</c:v>
                </c:pt>
                <c:pt idx="81748">
                  <c:v>1</c:v>
                </c:pt>
                <c:pt idx="81749">
                  <c:v>1</c:v>
                </c:pt>
                <c:pt idx="81750">
                  <c:v>1</c:v>
                </c:pt>
                <c:pt idx="81751">
                  <c:v>1</c:v>
                </c:pt>
                <c:pt idx="81752">
                  <c:v>1</c:v>
                </c:pt>
                <c:pt idx="81753">
                  <c:v>1</c:v>
                </c:pt>
                <c:pt idx="81754">
                  <c:v>2</c:v>
                </c:pt>
                <c:pt idx="81755">
                  <c:v>2</c:v>
                </c:pt>
                <c:pt idx="81756">
                  <c:v>2</c:v>
                </c:pt>
                <c:pt idx="81757">
                  <c:v>6</c:v>
                </c:pt>
                <c:pt idx="81758">
                  <c:v>3</c:v>
                </c:pt>
                <c:pt idx="81759">
                  <c:v>2</c:v>
                </c:pt>
                <c:pt idx="81760">
                  <c:v>2</c:v>
                </c:pt>
                <c:pt idx="81761">
                  <c:v>2</c:v>
                </c:pt>
                <c:pt idx="81762">
                  <c:v>2</c:v>
                </c:pt>
                <c:pt idx="81763">
                  <c:v>2</c:v>
                </c:pt>
                <c:pt idx="81764">
                  <c:v>2</c:v>
                </c:pt>
                <c:pt idx="81765">
                  <c:v>2</c:v>
                </c:pt>
                <c:pt idx="81766">
                  <c:v>2</c:v>
                </c:pt>
                <c:pt idx="81767">
                  <c:v>2</c:v>
                </c:pt>
                <c:pt idx="81768">
                  <c:v>2</c:v>
                </c:pt>
                <c:pt idx="81769">
                  <c:v>1</c:v>
                </c:pt>
                <c:pt idx="81770">
                  <c:v>2</c:v>
                </c:pt>
                <c:pt idx="81771">
                  <c:v>2</c:v>
                </c:pt>
                <c:pt idx="81772">
                  <c:v>4</c:v>
                </c:pt>
                <c:pt idx="81773">
                  <c:v>2</c:v>
                </c:pt>
                <c:pt idx="81774">
                  <c:v>3</c:v>
                </c:pt>
                <c:pt idx="81775">
                  <c:v>2</c:v>
                </c:pt>
                <c:pt idx="81776">
                  <c:v>7</c:v>
                </c:pt>
                <c:pt idx="81777">
                  <c:v>9</c:v>
                </c:pt>
                <c:pt idx="81778">
                  <c:v>1</c:v>
                </c:pt>
                <c:pt idx="81779">
                  <c:v>2</c:v>
                </c:pt>
                <c:pt idx="81780">
                  <c:v>1</c:v>
                </c:pt>
                <c:pt idx="81781">
                  <c:v>1</c:v>
                </c:pt>
                <c:pt idx="81782">
                  <c:v>1</c:v>
                </c:pt>
                <c:pt idx="81783">
                  <c:v>2</c:v>
                </c:pt>
                <c:pt idx="81784">
                  <c:v>2</c:v>
                </c:pt>
                <c:pt idx="81785">
                  <c:v>2</c:v>
                </c:pt>
                <c:pt idx="81786">
                  <c:v>2</c:v>
                </c:pt>
                <c:pt idx="81787">
                  <c:v>1</c:v>
                </c:pt>
                <c:pt idx="81788">
                  <c:v>2</c:v>
                </c:pt>
                <c:pt idx="81789">
                  <c:v>1</c:v>
                </c:pt>
                <c:pt idx="81790">
                  <c:v>2</c:v>
                </c:pt>
                <c:pt idx="81791">
                  <c:v>2</c:v>
                </c:pt>
                <c:pt idx="81792">
                  <c:v>2</c:v>
                </c:pt>
                <c:pt idx="81793">
                  <c:v>3</c:v>
                </c:pt>
                <c:pt idx="81794">
                  <c:v>3</c:v>
                </c:pt>
                <c:pt idx="81795">
                  <c:v>3</c:v>
                </c:pt>
                <c:pt idx="81796">
                  <c:v>3</c:v>
                </c:pt>
                <c:pt idx="81797">
                  <c:v>3</c:v>
                </c:pt>
                <c:pt idx="81798">
                  <c:v>2</c:v>
                </c:pt>
                <c:pt idx="81799">
                  <c:v>4</c:v>
                </c:pt>
                <c:pt idx="81800">
                  <c:v>4</c:v>
                </c:pt>
                <c:pt idx="81801">
                  <c:v>3</c:v>
                </c:pt>
                <c:pt idx="81802">
                  <c:v>3</c:v>
                </c:pt>
                <c:pt idx="81803">
                  <c:v>4</c:v>
                </c:pt>
                <c:pt idx="81804">
                  <c:v>3</c:v>
                </c:pt>
                <c:pt idx="81805">
                  <c:v>5</c:v>
                </c:pt>
                <c:pt idx="81806">
                  <c:v>3</c:v>
                </c:pt>
                <c:pt idx="81807">
                  <c:v>3</c:v>
                </c:pt>
                <c:pt idx="81808">
                  <c:v>4</c:v>
                </c:pt>
                <c:pt idx="81809">
                  <c:v>4</c:v>
                </c:pt>
                <c:pt idx="81810">
                  <c:v>3</c:v>
                </c:pt>
                <c:pt idx="81811">
                  <c:v>2</c:v>
                </c:pt>
                <c:pt idx="81812">
                  <c:v>2</c:v>
                </c:pt>
                <c:pt idx="81813">
                  <c:v>4</c:v>
                </c:pt>
                <c:pt idx="81814">
                  <c:v>4</c:v>
                </c:pt>
                <c:pt idx="81815">
                  <c:v>2</c:v>
                </c:pt>
                <c:pt idx="81816">
                  <c:v>6</c:v>
                </c:pt>
                <c:pt idx="81817">
                  <c:v>2</c:v>
                </c:pt>
                <c:pt idx="81818">
                  <c:v>4</c:v>
                </c:pt>
                <c:pt idx="81819">
                  <c:v>4</c:v>
                </c:pt>
                <c:pt idx="81820">
                  <c:v>1</c:v>
                </c:pt>
                <c:pt idx="81821">
                  <c:v>1</c:v>
                </c:pt>
                <c:pt idx="81822">
                  <c:v>6</c:v>
                </c:pt>
                <c:pt idx="81823">
                  <c:v>4</c:v>
                </c:pt>
                <c:pt idx="81824">
                  <c:v>6</c:v>
                </c:pt>
                <c:pt idx="81825">
                  <c:v>1</c:v>
                </c:pt>
                <c:pt idx="81826">
                  <c:v>1</c:v>
                </c:pt>
                <c:pt idx="81827">
                  <c:v>1</c:v>
                </c:pt>
                <c:pt idx="81828">
                  <c:v>1</c:v>
                </c:pt>
                <c:pt idx="81829">
                  <c:v>1</c:v>
                </c:pt>
                <c:pt idx="81830">
                  <c:v>2</c:v>
                </c:pt>
                <c:pt idx="81831">
                  <c:v>1</c:v>
                </c:pt>
                <c:pt idx="81832">
                  <c:v>1</c:v>
                </c:pt>
                <c:pt idx="81833">
                  <c:v>2</c:v>
                </c:pt>
                <c:pt idx="81834">
                  <c:v>2</c:v>
                </c:pt>
                <c:pt idx="81835">
                  <c:v>2</c:v>
                </c:pt>
                <c:pt idx="81836">
                  <c:v>2</c:v>
                </c:pt>
                <c:pt idx="81837">
                  <c:v>2</c:v>
                </c:pt>
                <c:pt idx="81838">
                  <c:v>4</c:v>
                </c:pt>
                <c:pt idx="81839">
                  <c:v>3</c:v>
                </c:pt>
                <c:pt idx="81840">
                  <c:v>2</c:v>
                </c:pt>
                <c:pt idx="81841">
                  <c:v>2</c:v>
                </c:pt>
                <c:pt idx="81842">
                  <c:v>2</c:v>
                </c:pt>
                <c:pt idx="81843">
                  <c:v>3</c:v>
                </c:pt>
                <c:pt idx="81844">
                  <c:v>5</c:v>
                </c:pt>
                <c:pt idx="81845">
                  <c:v>7</c:v>
                </c:pt>
                <c:pt idx="81846">
                  <c:v>5</c:v>
                </c:pt>
                <c:pt idx="81847">
                  <c:v>5</c:v>
                </c:pt>
                <c:pt idx="81848">
                  <c:v>6</c:v>
                </c:pt>
                <c:pt idx="81849">
                  <c:v>5</c:v>
                </c:pt>
                <c:pt idx="81850">
                  <c:v>5</c:v>
                </c:pt>
                <c:pt idx="81851">
                  <c:v>5</c:v>
                </c:pt>
                <c:pt idx="81852">
                  <c:v>2</c:v>
                </c:pt>
                <c:pt idx="81853">
                  <c:v>2</c:v>
                </c:pt>
                <c:pt idx="81854">
                  <c:v>3</c:v>
                </c:pt>
                <c:pt idx="81855">
                  <c:v>2</c:v>
                </c:pt>
                <c:pt idx="81856">
                  <c:v>2</c:v>
                </c:pt>
                <c:pt idx="81857">
                  <c:v>2</c:v>
                </c:pt>
                <c:pt idx="81858">
                  <c:v>2</c:v>
                </c:pt>
                <c:pt idx="81859">
                  <c:v>6</c:v>
                </c:pt>
                <c:pt idx="81860">
                  <c:v>2</c:v>
                </c:pt>
                <c:pt idx="81861">
                  <c:v>1</c:v>
                </c:pt>
                <c:pt idx="81862">
                  <c:v>2</c:v>
                </c:pt>
                <c:pt idx="81863">
                  <c:v>2</c:v>
                </c:pt>
                <c:pt idx="81864">
                  <c:v>3</c:v>
                </c:pt>
                <c:pt idx="81865">
                  <c:v>4</c:v>
                </c:pt>
                <c:pt idx="81866">
                  <c:v>3</c:v>
                </c:pt>
                <c:pt idx="81867">
                  <c:v>4</c:v>
                </c:pt>
                <c:pt idx="81868">
                  <c:v>4</c:v>
                </c:pt>
                <c:pt idx="81869">
                  <c:v>3</c:v>
                </c:pt>
                <c:pt idx="81870">
                  <c:v>2</c:v>
                </c:pt>
                <c:pt idx="81871">
                  <c:v>4</c:v>
                </c:pt>
                <c:pt idx="81872">
                  <c:v>4</c:v>
                </c:pt>
                <c:pt idx="81873">
                  <c:v>3</c:v>
                </c:pt>
                <c:pt idx="81874">
                  <c:v>6</c:v>
                </c:pt>
                <c:pt idx="81875">
                  <c:v>4</c:v>
                </c:pt>
                <c:pt idx="81876">
                  <c:v>2</c:v>
                </c:pt>
                <c:pt idx="81877">
                  <c:v>2</c:v>
                </c:pt>
                <c:pt idx="81878">
                  <c:v>3</c:v>
                </c:pt>
                <c:pt idx="81879">
                  <c:v>2</c:v>
                </c:pt>
                <c:pt idx="81880">
                  <c:v>1</c:v>
                </c:pt>
                <c:pt idx="81881">
                  <c:v>2</c:v>
                </c:pt>
                <c:pt idx="81882">
                  <c:v>3</c:v>
                </c:pt>
                <c:pt idx="81883">
                  <c:v>3</c:v>
                </c:pt>
                <c:pt idx="81884">
                  <c:v>4</c:v>
                </c:pt>
                <c:pt idx="81885">
                  <c:v>2</c:v>
                </c:pt>
                <c:pt idx="81886">
                  <c:v>5</c:v>
                </c:pt>
                <c:pt idx="81887">
                  <c:v>5</c:v>
                </c:pt>
                <c:pt idx="81888">
                  <c:v>4</c:v>
                </c:pt>
                <c:pt idx="81889">
                  <c:v>2</c:v>
                </c:pt>
                <c:pt idx="81890">
                  <c:v>2</c:v>
                </c:pt>
                <c:pt idx="81891">
                  <c:v>1</c:v>
                </c:pt>
                <c:pt idx="81892">
                  <c:v>4</c:v>
                </c:pt>
                <c:pt idx="81893">
                  <c:v>2</c:v>
                </c:pt>
                <c:pt idx="81894">
                  <c:v>2</c:v>
                </c:pt>
                <c:pt idx="81895">
                  <c:v>3</c:v>
                </c:pt>
                <c:pt idx="81896">
                  <c:v>2</c:v>
                </c:pt>
                <c:pt idx="81897">
                  <c:v>2</c:v>
                </c:pt>
                <c:pt idx="81898">
                  <c:v>4</c:v>
                </c:pt>
                <c:pt idx="81899">
                  <c:v>3</c:v>
                </c:pt>
                <c:pt idx="81900">
                  <c:v>2</c:v>
                </c:pt>
                <c:pt idx="81901">
                  <c:v>3</c:v>
                </c:pt>
                <c:pt idx="81902">
                  <c:v>1</c:v>
                </c:pt>
                <c:pt idx="81903">
                  <c:v>3</c:v>
                </c:pt>
                <c:pt idx="81904">
                  <c:v>2</c:v>
                </c:pt>
                <c:pt idx="81905">
                  <c:v>1</c:v>
                </c:pt>
                <c:pt idx="81906">
                  <c:v>11</c:v>
                </c:pt>
                <c:pt idx="81907">
                  <c:v>11</c:v>
                </c:pt>
                <c:pt idx="81908">
                  <c:v>2</c:v>
                </c:pt>
                <c:pt idx="81909">
                  <c:v>4</c:v>
                </c:pt>
                <c:pt idx="81910">
                  <c:v>3</c:v>
                </c:pt>
                <c:pt idx="81911">
                  <c:v>1</c:v>
                </c:pt>
                <c:pt idx="81912">
                  <c:v>2</c:v>
                </c:pt>
                <c:pt idx="81913">
                  <c:v>2</c:v>
                </c:pt>
                <c:pt idx="81914">
                  <c:v>2</c:v>
                </c:pt>
                <c:pt idx="81915">
                  <c:v>5</c:v>
                </c:pt>
                <c:pt idx="81916">
                  <c:v>2</c:v>
                </c:pt>
                <c:pt idx="81917">
                  <c:v>2</c:v>
                </c:pt>
                <c:pt idx="81918">
                  <c:v>-5</c:v>
                </c:pt>
                <c:pt idx="81919">
                  <c:v>5</c:v>
                </c:pt>
                <c:pt idx="81920">
                  <c:v>6</c:v>
                </c:pt>
                <c:pt idx="81921">
                  <c:v>6</c:v>
                </c:pt>
                <c:pt idx="81922">
                  <c:v>3</c:v>
                </c:pt>
                <c:pt idx="81923">
                  <c:v>3</c:v>
                </c:pt>
                <c:pt idx="81924">
                  <c:v>4</c:v>
                </c:pt>
                <c:pt idx="81925">
                  <c:v>5</c:v>
                </c:pt>
                <c:pt idx="81926">
                  <c:v>5</c:v>
                </c:pt>
                <c:pt idx="81927">
                  <c:v>5</c:v>
                </c:pt>
                <c:pt idx="81928">
                  <c:v>5</c:v>
                </c:pt>
                <c:pt idx="81929">
                  <c:v>3</c:v>
                </c:pt>
                <c:pt idx="81930">
                  <c:v>5</c:v>
                </c:pt>
                <c:pt idx="81931">
                  <c:v>12</c:v>
                </c:pt>
                <c:pt idx="81932">
                  <c:v>13</c:v>
                </c:pt>
                <c:pt idx="81933">
                  <c:v>13</c:v>
                </c:pt>
                <c:pt idx="81934">
                  <c:v>9</c:v>
                </c:pt>
                <c:pt idx="81935">
                  <c:v>3</c:v>
                </c:pt>
                <c:pt idx="81936">
                  <c:v>2</c:v>
                </c:pt>
                <c:pt idx="81937">
                  <c:v>1</c:v>
                </c:pt>
                <c:pt idx="81938">
                  <c:v>1</c:v>
                </c:pt>
                <c:pt idx="81939">
                  <c:v>1</c:v>
                </c:pt>
                <c:pt idx="81940">
                  <c:v>1</c:v>
                </c:pt>
                <c:pt idx="81941">
                  <c:v>2</c:v>
                </c:pt>
                <c:pt idx="81942">
                  <c:v>2</c:v>
                </c:pt>
                <c:pt idx="81943">
                  <c:v>3</c:v>
                </c:pt>
                <c:pt idx="81944">
                  <c:v>1</c:v>
                </c:pt>
                <c:pt idx="81945">
                  <c:v>1</c:v>
                </c:pt>
                <c:pt idx="81946">
                  <c:v>1</c:v>
                </c:pt>
                <c:pt idx="81947">
                  <c:v>1</c:v>
                </c:pt>
                <c:pt idx="81948">
                  <c:v>1</c:v>
                </c:pt>
                <c:pt idx="81949">
                  <c:v>3</c:v>
                </c:pt>
                <c:pt idx="81950">
                  <c:v>3</c:v>
                </c:pt>
                <c:pt idx="81951">
                  <c:v>2</c:v>
                </c:pt>
                <c:pt idx="81952">
                  <c:v>2</c:v>
                </c:pt>
                <c:pt idx="81953">
                  <c:v>1</c:v>
                </c:pt>
                <c:pt idx="81954">
                  <c:v>1</c:v>
                </c:pt>
                <c:pt idx="81955">
                  <c:v>1</c:v>
                </c:pt>
                <c:pt idx="81956">
                  <c:v>2</c:v>
                </c:pt>
                <c:pt idx="81957">
                  <c:v>1</c:v>
                </c:pt>
                <c:pt idx="81958">
                  <c:v>1</c:v>
                </c:pt>
                <c:pt idx="81959">
                  <c:v>1</c:v>
                </c:pt>
                <c:pt idx="81960">
                  <c:v>1</c:v>
                </c:pt>
                <c:pt idx="81961">
                  <c:v>1</c:v>
                </c:pt>
                <c:pt idx="81962">
                  <c:v>1</c:v>
                </c:pt>
                <c:pt idx="81963">
                  <c:v>1</c:v>
                </c:pt>
                <c:pt idx="81964">
                  <c:v>2</c:v>
                </c:pt>
                <c:pt idx="81965">
                  <c:v>1</c:v>
                </c:pt>
                <c:pt idx="81966">
                  <c:v>1</c:v>
                </c:pt>
                <c:pt idx="81967">
                  <c:v>1</c:v>
                </c:pt>
                <c:pt idx="81968">
                  <c:v>1</c:v>
                </c:pt>
                <c:pt idx="81969">
                  <c:v>1</c:v>
                </c:pt>
                <c:pt idx="81970">
                  <c:v>1</c:v>
                </c:pt>
                <c:pt idx="81971">
                  <c:v>2</c:v>
                </c:pt>
                <c:pt idx="81972">
                  <c:v>3</c:v>
                </c:pt>
                <c:pt idx="81973">
                  <c:v>3</c:v>
                </c:pt>
                <c:pt idx="81974">
                  <c:v>2</c:v>
                </c:pt>
                <c:pt idx="81975">
                  <c:v>2</c:v>
                </c:pt>
                <c:pt idx="81976">
                  <c:v>7</c:v>
                </c:pt>
                <c:pt idx="81977">
                  <c:v>3</c:v>
                </c:pt>
                <c:pt idx="81978">
                  <c:v>7</c:v>
                </c:pt>
                <c:pt idx="81979">
                  <c:v>2</c:v>
                </c:pt>
                <c:pt idx="81980">
                  <c:v>1</c:v>
                </c:pt>
                <c:pt idx="81981">
                  <c:v>2</c:v>
                </c:pt>
                <c:pt idx="81982">
                  <c:v>5</c:v>
                </c:pt>
                <c:pt idx="81983">
                  <c:v>3</c:v>
                </c:pt>
                <c:pt idx="81984">
                  <c:v>3</c:v>
                </c:pt>
                <c:pt idx="81985">
                  <c:v>2</c:v>
                </c:pt>
                <c:pt idx="81986">
                  <c:v>2</c:v>
                </c:pt>
                <c:pt idx="81987">
                  <c:v>1</c:v>
                </c:pt>
                <c:pt idx="81988">
                  <c:v>2</c:v>
                </c:pt>
                <c:pt idx="81989">
                  <c:v>2</c:v>
                </c:pt>
                <c:pt idx="81990">
                  <c:v>2</c:v>
                </c:pt>
                <c:pt idx="81991">
                  <c:v>2</c:v>
                </c:pt>
                <c:pt idx="81992">
                  <c:v>2</c:v>
                </c:pt>
                <c:pt idx="81993">
                  <c:v>3</c:v>
                </c:pt>
                <c:pt idx="81994">
                  <c:v>2</c:v>
                </c:pt>
                <c:pt idx="81995">
                  <c:v>2</c:v>
                </c:pt>
                <c:pt idx="81996">
                  <c:v>1</c:v>
                </c:pt>
                <c:pt idx="81997">
                  <c:v>6</c:v>
                </c:pt>
                <c:pt idx="81998">
                  <c:v>2</c:v>
                </c:pt>
                <c:pt idx="81999">
                  <c:v>3</c:v>
                </c:pt>
                <c:pt idx="82000">
                  <c:v>1</c:v>
                </c:pt>
                <c:pt idx="82001">
                  <c:v>3</c:v>
                </c:pt>
                <c:pt idx="82002">
                  <c:v>4</c:v>
                </c:pt>
                <c:pt idx="82003">
                  <c:v>3</c:v>
                </c:pt>
                <c:pt idx="82004">
                  <c:v>3</c:v>
                </c:pt>
                <c:pt idx="82005">
                  <c:v>3</c:v>
                </c:pt>
                <c:pt idx="82006">
                  <c:v>4</c:v>
                </c:pt>
                <c:pt idx="82007">
                  <c:v>3</c:v>
                </c:pt>
                <c:pt idx="82008">
                  <c:v>3</c:v>
                </c:pt>
                <c:pt idx="82009">
                  <c:v>6</c:v>
                </c:pt>
                <c:pt idx="82010">
                  <c:v>5</c:v>
                </c:pt>
                <c:pt idx="82011">
                  <c:v>5</c:v>
                </c:pt>
                <c:pt idx="82012">
                  <c:v>6</c:v>
                </c:pt>
                <c:pt idx="82013">
                  <c:v>5</c:v>
                </c:pt>
                <c:pt idx="82014">
                  <c:v>2</c:v>
                </c:pt>
                <c:pt idx="82015">
                  <c:v>4</c:v>
                </c:pt>
                <c:pt idx="82016">
                  <c:v>2</c:v>
                </c:pt>
                <c:pt idx="82017">
                  <c:v>2</c:v>
                </c:pt>
                <c:pt idx="82018">
                  <c:v>3</c:v>
                </c:pt>
                <c:pt idx="82019">
                  <c:v>3</c:v>
                </c:pt>
                <c:pt idx="82020">
                  <c:v>3</c:v>
                </c:pt>
                <c:pt idx="82021">
                  <c:v>5</c:v>
                </c:pt>
                <c:pt idx="82022">
                  <c:v>5</c:v>
                </c:pt>
                <c:pt idx="82023">
                  <c:v>5</c:v>
                </c:pt>
                <c:pt idx="82024">
                  <c:v>2</c:v>
                </c:pt>
                <c:pt idx="82025">
                  <c:v>2</c:v>
                </c:pt>
                <c:pt idx="82026">
                  <c:v>2</c:v>
                </c:pt>
                <c:pt idx="82027">
                  <c:v>2</c:v>
                </c:pt>
                <c:pt idx="82028">
                  <c:v>2</c:v>
                </c:pt>
                <c:pt idx="82029">
                  <c:v>2</c:v>
                </c:pt>
                <c:pt idx="82030">
                  <c:v>3</c:v>
                </c:pt>
                <c:pt idx="82031">
                  <c:v>4</c:v>
                </c:pt>
                <c:pt idx="82032">
                  <c:v>4</c:v>
                </c:pt>
                <c:pt idx="82033">
                  <c:v>10</c:v>
                </c:pt>
                <c:pt idx="82034">
                  <c:v>5</c:v>
                </c:pt>
                <c:pt idx="82035">
                  <c:v>1</c:v>
                </c:pt>
                <c:pt idx="82036">
                  <c:v>2</c:v>
                </c:pt>
                <c:pt idx="82037">
                  <c:v>6</c:v>
                </c:pt>
                <c:pt idx="82038">
                  <c:v>8</c:v>
                </c:pt>
                <c:pt idx="82039">
                  <c:v>4</c:v>
                </c:pt>
                <c:pt idx="82040">
                  <c:v>3</c:v>
                </c:pt>
                <c:pt idx="82041">
                  <c:v>3</c:v>
                </c:pt>
                <c:pt idx="82042">
                  <c:v>2</c:v>
                </c:pt>
                <c:pt idx="82043">
                  <c:v>3</c:v>
                </c:pt>
                <c:pt idx="82044">
                  <c:v>2</c:v>
                </c:pt>
                <c:pt idx="82045">
                  <c:v>3</c:v>
                </c:pt>
                <c:pt idx="82046">
                  <c:v>3</c:v>
                </c:pt>
                <c:pt idx="82047">
                  <c:v>4</c:v>
                </c:pt>
                <c:pt idx="82048">
                  <c:v>3</c:v>
                </c:pt>
                <c:pt idx="82049">
                  <c:v>5</c:v>
                </c:pt>
                <c:pt idx="82050">
                  <c:v>4</c:v>
                </c:pt>
                <c:pt idx="82051">
                  <c:v>4</c:v>
                </c:pt>
                <c:pt idx="82052">
                  <c:v>5</c:v>
                </c:pt>
                <c:pt idx="82053">
                  <c:v>2</c:v>
                </c:pt>
                <c:pt idx="82054">
                  <c:v>2</c:v>
                </c:pt>
                <c:pt idx="82055">
                  <c:v>2</c:v>
                </c:pt>
                <c:pt idx="82056">
                  <c:v>2</c:v>
                </c:pt>
                <c:pt idx="82057">
                  <c:v>2</c:v>
                </c:pt>
                <c:pt idx="82058">
                  <c:v>2</c:v>
                </c:pt>
                <c:pt idx="82059">
                  <c:v>2</c:v>
                </c:pt>
                <c:pt idx="82060">
                  <c:v>1</c:v>
                </c:pt>
                <c:pt idx="82061">
                  <c:v>1</c:v>
                </c:pt>
                <c:pt idx="82062">
                  <c:v>2</c:v>
                </c:pt>
                <c:pt idx="82063">
                  <c:v>4</c:v>
                </c:pt>
                <c:pt idx="82064">
                  <c:v>1</c:v>
                </c:pt>
                <c:pt idx="82065">
                  <c:v>1</c:v>
                </c:pt>
                <c:pt idx="82066">
                  <c:v>1</c:v>
                </c:pt>
                <c:pt idx="82067">
                  <c:v>0</c:v>
                </c:pt>
                <c:pt idx="82068">
                  <c:v>3</c:v>
                </c:pt>
                <c:pt idx="82069">
                  <c:v>1</c:v>
                </c:pt>
                <c:pt idx="82070">
                  <c:v>2</c:v>
                </c:pt>
                <c:pt idx="82071">
                  <c:v>3</c:v>
                </c:pt>
                <c:pt idx="82072">
                  <c:v>2</c:v>
                </c:pt>
                <c:pt idx="82073">
                  <c:v>2</c:v>
                </c:pt>
                <c:pt idx="82074">
                  <c:v>2</c:v>
                </c:pt>
                <c:pt idx="82075">
                  <c:v>3</c:v>
                </c:pt>
                <c:pt idx="82076">
                  <c:v>3</c:v>
                </c:pt>
                <c:pt idx="82077">
                  <c:v>1</c:v>
                </c:pt>
                <c:pt idx="82078">
                  <c:v>3</c:v>
                </c:pt>
                <c:pt idx="82079">
                  <c:v>2</c:v>
                </c:pt>
                <c:pt idx="82080">
                  <c:v>3</c:v>
                </c:pt>
                <c:pt idx="82081">
                  <c:v>2</c:v>
                </c:pt>
                <c:pt idx="82082">
                  <c:v>2</c:v>
                </c:pt>
                <c:pt idx="82083">
                  <c:v>2</c:v>
                </c:pt>
                <c:pt idx="82084">
                  <c:v>2</c:v>
                </c:pt>
                <c:pt idx="82085">
                  <c:v>2</c:v>
                </c:pt>
                <c:pt idx="82086">
                  <c:v>4</c:v>
                </c:pt>
                <c:pt idx="82087">
                  <c:v>4</c:v>
                </c:pt>
                <c:pt idx="82088">
                  <c:v>3</c:v>
                </c:pt>
                <c:pt idx="82089">
                  <c:v>4</c:v>
                </c:pt>
                <c:pt idx="82090">
                  <c:v>3</c:v>
                </c:pt>
                <c:pt idx="82091">
                  <c:v>4</c:v>
                </c:pt>
                <c:pt idx="82092">
                  <c:v>3</c:v>
                </c:pt>
                <c:pt idx="82093">
                  <c:v>1</c:v>
                </c:pt>
                <c:pt idx="82094">
                  <c:v>4</c:v>
                </c:pt>
                <c:pt idx="82095">
                  <c:v>3</c:v>
                </c:pt>
                <c:pt idx="82096">
                  <c:v>3</c:v>
                </c:pt>
                <c:pt idx="82097">
                  <c:v>3</c:v>
                </c:pt>
                <c:pt idx="82098">
                  <c:v>6</c:v>
                </c:pt>
                <c:pt idx="82099">
                  <c:v>2</c:v>
                </c:pt>
                <c:pt idx="82100">
                  <c:v>3</c:v>
                </c:pt>
                <c:pt idx="82101">
                  <c:v>2</c:v>
                </c:pt>
                <c:pt idx="82102">
                  <c:v>2</c:v>
                </c:pt>
                <c:pt idx="82103">
                  <c:v>3</c:v>
                </c:pt>
                <c:pt idx="82104">
                  <c:v>2</c:v>
                </c:pt>
                <c:pt idx="82105">
                  <c:v>1</c:v>
                </c:pt>
                <c:pt idx="82106">
                  <c:v>3</c:v>
                </c:pt>
                <c:pt idx="82107">
                  <c:v>3</c:v>
                </c:pt>
                <c:pt idx="82108">
                  <c:v>1</c:v>
                </c:pt>
                <c:pt idx="82109">
                  <c:v>1</c:v>
                </c:pt>
                <c:pt idx="82110">
                  <c:v>5</c:v>
                </c:pt>
                <c:pt idx="82111">
                  <c:v>3</c:v>
                </c:pt>
                <c:pt idx="82112">
                  <c:v>3</c:v>
                </c:pt>
                <c:pt idx="82113">
                  <c:v>2</c:v>
                </c:pt>
                <c:pt idx="82114">
                  <c:v>2</c:v>
                </c:pt>
                <c:pt idx="82115">
                  <c:v>4</c:v>
                </c:pt>
                <c:pt idx="82116">
                  <c:v>2</c:v>
                </c:pt>
                <c:pt idx="82117">
                  <c:v>4</c:v>
                </c:pt>
                <c:pt idx="82118">
                  <c:v>5</c:v>
                </c:pt>
                <c:pt idx="82119">
                  <c:v>3</c:v>
                </c:pt>
                <c:pt idx="82120">
                  <c:v>4</c:v>
                </c:pt>
                <c:pt idx="82121">
                  <c:v>1</c:v>
                </c:pt>
                <c:pt idx="82122">
                  <c:v>3</c:v>
                </c:pt>
                <c:pt idx="82123">
                  <c:v>1</c:v>
                </c:pt>
                <c:pt idx="82124">
                  <c:v>2</c:v>
                </c:pt>
                <c:pt idx="82125">
                  <c:v>2</c:v>
                </c:pt>
                <c:pt idx="82126">
                  <c:v>2</c:v>
                </c:pt>
                <c:pt idx="82127">
                  <c:v>3</c:v>
                </c:pt>
                <c:pt idx="82128">
                  <c:v>1</c:v>
                </c:pt>
                <c:pt idx="82129">
                  <c:v>3</c:v>
                </c:pt>
                <c:pt idx="82130">
                  <c:v>2</c:v>
                </c:pt>
                <c:pt idx="82131">
                  <c:v>1</c:v>
                </c:pt>
                <c:pt idx="82132">
                  <c:v>2</c:v>
                </c:pt>
                <c:pt idx="82133">
                  <c:v>1</c:v>
                </c:pt>
                <c:pt idx="82134">
                  <c:v>2</c:v>
                </c:pt>
                <c:pt idx="82135">
                  <c:v>2</c:v>
                </c:pt>
                <c:pt idx="82136">
                  <c:v>3</c:v>
                </c:pt>
                <c:pt idx="82137">
                  <c:v>1</c:v>
                </c:pt>
                <c:pt idx="82138">
                  <c:v>2</c:v>
                </c:pt>
                <c:pt idx="82139">
                  <c:v>2</c:v>
                </c:pt>
                <c:pt idx="82140">
                  <c:v>2</c:v>
                </c:pt>
                <c:pt idx="82141">
                  <c:v>3</c:v>
                </c:pt>
                <c:pt idx="82142">
                  <c:v>3</c:v>
                </c:pt>
                <c:pt idx="82143">
                  <c:v>3</c:v>
                </c:pt>
                <c:pt idx="82144">
                  <c:v>3</c:v>
                </c:pt>
                <c:pt idx="82145">
                  <c:v>5</c:v>
                </c:pt>
                <c:pt idx="82146">
                  <c:v>3</c:v>
                </c:pt>
                <c:pt idx="82147">
                  <c:v>2</c:v>
                </c:pt>
                <c:pt idx="82148">
                  <c:v>2</c:v>
                </c:pt>
                <c:pt idx="82149">
                  <c:v>4</c:v>
                </c:pt>
                <c:pt idx="82150">
                  <c:v>4</c:v>
                </c:pt>
                <c:pt idx="82151">
                  <c:v>4</c:v>
                </c:pt>
                <c:pt idx="82152">
                  <c:v>8</c:v>
                </c:pt>
                <c:pt idx="82153">
                  <c:v>5</c:v>
                </c:pt>
                <c:pt idx="82154">
                  <c:v>6</c:v>
                </c:pt>
                <c:pt idx="82155">
                  <c:v>2</c:v>
                </c:pt>
                <c:pt idx="82156">
                  <c:v>2</c:v>
                </c:pt>
                <c:pt idx="82157">
                  <c:v>2</c:v>
                </c:pt>
                <c:pt idx="82158">
                  <c:v>2</c:v>
                </c:pt>
                <c:pt idx="82159">
                  <c:v>2</c:v>
                </c:pt>
                <c:pt idx="82160">
                  <c:v>2</c:v>
                </c:pt>
                <c:pt idx="82161">
                  <c:v>2</c:v>
                </c:pt>
                <c:pt idx="82162">
                  <c:v>2</c:v>
                </c:pt>
                <c:pt idx="82163">
                  <c:v>2</c:v>
                </c:pt>
                <c:pt idx="82164">
                  <c:v>2</c:v>
                </c:pt>
                <c:pt idx="82165">
                  <c:v>2</c:v>
                </c:pt>
                <c:pt idx="82166">
                  <c:v>2</c:v>
                </c:pt>
                <c:pt idx="82167">
                  <c:v>2</c:v>
                </c:pt>
                <c:pt idx="82168">
                  <c:v>2</c:v>
                </c:pt>
                <c:pt idx="82169">
                  <c:v>2</c:v>
                </c:pt>
                <c:pt idx="82170">
                  <c:v>2</c:v>
                </c:pt>
                <c:pt idx="82171">
                  <c:v>2</c:v>
                </c:pt>
                <c:pt idx="82172">
                  <c:v>2</c:v>
                </c:pt>
                <c:pt idx="82173">
                  <c:v>4</c:v>
                </c:pt>
                <c:pt idx="82174">
                  <c:v>1</c:v>
                </c:pt>
                <c:pt idx="82175">
                  <c:v>1</c:v>
                </c:pt>
                <c:pt idx="82176">
                  <c:v>1</c:v>
                </c:pt>
                <c:pt idx="82177">
                  <c:v>1</c:v>
                </c:pt>
                <c:pt idx="82178">
                  <c:v>1</c:v>
                </c:pt>
                <c:pt idx="82179">
                  <c:v>1</c:v>
                </c:pt>
                <c:pt idx="82180">
                  <c:v>2</c:v>
                </c:pt>
                <c:pt idx="82181">
                  <c:v>2</c:v>
                </c:pt>
                <c:pt idx="82182">
                  <c:v>1</c:v>
                </c:pt>
                <c:pt idx="82183">
                  <c:v>2</c:v>
                </c:pt>
                <c:pt idx="82184">
                  <c:v>2</c:v>
                </c:pt>
                <c:pt idx="82185">
                  <c:v>2</c:v>
                </c:pt>
                <c:pt idx="82186">
                  <c:v>4</c:v>
                </c:pt>
                <c:pt idx="82187">
                  <c:v>8</c:v>
                </c:pt>
                <c:pt idx="82188">
                  <c:v>5</c:v>
                </c:pt>
                <c:pt idx="82189">
                  <c:v>6</c:v>
                </c:pt>
                <c:pt idx="82190">
                  <c:v>6</c:v>
                </c:pt>
                <c:pt idx="82191">
                  <c:v>4</c:v>
                </c:pt>
                <c:pt idx="82192">
                  <c:v>3</c:v>
                </c:pt>
                <c:pt idx="82193">
                  <c:v>6</c:v>
                </c:pt>
                <c:pt idx="82194">
                  <c:v>4</c:v>
                </c:pt>
                <c:pt idx="82195">
                  <c:v>4</c:v>
                </c:pt>
                <c:pt idx="82196">
                  <c:v>5</c:v>
                </c:pt>
                <c:pt idx="82197">
                  <c:v>5</c:v>
                </c:pt>
                <c:pt idx="82198">
                  <c:v>6</c:v>
                </c:pt>
                <c:pt idx="82199">
                  <c:v>2</c:v>
                </c:pt>
                <c:pt idx="82200">
                  <c:v>2</c:v>
                </c:pt>
                <c:pt idx="82201">
                  <c:v>3</c:v>
                </c:pt>
                <c:pt idx="82202">
                  <c:v>2</c:v>
                </c:pt>
                <c:pt idx="82203">
                  <c:v>1</c:v>
                </c:pt>
                <c:pt idx="82204">
                  <c:v>2</c:v>
                </c:pt>
                <c:pt idx="82205">
                  <c:v>2</c:v>
                </c:pt>
                <c:pt idx="82206">
                  <c:v>4</c:v>
                </c:pt>
                <c:pt idx="82207">
                  <c:v>2</c:v>
                </c:pt>
                <c:pt idx="82208">
                  <c:v>3</c:v>
                </c:pt>
                <c:pt idx="82209">
                  <c:v>1</c:v>
                </c:pt>
                <c:pt idx="82210">
                  <c:v>4</c:v>
                </c:pt>
                <c:pt idx="82211">
                  <c:v>2</c:v>
                </c:pt>
                <c:pt idx="82212">
                  <c:v>5</c:v>
                </c:pt>
                <c:pt idx="82213">
                  <c:v>2</c:v>
                </c:pt>
                <c:pt idx="82214">
                  <c:v>-1</c:v>
                </c:pt>
                <c:pt idx="82215">
                  <c:v>1</c:v>
                </c:pt>
                <c:pt idx="82216">
                  <c:v>0</c:v>
                </c:pt>
                <c:pt idx="82217">
                  <c:v>2</c:v>
                </c:pt>
                <c:pt idx="82218">
                  <c:v>3</c:v>
                </c:pt>
                <c:pt idx="82219">
                  <c:v>2</c:v>
                </c:pt>
                <c:pt idx="82220">
                  <c:v>1</c:v>
                </c:pt>
                <c:pt idx="82221">
                  <c:v>1</c:v>
                </c:pt>
                <c:pt idx="82222">
                  <c:v>1</c:v>
                </c:pt>
                <c:pt idx="82223">
                  <c:v>3</c:v>
                </c:pt>
                <c:pt idx="82224">
                  <c:v>2</c:v>
                </c:pt>
                <c:pt idx="82225">
                  <c:v>3</c:v>
                </c:pt>
                <c:pt idx="82226">
                  <c:v>2</c:v>
                </c:pt>
                <c:pt idx="82227">
                  <c:v>1</c:v>
                </c:pt>
                <c:pt idx="82228">
                  <c:v>4</c:v>
                </c:pt>
                <c:pt idx="82229">
                  <c:v>7</c:v>
                </c:pt>
                <c:pt idx="82230">
                  <c:v>2</c:v>
                </c:pt>
                <c:pt idx="82231">
                  <c:v>2</c:v>
                </c:pt>
                <c:pt idx="82232">
                  <c:v>1</c:v>
                </c:pt>
                <c:pt idx="82233">
                  <c:v>2</c:v>
                </c:pt>
                <c:pt idx="82234">
                  <c:v>2</c:v>
                </c:pt>
                <c:pt idx="82235">
                  <c:v>4</c:v>
                </c:pt>
                <c:pt idx="82236">
                  <c:v>5</c:v>
                </c:pt>
                <c:pt idx="82237">
                  <c:v>3</c:v>
                </c:pt>
                <c:pt idx="82238">
                  <c:v>4</c:v>
                </c:pt>
                <c:pt idx="82239">
                  <c:v>2</c:v>
                </c:pt>
                <c:pt idx="82240">
                  <c:v>2</c:v>
                </c:pt>
                <c:pt idx="82241">
                  <c:v>3</c:v>
                </c:pt>
                <c:pt idx="82242">
                  <c:v>2</c:v>
                </c:pt>
                <c:pt idx="82243">
                  <c:v>3</c:v>
                </c:pt>
                <c:pt idx="82244">
                  <c:v>3</c:v>
                </c:pt>
                <c:pt idx="82245">
                  <c:v>3</c:v>
                </c:pt>
                <c:pt idx="82246">
                  <c:v>2</c:v>
                </c:pt>
                <c:pt idx="82247">
                  <c:v>3</c:v>
                </c:pt>
                <c:pt idx="82248">
                  <c:v>15</c:v>
                </c:pt>
                <c:pt idx="82249">
                  <c:v>6</c:v>
                </c:pt>
                <c:pt idx="82250">
                  <c:v>9</c:v>
                </c:pt>
                <c:pt idx="82251">
                  <c:v>4</c:v>
                </c:pt>
                <c:pt idx="82252">
                  <c:v>6</c:v>
                </c:pt>
                <c:pt idx="82253">
                  <c:v>3</c:v>
                </c:pt>
                <c:pt idx="82254">
                  <c:v>4</c:v>
                </c:pt>
                <c:pt idx="82255">
                  <c:v>7</c:v>
                </c:pt>
                <c:pt idx="82256">
                  <c:v>2</c:v>
                </c:pt>
                <c:pt idx="82257">
                  <c:v>2</c:v>
                </c:pt>
                <c:pt idx="82258">
                  <c:v>2</c:v>
                </c:pt>
                <c:pt idx="82259">
                  <c:v>2</c:v>
                </c:pt>
                <c:pt idx="82260">
                  <c:v>3</c:v>
                </c:pt>
                <c:pt idx="82261">
                  <c:v>1</c:v>
                </c:pt>
                <c:pt idx="82262">
                  <c:v>3</c:v>
                </c:pt>
                <c:pt idx="82263">
                  <c:v>2</c:v>
                </c:pt>
                <c:pt idx="82264">
                  <c:v>3</c:v>
                </c:pt>
                <c:pt idx="82265">
                  <c:v>1</c:v>
                </c:pt>
                <c:pt idx="82266">
                  <c:v>2</c:v>
                </c:pt>
                <c:pt idx="82267">
                  <c:v>2</c:v>
                </c:pt>
                <c:pt idx="82268">
                  <c:v>1</c:v>
                </c:pt>
                <c:pt idx="82269">
                  <c:v>2</c:v>
                </c:pt>
                <c:pt idx="82270">
                  <c:v>1</c:v>
                </c:pt>
                <c:pt idx="82271">
                  <c:v>3</c:v>
                </c:pt>
                <c:pt idx="82272">
                  <c:v>3</c:v>
                </c:pt>
                <c:pt idx="82273">
                  <c:v>3</c:v>
                </c:pt>
                <c:pt idx="82274">
                  <c:v>2</c:v>
                </c:pt>
                <c:pt idx="82275">
                  <c:v>1</c:v>
                </c:pt>
                <c:pt idx="82276">
                  <c:v>2</c:v>
                </c:pt>
                <c:pt idx="82277">
                  <c:v>1</c:v>
                </c:pt>
                <c:pt idx="82278">
                  <c:v>1</c:v>
                </c:pt>
                <c:pt idx="82279">
                  <c:v>1</c:v>
                </c:pt>
                <c:pt idx="82280">
                  <c:v>2</c:v>
                </c:pt>
                <c:pt idx="82281">
                  <c:v>1</c:v>
                </c:pt>
                <c:pt idx="82282">
                  <c:v>1</c:v>
                </c:pt>
                <c:pt idx="82283">
                  <c:v>4</c:v>
                </c:pt>
                <c:pt idx="82284">
                  <c:v>4</c:v>
                </c:pt>
                <c:pt idx="82285">
                  <c:v>4</c:v>
                </c:pt>
                <c:pt idx="82286">
                  <c:v>2</c:v>
                </c:pt>
                <c:pt idx="82287">
                  <c:v>4</c:v>
                </c:pt>
                <c:pt idx="82288">
                  <c:v>3</c:v>
                </c:pt>
                <c:pt idx="82289">
                  <c:v>5</c:v>
                </c:pt>
                <c:pt idx="82290">
                  <c:v>1</c:v>
                </c:pt>
                <c:pt idx="82291">
                  <c:v>2</c:v>
                </c:pt>
                <c:pt idx="82292">
                  <c:v>2</c:v>
                </c:pt>
                <c:pt idx="82293">
                  <c:v>1</c:v>
                </c:pt>
                <c:pt idx="82294">
                  <c:v>1</c:v>
                </c:pt>
                <c:pt idx="82295">
                  <c:v>2</c:v>
                </c:pt>
                <c:pt idx="82296">
                  <c:v>1</c:v>
                </c:pt>
                <c:pt idx="82297">
                  <c:v>1</c:v>
                </c:pt>
                <c:pt idx="82298">
                  <c:v>5</c:v>
                </c:pt>
                <c:pt idx="82299">
                  <c:v>5</c:v>
                </c:pt>
                <c:pt idx="82300">
                  <c:v>1</c:v>
                </c:pt>
                <c:pt idx="82301">
                  <c:v>1</c:v>
                </c:pt>
                <c:pt idx="82302">
                  <c:v>1</c:v>
                </c:pt>
                <c:pt idx="82303">
                  <c:v>1</c:v>
                </c:pt>
                <c:pt idx="82304">
                  <c:v>2</c:v>
                </c:pt>
                <c:pt idx="82305">
                  <c:v>1</c:v>
                </c:pt>
                <c:pt idx="82306">
                  <c:v>1</c:v>
                </c:pt>
                <c:pt idx="82307">
                  <c:v>1</c:v>
                </c:pt>
                <c:pt idx="82308">
                  <c:v>1</c:v>
                </c:pt>
                <c:pt idx="82309">
                  <c:v>2</c:v>
                </c:pt>
                <c:pt idx="82310">
                  <c:v>2</c:v>
                </c:pt>
                <c:pt idx="82311">
                  <c:v>1</c:v>
                </c:pt>
                <c:pt idx="82312">
                  <c:v>2</c:v>
                </c:pt>
                <c:pt idx="82313">
                  <c:v>1</c:v>
                </c:pt>
                <c:pt idx="82314">
                  <c:v>3</c:v>
                </c:pt>
                <c:pt idx="82315">
                  <c:v>2</c:v>
                </c:pt>
                <c:pt idx="82316">
                  <c:v>3</c:v>
                </c:pt>
                <c:pt idx="82317">
                  <c:v>2</c:v>
                </c:pt>
                <c:pt idx="82318">
                  <c:v>2</c:v>
                </c:pt>
                <c:pt idx="82319">
                  <c:v>4</c:v>
                </c:pt>
                <c:pt idx="82320">
                  <c:v>1</c:v>
                </c:pt>
                <c:pt idx="82321">
                  <c:v>1</c:v>
                </c:pt>
                <c:pt idx="82322">
                  <c:v>2</c:v>
                </c:pt>
                <c:pt idx="82323">
                  <c:v>1</c:v>
                </c:pt>
                <c:pt idx="82324">
                  <c:v>1</c:v>
                </c:pt>
                <c:pt idx="82325">
                  <c:v>1</c:v>
                </c:pt>
                <c:pt idx="82326">
                  <c:v>1</c:v>
                </c:pt>
                <c:pt idx="82327">
                  <c:v>1</c:v>
                </c:pt>
                <c:pt idx="82328">
                  <c:v>2</c:v>
                </c:pt>
                <c:pt idx="82329">
                  <c:v>0</c:v>
                </c:pt>
                <c:pt idx="82330">
                  <c:v>1</c:v>
                </c:pt>
                <c:pt idx="82331">
                  <c:v>3</c:v>
                </c:pt>
                <c:pt idx="82332">
                  <c:v>1</c:v>
                </c:pt>
                <c:pt idx="82333">
                  <c:v>2</c:v>
                </c:pt>
                <c:pt idx="82334">
                  <c:v>2</c:v>
                </c:pt>
                <c:pt idx="82335">
                  <c:v>2</c:v>
                </c:pt>
                <c:pt idx="82336">
                  <c:v>2</c:v>
                </c:pt>
                <c:pt idx="82337">
                  <c:v>2</c:v>
                </c:pt>
                <c:pt idx="82338">
                  <c:v>1</c:v>
                </c:pt>
                <c:pt idx="82339">
                  <c:v>2</c:v>
                </c:pt>
                <c:pt idx="82340">
                  <c:v>2</c:v>
                </c:pt>
                <c:pt idx="82341">
                  <c:v>3</c:v>
                </c:pt>
                <c:pt idx="82342">
                  <c:v>2</c:v>
                </c:pt>
                <c:pt idx="82343">
                  <c:v>1</c:v>
                </c:pt>
                <c:pt idx="82344">
                  <c:v>1</c:v>
                </c:pt>
                <c:pt idx="82345">
                  <c:v>4</c:v>
                </c:pt>
                <c:pt idx="82346">
                  <c:v>1</c:v>
                </c:pt>
                <c:pt idx="82347">
                  <c:v>1</c:v>
                </c:pt>
                <c:pt idx="82348">
                  <c:v>1</c:v>
                </c:pt>
                <c:pt idx="82349">
                  <c:v>1</c:v>
                </c:pt>
                <c:pt idx="82350">
                  <c:v>2</c:v>
                </c:pt>
                <c:pt idx="82351">
                  <c:v>2</c:v>
                </c:pt>
                <c:pt idx="82352">
                  <c:v>1</c:v>
                </c:pt>
                <c:pt idx="82353">
                  <c:v>1</c:v>
                </c:pt>
                <c:pt idx="82354">
                  <c:v>1</c:v>
                </c:pt>
                <c:pt idx="82355">
                  <c:v>3</c:v>
                </c:pt>
                <c:pt idx="82356">
                  <c:v>2</c:v>
                </c:pt>
                <c:pt idx="82357">
                  <c:v>1</c:v>
                </c:pt>
                <c:pt idx="82358">
                  <c:v>1</c:v>
                </c:pt>
                <c:pt idx="82359">
                  <c:v>4</c:v>
                </c:pt>
                <c:pt idx="82360">
                  <c:v>1</c:v>
                </c:pt>
                <c:pt idx="82361">
                  <c:v>4</c:v>
                </c:pt>
                <c:pt idx="82362">
                  <c:v>6</c:v>
                </c:pt>
                <c:pt idx="82363">
                  <c:v>4</c:v>
                </c:pt>
                <c:pt idx="82364">
                  <c:v>2</c:v>
                </c:pt>
                <c:pt idx="82365">
                  <c:v>1</c:v>
                </c:pt>
                <c:pt idx="82366">
                  <c:v>1</c:v>
                </c:pt>
                <c:pt idx="82367">
                  <c:v>1</c:v>
                </c:pt>
                <c:pt idx="82368">
                  <c:v>3</c:v>
                </c:pt>
                <c:pt idx="82369">
                  <c:v>1</c:v>
                </c:pt>
                <c:pt idx="82370">
                  <c:v>1</c:v>
                </c:pt>
                <c:pt idx="82371">
                  <c:v>1</c:v>
                </c:pt>
                <c:pt idx="82372">
                  <c:v>2</c:v>
                </c:pt>
                <c:pt idx="82373">
                  <c:v>4</c:v>
                </c:pt>
                <c:pt idx="82374">
                  <c:v>2</c:v>
                </c:pt>
                <c:pt idx="82375">
                  <c:v>2</c:v>
                </c:pt>
                <c:pt idx="82376">
                  <c:v>6</c:v>
                </c:pt>
                <c:pt idx="82377">
                  <c:v>2</c:v>
                </c:pt>
                <c:pt idx="82378">
                  <c:v>2</c:v>
                </c:pt>
                <c:pt idx="82379">
                  <c:v>2</c:v>
                </c:pt>
                <c:pt idx="82380">
                  <c:v>4</c:v>
                </c:pt>
                <c:pt idx="82381">
                  <c:v>1</c:v>
                </c:pt>
                <c:pt idx="82382">
                  <c:v>2</c:v>
                </c:pt>
                <c:pt idx="82383">
                  <c:v>2</c:v>
                </c:pt>
                <c:pt idx="82384">
                  <c:v>3</c:v>
                </c:pt>
                <c:pt idx="82385">
                  <c:v>3</c:v>
                </c:pt>
                <c:pt idx="82386">
                  <c:v>2</c:v>
                </c:pt>
                <c:pt idx="82387">
                  <c:v>2</c:v>
                </c:pt>
                <c:pt idx="82388">
                  <c:v>3</c:v>
                </c:pt>
                <c:pt idx="82389">
                  <c:v>4</c:v>
                </c:pt>
                <c:pt idx="82390">
                  <c:v>4</c:v>
                </c:pt>
                <c:pt idx="82391">
                  <c:v>6</c:v>
                </c:pt>
                <c:pt idx="82392">
                  <c:v>7</c:v>
                </c:pt>
                <c:pt idx="82393">
                  <c:v>13</c:v>
                </c:pt>
                <c:pt idx="82394">
                  <c:v>15</c:v>
                </c:pt>
                <c:pt idx="82395">
                  <c:v>6</c:v>
                </c:pt>
                <c:pt idx="82396">
                  <c:v>7</c:v>
                </c:pt>
                <c:pt idx="82397">
                  <c:v>2</c:v>
                </c:pt>
                <c:pt idx="82398">
                  <c:v>1</c:v>
                </c:pt>
                <c:pt idx="82399">
                  <c:v>1</c:v>
                </c:pt>
                <c:pt idx="82400">
                  <c:v>1</c:v>
                </c:pt>
                <c:pt idx="82401">
                  <c:v>1</c:v>
                </c:pt>
                <c:pt idx="82402">
                  <c:v>1</c:v>
                </c:pt>
                <c:pt idx="82403">
                  <c:v>1</c:v>
                </c:pt>
                <c:pt idx="82404">
                  <c:v>1</c:v>
                </c:pt>
                <c:pt idx="82405">
                  <c:v>1</c:v>
                </c:pt>
                <c:pt idx="82406">
                  <c:v>1</c:v>
                </c:pt>
                <c:pt idx="82407">
                  <c:v>3</c:v>
                </c:pt>
                <c:pt idx="82408">
                  <c:v>4</c:v>
                </c:pt>
                <c:pt idx="82409">
                  <c:v>2</c:v>
                </c:pt>
                <c:pt idx="82410">
                  <c:v>6</c:v>
                </c:pt>
                <c:pt idx="82411">
                  <c:v>2</c:v>
                </c:pt>
                <c:pt idx="82412">
                  <c:v>4</c:v>
                </c:pt>
                <c:pt idx="82413">
                  <c:v>6</c:v>
                </c:pt>
                <c:pt idx="82414">
                  <c:v>3</c:v>
                </c:pt>
                <c:pt idx="82415">
                  <c:v>4</c:v>
                </c:pt>
                <c:pt idx="82416">
                  <c:v>2</c:v>
                </c:pt>
                <c:pt idx="82417">
                  <c:v>3</c:v>
                </c:pt>
                <c:pt idx="82418">
                  <c:v>2</c:v>
                </c:pt>
                <c:pt idx="82419">
                  <c:v>1</c:v>
                </c:pt>
                <c:pt idx="82420">
                  <c:v>3</c:v>
                </c:pt>
                <c:pt idx="82421">
                  <c:v>2</c:v>
                </c:pt>
                <c:pt idx="82422">
                  <c:v>5</c:v>
                </c:pt>
                <c:pt idx="82423">
                  <c:v>4</c:v>
                </c:pt>
                <c:pt idx="82424">
                  <c:v>5</c:v>
                </c:pt>
                <c:pt idx="82425">
                  <c:v>5</c:v>
                </c:pt>
                <c:pt idx="82426">
                  <c:v>5</c:v>
                </c:pt>
                <c:pt idx="82427">
                  <c:v>5</c:v>
                </c:pt>
                <c:pt idx="82428">
                  <c:v>2</c:v>
                </c:pt>
                <c:pt idx="82429">
                  <c:v>5</c:v>
                </c:pt>
                <c:pt idx="82430">
                  <c:v>4</c:v>
                </c:pt>
                <c:pt idx="82431">
                  <c:v>2</c:v>
                </c:pt>
                <c:pt idx="82432">
                  <c:v>2</c:v>
                </c:pt>
                <c:pt idx="82433">
                  <c:v>1</c:v>
                </c:pt>
                <c:pt idx="82434">
                  <c:v>2</c:v>
                </c:pt>
                <c:pt idx="82435">
                  <c:v>2</c:v>
                </c:pt>
                <c:pt idx="82436">
                  <c:v>2</c:v>
                </c:pt>
                <c:pt idx="82437">
                  <c:v>2</c:v>
                </c:pt>
                <c:pt idx="82438">
                  <c:v>5</c:v>
                </c:pt>
                <c:pt idx="82439">
                  <c:v>6</c:v>
                </c:pt>
                <c:pt idx="82440">
                  <c:v>4</c:v>
                </c:pt>
                <c:pt idx="82441">
                  <c:v>2</c:v>
                </c:pt>
                <c:pt idx="82442">
                  <c:v>4</c:v>
                </c:pt>
                <c:pt idx="82443">
                  <c:v>5</c:v>
                </c:pt>
                <c:pt idx="82444">
                  <c:v>10</c:v>
                </c:pt>
                <c:pt idx="82445">
                  <c:v>5</c:v>
                </c:pt>
                <c:pt idx="82446">
                  <c:v>5</c:v>
                </c:pt>
                <c:pt idx="82447">
                  <c:v>2</c:v>
                </c:pt>
                <c:pt idx="82448">
                  <c:v>3</c:v>
                </c:pt>
                <c:pt idx="82449">
                  <c:v>2</c:v>
                </c:pt>
                <c:pt idx="82450">
                  <c:v>2</c:v>
                </c:pt>
                <c:pt idx="82451">
                  <c:v>2</c:v>
                </c:pt>
                <c:pt idx="82452">
                  <c:v>2</c:v>
                </c:pt>
                <c:pt idx="82453">
                  <c:v>2</c:v>
                </c:pt>
                <c:pt idx="82454">
                  <c:v>2</c:v>
                </c:pt>
                <c:pt idx="82455">
                  <c:v>2</c:v>
                </c:pt>
                <c:pt idx="82456">
                  <c:v>2</c:v>
                </c:pt>
                <c:pt idx="82457">
                  <c:v>3</c:v>
                </c:pt>
                <c:pt idx="82458">
                  <c:v>3</c:v>
                </c:pt>
                <c:pt idx="82459">
                  <c:v>3</c:v>
                </c:pt>
                <c:pt idx="82460">
                  <c:v>3</c:v>
                </c:pt>
                <c:pt idx="82461">
                  <c:v>3</c:v>
                </c:pt>
                <c:pt idx="82462">
                  <c:v>2</c:v>
                </c:pt>
                <c:pt idx="82463">
                  <c:v>3</c:v>
                </c:pt>
                <c:pt idx="82464">
                  <c:v>4</c:v>
                </c:pt>
                <c:pt idx="82465">
                  <c:v>1</c:v>
                </c:pt>
                <c:pt idx="82466">
                  <c:v>4</c:v>
                </c:pt>
                <c:pt idx="82467">
                  <c:v>1</c:v>
                </c:pt>
                <c:pt idx="82468">
                  <c:v>1</c:v>
                </c:pt>
                <c:pt idx="82469">
                  <c:v>1</c:v>
                </c:pt>
                <c:pt idx="82470">
                  <c:v>1</c:v>
                </c:pt>
                <c:pt idx="82471">
                  <c:v>1</c:v>
                </c:pt>
                <c:pt idx="82472">
                  <c:v>3</c:v>
                </c:pt>
                <c:pt idx="82473">
                  <c:v>1</c:v>
                </c:pt>
                <c:pt idx="82474">
                  <c:v>4</c:v>
                </c:pt>
                <c:pt idx="82475">
                  <c:v>4</c:v>
                </c:pt>
                <c:pt idx="82476">
                  <c:v>2</c:v>
                </c:pt>
                <c:pt idx="82477">
                  <c:v>2</c:v>
                </c:pt>
                <c:pt idx="82478">
                  <c:v>1</c:v>
                </c:pt>
                <c:pt idx="82479">
                  <c:v>3</c:v>
                </c:pt>
                <c:pt idx="82480">
                  <c:v>1</c:v>
                </c:pt>
                <c:pt idx="82481">
                  <c:v>1</c:v>
                </c:pt>
                <c:pt idx="82482">
                  <c:v>2</c:v>
                </c:pt>
                <c:pt idx="82483">
                  <c:v>2</c:v>
                </c:pt>
                <c:pt idx="82484">
                  <c:v>1</c:v>
                </c:pt>
                <c:pt idx="82485">
                  <c:v>3</c:v>
                </c:pt>
                <c:pt idx="82486">
                  <c:v>2</c:v>
                </c:pt>
                <c:pt idx="82487">
                  <c:v>2</c:v>
                </c:pt>
                <c:pt idx="82488">
                  <c:v>1</c:v>
                </c:pt>
                <c:pt idx="82489">
                  <c:v>1</c:v>
                </c:pt>
                <c:pt idx="82490">
                  <c:v>3</c:v>
                </c:pt>
                <c:pt idx="82491">
                  <c:v>2</c:v>
                </c:pt>
                <c:pt idx="82492">
                  <c:v>1</c:v>
                </c:pt>
                <c:pt idx="82493">
                  <c:v>3</c:v>
                </c:pt>
                <c:pt idx="82494">
                  <c:v>2</c:v>
                </c:pt>
                <c:pt idx="82495">
                  <c:v>5</c:v>
                </c:pt>
                <c:pt idx="82496">
                  <c:v>2</c:v>
                </c:pt>
                <c:pt idx="82497">
                  <c:v>3</c:v>
                </c:pt>
                <c:pt idx="82498">
                  <c:v>2</c:v>
                </c:pt>
                <c:pt idx="82499">
                  <c:v>3</c:v>
                </c:pt>
                <c:pt idx="82500">
                  <c:v>2</c:v>
                </c:pt>
                <c:pt idx="82501">
                  <c:v>2</c:v>
                </c:pt>
                <c:pt idx="82502">
                  <c:v>2</c:v>
                </c:pt>
                <c:pt idx="82503">
                  <c:v>2</c:v>
                </c:pt>
                <c:pt idx="82504">
                  <c:v>2</c:v>
                </c:pt>
                <c:pt idx="82505">
                  <c:v>2</c:v>
                </c:pt>
                <c:pt idx="82506">
                  <c:v>2</c:v>
                </c:pt>
                <c:pt idx="82507">
                  <c:v>2</c:v>
                </c:pt>
                <c:pt idx="82508">
                  <c:v>3</c:v>
                </c:pt>
                <c:pt idx="82509">
                  <c:v>1</c:v>
                </c:pt>
                <c:pt idx="82510">
                  <c:v>3</c:v>
                </c:pt>
                <c:pt idx="82511">
                  <c:v>3</c:v>
                </c:pt>
                <c:pt idx="82512">
                  <c:v>2</c:v>
                </c:pt>
                <c:pt idx="82513">
                  <c:v>2</c:v>
                </c:pt>
                <c:pt idx="82514">
                  <c:v>3</c:v>
                </c:pt>
                <c:pt idx="82515">
                  <c:v>5</c:v>
                </c:pt>
                <c:pt idx="82516">
                  <c:v>3</c:v>
                </c:pt>
                <c:pt idx="82517">
                  <c:v>2</c:v>
                </c:pt>
                <c:pt idx="82518">
                  <c:v>2</c:v>
                </c:pt>
                <c:pt idx="82519">
                  <c:v>3</c:v>
                </c:pt>
                <c:pt idx="82520">
                  <c:v>2</c:v>
                </c:pt>
                <c:pt idx="82521">
                  <c:v>2</c:v>
                </c:pt>
                <c:pt idx="82522">
                  <c:v>2</c:v>
                </c:pt>
                <c:pt idx="82523">
                  <c:v>4</c:v>
                </c:pt>
                <c:pt idx="82524">
                  <c:v>6</c:v>
                </c:pt>
                <c:pt idx="82525">
                  <c:v>4</c:v>
                </c:pt>
                <c:pt idx="82526">
                  <c:v>2</c:v>
                </c:pt>
                <c:pt idx="82527">
                  <c:v>1</c:v>
                </c:pt>
                <c:pt idx="82528">
                  <c:v>4</c:v>
                </c:pt>
                <c:pt idx="82529">
                  <c:v>3</c:v>
                </c:pt>
                <c:pt idx="82530">
                  <c:v>3</c:v>
                </c:pt>
                <c:pt idx="82531">
                  <c:v>2</c:v>
                </c:pt>
                <c:pt idx="82532">
                  <c:v>1</c:v>
                </c:pt>
                <c:pt idx="82533">
                  <c:v>2</c:v>
                </c:pt>
                <c:pt idx="82534">
                  <c:v>2</c:v>
                </c:pt>
                <c:pt idx="82535">
                  <c:v>1</c:v>
                </c:pt>
                <c:pt idx="82536">
                  <c:v>1</c:v>
                </c:pt>
                <c:pt idx="82537">
                  <c:v>1</c:v>
                </c:pt>
                <c:pt idx="82538">
                  <c:v>2</c:v>
                </c:pt>
                <c:pt idx="82539">
                  <c:v>6</c:v>
                </c:pt>
                <c:pt idx="82540">
                  <c:v>3</c:v>
                </c:pt>
                <c:pt idx="82541">
                  <c:v>2</c:v>
                </c:pt>
                <c:pt idx="82542">
                  <c:v>2</c:v>
                </c:pt>
                <c:pt idx="82543">
                  <c:v>3</c:v>
                </c:pt>
                <c:pt idx="82544">
                  <c:v>3</c:v>
                </c:pt>
                <c:pt idx="82545">
                  <c:v>3</c:v>
                </c:pt>
                <c:pt idx="82546">
                  <c:v>6</c:v>
                </c:pt>
                <c:pt idx="82547">
                  <c:v>3</c:v>
                </c:pt>
                <c:pt idx="82548">
                  <c:v>3</c:v>
                </c:pt>
                <c:pt idx="82549">
                  <c:v>2</c:v>
                </c:pt>
                <c:pt idx="82550">
                  <c:v>2</c:v>
                </c:pt>
                <c:pt idx="82551">
                  <c:v>3</c:v>
                </c:pt>
                <c:pt idx="82552">
                  <c:v>2</c:v>
                </c:pt>
                <c:pt idx="82553">
                  <c:v>2</c:v>
                </c:pt>
                <c:pt idx="82554">
                  <c:v>1</c:v>
                </c:pt>
                <c:pt idx="82555">
                  <c:v>3</c:v>
                </c:pt>
                <c:pt idx="82556">
                  <c:v>2</c:v>
                </c:pt>
                <c:pt idx="82557">
                  <c:v>2</c:v>
                </c:pt>
                <c:pt idx="82558">
                  <c:v>2</c:v>
                </c:pt>
                <c:pt idx="82559">
                  <c:v>5</c:v>
                </c:pt>
                <c:pt idx="82560">
                  <c:v>2</c:v>
                </c:pt>
                <c:pt idx="82561">
                  <c:v>4</c:v>
                </c:pt>
                <c:pt idx="82562">
                  <c:v>2</c:v>
                </c:pt>
                <c:pt idx="82563">
                  <c:v>3</c:v>
                </c:pt>
                <c:pt idx="82564">
                  <c:v>7</c:v>
                </c:pt>
                <c:pt idx="82565">
                  <c:v>6</c:v>
                </c:pt>
                <c:pt idx="82566">
                  <c:v>4</c:v>
                </c:pt>
                <c:pt idx="82567">
                  <c:v>2</c:v>
                </c:pt>
                <c:pt idx="82568">
                  <c:v>7</c:v>
                </c:pt>
                <c:pt idx="82569">
                  <c:v>3</c:v>
                </c:pt>
                <c:pt idx="82570">
                  <c:v>1</c:v>
                </c:pt>
                <c:pt idx="82571">
                  <c:v>1</c:v>
                </c:pt>
                <c:pt idx="82572">
                  <c:v>1</c:v>
                </c:pt>
                <c:pt idx="82573">
                  <c:v>1</c:v>
                </c:pt>
                <c:pt idx="82574">
                  <c:v>1</c:v>
                </c:pt>
                <c:pt idx="82575">
                  <c:v>1</c:v>
                </c:pt>
                <c:pt idx="82576">
                  <c:v>1</c:v>
                </c:pt>
                <c:pt idx="82577">
                  <c:v>1</c:v>
                </c:pt>
                <c:pt idx="82578">
                  <c:v>2</c:v>
                </c:pt>
                <c:pt idx="82579">
                  <c:v>2</c:v>
                </c:pt>
                <c:pt idx="82580">
                  <c:v>2</c:v>
                </c:pt>
                <c:pt idx="82581">
                  <c:v>3</c:v>
                </c:pt>
                <c:pt idx="82582">
                  <c:v>2</c:v>
                </c:pt>
                <c:pt idx="82583">
                  <c:v>2</c:v>
                </c:pt>
                <c:pt idx="82584">
                  <c:v>3</c:v>
                </c:pt>
                <c:pt idx="82585">
                  <c:v>2</c:v>
                </c:pt>
                <c:pt idx="82586">
                  <c:v>5</c:v>
                </c:pt>
                <c:pt idx="82587">
                  <c:v>3</c:v>
                </c:pt>
                <c:pt idx="82588">
                  <c:v>1</c:v>
                </c:pt>
                <c:pt idx="82589">
                  <c:v>4</c:v>
                </c:pt>
                <c:pt idx="82590">
                  <c:v>3</c:v>
                </c:pt>
                <c:pt idx="82591">
                  <c:v>3</c:v>
                </c:pt>
                <c:pt idx="82592">
                  <c:v>2</c:v>
                </c:pt>
                <c:pt idx="82593">
                  <c:v>3</c:v>
                </c:pt>
                <c:pt idx="82594">
                  <c:v>6</c:v>
                </c:pt>
                <c:pt idx="82595">
                  <c:v>5</c:v>
                </c:pt>
                <c:pt idx="82596">
                  <c:v>1</c:v>
                </c:pt>
                <c:pt idx="82597">
                  <c:v>1</c:v>
                </c:pt>
                <c:pt idx="82598">
                  <c:v>1</c:v>
                </c:pt>
                <c:pt idx="82599">
                  <c:v>1</c:v>
                </c:pt>
                <c:pt idx="82600">
                  <c:v>1</c:v>
                </c:pt>
                <c:pt idx="82601">
                  <c:v>0</c:v>
                </c:pt>
                <c:pt idx="82602">
                  <c:v>1</c:v>
                </c:pt>
                <c:pt idx="82603">
                  <c:v>1</c:v>
                </c:pt>
                <c:pt idx="82604">
                  <c:v>1</c:v>
                </c:pt>
                <c:pt idx="82605">
                  <c:v>5</c:v>
                </c:pt>
                <c:pt idx="82606">
                  <c:v>3</c:v>
                </c:pt>
                <c:pt idx="82607">
                  <c:v>3</c:v>
                </c:pt>
                <c:pt idx="82608">
                  <c:v>3</c:v>
                </c:pt>
                <c:pt idx="82609">
                  <c:v>3</c:v>
                </c:pt>
                <c:pt idx="82610">
                  <c:v>4</c:v>
                </c:pt>
                <c:pt idx="82611">
                  <c:v>3</c:v>
                </c:pt>
                <c:pt idx="82612">
                  <c:v>3</c:v>
                </c:pt>
                <c:pt idx="82613">
                  <c:v>3</c:v>
                </c:pt>
                <c:pt idx="82614">
                  <c:v>5</c:v>
                </c:pt>
                <c:pt idx="82615">
                  <c:v>3</c:v>
                </c:pt>
                <c:pt idx="82616">
                  <c:v>3</c:v>
                </c:pt>
                <c:pt idx="82617">
                  <c:v>2</c:v>
                </c:pt>
                <c:pt idx="82618">
                  <c:v>3</c:v>
                </c:pt>
                <c:pt idx="82619">
                  <c:v>1</c:v>
                </c:pt>
                <c:pt idx="82620">
                  <c:v>2</c:v>
                </c:pt>
                <c:pt idx="82621">
                  <c:v>2</c:v>
                </c:pt>
                <c:pt idx="82622">
                  <c:v>1</c:v>
                </c:pt>
                <c:pt idx="82623">
                  <c:v>2</c:v>
                </c:pt>
                <c:pt idx="82624">
                  <c:v>1</c:v>
                </c:pt>
                <c:pt idx="82625">
                  <c:v>2</c:v>
                </c:pt>
                <c:pt idx="82626">
                  <c:v>3</c:v>
                </c:pt>
                <c:pt idx="82627">
                  <c:v>2</c:v>
                </c:pt>
                <c:pt idx="82628">
                  <c:v>2</c:v>
                </c:pt>
                <c:pt idx="82629">
                  <c:v>2</c:v>
                </c:pt>
                <c:pt idx="82630">
                  <c:v>4</c:v>
                </c:pt>
                <c:pt idx="82631">
                  <c:v>3</c:v>
                </c:pt>
                <c:pt idx="82632">
                  <c:v>5</c:v>
                </c:pt>
                <c:pt idx="82633">
                  <c:v>4</c:v>
                </c:pt>
                <c:pt idx="82634">
                  <c:v>4</c:v>
                </c:pt>
                <c:pt idx="82635">
                  <c:v>4</c:v>
                </c:pt>
                <c:pt idx="82636">
                  <c:v>3</c:v>
                </c:pt>
                <c:pt idx="82637">
                  <c:v>3</c:v>
                </c:pt>
                <c:pt idx="82638">
                  <c:v>7</c:v>
                </c:pt>
                <c:pt idx="82639">
                  <c:v>12</c:v>
                </c:pt>
                <c:pt idx="82640">
                  <c:v>3</c:v>
                </c:pt>
                <c:pt idx="82641">
                  <c:v>1</c:v>
                </c:pt>
                <c:pt idx="82642">
                  <c:v>1</c:v>
                </c:pt>
                <c:pt idx="82643">
                  <c:v>2</c:v>
                </c:pt>
                <c:pt idx="82644">
                  <c:v>2</c:v>
                </c:pt>
                <c:pt idx="82645">
                  <c:v>1</c:v>
                </c:pt>
                <c:pt idx="82646">
                  <c:v>3</c:v>
                </c:pt>
                <c:pt idx="82647">
                  <c:v>7</c:v>
                </c:pt>
                <c:pt idx="82648">
                  <c:v>2</c:v>
                </c:pt>
                <c:pt idx="82649">
                  <c:v>4</c:v>
                </c:pt>
                <c:pt idx="82650">
                  <c:v>6</c:v>
                </c:pt>
                <c:pt idx="82651">
                  <c:v>4</c:v>
                </c:pt>
                <c:pt idx="82652">
                  <c:v>5</c:v>
                </c:pt>
                <c:pt idx="82653">
                  <c:v>4</c:v>
                </c:pt>
                <c:pt idx="82654">
                  <c:v>5</c:v>
                </c:pt>
                <c:pt idx="82655">
                  <c:v>6</c:v>
                </c:pt>
                <c:pt idx="82656">
                  <c:v>5</c:v>
                </c:pt>
                <c:pt idx="82657">
                  <c:v>3</c:v>
                </c:pt>
                <c:pt idx="82658">
                  <c:v>2</c:v>
                </c:pt>
                <c:pt idx="82659">
                  <c:v>1</c:v>
                </c:pt>
                <c:pt idx="82660">
                  <c:v>2</c:v>
                </c:pt>
                <c:pt idx="82661">
                  <c:v>4</c:v>
                </c:pt>
                <c:pt idx="82662">
                  <c:v>3</c:v>
                </c:pt>
                <c:pt idx="82663">
                  <c:v>5</c:v>
                </c:pt>
                <c:pt idx="82664">
                  <c:v>1</c:v>
                </c:pt>
                <c:pt idx="82665">
                  <c:v>1</c:v>
                </c:pt>
                <c:pt idx="82666">
                  <c:v>1</c:v>
                </c:pt>
                <c:pt idx="82667">
                  <c:v>1</c:v>
                </c:pt>
                <c:pt idx="82668">
                  <c:v>1</c:v>
                </c:pt>
                <c:pt idx="82669">
                  <c:v>1</c:v>
                </c:pt>
                <c:pt idx="82670">
                  <c:v>1</c:v>
                </c:pt>
                <c:pt idx="82671">
                  <c:v>1</c:v>
                </c:pt>
                <c:pt idx="82672">
                  <c:v>1</c:v>
                </c:pt>
                <c:pt idx="82673">
                  <c:v>1</c:v>
                </c:pt>
                <c:pt idx="82674">
                  <c:v>1</c:v>
                </c:pt>
                <c:pt idx="82675">
                  <c:v>2</c:v>
                </c:pt>
                <c:pt idx="82676">
                  <c:v>4</c:v>
                </c:pt>
                <c:pt idx="82677">
                  <c:v>3</c:v>
                </c:pt>
                <c:pt idx="82678">
                  <c:v>2</c:v>
                </c:pt>
                <c:pt idx="82679">
                  <c:v>4</c:v>
                </c:pt>
                <c:pt idx="82680">
                  <c:v>1</c:v>
                </c:pt>
                <c:pt idx="82681">
                  <c:v>3</c:v>
                </c:pt>
                <c:pt idx="82682">
                  <c:v>2</c:v>
                </c:pt>
                <c:pt idx="82683">
                  <c:v>3</c:v>
                </c:pt>
                <c:pt idx="82684">
                  <c:v>2</c:v>
                </c:pt>
                <c:pt idx="82685">
                  <c:v>1</c:v>
                </c:pt>
                <c:pt idx="82686">
                  <c:v>2</c:v>
                </c:pt>
                <c:pt idx="82687">
                  <c:v>1</c:v>
                </c:pt>
                <c:pt idx="82688">
                  <c:v>2</c:v>
                </c:pt>
                <c:pt idx="82689">
                  <c:v>2</c:v>
                </c:pt>
                <c:pt idx="82690">
                  <c:v>2</c:v>
                </c:pt>
                <c:pt idx="82691">
                  <c:v>3</c:v>
                </c:pt>
                <c:pt idx="82692">
                  <c:v>3</c:v>
                </c:pt>
                <c:pt idx="82693">
                  <c:v>2</c:v>
                </c:pt>
                <c:pt idx="82694">
                  <c:v>3</c:v>
                </c:pt>
                <c:pt idx="82695">
                  <c:v>3</c:v>
                </c:pt>
                <c:pt idx="82696">
                  <c:v>3</c:v>
                </c:pt>
                <c:pt idx="82697">
                  <c:v>2</c:v>
                </c:pt>
                <c:pt idx="82698">
                  <c:v>2</c:v>
                </c:pt>
                <c:pt idx="82699">
                  <c:v>4</c:v>
                </c:pt>
                <c:pt idx="82700">
                  <c:v>3</c:v>
                </c:pt>
                <c:pt idx="82701">
                  <c:v>3</c:v>
                </c:pt>
                <c:pt idx="82702">
                  <c:v>4</c:v>
                </c:pt>
                <c:pt idx="82703">
                  <c:v>1</c:v>
                </c:pt>
                <c:pt idx="82704">
                  <c:v>1</c:v>
                </c:pt>
                <c:pt idx="82705">
                  <c:v>1</c:v>
                </c:pt>
                <c:pt idx="82706">
                  <c:v>1</c:v>
                </c:pt>
                <c:pt idx="82707">
                  <c:v>2</c:v>
                </c:pt>
                <c:pt idx="82708">
                  <c:v>2</c:v>
                </c:pt>
                <c:pt idx="82709">
                  <c:v>5</c:v>
                </c:pt>
                <c:pt idx="82710">
                  <c:v>1</c:v>
                </c:pt>
                <c:pt idx="82711">
                  <c:v>2</c:v>
                </c:pt>
                <c:pt idx="82712">
                  <c:v>2</c:v>
                </c:pt>
                <c:pt idx="82713">
                  <c:v>4</c:v>
                </c:pt>
                <c:pt idx="82714">
                  <c:v>3</c:v>
                </c:pt>
                <c:pt idx="82715">
                  <c:v>-4</c:v>
                </c:pt>
                <c:pt idx="82716">
                  <c:v>4</c:v>
                </c:pt>
                <c:pt idx="82717">
                  <c:v>3</c:v>
                </c:pt>
                <c:pt idx="82718">
                  <c:v>3</c:v>
                </c:pt>
                <c:pt idx="82719">
                  <c:v>3</c:v>
                </c:pt>
                <c:pt idx="82720">
                  <c:v>3</c:v>
                </c:pt>
                <c:pt idx="82721">
                  <c:v>3</c:v>
                </c:pt>
                <c:pt idx="82722">
                  <c:v>3</c:v>
                </c:pt>
                <c:pt idx="82723">
                  <c:v>2</c:v>
                </c:pt>
                <c:pt idx="82724">
                  <c:v>5</c:v>
                </c:pt>
                <c:pt idx="82725">
                  <c:v>4</c:v>
                </c:pt>
                <c:pt idx="82726">
                  <c:v>5</c:v>
                </c:pt>
                <c:pt idx="82727">
                  <c:v>3</c:v>
                </c:pt>
                <c:pt idx="82728">
                  <c:v>4</c:v>
                </c:pt>
                <c:pt idx="82729">
                  <c:v>3</c:v>
                </c:pt>
                <c:pt idx="82730">
                  <c:v>1</c:v>
                </c:pt>
                <c:pt idx="82731">
                  <c:v>1</c:v>
                </c:pt>
                <c:pt idx="82732">
                  <c:v>2</c:v>
                </c:pt>
                <c:pt idx="82733">
                  <c:v>3</c:v>
                </c:pt>
                <c:pt idx="82734">
                  <c:v>3</c:v>
                </c:pt>
                <c:pt idx="82735">
                  <c:v>2</c:v>
                </c:pt>
                <c:pt idx="82736">
                  <c:v>2</c:v>
                </c:pt>
                <c:pt idx="82737">
                  <c:v>4</c:v>
                </c:pt>
                <c:pt idx="82738">
                  <c:v>4</c:v>
                </c:pt>
                <c:pt idx="82739">
                  <c:v>3</c:v>
                </c:pt>
                <c:pt idx="82740">
                  <c:v>2</c:v>
                </c:pt>
                <c:pt idx="82741">
                  <c:v>4</c:v>
                </c:pt>
                <c:pt idx="82742">
                  <c:v>2</c:v>
                </c:pt>
                <c:pt idx="82743">
                  <c:v>2</c:v>
                </c:pt>
                <c:pt idx="82744">
                  <c:v>3</c:v>
                </c:pt>
                <c:pt idx="82745">
                  <c:v>2</c:v>
                </c:pt>
                <c:pt idx="82746">
                  <c:v>1</c:v>
                </c:pt>
                <c:pt idx="82747">
                  <c:v>2</c:v>
                </c:pt>
                <c:pt idx="82748">
                  <c:v>1</c:v>
                </c:pt>
                <c:pt idx="82749">
                  <c:v>3</c:v>
                </c:pt>
                <c:pt idx="82750">
                  <c:v>3</c:v>
                </c:pt>
                <c:pt idx="82751">
                  <c:v>2</c:v>
                </c:pt>
                <c:pt idx="82752">
                  <c:v>2</c:v>
                </c:pt>
                <c:pt idx="82753">
                  <c:v>3</c:v>
                </c:pt>
                <c:pt idx="82754">
                  <c:v>3</c:v>
                </c:pt>
                <c:pt idx="82755">
                  <c:v>3</c:v>
                </c:pt>
                <c:pt idx="82756">
                  <c:v>3</c:v>
                </c:pt>
                <c:pt idx="82757">
                  <c:v>3</c:v>
                </c:pt>
                <c:pt idx="82758">
                  <c:v>3</c:v>
                </c:pt>
                <c:pt idx="82759">
                  <c:v>3</c:v>
                </c:pt>
                <c:pt idx="82760">
                  <c:v>3</c:v>
                </c:pt>
                <c:pt idx="82761">
                  <c:v>3</c:v>
                </c:pt>
                <c:pt idx="82762">
                  <c:v>3</c:v>
                </c:pt>
                <c:pt idx="82763">
                  <c:v>3</c:v>
                </c:pt>
                <c:pt idx="82764">
                  <c:v>4</c:v>
                </c:pt>
                <c:pt idx="82765">
                  <c:v>3</c:v>
                </c:pt>
                <c:pt idx="82766">
                  <c:v>4</c:v>
                </c:pt>
                <c:pt idx="82767">
                  <c:v>3</c:v>
                </c:pt>
                <c:pt idx="82768">
                  <c:v>3</c:v>
                </c:pt>
                <c:pt idx="82769">
                  <c:v>6</c:v>
                </c:pt>
                <c:pt idx="82770">
                  <c:v>5</c:v>
                </c:pt>
                <c:pt idx="82771">
                  <c:v>4</c:v>
                </c:pt>
                <c:pt idx="82772">
                  <c:v>2</c:v>
                </c:pt>
                <c:pt idx="82773">
                  <c:v>1</c:v>
                </c:pt>
                <c:pt idx="82774">
                  <c:v>2</c:v>
                </c:pt>
                <c:pt idx="82775">
                  <c:v>1</c:v>
                </c:pt>
                <c:pt idx="82776">
                  <c:v>2</c:v>
                </c:pt>
                <c:pt idx="82777">
                  <c:v>2</c:v>
                </c:pt>
                <c:pt idx="82778">
                  <c:v>2</c:v>
                </c:pt>
                <c:pt idx="82779">
                  <c:v>3</c:v>
                </c:pt>
                <c:pt idx="82780">
                  <c:v>1</c:v>
                </c:pt>
                <c:pt idx="82781">
                  <c:v>4</c:v>
                </c:pt>
                <c:pt idx="82782">
                  <c:v>1</c:v>
                </c:pt>
                <c:pt idx="82783">
                  <c:v>1</c:v>
                </c:pt>
                <c:pt idx="82784">
                  <c:v>2</c:v>
                </c:pt>
                <c:pt idx="82785">
                  <c:v>1</c:v>
                </c:pt>
                <c:pt idx="82786">
                  <c:v>2</c:v>
                </c:pt>
                <c:pt idx="82787">
                  <c:v>5</c:v>
                </c:pt>
                <c:pt idx="82788">
                  <c:v>2</c:v>
                </c:pt>
                <c:pt idx="82789">
                  <c:v>2</c:v>
                </c:pt>
                <c:pt idx="82790">
                  <c:v>3</c:v>
                </c:pt>
                <c:pt idx="82791">
                  <c:v>3</c:v>
                </c:pt>
                <c:pt idx="82792">
                  <c:v>5</c:v>
                </c:pt>
                <c:pt idx="82793">
                  <c:v>2</c:v>
                </c:pt>
                <c:pt idx="82794">
                  <c:v>4</c:v>
                </c:pt>
                <c:pt idx="82795">
                  <c:v>3</c:v>
                </c:pt>
                <c:pt idx="82796">
                  <c:v>3</c:v>
                </c:pt>
                <c:pt idx="82797">
                  <c:v>5</c:v>
                </c:pt>
                <c:pt idx="82798">
                  <c:v>4</c:v>
                </c:pt>
                <c:pt idx="82799">
                  <c:v>3</c:v>
                </c:pt>
                <c:pt idx="82800">
                  <c:v>1</c:v>
                </c:pt>
                <c:pt idx="82801">
                  <c:v>2</c:v>
                </c:pt>
                <c:pt idx="82802">
                  <c:v>1</c:v>
                </c:pt>
                <c:pt idx="82803">
                  <c:v>2</c:v>
                </c:pt>
                <c:pt idx="82804">
                  <c:v>1</c:v>
                </c:pt>
                <c:pt idx="82805">
                  <c:v>2</c:v>
                </c:pt>
                <c:pt idx="82806">
                  <c:v>2</c:v>
                </c:pt>
                <c:pt idx="82807">
                  <c:v>3</c:v>
                </c:pt>
                <c:pt idx="82808">
                  <c:v>2</c:v>
                </c:pt>
                <c:pt idx="82809">
                  <c:v>3</c:v>
                </c:pt>
                <c:pt idx="82810">
                  <c:v>2</c:v>
                </c:pt>
                <c:pt idx="82811">
                  <c:v>2</c:v>
                </c:pt>
                <c:pt idx="82812">
                  <c:v>3</c:v>
                </c:pt>
                <c:pt idx="82813">
                  <c:v>4</c:v>
                </c:pt>
                <c:pt idx="82814">
                  <c:v>3</c:v>
                </c:pt>
                <c:pt idx="82815">
                  <c:v>4</c:v>
                </c:pt>
                <c:pt idx="82816">
                  <c:v>3</c:v>
                </c:pt>
                <c:pt idx="82817">
                  <c:v>7</c:v>
                </c:pt>
                <c:pt idx="82818">
                  <c:v>2</c:v>
                </c:pt>
                <c:pt idx="82819">
                  <c:v>1</c:v>
                </c:pt>
                <c:pt idx="82820">
                  <c:v>1</c:v>
                </c:pt>
                <c:pt idx="82821">
                  <c:v>2</c:v>
                </c:pt>
                <c:pt idx="82822">
                  <c:v>1</c:v>
                </c:pt>
                <c:pt idx="82823">
                  <c:v>1</c:v>
                </c:pt>
                <c:pt idx="82824">
                  <c:v>1</c:v>
                </c:pt>
                <c:pt idx="82825">
                  <c:v>2</c:v>
                </c:pt>
                <c:pt idx="82826">
                  <c:v>3</c:v>
                </c:pt>
                <c:pt idx="82827">
                  <c:v>2</c:v>
                </c:pt>
                <c:pt idx="82828">
                  <c:v>2</c:v>
                </c:pt>
                <c:pt idx="82829">
                  <c:v>1</c:v>
                </c:pt>
                <c:pt idx="82830">
                  <c:v>2</c:v>
                </c:pt>
                <c:pt idx="82831">
                  <c:v>3</c:v>
                </c:pt>
                <c:pt idx="82832">
                  <c:v>2</c:v>
                </c:pt>
                <c:pt idx="82833">
                  <c:v>2</c:v>
                </c:pt>
                <c:pt idx="82834">
                  <c:v>4</c:v>
                </c:pt>
                <c:pt idx="82835">
                  <c:v>2</c:v>
                </c:pt>
                <c:pt idx="82836">
                  <c:v>5</c:v>
                </c:pt>
                <c:pt idx="82837">
                  <c:v>2</c:v>
                </c:pt>
                <c:pt idx="82838">
                  <c:v>2</c:v>
                </c:pt>
                <c:pt idx="82839">
                  <c:v>2</c:v>
                </c:pt>
                <c:pt idx="82840">
                  <c:v>2</c:v>
                </c:pt>
                <c:pt idx="82841">
                  <c:v>2</c:v>
                </c:pt>
                <c:pt idx="82842">
                  <c:v>2</c:v>
                </c:pt>
                <c:pt idx="82843">
                  <c:v>3</c:v>
                </c:pt>
                <c:pt idx="82844">
                  <c:v>4</c:v>
                </c:pt>
                <c:pt idx="82845">
                  <c:v>1</c:v>
                </c:pt>
                <c:pt idx="82846">
                  <c:v>1</c:v>
                </c:pt>
                <c:pt idx="82847">
                  <c:v>1</c:v>
                </c:pt>
                <c:pt idx="82848">
                  <c:v>2</c:v>
                </c:pt>
                <c:pt idx="82849">
                  <c:v>3</c:v>
                </c:pt>
                <c:pt idx="82850">
                  <c:v>3</c:v>
                </c:pt>
                <c:pt idx="82851">
                  <c:v>2</c:v>
                </c:pt>
                <c:pt idx="82852">
                  <c:v>1</c:v>
                </c:pt>
                <c:pt idx="82853">
                  <c:v>1</c:v>
                </c:pt>
                <c:pt idx="82854">
                  <c:v>2</c:v>
                </c:pt>
                <c:pt idx="82855">
                  <c:v>2</c:v>
                </c:pt>
                <c:pt idx="82856">
                  <c:v>4</c:v>
                </c:pt>
                <c:pt idx="82857">
                  <c:v>3</c:v>
                </c:pt>
                <c:pt idx="82858">
                  <c:v>4</c:v>
                </c:pt>
                <c:pt idx="82859">
                  <c:v>3</c:v>
                </c:pt>
                <c:pt idx="82860">
                  <c:v>3</c:v>
                </c:pt>
                <c:pt idx="82861">
                  <c:v>3</c:v>
                </c:pt>
                <c:pt idx="82862">
                  <c:v>5</c:v>
                </c:pt>
                <c:pt idx="82863">
                  <c:v>7</c:v>
                </c:pt>
                <c:pt idx="82864">
                  <c:v>5</c:v>
                </c:pt>
                <c:pt idx="82865">
                  <c:v>4</c:v>
                </c:pt>
                <c:pt idx="82866">
                  <c:v>5</c:v>
                </c:pt>
                <c:pt idx="82867">
                  <c:v>5</c:v>
                </c:pt>
                <c:pt idx="82868">
                  <c:v>5</c:v>
                </c:pt>
                <c:pt idx="82869">
                  <c:v>2</c:v>
                </c:pt>
                <c:pt idx="82870">
                  <c:v>2</c:v>
                </c:pt>
                <c:pt idx="82871">
                  <c:v>2</c:v>
                </c:pt>
                <c:pt idx="82872">
                  <c:v>2</c:v>
                </c:pt>
                <c:pt idx="82873">
                  <c:v>2</c:v>
                </c:pt>
                <c:pt idx="82874">
                  <c:v>1</c:v>
                </c:pt>
                <c:pt idx="82875">
                  <c:v>2</c:v>
                </c:pt>
                <c:pt idx="82876">
                  <c:v>3</c:v>
                </c:pt>
                <c:pt idx="82877">
                  <c:v>2</c:v>
                </c:pt>
                <c:pt idx="82878">
                  <c:v>1</c:v>
                </c:pt>
                <c:pt idx="82879">
                  <c:v>1</c:v>
                </c:pt>
                <c:pt idx="82880">
                  <c:v>2</c:v>
                </c:pt>
                <c:pt idx="82881">
                  <c:v>1</c:v>
                </c:pt>
                <c:pt idx="82882">
                  <c:v>1</c:v>
                </c:pt>
                <c:pt idx="82883">
                  <c:v>1</c:v>
                </c:pt>
                <c:pt idx="82884">
                  <c:v>1</c:v>
                </c:pt>
                <c:pt idx="82885">
                  <c:v>2</c:v>
                </c:pt>
                <c:pt idx="82886">
                  <c:v>6</c:v>
                </c:pt>
                <c:pt idx="82887">
                  <c:v>2</c:v>
                </c:pt>
                <c:pt idx="82888">
                  <c:v>1</c:v>
                </c:pt>
                <c:pt idx="82889">
                  <c:v>1</c:v>
                </c:pt>
                <c:pt idx="82890">
                  <c:v>2</c:v>
                </c:pt>
                <c:pt idx="82891">
                  <c:v>1</c:v>
                </c:pt>
                <c:pt idx="82892">
                  <c:v>1</c:v>
                </c:pt>
                <c:pt idx="82893">
                  <c:v>2</c:v>
                </c:pt>
                <c:pt idx="82894">
                  <c:v>4</c:v>
                </c:pt>
                <c:pt idx="82895">
                  <c:v>2</c:v>
                </c:pt>
                <c:pt idx="82896">
                  <c:v>3</c:v>
                </c:pt>
                <c:pt idx="82897">
                  <c:v>2</c:v>
                </c:pt>
                <c:pt idx="82898">
                  <c:v>3</c:v>
                </c:pt>
                <c:pt idx="82899">
                  <c:v>3</c:v>
                </c:pt>
                <c:pt idx="82900">
                  <c:v>2</c:v>
                </c:pt>
                <c:pt idx="82901">
                  <c:v>3</c:v>
                </c:pt>
                <c:pt idx="82902">
                  <c:v>3</c:v>
                </c:pt>
                <c:pt idx="82903">
                  <c:v>3</c:v>
                </c:pt>
                <c:pt idx="82904">
                  <c:v>2</c:v>
                </c:pt>
                <c:pt idx="82905">
                  <c:v>3</c:v>
                </c:pt>
                <c:pt idx="82906">
                  <c:v>1</c:v>
                </c:pt>
                <c:pt idx="82907">
                  <c:v>4</c:v>
                </c:pt>
                <c:pt idx="82908">
                  <c:v>1</c:v>
                </c:pt>
                <c:pt idx="82909">
                  <c:v>3</c:v>
                </c:pt>
                <c:pt idx="82910">
                  <c:v>3</c:v>
                </c:pt>
                <c:pt idx="82911">
                  <c:v>3</c:v>
                </c:pt>
                <c:pt idx="82912">
                  <c:v>2</c:v>
                </c:pt>
                <c:pt idx="82913">
                  <c:v>4</c:v>
                </c:pt>
                <c:pt idx="82914">
                  <c:v>4</c:v>
                </c:pt>
                <c:pt idx="82915">
                  <c:v>5</c:v>
                </c:pt>
                <c:pt idx="82916">
                  <c:v>3</c:v>
                </c:pt>
                <c:pt idx="82917">
                  <c:v>2</c:v>
                </c:pt>
                <c:pt idx="82918">
                  <c:v>5</c:v>
                </c:pt>
                <c:pt idx="82919">
                  <c:v>3</c:v>
                </c:pt>
                <c:pt idx="82920">
                  <c:v>2</c:v>
                </c:pt>
                <c:pt idx="82921">
                  <c:v>2</c:v>
                </c:pt>
                <c:pt idx="82922">
                  <c:v>2</c:v>
                </c:pt>
                <c:pt idx="82923">
                  <c:v>4</c:v>
                </c:pt>
                <c:pt idx="82924">
                  <c:v>3</c:v>
                </c:pt>
                <c:pt idx="82925">
                  <c:v>2</c:v>
                </c:pt>
                <c:pt idx="82926">
                  <c:v>3</c:v>
                </c:pt>
                <c:pt idx="82927">
                  <c:v>1</c:v>
                </c:pt>
                <c:pt idx="82928">
                  <c:v>1</c:v>
                </c:pt>
                <c:pt idx="82929">
                  <c:v>1</c:v>
                </c:pt>
                <c:pt idx="82930">
                  <c:v>1</c:v>
                </c:pt>
                <c:pt idx="82931">
                  <c:v>3</c:v>
                </c:pt>
                <c:pt idx="82932">
                  <c:v>3</c:v>
                </c:pt>
                <c:pt idx="82933">
                  <c:v>3</c:v>
                </c:pt>
                <c:pt idx="82934">
                  <c:v>3</c:v>
                </c:pt>
                <c:pt idx="82935">
                  <c:v>2</c:v>
                </c:pt>
                <c:pt idx="82936">
                  <c:v>8</c:v>
                </c:pt>
                <c:pt idx="82937">
                  <c:v>3</c:v>
                </c:pt>
                <c:pt idx="82938">
                  <c:v>2</c:v>
                </c:pt>
                <c:pt idx="82939">
                  <c:v>2</c:v>
                </c:pt>
                <c:pt idx="82940">
                  <c:v>3</c:v>
                </c:pt>
                <c:pt idx="82941">
                  <c:v>1</c:v>
                </c:pt>
                <c:pt idx="82942">
                  <c:v>1</c:v>
                </c:pt>
                <c:pt idx="82943">
                  <c:v>1</c:v>
                </c:pt>
                <c:pt idx="82944">
                  <c:v>1</c:v>
                </c:pt>
                <c:pt idx="82945">
                  <c:v>8</c:v>
                </c:pt>
                <c:pt idx="82946">
                  <c:v>2</c:v>
                </c:pt>
                <c:pt idx="82947">
                  <c:v>1</c:v>
                </c:pt>
                <c:pt idx="82948">
                  <c:v>4</c:v>
                </c:pt>
                <c:pt idx="82949">
                  <c:v>2</c:v>
                </c:pt>
                <c:pt idx="82950">
                  <c:v>1</c:v>
                </c:pt>
                <c:pt idx="82951">
                  <c:v>4</c:v>
                </c:pt>
                <c:pt idx="82952">
                  <c:v>1</c:v>
                </c:pt>
                <c:pt idx="82953">
                  <c:v>1</c:v>
                </c:pt>
                <c:pt idx="82954">
                  <c:v>1</c:v>
                </c:pt>
                <c:pt idx="82955">
                  <c:v>1</c:v>
                </c:pt>
                <c:pt idx="82956">
                  <c:v>3</c:v>
                </c:pt>
                <c:pt idx="82957">
                  <c:v>1</c:v>
                </c:pt>
                <c:pt idx="82958">
                  <c:v>1</c:v>
                </c:pt>
                <c:pt idx="82959">
                  <c:v>1</c:v>
                </c:pt>
                <c:pt idx="82960">
                  <c:v>1</c:v>
                </c:pt>
                <c:pt idx="82961">
                  <c:v>1</c:v>
                </c:pt>
                <c:pt idx="82962">
                  <c:v>2</c:v>
                </c:pt>
                <c:pt idx="82963">
                  <c:v>4</c:v>
                </c:pt>
                <c:pt idx="82964">
                  <c:v>4</c:v>
                </c:pt>
                <c:pt idx="82965">
                  <c:v>6</c:v>
                </c:pt>
                <c:pt idx="82966">
                  <c:v>6</c:v>
                </c:pt>
                <c:pt idx="82967">
                  <c:v>3</c:v>
                </c:pt>
                <c:pt idx="82968">
                  <c:v>5</c:v>
                </c:pt>
                <c:pt idx="82969">
                  <c:v>3</c:v>
                </c:pt>
                <c:pt idx="82970">
                  <c:v>1</c:v>
                </c:pt>
                <c:pt idx="82971">
                  <c:v>1</c:v>
                </c:pt>
                <c:pt idx="82972">
                  <c:v>5</c:v>
                </c:pt>
                <c:pt idx="82973">
                  <c:v>3</c:v>
                </c:pt>
                <c:pt idx="82974">
                  <c:v>6</c:v>
                </c:pt>
                <c:pt idx="82975">
                  <c:v>6</c:v>
                </c:pt>
                <c:pt idx="82976">
                  <c:v>4</c:v>
                </c:pt>
                <c:pt idx="82977">
                  <c:v>5</c:v>
                </c:pt>
                <c:pt idx="82978">
                  <c:v>3</c:v>
                </c:pt>
                <c:pt idx="82979">
                  <c:v>1</c:v>
                </c:pt>
                <c:pt idx="82980">
                  <c:v>3</c:v>
                </c:pt>
                <c:pt idx="82981">
                  <c:v>4</c:v>
                </c:pt>
                <c:pt idx="82982">
                  <c:v>3</c:v>
                </c:pt>
                <c:pt idx="82983">
                  <c:v>3</c:v>
                </c:pt>
                <c:pt idx="82984">
                  <c:v>3</c:v>
                </c:pt>
                <c:pt idx="82985">
                  <c:v>1</c:v>
                </c:pt>
                <c:pt idx="82986">
                  <c:v>1</c:v>
                </c:pt>
                <c:pt idx="82987">
                  <c:v>2</c:v>
                </c:pt>
                <c:pt idx="82988">
                  <c:v>2</c:v>
                </c:pt>
                <c:pt idx="82989">
                  <c:v>2</c:v>
                </c:pt>
                <c:pt idx="82990">
                  <c:v>1</c:v>
                </c:pt>
                <c:pt idx="82991">
                  <c:v>1</c:v>
                </c:pt>
                <c:pt idx="82992">
                  <c:v>1</c:v>
                </c:pt>
                <c:pt idx="82993">
                  <c:v>1</c:v>
                </c:pt>
                <c:pt idx="82994">
                  <c:v>1</c:v>
                </c:pt>
                <c:pt idx="82995">
                  <c:v>1</c:v>
                </c:pt>
                <c:pt idx="82996">
                  <c:v>1</c:v>
                </c:pt>
                <c:pt idx="82997">
                  <c:v>1</c:v>
                </c:pt>
                <c:pt idx="82998">
                  <c:v>5</c:v>
                </c:pt>
                <c:pt idx="82999">
                  <c:v>4</c:v>
                </c:pt>
                <c:pt idx="83000">
                  <c:v>-2</c:v>
                </c:pt>
                <c:pt idx="83001">
                  <c:v>1</c:v>
                </c:pt>
                <c:pt idx="83002">
                  <c:v>7</c:v>
                </c:pt>
                <c:pt idx="83003">
                  <c:v>9</c:v>
                </c:pt>
                <c:pt idx="83004">
                  <c:v>3</c:v>
                </c:pt>
                <c:pt idx="83005">
                  <c:v>3</c:v>
                </c:pt>
                <c:pt idx="83006">
                  <c:v>2</c:v>
                </c:pt>
                <c:pt idx="83007">
                  <c:v>2</c:v>
                </c:pt>
                <c:pt idx="83008">
                  <c:v>2</c:v>
                </c:pt>
                <c:pt idx="83009">
                  <c:v>6</c:v>
                </c:pt>
                <c:pt idx="83010">
                  <c:v>3</c:v>
                </c:pt>
                <c:pt idx="83011">
                  <c:v>3</c:v>
                </c:pt>
                <c:pt idx="83012">
                  <c:v>2</c:v>
                </c:pt>
                <c:pt idx="83013">
                  <c:v>2</c:v>
                </c:pt>
                <c:pt idx="83014">
                  <c:v>3</c:v>
                </c:pt>
                <c:pt idx="83015">
                  <c:v>4</c:v>
                </c:pt>
                <c:pt idx="83016">
                  <c:v>4</c:v>
                </c:pt>
                <c:pt idx="83017">
                  <c:v>4</c:v>
                </c:pt>
                <c:pt idx="83018">
                  <c:v>7</c:v>
                </c:pt>
                <c:pt idx="83019">
                  <c:v>4</c:v>
                </c:pt>
                <c:pt idx="83020">
                  <c:v>1</c:v>
                </c:pt>
                <c:pt idx="83021">
                  <c:v>4</c:v>
                </c:pt>
                <c:pt idx="83022">
                  <c:v>3</c:v>
                </c:pt>
                <c:pt idx="83023">
                  <c:v>4</c:v>
                </c:pt>
                <c:pt idx="83024">
                  <c:v>2</c:v>
                </c:pt>
                <c:pt idx="83025">
                  <c:v>2</c:v>
                </c:pt>
                <c:pt idx="83026">
                  <c:v>3</c:v>
                </c:pt>
                <c:pt idx="83027">
                  <c:v>4</c:v>
                </c:pt>
                <c:pt idx="83028">
                  <c:v>4</c:v>
                </c:pt>
                <c:pt idx="83029">
                  <c:v>4</c:v>
                </c:pt>
                <c:pt idx="83030">
                  <c:v>4</c:v>
                </c:pt>
                <c:pt idx="83031">
                  <c:v>5</c:v>
                </c:pt>
                <c:pt idx="83032">
                  <c:v>5</c:v>
                </c:pt>
                <c:pt idx="83033">
                  <c:v>2</c:v>
                </c:pt>
                <c:pt idx="83034">
                  <c:v>4</c:v>
                </c:pt>
                <c:pt idx="83035">
                  <c:v>-5</c:v>
                </c:pt>
                <c:pt idx="83036">
                  <c:v>1</c:v>
                </c:pt>
                <c:pt idx="83037">
                  <c:v>1</c:v>
                </c:pt>
                <c:pt idx="83038">
                  <c:v>5</c:v>
                </c:pt>
                <c:pt idx="83039">
                  <c:v>4</c:v>
                </c:pt>
                <c:pt idx="83040">
                  <c:v>3</c:v>
                </c:pt>
                <c:pt idx="83041">
                  <c:v>3</c:v>
                </c:pt>
                <c:pt idx="83042">
                  <c:v>3</c:v>
                </c:pt>
                <c:pt idx="83043">
                  <c:v>3</c:v>
                </c:pt>
                <c:pt idx="83044">
                  <c:v>2</c:v>
                </c:pt>
                <c:pt idx="83045">
                  <c:v>2</c:v>
                </c:pt>
                <c:pt idx="83046">
                  <c:v>3</c:v>
                </c:pt>
                <c:pt idx="83047">
                  <c:v>2</c:v>
                </c:pt>
                <c:pt idx="83048">
                  <c:v>2</c:v>
                </c:pt>
                <c:pt idx="83049">
                  <c:v>2</c:v>
                </c:pt>
                <c:pt idx="83050">
                  <c:v>2</c:v>
                </c:pt>
                <c:pt idx="83051">
                  <c:v>2</c:v>
                </c:pt>
                <c:pt idx="83052">
                  <c:v>1</c:v>
                </c:pt>
                <c:pt idx="83053">
                  <c:v>2</c:v>
                </c:pt>
                <c:pt idx="83054">
                  <c:v>4</c:v>
                </c:pt>
                <c:pt idx="83055">
                  <c:v>2</c:v>
                </c:pt>
                <c:pt idx="83056">
                  <c:v>1</c:v>
                </c:pt>
                <c:pt idx="83057">
                  <c:v>2</c:v>
                </c:pt>
                <c:pt idx="83058">
                  <c:v>2</c:v>
                </c:pt>
                <c:pt idx="83059">
                  <c:v>3</c:v>
                </c:pt>
                <c:pt idx="83060">
                  <c:v>3</c:v>
                </c:pt>
                <c:pt idx="83061">
                  <c:v>3</c:v>
                </c:pt>
                <c:pt idx="83062">
                  <c:v>2</c:v>
                </c:pt>
                <c:pt idx="83063">
                  <c:v>4</c:v>
                </c:pt>
                <c:pt idx="83064">
                  <c:v>3</c:v>
                </c:pt>
                <c:pt idx="83065">
                  <c:v>2</c:v>
                </c:pt>
                <c:pt idx="83066">
                  <c:v>4</c:v>
                </c:pt>
                <c:pt idx="83067">
                  <c:v>2</c:v>
                </c:pt>
                <c:pt idx="83068">
                  <c:v>4</c:v>
                </c:pt>
                <c:pt idx="83069">
                  <c:v>4</c:v>
                </c:pt>
                <c:pt idx="83070">
                  <c:v>4</c:v>
                </c:pt>
                <c:pt idx="83071">
                  <c:v>4</c:v>
                </c:pt>
                <c:pt idx="83072">
                  <c:v>4</c:v>
                </c:pt>
                <c:pt idx="83073">
                  <c:v>2</c:v>
                </c:pt>
                <c:pt idx="83074">
                  <c:v>2</c:v>
                </c:pt>
                <c:pt idx="83075">
                  <c:v>6</c:v>
                </c:pt>
                <c:pt idx="83076">
                  <c:v>5</c:v>
                </c:pt>
                <c:pt idx="83077">
                  <c:v>6</c:v>
                </c:pt>
                <c:pt idx="83078">
                  <c:v>2</c:v>
                </c:pt>
                <c:pt idx="83079">
                  <c:v>1</c:v>
                </c:pt>
                <c:pt idx="83080">
                  <c:v>1</c:v>
                </c:pt>
                <c:pt idx="83081">
                  <c:v>1</c:v>
                </c:pt>
                <c:pt idx="83082">
                  <c:v>2</c:v>
                </c:pt>
                <c:pt idx="83083">
                  <c:v>2</c:v>
                </c:pt>
                <c:pt idx="83084">
                  <c:v>5</c:v>
                </c:pt>
                <c:pt idx="83085">
                  <c:v>3</c:v>
                </c:pt>
                <c:pt idx="83086">
                  <c:v>3</c:v>
                </c:pt>
                <c:pt idx="83087">
                  <c:v>3</c:v>
                </c:pt>
                <c:pt idx="83088">
                  <c:v>-3</c:v>
                </c:pt>
                <c:pt idx="83089">
                  <c:v>5</c:v>
                </c:pt>
                <c:pt idx="83090">
                  <c:v>5</c:v>
                </c:pt>
                <c:pt idx="83091">
                  <c:v>2</c:v>
                </c:pt>
                <c:pt idx="83092">
                  <c:v>4</c:v>
                </c:pt>
                <c:pt idx="83093">
                  <c:v>2</c:v>
                </c:pt>
                <c:pt idx="83094">
                  <c:v>3</c:v>
                </c:pt>
                <c:pt idx="83095">
                  <c:v>2</c:v>
                </c:pt>
                <c:pt idx="83096">
                  <c:v>1</c:v>
                </c:pt>
                <c:pt idx="83097">
                  <c:v>-2</c:v>
                </c:pt>
                <c:pt idx="83098">
                  <c:v>1</c:v>
                </c:pt>
                <c:pt idx="83099">
                  <c:v>1</c:v>
                </c:pt>
                <c:pt idx="83100">
                  <c:v>1</c:v>
                </c:pt>
                <c:pt idx="83101">
                  <c:v>1</c:v>
                </c:pt>
                <c:pt idx="83102">
                  <c:v>1</c:v>
                </c:pt>
                <c:pt idx="83103">
                  <c:v>3</c:v>
                </c:pt>
                <c:pt idx="83104">
                  <c:v>2</c:v>
                </c:pt>
                <c:pt idx="83105">
                  <c:v>1</c:v>
                </c:pt>
                <c:pt idx="83106">
                  <c:v>2</c:v>
                </c:pt>
                <c:pt idx="83107">
                  <c:v>3</c:v>
                </c:pt>
                <c:pt idx="83108">
                  <c:v>3</c:v>
                </c:pt>
                <c:pt idx="83109">
                  <c:v>2</c:v>
                </c:pt>
                <c:pt idx="83110">
                  <c:v>2</c:v>
                </c:pt>
                <c:pt idx="83111">
                  <c:v>3</c:v>
                </c:pt>
                <c:pt idx="83112">
                  <c:v>2</c:v>
                </c:pt>
                <c:pt idx="83113">
                  <c:v>3</c:v>
                </c:pt>
                <c:pt idx="83114">
                  <c:v>1</c:v>
                </c:pt>
                <c:pt idx="83115">
                  <c:v>3</c:v>
                </c:pt>
                <c:pt idx="83116">
                  <c:v>3</c:v>
                </c:pt>
                <c:pt idx="83117">
                  <c:v>1</c:v>
                </c:pt>
                <c:pt idx="83118">
                  <c:v>1</c:v>
                </c:pt>
                <c:pt idx="83119">
                  <c:v>3</c:v>
                </c:pt>
                <c:pt idx="83120">
                  <c:v>3</c:v>
                </c:pt>
                <c:pt idx="83121">
                  <c:v>3</c:v>
                </c:pt>
                <c:pt idx="83122">
                  <c:v>3</c:v>
                </c:pt>
                <c:pt idx="83123">
                  <c:v>2</c:v>
                </c:pt>
                <c:pt idx="83124">
                  <c:v>2</c:v>
                </c:pt>
                <c:pt idx="83125">
                  <c:v>2</c:v>
                </c:pt>
                <c:pt idx="83126">
                  <c:v>4</c:v>
                </c:pt>
                <c:pt idx="83127">
                  <c:v>2</c:v>
                </c:pt>
                <c:pt idx="83128">
                  <c:v>2</c:v>
                </c:pt>
                <c:pt idx="83129">
                  <c:v>3</c:v>
                </c:pt>
                <c:pt idx="83130">
                  <c:v>3</c:v>
                </c:pt>
                <c:pt idx="83131">
                  <c:v>2</c:v>
                </c:pt>
                <c:pt idx="83132">
                  <c:v>2</c:v>
                </c:pt>
                <c:pt idx="83133">
                  <c:v>5</c:v>
                </c:pt>
                <c:pt idx="83134">
                  <c:v>4</c:v>
                </c:pt>
                <c:pt idx="83135">
                  <c:v>4</c:v>
                </c:pt>
                <c:pt idx="83136">
                  <c:v>4</c:v>
                </c:pt>
                <c:pt idx="83137">
                  <c:v>3</c:v>
                </c:pt>
                <c:pt idx="83138">
                  <c:v>5</c:v>
                </c:pt>
                <c:pt idx="83139">
                  <c:v>5</c:v>
                </c:pt>
                <c:pt idx="83140">
                  <c:v>2</c:v>
                </c:pt>
                <c:pt idx="83141">
                  <c:v>2</c:v>
                </c:pt>
                <c:pt idx="83142">
                  <c:v>2</c:v>
                </c:pt>
                <c:pt idx="83143">
                  <c:v>2</c:v>
                </c:pt>
                <c:pt idx="83144">
                  <c:v>4</c:v>
                </c:pt>
                <c:pt idx="83145">
                  <c:v>4</c:v>
                </c:pt>
                <c:pt idx="83146">
                  <c:v>5</c:v>
                </c:pt>
                <c:pt idx="83147">
                  <c:v>4</c:v>
                </c:pt>
                <c:pt idx="83148">
                  <c:v>4</c:v>
                </c:pt>
                <c:pt idx="83149">
                  <c:v>4</c:v>
                </c:pt>
                <c:pt idx="83150">
                  <c:v>-3</c:v>
                </c:pt>
                <c:pt idx="83151">
                  <c:v>4</c:v>
                </c:pt>
                <c:pt idx="83152">
                  <c:v>3</c:v>
                </c:pt>
                <c:pt idx="83153">
                  <c:v>2</c:v>
                </c:pt>
                <c:pt idx="83154">
                  <c:v>4</c:v>
                </c:pt>
                <c:pt idx="83155">
                  <c:v>2</c:v>
                </c:pt>
                <c:pt idx="83156">
                  <c:v>2</c:v>
                </c:pt>
                <c:pt idx="83157">
                  <c:v>2</c:v>
                </c:pt>
                <c:pt idx="83158">
                  <c:v>4</c:v>
                </c:pt>
                <c:pt idx="83159">
                  <c:v>3</c:v>
                </c:pt>
                <c:pt idx="83160">
                  <c:v>6</c:v>
                </c:pt>
                <c:pt idx="83161">
                  <c:v>6</c:v>
                </c:pt>
                <c:pt idx="83162">
                  <c:v>5</c:v>
                </c:pt>
                <c:pt idx="83163">
                  <c:v>4</c:v>
                </c:pt>
                <c:pt idx="83164">
                  <c:v>5</c:v>
                </c:pt>
                <c:pt idx="83165">
                  <c:v>5</c:v>
                </c:pt>
                <c:pt idx="83166">
                  <c:v>3</c:v>
                </c:pt>
                <c:pt idx="83167">
                  <c:v>2</c:v>
                </c:pt>
                <c:pt idx="83168">
                  <c:v>4</c:v>
                </c:pt>
                <c:pt idx="83169">
                  <c:v>5</c:v>
                </c:pt>
                <c:pt idx="83170">
                  <c:v>3</c:v>
                </c:pt>
                <c:pt idx="83171">
                  <c:v>5</c:v>
                </c:pt>
                <c:pt idx="83172">
                  <c:v>4</c:v>
                </c:pt>
                <c:pt idx="83173">
                  <c:v>1</c:v>
                </c:pt>
                <c:pt idx="83174">
                  <c:v>2</c:v>
                </c:pt>
                <c:pt idx="83175">
                  <c:v>1</c:v>
                </c:pt>
                <c:pt idx="83176">
                  <c:v>3</c:v>
                </c:pt>
                <c:pt idx="83177">
                  <c:v>2</c:v>
                </c:pt>
                <c:pt idx="83178">
                  <c:v>2</c:v>
                </c:pt>
                <c:pt idx="83179">
                  <c:v>2</c:v>
                </c:pt>
                <c:pt idx="83180">
                  <c:v>1</c:v>
                </c:pt>
                <c:pt idx="83181">
                  <c:v>1</c:v>
                </c:pt>
                <c:pt idx="83182">
                  <c:v>1</c:v>
                </c:pt>
                <c:pt idx="83183">
                  <c:v>1</c:v>
                </c:pt>
                <c:pt idx="83184">
                  <c:v>1</c:v>
                </c:pt>
                <c:pt idx="83185">
                  <c:v>1</c:v>
                </c:pt>
                <c:pt idx="83186">
                  <c:v>1</c:v>
                </c:pt>
                <c:pt idx="83187">
                  <c:v>1</c:v>
                </c:pt>
                <c:pt idx="83188">
                  <c:v>1</c:v>
                </c:pt>
                <c:pt idx="83189">
                  <c:v>5</c:v>
                </c:pt>
                <c:pt idx="83190">
                  <c:v>3</c:v>
                </c:pt>
                <c:pt idx="83191">
                  <c:v>3</c:v>
                </c:pt>
                <c:pt idx="83192">
                  <c:v>2</c:v>
                </c:pt>
                <c:pt idx="83193">
                  <c:v>2</c:v>
                </c:pt>
                <c:pt idx="83194">
                  <c:v>2</c:v>
                </c:pt>
                <c:pt idx="83195">
                  <c:v>3</c:v>
                </c:pt>
                <c:pt idx="83196">
                  <c:v>2</c:v>
                </c:pt>
                <c:pt idx="83197">
                  <c:v>1</c:v>
                </c:pt>
                <c:pt idx="83198">
                  <c:v>1</c:v>
                </c:pt>
                <c:pt idx="83199">
                  <c:v>1</c:v>
                </c:pt>
                <c:pt idx="83200">
                  <c:v>1</c:v>
                </c:pt>
                <c:pt idx="83201">
                  <c:v>1</c:v>
                </c:pt>
                <c:pt idx="83202">
                  <c:v>1</c:v>
                </c:pt>
                <c:pt idx="83203">
                  <c:v>1</c:v>
                </c:pt>
                <c:pt idx="83204">
                  <c:v>1</c:v>
                </c:pt>
                <c:pt idx="83205">
                  <c:v>1</c:v>
                </c:pt>
                <c:pt idx="83206">
                  <c:v>1</c:v>
                </c:pt>
                <c:pt idx="83207">
                  <c:v>2</c:v>
                </c:pt>
                <c:pt idx="83208">
                  <c:v>2</c:v>
                </c:pt>
                <c:pt idx="83209">
                  <c:v>1</c:v>
                </c:pt>
                <c:pt idx="83210">
                  <c:v>1</c:v>
                </c:pt>
                <c:pt idx="83211">
                  <c:v>5</c:v>
                </c:pt>
                <c:pt idx="83212">
                  <c:v>4</c:v>
                </c:pt>
                <c:pt idx="83213">
                  <c:v>2</c:v>
                </c:pt>
                <c:pt idx="83214">
                  <c:v>5</c:v>
                </c:pt>
                <c:pt idx="83215">
                  <c:v>4</c:v>
                </c:pt>
                <c:pt idx="83216">
                  <c:v>3</c:v>
                </c:pt>
                <c:pt idx="83217">
                  <c:v>1</c:v>
                </c:pt>
                <c:pt idx="83218">
                  <c:v>2</c:v>
                </c:pt>
                <c:pt idx="83219">
                  <c:v>1</c:v>
                </c:pt>
                <c:pt idx="83220">
                  <c:v>1</c:v>
                </c:pt>
                <c:pt idx="83221">
                  <c:v>1</c:v>
                </c:pt>
                <c:pt idx="83222">
                  <c:v>1</c:v>
                </c:pt>
                <c:pt idx="83223">
                  <c:v>1</c:v>
                </c:pt>
                <c:pt idx="83224">
                  <c:v>1</c:v>
                </c:pt>
                <c:pt idx="83225">
                  <c:v>3</c:v>
                </c:pt>
                <c:pt idx="83226">
                  <c:v>4</c:v>
                </c:pt>
                <c:pt idx="83227">
                  <c:v>4</c:v>
                </c:pt>
                <c:pt idx="83228">
                  <c:v>8</c:v>
                </c:pt>
                <c:pt idx="83229">
                  <c:v>3</c:v>
                </c:pt>
                <c:pt idx="83230">
                  <c:v>6</c:v>
                </c:pt>
                <c:pt idx="83231">
                  <c:v>13</c:v>
                </c:pt>
                <c:pt idx="83232">
                  <c:v>7</c:v>
                </c:pt>
                <c:pt idx="83233">
                  <c:v>3</c:v>
                </c:pt>
                <c:pt idx="83234">
                  <c:v>5</c:v>
                </c:pt>
                <c:pt idx="83235">
                  <c:v>4</c:v>
                </c:pt>
                <c:pt idx="83236">
                  <c:v>2</c:v>
                </c:pt>
                <c:pt idx="83237">
                  <c:v>3</c:v>
                </c:pt>
                <c:pt idx="83238">
                  <c:v>2</c:v>
                </c:pt>
                <c:pt idx="83239">
                  <c:v>2</c:v>
                </c:pt>
                <c:pt idx="83240">
                  <c:v>2</c:v>
                </c:pt>
                <c:pt idx="83241">
                  <c:v>3</c:v>
                </c:pt>
                <c:pt idx="83242">
                  <c:v>2</c:v>
                </c:pt>
                <c:pt idx="83243">
                  <c:v>2</c:v>
                </c:pt>
                <c:pt idx="83244">
                  <c:v>3</c:v>
                </c:pt>
                <c:pt idx="83245">
                  <c:v>3</c:v>
                </c:pt>
                <c:pt idx="83246">
                  <c:v>2</c:v>
                </c:pt>
                <c:pt idx="83247">
                  <c:v>2</c:v>
                </c:pt>
                <c:pt idx="83248">
                  <c:v>3</c:v>
                </c:pt>
                <c:pt idx="83249">
                  <c:v>3</c:v>
                </c:pt>
                <c:pt idx="83250">
                  <c:v>2</c:v>
                </c:pt>
                <c:pt idx="83251">
                  <c:v>2</c:v>
                </c:pt>
                <c:pt idx="83252">
                  <c:v>2</c:v>
                </c:pt>
                <c:pt idx="83253">
                  <c:v>3</c:v>
                </c:pt>
                <c:pt idx="83254">
                  <c:v>3</c:v>
                </c:pt>
                <c:pt idx="83255">
                  <c:v>2</c:v>
                </c:pt>
                <c:pt idx="83256">
                  <c:v>1</c:v>
                </c:pt>
                <c:pt idx="83257">
                  <c:v>5</c:v>
                </c:pt>
                <c:pt idx="83258">
                  <c:v>2</c:v>
                </c:pt>
                <c:pt idx="83259">
                  <c:v>3</c:v>
                </c:pt>
                <c:pt idx="83260">
                  <c:v>1</c:v>
                </c:pt>
                <c:pt idx="83261">
                  <c:v>2</c:v>
                </c:pt>
                <c:pt idx="83262">
                  <c:v>1</c:v>
                </c:pt>
                <c:pt idx="83263">
                  <c:v>1</c:v>
                </c:pt>
                <c:pt idx="83264">
                  <c:v>2</c:v>
                </c:pt>
                <c:pt idx="83265">
                  <c:v>2</c:v>
                </c:pt>
                <c:pt idx="83266">
                  <c:v>2</c:v>
                </c:pt>
                <c:pt idx="83267">
                  <c:v>1</c:v>
                </c:pt>
                <c:pt idx="83268">
                  <c:v>1</c:v>
                </c:pt>
                <c:pt idx="83269">
                  <c:v>3</c:v>
                </c:pt>
                <c:pt idx="83270">
                  <c:v>6</c:v>
                </c:pt>
                <c:pt idx="83271">
                  <c:v>1</c:v>
                </c:pt>
                <c:pt idx="83272">
                  <c:v>8</c:v>
                </c:pt>
                <c:pt idx="83273">
                  <c:v>6</c:v>
                </c:pt>
                <c:pt idx="83274">
                  <c:v>4</c:v>
                </c:pt>
                <c:pt idx="83275">
                  <c:v>4</c:v>
                </c:pt>
                <c:pt idx="83276">
                  <c:v>3</c:v>
                </c:pt>
                <c:pt idx="83277">
                  <c:v>5</c:v>
                </c:pt>
                <c:pt idx="83278">
                  <c:v>5</c:v>
                </c:pt>
                <c:pt idx="83279">
                  <c:v>3</c:v>
                </c:pt>
                <c:pt idx="83280">
                  <c:v>4</c:v>
                </c:pt>
                <c:pt idx="83281">
                  <c:v>4</c:v>
                </c:pt>
                <c:pt idx="83282">
                  <c:v>4</c:v>
                </c:pt>
                <c:pt idx="83283">
                  <c:v>3</c:v>
                </c:pt>
                <c:pt idx="83284">
                  <c:v>2</c:v>
                </c:pt>
                <c:pt idx="83285">
                  <c:v>3</c:v>
                </c:pt>
                <c:pt idx="83286">
                  <c:v>3</c:v>
                </c:pt>
                <c:pt idx="83287">
                  <c:v>3</c:v>
                </c:pt>
                <c:pt idx="83288">
                  <c:v>3</c:v>
                </c:pt>
                <c:pt idx="83289">
                  <c:v>2</c:v>
                </c:pt>
                <c:pt idx="83290">
                  <c:v>3</c:v>
                </c:pt>
                <c:pt idx="83291">
                  <c:v>3</c:v>
                </c:pt>
                <c:pt idx="83292">
                  <c:v>3</c:v>
                </c:pt>
                <c:pt idx="83293">
                  <c:v>3</c:v>
                </c:pt>
                <c:pt idx="83294">
                  <c:v>2</c:v>
                </c:pt>
                <c:pt idx="83295">
                  <c:v>3</c:v>
                </c:pt>
                <c:pt idx="83296">
                  <c:v>3</c:v>
                </c:pt>
                <c:pt idx="83297">
                  <c:v>3</c:v>
                </c:pt>
                <c:pt idx="83298">
                  <c:v>3</c:v>
                </c:pt>
                <c:pt idx="83299">
                  <c:v>3</c:v>
                </c:pt>
                <c:pt idx="83300">
                  <c:v>3</c:v>
                </c:pt>
                <c:pt idx="83301">
                  <c:v>3</c:v>
                </c:pt>
                <c:pt idx="83302">
                  <c:v>2</c:v>
                </c:pt>
                <c:pt idx="83303">
                  <c:v>2</c:v>
                </c:pt>
                <c:pt idx="83304">
                  <c:v>2</c:v>
                </c:pt>
                <c:pt idx="83305">
                  <c:v>3</c:v>
                </c:pt>
                <c:pt idx="83306">
                  <c:v>2</c:v>
                </c:pt>
                <c:pt idx="83307">
                  <c:v>2</c:v>
                </c:pt>
                <c:pt idx="83308">
                  <c:v>2</c:v>
                </c:pt>
                <c:pt idx="83309">
                  <c:v>2</c:v>
                </c:pt>
                <c:pt idx="83310">
                  <c:v>3</c:v>
                </c:pt>
                <c:pt idx="83311">
                  <c:v>2</c:v>
                </c:pt>
                <c:pt idx="83312">
                  <c:v>3</c:v>
                </c:pt>
                <c:pt idx="83313">
                  <c:v>3</c:v>
                </c:pt>
                <c:pt idx="83314">
                  <c:v>3</c:v>
                </c:pt>
                <c:pt idx="83315">
                  <c:v>4</c:v>
                </c:pt>
                <c:pt idx="83316">
                  <c:v>1</c:v>
                </c:pt>
                <c:pt idx="83317">
                  <c:v>2</c:v>
                </c:pt>
                <c:pt idx="83318">
                  <c:v>2</c:v>
                </c:pt>
                <c:pt idx="83319">
                  <c:v>3</c:v>
                </c:pt>
                <c:pt idx="83320">
                  <c:v>2</c:v>
                </c:pt>
                <c:pt idx="83321">
                  <c:v>4</c:v>
                </c:pt>
                <c:pt idx="83322">
                  <c:v>2</c:v>
                </c:pt>
                <c:pt idx="83323">
                  <c:v>2</c:v>
                </c:pt>
                <c:pt idx="83324">
                  <c:v>3</c:v>
                </c:pt>
                <c:pt idx="83325">
                  <c:v>2</c:v>
                </c:pt>
                <c:pt idx="83326">
                  <c:v>4</c:v>
                </c:pt>
                <c:pt idx="83327">
                  <c:v>2</c:v>
                </c:pt>
                <c:pt idx="83328">
                  <c:v>3</c:v>
                </c:pt>
                <c:pt idx="83329">
                  <c:v>3</c:v>
                </c:pt>
                <c:pt idx="83330">
                  <c:v>11</c:v>
                </c:pt>
                <c:pt idx="83331">
                  <c:v>5</c:v>
                </c:pt>
                <c:pt idx="83332">
                  <c:v>3</c:v>
                </c:pt>
                <c:pt idx="83333">
                  <c:v>4</c:v>
                </c:pt>
                <c:pt idx="83334">
                  <c:v>1</c:v>
                </c:pt>
                <c:pt idx="83335">
                  <c:v>3</c:v>
                </c:pt>
                <c:pt idx="83336">
                  <c:v>3</c:v>
                </c:pt>
                <c:pt idx="83337">
                  <c:v>2</c:v>
                </c:pt>
                <c:pt idx="83338">
                  <c:v>1</c:v>
                </c:pt>
                <c:pt idx="83339">
                  <c:v>1</c:v>
                </c:pt>
                <c:pt idx="83340">
                  <c:v>3</c:v>
                </c:pt>
                <c:pt idx="83341">
                  <c:v>2</c:v>
                </c:pt>
                <c:pt idx="83342">
                  <c:v>3</c:v>
                </c:pt>
                <c:pt idx="83343">
                  <c:v>1</c:v>
                </c:pt>
                <c:pt idx="83344">
                  <c:v>3</c:v>
                </c:pt>
                <c:pt idx="83345">
                  <c:v>5</c:v>
                </c:pt>
                <c:pt idx="83346">
                  <c:v>3</c:v>
                </c:pt>
                <c:pt idx="83347">
                  <c:v>1</c:v>
                </c:pt>
                <c:pt idx="83348">
                  <c:v>2</c:v>
                </c:pt>
                <c:pt idx="83349">
                  <c:v>1</c:v>
                </c:pt>
                <c:pt idx="83350">
                  <c:v>2</c:v>
                </c:pt>
                <c:pt idx="83351">
                  <c:v>3</c:v>
                </c:pt>
                <c:pt idx="83352">
                  <c:v>3</c:v>
                </c:pt>
                <c:pt idx="83353">
                  <c:v>2</c:v>
                </c:pt>
                <c:pt idx="83354">
                  <c:v>2</c:v>
                </c:pt>
                <c:pt idx="83355">
                  <c:v>1</c:v>
                </c:pt>
                <c:pt idx="83356">
                  <c:v>4</c:v>
                </c:pt>
                <c:pt idx="83357">
                  <c:v>2</c:v>
                </c:pt>
                <c:pt idx="83358">
                  <c:v>1</c:v>
                </c:pt>
                <c:pt idx="83359">
                  <c:v>3</c:v>
                </c:pt>
                <c:pt idx="83360">
                  <c:v>4</c:v>
                </c:pt>
                <c:pt idx="83361">
                  <c:v>2</c:v>
                </c:pt>
                <c:pt idx="83362">
                  <c:v>2</c:v>
                </c:pt>
                <c:pt idx="83363">
                  <c:v>2</c:v>
                </c:pt>
                <c:pt idx="83364">
                  <c:v>2</c:v>
                </c:pt>
                <c:pt idx="83365">
                  <c:v>2</c:v>
                </c:pt>
                <c:pt idx="83366">
                  <c:v>6</c:v>
                </c:pt>
                <c:pt idx="83367">
                  <c:v>4</c:v>
                </c:pt>
                <c:pt idx="83368">
                  <c:v>3</c:v>
                </c:pt>
                <c:pt idx="83369">
                  <c:v>3</c:v>
                </c:pt>
                <c:pt idx="83370">
                  <c:v>2</c:v>
                </c:pt>
                <c:pt idx="83371">
                  <c:v>8</c:v>
                </c:pt>
                <c:pt idx="83372">
                  <c:v>8</c:v>
                </c:pt>
                <c:pt idx="83373">
                  <c:v>2</c:v>
                </c:pt>
                <c:pt idx="83374">
                  <c:v>2</c:v>
                </c:pt>
                <c:pt idx="83375">
                  <c:v>4</c:v>
                </c:pt>
                <c:pt idx="83376">
                  <c:v>4</c:v>
                </c:pt>
                <c:pt idx="83377">
                  <c:v>2</c:v>
                </c:pt>
                <c:pt idx="83378">
                  <c:v>3</c:v>
                </c:pt>
                <c:pt idx="83379">
                  <c:v>6</c:v>
                </c:pt>
                <c:pt idx="83380">
                  <c:v>6</c:v>
                </c:pt>
                <c:pt idx="83381">
                  <c:v>4</c:v>
                </c:pt>
                <c:pt idx="83382">
                  <c:v>1</c:v>
                </c:pt>
                <c:pt idx="83383">
                  <c:v>2</c:v>
                </c:pt>
                <c:pt idx="83384">
                  <c:v>1</c:v>
                </c:pt>
                <c:pt idx="83385">
                  <c:v>1</c:v>
                </c:pt>
                <c:pt idx="83386">
                  <c:v>2</c:v>
                </c:pt>
                <c:pt idx="83387">
                  <c:v>1</c:v>
                </c:pt>
                <c:pt idx="83388">
                  <c:v>2</c:v>
                </c:pt>
                <c:pt idx="83389">
                  <c:v>1</c:v>
                </c:pt>
                <c:pt idx="83390">
                  <c:v>1</c:v>
                </c:pt>
                <c:pt idx="83391">
                  <c:v>5</c:v>
                </c:pt>
                <c:pt idx="83392">
                  <c:v>2</c:v>
                </c:pt>
                <c:pt idx="83393">
                  <c:v>1</c:v>
                </c:pt>
                <c:pt idx="83394">
                  <c:v>2</c:v>
                </c:pt>
                <c:pt idx="83395">
                  <c:v>3</c:v>
                </c:pt>
                <c:pt idx="83396">
                  <c:v>2</c:v>
                </c:pt>
                <c:pt idx="83397">
                  <c:v>4</c:v>
                </c:pt>
                <c:pt idx="83398">
                  <c:v>2</c:v>
                </c:pt>
                <c:pt idx="83399">
                  <c:v>2</c:v>
                </c:pt>
                <c:pt idx="83400">
                  <c:v>3</c:v>
                </c:pt>
                <c:pt idx="83401">
                  <c:v>3</c:v>
                </c:pt>
                <c:pt idx="83402">
                  <c:v>2</c:v>
                </c:pt>
                <c:pt idx="83403">
                  <c:v>2</c:v>
                </c:pt>
                <c:pt idx="83404">
                  <c:v>2</c:v>
                </c:pt>
                <c:pt idx="83405">
                  <c:v>2</c:v>
                </c:pt>
                <c:pt idx="83406">
                  <c:v>2</c:v>
                </c:pt>
                <c:pt idx="83407">
                  <c:v>3</c:v>
                </c:pt>
                <c:pt idx="83408">
                  <c:v>1</c:v>
                </c:pt>
                <c:pt idx="83409">
                  <c:v>4</c:v>
                </c:pt>
                <c:pt idx="83410">
                  <c:v>2</c:v>
                </c:pt>
                <c:pt idx="83411">
                  <c:v>2</c:v>
                </c:pt>
                <c:pt idx="83412">
                  <c:v>2</c:v>
                </c:pt>
                <c:pt idx="83413">
                  <c:v>3</c:v>
                </c:pt>
                <c:pt idx="83414">
                  <c:v>2</c:v>
                </c:pt>
                <c:pt idx="83415">
                  <c:v>2</c:v>
                </c:pt>
                <c:pt idx="83416">
                  <c:v>4</c:v>
                </c:pt>
                <c:pt idx="83417">
                  <c:v>4</c:v>
                </c:pt>
                <c:pt idx="83418">
                  <c:v>2</c:v>
                </c:pt>
                <c:pt idx="83419">
                  <c:v>2</c:v>
                </c:pt>
                <c:pt idx="83420">
                  <c:v>2</c:v>
                </c:pt>
                <c:pt idx="83421">
                  <c:v>3</c:v>
                </c:pt>
                <c:pt idx="83422">
                  <c:v>3</c:v>
                </c:pt>
                <c:pt idx="83423">
                  <c:v>3</c:v>
                </c:pt>
                <c:pt idx="83424">
                  <c:v>2</c:v>
                </c:pt>
                <c:pt idx="83425">
                  <c:v>3</c:v>
                </c:pt>
                <c:pt idx="83426">
                  <c:v>2</c:v>
                </c:pt>
                <c:pt idx="83427">
                  <c:v>3</c:v>
                </c:pt>
                <c:pt idx="83428">
                  <c:v>5</c:v>
                </c:pt>
                <c:pt idx="83429">
                  <c:v>7</c:v>
                </c:pt>
                <c:pt idx="83430">
                  <c:v>5</c:v>
                </c:pt>
                <c:pt idx="83431">
                  <c:v>4</c:v>
                </c:pt>
                <c:pt idx="83432">
                  <c:v>7</c:v>
                </c:pt>
                <c:pt idx="83433">
                  <c:v>8</c:v>
                </c:pt>
                <c:pt idx="83434">
                  <c:v>6</c:v>
                </c:pt>
                <c:pt idx="83435">
                  <c:v>6</c:v>
                </c:pt>
                <c:pt idx="83436">
                  <c:v>6</c:v>
                </c:pt>
                <c:pt idx="83437">
                  <c:v>2</c:v>
                </c:pt>
                <c:pt idx="83438">
                  <c:v>2</c:v>
                </c:pt>
                <c:pt idx="83439">
                  <c:v>2</c:v>
                </c:pt>
                <c:pt idx="83440">
                  <c:v>2</c:v>
                </c:pt>
                <c:pt idx="83441">
                  <c:v>3</c:v>
                </c:pt>
                <c:pt idx="83442">
                  <c:v>3</c:v>
                </c:pt>
                <c:pt idx="83443">
                  <c:v>3</c:v>
                </c:pt>
                <c:pt idx="83444">
                  <c:v>2</c:v>
                </c:pt>
                <c:pt idx="83445">
                  <c:v>4</c:v>
                </c:pt>
                <c:pt idx="83446">
                  <c:v>2</c:v>
                </c:pt>
                <c:pt idx="83447">
                  <c:v>4</c:v>
                </c:pt>
                <c:pt idx="83448">
                  <c:v>3</c:v>
                </c:pt>
                <c:pt idx="83449">
                  <c:v>2</c:v>
                </c:pt>
                <c:pt idx="83450">
                  <c:v>3</c:v>
                </c:pt>
                <c:pt idx="83451">
                  <c:v>1</c:v>
                </c:pt>
                <c:pt idx="83452">
                  <c:v>3</c:v>
                </c:pt>
                <c:pt idx="83453">
                  <c:v>4</c:v>
                </c:pt>
                <c:pt idx="83454">
                  <c:v>5</c:v>
                </c:pt>
                <c:pt idx="83455">
                  <c:v>2</c:v>
                </c:pt>
                <c:pt idx="83456">
                  <c:v>4</c:v>
                </c:pt>
                <c:pt idx="83457">
                  <c:v>5</c:v>
                </c:pt>
                <c:pt idx="83458">
                  <c:v>1</c:v>
                </c:pt>
                <c:pt idx="83459">
                  <c:v>1</c:v>
                </c:pt>
                <c:pt idx="83460">
                  <c:v>1</c:v>
                </c:pt>
                <c:pt idx="83461">
                  <c:v>1</c:v>
                </c:pt>
                <c:pt idx="83462">
                  <c:v>1</c:v>
                </c:pt>
                <c:pt idx="83463">
                  <c:v>1</c:v>
                </c:pt>
                <c:pt idx="83464">
                  <c:v>1</c:v>
                </c:pt>
                <c:pt idx="83465">
                  <c:v>1</c:v>
                </c:pt>
                <c:pt idx="83466">
                  <c:v>1</c:v>
                </c:pt>
                <c:pt idx="83467">
                  <c:v>4</c:v>
                </c:pt>
                <c:pt idx="83468">
                  <c:v>4</c:v>
                </c:pt>
                <c:pt idx="83469">
                  <c:v>4</c:v>
                </c:pt>
                <c:pt idx="83470">
                  <c:v>4</c:v>
                </c:pt>
                <c:pt idx="83471">
                  <c:v>4</c:v>
                </c:pt>
                <c:pt idx="83472">
                  <c:v>7</c:v>
                </c:pt>
                <c:pt idx="83473">
                  <c:v>1</c:v>
                </c:pt>
                <c:pt idx="83474">
                  <c:v>1</c:v>
                </c:pt>
                <c:pt idx="83475">
                  <c:v>2</c:v>
                </c:pt>
                <c:pt idx="83476">
                  <c:v>7</c:v>
                </c:pt>
                <c:pt idx="83477">
                  <c:v>2</c:v>
                </c:pt>
                <c:pt idx="83478">
                  <c:v>1</c:v>
                </c:pt>
                <c:pt idx="83479">
                  <c:v>1</c:v>
                </c:pt>
                <c:pt idx="83480">
                  <c:v>2</c:v>
                </c:pt>
                <c:pt idx="83481">
                  <c:v>0</c:v>
                </c:pt>
                <c:pt idx="83482">
                  <c:v>3</c:v>
                </c:pt>
                <c:pt idx="83483">
                  <c:v>2</c:v>
                </c:pt>
                <c:pt idx="83484">
                  <c:v>2</c:v>
                </c:pt>
                <c:pt idx="83485">
                  <c:v>2</c:v>
                </c:pt>
                <c:pt idx="83486">
                  <c:v>3</c:v>
                </c:pt>
                <c:pt idx="83487">
                  <c:v>1</c:v>
                </c:pt>
                <c:pt idx="83488">
                  <c:v>3</c:v>
                </c:pt>
                <c:pt idx="83489">
                  <c:v>3</c:v>
                </c:pt>
                <c:pt idx="83490">
                  <c:v>3</c:v>
                </c:pt>
                <c:pt idx="83491">
                  <c:v>2</c:v>
                </c:pt>
                <c:pt idx="83492">
                  <c:v>2</c:v>
                </c:pt>
                <c:pt idx="83493">
                  <c:v>3</c:v>
                </c:pt>
                <c:pt idx="83494">
                  <c:v>2</c:v>
                </c:pt>
                <c:pt idx="83495">
                  <c:v>4</c:v>
                </c:pt>
                <c:pt idx="83496">
                  <c:v>2</c:v>
                </c:pt>
                <c:pt idx="83497">
                  <c:v>3</c:v>
                </c:pt>
                <c:pt idx="83498">
                  <c:v>2</c:v>
                </c:pt>
                <c:pt idx="83499">
                  <c:v>2</c:v>
                </c:pt>
                <c:pt idx="83500">
                  <c:v>2</c:v>
                </c:pt>
                <c:pt idx="83501">
                  <c:v>2</c:v>
                </c:pt>
                <c:pt idx="83502">
                  <c:v>2</c:v>
                </c:pt>
                <c:pt idx="83503">
                  <c:v>2</c:v>
                </c:pt>
                <c:pt idx="83504">
                  <c:v>2</c:v>
                </c:pt>
                <c:pt idx="83505">
                  <c:v>2</c:v>
                </c:pt>
                <c:pt idx="83506">
                  <c:v>2</c:v>
                </c:pt>
                <c:pt idx="83507">
                  <c:v>2</c:v>
                </c:pt>
                <c:pt idx="83508">
                  <c:v>2</c:v>
                </c:pt>
                <c:pt idx="83509">
                  <c:v>2</c:v>
                </c:pt>
                <c:pt idx="83510">
                  <c:v>2</c:v>
                </c:pt>
                <c:pt idx="83511">
                  <c:v>4</c:v>
                </c:pt>
                <c:pt idx="83512">
                  <c:v>3</c:v>
                </c:pt>
                <c:pt idx="83513">
                  <c:v>2</c:v>
                </c:pt>
                <c:pt idx="83514">
                  <c:v>2</c:v>
                </c:pt>
                <c:pt idx="83515">
                  <c:v>2</c:v>
                </c:pt>
                <c:pt idx="83516">
                  <c:v>1</c:v>
                </c:pt>
                <c:pt idx="83517">
                  <c:v>2</c:v>
                </c:pt>
                <c:pt idx="83518">
                  <c:v>2</c:v>
                </c:pt>
                <c:pt idx="83519">
                  <c:v>2</c:v>
                </c:pt>
                <c:pt idx="83520">
                  <c:v>2</c:v>
                </c:pt>
                <c:pt idx="83521">
                  <c:v>1</c:v>
                </c:pt>
                <c:pt idx="83522">
                  <c:v>2</c:v>
                </c:pt>
                <c:pt idx="83523">
                  <c:v>2</c:v>
                </c:pt>
                <c:pt idx="83524">
                  <c:v>3</c:v>
                </c:pt>
                <c:pt idx="83525">
                  <c:v>2</c:v>
                </c:pt>
                <c:pt idx="83526">
                  <c:v>2</c:v>
                </c:pt>
                <c:pt idx="83527">
                  <c:v>2</c:v>
                </c:pt>
                <c:pt idx="83528">
                  <c:v>3</c:v>
                </c:pt>
                <c:pt idx="83529">
                  <c:v>3</c:v>
                </c:pt>
                <c:pt idx="83530">
                  <c:v>1</c:v>
                </c:pt>
                <c:pt idx="83531">
                  <c:v>2</c:v>
                </c:pt>
                <c:pt idx="83532">
                  <c:v>2</c:v>
                </c:pt>
                <c:pt idx="83533">
                  <c:v>2</c:v>
                </c:pt>
                <c:pt idx="83534">
                  <c:v>7</c:v>
                </c:pt>
                <c:pt idx="83535">
                  <c:v>2</c:v>
                </c:pt>
                <c:pt idx="83536">
                  <c:v>4</c:v>
                </c:pt>
                <c:pt idx="83537">
                  <c:v>2</c:v>
                </c:pt>
                <c:pt idx="83538">
                  <c:v>1</c:v>
                </c:pt>
                <c:pt idx="83539">
                  <c:v>2</c:v>
                </c:pt>
                <c:pt idx="83540">
                  <c:v>3</c:v>
                </c:pt>
                <c:pt idx="83541">
                  <c:v>3</c:v>
                </c:pt>
                <c:pt idx="83542">
                  <c:v>4</c:v>
                </c:pt>
                <c:pt idx="83543">
                  <c:v>3</c:v>
                </c:pt>
                <c:pt idx="83544">
                  <c:v>3</c:v>
                </c:pt>
                <c:pt idx="83545">
                  <c:v>3</c:v>
                </c:pt>
                <c:pt idx="83546">
                  <c:v>3</c:v>
                </c:pt>
                <c:pt idx="83547">
                  <c:v>2</c:v>
                </c:pt>
                <c:pt idx="83548">
                  <c:v>2</c:v>
                </c:pt>
                <c:pt idx="83549">
                  <c:v>2</c:v>
                </c:pt>
                <c:pt idx="83550">
                  <c:v>2</c:v>
                </c:pt>
                <c:pt idx="83551">
                  <c:v>2</c:v>
                </c:pt>
                <c:pt idx="83552">
                  <c:v>2</c:v>
                </c:pt>
                <c:pt idx="83553">
                  <c:v>3</c:v>
                </c:pt>
                <c:pt idx="83554">
                  <c:v>1</c:v>
                </c:pt>
                <c:pt idx="83555">
                  <c:v>4</c:v>
                </c:pt>
                <c:pt idx="83556">
                  <c:v>5</c:v>
                </c:pt>
                <c:pt idx="83557">
                  <c:v>8</c:v>
                </c:pt>
                <c:pt idx="83558">
                  <c:v>4</c:v>
                </c:pt>
                <c:pt idx="83559">
                  <c:v>3</c:v>
                </c:pt>
                <c:pt idx="83560">
                  <c:v>5</c:v>
                </c:pt>
                <c:pt idx="83561">
                  <c:v>4</c:v>
                </c:pt>
                <c:pt idx="83562">
                  <c:v>4</c:v>
                </c:pt>
                <c:pt idx="83563">
                  <c:v>4</c:v>
                </c:pt>
                <c:pt idx="83564">
                  <c:v>2</c:v>
                </c:pt>
                <c:pt idx="83565">
                  <c:v>2</c:v>
                </c:pt>
                <c:pt idx="83566">
                  <c:v>2</c:v>
                </c:pt>
                <c:pt idx="83567">
                  <c:v>1</c:v>
                </c:pt>
                <c:pt idx="83568">
                  <c:v>2</c:v>
                </c:pt>
                <c:pt idx="83569">
                  <c:v>2</c:v>
                </c:pt>
                <c:pt idx="83570">
                  <c:v>2</c:v>
                </c:pt>
                <c:pt idx="83571">
                  <c:v>4</c:v>
                </c:pt>
                <c:pt idx="83572">
                  <c:v>5</c:v>
                </c:pt>
                <c:pt idx="83573">
                  <c:v>1</c:v>
                </c:pt>
                <c:pt idx="83574">
                  <c:v>3</c:v>
                </c:pt>
                <c:pt idx="83575">
                  <c:v>3</c:v>
                </c:pt>
                <c:pt idx="83576">
                  <c:v>7</c:v>
                </c:pt>
                <c:pt idx="83577">
                  <c:v>7</c:v>
                </c:pt>
                <c:pt idx="83578">
                  <c:v>3</c:v>
                </c:pt>
                <c:pt idx="83579">
                  <c:v>2</c:v>
                </c:pt>
                <c:pt idx="83580">
                  <c:v>3</c:v>
                </c:pt>
                <c:pt idx="83581">
                  <c:v>1</c:v>
                </c:pt>
                <c:pt idx="83582">
                  <c:v>2</c:v>
                </c:pt>
                <c:pt idx="83583">
                  <c:v>2</c:v>
                </c:pt>
                <c:pt idx="83584">
                  <c:v>1</c:v>
                </c:pt>
                <c:pt idx="83585">
                  <c:v>1</c:v>
                </c:pt>
                <c:pt idx="83586">
                  <c:v>2</c:v>
                </c:pt>
                <c:pt idx="83587">
                  <c:v>2</c:v>
                </c:pt>
                <c:pt idx="83588">
                  <c:v>12</c:v>
                </c:pt>
                <c:pt idx="83589">
                  <c:v>10</c:v>
                </c:pt>
                <c:pt idx="83590">
                  <c:v>10</c:v>
                </c:pt>
                <c:pt idx="83591">
                  <c:v>10</c:v>
                </c:pt>
                <c:pt idx="83592">
                  <c:v>2</c:v>
                </c:pt>
                <c:pt idx="83593">
                  <c:v>2</c:v>
                </c:pt>
                <c:pt idx="83594">
                  <c:v>2</c:v>
                </c:pt>
                <c:pt idx="83595">
                  <c:v>2</c:v>
                </c:pt>
                <c:pt idx="83596">
                  <c:v>2</c:v>
                </c:pt>
                <c:pt idx="83597">
                  <c:v>2</c:v>
                </c:pt>
                <c:pt idx="83598">
                  <c:v>6</c:v>
                </c:pt>
                <c:pt idx="83599">
                  <c:v>3</c:v>
                </c:pt>
                <c:pt idx="83600">
                  <c:v>2</c:v>
                </c:pt>
                <c:pt idx="83601">
                  <c:v>2</c:v>
                </c:pt>
                <c:pt idx="83602">
                  <c:v>3</c:v>
                </c:pt>
                <c:pt idx="83603">
                  <c:v>2</c:v>
                </c:pt>
                <c:pt idx="83604">
                  <c:v>3</c:v>
                </c:pt>
                <c:pt idx="83605">
                  <c:v>3</c:v>
                </c:pt>
                <c:pt idx="83606">
                  <c:v>2</c:v>
                </c:pt>
                <c:pt idx="83607">
                  <c:v>2</c:v>
                </c:pt>
                <c:pt idx="83608">
                  <c:v>2</c:v>
                </c:pt>
                <c:pt idx="83609">
                  <c:v>2</c:v>
                </c:pt>
                <c:pt idx="83610">
                  <c:v>4</c:v>
                </c:pt>
                <c:pt idx="83611">
                  <c:v>3</c:v>
                </c:pt>
                <c:pt idx="83612">
                  <c:v>1</c:v>
                </c:pt>
                <c:pt idx="83613">
                  <c:v>1</c:v>
                </c:pt>
                <c:pt idx="83614">
                  <c:v>1</c:v>
                </c:pt>
                <c:pt idx="83615">
                  <c:v>2</c:v>
                </c:pt>
                <c:pt idx="83616">
                  <c:v>1</c:v>
                </c:pt>
                <c:pt idx="83617">
                  <c:v>4</c:v>
                </c:pt>
                <c:pt idx="83618">
                  <c:v>2</c:v>
                </c:pt>
                <c:pt idx="83619">
                  <c:v>1</c:v>
                </c:pt>
                <c:pt idx="83620">
                  <c:v>1</c:v>
                </c:pt>
                <c:pt idx="83621">
                  <c:v>1</c:v>
                </c:pt>
                <c:pt idx="83622">
                  <c:v>2</c:v>
                </c:pt>
                <c:pt idx="83623">
                  <c:v>4</c:v>
                </c:pt>
                <c:pt idx="83624">
                  <c:v>4</c:v>
                </c:pt>
                <c:pt idx="83625">
                  <c:v>4</c:v>
                </c:pt>
                <c:pt idx="83626">
                  <c:v>5</c:v>
                </c:pt>
                <c:pt idx="83627">
                  <c:v>5</c:v>
                </c:pt>
                <c:pt idx="83628">
                  <c:v>3</c:v>
                </c:pt>
                <c:pt idx="83629">
                  <c:v>2</c:v>
                </c:pt>
                <c:pt idx="83630">
                  <c:v>1</c:v>
                </c:pt>
                <c:pt idx="83631">
                  <c:v>2</c:v>
                </c:pt>
                <c:pt idx="83632">
                  <c:v>2</c:v>
                </c:pt>
                <c:pt idx="83633">
                  <c:v>1</c:v>
                </c:pt>
                <c:pt idx="83634">
                  <c:v>1</c:v>
                </c:pt>
                <c:pt idx="83635">
                  <c:v>2</c:v>
                </c:pt>
                <c:pt idx="83636">
                  <c:v>1</c:v>
                </c:pt>
                <c:pt idx="83637">
                  <c:v>2</c:v>
                </c:pt>
                <c:pt idx="83638">
                  <c:v>2</c:v>
                </c:pt>
                <c:pt idx="83639">
                  <c:v>3</c:v>
                </c:pt>
                <c:pt idx="83640">
                  <c:v>4</c:v>
                </c:pt>
                <c:pt idx="83641">
                  <c:v>4</c:v>
                </c:pt>
                <c:pt idx="83642">
                  <c:v>5</c:v>
                </c:pt>
                <c:pt idx="83643">
                  <c:v>5</c:v>
                </c:pt>
                <c:pt idx="83644">
                  <c:v>5</c:v>
                </c:pt>
                <c:pt idx="83645">
                  <c:v>4</c:v>
                </c:pt>
                <c:pt idx="83646">
                  <c:v>4</c:v>
                </c:pt>
                <c:pt idx="83647">
                  <c:v>4</c:v>
                </c:pt>
                <c:pt idx="83648">
                  <c:v>4</c:v>
                </c:pt>
                <c:pt idx="83649">
                  <c:v>4</c:v>
                </c:pt>
                <c:pt idx="83650">
                  <c:v>2</c:v>
                </c:pt>
                <c:pt idx="83651">
                  <c:v>2</c:v>
                </c:pt>
                <c:pt idx="83652">
                  <c:v>3</c:v>
                </c:pt>
                <c:pt idx="83653">
                  <c:v>2</c:v>
                </c:pt>
                <c:pt idx="83654">
                  <c:v>2</c:v>
                </c:pt>
                <c:pt idx="83655">
                  <c:v>2</c:v>
                </c:pt>
                <c:pt idx="83656">
                  <c:v>2</c:v>
                </c:pt>
                <c:pt idx="83657">
                  <c:v>3</c:v>
                </c:pt>
                <c:pt idx="83658">
                  <c:v>2</c:v>
                </c:pt>
                <c:pt idx="83659">
                  <c:v>3</c:v>
                </c:pt>
                <c:pt idx="83660">
                  <c:v>2</c:v>
                </c:pt>
                <c:pt idx="83661">
                  <c:v>1</c:v>
                </c:pt>
                <c:pt idx="83662">
                  <c:v>2</c:v>
                </c:pt>
                <c:pt idx="83663">
                  <c:v>2</c:v>
                </c:pt>
                <c:pt idx="83664">
                  <c:v>3</c:v>
                </c:pt>
                <c:pt idx="83665">
                  <c:v>4</c:v>
                </c:pt>
                <c:pt idx="83666">
                  <c:v>2</c:v>
                </c:pt>
                <c:pt idx="83667">
                  <c:v>4</c:v>
                </c:pt>
                <c:pt idx="83668">
                  <c:v>2</c:v>
                </c:pt>
                <c:pt idx="83669">
                  <c:v>2</c:v>
                </c:pt>
                <c:pt idx="83670">
                  <c:v>2</c:v>
                </c:pt>
                <c:pt idx="83671">
                  <c:v>4</c:v>
                </c:pt>
                <c:pt idx="83672">
                  <c:v>4</c:v>
                </c:pt>
                <c:pt idx="83673">
                  <c:v>2</c:v>
                </c:pt>
                <c:pt idx="83674">
                  <c:v>3</c:v>
                </c:pt>
                <c:pt idx="83675">
                  <c:v>2</c:v>
                </c:pt>
                <c:pt idx="83676">
                  <c:v>3</c:v>
                </c:pt>
                <c:pt idx="83677">
                  <c:v>2</c:v>
                </c:pt>
                <c:pt idx="83678">
                  <c:v>2</c:v>
                </c:pt>
                <c:pt idx="83679">
                  <c:v>2</c:v>
                </c:pt>
                <c:pt idx="83680">
                  <c:v>3</c:v>
                </c:pt>
                <c:pt idx="83681">
                  <c:v>7</c:v>
                </c:pt>
                <c:pt idx="83682">
                  <c:v>1</c:v>
                </c:pt>
                <c:pt idx="83683">
                  <c:v>2</c:v>
                </c:pt>
                <c:pt idx="83684">
                  <c:v>2</c:v>
                </c:pt>
                <c:pt idx="83685">
                  <c:v>1</c:v>
                </c:pt>
                <c:pt idx="83686">
                  <c:v>2</c:v>
                </c:pt>
                <c:pt idx="83687">
                  <c:v>4</c:v>
                </c:pt>
                <c:pt idx="83688">
                  <c:v>2</c:v>
                </c:pt>
                <c:pt idx="83689">
                  <c:v>2</c:v>
                </c:pt>
                <c:pt idx="83690">
                  <c:v>1</c:v>
                </c:pt>
                <c:pt idx="83691">
                  <c:v>5</c:v>
                </c:pt>
                <c:pt idx="83692">
                  <c:v>3</c:v>
                </c:pt>
                <c:pt idx="83693">
                  <c:v>3</c:v>
                </c:pt>
                <c:pt idx="83694">
                  <c:v>2</c:v>
                </c:pt>
                <c:pt idx="83695">
                  <c:v>5</c:v>
                </c:pt>
                <c:pt idx="83696">
                  <c:v>5</c:v>
                </c:pt>
                <c:pt idx="83697">
                  <c:v>4</c:v>
                </c:pt>
                <c:pt idx="83698">
                  <c:v>4</c:v>
                </c:pt>
                <c:pt idx="83699">
                  <c:v>2</c:v>
                </c:pt>
                <c:pt idx="83700">
                  <c:v>1</c:v>
                </c:pt>
                <c:pt idx="83701">
                  <c:v>1</c:v>
                </c:pt>
                <c:pt idx="83702">
                  <c:v>5</c:v>
                </c:pt>
                <c:pt idx="83703">
                  <c:v>2</c:v>
                </c:pt>
                <c:pt idx="83704">
                  <c:v>1</c:v>
                </c:pt>
                <c:pt idx="83705">
                  <c:v>2</c:v>
                </c:pt>
                <c:pt idx="83706">
                  <c:v>2</c:v>
                </c:pt>
                <c:pt idx="83707">
                  <c:v>3</c:v>
                </c:pt>
                <c:pt idx="83708">
                  <c:v>3</c:v>
                </c:pt>
                <c:pt idx="83709">
                  <c:v>3</c:v>
                </c:pt>
                <c:pt idx="83710">
                  <c:v>1</c:v>
                </c:pt>
                <c:pt idx="83711">
                  <c:v>3</c:v>
                </c:pt>
                <c:pt idx="83712">
                  <c:v>2</c:v>
                </c:pt>
                <c:pt idx="83713">
                  <c:v>2</c:v>
                </c:pt>
                <c:pt idx="83714">
                  <c:v>3</c:v>
                </c:pt>
                <c:pt idx="83715">
                  <c:v>3</c:v>
                </c:pt>
                <c:pt idx="83716">
                  <c:v>4</c:v>
                </c:pt>
                <c:pt idx="83717">
                  <c:v>1</c:v>
                </c:pt>
                <c:pt idx="83718">
                  <c:v>2</c:v>
                </c:pt>
                <c:pt idx="83719">
                  <c:v>3</c:v>
                </c:pt>
                <c:pt idx="83720">
                  <c:v>3</c:v>
                </c:pt>
                <c:pt idx="83721">
                  <c:v>2</c:v>
                </c:pt>
                <c:pt idx="83722">
                  <c:v>3</c:v>
                </c:pt>
                <c:pt idx="83723">
                  <c:v>5</c:v>
                </c:pt>
                <c:pt idx="83724">
                  <c:v>3</c:v>
                </c:pt>
                <c:pt idx="83725">
                  <c:v>2</c:v>
                </c:pt>
                <c:pt idx="83726">
                  <c:v>3</c:v>
                </c:pt>
                <c:pt idx="83727">
                  <c:v>3</c:v>
                </c:pt>
                <c:pt idx="83728">
                  <c:v>2</c:v>
                </c:pt>
                <c:pt idx="83729">
                  <c:v>2</c:v>
                </c:pt>
                <c:pt idx="83730">
                  <c:v>1</c:v>
                </c:pt>
                <c:pt idx="83731">
                  <c:v>3</c:v>
                </c:pt>
                <c:pt idx="83732">
                  <c:v>4</c:v>
                </c:pt>
                <c:pt idx="83733">
                  <c:v>4</c:v>
                </c:pt>
                <c:pt idx="83734">
                  <c:v>4</c:v>
                </c:pt>
                <c:pt idx="83735">
                  <c:v>5</c:v>
                </c:pt>
                <c:pt idx="83736">
                  <c:v>4</c:v>
                </c:pt>
                <c:pt idx="83737">
                  <c:v>2</c:v>
                </c:pt>
                <c:pt idx="83738">
                  <c:v>6</c:v>
                </c:pt>
                <c:pt idx="83739">
                  <c:v>2</c:v>
                </c:pt>
                <c:pt idx="83740">
                  <c:v>2</c:v>
                </c:pt>
                <c:pt idx="83741">
                  <c:v>2</c:v>
                </c:pt>
                <c:pt idx="83742">
                  <c:v>2</c:v>
                </c:pt>
                <c:pt idx="83743">
                  <c:v>2</c:v>
                </c:pt>
                <c:pt idx="83744">
                  <c:v>3</c:v>
                </c:pt>
                <c:pt idx="83745">
                  <c:v>2</c:v>
                </c:pt>
                <c:pt idx="83746">
                  <c:v>2</c:v>
                </c:pt>
                <c:pt idx="83747">
                  <c:v>3</c:v>
                </c:pt>
                <c:pt idx="83748">
                  <c:v>2</c:v>
                </c:pt>
                <c:pt idx="83749">
                  <c:v>3</c:v>
                </c:pt>
                <c:pt idx="83750">
                  <c:v>1</c:v>
                </c:pt>
                <c:pt idx="83751">
                  <c:v>2</c:v>
                </c:pt>
                <c:pt idx="83752">
                  <c:v>2</c:v>
                </c:pt>
                <c:pt idx="83753">
                  <c:v>2</c:v>
                </c:pt>
                <c:pt idx="83754">
                  <c:v>1</c:v>
                </c:pt>
                <c:pt idx="83755">
                  <c:v>2</c:v>
                </c:pt>
                <c:pt idx="83756">
                  <c:v>4</c:v>
                </c:pt>
                <c:pt idx="83757">
                  <c:v>2</c:v>
                </c:pt>
                <c:pt idx="83758">
                  <c:v>3</c:v>
                </c:pt>
                <c:pt idx="83759">
                  <c:v>6</c:v>
                </c:pt>
                <c:pt idx="83760">
                  <c:v>3</c:v>
                </c:pt>
                <c:pt idx="83761">
                  <c:v>4</c:v>
                </c:pt>
                <c:pt idx="83762">
                  <c:v>3</c:v>
                </c:pt>
                <c:pt idx="83763">
                  <c:v>1</c:v>
                </c:pt>
                <c:pt idx="83764">
                  <c:v>2</c:v>
                </c:pt>
                <c:pt idx="83765">
                  <c:v>2</c:v>
                </c:pt>
                <c:pt idx="83766">
                  <c:v>3</c:v>
                </c:pt>
                <c:pt idx="83767">
                  <c:v>4</c:v>
                </c:pt>
                <c:pt idx="83768">
                  <c:v>2</c:v>
                </c:pt>
                <c:pt idx="83769">
                  <c:v>2</c:v>
                </c:pt>
                <c:pt idx="83770">
                  <c:v>3</c:v>
                </c:pt>
                <c:pt idx="83771">
                  <c:v>2</c:v>
                </c:pt>
                <c:pt idx="83772">
                  <c:v>5</c:v>
                </c:pt>
                <c:pt idx="83773">
                  <c:v>3</c:v>
                </c:pt>
                <c:pt idx="83774">
                  <c:v>5</c:v>
                </c:pt>
                <c:pt idx="83775">
                  <c:v>4</c:v>
                </c:pt>
                <c:pt idx="83776">
                  <c:v>3</c:v>
                </c:pt>
                <c:pt idx="83777">
                  <c:v>3</c:v>
                </c:pt>
                <c:pt idx="83778">
                  <c:v>4</c:v>
                </c:pt>
                <c:pt idx="83779">
                  <c:v>5</c:v>
                </c:pt>
                <c:pt idx="83780">
                  <c:v>2</c:v>
                </c:pt>
                <c:pt idx="83781">
                  <c:v>2</c:v>
                </c:pt>
                <c:pt idx="83782">
                  <c:v>2</c:v>
                </c:pt>
                <c:pt idx="83783">
                  <c:v>4</c:v>
                </c:pt>
                <c:pt idx="83784">
                  <c:v>3</c:v>
                </c:pt>
                <c:pt idx="83785">
                  <c:v>7</c:v>
                </c:pt>
                <c:pt idx="83786">
                  <c:v>2</c:v>
                </c:pt>
                <c:pt idx="83787">
                  <c:v>2</c:v>
                </c:pt>
                <c:pt idx="83788">
                  <c:v>3</c:v>
                </c:pt>
                <c:pt idx="83789">
                  <c:v>3</c:v>
                </c:pt>
                <c:pt idx="83790">
                  <c:v>2</c:v>
                </c:pt>
                <c:pt idx="83791">
                  <c:v>3</c:v>
                </c:pt>
                <c:pt idx="83792">
                  <c:v>3</c:v>
                </c:pt>
                <c:pt idx="83793">
                  <c:v>2</c:v>
                </c:pt>
                <c:pt idx="83794">
                  <c:v>2</c:v>
                </c:pt>
                <c:pt idx="83795">
                  <c:v>2</c:v>
                </c:pt>
                <c:pt idx="83796">
                  <c:v>2</c:v>
                </c:pt>
                <c:pt idx="83797">
                  <c:v>2</c:v>
                </c:pt>
                <c:pt idx="83798">
                  <c:v>2</c:v>
                </c:pt>
                <c:pt idx="83799">
                  <c:v>2</c:v>
                </c:pt>
                <c:pt idx="83800">
                  <c:v>2</c:v>
                </c:pt>
                <c:pt idx="83801">
                  <c:v>2</c:v>
                </c:pt>
                <c:pt idx="83802">
                  <c:v>3</c:v>
                </c:pt>
                <c:pt idx="83803">
                  <c:v>2</c:v>
                </c:pt>
                <c:pt idx="83804">
                  <c:v>2</c:v>
                </c:pt>
                <c:pt idx="83805">
                  <c:v>2</c:v>
                </c:pt>
                <c:pt idx="83806">
                  <c:v>2</c:v>
                </c:pt>
                <c:pt idx="83807">
                  <c:v>3</c:v>
                </c:pt>
                <c:pt idx="83808">
                  <c:v>1</c:v>
                </c:pt>
                <c:pt idx="83809">
                  <c:v>1</c:v>
                </c:pt>
                <c:pt idx="83810">
                  <c:v>2</c:v>
                </c:pt>
                <c:pt idx="83811">
                  <c:v>5</c:v>
                </c:pt>
                <c:pt idx="83812">
                  <c:v>5</c:v>
                </c:pt>
                <c:pt idx="83813">
                  <c:v>2</c:v>
                </c:pt>
                <c:pt idx="83814">
                  <c:v>4</c:v>
                </c:pt>
                <c:pt idx="83815">
                  <c:v>4</c:v>
                </c:pt>
                <c:pt idx="83816">
                  <c:v>4</c:v>
                </c:pt>
                <c:pt idx="83817">
                  <c:v>2</c:v>
                </c:pt>
                <c:pt idx="83818">
                  <c:v>2</c:v>
                </c:pt>
                <c:pt idx="83819">
                  <c:v>1</c:v>
                </c:pt>
                <c:pt idx="83820">
                  <c:v>5</c:v>
                </c:pt>
                <c:pt idx="83821">
                  <c:v>2</c:v>
                </c:pt>
                <c:pt idx="83822">
                  <c:v>1</c:v>
                </c:pt>
                <c:pt idx="83823">
                  <c:v>1</c:v>
                </c:pt>
                <c:pt idx="83824">
                  <c:v>2</c:v>
                </c:pt>
                <c:pt idx="83825">
                  <c:v>3</c:v>
                </c:pt>
                <c:pt idx="83826">
                  <c:v>1</c:v>
                </c:pt>
                <c:pt idx="83827">
                  <c:v>2</c:v>
                </c:pt>
                <c:pt idx="83828">
                  <c:v>2</c:v>
                </c:pt>
                <c:pt idx="83829">
                  <c:v>3</c:v>
                </c:pt>
                <c:pt idx="83830">
                  <c:v>6</c:v>
                </c:pt>
                <c:pt idx="83831">
                  <c:v>-1</c:v>
                </c:pt>
                <c:pt idx="83832">
                  <c:v>3</c:v>
                </c:pt>
                <c:pt idx="83833">
                  <c:v>1</c:v>
                </c:pt>
                <c:pt idx="83834">
                  <c:v>3</c:v>
                </c:pt>
                <c:pt idx="83835">
                  <c:v>3</c:v>
                </c:pt>
                <c:pt idx="83836">
                  <c:v>6</c:v>
                </c:pt>
                <c:pt idx="83837">
                  <c:v>3</c:v>
                </c:pt>
                <c:pt idx="83838">
                  <c:v>2</c:v>
                </c:pt>
                <c:pt idx="83839">
                  <c:v>2</c:v>
                </c:pt>
                <c:pt idx="83840">
                  <c:v>1</c:v>
                </c:pt>
                <c:pt idx="83841">
                  <c:v>-1</c:v>
                </c:pt>
                <c:pt idx="83842">
                  <c:v>3</c:v>
                </c:pt>
                <c:pt idx="83843">
                  <c:v>3</c:v>
                </c:pt>
                <c:pt idx="83844">
                  <c:v>2</c:v>
                </c:pt>
                <c:pt idx="83845">
                  <c:v>2</c:v>
                </c:pt>
                <c:pt idx="83846">
                  <c:v>3</c:v>
                </c:pt>
                <c:pt idx="83847">
                  <c:v>1</c:v>
                </c:pt>
                <c:pt idx="83848">
                  <c:v>1</c:v>
                </c:pt>
                <c:pt idx="83849">
                  <c:v>3</c:v>
                </c:pt>
                <c:pt idx="83850">
                  <c:v>4</c:v>
                </c:pt>
                <c:pt idx="83851">
                  <c:v>2</c:v>
                </c:pt>
                <c:pt idx="83852">
                  <c:v>2</c:v>
                </c:pt>
                <c:pt idx="83853">
                  <c:v>3</c:v>
                </c:pt>
                <c:pt idx="83854">
                  <c:v>2</c:v>
                </c:pt>
                <c:pt idx="83855">
                  <c:v>2</c:v>
                </c:pt>
                <c:pt idx="83856">
                  <c:v>1</c:v>
                </c:pt>
                <c:pt idx="83857">
                  <c:v>5</c:v>
                </c:pt>
                <c:pt idx="83858">
                  <c:v>1</c:v>
                </c:pt>
                <c:pt idx="83859">
                  <c:v>2</c:v>
                </c:pt>
                <c:pt idx="83860">
                  <c:v>1</c:v>
                </c:pt>
                <c:pt idx="83861">
                  <c:v>5</c:v>
                </c:pt>
                <c:pt idx="83862">
                  <c:v>5</c:v>
                </c:pt>
                <c:pt idx="83863">
                  <c:v>5</c:v>
                </c:pt>
                <c:pt idx="83864">
                  <c:v>3</c:v>
                </c:pt>
                <c:pt idx="83865">
                  <c:v>5</c:v>
                </c:pt>
                <c:pt idx="83866">
                  <c:v>5</c:v>
                </c:pt>
                <c:pt idx="83867">
                  <c:v>5</c:v>
                </c:pt>
                <c:pt idx="83868">
                  <c:v>2</c:v>
                </c:pt>
                <c:pt idx="83869">
                  <c:v>5</c:v>
                </c:pt>
                <c:pt idx="83870">
                  <c:v>5</c:v>
                </c:pt>
                <c:pt idx="83871">
                  <c:v>1</c:v>
                </c:pt>
                <c:pt idx="83872">
                  <c:v>4</c:v>
                </c:pt>
                <c:pt idx="83873">
                  <c:v>3</c:v>
                </c:pt>
                <c:pt idx="83874">
                  <c:v>2</c:v>
                </c:pt>
                <c:pt idx="83875">
                  <c:v>1</c:v>
                </c:pt>
                <c:pt idx="83876">
                  <c:v>3</c:v>
                </c:pt>
                <c:pt idx="83877">
                  <c:v>2</c:v>
                </c:pt>
                <c:pt idx="83878">
                  <c:v>3</c:v>
                </c:pt>
                <c:pt idx="83879">
                  <c:v>7</c:v>
                </c:pt>
                <c:pt idx="83880">
                  <c:v>4</c:v>
                </c:pt>
                <c:pt idx="83881">
                  <c:v>5</c:v>
                </c:pt>
                <c:pt idx="83882">
                  <c:v>1</c:v>
                </c:pt>
                <c:pt idx="83883">
                  <c:v>2</c:v>
                </c:pt>
                <c:pt idx="83884">
                  <c:v>1</c:v>
                </c:pt>
                <c:pt idx="83885">
                  <c:v>4</c:v>
                </c:pt>
                <c:pt idx="83886">
                  <c:v>6</c:v>
                </c:pt>
                <c:pt idx="83887">
                  <c:v>5</c:v>
                </c:pt>
                <c:pt idx="83888">
                  <c:v>4</c:v>
                </c:pt>
                <c:pt idx="83889">
                  <c:v>4</c:v>
                </c:pt>
                <c:pt idx="83890">
                  <c:v>4</c:v>
                </c:pt>
                <c:pt idx="83891">
                  <c:v>4</c:v>
                </c:pt>
                <c:pt idx="83892">
                  <c:v>1</c:v>
                </c:pt>
                <c:pt idx="83893">
                  <c:v>3</c:v>
                </c:pt>
                <c:pt idx="83894">
                  <c:v>9</c:v>
                </c:pt>
                <c:pt idx="83895">
                  <c:v>2</c:v>
                </c:pt>
                <c:pt idx="83896">
                  <c:v>4</c:v>
                </c:pt>
                <c:pt idx="83897">
                  <c:v>4</c:v>
                </c:pt>
                <c:pt idx="83898">
                  <c:v>1</c:v>
                </c:pt>
                <c:pt idx="83899">
                  <c:v>4</c:v>
                </c:pt>
                <c:pt idx="83900">
                  <c:v>4</c:v>
                </c:pt>
                <c:pt idx="83901">
                  <c:v>5</c:v>
                </c:pt>
                <c:pt idx="83902">
                  <c:v>4</c:v>
                </c:pt>
                <c:pt idx="83903">
                  <c:v>4</c:v>
                </c:pt>
                <c:pt idx="83904">
                  <c:v>5</c:v>
                </c:pt>
                <c:pt idx="83905">
                  <c:v>4</c:v>
                </c:pt>
                <c:pt idx="83906">
                  <c:v>4</c:v>
                </c:pt>
                <c:pt idx="83907">
                  <c:v>2</c:v>
                </c:pt>
                <c:pt idx="83908">
                  <c:v>1</c:v>
                </c:pt>
                <c:pt idx="83909">
                  <c:v>1</c:v>
                </c:pt>
                <c:pt idx="83910">
                  <c:v>2</c:v>
                </c:pt>
                <c:pt idx="83911">
                  <c:v>1</c:v>
                </c:pt>
                <c:pt idx="83912">
                  <c:v>3</c:v>
                </c:pt>
                <c:pt idx="83913">
                  <c:v>2</c:v>
                </c:pt>
                <c:pt idx="83914">
                  <c:v>4</c:v>
                </c:pt>
                <c:pt idx="83915">
                  <c:v>5</c:v>
                </c:pt>
                <c:pt idx="83916">
                  <c:v>11</c:v>
                </c:pt>
                <c:pt idx="83917">
                  <c:v>1</c:v>
                </c:pt>
                <c:pt idx="83918">
                  <c:v>1</c:v>
                </c:pt>
                <c:pt idx="83919">
                  <c:v>1</c:v>
                </c:pt>
                <c:pt idx="83920">
                  <c:v>1</c:v>
                </c:pt>
                <c:pt idx="83921">
                  <c:v>1</c:v>
                </c:pt>
                <c:pt idx="83922">
                  <c:v>1</c:v>
                </c:pt>
                <c:pt idx="83923">
                  <c:v>1</c:v>
                </c:pt>
                <c:pt idx="83924">
                  <c:v>1</c:v>
                </c:pt>
                <c:pt idx="83925">
                  <c:v>2</c:v>
                </c:pt>
                <c:pt idx="83926">
                  <c:v>4</c:v>
                </c:pt>
                <c:pt idx="83927">
                  <c:v>4</c:v>
                </c:pt>
                <c:pt idx="83928">
                  <c:v>3</c:v>
                </c:pt>
                <c:pt idx="83929">
                  <c:v>3</c:v>
                </c:pt>
                <c:pt idx="83930">
                  <c:v>3</c:v>
                </c:pt>
                <c:pt idx="83931">
                  <c:v>1</c:v>
                </c:pt>
                <c:pt idx="83932">
                  <c:v>5</c:v>
                </c:pt>
                <c:pt idx="83933">
                  <c:v>5</c:v>
                </c:pt>
                <c:pt idx="83934">
                  <c:v>3</c:v>
                </c:pt>
                <c:pt idx="83935">
                  <c:v>4</c:v>
                </c:pt>
                <c:pt idx="83936">
                  <c:v>2</c:v>
                </c:pt>
                <c:pt idx="83937">
                  <c:v>2</c:v>
                </c:pt>
                <c:pt idx="83938">
                  <c:v>2</c:v>
                </c:pt>
                <c:pt idx="83939">
                  <c:v>1</c:v>
                </c:pt>
                <c:pt idx="83940">
                  <c:v>2</c:v>
                </c:pt>
                <c:pt idx="83941">
                  <c:v>2</c:v>
                </c:pt>
                <c:pt idx="83942">
                  <c:v>2</c:v>
                </c:pt>
                <c:pt idx="83943">
                  <c:v>4</c:v>
                </c:pt>
                <c:pt idx="83944">
                  <c:v>4</c:v>
                </c:pt>
                <c:pt idx="83945">
                  <c:v>4</c:v>
                </c:pt>
                <c:pt idx="83946">
                  <c:v>4</c:v>
                </c:pt>
                <c:pt idx="83947">
                  <c:v>2</c:v>
                </c:pt>
                <c:pt idx="83948">
                  <c:v>3</c:v>
                </c:pt>
                <c:pt idx="83949">
                  <c:v>2</c:v>
                </c:pt>
                <c:pt idx="83950">
                  <c:v>3</c:v>
                </c:pt>
                <c:pt idx="83951">
                  <c:v>1</c:v>
                </c:pt>
                <c:pt idx="83952">
                  <c:v>4</c:v>
                </c:pt>
                <c:pt idx="83953">
                  <c:v>1</c:v>
                </c:pt>
                <c:pt idx="83954">
                  <c:v>0</c:v>
                </c:pt>
                <c:pt idx="83955">
                  <c:v>1</c:v>
                </c:pt>
                <c:pt idx="83956">
                  <c:v>2</c:v>
                </c:pt>
                <c:pt idx="83957">
                  <c:v>2</c:v>
                </c:pt>
                <c:pt idx="83958">
                  <c:v>2</c:v>
                </c:pt>
                <c:pt idx="83959">
                  <c:v>2</c:v>
                </c:pt>
                <c:pt idx="83960">
                  <c:v>2</c:v>
                </c:pt>
                <c:pt idx="83961">
                  <c:v>2</c:v>
                </c:pt>
                <c:pt idx="83962">
                  <c:v>1</c:v>
                </c:pt>
                <c:pt idx="83963">
                  <c:v>1</c:v>
                </c:pt>
                <c:pt idx="83964">
                  <c:v>2</c:v>
                </c:pt>
                <c:pt idx="83965">
                  <c:v>3</c:v>
                </c:pt>
                <c:pt idx="83966">
                  <c:v>3</c:v>
                </c:pt>
                <c:pt idx="83967">
                  <c:v>2</c:v>
                </c:pt>
                <c:pt idx="83968">
                  <c:v>2</c:v>
                </c:pt>
                <c:pt idx="83969">
                  <c:v>2</c:v>
                </c:pt>
                <c:pt idx="83970">
                  <c:v>2</c:v>
                </c:pt>
                <c:pt idx="83971">
                  <c:v>4</c:v>
                </c:pt>
                <c:pt idx="83972">
                  <c:v>4</c:v>
                </c:pt>
                <c:pt idx="83973">
                  <c:v>4</c:v>
                </c:pt>
                <c:pt idx="83974">
                  <c:v>3</c:v>
                </c:pt>
                <c:pt idx="83975">
                  <c:v>2</c:v>
                </c:pt>
                <c:pt idx="83976">
                  <c:v>2</c:v>
                </c:pt>
                <c:pt idx="83977">
                  <c:v>2</c:v>
                </c:pt>
                <c:pt idx="83978">
                  <c:v>2</c:v>
                </c:pt>
                <c:pt idx="83979">
                  <c:v>2</c:v>
                </c:pt>
                <c:pt idx="83980">
                  <c:v>2</c:v>
                </c:pt>
                <c:pt idx="83981">
                  <c:v>4</c:v>
                </c:pt>
                <c:pt idx="83982">
                  <c:v>3</c:v>
                </c:pt>
                <c:pt idx="83983">
                  <c:v>3</c:v>
                </c:pt>
                <c:pt idx="83984">
                  <c:v>2</c:v>
                </c:pt>
                <c:pt idx="83985">
                  <c:v>3</c:v>
                </c:pt>
                <c:pt idx="83986">
                  <c:v>3</c:v>
                </c:pt>
                <c:pt idx="83987">
                  <c:v>4</c:v>
                </c:pt>
                <c:pt idx="83988">
                  <c:v>2</c:v>
                </c:pt>
                <c:pt idx="83989">
                  <c:v>4</c:v>
                </c:pt>
                <c:pt idx="83990">
                  <c:v>1</c:v>
                </c:pt>
                <c:pt idx="83991">
                  <c:v>1</c:v>
                </c:pt>
                <c:pt idx="83992">
                  <c:v>3</c:v>
                </c:pt>
                <c:pt idx="83993">
                  <c:v>4</c:v>
                </c:pt>
                <c:pt idx="83994">
                  <c:v>3</c:v>
                </c:pt>
                <c:pt idx="83995">
                  <c:v>3</c:v>
                </c:pt>
                <c:pt idx="83996">
                  <c:v>2</c:v>
                </c:pt>
                <c:pt idx="83997">
                  <c:v>2</c:v>
                </c:pt>
                <c:pt idx="83998">
                  <c:v>2</c:v>
                </c:pt>
                <c:pt idx="83999">
                  <c:v>1</c:v>
                </c:pt>
                <c:pt idx="84000">
                  <c:v>3</c:v>
                </c:pt>
                <c:pt idx="84001">
                  <c:v>2</c:v>
                </c:pt>
                <c:pt idx="84002">
                  <c:v>2</c:v>
                </c:pt>
                <c:pt idx="84003">
                  <c:v>2</c:v>
                </c:pt>
                <c:pt idx="84004">
                  <c:v>2</c:v>
                </c:pt>
                <c:pt idx="84005">
                  <c:v>2</c:v>
                </c:pt>
                <c:pt idx="84006">
                  <c:v>2</c:v>
                </c:pt>
                <c:pt idx="84007">
                  <c:v>2</c:v>
                </c:pt>
                <c:pt idx="84008">
                  <c:v>2</c:v>
                </c:pt>
                <c:pt idx="84009">
                  <c:v>2</c:v>
                </c:pt>
                <c:pt idx="84010">
                  <c:v>2</c:v>
                </c:pt>
                <c:pt idx="84011">
                  <c:v>1</c:v>
                </c:pt>
                <c:pt idx="84012">
                  <c:v>2</c:v>
                </c:pt>
                <c:pt idx="84013">
                  <c:v>2</c:v>
                </c:pt>
                <c:pt idx="84014">
                  <c:v>2</c:v>
                </c:pt>
                <c:pt idx="84015">
                  <c:v>4</c:v>
                </c:pt>
                <c:pt idx="84016">
                  <c:v>4</c:v>
                </c:pt>
                <c:pt idx="84017">
                  <c:v>2</c:v>
                </c:pt>
                <c:pt idx="84018">
                  <c:v>2</c:v>
                </c:pt>
                <c:pt idx="84019">
                  <c:v>2</c:v>
                </c:pt>
                <c:pt idx="84020">
                  <c:v>2</c:v>
                </c:pt>
                <c:pt idx="84021">
                  <c:v>2</c:v>
                </c:pt>
                <c:pt idx="84022">
                  <c:v>2</c:v>
                </c:pt>
                <c:pt idx="84023">
                  <c:v>2</c:v>
                </c:pt>
                <c:pt idx="84024">
                  <c:v>2</c:v>
                </c:pt>
                <c:pt idx="84025">
                  <c:v>5</c:v>
                </c:pt>
                <c:pt idx="84026">
                  <c:v>1</c:v>
                </c:pt>
                <c:pt idx="84027">
                  <c:v>2</c:v>
                </c:pt>
                <c:pt idx="84028">
                  <c:v>2</c:v>
                </c:pt>
                <c:pt idx="84029">
                  <c:v>3</c:v>
                </c:pt>
                <c:pt idx="84030">
                  <c:v>3</c:v>
                </c:pt>
                <c:pt idx="84031">
                  <c:v>1</c:v>
                </c:pt>
                <c:pt idx="84032">
                  <c:v>1</c:v>
                </c:pt>
                <c:pt idx="84033">
                  <c:v>1</c:v>
                </c:pt>
                <c:pt idx="84034">
                  <c:v>1</c:v>
                </c:pt>
                <c:pt idx="84035">
                  <c:v>1</c:v>
                </c:pt>
                <c:pt idx="84036">
                  <c:v>1</c:v>
                </c:pt>
                <c:pt idx="84037">
                  <c:v>1</c:v>
                </c:pt>
                <c:pt idx="84038">
                  <c:v>2</c:v>
                </c:pt>
                <c:pt idx="84039">
                  <c:v>2</c:v>
                </c:pt>
                <c:pt idx="84040">
                  <c:v>3</c:v>
                </c:pt>
                <c:pt idx="84041">
                  <c:v>2</c:v>
                </c:pt>
                <c:pt idx="84042">
                  <c:v>2</c:v>
                </c:pt>
                <c:pt idx="84043">
                  <c:v>3</c:v>
                </c:pt>
                <c:pt idx="84044">
                  <c:v>2</c:v>
                </c:pt>
                <c:pt idx="84045">
                  <c:v>4</c:v>
                </c:pt>
                <c:pt idx="84046">
                  <c:v>5</c:v>
                </c:pt>
                <c:pt idx="84047">
                  <c:v>4</c:v>
                </c:pt>
                <c:pt idx="84048">
                  <c:v>2</c:v>
                </c:pt>
                <c:pt idx="84049">
                  <c:v>2</c:v>
                </c:pt>
                <c:pt idx="84050">
                  <c:v>2</c:v>
                </c:pt>
                <c:pt idx="84051">
                  <c:v>3</c:v>
                </c:pt>
                <c:pt idx="84052">
                  <c:v>2</c:v>
                </c:pt>
                <c:pt idx="84053">
                  <c:v>-2</c:v>
                </c:pt>
                <c:pt idx="84054">
                  <c:v>1</c:v>
                </c:pt>
                <c:pt idx="84055">
                  <c:v>1</c:v>
                </c:pt>
                <c:pt idx="84056">
                  <c:v>4</c:v>
                </c:pt>
                <c:pt idx="84057">
                  <c:v>2</c:v>
                </c:pt>
                <c:pt idx="84058">
                  <c:v>2</c:v>
                </c:pt>
                <c:pt idx="84059">
                  <c:v>2</c:v>
                </c:pt>
                <c:pt idx="84060">
                  <c:v>5</c:v>
                </c:pt>
                <c:pt idx="84061">
                  <c:v>1</c:v>
                </c:pt>
                <c:pt idx="84062">
                  <c:v>2</c:v>
                </c:pt>
                <c:pt idx="84063">
                  <c:v>5</c:v>
                </c:pt>
                <c:pt idx="84064">
                  <c:v>4</c:v>
                </c:pt>
                <c:pt idx="84065">
                  <c:v>4</c:v>
                </c:pt>
                <c:pt idx="84066">
                  <c:v>4</c:v>
                </c:pt>
                <c:pt idx="84067">
                  <c:v>14</c:v>
                </c:pt>
                <c:pt idx="84068">
                  <c:v>2</c:v>
                </c:pt>
                <c:pt idx="84069">
                  <c:v>2</c:v>
                </c:pt>
                <c:pt idx="84070">
                  <c:v>2</c:v>
                </c:pt>
                <c:pt idx="84071">
                  <c:v>2</c:v>
                </c:pt>
                <c:pt idx="84072">
                  <c:v>2</c:v>
                </c:pt>
                <c:pt idx="84073">
                  <c:v>2</c:v>
                </c:pt>
                <c:pt idx="84074">
                  <c:v>2</c:v>
                </c:pt>
                <c:pt idx="84075">
                  <c:v>2</c:v>
                </c:pt>
                <c:pt idx="84076">
                  <c:v>2</c:v>
                </c:pt>
                <c:pt idx="84077">
                  <c:v>2</c:v>
                </c:pt>
                <c:pt idx="84078">
                  <c:v>2</c:v>
                </c:pt>
                <c:pt idx="84079">
                  <c:v>10</c:v>
                </c:pt>
                <c:pt idx="84080">
                  <c:v>6</c:v>
                </c:pt>
                <c:pt idx="84081">
                  <c:v>2</c:v>
                </c:pt>
                <c:pt idx="84082">
                  <c:v>3</c:v>
                </c:pt>
                <c:pt idx="84083">
                  <c:v>4</c:v>
                </c:pt>
                <c:pt idx="84084">
                  <c:v>3</c:v>
                </c:pt>
                <c:pt idx="84085">
                  <c:v>2</c:v>
                </c:pt>
                <c:pt idx="84086">
                  <c:v>3</c:v>
                </c:pt>
                <c:pt idx="84087">
                  <c:v>2</c:v>
                </c:pt>
                <c:pt idx="84088">
                  <c:v>3</c:v>
                </c:pt>
                <c:pt idx="84089">
                  <c:v>2</c:v>
                </c:pt>
                <c:pt idx="84090">
                  <c:v>2</c:v>
                </c:pt>
                <c:pt idx="84091">
                  <c:v>1</c:v>
                </c:pt>
                <c:pt idx="84092">
                  <c:v>2</c:v>
                </c:pt>
                <c:pt idx="84093">
                  <c:v>2</c:v>
                </c:pt>
                <c:pt idx="84094">
                  <c:v>4</c:v>
                </c:pt>
                <c:pt idx="84095">
                  <c:v>1</c:v>
                </c:pt>
                <c:pt idx="84096">
                  <c:v>3</c:v>
                </c:pt>
                <c:pt idx="84097">
                  <c:v>4</c:v>
                </c:pt>
                <c:pt idx="84098">
                  <c:v>3</c:v>
                </c:pt>
                <c:pt idx="84099">
                  <c:v>2</c:v>
                </c:pt>
                <c:pt idx="84100">
                  <c:v>6</c:v>
                </c:pt>
                <c:pt idx="84101">
                  <c:v>3</c:v>
                </c:pt>
                <c:pt idx="84102">
                  <c:v>1</c:v>
                </c:pt>
                <c:pt idx="84103">
                  <c:v>2</c:v>
                </c:pt>
                <c:pt idx="84104">
                  <c:v>2</c:v>
                </c:pt>
                <c:pt idx="84105">
                  <c:v>2</c:v>
                </c:pt>
                <c:pt idx="84106">
                  <c:v>1</c:v>
                </c:pt>
                <c:pt idx="84107">
                  <c:v>3</c:v>
                </c:pt>
                <c:pt idx="84108">
                  <c:v>1</c:v>
                </c:pt>
                <c:pt idx="84109">
                  <c:v>4</c:v>
                </c:pt>
                <c:pt idx="84110">
                  <c:v>1</c:v>
                </c:pt>
                <c:pt idx="84111">
                  <c:v>2</c:v>
                </c:pt>
                <c:pt idx="84112">
                  <c:v>1</c:v>
                </c:pt>
                <c:pt idx="84113">
                  <c:v>1</c:v>
                </c:pt>
                <c:pt idx="84114">
                  <c:v>2</c:v>
                </c:pt>
                <c:pt idx="84115">
                  <c:v>2</c:v>
                </c:pt>
                <c:pt idx="84116">
                  <c:v>2</c:v>
                </c:pt>
                <c:pt idx="84117">
                  <c:v>2</c:v>
                </c:pt>
                <c:pt idx="84118">
                  <c:v>1</c:v>
                </c:pt>
                <c:pt idx="84119">
                  <c:v>2</c:v>
                </c:pt>
                <c:pt idx="84120">
                  <c:v>2</c:v>
                </c:pt>
                <c:pt idx="84121">
                  <c:v>3</c:v>
                </c:pt>
                <c:pt idx="84122">
                  <c:v>2</c:v>
                </c:pt>
                <c:pt idx="84123">
                  <c:v>1</c:v>
                </c:pt>
                <c:pt idx="84124">
                  <c:v>2</c:v>
                </c:pt>
                <c:pt idx="84125">
                  <c:v>3</c:v>
                </c:pt>
                <c:pt idx="84126">
                  <c:v>4</c:v>
                </c:pt>
                <c:pt idx="84127">
                  <c:v>3</c:v>
                </c:pt>
                <c:pt idx="84128">
                  <c:v>3</c:v>
                </c:pt>
                <c:pt idx="84129">
                  <c:v>4</c:v>
                </c:pt>
                <c:pt idx="84130">
                  <c:v>4</c:v>
                </c:pt>
                <c:pt idx="84131">
                  <c:v>3</c:v>
                </c:pt>
                <c:pt idx="84132">
                  <c:v>2</c:v>
                </c:pt>
                <c:pt idx="84133">
                  <c:v>3</c:v>
                </c:pt>
                <c:pt idx="84134">
                  <c:v>1</c:v>
                </c:pt>
                <c:pt idx="84135">
                  <c:v>1</c:v>
                </c:pt>
                <c:pt idx="84136">
                  <c:v>3</c:v>
                </c:pt>
                <c:pt idx="84137">
                  <c:v>2</c:v>
                </c:pt>
                <c:pt idx="84138">
                  <c:v>2</c:v>
                </c:pt>
                <c:pt idx="84139">
                  <c:v>2</c:v>
                </c:pt>
                <c:pt idx="84140">
                  <c:v>2</c:v>
                </c:pt>
                <c:pt idx="84141">
                  <c:v>2</c:v>
                </c:pt>
                <c:pt idx="84142">
                  <c:v>3</c:v>
                </c:pt>
                <c:pt idx="84143">
                  <c:v>2</c:v>
                </c:pt>
                <c:pt idx="84144">
                  <c:v>6</c:v>
                </c:pt>
                <c:pt idx="84145">
                  <c:v>6</c:v>
                </c:pt>
                <c:pt idx="84146">
                  <c:v>13</c:v>
                </c:pt>
                <c:pt idx="84147">
                  <c:v>5</c:v>
                </c:pt>
                <c:pt idx="84148">
                  <c:v>8</c:v>
                </c:pt>
                <c:pt idx="84149">
                  <c:v>2</c:v>
                </c:pt>
                <c:pt idx="84150">
                  <c:v>2</c:v>
                </c:pt>
                <c:pt idx="84151">
                  <c:v>2</c:v>
                </c:pt>
                <c:pt idx="84152">
                  <c:v>1</c:v>
                </c:pt>
                <c:pt idx="84153">
                  <c:v>1</c:v>
                </c:pt>
                <c:pt idx="84154">
                  <c:v>1</c:v>
                </c:pt>
                <c:pt idx="84155">
                  <c:v>2</c:v>
                </c:pt>
                <c:pt idx="84156">
                  <c:v>1</c:v>
                </c:pt>
                <c:pt idx="84157">
                  <c:v>1</c:v>
                </c:pt>
                <c:pt idx="84158">
                  <c:v>2</c:v>
                </c:pt>
                <c:pt idx="84159">
                  <c:v>1</c:v>
                </c:pt>
                <c:pt idx="84160">
                  <c:v>3</c:v>
                </c:pt>
                <c:pt idx="84161">
                  <c:v>4</c:v>
                </c:pt>
                <c:pt idx="84162">
                  <c:v>4</c:v>
                </c:pt>
                <c:pt idx="84163">
                  <c:v>10</c:v>
                </c:pt>
                <c:pt idx="84164">
                  <c:v>6</c:v>
                </c:pt>
                <c:pt idx="84165">
                  <c:v>7</c:v>
                </c:pt>
                <c:pt idx="84166">
                  <c:v>6</c:v>
                </c:pt>
                <c:pt idx="84167">
                  <c:v>2</c:v>
                </c:pt>
                <c:pt idx="84168">
                  <c:v>2</c:v>
                </c:pt>
                <c:pt idx="84169">
                  <c:v>3</c:v>
                </c:pt>
                <c:pt idx="84170">
                  <c:v>1</c:v>
                </c:pt>
                <c:pt idx="84171">
                  <c:v>2</c:v>
                </c:pt>
                <c:pt idx="84172">
                  <c:v>3</c:v>
                </c:pt>
                <c:pt idx="84173">
                  <c:v>4</c:v>
                </c:pt>
                <c:pt idx="84174">
                  <c:v>4</c:v>
                </c:pt>
                <c:pt idx="84175">
                  <c:v>3</c:v>
                </c:pt>
                <c:pt idx="84176">
                  <c:v>3</c:v>
                </c:pt>
                <c:pt idx="84177">
                  <c:v>3</c:v>
                </c:pt>
                <c:pt idx="84178">
                  <c:v>3</c:v>
                </c:pt>
                <c:pt idx="84179">
                  <c:v>3</c:v>
                </c:pt>
                <c:pt idx="84180">
                  <c:v>3</c:v>
                </c:pt>
                <c:pt idx="84181">
                  <c:v>3</c:v>
                </c:pt>
                <c:pt idx="84182">
                  <c:v>4</c:v>
                </c:pt>
                <c:pt idx="84183">
                  <c:v>2</c:v>
                </c:pt>
                <c:pt idx="84184">
                  <c:v>2</c:v>
                </c:pt>
                <c:pt idx="84185">
                  <c:v>1</c:v>
                </c:pt>
                <c:pt idx="84186">
                  <c:v>1</c:v>
                </c:pt>
                <c:pt idx="84187">
                  <c:v>3</c:v>
                </c:pt>
                <c:pt idx="84188">
                  <c:v>2</c:v>
                </c:pt>
                <c:pt idx="84189">
                  <c:v>4</c:v>
                </c:pt>
                <c:pt idx="84190">
                  <c:v>3</c:v>
                </c:pt>
                <c:pt idx="84191">
                  <c:v>2</c:v>
                </c:pt>
                <c:pt idx="84192">
                  <c:v>11</c:v>
                </c:pt>
                <c:pt idx="84193">
                  <c:v>5</c:v>
                </c:pt>
                <c:pt idx="84194">
                  <c:v>2</c:v>
                </c:pt>
                <c:pt idx="84195">
                  <c:v>2</c:v>
                </c:pt>
                <c:pt idx="84196">
                  <c:v>2</c:v>
                </c:pt>
                <c:pt idx="84197">
                  <c:v>1</c:v>
                </c:pt>
                <c:pt idx="84198">
                  <c:v>2</c:v>
                </c:pt>
                <c:pt idx="84199">
                  <c:v>2</c:v>
                </c:pt>
                <c:pt idx="84200">
                  <c:v>1</c:v>
                </c:pt>
                <c:pt idx="84201">
                  <c:v>2</c:v>
                </c:pt>
                <c:pt idx="84202">
                  <c:v>3</c:v>
                </c:pt>
                <c:pt idx="84203">
                  <c:v>2</c:v>
                </c:pt>
                <c:pt idx="84204">
                  <c:v>4</c:v>
                </c:pt>
                <c:pt idx="84205">
                  <c:v>1</c:v>
                </c:pt>
                <c:pt idx="84206">
                  <c:v>1</c:v>
                </c:pt>
                <c:pt idx="84207">
                  <c:v>4</c:v>
                </c:pt>
                <c:pt idx="84208">
                  <c:v>2</c:v>
                </c:pt>
                <c:pt idx="84209">
                  <c:v>3</c:v>
                </c:pt>
                <c:pt idx="84210">
                  <c:v>4</c:v>
                </c:pt>
                <c:pt idx="84211">
                  <c:v>4</c:v>
                </c:pt>
                <c:pt idx="84212">
                  <c:v>4</c:v>
                </c:pt>
                <c:pt idx="84213">
                  <c:v>3</c:v>
                </c:pt>
                <c:pt idx="84214">
                  <c:v>2</c:v>
                </c:pt>
                <c:pt idx="84215">
                  <c:v>2</c:v>
                </c:pt>
                <c:pt idx="84216">
                  <c:v>3</c:v>
                </c:pt>
                <c:pt idx="84217">
                  <c:v>3</c:v>
                </c:pt>
                <c:pt idx="84218">
                  <c:v>4</c:v>
                </c:pt>
                <c:pt idx="84219">
                  <c:v>2</c:v>
                </c:pt>
                <c:pt idx="84220">
                  <c:v>2</c:v>
                </c:pt>
                <c:pt idx="84221">
                  <c:v>2</c:v>
                </c:pt>
                <c:pt idx="84222">
                  <c:v>3</c:v>
                </c:pt>
                <c:pt idx="84223">
                  <c:v>2</c:v>
                </c:pt>
                <c:pt idx="84224">
                  <c:v>4</c:v>
                </c:pt>
                <c:pt idx="84225">
                  <c:v>2</c:v>
                </c:pt>
                <c:pt idx="84226">
                  <c:v>2</c:v>
                </c:pt>
                <c:pt idx="84227">
                  <c:v>2</c:v>
                </c:pt>
                <c:pt idx="84228">
                  <c:v>2</c:v>
                </c:pt>
                <c:pt idx="84229">
                  <c:v>2</c:v>
                </c:pt>
                <c:pt idx="84230">
                  <c:v>4</c:v>
                </c:pt>
                <c:pt idx="84231">
                  <c:v>1</c:v>
                </c:pt>
                <c:pt idx="84232">
                  <c:v>4</c:v>
                </c:pt>
                <c:pt idx="84233">
                  <c:v>5</c:v>
                </c:pt>
                <c:pt idx="84234">
                  <c:v>2</c:v>
                </c:pt>
                <c:pt idx="84235">
                  <c:v>3</c:v>
                </c:pt>
                <c:pt idx="84236">
                  <c:v>3</c:v>
                </c:pt>
                <c:pt idx="84237">
                  <c:v>3</c:v>
                </c:pt>
                <c:pt idx="84238">
                  <c:v>4</c:v>
                </c:pt>
                <c:pt idx="84239">
                  <c:v>3</c:v>
                </c:pt>
                <c:pt idx="84240">
                  <c:v>1</c:v>
                </c:pt>
                <c:pt idx="84241">
                  <c:v>2</c:v>
                </c:pt>
                <c:pt idx="84242">
                  <c:v>1</c:v>
                </c:pt>
                <c:pt idx="84243">
                  <c:v>3</c:v>
                </c:pt>
                <c:pt idx="84244">
                  <c:v>2</c:v>
                </c:pt>
                <c:pt idx="84245">
                  <c:v>3</c:v>
                </c:pt>
                <c:pt idx="84246">
                  <c:v>4</c:v>
                </c:pt>
                <c:pt idx="84247">
                  <c:v>3</c:v>
                </c:pt>
                <c:pt idx="84248">
                  <c:v>5</c:v>
                </c:pt>
                <c:pt idx="84249">
                  <c:v>3</c:v>
                </c:pt>
                <c:pt idx="84250">
                  <c:v>3</c:v>
                </c:pt>
                <c:pt idx="84251">
                  <c:v>1</c:v>
                </c:pt>
                <c:pt idx="84252">
                  <c:v>3</c:v>
                </c:pt>
                <c:pt idx="84253">
                  <c:v>2</c:v>
                </c:pt>
                <c:pt idx="84254">
                  <c:v>5</c:v>
                </c:pt>
                <c:pt idx="84255">
                  <c:v>1</c:v>
                </c:pt>
                <c:pt idx="84256">
                  <c:v>1</c:v>
                </c:pt>
                <c:pt idx="84257">
                  <c:v>1</c:v>
                </c:pt>
                <c:pt idx="84258">
                  <c:v>1</c:v>
                </c:pt>
                <c:pt idx="84259">
                  <c:v>1</c:v>
                </c:pt>
                <c:pt idx="84260">
                  <c:v>1</c:v>
                </c:pt>
                <c:pt idx="84261">
                  <c:v>1</c:v>
                </c:pt>
                <c:pt idx="84262">
                  <c:v>2</c:v>
                </c:pt>
                <c:pt idx="84263">
                  <c:v>3</c:v>
                </c:pt>
                <c:pt idx="84264">
                  <c:v>3</c:v>
                </c:pt>
                <c:pt idx="84265">
                  <c:v>0</c:v>
                </c:pt>
                <c:pt idx="84266">
                  <c:v>2</c:v>
                </c:pt>
                <c:pt idx="84267">
                  <c:v>3</c:v>
                </c:pt>
                <c:pt idx="84268">
                  <c:v>2</c:v>
                </c:pt>
                <c:pt idx="84269">
                  <c:v>1</c:v>
                </c:pt>
                <c:pt idx="84270">
                  <c:v>3</c:v>
                </c:pt>
                <c:pt idx="84271">
                  <c:v>2</c:v>
                </c:pt>
                <c:pt idx="84272">
                  <c:v>2</c:v>
                </c:pt>
                <c:pt idx="84273">
                  <c:v>6</c:v>
                </c:pt>
                <c:pt idx="84274">
                  <c:v>6</c:v>
                </c:pt>
                <c:pt idx="84275">
                  <c:v>6</c:v>
                </c:pt>
                <c:pt idx="84276">
                  <c:v>1</c:v>
                </c:pt>
                <c:pt idx="84277">
                  <c:v>1</c:v>
                </c:pt>
                <c:pt idx="84278">
                  <c:v>1</c:v>
                </c:pt>
                <c:pt idx="84279">
                  <c:v>2</c:v>
                </c:pt>
                <c:pt idx="84280">
                  <c:v>4</c:v>
                </c:pt>
                <c:pt idx="84281">
                  <c:v>1</c:v>
                </c:pt>
                <c:pt idx="84282">
                  <c:v>2</c:v>
                </c:pt>
                <c:pt idx="84283">
                  <c:v>2</c:v>
                </c:pt>
                <c:pt idx="84284">
                  <c:v>4</c:v>
                </c:pt>
                <c:pt idx="84285">
                  <c:v>2</c:v>
                </c:pt>
                <c:pt idx="84286">
                  <c:v>3</c:v>
                </c:pt>
                <c:pt idx="84287">
                  <c:v>4</c:v>
                </c:pt>
                <c:pt idx="84288">
                  <c:v>2</c:v>
                </c:pt>
                <c:pt idx="84289">
                  <c:v>3</c:v>
                </c:pt>
                <c:pt idx="84290">
                  <c:v>2</c:v>
                </c:pt>
                <c:pt idx="84291">
                  <c:v>2</c:v>
                </c:pt>
                <c:pt idx="84292">
                  <c:v>2</c:v>
                </c:pt>
                <c:pt idx="84293">
                  <c:v>5</c:v>
                </c:pt>
                <c:pt idx="84294">
                  <c:v>5</c:v>
                </c:pt>
                <c:pt idx="84295">
                  <c:v>2</c:v>
                </c:pt>
                <c:pt idx="84296">
                  <c:v>2</c:v>
                </c:pt>
                <c:pt idx="84297">
                  <c:v>1</c:v>
                </c:pt>
                <c:pt idx="84298">
                  <c:v>2</c:v>
                </c:pt>
                <c:pt idx="84299">
                  <c:v>1</c:v>
                </c:pt>
                <c:pt idx="84300">
                  <c:v>7</c:v>
                </c:pt>
                <c:pt idx="84301">
                  <c:v>4</c:v>
                </c:pt>
                <c:pt idx="84302">
                  <c:v>2</c:v>
                </c:pt>
                <c:pt idx="84303">
                  <c:v>5</c:v>
                </c:pt>
                <c:pt idx="84304">
                  <c:v>5</c:v>
                </c:pt>
                <c:pt idx="84305">
                  <c:v>5</c:v>
                </c:pt>
                <c:pt idx="84306">
                  <c:v>5</c:v>
                </c:pt>
                <c:pt idx="84307">
                  <c:v>10</c:v>
                </c:pt>
                <c:pt idx="84308">
                  <c:v>2</c:v>
                </c:pt>
                <c:pt idx="84309">
                  <c:v>4</c:v>
                </c:pt>
                <c:pt idx="84310">
                  <c:v>2</c:v>
                </c:pt>
                <c:pt idx="84311">
                  <c:v>2</c:v>
                </c:pt>
                <c:pt idx="84312">
                  <c:v>10</c:v>
                </c:pt>
                <c:pt idx="84313">
                  <c:v>7</c:v>
                </c:pt>
                <c:pt idx="84314">
                  <c:v>3</c:v>
                </c:pt>
                <c:pt idx="84315">
                  <c:v>2</c:v>
                </c:pt>
                <c:pt idx="84316">
                  <c:v>2</c:v>
                </c:pt>
                <c:pt idx="84317">
                  <c:v>3</c:v>
                </c:pt>
                <c:pt idx="84318">
                  <c:v>4</c:v>
                </c:pt>
                <c:pt idx="84319">
                  <c:v>2</c:v>
                </c:pt>
                <c:pt idx="84320">
                  <c:v>2</c:v>
                </c:pt>
                <c:pt idx="84321">
                  <c:v>2</c:v>
                </c:pt>
                <c:pt idx="84322">
                  <c:v>2</c:v>
                </c:pt>
                <c:pt idx="84323">
                  <c:v>4</c:v>
                </c:pt>
                <c:pt idx="84324">
                  <c:v>2</c:v>
                </c:pt>
                <c:pt idx="84325">
                  <c:v>1</c:v>
                </c:pt>
                <c:pt idx="84326">
                  <c:v>2</c:v>
                </c:pt>
                <c:pt idx="84327">
                  <c:v>1</c:v>
                </c:pt>
                <c:pt idx="84328">
                  <c:v>3</c:v>
                </c:pt>
                <c:pt idx="84329">
                  <c:v>5</c:v>
                </c:pt>
                <c:pt idx="84330">
                  <c:v>5</c:v>
                </c:pt>
                <c:pt idx="84331">
                  <c:v>5</c:v>
                </c:pt>
                <c:pt idx="84332">
                  <c:v>5</c:v>
                </c:pt>
                <c:pt idx="84333">
                  <c:v>2</c:v>
                </c:pt>
                <c:pt idx="84334">
                  <c:v>1</c:v>
                </c:pt>
                <c:pt idx="84335">
                  <c:v>4</c:v>
                </c:pt>
                <c:pt idx="84336">
                  <c:v>2</c:v>
                </c:pt>
                <c:pt idx="84337">
                  <c:v>2</c:v>
                </c:pt>
                <c:pt idx="84338">
                  <c:v>4</c:v>
                </c:pt>
                <c:pt idx="84339">
                  <c:v>3</c:v>
                </c:pt>
                <c:pt idx="84340">
                  <c:v>2</c:v>
                </c:pt>
                <c:pt idx="84341">
                  <c:v>3</c:v>
                </c:pt>
                <c:pt idx="84342">
                  <c:v>1</c:v>
                </c:pt>
                <c:pt idx="84343">
                  <c:v>2</c:v>
                </c:pt>
                <c:pt idx="84344">
                  <c:v>2</c:v>
                </c:pt>
                <c:pt idx="84345">
                  <c:v>2</c:v>
                </c:pt>
                <c:pt idx="84346">
                  <c:v>2</c:v>
                </c:pt>
                <c:pt idx="84347">
                  <c:v>2</c:v>
                </c:pt>
                <c:pt idx="84348">
                  <c:v>2</c:v>
                </c:pt>
                <c:pt idx="84349">
                  <c:v>2</c:v>
                </c:pt>
                <c:pt idx="84350">
                  <c:v>2</c:v>
                </c:pt>
                <c:pt idx="84351">
                  <c:v>2</c:v>
                </c:pt>
                <c:pt idx="84352">
                  <c:v>2</c:v>
                </c:pt>
                <c:pt idx="84353">
                  <c:v>4</c:v>
                </c:pt>
                <c:pt idx="84354">
                  <c:v>2</c:v>
                </c:pt>
                <c:pt idx="84355">
                  <c:v>4</c:v>
                </c:pt>
                <c:pt idx="84356">
                  <c:v>6</c:v>
                </c:pt>
                <c:pt idx="84357">
                  <c:v>1</c:v>
                </c:pt>
                <c:pt idx="84358">
                  <c:v>1</c:v>
                </c:pt>
                <c:pt idx="84359">
                  <c:v>3</c:v>
                </c:pt>
                <c:pt idx="84360">
                  <c:v>6</c:v>
                </c:pt>
                <c:pt idx="84361">
                  <c:v>4</c:v>
                </c:pt>
                <c:pt idx="84362">
                  <c:v>5</c:v>
                </c:pt>
                <c:pt idx="84363">
                  <c:v>2</c:v>
                </c:pt>
                <c:pt idx="84364">
                  <c:v>2</c:v>
                </c:pt>
                <c:pt idx="84365">
                  <c:v>2</c:v>
                </c:pt>
                <c:pt idx="84366">
                  <c:v>4</c:v>
                </c:pt>
                <c:pt idx="84367">
                  <c:v>4</c:v>
                </c:pt>
                <c:pt idx="84368">
                  <c:v>4</c:v>
                </c:pt>
                <c:pt idx="84369">
                  <c:v>3</c:v>
                </c:pt>
                <c:pt idx="84370">
                  <c:v>1</c:v>
                </c:pt>
                <c:pt idx="84371">
                  <c:v>6</c:v>
                </c:pt>
                <c:pt idx="84372">
                  <c:v>5</c:v>
                </c:pt>
                <c:pt idx="84373">
                  <c:v>6</c:v>
                </c:pt>
                <c:pt idx="84374">
                  <c:v>6</c:v>
                </c:pt>
                <c:pt idx="84375">
                  <c:v>2</c:v>
                </c:pt>
                <c:pt idx="84376">
                  <c:v>2</c:v>
                </c:pt>
                <c:pt idx="84377">
                  <c:v>2</c:v>
                </c:pt>
                <c:pt idx="84378">
                  <c:v>3</c:v>
                </c:pt>
                <c:pt idx="84379">
                  <c:v>2</c:v>
                </c:pt>
                <c:pt idx="84380">
                  <c:v>2</c:v>
                </c:pt>
                <c:pt idx="84381">
                  <c:v>3</c:v>
                </c:pt>
                <c:pt idx="84382">
                  <c:v>2</c:v>
                </c:pt>
                <c:pt idx="84383">
                  <c:v>2</c:v>
                </c:pt>
                <c:pt idx="84384">
                  <c:v>1</c:v>
                </c:pt>
                <c:pt idx="84385">
                  <c:v>4</c:v>
                </c:pt>
                <c:pt idx="84386">
                  <c:v>3</c:v>
                </c:pt>
                <c:pt idx="84387">
                  <c:v>3</c:v>
                </c:pt>
                <c:pt idx="84388">
                  <c:v>3</c:v>
                </c:pt>
                <c:pt idx="84389">
                  <c:v>3</c:v>
                </c:pt>
                <c:pt idx="84390">
                  <c:v>4</c:v>
                </c:pt>
                <c:pt idx="84391">
                  <c:v>32</c:v>
                </c:pt>
                <c:pt idx="84392">
                  <c:v>-4</c:v>
                </c:pt>
                <c:pt idx="84393">
                  <c:v>40</c:v>
                </c:pt>
                <c:pt idx="84394">
                  <c:v>4</c:v>
                </c:pt>
                <c:pt idx="84395">
                  <c:v>2</c:v>
                </c:pt>
                <c:pt idx="84396">
                  <c:v>1</c:v>
                </c:pt>
                <c:pt idx="84397">
                  <c:v>2</c:v>
                </c:pt>
                <c:pt idx="84398">
                  <c:v>1</c:v>
                </c:pt>
                <c:pt idx="84399">
                  <c:v>2</c:v>
                </c:pt>
                <c:pt idx="84400">
                  <c:v>6</c:v>
                </c:pt>
                <c:pt idx="84401">
                  <c:v>5</c:v>
                </c:pt>
                <c:pt idx="84402">
                  <c:v>6</c:v>
                </c:pt>
                <c:pt idx="84403">
                  <c:v>3</c:v>
                </c:pt>
                <c:pt idx="84404">
                  <c:v>2</c:v>
                </c:pt>
                <c:pt idx="84405">
                  <c:v>2</c:v>
                </c:pt>
                <c:pt idx="84406">
                  <c:v>2</c:v>
                </c:pt>
                <c:pt idx="84407">
                  <c:v>2</c:v>
                </c:pt>
                <c:pt idx="84408">
                  <c:v>3</c:v>
                </c:pt>
                <c:pt idx="84409">
                  <c:v>1</c:v>
                </c:pt>
                <c:pt idx="84410">
                  <c:v>2</c:v>
                </c:pt>
                <c:pt idx="84411">
                  <c:v>2</c:v>
                </c:pt>
                <c:pt idx="84412">
                  <c:v>2</c:v>
                </c:pt>
                <c:pt idx="84413">
                  <c:v>2</c:v>
                </c:pt>
                <c:pt idx="84414">
                  <c:v>2</c:v>
                </c:pt>
                <c:pt idx="84415">
                  <c:v>2</c:v>
                </c:pt>
                <c:pt idx="84416">
                  <c:v>2</c:v>
                </c:pt>
                <c:pt idx="84417">
                  <c:v>2</c:v>
                </c:pt>
                <c:pt idx="84418">
                  <c:v>5</c:v>
                </c:pt>
                <c:pt idx="84419">
                  <c:v>5</c:v>
                </c:pt>
                <c:pt idx="84420">
                  <c:v>6</c:v>
                </c:pt>
                <c:pt idx="84421">
                  <c:v>4</c:v>
                </c:pt>
                <c:pt idx="84422">
                  <c:v>2</c:v>
                </c:pt>
                <c:pt idx="84423">
                  <c:v>2</c:v>
                </c:pt>
                <c:pt idx="84424">
                  <c:v>3</c:v>
                </c:pt>
                <c:pt idx="84425">
                  <c:v>2</c:v>
                </c:pt>
                <c:pt idx="84426">
                  <c:v>4</c:v>
                </c:pt>
                <c:pt idx="84427">
                  <c:v>2</c:v>
                </c:pt>
                <c:pt idx="84428">
                  <c:v>1</c:v>
                </c:pt>
                <c:pt idx="84429">
                  <c:v>1</c:v>
                </c:pt>
                <c:pt idx="84430">
                  <c:v>7</c:v>
                </c:pt>
                <c:pt idx="84431">
                  <c:v>7</c:v>
                </c:pt>
                <c:pt idx="84432">
                  <c:v>4</c:v>
                </c:pt>
                <c:pt idx="84433">
                  <c:v>2</c:v>
                </c:pt>
                <c:pt idx="84434">
                  <c:v>2</c:v>
                </c:pt>
                <c:pt idx="84435">
                  <c:v>2</c:v>
                </c:pt>
                <c:pt idx="84436">
                  <c:v>2</c:v>
                </c:pt>
                <c:pt idx="84437">
                  <c:v>4</c:v>
                </c:pt>
                <c:pt idx="84438">
                  <c:v>1</c:v>
                </c:pt>
                <c:pt idx="84439">
                  <c:v>4</c:v>
                </c:pt>
                <c:pt idx="84440">
                  <c:v>4</c:v>
                </c:pt>
                <c:pt idx="84441">
                  <c:v>1</c:v>
                </c:pt>
                <c:pt idx="84442">
                  <c:v>2</c:v>
                </c:pt>
                <c:pt idx="84443">
                  <c:v>2</c:v>
                </c:pt>
                <c:pt idx="84444">
                  <c:v>3</c:v>
                </c:pt>
                <c:pt idx="84445">
                  <c:v>2</c:v>
                </c:pt>
                <c:pt idx="84446">
                  <c:v>6</c:v>
                </c:pt>
                <c:pt idx="84447">
                  <c:v>3</c:v>
                </c:pt>
                <c:pt idx="84448">
                  <c:v>6</c:v>
                </c:pt>
                <c:pt idx="84449">
                  <c:v>6</c:v>
                </c:pt>
                <c:pt idx="84450">
                  <c:v>4</c:v>
                </c:pt>
                <c:pt idx="84451">
                  <c:v>6</c:v>
                </c:pt>
                <c:pt idx="84452">
                  <c:v>4</c:v>
                </c:pt>
                <c:pt idx="84453">
                  <c:v>12</c:v>
                </c:pt>
                <c:pt idx="84454">
                  <c:v>-1</c:v>
                </c:pt>
                <c:pt idx="84455">
                  <c:v>9</c:v>
                </c:pt>
                <c:pt idx="84456">
                  <c:v>14</c:v>
                </c:pt>
                <c:pt idx="84457">
                  <c:v>4</c:v>
                </c:pt>
                <c:pt idx="84458">
                  <c:v>5</c:v>
                </c:pt>
                <c:pt idx="84459">
                  <c:v>3</c:v>
                </c:pt>
                <c:pt idx="84460">
                  <c:v>2</c:v>
                </c:pt>
                <c:pt idx="84461">
                  <c:v>8</c:v>
                </c:pt>
                <c:pt idx="84462">
                  <c:v>2</c:v>
                </c:pt>
                <c:pt idx="84463">
                  <c:v>6</c:v>
                </c:pt>
                <c:pt idx="84464">
                  <c:v>4</c:v>
                </c:pt>
                <c:pt idx="84465">
                  <c:v>3</c:v>
                </c:pt>
                <c:pt idx="84466">
                  <c:v>2</c:v>
                </c:pt>
                <c:pt idx="84467">
                  <c:v>1</c:v>
                </c:pt>
                <c:pt idx="84468">
                  <c:v>2</c:v>
                </c:pt>
                <c:pt idx="84469">
                  <c:v>3</c:v>
                </c:pt>
                <c:pt idx="84470">
                  <c:v>1</c:v>
                </c:pt>
                <c:pt idx="84471">
                  <c:v>1</c:v>
                </c:pt>
                <c:pt idx="84472">
                  <c:v>2</c:v>
                </c:pt>
                <c:pt idx="84473">
                  <c:v>2</c:v>
                </c:pt>
                <c:pt idx="84474">
                  <c:v>3</c:v>
                </c:pt>
                <c:pt idx="84475">
                  <c:v>1</c:v>
                </c:pt>
                <c:pt idx="84476">
                  <c:v>2</c:v>
                </c:pt>
                <c:pt idx="84477">
                  <c:v>2</c:v>
                </c:pt>
                <c:pt idx="84478">
                  <c:v>1</c:v>
                </c:pt>
                <c:pt idx="84479">
                  <c:v>2</c:v>
                </c:pt>
                <c:pt idx="84480">
                  <c:v>1</c:v>
                </c:pt>
                <c:pt idx="84481">
                  <c:v>1</c:v>
                </c:pt>
                <c:pt idx="84482">
                  <c:v>1</c:v>
                </c:pt>
                <c:pt idx="84483">
                  <c:v>1</c:v>
                </c:pt>
                <c:pt idx="84484">
                  <c:v>1</c:v>
                </c:pt>
                <c:pt idx="84485">
                  <c:v>1</c:v>
                </c:pt>
                <c:pt idx="84486">
                  <c:v>1</c:v>
                </c:pt>
                <c:pt idx="84487">
                  <c:v>4</c:v>
                </c:pt>
                <c:pt idx="84488">
                  <c:v>6</c:v>
                </c:pt>
                <c:pt idx="84489">
                  <c:v>8</c:v>
                </c:pt>
                <c:pt idx="84490">
                  <c:v>8</c:v>
                </c:pt>
                <c:pt idx="84491">
                  <c:v>7</c:v>
                </c:pt>
                <c:pt idx="84492">
                  <c:v>4</c:v>
                </c:pt>
                <c:pt idx="84493">
                  <c:v>4</c:v>
                </c:pt>
                <c:pt idx="84494">
                  <c:v>1</c:v>
                </c:pt>
                <c:pt idx="84495">
                  <c:v>2</c:v>
                </c:pt>
                <c:pt idx="84496">
                  <c:v>2</c:v>
                </c:pt>
                <c:pt idx="84497">
                  <c:v>2</c:v>
                </c:pt>
                <c:pt idx="84498">
                  <c:v>2</c:v>
                </c:pt>
                <c:pt idx="84499">
                  <c:v>2</c:v>
                </c:pt>
                <c:pt idx="84500">
                  <c:v>4</c:v>
                </c:pt>
                <c:pt idx="84501">
                  <c:v>2</c:v>
                </c:pt>
                <c:pt idx="84502">
                  <c:v>4</c:v>
                </c:pt>
                <c:pt idx="84503">
                  <c:v>3</c:v>
                </c:pt>
                <c:pt idx="84504">
                  <c:v>4</c:v>
                </c:pt>
                <c:pt idx="84505">
                  <c:v>2</c:v>
                </c:pt>
                <c:pt idx="84506">
                  <c:v>10</c:v>
                </c:pt>
                <c:pt idx="84507">
                  <c:v>5</c:v>
                </c:pt>
                <c:pt idx="84508">
                  <c:v>4</c:v>
                </c:pt>
                <c:pt idx="84509">
                  <c:v>5</c:v>
                </c:pt>
                <c:pt idx="84510">
                  <c:v>1</c:v>
                </c:pt>
                <c:pt idx="84511">
                  <c:v>2</c:v>
                </c:pt>
                <c:pt idx="84512">
                  <c:v>1</c:v>
                </c:pt>
                <c:pt idx="84513">
                  <c:v>2</c:v>
                </c:pt>
                <c:pt idx="84514">
                  <c:v>2</c:v>
                </c:pt>
                <c:pt idx="84515">
                  <c:v>2</c:v>
                </c:pt>
                <c:pt idx="84516">
                  <c:v>2</c:v>
                </c:pt>
                <c:pt idx="84517">
                  <c:v>2</c:v>
                </c:pt>
                <c:pt idx="84518">
                  <c:v>1</c:v>
                </c:pt>
                <c:pt idx="84519">
                  <c:v>2</c:v>
                </c:pt>
                <c:pt idx="84520">
                  <c:v>2</c:v>
                </c:pt>
                <c:pt idx="84521">
                  <c:v>2</c:v>
                </c:pt>
                <c:pt idx="84522">
                  <c:v>6</c:v>
                </c:pt>
                <c:pt idx="84523">
                  <c:v>1</c:v>
                </c:pt>
                <c:pt idx="84524">
                  <c:v>2</c:v>
                </c:pt>
                <c:pt idx="84525">
                  <c:v>4</c:v>
                </c:pt>
                <c:pt idx="84526">
                  <c:v>2</c:v>
                </c:pt>
                <c:pt idx="84527">
                  <c:v>2</c:v>
                </c:pt>
                <c:pt idx="84528">
                  <c:v>1</c:v>
                </c:pt>
                <c:pt idx="84529">
                  <c:v>2</c:v>
                </c:pt>
                <c:pt idx="84530">
                  <c:v>4</c:v>
                </c:pt>
                <c:pt idx="84531">
                  <c:v>1</c:v>
                </c:pt>
                <c:pt idx="84532">
                  <c:v>1</c:v>
                </c:pt>
                <c:pt idx="84533">
                  <c:v>1</c:v>
                </c:pt>
                <c:pt idx="84534">
                  <c:v>1</c:v>
                </c:pt>
                <c:pt idx="84535">
                  <c:v>1</c:v>
                </c:pt>
                <c:pt idx="84536">
                  <c:v>2</c:v>
                </c:pt>
                <c:pt idx="84537">
                  <c:v>3</c:v>
                </c:pt>
                <c:pt idx="84538">
                  <c:v>5</c:v>
                </c:pt>
                <c:pt idx="84539">
                  <c:v>5</c:v>
                </c:pt>
                <c:pt idx="84540">
                  <c:v>3</c:v>
                </c:pt>
                <c:pt idx="84541">
                  <c:v>3</c:v>
                </c:pt>
                <c:pt idx="84542">
                  <c:v>3</c:v>
                </c:pt>
                <c:pt idx="84543">
                  <c:v>5</c:v>
                </c:pt>
                <c:pt idx="84544">
                  <c:v>2</c:v>
                </c:pt>
                <c:pt idx="84545">
                  <c:v>3</c:v>
                </c:pt>
                <c:pt idx="84546">
                  <c:v>1</c:v>
                </c:pt>
                <c:pt idx="84547">
                  <c:v>1</c:v>
                </c:pt>
                <c:pt idx="84548">
                  <c:v>4</c:v>
                </c:pt>
                <c:pt idx="84549">
                  <c:v>1</c:v>
                </c:pt>
                <c:pt idx="84550">
                  <c:v>3</c:v>
                </c:pt>
                <c:pt idx="84551">
                  <c:v>2</c:v>
                </c:pt>
                <c:pt idx="84552">
                  <c:v>1</c:v>
                </c:pt>
                <c:pt idx="84553">
                  <c:v>0</c:v>
                </c:pt>
                <c:pt idx="84554">
                  <c:v>2</c:v>
                </c:pt>
                <c:pt idx="84555">
                  <c:v>2</c:v>
                </c:pt>
                <c:pt idx="84556">
                  <c:v>1</c:v>
                </c:pt>
                <c:pt idx="84557">
                  <c:v>1</c:v>
                </c:pt>
                <c:pt idx="84558">
                  <c:v>3</c:v>
                </c:pt>
                <c:pt idx="84559">
                  <c:v>3</c:v>
                </c:pt>
                <c:pt idx="84560">
                  <c:v>4</c:v>
                </c:pt>
                <c:pt idx="84561">
                  <c:v>2</c:v>
                </c:pt>
                <c:pt idx="84562">
                  <c:v>4</c:v>
                </c:pt>
                <c:pt idx="84563">
                  <c:v>3</c:v>
                </c:pt>
                <c:pt idx="84564">
                  <c:v>5</c:v>
                </c:pt>
                <c:pt idx="84565">
                  <c:v>4</c:v>
                </c:pt>
                <c:pt idx="84566">
                  <c:v>6</c:v>
                </c:pt>
                <c:pt idx="84567">
                  <c:v>6</c:v>
                </c:pt>
                <c:pt idx="84568">
                  <c:v>5</c:v>
                </c:pt>
                <c:pt idx="84569">
                  <c:v>10</c:v>
                </c:pt>
                <c:pt idx="84570">
                  <c:v>2</c:v>
                </c:pt>
                <c:pt idx="84571">
                  <c:v>2</c:v>
                </c:pt>
                <c:pt idx="84572">
                  <c:v>2</c:v>
                </c:pt>
                <c:pt idx="84573">
                  <c:v>1</c:v>
                </c:pt>
                <c:pt idx="84574">
                  <c:v>1</c:v>
                </c:pt>
                <c:pt idx="84575">
                  <c:v>1</c:v>
                </c:pt>
                <c:pt idx="84576">
                  <c:v>2</c:v>
                </c:pt>
                <c:pt idx="84577">
                  <c:v>2</c:v>
                </c:pt>
                <c:pt idx="84578">
                  <c:v>2</c:v>
                </c:pt>
                <c:pt idx="84579">
                  <c:v>2</c:v>
                </c:pt>
                <c:pt idx="84580">
                  <c:v>3</c:v>
                </c:pt>
                <c:pt idx="84581">
                  <c:v>2</c:v>
                </c:pt>
                <c:pt idx="84582">
                  <c:v>2</c:v>
                </c:pt>
                <c:pt idx="84583">
                  <c:v>2</c:v>
                </c:pt>
                <c:pt idx="84584">
                  <c:v>2</c:v>
                </c:pt>
                <c:pt idx="84585">
                  <c:v>2</c:v>
                </c:pt>
                <c:pt idx="84586">
                  <c:v>2</c:v>
                </c:pt>
                <c:pt idx="84587">
                  <c:v>2</c:v>
                </c:pt>
                <c:pt idx="84588">
                  <c:v>1</c:v>
                </c:pt>
                <c:pt idx="84589">
                  <c:v>1</c:v>
                </c:pt>
                <c:pt idx="84590">
                  <c:v>1</c:v>
                </c:pt>
                <c:pt idx="84591">
                  <c:v>1</c:v>
                </c:pt>
                <c:pt idx="84592">
                  <c:v>2</c:v>
                </c:pt>
                <c:pt idx="84593">
                  <c:v>2</c:v>
                </c:pt>
                <c:pt idx="84594">
                  <c:v>2</c:v>
                </c:pt>
                <c:pt idx="84595">
                  <c:v>2</c:v>
                </c:pt>
                <c:pt idx="84596">
                  <c:v>1</c:v>
                </c:pt>
                <c:pt idx="84597">
                  <c:v>2</c:v>
                </c:pt>
                <c:pt idx="84598">
                  <c:v>1</c:v>
                </c:pt>
                <c:pt idx="84599">
                  <c:v>2</c:v>
                </c:pt>
                <c:pt idx="84600">
                  <c:v>2</c:v>
                </c:pt>
                <c:pt idx="84601">
                  <c:v>2</c:v>
                </c:pt>
                <c:pt idx="84602">
                  <c:v>2</c:v>
                </c:pt>
                <c:pt idx="84603">
                  <c:v>2</c:v>
                </c:pt>
                <c:pt idx="84604">
                  <c:v>2</c:v>
                </c:pt>
                <c:pt idx="84605">
                  <c:v>2</c:v>
                </c:pt>
                <c:pt idx="84606">
                  <c:v>3</c:v>
                </c:pt>
                <c:pt idx="84607">
                  <c:v>5</c:v>
                </c:pt>
                <c:pt idx="84608">
                  <c:v>1</c:v>
                </c:pt>
                <c:pt idx="84609">
                  <c:v>2</c:v>
                </c:pt>
                <c:pt idx="84610">
                  <c:v>3</c:v>
                </c:pt>
                <c:pt idx="84611">
                  <c:v>1</c:v>
                </c:pt>
                <c:pt idx="84612">
                  <c:v>1</c:v>
                </c:pt>
                <c:pt idx="84613">
                  <c:v>1</c:v>
                </c:pt>
                <c:pt idx="84614">
                  <c:v>1</c:v>
                </c:pt>
                <c:pt idx="84615">
                  <c:v>1</c:v>
                </c:pt>
                <c:pt idx="84616">
                  <c:v>1</c:v>
                </c:pt>
                <c:pt idx="84617">
                  <c:v>1</c:v>
                </c:pt>
                <c:pt idx="84618">
                  <c:v>1</c:v>
                </c:pt>
                <c:pt idx="84619">
                  <c:v>1</c:v>
                </c:pt>
                <c:pt idx="84620">
                  <c:v>2</c:v>
                </c:pt>
                <c:pt idx="84621">
                  <c:v>1</c:v>
                </c:pt>
                <c:pt idx="84622">
                  <c:v>2</c:v>
                </c:pt>
                <c:pt idx="84623">
                  <c:v>2</c:v>
                </c:pt>
                <c:pt idx="84624">
                  <c:v>3</c:v>
                </c:pt>
                <c:pt idx="84625">
                  <c:v>2</c:v>
                </c:pt>
                <c:pt idx="84626">
                  <c:v>2</c:v>
                </c:pt>
                <c:pt idx="84627">
                  <c:v>4</c:v>
                </c:pt>
                <c:pt idx="84628">
                  <c:v>3</c:v>
                </c:pt>
                <c:pt idx="84629">
                  <c:v>2</c:v>
                </c:pt>
                <c:pt idx="84630">
                  <c:v>2</c:v>
                </c:pt>
                <c:pt idx="84631">
                  <c:v>1</c:v>
                </c:pt>
                <c:pt idx="84632">
                  <c:v>2</c:v>
                </c:pt>
                <c:pt idx="84633">
                  <c:v>2</c:v>
                </c:pt>
                <c:pt idx="84634">
                  <c:v>1</c:v>
                </c:pt>
                <c:pt idx="84635">
                  <c:v>2</c:v>
                </c:pt>
                <c:pt idx="84636">
                  <c:v>2</c:v>
                </c:pt>
                <c:pt idx="84637">
                  <c:v>2</c:v>
                </c:pt>
                <c:pt idx="84638">
                  <c:v>2</c:v>
                </c:pt>
                <c:pt idx="84639">
                  <c:v>2</c:v>
                </c:pt>
                <c:pt idx="84640">
                  <c:v>2</c:v>
                </c:pt>
                <c:pt idx="84641">
                  <c:v>2</c:v>
                </c:pt>
                <c:pt idx="84642">
                  <c:v>2</c:v>
                </c:pt>
                <c:pt idx="84643">
                  <c:v>2</c:v>
                </c:pt>
                <c:pt idx="84644">
                  <c:v>2</c:v>
                </c:pt>
                <c:pt idx="84645">
                  <c:v>2</c:v>
                </c:pt>
                <c:pt idx="84646">
                  <c:v>2</c:v>
                </c:pt>
                <c:pt idx="84647">
                  <c:v>2</c:v>
                </c:pt>
                <c:pt idx="84648">
                  <c:v>2</c:v>
                </c:pt>
                <c:pt idx="84649">
                  <c:v>2</c:v>
                </c:pt>
                <c:pt idx="84650">
                  <c:v>2</c:v>
                </c:pt>
                <c:pt idx="84651">
                  <c:v>2</c:v>
                </c:pt>
                <c:pt idx="84652">
                  <c:v>1</c:v>
                </c:pt>
                <c:pt idx="84653">
                  <c:v>2</c:v>
                </c:pt>
                <c:pt idx="84654">
                  <c:v>2</c:v>
                </c:pt>
                <c:pt idx="84655">
                  <c:v>2</c:v>
                </c:pt>
                <c:pt idx="84656">
                  <c:v>2</c:v>
                </c:pt>
                <c:pt idx="84657">
                  <c:v>2</c:v>
                </c:pt>
                <c:pt idx="84658">
                  <c:v>2</c:v>
                </c:pt>
                <c:pt idx="84659">
                  <c:v>2</c:v>
                </c:pt>
                <c:pt idx="84660">
                  <c:v>1</c:v>
                </c:pt>
                <c:pt idx="84661">
                  <c:v>2</c:v>
                </c:pt>
                <c:pt idx="84662">
                  <c:v>2</c:v>
                </c:pt>
                <c:pt idx="84663">
                  <c:v>2</c:v>
                </c:pt>
                <c:pt idx="84664">
                  <c:v>3</c:v>
                </c:pt>
                <c:pt idx="84665">
                  <c:v>3</c:v>
                </c:pt>
                <c:pt idx="84666">
                  <c:v>2</c:v>
                </c:pt>
                <c:pt idx="84667">
                  <c:v>7</c:v>
                </c:pt>
                <c:pt idx="84668">
                  <c:v>2</c:v>
                </c:pt>
                <c:pt idx="84669">
                  <c:v>4</c:v>
                </c:pt>
                <c:pt idx="84670">
                  <c:v>1</c:v>
                </c:pt>
                <c:pt idx="84671">
                  <c:v>1</c:v>
                </c:pt>
                <c:pt idx="84672">
                  <c:v>1</c:v>
                </c:pt>
                <c:pt idx="84673">
                  <c:v>1</c:v>
                </c:pt>
                <c:pt idx="84674">
                  <c:v>3</c:v>
                </c:pt>
                <c:pt idx="84675">
                  <c:v>1</c:v>
                </c:pt>
                <c:pt idx="84676">
                  <c:v>2</c:v>
                </c:pt>
                <c:pt idx="84677">
                  <c:v>1</c:v>
                </c:pt>
                <c:pt idx="84678">
                  <c:v>4</c:v>
                </c:pt>
                <c:pt idx="84679">
                  <c:v>1</c:v>
                </c:pt>
                <c:pt idx="84680">
                  <c:v>3</c:v>
                </c:pt>
                <c:pt idx="84681">
                  <c:v>1</c:v>
                </c:pt>
                <c:pt idx="84682">
                  <c:v>11</c:v>
                </c:pt>
                <c:pt idx="84683">
                  <c:v>11</c:v>
                </c:pt>
                <c:pt idx="84684">
                  <c:v>6</c:v>
                </c:pt>
                <c:pt idx="84685">
                  <c:v>4</c:v>
                </c:pt>
                <c:pt idx="84686">
                  <c:v>3</c:v>
                </c:pt>
                <c:pt idx="84687">
                  <c:v>5</c:v>
                </c:pt>
                <c:pt idx="84688">
                  <c:v>5</c:v>
                </c:pt>
                <c:pt idx="84689">
                  <c:v>6</c:v>
                </c:pt>
                <c:pt idx="84690">
                  <c:v>7</c:v>
                </c:pt>
                <c:pt idx="84691">
                  <c:v>5</c:v>
                </c:pt>
                <c:pt idx="84692">
                  <c:v>1</c:v>
                </c:pt>
                <c:pt idx="84693">
                  <c:v>1</c:v>
                </c:pt>
                <c:pt idx="84694">
                  <c:v>3</c:v>
                </c:pt>
                <c:pt idx="84695">
                  <c:v>3</c:v>
                </c:pt>
                <c:pt idx="84696">
                  <c:v>3</c:v>
                </c:pt>
                <c:pt idx="84697">
                  <c:v>2</c:v>
                </c:pt>
                <c:pt idx="84698">
                  <c:v>2</c:v>
                </c:pt>
                <c:pt idx="84699">
                  <c:v>2</c:v>
                </c:pt>
                <c:pt idx="84700">
                  <c:v>2</c:v>
                </c:pt>
                <c:pt idx="84701">
                  <c:v>2</c:v>
                </c:pt>
                <c:pt idx="84702">
                  <c:v>3</c:v>
                </c:pt>
                <c:pt idx="84703">
                  <c:v>2</c:v>
                </c:pt>
                <c:pt idx="84704">
                  <c:v>1</c:v>
                </c:pt>
                <c:pt idx="84705">
                  <c:v>2</c:v>
                </c:pt>
                <c:pt idx="84706">
                  <c:v>6</c:v>
                </c:pt>
                <c:pt idx="84707">
                  <c:v>4</c:v>
                </c:pt>
                <c:pt idx="84708">
                  <c:v>5</c:v>
                </c:pt>
                <c:pt idx="84709">
                  <c:v>1</c:v>
                </c:pt>
                <c:pt idx="84710">
                  <c:v>2</c:v>
                </c:pt>
                <c:pt idx="84711">
                  <c:v>8</c:v>
                </c:pt>
                <c:pt idx="84712">
                  <c:v>4</c:v>
                </c:pt>
                <c:pt idx="84713">
                  <c:v>1</c:v>
                </c:pt>
                <c:pt idx="84714">
                  <c:v>5</c:v>
                </c:pt>
                <c:pt idx="84715">
                  <c:v>3</c:v>
                </c:pt>
                <c:pt idx="84716">
                  <c:v>3</c:v>
                </c:pt>
                <c:pt idx="84717">
                  <c:v>2</c:v>
                </c:pt>
                <c:pt idx="84718">
                  <c:v>3</c:v>
                </c:pt>
                <c:pt idx="84719">
                  <c:v>2</c:v>
                </c:pt>
                <c:pt idx="84720">
                  <c:v>4</c:v>
                </c:pt>
                <c:pt idx="84721">
                  <c:v>2</c:v>
                </c:pt>
                <c:pt idx="84722">
                  <c:v>7</c:v>
                </c:pt>
                <c:pt idx="84723">
                  <c:v>3</c:v>
                </c:pt>
                <c:pt idx="84724">
                  <c:v>3</c:v>
                </c:pt>
                <c:pt idx="84725">
                  <c:v>2</c:v>
                </c:pt>
                <c:pt idx="84726">
                  <c:v>2</c:v>
                </c:pt>
                <c:pt idx="84727">
                  <c:v>2</c:v>
                </c:pt>
                <c:pt idx="84728">
                  <c:v>2</c:v>
                </c:pt>
                <c:pt idx="84729">
                  <c:v>2</c:v>
                </c:pt>
                <c:pt idx="84730">
                  <c:v>2</c:v>
                </c:pt>
                <c:pt idx="84731">
                  <c:v>3</c:v>
                </c:pt>
                <c:pt idx="84732">
                  <c:v>1</c:v>
                </c:pt>
                <c:pt idx="84733">
                  <c:v>3</c:v>
                </c:pt>
                <c:pt idx="84734">
                  <c:v>3</c:v>
                </c:pt>
                <c:pt idx="84735">
                  <c:v>3</c:v>
                </c:pt>
                <c:pt idx="84736">
                  <c:v>3</c:v>
                </c:pt>
                <c:pt idx="84737">
                  <c:v>3</c:v>
                </c:pt>
                <c:pt idx="84738">
                  <c:v>3</c:v>
                </c:pt>
                <c:pt idx="84739">
                  <c:v>3</c:v>
                </c:pt>
                <c:pt idx="84740">
                  <c:v>3</c:v>
                </c:pt>
                <c:pt idx="84741">
                  <c:v>1</c:v>
                </c:pt>
                <c:pt idx="84742">
                  <c:v>1</c:v>
                </c:pt>
                <c:pt idx="84743">
                  <c:v>1</c:v>
                </c:pt>
                <c:pt idx="84744">
                  <c:v>1</c:v>
                </c:pt>
                <c:pt idx="84745">
                  <c:v>1</c:v>
                </c:pt>
                <c:pt idx="84746">
                  <c:v>1</c:v>
                </c:pt>
                <c:pt idx="84747">
                  <c:v>4</c:v>
                </c:pt>
                <c:pt idx="84748">
                  <c:v>4</c:v>
                </c:pt>
                <c:pt idx="84749">
                  <c:v>3</c:v>
                </c:pt>
                <c:pt idx="84750">
                  <c:v>4</c:v>
                </c:pt>
                <c:pt idx="84751">
                  <c:v>4</c:v>
                </c:pt>
                <c:pt idx="84752">
                  <c:v>3</c:v>
                </c:pt>
                <c:pt idx="84753">
                  <c:v>2</c:v>
                </c:pt>
                <c:pt idx="84754">
                  <c:v>4</c:v>
                </c:pt>
                <c:pt idx="84755">
                  <c:v>2</c:v>
                </c:pt>
                <c:pt idx="84756">
                  <c:v>2</c:v>
                </c:pt>
                <c:pt idx="84757">
                  <c:v>6</c:v>
                </c:pt>
                <c:pt idx="84758">
                  <c:v>4</c:v>
                </c:pt>
                <c:pt idx="84759">
                  <c:v>2</c:v>
                </c:pt>
                <c:pt idx="84760">
                  <c:v>2</c:v>
                </c:pt>
                <c:pt idx="84761">
                  <c:v>3</c:v>
                </c:pt>
                <c:pt idx="84762">
                  <c:v>3</c:v>
                </c:pt>
                <c:pt idx="84763">
                  <c:v>2</c:v>
                </c:pt>
                <c:pt idx="84764">
                  <c:v>2</c:v>
                </c:pt>
                <c:pt idx="84765">
                  <c:v>2</c:v>
                </c:pt>
                <c:pt idx="84766">
                  <c:v>2</c:v>
                </c:pt>
                <c:pt idx="84767">
                  <c:v>2</c:v>
                </c:pt>
                <c:pt idx="84768">
                  <c:v>3</c:v>
                </c:pt>
                <c:pt idx="84769">
                  <c:v>3</c:v>
                </c:pt>
                <c:pt idx="84770">
                  <c:v>3</c:v>
                </c:pt>
                <c:pt idx="84771">
                  <c:v>3</c:v>
                </c:pt>
                <c:pt idx="84772">
                  <c:v>3</c:v>
                </c:pt>
                <c:pt idx="84773">
                  <c:v>3</c:v>
                </c:pt>
                <c:pt idx="84774">
                  <c:v>1</c:v>
                </c:pt>
                <c:pt idx="84775">
                  <c:v>3</c:v>
                </c:pt>
                <c:pt idx="84776">
                  <c:v>1</c:v>
                </c:pt>
                <c:pt idx="84777">
                  <c:v>1</c:v>
                </c:pt>
                <c:pt idx="84778">
                  <c:v>2</c:v>
                </c:pt>
                <c:pt idx="84779">
                  <c:v>8</c:v>
                </c:pt>
                <c:pt idx="84780">
                  <c:v>6</c:v>
                </c:pt>
                <c:pt idx="84781">
                  <c:v>3</c:v>
                </c:pt>
                <c:pt idx="84782">
                  <c:v>3</c:v>
                </c:pt>
                <c:pt idx="84783">
                  <c:v>3</c:v>
                </c:pt>
                <c:pt idx="84784">
                  <c:v>3</c:v>
                </c:pt>
                <c:pt idx="84785">
                  <c:v>1</c:v>
                </c:pt>
                <c:pt idx="84786">
                  <c:v>20</c:v>
                </c:pt>
                <c:pt idx="84787">
                  <c:v>20</c:v>
                </c:pt>
                <c:pt idx="84788">
                  <c:v>4</c:v>
                </c:pt>
                <c:pt idx="84789">
                  <c:v>2</c:v>
                </c:pt>
                <c:pt idx="84790">
                  <c:v>3</c:v>
                </c:pt>
                <c:pt idx="84791">
                  <c:v>2</c:v>
                </c:pt>
                <c:pt idx="84792">
                  <c:v>1</c:v>
                </c:pt>
                <c:pt idx="84793">
                  <c:v>2</c:v>
                </c:pt>
                <c:pt idx="84794">
                  <c:v>2</c:v>
                </c:pt>
                <c:pt idx="84795">
                  <c:v>2</c:v>
                </c:pt>
                <c:pt idx="84796">
                  <c:v>52</c:v>
                </c:pt>
                <c:pt idx="84797">
                  <c:v>10</c:v>
                </c:pt>
                <c:pt idx="84798">
                  <c:v>4</c:v>
                </c:pt>
                <c:pt idx="84799">
                  <c:v>1</c:v>
                </c:pt>
                <c:pt idx="84800">
                  <c:v>4</c:v>
                </c:pt>
                <c:pt idx="84801">
                  <c:v>7</c:v>
                </c:pt>
                <c:pt idx="84802">
                  <c:v>7</c:v>
                </c:pt>
                <c:pt idx="84803">
                  <c:v>3</c:v>
                </c:pt>
                <c:pt idx="84804">
                  <c:v>1</c:v>
                </c:pt>
                <c:pt idx="84805">
                  <c:v>2</c:v>
                </c:pt>
                <c:pt idx="84806">
                  <c:v>2</c:v>
                </c:pt>
                <c:pt idx="84807">
                  <c:v>2</c:v>
                </c:pt>
                <c:pt idx="84808">
                  <c:v>2</c:v>
                </c:pt>
                <c:pt idx="84809">
                  <c:v>2</c:v>
                </c:pt>
                <c:pt idx="84810">
                  <c:v>2</c:v>
                </c:pt>
                <c:pt idx="84811">
                  <c:v>5</c:v>
                </c:pt>
                <c:pt idx="84812">
                  <c:v>2</c:v>
                </c:pt>
                <c:pt idx="84813">
                  <c:v>1</c:v>
                </c:pt>
                <c:pt idx="84814">
                  <c:v>1</c:v>
                </c:pt>
                <c:pt idx="84815">
                  <c:v>3</c:v>
                </c:pt>
                <c:pt idx="84816">
                  <c:v>2</c:v>
                </c:pt>
                <c:pt idx="84817">
                  <c:v>2</c:v>
                </c:pt>
                <c:pt idx="84818">
                  <c:v>2</c:v>
                </c:pt>
                <c:pt idx="84819">
                  <c:v>4</c:v>
                </c:pt>
                <c:pt idx="84820">
                  <c:v>5</c:v>
                </c:pt>
                <c:pt idx="84821">
                  <c:v>4</c:v>
                </c:pt>
                <c:pt idx="84822">
                  <c:v>1</c:v>
                </c:pt>
                <c:pt idx="84823">
                  <c:v>3</c:v>
                </c:pt>
                <c:pt idx="84824">
                  <c:v>3</c:v>
                </c:pt>
                <c:pt idx="84825">
                  <c:v>3</c:v>
                </c:pt>
                <c:pt idx="84826">
                  <c:v>4</c:v>
                </c:pt>
                <c:pt idx="84827">
                  <c:v>5</c:v>
                </c:pt>
                <c:pt idx="84828">
                  <c:v>4</c:v>
                </c:pt>
                <c:pt idx="84829">
                  <c:v>3</c:v>
                </c:pt>
                <c:pt idx="84830">
                  <c:v>2</c:v>
                </c:pt>
                <c:pt idx="84831">
                  <c:v>3</c:v>
                </c:pt>
                <c:pt idx="84832">
                  <c:v>2</c:v>
                </c:pt>
                <c:pt idx="84833">
                  <c:v>2</c:v>
                </c:pt>
                <c:pt idx="84834">
                  <c:v>3</c:v>
                </c:pt>
                <c:pt idx="84835">
                  <c:v>3</c:v>
                </c:pt>
                <c:pt idx="84836">
                  <c:v>3</c:v>
                </c:pt>
                <c:pt idx="84837">
                  <c:v>3</c:v>
                </c:pt>
                <c:pt idx="84838">
                  <c:v>3</c:v>
                </c:pt>
                <c:pt idx="84839">
                  <c:v>3</c:v>
                </c:pt>
                <c:pt idx="84840">
                  <c:v>3</c:v>
                </c:pt>
                <c:pt idx="84841">
                  <c:v>2</c:v>
                </c:pt>
                <c:pt idx="84842">
                  <c:v>3</c:v>
                </c:pt>
                <c:pt idx="84843">
                  <c:v>3</c:v>
                </c:pt>
                <c:pt idx="84844">
                  <c:v>2</c:v>
                </c:pt>
                <c:pt idx="84845">
                  <c:v>2</c:v>
                </c:pt>
                <c:pt idx="84846">
                  <c:v>3</c:v>
                </c:pt>
                <c:pt idx="84847">
                  <c:v>4</c:v>
                </c:pt>
                <c:pt idx="84848">
                  <c:v>1</c:v>
                </c:pt>
                <c:pt idx="84849">
                  <c:v>1</c:v>
                </c:pt>
                <c:pt idx="84850">
                  <c:v>2</c:v>
                </c:pt>
                <c:pt idx="84851">
                  <c:v>1</c:v>
                </c:pt>
                <c:pt idx="84852">
                  <c:v>1</c:v>
                </c:pt>
                <c:pt idx="84853">
                  <c:v>1</c:v>
                </c:pt>
                <c:pt idx="84854">
                  <c:v>3</c:v>
                </c:pt>
                <c:pt idx="84855">
                  <c:v>1</c:v>
                </c:pt>
                <c:pt idx="84856">
                  <c:v>2</c:v>
                </c:pt>
                <c:pt idx="84857">
                  <c:v>2</c:v>
                </c:pt>
                <c:pt idx="84858">
                  <c:v>4</c:v>
                </c:pt>
                <c:pt idx="84859">
                  <c:v>1</c:v>
                </c:pt>
                <c:pt idx="84860">
                  <c:v>2</c:v>
                </c:pt>
                <c:pt idx="84861">
                  <c:v>1</c:v>
                </c:pt>
                <c:pt idx="84862">
                  <c:v>3</c:v>
                </c:pt>
                <c:pt idx="84863">
                  <c:v>1</c:v>
                </c:pt>
                <c:pt idx="84864">
                  <c:v>2</c:v>
                </c:pt>
                <c:pt idx="84865">
                  <c:v>1</c:v>
                </c:pt>
                <c:pt idx="84866">
                  <c:v>1</c:v>
                </c:pt>
                <c:pt idx="84867">
                  <c:v>1</c:v>
                </c:pt>
                <c:pt idx="84868">
                  <c:v>3</c:v>
                </c:pt>
                <c:pt idx="84869">
                  <c:v>1</c:v>
                </c:pt>
                <c:pt idx="84870">
                  <c:v>1</c:v>
                </c:pt>
                <c:pt idx="84871">
                  <c:v>2</c:v>
                </c:pt>
                <c:pt idx="84872">
                  <c:v>1</c:v>
                </c:pt>
                <c:pt idx="84873">
                  <c:v>1</c:v>
                </c:pt>
                <c:pt idx="84874">
                  <c:v>1</c:v>
                </c:pt>
                <c:pt idx="84875">
                  <c:v>1</c:v>
                </c:pt>
                <c:pt idx="84876">
                  <c:v>2</c:v>
                </c:pt>
                <c:pt idx="84877">
                  <c:v>1</c:v>
                </c:pt>
                <c:pt idx="84878">
                  <c:v>2</c:v>
                </c:pt>
                <c:pt idx="84879">
                  <c:v>-1</c:v>
                </c:pt>
                <c:pt idx="84880">
                  <c:v>1</c:v>
                </c:pt>
                <c:pt idx="84881">
                  <c:v>3</c:v>
                </c:pt>
                <c:pt idx="84882">
                  <c:v>5</c:v>
                </c:pt>
                <c:pt idx="84883">
                  <c:v>4</c:v>
                </c:pt>
                <c:pt idx="84884">
                  <c:v>3</c:v>
                </c:pt>
                <c:pt idx="84885">
                  <c:v>8</c:v>
                </c:pt>
                <c:pt idx="84886">
                  <c:v>2</c:v>
                </c:pt>
                <c:pt idx="84887">
                  <c:v>5</c:v>
                </c:pt>
                <c:pt idx="84888">
                  <c:v>3</c:v>
                </c:pt>
                <c:pt idx="84889">
                  <c:v>2</c:v>
                </c:pt>
                <c:pt idx="84890">
                  <c:v>1</c:v>
                </c:pt>
                <c:pt idx="84891">
                  <c:v>1</c:v>
                </c:pt>
                <c:pt idx="84892">
                  <c:v>1</c:v>
                </c:pt>
                <c:pt idx="84893">
                  <c:v>1</c:v>
                </c:pt>
                <c:pt idx="84894">
                  <c:v>-1</c:v>
                </c:pt>
                <c:pt idx="84895">
                  <c:v>1</c:v>
                </c:pt>
                <c:pt idx="84896">
                  <c:v>1</c:v>
                </c:pt>
                <c:pt idx="84897">
                  <c:v>1</c:v>
                </c:pt>
                <c:pt idx="84898">
                  <c:v>1</c:v>
                </c:pt>
                <c:pt idx="84899">
                  <c:v>1</c:v>
                </c:pt>
                <c:pt idx="84900">
                  <c:v>4</c:v>
                </c:pt>
                <c:pt idx="84901">
                  <c:v>4</c:v>
                </c:pt>
                <c:pt idx="84902">
                  <c:v>4</c:v>
                </c:pt>
                <c:pt idx="84903">
                  <c:v>4</c:v>
                </c:pt>
                <c:pt idx="84904">
                  <c:v>4</c:v>
                </c:pt>
                <c:pt idx="84905">
                  <c:v>4</c:v>
                </c:pt>
                <c:pt idx="84906">
                  <c:v>5</c:v>
                </c:pt>
                <c:pt idx="84907">
                  <c:v>2</c:v>
                </c:pt>
                <c:pt idx="84908">
                  <c:v>2</c:v>
                </c:pt>
                <c:pt idx="84909">
                  <c:v>4</c:v>
                </c:pt>
                <c:pt idx="84910">
                  <c:v>2</c:v>
                </c:pt>
                <c:pt idx="84911">
                  <c:v>1</c:v>
                </c:pt>
                <c:pt idx="84912">
                  <c:v>6</c:v>
                </c:pt>
                <c:pt idx="84913">
                  <c:v>7</c:v>
                </c:pt>
                <c:pt idx="84914">
                  <c:v>4</c:v>
                </c:pt>
                <c:pt idx="84915">
                  <c:v>13</c:v>
                </c:pt>
                <c:pt idx="84916">
                  <c:v>6</c:v>
                </c:pt>
                <c:pt idx="84917">
                  <c:v>4</c:v>
                </c:pt>
                <c:pt idx="84918">
                  <c:v>3</c:v>
                </c:pt>
                <c:pt idx="84919">
                  <c:v>3</c:v>
                </c:pt>
                <c:pt idx="84920">
                  <c:v>7</c:v>
                </c:pt>
                <c:pt idx="84921">
                  <c:v>1</c:v>
                </c:pt>
                <c:pt idx="84922">
                  <c:v>8</c:v>
                </c:pt>
                <c:pt idx="84923">
                  <c:v>4</c:v>
                </c:pt>
                <c:pt idx="84924">
                  <c:v>3</c:v>
                </c:pt>
                <c:pt idx="84925">
                  <c:v>4</c:v>
                </c:pt>
                <c:pt idx="84926">
                  <c:v>3</c:v>
                </c:pt>
                <c:pt idx="84927">
                  <c:v>5</c:v>
                </c:pt>
                <c:pt idx="84928">
                  <c:v>2</c:v>
                </c:pt>
                <c:pt idx="84929">
                  <c:v>2</c:v>
                </c:pt>
                <c:pt idx="84930">
                  <c:v>3</c:v>
                </c:pt>
                <c:pt idx="84931">
                  <c:v>1</c:v>
                </c:pt>
                <c:pt idx="84932">
                  <c:v>1</c:v>
                </c:pt>
                <c:pt idx="84933">
                  <c:v>5</c:v>
                </c:pt>
                <c:pt idx="84934">
                  <c:v>5</c:v>
                </c:pt>
                <c:pt idx="84935">
                  <c:v>5</c:v>
                </c:pt>
                <c:pt idx="84936">
                  <c:v>5</c:v>
                </c:pt>
                <c:pt idx="84937">
                  <c:v>5</c:v>
                </c:pt>
                <c:pt idx="84938">
                  <c:v>5</c:v>
                </c:pt>
                <c:pt idx="84939">
                  <c:v>4</c:v>
                </c:pt>
                <c:pt idx="84940">
                  <c:v>4</c:v>
                </c:pt>
                <c:pt idx="84941">
                  <c:v>5</c:v>
                </c:pt>
                <c:pt idx="84942">
                  <c:v>5</c:v>
                </c:pt>
                <c:pt idx="84943">
                  <c:v>3</c:v>
                </c:pt>
                <c:pt idx="84944">
                  <c:v>2</c:v>
                </c:pt>
                <c:pt idx="84945">
                  <c:v>1</c:v>
                </c:pt>
                <c:pt idx="84946">
                  <c:v>19</c:v>
                </c:pt>
                <c:pt idx="84947">
                  <c:v>3</c:v>
                </c:pt>
                <c:pt idx="84948">
                  <c:v>2</c:v>
                </c:pt>
                <c:pt idx="84949">
                  <c:v>2</c:v>
                </c:pt>
                <c:pt idx="84950">
                  <c:v>2</c:v>
                </c:pt>
                <c:pt idx="84951">
                  <c:v>2</c:v>
                </c:pt>
                <c:pt idx="84952">
                  <c:v>3</c:v>
                </c:pt>
                <c:pt idx="84953">
                  <c:v>2</c:v>
                </c:pt>
                <c:pt idx="84954">
                  <c:v>1</c:v>
                </c:pt>
                <c:pt idx="84955">
                  <c:v>1</c:v>
                </c:pt>
                <c:pt idx="84956">
                  <c:v>1</c:v>
                </c:pt>
                <c:pt idx="84957">
                  <c:v>2</c:v>
                </c:pt>
                <c:pt idx="84958">
                  <c:v>4</c:v>
                </c:pt>
                <c:pt idx="84959">
                  <c:v>1</c:v>
                </c:pt>
                <c:pt idx="84960">
                  <c:v>3</c:v>
                </c:pt>
                <c:pt idx="84961">
                  <c:v>2</c:v>
                </c:pt>
                <c:pt idx="84962">
                  <c:v>5</c:v>
                </c:pt>
                <c:pt idx="84963">
                  <c:v>2</c:v>
                </c:pt>
                <c:pt idx="84964">
                  <c:v>1</c:v>
                </c:pt>
                <c:pt idx="84965">
                  <c:v>2</c:v>
                </c:pt>
                <c:pt idx="84966">
                  <c:v>5</c:v>
                </c:pt>
                <c:pt idx="84967">
                  <c:v>4</c:v>
                </c:pt>
                <c:pt idx="84968">
                  <c:v>5</c:v>
                </c:pt>
                <c:pt idx="84969">
                  <c:v>4</c:v>
                </c:pt>
                <c:pt idx="84970">
                  <c:v>1</c:v>
                </c:pt>
                <c:pt idx="84971">
                  <c:v>1</c:v>
                </c:pt>
                <c:pt idx="84972">
                  <c:v>1</c:v>
                </c:pt>
                <c:pt idx="84973">
                  <c:v>1</c:v>
                </c:pt>
                <c:pt idx="84974">
                  <c:v>4</c:v>
                </c:pt>
                <c:pt idx="84975">
                  <c:v>4</c:v>
                </c:pt>
                <c:pt idx="84976">
                  <c:v>4</c:v>
                </c:pt>
                <c:pt idx="84977">
                  <c:v>2</c:v>
                </c:pt>
                <c:pt idx="84978">
                  <c:v>2</c:v>
                </c:pt>
                <c:pt idx="84979">
                  <c:v>4</c:v>
                </c:pt>
                <c:pt idx="84980">
                  <c:v>2</c:v>
                </c:pt>
                <c:pt idx="84981">
                  <c:v>3</c:v>
                </c:pt>
                <c:pt idx="84982">
                  <c:v>3</c:v>
                </c:pt>
                <c:pt idx="84983">
                  <c:v>2</c:v>
                </c:pt>
                <c:pt idx="84984">
                  <c:v>3</c:v>
                </c:pt>
                <c:pt idx="84985">
                  <c:v>3</c:v>
                </c:pt>
                <c:pt idx="84986">
                  <c:v>2</c:v>
                </c:pt>
                <c:pt idx="84987">
                  <c:v>2</c:v>
                </c:pt>
                <c:pt idx="84988">
                  <c:v>4</c:v>
                </c:pt>
                <c:pt idx="84989">
                  <c:v>5</c:v>
                </c:pt>
                <c:pt idx="84990">
                  <c:v>5</c:v>
                </c:pt>
                <c:pt idx="84991">
                  <c:v>5</c:v>
                </c:pt>
                <c:pt idx="84992">
                  <c:v>1</c:v>
                </c:pt>
                <c:pt idx="84993">
                  <c:v>2</c:v>
                </c:pt>
                <c:pt idx="84994">
                  <c:v>2</c:v>
                </c:pt>
                <c:pt idx="84995">
                  <c:v>3</c:v>
                </c:pt>
                <c:pt idx="84996">
                  <c:v>2</c:v>
                </c:pt>
                <c:pt idx="84997">
                  <c:v>5</c:v>
                </c:pt>
                <c:pt idx="84998">
                  <c:v>6</c:v>
                </c:pt>
                <c:pt idx="84999">
                  <c:v>-5</c:v>
                </c:pt>
                <c:pt idx="85000">
                  <c:v>5</c:v>
                </c:pt>
                <c:pt idx="85001">
                  <c:v>5</c:v>
                </c:pt>
                <c:pt idx="85002">
                  <c:v>10</c:v>
                </c:pt>
                <c:pt idx="85003">
                  <c:v>5</c:v>
                </c:pt>
                <c:pt idx="85004">
                  <c:v>2</c:v>
                </c:pt>
                <c:pt idx="85005">
                  <c:v>2</c:v>
                </c:pt>
                <c:pt idx="85006">
                  <c:v>2</c:v>
                </c:pt>
                <c:pt idx="85007">
                  <c:v>2</c:v>
                </c:pt>
                <c:pt idx="85008">
                  <c:v>3</c:v>
                </c:pt>
                <c:pt idx="85009">
                  <c:v>2</c:v>
                </c:pt>
                <c:pt idx="85010">
                  <c:v>2</c:v>
                </c:pt>
                <c:pt idx="85011">
                  <c:v>2</c:v>
                </c:pt>
                <c:pt idx="85012">
                  <c:v>1</c:v>
                </c:pt>
                <c:pt idx="85013">
                  <c:v>2</c:v>
                </c:pt>
                <c:pt idx="85014">
                  <c:v>4</c:v>
                </c:pt>
                <c:pt idx="85015">
                  <c:v>4</c:v>
                </c:pt>
                <c:pt idx="85016">
                  <c:v>1</c:v>
                </c:pt>
                <c:pt idx="85017">
                  <c:v>4</c:v>
                </c:pt>
                <c:pt idx="85018">
                  <c:v>2</c:v>
                </c:pt>
                <c:pt idx="85019">
                  <c:v>1</c:v>
                </c:pt>
                <c:pt idx="85020">
                  <c:v>-1</c:v>
                </c:pt>
                <c:pt idx="85021">
                  <c:v>2</c:v>
                </c:pt>
                <c:pt idx="85022">
                  <c:v>2</c:v>
                </c:pt>
                <c:pt idx="85023">
                  <c:v>2</c:v>
                </c:pt>
                <c:pt idx="85024">
                  <c:v>2</c:v>
                </c:pt>
                <c:pt idx="85025">
                  <c:v>10</c:v>
                </c:pt>
                <c:pt idx="85026">
                  <c:v>-10</c:v>
                </c:pt>
                <c:pt idx="85027">
                  <c:v>10</c:v>
                </c:pt>
                <c:pt idx="85028">
                  <c:v>2</c:v>
                </c:pt>
                <c:pt idx="85029">
                  <c:v>14</c:v>
                </c:pt>
                <c:pt idx="85030">
                  <c:v>2</c:v>
                </c:pt>
                <c:pt idx="85031">
                  <c:v>3</c:v>
                </c:pt>
                <c:pt idx="85032">
                  <c:v>1</c:v>
                </c:pt>
                <c:pt idx="85033">
                  <c:v>4</c:v>
                </c:pt>
                <c:pt idx="85034">
                  <c:v>5</c:v>
                </c:pt>
                <c:pt idx="85035">
                  <c:v>1</c:v>
                </c:pt>
                <c:pt idx="85036">
                  <c:v>2</c:v>
                </c:pt>
                <c:pt idx="85037">
                  <c:v>1</c:v>
                </c:pt>
                <c:pt idx="85038">
                  <c:v>1</c:v>
                </c:pt>
                <c:pt idx="85039">
                  <c:v>1</c:v>
                </c:pt>
                <c:pt idx="85040">
                  <c:v>1</c:v>
                </c:pt>
                <c:pt idx="85041">
                  <c:v>3</c:v>
                </c:pt>
                <c:pt idx="85042">
                  <c:v>1</c:v>
                </c:pt>
                <c:pt idx="85043">
                  <c:v>2</c:v>
                </c:pt>
                <c:pt idx="85044">
                  <c:v>1</c:v>
                </c:pt>
                <c:pt idx="85045">
                  <c:v>1</c:v>
                </c:pt>
                <c:pt idx="85046">
                  <c:v>1</c:v>
                </c:pt>
                <c:pt idx="85047">
                  <c:v>2</c:v>
                </c:pt>
                <c:pt idx="85048">
                  <c:v>1</c:v>
                </c:pt>
                <c:pt idx="85049">
                  <c:v>3</c:v>
                </c:pt>
                <c:pt idx="85050">
                  <c:v>2</c:v>
                </c:pt>
                <c:pt idx="85051">
                  <c:v>5</c:v>
                </c:pt>
                <c:pt idx="85052">
                  <c:v>9</c:v>
                </c:pt>
                <c:pt idx="85053">
                  <c:v>5</c:v>
                </c:pt>
                <c:pt idx="85054">
                  <c:v>5</c:v>
                </c:pt>
                <c:pt idx="85055">
                  <c:v>4</c:v>
                </c:pt>
                <c:pt idx="85056">
                  <c:v>2</c:v>
                </c:pt>
                <c:pt idx="85057">
                  <c:v>3</c:v>
                </c:pt>
                <c:pt idx="85058">
                  <c:v>3</c:v>
                </c:pt>
                <c:pt idx="85059">
                  <c:v>6</c:v>
                </c:pt>
                <c:pt idx="85060">
                  <c:v>4</c:v>
                </c:pt>
                <c:pt idx="85061">
                  <c:v>9</c:v>
                </c:pt>
                <c:pt idx="85062">
                  <c:v>2</c:v>
                </c:pt>
                <c:pt idx="85063">
                  <c:v>2</c:v>
                </c:pt>
                <c:pt idx="85064">
                  <c:v>1</c:v>
                </c:pt>
                <c:pt idx="85065">
                  <c:v>4</c:v>
                </c:pt>
                <c:pt idx="85066">
                  <c:v>3</c:v>
                </c:pt>
                <c:pt idx="85067">
                  <c:v>2</c:v>
                </c:pt>
                <c:pt idx="85068">
                  <c:v>2</c:v>
                </c:pt>
                <c:pt idx="85069">
                  <c:v>2</c:v>
                </c:pt>
                <c:pt idx="85070">
                  <c:v>2</c:v>
                </c:pt>
                <c:pt idx="85071">
                  <c:v>1</c:v>
                </c:pt>
                <c:pt idx="85072">
                  <c:v>2</c:v>
                </c:pt>
                <c:pt idx="85073">
                  <c:v>4</c:v>
                </c:pt>
                <c:pt idx="85074">
                  <c:v>2</c:v>
                </c:pt>
                <c:pt idx="85075">
                  <c:v>3</c:v>
                </c:pt>
                <c:pt idx="85076">
                  <c:v>3</c:v>
                </c:pt>
                <c:pt idx="85077">
                  <c:v>1</c:v>
                </c:pt>
                <c:pt idx="85078">
                  <c:v>2</c:v>
                </c:pt>
                <c:pt idx="85079">
                  <c:v>3</c:v>
                </c:pt>
                <c:pt idx="85080">
                  <c:v>2</c:v>
                </c:pt>
                <c:pt idx="85081">
                  <c:v>3</c:v>
                </c:pt>
                <c:pt idx="85082">
                  <c:v>2</c:v>
                </c:pt>
                <c:pt idx="85083">
                  <c:v>3</c:v>
                </c:pt>
                <c:pt idx="85084">
                  <c:v>4</c:v>
                </c:pt>
                <c:pt idx="85085">
                  <c:v>3</c:v>
                </c:pt>
                <c:pt idx="85086">
                  <c:v>1</c:v>
                </c:pt>
                <c:pt idx="85087">
                  <c:v>2</c:v>
                </c:pt>
                <c:pt idx="85088">
                  <c:v>3</c:v>
                </c:pt>
                <c:pt idx="85089">
                  <c:v>2</c:v>
                </c:pt>
                <c:pt idx="85090">
                  <c:v>3</c:v>
                </c:pt>
                <c:pt idx="85091">
                  <c:v>2</c:v>
                </c:pt>
                <c:pt idx="85092">
                  <c:v>2</c:v>
                </c:pt>
                <c:pt idx="85093">
                  <c:v>2</c:v>
                </c:pt>
                <c:pt idx="85094">
                  <c:v>2</c:v>
                </c:pt>
                <c:pt idx="85095">
                  <c:v>2</c:v>
                </c:pt>
                <c:pt idx="85096">
                  <c:v>2</c:v>
                </c:pt>
                <c:pt idx="85097">
                  <c:v>3</c:v>
                </c:pt>
                <c:pt idx="85098">
                  <c:v>2</c:v>
                </c:pt>
                <c:pt idx="85099">
                  <c:v>2</c:v>
                </c:pt>
                <c:pt idx="85100">
                  <c:v>1</c:v>
                </c:pt>
                <c:pt idx="85101">
                  <c:v>1</c:v>
                </c:pt>
                <c:pt idx="85102">
                  <c:v>2</c:v>
                </c:pt>
                <c:pt idx="85103">
                  <c:v>5</c:v>
                </c:pt>
                <c:pt idx="85104">
                  <c:v>3</c:v>
                </c:pt>
                <c:pt idx="85105">
                  <c:v>2</c:v>
                </c:pt>
                <c:pt idx="85106">
                  <c:v>3</c:v>
                </c:pt>
                <c:pt idx="85107">
                  <c:v>3</c:v>
                </c:pt>
                <c:pt idx="85108">
                  <c:v>4</c:v>
                </c:pt>
                <c:pt idx="85109">
                  <c:v>2</c:v>
                </c:pt>
                <c:pt idx="85110">
                  <c:v>3</c:v>
                </c:pt>
                <c:pt idx="85111">
                  <c:v>6</c:v>
                </c:pt>
                <c:pt idx="85112">
                  <c:v>5</c:v>
                </c:pt>
                <c:pt idx="85113">
                  <c:v>20</c:v>
                </c:pt>
                <c:pt idx="85114">
                  <c:v>3</c:v>
                </c:pt>
                <c:pt idx="85115">
                  <c:v>1</c:v>
                </c:pt>
                <c:pt idx="85116">
                  <c:v>2</c:v>
                </c:pt>
                <c:pt idx="85117">
                  <c:v>4</c:v>
                </c:pt>
                <c:pt idx="85118">
                  <c:v>1</c:v>
                </c:pt>
                <c:pt idx="85119">
                  <c:v>2</c:v>
                </c:pt>
                <c:pt idx="85120">
                  <c:v>1</c:v>
                </c:pt>
                <c:pt idx="85121">
                  <c:v>2</c:v>
                </c:pt>
                <c:pt idx="85122">
                  <c:v>2</c:v>
                </c:pt>
                <c:pt idx="85123">
                  <c:v>2</c:v>
                </c:pt>
                <c:pt idx="85124">
                  <c:v>1</c:v>
                </c:pt>
                <c:pt idx="85125">
                  <c:v>2</c:v>
                </c:pt>
                <c:pt idx="85126">
                  <c:v>1</c:v>
                </c:pt>
                <c:pt idx="85127">
                  <c:v>2</c:v>
                </c:pt>
                <c:pt idx="85128">
                  <c:v>2</c:v>
                </c:pt>
                <c:pt idx="85129">
                  <c:v>1</c:v>
                </c:pt>
                <c:pt idx="85130">
                  <c:v>4</c:v>
                </c:pt>
                <c:pt idx="85131">
                  <c:v>4</c:v>
                </c:pt>
                <c:pt idx="85132">
                  <c:v>6</c:v>
                </c:pt>
                <c:pt idx="85133">
                  <c:v>7</c:v>
                </c:pt>
                <c:pt idx="85134">
                  <c:v>1</c:v>
                </c:pt>
                <c:pt idx="85135">
                  <c:v>2</c:v>
                </c:pt>
                <c:pt idx="85136">
                  <c:v>2</c:v>
                </c:pt>
                <c:pt idx="85137">
                  <c:v>1</c:v>
                </c:pt>
                <c:pt idx="85138">
                  <c:v>1</c:v>
                </c:pt>
                <c:pt idx="85139">
                  <c:v>1</c:v>
                </c:pt>
                <c:pt idx="85140">
                  <c:v>1</c:v>
                </c:pt>
                <c:pt idx="85141">
                  <c:v>2</c:v>
                </c:pt>
                <c:pt idx="85142">
                  <c:v>1</c:v>
                </c:pt>
                <c:pt idx="85143">
                  <c:v>2</c:v>
                </c:pt>
                <c:pt idx="85144">
                  <c:v>3</c:v>
                </c:pt>
                <c:pt idx="85145">
                  <c:v>2</c:v>
                </c:pt>
                <c:pt idx="85146">
                  <c:v>1</c:v>
                </c:pt>
                <c:pt idx="85147">
                  <c:v>2</c:v>
                </c:pt>
                <c:pt idx="85148">
                  <c:v>4</c:v>
                </c:pt>
                <c:pt idx="85149">
                  <c:v>2</c:v>
                </c:pt>
                <c:pt idx="85150">
                  <c:v>4</c:v>
                </c:pt>
                <c:pt idx="85151">
                  <c:v>2</c:v>
                </c:pt>
                <c:pt idx="85152">
                  <c:v>2</c:v>
                </c:pt>
                <c:pt idx="85153">
                  <c:v>2</c:v>
                </c:pt>
                <c:pt idx="85154">
                  <c:v>2</c:v>
                </c:pt>
                <c:pt idx="85155">
                  <c:v>2</c:v>
                </c:pt>
                <c:pt idx="85156">
                  <c:v>2</c:v>
                </c:pt>
                <c:pt idx="85157">
                  <c:v>3</c:v>
                </c:pt>
                <c:pt idx="85158">
                  <c:v>7</c:v>
                </c:pt>
                <c:pt idx="85159">
                  <c:v>3</c:v>
                </c:pt>
                <c:pt idx="85160">
                  <c:v>3</c:v>
                </c:pt>
                <c:pt idx="85161">
                  <c:v>3</c:v>
                </c:pt>
                <c:pt idx="85162">
                  <c:v>2</c:v>
                </c:pt>
                <c:pt idx="85163">
                  <c:v>2</c:v>
                </c:pt>
                <c:pt idx="85164">
                  <c:v>2</c:v>
                </c:pt>
                <c:pt idx="85165">
                  <c:v>6</c:v>
                </c:pt>
                <c:pt idx="85166">
                  <c:v>5</c:v>
                </c:pt>
                <c:pt idx="85167">
                  <c:v>5</c:v>
                </c:pt>
                <c:pt idx="85168">
                  <c:v>5</c:v>
                </c:pt>
                <c:pt idx="85169">
                  <c:v>5</c:v>
                </c:pt>
                <c:pt idx="85170">
                  <c:v>1</c:v>
                </c:pt>
                <c:pt idx="85171">
                  <c:v>1</c:v>
                </c:pt>
                <c:pt idx="85172">
                  <c:v>3</c:v>
                </c:pt>
                <c:pt idx="85173">
                  <c:v>4</c:v>
                </c:pt>
                <c:pt idx="85174">
                  <c:v>4</c:v>
                </c:pt>
                <c:pt idx="85175">
                  <c:v>1</c:v>
                </c:pt>
                <c:pt idx="85176">
                  <c:v>5</c:v>
                </c:pt>
                <c:pt idx="85177">
                  <c:v>5</c:v>
                </c:pt>
                <c:pt idx="85178">
                  <c:v>5</c:v>
                </c:pt>
                <c:pt idx="85179">
                  <c:v>4</c:v>
                </c:pt>
                <c:pt idx="85180">
                  <c:v>5</c:v>
                </c:pt>
                <c:pt idx="85181">
                  <c:v>4</c:v>
                </c:pt>
                <c:pt idx="85182">
                  <c:v>5</c:v>
                </c:pt>
                <c:pt idx="85183">
                  <c:v>5</c:v>
                </c:pt>
                <c:pt idx="85184">
                  <c:v>5</c:v>
                </c:pt>
                <c:pt idx="85185">
                  <c:v>1</c:v>
                </c:pt>
                <c:pt idx="85186">
                  <c:v>3</c:v>
                </c:pt>
                <c:pt idx="85187">
                  <c:v>5</c:v>
                </c:pt>
                <c:pt idx="85188">
                  <c:v>1</c:v>
                </c:pt>
                <c:pt idx="85189">
                  <c:v>1</c:v>
                </c:pt>
                <c:pt idx="85190">
                  <c:v>4</c:v>
                </c:pt>
                <c:pt idx="85191">
                  <c:v>4</c:v>
                </c:pt>
                <c:pt idx="85192">
                  <c:v>1</c:v>
                </c:pt>
                <c:pt idx="85193">
                  <c:v>1</c:v>
                </c:pt>
                <c:pt idx="85194">
                  <c:v>1</c:v>
                </c:pt>
                <c:pt idx="85195">
                  <c:v>2</c:v>
                </c:pt>
                <c:pt idx="85196">
                  <c:v>2</c:v>
                </c:pt>
                <c:pt idx="85197">
                  <c:v>3</c:v>
                </c:pt>
                <c:pt idx="85198">
                  <c:v>2</c:v>
                </c:pt>
                <c:pt idx="85199">
                  <c:v>2</c:v>
                </c:pt>
                <c:pt idx="85200">
                  <c:v>3</c:v>
                </c:pt>
                <c:pt idx="85201">
                  <c:v>1</c:v>
                </c:pt>
                <c:pt idx="85202">
                  <c:v>2</c:v>
                </c:pt>
                <c:pt idx="85203">
                  <c:v>2</c:v>
                </c:pt>
                <c:pt idx="85204">
                  <c:v>2</c:v>
                </c:pt>
                <c:pt idx="85205">
                  <c:v>4</c:v>
                </c:pt>
                <c:pt idx="85206">
                  <c:v>2</c:v>
                </c:pt>
                <c:pt idx="85207">
                  <c:v>2</c:v>
                </c:pt>
                <c:pt idx="85208">
                  <c:v>3</c:v>
                </c:pt>
                <c:pt idx="85209">
                  <c:v>1</c:v>
                </c:pt>
                <c:pt idx="85210">
                  <c:v>2</c:v>
                </c:pt>
                <c:pt idx="85211">
                  <c:v>2</c:v>
                </c:pt>
                <c:pt idx="85212">
                  <c:v>1</c:v>
                </c:pt>
                <c:pt idx="85213">
                  <c:v>2</c:v>
                </c:pt>
                <c:pt idx="85214">
                  <c:v>3</c:v>
                </c:pt>
                <c:pt idx="85215">
                  <c:v>2</c:v>
                </c:pt>
                <c:pt idx="85216">
                  <c:v>2</c:v>
                </c:pt>
                <c:pt idx="85217">
                  <c:v>3</c:v>
                </c:pt>
                <c:pt idx="85218">
                  <c:v>3</c:v>
                </c:pt>
                <c:pt idx="85219">
                  <c:v>4</c:v>
                </c:pt>
                <c:pt idx="85220">
                  <c:v>2</c:v>
                </c:pt>
                <c:pt idx="85221">
                  <c:v>3</c:v>
                </c:pt>
                <c:pt idx="85222">
                  <c:v>4</c:v>
                </c:pt>
                <c:pt idx="85223">
                  <c:v>2</c:v>
                </c:pt>
                <c:pt idx="85224">
                  <c:v>2</c:v>
                </c:pt>
                <c:pt idx="85225">
                  <c:v>1</c:v>
                </c:pt>
                <c:pt idx="85226">
                  <c:v>1</c:v>
                </c:pt>
                <c:pt idx="85227">
                  <c:v>4</c:v>
                </c:pt>
                <c:pt idx="85228">
                  <c:v>2</c:v>
                </c:pt>
                <c:pt idx="85229">
                  <c:v>2</c:v>
                </c:pt>
                <c:pt idx="85230">
                  <c:v>2</c:v>
                </c:pt>
                <c:pt idx="85231">
                  <c:v>2</c:v>
                </c:pt>
                <c:pt idx="85232">
                  <c:v>4</c:v>
                </c:pt>
                <c:pt idx="85233">
                  <c:v>2</c:v>
                </c:pt>
                <c:pt idx="85234">
                  <c:v>1</c:v>
                </c:pt>
                <c:pt idx="85235">
                  <c:v>2</c:v>
                </c:pt>
                <c:pt idx="85236">
                  <c:v>1</c:v>
                </c:pt>
                <c:pt idx="85237">
                  <c:v>2</c:v>
                </c:pt>
                <c:pt idx="85238">
                  <c:v>1</c:v>
                </c:pt>
                <c:pt idx="85239">
                  <c:v>1</c:v>
                </c:pt>
                <c:pt idx="85240">
                  <c:v>1</c:v>
                </c:pt>
                <c:pt idx="85241">
                  <c:v>1</c:v>
                </c:pt>
                <c:pt idx="85242">
                  <c:v>1</c:v>
                </c:pt>
                <c:pt idx="85243">
                  <c:v>2</c:v>
                </c:pt>
                <c:pt idx="85244">
                  <c:v>2</c:v>
                </c:pt>
                <c:pt idx="85245">
                  <c:v>1</c:v>
                </c:pt>
                <c:pt idx="85246">
                  <c:v>3</c:v>
                </c:pt>
                <c:pt idx="85247">
                  <c:v>4</c:v>
                </c:pt>
                <c:pt idx="85248">
                  <c:v>3</c:v>
                </c:pt>
                <c:pt idx="85249">
                  <c:v>2</c:v>
                </c:pt>
                <c:pt idx="85250">
                  <c:v>1</c:v>
                </c:pt>
                <c:pt idx="85251">
                  <c:v>1</c:v>
                </c:pt>
                <c:pt idx="85252">
                  <c:v>1</c:v>
                </c:pt>
                <c:pt idx="85253">
                  <c:v>1</c:v>
                </c:pt>
                <c:pt idx="85254">
                  <c:v>1</c:v>
                </c:pt>
                <c:pt idx="85255">
                  <c:v>1</c:v>
                </c:pt>
                <c:pt idx="85256">
                  <c:v>1</c:v>
                </c:pt>
                <c:pt idx="85257">
                  <c:v>1</c:v>
                </c:pt>
                <c:pt idx="85258">
                  <c:v>2</c:v>
                </c:pt>
                <c:pt idx="85259">
                  <c:v>2</c:v>
                </c:pt>
                <c:pt idx="85260">
                  <c:v>2</c:v>
                </c:pt>
                <c:pt idx="85261">
                  <c:v>3</c:v>
                </c:pt>
                <c:pt idx="85262">
                  <c:v>2</c:v>
                </c:pt>
                <c:pt idx="85263">
                  <c:v>2</c:v>
                </c:pt>
                <c:pt idx="85264">
                  <c:v>2</c:v>
                </c:pt>
                <c:pt idx="85265">
                  <c:v>2</c:v>
                </c:pt>
                <c:pt idx="85266">
                  <c:v>2</c:v>
                </c:pt>
                <c:pt idx="85267">
                  <c:v>3</c:v>
                </c:pt>
                <c:pt idx="85268">
                  <c:v>1</c:v>
                </c:pt>
                <c:pt idx="85269">
                  <c:v>2</c:v>
                </c:pt>
                <c:pt idx="85270">
                  <c:v>4</c:v>
                </c:pt>
                <c:pt idx="85271">
                  <c:v>4</c:v>
                </c:pt>
                <c:pt idx="85272">
                  <c:v>4</c:v>
                </c:pt>
                <c:pt idx="85273">
                  <c:v>4</c:v>
                </c:pt>
                <c:pt idx="85274">
                  <c:v>4</c:v>
                </c:pt>
                <c:pt idx="85275">
                  <c:v>4</c:v>
                </c:pt>
                <c:pt idx="85276">
                  <c:v>7</c:v>
                </c:pt>
                <c:pt idx="85277">
                  <c:v>-4</c:v>
                </c:pt>
                <c:pt idx="85278">
                  <c:v>1</c:v>
                </c:pt>
                <c:pt idx="85279">
                  <c:v>3</c:v>
                </c:pt>
                <c:pt idx="85280">
                  <c:v>2</c:v>
                </c:pt>
                <c:pt idx="85281">
                  <c:v>3</c:v>
                </c:pt>
                <c:pt idx="85282">
                  <c:v>3</c:v>
                </c:pt>
                <c:pt idx="85283">
                  <c:v>2</c:v>
                </c:pt>
                <c:pt idx="85284">
                  <c:v>3</c:v>
                </c:pt>
                <c:pt idx="85285">
                  <c:v>3</c:v>
                </c:pt>
                <c:pt idx="85286">
                  <c:v>2</c:v>
                </c:pt>
                <c:pt idx="85287">
                  <c:v>3</c:v>
                </c:pt>
                <c:pt idx="85288">
                  <c:v>3</c:v>
                </c:pt>
                <c:pt idx="85289">
                  <c:v>2</c:v>
                </c:pt>
                <c:pt idx="85290">
                  <c:v>2</c:v>
                </c:pt>
                <c:pt idx="85291">
                  <c:v>3</c:v>
                </c:pt>
                <c:pt idx="85292">
                  <c:v>2</c:v>
                </c:pt>
                <c:pt idx="85293">
                  <c:v>2</c:v>
                </c:pt>
                <c:pt idx="85294">
                  <c:v>2</c:v>
                </c:pt>
                <c:pt idx="85295">
                  <c:v>1</c:v>
                </c:pt>
                <c:pt idx="85296">
                  <c:v>1</c:v>
                </c:pt>
                <c:pt idx="85297">
                  <c:v>1</c:v>
                </c:pt>
                <c:pt idx="85298">
                  <c:v>5</c:v>
                </c:pt>
                <c:pt idx="85299">
                  <c:v>2</c:v>
                </c:pt>
                <c:pt idx="85300">
                  <c:v>5</c:v>
                </c:pt>
                <c:pt idx="85301">
                  <c:v>1</c:v>
                </c:pt>
                <c:pt idx="85302">
                  <c:v>1</c:v>
                </c:pt>
                <c:pt idx="85303">
                  <c:v>2</c:v>
                </c:pt>
                <c:pt idx="85304">
                  <c:v>2</c:v>
                </c:pt>
                <c:pt idx="85305">
                  <c:v>6</c:v>
                </c:pt>
                <c:pt idx="85306">
                  <c:v>4</c:v>
                </c:pt>
                <c:pt idx="85307">
                  <c:v>3</c:v>
                </c:pt>
                <c:pt idx="85308">
                  <c:v>5</c:v>
                </c:pt>
                <c:pt idx="85309">
                  <c:v>5</c:v>
                </c:pt>
                <c:pt idx="85310">
                  <c:v>6</c:v>
                </c:pt>
                <c:pt idx="85311">
                  <c:v>3</c:v>
                </c:pt>
                <c:pt idx="85312">
                  <c:v>2</c:v>
                </c:pt>
                <c:pt idx="85313">
                  <c:v>1</c:v>
                </c:pt>
                <c:pt idx="85314">
                  <c:v>2</c:v>
                </c:pt>
                <c:pt idx="85315">
                  <c:v>2</c:v>
                </c:pt>
                <c:pt idx="85316">
                  <c:v>3</c:v>
                </c:pt>
                <c:pt idx="85317">
                  <c:v>3</c:v>
                </c:pt>
                <c:pt idx="85318">
                  <c:v>3</c:v>
                </c:pt>
                <c:pt idx="85319">
                  <c:v>2</c:v>
                </c:pt>
                <c:pt idx="85320">
                  <c:v>3</c:v>
                </c:pt>
                <c:pt idx="85321">
                  <c:v>1</c:v>
                </c:pt>
                <c:pt idx="85322">
                  <c:v>2</c:v>
                </c:pt>
                <c:pt idx="85323">
                  <c:v>2</c:v>
                </c:pt>
                <c:pt idx="85324">
                  <c:v>2</c:v>
                </c:pt>
                <c:pt idx="85325">
                  <c:v>2</c:v>
                </c:pt>
                <c:pt idx="85326">
                  <c:v>1</c:v>
                </c:pt>
                <c:pt idx="85327">
                  <c:v>1</c:v>
                </c:pt>
                <c:pt idx="85328">
                  <c:v>1</c:v>
                </c:pt>
                <c:pt idx="85329">
                  <c:v>2</c:v>
                </c:pt>
                <c:pt idx="85330">
                  <c:v>2</c:v>
                </c:pt>
                <c:pt idx="85331">
                  <c:v>4</c:v>
                </c:pt>
                <c:pt idx="85332">
                  <c:v>2</c:v>
                </c:pt>
                <c:pt idx="85333">
                  <c:v>4</c:v>
                </c:pt>
                <c:pt idx="85334">
                  <c:v>3</c:v>
                </c:pt>
                <c:pt idx="85335">
                  <c:v>2</c:v>
                </c:pt>
                <c:pt idx="85336">
                  <c:v>2</c:v>
                </c:pt>
                <c:pt idx="85337">
                  <c:v>2</c:v>
                </c:pt>
                <c:pt idx="85338">
                  <c:v>2</c:v>
                </c:pt>
                <c:pt idx="85339">
                  <c:v>2</c:v>
                </c:pt>
                <c:pt idx="85340">
                  <c:v>2</c:v>
                </c:pt>
                <c:pt idx="85341">
                  <c:v>2</c:v>
                </c:pt>
                <c:pt idx="85342">
                  <c:v>4</c:v>
                </c:pt>
                <c:pt idx="85343">
                  <c:v>4</c:v>
                </c:pt>
                <c:pt idx="85344">
                  <c:v>4</c:v>
                </c:pt>
                <c:pt idx="85345">
                  <c:v>4</c:v>
                </c:pt>
                <c:pt idx="85346">
                  <c:v>5</c:v>
                </c:pt>
                <c:pt idx="85347">
                  <c:v>1</c:v>
                </c:pt>
                <c:pt idx="85348">
                  <c:v>1</c:v>
                </c:pt>
                <c:pt idx="85349">
                  <c:v>3</c:v>
                </c:pt>
                <c:pt idx="85350">
                  <c:v>1</c:v>
                </c:pt>
                <c:pt idx="85351">
                  <c:v>1</c:v>
                </c:pt>
                <c:pt idx="85352">
                  <c:v>2</c:v>
                </c:pt>
                <c:pt idx="85353">
                  <c:v>3</c:v>
                </c:pt>
                <c:pt idx="85354">
                  <c:v>4</c:v>
                </c:pt>
                <c:pt idx="85355">
                  <c:v>4</c:v>
                </c:pt>
                <c:pt idx="85356">
                  <c:v>3</c:v>
                </c:pt>
                <c:pt idx="85357">
                  <c:v>4</c:v>
                </c:pt>
                <c:pt idx="85358">
                  <c:v>1</c:v>
                </c:pt>
                <c:pt idx="85359">
                  <c:v>2</c:v>
                </c:pt>
                <c:pt idx="85360">
                  <c:v>2</c:v>
                </c:pt>
                <c:pt idx="85361">
                  <c:v>1</c:v>
                </c:pt>
                <c:pt idx="85362">
                  <c:v>1</c:v>
                </c:pt>
                <c:pt idx="85363">
                  <c:v>2</c:v>
                </c:pt>
                <c:pt idx="85364">
                  <c:v>1</c:v>
                </c:pt>
                <c:pt idx="85365">
                  <c:v>2</c:v>
                </c:pt>
                <c:pt idx="85366">
                  <c:v>3</c:v>
                </c:pt>
                <c:pt idx="85367">
                  <c:v>4</c:v>
                </c:pt>
                <c:pt idx="85368">
                  <c:v>5</c:v>
                </c:pt>
                <c:pt idx="85369">
                  <c:v>2</c:v>
                </c:pt>
                <c:pt idx="85370">
                  <c:v>4</c:v>
                </c:pt>
                <c:pt idx="85371">
                  <c:v>5</c:v>
                </c:pt>
                <c:pt idx="85372">
                  <c:v>5</c:v>
                </c:pt>
                <c:pt idx="85373">
                  <c:v>5</c:v>
                </c:pt>
                <c:pt idx="85374">
                  <c:v>1</c:v>
                </c:pt>
                <c:pt idx="85375">
                  <c:v>1</c:v>
                </c:pt>
                <c:pt idx="85376">
                  <c:v>2</c:v>
                </c:pt>
                <c:pt idx="85377">
                  <c:v>1</c:v>
                </c:pt>
                <c:pt idx="85378">
                  <c:v>1</c:v>
                </c:pt>
                <c:pt idx="85379">
                  <c:v>1</c:v>
                </c:pt>
                <c:pt idx="85380">
                  <c:v>1</c:v>
                </c:pt>
                <c:pt idx="85381">
                  <c:v>6</c:v>
                </c:pt>
                <c:pt idx="85382">
                  <c:v>5</c:v>
                </c:pt>
                <c:pt idx="85383">
                  <c:v>5</c:v>
                </c:pt>
                <c:pt idx="85384">
                  <c:v>2</c:v>
                </c:pt>
                <c:pt idx="85385">
                  <c:v>1</c:v>
                </c:pt>
                <c:pt idx="85386">
                  <c:v>2</c:v>
                </c:pt>
                <c:pt idx="85387">
                  <c:v>4</c:v>
                </c:pt>
                <c:pt idx="85388">
                  <c:v>2</c:v>
                </c:pt>
                <c:pt idx="85389">
                  <c:v>2</c:v>
                </c:pt>
                <c:pt idx="85390">
                  <c:v>3</c:v>
                </c:pt>
                <c:pt idx="85391">
                  <c:v>2</c:v>
                </c:pt>
                <c:pt idx="85392">
                  <c:v>2</c:v>
                </c:pt>
                <c:pt idx="85393">
                  <c:v>1</c:v>
                </c:pt>
                <c:pt idx="85394">
                  <c:v>2</c:v>
                </c:pt>
                <c:pt idx="85395">
                  <c:v>2</c:v>
                </c:pt>
                <c:pt idx="85396">
                  <c:v>2</c:v>
                </c:pt>
                <c:pt idx="85397">
                  <c:v>2</c:v>
                </c:pt>
                <c:pt idx="85398">
                  <c:v>2</c:v>
                </c:pt>
                <c:pt idx="85399">
                  <c:v>2</c:v>
                </c:pt>
                <c:pt idx="85400">
                  <c:v>3</c:v>
                </c:pt>
                <c:pt idx="85401">
                  <c:v>3</c:v>
                </c:pt>
                <c:pt idx="85402">
                  <c:v>3</c:v>
                </c:pt>
                <c:pt idx="85403">
                  <c:v>2</c:v>
                </c:pt>
                <c:pt idx="85404">
                  <c:v>2</c:v>
                </c:pt>
                <c:pt idx="85405">
                  <c:v>2</c:v>
                </c:pt>
                <c:pt idx="85406">
                  <c:v>2</c:v>
                </c:pt>
                <c:pt idx="85407">
                  <c:v>2</c:v>
                </c:pt>
                <c:pt idx="85408">
                  <c:v>2</c:v>
                </c:pt>
                <c:pt idx="85409">
                  <c:v>1</c:v>
                </c:pt>
                <c:pt idx="85410">
                  <c:v>2</c:v>
                </c:pt>
                <c:pt idx="85411">
                  <c:v>2</c:v>
                </c:pt>
                <c:pt idx="85412">
                  <c:v>1</c:v>
                </c:pt>
                <c:pt idx="85413">
                  <c:v>2</c:v>
                </c:pt>
                <c:pt idx="85414">
                  <c:v>2</c:v>
                </c:pt>
                <c:pt idx="85415">
                  <c:v>2</c:v>
                </c:pt>
                <c:pt idx="85416">
                  <c:v>1</c:v>
                </c:pt>
                <c:pt idx="85417">
                  <c:v>1</c:v>
                </c:pt>
                <c:pt idx="85418">
                  <c:v>2</c:v>
                </c:pt>
                <c:pt idx="85419">
                  <c:v>1</c:v>
                </c:pt>
                <c:pt idx="85420">
                  <c:v>3</c:v>
                </c:pt>
                <c:pt idx="85421">
                  <c:v>2</c:v>
                </c:pt>
                <c:pt idx="85422">
                  <c:v>1</c:v>
                </c:pt>
                <c:pt idx="85423">
                  <c:v>1</c:v>
                </c:pt>
                <c:pt idx="85424">
                  <c:v>1</c:v>
                </c:pt>
                <c:pt idx="85425">
                  <c:v>1</c:v>
                </c:pt>
                <c:pt idx="85426">
                  <c:v>2</c:v>
                </c:pt>
                <c:pt idx="85427">
                  <c:v>1</c:v>
                </c:pt>
                <c:pt idx="85428">
                  <c:v>2</c:v>
                </c:pt>
                <c:pt idx="85429">
                  <c:v>1</c:v>
                </c:pt>
                <c:pt idx="85430">
                  <c:v>1</c:v>
                </c:pt>
                <c:pt idx="85431">
                  <c:v>2</c:v>
                </c:pt>
                <c:pt idx="85432">
                  <c:v>2</c:v>
                </c:pt>
                <c:pt idx="85433">
                  <c:v>2</c:v>
                </c:pt>
                <c:pt idx="85434">
                  <c:v>2</c:v>
                </c:pt>
                <c:pt idx="85435">
                  <c:v>2</c:v>
                </c:pt>
                <c:pt idx="85436">
                  <c:v>2</c:v>
                </c:pt>
                <c:pt idx="85437">
                  <c:v>2</c:v>
                </c:pt>
                <c:pt idx="85438">
                  <c:v>5</c:v>
                </c:pt>
                <c:pt idx="85439">
                  <c:v>8</c:v>
                </c:pt>
                <c:pt idx="85440">
                  <c:v>1</c:v>
                </c:pt>
                <c:pt idx="85441">
                  <c:v>3</c:v>
                </c:pt>
                <c:pt idx="85442">
                  <c:v>2</c:v>
                </c:pt>
                <c:pt idx="85443">
                  <c:v>1</c:v>
                </c:pt>
                <c:pt idx="85444">
                  <c:v>2</c:v>
                </c:pt>
                <c:pt idx="85445">
                  <c:v>1</c:v>
                </c:pt>
                <c:pt idx="85446">
                  <c:v>5</c:v>
                </c:pt>
                <c:pt idx="85447">
                  <c:v>6</c:v>
                </c:pt>
                <c:pt idx="85448">
                  <c:v>6</c:v>
                </c:pt>
                <c:pt idx="85449">
                  <c:v>5</c:v>
                </c:pt>
                <c:pt idx="85450">
                  <c:v>8</c:v>
                </c:pt>
                <c:pt idx="85451">
                  <c:v>8</c:v>
                </c:pt>
                <c:pt idx="85452">
                  <c:v>7</c:v>
                </c:pt>
                <c:pt idx="85453">
                  <c:v>7</c:v>
                </c:pt>
                <c:pt idx="85454">
                  <c:v>4</c:v>
                </c:pt>
                <c:pt idx="85455">
                  <c:v>2</c:v>
                </c:pt>
                <c:pt idx="85456">
                  <c:v>2</c:v>
                </c:pt>
                <c:pt idx="85457">
                  <c:v>2</c:v>
                </c:pt>
                <c:pt idx="85458">
                  <c:v>0</c:v>
                </c:pt>
                <c:pt idx="85459">
                  <c:v>3</c:v>
                </c:pt>
                <c:pt idx="85460">
                  <c:v>2</c:v>
                </c:pt>
                <c:pt idx="85461">
                  <c:v>1</c:v>
                </c:pt>
                <c:pt idx="85462">
                  <c:v>2</c:v>
                </c:pt>
                <c:pt idx="85463">
                  <c:v>1</c:v>
                </c:pt>
                <c:pt idx="85464">
                  <c:v>2</c:v>
                </c:pt>
                <c:pt idx="85465">
                  <c:v>3</c:v>
                </c:pt>
                <c:pt idx="85466">
                  <c:v>1</c:v>
                </c:pt>
                <c:pt idx="85467">
                  <c:v>1</c:v>
                </c:pt>
                <c:pt idx="85468">
                  <c:v>3</c:v>
                </c:pt>
                <c:pt idx="85469">
                  <c:v>1</c:v>
                </c:pt>
                <c:pt idx="85470">
                  <c:v>1</c:v>
                </c:pt>
                <c:pt idx="85471">
                  <c:v>1</c:v>
                </c:pt>
                <c:pt idx="85472">
                  <c:v>2</c:v>
                </c:pt>
                <c:pt idx="85473">
                  <c:v>1</c:v>
                </c:pt>
                <c:pt idx="85474">
                  <c:v>2</c:v>
                </c:pt>
                <c:pt idx="85475">
                  <c:v>6</c:v>
                </c:pt>
                <c:pt idx="85476">
                  <c:v>0</c:v>
                </c:pt>
                <c:pt idx="85477">
                  <c:v>6</c:v>
                </c:pt>
                <c:pt idx="85478">
                  <c:v>4</c:v>
                </c:pt>
                <c:pt idx="85479">
                  <c:v>2</c:v>
                </c:pt>
                <c:pt idx="85480">
                  <c:v>4</c:v>
                </c:pt>
                <c:pt idx="85481">
                  <c:v>4</c:v>
                </c:pt>
                <c:pt idx="85482">
                  <c:v>4</c:v>
                </c:pt>
                <c:pt idx="85483">
                  <c:v>2</c:v>
                </c:pt>
                <c:pt idx="85484">
                  <c:v>2</c:v>
                </c:pt>
                <c:pt idx="85485">
                  <c:v>1</c:v>
                </c:pt>
                <c:pt idx="85486">
                  <c:v>2</c:v>
                </c:pt>
                <c:pt idx="85487">
                  <c:v>2</c:v>
                </c:pt>
                <c:pt idx="85488">
                  <c:v>2</c:v>
                </c:pt>
                <c:pt idx="85489">
                  <c:v>5</c:v>
                </c:pt>
                <c:pt idx="85490">
                  <c:v>3</c:v>
                </c:pt>
                <c:pt idx="85491">
                  <c:v>3</c:v>
                </c:pt>
                <c:pt idx="85492">
                  <c:v>3</c:v>
                </c:pt>
                <c:pt idx="85493">
                  <c:v>1</c:v>
                </c:pt>
                <c:pt idx="85494">
                  <c:v>3</c:v>
                </c:pt>
                <c:pt idx="85495">
                  <c:v>2</c:v>
                </c:pt>
                <c:pt idx="85496">
                  <c:v>1</c:v>
                </c:pt>
                <c:pt idx="85497">
                  <c:v>3</c:v>
                </c:pt>
                <c:pt idx="85498">
                  <c:v>3</c:v>
                </c:pt>
                <c:pt idx="85499">
                  <c:v>5</c:v>
                </c:pt>
                <c:pt idx="85500">
                  <c:v>4</c:v>
                </c:pt>
                <c:pt idx="85501">
                  <c:v>3</c:v>
                </c:pt>
                <c:pt idx="85502">
                  <c:v>4</c:v>
                </c:pt>
                <c:pt idx="85503">
                  <c:v>4</c:v>
                </c:pt>
                <c:pt idx="85504">
                  <c:v>2</c:v>
                </c:pt>
                <c:pt idx="85505">
                  <c:v>2</c:v>
                </c:pt>
                <c:pt idx="85506">
                  <c:v>2</c:v>
                </c:pt>
                <c:pt idx="85507">
                  <c:v>2</c:v>
                </c:pt>
                <c:pt idx="85508">
                  <c:v>2</c:v>
                </c:pt>
                <c:pt idx="85509">
                  <c:v>2</c:v>
                </c:pt>
                <c:pt idx="85510">
                  <c:v>2</c:v>
                </c:pt>
                <c:pt idx="85511">
                  <c:v>1</c:v>
                </c:pt>
                <c:pt idx="85512">
                  <c:v>2</c:v>
                </c:pt>
                <c:pt idx="85513">
                  <c:v>2</c:v>
                </c:pt>
                <c:pt idx="85514">
                  <c:v>2</c:v>
                </c:pt>
                <c:pt idx="85515">
                  <c:v>2</c:v>
                </c:pt>
                <c:pt idx="85516">
                  <c:v>2</c:v>
                </c:pt>
                <c:pt idx="85517">
                  <c:v>1</c:v>
                </c:pt>
                <c:pt idx="85518">
                  <c:v>2</c:v>
                </c:pt>
                <c:pt idx="85519">
                  <c:v>2</c:v>
                </c:pt>
                <c:pt idx="85520">
                  <c:v>2</c:v>
                </c:pt>
                <c:pt idx="85521">
                  <c:v>2</c:v>
                </c:pt>
                <c:pt idx="85522">
                  <c:v>1</c:v>
                </c:pt>
                <c:pt idx="85523">
                  <c:v>3</c:v>
                </c:pt>
                <c:pt idx="85524">
                  <c:v>3</c:v>
                </c:pt>
                <c:pt idx="85525">
                  <c:v>2</c:v>
                </c:pt>
                <c:pt idx="85526">
                  <c:v>2</c:v>
                </c:pt>
                <c:pt idx="85527">
                  <c:v>1</c:v>
                </c:pt>
                <c:pt idx="85528">
                  <c:v>2</c:v>
                </c:pt>
                <c:pt idx="85529">
                  <c:v>2</c:v>
                </c:pt>
                <c:pt idx="85530">
                  <c:v>1</c:v>
                </c:pt>
                <c:pt idx="85531">
                  <c:v>1</c:v>
                </c:pt>
                <c:pt idx="85532">
                  <c:v>1</c:v>
                </c:pt>
                <c:pt idx="85533">
                  <c:v>2</c:v>
                </c:pt>
                <c:pt idx="85534">
                  <c:v>2</c:v>
                </c:pt>
                <c:pt idx="85535">
                  <c:v>2</c:v>
                </c:pt>
                <c:pt idx="85536">
                  <c:v>3</c:v>
                </c:pt>
                <c:pt idx="85537">
                  <c:v>3</c:v>
                </c:pt>
                <c:pt idx="85538">
                  <c:v>3</c:v>
                </c:pt>
                <c:pt idx="85539">
                  <c:v>6</c:v>
                </c:pt>
                <c:pt idx="85540">
                  <c:v>1</c:v>
                </c:pt>
                <c:pt idx="85541">
                  <c:v>3</c:v>
                </c:pt>
                <c:pt idx="85542">
                  <c:v>1</c:v>
                </c:pt>
                <c:pt idx="85543">
                  <c:v>4</c:v>
                </c:pt>
                <c:pt idx="85544">
                  <c:v>6</c:v>
                </c:pt>
                <c:pt idx="85545">
                  <c:v>1</c:v>
                </c:pt>
                <c:pt idx="85546">
                  <c:v>3</c:v>
                </c:pt>
                <c:pt idx="85547">
                  <c:v>3</c:v>
                </c:pt>
                <c:pt idx="85548">
                  <c:v>3</c:v>
                </c:pt>
                <c:pt idx="85549">
                  <c:v>3</c:v>
                </c:pt>
                <c:pt idx="85550">
                  <c:v>3</c:v>
                </c:pt>
                <c:pt idx="85551">
                  <c:v>3</c:v>
                </c:pt>
                <c:pt idx="85552">
                  <c:v>2</c:v>
                </c:pt>
                <c:pt idx="85553">
                  <c:v>11</c:v>
                </c:pt>
                <c:pt idx="85554">
                  <c:v>-2</c:v>
                </c:pt>
                <c:pt idx="85555">
                  <c:v>2</c:v>
                </c:pt>
                <c:pt idx="85556">
                  <c:v>3</c:v>
                </c:pt>
                <c:pt idx="85557">
                  <c:v>2</c:v>
                </c:pt>
                <c:pt idx="85558">
                  <c:v>5</c:v>
                </c:pt>
                <c:pt idx="85559">
                  <c:v>5</c:v>
                </c:pt>
                <c:pt idx="85560">
                  <c:v>7</c:v>
                </c:pt>
                <c:pt idx="85561">
                  <c:v>12</c:v>
                </c:pt>
                <c:pt idx="85562">
                  <c:v>4</c:v>
                </c:pt>
                <c:pt idx="85563">
                  <c:v>3</c:v>
                </c:pt>
                <c:pt idx="85564">
                  <c:v>2</c:v>
                </c:pt>
                <c:pt idx="85565">
                  <c:v>2</c:v>
                </c:pt>
                <c:pt idx="85566">
                  <c:v>2</c:v>
                </c:pt>
                <c:pt idx="85567">
                  <c:v>2</c:v>
                </c:pt>
                <c:pt idx="85568">
                  <c:v>2</c:v>
                </c:pt>
                <c:pt idx="85569">
                  <c:v>2</c:v>
                </c:pt>
                <c:pt idx="85570">
                  <c:v>2</c:v>
                </c:pt>
                <c:pt idx="85571">
                  <c:v>2</c:v>
                </c:pt>
                <c:pt idx="85572">
                  <c:v>4</c:v>
                </c:pt>
                <c:pt idx="85573">
                  <c:v>6</c:v>
                </c:pt>
                <c:pt idx="85574">
                  <c:v>2</c:v>
                </c:pt>
                <c:pt idx="85575">
                  <c:v>6</c:v>
                </c:pt>
                <c:pt idx="85576">
                  <c:v>6</c:v>
                </c:pt>
                <c:pt idx="85577">
                  <c:v>3</c:v>
                </c:pt>
                <c:pt idx="85578">
                  <c:v>2</c:v>
                </c:pt>
                <c:pt idx="85579">
                  <c:v>1</c:v>
                </c:pt>
                <c:pt idx="85580">
                  <c:v>4</c:v>
                </c:pt>
                <c:pt idx="85581">
                  <c:v>3</c:v>
                </c:pt>
                <c:pt idx="85582">
                  <c:v>1</c:v>
                </c:pt>
                <c:pt idx="85583">
                  <c:v>1</c:v>
                </c:pt>
                <c:pt idx="85584">
                  <c:v>8</c:v>
                </c:pt>
                <c:pt idx="85585">
                  <c:v>6</c:v>
                </c:pt>
                <c:pt idx="85586">
                  <c:v>-6</c:v>
                </c:pt>
                <c:pt idx="85587">
                  <c:v>6</c:v>
                </c:pt>
                <c:pt idx="85588">
                  <c:v>6</c:v>
                </c:pt>
                <c:pt idx="85589">
                  <c:v>-1</c:v>
                </c:pt>
                <c:pt idx="85590">
                  <c:v>9</c:v>
                </c:pt>
                <c:pt idx="85591">
                  <c:v>0</c:v>
                </c:pt>
                <c:pt idx="85592">
                  <c:v>1</c:v>
                </c:pt>
                <c:pt idx="85593">
                  <c:v>1</c:v>
                </c:pt>
                <c:pt idx="85594">
                  <c:v>1</c:v>
                </c:pt>
                <c:pt idx="85595">
                  <c:v>7</c:v>
                </c:pt>
                <c:pt idx="85596">
                  <c:v>1</c:v>
                </c:pt>
                <c:pt idx="85597">
                  <c:v>1</c:v>
                </c:pt>
                <c:pt idx="85598">
                  <c:v>2</c:v>
                </c:pt>
                <c:pt idx="85599">
                  <c:v>6</c:v>
                </c:pt>
                <c:pt idx="85600">
                  <c:v>4</c:v>
                </c:pt>
                <c:pt idx="85601">
                  <c:v>4</c:v>
                </c:pt>
                <c:pt idx="85602">
                  <c:v>1</c:v>
                </c:pt>
                <c:pt idx="85603">
                  <c:v>3</c:v>
                </c:pt>
                <c:pt idx="85604">
                  <c:v>2</c:v>
                </c:pt>
                <c:pt idx="85605">
                  <c:v>2</c:v>
                </c:pt>
                <c:pt idx="85606">
                  <c:v>1</c:v>
                </c:pt>
                <c:pt idx="85607">
                  <c:v>3</c:v>
                </c:pt>
                <c:pt idx="85608">
                  <c:v>1</c:v>
                </c:pt>
                <c:pt idx="85609">
                  <c:v>3</c:v>
                </c:pt>
                <c:pt idx="85610">
                  <c:v>2</c:v>
                </c:pt>
                <c:pt idx="85611">
                  <c:v>2</c:v>
                </c:pt>
                <c:pt idx="85612">
                  <c:v>2</c:v>
                </c:pt>
                <c:pt idx="85613">
                  <c:v>1</c:v>
                </c:pt>
                <c:pt idx="85614">
                  <c:v>1</c:v>
                </c:pt>
                <c:pt idx="85615">
                  <c:v>1</c:v>
                </c:pt>
                <c:pt idx="85616">
                  <c:v>1</c:v>
                </c:pt>
                <c:pt idx="85617">
                  <c:v>1</c:v>
                </c:pt>
                <c:pt idx="85618">
                  <c:v>1</c:v>
                </c:pt>
                <c:pt idx="85619">
                  <c:v>2</c:v>
                </c:pt>
                <c:pt idx="85620">
                  <c:v>2</c:v>
                </c:pt>
                <c:pt idx="85621">
                  <c:v>2</c:v>
                </c:pt>
                <c:pt idx="85622">
                  <c:v>1</c:v>
                </c:pt>
                <c:pt idx="85623">
                  <c:v>4</c:v>
                </c:pt>
                <c:pt idx="85624">
                  <c:v>3</c:v>
                </c:pt>
                <c:pt idx="85625">
                  <c:v>1</c:v>
                </c:pt>
                <c:pt idx="85626">
                  <c:v>1</c:v>
                </c:pt>
                <c:pt idx="85627">
                  <c:v>-1</c:v>
                </c:pt>
                <c:pt idx="85628">
                  <c:v>1</c:v>
                </c:pt>
                <c:pt idx="85629">
                  <c:v>1</c:v>
                </c:pt>
                <c:pt idx="85630">
                  <c:v>1</c:v>
                </c:pt>
                <c:pt idx="85631">
                  <c:v>1</c:v>
                </c:pt>
                <c:pt idx="85632">
                  <c:v>-1</c:v>
                </c:pt>
                <c:pt idx="85633">
                  <c:v>1</c:v>
                </c:pt>
                <c:pt idx="85634">
                  <c:v>2</c:v>
                </c:pt>
                <c:pt idx="85635">
                  <c:v>2</c:v>
                </c:pt>
                <c:pt idx="85636">
                  <c:v>1</c:v>
                </c:pt>
                <c:pt idx="85637">
                  <c:v>1</c:v>
                </c:pt>
                <c:pt idx="85638">
                  <c:v>1</c:v>
                </c:pt>
                <c:pt idx="85639">
                  <c:v>1</c:v>
                </c:pt>
                <c:pt idx="85640">
                  <c:v>1</c:v>
                </c:pt>
                <c:pt idx="85641">
                  <c:v>1</c:v>
                </c:pt>
                <c:pt idx="85642">
                  <c:v>1</c:v>
                </c:pt>
                <c:pt idx="85643">
                  <c:v>1</c:v>
                </c:pt>
                <c:pt idx="85644">
                  <c:v>1</c:v>
                </c:pt>
                <c:pt idx="85645">
                  <c:v>1</c:v>
                </c:pt>
                <c:pt idx="85646">
                  <c:v>3</c:v>
                </c:pt>
                <c:pt idx="85647">
                  <c:v>1</c:v>
                </c:pt>
                <c:pt idx="85648">
                  <c:v>1</c:v>
                </c:pt>
                <c:pt idx="85649">
                  <c:v>3</c:v>
                </c:pt>
                <c:pt idx="85650">
                  <c:v>1</c:v>
                </c:pt>
                <c:pt idx="85651">
                  <c:v>1</c:v>
                </c:pt>
                <c:pt idx="85652">
                  <c:v>2</c:v>
                </c:pt>
                <c:pt idx="85653">
                  <c:v>6</c:v>
                </c:pt>
                <c:pt idx="85654">
                  <c:v>1</c:v>
                </c:pt>
                <c:pt idx="85655">
                  <c:v>3</c:v>
                </c:pt>
                <c:pt idx="85656">
                  <c:v>2</c:v>
                </c:pt>
                <c:pt idx="85657">
                  <c:v>3</c:v>
                </c:pt>
                <c:pt idx="85658">
                  <c:v>2</c:v>
                </c:pt>
                <c:pt idx="85659">
                  <c:v>3</c:v>
                </c:pt>
                <c:pt idx="85660">
                  <c:v>1</c:v>
                </c:pt>
                <c:pt idx="85661">
                  <c:v>2</c:v>
                </c:pt>
                <c:pt idx="85662">
                  <c:v>2</c:v>
                </c:pt>
                <c:pt idx="85663">
                  <c:v>3</c:v>
                </c:pt>
                <c:pt idx="85664">
                  <c:v>2</c:v>
                </c:pt>
                <c:pt idx="85665">
                  <c:v>2</c:v>
                </c:pt>
                <c:pt idx="85666">
                  <c:v>1</c:v>
                </c:pt>
                <c:pt idx="85667">
                  <c:v>2</c:v>
                </c:pt>
                <c:pt idx="85668">
                  <c:v>3</c:v>
                </c:pt>
                <c:pt idx="85669">
                  <c:v>2</c:v>
                </c:pt>
                <c:pt idx="85670">
                  <c:v>2</c:v>
                </c:pt>
                <c:pt idx="85671">
                  <c:v>3</c:v>
                </c:pt>
                <c:pt idx="85672">
                  <c:v>1</c:v>
                </c:pt>
                <c:pt idx="85673">
                  <c:v>4</c:v>
                </c:pt>
                <c:pt idx="85674">
                  <c:v>4</c:v>
                </c:pt>
                <c:pt idx="85675">
                  <c:v>4</c:v>
                </c:pt>
                <c:pt idx="85676">
                  <c:v>4</c:v>
                </c:pt>
                <c:pt idx="85677">
                  <c:v>4</c:v>
                </c:pt>
                <c:pt idx="85678">
                  <c:v>4</c:v>
                </c:pt>
                <c:pt idx="85679">
                  <c:v>4</c:v>
                </c:pt>
                <c:pt idx="85680">
                  <c:v>4</c:v>
                </c:pt>
                <c:pt idx="85681">
                  <c:v>4</c:v>
                </c:pt>
                <c:pt idx="85682">
                  <c:v>5</c:v>
                </c:pt>
                <c:pt idx="85683">
                  <c:v>4</c:v>
                </c:pt>
                <c:pt idx="85684">
                  <c:v>16</c:v>
                </c:pt>
                <c:pt idx="85685">
                  <c:v>3</c:v>
                </c:pt>
                <c:pt idx="85686">
                  <c:v>4</c:v>
                </c:pt>
                <c:pt idx="85687">
                  <c:v>1</c:v>
                </c:pt>
                <c:pt idx="85688">
                  <c:v>1</c:v>
                </c:pt>
                <c:pt idx="85689">
                  <c:v>3</c:v>
                </c:pt>
                <c:pt idx="85690">
                  <c:v>1</c:v>
                </c:pt>
                <c:pt idx="85691">
                  <c:v>2</c:v>
                </c:pt>
                <c:pt idx="85692">
                  <c:v>4</c:v>
                </c:pt>
                <c:pt idx="85693">
                  <c:v>1</c:v>
                </c:pt>
                <c:pt idx="85694">
                  <c:v>6</c:v>
                </c:pt>
                <c:pt idx="85695">
                  <c:v>6</c:v>
                </c:pt>
                <c:pt idx="85696">
                  <c:v>5</c:v>
                </c:pt>
                <c:pt idx="85697">
                  <c:v>2</c:v>
                </c:pt>
                <c:pt idx="85698">
                  <c:v>2</c:v>
                </c:pt>
                <c:pt idx="85699">
                  <c:v>1</c:v>
                </c:pt>
                <c:pt idx="85700">
                  <c:v>4</c:v>
                </c:pt>
                <c:pt idx="85701">
                  <c:v>3</c:v>
                </c:pt>
                <c:pt idx="85702">
                  <c:v>3</c:v>
                </c:pt>
                <c:pt idx="85703">
                  <c:v>6</c:v>
                </c:pt>
                <c:pt idx="85704">
                  <c:v>4</c:v>
                </c:pt>
                <c:pt idx="85705">
                  <c:v>4</c:v>
                </c:pt>
                <c:pt idx="85706">
                  <c:v>3</c:v>
                </c:pt>
                <c:pt idx="85707">
                  <c:v>4</c:v>
                </c:pt>
                <c:pt idx="85708">
                  <c:v>4</c:v>
                </c:pt>
                <c:pt idx="85709">
                  <c:v>4</c:v>
                </c:pt>
                <c:pt idx="85710">
                  <c:v>1</c:v>
                </c:pt>
                <c:pt idx="85711">
                  <c:v>1</c:v>
                </c:pt>
                <c:pt idx="85712">
                  <c:v>1</c:v>
                </c:pt>
                <c:pt idx="85713">
                  <c:v>1</c:v>
                </c:pt>
                <c:pt idx="85714">
                  <c:v>1</c:v>
                </c:pt>
                <c:pt idx="85715">
                  <c:v>2</c:v>
                </c:pt>
                <c:pt idx="85716">
                  <c:v>2</c:v>
                </c:pt>
                <c:pt idx="85717">
                  <c:v>4</c:v>
                </c:pt>
                <c:pt idx="85718">
                  <c:v>2</c:v>
                </c:pt>
                <c:pt idx="85719">
                  <c:v>4</c:v>
                </c:pt>
                <c:pt idx="85720">
                  <c:v>2</c:v>
                </c:pt>
                <c:pt idx="85721">
                  <c:v>2</c:v>
                </c:pt>
                <c:pt idx="85722">
                  <c:v>2</c:v>
                </c:pt>
                <c:pt idx="85723">
                  <c:v>2</c:v>
                </c:pt>
                <c:pt idx="85724">
                  <c:v>2</c:v>
                </c:pt>
                <c:pt idx="85725">
                  <c:v>2</c:v>
                </c:pt>
                <c:pt idx="85726">
                  <c:v>2</c:v>
                </c:pt>
                <c:pt idx="85727">
                  <c:v>1</c:v>
                </c:pt>
                <c:pt idx="85728">
                  <c:v>1</c:v>
                </c:pt>
                <c:pt idx="85729">
                  <c:v>2</c:v>
                </c:pt>
                <c:pt idx="85730">
                  <c:v>1</c:v>
                </c:pt>
                <c:pt idx="85731">
                  <c:v>3</c:v>
                </c:pt>
                <c:pt idx="85732">
                  <c:v>2</c:v>
                </c:pt>
                <c:pt idx="85733">
                  <c:v>2</c:v>
                </c:pt>
                <c:pt idx="85734">
                  <c:v>4</c:v>
                </c:pt>
                <c:pt idx="85735">
                  <c:v>3</c:v>
                </c:pt>
                <c:pt idx="85736">
                  <c:v>3</c:v>
                </c:pt>
                <c:pt idx="85737">
                  <c:v>2</c:v>
                </c:pt>
                <c:pt idx="85738">
                  <c:v>2</c:v>
                </c:pt>
                <c:pt idx="85739">
                  <c:v>1</c:v>
                </c:pt>
                <c:pt idx="85740">
                  <c:v>2</c:v>
                </c:pt>
                <c:pt idx="85741">
                  <c:v>2</c:v>
                </c:pt>
                <c:pt idx="85742">
                  <c:v>2</c:v>
                </c:pt>
                <c:pt idx="85743">
                  <c:v>2</c:v>
                </c:pt>
                <c:pt idx="85744">
                  <c:v>2</c:v>
                </c:pt>
                <c:pt idx="85745">
                  <c:v>2</c:v>
                </c:pt>
                <c:pt idx="85746">
                  <c:v>3</c:v>
                </c:pt>
                <c:pt idx="85747">
                  <c:v>2</c:v>
                </c:pt>
                <c:pt idx="85748">
                  <c:v>2</c:v>
                </c:pt>
                <c:pt idx="85749">
                  <c:v>6</c:v>
                </c:pt>
                <c:pt idx="85750">
                  <c:v>5</c:v>
                </c:pt>
                <c:pt idx="85751">
                  <c:v>3</c:v>
                </c:pt>
                <c:pt idx="85752">
                  <c:v>3</c:v>
                </c:pt>
                <c:pt idx="85753">
                  <c:v>1</c:v>
                </c:pt>
                <c:pt idx="85754">
                  <c:v>3</c:v>
                </c:pt>
                <c:pt idx="85755">
                  <c:v>3</c:v>
                </c:pt>
                <c:pt idx="85756">
                  <c:v>4</c:v>
                </c:pt>
                <c:pt idx="85757">
                  <c:v>3</c:v>
                </c:pt>
                <c:pt idx="85758">
                  <c:v>2</c:v>
                </c:pt>
                <c:pt idx="85759">
                  <c:v>4</c:v>
                </c:pt>
                <c:pt idx="85760">
                  <c:v>1</c:v>
                </c:pt>
                <c:pt idx="85761">
                  <c:v>5</c:v>
                </c:pt>
                <c:pt idx="85762">
                  <c:v>12</c:v>
                </c:pt>
                <c:pt idx="85763">
                  <c:v>6</c:v>
                </c:pt>
                <c:pt idx="85764">
                  <c:v>5</c:v>
                </c:pt>
                <c:pt idx="85765">
                  <c:v>2</c:v>
                </c:pt>
                <c:pt idx="85766">
                  <c:v>4</c:v>
                </c:pt>
                <c:pt idx="85767">
                  <c:v>2</c:v>
                </c:pt>
                <c:pt idx="85768">
                  <c:v>2</c:v>
                </c:pt>
                <c:pt idx="85769">
                  <c:v>1</c:v>
                </c:pt>
                <c:pt idx="85770">
                  <c:v>1</c:v>
                </c:pt>
                <c:pt idx="85771">
                  <c:v>1</c:v>
                </c:pt>
                <c:pt idx="85772">
                  <c:v>3</c:v>
                </c:pt>
                <c:pt idx="85773">
                  <c:v>2</c:v>
                </c:pt>
                <c:pt idx="85774">
                  <c:v>1</c:v>
                </c:pt>
                <c:pt idx="85775">
                  <c:v>0</c:v>
                </c:pt>
                <c:pt idx="85776">
                  <c:v>3</c:v>
                </c:pt>
                <c:pt idx="85777">
                  <c:v>0</c:v>
                </c:pt>
                <c:pt idx="85778">
                  <c:v>0</c:v>
                </c:pt>
                <c:pt idx="85779">
                  <c:v>3</c:v>
                </c:pt>
                <c:pt idx="85780">
                  <c:v>3</c:v>
                </c:pt>
                <c:pt idx="85781">
                  <c:v>1</c:v>
                </c:pt>
                <c:pt idx="85782">
                  <c:v>2</c:v>
                </c:pt>
                <c:pt idx="85783">
                  <c:v>3</c:v>
                </c:pt>
                <c:pt idx="85784">
                  <c:v>4</c:v>
                </c:pt>
                <c:pt idx="85785">
                  <c:v>2</c:v>
                </c:pt>
                <c:pt idx="85786">
                  <c:v>2</c:v>
                </c:pt>
                <c:pt idx="85787">
                  <c:v>2</c:v>
                </c:pt>
                <c:pt idx="85788">
                  <c:v>2</c:v>
                </c:pt>
                <c:pt idx="85789">
                  <c:v>3</c:v>
                </c:pt>
                <c:pt idx="85790">
                  <c:v>3</c:v>
                </c:pt>
                <c:pt idx="85791">
                  <c:v>3</c:v>
                </c:pt>
                <c:pt idx="85792">
                  <c:v>3</c:v>
                </c:pt>
                <c:pt idx="85793">
                  <c:v>1</c:v>
                </c:pt>
                <c:pt idx="85794">
                  <c:v>3</c:v>
                </c:pt>
                <c:pt idx="85795">
                  <c:v>3</c:v>
                </c:pt>
                <c:pt idx="85796">
                  <c:v>1</c:v>
                </c:pt>
                <c:pt idx="85797">
                  <c:v>2</c:v>
                </c:pt>
                <c:pt idx="85798">
                  <c:v>2</c:v>
                </c:pt>
                <c:pt idx="85799">
                  <c:v>2</c:v>
                </c:pt>
                <c:pt idx="85800">
                  <c:v>2</c:v>
                </c:pt>
                <c:pt idx="85801">
                  <c:v>2</c:v>
                </c:pt>
                <c:pt idx="85802">
                  <c:v>4</c:v>
                </c:pt>
                <c:pt idx="85803">
                  <c:v>4</c:v>
                </c:pt>
                <c:pt idx="85804">
                  <c:v>4</c:v>
                </c:pt>
                <c:pt idx="85805">
                  <c:v>4</c:v>
                </c:pt>
                <c:pt idx="85806">
                  <c:v>9</c:v>
                </c:pt>
                <c:pt idx="85807">
                  <c:v>9</c:v>
                </c:pt>
                <c:pt idx="85808">
                  <c:v>2</c:v>
                </c:pt>
                <c:pt idx="85809">
                  <c:v>3</c:v>
                </c:pt>
                <c:pt idx="85810">
                  <c:v>3</c:v>
                </c:pt>
                <c:pt idx="85811">
                  <c:v>1</c:v>
                </c:pt>
                <c:pt idx="85812">
                  <c:v>1</c:v>
                </c:pt>
                <c:pt idx="85813">
                  <c:v>1</c:v>
                </c:pt>
                <c:pt idx="85814">
                  <c:v>1</c:v>
                </c:pt>
                <c:pt idx="85815">
                  <c:v>1</c:v>
                </c:pt>
                <c:pt idx="85816">
                  <c:v>2</c:v>
                </c:pt>
                <c:pt idx="85817">
                  <c:v>2</c:v>
                </c:pt>
                <c:pt idx="85818">
                  <c:v>2</c:v>
                </c:pt>
                <c:pt idx="85819">
                  <c:v>2</c:v>
                </c:pt>
                <c:pt idx="85820">
                  <c:v>1</c:v>
                </c:pt>
                <c:pt idx="85821">
                  <c:v>1</c:v>
                </c:pt>
                <c:pt idx="85822">
                  <c:v>4</c:v>
                </c:pt>
                <c:pt idx="85823">
                  <c:v>2</c:v>
                </c:pt>
                <c:pt idx="85824">
                  <c:v>4</c:v>
                </c:pt>
                <c:pt idx="85825">
                  <c:v>2</c:v>
                </c:pt>
                <c:pt idx="85826">
                  <c:v>4</c:v>
                </c:pt>
                <c:pt idx="85827">
                  <c:v>3</c:v>
                </c:pt>
                <c:pt idx="85828">
                  <c:v>2</c:v>
                </c:pt>
                <c:pt idx="85829">
                  <c:v>15</c:v>
                </c:pt>
                <c:pt idx="85830">
                  <c:v>3</c:v>
                </c:pt>
                <c:pt idx="85831">
                  <c:v>15</c:v>
                </c:pt>
                <c:pt idx="85832">
                  <c:v>2</c:v>
                </c:pt>
                <c:pt idx="85833">
                  <c:v>4</c:v>
                </c:pt>
                <c:pt idx="85834">
                  <c:v>1</c:v>
                </c:pt>
                <c:pt idx="85835">
                  <c:v>1</c:v>
                </c:pt>
                <c:pt idx="85836">
                  <c:v>2</c:v>
                </c:pt>
                <c:pt idx="85837">
                  <c:v>2</c:v>
                </c:pt>
                <c:pt idx="85838">
                  <c:v>1</c:v>
                </c:pt>
                <c:pt idx="85839">
                  <c:v>2</c:v>
                </c:pt>
                <c:pt idx="85840">
                  <c:v>2</c:v>
                </c:pt>
                <c:pt idx="85841">
                  <c:v>1</c:v>
                </c:pt>
                <c:pt idx="85842">
                  <c:v>2</c:v>
                </c:pt>
                <c:pt idx="85843">
                  <c:v>4</c:v>
                </c:pt>
                <c:pt idx="85844">
                  <c:v>5</c:v>
                </c:pt>
                <c:pt idx="85845">
                  <c:v>2</c:v>
                </c:pt>
                <c:pt idx="85846">
                  <c:v>2</c:v>
                </c:pt>
                <c:pt idx="85847">
                  <c:v>2</c:v>
                </c:pt>
                <c:pt idx="85848">
                  <c:v>4</c:v>
                </c:pt>
                <c:pt idx="85849">
                  <c:v>2</c:v>
                </c:pt>
                <c:pt idx="85850">
                  <c:v>6</c:v>
                </c:pt>
                <c:pt idx="85851">
                  <c:v>4</c:v>
                </c:pt>
                <c:pt idx="85852">
                  <c:v>3</c:v>
                </c:pt>
                <c:pt idx="85853">
                  <c:v>5</c:v>
                </c:pt>
                <c:pt idx="85854">
                  <c:v>5</c:v>
                </c:pt>
                <c:pt idx="85855">
                  <c:v>2</c:v>
                </c:pt>
                <c:pt idx="85856">
                  <c:v>2</c:v>
                </c:pt>
                <c:pt idx="85857">
                  <c:v>1</c:v>
                </c:pt>
                <c:pt idx="85858">
                  <c:v>4</c:v>
                </c:pt>
                <c:pt idx="85859">
                  <c:v>3</c:v>
                </c:pt>
                <c:pt idx="85860">
                  <c:v>3</c:v>
                </c:pt>
                <c:pt idx="85861">
                  <c:v>2</c:v>
                </c:pt>
                <c:pt idx="85862">
                  <c:v>2</c:v>
                </c:pt>
                <c:pt idx="85863">
                  <c:v>2</c:v>
                </c:pt>
                <c:pt idx="85864">
                  <c:v>1</c:v>
                </c:pt>
                <c:pt idx="85865">
                  <c:v>2</c:v>
                </c:pt>
                <c:pt idx="85866">
                  <c:v>3</c:v>
                </c:pt>
                <c:pt idx="85867">
                  <c:v>1</c:v>
                </c:pt>
                <c:pt idx="85868">
                  <c:v>3</c:v>
                </c:pt>
                <c:pt idx="85869">
                  <c:v>1</c:v>
                </c:pt>
                <c:pt idx="85870">
                  <c:v>2</c:v>
                </c:pt>
                <c:pt idx="85871">
                  <c:v>1</c:v>
                </c:pt>
                <c:pt idx="85872">
                  <c:v>3</c:v>
                </c:pt>
                <c:pt idx="85873">
                  <c:v>3</c:v>
                </c:pt>
                <c:pt idx="85874">
                  <c:v>3</c:v>
                </c:pt>
                <c:pt idx="85875">
                  <c:v>3</c:v>
                </c:pt>
                <c:pt idx="85876">
                  <c:v>3</c:v>
                </c:pt>
                <c:pt idx="85877">
                  <c:v>7</c:v>
                </c:pt>
                <c:pt idx="85878">
                  <c:v>3</c:v>
                </c:pt>
                <c:pt idx="85879">
                  <c:v>8</c:v>
                </c:pt>
                <c:pt idx="85880">
                  <c:v>2</c:v>
                </c:pt>
                <c:pt idx="85881">
                  <c:v>1</c:v>
                </c:pt>
                <c:pt idx="85882">
                  <c:v>3</c:v>
                </c:pt>
                <c:pt idx="85883">
                  <c:v>2</c:v>
                </c:pt>
                <c:pt idx="85884">
                  <c:v>2</c:v>
                </c:pt>
                <c:pt idx="85885">
                  <c:v>2</c:v>
                </c:pt>
                <c:pt idx="85886">
                  <c:v>0</c:v>
                </c:pt>
                <c:pt idx="85887">
                  <c:v>2</c:v>
                </c:pt>
                <c:pt idx="85888">
                  <c:v>3</c:v>
                </c:pt>
                <c:pt idx="85889">
                  <c:v>2</c:v>
                </c:pt>
                <c:pt idx="85890">
                  <c:v>4</c:v>
                </c:pt>
                <c:pt idx="85891">
                  <c:v>7</c:v>
                </c:pt>
                <c:pt idx="85892">
                  <c:v>5</c:v>
                </c:pt>
                <c:pt idx="85893">
                  <c:v>1</c:v>
                </c:pt>
                <c:pt idx="85894">
                  <c:v>1</c:v>
                </c:pt>
                <c:pt idx="85895">
                  <c:v>1</c:v>
                </c:pt>
                <c:pt idx="85896">
                  <c:v>1</c:v>
                </c:pt>
                <c:pt idx="85897">
                  <c:v>4</c:v>
                </c:pt>
                <c:pt idx="85898">
                  <c:v>5</c:v>
                </c:pt>
                <c:pt idx="85899">
                  <c:v>2</c:v>
                </c:pt>
                <c:pt idx="85900">
                  <c:v>2</c:v>
                </c:pt>
                <c:pt idx="85901">
                  <c:v>2</c:v>
                </c:pt>
                <c:pt idx="85902">
                  <c:v>2</c:v>
                </c:pt>
                <c:pt idx="85903">
                  <c:v>2</c:v>
                </c:pt>
                <c:pt idx="85904">
                  <c:v>6</c:v>
                </c:pt>
                <c:pt idx="85905">
                  <c:v>2</c:v>
                </c:pt>
                <c:pt idx="85906">
                  <c:v>2</c:v>
                </c:pt>
                <c:pt idx="85907">
                  <c:v>4</c:v>
                </c:pt>
                <c:pt idx="85908">
                  <c:v>4</c:v>
                </c:pt>
                <c:pt idx="85909">
                  <c:v>4</c:v>
                </c:pt>
                <c:pt idx="85910">
                  <c:v>4</c:v>
                </c:pt>
                <c:pt idx="85911">
                  <c:v>5</c:v>
                </c:pt>
                <c:pt idx="85912">
                  <c:v>5</c:v>
                </c:pt>
                <c:pt idx="85913">
                  <c:v>4</c:v>
                </c:pt>
                <c:pt idx="85914">
                  <c:v>4</c:v>
                </c:pt>
                <c:pt idx="85915">
                  <c:v>2</c:v>
                </c:pt>
                <c:pt idx="85916">
                  <c:v>4</c:v>
                </c:pt>
                <c:pt idx="85917">
                  <c:v>2</c:v>
                </c:pt>
                <c:pt idx="85918">
                  <c:v>3</c:v>
                </c:pt>
                <c:pt idx="85919">
                  <c:v>4</c:v>
                </c:pt>
                <c:pt idx="85920">
                  <c:v>3</c:v>
                </c:pt>
                <c:pt idx="85921">
                  <c:v>2</c:v>
                </c:pt>
                <c:pt idx="85922">
                  <c:v>2</c:v>
                </c:pt>
                <c:pt idx="85923">
                  <c:v>2</c:v>
                </c:pt>
                <c:pt idx="85924">
                  <c:v>1</c:v>
                </c:pt>
                <c:pt idx="85925">
                  <c:v>2</c:v>
                </c:pt>
                <c:pt idx="85926">
                  <c:v>1</c:v>
                </c:pt>
                <c:pt idx="85927">
                  <c:v>1</c:v>
                </c:pt>
                <c:pt idx="85928">
                  <c:v>2</c:v>
                </c:pt>
                <c:pt idx="85929">
                  <c:v>1</c:v>
                </c:pt>
                <c:pt idx="85930">
                  <c:v>2</c:v>
                </c:pt>
                <c:pt idx="85931">
                  <c:v>2</c:v>
                </c:pt>
                <c:pt idx="85932">
                  <c:v>3</c:v>
                </c:pt>
                <c:pt idx="85933">
                  <c:v>1</c:v>
                </c:pt>
                <c:pt idx="85934">
                  <c:v>2</c:v>
                </c:pt>
                <c:pt idx="85935">
                  <c:v>1</c:v>
                </c:pt>
                <c:pt idx="85936">
                  <c:v>1</c:v>
                </c:pt>
                <c:pt idx="85937">
                  <c:v>3</c:v>
                </c:pt>
                <c:pt idx="85938">
                  <c:v>8</c:v>
                </c:pt>
                <c:pt idx="85939">
                  <c:v>4</c:v>
                </c:pt>
                <c:pt idx="85940">
                  <c:v>4</c:v>
                </c:pt>
                <c:pt idx="85941">
                  <c:v>7</c:v>
                </c:pt>
                <c:pt idx="85942">
                  <c:v>4</c:v>
                </c:pt>
                <c:pt idx="85943">
                  <c:v>2</c:v>
                </c:pt>
                <c:pt idx="85944">
                  <c:v>2</c:v>
                </c:pt>
                <c:pt idx="85945">
                  <c:v>7</c:v>
                </c:pt>
                <c:pt idx="85946">
                  <c:v>2</c:v>
                </c:pt>
                <c:pt idx="85947">
                  <c:v>2</c:v>
                </c:pt>
                <c:pt idx="85948">
                  <c:v>2</c:v>
                </c:pt>
                <c:pt idx="85949">
                  <c:v>2</c:v>
                </c:pt>
                <c:pt idx="85950">
                  <c:v>4</c:v>
                </c:pt>
                <c:pt idx="85951">
                  <c:v>3</c:v>
                </c:pt>
                <c:pt idx="85952">
                  <c:v>2</c:v>
                </c:pt>
                <c:pt idx="85953">
                  <c:v>2</c:v>
                </c:pt>
                <c:pt idx="85954">
                  <c:v>1</c:v>
                </c:pt>
                <c:pt idx="85955">
                  <c:v>5</c:v>
                </c:pt>
                <c:pt idx="85956">
                  <c:v>1</c:v>
                </c:pt>
                <c:pt idx="85957">
                  <c:v>4</c:v>
                </c:pt>
                <c:pt idx="85958">
                  <c:v>5</c:v>
                </c:pt>
                <c:pt idx="85959">
                  <c:v>5</c:v>
                </c:pt>
                <c:pt idx="85960">
                  <c:v>4</c:v>
                </c:pt>
                <c:pt idx="85961">
                  <c:v>4</c:v>
                </c:pt>
                <c:pt idx="85962">
                  <c:v>1</c:v>
                </c:pt>
                <c:pt idx="85963">
                  <c:v>2</c:v>
                </c:pt>
                <c:pt idx="85964">
                  <c:v>3</c:v>
                </c:pt>
                <c:pt idx="85965">
                  <c:v>2</c:v>
                </c:pt>
                <c:pt idx="85966">
                  <c:v>-2</c:v>
                </c:pt>
                <c:pt idx="85967">
                  <c:v>1</c:v>
                </c:pt>
                <c:pt idx="85968">
                  <c:v>1</c:v>
                </c:pt>
                <c:pt idx="85969">
                  <c:v>2</c:v>
                </c:pt>
                <c:pt idx="85970">
                  <c:v>4</c:v>
                </c:pt>
                <c:pt idx="85971">
                  <c:v>2</c:v>
                </c:pt>
                <c:pt idx="85972">
                  <c:v>3</c:v>
                </c:pt>
                <c:pt idx="85973">
                  <c:v>3</c:v>
                </c:pt>
                <c:pt idx="85974">
                  <c:v>1</c:v>
                </c:pt>
                <c:pt idx="85975">
                  <c:v>2</c:v>
                </c:pt>
                <c:pt idx="85976">
                  <c:v>4</c:v>
                </c:pt>
                <c:pt idx="85977">
                  <c:v>3</c:v>
                </c:pt>
                <c:pt idx="85978">
                  <c:v>6</c:v>
                </c:pt>
                <c:pt idx="85979">
                  <c:v>1</c:v>
                </c:pt>
                <c:pt idx="85980">
                  <c:v>1</c:v>
                </c:pt>
                <c:pt idx="85981">
                  <c:v>4</c:v>
                </c:pt>
                <c:pt idx="85982">
                  <c:v>5</c:v>
                </c:pt>
                <c:pt idx="85983">
                  <c:v>1</c:v>
                </c:pt>
                <c:pt idx="85984">
                  <c:v>1</c:v>
                </c:pt>
                <c:pt idx="85985">
                  <c:v>2</c:v>
                </c:pt>
                <c:pt idx="85986">
                  <c:v>2</c:v>
                </c:pt>
                <c:pt idx="85987">
                  <c:v>2</c:v>
                </c:pt>
                <c:pt idx="85988">
                  <c:v>2</c:v>
                </c:pt>
                <c:pt idx="85989">
                  <c:v>2</c:v>
                </c:pt>
                <c:pt idx="85990">
                  <c:v>2</c:v>
                </c:pt>
                <c:pt idx="85991">
                  <c:v>1</c:v>
                </c:pt>
                <c:pt idx="85992">
                  <c:v>2</c:v>
                </c:pt>
                <c:pt idx="85993">
                  <c:v>3</c:v>
                </c:pt>
                <c:pt idx="85994">
                  <c:v>2</c:v>
                </c:pt>
                <c:pt idx="85995">
                  <c:v>2</c:v>
                </c:pt>
                <c:pt idx="85996">
                  <c:v>3</c:v>
                </c:pt>
                <c:pt idx="85997">
                  <c:v>3</c:v>
                </c:pt>
                <c:pt idx="85998">
                  <c:v>2</c:v>
                </c:pt>
                <c:pt idx="85999">
                  <c:v>2</c:v>
                </c:pt>
                <c:pt idx="86000">
                  <c:v>1</c:v>
                </c:pt>
                <c:pt idx="86001">
                  <c:v>1</c:v>
                </c:pt>
                <c:pt idx="86002">
                  <c:v>4</c:v>
                </c:pt>
                <c:pt idx="86003">
                  <c:v>1</c:v>
                </c:pt>
                <c:pt idx="86004">
                  <c:v>2</c:v>
                </c:pt>
                <c:pt idx="86005">
                  <c:v>2</c:v>
                </c:pt>
                <c:pt idx="86006">
                  <c:v>2</c:v>
                </c:pt>
                <c:pt idx="86007">
                  <c:v>2</c:v>
                </c:pt>
                <c:pt idx="86008">
                  <c:v>2</c:v>
                </c:pt>
                <c:pt idx="86009">
                  <c:v>2</c:v>
                </c:pt>
                <c:pt idx="86010">
                  <c:v>2</c:v>
                </c:pt>
                <c:pt idx="86011">
                  <c:v>2</c:v>
                </c:pt>
                <c:pt idx="86012">
                  <c:v>4</c:v>
                </c:pt>
                <c:pt idx="86013">
                  <c:v>1</c:v>
                </c:pt>
                <c:pt idx="86014">
                  <c:v>1</c:v>
                </c:pt>
                <c:pt idx="86015">
                  <c:v>1</c:v>
                </c:pt>
                <c:pt idx="86016">
                  <c:v>6</c:v>
                </c:pt>
                <c:pt idx="86017">
                  <c:v>3</c:v>
                </c:pt>
                <c:pt idx="86018">
                  <c:v>1</c:v>
                </c:pt>
                <c:pt idx="86019">
                  <c:v>4</c:v>
                </c:pt>
                <c:pt idx="86020">
                  <c:v>1</c:v>
                </c:pt>
                <c:pt idx="86021">
                  <c:v>3</c:v>
                </c:pt>
                <c:pt idx="86022">
                  <c:v>1</c:v>
                </c:pt>
                <c:pt idx="86023">
                  <c:v>1</c:v>
                </c:pt>
                <c:pt idx="86024">
                  <c:v>1</c:v>
                </c:pt>
                <c:pt idx="86025">
                  <c:v>2</c:v>
                </c:pt>
                <c:pt idx="86026">
                  <c:v>3</c:v>
                </c:pt>
                <c:pt idx="86027">
                  <c:v>-3</c:v>
                </c:pt>
                <c:pt idx="86028">
                  <c:v>3</c:v>
                </c:pt>
                <c:pt idx="86029">
                  <c:v>2</c:v>
                </c:pt>
                <c:pt idx="86030">
                  <c:v>1</c:v>
                </c:pt>
                <c:pt idx="86031">
                  <c:v>1</c:v>
                </c:pt>
                <c:pt idx="86032">
                  <c:v>1</c:v>
                </c:pt>
                <c:pt idx="86033">
                  <c:v>2</c:v>
                </c:pt>
                <c:pt idx="86034">
                  <c:v>3</c:v>
                </c:pt>
                <c:pt idx="86035">
                  <c:v>2</c:v>
                </c:pt>
                <c:pt idx="86036">
                  <c:v>2</c:v>
                </c:pt>
                <c:pt idx="86037">
                  <c:v>2</c:v>
                </c:pt>
                <c:pt idx="86038">
                  <c:v>2</c:v>
                </c:pt>
                <c:pt idx="86039">
                  <c:v>3</c:v>
                </c:pt>
                <c:pt idx="86040">
                  <c:v>2</c:v>
                </c:pt>
                <c:pt idx="86041">
                  <c:v>2</c:v>
                </c:pt>
                <c:pt idx="86042">
                  <c:v>2</c:v>
                </c:pt>
                <c:pt idx="86043">
                  <c:v>1</c:v>
                </c:pt>
                <c:pt idx="86044">
                  <c:v>1</c:v>
                </c:pt>
                <c:pt idx="86045">
                  <c:v>2</c:v>
                </c:pt>
                <c:pt idx="86046">
                  <c:v>2</c:v>
                </c:pt>
                <c:pt idx="86047">
                  <c:v>2</c:v>
                </c:pt>
                <c:pt idx="86048">
                  <c:v>1</c:v>
                </c:pt>
                <c:pt idx="86049">
                  <c:v>1</c:v>
                </c:pt>
                <c:pt idx="86050">
                  <c:v>2</c:v>
                </c:pt>
                <c:pt idx="86051">
                  <c:v>1</c:v>
                </c:pt>
                <c:pt idx="86052">
                  <c:v>1</c:v>
                </c:pt>
                <c:pt idx="86053">
                  <c:v>1</c:v>
                </c:pt>
                <c:pt idx="86054">
                  <c:v>1</c:v>
                </c:pt>
                <c:pt idx="86055">
                  <c:v>1</c:v>
                </c:pt>
                <c:pt idx="86056">
                  <c:v>4</c:v>
                </c:pt>
                <c:pt idx="86057">
                  <c:v>3</c:v>
                </c:pt>
                <c:pt idx="86058">
                  <c:v>4</c:v>
                </c:pt>
                <c:pt idx="86059">
                  <c:v>4</c:v>
                </c:pt>
                <c:pt idx="86060">
                  <c:v>2</c:v>
                </c:pt>
                <c:pt idx="86061">
                  <c:v>2</c:v>
                </c:pt>
                <c:pt idx="86062">
                  <c:v>3</c:v>
                </c:pt>
                <c:pt idx="86063">
                  <c:v>2</c:v>
                </c:pt>
                <c:pt idx="86064">
                  <c:v>2</c:v>
                </c:pt>
                <c:pt idx="86065">
                  <c:v>3</c:v>
                </c:pt>
                <c:pt idx="86066">
                  <c:v>4</c:v>
                </c:pt>
                <c:pt idx="86067">
                  <c:v>4</c:v>
                </c:pt>
                <c:pt idx="86068">
                  <c:v>4</c:v>
                </c:pt>
                <c:pt idx="86069">
                  <c:v>4</c:v>
                </c:pt>
                <c:pt idx="86070">
                  <c:v>4</c:v>
                </c:pt>
                <c:pt idx="86071">
                  <c:v>4</c:v>
                </c:pt>
                <c:pt idx="86072">
                  <c:v>-4</c:v>
                </c:pt>
                <c:pt idx="86073">
                  <c:v>2</c:v>
                </c:pt>
                <c:pt idx="86074">
                  <c:v>6</c:v>
                </c:pt>
                <c:pt idx="86075">
                  <c:v>6</c:v>
                </c:pt>
                <c:pt idx="86076">
                  <c:v>6</c:v>
                </c:pt>
                <c:pt idx="86077">
                  <c:v>7</c:v>
                </c:pt>
                <c:pt idx="86078">
                  <c:v>5</c:v>
                </c:pt>
                <c:pt idx="86079">
                  <c:v>6</c:v>
                </c:pt>
                <c:pt idx="86080">
                  <c:v>6</c:v>
                </c:pt>
                <c:pt idx="86081">
                  <c:v>4</c:v>
                </c:pt>
                <c:pt idx="86082">
                  <c:v>1</c:v>
                </c:pt>
                <c:pt idx="86083">
                  <c:v>3</c:v>
                </c:pt>
                <c:pt idx="86084">
                  <c:v>2</c:v>
                </c:pt>
                <c:pt idx="86085">
                  <c:v>3</c:v>
                </c:pt>
                <c:pt idx="86086">
                  <c:v>2</c:v>
                </c:pt>
                <c:pt idx="86087">
                  <c:v>5</c:v>
                </c:pt>
                <c:pt idx="86088">
                  <c:v>4</c:v>
                </c:pt>
                <c:pt idx="86089">
                  <c:v>4</c:v>
                </c:pt>
                <c:pt idx="86090">
                  <c:v>3</c:v>
                </c:pt>
                <c:pt idx="86091">
                  <c:v>3</c:v>
                </c:pt>
                <c:pt idx="86092">
                  <c:v>3</c:v>
                </c:pt>
                <c:pt idx="86093">
                  <c:v>4</c:v>
                </c:pt>
                <c:pt idx="86094">
                  <c:v>2</c:v>
                </c:pt>
                <c:pt idx="86095">
                  <c:v>5</c:v>
                </c:pt>
                <c:pt idx="86096">
                  <c:v>4</c:v>
                </c:pt>
                <c:pt idx="86097">
                  <c:v>5</c:v>
                </c:pt>
                <c:pt idx="86098">
                  <c:v>5</c:v>
                </c:pt>
                <c:pt idx="86099">
                  <c:v>1</c:v>
                </c:pt>
                <c:pt idx="86100">
                  <c:v>1</c:v>
                </c:pt>
                <c:pt idx="86101">
                  <c:v>1</c:v>
                </c:pt>
                <c:pt idx="86102">
                  <c:v>2</c:v>
                </c:pt>
                <c:pt idx="86103">
                  <c:v>2</c:v>
                </c:pt>
                <c:pt idx="86104">
                  <c:v>3</c:v>
                </c:pt>
                <c:pt idx="86105">
                  <c:v>2</c:v>
                </c:pt>
                <c:pt idx="86106">
                  <c:v>3</c:v>
                </c:pt>
                <c:pt idx="86107">
                  <c:v>4</c:v>
                </c:pt>
                <c:pt idx="86108">
                  <c:v>4</c:v>
                </c:pt>
                <c:pt idx="86109">
                  <c:v>3</c:v>
                </c:pt>
                <c:pt idx="86110">
                  <c:v>1</c:v>
                </c:pt>
                <c:pt idx="86111">
                  <c:v>1</c:v>
                </c:pt>
                <c:pt idx="86112">
                  <c:v>2</c:v>
                </c:pt>
                <c:pt idx="86113">
                  <c:v>5</c:v>
                </c:pt>
                <c:pt idx="86114">
                  <c:v>5</c:v>
                </c:pt>
                <c:pt idx="86115">
                  <c:v>4</c:v>
                </c:pt>
                <c:pt idx="86116">
                  <c:v>2</c:v>
                </c:pt>
                <c:pt idx="86117">
                  <c:v>2</c:v>
                </c:pt>
                <c:pt idx="86118">
                  <c:v>6</c:v>
                </c:pt>
                <c:pt idx="86119">
                  <c:v>4</c:v>
                </c:pt>
                <c:pt idx="86120">
                  <c:v>6</c:v>
                </c:pt>
                <c:pt idx="86121">
                  <c:v>5</c:v>
                </c:pt>
                <c:pt idx="86122">
                  <c:v>5</c:v>
                </c:pt>
                <c:pt idx="86123">
                  <c:v>4</c:v>
                </c:pt>
                <c:pt idx="86124">
                  <c:v>4</c:v>
                </c:pt>
                <c:pt idx="86125">
                  <c:v>4</c:v>
                </c:pt>
                <c:pt idx="86126">
                  <c:v>4</c:v>
                </c:pt>
                <c:pt idx="86127">
                  <c:v>3</c:v>
                </c:pt>
                <c:pt idx="86128">
                  <c:v>8</c:v>
                </c:pt>
                <c:pt idx="86129">
                  <c:v>8</c:v>
                </c:pt>
                <c:pt idx="86130">
                  <c:v>4</c:v>
                </c:pt>
                <c:pt idx="86131">
                  <c:v>3</c:v>
                </c:pt>
                <c:pt idx="86132">
                  <c:v>2</c:v>
                </c:pt>
                <c:pt idx="86133">
                  <c:v>5</c:v>
                </c:pt>
                <c:pt idx="86134">
                  <c:v>3</c:v>
                </c:pt>
                <c:pt idx="86135">
                  <c:v>1</c:v>
                </c:pt>
                <c:pt idx="86136">
                  <c:v>3</c:v>
                </c:pt>
                <c:pt idx="86137">
                  <c:v>3</c:v>
                </c:pt>
                <c:pt idx="86138">
                  <c:v>2</c:v>
                </c:pt>
                <c:pt idx="86139">
                  <c:v>1</c:v>
                </c:pt>
                <c:pt idx="86140">
                  <c:v>2</c:v>
                </c:pt>
                <c:pt idx="86141">
                  <c:v>6</c:v>
                </c:pt>
                <c:pt idx="86142">
                  <c:v>3</c:v>
                </c:pt>
                <c:pt idx="86143">
                  <c:v>10</c:v>
                </c:pt>
                <c:pt idx="86144">
                  <c:v>6</c:v>
                </c:pt>
                <c:pt idx="86145">
                  <c:v>6</c:v>
                </c:pt>
                <c:pt idx="86146">
                  <c:v>5</c:v>
                </c:pt>
                <c:pt idx="86147">
                  <c:v>5</c:v>
                </c:pt>
                <c:pt idx="86148">
                  <c:v>5</c:v>
                </c:pt>
                <c:pt idx="86149">
                  <c:v>1</c:v>
                </c:pt>
                <c:pt idx="86150">
                  <c:v>1</c:v>
                </c:pt>
                <c:pt idx="86151">
                  <c:v>1</c:v>
                </c:pt>
                <c:pt idx="86152">
                  <c:v>2</c:v>
                </c:pt>
                <c:pt idx="86153">
                  <c:v>3</c:v>
                </c:pt>
                <c:pt idx="86154">
                  <c:v>1</c:v>
                </c:pt>
                <c:pt idx="86155">
                  <c:v>3</c:v>
                </c:pt>
                <c:pt idx="86156">
                  <c:v>2</c:v>
                </c:pt>
                <c:pt idx="86157">
                  <c:v>2</c:v>
                </c:pt>
                <c:pt idx="86158">
                  <c:v>4</c:v>
                </c:pt>
                <c:pt idx="86159">
                  <c:v>3</c:v>
                </c:pt>
                <c:pt idx="86160">
                  <c:v>12</c:v>
                </c:pt>
                <c:pt idx="86161">
                  <c:v>3</c:v>
                </c:pt>
                <c:pt idx="86162">
                  <c:v>4</c:v>
                </c:pt>
                <c:pt idx="86163">
                  <c:v>2</c:v>
                </c:pt>
                <c:pt idx="86164">
                  <c:v>4</c:v>
                </c:pt>
                <c:pt idx="86165">
                  <c:v>4</c:v>
                </c:pt>
                <c:pt idx="86166">
                  <c:v>1</c:v>
                </c:pt>
                <c:pt idx="86167">
                  <c:v>4</c:v>
                </c:pt>
                <c:pt idx="86168">
                  <c:v>4</c:v>
                </c:pt>
                <c:pt idx="86169">
                  <c:v>4</c:v>
                </c:pt>
                <c:pt idx="86170">
                  <c:v>5</c:v>
                </c:pt>
                <c:pt idx="86171">
                  <c:v>3</c:v>
                </c:pt>
                <c:pt idx="86172">
                  <c:v>4</c:v>
                </c:pt>
                <c:pt idx="86173">
                  <c:v>1</c:v>
                </c:pt>
                <c:pt idx="86174">
                  <c:v>2</c:v>
                </c:pt>
                <c:pt idx="86175">
                  <c:v>3</c:v>
                </c:pt>
                <c:pt idx="86176">
                  <c:v>2</c:v>
                </c:pt>
                <c:pt idx="86177">
                  <c:v>1</c:v>
                </c:pt>
                <c:pt idx="86178">
                  <c:v>2</c:v>
                </c:pt>
                <c:pt idx="86179">
                  <c:v>2</c:v>
                </c:pt>
                <c:pt idx="86180">
                  <c:v>1</c:v>
                </c:pt>
                <c:pt idx="86181">
                  <c:v>1</c:v>
                </c:pt>
                <c:pt idx="86182">
                  <c:v>1</c:v>
                </c:pt>
                <c:pt idx="86183">
                  <c:v>2</c:v>
                </c:pt>
                <c:pt idx="86184">
                  <c:v>1</c:v>
                </c:pt>
                <c:pt idx="86185">
                  <c:v>1</c:v>
                </c:pt>
                <c:pt idx="86186">
                  <c:v>1</c:v>
                </c:pt>
                <c:pt idx="86187">
                  <c:v>1</c:v>
                </c:pt>
                <c:pt idx="86188">
                  <c:v>1</c:v>
                </c:pt>
                <c:pt idx="86189">
                  <c:v>1</c:v>
                </c:pt>
                <c:pt idx="86190">
                  <c:v>1</c:v>
                </c:pt>
                <c:pt idx="86191">
                  <c:v>2</c:v>
                </c:pt>
                <c:pt idx="86192">
                  <c:v>2</c:v>
                </c:pt>
                <c:pt idx="86193">
                  <c:v>1</c:v>
                </c:pt>
                <c:pt idx="86194">
                  <c:v>1</c:v>
                </c:pt>
                <c:pt idx="86195">
                  <c:v>1</c:v>
                </c:pt>
                <c:pt idx="86196">
                  <c:v>2</c:v>
                </c:pt>
                <c:pt idx="86197">
                  <c:v>2</c:v>
                </c:pt>
                <c:pt idx="86198">
                  <c:v>2</c:v>
                </c:pt>
                <c:pt idx="86199">
                  <c:v>1</c:v>
                </c:pt>
                <c:pt idx="86200">
                  <c:v>2</c:v>
                </c:pt>
                <c:pt idx="86201">
                  <c:v>2</c:v>
                </c:pt>
                <c:pt idx="86202">
                  <c:v>3</c:v>
                </c:pt>
                <c:pt idx="86203">
                  <c:v>2</c:v>
                </c:pt>
                <c:pt idx="86204">
                  <c:v>6</c:v>
                </c:pt>
                <c:pt idx="86205">
                  <c:v>4</c:v>
                </c:pt>
                <c:pt idx="86206">
                  <c:v>1</c:v>
                </c:pt>
                <c:pt idx="86207">
                  <c:v>2</c:v>
                </c:pt>
                <c:pt idx="86208">
                  <c:v>2</c:v>
                </c:pt>
                <c:pt idx="86209">
                  <c:v>2</c:v>
                </c:pt>
                <c:pt idx="86210">
                  <c:v>2</c:v>
                </c:pt>
                <c:pt idx="86211">
                  <c:v>2</c:v>
                </c:pt>
                <c:pt idx="86212">
                  <c:v>2</c:v>
                </c:pt>
                <c:pt idx="86213">
                  <c:v>2</c:v>
                </c:pt>
                <c:pt idx="86214">
                  <c:v>3</c:v>
                </c:pt>
                <c:pt idx="86215">
                  <c:v>6</c:v>
                </c:pt>
                <c:pt idx="86216">
                  <c:v>1</c:v>
                </c:pt>
                <c:pt idx="86217">
                  <c:v>4</c:v>
                </c:pt>
                <c:pt idx="86218">
                  <c:v>1</c:v>
                </c:pt>
                <c:pt idx="86219">
                  <c:v>2</c:v>
                </c:pt>
                <c:pt idx="86220">
                  <c:v>6</c:v>
                </c:pt>
                <c:pt idx="86221">
                  <c:v>4</c:v>
                </c:pt>
                <c:pt idx="86222">
                  <c:v>3</c:v>
                </c:pt>
                <c:pt idx="86223">
                  <c:v>3</c:v>
                </c:pt>
                <c:pt idx="86224">
                  <c:v>3</c:v>
                </c:pt>
                <c:pt idx="86225">
                  <c:v>1</c:v>
                </c:pt>
                <c:pt idx="86226">
                  <c:v>3</c:v>
                </c:pt>
                <c:pt idx="86227">
                  <c:v>4</c:v>
                </c:pt>
                <c:pt idx="86228">
                  <c:v>5</c:v>
                </c:pt>
                <c:pt idx="86229">
                  <c:v>3</c:v>
                </c:pt>
                <c:pt idx="86230">
                  <c:v>3</c:v>
                </c:pt>
                <c:pt idx="86231">
                  <c:v>2</c:v>
                </c:pt>
                <c:pt idx="86232">
                  <c:v>5</c:v>
                </c:pt>
                <c:pt idx="86233">
                  <c:v>4</c:v>
                </c:pt>
                <c:pt idx="86234">
                  <c:v>4</c:v>
                </c:pt>
                <c:pt idx="86235">
                  <c:v>5</c:v>
                </c:pt>
                <c:pt idx="86236">
                  <c:v>1</c:v>
                </c:pt>
                <c:pt idx="86237">
                  <c:v>2</c:v>
                </c:pt>
                <c:pt idx="86238">
                  <c:v>2</c:v>
                </c:pt>
                <c:pt idx="86239">
                  <c:v>2</c:v>
                </c:pt>
                <c:pt idx="86240">
                  <c:v>1</c:v>
                </c:pt>
                <c:pt idx="86241">
                  <c:v>2</c:v>
                </c:pt>
                <c:pt idx="86242">
                  <c:v>4</c:v>
                </c:pt>
                <c:pt idx="86243">
                  <c:v>2</c:v>
                </c:pt>
                <c:pt idx="86244">
                  <c:v>3</c:v>
                </c:pt>
                <c:pt idx="86245">
                  <c:v>1</c:v>
                </c:pt>
                <c:pt idx="86246">
                  <c:v>3</c:v>
                </c:pt>
                <c:pt idx="86247">
                  <c:v>1</c:v>
                </c:pt>
                <c:pt idx="86248">
                  <c:v>1</c:v>
                </c:pt>
                <c:pt idx="86249">
                  <c:v>2</c:v>
                </c:pt>
                <c:pt idx="86250">
                  <c:v>2</c:v>
                </c:pt>
                <c:pt idx="86251">
                  <c:v>2</c:v>
                </c:pt>
                <c:pt idx="86252">
                  <c:v>1</c:v>
                </c:pt>
                <c:pt idx="86253">
                  <c:v>2</c:v>
                </c:pt>
                <c:pt idx="86254">
                  <c:v>1</c:v>
                </c:pt>
                <c:pt idx="86255">
                  <c:v>1</c:v>
                </c:pt>
                <c:pt idx="86256">
                  <c:v>1</c:v>
                </c:pt>
                <c:pt idx="86257">
                  <c:v>2</c:v>
                </c:pt>
                <c:pt idx="86258">
                  <c:v>2</c:v>
                </c:pt>
                <c:pt idx="86259">
                  <c:v>1</c:v>
                </c:pt>
                <c:pt idx="86260">
                  <c:v>3</c:v>
                </c:pt>
                <c:pt idx="86261">
                  <c:v>2</c:v>
                </c:pt>
                <c:pt idx="86262">
                  <c:v>1</c:v>
                </c:pt>
                <c:pt idx="86263">
                  <c:v>1</c:v>
                </c:pt>
                <c:pt idx="86264">
                  <c:v>2</c:v>
                </c:pt>
                <c:pt idx="86265">
                  <c:v>1</c:v>
                </c:pt>
                <c:pt idx="86266">
                  <c:v>1</c:v>
                </c:pt>
                <c:pt idx="86267">
                  <c:v>4</c:v>
                </c:pt>
                <c:pt idx="86268">
                  <c:v>1</c:v>
                </c:pt>
                <c:pt idx="86269">
                  <c:v>1</c:v>
                </c:pt>
                <c:pt idx="86270">
                  <c:v>5</c:v>
                </c:pt>
                <c:pt idx="86271">
                  <c:v>4</c:v>
                </c:pt>
                <c:pt idx="86272">
                  <c:v>5</c:v>
                </c:pt>
                <c:pt idx="86273">
                  <c:v>2</c:v>
                </c:pt>
                <c:pt idx="86274">
                  <c:v>4</c:v>
                </c:pt>
                <c:pt idx="86275">
                  <c:v>4</c:v>
                </c:pt>
                <c:pt idx="86276">
                  <c:v>1</c:v>
                </c:pt>
                <c:pt idx="86277">
                  <c:v>1</c:v>
                </c:pt>
                <c:pt idx="86278">
                  <c:v>1</c:v>
                </c:pt>
                <c:pt idx="86279">
                  <c:v>-1</c:v>
                </c:pt>
                <c:pt idx="86280">
                  <c:v>2</c:v>
                </c:pt>
                <c:pt idx="86281">
                  <c:v>3</c:v>
                </c:pt>
                <c:pt idx="86282">
                  <c:v>4</c:v>
                </c:pt>
                <c:pt idx="86283">
                  <c:v>4</c:v>
                </c:pt>
                <c:pt idx="86284">
                  <c:v>5</c:v>
                </c:pt>
                <c:pt idx="86285">
                  <c:v>6</c:v>
                </c:pt>
                <c:pt idx="86286">
                  <c:v>5</c:v>
                </c:pt>
                <c:pt idx="86287">
                  <c:v>6</c:v>
                </c:pt>
                <c:pt idx="86288">
                  <c:v>2</c:v>
                </c:pt>
                <c:pt idx="86289">
                  <c:v>2</c:v>
                </c:pt>
                <c:pt idx="86290">
                  <c:v>1</c:v>
                </c:pt>
                <c:pt idx="86291">
                  <c:v>3</c:v>
                </c:pt>
                <c:pt idx="86292">
                  <c:v>2</c:v>
                </c:pt>
                <c:pt idx="86293">
                  <c:v>2</c:v>
                </c:pt>
                <c:pt idx="86294">
                  <c:v>1</c:v>
                </c:pt>
                <c:pt idx="86295">
                  <c:v>1</c:v>
                </c:pt>
                <c:pt idx="86296">
                  <c:v>8</c:v>
                </c:pt>
                <c:pt idx="86297">
                  <c:v>2</c:v>
                </c:pt>
                <c:pt idx="86298">
                  <c:v>2</c:v>
                </c:pt>
                <c:pt idx="86299">
                  <c:v>8</c:v>
                </c:pt>
                <c:pt idx="86300">
                  <c:v>5</c:v>
                </c:pt>
                <c:pt idx="86301">
                  <c:v>4</c:v>
                </c:pt>
                <c:pt idx="86302">
                  <c:v>4</c:v>
                </c:pt>
                <c:pt idx="86303">
                  <c:v>4</c:v>
                </c:pt>
                <c:pt idx="86304">
                  <c:v>3</c:v>
                </c:pt>
                <c:pt idx="86305">
                  <c:v>1</c:v>
                </c:pt>
                <c:pt idx="86306">
                  <c:v>1</c:v>
                </c:pt>
                <c:pt idx="86307">
                  <c:v>1</c:v>
                </c:pt>
                <c:pt idx="86308">
                  <c:v>1</c:v>
                </c:pt>
                <c:pt idx="86309">
                  <c:v>2</c:v>
                </c:pt>
                <c:pt idx="86310">
                  <c:v>3</c:v>
                </c:pt>
                <c:pt idx="86311">
                  <c:v>2</c:v>
                </c:pt>
                <c:pt idx="86312">
                  <c:v>2</c:v>
                </c:pt>
                <c:pt idx="86313">
                  <c:v>1</c:v>
                </c:pt>
                <c:pt idx="86314">
                  <c:v>1</c:v>
                </c:pt>
                <c:pt idx="86315">
                  <c:v>2</c:v>
                </c:pt>
                <c:pt idx="86316">
                  <c:v>1</c:v>
                </c:pt>
                <c:pt idx="86317">
                  <c:v>1</c:v>
                </c:pt>
                <c:pt idx="86318">
                  <c:v>1</c:v>
                </c:pt>
                <c:pt idx="86319">
                  <c:v>2</c:v>
                </c:pt>
                <c:pt idx="86320">
                  <c:v>2</c:v>
                </c:pt>
                <c:pt idx="86321">
                  <c:v>1</c:v>
                </c:pt>
                <c:pt idx="86322">
                  <c:v>2</c:v>
                </c:pt>
                <c:pt idx="86323">
                  <c:v>2</c:v>
                </c:pt>
                <c:pt idx="86324">
                  <c:v>3</c:v>
                </c:pt>
                <c:pt idx="86325">
                  <c:v>1</c:v>
                </c:pt>
                <c:pt idx="86326">
                  <c:v>1</c:v>
                </c:pt>
                <c:pt idx="86327">
                  <c:v>3</c:v>
                </c:pt>
                <c:pt idx="86328">
                  <c:v>1</c:v>
                </c:pt>
                <c:pt idx="86329">
                  <c:v>1</c:v>
                </c:pt>
                <c:pt idx="86330">
                  <c:v>4</c:v>
                </c:pt>
                <c:pt idx="86331">
                  <c:v>2</c:v>
                </c:pt>
                <c:pt idx="86332">
                  <c:v>3</c:v>
                </c:pt>
                <c:pt idx="86333">
                  <c:v>4</c:v>
                </c:pt>
                <c:pt idx="86334">
                  <c:v>1</c:v>
                </c:pt>
                <c:pt idx="86335">
                  <c:v>0</c:v>
                </c:pt>
                <c:pt idx="86336">
                  <c:v>1</c:v>
                </c:pt>
                <c:pt idx="86337">
                  <c:v>2</c:v>
                </c:pt>
                <c:pt idx="86338">
                  <c:v>2</c:v>
                </c:pt>
                <c:pt idx="86339">
                  <c:v>2</c:v>
                </c:pt>
                <c:pt idx="86340">
                  <c:v>-2</c:v>
                </c:pt>
                <c:pt idx="86341">
                  <c:v>0</c:v>
                </c:pt>
                <c:pt idx="86342">
                  <c:v>3</c:v>
                </c:pt>
                <c:pt idx="86343">
                  <c:v>2</c:v>
                </c:pt>
                <c:pt idx="86344">
                  <c:v>2</c:v>
                </c:pt>
                <c:pt idx="86345">
                  <c:v>3</c:v>
                </c:pt>
                <c:pt idx="86346">
                  <c:v>1</c:v>
                </c:pt>
                <c:pt idx="86347">
                  <c:v>2</c:v>
                </c:pt>
                <c:pt idx="86348">
                  <c:v>1</c:v>
                </c:pt>
                <c:pt idx="86349">
                  <c:v>5</c:v>
                </c:pt>
                <c:pt idx="86350">
                  <c:v>5</c:v>
                </c:pt>
                <c:pt idx="86351">
                  <c:v>4</c:v>
                </c:pt>
                <c:pt idx="86352">
                  <c:v>4</c:v>
                </c:pt>
                <c:pt idx="86353">
                  <c:v>3</c:v>
                </c:pt>
                <c:pt idx="86354">
                  <c:v>2</c:v>
                </c:pt>
                <c:pt idx="86355">
                  <c:v>3</c:v>
                </c:pt>
                <c:pt idx="86356">
                  <c:v>3</c:v>
                </c:pt>
                <c:pt idx="86357">
                  <c:v>2</c:v>
                </c:pt>
                <c:pt idx="86358">
                  <c:v>3</c:v>
                </c:pt>
                <c:pt idx="86359">
                  <c:v>10</c:v>
                </c:pt>
                <c:pt idx="86360">
                  <c:v>11</c:v>
                </c:pt>
                <c:pt idx="86361">
                  <c:v>6</c:v>
                </c:pt>
                <c:pt idx="86362">
                  <c:v>10</c:v>
                </c:pt>
                <c:pt idx="86363">
                  <c:v>5</c:v>
                </c:pt>
                <c:pt idx="86364">
                  <c:v>2</c:v>
                </c:pt>
                <c:pt idx="86365">
                  <c:v>2</c:v>
                </c:pt>
                <c:pt idx="86366">
                  <c:v>2</c:v>
                </c:pt>
                <c:pt idx="86367">
                  <c:v>2</c:v>
                </c:pt>
                <c:pt idx="86368">
                  <c:v>4</c:v>
                </c:pt>
                <c:pt idx="86369">
                  <c:v>2</c:v>
                </c:pt>
                <c:pt idx="86370">
                  <c:v>7</c:v>
                </c:pt>
                <c:pt idx="86371">
                  <c:v>3</c:v>
                </c:pt>
                <c:pt idx="86372">
                  <c:v>2</c:v>
                </c:pt>
                <c:pt idx="86373">
                  <c:v>8</c:v>
                </c:pt>
                <c:pt idx="86374">
                  <c:v>2</c:v>
                </c:pt>
                <c:pt idx="86375">
                  <c:v>3</c:v>
                </c:pt>
                <c:pt idx="86376">
                  <c:v>8</c:v>
                </c:pt>
                <c:pt idx="86377">
                  <c:v>3</c:v>
                </c:pt>
                <c:pt idx="86378">
                  <c:v>3</c:v>
                </c:pt>
                <c:pt idx="86379">
                  <c:v>4</c:v>
                </c:pt>
                <c:pt idx="86380">
                  <c:v>3</c:v>
                </c:pt>
                <c:pt idx="86381">
                  <c:v>3</c:v>
                </c:pt>
                <c:pt idx="86382">
                  <c:v>3</c:v>
                </c:pt>
                <c:pt idx="86383">
                  <c:v>3</c:v>
                </c:pt>
                <c:pt idx="86384">
                  <c:v>5</c:v>
                </c:pt>
                <c:pt idx="86385">
                  <c:v>2</c:v>
                </c:pt>
                <c:pt idx="86386">
                  <c:v>7</c:v>
                </c:pt>
                <c:pt idx="86387">
                  <c:v>3</c:v>
                </c:pt>
                <c:pt idx="86388">
                  <c:v>4</c:v>
                </c:pt>
                <c:pt idx="86389">
                  <c:v>6</c:v>
                </c:pt>
                <c:pt idx="86390">
                  <c:v>6</c:v>
                </c:pt>
                <c:pt idx="86391">
                  <c:v>4</c:v>
                </c:pt>
                <c:pt idx="86392">
                  <c:v>2</c:v>
                </c:pt>
                <c:pt idx="86393">
                  <c:v>4</c:v>
                </c:pt>
                <c:pt idx="86394">
                  <c:v>3</c:v>
                </c:pt>
                <c:pt idx="86395">
                  <c:v>5</c:v>
                </c:pt>
                <c:pt idx="86396">
                  <c:v>4</c:v>
                </c:pt>
                <c:pt idx="86397">
                  <c:v>2</c:v>
                </c:pt>
                <c:pt idx="86398">
                  <c:v>2</c:v>
                </c:pt>
                <c:pt idx="86399">
                  <c:v>4</c:v>
                </c:pt>
                <c:pt idx="86400">
                  <c:v>1</c:v>
                </c:pt>
                <c:pt idx="86401">
                  <c:v>1</c:v>
                </c:pt>
                <c:pt idx="86402">
                  <c:v>1</c:v>
                </c:pt>
                <c:pt idx="86403">
                  <c:v>1</c:v>
                </c:pt>
                <c:pt idx="86404">
                  <c:v>1</c:v>
                </c:pt>
                <c:pt idx="86405">
                  <c:v>1</c:v>
                </c:pt>
                <c:pt idx="86406">
                  <c:v>1</c:v>
                </c:pt>
                <c:pt idx="86407">
                  <c:v>2</c:v>
                </c:pt>
                <c:pt idx="86408">
                  <c:v>1</c:v>
                </c:pt>
                <c:pt idx="86409">
                  <c:v>2</c:v>
                </c:pt>
                <c:pt idx="86410">
                  <c:v>2</c:v>
                </c:pt>
                <c:pt idx="86411">
                  <c:v>1</c:v>
                </c:pt>
                <c:pt idx="86412">
                  <c:v>1</c:v>
                </c:pt>
                <c:pt idx="86413">
                  <c:v>1</c:v>
                </c:pt>
                <c:pt idx="86414">
                  <c:v>1</c:v>
                </c:pt>
                <c:pt idx="86415">
                  <c:v>2</c:v>
                </c:pt>
                <c:pt idx="86416">
                  <c:v>3</c:v>
                </c:pt>
                <c:pt idx="86417">
                  <c:v>3</c:v>
                </c:pt>
                <c:pt idx="86418">
                  <c:v>4</c:v>
                </c:pt>
                <c:pt idx="86419">
                  <c:v>4</c:v>
                </c:pt>
                <c:pt idx="86420">
                  <c:v>3</c:v>
                </c:pt>
                <c:pt idx="86421">
                  <c:v>3</c:v>
                </c:pt>
                <c:pt idx="86422">
                  <c:v>3</c:v>
                </c:pt>
                <c:pt idx="86423">
                  <c:v>4</c:v>
                </c:pt>
                <c:pt idx="86424">
                  <c:v>4</c:v>
                </c:pt>
                <c:pt idx="86425">
                  <c:v>4</c:v>
                </c:pt>
                <c:pt idx="86426">
                  <c:v>4</c:v>
                </c:pt>
                <c:pt idx="86427">
                  <c:v>3</c:v>
                </c:pt>
                <c:pt idx="86428">
                  <c:v>5</c:v>
                </c:pt>
                <c:pt idx="86429">
                  <c:v>4</c:v>
                </c:pt>
                <c:pt idx="86430">
                  <c:v>4</c:v>
                </c:pt>
                <c:pt idx="86431">
                  <c:v>3</c:v>
                </c:pt>
                <c:pt idx="86432">
                  <c:v>3</c:v>
                </c:pt>
                <c:pt idx="86433">
                  <c:v>2</c:v>
                </c:pt>
                <c:pt idx="86434">
                  <c:v>2</c:v>
                </c:pt>
                <c:pt idx="86435">
                  <c:v>1</c:v>
                </c:pt>
                <c:pt idx="86436">
                  <c:v>1</c:v>
                </c:pt>
                <c:pt idx="86437">
                  <c:v>4</c:v>
                </c:pt>
                <c:pt idx="86438">
                  <c:v>1</c:v>
                </c:pt>
                <c:pt idx="86439">
                  <c:v>4</c:v>
                </c:pt>
                <c:pt idx="86440">
                  <c:v>2</c:v>
                </c:pt>
                <c:pt idx="86441">
                  <c:v>3</c:v>
                </c:pt>
                <c:pt idx="86442">
                  <c:v>2</c:v>
                </c:pt>
                <c:pt idx="86443">
                  <c:v>2</c:v>
                </c:pt>
                <c:pt idx="86444">
                  <c:v>2</c:v>
                </c:pt>
                <c:pt idx="86445">
                  <c:v>2</c:v>
                </c:pt>
                <c:pt idx="86446">
                  <c:v>3</c:v>
                </c:pt>
                <c:pt idx="86447">
                  <c:v>1</c:v>
                </c:pt>
                <c:pt idx="86448">
                  <c:v>1</c:v>
                </c:pt>
                <c:pt idx="86449">
                  <c:v>3</c:v>
                </c:pt>
                <c:pt idx="86450">
                  <c:v>1</c:v>
                </c:pt>
                <c:pt idx="86451">
                  <c:v>2</c:v>
                </c:pt>
                <c:pt idx="86452">
                  <c:v>1</c:v>
                </c:pt>
                <c:pt idx="86453">
                  <c:v>3</c:v>
                </c:pt>
                <c:pt idx="86454">
                  <c:v>1</c:v>
                </c:pt>
                <c:pt idx="86455">
                  <c:v>2</c:v>
                </c:pt>
                <c:pt idx="86456">
                  <c:v>1</c:v>
                </c:pt>
                <c:pt idx="86457">
                  <c:v>2</c:v>
                </c:pt>
                <c:pt idx="86458">
                  <c:v>4</c:v>
                </c:pt>
                <c:pt idx="86459">
                  <c:v>5</c:v>
                </c:pt>
                <c:pt idx="86460">
                  <c:v>5</c:v>
                </c:pt>
                <c:pt idx="86461">
                  <c:v>8</c:v>
                </c:pt>
                <c:pt idx="86462">
                  <c:v>5</c:v>
                </c:pt>
                <c:pt idx="86463">
                  <c:v>5</c:v>
                </c:pt>
                <c:pt idx="86464">
                  <c:v>5</c:v>
                </c:pt>
                <c:pt idx="86465">
                  <c:v>5</c:v>
                </c:pt>
                <c:pt idx="86466">
                  <c:v>3</c:v>
                </c:pt>
                <c:pt idx="86467">
                  <c:v>2</c:v>
                </c:pt>
                <c:pt idx="86468">
                  <c:v>5</c:v>
                </c:pt>
                <c:pt idx="86469">
                  <c:v>2</c:v>
                </c:pt>
                <c:pt idx="86470">
                  <c:v>2</c:v>
                </c:pt>
                <c:pt idx="86471">
                  <c:v>2</c:v>
                </c:pt>
                <c:pt idx="86472">
                  <c:v>2</c:v>
                </c:pt>
                <c:pt idx="86473">
                  <c:v>4</c:v>
                </c:pt>
                <c:pt idx="86474">
                  <c:v>2</c:v>
                </c:pt>
                <c:pt idx="86475">
                  <c:v>2</c:v>
                </c:pt>
                <c:pt idx="86476">
                  <c:v>2</c:v>
                </c:pt>
                <c:pt idx="86477">
                  <c:v>5</c:v>
                </c:pt>
                <c:pt idx="86478">
                  <c:v>5</c:v>
                </c:pt>
                <c:pt idx="86479">
                  <c:v>8</c:v>
                </c:pt>
                <c:pt idx="86480">
                  <c:v>5</c:v>
                </c:pt>
                <c:pt idx="86481">
                  <c:v>6</c:v>
                </c:pt>
                <c:pt idx="86482">
                  <c:v>4</c:v>
                </c:pt>
                <c:pt idx="86483">
                  <c:v>4</c:v>
                </c:pt>
                <c:pt idx="86484">
                  <c:v>4</c:v>
                </c:pt>
                <c:pt idx="86485">
                  <c:v>4</c:v>
                </c:pt>
                <c:pt idx="86486">
                  <c:v>2</c:v>
                </c:pt>
                <c:pt idx="86487">
                  <c:v>2</c:v>
                </c:pt>
                <c:pt idx="86488">
                  <c:v>6</c:v>
                </c:pt>
                <c:pt idx="86489">
                  <c:v>4</c:v>
                </c:pt>
                <c:pt idx="86490">
                  <c:v>4</c:v>
                </c:pt>
                <c:pt idx="86491">
                  <c:v>2</c:v>
                </c:pt>
                <c:pt idx="86492">
                  <c:v>1</c:v>
                </c:pt>
                <c:pt idx="86493">
                  <c:v>2</c:v>
                </c:pt>
                <c:pt idx="86494">
                  <c:v>1</c:v>
                </c:pt>
                <c:pt idx="86495">
                  <c:v>1</c:v>
                </c:pt>
                <c:pt idx="86496">
                  <c:v>1</c:v>
                </c:pt>
                <c:pt idx="86497">
                  <c:v>1</c:v>
                </c:pt>
                <c:pt idx="86498">
                  <c:v>2</c:v>
                </c:pt>
                <c:pt idx="86499">
                  <c:v>1</c:v>
                </c:pt>
                <c:pt idx="86500">
                  <c:v>1</c:v>
                </c:pt>
                <c:pt idx="86501">
                  <c:v>1</c:v>
                </c:pt>
                <c:pt idx="86502">
                  <c:v>1</c:v>
                </c:pt>
                <c:pt idx="86503">
                  <c:v>2</c:v>
                </c:pt>
                <c:pt idx="86504">
                  <c:v>5</c:v>
                </c:pt>
                <c:pt idx="86505">
                  <c:v>5</c:v>
                </c:pt>
                <c:pt idx="86506">
                  <c:v>5</c:v>
                </c:pt>
                <c:pt idx="86507">
                  <c:v>4</c:v>
                </c:pt>
                <c:pt idx="86508">
                  <c:v>2</c:v>
                </c:pt>
                <c:pt idx="86509">
                  <c:v>5</c:v>
                </c:pt>
                <c:pt idx="86510">
                  <c:v>2</c:v>
                </c:pt>
                <c:pt idx="86511">
                  <c:v>4</c:v>
                </c:pt>
                <c:pt idx="86512">
                  <c:v>4</c:v>
                </c:pt>
                <c:pt idx="86513">
                  <c:v>2</c:v>
                </c:pt>
                <c:pt idx="86514">
                  <c:v>4</c:v>
                </c:pt>
                <c:pt idx="86515">
                  <c:v>2</c:v>
                </c:pt>
                <c:pt idx="86516">
                  <c:v>4</c:v>
                </c:pt>
                <c:pt idx="86517">
                  <c:v>4</c:v>
                </c:pt>
                <c:pt idx="86518">
                  <c:v>1</c:v>
                </c:pt>
                <c:pt idx="86519">
                  <c:v>1</c:v>
                </c:pt>
                <c:pt idx="86520">
                  <c:v>2</c:v>
                </c:pt>
                <c:pt idx="86521">
                  <c:v>2</c:v>
                </c:pt>
                <c:pt idx="86522">
                  <c:v>3</c:v>
                </c:pt>
                <c:pt idx="86523">
                  <c:v>1</c:v>
                </c:pt>
                <c:pt idx="86524">
                  <c:v>2</c:v>
                </c:pt>
                <c:pt idx="86525">
                  <c:v>2</c:v>
                </c:pt>
                <c:pt idx="86526">
                  <c:v>1</c:v>
                </c:pt>
                <c:pt idx="86527">
                  <c:v>1</c:v>
                </c:pt>
                <c:pt idx="86528">
                  <c:v>3</c:v>
                </c:pt>
                <c:pt idx="86529">
                  <c:v>2</c:v>
                </c:pt>
                <c:pt idx="86530">
                  <c:v>3</c:v>
                </c:pt>
                <c:pt idx="86531">
                  <c:v>2</c:v>
                </c:pt>
                <c:pt idx="86532">
                  <c:v>2</c:v>
                </c:pt>
                <c:pt idx="86533">
                  <c:v>1</c:v>
                </c:pt>
                <c:pt idx="86534">
                  <c:v>5</c:v>
                </c:pt>
                <c:pt idx="86535">
                  <c:v>-1</c:v>
                </c:pt>
                <c:pt idx="86536">
                  <c:v>2</c:v>
                </c:pt>
                <c:pt idx="86537">
                  <c:v>4</c:v>
                </c:pt>
                <c:pt idx="86538">
                  <c:v>3</c:v>
                </c:pt>
                <c:pt idx="86539">
                  <c:v>0</c:v>
                </c:pt>
                <c:pt idx="86540">
                  <c:v>6</c:v>
                </c:pt>
                <c:pt idx="86541">
                  <c:v>6</c:v>
                </c:pt>
                <c:pt idx="86542">
                  <c:v>3</c:v>
                </c:pt>
                <c:pt idx="86543">
                  <c:v>6</c:v>
                </c:pt>
                <c:pt idx="86544">
                  <c:v>7</c:v>
                </c:pt>
                <c:pt idx="86545">
                  <c:v>2</c:v>
                </c:pt>
                <c:pt idx="86546">
                  <c:v>3</c:v>
                </c:pt>
                <c:pt idx="86547">
                  <c:v>2</c:v>
                </c:pt>
                <c:pt idx="86548">
                  <c:v>4</c:v>
                </c:pt>
                <c:pt idx="86549">
                  <c:v>2</c:v>
                </c:pt>
                <c:pt idx="86550">
                  <c:v>1</c:v>
                </c:pt>
                <c:pt idx="86551">
                  <c:v>1</c:v>
                </c:pt>
                <c:pt idx="86552">
                  <c:v>2</c:v>
                </c:pt>
                <c:pt idx="86553">
                  <c:v>2</c:v>
                </c:pt>
                <c:pt idx="86554">
                  <c:v>2</c:v>
                </c:pt>
                <c:pt idx="86555">
                  <c:v>3</c:v>
                </c:pt>
                <c:pt idx="86556">
                  <c:v>2</c:v>
                </c:pt>
                <c:pt idx="86557">
                  <c:v>2</c:v>
                </c:pt>
                <c:pt idx="86558">
                  <c:v>2</c:v>
                </c:pt>
                <c:pt idx="86559">
                  <c:v>3</c:v>
                </c:pt>
                <c:pt idx="86560">
                  <c:v>3</c:v>
                </c:pt>
                <c:pt idx="86561">
                  <c:v>1</c:v>
                </c:pt>
                <c:pt idx="86562">
                  <c:v>1</c:v>
                </c:pt>
                <c:pt idx="86563">
                  <c:v>2</c:v>
                </c:pt>
                <c:pt idx="86564">
                  <c:v>2</c:v>
                </c:pt>
                <c:pt idx="86565">
                  <c:v>2</c:v>
                </c:pt>
                <c:pt idx="86566">
                  <c:v>-2</c:v>
                </c:pt>
                <c:pt idx="86567">
                  <c:v>1</c:v>
                </c:pt>
                <c:pt idx="86568">
                  <c:v>2</c:v>
                </c:pt>
                <c:pt idx="86569">
                  <c:v>4</c:v>
                </c:pt>
                <c:pt idx="86570">
                  <c:v>2</c:v>
                </c:pt>
                <c:pt idx="86571">
                  <c:v>2</c:v>
                </c:pt>
                <c:pt idx="86572">
                  <c:v>2</c:v>
                </c:pt>
                <c:pt idx="86573">
                  <c:v>2</c:v>
                </c:pt>
                <c:pt idx="86574">
                  <c:v>2</c:v>
                </c:pt>
                <c:pt idx="86575">
                  <c:v>2</c:v>
                </c:pt>
                <c:pt idx="86576">
                  <c:v>4</c:v>
                </c:pt>
                <c:pt idx="86577">
                  <c:v>2</c:v>
                </c:pt>
                <c:pt idx="86578">
                  <c:v>2</c:v>
                </c:pt>
                <c:pt idx="86579">
                  <c:v>2</c:v>
                </c:pt>
                <c:pt idx="86580">
                  <c:v>3</c:v>
                </c:pt>
                <c:pt idx="86581">
                  <c:v>2</c:v>
                </c:pt>
                <c:pt idx="86582">
                  <c:v>4</c:v>
                </c:pt>
                <c:pt idx="86583">
                  <c:v>3</c:v>
                </c:pt>
                <c:pt idx="86584">
                  <c:v>1</c:v>
                </c:pt>
                <c:pt idx="86585">
                  <c:v>1</c:v>
                </c:pt>
                <c:pt idx="86586">
                  <c:v>4</c:v>
                </c:pt>
                <c:pt idx="86587">
                  <c:v>2</c:v>
                </c:pt>
                <c:pt idx="86588">
                  <c:v>3</c:v>
                </c:pt>
                <c:pt idx="86589">
                  <c:v>4</c:v>
                </c:pt>
                <c:pt idx="86590">
                  <c:v>2</c:v>
                </c:pt>
                <c:pt idx="86591">
                  <c:v>2</c:v>
                </c:pt>
                <c:pt idx="86592">
                  <c:v>1</c:v>
                </c:pt>
                <c:pt idx="86593">
                  <c:v>2</c:v>
                </c:pt>
                <c:pt idx="86594">
                  <c:v>2</c:v>
                </c:pt>
                <c:pt idx="86595">
                  <c:v>1</c:v>
                </c:pt>
                <c:pt idx="86596">
                  <c:v>2</c:v>
                </c:pt>
                <c:pt idx="86597">
                  <c:v>1</c:v>
                </c:pt>
                <c:pt idx="86598">
                  <c:v>1</c:v>
                </c:pt>
                <c:pt idx="86599">
                  <c:v>2</c:v>
                </c:pt>
                <c:pt idx="86600">
                  <c:v>2</c:v>
                </c:pt>
                <c:pt idx="86601">
                  <c:v>2</c:v>
                </c:pt>
                <c:pt idx="86602">
                  <c:v>4</c:v>
                </c:pt>
                <c:pt idx="86603">
                  <c:v>3</c:v>
                </c:pt>
                <c:pt idx="86604">
                  <c:v>5</c:v>
                </c:pt>
                <c:pt idx="86605">
                  <c:v>5</c:v>
                </c:pt>
                <c:pt idx="86606">
                  <c:v>5</c:v>
                </c:pt>
                <c:pt idx="86607">
                  <c:v>5</c:v>
                </c:pt>
                <c:pt idx="86608">
                  <c:v>5</c:v>
                </c:pt>
                <c:pt idx="86609">
                  <c:v>10</c:v>
                </c:pt>
                <c:pt idx="86610">
                  <c:v>10</c:v>
                </c:pt>
                <c:pt idx="86611">
                  <c:v>2</c:v>
                </c:pt>
                <c:pt idx="86612">
                  <c:v>2</c:v>
                </c:pt>
                <c:pt idx="86613">
                  <c:v>3</c:v>
                </c:pt>
                <c:pt idx="86614">
                  <c:v>3</c:v>
                </c:pt>
                <c:pt idx="86615">
                  <c:v>4</c:v>
                </c:pt>
                <c:pt idx="86616">
                  <c:v>2</c:v>
                </c:pt>
                <c:pt idx="86617">
                  <c:v>2</c:v>
                </c:pt>
                <c:pt idx="86618">
                  <c:v>2</c:v>
                </c:pt>
                <c:pt idx="86619">
                  <c:v>2</c:v>
                </c:pt>
                <c:pt idx="86620">
                  <c:v>3</c:v>
                </c:pt>
                <c:pt idx="86621">
                  <c:v>3</c:v>
                </c:pt>
                <c:pt idx="86622">
                  <c:v>3</c:v>
                </c:pt>
                <c:pt idx="86623">
                  <c:v>1</c:v>
                </c:pt>
                <c:pt idx="86624">
                  <c:v>2</c:v>
                </c:pt>
                <c:pt idx="86625">
                  <c:v>1</c:v>
                </c:pt>
                <c:pt idx="86626">
                  <c:v>2</c:v>
                </c:pt>
                <c:pt idx="86627">
                  <c:v>2</c:v>
                </c:pt>
                <c:pt idx="86628">
                  <c:v>2</c:v>
                </c:pt>
                <c:pt idx="86629">
                  <c:v>2</c:v>
                </c:pt>
                <c:pt idx="86630">
                  <c:v>1</c:v>
                </c:pt>
                <c:pt idx="86631">
                  <c:v>2</c:v>
                </c:pt>
                <c:pt idx="86632">
                  <c:v>1</c:v>
                </c:pt>
                <c:pt idx="86633">
                  <c:v>2</c:v>
                </c:pt>
                <c:pt idx="86634">
                  <c:v>2</c:v>
                </c:pt>
                <c:pt idx="86635">
                  <c:v>2</c:v>
                </c:pt>
                <c:pt idx="86636">
                  <c:v>1</c:v>
                </c:pt>
                <c:pt idx="86637">
                  <c:v>2</c:v>
                </c:pt>
                <c:pt idx="86638">
                  <c:v>2</c:v>
                </c:pt>
                <c:pt idx="86639">
                  <c:v>2</c:v>
                </c:pt>
                <c:pt idx="86640">
                  <c:v>2</c:v>
                </c:pt>
                <c:pt idx="86641">
                  <c:v>5</c:v>
                </c:pt>
                <c:pt idx="86642">
                  <c:v>3</c:v>
                </c:pt>
                <c:pt idx="86643">
                  <c:v>2</c:v>
                </c:pt>
                <c:pt idx="86644">
                  <c:v>2</c:v>
                </c:pt>
                <c:pt idx="86645">
                  <c:v>2</c:v>
                </c:pt>
                <c:pt idx="86646">
                  <c:v>7</c:v>
                </c:pt>
                <c:pt idx="86647">
                  <c:v>4</c:v>
                </c:pt>
                <c:pt idx="86648">
                  <c:v>4</c:v>
                </c:pt>
                <c:pt idx="86649">
                  <c:v>4</c:v>
                </c:pt>
                <c:pt idx="86650">
                  <c:v>4</c:v>
                </c:pt>
                <c:pt idx="86651">
                  <c:v>3</c:v>
                </c:pt>
                <c:pt idx="86652">
                  <c:v>4</c:v>
                </c:pt>
                <c:pt idx="86653">
                  <c:v>1</c:v>
                </c:pt>
                <c:pt idx="86654">
                  <c:v>2</c:v>
                </c:pt>
                <c:pt idx="86655">
                  <c:v>1</c:v>
                </c:pt>
                <c:pt idx="86656">
                  <c:v>1</c:v>
                </c:pt>
                <c:pt idx="86657">
                  <c:v>1</c:v>
                </c:pt>
                <c:pt idx="86658">
                  <c:v>2</c:v>
                </c:pt>
                <c:pt idx="86659">
                  <c:v>1</c:v>
                </c:pt>
                <c:pt idx="86660">
                  <c:v>1</c:v>
                </c:pt>
                <c:pt idx="86661">
                  <c:v>1</c:v>
                </c:pt>
                <c:pt idx="86662">
                  <c:v>1</c:v>
                </c:pt>
                <c:pt idx="86663">
                  <c:v>2</c:v>
                </c:pt>
                <c:pt idx="86664">
                  <c:v>2</c:v>
                </c:pt>
                <c:pt idx="86665">
                  <c:v>2</c:v>
                </c:pt>
                <c:pt idx="86666">
                  <c:v>2</c:v>
                </c:pt>
                <c:pt idx="86667">
                  <c:v>4</c:v>
                </c:pt>
                <c:pt idx="86668">
                  <c:v>2</c:v>
                </c:pt>
                <c:pt idx="86669">
                  <c:v>2</c:v>
                </c:pt>
                <c:pt idx="86670">
                  <c:v>3</c:v>
                </c:pt>
                <c:pt idx="86671">
                  <c:v>3</c:v>
                </c:pt>
                <c:pt idx="86672">
                  <c:v>3</c:v>
                </c:pt>
                <c:pt idx="86673">
                  <c:v>1</c:v>
                </c:pt>
                <c:pt idx="86674">
                  <c:v>2</c:v>
                </c:pt>
                <c:pt idx="86675">
                  <c:v>1</c:v>
                </c:pt>
                <c:pt idx="86676">
                  <c:v>2</c:v>
                </c:pt>
                <c:pt idx="86677">
                  <c:v>4</c:v>
                </c:pt>
                <c:pt idx="86678">
                  <c:v>2</c:v>
                </c:pt>
                <c:pt idx="86679">
                  <c:v>3</c:v>
                </c:pt>
                <c:pt idx="86680">
                  <c:v>2</c:v>
                </c:pt>
                <c:pt idx="86681">
                  <c:v>2</c:v>
                </c:pt>
                <c:pt idx="86682">
                  <c:v>3</c:v>
                </c:pt>
                <c:pt idx="86683">
                  <c:v>3</c:v>
                </c:pt>
                <c:pt idx="86684">
                  <c:v>3</c:v>
                </c:pt>
                <c:pt idx="86685">
                  <c:v>1</c:v>
                </c:pt>
                <c:pt idx="86686">
                  <c:v>3</c:v>
                </c:pt>
                <c:pt idx="86687">
                  <c:v>2</c:v>
                </c:pt>
                <c:pt idx="86688">
                  <c:v>4</c:v>
                </c:pt>
                <c:pt idx="86689">
                  <c:v>2</c:v>
                </c:pt>
                <c:pt idx="86690">
                  <c:v>1</c:v>
                </c:pt>
                <c:pt idx="86691">
                  <c:v>2</c:v>
                </c:pt>
                <c:pt idx="86692">
                  <c:v>1</c:v>
                </c:pt>
                <c:pt idx="86693">
                  <c:v>3</c:v>
                </c:pt>
                <c:pt idx="86694">
                  <c:v>5</c:v>
                </c:pt>
                <c:pt idx="86695">
                  <c:v>4</c:v>
                </c:pt>
                <c:pt idx="86696">
                  <c:v>4</c:v>
                </c:pt>
                <c:pt idx="86697">
                  <c:v>4</c:v>
                </c:pt>
                <c:pt idx="86698">
                  <c:v>3</c:v>
                </c:pt>
                <c:pt idx="86699">
                  <c:v>2</c:v>
                </c:pt>
                <c:pt idx="86700">
                  <c:v>2</c:v>
                </c:pt>
                <c:pt idx="86701">
                  <c:v>1</c:v>
                </c:pt>
                <c:pt idx="86702">
                  <c:v>3</c:v>
                </c:pt>
                <c:pt idx="86703">
                  <c:v>2</c:v>
                </c:pt>
                <c:pt idx="86704">
                  <c:v>2</c:v>
                </c:pt>
                <c:pt idx="86705">
                  <c:v>5</c:v>
                </c:pt>
                <c:pt idx="86706">
                  <c:v>4</c:v>
                </c:pt>
                <c:pt idx="86707">
                  <c:v>4</c:v>
                </c:pt>
                <c:pt idx="86708">
                  <c:v>3</c:v>
                </c:pt>
                <c:pt idx="86709">
                  <c:v>2</c:v>
                </c:pt>
                <c:pt idx="86710">
                  <c:v>2</c:v>
                </c:pt>
                <c:pt idx="86711">
                  <c:v>1</c:v>
                </c:pt>
                <c:pt idx="86712">
                  <c:v>1</c:v>
                </c:pt>
                <c:pt idx="86713">
                  <c:v>1</c:v>
                </c:pt>
                <c:pt idx="86714">
                  <c:v>4</c:v>
                </c:pt>
                <c:pt idx="86715">
                  <c:v>4</c:v>
                </c:pt>
                <c:pt idx="86716">
                  <c:v>7</c:v>
                </c:pt>
                <c:pt idx="86717">
                  <c:v>2</c:v>
                </c:pt>
                <c:pt idx="86718">
                  <c:v>2</c:v>
                </c:pt>
                <c:pt idx="86719">
                  <c:v>3</c:v>
                </c:pt>
                <c:pt idx="86720">
                  <c:v>2</c:v>
                </c:pt>
                <c:pt idx="86721">
                  <c:v>2</c:v>
                </c:pt>
                <c:pt idx="86722">
                  <c:v>2</c:v>
                </c:pt>
                <c:pt idx="86723">
                  <c:v>2</c:v>
                </c:pt>
                <c:pt idx="86724">
                  <c:v>2</c:v>
                </c:pt>
                <c:pt idx="86725">
                  <c:v>1</c:v>
                </c:pt>
                <c:pt idx="86726">
                  <c:v>3</c:v>
                </c:pt>
                <c:pt idx="86727">
                  <c:v>3</c:v>
                </c:pt>
                <c:pt idx="86728">
                  <c:v>4</c:v>
                </c:pt>
                <c:pt idx="86729">
                  <c:v>3</c:v>
                </c:pt>
                <c:pt idx="86730">
                  <c:v>5</c:v>
                </c:pt>
                <c:pt idx="86731">
                  <c:v>1</c:v>
                </c:pt>
                <c:pt idx="86732">
                  <c:v>3</c:v>
                </c:pt>
                <c:pt idx="86733">
                  <c:v>1</c:v>
                </c:pt>
                <c:pt idx="86734">
                  <c:v>1</c:v>
                </c:pt>
                <c:pt idx="86735">
                  <c:v>1</c:v>
                </c:pt>
                <c:pt idx="86736">
                  <c:v>2</c:v>
                </c:pt>
                <c:pt idx="86737">
                  <c:v>1</c:v>
                </c:pt>
                <c:pt idx="86738">
                  <c:v>1</c:v>
                </c:pt>
                <c:pt idx="86739">
                  <c:v>2</c:v>
                </c:pt>
                <c:pt idx="86740">
                  <c:v>2</c:v>
                </c:pt>
                <c:pt idx="86741">
                  <c:v>1</c:v>
                </c:pt>
                <c:pt idx="86742">
                  <c:v>2</c:v>
                </c:pt>
                <c:pt idx="86743">
                  <c:v>3</c:v>
                </c:pt>
                <c:pt idx="86744">
                  <c:v>2</c:v>
                </c:pt>
                <c:pt idx="86745">
                  <c:v>1</c:v>
                </c:pt>
                <c:pt idx="86746">
                  <c:v>3</c:v>
                </c:pt>
                <c:pt idx="86747">
                  <c:v>3</c:v>
                </c:pt>
                <c:pt idx="86748">
                  <c:v>2</c:v>
                </c:pt>
                <c:pt idx="86749">
                  <c:v>4</c:v>
                </c:pt>
                <c:pt idx="86750">
                  <c:v>3</c:v>
                </c:pt>
                <c:pt idx="86751">
                  <c:v>2</c:v>
                </c:pt>
                <c:pt idx="86752">
                  <c:v>4</c:v>
                </c:pt>
                <c:pt idx="86753">
                  <c:v>4</c:v>
                </c:pt>
                <c:pt idx="86754">
                  <c:v>5</c:v>
                </c:pt>
                <c:pt idx="86755">
                  <c:v>3</c:v>
                </c:pt>
                <c:pt idx="86756">
                  <c:v>3</c:v>
                </c:pt>
                <c:pt idx="86757">
                  <c:v>4</c:v>
                </c:pt>
                <c:pt idx="86758">
                  <c:v>3</c:v>
                </c:pt>
                <c:pt idx="86759">
                  <c:v>3</c:v>
                </c:pt>
                <c:pt idx="86760">
                  <c:v>1</c:v>
                </c:pt>
                <c:pt idx="86761">
                  <c:v>4</c:v>
                </c:pt>
                <c:pt idx="86762">
                  <c:v>6</c:v>
                </c:pt>
                <c:pt idx="86763">
                  <c:v>4</c:v>
                </c:pt>
                <c:pt idx="86764">
                  <c:v>5</c:v>
                </c:pt>
                <c:pt idx="86765">
                  <c:v>6</c:v>
                </c:pt>
                <c:pt idx="86766">
                  <c:v>6</c:v>
                </c:pt>
                <c:pt idx="86767">
                  <c:v>4</c:v>
                </c:pt>
                <c:pt idx="86768">
                  <c:v>1</c:v>
                </c:pt>
                <c:pt idx="86769">
                  <c:v>2</c:v>
                </c:pt>
                <c:pt idx="86770">
                  <c:v>2</c:v>
                </c:pt>
                <c:pt idx="86771">
                  <c:v>3</c:v>
                </c:pt>
                <c:pt idx="86772">
                  <c:v>3</c:v>
                </c:pt>
                <c:pt idx="86773">
                  <c:v>4</c:v>
                </c:pt>
                <c:pt idx="86774">
                  <c:v>6</c:v>
                </c:pt>
                <c:pt idx="86775">
                  <c:v>3</c:v>
                </c:pt>
                <c:pt idx="86776">
                  <c:v>1</c:v>
                </c:pt>
                <c:pt idx="86777">
                  <c:v>3</c:v>
                </c:pt>
                <c:pt idx="86778">
                  <c:v>2</c:v>
                </c:pt>
                <c:pt idx="86779">
                  <c:v>2</c:v>
                </c:pt>
                <c:pt idx="86780">
                  <c:v>1</c:v>
                </c:pt>
                <c:pt idx="86781">
                  <c:v>1</c:v>
                </c:pt>
                <c:pt idx="86782">
                  <c:v>3</c:v>
                </c:pt>
                <c:pt idx="86783">
                  <c:v>2</c:v>
                </c:pt>
                <c:pt idx="86784">
                  <c:v>1</c:v>
                </c:pt>
                <c:pt idx="86785">
                  <c:v>1</c:v>
                </c:pt>
                <c:pt idx="86786">
                  <c:v>1</c:v>
                </c:pt>
                <c:pt idx="86787">
                  <c:v>2</c:v>
                </c:pt>
                <c:pt idx="86788">
                  <c:v>1</c:v>
                </c:pt>
                <c:pt idx="86789">
                  <c:v>2</c:v>
                </c:pt>
                <c:pt idx="86790">
                  <c:v>3</c:v>
                </c:pt>
                <c:pt idx="86791">
                  <c:v>3</c:v>
                </c:pt>
                <c:pt idx="86792">
                  <c:v>3</c:v>
                </c:pt>
                <c:pt idx="86793">
                  <c:v>3</c:v>
                </c:pt>
                <c:pt idx="86794">
                  <c:v>3</c:v>
                </c:pt>
                <c:pt idx="86795">
                  <c:v>3</c:v>
                </c:pt>
                <c:pt idx="86796">
                  <c:v>4</c:v>
                </c:pt>
                <c:pt idx="86797">
                  <c:v>4</c:v>
                </c:pt>
                <c:pt idx="86798">
                  <c:v>5</c:v>
                </c:pt>
                <c:pt idx="86799">
                  <c:v>5</c:v>
                </c:pt>
                <c:pt idx="86800">
                  <c:v>2</c:v>
                </c:pt>
                <c:pt idx="86801">
                  <c:v>2</c:v>
                </c:pt>
                <c:pt idx="86802">
                  <c:v>2</c:v>
                </c:pt>
                <c:pt idx="86803">
                  <c:v>3</c:v>
                </c:pt>
                <c:pt idx="86804">
                  <c:v>2</c:v>
                </c:pt>
                <c:pt idx="86805">
                  <c:v>3</c:v>
                </c:pt>
                <c:pt idx="86806">
                  <c:v>6</c:v>
                </c:pt>
                <c:pt idx="86807">
                  <c:v>2</c:v>
                </c:pt>
                <c:pt idx="86808">
                  <c:v>2</c:v>
                </c:pt>
                <c:pt idx="86809">
                  <c:v>1</c:v>
                </c:pt>
                <c:pt idx="86810">
                  <c:v>1</c:v>
                </c:pt>
                <c:pt idx="86811">
                  <c:v>3</c:v>
                </c:pt>
                <c:pt idx="86812">
                  <c:v>4</c:v>
                </c:pt>
                <c:pt idx="86813">
                  <c:v>5</c:v>
                </c:pt>
                <c:pt idx="86814">
                  <c:v>6</c:v>
                </c:pt>
                <c:pt idx="86815">
                  <c:v>4</c:v>
                </c:pt>
                <c:pt idx="86816">
                  <c:v>4</c:v>
                </c:pt>
                <c:pt idx="86817">
                  <c:v>6</c:v>
                </c:pt>
                <c:pt idx="86818">
                  <c:v>8</c:v>
                </c:pt>
                <c:pt idx="86819">
                  <c:v>7</c:v>
                </c:pt>
                <c:pt idx="86820">
                  <c:v>0</c:v>
                </c:pt>
                <c:pt idx="86821">
                  <c:v>3</c:v>
                </c:pt>
                <c:pt idx="86822">
                  <c:v>4</c:v>
                </c:pt>
                <c:pt idx="86823">
                  <c:v>4</c:v>
                </c:pt>
                <c:pt idx="86824">
                  <c:v>4</c:v>
                </c:pt>
                <c:pt idx="86825">
                  <c:v>3</c:v>
                </c:pt>
                <c:pt idx="86826">
                  <c:v>4</c:v>
                </c:pt>
                <c:pt idx="86827">
                  <c:v>2</c:v>
                </c:pt>
                <c:pt idx="86828">
                  <c:v>2</c:v>
                </c:pt>
                <c:pt idx="86829">
                  <c:v>1</c:v>
                </c:pt>
                <c:pt idx="86830">
                  <c:v>1</c:v>
                </c:pt>
                <c:pt idx="86831">
                  <c:v>2</c:v>
                </c:pt>
                <c:pt idx="86832">
                  <c:v>1</c:v>
                </c:pt>
                <c:pt idx="86833">
                  <c:v>2</c:v>
                </c:pt>
                <c:pt idx="86834">
                  <c:v>3</c:v>
                </c:pt>
                <c:pt idx="86835">
                  <c:v>6</c:v>
                </c:pt>
                <c:pt idx="86836">
                  <c:v>2</c:v>
                </c:pt>
                <c:pt idx="86837">
                  <c:v>4</c:v>
                </c:pt>
                <c:pt idx="86838">
                  <c:v>4</c:v>
                </c:pt>
                <c:pt idx="86839">
                  <c:v>3</c:v>
                </c:pt>
                <c:pt idx="86840">
                  <c:v>2</c:v>
                </c:pt>
                <c:pt idx="86841">
                  <c:v>5</c:v>
                </c:pt>
                <c:pt idx="86842">
                  <c:v>0</c:v>
                </c:pt>
                <c:pt idx="86843">
                  <c:v>3</c:v>
                </c:pt>
                <c:pt idx="86844">
                  <c:v>3</c:v>
                </c:pt>
                <c:pt idx="86845">
                  <c:v>6</c:v>
                </c:pt>
                <c:pt idx="86846">
                  <c:v>4</c:v>
                </c:pt>
                <c:pt idx="86847">
                  <c:v>4</c:v>
                </c:pt>
                <c:pt idx="86848">
                  <c:v>3</c:v>
                </c:pt>
                <c:pt idx="86849">
                  <c:v>4</c:v>
                </c:pt>
                <c:pt idx="86850">
                  <c:v>4</c:v>
                </c:pt>
                <c:pt idx="86851">
                  <c:v>4</c:v>
                </c:pt>
                <c:pt idx="86852">
                  <c:v>7</c:v>
                </c:pt>
                <c:pt idx="86853">
                  <c:v>8</c:v>
                </c:pt>
                <c:pt idx="86854">
                  <c:v>5</c:v>
                </c:pt>
                <c:pt idx="86855">
                  <c:v>7</c:v>
                </c:pt>
                <c:pt idx="86856">
                  <c:v>5</c:v>
                </c:pt>
                <c:pt idx="86857">
                  <c:v>-1</c:v>
                </c:pt>
                <c:pt idx="86858">
                  <c:v>5</c:v>
                </c:pt>
                <c:pt idx="86859">
                  <c:v>3</c:v>
                </c:pt>
                <c:pt idx="86860">
                  <c:v>6</c:v>
                </c:pt>
                <c:pt idx="86861">
                  <c:v>6</c:v>
                </c:pt>
                <c:pt idx="86862">
                  <c:v>4</c:v>
                </c:pt>
                <c:pt idx="86863">
                  <c:v>5</c:v>
                </c:pt>
                <c:pt idx="86864">
                  <c:v>6</c:v>
                </c:pt>
                <c:pt idx="86865">
                  <c:v>4</c:v>
                </c:pt>
                <c:pt idx="86866">
                  <c:v>2</c:v>
                </c:pt>
                <c:pt idx="86867">
                  <c:v>3</c:v>
                </c:pt>
                <c:pt idx="86868">
                  <c:v>2</c:v>
                </c:pt>
                <c:pt idx="86869">
                  <c:v>3</c:v>
                </c:pt>
                <c:pt idx="86870">
                  <c:v>2</c:v>
                </c:pt>
                <c:pt idx="86871">
                  <c:v>2</c:v>
                </c:pt>
                <c:pt idx="86872">
                  <c:v>1</c:v>
                </c:pt>
                <c:pt idx="86873">
                  <c:v>2</c:v>
                </c:pt>
                <c:pt idx="86874">
                  <c:v>1</c:v>
                </c:pt>
                <c:pt idx="86875">
                  <c:v>1</c:v>
                </c:pt>
                <c:pt idx="86876">
                  <c:v>1</c:v>
                </c:pt>
                <c:pt idx="86877">
                  <c:v>1</c:v>
                </c:pt>
                <c:pt idx="86878">
                  <c:v>3</c:v>
                </c:pt>
                <c:pt idx="86879">
                  <c:v>2</c:v>
                </c:pt>
                <c:pt idx="86880">
                  <c:v>2</c:v>
                </c:pt>
                <c:pt idx="86881">
                  <c:v>2</c:v>
                </c:pt>
                <c:pt idx="86882">
                  <c:v>2</c:v>
                </c:pt>
                <c:pt idx="86883">
                  <c:v>2</c:v>
                </c:pt>
                <c:pt idx="86884">
                  <c:v>2</c:v>
                </c:pt>
                <c:pt idx="86885">
                  <c:v>2</c:v>
                </c:pt>
                <c:pt idx="86886">
                  <c:v>2</c:v>
                </c:pt>
                <c:pt idx="86887">
                  <c:v>2</c:v>
                </c:pt>
                <c:pt idx="86888">
                  <c:v>2</c:v>
                </c:pt>
                <c:pt idx="86889">
                  <c:v>2</c:v>
                </c:pt>
                <c:pt idx="86890">
                  <c:v>2</c:v>
                </c:pt>
                <c:pt idx="86891">
                  <c:v>2</c:v>
                </c:pt>
                <c:pt idx="86892">
                  <c:v>2</c:v>
                </c:pt>
                <c:pt idx="86893">
                  <c:v>1</c:v>
                </c:pt>
                <c:pt idx="86894">
                  <c:v>4</c:v>
                </c:pt>
                <c:pt idx="86895">
                  <c:v>3</c:v>
                </c:pt>
                <c:pt idx="86896">
                  <c:v>3</c:v>
                </c:pt>
                <c:pt idx="86897">
                  <c:v>3</c:v>
                </c:pt>
                <c:pt idx="86898">
                  <c:v>2</c:v>
                </c:pt>
                <c:pt idx="86899">
                  <c:v>3</c:v>
                </c:pt>
                <c:pt idx="86900">
                  <c:v>3</c:v>
                </c:pt>
                <c:pt idx="86901">
                  <c:v>3</c:v>
                </c:pt>
                <c:pt idx="86902">
                  <c:v>2</c:v>
                </c:pt>
                <c:pt idx="86903">
                  <c:v>3</c:v>
                </c:pt>
                <c:pt idx="86904">
                  <c:v>3</c:v>
                </c:pt>
                <c:pt idx="86905">
                  <c:v>3</c:v>
                </c:pt>
                <c:pt idx="86906">
                  <c:v>4</c:v>
                </c:pt>
                <c:pt idx="86907">
                  <c:v>2</c:v>
                </c:pt>
                <c:pt idx="86908">
                  <c:v>3</c:v>
                </c:pt>
                <c:pt idx="86909">
                  <c:v>3</c:v>
                </c:pt>
                <c:pt idx="86910">
                  <c:v>2</c:v>
                </c:pt>
                <c:pt idx="86911">
                  <c:v>1</c:v>
                </c:pt>
                <c:pt idx="86912">
                  <c:v>2</c:v>
                </c:pt>
                <c:pt idx="86913">
                  <c:v>5</c:v>
                </c:pt>
                <c:pt idx="86914">
                  <c:v>3</c:v>
                </c:pt>
                <c:pt idx="86915">
                  <c:v>3</c:v>
                </c:pt>
                <c:pt idx="86916">
                  <c:v>1</c:v>
                </c:pt>
                <c:pt idx="86917">
                  <c:v>1</c:v>
                </c:pt>
                <c:pt idx="86918">
                  <c:v>3</c:v>
                </c:pt>
                <c:pt idx="86919">
                  <c:v>2</c:v>
                </c:pt>
                <c:pt idx="86920">
                  <c:v>2</c:v>
                </c:pt>
                <c:pt idx="86921">
                  <c:v>2</c:v>
                </c:pt>
                <c:pt idx="86922">
                  <c:v>1</c:v>
                </c:pt>
                <c:pt idx="86923">
                  <c:v>2</c:v>
                </c:pt>
                <c:pt idx="86924">
                  <c:v>1</c:v>
                </c:pt>
                <c:pt idx="86925">
                  <c:v>2</c:v>
                </c:pt>
                <c:pt idx="86926">
                  <c:v>4</c:v>
                </c:pt>
                <c:pt idx="86927">
                  <c:v>4</c:v>
                </c:pt>
                <c:pt idx="86928">
                  <c:v>3</c:v>
                </c:pt>
                <c:pt idx="86929">
                  <c:v>3</c:v>
                </c:pt>
                <c:pt idx="86930">
                  <c:v>3</c:v>
                </c:pt>
                <c:pt idx="86931">
                  <c:v>6</c:v>
                </c:pt>
                <c:pt idx="86932">
                  <c:v>3</c:v>
                </c:pt>
                <c:pt idx="86933">
                  <c:v>5</c:v>
                </c:pt>
                <c:pt idx="86934">
                  <c:v>2</c:v>
                </c:pt>
                <c:pt idx="86935">
                  <c:v>8</c:v>
                </c:pt>
                <c:pt idx="86936">
                  <c:v>12</c:v>
                </c:pt>
                <c:pt idx="86937">
                  <c:v>3</c:v>
                </c:pt>
                <c:pt idx="86938">
                  <c:v>3</c:v>
                </c:pt>
                <c:pt idx="86939">
                  <c:v>4</c:v>
                </c:pt>
                <c:pt idx="86940">
                  <c:v>2</c:v>
                </c:pt>
                <c:pt idx="86941">
                  <c:v>3</c:v>
                </c:pt>
                <c:pt idx="86942">
                  <c:v>3</c:v>
                </c:pt>
                <c:pt idx="86943">
                  <c:v>3</c:v>
                </c:pt>
                <c:pt idx="86944">
                  <c:v>3</c:v>
                </c:pt>
                <c:pt idx="86945">
                  <c:v>4</c:v>
                </c:pt>
                <c:pt idx="86946">
                  <c:v>4</c:v>
                </c:pt>
                <c:pt idx="86947">
                  <c:v>2</c:v>
                </c:pt>
                <c:pt idx="86948">
                  <c:v>2</c:v>
                </c:pt>
                <c:pt idx="86949">
                  <c:v>3</c:v>
                </c:pt>
                <c:pt idx="86950">
                  <c:v>6</c:v>
                </c:pt>
                <c:pt idx="86951">
                  <c:v>2</c:v>
                </c:pt>
                <c:pt idx="86952">
                  <c:v>2</c:v>
                </c:pt>
                <c:pt idx="86953">
                  <c:v>2</c:v>
                </c:pt>
                <c:pt idx="86954">
                  <c:v>3</c:v>
                </c:pt>
                <c:pt idx="86955">
                  <c:v>2</c:v>
                </c:pt>
                <c:pt idx="86956">
                  <c:v>2</c:v>
                </c:pt>
                <c:pt idx="86957">
                  <c:v>3</c:v>
                </c:pt>
                <c:pt idx="86958">
                  <c:v>9</c:v>
                </c:pt>
                <c:pt idx="86959">
                  <c:v>3</c:v>
                </c:pt>
                <c:pt idx="86960">
                  <c:v>3</c:v>
                </c:pt>
                <c:pt idx="86961">
                  <c:v>5</c:v>
                </c:pt>
                <c:pt idx="86962">
                  <c:v>3</c:v>
                </c:pt>
                <c:pt idx="86963">
                  <c:v>4</c:v>
                </c:pt>
                <c:pt idx="86964">
                  <c:v>2</c:v>
                </c:pt>
                <c:pt idx="86965">
                  <c:v>2</c:v>
                </c:pt>
                <c:pt idx="86966">
                  <c:v>3</c:v>
                </c:pt>
                <c:pt idx="86967">
                  <c:v>2</c:v>
                </c:pt>
                <c:pt idx="86968">
                  <c:v>4</c:v>
                </c:pt>
                <c:pt idx="86969">
                  <c:v>4</c:v>
                </c:pt>
                <c:pt idx="86970">
                  <c:v>2</c:v>
                </c:pt>
                <c:pt idx="86971">
                  <c:v>2</c:v>
                </c:pt>
                <c:pt idx="86972">
                  <c:v>2</c:v>
                </c:pt>
                <c:pt idx="86973">
                  <c:v>1</c:v>
                </c:pt>
                <c:pt idx="86974">
                  <c:v>2</c:v>
                </c:pt>
                <c:pt idx="86975">
                  <c:v>1</c:v>
                </c:pt>
                <c:pt idx="86976">
                  <c:v>2</c:v>
                </c:pt>
                <c:pt idx="86977">
                  <c:v>1</c:v>
                </c:pt>
                <c:pt idx="86978">
                  <c:v>8</c:v>
                </c:pt>
                <c:pt idx="86979">
                  <c:v>2</c:v>
                </c:pt>
                <c:pt idx="86980">
                  <c:v>2</c:v>
                </c:pt>
                <c:pt idx="86981">
                  <c:v>4</c:v>
                </c:pt>
                <c:pt idx="86982">
                  <c:v>5</c:v>
                </c:pt>
                <c:pt idx="86983">
                  <c:v>6</c:v>
                </c:pt>
                <c:pt idx="86984">
                  <c:v>9</c:v>
                </c:pt>
                <c:pt idx="86985">
                  <c:v>3</c:v>
                </c:pt>
                <c:pt idx="86986">
                  <c:v>3</c:v>
                </c:pt>
                <c:pt idx="86987">
                  <c:v>3</c:v>
                </c:pt>
                <c:pt idx="86988">
                  <c:v>3</c:v>
                </c:pt>
                <c:pt idx="86989">
                  <c:v>2</c:v>
                </c:pt>
                <c:pt idx="86990">
                  <c:v>3</c:v>
                </c:pt>
                <c:pt idx="86991">
                  <c:v>1</c:v>
                </c:pt>
                <c:pt idx="86992">
                  <c:v>1</c:v>
                </c:pt>
                <c:pt idx="86993">
                  <c:v>2</c:v>
                </c:pt>
                <c:pt idx="86994">
                  <c:v>1</c:v>
                </c:pt>
                <c:pt idx="86995">
                  <c:v>2</c:v>
                </c:pt>
                <c:pt idx="86996">
                  <c:v>2</c:v>
                </c:pt>
                <c:pt idx="86997">
                  <c:v>2</c:v>
                </c:pt>
                <c:pt idx="86998">
                  <c:v>1</c:v>
                </c:pt>
                <c:pt idx="86999">
                  <c:v>2</c:v>
                </c:pt>
                <c:pt idx="87000">
                  <c:v>2</c:v>
                </c:pt>
                <c:pt idx="87001">
                  <c:v>5</c:v>
                </c:pt>
                <c:pt idx="87002">
                  <c:v>4</c:v>
                </c:pt>
                <c:pt idx="87003">
                  <c:v>1</c:v>
                </c:pt>
                <c:pt idx="87004">
                  <c:v>3</c:v>
                </c:pt>
                <c:pt idx="87005">
                  <c:v>5</c:v>
                </c:pt>
                <c:pt idx="87006">
                  <c:v>3</c:v>
                </c:pt>
                <c:pt idx="87007">
                  <c:v>2</c:v>
                </c:pt>
                <c:pt idx="87008">
                  <c:v>2</c:v>
                </c:pt>
                <c:pt idx="87009">
                  <c:v>3</c:v>
                </c:pt>
                <c:pt idx="87010">
                  <c:v>2</c:v>
                </c:pt>
                <c:pt idx="87011">
                  <c:v>2</c:v>
                </c:pt>
                <c:pt idx="87012">
                  <c:v>2</c:v>
                </c:pt>
                <c:pt idx="87013">
                  <c:v>1</c:v>
                </c:pt>
                <c:pt idx="87014">
                  <c:v>3</c:v>
                </c:pt>
                <c:pt idx="87015">
                  <c:v>2</c:v>
                </c:pt>
                <c:pt idx="87016">
                  <c:v>2</c:v>
                </c:pt>
                <c:pt idx="87017">
                  <c:v>10</c:v>
                </c:pt>
                <c:pt idx="87018">
                  <c:v>4</c:v>
                </c:pt>
                <c:pt idx="87019">
                  <c:v>1</c:v>
                </c:pt>
                <c:pt idx="87020">
                  <c:v>2</c:v>
                </c:pt>
                <c:pt idx="87021">
                  <c:v>2</c:v>
                </c:pt>
                <c:pt idx="87022">
                  <c:v>2</c:v>
                </c:pt>
                <c:pt idx="87023">
                  <c:v>1</c:v>
                </c:pt>
                <c:pt idx="87024">
                  <c:v>1</c:v>
                </c:pt>
                <c:pt idx="87025">
                  <c:v>2</c:v>
                </c:pt>
                <c:pt idx="87026">
                  <c:v>2</c:v>
                </c:pt>
                <c:pt idx="87027">
                  <c:v>1</c:v>
                </c:pt>
                <c:pt idx="87028">
                  <c:v>2</c:v>
                </c:pt>
                <c:pt idx="87029">
                  <c:v>1</c:v>
                </c:pt>
                <c:pt idx="87030">
                  <c:v>2</c:v>
                </c:pt>
                <c:pt idx="87031">
                  <c:v>10</c:v>
                </c:pt>
                <c:pt idx="87032">
                  <c:v>6</c:v>
                </c:pt>
                <c:pt idx="87033">
                  <c:v>15</c:v>
                </c:pt>
                <c:pt idx="87034">
                  <c:v>2</c:v>
                </c:pt>
                <c:pt idx="87035">
                  <c:v>2</c:v>
                </c:pt>
                <c:pt idx="87036">
                  <c:v>2</c:v>
                </c:pt>
                <c:pt idx="87037">
                  <c:v>3</c:v>
                </c:pt>
                <c:pt idx="87038">
                  <c:v>2</c:v>
                </c:pt>
                <c:pt idx="87039">
                  <c:v>4</c:v>
                </c:pt>
                <c:pt idx="87040">
                  <c:v>6</c:v>
                </c:pt>
                <c:pt idx="87041">
                  <c:v>3</c:v>
                </c:pt>
                <c:pt idx="87042">
                  <c:v>1</c:v>
                </c:pt>
                <c:pt idx="87043">
                  <c:v>2</c:v>
                </c:pt>
                <c:pt idx="87044">
                  <c:v>2</c:v>
                </c:pt>
                <c:pt idx="87045">
                  <c:v>2</c:v>
                </c:pt>
                <c:pt idx="87046">
                  <c:v>2</c:v>
                </c:pt>
                <c:pt idx="87047">
                  <c:v>2</c:v>
                </c:pt>
                <c:pt idx="87048">
                  <c:v>2</c:v>
                </c:pt>
                <c:pt idx="87049">
                  <c:v>2</c:v>
                </c:pt>
                <c:pt idx="87050">
                  <c:v>6</c:v>
                </c:pt>
                <c:pt idx="87051">
                  <c:v>4</c:v>
                </c:pt>
                <c:pt idx="87052">
                  <c:v>10</c:v>
                </c:pt>
                <c:pt idx="87053">
                  <c:v>1</c:v>
                </c:pt>
                <c:pt idx="87054">
                  <c:v>6</c:v>
                </c:pt>
                <c:pt idx="87055">
                  <c:v>1</c:v>
                </c:pt>
                <c:pt idx="87056">
                  <c:v>1</c:v>
                </c:pt>
                <c:pt idx="87057">
                  <c:v>1</c:v>
                </c:pt>
                <c:pt idx="87058">
                  <c:v>1</c:v>
                </c:pt>
                <c:pt idx="87059">
                  <c:v>1</c:v>
                </c:pt>
                <c:pt idx="87060">
                  <c:v>1</c:v>
                </c:pt>
                <c:pt idx="87061">
                  <c:v>1</c:v>
                </c:pt>
                <c:pt idx="87062">
                  <c:v>3</c:v>
                </c:pt>
                <c:pt idx="87063">
                  <c:v>3</c:v>
                </c:pt>
                <c:pt idx="87064">
                  <c:v>2</c:v>
                </c:pt>
                <c:pt idx="87065">
                  <c:v>2</c:v>
                </c:pt>
                <c:pt idx="87066">
                  <c:v>2</c:v>
                </c:pt>
                <c:pt idx="87067">
                  <c:v>1</c:v>
                </c:pt>
                <c:pt idx="87068">
                  <c:v>5</c:v>
                </c:pt>
                <c:pt idx="87069">
                  <c:v>2</c:v>
                </c:pt>
                <c:pt idx="87070">
                  <c:v>3</c:v>
                </c:pt>
                <c:pt idx="87071">
                  <c:v>2</c:v>
                </c:pt>
                <c:pt idx="87072">
                  <c:v>3</c:v>
                </c:pt>
                <c:pt idx="87073">
                  <c:v>4</c:v>
                </c:pt>
                <c:pt idx="87074">
                  <c:v>3</c:v>
                </c:pt>
                <c:pt idx="87075">
                  <c:v>4</c:v>
                </c:pt>
                <c:pt idx="87076">
                  <c:v>3</c:v>
                </c:pt>
                <c:pt idx="87077">
                  <c:v>2</c:v>
                </c:pt>
                <c:pt idx="87078">
                  <c:v>2</c:v>
                </c:pt>
                <c:pt idx="87079">
                  <c:v>2</c:v>
                </c:pt>
                <c:pt idx="87080">
                  <c:v>3</c:v>
                </c:pt>
                <c:pt idx="87081">
                  <c:v>2</c:v>
                </c:pt>
                <c:pt idx="87082">
                  <c:v>3</c:v>
                </c:pt>
                <c:pt idx="87083">
                  <c:v>3</c:v>
                </c:pt>
                <c:pt idx="87084">
                  <c:v>1</c:v>
                </c:pt>
                <c:pt idx="87085">
                  <c:v>3</c:v>
                </c:pt>
                <c:pt idx="87086">
                  <c:v>2</c:v>
                </c:pt>
                <c:pt idx="87087">
                  <c:v>1</c:v>
                </c:pt>
                <c:pt idx="87088">
                  <c:v>1</c:v>
                </c:pt>
                <c:pt idx="87089">
                  <c:v>1</c:v>
                </c:pt>
                <c:pt idx="87090">
                  <c:v>1</c:v>
                </c:pt>
                <c:pt idx="87091">
                  <c:v>1</c:v>
                </c:pt>
                <c:pt idx="87092">
                  <c:v>4</c:v>
                </c:pt>
                <c:pt idx="87093">
                  <c:v>3</c:v>
                </c:pt>
                <c:pt idx="87094">
                  <c:v>1</c:v>
                </c:pt>
                <c:pt idx="87095">
                  <c:v>3</c:v>
                </c:pt>
                <c:pt idx="87096">
                  <c:v>3</c:v>
                </c:pt>
                <c:pt idx="87097">
                  <c:v>1</c:v>
                </c:pt>
                <c:pt idx="87098">
                  <c:v>3</c:v>
                </c:pt>
                <c:pt idx="87099">
                  <c:v>1</c:v>
                </c:pt>
                <c:pt idx="87100">
                  <c:v>2</c:v>
                </c:pt>
                <c:pt idx="87101">
                  <c:v>4</c:v>
                </c:pt>
                <c:pt idx="87102">
                  <c:v>4</c:v>
                </c:pt>
                <c:pt idx="87103">
                  <c:v>3</c:v>
                </c:pt>
                <c:pt idx="87104">
                  <c:v>2</c:v>
                </c:pt>
                <c:pt idx="87105">
                  <c:v>6</c:v>
                </c:pt>
                <c:pt idx="87106">
                  <c:v>4</c:v>
                </c:pt>
                <c:pt idx="87107">
                  <c:v>3</c:v>
                </c:pt>
                <c:pt idx="87108">
                  <c:v>5</c:v>
                </c:pt>
                <c:pt idx="87109">
                  <c:v>2</c:v>
                </c:pt>
                <c:pt idx="87110">
                  <c:v>2</c:v>
                </c:pt>
                <c:pt idx="87111">
                  <c:v>5</c:v>
                </c:pt>
                <c:pt idx="87112">
                  <c:v>2</c:v>
                </c:pt>
                <c:pt idx="87113">
                  <c:v>3</c:v>
                </c:pt>
                <c:pt idx="87114">
                  <c:v>2</c:v>
                </c:pt>
                <c:pt idx="87115">
                  <c:v>4</c:v>
                </c:pt>
                <c:pt idx="87116">
                  <c:v>3</c:v>
                </c:pt>
                <c:pt idx="87117">
                  <c:v>1</c:v>
                </c:pt>
                <c:pt idx="87118">
                  <c:v>3</c:v>
                </c:pt>
                <c:pt idx="87119">
                  <c:v>3</c:v>
                </c:pt>
                <c:pt idx="87120">
                  <c:v>3</c:v>
                </c:pt>
                <c:pt idx="87121">
                  <c:v>4</c:v>
                </c:pt>
                <c:pt idx="87122">
                  <c:v>2</c:v>
                </c:pt>
                <c:pt idx="87123">
                  <c:v>2</c:v>
                </c:pt>
                <c:pt idx="87124">
                  <c:v>2</c:v>
                </c:pt>
                <c:pt idx="87125">
                  <c:v>4</c:v>
                </c:pt>
                <c:pt idx="87126">
                  <c:v>2</c:v>
                </c:pt>
                <c:pt idx="87127">
                  <c:v>3</c:v>
                </c:pt>
                <c:pt idx="87128">
                  <c:v>2</c:v>
                </c:pt>
                <c:pt idx="87129">
                  <c:v>2</c:v>
                </c:pt>
                <c:pt idx="87130">
                  <c:v>4</c:v>
                </c:pt>
                <c:pt idx="87131">
                  <c:v>5</c:v>
                </c:pt>
                <c:pt idx="87132">
                  <c:v>2</c:v>
                </c:pt>
                <c:pt idx="87133">
                  <c:v>2</c:v>
                </c:pt>
                <c:pt idx="87134">
                  <c:v>1</c:v>
                </c:pt>
                <c:pt idx="87135">
                  <c:v>3</c:v>
                </c:pt>
                <c:pt idx="87136">
                  <c:v>3</c:v>
                </c:pt>
                <c:pt idx="87137">
                  <c:v>1</c:v>
                </c:pt>
                <c:pt idx="87138">
                  <c:v>1</c:v>
                </c:pt>
                <c:pt idx="87139">
                  <c:v>2</c:v>
                </c:pt>
                <c:pt idx="87140">
                  <c:v>7</c:v>
                </c:pt>
                <c:pt idx="87141">
                  <c:v>2</c:v>
                </c:pt>
                <c:pt idx="87142">
                  <c:v>3</c:v>
                </c:pt>
                <c:pt idx="87143">
                  <c:v>5</c:v>
                </c:pt>
                <c:pt idx="87144">
                  <c:v>3</c:v>
                </c:pt>
                <c:pt idx="87145">
                  <c:v>3</c:v>
                </c:pt>
                <c:pt idx="87146">
                  <c:v>4</c:v>
                </c:pt>
                <c:pt idx="87147">
                  <c:v>3</c:v>
                </c:pt>
                <c:pt idx="87148">
                  <c:v>4</c:v>
                </c:pt>
                <c:pt idx="87149">
                  <c:v>3</c:v>
                </c:pt>
                <c:pt idx="87150">
                  <c:v>3</c:v>
                </c:pt>
                <c:pt idx="87151">
                  <c:v>3</c:v>
                </c:pt>
                <c:pt idx="87152">
                  <c:v>3</c:v>
                </c:pt>
                <c:pt idx="87153">
                  <c:v>4</c:v>
                </c:pt>
                <c:pt idx="87154">
                  <c:v>4</c:v>
                </c:pt>
                <c:pt idx="87155">
                  <c:v>2</c:v>
                </c:pt>
                <c:pt idx="87156">
                  <c:v>1</c:v>
                </c:pt>
                <c:pt idx="87157">
                  <c:v>1</c:v>
                </c:pt>
                <c:pt idx="87158">
                  <c:v>1</c:v>
                </c:pt>
                <c:pt idx="87159">
                  <c:v>1</c:v>
                </c:pt>
                <c:pt idx="87160">
                  <c:v>2</c:v>
                </c:pt>
                <c:pt idx="87161">
                  <c:v>2</c:v>
                </c:pt>
                <c:pt idx="87162">
                  <c:v>1</c:v>
                </c:pt>
                <c:pt idx="87163">
                  <c:v>2</c:v>
                </c:pt>
                <c:pt idx="87164">
                  <c:v>2</c:v>
                </c:pt>
                <c:pt idx="87165">
                  <c:v>7</c:v>
                </c:pt>
                <c:pt idx="87166">
                  <c:v>4</c:v>
                </c:pt>
                <c:pt idx="87167">
                  <c:v>4</c:v>
                </c:pt>
                <c:pt idx="87168">
                  <c:v>4</c:v>
                </c:pt>
                <c:pt idx="87169">
                  <c:v>0</c:v>
                </c:pt>
                <c:pt idx="87170">
                  <c:v>2</c:v>
                </c:pt>
                <c:pt idx="87171">
                  <c:v>5</c:v>
                </c:pt>
                <c:pt idx="87172">
                  <c:v>4</c:v>
                </c:pt>
                <c:pt idx="87173">
                  <c:v>3</c:v>
                </c:pt>
                <c:pt idx="87174">
                  <c:v>2</c:v>
                </c:pt>
                <c:pt idx="87175">
                  <c:v>2</c:v>
                </c:pt>
                <c:pt idx="87176">
                  <c:v>3</c:v>
                </c:pt>
                <c:pt idx="87177">
                  <c:v>1</c:v>
                </c:pt>
                <c:pt idx="87178">
                  <c:v>2</c:v>
                </c:pt>
                <c:pt idx="87179">
                  <c:v>1</c:v>
                </c:pt>
                <c:pt idx="87180">
                  <c:v>1</c:v>
                </c:pt>
                <c:pt idx="87181">
                  <c:v>1</c:v>
                </c:pt>
                <c:pt idx="87182">
                  <c:v>1</c:v>
                </c:pt>
                <c:pt idx="87183">
                  <c:v>2</c:v>
                </c:pt>
                <c:pt idx="87184">
                  <c:v>2</c:v>
                </c:pt>
                <c:pt idx="87185">
                  <c:v>2</c:v>
                </c:pt>
                <c:pt idx="87186">
                  <c:v>2</c:v>
                </c:pt>
                <c:pt idx="87187">
                  <c:v>1</c:v>
                </c:pt>
                <c:pt idx="87188">
                  <c:v>3</c:v>
                </c:pt>
                <c:pt idx="87189">
                  <c:v>3</c:v>
                </c:pt>
                <c:pt idx="87190">
                  <c:v>4</c:v>
                </c:pt>
                <c:pt idx="87191">
                  <c:v>1</c:v>
                </c:pt>
                <c:pt idx="87192">
                  <c:v>3</c:v>
                </c:pt>
                <c:pt idx="87193">
                  <c:v>2</c:v>
                </c:pt>
                <c:pt idx="87194">
                  <c:v>3</c:v>
                </c:pt>
                <c:pt idx="87195">
                  <c:v>2</c:v>
                </c:pt>
                <c:pt idx="87196">
                  <c:v>3</c:v>
                </c:pt>
                <c:pt idx="87197">
                  <c:v>2</c:v>
                </c:pt>
                <c:pt idx="87198">
                  <c:v>3</c:v>
                </c:pt>
                <c:pt idx="87199">
                  <c:v>3</c:v>
                </c:pt>
                <c:pt idx="87200">
                  <c:v>6</c:v>
                </c:pt>
                <c:pt idx="87201">
                  <c:v>5</c:v>
                </c:pt>
                <c:pt idx="87202">
                  <c:v>1</c:v>
                </c:pt>
                <c:pt idx="87203">
                  <c:v>3</c:v>
                </c:pt>
                <c:pt idx="87204">
                  <c:v>3</c:v>
                </c:pt>
                <c:pt idx="87205">
                  <c:v>4</c:v>
                </c:pt>
                <c:pt idx="87206">
                  <c:v>2</c:v>
                </c:pt>
                <c:pt idx="87207">
                  <c:v>2</c:v>
                </c:pt>
                <c:pt idx="87208">
                  <c:v>1</c:v>
                </c:pt>
                <c:pt idx="87209">
                  <c:v>1</c:v>
                </c:pt>
                <c:pt idx="87210">
                  <c:v>6</c:v>
                </c:pt>
                <c:pt idx="87211">
                  <c:v>1</c:v>
                </c:pt>
                <c:pt idx="87212">
                  <c:v>1</c:v>
                </c:pt>
                <c:pt idx="87213">
                  <c:v>5</c:v>
                </c:pt>
                <c:pt idx="87214">
                  <c:v>3</c:v>
                </c:pt>
                <c:pt idx="87215">
                  <c:v>1</c:v>
                </c:pt>
                <c:pt idx="87216">
                  <c:v>4</c:v>
                </c:pt>
                <c:pt idx="87217">
                  <c:v>3</c:v>
                </c:pt>
                <c:pt idx="87218">
                  <c:v>6</c:v>
                </c:pt>
                <c:pt idx="87219">
                  <c:v>3</c:v>
                </c:pt>
                <c:pt idx="87220">
                  <c:v>-5</c:v>
                </c:pt>
                <c:pt idx="87221">
                  <c:v>3</c:v>
                </c:pt>
                <c:pt idx="87222">
                  <c:v>1</c:v>
                </c:pt>
                <c:pt idx="87223">
                  <c:v>3</c:v>
                </c:pt>
                <c:pt idx="87224">
                  <c:v>3</c:v>
                </c:pt>
                <c:pt idx="87225">
                  <c:v>2</c:v>
                </c:pt>
                <c:pt idx="87226">
                  <c:v>4</c:v>
                </c:pt>
                <c:pt idx="87227">
                  <c:v>1</c:v>
                </c:pt>
                <c:pt idx="87228">
                  <c:v>1</c:v>
                </c:pt>
                <c:pt idx="87229">
                  <c:v>1</c:v>
                </c:pt>
                <c:pt idx="87230">
                  <c:v>1</c:v>
                </c:pt>
                <c:pt idx="87231">
                  <c:v>1</c:v>
                </c:pt>
                <c:pt idx="87232">
                  <c:v>1</c:v>
                </c:pt>
                <c:pt idx="87233">
                  <c:v>1</c:v>
                </c:pt>
                <c:pt idx="87234">
                  <c:v>1</c:v>
                </c:pt>
                <c:pt idx="87235">
                  <c:v>1</c:v>
                </c:pt>
                <c:pt idx="87236">
                  <c:v>1</c:v>
                </c:pt>
                <c:pt idx="87237">
                  <c:v>2</c:v>
                </c:pt>
                <c:pt idx="87238">
                  <c:v>1</c:v>
                </c:pt>
                <c:pt idx="87239">
                  <c:v>1</c:v>
                </c:pt>
                <c:pt idx="87240">
                  <c:v>1</c:v>
                </c:pt>
                <c:pt idx="87241">
                  <c:v>1</c:v>
                </c:pt>
                <c:pt idx="87242">
                  <c:v>1</c:v>
                </c:pt>
                <c:pt idx="87243">
                  <c:v>1</c:v>
                </c:pt>
                <c:pt idx="87244">
                  <c:v>1</c:v>
                </c:pt>
                <c:pt idx="87245">
                  <c:v>1</c:v>
                </c:pt>
                <c:pt idx="87246">
                  <c:v>1</c:v>
                </c:pt>
                <c:pt idx="87247">
                  <c:v>1</c:v>
                </c:pt>
                <c:pt idx="87248">
                  <c:v>5</c:v>
                </c:pt>
                <c:pt idx="87249">
                  <c:v>5</c:v>
                </c:pt>
                <c:pt idx="87250">
                  <c:v>4</c:v>
                </c:pt>
                <c:pt idx="87251">
                  <c:v>3</c:v>
                </c:pt>
                <c:pt idx="87252">
                  <c:v>3</c:v>
                </c:pt>
                <c:pt idx="87253">
                  <c:v>4</c:v>
                </c:pt>
                <c:pt idx="87254">
                  <c:v>4</c:v>
                </c:pt>
                <c:pt idx="87255">
                  <c:v>2</c:v>
                </c:pt>
                <c:pt idx="87256">
                  <c:v>4</c:v>
                </c:pt>
                <c:pt idx="87257">
                  <c:v>5</c:v>
                </c:pt>
                <c:pt idx="87258">
                  <c:v>4</c:v>
                </c:pt>
                <c:pt idx="87259">
                  <c:v>1</c:v>
                </c:pt>
                <c:pt idx="87260">
                  <c:v>4</c:v>
                </c:pt>
                <c:pt idx="87261">
                  <c:v>-1</c:v>
                </c:pt>
                <c:pt idx="87262">
                  <c:v>13</c:v>
                </c:pt>
                <c:pt idx="87263">
                  <c:v>4</c:v>
                </c:pt>
                <c:pt idx="87264">
                  <c:v>4</c:v>
                </c:pt>
                <c:pt idx="87265">
                  <c:v>1</c:v>
                </c:pt>
                <c:pt idx="87266">
                  <c:v>2</c:v>
                </c:pt>
                <c:pt idx="87267">
                  <c:v>4</c:v>
                </c:pt>
                <c:pt idx="87268">
                  <c:v>4</c:v>
                </c:pt>
                <c:pt idx="87269">
                  <c:v>4</c:v>
                </c:pt>
                <c:pt idx="87270">
                  <c:v>3</c:v>
                </c:pt>
                <c:pt idx="87271">
                  <c:v>3</c:v>
                </c:pt>
                <c:pt idx="87272">
                  <c:v>4</c:v>
                </c:pt>
                <c:pt idx="87273">
                  <c:v>3</c:v>
                </c:pt>
                <c:pt idx="87274">
                  <c:v>4</c:v>
                </c:pt>
                <c:pt idx="87275">
                  <c:v>3</c:v>
                </c:pt>
                <c:pt idx="87276">
                  <c:v>4</c:v>
                </c:pt>
                <c:pt idx="87277">
                  <c:v>3</c:v>
                </c:pt>
                <c:pt idx="87278">
                  <c:v>4</c:v>
                </c:pt>
                <c:pt idx="87279">
                  <c:v>-5</c:v>
                </c:pt>
                <c:pt idx="87280">
                  <c:v>5</c:v>
                </c:pt>
                <c:pt idx="87281">
                  <c:v>1</c:v>
                </c:pt>
                <c:pt idx="87282">
                  <c:v>1</c:v>
                </c:pt>
                <c:pt idx="87283">
                  <c:v>1</c:v>
                </c:pt>
                <c:pt idx="87284">
                  <c:v>2</c:v>
                </c:pt>
                <c:pt idx="87285">
                  <c:v>2</c:v>
                </c:pt>
                <c:pt idx="87286">
                  <c:v>2</c:v>
                </c:pt>
                <c:pt idx="87287">
                  <c:v>2</c:v>
                </c:pt>
                <c:pt idx="87288">
                  <c:v>2</c:v>
                </c:pt>
                <c:pt idx="87289">
                  <c:v>2</c:v>
                </c:pt>
                <c:pt idx="87290">
                  <c:v>3</c:v>
                </c:pt>
                <c:pt idx="87291">
                  <c:v>1</c:v>
                </c:pt>
                <c:pt idx="87292">
                  <c:v>2</c:v>
                </c:pt>
                <c:pt idx="87293">
                  <c:v>2</c:v>
                </c:pt>
                <c:pt idx="87294">
                  <c:v>6</c:v>
                </c:pt>
                <c:pt idx="87295">
                  <c:v>6</c:v>
                </c:pt>
                <c:pt idx="87296">
                  <c:v>6</c:v>
                </c:pt>
                <c:pt idx="87297">
                  <c:v>6</c:v>
                </c:pt>
                <c:pt idx="87298">
                  <c:v>4</c:v>
                </c:pt>
                <c:pt idx="87299">
                  <c:v>2</c:v>
                </c:pt>
                <c:pt idx="87300">
                  <c:v>3</c:v>
                </c:pt>
                <c:pt idx="87301">
                  <c:v>1</c:v>
                </c:pt>
                <c:pt idx="87302">
                  <c:v>1</c:v>
                </c:pt>
                <c:pt idx="87303">
                  <c:v>2</c:v>
                </c:pt>
                <c:pt idx="87304">
                  <c:v>5</c:v>
                </c:pt>
                <c:pt idx="87305">
                  <c:v>6</c:v>
                </c:pt>
                <c:pt idx="87306">
                  <c:v>6</c:v>
                </c:pt>
                <c:pt idx="87307">
                  <c:v>8</c:v>
                </c:pt>
                <c:pt idx="87308">
                  <c:v>6</c:v>
                </c:pt>
                <c:pt idx="87309">
                  <c:v>5</c:v>
                </c:pt>
                <c:pt idx="87310">
                  <c:v>4</c:v>
                </c:pt>
                <c:pt idx="87311">
                  <c:v>4</c:v>
                </c:pt>
                <c:pt idx="87312">
                  <c:v>4</c:v>
                </c:pt>
                <c:pt idx="87313">
                  <c:v>2</c:v>
                </c:pt>
                <c:pt idx="87314">
                  <c:v>2</c:v>
                </c:pt>
                <c:pt idx="87315">
                  <c:v>1</c:v>
                </c:pt>
                <c:pt idx="87316">
                  <c:v>1</c:v>
                </c:pt>
                <c:pt idx="87317">
                  <c:v>2</c:v>
                </c:pt>
                <c:pt idx="87318">
                  <c:v>1</c:v>
                </c:pt>
                <c:pt idx="87319">
                  <c:v>1</c:v>
                </c:pt>
                <c:pt idx="87320">
                  <c:v>2</c:v>
                </c:pt>
                <c:pt idx="87321">
                  <c:v>2</c:v>
                </c:pt>
                <c:pt idx="87322">
                  <c:v>2</c:v>
                </c:pt>
                <c:pt idx="87323">
                  <c:v>3</c:v>
                </c:pt>
                <c:pt idx="87324">
                  <c:v>2</c:v>
                </c:pt>
                <c:pt idx="87325">
                  <c:v>2</c:v>
                </c:pt>
                <c:pt idx="87326">
                  <c:v>1</c:v>
                </c:pt>
                <c:pt idx="87327">
                  <c:v>2</c:v>
                </c:pt>
                <c:pt idx="87328">
                  <c:v>2</c:v>
                </c:pt>
                <c:pt idx="87329">
                  <c:v>2</c:v>
                </c:pt>
                <c:pt idx="87330">
                  <c:v>2</c:v>
                </c:pt>
                <c:pt idx="87331">
                  <c:v>2</c:v>
                </c:pt>
                <c:pt idx="87332">
                  <c:v>4</c:v>
                </c:pt>
                <c:pt idx="87333">
                  <c:v>3</c:v>
                </c:pt>
                <c:pt idx="87334">
                  <c:v>2</c:v>
                </c:pt>
                <c:pt idx="87335">
                  <c:v>1</c:v>
                </c:pt>
                <c:pt idx="87336">
                  <c:v>4</c:v>
                </c:pt>
                <c:pt idx="87337">
                  <c:v>3</c:v>
                </c:pt>
                <c:pt idx="87338">
                  <c:v>2</c:v>
                </c:pt>
                <c:pt idx="87339">
                  <c:v>1</c:v>
                </c:pt>
                <c:pt idx="87340">
                  <c:v>2</c:v>
                </c:pt>
                <c:pt idx="87341">
                  <c:v>3</c:v>
                </c:pt>
                <c:pt idx="87342">
                  <c:v>4</c:v>
                </c:pt>
                <c:pt idx="87343">
                  <c:v>5</c:v>
                </c:pt>
                <c:pt idx="87344">
                  <c:v>5</c:v>
                </c:pt>
                <c:pt idx="87345">
                  <c:v>4</c:v>
                </c:pt>
                <c:pt idx="87346">
                  <c:v>5</c:v>
                </c:pt>
                <c:pt idx="87347">
                  <c:v>5</c:v>
                </c:pt>
                <c:pt idx="87348">
                  <c:v>3</c:v>
                </c:pt>
                <c:pt idx="87349">
                  <c:v>5</c:v>
                </c:pt>
                <c:pt idx="87350">
                  <c:v>5</c:v>
                </c:pt>
                <c:pt idx="87351">
                  <c:v>5</c:v>
                </c:pt>
                <c:pt idx="87352">
                  <c:v>4</c:v>
                </c:pt>
                <c:pt idx="87353">
                  <c:v>3</c:v>
                </c:pt>
                <c:pt idx="87354">
                  <c:v>4</c:v>
                </c:pt>
                <c:pt idx="87355">
                  <c:v>3</c:v>
                </c:pt>
                <c:pt idx="87356">
                  <c:v>3</c:v>
                </c:pt>
                <c:pt idx="87357">
                  <c:v>3</c:v>
                </c:pt>
                <c:pt idx="87358">
                  <c:v>4</c:v>
                </c:pt>
                <c:pt idx="87359">
                  <c:v>3</c:v>
                </c:pt>
                <c:pt idx="87360">
                  <c:v>1</c:v>
                </c:pt>
                <c:pt idx="87361">
                  <c:v>4</c:v>
                </c:pt>
                <c:pt idx="87362">
                  <c:v>4</c:v>
                </c:pt>
                <c:pt idx="87363">
                  <c:v>3</c:v>
                </c:pt>
                <c:pt idx="87364">
                  <c:v>1</c:v>
                </c:pt>
                <c:pt idx="87365">
                  <c:v>1</c:v>
                </c:pt>
                <c:pt idx="87366">
                  <c:v>1</c:v>
                </c:pt>
                <c:pt idx="87367">
                  <c:v>1</c:v>
                </c:pt>
                <c:pt idx="87368">
                  <c:v>1</c:v>
                </c:pt>
                <c:pt idx="87369">
                  <c:v>-1</c:v>
                </c:pt>
                <c:pt idx="87370">
                  <c:v>2</c:v>
                </c:pt>
                <c:pt idx="87371">
                  <c:v>3</c:v>
                </c:pt>
                <c:pt idx="87372">
                  <c:v>2</c:v>
                </c:pt>
                <c:pt idx="87373">
                  <c:v>5</c:v>
                </c:pt>
                <c:pt idx="87374">
                  <c:v>3</c:v>
                </c:pt>
                <c:pt idx="87375">
                  <c:v>4</c:v>
                </c:pt>
                <c:pt idx="87376">
                  <c:v>4</c:v>
                </c:pt>
                <c:pt idx="87377">
                  <c:v>5</c:v>
                </c:pt>
                <c:pt idx="87378">
                  <c:v>5</c:v>
                </c:pt>
                <c:pt idx="87379">
                  <c:v>4</c:v>
                </c:pt>
                <c:pt idx="87380">
                  <c:v>4</c:v>
                </c:pt>
                <c:pt idx="87381">
                  <c:v>2</c:v>
                </c:pt>
                <c:pt idx="87382">
                  <c:v>1</c:v>
                </c:pt>
                <c:pt idx="87383">
                  <c:v>1</c:v>
                </c:pt>
                <c:pt idx="87384">
                  <c:v>2</c:v>
                </c:pt>
                <c:pt idx="87385">
                  <c:v>1</c:v>
                </c:pt>
                <c:pt idx="87386">
                  <c:v>1</c:v>
                </c:pt>
                <c:pt idx="87387">
                  <c:v>1</c:v>
                </c:pt>
                <c:pt idx="87388">
                  <c:v>4</c:v>
                </c:pt>
                <c:pt idx="87389">
                  <c:v>6</c:v>
                </c:pt>
                <c:pt idx="87390">
                  <c:v>7</c:v>
                </c:pt>
                <c:pt idx="87391">
                  <c:v>3</c:v>
                </c:pt>
                <c:pt idx="87392">
                  <c:v>3</c:v>
                </c:pt>
                <c:pt idx="87393">
                  <c:v>3</c:v>
                </c:pt>
                <c:pt idx="87394">
                  <c:v>2</c:v>
                </c:pt>
                <c:pt idx="87395">
                  <c:v>2</c:v>
                </c:pt>
                <c:pt idx="87396">
                  <c:v>1</c:v>
                </c:pt>
                <c:pt idx="87397">
                  <c:v>2</c:v>
                </c:pt>
                <c:pt idx="87398">
                  <c:v>3</c:v>
                </c:pt>
                <c:pt idx="87399">
                  <c:v>3</c:v>
                </c:pt>
                <c:pt idx="87400">
                  <c:v>2</c:v>
                </c:pt>
                <c:pt idx="87401">
                  <c:v>4</c:v>
                </c:pt>
                <c:pt idx="87402">
                  <c:v>4</c:v>
                </c:pt>
                <c:pt idx="87403">
                  <c:v>4</c:v>
                </c:pt>
                <c:pt idx="87404">
                  <c:v>3</c:v>
                </c:pt>
                <c:pt idx="87405">
                  <c:v>4</c:v>
                </c:pt>
                <c:pt idx="87406">
                  <c:v>3</c:v>
                </c:pt>
                <c:pt idx="87407">
                  <c:v>2</c:v>
                </c:pt>
                <c:pt idx="87408">
                  <c:v>5</c:v>
                </c:pt>
                <c:pt idx="87409">
                  <c:v>1</c:v>
                </c:pt>
                <c:pt idx="87410">
                  <c:v>2</c:v>
                </c:pt>
                <c:pt idx="87411">
                  <c:v>1</c:v>
                </c:pt>
                <c:pt idx="87412">
                  <c:v>1</c:v>
                </c:pt>
                <c:pt idx="87413">
                  <c:v>2</c:v>
                </c:pt>
                <c:pt idx="87414">
                  <c:v>2</c:v>
                </c:pt>
                <c:pt idx="87415">
                  <c:v>4</c:v>
                </c:pt>
                <c:pt idx="87416">
                  <c:v>2</c:v>
                </c:pt>
                <c:pt idx="87417">
                  <c:v>4</c:v>
                </c:pt>
                <c:pt idx="87418">
                  <c:v>2</c:v>
                </c:pt>
                <c:pt idx="87419">
                  <c:v>5</c:v>
                </c:pt>
                <c:pt idx="87420">
                  <c:v>4</c:v>
                </c:pt>
                <c:pt idx="87421">
                  <c:v>4</c:v>
                </c:pt>
                <c:pt idx="87422">
                  <c:v>3</c:v>
                </c:pt>
                <c:pt idx="87423">
                  <c:v>5</c:v>
                </c:pt>
                <c:pt idx="87424">
                  <c:v>2</c:v>
                </c:pt>
                <c:pt idx="87425">
                  <c:v>3</c:v>
                </c:pt>
                <c:pt idx="87426">
                  <c:v>3</c:v>
                </c:pt>
                <c:pt idx="87427">
                  <c:v>4</c:v>
                </c:pt>
                <c:pt idx="87428">
                  <c:v>3</c:v>
                </c:pt>
                <c:pt idx="87429">
                  <c:v>5</c:v>
                </c:pt>
                <c:pt idx="87430">
                  <c:v>2</c:v>
                </c:pt>
                <c:pt idx="87431">
                  <c:v>7</c:v>
                </c:pt>
                <c:pt idx="87432">
                  <c:v>2</c:v>
                </c:pt>
                <c:pt idx="87433">
                  <c:v>4</c:v>
                </c:pt>
                <c:pt idx="87434">
                  <c:v>4</c:v>
                </c:pt>
                <c:pt idx="87435">
                  <c:v>6</c:v>
                </c:pt>
                <c:pt idx="87436">
                  <c:v>3</c:v>
                </c:pt>
                <c:pt idx="87437">
                  <c:v>3</c:v>
                </c:pt>
                <c:pt idx="87438">
                  <c:v>2</c:v>
                </c:pt>
                <c:pt idx="87439">
                  <c:v>2</c:v>
                </c:pt>
                <c:pt idx="87440">
                  <c:v>2</c:v>
                </c:pt>
                <c:pt idx="87441">
                  <c:v>3</c:v>
                </c:pt>
                <c:pt idx="87442">
                  <c:v>3</c:v>
                </c:pt>
                <c:pt idx="87443">
                  <c:v>3</c:v>
                </c:pt>
                <c:pt idx="87444">
                  <c:v>3</c:v>
                </c:pt>
                <c:pt idx="87445">
                  <c:v>2</c:v>
                </c:pt>
                <c:pt idx="87446">
                  <c:v>2</c:v>
                </c:pt>
                <c:pt idx="87447">
                  <c:v>1</c:v>
                </c:pt>
                <c:pt idx="87448">
                  <c:v>1</c:v>
                </c:pt>
                <c:pt idx="87449">
                  <c:v>1</c:v>
                </c:pt>
                <c:pt idx="87450">
                  <c:v>1</c:v>
                </c:pt>
                <c:pt idx="87451">
                  <c:v>1</c:v>
                </c:pt>
                <c:pt idx="87452">
                  <c:v>1</c:v>
                </c:pt>
                <c:pt idx="87453">
                  <c:v>1</c:v>
                </c:pt>
                <c:pt idx="87454">
                  <c:v>4</c:v>
                </c:pt>
                <c:pt idx="87455">
                  <c:v>4</c:v>
                </c:pt>
                <c:pt idx="87456">
                  <c:v>1</c:v>
                </c:pt>
                <c:pt idx="87457">
                  <c:v>2</c:v>
                </c:pt>
                <c:pt idx="87458">
                  <c:v>2</c:v>
                </c:pt>
                <c:pt idx="87459">
                  <c:v>4</c:v>
                </c:pt>
                <c:pt idx="87460">
                  <c:v>4</c:v>
                </c:pt>
                <c:pt idx="87461">
                  <c:v>4</c:v>
                </c:pt>
                <c:pt idx="87462">
                  <c:v>4</c:v>
                </c:pt>
                <c:pt idx="87463">
                  <c:v>4</c:v>
                </c:pt>
                <c:pt idx="87464">
                  <c:v>4</c:v>
                </c:pt>
                <c:pt idx="87465">
                  <c:v>4</c:v>
                </c:pt>
                <c:pt idx="87466">
                  <c:v>4</c:v>
                </c:pt>
                <c:pt idx="87467">
                  <c:v>4</c:v>
                </c:pt>
                <c:pt idx="87468">
                  <c:v>2</c:v>
                </c:pt>
                <c:pt idx="87469">
                  <c:v>3</c:v>
                </c:pt>
                <c:pt idx="87470">
                  <c:v>2</c:v>
                </c:pt>
                <c:pt idx="87471">
                  <c:v>4</c:v>
                </c:pt>
                <c:pt idx="87472">
                  <c:v>1</c:v>
                </c:pt>
                <c:pt idx="87473">
                  <c:v>3</c:v>
                </c:pt>
                <c:pt idx="87474">
                  <c:v>3</c:v>
                </c:pt>
                <c:pt idx="87475">
                  <c:v>3</c:v>
                </c:pt>
                <c:pt idx="87476">
                  <c:v>2</c:v>
                </c:pt>
                <c:pt idx="87477">
                  <c:v>1</c:v>
                </c:pt>
                <c:pt idx="87478">
                  <c:v>0</c:v>
                </c:pt>
                <c:pt idx="87479">
                  <c:v>2</c:v>
                </c:pt>
                <c:pt idx="87480">
                  <c:v>0</c:v>
                </c:pt>
                <c:pt idx="87481">
                  <c:v>1</c:v>
                </c:pt>
                <c:pt idx="87482">
                  <c:v>3</c:v>
                </c:pt>
                <c:pt idx="87483">
                  <c:v>1</c:v>
                </c:pt>
                <c:pt idx="87484">
                  <c:v>0</c:v>
                </c:pt>
                <c:pt idx="87485">
                  <c:v>0</c:v>
                </c:pt>
                <c:pt idx="87486">
                  <c:v>2</c:v>
                </c:pt>
                <c:pt idx="87487">
                  <c:v>2</c:v>
                </c:pt>
                <c:pt idx="87488">
                  <c:v>1</c:v>
                </c:pt>
                <c:pt idx="87489">
                  <c:v>0</c:v>
                </c:pt>
                <c:pt idx="87490">
                  <c:v>2</c:v>
                </c:pt>
                <c:pt idx="87491">
                  <c:v>2</c:v>
                </c:pt>
                <c:pt idx="87492">
                  <c:v>1</c:v>
                </c:pt>
                <c:pt idx="87493">
                  <c:v>4</c:v>
                </c:pt>
                <c:pt idx="87494">
                  <c:v>6</c:v>
                </c:pt>
                <c:pt idx="87495">
                  <c:v>8</c:v>
                </c:pt>
                <c:pt idx="87496">
                  <c:v>4</c:v>
                </c:pt>
                <c:pt idx="87497">
                  <c:v>2</c:v>
                </c:pt>
                <c:pt idx="87498">
                  <c:v>1</c:v>
                </c:pt>
                <c:pt idx="87499">
                  <c:v>2</c:v>
                </c:pt>
                <c:pt idx="87500">
                  <c:v>3</c:v>
                </c:pt>
                <c:pt idx="87501">
                  <c:v>1</c:v>
                </c:pt>
                <c:pt idx="87502">
                  <c:v>2</c:v>
                </c:pt>
                <c:pt idx="87503">
                  <c:v>2</c:v>
                </c:pt>
                <c:pt idx="87504">
                  <c:v>-1</c:v>
                </c:pt>
                <c:pt idx="87505">
                  <c:v>1</c:v>
                </c:pt>
                <c:pt idx="87506">
                  <c:v>3</c:v>
                </c:pt>
                <c:pt idx="87507">
                  <c:v>4</c:v>
                </c:pt>
                <c:pt idx="87508">
                  <c:v>8</c:v>
                </c:pt>
                <c:pt idx="87509">
                  <c:v>4</c:v>
                </c:pt>
                <c:pt idx="87510">
                  <c:v>3</c:v>
                </c:pt>
                <c:pt idx="87511">
                  <c:v>3</c:v>
                </c:pt>
                <c:pt idx="87512">
                  <c:v>3</c:v>
                </c:pt>
                <c:pt idx="87513">
                  <c:v>4</c:v>
                </c:pt>
                <c:pt idx="87514">
                  <c:v>3</c:v>
                </c:pt>
                <c:pt idx="87515">
                  <c:v>4</c:v>
                </c:pt>
                <c:pt idx="87516">
                  <c:v>2</c:v>
                </c:pt>
                <c:pt idx="87517">
                  <c:v>2</c:v>
                </c:pt>
                <c:pt idx="87518">
                  <c:v>2</c:v>
                </c:pt>
                <c:pt idx="87519">
                  <c:v>1</c:v>
                </c:pt>
                <c:pt idx="87520">
                  <c:v>2</c:v>
                </c:pt>
                <c:pt idx="87521">
                  <c:v>3</c:v>
                </c:pt>
                <c:pt idx="87522">
                  <c:v>1</c:v>
                </c:pt>
                <c:pt idx="87523">
                  <c:v>3</c:v>
                </c:pt>
                <c:pt idx="87524">
                  <c:v>2</c:v>
                </c:pt>
                <c:pt idx="87525">
                  <c:v>4</c:v>
                </c:pt>
                <c:pt idx="87526">
                  <c:v>5</c:v>
                </c:pt>
                <c:pt idx="87527">
                  <c:v>4</c:v>
                </c:pt>
                <c:pt idx="87528">
                  <c:v>2</c:v>
                </c:pt>
                <c:pt idx="87529">
                  <c:v>3</c:v>
                </c:pt>
                <c:pt idx="87530">
                  <c:v>2</c:v>
                </c:pt>
                <c:pt idx="87531">
                  <c:v>3</c:v>
                </c:pt>
                <c:pt idx="87532">
                  <c:v>3</c:v>
                </c:pt>
                <c:pt idx="87533">
                  <c:v>2</c:v>
                </c:pt>
                <c:pt idx="87534">
                  <c:v>3</c:v>
                </c:pt>
                <c:pt idx="87535">
                  <c:v>6</c:v>
                </c:pt>
                <c:pt idx="87536">
                  <c:v>4</c:v>
                </c:pt>
                <c:pt idx="87537">
                  <c:v>3</c:v>
                </c:pt>
                <c:pt idx="87538">
                  <c:v>6</c:v>
                </c:pt>
                <c:pt idx="87539">
                  <c:v>4</c:v>
                </c:pt>
                <c:pt idx="87540">
                  <c:v>4</c:v>
                </c:pt>
                <c:pt idx="87541">
                  <c:v>1</c:v>
                </c:pt>
                <c:pt idx="87542">
                  <c:v>1</c:v>
                </c:pt>
                <c:pt idx="87543">
                  <c:v>1</c:v>
                </c:pt>
                <c:pt idx="87544">
                  <c:v>1</c:v>
                </c:pt>
                <c:pt idx="87545">
                  <c:v>1</c:v>
                </c:pt>
                <c:pt idx="87546">
                  <c:v>1</c:v>
                </c:pt>
                <c:pt idx="87547">
                  <c:v>1</c:v>
                </c:pt>
                <c:pt idx="87548">
                  <c:v>3</c:v>
                </c:pt>
                <c:pt idx="87549">
                  <c:v>1</c:v>
                </c:pt>
                <c:pt idx="87550">
                  <c:v>3</c:v>
                </c:pt>
                <c:pt idx="87551">
                  <c:v>4</c:v>
                </c:pt>
                <c:pt idx="87552">
                  <c:v>4</c:v>
                </c:pt>
                <c:pt idx="87553">
                  <c:v>3</c:v>
                </c:pt>
                <c:pt idx="87554">
                  <c:v>-3</c:v>
                </c:pt>
                <c:pt idx="87555">
                  <c:v>2</c:v>
                </c:pt>
                <c:pt idx="87556">
                  <c:v>3</c:v>
                </c:pt>
                <c:pt idx="87557">
                  <c:v>1</c:v>
                </c:pt>
                <c:pt idx="87558">
                  <c:v>3</c:v>
                </c:pt>
                <c:pt idx="87559">
                  <c:v>3</c:v>
                </c:pt>
                <c:pt idx="87560">
                  <c:v>3</c:v>
                </c:pt>
                <c:pt idx="87561">
                  <c:v>3</c:v>
                </c:pt>
                <c:pt idx="87562">
                  <c:v>4</c:v>
                </c:pt>
                <c:pt idx="87563">
                  <c:v>2</c:v>
                </c:pt>
                <c:pt idx="87564">
                  <c:v>2</c:v>
                </c:pt>
                <c:pt idx="87565">
                  <c:v>2</c:v>
                </c:pt>
                <c:pt idx="87566">
                  <c:v>2</c:v>
                </c:pt>
                <c:pt idx="87567">
                  <c:v>2</c:v>
                </c:pt>
                <c:pt idx="87568">
                  <c:v>2</c:v>
                </c:pt>
                <c:pt idx="87569">
                  <c:v>2</c:v>
                </c:pt>
                <c:pt idx="87570">
                  <c:v>5</c:v>
                </c:pt>
                <c:pt idx="87571">
                  <c:v>9</c:v>
                </c:pt>
                <c:pt idx="87572">
                  <c:v>5</c:v>
                </c:pt>
                <c:pt idx="87573">
                  <c:v>2</c:v>
                </c:pt>
                <c:pt idx="87574">
                  <c:v>2</c:v>
                </c:pt>
                <c:pt idx="87575">
                  <c:v>1</c:v>
                </c:pt>
                <c:pt idx="87576">
                  <c:v>1</c:v>
                </c:pt>
                <c:pt idx="87577">
                  <c:v>9</c:v>
                </c:pt>
                <c:pt idx="87578">
                  <c:v>1</c:v>
                </c:pt>
                <c:pt idx="87579">
                  <c:v>1</c:v>
                </c:pt>
                <c:pt idx="87580">
                  <c:v>1</c:v>
                </c:pt>
                <c:pt idx="87581">
                  <c:v>1</c:v>
                </c:pt>
                <c:pt idx="87582">
                  <c:v>1</c:v>
                </c:pt>
                <c:pt idx="87583">
                  <c:v>1</c:v>
                </c:pt>
                <c:pt idx="87584">
                  <c:v>1</c:v>
                </c:pt>
                <c:pt idx="87585">
                  <c:v>2</c:v>
                </c:pt>
                <c:pt idx="87586">
                  <c:v>2</c:v>
                </c:pt>
                <c:pt idx="87587">
                  <c:v>1</c:v>
                </c:pt>
                <c:pt idx="87588">
                  <c:v>2</c:v>
                </c:pt>
                <c:pt idx="87589">
                  <c:v>1</c:v>
                </c:pt>
                <c:pt idx="87590">
                  <c:v>1</c:v>
                </c:pt>
                <c:pt idx="87591">
                  <c:v>2</c:v>
                </c:pt>
                <c:pt idx="87592">
                  <c:v>2</c:v>
                </c:pt>
                <c:pt idx="87593">
                  <c:v>3</c:v>
                </c:pt>
                <c:pt idx="87594">
                  <c:v>2</c:v>
                </c:pt>
                <c:pt idx="87595">
                  <c:v>3</c:v>
                </c:pt>
                <c:pt idx="87596">
                  <c:v>3</c:v>
                </c:pt>
                <c:pt idx="87597">
                  <c:v>4</c:v>
                </c:pt>
                <c:pt idx="87598">
                  <c:v>2</c:v>
                </c:pt>
                <c:pt idx="87599">
                  <c:v>4</c:v>
                </c:pt>
                <c:pt idx="87600">
                  <c:v>1</c:v>
                </c:pt>
                <c:pt idx="87601">
                  <c:v>-1</c:v>
                </c:pt>
                <c:pt idx="87602">
                  <c:v>1</c:v>
                </c:pt>
                <c:pt idx="87603">
                  <c:v>2</c:v>
                </c:pt>
                <c:pt idx="87604">
                  <c:v>2</c:v>
                </c:pt>
                <c:pt idx="87605">
                  <c:v>3</c:v>
                </c:pt>
                <c:pt idx="87606">
                  <c:v>1</c:v>
                </c:pt>
                <c:pt idx="87607">
                  <c:v>2</c:v>
                </c:pt>
                <c:pt idx="87608">
                  <c:v>4</c:v>
                </c:pt>
                <c:pt idx="87609">
                  <c:v>2</c:v>
                </c:pt>
                <c:pt idx="87610">
                  <c:v>2</c:v>
                </c:pt>
                <c:pt idx="87611">
                  <c:v>3</c:v>
                </c:pt>
                <c:pt idx="87612">
                  <c:v>1</c:v>
                </c:pt>
                <c:pt idx="87613">
                  <c:v>2</c:v>
                </c:pt>
                <c:pt idx="87614">
                  <c:v>2</c:v>
                </c:pt>
                <c:pt idx="87615">
                  <c:v>1</c:v>
                </c:pt>
                <c:pt idx="87616">
                  <c:v>1</c:v>
                </c:pt>
                <c:pt idx="87617">
                  <c:v>1</c:v>
                </c:pt>
                <c:pt idx="87618">
                  <c:v>2</c:v>
                </c:pt>
                <c:pt idx="87619">
                  <c:v>3</c:v>
                </c:pt>
                <c:pt idx="87620">
                  <c:v>2</c:v>
                </c:pt>
                <c:pt idx="87621">
                  <c:v>3</c:v>
                </c:pt>
                <c:pt idx="87622">
                  <c:v>4</c:v>
                </c:pt>
                <c:pt idx="87623">
                  <c:v>2</c:v>
                </c:pt>
                <c:pt idx="87624">
                  <c:v>4</c:v>
                </c:pt>
                <c:pt idx="87625">
                  <c:v>3</c:v>
                </c:pt>
                <c:pt idx="87626">
                  <c:v>4</c:v>
                </c:pt>
                <c:pt idx="87627">
                  <c:v>2</c:v>
                </c:pt>
                <c:pt idx="87628">
                  <c:v>2</c:v>
                </c:pt>
                <c:pt idx="87629">
                  <c:v>2</c:v>
                </c:pt>
                <c:pt idx="87630">
                  <c:v>3</c:v>
                </c:pt>
                <c:pt idx="87631">
                  <c:v>5</c:v>
                </c:pt>
                <c:pt idx="87632">
                  <c:v>2</c:v>
                </c:pt>
                <c:pt idx="87633">
                  <c:v>3</c:v>
                </c:pt>
                <c:pt idx="87634">
                  <c:v>3</c:v>
                </c:pt>
                <c:pt idx="87635">
                  <c:v>1</c:v>
                </c:pt>
                <c:pt idx="87636">
                  <c:v>1</c:v>
                </c:pt>
                <c:pt idx="87637">
                  <c:v>2</c:v>
                </c:pt>
                <c:pt idx="87638">
                  <c:v>3</c:v>
                </c:pt>
                <c:pt idx="87639">
                  <c:v>1</c:v>
                </c:pt>
                <c:pt idx="87640">
                  <c:v>1</c:v>
                </c:pt>
                <c:pt idx="87641">
                  <c:v>3</c:v>
                </c:pt>
                <c:pt idx="87642">
                  <c:v>1</c:v>
                </c:pt>
                <c:pt idx="87643">
                  <c:v>2</c:v>
                </c:pt>
                <c:pt idx="87644">
                  <c:v>1</c:v>
                </c:pt>
                <c:pt idx="87645">
                  <c:v>3</c:v>
                </c:pt>
                <c:pt idx="87646">
                  <c:v>2</c:v>
                </c:pt>
                <c:pt idx="87647">
                  <c:v>1</c:v>
                </c:pt>
                <c:pt idx="87648">
                  <c:v>2</c:v>
                </c:pt>
                <c:pt idx="87649">
                  <c:v>1</c:v>
                </c:pt>
                <c:pt idx="87650">
                  <c:v>1</c:v>
                </c:pt>
                <c:pt idx="87651">
                  <c:v>1</c:v>
                </c:pt>
                <c:pt idx="87652">
                  <c:v>1</c:v>
                </c:pt>
                <c:pt idx="87653">
                  <c:v>1</c:v>
                </c:pt>
                <c:pt idx="87654">
                  <c:v>2</c:v>
                </c:pt>
                <c:pt idx="87655">
                  <c:v>3</c:v>
                </c:pt>
                <c:pt idx="87656">
                  <c:v>3</c:v>
                </c:pt>
                <c:pt idx="87657">
                  <c:v>4</c:v>
                </c:pt>
                <c:pt idx="87658">
                  <c:v>2</c:v>
                </c:pt>
                <c:pt idx="87659">
                  <c:v>2</c:v>
                </c:pt>
                <c:pt idx="87660">
                  <c:v>2</c:v>
                </c:pt>
                <c:pt idx="87661">
                  <c:v>3</c:v>
                </c:pt>
                <c:pt idx="87662">
                  <c:v>4</c:v>
                </c:pt>
                <c:pt idx="87663">
                  <c:v>4</c:v>
                </c:pt>
                <c:pt idx="87664">
                  <c:v>3</c:v>
                </c:pt>
                <c:pt idx="87665">
                  <c:v>3</c:v>
                </c:pt>
                <c:pt idx="87666">
                  <c:v>3</c:v>
                </c:pt>
                <c:pt idx="87667">
                  <c:v>2</c:v>
                </c:pt>
                <c:pt idx="87668">
                  <c:v>4</c:v>
                </c:pt>
                <c:pt idx="87669">
                  <c:v>3</c:v>
                </c:pt>
                <c:pt idx="87670">
                  <c:v>3</c:v>
                </c:pt>
                <c:pt idx="87671">
                  <c:v>3</c:v>
                </c:pt>
                <c:pt idx="87672">
                  <c:v>3</c:v>
                </c:pt>
                <c:pt idx="87673">
                  <c:v>3</c:v>
                </c:pt>
                <c:pt idx="87674">
                  <c:v>4</c:v>
                </c:pt>
                <c:pt idx="87675">
                  <c:v>5</c:v>
                </c:pt>
                <c:pt idx="87676">
                  <c:v>1</c:v>
                </c:pt>
                <c:pt idx="87677">
                  <c:v>11</c:v>
                </c:pt>
                <c:pt idx="87678">
                  <c:v>6</c:v>
                </c:pt>
                <c:pt idx="87679">
                  <c:v>1</c:v>
                </c:pt>
                <c:pt idx="87680">
                  <c:v>1</c:v>
                </c:pt>
                <c:pt idx="87681">
                  <c:v>1</c:v>
                </c:pt>
                <c:pt idx="87682">
                  <c:v>1</c:v>
                </c:pt>
                <c:pt idx="87683">
                  <c:v>1</c:v>
                </c:pt>
                <c:pt idx="87684">
                  <c:v>1</c:v>
                </c:pt>
                <c:pt idx="87685">
                  <c:v>1</c:v>
                </c:pt>
                <c:pt idx="87686">
                  <c:v>2</c:v>
                </c:pt>
                <c:pt idx="87687">
                  <c:v>2</c:v>
                </c:pt>
                <c:pt idx="87688">
                  <c:v>1</c:v>
                </c:pt>
                <c:pt idx="87689">
                  <c:v>1</c:v>
                </c:pt>
                <c:pt idx="87690">
                  <c:v>4</c:v>
                </c:pt>
                <c:pt idx="87691">
                  <c:v>2</c:v>
                </c:pt>
                <c:pt idx="87692">
                  <c:v>3</c:v>
                </c:pt>
                <c:pt idx="87693">
                  <c:v>3</c:v>
                </c:pt>
                <c:pt idx="87694">
                  <c:v>2</c:v>
                </c:pt>
                <c:pt idx="87695">
                  <c:v>2</c:v>
                </c:pt>
                <c:pt idx="87696">
                  <c:v>3</c:v>
                </c:pt>
                <c:pt idx="87697">
                  <c:v>2</c:v>
                </c:pt>
                <c:pt idx="87698">
                  <c:v>5</c:v>
                </c:pt>
                <c:pt idx="87699">
                  <c:v>3</c:v>
                </c:pt>
                <c:pt idx="87700">
                  <c:v>3</c:v>
                </c:pt>
                <c:pt idx="87701">
                  <c:v>3</c:v>
                </c:pt>
                <c:pt idx="87702">
                  <c:v>4</c:v>
                </c:pt>
                <c:pt idx="87703">
                  <c:v>3</c:v>
                </c:pt>
                <c:pt idx="87704">
                  <c:v>9</c:v>
                </c:pt>
                <c:pt idx="87705">
                  <c:v>2</c:v>
                </c:pt>
                <c:pt idx="87706">
                  <c:v>3</c:v>
                </c:pt>
                <c:pt idx="87707">
                  <c:v>5</c:v>
                </c:pt>
                <c:pt idx="87708">
                  <c:v>1</c:v>
                </c:pt>
                <c:pt idx="87709">
                  <c:v>1</c:v>
                </c:pt>
                <c:pt idx="87710">
                  <c:v>2</c:v>
                </c:pt>
                <c:pt idx="87711">
                  <c:v>1</c:v>
                </c:pt>
                <c:pt idx="87712">
                  <c:v>1</c:v>
                </c:pt>
                <c:pt idx="87713">
                  <c:v>1</c:v>
                </c:pt>
                <c:pt idx="87714">
                  <c:v>2</c:v>
                </c:pt>
                <c:pt idx="87715">
                  <c:v>2</c:v>
                </c:pt>
                <c:pt idx="87716">
                  <c:v>4</c:v>
                </c:pt>
                <c:pt idx="87717">
                  <c:v>5</c:v>
                </c:pt>
                <c:pt idx="87718">
                  <c:v>7</c:v>
                </c:pt>
                <c:pt idx="87719">
                  <c:v>4</c:v>
                </c:pt>
                <c:pt idx="87720">
                  <c:v>7</c:v>
                </c:pt>
                <c:pt idx="87721">
                  <c:v>3</c:v>
                </c:pt>
                <c:pt idx="87722">
                  <c:v>2</c:v>
                </c:pt>
                <c:pt idx="87723">
                  <c:v>3</c:v>
                </c:pt>
                <c:pt idx="87724">
                  <c:v>5</c:v>
                </c:pt>
                <c:pt idx="87725">
                  <c:v>1</c:v>
                </c:pt>
                <c:pt idx="87726">
                  <c:v>2</c:v>
                </c:pt>
                <c:pt idx="87727">
                  <c:v>2</c:v>
                </c:pt>
                <c:pt idx="87728">
                  <c:v>2</c:v>
                </c:pt>
                <c:pt idx="87729">
                  <c:v>1</c:v>
                </c:pt>
                <c:pt idx="87730">
                  <c:v>2</c:v>
                </c:pt>
                <c:pt idx="87731">
                  <c:v>1</c:v>
                </c:pt>
                <c:pt idx="87732">
                  <c:v>1</c:v>
                </c:pt>
                <c:pt idx="87733">
                  <c:v>3</c:v>
                </c:pt>
                <c:pt idx="87734">
                  <c:v>1</c:v>
                </c:pt>
                <c:pt idx="87735">
                  <c:v>3</c:v>
                </c:pt>
                <c:pt idx="87736">
                  <c:v>2</c:v>
                </c:pt>
                <c:pt idx="87737">
                  <c:v>2</c:v>
                </c:pt>
                <c:pt idx="87738">
                  <c:v>1</c:v>
                </c:pt>
                <c:pt idx="87739">
                  <c:v>5</c:v>
                </c:pt>
                <c:pt idx="87740">
                  <c:v>1</c:v>
                </c:pt>
                <c:pt idx="87741">
                  <c:v>1</c:v>
                </c:pt>
                <c:pt idx="87742">
                  <c:v>1</c:v>
                </c:pt>
                <c:pt idx="87743">
                  <c:v>1</c:v>
                </c:pt>
                <c:pt idx="87744">
                  <c:v>1</c:v>
                </c:pt>
                <c:pt idx="87745">
                  <c:v>2</c:v>
                </c:pt>
                <c:pt idx="87746">
                  <c:v>1</c:v>
                </c:pt>
                <c:pt idx="87747">
                  <c:v>1</c:v>
                </c:pt>
                <c:pt idx="87748">
                  <c:v>1</c:v>
                </c:pt>
                <c:pt idx="87749">
                  <c:v>3</c:v>
                </c:pt>
                <c:pt idx="87750">
                  <c:v>1</c:v>
                </c:pt>
                <c:pt idx="87751">
                  <c:v>1</c:v>
                </c:pt>
                <c:pt idx="87752">
                  <c:v>10</c:v>
                </c:pt>
                <c:pt idx="87753">
                  <c:v>5</c:v>
                </c:pt>
                <c:pt idx="87754">
                  <c:v>2</c:v>
                </c:pt>
                <c:pt idx="87755">
                  <c:v>2</c:v>
                </c:pt>
                <c:pt idx="87756">
                  <c:v>1</c:v>
                </c:pt>
                <c:pt idx="87757">
                  <c:v>1</c:v>
                </c:pt>
                <c:pt idx="87758">
                  <c:v>2</c:v>
                </c:pt>
                <c:pt idx="87759">
                  <c:v>3</c:v>
                </c:pt>
                <c:pt idx="87760">
                  <c:v>3</c:v>
                </c:pt>
                <c:pt idx="87761">
                  <c:v>3</c:v>
                </c:pt>
                <c:pt idx="87762">
                  <c:v>4</c:v>
                </c:pt>
                <c:pt idx="87763">
                  <c:v>4</c:v>
                </c:pt>
                <c:pt idx="87764">
                  <c:v>4</c:v>
                </c:pt>
                <c:pt idx="87765">
                  <c:v>5</c:v>
                </c:pt>
                <c:pt idx="87766">
                  <c:v>3</c:v>
                </c:pt>
                <c:pt idx="87767">
                  <c:v>5</c:v>
                </c:pt>
                <c:pt idx="87768">
                  <c:v>3</c:v>
                </c:pt>
                <c:pt idx="87769">
                  <c:v>3</c:v>
                </c:pt>
                <c:pt idx="87770">
                  <c:v>3</c:v>
                </c:pt>
                <c:pt idx="87771">
                  <c:v>3</c:v>
                </c:pt>
                <c:pt idx="87772">
                  <c:v>5</c:v>
                </c:pt>
                <c:pt idx="87773">
                  <c:v>3</c:v>
                </c:pt>
                <c:pt idx="87774">
                  <c:v>2</c:v>
                </c:pt>
                <c:pt idx="87775">
                  <c:v>2</c:v>
                </c:pt>
                <c:pt idx="87776">
                  <c:v>2</c:v>
                </c:pt>
                <c:pt idx="87777">
                  <c:v>3</c:v>
                </c:pt>
                <c:pt idx="87778">
                  <c:v>3</c:v>
                </c:pt>
                <c:pt idx="87779">
                  <c:v>7</c:v>
                </c:pt>
                <c:pt idx="87780">
                  <c:v>4</c:v>
                </c:pt>
                <c:pt idx="87781">
                  <c:v>6</c:v>
                </c:pt>
                <c:pt idx="87782">
                  <c:v>1</c:v>
                </c:pt>
                <c:pt idx="87783">
                  <c:v>4</c:v>
                </c:pt>
                <c:pt idx="87784">
                  <c:v>3</c:v>
                </c:pt>
                <c:pt idx="87785">
                  <c:v>4</c:v>
                </c:pt>
                <c:pt idx="87786">
                  <c:v>2</c:v>
                </c:pt>
                <c:pt idx="87787">
                  <c:v>4</c:v>
                </c:pt>
                <c:pt idx="87788">
                  <c:v>2</c:v>
                </c:pt>
                <c:pt idx="87789">
                  <c:v>3</c:v>
                </c:pt>
                <c:pt idx="87790">
                  <c:v>3</c:v>
                </c:pt>
                <c:pt idx="87791">
                  <c:v>3</c:v>
                </c:pt>
                <c:pt idx="87792">
                  <c:v>1</c:v>
                </c:pt>
                <c:pt idx="87793">
                  <c:v>3</c:v>
                </c:pt>
                <c:pt idx="87794">
                  <c:v>4</c:v>
                </c:pt>
                <c:pt idx="87795">
                  <c:v>4</c:v>
                </c:pt>
                <c:pt idx="87796">
                  <c:v>5</c:v>
                </c:pt>
                <c:pt idx="87797">
                  <c:v>4</c:v>
                </c:pt>
                <c:pt idx="87798">
                  <c:v>4</c:v>
                </c:pt>
                <c:pt idx="87799">
                  <c:v>3</c:v>
                </c:pt>
                <c:pt idx="87800">
                  <c:v>3</c:v>
                </c:pt>
                <c:pt idx="87801">
                  <c:v>5</c:v>
                </c:pt>
                <c:pt idx="87802">
                  <c:v>2</c:v>
                </c:pt>
                <c:pt idx="87803">
                  <c:v>2</c:v>
                </c:pt>
                <c:pt idx="87804">
                  <c:v>2</c:v>
                </c:pt>
                <c:pt idx="87805">
                  <c:v>1</c:v>
                </c:pt>
                <c:pt idx="87806">
                  <c:v>1</c:v>
                </c:pt>
                <c:pt idx="87807">
                  <c:v>1</c:v>
                </c:pt>
                <c:pt idx="87808">
                  <c:v>2</c:v>
                </c:pt>
                <c:pt idx="87809">
                  <c:v>4</c:v>
                </c:pt>
                <c:pt idx="87810">
                  <c:v>0</c:v>
                </c:pt>
                <c:pt idx="87811">
                  <c:v>1</c:v>
                </c:pt>
                <c:pt idx="87812">
                  <c:v>4</c:v>
                </c:pt>
                <c:pt idx="87813">
                  <c:v>4</c:v>
                </c:pt>
                <c:pt idx="87814">
                  <c:v>4</c:v>
                </c:pt>
                <c:pt idx="87815">
                  <c:v>4</c:v>
                </c:pt>
                <c:pt idx="87816">
                  <c:v>5</c:v>
                </c:pt>
                <c:pt idx="87817">
                  <c:v>4</c:v>
                </c:pt>
                <c:pt idx="87818">
                  <c:v>6</c:v>
                </c:pt>
                <c:pt idx="87819">
                  <c:v>4</c:v>
                </c:pt>
                <c:pt idx="87820">
                  <c:v>4</c:v>
                </c:pt>
                <c:pt idx="87821">
                  <c:v>2</c:v>
                </c:pt>
                <c:pt idx="87822">
                  <c:v>6</c:v>
                </c:pt>
                <c:pt idx="87823">
                  <c:v>1</c:v>
                </c:pt>
                <c:pt idx="87824">
                  <c:v>1</c:v>
                </c:pt>
                <c:pt idx="87825">
                  <c:v>5</c:v>
                </c:pt>
                <c:pt idx="87826">
                  <c:v>3</c:v>
                </c:pt>
                <c:pt idx="87827">
                  <c:v>4</c:v>
                </c:pt>
                <c:pt idx="87828">
                  <c:v>5</c:v>
                </c:pt>
                <c:pt idx="87829">
                  <c:v>3</c:v>
                </c:pt>
                <c:pt idx="87830">
                  <c:v>4</c:v>
                </c:pt>
                <c:pt idx="87831">
                  <c:v>3</c:v>
                </c:pt>
                <c:pt idx="87832">
                  <c:v>3</c:v>
                </c:pt>
                <c:pt idx="87833">
                  <c:v>1</c:v>
                </c:pt>
                <c:pt idx="87834">
                  <c:v>1</c:v>
                </c:pt>
                <c:pt idx="87835">
                  <c:v>1</c:v>
                </c:pt>
                <c:pt idx="87836">
                  <c:v>2</c:v>
                </c:pt>
                <c:pt idx="87837">
                  <c:v>3</c:v>
                </c:pt>
                <c:pt idx="87838">
                  <c:v>2</c:v>
                </c:pt>
                <c:pt idx="87839">
                  <c:v>5</c:v>
                </c:pt>
                <c:pt idx="87840">
                  <c:v>3</c:v>
                </c:pt>
                <c:pt idx="87841">
                  <c:v>3</c:v>
                </c:pt>
                <c:pt idx="87842">
                  <c:v>2</c:v>
                </c:pt>
                <c:pt idx="87843">
                  <c:v>4</c:v>
                </c:pt>
                <c:pt idx="87844">
                  <c:v>4</c:v>
                </c:pt>
                <c:pt idx="87845">
                  <c:v>4</c:v>
                </c:pt>
                <c:pt idx="87846">
                  <c:v>4</c:v>
                </c:pt>
                <c:pt idx="87847">
                  <c:v>4</c:v>
                </c:pt>
                <c:pt idx="87848">
                  <c:v>4</c:v>
                </c:pt>
                <c:pt idx="87849">
                  <c:v>5</c:v>
                </c:pt>
                <c:pt idx="87850">
                  <c:v>4</c:v>
                </c:pt>
                <c:pt idx="87851">
                  <c:v>2</c:v>
                </c:pt>
                <c:pt idx="87852">
                  <c:v>4</c:v>
                </c:pt>
                <c:pt idx="87853">
                  <c:v>8</c:v>
                </c:pt>
                <c:pt idx="87854">
                  <c:v>5</c:v>
                </c:pt>
                <c:pt idx="87855">
                  <c:v>4</c:v>
                </c:pt>
                <c:pt idx="87856">
                  <c:v>1</c:v>
                </c:pt>
                <c:pt idx="87857">
                  <c:v>3</c:v>
                </c:pt>
                <c:pt idx="87858">
                  <c:v>3</c:v>
                </c:pt>
                <c:pt idx="87859">
                  <c:v>3</c:v>
                </c:pt>
                <c:pt idx="87860">
                  <c:v>1</c:v>
                </c:pt>
                <c:pt idx="87861">
                  <c:v>1</c:v>
                </c:pt>
                <c:pt idx="87862">
                  <c:v>1</c:v>
                </c:pt>
                <c:pt idx="87863">
                  <c:v>1</c:v>
                </c:pt>
                <c:pt idx="87864">
                  <c:v>1</c:v>
                </c:pt>
                <c:pt idx="87865">
                  <c:v>1</c:v>
                </c:pt>
                <c:pt idx="87866">
                  <c:v>3</c:v>
                </c:pt>
                <c:pt idx="87867">
                  <c:v>2</c:v>
                </c:pt>
                <c:pt idx="87868">
                  <c:v>3</c:v>
                </c:pt>
                <c:pt idx="87869">
                  <c:v>7</c:v>
                </c:pt>
                <c:pt idx="87870">
                  <c:v>3</c:v>
                </c:pt>
                <c:pt idx="87871">
                  <c:v>3</c:v>
                </c:pt>
                <c:pt idx="87872">
                  <c:v>3</c:v>
                </c:pt>
                <c:pt idx="87873">
                  <c:v>1</c:v>
                </c:pt>
                <c:pt idx="87874">
                  <c:v>2</c:v>
                </c:pt>
                <c:pt idx="87875">
                  <c:v>1</c:v>
                </c:pt>
                <c:pt idx="87876">
                  <c:v>2</c:v>
                </c:pt>
                <c:pt idx="87877">
                  <c:v>3</c:v>
                </c:pt>
                <c:pt idx="87878">
                  <c:v>3</c:v>
                </c:pt>
                <c:pt idx="87879">
                  <c:v>3</c:v>
                </c:pt>
                <c:pt idx="87880">
                  <c:v>2</c:v>
                </c:pt>
                <c:pt idx="87881">
                  <c:v>2</c:v>
                </c:pt>
                <c:pt idx="87882">
                  <c:v>3</c:v>
                </c:pt>
                <c:pt idx="87883">
                  <c:v>2</c:v>
                </c:pt>
                <c:pt idx="87884">
                  <c:v>3</c:v>
                </c:pt>
                <c:pt idx="87885">
                  <c:v>3</c:v>
                </c:pt>
                <c:pt idx="87886">
                  <c:v>2</c:v>
                </c:pt>
                <c:pt idx="87887">
                  <c:v>6</c:v>
                </c:pt>
                <c:pt idx="87888">
                  <c:v>3</c:v>
                </c:pt>
                <c:pt idx="87889">
                  <c:v>3</c:v>
                </c:pt>
                <c:pt idx="87890">
                  <c:v>4</c:v>
                </c:pt>
                <c:pt idx="87891">
                  <c:v>6</c:v>
                </c:pt>
                <c:pt idx="87892">
                  <c:v>3</c:v>
                </c:pt>
                <c:pt idx="87893">
                  <c:v>2</c:v>
                </c:pt>
                <c:pt idx="87894">
                  <c:v>3</c:v>
                </c:pt>
                <c:pt idx="87895">
                  <c:v>10</c:v>
                </c:pt>
                <c:pt idx="87896">
                  <c:v>2</c:v>
                </c:pt>
                <c:pt idx="87897">
                  <c:v>6</c:v>
                </c:pt>
                <c:pt idx="87898">
                  <c:v>4</c:v>
                </c:pt>
                <c:pt idx="87899">
                  <c:v>6</c:v>
                </c:pt>
                <c:pt idx="87900">
                  <c:v>2</c:v>
                </c:pt>
                <c:pt idx="87901">
                  <c:v>1</c:v>
                </c:pt>
                <c:pt idx="87902">
                  <c:v>3</c:v>
                </c:pt>
                <c:pt idx="87903">
                  <c:v>1</c:v>
                </c:pt>
                <c:pt idx="87904">
                  <c:v>1</c:v>
                </c:pt>
                <c:pt idx="87905">
                  <c:v>12</c:v>
                </c:pt>
                <c:pt idx="87906">
                  <c:v>10</c:v>
                </c:pt>
                <c:pt idx="87907">
                  <c:v>7</c:v>
                </c:pt>
                <c:pt idx="87908">
                  <c:v>2</c:v>
                </c:pt>
                <c:pt idx="87909">
                  <c:v>4</c:v>
                </c:pt>
                <c:pt idx="87910">
                  <c:v>3</c:v>
                </c:pt>
                <c:pt idx="87911">
                  <c:v>3</c:v>
                </c:pt>
                <c:pt idx="87912">
                  <c:v>2</c:v>
                </c:pt>
                <c:pt idx="87913">
                  <c:v>3</c:v>
                </c:pt>
                <c:pt idx="87914">
                  <c:v>2</c:v>
                </c:pt>
                <c:pt idx="87915">
                  <c:v>3</c:v>
                </c:pt>
                <c:pt idx="87916">
                  <c:v>5</c:v>
                </c:pt>
                <c:pt idx="87917">
                  <c:v>5</c:v>
                </c:pt>
                <c:pt idx="87918">
                  <c:v>4</c:v>
                </c:pt>
                <c:pt idx="87919">
                  <c:v>3</c:v>
                </c:pt>
                <c:pt idx="87920">
                  <c:v>4</c:v>
                </c:pt>
                <c:pt idx="87921">
                  <c:v>3</c:v>
                </c:pt>
                <c:pt idx="87922">
                  <c:v>4</c:v>
                </c:pt>
                <c:pt idx="87923">
                  <c:v>4</c:v>
                </c:pt>
                <c:pt idx="87924">
                  <c:v>2</c:v>
                </c:pt>
                <c:pt idx="87925">
                  <c:v>3</c:v>
                </c:pt>
                <c:pt idx="87926">
                  <c:v>4</c:v>
                </c:pt>
                <c:pt idx="87927">
                  <c:v>4</c:v>
                </c:pt>
                <c:pt idx="87928">
                  <c:v>3</c:v>
                </c:pt>
                <c:pt idx="87929">
                  <c:v>4</c:v>
                </c:pt>
                <c:pt idx="87930">
                  <c:v>5</c:v>
                </c:pt>
                <c:pt idx="87931">
                  <c:v>3</c:v>
                </c:pt>
                <c:pt idx="87932">
                  <c:v>3</c:v>
                </c:pt>
                <c:pt idx="87933">
                  <c:v>2</c:v>
                </c:pt>
                <c:pt idx="87934">
                  <c:v>3</c:v>
                </c:pt>
                <c:pt idx="87935">
                  <c:v>3</c:v>
                </c:pt>
                <c:pt idx="87936">
                  <c:v>1</c:v>
                </c:pt>
                <c:pt idx="87937">
                  <c:v>4</c:v>
                </c:pt>
                <c:pt idx="87938">
                  <c:v>2</c:v>
                </c:pt>
                <c:pt idx="87939">
                  <c:v>4</c:v>
                </c:pt>
                <c:pt idx="87940">
                  <c:v>1</c:v>
                </c:pt>
                <c:pt idx="87941">
                  <c:v>1</c:v>
                </c:pt>
                <c:pt idx="87942">
                  <c:v>1</c:v>
                </c:pt>
                <c:pt idx="87943">
                  <c:v>1</c:v>
                </c:pt>
                <c:pt idx="87944">
                  <c:v>2</c:v>
                </c:pt>
                <c:pt idx="87945">
                  <c:v>3</c:v>
                </c:pt>
                <c:pt idx="87946">
                  <c:v>2</c:v>
                </c:pt>
                <c:pt idx="87947">
                  <c:v>4</c:v>
                </c:pt>
                <c:pt idx="87948">
                  <c:v>3</c:v>
                </c:pt>
                <c:pt idx="87949">
                  <c:v>4</c:v>
                </c:pt>
                <c:pt idx="87950">
                  <c:v>2</c:v>
                </c:pt>
                <c:pt idx="87951">
                  <c:v>2</c:v>
                </c:pt>
                <c:pt idx="87952">
                  <c:v>2</c:v>
                </c:pt>
                <c:pt idx="87953">
                  <c:v>3</c:v>
                </c:pt>
                <c:pt idx="87954">
                  <c:v>3</c:v>
                </c:pt>
                <c:pt idx="87955">
                  <c:v>2</c:v>
                </c:pt>
                <c:pt idx="87956">
                  <c:v>1</c:v>
                </c:pt>
                <c:pt idx="87957">
                  <c:v>3</c:v>
                </c:pt>
                <c:pt idx="87958">
                  <c:v>5</c:v>
                </c:pt>
                <c:pt idx="87959">
                  <c:v>4</c:v>
                </c:pt>
                <c:pt idx="87960">
                  <c:v>3</c:v>
                </c:pt>
                <c:pt idx="87961">
                  <c:v>4</c:v>
                </c:pt>
                <c:pt idx="87962">
                  <c:v>4</c:v>
                </c:pt>
                <c:pt idx="87963">
                  <c:v>1</c:v>
                </c:pt>
                <c:pt idx="87964">
                  <c:v>2</c:v>
                </c:pt>
                <c:pt idx="87965">
                  <c:v>2</c:v>
                </c:pt>
                <c:pt idx="87966">
                  <c:v>1</c:v>
                </c:pt>
                <c:pt idx="87967">
                  <c:v>2</c:v>
                </c:pt>
                <c:pt idx="87968">
                  <c:v>2</c:v>
                </c:pt>
                <c:pt idx="87969">
                  <c:v>2</c:v>
                </c:pt>
                <c:pt idx="87970">
                  <c:v>3</c:v>
                </c:pt>
                <c:pt idx="87971">
                  <c:v>1</c:v>
                </c:pt>
                <c:pt idx="87972">
                  <c:v>1</c:v>
                </c:pt>
                <c:pt idx="87973">
                  <c:v>1</c:v>
                </c:pt>
                <c:pt idx="87974">
                  <c:v>5</c:v>
                </c:pt>
                <c:pt idx="87975">
                  <c:v>7</c:v>
                </c:pt>
                <c:pt idx="87976">
                  <c:v>9</c:v>
                </c:pt>
                <c:pt idx="87977">
                  <c:v>3</c:v>
                </c:pt>
                <c:pt idx="87978">
                  <c:v>3</c:v>
                </c:pt>
                <c:pt idx="87979">
                  <c:v>2</c:v>
                </c:pt>
                <c:pt idx="87980">
                  <c:v>3</c:v>
                </c:pt>
                <c:pt idx="87981">
                  <c:v>2</c:v>
                </c:pt>
                <c:pt idx="87982">
                  <c:v>2</c:v>
                </c:pt>
                <c:pt idx="87983">
                  <c:v>2</c:v>
                </c:pt>
                <c:pt idx="87984">
                  <c:v>1</c:v>
                </c:pt>
                <c:pt idx="87985">
                  <c:v>1</c:v>
                </c:pt>
                <c:pt idx="87986">
                  <c:v>1</c:v>
                </c:pt>
                <c:pt idx="87987">
                  <c:v>2</c:v>
                </c:pt>
                <c:pt idx="87988">
                  <c:v>1</c:v>
                </c:pt>
                <c:pt idx="87989">
                  <c:v>2</c:v>
                </c:pt>
                <c:pt idx="87990">
                  <c:v>5</c:v>
                </c:pt>
                <c:pt idx="87991">
                  <c:v>6</c:v>
                </c:pt>
                <c:pt idx="87992">
                  <c:v>4</c:v>
                </c:pt>
                <c:pt idx="87993">
                  <c:v>3</c:v>
                </c:pt>
                <c:pt idx="87994">
                  <c:v>4</c:v>
                </c:pt>
                <c:pt idx="87995">
                  <c:v>2</c:v>
                </c:pt>
                <c:pt idx="87996">
                  <c:v>3</c:v>
                </c:pt>
                <c:pt idx="87997">
                  <c:v>3</c:v>
                </c:pt>
                <c:pt idx="87998">
                  <c:v>2</c:v>
                </c:pt>
                <c:pt idx="87999">
                  <c:v>3</c:v>
                </c:pt>
                <c:pt idx="88000">
                  <c:v>2</c:v>
                </c:pt>
                <c:pt idx="88001">
                  <c:v>4</c:v>
                </c:pt>
                <c:pt idx="88002">
                  <c:v>12</c:v>
                </c:pt>
                <c:pt idx="88003">
                  <c:v>2</c:v>
                </c:pt>
                <c:pt idx="88004">
                  <c:v>2</c:v>
                </c:pt>
                <c:pt idx="88005">
                  <c:v>2</c:v>
                </c:pt>
                <c:pt idx="88006">
                  <c:v>3</c:v>
                </c:pt>
                <c:pt idx="88007">
                  <c:v>2</c:v>
                </c:pt>
                <c:pt idx="88008">
                  <c:v>12</c:v>
                </c:pt>
                <c:pt idx="88009">
                  <c:v>3</c:v>
                </c:pt>
                <c:pt idx="88010">
                  <c:v>2</c:v>
                </c:pt>
                <c:pt idx="88011">
                  <c:v>1</c:v>
                </c:pt>
                <c:pt idx="88012">
                  <c:v>1</c:v>
                </c:pt>
                <c:pt idx="88013">
                  <c:v>3</c:v>
                </c:pt>
                <c:pt idx="88014">
                  <c:v>1</c:v>
                </c:pt>
                <c:pt idx="88015">
                  <c:v>3</c:v>
                </c:pt>
                <c:pt idx="88016">
                  <c:v>1</c:v>
                </c:pt>
                <c:pt idx="88017">
                  <c:v>3</c:v>
                </c:pt>
                <c:pt idx="88018">
                  <c:v>2</c:v>
                </c:pt>
                <c:pt idx="88019">
                  <c:v>2</c:v>
                </c:pt>
                <c:pt idx="88020">
                  <c:v>2</c:v>
                </c:pt>
                <c:pt idx="88021">
                  <c:v>1</c:v>
                </c:pt>
                <c:pt idx="88022">
                  <c:v>3</c:v>
                </c:pt>
                <c:pt idx="88023">
                  <c:v>1</c:v>
                </c:pt>
                <c:pt idx="88024">
                  <c:v>1</c:v>
                </c:pt>
                <c:pt idx="88025">
                  <c:v>1</c:v>
                </c:pt>
                <c:pt idx="88026">
                  <c:v>1</c:v>
                </c:pt>
                <c:pt idx="88027">
                  <c:v>1</c:v>
                </c:pt>
                <c:pt idx="88028">
                  <c:v>1</c:v>
                </c:pt>
                <c:pt idx="88029">
                  <c:v>1</c:v>
                </c:pt>
                <c:pt idx="88030">
                  <c:v>1</c:v>
                </c:pt>
                <c:pt idx="88031">
                  <c:v>1</c:v>
                </c:pt>
                <c:pt idx="88032">
                  <c:v>3</c:v>
                </c:pt>
                <c:pt idx="88033">
                  <c:v>4</c:v>
                </c:pt>
                <c:pt idx="88034">
                  <c:v>5</c:v>
                </c:pt>
                <c:pt idx="88035">
                  <c:v>3</c:v>
                </c:pt>
                <c:pt idx="88036">
                  <c:v>2</c:v>
                </c:pt>
                <c:pt idx="88037">
                  <c:v>2</c:v>
                </c:pt>
                <c:pt idx="88038">
                  <c:v>1</c:v>
                </c:pt>
                <c:pt idx="88039">
                  <c:v>5</c:v>
                </c:pt>
                <c:pt idx="88040">
                  <c:v>3</c:v>
                </c:pt>
                <c:pt idx="88041">
                  <c:v>6</c:v>
                </c:pt>
                <c:pt idx="88042">
                  <c:v>5</c:v>
                </c:pt>
                <c:pt idx="88043">
                  <c:v>4</c:v>
                </c:pt>
                <c:pt idx="88044">
                  <c:v>2</c:v>
                </c:pt>
                <c:pt idx="88045">
                  <c:v>2</c:v>
                </c:pt>
                <c:pt idx="88046">
                  <c:v>2</c:v>
                </c:pt>
                <c:pt idx="88047">
                  <c:v>4</c:v>
                </c:pt>
                <c:pt idx="88048">
                  <c:v>1</c:v>
                </c:pt>
                <c:pt idx="88049">
                  <c:v>3</c:v>
                </c:pt>
                <c:pt idx="88050">
                  <c:v>3</c:v>
                </c:pt>
                <c:pt idx="88051">
                  <c:v>3</c:v>
                </c:pt>
                <c:pt idx="88052">
                  <c:v>5</c:v>
                </c:pt>
                <c:pt idx="88053">
                  <c:v>2</c:v>
                </c:pt>
                <c:pt idx="88054">
                  <c:v>5</c:v>
                </c:pt>
                <c:pt idx="88055">
                  <c:v>3</c:v>
                </c:pt>
                <c:pt idx="88056">
                  <c:v>2</c:v>
                </c:pt>
                <c:pt idx="88057">
                  <c:v>2</c:v>
                </c:pt>
                <c:pt idx="88058">
                  <c:v>1</c:v>
                </c:pt>
                <c:pt idx="88059">
                  <c:v>1</c:v>
                </c:pt>
                <c:pt idx="88060">
                  <c:v>1</c:v>
                </c:pt>
                <c:pt idx="88061">
                  <c:v>1</c:v>
                </c:pt>
                <c:pt idx="88062">
                  <c:v>3</c:v>
                </c:pt>
                <c:pt idx="88063">
                  <c:v>1</c:v>
                </c:pt>
                <c:pt idx="88064">
                  <c:v>2</c:v>
                </c:pt>
                <c:pt idx="88065">
                  <c:v>6</c:v>
                </c:pt>
                <c:pt idx="88066">
                  <c:v>6</c:v>
                </c:pt>
                <c:pt idx="88067">
                  <c:v>5</c:v>
                </c:pt>
                <c:pt idx="88068">
                  <c:v>2</c:v>
                </c:pt>
                <c:pt idx="88069">
                  <c:v>2</c:v>
                </c:pt>
                <c:pt idx="88070">
                  <c:v>2</c:v>
                </c:pt>
                <c:pt idx="88071">
                  <c:v>2</c:v>
                </c:pt>
                <c:pt idx="88072">
                  <c:v>1</c:v>
                </c:pt>
                <c:pt idx="88073">
                  <c:v>7</c:v>
                </c:pt>
                <c:pt idx="88074">
                  <c:v>6</c:v>
                </c:pt>
                <c:pt idx="88075">
                  <c:v>4</c:v>
                </c:pt>
                <c:pt idx="88076">
                  <c:v>3</c:v>
                </c:pt>
                <c:pt idx="88077">
                  <c:v>7</c:v>
                </c:pt>
                <c:pt idx="88078">
                  <c:v>5</c:v>
                </c:pt>
                <c:pt idx="88079">
                  <c:v>2</c:v>
                </c:pt>
                <c:pt idx="88080">
                  <c:v>2</c:v>
                </c:pt>
                <c:pt idx="88081">
                  <c:v>1</c:v>
                </c:pt>
                <c:pt idx="88082">
                  <c:v>2</c:v>
                </c:pt>
                <c:pt idx="88083">
                  <c:v>4</c:v>
                </c:pt>
                <c:pt idx="88084">
                  <c:v>2</c:v>
                </c:pt>
                <c:pt idx="88085">
                  <c:v>2</c:v>
                </c:pt>
                <c:pt idx="88086">
                  <c:v>1</c:v>
                </c:pt>
                <c:pt idx="88087">
                  <c:v>9</c:v>
                </c:pt>
                <c:pt idx="88088">
                  <c:v>1</c:v>
                </c:pt>
                <c:pt idx="88089">
                  <c:v>3</c:v>
                </c:pt>
                <c:pt idx="88090">
                  <c:v>4</c:v>
                </c:pt>
                <c:pt idx="88091">
                  <c:v>4</c:v>
                </c:pt>
                <c:pt idx="88092">
                  <c:v>2</c:v>
                </c:pt>
                <c:pt idx="88093">
                  <c:v>2</c:v>
                </c:pt>
                <c:pt idx="88094">
                  <c:v>3</c:v>
                </c:pt>
                <c:pt idx="88095">
                  <c:v>1</c:v>
                </c:pt>
                <c:pt idx="88096">
                  <c:v>3</c:v>
                </c:pt>
                <c:pt idx="88097">
                  <c:v>3</c:v>
                </c:pt>
                <c:pt idx="88098">
                  <c:v>2</c:v>
                </c:pt>
                <c:pt idx="88099">
                  <c:v>2</c:v>
                </c:pt>
                <c:pt idx="88100">
                  <c:v>2</c:v>
                </c:pt>
                <c:pt idx="88101">
                  <c:v>14</c:v>
                </c:pt>
                <c:pt idx="88102">
                  <c:v>8</c:v>
                </c:pt>
                <c:pt idx="88103">
                  <c:v>2</c:v>
                </c:pt>
                <c:pt idx="88104">
                  <c:v>2</c:v>
                </c:pt>
                <c:pt idx="88105">
                  <c:v>1</c:v>
                </c:pt>
                <c:pt idx="88106">
                  <c:v>3</c:v>
                </c:pt>
                <c:pt idx="88107">
                  <c:v>1</c:v>
                </c:pt>
                <c:pt idx="88108">
                  <c:v>3</c:v>
                </c:pt>
                <c:pt idx="88109">
                  <c:v>2</c:v>
                </c:pt>
                <c:pt idx="88110">
                  <c:v>2</c:v>
                </c:pt>
                <c:pt idx="88111">
                  <c:v>2</c:v>
                </c:pt>
                <c:pt idx="88112">
                  <c:v>2</c:v>
                </c:pt>
                <c:pt idx="88113">
                  <c:v>4</c:v>
                </c:pt>
                <c:pt idx="88114">
                  <c:v>4</c:v>
                </c:pt>
                <c:pt idx="88115">
                  <c:v>2</c:v>
                </c:pt>
                <c:pt idx="88116">
                  <c:v>2</c:v>
                </c:pt>
                <c:pt idx="88117">
                  <c:v>2</c:v>
                </c:pt>
                <c:pt idx="88118">
                  <c:v>1</c:v>
                </c:pt>
                <c:pt idx="88119">
                  <c:v>1</c:v>
                </c:pt>
                <c:pt idx="88120">
                  <c:v>1</c:v>
                </c:pt>
                <c:pt idx="88121">
                  <c:v>1</c:v>
                </c:pt>
                <c:pt idx="88122">
                  <c:v>1</c:v>
                </c:pt>
                <c:pt idx="88123">
                  <c:v>1</c:v>
                </c:pt>
                <c:pt idx="88124">
                  <c:v>3</c:v>
                </c:pt>
                <c:pt idx="88125">
                  <c:v>3</c:v>
                </c:pt>
                <c:pt idx="88126">
                  <c:v>2</c:v>
                </c:pt>
                <c:pt idx="88127">
                  <c:v>2</c:v>
                </c:pt>
                <c:pt idx="88128">
                  <c:v>1</c:v>
                </c:pt>
                <c:pt idx="88129">
                  <c:v>1</c:v>
                </c:pt>
                <c:pt idx="88130">
                  <c:v>2</c:v>
                </c:pt>
                <c:pt idx="88131">
                  <c:v>5</c:v>
                </c:pt>
                <c:pt idx="88132">
                  <c:v>7</c:v>
                </c:pt>
                <c:pt idx="88133">
                  <c:v>6</c:v>
                </c:pt>
                <c:pt idx="88134">
                  <c:v>4</c:v>
                </c:pt>
                <c:pt idx="88135">
                  <c:v>4</c:v>
                </c:pt>
                <c:pt idx="88136">
                  <c:v>4</c:v>
                </c:pt>
                <c:pt idx="88137">
                  <c:v>4</c:v>
                </c:pt>
                <c:pt idx="88138">
                  <c:v>4</c:v>
                </c:pt>
                <c:pt idx="88139">
                  <c:v>4</c:v>
                </c:pt>
                <c:pt idx="88140">
                  <c:v>3</c:v>
                </c:pt>
                <c:pt idx="88141">
                  <c:v>3</c:v>
                </c:pt>
                <c:pt idx="88142">
                  <c:v>4</c:v>
                </c:pt>
                <c:pt idx="88143">
                  <c:v>4</c:v>
                </c:pt>
                <c:pt idx="88144">
                  <c:v>3</c:v>
                </c:pt>
                <c:pt idx="88145">
                  <c:v>2</c:v>
                </c:pt>
                <c:pt idx="88146">
                  <c:v>3</c:v>
                </c:pt>
                <c:pt idx="88147">
                  <c:v>2</c:v>
                </c:pt>
                <c:pt idx="88148">
                  <c:v>2</c:v>
                </c:pt>
                <c:pt idx="88149">
                  <c:v>3</c:v>
                </c:pt>
                <c:pt idx="88150">
                  <c:v>2</c:v>
                </c:pt>
                <c:pt idx="88151">
                  <c:v>2</c:v>
                </c:pt>
                <c:pt idx="88152">
                  <c:v>2</c:v>
                </c:pt>
                <c:pt idx="88153">
                  <c:v>1</c:v>
                </c:pt>
                <c:pt idx="88154">
                  <c:v>5</c:v>
                </c:pt>
                <c:pt idx="88155">
                  <c:v>4</c:v>
                </c:pt>
                <c:pt idx="88156">
                  <c:v>4</c:v>
                </c:pt>
                <c:pt idx="88157">
                  <c:v>4</c:v>
                </c:pt>
                <c:pt idx="88158">
                  <c:v>3</c:v>
                </c:pt>
                <c:pt idx="88159">
                  <c:v>3</c:v>
                </c:pt>
                <c:pt idx="88160">
                  <c:v>3</c:v>
                </c:pt>
                <c:pt idx="88161">
                  <c:v>3</c:v>
                </c:pt>
                <c:pt idx="88162">
                  <c:v>3</c:v>
                </c:pt>
                <c:pt idx="88163">
                  <c:v>3</c:v>
                </c:pt>
                <c:pt idx="88164">
                  <c:v>2</c:v>
                </c:pt>
                <c:pt idx="88165">
                  <c:v>2</c:v>
                </c:pt>
                <c:pt idx="88166">
                  <c:v>2</c:v>
                </c:pt>
                <c:pt idx="88167">
                  <c:v>2</c:v>
                </c:pt>
                <c:pt idx="88168">
                  <c:v>2</c:v>
                </c:pt>
                <c:pt idx="88169">
                  <c:v>2</c:v>
                </c:pt>
                <c:pt idx="88170">
                  <c:v>2</c:v>
                </c:pt>
                <c:pt idx="88171">
                  <c:v>2</c:v>
                </c:pt>
                <c:pt idx="88172">
                  <c:v>2</c:v>
                </c:pt>
                <c:pt idx="88173">
                  <c:v>7</c:v>
                </c:pt>
                <c:pt idx="88174">
                  <c:v>1</c:v>
                </c:pt>
                <c:pt idx="88175">
                  <c:v>2</c:v>
                </c:pt>
                <c:pt idx="88176">
                  <c:v>10</c:v>
                </c:pt>
                <c:pt idx="88177">
                  <c:v>-10</c:v>
                </c:pt>
                <c:pt idx="88178">
                  <c:v>3</c:v>
                </c:pt>
                <c:pt idx="88179">
                  <c:v>3</c:v>
                </c:pt>
                <c:pt idx="88180">
                  <c:v>4</c:v>
                </c:pt>
                <c:pt idx="88181">
                  <c:v>2</c:v>
                </c:pt>
                <c:pt idx="88182">
                  <c:v>3</c:v>
                </c:pt>
                <c:pt idx="88183">
                  <c:v>4</c:v>
                </c:pt>
                <c:pt idx="88184">
                  <c:v>1</c:v>
                </c:pt>
                <c:pt idx="88185">
                  <c:v>6</c:v>
                </c:pt>
                <c:pt idx="88186">
                  <c:v>3</c:v>
                </c:pt>
                <c:pt idx="88187">
                  <c:v>1</c:v>
                </c:pt>
                <c:pt idx="88188">
                  <c:v>0</c:v>
                </c:pt>
                <c:pt idx="88189">
                  <c:v>3</c:v>
                </c:pt>
                <c:pt idx="88190">
                  <c:v>2</c:v>
                </c:pt>
                <c:pt idx="88191">
                  <c:v>3</c:v>
                </c:pt>
                <c:pt idx="88192">
                  <c:v>1</c:v>
                </c:pt>
                <c:pt idx="88193">
                  <c:v>2</c:v>
                </c:pt>
                <c:pt idx="88194">
                  <c:v>1</c:v>
                </c:pt>
                <c:pt idx="88195">
                  <c:v>1</c:v>
                </c:pt>
                <c:pt idx="88196">
                  <c:v>1</c:v>
                </c:pt>
                <c:pt idx="88197">
                  <c:v>1</c:v>
                </c:pt>
                <c:pt idx="88198">
                  <c:v>2</c:v>
                </c:pt>
                <c:pt idx="88199">
                  <c:v>1</c:v>
                </c:pt>
                <c:pt idx="88200">
                  <c:v>2</c:v>
                </c:pt>
                <c:pt idx="88201">
                  <c:v>2</c:v>
                </c:pt>
                <c:pt idx="88202">
                  <c:v>-3</c:v>
                </c:pt>
                <c:pt idx="88203">
                  <c:v>3</c:v>
                </c:pt>
                <c:pt idx="88204">
                  <c:v>3</c:v>
                </c:pt>
                <c:pt idx="88205">
                  <c:v>3</c:v>
                </c:pt>
                <c:pt idx="88206">
                  <c:v>1</c:v>
                </c:pt>
                <c:pt idx="88207">
                  <c:v>4</c:v>
                </c:pt>
                <c:pt idx="88208">
                  <c:v>3</c:v>
                </c:pt>
                <c:pt idx="88209">
                  <c:v>1</c:v>
                </c:pt>
                <c:pt idx="88210">
                  <c:v>2</c:v>
                </c:pt>
                <c:pt idx="88211">
                  <c:v>5</c:v>
                </c:pt>
                <c:pt idx="88212">
                  <c:v>2</c:v>
                </c:pt>
                <c:pt idx="88213">
                  <c:v>2</c:v>
                </c:pt>
                <c:pt idx="88214">
                  <c:v>4</c:v>
                </c:pt>
                <c:pt idx="88215">
                  <c:v>5</c:v>
                </c:pt>
                <c:pt idx="88216">
                  <c:v>2</c:v>
                </c:pt>
                <c:pt idx="88217">
                  <c:v>2</c:v>
                </c:pt>
                <c:pt idx="88218">
                  <c:v>4</c:v>
                </c:pt>
                <c:pt idx="88219">
                  <c:v>3</c:v>
                </c:pt>
                <c:pt idx="88220">
                  <c:v>4</c:v>
                </c:pt>
                <c:pt idx="88221">
                  <c:v>3</c:v>
                </c:pt>
                <c:pt idx="88222">
                  <c:v>3</c:v>
                </c:pt>
                <c:pt idx="88223">
                  <c:v>3</c:v>
                </c:pt>
                <c:pt idx="88224">
                  <c:v>3</c:v>
                </c:pt>
                <c:pt idx="88225">
                  <c:v>1</c:v>
                </c:pt>
                <c:pt idx="88226">
                  <c:v>2</c:v>
                </c:pt>
                <c:pt idx="88227">
                  <c:v>2</c:v>
                </c:pt>
                <c:pt idx="88228">
                  <c:v>2</c:v>
                </c:pt>
                <c:pt idx="88229">
                  <c:v>1</c:v>
                </c:pt>
                <c:pt idx="88230">
                  <c:v>4</c:v>
                </c:pt>
                <c:pt idx="88231">
                  <c:v>1</c:v>
                </c:pt>
                <c:pt idx="88232">
                  <c:v>23</c:v>
                </c:pt>
                <c:pt idx="88233">
                  <c:v>3</c:v>
                </c:pt>
                <c:pt idx="88234">
                  <c:v>3</c:v>
                </c:pt>
                <c:pt idx="88235">
                  <c:v>3</c:v>
                </c:pt>
                <c:pt idx="88236">
                  <c:v>3</c:v>
                </c:pt>
                <c:pt idx="88237">
                  <c:v>3</c:v>
                </c:pt>
                <c:pt idx="88238">
                  <c:v>3</c:v>
                </c:pt>
                <c:pt idx="88239">
                  <c:v>3</c:v>
                </c:pt>
                <c:pt idx="88240">
                  <c:v>1</c:v>
                </c:pt>
                <c:pt idx="88241">
                  <c:v>-3</c:v>
                </c:pt>
                <c:pt idx="88242">
                  <c:v>4</c:v>
                </c:pt>
                <c:pt idx="88243">
                  <c:v>1</c:v>
                </c:pt>
                <c:pt idx="88244">
                  <c:v>1</c:v>
                </c:pt>
                <c:pt idx="88245">
                  <c:v>1</c:v>
                </c:pt>
                <c:pt idx="88246">
                  <c:v>1</c:v>
                </c:pt>
                <c:pt idx="88247">
                  <c:v>1</c:v>
                </c:pt>
                <c:pt idx="88248">
                  <c:v>5</c:v>
                </c:pt>
                <c:pt idx="88249">
                  <c:v>3</c:v>
                </c:pt>
                <c:pt idx="88250">
                  <c:v>5</c:v>
                </c:pt>
                <c:pt idx="88251">
                  <c:v>2</c:v>
                </c:pt>
                <c:pt idx="88252">
                  <c:v>2</c:v>
                </c:pt>
                <c:pt idx="88253">
                  <c:v>4</c:v>
                </c:pt>
                <c:pt idx="88254">
                  <c:v>3</c:v>
                </c:pt>
                <c:pt idx="88255">
                  <c:v>5</c:v>
                </c:pt>
                <c:pt idx="88256">
                  <c:v>2</c:v>
                </c:pt>
                <c:pt idx="88257">
                  <c:v>2</c:v>
                </c:pt>
                <c:pt idx="88258">
                  <c:v>1</c:v>
                </c:pt>
                <c:pt idx="88259">
                  <c:v>1</c:v>
                </c:pt>
                <c:pt idx="88260">
                  <c:v>1</c:v>
                </c:pt>
                <c:pt idx="88261">
                  <c:v>1</c:v>
                </c:pt>
                <c:pt idx="88262">
                  <c:v>3</c:v>
                </c:pt>
                <c:pt idx="88263">
                  <c:v>1</c:v>
                </c:pt>
                <c:pt idx="88264">
                  <c:v>2</c:v>
                </c:pt>
                <c:pt idx="88265">
                  <c:v>3</c:v>
                </c:pt>
                <c:pt idx="88266">
                  <c:v>4</c:v>
                </c:pt>
                <c:pt idx="88267">
                  <c:v>5</c:v>
                </c:pt>
                <c:pt idx="88268">
                  <c:v>3</c:v>
                </c:pt>
                <c:pt idx="88269">
                  <c:v>3</c:v>
                </c:pt>
                <c:pt idx="88270">
                  <c:v>1</c:v>
                </c:pt>
                <c:pt idx="88271">
                  <c:v>1</c:v>
                </c:pt>
                <c:pt idx="88272">
                  <c:v>1</c:v>
                </c:pt>
                <c:pt idx="88273">
                  <c:v>1</c:v>
                </c:pt>
                <c:pt idx="88274">
                  <c:v>1</c:v>
                </c:pt>
                <c:pt idx="88275">
                  <c:v>2</c:v>
                </c:pt>
                <c:pt idx="88276">
                  <c:v>3</c:v>
                </c:pt>
                <c:pt idx="88277">
                  <c:v>1</c:v>
                </c:pt>
                <c:pt idx="88278">
                  <c:v>1</c:v>
                </c:pt>
                <c:pt idx="88279">
                  <c:v>1</c:v>
                </c:pt>
                <c:pt idx="88280">
                  <c:v>1</c:v>
                </c:pt>
                <c:pt idx="88281">
                  <c:v>2</c:v>
                </c:pt>
                <c:pt idx="88282">
                  <c:v>1</c:v>
                </c:pt>
                <c:pt idx="88283">
                  <c:v>1</c:v>
                </c:pt>
                <c:pt idx="88284">
                  <c:v>4</c:v>
                </c:pt>
                <c:pt idx="88285">
                  <c:v>5</c:v>
                </c:pt>
                <c:pt idx="88286">
                  <c:v>4</c:v>
                </c:pt>
                <c:pt idx="88287">
                  <c:v>2</c:v>
                </c:pt>
                <c:pt idx="88288">
                  <c:v>1</c:v>
                </c:pt>
                <c:pt idx="88289">
                  <c:v>1</c:v>
                </c:pt>
                <c:pt idx="88290">
                  <c:v>2</c:v>
                </c:pt>
                <c:pt idx="88291">
                  <c:v>1</c:v>
                </c:pt>
                <c:pt idx="88292">
                  <c:v>1</c:v>
                </c:pt>
                <c:pt idx="88293">
                  <c:v>3</c:v>
                </c:pt>
                <c:pt idx="88294">
                  <c:v>2</c:v>
                </c:pt>
                <c:pt idx="88295">
                  <c:v>3</c:v>
                </c:pt>
                <c:pt idx="88296">
                  <c:v>2</c:v>
                </c:pt>
                <c:pt idx="88297">
                  <c:v>2</c:v>
                </c:pt>
                <c:pt idx="88298">
                  <c:v>1</c:v>
                </c:pt>
                <c:pt idx="88299">
                  <c:v>1</c:v>
                </c:pt>
                <c:pt idx="88300">
                  <c:v>1</c:v>
                </c:pt>
                <c:pt idx="88301">
                  <c:v>1</c:v>
                </c:pt>
                <c:pt idx="88302">
                  <c:v>1</c:v>
                </c:pt>
                <c:pt idx="88303">
                  <c:v>2</c:v>
                </c:pt>
                <c:pt idx="88304">
                  <c:v>1</c:v>
                </c:pt>
                <c:pt idx="88305">
                  <c:v>2</c:v>
                </c:pt>
                <c:pt idx="88306">
                  <c:v>2</c:v>
                </c:pt>
                <c:pt idx="88307">
                  <c:v>1</c:v>
                </c:pt>
                <c:pt idx="88308">
                  <c:v>5</c:v>
                </c:pt>
                <c:pt idx="88309">
                  <c:v>3</c:v>
                </c:pt>
                <c:pt idx="88310">
                  <c:v>2</c:v>
                </c:pt>
                <c:pt idx="88311">
                  <c:v>3</c:v>
                </c:pt>
                <c:pt idx="88312">
                  <c:v>4</c:v>
                </c:pt>
                <c:pt idx="88313">
                  <c:v>2</c:v>
                </c:pt>
                <c:pt idx="88314">
                  <c:v>1</c:v>
                </c:pt>
                <c:pt idx="88315">
                  <c:v>3</c:v>
                </c:pt>
                <c:pt idx="88316">
                  <c:v>3</c:v>
                </c:pt>
                <c:pt idx="88317">
                  <c:v>4</c:v>
                </c:pt>
                <c:pt idx="88318">
                  <c:v>4</c:v>
                </c:pt>
                <c:pt idx="88319">
                  <c:v>3</c:v>
                </c:pt>
                <c:pt idx="88320">
                  <c:v>1</c:v>
                </c:pt>
                <c:pt idx="88321">
                  <c:v>1</c:v>
                </c:pt>
                <c:pt idx="88322">
                  <c:v>3</c:v>
                </c:pt>
                <c:pt idx="88323">
                  <c:v>2</c:v>
                </c:pt>
                <c:pt idx="88324">
                  <c:v>3</c:v>
                </c:pt>
                <c:pt idx="88325">
                  <c:v>2</c:v>
                </c:pt>
                <c:pt idx="88326">
                  <c:v>2</c:v>
                </c:pt>
                <c:pt idx="88327">
                  <c:v>2</c:v>
                </c:pt>
                <c:pt idx="88328">
                  <c:v>1</c:v>
                </c:pt>
                <c:pt idx="88329">
                  <c:v>1</c:v>
                </c:pt>
                <c:pt idx="88330">
                  <c:v>2</c:v>
                </c:pt>
                <c:pt idx="88331">
                  <c:v>2</c:v>
                </c:pt>
                <c:pt idx="88332">
                  <c:v>2</c:v>
                </c:pt>
                <c:pt idx="88333">
                  <c:v>3</c:v>
                </c:pt>
                <c:pt idx="88334">
                  <c:v>3</c:v>
                </c:pt>
                <c:pt idx="88335">
                  <c:v>4</c:v>
                </c:pt>
                <c:pt idx="88336">
                  <c:v>3</c:v>
                </c:pt>
                <c:pt idx="88337">
                  <c:v>1</c:v>
                </c:pt>
                <c:pt idx="88338">
                  <c:v>1</c:v>
                </c:pt>
                <c:pt idx="88339">
                  <c:v>1</c:v>
                </c:pt>
                <c:pt idx="88340">
                  <c:v>2</c:v>
                </c:pt>
                <c:pt idx="88341">
                  <c:v>3</c:v>
                </c:pt>
                <c:pt idx="88342">
                  <c:v>1</c:v>
                </c:pt>
                <c:pt idx="88343">
                  <c:v>1</c:v>
                </c:pt>
                <c:pt idx="88344">
                  <c:v>2</c:v>
                </c:pt>
                <c:pt idx="88345">
                  <c:v>3</c:v>
                </c:pt>
                <c:pt idx="88346">
                  <c:v>5</c:v>
                </c:pt>
                <c:pt idx="88347">
                  <c:v>3</c:v>
                </c:pt>
                <c:pt idx="88348">
                  <c:v>3</c:v>
                </c:pt>
                <c:pt idx="88349">
                  <c:v>4</c:v>
                </c:pt>
                <c:pt idx="88350">
                  <c:v>3</c:v>
                </c:pt>
                <c:pt idx="88351">
                  <c:v>3</c:v>
                </c:pt>
                <c:pt idx="88352">
                  <c:v>5</c:v>
                </c:pt>
                <c:pt idx="88353">
                  <c:v>4</c:v>
                </c:pt>
                <c:pt idx="88354">
                  <c:v>2</c:v>
                </c:pt>
                <c:pt idx="88355">
                  <c:v>2</c:v>
                </c:pt>
                <c:pt idx="88356">
                  <c:v>1</c:v>
                </c:pt>
                <c:pt idx="88357">
                  <c:v>3</c:v>
                </c:pt>
                <c:pt idx="88358">
                  <c:v>1</c:v>
                </c:pt>
                <c:pt idx="88359">
                  <c:v>1</c:v>
                </c:pt>
                <c:pt idx="88360">
                  <c:v>2</c:v>
                </c:pt>
                <c:pt idx="88361">
                  <c:v>1</c:v>
                </c:pt>
                <c:pt idx="88362">
                  <c:v>2</c:v>
                </c:pt>
                <c:pt idx="88363">
                  <c:v>3</c:v>
                </c:pt>
                <c:pt idx="88364">
                  <c:v>3</c:v>
                </c:pt>
                <c:pt idx="88365">
                  <c:v>2</c:v>
                </c:pt>
                <c:pt idx="88366">
                  <c:v>3</c:v>
                </c:pt>
                <c:pt idx="88367">
                  <c:v>2</c:v>
                </c:pt>
                <c:pt idx="88368">
                  <c:v>4</c:v>
                </c:pt>
                <c:pt idx="88369">
                  <c:v>3</c:v>
                </c:pt>
                <c:pt idx="88370">
                  <c:v>2</c:v>
                </c:pt>
                <c:pt idx="88371">
                  <c:v>1</c:v>
                </c:pt>
                <c:pt idx="88372">
                  <c:v>1</c:v>
                </c:pt>
                <c:pt idx="88373">
                  <c:v>5</c:v>
                </c:pt>
                <c:pt idx="88374">
                  <c:v>4</c:v>
                </c:pt>
                <c:pt idx="88375">
                  <c:v>4</c:v>
                </c:pt>
                <c:pt idx="88376">
                  <c:v>5</c:v>
                </c:pt>
                <c:pt idx="88377">
                  <c:v>5</c:v>
                </c:pt>
                <c:pt idx="88378">
                  <c:v>6</c:v>
                </c:pt>
                <c:pt idx="88379">
                  <c:v>6</c:v>
                </c:pt>
                <c:pt idx="88380">
                  <c:v>1</c:v>
                </c:pt>
                <c:pt idx="88381">
                  <c:v>2</c:v>
                </c:pt>
                <c:pt idx="88382">
                  <c:v>1</c:v>
                </c:pt>
                <c:pt idx="88383">
                  <c:v>2</c:v>
                </c:pt>
                <c:pt idx="88384">
                  <c:v>2</c:v>
                </c:pt>
                <c:pt idx="88385">
                  <c:v>2</c:v>
                </c:pt>
                <c:pt idx="88386">
                  <c:v>2</c:v>
                </c:pt>
                <c:pt idx="88387">
                  <c:v>6</c:v>
                </c:pt>
                <c:pt idx="88388">
                  <c:v>2</c:v>
                </c:pt>
                <c:pt idx="88389">
                  <c:v>2</c:v>
                </c:pt>
                <c:pt idx="88390">
                  <c:v>5</c:v>
                </c:pt>
                <c:pt idx="88391">
                  <c:v>2</c:v>
                </c:pt>
                <c:pt idx="88392">
                  <c:v>2</c:v>
                </c:pt>
                <c:pt idx="88393">
                  <c:v>3</c:v>
                </c:pt>
                <c:pt idx="88394">
                  <c:v>4</c:v>
                </c:pt>
                <c:pt idx="88395">
                  <c:v>3</c:v>
                </c:pt>
                <c:pt idx="88396">
                  <c:v>4</c:v>
                </c:pt>
                <c:pt idx="88397">
                  <c:v>2</c:v>
                </c:pt>
                <c:pt idx="88398">
                  <c:v>4</c:v>
                </c:pt>
                <c:pt idx="88399">
                  <c:v>4</c:v>
                </c:pt>
                <c:pt idx="88400">
                  <c:v>4</c:v>
                </c:pt>
                <c:pt idx="88401">
                  <c:v>1</c:v>
                </c:pt>
                <c:pt idx="88402">
                  <c:v>1</c:v>
                </c:pt>
                <c:pt idx="88403">
                  <c:v>2</c:v>
                </c:pt>
                <c:pt idx="88404">
                  <c:v>1</c:v>
                </c:pt>
                <c:pt idx="88405">
                  <c:v>2</c:v>
                </c:pt>
                <c:pt idx="88406">
                  <c:v>1</c:v>
                </c:pt>
                <c:pt idx="88407">
                  <c:v>4</c:v>
                </c:pt>
                <c:pt idx="88408">
                  <c:v>3</c:v>
                </c:pt>
                <c:pt idx="88409">
                  <c:v>2</c:v>
                </c:pt>
                <c:pt idx="88410">
                  <c:v>2</c:v>
                </c:pt>
                <c:pt idx="88411">
                  <c:v>1</c:v>
                </c:pt>
                <c:pt idx="88412">
                  <c:v>5</c:v>
                </c:pt>
                <c:pt idx="88413">
                  <c:v>7</c:v>
                </c:pt>
                <c:pt idx="88414">
                  <c:v>5</c:v>
                </c:pt>
                <c:pt idx="88415">
                  <c:v>5</c:v>
                </c:pt>
                <c:pt idx="88416">
                  <c:v>7</c:v>
                </c:pt>
                <c:pt idx="88417">
                  <c:v>2</c:v>
                </c:pt>
                <c:pt idx="88418">
                  <c:v>3</c:v>
                </c:pt>
                <c:pt idx="88419">
                  <c:v>1</c:v>
                </c:pt>
                <c:pt idx="88420">
                  <c:v>2</c:v>
                </c:pt>
                <c:pt idx="88421">
                  <c:v>2</c:v>
                </c:pt>
                <c:pt idx="88422">
                  <c:v>3</c:v>
                </c:pt>
                <c:pt idx="88423">
                  <c:v>1</c:v>
                </c:pt>
                <c:pt idx="88424">
                  <c:v>3</c:v>
                </c:pt>
                <c:pt idx="88425">
                  <c:v>1</c:v>
                </c:pt>
                <c:pt idx="88426">
                  <c:v>2</c:v>
                </c:pt>
                <c:pt idx="88427">
                  <c:v>4</c:v>
                </c:pt>
                <c:pt idx="88428">
                  <c:v>4</c:v>
                </c:pt>
                <c:pt idx="88429">
                  <c:v>4</c:v>
                </c:pt>
                <c:pt idx="88430">
                  <c:v>4</c:v>
                </c:pt>
                <c:pt idx="88431">
                  <c:v>4</c:v>
                </c:pt>
                <c:pt idx="88432">
                  <c:v>4</c:v>
                </c:pt>
                <c:pt idx="88433">
                  <c:v>2</c:v>
                </c:pt>
                <c:pt idx="88434">
                  <c:v>4</c:v>
                </c:pt>
                <c:pt idx="88435">
                  <c:v>3</c:v>
                </c:pt>
                <c:pt idx="88436">
                  <c:v>2</c:v>
                </c:pt>
                <c:pt idx="88437">
                  <c:v>4</c:v>
                </c:pt>
                <c:pt idx="88438">
                  <c:v>2</c:v>
                </c:pt>
                <c:pt idx="88439">
                  <c:v>2</c:v>
                </c:pt>
                <c:pt idx="88440">
                  <c:v>5</c:v>
                </c:pt>
                <c:pt idx="88441">
                  <c:v>4</c:v>
                </c:pt>
                <c:pt idx="88442">
                  <c:v>5</c:v>
                </c:pt>
                <c:pt idx="88443">
                  <c:v>2</c:v>
                </c:pt>
                <c:pt idx="88444">
                  <c:v>5</c:v>
                </c:pt>
                <c:pt idx="88445">
                  <c:v>5</c:v>
                </c:pt>
                <c:pt idx="88446">
                  <c:v>5</c:v>
                </c:pt>
                <c:pt idx="88447">
                  <c:v>8</c:v>
                </c:pt>
                <c:pt idx="88448">
                  <c:v>7</c:v>
                </c:pt>
                <c:pt idx="88449">
                  <c:v>5</c:v>
                </c:pt>
                <c:pt idx="88450">
                  <c:v>2</c:v>
                </c:pt>
                <c:pt idx="88451">
                  <c:v>2</c:v>
                </c:pt>
                <c:pt idx="88452">
                  <c:v>3</c:v>
                </c:pt>
                <c:pt idx="88453">
                  <c:v>2</c:v>
                </c:pt>
                <c:pt idx="88454">
                  <c:v>2</c:v>
                </c:pt>
                <c:pt idx="88455">
                  <c:v>6</c:v>
                </c:pt>
                <c:pt idx="88456">
                  <c:v>2</c:v>
                </c:pt>
                <c:pt idx="88457">
                  <c:v>2</c:v>
                </c:pt>
                <c:pt idx="88458">
                  <c:v>3</c:v>
                </c:pt>
                <c:pt idx="88459">
                  <c:v>4</c:v>
                </c:pt>
                <c:pt idx="88460">
                  <c:v>3</c:v>
                </c:pt>
                <c:pt idx="88461">
                  <c:v>2</c:v>
                </c:pt>
                <c:pt idx="88462">
                  <c:v>3</c:v>
                </c:pt>
                <c:pt idx="88463">
                  <c:v>6</c:v>
                </c:pt>
                <c:pt idx="88464">
                  <c:v>2</c:v>
                </c:pt>
                <c:pt idx="88465">
                  <c:v>1</c:v>
                </c:pt>
                <c:pt idx="88466">
                  <c:v>1</c:v>
                </c:pt>
                <c:pt idx="88467">
                  <c:v>3</c:v>
                </c:pt>
                <c:pt idx="88468">
                  <c:v>2</c:v>
                </c:pt>
                <c:pt idx="88469">
                  <c:v>2</c:v>
                </c:pt>
                <c:pt idx="88470">
                  <c:v>1</c:v>
                </c:pt>
                <c:pt idx="88471">
                  <c:v>2</c:v>
                </c:pt>
                <c:pt idx="88472">
                  <c:v>5</c:v>
                </c:pt>
                <c:pt idx="88473">
                  <c:v>4</c:v>
                </c:pt>
                <c:pt idx="88474">
                  <c:v>4</c:v>
                </c:pt>
                <c:pt idx="88475">
                  <c:v>1</c:v>
                </c:pt>
                <c:pt idx="88476">
                  <c:v>2</c:v>
                </c:pt>
                <c:pt idx="88477">
                  <c:v>2</c:v>
                </c:pt>
                <c:pt idx="88478">
                  <c:v>2</c:v>
                </c:pt>
                <c:pt idx="88479">
                  <c:v>3</c:v>
                </c:pt>
                <c:pt idx="88480">
                  <c:v>2</c:v>
                </c:pt>
                <c:pt idx="88481">
                  <c:v>4</c:v>
                </c:pt>
                <c:pt idx="88482">
                  <c:v>3</c:v>
                </c:pt>
                <c:pt idx="88483">
                  <c:v>5</c:v>
                </c:pt>
                <c:pt idx="88484">
                  <c:v>5</c:v>
                </c:pt>
                <c:pt idx="88485">
                  <c:v>3</c:v>
                </c:pt>
                <c:pt idx="88486">
                  <c:v>2</c:v>
                </c:pt>
                <c:pt idx="88487">
                  <c:v>3</c:v>
                </c:pt>
                <c:pt idx="88488">
                  <c:v>2</c:v>
                </c:pt>
                <c:pt idx="88489">
                  <c:v>4</c:v>
                </c:pt>
                <c:pt idx="88490">
                  <c:v>3</c:v>
                </c:pt>
                <c:pt idx="88491">
                  <c:v>2</c:v>
                </c:pt>
                <c:pt idx="88492">
                  <c:v>3</c:v>
                </c:pt>
                <c:pt idx="88493">
                  <c:v>2</c:v>
                </c:pt>
                <c:pt idx="88494">
                  <c:v>3</c:v>
                </c:pt>
                <c:pt idx="88495">
                  <c:v>3</c:v>
                </c:pt>
                <c:pt idx="88496">
                  <c:v>2</c:v>
                </c:pt>
                <c:pt idx="88497">
                  <c:v>4</c:v>
                </c:pt>
                <c:pt idx="88498">
                  <c:v>5</c:v>
                </c:pt>
                <c:pt idx="88499">
                  <c:v>3</c:v>
                </c:pt>
                <c:pt idx="88500">
                  <c:v>3</c:v>
                </c:pt>
                <c:pt idx="88501">
                  <c:v>4</c:v>
                </c:pt>
                <c:pt idx="88502">
                  <c:v>4</c:v>
                </c:pt>
                <c:pt idx="88503">
                  <c:v>6</c:v>
                </c:pt>
                <c:pt idx="88504">
                  <c:v>4</c:v>
                </c:pt>
                <c:pt idx="88505">
                  <c:v>4</c:v>
                </c:pt>
                <c:pt idx="88506">
                  <c:v>5</c:v>
                </c:pt>
                <c:pt idx="88507">
                  <c:v>2</c:v>
                </c:pt>
                <c:pt idx="88508">
                  <c:v>2</c:v>
                </c:pt>
                <c:pt idx="88509">
                  <c:v>2</c:v>
                </c:pt>
                <c:pt idx="88510">
                  <c:v>3</c:v>
                </c:pt>
                <c:pt idx="88511">
                  <c:v>10</c:v>
                </c:pt>
                <c:pt idx="88512">
                  <c:v>5</c:v>
                </c:pt>
                <c:pt idx="88513">
                  <c:v>4</c:v>
                </c:pt>
                <c:pt idx="88514">
                  <c:v>4</c:v>
                </c:pt>
                <c:pt idx="88515">
                  <c:v>5</c:v>
                </c:pt>
                <c:pt idx="88516">
                  <c:v>3</c:v>
                </c:pt>
                <c:pt idx="88517">
                  <c:v>4</c:v>
                </c:pt>
                <c:pt idx="88518">
                  <c:v>4</c:v>
                </c:pt>
                <c:pt idx="88519">
                  <c:v>3</c:v>
                </c:pt>
                <c:pt idx="88520">
                  <c:v>1</c:v>
                </c:pt>
                <c:pt idx="88521">
                  <c:v>2</c:v>
                </c:pt>
                <c:pt idx="88522">
                  <c:v>1</c:v>
                </c:pt>
                <c:pt idx="88523">
                  <c:v>2</c:v>
                </c:pt>
                <c:pt idx="88524">
                  <c:v>1</c:v>
                </c:pt>
                <c:pt idx="88525">
                  <c:v>1</c:v>
                </c:pt>
                <c:pt idx="88526">
                  <c:v>2</c:v>
                </c:pt>
                <c:pt idx="88527">
                  <c:v>2</c:v>
                </c:pt>
                <c:pt idx="88528">
                  <c:v>2</c:v>
                </c:pt>
                <c:pt idx="88529">
                  <c:v>2</c:v>
                </c:pt>
                <c:pt idx="88530">
                  <c:v>2</c:v>
                </c:pt>
                <c:pt idx="88531">
                  <c:v>2</c:v>
                </c:pt>
                <c:pt idx="88532">
                  <c:v>2</c:v>
                </c:pt>
                <c:pt idx="88533">
                  <c:v>2</c:v>
                </c:pt>
                <c:pt idx="88534">
                  <c:v>2</c:v>
                </c:pt>
                <c:pt idx="88535">
                  <c:v>1</c:v>
                </c:pt>
                <c:pt idx="88536">
                  <c:v>9</c:v>
                </c:pt>
                <c:pt idx="88537">
                  <c:v>1</c:v>
                </c:pt>
                <c:pt idx="88538">
                  <c:v>1</c:v>
                </c:pt>
                <c:pt idx="88539">
                  <c:v>2</c:v>
                </c:pt>
                <c:pt idx="88540">
                  <c:v>1</c:v>
                </c:pt>
                <c:pt idx="88541">
                  <c:v>4</c:v>
                </c:pt>
                <c:pt idx="88542">
                  <c:v>3</c:v>
                </c:pt>
                <c:pt idx="88543">
                  <c:v>3</c:v>
                </c:pt>
                <c:pt idx="88544">
                  <c:v>3</c:v>
                </c:pt>
                <c:pt idx="88545">
                  <c:v>10</c:v>
                </c:pt>
                <c:pt idx="88546">
                  <c:v>3</c:v>
                </c:pt>
                <c:pt idx="88547">
                  <c:v>5</c:v>
                </c:pt>
                <c:pt idx="88548">
                  <c:v>5</c:v>
                </c:pt>
                <c:pt idx="88549">
                  <c:v>2</c:v>
                </c:pt>
                <c:pt idx="88550">
                  <c:v>2</c:v>
                </c:pt>
                <c:pt idx="88551">
                  <c:v>2</c:v>
                </c:pt>
                <c:pt idx="88552">
                  <c:v>2</c:v>
                </c:pt>
                <c:pt idx="88553">
                  <c:v>3</c:v>
                </c:pt>
                <c:pt idx="88554">
                  <c:v>3</c:v>
                </c:pt>
                <c:pt idx="88555">
                  <c:v>2</c:v>
                </c:pt>
                <c:pt idx="88556">
                  <c:v>3</c:v>
                </c:pt>
                <c:pt idx="88557">
                  <c:v>3</c:v>
                </c:pt>
                <c:pt idx="88558">
                  <c:v>4</c:v>
                </c:pt>
                <c:pt idx="88559">
                  <c:v>2</c:v>
                </c:pt>
                <c:pt idx="88560">
                  <c:v>1</c:v>
                </c:pt>
                <c:pt idx="88561">
                  <c:v>2</c:v>
                </c:pt>
                <c:pt idx="88562">
                  <c:v>1</c:v>
                </c:pt>
                <c:pt idx="88563">
                  <c:v>2</c:v>
                </c:pt>
                <c:pt idx="88564">
                  <c:v>2</c:v>
                </c:pt>
                <c:pt idx="88565">
                  <c:v>2</c:v>
                </c:pt>
                <c:pt idx="88566">
                  <c:v>1</c:v>
                </c:pt>
                <c:pt idx="88567">
                  <c:v>2</c:v>
                </c:pt>
                <c:pt idx="88568">
                  <c:v>3</c:v>
                </c:pt>
                <c:pt idx="88569">
                  <c:v>2</c:v>
                </c:pt>
                <c:pt idx="88570">
                  <c:v>1</c:v>
                </c:pt>
                <c:pt idx="88571">
                  <c:v>3</c:v>
                </c:pt>
                <c:pt idx="88572">
                  <c:v>2</c:v>
                </c:pt>
                <c:pt idx="88573">
                  <c:v>2</c:v>
                </c:pt>
                <c:pt idx="88574">
                  <c:v>2</c:v>
                </c:pt>
                <c:pt idx="88575">
                  <c:v>2</c:v>
                </c:pt>
                <c:pt idx="88576">
                  <c:v>4</c:v>
                </c:pt>
                <c:pt idx="88577">
                  <c:v>3</c:v>
                </c:pt>
                <c:pt idx="88578">
                  <c:v>3</c:v>
                </c:pt>
                <c:pt idx="88579">
                  <c:v>6</c:v>
                </c:pt>
                <c:pt idx="88580">
                  <c:v>5</c:v>
                </c:pt>
                <c:pt idx="88581">
                  <c:v>7</c:v>
                </c:pt>
                <c:pt idx="88582">
                  <c:v>4</c:v>
                </c:pt>
                <c:pt idx="88583">
                  <c:v>1</c:v>
                </c:pt>
                <c:pt idx="88584">
                  <c:v>8</c:v>
                </c:pt>
                <c:pt idx="88585">
                  <c:v>5</c:v>
                </c:pt>
                <c:pt idx="88586">
                  <c:v>2</c:v>
                </c:pt>
                <c:pt idx="88587">
                  <c:v>2</c:v>
                </c:pt>
                <c:pt idx="88588">
                  <c:v>2</c:v>
                </c:pt>
                <c:pt idx="88589">
                  <c:v>2</c:v>
                </c:pt>
                <c:pt idx="88590">
                  <c:v>2</c:v>
                </c:pt>
                <c:pt idx="88591">
                  <c:v>3</c:v>
                </c:pt>
                <c:pt idx="88592">
                  <c:v>2</c:v>
                </c:pt>
                <c:pt idx="88593">
                  <c:v>2</c:v>
                </c:pt>
                <c:pt idx="88594">
                  <c:v>3</c:v>
                </c:pt>
                <c:pt idx="88595">
                  <c:v>4</c:v>
                </c:pt>
                <c:pt idx="88596">
                  <c:v>7</c:v>
                </c:pt>
                <c:pt idx="88597">
                  <c:v>4</c:v>
                </c:pt>
                <c:pt idx="88598">
                  <c:v>2</c:v>
                </c:pt>
                <c:pt idx="88599">
                  <c:v>3</c:v>
                </c:pt>
                <c:pt idx="88600">
                  <c:v>3</c:v>
                </c:pt>
                <c:pt idx="88601">
                  <c:v>3</c:v>
                </c:pt>
                <c:pt idx="88602">
                  <c:v>3</c:v>
                </c:pt>
                <c:pt idx="88603">
                  <c:v>4</c:v>
                </c:pt>
                <c:pt idx="88604">
                  <c:v>3</c:v>
                </c:pt>
                <c:pt idx="88605">
                  <c:v>4</c:v>
                </c:pt>
                <c:pt idx="88606">
                  <c:v>4</c:v>
                </c:pt>
                <c:pt idx="88607">
                  <c:v>4</c:v>
                </c:pt>
                <c:pt idx="88608">
                  <c:v>3</c:v>
                </c:pt>
                <c:pt idx="88609">
                  <c:v>4</c:v>
                </c:pt>
                <c:pt idx="88610">
                  <c:v>4</c:v>
                </c:pt>
                <c:pt idx="88611">
                  <c:v>2</c:v>
                </c:pt>
                <c:pt idx="88612">
                  <c:v>1</c:v>
                </c:pt>
                <c:pt idx="88613">
                  <c:v>1</c:v>
                </c:pt>
                <c:pt idx="88614">
                  <c:v>2</c:v>
                </c:pt>
                <c:pt idx="88615">
                  <c:v>1</c:v>
                </c:pt>
                <c:pt idx="88616">
                  <c:v>1</c:v>
                </c:pt>
                <c:pt idx="88617">
                  <c:v>4</c:v>
                </c:pt>
                <c:pt idx="88618">
                  <c:v>8</c:v>
                </c:pt>
                <c:pt idx="88619">
                  <c:v>6</c:v>
                </c:pt>
                <c:pt idx="88620">
                  <c:v>4</c:v>
                </c:pt>
                <c:pt idx="88621">
                  <c:v>4</c:v>
                </c:pt>
                <c:pt idx="88622">
                  <c:v>2</c:v>
                </c:pt>
                <c:pt idx="88623">
                  <c:v>1</c:v>
                </c:pt>
                <c:pt idx="88624">
                  <c:v>2</c:v>
                </c:pt>
                <c:pt idx="88625">
                  <c:v>2</c:v>
                </c:pt>
                <c:pt idx="88626">
                  <c:v>2</c:v>
                </c:pt>
                <c:pt idx="88627">
                  <c:v>2</c:v>
                </c:pt>
                <c:pt idx="88628">
                  <c:v>3</c:v>
                </c:pt>
                <c:pt idx="88629">
                  <c:v>9</c:v>
                </c:pt>
                <c:pt idx="88630">
                  <c:v>4</c:v>
                </c:pt>
                <c:pt idx="88631">
                  <c:v>3</c:v>
                </c:pt>
                <c:pt idx="88632">
                  <c:v>3</c:v>
                </c:pt>
                <c:pt idx="88633">
                  <c:v>2</c:v>
                </c:pt>
                <c:pt idx="88634">
                  <c:v>3</c:v>
                </c:pt>
                <c:pt idx="88635">
                  <c:v>2</c:v>
                </c:pt>
                <c:pt idx="88636">
                  <c:v>1</c:v>
                </c:pt>
                <c:pt idx="88637">
                  <c:v>1</c:v>
                </c:pt>
                <c:pt idx="88638">
                  <c:v>2</c:v>
                </c:pt>
                <c:pt idx="88639">
                  <c:v>6</c:v>
                </c:pt>
                <c:pt idx="88640">
                  <c:v>4</c:v>
                </c:pt>
                <c:pt idx="88641">
                  <c:v>1</c:v>
                </c:pt>
                <c:pt idx="88642">
                  <c:v>1</c:v>
                </c:pt>
                <c:pt idx="88643">
                  <c:v>1</c:v>
                </c:pt>
                <c:pt idx="88644">
                  <c:v>2</c:v>
                </c:pt>
                <c:pt idx="88645">
                  <c:v>1</c:v>
                </c:pt>
                <c:pt idx="88646">
                  <c:v>1</c:v>
                </c:pt>
                <c:pt idx="88647">
                  <c:v>6</c:v>
                </c:pt>
                <c:pt idx="88648">
                  <c:v>5</c:v>
                </c:pt>
                <c:pt idx="88649">
                  <c:v>5</c:v>
                </c:pt>
                <c:pt idx="88650">
                  <c:v>1</c:v>
                </c:pt>
                <c:pt idx="88651">
                  <c:v>7</c:v>
                </c:pt>
                <c:pt idx="88652">
                  <c:v>5</c:v>
                </c:pt>
                <c:pt idx="88653">
                  <c:v>7</c:v>
                </c:pt>
                <c:pt idx="88654">
                  <c:v>3</c:v>
                </c:pt>
                <c:pt idx="88655">
                  <c:v>2</c:v>
                </c:pt>
                <c:pt idx="88656">
                  <c:v>2</c:v>
                </c:pt>
                <c:pt idx="88657">
                  <c:v>3</c:v>
                </c:pt>
                <c:pt idx="88658">
                  <c:v>2</c:v>
                </c:pt>
                <c:pt idx="88659">
                  <c:v>2</c:v>
                </c:pt>
                <c:pt idx="88660">
                  <c:v>4</c:v>
                </c:pt>
                <c:pt idx="88661">
                  <c:v>4</c:v>
                </c:pt>
                <c:pt idx="88662">
                  <c:v>5</c:v>
                </c:pt>
                <c:pt idx="88663">
                  <c:v>4</c:v>
                </c:pt>
                <c:pt idx="88664">
                  <c:v>3</c:v>
                </c:pt>
                <c:pt idx="88665">
                  <c:v>2</c:v>
                </c:pt>
                <c:pt idx="88666">
                  <c:v>2</c:v>
                </c:pt>
                <c:pt idx="88667">
                  <c:v>2</c:v>
                </c:pt>
                <c:pt idx="88668">
                  <c:v>2</c:v>
                </c:pt>
                <c:pt idx="88669">
                  <c:v>3</c:v>
                </c:pt>
                <c:pt idx="88670">
                  <c:v>2</c:v>
                </c:pt>
                <c:pt idx="88671">
                  <c:v>2</c:v>
                </c:pt>
                <c:pt idx="88672">
                  <c:v>2</c:v>
                </c:pt>
                <c:pt idx="88673">
                  <c:v>2</c:v>
                </c:pt>
                <c:pt idx="88674">
                  <c:v>2</c:v>
                </c:pt>
                <c:pt idx="88675">
                  <c:v>2</c:v>
                </c:pt>
                <c:pt idx="88676">
                  <c:v>2</c:v>
                </c:pt>
                <c:pt idx="88677">
                  <c:v>5</c:v>
                </c:pt>
                <c:pt idx="88678">
                  <c:v>3</c:v>
                </c:pt>
                <c:pt idx="88679">
                  <c:v>2</c:v>
                </c:pt>
                <c:pt idx="88680">
                  <c:v>1</c:v>
                </c:pt>
                <c:pt idx="88681">
                  <c:v>1</c:v>
                </c:pt>
                <c:pt idx="88682">
                  <c:v>1</c:v>
                </c:pt>
                <c:pt idx="88683">
                  <c:v>2</c:v>
                </c:pt>
                <c:pt idx="88684">
                  <c:v>2</c:v>
                </c:pt>
                <c:pt idx="88685">
                  <c:v>1</c:v>
                </c:pt>
                <c:pt idx="88686">
                  <c:v>1</c:v>
                </c:pt>
                <c:pt idx="88687">
                  <c:v>3</c:v>
                </c:pt>
                <c:pt idx="88688">
                  <c:v>3</c:v>
                </c:pt>
                <c:pt idx="88689">
                  <c:v>2</c:v>
                </c:pt>
                <c:pt idx="88690">
                  <c:v>2</c:v>
                </c:pt>
                <c:pt idx="88691">
                  <c:v>4</c:v>
                </c:pt>
                <c:pt idx="88692">
                  <c:v>3</c:v>
                </c:pt>
                <c:pt idx="88693">
                  <c:v>2</c:v>
                </c:pt>
                <c:pt idx="88694">
                  <c:v>2</c:v>
                </c:pt>
                <c:pt idx="88695">
                  <c:v>2</c:v>
                </c:pt>
                <c:pt idx="88696">
                  <c:v>2</c:v>
                </c:pt>
                <c:pt idx="88697">
                  <c:v>2</c:v>
                </c:pt>
                <c:pt idx="88698">
                  <c:v>4</c:v>
                </c:pt>
                <c:pt idx="88699">
                  <c:v>5</c:v>
                </c:pt>
                <c:pt idx="88700">
                  <c:v>4</c:v>
                </c:pt>
                <c:pt idx="88701">
                  <c:v>5</c:v>
                </c:pt>
                <c:pt idx="88702">
                  <c:v>4</c:v>
                </c:pt>
                <c:pt idx="88703">
                  <c:v>4</c:v>
                </c:pt>
                <c:pt idx="88704">
                  <c:v>4</c:v>
                </c:pt>
                <c:pt idx="88705">
                  <c:v>1</c:v>
                </c:pt>
                <c:pt idx="88706">
                  <c:v>1</c:v>
                </c:pt>
                <c:pt idx="88707">
                  <c:v>1</c:v>
                </c:pt>
                <c:pt idx="88708">
                  <c:v>1</c:v>
                </c:pt>
                <c:pt idx="88709">
                  <c:v>1</c:v>
                </c:pt>
                <c:pt idx="88710">
                  <c:v>4</c:v>
                </c:pt>
                <c:pt idx="88711">
                  <c:v>3</c:v>
                </c:pt>
                <c:pt idx="88712">
                  <c:v>2</c:v>
                </c:pt>
                <c:pt idx="88713">
                  <c:v>4</c:v>
                </c:pt>
                <c:pt idx="88714">
                  <c:v>3</c:v>
                </c:pt>
                <c:pt idx="88715">
                  <c:v>4</c:v>
                </c:pt>
                <c:pt idx="88716">
                  <c:v>2</c:v>
                </c:pt>
                <c:pt idx="88717">
                  <c:v>2</c:v>
                </c:pt>
                <c:pt idx="88718">
                  <c:v>1</c:v>
                </c:pt>
                <c:pt idx="88719">
                  <c:v>4</c:v>
                </c:pt>
                <c:pt idx="88720">
                  <c:v>2</c:v>
                </c:pt>
                <c:pt idx="88721">
                  <c:v>2</c:v>
                </c:pt>
                <c:pt idx="88722">
                  <c:v>2</c:v>
                </c:pt>
                <c:pt idx="88723">
                  <c:v>4</c:v>
                </c:pt>
                <c:pt idx="88724">
                  <c:v>8</c:v>
                </c:pt>
                <c:pt idx="88725">
                  <c:v>20</c:v>
                </c:pt>
                <c:pt idx="88726">
                  <c:v>4</c:v>
                </c:pt>
                <c:pt idx="88727">
                  <c:v>3</c:v>
                </c:pt>
                <c:pt idx="88728">
                  <c:v>4</c:v>
                </c:pt>
                <c:pt idx="88729">
                  <c:v>3</c:v>
                </c:pt>
                <c:pt idx="88730">
                  <c:v>3</c:v>
                </c:pt>
                <c:pt idx="88731">
                  <c:v>4</c:v>
                </c:pt>
                <c:pt idx="88732">
                  <c:v>2</c:v>
                </c:pt>
                <c:pt idx="88733">
                  <c:v>3</c:v>
                </c:pt>
                <c:pt idx="88734">
                  <c:v>1</c:v>
                </c:pt>
                <c:pt idx="88735">
                  <c:v>2</c:v>
                </c:pt>
                <c:pt idx="88736">
                  <c:v>3</c:v>
                </c:pt>
                <c:pt idx="88737">
                  <c:v>2</c:v>
                </c:pt>
                <c:pt idx="88738">
                  <c:v>2</c:v>
                </c:pt>
                <c:pt idx="88739">
                  <c:v>2</c:v>
                </c:pt>
                <c:pt idx="88740">
                  <c:v>1</c:v>
                </c:pt>
                <c:pt idx="88741">
                  <c:v>3</c:v>
                </c:pt>
                <c:pt idx="88742">
                  <c:v>3</c:v>
                </c:pt>
                <c:pt idx="88743">
                  <c:v>3</c:v>
                </c:pt>
                <c:pt idx="88744">
                  <c:v>4</c:v>
                </c:pt>
                <c:pt idx="88745">
                  <c:v>4</c:v>
                </c:pt>
                <c:pt idx="88746">
                  <c:v>2</c:v>
                </c:pt>
                <c:pt idx="88747">
                  <c:v>2</c:v>
                </c:pt>
                <c:pt idx="88748">
                  <c:v>1</c:v>
                </c:pt>
                <c:pt idx="88749">
                  <c:v>5</c:v>
                </c:pt>
                <c:pt idx="88750">
                  <c:v>2</c:v>
                </c:pt>
                <c:pt idx="88751">
                  <c:v>4</c:v>
                </c:pt>
                <c:pt idx="88752">
                  <c:v>3</c:v>
                </c:pt>
                <c:pt idx="88753">
                  <c:v>4</c:v>
                </c:pt>
                <c:pt idx="88754">
                  <c:v>5</c:v>
                </c:pt>
                <c:pt idx="88755">
                  <c:v>4</c:v>
                </c:pt>
                <c:pt idx="88756">
                  <c:v>5</c:v>
                </c:pt>
                <c:pt idx="88757">
                  <c:v>3</c:v>
                </c:pt>
                <c:pt idx="88758">
                  <c:v>6</c:v>
                </c:pt>
                <c:pt idx="88759">
                  <c:v>4</c:v>
                </c:pt>
                <c:pt idx="88760">
                  <c:v>8</c:v>
                </c:pt>
                <c:pt idx="88761">
                  <c:v>3</c:v>
                </c:pt>
                <c:pt idx="88762">
                  <c:v>5</c:v>
                </c:pt>
                <c:pt idx="88763">
                  <c:v>10</c:v>
                </c:pt>
                <c:pt idx="88764">
                  <c:v>2</c:v>
                </c:pt>
                <c:pt idx="88765">
                  <c:v>1</c:v>
                </c:pt>
                <c:pt idx="88766">
                  <c:v>1</c:v>
                </c:pt>
                <c:pt idx="88767">
                  <c:v>1</c:v>
                </c:pt>
                <c:pt idx="88768">
                  <c:v>2</c:v>
                </c:pt>
                <c:pt idx="88769">
                  <c:v>1</c:v>
                </c:pt>
                <c:pt idx="88770">
                  <c:v>5</c:v>
                </c:pt>
                <c:pt idx="88771">
                  <c:v>6</c:v>
                </c:pt>
                <c:pt idx="88772">
                  <c:v>6</c:v>
                </c:pt>
                <c:pt idx="88773">
                  <c:v>7</c:v>
                </c:pt>
                <c:pt idx="88774">
                  <c:v>6</c:v>
                </c:pt>
                <c:pt idx="88775">
                  <c:v>6</c:v>
                </c:pt>
                <c:pt idx="88776">
                  <c:v>6</c:v>
                </c:pt>
                <c:pt idx="88777">
                  <c:v>1</c:v>
                </c:pt>
                <c:pt idx="88778">
                  <c:v>4</c:v>
                </c:pt>
                <c:pt idx="88779">
                  <c:v>2</c:v>
                </c:pt>
                <c:pt idx="88780">
                  <c:v>4</c:v>
                </c:pt>
                <c:pt idx="88781">
                  <c:v>3</c:v>
                </c:pt>
                <c:pt idx="88782">
                  <c:v>1</c:v>
                </c:pt>
                <c:pt idx="88783">
                  <c:v>2</c:v>
                </c:pt>
                <c:pt idx="88784">
                  <c:v>0</c:v>
                </c:pt>
                <c:pt idx="88785">
                  <c:v>5</c:v>
                </c:pt>
                <c:pt idx="88786">
                  <c:v>2</c:v>
                </c:pt>
                <c:pt idx="88787">
                  <c:v>2</c:v>
                </c:pt>
                <c:pt idx="88788">
                  <c:v>2</c:v>
                </c:pt>
                <c:pt idx="88789">
                  <c:v>3</c:v>
                </c:pt>
                <c:pt idx="88790">
                  <c:v>4</c:v>
                </c:pt>
                <c:pt idx="88791">
                  <c:v>2</c:v>
                </c:pt>
                <c:pt idx="88792">
                  <c:v>3</c:v>
                </c:pt>
                <c:pt idx="88793">
                  <c:v>3</c:v>
                </c:pt>
                <c:pt idx="88794">
                  <c:v>2</c:v>
                </c:pt>
                <c:pt idx="88795">
                  <c:v>2</c:v>
                </c:pt>
                <c:pt idx="88796">
                  <c:v>2</c:v>
                </c:pt>
                <c:pt idx="88797">
                  <c:v>3</c:v>
                </c:pt>
                <c:pt idx="88798">
                  <c:v>3</c:v>
                </c:pt>
                <c:pt idx="88799">
                  <c:v>2</c:v>
                </c:pt>
                <c:pt idx="88800">
                  <c:v>3</c:v>
                </c:pt>
                <c:pt idx="88801">
                  <c:v>3</c:v>
                </c:pt>
                <c:pt idx="88802">
                  <c:v>2</c:v>
                </c:pt>
                <c:pt idx="88803">
                  <c:v>2</c:v>
                </c:pt>
                <c:pt idx="88804">
                  <c:v>2</c:v>
                </c:pt>
                <c:pt idx="88805">
                  <c:v>2</c:v>
                </c:pt>
                <c:pt idx="88806">
                  <c:v>2</c:v>
                </c:pt>
                <c:pt idx="88807">
                  <c:v>2</c:v>
                </c:pt>
                <c:pt idx="88808">
                  <c:v>2</c:v>
                </c:pt>
                <c:pt idx="88809">
                  <c:v>1</c:v>
                </c:pt>
                <c:pt idx="88810">
                  <c:v>5</c:v>
                </c:pt>
                <c:pt idx="88811">
                  <c:v>1</c:v>
                </c:pt>
                <c:pt idx="88812">
                  <c:v>2</c:v>
                </c:pt>
                <c:pt idx="88813">
                  <c:v>3</c:v>
                </c:pt>
                <c:pt idx="88814">
                  <c:v>5</c:v>
                </c:pt>
                <c:pt idx="88815">
                  <c:v>1</c:v>
                </c:pt>
                <c:pt idx="88816">
                  <c:v>3</c:v>
                </c:pt>
                <c:pt idx="88817">
                  <c:v>2</c:v>
                </c:pt>
                <c:pt idx="88818">
                  <c:v>2</c:v>
                </c:pt>
                <c:pt idx="88819">
                  <c:v>2</c:v>
                </c:pt>
                <c:pt idx="88820">
                  <c:v>2</c:v>
                </c:pt>
                <c:pt idx="88821">
                  <c:v>1</c:v>
                </c:pt>
                <c:pt idx="88822">
                  <c:v>2</c:v>
                </c:pt>
                <c:pt idx="88823">
                  <c:v>1</c:v>
                </c:pt>
                <c:pt idx="88824">
                  <c:v>1</c:v>
                </c:pt>
                <c:pt idx="88825">
                  <c:v>1</c:v>
                </c:pt>
                <c:pt idx="88826">
                  <c:v>1</c:v>
                </c:pt>
                <c:pt idx="88827">
                  <c:v>1</c:v>
                </c:pt>
                <c:pt idx="88828">
                  <c:v>1</c:v>
                </c:pt>
                <c:pt idx="88829">
                  <c:v>1</c:v>
                </c:pt>
                <c:pt idx="88830">
                  <c:v>5</c:v>
                </c:pt>
                <c:pt idx="88831">
                  <c:v>5</c:v>
                </c:pt>
                <c:pt idx="88832">
                  <c:v>5</c:v>
                </c:pt>
                <c:pt idx="88833">
                  <c:v>6</c:v>
                </c:pt>
                <c:pt idx="88834">
                  <c:v>5</c:v>
                </c:pt>
                <c:pt idx="88835">
                  <c:v>5</c:v>
                </c:pt>
                <c:pt idx="88836">
                  <c:v>5</c:v>
                </c:pt>
                <c:pt idx="88837">
                  <c:v>6</c:v>
                </c:pt>
                <c:pt idx="88838">
                  <c:v>2</c:v>
                </c:pt>
                <c:pt idx="88839">
                  <c:v>1</c:v>
                </c:pt>
                <c:pt idx="88840">
                  <c:v>2</c:v>
                </c:pt>
                <c:pt idx="88841">
                  <c:v>1</c:v>
                </c:pt>
                <c:pt idx="88842">
                  <c:v>1</c:v>
                </c:pt>
                <c:pt idx="88843">
                  <c:v>4</c:v>
                </c:pt>
                <c:pt idx="88844">
                  <c:v>5</c:v>
                </c:pt>
                <c:pt idx="88845">
                  <c:v>5</c:v>
                </c:pt>
                <c:pt idx="88846">
                  <c:v>4</c:v>
                </c:pt>
                <c:pt idx="88847">
                  <c:v>4</c:v>
                </c:pt>
                <c:pt idx="88848">
                  <c:v>4</c:v>
                </c:pt>
                <c:pt idx="88849">
                  <c:v>4</c:v>
                </c:pt>
                <c:pt idx="88850">
                  <c:v>4</c:v>
                </c:pt>
                <c:pt idx="88851">
                  <c:v>6</c:v>
                </c:pt>
                <c:pt idx="88852">
                  <c:v>5</c:v>
                </c:pt>
                <c:pt idx="88853">
                  <c:v>5</c:v>
                </c:pt>
                <c:pt idx="88854">
                  <c:v>1</c:v>
                </c:pt>
                <c:pt idx="88855">
                  <c:v>2</c:v>
                </c:pt>
                <c:pt idx="88856">
                  <c:v>1</c:v>
                </c:pt>
                <c:pt idx="88857">
                  <c:v>1</c:v>
                </c:pt>
                <c:pt idx="88858">
                  <c:v>1</c:v>
                </c:pt>
                <c:pt idx="88859">
                  <c:v>1</c:v>
                </c:pt>
                <c:pt idx="88860">
                  <c:v>3</c:v>
                </c:pt>
                <c:pt idx="88861">
                  <c:v>2</c:v>
                </c:pt>
                <c:pt idx="88862">
                  <c:v>3</c:v>
                </c:pt>
                <c:pt idx="88863">
                  <c:v>3</c:v>
                </c:pt>
                <c:pt idx="88864">
                  <c:v>2</c:v>
                </c:pt>
                <c:pt idx="88865">
                  <c:v>2</c:v>
                </c:pt>
                <c:pt idx="88866">
                  <c:v>4</c:v>
                </c:pt>
                <c:pt idx="88867">
                  <c:v>3</c:v>
                </c:pt>
                <c:pt idx="88868">
                  <c:v>3</c:v>
                </c:pt>
                <c:pt idx="88869">
                  <c:v>2</c:v>
                </c:pt>
                <c:pt idx="88870">
                  <c:v>3</c:v>
                </c:pt>
                <c:pt idx="88871">
                  <c:v>2</c:v>
                </c:pt>
                <c:pt idx="88872">
                  <c:v>2</c:v>
                </c:pt>
                <c:pt idx="88873">
                  <c:v>2</c:v>
                </c:pt>
                <c:pt idx="88874">
                  <c:v>1</c:v>
                </c:pt>
                <c:pt idx="88875">
                  <c:v>2</c:v>
                </c:pt>
                <c:pt idx="88876">
                  <c:v>1</c:v>
                </c:pt>
                <c:pt idx="88877">
                  <c:v>1</c:v>
                </c:pt>
                <c:pt idx="88878">
                  <c:v>1</c:v>
                </c:pt>
                <c:pt idx="88879">
                  <c:v>1</c:v>
                </c:pt>
                <c:pt idx="88880">
                  <c:v>2</c:v>
                </c:pt>
                <c:pt idx="88881">
                  <c:v>10</c:v>
                </c:pt>
                <c:pt idx="88882">
                  <c:v>1</c:v>
                </c:pt>
                <c:pt idx="88883">
                  <c:v>5</c:v>
                </c:pt>
                <c:pt idx="88884">
                  <c:v>2</c:v>
                </c:pt>
                <c:pt idx="88885">
                  <c:v>3</c:v>
                </c:pt>
                <c:pt idx="88886">
                  <c:v>1</c:v>
                </c:pt>
                <c:pt idx="88887">
                  <c:v>1</c:v>
                </c:pt>
                <c:pt idx="88888">
                  <c:v>1</c:v>
                </c:pt>
                <c:pt idx="88889">
                  <c:v>2</c:v>
                </c:pt>
                <c:pt idx="88890">
                  <c:v>2</c:v>
                </c:pt>
                <c:pt idx="88891">
                  <c:v>1</c:v>
                </c:pt>
                <c:pt idx="88892">
                  <c:v>4</c:v>
                </c:pt>
                <c:pt idx="88893">
                  <c:v>2</c:v>
                </c:pt>
                <c:pt idx="88894">
                  <c:v>2</c:v>
                </c:pt>
                <c:pt idx="88895">
                  <c:v>2</c:v>
                </c:pt>
                <c:pt idx="88896">
                  <c:v>1</c:v>
                </c:pt>
                <c:pt idx="88897">
                  <c:v>2</c:v>
                </c:pt>
                <c:pt idx="88898">
                  <c:v>2</c:v>
                </c:pt>
                <c:pt idx="88899">
                  <c:v>2</c:v>
                </c:pt>
                <c:pt idx="88900">
                  <c:v>2</c:v>
                </c:pt>
                <c:pt idx="88901">
                  <c:v>2</c:v>
                </c:pt>
                <c:pt idx="88902">
                  <c:v>2</c:v>
                </c:pt>
                <c:pt idx="88903">
                  <c:v>3</c:v>
                </c:pt>
                <c:pt idx="88904">
                  <c:v>3</c:v>
                </c:pt>
                <c:pt idx="88905">
                  <c:v>2</c:v>
                </c:pt>
                <c:pt idx="88906">
                  <c:v>4</c:v>
                </c:pt>
                <c:pt idx="88907">
                  <c:v>5</c:v>
                </c:pt>
                <c:pt idx="88908">
                  <c:v>3</c:v>
                </c:pt>
                <c:pt idx="88909">
                  <c:v>2</c:v>
                </c:pt>
                <c:pt idx="88910">
                  <c:v>2</c:v>
                </c:pt>
                <c:pt idx="88911">
                  <c:v>2</c:v>
                </c:pt>
                <c:pt idx="88912">
                  <c:v>2</c:v>
                </c:pt>
                <c:pt idx="88913">
                  <c:v>2</c:v>
                </c:pt>
                <c:pt idx="88914">
                  <c:v>2</c:v>
                </c:pt>
                <c:pt idx="88915">
                  <c:v>2</c:v>
                </c:pt>
                <c:pt idx="88916">
                  <c:v>2</c:v>
                </c:pt>
                <c:pt idx="88917">
                  <c:v>2</c:v>
                </c:pt>
                <c:pt idx="88918">
                  <c:v>3</c:v>
                </c:pt>
                <c:pt idx="88919">
                  <c:v>3</c:v>
                </c:pt>
                <c:pt idx="88920">
                  <c:v>2</c:v>
                </c:pt>
                <c:pt idx="88921">
                  <c:v>2</c:v>
                </c:pt>
                <c:pt idx="88922">
                  <c:v>3</c:v>
                </c:pt>
                <c:pt idx="88923">
                  <c:v>2</c:v>
                </c:pt>
                <c:pt idx="88924">
                  <c:v>3</c:v>
                </c:pt>
                <c:pt idx="88925">
                  <c:v>3</c:v>
                </c:pt>
                <c:pt idx="88926">
                  <c:v>1</c:v>
                </c:pt>
                <c:pt idx="88927">
                  <c:v>1</c:v>
                </c:pt>
                <c:pt idx="88928">
                  <c:v>3</c:v>
                </c:pt>
                <c:pt idx="88929">
                  <c:v>3</c:v>
                </c:pt>
                <c:pt idx="88930">
                  <c:v>2</c:v>
                </c:pt>
                <c:pt idx="88931">
                  <c:v>2</c:v>
                </c:pt>
                <c:pt idx="88932">
                  <c:v>1</c:v>
                </c:pt>
                <c:pt idx="88933">
                  <c:v>1</c:v>
                </c:pt>
                <c:pt idx="88934">
                  <c:v>2</c:v>
                </c:pt>
                <c:pt idx="88935">
                  <c:v>1</c:v>
                </c:pt>
                <c:pt idx="88936">
                  <c:v>3</c:v>
                </c:pt>
                <c:pt idx="88937">
                  <c:v>2</c:v>
                </c:pt>
                <c:pt idx="88938">
                  <c:v>2</c:v>
                </c:pt>
                <c:pt idx="88939">
                  <c:v>3</c:v>
                </c:pt>
                <c:pt idx="88940">
                  <c:v>1</c:v>
                </c:pt>
                <c:pt idx="88941">
                  <c:v>4</c:v>
                </c:pt>
                <c:pt idx="88942">
                  <c:v>5</c:v>
                </c:pt>
                <c:pt idx="88943">
                  <c:v>3</c:v>
                </c:pt>
                <c:pt idx="88944">
                  <c:v>3</c:v>
                </c:pt>
                <c:pt idx="88945">
                  <c:v>4</c:v>
                </c:pt>
                <c:pt idx="88946">
                  <c:v>4</c:v>
                </c:pt>
                <c:pt idx="88947">
                  <c:v>4</c:v>
                </c:pt>
                <c:pt idx="88948">
                  <c:v>4</c:v>
                </c:pt>
                <c:pt idx="88949">
                  <c:v>4</c:v>
                </c:pt>
                <c:pt idx="88950">
                  <c:v>4</c:v>
                </c:pt>
                <c:pt idx="88951">
                  <c:v>3</c:v>
                </c:pt>
                <c:pt idx="88952">
                  <c:v>4</c:v>
                </c:pt>
                <c:pt idx="88953">
                  <c:v>3</c:v>
                </c:pt>
                <c:pt idx="88954">
                  <c:v>2</c:v>
                </c:pt>
                <c:pt idx="88955">
                  <c:v>1</c:v>
                </c:pt>
                <c:pt idx="88956">
                  <c:v>1</c:v>
                </c:pt>
                <c:pt idx="88957">
                  <c:v>1</c:v>
                </c:pt>
                <c:pt idx="88958">
                  <c:v>1</c:v>
                </c:pt>
                <c:pt idx="88959">
                  <c:v>1</c:v>
                </c:pt>
                <c:pt idx="88960">
                  <c:v>6</c:v>
                </c:pt>
                <c:pt idx="88961">
                  <c:v>5</c:v>
                </c:pt>
                <c:pt idx="88962">
                  <c:v>6</c:v>
                </c:pt>
                <c:pt idx="88963">
                  <c:v>6</c:v>
                </c:pt>
                <c:pt idx="88964">
                  <c:v>2</c:v>
                </c:pt>
                <c:pt idx="88965">
                  <c:v>4</c:v>
                </c:pt>
                <c:pt idx="88966">
                  <c:v>3</c:v>
                </c:pt>
                <c:pt idx="88967">
                  <c:v>2</c:v>
                </c:pt>
                <c:pt idx="88968">
                  <c:v>2</c:v>
                </c:pt>
                <c:pt idx="88969">
                  <c:v>2</c:v>
                </c:pt>
                <c:pt idx="88970">
                  <c:v>2</c:v>
                </c:pt>
                <c:pt idx="88971">
                  <c:v>2</c:v>
                </c:pt>
                <c:pt idx="88972">
                  <c:v>2</c:v>
                </c:pt>
                <c:pt idx="88973">
                  <c:v>2</c:v>
                </c:pt>
                <c:pt idx="88974">
                  <c:v>13</c:v>
                </c:pt>
                <c:pt idx="88975">
                  <c:v>2</c:v>
                </c:pt>
                <c:pt idx="88976">
                  <c:v>7</c:v>
                </c:pt>
                <c:pt idx="88977">
                  <c:v>2</c:v>
                </c:pt>
                <c:pt idx="88978">
                  <c:v>4</c:v>
                </c:pt>
                <c:pt idx="88979">
                  <c:v>4</c:v>
                </c:pt>
                <c:pt idx="88980">
                  <c:v>4</c:v>
                </c:pt>
                <c:pt idx="88981">
                  <c:v>2</c:v>
                </c:pt>
                <c:pt idx="88982">
                  <c:v>2</c:v>
                </c:pt>
                <c:pt idx="88983">
                  <c:v>1</c:v>
                </c:pt>
                <c:pt idx="88984">
                  <c:v>1</c:v>
                </c:pt>
                <c:pt idx="88985">
                  <c:v>2</c:v>
                </c:pt>
                <c:pt idx="88986">
                  <c:v>2</c:v>
                </c:pt>
                <c:pt idx="88987">
                  <c:v>4</c:v>
                </c:pt>
                <c:pt idx="88988">
                  <c:v>4</c:v>
                </c:pt>
                <c:pt idx="88989">
                  <c:v>3</c:v>
                </c:pt>
                <c:pt idx="88990">
                  <c:v>4</c:v>
                </c:pt>
                <c:pt idx="88991">
                  <c:v>4</c:v>
                </c:pt>
                <c:pt idx="88992">
                  <c:v>2</c:v>
                </c:pt>
                <c:pt idx="88993">
                  <c:v>1</c:v>
                </c:pt>
                <c:pt idx="88994">
                  <c:v>2</c:v>
                </c:pt>
                <c:pt idx="88995">
                  <c:v>4</c:v>
                </c:pt>
                <c:pt idx="88996">
                  <c:v>2</c:v>
                </c:pt>
                <c:pt idx="88997">
                  <c:v>4</c:v>
                </c:pt>
                <c:pt idx="88998">
                  <c:v>2</c:v>
                </c:pt>
                <c:pt idx="88999">
                  <c:v>2</c:v>
                </c:pt>
                <c:pt idx="89000">
                  <c:v>2</c:v>
                </c:pt>
                <c:pt idx="89001">
                  <c:v>2</c:v>
                </c:pt>
                <c:pt idx="89002">
                  <c:v>2</c:v>
                </c:pt>
                <c:pt idx="89003">
                  <c:v>2</c:v>
                </c:pt>
                <c:pt idx="89004">
                  <c:v>5</c:v>
                </c:pt>
                <c:pt idx="89005">
                  <c:v>4</c:v>
                </c:pt>
                <c:pt idx="89006">
                  <c:v>2</c:v>
                </c:pt>
                <c:pt idx="89007">
                  <c:v>4</c:v>
                </c:pt>
                <c:pt idx="89008">
                  <c:v>4</c:v>
                </c:pt>
                <c:pt idx="89009">
                  <c:v>4</c:v>
                </c:pt>
                <c:pt idx="89010">
                  <c:v>1</c:v>
                </c:pt>
                <c:pt idx="89011">
                  <c:v>3</c:v>
                </c:pt>
                <c:pt idx="89012">
                  <c:v>4</c:v>
                </c:pt>
                <c:pt idx="89013">
                  <c:v>3</c:v>
                </c:pt>
                <c:pt idx="89014">
                  <c:v>1</c:v>
                </c:pt>
                <c:pt idx="89015">
                  <c:v>3</c:v>
                </c:pt>
                <c:pt idx="89016">
                  <c:v>3</c:v>
                </c:pt>
                <c:pt idx="89017">
                  <c:v>2</c:v>
                </c:pt>
                <c:pt idx="89018">
                  <c:v>2</c:v>
                </c:pt>
                <c:pt idx="89019">
                  <c:v>-2</c:v>
                </c:pt>
                <c:pt idx="89020">
                  <c:v>3</c:v>
                </c:pt>
                <c:pt idx="89021">
                  <c:v>6</c:v>
                </c:pt>
                <c:pt idx="89022">
                  <c:v>5</c:v>
                </c:pt>
                <c:pt idx="89023">
                  <c:v>6</c:v>
                </c:pt>
                <c:pt idx="89024">
                  <c:v>8</c:v>
                </c:pt>
                <c:pt idx="89025">
                  <c:v>6</c:v>
                </c:pt>
                <c:pt idx="89026">
                  <c:v>3</c:v>
                </c:pt>
                <c:pt idx="89027">
                  <c:v>2</c:v>
                </c:pt>
                <c:pt idx="89028">
                  <c:v>1</c:v>
                </c:pt>
                <c:pt idx="89029">
                  <c:v>2</c:v>
                </c:pt>
                <c:pt idx="89030">
                  <c:v>2</c:v>
                </c:pt>
                <c:pt idx="89031">
                  <c:v>1</c:v>
                </c:pt>
                <c:pt idx="89032">
                  <c:v>1</c:v>
                </c:pt>
                <c:pt idx="89033">
                  <c:v>2</c:v>
                </c:pt>
                <c:pt idx="89034">
                  <c:v>2</c:v>
                </c:pt>
                <c:pt idx="89035">
                  <c:v>3</c:v>
                </c:pt>
                <c:pt idx="89036">
                  <c:v>2</c:v>
                </c:pt>
                <c:pt idx="89037">
                  <c:v>1</c:v>
                </c:pt>
                <c:pt idx="89038">
                  <c:v>2</c:v>
                </c:pt>
                <c:pt idx="89039">
                  <c:v>2</c:v>
                </c:pt>
                <c:pt idx="89040">
                  <c:v>2</c:v>
                </c:pt>
                <c:pt idx="89041">
                  <c:v>1</c:v>
                </c:pt>
                <c:pt idx="89042">
                  <c:v>1</c:v>
                </c:pt>
                <c:pt idx="89043">
                  <c:v>2</c:v>
                </c:pt>
                <c:pt idx="89044">
                  <c:v>2</c:v>
                </c:pt>
                <c:pt idx="89045">
                  <c:v>2</c:v>
                </c:pt>
                <c:pt idx="89046">
                  <c:v>2</c:v>
                </c:pt>
                <c:pt idx="89047">
                  <c:v>2</c:v>
                </c:pt>
                <c:pt idx="89048">
                  <c:v>2</c:v>
                </c:pt>
                <c:pt idx="89049">
                  <c:v>2</c:v>
                </c:pt>
                <c:pt idx="89050">
                  <c:v>-2</c:v>
                </c:pt>
                <c:pt idx="89051">
                  <c:v>2</c:v>
                </c:pt>
                <c:pt idx="89052">
                  <c:v>2</c:v>
                </c:pt>
                <c:pt idx="89053">
                  <c:v>2</c:v>
                </c:pt>
                <c:pt idx="89054">
                  <c:v>2</c:v>
                </c:pt>
                <c:pt idx="89055">
                  <c:v>4</c:v>
                </c:pt>
                <c:pt idx="89056">
                  <c:v>4</c:v>
                </c:pt>
                <c:pt idx="89057">
                  <c:v>4</c:v>
                </c:pt>
                <c:pt idx="89058">
                  <c:v>4</c:v>
                </c:pt>
                <c:pt idx="89059">
                  <c:v>10</c:v>
                </c:pt>
                <c:pt idx="89060">
                  <c:v>4</c:v>
                </c:pt>
                <c:pt idx="89061">
                  <c:v>2</c:v>
                </c:pt>
                <c:pt idx="89062">
                  <c:v>8</c:v>
                </c:pt>
                <c:pt idx="89063">
                  <c:v>8</c:v>
                </c:pt>
                <c:pt idx="89064">
                  <c:v>3</c:v>
                </c:pt>
                <c:pt idx="89065">
                  <c:v>3</c:v>
                </c:pt>
                <c:pt idx="89066">
                  <c:v>4</c:v>
                </c:pt>
                <c:pt idx="89067">
                  <c:v>3</c:v>
                </c:pt>
                <c:pt idx="89068">
                  <c:v>3</c:v>
                </c:pt>
                <c:pt idx="89069">
                  <c:v>1</c:v>
                </c:pt>
                <c:pt idx="89070">
                  <c:v>3</c:v>
                </c:pt>
                <c:pt idx="89071">
                  <c:v>3</c:v>
                </c:pt>
                <c:pt idx="89072">
                  <c:v>1</c:v>
                </c:pt>
                <c:pt idx="89073">
                  <c:v>4</c:v>
                </c:pt>
                <c:pt idx="89074">
                  <c:v>4</c:v>
                </c:pt>
                <c:pt idx="89075">
                  <c:v>1</c:v>
                </c:pt>
                <c:pt idx="89076">
                  <c:v>2</c:v>
                </c:pt>
                <c:pt idx="89077">
                  <c:v>3</c:v>
                </c:pt>
                <c:pt idx="89078">
                  <c:v>1</c:v>
                </c:pt>
                <c:pt idx="89079">
                  <c:v>2</c:v>
                </c:pt>
                <c:pt idx="89080">
                  <c:v>3</c:v>
                </c:pt>
                <c:pt idx="89081">
                  <c:v>2</c:v>
                </c:pt>
                <c:pt idx="89082">
                  <c:v>2</c:v>
                </c:pt>
                <c:pt idx="89083">
                  <c:v>2</c:v>
                </c:pt>
                <c:pt idx="89084">
                  <c:v>2</c:v>
                </c:pt>
                <c:pt idx="89085">
                  <c:v>3</c:v>
                </c:pt>
                <c:pt idx="89086">
                  <c:v>1</c:v>
                </c:pt>
                <c:pt idx="89087">
                  <c:v>3</c:v>
                </c:pt>
                <c:pt idx="89088">
                  <c:v>2</c:v>
                </c:pt>
                <c:pt idx="89089">
                  <c:v>4</c:v>
                </c:pt>
                <c:pt idx="89090">
                  <c:v>3</c:v>
                </c:pt>
                <c:pt idx="89091">
                  <c:v>2</c:v>
                </c:pt>
                <c:pt idx="89092">
                  <c:v>5</c:v>
                </c:pt>
                <c:pt idx="89093">
                  <c:v>3</c:v>
                </c:pt>
                <c:pt idx="89094">
                  <c:v>6</c:v>
                </c:pt>
                <c:pt idx="89095">
                  <c:v>3</c:v>
                </c:pt>
                <c:pt idx="89096">
                  <c:v>3</c:v>
                </c:pt>
                <c:pt idx="89097">
                  <c:v>8</c:v>
                </c:pt>
                <c:pt idx="89098">
                  <c:v>5</c:v>
                </c:pt>
                <c:pt idx="89099">
                  <c:v>6</c:v>
                </c:pt>
                <c:pt idx="89100">
                  <c:v>6</c:v>
                </c:pt>
                <c:pt idx="89101">
                  <c:v>6</c:v>
                </c:pt>
                <c:pt idx="89102">
                  <c:v>3</c:v>
                </c:pt>
                <c:pt idx="89103">
                  <c:v>3</c:v>
                </c:pt>
                <c:pt idx="89104">
                  <c:v>2</c:v>
                </c:pt>
                <c:pt idx="89105">
                  <c:v>2</c:v>
                </c:pt>
                <c:pt idx="89106">
                  <c:v>1</c:v>
                </c:pt>
                <c:pt idx="89107">
                  <c:v>3</c:v>
                </c:pt>
                <c:pt idx="89108">
                  <c:v>3</c:v>
                </c:pt>
                <c:pt idx="89109">
                  <c:v>2</c:v>
                </c:pt>
                <c:pt idx="89110">
                  <c:v>4</c:v>
                </c:pt>
                <c:pt idx="89111">
                  <c:v>3</c:v>
                </c:pt>
                <c:pt idx="89112">
                  <c:v>2</c:v>
                </c:pt>
                <c:pt idx="89113">
                  <c:v>2</c:v>
                </c:pt>
                <c:pt idx="89114">
                  <c:v>4</c:v>
                </c:pt>
                <c:pt idx="89115">
                  <c:v>2</c:v>
                </c:pt>
                <c:pt idx="89116">
                  <c:v>2</c:v>
                </c:pt>
                <c:pt idx="89117">
                  <c:v>1</c:v>
                </c:pt>
                <c:pt idx="89118">
                  <c:v>1</c:v>
                </c:pt>
                <c:pt idx="89119">
                  <c:v>1</c:v>
                </c:pt>
                <c:pt idx="89120">
                  <c:v>1</c:v>
                </c:pt>
                <c:pt idx="89121">
                  <c:v>1</c:v>
                </c:pt>
                <c:pt idx="89122">
                  <c:v>1</c:v>
                </c:pt>
                <c:pt idx="89123">
                  <c:v>1</c:v>
                </c:pt>
                <c:pt idx="89124">
                  <c:v>2</c:v>
                </c:pt>
                <c:pt idx="89125">
                  <c:v>1</c:v>
                </c:pt>
                <c:pt idx="89126">
                  <c:v>5</c:v>
                </c:pt>
                <c:pt idx="89127">
                  <c:v>5</c:v>
                </c:pt>
                <c:pt idx="89128">
                  <c:v>3</c:v>
                </c:pt>
                <c:pt idx="89129">
                  <c:v>5</c:v>
                </c:pt>
                <c:pt idx="89130">
                  <c:v>3</c:v>
                </c:pt>
                <c:pt idx="89131">
                  <c:v>4</c:v>
                </c:pt>
                <c:pt idx="89132">
                  <c:v>1</c:v>
                </c:pt>
                <c:pt idx="89133">
                  <c:v>2</c:v>
                </c:pt>
                <c:pt idx="89134">
                  <c:v>2</c:v>
                </c:pt>
                <c:pt idx="89135">
                  <c:v>1</c:v>
                </c:pt>
                <c:pt idx="89136">
                  <c:v>9</c:v>
                </c:pt>
                <c:pt idx="89137">
                  <c:v>3</c:v>
                </c:pt>
                <c:pt idx="89138">
                  <c:v>3</c:v>
                </c:pt>
                <c:pt idx="89139">
                  <c:v>3</c:v>
                </c:pt>
                <c:pt idx="89140">
                  <c:v>1</c:v>
                </c:pt>
                <c:pt idx="89141">
                  <c:v>3</c:v>
                </c:pt>
                <c:pt idx="89142">
                  <c:v>3</c:v>
                </c:pt>
                <c:pt idx="89143">
                  <c:v>2</c:v>
                </c:pt>
                <c:pt idx="89144">
                  <c:v>3</c:v>
                </c:pt>
                <c:pt idx="89145">
                  <c:v>0</c:v>
                </c:pt>
                <c:pt idx="89146">
                  <c:v>2</c:v>
                </c:pt>
                <c:pt idx="89147">
                  <c:v>3</c:v>
                </c:pt>
                <c:pt idx="89148">
                  <c:v>2</c:v>
                </c:pt>
                <c:pt idx="89149">
                  <c:v>2</c:v>
                </c:pt>
                <c:pt idx="89150">
                  <c:v>3</c:v>
                </c:pt>
                <c:pt idx="89151">
                  <c:v>3</c:v>
                </c:pt>
                <c:pt idx="89152">
                  <c:v>2</c:v>
                </c:pt>
                <c:pt idx="89153">
                  <c:v>2</c:v>
                </c:pt>
                <c:pt idx="89154">
                  <c:v>2</c:v>
                </c:pt>
                <c:pt idx="89155">
                  <c:v>2</c:v>
                </c:pt>
                <c:pt idx="89156">
                  <c:v>2</c:v>
                </c:pt>
                <c:pt idx="89157">
                  <c:v>2</c:v>
                </c:pt>
                <c:pt idx="89158">
                  <c:v>3</c:v>
                </c:pt>
                <c:pt idx="89159">
                  <c:v>2</c:v>
                </c:pt>
                <c:pt idx="89160">
                  <c:v>2</c:v>
                </c:pt>
                <c:pt idx="89161">
                  <c:v>4</c:v>
                </c:pt>
                <c:pt idx="89162">
                  <c:v>3</c:v>
                </c:pt>
                <c:pt idx="89163">
                  <c:v>1</c:v>
                </c:pt>
                <c:pt idx="89164">
                  <c:v>1</c:v>
                </c:pt>
                <c:pt idx="89165">
                  <c:v>4</c:v>
                </c:pt>
                <c:pt idx="89166">
                  <c:v>16</c:v>
                </c:pt>
                <c:pt idx="89167">
                  <c:v>5</c:v>
                </c:pt>
                <c:pt idx="89168">
                  <c:v>3</c:v>
                </c:pt>
                <c:pt idx="89169">
                  <c:v>6</c:v>
                </c:pt>
                <c:pt idx="89170">
                  <c:v>5</c:v>
                </c:pt>
                <c:pt idx="89171">
                  <c:v>5</c:v>
                </c:pt>
                <c:pt idx="89172">
                  <c:v>1</c:v>
                </c:pt>
                <c:pt idx="89173">
                  <c:v>5</c:v>
                </c:pt>
                <c:pt idx="89174">
                  <c:v>3</c:v>
                </c:pt>
                <c:pt idx="89175">
                  <c:v>5</c:v>
                </c:pt>
                <c:pt idx="89176">
                  <c:v>5</c:v>
                </c:pt>
                <c:pt idx="89177">
                  <c:v>5</c:v>
                </c:pt>
                <c:pt idx="89178">
                  <c:v>-5</c:v>
                </c:pt>
                <c:pt idx="89179">
                  <c:v>5</c:v>
                </c:pt>
                <c:pt idx="89180">
                  <c:v>1</c:v>
                </c:pt>
                <c:pt idx="89181">
                  <c:v>1</c:v>
                </c:pt>
                <c:pt idx="89182">
                  <c:v>2</c:v>
                </c:pt>
                <c:pt idx="89183">
                  <c:v>1</c:v>
                </c:pt>
                <c:pt idx="89184">
                  <c:v>2</c:v>
                </c:pt>
                <c:pt idx="89185">
                  <c:v>1</c:v>
                </c:pt>
                <c:pt idx="89186">
                  <c:v>5</c:v>
                </c:pt>
                <c:pt idx="89187">
                  <c:v>4</c:v>
                </c:pt>
                <c:pt idx="89188">
                  <c:v>2</c:v>
                </c:pt>
                <c:pt idx="89189">
                  <c:v>3</c:v>
                </c:pt>
                <c:pt idx="89190">
                  <c:v>3</c:v>
                </c:pt>
                <c:pt idx="89191">
                  <c:v>4</c:v>
                </c:pt>
                <c:pt idx="89192">
                  <c:v>2</c:v>
                </c:pt>
                <c:pt idx="89193">
                  <c:v>2</c:v>
                </c:pt>
                <c:pt idx="89194">
                  <c:v>2</c:v>
                </c:pt>
                <c:pt idx="89195">
                  <c:v>1</c:v>
                </c:pt>
                <c:pt idx="89196">
                  <c:v>2</c:v>
                </c:pt>
                <c:pt idx="89197">
                  <c:v>2</c:v>
                </c:pt>
                <c:pt idx="89198">
                  <c:v>2</c:v>
                </c:pt>
                <c:pt idx="89199">
                  <c:v>3</c:v>
                </c:pt>
                <c:pt idx="89200">
                  <c:v>7</c:v>
                </c:pt>
                <c:pt idx="89201">
                  <c:v>8</c:v>
                </c:pt>
                <c:pt idx="89202">
                  <c:v>7</c:v>
                </c:pt>
                <c:pt idx="89203">
                  <c:v>1</c:v>
                </c:pt>
                <c:pt idx="89204">
                  <c:v>3</c:v>
                </c:pt>
                <c:pt idx="89205">
                  <c:v>3</c:v>
                </c:pt>
                <c:pt idx="89206">
                  <c:v>2</c:v>
                </c:pt>
                <c:pt idx="89207">
                  <c:v>1</c:v>
                </c:pt>
                <c:pt idx="89208">
                  <c:v>3</c:v>
                </c:pt>
                <c:pt idx="89209">
                  <c:v>4</c:v>
                </c:pt>
                <c:pt idx="89210">
                  <c:v>2</c:v>
                </c:pt>
                <c:pt idx="89211">
                  <c:v>2</c:v>
                </c:pt>
                <c:pt idx="89212">
                  <c:v>2</c:v>
                </c:pt>
                <c:pt idx="89213">
                  <c:v>1</c:v>
                </c:pt>
                <c:pt idx="89214">
                  <c:v>2</c:v>
                </c:pt>
                <c:pt idx="89215">
                  <c:v>2</c:v>
                </c:pt>
                <c:pt idx="89216">
                  <c:v>3</c:v>
                </c:pt>
                <c:pt idx="89217">
                  <c:v>3</c:v>
                </c:pt>
                <c:pt idx="89218">
                  <c:v>4</c:v>
                </c:pt>
                <c:pt idx="89219">
                  <c:v>2</c:v>
                </c:pt>
                <c:pt idx="89220">
                  <c:v>4</c:v>
                </c:pt>
                <c:pt idx="89221">
                  <c:v>4</c:v>
                </c:pt>
                <c:pt idx="89222">
                  <c:v>2</c:v>
                </c:pt>
                <c:pt idx="89223">
                  <c:v>2</c:v>
                </c:pt>
                <c:pt idx="89224">
                  <c:v>2</c:v>
                </c:pt>
                <c:pt idx="89225">
                  <c:v>2</c:v>
                </c:pt>
                <c:pt idx="89226">
                  <c:v>2</c:v>
                </c:pt>
                <c:pt idx="89227">
                  <c:v>1</c:v>
                </c:pt>
                <c:pt idx="89228">
                  <c:v>4</c:v>
                </c:pt>
                <c:pt idx="89229">
                  <c:v>2</c:v>
                </c:pt>
                <c:pt idx="89230">
                  <c:v>3</c:v>
                </c:pt>
                <c:pt idx="89231">
                  <c:v>3</c:v>
                </c:pt>
                <c:pt idx="89232">
                  <c:v>6</c:v>
                </c:pt>
                <c:pt idx="89233">
                  <c:v>3</c:v>
                </c:pt>
                <c:pt idx="89234">
                  <c:v>3</c:v>
                </c:pt>
                <c:pt idx="89235">
                  <c:v>10</c:v>
                </c:pt>
                <c:pt idx="89236">
                  <c:v>8</c:v>
                </c:pt>
                <c:pt idx="89237">
                  <c:v>2</c:v>
                </c:pt>
                <c:pt idx="89238">
                  <c:v>1</c:v>
                </c:pt>
                <c:pt idx="89239">
                  <c:v>3</c:v>
                </c:pt>
                <c:pt idx="89240">
                  <c:v>3</c:v>
                </c:pt>
                <c:pt idx="89241">
                  <c:v>12</c:v>
                </c:pt>
                <c:pt idx="89242">
                  <c:v>12</c:v>
                </c:pt>
                <c:pt idx="89243">
                  <c:v>4</c:v>
                </c:pt>
                <c:pt idx="89244">
                  <c:v>2</c:v>
                </c:pt>
                <c:pt idx="89245">
                  <c:v>3</c:v>
                </c:pt>
                <c:pt idx="89246">
                  <c:v>2</c:v>
                </c:pt>
                <c:pt idx="89247">
                  <c:v>0</c:v>
                </c:pt>
                <c:pt idx="89248">
                  <c:v>2</c:v>
                </c:pt>
                <c:pt idx="89249">
                  <c:v>0</c:v>
                </c:pt>
                <c:pt idx="89250">
                  <c:v>1</c:v>
                </c:pt>
                <c:pt idx="89251">
                  <c:v>2</c:v>
                </c:pt>
                <c:pt idx="89252">
                  <c:v>2</c:v>
                </c:pt>
                <c:pt idx="89253">
                  <c:v>3</c:v>
                </c:pt>
                <c:pt idx="89254">
                  <c:v>3</c:v>
                </c:pt>
                <c:pt idx="89255">
                  <c:v>3</c:v>
                </c:pt>
                <c:pt idx="89256">
                  <c:v>2</c:v>
                </c:pt>
                <c:pt idx="89257">
                  <c:v>2</c:v>
                </c:pt>
                <c:pt idx="89258">
                  <c:v>3</c:v>
                </c:pt>
                <c:pt idx="89259">
                  <c:v>5</c:v>
                </c:pt>
                <c:pt idx="89260">
                  <c:v>3</c:v>
                </c:pt>
                <c:pt idx="89261">
                  <c:v>2</c:v>
                </c:pt>
                <c:pt idx="89262">
                  <c:v>5</c:v>
                </c:pt>
                <c:pt idx="89263">
                  <c:v>4</c:v>
                </c:pt>
                <c:pt idx="89264">
                  <c:v>3</c:v>
                </c:pt>
                <c:pt idx="89265">
                  <c:v>4</c:v>
                </c:pt>
                <c:pt idx="89266">
                  <c:v>4</c:v>
                </c:pt>
                <c:pt idx="89267">
                  <c:v>5</c:v>
                </c:pt>
                <c:pt idx="89268">
                  <c:v>3</c:v>
                </c:pt>
                <c:pt idx="89269">
                  <c:v>1</c:v>
                </c:pt>
                <c:pt idx="89270">
                  <c:v>4</c:v>
                </c:pt>
                <c:pt idx="89271">
                  <c:v>1</c:v>
                </c:pt>
                <c:pt idx="89272">
                  <c:v>2</c:v>
                </c:pt>
                <c:pt idx="89273">
                  <c:v>1</c:v>
                </c:pt>
                <c:pt idx="89274">
                  <c:v>2</c:v>
                </c:pt>
                <c:pt idx="89275">
                  <c:v>2</c:v>
                </c:pt>
                <c:pt idx="89276">
                  <c:v>3</c:v>
                </c:pt>
                <c:pt idx="89277">
                  <c:v>3</c:v>
                </c:pt>
                <c:pt idx="89278">
                  <c:v>5</c:v>
                </c:pt>
                <c:pt idx="89279">
                  <c:v>6</c:v>
                </c:pt>
                <c:pt idx="89280">
                  <c:v>1</c:v>
                </c:pt>
                <c:pt idx="89281">
                  <c:v>2</c:v>
                </c:pt>
                <c:pt idx="89282">
                  <c:v>1</c:v>
                </c:pt>
                <c:pt idx="89283">
                  <c:v>2</c:v>
                </c:pt>
                <c:pt idx="89284">
                  <c:v>1</c:v>
                </c:pt>
                <c:pt idx="89285">
                  <c:v>1</c:v>
                </c:pt>
                <c:pt idx="89286">
                  <c:v>1</c:v>
                </c:pt>
                <c:pt idx="89287">
                  <c:v>1</c:v>
                </c:pt>
                <c:pt idx="89288">
                  <c:v>1</c:v>
                </c:pt>
                <c:pt idx="89289">
                  <c:v>1</c:v>
                </c:pt>
                <c:pt idx="89290">
                  <c:v>2</c:v>
                </c:pt>
                <c:pt idx="89291">
                  <c:v>2</c:v>
                </c:pt>
                <c:pt idx="89292">
                  <c:v>2</c:v>
                </c:pt>
                <c:pt idx="89293">
                  <c:v>2</c:v>
                </c:pt>
                <c:pt idx="89294">
                  <c:v>2</c:v>
                </c:pt>
                <c:pt idx="89295">
                  <c:v>3</c:v>
                </c:pt>
                <c:pt idx="89296">
                  <c:v>2</c:v>
                </c:pt>
                <c:pt idx="89297">
                  <c:v>2</c:v>
                </c:pt>
                <c:pt idx="89298">
                  <c:v>3</c:v>
                </c:pt>
                <c:pt idx="89299">
                  <c:v>3</c:v>
                </c:pt>
                <c:pt idx="89300">
                  <c:v>3</c:v>
                </c:pt>
                <c:pt idx="89301">
                  <c:v>2</c:v>
                </c:pt>
                <c:pt idx="89302">
                  <c:v>2</c:v>
                </c:pt>
                <c:pt idx="89303">
                  <c:v>3</c:v>
                </c:pt>
                <c:pt idx="89304">
                  <c:v>3</c:v>
                </c:pt>
                <c:pt idx="89305">
                  <c:v>8</c:v>
                </c:pt>
                <c:pt idx="89306">
                  <c:v>8</c:v>
                </c:pt>
                <c:pt idx="89307">
                  <c:v>8</c:v>
                </c:pt>
                <c:pt idx="89308">
                  <c:v>5</c:v>
                </c:pt>
                <c:pt idx="89309">
                  <c:v>5</c:v>
                </c:pt>
                <c:pt idx="89310">
                  <c:v>7</c:v>
                </c:pt>
                <c:pt idx="89311">
                  <c:v>5</c:v>
                </c:pt>
                <c:pt idx="89312">
                  <c:v>3</c:v>
                </c:pt>
                <c:pt idx="89313">
                  <c:v>3</c:v>
                </c:pt>
                <c:pt idx="89314">
                  <c:v>3</c:v>
                </c:pt>
                <c:pt idx="89315">
                  <c:v>4</c:v>
                </c:pt>
                <c:pt idx="89316">
                  <c:v>3</c:v>
                </c:pt>
                <c:pt idx="89317">
                  <c:v>5</c:v>
                </c:pt>
                <c:pt idx="89318">
                  <c:v>5</c:v>
                </c:pt>
                <c:pt idx="89319">
                  <c:v>5</c:v>
                </c:pt>
                <c:pt idx="89320">
                  <c:v>6</c:v>
                </c:pt>
                <c:pt idx="89321">
                  <c:v>4</c:v>
                </c:pt>
                <c:pt idx="89322">
                  <c:v>3</c:v>
                </c:pt>
                <c:pt idx="89323">
                  <c:v>4</c:v>
                </c:pt>
                <c:pt idx="89324">
                  <c:v>1</c:v>
                </c:pt>
                <c:pt idx="89325">
                  <c:v>5</c:v>
                </c:pt>
                <c:pt idx="89326">
                  <c:v>4</c:v>
                </c:pt>
                <c:pt idx="89327">
                  <c:v>3</c:v>
                </c:pt>
                <c:pt idx="89328">
                  <c:v>4</c:v>
                </c:pt>
                <c:pt idx="89329">
                  <c:v>3</c:v>
                </c:pt>
                <c:pt idx="89330">
                  <c:v>2</c:v>
                </c:pt>
                <c:pt idx="89331">
                  <c:v>3</c:v>
                </c:pt>
                <c:pt idx="89332">
                  <c:v>3</c:v>
                </c:pt>
                <c:pt idx="89333">
                  <c:v>4</c:v>
                </c:pt>
                <c:pt idx="89334">
                  <c:v>3</c:v>
                </c:pt>
                <c:pt idx="89335">
                  <c:v>3</c:v>
                </c:pt>
                <c:pt idx="89336">
                  <c:v>5</c:v>
                </c:pt>
                <c:pt idx="89337">
                  <c:v>5</c:v>
                </c:pt>
                <c:pt idx="89338">
                  <c:v>2</c:v>
                </c:pt>
                <c:pt idx="89339">
                  <c:v>6</c:v>
                </c:pt>
                <c:pt idx="89340">
                  <c:v>2</c:v>
                </c:pt>
                <c:pt idx="89341">
                  <c:v>2</c:v>
                </c:pt>
                <c:pt idx="89342">
                  <c:v>2</c:v>
                </c:pt>
                <c:pt idx="89343">
                  <c:v>2</c:v>
                </c:pt>
                <c:pt idx="89344">
                  <c:v>2</c:v>
                </c:pt>
                <c:pt idx="89345">
                  <c:v>2</c:v>
                </c:pt>
                <c:pt idx="89346">
                  <c:v>6</c:v>
                </c:pt>
                <c:pt idx="89347">
                  <c:v>5</c:v>
                </c:pt>
                <c:pt idx="89348">
                  <c:v>5</c:v>
                </c:pt>
                <c:pt idx="89349">
                  <c:v>5</c:v>
                </c:pt>
                <c:pt idx="89350">
                  <c:v>2</c:v>
                </c:pt>
                <c:pt idx="89351">
                  <c:v>3</c:v>
                </c:pt>
                <c:pt idx="89352">
                  <c:v>4</c:v>
                </c:pt>
                <c:pt idx="89353">
                  <c:v>2</c:v>
                </c:pt>
                <c:pt idx="89354">
                  <c:v>2</c:v>
                </c:pt>
                <c:pt idx="89355">
                  <c:v>3</c:v>
                </c:pt>
                <c:pt idx="89356">
                  <c:v>2</c:v>
                </c:pt>
                <c:pt idx="89357">
                  <c:v>2</c:v>
                </c:pt>
                <c:pt idx="89358">
                  <c:v>2</c:v>
                </c:pt>
                <c:pt idx="89359">
                  <c:v>1</c:v>
                </c:pt>
                <c:pt idx="89360">
                  <c:v>2</c:v>
                </c:pt>
                <c:pt idx="89361">
                  <c:v>2</c:v>
                </c:pt>
                <c:pt idx="89362">
                  <c:v>2</c:v>
                </c:pt>
                <c:pt idx="89363">
                  <c:v>2</c:v>
                </c:pt>
                <c:pt idx="89364">
                  <c:v>2</c:v>
                </c:pt>
                <c:pt idx="89365">
                  <c:v>4</c:v>
                </c:pt>
                <c:pt idx="89366">
                  <c:v>3</c:v>
                </c:pt>
                <c:pt idx="89367">
                  <c:v>5</c:v>
                </c:pt>
                <c:pt idx="89368">
                  <c:v>3</c:v>
                </c:pt>
                <c:pt idx="89369">
                  <c:v>5</c:v>
                </c:pt>
                <c:pt idx="89370">
                  <c:v>2</c:v>
                </c:pt>
                <c:pt idx="89371">
                  <c:v>1</c:v>
                </c:pt>
                <c:pt idx="89372">
                  <c:v>4</c:v>
                </c:pt>
                <c:pt idx="89373">
                  <c:v>5</c:v>
                </c:pt>
                <c:pt idx="89374">
                  <c:v>3</c:v>
                </c:pt>
                <c:pt idx="89375">
                  <c:v>4</c:v>
                </c:pt>
                <c:pt idx="89376">
                  <c:v>3</c:v>
                </c:pt>
                <c:pt idx="89377">
                  <c:v>4</c:v>
                </c:pt>
                <c:pt idx="89378">
                  <c:v>5</c:v>
                </c:pt>
                <c:pt idx="89379">
                  <c:v>5</c:v>
                </c:pt>
                <c:pt idx="89380">
                  <c:v>4</c:v>
                </c:pt>
                <c:pt idx="89381">
                  <c:v>4</c:v>
                </c:pt>
                <c:pt idx="89382">
                  <c:v>1</c:v>
                </c:pt>
                <c:pt idx="89383">
                  <c:v>5</c:v>
                </c:pt>
                <c:pt idx="89384">
                  <c:v>2</c:v>
                </c:pt>
                <c:pt idx="89385">
                  <c:v>5</c:v>
                </c:pt>
                <c:pt idx="89386">
                  <c:v>4</c:v>
                </c:pt>
                <c:pt idx="89387">
                  <c:v>2</c:v>
                </c:pt>
                <c:pt idx="89388">
                  <c:v>2</c:v>
                </c:pt>
                <c:pt idx="89389">
                  <c:v>2</c:v>
                </c:pt>
                <c:pt idx="89390">
                  <c:v>1</c:v>
                </c:pt>
                <c:pt idx="89391">
                  <c:v>2</c:v>
                </c:pt>
                <c:pt idx="89392">
                  <c:v>1</c:v>
                </c:pt>
                <c:pt idx="89393">
                  <c:v>3</c:v>
                </c:pt>
                <c:pt idx="89394">
                  <c:v>3</c:v>
                </c:pt>
                <c:pt idx="89395">
                  <c:v>1</c:v>
                </c:pt>
                <c:pt idx="89396">
                  <c:v>1</c:v>
                </c:pt>
                <c:pt idx="89397">
                  <c:v>1</c:v>
                </c:pt>
                <c:pt idx="89398">
                  <c:v>2</c:v>
                </c:pt>
                <c:pt idx="89399">
                  <c:v>1</c:v>
                </c:pt>
                <c:pt idx="89400">
                  <c:v>2</c:v>
                </c:pt>
                <c:pt idx="89401">
                  <c:v>2</c:v>
                </c:pt>
                <c:pt idx="89402">
                  <c:v>2</c:v>
                </c:pt>
                <c:pt idx="89403">
                  <c:v>7</c:v>
                </c:pt>
                <c:pt idx="89404">
                  <c:v>11</c:v>
                </c:pt>
                <c:pt idx="89405">
                  <c:v>11</c:v>
                </c:pt>
                <c:pt idx="89406">
                  <c:v>1</c:v>
                </c:pt>
                <c:pt idx="89407">
                  <c:v>1</c:v>
                </c:pt>
                <c:pt idx="89408">
                  <c:v>4</c:v>
                </c:pt>
                <c:pt idx="89409">
                  <c:v>2</c:v>
                </c:pt>
                <c:pt idx="89410">
                  <c:v>1</c:v>
                </c:pt>
                <c:pt idx="89411">
                  <c:v>1</c:v>
                </c:pt>
                <c:pt idx="89412">
                  <c:v>1</c:v>
                </c:pt>
                <c:pt idx="89413">
                  <c:v>1</c:v>
                </c:pt>
                <c:pt idx="89414">
                  <c:v>1</c:v>
                </c:pt>
                <c:pt idx="89415">
                  <c:v>1</c:v>
                </c:pt>
                <c:pt idx="89416">
                  <c:v>20</c:v>
                </c:pt>
                <c:pt idx="89417">
                  <c:v>1</c:v>
                </c:pt>
                <c:pt idx="89418">
                  <c:v>4</c:v>
                </c:pt>
                <c:pt idx="89419">
                  <c:v>3</c:v>
                </c:pt>
                <c:pt idx="89420">
                  <c:v>4</c:v>
                </c:pt>
                <c:pt idx="89421">
                  <c:v>3</c:v>
                </c:pt>
                <c:pt idx="89422">
                  <c:v>2</c:v>
                </c:pt>
                <c:pt idx="89423">
                  <c:v>1</c:v>
                </c:pt>
                <c:pt idx="89424">
                  <c:v>1</c:v>
                </c:pt>
                <c:pt idx="89425">
                  <c:v>2</c:v>
                </c:pt>
                <c:pt idx="89426">
                  <c:v>1</c:v>
                </c:pt>
                <c:pt idx="89427">
                  <c:v>1</c:v>
                </c:pt>
                <c:pt idx="89428">
                  <c:v>2</c:v>
                </c:pt>
                <c:pt idx="89429">
                  <c:v>1</c:v>
                </c:pt>
                <c:pt idx="89430">
                  <c:v>1</c:v>
                </c:pt>
                <c:pt idx="89431">
                  <c:v>2</c:v>
                </c:pt>
                <c:pt idx="89432">
                  <c:v>2</c:v>
                </c:pt>
                <c:pt idx="89433">
                  <c:v>1</c:v>
                </c:pt>
                <c:pt idx="89434">
                  <c:v>-1</c:v>
                </c:pt>
                <c:pt idx="89435">
                  <c:v>2</c:v>
                </c:pt>
                <c:pt idx="89436">
                  <c:v>1</c:v>
                </c:pt>
                <c:pt idx="89437">
                  <c:v>-1</c:v>
                </c:pt>
                <c:pt idx="89438">
                  <c:v>13</c:v>
                </c:pt>
                <c:pt idx="89439">
                  <c:v>10</c:v>
                </c:pt>
                <c:pt idx="89440">
                  <c:v>8</c:v>
                </c:pt>
                <c:pt idx="89441">
                  <c:v>2</c:v>
                </c:pt>
                <c:pt idx="89442">
                  <c:v>3</c:v>
                </c:pt>
                <c:pt idx="89443">
                  <c:v>3</c:v>
                </c:pt>
                <c:pt idx="89444">
                  <c:v>1</c:v>
                </c:pt>
                <c:pt idx="89445">
                  <c:v>1</c:v>
                </c:pt>
                <c:pt idx="89446">
                  <c:v>3</c:v>
                </c:pt>
                <c:pt idx="89447">
                  <c:v>1</c:v>
                </c:pt>
                <c:pt idx="89448">
                  <c:v>2</c:v>
                </c:pt>
                <c:pt idx="89449">
                  <c:v>2</c:v>
                </c:pt>
                <c:pt idx="89450">
                  <c:v>2</c:v>
                </c:pt>
                <c:pt idx="89451">
                  <c:v>2</c:v>
                </c:pt>
                <c:pt idx="89452">
                  <c:v>1</c:v>
                </c:pt>
                <c:pt idx="89453">
                  <c:v>-1</c:v>
                </c:pt>
                <c:pt idx="89454">
                  <c:v>1</c:v>
                </c:pt>
                <c:pt idx="89455">
                  <c:v>2</c:v>
                </c:pt>
                <c:pt idx="89456">
                  <c:v>5</c:v>
                </c:pt>
                <c:pt idx="89457">
                  <c:v>8</c:v>
                </c:pt>
                <c:pt idx="89458">
                  <c:v>4</c:v>
                </c:pt>
                <c:pt idx="89459">
                  <c:v>4</c:v>
                </c:pt>
                <c:pt idx="89460">
                  <c:v>1</c:v>
                </c:pt>
                <c:pt idx="89461">
                  <c:v>3</c:v>
                </c:pt>
                <c:pt idx="89462">
                  <c:v>5</c:v>
                </c:pt>
                <c:pt idx="89463">
                  <c:v>2</c:v>
                </c:pt>
                <c:pt idx="89464">
                  <c:v>8</c:v>
                </c:pt>
                <c:pt idx="89465">
                  <c:v>2</c:v>
                </c:pt>
                <c:pt idx="89466">
                  <c:v>4</c:v>
                </c:pt>
                <c:pt idx="89467">
                  <c:v>6</c:v>
                </c:pt>
                <c:pt idx="89468">
                  <c:v>2</c:v>
                </c:pt>
                <c:pt idx="89469">
                  <c:v>4</c:v>
                </c:pt>
                <c:pt idx="89470">
                  <c:v>1</c:v>
                </c:pt>
                <c:pt idx="89471">
                  <c:v>3</c:v>
                </c:pt>
                <c:pt idx="89472">
                  <c:v>4</c:v>
                </c:pt>
                <c:pt idx="89473">
                  <c:v>3</c:v>
                </c:pt>
                <c:pt idx="89474">
                  <c:v>3</c:v>
                </c:pt>
                <c:pt idx="89475">
                  <c:v>4</c:v>
                </c:pt>
                <c:pt idx="89476">
                  <c:v>3</c:v>
                </c:pt>
                <c:pt idx="89477">
                  <c:v>4</c:v>
                </c:pt>
                <c:pt idx="89478">
                  <c:v>2</c:v>
                </c:pt>
                <c:pt idx="89479">
                  <c:v>3</c:v>
                </c:pt>
                <c:pt idx="89480">
                  <c:v>1</c:v>
                </c:pt>
                <c:pt idx="89481">
                  <c:v>2</c:v>
                </c:pt>
                <c:pt idx="89482">
                  <c:v>2</c:v>
                </c:pt>
                <c:pt idx="89483">
                  <c:v>2</c:v>
                </c:pt>
                <c:pt idx="89484">
                  <c:v>2</c:v>
                </c:pt>
                <c:pt idx="89485">
                  <c:v>4</c:v>
                </c:pt>
                <c:pt idx="89486">
                  <c:v>1</c:v>
                </c:pt>
                <c:pt idx="89487">
                  <c:v>3</c:v>
                </c:pt>
                <c:pt idx="89488">
                  <c:v>2</c:v>
                </c:pt>
                <c:pt idx="89489">
                  <c:v>1</c:v>
                </c:pt>
                <c:pt idx="89490">
                  <c:v>1</c:v>
                </c:pt>
                <c:pt idx="89491">
                  <c:v>1</c:v>
                </c:pt>
                <c:pt idx="89492">
                  <c:v>1</c:v>
                </c:pt>
                <c:pt idx="89493">
                  <c:v>1</c:v>
                </c:pt>
                <c:pt idx="89494">
                  <c:v>1</c:v>
                </c:pt>
                <c:pt idx="89495">
                  <c:v>1</c:v>
                </c:pt>
                <c:pt idx="89496">
                  <c:v>1</c:v>
                </c:pt>
                <c:pt idx="89497">
                  <c:v>1</c:v>
                </c:pt>
                <c:pt idx="89498">
                  <c:v>3</c:v>
                </c:pt>
                <c:pt idx="89499">
                  <c:v>4</c:v>
                </c:pt>
                <c:pt idx="89500">
                  <c:v>3</c:v>
                </c:pt>
                <c:pt idx="89501">
                  <c:v>2</c:v>
                </c:pt>
                <c:pt idx="89502">
                  <c:v>2</c:v>
                </c:pt>
                <c:pt idx="89503">
                  <c:v>2</c:v>
                </c:pt>
                <c:pt idx="89504">
                  <c:v>2</c:v>
                </c:pt>
                <c:pt idx="89505">
                  <c:v>2</c:v>
                </c:pt>
                <c:pt idx="89506">
                  <c:v>2</c:v>
                </c:pt>
                <c:pt idx="89507">
                  <c:v>3</c:v>
                </c:pt>
                <c:pt idx="89508">
                  <c:v>3</c:v>
                </c:pt>
                <c:pt idx="89509">
                  <c:v>2</c:v>
                </c:pt>
                <c:pt idx="89510">
                  <c:v>4</c:v>
                </c:pt>
                <c:pt idx="89511">
                  <c:v>4</c:v>
                </c:pt>
                <c:pt idx="89512">
                  <c:v>8</c:v>
                </c:pt>
                <c:pt idx="89513">
                  <c:v>2</c:v>
                </c:pt>
                <c:pt idx="89514">
                  <c:v>1</c:v>
                </c:pt>
                <c:pt idx="89515">
                  <c:v>2</c:v>
                </c:pt>
                <c:pt idx="89516">
                  <c:v>3</c:v>
                </c:pt>
                <c:pt idx="89517">
                  <c:v>2</c:v>
                </c:pt>
                <c:pt idx="89518">
                  <c:v>3</c:v>
                </c:pt>
                <c:pt idx="89519">
                  <c:v>4</c:v>
                </c:pt>
                <c:pt idx="89520">
                  <c:v>3</c:v>
                </c:pt>
                <c:pt idx="89521">
                  <c:v>8</c:v>
                </c:pt>
                <c:pt idx="89522">
                  <c:v>6</c:v>
                </c:pt>
                <c:pt idx="89523">
                  <c:v>6</c:v>
                </c:pt>
                <c:pt idx="89524">
                  <c:v>4</c:v>
                </c:pt>
                <c:pt idx="89525">
                  <c:v>4</c:v>
                </c:pt>
                <c:pt idx="89526">
                  <c:v>4</c:v>
                </c:pt>
                <c:pt idx="89527">
                  <c:v>6</c:v>
                </c:pt>
                <c:pt idx="89528">
                  <c:v>3</c:v>
                </c:pt>
                <c:pt idx="89529">
                  <c:v>3</c:v>
                </c:pt>
                <c:pt idx="89530">
                  <c:v>1</c:v>
                </c:pt>
                <c:pt idx="89531">
                  <c:v>4</c:v>
                </c:pt>
                <c:pt idx="89532">
                  <c:v>3</c:v>
                </c:pt>
                <c:pt idx="89533">
                  <c:v>4</c:v>
                </c:pt>
                <c:pt idx="89534">
                  <c:v>4</c:v>
                </c:pt>
                <c:pt idx="89535">
                  <c:v>4</c:v>
                </c:pt>
                <c:pt idx="89536">
                  <c:v>6</c:v>
                </c:pt>
                <c:pt idx="89537">
                  <c:v>5</c:v>
                </c:pt>
                <c:pt idx="89538">
                  <c:v>7</c:v>
                </c:pt>
                <c:pt idx="89539">
                  <c:v>2</c:v>
                </c:pt>
                <c:pt idx="89540">
                  <c:v>2</c:v>
                </c:pt>
                <c:pt idx="89541">
                  <c:v>2</c:v>
                </c:pt>
                <c:pt idx="89542">
                  <c:v>2</c:v>
                </c:pt>
                <c:pt idx="89543">
                  <c:v>5</c:v>
                </c:pt>
                <c:pt idx="89544">
                  <c:v>2</c:v>
                </c:pt>
                <c:pt idx="89545">
                  <c:v>4</c:v>
                </c:pt>
                <c:pt idx="89546">
                  <c:v>2</c:v>
                </c:pt>
                <c:pt idx="89547">
                  <c:v>3</c:v>
                </c:pt>
                <c:pt idx="89548">
                  <c:v>2</c:v>
                </c:pt>
                <c:pt idx="89549">
                  <c:v>2</c:v>
                </c:pt>
                <c:pt idx="89550">
                  <c:v>5</c:v>
                </c:pt>
                <c:pt idx="89551">
                  <c:v>3</c:v>
                </c:pt>
                <c:pt idx="89552">
                  <c:v>3</c:v>
                </c:pt>
                <c:pt idx="89553">
                  <c:v>3</c:v>
                </c:pt>
                <c:pt idx="89554">
                  <c:v>3</c:v>
                </c:pt>
                <c:pt idx="89555">
                  <c:v>1</c:v>
                </c:pt>
                <c:pt idx="89556">
                  <c:v>-1</c:v>
                </c:pt>
                <c:pt idx="89557">
                  <c:v>2</c:v>
                </c:pt>
                <c:pt idx="89558">
                  <c:v>2</c:v>
                </c:pt>
                <c:pt idx="89559">
                  <c:v>2</c:v>
                </c:pt>
                <c:pt idx="89560">
                  <c:v>2</c:v>
                </c:pt>
                <c:pt idx="89561">
                  <c:v>2</c:v>
                </c:pt>
                <c:pt idx="89562">
                  <c:v>2</c:v>
                </c:pt>
                <c:pt idx="89563">
                  <c:v>4</c:v>
                </c:pt>
                <c:pt idx="89564">
                  <c:v>4</c:v>
                </c:pt>
                <c:pt idx="89565">
                  <c:v>4</c:v>
                </c:pt>
                <c:pt idx="89566">
                  <c:v>4</c:v>
                </c:pt>
                <c:pt idx="89567">
                  <c:v>4</c:v>
                </c:pt>
                <c:pt idx="89568">
                  <c:v>1</c:v>
                </c:pt>
                <c:pt idx="89569">
                  <c:v>5</c:v>
                </c:pt>
                <c:pt idx="89570">
                  <c:v>4</c:v>
                </c:pt>
                <c:pt idx="89571">
                  <c:v>4</c:v>
                </c:pt>
                <c:pt idx="89572">
                  <c:v>4</c:v>
                </c:pt>
                <c:pt idx="89573">
                  <c:v>4</c:v>
                </c:pt>
                <c:pt idx="89574">
                  <c:v>1</c:v>
                </c:pt>
                <c:pt idx="89575">
                  <c:v>4</c:v>
                </c:pt>
                <c:pt idx="89576">
                  <c:v>4</c:v>
                </c:pt>
                <c:pt idx="89577">
                  <c:v>4</c:v>
                </c:pt>
                <c:pt idx="89578">
                  <c:v>1</c:v>
                </c:pt>
                <c:pt idx="89579">
                  <c:v>3</c:v>
                </c:pt>
                <c:pt idx="89580">
                  <c:v>4</c:v>
                </c:pt>
                <c:pt idx="89581">
                  <c:v>6</c:v>
                </c:pt>
                <c:pt idx="89582">
                  <c:v>6</c:v>
                </c:pt>
                <c:pt idx="89583">
                  <c:v>5</c:v>
                </c:pt>
                <c:pt idx="89584">
                  <c:v>6</c:v>
                </c:pt>
                <c:pt idx="89585">
                  <c:v>5</c:v>
                </c:pt>
                <c:pt idx="89586">
                  <c:v>5</c:v>
                </c:pt>
                <c:pt idx="89587">
                  <c:v>5</c:v>
                </c:pt>
                <c:pt idx="89588">
                  <c:v>1</c:v>
                </c:pt>
                <c:pt idx="89589">
                  <c:v>16</c:v>
                </c:pt>
                <c:pt idx="89590">
                  <c:v>2</c:v>
                </c:pt>
                <c:pt idx="89591">
                  <c:v>2</c:v>
                </c:pt>
                <c:pt idx="89592">
                  <c:v>2</c:v>
                </c:pt>
                <c:pt idx="89593">
                  <c:v>2</c:v>
                </c:pt>
                <c:pt idx="89594">
                  <c:v>2</c:v>
                </c:pt>
                <c:pt idx="89595">
                  <c:v>3</c:v>
                </c:pt>
                <c:pt idx="89596">
                  <c:v>1</c:v>
                </c:pt>
                <c:pt idx="89597">
                  <c:v>2</c:v>
                </c:pt>
                <c:pt idx="89598">
                  <c:v>2</c:v>
                </c:pt>
                <c:pt idx="89599">
                  <c:v>4</c:v>
                </c:pt>
                <c:pt idx="89600">
                  <c:v>1</c:v>
                </c:pt>
                <c:pt idx="89601">
                  <c:v>3</c:v>
                </c:pt>
                <c:pt idx="89602">
                  <c:v>1</c:v>
                </c:pt>
                <c:pt idx="89603">
                  <c:v>2</c:v>
                </c:pt>
                <c:pt idx="89604">
                  <c:v>2</c:v>
                </c:pt>
                <c:pt idx="89605">
                  <c:v>2</c:v>
                </c:pt>
                <c:pt idx="89606">
                  <c:v>1</c:v>
                </c:pt>
                <c:pt idx="89607">
                  <c:v>2</c:v>
                </c:pt>
                <c:pt idx="89608">
                  <c:v>2</c:v>
                </c:pt>
                <c:pt idx="89609">
                  <c:v>3</c:v>
                </c:pt>
                <c:pt idx="89610">
                  <c:v>4</c:v>
                </c:pt>
                <c:pt idx="89611">
                  <c:v>10</c:v>
                </c:pt>
                <c:pt idx="89612">
                  <c:v>3</c:v>
                </c:pt>
                <c:pt idx="89613">
                  <c:v>2</c:v>
                </c:pt>
                <c:pt idx="89614">
                  <c:v>4</c:v>
                </c:pt>
                <c:pt idx="89615">
                  <c:v>4</c:v>
                </c:pt>
                <c:pt idx="89616">
                  <c:v>2</c:v>
                </c:pt>
                <c:pt idx="89617">
                  <c:v>-2</c:v>
                </c:pt>
                <c:pt idx="89618">
                  <c:v>2</c:v>
                </c:pt>
                <c:pt idx="89619">
                  <c:v>7</c:v>
                </c:pt>
                <c:pt idx="89620">
                  <c:v>-7</c:v>
                </c:pt>
                <c:pt idx="89621">
                  <c:v>2</c:v>
                </c:pt>
                <c:pt idx="89622">
                  <c:v>1</c:v>
                </c:pt>
                <c:pt idx="89623">
                  <c:v>1</c:v>
                </c:pt>
                <c:pt idx="89624">
                  <c:v>1</c:v>
                </c:pt>
                <c:pt idx="89625">
                  <c:v>3</c:v>
                </c:pt>
                <c:pt idx="89626">
                  <c:v>2</c:v>
                </c:pt>
                <c:pt idx="89627">
                  <c:v>1</c:v>
                </c:pt>
                <c:pt idx="89628">
                  <c:v>2</c:v>
                </c:pt>
                <c:pt idx="89629">
                  <c:v>4</c:v>
                </c:pt>
                <c:pt idx="89630">
                  <c:v>3</c:v>
                </c:pt>
                <c:pt idx="89631">
                  <c:v>3</c:v>
                </c:pt>
                <c:pt idx="89632">
                  <c:v>3</c:v>
                </c:pt>
                <c:pt idx="89633">
                  <c:v>1</c:v>
                </c:pt>
                <c:pt idx="89634">
                  <c:v>2</c:v>
                </c:pt>
                <c:pt idx="89635">
                  <c:v>1</c:v>
                </c:pt>
                <c:pt idx="89636">
                  <c:v>1</c:v>
                </c:pt>
                <c:pt idx="89637">
                  <c:v>2</c:v>
                </c:pt>
                <c:pt idx="89638">
                  <c:v>3</c:v>
                </c:pt>
                <c:pt idx="89639">
                  <c:v>2</c:v>
                </c:pt>
                <c:pt idx="89640">
                  <c:v>4</c:v>
                </c:pt>
                <c:pt idx="89641">
                  <c:v>7</c:v>
                </c:pt>
                <c:pt idx="89642">
                  <c:v>3</c:v>
                </c:pt>
                <c:pt idx="89643">
                  <c:v>6</c:v>
                </c:pt>
                <c:pt idx="89644">
                  <c:v>5</c:v>
                </c:pt>
                <c:pt idx="89645">
                  <c:v>2</c:v>
                </c:pt>
                <c:pt idx="89646">
                  <c:v>2</c:v>
                </c:pt>
                <c:pt idx="89647">
                  <c:v>3</c:v>
                </c:pt>
                <c:pt idx="89648">
                  <c:v>3</c:v>
                </c:pt>
                <c:pt idx="89649">
                  <c:v>2</c:v>
                </c:pt>
                <c:pt idx="89650">
                  <c:v>5</c:v>
                </c:pt>
                <c:pt idx="89651">
                  <c:v>7</c:v>
                </c:pt>
                <c:pt idx="89652">
                  <c:v>5</c:v>
                </c:pt>
                <c:pt idx="89653">
                  <c:v>5</c:v>
                </c:pt>
                <c:pt idx="89654">
                  <c:v>2</c:v>
                </c:pt>
                <c:pt idx="89655">
                  <c:v>4</c:v>
                </c:pt>
                <c:pt idx="89656">
                  <c:v>2</c:v>
                </c:pt>
                <c:pt idx="89657">
                  <c:v>5</c:v>
                </c:pt>
                <c:pt idx="89658">
                  <c:v>2</c:v>
                </c:pt>
                <c:pt idx="89659">
                  <c:v>1</c:v>
                </c:pt>
                <c:pt idx="89660">
                  <c:v>4</c:v>
                </c:pt>
                <c:pt idx="89661">
                  <c:v>2</c:v>
                </c:pt>
                <c:pt idx="89662">
                  <c:v>2</c:v>
                </c:pt>
                <c:pt idx="89663">
                  <c:v>2</c:v>
                </c:pt>
                <c:pt idx="89664">
                  <c:v>2</c:v>
                </c:pt>
                <c:pt idx="89665">
                  <c:v>8</c:v>
                </c:pt>
                <c:pt idx="89666">
                  <c:v>2</c:v>
                </c:pt>
                <c:pt idx="89667">
                  <c:v>2</c:v>
                </c:pt>
                <c:pt idx="89668">
                  <c:v>7</c:v>
                </c:pt>
                <c:pt idx="89669">
                  <c:v>3</c:v>
                </c:pt>
                <c:pt idx="89670">
                  <c:v>2</c:v>
                </c:pt>
                <c:pt idx="89671">
                  <c:v>4</c:v>
                </c:pt>
                <c:pt idx="89672">
                  <c:v>6</c:v>
                </c:pt>
                <c:pt idx="89673">
                  <c:v>4</c:v>
                </c:pt>
                <c:pt idx="89674">
                  <c:v>3</c:v>
                </c:pt>
                <c:pt idx="89675">
                  <c:v>4</c:v>
                </c:pt>
                <c:pt idx="89676">
                  <c:v>4</c:v>
                </c:pt>
                <c:pt idx="89677">
                  <c:v>2</c:v>
                </c:pt>
                <c:pt idx="89678">
                  <c:v>4</c:v>
                </c:pt>
                <c:pt idx="89679">
                  <c:v>6</c:v>
                </c:pt>
                <c:pt idx="89680">
                  <c:v>6</c:v>
                </c:pt>
                <c:pt idx="89681">
                  <c:v>6</c:v>
                </c:pt>
                <c:pt idx="89682">
                  <c:v>6</c:v>
                </c:pt>
                <c:pt idx="89683">
                  <c:v>5</c:v>
                </c:pt>
                <c:pt idx="89684">
                  <c:v>8</c:v>
                </c:pt>
                <c:pt idx="89685">
                  <c:v>4</c:v>
                </c:pt>
                <c:pt idx="89686">
                  <c:v>5</c:v>
                </c:pt>
                <c:pt idx="89687">
                  <c:v>2</c:v>
                </c:pt>
                <c:pt idx="89688">
                  <c:v>2</c:v>
                </c:pt>
                <c:pt idx="89689">
                  <c:v>3</c:v>
                </c:pt>
                <c:pt idx="89690">
                  <c:v>2</c:v>
                </c:pt>
                <c:pt idx="89691">
                  <c:v>3</c:v>
                </c:pt>
                <c:pt idx="89692">
                  <c:v>2</c:v>
                </c:pt>
                <c:pt idx="89693">
                  <c:v>2</c:v>
                </c:pt>
                <c:pt idx="89694">
                  <c:v>3</c:v>
                </c:pt>
                <c:pt idx="89695">
                  <c:v>4</c:v>
                </c:pt>
                <c:pt idx="89696">
                  <c:v>6</c:v>
                </c:pt>
                <c:pt idx="89697">
                  <c:v>5</c:v>
                </c:pt>
                <c:pt idx="89698">
                  <c:v>4</c:v>
                </c:pt>
                <c:pt idx="89699">
                  <c:v>5</c:v>
                </c:pt>
                <c:pt idx="89700">
                  <c:v>5</c:v>
                </c:pt>
                <c:pt idx="89701">
                  <c:v>4</c:v>
                </c:pt>
                <c:pt idx="89702">
                  <c:v>2</c:v>
                </c:pt>
                <c:pt idx="89703">
                  <c:v>2</c:v>
                </c:pt>
                <c:pt idx="89704">
                  <c:v>1</c:v>
                </c:pt>
                <c:pt idx="89705">
                  <c:v>3</c:v>
                </c:pt>
                <c:pt idx="89706">
                  <c:v>2</c:v>
                </c:pt>
                <c:pt idx="89707">
                  <c:v>4</c:v>
                </c:pt>
                <c:pt idx="89708">
                  <c:v>2</c:v>
                </c:pt>
                <c:pt idx="89709">
                  <c:v>6</c:v>
                </c:pt>
                <c:pt idx="89710">
                  <c:v>3</c:v>
                </c:pt>
                <c:pt idx="89711">
                  <c:v>2</c:v>
                </c:pt>
                <c:pt idx="89712">
                  <c:v>2</c:v>
                </c:pt>
                <c:pt idx="89713">
                  <c:v>2</c:v>
                </c:pt>
                <c:pt idx="89714">
                  <c:v>3</c:v>
                </c:pt>
                <c:pt idx="89715">
                  <c:v>2</c:v>
                </c:pt>
                <c:pt idx="89716">
                  <c:v>2</c:v>
                </c:pt>
                <c:pt idx="89717">
                  <c:v>2</c:v>
                </c:pt>
                <c:pt idx="89718">
                  <c:v>2</c:v>
                </c:pt>
                <c:pt idx="89719">
                  <c:v>3</c:v>
                </c:pt>
                <c:pt idx="89720">
                  <c:v>2</c:v>
                </c:pt>
                <c:pt idx="89721">
                  <c:v>5</c:v>
                </c:pt>
                <c:pt idx="89722">
                  <c:v>3</c:v>
                </c:pt>
                <c:pt idx="89723">
                  <c:v>1</c:v>
                </c:pt>
                <c:pt idx="89724">
                  <c:v>4</c:v>
                </c:pt>
                <c:pt idx="89725">
                  <c:v>4</c:v>
                </c:pt>
                <c:pt idx="89726">
                  <c:v>1</c:v>
                </c:pt>
                <c:pt idx="89727">
                  <c:v>1</c:v>
                </c:pt>
                <c:pt idx="89728">
                  <c:v>5</c:v>
                </c:pt>
                <c:pt idx="89729">
                  <c:v>1</c:v>
                </c:pt>
                <c:pt idx="89730">
                  <c:v>2</c:v>
                </c:pt>
                <c:pt idx="89731">
                  <c:v>3</c:v>
                </c:pt>
                <c:pt idx="89732">
                  <c:v>2</c:v>
                </c:pt>
                <c:pt idx="89733">
                  <c:v>1</c:v>
                </c:pt>
                <c:pt idx="89734">
                  <c:v>2</c:v>
                </c:pt>
                <c:pt idx="89735">
                  <c:v>4</c:v>
                </c:pt>
                <c:pt idx="89736">
                  <c:v>4</c:v>
                </c:pt>
                <c:pt idx="89737">
                  <c:v>3</c:v>
                </c:pt>
                <c:pt idx="89738">
                  <c:v>4</c:v>
                </c:pt>
                <c:pt idx="89739">
                  <c:v>4</c:v>
                </c:pt>
                <c:pt idx="89740">
                  <c:v>4</c:v>
                </c:pt>
                <c:pt idx="89741">
                  <c:v>3</c:v>
                </c:pt>
                <c:pt idx="89742">
                  <c:v>3</c:v>
                </c:pt>
                <c:pt idx="89743">
                  <c:v>3</c:v>
                </c:pt>
                <c:pt idx="89744">
                  <c:v>3</c:v>
                </c:pt>
                <c:pt idx="89745">
                  <c:v>3</c:v>
                </c:pt>
                <c:pt idx="89746">
                  <c:v>2</c:v>
                </c:pt>
                <c:pt idx="89747">
                  <c:v>3</c:v>
                </c:pt>
                <c:pt idx="89748">
                  <c:v>2</c:v>
                </c:pt>
                <c:pt idx="89749">
                  <c:v>1</c:v>
                </c:pt>
                <c:pt idx="89750">
                  <c:v>2</c:v>
                </c:pt>
                <c:pt idx="89751">
                  <c:v>1</c:v>
                </c:pt>
                <c:pt idx="89752">
                  <c:v>2</c:v>
                </c:pt>
                <c:pt idx="89753">
                  <c:v>4</c:v>
                </c:pt>
                <c:pt idx="89754">
                  <c:v>1</c:v>
                </c:pt>
                <c:pt idx="89755">
                  <c:v>1</c:v>
                </c:pt>
                <c:pt idx="89756">
                  <c:v>2</c:v>
                </c:pt>
                <c:pt idx="89757">
                  <c:v>1</c:v>
                </c:pt>
                <c:pt idx="89758">
                  <c:v>2</c:v>
                </c:pt>
                <c:pt idx="89759">
                  <c:v>1</c:v>
                </c:pt>
                <c:pt idx="89760">
                  <c:v>1</c:v>
                </c:pt>
                <c:pt idx="89761">
                  <c:v>2</c:v>
                </c:pt>
                <c:pt idx="89762">
                  <c:v>2</c:v>
                </c:pt>
                <c:pt idx="89763">
                  <c:v>2</c:v>
                </c:pt>
                <c:pt idx="89764">
                  <c:v>4</c:v>
                </c:pt>
                <c:pt idx="89765">
                  <c:v>1</c:v>
                </c:pt>
                <c:pt idx="89766">
                  <c:v>2</c:v>
                </c:pt>
                <c:pt idx="89767">
                  <c:v>2</c:v>
                </c:pt>
                <c:pt idx="89768">
                  <c:v>2</c:v>
                </c:pt>
                <c:pt idx="89769">
                  <c:v>1</c:v>
                </c:pt>
                <c:pt idx="89770">
                  <c:v>1</c:v>
                </c:pt>
                <c:pt idx="89771">
                  <c:v>2</c:v>
                </c:pt>
                <c:pt idx="89772">
                  <c:v>1</c:v>
                </c:pt>
                <c:pt idx="89773">
                  <c:v>1</c:v>
                </c:pt>
                <c:pt idx="89774">
                  <c:v>2</c:v>
                </c:pt>
                <c:pt idx="89775">
                  <c:v>1</c:v>
                </c:pt>
                <c:pt idx="89776">
                  <c:v>2</c:v>
                </c:pt>
                <c:pt idx="89777">
                  <c:v>2</c:v>
                </c:pt>
                <c:pt idx="89778">
                  <c:v>2</c:v>
                </c:pt>
                <c:pt idx="89779">
                  <c:v>5</c:v>
                </c:pt>
                <c:pt idx="89780">
                  <c:v>2</c:v>
                </c:pt>
                <c:pt idx="89781">
                  <c:v>1</c:v>
                </c:pt>
                <c:pt idx="89782">
                  <c:v>3</c:v>
                </c:pt>
                <c:pt idx="89783">
                  <c:v>1</c:v>
                </c:pt>
                <c:pt idx="89784">
                  <c:v>2</c:v>
                </c:pt>
                <c:pt idx="89785">
                  <c:v>10</c:v>
                </c:pt>
                <c:pt idx="89786">
                  <c:v>5</c:v>
                </c:pt>
                <c:pt idx="89787">
                  <c:v>4</c:v>
                </c:pt>
                <c:pt idx="89788">
                  <c:v>3</c:v>
                </c:pt>
                <c:pt idx="89789">
                  <c:v>3</c:v>
                </c:pt>
                <c:pt idx="89790">
                  <c:v>3</c:v>
                </c:pt>
                <c:pt idx="89791">
                  <c:v>1</c:v>
                </c:pt>
                <c:pt idx="89792">
                  <c:v>2</c:v>
                </c:pt>
                <c:pt idx="89793">
                  <c:v>1</c:v>
                </c:pt>
                <c:pt idx="89794">
                  <c:v>1</c:v>
                </c:pt>
                <c:pt idx="89795">
                  <c:v>2</c:v>
                </c:pt>
                <c:pt idx="89796">
                  <c:v>2</c:v>
                </c:pt>
                <c:pt idx="89797">
                  <c:v>1</c:v>
                </c:pt>
                <c:pt idx="89798">
                  <c:v>4</c:v>
                </c:pt>
                <c:pt idx="89799">
                  <c:v>4</c:v>
                </c:pt>
                <c:pt idx="89800">
                  <c:v>2</c:v>
                </c:pt>
                <c:pt idx="89801">
                  <c:v>2</c:v>
                </c:pt>
                <c:pt idx="89802">
                  <c:v>2</c:v>
                </c:pt>
                <c:pt idx="89803">
                  <c:v>1</c:v>
                </c:pt>
                <c:pt idx="89804">
                  <c:v>2</c:v>
                </c:pt>
                <c:pt idx="89805">
                  <c:v>6</c:v>
                </c:pt>
                <c:pt idx="89806">
                  <c:v>3</c:v>
                </c:pt>
                <c:pt idx="89807">
                  <c:v>6</c:v>
                </c:pt>
                <c:pt idx="89808">
                  <c:v>2</c:v>
                </c:pt>
                <c:pt idx="89809">
                  <c:v>2</c:v>
                </c:pt>
                <c:pt idx="89810">
                  <c:v>2</c:v>
                </c:pt>
                <c:pt idx="89811">
                  <c:v>10</c:v>
                </c:pt>
                <c:pt idx="89812">
                  <c:v>8</c:v>
                </c:pt>
                <c:pt idx="89813">
                  <c:v>10</c:v>
                </c:pt>
                <c:pt idx="89814">
                  <c:v>10</c:v>
                </c:pt>
                <c:pt idx="89815">
                  <c:v>2</c:v>
                </c:pt>
                <c:pt idx="89816">
                  <c:v>2</c:v>
                </c:pt>
                <c:pt idx="89817">
                  <c:v>3</c:v>
                </c:pt>
                <c:pt idx="89818">
                  <c:v>0</c:v>
                </c:pt>
                <c:pt idx="89819">
                  <c:v>1</c:v>
                </c:pt>
                <c:pt idx="89820">
                  <c:v>1</c:v>
                </c:pt>
                <c:pt idx="89821">
                  <c:v>2</c:v>
                </c:pt>
                <c:pt idx="89822">
                  <c:v>3</c:v>
                </c:pt>
                <c:pt idx="89823">
                  <c:v>2</c:v>
                </c:pt>
                <c:pt idx="89824">
                  <c:v>1</c:v>
                </c:pt>
                <c:pt idx="89825">
                  <c:v>1</c:v>
                </c:pt>
                <c:pt idx="89826">
                  <c:v>1</c:v>
                </c:pt>
                <c:pt idx="89827">
                  <c:v>1</c:v>
                </c:pt>
                <c:pt idx="89828">
                  <c:v>2</c:v>
                </c:pt>
                <c:pt idx="89829">
                  <c:v>2</c:v>
                </c:pt>
                <c:pt idx="89830">
                  <c:v>4</c:v>
                </c:pt>
                <c:pt idx="89831">
                  <c:v>3</c:v>
                </c:pt>
                <c:pt idx="89832">
                  <c:v>4</c:v>
                </c:pt>
                <c:pt idx="89833">
                  <c:v>4</c:v>
                </c:pt>
                <c:pt idx="89834">
                  <c:v>4</c:v>
                </c:pt>
                <c:pt idx="89835">
                  <c:v>4</c:v>
                </c:pt>
                <c:pt idx="89836">
                  <c:v>3</c:v>
                </c:pt>
                <c:pt idx="89837">
                  <c:v>3</c:v>
                </c:pt>
                <c:pt idx="89838">
                  <c:v>4</c:v>
                </c:pt>
                <c:pt idx="89839">
                  <c:v>3</c:v>
                </c:pt>
                <c:pt idx="89840">
                  <c:v>2</c:v>
                </c:pt>
                <c:pt idx="89841">
                  <c:v>2</c:v>
                </c:pt>
                <c:pt idx="89842">
                  <c:v>2</c:v>
                </c:pt>
                <c:pt idx="89843">
                  <c:v>2</c:v>
                </c:pt>
                <c:pt idx="89844">
                  <c:v>3</c:v>
                </c:pt>
                <c:pt idx="89845">
                  <c:v>3</c:v>
                </c:pt>
                <c:pt idx="89846">
                  <c:v>2</c:v>
                </c:pt>
                <c:pt idx="89847">
                  <c:v>3</c:v>
                </c:pt>
                <c:pt idx="89848">
                  <c:v>2</c:v>
                </c:pt>
                <c:pt idx="89849">
                  <c:v>2</c:v>
                </c:pt>
                <c:pt idx="89850">
                  <c:v>4</c:v>
                </c:pt>
                <c:pt idx="89851">
                  <c:v>3</c:v>
                </c:pt>
                <c:pt idx="89852">
                  <c:v>3</c:v>
                </c:pt>
                <c:pt idx="89853">
                  <c:v>3</c:v>
                </c:pt>
                <c:pt idx="89854">
                  <c:v>3</c:v>
                </c:pt>
                <c:pt idx="89855">
                  <c:v>3</c:v>
                </c:pt>
                <c:pt idx="89856">
                  <c:v>1</c:v>
                </c:pt>
                <c:pt idx="89857">
                  <c:v>1</c:v>
                </c:pt>
                <c:pt idx="89858">
                  <c:v>1</c:v>
                </c:pt>
                <c:pt idx="89859">
                  <c:v>1</c:v>
                </c:pt>
                <c:pt idx="89860">
                  <c:v>3</c:v>
                </c:pt>
                <c:pt idx="89861">
                  <c:v>2</c:v>
                </c:pt>
                <c:pt idx="89862">
                  <c:v>3</c:v>
                </c:pt>
                <c:pt idx="89863">
                  <c:v>3</c:v>
                </c:pt>
                <c:pt idx="89864">
                  <c:v>6</c:v>
                </c:pt>
                <c:pt idx="89865">
                  <c:v>2</c:v>
                </c:pt>
                <c:pt idx="89866">
                  <c:v>3</c:v>
                </c:pt>
                <c:pt idx="89867">
                  <c:v>1</c:v>
                </c:pt>
                <c:pt idx="89868">
                  <c:v>2</c:v>
                </c:pt>
                <c:pt idx="89869">
                  <c:v>2</c:v>
                </c:pt>
                <c:pt idx="89870">
                  <c:v>2</c:v>
                </c:pt>
                <c:pt idx="89871">
                  <c:v>1</c:v>
                </c:pt>
                <c:pt idx="89872">
                  <c:v>2</c:v>
                </c:pt>
                <c:pt idx="89873">
                  <c:v>2</c:v>
                </c:pt>
                <c:pt idx="89874">
                  <c:v>2</c:v>
                </c:pt>
                <c:pt idx="89875">
                  <c:v>2</c:v>
                </c:pt>
                <c:pt idx="89876">
                  <c:v>2</c:v>
                </c:pt>
                <c:pt idx="89877">
                  <c:v>2</c:v>
                </c:pt>
                <c:pt idx="89878">
                  <c:v>2</c:v>
                </c:pt>
                <c:pt idx="89879">
                  <c:v>1</c:v>
                </c:pt>
                <c:pt idx="89880">
                  <c:v>2</c:v>
                </c:pt>
                <c:pt idx="89881">
                  <c:v>1</c:v>
                </c:pt>
                <c:pt idx="89882">
                  <c:v>1</c:v>
                </c:pt>
                <c:pt idx="89883">
                  <c:v>2</c:v>
                </c:pt>
                <c:pt idx="89884">
                  <c:v>2</c:v>
                </c:pt>
                <c:pt idx="89885">
                  <c:v>2</c:v>
                </c:pt>
                <c:pt idx="89886">
                  <c:v>1</c:v>
                </c:pt>
                <c:pt idx="89887">
                  <c:v>1</c:v>
                </c:pt>
                <c:pt idx="89888">
                  <c:v>1</c:v>
                </c:pt>
                <c:pt idx="89889">
                  <c:v>1</c:v>
                </c:pt>
                <c:pt idx="89890">
                  <c:v>8</c:v>
                </c:pt>
                <c:pt idx="89891">
                  <c:v>10</c:v>
                </c:pt>
                <c:pt idx="89892">
                  <c:v>9</c:v>
                </c:pt>
                <c:pt idx="89893">
                  <c:v>10</c:v>
                </c:pt>
                <c:pt idx="89894">
                  <c:v>9</c:v>
                </c:pt>
                <c:pt idx="89895">
                  <c:v>9</c:v>
                </c:pt>
                <c:pt idx="89896">
                  <c:v>8</c:v>
                </c:pt>
                <c:pt idx="89897">
                  <c:v>9</c:v>
                </c:pt>
                <c:pt idx="89898">
                  <c:v>3</c:v>
                </c:pt>
                <c:pt idx="89899">
                  <c:v>4</c:v>
                </c:pt>
                <c:pt idx="89900">
                  <c:v>3</c:v>
                </c:pt>
                <c:pt idx="89901">
                  <c:v>1</c:v>
                </c:pt>
                <c:pt idx="89902">
                  <c:v>3</c:v>
                </c:pt>
                <c:pt idx="89903">
                  <c:v>2</c:v>
                </c:pt>
                <c:pt idx="89904">
                  <c:v>1</c:v>
                </c:pt>
                <c:pt idx="89905">
                  <c:v>2</c:v>
                </c:pt>
                <c:pt idx="89906">
                  <c:v>2</c:v>
                </c:pt>
                <c:pt idx="89907">
                  <c:v>1</c:v>
                </c:pt>
                <c:pt idx="89908">
                  <c:v>2</c:v>
                </c:pt>
                <c:pt idx="89909">
                  <c:v>1</c:v>
                </c:pt>
                <c:pt idx="89910">
                  <c:v>2</c:v>
                </c:pt>
                <c:pt idx="89911">
                  <c:v>2</c:v>
                </c:pt>
                <c:pt idx="89912">
                  <c:v>2</c:v>
                </c:pt>
                <c:pt idx="89913">
                  <c:v>2</c:v>
                </c:pt>
                <c:pt idx="89914">
                  <c:v>2</c:v>
                </c:pt>
                <c:pt idx="89915">
                  <c:v>3</c:v>
                </c:pt>
                <c:pt idx="89916">
                  <c:v>1</c:v>
                </c:pt>
                <c:pt idx="89917">
                  <c:v>4</c:v>
                </c:pt>
                <c:pt idx="89918">
                  <c:v>8</c:v>
                </c:pt>
                <c:pt idx="89919">
                  <c:v>1</c:v>
                </c:pt>
                <c:pt idx="89920">
                  <c:v>3</c:v>
                </c:pt>
                <c:pt idx="89921">
                  <c:v>4</c:v>
                </c:pt>
                <c:pt idx="89922">
                  <c:v>2</c:v>
                </c:pt>
                <c:pt idx="89923">
                  <c:v>4</c:v>
                </c:pt>
                <c:pt idx="89924">
                  <c:v>4</c:v>
                </c:pt>
                <c:pt idx="89925">
                  <c:v>1</c:v>
                </c:pt>
                <c:pt idx="89926">
                  <c:v>2</c:v>
                </c:pt>
                <c:pt idx="89927">
                  <c:v>1</c:v>
                </c:pt>
                <c:pt idx="89928">
                  <c:v>3</c:v>
                </c:pt>
                <c:pt idx="89929">
                  <c:v>1</c:v>
                </c:pt>
                <c:pt idx="89930">
                  <c:v>2</c:v>
                </c:pt>
                <c:pt idx="89931">
                  <c:v>1</c:v>
                </c:pt>
                <c:pt idx="89932">
                  <c:v>1</c:v>
                </c:pt>
                <c:pt idx="89933">
                  <c:v>2</c:v>
                </c:pt>
                <c:pt idx="89934">
                  <c:v>6</c:v>
                </c:pt>
                <c:pt idx="89935">
                  <c:v>5</c:v>
                </c:pt>
                <c:pt idx="89936">
                  <c:v>6</c:v>
                </c:pt>
                <c:pt idx="89937">
                  <c:v>2</c:v>
                </c:pt>
                <c:pt idx="89938">
                  <c:v>1</c:v>
                </c:pt>
                <c:pt idx="89939">
                  <c:v>2</c:v>
                </c:pt>
                <c:pt idx="89940">
                  <c:v>4</c:v>
                </c:pt>
                <c:pt idx="89941">
                  <c:v>15</c:v>
                </c:pt>
                <c:pt idx="89942">
                  <c:v>5</c:v>
                </c:pt>
                <c:pt idx="89943">
                  <c:v>3</c:v>
                </c:pt>
                <c:pt idx="89944">
                  <c:v>2</c:v>
                </c:pt>
                <c:pt idx="89945">
                  <c:v>5</c:v>
                </c:pt>
                <c:pt idx="89946">
                  <c:v>8</c:v>
                </c:pt>
                <c:pt idx="89947">
                  <c:v>4</c:v>
                </c:pt>
                <c:pt idx="89948">
                  <c:v>3</c:v>
                </c:pt>
                <c:pt idx="89949">
                  <c:v>3</c:v>
                </c:pt>
                <c:pt idx="89950">
                  <c:v>5</c:v>
                </c:pt>
                <c:pt idx="89951">
                  <c:v>6</c:v>
                </c:pt>
                <c:pt idx="89952">
                  <c:v>5</c:v>
                </c:pt>
                <c:pt idx="89953">
                  <c:v>4</c:v>
                </c:pt>
                <c:pt idx="89954">
                  <c:v>-6</c:v>
                </c:pt>
                <c:pt idx="89955">
                  <c:v>3</c:v>
                </c:pt>
                <c:pt idx="89956">
                  <c:v>4</c:v>
                </c:pt>
                <c:pt idx="89957">
                  <c:v>3</c:v>
                </c:pt>
                <c:pt idx="89958">
                  <c:v>3</c:v>
                </c:pt>
                <c:pt idx="89959">
                  <c:v>3</c:v>
                </c:pt>
                <c:pt idx="89960">
                  <c:v>3</c:v>
                </c:pt>
                <c:pt idx="89961">
                  <c:v>3</c:v>
                </c:pt>
                <c:pt idx="89962">
                  <c:v>5</c:v>
                </c:pt>
                <c:pt idx="89963">
                  <c:v>2</c:v>
                </c:pt>
                <c:pt idx="89964">
                  <c:v>1</c:v>
                </c:pt>
                <c:pt idx="89965">
                  <c:v>1</c:v>
                </c:pt>
                <c:pt idx="89966">
                  <c:v>1</c:v>
                </c:pt>
                <c:pt idx="89967">
                  <c:v>1</c:v>
                </c:pt>
                <c:pt idx="89968">
                  <c:v>1</c:v>
                </c:pt>
                <c:pt idx="89969">
                  <c:v>1</c:v>
                </c:pt>
                <c:pt idx="89970">
                  <c:v>1</c:v>
                </c:pt>
                <c:pt idx="89971">
                  <c:v>1</c:v>
                </c:pt>
                <c:pt idx="89972">
                  <c:v>3</c:v>
                </c:pt>
                <c:pt idx="89973">
                  <c:v>3</c:v>
                </c:pt>
                <c:pt idx="89974">
                  <c:v>3</c:v>
                </c:pt>
                <c:pt idx="89975">
                  <c:v>0</c:v>
                </c:pt>
                <c:pt idx="89976">
                  <c:v>2</c:v>
                </c:pt>
                <c:pt idx="89977">
                  <c:v>2</c:v>
                </c:pt>
                <c:pt idx="89978">
                  <c:v>2</c:v>
                </c:pt>
                <c:pt idx="89979">
                  <c:v>1</c:v>
                </c:pt>
                <c:pt idx="89980">
                  <c:v>2</c:v>
                </c:pt>
                <c:pt idx="89981">
                  <c:v>2</c:v>
                </c:pt>
                <c:pt idx="89982">
                  <c:v>4</c:v>
                </c:pt>
                <c:pt idx="89983">
                  <c:v>2</c:v>
                </c:pt>
                <c:pt idx="89984">
                  <c:v>4</c:v>
                </c:pt>
                <c:pt idx="89985">
                  <c:v>3</c:v>
                </c:pt>
                <c:pt idx="89986">
                  <c:v>2</c:v>
                </c:pt>
                <c:pt idx="89987">
                  <c:v>3</c:v>
                </c:pt>
                <c:pt idx="89988">
                  <c:v>13</c:v>
                </c:pt>
                <c:pt idx="89989">
                  <c:v>2</c:v>
                </c:pt>
                <c:pt idx="89990">
                  <c:v>3</c:v>
                </c:pt>
                <c:pt idx="89991">
                  <c:v>4</c:v>
                </c:pt>
                <c:pt idx="89992">
                  <c:v>1</c:v>
                </c:pt>
                <c:pt idx="89993">
                  <c:v>3</c:v>
                </c:pt>
                <c:pt idx="89994">
                  <c:v>2</c:v>
                </c:pt>
                <c:pt idx="89995">
                  <c:v>3</c:v>
                </c:pt>
                <c:pt idx="89996">
                  <c:v>2</c:v>
                </c:pt>
                <c:pt idx="89997">
                  <c:v>3</c:v>
                </c:pt>
                <c:pt idx="89998">
                  <c:v>4</c:v>
                </c:pt>
                <c:pt idx="89999">
                  <c:v>1</c:v>
                </c:pt>
                <c:pt idx="90000">
                  <c:v>1</c:v>
                </c:pt>
                <c:pt idx="90001">
                  <c:v>5</c:v>
                </c:pt>
                <c:pt idx="90002">
                  <c:v>2</c:v>
                </c:pt>
                <c:pt idx="90003">
                  <c:v>2</c:v>
                </c:pt>
                <c:pt idx="90004">
                  <c:v>2</c:v>
                </c:pt>
                <c:pt idx="90005">
                  <c:v>4</c:v>
                </c:pt>
                <c:pt idx="90006">
                  <c:v>5</c:v>
                </c:pt>
                <c:pt idx="90007">
                  <c:v>8</c:v>
                </c:pt>
                <c:pt idx="90008">
                  <c:v>3</c:v>
                </c:pt>
                <c:pt idx="90009">
                  <c:v>3</c:v>
                </c:pt>
                <c:pt idx="90010">
                  <c:v>3</c:v>
                </c:pt>
                <c:pt idx="90011">
                  <c:v>3</c:v>
                </c:pt>
                <c:pt idx="90012">
                  <c:v>3</c:v>
                </c:pt>
                <c:pt idx="90013">
                  <c:v>2</c:v>
                </c:pt>
                <c:pt idx="90014">
                  <c:v>6</c:v>
                </c:pt>
                <c:pt idx="90015">
                  <c:v>6</c:v>
                </c:pt>
                <c:pt idx="90016">
                  <c:v>6</c:v>
                </c:pt>
                <c:pt idx="90017">
                  <c:v>9</c:v>
                </c:pt>
                <c:pt idx="90018">
                  <c:v>6</c:v>
                </c:pt>
                <c:pt idx="90019">
                  <c:v>9</c:v>
                </c:pt>
                <c:pt idx="90020">
                  <c:v>2</c:v>
                </c:pt>
                <c:pt idx="90021">
                  <c:v>1</c:v>
                </c:pt>
                <c:pt idx="90022">
                  <c:v>2</c:v>
                </c:pt>
                <c:pt idx="90023">
                  <c:v>1</c:v>
                </c:pt>
                <c:pt idx="90024">
                  <c:v>10</c:v>
                </c:pt>
                <c:pt idx="90025">
                  <c:v>4</c:v>
                </c:pt>
                <c:pt idx="90026">
                  <c:v>3</c:v>
                </c:pt>
                <c:pt idx="90027">
                  <c:v>3</c:v>
                </c:pt>
                <c:pt idx="90028">
                  <c:v>1</c:v>
                </c:pt>
                <c:pt idx="90029">
                  <c:v>5</c:v>
                </c:pt>
                <c:pt idx="90030">
                  <c:v>2</c:v>
                </c:pt>
                <c:pt idx="90031">
                  <c:v>2</c:v>
                </c:pt>
                <c:pt idx="90032">
                  <c:v>1</c:v>
                </c:pt>
                <c:pt idx="90033">
                  <c:v>1</c:v>
                </c:pt>
                <c:pt idx="90034">
                  <c:v>2</c:v>
                </c:pt>
                <c:pt idx="90035">
                  <c:v>1</c:v>
                </c:pt>
                <c:pt idx="90036">
                  <c:v>1</c:v>
                </c:pt>
                <c:pt idx="90037">
                  <c:v>1</c:v>
                </c:pt>
                <c:pt idx="90038">
                  <c:v>2</c:v>
                </c:pt>
                <c:pt idx="90039">
                  <c:v>3</c:v>
                </c:pt>
                <c:pt idx="90040">
                  <c:v>2</c:v>
                </c:pt>
                <c:pt idx="90041">
                  <c:v>2</c:v>
                </c:pt>
                <c:pt idx="90042">
                  <c:v>1</c:v>
                </c:pt>
                <c:pt idx="90043">
                  <c:v>2</c:v>
                </c:pt>
                <c:pt idx="90044">
                  <c:v>2</c:v>
                </c:pt>
                <c:pt idx="90045">
                  <c:v>2</c:v>
                </c:pt>
                <c:pt idx="90046">
                  <c:v>1</c:v>
                </c:pt>
                <c:pt idx="90047">
                  <c:v>2</c:v>
                </c:pt>
                <c:pt idx="90048">
                  <c:v>3</c:v>
                </c:pt>
                <c:pt idx="90049">
                  <c:v>2</c:v>
                </c:pt>
                <c:pt idx="90050">
                  <c:v>5</c:v>
                </c:pt>
                <c:pt idx="90051">
                  <c:v>3</c:v>
                </c:pt>
                <c:pt idx="90052">
                  <c:v>3</c:v>
                </c:pt>
                <c:pt idx="90053">
                  <c:v>2</c:v>
                </c:pt>
                <c:pt idx="90054">
                  <c:v>5</c:v>
                </c:pt>
                <c:pt idx="90055">
                  <c:v>4</c:v>
                </c:pt>
                <c:pt idx="90056">
                  <c:v>2</c:v>
                </c:pt>
                <c:pt idx="90057">
                  <c:v>6</c:v>
                </c:pt>
                <c:pt idx="90058">
                  <c:v>2</c:v>
                </c:pt>
                <c:pt idx="90059">
                  <c:v>1</c:v>
                </c:pt>
                <c:pt idx="90060">
                  <c:v>6</c:v>
                </c:pt>
                <c:pt idx="90061">
                  <c:v>1</c:v>
                </c:pt>
                <c:pt idx="90062">
                  <c:v>2</c:v>
                </c:pt>
                <c:pt idx="90063">
                  <c:v>2</c:v>
                </c:pt>
                <c:pt idx="90064">
                  <c:v>2</c:v>
                </c:pt>
                <c:pt idx="90065">
                  <c:v>1</c:v>
                </c:pt>
                <c:pt idx="90066">
                  <c:v>3</c:v>
                </c:pt>
                <c:pt idx="90067">
                  <c:v>1</c:v>
                </c:pt>
                <c:pt idx="90068">
                  <c:v>1</c:v>
                </c:pt>
                <c:pt idx="90069">
                  <c:v>1</c:v>
                </c:pt>
                <c:pt idx="90070">
                  <c:v>3</c:v>
                </c:pt>
                <c:pt idx="90071">
                  <c:v>6</c:v>
                </c:pt>
                <c:pt idx="90072">
                  <c:v>20</c:v>
                </c:pt>
                <c:pt idx="90073">
                  <c:v>5</c:v>
                </c:pt>
                <c:pt idx="90074">
                  <c:v>4</c:v>
                </c:pt>
                <c:pt idx="90075">
                  <c:v>4</c:v>
                </c:pt>
                <c:pt idx="90076">
                  <c:v>1</c:v>
                </c:pt>
                <c:pt idx="90077">
                  <c:v>4</c:v>
                </c:pt>
                <c:pt idx="90078">
                  <c:v>2</c:v>
                </c:pt>
                <c:pt idx="90079">
                  <c:v>4</c:v>
                </c:pt>
                <c:pt idx="90080">
                  <c:v>2</c:v>
                </c:pt>
                <c:pt idx="90081">
                  <c:v>2</c:v>
                </c:pt>
                <c:pt idx="90082">
                  <c:v>1</c:v>
                </c:pt>
                <c:pt idx="90083">
                  <c:v>2</c:v>
                </c:pt>
                <c:pt idx="90084">
                  <c:v>2</c:v>
                </c:pt>
                <c:pt idx="90085">
                  <c:v>3</c:v>
                </c:pt>
                <c:pt idx="90086">
                  <c:v>1</c:v>
                </c:pt>
                <c:pt idx="90087">
                  <c:v>5</c:v>
                </c:pt>
                <c:pt idx="90088">
                  <c:v>2</c:v>
                </c:pt>
                <c:pt idx="90089">
                  <c:v>1</c:v>
                </c:pt>
                <c:pt idx="90090">
                  <c:v>2</c:v>
                </c:pt>
                <c:pt idx="90091">
                  <c:v>1</c:v>
                </c:pt>
                <c:pt idx="90092">
                  <c:v>1</c:v>
                </c:pt>
                <c:pt idx="90093">
                  <c:v>1</c:v>
                </c:pt>
                <c:pt idx="90094">
                  <c:v>1</c:v>
                </c:pt>
                <c:pt idx="90095">
                  <c:v>4</c:v>
                </c:pt>
                <c:pt idx="90096">
                  <c:v>3</c:v>
                </c:pt>
                <c:pt idx="90097">
                  <c:v>2</c:v>
                </c:pt>
                <c:pt idx="90098">
                  <c:v>3</c:v>
                </c:pt>
                <c:pt idx="90099">
                  <c:v>4</c:v>
                </c:pt>
                <c:pt idx="90100">
                  <c:v>3</c:v>
                </c:pt>
                <c:pt idx="90101">
                  <c:v>3</c:v>
                </c:pt>
                <c:pt idx="90102">
                  <c:v>1</c:v>
                </c:pt>
                <c:pt idx="90103">
                  <c:v>2</c:v>
                </c:pt>
                <c:pt idx="90104">
                  <c:v>2</c:v>
                </c:pt>
                <c:pt idx="90105">
                  <c:v>4</c:v>
                </c:pt>
                <c:pt idx="90106">
                  <c:v>1</c:v>
                </c:pt>
                <c:pt idx="90107">
                  <c:v>4</c:v>
                </c:pt>
                <c:pt idx="90108">
                  <c:v>3</c:v>
                </c:pt>
                <c:pt idx="90109">
                  <c:v>2</c:v>
                </c:pt>
                <c:pt idx="90110">
                  <c:v>2</c:v>
                </c:pt>
                <c:pt idx="90111">
                  <c:v>1</c:v>
                </c:pt>
                <c:pt idx="90112">
                  <c:v>2</c:v>
                </c:pt>
                <c:pt idx="90113">
                  <c:v>2</c:v>
                </c:pt>
                <c:pt idx="90114">
                  <c:v>2</c:v>
                </c:pt>
                <c:pt idx="90115">
                  <c:v>3</c:v>
                </c:pt>
                <c:pt idx="90116">
                  <c:v>2</c:v>
                </c:pt>
                <c:pt idx="90117">
                  <c:v>3</c:v>
                </c:pt>
                <c:pt idx="90118">
                  <c:v>4</c:v>
                </c:pt>
                <c:pt idx="90119">
                  <c:v>4</c:v>
                </c:pt>
                <c:pt idx="90120">
                  <c:v>2</c:v>
                </c:pt>
                <c:pt idx="90121">
                  <c:v>10</c:v>
                </c:pt>
                <c:pt idx="90122">
                  <c:v>2</c:v>
                </c:pt>
                <c:pt idx="90123">
                  <c:v>3</c:v>
                </c:pt>
                <c:pt idx="90124">
                  <c:v>2</c:v>
                </c:pt>
                <c:pt idx="90125">
                  <c:v>2</c:v>
                </c:pt>
                <c:pt idx="90126">
                  <c:v>2</c:v>
                </c:pt>
                <c:pt idx="90127">
                  <c:v>2</c:v>
                </c:pt>
                <c:pt idx="90128">
                  <c:v>3</c:v>
                </c:pt>
                <c:pt idx="90129">
                  <c:v>2</c:v>
                </c:pt>
                <c:pt idx="90130">
                  <c:v>4</c:v>
                </c:pt>
                <c:pt idx="90131">
                  <c:v>4</c:v>
                </c:pt>
                <c:pt idx="90132">
                  <c:v>4</c:v>
                </c:pt>
                <c:pt idx="90133">
                  <c:v>4</c:v>
                </c:pt>
                <c:pt idx="90134">
                  <c:v>4</c:v>
                </c:pt>
                <c:pt idx="90135">
                  <c:v>1</c:v>
                </c:pt>
                <c:pt idx="90136">
                  <c:v>1</c:v>
                </c:pt>
                <c:pt idx="90137">
                  <c:v>1</c:v>
                </c:pt>
                <c:pt idx="90138">
                  <c:v>4</c:v>
                </c:pt>
                <c:pt idx="90139">
                  <c:v>1</c:v>
                </c:pt>
                <c:pt idx="90140">
                  <c:v>4</c:v>
                </c:pt>
                <c:pt idx="90141">
                  <c:v>5</c:v>
                </c:pt>
                <c:pt idx="90142">
                  <c:v>2</c:v>
                </c:pt>
                <c:pt idx="90143">
                  <c:v>1</c:v>
                </c:pt>
                <c:pt idx="90144">
                  <c:v>2</c:v>
                </c:pt>
                <c:pt idx="90145">
                  <c:v>3</c:v>
                </c:pt>
                <c:pt idx="90146">
                  <c:v>4</c:v>
                </c:pt>
                <c:pt idx="90147">
                  <c:v>2</c:v>
                </c:pt>
                <c:pt idx="90148">
                  <c:v>5</c:v>
                </c:pt>
                <c:pt idx="90149">
                  <c:v>10</c:v>
                </c:pt>
                <c:pt idx="90150">
                  <c:v>2</c:v>
                </c:pt>
                <c:pt idx="90151">
                  <c:v>2</c:v>
                </c:pt>
                <c:pt idx="90152">
                  <c:v>4</c:v>
                </c:pt>
                <c:pt idx="90153">
                  <c:v>6</c:v>
                </c:pt>
                <c:pt idx="90154">
                  <c:v>4</c:v>
                </c:pt>
                <c:pt idx="90155">
                  <c:v>6</c:v>
                </c:pt>
                <c:pt idx="90156">
                  <c:v>4</c:v>
                </c:pt>
                <c:pt idx="90157">
                  <c:v>1</c:v>
                </c:pt>
                <c:pt idx="90158">
                  <c:v>1</c:v>
                </c:pt>
                <c:pt idx="90159">
                  <c:v>1</c:v>
                </c:pt>
                <c:pt idx="90160">
                  <c:v>1</c:v>
                </c:pt>
                <c:pt idx="90161">
                  <c:v>1</c:v>
                </c:pt>
                <c:pt idx="90162">
                  <c:v>1</c:v>
                </c:pt>
                <c:pt idx="90163">
                  <c:v>1</c:v>
                </c:pt>
                <c:pt idx="90164">
                  <c:v>1</c:v>
                </c:pt>
                <c:pt idx="90165">
                  <c:v>2</c:v>
                </c:pt>
                <c:pt idx="90166">
                  <c:v>4</c:v>
                </c:pt>
                <c:pt idx="90167">
                  <c:v>2</c:v>
                </c:pt>
                <c:pt idx="90168">
                  <c:v>3</c:v>
                </c:pt>
                <c:pt idx="90169">
                  <c:v>5</c:v>
                </c:pt>
                <c:pt idx="90170">
                  <c:v>7</c:v>
                </c:pt>
                <c:pt idx="90171">
                  <c:v>7</c:v>
                </c:pt>
                <c:pt idx="90172">
                  <c:v>7</c:v>
                </c:pt>
                <c:pt idx="90173">
                  <c:v>2</c:v>
                </c:pt>
                <c:pt idx="90174">
                  <c:v>2</c:v>
                </c:pt>
                <c:pt idx="90175">
                  <c:v>2</c:v>
                </c:pt>
                <c:pt idx="90176">
                  <c:v>6</c:v>
                </c:pt>
                <c:pt idx="90177">
                  <c:v>4</c:v>
                </c:pt>
                <c:pt idx="90178">
                  <c:v>4</c:v>
                </c:pt>
                <c:pt idx="90179">
                  <c:v>4</c:v>
                </c:pt>
                <c:pt idx="90180">
                  <c:v>4</c:v>
                </c:pt>
                <c:pt idx="90181">
                  <c:v>4</c:v>
                </c:pt>
                <c:pt idx="90182">
                  <c:v>4</c:v>
                </c:pt>
                <c:pt idx="90183">
                  <c:v>4</c:v>
                </c:pt>
                <c:pt idx="90184">
                  <c:v>4</c:v>
                </c:pt>
                <c:pt idx="90185">
                  <c:v>6</c:v>
                </c:pt>
                <c:pt idx="90186">
                  <c:v>6</c:v>
                </c:pt>
                <c:pt idx="90187">
                  <c:v>5</c:v>
                </c:pt>
                <c:pt idx="90188">
                  <c:v>2</c:v>
                </c:pt>
                <c:pt idx="90189">
                  <c:v>1</c:v>
                </c:pt>
                <c:pt idx="90190">
                  <c:v>-1</c:v>
                </c:pt>
                <c:pt idx="90191">
                  <c:v>3</c:v>
                </c:pt>
                <c:pt idx="90192">
                  <c:v>4</c:v>
                </c:pt>
                <c:pt idx="90193">
                  <c:v>1</c:v>
                </c:pt>
                <c:pt idx="90194">
                  <c:v>3</c:v>
                </c:pt>
                <c:pt idx="90195">
                  <c:v>3</c:v>
                </c:pt>
                <c:pt idx="90196">
                  <c:v>1</c:v>
                </c:pt>
                <c:pt idx="90197">
                  <c:v>3</c:v>
                </c:pt>
                <c:pt idx="90198">
                  <c:v>1</c:v>
                </c:pt>
                <c:pt idx="90199">
                  <c:v>2</c:v>
                </c:pt>
                <c:pt idx="90200">
                  <c:v>2</c:v>
                </c:pt>
                <c:pt idx="90201">
                  <c:v>1</c:v>
                </c:pt>
                <c:pt idx="90202">
                  <c:v>3</c:v>
                </c:pt>
                <c:pt idx="90203">
                  <c:v>1</c:v>
                </c:pt>
                <c:pt idx="90204">
                  <c:v>3</c:v>
                </c:pt>
                <c:pt idx="90205">
                  <c:v>7</c:v>
                </c:pt>
                <c:pt idx="90206">
                  <c:v>2</c:v>
                </c:pt>
                <c:pt idx="90207">
                  <c:v>2</c:v>
                </c:pt>
                <c:pt idx="90208">
                  <c:v>2</c:v>
                </c:pt>
                <c:pt idx="90209">
                  <c:v>2</c:v>
                </c:pt>
                <c:pt idx="90210">
                  <c:v>2</c:v>
                </c:pt>
                <c:pt idx="90211">
                  <c:v>2</c:v>
                </c:pt>
                <c:pt idx="90212">
                  <c:v>2</c:v>
                </c:pt>
                <c:pt idx="90213">
                  <c:v>2</c:v>
                </c:pt>
                <c:pt idx="90214">
                  <c:v>5</c:v>
                </c:pt>
                <c:pt idx="90215">
                  <c:v>4</c:v>
                </c:pt>
                <c:pt idx="90216">
                  <c:v>3</c:v>
                </c:pt>
                <c:pt idx="90217">
                  <c:v>9</c:v>
                </c:pt>
                <c:pt idx="90218">
                  <c:v>2</c:v>
                </c:pt>
                <c:pt idx="90219">
                  <c:v>3</c:v>
                </c:pt>
                <c:pt idx="90220">
                  <c:v>4</c:v>
                </c:pt>
                <c:pt idx="90221">
                  <c:v>4</c:v>
                </c:pt>
                <c:pt idx="90222">
                  <c:v>3</c:v>
                </c:pt>
                <c:pt idx="90223">
                  <c:v>3</c:v>
                </c:pt>
                <c:pt idx="90224">
                  <c:v>3</c:v>
                </c:pt>
                <c:pt idx="90225">
                  <c:v>4</c:v>
                </c:pt>
                <c:pt idx="90226">
                  <c:v>2</c:v>
                </c:pt>
                <c:pt idx="90227">
                  <c:v>2</c:v>
                </c:pt>
                <c:pt idx="90228">
                  <c:v>2</c:v>
                </c:pt>
                <c:pt idx="90229">
                  <c:v>3</c:v>
                </c:pt>
                <c:pt idx="90230">
                  <c:v>2</c:v>
                </c:pt>
                <c:pt idx="90231">
                  <c:v>6</c:v>
                </c:pt>
                <c:pt idx="90232">
                  <c:v>4</c:v>
                </c:pt>
                <c:pt idx="90233">
                  <c:v>6</c:v>
                </c:pt>
                <c:pt idx="90234">
                  <c:v>2</c:v>
                </c:pt>
                <c:pt idx="90235">
                  <c:v>2</c:v>
                </c:pt>
                <c:pt idx="90236">
                  <c:v>1</c:v>
                </c:pt>
                <c:pt idx="90237">
                  <c:v>1</c:v>
                </c:pt>
                <c:pt idx="90238">
                  <c:v>1</c:v>
                </c:pt>
                <c:pt idx="90239">
                  <c:v>1</c:v>
                </c:pt>
                <c:pt idx="90240">
                  <c:v>2</c:v>
                </c:pt>
                <c:pt idx="90241">
                  <c:v>1</c:v>
                </c:pt>
                <c:pt idx="90242">
                  <c:v>1</c:v>
                </c:pt>
                <c:pt idx="90243">
                  <c:v>1</c:v>
                </c:pt>
                <c:pt idx="90244">
                  <c:v>1</c:v>
                </c:pt>
                <c:pt idx="90245">
                  <c:v>1</c:v>
                </c:pt>
                <c:pt idx="90246">
                  <c:v>3</c:v>
                </c:pt>
                <c:pt idx="90247">
                  <c:v>1</c:v>
                </c:pt>
                <c:pt idx="90248">
                  <c:v>1</c:v>
                </c:pt>
                <c:pt idx="90249">
                  <c:v>2</c:v>
                </c:pt>
                <c:pt idx="90250">
                  <c:v>5</c:v>
                </c:pt>
                <c:pt idx="90251">
                  <c:v>5</c:v>
                </c:pt>
                <c:pt idx="90252">
                  <c:v>6</c:v>
                </c:pt>
                <c:pt idx="90253">
                  <c:v>5</c:v>
                </c:pt>
                <c:pt idx="90254">
                  <c:v>2</c:v>
                </c:pt>
                <c:pt idx="90255">
                  <c:v>2</c:v>
                </c:pt>
                <c:pt idx="90256">
                  <c:v>2</c:v>
                </c:pt>
                <c:pt idx="90257">
                  <c:v>2</c:v>
                </c:pt>
                <c:pt idx="90258">
                  <c:v>2</c:v>
                </c:pt>
                <c:pt idx="90259">
                  <c:v>2</c:v>
                </c:pt>
                <c:pt idx="90260">
                  <c:v>2</c:v>
                </c:pt>
                <c:pt idx="90261">
                  <c:v>2</c:v>
                </c:pt>
                <c:pt idx="90262">
                  <c:v>1</c:v>
                </c:pt>
                <c:pt idx="90263">
                  <c:v>2</c:v>
                </c:pt>
                <c:pt idx="90264">
                  <c:v>2</c:v>
                </c:pt>
                <c:pt idx="90265">
                  <c:v>1</c:v>
                </c:pt>
                <c:pt idx="90266">
                  <c:v>1</c:v>
                </c:pt>
                <c:pt idx="90267">
                  <c:v>1</c:v>
                </c:pt>
                <c:pt idx="90268">
                  <c:v>2</c:v>
                </c:pt>
                <c:pt idx="90269">
                  <c:v>2</c:v>
                </c:pt>
                <c:pt idx="90270">
                  <c:v>1</c:v>
                </c:pt>
                <c:pt idx="90271">
                  <c:v>6</c:v>
                </c:pt>
                <c:pt idx="90272">
                  <c:v>3</c:v>
                </c:pt>
                <c:pt idx="90273">
                  <c:v>4</c:v>
                </c:pt>
                <c:pt idx="90274">
                  <c:v>3</c:v>
                </c:pt>
                <c:pt idx="90275">
                  <c:v>3</c:v>
                </c:pt>
                <c:pt idx="90276">
                  <c:v>5</c:v>
                </c:pt>
                <c:pt idx="90277">
                  <c:v>3</c:v>
                </c:pt>
                <c:pt idx="90278">
                  <c:v>3</c:v>
                </c:pt>
                <c:pt idx="90279">
                  <c:v>2</c:v>
                </c:pt>
                <c:pt idx="90280">
                  <c:v>2</c:v>
                </c:pt>
                <c:pt idx="90281">
                  <c:v>2</c:v>
                </c:pt>
                <c:pt idx="90282">
                  <c:v>3</c:v>
                </c:pt>
                <c:pt idx="90283">
                  <c:v>4</c:v>
                </c:pt>
                <c:pt idx="90284">
                  <c:v>4</c:v>
                </c:pt>
                <c:pt idx="90285">
                  <c:v>3</c:v>
                </c:pt>
                <c:pt idx="90286">
                  <c:v>-4</c:v>
                </c:pt>
                <c:pt idx="90287">
                  <c:v>4</c:v>
                </c:pt>
                <c:pt idx="90288">
                  <c:v>2</c:v>
                </c:pt>
                <c:pt idx="90289">
                  <c:v>2</c:v>
                </c:pt>
                <c:pt idx="90290">
                  <c:v>2</c:v>
                </c:pt>
                <c:pt idx="90291">
                  <c:v>2</c:v>
                </c:pt>
                <c:pt idx="90292">
                  <c:v>3</c:v>
                </c:pt>
                <c:pt idx="90293">
                  <c:v>2</c:v>
                </c:pt>
                <c:pt idx="90294">
                  <c:v>2</c:v>
                </c:pt>
                <c:pt idx="90295">
                  <c:v>3</c:v>
                </c:pt>
                <c:pt idx="90296">
                  <c:v>4</c:v>
                </c:pt>
                <c:pt idx="90297">
                  <c:v>1</c:v>
                </c:pt>
                <c:pt idx="90298">
                  <c:v>1</c:v>
                </c:pt>
                <c:pt idx="90299">
                  <c:v>3</c:v>
                </c:pt>
                <c:pt idx="90300">
                  <c:v>2</c:v>
                </c:pt>
                <c:pt idx="90301">
                  <c:v>4</c:v>
                </c:pt>
                <c:pt idx="90302">
                  <c:v>1</c:v>
                </c:pt>
                <c:pt idx="90303">
                  <c:v>1</c:v>
                </c:pt>
                <c:pt idx="90304">
                  <c:v>1</c:v>
                </c:pt>
                <c:pt idx="90305">
                  <c:v>2</c:v>
                </c:pt>
                <c:pt idx="90306">
                  <c:v>2</c:v>
                </c:pt>
                <c:pt idx="90307">
                  <c:v>3</c:v>
                </c:pt>
                <c:pt idx="90308">
                  <c:v>3</c:v>
                </c:pt>
                <c:pt idx="90309">
                  <c:v>3</c:v>
                </c:pt>
                <c:pt idx="90310">
                  <c:v>3</c:v>
                </c:pt>
                <c:pt idx="90311">
                  <c:v>3</c:v>
                </c:pt>
                <c:pt idx="90312">
                  <c:v>3</c:v>
                </c:pt>
                <c:pt idx="90313">
                  <c:v>5</c:v>
                </c:pt>
                <c:pt idx="90314">
                  <c:v>2</c:v>
                </c:pt>
                <c:pt idx="90315">
                  <c:v>4</c:v>
                </c:pt>
                <c:pt idx="90316">
                  <c:v>2</c:v>
                </c:pt>
                <c:pt idx="90317">
                  <c:v>3</c:v>
                </c:pt>
                <c:pt idx="90318">
                  <c:v>1</c:v>
                </c:pt>
                <c:pt idx="90319">
                  <c:v>1</c:v>
                </c:pt>
                <c:pt idx="90320">
                  <c:v>1</c:v>
                </c:pt>
                <c:pt idx="90321">
                  <c:v>3</c:v>
                </c:pt>
                <c:pt idx="90322">
                  <c:v>1</c:v>
                </c:pt>
                <c:pt idx="90323">
                  <c:v>2</c:v>
                </c:pt>
                <c:pt idx="90324">
                  <c:v>2</c:v>
                </c:pt>
                <c:pt idx="90325">
                  <c:v>2</c:v>
                </c:pt>
                <c:pt idx="90326">
                  <c:v>1</c:v>
                </c:pt>
                <c:pt idx="90327">
                  <c:v>2</c:v>
                </c:pt>
                <c:pt idx="90328">
                  <c:v>1</c:v>
                </c:pt>
                <c:pt idx="90329">
                  <c:v>3</c:v>
                </c:pt>
                <c:pt idx="90330">
                  <c:v>4</c:v>
                </c:pt>
                <c:pt idx="90331">
                  <c:v>2</c:v>
                </c:pt>
                <c:pt idx="90332">
                  <c:v>3</c:v>
                </c:pt>
                <c:pt idx="90333">
                  <c:v>2</c:v>
                </c:pt>
                <c:pt idx="90334">
                  <c:v>2</c:v>
                </c:pt>
                <c:pt idx="90335">
                  <c:v>2</c:v>
                </c:pt>
                <c:pt idx="90336">
                  <c:v>2</c:v>
                </c:pt>
                <c:pt idx="90337">
                  <c:v>4</c:v>
                </c:pt>
                <c:pt idx="90338">
                  <c:v>3</c:v>
                </c:pt>
                <c:pt idx="90339">
                  <c:v>2</c:v>
                </c:pt>
                <c:pt idx="90340">
                  <c:v>3</c:v>
                </c:pt>
                <c:pt idx="90341">
                  <c:v>3</c:v>
                </c:pt>
                <c:pt idx="90342">
                  <c:v>6</c:v>
                </c:pt>
                <c:pt idx="90343">
                  <c:v>3</c:v>
                </c:pt>
                <c:pt idx="90344">
                  <c:v>3</c:v>
                </c:pt>
                <c:pt idx="90345">
                  <c:v>6</c:v>
                </c:pt>
                <c:pt idx="90346">
                  <c:v>2</c:v>
                </c:pt>
                <c:pt idx="90347">
                  <c:v>3</c:v>
                </c:pt>
                <c:pt idx="90348">
                  <c:v>2</c:v>
                </c:pt>
                <c:pt idx="90349">
                  <c:v>2</c:v>
                </c:pt>
                <c:pt idx="90350">
                  <c:v>2</c:v>
                </c:pt>
                <c:pt idx="90351">
                  <c:v>2</c:v>
                </c:pt>
                <c:pt idx="90352">
                  <c:v>2</c:v>
                </c:pt>
                <c:pt idx="90353">
                  <c:v>2</c:v>
                </c:pt>
                <c:pt idx="90354">
                  <c:v>2</c:v>
                </c:pt>
                <c:pt idx="90355">
                  <c:v>4</c:v>
                </c:pt>
                <c:pt idx="90356">
                  <c:v>2</c:v>
                </c:pt>
                <c:pt idx="90357">
                  <c:v>4</c:v>
                </c:pt>
                <c:pt idx="90358">
                  <c:v>1</c:v>
                </c:pt>
                <c:pt idx="90359">
                  <c:v>2</c:v>
                </c:pt>
                <c:pt idx="90360">
                  <c:v>3</c:v>
                </c:pt>
                <c:pt idx="90361">
                  <c:v>1</c:v>
                </c:pt>
                <c:pt idx="90362">
                  <c:v>3</c:v>
                </c:pt>
                <c:pt idx="90363">
                  <c:v>3</c:v>
                </c:pt>
                <c:pt idx="90364">
                  <c:v>4</c:v>
                </c:pt>
                <c:pt idx="90365">
                  <c:v>1</c:v>
                </c:pt>
                <c:pt idx="90366">
                  <c:v>3</c:v>
                </c:pt>
                <c:pt idx="90367">
                  <c:v>2</c:v>
                </c:pt>
                <c:pt idx="90368">
                  <c:v>6</c:v>
                </c:pt>
                <c:pt idx="90369">
                  <c:v>2</c:v>
                </c:pt>
                <c:pt idx="90370">
                  <c:v>30</c:v>
                </c:pt>
                <c:pt idx="90371">
                  <c:v>5</c:v>
                </c:pt>
                <c:pt idx="90372">
                  <c:v>5</c:v>
                </c:pt>
                <c:pt idx="90373">
                  <c:v>5</c:v>
                </c:pt>
                <c:pt idx="90374">
                  <c:v>5</c:v>
                </c:pt>
                <c:pt idx="90375">
                  <c:v>5</c:v>
                </c:pt>
                <c:pt idx="90376">
                  <c:v>5</c:v>
                </c:pt>
                <c:pt idx="90377">
                  <c:v>5</c:v>
                </c:pt>
                <c:pt idx="90378">
                  <c:v>5</c:v>
                </c:pt>
                <c:pt idx="90379">
                  <c:v>5</c:v>
                </c:pt>
                <c:pt idx="90380">
                  <c:v>5</c:v>
                </c:pt>
                <c:pt idx="90381">
                  <c:v>5</c:v>
                </c:pt>
                <c:pt idx="90382">
                  <c:v>5</c:v>
                </c:pt>
                <c:pt idx="90383">
                  <c:v>5</c:v>
                </c:pt>
                <c:pt idx="90384">
                  <c:v>5</c:v>
                </c:pt>
                <c:pt idx="90385">
                  <c:v>5</c:v>
                </c:pt>
                <c:pt idx="90386">
                  <c:v>5</c:v>
                </c:pt>
                <c:pt idx="90387">
                  <c:v>6</c:v>
                </c:pt>
                <c:pt idx="90388">
                  <c:v>6</c:v>
                </c:pt>
                <c:pt idx="90389">
                  <c:v>6</c:v>
                </c:pt>
                <c:pt idx="90390">
                  <c:v>6</c:v>
                </c:pt>
                <c:pt idx="90391">
                  <c:v>6</c:v>
                </c:pt>
                <c:pt idx="90392">
                  <c:v>6</c:v>
                </c:pt>
                <c:pt idx="90393">
                  <c:v>5</c:v>
                </c:pt>
                <c:pt idx="90394">
                  <c:v>5</c:v>
                </c:pt>
                <c:pt idx="90395">
                  <c:v>5</c:v>
                </c:pt>
                <c:pt idx="90396">
                  <c:v>5</c:v>
                </c:pt>
                <c:pt idx="90397">
                  <c:v>5</c:v>
                </c:pt>
                <c:pt idx="90398">
                  <c:v>5</c:v>
                </c:pt>
                <c:pt idx="90399">
                  <c:v>5</c:v>
                </c:pt>
                <c:pt idx="90400">
                  <c:v>5</c:v>
                </c:pt>
                <c:pt idx="90401">
                  <c:v>5</c:v>
                </c:pt>
                <c:pt idx="90402">
                  <c:v>6</c:v>
                </c:pt>
                <c:pt idx="90403">
                  <c:v>5</c:v>
                </c:pt>
                <c:pt idx="90404">
                  <c:v>5</c:v>
                </c:pt>
                <c:pt idx="90405">
                  <c:v>5</c:v>
                </c:pt>
                <c:pt idx="90406">
                  <c:v>6</c:v>
                </c:pt>
                <c:pt idx="90407">
                  <c:v>6</c:v>
                </c:pt>
                <c:pt idx="90408">
                  <c:v>6</c:v>
                </c:pt>
                <c:pt idx="90409">
                  <c:v>6</c:v>
                </c:pt>
                <c:pt idx="90410">
                  <c:v>6</c:v>
                </c:pt>
                <c:pt idx="90411">
                  <c:v>6</c:v>
                </c:pt>
                <c:pt idx="90412">
                  <c:v>5</c:v>
                </c:pt>
                <c:pt idx="90413">
                  <c:v>6</c:v>
                </c:pt>
                <c:pt idx="90414">
                  <c:v>6</c:v>
                </c:pt>
                <c:pt idx="90415">
                  <c:v>6</c:v>
                </c:pt>
                <c:pt idx="90416">
                  <c:v>5</c:v>
                </c:pt>
                <c:pt idx="90417">
                  <c:v>6</c:v>
                </c:pt>
                <c:pt idx="90418">
                  <c:v>5</c:v>
                </c:pt>
                <c:pt idx="90419">
                  <c:v>5</c:v>
                </c:pt>
                <c:pt idx="90420">
                  <c:v>5</c:v>
                </c:pt>
                <c:pt idx="90421">
                  <c:v>5</c:v>
                </c:pt>
                <c:pt idx="90422">
                  <c:v>5</c:v>
                </c:pt>
                <c:pt idx="90423">
                  <c:v>5</c:v>
                </c:pt>
                <c:pt idx="90424">
                  <c:v>5</c:v>
                </c:pt>
                <c:pt idx="90425">
                  <c:v>5</c:v>
                </c:pt>
                <c:pt idx="90426">
                  <c:v>5</c:v>
                </c:pt>
                <c:pt idx="90427">
                  <c:v>5</c:v>
                </c:pt>
                <c:pt idx="90428">
                  <c:v>5</c:v>
                </c:pt>
                <c:pt idx="90429">
                  <c:v>5</c:v>
                </c:pt>
                <c:pt idx="90430">
                  <c:v>5</c:v>
                </c:pt>
                <c:pt idx="90431">
                  <c:v>5</c:v>
                </c:pt>
                <c:pt idx="90432">
                  <c:v>5</c:v>
                </c:pt>
                <c:pt idx="90433">
                  <c:v>5</c:v>
                </c:pt>
                <c:pt idx="90434">
                  <c:v>6</c:v>
                </c:pt>
                <c:pt idx="90435">
                  <c:v>5</c:v>
                </c:pt>
                <c:pt idx="90436">
                  <c:v>5</c:v>
                </c:pt>
                <c:pt idx="90437">
                  <c:v>5</c:v>
                </c:pt>
                <c:pt idx="90438">
                  <c:v>5</c:v>
                </c:pt>
                <c:pt idx="90439">
                  <c:v>5</c:v>
                </c:pt>
                <c:pt idx="90440">
                  <c:v>5</c:v>
                </c:pt>
                <c:pt idx="90441">
                  <c:v>5</c:v>
                </c:pt>
                <c:pt idx="90442">
                  <c:v>5</c:v>
                </c:pt>
                <c:pt idx="90443">
                  <c:v>5</c:v>
                </c:pt>
                <c:pt idx="90444">
                  <c:v>5</c:v>
                </c:pt>
                <c:pt idx="90445">
                  <c:v>5</c:v>
                </c:pt>
                <c:pt idx="90446">
                  <c:v>5</c:v>
                </c:pt>
                <c:pt idx="90447">
                  <c:v>5</c:v>
                </c:pt>
                <c:pt idx="90448">
                  <c:v>5</c:v>
                </c:pt>
                <c:pt idx="90449">
                  <c:v>6</c:v>
                </c:pt>
                <c:pt idx="90450">
                  <c:v>5</c:v>
                </c:pt>
                <c:pt idx="90451">
                  <c:v>5</c:v>
                </c:pt>
                <c:pt idx="90452">
                  <c:v>5</c:v>
                </c:pt>
                <c:pt idx="90453">
                  <c:v>6</c:v>
                </c:pt>
                <c:pt idx="90454">
                  <c:v>6</c:v>
                </c:pt>
                <c:pt idx="90455">
                  <c:v>2</c:v>
                </c:pt>
                <c:pt idx="90456">
                  <c:v>2</c:v>
                </c:pt>
                <c:pt idx="90457">
                  <c:v>3</c:v>
                </c:pt>
                <c:pt idx="90458">
                  <c:v>6</c:v>
                </c:pt>
                <c:pt idx="90459">
                  <c:v>5</c:v>
                </c:pt>
                <c:pt idx="90460">
                  <c:v>6</c:v>
                </c:pt>
                <c:pt idx="90461">
                  <c:v>6</c:v>
                </c:pt>
                <c:pt idx="90462">
                  <c:v>6</c:v>
                </c:pt>
                <c:pt idx="90463">
                  <c:v>2</c:v>
                </c:pt>
                <c:pt idx="90464">
                  <c:v>1</c:v>
                </c:pt>
                <c:pt idx="90465">
                  <c:v>2</c:v>
                </c:pt>
                <c:pt idx="90466">
                  <c:v>2</c:v>
                </c:pt>
                <c:pt idx="90467">
                  <c:v>3</c:v>
                </c:pt>
                <c:pt idx="90468">
                  <c:v>1</c:v>
                </c:pt>
                <c:pt idx="90469">
                  <c:v>1</c:v>
                </c:pt>
                <c:pt idx="90470">
                  <c:v>2</c:v>
                </c:pt>
                <c:pt idx="90471">
                  <c:v>2</c:v>
                </c:pt>
                <c:pt idx="90472">
                  <c:v>2</c:v>
                </c:pt>
                <c:pt idx="90473">
                  <c:v>2</c:v>
                </c:pt>
                <c:pt idx="90474">
                  <c:v>2</c:v>
                </c:pt>
                <c:pt idx="90475">
                  <c:v>2</c:v>
                </c:pt>
                <c:pt idx="90476">
                  <c:v>1</c:v>
                </c:pt>
                <c:pt idx="90477">
                  <c:v>1</c:v>
                </c:pt>
                <c:pt idx="90478">
                  <c:v>2</c:v>
                </c:pt>
                <c:pt idx="90479">
                  <c:v>2</c:v>
                </c:pt>
                <c:pt idx="90480">
                  <c:v>2</c:v>
                </c:pt>
                <c:pt idx="90481">
                  <c:v>1</c:v>
                </c:pt>
                <c:pt idx="90482">
                  <c:v>1</c:v>
                </c:pt>
                <c:pt idx="90483">
                  <c:v>4</c:v>
                </c:pt>
                <c:pt idx="90484">
                  <c:v>1</c:v>
                </c:pt>
                <c:pt idx="90485">
                  <c:v>4</c:v>
                </c:pt>
                <c:pt idx="90486">
                  <c:v>4</c:v>
                </c:pt>
                <c:pt idx="90487">
                  <c:v>4</c:v>
                </c:pt>
                <c:pt idx="90488">
                  <c:v>2</c:v>
                </c:pt>
                <c:pt idx="90489">
                  <c:v>4</c:v>
                </c:pt>
                <c:pt idx="90490">
                  <c:v>4</c:v>
                </c:pt>
                <c:pt idx="90491">
                  <c:v>2</c:v>
                </c:pt>
                <c:pt idx="90492">
                  <c:v>3</c:v>
                </c:pt>
                <c:pt idx="90493">
                  <c:v>1</c:v>
                </c:pt>
                <c:pt idx="90494">
                  <c:v>5</c:v>
                </c:pt>
                <c:pt idx="90495">
                  <c:v>2</c:v>
                </c:pt>
                <c:pt idx="90496">
                  <c:v>1</c:v>
                </c:pt>
                <c:pt idx="90497">
                  <c:v>1</c:v>
                </c:pt>
                <c:pt idx="90498">
                  <c:v>2</c:v>
                </c:pt>
                <c:pt idx="90499">
                  <c:v>1</c:v>
                </c:pt>
                <c:pt idx="90500">
                  <c:v>1</c:v>
                </c:pt>
                <c:pt idx="90501">
                  <c:v>1</c:v>
                </c:pt>
                <c:pt idx="90502">
                  <c:v>1</c:v>
                </c:pt>
                <c:pt idx="90503">
                  <c:v>2</c:v>
                </c:pt>
                <c:pt idx="90504">
                  <c:v>2</c:v>
                </c:pt>
                <c:pt idx="90505">
                  <c:v>2</c:v>
                </c:pt>
                <c:pt idx="90506">
                  <c:v>7</c:v>
                </c:pt>
                <c:pt idx="90507">
                  <c:v>2</c:v>
                </c:pt>
                <c:pt idx="90508">
                  <c:v>2</c:v>
                </c:pt>
                <c:pt idx="90509">
                  <c:v>2</c:v>
                </c:pt>
                <c:pt idx="90510">
                  <c:v>1</c:v>
                </c:pt>
                <c:pt idx="90511">
                  <c:v>2</c:v>
                </c:pt>
                <c:pt idx="90512">
                  <c:v>3</c:v>
                </c:pt>
                <c:pt idx="90513">
                  <c:v>1</c:v>
                </c:pt>
                <c:pt idx="90514">
                  <c:v>1</c:v>
                </c:pt>
                <c:pt idx="90515">
                  <c:v>2</c:v>
                </c:pt>
                <c:pt idx="90516">
                  <c:v>1</c:v>
                </c:pt>
                <c:pt idx="90517">
                  <c:v>3</c:v>
                </c:pt>
                <c:pt idx="90518">
                  <c:v>2</c:v>
                </c:pt>
                <c:pt idx="90519">
                  <c:v>3</c:v>
                </c:pt>
                <c:pt idx="90520">
                  <c:v>1</c:v>
                </c:pt>
                <c:pt idx="90521">
                  <c:v>3</c:v>
                </c:pt>
                <c:pt idx="90522">
                  <c:v>3</c:v>
                </c:pt>
                <c:pt idx="90523">
                  <c:v>5</c:v>
                </c:pt>
                <c:pt idx="90524">
                  <c:v>2</c:v>
                </c:pt>
                <c:pt idx="90525">
                  <c:v>5</c:v>
                </c:pt>
                <c:pt idx="90526">
                  <c:v>-5</c:v>
                </c:pt>
                <c:pt idx="90527">
                  <c:v>5</c:v>
                </c:pt>
                <c:pt idx="90528">
                  <c:v>2</c:v>
                </c:pt>
                <c:pt idx="90529">
                  <c:v>2</c:v>
                </c:pt>
                <c:pt idx="90530">
                  <c:v>1</c:v>
                </c:pt>
                <c:pt idx="90531">
                  <c:v>1</c:v>
                </c:pt>
                <c:pt idx="90532">
                  <c:v>1</c:v>
                </c:pt>
                <c:pt idx="90533">
                  <c:v>1</c:v>
                </c:pt>
                <c:pt idx="90534">
                  <c:v>2</c:v>
                </c:pt>
                <c:pt idx="90535">
                  <c:v>2</c:v>
                </c:pt>
                <c:pt idx="90536">
                  <c:v>2</c:v>
                </c:pt>
                <c:pt idx="90537">
                  <c:v>1</c:v>
                </c:pt>
                <c:pt idx="90538">
                  <c:v>1</c:v>
                </c:pt>
                <c:pt idx="90539">
                  <c:v>1</c:v>
                </c:pt>
                <c:pt idx="90540">
                  <c:v>1</c:v>
                </c:pt>
                <c:pt idx="90541">
                  <c:v>1</c:v>
                </c:pt>
                <c:pt idx="90542">
                  <c:v>1</c:v>
                </c:pt>
                <c:pt idx="90543">
                  <c:v>2</c:v>
                </c:pt>
                <c:pt idx="90544">
                  <c:v>2</c:v>
                </c:pt>
                <c:pt idx="90545">
                  <c:v>1</c:v>
                </c:pt>
                <c:pt idx="90546">
                  <c:v>2</c:v>
                </c:pt>
                <c:pt idx="90547">
                  <c:v>1</c:v>
                </c:pt>
                <c:pt idx="90548">
                  <c:v>1</c:v>
                </c:pt>
                <c:pt idx="90549">
                  <c:v>1</c:v>
                </c:pt>
                <c:pt idx="90550">
                  <c:v>1</c:v>
                </c:pt>
                <c:pt idx="90551">
                  <c:v>1</c:v>
                </c:pt>
                <c:pt idx="90552">
                  <c:v>1</c:v>
                </c:pt>
                <c:pt idx="90553">
                  <c:v>1</c:v>
                </c:pt>
                <c:pt idx="90554">
                  <c:v>1</c:v>
                </c:pt>
                <c:pt idx="90555">
                  <c:v>1</c:v>
                </c:pt>
                <c:pt idx="90556">
                  <c:v>1</c:v>
                </c:pt>
                <c:pt idx="90557">
                  <c:v>1</c:v>
                </c:pt>
                <c:pt idx="90558">
                  <c:v>1</c:v>
                </c:pt>
                <c:pt idx="90559">
                  <c:v>1</c:v>
                </c:pt>
                <c:pt idx="90560">
                  <c:v>1</c:v>
                </c:pt>
                <c:pt idx="90561">
                  <c:v>2</c:v>
                </c:pt>
                <c:pt idx="90562">
                  <c:v>3</c:v>
                </c:pt>
                <c:pt idx="90563">
                  <c:v>3</c:v>
                </c:pt>
                <c:pt idx="90564">
                  <c:v>3</c:v>
                </c:pt>
                <c:pt idx="90565">
                  <c:v>3</c:v>
                </c:pt>
                <c:pt idx="90566">
                  <c:v>2</c:v>
                </c:pt>
                <c:pt idx="90567">
                  <c:v>2</c:v>
                </c:pt>
                <c:pt idx="90568">
                  <c:v>2</c:v>
                </c:pt>
                <c:pt idx="90569">
                  <c:v>2</c:v>
                </c:pt>
                <c:pt idx="90570">
                  <c:v>4</c:v>
                </c:pt>
                <c:pt idx="90571">
                  <c:v>2</c:v>
                </c:pt>
                <c:pt idx="90572">
                  <c:v>3</c:v>
                </c:pt>
                <c:pt idx="90573">
                  <c:v>3</c:v>
                </c:pt>
                <c:pt idx="90574">
                  <c:v>2</c:v>
                </c:pt>
                <c:pt idx="90575">
                  <c:v>4</c:v>
                </c:pt>
                <c:pt idx="90576">
                  <c:v>4</c:v>
                </c:pt>
                <c:pt idx="90577">
                  <c:v>2</c:v>
                </c:pt>
                <c:pt idx="90578">
                  <c:v>4</c:v>
                </c:pt>
                <c:pt idx="90579">
                  <c:v>6</c:v>
                </c:pt>
                <c:pt idx="90580">
                  <c:v>5</c:v>
                </c:pt>
                <c:pt idx="90581">
                  <c:v>5</c:v>
                </c:pt>
                <c:pt idx="90582">
                  <c:v>2</c:v>
                </c:pt>
                <c:pt idx="90583">
                  <c:v>2</c:v>
                </c:pt>
                <c:pt idx="90584">
                  <c:v>4</c:v>
                </c:pt>
                <c:pt idx="90585">
                  <c:v>2</c:v>
                </c:pt>
                <c:pt idx="90586">
                  <c:v>2</c:v>
                </c:pt>
                <c:pt idx="90587">
                  <c:v>3</c:v>
                </c:pt>
                <c:pt idx="90588">
                  <c:v>3</c:v>
                </c:pt>
                <c:pt idx="90589">
                  <c:v>2</c:v>
                </c:pt>
                <c:pt idx="90590">
                  <c:v>4</c:v>
                </c:pt>
                <c:pt idx="90591">
                  <c:v>2</c:v>
                </c:pt>
                <c:pt idx="90592">
                  <c:v>2</c:v>
                </c:pt>
                <c:pt idx="90593">
                  <c:v>3</c:v>
                </c:pt>
                <c:pt idx="90594">
                  <c:v>3</c:v>
                </c:pt>
                <c:pt idx="90595">
                  <c:v>2</c:v>
                </c:pt>
                <c:pt idx="90596">
                  <c:v>3</c:v>
                </c:pt>
                <c:pt idx="90597">
                  <c:v>4</c:v>
                </c:pt>
                <c:pt idx="90598">
                  <c:v>4</c:v>
                </c:pt>
                <c:pt idx="90599">
                  <c:v>4</c:v>
                </c:pt>
                <c:pt idx="90600">
                  <c:v>2</c:v>
                </c:pt>
                <c:pt idx="90601">
                  <c:v>4</c:v>
                </c:pt>
                <c:pt idx="90602">
                  <c:v>4</c:v>
                </c:pt>
                <c:pt idx="90603">
                  <c:v>4</c:v>
                </c:pt>
                <c:pt idx="90604">
                  <c:v>5</c:v>
                </c:pt>
                <c:pt idx="90605">
                  <c:v>3</c:v>
                </c:pt>
                <c:pt idx="90606">
                  <c:v>3</c:v>
                </c:pt>
                <c:pt idx="90607">
                  <c:v>2</c:v>
                </c:pt>
                <c:pt idx="90608">
                  <c:v>2</c:v>
                </c:pt>
                <c:pt idx="90609">
                  <c:v>3</c:v>
                </c:pt>
                <c:pt idx="90610">
                  <c:v>3</c:v>
                </c:pt>
                <c:pt idx="90611">
                  <c:v>7</c:v>
                </c:pt>
                <c:pt idx="90612">
                  <c:v>3</c:v>
                </c:pt>
                <c:pt idx="90613">
                  <c:v>7</c:v>
                </c:pt>
                <c:pt idx="90614">
                  <c:v>2</c:v>
                </c:pt>
                <c:pt idx="90615">
                  <c:v>2</c:v>
                </c:pt>
                <c:pt idx="90616">
                  <c:v>1</c:v>
                </c:pt>
                <c:pt idx="90617">
                  <c:v>1</c:v>
                </c:pt>
                <c:pt idx="90618">
                  <c:v>1</c:v>
                </c:pt>
                <c:pt idx="90619">
                  <c:v>2</c:v>
                </c:pt>
                <c:pt idx="90620">
                  <c:v>2</c:v>
                </c:pt>
                <c:pt idx="90621">
                  <c:v>8</c:v>
                </c:pt>
                <c:pt idx="90622">
                  <c:v>4</c:v>
                </c:pt>
                <c:pt idx="90623">
                  <c:v>2</c:v>
                </c:pt>
                <c:pt idx="90624">
                  <c:v>2</c:v>
                </c:pt>
                <c:pt idx="90625">
                  <c:v>2</c:v>
                </c:pt>
                <c:pt idx="90626">
                  <c:v>2</c:v>
                </c:pt>
                <c:pt idx="90627">
                  <c:v>2</c:v>
                </c:pt>
                <c:pt idx="90628">
                  <c:v>2</c:v>
                </c:pt>
                <c:pt idx="90629">
                  <c:v>2</c:v>
                </c:pt>
                <c:pt idx="90630">
                  <c:v>2</c:v>
                </c:pt>
                <c:pt idx="90631">
                  <c:v>2</c:v>
                </c:pt>
                <c:pt idx="90632">
                  <c:v>6</c:v>
                </c:pt>
                <c:pt idx="90633">
                  <c:v>3</c:v>
                </c:pt>
                <c:pt idx="90634">
                  <c:v>4</c:v>
                </c:pt>
                <c:pt idx="90635">
                  <c:v>5</c:v>
                </c:pt>
                <c:pt idx="90636">
                  <c:v>3</c:v>
                </c:pt>
                <c:pt idx="90637">
                  <c:v>4</c:v>
                </c:pt>
                <c:pt idx="90638">
                  <c:v>2</c:v>
                </c:pt>
                <c:pt idx="90639">
                  <c:v>2</c:v>
                </c:pt>
                <c:pt idx="90640">
                  <c:v>2</c:v>
                </c:pt>
                <c:pt idx="90641">
                  <c:v>2</c:v>
                </c:pt>
                <c:pt idx="90642">
                  <c:v>2</c:v>
                </c:pt>
                <c:pt idx="90643">
                  <c:v>1</c:v>
                </c:pt>
                <c:pt idx="90644">
                  <c:v>5</c:v>
                </c:pt>
                <c:pt idx="90645">
                  <c:v>4</c:v>
                </c:pt>
                <c:pt idx="90646">
                  <c:v>5</c:v>
                </c:pt>
                <c:pt idx="90647">
                  <c:v>1</c:v>
                </c:pt>
                <c:pt idx="90648">
                  <c:v>5</c:v>
                </c:pt>
                <c:pt idx="90649">
                  <c:v>5</c:v>
                </c:pt>
                <c:pt idx="90650">
                  <c:v>6</c:v>
                </c:pt>
                <c:pt idx="90651">
                  <c:v>2</c:v>
                </c:pt>
                <c:pt idx="90652">
                  <c:v>4</c:v>
                </c:pt>
                <c:pt idx="90653">
                  <c:v>4</c:v>
                </c:pt>
                <c:pt idx="90654">
                  <c:v>4</c:v>
                </c:pt>
                <c:pt idx="90655">
                  <c:v>2</c:v>
                </c:pt>
                <c:pt idx="90656">
                  <c:v>1</c:v>
                </c:pt>
                <c:pt idx="90657">
                  <c:v>5</c:v>
                </c:pt>
                <c:pt idx="90658">
                  <c:v>2</c:v>
                </c:pt>
                <c:pt idx="90659">
                  <c:v>2</c:v>
                </c:pt>
                <c:pt idx="90660">
                  <c:v>1</c:v>
                </c:pt>
                <c:pt idx="90661">
                  <c:v>1</c:v>
                </c:pt>
                <c:pt idx="90662">
                  <c:v>2</c:v>
                </c:pt>
                <c:pt idx="90663">
                  <c:v>1</c:v>
                </c:pt>
                <c:pt idx="90664">
                  <c:v>1</c:v>
                </c:pt>
                <c:pt idx="90665">
                  <c:v>5</c:v>
                </c:pt>
                <c:pt idx="90666">
                  <c:v>5</c:v>
                </c:pt>
                <c:pt idx="90667">
                  <c:v>1</c:v>
                </c:pt>
                <c:pt idx="90668">
                  <c:v>2</c:v>
                </c:pt>
                <c:pt idx="90669">
                  <c:v>4</c:v>
                </c:pt>
                <c:pt idx="90670">
                  <c:v>3</c:v>
                </c:pt>
                <c:pt idx="90671">
                  <c:v>2</c:v>
                </c:pt>
                <c:pt idx="90672">
                  <c:v>3</c:v>
                </c:pt>
                <c:pt idx="90673">
                  <c:v>2</c:v>
                </c:pt>
                <c:pt idx="90674">
                  <c:v>4</c:v>
                </c:pt>
                <c:pt idx="90675">
                  <c:v>2</c:v>
                </c:pt>
                <c:pt idx="90676">
                  <c:v>4</c:v>
                </c:pt>
                <c:pt idx="90677">
                  <c:v>5</c:v>
                </c:pt>
                <c:pt idx="90678">
                  <c:v>2</c:v>
                </c:pt>
                <c:pt idx="90679">
                  <c:v>7</c:v>
                </c:pt>
                <c:pt idx="90680">
                  <c:v>7</c:v>
                </c:pt>
                <c:pt idx="90681">
                  <c:v>6</c:v>
                </c:pt>
                <c:pt idx="90682">
                  <c:v>2</c:v>
                </c:pt>
                <c:pt idx="90683">
                  <c:v>2</c:v>
                </c:pt>
                <c:pt idx="90684">
                  <c:v>2</c:v>
                </c:pt>
                <c:pt idx="90685">
                  <c:v>1</c:v>
                </c:pt>
                <c:pt idx="90686">
                  <c:v>2</c:v>
                </c:pt>
                <c:pt idx="90687">
                  <c:v>2</c:v>
                </c:pt>
                <c:pt idx="90688">
                  <c:v>2</c:v>
                </c:pt>
                <c:pt idx="90689">
                  <c:v>2</c:v>
                </c:pt>
                <c:pt idx="90690">
                  <c:v>3</c:v>
                </c:pt>
                <c:pt idx="90691">
                  <c:v>2</c:v>
                </c:pt>
                <c:pt idx="90692">
                  <c:v>2</c:v>
                </c:pt>
                <c:pt idx="90693">
                  <c:v>2</c:v>
                </c:pt>
                <c:pt idx="90694">
                  <c:v>2</c:v>
                </c:pt>
                <c:pt idx="90695">
                  <c:v>2</c:v>
                </c:pt>
                <c:pt idx="90696">
                  <c:v>3</c:v>
                </c:pt>
                <c:pt idx="90697">
                  <c:v>6</c:v>
                </c:pt>
                <c:pt idx="90698">
                  <c:v>3</c:v>
                </c:pt>
                <c:pt idx="90699">
                  <c:v>2</c:v>
                </c:pt>
                <c:pt idx="90700">
                  <c:v>4</c:v>
                </c:pt>
                <c:pt idx="90701">
                  <c:v>3</c:v>
                </c:pt>
                <c:pt idx="90702">
                  <c:v>3</c:v>
                </c:pt>
                <c:pt idx="90703">
                  <c:v>1</c:v>
                </c:pt>
                <c:pt idx="90704">
                  <c:v>2</c:v>
                </c:pt>
                <c:pt idx="90705">
                  <c:v>4</c:v>
                </c:pt>
                <c:pt idx="90706">
                  <c:v>4</c:v>
                </c:pt>
                <c:pt idx="90707">
                  <c:v>4</c:v>
                </c:pt>
                <c:pt idx="90708">
                  <c:v>4</c:v>
                </c:pt>
                <c:pt idx="90709">
                  <c:v>4</c:v>
                </c:pt>
                <c:pt idx="90710">
                  <c:v>5</c:v>
                </c:pt>
                <c:pt idx="90711">
                  <c:v>6</c:v>
                </c:pt>
                <c:pt idx="90712">
                  <c:v>-1</c:v>
                </c:pt>
                <c:pt idx="90713">
                  <c:v>4</c:v>
                </c:pt>
                <c:pt idx="90714">
                  <c:v>5</c:v>
                </c:pt>
                <c:pt idx="90715">
                  <c:v>1</c:v>
                </c:pt>
                <c:pt idx="90716">
                  <c:v>1</c:v>
                </c:pt>
                <c:pt idx="90717">
                  <c:v>5</c:v>
                </c:pt>
                <c:pt idx="90718">
                  <c:v>5</c:v>
                </c:pt>
                <c:pt idx="90719">
                  <c:v>5</c:v>
                </c:pt>
                <c:pt idx="90720">
                  <c:v>5</c:v>
                </c:pt>
                <c:pt idx="90721">
                  <c:v>5</c:v>
                </c:pt>
                <c:pt idx="90722">
                  <c:v>1</c:v>
                </c:pt>
                <c:pt idx="90723">
                  <c:v>1</c:v>
                </c:pt>
                <c:pt idx="90724">
                  <c:v>1</c:v>
                </c:pt>
                <c:pt idx="90725">
                  <c:v>3</c:v>
                </c:pt>
                <c:pt idx="90726">
                  <c:v>1</c:v>
                </c:pt>
                <c:pt idx="90727">
                  <c:v>3</c:v>
                </c:pt>
                <c:pt idx="90728">
                  <c:v>3</c:v>
                </c:pt>
                <c:pt idx="90729">
                  <c:v>4</c:v>
                </c:pt>
                <c:pt idx="90730">
                  <c:v>1</c:v>
                </c:pt>
                <c:pt idx="90731">
                  <c:v>2</c:v>
                </c:pt>
                <c:pt idx="90732">
                  <c:v>4</c:v>
                </c:pt>
                <c:pt idx="90733">
                  <c:v>2</c:v>
                </c:pt>
                <c:pt idx="90734">
                  <c:v>1</c:v>
                </c:pt>
                <c:pt idx="90735">
                  <c:v>1</c:v>
                </c:pt>
                <c:pt idx="90736">
                  <c:v>1</c:v>
                </c:pt>
                <c:pt idx="90737">
                  <c:v>1</c:v>
                </c:pt>
                <c:pt idx="90738">
                  <c:v>4</c:v>
                </c:pt>
                <c:pt idx="90739">
                  <c:v>1</c:v>
                </c:pt>
                <c:pt idx="90740">
                  <c:v>1</c:v>
                </c:pt>
                <c:pt idx="90741">
                  <c:v>4</c:v>
                </c:pt>
                <c:pt idx="90742">
                  <c:v>0</c:v>
                </c:pt>
                <c:pt idx="90743">
                  <c:v>2</c:v>
                </c:pt>
                <c:pt idx="90744">
                  <c:v>2</c:v>
                </c:pt>
                <c:pt idx="90745">
                  <c:v>2</c:v>
                </c:pt>
                <c:pt idx="90746">
                  <c:v>2</c:v>
                </c:pt>
                <c:pt idx="90747">
                  <c:v>1</c:v>
                </c:pt>
                <c:pt idx="90748">
                  <c:v>0</c:v>
                </c:pt>
                <c:pt idx="90749">
                  <c:v>1</c:v>
                </c:pt>
                <c:pt idx="90750">
                  <c:v>2</c:v>
                </c:pt>
                <c:pt idx="90751">
                  <c:v>4</c:v>
                </c:pt>
                <c:pt idx="90752">
                  <c:v>2</c:v>
                </c:pt>
                <c:pt idx="90753">
                  <c:v>4</c:v>
                </c:pt>
                <c:pt idx="90754">
                  <c:v>4</c:v>
                </c:pt>
                <c:pt idx="90755">
                  <c:v>6</c:v>
                </c:pt>
                <c:pt idx="90756">
                  <c:v>4</c:v>
                </c:pt>
                <c:pt idx="90757">
                  <c:v>2</c:v>
                </c:pt>
                <c:pt idx="90758">
                  <c:v>1</c:v>
                </c:pt>
                <c:pt idx="90759">
                  <c:v>1</c:v>
                </c:pt>
                <c:pt idx="90760">
                  <c:v>1</c:v>
                </c:pt>
                <c:pt idx="90761">
                  <c:v>5</c:v>
                </c:pt>
                <c:pt idx="90762">
                  <c:v>2</c:v>
                </c:pt>
                <c:pt idx="90763">
                  <c:v>3</c:v>
                </c:pt>
                <c:pt idx="90764">
                  <c:v>4</c:v>
                </c:pt>
                <c:pt idx="90765">
                  <c:v>1</c:v>
                </c:pt>
                <c:pt idx="90766">
                  <c:v>2</c:v>
                </c:pt>
                <c:pt idx="90767">
                  <c:v>1</c:v>
                </c:pt>
                <c:pt idx="90768">
                  <c:v>4</c:v>
                </c:pt>
                <c:pt idx="90769">
                  <c:v>4</c:v>
                </c:pt>
                <c:pt idx="90770">
                  <c:v>-4</c:v>
                </c:pt>
                <c:pt idx="90771">
                  <c:v>4</c:v>
                </c:pt>
                <c:pt idx="90772">
                  <c:v>6</c:v>
                </c:pt>
                <c:pt idx="90773">
                  <c:v>1</c:v>
                </c:pt>
                <c:pt idx="90774">
                  <c:v>1</c:v>
                </c:pt>
                <c:pt idx="90775">
                  <c:v>1</c:v>
                </c:pt>
                <c:pt idx="90776">
                  <c:v>1</c:v>
                </c:pt>
                <c:pt idx="90777">
                  <c:v>1</c:v>
                </c:pt>
                <c:pt idx="90778">
                  <c:v>1</c:v>
                </c:pt>
                <c:pt idx="90779">
                  <c:v>1</c:v>
                </c:pt>
                <c:pt idx="90780">
                  <c:v>2</c:v>
                </c:pt>
                <c:pt idx="90781">
                  <c:v>1</c:v>
                </c:pt>
                <c:pt idx="90782">
                  <c:v>2</c:v>
                </c:pt>
                <c:pt idx="90783">
                  <c:v>3</c:v>
                </c:pt>
                <c:pt idx="90784">
                  <c:v>1</c:v>
                </c:pt>
                <c:pt idx="90785">
                  <c:v>3</c:v>
                </c:pt>
                <c:pt idx="90786">
                  <c:v>5</c:v>
                </c:pt>
                <c:pt idx="90787">
                  <c:v>7</c:v>
                </c:pt>
                <c:pt idx="90788">
                  <c:v>6</c:v>
                </c:pt>
                <c:pt idx="90789">
                  <c:v>2</c:v>
                </c:pt>
                <c:pt idx="90790">
                  <c:v>5</c:v>
                </c:pt>
                <c:pt idx="90791">
                  <c:v>2</c:v>
                </c:pt>
                <c:pt idx="90792">
                  <c:v>2</c:v>
                </c:pt>
                <c:pt idx="90793">
                  <c:v>2</c:v>
                </c:pt>
                <c:pt idx="90794">
                  <c:v>2</c:v>
                </c:pt>
                <c:pt idx="90795">
                  <c:v>2</c:v>
                </c:pt>
                <c:pt idx="90796">
                  <c:v>4</c:v>
                </c:pt>
                <c:pt idx="90797">
                  <c:v>1</c:v>
                </c:pt>
                <c:pt idx="90798">
                  <c:v>1</c:v>
                </c:pt>
                <c:pt idx="90799">
                  <c:v>1</c:v>
                </c:pt>
                <c:pt idx="90800">
                  <c:v>1</c:v>
                </c:pt>
                <c:pt idx="90801">
                  <c:v>2</c:v>
                </c:pt>
                <c:pt idx="90802">
                  <c:v>2</c:v>
                </c:pt>
                <c:pt idx="90803">
                  <c:v>4</c:v>
                </c:pt>
                <c:pt idx="90804">
                  <c:v>4</c:v>
                </c:pt>
                <c:pt idx="90805">
                  <c:v>3</c:v>
                </c:pt>
                <c:pt idx="90806">
                  <c:v>3</c:v>
                </c:pt>
                <c:pt idx="90807">
                  <c:v>2</c:v>
                </c:pt>
                <c:pt idx="90808">
                  <c:v>2</c:v>
                </c:pt>
                <c:pt idx="90809">
                  <c:v>2</c:v>
                </c:pt>
                <c:pt idx="90810">
                  <c:v>2</c:v>
                </c:pt>
                <c:pt idx="90811">
                  <c:v>4</c:v>
                </c:pt>
                <c:pt idx="90812">
                  <c:v>3</c:v>
                </c:pt>
                <c:pt idx="90813">
                  <c:v>1</c:v>
                </c:pt>
                <c:pt idx="90814">
                  <c:v>2</c:v>
                </c:pt>
                <c:pt idx="90815">
                  <c:v>2</c:v>
                </c:pt>
                <c:pt idx="90816">
                  <c:v>3</c:v>
                </c:pt>
                <c:pt idx="90817">
                  <c:v>1</c:v>
                </c:pt>
                <c:pt idx="90818">
                  <c:v>2</c:v>
                </c:pt>
                <c:pt idx="90819">
                  <c:v>1</c:v>
                </c:pt>
                <c:pt idx="90820">
                  <c:v>2</c:v>
                </c:pt>
                <c:pt idx="90821">
                  <c:v>1</c:v>
                </c:pt>
                <c:pt idx="90822">
                  <c:v>5</c:v>
                </c:pt>
                <c:pt idx="90823">
                  <c:v>5</c:v>
                </c:pt>
                <c:pt idx="90824">
                  <c:v>6</c:v>
                </c:pt>
                <c:pt idx="90825">
                  <c:v>6</c:v>
                </c:pt>
                <c:pt idx="90826">
                  <c:v>8</c:v>
                </c:pt>
                <c:pt idx="90827">
                  <c:v>5</c:v>
                </c:pt>
                <c:pt idx="90828">
                  <c:v>1</c:v>
                </c:pt>
                <c:pt idx="90829">
                  <c:v>2</c:v>
                </c:pt>
                <c:pt idx="90830">
                  <c:v>1</c:v>
                </c:pt>
                <c:pt idx="90831">
                  <c:v>3</c:v>
                </c:pt>
                <c:pt idx="90832">
                  <c:v>1</c:v>
                </c:pt>
                <c:pt idx="90833">
                  <c:v>3</c:v>
                </c:pt>
                <c:pt idx="90834">
                  <c:v>2</c:v>
                </c:pt>
                <c:pt idx="90835">
                  <c:v>1</c:v>
                </c:pt>
                <c:pt idx="90836">
                  <c:v>3</c:v>
                </c:pt>
                <c:pt idx="90837">
                  <c:v>2</c:v>
                </c:pt>
                <c:pt idx="90838">
                  <c:v>2</c:v>
                </c:pt>
                <c:pt idx="90839">
                  <c:v>2</c:v>
                </c:pt>
                <c:pt idx="90840">
                  <c:v>4</c:v>
                </c:pt>
                <c:pt idx="90841">
                  <c:v>8</c:v>
                </c:pt>
                <c:pt idx="90842">
                  <c:v>1</c:v>
                </c:pt>
                <c:pt idx="90843">
                  <c:v>1</c:v>
                </c:pt>
                <c:pt idx="90844">
                  <c:v>1</c:v>
                </c:pt>
                <c:pt idx="90845">
                  <c:v>1</c:v>
                </c:pt>
                <c:pt idx="90846">
                  <c:v>2</c:v>
                </c:pt>
                <c:pt idx="90847">
                  <c:v>1</c:v>
                </c:pt>
                <c:pt idx="90848">
                  <c:v>1</c:v>
                </c:pt>
                <c:pt idx="90849">
                  <c:v>1</c:v>
                </c:pt>
                <c:pt idx="90850">
                  <c:v>2</c:v>
                </c:pt>
                <c:pt idx="90851">
                  <c:v>2</c:v>
                </c:pt>
                <c:pt idx="90852">
                  <c:v>2</c:v>
                </c:pt>
                <c:pt idx="90853">
                  <c:v>2</c:v>
                </c:pt>
                <c:pt idx="90854">
                  <c:v>2</c:v>
                </c:pt>
                <c:pt idx="90855">
                  <c:v>3</c:v>
                </c:pt>
                <c:pt idx="90856">
                  <c:v>2</c:v>
                </c:pt>
                <c:pt idx="90857">
                  <c:v>1</c:v>
                </c:pt>
                <c:pt idx="90858">
                  <c:v>2</c:v>
                </c:pt>
                <c:pt idx="90859">
                  <c:v>4</c:v>
                </c:pt>
                <c:pt idx="90860">
                  <c:v>2</c:v>
                </c:pt>
                <c:pt idx="90861">
                  <c:v>2</c:v>
                </c:pt>
                <c:pt idx="90862">
                  <c:v>6</c:v>
                </c:pt>
                <c:pt idx="90863">
                  <c:v>2</c:v>
                </c:pt>
                <c:pt idx="90864">
                  <c:v>3</c:v>
                </c:pt>
                <c:pt idx="90865">
                  <c:v>2</c:v>
                </c:pt>
                <c:pt idx="90866">
                  <c:v>2</c:v>
                </c:pt>
                <c:pt idx="90867">
                  <c:v>2</c:v>
                </c:pt>
                <c:pt idx="90868">
                  <c:v>2</c:v>
                </c:pt>
                <c:pt idx="90869">
                  <c:v>2</c:v>
                </c:pt>
                <c:pt idx="90870">
                  <c:v>4</c:v>
                </c:pt>
                <c:pt idx="90871">
                  <c:v>2</c:v>
                </c:pt>
                <c:pt idx="90872">
                  <c:v>1</c:v>
                </c:pt>
                <c:pt idx="90873">
                  <c:v>1</c:v>
                </c:pt>
                <c:pt idx="90874">
                  <c:v>1</c:v>
                </c:pt>
                <c:pt idx="90875">
                  <c:v>2</c:v>
                </c:pt>
                <c:pt idx="90876">
                  <c:v>2</c:v>
                </c:pt>
                <c:pt idx="90877">
                  <c:v>1</c:v>
                </c:pt>
                <c:pt idx="90878">
                  <c:v>5</c:v>
                </c:pt>
                <c:pt idx="90879">
                  <c:v>6</c:v>
                </c:pt>
                <c:pt idx="90880">
                  <c:v>5</c:v>
                </c:pt>
                <c:pt idx="90881">
                  <c:v>1</c:v>
                </c:pt>
                <c:pt idx="90882">
                  <c:v>2</c:v>
                </c:pt>
                <c:pt idx="90883">
                  <c:v>2</c:v>
                </c:pt>
                <c:pt idx="90884">
                  <c:v>2</c:v>
                </c:pt>
                <c:pt idx="90885">
                  <c:v>1</c:v>
                </c:pt>
                <c:pt idx="90886">
                  <c:v>3</c:v>
                </c:pt>
                <c:pt idx="90887">
                  <c:v>2</c:v>
                </c:pt>
                <c:pt idx="90888">
                  <c:v>2</c:v>
                </c:pt>
                <c:pt idx="90889">
                  <c:v>2</c:v>
                </c:pt>
                <c:pt idx="90890">
                  <c:v>2</c:v>
                </c:pt>
                <c:pt idx="90891">
                  <c:v>4</c:v>
                </c:pt>
                <c:pt idx="90892">
                  <c:v>3</c:v>
                </c:pt>
                <c:pt idx="90893">
                  <c:v>4</c:v>
                </c:pt>
                <c:pt idx="90894">
                  <c:v>2</c:v>
                </c:pt>
                <c:pt idx="90895">
                  <c:v>4</c:v>
                </c:pt>
                <c:pt idx="90896">
                  <c:v>2</c:v>
                </c:pt>
                <c:pt idx="90897">
                  <c:v>2</c:v>
                </c:pt>
                <c:pt idx="90898">
                  <c:v>3</c:v>
                </c:pt>
                <c:pt idx="90899">
                  <c:v>2</c:v>
                </c:pt>
                <c:pt idx="90900">
                  <c:v>1</c:v>
                </c:pt>
                <c:pt idx="90901">
                  <c:v>3</c:v>
                </c:pt>
                <c:pt idx="90902">
                  <c:v>3</c:v>
                </c:pt>
                <c:pt idx="90903">
                  <c:v>3</c:v>
                </c:pt>
                <c:pt idx="90904">
                  <c:v>3</c:v>
                </c:pt>
                <c:pt idx="90905">
                  <c:v>2</c:v>
                </c:pt>
                <c:pt idx="90906">
                  <c:v>3</c:v>
                </c:pt>
                <c:pt idx="90907">
                  <c:v>5</c:v>
                </c:pt>
                <c:pt idx="90908">
                  <c:v>2</c:v>
                </c:pt>
                <c:pt idx="90909">
                  <c:v>3</c:v>
                </c:pt>
                <c:pt idx="90910">
                  <c:v>4</c:v>
                </c:pt>
                <c:pt idx="90911">
                  <c:v>4</c:v>
                </c:pt>
                <c:pt idx="90912">
                  <c:v>5</c:v>
                </c:pt>
                <c:pt idx="90913">
                  <c:v>1</c:v>
                </c:pt>
                <c:pt idx="90914">
                  <c:v>1</c:v>
                </c:pt>
                <c:pt idx="90915">
                  <c:v>2</c:v>
                </c:pt>
                <c:pt idx="90916">
                  <c:v>1</c:v>
                </c:pt>
                <c:pt idx="90917">
                  <c:v>2</c:v>
                </c:pt>
                <c:pt idx="90918">
                  <c:v>1</c:v>
                </c:pt>
                <c:pt idx="90919">
                  <c:v>4</c:v>
                </c:pt>
                <c:pt idx="90920">
                  <c:v>4</c:v>
                </c:pt>
                <c:pt idx="90921">
                  <c:v>8</c:v>
                </c:pt>
                <c:pt idx="90922">
                  <c:v>4</c:v>
                </c:pt>
                <c:pt idx="90923">
                  <c:v>6</c:v>
                </c:pt>
                <c:pt idx="90924">
                  <c:v>3</c:v>
                </c:pt>
                <c:pt idx="90925">
                  <c:v>3</c:v>
                </c:pt>
                <c:pt idx="90926">
                  <c:v>1</c:v>
                </c:pt>
                <c:pt idx="90927">
                  <c:v>2</c:v>
                </c:pt>
                <c:pt idx="90928">
                  <c:v>1</c:v>
                </c:pt>
                <c:pt idx="90929">
                  <c:v>1</c:v>
                </c:pt>
                <c:pt idx="90930">
                  <c:v>3</c:v>
                </c:pt>
                <c:pt idx="90931">
                  <c:v>3</c:v>
                </c:pt>
                <c:pt idx="90932">
                  <c:v>1</c:v>
                </c:pt>
                <c:pt idx="90933">
                  <c:v>3</c:v>
                </c:pt>
                <c:pt idx="90934">
                  <c:v>2</c:v>
                </c:pt>
                <c:pt idx="90935">
                  <c:v>3</c:v>
                </c:pt>
                <c:pt idx="90936">
                  <c:v>2</c:v>
                </c:pt>
                <c:pt idx="90937">
                  <c:v>1</c:v>
                </c:pt>
                <c:pt idx="90938">
                  <c:v>2</c:v>
                </c:pt>
                <c:pt idx="90939">
                  <c:v>2</c:v>
                </c:pt>
                <c:pt idx="90940">
                  <c:v>2</c:v>
                </c:pt>
                <c:pt idx="90941">
                  <c:v>2</c:v>
                </c:pt>
                <c:pt idx="90942">
                  <c:v>2</c:v>
                </c:pt>
                <c:pt idx="90943">
                  <c:v>2</c:v>
                </c:pt>
                <c:pt idx="90944">
                  <c:v>2</c:v>
                </c:pt>
                <c:pt idx="90945">
                  <c:v>2</c:v>
                </c:pt>
                <c:pt idx="90946">
                  <c:v>5</c:v>
                </c:pt>
                <c:pt idx="90947">
                  <c:v>5</c:v>
                </c:pt>
                <c:pt idx="90948">
                  <c:v>2</c:v>
                </c:pt>
                <c:pt idx="90949">
                  <c:v>1</c:v>
                </c:pt>
                <c:pt idx="90950">
                  <c:v>4</c:v>
                </c:pt>
                <c:pt idx="90951">
                  <c:v>2</c:v>
                </c:pt>
                <c:pt idx="90952">
                  <c:v>2</c:v>
                </c:pt>
                <c:pt idx="90953">
                  <c:v>2</c:v>
                </c:pt>
                <c:pt idx="90954">
                  <c:v>3</c:v>
                </c:pt>
                <c:pt idx="90955">
                  <c:v>3</c:v>
                </c:pt>
                <c:pt idx="90956">
                  <c:v>3</c:v>
                </c:pt>
                <c:pt idx="90957">
                  <c:v>2</c:v>
                </c:pt>
                <c:pt idx="90958">
                  <c:v>1</c:v>
                </c:pt>
                <c:pt idx="90959">
                  <c:v>1</c:v>
                </c:pt>
                <c:pt idx="90960">
                  <c:v>1</c:v>
                </c:pt>
                <c:pt idx="90961">
                  <c:v>2</c:v>
                </c:pt>
                <c:pt idx="90962">
                  <c:v>2</c:v>
                </c:pt>
                <c:pt idx="90963">
                  <c:v>1</c:v>
                </c:pt>
                <c:pt idx="90964">
                  <c:v>1</c:v>
                </c:pt>
                <c:pt idx="90965">
                  <c:v>3</c:v>
                </c:pt>
                <c:pt idx="90966">
                  <c:v>3</c:v>
                </c:pt>
                <c:pt idx="90967">
                  <c:v>3</c:v>
                </c:pt>
                <c:pt idx="90968">
                  <c:v>3</c:v>
                </c:pt>
                <c:pt idx="90969">
                  <c:v>1</c:v>
                </c:pt>
                <c:pt idx="90970">
                  <c:v>1</c:v>
                </c:pt>
                <c:pt idx="90971">
                  <c:v>1</c:v>
                </c:pt>
                <c:pt idx="90972">
                  <c:v>1</c:v>
                </c:pt>
                <c:pt idx="90973">
                  <c:v>1</c:v>
                </c:pt>
                <c:pt idx="90974">
                  <c:v>1</c:v>
                </c:pt>
                <c:pt idx="90975">
                  <c:v>2</c:v>
                </c:pt>
                <c:pt idx="90976">
                  <c:v>2</c:v>
                </c:pt>
                <c:pt idx="90977">
                  <c:v>5</c:v>
                </c:pt>
                <c:pt idx="90978">
                  <c:v>2</c:v>
                </c:pt>
                <c:pt idx="90979">
                  <c:v>2</c:v>
                </c:pt>
                <c:pt idx="90980">
                  <c:v>6</c:v>
                </c:pt>
                <c:pt idx="90981">
                  <c:v>2</c:v>
                </c:pt>
                <c:pt idx="90982">
                  <c:v>2</c:v>
                </c:pt>
                <c:pt idx="90983">
                  <c:v>1</c:v>
                </c:pt>
                <c:pt idx="90984">
                  <c:v>4</c:v>
                </c:pt>
                <c:pt idx="90985">
                  <c:v>4</c:v>
                </c:pt>
                <c:pt idx="90986">
                  <c:v>2</c:v>
                </c:pt>
                <c:pt idx="90987">
                  <c:v>3</c:v>
                </c:pt>
                <c:pt idx="90988">
                  <c:v>3</c:v>
                </c:pt>
                <c:pt idx="90989">
                  <c:v>4</c:v>
                </c:pt>
                <c:pt idx="90990">
                  <c:v>2</c:v>
                </c:pt>
                <c:pt idx="90991">
                  <c:v>1</c:v>
                </c:pt>
                <c:pt idx="90992">
                  <c:v>3</c:v>
                </c:pt>
                <c:pt idx="90993">
                  <c:v>2</c:v>
                </c:pt>
                <c:pt idx="90994">
                  <c:v>1</c:v>
                </c:pt>
                <c:pt idx="90995">
                  <c:v>2</c:v>
                </c:pt>
                <c:pt idx="90996">
                  <c:v>9</c:v>
                </c:pt>
                <c:pt idx="90997">
                  <c:v>2</c:v>
                </c:pt>
                <c:pt idx="90998">
                  <c:v>9</c:v>
                </c:pt>
                <c:pt idx="90999">
                  <c:v>2</c:v>
                </c:pt>
                <c:pt idx="91000">
                  <c:v>2</c:v>
                </c:pt>
                <c:pt idx="91001">
                  <c:v>3</c:v>
                </c:pt>
                <c:pt idx="91002">
                  <c:v>3</c:v>
                </c:pt>
                <c:pt idx="91003">
                  <c:v>3</c:v>
                </c:pt>
                <c:pt idx="91004">
                  <c:v>1</c:v>
                </c:pt>
                <c:pt idx="91005">
                  <c:v>2</c:v>
                </c:pt>
                <c:pt idx="91006">
                  <c:v>1</c:v>
                </c:pt>
                <c:pt idx="91007">
                  <c:v>2</c:v>
                </c:pt>
                <c:pt idx="91008">
                  <c:v>3</c:v>
                </c:pt>
                <c:pt idx="91009">
                  <c:v>3</c:v>
                </c:pt>
                <c:pt idx="91010">
                  <c:v>5</c:v>
                </c:pt>
                <c:pt idx="91011">
                  <c:v>2</c:v>
                </c:pt>
                <c:pt idx="91012">
                  <c:v>-1</c:v>
                </c:pt>
                <c:pt idx="91013">
                  <c:v>2</c:v>
                </c:pt>
                <c:pt idx="91014">
                  <c:v>1</c:v>
                </c:pt>
                <c:pt idx="91015">
                  <c:v>2</c:v>
                </c:pt>
                <c:pt idx="91016">
                  <c:v>1</c:v>
                </c:pt>
                <c:pt idx="91017">
                  <c:v>1</c:v>
                </c:pt>
                <c:pt idx="91018">
                  <c:v>2</c:v>
                </c:pt>
                <c:pt idx="91019">
                  <c:v>1</c:v>
                </c:pt>
                <c:pt idx="91020">
                  <c:v>1</c:v>
                </c:pt>
                <c:pt idx="91021">
                  <c:v>1</c:v>
                </c:pt>
                <c:pt idx="91022">
                  <c:v>2</c:v>
                </c:pt>
                <c:pt idx="91023">
                  <c:v>1</c:v>
                </c:pt>
                <c:pt idx="91024">
                  <c:v>1</c:v>
                </c:pt>
                <c:pt idx="91025">
                  <c:v>1</c:v>
                </c:pt>
                <c:pt idx="91026">
                  <c:v>1</c:v>
                </c:pt>
                <c:pt idx="91027">
                  <c:v>1</c:v>
                </c:pt>
                <c:pt idx="91028">
                  <c:v>1</c:v>
                </c:pt>
                <c:pt idx="91029">
                  <c:v>2</c:v>
                </c:pt>
                <c:pt idx="91030">
                  <c:v>1</c:v>
                </c:pt>
                <c:pt idx="91031">
                  <c:v>2</c:v>
                </c:pt>
                <c:pt idx="91032">
                  <c:v>6</c:v>
                </c:pt>
                <c:pt idx="91033">
                  <c:v>6</c:v>
                </c:pt>
                <c:pt idx="91034">
                  <c:v>1</c:v>
                </c:pt>
                <c:pt idx="91035">
                  <c:v>1</c:v>
                </c:pt>
                <c:pt idx="91036">
                  <c:v>2</c:v>
                </c:pt>
                <c:pt idx="91037">
                  <c:v>6</c:v>
                </c:pt>
                <c:pt idx="91038">
                  <c:v>3</c:v>
                </c:pt>
                <c:pt idx="91039">
                  <c:v>2</c:v>
                </c:pt>
                <c:pt idx="91040">
                  <c:v>3</c:v>
                </c:pt>
                <c:pt idx="91041">
                  <c:v>14</c:v>
                </c:pt>
                <c:pt idx="91042">
                  <c:v>2</c:v>
                </c:pt>
                <c:pt idx="91043">
                  <c:v>2</c:v>
                </c:pt>
                <c:pt idx="91044">
                  <c:v>2</c:v>
                </c:pt>
                <c:pt idx="91045">
                  <c:v>2</c:v>
                </c:pt>
                <c:pt idx="91046">
                  <c:v>2</c:v>
                </c:pt>
                <c:pt idx="91047">
                  <c:v>2</c:v>
                </c:pt>
                <c:pt idx="91048">
                  <c:v>2</c:v>
                </c:pt>
                <c:pt idx="91049">
                  <c:v>0</c:v>
                </c:pt>
                <c:pt idx="91050">
                  <c:v>3</c:v>
                </c:pt>
                <c:pt idx="91051">
                  <c:v>3</c:v>
                </c:pt>
                <c:pt idx="91052">
                  <c:v>2</c:v>
                </c:pt>
                <c:pt idx="91053">
                  <c:v>6</c:v>
                </c:pt>
                <c:pt idx="91054">
                  <c:v>5</c:v>
                </c:pt>
                <c:pt idx="91055">
                  <c:v>5</c:v>
                </c:pt>
                <c:pt idx="91056">
                  <c:v>4</c:v>
                </c:pt>
                <c:pt idx="91057">
                  <c:v>1</c:v>
                </c:pt>
                <c:pt idx="91058">
                  <c:v>1</c:v>
                </c:pt>
                <c:pt idx="91059">
                  <c:v>2</c:v>
                </c:pt>
                <c:pt idx="91060">
                  <c:v>2</c:v>
                </c:pt>
                <c:pt idx="91061">
                  <c:v>2</c:v>
                </c:pt>
                <c:pt idx="91062">
                  <c:v>2</c:v>
                </c:pt>
                <c:pt idx="91063">
                  <c:v>1</c:v>
                </c:pt>
                <c:pt idx="91064">
                  <c:v>3</c:v>
                </c:pt>
                <c:pt idx="91065">
                  <c:v>2</c:v>
                </c:pt>
                <c:pt idx="91066">
                  <c:v>2</c:v>
                </c:pt>
                <c:pt idx="91067">
                  <c:v>4</c:v>
                </c:pt>
                <c:pt idx="91068">
                  <c:v>2</c:v>
                </c:pt>
                <c:pt idx="91069">
                  <c:v>2</c:v>
                </c:pt>
                <c:pt idx="91070">
                  <c:v>2</c:v>
                </c:pt>
                <c:pt idx="91071">
                  <c:v>2</c:v>
                </c:pt>
                <c:pt idx="91072">
                  <c:v>5</c:v>
                </c:pt>
                <c:pt idx="91073">
                  <c:v>2</c:v>
                </c:pt>
                <c:pt idx="91074">
                  <c:v>3</c:v>
                </c:pt>
                <c:pt idx="91075">
                  <c:v>1</c:v>
                </c:pt>
                <c:pt idx="91076">
                  <c:v>4</c:v>
                </c:pt>
                <c:pt idx="91077">
                  <c:v>5</c:v>
                </c:pt>
                <c:pt idx="91078">
                  <c:v>3</c:v>
                </c:pt>
                <c:pt idx="91079">
                  <c:v>4</c:v>
                </c:pt>
                <c:pt idx="91080">
                  <c:v>3</c:v>
                </c:pt>
                <c:pt idx="91081">
                  <c:v>2</c:v>
                </c:pt>
                <c:pt idx="91082">
                  <c:v>3</c:v>
                </c:pt>
                <c:pt idx="91083">
                  <c:v>3</c:v>
                </c:pt>
                <c:pt idx="91084">
                  <c:v>1</c:v>
                </c:pt>
                <c:pt idx="91085">
                  <c:v>3</c:v>
                </c:pt>
                <c:pt idx="91086">
                  <c:v>1</c:v>
                </c:pt>
                <c:pt idx="91087">
                  <c:v>4</c:v>
                </c:pt>
                <c:pt idx="91088">
                  <c:v>2</c:v>
                </c:pt>
                <c:pt idx="91089">
                  <c:v>2</c:v>
                </c:pt>
                <c:pt idx="91090">
                  <c:v>1</c:v>
                </c:pt>
                <c:pt idx="91091">
                  <c:v>2</c:v>
                </c:pt>
                <c:pt idx="91092">
                  <c:v>7</c:v>
                </c:pt>
                <c:pt idx="91093">
                  <c:v>2</c:v>
                </c:pt>
                <c:pt idx="91094">
                  <c:v>3</c:v>
                </c:pt>
                <c:pt idx="91095">
                  <c:v>7</c:v>
                </c:pt>
                <c:pt idx="91096">
                  <c:v>2</c:v>
                </c:pt>
                <c:pt idx="91097">
                  <c:v>2</c:v>
                </c:pt>
                <c:pt idx="91098">
                  <c:v>3</c:v>
                </c:pt>
                <c:pt idx="91099">
                  <c:v>3</c:v>
                </c:pt>
                <c:pt idx="91100">
                  <c:v>2</c:v>
                </c:pt>
                <c:pt idx="91101">
                  <c:v>3</c:v>
                </c:pt>
                <c:pt idx="91102">
                  <c:v>3</c:v>
                </c:pt>
                <c:pt idx="91103">
                  <c:v>1</c:v>
                </c:pt>
                <c:pt idx="91104">
                  <c:v>1</c:v>
                </c:pt>
                <c:pt idx="91105">
                  <c:v>4</c:v>
                </c:pt>
                <c:pt idx="91106">
                  <c:v>5</c:v>
                </c:pt>
                <c:pt idx="91107">
                  <c:v>6</c:v>
                </c:pt>
                <c:pt idx="91108">
                  <c:v>5</c:v>
                </c:pt>
                <c:pt idx="91109">
                  <c:v>5</c:v>
                </c:pt>
                <c:pt idx="91110">
                  <c:v>6</c:v>
                </c:pt>
                <c:pt idx="91111">
                  <c:v>3</c:v>
                </c:pt>
                <c:pt idx="91112">
                  <c:v>2</c:v>
                </c:pt>
                <c:pt idx="91113">
                  <c:v>1</c:v>
                </c:pt>
                <c:pt idx="91114">
                  <c:v>1</c:v>
                </c:pt>
                <c:pt idx="91115">
                  <c:v>3</c:v>
                </c:pt>
                <c:pt idx="91116">
                  <c:v>1</c:v>
                </c:pt>
                <c:pt idx="91117">
                  <c:v>3</c:v>
                </c:pt>
                <c:pt idx="91118">
                  <c:v>2</c:v>
                </c:pt>
                <c:pt idx="91119">
                  <c:v>3</c:v>
                </c:pt>
                <c:pt idx="91120">
                  <c:v>2</c:v>
                </c:pt>
                <c:pt idx="91121">
                  <c:v>4</c:v>
                </c:pt>
                <c:pt idx="91122">
                  <c:v>2</c:v>
                </c:pt>
                <c:pt idx="91123">
                  <c:v>1</c:v>
                </c:pt>
                <c:pt idx="91124">
                  <c:v>2</c:v>
                </c:pt>
                <c:pt idx="91125">
                  <c:v>2</c:v>
                </c:pt>
                <c:pt idx="91126">
                  <c:v>2</c:v>
                </c:pt>
                <c:pt idx="91127">
                  <c:v>1</c:v>
                </c:pt>
                <c:pt idx="91128">
                  <c:v>1</c:v>
                </c:pt>
                <c:pt idx="91129">
                  <c:v>1</c:v>
                </c:pt>
                <c:pt idx="91130">
                  <c:v>1</c:v>
                </c:pt>
                <c:pt idx="91131">
                  <c:v>4</c:v>
                </c:pt>
                <c:pt idx="91132">
                  <c:v>4</c:v>
                </c:pt>
                <c:pt idx="91133">
                  <c:v>1</c:v>
                </c:pt>
                <c:pt idx="91134">
                  <c:v>4</c:v>
                </c:pt>
                <c:pt idx="91135">
                  <c:v>4</c:v>
                </c:pt>
                <c:pt idx="91136">
                  <c:v>4</c:v>
                </c:pt>
                <c:pt idx="91137">
                  <c:v>2</c:v>
                </c:pt>
                <c:pt idx="91138">
                  <c:v>7</c:v>
                </c:pt>
                <c:pt idx="91139">
                  <c:v>0</c:v>
                </c:pt>
                <c:pt idx="91140">
                  <c:v>5</c:v>
                </c:pt>
                <c:pt idx="91141">
                  <c:v>6</c:v>
                </c:pt>
                <c:pt idx="91142">
                  <c:v>6</c:v>
                </c:pt>
                <c:pt idx="91143">
                  <c:v>5</c:v>
                </c:pt>
                <c:pt idx="91144">
                  <c:v>5</c:v>
                </c:pt>
                <c:pt idx="91145">
                  <c:v>2</c:v>
                </c:pt>
                <c:pt idx="91146">
                  <c:v>4</c:v>
                </c:pt>
                <c:pt idx="91147">
                  <c:v>4</c:v>
                </c:pt>
                <c:pt idx="91148">
                  <c:v>3</c:v>
                </c:pt>
                <c:pt idx="91149">
                  <c:v>1</c:v>
                </c:pt>
                <c:pt idx="91150">
                  <c:v>10</c:v>
                </c:pt>
                <c:pt idx="91151">
                  <c:v>10</c:v>
                </c:pt>
                <c:pt idx="91152">
                  <c:v>1</c:v>
                </c:pt>
                <c:pt idx="91153">
                  <c:v>3</c:v>
                </c:pt>
                <c:pt idx="91154">
                  <c:v>3</c:v>
                </c:pt>
                <c:pt idx="91155">
                  <c:v>5</c:v>
                </c:pt>
                <c:pt idx="91156">
                  <c:v>3</c:v>
                </c:pt>
                <c:pt idx="91157">
                  <c:v>5</c:v>
                </c:pt>
                <c:pt idx="91158">
                  <c:v>4</c:v>
                </c:pt>
                <c:pt idx="91159">
                  <c:v>3</c:v>
                </c:pt>
                <c:pt idx="91160">
                  <c:v>2</c:v>
                </c:pt>
                <c:pt idx="91161">
                  <c:v>2</c:v>
                </c:pt>
                <c:pt idx="91162">
                  <c:v>2</c:v>
                </c:pt>
                <c:pt idx="91163">
                  <c:v>3</c:v>
                </c:pt>
                <c:pt idx="91164">
                  <c:v>2</c:v>
                </c:pt>
                <c:pt idx="91165">
                  <c:v>2</c:v>
                </c:pt>
                <c:pt idx="91166">
                  <c:v>2</c:v>
                </c:pt>
                <c:pt idx="91167">
                  <c:v>3</c:v>
                </c:pt>
                <c:pt idx="91168">
                  <c:v>3</c:v>
                </c:pt>
                <c:pt idx="91169">
                  <c:v>2</c:v>
                </c:pt>
                <c:pt idx="91170">
                  <c:v>2</c:v>
                </c:pt>
                <c:pt idx="91171">
                  <c:v>1</c:v>
                </c:pt>
                <c:pt idx="91172">
                  <c:v>3</c:v>
                </c:pt>
                <c:pt idx="91173">
                  <c:v>1</c:v>
                </c:pt>
                <c:pt idx="91174">
                  <c:v>1</c:v>
                </c:pt>
                <c:pt idx="91175">
                  <c:v>2</c:v>
                </c:pt>
                <c:pt idx="91176">
                  <c:v>2</c:v>
                </c:pt>
                <c:pt idx="91177">
                  <c:v>6</c:v>
                </c:pt>
                <c:pt idx="91178">
                  <c:v>9</c:v>
                </c:pt>
                <c:pt idx="91179">
                  <c:v>6</c:v>
                </c:pt>
                <c:pt idx="91180">
                  <c:v>1</c:v>
                </c:pt>
                <c:pt idx="91181">
                  <c:v>2</c:v>
                </c:pt>
                <c:pt idx="91182">
                  <c:v>1</c:v>
                </c:pt>
                <c:pt idx="91183">
                  <c:v>2</c:v>
                </c:pt>
                <c:pt idx="91184">
                  <c:v>2</c:v>
                </c:pt>
                <c:pt idx="91185">
                  <c:v>5</c:v>
                </c:pt>
                <c:pt idx="91186">
                  <c:v>3</c:v>
                </c:pt>
                <c:pt idx="91187">
                  <c:v>2</c:v>
                </c:pt>
                <c:pt idx="91188">
                  <c:v>10</c:v>
                </c:pt>
                <c:pt idx="91189">
                  <c:v>10</c:v>
                </c:pt>
                <c:pt idx="91190">
                  <c:v>5</c:v>
                </c:pt>
                <c:pt idx="91191">
                  <c:v>4</c:v>
                </c:pt>
                <c:pt idx="91192">
                  <c:v>4</c:v>
                </c:pt>
                <c:pt idx="91193">
                  <c:v>2</c:v>
                </c:pt>
                <c:pt idx="91194">
                  <c:v>5</c:v>
                </c:pt>
                <c:pt idx="91195">
                  <c:v>1</c:v>
                </c:pt>
                <c:pt idx="91196">
                  <c:v>5</c:v>
                </c:pt>
                <c:pt idx="91197">
                  <c:v>1</c:v>
                </c:pt>
                <c:pt idx="91198">
                  <c:v>1</c:v>
                </c:pt>
                <c:pt idx="91199">
                  <c:v>3</c:v>
                </c:pt>
                <c:pt idx="91200">
                  <c:v>2</c:v>
                </c:pt>
                <c:pt idx="91201">
                  <c:v>2</c:v>
                </c:pt>
                <c:pt idx="91202">
                  <c:v>4</c:v>
                </c:pt>
                <c:pt idx="91203">
                  <c:v>4</c:v>
                </c:pt>
                <c:pt idx="91204">
                  <c:v>3</c:v>
                </c:pt>
                <c:pt idx="91205">
                  <c:v>2</c:v>
                </c:pt>
                <c:pt idx="91206">
                  <c:v>3</c:v>
                </c:pt>
                <c:pt idx="91207">
                  <c:v>1</c:v>
                </c:pt>
                <c:pt idx="91208">
                  <c:v>4</c:v>
                </c:pt>
                <c:pt idx="91209">
                  <c:v>4</c:v>
                </c:pt>
                <c:pt idx="91210">
                  <c:v>3</c:v>
                </c:pt>
                <c:pt idx="91211">
                  <c:v>4</c:v>
                </c:pt>
                <c:pt idx="91212">
                  <c:v>3</c:v>
                </c:pt>
                <c:pt idx="91213">
                  <c:v>4</c:v>
                </c:pt>
                <c:pt idx="91214">
                  <c:v>-4</c:v>
                </c:pt>
                <c:pt idx="91215">
                  <c:v>1</c:v>
                </c:pt>
                <c:pt idx="91216">
                  <c:v>3</c:v>
                </c:pt>
                <c:pt idx="91217">
                  <c:v>-3</c:v>
                </c:pt>
                <c:pt idx="91218">
                  <c:v>1</c:v>
                </c:pt>
                <c:pt idx="91219">
                  <c:v>1</c:v>
                </c:pt>
                <c:pt idx="91220">
                  <c:v>1</c:v>
                </c:pt>
                <c:pt idx="91221">
                  <c:v>1</c:v>
                </c:pt>
                <c:pt idx="91222">
                  <c:v>1</c:v>
                </c:pt>
                <c:pt idx="91223">
                  <c:v>1</c:v>
                </c:pt>
                <c:pt idx="91224">
                  <c:v>1</c:v>
                </c:pt>
                <c:pt idx="91225">
                  <c:v>1</c:v>
                </c:pt>
                <c:pt idx="91226">
                  <c:v>1</c:v>
                </c:pt>
                <c:pt idx="91227">
                  <c:v>1</c:v>
                </c:pt>
                <c:pt idx="91228">
                  <c:v>4</c:v>
                </c:pt>
                <c:pt idx="91229">
                  <c:v>2</c:v>
                </c:pt>
                <c:pt idx="91230">
                  <c:v>2</c:v>
                </c:pt>
                <c:pt idx="91231">
                  <c:v>3</c:v>
                </c:pt>
                <c:pt idx="91232">
                  <c:v>2</c:v>
                </c:pt>
                <c:pt idx="91233">
                  <c:v>2</c:v>
                </c:pt>
                <c:pt idx="91234">
                  <c:v>2</c:v>
                </c:pt>
                <c:pt idx="91235">
                  <c:v>2</c:v>
                </c:pt>
                <c:pt idx="91236">
                  <c:v>2</c:v>
                </c:pt>
                <c:pt idx="91237">
                  <c:v>3</c:v>
                </c:pt>
                <c:pt idx="91238">
                  <c:v>2</c:v>
                </c:pt>
                <c:pt idx="91239">
                  <c:v>2</c:v>
                </c:pt>
                <c:pt idx="91240">
                  <c:v>3</c:v>
                </c:pt>
                <c:pt idx="91241">
                  <c:v>15</c:v>
                </c:pt>
                <c:pt idx="91242">
                  <c:v>3</c:v>
                </c:pt>
                <c:pt idx="91243">
                  <c:v>3</c:v>
                </c:pt>
                <c:pt idx="91244">
                  <c:v>2</c:v>
                </c:pt>
                <c:pt idx="91245">
                  <c:v>2</c:v>
                </c:pt>
                <c:pt idx="91246">
                  <c:v>2</c:v>
                </c:pt>
                <c:pt idx="91247">
                  <c:v>3</c:v>
                </c:pt>
                <c:pt idx="91248">
                  <c:v>4</c:v>
                </c:pt>
                <c:pt idx="91249">
                  <c:v>3</c:v>
                </c:pt>
                <c:pt idx="91250">
                  <c:v>3</c:v>
                </c:pt>
                <c:pt idx="91251">
                  <c:v>3</c:v>
                </c:pt>
                <c:pt idx="91252">
                  <c:v>2</c:v>
                </c:pt>
                <c:pt idx="91253">
                  <c:v>4</c:v>
                </c:pt>
                <c:pt idx="91254">
                  <c:v>10</c:v>
                </c:pt>
                <c:pt idx="91255">
                  <c:v>10</c:v>
                </c:pt>
                <c:pt idx="91256">
                  <c:v>1</c:v>
                </c:pt>
                <c:pt idx="91257">
                  <c:v>1</c:v>
                </c:pt>
                <c:pt idx="91258">
                  <c:v>1</c:v>
                </c:pt>
                <c:pt idx="91259">
                  <c:v>1</c:v>
                </c:pt>
                <c:pt idx="91260">
                  <c:v>1</c:v>
                </c:pt>
                <c:pt idx="91261">
                  <c:v>1</c:v>
                </c:pt>
                <c:pt idx="91262">
                  <c:v>1</c:v>
                </c:pt>
                <c:pt idx="91263">
                  <c:v>1</c:v>
                </c:pt>
                <c:pt idx="91264">
                  <c:v>2</c:v>
                </c:pt>
                <c:pt idx="91265">
                  <c:v>1</c:v>
                </c:pt>
                <c:pt idx="91266">
                  <c:v>1</c:v>
                </c:pt>
                <c:pt idx="91267">
                  <c:v>3</c:v>
                </c:pt>
                <c:pt idx="91268">
                  <c:v>2</c:v>
                </c:pt>
                <c:pt idx="91269">
                  <c:v>2</c:v>
                </c:pt>
                <c:pt idx="91270">
                  <c:v>2</c:v>
                </c:pt>
                <c:pt idx="91271">
                  <c:v>2</c:v>
                </c:pt>
                <c:pt idx="91272">
                  <c:v>2</c:v>
                </c:pt>
                <c:pt idx="91273">
                  <c:v>6</c:v>
                </c:pt>
                <c:pt idx="91274">
                  <c:v>5</c:v>
                </c:pt>
                <c:pt idx="91275">
                  <c:v>1</c:v>
                </c:pt>
                <c:pt idx="91276">
                  <c:v>2</c:v>
                </c:pt>
                <c:pt idx="91277">
                  <c:v>4</c:v>
                </c:pt>
                <c:pt idx="91278">
                  <c:v>1</c:v>
                </c:pt>
                <c:pt idx="91279">
                  <c:v>7</c:v>
                </c:pt>
                <c:pt idx="91280">
                  <c:v>5</c:v>
                </c:pt>
                <c:pt idx="91281">
                  <c:v>6</c:v>
                </c:pt>
                <c:pt idx="91282">
                  <c:v>4</c:v>
                </c:pt>
                <c:pt idx="91283">
                  <c:v>2</c:v>
                </c:pt>
                <c:pt idx="91284">
                  <c:v>4</c:v>
                </c:pt>
                <c:pt idx="91285">
                  <c:v>2</c:v>
                </c:pt>
                <c:pt idx="91286">
                  <c:v>4</c:v>
                </c:pt>
                <c:pt idx="91287">
                  <c:v>7</c:v>
                </c:pt>
                <c:pt idx="91288">
                  <c:v>4</c:v>
                </c:pt>
                <c:pt idx="91289">
                  <c:v>1</c:v>
                </c:pt>
                <c:pt idx="91290">
                  <c:v>1</c:v>
                </c:pt>
                <c:pt idx="91291">
                  <c:v>2</c:v>
                </c:pt>
                <c:pt idx="91292">
                  <c:v>1</c:v>
                </c:pt>
                <c:pt idx="91293">
                  <c:v>1</c:v>
                </c:pt>
                <c:pt idx="91294">
                  <c:v>5</c:v>
                </c:pt>
                <c:pt idx="91295">
                  <c:v>2</c:v>
                </c:pt>
                <c:pt idx="91296">
                  <c:v>2</c:v>
                </c:pt>
                <c:pt idx="91297">
                  <c:v>3</c:v>
                </c:pt>
                <c:pt idx="91298">
                  <c:v>3</c:v>
                </c:pt>
                <c:pt idx="91299">
                  <c:v>3</c:v>
                </c:pt>
                <c:pt idx="91300">
                  <c:v>2</c:v>
                </c:pt>
                <c:pt idx="91301">
                  <c:v>1</c:v>
                </c:pt>
                <c:pt idx="91302">
                  <c:v>4</c:v>
                </c:pt>
                <c:pt idx="91303">
                  <c:v>4</c:v>
                </c:pt>
                <c:pt idx="91304">
                  <c:v>2</c:v>
                </c:pt>
                <c:pt idx="91305">
                  <c:v>2</c:v>
                </c:pt>
                <c:pt idx="91306">
                  <c:v>2</c:v>
                </c:pt>
                <c:pt idx="91307">
                  <c:v>2</c:v>
                </c:pt>
                <c:pt idx="91308">
                  <c:v>2</c:v>
                </c:pt>
                <c:pt idx="91309">
                  <c:v>4</c:v>
                </c:pt>
                <c:pt idx="91310">
                  <c:v>4</c:v>
                </c:pt>
                <c:pt idx="91311">
                  <c:v>2</c:v>
                </c:pt>
                <c:pt idx="91312">
                  <c:v>4</c:v>
                </c:pt>
                <c:pt idx="91313">
                  <c:v>6</c:v>
                </c:pt>
                <c:pt idx="91314">
                  <c:v>3</c:v>
                </c:pt>
                <c:pt idx="91315">
                  <c:v>5</c:v>
                </c:pt>
                <c:pt idx="91316">
                  <c:v>4</c:v>
                </c:pt>
                <c:pt idx="91317">
                  <c:v>2</c:v>
                </c:pt>
                <c:pt idx="91318">
                  <c:v>2</c:v>
                </c:pt>
                <c:pt idx="91319">
                  <c:v>2</c:v>
                </c:pt>
                <c:pt idx="91320">
                  <c:v>2</c:v>
                </c:pt>
                <c:pt idx="91321">
                  <c:v>3</c:v>
                </c:pt>
                <c:pt idx="91322">
                  <c:v>3</c:v>
                </c:pt>
                <c:pt idx="91323">
                  <c:v>3</c:v>
                </c:pt>
                <c:pt idx="91324">
                  <c:v>3</c:v>
                </c:pt>
                <c:pt idx="91325">
                  <c:v>5</c:v>
                </c:pt>
                <c:pt idx="91326">
                  <c:v>3</c:v>
                </c:pt>
                <c:pt idx="91327">
                  <c:v>7</c:v>
                </c:pt>
                <c:pt idx="91328">
                  <c:v>10</c:v>
                </c:pt>
                <c:pt idx="91329">
                  <c:v>10</c:v>
                </c:pt>
                <c:pt idx="91330">
                  <c:v>10</c:v>
                </c:pt>
                <c:pt idx="91331">
                  <c:v>2</c:v>
                </c:pt>
                <c:pt idx="91332">
                  <c:v>2</c:v>
                </c:pt>
                <c:pt idx="91333">
                  <c:v>2</c:v>
                </c:pt>
                <c:pt idx="91334">
                  <c:v>3</c:v>
                </c:pt>
                <c:pt idx="91335">
                  <c:v>1</c:v>
                </c:pt>
                <c:pt idx="91336">
                  <c:v>-2</c:v>
                </c:pt>
                <c:pt idx="91337">
                  <c:v>2</c:v>
                </c:pt>
                <c:pt idx="91338">
                  <c:v>4</c:v>
                </c:pt>
                <c:pt idx="91339">
                  <c:v>2</c:v>
                </c:pt>
                <c:pt idx="91340">
                  <c:v>1</c:v>
                </c:pt>
                <c:pt idx="91341">
                  <c:v>3</c:v>
                </c:pt>
                <c:pt idx="91342">
                  <c:v>-1</c:v>
                </c:pt>
                <c:pt idx="91343">
                  <c:v>4</c:v>
                </c:pt>
                <c:pt idx="91344">
                  <c:v>4</c:v>
                </c:pt>
                <c:pt idx="91345">
                  <c:v>4</c:v>
                </c:pt>
                <c:pt idx="91346">
                  <c:v>5</c:v>
                </c:pt>
                <c:pt idx="91347">
                  <c:v>1</c:v>
                </c:pt>
                <c:pt idx="91348">
                  <c:v>2</c:v>
                </c:pt>
                <c:pt idx="91349">
                  <c:v>2</c:v>
                </c:pt>
                <c:pt idx="91350">
                  <c:v>1</c:v>
                </c:pt>
                <c:pt idx="91351">
                  <c:v>2</c:v>
                </c:pt>
                <c:pt idx="91352">
                  <c:v>2</c:v>
                </c:pt>
                <c:pt idx="91353">
                  <c:v>2</c:v>
                </c:pt>
                <c:pt idx="91354">
                  <c:v>2</c:v>
                </c:pt>
                <c:pt idx="91355">
                  <c:v>3</c:v>
                </c:pt>
                <c:pt idx="91356">
                  <c:v>4</c:v>
                </c:pt>
                <c:pt idx="91357">
                  <c:v>3</c:v>
                </c:pt>
                <c:pt idx="91358">
                  <c:v>2</c:v>
                </c:pt>
                <c:pt idx="91359">
                  <c:v>2</c:v>
                </c:pt>
                <c:pt idx="91360">
                  <c:v>1</c:v>
                </c:pt>
                <c:pt idx="91361">
                  <c:v>1</c:v>
                </c:pt>
                <c:pt idx="91362">
                  <c:v>1</c:v>
                </c:pt>
                <c:pt idx="91363">
                  <c:v>12</c:v>
                </c:pt>
                <c:pt idx="91364">
                  <c:v>2</c:v>
                </c:pt>
                <c:pt idx="91365">
                  <c:v>2</c:v>
                </c:pt>
                <c:pt idx="91366">
                  <c:v>3</c:v>
                </c:pt>
                <c:pt idx="91367">
                  <c:v>3</c:v>
                </c:pt>
                <c:pt idx="91368">
                  <c:v>2</c:v>
                </c:pt>
                <c:pt idx="91369">
                  <c:v>5</c:v>
                </c:pt>
                <c:pt idx="91370">
                  <c:v>5</c:v>
                </c:pt>
                <c:pt idx="91371">
                  <c:v>4</c:v>
                </c:pt>
                <c:pt idx="91372">
                  <c:v>5</c:v>
                </c:pt>
                <c:pt idx="91373">
                  <c:v>4</c:v>
                </c:pt>
                <c:pt idx="91374">
                  <c:v>4</c:v>
                </c:pt>
                <c:pt idx="91375">
                  <c:v>3</c:v>
                </c:pt>
                <c:pt idx="91376">
                  <c:v>1</c:v>
                </c:pt>
                <c:pt idx="91377">
                  <c:v>6</c:v>
                </c:pt>
                <c:pt idx="91378">
                  <c:v>4</c:v>
                </c:pt>
                <c:pt idx="91379">
                  <c:v>5</c:v>
                </c:pt>
                <c:pt idx="91380">
                  <c:v>6</c:v>
                </c:pt>
                <c:pt idx="91381">
                  <c:v>6</c:v>
                </c:pt>
                <c:pt idx="91382">
                  <c:v>2</c:v>
                </c:pt>
                <c:pt idx="91383">
                  <c:v>1</c:v>
                </c:pt>
                <c:pt idx="91384">
                  <c:v>2</c:v>
                </c:pt>
                <c:pt idx="91385">
                  <c:v>4</c:v>
                </c:pt>
                <c:pt idx="91386">
                  <c:v>1</c:v>
                </c:pt>
                <c:pt idx="91387">
                  <c:v>1</c:v>
                </c:pt>
                <c:pt idx="91388">
                  <c:v>3</c:v>
                </c:pt>
                <c:pt idx="91389">
                  <c:v>1</c:v>
                </c:pt>
                <c:pt idx="91390">
                  <c:v>1</c:v>
                </c:pt>
                <c:pt idx="91391">
                  <c:v>3</c:v>
                </c:pt>
                <c:pt idx="91392">
                  <c:v>3</c:v>
                </c:pt>
                <c:pt idx="91393">
                  <c:v>3</c:v>
                </c:pt>
                <c:pt idx="91394">
                  <c:v>3</c:v>
                </c:pt>
                <c:pt idx="91395">
                  <c:v>2</c:v>
                </c:pt>
                <c:pt idx="91396">
                  <c:v>2</c:v>
                </c:pt>
                <c:pt idx="91397">
                  <c:v>2</c:v>
                </c:pt>
                <c:pt idx="91398">
                  <c:v>2</c:v>
                </c:pt>
                <c:pt idx="91399">
                  <c:v>1</c:v>
                </c:pt>
                <c:pt idx="91400">
                  <c:v>2</c:v>
                </c:pt>
                <c:pt idx="91401">
                  <c:v>2</c:v>
                </c:pt>
                <c:pt idx="91402">
                  <c:v>1</c:v>
                </c:pt>
                <c:pt idx="91403">
                  <c:v>1</c:v>
                </c:pt>
                <c:pt idx="91404">
                  <c:v>1</c:v>
                </c:pt>
                <c:pt idx="91405">
                  <c:v>1</c:v>
                </c:pt>
                <c:pt idx="91406">
                  <c:v>1</c:v>
                </c:pt>
                <c:pt idx="91407">
                  <c:v>1</c:v>
                </c:pt>
                <c:pt idx="91408">
                  <c:v>2</c:v>
                </c:pt>
                <c:pt idx="91409">
                  <c:v>5</c:v>
                </c:pt>
                <c:pt idx="91410">
                  <c:v>5</c:v>
                </c:pt>
                <c:pt idx="91411">
                  <c:v>3</c:v>
                </c:pt>
                <c:pt idx="91412">
                  <c:v>3</c:v>
                </c:pt>
                <c:pt idx="91413">
                  <c:v>6</c:v>
                </c:pt>
                <c:pt idx="91414">
                  <c:v>3</c:v>
                </c:pt>
                <c:pt idx="91415">
                  <c:v>2</c:v>
                </c:pt>
                <c:pt idx="91416">
                  <c:v>4</c:v>
                </c:pt>
                <c:pt idx="91417">
                  <c:v>2</c:v>
                </c:pt>
                <c:pt idx="91418">
                  <c:v>4</c:v>
                </c:pt>
                <c:pt idx="91419">
                  <c:v>4</c:v>
                </c:pt>
                <c:pt idx="91420">
                  <c:v>2</c:v>
                </c:pt>
                <c:pt idx="91421">
                  <c:v>2</c:v>
                </c:pt>
                <c:pt idx="91422">
                  <c:v>2</c:v>
                </c:pt>
                <c:pt idx="91423">
                  <c:v>2</c:v>
                </c:pt>
                <c:pt idx="91424">
                  <c:v>4</c:v>
                </c:pt>
                <c:pt idx="91425">
                  <c:v>3</c:v>
                </c:pt>
                <c:pt idx="91426">
                  <c:v>1</c:v>
                </c:pt>
                <c:pt idx="91427">
                  <c:v>12</c:v>
                </c:pt>
                <c:pt idx="91428">
                  <c:v>9</c:v>
                </c:pt>
                <c:pt idx="91429">
                  <c:v>2</c:v>
                </c:pt>
                <c:pt idx="91430">
                  <c:v>3</c:v>
                </c:pt>
                <c:pt idx="91431">
                  <c:v>5</c:v>
                </c:pt>
                <c:pt idx="91432">
                  <c:v>4</c:v>
                </c:pt>
                <c:pt idx="91433">
                  <c:v>3</c:v>
                </c:pt>
                <c:pt idx="91434">
                  <c:v>3</c:v>
                </c:pt>
                <c:pt idx="91435">
                  <c:v>3</c:v>
                </c:pt>
                <c:pt idx="91436">
                  <c:v>3</c:v>
                </c:pt>
                <c:pt idx="91437">
                  <c:v>3</c:v>
                </c:pt>
                <c:pt idx="91438">
                  <c:v>4</c:v>
                </c:pt>
                <c:pt idx="91439">
                  <c:v>1</c:v>
                </c:pt>
                <c:pt idx="91440">
                  <c:v>1</c:v>
                </c:pt>
                <c:pt idx="91441">
                  <c:v>2</c:v>
                </c:pt>
                <c:pt idx="91442">
                  <c:v>3</c:v>
                </c:pt>
                <c:pt idx="91443">
                  <c:v>1</c:v>
                </c:pt>
                <c:pt idx="91444">
                  <c:v>1</c:v>
                </c:pt>
                <c:pt idx="91445">
                  <c:v>1</c:v>
                </c:pt>
                <c:pt idx="91446">
                  <c:v>1</c:v>
                </c:pt>
                <c:pt idx="91447">
                  <c:v>1</c:v>
                </c:pt>
                <c:pt idx="91448">
                  <c:v>1</c:v>
                </c:pt>
                <c:pt idx="91449">
                  <c:v>2</c:v>
                </c:pt>
                <c:pt idx="91450">
                  <c:v>6</c:v>
                </c:pt>
                <c:pt idx="91451">
                  <c:v>4</c:v>
                </c:pt>
                <c:pt idx="91452">
                  <c:v>4</c:v>
                </c:pt>
                <c:pt idx="91453">
                  <c:v>5</c:v>
                </c:pt>
                <c:pt idx="91454">
                  <c:v>2</c:v>
                </c:pt>
                <c:pt idx="91455">
                  <c:v>2</c:v>
                </c:pt>
                <c:pt idx="91456">
                  <c:v>2</c:v>
                </c:pt>
                <c:pt idx="91457">
                  <c:v>2</c:v>
                </c:pt>
                <c:pt idx="91458">
                  <c:v>2</c:v>
                </c:pt>
                <c:pt idx="91459">
                  <c:v>2</c:v>
                </c:pt>
                <c:pt idx="91460">
                  <c:v>7</c:v>
                </c:pt>
                <c:pt idx="91461">
                  <c:v>4</c:v>
                </c:pt>
                <c:pt idx="91462">
                  <c:v>4</c:v>
                </c:pt>
                <c:pt idx="91463">
                  <c:v>4</c:v>
                </c:pt>
                <c:pt idx="91464">
                  <c:v>3</c:v>
                </c:pt>
                <c:pt idx="91465">
                  <c:v>3</c:v>
                </c:pt>
                <c:pt idx="91466">
                  <c:v>8</c:v>
                </c:pt>
                <c:pt idx="91467">
                  <c:v>8</c:v>
                </c:pt>
                <c:pt idx="91468">
                  <c:v>3</c:v>
                </c:pt>
                <c:pt idx="91469">
                  <c:v>3</c:v>
                </c:pt>
                <c:pt idx="91470">
                  <c:v>3</c:v>
                </c:pt>
                <c:pt idx="91471">
                  <c:v>6</c:v>
                </c:pt>
                <c:pt idx="91472">
                  <c:v>2</c:v>
                </c:pt>
                <c:pt idx="91473">
                  <c:v>3</c:v>
                </c:pt>
                <c:pt idx="91474">
                  <c:v>9</c:v>
                </c:pt>
                <c:pt idx="91475">
                  <c:v>3</c:v>
                </c:pt>
                <c:pt idx="91476">
                  <c:v>2</c:v>
                </c:pt>
                <c:pt idx="91477">
                  <c:v>4</c:v>
                </c:pt>
                <c:pt idx="91478">
                  <c:v>2</c:v>
                </c:pt>
                <c:pt idx="91479">
                  <c:v>4</c:v>
                </c:pt>
                <c:pt idx="91480">
                  <c:v>5</c:v>
                </c:pt>
                <c:pt idx="91481">
                  <c:v>5</c:v>
                </c:pt>
                <c:pt idx="91482">
                  <c:v>5</c:v>
                </c:pt>
                <c:pt idx="91483">
                  <c:v>5</c:v>
                </c:pt>
                <c:pt idx="91484">
                  <c:v>2</c:v>
                </c:pt>
                <c:pt idx="91485">
                  <c:v>3</c:v>
                </c:pt>
                <c:pt idx="91486">
                  <c:v>6</c:v>
                </c:pt>
                <c:pt idx="91487">
                  <c:v>2</c:v>
                </c:pt>
                <c:pt idx="91488">
                  <c:v>6</c:v>
                </c:pt>
                <c:pt idx="91489">
                  <c:v>4</c:v>
                </c:pt>
                <c:pt idx="91490">
                  <c:v>2</c:v>
                </c:pt>
                <c:pt idx="91491">
                  <c:v>3</c:v>
                </c:pt>
                <c:pt idx="91492">
                  <c:v>3</c:v>
                </c:pt>
                <c:pt idx="91493">
                  <c:v>3</c:v>
                </c:pt>
                <c:pt idx="91494">
                  <c:v>2</c:v>
                </c:pt>
                <c:pt idx="91495">
                  <c:v>3</c:v>
                </c:pt>
                <c:pt idx="91496">
                  <c:v>9</c:v>
                </c:pt>
                <c:pt idx="91497">
                  <c:v>4</c:v>
                </c:pt>
                <c:pt idx="91498">
                  <c:v>1</c:v>
                </c:pt>
                <c:pt idx="91499">
                  <c:v>2</c:v>
                </c:pt>
                <c:pt idx="91500">
                  <c:v>2</c:v>
                </c:pt>
                <c:pt idx="91501">
                  <c:v>2</c:v>
                </c:pt>
                <c:pt idx="91502">
                  <c:v>2</c:v>
                </c:pt>
                <c:pt idx="91503">
                  <c:v>2</c:v>
                </c:pt>
                <c:pt idx="91504">
                  <c:v>2</c:v>
                </c:pt>
                <c:pt idx="91505">
                  <c:v>1</c:v>
                </c:pt>
                <c:pt idx="91506">
                  <c:v>2</c:v>
                </c:pt>
                <c:pt idx="91507">
                  <c:v>2</c:v>
                </c:pt>
                <c:pt idx="91508">
                  <c:v>2</c:v>
                </c:pt>
                <c:pt idx="91509">
                  <c:v>2</c:v>
                </c:pt>
                <c:pt idx="91510">
                  <c:v>2</c:v>
                </c:pt>
                <c:pt idx="91511">
                  <c:v>2</c:v>
                </c:pt>
                <c:pt idx="91512">
                  <c:v>1</c:v>
                </c:pt>
                <c:pt idx="91513">
                  <c:v>1</c:v>
                </c:pt>
                <c:pt idx="91514">
                  <c:v>3</c:v>
                </c:pt>
                <c:pt idx="91515">
                  <c:v>2</c:v>
                </c:pt>
                <c:pt idx="91516">
                  <c:v>3</c:v>
                </c:pt>
                <c:pt idx="91517">
                  <c:v>2</c:v>
                </c:pt>
                <c:pt idx="91518">
                  <c:v>2</c:v>
                </c:pt>
                <c:pt idx="91519">
                  <c:v>3</c:v>
                </c:pt>
                <c:pt idx="91520">
                  <c:v>4</c:v>
                </c:pt>
                <c:pt idx="91521">
                  <c:v>3</c:v>
                </c:pt>
                <c:pt idx="91522">
                  <c:v>3</c:v>
                </c:pt>
                <c:pt idx="91523">
                  <c:v>1</c:v>
                </c:pt>
                <c:pt idx="91524">
                  <c:v>3</c:v>
                </c:pt>
                <c:pt idx="91525">
                  <c:v>2</c:v>
                </c:pt>
                <c:pt idx="91526">
                  <c:v>2</c:v>
                </c:pt>
                <c:pt idx="91527">
                  <c:v>2</c:v>
                </c:pt>
                <c:pt idx="91528">
                  <c:v>2</c:v>
                </c:pt>
                <c:pt idx="91529">
                  <c:v>1</c:v>
                </c:pt>
                <c:pt idx="91530">
                  <c:v>2</c:v>
                </c:pt>
                <c:pt idx="91531">
                  <c:v>3</c:v>
                </c:pt>
                <c:pt idx="91532">
                  <c:v>3</c:v>
                </c:pt>
                <c:pt idx="91533">
                  <c:v>4</c:v>
                </c:pt>
                <c:pt idx="91534">
                  <c:v>3</c:v>
                </c:pt>
                <c:pt idx="91535">
                  <c:v>3</c:v>
                </c:pt>
                <c:pt idx="91536">
                  <c:v>4</c:v>
                </c:pt>
                <c:pt idx="91537">
                  <c:v>4</c:v>
                </c:pt>
                <c:pt idx="91538">
                  <c:v>2</c:v>
                </c:pt>
                <c:pt idx="91539">
                  <c:v>4</c:v>
                </c:pt>
                <c:pt idx="91540">
                  <c:v>2</c:v>
                </c:pt>
                <c:pt idx="91541">
                  <c:v>6</c:v>
                </c:pt>
                <c:pt idx="91542">
                  <c:v>1</c:v>
                </c:pt>
                <c:pt idx="91543">
                  <c:v>1</c:v>
                </c:pt>
                <c:pt idx="91544">
                  <c:v>3</c:v>
                </c:pt>
                <c:pt idx="91545">
                  <c:v>3</c:v>
                </c:pt>
                <c:pt idx="91546">
                  <c:v>1</c:v>
                </c:pt>
                <c:pt idx="91547">
                  <c:v>4</c:v>
                </c:pt>
                <c:pt idx="91548">
                  <c:v>6</c:v>
                </c:pt>
                <c:pt idx="91549">
                  <c:v>4</c:v>
                </c:pt>
                <c:pt idx="91550">
                  <c:v>2</c:v>
                </c:pt>
                <c:pt idx="91551">
                  <c:v>2</c:v>
                </c:pt>
                <c:pt idx="91552">
                  <c:v>2</c:v>
                </c:pt>
                <c:pt idx="91553">
                  <c:v>2</c:v>
                </c:pt>
                <c:pt idx="91554">
                  <c:v>2</c:v>
                </c:pt>
                <c:pt idx="91555">
                  <c:v>2</c:v>
                </c:pt>
                <c:pt idx="91556">
                  <c:v>2</c:v>
                </c:pt>
                <c:pt idx="91557">
                  <c:v>2</c:v>
                </c:pt>
                <c:pt idx="91558">
                  <c:v>3</c:v>
                </c:pt>
                <c:pt idx="91559">
                  <c:v>3</c:v>
                </c:pt>
                <c:pt idx="91560">
                  <c:v>2</c:v>
                </c:pt>
                <c:pt idx="91561">
                  <c:v>3</c:v>
                </c:pt>
                <c:pt idx="91562">
                  <c:v>2</c:v>
                </c:pt>
                <c:pt idx="91563">
                  <c:v>2</c:v>
                </c:pt>
                <c:pt idx="91564">
                  <c:v>2</c:v>
                </c:pt>
                <c:pt idx="91565">
                  <c:v>2</c:v>
                </c:pt>
                <c:pt idx="91566">
                  <c:v>2</c:v>
                </c:pt>
                <c:pt idx="91567">
                  <c:v>2</c:v>
                </c:pt>
                <c:pt idx="91568">
                  <c:v>2</c:v>
                </c:pt>
                <c:pt idx="91569">
                  <c:v>2</c:v>
                </c:pt>
                <c:pt idx="91570">
                  <c:v>2</c:v>
                </c:pt>
                <c:pt idx="91571">
                  <c:v>4</c:v>
                </c:pt>
                <c:pt idx="91572">
                  <c:v>4</c:v>
                </c:pt>
                <c:pt idx="91573">
                  <c:v>2</c:v>
                </c:pt>
                <c:pt idx="91574">
                  <c:v>2</c:v>
                </c:pt>
                <c:pt idx="91575">
                  <c:v>2</c:v>
                </c:pt>
                <c:pt idx="91576">
                  <c:v>4</c:v>
                </c:pt>
                <c:pt idx="91577">
                  <c:v>2</c:v>
                </c:pt>
                <c:pt idx="91578">
                  <c:v>4</c:v>
                </c:pt>
                <c:pt idx="91579">
                  <c:v>2</c:v>
                </c:pt>
                <c:pt idx="91580">
                  <c:v>2</c:v>
                </c:pt>
                <c:pt idx="91581">
                  <c:v>3</c:v>
                </c:pt>
                <c:pt idx="91582">
                  <c:v>2</c:v>
                </c:pt>
                <c:pt idx="91583">
                  <c:v>2</c:v>
                </c:pt>
                <c:pt idx="91584">
                  <c:v>3</c:v>
                </c:pt>
                <c:pt idx="91585">
                  <c:v>4</c:v>
                </c:pt>
                <c:pt idx="91586">
                  <c:v>3</c:v>
                </c:pt>
                <c:pt idx="91587">
                  <c:v>6</c:v>
                </c:pt>
                <c:pt idx="91588">
                  <c:v>2</c:v>
                </c:pt>
                <c:pt idx="91589">
                  <c:v>5</c:v>
                </c:pt>
                <c:pt idx="91590">
                  <c:v>5</c:v>
                </c:pt>
                <c:pt idx="91591">
                  <c:v>4</c:v>
                </c:pt>
                <c:pt idx="91592">
                  <c:v>5</c:v>
                </c:pt>
                <c:pt idx="91593">
                  <c:v>1</c:v>
                </c:pt>
                <c:pt idx="91594">
                  <c:v>3</c:v>
                </c:pt>
                <c:pt idx="91595">
                  <c:v>1</c:v>
                </c:pt>
                <c:pt idx="91596">
                  <c:v>2</c:v>
                </c:pt>
                <c:pt idx="91597">
                  <c:v>3</c:v>
                </c:pt>
                <c:pt idx="91598">
                  <c:v>10</c:v>
                </c:pt>
                <c:pt idx="91599">
                  <c:v>10</c:v>
                </c:pt>
                <c:pt idx="91600">
                  <c:v>7</c:v>
                </c:pt>
                <c:pt idx="91601">
                  <c:v>3</c:v>
                </c:pt>
                <c:pt idx="91602">
                  <c:v>4</c:v>
                </c:pt>
                <c:pt idx="91603">
                  <c:v>3</c:v>
                </c:pt>
                <c:pt idx="91604">
                  <c:v>-3</c:v>
                </c:pt>
                <c:pt idx="91605">
                  <c:v>3</c:v>
                </c:pt>
                <c:pt idx="91606">
                  <c:v>2</c:v>
                </c:pt>
                <c:pt idx="91607">
                  <c:v>3</c:v>
                </c:pt>
                <c:pt idx="91608">
                  <c:v>3</c:v>
                </c:pt>
                <c:pt idx="91609">
                  <c:v>2</c:v>
                </c:pt>
                <c:pt idx="91610">
                  <c:v>3</c:v>
                </c:pt>
                <c:pt idx="91611">
                  <c:v>2</c:v>
                </c:pt>
                <c:pt idx="91612">
                  <c:v>3</c:v>
                </c:pt>
                <c:pt idx="91613">
                  <c:v>4</c:v>
                </c:pt>
                <c:pt idx="91614">
                  <c:v>4</c:v>
                </c:pt>
                <c:pt idx="91615">
                  <c:v>4</c:v>
                </c:pt>
                <c:pt idx="91616">
                  <c:v>4</c:v>
                </c:pt>
                <c:pt idx="91617">
                  <c:v>3</c:v>
                </c:pt>
                <c:pt idx="91618">
                  <c:v>4</c:v>
                </c:pt>
                <c:pt idx="91619">
                  <c:v>2</c:v>
                </c:pt>
                <c:pt idx="91620">
                  <c:v>2</c:v>
                </c:pt>
                <c:pt idx="91621">
                  <c:v>1</c:v>
                </c:pt>
                <c:pt idx="91622">
                  <c:v>1</c:v>
                </c:pt>
                <c:pt idx="91623">
                  <c:v>2</c:v>
                </c:pt>
                <c:pt idx="91624">
                  <c:v>2</c:v>
                </c:pt>
                <c:pt idx="91625">
                  <c:v>4</c:v>
                </c:pt>
                <c:pt idx="91626">
                  <c:v>1</c:v>
                </c:pt>
                <c:pt idx="91627">
                  <c:v>3</c:v>
                </c:pt>
                <c:pt idx="91628">
                  <c:v>1</c:v>
                </c:pt>
                <c:pt idx="91629">
                  <c:v>4</c:v>
                </c:pt>
                <c:pt idx="91630">
                  <c:v>3</c:v>
                </c:pt>
                <c:pt idx="91631">
                  <c:v>6</c:v>
                </c:pt>
                <c:pt idx="91632">
                  <c:v>3</c:v>
                </c:pt>
                <c:pt idx="91633">
                  <c:v>3</c:v>
                </c:pt>
                <c:pt idx="91634">
                  <c:v>1</c:v>
                </c:pt>
                <c:pt idx="91635">
                  <c:v>1</c:v>
                </c:pt>
                <c:pt idx="91636">
                  <c:v>3</c:v>
                </c:pt>
                <c:pt idx="91637">
                  <c:v>5</c:v>
                </c:pt>
                <c:pt idx="91638">
                  <c:v>-2</c:v>
                </c:pt>
                <c:pt idx="91639">
                  <c:v>4</c:v>
                </c:pt>
                <c:pt idx="91640">
                  <c:v>4</c:v>
                </c:pt>
                <c:pt idx="91641">
                  <c:v>2</c:v>
                </c:pt>
                <c:pt idx="91642">
                  <c:v>2</c:v>
                </c:pt>
                <c:pt idx="91643">
                  <c:v>2</c:v>
                </c:pt>
                <c:pt idx="91644">
                  <c:v>2</c:v>
                </c:pt>
                <c:pt idx="91645">
                  <c:v>2</c:v>
                </c:pt>
                <c:pt idx="91646">
                  <c:v>3</c:v>
                </c:pt>
                <c:pt idx="91647">
                  <c:v>2</c:v>
                </c:pt>
                <c:pt idx="91648">
                  <c:v>3</c:v>
                </c:pt>
                <c:pt idx="91649">
                  <c:v>9</c:v>
                </c:pt>
                <c:pt idx="91650">
                  <c:v>9</c:v>
                </c:pt>
                <c:pt idx="91651">
                  <c:v>10</c:v>
                </c:pt>
                <c:pt idx="91652">
                  <c:v>5</c:v>
                </c:pt>
                <c:pt idx="91653">
                  <c:v>4</c:v>
                </c:pt>
                <c:pt idx="91654">
                  <c:v>4</c:v>
                </c:pt>
                <c:pt idx="91655">
                  <c:v>4</c:v>
                </c:pt>
                <c:pt idx="91656">
                  <c:v>3</c:v>
                </c:pt>
                <c:pt idx="91657">
                  <c:v>2</c:v>
                </c:pt>
                <c:pt idx="91658">
                  <c:v>1</c:v>
                </c:pt>
                <c:pt idx="91659">
                  <c:v>2</c:v>
                </c:pt>
                <c:pt idx="91660">
                  <c:v>2</c:v>
                </c:pt>
                <c:pt idx="91661">
                  <c:v>2</c:v>
                </c:pt>
                <c:pt idx="91662">
                  <c:v>3</c:v>
                </c:pt>
                <c:pt idx="91663">
                  <c:v>3</c:v>
                </c:pt>
                <c:pt idx="91664">
                  <c:v>3</c:v>
                </c:pt>
                <c:pt idx="91665">
                  <c:v>3</c:v>
                </c:pt>
                <c:pt idx="91666">
                  <c:v>3</c:v>
                </c:pt>
                <c:pt idx="91667">
                  <c:v>4</c:v>
                </c:pt>
                <c:pt idx="91668">
                  <c:v>4</c:v>
                </c:pt>
                <c:pt idx="91669">
                  <c:v>0</c:v>
                </c:pt>
                <c:pt idx="91670">
                  <c:v>3</c:v>
                </c:pt>
                <c:pt idx="91671">
                  <c:v>4</c:v>
                </c:pt>
                <c:pt idx="91672">
                  <c:v>5</c:v>
                </c:pt>
                <c:pt idx="91673">
                  <c:v>2</c:v>
                </c:pt>
                <c:pt idx="91674">
                  <c:v>4</c:v>
                </c:pt>
                <c:pt idx="91675">
                  <c:v>5</c:v>
                </c:pt>
                <c:pt idx="91676">
                  <c:v>5</c:v>
                </c:pt>
                <c:pt idx="91677">
                  <c:v>3</c:v>
                </c:pt>
                <c:pt idx="91678">
                  <c:v>2</c:v>
                </c:pt>
                <c:pt idx="91679">
                  <c:v>2</c:v>
                </c:pt>
                <c:pt idx="91680">
                  <c:v>3</c:v>
                </c:pt>
                <c:pt idx="91681">
                  <c:v>3</c:v>
                </c:pt>
                <c:pt idx="91682">
                  <c:v>3</c:v>
                </c:pt>
                <c:pt idx="91683">
                  <c:v>4</c:v>
                </c:pt>
                <c:pt idx="91684">
                  <c:v>2</c:v>
                </c:pt>
                <c:pt idx="91685">
                  <c:v>4</c:v>
                </c:pt>
                <c:pt idx="91686">
                  <c:v>2</c:v>
                </c:pt>
                <c:pt idx="91687">
                  <c:v>2</c:v>
                </c:pt>
                <c:pt idx="91688">
                  <c:v>2</c:v>
                </c:pt>
                <c:pt idx="91689">
                  <c:v>3</c:v>
                </c:pt>
                <c:pt idx="91690">
                  <c:v>3</c:v>
                </c:pt>
                <c:pt idx="91691">
                  <c:v>1</c:v>
                </c:pt>
                <c:pt idx="91692">
                  <c:v>5</c:v>
                </c:pt>
                <c:pt idx="91693">
                  <c:v>1</c:v>
                </c:pt>
                <c:pt idx="91694">
                  <c:v>2</c:v>
                </c:pt>
                <c:pt idx="91695">
                  <c:v>4</c:v>
                </c:pt>
                <c:pt idx="91696">
                  <c:v>2</c:v>
                </c:pt>
                <c:pt idx="91697">
                  <c:v>2</c:v>
                </c:pt>
                <c:pt idx="91698">
                  <c:v>2</c:v>
                </c:pt>
                <c:pt idx="91699">
                  <c:v>2</c:v>
                </c:pt>
                <c:pt idx="91700">
                  <c:v>2</c:v>
                </c:pt>
                <c:pt idx="91701">
                  <c:v>6</c:v>
                </c:pt>
                <c:pt idx="91702">
                  <c:v>6</c:v>
                </c:pt>
                <c:pt idx="91703">
                  <c:v>3</c:v>
                </c:pt>
                <c:pt idx="91704">
                  <c:v>3</c:v>
                </c:pt>
                <c:pt idx="91705">
                  <c:v>6</c:v>
                </c:pt>
                <c:pt idx="91706">
                  <c:v>4</c:v>
                </c:pt>
                <c:pt idx="91707">
                  <c:v>4</c:v>
                </c:pt>
                <c:pt idx="91708">
                  <c:v>3</c:v>
                </c:pt>
                <c:pt idx="91709">
                  <c:v>4</c:v>
                </c:pt>
                <c:pt idx="91710">
                  <c:v>4</c:v>
                </c:pt>
                <c:pt idx="91711">
                  <c:v>5</c:v>
                </c:pt>
                <c:pt idx="91712">
                  <c:v>4</c:v>
                </c:pt>
                <c:pt idx="91713">
                  <c:v>1</c:v>
                </c:pt>
                <c:pt idx="91714">
                  <c:v>1</c:v>
                </c:pt>
                <c:pt idx="91715">
                  <c:v>1</c:v>
                </c:pt>
                <c:pt idx="91716">
                  <c:v>1</c:v>
                </c:pt>
                <c:pt idx="91717">
                  <c:v>3</c:v>
                </c:pt>
                <c:pt idx="91718">
                  <c:v>2</c:v>
                </c:pt>
                <c:pt idx="91719">
                  <c:v>4</c:v>
                </c:pt>
                <c:pt idx="91720">
                  <c:v>3</c:v>
                </c:pt>
                <c:pt idx="91721">
                  <c:v>3</c:v>
                </c:pt>
                <c:pt idx="91722">
                  <c:v>3</c:v>
                </c:pt>
                <c:pt idx="91723">
                  <c:v>3</c:v>
                </c:pt>
                <c:pt idx="91724">
                  <c:v>3</c:v>
                </c:pt>
                <c:pt idx="91725">
                  <c:v>3</c:v>
                </c:pt>
                <c:pt idx="91726">
                  <c:v>1</c:v>
                </c:pt>
                <c:pt idx="91727">
                  <c:v>2</c:v>
                </c:pt>
                <c:pt idx="91728">
                  <c:v>1</c:v>
                </c:pt>
                <c:pt idx="91729">
                  <c:v>3</c:v>
                </c:pt>
                <c:pt idx="91730">
                  <c:v>3</c:v>
                </c:pt>
                <c:pt idx="91731">
                  <c:v>2</c:v>
                </c:pt>
                <c:pt idx="91732">
                  <c:v>5</c:v>
                </c:pt>
                <c:pt idx="91733">
                  <c:v>3</c:v>
                </c:pt>
                <c:pt idx="91734">
                  <c:v>1</c:v>
                </c:pt>
                <c:pt idx="91735">
                  <c:v>2</c:v>
                </c:pt>
                <c:pt idx="91736">
                  <c:v>2</c:v>
                </c:pt>
                <c:pt idx="91737">
                  <c:v>2</c:v>
                </c:pt>
                <c:pt idx="91738">
                  <c:v>2</c:v>
                </c:pt>
                <c:pt idx="91739">
                  <c:v>2</c:v>
                </c:pt>
                <c:pt idx="91740">
                  <c:v>2</c:v>
                </c:pt>
                <c:pt idx="91741">
                  <c:v>9</c:v>
                </c:pt>
                <c:pt idx="91742">
                  <c:v>4</c:v>
                </c:pt>
                <c:pt idx="91743">
                  <c:v>5</c:v>
                </c:pt>
                <c:pt idx="91744">
                  <c:v>5</c:v>
                </c:pt>
                <c:pt idx="91745">
                  <c:v>2</c:v>
                </c:pt>
                <c:pt idx="91746">
                  <c:v>2</c:v>
                </c:pt>
                <c:pt idx="91747">
                  <c:v>1</c:v>
                </c:pt>
                <c:pt idx="91748">
                  <c:v>1</c:v>
                </c:pt>
                <c:pt idx="91749">
                  <c:v>3</c:v>
                </c:pt>
                <c:pt idx="91750">
                  <c:v>1</c:v>
                </c:pt>
                <c:pt idx="91751">
                  <c:v>1</c:v>
                </c:pt>
                <c:pt idx="91752">
                  <c:v>2</c:v>
                </c:pt>
                <c:pt idx="91753">
                  <c:v>1</c:v>
                </c:pt>
                <c:pt idx="91754">
                  <c:v>1</c:v>
                </c:pt>
                <c:pt idx="91755">
                  <c:v>2</c:v>
                </c:pt>
                <c:pt idx="91756">
                  <c:v>3</c:v>
                </c:pt>
                <c:pt idx="91757">
                  <c:v>3</c:v>
                </c:pt>
                <c:pt idx="91758">
                  <c:v>3</c:v>
                </c:pt>
                <c:pt idx="91759">
                  <c:v>4</c:v>
                </c:pt>
                <c:pt idx="91760">
                  <c:v>1</c:v>
                </c:pt>
                <c:pt idx="91761">
                  <c:v>3</c:v>
                </c:pt>
                <c:pt idx="91762">
                  <c:v>4</c:v>
                </c:pt>
                <c:pt idx="91763">
                  <c:v>3</c:v>
                </c:pt>
                <c:pt idx="91764">
                  <c:v>2</c:v>
                </c:pt>
                <c:pt idx="91765">
                  <c:v>3</c:v>
                </c:pt>
                <c:pt idx="91766">
                  <c:v>1</c:v>
                </c:pt>
                <c:pt idx="91767">
                  <c:v>2</c:v>
                </c:pt>
                <c:pt idx="91768">
                  <c:v>2</c:v>
                </c:pt>
                <c:pt idx="91769">
                  <c:v>3</c:v>
                </c:pt>
                <c:pt idx="91770">
                  <c:v>4</c:v>
                </c:pt>
                <c:pt idx="91771">
                  <c:v>-1</c:v>
                </c:pt>
                <c:pt idx="91772">
                  <c:v>1</c:v>
                </c:pt>
                <c:pt idx="91773">
                  <c:v>2</c:v>
                </c:pt>
                <c:pt idx="91774">
                  <c:v>3</c:v>
                </c:pt>
                <c:pt idx="91775">
                  <c:v>2</c:v>
                </c:pt>
                <c:pt idx="91776">
                  <c:v>1</c:v>
                </c:pt>
                <c:pt idx="91777">
                  <c:v>2</c:v>
                </c:pt>
                <c:pt idx="91778">
                  <c:v>2</c:v>
                </c:pt>
                <c:pt idx="91779">
                  <c:v>2</c:v>
                </c:pt>
                <c:pt idx="91780">
                  <c:v>5</c:v>
                </c:pt>
                <c:pt idx="91781">
                  <c:v>1</c:v>
                </c:pt>
                <c:pt idx="91782">
                  <c:v>2</c:v>
                </c:pt>
                <c:pt idx="91783">
                  <c:v>2</c:v>
                </c:pt>
                <c:pt idx="91784">
                  <c:v>1</c:v>
                </c:pt>
                <c:pt idx="91785">
                  <c:v>2</c:v>
                </c:pt>
                <c:pt idx="91786">
                  <c:v>1</c:v>
                </c:pt>
                <c:pt idx="91787">
                  <c:v>2</c:v>
                </c:pt>
                <c:pt idx="91788">
                  <c:v>2</c:v>
                </c:pt>
                <c:pt idx="91789">
                  <c:v>1</c:v>
                </c:pt>
                <c:pt idx="91790">
                  <c:v>2</c:v>
                </c:pt>
                <c:pt idx="91791">
                  <c:v>1</c:v>
                </c:pt>
                <c:pt idx="91792">
                  <c:v>1</c:v>
                </c:pt>
                <c:pt idx="91793">
                  <c:v>-3</c:v>
                </c:pt>
                <c:pt idx="91794">
                  <c:v>4</c:v>
                </c:pt>
                <c:pt idx="91795">
                  <c:v>-5</c:v>
                </c:pt>
                <c:pt idx="91796">
                  <c:v>3</c:v>
                </c:pt>
                <c:pt idx="91797">
                  <c:v>4</c:v>
                </c:pt>
                <c:pt idx="91798">
                  <c:v>2</c:v>
                </c:pt>
                <c:pt idx="91799">
                  <c:v>2</c:v>
                </c:pt>
                <c:pt idx="91800">
                  <c:v>5</c:v>
                </c:pt>
                <c:pt idx="91801">
                  <c:v>1</c:v>
                </c:pt>
                <c:pt idx="91802">
                  <c:v>2</c:v>
                </c:pt>
                <c:pt idx="91803">
                  <c:v>2</c:v>
                </c:pt>
                <c:pt idx="91804">
                  <c:v>1</c:v>
                </c:pt>
                <c:pt idx="91805">
                  <c:v>1</c:v>
                </c:pt>
                <c:pt idx="91806">
                  <c:v>1</c:v>
                </c:pt>
                <c:pt idx="91807">
                  <c:v>7</c:v>
                </c:pt>
                <c:pt idx="91808">
                  <c:v>1</c:v>
                </c:pt>
                <c:pt idx="91809">
                  <c:v>2</c:v>
                </c:pt>
                <c:pt idx="91810">
                  <c:v>5</c:v>
                </c:pt>
                <c:pt idx="91811">
                  <c:v>2</c:v>
                </c:pt>
                <c:pt idx="91812">
                  <c:v>2</c:v>
                </c:pt>
                <c:pt idx="91813">
                  <c:v>1</c:v>
                </c:pt>
                <c:pt idx="91814">
                  <c:v>1</c:v>
                </c:pt>
                <c:pt idx="91815">
                  <c:v>3</c:v>
                </c:pt>
                <c:pt idx="91816">
                  <c:v>2</c:v>
                </c:pt>
                <c:pt idx="91817">
                  <c:v>1</c:v>
                </c:pt>
                <c:pt idx="91818">
                  <c:v>1</c:v>
                </c:pt>
                <c:pt idx="91819">
                  <c:v>6</c:v>
                </c:pt>
                <c:pt idx="91820">
                  <c:v>6</c:v>
                </c:pt>
                <c:pt idx="91821">
                  <c:v>3</c:v>
                </c:pt>
                <c:pt idx="91822">
                  <c:v>2</c:v>
                </c:pt>
                <c:pt idx="91823">
                  <c:v>2</c:v>
                </c:pt>
                <c:pt idx="91824">
                  <c:v>3</c:v>
                </c:pt>
                <c:pt idx="91825">
                  <c:v>3</c:v>
                </c:pt>
                <c:pt idx="91826">
                  <c:v>2</c:v>
                </c:pt>
                <c:pt idx="91827">
                  <c:v>2</c:v>
                </c:pt>
                <c:pt idx="91828">
                  <c:v>2</c:v>
                </c:pt>
                <c:pt idx="91829">
                  <c:v>2</c:v>
                </c:pt>
                <c:pt idx="91830">
                  <c:v>2</c:v>
                </c:pt>
                <c:pt idx="91831">
                  <c:v>2</c:v>
                </c:pt>
                <c:pt idx="91832">
                  <c:v>2</c:v>
                </c:pt>
                <c:pt idx="91833">
                  <c:v>2</c:v>
                </c:pt>
                <c:pt idx="91834">
                  <c:v>2</c:v>
                </c:pt>
                <c:pt idx="91835">
                  <c:v>2</c:v>
                </c:pt>
                <c:pt idx="91836">
                  <c:v>2</c:v>
                </c:pt>
                <c:pt idx="91837">
                  <c:v>2</c:v>
                </c:pt>
                <c:pt idx="91838">
                  <c:v>3</c:v>
                </c:pt>
                <c:pt idx="91839">
                  <c:v>3</c:v>
                </c:pt>
                <c:pt idx="91840">
                  <c:v>2</c:v>
                </c:pt>
                <c:pt idx="91841">
                  <c:v>2</c:v>
                </c:pt>
                <c:pt idx="91842">
                  <c:v>7</c:v>
                </c:pt>
                <c:pt idx="91843">
                  <c:v>7</c:v>
                </c:pt>
                <c:pt idx="91844">
                  <c:v>3</c:v>
                </c:pt>
                <c:pt idx="91845">
                  <c:v>3</c:v>
                </c:pt>
                <c:pt idx="91846">
                  <c:v>2</c:v>
                </c:pt>
                <c:pt idx="91847">
                  <c:v>2</c:v>
                </c:pt>
                <c:pt idx="91848">
                  <c:v>2</c:v>
                </c:pt>
                <c:pt idx="91849">
                  <c:v>3</c:v>
                </c:pt>
                <c:pt idx="91850">
                  <c:v>1</c:v>
                </c:pt>
                <c:pt idx="91851">
                  <c:v>2</c:v>
                </c:pt>
                <c:pt idx="91852">
                  <c:v>2</c:v>
                </c:pt>
                <c:pt idx="91853">
                  <c:v>2</c:v>
                </c:pt>
                <c:pt idx="91854">
                  <c:v>4</c:v>
                </c:pt>
                <c:pt idx="91855">
                  <c:v>2</c:v>
                </c:pt>
                <c:pt idx="91856">
                  <c:v>3</c:v>
                </c:pt>
                <c:pt idx="91857">
                  <c:v>2</c:v>
                </c:pt>
                <c:pt idx="91858">
                  <c:v>1</c:v>
                </c:pt>
                <c:pt idx="91859">
                  <c:v>3</c:v>
                </c:pt>
                <c:pt idx="91860">
                  <c:v>2</c:v>
                </c:pt>
                <c:pt idx="91861">
                  <c:v>2</c:v>
                </c:pt>
                <c:pt idx="91862">
                  <c:v>1</c:v>
                </c:pt>
                <c:pt idx="91863">
                  <c:v>1</c:v>
                </c:pt>
                <c:pt idx="91864">
                  <c:v>5</c:v>
                </c:pt>
                <c:pt idx="91865">
                  <c:v>4</c:v>
                </c:pt>
                <c:pt idx="91866">
                  <c:v>1</c:v>
                </c:pt>
                <c:pt idx="91867">
                  <c:v>1</c:v>
                </c:pt>
                <c:pt idx="91868">
                  <c:v>2</c:v>
                </c:pt>
                <c:pt idx="91869">
                  <c:v>2</c:v>
                </c:pt>
                <c:pt idx="91870">
                  <c:v>2</c:v>
                </c:pt>
                <c:pt idx="91871">
                  <c:v>1</c:v>
                </c:pt>
                <c:pt idx="91872">
                  <c:v>1</c:v>
                </c:pt>
                <c:pt idx="91873">
                  <c:v>2</c:v>
                </c:pt>
                <c:pt idx="91874">
                  <c:v>2</c:v>
                </c:pt>
                <c:pt idx="91875">
                  <c:v>2</c:v>
                </c:pt>
                <c:pt idx="91876">
                  <c:v>2</c:v>
                </c:pt>
                <c:pt idx="91877">
                  <c:v>2</c:v>
                </c:pt>
                <c:pt idx="91878">
                  <c:v>2</c:v>
                </c:pt>
                <c:pt idx="91879">
                  <c:v>1</c:v>
                </c:pt>
                <c:pt idx="91880">
                  <c:v>1</c:v>
                </c:pt>
                <c:pt idx="91881">
                  <c:v>1</c:v>
                </c:pt>
                <c:pt idx="91882">
                  <c:v>1</c:v>
                </c:pt>
                <c:pt idx="91883">
                  <c:v>8</c:v>
                </c:pt>
                <c:pt idx="91884">
                  <c:v>8</c:v>
                </c:pt>
                <c:pt idx="91885">
                  <c:v>5</c:v>
                </c:pt>
                <c:pt idx="91886">
                  <c:v>4</c:v>
                </c:pt>
                <c:pt idx="91887">
                  <c:v>4</c:v>
                </c:pt>
                <c:pt idx="91888">
                  <c:v>4</c:v>
                </c:pt>
                <c:pt idx="91889">
                  <c:v>5</c:v>
                </c:pt>
                <c:pt idx="91890">
                  <c:v>2</c:v>
                </c:pt>
                <c:pt idx="91891">
                  <c:v>3</c:v>
                </c:pt>
                <c:pt idx="91892">
                  <c:v>3</c:v>
                </c:pt>
                <c:pt idx="91893">
                  <c:v>2</c:v>
                </c:pt>
                <c:pt idx="91894">
                  <c:v>2</c:v>
                </c:pt>
                <c:pt idx="91895">
                  <c:v>4</c:v>
                </c:pt>
                <c:pt idx="91896">
                  <c:v>5</c:v>
                </c:pt>
                <c:pt idx="91897">
                  <c:v>5</c:v>
                </c:pt>
                <c:pt idx="91898">
                  <c:v>4</c:v>
                </c:pt>
                <c:pt idx="91899">
                  <c:v>4</c:v>
                </c:pt>
                <c:pt idx="91900">
                  <c:v>1</c:v>
                </c:pt>
                <c:pt idx="91901">
                  <c:v>2</c:v>
                </c:pt>
                <c:pt idx="91902">
                  <c:v>1</c:v>
                </c:pt>
                <c:pt idx="91903">
                  <c:v>1</c:v>
                </c:pt>
                <c:pt idx="91904">
                  <c:v>1</c:v>
                </c:pt>
                <c:pt idx="91905">
                  <c:v>2</c:v>
                </c:pt>
                <c:pt idx="91906">
                  <c:v>1</c:v>
                </c:pt>
                <c:pt idx="91907">
                  <c:v>2</c:v>
                </c:pt>
                <c:pt idx="91908">
                  <c:v>3</c:v>
                </c:pt>
                <c:pt idx="91909">
                  <c:v>1</c:v>
                </c:pt>
                <c:pt idx="91910">
                  <c:v>1</c:v>
                </c:pt>
                <c:pt idx="91911">
                  <c:v>2</c:v>
                </c:pt>
                <c:pt idx="91912">
                  <c:v>1</c:v>
                </c:pt>
                <c:pt idx="91913">
                  <c:v>2</c:v>
                </c:pt>
                <c:pt idx="91914">
                  <c:v>1</c:v>
                </c:pt>
                <c:pt idx="91915">
                  <c:v>3</c:v>
                </c:pt>
                <c:pt idx="91916">
                  <c:v>3</c:v>
                </c:pt>
                <c:pt idx="91917">
                  <c:v>3</c:v>
                </c:pt>
                <c:pt idx="91918">
                  <c:v>3</c:v>
                </c:pt>
                <c:pt idx="91919">
                  <c:v>3</c:v>
                </c:pt>
                <c:pt idx="91920">
                  <c:v>3</c:v>
                </c:pt>
                <c:pt idx="91921">
                  <c:v>3</c:v>
                </c:pt>
                <c:pt idx="91922">
                  <c:v>3</c:v>
                </c:pt>
                <c:pt idx="91923">
                  <c:v>5</c:v>
                </c:pt>
                <c:pt idx="91924">
                  <c:v>2</c:v>
                </c:pt>
                <c:pt idx="91925">
                  <c:v>2</c:v>
                </c:pt>
                <c:pt idx="91926">
                  <c:v>2</c:v>
                </c:pt>
                <c:pt idx="91927">
                  <c:v>2</c:v>
                </c:pt>
                <c:pt idx="91928">
                  <c:v>5</c:v>
                </c:pt>
                <c:pt idx="91929">
                  <c:v>7</c:v>
                </c:pt>
                <c:pt idx="91930">
                  <c:v>2</c:v>
                </c:pt>
                <c:pt idx="91931">
                  <c:v>5</c:v>
                </c:pt>
                <c:pt idx="91932">
                  <c:v>5</c:v>
                </c:pt>
                <c:pt idx="91933">
                  <c:v>4</c:v>
                </c:pt>
                <c:pt idx="91934">
                  <c:v>5</c:v>
                </c:pt>
                <c:pt idx="91935">
                  <c:v>5</c:v>
                </c:pt>
                <c:pt idx="91936">
                  <c:v>1</c:v>
                </c:pt>
                <c:pt idx="91937">
                  <c:v>3</c:v>
                </c:pt>
                <c:pt idx="91938">
                  <c:v>3</c:v>
                </c:pt>
                <c:pt idx="91939">
                  <c:v>2</c:v>
                </c:pt>
                <c:pt idx="91940">
                  <c:v>4</c:v>
                </c:pt>
                <c:pt idx="91941">
                  <c:v>4</c:v>
                </c:pt>
                <c:pt idx="91942">
                  <c:v>1</c:v>
                </c:pt>
                <c:pt idx="91943">
                  <c:v>2</c:v>
                </c:pt>
                <c:pt idx="91944">
                  <c:v>-6</c:v>
                </c:pt>
                <c:pt idx="91945">
                  <c:v>-6</c:v>
                </c:pt>
                <c:pt idx="91946">
                  <c:v>2</c:v>
                </c:pt>
                <c:pt idx="91947">
                  <c:v>-6</c:v>
                </c:pt>
                <c:pt idx="91948">
                  <c:v>1</c:v>
                </c:pt>
                <c:pt idx="91949">
                  <c:v>1</c:v>
                </c:pt>
                <c:pt idx="91950">
                  <c:v>1</c:v>
                </c:pt>
                <c:pt idx="91951">
                  <c:v>3</c:v>
                </c:pt>
                <c:pt idx="91952">
                  <c:v>3</c:v>
                </c:pt>
                <c:pt idx="91953">
                  <c:v>-6</c:v>
                </c:pt>
                <c:pt idx="91954">
                  <c:v>4</c:v>
                </c:pt>
                <c:pt idx="91955">
                  <c:v>3</c:v>
                </c:pt>
                <c:pt idx="91956">
                  <c:v>-6</c:v>
                </c:pt>
                <c:pt idx="91957">
                  <c:v>-6</c:v>
                </c:pt>
                <c:pt idx="91958">
                  <c:v>-1</c:v>
                </c:pt>
                <c:pt idx="91959">
                  <c:v>1</c:v>
                </c:pt>
                <c:pt idx="91960">
                  <c:v>6</c:v>
                </c:pt>
                <c:pt idx="91961">
                  <c:v>6</c:v>
                </c:pt>
                <c:pt idx="91962">
                  <c:v>6</c:v>
                </c:pt>
                <c:pt idx="91963">
                  <c:v>2</c:v>
                </c:pt>
                <c:pt idx="91964">
                  <c:v>6</c:v>
                </c:pt>
                <c:pt idx="91965">
                  <c:v>6</c:v>
                </c:pt>
                <c:pt idx="91966">
                  <c:v>6</c:v>
                </c:pt>
                <c:pt idx="91967">
                  <c:v>2</c:v>
                </c:pt>
                <c:pt idx="91968">
                  <c:v>2</c:v>
                </c:pt>
                <c:pt idx="91969">
                  <c:v>1</c:v>
                </c:pt>
                <c:pt idx="91970">
                  <c:v>2</c:v>
                </c:pt>
                <c:pt idx="91971">
                  <c:v>-1</c:v>
                </c:pt>
                <c:pt idx="91972">
                  <c:v>-1</c:v>
                </c:pt>
                <c:pt idx="91973">
                  <c:v>2</c:v>
                </c:pt>
                <c:pt idx="91974">
                  <c:v>1</c:v>
                </c:pt>
                <c:pt idx="91975">
                  <c:v>2</c:v>
                </c:pt>
                <c:pt idx="91976">
                  <c:v>2</c:v>
                </c:pt>
                <c:pt idx="91977">
                  <c:v>1</c:v>
                </c:pt>
                <c:pt idx="91978">
                  <c:v>2</c:v>
                </c:pt>
                <c:pt idx="91979">
                  <c:v>4</c:v>
                </c:pt>
                <c:pt idx="91980">
                  <c:v>1</c:v>
                </c:pt>
                <c:pt idx="91981">
                  <c:v>2</c:v>
                </c:pt>
                <c:pt idx="91982">
                  <c:v>-1</c:v>
                </c:pt>
                <c:pt idx="91983">
                  <c:v>2</c:v>
                </c:pt>
                <c:pt idx="91984">
                  <c:v>2</c:v>
                </c:pt>
                <c:pt idx="91985">
                  <c:v>2</c:v>
                </c:pt>
                <c:pt idx="91986">
                  <c:v>-1</c:v>
                </c:pt>
                <c:pt idx="91987">
                  <c:v>2</c:v>
                </c:pt>
                <c:pt idx="91988">
                  <c:v>1</c:v>
                </c:pt>
                <c:pt idx="91989">
                  <c:v>2</c:v>
                </c:pt>
                <c:pt idx="91990">
                  <c:v>1</c:v>
                </c:pt>
                <c:pt idx="91991">
                  <c:v>4</c:v>
                </c:pt>
                <c:pt idx="91992">
                  <c:v>2</c:v>
                </c:pt>
                <c:pt idx="91993">
                  <c:v>4</c:v>
                </c:pt>
                <c:pt idx="91994">
                  <c:v>4</c:v>
                </c:pt>
                <c:pt idx="91995">
                  <c:v>4</c:v>
                </c:pt>
                <c:pt idx="91996">
                  <c:v>3</c:v>
                </c:pt>
                <c:pt idx="91997">
                  <c:v>1</c:v>
                </c:pt>
                <c:pt idx="91998">
                  <c:v>3</c:v>
                </c:pt>
                <c:pt idx="91999">
                  <c:v>3</c:v>
                </c:pt>
                <c:pt idx="92000">
                  <c:v>-1</c:v>
                </c:pt>
                <c:pt idx="92001">
                  <c:v>1</c:v>
                </c:pt>
                <c:pt idx="92002">
                  <c:v>2</c:v>
                </c:pt>
                <c:pt idx="92003">
                  <c:v>3</c:v>
                </c:pt>
                <c:pt idx="92004">
                  <c:v>3</c:v>
                </c:pt>
                <c:pt idx="92005">
                  <c:v>3</c:v>
                </c:pt>
                <c:pt idx="92006">
                  <c:v>3</c:v>
                </c:pt>
                <c:pt idx="92007">
                  <c:v>3</c:v>
                </c:pt>
                <c:pt idx="92008">
                  <c:v>2</c:v>
                </c:pt>
                <c:pt idx="92009">
                  <c:v>3</c:v>
                </c:pt>
                <c:pt idx="92010">
                  <c:v>4</c:v>
                </c:pt>
                <c:pt idx="92011">
                  <c:v>3</c:v>
                </c:pt>
                <c:pt idx="92012">
                  <c:v>2</c:v>
                </c:pt>
                <c:pt idx="92013">
                  <c:v>2</c:v>
                </c:pt>
                <c:pt idx="92014">
                  <c:v>3</c:v>
                </c:pt>
                <c:pt idx="92015">
                  <c:v>3</c:v>
                </c:pt>
                <c:pt idx="92016">
                  <c:v>2</c:v>
                </c:pt>
                <c:pt idx="92017">
                  <c:v>2</c:v>
                </c:pt>
                <c:pt idx="92018">
                  <c:v>2</c:v>
                </c:pt>
                <c:pt idx="92019">
                  <c:v>2</c:v>
                </c:pt>
                <c:pt idx="92020">
                  <c:v>2</c:v>
                </c:pt>
                <c:pt idx="92021">
                  <c:v>2</c:v>
                </c:pt>
                <c:pt idx="92022">
                  <c:v>2</c:v>
                </c:pt>
                <c:pt idx="92023">
                  <c:v>2</c:v>
                </c:pt>
                <c:pt idx="92024">
                  <c:v>3</c:v>
                </c:pt>
                <c:pt idx="92025">
                  <c:v>3</c:v>
                </c:pt>
                <c:pt idx="92026">
                  <c:v>1</c:v>
                </c:pt>
                <c:pt idx="92027">
                  <c:v>3</c:v>
                </c:pt>
                <c:pt idx="92028">
                  <c:v>3</c:v>
                </c:pt>
                <c:pt idx="92029">
                  <c:v>2</c:v>
                </c:pt>
                <c:pt idx="92030">
                  <c:v>2</c:v>
                </c:pt>
                <c:pt idx="92031">
                  <c:v>3</c:v>
                </c:pt>
                <c:pt idx="92032">
                  <c:v>5</c:v>
                </c:pt>
                <c:pt idx="92033">
                  <c:v>5</c:v>
                </c:pt>
                <c:pt idx="92034">
                  <c:v>2</c:v>
                </c:pt>
                <c:pt idx="92035">
                  <c:v>2</c:v>
                </c:pt>
                <c:pt idx="92036">
                  <c:v>1</c:v>
                </c:pt>
                <c:pt idx="92037">
                  <c:v>1</c:v>
                </c:pt>
                <c:pt idx="92038">
                  <c:v>2</c:v>
                </c:pt>
                <c:pt idx="92039">
                  <c:v>3</c:v>
                </c:pt>
                <c:pt idx="92040">
                  <c:v>5</c:v>
                </c:pt>
                <c:pt idx="92041">
                  <c:v>2</c:v>
                </c:pt>
                <c:pt idx="92042">
                  <c:v>1</c:v>
                </c:pt>
                <c:pt idx="92043">
                  <c:v>1</c:v>
                </c:pt>
                <c:pt idx="92044">
                  <c:v>1</c:v>
                </c:pt>
                <c:pt idx="92045">
                  <c:v>1</c:v>
                </c:pt>
                <c:pt idx="92046">
                  <c:v>1</c:v>
                </c:pt>
                <c:pt idx="92047">
                  <c:v>2</c:v>
                </c:pt>
                <c:pt idx="92048">
                  <c:v>2</c:v>
                </c:pt>
                <c:pt idx="92049">
                  <c:v>2</c:v>
                </c:pt>
                <c:pt idx="92050">
                  <c:v>13</c:v>
                </c:pt>
                <c:pt idx="92051">
                  <c:v>1</c:v>
                </c:pt>
                <c:pt idx="92052">
                  <c:v>1</c:v>
                </c:pt>
                <c:pt idx="92053">
                  <c:v>1</c:v>
                </c:pt>
                <c:pt idx="92054">
                  <c:v>1</c:v>
                </c:pt>
                <c:pt idx="92055">
                  <c:v>1</c:v>
                </c:pt>
                <c:pt idx="92056">
                  <c:v>2</c:v>
                </c:pt>
                <c:pt idx="92057">
                  <c:v>-1</c:v>
                </c:pt>
                <c:pt idx="92058">
                  <c:v>2</c:v>
                </c:pt>
                <c:pt idx="92059">
                  <c:v>3</c:v>
                </c:pt>
                <c:pt idx="92060">
                  <c:v>14</c:v>
                </c:pt>
                <c:pt idx="92061">
                  <c:v>3</c:v>
                </c:pt>
                <c:pt idx="92062">
                  <c:v>1</c:v>
                </c:pt>
                <c:pt idx="92063">
                  <c:v>5</c:v>
                </c:pt>
                <c:pt idx="92064">
                  <c:v>1</c:v>
                </c:pt>
                <c:pt idx="92065">
                  <c:v>2</c:v>
                </c:pt>
                <c:pt idx="92066">
                  <c:v>4</c:v>
                </c:pt>
                <c:pt idx="92067">
                  <c:v>3</c:v>
                </c:pt>
                <c:pt idx="92068">
                  <c:v>1</c:v>
                </c:pt>
                <c:pt idx="92069">
                  <c:v>5</c:v>
                </c:pt>
                <c:pt idx="92070">
                  <c:v>8</c:v>
                </c:pt>
                <c:pt idx="92071">
                  <c:v>4</c:v>
                </c:pt>
                <c:pt idx="92072">
                  <c:v>2</c:v>
                </c:pt>
                <c:pt idx="92073">
                  <c:v>2</c:v>
                </c:pt>
                <c:pt idx="92074">
                  <c:v>2</c:v>
                </c:pt>
                <c:pt idx="92075">
                  <c:v>2</c:v>
                </c:pt>
                <c:pt idx="92076">
                  <c:v>2</c:v>
                </c:pt>
                <c:pt idx="92077">
                  <c:v>2</c:v>
                </c:pt>
                <c:pt idx="92078">
                  <c:v>2</c:v>
                </c:pt>
                <c:pt idx="92079">
                  <c:v>5</c:v>
                </c:pt>
                <c:pt idx="92080">
                  <c:v>3</c:v>
                </c:pt>
                <c:pt idx="92081">
                  <c:v>3</c:v>
                </c:pt>
                <c:pt idx="92082">
                  <c:v>1</c:v>
                </c:pt>
                <c:pt idx="92083">
                  <c:v>5</c:v>
                </c:pt>
                <c:pt idx="92084">
                  <c:v>5</c:v>
                </c:pt>
                <c:pt idx="92085">
                  <c:v>1</c:v>
                </c:pt>
                <c:pt idx="92086">
                  <c:v>11</c:v>
                </c:pt>
                <c:pt idx="92087">
                  <c:v>2</c:v>
                </c:pt>
                <c:pt idx="92088">
                  <c:v>2</c:v>
                </c:pt>
                <c:pt idx="92089">
                  <c:v>2</c:v>
                </c:pt>
                <c:pt idx="92090">
                  <c:v>2</c:v>
                </c:pt>
                <c:pt idx="92091">
                  <c:v>2</c:v>
                </c:pt>
                <c:pt idx="92092">
                  <c:v>2</c:v>
                </c:pt>
                <c:pt idx="92093">
                  <c:v>1</c:v>
                </c:pt>
                <c:pt idx="92094">
                  <c:v>14</c:v>
                </c:pt>
                <c:pt idx="92095">
                  <c:v>6</c:v>
                </c:pt>
                <c:pt idx="92096">
                  <c:v>8</c:v>
                </c:pt>
                <c:pt idx="92097">
                  <c:v>2</c:v>
                </c:pt>
                <c:pt idx="92098">
                  <c:v>2</c:v>
                </c:pt>
                <c:pt idx="92099">
                  <c:v>4</c:v>
                </c:pt>
                <c:pt idx="92100">
                  <c:v>3</c:v>
                </c:pt>
                <c:pt idx="92101">
                  <c:v>-2</c:v>
                </c:pt>
                <c:pt idx="92102">
                  <c:v>2</c:v>
                </c:pt>
                <c:pt idx="92103">
                  <c:v>1</c:v>
                </c:pt>
                <c:pt idx="92104">
                  <c:v>1</c:v>
                </c:pt>
                <c:pt idx="92105">
                  <c:v>1</c:v>
                </c:pt>
                <c:pt idx="92106">
                  <c:v>3</c:v>
                </c:pt>
                <c:pt idx="92107">
                  <c:v>1</c:v>
                </c:pt>
                <c:pt idx="92108">
                  <c:v>2</c:v>
                </c:pt>
                <c:pt idx="92109">
                  <c:v>4</c:v>
                </c:pt>
                <c:pt idx="92110">
                  <c:v>3</c:v>
                </c:pt>
                <c:pt idx="92111">
                  <c:v>4</c:v>
                </c:pt>
                <c:pt idx="92112">
                  <c:v>6</c:v>
                </c:pt>
                <c:pt idx="92113">
                  <c:v>7</c:v>
                </c:pt>
                <c:pt idx="92114">
                  <c:v>3</c:v>
                </c:pt>
                <c:pt idx="92115">
                  <c:v>2</c:v>
                </c:pt>
                <c:pt idx="92116">
                  <c:v>2</c:v>
                </c:pt>
                <c:pt idx="92117">
                  <c:v>3</c:v>
                </c:pt>
                <c:pt idx="92118">
                  <c:v>2</c:v>
                </c:pt>
                <c:pt idx="92119">
                  <c:v>5</c:v>
                </c:pt>
                <c:pt idx="92120">
                  <c:v>4</c:v>
                </c:pt>
                <c:pt idx="92121">
                  <c:v>4</c:v>
                </c:pt>
                <c:pt idx="92122">
                  <c:v>4</c:v>
                </c:pt>
                <c:pt idx="92123">
                  <c:v>4</c:v>
                </c:pt>
                <c:pt idx="92124">
                  <c:v>3</c:v>
                </c:pt>
                <c:pt idx="92125">
                  <c:v>2</c:v>
                </c:pt>
                <c:pt idx="92126">
                  <c:v>2</c:v>
                </c:pt>
                <c:pt idx="92127">
                  <c:v>2</c:v>
                </c:pt>
                <c:pt idx="92128">
                  <c:v>2</c:v>
                </c:pt>
                <c:pt idx="92129">
                  <c:v>3</c:v>
                </c:pt>
                <c:pt idx="92130">
                  <c:v>12</c:v>
                </c:pt>
                <c:pt idx="92131">
                  <c:v>3</c:v>
                </c:pt>
                <c:pt idx="92132">
                  <c:v>3</c:v>
                </c:pt>
                <c:pt idx="92133">
                  <c:v>9</c:v>
                </c:pt>
                <c:pt idx="92134">
                  <c:v>5</c:v>
                </c:pt>
                <c:pt idx="92135">
                  <c:v>1</c:v>
                </c:pt>
                <c:pt idx="92136">
                  <c:v>1</c:v>
                </c:pt>
                <c:pt idx="92137">
                  <c:v>2</c:v>
                </c:pt>
                <c:pt idx="92138">
                  <c:v>1</c:v>
                </c:pt>
                <c:pt idx="92139">
                  <c:v>6</c:v>
                </c:pt>
                <c:pt idx="92140">
                  <c:v>3</c:v>
                </c:pt>
                <c:pt idx="92141">
                  <c:v>3</c:v>
                </c:pt>
                <c:pt idx="92142">
                  <c:v>6</c:v>
                </c:pt>
                <c:pt idx="92143">
                  <c:v>3</c:v>
                </c:pt>
                <c:pt idx="92144">
                  <c:v>1</c:v>
                </c:pt>
                <c:pt idx="92145">
                  <c:v>1</c:v>
                </c:pt>
                <c:pt idx="92146">
                  <c:v>3</c:v>
                </c:pt>
                <c:pt idx="92147">
                  <c:v>1</c:v>
                </c:pt>
                <c:pt idx="92148">
                  <c:v>1</c:v>
                </c:pt>
                <c:pt idx="92149">
                  <c:v>3</c:v>
                </c:pt>
                <c:pt idx="92150">
                  <c:v>2</c:v>
                </c:pt>
                <c:pt idx="92151">
                  <c:v>2</c:v>
                </c:pt>
                <c:pt idx="92152">
                  <c:v>5</c:v>
                </c:pt>
                <c:pt idx="92153">
                  <c:v>5</c:v>
                </c:pt>
                <c:pt idx="92154">
                  <c:v>4</c:v>
                </c:pt>
                <c:pt idx="92155">
                  <c:v>5</c:v>
                </c:pt>
                <c:pt idx="92156">
                  <c:v>1</c:v>
                </c:pt>
                <c:pt idx="92157">
                  <c:v>1</c:v>
                </c:pt>
                <c:pt idx="92158">
                  <c:v>1</c:v>
                </c:pt>
                <c:pt idx="92159">
                  <c:v>1</c:v>
                </c:pt>
                <c:pt idx="92160">
                  <c:v>1</c:v>
                </c:pt>
                <c:pt idx="92161">
                  <c:v>3</c:v>
                </c:pt>
                <c:pt idx="92162">
                  <c:v>2</c:v>
                </c:pt>
                <c:pt idx="92163">
                  <c:v>4</c:v>
                </c:pt>
                <c:pt idx="92164">
                  <c:v>3</c:v>
                </c:pt>
                <c:pt idx="92165">
                  <c:v>4</c:v>
                </c:pt>
                <c:pt idx="92166">
                  <c:v>3</c:v>
                </c:pt>
                <c:pt idx="92167">
                  <c:v>1</c:v>
                </c:pt>
                <c:pt idx="92168">
                  <c:v>1</c:v>
                </c:pt>
                <c:pt idx="92169">
                  <c:v>2</c:v>
                </c:pt>
                <c:pt idx="92170">
                  <c:v>3</c:v>
                </c:pt>
                <c:pt idx="92171">
                  <c:v>3</c:v>
                </c:pt>
                <c:pt idx="92172">
                  <c:v>6</c:v>
                </c:pt>
                <c:pt idx="92173">
                  <c:v>11</c:v>
                </c:pt>
                <c:pt idx="92174">
                  <c:v>3</c:v>
                </c:pt>
                <c:pt idx="92175">
                  <c:v>3</c:v>
                </c:pt>
                <c:pt idx="92176">
                  <c:v>1</c:v>
                </c:pt>
                <c:pt idx="92177">
                  <c:v>2</c:v>
                </c:pt>
                <c:pt idx="92178">
                  <c:v>3</c:v>
                </c:pt>
                <c:pt idx="92179">
                  <c:v>2</c:v>
                </c:pt>
                <c:pt idx="92180">
                  <c:v>8</c:v>
                </c:pt>
                <c:pt idx="92181">
                  <c:v>7</c:v>
                </c:pt>
                <c:pt idx="92182">
                  <c:v>8</c:v>
                </c:pt>
                <c:pt idx="92183">
                  <c:v>-7</c:v>
                </c:pt>
                <c:pt idx="92184">
                  <c:v>2</c:v>
                </c:pt>
                <c:pt idx="92185">
                  <c:v>1</c:v>
                </c:pt>
                <c:pt idx="92186">
                  <c:v>3</c:v>
                </c:pt>
                <c:pt idx="92187">
                  <c:v>1</c:v>
                </c:pt>
                <c:pt idx="92188">
                  <c:v>4</c:v>
                </c:pt>
                <c:pt idx="92189">
                  <c:v>4</c:v>
                </c:pt>
                <c:pt idx="92190">
                  <c:v>1</c:v>
                </c:pt>
                <c:pt idx="92191">
                  <c:v>1</c:v>
                </c:pt>
                <c:pt idx="92192">
                  <c:v>1</c:v>
                </c:pt>
                <c:pt idx="92193">
                  <c:v>1</c:v>
                </c:pt>
                <c:pt idx="92194">
                  <c:v>3</c:v>
                </c:pt>
                <c:pt idx="92195">
                  <c:v>2</c:v>
                </c:pt>
                <c:pt idx="92196">
                  <c:v>2</c:v>
                </c:pt>
                <c:pt idx="92197">
                  <c:v>3</c:v>
                </c:pt>
                <c:pt idx="92198">
                  <c:v>3</c:v>
                </c:pt>
                <c:pt idx="92199">
                  <c:v>2</c:v>
                </c:pt>
                <c:pt idx="92200">
                  <c:v>3</c:v>
                </c:pt>
                <c:pt idx="92201">
                  <c:v>3</c:v>
                </c:pt>
                <c:pt idx="92202">
                  <c:v>3</c:v>
                </c:pt>
                <c:pt idx="92203">
                  <c:v>3</c:v>
                </c:pt>
                <c:pt idx="92204">
                  <c:v>3</c:v>
                </c:pt>
                <c:pt idx="92205">
                  <c:v>3</c:v>
                </c:pt>
                <c:pt idx="92206">
                  <c:v>8</c:v>
                </c:pt>
                <c:pt idx="92207">
                  <c:v>3</c:v>
                </c:pt>
                <c:pt idx="92208">
                  <c:v>1</c:v>
                </c:pt>
                <c:pt idx="92209">
                  <c:v>3</c:v>
                </c:pt>
                <c:pt idx="92210">
                  <c:v>2</c:v>
                </c:pt>
                <c:pt idx="92211">
                  <c:v>1</c:v>
                </c:pt>
                <c:pt idx="92212">
                  <c:v>4</c:v>
                </c:pt>
                <c:pt idx="92213">
                  <c:v>7</c:v>
                </c:pt>
                <c:pt idx="92214">
                  <c:v>4</c:v>
                </c:pt>
                <c:pt idx="92215">
                  <c:v>1</c:v>
                </c:pt>
                <c:pt idx="92216">
                  <c:v>1</c:v>
                </c:pt>
                <c:pt idx="92217">
                  <c:v>4</c:v>
                </c:pt>
                <c:pt idx="92218">
                  <c:v>2</c:v>
                </c:pt>
                <c:pt idx="92219">
                  <c:v>3</c:v>
                </c:pt>
                <c:pt idx="92220">
                  <c:v>4</c:v>
                </c:pt>
                <c:pt idx="92221">
                  <c:v>3</c:v>
                </c:pt>
                <c:pt idx="92222">
                  <c:v>3</c:v>
                </c:pt>
                <c:pt idx="92223">
                  <c:v>2</c:v>
                </c:pt>
                <c:pt idx="92224">
                  <c:v>2</c:v>
                </c:pt>
                <c:pt idx="92225">
                  <c:v>1</c:v>
                </c:pt>
                <c:pt idx="92226">
                  <c:v>1</c:v>
                </c:pt>
                <c:pt idx="92227">
                  <c:v>2</c:v>
                </c:pt>
                <c:pt idx="92228">
                  <c:v>1</c:v>
                </c:pt>
                <c:pt idx="92229">
                  <c:v>4</c:v>
                </c:pt>
                <c:pt idx="92230">
                  <c:v>3</c:v>
                </c:pt>
                <c:pt idx="92231">
                  <c:v>4</c:v>
                </c:pt>
                <c:pt idx="92232">
                  <c:v>4</c:v>
                </c:pt>
                <c:pt idx="92233">
                  <c:v>3</c:v>
                </c:pt>
                <c:pt idx="92234">
                  <c:v>2</c:v>
                </c:pt>
                <c:pt idx="92235">
                  <c:v>3</c:v>
                </c:pt>
                <c:pt idx="92236">
                  <c:v>2</c:v>
                </c:pt>
                <c:pt idx="92237">
                  <c:v>1</c:v>
                </c:pt>
                <c:pt idx="92238">
                  <c:v>3</c:v>
                </c:pt>
                <c:pt idx="92239">
                  <c:v>1</c:v>
                </c:pt>
                <c:pt idx="92240">
                  <c:v>1</c:v>
                </c:pt>
                <c:pt idx="92241">
                  <c:v>2</c:v>
                </c:pt>
                <c:pt idx="92242">
                  <c:v>1</c:v>
                </c:pt>
                <c:pt idx="92243">
                  <c:v>3</c:v>
                </c:pt>
                <c:pt idx="92244">
                  <c:v>6</c:v>
                </c:pt>
                <c:pt idx="92245">
                  <c:v>2</c:v>
                </c:pt>
                <c:pt idx="92246">
                  <c:v>8</c:v>
                </c:pt>
                <c:pt idx="92247">
                  <c:v>3</c:v>
                </c:pt>
                <c:pt idx="92248">
                  <c:v>3</c:v>
                </c:pt>
                <c:pt idx="92249">
                  <c:v>6</c:v>
                </c:pt>
                <c:pt idx="92250">
                  <c:v>1</c:v>
                </c:pt>
                <c:pt idx="92251">
                  <c:v>5</c:v>
                </c:pt>
                <c:pt idx="92252">
                  <c:v>3</c:v>
                </c:pt>
                <c:pt idx="92253">
                  <c:v>8</c:v>
                </c:pt>
                <c:pt idx="92254">
                  <c:v>3</c:v>
                </c:pt>
                <c:pt idx="92255">
                  <c:v>3</c:v>
                </c:pt>
                <c:pt idx="92256">
                  <c:v>2</c:v>
                </c:pt>
                <c:pt idx="92257">
                  <c:v>4</c:v>
                </c:pt>
                <c:pt idx="92258">
                  <c:v>1</c:v>
                </c:pt>
                <c:pt idx="92259">
                  <c:v>4</c:v>
                </c:pt>
                <c:pt idx="92260">
                  <c:v>0</c:v>
                </c:pt>
                <c:pt idx="92261">
                  <c:v>2</c:v>
                </c:pt>
                <c:pt idx="92262">
                  <c:v>2</c:v>
                </c:pt>
                <c:pt idx="92263">
                  <c:v>1</c:v>
                </c:pt>
                <c:pt idx="92264">
                  <c:v>4</c:v>
                </c:pt>
                <c:pt idx="92265">
                  <c:v>5</c:v>
                </c:pt>
                <c:pt idx="92266">
                  <c:v>2</c:v>
                </c:pt>
                <c:pt idx="92267">
                  <c:v>0</c:v>
                </c:pt>
                <c:pt idx="92268">
                  <c:v>2</c:v>
                </c:pt>
                <c:pt idx="92269">
                  <c:v>2</c:v>
                </c:pt>
                <c:pt idx="92270">
                  <c:v>2</c:v>
                </c:pt>
                <c:pt idx="92271">
                  <c:v>2</c:v>
                </c:pt>
                <c:pt idx="92272">
                  <c:v>2</c:v>
                </c:pt>
                <c:pt idx="92273">
                  <c:v>2</c:v>
                </c:pt>
                <c:pt idx="92274">
                  <c:v>2</c:v>
                </c:pt>
                <c:pt idx="92275">
                  <c:v>2</c:v>
                </c:pt>
                <c:pt idx="92276">
                  <c:v>1</c:v>
                </c:pt>
                <c:pt idx="92277">
                  <c:v>1</c:v>
                </c:pt>
                <c:pt idx="92278">
                  <c:v>2</c:v>
                </c:pt>
                <c:pt idx="92279">
                  <c:v>1</c:v>
                </c:pt>
                <c:pt idx="92280">
                  <c:v>2</c:v>
                </c:pt>
                <c:pt idx="92281">
                  <c:v>2</c:v>
                </c:pt>
                <c:pt idx="92282">
                  <c:v>2</c:v>
                </c:pt>
                <c:pt idx="92283">
                  <c:v>2</c:v>
                </c:pt>
                <c:pt idx="92284">
                  <c:v>8</c:v>
                </c:pt>
                <c:pt idx="92285">
                  <c:v>3</c:v>
                </c:pt>
                <c:pt idx="92286">
                  <c:v>3</c:v>
                </c:pt>
                <c:pt idx="92287">
                  <c:v>3</c:v>
                </c:pt>
                <c:pt idx="92288">
                  <c:v>3</c:v>
                </c:pt>
                <c:pt idx="92289">
                  <c:v>3</c:v>
                </c:pt>
                <c:pt idx="92290">
                  <c:v>3</c:v>
                </c:pt>
                <c:pt idx="92291">
                  <c:v>3</c:v>
                </c:pt>
                <c:pt idx="92292">
                  <c:v>3</c:v>
                </c:pt>
                <c:pt idx="92293">
                  <c:v>2</c:v>
                </c:pt>
                <c:pt idx="92294">
                  <c:v>8</c:v>
                </c:pt>
                <c:pt idx="92295">
                  <c:v>6</c:v>
                </c:pt>
                <c:pt idx="92296">
                  <c:v>8</c:v>
                </c:pt>
                <c:pt idx="92297">
                  <c:v>6</c:v>
                </c:pt>
                <c:pt idx="92298">
                  <c:v>2</c:v>
                </c:pt>
                <c:pt idx="92299">
                  <c:v>2</c:v>
                </c:pt>
                <c:pt idx="92300">
                  <c:v>1</c:v>
                </c:pt>
                <c:pt idx="92301">
                  <c:v>3</c:v>
                </c:pt>
                <c:pt idx="92302">
                  <c:v>2</c:v>
                </c:pt>
                <c:pt idx="92303">
                  <c:v>4</c:v>
                </c:pt>
                <c:pt idx="92304">
                  <c:v>7</c:v>
                </c:pt>
                <c:pt idx="92305">
                  <c:v>3</c:v>
                </c:pt>
                <c:pt idx="92306">
                  <c:v>2</c:v>
                </c:pt>
                <c:pt idx="92307">
                  <c:v>5</c:v>
                </c:pt>
                <c:pt idx="92308">
                  <c:v>4</c:v>
                </c:pt>
                <c:pt idx="92309">
                  <c:v>4</c:v>
                </c:pt>
                <c:pt idx="92310">
                  <c:v>3</c:v>
                </c:pt>
                <c:pt idx="92311">
                  <c:v>4</c:v>
                </c:pt>
                <c:pt idx="92312">
                  <c:v>4</c:v>
                </c:pt>
                <c:pt idx="92313">
                  <c:v>3</c:v>
                </c:pt>
                <c:pt idx="92314">
                  <c:v>3</c:v>
                </c:pt>
                <c:pt idx="92315">
                  <c:v>4</c:v>
                </c:pt>
                <c:pt idx="92316">
                  <c:v>3</c:v>
                </c:pt>
                <c:pt idx="92317">
                  <c:v>2</c:v>
                </c:pt>
                <c:pt idx="92318">
                  <c:v>0</c:v>
                </c:pt>
                <c:pt idx="92319">
                  <c:v>5</c:v>
                </c:pt>
                <c:pt idx="92320">
                  <c:v>3</c:v>
                </c:pt>
                <c:pt idx="92321">
                  <c:v>2</c:v>
                </c:pt>
                <c:pt idx="92322">
                  <c:v>3</c:v>
                </c:pt>
                <c:pt idx="92323">
                  <c:v>2</c:v>
                </c:pt>
                <c:pt idx="92324">
                  <c:v>0</c:v>
                </c:pt>
                <c:pt idx="92325">
                  <c:v>3</c:v>
                </c:pt>
                <c:pt idx="92326">
                  <c:v>3</c:v>
                </c:pt>
                <c:pt idx="92327">
                  <c:v>2</c:v>
                </c:pt>
                <c:pt idx="92328">
                  <c:v>2</c:v>
                </c:pt>
                <c:pt idx="92329">
                  <c:v>2</c:v>
                </c:pt>
                <c:pt idx="92330">
                  <c:v>5</c:v>
                </c:pt>
                <c:pt idx="92331">
                  <c:v>3</c:v>
                </c:pt>
                <c:pt idx="92332">
                  <c:v>3</c:v>
                </c:pt>
                <c:pt idx="92333">
                  <c:v>2</c:v>
                </c:pt>
                <c:pt idx="92334">
                  <c:v>1</c:v>
                </c:pt>
                <c:pt idx="92335">
                  <c:v>3</c:v>
                </c:pt>
                <c:pt idx="92336">
                  <c:v>4</c:v>
                </c:pt>
                <c:pt idx="92337">
                  <c:v>4</c:v>
                </c:pt>
                <c:pt idx="92338">
                  <c:v>2</c:v>
                </c:pt>
                <c:pt idx="92339">
                  <c:v>1</c:v>
                </c:pt>
                <c:pt idx="92340">
                  <c:v>1</c:v>
                </c:pt>
                <c:pt idx="92341">
                  <c:v>3</c:v>
                </c:pt>
                <c:pt idx="92342">
                  <c:v>2</c:v>
                </c:pt>
                <c:pt idx="92343">
                  <c:v>2</c:v>
                </c:pt>
                <c:pt idx="92344">
                  <c:v>2</c:v>
                </c:pt>
                <c:pt idx="92345">
                  <c:v>2</c:v>
                </c:pt>
                <c:pt idx="92346">
                  <c:v>2</c:v>
                </c:pt>
                <c:pt idx="92347">
                  <c:v>1</c:v>
                </c:pt>
                <c:pt idx="92348">
                  <c:v>6</c:v>
                </c:pt>
                <c:pt idx="92349">
                  <c:v>8</c:v>
                </c:pt>
                <c:pt idx="92350">
                  <c:v>2</c:v>
                </c:pt>
                <c:pt idx="92351">
                  <c:v>5</c:v>
                </c:pt>
                <c:pt idx="92352">
                  <c:v>1</c:v>
                </c:pt>
                <c:pt idx="92353">
                  <c:v>1</c:v>
                </c:pt>
                <c:pt idx="92354">
                  <c:v>4</c:v>
                </c:pt>
                <c:pt idx="92355">
                  <c:v>2</c:v>
                </c:pt>
                <c:pt idx="92356">
                  <c:v>-1</c:v>
                </c:pt>
                <c:pt idx="92357">
                  <c:v>3</c:v>
                </c:pt>
                <c:pt idx="92358">
                  <c:v>2</c:v>
                </c:pt>
                <c:pt idx="92359">
                  <c:v>4</c:v>
                </c:pt>
                <c:pt idx="92360">
                  <c:v>8</c:v>
                </c:pt>
                <c:pt idx="92361">
                  <c:v>2</c:v>
                </c:pt>
                <c:pt idx="92362">
                  <c:v>3</c:v>
                </c:pt>
                <c:pt idx="92363">
                  <c:v>1</c:v>
                </c:pt>
                <c:pt idx="92364">
                  <c:v>3</c:v>
                </c:pt>
                <c:pt idx="92365">
                  <c:v>1</c:v>
                </c:pt>
                <c:pt idx="92366">
                  <c:v>3</c:v>
                </c:pt>
                <c:pt idx="92367">
                  <c:v>4</c:v>
                </c:pt>
                <c:pt idx="92368">
                  <c:v>1</c:v>
                </c:pt>
                <c:pt idx="92369">
                  <c:v>4</c:v>
                </c:pt>
                <c:pt idx="92370">
                  <c:v>1</c:v>
                </c:pt>
                <c:pt idx="92371">
                  <c:v>4</c:v>
                </c:pt>
                <c:pt idx="92372">
                  <c:v>-5</c:v>
                </c:pt>
                <c:pt idx="92373">
                  <c:v>5</c:v>
                </c:pt>
                <c:pt idx="92374">
                  <c:v>5</c:v>
                </c:pt>
                <c:pt idx="92375">
                  <c:v>2</c:v>
                </c:pt>
                <c:pt idx="92376">
                  <c:v>2</c:v>
                </c:pt>
                <c:pt idx="92377">
                  <c:v>2</c:v>
                </c:pt>
                <c:pt idx="92378">
                  <c:v>2</c:v>
                </c:pt>
                <c:pt idx="92379">
                  <c:v>2</c:v>
                </c:pt>
                <c:pt idx="92380">
                  <c:v>2</c:v>
                </c:pt>
                <c:pt idx="92381">
                  <c:v>3</c:v>
                </c:pt>
                <c:pt idx="92382">
                  <c:v>5</c:v>
                </c:pt>
                <c:pt idx="92383">
                  <c:v>5</c:v>
                </c:pt>
                <c:pt idx="92384">
                  <c:v>4</c:v>
                </c:pt>
                <c:pt idx="92385">
                  <c:v>5</c:v>
                </c:pt>
                <c:pt idx="92386">
                  <c:v>7</c:v>
                </c:pt>
                <c:pt idx="92387">
                  <c:v>5</c:v>
                </c:pt>
                <c:pt idx="92388">
                  <c:v>4</c:v>
                </c:pt>
                <c:pt idx="92389">
                  <c:v>5</c:v>
                </c:pt>
                <c:pt idx="92390">
                  <c:v>2</c:v>
                </c:pt>
                <c:pt idx="92391">
                  <c:v>2</c:v>
                </c:pt>
                <c:pt idx="92392">
                  <c:v>2</c:v>
                </c:pt>
                <c:pt idx="92393">
                  <c:v>2</c:v>
                </c:pt>
                <c:pt idx="92394">
                  <c:v>2</c:v>
                </c:pt>
                <c:pt idx="92395">
                  <c:v>3</c:v>
                </c:pt>
                <c:pt idx="92396">
                  <c:v>3</c:v>
                </c:pt>
                <c:pt idx="92397">
                  <c:v>4</c:v>
                </c:pt>
                <c:pt idx="92398">
                  <c:v>6</c:v>
                </c:pt>
                <c:pt idx="92399">
                  <c:v>2</c:v>
                </c:pt>
                <c:pt idx="92400">
                  <c:v>2</c:v>
                </c:pt>
                <c:pt idx="92401">
                  <c:v>2</c:v>
                </c:pt>
                <c:pt idx="92402">
                  <c:v>4</c:v>
                </c:pt>
                <c:pt idx="92403">
                  <c:v>4</c:v>
                </c:pt>
                <c:pt idx="92404">
                  <c:v>2</c:v>
                </c:pt>
                <c:pt idx="92405">
                  <c:v>1</c:v>
                </c:pt>
                <c:pt idx="92406">
                  <c:v>1</c:v>
                </c:pt>
                <c:pt idx="92407">
                  <c:v>3</c:v>
                </c:pt>
                <c:pt idx="92408">
                  <c:v>1</c:v>
                </c:pt>
                <c:pt idx="92409">
                  <c:v>3</c:v>
                </c:pt>
                <c:pt idx="92410">
                  <c:v>1</c:v>
                </c:pt>
                <c:pt idx="92411">
                  <c:v>1</c:v>
                </c:pt>
                <c:pt idx="92412">
                  <c:v>2</c:v>
                </c:pt>
                <c:pt idx="92413">
                  <c:v>1</c:v>
                </c:pt>
                <c:pt idx="92414">
                  <c:v>2</c:v>
                </c:pt>
                <c:pt idx="92415">
                  <c:v>2</c:v>
                </c:pt>
                <c:pt idx="92416">
                  <c:v>2</c:v>
                </c:pt>
                <c:pt idx="92417">
                  <c:v>5</c:v>
                </c:pt>
                <c:pt idx="92418">
                  <c:v>11</c:v>
                </c:pt>
                <c:pt idx="92419">
                  <c:v>12</c:v>
                </c:pt>
                <c:pt idx="92420">
                  <c:v>9</c:v>
                </c:pt>
                <c:pt idx="92421">
                  <c:v>2</c:v>
                </c:pt>
                <c:pt idx="92422">
                  <c:v>2</c:v>
                </c:pt>
                <c:pt idx="92423">
                  <c:v>1</c:v>
                </c:pt>
                <c:pt idx="92424">
                  <c:v>2</c:v>
                </c:pt>
                <c:pt idx="92425">
                  <c:v>3</c:v>
                </c:pt>
                <c:pt idx="92426">
                  <c:v>2</c:v>
                </c:pt>
                <c:pt idx="92427">
                  <c:v>2</c:v>
                </c:pt>
                <c:pt idx="92428">
                  <c:v>3</c:v>
                </c:pt>
                <c:pt idx="92429">
                  <c:v>2</c:v>
                </c:pt>
                <c:pt idx="92430">
                  <c:v>3</c:v>
                </c:pt>
                <c:pt idx="92431">
                  <c:v>1</c:v>
                </c:pt>
                <c:pt idx="92432">
                  <c:v>1</c:v>
                </c:pt>
                <c:pt idx="92433">
                  <c:v>1</c:v>
                </c:pt>
                <c:pt idx="92434">
                  <c:v>1</c:v>
                </c:pt>
                <c:pt idx="92435">
                  <c:v>1</c:v>
                </c:pt>
                <c:pt idx="92436">
                  <c:v>1</c:v>
                </c:pt>
                <c:pt idx="92437">
                  <c:v>1</c:v>
                </c:pt>
                <c:pt idx="92438">
                  <c:v>1</c:v>
                </c:pt>
                <c:pt idx="92439">
                  <c:v>1</c:v>
                </c:pt>
                <c:pt idx="92440">
                  <c:v>2</c:v>
                </c:pt>
                <c:pt idx="92441">
                  <c:v>2</c:v>
                </c:pt>
                <c:pt idx="92442">
                  <c:v>3</c:v>
                </c:pt>
                <c:pt idx="92443">
                  <c:v>-2</c:v>
                </c:pt>
                <c:pt idx="92444">
                  <c:v>2</c:v>
                </c:pt>
                <c:pt idx="92445">
                  <c:v>2</c:v>
                </c:pt>
                <c:pt idx="92446">
                  <c:v>5</c:v>
                </c:pt>
                <c:pt idx="92447">
                  <c:v>5</c:v>
                </c:pt>
                <c:pt idx="92448">
                  <c:v>1</c:v>
                </c:pt>
                <c:pt idx="92449">
                  <c:v>1</c:v>
                </c:pt>
                <c:pt idx="92450">
                  <c:v>4</c:v>
                </c:pt>
                <c:pt idx="92451">
                  <c:v>6</c:v>
                </c:pt>
                <c:pt idx="92452">
                  <c:v>6</c:v>
                </c:pt>
                <c:pt idx="92453">
                  <c:v>1</c:v>
                </c:pt>
                <c:pt idx="92454">
                  <c:v>5</c:v>
                </c:pt>
                <c:pt idx="92455">
                  <c:v>5</c:v>
                </c:pt>
                <c:pt idx="92456">
                  <c:v>1</c:v>
                </c:pt>
                <c:pt idx="92457">
                  <c:v>2</c:v>
                </c:pt>
                <c:pt idx="92458">
                  <c:v>4</c:v>
                </c:pt>
                <c:pt idx="92459">
                  <c:v>1</c:v>
                </c:pt>
                <c:pt idx="92460">
                  <c:v>1</c:v>
                </c:pt>
                <c:pt idx="92461">
                  <c:v>5</c:v>
                </c:pt>
                <c:pt idx="92462">
                  <c:v>9</c:v>
                </c:pt>
                <c:pt idx="92463">
                  <c:v>8</c:v>
                </c:pt>
                <c:pt idx="92464">
                  <c:v>4</c:v>
                </c:pt>
                <c:pt idx="92465">
                  <c:v>3</c:v>
                </c:pt>
                <c:pt idx="92466">
                  <c:v>4</c:v>
                </c:pt>
                <c:pt idx="92467">
                  <c:v>2</c:v>
                </c:pt>
                <c:pt idx="92468">
                  <c:v>3</c:v>
                </c:pt>
                <c:pt idx="92469">
                  <c:v>3</c:v>
                </c:pt>
                <c:pt idx="92470">
                  <c:v>3</c:v>
                </c:pt>
                <c:pt idx="92471">
                  <c:v>1</c:v>
                </c:pt>
                <c:pt idx="92472">
                  <c:v>2</c:v>
                </c:pt>
                <c:pt idx="92473">
                  <c:v>2</c:v>
                </c:pt>
                <c:pt idx="92474">
                  <c:v>2</c:v>
                </c:pt>
                <c:pt idx="92475">
                  <c:v>1</c:v>
                </c:pt>
                <c:pt idx="92476">
                  <c:v>1</c:v>
                </c:pt>
                <c:pt idx="92477">
                  <c:v>2</c:v>
                </c:pt>
                <c:pt idx="92478">
                  <c:v>-1</c:v>
                </c:pt>
                <c:pt idx="92479">
                  <c:v>1</c:v>
                </c:pt>
                <c:pt idx="92480">
                  <c:v>1</c:v>
                </c:pt>
                <c:pt idx="92481">
                  <c:v>1</c:v>
                </c:pt>
                <c:pt idx="92482">
                  <c:v>1</c:v>
                </c:pt>
                <c:pt idx="92483">
                  <c:v>1</c:v>
                </c:pt>
                <c:pt idx="92484">
                  <c:v>1</c:v>
                </c:pt>
                <c:pt idx="92485">
                  <c:v>1</c:v>
                </c:pt>
                <c:pt idx="92486">
                  <c:v>3</c:v>
                </c:pt>
                <c:pt idx="92487">
                  <c:v>2</c:v>
                </c:pt>
                <c:pt idx="92488">
                  <c:v>2</c:v>
                </c:pt>
                <c:pt idx="92489">
                  <c:v>3</c:v>
                </c:pt>
                <c:pt idx="92490">
                  <c:v>3</c:v>
                </c:pt>
                <c:pt idx="92491">
                  <c:v>4</c:v>
                </c:pt>
                <c:pt idx="92492">
                  <c:v>4</c:v>
                </c:pt>
                <c:pt idx="92493">
                  <c:v>8</c:v>
                </c:pt>
                <c:pt idx="92494">
                  <c:v>5</c:v>
                </c:pt>
                <c:pt idx="92495">
                  <c:v>1</c:v>
                </c:pt>
                <c:pt idx="92496">
                  <c:v>2</c:v>
                </c:pt>
                <c:pt idx="92497">
                  <c:v>1</c:v>
                </c:pt>
                <c:pt idx="92498">
                  <c:v>1</c:v>
                </c:pt>
                <c:pt idx="92499">
                  <c:v>2</c:v>
                </c:pt>
                <c:pt idx="92500">
                  <c:v>1</c:v>
                </c:pt>
                <c:pt idx="92501">
                  <c:v>1</c:v>
                </c:pt>
                <c:pt idx="92502">
                  <c:v>3</c:v>
                </c:pt>
                <c:pt idx="92503">
                  <c:v>2</c:v>
                </c:pt>
                <c:pt idx="92504">
                  <c:v>1</c:v>
                </c:pt>
                <c:pt idx="92505">
                  <c:v>1</c:v>
                </c:pt>
                <c:pt idx="92506">
                  <c:v>3</c:v>
                </c:pt>
                <c:pt idx="92507">
                  <c:v>2</c:v>
                </c:pt>
                <c:pt idx="92508">
                  <c:v>4</c:v>
                </c:pt>
                <c:pt idx="92509">
                  <c:v>7</c:v>
                </c:pt>
                <c:pt idx="92510">
                  <c:v>6</c:v>
                </c:pt>
                <c:pt idx="92511">
                  <c:v>3</c:v>
                </c:pt>
                <c:pt idx="92512">
                  <c:v>2</c:v>
                </c:pt>
                <c:pt idx="92513">
                  <c:v>4</c:v>
                </c:pt>
                <c:pt idx="92514">
                  <c:v>2</c:v>
                </c:pt>
                <c:pt idx="92515">
                  <c:v>2</c:v>
                </c:pt>
                <c:pt idx="92516">
                  <c:v>2</c:v>
                </c:pt>
                <c:pt idx="92517">
                  <c:v>2</c:v>
                </c:pt>
                <c:pt idx="92518">
                  <c:v>1</c:v>
                </c:pt>
                <c:pt idx="92519">
                  <c:v>3</c:v>
                </c:pt>
                <c:pt idx="92520">
                  <c:v>5</c:v>
                </c:pt>
                <c:pt idx="92521">
                  <c:v>3</c:v>
                </c:pt>
                <c:pt idx="92522">
                  <c:v>3</c:v>
                </c:pt>
                <c:pt idx="92523">
                  <c:v>4</c:v>
                </c:pt>
                <c:pt idx="92524">
                  <c:v>2</c:v>
                </c:pt>
                <c:pt idx="92525">
                  <c:v>4</c:v>
                </c:pt>
                <c:pt idx="92526">
                  <c:v>2</c:v>
                </c:pt>
                <c:pt idx="92527">
                  <c:v>1</c:v>
                </c:pt>
                <c:pt idx="92528">
                  <c:v>1</c:v>
                </c:pt>
                <c:pt idx="92529">
                  <c:v>6</c:v>
                </c:pt>
                <c:pt idx="92530">
                  <c:v>7</c:v>
                </c:pt>
                <c:pt idx="92531">
                  <c:v>6</c:v>
                </c:pt>
                <c:pt idx="92532">
                  <c:v>4</c:v>
                </c:pt>
                <c:pt idx="92533">
                  <c:v>4</c:v>
                </c:pt>
                <c:pt idx="92534">
                  <c:v>2</c:v>
                </c:pt>
                <c:pt idx="92535">
                  <c:v>4</c:v>
                </c:pt>
                <c:pt idx="92536">
                  <c:v>3</c:v>
                </c:pt>
                <c:pt idx="92537">
                  <c:v>2</c:v>
                </c:pt>
                <c:pt idx="92538">
                  <c:v>3</c:v>
                </c:pt>
                <c:pt idx="92539">
                  <c:v>5</c:v>
                </c:pt>
                <c:pt idx="92540">
                  <c:v>6</c:v>
                </c:pt>
                <c:pt idx="92541">
                  <c:v>6</c:v>
                </c:pt>
                <c:pt idx="92542">
                  <c:v>4</c:v>
                </c:pt>
                <c:pt idx="92543">
                  <c:v>4</c:v>
                </c:pt>
                <c:pt idx="92544">
                  <c:v>4</c:v>
                </c:pt>
                <c:pt idx="92545">
                  <c:v>1</c:v>
                </c:pt>
                <c:pt idx="92546">
                  <c:v>6</c:v>
                </c:pt>
                <c:pt idx="92547">
                  <c:v>3</c:v>
                </c:pt>
                <c:pt idx="92548">
                  <c:v>2</c:v>
                </c:pt>
                <c:pt idx="92549">
                  <c:v>2</c:v>
                </c:pt>
                <c:pt idx="92550">
                  <c:v>2</c:v>
                </c:pt>
                <c:pt idx="92551">
                  <c:v>2</c:v>
                </c:pt>
                <c:pt idx="92552">
                  <c:v>2</c:v>
                </c:pt>
                <c:pt idx="92553">
                  <c:v>2</c:v>
                </c:pt>
                <c:pt idx="92554">
                  <c:v>4</c:v>
                </c:pt>
                <c:pt idx="92555">
                  <c:v>5</c:v>
                </c:pt>
                <c:pt idx="92556">
                  <c:v>3</c:v>
                </c:pt>
                <c:pt idx="92557">
                  <c:v>3</c:v>
                </c:pt>
                <c:pt idx="92558">
                  <c:v>8</c:v>
                </c:pt>
                <c:pt idx="92559">
                  <c:v>3</c:v>
                </c:pt>
                <c:pt idx="92560">
                  <c:v>2</c:v>
                </c:pt>
                <c:pt idx="92561">
                  <c:v>2</c:v>
                </c:pt>
                <c:pt idx="92562">
                  <c:v>1</c:v>
                </c:pt>
                <c:pt idx="92563">
                  <c:v>2</c:v>
                </c:pt>
                <c:pt idx="92564">
                  <c:v>2</c:v>
                </c:pt>
                <c:pt idx="92565">
                  <c:v>2</c:v>
                </c:pt>
                <c:pt idx="92566">
                  <c:v>3</c:v>
                </c:pt>
                <c:pt idx="92567">
                  <c:v>3</c:v>
                </c:pt>
                <c:pt idx="92568">
                  <c:v>3</c:v>
                </c:pt>
                <c:pt idx="92569">
                  <c:v>4</c:v>
                </c:pt>
                <c:pt idx="92570">
                  <c:v>2</c:v>
                </c:pt>
                <c:pt idx="92571">
                  <c:v>3</c:v>
                </c:pt>
                <c:pt idx="92572">
                  <c:v>4</c:v>
                </c:pt>
                <c:pt idx="92573">
                  <c:v>2</c:v>
                </c:pt>
                <c:pt idx="92574">
                  <c:v>1</c:v>
                </c:pt>
                <c:pt idx="92575">
                  <c:v>1</c:v>
                </c:pt>
                <c:pt idx="92576">
                  <c:v>4</c:v>
                </c:pt>
                <c:pt idx="92577">
                  <c:v>2</c:v>
                </c:pt>
                <c:pt idx="92578">
                  <c:v>2</c:v>
                </c:pt>
                <c:pt idx="92579">
                  <c:v>3</c:v>
                </c:pt>
                <c:pt idx="92580">
                  <c:v>4</c:v>
                </c:pt>
                <c:pt idx="92581">
                  <c:v>2</c:v>
                </c:pt>
                <c:pt idx="92582">
                  <c:v>2</c:v>
                </c:pt>
                <c:pt idx="92583">
                  <c:v>2</c:v>
                </c:pt>
                <c:pt idx="92584">
                  <c:v>1</c:v>
                </c:pt>
                <c:pt idx="92585">
                  <c:v>2</c:v>
                </c:pt>
                <c:pt idx="92586">
                  <c:v>2</c:v>
                </c:pt>
                <c:pt idx="92587">
                  <c:v>2</c:v>
                </c:pt>
                <c:pt idx="92588">
                  <c:v>2</c:v>
                </c:pt>
                <c:pt idx="92589">
                  <c:v>2</c:v>
                </c:pt>
                <c:pt idx="92590">
                  <c:v>2</c:v>
                </c:pt>
                <c:pt idx="92591">
                  <c:v>2</c:v>
                </c:pt>
                <c:pt idx="92592">
                  <c:v>2</c:v>
                </c:pt>
                <c:pt idx="92593">
                  <c:v>1</c:v>
                </c:pt>
                <c:pt idx="92594">
                  <c:v>1</c:v>
                </c:pt>
                <c:pt idx="92595">
                  <c:v>2</c:v>
                </c:pt>
                <c:pt idx="92596">
                  <c:v>1</c:v>
                </c:pt>
                <c:pt idx="92597">
                  <c:v>2</c:v>
                </c:pt>
                <c:pt idx="92598">
                  <c:v>1</c:v>
                </c:pt>
                <c:pt idx="92599">
                  <c:v>1</c:v>
                </c:pt>
                <c:pt idx="92600">
                  <c:v>15</c:v>
                </c:pt>
                <c:pt idx="92601">
                  <c:v>4</c:v>
                </c:pt>
                <c:pt idx="92602">
                  <c:v>2</c:v>
                </c:pt>
                <c:pt idx="92603">
                  <c:v>2</c:v>
                </c:pt>
                <c:pt idx="92604">
                  <c:v>2</c:v>
                </c:pt>
                <c:pt idx="92605">
                  <c:v>3</c:v>
                </c:pt>
                <c:pt idx="92606">
                  <c:v>1</c:v>
                </c:pt>
                <c:pt idx="92607">
                  <c:v>2</c:v>
                </c:pt>
                <c:pt idx="92608">
                  <c:v>2</c:v>
                </c:pt>
                <c:pt idx="92609">
                  <c:v>3</c:v>
                </c:pt>
                <c:pt idx="92610">
                  <c:v>2</c:v>
                </c:pt>
                <c:pt idx="92611">
                  <c:v>1</c:v>
                </c:pt>
                <c:pt idx="92612">
                  <c:v>-1</c:v>
                </c:pt>
                <c:pt idx="92613">
                  <c:v>2</c:v>
                </c:pt>
                <c:pt idx="92614">
                  <c:v>2</c:v>
                </c:pt>
                <c:pt idx="92615">
                  <c:v>1</c:v>
                </c:pt>
                <c:pt idx="92616">
                  <c:v>3</c:v>
                </c:pt>
                <c:pt idx="92617">
                  <c:v>4</c:v>
                </c:pt>
                <c:pt idx="92618">
                  <c:v>3</c:v>
                </c:pt>
                <c:pt idx="92619">
                  <c:v>1</c:v>
                </c:pt>
                <c:pt idx="92620">
                  <c:v>4</c:v>
                </c:pt>
                <c:pt idx="92621">
                  <c:v>4</c:v>
                </c:pt>
                <c:pt idx="92622">
                  <c:v>1</c:v>
                </c:pt>
                <c:pt idx="92623">
                  <c:v>1</c:v>
                </c:pt>
                <c:pt idx="92624">
                  <c:v>2</c:v>
                </c:pt>
                <c:pt idx="92625">
                  <c:v>2</c:v>
                </c:pt>
                <c:pt idx="92626">
                  <c:v>2</c:v>
                </c:pt>
                <c:pt idx="92627">
                  <c:v>0</c:v>
                </c:pt>
                <c:pt idx="92628">
                  <c:v>2</c:v>
                </c:pt>
                <c:pt idx="92629">
                  <c:v>4</c:v>
                </c:pt>
                <c:pt idx="92630">
                  <c:v>4</c:v>
                </c:pt>
                <c:pt idx="92631">
                  <c:v>2</c:v>
                </c:pt>
                <c:pt idx="92632">
                  <c:v>3</c:v>
                </c:pt>
                <c:pt idx="92633">
                  <c:v>4</c:v>
                </c:pt>
                <c:pt idx="92634">
                  <c:v>3</c:v>
                </c:pt>
                <c:pt idx="92635">
                  <c:v>4</c:v>
                </c:pt>
                <c:pt idx="92636">
                  <c:v>3</c:v>
                </c:pt>
                <c:pt idx="92637">
                  <c:v>3</c:v>
                </c:pt>
                <c:pt idx="92638">
                  <c:v>1</c:v>
                </c:pt>
                <c:pt idx="92639">
                  <c:v>3</c:v>
                </c:pt>
                <c:pt idx="92640">
                  <c:v>6</c:v>
                </c:pt>
                <c:pt idx="92641">
                  <c:v>2</c:v>
                </c:pt>
                <c:pt idx="92642">
                  <c:v>5</c:v>
                </c:pt>
                <c:pt idx="92643">
                  <c:v>2</c:v>
                </c:pt>
                <c:pt idx="92644">
                  <c:v>4</c:v>
                </c:pt>
                <c:pt idx="92645">
                  <c:v>5</c:v>
                </c:pt>
                <c:pt idx="92646">
                  <c:v>2</c:v>
                </c:pt>
                <c:pt idx="92647">
                  <c:v>4</c:v>
                </c:pt>
                <c:pt idx="92648">
                  <c:v>1</c:v>
                </c:pt>
                <c:pt idx="92649">
                  <c:v>4</c:v>
                </c:pt>
                <c:pt idx="92650">
                  <c:v>4</c:v>
                </c:pt>
                <c:pt idx="92651">
                  <c:v>11</c:v>
                </c:pt>
                <c:pt idx="92652">
                  <c:v>1</c:v>
                </c:pt>
                <c:pt idx="92653">
                  <c:v>2</c:v>
                </c:pt>
                <c:pt idx="92654">
                  <c:v>3</c:v>
                </c:pt>
                <c:pt idx="92655">
                  <c:v>2</c:v>
                </c:pt>
                <c:pt idx="92656">
                  <c:v>2</c:v>
                </c:pt>
                <c:pt idx="92657">
                  <c:v>5</c:v>
                </c:pt>
                <c:pt idx="92658">
                  <c:v>2</c:v>
                </c:pt>
                <c:pt idx="92659">
                  <c:v>2</c:v>
                </c:pt>
                <c:pt idx="92660">
                  <c:v>6</c:v>
                </c:pt>
                <c:pt idx="92661">
                  <c:v>3</c:v>
                </c:pt>
                <c:pt idx="92662">
                  <c:v>2</c:v>
                </c:pt>
                <c:pt idx="92663">
                  <c:v>4</c:v>
                </c:pt>
                <c:pt idx="92664">
                  <c:v>8</c:v>
                </c:pt>
                <c:pt idx="92665">
                  <c:v>5</c:v>
                </c:pt>
                <c:pt idx="92666">
                  <c:v>5</c:v>
                </c:pt>
                <c:pt idx="92667">
                  <c:v>3</c:v>
                </c:pt>
                <c:pt idx="92668">
                  <c:v>9</c:v>
                </c:pt>
                <c:pt idx="92669">
                  <c:v>5</c:v>
                </c:pt>
                <c:pt idx="92670">
                  <c:v>2</c:v>
                </c:pt>
                <c:pt idx="92671">
                  <c:v>1</c:v>
                </c:pt>
                <c:pt idx="92672">
                  <c:v>3</c:v>
                </c:pt>
                <c:pt idx="92673">
                  <c:v>1</c:v>
                </c:pt>
                <c:pt idx="92674">
                  <c:v>1</c:v>
                </c:pt>
                <c:pt idx="92675">
                  <c:v>2</c:v>
                </c:pt>
                <c:pt idx="92676">
                  <c:v>1</c:v>
                </c:pt>
                <c:pt idx="92677">
                  <c:v>2</c:v>
                </c:pt>
                <c:pt idx="92678">
                  <c:v>2</c:v>
                </c:pt>
                <c:pt idx="92679">
                  <c:v>3</c:v>
                </c:pt>
                <c:pt idx="92680">
                  <c:v>2</c:v>
                </c:pt>
                <c:pt idx="92681">
                  <c:v>2</c:v>
                </c:pt>
                <c:pt idx="92682">
                  <c:v>2</c:v>
                </c:pt>
                <c:pt idx="92683">
                  <c:v>2</c:v>
                </c:pt>
                <c:pt idx="92684">
                  <c:v>4</c:v>
                </c:pt>
                <c:pt idx="92685">
                  <c:v>2</c:v>
                </c:pt>
                <c:pt idx="92686">
                  <c:v>2</c:v>
                </c:pt>
                <c:pt idx="92687">
                  <c:v>4</c:v>
                </c:pt>
                <c:pt idx="92688">
                  <c:v>2</c:v>
                </c:pt>
                <c:pt idx="92689">
                  <c:v>4</c:v>
                </c:pt>
                <c:pt idx="92690">
                  <c:v>3</c:v>
                </c:pt>
                <c:pt idx="92691">
                  <c:v>4</c:v>
                </c:pt>
                <c:pt idx="92692">
                  <c:v>4</c:v>
                </c:pt>
                <c:pt idx="92693">
                  <c:v>4</c:v>
                </c:pt>
                <c:pt idx="92694">
                  <c:v>4</c:v>
                </c:pt>
                <c:pt idx="92695">
                  <c:v>6</c:v>
                </c:pt>
                <c:pt idx="92696">
                  <c:v>6</c:v>
                </c:pt>
                <c:pt idx="92697">
                  <c:v>4</c:v>
                </c:pt>
                <c:pt idx="92698">
                  <c:v>1</c:v>
                </c:pt>
                <c:pt idx="92699">
                  <c:v>2</c:v>
                </c:pt>
                <c:pt idx="92700">
                  <c:v>3</c:v>
                </c:pt>
                <c:pt idx="92701">
                  <c:v>4</c:v>
                </c:pt>
                <c:pt idx="92702">
                  <c:v>3</c:v>
                </c:pt>
                <c:pt idx="92703">
                  <c:v>3</c:v>
                </c:pt>
                <c:pt idx="92704">
                  <c:v>3</c:v>
                </c:pt>
                <c:pt idx="92705">
                  <c:v>2</c:v>
                </c:pt>
                <c:pt idx="92706">
                  <c:v>2</c:v>
                </c:pt>
                <c:pt idx="92707">
                  <c:v>4</c:v>
                </c:pt>
                <c:pt idx="92708">
                  <c:v>1</c:v>
                </c:pt>
                <c:pt idx="92709">
                  <c:v>2</c:v>
                </c:pt>
                <c:pt idx="92710">
                  <c:v>1</c:v>
                </c:pt>
                <c:pt idx="92711">
                  <c:v>1</c:v>
                </c:pt>
                <c:pt idx="92712">
                  <c:v>3</c:v>
                </c:pt>
                <c:pt idx="92713">
                  <c:v>2</c:v>
                </c:pt>
                <c:pt idx="92714">
                  <c:v>1</c:v>
                </c:pt>
                <c:pt idx="92715">
                  <c:v>2</c:v>
                </c:pt>
                <c:pt idx="92716">
                  <c:v>5</c:v>
                </c:pt>
                <c:pt idx="92717">
                  <c:v>5</c:v>
                </c:pt>
                <c:pt idx="92718">
                  <c:v>12</c:v>
                </c:pt>
                <c:pt idx="92719">
                  <c:v>2</c:v>
                </c:pt>
                <c:pt idx="92720">
                  <c:v>1</c:v>
                </c:pt>
                <c:pt idx="92721">
                  <c:v>1</c:v>
                </c:pt>
                <c:pt idx="92722">
                  <c:v>2</c:v>
                </c:pt>
                <c:pt idx="92723">
                  <c:v>1</c:v>
                </c:pt>
                <c:pt idx="92724">
                  <c:v>2</c:v>
                </c:pt>
                <c:pt idx="92725">
                  <c:v>3</c:v>
                </c:pt>
                <c:pt idx="92726">
                  <c:v>3</c:v>
                </c:pt>
                <c:pt idx="92727">
                  <c:v>4</c:v>
                </c:pt>
                <c:pt idx="92728">
                  <c:v>4</c:v>
                </c:pt>
                <c:pt idx="92729">
                  <c:v>3</c:v>
                </c:pt>
                <c:pt idx="92730">
                  <c:v>4</c:v>
                </c:pt>
                <c:pt idx="92731">
                  <c:v>2</c:v>
                </c:pt>
                <c:pt idx="92732">
                  <c:v>-3</c:v>
                </c:pt>
                <c:pt idx="92733">
                  <c:v>4</c:v>
                </c:pt>
                <c:pt idx="92734">
                  <c:v>3</c:v>
                </c:pt>
                <c:pt idx="92735">
                  <c:v>4</c:v>
                </c:pt>
                <c:pt idx="92736">
                  <c:v>4</c:v>
                </c:pt>
                <c:pt idx="92737">
                  <c:v>3</c:v>
                </c:pt>
                <c:pt idx="92738">
                  <c:v>3</c:v>
                </c:pt>
                <c:pt idx="92739">
                  <c:v>1</c:v>
                </c:pt>
                <c:pt idx="92740">
                  <c:v>2</c:v>
                </c:pt>
                <c:pt idx="92741">
                  <c:v>3</c:v>
                </c:pt>
                <c:pt idx="92742">
                  <c:v>2</c:v>
                </c:pt>
                <c:pt idx="92743">
                  <c:v>2</c:v>
                </c:pt>
                <c:pt idx="92744">
                  <c:v>2</c:v>
                </c:pt>
                <c:pt idx="92745">
                  <c:v>5</c:v>
                </c:pt>
                <c:pt idx="92746">
                  <c:v>3</c:v>
                </c:pt>
                <c:pt idx="92747">
                  <c:v>3</c:v>
                </c:pt>
                <c:pt idx="92748">
                  <c:v>5</c:v>
                </c:pt>
                <c:pt idx="92749">
                  <c:v>4</c:v>
                </c:pt>
                <c:pt idx="92750">
                  <c:v>4</c:v>
                </c:pt>
                <c:pt idx="92751">
                  <c:v>1</c:v>
                </c:pt>
                <c:pt idx="92752">
                  <c:v>1</c:v>
                </c:pt>
                <c:pt idx="92753">
                  <c:v>1</c:v>
                </c:pt>
                <c:pt idx="92754">
                  <c:v>1</c:v>
                </c:pt>
                <c:pt idx="92755">
                  <c:v>1</c:v>
                </c:pt>
                <c:pt idx="92756">
                  <c:v>1</c:v>
                </c:pt>
                <c:pt idx="92757">
                  <c:v>1</c:v>
                </c:pt>
                <c:pt idx="92758">
                  <c:v>4</c:v>
                </c:pt>
                <c:pt idx="92759">
                  <c:v>2</c:v>
                </c:pt>
                <c:pt idx="92760">
                  <c:v>3</c:v>
                </c:pt>
                <c:pt idx="92761">
                  <c:v>4</c:v>
                </c:pt>
                <c:pt idx="92762">
                  <c:v>1</c:v>
                </c:pt>
                <c:pt idx="92763">
                  <c:v>1</c:v>
                </c:pt>
                <c:pt idx="92764">
                  <c:v>2</c:v>
                </c:pt>
                <c:pt idx="92765">
                  <c:v>1</c:v>
                </c:pt>
                <c:pt idx="92766">
                  <c:v>1</c:v>
                </c:pt>
                <c:pt idx="92767">
                  <c:v>2</c:v>
                </c:pt>
                <c:pt idx="92768">
                  <c:v>4</c:v>
                </c:pt>
                <c:pt idx="92769">
                  <c:v>4</c:v>
                </c:pt>
                <c:pt idx="92770">
                  <c:v>1</c:v>
                </c:pt>
                <c:pt idx="92771">
                  <c:v>2</c:v>
                </c:pt>
                <c:pt idx="92772">
                  <c:v>2</c:v>
                </c:pt>
                <c:pt idx="92773">
                  <c:v>2</c:v>
                </c:pt>
                <c:pt idx="92774">
                  <c:v>2</c:v>
                </c:pt>
                <c:pt idx="92775">
                  <c:v>1</c:v>
                </c:pt>
                <c:pt idx="92776">
                  <c:v>2</c:v>
                </c:pt>
                <c:pt idx="92777">
                  <c:v>2</c:v>
                </c:pt>
                <c:pt idx="92778">
                  <c:v>3</c:v>
                </c:pt>
                <c:pt idx="92779">
                  <c:v>4</c:v>
                </c:pt>
                <c:pt idx="92780">
                  <c:v>3</c:v>
                </c:pt>
                <c:pt idx="92781">
                  <c:v>5</c:v>
                </c:pt>
                <c:pt idx="92782">
                  <c:v>3</c:v>
                </c:pt>
                <c:pt idx="92783">
                  <c:v>3</c:v>
                </c:pt>
                <c:pt idx="92784">
                  <c:v>4</c:v>
                </c:pt>
                <c:pt idx="92785">
                  <c:v>1</c:v>
                </c:pt>
                <c:pt idx="92786">
                  <c:v>2</c:v>
                </c:pt>
                <c:pt idx="92787">
                  <c:v>2</c:v>
                </c:pt>
                <c:pt idx="92788">
                  <c:v>1</c:v>
                </c:pt>
                <c:pt idx="92789">
                  <c:v>2</c:v>
                </c:pt>
                <c:pt idx="92790">
                  <c:v>6</c:v>
                </c:pt>
                <c:pt idx="92791">
                  <c:v>4</c:v>
                </c:pt>
                <c:pt idx="92792">
                  <c:v>2</c:v>
                </c:pt>
                <c:pt idx="92793">
                  <c:v>2</c:v>
                </c:pt>
                <c:pt idx="92794">
                  <c:v>2</c:v>
                </c:pt>
                <c:pt idx="92795">
                  <c:v>3</c:v>
                </c:pt>
                <c:pt idx="92796">
                  <c:v>2</c:v>
                </c:pt>
                <c:pt idx="92797">
                  <c:v>1</c:v>
                </c:pt>
                <c:pt idx="92798">
                  <c:v>2</c:v>
                </c:pt>
                <c:pt idx="92799">
                  <c:v>1</c:v>
                </c:pt>
                <c:pt idx="92800">
                  <c:v>2</c:v>
                </c:pt>
                <c:pt idx="92801">
                  <c:v>4</c:v>
                </c:pt>
                <c:pt idx="92802">
                  <c:v>2</c:v>
                </c:pt>
                <c:pt idx="92803">
                  <c:v>4</c:v>
                </c:pt>
                <c:pt idx="92804">
                  <c:v>1</c:v>
                </c:pt>
                <c:pt idx="92805">
                  <c:v>1</c:v>
                </c:pt>
                <c:pt idx="92806">
                  <c:v>1</c:v>
                </c:pt>
                <c:pt idx="92807">
                  <c:v>5</c:v>
                </c:pt>
                <c:pt idx="92808">
                  <c:v>5</c:v>
                </c:pt>
                <c:pt idx="92809">
                  <c:v>5</c:v>
                </c:pt>
                <c:pt idx="92810">
                  <c:v>5</c:v>
                </c:pt>
                <c:pt idx="92811">
                  <c:v>5</c:v>
                </c:pt>
                <c:pt idx="92812">
                  <c:v>4</c:v>
                </c:pt>
                <c:pt idx="92813">
                  <c:v>1</c:v>
                </c:pt>
                <c:pt idx="92814">
                  <c:v>1</c:v>
                </c:pt>
                <c:pt idx="92815">
                  <c:v>2</c:v>
                </c:pt>
                <c:pt idx="92816">
                  <c:v>2</c:v>
                </c:pt>
                <c:pt idx="92817">
                  <c:v>2</c:v>
                </c:pt>
                <c:pt idx="92818">
                  <c:v>5</c:v>
                </c:pt>
                <c:pt idx="92819">
                  <c:v>3</c:v>
                </c:pt>
                <c:pt idx="92820">
                  <c:v>2</c:v>
                </c:pt>
                <c:pt idx="92821">
                  <c:v>3</c:v>
                </c:pt>
                <c:pt idx="92822">
                  <c:v>2</c:v>
                </c:pt>
                <c:pt idx="92823">
                  <c:v>2</c:v>
                </c:pt>
                <c:pt idx="92824">
                  <c:v>2</c:v>
                </c:pt>
                <c:pt idx="92825">
                  <c:v>5</c:v>
                </c:pt>
                <c:pt idx="92826">
                  <c:v>2</c:v>
                </c:pt>
                <c:pt idx="92827">
                  <c:v>4</c:v>
                </c:pt>
                <c:pt idx="92828">
                  <c:v>3</c:v>
                </c:pt>
                <c:pt idx="92829">
                  <c:v>3</c:v>
                </c:pt>
                <c:pt idx="92830">
                  <c:v>3</c:v>
                </c:pt>
                <c:pt idx="92831">
                  <c:v>3</c:v>
                </c:pt>
                <c:pt idx="92832">
                  <c:v>3</c:v>
                </c:pt>
                <c:pt idx="92833">
                  <c:v>5</c:v>
                </c:pt>
                <c:pt idx="92834">
                  <c:v>5</c:v>
                </c:pt>
                <c:pt idx="92835">
                  <c:v>1</c:v>
                </c:pt>
                <c:pt idx="92836">
                  <c:v>1</c:v>
                </c:pt>
                <c:pt idx="92837">
                  <c:v>2</c:v>
                </c:pt>
                <c:pt idx="92838">
                  <c:v>2</c:v>
                </c:pt>
                <c:pt idx="92839">
                  <c:v>3</c:v>
                </c:pt>
                <c:pt idx="92840">
                  <c:v>2</c:v>
                </c:pt>
                <c:pt idx="92841">
                  <c:v>3</c:v>
                </c:pt>
                <c:pt idx="92842">
                  <c:v>1</c:v>
                </c:pt>
                <c:pt idx="92843">
                  <c:v>2</c:v>
                </c:pt>
                <c:pt idx="92844">
                  <c:v>2</c:v>
                </c:pt>
                <c:pt idx="92845">
                  <c:v>1</c:v>
                </c:pt>
                <c:pt idx="92846">
                  <c:v>4</c:v>
                </c:pt>
                <c:pt idx="92847">
                  <c:v>4</c:v>
                </c:pt>
                <c:pt idx="92848">
                  <c:v>4</c:v>
                </c:pt>
                <c:pt idx="92849">
                  <c:v>2</c:v>
                </c:pt>
                <c:pt idx="92850">
                  <c:v>2</c:v>
                </c:pt>
                <c:pt idx="92851">
                  <c:v>2</c:v>
                </c:pt>
                <c:pt idx="92852">
                  <c:v>2</c:v>
                </c:pt>
                <c:pt idx="92853">
                  <c:v>2</c:v>
                </c:pt>
                <c:pt idx="92854">
                  <c:v>2</c:v>
                </c:pt>
                <c:pt idx="92855">
                  <c:v>2</c:v>
                </c:pt>
                <c:pt idx="92856">
                  <c:v>2</c:v>
                </c:pt>
                <c:pt idx="92857">
                  <c:v>2</c:v>
                </c:pt>
                <c:pt idx="92858">
                  <c:v>2</c:v>
                </c:pt>
                <c:pt idx="92859">
                  <c:v>2</c:v>
                </c:pt>
                <c:pt idx="92860">
                  <c:v>2</c:v>
                </c:pt>
                <c:pt idx="92861">
                  <c:v>3</c:v>
                </c:pt>
                <c:pt idx="92862">
                  <c:v>4</c:v>
                </c:pt>
                <c:pt idx="92863">
                  <c:v>3</c:v>
                </c:pt>
                <c:pt idx="92864">
                  <c:v>1</c:v>
                </c:pt>
                <c:pt idx="92865">
                  <c:v>2</c:v>
                </c:pt>
                <c:pt idx="92866">
                  <c:v>2</c:v>
                </c:pt>
                <c:pt idx="92867">
                  <c:v>2</c:v>
                </c:pt>
                <c:pt idx="92868">
                  <c:v>8</c:v>
                </c:pt>
                <c:pt idx="92869">
                  <c:v>3</c:v>
                </c:pt>
                <c:pt idx="92870">
                  <c:v>2</c:v>
                </c:pt>
                <c:pt idx="92871">
                  <c:v>1</c:v>
                </c:pt>
                <c:pt idx="92872">
                  <c:v>1</c:v>
                </c:pt>
                <c:pt idx="92873">
                  <c:v>1</c:v>
                </c:pt>
                <c:pt idx="92874">
                  <c:v>1</c:v>
                </c:pt>
                <c:pt idx="92875">
                  <c:v>1</c:v>
                </c:pt>
                <c:pt idx="92876">
                  <c:v>6</c:v>
                </c:pt>
                <c:pt idx="92877">
                  <c:v>5</c:v>
                </c:pt>
                <c:pt idx="92878">
                  <c:v>6</c:v>
                </c:pt>
                <c:pt idx="92879">
                  <c:v>4</c:v>
                </c:pt>
                <c:pt idx="92880">
                  <c:v>6</c:v>
                </c:pt>
                <c:pt idx="92881">
                  <c:v>1</c:v>
                </c:pt>
                <c:pt idx="92882">
                  <c:v>1</c:v>
                </c:pt>
                <c:pt idx="92883">
                  <c:v>10</c:v>
                </c:pt>
                <c:pt idx="92884">
                  <c:v>7</c:v>
                </c:pt>
                <c:pt idx="92885">
                  <c:v>4</c:v>
                </c:pt>
                <c:pt idx="92886">
                  <c:v>3</c:v>
                </c:pt>
                <c:pt idx="92887">
                  <c:v>5</c:v>
                </c:pt>
                <c:pt idx="92888">
                  <c:v>2</c:v>
                </c:pt>
                <c:pt idx="92889">
                  <c:v>6</c:v>
                </c:pt>
                <c:pt idx="92890">
                  <c:v>1</c:v>
                </c:pt>
                <c:pt idx="92891">
                  <c:v>2</c:v>
                </c:pt>
                <c:pt idx="92892">
                  <c:v>1</c:v>
                </c:pt>
                <c:pt idx="92893">
                  <c:v>1</c:v>
                </c:pt>
                <c:pt idx="92894">
                  <c:v>1</c:v>
                </c:pt>
                <c:pt idx="92895">
                  <c:v>1</c:v>
                </c:pt>
                <c:pt idx="92896">
                  <c:v>1</c:v>
                </c:pt>
                <c:pt idx="92897">
                  <c:v>1</c:v>
                </c:pt>
                <c:pt idx="92898">
                  <c:v>4</c:v>
                </c:pt>
                <c:pt idx="92899">
                  <c:v>4</c:v>
                </c:pt>
                <c:pt idx="92900">
                  <c:v>3</c:v>
                </c:pt>
                <c:pt idx="92901">
                  <c:v>4</c:v>
                </c:pt>
                <c:pt idx="92902">
                  <c:v>3</c:v>
                </c:pt>
                <c:pt idx="92903">
                  <c:v>10</c:v>
                </c:pt>
                <c:pt idx="92904">
                  <c:v>2</c:v>
                </c:pt>
                <c:pt idx="92905">
                  <c:v>2</c:v>
                </c:pt>
                <c:pt idx="92906">
                  <c:v>4</c:v>
                </c:pt>
                <c:pt idx="92907">
                  <c:v>3</c:v>
                </c:pt>
                <c:pt idx="92908">
                  <c:v>2</c:v>
                </c:pt>
                <c:pt idx="92909">
                  <c:v>2</c:v>
                </c:pt>
                <c:pt idx="92910">
                  <c:v>6</c:v>
                </c:pt>
                <c:pt idx="92911">
                  <c:v>2</c:v>
                </c:pt>
                <c:pt idx="92912">
                  <c:v>3</c:v>
                </c:pt>
                <c:pt idx="92913">
                  <c:v>3</c:v>
                </c:pt>
                <c:pt idx="92914">
                  <c:v>2</c:v>
                </c:pt>
                <c:pt idx="92915">
                  <c:v>5</c:v>
                </c:pt>
                <c:pt idx="92916">
                  <c:v>2</c:v>
                </c:pt>
                <c:pt idx="92917">
                  <c:v>1</c:v>
                </c:pt>
                <c:pt idx="92918">
                  <c:v>3</c:v>
                </c:pt>
                <c:pt idx="92919">
                  <c:v>6</c:v>
                </c:pt>
                <c:pt idx="92920">
                  <c:v>2</c:v>
                </c:pt>
                <c:pt idx="92921">
                  <c:v>3</c:v>
                </c:pt>
                <c:pt idx="92922">
                  <c:v>4</c:v>
                </c:pt>
                <c:pt idx="92923">
                  <c:v>3</c:v>
                </c:pt>
                <c:pt idx="92924">
                  <c:v>3</c:v>
                </c:pt>
                <c:pt idx="92925">
                  <c:v>2</c:v>
                </c:pt>
                <c:pt idx="92926">
                  <c:v>4</c:v>
                </c:pt>
                <c:pt idx="92927">
                  <c:v>2</c:v>
                </c:pt>
                <c:pt idx="92928">
                  <c:v>2</c:v>
                </c:pt>
                <c:pt idx="92929">
                  <c:v>2</c:v>
                </c:pt>
                <c:pt idx="92930">
                  <c:v>2</c:v>
                </c:pt>
                <c:pt idx="92931">
                  <c:v>2</c:v>
                </c:pt>
                <c:pt idx="92932">
                  <c:v>1</c:v>
                </c:pt>
                <c:pt idx="92933">
                  <c:v>1</c:v>
                </c:pt>
                <c:pt idx="92934">
                  <c:v>2</c:v>
                </c:pt>
                <c:pt idx="92935">
                  <c:v>1</c:v>
                </c:pt>
                <c:pt idx="92936">
                  <c:v>2</c:v>
                </c:pt>
                <c:pt idx="92937">
                  <c:v>1</c:v>
                </c:pt>
                <c:pt idx="92938">
                  <c:v>2</c:v>
                </c:pt>
                <c:pt idx="92939">
                  <c:v>1</c:v>
                </c:pt>
                <c:pt idx="92940">
                  <c:v>1</c:v>
                </c:pt>
                <c:pt idx="92941">
                  <c:v>1</c:v>
                </c:pt>
                <c:pt idx="92942">
                  <c:v>1</c:v>
                </c:pt>
                <c:pt idx="92943">
                  <c:v>1</c:v>
                </c:pt>
                <c:pt idx="92944">
                  <c:v>1</c:v>
                </c:pt>
                <c:pt idx="92945">
                  <c:v>2</c:v>
                </c:pt>
                <c:pt idx="92946">
                  <c:v>5</c:v>
                </c:pt>
                <c:pt idx="92947">
                  <c:v>5</c:v>
                </c:pt>
                <c:pt idx="92948">
                  <c:v>3</c:v>
                </c:pt>
                <c:pt idx="92949">
                  <c:v>3</c:v>
                </c:pt>
                <c:pt idx="92950">
                  <c:v>3</c:v>
                </c:pt>
                <c:pt idx="92951">
                  <c:v>3</c:v>
                </c:pt>
                <c:pt idx="92952">
                  <c:v>3</c:v>
                </c:pt>
                <c:pt idx="92953">
                  <c:v>3</c:v>
                </c:pt>
                <c:pt idx="92954">
                  <c:v>3</c:v>
                </c:pt>
                <c:pt idx="92955">
                  <c:v>3</c:v>
                </c:pt>
                <c:pt idx="92956">
                  <c:v>3</c:v>
                </c:pt>
                <c:pt idx="92957">
                  <c:v>3</c:v>
                </c:pt>
                <c:pt idx="92958">
                  <c:v>2</c:v>
                </c:pt>
                <c:pt idx="92959">
                  <c:v>3</c:v>
                </c:pt>
                <c:pt idx="92960">
                  <c:v>2</c:v>
                </c:pt>
                <c:pt idx="92961">
                  <c:v>3</c:v>
                </c:pt>
                <c:pt idx="92962">
                  <c:v>3</c:v>
                </c:pt>
                <c:pt idx="92963">
                  <c:v>6</c:v>
                </c:pt>
                <c:pt idx="92964">
                  <c:v>2</c:v>
                </c:pt>
                <c:pt idx="92965">
                  <c:v>2</c:v>
                </c:pt>
                <c:pt idx="92966">
                  <c:v>4</c:v>
                </c:pt>
                <c:pt idx="92967">
                  <c:v>3</c:v>
                </c:pt>
                <c:pt idx="92968">
                  <c:v>2</c:v>
                </c:pt>
                <c:pt idx="92969">
                  <c:v>4</c:v>
                </c:pt>
                <c:pt idx="92970">
                  <c:v>1</c:v>
                </c:pt>
                <c:pt idx="92971">
                  <c:v>1</c:v>
                </c:pt>
                <c:pt idx="92972">
                  <c:v>3</c:v>
                </c:pt>
                <c:pt idx="92973">
                  <c:v>1</c:v>
                </c:pt>
                <c:pt idx="92974">
                  <c:v>1</c:v>
                </c:pt>
                <c:pt idx="92975">
                  <c:v>2</c:v>
                </c:pt>
                <c:pt idx="92976">
                  <c:v>1</c:v>
                </c:pt>
                <c:pt idx="92977">
                  <c:v>1</c:v>
                </c:pt>
                <c:pt idx="92978">
                  <c:v>1</c:v>
                </c:pt>
                <c:pt idx="92979">
                  <c:v>2</c:v>
                </c:pt>
                <c:pt idx="92980">
                  <c:v>2</c:v>
                </c:pt>
                <c:pt idx="92981">
                  <c:v>1</c:v>
                </c:pt>
                <c:pt idx="92982">
                  <c:v>2</c:v>
                </c:pt>
                <c:pt idx="92983">
                  <c:v>2</c:v>
                </c:pt>
                <c:pt idx="92984">
                  <c:v>1</c:v>
                </c:pt>
                <c:pt idx="92985">
                  <c:v>2</c:v>
                </c:pt>
                <c:pt idx="92986">
                  <c:v>2</c:v>
                </c:pt>
                <c:pt idx="92987">
                  <c:v>2</c:v>
                </c:pt>
                <c:pt idx="92988">
                  <c:v>1</c:v>
                </c:pt>
                <c:pt idx="92989">
                  <c:v>1</c:v>
                </c:pt>
                <c:pt idx="92990">
                  <c:v>2</c:v>
                </c:pt>
                <c:pt idx="92991">
                  <c:v>1</c:v>
                </c:pt>
                <c:pt idx="92992">
                  <c:v>1</c:v>
                </c:pt>
                <c:pt idx="92993">
                  <c:v>1</c:v>
                </c:pt>
                <c:pt idx="92994">
                  <c:v>1</c:v>
                </c:pt>
                <c:pt idx="92995">
                  <c:v>1</c:v>
                </c:pt>
                <c:pt idx="92996">
                  <c:v>1</c:v>
                </c:pt>
                <c:pt idx="92997">
                  <c:v>2</c:v>
                </c:pt>
                <c:pt idx="92998">
                  <c:v>1</c:v>
                </c:pt>
                <c:pt idx="92999">
                  <c:v>1</c:v>
                </c:pt>
                <c:pt idx="93000">
                  <c:v>3</c:v>
                </c:pt>
                <c:pt idx="93001">
                  <c:v>3</c:v>
                </c:pt>
                <c:pt idx="93002">
                  <c:v>2</c:v>
                </c:pt>
                <c:pt idx="93003">
                  <c:v>4</c:v>
                </c:pt>
                <c:pt idx="93004">
                  <c:v>3</c:v>
                </c:pt>
                <c:pt idx="93005">
                  <c:v>1</c:v>
                </c:pt>
                <c:pt idx="93006">
                  <c:v>2</c:v>
                </c:pt>
                <c:pt idx="93007">
                  <c:v>3</c:v>
                </c:pt>
                <c:pt idx="93008">
                  <c:v>1</c:v>
                </c:pt>
                <c:pt idx="93009">
                  <c:v>3</c:v>
                </c:pt>
                <c:pt idx="93010">
                  <c:v>4</c:v>
                </c:pt>
                <c:pt idx="93011">
                  <c:v>2</c:v>
                </c:pt>
                <c:pt idx="93012">
                  <c:v>4</c:v>
                </c:pt>
                <c:pt idx="93013">
                  <c:v>3</c:v>
                </c:pt>
                <c:pt idx="93014">
                  <c:v>2</c:v>
                </c:pt>
                <c:pt idx="93015">
                  <c:v>1</c:v>
                </c:pt>
                <c:pt idx="93016">
                  <c:v>1</c:v>
                </c:pt>
                <c:pt idx="93017">
                  <c:v>2</c:v>
                </c:pt>
                <c:pt idx="93018">
                  <c:v>4</c:v>
                </c:pt>
                <c:pt idx="93019">
                  <c:v>2</c:v>
                </c:pt>
                <c:pt idx="93020">
                  <c:v>2</c:v>
                </c:pt>
                <c:pt idx="93021">
                  <c:v>1</c:v>
                </c:pt>
                <c:pt idx="93022">
                  <c:v>6</c:v>
                </c:pt>
                <c:pt idx="93023">
                  <c:v>1</c:v>
                </c:pt>
                <c:pt idx="93024">
                  <c:v>1</c:v>
                </c:pt>
                <c:pt idx="93025">
                  <c:v>1</c:v>
                </c:pt>
                <c:pt idx="93026">
                  <c:v>5</c:v>
                </c:pt>
                <c:pt idx="93027">
                  <c:v>5</c:v>
                </c:pt>
                <c:pt idx="93028">
                  <c:v>6</c:v>
                </c:pt>
                <c:pt idx="93029">
                  <c:v>3</c:v>
                </c:pt>
                <c:pt idx="93030">
                  <c:v>1</c:v>
                </c:pt>
                <c:pt idx="93031">
                  <c:v>4</c:v>
                </c:pt>
                <c:pt idx="93032">
                  <c:v>3</c:v>
                </c:pt>
                <c:pt idx="93033">
                  <c:v>1</c:v>
                </c:pt>
                <c:pt idx="93034">
                  <c:v>1</c:v>
                </c:pt>
                <c:pt idx="93035">
                  <c:v>1</c:v>
                </c:pt>
                <c:pt idx="93036">
                  <c:v>1</c:v>
                </c:pt>
                <c:pt idx="93037">
                  <c:v>1</c:v>
                </c:pt>
                <c:pt idx="93038">
                  <c:v>1</c:v>
                </c:pt>
                <c:pt idx="93039">
                  <c:v>1</c:v>
                </c:pt>
                <c:pt idx="93040">
                  <c:v>1</c:v>
                </c:pt>
                <c:pt idx="93041">
                  <c:v>1</c:v>
                </c:pt>
                <c:pt idx="93042">
                  <c:v>1</c:v>
                </c:pt>
                <c:pt idx="93043">
                  <c:v>2</c:v>
                </c:pt>
                <c:pt idx="93044">
                  <c:v>3</c:v>
                </c:pt>
                <c:pt idx="93045">
                  <c:v>2</c:v>
                </c:pt>
                <c:pt idx="93046">
                  <c:v>2</c:v>
                </c:pt>
                <c:pt idx="93047">
                  <c:v>1</c:v>
                </c:pt>
                <c:pt idx="93048">
                  <c:v>3</c:v>
                </c:pt>
                <c:pt idx="93049">
                  <c:v>2</c:v>
                </c:pt>
                <c:pt idx="93050">
                  <c:v>2</c:v>
                </c:pt>
                <c:pt idx="93051">
                  <c:v>2</c:v>
                </c:pt>
                <c:pt idx="93052">
                  <c:v>2</c:v>
                </c:pt>
                <c:pt idx="93053">
                  <c:v>2</c:v>
                </c:pt>
                <c:pt idx="93054">
                  <c:v>2</c:v>
                </c:pt>
                <c:pt idx="93055">
                  <c:v>2</c:v>
                </c:pt>
                <c:pt idx="93056">
                  <c:v>4</c:v>
                </c:pt>
                <c:pt idx="93057">
                  <c:v>1</c:v>
                </c:pt>
                <c:pt idx="93058">
                  <c:v>1</c:v>
                </c:pt>
                <c:pt idx="93059">
                  <c:v>6</c:v>
                </c:pt>
                <c:pt idx="93060">
                  <c:v>6</c:v>
                </c:pt>
                <c:pt idx="93061">
                  <c:v>4</c:v>
                </c:pt>
                <c:pt idx="93062">
                  <c:v>3</c:v>
                </c:pt>
                <c:pt idx="93063">
                  <c:v>3</c:v>
                </c:pt>
                <c:pt idx="93064">
                  <c:v>4</c:v>
                </c:pt>
                <c:pt idx="93065">
                  <c:v>1</c:v>
                </c:pt>
                <c:pt idx="93066">
                  <c:v>6</c:v>
                </c:pt>
                <c:pt idx="93067">
                  <c:v>2</c:v>
                </c:pt>
                <c:pt idx="93068">
                  <c:v>2</c:v>
                </c:pt>
                <c:pt idx="93069">
                  <c:v>2</c:v>
                </c:pt>
                <c:pt idx="93070">
                  <c:v>2</c:v>
                </c:pt>
                <c:pt idx="93071">
                  <c:v>1</c:v>
                </c:pt>
                <c:pt idx="93072">
                  <c:v>2</c:v>
                </c:pt>
                <c:pt idx="93073">
                  <c:v>4</c:v>
                </c:pt>
                <c:pt idx="93074">
                  <c:v>2</c:v>
                </c:pt>
                <c:pt idx="93075">
                  <c:v>3</c:v>
                </c:pt>
                <c:pt idx="93076">
                  <c:v>6</c:v>
                </c:pt>
                <c:pt idx="93077">
                  <c:v>4</c:v>
                </c:pt>
                <c:pt idx="93078">
                  <c:v>3</c:v>
                </c:pt>
                <c:pt idx="93079">
                  <c:v>2</c:v>
                </c:pt>
                <c:pt idx="93080">
                  <c:v>2</c:v>
                </c:pt>
                <c:pt idx="93081">
                  <c:v>2</c:v>
                </c:pt>
                <c:pt idx="93082">
                  <c:v>5</c:v>
                </c:pt>
                <c:pt idx="93083">
                  <c:v>2</c:v>
                </c:pt>
                <c:pt idx="93084">
                  <c:v>3</c:v>
                </c:pt>
                <c:pt idx="93085">
                  <c:v>2</c:v>
                </c:pt>
                <c:pt idx="93086">
                  <c:v>2</c:v>
                </c:pt>
                <c:pt idx="93087">
                  <c:v>4</c:v>
                </c:pt>
                <c:pt idx="93088">
                  <c:v>4</c:v>
                </c:pt>
                <c:pt idx="93089">
                  <c:v>1</c:v>
                </c:pt>
                <c:pt idx="93090">
                  <c:v>2</c:v>
                </c:pt>
                <c:pt idx="93091">
                  <c:v>2</c:v>
                </c:pt>
                <c:pt idx="93092">
                  <c:v>3</c:v>
                </c:pt>
                <c:pt idx="93093">
                  <c:v>3</c:v>
                </c:pt>
                <c:pt idx="93094">
                  <c:v>1</c:v>
                </c:pt>
                <c:pt idx="93095">
                  <c:v>3</c:v>
                </c:pt>
                <c:pt idx="93096">
                  <c:v>3</c:v>
                </c:pt>
                <c:pt idx="93097">
                  <c:v>2</c:v>
                </c:pt>
                <c:pt idx="93098">
                  <c:v>3</c:v>
                </c:pt>
                <c:pt idx="93099">
                  <c:v>5</c:v>
                </c:pt>
                <c:pt idx="93100">
                  <c:v>5</c:v>
                </c:pt>
                <c:pt idx="93101">
                  <c:v>6</c:v>
                </c:pt>
                <c:pt idx="93102">
                  <c:v>10</c:v>
                </c:pt>
                <c:pt idx="93103">
                  <c:v>2</c:v>
                </c:pt>
                <c:pt idx="93104">
                  <c:v>3</c:v>
                </c:pt>
                <c:pt idx="93105">
                  <c:v>2</c:v>
                </c:pt>
                <c:pt idx="93106">
                  <c:v>3</c:v>
                </c:pt>
                <c:pt idx="93107">
                  <c:v>7</c:v>
                </c:pt>
                <c:pt idx="93108">
                  <c:v>1</c:v>
                </c:pt>
                <c:pt idx="93109">
                  <c:v>1</c:v>
                </c:pt>
                <c:pt idx="93110">
                  <c:v>2</c:v>
                </c:pt>
                <c:pt idx="93111">
                  <c:v>4</c:v>
                </c:pt>
                <c:pt idx="93112">
                  <c:v>2</c:v>
                </c:pt>
                <c:pt idx="93113">
                  <c:v>2</c:v>
                </c:pt>
                <c:pt idx="93114">
                  <c:v>11</c:v>
                </c:pt>
                <c:pt idx="93115">
                  <c:v>11</c:v>
                </c:pt>
                <c:pt idx="93116">
                  <c:v>2</c:v>
                </c:pt>
                <c:pt idx="93117">
                  <c:v>2</c:v>
                </c:pt>
                <c:pt idx="93118">
                  <c:v>8</c:v>
                </c:pt>
                <c:pt idx="93119">
                  <c:v>5</c:v>
                </c:pt>
                <c:pt idx="93120">
                  <c:v>4</c:v>
                </c:pt>
                <c:pt idx="93121">
                  <c:v>3</c:v>
                </c:pt>
                <c:pt idx="93122">
                  <c:v>3</c:v>
                </c:pt>
                <c:pt idx="93123">
                  <c:v>3</c:v>
                </c:pt>
                <c:pt idx="93124">
                  <c:v>2</c:v>
                </c:pt>
                <c:pt idx="93125">
                  <c:v>1</c:v>
                </c:pt>
                <c:pt idx="93126">
                  <c:v>2</c:v>
                </c:pt>
                <c:pt idx="93127">
                  <c:v>2</c:v>
                </c:pt>
                <c:pt idx="93128">
                  <c:v>5</c:v>
                </c:pt>
                <c:pt idx="93129">
                  <c:v>1</c:v>
                </c:pt>
                <c:pt idx="93130">
                  <c:v>3</c:v>
                </c:pt>
                <c:pt idx="93131">
                  <c:v>3</c:v>
                </c:pt>
                <c:pt idx="93132">
                  <c:v>1</c:v>
                </c:pt>
                <c:pt idx="93133">
                  <c:v>1</c:v>
                </c:pt>
                <c:pt idx="93134">
                  <c:v>2</c:v>
                </c:pt>
                <c:pt idx="93135">
                  <c:v>1</c:v>
                </c:pt>
                <c:pt idx="93136">
                  <c:v>2</c:v>
                </c:pt>
                <c:pt idx="93137">
                  <c:v>2</c:v>
                </c:pt>
                <c:pt idx="93138">
                  <c:v>1</c:v>
                </c:pt>
                <c:pt idx="93139">
                  <c:v>3</c:v>
                </c:pt>
                <c:pt idx="93140">
                  <c:v>2</c:v>
                </c:pt>
                <c:pt idx="93141">
                  <c:v>2</c:v>
                </c:pt>
                <c:pt idx="93142">
                  <c:v>1</c:v>
                </c:pt>
                <c:pt idx="93143">
                  <c:v>3</c:v>
                </c:pt>
                <c:pt idx="93144">
                  <c:v>4</c:v>
                </c:pt>
                <c:pt idx="93145">
                  <c:v>4</c:v>
                </c:pt>
                <c:pt idx="93146">
                  <c:v>4</c:v>
                </c:pt>
                <c:pt idx="93147">
                  <c:v>3</c:v>
                </c:pt>
                <c:pt idx="93148">
                  <c:v>2</c:v>
                </c:pt>
                <c:pt idx="93149">
                  <c:v>2</c:v>
                </c:pt>
                <c:pt idx="93150">
                  <c:v>-2</c:v>
                </c:pt>
                <c:pt idx="93151">
                  <c:v>2</c:v>
                </c:pt>
                <c:pt idx="93152">
                  <c:v>2</c:v>
                </c:pt>
                <c:pt idx="93153">
                  <c:v>2</c:v>
                </c:pt>
                <c:pt idx="93154">
                  <c:v>2</c:v>
                </c:pt>
                <c:pt idx="93155">
                  <c:v>3</c:v>
                </c:pt>
                <c:pt idx="93156">
                  <c:v>2</c:v>
                </c:pt>
                <c:pt idx="93157">
                  <c:v>2</c:v>
                </c:pt>
                <c:pt idx="93158">
                  <c:v>2</c:v>
                </c:pt>
                <c:pt idx="93159">
                  <c:v>4</c:v>
                </c:pt>
                <c:pt idx="93160">
                  <c:v>4</c:v>
                </c:pt>
                <c:pt idx="93161">
                  <c:v>5</c:v>
                </c:pt>
                <c:pt idx="93162">
                  <c:v>3</c:v>
                </c:pt>
                <c:pt idx="93163">
                  <c:v>6</c:v>
                </c:pt>
                <c:pt idx="93164">
                  <c:v>6</c:v>
                </c:pt>
                <c:pt idx="93165">
                  <c:v>2</c:v>
                </c:pt>
                <c:pt idx="93166">
                  <c:v>6</c:v>
                </c:pt>
                <c:pt idx="93167">
                  <c:v>3</c:v>
                </c:pt>
                <c:pt idx="93168">
                  <c:v>7</c:v>
                </c:pt>
                <c:pt idx="93169">
                  <c:v>5</c:v>
                </c:pt>
                <c:pt idx="93170">
                  <c:v>2</c:v>
                </c:pt>
                <c:pt idx="93171">
                  <c:v>6</c:v>
                </c:pt>
                <c:pt idx="93172">
                  <c:v>2</c:v>
                </c:pt>
                <c:pt idx="93173">
                  <c:v>1</c:v>
                </c:pt>
                <c:pt idx="93174">
                  <c:v>2</c:v>
                </c:pt>
                <c:pt idx="93175">
                  <c:v>3</c:v>
                </c:pt>
                <c:pt idx="93176">
                  <c:v>3</c:v>
                </c:pt>
                <c:pt idx="93177">
                  <c:v>1</c:v>
                </c:pt>
                <c:pt idx="93178">
                  <c:v>2</c:v>
                </c:pt>
                <c:pt idx="93179">
                  <c:v>2</c:v>
                </c:pt>
                <c:pt idx="93180">
                  <c:v>2</c:v>
                </c:pt>
                <c:pt idx="93181">
                  <c:v>2</c:v>
                </c:pt>
                <c:pt idx="93182">
                  <c:v>1</c:v>
                </c:pt>
                <c:pt idx="93183">
                  <c:v>1</c:v>
                </c:pt>
                <c:pt idx="93184">
                  <c:v>3</c:v>
                </c:pt>
                <c:pt idx="93185">
                  <c:v>0</c:v>
                </c:pt>
                <c:pt idx="93186">
                  <c:v>2</c:v>
                </c:pt>
                <c:pt idx="93187">
                  <c:v>1</c:v>
                </c:pt>
                <c:pt idx="93188">
                  <c:v>1</c:v>
                </c:pt>
                <c:pt idx="93189">
                  <c:v>2</c:v>
                </c:pt>
                <c:pt idx="93190">
                  <c:v>4</c:v>
                </c:pt>
                <c:pt idx="93191">
                  <c:v>5</c:v>
                </c:pt>
                <c:pt idx="93192">
                  <c:v>4</c:v>
                </c:pt>
                <c:pt idx="93193">
                  <c:v>2</c:v>
                </c:pt>
                <c:pt idx="93194">
                  <c:v>2</c:v>
                </c:pt>
                <c:pt idx="93195">
                  <c:v>6</c:v>
                </c:pt>
                <c:pt idx="93196">
                  <c:v>3</c:v>
                </c:pt>
                <c:pt idx="93197">
                  <c:v>4</c:v>
                </c:pt>
                <c:pt idx="93198">
                  <c:v>3</c:v>
                </c:pt>
                <c:pt idx="93199">
                  <c:v>1</c:v>
                </c:pt>
                <c:pt idx="93200">
                  <c:v>4</c:v>
                </c:pt>
                <c:pt idx="93201">
                  <c:v>3</c:v>
                </c:pt>
                <c:pt idx="93202">
                  <c:v>2</c:v>
                </c:pt>
                <c:pt idx="93203">
                  <c:v>2</c:v>
                </c:pt>
                <c:pt idx="93204">
                  <c:v>3</c:v>
                </c:pt>
                <c:pt idx="93205">
                  <c:v>5</c:v>
                </c:pt>
                <c:pt idx="93206">
                  <c:v>6</c:v>
                </c:pt>
                <c:pt idx="93207">
                  <c:v>1</c:v>
                </c:pt>
                <c:pt idx="93208">
                  <c:v>3</c:v>
                </c:pt>
                <c:pt idx="93209">
                  <c:v>1</c:v>
                </c:pt>
                <c:pt idx="93210">
                  <c:v>3</c:v>
                </c:pt>
                <c:pt idx="93211">
                  <c:v>3</c:v>
                </c:pt>
                <c:pt idx="93212">
                  <c:v>2</c:v>
                </c:pt>
                <c:pt idx="93213">
                  <c:v>4</c:v>
                </c:pt>
                <c:pt idx="93214">
                  <c:v>4</c:v>
                </c:pt>
                <c:pt idx="93215">
                  <c:v>4</c:v>
                </c:pt>
                <c:pt idx="93216">
                  <c:v>4</c:v>
                </c:pt>
                <c:pt idx="93217">
                  <c:v>2</c:v>
                </c:pt>
                <c:pt idx="93218">
                  <c:v>2</c:v>
                </c:pt>
                <c:pt idx="93219">
                  <c:v>3</c:v>
                </c:pt>
                <c:pt idx="93220">
                  <c:v>3</c:v>
                </c:pt>
                <c:pt idx="93221">
                  <c:v>3</c:v>
                </c:pt>
                <c:pt idx="93222">
                  <c:v>6</c:v>
                </c:pt>
                <c:pt idx="93223">
                  <c:v>1</c:v>
                </c:pt>
                <c:pt idx="93224">
                  <c:v>1</c:v>
                </c:pt>
                <c:pt idx="93225">
                  <c:v>2</c:v>
                </c:pt>
                <c:pt idx="93226">
                  <c:v>4</c:v>
                </c:pt>
                <c:pt idx="93227">
                  <c:v>4</c:v>
                </c:pt>
                <c:pt idx="93228">
                  <c:v>2</c:v>
                </c:pt>
                <c:pt idx="93229">
                  <c:v>3</c:v>
                </c:pt>
                <c:pt idx="93230">
                  <c:v>1</c:v>
                </c:pt>
                <c:pt idx="93231">
                  <c:v>2</c:v>
                </c:pt>
                <c:pt idx="93232">
                  <c:v>2</c:v>
                </c:pt>
                <c:pt idx="93233">
                  <c:v>2</c:v>
                </c:pt>
                <c:pt idx="93234">
                  <c:v>2</c:v>
                </c:pt>
                <c:pt idx="93235">
                  <c:v>1</c:v>
                </c:pt>
                <c:pt idx="93236">
                  <c:v>1</c:v>
                </c:pt>
                <c:pt idx="93237">
                  <c:v>3</c:v>
                </c:pt>
                <c:pt idx="93238">
                  <c:v>3</c:v>
                </c:pt>
                <c:pt idx="93239">
                  <c:v>2</c:v>
                </c:pt>
                <c:pt idx="93240">
                  <c:v>2</c:v>
                </c:pt>
                <c:pt idx="93241">
                  <c:v>3</c:v>
                </c:pt>
                <c:pt idx="93242">
                  <c:v>2</c:v>
                </c:pt>
                <c:pt idx="93243">
                  <c:v>2</c:v>
                </c:pt>
                <c:pt idx="93244">
                  <c:v>3</c:v>
                </c:pt>
                <c:pt idx="93245">
                  <c:v>2</c:v>
                </c:pt>
                <c:pt idx="93246">
                  <c:v>7</c:v>
                </c:pt>
                <c:pt idx="93247">
                  <c:v>4</c:v>
                </c:pt>
                <c:pt idx="93248">
                  <c:v>4</c:v>
                </c:pt>
                <c:pt idx="93249">
                  <c:v>4</c:v>
                </c:pt>
                <c:pt idx="93250">
                  <c:v>-4</c:v>
                </c:pt>
                <c:pt idx="93251">
                  <c:v>2</c:v>
                </c:pt>
                <c:pt idx="93252">
                  <c:v>1</c:v>
                </c:pt>
                <c:pt idx="93253">
                  <c:v>2</c:v>
                </c:pt>
                <c:pt idx="93254">
                  <c:v>2</c:v>
                </c:pt>
                <c:pt idx="93255">
                  <c:v>1</c:v>
                </c:pt>
                <c:pt idx="93256">
                  <c:v>2</c:v>
                </c:pt>
                <c:pt idx="93257">
                  <c:v>1</c:v>
                </c:pt>
                <c:pt idx="93258">
                  <c:v>1</c:v>
                </c:pt>
                <c:pt idx="93259">
                  <c:v>2</c:v>
                </c:pt>
                <c:pt idx="93260">
                  <c:v>2</c:v>
                </c:pt>
                <c:pt idx="93261">
                  <c:v>2</c:v>
                </c:pt>
                <c:pt idx="93262">
                  <c:v>1</c:v>
                </c:pt>
                <c:pt idx="93263">
                  <c:v>1</c:v>
                </c:pt>
                <c:pt idx="93264">
                  <c:v>3</c:v>
                </c:pt>
                <c:pt idx="93265">
                  <c:v>4</c:v>
                </c:pt>
                <c:pt idx="93266">
                  <c:v>3</c:v>
                </c:pt>
                <c:pt idx="93267">
                  <c:v>6</c:v>
                </c:pt>
                <c:pt idx="93268">
                  <c:v>3</c:v>
                </c:pt>
                <c:pt idx="93269">
                  <c:v>2</c:v>
                </c:pt>
                <c:pt idx="93270">
                  <c:v>2</c:v>
                </c:pt>
                <c:pt idx="93271">
                  <c:v>2</c:v>
                </c:pt>
                <c:pt idx="93272">
                  <c:v>2</c:v>
                </c:pt>
                <c:pt idx="93273">
                  <c:v>1</c:v>
                </c:pt>
                <c:pt idx="93274">
                  <c:v>1</c:v>
                </c:pt>
                <c:pt idx="93275">
                  <c:v>9</c:v>
                </c:pt>
                <c:pt idx="93276">
                  <c:v>3</c:v>
                </c:pt>
                <c:pt idx="93277">
                  <c:v>10</c:v>
                </c:pt>
                <c:pt idx="93278">
                  <c:v>1</c:v>
                </c:pt>
                <c:pt idx="93279">
                  <c:v>1</c:v>
                </c:pt>
                <c:pt idx="93280">
                  <c:v>1</c:v>
                </c:pt>
                <c:pt idx="93281">
                  <c:v>2</c:v>
                </c:pt>
                <c:pt idx="93282">
                  <c:v>2</c:v>
                </c:pt>
                <c:pt idx="93283">
                  <c:v>1</c:v>
                </c:pt>
                <c:pt idx="93284">
                  <c:v>2</c:v>
                </c:pt>
                <c:pt idx="93285">
                  <c:v>1</c:v>
                </c:pt>
                <c:pt idx="93286">
                  <c:v>2</c:v>
                </c:pt>
                <c:pt idx="93287">
                  <c:v>4</c:v>
                </c:pt>
                <c:pt idx="93288">
                  <c:v>4</c:v>
                </c:pt>
                <c:pt idx="93289">
                  <c:v>2</c:v>
                </c:pt>
                <c:pt idx="93290">
                  <c:v>2</c:v>
                </c:pt>
                <c:pt idx="93291">
                  <c:v>3</c:v>
                </c:pt>
                <c:pt idx="93292">
                  <c:v>3</c:v>
                </c:pt>
                <c:pt idx="93293">
                  <c:v>1</c:v>
                </c:pt>
                <c:pt idx="93294">
                  <c:v>5</c:v>
                </c:pt>
                <c:pt idx="93295">
                  <c:v>5</c:v>
                </c:pt>
                <c:pt idx="93296">
                  <c:v>5</c:v>
                </c:pt>
                <c:pt idx="93297">
                  <c:v>1</c:v>
                </c:pt>
                <c:pt idx="93298">
                  <c:v>1</c:v>
                </c:pt>
                <c:pt idx="93299">
                  <c:v>4</c:v>
                </c:pt>
                <c:pt idx="93300">
                  <c:v>4</c:v>
                </c:pt>
                <c:pt idx="93301">
                  <c:v>2</c:v>
                </c:pt>
                <c:pt idx="93302">
                  <c:v>2</c:v>
                </c:pt>
                <c:pt idx="93303">
                  <c:v>4</c:v>
                </c:pt>
                <c:pt idx="93304">
                  <c:v>1</c:v>
                </c:pt>
                <c:pt idx="93305">
                  <c:v>6</c:v>
                </c:pt>
                <c:pt idx="93306">
                  <c:v>8</c:v>
                </c:pt>
                <c:pt idx="93307">
                  <c:v>4</c:v>
                </c:pt>
                <c:pt idx="93308">
                  <c:v>2</c:v>
                </c:pt>
                <c:pt idx="93309">
                  <c:v>8</c:v>
                </c:pt>
                <c:pt idx="93310">
                  <c:v>2</c:v>
                </c:pt>
                <c:pt idx="93311">
                  <c:v>4</c:v>
                </c:pt>
                <c:pt idx="93312">
                  <c:v>4</c:v>
                </c:pt>
                <c:pt idx="93313">
                  <c:v>4</c:v>
                </c:pt>
                <c:pt idx="93314">
                  <c:v>3</c:v>
                </c:pt>
                <c:pt idx="93315">
                  <c:v>2</c:v>
                </c:pt>
                <c:pt idx="93316">
                  <c:v>1</c:v>
                </c:pt>
                <c:pt idx="93317">
                  <c:v>3</c:v>
                </c:pt>
                <c:pt idx="93318">
                  <c:v>3</c:v>
                </c:pt>
                <c:pt idx="93319">
                  <c:v>2</c:v>
                </c:pt>
                <c:pt idx="93320">
                  <c:v>2</c:v>
                </c:pt>
                <c:pt idx="93321">
                  <c:v>5</c:v>
                </c:pt>
                <c:pt idx="93322">
                  <c:v>2</c:v>
                </c:pt>
                <c:pt idx="93323">
                  <c:v>5</c:v>
                </c:pt>
                <c:pt idx="93324">
                  <c:v>3</c:v>
                </c:pt>
                <c:pt idx="93325">
                  <c:v>5</c:v>
                </c:pt>
                <c:pt idx="93326">
                  <c:v>3</c:v>
                </c:pt>
                <c:pt idx="93327">
                  <c:v>3</c:v>
                </c:pt>
                <c:pt idx="93328">
                  <c:v>2</c:v>
                </c:pt>
                <c:pt idx="93329">
                  <c:v>1</c:v>
                </c:pt>
                <c:pt idx="93330">
                  <c:v>2</c:v>
                </c:pt>
                <c:pt idx="93331">
                  <c:v>1</c:v>
                </c:pt>
                <c:pt idx="93332">
                  <c:v>2</c:v>
                </c:pt>
                <c:pt idx="93333">
                  <c:v>2</c:v>
                </c:pt>
                <c:pt idx="93334">
                  <c:v>3</c:v>
                </c:pt>
                <c:pt idx="93335">
                  <c:v>3</c:v>
                </c:pt>
                <c:pt idx="93336">
                  <c:v>0</c:v>
                </c:pt>
                <c:pt idx="93337">
                  <c:v>2</c:v>
                </c:pt>
                <c:pt idx="93338">
                  <c:v>2</c:v>
                </c:pt>
                <c:pt idx="93339">
                  <c:v>2</c:v>
                </c:pt>
                <c:pt idx="93340">
                  <c:v>2</c:v>
                </c:pt>
                <c:pt idx="93341">
                  <c:v>3</c:v>
                </c:pt>
                <c:pt idx="93342">
                  <c:v>2</c:v>
                </c:pt>
                <c:pt idx="93343">
                  <c:v>2</c:v>
                </c:pt>
                <c:pt idx="93344">
                  <c:v>1</c:v>
                </c:pt>
                <c:pt idx="93345">
                  <c:v>1</c:v>
                </c:pt>
                <c:pt idx="93346">
                  <c:v>2</c:v>
                </c:pt>
                <c:pt idx="93347">
                  <c:v>4</c:v>
                </c:pt>
                <c:pt idx="93348">
                  <c:v>2</c:v>
                </c:pt>
                <c:pt idx="93349">
                  <c:v>2</c:v>
                </c:pt>
                <c:pt idx="93350">
                  <c:v>3</c:v>
                </c:pt>
                <c:pt idx="93351">
                  <c:v>4</c:v>
                </c:pt>
                <c:pt idx="93352">
                  <c:v>3</c:v>
                </c:pt>
                <c:pt idx="93353">
                  <c:v>3</c:v>
                </c:pt>
                <c:pt idx="93354">
                  <c:v>3</c:v>
                </c:pt>
                <c:pt idx="93355">
                  <c:v>6</c:v>
                </c:pt>
                <c:pt idx="93356">
                  <c:v>5</c:v>
                </c:pt>
                <c:pt idx="93357">
                  <c:v>2</c:v>
                </c:pt>
                <c:pt idx="93358">
                  <c:v>2</c:v>
                </c:pt>
                <c:pt idx="93359">
                  <c:v>1</c:v>
                </c:pt>
                <c:pt idx="93360">
                  <c:v>2</c:v>
                </c:pt>
                <c:pt idx="93361">
                  <c:v>1</c:v>
                </c:pt>
                <c:pt idx="93362">
                  <c:v>2</c:v>
                </c:pt>
                <c:pt idx="93363">
                  <c:v>2</c:v>
                </c:pt>
                <c:pt idx="93364">
                  <c:v>2</c:v>
                </c:pt>
                <c:pt idx="93365">
                  <c:v>3</c:v>
                </c:pt>
                <c:pt idx="93366">
                  <c:v>3</c:v>
                </c:pt>
                <c:pt idx="93367">
                  <c:v>2</c:v>
                </c:pt>
                <c:pt idx="93368">
                  <c:v>3</c:v>
                </c:pt>
                <c:pt idx="93369">
                  <c:v>1</c:v>
                </c:pt>
                <c:pt idx="93370">
                  <c:v>4</c:v>
                </c:pt>
                <c:pt idx="93371">
                  <c:v>4</c:v>
                </c:pt>
                <c:pt idx="93372">
                  <c:v>1</c:v>
                </c:pt>
                <c:pt idx="93373">
                  <c:v>3</c:v>
                </c:pt>
                <c:pt idx="93374">
                  <c:v>1</c:v>
                </c:pt>
                <c:pt idx="93375">
                  <c:v>2</c:v>
                </c:pt>
                <c:pt idx="93376">
                  <c:v>3</c:v>
                </c:pt>
                <c:pt idx="93377">
                  <c:v>5</c:v>
                </c:pt>
                <c:pt idx="93378">
                  <c:v>4</c:v>
                </c:pt>
                <c:pt idx="93379">
                  <c:v>3</c:v>
                </c:pt>
                <c:pt idx="93380">
                  <c:v>3</c:v>
                </c:pt>
                <c:pt idx="93381">
                  <c:v>4</c:v>
                </c:pt>
                <c:pt idx="93382">
                  <c:v>3</c:v>
                </c:pt>
                <c:pt idx="93383">
                  <c:v>3</c:v>
                </c:pt>
                <c:pt idx="93384">
                  <c:v>6</c:v>
                </c:pt>
                <c:pt idx="93385">
                  <c:v>4</c:v>
                </c:pt>
                <c:pt idx="93386">
                  <c:v>4</c:v>
                </c:pt>
                <c:pt idx="93387">
                  <c:v>2</c:v>
                </c:pt>
                <c:pt idx="93388">
                  <c:v>3</c:v>
                </c:pt>
                <c:pt idx="93389">
                  <c:v>3</c:v>
                </c:pt>
                <c:pt idx="93390">
                  <c:v>5</c:v>
                </c:pt>
                <c:pt idx="93391">
                  <c:v>5</c:v>
                </c:pt>
                <c:pt idx="93392">
                  <c:v>2</c:v>
                </c:pt>
                <c:pt idx="93393">
                  <c:v>1</c:v>
                </c:pt>
                <c:pt idx="93394">
                  <c:v>1</c:v>
                </c:pt>
                <c:pt idx="93395">
                  <c:v>4</c:v>
                </c:pt>
                <c:pt idx="93396">
                  <c:v>3</c:v>
                </c:pt>
                <c:pt idx="93397">
                  <c:v>5</c:v>
                </c:pt>
                <c:pt idx="93398">
                  <c:v>5</c:v>
                </c:pt>
                <c:pt idx="93399">
                  <c:v>3</c:v>
                </c:pt>
                <c:pt idx="93400">
                  <c:v>2</c:v>
                </c:pt>
                <c:pt idx="93401">
                  <c:v>2</c:v>
                </c:pt>
                <c:pt idx="93402">
                  <c:v>1</c:v>
                </c:pt>
                <c:pt idx="93403">
                  <c:v>3</c:v>
                </c:pt>
                <c:pt idx="93404">
                  <c:v>1</c:v>
                </c:pt>
                <c:pt idx="93405">
                  <c:v>1</c:v>
                </c:pt>
                <c:pt idx="93406">
                  <c:v>6</c:v>
                </c:pt>
                <c:pt idx="93407">
                  <c:v>1</c:v>
                </c:pt>
                <c:pt idx="93408">
                  <c:v>-3</c:v>
                </c:pt>
                <c:pt idx="93409">
                  <c:v>5</c:v>
                </c:pt>
                <c:pt idx="93410">
                  <c:v>5</c:v>
                </c:pt>
                <c:pt idx="93411">
                  <c:v>3</c:v>
                </c:pt>
                <c:pt idx="93412">
                  <c:v>-2</c:v>
                </c:pt>
                <c:pt idx="93413">
                  <c:v>11</c:v>
                </c:pt>
                <c:pt idx="93414">
                  <c:v>4</c:v>
                </c:pt>
                <c:pt idx="93415">
                  <c:v>5</c:v>
                </c:pt>
                <c:pt idx="93416">
                  <c:v>2</c:v>
                </c:pt>
                <c:pt idx="93417">
                  <c:v>2</c:v>
                </c:pt>
                <c:pt idx="93418">
                  <c:v>3</c:v>
                </c:pt>
                <c:pt idx="93419">
                  <c:v>3</c:v>
                </c:pt>
                <c:pt idx="93420">
                  <c:v>2</c:v>
                </c:pt>
                <c:pt idx="93421">
                  <c:v>4</c:v>
                </c:pt>
                <c:pt idx="93422">
                  <c:v>4</c:v>
                </c:pt>
                <c:pt idx="93423">
                  <c:v>1</c:v>
                </c:pt>
                <c:pt idx="93424">
                  <c:v>1</c:v>
                </c:pt>
                <c:pt idx="93425">
                  <c:v>3</c:v>
                </c:pt>
                <c:pt idx="93426">
                  <c:v>3</c:v>
                </c:pt>
                <c:pt idx="93427">
                  <c:v>1</c:v>
                </c:pt>
                <c:pt idx="93428">
                  <c:v>3</c:v>
                </c:pt>
                <c:pt idx="93429">
                  <c:v>3</c:v>
                </c:pt>
                <c:pt idx="93430">
                  <c:v>4</c:v>
                </c:pt>
                <c:pt idx="93431">
                  <c:v>3</c:v>
                </c:pt>
                <c:pt idx="93432">
                  <c:v>2</c:v>
                </c:pt>
                <c:pt idx="93433">
                  <c:v>2</c:v>
                </c:pt>
                <c:pt idx="93434">
                  <c:v>2</c:v>
                </c:pt>
                <c:pt idx="93435">
                  <c:v>1</c:v>
                </c:pt>
                <c:pt idx="93436">
                  <c:v>1</c:v>
                </c:pt>
                <c:pt idx="93437">
                  <c:v>2</c:v>
                </c:pt>
                <c:pt idx="93438">
                  <c:v>1</c:v>
                </c:pt>
                <c:pt idx="93439">
                  <c:v>1</c:v>
                </c:pt>
                <c:pt idx="93440">
                  <c:v>1</c:v>
                </c:pt>
                <c:pt idx="93441">
                  <c:v>2</c:v>
                </c:pt>
                <c:pt idx="93442">
                  <c:v>1</c:v>
                </c:pt>
                <c:pt idx="93443">
                  <c:v>1</c:v>
                </c:pt>
                <c:pt idx="93444">
                  <c:v>2</c:v>
                </c:pt>
                <c:pt idx="93445">
                  <c:v>1</c:v>
                </c:pt>
                <c:pt idx="93446">
                  <c:v>1</c:v>
                </c:pt>
                <c:pt idx="93447">
                  <c:v>6</c:v>
                </c:pt>
                <c:pt idx="93448">
                  <c:v>2</c:v>
                </c:pt>
                <c:pt idx="93449">
                  <c:v>1</c:v>
                </c:pt>
                <c:pt idx="93450">
                  <c:v>1</c:v>
                </c:pt>
                <c:pt idx="93451">
                  <c:v>1</c:v>
                </c:pt>
                <c:pt idx="93452">
                  <c:v>1</c:v>
                </c:pt>
                <c:pt idx="93453">
                  <c:v>1</c:v>
                </c:pt>
                <c:pt idx="93454">
                  <c:v>1</c:v>
                </c:pt>
                <c:pt idx="93455">
                  <c:v>1</c:v>
                </c:pt>
                <c:pt idx="93456">
                  <c:v>1</c:v>
                </c:pt>
                <c:pt idx="93457">
                  <c:v>3</c:v>
                </c:pt>
                <c:pt idx="93458">
                  <c:v>2</c:v>
                </c:pt>
                <c:pt idx="93459">
                  <c:v>8</c:v>
                </c:pt>
                <c:pt idx="93460">
                  <c:v>6</c:v>
                </c:pt>
                <c:pt idx="93461">
                  <c:v>2</c:v>
                </c:pt>
                <c:pt idx="93462">
                  <c:v>2</c:v>
                </c:pt>
                <c:pt idx="93463">
                  <c:v>3</c:v>
                </c:pt>
                <c:pt idx="93464">
                  <c:v>1</c:v>
                </c:pt>
                <c:pt idx="93465">
                  <c:v>3</c:v>
                </c:pt>
                <c:pt idx="93466">
                  <c:v>2</c:v>
                </c:pt>
                <c:pt idx="93467">
                  <c:v>2</c:v>
                </c:pt>
                <c:pt idx="93468">
                  <c:v>1</c:v>
                </c:pt>
                <c:pt idx="93469">
                  <c:v>2</c:v>
                </c:pt>
                <c:pt idx="93470">
                  <c:v>2</c:v>
                </c:pt>
                <c:pt idx="93471">
                  <c:v>2</c:v>
                </c:pt>
                <c:pt idx="93472">
                  <c:v>2</c:v>
                </c:pt>
                <c:pt idx="93473">
                  <c:v>2</c:v>
                </c:pt>
                <c:pt idx="93474">
                  <c:v>2</c:v>
                </c:pt>
                <c:pt idx="93475">
                  <c:v>3</c:v>
                </c:pt>
                <c:pt idx="93476">
                  <c:v>2</c:v>
                </c:pt>
                <c:pt idx="93477">
                  <c:v>2</c:v>
                </c:pt>
                <c:pt idx="93478">
                  <c:v>2</c:v>
                </c:pt>
                <c:pt idx="93479">
                  <c:v>2</c:v>
                </c:pt>
                <c:pt idx="93480">
                  <c:v>2</c:v>
                </c:pt>
                <c:pt idx="93481">
                  <c:v>2</c:v>
                </c:pt>
                <c:pt idx="93482">
                  <c:v>2</c:v>
                </c:pt>
                <c:pt idx="93483">
                  <c:v>4</c:v>
                </c:pt>
                <c:pt idx="93484">
                  <c:v>2</c:v>
                </c:pt>
                <c:pt idx="93485">
                  <c:v>2</c:v>
                </c:pt>
                <c:pt idx="93486">
                  <c:v>3</c:v>
                </c:pt>
                <c:pt idx="93487">
                  <c:v>2</c:v>
                </c:pt>
                <c:pt idx="93488">
                  <c:v>2</c:v>
                </c:pt>
                <c:pt idx="93489">
                  <c:v>3</c:v>
                </c:pt>
                <c:pt idx="93490">
                  <c:v>2</c:v>
                </c:pt>
                <c:pt idx="93491">
                  <c:v>3</c:v>
                </c:pt>
                <c:pt idx="93492">
                  <c:v>4</c:v>
                </c:pt>
                <c:pt idx="93493">
                  <c:v>2</c:v>
                </c:pt>
                <c:pt idx="93494">
                  <c:v>2</c:v>
                </c:pt>
                <c:pt idx="93495">
                  <c:v>1</c:v>
                </c:pt>
                <c:pt idx="93496">
                  <c:v>1</c:v>
                </c:pt>
                <c:pt idx="93497">
                  <c:v>2</c:v>
                </c:pt>
                <c:pt idx="93498">
                  <c:v>10</c:v>
                </c:pt>
                <c:pt idx="93499">
                  <c:v>4</c:v>
                </c:pt>
                <c:pt idx="93500">
                  <c:v>3</c:v>
                </c:pt>
                <c:pt idx="93501">
                  <c:v>3</c:v>
                </c:pt>
                <c:pt idx="93502">
                  <c:v>2</c:v>
                </c:pt>
                <c:pt idx="93503">
                  <c:v>5</c:v>
                </c:pt>
                <c:pt idx="93504">
                  <c:v>3</c:v>
                </c:pt>
                <c:pt idx="93505">
                  <c:v>2</c:v>
                </c:pt>
                <c:pt idx="93506">
                  <c:v>1</c:v>
                </c:pt>
                <c:pt idx="93507">
                  <c:v>1</c:v>
                </c:pt>
                <c:pt idx="93508">
                  <c:v>2</c:v>
                </c:pt>
                <c:pt idx="93509">
                  <c:v>3</c:v>
                </c:pt>
                <c:pt idx="93510">
                  <c:v>2</c:v>
                </c:pt>
                <c:pt idx="93511">
                  <c:v>2</c:v>
                </c:pt>
                <c:pt idx="93512">
                  <c:v>4</c:v>
                </c:pt>
                <c:pt idx="93513">
                  <c:v>4</c:v>
                </c:pt>
                <c:pt idx="93514">
                  <c:v>2</c:v>
                </c:pt>
                <c:pt idx="93515">
                  <c:v>2</c:v>
                </c:pt>
                <c:pt idx="93516">
                  <c:v>1</c:v>
                </c:pt>
                <c:pt idx="93517">
                  <c:v>3</c:v>
                </c:pt>
                <c:pt idx="93518">
                  <c:v>1</c:v>
                </c:pt>
                <c:pt idx="93519">
                  <c:v>3</c:v>
                </c:pt>
                <c:pt idx="93520">
                  <c:v>2</c:v>
                </c:pt>
                <c:pt idx="93521">
                  <c:v>3</c:v>
                </c:pt>
                <c:pt idx="93522">
                  <c:v>1</c:v>
                </c:pt>
                <c:pt idx="93523">
                  <c:v>2</c:v>
                </c:pt>
                <c:pt idx="93524">
                  <c:v>3</c:v>
                </c:pt>
                <c:pt idx="93525">
                  <c:v>2</c:v>
                </c:pt>
                <c:pt idx="93526">
                  <c:v>3</c:v>
                </c:pt>
                <c:pt idx="93527">
                  <c:v>3</c:v>
                </c:pt>
                <c:pt idx="93528">
                  <c:v>3</c:v>
                </c:pt>
                <c:pt idx="93529">
                  <c:v>2</c:v>
                </c:pt>
                <c:pt idx="93530">
                  <c:v>1</c:v>
                </c:pt>
                <c:pt idx="93531">
                  <c:v>3</c:v>
                </c:pt>
                <c:pt idx="93532">
                  <c:v>1</c:v>
                </c:pt>
                <c:pt idx="93533">
                  <c:v>4</c:v>
                </c:pt>
                <c:pt idx="93534">
                  <c:v>2</c:v>
                </c:pt>
                <c:pt idx="93535">
                  <c:v>6</c:v>
                </c:pt>
                <c:pt idx="93536">
                  <c:v>2</c:v>
                </c:pt>
                <c:pt idx="93537">
                  <c:v>3</c:v>
                </c:pt>
                <c:pt idx="93538">
                  <c:v>4</c:v>
                </c:pt>
                <c:pt idx="93539">
                  <c:v>5</c:v>
                </c:pt>
                <c:pt idx="93540">
                  <c:v>1</c:v>
                </c:pt>
                <c:pt idx="93541">
                  <c:v>2</c:v>
                </c:pt>
                <c:pt idx="93542">
                  <c:v>2</c:v>
                </c:pt>
                <c:pt idx="93543">
                  <c:v>2</c:v>
                </c:pt>
                <c:pt idx="93544">
                  <c:v>4</c:v>
                </c:pt>
                <c:pt idx="93545">
                  <c:v>5</c:v>
                </c:pt>
                <c:pt idx="93546">
                  <c:v>3</c:v>
                </c:pt>
                <c:pt idx="93547">
                  <c:v>1</c:v>
                </c:pt>
                <c:pt idx="93548">
                  <c:v>4</c:v>
                </c:pt>
                <c:pt idx="93549">
                  <c:v>3</c:v>
                </c:pt>
                <c:pt idx="93550">
                  <c:v>1</c:v>
                </c:pt>
                <c:pt idx="93551">
                  <c:v>4</c:v>
                </c:pt>
                <c:pt idx="93552">
                  <c:v>4</c:v>
                </c:pt>
                <c:pt idx="93553">
                  <c:v>2</c:v>
                </c:pt>
                <c:pt idx="93554">
                  <c:v>1</c:v>
                </c:pt>
                <c:pt idx="93555">
                  <c:v>2</c:v>
                </c:pt>
                <c:pt idx="93556">
                  <c:v>4</c:v>
                </c:pt>
                <c:pt idx="93557">
                  <c:v>4</c:v>
                </c:pt>
                <c:pt idx="93558">
                  <c:v>5</c:v>
                </c:pt>
                <c:pt idx="93559">
                  <c:v>5</c:v>
                </c:pt>
                <c:pt idx="93560">
                  <c:v>2</c:v>
                </c:pt>
                <c:pt idx="93561">
                  <c:v>2</c:v>
                </c:pt>
                <c:pt idx="93562">
                  <c:v>3</c:v>
                </c:pt>
                <c:pt idx="93563">
                  <c:v>3</c:v>
                </c:pt>
                <c:pt idx="93564">
                  <c:v>2</c:v>
                </c:pt>
                <c:pt idx="93565">
                  <c:v>1</c:v>
                </c:pt>
                <c:pt idx="93566">
                  <c:v>3</c:v>
                </c:pt>
                <c:pt idx="93567">
                  <c:v>2</c:v>
                </c:pt>
                <c:pt idx="93568">
                  <c:v>1</c:v>
                </c:pt>
                <c:pt idx="93569">
                  <c:v>1</c:v>
                </c:pt>
                <c:pt idx="93570">
                  <c:v>1</c:v>
                </c:pt>
                <c:pt idx="93571">
                  <c:v>2</c:v>
                </c:pt>
                <c:pt idx="93572">
                  <c:v>1</c:v>
                </c:pt>
                <c:pt idx="93573">
                  <c:v>2</c:v>
                </c:pt>
                <c:pt idx="93574">
                  <c:v>1</c:v>
                </c:pt>
                <c:pt idx="93575">
                  <c:v>2</c:v>
                </c:pt>
                <c:pt idx="93576">
                  <c:v>2</c:v>
                </c:pt>
                <c:pt idx="93577">
                  <c:v>2</c:v>
                </c:pt>
                <c:pt idx="93578">
                  <c:v>2</c:v>
                </c:pt>
                <c:pt idx="93579">
                  <c:v>2</c:v>
                </c:pt>
                <c:pt idx="93580">
                  <c:v>1</c:v>
                </c:pt>
                <c:pt idx="93581">
                  <c:v>2</c:v>
                </c:pt>
                <c:pt idx="93582">
                  <c:v>3</c:v>
                </c:pt>
                <c:pt idx="93583">
                  <c:v>4</c:v>
                </c:pt>
                <c:pt idx="93584">
                  <c:v>3</c:v>
                </c:pt>
                <c:pt idx="93585">
                  <c:v>3</c:v>
                </c:pt>
                <c:pt idx="93586">
                  <c:v>3</c:v>
                </c:pt>
                <c:pt idx="93587">
                  <c:v>2</c:v>
                </c:pt>
                <c:pt idx="93588">
                  <c:v>2</c:v>
                </c:pt>
                <c:pt idx="93589">
                  <c:v>2</c:v>
                </c:pt>
                <c:pt idx="93590">
                  <c:v>3</c:v>
                </c:pt>
                <c:pt idx="93591">
                  <c:v>8</c:v>
                </c:pt>
                <c:pt idx="93592">
                  <c:v>3</c:v>
                </c:pt>
                <c:pt idx="93593">
                  <c:v>3</c:v>
                </c:pt>
                <c:pt idx="93594">
                  <c:v>2</c:v>
                </c:pt>
                <c:pt idx="93595">
                  <c:v>1</c:v>
                </c:pt>
                <c:pt idx="93596">
                  <c:v>4</c:v>
                </c:pt>
                <c:pt idx="93597">
                  <c:v>2</c:v>
                </c:pt>
                <c:pt idx="93598">
                  <c:v>4</c:v>
                </c:pt>
                <c:pt idx="93599">
                  <c:v>1</c:v>
                </c:pt>
                <c:pt idx="93600">
                  <c:v>1</c:v>
                </c:pt>
                <c:pt idx="93601">
                  <c:v>2</c:v>
                </c:pt>
                <c:pt idx="93602">
                  <c:v>2</c:v>
                </c:pt>
                <c:pt idx="93603">
                  <c:v>1</c:v>
                </c:pt>
                <c:pt idx="93604">
                  <c:v>5</c:v>
                </c:pt>
                <c:pt idx="93605">
                  <c:v>5</c:v>
                </c:pt>
                <c:pt idx="93606">
                  <c:v>2</c:v>
                </c:pt>
                <c:pt idx="93607">
                  <c:v>11</c:v>
                </c:pt>
                <c:pt idx="93608">
                  <c:v>3</c:v>
                </c:pt>
                <c:pt idx="93609">
                  <c:v>1</c:v>
                </c:pt>
                <c:pt idx="93610">
                  <c:v>4</c:v>
                </c:pt>
                <c:pt idx="93611">
                  <c:v>3</c:v>
                </c:pt>
                <c:pt idx="93612">
                  <c:v>3</c:v>
                </c:pt>
                <c:pt idx="93613">
                  <c:v>4</c:v>
                </c:pt>
                <c:pt idx="93614">
                  <c:v>4</c:v>
                </c:pt>
                <c:pt idx="93615">
                  <c:v>4</c:v>
                </c:pt>
                <c:pt idx="93616">
                  <c:v>4</c:v>
                </c:pt>
                <c:pt idx="93617">
                  <c:v>2</c:v>
                </c:pt>
                <c:pt idx="93618">
                  <c:v>2</c:v>
                </c:pt>
                <c:pt idx="93619">
                  <c:v>2</c:v>
                </c:pt>
                <c:pt idx="93620">
                  <c:v>4</c:v>
                </c:pt>
                <c:pt idx="93621">
                  <c:v>2</c:v>
                </c:pt>
                <c:pt idx="93622">
                  <c:v>3</c:v>
                </c:pt>
                <c:pt idx="93623">
                  <c:v>2</c:v>
                </c:pt>
                <c:pt idx="93624">
                  <c:v>2</c:v>
                </c:pt>
                <c:pt idx="93625">
                  <c:v>3</c:v>
                </c:pt>
                <c:pt idx="93626">
                  <c:v>1</c:v>
                </c:pt>
                <c:pt idx="93627">
                  <c:v>2</c:v>
                </c:pt>
                <c:pt idx="93628">
                  <c:v>1</c:v>
                </c:pt>
                <c:pt idx="93629">
                  <c:v>3</c:v>
                </c:pt>
                <c:pt idx="93630">
                  <c:v>2</c:v>
                </c:pt>
                <c:pt idx="93631">
                  <c:v>2</c:v>
                </c:pt>
                <c:pt idx="93632">
                  <c:v>2</c:v>
                </c:pt>
                <c:pt idx="93633">
                  <c:v>5</c:v>
                </c:pt>
                <c:pt idx="93634">
                  <c:v>3</c:v>
                </c:pt>
                <c:pt idx="93635">
                  <c:v>2</c:v>
                </c:pt>
                <c:pt idx="93636">
                  <c:v>3</c:v>
                </c:pt>
                <c:pt idx="93637">
                  <c:v>3</c:v>
                </c:pt>
                <c:pt idx="93638">
                  <c:v>3</c:v>
                </c:pt>
                <c:pt idx="93639">
                  <c:v>2</c:v>
                </c:pt>
                <c:pt idx="93640">
                  <c:v>4</c:v>
                </c:pt>
                <c:pt idx="93641">
                  <c:v>3</c:v>
                </c:pt>
                <c:pt idx="93642">
                  <c:v>3</c:v>
                </c:pt>
                <c:pt idx="93643">
                  <c:v>2</c:v>
                </c:pt>
                <c:pt idx="93644">
                  <c:v>2</c:v>
                </c:pt>
                <c:pt idx="93645">
                  <c:v>2</c:v>
                </c:pt>
                <c:pt idx="93646">
                  <c:v>2</c:v>
                </c:pt>
                <c:pt idx="93647">
                  <c:v>1</c:v>
                </c:pt>
                <c:pt idx="93648">
                  <c:v>4</c:v>
                </c:pt>
                <c:pt idx="93649">
                  <c:v>2</c:v>
                </c:pt>
                <c:pt idx="93650">
                  <c:v>1</c:v>
                </c:pt>
                <c:pt idx="93651">
                  <c:v>1</c:v>
                </c:pt>
                <c:pt idx="93652">
                  <c:v>1</c:v>
                </c:pt>
                <c:pt idx="93653">
                  <c:v>2</c:v>
                </c:pt>
                <c:pt idx="93654">
                  <c:v>4</c:v>
                </c:pt>
                <c:pt idx="93655">
                  <c:v>2</c:v>
                </c:pt>
                <c:pt idx="93656">
                  <c:v>3</c:v>
                </c:pt>
                <c:pt idx="93657">
                  <c:v>2</c:v>
                </c:pt>
                <c:pt idx="93658">
                  <c:v>8</c:v>
                </c:pt>
                <c:pt idx="93659">
                  <c:v>4</c:v>
                </c:pt>
                <c:pt idx="93660">
                  <c:v>3</c:v>
                </c:pt>
                <c:pt idx="93661">
                  <c:v>3</c:v>
                </c:pt>
                <c:pt idx="93662">
                  <c:v>3</c:v>
                </c:pt>
                <c:pt idx="93663">
                  <c:v>4</c:v>
                </c:pt>
                <c:pt idx="93664">
                  <c:v>3</c:v>
                </c:pt>
                <c:pt idx="93665">
                  <c:v>2</c:v>
                </c:pt>
                <c:pt idx="93666">
                  <c:v>2</c:v>
                </c:pt>
                <c:pt idx="93667">
                  <c:v>3</c:v>
                </c:pt>
                <c:pt idx="93668">
                  <c:v>5</c:v>
                </c:pt>
                <c:pt idx="93669">
                  <c:v>2</c:v>
                </c:pt>
                <c:pt idx="93670">
                  <c:v>3</c:v>
                </c:pt>
                <c:pt idx="93671">
                  <c:v>2</c:v>
                </c:pt>
                <c:pt idx="93672">
                  <c:v>5</c:v>
                </c:pt>
                <c:pt idx="93673">
                  <c:v>4</c:v>
                </c:pt>
                <c:pt idx="93674">
                  <c:v>4</c:v>
                </c:pt>
                <c:pt idx="93675">
                  <c:v>3</c:v>
                </c:pt>
                <c:pt idx="93676">
                  <c:v>4</c:v>
                </c:pt>
                <c:pt idx="93677">
                  <c:v>1</c:v>
                </c:pt>
                <c:pt idx="93678">
                  <c:v>1</c:v>
                </c:pt>
                <c:pt idx="93679">
                  <c:v>1</c:v>
                </c:pt>
                <c:pt idx="93680">
                  <c:v>2</c:v>
                </c:pt>
                <c:pt idx="93681">
                  <c:v>4</c:v>
                </c:pt>
                <c:pt idx="93682">
                  <c:v>8</c:v>
                </c:pt>
                <c:pt idx="93683">
                  <c:v>5</c:v>
                </c:pt>
                <c:pt idx="93684">
                  <c:v>4</c:v>
                </c:pt>
                <c:pt idx="93685">
                  <c:v>4</c:v>
                </c:pt>
                <c:pt idx="93686">
                  <c:v>20</c:v>
                </c:pt>
                <c:pt idx="93687">
                  <c:v>20</c:v>
                </c:pt>
                <c:pt idx="93688">
                  <c:v>3</c:v>
                </c:pt>
                <c:pt idx="93689">
                  <c:v>2</c:v>
                </c:pt>
                <c:pt idx="93690">
                  <c:v>5</c:v>
                </c:pt>
                <c:pt idx="93691">
                  <c:v>2</c:v>
                </c:pt>
                <c:pt idx="93692">
                  <c:v>3</c:v>
                </c:pt>
                <c:pt idx="93693">
                  <c:v>1</c:v>
                </c:pt>
                <c:pt idx="93694">
                  <c:v>2</c:v>
                </c:pt>
                <c:pt idx="93695">
                  <c:v>2</c:v>
                </c:pt>
                <c:pt idx="93696">
                  <c:v>1</c:v>
                </c:pt>
                <c:pt idx="93697">
                  <c:v>1</c:v>
                </c:pt>
                <c:pt idx="93698">
                  <c:v>1</c:v>
                </c:pt>
                <c:pt idx="93699">
                  <c:v>1</c:v>
                </c:pt>
                <c:pt idx="93700">
                  <c:v>2</c:v>
                </c:pt>
                <c:pt idx="93701">
                  <c:v>2</c:v>
                </c:pt>
                <c:pt idx="93702">
                  <c:v>3</c:v>
                </c:pt>
                <c:pt idx="93703">
                  <c:v>3</c:v>
                </c:pt>
                <c:pt idx="93704">
                  <c:v>1</c:v>
                </c:pt>
                <c:pt idx="93705">
                  <c:v>1</c:v>
                </c:pt>
                <c:pt idx="93706">
                  <c:v>1</c:v>
                </c:pt>
                <c:pt idx="93707">
                  <c:v>2</c:v>
                </c:pt>
                <c:pt idx="93708">
                  <c:v>1</c:v>
                </c:pt>
                <c:pt idx="93709">
                  <c:v>1</c:v>
                </c:pt>
                <c:pt idx="93710">
                  <c:v>1</c:v>
                </c:pt>
                <c:pt idx="93711">
                  <c:v>1</c:v>
                </c:pt>
                <c:pt idx="93712">
                  <c:v>1</c:v>
                </c:pt>
                <c:pt idx="93713">
                  <c:v>4</c:v>
                </c:pt>
                <c:pt idx="93714">
                  <c:v>2</c:v>
                </c:pt>
                <c:pt idx="93715">
                  <c:v>3</c:v>
                </c:pt>
                <c:pt idx="93716">
                  <c:v>3</c:v>
                </c:pt>
                <c:pt idx="93717">
                  <c:v>2</c:v>
                </c:pt>
                <c:pt idx="93718">
                  <c:v>4</c:v>
                </c:pt>
                <c:pt idx="93719">
                  <c:v>4</c:v>
                </c:pt>
                <c:pt idx="93720">
                  <c:v>2</c:v>
                </c:pt>
                <c:pt idx="93721">
                  <c:v>3</c:v>
                </c:pt>
                <c:pt idx="93722">
                  <c:v>3</c:v>
                </c:pt>
                <c:pt idx="93723">
                  <c:v>2</c:v>
                </c:pt>
                <c:pt idx="93724">
                  <c:v>3</c:v>
                </c:pt>
                <c:pt idx="93725">
                  <c:v>9</c:v>
                </c:pt>
                <c:pt idx="93726">
                  <c:v>3</c:v>
                </c:pt>
                <c:pt idx="93727">
                  <c:v>2</c:v>
                </c:pt>
                <c:pt idx="93728">
                  <c:v>2</c:v>
                </c:pt>
                <c:pt idx="93729">
                  <c:v>2</c:v>
                </c:pt>
                <c:pt idx="93730">
                  <c:v>1</c:v>
                </c:pt>
                <c:pt idx="93731">
                  <c:v>1</c:v>
                </c:pt>
                <c:pt idx="93732">
                  <c:v>1</c:v>
                </c:pt>
                <c:pt idx="93733">
                  <c:v>1</c:v>
                </c:pt>
                <c:pt idx="93734">
                  <c:v>2</c:v>
                </c:pt>
                <c:pt idx="93735">
                  <c:v>2</c:v>
                </c:pt>
                <c:pt idx="93736">
                  <c:v>2</c:v>
                </c:pt>
                <c:pt idx="93737">
                  <c:v>4</c:v>
                </c:pt>
                <c:pt idx="93738">
                  <c:v>6</c:v>
                </c:pt>
                <c:pt idx="93739">
                  <c:v>3</c:v>
                </c:pt>
                <c:pt idx="93740">
                  <c:v>2</c:v>
                </c:pt>
                <c:pt idx="93741">
                  <c:v>2</c:v>
                </c:pt>
                <c:pt idx="93742">
                  <c:v>2</c:v>
                </c:pt>
                <c:pt idx="93743">
                  <c:v>10</c:v>
                </c:pt>
                <c:pt idx="93744">
                  <c:v>2</c:v>
                </c:pt>
                <c:pt idx="93745">
                  <c:v>2</c:v>
                </c:pt>
                <c:pt idx="93746">
                  <c:v>2</c:v>
                </c:pt>
                <c:pt idx="93747">
                  <c:v>6</c:v>
                </c:pt>
                <c:pt idx="93748">
                  <c:v>6</c:v>
                </c:pt>
                <c:pt idx="93749">
                  <c:v>6</c:v>
                </c:pt>
                <c:pt idx="93750">
                  <c:v>6</c:v>
                </c:pt>
                <c:pt idx="93751">
                  <c:v>3</c:v>
                </c:pt>
                <c:pt idx="93752">
                  <c:v>3</c:v>
                </c:pt>
                <c:pt idx="93753">
                  <c:v>2</c:v>
                </c:pt>
                <c:pt idx="93754">
                  <c:v>3</c:v>
                </c:pt>
                <c:pt idx="93755">
                  <c:v>-3</c:v>
                </c:pt>
                <c:pt idx="93756">
                  <c:v>2</c:v>
                </c:pt>
                <c:pt idx="93757">
                  <c:v>2</c:v>
                </c:pt>
                <c:pt idx="93758">
                  <c:v>7</c:v>
                </c:pt>
                <c:pt idx="93759">
                  <c:v>7</c:v>
                </c:pt>
                <c:pt idx="93760">
                  <c:v>2</c:v>
                </c:pt>
                <c:pt idx="93761">
                  <c:v>3</c:v>
                </c:pt>
                <c:pt idx="93762">
                  <c:v>2</c:v>
                </c:pt>
                <c:pt idx="93763">
                  <c:v>2</c:v>
                </c:pt>
                <c:pt idx="93764">
                  <c:v>1</c:v>
                </c:pt>
                <c:pt idx="93765">
                  <c:v>1</c:v>
                </c:pt>
                <c:pt idx="93766">
                  <c:v>2</c:v>
                </c:pt>
                <c:pt idx="93767">
                  <c:v>1</c:v>
                </c:pt>
                <c:pt idx="93768">
                  <c:v>2</c:v>
                </c:pt>
                <c:pt idx="93769">
                  <c:v>3</c:v>
                </c:pt>
                <c:pt idx="93770">
                  <c:v>3</c:v>
                </c:pt>
                <c:pt idx="93771">
                  <c:v>3</c:v>
                </c:pt>
                <c:pt idx="93772">
                  <c:v>3</c:v>
                </c:pt>
                <c:pt idx="93773">
                  <c:v>3</c:v>
                </c:pt>
                <c:pt idx="93774">
                  <c:v>4</c:v>
                </c:pt>
                <c:pt idx="93775">
                  <c:v>2</c:v>
                </c:pt>
                <c:pt idx="93776">
                  <c:v>3</c:v>
                </c:pt>
                <c:pt idx="93777">
                  <c:v>3</c:v>
                </c:pt>
                <c:pt idx="93778">
                  <c:v>1</c:v>
                </c:pt>
                <c:pt idx="93779">
                  <c:v>1</c:v>
                </c:pt>
                <c:pt idx="93780">
                  <c:v>2</c:v>
                </c:pt>
                <c:pt idx="93781">
                  <c:v>1</c:v>
                </c:pt>
                <c:pt idx="93782">
                  <c:v>1</c:v>
                </c:pt>
                <c:pt idx="93783">
                  <c:v>2</c:v>
                </c:pt>
                <c:pt idx="93784">
                  <c:v>4</c:v>
                </c:pt>
                <c:pt idx="93785">
                  <c:v>2</c:v>
                </c:pt>
                <c:pt idx="93786">
                  <c:v>2</c:v>
                </c:pt>
                <c:pt idx="93787">
                  <c:v>1</c:v>
                </c:pt>
                <c:pt idx="93788">
                  <c:v>5</c:v>
                </c:pt>
                <c:pt idx="93789">
                  <c:v>3</c:v>
                </c:pt>
                <c:pt idx="93790">
                  <c:v>1</c:v>
                </c:pt>
                <c:pt idx="93791">
                  <c:v>3</c:v>
                </c:pt>
                <c:pt idx="93792">
                  <c:v>1</c:v>
                </c:pt>
                <c:pt idx="93793">
                  <c:v>1</c:v>
                </c:pt>
                <c:pt idx="93794">
                  <c:v>1</c:v>
                </c:pt>
                <c:pt idx="93795">
                  <c:v>2</c:v>
                </c:pt>
                <c:pt idx="93796">
                  <c:v>2</c:v>
                </c:pt>
                <c:pt idx="93797">
                  <c:v>1</c:v>
                </c:pt>
                <c:pt idx="93798">
                  <c:v>6</c:v>
                </c:pt>
                <c:pt idx="93799">
                  <c:v>4</c:v>
                </c:pt>
                <c:pt idx="93800">
                  <c:v>1</c:v>
                </c:pt>
                <c:pt idx="93801">
                  <c:v>3</c:v>
                </c:pt>
                <c:pt idx="93802">
                  <c:v>3</c:v>
                </c:pt>
                <c:pt idx="93803">
                  <c:v>6</c:v>
                </c:pt>
                <c:pt idx="93804">
                  <c:v>4</c:v>
                </c:pt>
                <c:pt idx="93805">
                  <c:v>4</c:v>
                </c:pt>
                <c:pt idx="93806">
                  <c:v>1</c:v>
                </c:pt>
                <c:pt idx="93807">
                  <c:v>1</c:v>
                </c:pt>
                <c:pt idx="93808">
                  <c:v>2</c:v>
                </c:pt>
                <c:pt idx="93809">
                  <c:v>1</c:v>
                </c:pt>
                <c:pt idx="93810">
                  <c:v>3</c:v>
                </c:pt>
                <c:pt idx="93811">
                  <c:v>1</c:v>
                </c:pt>
                <c:pt idx="93812">
                  <c:v>3</c:v>
                </c:pt>
                <c:pt idx="93813">
                  <c:v>2</c:v>
                </c:pt>
                <c:pt idx="93814">
                  <c:v>2</c:v>
                </c:pt>
                <c:pt idx="93815">
                  <c:v>2</c:v>
                </c:pt>
                <c:pt idx="93816">
                  <c:v>3</c:v>
                </c:pt>
                <c:pt idx="93817">
                  <c:v>2</c:v>
                </c:pt>
                <c:pt idx="93818">
                  <c:v>2</c:v>
                </c:pt>
                <c:pt idx="93819">
                  <c:v>3</c:v>
                </c:pt>
                <c:pt idx="93820">
                  <c:v>2</c:v>
                </c:pt>
                <c:pt idx="93821">
                  <c:v>1</c:v>
                </c:pt>
                <c:pt idx="93822">
                  <c:v>3</c:v>
                </c:pt>
                <c:pt idx="93823">
                  <c:v>3</c:v>
                </c:pt>
                <c:pt idx="93824">
                  <c:v>1</c:v>
                </c:pt>
                <c:pt idx="93825">
                  <c:v>5</c:v>
                </c:pt>
                <c:pt idx="93826">
                  <c:v>1</c:v>
                </c:pt>
                <c:pt idx="93827">
                  <c:v>2</c:v>
                </c:pt>
                <c:pt idx="93828">
                  <c:v>2</c:v>
                </c:pt>
                <c:pt idx="93829">
                  <c:v>2</c:v>
                </c:pt>
                <c:pt idx="93830">
                  <c:v>2</c:v>
                </c:pt>
                <c:pt idx="93831">
                  <c:v>-1</c:v>
                </c:pt>
                <c:pt idx="93832">
                  <c:v>2</c:v>
                </c:pt>
                <c:pt idx="93833">
                  <c:v>2</c:v>
                </c:pt>
                <c:pt idx="93834">
                  <c:v>1</c:v>
                </c:pt>
                <c:pt idx="93835">
                  <c:v>2</c:v>
                </c:pt>
                <c:pt idx="93836">
                  <c:v>4</c:v>
                </c:pt>
                <c:pt idx="93837">
                  <c:v>1</c:v>
                </c:pt>
                <c:pt idx="93838">
                  <c:v>1</c:v>
                </c:pt>
                <c:pt idx="93839">
                  <c:v>2</c:v>
                </c:pt>
                <c:pt idx="93840">
                  <c:v>2</c:v>
                </c:pt>
                <c:pt idx="93841">
                  <c:v>2</c:v>
                </c:pt>
                <c:pt idx="93842">
                  <c:v>2</c:v>
                </c:pt>
                <c:pt idx="93843">
                  <c:v>2</c:v>
                </c:pt>
                <c:pt idx="93844">
                  <c:v>2</c:v>
                </c:pt>
                <c:pt idx="93845">
                  <c:v>2</c:v>
                </c:pt>
                <c:pt idx="93846">
                  <c:v>2</c:v>
                </c:pt>
                <c:pt idx="93847">
                  <c:v>9</c:v>
                </c:pt>
                <c:pt idx="93848">
                  <c:v>3</c:v>
                </c:pt>
                <c:pt idx="93849">
                  <c:v>6</c:v>
                </c:pt>
                <c:pt idx="93850">
                  <c:v>6</c:v>
                </c:pt>
                <c:pt idx="93851">
                  <c:v>6</c:v>
                </c:pt>
                <c:pt idx="93852">
                  <c:v>1</c:v>
                </c:pt>
                <c:pt idx="93853">
                  <c:v>2</c:v>
                </c:pt>
                <c:pt idx="93854">
                  <c:v>2</c:v>
                </c:pt>
                <c:pt idx="93855">
                  <c:v>1</c:v>
                </c:pt>
                <c:pt idx="93856">
                  <c:v>2</c:v>
                </c:pt>
                <c:pt idx="93857">
                  <c:v>2</c:v>
                </c:pt>
                <c:pt idx="93858">
                  <c:v>2</c:v>
                </c:pt>
                <c:pt idx="93859">
                  <c:v>2</c:v>
                </c:pt>
                <c:pt idx="93860">
                  <c:v>2</c:v>
                </c:pt>
                <c:pt idx="93861">
                  <c:v>3</c:v>
                </c:pt>
                <c:pt idx="93862">
                  <c:v>4</c:v>
                </c:pt>
                <c:pt idx="93863">
                  <c:v>5</c:v>
                </c:pt>
                <c:pt idx="93864">
                  <c:v>4</c:v>
                </c:pt>
                <c:pt idx="93865">
                  <c:v>5</c:v>
                </c:pt>
                <c:pt idx="93866">
                  <c:v>4</c:v>
                </c:pt>
                <c:pt idx="93867">
                  <c:v>4</c:v>
                </c:pt>
                <c:pt idx="93868">
                  <c:v>2</c:v>
                </c:pt>
                <c:pt idx="93869">
                  <c:v>2</c:v>
                </c:pt>
                <c:pt idx="93870">
                  <c:v>2</c:v>
                </c:pt>
                <c:pt idx="93871">
                  <c:v>4</c:v>
                </c:pt>
                <c:pt idx="93872">
                  <c:v>1</c:v>
                </c:pt>
                <c:pt idx="93873">
                  <c:v>1</c:v>
                </c:pt>
                <c:pt idx="93874">
                  <c:v>2</c:v>
                </c:pt>
                <c:pt idx="93875">
                  <c:v>2</c:v>
                </c:pt>
                <c:pt idx="93876">
                  <c:v>2</c:v>
                </c:pt>
                <c:pt idx="93877">
                  <c:v>1</c:v>
                </c:pt>
                <c:pt idx="93878">
                  <c:v>1</c:v>
                </c:pt>
                <c:pt idx="93879">
                  <c:v>1</c:v>
                </c:pt>
                <c:pt idx="93880">
                  <c:v>1</c:v>
                </c:pt>
                <c:pt idx="93881">
                  <c:v>1</c:v>
                </c:pt>
                <c:pt idx="93882">
                  <c:v>1</c:v>
                </c:pt>
                <c:pt idx="93883">
                  <c:v>1</c:v>
                </c:pt>
                <c:pt idx="93884">
                  <c:v>1</c:v>
                </c:pt>
                <c:pt idx="93885">
                  <c:v>1</c:v>
                </c:pt>
                <c:pt idx="93886">
                  <c:v>1</c:v>
                </c:pt>
                <c:pt idx="93887">
                  <c:v>2</c:v>
                </c:pt>
                <c:pt idx="93888">
                  <c:v>2</c:v>
                </c:pt>
                <c:pt idx="93889">
                  <c:v>1</c:v>
                </c:pt>
                <c:pt idx="93890">
                  <c:v>2</c:v>
                </c:pt>
                <c:pt idx="93891">
                  <c:v>1</c:v>
                </c:pt>
                <c:pt idx="93892">
                  <c:v>3</c:v>
                </c:pt>
                <c:pt idx="93893">
                  <c:v>4</c:v>
                </c:pt>
                <c:pt idx="93894">
                  <c:v>3</c:v>
                </c:pt>
                <c:pt idx="93895">
                  <c:v>2</c:v>
                </c:pt>
                <c:pt idx="93896">
                  <c:v>4</c:v>
                </c:pt>
                <c:pt idx="93897">
                  <c:v>4</c:v>
                </c:pt>
                <c:pt idx="93898">
                  <c:v>3</c:v>
                </c:pt>
                <c:pt idx="93899">
                  <c:v>3</c:v>
                </c:pt>
                <c:pt idx="93900">
                  <c:v>6</c:v>
                </c:pt>
                <c:pt idx="93901">
                  <c:v>4</c:v>
                </c:pt>
                <c:pt idx="93902">
                  <c:v>4</c:v>
                </c:pt>
                <c:pt idx="93903">
                  <c:v>2</c:v>
                </c:pt>
                <c:pt idx="93904">
                  <c:v>2</c:v>
                </c:pt>
                <c:pt idx="93905">
                  <c:v>3</c:v>
                </c:pt>
                <c:pt idx="93906">
                  <c:v>5</c:v>
                </c:pt>
                <c:pt idx="93907">
                  <c:v>3</c:v>
                </c:pt>
                <c:pt idx="93908">
                  <c:v>4</c:v>
                </c:pt>
                <c:pt idx="93909">
                  <c:v>3</c:v>
                </c:pt>
                <c:pt idx="93910">
                  <c:v>2</c:v>
                </c:pt>
                <c:pt idx="93911">
                  <c:v>4</c:v>
                </c:pt>
                <c:pt idx="93912">
                  <c:v>1</c:v>
                </c:pt>
                <c:pt idx="93913">
                  <c:v>8</c:v>
                </c:pt>
                <c:pt idx="93914">
                  <c:v>3</c:v>
                </c:pt>
                <c:pt idx="93915">
                  <c:v>1</c:v>
                </c:pt>
                <c:pt idx="93916">
                  <c:v>4</c:v>
                </c:pt>
                <c:pt idx="93917">
                  <c:v>3</c:v>
                </c:pt>
                <c:pt idx="93918">
                  <c:v>1</c:v>
                </c:pt>
                <c:pt idx="93919">
                  <c:v>1</c:v>
                </c:pt>
                <c:pt idx="93920">
                  <c:v>2</c:v>
                </c:pt>
                <c:pt idx="93921">
                  <c:v>4</c:v>
                </c:pt>
                <c:pt idx="93922">
                  <c:v>1</c:v>
                </c:pt>
                <c:pt idx="93923">
                  <c:v>4</c:v>
                </c:pt>
                <c:pt idx="93924">
                  <c:v>3</c:v>
                </c:pt>
                <c:pt idx="93925">
                  <c:v>2</c:v>
                </c:pt>
                <c:pt idx="93926">
                  <c:v>2</c:v>
                </c:pt>
                <c:pt idx="93927">
                  <c:v>2</c:v>
                </c:pt>
                <c:pt idx="93928">
                  <c:v>2</c:v>
                </c:pt>
                <c:pt idx="93929">
                  <c:v>2</c:v>
                </c:pt>
                <c:pt idx="93930">
                  <c:v>3</c:v>
                </c:pt>
                <c:pt idx="93931">
                  <c:v>4</c:v>
                </c:pt>
                <c:pt idx="93932">
                  <c:v>4</c:v>
                </c:pt>
                <c:pt idx="93933">
                  <c:v>2</c:v>
                </c:pt>
                <c:pt idx="93934">
                  <c:v>3</c:v>
                </c:pt>
                <c:pt idx="93935">
                  <c:v>3</c:v>
                </c:pt>
                <c:pt idx="93936">
                  <c:v>1</c:v>
                </c:pt>
                <c:pt idx="93937">
                  <c:v>3</c:v>
                </c:pt>
                <c:pt idx="93938">
                  <c:v>1</c:v>
                </c:pt>
                <c:pt idx="93939">
                  <c:v>1</c:v>
                </c:pt>
                <c:pt idx="93940">
                  <c:v>1</c:v>
                </c:pt>
                <c:pt idx="93941">
                  <c:v>1</c:v>
                </c:pt>
                <c:pt idx="93942">
                  <c:v>3</c:v>
                </c:pt>
                <c:pt idx="93943">
                  <c:v>2</c:v>
                </c:pt>
                <c:pt idx="93944">
                  <c:v>1</c:v>
                </c:pt>
                <c:pt idx="93945">
                  <c:v>2</c:v>
                </c:pt>
                <c:pt idx="93946">
                  <c:v>1</c:v>
                </c:pt>
                <c:pt idx="93947">
                  <c:v>2</c:v>
                </c:pt>
                <c:pt idx="93948">
                  <c:v>2</c:v>
                </c:pt>
                <c:pt idx="93949">
                  <c:v>2</c:v>
                </c:pt>
                <c:pt idx="93950">
                  <c:v>2</c:v>
                </c:pt>
                <c:pt idx="93951">
                  <c:v>2</c:v>
                </c:pt>
                <c:pt idx="93952">
                  <c:v>1</c:v>
                </c:pt>
                <c:pt idx="93953">
                  <c:v>2</c:v>
                </c:pt>
                <c:pt idx="93954">
                  <c:v>2</c:v>
                </c:pt>
                <c:pt idx="93955">
                  <c:v>4</c:v>
                </c:pt>
                <c:pt idx="93956">
                  <c:v>4</c:v>
                </c:pt>
                <c:pt idx="93957">
                  <c:v>4</c:v>
                </c:pt>
                <c:pt idx="93958">
                  <c:v>3</c:v>
                </c:pt>
                <c:pt idx="93959">
                  <c:v>7</c:v>
                </c:pt>
                <c:pt idx="93960">
                  <c:v>2</c:v>
                </c:pt>
                <c:pt idx="93961">
                  <c:v>3</c:v>
                </c:pt>
                <c:pt idx="93962">
                  <c:v>3</c:v>
                </c:pt>
                <c:pt idx="93963">
                  <c:v>3</c:v>
                </c:pt>
                <c:pt idx="93964">
                  <c:v>3</c:v>
                </c:pt>
                <c:pt idx="93965">
                  <c:v>8</c:v>
                </c:pt>
                <c:pt idx="93966">
                  <c:v>5</c:v>
                </c:pt>
                <c:pt idx="93967">
                  <c:v>4</c:v>
                </c:pt>
                <c:pt idx="93968">
                  <c:v>1</c:v>
                </c:pt>
                <c:pt idx="93969">
                  <c:v>2</c:v>
                </c:pt>
                <c:pt idx="93970">
                  <c:v>2</c:v>
                </c:pt>
                <c:pt idx="93971">
                  <c:v>3</c:v>
                </c:pt>
                <c:pt idx="93972">
                  <c:v>2</c:v>
                </c:pt>
                <c:pt idx="93973">
                  <c:v>3</c:v>
                </c:pt>
                <c:pt idx="93974">
                  <c:v>1</c:v>
                </c:pt>
                <c:pt idx="93975">
                  <c:v>2</c:v>
                </c:pt>
                <c:pt idx="93976">
                  <c:v>1</c:v>
                </c:pt>
                <c:pt idx="93977">
                  <c:v>2</c:v>
                </c:pt>
                <c:pt idx="93978">
                  <c:v>1</c:v>
                </c:pt>
                <c:pt idx="93979">
                  <c:v>1</c:v>
                </c:pt>
                <c:pt idx="93980">
                  <c:v>2</c:v>
                </c:pt>
                <c:pt idx="93981">
                  <c:v>4</c:v>
                </c:pt>
                <c:pt idx="93982">
                  <c:v>3</c:v>
                </c:pt>
                <c:pt idx="93983">
                  <c:v>10</c:v>
                </c:pt>
                <c:pt idx="93984">
                  <c:v>3</c:v>
                </c:pt>
                <c:pt idx="93985">
                  <c:v>4</c:v>
                </c:pt>
                <c:pt idx="93986">
                  <c:v>5</c:v>
                </c:pt>
                <c:pt idx="93987">
                  <c:v>10</c:v>
                </c:pt>
                <c:pt idx="93988">
                  <c:v>5</c:v>
                </c:pt>
                <c:pt idx="93989">
                  <c:v>5</c:v>
                </c:pt>
                <c:pt idx="93990">
                  <c:v>2</c:v>
                </c:pt>
                <c:pt idx="93991">
                  <c:v>1</c:v>
                </c:pt>
                <c:pt idx="93992">
                  <c:v>4</c:v>
                </c:pt>
                <c:pt idx="93993">
                  <c:v>2</c:v>
                </c:pt>
                <c:pt idx="93994">
                  <c:v>1</c:v>
                </c:pt>
                <c:pt idx="93995">
                  <c:v>1</c:v>
                </c:pt>
                <c:pt idx="93996">
                  <c:v>1</c:v>
                </c:pt>
                <c:pt idx="93997">
                  <c:v>1</c:v>
                </c:pt>
                <c:pt idx="93998">
                  <c:v>1</c:v>
                </c:pt>
                <c:pt idx="93999">
                  <c:v>1</c:v>
                </c:pt>
                <c:pt idx="94000">
                  <c:v>1</c:v>
                </c:pt>
                <c:pt idx="94001">
                  <c:v>1</c:v>
                </c:pt>
                <c:pt idx="94002">
                  <c:v>1</c:v>
                </c:pt>
                <c:pt idx="94003">
                  <c:v>2</c:v>
                </c:pt>
                <c:pt idx="94004">
                  <c:v>1</c:v>
                </c:pt>
                <c:pt idx="94005">
                  <c:v>1</c:v>
                </c:pt>
                <c:pt idx="94006">
                  <c:v>1</c:v>
                </c:pt>
                <c:pt idx="94007">
                  <c:v>2</c:v>
                </c:pt>
                <c:pt idx="94008">
                  <c:v>1</c:v>
                </c:pt>
                <c:pt idx="94009">
                  <c:v>2</c:v>
                </c:pt>
                <c:pt idx="94010">
                  <c:v>2</c:v>
                </c:pt>
                <c:pt idx="94011">
                  <c:v>3</c:v>
                </c:pt>
                <c:pt idx="94012">
                  <c:v>1</c:v>
                </c:pt>
                <c:pt idx="94013">
                  <c:v>-2</c:v>
                </c:pt>
                <c:pt idx="94014">
                  <c:v>2</c:v>
                </c:pt>
                <c:pt idx="94015">
                  <c:v>2</c:v>
                </c:pt>
                <c:pt idx="94016">
                  <c:v>2</c:v>
                </c:pt>
                <c:pt idx="94017">
                  <c:v>2</c:v>
                </c:pt>
                <c:pt idx="94018">
                  <c:v>2</c:v>
                </c:pt>
                <c:pt idx="94019">
                  <c:v>2</c:v>
                </c:pt>
                <c:pt idx="94020">
                  <c:v>2</c:v>
                </c:pt>
                <c:pt idx="94021">
                  <c:v>2</c:v>
                </c:pt>
                <c:pt idx="94022">
                  <c:v>2</c:v>
                </c:pt>
                <c:pt idx="94023">
                  <c:v>2</c:v>
                </c:pt>
                <c:pt idx="94024">
                  <c:v>2</c:v>
                </c:pt>
                <c:pt idx="94025">
                  <c:v>2</c:v>
                </c:pt>
                <c:pt idx="94026">
                  <c:v>3</c:v>
                </c:pt>
                <c:pt idx="94027">
                  <c:v>2</c:v>
                </c:pt>
                <c:pt idx="94028">
                  <c:v>3</c:v>
                </c:pt>
                <c:pt idx="94029">
                  <c:v>4</c:v>
                </c:pt>
                <c:pt idx="94030">
                  <c:v>2</c:v>
                </c:pt>
                <c:pt idx="94031">
                  <c:v>2</c:v>
                </c:pt>
                <c:pt idx="94032">
                  <c:v>4</c:v>
                </c:pt>
                <c:pt idx="94033">
                  <c:v>4</c:v>
                </c:pt>
                <c:pt idx="94034">
                  <c:v>4</c:v>
                </c:pt>
                <c:pt idx="94035">
                  <c:v>2</c:v>
                </c:pt>
                <c:pt idx="94036">
                  <c:v>3</c:v>
                </c:pt>
                <c:pt idx="94037">
                  <c:v>2</c:v>
                </c:pt>
                <c:pt idx="94038">
                  <c:v>2</c:v>
                </c:pt>
                <c:pt idx="94039">
                  <c:v>3</c:v>
                </c:pt>
                <c:pt idx="94040">
                  <c:v>3</c:v>
                </c:pt>
                <c:pt idx="94041">
                  <c:v>3</c:v>
                </c:pt>
                <c:pt idx="94042">
                  <c:v>3</c:v>
                </c:pt>
                <c:pt idx="94043">
                  <c:v>3</c:v>
                </c:pt>
                <c:pt idx="94044">
                  <c:v>3</c:v>
                </c:pt>
                <c:pt idx="94045">
                  <c:v>3</c:v>
                </c:pt>
                <c:pt idx="94046">
                  <c:v>1</c:v>
                </c:pt>
                <c:pt idx="94047">
                  <c:v>1</c:v>
                </c:pt>
                <c:pt idx="94048">
                  <c:v>1</c:v>
                </c:pt>
                <c:pt idx="94049">
                  <c:v>2</c:v>
                </c:pt>
                <c:pt idx="94050">
                  <c:v>1</c:v>
                </c:pt>
                <c:pt idx="94051">
                  <c:v>4</c:v>
                </c:pt>
                <c:pt idx="94052">
                  <c:v>2</c:v>
                </c:pt>
                <c:pt idx="94053">
                  <c:v>2</c:v>
                </c:pt>
                <c:pt idx="94054">
                  <c:v>1</c:v>
                </c:pt>
                <c:pt idx="94055">
                  <c:v>1</c:v>
                </c:pt>
                <c:pt idx="94056">
                  <c:v>2</c:v>
                </c:pt>
                <c:pt idx="94057">
                  <c:v>1</c:v>
                </c:pt>
                <c:pt idx="94058">
                  <c:v>9</c:v>
                </c:pt>
                <c:pt idx="94059">
                  <c:v>3</c:v>
                </c:pt>
                <c:pt idx="94060">
                  <c:v>-1</c:v>
                </c:pt>
                <c:pt idx="94061">
                  <c:v>1</c:v>
                </c:pt>
                <c:pt idx="94062">
                  <c:v>3</c:v>
                </c:pt>
                <c:pt idx="94063">
                  <c:v>3</c:v>
                </c:pt>
                <c:pt idx="94064">
                  <c:v>5</c:v>
                </c:pt>
                <c:pt idx="94065">
                  <c:v>4</c:v>
                </c:pt>
                <c:pt idx="94066">
                  <c:v>5</c:v>
                </c:pt>
                <c:pt idx="94067">
                  <c:v>3</c:v>
                </c:pt>
                <c:pt idx="94068">
                  <c:v>5</c:v>
                </c:pt>
                <c:pt idx="94069">
                  <c:v>3</c:v>
                </c:pt>
                <c:pt idx="94070">
                  <c:v>1</c:v>
                </c:pt>
                <c:pt idx="94071">
                  <c:v>1</c:v>
                </c:pt>
                <c:pt idx="94072">
                  <c:v>1</c:v>
                </c:pt>
                <c:pt idx="94073">
                  <c:v>4</c:v>
                </c:pt>
                <c:pt idx="94074">
                  <c:v>2</c:v>
                </c:pt>
                <c:pt idx="94075">
                  <c:v>2</c:v>
                </c:pt>
                <c:pt idx="94076">
                  <c:v>2</c:v>
                </c:pt>
                <c:pt idx="94077">
                  <c:v>3</c:v>
                </c:pt>
                <c:pt idx="94078">
                  <c:v>2</c:v>
                </c:pt>
                <c:pt idx="94079">
                  <c:v>3</c:v>
                </c:pt>
                <c:pt idx="94080">
                  <c:v>3</c:v>
                </c:pt>
                <c:pt idx="94081">
                  <c:v>1</c:v>
                </c:pt>
                <c:pt idx="94082">
                  <c:v>2</c:v>
                </c:pt>
                <c:pt idx="94083">
                  <c:v>1</c:v>
                </c:pt>
                <c:pt idx="94084">
                  <c:v>2</c:v>
                </c:pt>
                <c:pt idx="94085">
                  <c:v>3</c:v>
                </c:pt>
                <c:pt idx="94086">
                  <c:v>2</c:v>
                </c:pt>
                <c:pt idx="94087">
                  <c:v>3</c:v>
                </c:pt>
                <c:pt idx="94088">
                  <c:v>2</c:v>
                </c:pt>
                <c:pt idx="94089">
                  <c:v>2</c:v>
                </c:pt>
                <c:pt idx="94090">
                  <c:v>3</c:v>
                </c:pt>
                <c:pt idx="94091">
                  <c:v>2</c:v>
                </c:pt>
                <c:pt idx="94092">
                  <c:v>1</c:v>
                </c:pt>
                <c:pt idx="94093">
                  <c:v>4</c:v>
                </c:pt>
                <c:pt idx="94094">
                  <c:v>1</c:v>
                </c:pt>
                <c:pt idx="94095">
                  <c:v>4</c:v>
                </c:pt>
                <c:pt idx="94096">
                  <c:v>4</c:v>
                </c:pt>
                <c:pt idx="94097">
                  <c:v>6</c:v>
                </c:pt>
                <c:pt idx="94098">
                  <c:v>6</c:v>
                </c:pt>
                <c:pt idx="94099">
                  <c:v>2</c:v>
                </c:pt>
                <c:pt idx="94100">
                  <c:v>8</c:v>
                </c:pt>
                <c:pt idx="94101">
                  <c:v>4</c:v>
                </c:pt>
                <c:pt idx="94102">
                  <c:v>4</c:v>
                </c:pt>
                <c:pt idx="94103">
                  <c:v>4</c:v>
                </c:pt>
                <c:pt idx="94104">
                  <c:v>2</c:v>
                </c:pt>
                <c:pt idx="94105">
                  <c:v>3</c:v>
                </c:pt>
                <c:pt idx="94106">
                  <c:v>4</c:v>
                </c:pt>
                <c:pt idx="94107">
                  <c:v>5</c:v>
                </c:pt>
                <c:pt idx="94108">
                  <c:v>1</c:v>
                </c:pt>
                <c:pt idx="94109">
                  <c:v>4</c:v>
                </c:pt>
                <c:pt idx="94110">
                  <c:v>5</c:v>
                </c:pt>
                <c:pt idx="94111">
                  <c:v>4</c:v>
                </c:pt>
                <c:pt idx="94112">
                  <c:v>5</c:v>
                </c:pt>
                <c:pt idx="94113">
                  <c:v>2</c:v>
                </c:pt>
                <c:pt idx="94114">
                  <c:v>2</c:v>
                </c:pt>
                <c:pt idx="94115">
                  <c:v>2</c:v>
                </c:pt>
                <c:pt idx="94116">
                  <c:v>2</c:v>
                </c:pt>
                <c:pt idx="94117">
                  <c:v>2</c:v>
                </c:pt>
                <c:pt idx="94118">
                  <c:v>1</c:v>
                </c:pt>
                <c:pt idx="94119">
                  <c:v>1</c:v>
                </c:pt>
                <c:pt idx="94120">
                  <c:v>1</c:v>
                </c:pt>
                <c:pt idx="94121">
                  <c:v>1</c:v>
                </c:pt>
                <c:pt idx="94122">
                  <c:v>2</c:v>
                </c:pt>
                <c:pt idx="94123">
                  <c:v>2</c:v>
                </c:pt>
                <c:pt idx="94124">
                  <c:v>2</c:v>
                </c:pt>
                <c:pt idx="94125">
                  <c:v>3</c:v>
                </c:pt>
                <c:pt idx="94126">
                  <c:v>1</c:v>
                </c:pt>
                <c:pt idx="94127">
                  <c:v>1</c:v>
                </c:pt>
                <c:pt idx="94128">
                  <c:v>2</c:v>
                </c:pt>
                <c:pt idx="94129">
                  <c:v>2</c:v>
                </c:pt>
                <c:pt idx="94130">
                  <c:v>2</c:v>
                </c:pt>
                <c:pt idx="94131">
                  <c:v>2</c:v>
                </c:pt>
                <c:pt idx="94132">
                  <c:v>5</c:v>
                </c:pt>
                <c:pt idx="94133">
                  <c:v>2</c:v>
                </c:pt>
                <c:pt idx="94134">
                  <c:v>2</c:v>
                </c:pt>
                <c:pt idx="94135">
                  <c:v>5</c:v>
                </c:pt>
                <c:pt idx="94136">
                  <c:v>3</c:v>
                </c:pt>
                <c:pt idx="94137">
                  <c:v>4</c:v>
                </c:pt>
                <c:pt idx="94138">
                  <c:v>2</c:v>
                </c:pt>
                <c:pt idx="94139">
                  <c:v>1</c:v>
                </c:pt>
                <c:pt idx="94140">
                  <c:v>4</c:v>
                </c:pt>
                <c:pt idx="94141">
                  <c:v>4</c:v>
                </c:pt>
                <c:pt idx="94142">
                  <c:v>3</c:v>
                </c:pt>
                <c:pt idx="94143">
                  <c:v>4</c:v>
                </c:pt>
                <c:pt idx="94144">
                  <c:v>2</c:v>
                </c:pt>
                <c:pt idx="94145">
                  <c:v>3</c:v>
                </c:pt>
                <c:pt idx="94146">
                  <c:v>2</c:v>
                </c:pt>
                <c:pt idx="94147">
                  <c:v>2</c:v>
                </c:pt>
                <c:pt idx="94148">
                  <c:v>2</c:v>
                </c:pt>
                <c:pt idx="94149">
                  <c:v>4</c:v>
                </c:pt>
                <c:pt idx="94150">
                  <c:v>3</c:v>
                </c:pt>
                <c:pt idx="94151">
                  <c:v>5</c:v>
                </c:pt>
                <c:pt idx="94152">
                  <c:v>4</c:v>
                </c:pt>
                <c:pt idx="94153">
                  <c:v>3</c:v>
                </c:pt>
                <c:pt idx="94154">
                  <c:v>4</c:v>
                </c:pt>
                <c:pt idx="94155">
                  <c:v>4</c:v>
                </c:pt>
                <c:pt idx="94156">
                  <c:v>4</c:v>
                </c:pt>
                <c:pt idx="94157">
                  <c:v>2</c:v>
                </c:pt>
                <c:pt idx="94158">
                  <c:v>2</c:v>
                </c:pt>
                <c:pt idx="94159">
                  <c:v>1</c:v>
                </c:pt>
                <c:pt idx="94160">
                  <c:v>1</c:v>
                </c:pt>
                <c:pt idx="94161">
                  <c:v>4</c:v>
                </c:pt>
                <c:pt idx="94162">
                  <c:v>3</c:v>
                </c:pt>
                <c:pt idx="94163">
                  <c:v>3</c:v>
                </c:pt>
                <c:pt idx="94164">
                  <c:v>5</c:v>
                </c:pt>
                <c:pt idx="94165">
                  <c:v>4</c:v>
                </c:pt>
                <c:pt idx="94166">
                  <c:v>3</c:v>
                </c:pt>
                <c:pt idx="94167">
                  <c:v>3</c:v>
                </c:pt>
                <c:pt idx="94168">
                  <c:v>5</c:v>
                </c:pt>
                <c:pt idx="94169">
                  <c:v>4</c:v>
                </c:pt>
                <c:pt idx="94170">
                  <c:v>5</c:v>
                </c:pt>
                <c:pt idx="94171">
                  <c:v>5</c:v>
                </c:pt>
                <c:pt idx="94172">
                  <c:v>3</c:v>
                </c:pt>
                <c:pt idx="94173">
                  <c:v>3</c:v>
                </c:pt>
                <c:pt idx="94174">
                  <c:v>2</c:v>
                </c:pt>
                <c:pt idx="94175">
                  <c:v>4</c:v>
                </c:pt>
                <c:pt idx="94176">
                  <c:v>2</c:v>
                </c:pt>
                <c:pt idx="94177">
                  <c:v>2</c:v>
                </c:pt>
                <c:pt idx="94178">
                  <c:v>3</c:v>
                </c:pt>
                <c:pt idx="94179">
                  <c:v>5</c:v>
                </c:pt>
                <c:pt idx="94180">
                  <c:v>6</c:v>
                </c:pt>
                <c:pt idx="94181">
                  <c:v>4</c:v>
                </c:pt>
                <c:pt idx="94182">
                  <c:v>2</c:v>
                </c:pt>
                <c:pt idx="94183">
                  <c:v>3</c:v>
                </c:pt>
                <c:pt idx="94184">
                  <c:v>3</c:v>
                </c:pt>
                <c:pt idx="94185">
                  <c:v>5</c:v>
                </c:pt>
                <c:pt idx="94186">
                  <c:v>4</c:v>
                </c:pt>
                <c:pt idx="94187">
                  <c:v>6</c:v>
                </c:pt>
                <c:pt idx="94188">
                  <c:v>2</c:v>
                </c:pt>
                <c:pt idx="94189">
                  <c:v>2</c:v>
                </c:pt>
                <c:pt idx="94190">
                  <c:v>4</c:v>
                </c:pt>
                <c:pt idx="94191">
                  <c:v>1</c:v>
                </c:pt>
                <c:pt idx="94192">
                  <c:v>4</c:v>
                </c:pt>
                <c:pt idx="94193">
                  <c:v>1</c:v>
                </c:pt>
                <c:pt idx="94194">
                  <c:v>4</c:v>
                </c:pt>
                <c:pt idx="94195">
                  <c:v>3</c:v>
                </c:pt>
                <c:pt idx="94196">
                  <c:v>10</c:v>
                </c:pt>
                <c:pt idx="94197">
                  <c:v>13</c:v>
                </c:pt>
                <c:pt idx="94198">
                  <c:v>10</c:v>
                </c:pt>
                <c:pt idx="94199">
                  <c:v>5</c:v>
                </c:pt>
                <c:pt idx="94200">
                  <c:v>3</c:v>
                </c:pt>
                <c:pt idx="94201">
                  <c:v>11</c:v>
                </c:pt>
                <c:pt idx="94202">
                  <c:v>5</c:v>
                </c:pt>
                <c:pt idx="94203">
                  <c:v>5</c:v>
                </c:pt>
                <c:pt idx="94204">
                  <c:v>4</c:v>
                </c:pt>
                <c:pt idx="94205">
                  <c:v>4</c:v>
                </c:pt>
                <c:pt idx="94206">
                  <c:v>2</c:v>
                </c:pt>
                <c:pt idx="94207">
                  <c:v>2</c:v>
                </c:pt>
                <c:pt idx="94208">
                  <c:v>4</c:v>
                </c:pt>
                <c:pt idx="94209">
                  <c:v>3</c:v>
                </c:pt>
                <c:pt idx="94210">
                  <c:v>6</c:v>
                </c:pt>
                <c:pt idx="94211">
                  <c:v>8</c:v>
                </c:pt>
                <c:pt idx="94212">
                  <c:v>4</c:v>
                </c:pt>
                <c:pt idx="94213">
                  <c:v>3</c:v>
                </c:pt>
                <c:pt idx="94214">
                  <c:v>1</c:v>
                </c:pt>
                <c:pt idx="94215">
                  <c:v>2</c:v>
                </c:pt>
                <c:pt idx="94216">
                  <c:v>2</c:v>
                </c:pt>
                <c:pt idx="94217">
                  <c:v>2</c:v>
                </c:pt>
                <c:pt idx="94218">
                  <c:v>2</c:v>
                </c:pt>
                <c:pt idx="94219">
                  <c:v>2</c:v>
                </c:pt>
                <c:pt idx="94220">
                  <c:v>3</c:v>
                </c:pt>
                <c:pt idx="94221">
                  <c:v>2</c:v>
                </c:pt>
                <c:pt idx="94222">
                  <c:v>3</c:v>
                </c:pt>
                <c:pt idx="94223">
                  <c:v>1</c:v>
                </c:pt>
                <c:pt idx="94224">
                  <c:v>2</c:v>
                </c:pt>
                <c:pt idx="94225">
                  <c:v>3</c:v>
                </c:pt>
                <c:pt idx="94226">
                  <c:v>3</c:v>
                </c:pt>
                <c:pt idx="94227">
                  <c:v>2</c:v>
                </c:pt>
                <c:pt idx="94228">
                  <c:v>1</c:v>
                </c:pt>
                <c:pt idx="94229">
                  <c:v>1</c:v>
                </c:pt>
                <c:pt idx="94230">
                  <c:v>2</c:v>
                </c:pt>
                <c:pt idx="94231">
                  <c:v>2</c:v>
                </c:pt>
                <c:pt idx="94232">
                  <c:v>2</c:v>
                </c:pt>
                <c:pt idx="94233">
                  <c:v>2</c:v>
                </c:pt>
                <c:pt idx="94234">
                  <c:v>2</c:v>
                </c:pt>
                <c:pt idx="94235">
                  <c:v>1</c:v>
                </c:pt>
                <c:pt idx="94236">
                  <c:v>1</c:v>
                </c:pt>
                <c:pt idx="94237">
                  <c:v>1</c:v>
                </c:pt>
                <c:pt idx="94238">
                  <c:v>1</c:v>
                </c:pt>
                <c:pt idx="94239">
                  <c:v>3</c:v>
                </c:pt>
                <c:pt idx="94240">
                  <c:v>4</c:v>
                </c:pt>
                <c:pt idx="94241">
                  <c:v>5</c:v>
                </c:pt>
                <c:pt idx="94242">
                  <c:v>2</c:v>
                </c:pt>
                <c:pt idx="94243">
                  <c:v>2</c:v>
                </c:pt>
                <c:pt idx="94244">
                  <c:v>2</c:v>
                </c:pt>
                <c:pt idx="94245">
                  <c:v>4</c:v>
                </c:pt>
                <c:pt idx="94246">
                  <c:v>3</c:v>
                </c:pt>
                <c:pt idx="94247">
                  <c:v>4</c:v>
                </c:pt>
                <c:pt idx="94248">
                  <c:v>6</c:v>
                </c:pt>
                <c:pt idx="94249">
                  <c:v>2</c:v>
                </c:pt>
                <c:pt idx="94250">
                  <c:v>1</c:v>
                </c:pt>
                <c:pt idx="94251">
                  <c:v>3</c:v>
                </c:pt>
                <c:pt idx="94252">
                  <c:v>2</c:v>
                </c:pt>
                <c:pt idx="94253">
                  <c:v>6</c:v>
                </c:pt>
                <c:pt idx="94254">
                  <c:v>3</c:v>
                </c:pt>
                <c:pt idx="94255">
                  <c:v>4</c:v>
                </c:pt>
                <c:pt idx="94256">
                  <c:v>5</c:v>
                </c:pt>
                <c:pt idx="94257">
                  <c:v>2</c:v>
                </c:pt>
                <c:pt idx="94258">
                  <c:v>3</c:v>
                </c:pt>
                <c:pt idx="94259">
                  <c:v>3</c:v>
                </c:pt>
                <c:pt idx="94260">
                  <c:v>4</c:v>
                </c:pt>
                <c:pt idx="94261">
                  <c:v>20</c:v>
                </c:pt>
                <c:pt idx="94262">
                  <c:v>4</c:v>
                </c:pt>
                <c:pt idx="94263">
                  <c:v>1</c:v>
                </c:pt>
                <c:pt idx="94264">
                  <c:v>2</c:v>
                </c:pt>
                <c:pt idx="94265">
                  <c:v>5</c:v>
                </c:pt>
                <c:pt idx="94266">
                  <c:v>2</c:v>
                </c:pt>
                <c:pt idx="94267">
                  <c:v>5</c:v>
                </c:pt>
                <c:pt idx="94268">
                  <c:v>6</c:v>
                </c:pt>
                <c:pt idx="94269">
                  <c:v>2</c:v>
                </c:pt>
                <c:pt idx="94270">
                  <c:v>3</c:v>
                </c:pt>
                <c:pt idx="94271">
                  <c:v>3</c:v>
                </c:pt>
                <c:pt idx="94272">
                  <c:v>3</c:v>
                </c:pt>
                <c:pt idx="94273">
                  <c:v>3</c:v>
                </c:pt>
                <c:pt idx="94274">
                  <c:v>1</c:v>
                </c:pt>
                <c:pt idx="94275">
                  <c:v>2</c:v>
                </c:pt>
                <c:pt idx="94276">
                  <c:v>2</c:v>
                </c:pt>
                <c:pt idx="94277">
                  <c:v>2</c:v>
                </c:pt>
                <c:pt idx="94278">
                  <c:v>3</c:v>
                </c:pt>
                <c:pt idx="94279">
                  <c:v>3</c:v>
                </c:pt>
                <c:pt idx="94280">
                  <c:v>2</c:v>
                </c:pt>
                <c:pt idx="94281">
                  <c:v>2</c:v>
                </c:pt>
                <c:pt idx="94282">
                  <c:v>2</c:v>
                </c:pt>
                <c:pt idx="94283">
                  <c:v>3</c:v>
                </c:pt>
                <c:pt idx="94284">
                  <c:v>2</c:v>
                </c:pt>
                <c:pt idx="94285">
                  <c:v>2</c:v>
                </c:pt>
                <c:pt idx="94286">
                  <c:v>2</c:v>
                </c:pt>
                <c:pt idx="94287">
                  <c:v>3</c:v>
                </c:pt>
                <c:pt idx="94288">
                  <c:v>3</c:v>
                </c:pt>
                <c:pt idx="94289">
                  <c:v>2</c:v>
                </c:pt>
                <c:pt idx="94290">
                  <c:v>-2</c:v>
                </c:pt>
                <c:pt idx="94291">
                  <c:v>3</c:v>
                </c:pt>
                <c:pt idx="94292">
                  <c:v>1</c:v>
                </c:pt>
                <c:pt idx="94293">
                  <c:v>2</c:v>
                </c:pt>
                <c:pt idx="94294">
                  <c:v>4</c:v>
                </c:pt>
                <c:pt idx="94295">
                  <c:v>5</c:v>
                </c:pt>
                <c:pt idx="94296">
                  <c:v>5</c:v>
                </c:pt>
                <c:pt idx="94297">
                  <c:v>2</c:v>
                </c:pt>
                <c:pt idx="94298">
                  <c:v>3</c:v>
                </c:pt>
                <c:pt idx="94299">
                  <c:v>5</c:v>
                </c:pt>
                <c:pt idx="94300">
                  <c:v>2</c:v>
                </c:pt>
                <c:pt idx="94301">
                  <c:v>4</c:v>
                </c:pt>
                <c:pt idx="94302">
                  <c:v>5</c:v>
                </c:pt>
                <c:pt idx="94303">
                  <c:v>3</c:v>
                </c:pt>
                <c:pt idx="94304">
                  <c:v>2</c:v>
                </c:pt>
                <c:pt idx="94305">
                  <c:v>3</c:v>
                </c:pt>
                <c:pt idx="94306">
                  <c:v>2</c:v>
                </c:pt>
                <c:pt idx="94307">
                  <c:v>3</c:v>
                </c:pt>
                <c:pt idx="94308">
                  <c:v>3</c:v>
                </c:pt>
                <c:pt idx="94309">
                  <c:v>2</c:v>
                </c:pt>
                <c:pt idx="94310">
                  <c:v>3</c:v>
                </c:pt>
                <c:pt idx="94311">
                  <c:v>3</c:v>
                </c:pt>
                <c:pt idx="94312">
                  <c:v>7</c:v>
                </c:pt>
                <c:pt idx="94313">
                  <c:v>2</c:v>
                </c:pt>
                <c:pt idx="94314">
                  <c:v>2</c:v>
                </c:pt>
                <c:pt idx="94315">
                  <c:v>2</c:v>
                </c:pt>
                <c:pt idx="94316">
                  <c:v>2</c:v>
                </c:pt>
                <c:pt idx="94317">
                  <c:v>3</c:v>
                </c:pt>
                <c:pt idx="94318">
                  <c:v>1</c:v>
                </c:pt>
                <c:pt idx="94319">
                  <c:v>2</c:v>
                </c:pt>
                <c:pt idx="94320">
                  <c:v>3</c:v>
                </c:pt>
                <c:pt idx="94321">
                  <c:v>4</c:v>
                </c:pt>
                <c:pt idx="94322">
                  <c:v>2</c:v>
                </c:pt>
                <c:pt idx="94323">
                  <c:v>1</c:v>
                </c:pt>
                <c:pt idx="94324">
                  <c:v>1</c:v>
                </c:pt>
                <c:pt idx="94325">
                  <c:v>1</c:v>
                </c:pt>
                <c:pt idx="94326">
                  <c:v>1</c:v>
                </c:pt>
                <c:pt idx="94327">
                  <c:v>6</c:v>
                </c:pt>
                <c:pt idx="94328">
                  <c:v>6</c:v>
                </c:pt>
                <c:pt idx="94329">
                  <c:v>6</c:v>
                </c:pt>
                <c:pt idx="94330">
                  <c:v>6</c:v>
                </c:pt>
                <c:pt idx="94331">
                  <c:v>2</c:v>
                </c:pt>
                <c:pt idx="94332">
                  <c:v>3</c:v>
                </c:pt>
                <c:pt idx="94333">
                  <c:v>3</c:v>
                </c:pt>
                <c:pt idx="94334">
                  <c:v>2</c:v>
                </c:pt>
                <c:pt idx="94335">
                  <c:v>4</c:v>
                </c:pt>
                <c:pt idx="94336">
                  <c:v>4</c:v>
                </c:pt>
                <c:pt idx="94337">
                  <c:v>5</c:v>
                </c:pt>
                <c:pt idx="94338">
                  <c:v>3</c:v>
                </c:pt>
                <c:pt idx="94339">
                  <c:v>5</c:v>
                </c:pt>
                <c:pt idx="94340">
                  <c:v>1</c:v>
                </c:pt>
                <c:pt idx="94341">
                  <c:v>4</c:v>
                </c:pt>
                <c:pt idx="94342">
                  <c:v>2</c:v>
                </c:pt>
                <c:pt idx="94343">
                  <c:v>2</c:v>
                </c:pt>
                <c:pt idx="94344">
                  <c:v>1</c:v>
                </c:pt>
                <c:pt idx="94345">
                  <c:v>1</c:v>
                </c:pt>
                <c:pt idx="94346">
                  <c:v>4</c:v>
                </c:pt>
                <c:pt idx="94347">
                  <c:v>1</c:v>
                </c:pt>
                <c:pt idx="94348">
                  <c:v>3</c:v>
                </c:pt>
                <c:pt idx="94349">
                  <c:v>6</c:v>
                </c:pt>
                <c:pt idx="94350">
                  <c:v>1</c:v>
                </c:pt>
                <c:pt idx="94351">
                  <c:v>2</c:v>
                </c:pt>
                <c:pt idx="94352">
                  <c:v>1</c:v>
                </c:pt>
                <c:pt idx="94353">
                  <c:v>1</c:v>
                </c:pt>
                <c:pt idx="94354">
                  <c:v>1</c:v>
                </c:pt>
                <c:pt idx="94355">
                  <c:v>2</c:v>
                </c:pt>
                <c:pt idx="94356">
                  <c:v>2</c:v>
                </c:pt>
                <c:pt idx="94357">
                  <c:v>7</c:v>
                </c:pt>
                <c:pt idx="94358">
                  <c:v>4</c:v>
                </c:pt>
                <c:pt idx="94359">
                  <c:v>3</c:v>
                </c:pt>
                <c:pt idx="94360">
                  <c:v>3</c:v>
                </c:pt>
                <c:pt idx="94361">
                  <c:v>2</c:v>
                </c:pt>
                <c:pt idx="94362">
                  <c:v>3</c:v>
                </c:pt>
                <c:pt idx="94363">
                  <c:v>2</c:v>
                </c:pt>
                <c:pt idx="94364">
                  <c:v>3</c:v>
                </c:pt>
                <c:pt idx="94365">
                  <c:v>5</c:v>
                </c:pt>
                <c:pt idx="94366">
                  <c:v>4</c:v>
                </c:pt>
                <c:pt idx="94367">
                  <c:v>4</c:v>
                </c:pt>
                <c:pt idx="94368">
                  <c:v>2</c:v>
                </c:pt>
                <c:pt idx="94369">
                  <c:v>2</c:v>
                </c:pt>
                <c:pt idx="94370">
                  <c:v>2</c:v>
                </c:pt>
                <c:pt idx="94371">
                  <c:v>3</c:v>
                </c:pt>
                <c:pt idx="94372">
                  <c:v>2</c:v>
                </c:pt>
                <c:pt idx="94373">
                  <c:v>4</c:v>
                </c:pt>
                <c:pt idx="94374">
                  <c:v>4</c:v>
                </c:pt>
                <c:pt idx="94375">
                  <c:v>6</c:v>
                </c:pt>
                <c:pt idx="94376">
                  <c:v>4</c:v>
                </c:pt>
                <c:pt idx="94377">
                  <c:v>3</c:v>
                </c:pt>
                <c:pt idx="94378">
                  <c:v>3</c:v>
                </c:pt>
                <c:pt idx="94379">
                  <c:v>2</c:v>
                </c:pt>
                <c:pt idx="94380">
                  <c:v>3</c:v>
                </c:pt>
                <c:pt idx="94381">
                  <c:v>3</c:v>
                </c:pt>
                <c:pt idx="94382">
                  <c:v>3</c:v>
                </c:pt>
                <c:pt idx="94383">
                  <c:v>4</c:v>
                </c:pt>
                <c:pt idx="94384">
                  <c:v>9</c:v>
                </c:pt>
                <c:pt idx="94385">
                  <c:v>1</c:v>
                </c:pt>
                <c:pt idx="94386">
                  <c:v>1</c:v>
                </c:pt>
                <c:pt idx="94387">
                  <c:v>2</c:v>
                </c:pt>
                <c:pt idx="94388">
                  <c:v>3</c:v>
                </c:pt>
                <c:pt idx="94389">
                  <c:v>1</c:v>
                </c:pt>
                <c:pt idx="94390">
                  <c:v>1</c:v>
                </c:pt>
                <c:pt idx="94391">
                  <c:v>3</c:v>
                </c:pt>
                <c:pt idx="94392">
                  <c:v>2</c:v>
                </c:pt>
                <c:pt idx="94393">
                  <c:v>2</c:v>
                </c:pt>
                <c:pt idx="94394">
                  <c:v>3</c:v>
                </c:pt>
                <c:pt idx="94395">
                  <c:v>3</c:v>
                </c:pt>
                <c:pt idx="94396">
                  <c:v>3</c:v>
                </c:pt>
                <c:pt idx="94397">
                  <c:v>4</c:v>
                </c:pt>
                <c:pt idx="94398">
                  <c:v>2</c:v>
                </c:pt>
                <c:pt idx="94399">
                  <c:v>3</c:v>
                </c:pt>
                <c:pt idx="94400">
                  <c:v>1</c:v>
                </c:pt>
                <c:pt idx="94401">
                  <c:v>2</c:v>
                </c:pt>
                <c:pt idx="94402">
                  <c:v>3</c:v>
                </c:pt>
                <c:pt idx="94403">
                  <c:v>4</c:v>
                </c:pt>
                <c:pt idx="94404">
                  <c:v>2</c:v>
                </c:pt>
                <c:pt idx="94405">
                  <c:v>2</c:v>
                </c:pt>
                <c:pt idx="94406">
                  <c:v>4</c:v>
                </c:pt>
                <c:pt idx="94407">
                  <c:v>1</c:v>
                </c:pt>
                <c:pt idx="94408">
                  <c:v>2</c:v>
                </c:pt>
                <c:pt idx="94409">
                  <c:v>2</c:v>
                </c:pt>
                <c:pt idx="94410">
                  <c:v>3</c:v>
                </c:pt>
                <c:pt idx="94411">
                  <c:v>3</c:v>
                </c:pt>
                <c:pt idx="94412">
                  <c:v>3</c:v>
                </c:pt>
                <c:pt idx="94413">
                  <c:v>3</c:v>
                </c:pt>
                <c:pt idx="94414">
                  <c:v>2</c:v>
                </c:pt>
                <c:pt idx="94415">
                  <c:v>2</c:v>
                </c:pt>
                <c:pt idx="94416">
                  <c:v>4</c:v>
                </c:pt>
                <c:pt idx="94417">
                  <c:v>5</c:v>
                </c:pt>
                <c:pt idx="94418">
                  <c:v>15</c:v>
                </c:pt>
                <c:pt idx="94419">
                  <c:v>4</c:v>
                </c:pt>
                <c:pt idx="94420">
                  <c:v>2</c:v>
                </c:pt>
                <c:pt idx="94421">
                  <c:v>4</c:v>
                </c:pt>
                <c:pt idx="94422">
                  <c:v>5</c:v>
                </c:pt>
                <c:pt idx="94423">
                  <c:v>4</c:v>
                </c:pt>
                <c:pt idx="94424">
                  <c:v>4</c:v>
                </c:pt>
                <c:pt idx="94425">
                  <c:v>1</c:v>
                </c:pt>
                <c:pt idx="94426">
                  <c:v>1</c:v>
                </c:pt>
                <c:pt idx="94427">
                  <c:v>3</c:v>
                </c:pt>
                <c:pt idx="94428">
                  <c:v>7</c:v>
                </c:pt>
                <c:pt idx="94429">
                  <c:v>5</c:v>
                </c:pt>
                <c:pt idx="94430">
                  <c:v>4</c:v>
                </c:pt>
                <c:pt idx="94431">
                  <c:v>7</c:v>
                </c:pt>
                <c:pt idx="94432">
                  <c:v>4</c:v>
                </c:pt>
                <c:pt idx="94433">
                  <c:v>2</c:v>
                </c:pt>
                <c:pt idx="94434">
                  <c:v>3</c:v>
                </c:pt>
                <c:pt idx="94435">
                  <c:v>5</c:v>
                </c:pt>
                <c:pt idx="94436">
                  <c:v>6</c:v>
                </c:pt>
                <c:pt idx="94437">
                  <c:v>4</c:v>
                </c:pt>
                <c:pt idx="94438">
                  <c:v>4</c:v>
                </c:pt>
                <c:pt idx="94439">
                  <c:v>2</c:v>
                </c:pt>
                <c:pt idx="94440">
                  <c:v>2</c:v>
                </c:pt>
                <c:pt idx="94441">
                  <c:v>5</c:v>
                </c:pt>
                <c:pt idx="94442">
                  <c:v>4</c:v>
                </c:pt>
                <c:pt idx="94443">
                  <c:v>5</c:v>
                </c:pt>
                <c:pt idx="94444">
                  <c:v>10</c:v>
                </c:pt>
                <c:pt idx="94445">
                  <c:v>2</c:v>
                </c:pt>
                <c:pt idx="94446">
                  <c:v>10</c:v>
                </c:pt>
                <c:pt idx="94447">
                  <c:v>10</c:v>
                </c:pt>
                <c:pt idx="94448">
                  <c:v>6</c:v>
                </c:pt>
                <c:pt idx="94449">
                  <c:v>6</c:v>
                </c:pt>
                <c:pt idx="94450">
                  <c:v>2</c:v>
                </c:pt>
                <c:pt idx="94451">
                  <c:v>6</c:v>
                </c:pt>
                <c:pt idx="94452">
                  <c:v>2</c:v>
                </c:pt>
                <c:pt idx="94453">
                  <c:v>3</c:v>
                </c:pt>
                <c:pt idx="94454">
                  <c:v>4</c:v>
                </c:pt>
                <c:pt idx="94455">
                  <c:v>3</c:v>
                </c:pt>
                <c:pt idx="94456">
                  <c:v>2</c:v>
                </c:pt>
                <c:pt idx="94457">
                  <c:v>3</c:v>
                </c:pt>
                <c:pt idx="94458">
                  <c:v>3</c:v>
                </c:pt>
                <c:pt idx="94459">
                  <c:v>2</c:v>
                </c:pt>
                <c:pt idx="94460">
                  <c:v>3</c:v>
                </c:pt>
                <c:pt idx="94461">
                  <c:v>3</c:v>
                </c:pt>
                <c:pt idx="94462">
                  <c:v>3</c:v>
                </c:pt>
                <c:pt idx="94463">
                  <c:v>3</c:v>
                </c:pt>
                <c:pt idx="94464">
                  <c:v>3</c:v>
                </c:pt>
                <c:pt idx="94465">
                  <c:v>2</c:v>
                </c:pt>
                <c:pt idx="94466">
                  <c:v>2</c:v>
                </c:pt>
                <c:pt idx="94467">
                  <c:v>2</c:v>
                </c:pt>
                <c:pt idx="94468">
                  <c:v>2</c:v>
                </c:pt>
                <c:pt idx="94469">
                  <c:v>1</c:v>
                </c:pt>
                <c:pt idx="94470">
                  <c:v>8</c:v>
                </c:pt>
                <c:pt idx="94471">
                  <c:v>3</c:v>
                </c:pt>
                <c:pt idx="94472">
                  <c:v>1</c:v>
                </c:pt>
                <c:pt idx="94473">
                  <c:v>6</c:v>
                </c:pt>
                <c:pt idx="94474">
                  <c:v>2</c:v>
                </c:pt>
                <c:pt idx="94475">
                  <c:v>3</c:v>
                </c:pt>
                <c:pt idx="94476">
                  <c:v>2</c:v>
                </c:pt>
                <c:pt idx="94477">
                  <c:v>2</c:v>
                </c:pt>
                <c:pt idx="94478">
                  <c:v>3</c:v>
                </c:pt>
                <c:pt idx="94479">
                  <c:v>2</c:v>
                </c:pt>
                <c:pt idx="94480">
                  <c:v>3</c:v>
                </c:pt>
                <c:pt idx="94481">
                  <c:v>3</c:v>
                </c:pt>
                <c:pt idx="94482">
                  <c:v>2</c:v>
                </c:pt>
                <c:pt idx="94483">
                  <c:v>3</c:v>
                </c:pt>
                <c:pt idx="94484">
                  <c:v>0</c:v>
                </c:pt>
                <c:pt idx="94485">
                  <c:v>2</c:v>
                </c:pt>
                <c:pt idx="94486">
                  <c:v>2</c:v>
                </c:pt>
                <c:pt idx="94487">
                  <c:v>3</c:v>
                </c:pt>
                <c:pt idx="94488">
                  <c:v>4</c:v>
                </c:pt>
                <c:pt idx="94489">
                  <c:v>4</c:v>
                </c:pt>
                <c:pt idx="94490">
                  <c:v>1</c:v>
                </c:pt>
                <c:pt idx="94491">
                  <c:v>1</c:v>
                </c:pt>
                <c:pt idx="94492">
                  <c:v>1</c:v>
                </c:pt>
                <c:pt idx="94493">
                  <c:v>3</c:v>
                </c:pt>
                <c:pt idx="94494">
                  <c:v>3</c:v>
                </c:pt>
                <c:pt idx="94495">
                  <c:v>-1</c:v>
                </c:pt>
                <c:pt idx="94496">
                  <c:v>-2</c:v>
                </c:pt>
                <c:pt idx="94497">
                  <c:v>2</c:v>
                </c:pt>
                <c:pt idx="94498">
                  <c:v>2</c:v>
                </c:pt>
                <c:pt idx="94499">
                  <c:v>3</c:v>
                </c:pt>
                <c:pt idx="94500">
                  <c:v>4</c:v>
                </c:pt>
                <c:pt idx="94501">
                  <c:v>1</c:v>
                </c:pt>
                <c:pt idx="94502">
                  <c:v>1</c:v>
                </c:pt>
                <c:pt idx="94503">
                  <c:v>1</c:v>
                </c:pt>
                <c:pt idx="94504">
                  <c:v>1</c:v>
                </c:pt>
                <c:pt idx="94505">
                  <c:v>1</c:v>
                </c:pt>
                <c:pt idx="94506">
                  <c:v>1</c:v>
                </c:pt>
                <c:pt idx="94507">
                  <c:v>3</c:v>
                </c:pt>
                <c:pt idx="94508">
                  <c:v>2</c:v>
                </c:pt>
                <c:pt idx="94509">
                  <c:v>1</c:v>
                </c:pt>
                <c:pt idx="94510">
                  <c:v>1</c:v>
                </c:pt>
                <c:pt idx="94511">
                  <c:v>2</c:v>
                </c:pt>
                <c:pt idx="94512">
                  <c:v>2</c:v>
                </c:pt>
                <c:pt idx="94513">
                  <c:v>3</c:v>
                </c:pt>
                <c:pt idx="94514">
                  <c:v>2</c:v>
                </c:pt>
                <c:pt idx="94515">
                  <c:v>4</c:v>
                </c:pt>
                <c:pt idx="94516">
                  <c:v>4</c:v>
                </c:pt>
                <c:pt idx="94517">
                  <c:v>8</c:v>
                </c:pt>
                <c:pt idx="94518">
                  <c:v>3</c:v>
                </c:pt>
                <c:pt idx="94519">
                  <c:v>3</c:v>
                </c:pt>
                <c:pt idx="94520">
                  <c:v>2</c:v>
                </c:pt>
                <c:pt idx="94521">
                  <c:v>1</c:v>
                </c:pt>
                <c:pt idx="94522">
                  <c:v>3</c:v>
                </c:pt>
                <c:pt idx="94523">
                  <c:v>1</c:v>
                </c:pt>
                <c:pt idx="94524">
                  <c:v>1</c:v>
                </c:pt>
                <c:pt idx="94525">
                  <c:v>3</c:v>
                </c:pt>
                <c:pt idx="94526">
                  <c:v>3</c:v>
                </c:pt>
                <c:pt idx="94527">
                  <c:v>1</c:v>
                </c:pt>
                <c:pt idx="94528">
                  <c:v>2</c:v>
                </c:pt>
                <c:pt idx="94529">
                  <c:v>6</c:v>
                </c:pt>
                <c:pt idx="94530">
                  <c:v>4</c:v>
                </c:pt>
                <c:pt idx="94531">
                  <c:v>3</c:v>
                </c:pt>
                <c:pt idx="94532">
                  <c:v>3</c:v>
                </c:pt>
                <c:pt idx="94533">
                  <c:v>2</c:v>
                </c:pt>
                <c:pt idx="94534">
                  <c:v>4</c:v>
                </c:pt>
                <c:pt idx="94535">
                  <c:v>8</c:v>
                </c:pt>
                <c:pt idx="94536">
                  <c:v>1</c:v>
                </c:pt>
                <c:pt idx="94537">
                  <c:v>2</c:v>
                </c:pt>
                <c:pt idx="94538">
                  <c:v>3</c:v>
                </c:pt>
                <c:pt idx="94539">
                  <c:v>2</c:v>
                </c:pt>
                <c:pt idx="94540">
                  <c:v>3</c:v>
                </c:pt>
                <c:pt idx="94541">
                  <c:v>1</c:v>
                </c:pt>
                <c:pt idx="94542">
                  <c:v>1</c:v>
                </c:pt>
                <c:pt idx="94543">
                  <c:v>1</c:v>
                </c:pt>
                <c:pt idx="94544">
                  <c:v>2</c:v>
                </c:pt>
                <c:pt idx="94545">
                  <c:v>2</c:v>
                </c:pt>
                <c:pt idx="94546">
                  <c:v>2</c:v>
                </c:pt>
                <c:pt idx="94547">
                  <c:v>2</c:v>
                </c:pt>
                <c:pt idx="94548">
                  <c:v>2</c:v>
                </c:pt>
                <c:pt idx="94549">
                  <c:v>1</c:v>
                </c:pt>
                <c:pt idx="94550">
                  <c:v>4</c:v>
                </c:pt>
                <c:pt idx="94551">
                  <c:v>1</c:v>
                </c:pt>
                <c:pt idx="94552">
                  <c:v>2</c:v>
                </c:pt>
                <c:pt idx="94553">
                  <c:v>4</c:v>
                </c:pt>
                <c:pt idx="94554">
                  <c:v>1</c:v>
                </c:pt>
                <c:pt idx="94555">
                  <c:v>2</c:v>
                </c:pt>
                <c:pt idx="94556">
                  <c:v>5</c:v>
                </c:pt>
                <c:pt idx="94557">
                  <c:v>2</c:v>
                </c:pt>
                <c:pt idx="94558">
                  <c:v>7</c:v>
                </c:pt>
                <c:pt idx="94559">
                  <c:v>3</c:v>
                </c:pt>
                <c:pt idx="94560">
                  <c:v>3</c:v>
                </c:pt>
                <c:pt idx="94561">
                  <c:v>2</c:v>
                </c:pt>
                <c:pt idx="94562">
                  <c:v>2</c:v>
                </c:pt>
                <c:pt idx="94563">
                  <c:v>9</c:v>
                </c:pt>
                <c:pt idx="94564">
                  <c:v>4</c:v>
                </c:pt>
                <c:pt idx="94565">
                  <c:v>8</c:v>
                </c:pt>
                <c:pt idx="94566">
                  <c:v>4</c:v>
                </c:pt>
                <c:pt idx="94567">
                  <c:v>6</c:v>
                </c:pt>
                <c:pt idx="94568">
                  <c:v>9</c:v>
                </c:pt>
                <c:pt idx="94569">
                  <c:v>3</c:v>
                </c:pt>
                <c:pt idx="94570">
                  <c:v>3</c:v>
                </c:pt>
                <c:pt idx="94571">
                  <c:v>10</c:v>
                </c:pt>
                <c:pt idx="94572">
                  <c:v>4</c:v>
                </c:pt>
                <c:pt idx="94573">
                  <c:v>2</c:v>
                </c:pt>
                <c:pt idx="94574">
                  <c:v>2</c:v>
                </c:pt>
                <c:pt idx="94575">
                  <c:v>4</c:v>
                </c:pt>
                <c:pt idx="94576">
                  <c:v>3</c:v>
                </c:pt>
                <c:pt idx="94577">
                  <c:v>5</c:v>
                </c:pt>
                <c:pt idx="94578">
                  <c:v>5</c:v>
                </c:pt>
                <c:pt idx="94579">
                  <c:v>3</c:v>
                </c:pt>
                <c:pt idx="94580">
                  <c:v>1</c:v>
                </c:pt>
                <c:pt idx="94581">
                  <c:v>2</c:v>
                </c:pt>
                <c:pt idx="94582">
                  <c:v>2</c:v>
                </c:pt>
                <c:pt idx="94583">
                  <c:v>3</c:v>
                </c:pt>
                <c:pt idx="94584">
                  <c:v>3</c:v>
                </c:pt>
                <c:pt idx="94585">
                  <c:v>2</c:v>
                </c:pt>
                <c:pt idx="94586">
                  <c:v>3</c:v>
                </c:pt>
                <c:pt idx="94587">
                  <c:v>3</c:v>
                </c:pt>
                <c:pt idx="94588">
                  <c:v>4</c:v>
                </c:pt>
                <c:pt idx="94589">
                  <c:v>3</c:v>
                </c:pt>
                <c:pt idx="94590">
                  <c:v>2</c:v>
                </c:pt>
                <c:pt idx="94591">
                  <c:v>2</c:v>
                </c:pt>
                <c:pt idx="94592">
                  <c:v>1</c:v>
                </c:pt>
                <c:pt idx="94593">
                  <c:v>2</c:v>
                </c:pt>
                <c:pt idx="94594">
                  <c:v>1</c:v>
                </c:pt>
                <c:pt idx="94595">
                  <c:v>2</c:v>
                </c:pt>
                <c:pt idx="94596">
                  <c:v>3</c:v>
                </c:pt>
                <c:pt idx="94597">
                  <c:v>4</c:v>
                </c:pt>
                <c:pt idx="94598">
                  <c:v>8</c:v>
                </c:pt>
                <c:pt idx="94599">
                  <c:v>2</c:v>
                </c:pt>
                <c:pt idx="94600">
                  <c:v>2</c:v>
                </c:pt>
                <c:pt idx="94601">
                  <c:v>2</c:v>
                </c:pt>
                <c:pt idx="94602">
                  <c:v>5</c:v>
                </c:pt>
                <c:pt idx="94603">
                  <c:v>3</c:v>
                </c:pt>
                <c:pt idx="94604">
                  <c:v>5</c:v>
                </c:pt>
                <c:pt idx="94605">
                  <c:v>1</c:v>
                </c:pt>
                <c:pt idx="94606">
                  <c:v>3</c:v>
                </c:pt>
                <c:pt idx="94607">
                  <c:v>2</c:v>
                </c:pt>
                <c:pt idx="94608">
                  <c:v>1</c:v>
                </c:pt>
                <c:pt idx="94609">
                  <c:v>3</c:v>
                </c:pt>
                <c:pt idx="94610">
                  <c:v>2</c:v>
                </c:pt>
                <c:pt idx="94611">
                  <c:v>2</c:v>
                </c:pt>
                <c:pt idx="94612">
                  <c:v>2</c:v>
                </c:pt>
                <c:pt idx="94613">
                  <c:v>3</c:v>
                </c:pt>
                <c:pt idx="94614">
                  <c:v>4</c:v>
                </c:pt>
                <c:pt idx="94615">
                  <c:v>2</c:v>
                </c:pt>
                <c:pt idx="94616">
                  <c:v>2</c:v>
                </c:pt>
                <c:pt idx="94617">
                  <c:v>4</c:v>
                </c:pt>
                <c:pt idx="94618">
                  <c:v>4</c:v>
                </c:pt>
                <c:pt idx="94619">
                  <c:v>2</c:v>
                </c:pt>
                <c:pt idx="94620">
                  <c:v>2</c:v>
                </c:pt>
                <c:pt idx="94621">
                  <c:v>2</c:v>
                </c:pt>
                <c:pt idx="94622">
                  <c:v>2</c:v>
                </c:pt>
                <c:pt idx="94623">
                  <c:v>2</c:v>
                </c:pt>
                <c:pt idx="94624">
                  <c:v>4</c:v>
                </c:pt>
                <c:pt idx="94625">
                  <c:v>4</c:v>
                </c:pt>
                <c:pt idx="94626">
                  <c:v>2</c:v>
                </c:pt>
                <c:pt idx="94627">
                  <c:v>2</c:v>
                </c:pt>
                <c:pt idx="94628">
                  <c:v>2</c:v>
                </c:pt>
                <c:pt idx="94629">
                  <c:v>5</c:v>
                </c:pt>
                <c:pt idx="94630">
                  <c:v>5</c:v>
                </c:pt>
                <c:pt idx="94631">
                  <c:v>3</c:v>
                </c:pt>
                <c:pt idx="94632">
                  <c:v>2</c:v>
                </c:pt>
                <c:pt idx="94633">
                  <c:v>4</c:v>
                </c:pt>
                <c:pt idx="94634">
                  <c:v>1</c:v>
                </c:pt>
                <c:pt idx="94635">
                  <c:v>5</c:v>
                </c:pt>
                <c:pt idx="94636">
                  <c:v>3</c:v>
                </c:pt>
                <c:pt idx="94637">
                  <c:v>5</c:v>
                </c:pt>
                <c:pt idx="94638">
                  <c:v>3</c:v>
                </c:pt>
                <c:pt idx="94639">
                  <c:v>2</c:v>
                </c:pt>
                <c:pt idx="94640">
                  <c:v>3</c:v>
                </c:pt>
                <c:pt idx="94641">
                  <c:v>1</c:v>
                </c:pt>
                <c:pt idx="94642">
                  <c:v>3</c:v>
                </c:pt>
                <c:pt idx="94643">
                  <c:v>1</c:v>
                </c:pt>
                <c:pt idx="94644">
                  <c:v>1</c:v>
                </c:pt>
                <c:pt idx="94645">
                  <c:v>4</c:v>
                </c:pt>
                <c:pt idx="94646">
                  <c:v>4</c:v>
                </c:pt>
                <c:pt idx="94647">
                  <c:v>3</c:v>
                </c:pt>
                <c:pt idx="94648">
                  <c:v>3</c:v>
                </c:pt>
                <c:pt idx="94649">
                  <c:v>1</c:v>
                </c:pt>
                <c:pt idx="94650">
                  <c:v>3</c:v>
                </c:pt>
                <c:pt idx="94651">
                  <c:v>2</c:v>
                </c:pt>
                <c:pt idx="94652">
                  <c:v>2</c:v>
                </c:pt>
                <c:pt idx="94653">
                  <c:v>1</c:v>
                </c:pt>
                <c:pt idx="94654">
                  <c:v>1</c:v>
                </c:pt>
                <c:pt idx="94655">
                  <c:v>4</c:v>
                </c:pt>
                <c:pt idx="94656">
                  <c:v>3</c:v>
                </c:pt>
                <c:pt idx="94657">
                  <c:v>3</c:v>
                </c:pt>
                <c:pt idx="94658">
                  <c:v>2</c:v>
                </c:pt>
                <c:pt idx="94659">
                  <c:v>4</c:v>
                </c:pt>
                <c:pt idx="94660">
                  <c:v>4</c:v>
                </c:pt>
                <c:pt idx="94661">
                  <c:v>4</c:v>
                </c:pt>
                <c:pt idx="94662">
                  <c:v>6</c:v>
                </c:pt>
                <c:pt idx="94663">
                  <c:v>4</c:v>
                </c:pt>
                <c:pt idx="94664">
                  <c:v>7</c:v>
                </c:pt>
                <c:pt idx="94665">
                  <c:v>1</c:v>
                </c:pt>
                <c:pt idx="94666">
                  <c:v>3</c:v>
                </c:pt>
                <c:pt idx="94667">
                  <c:v>5</c:v>
                </c:pt>
                <c:pt idx="94668">
                  <c:v>2</c:v>
                </c:pt>
                <c:pt idx="94669">
                  <c:v>2</c:v>
                </c:pt>
                <c:pt idx="94670">
                  <c:v>5</c:v>
                </c:pt>
                <c:pt idx="94671">
                  <c:v>3</c:v>
                </c:pt>
                <c:pt idx="94672">
                  <c:v>1</c:v>
                </c:pt>
                <c:pt idx="94673">
                  <c:v>2</c:v>
                </c:pt>
                <c:pt idx="94674">
                  <c:v>1</c:v>
                </c:pt>
                <c:pt idx="94675">
                  <c:v>1</c:v>
                </c:pt>
                <c:pt idx="94676">
                  <c:v>6</c:v>
                </c:pt>
                <c:pt idx="94677">
                  <c:v>1</c:v>
                </c:pt>
                <c:pt idx="94678">
                  <c:v>1</c:v>
                </c:pt>
                <c:pt idx="94679">
                  <c:v>2</c:v>
                </c:pt>
                <c:pt idx="94680">
                  <c:v>4</c:v>
                </c:pt>
                <c:pt idx="94681">
                  <c:v>6</c:v>
                </c:pt>
                <c:pt idx="94682">
                  <c:v>5</c:v>
                </c:pt>
                <c:pt idx="94683">
                  <c:v>3</c:v>
                </c:pt>
                <c:pt idx="94684">
                  <c:v>2</c:v>
                </c:pt>
                <c:pt idx="94685">
                  <c:v>4</c:v>
                </c:pt>
                <c:pt idx="94686">
                  <c:v>2</c:v>
                </c:pt>
                <c:pt idx="94687">
                  <c:v>1</c:v>
                </c:pt>
                <c:pt idx="94688">
                  <c:v>2</c:v>
                </c:pt>
                <c:pt idx="94689">
                  <c:v>2</c:v>
                </c:pt>
                <c:pt idx="94690">
                  <c:v>3</c:v>
                </c:pt>
                <c:pt idx="94691">
                  <c:v>2</c:v>
                </c:pt>
                <c:pt idx="94692">
                  <c:v>3</c:v>
                </c:pt>
                <c:pt idx="94693">
                  <c:v>3</c:v>
                </c:pt>
                <c:pt idx="94694">
                  <c:v>4</c:v>
                </c:pt>
                <c:pt idx="94695">
                  <c:v>2</c:v>
                </c:pt>
                <c:pt idx="94696">
                  <c:v>5</c:v>
                </c:pt>
                <c:pt idx="94697">
                  <c:v>2</c:v>
                </c:pt>
                <c:pt idx="94698">
                  <c:v>2</c:v>
                </c:pt>
                <c:pt idx="94699">
                  <c:v>3</c:v>
                </c:pt>
                <c:pt idx="94700">
                  <c:v>3</c:v>
                </c:pt>
                <c:pt idx="94701">
                  <c:v>3</c:v>
                </c:pt>
                <c:pt idx="94702">
                  <c:v>2</c:v>
                </c:pt>
                <c:pt idx="94703">
                  <c:v>3</c:v>
                </c:pt>
                <c:pt idx="94704">
                  <c:v>2</c:v>
                </c:pt>
                <c:pt idx="94705">
                  <c:v>2</c:v>
                </c:pt>
                <c:pt idx="94706">
                  <c:v>2</c:v>
                </c:pt>
                <c:pt idx="94707">
                  <c:v>2</c:v>
                </c:pt>
                <c:pt idx="94708">
                  <c:v>2</c:v>
                </c:pt>
                <c:pt idx="94709">
                  <c:v>2</c:v>
                </c:pt>
                <c:pt idx="94710">
                  <c:v>2</c:v>
                </c:pt>
                <c:pt idx="94711">
                  <c:v>3</c:v>
                </c:pt>
                <c:pt idx="94712">
                  <c:v>2</c:v>
                </c:pt>
                <c:pt idx="94713">
                  <c:v>1</c:v>
                </c:pt>
                <c:pt idx="94714">
                  <c:v>1</c:v>
                </c:pt>
                <c:pt idx="94715">
                  <c:v>1</c:v>
                </c:pt>
                <c:pt idx="94716">
                  <c:v>1</c:v>
                </c:pt>
                <c:pt idx="94717">
                  <c:v>1</c:v>
                </c:pt>
                <c:pt idx="94718">
                  <c:v>3</c:v>
                </c:pt>
                <c:pt idx="94719">
                  <c:v>2</c:v>
                </c:pt>
                <c:pt idx="94720">
                  <c:v>6</c:v>
                </c:pt>
                <c:pt idx="94721">
                  <c:v>2</c:v>
                </c:pt>
                <c:pt idx="94722">
                  <c:v>4</c:v>
                </c:pt>
                <c:pt idx="94723">
                  <c:v>2</c:v>
                </c:pt>
                <c:pt idx="94724">
                  <c:v>1</c:v>
                </c:pt>
                <c:pt idx="94725">
                  <c:v>4</c:v>
                </c:pt>
                <c:pt idx="94726">
                  <c:v>3</c:v>
                </c:pt>
                <c:pt idx="94727">
                  <c:v>2</c:v>
                </c:pt>
                <c:pt idx="94728">
                  <c:v>4</c:v>
                </c:pt>
                <c:pt idx="94729">
                  <c:v>3</c:v>
                </c:pt>
                <c:pt idx="94730">
                  <c:v>5</c:v>
                </c:pt>
                <c:pt idx="94731">
                  <c:v>5</c:v>
                </c:pt>
                <c:pt idx="94732">
                  <c:v>5</c:v>
                </c:pt>
                <c:pt idx="94733">
                  <c:v>2</c:v>
                </c:pt>
                <c:pt idx="94734">
                  <c:v>4</c:v>
                </c:pt>
                <c:pt idx="94735">
                  <c:v>2</c:v>
                </c:pt>
                <c:pt idx="94736">
                  <c:v>2</c:v>
                </c:pt>
                <c:pt idx="94737">
                  <c:v>2</c:v>
                </c:pt>
                <c:pt idx="94738">
                  <c:v>2</c:v>
                </c:pt>
                <c:pt idx="94739">
                  <c:v>2</c:v>
                </c:pt>
                <c:pt idx="94740">
                  <c:v>3</c:v>
                </c:pt>
                <c:pt idx="94741">
                  <c:v>5</c:v>
                </c:pt>
                <c:pt idx="94742">
                  <c:v>3</c:v>
                </c:pt>
                <c:pt idx="94743">
                  <c:v>4</c:v>
                </c:pt>
                <c:pt idx="94744">
                  <c:v>3</c:v>
                </c:pt>
                <c:pt idx="94745">
                  <c:v>3</c:v>
                </c:pt>
                <c:pt idx="94746">
                  <c:v>2</c:v>
                </c:pt>
                <c:pt idx="94747">
                  <c:v>2</c:v>
                </c:pt>
                <c:pt idx="94748">
                  <c:v>3</c:v>
                </c:pt>
                <c:pt idx="94749">
                  <c:v>4</c:v>
                </c:pt>
                <c:pt idx="94750">
                  <c:v>2</c:v>
                </c:pt>
                <c:pt idx="94751">
                  <c:v>4</c:v>
                </c:pt>
                <c:pt idx="94752">
                  <c:v>1</c:v>
                </c:pt>
                <c:pt idx="94753">
                  <c:v>2</c:v>
                </c:pt>
                <c:pt idx="94754">
                  <c:v>2</c:v>
                </c:pt>
                <c:pt idx="94755">
                  <c:v>3</c:v>
                </c:pt>
                <c:pt idx="94756">
                  <c:v>4</c:v>
                </c:pt>
                <c:pt idx="94757">
                  <c:v>3</c:v>
                </c:pt>
                <c:pt idx="94758">
                  <c:v>3</c:v>
                </c:pt>
                <c:pt idx="94759">
                  <c:v>2</c:v>
                </c:pt>
                <c:pt idx="94760">
                  <c:v>1</c:v>
                </c:pt>
                <c:pt idx="94761">
                  <c:v>4</c:v>
                </c:pt>
                <c:pt idx="94762">
                  <c:v>4</c:v>
                </c:pt>
                <c:pt idx="94763">
                  <c:v>2</c:v>
                </c:pt>
                <c:pt idx="94764">
                  <c:v>2</c:v>
                </c:pt>
                <c:pt idx="94765">
                  <c:v>2</c:v>
                </c:pt>
                <c:pt idx="94766">
                  <c:v>3</c:v>
                </c:pt>
                <c:pt idx="94767">
                  <c:v>2</c:v>
                </c:pt>
                <c:pt idx="94768">
                  <c:v>2</c:v>
                </c:pt>
                <c:pt idx="94769">
                  <c:v>1</c:v>
                </c:pt>
                <c:pt idx="94770">
                  <c:v>1</c:v>
                </c:pt>
                <c:pt idx="94771">
                  <c:v>2</c:v>
                </c:pt>
                <c:pt idx="94772">
                  <c:v>2</c:v>
                </c:pt>
                <c:pt idx="94773">
                  <c:v>2</c:v>
                </c:pt>
                <c:pt idx="94774">
                  <c:v>8</c:v>
                </c:pt>
                <c:pt idx="94775">
                  <c:v>4</c:v>
                </c:pt>
                <c:pt idx="94776">
                  <c:v>5</c:v>
                </c:pt>
                <c:pt idx="94777">
                  <c:v>4</c:v>
                </c:pt>
                <c:pt idx="94778">
                  <c:v>4</c:v>
                </c:pt>
                <c:pt idx="94779">
                  <c:v>1</c:v>
                </c:pt>
                <c:pt idx="94780">
                  <c:v>2</c:v>
                </c:pt>
                <c:pt idx="94781">
                  <c:v>1</c:v>
                </c:pt>
                <c:pt idx="94782">
                  <c:v>2</c:v>
                </c:pt>
                <c:pt idx="94783">
                  <c:v>4</c:v>
                </c:pt>
                <c:pt idx="94784">
                  <c:v>2</c:v>
                </c:pt>
                <c:pt idx="94785">
                  <c:v>1</c:v>
                </c:pt>
                <c:pt idx="94786">
                  <c:v>2</c:v>
                </c:pt>
                <c:pt idx="94787">
                  <c:v>1</c:v>
                </c:pt>
                <c:pt idx="94788">
                  <c:v>1</c:v>
                </c:pt>
                <c:pt idx="94789">
                  <c:v>2</c:v>
                </c:pt>
                <c:pt idx="94790">
                  <c:v>1</c:v>
                </c:pt>
                <c:pt idx="94791">
                  <c:v>1</c:v>
                </c:pt>
                <c:pt idx="94792">
                  <c:v>1</c:v>
                </c:pt>
                <c:pt idx="94793">
                  <c:v>1</c:v>
                </c:pt>
                <c:pt idx="94794">
                  <c:v>1</c:v>
                </c:pt>
                <c:pt idx="94795">
                  <c:v>1</c:v>
                </c:pt>
                <c:pt idx="94796">
                  <c:v>1</c:v>
                </c:pt>
                <c:pt idx="94797">
                  <c:v>2</c:v>
                </c:pt>
                <c:pt idx="94798">
                  <c:v>2</c:v>
                </c:pt>
                <c:pt idx="94799">
                  <c:v>2</c:v>
                </c:pt>
                <c:pt idx="94800">
                  <c:v>2</c:v>
                </c:pt>
                <c:pt idx="94801">
                  <c:v>2</c:v>
                </c:pt>
                <c:pt idx="94802">
                  <c:v>2</c:v>
                </c:pt>
                <c:pt idx="94803">
                  <c:v>4</c:v>
                </c:pt>
                <c:pt idx="94804">
                  <c:v>2</c:v>
                </c:pt>
                <c:pt idx="94805">
                  <c:v>4</c:v>
                </c:pt>
                <c:pt idx="94806">
                  <c:v>3</c:v>
                </c:pt>
                <c:pt idx="94807">
                  <c:v>2</c:v>
                </c:pt>
                <c:pt idx="94808">
                  <c:v>2</c:v>
                </c:pt>
                <c:pt idx="94809">
                  <c:v>1</c:v>
                </c:pt>
                <c:pt idx="94810">
                  <c:v>1</c:v>
                </c:pt>
                <c:pt idx="94811">
                  <c:v>1</c:v>
                </c:pt>
                <c:pt idx="94812">
                  <c:v>2</c:v>
                </c:pt>
                <c:pt idx="94813">
                  <c:v>9</c:v>
                </c:pt>
                <c:pt idx="94814">
                  <c:v>4</c:v>
                </c:pt>
                <c:pt idx="94815">
                  <c:v>3</c:v>
                </c:pt>
                <c:pt idx="94816">
                  <c:v>1</c:v>
                </c:pt>
                <c:pt idx="94817">
                  <c:v>4</c:v>
                </c:pt>
                <c:pt idx="94818">
                  <c:v>3</c:v>
                </c:pt>
                <c:pt idx="94819">
                  <c:v>2</c:v>
                </c:pt>
                <c:pt idx="94820">
                  <c:v>3</c:v>
                </c:pt>
                <c:pt idx="94821">
                  <c:v>3</c:v>
                </c:pt>
                <c:pt idx="94822">
                  <c:v>8</c:v>
                </c:pt>
                <c:pt idx="94823">
                  <c:v>4</c:v>
                </c:pt>
                <c:pt idx="94824">
                  <c:v>2</c:v>
                </c:pt>
                <c:pt idx="94825">
                  <c:v>2</c:v>
                </c:pt>
                <c:pt idx="94826">
                  <c:v>2</c:v>
                </c:pt>
                <c:pt idx="94827">
                  <c:v>3</c:v>
                </c:pt>
                <c:pt idx="94828">
                  <c:v>2</c:v>
                </c:pt>
                <c:pt idx="94829">
                  <c:v>3</c:v>
                </c:pt>
                <c:pt idx="94830">
                  <c:v>3</c:v>
                </c:pt>
                <c:pt idx="94831">
                  <c:v>2</c:v>
                </c:pt>
                <c:pt idx="94832">
                  <c:v>3</c:v>
                </c:pt>
                <c:pt idx="94833">
                  <c:v>2</c:v>
                </c:pt>
                <c:pt idx="94834">
                  <c:v>1</c:v>
                </c:pt>
                <c:pt idx="94835">
                  <c:v>4</c:v>
                </c:pt>
                <c:pt idx="94836">
                  <c:v>2</c:v>
                </c:pt>
                <c:pt idx="94837">
                  <c:v>1</c:v>
                </c:pt>
                <c:pt idx="94838">
                  <c:v>5</c:v>
                </c:pt>
                <c:pt idx="94839">
                  <c:v>1</c:v>
                </c:pt>
                <c:pt idx="94840">
                  <c:v>2</c:v>
                </c:pt>
                <c:pt idx="94841">
                  <c:v>3</c:v>
                </c:pt>
                <c:pt idx="94842">
                  <c:v>6</c:v>
                </c:pt>
                <c:pt idx="94843">
                  <c:v>4</c:v>
                </c:pt>
                <c:pt idx="94844">
                  <c:v>2</c:v>
                </c:pt>
                <c:pt idx="94845">
                  <c:v>2</c:v>
                </c:pt>
                <c:pt idx="94846">
                  <c:v>7</c:v>
                </c:pt>
                <c:pt idx="94847">
                  <c:v>4</c:v>
                </c:pt>
                <c:pt idx="94848">
                  <c:v>5</c:v>
                </c:pt>
                <c:pt idx="94849">
                  <c:v>2</c:v>
                </c:pt>
                <c:pt idx="94850">
                  <c:v>2</c:v>
                </c:pt>
                <c:pt idx="94851">
                  <c:v>2</c:v>
                </c:pt>
                <c:pt idx="94852">
                  <c:v>1</c:v>
                </c:pt>
                <c:pt idx="94853">
                  <c:v>1</c:v>
                </c:pt>
                <c:pt idx="94854">
                  <c:v>1</c:v>
                </c:pt>
                <c:pt idx="94855">
                  <c:v>2</c:v>
                </c:pt>
                <c:pt idx="94856">
                  <c:v>2</c:v>
                </c:pt>
                <c:pt idx="94857">
                  <c:v>3</c:v>
                </c:pt>
                <c:pt idx="94858">
                  <c:v>2</c:v>
                </c:pt>
                <c:pt idx="94859">
                  <c:v>3</c:v>
                </c:pt>
                <c:pt idx="94860">
                  <c:v>10</c:v>
                </c:pt>
                <c:pt idx="94861">
                  <c:v>3</c:v>
                </c:pt>
                <c:pt idx="94862">
                  <c:v>4</c:v>
                </c:pt>
                <c:pt idx="94863">
                  <c:v>3</c:v>
                </c:pt>
                <c:pt idx="94864">
                  <c:v>4</c:v>
                </c:pt>
                <c:pt idx="94865">
                  <c:v>2</c:v>
                </c:pt>
                <c:pt idx="94866">
                  <c:v>2</c:v>
                </c:pt>
                <c:pt idx="94867">
                  <c:v>2</c:v>
                </c:pt>
                <c:pt idx="94868">
                  <c:v>2</c:v>
                </c:pt>
                <c:pt idx="94869">
                  <c:v>1</c:v>
                </c:pt>
                <c:pt idx="94870">
                  <c:v>2</c:v>
                </c:pt>
                <c:pt idx="94871">
                  <c:v>10</c:v>
                </c:pt>
                <c:pt idx="94872">
                  <c:v>5</c:v>
                </c:pt>
                <c:pt idx="94873">
                  <c:v>5</c:v>
                </c:pt>
                <c:pt idx="94874">
                  <c:v>5</c:v>
                </c:pt>
                <c:pt idx="94875">
                  <c:v>5</c:v>
                </c:pt>
                <c:pt idx="94876">
                  <c:v>2</c:v>
                </c:pt>
                <c:pt idx="94877">
                  <c:v>3</c:v>
                </c:pt>
                <c:pt idx="94878">
                  <c:v>3</c:v>
                </c:pt>
                <c:pt idx="94879">
                  <c:v>2</c:v>
                </c:pt>
                <c:pt idx="94880">
                  <c:v>3</c:v>
                </c:pt>
                <c:pt idx="94881">
                  <c:v>3</c:v>
                </c:pt>
                <c:pt idx="94882">
                  <c:v>3</c:v>
                </c:pt>
                <c:pt idx="94883">
                  <c:v>3</c:v>
                </c:pt>
                <c:pt idx="94884">
                  <c:v>1</c:v>
                </c:pt>
                <c:pt idx="94885">
                  <c:v>2</c:v>
                </c:pt>
                <c:pt idx="94886">
                  <c:v>1</c:v>
                </c:pt>
                <c:pt idx="94887">
                  <c:v>2</c:v>
                </c:pt>
                <c:pt idx="94888">
                  <c:v>3</c:v>
                </c:pt>
                <c:pt idx="94889">
                  <c:v>2</c:v>
                </c:pt>
                <c:pt idx="94890">
                  <c:v>1</c:v>
                </c:pt>
                <c:pt idx="94891">
                  <c:v>2</c:v>
                </c:pt>
                <c:pt idx="94892">
                  <c:v>1</c:v>
                </c:pt>
                <c:pt idx="94893">
                  <c:v>3</c:v>
                </c:pt>
                <c:pt idx="94894">
                  <c:v>2</c:v>
                </c:pt>
                <c:pt idx="94895">
                  <c:v>2</c:v>
                </c:pt>
                <c:pt idx="94896">
                  <c:v>3</c:v>
                </c:pt>
                <c:pt idx="94897">
                  <c:v>4</c:v>
                </c:pt>
                <c:pt idx="94898">
                  <c:v>4</c:v>
                </c:pt>
                <c:pt idx="94899">
                  <c:v>4</c:v>
                </c:pt>
                <c:pt idx="94900">
                  <c:v>1</c:v>
                </c:pt>
                <c:pt idx="94901">
                  <c:v>2</c:v>
                </c:pt>
                <c:pt idx="94902">
                  <c:v>1</c:v>
                </c:pt>
                <c:pt idx="94903">
                  <c:v>2</c:v>
                </c:pt>
                <c:pt idx="94904">
                  <c:v>3</c:v>
                </c:pt>
                <c:pt idx="94905">
                  <c:v>6</c:v>
                </c:pt>
                <c:pt idx="94906">
                  <c:v>4</c:v>
                </c:pt>
                <c:pt idx="94907">
                  <c:v>1</c:v>
                </c:pt>
                <c:pt idx="94908">
                  <c:v>4</c:v>
                </c:pt>
                <c:pt idx="94909">
                  <c:v>4</c:v>
                </c:pt>
                <c:pt idx="94910">
                  <c:v>1</c:v>
                </c:pt>
                <c:pt idx="94911">
                  <c:v>1</c:v>
                </c:pt>
                <c:pt idx="94912">
                  <c:v>2</c:v>
                </c:pt>
                <c:pt idx="94913">
                  <c:v>1</c:v>
                </c:pt>
                <c:pt idx="94914">
                  <c:v>2</c:v>
                </c:pt>
                <c:pt idx="94915">
                  <c:v>2</c:v>
                </c:pt>
                <c:pt idx="94916">
                  <c:v>6</c:v>
                </c:pt>
                <c:pt idx="94917">
                  <c:v>1</c:v>
                </c:pt>
                <c:pt idx="94918">
                  <c:v>4</c:v>
                </c:pt>
                <c:pt idx="94919">
                  <c:v>1</c:v>
                </c:pt>
                <c:pt idx="94920">
                  <c:v>1</c:v>
                </c:pt>
                <c:pt idx="94921">
                  <c:v>3</c:v>
                </c:pt>
                <c:pt idx="94922">
                  <c:v>4</c:v>
                </c:pt>
                <c:pt idx="94923">
                  <c:v>2</c:v>
                </c:pt>
                <c:pt idx="94924">
                  <c:v>3</c:v>
                </c:pt>
                <c:pt idx="94925">
                  <c:v>3</c:v>
                </c:pt>
                <c:pt idx="94926">
                  <c:v>3</c:v>
                </c:pt>
                <c:pt idx="94927">
                  <c:v>4</c:v>
                </c:pt>
                <c:pt idx="94928">
                  <c:v>3</c:v>
                </c:pt>
                <c:pt idx="94929">
                  <c:v>4</c:v>
                </c:pt>
                <c:pt idx="94930">
                  <c:v>2</c:v>
                </c:pt>
                <c:pt idx="94931">
                  <c:v>4</c:v>
                </c:pt>
                <c:pt idx="94932">
                  <c:v>1</c:v>
                </c:pt>
                <c:pt idx="94933">
                  <c:v>2</c:v>
                </c:pt>
                <c:pt idx="94934">
                  <c:v>1</c:v>
                </c:pt>
                <c:pt idx="94935">
                  <c:v>4</c:v>
                </c:pt>
                <c:pt idx="94936">
                  <c:v>1</c:v>
                </c:pt>
                <c:pt idx="94937">
                  <c:v>2</c:v>
                </c:pt>
                <c:pt idx="94938">
                  <c:v>1</c:v>
                </c:pt>
                <c:pt idx="94939">
                  <c:v>3</c:v>
                </c:pt>
                <c:pt idx="94940">
                  <c:v>1</c:v>
                </c:pt>
                <c:pt idx="94941">
                  <c:v>3</c:v>
                </c:pt>
                <c:pt idx="94942">
                  <c:v>2</c:v>
                </c:pt>
                <c:pt idx="94943">
                  <c:v>4</c:v>
                </c:pt>
                <c:pt idx="94944">
                  <c:v>2</c:v>
                </c:pt>
                <c:pt idx="94945">
                  <c:v>3</c:v>
                </c:pt>
                <c:pt idx="94946">
                  <c:v>3</c:v>
                </c:pt>
                <c:pt idx="94947">
                  <c:v>2</c:v>
                </c:pt>
                <c:pt idx="94948">
                  <c:v>2</c:v>
                </c:pt>
                <c:pt idx="94949">
                  <c:v>3</c:v>
                </c:pt>
                <c:pt idx="94950">
                  <c:v>1</c:v>
                </c:pt>
                <c:pt idx="94951">
                  <c:v>4</c:v>
                </c:pt>
                <c:pt idx="94952">
                  <c:v>2</c:v>
                </c:pt>
                <c:pt idx="94953">
                  <c:v>3</c:v>
                </c:pt>
                <c:pt idx="94954">
                  <c:v>3</c:v>
                </c:pt>
                <c:pt idx="94955">
                  <c:v>3</c:v>
                </c:pt>
                <c:pt idx="94956">
                  <c:v>3</c:v>
                </c:pt>
                <c:pt idx="94957">
                  <c:v>3</c:v>
                </c:pt>
                <c:pt idx="94958">
                  <c:v>3</c:v>
                </c:pt>
                <c:pt idx="94959">
                  <c:v>3</c:v>
                </c:pt>
                <c:pt idx="94960">
                  <c:v>3</c:v>
                </c:pt>
                <c:pt idx="94961">
                  <c:v>2</c:v>
                </c:pt>
                <c:pt idx="94962">
                  <c:v>3</c:v>
                </c:pt>
                <c:pt idx="94963">
                  <c:v>4</c:v>
                </c:pt>
                <c:pt idx="94964">
                  <c:v>4</c:v>
                </c:pt>
                <c:pt idx="94965">
                  <c:v>5</c:v>
                </c:pt>
                <c:pt idx="94966">
                  <c:v>3</c:v>
                </c:pt>
                <c:pt idx="94967">
                  <c:v>5</c:v>
                </c:pt>
                <c:pt idx="94968">
                  <c:v>4</c:v>
                </c:pt>
                <c:pt idx="94969">
                  <c:v>1</c:v>
                </c:pt>
                <c:pt idx="94970">
                  <c:v>3</c:v>
                </c:pt>
                <c:pt idx="94971">
                  <c:v>1</c:v>
                </c:pt>
                <c:pt idx="94972">
                  <c:v>1</c:v>
                </c:pt>
                <c:pt idx="94973">
                  <c:v>2</c:v>
                </c:pt>
                <c:pt idx="94974">
                  <c:v>1</c:v>
                </c:pt>
                <c:pt idx="94975">
                  <c:v>1</c:v>
                </c:pt>
                <c:pt idx="94976">
                  <c:v>3</c:v>
                </c:pt>
                <c:pt idx="94977">
                  <c:v>3</c:v>
                </c:pt>
                <c:pt idx="94978">
                  <c:v>4</c:v>
                </c:pt>
                <c:pt idx="94979">
                  <c:v>4</c:v>
                </c:pt>
                <c:pt idx="94980">
                  <c:v>4</c:v>
                </c:pt>
                <c:pt idx="94981">
                  <c:v>6</c:v>
                </c:pt>
                <c:pt idx="94982">
                  <c:v>3</c:v>
                </c:pt>
                <c:pt idx="94983">
                  <c:v>3</c:v>
                </c:pt>
                <c:pt idx="94984">
                  <c:v>2</c:v>
                </c:pt>
                <c:pt idx="94985">
                  <c:v>4</c:v>
                </c:pt>
                <c:pt idx="94986">
                  <c:v>3</c:v>
                </c:pt>
                <c:pt idx="94987">
                  <c:v>2</c:v>
                </c:pt>
                <c:pt idx="94988">
                  <c:v>2</c:v>
                </c:pt>
                <c:pt idx="94989">
                  <c:v>4</c:v>
                </c:pt>
                <c:pt idx="94990">
                  <c:v>3</c:v>
                </c:pt>
                <c:pt idx="94991">
                  <c:v>3</c:v>
                </c:pt>
                <c:pt idx="94992">
                  <c:v>4</c:v>
                </c:pt>
                <c:pt idx="94993">
                  <c:v>3</c:v>
                </c:pt>
                <c:pt idx="94994">
                  <c:v>2</c:v>
                </c:pt>
                <c:pt idx="94995">
                  <c:v>4</c:v>
                </c:pt>
                <c:pt idx="94996">
                  <c:v>7</c:v>
                </c:pt>
                <c:pt idx="94997">
                  <c:v>6</c:v>
                </c:pt>
                <c:pt idx="94998">
                  <c:v>2</c:v>
                </c:pt>
                <c:pt idx="94999">
                  <c:v>2</c:v>
                </c:pt>
                <c:pt idx="95000">
                  <c:v>3</c:v>
                </c:pt>
                <c:pt idx="95001">
                  <c:v>3</c:v>
                </c:pt>
                <c:pt idx="95002">
                  <c:v>4</c:v>
                </c:pt>
                <c:pt idx="95003">
                  <c:v>17</c:v>
                </c:pt>
                <c:pt idx="95004">
                  <c:v>2</c:v>
                </c:pt>
                <c:pt idx="95005">
                  <c:v>1</c:v>
                </c:pt>
                <c:pt idx="95006">
                  <c:v>1</c:v>
                </c:pt>
                <c:pt idx="95007">
                  <c:v>2</c:v>
                </c:pt>
                <c:pt idx="95008">
                  <c:v>1</c:v>
                </c:pt>
                <c:pt idx="95009">
                  <c:v>1</c:v>
                </c:pt>
                <c:pt idx="95010">
                  <c:v>3</c:v>
                </c:pt>
                <c:pt idx="95011">
                  <c:v>3</c:v>
                </c:pt>
                <c:pt idx="95012">
                  <c:v>3</c:v>
                </c:pt>
                <c:pt idx="95013">
                  <c:v>2</c:v>
                </c:pt>
                <c:pt idx="95014">
                  <c:v>2</c:v>
                </c:pt>
                <c:pt idx="95015">
                  <c:v>3</c:v>
                </c:pt>
                <c:pt idx="95016">
                  <c:v>2</c:v>
                </c:pt>
                <c:pt idx="95017">
                  <c:v>2</c:v>
                </c:pt>
                <c:pt idx="95018">
                  <c:v>2</c:v>
                </c:pt>
                <c:pt idx="95019">
                  <c:v>1</c:v>
                </c:pt>
                <c:pt idx="95020">
                  <c:v>2</c:v>
                </c:pt>
                <c:pt idx="95021">
                  <c:v>2</c:v>
                </c:pt>
                <c:pt idx="95022">
                  <c:v>6</c:v>
                </c:pt>
                <c:pt idx="95023">
                  <c:v>6</c:v>
                </c:pt>
                <c:pt idx="95024">
                  <c:v>6</c:v>
                </c:pt>
                <c:pt idx="95025">
                  <c:v>4</c:v>
                </c:pt>
                <c:pt idx="95026">
                  <c:v>4</c:v>
                </c:pt>
                <c:pt idx="95027">
                  <c:v>7</c:v>
                </c:pt>
                <c:pt idx="95028">
                  <c:v>4</c:v>
                </c:pt>
                <c:pt idx="95029">
                  <c:v>2</c:v>
                </c:pt>
                <c:pt idx="95030">
                  <c:v>1</c:v>
                </c:pt>
                <c:pt idx="95031">
                  <c:v>1</c:v>
                </c:pt>
                <c:pt idx="95032">
                  <c:v>1</c:v>
                </c:pt>
                <c:pt idx="95033">
                  <c:v>2</c:v>
                </c:pt>
                <c:pt idx="95034">
                  <c:v>2</c:v>
                </c:pt>
                <c:pt idx="95035">
                  <c:v>1</c:v>
                </c:pt>
                <c:pt idx="95036">
                  <c:v>2</c:v>
                </c:pt>
                <c:pt idx="95037">
                  <c:v>2</c:v>
                </c:pt>
                <c:pt idx="95038">
                  <c:v>3</c:v>
                </c:pt>
                <c:pt idx="95039">
                  <c:v>3</c:v>
                </c:pt>
                <c:pt idx="95040">
                  <c:v>3</c:v>
                </c:pt>
                <c:pt idx="95041">
                  <c:v>2</c:v>
                </c:pt>
                <c:pt idx="95042">
                  <c:v>2</c:v>
                </c:pt>
                <c:pt idx="95043">
                  <c:v>2</c:v>
                </c:pt>
                <c:pt idx="95044">
                  <c:v>2</c:v>
                </c:pt>
                <c:pt idx="95045">
                  <c:v>3</c:v>
                </c:pt>
                <c:pt idx="95046">
                  <c:v>5</c:v>
                </c:pt>
                <c:pt idx="95047">
                  <c:v>5</c:v>
                </c:pt>
                <c:pt idx="95048">
                  <c:v>5</c:v>
                </c:pt>
                <c:pt idx="95049">
                  <c:v>7</c:v>
                </c:pt>
                <c:pt idx="95050">
                  <c:v>5</c:v>
                </c:pt>
                <c:pt idx="95051">
                  <c:v>1</c:v>
                </c:pt>
                <c:pt idx="95052">
                  <c:v>1</c:v>
                </c:pt>
                <c:pt idx="95053">
                  <c:v>1</c:v>
                </c:pt>
                <c:pt idx="95054">
                  <c:v>2</c:v>
                </c:pt>
                <c:pt idx="95055">
                  <c:v>2</c:v>
                </c:pt>
                <c:pt idx="95056">
                  <c:v>1</c:v>
                </c:pt>
                <c:pt idx="95057">
                  <c:v>1</c:v>
                </c:pt>
                <c:pt idx="95058">
                  <c:v>1</c:v>
                </c:pt>
                <c:pt idx="95059">
                  <c:v>1</c:v>
                </c:pt>
                <c:pt idx="95060">
                  <c:v>1</c:v>
                </c:pt>
                <c:pt idx="95061">
                  <c:v>1</c:v>
                </c:pt>
                <c:pt idx="95062">
                  <c:v>1</c:v>
                </c:pt>
                <c:pt idx="95063">
                  <c:v>1</c:v>
                </c:pt>
                <c:pt idx="95064">
                  <c:v>1</c:v>
                </c:pt>
                <c:pt idx="95065">
                  <c:v>2</c:v>
                </c:pt>
                <c:pt idx="95066">
                  <c:v>2</c:v>
                </c:pt>
                <c:pt idx="95067">
                  <c:v>2</c:v>
                </c:pt>
                <c:pt idx="95068">
                  <c:v>2</c:v>
                </c:pt>
                <c:pt idx="95069">
                  <c:v>3</c:v>
                </c:pt>
                <c:pt idx="95070">
                  <c:v>4</c:v>
                </c:pt>
                <c:pt idx="95071">
                  <c:v>5</c:v>
                </c:pt>
                <c:pt idx="95072">
                  <c:v>5</c:v>
                </c:pt>
                <c:pt idx="95073">
                  <c:v>5</c:v>
                </c:pt>
                <c:pt idx="95074">
                  <c:v>5</c:v>
                </c:pt>
                <c:pt idx="95075">
                  <c:v>4</c:v>
                </c:pt>
                <c:pt idx="95076">
                  <c:v>5</c:v>
                </c:pt>
                <c:pt idx="95077">
                  <c:v>5</c:v>
                </c:pt>
                <c:pt idx="95078">
                  <c:v>1</c:v>
                </c:pt>
                <c:pt idx="95079">
                  <c:v>1</c:v>
                </c:pt>
                <c:pt idx="95080">
                  <c:v>2</c:v>
                </c:pt>
                <c:pt idx="95081">
                  <c:v>1</c:v>
                </c:pt>
                <c:pt idx="95082">
                  <c:v>2</c:v>
                </c:pt>
                <c:pt idx="95083">
                  <c:v>1</c:v>
                </c:pt>
                <c:pt idx="95084">
                  <c:v>1</c:v>
                </c:pt>
                <c:pt idx="95085">
                  <c:v>2</c:v>
                </c:pt>
                <c:pt idx="95086">
                  <c:v>2</c:v>
                </c:pt>
                <c:pt idx="95087">
                  <c:v>1</c:v>
                </c:pt>
                <c:pt idx="95088">
                  <c:v>2</c:v>
                </c:pt>
                <c:pt idx="95089">
                  <c:v>5</c:v>
                </c:pt>
                <c:pt idx="95090">
                  <c:v>4</c:v>
                </c:pt>
                <c:pt idx="95091">
                  <c:v>2</c:v>
                </c:pt>
                <c:pt idx="95092">
                  <c:v>3</c:v>
                </c:pt>
                <c:pt idx="95093">
                  <c:v>2</c:v>
                </c:pt>
                <c:pt idx="95094">
                  <c:v>2</c:v>
                </c:pt>
                <c:pt idx="95095">
                  <c:v>2</c:v>
                </c:pt>
                <c:pt idx="95096">
                  <c:v>2</c:v>
                </c:pt>
                <c:pt idx="95097">
                  <c:v>3</c:v>
                </c:pt>
                <c:pt idx="95098">
                  <c:v>2</c:v>
                </c:pt>
                <c:pt idx="95099">
                  <c:v>2</c:v>
                </c:pt>
                <c:pt idx="95100">
                  <c:v>4</c:v>
                </c:pt>
                <c:pt idx="95101">
                  <c:v>3</c:v>
                </c:pt>
                <c:pt idx="95102">
                  <c:v>6</c:v>
                </c:pt>
                <c:pt idx="95103">
                  <c:v>2</c:v>
                </c:pt>
                <c:pt idx="95104">
                  <c:v>2</c:v>
                </c:pt>
                <c:pt idx="95105">
                  <c:v>2</c:v>
                </c:pt>
                <c:pt idx="95106">
                  <c:v>2</c:v>
                </c:pt>
                <c:pt idx="95107">
                  <c:v>2</c:v>
                </c:pt>
                <c:pt idx="95108">
                  <c:v>2</c:v>
                </c:pt>
                <c:pt idx="95109">
                  <c:v>1</c:v>
                </c:pt>
                <c:pt idx="95110">
                  <c:v>2</c:v>
                </c:pt>
                <c:pt idx="95111">
                  <c:v>1</c:v>
                </c:pt>
                <c:pt idx="95112">
                  <c:v>2</c:v>
                </c:pt>
                <c:pt idx="95113">
                  <c:v>2</c:v>
                </c:pt>
                <c:pt idx="95114">
                  <c:v>1</c:v>
                </c:pt>
                <c:pt idx="95115">
                  <c:v>1</c:v>
                </c:pt>
                <c:pt idx="95116">
                  <c:v>1</c:v>
                </c:pt>
                <c:pt idx="95117">
                  <c:v>1</c:v>
                </c:pt>
                <c:pt idx="95118">
                  <c:v>2</c:v>
                </c:pt>
                <c:pt idx="95119">
                  <c:v>2</c:v>
                </c:pt>
                <c:pt idx="95120">
                  <c:v>1</c:v>
                </c:pt>
                <c:pt idx="95121">
                  <c:v>2</c:v>
                </c:pt>
                <c:pt idx="95122">
                  <c:v>1</c:v>
                </c:pt>
                <c:pt idx="95123">
                  <c:v>2</c:v>
                </c:pt>
                <c:pt idx="95124">
                  <c:v>2</c:v>
                </c:pt>
                <c:pt idx="95125">
                  <c:v>3</c:v>
                </c:pt>
                <c:pt idx="95126">
                  <c:v>6</c:v>
                </c:pt>
                <c:pt idx="95127">
                  <c:v>7</c:v>
                </c:pt>
                <c:pt idx="95128">
                  <c:v>6</c:v>
                </c:pt>
                <c:pt idx="95129">
                  <c:v>6</c:v>
                </c:pt>
                <c:pt idx="95130">
                  <c:v>4</c:v>
                </c:pt>
                <c:pt idx="95131">
                  <c:v>4</c:v>
                </c:pt>
                <c:pt idx="95132">
                  <c:v>3</c:v>
                </c:pt>
                <c:pt idx="95133">
                  <c:v>4</c:v>
                </c:pt>
                <c:pt idx="95134">
                  <c:v>4</c:v>
                </c:pt>
                <c:pt idx="95135">
                  <c:v>4</c:v>
                </c:pt>
                <c:pt idx="95136">
                  <c:v>3</c:v>
                </c:pt>
                <c:pt idx="95137">
                  <c:v>4</c:v>
                </c:pt>
                <c:pt idx="95138">
                  <c:v>1</c:v>
                </c:pt>
                <c:pt idx="95139">
                  <c:v>1</c:v>
                </c:pt>
                <c:pt idx="95140">
                  <c:v>3</c:v>
                </c:pt>
                <c:pt idx="95141">
                  <c:v>2</c:v>
                </c:pt>
                <c:pt idx="95142">
                  <c:v>2</c:v>
                </c:pt>
                <c:pt idx="95143">
                  <c:v>1</c:v>
                </c:pt>
                <c:pt idx="95144">
                  <c:v>1</c:v>
                </c:pt>
                <c:pt idx="95145">
                  <c:v>1</c:v>
                </c:pt>
                <c:pt idx="95146">
                  <c:v>1</c:v>
                </c:pt>
                <c:pt idx="95147">
                  <c:v>3</c:v>
                </c:pt>
                <c:pt idx="95148">
                  <c:v>3</c:v>
                </c:pt>
                <c:pt idx="95149">
                  <c:v>3</c:v>
                </c:pt>
                <c:pt idx="95150">
                  <c:v>1</c:v>
                </c:pt>
                <c:pt idx="95151">
                  <c:v>3</c:v>
                </c:pt>
                <c:pt idx="95152">
                  <c:v>2</c:v>
                </c:pt>
                <c:pt idx="95153">
                  <c:v>3</c:v>
                </c:pt>
                <c:pt idx="95154">
                  <c:v>1</c:v>
                </c:pt>
                <c:pt idx="95155">
                  <c:v>2</c:v>
                </c:pt>
                <c:pt idx="95156">
                  <c:v>1</c:v>
                </c:pt>
                <c:pt idx="95157">
                  <c:v>2</c:v>
                </c:pt>
                <c:pt idx="95158">
                  <c:v>1</c:v>
                </c:pt>
                <c:pt idx="95159">
                  <c:v>1</c:v>
                </c:pt>
                <c:pt idx="95160">
                  <c:v>2</c:v>
                </c:pt>
                <c:pt idx="95161">
                  <c:v>2</c:v>
                </c:pt>
                <c:pt idx="95162">
                  <c:v>1</c:v>
                </c:pt>
                <c:pt idx="95163">
                  <c:v>1</c:v>
                </c:pt>
                <c:pt idx="95164">
                  <c:v>1</c:v>
                </c:pt>
                <c:pt idx="95165">
                  <c:v>3</c:v>
                </c:pt>
                <c:pt idx="95166">
                  <c:v>1</c:v>
                </c:pt>
                <c:pt idx="95167">
                  <c:v>1</c:v>
                </c:pt>
                <c:pt idx="95168">
                  <c:v>1</c:v>
                </c:pt>
                <c:pt idx="95169">
                  <c:v>1</c:v>
                </c:pt>
                <c:pt idx="95170">
                  <c:v>3</c:v>
                </c:pt>
                <c:pt idx="95171">
                  <c:v>1</c:v>
                </c:pt>
                <c:pt idx="95172">
                  <c:v>2</c:v>
                </c:pt>
                <c:pt idx="95173">
                  <c:v>1</c:v>
                </c:pt>
                <c:pt idx="95174">
                  <c:v>1</c:v>
                </c:pt>
                <c:pt idx="95175">
                  <c:v>3</c:v>
                </c:pt>
                <c:pt idx="95176">
                  <c:v>2</c:v>
                </c:pt>
                <c:pt idx="95177">
                  <c:v>1</c:v>
                </c:pt>
                <c:pt idx="95178">
                  <c:v>1</c:v>
                </c:pt>
                <c:pt idx="95179">
                  <c:v>2</c:v>
                </c:pt>
                <c:pt idx="95180">
                  <c:v>3</c:v>
                </c:pt>
                <c:pt idx="95181">
                  <c:v>2</c:v>
                </c:pt>
                <c:pt idx="95182">
                  <c:v>3</c:v>
                </c:pt>
                <c:pt idx="95183">
                  <c:v>3</c:v>
                </c:pt>
                <c:pt idx="95184">
                  <c:v>3</c:v>
                </c:pt>
                <c:pt idx="95185">
                  <c:v>3</c:v>
                </c:pt>
                <c:pt idx="95186">
                  <c:v>3</c:v>
                </c:pt>
                <c:pt idx="95187">
                  <c:v>2</c:v>
                </c:pt>
                <c:pt idx="95188">
                  <c:v>3</c:v>
                </c:pt>
                <c:pt idx="95189">
                  <c:v>2</c:v>
                </c:pt>
                <c:pt idx="95190">
                  <c:v>3</c:v>
                </c:pt>
                <c:pt idx="95191">
                  <c:v>4</c:v>
                </c:pt>
                <c:pt idx="95192">
                  <c:v>2</c:v>
                </c:pt>
                <c:pt idx="95193">
                  <c:v>3</c:v>
                </c:pt>
                <c:pt idx="95194">
                  <c:v>3</c:v>
                </c:pt>
                <c:pt idx="95195">
                  <c:v>2</c:v>
                </c:pt>
                <c:pt idx="95196">
                  <c:v>1</c:v>
                </c:pt>
                <c:pt idx="95197">
                  <c:v>3</c:v>
                </c:pt>
                <c:pt idx="95198">
                  <c:v>2</c:v>
                </c:pt>
                <c:pt idx="95199">
                  <c:v>1</c:v>
                </c:pt>
                <c:pt idx="95200">
                  <c:v>2</c:v>
                </c:pt>
                <c:pt idx="95201">
                  <c:v>3</c:v>
                </c:pt>
                <c:pt idx="95202">
                  <c:v>2</c:v>
                </c:pt>
                <c:pt idx="95203">
                  <c:v>3</c:v>
                </c:pt>
                <c:pt idx="95204">
                  <c:v>1</c:v>
                </c:pt>
                <c:pt idx="95205">
                  <c:v>8</c:v>
                </c:pt>
                <c:pt idx="95206">
                  <c:v>3</c:v>
                </c:pt>
                <c:pt idx="95207">
                  <c:v>0</c:v>
                </c:pt>
                <c:pt idx="95208">
                  <c:v>4</c:v>
                </c:pt>
                <c:pt idx="95209">
                  <c:v>3</c:v>
                </c:pt>
                <c:pt idx="95210">
                  <c:v>3</c:v>
                </c:pt>
                <c:pt idx="95211">
                  <c:v>3</c:v>
                </c:pt>
                <c:pt idx="95212">
                  <c:v>2</c:v>
                </c:pt>
                <c:pt idx="95213">
                  <c:v>5</c:v>
                </c:pt>
                <c:pt idx="95214">
                  <c:v>5</c:v>
                </c:pt>
                <c:pt idx="95215">
                  <c:v>2</c:v>
                </c:pt>
                <c:pt idx="95216">
                  <c:v>5</c:v>
                </c:pt>
                <c:pt idx="95217">
                  <c:v>10</c:v>
                </c:pt>
                <c:pt idx="95218">
                  <c:v>4</c:v>
                </c:pt>
                <c:pt idx="95219">
                  <c:v>4</c:v>
                </c:pt>
                <c:pt idx="95220">
                  <c:v>3</c:v>
                </c:pt>
                <c:pt idx="95221">
                  <c:v>10</c:v>
                </c:pt>
                <c:pt idx="95222">
                  <c:v>4</c:v>
                </c:pt>
                <c:pt idx="95223">
                  <c:v>3</c:v>
                </c:pt>
                <c:pt idx="95224">
                  <c:v>2</c:v>
                </c:pt>
                <c:pt idx="95225">
                  <c:v>2</c:v>
                </c:pt>
                <c:pt idx="95226">
                  <c:v>4</c:v>
                </c:pt>
                <c:pt idx="95227">
                  <c:v>4</c:v>
                </c:pt>
                <c:pt idx="95228">
                  <c:v>2</c:v>
                </c:pt>
                <c:pt idx="95229">
                  <c:v>3</c:v>
                </c:pt>
                <c:pt idx="95230">
                  <c:v>0</c:v>
                </c:pt>
                <c:pt idx="95231">
                  <c:v>2</c:v>
                </c:pt>
                <c:pt idx="95232">
                  <c:v>1</c:v>
                </c:pt>
                <c:pt idx="95233">
                  <c:v>1</c:v>
                </c:pt>
                <c:pt idx="95234">
                  <c:v>1</c:v>
                </c:pt>
                <c:pt idx="95235">
                  <c:v>1</c:v>
                </c:pt>
                <c:pt idx="95236">
                  <c:v>3</c:v>
                </c:pt>
                <c:pt idx="95237">
                  <c:v>5</c:v>
                </c:pt>
                <c:pt idx="95238">
                  <c:v>1</c:v>
                </c:pt>
                <c:pt idx="95239">
                  <c:v>4</c:v>
                </c:pt>
                <c:pt idx="95240">
                  <c:v>5</c:v>
                </c:pt>
                <c:pt idx="95241">
                  <c:v>1</c:v>
                </c:pt>
                <c:pt idx="95242">
                  <c:v>3</c:v>
                </c:pt>
                <c:pt idx="95243">
                  <c:v>3</c:v>
                </c:pt>
                <c:pt idx="95244">
                  <c:v>3</c:v>
                </c:pt>
                <c:pt idx="95245">
                  <c:v>1</c:v>
                </c:pt>
                <c:pt idx="95246">
                  <c:v>3</c:v>
                </c:pt>
                <c:pt idx="95247">
                  <c:v>3</c:v>
                </c:pt>
                <c:pt idx="95248">
                  <c:v>2</c:v>
                </c:pt>
                <c:pt idx="95249">
                  <c:v>5</c:v>
                </c:pt>
                <c:pt idx="95250">
                  <c:v>0</c:v>
                </c:pt>
                <c:pt idx="95251">
                  <c:v>2</c:v>
                </c:pt>
                <c:pt idx="95252">
                  <c:v>2</c:v>
                </c:pt>
                <c:pt idx="95253">
                  <c:v>2</c:v>
                </c:pt>
                <c:pt idx="95254">
                  <c:v>3</c:v>
                </c:pt>
                <c:pt idx="95255">
                  <c:v>3</c:v>
                </c:pt>
                <c:pt idx="95256">
                  <c:v>3</c:v>
                </c:pt>
                <c:pt idx="95257">
                  <c:v>4</c:v>
                </c:pt>
                <c:pt idx="95258">
                  <c:v>5</c:v>
                </c:pt>
                <c:pt idx="95259">
                  <c:v>1</c:v>
                </c:pt>
                <c:pt idx="95260">
                  <c:v>2</c:v>
                </c:pt>
                <c:pt idx="95261">
                  <c:v>3</c:v>
                </c:pt>
                <c:pt idx="95262">
                  <c:v>3</c:v>
                </c:pt>
                <c:pt idx="95263">
                  <c:v>3</c:v>
                </c:pt>
                <c:pt idx="95264">
                  <c:v>3</c:v>
                </c:pt>
                <c:pt idx="95265">
                  <c:v>3</c:v>
                </c:pt>
                <c:pt idx="95266">
                  <c:v>5</c:v>
                </c:pt>
                <c:pt idx="95267">
                  <c:v>1</c:v>
                </c:pt>
                <c:pt idx="95268">
                  <c:v>1</c:v>
                </c:pt>
                <c:pt idx="95269">
                  <c:v>1</c:v>
                </c:pt>
                <c:pt idx="95270">
                  <c:v>1</c:v>
                </c:pt>
                <c:pt idx="95271">
                  <c:v>0</c:v>
                </c:pt>
                <c:pt idx="95272">
                  <c:v>9</c:v>
                </c:pt>
                <c:pt idx="95273">
                  <c:v>5</c:v>
                </c:pt>
                <c:pt idx="95274">
                  <c:v>14</c:v>
                </c:pt>
                <c:pt idx="95275">
                  <c:v>2</c:v>
                </c:pt>
                <c:pt idx="95276">
                  <c:v>4</c:v>
                </c:pt>
                <c:pt idx="95277">
                  <c:v>4</c:v>
                </c:pt>
                <c:pt idx="95278">
                  <c:v>1</c:v>
                </c:pt>
                <c:pt idx="95279">
                  <c:v>1</c:v>
                </c:pt>
                <c:pt idx="95280">
                  <c:v>2</c:v>
                </c:pt>
                <c:pt idx="95281">
                  <c:v>1</c:v>
                </c:pt>
                <c:pt idx="95282">
                  <c:v>1</c:v>
                </c:pt>
                <c:pt idx="95283">
                  <c:v>1</c:v>
                </c:pt>
                <c:pt idx="95284">
                  <c:v>1</c:v>
                </c:pt>
                <c:pt idx="95285">
                  <c:v>1</c:v>
                </c:pt>
                <c:pt idx="95286">
                  <c:v>7</c:v>
                </c:pt>
                <c:pt idx="95287">
                  <c:v>4</c:v>
                </c:pt>
                <c:pt idx="95288">
                  <c:v>3</c:v>
                </c:pt>
                <c:pt idx="95289">
                  <c:v>2</c:v>
                </c:pt>
                <c:pt idx="95290">
                  <c:v>5</c:v>
                </c:pt>
                <c:pt idx="95291">
                  <c:v>5</c:v>
                </c:pt>
                <c:pt idx="95292">
                  <c:v>3</c:v>
                </c:pt>
                <c:pt idx="95293">
                  <c:v>2</c:v>
                </c:pt>
                <c:pt idx="95294">
                  <c:v>1</c:v>
                </c:pt>
                <c:pt idx="95295">
                  <c:v>2</c:v>
                </c:pt>
                <c:pt idx="95296">
                  <c:v>1</c:v>
                </c:pt>
                <c:pt idx="95297">
                  <c:v>1</c:v>
                </c:pt>
                <c:pt idx="95298">
                  <c:v>4</c:v>
                </c:pt>
                <c:pt idx="95299">
                  <c:v>4</c:v>
                </c:pt>
                <c:pt idx="95300">
                  <c:v>4</c:v>
                </c:pt>
                <c:pt idx="95301">
                  <c:v>-4</c:v>
                </c:pt>
                <c:pt idx="95302">
                  <c:v>4</c:v>
                </c:pt>
                <c:pt idx="95303">
                  <c:v>1</c:v>
                </c:pt>
                <c:pt idx="95304">
                  <c:v>2</c:v>
                </c:pt>
                <c:pt idx="95305">
                  <c:v>5</c:v>
                </c:pt>
                <c:pt idx="95306">
                  <c:v>2</c:v>
                </c:pt>
                <c:pt idx="95307">
                  <c:v>7</c:v>
                </c:pt>
                <c:pt idx="95308">
                  <c:v>4</c:v>
                </c:pt>
                <c:pt idx="95309">
                  <c:v>4</c:v>
                </c:pt>
                <c:pt idx="95310">
                  <c:v>5</c:v>
                </c:pt>
                <c:pt idx="95311">
                  <c:v>10</c:v>
                </c:pt>
                <c:pt idx="95312">
                  <c:v>6</c:v>
                </c:pt>
                <c:pt idx="95313">
                  <c:v>5</c:v>
                </c:pt>
                <c:pt idx="95314">
                  <c:v>5</c:v>
                </c:pt>
                <c:pt idx="95315">
                  <c:v>8</c:v>
                </c:pt>
                <c:pt idx="95316">
                  <c:v>3</c:v>
                </c:pt>
                <c:pt idx="95317">
                  <c:v>4</c:v>
                </c:pt>
                <c:pt idx="95318">
                  <c:v>5</c:v>
                </c:pt>
                <c:pt idx="95319">
                  <c:v>2</c:v>
                </c:pt>
                <c:pt idx="95320">
                  <c:v>1</c:v>
                </c:pt>
                <c:pt idx="95321">
                  <c:v>2</c:v>
                </c:pt>
                <c:pt idx="95322">
                  <c:v>1</c:v>
                </c:pt>
                <c:pt idx="95323">
                  <c:v>2</c:v>
                </c:pt>
                <c:pt idx="95324">
                  <c:v>2</c:v>
                </c:pt>
                <c:pt idx="95325">
                  <c:v>3</c:v>
                </c:pt>
                <c:pt idx="95326">
                  <c:v>4</c:v>
                </c:pt>
                <c:pt idx="95327">
                  <c:v>2</c:v>
                </c:pt>
                <c:pt idx="95328">
                  <c:v>3</c:v>
                </c:pt>
                <c:pt idx="95329">
                  <c:v>3</c:v>
                </c:pt>
                <c:pt idx="95330">
                  <c:v>3</c:v>
                </c:pt>
                <c:pt idx="95331">
                  <c:v>2</c:v>
                </c:pt>
                <c:pt idx="95332">
                  <c:v>3</c:v>
                </c:pt>
                <c:pt idx="95333">
                  <c:v>1</c:v>
                </c:pt>
                <c:pt idx="95334">
                  <c:v>1</c:v>
                </c:pt>
                <c:pt idx="95335">
                  <c:v>2</c:v>
                </c:pt>
                <c:pt idx="95336">
                  <c:v>4</c:v>
                </c:pt>
                <c:pt idx="95337">
                  <c:v>2</c:v>
                </c:pt>
                <c:pt idx="95338">
                  <c:v>2</c:v>
                </c:pt>
                <c:pt idx="95339">
                  <c:v>1</c:v>
                </c:pt>
                <c:pt idx="95340">
                  <c:v>8</c:v>
                </c:pt>
                <c:pt idx="95341">
                  <c:v>4</c:v>
                </c:pt>
                <c:pt idx="95342">
                  <c:v>5</c:v>
                </c:pt>
                <c:pt idx="95343">
                  <c:v>2</c:v>
                </c:pt>
                <c:pt idx="95344">
                  <c:v>1</c:v>
                </c:pt>
                <c:pt idx="95345">
                  <c:v>1</c:v>
                </c:pt>
                <c:pt idx="95346">
                  <c:v>2</c:v>
                </c:pt>
                <c:pt idx="95347">
                  <c:v>2</c:v>
                </c:pt>
                <c:pt idx="95348">
                  <c:v>4</c:v>
                </c:pt>
                <c:pt idx="95349">
                  <c:v>3</c:v>
                </c:pt>
                <c:pt idx="95350">
                  <c:v>2</c:v>
                </c:pt>
                <c:pt idx="95351">
                  <c:v>1</c:v>
                </c:pt>
                <c:pt idx="95352">
                  <c:v>2</c:v>
                </c:pt>
                <c:pt idx="95353">
                  <c:v>3</c:v>
                </c:pt>
                <c:pt idx="95354">
                  <c:v>2</c:v>
                </c:pt>
                <c:pt idx="95355">
                  <c:v>3</c:v>
                </c:pt>
                <c:pt idx="95356">
                  <c:v>2</c:v>
                </c:pt>
                <c:pt idx="95357">
                  <c:v>3</c:v>
                </c:pt>
                <c:pt idx="95358">
                  <c:v>6</c:v>
                </c:pt>
                <c:pt idx="95359">
                  <c:v>2</c:v>
                </c:pt>
                <c:pt idx="95360">
                  <c:v>2</c:v>
                </c:pt>
                <c:pt idx="95361">
                  <c:v>3</c:v>
                </c:pt>
                <c:pt idx="95362">
                  <c:v>6</c:v>
                </c:pt>
                <c:pt idx="95363">
                  <c:v>2</c:v>
                </c:pt>
                <c:pt idx="95364">
                  <c:v>3</c:v>
                </c:pt>
                <c:pt idx="95365">
                  <c:v>2</c:v>
                </c:pt>
                <c:pt idx="95366">
                  <c:v>3</c:v>
                </c:pt>
                <c:pt idx="95367">
                  <c:v>2</c:v>
                </c:pt>
                <c:pt idx="95368">
                  <c:v>3</c:v>
                </c:pt>
                <c:pt idx="95369">
                  <c:v>3</c:v>
                </c:pt>
                <c:pt idx="95370">
                  <c:v>5</c:v>
                </c:pt>
                <c:pt idx="95371">
                  <c:v>6</c:v>
                </c:pt>
                <c:pt idx="95372">
                  <c:v>4</c:v>
                </c:pt>
                <c:pt idx="95373">
                  <c:v>3</c:v>
                </c:pt>
                <c:pt idx="95374">
                  <c:v>10</c:v>
                </c:pt>
                <c:pt idx="95375">
                  <c:v>5</c:v>
                </c:pt>
                <c:pt idx="95376">
                  <c:v>5</c:v>
                </c:pt>
                <c:pt idx="95377">
                  <c:v>4</c:v>
                </c:pt>
                <c:pt idx="95378">
                  <c:v>6</c:v>
                </c:pt>
                <c:pt idx="95379">
                  <c:v>2</c:v>
                </c:pt>
                <c:pt idx="95380">
                  <c:v>2</c:v>
                </c:pt>
                <c:pt idx="95381">
                  <c:v>2</c:v>
                </c:pt>
                <c:pt idx="95382">
                  <c:v>4</c:v>
                </c:pt>
                <c:pt idx="95383">
                  <c:v>3</c:v>
                </c:pt>
                <c:pt idx="95384">
                  <c:v>2</c:v>
                </c:pt>
                <c:pt idx="95385">
                  <c:v>2</c:v>
                </c:pt>
                <c:pt idx="95386">
                  <c:v>2</c:v>
                </c:pt>
                <c:pt idx="95387">
                  <c:v>1</c:v>
                </c:pt>
                <c:pt idx="95388">
                  <c:v>12</c:v>
                </c:pt>
                <c:pt idx="95389">
                  <c:v>3</c:v>
                </c:pt>
                <c:pt idx="95390">
                  <c:v>5</c:v>
                </c:pt>
                <c:pt idx="95391">
                  <c:v>5</c:v>
                </c:pt>
                <c:pt idx="95392">
                  <c:v>3</c:v>
                </c:pt>
                <c:pt idx="95393">
                  <c:v>-5</c:v>
                </c:pt>
                <c:pt idx="95394">
                  <c:v>1</c:v>
                </c:pt>
                <c:pt idx="95395">
                  <c:v>2</c:v>
                </c:pt>
                <c:pt idx="95396">
                  <c:v>1</c:v>
                </c:pt>
                <c:pt idx="95397">
                  <c:v>2</c:v>
                </c:pt>
                <c:pt idx="95398">
                  <c:v>4</c:v>
                </c:pt>
                <c:pt idx="95399">
                  <c:v>4</c:v>
                </c:pt>
                <c:pt idx="95400">
                  <c:v>4</c:v>
                </c:pt>
                <c:pt idx="95401">
                  <c:v>2</c:v>
                </c:pt>
                <c:pt idx="95402">
                  <c:v>2</c:v>
                </c:pt>
                <c:pt idx="95403">
                  <c:v>2</c:v>
                </c:pt>
                <c:pt idx="95404">
                  <c:v>4</c:v>
                </c:pt>
                <c:pt idx="95405">
                  <c:v>5</c:v>
                </c:pt>
                <c:pt idx="95406">
                  <c:v>5</c:v>
                </c:pt>
                <c:pt idx="95407">
                  <c:v>3</c:v>
                </c:pt>
                <c:pt idx="95408">
                  <c:v>3</c:v>
                </c:pt>
                <c:pt idx="95409">
                  <c:v>5</c:v>
                </c:pt>
                <c:pt idx="95410">
                  <c:v>5</c:v>
                </c:pt>
                <c:pt idx="95411">
                  <c:v>3</c:v>
                </c:pt>
                <c:pt idx="95412">
                  <c:v>5</c:v>
                </c:pt>
                <c:pt idx="95413">
                  <c:v>3</c:v>
                </c:pt>
                <c:pt idx="95414">
                  <c:v>3</c:v>
                </c:pt>
                <c:pt idx="95415">
                  <c:v>2</c:v>
                </c:pt>
                <c:pt idx="95416">
                  <c:v>3</c:v>
                </c:pt>
                <c:pt idx="95417">
                  <c:v>2</c:v>
                </c:pt>
                <c:pt idx="95418">
                  <c:v>2</c:v>
                </c:pt>
                <c:pt idx="95419">
                  <c:v>8</c:v>
                </c:pt>
                <c:pt idx="95420">
                  <c:v>13</c:v>
                </c:pt>
                <c:pt idx="95421">
                  <c:v>8</c:v>
                </c:pt>
                <c:pt idx="95422">
                  <c:v>4</c:v>
                </c:pt>
                <c:pt idx="95423">
                  <c:v>4</c:v>
                </c:pt>
                <c:pt idx="95424">
                  <c:v>4</c:v>
                </c:pt>
                <c:pt idx="95425">
                  <c:v>2</c:v>
                </c:pt>
                <c:pt idx="95426">
                  <c:v>8</c:v>
                </c:pt>
                <c:pt idx="95427">
                  <c:v>2</c:v>
                </c:pt>
                <c:pt idx="95428">
                  <c:v>4</c:v>
                </c:pt>
                <c:pt idx="95429">
                  <c:v>4</c:v>
                </c:pt>
                <c:pt idx="95430">
                  <c:v>1</c:v>
                </c:pt>
                <c:pt idx="95431">
                  <c:v>10</c:v>
                </c:pt>
                <c:pt idx="95432">
                  <c:v>1</c:v>
                </c:pt>
                <c:pt idx="95433">
                  <c:v>2</c:v>
                </c:pt>
                <c:pt idx="95434">
                  <c:v>1</c:v>
                </c:pt>
                <c:pt idx="95435">
                  <c:v>8</c:v>
                </c:pt>
                <c:pt idx="95436">
                  <c:v>7</c:v>
                </c:pt>
                <c:pt idx="95437">
                  <c:v>1</c:v>
                </c:pt>
                <c:pt idx="95438">
                  <c:v>1</c:v>
                </c:pt>
                <c:pt idx="95439">
                  <c:v>2</c:v>
                </c:pt>
                <c:pt idx="95440">
                  <c:v>3</c:v>
                </c:pt>
                <c:pt idx="95441">
                  <c:v>2</c:v>
                </c:pt>
                <c:pt idx="95442">
                  <c:v>3</c:v>
                </c:pt>
                <c:pt idx="95443">
                  <c:v>3</c:v>
                </c:pt>
                <c:pt idx="95444">
                  <c:v>2</c:v>
                </c:pt>
                <c:pt idx="95445">
                  <c:v>3</c:v>
                </c:pt>
                <c:pt idx="95446">
                  <c:v>3</c:v>
                </c:pt>
                <c:pt idx="95447">
                  <c:v>3</c:v>
                </c:pt>
                <c:pt idx="95448">
                  <c:v>2</c:v>
                </c:pt>
                <c:pt idx="95449">
                  <c:v>2</c:v>
                </c:pt>
                <c:pt idx="95450">
                  <c:v>2</c:v>
                </c:pt>
                <c:pt idx="95451">
                  <c:v>2</c:v>
                </c:pt>
                <c:pt idx="95452">
                  <c:v>3</c:v>
                </c:pt>
                <c:pt idx="95453">
                  <c:v>3</c:v>
                </c:pt>
                <c:pt idx="95454">
                  <c:v>3</c:v>
                </c:pt>
                <c:pt idx="95455">
                  <c:v>3</c:v>
                </c:pt>
                <c:pt idx="95456">
                  <c:v>1</c:v>
                </c:pt>
                <c:pt idx="95457">
                  <c:v>3</c:v>
                </c:pt>
                <c:pt idx="95458">
                  <c:v>2</c:v>
                </c:pt>
                <c:pt idx="95459">
                  <c:v>1</c:v>
                </c:pt>
                <c:pt idx="95460">
                  <c:v>3</c:v>
                </c:pt>
                <c:pt idx="95461">
                  <c:v>4</c:v>
                </c:pt>
                <c:pt idx="95462">
                  <c:v>3</c:v>
                </c:pt>
                <c:pt idx="95463">
                  <c:v>5</c:v>
                </c:pt>
                <c:pt idx="95464">
                  <c:v>3</c:v>
                </c:pt>
                <c:pt idx="95465">
                  <c:v>2</c:v>
                </c:pt>
                <c:pt idx="95466">
                  <c:v>1</c:v>
                </c:pt>
                <c:pt idx="95467">
                  <c:v>3</c:v>
                </c:pt>
                <c:pt idx="95468">
                  <c:v>1</c:v>
                </c:pt>
                <c:pt idx="95469">
                  <c:v>1</c:v>
                </c:pt>
                <c:pt idx="95470">
                  <c:v>9</c:v>
                </c:pt>
                <c:pt idx="95471">
                  <c:v>1</c:v>
                </c:pt>
                <c:pt idx="95472">
                  <c:v>1</c:v>
                </c:pt>
                <c:pt idx="95473">
                  <c:v>4</c:v>
                </c:pt>
                <c:pt idx="95474">
                  <c:v>5</c:v>
                </c:pt>
                <c:pt idx="95475">
                  <c:v>1</c:v>
                </c:pt>
                <c:pt idx="95476">
                  <c:v>3</c:v>
                </c:pt>
                <c:pt idx="95477">
                  <c:v>5</c:v>
                </c:pt>
                <c:pt idx="95478">
                  <c:v>4</c:v>
                </c:pt>
                <c:pt idx="95479">
                  <c:v>5</c:v>
                </c:pt>
                <c:pt idx="95480">
                  <c:v>6</c:v>
                </c:pt>
                <c:pt idx="95481">
                  <c:v>2</c:v>
                </c:pt>
                <c:pt idx="95482">
                  <c:v>2</c:v>
                </c:pt>
                <c:pt idx="95483">
                  <c:v>3</c:v>
                </c:pt>
                <c:pt idx="95484">
                  <c:v>6</c:v>
                </c:pt>
                <c:pt idx="95485">
                  <c:v>2</c:v>
                </c:pt>
                <c:pt idx="95486">
                  <c:v>3</c:v>
                </c:pt>
                <c:pt idx="95487">
                  <c:v>1</c:v>
                </c:pt>
                <c:pt idx="95488">
                  <c:v>4</c:v>
                </c:pt>
                <c:pt idx="95489">
                  <c:v>3</c:v>
                </c:pt>
                <c:pt idx="95490">
                  <c:v>3</c:v>
                </c:pt>
                <c:pt idx="95491">
                  <c:v>4</c:v>
                </c:pt>
                <c:pt idx="95492">
                  <c:v>5</c:v>
                </c:pt>
                <c:pt idx="95493">
                  <c:v>8</c:v>
                </c:pt>
                <c:pt idx="95494">
                  <c:v>2</c:v>
                </c:pt>
                <c:pt idx="95495">
                  <c:v>5</c:v>
                </c:pt>
                <c:pt idx="95496">
                  <c:v>3</c:v>
                </c:pt>
                <c:pt idx="95497">
                  <c:v>2</c:v>
                </c:pt>
                <c:pt idx="95498">
                  <c:v>3</c:v>
                </c:pt>
                <c:pt idx="95499">
                  <c:v>3</c:v>
                </c:pt>
                <c:pt idx="95500">
                  <c:v>2</c:v>
                </c:pt>
                <c:pt idx="95501">
                  <c:v>2</c:v>
                </c:pt>
                <c:pt idx="95502">
                  <c:v>2</c:v>
                </c:pt>
                <c:pt idx="95503">
                  <c:v>2</c:v>
                </c:pt>
                <c:pt idx="95504">
                  <c:v>3</c:v>
                </c:pt>
                <c:pt idx="95505">
                  <c:v>2</c:v>
                </c:pt>
                <c:pt idx="95506">
                  <c:v>2</c:v>
                </c:pt>
                <c:pt idx="95507">
                  <c:v>4</c:v>
                </c:pt>
                <c:pt idx="95508">
                  <c:v>3</c:v>
                </c:pt>
                <c:pt idx="95509">
                  <c:v>5</c:v>
                </c:pt>
                <c:pt idx="95510">
                  <c:v>3</c:v>
                </c:pt>
                <c:pt idx="95511">
                  <c:v>5</c:v>
                </c:pt>
                <c:pt idx="95512">
                  <c:v>3</c:v>
                </c:pt>
                <c:pt idx="95513">
                  <c:v>3</c:v>
                </c:pt>
                <c:pt idx="95514">
                  <c:v>1</c:v>
                </c:pt>
                <c:pt idx="95515">
                  <c:v>1</c:v>
                </c:pt>
                <c:pt idx="95516">
                  <c:v>1</c:v>
                </c:pt>
                <c:pt idx="95517">
                  <c:v>1</c:v>
                </c:pt>
                <c:pt idx="95518">
                  <c:v>1</c:v>
                </c:pt>
                <c:pt idx="95519">
                  <c:v>1</c:v>
                </c:pt>
                <c:pt idx="95520">
                  <c:v>1</c:v>
                </c:pt>
                <c:pt idx="95521">
                  <c:v>2</c:v>
                </c:pt>
                <c:pt idx="95522">
                  <c:v>3</c:v>
                </c:pt>
                <c:pt idx="95523">
                  <c:v>2</c:v>
                </c:pt>
                <c:pt idx="95524">
                  <c:v>4</c:v>
                </c:pt>
                <c:pt idx="95525">
                  <c:v>3</c:v>
                </c:pt>
                <c:pt idx="95526">
                  <c:v>2</c:v>
                </c:pt>
                <c:pt idx="95527">
                  <c:v>1</c:v>
                </c:pt>
                <c:pt idx="95528">
                  <c:v>1</c:v>
                </c:pt>
                <c:pt idx="95529">
                  <c:v>2</c:v>
                </c:pt>
                <c:pt idx="95530">
                  <c:v>3</c:v>
                </c:pt>
                <c:pt idx="95531">
                  <c:v>3</c:v>
                </c:pt>
                <c:pt idx="95532">
                  <c:v>3</c:v>
                </c:pt>
                <c:pt idx="95533">
                  <c:v>6</c:v>
                </c:pt>
                <c:pt idx="95534">
                  <c:v>15</c:v>
                </c:pt>
                <c:pt idx="95535">
                  <c:v>2</c:v>
                </c:pt>
                <c:pt idx="95536">
                  <c:v>5</c:v>
                </c:pt>
                <c:pt idx="95537">
                  <c:v>1</c:v>
                </c:pt>
                <c:pt idx="95538">
                  <c:v>2</c:v>
                </c:pt>
                <c:pt idx="95539">
                  <c:v>1</c:v>
                </c:pt>
                <c:pt idx="95540">
                  <c:v>2</c:v>
                </c:pt>
                <c:pt idx="95541">
                  <c:v>1</c:v>
                </c:pt>
                <c:pt idx="95542">
                  <c:v>2</c:v>
                </c:pt>
                <c:pt idx="95543">
                  <c:v>2</c:v>
                </c:pt>
                <c:pt idx="95544">
                  <c:v>5</c:v>
                </c:pt>
                <c:pt idx="95545">
                  <c:v>20</c:v>
                </c:pt>
                <c:pt idx="95546">
                  <c:v>4</c:v>
                </c:pt>
                <c:pt idx="95547">
                  <c:v>4</c:v>
                </c:pt>
                <c:pt idx="95548">
                  <c:v>2</c:v>
                </c:pt>
                <c:pt idx="95549">
                  <c:v>2</c:v>
                </c:pt>
                <c:pt idx="95550">
                  <c:v>2</c:v>
                </c:pt>
                <c:pt idx="95551">
                  <c:v>3</c:v>
                </c:pt>
                <c:pt idx="95552">
                  <c:v>3</c:v>
                </c:pt>
                <c:pt idx="95553">
                  <c:v>1</c:v>
                </c:pt>
                <c:pt idx="95554">
                  <c:v>1</c:v>
                </c:pt>
                <c:pt idx="95555">
                  <c:v>2</c:v>
                </c:pt>
                <c:pt idx="95556">
                  <c:v>2</c:v>
                </c:pt>
                <c:pt idx="95557">
                  <c:v>2</c:v>
                </c:pt>
                <c:pt idx="95558">
                  <c:v>2</c:v>
                </c:pt>
                <c:pt idx="95559">
                  <c:v>2</c:v>
                </c:pt>
                <c:pt idx="95560">
                  <c:v>2</c:v>
                </c:pt>
                <c:pt idx="95561">
                  <c:v>2</c:v>
                </c:pt>
                <c:pt idx="95562">
                  <c:v>2</c:v>
                </c:pt>
                <c:pt idx="95563">
                  <c:v>2</c:v>
                </c:pt>
                <c:pt idx="95564">
                  <c:v>5</c:v>
                </c:pt>
                <c:pt idx="95565">
                  <c:v>2</c:v>
                </c:pt>
                <c:pt idx="95566">
                  <c:v>5</c:v>
                </c:pt>
                <c:pt idx="95567">
                  <c:v>2</c:v>
                </c:pt>
                <c:pt idx="95568">
                  <c:v>4</c:v>
                </c:pt>
                <c:pt idx="95569">
                  <c:v>4</c:v>
                </c:pt>
                <c:pt idx="95570">
                  <c:v>3</c:v>
                </c:pt>
                <c:pt idx="95571">
                  <c:v>4</c:v>
                </c:pt>
                <c:pt idx="95572">
                  <c:v>2</c:v>
                </c:pt>
                <c:pt idx="95573">
                  <c:v>1</c:v>
                </c:pt>
                <c:pt idx="95574">
                  <c:v>4</c:v>
                </c:pt>
                <c:pt idx="95575">
                  <c:v>2</c:v>
                </c:pt>
                <c:pt idx="95576">
                  <c:v>3</c:v>
                </c:pt>
                <c:pt idx="95577">
                  <c:v>1</c:v>
                </c:pt>
                <c:pt idx="95578">
                  <c:v>1</c:v>
                </c:pt>
                <c:pt idx="95579">
                  <c:v>2</c:v>
                </c:pt>
                <c:pt idx="95580">
                  <c:v>1</c:v>
                </c:pt>
                <c:pt idx="95581">
                  <c:v>3</c:v>
                </c:pt>
                <c:pt idx="95582">
                  <c:v>1</c:v>
                </c:pt>
                <c:pt idx="95583">
                  <c:v>1</c:v>
                </c:pt>
                <c:pt idx="95584">
                  <c:v>1</c:v>
                </c:pt>
                <c:pt idx="95585">
                  <c:v>3</c:v>
                </c:pt>
                <c:pt idx="95586">
                  <c:v>2</c:v>
                </c:pt>
                <c:pt idx="95587">
                  <c:v>2</c:v>
                </c:pt>
                <c:pt idx="95588">
                  <c:v>2</c:v>
                </c:pt>
                <c:pt idx="95589">
                  <c:v>1</c:v>
                </c:pt>
                <c:pt idx="95590">
                  <c:v>1</c:v>
                </c:pt>
                <c:pt idx="95591">
                  <c:v>1</c:v>
                </c:pt>
                <c:pt idx="95592">
                  <c:v>3</c:v>
                </c:pt>
                <c:pt idx="95593">
                  <c:v>2</c:v>
                </c:pt>
                <c:pt idx="95594">
                  <c:v>1</c:v>
                </c:pt>
                <c:pt idx="95595">
                  <c:v>2</c:v>
                </c:pt>
                <c:pt idx="95596">
                  <c:v>3</c:v>
                </c:pt>
                <c:pt idx="95597">
                  <c:v>1</c:v>
                </c:pt>
                <c:pt idx="95598">
                  <c:v>2</c:v>
                </c:pt>
                <c:pt idx="95599">
                  <c:v>5</c:v>
                </c:pt>
                <c:pt idx="95600">
                  <c:v>4</c:v>
                </c:pt>
                <c:pt idx="95601">
                  <c:v>2</c:v>
                </c:pt>
                <c:pt idx="95602">
                  <c:v>5</c:v>
                </c:pt>
                <c:pt idx="95603">
                  <c:v>2</c:v>
                </c:pt>
                <c:pt idx="95604">
                  <c:v>5</c:v>
                </c:pt>
                <c:pt idx="95605">
                  <c:v>4</c:v>
                </c:pt>
                <c:pt idx="95606">
                  <c:v>2</c:v>
                </c:pt>
                <c:pt idx="95607">
                  <c:v>2</c:v>
                </c:pt>
                <c:pt idx="95608">
                  <c:v>2</c:v>
                </c:pt>
                <c:pt idx="95609">
                  <c:v>5</c:v>
                </c:pt>
                <c:pt idx="95610">
                  <c:v>5</c:v>
                </c:pt>
                <c:pt idx="95611">
                  <c:v>5</c:v>
                </c:pt>
                <c:pt idx="95612">
                  <c:v>4</c:v>
                </c:pt>
                <c:pt idx="95613">
                  <c:v>4</c:v>
                </c:pt>
                <c:pt idx="95614">
                  <c:v>3</c:v>
                </c:pt>
                <c:pt idx="95615">
                  <c:v>6</c:v>
                </c:pt>
                <c:pt idx="95616">
                  <c:v>8</c:v>
                </c:pt>
                <c:pt idx="95617">
                  <c:v>3</c:v>
                </c:pt>
                <c:pt idx="95618">
                  <c:v>9</c:v>
                </c:pt>
                <c:pt idx="95619">
                  <c:v>2</c:v>
                </c:pt>
                <c:pt idx="95620">
                  <c:v>3</c:v>
                </c:pt>
                <c:pt idx="95621">
                  <c:v>2</c:v>
                </c:pt>
                <c:pt idx="95622">
                  <c:v>1</c:v>
                </c:pt>
                <c:pt idx="95623">
                  <c:v>1</c:v>
                </c:pt>
                <c:pt idx="95624">
                  <c:v>2</c:v>
                </c:pt>
                <c:pt idx="95625">
                  <c:v>2</c:v>
                </c:pt>
                <c:pt idx="95626">
                  <c:v>2</c:v>
                </c:pt>
                <c:pt idx="95627">
                  <c:v>2</c:v>
                </c:pt>
                <c:pt idx="95628">
                  <c:v>2</c:v>
                </c:pt>
                <c:pt idx="95629">
                  <c:v>2</c:v>
                </c:pt>
                <c:pt idx="95630">
                  <c:v>2</c:v>
                </c:pt>
                <c:pt idx="95631">
                  <c:v>2</c:v>
                </c:pt>
                <c:pt idx="95632">
                  <c:v>1</c:v>
                </c:pt>
                <c:pt idx="95633">
                  <c:v>3</c:v>
                </c:pt>
                <c:pt idx="95634">
                  <c:v>3</c:v>
                </c:pt>
                <c:pt idx="95635">
                  <c:v>3</c:v>
                </c:pt>
                <c:pt idx="95636">
                  <c:v>2</c:v>
                </c:pt>
                <c:pt idx="95637">
                  <c:v>2</c:v>
                </c:pt>
                <c:pt idx="95638">
                  <c:v>2</c:v>
                </c:pt>
                <c:pt idx="95639">
                  <c:v>0</c:v>
                </c:pt>
                <c:pt idx="95640">
                  <c:v>2</c:v>
                </c:pt>
                <c:pt idx="95641">
                  <c:v>2</c:v>
                </c:pt>
                <c:pt idx="95642">
                  <c:v>1</c:v>
                </c:pt>
                <c:pt idx="95643">
                  <c:v>1</c:v>
                </c:pt>
                <c:pt idx="95644">
                  <c:v>1</c:v>
                </c:pt>
                <c:pt idx="95645">
                  <c:v>1</c:v>
                </c:pt>
                <c:pt idx="95646">
                  <c:v>1</c:v>
                </c:pt>
                <c:pt idx="95647">
                  <c:v>1</c:v>
                </c:pt>
                <c:pt idx="95648">
                  <c:v>3</c:v>
                </c:pt>
                <c:pt idx="95649">
                  <c:v>1</c:v>
                </c:pt>
                <c:pt idx="95650">
                  <c:v>5</c:v>
                </c:pt>
                <c:pt idx="95651">
                  <c:v>1</c:v>
                </c:pt>
                <c:pt idx="95652">
                  <c:v>3</c:v>
                </c:pt>
                <c:pt idx="95653">
                  <c:v>2</c:v>
                </c:pt>
                <c:pt idx="95654">
                  <c:v>-1</c:v>
                </c:pt>
                <c:pt idx="95655">
                  <c:v>5</c:v>
                </c:pt>
                <c:pt idx="95656">
                  <c:v>5</c:v>
                </c:pt>
                <c:pt idx="95657">
                  <c:v>3</c:v>
                </c:pt>
                <c:pt idx="95658">
                  <c:v>5</c:v>
                </c:pt>
                <c:pt idx="95659">
                  <c:v>3</c:v>
                </c:pt>
                <c:pt idx="95660">
                  <c:v>1</c:v>
                </c:pt>
                <c:pt idx="95661">
                  <c:v>1</c:v>
                </c:pt>
                <c:pt idx="95662">
                  <c:v>1</c:v>
                </c:pt>
                <c:pt idx="95663">
                  <c:v>3</c:v>
                </c:pt>
                <c:pt idx="95664">
                  <c:v>3</c:v>
                </c:pt>
                <c:pt idx="95665">
                  <c:v>2</c:v>
                </c:pt>
                <c:pt idx="95666">
                  <c:v>3</c:v>
                </c:pt>
                <c:pt idx="95667">
                  <c:v>4</c:v>
                </c:pt>
                <c:pt idx="95668">
                  <c:v>1</c:v>
                </c:pt>
                <c:pt idx="95669">
                  <c:v>10</c:v>
                </c:pt>
                <c:pt idx="95670">
                  <c:v>5</c:v>
                </c:pt>
                <c:pt idx="95671">
                  <c:v>2</c:v>
                </c:pt>
                <c:pt idx="95672">
                  <c:v>2</c:v>
                </c:pt>
                <c:pt idx="95673">
                  <c:v>2</c:v>
                </c:pt>
                <c:pt idx="95674">
                  <c:v>3</c:v>
                </c:pt>
                <c:pt idx="95675">
                  <c:v>2</c:v>
                </c:pt>
                <c:pt idx="95676">
                  <c:v>3</c:v>
                </c:pt>
                <c:pt idx="95677">
                  <c:v>2</c:v>
                </c:pt>
                <c:pt idx="95678">
                  <c:v>3</c:v>
                </c:pt>
                <c:pt idx="95679">
                  <c:v>3</c:v>
                </c:pt>
                <c:pt idx="95680">
                  <c:v>2</c:v>
                </c:pt>
                <c:pt idx="95681">
                  <c:v>1</c:v>
                </c:pt>
                <c:pt idx="95682">
                  <c:v>2</c:v>
                </c:pt>
                <c:pt idx="95683">
                  <c:v>4</c:v>
                </c:pt>
                <c:pt idx="95684">
                  <c:v>2</c:v>
                </c:pt>
                <c:pt idx="95685">
                  <c:v>4</c:v>
                </c:pt>
                <c:pt idx="95686">
                  <c:v>2</c:v>
                </c:pt>
                <c:pt idx="95687">
                  <c:v>3</c:v>
                </c:pt>
                <c:pt idx="95688">
                  <c:v>4</c:v>
                </c:pt>
                <c:pt idx="95689">
                  <c:v>2</c:v>
                </c:pt>
                <c:pt idx="95690">
                  <c:v>2</c:v>
                </c:pt>
                <c:pt idx="95691">
                  <c:v>2</c:v>
                </c:pt>
                <c:pt idx="95692">
                  <c:v>2</c:v>
                </c:pt>
                <c:pt idx="95693">
                  <c:v>5</c:v>
                </c:pt>
                <c:pt idx="95694">
                  <c:v>4</c:v>
                </c:pt>
                <c:pt idx="95695">
                  <c:v>5</c:v>
                </c:pt>
                <c:pt idx="95696">
                  <c:v>5</c:v>
                </c:pt>
                <c:pt idx="95697">
                  <c:v>5</c:v>
                </c:pt>
                <c:pt idx="95698">
                  <c:v>3</c:v>
                </c:pt>
                <c:pt idx="95699">
                  <c:v>20</c:v>
                </c:pt>
                <c:pt idx="95700">
                  <c:v>5</c:v>
                </c:pt>
                <c:pt idx="95701">
                  <c:v>1</c:v>
                </c:pt>
                <c:pt idx="95702">
                  <c:v>1</c:v>
                </c:pt>
                <c:pt idx="95703">
                  <c:v>3</c:v>
                </c:pt>
                <c:pt idx="95704">
                  <c:v>3</c:v>
                </c:pt>
                <c:pt idx="95705">
                  <c:v>3</c:v>
                </c:pt>
                <c:pt idx="95706">
                  <c:v>4</c:v>
                </c:pt>
                <c:pt idx="95707">
                  <c:v>2</c:v>
                </c:pt>
                <c:pt idx="95708">
                  <c:v>3</c:v>
                </c:pt>
                <c:pt idx="95709">
                  <c:v>2</c:v>
                </c:pt>
                <c:pt idx="95710">
                  <c:v>2</c:v>
                </c:pt>
                <c:pt idx="95711">
                  <c:v>1</c:v>
                </c:pt>
                <c:pt idx="95712">
                  <c:v>1</c:v>
                </c:pt>
                <c:pt idx="95713">
                  <c:v>1</c:v>
                </c:pt>
                <c:pt idx="95714">
                  <c:v>1</c:v>
                </c:pt>
                <c:pt idx="95715">
                  <c:v>8</c:v>
                </c:pt>
                <c:pt idx="95716">
                  <c:v>5</c:v>
                </c:pt>
                <c:pt idx="95717">
                  <c:v>5</c:v>
                </c:pt>
                <c:pt idx="95718">
                  <c:v>4</c:v>
                </c:pt>
                <c:pt idx="95719">
                  <c:v>1</c:v>
                </c:pt>
                <c:pt idx="95720">
                  <c:v>1</c:v>
                </c:pt>
                <c:pt idx="95721">
                  <c:v>4</c:v>
                </c:pt>
                <c:pt idx="95722">
                  <c:v>4</c:v>
                </c:pt>
                <c:pt idx="95723">
                  <c:v>3</c:v>
                </c:pt>
                <c:pt idx="95724">
                  <c:v>4</c:v>
                </c:pt>
                <c:pt idx="95725">
                  <c:v>4</c:v>
                </c:pt>
                <c:pt idx="95726">
                  <c:v>9</c:v>
                </c:pt>
                <c:pt idx="95727">
                  <c:v>3</c:v>
                </c:pt>
                <c:pt idx="95728">
                  <c:v>2</c:v>
                </c:pt>
                <c:pt idx="95729">
                  <c:v>2</c:v>
                </c:pt>
                <c:pt idx="95730">
                  <c:v>2</c:v>
                </c:pt>
                <c:pt idx="95731">
                  <c:v>3</c:v>
                </c:pt>
                <c:pt idx="95732">
                  <c:v>2</c:v>
                </c:pt>
                <c:pt idx="95733">
                  <c:v>4</c:v>
                </c:pt>
                <c:pt idx="95734">
                  <c:v>1</c:v>
                </c:pt>
                <c:pt idx="95735">
                  <c:v>2</c:v>
                </c:pt>
                <c:pt idx="95736">
                  <c:v>4</c:v>
                </c:pt>
                <c:pt idx="95737">
                  <c:v>4</c:v>
                </c:pt>
                <c:pt idx="95738">
                  <c:v>3</c:v>
                </c:pt>
                <c:pt idx="95739">
                  <c:v>2</c:v>
                </c:pt>
                <c:pt idx="95740">
                  <c:v>2</c:v>
                </c:pt>
                <c:pt idx="95741">
                  <c:v>2</c:v>
                </c:pt>
                <c:pt idx="95742">
                  <c:v>4</c:v>
                </c:pt>
                <c:pt idx="95743">
                  <c:v>3</c:v>
                </c:pt>
                <c:pt idx="95744">
                  <c:v>4</c:v>
                </c:pt>
                <c:pt idx="95745">
                  <c:v>3</c:v>
                </c:pt>
                <c:pt idx="95746">
                  <c:v>5</c:v>
                </c:pt>
                <c:pt idx="95747">
                  <c:v>3</c:v>
                </c:pt>
                <c:pt idx="95748">
                  <c:v>2</c:v>
                </c:pt>
                <c:pt idx="95749">
                  <c:v>2</c:v>
                </c:pt>
                <c:pt idx="95750">
                  <c:v>3</c:v>
                </c:pt>
                <c:pt idx="95751">
                  <c:v>2</c:v>
                </c:pt>
                <c:pt idx="95752">
                  <c:v>1</c:v>
                </c:pt>
                <c:pt idx="95753">
                  <c:v>5</c:v>
                </c:pt>
                <c:pt idx="95754">
                  <c:v>5</c:v>
                </c:pt>
                <c:pt idx="95755">
                  <c:v>3</c:v>
                </c:pt>
                <c:pt idx="95756">
                  <c:v>2</c:v>
                </c:pt>
                <c:pt idx="95757">
                  <c:v>1</c:v>
                </c:pt>
                <c:pt idx="95758">
                  <c:v>2</c:v>
                </c:pt>
                <c:pt idx="95759">
                  <c:v>2</c:v>
                </c:pt>
                <c:pt idx="95760">
                  <c:v>2</c:v>
                </c:pt>
                <c:pt idx="95761">
                  <c:v>2</c:v>
                </c:pt>
                <c:pt idx="95762">
                  <c:v>2</c:v>
                </c:pt>
                <c:pt idx="95763">
                  <c:v>2</c:v>
                </c:pt>
                <c:pt idx="95764">
                  <c:v>2</c:v>
                </c:pt>
                <c:pt idx="95765">
                  <c:v>2</c:v>
                </c:pt>
                <c:pt idx="95766">
                  <c:v>10</c:v>
                </c:pt>
                <c:pt idx="95767">
                  <c:v>20</c:v>
                </c:pt>
                <c:pt idx="95768">
                  <c:v>2</c:v>
                </c:pt>
                <c:pt idx="95769">
                  <c:v>2</c:v>
                </c:pt>
                <c:pt idx="95770">
                  <c:v>4</c:v>
                </c:pt>
                <c:pt idx="95771">
                  <c:v>5</c:v>
                </c:pt>
                <c:pt idx="95772">
                  <c:v>1</c:v>
                </c:pt>
                <c:pt idx="95773">
                  <c:v>3</c:v>
                </c:pt>
                <c:pt idx="95774">
                  <c:v>4</c:v>
                </c:pt>
                <c:pt idx="95775">
                  <c:v>3</c:v>
                </c:pt>
                <c:pt idx="95776">
                  <c:v>6</c:v>
                </c:pt>
                <c:pt idx="95777">
                  <c:v>5</c:v>
                </c:pt>
                <c:pt idx="95778">
                  <c:v>2</c:v>
                </c:pt>
                <c:pt idx="95779">
                  <c:v>4</c:v>
                </c:pt>
                <c:pt idx="95780">
                  <c:v>2</c:v>
                </c:pt>
                <c:pt idx="95781">
                  <c:v>2</c:v>
                </c:pt>
                <c:pt idx="95782">
                  <c:v>3</c:v>
                </c:pt>
                <c:pt idx="95783">
                  <c:v>1</c:v>
                </c:pt>
                <c:pt idx="95784">
                  <c:v>2</c:v>
                </c:pt>
                <c:pt idx="95785">
                  <c:v>2</c:v>
                </c:pt>
                <c:pt idx="95786">
                  <c:v>3</c:v>
                </c:pt>
                <c:pt idx="95787">
                  <c:v>1</c:v>
                </c:pt>
                <c:pt idx="95788">
                  <c:v>4</c:v>
                </c:pt>
                <c:pt idx="95789">
                  <c:v>7</c:v>
                </c:pt>
                <c:pt idx="95790">
                  <c:v>1</c:v>
                </c:pt>
                <c:pt idx="95791">
                  <c:v>1</c:v>
                </c:pt>
                <c:pt idx="95792">
                  <c:v>3</c:v>
                </c:pt>
                <c:pt idx="95793">
                  <c:v>2</c:v>
                </c:pt>
                <c:pt idx="95794">
                  <c:v>4</c:v>
                </c:pt>
                <c:pt idx="95795">
                  <c:v>1</c:v>
                </c:pt>
                <c:pt idx="95796">
                  <c:v>3</c:v>
                </c:pt>
                <c:pt idx="95797">
                  <c:v>1</c:v>
                </c:pt>
                <c:pt idx="95798">
                  <c:v>3</c:v>
                </c:pt>
                <c:pt idx="95799">
                  <c:v>4</c:v>
                </c:pt>
                <c:pt idx="95800">
                  <c:v>2</c:v>
                </c:pt>
                <c:pt idx="95801">
                  <c:v>3</c:v>
                </c:pt>
                <c:pt idx="95802">
                  <c:v>2</c:v>
                </c:pt>
                <c:pt idx="95803">
                  <c:v>3</c:v>
                </c:pt>
                <c:pt idx="95804">
                  <c:v>3</c:v>
                </c:pt>
                <c:pt idx="95805">
                  <c:v>3</c:v>
                </c:pt>
                <c:pt idx="95806">
                  <c:v>4</c:v>
                </c:pt>
                <c:pt idx="95807">
                  <c:v>8</c:v>
                </c:pt>
                <c:pt idx="95808">
                  <c:v>6</c:v>
                </c:pt>
                <c:pt idx="95809">
                  <c:v>2</c:v>
                </c:pt>
                <c:pt idx="95810">
                  <c:v>6</c:v>
                </c:pt>
                <c:pt idx="95811">
                  <c:v>4</c:v>
                </c:pt>
                <c:pt idx="95812">
                  <c:v>3</c:v>
                </c:pt>
                <c:pt idx="95813">
                  <c:v>2</c:v>
                </c:pt>
                <c:pt idx="95814">
                  <c:v>1</c:v>
                </c:pt>
                <c:pt idx="95815">
                  <c:v>3</c:v>
                </c:pt>
                <c:pt idx="95816">
                  <c:v>1</c:v>
                </c:pt>
                <c:pt idx="95817">
                  <c:v>3</c:v>
                </c:pt>
                <c:pt idx="95818">
                  <c:v>1</c:v>
                </c:pt>
                <c:pt idx="95819">
                  <c:v>3</c:v>
                </c:pt>
                <c:pt idx="95820">
                  <c:v>3</c:v>
                </c:pt>
                <c:pt idx="95821">
                  <c:v>2</c:v>
                </c:pt>
                <c:pt idx="95822">
                  <c:v>2</c:v>
                </c:pt>
                <c:pt idx="95823">
                  <c:v>1</c:v>
                </c:pt>
                <c:pt idx="95824">
                  <c:v>3</c:v>
                </c:pt>
                <c:pt idx="95825">
                  <c:v>1</c:v>
                </c:pt>
                <c:pt idx="95826">
                  <c:v>1</c:v>
                </c:pt>
                <c:pt idx="95827">
                  <c:v>2</c:v>
                </c:pt>
                <c:pt idx="95828">
                  <c:v>2</c:v>
                </c:pt>
                <c:pt idx="95829">
                  <c:v>2</c:v>
                </c:pt>
                <c:pt idx="95830">
                  <c:v>2</c:v>
                </c:pt>
                <c:pt idx="95831">
                  <c:v>3</c:v>
                </c:pt>
                <c:pt idx="95832">
                  <c:v>2</c:v>
                </c:pt>
                <c:pt idx="95833">
                  <c:v>2</c:v>
                </c:pt>
                <c:pt idx="95834">
                  <c:v>1</c:v>
                </c:pt>
                <c:pt idx="95835">
                  <c:v>2</c:v>
                </c:pt>
                <c:pt idx="95836">
                  <c:v>3</c:v>
                </c:pt>
                <c:pt idx="95837">
                  <c:v>2</c:v>
                </c:pt>
                <c:pt idx="95838">
                  <c:v>1</c:v>
                </c:pt>
                <c:pt idx="95839">
                  <c:v>1</c:v>
                </c:pt>
                <c:pt idx="95840">
                  <c:v>1</c:v>
                </c:pt>
                <c:pt idx="95841">
                  <c:v>2</c:v>
                </c:pt>
                <c:pt idx="95842">
                  <c:v>5</c:v>
                </c:pt>
                <c:pt idx="95843">
                  <c:v>4</c:v>
                </c:pt>
                <c:pt idx="95844">
                  <c:v>4</c:v>
                </c:pt>
                <c:pt idx="95845">
                  <c:v>2</c:v>
                </c:pt>
                <c:pt idx="95846">
                  <c:v>3</c:v>
                </c:pt>
                <c:pt idx="95847">
                  <c:v>2</c:v>
                </c:pt>
                <c:pt idx="95848">
                  <c:v>4</c:v>
                </c:pt>
                <c:pt idx="95849">
                  <c:v>2</c:v>
                </c:pt>
                <c:pt idx="95850">
                  <c:v>2</c:v>
                </c:pt>
                <c:pt idx="95851">
                  <c:v>2</c:v>
                </c:pt>
                <c:pt idx="95852">
                  <c:v>2</c:v>
                </c:pt>
                <c:pt idx="95853">
                  <c:v>2</c:v>
                </c:pt>
                <c:pt idx="95854">
                  <c:v>2</c:v>
                </c:pt>
                <c:pt idx="95855">
                  <c:v>2</c:v>
                </c:pt>
                <c:pt idx="95856">
                  <c:v>2</c:v>
                </c:pt>
                <c:pt idx="95857">
                  <c:v>3</c:v>
                </c:pt>
                <c:pt idx="95858">
                  <c:v>3</c:v>
                </c:pt>
                <c:pt idx="95859">
                  <c:v>2</c:v>
                </c:pt>
                <c:pt idx="95860">
                  <c:v>4</c:v>
                </c:pt>
                <c:pt idx="95861">
                  <c:v>3</c:v>
                </c:pt>
                <c:pt idx="95862">
                  <c:v>5</c:v>
                </c:pt>
                <c:pt idx="95863">
                  <c:v>4</c:v>
                </c:pt>
                <c:pt idx="95864">
                  <c:v>4</c:v>
                </c:pt>
                <c:pt idx="95865">
                  <c:v>3</c:v>
                </c:pt>
                <c:pt idx="95866">
                  <c:v>1</c:v>
                </c:pt>
                <c:pt idx="95867">
                  <c:v>2</c:v>
                </c:pt>
                <c:pt idx="95868">
                  <c:v>2</c:v>
                </c:pt>
                <c:pt idx="95869">
                  <c:v>2</c:v>
                </c:pt>
                <c:pt idx="95870">
                  <c:v>2</c:v>
                </c:pt>
                <c:pt idx="95871">
                  <c:v>2</c:v>
                </c:pt>
                <c:pt idx="95872">
                  <c:v>2</c:v>
                </c:pt>
                <c:pt idx="95873">
                  <c:v>2</c:v>
                </c:pt>
                <c:pt idx="95874">
                  <c:v>2</c:v>
                </c:pt>
                <c:pt idx="95875">
                  <c:v>2</c:v>
                </c:pt>
                <c:pt idx="95876">
                  <c:v>2</c:v>
                </c:pt>
                <c:pt idx="95877">
                  <c:v>3</c:v>
                </c:pt>
                <c:pt idx="95878">
                  <c:v>2</c:v>
                </c:pt>
                <c:pt idx="95879">
                  <c:v>2</c:v>
                </c:pt>
                <c:pt idx="95880">
                  <c:v>2</c:v>
                </c:pt>
                <c:pt idx="95881">
                  <c:v>2</c:v>
                </c:pt>
                <c:pt idx="95882">
                  <c:v>2</c:v>
                </c:pt>
                <c:pt idx="95883">
                  <c:v>4</c:v>
                </c:pt>
                <c:pt idx="95884">
                  <c:v>4</c:v>
                </c:pt>
                <c:pt idx="95885">
                  <c:v>2</c:v>
                </c:pt>
                <c:pt idx="95886">
                  <c:v>3</c:v>
                </c:pt>
                <c:pt idx="95887">
                  <c:v>2</c:v>
                </c:pt>
                <c:pt idx="95888">
                  <c:v>5</c:v>
                </c:pt>
                <c:pt idx="95889">
                  <c:v>5</c:v>
                </c:pt>
                <c:pt idx="95890">
                  <c:v>2</c:v>
                </c:pt>
                <c:pt idx="95891">
                  <c:v>8</c:v>
                </c:pt>
                <c:pt idx="95892">
                  <c:v>1</c:v>
                </c:pt>
                <c:pt idx="95893">
                  <c:v>3</c:v>
                </c:pt>
                <c:pt idx="95894">
                  <c:v>3</c:v>
                </c:pt>
                <c:pt idx="95895">
                  <c:v>3</c:v>
                </c:pt>
                <c:pt idx="95896">
                  <c:v>4</c:v>
                </c:pt>
                <c:pt idx="95897">
                  <c:v>2</c:v>
                </c:pt>
                <c:pt idx="95898">
                  <c:v>4</c:v>
                </c:pt>
                <c:pt idx="95899">
                  <c:v>3</c:v>
                </c:pt>
                <c:pt idx="95900">
                  <c:v>3</c:v>
                </c:pt>
                <c:pt idx="95901">
                  <c:v>3</c:v>
                </c:pt>
                <c:pt idx="95902">
                  <c:v>2</c:v>
                </c:pt>
                <c:pt idx="95903">
                  <c:v>3</c:v>
                </c:pt>
                <c:pt idx="95904">
                  <c:v>4</c:v>
                </c:pt>
                <c:pt idx="95905">
                  <c:v>3</c:v>
                </c:pt>
                <c:pt idx="95906">
                  <c:v>3</c:v>
                </c:pt>
                <c:pt idx="95907">
                  <c:v>2</c:v>
                </c:pt>
                <c:pt idx="95908">
                  <c:v>2</c:v>
                </c:pt>
                <c:pt idx="95909">
                  <c:v>2</c:v>
                </c:pt>
                <c:pt idx="95910">
                  <c:v>2</c:v>
                </c:pt>
                <c:pt idx="95911">
                  <c:v>2</c:v>
                </c:pt>
                <c:pt idx="95912">
                  <c:v>3</c:v>
                </c:pt>
                <c:pt idx="95913">
                  <c:v>2</c:v>
                </c:pt>
                <c:pt idx="95914">
                  <c:v>2</c:v>
                </c:pt>
                <c:pt idx="95915">
                  <c:v>2</c:v>
                </c:pt>
                <c:pt idx="95916">
                  <c:v>3</c:v>
                </c:pt>
                <c:pt idx="95917">
                  <c:v>4</c:v>
                </c:pt>
                <c:pt idx="95918">
                  <c:v>2</c:v>
                </c:pt>
                <c:pt idx="95919">
                  <c:v>3</c:v>
                </c:pt>
                <c:pt idx="95920">
                  <c:v>4</c:v>
                </c:pt>
                <c:pt idx="95921">
                  <c:v>1</c:v>
                </c:pt>
                <c:pt idx="95922">
                  <c:v>2</c:v>
                </c:pt>
                <c:pt idx="95923">
                  <c:v>1</c:v>
                </c:pt>
                <c:pt idx="95924">
                  <c:v>1</c:v>
                </c:pt>
                <c:pt idx="95925">
                  <c:v>1</c:v>
                </c:pt>
                <c:pt idx="95926">
                  <c:v>1</c:v>
                </c:pt>
                <c:pt idx="95927">
                  <c:v>8</c:v>
                </c:pt>
                <c:pt idx="95928">
                  <c:v>6</c:v>
                </c:pt>
                <c:pt idx="95929">
                  <c:v>5</c:v>
                </c:pt>
                <c:pt idx="95930">
                  <c:v>1</c:v>
                </c:pt>
                <c:pt idx="95931">
                  <c:v>-1</c:v>
                </c:pt>
                <c:pt idx="95932">
                  <c:v>3</c:v>
                </c:pt>
                <c:pt idx="95933">
                  <c:v>3</c:v>
                </c:pt>
                <c:pt idx="95934">
                  <c:v>3</c:v>
                </c:pt>
                <c:pt idx="95935">
                  <c:v>2</c:v>
                </c:pt>
                <c:pt idx="95936">
                  <c:v>1</c:v>
                </c:pt>
                <c:pt idx="95937">
                  <c:v>2</c:v>
                </c:pt>
                <c:pt idx="95938">
                  <c:v>2</c:v>
                </c:pt>
                <c:pt idx="95939">
                  <c:v>3</c:v>
                </c:pt>
                <c:pt idx="95940">
                  <c:v>2</c:v>
                </c:pt>
                <c:pt idx="95941">
                  <c:v>3</c:v>
                </c:pt>
                <c:pt idx="95942">
                  <c:v>3</c:v>
                </c:pt>
                <c:pt idx="95943">
                  <c:v>8</c:v>
                </c:pt>
                <c:pt idx="95944">
                  <c:v>3</c:v>
                </c:pt>
                <c:pt idx="95945">
                  <c:v>3</c:v>
                </c:pt>
                <c:pt idx="95946">
                  <c:v>3</c:v>
                </c:pt>
                <c:pt idx="95947">
                  <c:v>3</c:v>
                </c:pt>
                <c:pt idx="95948">
                  <c:v>2</c:v>
                </c:pt>
                <c:pt idx="95949">
                  <c:v>1</c:v>
                </c:pt>
                <c:pt idx="95950">
                  <c:v>1</c:v>
                </c:pt>
                <c:pt idx="95951">
                  <c:v>1</c:v>
                </c:pt>
                <c:pt idx="95952">
                  <c:v>3</c:v>
                </c:pt>
                <c:pt idx="95953">
                  <c:v>3</c:v>
                </c:pt>
                <c:pt idx="95954">
                  <c:v>3</c:v>
                </c:pt>
                <c:pt idx="95955">
                  <c:v>3</c:v>
                </c:pt>
                <c:pt idx="95956">
                  <c:v>4</c:v>
                </c:pt>
                <c:pt idx="95957">
                  <c:v>3</c:v>
                </c:pt>
                <c:pt idx="95958">
                  <c:v>2</c:v>
                </c:pt>
                <c:pt idx="95959">
                  <c:v>5</c:v>
                </c:pt>
                <c:pt idx="95960">
                  <c:v>2</c:v>
                </c:pt>
                <c:pt idx="95961">
                  <c:v>3</c:v>
                </c:pt>
                <c:pt idx="95962">
                  <c:v>4</c:v>
                </c:pt>
                <c:pt idx="95963">
                  <c:v>3</c:v>
                </c:pt>
                <c:pt idx="95964">
                  <c:v>4</c:v>
                </c:pt>
                <c:pt idx="95965">
                  <c:v>3</c:v>
                </c:pt>
                <c:pt idx="95966">
                  <c:v>1</c:v>
                </c:pt>
                <c:pt idx="95967">
                  <c:v>1</c:v>
                </c:pt>
                <c:pt idx="95968">
                  <c:v>2</c:v>
                </c:pt>
                <c:pt idx="95969">
                  <c:v>5</c:v>
                </c:pt>
                <c:pt idx="95970">
                  <c:v>2</c:v>
                </c:pt>
                <c:pt idx="95971">
                  <c:v>2</c:v>
                </c:pt>
                <c:pt idx="95972">
                  <c:v>3</c:v>
                </c:pt>
                <c:pt idx="95973">
                  <c:v>4</c:v>
                </c:pt>
                <c:pt idx="95974">
                  <c:v>3</c:v>
                </c:pt>
                <c:pt idx="95975">
                  <c:v>2</c:v>
                </c:pt>
                <c:pt idx="95976">
                  <c:v>3</c:v>
                </c:pt>
                <c:pt idx="95977">
                  <c:v>3</c:v>
                </c:pt>
                <c:pt idx="95978">
                  <c:v>3</c:v>
                </c:pt>
                <c:pt idx="95979">
                  <c:v>1</c:v>
                </c:pt>
                <c:pt idx="95980">
                  <c:v>2</c:v>
                </c:pt>
                <c:pt idx="95981">
                  <c:v>5</c:v>
                </c:pt>
                <c:pt idx="95982">
                  <c:v>2</c:v>
                </c:pt>
                <c:pt idx="95983">
                  <c:v>3</c:v>
                </c:pt>
                <c:pt idx="95984">
                  <c:v>1</c:v>
                </c:pt>
                <c:pt idx="95985">
                  <c:v>4</c:v>
                </c:pt>
                <c:pt idx="95986">
                  <c:v>4</c:v>
                </c:pt>
                <c:pt idx="95987">
                  <c:v>6</c:v>
                </c:pt>
                <c:pt idx="95988">
                  <c:v>2</c:v>
                </c:pt>
                <c:pt idx="95989">
                  <c:v>1</c:v>
                </c:pt>
                <c:pt idx="95990">
                  <c:v>2</c:v>
                </c:pt>
                <c:pt idx="95991">
                  <c:v>2</c:v>
                </c:pt>
                <c:pt idx="95992">
                  <c:v>2</c:v>
                </c:pt>
                <c:pt idx="95993">
                  <c:v>3</c:v>
                </c:pt>
                <c:pt idx="95994">
                  <c:v>1</c:v>
                </c:pt>
                <c:pt idx="95995">
                  <c:v>1</c:v>
                </c:pt>
                <c:pt idx="95996">
                  <c:v>1</c:v>
                </c:pt>
                <c:pt idx="95997">
                  <c:v>2</c:v>
                </c:pt>
                <c:pt idx="95998">
                  <c:v>7</c:v>
                </c:pt>
                <c:pt idx="95999">
                  <c:v>2</c:v>
                </c:pt>
                <c:pt idx="96000">
                  <c:v>2</c:v>
                </c:pt>
                <c:pt idx="96001">
                  <c:v>2</c:v>
                </c:pt>
                <c:pt idx="96002">
                  <c:v>2</c:v>
                </c:pt>
                <c:pt idx="96003">
                  <c:v>14</c:v>
                </c:pt>
                <c:pt idx="96004">
                  <c:v>-3</c:v>
                </c:pt>
                <c:pt idx="96005">
                  <c:v>2</c:v>
                </c:pt>
                <c:pt idx="96006">
                  <c:v>3</c:v>
                </c:pt>
                <c:pt idx="96007">
                  <c:v>3</c:v>
                </c:pt>
                <c:pt idx="96008">
                  <c:v>3</c:v>
                </c:pt>
                <c:pt idx="96009">
                  <c:v>2</c:v>
                </c:pt>
                <c:pt idx="96010">
                  <c:v>2</c:v>
                </c:pt>
                <c:pt idx="96011">
                  <c:v>5</c:v>
                </c:pt>
                <c:pt idx="96012">
                  <c:v>5</c:v>
                </c:pt>
                <c:pt idx="96013">
                  <c:v>4</c:v>
                </c:pt>
                <c:pt idx="96014">
                  <c:v>5</c:v>
                </c:pt>
                <c:pt idx="96015">
                  <c:v>10</c:v>
                </c:pt>
                <c:pt idx="96016">
                  <c:v>10</c:v>
                </c:pt>
                <c:pt idx="96017">
                  <c:v>2</c:v>
                </c:pt>
                <c:pt idx="96018">
                  <c:v>1</c:v>
                </c:pt>
                <c:pt idx="96019">
                  <c:v>5</c:v>
                </c:pt>
                <c:pt idx="96020">
                  <c:v>3</c:v>
                </c:pt>
                <c:pt idx="96021">
                  <c:v>6</c:v>
                </c:pt>
                <c:pt idx="96022">
                  <c:v>5</c:v>
                </c:pt>
                <c:pt idx="96023">
                  <c:v>6</c:v>
                </c:pt>
                <c:pt idx="96024">
                  <c:v>2</c:v>
                </c:pt>
                <c:pt idx="96025">
                  <c:v>4</c:v>
                </c:pt>
                <c:pt idx="96026">
                  <c:v>2</c:v>
                </c:pt>
                <c:pt idx="96027">
                  <c:v>2</c:v>
                </c:pt>
                <c:pt idx="96028">
                  <c:v>3</c:v>
                </c:pt>
                <c:pt idx="96029">
                  <c:v>2</c:v>
                </c:pt>
                <c:pt idx="96030">
                  <c:v>5</c:v>
                </c:pt>
                <c:pt idx="96031">
                  <c:v>8</c:v>
                </c:pt>
                <c:pt idx="96032">
                  <c:v>1</c:v>
                </c:pt>
                <c:pt idx="96033">
                  <c:v>2</c:v>
                </c:pt>
                <c:pt idx="96034">
                  <c:v>3</c:v>
                </c:pt>
                <c:pt idx="96035">
                  <c:v>1</c:v>
                </c:pt>
                <c:pt idx="96036">
                  <c:v>2</c:v>
                </c:pt>
                <c:pt idx="96037">
                  <c:v>3</c:v>
                </c:pt>
                <c:pt idx="96038">
                  <c:v>4</c:v>
                </c:pt>
                <c:pt idx="96039">
                  <c:v>2</c:v>
                </c:pt>
                <c:pt idx="96040">
                  <c:v>1</c:v>
                </c:pt>
                <c:pt idx="96041">
                  <c:v>1</c:v>
                </c:pt>
                <c:pt idx="96042">
                  <c:v>2</c:v>
                </c:pt>
                <c:pt idx="96043">
                  <c:v>3</c:v>
                </c:pt>
                <c:pt idx="96044">
                  <c:v>2</c:v>
                </c:pt>
                <c:pt idx="96045">
                  <c:v>1</c:v>
                </c:pt>
                <c:pt idx="96046">
                  <c:v>2</c:v>
                </c:pt>
                <c:pt idx="96047">
                  <c:v>2</c:v>
                </c:pt>
                <c:pt idx="96048">
                  <c:v>6</c:v>
                </c:pt>
                <c:pt idx="96049">
                  <c:v>1</c:v>
                </c:pt>
                <c:pt idx="96050">
                  <c:v>2</c:v>
                </c:pt>
                <c:pt idx="96051">
                  <c:v>4</c:v>
                </c:pt>
                <c:pt idx="96052">
                  <c:v>2</c:v>
                </c:pt>
                <c:pt idx="96053">
                  <c:v>2</c:v>
                </c:pt>
                <c:pt idx="96054">
                  <c:v>2</c:v>
                </c:pt>
                <c:pt idx="96055">
                  <c:v>4</c:v>
                </c:pt>
                <c:pt idx="96056">
                  <c:v>3</c:v>
                </c:pt>
                <c:pt idx="96057">
                  <c:v>3</c:v>
                </c:pt>
                <c:pt idx="96058">
                  <c:v>3</c:v>
                </c:pt>
                <c:pt idx="96059">
                  <c:v>2</c:v>
                </c:pt>
                <c:pt idx="96060">
                  <c:v>1</c:v>
                </c:pt>
                <c:pt idx="96061">
                  <c:v>1</c:v>
                </c:pt>
                <c:pt idx="96062">
                  <c:v>1</c:v>
                </c:pt>
                <c:pt idx="96063">
                  <c:v>1</c:v>
                </c:pt>
                <c:pt idx="96064">
                  <c:v>5</c:v>
                </c:pt>
                <c:pt idx="96065">
                  <c:v>5</c:v>
                </c:pt>
                <c:pt idx="96066">
                  <c:v>1</c:v>
                </c:pt>
                <c:pt idx="96067">
                  <c:v>4</c:v>
                </c:pt>
                <c:pt idx="96068">
                  <c:v>3</c:v>
                </c:pt>
                <c:pt idx="96069">
                  <c:v>3</c:v>
                </c:pt>
                <c:pt idx="96070">
                  <c:v>1</c:v>
                </c:pt>
                <c:pt idx="96071">
                  <c:v>1</c:v>
                </c:pt>
                <c:pt idx="96072">
                  <c:v>2</c:v>
                </c:pt>
                <c:pt idx="96073">
                  <c:v>2</c:v>
                </c:pt>
                <c:pt idx="96074">
                  <c:v>2</c:v>
                </c:pt>
                <c:pt idx="96075">
                  <c:v>2</c:v>
                </c:pt>
                <c:pt idx="96076">
                  <c:v>2</c:v>
                </c:pt>
                <c:pt idx="96077">
                  <c:v>2</c:v>
                </c:pt>
                <c:pt idx="96078">
                  <c:v>3</c:v>
                </c:pt>
                <c:pt idx="96079">
                  <c:v>3</c:v>
                </c:pt>
                <c:pt idx="96080">
                  <c:v>3</c:v>
                </c:pt>
                <c:pt idx="96081">
                  <c:v>2</c:v>
                </c:pt>
                <c:pt idx="96082">
                  <c:v>1</c:v>
                </c:pt>
                <c:pt idx="96083">
                  <c:v>3</c:v>
                </c:pt>
                <c:pt idx="96084">
                  <c:v>1</c:v>
                </c:pt>
                <c:pt idx="96085">
                  <c:v>3</c:v>
                </c:pt>
                <c:pt idx="96086">
                  <c:v>3</c:v>
                </c:pt>
                <c:pt idx="96087">
                  <c:v>4</c:v>
                </c:pt>
                <c:pt idx="96088">
                  <c:v>4</c:v>
                </c:pt>
                <c:pt idx="96089">
                  <c:v>1</c:v>
                </c:pt>
                <c:pt idx="96090">
                  <c:v>2</c:v>
                </c:pt>
                <c:pt idx="96091">
                  <c:v>2</c:v>
                </c:pt>
                <c:pt idx="96092">
                  <c:v>2</c:v>
                </c:pt>
                <c:pt idx="96093">
                  <c:v>2</c:v>
                </c:pt>
                <c:pt idx="96094">
                  <c:v>2</c:v>
                </c:pt>
                <c:pt idx="96095">
                  <c:v>3</c:v>
                </c:pt>
                <c:pt idx="96096">
                  <c:v>2</c:v>
                </c:pt>
                <c:pt idx="96097">
                  <c:v>12</c:v>
                </c:pt>
                <c:pt idx="96098">
                  <c:v>4</c:v>
                </c:pt>
                <c:pt idx="96099">
                  <c:v>5</c:v>
                </c:pt>
                <c:pt idx="96100">
                  <c:v>4</c:v>
                </c:pt>
                <c:pt idx="96101">
                  <c:v>2</c:v>
                </c:pt>
                <c:pt idx="96102">
                  <c:v>3</c:v>
                </c:pt>
                <c:pt idx="96103">
                  <c:v>2</c:v>
                </c:pt>
                <c:pt idx="96104">
                  <c:v>2</c:v>
                </c:pt>
                <c:pt idx="96105">
                  <c:v>6</c:v>
                </c:pt>
                <c:pt idx="96106">
                  <c:v>3</c:v>
                </c:pt>
                <c:pt idx="96107">
                  <c:v>1</c:v>
                </c:pt>
                <c:pt idx="96108">
                  <c:v>2</c:v>
                </c:pt>
                <c:pt idx="96109">
                  <c:v>1</c:v>
                </c:pt>
                <c:pt idx="96110">
                  <c:v>3</c:v>
                </c:pt>
                <c:pt idx="96111">
                  <c:v>3</c:v>
                </c:pt>
                <c:pt idx="96112">
                  <c:v>1</c:v>
                </c:pt>
                <c:pt idx="96113">
                  <c:v>1</c:v>
                </c:pt>
                <c:pt idx="96114">
                  <c:v>1</c:v>
                </c:pt>
                <c:pt idx="96115">
                  <c:v>2</c:v>
                </c:pt>
                <c:pt idx="96116">
                  <c:v>1</c:v>
                </c:pt>
                <c:pt idx="96117">
                  <c:v>1</c:v>
                </c:pt>
                <c:pt idx="96118">
                  <c:v>1</c:v>
                </c:pt>
                <c:pt idx="96119">
                  <c:v>1</c:v>
                </c:pt>
                <c:pt idx="96120">
                  <c:v>7</c:v>
                </c:pt>
                <c:pt idx="96121">
                  <c:v>1</c:v>
                </c:pt>
                <c:pt idx="96122">
                  <c:v>2</c:v>
                </c:pt>
                <c:pt idx="96123">
                  <c:v>3</c:v>
                </c:pt>
                <c:pt idx="96124">
                  <c:v>1</c:v>
                </c:pt>
                <c:pt idx="96125">
                  <c:v>2</c:v>
                </c:pt>
                <c:pt idx="96126">
                  <c:v>8</c:v>
                </c:pt>
                <c:pt idx="96127">
                  <c:v>8</c:v>
                </c:pt>
                <c:pt idx="96128">
                  <c:v>8</c:v>
                </c:pt>
                <c:pt idx="96129">
                  <c:v>2</c:v>
                </c:pt>
                <c:pt idx="96130">
                  <c:v>3</c:v>
                </c:pt>
                <c:pt idx="96131">
                  <c:v>2</c:v>
                </c:pt>
                <c:pt idx="96132">
                  <c:v>4</c:v>
                </c:pt>
                <c:pt idx="96133">
                  <c:v>2</c:v>
                </c:pt>
                <c:pt idx="96134">
                  <c:v>1</c:v>
                </c:pt>
                <c:pt idx="96135">
                  <c:v>4</c:v>
                </c:pt>
                <c:pt idx="96136">
                  <c:v>3</c:v>
                </c:pt>
                <c:pt idx="96137">
                  <c:v>3</c:v>
                </c:pt>
                <c:pt idx="96138">
                  <c:v>2</c:v>
                </c:pt>
                <c:pt idx="96139">
                  <c:v>3</c:v>
                </c:pt>
                <c:pt idx="96140">
                  <c:v>3</c:v>
                </c:pt>
                <c:pt idx="96141">
                  <c:v>5</c:v>
                </c:pt>
                <c:pt idx="96142">
                  <c:v>3</c:v>
                </c:pt>
                <c:pt idx="96143">
                  <c:v>5</c:v>
                </c:pt>
                <c:pt idx="96144">
                  <c:v>2</c:v>
                </c:pt>
                <c:pt idx="96145">
                  <c:v>3</c:v>
                </c:pt>
                <c:pt idx="96146">
                  <c:v>8</c:v>
                </c:pt>
                <c:pt idx="96147">
                  <c:v>1</c:v>
                </c:pt>
                <c:pt idx="96148">
                  <c:v>1</c:v>
                </c:pt>
                <c:pt idx="96149">
                  <c:v>2</c:v>
                </c:pt>
                <c:pt idx="96150">
                  <c:v>1</c:v>
                </c:pt>
                <c:pt idx="96151">
                  <c:v>1</c:v>
                </c:pt>
                <c:pt idx="96152">
                  <c:v>2</c:v>
                </c:pt>
                <c:pt idx="96153">
                  <c:v>0</c:v>
                </c:pt>
                <c:pt idx="96154">
                  <c:v>3</c:v>
                </c:pt>
                <c:pt idx="96155">
                  <c:v>2</c:v>
                </c:pt>
                <c:pt idx="96156">
                  <c:v>4</c:v>
                </c:pt>
                <c:pt idx="96157">
                  <c:v>6</c:v>
                </c:pt>
                <c:pt idx="96158">
                  <c:v>4</c:v>
                </c:pt>
                <c:pt idx="96159">
                  <c:v>2</c:v>
                </c:pt>
                <c:pt idx="96160">
                  <c:v>1</c:v>
                </c:pt>
                <c:pt idx="96161">
                  <c:v>4</c:v>
                </c:pt>
                <c:pt idx="96162">
                  <c:v>1</c:v>
                </c:pt>
                <c:pt idx="96163">
                  <c:v>3</c:v>
                </c:pt>
                <c:pt idx="96164">
                  <c:v>1</c:v>
                </c:pt>
                <c:pt idx="96165">
                  <c:v>1</c:v>
                </c:pt>
                <c:pt idx="96166">
                  <c:v>4</c:v>
                </c:pt>
                <c:pt idx="96167">
                  <c:v>3</c:v>
                </c:pt>
                <c:pt idx="96168">
                  <c:v>3</c:v>
                </c:pt>
                <c:pt idx="96169">
                  <c:v>-4</c:v>
                </c:pt>
                <c:pt idx="96170">
                  <c:v>3</c:v>
                </c:pt>
                <c:pt idx="96171">
                  <c:v>2</c:v>
                </c:pt>
                <c:pt idx="96172">
                  <c:v>2</c:v>
                </c:pt>
                <c:pt idx="96173">
                  <c:v>4</c:v>
                </c:pt>
                <c:pt idx="96174">
                  <c:v>2</c:v>
                </c:pt>
                <c:pt idx="96175">
                  <c:v>3</c:v>
                </c:pt>
                <c:pt idx="96176">
                  <c:v>3</c:v>
                </c:pt>
                <c:pt idx="96177">
                  <c:v>3</c:v>
                </c:pt>
                <c:pt idx="96178">
                  <c:v>3</c:v>
                </c:pt>
                <c:pt idx="96179">
                  <c:v>3</c:v>
                </c:pt>
                <c:pt idx="96180">
                  <c:v>3</c:v>
                </c:pt>
                <c:pt idx="96181">
                  <c:v>2</c:v>
                </c:pt>
                <c:pt idx="96182">
                  <c:v>2</c:v>
                </c:pt>
                <c:pt idx="96183">
                  <c:v>1</c:v>
                </c:pt>
                <c:pt idx="96184">
                  <c:v>2</c:v>
                </c:pt>
                <c:pt idx="96185">
                  <c:v>2</c:v>
                </c:pt>
                <c:pt idx="96186">
                  <c:v>3</c:v>
                </c:pt>
                <c:pt idx="96187">
                  <c:v>3</c:v>
                </c:pt>
                <c:pt idx="96188">
                  <c:v>2</c:v>
                </c:pt>
                <c:pt idx="96189">
                  <c:v>2</c:v>
                </c:pt>
                <c:pt idx="96190">
                  <c:v>2</c:v>
                </c:pt>
                <c:pt idx="96191">
                  <c:v>5</c:v>
                </c:pt>
                <c:pt idx="96192">
                  <c:v>1</c:v>
                </c:pt>
                <c:pt idx="96193">
                  <c:v>1</c:v>
                </c:pt>
                <c:pt idx="96194">
                  <c:v>2</c:v>
                </c:pt>
                <c:pt idx="96195">
                  <c:v>2</c:v>
                </c:pt>
                <c:pt idx="96196">
                  <c:v>1</c:v>
                </c:pt>
                <c:pt idx="96197">
                  <c:v>2</c:v>
                </c:pt>
                <c:pt idx="96198">
                  <c:v>3</c:v>
                </c:pt>
                <c:pt idx="96199">
                  <c:v>5</c:v>
                </c:pt>
                <c:pt idx="96200">
                  <c:v>6</c:v>
                </c:pt>
                <c:pt idx="96201">
                  <c:v>5</c:v>
                </c:pt>
                <c:pt idx="96202">
                  <c:v>3</c:v>
                </c:pt>
                <c:pt idx="96203">
                  <c:v>2</c:v>
                </c:pt>
                <c:pt idx="96204">
                  <c:v>2</c:v>
                </c:pt>
                <c:pt idx="96205">
                  <c:v>3</c:v>
                </c:pt>
                <c:pt idx="96206">
                  <c:v>4</c:v>
                </c:pt>
                <c:pt idx="96207">
                  <c:v>3</c:v>
                </c:pt>
                <c:pt idx="96208">
                  <c:v>3</c:v>
                </c:pt>
                <c:pt idx="96209">
                  <c:v>5</c:v>
                </c:pt>
                <c:pt idx="96210">
                  <c:v>2</c:v>
                </c:pt>
                <c:pt idx="96211">
                  <c:v>2</c:v>
                </c:pt>
                <c:pt idx="96212">
                  <c:v>2</c:v>
                </c:pt>
                <c:pt idx="96213">
                  <c:v>2</c:v>
                </c:pt>
                <c:pt idx="96214">
                  <c:v>2</c:v>
                </c:pt>
                <c:pt idx="96215">
                  <c:v>1</c:v>
                </c:pt>
                <c:pt idx="96216">
                  <c:v>8</c:v>
                </c:pt>
                <c:pt idx="96217">
                  <c:v>5</c:v>
                </c:pt>
                <c:pt idx="96218">
                  <c:v>3</c:v>
                </c:pt>
                <c:pt idx="96219">
                  <c:v>3</c:v>
                </c:pt>
                <c:pt idx="96220">
                  <c:v>2</c:v>
                </c:pt>
                <c:pt idx="96221">
                  <c:v>4</c:v>
                </c:pt>
                <c:pt idx="96222">
                  <c:v>2</c:v>
                </c:pt>
                <c:pt idx="96223">
                  <c:v>1</c:v>
                </c:pt>
                <c:pt idx="96224">
                  <c:v>4</c:v>
                </c:pt>
                <c:pt idx="96225">
                  <c:v>3</c:v>
                </c:pt>
                <c:pt idx="96226">
                  <c:v>3</c:v>
                </c:pt>
                <c:pt idx="96227">
                  <c:v>1</c:v>
                </c:pt>
                <c:pt idx="96228">
                  <c:v>1</c:v>
                </c:pt>
                <c:pt idx="96229">
                  <c:v>3</c:v>
                </c:pt>
                <c:pt idx="96230">
                  <c:v>2</c:v>
                </c:pt>
                <c:pt idx="96231">
                  <c:v>2</c:v>
                </c:pt>
                <c:pt idx="96232">
                  <c:v>2</c:v>
                </c:pt>
                <c:pt idx="96233">
                  <c:v>2</c:v>
                </c:pt>
                <c:pt idx="96234">
                  <c:v>1</c:v>
                </c:pt>
                <c:pt idx="96235">
                  <c:v>5</c:v>
                </c:pt>
                <c:pt idx="96236">
                  <c:v>8</c:v>
                </c:pt>
                <c:pt idx="96237">
                  <c:v>3</c:v>
                </c:pt>
                <c:pt idx="96238">
                  <c:v>2</c:v>
                </c:pt>
                <c:pt idx="96239">
                  <c:v>3</c:v>
                </c:pt>
                <c:pt idx="96240">
                  <c:v>3</c:v>
                </c:pt>
                <c:pt idx="96241">
                  <c:v>3</c:v>
                </c:pt>
                <c:pt idx="96242">
                  <c:v>7</c:v>
                </c:pt>
                <c:pt idx="96243">
                  <c:v>6</c:v>
                </c:pt>
                <c:pt idx="96244">
                  <c:v>5</c:v>
                </c:pt>
                <c:pt idx="96245">
                  <c:v>6</c:v>
                </c:pt>
                <c:pt idx="96246">
                  <c:v>5</c:v>
                </c:pt>
                <c:pt idx="96247">
                  <c:v>3</c:v>
                </c:pt>
                <c:pt idx="96248">
                  <c:v>6</c:v>
                </c:pt>
                <c:pt idx="96249">
                  <c:v>5</c:v>
                </c:pt>
                <c:pt idx="96250">
                  <c:v>1</c:v>
                </c:pt>
                <c:pt idx="96251">
                  <c:v>4</c:v>
                </c:pt>
                <c:pt idx="96252">
                  <c:v>1</c:v>
                </c:pt>
                <c:pt idx="96253">
                  <c:v>4</c:v>
                </c:pt>
                <c:pt idx="96254">
                  <c:v>3</c:v>
                </c:pt>
                <c:pt idx="96255">
                  <c:v>1</c:v>
                </c:pt>
                <c:pt idx="96256">
                  <c:v>1</c:v>
                </c:pt>
                <c:pt idx="96257">
                  <c:v>2</c:v>
                </c:pt>
                <c:pt idx="96258">
                  <c:v>0</c:v>
                </c:pt>
                <c:pt idx="96259">
                  <c:v>4</c:v>
                </c:pt>
                <c:pt idx="96260">
                  <c:v>2</c:v>
                </c:pt>
                <c:pt idx="96261">
                  <c:v>2</c:v>
                </c:pt>
                <c:pt idx="96262">
                  <c:v>1</c:v>
                </c:pt>
                <c:pt idx="96263">
                  <c:v>4</c:v>
                </c:pt>
                <c:pt idx="96264">
                  <c:v>1</c:v>
                </c:pt>
                <c:pt idx="96265">
                  <c:v>1</c:v>
                </c:pt>
                <c:pt idx="96266">
                  <c:v>1</c:v>
                </c:pt>
                <c:pt idx="96267">
                  <c:v>1</c:v>
                </c:pt>
                <c:pt idx="96268">
                  <c:v>2</c:v>
                </c:pt>
                <c:pt idx="96269">
                  <c:v>1</c:v>
                </c:pt>
                <c:pt idx="96270">
                  <c:v>1</c:v>
                </c:pt>
                <c:pt idx="96271">
                  <c:v>3</c:v>
                </c:pt>
                <c:pt idx="96272">
                  <c:v>5</c:v>
                </c:pt>
                <c:pt idx="96273">
                  <c:v>3</c:v>
                </c:pt>
                <c:pt idx="96274">
                  <c:v>3</c:v>
                </c:pt>
                <c:pt idx="96275">
                  <c:v>2</c:v>
                </c:pt>
                <c:pt idx="96276">
                  <c:v>1</c:v>
                </c:pt>
                <c:pt idx="96277">
                  <c:v>1</c:v>
                </c:pt>
                <c:pt idx="96278">
                  <c:v>2</c:v>
                </c:pt>
                <c:pt idx="96279">
                  <c:v>1</c:v>
                </c:pt>
                <c:pt idx="96280">
                  <c:v>1</c:v>
                </c:pt>
                <c:pt idx="96281">
                  <c:v>5</c:v>
                </c:pt>
                <c:pt idx="96282">
                  <c:v>5</c:v>
                </c:pt>
                <c:pt idx="96283">
                  <c:v>5</c:v>
                </c:pt>
                <c:pt idx="96284">
                  <c:v>1</c:v>
                </c:pt>
                <c:pt idx="96285">
                  <c:v>1</c:v>
                </c:pt>
                <c:pt idx="96286">
                  <c:v>1</c:v>
                </c:pt>
                <c:pt idx="96287">
                  <c:v>4</c:v>
                </c:pt>
                <c:pt idx="96288">
                  <c:v>4</c:v>
                </c:pt>
                <c:pt idx="96289">
                  <c:v>1</c:v>
                </c:pt>
                <c:pt idx="96290">
                  <c:v>4</c:v>
                </c:pt>
                <c:pt idx="96291">
                  <c:v>4</c:v>
                </c:pt>
                <c:pt idx="96292">
                  <c:v>2</c:v>
                </c:pt>
                <c:pt idx="96293">
                  <c:v>4</c:v>
                </c:pt>
                <c:pt idx="96294">
                  <c:v>1</c:v>
                </c:pt>
                <c:pt idx="96295">
                  <c:v>2</c:v>
                </c:pt>
                <c:pt idx="96296">
                  <c:v>12</c:v>
                </c:pt>
                <c:pt idx="96297">
                  <c:v>3</c:v>
                </c:pt>
                <c:pt idx="96298">
                  <c:v>4</c:v>
                </c:pt>
                <c:pt idx="96299">
                  <c:v>4</c:v>
                </c:pt>
                <c:pt idx="96300">
                  <c:v>3</c:v>
                </c:pt>
                <c:pt idx="96301">
                  <c:v>4</c:v>
                </c:pt>
                <c:pt idx="96302">
                  <c:v>4</c:v>
                </c:pt>
                <c:pt idx="96303">
                  <c:v>4</c:v>
                </c:pt>
                <c:pt idx="96304">
                  <c:v>4</c:v>
                </c:pt>
                <c:pt idx="96305">
                  <c:v>4</c:v>
                </c:pt>
                <c:pt idx="96306">
                  <c:v>-4</c:v>
                </c:pt>
                <c:pt idx="96307">
                  <c:v>4</c:v>
                </c:pt>
                <c:pt idx="96308">
                  <c:v>1</c:v>
                </c:pt>
                <c:pt idx="96309">
                  <c:v>4</c:v>
                </c:pt>
                <c:pt idx="96310">
                  <c:v>2</c:v>
                </c:pt>
                <c:pt idx="96311">
                  <c:v>2</c:v>
                </c:pt>
                <c:pt idx="96312">
                  <c:v>2</c:v>
                </c:pt>
                <c:pt idx="96313">
                  <c:v>5</c:v>
                </c:pt>
                <c:pt idx="96314">
                  <c:v>4</c:v>
                </c:pt>
                <c:pt idx="96315">
                  <c:v>3</c:v>
                </c:pt>
                <c:pt idx="96316">
                  <c:v>1</c:v>
                </c:pt>
                <c:pt idx="96317">
                  <c:v>3</c:v>
                </c:pt>
                <c:pt idx="96318">
                  <c:v>2</c:v>
                </c:pt>
                <c:pt idx="96319">
                  <c:v>2</c:v>
                </c:pt>
                <c:pt idx="96320">
                  <c:v>5</c:v>
                </c:pt>
                <c:pt idx="96321">
                  <c:v>1</c:v>
                </c:pt>
                <c:pt idx="96322">
                  <c:v>1</c:v>
                </c:pt>
                <c:pt idx="96323">
                  <c:v>2</c:v>
                </c:pt>
                <c:pt idx="96324">
                  <c:v>3</c:v>
                </c:pt>
                <c:pt idx="96325">
                  <c:v>5</c:v>
                </c:pt>
                <c:pt idx="96326">
                  <c:v>1</c:v>
                </c:pt>
                <c:pt idx="96327">
                  <c:v>2</c:v>
                </c:pt>
                <c:pt idx="96328">
                  <c:v>2</c:v>
                </c:pt>
                <c:pt idx="96329">
                  <c:v>5</c:v>
                </c:pt>
                <c:pt idx="96330">
                  <c:v>1</c:v>
                </c:pt>
                <c:pt idx="96331">
                  <c:v>1</c:v>
                </c:pt>
                <c:pt idx="96332">
                  <c:v>1</c:v>
                </c:pt>
                <c:pt idx="96333">
                  <c:v>2</c:v>
                </c:pt>
                <c:pt idx="96334">
                  <c:v>1</c:v>
                </c:pt>
                <c:pt idx="96335">
                  <c:v>1</c:v>
                </c:pt>
                <c:pt idx="96336">
                  <c:v>2</c:v>
                </c:pt>
                <c:pt idx="96337">
                  <c:v>2</c:v>
                </c:pt>
                <c:pt idx="96338">
                  <c:v>2</c:v>
                </c:pt>
                <c:pt idx="96339">
                  <c:v>3</c:v>
                </c:pt>
                <c:pt idx="96340">
                  <c:v>3</c:v>
                </c:pt>
                <c:pt idx="96341">
                  <c:v>2</c:v>
                </c:pt>
                <c:pt idx="96342">
                  <c:v>6</c:v>
                </c:pt>
                <c:pt idx="96343">
                  <c:v>5</c:v>
                </c:pt>
                <c:pt idx="96344">
                  <c:v>7</c:v>
                </c:pt>
                <c:pt idx="96345">
                  <c:v>2</c:v>
                </c:pt>
                <c:pt idx="96346">
                  <c:v>1</c:v>
                </c:pt>
                <c:pt idx="96347">
                  <c:v>2</c:v>
                </c:pt>
                <c:pt idx="96348">
                  <c:v>1</c:v>
                </c:pt>
                <c:pt idx="96349">
                  <c:v>2</c:v>
                </c:pt>
                <c:pt idx="96350">
                  <c:v>2</c:v>
                </c:pt>
                <c:pt idx="96351">
                  <c:v>4</c:v>
                </c:pt>
                <c:pt idx="96352">
                  <c:v>2</c:v>
                </c:pt>
                <c:pt idx="96353">
                  <c:v>2</c:v>
                </c:pt>
                <c:pt idx="96354">
                  <c:v>2</c:v>
                </c:pt>
                <c:pt idx="96355">
                  <c:v>2</c:v>
                </c:pt>
                <c:pt idx="96356">
                  <c:v>3</c:v>
                </c:pt>
                <c:pt idx="96357">
                  <c:v>3</c:v>
                </c:pt>
                <c:pt idx="96358">
                  <c:v>7</c:v>
                </c:pt>
                <c:pt idx="96359">
                  <c:v>6</c:v>
                </c:pt>
                <c:pt idx="96360">
                  <c:v>4</c:v>
                </c:pt>
                <c:pt idx="96361">
                  <c:v>2</c:v>
                </c:pt>
                <c:pt idx="96362">
                  <c:v>4</c:v>
                </c:pt>
                <c:pt idx="96363">
                  <c:v>2</c:v>
                </c:pt>
                <c:pt idx="96364">
                  <c:v>3</c:v>
                </c:pt>
                <c:pt idx="96365">
                  <c:v>4</c:v>
                </c:pt>
                <c:pt idx="96366">
                  <c:v>4</c:v>
                </c:pt>
                <c:pt idx="96367">
                  <c:v>4</c:v>
                </c:pt>
                <c:pt idx="96368">
                  <c:v>4</c:v>
                </c:pt>
                <c:pt idx="96369">
                  <c:v>2</c:v>
                </c:pt>
                <c:pt idx="96370">
                  <c:v>9</c:v>
                </c:pt>
                <c:pt idx="96371">
                  <c:v>11</c:v>
                </c:pt>
                <c:pt idx="96372">
                  <c:v>1</c:v>
                </c:pt>
                <c:pt idx="96373">
                  <c:v>1</c:v>
                </c:pt>
                <c:pt idx="96374">
                  <c:v>1</c:v>
                </c:pt>
                <c:pt idx="96375">
                  <c:v>4</c:v>
                </c:pt>
                <c:pt idx="96376">
                  <c:v>4</c:v>
                </c:pt>
                <c:pt idx="96377">
                  <c:v>4</c:v>
                </c:pt>
                <c:pt idx="96378">
                  <c:v>4</c:v>
                </c:pt>
                <c:pt idx="96379">
                  <c:v>4</c:v>
                </c:pt>
                <c:pt idx="96380">
                  <c:v>2</c:v>
                </c:pt>
                <c:pt idx="96381">
                  <c:v>2</c:v>
                </c:pt>
                <c:pt idx="96382">
                  <c:v>1</c:v>
                </c:pt>
                <c:pt idx="96383">
                  <c:v>5</c:v>
                </c:pt>
                <c:pt idx="96384">
                  <c:v>6</c:v>
                </c:pt>
                <c:pt idx="96385">
                  <c:v>1</c:v>
                </c:pt>
                <c:pt idx="96386">
                  <c:v>1</c:v>
                </c:pt>
                <c:pt idx="96387">
                  <c:v>1</c:v>
                </c:pt>
                <c:pt idx="96388">
                  <c:v>1</c:v>
                </c:pt>
                <c:pt idx="96389">
                  <c:v>14</c:v>
                </c:pt>
                <c:pt idx="96390">
                  <c:v>1</c:v>
                </c:pt>
                <c:pt idx="96391">
                  <c:v>2</c:v>
                </c:pt>
                <c:pt idx="96392">
                  <c:v>4</c:v>
                </c:pt>
                <c:pt idx="96393">
                  <c:v>-2</c:v>
                </c:pt>
                <c:pt idx="96394">
                  <c:v>1</c:v>
                </c:pt>
                <c:pt idx="96395">
                  <c:v>2</c:v>
                </c:pt>
                <c:pt idx="96396">
                  <c:v>2</c:v>
                </c:pt>
                <c:pt idx="96397">
                  <c:v>2</c:v>
                </c:pt>
                <c:pt idx="96398">
                  <c:v>5</c:v>
                </c:pt>
                <c:pt idx="96399">
                  <c:v>2</c:v>
                </c:pt>
                <c:pt idx="96400">
                  <c:v>4</c:v>
                </c:pt>
                <c:pt idx="96401">
                  <c:v>3</c:v>
                </c:pt>
                <c:pt idx="96402">
                  <c:v>3</c:v>
                </c:pt>
                <c:pt idx="96403">
                  <c:v>4</c:v>
                </c:pt>
                <c:pt idx="96404">
                  <c:v>2</c:v>
                </c:pt>
                <c:pt idx="96405">
                  <c:v>6</c:v>
                </c:pt>
                <c:pt idx="96406">
                  <c:v>4</c:v>
                </c:pt>
                <c:pt idx="96407">
                  <c:v>2</c:v>
                </c:pt>
                <c:pt idx="96408">
                  <c:v>3</c:v>
                </c:pt>
                <c:pt idx="96409">
                  <c:v>2</c:v>
                </c:pt>
                <c:pt idx="96410">
                  <c:v>4</c:v>
                </c:pt>
                <c:pt idx="96411">
                  <c:v>5</c:v>
                </c:pt>
                <c:pt idx="96412">
                  <c:v>5</c:v>
                </c:pt>
                <c:pt idx="96413">
                  <c:v>2</c:v>
                </c:pt>
                <c:pt idx="96414">
                  <c:v>2</c:v>
                </c:pt>
                <c:pt idx="96415">
                  <c:v>2</c:v>
                </c:pt>
                <c:pt idx="96416">
                  <c:v>2</c:v>
                </c:pt>
                <c:pt idx="96417">
                  <c:v>2</c:v>
                </c:pt>
                <c:pt idx="96418">
                  <c:v>2</c:v>
                </c:pt>
                <c:pt idx="96419">
                  <c:v>3</c:v>
                </c:pt>
                <c:pt idx="96420">
                  <c:v>2</c:v>
                </c:pt>
                <c:pt idx="96421">
                  <c:v>4</c:v>
                </c:pt>
                <c:pt idx="96422">
                  <c:v>2</c:v>
                </c:pt>
                <c:pt idx="96423">
                  <c:v>3</c:v>
                </c:pt>
                <c:pt idx="96424">
                  <c:v>2</c:v>
                </c:pt>
                <c:pt idx="96425">
                  <c:v>1</c:v>
                </c:pt>
                <c:pt idx="96426">
                  <c:v>4</c:v>
                </c:pt>
                <c:pt idx="96427">
                  <c:v>4</c:v>
                </c:pt>
                <c:pt idx="96428">
                  <c:v>5</c:v>
                </c:pt>
                <c:pt idx="96429">
                  <c:v>4</c:v>
                </c:pt>
                <c:pt idx="96430">
                  <c:v>1</c:v>
                </c:pt>
                <c:pt idx="96431">
                  <c:v>1</c:v>
                </c:pt>
                <c:pt idx="96432">
                  <c:v>1</c:v>
                </c:pt>
                <c:pt idx="96433">
                  <c:v>2</c:v>
                </c:pt>
                <c:pt idx="96434">
                  <c:v>2</c:v>
                </c:pt>
                <c:pt idx="96435">
                  <c:v>2</c:v>
                </c:pt>
                <c:pt idx="96436">
                  <c:v>3</c:v>
                </c:pt>
                <c:pt idx="96437">
                  <c:v>2</c:v>
                </c:pt>
                <c:pt idx="96438">
                  <c:v>1</c:v>
                </c:pt>
                <c:pt idx="96439">
                  <c:v>2</c:v>
                </c:pt>
                <c:pt idx="96440">
                  <c:v>1</c:v>
                </c:pt>
                <c:pt idx="96441">
                  <c:v>5</c:v>
                </c:pt>
                <c:pt idx="96442">
                  <c:v>4</c:v>
                </c:pt>
                <c:pt idx="96443">
                  <c:v>-4</c:v>
                </c:pt>
                <c:pt idx="96444">
                  <c:v>1</c:v>
                </c:pt>
                <c:pt idx="96445">
                  <c:v>9</c:v>
                </c:pt>
                <c:pt idx="96446">
                  <c:v>4</c:v>
                </c:pt>
                <c:pt idx="96447">
                  <c:v>4</c:v>
                </c:pt>
                <c:pt idx="96448">
                  <c:v>4</c:v>
                </c:pt>
                <c:pt idx="96449">
                  <c:v>4</c:v>
                </c:pt>
                <c:pt idx="96450">
                  <c:v>4</c:v>
                </c:pt>
                <c:pt idx="96451">
                  <c:v>4</c:v>
                </c:pt>
                <c:pt idx="96452">
                  <c:v>3</c:v>
                </c:pt>
                <c:pt idx="96453">
                  <c:v>3</c:v>
                </c:pt>
                <c:pt idx="96454">
                  <c:v>3</c:v>
                </c:pt>
                <c:pt idx="96455">
                  <c:v>4</c:v>
                </c:pt>
                <c:pt idx="96456">
                  <c:v>5</c:v>
                </c:pt>
                <c:pt idx="96457">
                  <c:v>2</c:v>
                </c:pt>
                <c:pt idx="96458">
                  <c:v>5</c:v>
                </c:pt>
                <c:pt idx="96459">
                  <c:v>4</c:v>
                </c:pt>
                <c:pt idx="96460">
                  <c:v>2</c:v>
                </c:pt>
                <c:pt idx="96461">
                  <c:v>3</c:v>
                </c:pt>
                <c:pt idx="96462">
                  <c:v>4</c:v>
                </c:pt>
                <c:pt idx="96463">
                  <c:v>4</c:v>
                </c:pt>
                <c:pt idx="96464">
                  <c:v>3</c:v>
                </c:pt>
                <c:pt idx="96465">
                  <c:v>1</c:v>
                </c:pt>
                <c:pt idx="96466">
                  <c:v>1</c:v>
                </c:pt>
                <c:pt idx="96467">
                  <c:v>1</c:v>
                </c:pt>
                <c:pt idx="96468">
                  <c:v>2</c:v>
                </c:pt>
                <c:pt idx="96469">
                  <c:v>4</c:v>
                </c:pt>
                <c:pt idx="96470">
                  <c:v>3</c:v>
                </c:pt>
                <c:pt idx="96471">
                  <c:v>3</c:v>
                </c:pt>
                <c:pt idx="96472">
                  <c:v>3</c:v>
                </c:pt>
                <c:pt idx="96473">
                  <c:v>3</c:v>
                </c:pt>
                <c:pt idx="96474">
                  <c:v>3</c:v>
                </c:pt>
                <c:pt idx="96475">
                  <c:v>3</c:v>
                </c:pt>
                <c:pt idx="96476">
                  <c:v>2</c:v>
                </c:pt>
                <c:pt idx="96477">
                  <c:v>2</c:v>
                </c:pt>
                <c:pt idx="96478">
                  <c:v>2</c:v>
                </c:pt>
                <c:pt idx="96479">
                  <c:v>4</c:v>
                </c:pt>
                <c:pt idx="96480">
                  <c:v>6</c:v>
                </c:pt>
                <c:pt idx="96481">
                  <c:v>5</c:v>
                </c:pt>
                <c:pt idx="96482">
                  <c:v>2</c:v>
                </c:pt>
                <c:pt idx="96483">
                  <c:v>2</c:v>
                </c:pt>
                <c:pt idx="96484">
                  <c:v>2</c:v>
                </c:pt>
                <c:pt idx="96485">
                  <c:v>1</c:v>
                </c:pt>
                <c:pt idx="96486">
                  <c:v>2</c:v>
                </c:pt>
                <c:pt idx="96487">
                  <c:v>2</c:v>
                </c:pt>
                <c:pt idx="96488">
                  <c:v>4</c:v>
                </c:pt>
                <c:pt idx="96489">
                  <c:v>3</c:v>
                </c:pt>
                <c:pt idx="96490">
                  <c:v>2</c:v>
                </c:pt>
                <c:pt idx="96491">
                  <c:v>3</c:v>
                </c:pt>
                <c:pt idx="96492">
                  <c:v>4</c:v>
                </c:pt>
                <c:pt idx="96493">
                  <c:v>2</c:v>
                </c:pt>
                <c:pt idx="96494">
                  <c:v>3</c:v>
                </c:pt>
                <c:pt idx="96495">
                  <c:v>3</c:v>
                </c:pt>
                <c:pt idx="96496">
                  <c:v>3</c:v>
                </c:pt>
                <c:pt idx="96497">
                  <c:v>2</c:v>
                </c:pt>
                <c:pt idx="96498">
                  <c:v>2</c:v>
                </c:pt>
                <c:pt idx="96499">
                  <c:v>2</c:v>
                </c:pt>
                <c:pt idx="96500">
                  <c:v>2</c:v>
                </c:pt>
                <c:pt idx="96501">
                  <c:v>2</c:v>
                </c:pt>
                <c:pt idx="96502">
                  <c:v>2</c:v>
                </c:pt>
                <c:pt idx="96503">
                  <c:v>2</c:v>
                </c:pt>
                <c:pt idx="96504">
                  <c:v>1</c:v>
                </c:pt>
                <c:pt idx="96505">
                  <c:v>1</c:v>
                </c:pt>
                <c:pt idx="96506">
                  <c:v>3</c:v>
                </c:pt>
                <c:pt idx="96507">
                  <c:v>6</c:v>
                </c:pt>
                <c:pt idx="96508">
                  <c:v>3</c:v>
                </c:pt>
                <c:pt idx="96509">
                  <c:v>2</c:v>
                </c:pt>
                <c:pt idx="96510">
                  <c:v>5</c:v>
                </c:pt>
                <c:pt idx="96511">
                  <c:v>2</c:v>
                </c:pt>
                <c:pt idx="96512">
                  <c:v>1</c:v>
                </c:pt>
                <c:pt idx="96513">
                  <c:v>4</c:v>
                </c:pt>
                <c:pt idx="96514">
                  <c:v>4</c:v>
                </c:pt>
                <c:pt idx="96515">
                  <c:v>2</c:v>
                </c:pt>
                <c:pt idx="96516">
                  <c:v>2</c:v>
                </c:pt>
                <c:pt idx="96517">
                  <c:v>2</c:v>
                </c:pt>
                <c:pt idx="96518">
                  <c:v>2</c:v>
                </c:pt>
                <c:pt idx="96519">
                  <c:v>4</c:v>
                </c:pt>
                <c:pt idx="96520">
                  <c:v>3</c:v>
                </c:pt>
                <c:pt idx="96521">
                  <c:v>3</c:v>
                </c:pt>
                <c:pt idx="96522">
                  <c:v>2</c:v>
                </c:pt>
                <c:pt idx="96523">
                  <c:v>7</c:v>
                </c:pt>
                <c:pt idx="96524">
                  <c:v>6</c:v>
                </c:pt>
                <c:pt idx="96525">
                  <c:v>8</c:v>
                </c:pt>
                <c:pt idx="96526">
                  <c:v>11</c:v>
                </c:pt>
                <c:pt idx="96527">
                  <c:v>1</c:v>
                </c:pt>
                <c:pt idx="96528">
                  <c:v>1</c:v>
                </c:pt>
                <c:pt idx="96529">
                  <c:v>1</c:v>
                </c:pt>
                <c:pt idx="96530">
                  <c:v>2</c:v>
                </c:pt>
                <c:pt idx="96531">
                  <c:v>6</c:v>
                </c:pt>
                <c:pt idx="96532">
                  <c:v>2</c:v>
                </c:pt>
                <c:pt idx="96533">
                  <c:v>2</c:v>
                </c:pt>
                <c:pt idx="96534">
                  <c:v>2</c:v>
                </c:pt>
                <c:pt idx="96535">
                  <c:v>2</c:v>
                </c:pt>
                <c:pt idx="96536">
                  <c:v>2</c:v>
                </c:pt>
                <c:pt idx="96537">
                  <c:v>2</c:v>
                </c:pt>
                <c:pt idx="96538">
                  <c:v>1</c:v>
                </c:pt>
                <c:pt idx="96539">
                  <c:v>3</c:v>
                </c:pt>
                <c:pt idx="96540">
                  <c:v>2</c:v>
                </c:pt>
                <c:pt idx="96541">
                  <c:v>2</c:v>
                </c:pt>
                <c:pt idx="96542">
                  <c:v>3</c:v>
                </c:pt>
                <c:pt idx="96543">
                  <c:v>3</c:v>
                </c:pt>
                <c:pt idx="96544">
                  <c:v>3</c:v>
                </c:pt>
                <c:pt idx="96545">
                  <c:v>1</c:v>
                </c:pt>
                <c:pt idx="96546">
                  <c:v>3</c:v>
                </c:pt>
                <c:pt idx="96547">
                  <c:v>1</c:v>
                </c:pt>
                <c:pt idx="96548">
                  <c:v>2</c:v>
                </c:pt>
                <c:pt idx="96549">
                  <c:v>2</c:v>
                </c:pt>
                <c:pt idx="96550">
                  <c:v>2</c:v>
                </c:pt>
                <c:pt idx="96551">
                  <c:v>2</c:v>
                </c:pt>
                <c:pt idx="96552">
                  <c:v>4</c:v>
                </c:pt>
                <c:pt idx="96553">
                  <c:v>4</c:v>
                </c:pt>
                <c:pt idx="96554">
                  <c:v>4</c:v>
                </c:pt>
                <c:pt idx="96555">
                  <c:v>1</c:v>
                </c:pt>
                <c:pt idx="96556">
                  <c:v>4</c:v>
                </c:pt>
                <c:pt idx="96557">
                  <c:v>2</c:v>
                </c:pt>
                <c:pt idx="96558">
                  <c:v>1</c:v>
                </c:pt>
                <c:pt idx="96559">
                  <c:v>6</c:v>
                </c:pt>
                <c:pt idx="96560">
                  <c:v>3</c:v>
                </c:pt>
                <c:pt idx="96561">
                  <c:v>1</c:v>
                </c:pt>
                <c:pt idx="96562">
                  <c:v>1</c:v>
                </c:pt>
                <c:pt idx="96563">
                  <c:v>2</c:v>
                </c:pt>
                <c:pt idx="96564">
                  <c:v>3</c:v>
                </c:pt>
                <c:pt idx="96565">
                  <c:v>4</c:v>
                </c:pt>
                <c:pt idx="96566">
                  <c:v>2</c:v>
                </c:pt>
                <c:pt idx="96567">
                  <c:v>2</c:v>
                </c:pt>
                <c:pt idx="96568">
                  <c:v>4</c:v>
                </c:pt>
                <c:pt idx="96569">
                  <c:v>4</c:v>
                </c:pt>
                <c:pt idx="96570">
                  <c:v>2</c:v>
                </c:pt>
                <c:pt idx="96571">
                  <c:v>8</c:v>
                </c:pt>
                <c:pt idx="96572">
                  <c:v>3</c:v>
                </c:pt>
                <c:pt idx="96573">
                  <c:v>2</c:v>
                </c:pt>
                <c:pt idx="96574">
                  <c:v>2</c:v>
                </c:pt>
                <c:pt idx="96575">
                  <c:v>3</c:v>
                </c:pt>
                <c:pt idx="96576">
                  <c:v>1</c:v>
                </c:pt>
                <c:pt idx="96577">
                  <c:v>3</c:v>
                </c:pt>
                <c:pt idx="96578">
                  <c:v>2</c:v>
                </c:pt>
                <c:pt idx="96579">
                  <c:v>4</c:v>
                </c:pt>
                <c:pt idx="96580">
                  <c:v>3</c:v>
                </c:pt>
                <c:pt idx="96581">
                  <c:v>3</c:v>
                </c:pt>
                <c:pt idx="96582">
                  <c:v>3</c:v>
                </c:pt>
                <c:pt idx="96583">
                  <c:v>1</c:v>
                </c:pt>
                <c:pt idx="96584">
                  <c:v>5</c:v>
                </c:pt>
                <c:pt idx="96585">
                  <c:v>3</c:v>
                </c:pt>
                <c:pt idx="96586">
                  <c:v>3</c:v>
                </c:pt>
                <c:pt idx="96587">
                  <c:v>3</c:v>
                </c:pt>
                <c:pt idx="96588">
                  <c:v>2</c:v>
                </c:pt>
                <c:pt idx="96589">
                  <c:v>3</c:v>
                </c:pt>
                <c:pt idx="96590">
                  <c:v>2</c:v>
                </c:pt>
                <c:pt idx="96591">
                  <c:v>8</c:v>
                </c:pt>
                <c:pt idx="96592">
                  <c:v>10</c:v>
                </c:pt>
                <c:pt idx="96593">
                  <c:v>10</c:v>
                </c:pt>
                <c:pt idx="96594">
                  <c:v>8</c:v>
                </c:pt>
                <c:pt idx="96595">
                  <c:v>8</c:v>
                </c:pt>
                <c:pt idx="96596">
                  <c:v>8</c:v>
                </c:pt>
                <c:pt idx="96597">
                  <c:v>8</c:v>
                </c:pt>
                <c:pt idx="96598">
                  <c:v>10</c:v>
                </c:pt>
                <c:pt idx="96599">
                  <c:v>8</c:v>
                </c:pt>
                <c:pt idx="96600">
                  <c:v>8</c:v>
                </c:pt>
                <c:pt idx="96601">
                  <c:v>10</c:v>
                </c:pt>
                <c:pt idx="96602">
                  <c:v>8</c:v>
                </c:pt>
                <c:pt idx="96603">
                  <c:v>1</c:v>
                </c:pt>
                <c:pt idx="96604">
                  <c:v>1</c:v>
                </c:pt>
                <c:pt idx="96605">
                  <c:v>2</c:v>
                </c:pt>
                <c:pt idx="96606">
                  <c:v>4</c:v>
                </c:pt>
                <c:pt idx="96607">
                  <c:v>3</c:v>
                </c:pt>
                <c:pt idx="96608">
                  <c:v>3</c:v>
                </c:pt>
                <c:pt idx="96609">
                  <c:v>6</c:v>
                </c:pt>
                <c:pt idx="96610">
                  <c:v>3</c:v>
                </c:pt>
                <c:pt idx="96611">
                  <c:v>5</c:v>
                </c:pt>
                <c:pt idx="96612">
                  <c:v>2</c:v>
                </c:pt>
                <c:pt idx="96613">
                  <c:v>3</c:v>
                </c:pt>
                <c:pt idx="96614">
                  <c:v>1</c:v>
                </c:pt>
                <c:pt idx="96615">
                  <c:v>1</c:v>
                </c:pt>
                <c:pt idx="96616">
                  <c:v>1</c:v>
                </c:pt>
                <c:pt idx="96617">
                  <c:v>2</c:v>
                </c:pt>
                <c:pt idx="96618">
                  <c:v>3</c:v>
                </c:pt>
                <c:pt idx="96619">
                  <c:v>3</c:v>
                </c:pt>
                <c:pt idx="96620">
                  <c:v>2</c:v>
                </c:pt>
                <c:pt idx="96621">
                  <c:v>1</c:v>
                </c:pt>
                <c:pt idx="96622">
                  <c:v>3</c:v>
                </c:pt>
                <c:pt idx="96623">
                  <c:v>3</c:v>
                </c:pt>
                <c:pt idx="96624">
                  <c:v>1</c:v>
                </c:pt>
                <c:pt idx="96625">
                  <c:v>2</c:v>
                </c:pt>
                <c:pt idx="96626">
                  <c:v>1</c:v>
                </c:pt>
                <c:pt idx="96627">
                  <c:v>1</c:v>
                </c:pt>
                <c:pt idx="96628">
                  <c:v>2</c:v>
                </c:pt>
                <c:pt idx="96629">
                  <c:v>1</c:v>
                </c:pt>
                <c:pt idx="96630">
                  <c:v>3</c:v>
                </c:pt>
                <c:pt idx="96631">
                  <c:v>2</c:v>
                </c:pt>
                <c:pt idx="96632">
                  <c:v>2</c:v>
                </c:pt>
                <c:pt idx="96633">
                  <c:v>2</c:v>
                </c:pt>
                <c:pt idx="96634">
                  <c:v>3</c:v>
                </c:pt>
                <c:pt idx="96635">
                  <c:v>2</c:v>
                </c:pt>
                <c:pt idx="96636">
                  <c:v>2</c:v>
                </c:pt>
                <c:pt idx="96637">
                  <c:v>4</c:v>
                </c:pt>
                <c:pt idx="96638">
                  <c:v>5</c:v>
                </c:pt>
                <c:pt idx="96639">
                  <c:v>6</c:v>
                </c:pt>
                <c:pt idx="96640">
                  <c:v>2</c:v>
                </c:pt>
                <c:pt idx="96641">
                  <c:v>2</c:v>
                </c:pt>
                <c:pt idx="96642">
                  <c:v>2</c:v>
                </c:pt>
                <c:pt idx="96643">
                  <c:v>2</c:v>
                </c:pt>
                <c:pt idx="96644">
                  <c:v>3</c:v>
                </c:pt>
                <c:pt idx="96645">
                  <c:v>3</c:v>
                </c:pt>
                <c:pt idx="96646">
                  <c:v>3</c:v>
                </c:pt>
                <c:pt idx="96647">
                  <c:v>3</c:v>
                </c:pt>
                <c:pt idx="96648">
                  <c:v>5</c:v>
                </c:pt>
                <c:pt idx="96649">
                  <c:v>2</c:v>
                </c:pt>
                <c:pt idx="96650">
                  <c:v>8</c:v>
                </c:pt>
                <c:pt idx="96651">
                  <c:v>0</c:v>
                </c:pt>
                <c:pt idx="96652">
                  <c:v>2</c:v>
                </c:pt>
                <c:pt idx="96653">
                  <c:v>2</c:v>
                </c:pt>
                <c:pt idx="96654">
                  <c:v>1</c:v>
                </c:pt>
                <c:pt idx="96655">
                  <c:v>1</c:v>
                </c:pt>
                <c:pt idx="96656">
                  <c:v>1</c:v>
                </c:pt>
                <c:pt idx="96657">
                  <c:v>1</c:v>
                </c:pt>
                <c:pt idx="96658">
                  <c:v>1</c:v>
                </c:pt>
                <c:pt idx="96659">
                  <c:v>1</c:v>
                </c:pt>
                <c:pt idx="96660">
                  <c:v>1</c:v>
                </c:pt>
                <c:pt idx="96661">
                  <c:v>1</c:v>
                </c:pt>
                <c:pt idx="96662">
                  <c:v>1</c:v>
                </c:pt>
                <c:pt idx="96663">
                  <c:v>1</c:v>
                </c:pt>
                <c:pt idx="96664">
                  <c:v>1</c:v>
                </c:pt>
                <c:pt idx="96665">
                  <c:v>1</c:v>
                </c:pt>
                <c:pt idx="96666">
                  <c:v>1</c:v>
                </c:pt>
                <c:pt idx="96667">
                  <c:v>1</c:v>
                </c:pt>
                <c:pt idx="96668">
                  <c:v>1</c:v>
                </c:pt>
                <c:pt idx="96669">
                  <c:v>1</c:v>
                </c:pt>
                <c:pt idx="96670">
                  <c:v>1</c:v>
                </c:pt>
                <c:pt idx="96671">
                  <c:v>1</c:v>
                </c:pt>
                <c:pt idx="96672">
                  <c:v>2</c:v>
                </c:pt>
                <c:pt idx="96673">
                  <c:v>2</c:v>
                </c:pt>
                <c:pt idx="96674">
                  <c:v>2</c:v>
                </c:pt>
                <c:pt idx="96675">
                  <c:v>3</c:v>
                </c:pt>
                <c:pt idx="96676">
                  <c:v>2</c:v>
                </c:pt>
                <c:pt idx="96677">
                  <c:v>3</c:v>
                </c:pt>
                <c:pt idx="96678">
                  <c:v>3</c:v>
                </c:pt>
                <c:pt idx="96679">
                  <c:v>2</c:v>
                </c:pt>
                <c:pt idx="96680">
                  <c:v>2</c:v>
                </c:pt>
                <c:pt idx="96681">
                  <c:v>1</c:v>
                </c:pt>
                <c:pt idx="96682">
                  <c:v>2</c:v>
                </c:pt>
                <c:pt idx="96683">
                  <c:v>5</c:v>
                </c:pt>
                <c:pt idx="96684">
                  <c:v>3</c:v>
                </c:pt>
                <c:pt idx="96685">
                  <c:v>3</c:v>
                </c:pt>
                <c:pt idx="96686">
                  <c:v>6</c:v>
                </c:pt>
                <c:pt idx="96687">
                  <c:v>1</c:v>
                </c:pt>
                <c:pt idx="96688">
                  <c:v>11</c:v>
                </c:pt>
                <c:pt idx="96689">
                  <c:v>4</c:v>
                </c:pt>
                <c:pt idx="96690">
                  <c:v>2</c:v>
                </c:pt>
                <c:pt idx="96691">
                  <c:v>3</c:v>
                </c:pt>
                <c:pt idx="96692">
                  <c:v>3</c:v>
                </c:pt>
                <c:pt idx="96693">
                  <c:v>3</c:v>
                </c:pt>
                <c:pt idx="96694">
                  <c:v>3</c:v>
                </c:pt>
                <c:pt idx="96695">
                  <c:v>1</c:v>
                </c:pt>
                <c:pt idx="96696">
                  <c:v>3</c:v>
                </c:pt>
                <c:pt idx="96697">
                  <c:v>1</c:v>
                </c:pt>
                <c:pt idx="96698">
                  <c:v>2</c:v>
                </c:pt>
                <c:pt idx="96699">
                  <c:v>4</c:v>
                </c:pt>
                <c:pt idx="96700">
                  <c:v>4</c:v>
                </c:pt>
                <c:pt idx="96701">
                  <c:v>2</c:v>
                </c:pt>
                <c:pt idx="96702">
                  <c:v>2</c:v>
                </c:pt>
                <c:pt idx="96703">
                  <c:v>4</c:v>
                </c:pt>
                <c:pt idx="96704">
                  <c:v>1</c:v>
                </c:pt>
                <c:pt idx="96705">
                  <c:v>1</c:v>
                </c:pt>
                <c:pt idx="96706">
                  <c:v>1</c:v>
                </c:pt>
                <c:pt idx="96707">
                  <c:v>1</c:v>
                </c:pt>
                <c:pt idx="96708">
                  <c:v>1</c:v>
                </c:pt>
                <c:pt idx="96709">
                  <c:v>3</c:v>
                </c:pt>
                <c:pt idx="96710">
                  <c:v>4</c:v>
                </c:pt>
                <c:pt idx="96711">
                  <c:v>2</c:v>
                </c:pt>
                <c:pt idx="96712">
                  <c:v>2</c:v>
                </c:pt>
                <c:pt idx="96713">
                  <c:v>2</c:v>
                </c:pt>
                <c:pt idx="96714">
                  <c:v>2</c:v>
                </c:pt>
                <c:pt idx="96715">
                  <c:v>4</c:v>
                </c:pt>
                <c:pt idx="96716">
                  <c:v>4</c:v>
                </c:pt>
                <c:pt idx="96717">
                  <c:v>3</c:v>
                </c:pt>
                <c:pt idx="96718">
                  <c:v>2</c:v>
                </c:pt>
                <c:pt idx="96719">
                  <c:v>4</c:v>
                </c:pt>
                <c:pt idx="96720">
                  <c:v>3</c:v>
                </c:pt>
                <c:pt idx="96721">
                  <c:v>2</c:v>
                </c:pt>
                <c:pt idx="96722">
                  <c:v>5</c:v>
                </c:pt>
                <c:pt idx="96723">
                  <c:v>2</c:v>
                </c:pt>
                <c:pt idx="96724">
                  <c:v>2</c:v>
                </c:pt>
                <c:pt idx="96725">
                  <c:v>2</c:v>
                </c:pt>
                <c:pt idx="96726">
                  <c:v>2</c:v>
                </c:pt>
                <c:pt idx="96727">
                  <c:v>2</c:v>
                </c:pt>
                <c:pt idx="96728">
                  <c:v>3</c:v>
                </c:pt>
                <c:pt idx="96729">
                  <c:v>2</c:v>
                </c:pt>
                <c:pt idx="96730">
                  <c:v>3</c:v>
                </c:pt>
                <c:pt idx="96731">
                  <c:v>6</c:v>
                </c:pt>
                <c:pt idx="96732">
                  <c:v>7</c:v>
                </c:pt>
                <c:pt idx="96733">
                  <c:v>2</c:v>
                </c:pt>
                <c:pt idx="96734">
                  <c:v>1</c:v>
                </c:pt>
                <c:pt idx="96735">
                  <c:v>2</c:v>
                </c:pt>
                <c:pt idx="96736">
                  <c:v>3</c:v>
                </c:pt>
                <c:pt idx="96737">
                  <c:v>1</c:v>
                </c:pt>
                <c:pt idx="96738">
                  <c:v>5</c:v>
                </c:pt>
                <c:pt idx="96739">
                  <c:v>4</c:v>
                </c:pt>
                <c:pt idx="96740">
                  <c:v>3</c:v>
                </c:pt>
                <c:pt idx="96741">
                  <c:v>2</c:v>
                </c:pt>
                <c:pt idx="96742">
                  <c:v>1</c:v>
                </c:pt>
                <c:pt idx="96743">
                  <c:v>1</c:v>
                </c:pt>
                <c:pt idx="96744">
                  <c:v>4</c:v>
                </c:pt>
                <c:pt idx="96745">
                  <c:v>0</c:v>
                </c:pt>
                <c:pt idx="96746">
                  <c:v>3</c:v>
                </c:pt>
                <c:pt idx="96747">
                  <c:v>5</c:v>
                </c:pt>
                <c:pt idx="96748">
                  <c:v>5</c:v>
                </c:pt>
                <c:pt idx="96749">
                  <c:v>2</c:v>
                </c:pt>
                <c:pt idx="96750">
                  <c:v>4</c:v>
                </c:pt>
                <c:pt idx="96751">
                  <c:v>2</c:v>
                </c:pt>
                <c:pt idx="96752">
                  <c:v>1</c:v>
                </c:pt>
                <c:pt idx="96753">
                  <c:v>2</c:v>
                </c:pt>
                <c:pt idx="96754">
                  <c:v>2</c:v>
                </c:pt>
                <c:pt idx="96755">
                  <c:v>2</c:v>
                </c:pt>
                <c:pt idx="96756">
                  <c:v>2</c:v>
                </c:pt>
                <c:pt idx="96757">
                  <c:v>1</c:v>
                </c:pt>
                <c:pt idx="96758">
                  <c:v>2</c:v>
                </c:pt>
                <c:pt idx="96759">
                  <c:v>4</c:v>
                </c:pt>
                <c:pt idx="96760">
                  <c:v>3</c:v>
                </c:pt>
                <c:pt idx="96761">
                  <c:v>13</c:v>
                </c:pt>
                <c:pt idx="96762">
                  <c:v>1</c:v>
                </c:pt>
                <c:pt idx="96763">
                  <c:v>2</c:v>
                </c:pt>
                <c:pt idx="96764">
                  <c:v>4</c:v>
                </c:pt>
                <c:pt idx="96765">
                  <c:v>4</c:v>
                </c:pt>
                <c:pt idx="96766">
                  <c:v>3</c:v>
                </c:pt>
                <c:pt idx="96767">
                  <c:v>3</c:v>
                </c:pt>
                <c:pt idx="96768">
                  <c:v>3</c:v>
                </c:pt>
                <c:pt idx="96769">
                  <c:v>2</c:v>
                </c:pt>
                <c:pt idx="96770">
                  <c:v>3</c:v>
                </c:pt>
                <c:pt idx="96771">
                  <c:v>4</c:v>
                </c:pt>
                <c:pt idx="96772">
                  <c:v>3</c:v>
                </c:pt>
                <c:pt idx="96773">
                  <c:v>3</c:v>
                </c:pt>
                <c:pt idx="96774">
                  <c:v>3</c:v>
                </c:pt>
                <c:pt idx="96775">
                  <c:v>3</c:v>
                </c:pt>
                <c:pt idx="96776">
                  <c:v>2</c:v>
                </c:pt>
                <c:pt idx="96777">
                  <c:v>3</c:v>
                </c:pt>
                <c:pt idx="96778">
                  <c:v>4</c:v>
                </c:pt>
                <c:pt idx="96779">
                  <c:v>2</c:v>
                </c:pt>
                <c:pt idx="96780">
                  <c:v>3</c:v>
                </c:pt>
                <c:pt idx="96781">
                  <c:v>9</c:v>
                </c:pt>
                <c:pt idx="96782">
                  <c:v>2</c:v>
                </c:pt>
                <c:pt idx="96783">
                  <c:v>2</c:v>
                </c:pt>
                <c:pt idx="96784">
                  <c:v>1</c:v>
                </c:pt>
                <c:pt idx="96785">
                  <c:v>2</c:v>
                </c:pt>
                <c:pt idx="96786">
                  <c:v>1</c:v>
                </c:pt>
                <c:pt idx="96787">
                  <c:v>2</c:v>
                </c:pt>
                <c:pt idx="96788">
                  <c:v>1</c:v>
                </c:pt>
                <c:pt idx="96789">
                  <c:v>2</c:v>
                </c:pt>
                <c:pt idx="96790">
                  <c:v>1</c:v>
                </c:pt>
                <c:pt idx="96791">
                  <c:v>6</c:v>
                </c:pt>
                <c:pt idx="96792">
                  <c:v>12</c:v>
                </c:pt>
                <c:pt idx="96793">
                  <c:v>8</c:v>
                </c:pt>
                <c:pt idx="96794">
                  <c:v>8</c:v>
                </c:pt>
                <c:pt idx="96795">
                  <c:v>6</c:v>
                </c:pt>
                <c:pt idx="96796">
                  <c:v>12</c:v>
                </c:pt>
                <c:pt idx="96797">
                  <c:v>12</c:v>
                </c:pt>
                <c:pt idx="96798">
                  <c:v>6</c:v>
                </c:pt>
                <c:pt idx="96799">
                  <c:v>12</c:v>
                </c:pt>
                <c:pt idx="96800">
                  <c:v>2</c:v>
                </c:pt>
                <c:pt idx="96801">
                  <c:v>1</c:v>
                </c:pt>
                <c:pt idx="96802">
                  <c:v>2</c:v>
                </c:pt>
                <c:pt idx="96803">
                  <c:v>2</c:v>
                </c:pt>
                <c:pt idx="96804">
                  <c:v>3</c:v>
                </c:pt>
                <c:pt idx="96805">
                  <c:v>6</c:v>
                </c:pt>
                <c:pt idx="96806">
                  <c:v>3</c:v>
                </c:pt>
                <c:pt idx="96807">
                  <c:v>3</c:v>
                </c:pt>
                <c:pt idx="96808">
                  <c:v>3</c:v>
                </c:pt>
                <c:pt idx="96809">
                  <c:v>5</c:v>
                </c:pt>
                <c:pt idx="96810">
                  <c:v>2</c:v>
                </c:pt>
                <c:pt idx="96811">
                  <c:v>2</c:v>
                </c:pt>
                <c:pt idx="96812">
                  <c:v>3</c:v>
                </c:pt>
                <c:pt idx="96813">
                  <c:v>5</c:v>
                </c:pt>
                <c:pt idx="96814">
                  <c:v>10</c:v>
                </c:pt>
                <c:pt idx="96815">
                  <c:v>5</c:v>
                </c:pt>
                <c:pt idx="96816">
                  <c:v>5</c:v>
                </c:pt>
                <c:pt idx="96817">
                  <c:v>3</c:v>
                </c:pt>
                <c:pt idx="96818">
                  <c:v>1</c:v>
                </c:pt>
                <c:pt idx="96819">
                  <c:v>4</c:v>
                </c:pt>
                <c:pt idx="96820">
                  <c:v>2</c:v>
                </c:pt>
                <c:pt idx="96821">
                  <c:v>1</c:v>
                </c:pt>
                <c:pt idx="96822">
                  <c:v>1</c:v>
                </c:pt>
                <c:pt idx="96823">
                  <c:v>4</c:v>
                </c:pt>
                <c:pt idx="96824">
                  <c:v>4</c:v>
                </c:pt>
                <c:pt idx="96825">
                  <c:v>2</c:v>
                </c:pt>
                <c:pt idx="96826">
                  <c:v>5</c:v>
                </c:pt>
                <c:pt idx="96827">
                  <c:v>1</c:v>
                </c:pt>
                <c:pt idx="96828">
                  <c:v>1</c:v>
                </c:pt>
                <c:pt idx="96829">
                  <c:v>1</c:v>
                </c:pt>
                <c:pt idx="96830">
                  <c:v>1</c:v>
                </c:pt>
                <c:pt idx="96831">
                  <c:v>1</c:v>
                </c:pt>
                <c:pt idx="96832">
                  <c:v>1</c:v>
                </c:pt>
                <c:pt idx="96833">
                  <c:v>8</c:v>
                </c:pt>
                <c:pt idx="96834">
                  <c:v>2</c:v>
                </c:pt>
                <c:pt idx="96835">
                  <c:v>2</c:v>
                </c:pt>
                <c:pt idx="96836">
                  <c:v>2</c:v>
                </c:pt>
                <c:pt idx="96837">
                  <c:v>2</c:v>
                </c:pt>
                <c:pt idx="96838">
                  <c:v>1</c:v>
                </c:pt>
                <c:pt idx="96839">
                  <c:v>1</c:v>
                </c:pt>
                <c:pt idx="96840">
                  <c:v>2</c:v>
                </c:pt>
                <c:pt idx="96841">
                  <c:v>2</c:v>
                </c:pt>
                <c:pt idx="96842">
                  <c:v>4</c:v>
                </c:pt>
                <c:pt idx="96843">
                  <c:v>1</c:v>
                </c:pt>
                <c:pt idx="96844">
                  <c:v>4</c:v>
                </c:pt>
                <c:pt idx="96845">
                  <c:v>3</c:v>
                </c:pt>
                <c:pt idx="96846">
                  <c:v>4</c:v>
                </c:pt>
                <c:pt idx="96847">
                  <c:v>3</c:v>
                </c:pt>
                <c:pt idx="96848">
                  <c:v>2</c:v>
                </c:pt>
                <c:pt idx="96849">
                  <c:v>4</c:v>
                </c:pt>
                <c:pt idx="96850">
                  <c:v>3</c:v>
                </c:pt>
                <c:pt idx="96851">
                  <c:v>5</c:v>
                </c:pt>
                <c:pt idx="96852">
                  <c:v>7</c:v>
                </c:pt>
                <c:pt idx="96853">
                  <c:v>4</c:v>
                </c:pt>
                <c:pt idx="96854">
                  <c:v>2</c:v>
                </c:pt>
                <c:pt idx="96855">
                  <c:v>1</c:v>
                </c:pt>
                <c:pt idx="96856">
                  <c:v>2</c:v>
                </c:pt>
                <c:pt idx="96857">
                  <c:v>1</c:v>
                </c:pt>
                <c:pt idx="96858">
                  <c:v>3</c:v>
                </c:pt>
                <c:pt idx="96859">
                  <c:v>7</c:v>
                </c:pt>
                <c:pt idx="96860">
                  <c:v>2</c:v>
                </c:pt>
                <c:pt idx="96861">
                  <c:v>4</c:v>
                </c:pt>
                <c:pt idx="96862">
                  <c:v>3</c:v>
                </c:pt>
                <c:pt idx="96863">
                  <c:v>2</c:v>
                </c:pt>
                <c:pt idx="96864">
                  <c:v>6</c:v>
                </c:pt>
                <c:pt idx="96865">
                  <c:v>3</c:v>
                </c:pt>
                <c:pt idx="96866">
                  <c:v>2</c:v>
                </c:pt>
                <c:pt idx="96867">
                  <c:v>2</c:v>
                </c:pt>
                <c:pt idx="96868">
                  <c:v>2</c:v>
                </c:pt>
                <c:pt idx="96869">
                  <c:v>5</c:v>
                </c:pt>
                <c:pt idx="96870">
                  <c:v>2</c:v>
                </c:pt>
                <c:pt idx="96871">
                  <c:v>1</c:v>
                </c:pt>
                <c:pt idx="96872">
                  <c:v>1</c:v>
                </c:pt>
                <c:pt idx="96873">
                  <c:v>6</c:v>
                </c:pt>
                <c:pt idx="96874">
                  <c:v>1</c:v>
                </c:pt>
                <c:pt idx="96875">
                  <c:v>2</c:v>
                </c:pt>
                <c:pt idx="96876">
                  <c:v>2</c:v>
                </c:pt>
                <c:pt idx="96877">
                  <c:v>2</c:v>
                </c:pt>
                <c:pt idx="96878">
                  <c:v>1</c:v>
                </c:pt>
                <c:pt idx="96879">
                  <c:v>1</c:v>
                </c:pt>
                <c:pt idx="96880">
                  <c:v>1</c:v>
                </c:pt>
                <c:pt idx="96881">
                  <c:v>1</c:v>
                </c:pt>
                <c:pt idx="96882">
                  <c:v>1</c:v>
                </c:pt>
                <c:pt idx="96883">
                  <c:v>4</c:v>
                </c:pt>
                <c:pt idx="96884">
                  <c:v>5</c:v>
                </c:pt>
                <c:pt idx="96885">
                  <c:v>2</c:v>
                </c:pt>
                <c:pt idx="96886">
                  <c:v>2</c:v>
                </c:pt>
                <c:pt idx="96887">
                  <c:v>4</c:v>
                </c:pt>
                <c:pt idx="96888">
                  <c:v>3</c:v>
                </c:pt>
                <c:pt idx="96889">
                  <c:v>4</c:v>
                </c:pt>
                <c:pt idx="96890">
                  <c:v>4</c:v>
                </c:pt>
                <c:pt idx="96891">
                  <c:v>2</c:v>
                </c:pt>
                <c:pt idx="96892">
                  <c:v>3</c:v>
                </c:pt>
                <c:pt idx="96893">
                  <c:v>4</c:v>
                </c:pt>
                <c:pt idx="96894">
                  <c:v>5</c:v>
                </c:pt>
                <c:pt idx="96895">
                  <c:v>3</c:v>
                </c:pt>
                <c:pt idx="96896">
                  <c:v>3</c:v>
                </c:pt>
                <c:pt idx="96897">
                  <c:v>2</c:v>
                </c:pt>
                <c:pt idx="96898">
                  <c:v>4</c:v>
                </c:pt>
                <c:pt idx="96899">
                  <c:v>4</c:v>
                </c:pt>
                <c:pt idx="96900">
                  <c:v>10</c:v>
                </c:pt>
                <c:pt idx="96901">
                  <c:v>4</c:v>
                </c:pt>
                <c:pt idx="96902">
                  <c:v>4</c:v>
                </c:pt>
                <c:pt idx="96903">
                  <c:v>4</c:v>
                </c:pt>
                <c:pt idx="96904">
                  <c:v>4</c:v>
                </c:pt>
                <c:pt idx="96905">
                  <c:v>6</c:v>
                </c:pt>
                <c:pt idx="96906">
                  <c:v>3</c:v>
                </c:pt>
                <c:pt idx="96907">
                  <c:v>3</c:v>
                </c:pt>
                <c:pt idx="96908">
                  <c:v>-1</c:v>
                </c:pt>
                <c:pt idx="96909">
                  <c:v>4</c:v>
                </c:pt>
                <c:pt idx="96910">
                  <c:v>1</c:v>
                </c:pt>
                <c:pt idx="96911">
                  <c:v>1</c:v>
                </c:pt>
                <c:pt idx="96912">
                  <c:v>4</c:v>
                </c:pt>
                <c:pt idx="96913">
                  <c:v>2</c:v>
                </c:pt>
                <c:pt idx="96914">
                  <c:v>3</c:v>
                </c:pt>
                <c:pt idx="96915">
                  <c:v>4</c:v>
                </c:pt>
                <c:pt idx="96916">
                  <c:v>1</c:v>
                </c:pt>
                <c:pt idx="96917">
                  <c:v>6</c:v>
                </c:pt>
                <c:pt idx="96918">
                  <c:v>2</c:v>
                </c:pt>
                <c:pt idx="96919">
                  <c:v>1</c:v>
                </c:pt>
                <c:pt idx="96920">
                  <c:v>2</c:v>
                </c:pt>
                <c:pt idx="96921">
                  <c:v>2</c:v>
                </c:pt>
                <c:pt idx="96922">
                  <c:v>1</c:v>
                </c:pt>
                <c:pt idx="96923">
                  <c:v>1</c:v>
                </c:pt>
                <c:pt idx="96924">
                  <c:v>5</c:v>
                </c:pt>
                <c:pt idx="96925">
                  <c:v>2</c:v>
                </c:pt>
                <c:pt idx="96926">
                  <c:v>2</c:v>
                </c:pt>
                <c:pt idx="96927">
                  <c:v>2</c:v>
                </c:pt>
                <c:pt idx="96928">
                  <c:v>4</c:v>
                </c:pt>
                <c:pt idx="96929">
                  <c:v>4</c:v>
                </c:pt>
                <c:pt idx="96930">
                  <c:v>2</c:v>
                </c:pt>
                <c:pt idx="96931">
                  <c:v>1</c:v>
                </c:pt>
                <c:pt idx="96932">
                  <c:v>4</c:v>
                </c:pt>
                <c:pt idx="96933">
                  <c:v>3</c:v>
                </c:pt>
                <c:pt idx="96934">
                  <c:v>4</c:v>
                </c:pt>
                <c:pt idx="96935">
                  <c:v>2</c:v>
                </c:pt>
                <c:pt idx="96936">
                  <c:v>2</c:v>
                </c:pt>
                <c:pt idx="96937">
                  <c:v>1</c:v>
                </c:pt>
                <c:pt idx="96938">
                  <c:v>1</c:v>
                </c:pt>
                <c:pt idx="96939">
                  <c:v>1</c:v>
                </c:pt>
                <c:pt idx="96940">
                  <c:v>2</c:v>
                </c:pt>
                <c:pt idx="96941">
                  <c:v>3</c:v>
                </c:pt>
                <c:pt idx="96942">
                  <c:v>6</c:v>
                </c:pt>
                <c:pt idx="96943">
                  <c:v>3</c:v>
                </c:pt>
                <c:pt idx="96944">
                  <c:v>2</c:v>
                </c:pt>
                <c:pt idx="96945">
                  <c:v>2</c:v>
                </c:pt>
                <c:pt idx="96946">
                  <c:v>1</c:v>
                </c:pt>
                <c:pt idx="96947">
                  <c:v>1</c:v>
                </c:pt>
                <c:pt idx="96948">
                  <c:v>2</c:v>
                </c:pt>
                <c:pt idx="96949">
                  <c:v>1</c:v>
                </c:pt>
                <c:pt idx="96950">
                  <c:v>2</c:v>
                </c:pt>
                <c:pt idx="96951">
                  <c:v>1</c:v>
                </c:pt>
                <c:pt idx="96952">
                  <c:v>3</c:v>
                </c:pt>
                <c:pt idx="96953">
                  <c:v>1</c:v>
                </c:pt>
                <c:pt idx="96954">
                  <c:v>3</c:v>
                </c:pt>
                <c:pt idx="96955">
                  <c:v>1</c:v>
                </c:pt>
                <c:pt idx="96956">
                  <c:v>6</c:v>
                </c:pt>
                <c:pt idx="96957">
                  <c:v>4</c:v>
                </c:pt>
                <c:pt idx="96958">
                  <c:v>1</c:v>
                </c:pt>
                <c:pt idx="96959">
                  <c:v>4</c:v>
                </c:pt>
                <c:pt idx="96960">
                  <c:v>4</c:v>
                </c:pt>
                <c:pt idx="96961">
                  <c:v>6</c:v>
                </c:pt>
                <c:pt idx="96962">
                  <c:v>3</c:v>
                </c:pt>
                <c:pt idx="96963">
                  <c:v>2</c:v>
                </c:pt>
                <c:pt idx="96964">
                  <c:v>2</c:v>
                </c:pt>
                <c:pt idx="96965">
                  <c:v>5</c:v>
                </c:pt>
                <c:pt idx="96966">
                  <c:v>2</c:v>
                </c:pt>
                <c:pt idx="96967">
                  <c:v>2</c:v>
                </c:pt>
                <c:pt idx="96968">
                  <c:v>6</c:v>
                </c:pt>
                <c:pt idx="96969">
                  <c:v>3</c:v>
                </c:pt>
                <c:pt idx="96970">
                  <c:v>2</c:v>
                </c:pt>
                <c:pt idx="96971">
                  <c:v>3</c:v>
                </c:pt>
                <c:pt idx="96972">
                  <c:v>2</c:v>
                </c:pt>
                <c:pt idx="96973">
                  <c:v>2</c:v>
                </c:pt>
                <c:pt idx="96974">
                  <c:v>4</c:v>
                </c:pt>
                <c:pt idx="96975">
                  <c:v>2</c:v>
                </c:pt>
                <c:pt idx="96976">
                  <c:v>4</c:v>
                </c:pt>
                <c:pt idx="96977">
                  <c:v>2</c:v>
                </c:pt>
                <c:pt idx="96978">
                  <c:v>3</c:v>
                </c:pt>
                <c:pt idx="96979">
                  <c:v>3</c:v>
                </c:pt>
                <c:pt idx="96980">
                  <c:v>1</c:v>
                </c:pt>
                <c:pt idx="96981">
                  <c:v>3</c:v>
                </c:pt>
                <c:pt idx="96982">
                  <c:v>1</c:v>
                </c:pt>
                <c:pt idx="96983">
                  <c:v>3</c:v>
                </c:pt>
                <c:pt idx="96984">
                  <c:v>4</c:v>
                </c:pt>
                <c:pt idx="96985">
                  <c:v>6</c:v>
                </c:pt>
                <c:pt idx="96986">
                  <c:v>6</c:v>
                </c:pt>
                <c:pt idx="96987">
                  <c:v>3</c:v>
                </c:pt>
                <c:pt idx="96988">
                  <c:v>2</c:v>
                </c:pt>
                <c:pt idx="96989">
                  <c:v>2</c:v>
                </c:pt>
                <c:pt idx="96990">
                  <c:v>2</c:v>
                </c:pt>
                <c:pt idx="96991">
                  <c:v>2</c:v>
                </c:pt>
                <c:pt idx="96992">
                  <c:v>4</c:v>
                </c:pt>
                <c:pt idx="96993">
                  <c:v>2</c:v>
                </c:pt>
                <c:pt idx="96994">
                  <c:v>3</c:v>
                </c:pt>
                <c:pt idx="96995">
                  <c:v>10</c:v>
                </c:pt>
                <c:pt idx="96996">
                  <c:v>10</c:v>
                </c:pt>
                <c:pt idx="96997">
                  <c:v>10</c:v>
                </c:pt>
                <c:pt idx="96998">
                  <c:v>10</c:v>
                </c:pt>
                <c:pt idx="96999">
                  <c:v>2</c:v>
                </c:pt>
                <c:pt idx="97000">
                  <c:v>2</c:v>
                </c:pt>
                <c:pt idx="97001">
                  <c:v>2</c:v>
                </c:pt>
                <c:pt idx="97002">
                  <c:v>2</c:v>
                </c:pt>
                <c:pt idx="97003">
                  <c:v>2</c:v>
                </c:pt>
                <c:pt idx="97004">
                  <c:v>2</c:v>
                </c:pt>
                <c:pt idx="97005">
                  <c:v>2</c:v>
                </c:pt>
                <c:pt idx="97006">
                  <c:v>2</c:v>
                </c:pt>
                <c:pt idx="97007">
                  <c:v>2</c:v>
                </c:pt>
                <c:pt idx="97008">
                  <c:v>6</c:v>
                </c:pt>
                <c:pt idx="97009">
                  <c:v>3</c:v>
                </c:pt>
                <c:pt idx="97010">
                  <c:v>3</c:v>
                </c:pt>
                <c:pt idx="97011">
                  <c:v>3</c:v>
                </c:pt>
                <c:pt idx="97012">
                  <c:v>3</c:v>
                </c:pt>
                <c:pt idx="97013">
                  <c:v>1</c:v>
                </c:pt>
                <c:pt idx="97014">
                  <c:v>1</c:v>
                </c:pt>
                <c:pt idx="97015">
                  <c:v>1</c:v>
                </c:pt>
                <c:pt idx="97016">
                  <c:v>5</c:v>
                </c:pt>
                <c:pt idx="97017">
                  <c:v>5</c:v>
                </c:pt>
                <c:pt idx="97018">
                  <c:v>4</c:v>
                </c:pt>
                <c:pt idx="97019">
                  <c:v>4</c:v>
                </c:pt>
                <c:pt idx="97020">
                  <c:v>4</c:v>
                </c:pt>
                <c:pt idx="97021">
                  <c:v>4</c:v>
                </c:pt>
                <c:pt idx="97022">
                  <c:v>3</c:v>
                </c:pt>
                <c:pt idx="97023">
                  <c:v>2</c:v>
                </c:pt>
                <c:pt idx="97024">
                  <c:v>2</c:v>
                </c:pt>
                <c:pt idx="97025">
                  <c:v>3</c:v>
                </c:pt>
                <c:pt idx="97026">
                  <c:v>2</c:v>
                </c:pt>
                <c:pt idx="97027">
                  <c:v>2</c:v>
                </c:pt>
                <c:pt idx="97028">
                  <c:v>2</c:v>
                </c:pt>
                <c:pt idx="97029">
                  <c:v>2</c:v>
                </c:pt>
                <c:pt idx="97030">
                  <c:v>5</c:v>
                </c:pt>
                <c:pt idx="97031">
                  <c:v>4</c:v>
                </c:pt>
                <c:pt idx="97032">
                  <c:v>11</c:v>
                </c:pt>
                <c:pt idx="97033">
                  <c:v>4</c:v>
                </c:pt>
                <c:pt idx="97034">
                  <c:v>3</c:v>
                </c:pt>
                <c:pt idx="97035">
                  <c:v>3</c:v>
                </c:pt>
                <c:pt idx="97036">
                  <c:v>2</c:v>
                </c:pt>
                <c:pt idx="97037">
                  <c:v>5</c:v>
                </c:pt>
                <c:pt idx="97038">
                  <c:v>4</c:v>
                </c:pt>
                <c:pt idx="97039">
                  <c:v>4</c:v>
                </c:pt>
                <c:pt idx="97040">
                  <c:v>4</c:v>
                </c:pt>
                <c:pt idx="97041">
                  <c:v>2</c:v>
                </c:pt>
                <c:pt idx="97042">
                  <c:v>4</c:v>
                </c:pt>
                <c:pt idx="97043">
                  <c:v>2</c:v>
                </c:pt>
                <c:pt idx="97044">
                  <c:v>2</c:v>
                </c:pt>
                <c:pt idx="97045">
                  <c:v>1</c:v>
                </c:pt>
                <c:pt idx="97046">
                  <c:v>2</c:v>
                </c:pt>
                <c:pt idx="97047">
                  <c:v>2</c:v>
                </c:pt>
                <c:pt idx="97048">
                  <c:v>1</c:v>
                </c:pt>
                <c:pt idx="97049">
                  <c:v>3</c:v>
                </c:pt>
                <c:pt idx="97050">
                  <c:v>3</c:v>
                </c:pt>
                <c:pt idx="97051">
                  <c:v>2</c:v>
                </c:pt>
                <c:pt idx="97052">
                  <c:v>5</c:v>
                </c:pt>
                <c:pt idx="97053">
                  <c:v>2</c:v>
                </c:pt>
                <c:pt idx="97054">
                  <c:v>1</c:v>
                </c:pt>
                <c:pt idx="97055">
                  <c:v>2</c:v>
                </c:pt>
                <c:pt idx="97056">
                  <c:v>2</c:v>
                </c:pt>
                <c:pt idx="97057">
                  <c:v>2</c:v>
                </c:pt>
                <c:pt idx="97058">
                  <c:v>3</c:v>
                </c:pt>
                <c:pt idx="97059">
                  <c:v>4</c:v>
                </c:pt>
                <c:pt idx="97060">
                  <c:v>3</c:v>
                </c:pt>
                <c:pt idx="97061">
                  <c:v>2</c:v>
                </c:pt>
                <c:pt idx="97062">
                  <c:v>3</c:v>
                </c:pt>
                <c:pt idx="97063">
                  <c:v>2</c:v>
                </c:pt>
                <c:pt idx="97064">
                  <c:v>4</c:v>
                </c:pt>
                <c:pt idx="97065">
                  <c:v>4</c:v>
                </c:pt>
                <c:pt idx="97066">
                  <c:v>2</c:v>
                </c:pt>
                <c:pt idx="97067">
                  <c:v>1</c:v>
                </c:pt>
                <c:pt idx="97068">
                  <c:v>5</c:v>
                </c:pt>
                <c:pt idx="97069">
                  <c:v>1</c:v>
                </c:pt>
                <c:pt idx="97070">
                  <c:v>3</c:v>
                </c:pt>
                <c:pt idx="97071">
                  <c:v>3</c:v>
                </c:pt>
                <c:pt idx="97072">
                  <c:v>2</c:v>
                </c:pt>
                <c:pt idx="97073">
                  <c:v>2</c:v>
                </c:pt>
                <c:pt idx="97074">
                  <c:v>2</c:v>
                </c:pt>
                <c:pt idx="97075">
                  <c:v>5</c:v>
                </c:pt>
                <c:pt idx="97076">
                  <c:v>5</c:v>
                </c:pt>
                <c:pt idx="97077">
                  <c:v>3</c:v>
                </c:pt>
                <c:pt idx="97078">
                  <c:v>4</c:v>
                </c:pt>
                <c:pt idx="97079">
                  <c:v>3</c:v>
                </c:pt>
                <c:pt idx="97080">
                  <c:v>0</c:v>
                </c:pt>
                <c:pt idx="97081">
                  <c:v>2</c:v>
                </c:pt>
                <c:pt idx="97082">
                  <c:v>2</c:v>
                </c:pt>
                <c:pt idx="97083">
                  <c:v>1</c:v>
                </c:pt>
                <c:pt idx="97084">
                  <c:v>1</c:v>
                </c:pt>
                <c:pt idx="97085">
                  <c:v>1</c:v>
                </c:pt>
                <c:pt idx="97086">
                  <c:v>1</c:v>
                </c:pt>
                <c:pt idx="97087">
                  <c:v>3</c:v>
                </c:pt>
                <c:pt idx="97088">
                  <c:v>1</c:v>
                </c:pt>
                <c:pt idx="97089">
                  <c:v>3</c:v>
                </c:pt>
                <c:pt idx="97090">
                  <c:v>2</c:v>
                </c:pt>
                <c:pt idx="97091">
                  <c:v>1</c:v>
                </c:pt>
                <c:pt idx="97092">
                  <c:v>3</c:v>
                </c:pt>
                <c:pt idx="97093">
                  <c:v>4</c:v>
                </c:pt>
                <c:pt idx="97094">
                  <c:v>1</c:v>
                </c:pt>
                <c:pt idx="97095">
                  <c:v>1</c:v>
                </c:pt>
                <c:pt idx="97096">
                  <c:v>1</c:v>
                </c:pt>
                <c:pt idx="97097">
                  <c:v>4</c:v>
                </c:pt>
                <c:pt idx="97098">
                  <c:v>3</c:v>
                </c:pt>
                <c:pt idx="97099">
                  <c:v>3</c:v>
                </c:pt>
                <c:pt idx="97100">
                  <c:v>4</c:v>
                </c:pt>
                <c:pt idx="97101">
                  <c:v>2</c:v>
                </c:pt>
                <c:pt idx="97102">
                  <c:v>2</c:v>
                </c:pt>
                <c:pt idx="97103">
                  <c:v>3</c:v>
                </c:pt>
                <c:pt idx="97104">
                  <c:v>6</c:v>
                </c:pt>
                <c:pt idx="97105">
                  <c:v>1</c:v>
                </c:pt>
                <c:pt idx="97106">
                  <c:v>2</c:v>
                </c:pt>
                <c:pt idx="97107">
                  <c:v>1</c:v>
                </c:pt>
                <c:pt idx="97108">
                  <c:v>2</c:v>
                </c:pt>
                <c:pt idx="97109">
                  <c:v>2</c:v>
                </c:pt>
                <c:pt idx="97110">
                  <c:v>1</c:v>
                </c:pt>
                <c:pt idx="97111">
                  <c:v>1</c:v>
                </c:pt>
                <c:pt idx="97112">
                  <c:v>1</c:v>
                </c:pt>
                <c:pt idx="97113">
                  <c:v>1</c:v>
                </c:pt>
                <c:pt idx="97114">
                  <c:v>3</c:v>
                </c:pt>
                <c:pt idx="97115">
                  <c:v>3</c:v>
                </c:pt>
                <c:pt idx="97116">
                  <c:v>3</c:v>
                </c:pt>
                <c:pt idx="97117">
                  <c:v>1</c:v>
                </c:pt>
                <c:pt idx="97118">
                  <c:v>3</c:v>
                </c:pt>
                <c:pt idx="97119">
                  <c:v>3</c:v>
                </c:pt>
                <c:pt idx="97120">
                  <c:v>2</c:v>
                </c:pt>
                <c:pt idx="97121">
                  <c:v>2</c:v>
                </c:pt>
                <c:pt idx="97122">
                  <c:v>2</c:v>
                </c:pt>
                <c:pt idx="97123">
                  <c:v>5</c:v>
                </c:pt>
                <c:pt idx="97124">
                  <c:v>3</c:v>
                </c:pt>
                <c:pt idx="97125">
                  <c:v>3</c:v>
                </c:pt>
                <c:pt idx="97126">
                  <c:v>3</c:v>
                </c:pt>
                <c:pt idx="97127">
                  <c:v>3</c:v>
                </c:pt>
                <c:pt idx="97128">
                  <c:v>3</c:v>
                </c:pt>
                <c:pt idx="97129">
                  <c:v>1</c:v>
                </c:pt>
                <c:pt idx="97130">
                  <c:v>1</c:v>
                </c:pt>
                <c:pt idx="97131">
                  <c:v>1</c:v>
                </c:pt>
                <c:pt idx="97132">
                  <c:v>2</c:v>
                </c:pt>
                <c:pt idx="97133">
                  <c:v>2</c:v>
                </c:pt>
                <c:pt idx="97134">
                  <c:v>2</c:v>
                </c:pt>
                <c:pt idx="97135">
                  <c:v>2</c:v>
                </c:pt>
                <c:pt idx="97136">
                  <c:v>3</c:v>
                </c:pt>
                <c:pt idx="97137">
                  <c:v>3</c:v>
                </c:pt>
                <c:pt idx="97138">
                  <c:v>1</c:v>
                </c:pt>
                <c:pt idx="97139">
                  <c:v>1</c:v>
                </c:pt>
                <c:pt idx="97140">
                  <c:v>1</c:v>
                </c:pt>
                <c:pt idx="97141">
                  <c:v>1</c:v>
                </c:pt>
                <c:pt idx="97142">
                  <c:v>3</c:v>
                </c:pt>
                <c:pt idx="97143">
                  <c:v>3</c:v>
                </c:pt>
                <c:pt idx="97144">
                  <c:v>4</c:v>
                </c:pt>
                <c:pt idx="97145">
                  <c:v>2</c:v>
                </c:pt>
                <c:pt idx="97146">
                  <c:v>4</c:v>
                </c:pt>
                <c:pt idx="97147">
                  <c:v>4</c:v>
                </c:pt>
                <c:pt idx="97148">
                  <c:v>3</c:v>
                </c:pt>
                <c:pt idx="97149">
                  <c:v>21</c:v>
                </c:pt>
                <c:pt idx="97150">
                  <c:v>1</c:v>
                </c:pt>
                <c:pt idx="97151">
                  <c:v>1</c:v>
                </c:pt>
                <c:pt idx="97152">
                  <c:v>3</c:v>
                </c:pt>
                <c:pt idx="97153">
                  <c:v>2</c:v>
                </c:pt>
                <c:pt idx="97154">
                  <c:v>5</c:v>
                </c:pt>
                <c:pt idx="97155">
                  <c:v>4</c:v>
                </c:pt>
                <c:pt idx="97156">
                  <c:v>5</c:v>
                </c:pt>
                <c:pt idx="97157">
                  <c:v>2</c:v>
                </c:pt>
                <c:pt idx="97158">
                  <c:v>2</c:v>
                </c:pt>
                <c:pt idx="97159">
                  <c:v>2</c:v>
                </c:pt>
                <c:pt idx="97160">
                  <c:v>1</c:v>
                </c:pt>
                <c:pt idx="97161">
                  <c:v>2</c:v>
                </c:pt>
                <c:pt idx="97162">
                  <c:v>2</c:v>
                </c:pt>
                <c:pt idx="97163">
                  <c:v>2</c:v>
                </c:pt>
                <c:pt idx="97164">
                  <c:v>2</c:v>
                </c:pt>
                <c:pt idx="97165">
                  <c:v>2</c:v>
                </c:pt>
                <c:pt idx="97166">
                  <c:v>1</c:v>
                </c:pt>
                <c:pt idx="97167">
                  <c:v>4</c:v>
                </c:pt>
                <c:pt idx="97168">
                  <c:v>4</c:v>
                </c:pt>
                <c:pt idx="97169">
                  <c:v>2</c:v>
                </c:pt>
                <c:pt idx="97170">
                  <c:v>1</c:v>
                </c:pt>
                <c:pt idx="97171">
                  <c:v>1</c:v>
                </c:pt>
                <c:pt idx="97172">
                  <c:v>6</c:v>
                </c:pt>
                <c:pt idx="97173">
                  <c:v>10</c:v>
                </c:pt>
                <c:pt idx="97174">
                  <c:v>2</c:v>
                </c:pt>
                <c:pt idx="97175">
                  <c:v>1</c:v>
                </c:pt>
                <c:pt idx="97176">
                  <c:v>1</c:v>
                </c:pt>
                <c:pt idx="97177">
                  <c:v>3</c:v>
                </c:pt>
                <c:pt idx="97178">
                  <c:v>1</c:v>
                </c:pt>
                <c:pt idx="97179">
                  <c:v>1</c:v>
                </c:pt>
                <c:pt idx="97180">
                  <c:v>1</c:v>
                </c:pt>
                <c:pt idx="97181">
                  <c:v>1</c:v>
                </c:pt>
                <c:pt idx="97182">
                  <c:v>2</c:v>
                </c:pt>
                <c:pt idx="97183">
                  <c:v>1</c:v>
                </c:pt>
                <c:pt idx="97184">
                  <c:v>2</c:v>
                </c:pt>
                <c:pt idx="97185">
                  <c:v>4</c:v>
                </c:pt>
                <c:pt idx="97186">
                  <c:v>1</c:v>
                </c:pt>
                <c:pt idx="97187">
                  <c:v>5</c:v>
                </c:pt>
                <c:pt idx="97188">
                  <c:v>4</c:v>
                </c:pt>
                <c:pt idx="97189">
                  <c:v>4</c:v>
                </c:pt>
                <c:pt idx="97190">
                  <c:v>2</c:v>
                </c:pt>
                <c:pt idx="97191">
                  <c:v>4</c:v>
                </c:pt>
                <c:pt idx="97192">
                  <c:v>1</c:v>
                </c:pt>
                <c:pt idx="97193">
                  <c:v>2</c:v>
                </c:pt>
                <c:pt idx="97194">
                  <c:v>2</c:v>
                </c:pt>
                <c:pt idx="97195">
                  <c:v>2</c:v>
                </c:pt>
                <c:pt idx="97196">
                  <c:v>3</c:v>
                </c:pt>
                <c:pt idx="97197">
                  <c:v>2</c:v>
                </c:pt>
                <c:pt idx="97198">
                  <c:v>0</c:v>
                </c:pt>
                <c:pt idx="97199">
                  <c:v>3</c:v>
                </c:pt>
                <c:pt idx="97200">
                  <c:v>4</c:v>
                </c:pt>
                <c:pt idx="97201">
                  <c:v>2</c:v>
                </c:pt>
                <c:pt idx="97202">
                  <c:v>3</c:v>
                </c:pt>
                <c:pt idx="97203">
                  <c:v>3</c:v>
                </c:pt>
                <c:pt idx="97204">
                  <c:v>2</c:v>
                </c:pt>
                <c:pt idx="97205">
                  <c:v>2</c:v>
                </c:pt>
                <c:pt idx="97206">
                  <c:v>1</c:v>
                </c:pt>
                <c:pt idx="97207">
                  <c:v>4</c:v>
                </c:pt>
                <c:pt idx="97208">
                  <c:v>2</c:v>
                </c:pt>
                <c:pt idx="97209">
                  <c:v>2</c:v>
                </c:pt>
                <c:pt idx="97210">
                  <c:v>2</c:v>
                </c:pt>
                <c:pt idx="97211">
                  <c:v>2</c:v>
                </c:pt>
                <c:pt idx="97212">
                  <c:v>2</c:v>
                </c:pt>
                <c:pt idx="97213">
                  <c:v>2</c:v>
                </c:pt>
                <c:pt idx="97214">
                  <c:v>2</c:v>
                </c:pt>
                <c:pt idx="97215">
                  <c:v>4</c:v>
                </c:pt>
                <c:pt idx="97216">
                  <c:v>3</c:v>
                </c:pt>
                <c:pt idx="97217">
                  <c:v>2</c:v>
                </c:pt>
                <c:pt idx="97218">
                  <c:v>1</c:v>
                </c:pt>
                <c:pt idx="97219">
                  <c:v>3</c:v>
                </c:pt>
                <c:pt idx="97220">
                  <c:v>1</c:v>
                </c:pt>
                <c:pt idx="97221">
                  <c:v>1</c:v>
                </c:pt>
                <c:pt idx="97222">
                  <c:v>1</c:v>
                </c:pt>
                <c:pt idx="97223">
                  <c:v>2</c:v>
                </c:pt>
                <c:pt idx="97224">
                  <c:v>3</c:v>
                </c:pt>
                <c:pt idx="97225">
                  <c:v>2</c:v>
                </c:pt>
                <c:pt idx="97226">
                  <c:v>1</c:v>
                </c:pt>
                <c:pt idx="97227">
                  <c:v>1</c:v>
                </c:pt>
                <c:pt idx="97228">
                  <c:v>1</c:v>
                </c:pt>
                <c:pt idx="97229">
                  <c:v>1</c:v>
                </c:pt>
                <c:pt idx="97230">
                  <c:v>1</c:v>
                </c:pt>
                <c:pt idx="97231">
                  <c:v>4</c:v>
                </c:pt>
                <c:pt idx="97232">
                  <c:v>2</c:v>
                </c:pt>
                <c:pt idx="97233">
                  <c:v>2</c:v>
                </c:pt>
                <c:pt idx="97234">
                  <c:v>1</c:v>
                </c:pt>
                <c:pt idx="97235">
                  <c:v>2</c:v>
                </c:pt>
                <c:pt idx="97236">
                  <c:v>1</c:v>
                </c:pt>
                <c:pt idx="97237">
                  <c:v>1</c:v>
                </c:pt>
                <c:pt idx="97238">
                  <c:v>1</c:v>
                </c:pt>
                <c:pt idx="97239">
                  <c:v>2</c:v>
                </c:pt>
                <c:pt idx="97240">
                  <c:v>2</c:v>
                </c:pt>
                <c:pt idx="97241">
                  <c:v>1</c:v>
                </c:pt>
                <c:pt idx="97242">
                  <c:v>1</c:v>
                </c:pt>
                <c:pt idx="97243">
                  <c:v>1</c:v>
                </c:pt>
                <c:pt idx="97244">
                  <c:v>3</c:v>
                </c:pt>
                <c:pt idx="97245">
                  <c:v>3</c:v>
                </c:pt>
                <c:pt idx="97246">
                  <c:v>3</c:v>
                </c:pt>
                <c:pt idx="97247">
                  <c:v>3</c:v>
                </c:pt>
                <c:pt idx="97248">
                  <c:v>2</c:v>
                </c:pt>
                <c:pt idx="97249">
                  <c:v>1</c:v>
                </c:pt>
                <c:pt idx="97250">
                  <c:v>2</c:v>
                </c:pt>
                <c:pt idx="97251">
                  <c:v>5</c:v>
                </c:pt>
                <c:pt idx="97252">
                  <c:v>3</c:v>
                </c:pt>
                <c:pt idx="97253">
                  <c:v>2</c:v>
                </c:pt>
                <c:pt idx="97254">
                  <c:v>3</c:v>
                </c:pt>
                <c:pt idx="97255">
                  <c:v>2</c:v>
                </c:pt>
                <c:pt idx="97256">
                  <c:v>2</c:v>
                </c:pt>
                <c:pt idx="97257">
                  <c:v>2</c:v>
                </c:pt>
                <c:pt idx="97258">
                  <c:v>7</c:v>
                </c:pt>
                <c:pt idx="97259">
                  <c:v>2</c:v>
                </c:pt>
                <c:pt idx="97260">
                  <c:v>2</c:v>
                </c:pt>
                <c:pt idx="97261">
                  <c:v>2</c:v>
                </c:pt>
                <c:pt idx="97262">
                  <c:v>3</c:v>
                </c:pt>
                <c:pt idx="97263">
                  <c:v>4</c:v>
                </c:pt>
                <c:pt idx="97264">
                  <c:v>1</c:v>
                </c:pt>
                <c:pt idx="97265">
                  <c:v>2</c:v>
                </c:pt>
                <c:pt idx="97266">
                  <c:v>2</c:v>
                </c:pt>
                <c:pt idx="97267">
                  <c:v>1</c:v>
                </c:pt>
                <c:pt idx="97268">
                  <c:v>5</c:v>
                </c:pt>
                <c:pt idx="97269">
                  <c:v>5</c:v>
                </c:pt>
                <c:pt idx="97270">
                  <c:v>1</c:v>
                </c:pt>
                <c:pt idx="97271">
                  <c:v>1</c:v>
                </c:pt>
                <c:pt idx="97272">
                  <c:v>2</c:v>
                </c:pt>
                <c:pt idx="97273">
                  <c:v>1</c:v>
                </c:pt>
                <c:pt idx="97274">
                  <c:v>2</c:v>
                </c:pt>
                <c:pt idx="97275">
                  <c:v>2</c:v>
                </c:pt>
                <c:pt idx="97276">
                  <c:v>2</c:v>
                </c:pt>
                <c:pt idx="97277">
                  <c:v>4</c:v>
                </c:pt>
                <c:pt idx="97278">
                  <c:v>6</c:v>
                </c:pt>
                <c:pt idx="97279">
                  <c:v>2</c:v>
                </c:pt>
                <c:pt idx="97280">
                  <c:v>3</c:v>
                </c:pt>
                <c:pt idx="97281">
                  <c:v>1</c:v>
                </c:pt>
                <c:pt idx="97282">
                  <c:v>2</c:v>
                </c:pt>
                <c:pt idx="97283">
                  <c:v>2</c:v>
                </c:pt>
                <c:pt idx="97284">
                  <c:v>3</c:v>
                </c:pt>
                <c:pt idx="97285">
                  <c:v>1</c:v>
                </c:pt>
                <c:pt idx="97286">
                  <c:v>4</c:v>
                </c:pt>
                <c:pt idx="97287">
                  <c:v>3</c:v>
                </c:pt>
                <c:pt idx="97288">
                  <c:v>2</c:v>
                </c:pt>
                <c:pt idx="97289">
                  <c:v>3</c:v>
                </c:pt>
                <c:pt idx="97290">
                  <c:v>2</c:v>
                </c:pt>
                <c:pt idx="97291">
                  <c:v>3</c:v>
                </c:pt>
                <c:pt idx="97292">
                  <c:v>10</c:v>
                </c:pt>
                <c:pt idx="97293">
                  <c:v>2</c:v>
                </c:pt>
                <c:pt idx="97294">
                  <c:v>3</c:v>
                </c:pt>
                <c:pt idx="97295">
                  <c:v>1</c:v>
                </c:pt>
                <c:pt idx="97296">
                  <c:v>1</c:v>
                </c:pt>
                <c:pt idx="97297">
                  <c:v>3</c:v>
                </c:pt>
                <c:pt idx="97298">
                  <c:v>2</c:v>
                </c:pt>
                <c:pt idx="97299">
                  <c:v>2</c:v>
                </c:pt>
                <c:pt idx="97300">
                  <c:v>2</c:v>
                </c:pt>
                <c:pt idx="97301">
                  <c:v>2</c:v>
                </c:pt>
                <c:pt idx="97302">
                  <c:v>1</c:v>
                </c:pt>
                <c:pt idx="97303">
                  <c:v>-2</c:v>
                </c:pt>
                <c:pt idx="97304">
                  <c:v>2</c:v>
                </c:pt>
                <c:pt idx="97305">
                  <c:v>4</c:v>
                </c:pt>
                <c:pt idx="97306">
                  <c:v>4</c:v>
                </c:pt>
                <c:pt idx="97307">
                  <c:v>1</c:v>
                </c:pt>
                <c:pt idx="97308">
                  <c:v>1</c:v>
                </c:pt>
                <c:pt idx="97309">
                  <c:v>3</c:v>
                </c:pt>
                <c:pt idx="97310">
                  <c:v>2</c:v>
                </c:pt>
                <c:pt idx="97311">
                  <c:v>2</c:v>
                </c:pt>
                <c:pt idx="97312">
                  <c:v>2</c:v>
                </c:pt>
                <c:pt idx="97313">
                  <c:v>1</c:v>
                </c:pt>
                <c:pt idx="97314">
                  <c:v>1</c:v>
                </c:pt>
                <c:pt idx="97315">
                  <c:v>2</c:v>
                </c:pt>
                <c:pt idx="97316">
                  <c:v>1</c:v>
                </c:pt>
                <c:pt idx="97317">
                  <c:v>1</c:v>
                </c:pt>
                <c:pt idx="97318">
                  <c:v>2</c:v>
                </c:pt>
                <c:pt idx="97319">
                  <c:v>9</c:v>
                </c:pt>
                <c:pt idx="97320">
                  <c:v>2</c:v>
                </c:pt>
                <c:pt idx="97321">
                  <c:v>3</c:v>
                </c:pt>
                <c:pt idx="97322">
                  <c:v>2</c:v>
                </c:pt>
                <c:pt idx="97323">
                  <c:v>2</c:v>
                </c:pt>
                <c:pt idx="97324">
                  <c:v>3</c:v>
                </c:pt>
                <c:pt idx="97325">
                  <c:v>2</c:v>
                </c:pt>
                <c:pt idx="97326">
                  <c:v>1</c:v>
                </c:pt>
                <c:pt idx="97327">
                  <c:v>5</c:v>
                </c:pt>
                <c:pt idx="97328">
                  <c:v>2</c:v>
                </c:pt>
                <c:pt idx="97329">
                  <c:v>3</c:v>
                </c:pt>
                <c:pt idx="97330">
                  <c:v>2</c:v>
                </c:pt>
                <c:pt idx="97331">
                  <c:v>1</c:v>
                </c:pt>
                <c:pt idx="97332">
                  <c:v>4</c:v>
                </c:pt>
                <c:pt idx="97333">
                  <c:v>1</c:v>
                </c:pt>
                <c:pt idx="97334">
                  <c:v>5</c:v>
                </c:pt>
                <c:pt idx="97335">
                  <c:v>4</c:v>
                </c:pt>
                <c:pt idx="97336">
                  <c:v>1</c:v>
                </c:pt>
                <c:pt idx="97337">
                  <c:v>5</c:v>
                </c:pt>
                <c:pt idx="97338">
                  <c:v>4</c:v>
                </c:pt>
                <c:pt idx="97339">
                  <c:v>1</c:v>
                </c:pt>
                <c:pt idx="97340">
                  <c:v>1</c:v>
                </c:pt>
                <c:pt idx="97341">
                  <c:v>5</c:v>
                </c:pt>
                <c:pt idx="97342">
                  <c:v>2</c:v>
                </c:pt>
                <c:pt idx="97343">
                  <c:v>4</c:v>
                </c:pt>
                <c:pt idx="97344">
                  <c:v>4</c:v>
                </c:pt>
                <c:pt idx="97345">
                  <c:v>5</c:v>
                </c:pt>
                <c:pt idx="97346">
                  <c:v>2</c:v>
                </c:pt>
                <c:pt idx="97347">
                  <c:v>9</c:v>
                </c:pt>
                <c:pt idx="97348">
                  <c:v>4</c:v>
                </c:pt>
                <c:pt idx="97349">
                  <c:v>3</c:v>
                </c:pt>
                <c:pt idx="97350">
                  <c:v>3</c:v>
                </c:pt>
                <c:pt idx="97351">
                  <c:v>3</c:v>
                </c:pt>
                <c:pt idx="97352">
                  <c:v>5</c:v>
                </c:pt>
                <c:pt idx="97353">
                  <c:v>4</c:v>
                </c:pt>
                <c:pt idx="97354">
                  <c:v>4</c:v>
                </c:pt>
                <c:pt idx="97355">
                  <c:v>4</c:v>
                </c:pt>
                <c:pt idx="97356">
                  <c:v>5</c:v>
                </c:pt>
                <c:pt idx="97357">
                  <c:v>4</c:v>
                </c:pt>
                <c:pt idx="97358">
                  <c:v>1</c:v>
                </c:pt>
                <c:pt idx="97359">
                  <c:v>2</c:v>
                </c:pt>
                <c:pt idx="97360">
                  <c:v>4</c:v>
                </c:pt>
                <c:pt idx="97361">
                  <c:v>4</c:v>
                </c:pt>
                <c:pt idx="97362">
                  <c:v>5</c:v>
                </c:pt>
                <c:pt idx="97363">
                  <c:v>3</c:v>
                </c:pt>
                <c:pt idx="97364">
                  <c:v>3</c:v>
                </c:pt>
                <c:pt idx="97365">
                  <c:v>3</c:v>
                </c:pt>
                <c:pt idx="97366">
                  <c:v>2</c:v>
                </c:pt>
                <c:pt idx="97367">
                  <c:v>1</c:v>
                </c:pt>
                <c:pt idx="97368">
                  <c:v>1</c:v>
                </c:pt>
                <c:pt idx="97369">
                  <c:v>1</c:v>
                </c:pt>
                <c:pt idx="97370">
                  <c:v>3</c:v>
                </c:pt>
                <c:pt idx="97371">
                  <c:v>2</c:v>
                </c:pt>
                <c:pt idx="97372">
                  <c:v>2</c:v>
                </c:pt>
                <c:pt idx="97373">
                  <c:v>3</c:v>
                </c:pt>
                <c:pt idx="97374">
                  <c:v>2</c:v>
                </c:pt>
                <c:pt idx="97375">
                  <c:v>2</c:v>
                </c:pt>
                <c:pt idx="97376">
                  <c:v>2</c:v>
                </c:pt>
                <c:pt idx="97377">
                  <c:v>3</c:v>
                </c:pt>
                <c:pt idx="97378">
                  <c:v>1</c:v>
                </c:pt>
                <c:pt idx="97379">
                  <c:v>2</c:v>
                </c:pt>
                <c:pt idx="97380">
                  <c:v>2</c:v>
                </c:pt>
                <c:pt idx="97381">
                  <c:v>1</c:v>
                </c:pt>
                <c:pt idx="97382">
                  <c:v>6</c:v>
                </c:pt>
                <c:pt idx="97383">
                  <c:v>5</c:v>
                </c:pt>
                <c:pt idx="97384">
                  <c:v>1</c:v>
                </c:pt>
                <c:pt idx="97385">
                  <c:v>3</c:v>
                </c:pt>
                <c:pt idx="97386">
                  <c:v>2</c:v>
                </c:pt>
                <c:pt idx="97387">
                  <c:v>3</c:v>
                </c:pt>
                <c:pt idx="97388">
                  <c:v>2</c:v>
                </c:pt>
                <c:pt idx="97389">
                  <c:v>3</c:v>
                </c:pt>
                <c:pt idx="97390">
                  <c:v>4</c:v>
                </c:pt>
                <c:pt idx="97391">
                  <c:v>4</c:v>
                </c:pt>
                <c:pt idx="97392">
                  <c:v>2</c:v>
                </c:pt>
                <c:pt idx="97393">
                  <c:v>2</c:v>
                </c:pt>
                <c:pt idx="97394">
                  <c:v>2</c:v>
                </c:pt>
                <c:pt idx="97395">
                  <c:v>3</c:v>
                </c:pt>
                <c:pt idx="97396">
                  <c:v>3</c:v>
                </c:pt>
                <c:pt idx="97397">
                  <c:v>1</c:v>
                </c:pt>
                <c:pt idx="97398">
                  <c:v>1</c:v>
                </c:pt>
                <c:pt idx="97399">
                  <c:v>2</c:v>
                </c:pt>
                <c:pt idx="97400">
                  <c:v>3</c:v>
                </c:pt>
                <c:pt idx="97401">
                  <c:v>2</c:v>
                </c:pt>
                <c:pt idx="97402">
                  <c:v>1</c:v>
                </c:pt>
                <c:pt idx="97403">
                  <c:v>2</c:v>
                </c:pt>
                <c:pt idx="97404">
                  <c:v>2</c:v>
                </c:pt>
                <c:pt idx="97405">
                  <c:v>2</c:v>
                </c:pt>
                <c:pt idx="97406">
                  <c:v>5</c:v>
                </c:pt>
                <c:pt idx="97407">
                  <c:v>2</c:v>
                </c:pt>
                <c:pt idx="97408">
                  <c:v>3</c:v>
                </c:pt>
                <c:pt idx="97409">
                  <c:v>2</c:v>
                </c:pt>
                <c:pt idx="97410">
                  <c:v>3</c:v>
                </c:pt>
                <c:pt idx="97411">
                  <c:v>2</c:v>
                </c:pt>
                <c:pt idx="97412">
                  <c:v>4</c:v>
                </c:pt>
                <c:pt idx="97413">
                  <c:v>14</c:v>
                </c:pt>
                <c:pt idx="97414">
                  <c:v>1</c:v>
                </c:pt>
                <c:pt idx="97415">
                  <c:v>6</c:v>
                </c:pt>
                <c:pt idx="97416">
                  <c:v>4</c:v>
                </c:pt>
                <c:pt idx="97417">
                  <c:v>10</c:v>
                </c:pt>
                <c:pt idx="97418">
                  <c:v>1</c:v>
                </c:pt>
                <c:pt idx="97419">
                  <c:v>1</c:v>
                </c:pt>
                <c:pt idx="97420">
                  <c:v>3</c:v>
                </c:pt>
                <c:pt idx="97421">
                  <c:v>2</c:v>
                </c:pt>
                <c:pt idx="97422">
                  <c:v>4</c:v>
                </c:pt>
                <c:pt idx="97423">
                  <c:v>5</c:v>
                </c:pt>
                <c:pt idx="97424">
                  <c:v>3</c:v>
                </c:pt>
                <c:pt idx="97425">
                  <c:v>3</c:v>
                </c:pt>
                <c:pt idx="97426">
                  <c:v>6</c:v>
                </c:pt>
                <c:pt idx="97427">
                  <c:v>6</c:v>
                </c:pt>
                <c:pt idx="97428">
                  <c:v>12</c:v>
                </c:pt>
                <c:pt idx="97429">
                  <c:v>2</c:v>
                </c:pt>
                <c:pt idx="97430">
                  <c:v>2</c:v>
                </c:pt>
                <c:pt idx="97431">
                  <c:v>1</c:v>
                </c:pt>
                <c:pt idx="97432">
                  <c:v>1</c:v>
                </c:pt>
                <c:pt idx="97433">
                  <c:v>2</c:v>
                </c:pt>
                <c:pt idx="97434">
                  <c:v>3</c:v>
                </c:pt>
                <c:pt idx="97435">
                  <c:v>3</c:v>
                </c:pt>
                <c:pt idx="97436">
                  <c:v>4</c:v>
                </c:pt>
                <c:pt idx="97437">
                  <c:v>3</c:v>
                </c:pt>
                <c:pt idx="97438">
                  <c:v>2</c:v>
                </c:pt>
                <c:pt idx="97439">
                  <c:v>2</c:v>
                </c:pt>
                <c:pt idx="97440">
                  <c:v>2</c:v>
                </c:pt>
                <c:pt idx="97441">
                  <c:v>2</c:v>
                </c:pt>
                <c:pt idx="97442">
                  <c:v>2</c:v>
                </c:pt>
                <c:pt idx="97443">
                  <c:v>2</c:v>
                </c:pt>
                <c:pt idx="97444">
                  <c:v>1</c:v>
                </c:pt>
                <c:pt idx="97445">
                  <c:v>4</c:v>
                </c:pt>
                <c:pt idx="97446">
                  <c:v>1</c:v>
                </c:pt>
                <c:pt idx="97447">
                  <c:v>1</c:v>
                </c:pt>
                <c:pt idx="97448">
                  <c:v>1</c:v>
                </c:pt>
                <c:pt idx="97449">
                  <c:v>1</c:v>
                </c:pt>
                <c:pt idx="97450">
                  <c:v>2</c:v>
                </c:pt>
                <c:pt idx="97451">
                  <c:v>1</c:v>
                </c:pt>
                <c:pt idx="97452">
                  <c:v>8</c:v>
                </c:pt>
                <c:pt idx="97453">
                  <c:v>1</c:v>
                </c:pt>
                <c:pt idx="97454">
                  <c:v>5</c:v>
                </c:pt>
                <c:pt idx="97455">
                  <c:v>2</c:v>
                </c:pt>
                <c:pt idx="97456">
                  <c:v>3</c:v>
                </c:pt>
                <c:pt idx="97457">
                  <c:v>4</c:v>
                </c:pt>
                <c:pt idx="97458">
                  <c:v>2</c:v>
                </c:pt>
                <c:pt idx="97459">
                  <c:v>3</c:v>
                </c:pt>
                <c:pt idx="97460">
                  <c:v>3</c:v>
                </c:pt>
                <c:pt idx="97461">
                  <c:v>2</c:v>
                </c:pt>
                <c:pt idx="97462">
                  <c:v>2</c:v>
                </c:pt>
                <c:pt idx="97463">
                  <c:v>2</c:v>
                </c:pt>
                <c:pt idx="97464">
                  <c:v>1</c:v>
                </c:pt>
                <c:pt idx="97465">
                  <c:v>8</c:v>
                </c:pt>
                <c:pt idx="97466">
                  <c:v>6</c:v>
                </c:pt>
                <c:pt idx="97467">
                  <c:v>7</c:v>
                </c:pt>
                <c:pt idx="97468">
                  <c:v>7</c:v>
                </c:pt>
                <c:pt idx="97469">
                  <c:v>2</c:v>
                </c:pt>
                <c:pt idx="97470">
                  <c:v>2</c:v>
                </c:pt>
                <c:pt idx="97471">
                  <c:v>2</c:v>
                </c:pt>
                <c:pt idx="97472">
                  <c:v>2</c:v>
                </c:pt>
                <c:pt idx="97473">
                  <c:v>2</c:v>
                </c:pt>
                <c:pt idx="97474">
                  <c:v>2</c:v>
                </c:pt>
                <c:pt idx="97475">
                  <c:v>1</c:v>
                </c:pt>
                <c:pt idx="97476">
                  <c:v>2</c:v>
                </c:pt>
                <c:pt idx="97477">
                  <c:v>2</c:v>
                </c:pt>
                <c:pt idx="97478">
                  <c:v>1</c:v>
                </c:pt>
                <c:pt idx="97479">
                  <c:v>3</c:v>
                </c:pt>
                <c:pt idx="97480">
                  <c:v>2</c:v>
                </c:pt>
                <c:pt idx="97481">
                  <c:v>4</c:v>
                </c:pt>
                <c:pt idx="97482">
                  <c:v>4</c:v>
                </c:pt>
                <c:pt idx="97483">
                  <c:v>4</c:v>
                </c:pt>
                <c:pt idx="97484">
                  <c:v>2</c:v>
                </c:pt>
                <c:pt idx="97485">
                  <c:v>2</c:v>
                </c:pt>
                <c:pt idx="97486">
                  <c:v>1</c:v>
                </c:pt>
                <c:pt idx="97487">
                  <c:v>1</c:v>
                </c:pt>
                <c:pt idx="97488">
                  <c:v>4</c:v>
                </c:pt>
                <c:pt idx="97489">
                  <c:v>4</c:v>
                </c:pt>
                <c:pt idx="97490">
                  <c:v>1</c:v>
                </c:pt>
                <c:pt idx="97491">
                  <c:v>1</c:v>
                </c:pt>
                <c:pt idx="97492">
                  <c:v>1</c:v>
                </c:pt>
                <c:pt idx="97493">
                  <c:v>1</c:v>
                </c:pt>
                <c:pt idx="97494">
                  <c:v>2</c:v>
                </c:pt>
                <c:pt idx="97495">
                  <c:v>2</c:v>
                </c:pt>
                <c:pt idx="97496">
                  <c:v>2</c:v>
                </c:pt>
                <c:pt idx="97497">
                  <c:v>4</c:v>
                </c:pt>
                <c:pt idx="97498">
                  <c:v>2</c:v>
                </c:pt>
                <c:pt idx="97499">
                  <c:v>3</c:v>
                </c:pt>
                <c:pt idx="97500">
                  <c:v>3</c:v>
                </c:pt>
                <c:pt idx="97501">
                  <c:v>1</c:v>
                </c:pt>
                <c:pt idx="97502">
                  <c:v>1</c:v>
                </c:pt>
                <c:pt idx="97503">
                  <c:v>2</c:v>
                </c:pt>
                <c:pt idx="97504">
                  <c:v>1</c:v>
                </c:pt>
                <c:pt idx="97505">
                  <c:v>1</c:v>
                </c:pt>
                <c:pt idx="97506">
                  <c:v>2</c:v>
                </c:pt>
                <c:pt idx="97507">
                  <c:v>2</c:v>
                </c:pt>
                <c:pt idx="97508">
                  <c:v>2</c:v>
                </c:pt>
                <c:pt idx="97509">
                  <c:v>6</c:v>
                </c:pt>
                <c:pt idx="97510">
                  <c:v>2</c:v>
                </c:pt>
                <c:pt idx="97511">
                  <c:v>4</c:v>
                </c:pt>
                <c:pt idx="97512">
                  <c:v>4</c:v>
                </c:pt>
                <c:pt idx="97513">
                  <c:v>3</c:v>
                </c:pt>
                <c:pt idx="97514">
                  <c:v>2</c:v>
                </c:pt>
                <c:pt idx="97515">
                  <c:v>9</c:v>
                </c:pt>
                <c:pt idx="97516">
                  <c:v>2</c:v>
                </c:pt>
                <c:pt idx="97517">
                  <c:v>2</c:v>
                </c:pt>
                <c:pt idx="97518">
                  <c:v>2</c:v>
                </c:pt>
                <c:pt idx="97519">
                  <c:v>2</c:v>
                </c:pt>
                <c:pt idx="97520">
                  <c:v>2</c:v>
                </c:pt>
                <c:pt idx="97521">
                  <c:v>3</c:v>
                </c:pt>
                <c:pt idx="97522">
                  <c:v>3</c:v>
                </c:pt>
                <c:pt idx="97523">
                  <c:v>2</c:v>
                </c:pt>
                <c:pt idx="97524">
                  <c:v>1</c:v>
                </c:pt>
                <c:pt idx="97525">
                  <c:v>1</c:v>
                </c:pt>
                <c:pt idx="97526">
                  <c:v>2</c:v>
                </c:pt>
                <c:pt idx="97527">
                  <c:v>2</c:v>
                </c:pt>
                <c:pt idx="97528">
                  <c:v>4</c:v>
                </c:pt>
                <c:pt idx="97529">
                  <c:v>3</c:v>
                </c:pt>
                <c:pt idx="97530">
                  <c:v>4</c:v>
                </c:pt>
                <c:pt idx="97531">
                  <c:v>5</c:v>
                </c:pt>
                <c:pt idx="97532">
                  <c:v>2</c:v>
                </c:pt>
                <c:pt idx="97533">
                  <c:v>5</c:v>
                </c:pt>
                <c:pt idx="97534">
                  <c:v>3</c:v>
                </c:pt>
                <c:pt idx="97535">
                  <c:v>2</c:v>
                </c:pt>
                <c:pt idx="97536">
                  <c:v>3</c:v>
                </c:pt>
                <c:pt idx="97537">
                  <c:v>1</c:v>
                </c:pt>
                <c:pt idx="97538">
                  <c:v>3</c:v>
                </c:pt>
                <c:pt idx="97539">
                  <c:v>4</c:v>
                </c:pt>
                <c:pt idx="97540">
                  <c:v>6</c:v>
                </c:pt>
                <c:pt idx="97541">
                  <c:v>2</c:v>
                </c:pt>
                <c:pt idx="97542">
                  <c:v>1</c:v>
                </c:pt>
                <c:pt idx="97543">
                  <c:v>7</c:v>
                </c:pt>
                <c:pt idx="97544">
                  <c:v>3</c:v>
                </c:pt>
                <c:pt idx="97545">
                  <c:v>2</c:v>
                </c:pt>
                <c:pt idx="97546">
                  <c:v>2</c:v>
                </c:pt>
                <c:pt idx="97547">
                  <c:v>2</c:v>
                </c:pt>
                <c:pt idx="97548">
                  <c:v>1</c:v>
                </c:pt>
                <c:pt idx="97549">
                  <c:v>3</c:v>
                </c:pt>
                <c:pt idx="97550">
                  <c:v>6</c:v>
                </c:pt>
                <c:pt idx="97551">
                  <c:v>2</c:v>
                </c:pt>
                <c:pt idx="97552">
                  <c:v>3</c:v>
                </c:pt>
                <c:pt idx="97553">
                  <c:v>2</c:v>
                </c:pt>
                <c:pt idx="97554">
                  <c:v>4</c:v>
                </c:pt>
                <c:pt idx="97555">
                  <c:v>3</c:v>
                </c:pt>
                <c:pt idx="97556">
                  <c:v>1</c:v>
                </c:pt>
                <c:pt idx="97557">
                  <c:v>1</c:v>
                </c:pt>
                <c:pt idx="97558">
                  <c:v>2</c:v>
                </c:pt>
                <c:pt idx="97559">
                  <c:v>4</c:v>
                </c:pt>
                <c:pt idx="97560">
                  <c:v>3</c:v>
                </c:pt>
                <c:pt idx="97561">
                  <c:v>5</c:v>
                </c:pt>
                <c:pt idx="97562">
                  <c:v>4</c:v>
                </c:pt>
                <c:pt idx="97563">
                  <c:v>2</c:v>
                </c:pt>
                <c:pt idx="97564">
                  <c:v>2</c:v>
                </c:pt>
                <c:pt idx="97565">
                  <c:v>2</c:v>
                </c:pt>
                <c:pt idx="97566">
                  <c:v>2</c:v>
                </c:pt>
                <c:pt idx="97567">
                  <c:v>5</c:v>
                </c:pt>
                <c:pt idx="97568">
                  <c:v>4</c:v>
                </c:pt>
                <c:pt idx="97569">
                  <c:v>5</c:v>
                </c:pt>
                <c:pt idx="97570">
                  <c:v>2</c:v>
                </c:pt>
                <c:pt idx="97571">
                  <c:v>1</c:v>
                </c:pt>
                <c:pt idx="97572">
                  <c:v>1</c:v>
                </c:pt>
                <c:pt idx="97573">
                  <c:v>3</c:v>
                </c:pt>
                <c:pt idx="97574">
                  <c:v>4</c:v>
                </c:pt>
                <c:pt idx="97575">
                  <c:v>2</c:v>
                </c:pt>
                <c:pt idx="97576">
                  <c:v>1</c:v>
                </c:pt>
                <c:pt idx="97577">
                  <c:v>1</c:v>
                </c:pt>
                <c:pt idx="97578">
                  <c:v>2</c:v>
                </c:pt>
                <c:pt idx="97579">
                  <c:v>6</c:v>
                </c:pt>
                <c:pt idx="97580">
                  <c:v>2</c:v>
                </c:pt>
                <c:pt idx="97581">
                  <c:v>1</c:v>
                </c:pt>
                <c:pt idx="97582">
                  <c:v>4</c:v>
                </c:pt>
                <c:pt idx="97583">
                  <c:v>2</c:v>
                </c:pt>
                <c:pt idx="97584">
                  <c:v>10</c:v>
                </c:pt>
                <c:pt idx="97585">
                  <c:v>2</c:v>
                </c:pt>
                <c:pt idx="97586">
                  <c:v>2</c:v>
                </c:pt>
                <c:pt idx="97587">
                  <c:v>3</c:v>
                </c:pt>
                <c:pt idx="97588">
                  <c:v>4</c:v>
                </c:pt>
                <c:pt idx="97589">
                  <c:v>2</c:v>
                </c:pt>
                <c:pt idx="97590">
                  <c:v>3</c:v>
                </c:pt>
                <c:pt idx="97591">
                  <c:v>3</c:v>
                </c:pt>
                <c:pt idx="97592">
                  <c:v>3</c:v>
                </c:pt>
                <c:pt idx="97593">
                  <c:v>4</c:v>
                </c:pt>
                <c:pt idx="97594">
                  <c:v>2</c:v>
                </c:pt>
                <c:pt idx="97595">
                  <c:v>3</c:v>
                </c:pt>
                <c:pt idx="97596">
                  <c:v>2</c:v>
                </c:pt>
                <c:pt idx="97597">
                  <c:v>2</c:v>
                </c:pt>
                <c:pt idx="97598">
                  <c:v>1</c:v>
                </c:pt>
                <c:pt idx="97599">
                  <c:v>2</c:v>
                </c:pt>
                <c:pt idx="97600">
                  <c:v>2</c:v>
                </c:pt>
                <c:pt idx="97601">
                  <c:v>3</c:v>
                </c:pt>
                <c:pt idx="97602">
                  <c:v>2</c:v>
                </c:pt>
                <c:pt idx="97603">
                  <c:v>2</c:v>
                </c:pt>
                <c:pt idx="97604">
                  <c:v>3</c:v>
                </c:pt>
                <c:pt idx="97605">
                  <c:v>4</c:v>
                </c:pt>
                <c:pt idx="97606">
                  <c:v>4</c:v>
                </c:pt>
                <c:pt idx="97607">
                  <c:v>3</c:v>
                </c:pt>
                <c:pt idx="97608">
                  <c:v>2</c:v>
                </c:pt>
                <c:pt idx="97609">
                  <c:v>6</c:v>
                </c:pt>
                <c:pt idx="97610">
                  <c:v>2</c:v>
                </c:pt>
                <c:pt idx="97611">
                  <c:v>3</c:v>
                </c:pt>
                <c:pt idx="97612">
                  <c:v>1</c:v>
                </c:pt>
                <c:pt idx="97613">
                  <c:v>1</c:v>
                </c:pt>
                <c:pt idx="97614">
                  <c:v>1</c:v>
                </c:pt>
                <c:pt idx="97615">
                  <c:v>2</c:v>
                </c:pt>
                <c:pt idx="97616">
                  <c:v>2</c:v>
                </c:pt>
                <c:pt idx="97617">
                  <c:v>2</c:v>
                </c:pt>
                <c:pt idx="97618">
                  <c:v>2</c:v>
                </c:pt>
                <c:pt idx="97619">
                  <c:v>4</c:v>
                </c:pt>
                <c:pt idx="97620">
                  <c:v>4</c:v>
                </c:pt>
                <c:pt idx="97621">
                  <c:v>2</c:v>
                </c:pt>
                <c:pt idx="97622">
                  <c:v>2</c:v>
                </c:pt>
                <c:pt idx="97623">
                  <c:v>2</c:v>
                </c:pt>
                <c:pt idx="97624">
                  <c:v>3</c:v>
                </c:pt>
                <c:pt idx="97625">
                  <c:v>4</c:v>
                </c:pt>
                <c:pt idx="97626">
                  <c:v>4</c:v>
                </c:pt>
                <c:pt idx="97627">
                  <c:v>2</c:v>
                </c:pt>
                <c:pt idx="97628">
                  <c:v>1</c:v>
                </c:pt>
                <c:pt idx="97629">
                  <c:v>2</c:v>
                </c:pt>
                <c:pt idx="97630">
                  <c:v>10</c:v>
                </c:pt>
                <c:pt idx="97631">
                  <c:v>2</c:v>
                </c:pt>
                <c:pt idx="97632">
                  <c:v>1</c:v>
                </c:pt>
                <c:pt idx="97633">
                  <c:v>2</c:v>
                </c:pt>
                <c:pt idx="97634">
                  <c:v>1</c:v>
                </c:pt>
                <c:pt idx="97635">
                  <c:v>1</c:v>
                </c:pt>
                <c:pt idx="97636">
                  <c:v>8</c:v>
                </c:pt>
                <c:pt idx="97637">
                  <c:v>2</c:v>
                </c:pt>
                <c:pt idx="97638">
                  <c:v>4</c:v>
                </c:pt>
                <c:pt idx="97639">
                  <c:v>5</c:v>
                </c:pt>
                <c:pt idx="97640">
                  <c:v>4</c:v>
                </c:pt>
                <c:pt idx="97641">
                  <c:v>2</c:v>
                </c:pt>
                <c:pt idx="97642">
                  <c:v>4</c:v>
                </c:pt>
                <c:pt idx="97643">
                  <c:v>8</c:v>
                </c:pt>
                <c:pt idx="97644">
                  <c:v>4</c:v>
                </c:pt>
                <c:pt idx="97645">
                  <c:v>6</c:v>
                </c:pt>
                <c:pt idx="97646">
                  <c:v>4</c:v>
                </c:pt>
                <c:pt idx="97647">
                  <c:v>5</c:v>
                </c:pt>
                <c:pt idx="97648">
                  <c:v>1</c:v>
                </c:pt>
                <c:pt idx="97649">
                  <c:v>2</c:v>
                </c:pt>
                <c:pt idx="97650">
                  <c:v>2</c:v>
                </c:pt>
                <c:pt idx="97651">
                  <c:v>2</c:v>
                </c:pt>
                <c:pt idx="97652">
                  <c:v>3</c:v>
                </c:pt>
                <c:pt idx="97653">
                  <c:v>3</c:v>
                </c:pt>
                <c:pt idx="97654">
                  <c:v>2</c:v>
                </c:pt>
                <c:pt idx="97655">
                  <c:v>2</c:v>
                </c:pt>
                <c:pt idx="97656">
                  <c:v>3</c:v>
                </c:pt>
                <c:pt idx="97657">
                  <c:v>2</c:v>
                </c:pt>
                <c:pt idx="97658">
                  <c:v>2</c:v>
                </c:pt>
                <c:pt idx="97659">
                  <c:v>1</c:v>
                </c:pt>
                <c:pt idx="97660">
                  <c:v>2</c:v>
                </c:pt>
                <c:pt idx="97661">
                  <c:v>2</c:v>
                </c:pt>
                <c:pt idx="97662">
                  <c:v>3</c:v>
                </c:pt>
                <c:pt idx="97663">
                  <c:v>5</c:v>
                </c:pt>
                <c:pt idx="97664">
                  <c:v>5</c:v>
                </c:pt>
                <c:pt idx="97665">
                  <c:v>3</c:v>
                </c:pt>
                <c:pt idx="97666">
                  <c:v>2</c:v>
                </c:pt>
                <c:pt idx="97667">
                  <c:v>3</c:v>
                </c:pt>
                <c:pt idx="97668">
                  <c:v>1</c:v>
                </c:pt>
                <c:pt idx="97669">
                  <c:v>3</c:v>
                </c:pt>
                <c:pt idx="97670">
                  <c:v>3</c:v>
                </c:pt>
                <c:pt idx="97671">
                  <c:v>3</c:v>
                </c:pt>
                <c:pt idx="97672">
                  <c:v>3</c:v>
                </c:pt>
                <c:pt idx="97673">
                  <c:v>3</c:v>
                </c:pt>
                <c:pt idx="97674">
                  <c:v>2</c:v>
                </c:pt>
                <c:pt idx="97675">
                  <c:v>2</c:v>
                </c:pt>
                <c:pt idx="97676">
                  <c:v>2</c:v>
                </c:pt>
                <c:pt idx="97677">
                  <c:v>2</c:v>
                </c:pt>
                <c:pt idx="97678">
                  <c:v>3</c:v>
                </c:pt>
                <c:pt idx="97679">
                  <c:v>3</c:v>
                </c:pt>
                <c:pt idx="97680">
                  <c:v>5</c:v>
                </c:pt>
                <c:pt idx="97681">
                  <c:v>5</c:v>
                </c:pt>
                <c:pt idx="97682">
                  <c:v>2</c:v>
                </c:pt>
                <c:pt idx="97683">
                  <c:v>2</c:v>
                </c:pt>
                <c:pt idx="97684">
                  <c:v>2</c:v>
                </c:pt>
                <c:pt idx="97685">
                  <c:v>5</c:v>
                </c:pt>
                <c:pt idx="97686">
                  <c:v>3</c:v>
                </c:pt>
                <c:pt idx="97687">
                  <c:v>4</c:v>
                </c:pt>
                <c:pt idx="97688">
                  <c:v>5</c:v>
                </c:pt>
                <c:pt idx="97689">
                  <c:v>3</c:v>
                </c:pt>
                <c:pt idx="97690">
                  <c:v>2</c:v>
                </c:pt>
                <c:pt idx="97691">
                  <c:v>3</c:v>
                </c:pt>
                <c:pt idx="97692">
                  <c:v>2</c:v>
                </c:pt>
                <c:pt idx="97693">
                  <c:v>2</c:v>
                </c:pt>
                <c:pt idx="97694">
                  <c:v>2</c:v>
                </c:pt>
                <c:pt idx="97695">
                  <c:v>2</c:v>
                </c:pt>
                <c:pt idx="97696">
                  <c:v>4</c:v>
                </c:pt>
                <c:pt idx="97697">
                  <c:v>4</c:v>
                </c:pt>
                <c:pt idx="97698">
                  <c:v>3</c:v>
                </c:pt>
                <c:pt idx="97699">
                  <c:v>3</c:v>
                </c:pt>
                <c:pt idx="97700">
                  <c:v>4</c:v>
                </c:pt>
                <c:pt idx="97701">
                  <c:v>2</c:v>
                </c:pt>
                <c:pt idx="97702">
                  <c:v>4</c:v>
                </c:pt>
                <c:pt idx="97703">
                  <c:v>3</c:v>
                </c:pt>
                <c:pt idx="97704">
                  <c:v>6</c:v>
                </c:pt>
                <c:pt idx="97705">
                  <c:v>3</c:v>
                </c:pt>
                <c:pt idx="97706">
                  <c:v>1</c:v>
                </c:pt>
                <c:pt idx="97707">
                  <c:v>1</c:v>
                </c:pt>
                <c:pt idx="97708">
                  <c:v>3</c:v>
                </c:pt>
                <c:pt idx="97709">
                  <c:v>5</c:v>
                </c:pt>
                <c:pt idx="97710">
                  <c:v>6</c:v>
                </c:pt>
                <c:pt idx="97711">
                  <c:v>5</c:v>
                </c:pt>
                <c:pt idx="97712">
                  <c:v>2</c:v>
                </c:pt>
                <c:pt idx="97713">
                  <c:v>5</c:v>
                </c:pt>
                <c:pt idx="97714">
                  <c:v>3</c:v>
                </c:pt>
                <c:pt idx="97715">
                  <c:v>2</c:v>
                </c:pt>
                <c:pt idx="97716">
                  <c:v>4</c:v>
                </c:pt>
                <c:pt idx="97717">
                  <c:v>3</c:v>
                </c:pt>
                <c:pt idx="97718">
                  <c:v>1</c:v>
                </c:pt>
                <c:pt idx="97719">
                  <c:v>3</c:v>
                </c:pt>
                <c:pt idx="97720">
                  <c:v>3</c:v>
                </c:pt>
                <c:pt idx="97721">
                  <c:v>2</c:v>
                </c:pt>
                <c:pt idx="97722">
                  <c:v>2</c:v>
                </c:pt>
                <c:pt idx="97723">
                  <c:v>1</c:v>
                </c:pt>
                <c:pt idx="97724">
                  <c:v>2</c:v>
                </c:pt>
                <c:pt idx="97725">
                  <c:v>3</c:v>
                </c:pt>
                <c:pt idx="97726">
                  <c:v>1</c:v>
                </c:pt>
                <c:pt idx="97727">
                  <c:v>4</c:v>
                </c:pt>
                <c:pt idx="97728">
                  <c:v>4</c:v>
                </c:pt>
                <c:pt idx="97729">
                  <c:v>2</c:v>
                </c:pt>
                <c:pt idx="97730">
                  <c:v>2</c:v>
                </c:pt>
                <c:pt idx="97731">
                  <c:v>2</c:v>
                </c:pt>
                <c:pt idx="97732">
                  <c:v>1</c:v>
                </c:pt>
                <c:pt idx="97733">
                  <c:v>2</c:v>
                </c:pt>
                <c:pt idx="97734">
                  <c:v>1</c:v>
                </c:pt>
                <c:pt idx="97735">
                  <c:v>2</c:v>
                </c:pt>
                <c:pt idx="97736">
                  <c:v>4</c:v>
                </c:pt>
                <c:pt idx="97737">
                  <c:v>2</c:v>
                </c:pt>
                <c:pt idx="97738">
                  <c:v>4</c:v>
                </c:pt>
                <c:pt idx="97739">
                  <c:v>3</c:v>
                </c:pt>
                <c:pt idx="97740">
                  <c:v>4</c:v>
                </c:pt>
                <c:pt idx="97741">
                  <c:v>4</c:v>
                </c:pt>
                <c:pt idx="97742">
                  <c:v>2</c:v>
                </c:pt>
                <c:pt idx="97743">
                  <c:v>2</c:v>
                </c:pt>
                <c:pt idx="97744">
                  <c:v>2</c:v>
                </c:pt>
                <c:pt idx="97745">
                  <c:v>1</c:v>
                </c:pt>
                <c:pt idx="97746">
                  <c:v>3</c:v>
                </c:pt>
                <c:pt idx="97747">
                  <c:v>1</c:v>
                </c:pt>
                <c:pt idx="97748">
                  <c:v>3</c:v>
                </c:pt>
                <c:pt idx="97749">
                  <c:v>3</c:v>
                </c:pt>
                <c:pt idx="97750">
                  <c:v>3</c:v>
                </c:pt>
                <c:pt idx="97751">
                  <c:v>3</c:v>
                </c:pt>
                <c:pt idx="97752">
                  <c:v>3</c:v>
                </c:pt>
                <c:pt idx="97753">
                  <c:v>3</c:v>
                </c:pt>
                <c:pt idx="97754">
                  <c:v>2</c:v>
                </c:pt>
                <c:pt idx="97755">
                  <c:v>7</c:v>
                </c:pt>
                <c:pt idx="97756">
                  <c:v>3</c:v>
                </c:pt>
                <c:pt idx="97757">
                  <c:v>2</c:v>
                </c:pt>
                <c:pt idx="97758">
                  <c:v>2</c:v>
                </c:pt>
                <c:pt idx="97759">
                  <c:v>2</c:v>
                </c:pt>
                <c:pt idx="97760">
                  <c:v>3</c:v>
                </c:pt>
                <c:pt idx="97761">
                  <c:v>1</c:v>
                </c:pt>
                <c:pt idx="97762">
                  <c:v>3</c:v>
                </c:pt>
                <c:pt idx="97763">
                  <c:v>3</c:v>
                </c:pt>
                <c:pt idx="97764">
                  <c:v>3</c:v>
                </c:pt>
                <c:pt idx="97765">
                  <c:v>4</c:v>
                </c:pt>
                <c:pt idx="97766">
                  <c:v>4</c:v>
                </c:pt>
                <c:pt idx="97767">
                  <c:v>4</c:v>
                </c:pt>
                <c:pt idx="97768">
                  <c:v>6</c:v>
                </c:pt>
                <c:pt idx="97769">
                  <c:v>4</c:v>
                </c:pt>
                <c:pt idx="97770">
                  <c:v>6</c:v>
                </c:pt>
                <c:pt idx="97771">
                  <c:v>2</c:v>
                </c:pt>
                <c:pt idx="97772">
                  <c:v>3</c:v>
                </c:pt>
                <c:pt idx="97773">
                  <c:v>3</c:v>
                </c:pt>
                <c:pt idx="97774">
                  <c:v>2</c:v>
                </c:pt>
                <c:pt idx="97775">
                  <c:v>1</c:v>
                </c:pt>
                <c:pt idx="97776">
                  <c:v>2</c:v>
                </c:pt>
                <c:pt idx="97777">
                  <c:v>3</c:v>
                </c:pt>
                <c:pt idx="97778">
                  <c:v>2</c:v>
                </c:pt>
                <c:pt idx="97779">
                  <c:v>1</c:v>
                </c:pt>
                <c:pt idx="97780">
                  <c:v>1</c:v>
                </c:pt>
                <c:pt idx="97781">
                  <c:v>1</c:v>
                </c:pt>
                <c:pt idx="97782">
                  <c:v>1</c:v>
                </c:pt>
                <c:pt idx="97783">
                  <c:v>2</c:v>
                </c:pt>
                <c:pt idx="97784">
                  <c:v>1</c:v>
                </c:pt>
                <c:pt idx="97785">
                  <c:v>2</c:v>
                </c:pt>
                <c:pt idx="97786">
                  <c:v>1</c:v>
                </c:pt>
                <c:pt idx="97787">
                  <c:v>1</c:v>
                </c:pt>
                <c:pt idx="97788">
                  <c:v>1</c:v>
                </c:pt>
                <c:pt idx="97789">
                  <c:v>1</c:v>
                </c:pt>
                <c:pt idx="97790">
                  <c:v>1</c:v>
                </c:pt>
                <c:pt idx="97791">
                  <c:v>1</c:v>
                </c:pt>
                <c:pt idx="97792">
                  <c:v>1</c:v>
                </c:pt>
                <c:pt idx="97793">
                  <c:v>1</c:v>
                </c:pt>
                <c:pt idx="97794">
                  <c:v>1</c:v>
                </c:pt>
                <c:pt idx="97795">
                  <c:v>1</c:v>
                </c:pt>
                <c:pt idx="97796">
                  <c:v>4</c:v>
                </c:pt>
                <c:pt idx="97797">
                  <c:v>5</c:v>
                </c:pt>
                <c:pt idx="97798">
                  <c:v>3</c:v>
                </c:pt>
                <c:pt idx="97799">
                  <c:v>3</c:v>
                </c:pt>
                <c:pt idx="97800">
                  <c:v>2</c:v>
                </c:pt>
                <c:pt idx="97801">
                  <c:v>2</c:v>
                </c:pt>
                <c:pt idx="97802">
                  <c:v>3</c:v>
                </c:pt>
                <c:pt idx="97803">
                  <c:v>3</c:v>
                </c:pt>
                <c:pt idx="97804">
                  <c:v>4</c:v>
                </c:pt>
                <c:pt idx="97805">
                  <c:v>3</c:v>
                </c:pt>
                <c:pt idx="97806">
                  <c:v>10</c:v>
                </c:pt>
                <c:pt idx="97807">
                  <c:v>2</c:v>
                </c:pt>
                <c:pt idx="97808">
                  <c:v>2</c:v>
                </c:pt>
                <c:pt idx="97809">
                  <c:v>3</c:v>
                </c:pt>
                <c:pt idx="97810">
                  <c:v>6</c:v>
                </c:pt>
                <c:pt idx="97811">
                  <c:v>2</c:v>
                </c:pt>
                <c:pt idx="97812">
                  <c:v>4</c:v>
                </c:pt>
                <c:pt idx="97813">
                  <c:v>2</c:v>
                </c:pt>
                <c:pt idx="97814">
                  <c:v>2</c:v>
                </c:pt>
                <c:pt idx="97815">
                  <c:v>3</c:v>
                </c:pt>
                <c:pt idx="97816">
                  <c:v>10</c:v>
                </c:pt>
                <c:pt idx="97817">
                  <c:v>10</c:v>
                </c:pt>
                <c:pt idx="97818">
                  <c:v>3</c:v>
                </c:pt>
                <c:pt idx="97819">
                  <c:v>5</c:v>
                </c:pt>
                <c:pt idx="97820">
                  <c:v>4</c:v>
                </c:pt>
                <c:pt idx="97821">
                  <c:v>4</c:v>
                </c:pt>
                <c:pt idx="97822">
                  <c:v>3</c:v>
                </c:pt>
                <c:pt idx="97823">
                  <c:v>2</c:v>
                </c:pt>
                <c:pt idx="97824">
                  <c:v>2</c:v>
                </c:pt>
                <c:pt idx="97825">
                  <c:v>6</c:v>
                </c:pt>
                <c:pt idx="97826">
                  <c:v>1</c:v>
                </c:pt>
                <c:pt idx="97827">
                  <c:v>1</c:v>
                </c:pt>
                <c:pt idx="97828">
                  <c:v>1</c:v>
                </c:pt>
                <c:pt idx="97829">
                  <c:v>2</c:v>
                </c:pt>
                <c:pt idx="97830">
                  <c:v>2</c:v>
                </c:pt>
                <c:pt idx="97831">
                  <c:v>2</c:v>
                </c:pt>
                <c:pt idx="97832">
                  <c:v>1</c:v>
                </c:pt>
                <c:pt idx="97833">
                  <c:v>2</c:v>
                </c:pt>
                <c:pt idx="97834">
                  <c:v>6</c:v>
                </c:pt>
                <c:pt idx="97835">
                  <c:v>2</c:v>
                </c:pt>
                <c:pt idx="97836">
                  <c:v>3</c:v>
                </c:pt>
                <c:pt idx="97837">
                  <c:v>3</c:v>
                </c:pt>
                <c:pt idx="97838">
                  <c:v>3</c:v>
                </c:pt>
                <c:pt idx="97839">
                  <c:v>4</c:v>
                </c:pt>
                <c:pt idx="97840">
                  <c:v>2</c:v>
                </c:pt>
                <c:pt idx="97841">
                  <c:v>2</c:v>
                </c:pt>
                <c:pt idx="97842">
                  <c:v>2</c:v>
                </c:pt>
                <c:pt idx="97843">
                  <c:v>3</c:v>
                </c:pt>
                <c:pt idx="97844">
                  <c:v>3</c:v>
                </c:pt>
                <c:pt idx="97845">
                  <c:v>5</c:v>
                </c:pt>
                <c:pt idx="97846">
                  <c:v>3</c:v>
                </c:pt>
                <c:pt idx="97847">
                  <c:v>3</c:v>
                </c:pt>
                <c:pt idx="97848">
                  <c:v>2</c:v>
                </c:pt>
                <c:pt idx="97849">
                  <c:v>2</c:v>
                </c:pt>
                <c:pt idx="97850">
                  <c:v>2</c:v>
                </c:pt>
                <c:pt idx="97851">
                  <c:v>2</c:v>
                </c:pt>
                <c:pt idx="97852">
                  <c:v>6</c:v>
                </c:pt>
                <c:pt idx="97853">
                  <c:v>2</c:v>
                </c:pt>
                <c:pt idx="97854">
                  <c:v>3</c:v>
                </c:pt>
                <c:pt idx="97855">
                  <c:v>3</c:v>
                </c:pt>
                <c:pt idx="97856">
                  <c:v>2</c:v>
                </c:pt>
                <c:pt idx="97857">
                  <c:v>6</c:v>
                </c:pt>
                <c:pt idx="97858">
                  <c:v>4</c:v>
                </c:pt>
                <c:pt idx="97859">
                  <c:v>8</c:v>
                </c:pt>
                <c:pt idx="97860">
                  <c:v>4</c:v>
                </c:pt>
                <c:pt idx="97861">
                  <c:v>-4</c:v>
                </c:pt>
                <c:pt idx="97862">
                  <c:v>-8</c:v>
                </c:pt>
                <c:pt idx="97863">
                  <c:v>2</c:v>
                </c:pt>
                <c:pt idx="97864">
                  <c:v>2</c:v>
                </c:pt>
                <c:pt idx="97865">
                  <c:v>2</c:v>
                </c:pt>
                <c:pt idx="97866">
                  <c:v>1</c:v>
                </c:pt>
                <c:pt idx="97867">
                  <c:v>1</c:v>
                </c:pt>
                <c:pt idx="97868">
                  <c:v>1</c:v>
                </c:pt>
                <c:pt idx="97869">
                  <c:v>3</c:v>
                </c:pt>
                <c:pt idx="97870">
                  <c:v>4</c:v>
                </c:pt>
                <c:pt idx="97871">
                  <c:v>4</c:v>
                </c:pt>
                <c:pt idx="97872">
                  <c:v>2</c:v>
                </c:pt>
                <c:pt idx="97873">
                  <c:v>3</c:v>
                </c:pt>
                <c:pt idx="97874">
                  <c:v>2</c:v>
                </c:pt>
                <c:pt idx="97875">
                  <c:v>1</c:v>
                </c:pt>
                <c:pt idx="97876">
                  <c:v>1</c:v>
                </c:pt>
                <c:pt idx="97877">
                  <c:v>3</c:v>
                </c:pt>
                <c:pt idx="97878">
                  <c:v>1</c:v>
                </c:pt>
                <c:pt idx="97879">
                  <c:v>1</c:v>
                </c:pt>
                <c:pt idx="97880">
                  <c:v>1</c:v>
                </c:pt>
                <c:pt idx="97881">
                  <c:v>3</c:v>
                </c:pt>
                <c:pt idx="97882">
                  <c:v>4</c:v>
                </c:pt>
                <c:pt idx="97883">
                  <c:v>-4</c:v>
                </c:pt>
                <c:pt idx="97884">
                  <c:v>15</c:v>
                </c:pt>
                <c:pt idx="97885">
                  <c:v>4</c:v>
                </c:pt>
                <c:pt idx="97886">
                  <c:v>4</c:v>
                </c:pt>
                <c:pt idx="97887">
                  <c:v>3</c:v>
                </c:pt>
                <c:pt idx="97888">
                  <c:v>1</c:v>
                </c:pt>
                <c:pt idx="97889">
                  <c:v>2</c:v>
                </c:pt>
                <c:pt idx="97890">
                  <c:v>0</c:v>
                </c:pt>
                <c:pt idx="97891">
                  <c:v>2</c:v>
                </c:pt>
                <c:pt idx="97892">
                  <c:v>4</c:v>
                </c:pt>
                <c:pt idx="97893">
                  <c:v>3</c:v>
                </c:pt>
                <c:pt idx="97894">
                  <c:v>5</c:v>
                </c:pt>
                <c:pt idx="97895">
                  <c:v>6</c:v>
                </c:pt>
                <c:pt idx="97896">
                  <c:v>6</c:v>
                </c:pt>
                <c:pt idx="97897">
                  <c:v>3</c:v>
                </c:pt>
                <c:pt idx="97898">
                  <c:v>6</c:v>
                </c:pt>
                <c:pt idx="97899">
                  <c:v>2</c:v>
                </c:pt>
                <c:pt idx="97900">
                  <c:v>1</c:v>
                </c:pt>
                <c:pt idx="97901">
                  <c:v>3</c:v>
                </c:pt>
                <c:pt idx="97902">
                  <c:v>0</c:v>
                </c:pt>
                <c:pt idx="97903">
                  <c:v>3</c:v>
                </c:pt>
                <c:pt idx="97904">
                  <c:v>4</c:v>
                </c:pt>
                <c:pt idx="97905">
                  <c:v>1</c:v>
                </c:pt>
                <c:pt idx="97906">
                  <c:v>2</c:v>
                </c:pt>
                <c:pt idx="97907">
                  <c:v>3</c:v>
                </c:pt>
                <c:pt idx="97908">
                  <c:v>3</c:v>
                </c:pt>
                <c:pt idx="97909">
                  <c:v>4</c:v>
                </c:pt>
                <c:pt idx="97910">
                  <c:v>2</c:v>
                </c:pt>
                <c:pt idx="97911">
                  <c:v>3</c:v>
                </c:pt>
                <c:pt idx="97912">
                  <c:v>2</c:v>
                </c:pt>
                <c:pt idx="97913">
                  <c:v>2</c:v>
                </c:pt>
                <c:pt idx="97914">
                  <c:v>2</c:v>
                </c:pt>
                <c:pt idx="97915">
                  <c:v>1</c:v>
                </c:pt>
                <c:pt idx="97916">
                  <c:v>6</c:v>
                </c:pt>
                <c:pt idx="97917">
                  <c:v>1</c:v>
                </c:pt>
                <c:pt idx="97918">
                  <c:v>1</c:v>
                </c:pt>
                <c:pt idx="97919">
                  <c:v>2</c:v>
                </c:pt>
                <c:pt idx="97920">
                  <c:v>2</c:v>
                </c:pt>
                <c:pt idx="97921">
                  <c:v>2</c:v>
                </c:pt>
                <c:pt idx="97922">
                  <c:v>2</c:v>
                </c:pt>
                <c:pt idx="97923">
                  <c:v>4</c:v>
                </c:pt>
                <c:pt idx="97924">
                  <c:v>5</c:v>
                </c:pt>
                <c:pt idx="97925">
                  <c:v>4</c:v>
                </c:pt>
                <c:pt idx="97926">
                  <c:v>3</c:v>
                </c:pt>
                <c:pt idx="97927">
                  <c:v>5</c:v>
                </c:pt>
                <c:pt idx="97928">
                  <c:v>3</c:v>
                </c:pt>
                <c:pt idx="97929">
                  <c:v>3</c:v>
                </c:pt>
                <c:pt idx="97930">
                  <c:v>4</c:v>
                </c:pt>
                <c:pt idx="97931">
                  <c:v>2</c:v>
                </c:pt>
                <c:pt idx="97932">
                  <c:v>1</c:v>
                </c:pt>
                <c:pt idx="97933">
                  <c:v>2</c:v>
                </c:pt>
                <c:pt idx="97934">
                  <c:v>3</c:v>
                </c:pt>
                <c:pt idx="97935">
                  <c:v>4</c:v>
                </c:pt>
                <c:pt idx="97936">
                  <c:v>4</c:v>
                </c:pt>
                <c:pt idx="97937">
                  <c:v>5</c:v>
                </c:pt>
                <c:pt idx="97938">
                  <c:v>1</c:v>
                </c:pt>
                <c:pt idx="97939">
                  <c:v>1</c:v>
                </c:pt>
                <c:pt idx="97940">
                  <c:v>2</c:v>
                </c:pt>
                <c:pt idx="97941">
                  <c:v>1</c:v>
                </c:pt>
                <c:pt idx="97942">
                  <c:v>3</c:v>
                </c:pt>
                <c:pt idx="97943">
                  <c:v>2</c:v>
                </c:pt>
                <c:pt idx="97944">
                  <c:v>1</c:v>
                </c:pt>
                <c:pt idx="97945">
                  <c:v>2</c:v>
                </c:pt>
                <c:pt idx="97946">
                  <c:v>1</c:v>
                </c:pt>
                <c:pt idx="97947">
                  <c:v>1</c:v>
                </c:pt>
                <c:pt idx="97948">
                  <c:v>1</c:v>
                </c:pt>
                <c:pt idx="97949">
                  <c:v>1</c:v>
                </c:pt>
                <c:pt idx="97950">
                  <c:v>2</c:v>
                </c:pt>
                <c:pt idx="97951">
                  <c:v>1</c:v>
                </c:pt>
                <c:pt idx="97952">
                  <c:v>4</c:v>
                </c:pt>
                <c:pt idx="97953">
                  <c:v>4</c:v>
                </c:pt>
                <c:pt idx="97954">
                  <c:v>2</c:v>
                </c:pt>
                <c:pt idx="97955">
                  <c:v>4</c:v>
                </c:pt>
                <c:pt idx="97956">
                  <c:v>2</c:v>
                </c:pt>
                <c:pt idx="97957">
                  <c:v>4</c:v>
                </c:pt>
                <c:pt idx="97958">
                  <c:v>3</c:v>
                </c:pt>
                <c:pt idx="97959">
                  <c:v>4</c:v>
                </c:pt>
                <c:pt idx="97960">
                  <c:v>7</c:v>
                </c:pt>
                <c:pt idx="97961">
                  <c:v>10</c:v>
                </c:pt>
                <c:pt idx="97962">
                  <c:v>3</c:v>
                </c:pt>
                <c:pt idx="97963">
                  <c:v>1</c:v>
                </c:pt>
                <c:pt idx="97964">
                  <c:v>1</c:v>
                </c:pt>
                <c:pt idx="97965">
                  <c:v>1</c:v>
                </c:pt>
                <c:pt idx="97966">
                  <c:v>3</c:v>
                </c:pt>
                <c:pt idx="97967">
                  <c:v>4</c:v>
                </c:pt>
                <c:pt idx="97968">
                  <c:v>4</c:v>
                </c:pt>
                <c:pt idx="97969">
                  <c:v>3</c:v>
                </c:pt>
                <c:pt idx="97970">
                  <c:v>4</c:v>
                </c:pt>
                <c:pt idx="97971">
                  <c:v>3</c:v>
                </c:pt>
                <c:pt idx="97972">
                  <c:v>4</c:v>
                </c:pt>
                <c:pt idx="97973">
                  <c:v>4</c:v>
                </c:pt>
                <c:pt idx="97974">
                  <c:v>3</c:v>
                </c:pt>
                <c:pt idx="97975">
                  <c:v>1</c:v>
                </c:pt>
                <c:pt idx="97976">
                  <c:v>3</c:v>
                </c:pt>
                <c:pt idx="97977">
                  <c:v>3</c:v>
                </c:pt>
                <c:pt idx="97978">
                  <c:v>2</c:v>
                </c:pt>
                <c:pt idx="97979">
                  <c:v>3</c:v>
                </c:pt>
                <c:pt idx="97980">
                  <c:v>6</c:v>
                </c:pt>
                <c:pt idx="97981">
                  <c:v>1</c:v>
                </c:pt>
                <c:pt idx="97982">
                  <c:v>1</c:v>
                </c:pt>
                <c:pt idx="97983">
                  <c:v>1</c:v>
                </c:pt>
                <c:pt idx="97984">
                  <c:v>3</c:v>
                </c:pt>
                <c:pt idx="97985">
                  <c:v>4</c:v>
                </c:pt>
                <c:pt idx="97986">
                  <c:v>2</c:v>
                </c:pt>
                <c:pt idx="97987">
                  <c:v>3</c:v>
                </c:pt>
                <c:pt idx="97988">
                  <c:v>3</c:v>
                </c:pt>
                <c:pt idx="97989">
                  <c:v>3</c:v>
                </c:pt>
                <c:pt idx="97990">
                  <c:v>3</c:v>
                </c:pt>
                <c:pt idx="97991">
                  <c:v>2</c:v>
                </c:pt>
                <c:pt idx="97992">
                  <c:v>4</c:v>
                </c:pt>
                <c:pt idx="97993">
                  <c:v>4</c:v>
                </c:pt>
                <c:pt idx="97994">
                  <c:v>3</c:v>
                </c:pt>
                <c:pt idx="97995">
                  <c:v>3</c:v>
                </c:pt>
                <c:pt idx="97996">
                  <c:v>2</c:v>
                </c:pt>
                <c:pt idx="97997">
                  <c:v>1</c:v>
                </c:pt>
                <c:pt idx="97998">
                  <c:v>1</c:v>
                </c:pt>
                <c:pt idx="97999">
                  <c:v>1</c:v>
                </c:pt>
                <c:pt idx="98000">
                  <c:v>2</c:v>
                </c:pt>
                <c:pt idx="98001">
                  <c:v>6</c:v>
                </c:pt>
                <c:pt idx="98002">
                  <c:v>4</c:v>
                </c:pt>
                <c:pt idx="98003">
                  <c:v>1</c:v>
                </c:pt>
                <c:pt idx="98004">
                  <c:v>3</c:v>
                </c:pt>
                <c:pt idx="98005">
                  <c:v>2</c:v>
                </c:pt>
                <c:pt idx="98006">
                  <c:v>3</c:v>
                </c:pt>
                <c:pt idx="98007">
                  <c:v>2</c:v>
                </c:pt>
                <c:pt idx="98008">
                  <c:v>4</c:v>
                </c:pt>
                <c:pt idx="98009">
                  <c:v>2</c:v>
                </c:pt>
                <c:pt idx="98010">
                  <c:v>6</c:v>
                </c:pt>
                <c:pt idx="98011">
                  <c:v>2</c:v>
                </c:pt>
                <c:pt idx="98012">
                  <c:v>1</c:v>
                </c:pt>
                <c:pt idx="98013">
                  <c:v>1</c:v>
                </c:pt>
                <c:pt idx="98014">
                  <c:v>1</c:v>
                </c:pt>
                <c:pt idx="98015">
                  <c:v>1</c:v>
                </c:pt>
                <c:pt idx="98016">
                  <c:v>4</c:v>
                </c:pt>
                <c:pt idx="98017">
                  <c:v>5</c:v>
                </c:pt>
                <c:pt idx="98018">
                  <c:v>2</c:v>
                </c:pt>
                <c:pt idx="98019">
                  <c:v>3</c:v>
                </c:pt>
                <c:pt idx="98020">
                  <c:v>1</c:v>
                </c:pt>
                <c:pt idx="98021">
                  <c:v>1</c:v>
                </c:pt>
                <c:pt idx="98022">
                  <c:v>1</c:v>
                </c:pt>
                <c:pt idx="98023">
                  <c:v>2</c:v>
                </c:pt>
                <c:pt idx="98024">
                  <c:v>2</c:v>
                </c:pt>
                <c:pt idx="98025">
                  <c:v>4</c:v>
                </c:pt>
                <c:pt idx="98026">
                  <c:v>1</c:v>
                </c:pt>
                <c:pt idx="98027">
                  <c:v>1</c:v>
                </c:pt>
                <c:pt idx="98028">
                  <c:v>1</c:v>
                </c:pt>
                <c:pt idx="98029">
                  <c:v>1</c:v>
                </c:pt>
                <c:pt idx="98030">
                  <c:v>1</c:v>
                </c:pt>
                <c:pt idx="98031">
                  <c:v>1</c:v>
                </c:pt>
                <c:pt idx="98032">
                  <c:v>1</c:v>
                </c:pt>
                <c:pt idx="98033">
                  <c:v>1</c:v>
                </c:pt>
                <c:pt idx="98034">
                  <c:v>4</c:v>
                </c:pt>
                <c:pt idx="98035">
                  <c:v>2</c:v>
                </c:pt>
                <c:pt idx="98036">
                  <c:v>2</c:v>
                </c:pt>
                <c:pt idx="98037">
                  <c:v>2</c:v>
                </c:pt>
                <c:pt idx="98038">
                  <c:v>1</c:v>
                </c:pt>
                <c:pt idx="98039">
                  <c:v>3</c:v>
                </c:pt>
                <c:pt idx="98040">
                  <c:v>0</c:v>
                </c:pt>
                <c:pt idx="98041">
                  <c:v>4</c:v>
                </c:pt>
                <c:pt idx="98042">
                  <c:v>1</c:v>
                </c:pt>
                <c:pt idx="98043">
                  <c:v>6</c:v>
                </c:pt>
                <c:pt idx="98044">
                  <c:v>6</c:v>
                </c:pt>
                <c:pt idx="98045">
                  <c:v>4</c:v>
                </c:pt>
                <c:pt idx="98046">
                  <c:v>4</c:v>
                </c:pt>
                <c:pt idx="98047">
                  <c:v>4</c:v>
                </c:pt>
                <c:pt idx="98048">
                  <c:v>4</c:v>
                </c:pt>
                <c:pt idx="98049">
                  <c:v>4</c:v>
                </c:pt>
                <c:pt idx="98050">
                  <c:v>4</c:v>
                </c:pt>
                <c:pt idx="98051">
                  <c:v>1</c:v>
                </c:pt>
                <c:pt idx="98052">
                  <c:v>1</c:v>
                </c:pt>
                <c:pt idx="98053">
                  <c:v>1</c:v>
                </c:pt>
                <c:pt idx="98054">
                  <c:v>1</c:v>
                </c:pt>
                <c:pt idx="98055">
                  <c:v>2</c:v>
                </c:pt>
                <c:pt idx="98056">
                  <c:v>2</c:v>
                </c:pt>
                <c:pt idx="98057">
                  <c:v>1</c:v>
                </c:pt>
                <c:pt idx="98058">
                  <c:v>1</c:v>
                </c:pt>
                <c:pt idx="98059">
                  <c:v>8</c:v>
                </c:pt>
                <c:pt idx="98060">
                  <c:v>7</c:v>
                </c:pt>
                <c:pt idx="98061">
                  <c:v>3</c:v>
                </c:pt>
                <c:pt idx="98062">
                  <c:v>3</c:v>
                </c:pt>
                <c:pt idx="98063">
                  <c:v>2</c:v>
                </c:pt>
                <c:pt idx="98064">
                  <c:v>3</c:v>
                </c:pt>
                <c:pt idx="98065">
                  <c:v>3</c:v>
                </c:pt>
                <c:pt idx="98066">
                  <c:v>3</c:v>
                </c:pt>
                <c:pt idx="98067">
                  <c:v>2</c:v>
                </c:pt>
                <c:pt idx="98068">
                  <c:v>2</c:v>
                </c:pt>
                <c:pt idx="98069">
                  <c:v>2</c:v>
                </c:pt>
                <c:pt idx="98070">
                  <c:v>1</c:v>
                </c:pt>
                <c:pt idx="98071">
                  <c:v>1</c:v>
                </c:pt>
                <c:pt idx="98072">
                  <c:v>2</c:v>
                </c:pt>
                <c:pt idx="98073">
                  <c:v>2</c:v>
                </c:pt>
                <c:pt idx="98074">
                  <c:v>2</c:v>
                </c:pt>
                <c:pt idx="98075">
                  <c:v>4</c:v>
                </c:pt>
                <c:pt idx="98076">
                  <c:v>4</c:v>
                </c:pt>
                <c:pt idx="98077">
                  <c:v>2</c:v>
                </c:pt>
                <c:pt idx="98078">
                  <c:v>3</c:v>
                </c:pt>
                <c:pt idx="98079">
                  <c:v>2</c:v>
                </c:pt>
                <c:pt idx="98080">
                  <c:v>3</c:v>
                </c:pt>
                <c:pt idx="98081">
                  <c:v>1</c:v>
                </c:pt>
                <c:pt idx="98082">
                  <c:v>5</c:v>
                </c:pt>
                <c:pt idx="98083">
                  <c:v>3</c:v>
                </c:pt>
                <c:pt idx="98084">
                  <c:v>4</c:v>
                </c:pt>
                <c:pt idx="98085">
                  <c:v>2</c:v>
                </c:pt>
                <c:pt idx="98086">
                  <c:v>2</c:v>
                </c:pt>
                <c:pt idx="98087">
                  <c:v>2</c:v>
                </c:pt>
                <c:pt idx="98088">
                  <c:v>2</c:v>
                </c:pt>
                <c:pt idx="98089">
                  <c:v>2</c:v>
                </c:pt>
                <c:pt idx="98090">
                  <c:v>3</c:v>
                </c:pt>
                <c:pt idx="98091">
                  <c:v>3</c:v>
                </c:pt>
                <c:pt idx="98092">
                  <c:v>1</c:v>
                </c:pt>
                <c:pt idx="98093">
                  <c:v>1</c:v>
                </c:pt>
                <c:pt idx="98094">
                  <c:v>1</c:v>
                </c:pt>
                <c:pt idx="98095">
                  <c:v>2</c:v>
                </c:pt>
                <c:pt idx="98096">
                  <c:v>1</c:v>
                </c:pt>
                <c:pt idx="98097">
                  <c:v>2</c:v>
                </c:pt>
                <c:pt idx="98098">
                  <c:v>3</c:v>
                </c:pt>
                <c:pt idx="98099">
                  <c:v>2</c:v>
                </c:pt>
                <c:pt idx="98100">
                  <c:v>1</c:v>
                </c:pt>
                <c:pt idx="98101">
                  <c:v>3</c:v>
                </c:pt>
                <c:pt idx="98102">
                  <c:v>2</c:v>
                </c:pt>
                <c:pt idx="98103">
                  <c:v>4</c:v>
                </c:pt>
                <c:pt idx="98104">
                  <c:v>4</c:v>
                </c:pt>
                <c:pt idx="98105">
                  <c:v>3</c:v>
                </c:pt>
                <c:pt idx="98106">
                  <c:v>3</c:v>
                </c:pt>
                <c:pt idx="98107">
                  <c:v>4</c:v>
                </c:pt>
                <c:pt idx="98108">
                  <c:v>4</c:v>
                </c:pt>
                <c:pt idx="98109">
                  <c:v>5</c:v>
                </c:pt>
                <c:pt idx="98110">
                  <c:v>3</c:v>
                </c:pt>
                <c:pt idx="98111">
                  <c:v>3</c:v>
                </c:pt>
                <c:pt idx="98112">
                  <c:v>3</c:v>
                </c:pt>
                <c:pt idx="98113">
                  <c:v>4</c:v>
                </c:pt>
                <c:pt idx="98114">
                  <c:v>2</c:v>
                </c:pt>
                <c:pt idx="98115">
                  <c:v>2</c:v>
                </c:pt>
                <c:pt idx="98116">
                  <c:v>2</c:v>
                </c:pt>
                <c:pt idx="98117">
                  <c:v>2</c:v>
                </c:pt>
                <c:pt idx="98118">
                  <c:v>2</c:v>
                </c:pt>
                <c:pt idx="98119">
                  <c:v>2</c:v>
                </c:pt>
                <c:pt idx="98120">
                  <c:v>2</c:v>
                </c:pt>
                <c:pt idx="98121">
                  <c:v>1</c:v>
                </c:pt>
                <c:pt idx="98122">
                  <c:v>1</c:v>
                </c:pt>
                <c:pt idx="98123">
                  <c:v>5</c:v>
                </c:pt>
                <c:pt idx="98124">
                  <c:v>1</c:v>
                </c:pt>
                <c:pt idx="98125">
                  <c:v>4</c:v>
                </c:pt>
                <c:pt idx="98126">
                  <c:v>4</c:v>
                </c:pt>
                <c:pt idx="98127">
                  <c:v>1</c:v>
                </c:pt>
                <c:pt idx="98128">
                  <c:v>2</c:v>
                </c:pt>
                <c:pt idx="98129">
                  <c:v>4</c:v>
                </c:pt>
                <c:pt idx="98130">
                  <c:v>2</c:v>
                </c:pt>
                <c:pt idx="98131">
                  <c:v>2</c:v>
                </c:pt>
                <c:pt idx="98132">
                  <c:v>5</c:v>
                </c:pt>
                <c:pt idx="98133">
                  <c:v>4</c:v>
                </c:pt>
                <c:pt idx="98134">
                  <c:v>4</c:v>
                </c:pt>
                <c:pt idx="98135">
                  <c:v>7</c:v>
                </c:pt>
                <c:pt idx="98136">
                  <c:v>2</c:v>
                </c:pt>
                <c:pt idx="98137">
                  <c:v>2</c:v>
                </c:pt>
                <c:pt idx="98138">
                  <c:v>4</c:v>
                </c:pt>
                <c:pt idx="98139">
                  <c:v>4</c:v>
                </c:pt>
                <c:pt idx="98140">
                  <c:v>4</c:v>
                </c:pt>
                <c:pt idx="98141">
                  <c:v>7</c:v>
                </c:pt>
                <c:pt idx="98142">
                  <c:v>4</c:v>
                </c:pt>
                <c:pt idx="98143">
                  <c:v>1</c:v>
                </c:pt>
                <c:pt idx="98144">
                  <c:v>2</c:v>
                </c:pt>
                <c:pt idx="98145">
                  <c:v>5</c:v>
                </c:pt>
                <c:pt idx="98146">
                  <c:v>2</c:v>
                </c:pt>
                <c:pt idx="98147">
                  <c:v>2</c:v>
                </c:pt>
                <c:pt idx="98148">
                  <c:v>2</c:v>
                </c:pt>
                <c:pt idx="98149">
                  <c:v>2</c:v>
                </c:pt>
                <c:pt idx="98150">
                  <c:v>3</c:v>
                </c:pt>
                <c:pt idx="98151">
                  <c:v>3</c:v>
                </c:pt>
                <c:pt idx="98152">
                  <c:v>2</c:v>
                </c:pt>
                <c:pt idx="98153">
                  <c:v>5</c:v>
                </c:pt>
                <c:pt idx="98154">
                  <c:v>3</c:v>
                </c:pt>
                <c:pt idx="98155">
                  <c:v>2</c:v>
                </c:pt>
                <c:pt idx="98156">
                  <c:v>3</c:v>
                </c:pt>
                <c:pt idx="98157">
                  <c:v>3</c:v>
                </c:pt>
                <c:pt idx="98158">
                  <c:v>1</c:v>
                </c:pt>
                <c:pt idx="98159">
                  <c:v>3</c:v>
                </c:pt>
                <c:pt idx="98160">
                  <c:v>1</c:v>
                </c:pt>
                <c:pt idx="98161">
                  <c:v>4</c:v>
                </c:pt>
                <c:pt idx="98162">
                  <c:v>2</c:v>
                </c:pt>
                <c:pt idx="98163">
                  <c:v>2</c:v>
                </c:pt>
                <c:pt idx="98164">
                  <c:v>2</c:v>
                </c:pt>
                <c:pt idx="98165">
                  <c:v>2</c:v>
                </c:pt>
                <c:pt idx="98166">
                  <c:v>5</c:v>
                </c:pt>
                <c:pt idx="98167">
                  <c:v>3</c:v>
                </c:pt>
                <c:pt idx="98168">
                  <c:v>4</c:v>
                </c:pt>
                <c:pt idx="98169">
                  <c:v>4</c:v>
                </c:pt>
                <c:pt idx="98170">
                  <c:v>11</c:v>
                </c:pt>
                <c:pt idx="98171">
                  <c:v>1</c:v>
                </c:pt>
                <c:pt idx="98172">
                  <c:v>3</c:v>
                </c:pt>
                <c:pt idx="98173">
                  <c:v>2</c:v>
                </c:pt>
                <c:pt idx="98174">
                  <c:v>4</c:v>
                </c:pt>
                <c:pt idx="98175">
                  <c:v>6</c:v>
                </c:pt>
                <c:pt idx="98176">
                  <c:v>1</c:v>
                </c:pt>
                <c:pt idx="98177">
                  <c:v>2</c:v>
                </c:pt>
                <c:pt idx="98178">
                  <c:v>3</c:v>
                </c:pt>
                <c:pt idx="98179">
                  <c:v>4</c:v>
                </c:pt>
                <c:pt idx="98180">
                  <c:v>3</c:v>
                </c:pt>
                <c:pt idx="98181">
                  <c:v>1</c:v>
                </c:pt>
                <c:pt idx="98182">
                  <c:v>1</c:v>
                </c:pt>
                <c:pt idx="98183">
                  <c:v>1</c:v>
                </c:pt>
                <c:pt idx="98184">
                  <c:v>3</c:v>
                </c:pt>
                <c:pt idx="98185">
                  <c:v>2</c:v>
                </c:pt>
                <c:pt idx="98186">
                  <c:v>3</c:v>
                </c:pt>
                <c:pt idx="98187">
                  <c:v>2</c:v>
                </c:pt>
                <c:pt idx="98188">
                  <c:v>4</c:v>
                </c:pt>
                <c:pt idx="98189">
                  <c:v>2</c:v>
                </c:pt>
                <c:pt idx="98190">
                  <c:v>3</c:v>
                </c:pt>
                <c:pt idx="98191">
                  <c:v>2</c:v>
                </c:pt>
                <c:pt idx="98192">
                  <c:v>5</c:v>
                </c:pt>
                <c:pt idx="98193">
                  <c:v>6</c:v>
                </c:pt>
                <c:pt idx="98194">
                  <c:v>2</c:v>
                </c:pt>
                <c:pt idx="98195">
                  <c:v>4</c:v>
                </c:pt>
                <c:pt idx="98196">
                  <c:v>4</c:v>
                </c:pt>
                <c:pt idx="98197">
                  <c:v>2</c:v>
                </c:pt>
                <c:pt idx="98198">
                  <c:v>1</c:v>
                </c:pt>
                <c:pt idx="98199">
                  <c:v>2</c:v>
                </c:pt>
                <c:pt idx="98200">
                  <c:v>2</c:v>
                </c:pt>
                <c:pt idx="98201">
                  <c:v>2</c:v>
                </c:pt>
                <c:pt idx="98202">
                  <c:v>5</c:v>
                </c:pt>
                <c:pt idx="98203">
                  <c:v>3</c:v>
                </c:pt>
                <c:pt idx="98204">
                  <c:v>3</c:v>
                </c:pt>
                <c:pt idx="98205">
                  <c:v>4</c:v>
                </c:pt>
                <c:pt idx="98206">
                  <c:v>4</c:v>
                </c:pt>
                <c:pt idx="98207">
                  <c:v>4</c:v>
                </c:pt>
                <c:pt idx="98208">
                  <c:v>4</c:v>
                </c:pt>
                <c:pt idx="98209">
                  <c:v>1</c:v>
                </c:pt>
                <c:pt idx="98210">
                  <c:v>2</c:v>
                </c:pt>
                <c:pt idx="98211">
                  <c:v>4</c:v>
                </c:pt>
                <c:pt idx="98212">
                  <c:v>1</c:v>
                </c:pt>
                <c:pt idx="98213">
                  <c:v>1</c:v>
                </c:pt>
                <c:pt idx="98214">
                  <c:v>5</c:v>
                </c:pt>
                <c:pt idx="98215">
                  <c:v>4</c:v>
                </c:pt>
                <c:pt idx="98216">
                  <c:v>2</c:v>
                </c:pt>
                <c:pt idx="98217">
                  <c:v>1</c:v>
                </c:pt>
                <c:pt idx="98218">
                  <c:v>2</c:v>
                </c:pt>
                <c:pt idx="98219">
                  <c:v>5</c:v>
                </c:pt>
                <c:pt idx="98220">
                  <c:v>12</c:v>
                </c:pt>
                <c:pt idx="98221">
                  <c:v>1</c:v>
                </c:pt>
                <c:pt idx="98222">
                  <c:v>1</c:v>
                </c:pt>
                <c:pt idx="98223">
                  <c:v>2</c:v>
                </c:pt>
                <c:pt idx="98224">
                  <c:v>1</c:v>
                </c:pt>
                <c:pt idx="98225">
                  <c:v>3</c:v>
                </c:pt>
                <c:pt idx="98226">
                  <c:v>3</c:v>
                </c:pt>
                <c:pt idx="98227">
                  <c:v>1</c:v>
                </c:pt>
                <c:pt idx="98228">
                  <c:v>1</c:v>
                </c:pt>
                <c:pt idx="98229">
                  <c:v>2</c:v>
                </c:pt>
                <c:pt idx="98230">
                  <c:v>4</c:v>
                </c:pt>
                <c:pt idx="98231">
                  <c:v>5</c:v>
                </c:pt>
                <c:pt idx="98232">
                  <c:v>2</c:v>
                </c:pt>
                <c:pt idx="98233">
                  <c:v>4</c:v>
                </c:pt>
                <c:pt idx="98234">
                  <c:v>2</c:v>
                </c:pt>
                <c:pt idx="98235">
                  <c:v>3</c:v>
                </c:pt>
                <c:pt idx="98236">
                  <c:v>2</c:v>
                </c:pt>
                <c:pt idx="98237">
                  <c:v>4</c:v>
                </c:pt>
                <c:pt idx="98238">
                  <c:v>4</c:v>
                </c:pt>
                <c:pt idx="98239">
                  <c:v>4</c:v>
                </c:pt>
                <c:pt idx="98240">
                  <c:v>5</c:v>
                </c:pt>
                <c:pt idx="98241">
                  <c:v>2</c:v>
                </c:pt>
                <c:pt idx="98242">
                  <c:v>2</c:v>
                </c:pt>
                <c:pt idx="98243">
                  <c:v>5</c:v>
                </c:pt>
                <c:pt idx="98244">
                  <c:v>4</c:v>
                </c:pt>
                <c:pt idx="98245">
                  <c:v>4</c:v>
                </c:pt>
                <c:pt idx="98246">
                  <c:v>5</c:v>
                </c:pt>
                <c:pt idx="98247">
                  <c:v>5</c:v>
                </c:pt>
                <c:pt idx="98248">
                  <c:v>2</c:v>
                </c:pt>
                <c:pt idx="98249">
                  <c:v>2</c:v>
                </c:pt>
                <c:pt idx="98250">
                  <c:v>2</c:v>
                </c:pt>
                <c:pt idx="98251">
                  <c:v>2</c:v>
                </c:pt>
                <c:pt idx="98252">
                  <c:v>5</c:v>
                </c:pt>
                <c:pt idx="98253">
                  <c:v>3</c:v>
                </c:pt>
                <c:pt idx="98254">
                  <c:v>3</c:v>
                </c:pt>
                <c:pt idx="98255">
                  <c:v>4</c:v>
                </c:pt>
                <c:pt idx="98256">
                  <c:v>4</c:v>
                </c:pt>
                <c:pt idx="98257">
                  <c:v>2</c:v>
                </c:pt>
                <c:pt idx="98258">
                  <c:v>2</c:v>
                </c:pt>
                <c:pt idx="98259">
                  <c:v>2</c:v>
                </c:pt>
                <c:pt idx="98260">
                  <c:v>3</c:v>
                </c:pt>
                <c:pt idx="98261">
                  <c:v>3</c:v>
                </c:pt>
                <c:pt idx="98262">
                  <c:v>0</c:v>
                </c:pt>
                <c:pt idx="98263">
                  <c:v>2</c:v>
                </c:pt>
                <c:pt idx="98264">
                  <c:v>1</c:v>
                </c:pt>
                <c:pt idx="98265">
                  <c:v>2</c:v>
                </c:pt>
                <c:pt idx="98266">
                  <c:v>3</c:v>
                </c:pt>
                <c:pt idx="98267">
                  <c:v>3</c:v>
                </c:pt>
                <c:pt idx="98268">
                  <c:v>0</c:v>
                </c:pt>
                <c:pt idx="98269">
                  <c:v>5</c:v>
                </c:pt>
                <c:pt idx="98270">
                  <c:v>5</c:v>
                </c:pt>
                <c:pt idx="98271">
                  <c:v>10</c:v>
                </c:pt>
                <c:pt idx="98272">
                  <c:v>4</c:v>
                </c:pt>
                <c:pt idx="98273">
                  <c:v>2</c:v>
                </c:pt>
                <c:pt idx="98274">
                  <c:v>1</c:v>
                </c:pt>
                <c:pt idx="98275">
                  <c:v>1</c:v>
                </c:pt>
                <c:pt idx="98276">
                  <c:v>3</c:v>
                </c:pt>
                <c:pt idx="98277">
                  <c:v>4</c:v>
                </c:pt>
                <c:pt idx="98278">
                  <c:v>5</c:v>
                </c:pt>
                <c:pt idx="98279">
                  <c:v>3</c:v>
                </c:pt>
                <c:pt idx="98280">
                  <c:v>2</c:v>
                </c:pt>
                <c:pt idx="98281">
                  <c:v>2</c:v>
                </c:pt>
                <c:pt idx="98282">
                  <c:v>2</c:v>
                </c:pt>
                <c:pt idx="98283">
                  <c:v>2</c:v>
                </c:pt>
                <c:pt idx="98284">
                  <c:v>2</c:v>
                </c:pt>
                <c:pt idx="98285">
                  <c:v>2</c:v>
                </c:pt>
                <c:pt idx="98286">
                  <c:v>2</c:v>
                </c:pt>
                <c:pt idx="98287">
                  <c:v>7</c:v>
                </c:pt>
                <c:pt idx="98288">
                  <c:v>2</c:v>
                </c:pt>
                <c:pt idx="98289">
                  <c:v>2</c:v>
                </c:pt>
                <c:pt idx="98290">
                  <c:v>2</c:v>
                </c:pt>
                <c:pt idx="98291">
                  <c:v>5</c:v>
                </c:pt>
                <c:pt idx="98292">
                  <c:v>5</c:v>
                </c:pt>
                <c:pt idx="98293">
                  <c:v>5</c:v>
                </c:pt>
                <c:pt idx="98294">
                  <c:v>5</c:v>
                </c:pt>
                <c:pt idx="98295">
                  <c:v>4</c:v>
                </c:pt>
                <c:pt idx="98296">
                  <c:v>2</c:v>
                </c:pt>
                <c:pt idx="98297">
                  <c:v>2</c:v>
                </c:pt>
                <c:pt idx="98298">
                  <c:v>3</c:v>
                </c:pt>
                <c:pt idx="98299">
                  <c:v>2</c:v>
                </c:pt>
                <c:pt idx="98300">
                  <c:v>4</c:v>
                </c:pt>
                <c:pt idx="98301">
                  <c:v>1</c:v>
                </c:pt>
                <c:pt idx="98302">
                  <c:v>1</c:v>
                </c:pt>
                <c:pt idx="98303">
                  <c:v>2</c:v>
                </c:pt>
                <c:pt idx="98304">
                  <c:v>1</c:v>
                </c:pt>
                <c:pt idx="98305">
                  <c:v>4</c:v>
                </c:pt>
                <c:pt idx="98306">
                  <c:v>4</c:v>
                </c:pt>
                <c:pt idx="98307">
                  <c:v>3</c:v>
                </c:pt>
                <c:pt idx="98308">
                  <c:v>3</c:v>
                </c:pt>
                <c:pt idx="98309">
                  <c:v>3</c:v>
                </c:pt>
                <c:pt idx="98310">
                  <c:v>3</c:v>
                </c:pt>
                <c:pt idx="98311">
                  <c:v>4</c:v>
                </c:pt>
                <c:pt idx="98312">
                  <c:v>5</c:v>
                </c:pt>
                <c:pt idx="98313">
                  <c:v>6</c:v>
                </c:pt>
                <c:pt idx="98314">
                  <c:v>2</c:v>
                </c:pt>
                <c:pt idx="98315">
                  <c:v>4</c:v>
                </c:pt>
                <c:pt idx="98316">
                  <c:v>1</c:v>
                </c:pt>
                <c:pt idx="98317">
                  <c:v>6</c:v>
                </c:pt>
                <c:pt idx="98318">
                  <c:v>1</c:v>
                </c:pt>
                <c:pt idx="98319">
                  <c:v>2</c:v>
                </c:pt>
                <c:pt idx="98320">
                  <c:v>3</c:v>
                </c:pt>
                <c:pt idx="98321">
                  <c:v>2</c:v>
                </c:pt>
                <c:pt idx="98322">
                  <c:v>1</c:v>
                </c:pt>
                <c:pt idx="98323">
                  <c:v>3</c:v>
                </c:pt>
                <c:pt idx="98324">
                  <c:v>2</c:v>
                </c:pt>
                <c:pt idx="98325">
                  <c:v>2</c:v>
                </c:pt>
                <c:pt idx="98326">
                  <c:v>9</c:v>
                </c:pt>
                <c:pt idx="98327">
                  <c:v>3</c:v>
                </c:pt>
                <c:pt idx="98328">
                  <c:v>3</c:v>
                </c:pt>
                <c:pt idx="98329">
                  <c:v>2</c:v>
                </c:pt>
                <c:pt idx="98330">
                  <c:v>4</c:v>
                </c:pt>
                <c:pt idx="98331">
                  <c:v>5</c:v>
                </c:pt>
                <c:pt idx="98332">
                  <c:v>4</c:v>
                </c:pt>
                <c:pt idx="98333">
                  <c:v>7</c:v>
                </c:pt>
                <c:pt idx="98334">
                  <c:v>5</c:v>
                </c:pt>
                <c:pt idx="98335">
                  <c:v>3</c:v>
                </c:pt>
                <c:pt idx="98336">
                  <c:v>4</c:v>
                </c:pt>
                <c:pt idx="98337">
                  <c:v>4</c:v>
                </c:pt>
                <c:pt idx="98338">
                  <c:v>3</c:v>
                </c:pt>
                <c:pt idx="98339">
                  <c:v>5</c:v>
                </c:pt>
                <c:pt idx="98340">
                  <c:v>1</c:v>
                </c:pt>
                <c:pt idx="98341">
                  <c:v>1</c:v>
                </c:pt>
                <c:pt idx="98342">
                  <c:v>1</c:v>
                </c:pt>
                <c:pt idx="98343">
                  <c:v>1</c:v>
                </c:pt>
                <c:pt idx="98344">
                  <c:v>1</c:v>
                </c:pt>
                <c:pt idx="98345">
                  <c:v>1</c:v>
                </c:pt>
                <c:pt idx="98346">
                  <c:v>2</c:v>
                </c:pt>
                <c:pt idx="98347">
                  <c:v>1</c:v>
                </c:pt>
                <c:pt idx="98348">
                  <c:v>3</c:v>
                </c:pt>
                <c:pt idx="98349">
                  <c:v>4</c:v>
                </c:pt>
                <c:pt idx="98350">
                  <c:v>1</c:v>
                </c:pt>
                <c:pt idx="98351">
                  <c:v>2</c:v>
                </c:pt>
                <c:pt idx="98352">
                  <c:v>4</c:v>
                </c:pt>
                <c:pt idx="98353">
                  <c:v>3</c:v>
                </c:pt>
                <c:pt idx="98354">
                  <c:v>1</c:v>
                </c:pt>
                <c:pt idx="98355">
                  <c:v>1</c:v>
                </c:pt>
                <c:pt idx="98356">
                  <c:v>2</c:v>
                </c:pt>
                <c:pt idx="98357">
                  <c:v>2</c:v>
                </c:pt>
                <c:pt idx="98358">
                  <c:v>2</c:v>
                </c:pt>
                <c:pt idx="98359">
                  <c:v>2</c:v>
                </c:pt>
                <c:pt idx="98360">
                  <c:v>4</c:v>
                </c:pt>
                <c:pt idx="98361">
                  <c:v>2</c:v>
                </c:pt>
                <c:pt idx="98362">
                  <c:v>4</c:v>
                </c:pt>
                <c:pt idx="98363">
                  <c:v>0</c:v>
                </c:pt>
                <c:pt idx="98364">
                  <c:v>-1</c:v>
                </c:pt>
                <c:pt idx="98365">
                  <c:v>3</c:v>
                </c:pt>
                <c:pt idx="98366">
                  <c:v>4</c:v>
                </c:pt>
                <c:pt idx="98367">
                  <c:v>1</c:v>
                </c:pt>
                <c:pt idx="98368">
                  <c:v>3</c:v>
                </c:pt>
                <c:pt idx="98369">
                  <c:v>3</c:v>
                </c:pt>
                <c:pt idx="98370">
                  <c:v>3</c:v>
                </c:pt>
                <c:pt idx="98371">
                  <c:v>4</c:v>
                </c:pt>
                <c:pt idx="98372">
                  <c:v>5</c:v>
                </c:pt>
                <c:pt idx="98373">
                  <c:v>6</c:v>
                </c:pt>
                <c:pt idx="98374">
                  <c:v>6</c:v>
                </c:pt>
                <c:pt idx="98375">
                  <c:v>3</c:v>
                </c:pt>
                <c:pt idx="98376">
                  <c:v>3</c:v>
                </c:pt>
                <c:pt idx="98377">
                  <c:v>5</c:v>
                </c:pt>
                <c:pt idx="98378">
                  <c:v>-3</c:v>
                </c:pt>
                <c:pt idx="98379">
                  <c:v>2</c:v>
                </c:pt>
                <c:pt idx="98380">
                  <c:v>2</c:v>
                </c:pt>
                <c:pt idx="98381">
                  <c:v>2</c:v>
                </c:pt>
                <c:pt idx="98382">
                  <c:v>3</c:v>
                </c:pt>
                <c:pt idx="98383">
                  <c:v>3</c:v>
                </c:pt>
                <c:pt idx="98384">
                  <c:v>1</c:v>
                </c:pt>
                <c:pt idx="98385">
                  <c:v>2</c:v>
                </c:pt>
                <c:pt idx="98386">
                  <c:v>3</c:v>
                </c:pt>
                <c:pt idx="98387">
                  <c:v>2</c:v>
                </c:pt>
                <c:pt idx="98388">
                  <c:v>2</c:v>
                </c:pt>
                <c:pt idx="98389">
                  <c:v>2</c:v>
                </c:pt>
                <c:pt idx="98390">
                  <c:v>2</c:v>
                </c:pt>
                <c:pt idx="98391">
                  <c:v>4</c:v>
                </c:pt>
                <c:pt idx="98392">
                  <c:v>4</c:v>
                </c:pt>
                <c:pt idx="98393">
                  <c:v>2</c:v>
                </c:pt>
                <c:pt idx="98394">
                  <c:v>2</c:v>
                </c:pt>
                <c:pt idx="98395">
                  <c:v>3</c:v>
                </c:pt>
                <c:pt idx="98396">
                  <c:v>3</c:v>
                </c:pt>
                <c:pt idx="98397">
                  <c:v>3</c:v>
                </c:pt>
                <c:pt idx="98398">
                  <c:v>3</c:v>
                </c:pt>
                <c:pt idx="98399">
                  <c:v>3</c:v>
                </c:pt>
                <c:pt idx="98400">
                  <c:v>3</c:v>
                </c:pt>
                <c:pt idx="98401">
                  <c:v>2</c:v>
                </c:pt>
                <c:pt idx="98402">
                  <c:v>2</c:v>
                </c:pt>
                <c:pt idx="98403">
                  <c:v>2</c:v>
                </c:pt>
                <c:pt idx="98404">
                  <c:v>9</c:v>
                </c:pt>
                <c:pt idx="98405">
                  <c:v>1</c:v>
                </c:pt>
                <c:pt idx="98406">
                  <c:v>1</c:v>
                </c:pt>
                <c:pt idx="98407">
                  <c:v>2</c:v>
                </c:pt>
                <c:pt idx="98408">
                  <c:v>2</c:v>
                </c:pt>
                <c:pt idx="98409">
                  <c:v>1</c:v>
                </c:pt>
                <c:pt idx="98410">
                  <c:v>1</c:v>
                </c:pt>
                <c:pt idx="98411">
                  <c:v>5</c:v>
                </c:pt>
                <c:pt idx="98412">
                  <c:v>8</c:v>
                </c:pt>
                <c:pt idx="98413">
                  <c:v>4</c:v>
                </c:pt>
                <c:pt idx="98414">
                  <c:v>2</c:v>
                </c:pt>
                <c:pt idx="98415">
                  <c:v>6</c:v>
                </c:pt>
                <c:pt idx="98416">
                  <c:v>4</c:v>
                </c:pt>
                <c:pt idx="98417">
                  <c:v>5</c:v>
                </c:pt>
                <c:pt idx="98418">
                  <c:v>2</c:v>
                </c:pt>
                <c:pt idx="98419">
                  <c:v>3</c:v>
                </c:pt>
                <c:pt idx="98420">
                  <c:v>3</c:v>
                </c:pt>
                <c:pt idx="98421">
                  <c:v>2</c:v>
                </c:pt>
                <c:pt idx="98422">
                  <c:v>2</c:v>
                </c:pt>
                <c:pt idx="98423">
                  <c:v>3</c:v>
                </c:pt>
                <c:pt idx="98424">
                  <c:v>5</c:v>
                </c:pt>
                <c:pt idx="98425">
                  <c:v>5</c:v>
                </c:pt>
                <c:pt idx="98426">
                  <c:v>5</c:v>
                </c:pt>
                <c:pt idx="98427">
                  <c:v>3</c:v>
                </c:pt>
                <c:pt idx="98428">
                  <c:v>5</c:v>
                </c:pt>
                <c:pt idx="98429">
                  <c:v>3</c:v>
                </c:pt>
                <c:pt idx="98430">
                  <c:v>6</c:v>
                </c:pt>
                <c:pt idx="98431">
                  <c:v>3</c:v>
                </c:pt>
                <c:pt idx="98432">
                  <c:v>2</c:v>
                </c:pt>
                <c:pt idx="98433">
                  <c:v>2</c:v>
                </c:pt>
                <c:pt idx="98434">
                  <c:v>2</c:v>
                </c:pt>
                <c:pt idx="98435">
                  <c:v>2</c:v>
                </c:pt>
                <c:pt idx="98436">
                  <c:v>2</c:v>
                </c:pt>
                <c:pt idx="98437">
                  <c:v>3</c:v>
                </c:pt>
                <c:pt idx="98438">
                  <c:v>3</c:v>
                </c:pt>
                <c:pt idx="98439">
                  <c:v>3</c:v>
                </c:pt>
                <c:pt idx="98440">
                  <c:v>3</c:v>
                </c:pt>
                <c:pt idx="98441">
                  <c:v>3</c:v>
                </c:pt>
                <c:pt idx="98442">
                  <c:v>3</c:v>
                </c:pt>
                <c:pt idx="98443">
                  <c:v>1</c:v>
                </c:pt>
                <c:pt idx="98444">
                  <c:v>3</c:v>
                </c:pt>
                <c:pt idx="98445">
                  <c:v>1</c:v>
                </c:pt>
                <c:pt idx="98446">
                  <c:v>3</c:v>
                </c:pt>
                <c:pt idx="98447">
                  <c:v>2</c:v>
                </c:pt>
                <c:pt idx="98448">
                  <c:v>4</c:v>
                </c:pt>
                <c:pt idx="98449">
                  <c:v>3</c:v>
                </c:pt>
                <c:pt idx="98450">
                  <c:v>3</c:v>
                </c:pt>
                <c:pt idx="98451">
                  <c:v>3</c:v>
                </c:pt>
                <c:pt idx="98452">
                  <c:v>2</c:v>
                </c:pt>
                <c:pt idx="98453">
                  <c:v>2</c:v>
                </c:pt>
                <c:pt idx="98454">
                  <c:v>3</c:v>
                </c:pt>
                <c:pt idx="98455">
                  <c:v>3</c:v>
                </c:pt>
                <c:pt idx="98456">
                  <c:v>2</c:v>
                </c:pt>
                <c:pt idx="98457">
                  <c:v>3</c:v>
                </c:pt>
                <c:pt idx="98458">
                  <c:v>5</c:v>
                </c:pt>
                <c:pt idx="98459">
                  <c:v>4</c:v>
                </c:pt>
                <c:pt idx="98460">
                  <c:v>2</c:v>
                </c:pt>
                <c:pt idx="98461">
                  <c:v>5</c:v>
                </c:pt>
                <c:pt idx="98462">
                  <c:v>1</c:v>
                </c:pt>
                <c:pt idx="98463">
                  <c:v>3</c:v>
                </c:pt>
                <c:pt idx="98464">
                  <c:v>2</c:v>
                </c:pt>
                <c:pt idx="98465">
                  <c:v>1</c:v>
                </c:pt>
                <c:pt idx="98466">
                  <c:v>1</c:v>
                </c:pt>
                <c:pt idx="98467">
                  <c:v>5</c:v>
                </c:pt>
                <c:pt idx="98468">
                  <c:v>-5</c:v>
                </c:pt>
                <c:pt idx="98469">
                  <c:v>4</c:v>
                </c:pt>
                <c:pt idx="98470">
                  <c:v>4</c:v>
                </c:pt>
                <c:pt idx="98471">
                  <c:v>1</c:v>
                </c:pt>
                <c:pt idx="98472">
                  <c:v>3</c:v>
                </c:pt>
                <c:pt idx="98473">
                  <c:v>2</c:v>
                </c:pt>
                <c:pt idx="98474">
                  <c:v>7</c:v>
                </c:pt>
                <c:pt idx="98475">
                  <c:v>5</c:v>
                </c:pt>
                <c:pt idx="98476">
                  <c:v>3</c:v>
                </c:pt>
                <c:pt idx="98477">
                  <c:v>1</c:v>
                </c:pt>
                <c:pt idx="98478">
                  <c:v>1</c:v>
                </c:pt>
                <c:pt idx="98479">
                  <c:v>2</c:v>
                </c:pt>
                <c:pt idx="98480">
                  <c:v>2</c:v>
                </c:pt>
                <c:pt idx="98481">
                  <c:v>3</c:v>
                </c:pt>
                <c:pt idx="98482">
                  <c:v>6</c:v>
                </c:pt>
                <c:pt idx="98483">
                  <c:v>1</c:v>
                </c:pt>
                <c:pt idx="98484">
                  <c:v>1</c:v>
                </c:pt>
                <c:pt idx="98485">
                  <c:v>6</c:v>
                </c:pt>
                <c:pt idx="98486">
                  <c:v>6</c:v>
                </c:pt>
                <c:pt idx="98487">
                  <c:v>1</c:v>
                </c:pt>
                <c:pt idx="98488">
                  <c:v>4</c:v>
                </c:pt>
                <c:pt idx="98489">
                  <c:v>6</c:v>
                </c:pt>
                <c:pt idx="98490">
                  <c:v>2</c:v>
                </c:pt>
                <c:pt idx="98491">
                  <c:v>5</c:v>
                </c:pt>
                <c:pt idx="98492">
                  <c:v>1</c:v>
                </c:pt>
                <c:pt idx="98493">
                  <c:v>5</c:v>
                </c:pt>
                <c:pt idx="98494">
                  <c:v>4</c:v>
                </c:pt>
                <c:pt idx="98495">
                  <c:v>1</c:v>
                </c:pt>
                <c:pt idx="98496">
                  <c:v>3</c:v>
                </c:pt>
                <c:pt idx="98497">
                  <c:v>3</c:v>
                </c:pt>
                <c:pt idx="98498">
                  <c:v>2</c:v>
                </c:pt>
                <c:pt idx="98499">
                  <c:v>2</c:v>
                </c:pt>
                <c:pt idx="98500">
                  <c:v>2</c:v>
                </c:pt>
                <c:pt idx="98501">
                  <c:v>3</c:v>
                </c:pt>
                <c:pt idx="98502">
                  <c:v>3</c:v>
                </c:pt>
                <c:pt idx="98503">
                  <c:v>3</c:v>
                </c:pt>
                <c:pt idx="98504">
                  <c:v>2</c:v>
                </c:pt>
                <c:pt idx="98505">
                  <c:v>2</c:v>
                </c:pt>
                <c:pt idx="98506">
                  <c:v>2</c:v>
                </c:pt>
                <c:pt idx="98507">
                  <c:v>2</c:v>
                </c:pt>
                <c:pt idx="98508">
                  <c:v>4</c:v>
                </c:pt>
                <c:pt idx="98509">
                  <c:v>4</c:v>
                </c:pt>
                <c:pt idx="98510">
                  <c:v>4</c:v>
                </c:pt>
                <c:pt idx="98511">
                  <c:v>4</c:v>
                </c:pt>
                <c:pt idx="98512">
                  <c:v>2</c:v>
                </c:pt>
                <c:pt idx="98513">
                  <c:v>2</c:v>
                </c:pt>
                <c:pt idx="98514">
                  <c:v>2</c:v>
                </c:pt>
                <c:pt idx="98515">
                  <c:v>2</c:v>
                </c:pt>
                <c:pt idx="98516">
                  <c:v>2</c:v>
                </c:pt>
                <c:pt idx="98517">
                  <c:v>2</c:v>
                </c:pt>
                <c:pt idx="98518">
                  <c:v>2</c:v>
                </c:pt>
                <c:pt idx="98519">
                  <c:v>2</c:v>
                </c:pt>
                <c:pt idx="98520">
                  <c:v>6</c:v>
                </c:pt>
                <c:pt idx="98521">
                  <c:v>4</c:v>
                </c:pt>
                <c:pt idx="98522">
                  <c:v>1</c:v>
                </c:pt>
                <c:pt idx="98523">
                  <c:v>3</c:v>
                </c:pt>
                <c:pt idx="98524">
                  <c:v>4</c:v>
                </c:pt>
                <c:pt idx="98525">
                  <c:v>3</c:v>
                </c:pt>
                <c:pt idx="98526">
                  <c:v>2</c:v>
                </c:pt>
                <c:pt idx="98527">
                  <c:v>1</c:v>
                </c:pt>
                <c:pt idx="98528">
                  <c:v>1</c:v>
                </c:pt>
                <c:pt idx="98529">
                  <c:v>2</c:v>
                </c:pt>
                <c:pt idx="98530">
                  <c:v>2</c:v>
                </c:pt>
                <c:pt idx="98531">
                  <c:v>2</c:v>
                </c:pt>
                <c:pt idx="98532">
                  <c:v>5</c:v>
                </c:pt>
                <c:pt idx="98533">
                  <c:v>2</c:v>
                </c:pt>
                <c:pt idx="98534">
                  <c:v>4</c:v>
                </c:pt>
                <c:pt idx="98535">
                  <c:v>1</c:v>
                </c:pt>
                <c:pt idx="98536">
                  <c:v>3</c:v>
                </c:pt>
                <c:pt idx="98537">
                  <c:v>3</c:v>
                </c:pt>
                <c:pt idx="98538">
                  <c:v>1</c:v>
                </c:pt>
                <c:pt idx="98539">
                  <c:v>4</c:v>
                </c:pt>
                <c:pt idx="98540">
                  <c:v>5</c:v>
                </c:pt>
                <c:pt idx="98541">
                  <c:v>1</c:v>
                </c:pt>
                <c:pt idx="98542">
                  <c:v>3</c:v>
                </c:pt>
                <c:pt idx="98543">
                  <c:v>2</c:v>
                </c:pt>
                <c:pt idx="98544">
                  <c:v>4</c:v>
                </c:pt>
                <c:pt idx="98545">
                  <c:v>5</c:v>
                </c:pt>
                <c:pt idx="98546">
                  <c:v>6</c:v>
                </c:pt>
                <c:pt idx="98547">
                  <c:v>4</c:v>
                </c:pt>
                <c:pt idx="98548">
                  <c:v>5</c:v>
                </c:pt>
                <c:pt idx="98549">
                  <c:v>1</c:v>
                </c:pt>
                <c:pt idx="98550">
                  <c:v>1</c:v>
                </c:pt>
                <c:pt idx="98551">
                  <c:v>4</c:v>
                </c:pt>
                <c:pt idx="98552">
                  <c:v>2</c:v>
                </c:pt>
                <c:pt idx="98553">
                  <c:v>4</c:v>
                </c:pt>
                <c:pt idx="98554">
                  <c:v>3</c:v>
                </c:pt>
                <c:pt idx="98555">
                  <c:v>9</c:v>
                </c:pt>
                <c:pt idx="98556">
                  <c:v>2</c:v>
                </c:pt>
                <c:pt idx="98557">
                  <c:v>6</c:v>
                </c:pt>
                <c:pt idx="98558">
                  <c:v>4</c:v>
                </c:pt>
                <c:pt idx="98559">
                  <c:v>3</c:v>
                </c:pt>
                <c:pt idx="98560">
                  <c:v>3</c:v>
                </c:pt>
                <c:pt idx="98561">
                  <c:v>4</c:v>
                </c:pt>
                <c:pt idx="98562">
                  <c:v>2</c:v>
                </c:pt>
                <c:pt idx="98563">
                  <c:v>2</c:v>
                </c:pt>
                <c:pt idx="98564">
                  <c:v>1</c:v>
                </c:pt>
                <c:pt idx="98565">
                  <c:v>3</c:v>
                </c:pt>
                <c:pt idx="98566">
                  <c:v>5</c:v>
                </c:pt>
                <c:pt idx="98567">
                  <c:v>4</c:v>
                </c:pt>
                <c:pt idx="98568">
                  <c:v>2</c:v>
                </c:pt>
                <c:pt idx="98569">
                  <c:v>2</c:v>
                </c:pt>
                <c:pt idx="98570">
                  <c:v>1</c:v>
                </c:pt>
                <c:pt idx="98571">
                  <c:v>-1</c:v>
                </c:pt>
                <c:pt idx="98572">
                  <c:v>-2</c:v>
                </c:pt>
                <c:pt idx="98573">
                  <c:v>2</c:v>
                </c:pt>
                <c:pt idx="98574">
                  <c:v>3</c:v>
                </c:pt>
                <c:pt idx="98575">
                  <c:v>1</c:v>
                </c:pt>
                <c:pt idx="98576">
                  <c:v>2</c:v>
                </c:pt>
                <c:pt idx="98577">
                  <c:v>6</c:v>
                </c:pt>
                <c:pt idx="98578">
                  <c:v>1</c:v>
                </c:pt>
                <c:pt idx="98579">
                  <c:v>1</c:v>
                </c:pt>
                <c:pt idx="98580">
                  <c:v>4</c:v>
                </c:pt>
                <c:pt idx="98581">
                  <c:v>2</c:v>
                </c:pt>
                <c:pt idx="98582">
                  <c:v>3</c:v>
                </c:pt>
                <c:pt idx="98583">
                  <c:v>2</c:v>
                </c:pt>
                <c:pt idx="98584">
                  <c:v>2</c:v>
                </c:pt>
                <c:pt idx="98585">
                  <c:v>2</c:v>
                </c:pt>
                <c:pt idx="98586">
                  <c:v>4</c:v>
                </c:pt>
                <c:pt idx="98587">
                  <c:v>4</c:v>
                </c:pt>
                <c:pt idx="98588">
                  <c:v>3</c:v>
                </c:pt>
                <c:pt idx="98589">
                  <c:v>3</c:v>
                </c:pt>
                <c:pt idx="98590">
                  <c:v>1</c:v>
                </c:pt>
                <c:pt idx="98591">
                  <c:v>3</c:v>
                </c:pt>
                <c:pt idx="98592">
                  <c:v>3</c:v>
                </c:pt>
                <c:pt idx="98593">
                  <c:v>2</c:v>
                </c:pt>
                <c:pt idx="98594">
                  <c:v>2</c:v>
                </c:pt>
                <c:pt idx="98595">
                  <c:v>2</c:v>
                </c:pt>
                <c:pt idx="98596">
                  <c:v>2</c:v>
                </c:pt>
                <c:pt idx="98597">
                  <c:v>5</c:v>
                </c:pt>
                <c:pt idx="98598">
                  <c:v>6</c:v>
                </c:pt>
                <c:pt idx="98599">
                  <c:v>3</c:v>
                </c:pt>
                <c:pt idx="98600">
                  <c:v>3</c:v>
                </c:pt>
                <c:pt idx="98601">
                  <c:v>4</c:v>
                </c:pt>
                <c:pt idx="98602">
                  <c:v>4</c:v>
                </c:pt>
                <c:pt idx="98603">
                  <c:v>3</c:v>
                </c:pt>
                <c:pt idx="98604">
                  <c:v>2</c:v>
                </c:pt>
                <c:pt idx="98605">
                  <c:v>3</c:v>
                </c:pt>
                <c:pt idx="98606">
                  <c:v>1</c:v>
                </c:pt>
                <c:pt idx="98607">
                  <c:v>2</c:v>
                </c:pt>
                <c:pt idx="98608">
                  <c:v>1</c:v>
                </c:pt>
                <c:pt idx="98609">
                  <c:v>3</c:v>
                </c:pt>
                <c:pt idx="98610">
                  <c:v>5</c:v>
                </c:pt>
                <c:pt idx="98611">
                  <c:v>2</c:v>
                </c:pt>
                <c:pt idx="98612">
                  <c:v>3</c:v>
                </c:pt>
                <c:pt idx="98613">
                  <c:v>3</c:v>
                </c:pt>
                <c:pt idx="98614">
                  <c:v>4</c:v>
                </c:pt>
                <c:pt idx="98615">
                  <c:v>3</c:v>
                </c:pt>
                <c:pt idx="98616">
                  <c:v>3</c:v>
                </c:pt>
                <c:pt idx="98617">
                  <c:v>1</c:v>
                </c:pt>
                <c:pt idx="98618">
                  <c:v>1</c:v>
                </c:pt>
                <c:pt idx="98619">
                  <c:v>3</c:v>
                </c:pt>
                <c:pt idx="98620">
                  <c:v>1</c:v>
                </c:pt>
                <c:pt idx="98621">
                  <c:v>2</c:v>
                </c:pt>
                <c:pt idx="98622">
                  <c:v>2</c:v>
                </c:pt>
                <c:pt idx="98623">
                  <c:v>2</c:v>
                </c:pt>
                <c:pt idx="98624">
                  <c:v>2</c:v>
                </c:pt>
                <c:pt idx="98625">
                  <c:v>3</c:v>
                </c:pt>
                <c:pt idx="98626">
                  <c:v>2</c:v>
                </c:pt>
                <c:pt idx="98627">
                  <c:v>3</c:v>
                </c:pt>
                <c:pt idx="98628">
                  <c:v>3</c:v>
                </c:pt>
                <c:pt idx="98629">
                  <c:v>3</c:v>
                </c:pt>
                <c:pt idx="98630">
                  <c:v>2</c:v>
                </c:pt>
                <c:pt idx="98631">
                  <c:v>2</c:v>
                </c:pt>
                <c:pt idx="98632">
                  <c:v>3</c:v>
                </c:pt>
                <c:pt idx="98633">
                  <c:v>3</c:v>
                </c:pt>
                <c:pt idx="98634">
                  <c:v>6</c:v>
                </c:pt>
                <c:pt idx="98635">
                  <c:v>5</c:v>
                </c:pt>
                <c:pt idx="98636">
                  <c:v>6</c:v>
                </c:pt>
                <c:pt idx="98637">
                  <c:v>4</c:v>
                </c:pt>
                <c:pt idx="98638">
                  <c:v>4</c:v>
                </c:pt>
                <c:pt idx="98639">
                  <c:v>5</c:v>
                </c:pt>
                <c:pt idx="98640">
                  <c:v>3</c:v>
                </c:pt>
                <c:pt idx="98641">
                  <c:v>3</c:v>
                </c:pt>
                <c:pt idx="98642">
                  <c:v>2</c:v>
                </c:pt>
                <c:pt idx="98643">
                  <c:v>2</c:v>
                </c:pt>
                <c:pt idx="98644">
                  <c:v>2</c:v>
                </c:pt>
                <c:pt idx="98645">
                  <c:v>2</c:v>
                </c:pt>
                <c:pt idx="98646">
                  <c:v>2</c:v>
                </c:pt>
                <c:pt idx="98647">
                  <c:v>3</c:v>
                </c:pt>
                <c:pt idx="98648">
                  <c:v>1</c:v>
                </c:pt>
                <c:pt idx="98649">
                  <c:v>3</c:v>
                </c:pt>
                <c:pt idx="98650">
                  <c:v>1</c:v>
                </c:pt>
                <c:pt idx="98651">
                  <c:v>2</c:v>
                </c:pt>
                <c:pt idx="98652">
                  <c:v>1</c:v>
                </c:pt>
                <c:pt idx="98653">
                  <c:v>1</c:v>
                </c:pt>
                <c:pt idx="98654">
                  <c:v>4</c:v>
                </c:pt>
                <c:pt idx="98655">
                  <c:v>1</c:v>
                </c:pt>
                <c:pt idx="98656">
                  <c:v>1</c:v>
                </c:pt>
                <c:pt idx="98657">
                  <c:v>1</c:v>
                </c:pt>
                <c:pt idx="98658">
                  <c:v>3</c:v>
                </c:pt>
                <c:pt idx="98659">
                  <c:v>3</c:v>
                </c:pt>
                <c:pt idx="98660">
                  <c:v>2</c:v>
                </c:pt>
                <c:pt idx="98661">
                  <c:v>4</c:v>
                </c:pt>
                <c:pt idx="98662">
                  <c:v>1</c:v>
                </c:pt>
                <c:pt idx="98663">
                  <c:v>2</c:v>
                </c:pt>
                <c:pt idx="98664">
                  <c:v>1</c:v>
                </c:pt>
                <c:pt idx="98665">
                  <c:v>1</c:v>
                </c:pt>
                <c:pt idx="98666">
                  <c:v>2</c:v>
                </c:pt>
                <c:pt idx="98667">
                  <c:v>3</c:v>
                </c:pt>
                <c:pt idx="98668">
                  <c:v>2</c:v>
                </c:pt>
                <c:pt idx="98669">
                  <c:v>1</c:v>
                </c:pt>
                <c:pt idx="98670">
                  <c:v>1</c:v>
                </c:pt>
                <c:pt idx="98671">
                  <c:v>2</c:v>
                </c:pt>
                <c:pt idx="98672">
                  <c:v>2</c:v>
                </c:pt>
                <c:pt idx="98673">
                  <c:v>4</c:v>
                </c:pt>
                <c:pt idx="98674">
                  <c:v>1</c:v>
                </c:pt>
                <c:pt idx="98675">
                  <c:v>2</c:v>
                </c:pt>
                <c:pt idx="98676">
                  <c:v>2</c:v>
                </c:pt>
                <c:pt idx="98677">
                  <c:v>6</c:v>
                </c:pt>
                <c:pt idx="98678">
                  <c:v>2</c:v>
                </c:pt>
                <c:pt idx="98679">
                  <c:v>2</c:v>
                </c:pt>
                <c:pt idx="98680">
                  <c:v>6</c:v>
                </c:pt>
                <c:pt idx="98681">
                  <c:v>9</c:v>
                </c:pt>
                <c:pt idx="98682">
                  <c:v>9</c:v>
                </c:pt>
                <c:pt idx="98683">
                  <c:v>1</c:v>
                </c:pt>
                <c:pt idx="98684">
                  <c:v>2</c:v>
                </c:pt>
                <c:pt idx="98685">
                  <c:v>1</c:v>
                </c:pt>
                <c:pt idx="98686">
                  <c:v>3</c:v>
                </c:pt>
                <c:pt idx="98687">
                  <c:v>3</c:v>
                </c:pt>
                <c:pt idx="98688">
                  <c:v>3</c:v>
                </c:pt>
                <c:pt idx="98689">
                  <c:v>3</c:v>
                </c:pt>
                <c:pt idx="98690">
                  <c:v>1</c:v>
                </c:pt>
                <c:pt idx="98691">
                  <c:v>2</c:v>
                </c:pt>
                <c:pt idx="98692">
                  <c:v>2</c:v>
                </c:pt>
                <c:pt idx="98693">
                  <c:v>1</c:v>
                </c:pt>
                <c:pt idx="98694">
                  <c:v>1</c:v>
                </c:pt>
                <c:pt idx="98695">
                  <c:v>3</c:v>
                </c:pt>
                <c:pt idx="98696">
                  <c:v>1</c:v>
                </c:pt>
                <c:pt idx="98697">
                  <c:v>4</c:v>
                </c:pt>
                <c:pt idx="98698">
                  <c:v>3</c:v>
                </c:pt>
                <c:pt idx="98699">
                  <c:v>2</c:v>
                </c:pt>
                <c:pt idx="98700">
                  <c:v>1</c:v>
                </c:pt>
                <c:pt idx="98701">
                  <c:v>1</c:v>
                </c:pt>
                <c:pt idx="98702">
                  <c:v>1</c:v>
                </c:pt>
                <c:pt idx="98703">
                  <c:v>1</c:v>
                </c:pt>
                <c:pt idx="98704">
                  <c:v>2</c:v>
                </c:pt>
                <c:pt idx="98705">
                  <c:v>2</c:v>
                </c:pt>
                <c:pt idx="98706">
                  <c:v>1</c:v>
                </c:pt>
                <c:pt idx="98707">
                  <c:v>3</c:v>
                </c:pt>
                <c:pt idx="98708">
                  <c:v>3</c:v>
                </c:pt>
                <c:pt idx="98709">
                  <c:v>2</c:v>
                </c:pt>
                <c:pt idx="98710">
                  <c:v>2</c:v>
                </c:pt>
              </c:numCache>
            </c:numRef>
          </c:xVal>
          <c:yVal>
            <c:numRef>
              <c:f>Canadavapes!$G$2:$G$98712</c:f>
              <c:numCache>
                <c:formatCode>General</c:formatCode>
                <c:ptCount val="98711"/>
                <c:pt idx="0">
                  <c:v>97.36</c:v>
                </c:pt>
                <c:pt idx="1">
                  <c:v>239.97</c:v>
                </c:pt>
                <c:pt idx="2">
                  <c:v>184.97</c:v>
                </c:pt>
                <c:pt idx="3">
                  <c:v>159.97999999999999</c:v>
                </c:pt>
                <c:pt idx="4">
                  <c:v>199.96</c:v>
                </c:pt>
                <c:pt idx="5">
                  <c:v>149.97</c:v>
                </c:pt>
                <c:pt idx="6">
                  <c:v>278.95</c:v>
                </c:pt>
                <c:pt idx="7">
                  <c:v>263.95999999999998</c:v>
                </c:pt>
                <c:pt idx="8">
                  <c:v>111.98</c:v>
                </c:pt>
                <c:pt idx="9">
                  <c:v>169.98</c:v>
                </c:pt>
                <c:pt idx="10">
                  <c:v>197.97</c:v>
                </c:pt>
                <c:pt idx="11">
                  <c:v>254.97</c:v>
                </c:pt>
                <c:pt idx="12">
                  <c:v>249.38</c:v>
                </c:pt>
                <c:pt idx="13">
                  <c:v>172.97</c:v>
                </c:pt>
                <c:pt idx="14">
                  <c:v>212.56</c:v>
                </c:pt>
                <c:pt idx="15">
                  <c:v>197.97</c:v>
                </c:pt>
                <c:pt idx="16">
                  <c:v>197.97</c:v>
                </c:pt>
                <c:pt idx="17">
                  <c:v>131.97999999999999</c:v>
                </c:pt>
                <c:pt idx="18">
                  <c:v>165.04</c:v>
                </c:pt>
                <c:pt idx="19">
                  <c:v>169.98</c:v>
                </c:pt>
                <c:pt idx="20">
                  <c:v>169.98</c:v>
                </c:pt>
                <c:pt idx="21">
                  <c:v>254.97</c:v>
                </c:pt>
                <c:pt idx="22">
                  <c:v>169.98</c:v>
                </c:pt>
                <c:pt idx="23">
                  <c:v>158.97999999999999</c:v>
                </c:pt>
                <c:pt idx="24">
                  <c:v>131.97999999999999</c:v>
                </c:pt>
                <c:pt idx="25">
                  <c:v>169.98</c:v>
                </c:pt>
                <c:pt idx="26">
                  <c:v>190.3</c:v>
                </c:pt>
                <c:pt idx="27">
                  <c:v>131.97999999999999</c:v>
                </c:pt>
                <c:pt idx="28">
                  <c:v>263.95999999999998</c:v>
                </c:pt>
                <c:pt idx="29">
                  <c:v>240.48</c:v>
                </c:pt>
                <c:pt idx="30">
                  <c:v>169.98</c:v>
                </c:pt>
                <c:pt idx="31">
                  <c:v>197.97</c:v>
                </c:pt>
                <c:pt idx="32">
                  <c:v>199.96</c:v>
                </c:pt>
                <c:pt idx="33">
                  <c:v>145.97</c:v>
                </c:pt>
                <c:pt idx="34">
                  <c:v>131.97999999999999</c:v>
                </c:pt>
                <c:pt idx="35">
                  <c:v>229.39</c:v>
                </c:pt>
                <c:pt idx="36">
                  <c:v>263.95999999999998</c:v>
                </c:pt>
                <c:pt idx="37">
                  <c:v>169.98</c:v>
                </c:pt>
                <c:pt idx="38">
                  <c:v>199.96</c:v>
                </c:pt>
                <c:pt idx="39">
                  <c:v>354.95</c:v>
                </c:pt>
                <c:pt idx="40">
                  <c:v>216.72</c:v>
                </c:pt>
                <c:pt idx="41">
                  <c:v>55.97</c:v>
                </c:pt>
                <c:pt idx="42">
                  <c:v>131.97999999999999</c:v>
                </c:pt>
                <c:pt idx="43">
                  <c:v>169.98</c:v>
                </c:pt>
                <c:pt idx="44">
                  <c:v>169.98</c:v>
                </c:pt>
                <c:pt idx="45">
                  <c:v>131.97999999999999</c:v>
                </c:pt>
                <c:pt idx="46">
                  <c:v>341.06</c:v>
                </c:pt>
                <c:pt idx="47">
                  <c:v>160.94999999999999</c:v>
                </c:pt>
                <c:pt idx="48">
                  <c:v>131.97999999999999</c:v>
                </c:pt>
                <c:pt idx="49">
                  <c:v>263.95999999999998</c:v>
                </c:pt>
                <c:pt idx="50">
                  <c:v>74.02</c:v>
                </c:pt>
                <c:pt idx="51">
                  <c:v>263.95999999999998</c:v>
                </c:pt>
                <c:pt idx="52">
                  <c:v>169.98</c:v>
                </c:pt>
                <c:pt idx="53">
                  <c:v>254.97</c:v>
                </c:pt>
                <c:pt idx="54">
                  <c:v>159.97999999999999</c:v>
                </c:pt>
                <c:pt idx="55">
                  <c:v>238.96</c:v>
                </c:pt>
                <c:pt idx="56">
                  <c:v>197.97</c:v>
                </c:pt>
                <c:pt idx="57">
                  <c:v>254.97</c:v>
                </c:pt>
                <c:pt idx="58">
                  <c:v>254.97</c:v>
                </c:pt>
                <c:pt idx="59">
                  <c:v>437.93</c:v>
                </c:pt>
                <c:pt idx="60">
                  <c:v>456.92</c:v>
                </c:pt>
                <c:pt idx="61">
                  <c:v>335.96</c:v>
                </c:pt>
                <c:pt idx="62">
                  <c:v>433.55</c:v>
                </c:pt>
                <c:pt idx="63">
                  <c:v>408.36</c:v>
                </c:pt>
                <c:pt idx="64">
                  <c:v>339.5</c:v>
                </c:pt>
                <c:pt idx="65">
                  <c:v>433.55</c:v>
                </c:pt>
                <c:pt idx="66">
                  <c:v>357.88</c:v>
                </c:pt>
                <c:pt idx="67">
                  <c:v>362.42</c:v>
                </c:pt>
                <c:pt idx="68">
                  <c:v>408.55</c:v>
                </c:pt>
                <c:pt idx="69">
                  <c:v>429.31</c:v>
                </c:pt>
                <c:pt idx="70">
                  <c:v>348.99</c:v>
                </c:pt>
                <c:pt idx="71">
                  <c:v>288.43</c:v>
                </c:pt>
                <c:pt idx="72">
                  <c:v>453.49</c:v>
                </c:pt>
                <c:pt idx="73">
                  <c:v>192.52</c:v>
                </c:pt>
                <c:pt idx="74">
                  <c:v>339.31</c:v>
                </c:pt>
                <c:pt idx="75">
                  <c:v>157.97</c:v>
                </c:pt>
                <c:pt idx="76">
                  <c:v>243.96</c:v>
                </c:pt>
                <c:pt idx="77">
                  <c:v>395.35</c:v>
                </c:pt>
                <c:pt idx="78">
                  <c:v>430.95</c:v>
                </c:pt>
                <c:pt idx="79">
                  <c:v>447.5</c:v>
                </c:pt>
                <c:pt idx="80">
                  <c:v>339.5</c:v>
                </c:pt>
                <c:pt idx="81">
                  <c:v>433.55</c:v>
                </c:pt>
                <c:pt idx="82">
                  <c:v>339.31</c:v>
                </c:pt>
                <c:pt idx="83">
                  <c:v>305.45</c:v>
                </c:pt>
                <c:pt idx="84">
                  <c:v>304.82</c:v>
                </c:pt>
                <c:pt idx="85">
                  <c:v>908.51</c:v>
                </c:pt>
                <c:pt idx="86">
                  <c:v>798.48</c:v>
                </c:pt>
                <c:pt idx="87">
                  <c:v>834.82</c:v>
                </c:pt>
                <c:pt idx="88">
                  <c:v>772.4</c:v>
                </c:pt>
                <c:pt idx="89">
                  <c:v>659.9</c:v>
                </c:pt>
                <c:pt idx="90">
                  <c:v>799.68</c:v>
                </c:pt>
                <c:pt idx="91">
                  <c:v>343.87</c:v>
                </c:pt>
                <c:pt idx="92">
                  <c:v>852.89</c:v>
                </c:pt>
                <c:pt idx="93">
                  <c:v>854.09</c:v>
                </c:pt>
                <c:pt idx="94">
                  <c:v>908.51</c:v>
                </c:pt>
                <c:pt idx="95">
                  <c:v>303.63</c:v>
                </c:pt>
                <c:pt idx="96">
                  <c:v>42.31</c:v>
                </c:pt>
                <c:pt idx="97">
                  <c:v>799.68</c:v>
                </c:pt>
                <c:pt idx="98">
                  <c:v>814.75</c:v>
                </c:pt>
                <c:pt idx="99">
                  <c:v>88.77</c:v>
                </c:pt>
                <c:pt idx="100">
                  <c:v>163.37</c:v>
                </c:pt>
                <c:pt idx="101">
                  <c:v>68.97</c:v>
                </c:pt>
                <c:pt idx="102">
                  <c:v>238.42</c:v>
                </c:pt>
                <c:pt idx="103">
                  <c:v>95.25</c:v>
                </c:pt>
                <c:pt idx="104">
                  <c:v>90.81</c:v>
                </c:pt>
                <c:pt idx="105">
                  <c:v>150.78</c:v>
                </c:pt>
                <c:pt idx="106">
                  <c:v>119.96</c:v>
                </c:pt>
                <c:pt idx="107">
                  <c:v>114.95</c:v>
                </c:pt>
                <c:pt idx="108">
                  <c:v>114.72</c:v>
                </c:pt>
                <c:pt idx="109">
                  <c:v>191.93</c:v>
                </c:pt>
                <c:pt idx="110">
                  <c:v>151.47</c:v>
                </c:pt>
                <c:pt idx="111">
                  <c:v>238.14</c:v>
                </c:pt>
                <c:pt idx="112">
                  <c:v>77.28</c:v>
                </c:pt>
                <c:pt idx="113">
                  <c:v>151.44</c:v>
                </c:pt>
                <c:pt idx="114">
                  <c:v>169.01</c:v>
                </c:pt>
                <c:pt idx="115">
                  <c:v>137.94</c:v>
                </c:pt>
                <c:pt idx="116">
                  <c:v>151.44</c:v>
                </c:pt>
                <c:pt idx="117">
                  <c:v>102.75</c:v>
                </c:pt>
                <c:pt idx="118">
                  <c:v>151.94</c:v>
                </c:pt>
                <c:pt idx="119">
                  <c:v>178.95</c:v>
                </c:pt>
                <c:pt idx="120">
                  <c:v>138.55000000000001</c:v>
                </c:pt>
                <c:pt idx="121">
                  <c:v>156.96</c:v>
                </c:pt>
                <c:pt idx="122">
                  <c:v>89.97</c:v>
                </c:pt>
                <c:pt idx="123">
                  <c:v>130.55000000000001</c:v>
                </c:pt>
                <c:pt idx="124">
                  <c:v>191.77</c:v>
                </c:pt>
                <c:pt idx="125">
                  <c:v>123.95</c:v>
                </c:pt>
                <c:pt idx="126">
                  <c:v>123.56</c:v>
                </c:pt>
                <c:pt idx="127">
                  <c:v>59.08</c:v>
                </c:pt>
                <c:pt idx="128">
                  <c:v>119.06</c:v>
                </c:pt>
                <c:pt idx="129">
                  <c:v>66.81</c:v>
                </c:pt>
                <c:pt idx="130">
                  <c:v>89.07</c:v>
                </c:pt>
                <c:pt idx="131">
                  <c:v>90.03</c:v>
                </c:pt>
                <c:pt idx="132">
                  <c:v>112.24</c:v>
                </c:pt>
                <c:pt idx="133">
                  <c:v>66.98</c:v>
                </c:pt>
                <c:pt idx="134">
                  <c:v>68.19</c:v>
                </c:pt>
                <c:pt idx="135">
                  <c:v>89.21</c:v>
                </c:pt>
                <c:pt idx="136">
                  <c:v>89.97</c:v>
                </c:pt>
                <c:pt idx="137">
                  <c:v>100.96</c:v>
                </c:pt>
                <c:pt idx="138">
                  <c:v>69.98</c:v>
                </c:pt>
                <c:pt idx="139">
                  <c:v>151.44</c:v>
                </c:pt>
                <c:pt idx="140">
                  <c:v>151.44</c:v>
                </c:pt>
                <c:pt idx="141">
                  <c:v>68.97</c:v>
                </c:pt>
                <c:pt idx="142">
                  <c:v>83.97</c:v>
                </c:pt>
                <c:pt idx="143">
                  <c:v>122.98</c:v>
                </c:pt>
                <c:pt idx="144">
                  <c:v>176.43</c:v>
                </c:pt>
                <c:pt idx="145">
                  <c:v>446.33</c:v>
                </c:pt>
                <c:pt idx="146">
                  <c:v>151.65</c:v>
                </c:pt>
                <c:pt idx="147">
                  <c:v>90.72</c:v>
                </c:pt>
                <c:pt idx="148">
                  <c:v>74.98</c:v>
                </c:pt>
                <c:pt idx="149">
                  <c:v>127.36</c:v>
                </c:pt>
                <c:pt idx="150">
                  <c:v>104.18</c:v>
                </c:pt>
                <c:pt idx="151">
                  <c:v>98.27</c:v>
                </c:pt>
                <c:pt idx="152">
                  <c:v>130.44999999999999</c:v>
                </c:pt>
                <c:pt idx="153">
                  <c:v>127.96</c:v>
                </c:pt>
                <c:pt idx="154">
                  <c:v>119.96</c:v>
                </c:pt>
                <c:pt idx="155">
                  <c:v>119.36</c:v>
                </c:pt>
                <c:pt idx="156">
                  <c:v>250.93</c:v>
                </c:pt>
                <c:pt idx="157">
                  <c:v>130.66</c:v>
                </c:pt>
                <c:pt idx="158">
                  <c:v>108.96</c:v>
                </c:pt>
                <c:pt idx="159">
                  <c:v>257.95</c:v>
                </c:pt>
                <c:pt idx="160">
                  <c:v>164.03</c:v>
                </c:pt>
                <c:pt idx="161">
                  <c:v>84.14</c:v>
                </c:pt>
                <c:pt idx="162">
                  <c:v>252.42</c:v>
                </c:pt>
                <c:pt idx="163">
                  <c:v>332.04</c:v>
                </c:pt>
                <c:pt idx="164">
                  <c:v>254.97</c:v>
                </c:pt>
                <c:pt idx="165">
                  <c:v>251.38</c:v>
                </c:pt>
                <c:pt idx="166">
                  <c:v>174.96</c:v>
                </c:pt>
                <c:pt idx="167">
                  <c:v>81.59</c:v>
                </c:pt>
                <c:pt idx="168">
                  <c:v>136.79</c:v>
                </c:pt>
                <c:pt idx="169">
                  <c:v>329.95</c:v>
                </c:pt>
                <c:pt idx="170">
                  <c:v>76.489999999999995</c:v>
                </c:pt>
                <c:pt idx="171">
                  <c:v>134.97999999999999</c:v>
                </c:pt>
                <c:pt idx="172">
                  <c:v>78.19</c:v>
                </c:pt>
                <c:pt idx="173">
                  <c:v>197.97</c:v>
                </c:pt>
                <c:pt idx="174">
                  <c:v>273.95999999999998</c:v>
                </c:pt>
                <c:pt idx="175">
                  <c:v>263.95999999999998</c:v>
                </c:pt>
                <c:pt idx="176">
                  <c:v>144.47999999999999</c:v>
                </c:pt>
                <c:pt idx="177">
                  <c:v>252.42</c:v>
                </c:pt>
                <c:pt idx="178">
                  <c:v>323.16000000000003</c:v>
                </c:pt>
                <c:pt idx="179">
                  <c:v>249.87</c:v>
                </c:pt>
                <c:pt idx="180">
                  <c:v>76.489999999999995</c:v>
                </c:pt>
                <c:pt idx="181">
                  <c:v>318.54000000000002</c:v>
                </c:pt>
                <c:pt idx="182">
                  <c:v>83.61</c:v>
                </c:pt>
                <c:pt idx="183">
                  <c:v>254.97</c:v>
                </c:pt>
                <c:pt idx="184">
                  <c:v>115.88</c:v>
                </c:pt>
                <c:pt idx="185">
                  <c:v>254.97</c:v>
                </c:pt>
                <c:pt idx="186">
                  <c:v>169.98</c:v>
                </c:pt>
                <c:pt idx="187">
                  <c:v>329.95</c:v>
                </c:pt>
                <c:pt idx="188">
                  <c:v>389.34</c:v>
                </c:pt>
                <c:pt idx="189">
                  <c:v>282.95</c:v>
                </c:pt>
                <c:pt idx="190">
                  <c:v>453.88</c:v>
                </c:pt>
                <c:pt idx="191">
                  <c:v>348.52</c:v>
                </c:pt>
                <c:pt idx="192">
                  <c:v>502.92</c:v>
                </c:pt>
                <c:pt idx="193">
                  <c:v>485.35</c:v>
                </c:pt>
                <c:pt idx="194">
                  <c:v>421.98</c:v>
                </c:pt>
                <c:pt idx="195">
                  <c:v>527.91999999999996</c:v>
                </c:pt>
                <c:pt idx="196">
                  <c:v>537.91999999999996</c:v>
                </c:pt>
                <c:pt idx="197">
                  <c:v>414.95</c:v>
                </c:pt>
                <c:pt idx="198">
                  <c:v>547.5</c:v>
                </c:pt>
                <c:pt idx="199">
                  <c:v>71.98</c:v>
                </c:pt>
                <c:pt idx="200">
                  <c:v>509.94</c:v>
                </c:pt>
                <c:pt idx="201">
                  <c:v>395.94</c:v>
                </c:pt>
                <c:pt idx="202">
                  <c:v>426.51</c:v>
                </c:pt>
                <c:pt idx="203">
                  <c:v>417.89</c:v>
                </c:pt>
                <c:pt idx="204">
                  <c:v>317.92</c:v>
                </c:pt>
                <c:pt idx="205">
                  <c:v>423.92</c:v>
                </c:pt>
                <c:pt idx="206">
                  <c:v>161.94</c:v>
                </c:pt>
                <c:pt idx="207">
                  <c:v>254.97</c:v>
                </c:pt>
                <c:pt idx="208">
                  <c:v>252.95</c:v>
                </c:pt>
                <c:pt idx="209">
                  <c:v>286.95</c:v>
                </c:pt>
                <c:pt idx="210">
                  <c:v>265.16000000000003</c:v>
                </c:pt>
                <c:pt idx="211">
                  <c:v>356.33</c:v>
                </c:pt>
                <c:pt idx="212">
                  <c:v>307.93</c:v>
                </c:pt>
                <c:pt idx="213">
                  <c:v>445.06</c:v>
                </c:pt>
                <c:pt idx="214">
                  <c:v>303.74</c:v>
                </c:pt>
                <c:pt idx="215">
                  <c:v>348.8</c:v>
                </c:pt>
                <c:pt idx="216">
                  <c:v>347.34</c:v>
                </c:pt>
                <c:pt idx="217">
                  <c:v>329.95</c:v>
                </c:pt>
                <c:pt idx="218">
                  <c:v>363.94</c:v>
                </c:pt>
                <c:pt idx="219">
                  <c:v>256.17</c:v>
                </c:pt>
                <c:pt idx="220">
                  <c:v>436.77</c:v>
                </c:pt>
                <c:pt idx="221">
                  <c:v>363.94</c:v>
                </c:pt>
                <c:pt idx="222">
                  <c:v>289.14</c:v>
                </c:pt>
                <c:pt idx="223">
                  <c:v>393.92</c:v>
                </c:pt>
                <c:pt idx="224">
                  <c:v>265.16000000000003</c:v>
                </c:pt>
                <c:pt idx="225">
                  <c:v>426.15</c:v>
                </c:pt>
                <c:pt idx="226">
                  <c:v>250.36</c:v>
                </c:pt>
                <c:pt idx="227">
                  <c:v>254.97</c:v>
                </c:pt>
                <c:pt idx="228">
                  <c:v>254.97</c:v>
                </c:pt>
                <c:pt idx="229">
                  <c:v>254.97</c:v>
                </c:pt>
                <c:pt idx="230">
                  <c:v>304.95999999999998</c:v>
                </c:pt>
                <c:pt idx="231">
                  <c:v>477.34</c:v>
                </c:pt>
                <c:pt idx="232">
                  <c:v>221.95</c:v>
                </c:pt>
                <c:pt idx="233">
                  <c:v>424.95</c:v>
                </c:pt>
                <c:pt idx="234">
                  <c:v>326.98</c:v>
                </c:pt>
                <c:pt idx="235">
                  <c:v>332.35</c:v>
                </c:pt>
                <c:pt idx="236">
                  <c:v>489.89</c:v>
                </c:pt>
                <c:pt idx="237">
                  <c:v>532.85</c:v>
                </c:pt>
                <c:pt idx="238">
                  <c:v>411.9</c:v>
                </c:pt>
                <c:pt idx="239">
                  <c:v>455.8</c:v>
                </c:pt>
                <c:pt idx="240">
                  <c:v>419.91</c:v>
                </c:pt>
                <c:pt idx="241">
                  <c:v>420.41</c:v>
                </c:pt>
                <c:pt idx="242">
                  <c:v>479.77</c:v>
                </c:pt>
                <c:pt idx="243">
                  <c:v>299.94</c:v>
                </c:pt>
                <c:pt idx="244">
                  <c:v>293.41000000000003</c:v>
                </c:pt>
                <c:pt idx="245">
                  <c:v>559.87</c:v>
                </c:pt>
                <c:pt idx="246">
                  <c:v>499.9</c:v>
                </c:pt>
                <c:pt idx="247">
                  <c:v>361.9</c:v>
                </c:pt>
                <c:pt idx="248">
                  <c:v>437.18</c:v>
                </c:pt>
                <c:pt idx="249">
                  <c:v>293.17</c:v>
                </c:pt>
                <c:pt idx="250">
                  <c:v>514.84</c:v>
                </c:pt>
                <c:pt idx="251">
                  <c:v>380.16</c:v>
                </c:pt>
                <c:pt idx="252">
                  <c:v>450.4</c:v>
                </c:pt>
                <c:pt idx="253">
                  <c:v>252.93</c:v>
                </c:pt>
                <c:pt idx="254">
                  <c:v>599.88</c:v>
                </c:pt>
                <c:pt idx="255">
                  <c:v>329.91</c:v>
                </c:pt>
                <c:pt idx="256">
                  <c:v>186.44</c:v>
                </c:pt>
                <c:pt idx="257">
                  <c:v>415.28</c:v>
                </c:pt>
                <c:pt idx="258">
                  <c:v>340.43</c:v>
                </c:pt>
                <c:pt idx="259">
                  <c:v>355.95</c:v>
                </c:pt>
                <c:pt idx="260">
                  <c:v>254.97</c:v>
                </c:pt>
                <c:pt idx="261">
                  <c:v>169.98</c:v>
                </c:pt>
                <c:pt idx="262">
                  <c:v>254.97</c:v>
                </c:pt>
                <c:pt idx="263">
                  <c:v>169.98</c:v>
                </c:pt>
                <c:pt idx="264">
                  <c:v>237.56</c:v>
                </c:pt>
                <c:pt idx="265">
                  <c:v>263.95999999999998</c:v>
                </c:pt>
                <c:pt idx="266">
                  <c:v>13.49</c:v>
                </c:pt>
                <c:pt idx="267">
                  <c:v>185.97</c:v>
                </c:pt>
                <c:pt idx="268">
                  <c:v>270.95999999999998</c:v>
                </c:pt>
                <c:pt idx="269">
                  <c:v>387.94</c:v>
                </c:pt>
                <c:pt idx="270">
                  <c:v>263.95999999999998</c:v>
                </c:pt>
                <c:pt idx="271">
                  <c:v>262.95999999999998</c:v>
                </c:pt>
                <c:pt idx="272">
                  <c:v>397.92</c:v>
                </c:pt>
                <c:pt idx="273">
                  <c:v>311.91000000000003</c:v>
                </c:pt>
                <c:pt idx="274">
                  <c:v>270.95999999999998</c:v>
                </c:pt>
                <c:pt idx="275">
                  <c:v>156.97</c:v>
                </c:pt>
                <c:pt idx="276">
                  <c:v>355.95</c:v>
                </c:pt>
                <c:pt idx="277">
                  <c:v>246.97</c:v>
                </c:pt>
                <c:pt idx="278">
                  <c:v>270.95999999999998</c:v>
                </c:pt>
                <c:pt idx="279">
                  <c:v>270.95999999999998</c:v>
                </c:pt>
                <c:pt idx="280">
                  <c:v>262.94</c:v>
                </c:pt>
                <c:pt idx="281">
                  <c:v>270.95999999999998</c:v>
                </c:pt>
                <c:pt idx="282">
                  <c:v>270.95999999999998</c:v>
                </c:pt>
                <c:pt idx="283">
                  <c:v>254.97</c:v>
                </c:pt>
                <c:pt idx="284">
                  <c:v>339.96</c:v>
                </c:pt>
                <c:pt idx="285">
                  <c:v>263.95999999999998</c:v>
                </c:pt>
                <c:pt idx="286">
                  <c:v>330.95</c:v>
                </c:pt>
                <c:pt idx="287">
                  <c:v>309.93</c:v>
                </c:pt>
                <c:pt idx="288">
                  <c:v>336.15</c:v>
                </c:pt>
                <c:pt idx="289">
                  <c:v>189.57</c:v>
                </c:pt>
                <c:pt idx="290">
                  <c:v>181.47</c:v>
                </c:pt>
                <c:pt idx="291">
                  <c:v>321.43</c:v>
                </c:pt>
                <c:pt idx="292">
                  <c:v>235.26</c:v>
                </c:pt>
                <c:pt idx="293">
                  <c:v>206.46</c:v>
                </c:pt>
                <c:pt idx="294">
                  <c:v>216.46</c:v>
                </c:pt>
                <c:pt idx="295">
                  <c:v>174.47</c:v>
                </c:pt>
                <c:pt idx="296">
                  <c:v>219.96</c:v>
                </c:pt>
                <c:pt idx="297">
                  <c:v>216.26</c:v>
                </c:pt>
                <c:pt idx="298">
                  <c:v>199.47</c:v>
                </c:pt>
                <c:pt idx="299">
                  <c:v>196.47</c:v>
                </c:pt>
                <c:pt idx="300">
                  <c:v>199.47</c:v>
                </c:pt>
                <c:pt idx="301">
                  <c:v>391.43</c:v>
                </c:pt>
                <c:pt idx="302">
                  <c:v>199.47</c:v>
                </c:pt>
                <c:pt idx="303">
                  <c:v>197.47</c:v>
                </c:pt>
                <c:pt idx="304">
                  <c:v>212.96</c:v>
                </c:pt>
                <c:pt idx="305">
                  <c:v>196.27</c:v>
                </c:pt>
                <c:pt idx="306">
                  <c:v>211.46</c:v>
                </c:pt>
                <c:pt idx="307">
                  <c:v>221.26</c:v>
                </c:pt>
                <c:pt idx="308">
                  <c:v>220.26</c:v>
                </c:pt>
                <c:pt idx="309">
                  <c:v>216.46</c:v>
                </c:pt>
                <c:pt idx="310">
                  <c:v>214.46</c:v>
                </c:pt>
                <c:pt idx="311">
                  <c:v>189.46</c:v>
                </c:pt>
                <c:pt idx="312">
                  <c:v>215.26</c:v>
                </c:pt>
                <c:pt idx="313">
                  <c:v>201.27</c:v>
                </c:pt>
                <c:pt idx="314">
                  <c:v>189.46</c:v>
                </c:pt>
                <c:pt idx="315">
                  <c:v>200.46</c:v>
                </c:pt>
                <c:pt idx="316">
                  <c:v>199.47</c:v>
                </c:pt>
                <c:pt idx="317">
                  <c:v>-3</c:v>
                </c:pt>
                <c:pt idx="318">
                  <c:v>191.46</c:v>
                </c:pt>
                <c:pt idx="319">
                  <c:v>199.47</c:v>
                </c:pt>
                <c:pt idx="320">
                  <c:v>201.27</c:v>
                </c:pt>
                <c:pt idx="321">
                  <c:v>499.41</c:v>
                </c:pt>
                <c:pt idx="322">
                  <c:v>211.46</c:v>
                </c:pt>
                <c:pt idx="323">
                  <c:v>174.47</c:v>
                </c:pt>
                <c:pt idx="324">
                  <c:v>181.47</c:v>
                </c:pt>
                <c:pt idx="325">
                  <c:v>199.47</c:v>
                </c:pt>
                <c:pt idx="326">
                  <c:v>172.47</c:v>
                </c:pt>
                <c:pt idx="327">
                  <c:v>199.47</c:v>
                </c:pt>
                <c:pt idx="328">
                  <c:v>218.46</c:v>
                </c:pt>
                <c:pt idx="329">
                  <c:v>199.47</c:v>
                </c:pt>
                <c:pt idx="330">
                  <c:v>212.46</c:v>
                </c:pt>
                <c:pt idx="331">
                  <c:v>195.93</c:v>
                </c:pt>
                <c:pt idx="332">
                  <c:v>530.91999999999996</c:v>
                </c:pt>
                <c:pt idx="333">
                  <c:v>252.06</c:v>
                </c:pt>
                <c:pt idx="334">
                  <c:v>734.34</c:v>
                </c:pt>
                <c:pt idx="335">
                  <c:v>529.41999999999996</c:v>
                </c:pt>
                <c:pt idx="336">
                  <c:v>529.41999999999996</c:v>
                </c:pt>
                <c:pt idx="337">
                  <c:v>661.4</c:v>
                </c:pt>
                <c:pt idx="338">
                  <c:v>527.91999999999996</c:v>
                </c:pt>
                <c:pt idx="339">
                  <c:v>615.89</c:v>
                </c:pt>
                <c:pt idx="340">
                  <c:v>529.41999999999996</c:v>
                </c:pt>
                <c:pt idx="341">
                  <c:v>529.41999999999996</c:v>
                </c:pt>
                <c:pt idx="342">
                  <c:v>789.36</c:v>
                </c:pt>
                <c:pt idx="343">
                  <c:v>530.91999999999996</c:v>
                </c:pt>
                <c:pt idx="344">
                  <c:v>691.21</c:v>
                </c:pt>
                <c:pt idx="345">
                  <c:v>582.88</c:v>
                </c:pt>
                <c:pt idx="346">
                  <c:v>518.34</c:v>
                </c:pt>
                <c:pt idx="347">
                  <c:v>662.01</c:v>
                </c:pt>
                <c:pt idx="348">
                  <c:v>518.86</c:v>
                </c:pt>
                <c:pt idx="349">
                  <c:v>527.91999999999996</c:v>
                </c:pt>
                <c:pt idx="350">
                  <c:v>636.4</c:v>
                </c:pt>
                <c:pt idx="351">
                  <c:v>565.11</c:v>
                </c:pt>
                <c:pt idx="352">
                  <c:v>207.95</c:v>
                </c:pt>
                <c:pt idx="353">
                  <c:v>187.96</c:v>
                </c:pt>
                <c:pt idx="354">
                  <c:v>219.97</c:v>
                </c:pt>
                <c:pt idx="355">
                  <c:v>254.97</c:v>
                </c:pt>
                <c:pt idx="356">
                  <c:v>254.97</c:v>
                </c:pt>
                <c:pt idx="357">
                  <c:v>187.96</c:v>
                </c:pt>
                <c:pt idx="358">
                  <c:v>294.94</c:v>
                </c:pt>
                <c:pt idx="359">
                  <c:v>169.98</c:v>
                </c:pt>
                <c:pt idx="360">
                  <c:v>169.98</c:v>
                </c:pt>
                <c:pt idx="361">
                  <c:v>583.88</c:v>
                </c:pt>
                <c:pt idx="362">
                  <c:v>184.95</c:v>
                </c:pt>
                <c:pt idx="363">
                  <c:v>187.96</c:v>
                </c:pt>
                <c:pt idx="364">
                  <c:v>254.97</c:v>
                </c:pt>
                <c:pt idx="365">
                  <c:v>169.98</c:v>
                </c:pt>
                <c:pt idx="366">
                  <c:v>254.97</c:v>
                </c:pt>
                <c:pt idx="367">
                  <c:v>254.97</c:v>
                </c:pt>
                <c:pt idx="368">
                  <c:v>254.97</c:v>
                </c:pt>
                <c:pt idx="369">
                  <c:v>292.94</c:v>
                </c:pt>
                <c:pt idx="370">
                  <c:v>254.97</c:v>
                </c:pt>
                <c:pt idx="371">
                  <c:v>206.96</c:v>
                </c:pt>
                <c:pt idx="372">
                  <c:v>247.95</c:v>
                </c:pt>
                <c:pt idx="373">
                  <c:v>254.97</c:v>
                </c:pt>
                <c:pt idx="374">
                  <c:v>207.95</c:v>
                </c:pt>
                <c:pt idx="375">
                  <c:v>263.95999999999998</c:v>
                </c:pt>
                <c:pt idx="376">
                  <c:v>3.92</c:v>
                </c:pt>
                <c:pt idx="377">
                  <c:v>233.93</c:v>
                </c:pt>
                <c:pt idx="378">
                  <c:v>172.97</c:v>
                </c:pt>
                <c:pt idx="379">
                  <c:v>224.94</c:v>
                </c:pt>
                <c:pt idx="380">
                  <c:v>263.95999999999998</c:v>
                </c:pt>
                <c:pt idx="381">
                  <c:v>78.900000000000006</c:v>
                </c:pt>
                <c:pt idx="382">
                  <c:v>254.97</c:v>
                </c:pt>
                <c:pt idx="383">
                  <c:v>19.28</c:v>
                </c:pt>
                <c:pt idx="384">
                  <c:v>197.97</c:v>
                </c:pt>
                <c:pt idx="385">
                  <c:v>-9.98</c:v>
                </c:pt>
                <c:pt idx="386">
                  <c:v>272.95</c:v>
                </c:pt>
                <c:pt idx="387">
                  <c:v>254.97</c:v>
                </c:pt>
                <c:pt idx="388">
                  <c:v>264.95</c:v>
                </c:pt>
                <c:pt idx="389">
                  <c:v>272.95</c:v>
                </c:pt>
                <c:pt idx="390">
                  <c:v>221.55</c:v>
                </c:pt>
                <c:pt idx="391">
                  <c:v>254.97</c:v>
                </c:pt>
                <c:pt idx="392">
                  <c:v>659.9</c:v>
                </c:pt>
                <c:pt idx="393">
                  <c:v>119.96</c:v>
                </c:pt>
                <c:pt idx="394">
                  <c:v>339.96</c:v>
                </c:pt>
                <c:pt idx="395">
                  <c:v>611.84</c:v>
                </c:pt>
                <c:pt idx="396">
                  <c:v>119.96</c:v>
                </c:pt>
                <c:pt idx="397">
                  <c:v>339.96</c:v>
                </c:pt>
                <c:pt idx="398">
                  <c:v>99.98</c:v>
                </c:pt>
                <c:pt idx="399">
                  <c:v>339.96</c:v>
                </c:pt>
                <c:pt idx="400">
                  <c:v>169.98</c:v>
                </c:pt>
                <c:pt idx="401">
                  <c:v>263.95999999999998</c:v>
                </c:pt>
                <c:pt idx="402">
                  <c:v>169.98</c:v>
                </c:pt>
                <c:pt idx="403">
                  <c:v>659.9</c:v>
                </c:pt>
                <c:pt idx="404">
                  <c:v>849.9</c:v>
                </c:pt>
                <c:pt idx="405">
                  <c:v>59.95</c:v>
                </c:pt>
                <c:pt idx="406">
                  <c:v>169.98</c:v>
                </c:pt>
                <c:pt idx="407">
                  <c:v>169.42</c:v>
                </c:pt>
                <c:pt idx="408">
                  <c:v>679.92</c:v>
                </c:pt>
                <c:pt idx="409">
                  <c:v>149.94</c:v>
                </c:pt>
                <c:pt idx="410">
                  <c:v>191.72</c:v>
                </c:pt>
                <c:pt idx="411">
                  <c:v>339.96</c:v>
                </c:pt>
                <c:pt idx="412">
                  <c:v>149.94</c:v>
                </c:pt>
                <c:pt idx="413">
                  <c:v>375.9</c:v>
                </c:pt>
                <c:pt idx="414">
                  <c:v>764.91</c:v>
                </c:pt>
                <c:pt idx="415">
                  <c:v>159.97999999999999</c:v>
                </c:pt>
                <c:pt idx="416">
                  <c:v>199.97</c:v>
                </c:pt>
                <c:pt idx="417">
                  <c:v>187.97</c:v>
                </c:pt>
                <c:pt idx="418">
                  <c:v>126.98</c:v>
                </c:pt>
                <c:pt idx="419">
                  <c:v>137.97999999999999</c:v>
                </c:pt>
                <c:pt idx="420">
                  <c:v>224.04</c:v>
                </c:pt>
                <c:pt idx="421">
                  <c:v>137.97999999999999</c:v>
                </c:pt>
                <c:pt idx="422">
                  <c:v>159.97999999999999</c:v>
                </c:pt>
                <c:pt idx="423">
                  <c:v>235.95</c:v>
                </c:pt>
                <c:pt idx="424">
                  <c:v>209.97</c:v>
                </c:pt>
                <c:pt idx="425">
                  <c:v>126.98</c:v>
                </c:pt>
                <c:pt idx="426">
                  <c:v>129.97999999999999</c:v>
                </c:pt>
                <c:pt idx="427">
                  <c:v>159.97999999999999</c:v>
                </c:pt>
                <c:pt idx="428">
                  <c:v>51.96</c:v>
                </c:pt>
                <c:pt idx="429">
                  <c:v>159.97999999999999</c:v>
                </c:pt>
                <c:pt idx="430">
                  <c:v>140.97</c:v>
                </c:pt>
                <c:pt idx="431">
                  <c:v>209.97</c:v>
                </c:pt>
                <c:pt idx="432">
                  <c:v>159.97999999999999</c:v>
                </c:pt>
                <c:pt idx="433">
                  <c:v>163.97</c:v>
                </c:pt>
                <c:pt idx="434">
                  <c:v>99.98</c:v>
                </c:pt>
                <c:pt idx="435">
                  <c:v>209.97</c:v>
                </c:pt>
                <c:pt idx="436">
                  <c:v>199.97</c:v>
                </c:pt>
                <c:pt idx="437">
                  <c:v>199.35</c:v>
                </c:pt>
                <c:pt idx="438">
                  <c:v>209.97</c:v>
                </c:pt>
                <c:pt idx="439">
                  <c:v>140.97</c:v>
                </c:pt>
                <c:pt idx="440">
                  <c:v>149.97999999999999</c:v>
                </c:pt>
                <c:pt idx="441">
                  <c:v>126.98</c:v>
                </c:pt>
                <c:pt idx="442">
                  <c:v>159.97999999999999</c:v>
                </c:pt>
                <c:pt idx="443">
                  <c:v>140.97</c:v>
                </c:pt>
                <c:pt idx="444">
                  <c:v>209.97</c:v>
                </c:pt>
                <c:pt idx="445">
                  <c:v>209.97</c:v>
                </c:pt>
                <c:pt idx="446">
                  <c:v>209.97</c:v>
                </c:pt>
                <c:pt idx="447">
                  <c:v>191.95</c:v>
                </c:pt>
                <c:pt idx="448">
                  <c:v>79.98</c:v>
                </c:pt>
                <c:pt idx="449">
                  <c:v>116.98</c:v>
                </c:pt>
                <c:pt idx="450">
                  <c:v>129.97999999999999</c:v>
                </c:pt>
                <c:pt idx="451">
                  <c:v>126.98</c:v>
                </c:pt>
                <c:pt idx="452">
                  <c:v>209.97</c:v>
                </c:pt>
                <c:pt idx="453">
                  <c:v>49.92</c:v>
                </c:pt>
                <c:pt idx="454">
                  <c:v>79.989999999999995</c:v>
                </c:pt>
                <c:pt idx="455">
                  <c:v>149.97999999999999</c:v>
                </c:pt>
                <c:pt idx="456">
                  <c:v>159.97999999999999</c:v>
                </c:pt>
                <c:pt idx="457">
                  <c:v>127.98</c:v>
                </c:pt>
                <c:pt idx="458">
                  <c:v>209.97</c:v>
                </c:pt>
                <c:pt idx="459">
                  <c:v>209.97</c:v>
                </c:pt>
                <c:pt idx="460">
                  <c:v>165.97</c:v>
                </c:pt>
                <c:pt idx="461">
                  <c:v>126.98</c:v>
                </c:pt>
                <c:pt idx="462">
                  <c:v>159.97999999999999</c:v>
                </c:pt>
                <c:pt idx="463">
                  <c:v>151.97</c:v>
                </c:pt>
                <c:pt idx="464">
                  <c:v>116.98</c:v>
                </c:pt>
                <c:pt idx="465">
                  <c:v>159.97999999999999</c:v>
                </c:pt>
                <c:pt idx="466">
                  <c:v>501.34</c:v>
                </c:pt>
                <c:pt idx="467">
                  <c:v>273.87</c:v>
                </c:pt>
                <c:pt idx="468">
                  <c:v>65.989999999999995</c:v>
                </c:pt>
                <c:pt idx="469">
                  <c:v>339.96</c:v>
                </c:pt>
                <c:pt idx="470">
                  <c:v>557.9</c:v>
                </c:pt>
                <c:pt idx="471">
                  <c:v>1393.06</c:v>
                </c:pt>
                <c:pt idx="472">
                  <c:v>189.16</c:v>
                </c:pt>
                <c:pt idx="473">
                  <c:v>834.91</c:v>
                </c:pt>
                <c:pt idx="474">
                  <c:v>247.24</c:v>
                </c:pt>
                <c:pt idx="475">
                  <c:v>-1.2</c:v>
                </c:pt>
                <c:pt idx="476">
                  <c:v>710.84</c:v>
                </c:pt>
                <c:pt idx="477">
                  <c:v>819.86</c:v>
                </c:pt>
                <c:pt idx="478">
                  <c:v>1007.82</c:v>
                </c:pt>
                <c:pt idx="479">
                  <c:v>424.85</c:v>
                </c:pt>
                <c:pt idx="480">
                  <c:v>399.95</c:v>
                </c:pt>
                <c:pt idx="481">
                  <c:v>399.95</c:v>
                </c:pt>
                <c:pt idx="482">
                  <c:v>399.95</c:v>
                </c:pt>
                <c:pt idx="483">
                  <c:v>319.89999999999998</c:v>
                </c:pt>
                <c:pt idx="484">
                  <c:v>66.25</c:v>
                </c:pt>
                <c:pt idx="485">
                  <c:v>524.85</c:v>
                </c:pt>
                <c:pt idx="486">
                  <c:v>359.9</c:v>
                </c:pt>
                <c:pt idx="487">
                  <c:v>419.9</c:v>
                </c:pt>
                <c:pt idx="488">
                  <c:v>459.9</c:v>
                </c:pt>
                <c:pt idx="489">
                  <c:v>459.9</c:v>
                </c:pt>
                <c:pt idx="490">
                  <c:v>419.9</c:v>
                </c:pt>
                <c:pt idx="491">
                  <c:v>459.9</c:v>
                </c:pt>
                <c:pt idx="492">
                  <c:v>401.25</c:v>
                </c:pt>
                <c:pt idx="493">
                  <c:v>359.9</c:v>
                </c:pt>
                <c:pt idx="494">
                  <c:v>359.9</c:v>
                </c:pt>
                <c:pt idx="495">
                  <c:v>451.91</c:v>
                </c:pt>
                <c:pt idx="496">
                  <c:v>459.9</c:v>
                </c:pt>
                <c:pt idx="497">
                  <c:v>451.91</c:v>
                </c:pt>
                <c:pt idx="498">
                  <c:v>399.95</c:v>
                </c:pt>
                <c:pt idx="499">
                  <c:v>459.9</c:v>
                </c:pt>
                <c:pt idx="500">
                  <c:v>359.9</c:v>
                </c:pt>
                <c:pt idx="501">
                  <c:v>429.9</c:v>
                </c:pt>
                <c:pt idx="502">
                  <c:v>71.430000000000007</c:v>
                </c:pt>
                <c:pt idx="503">
                  <c:v>214.06</c:v>
                </c:pt>
                <c:pt idx="504">
                  <c:v>100.98</c:v>
                </c:pt>
                <c:pt idx="505">
                  <c:v>84.99</c:v>
                </c:pt>
                <c:pt idx="506">
                  <c:v>169.98</c:v>
                </c:pt>
                <c:pt idx="507">
                  <c:v>253.96</c:v>
                </c:pt>
                <c:pt idx="508">
                  <c:v>168.56</c:v>
                </c:pt>
                <c:pt idx="509">
                  <c:v>84.99</c:v>
                </c:pt>
                <c:pt idx="510">
                  <c:v>84.99</c:v>
                </c:pt>
                <c:pt idx="511">
                  <c:v>118.2</c:v>
                </c:pt>
                <c:pt idx="512">
                  <c:v>121.97</c:v>
                </c:pt>
                <c:pt idx="513">
                  <c:v>60.98</c:v>
                </c:pt>
                <c:pt idx="514">
                  <c:v>79.959999999999994</c:v>
                </c:pt>
                <c:pt idx="515">
                  <c:v>170.96</c:v>
                </c:pt>
                <c:pt idx="516">
                  <c:v>119.97</c:v>
                </c:pt>
                <c:pt idx="517">
                  <c:v>179.12</c:v>
                </c:pt>
                <c:pt idx="518">
                  <c:v>235.95</c:v>
                </c:pt>
                <c:pt idx="519">
                  <c:v>84.99</c:v>
                </c:pt>
                <c:pt idx="520">
                  <c:v>53.97</c:v>
                </c:pt>
                <c:pt idx="521">
                  <c:v>226.94</c:v>
                </c:pt>
                <c:pt idx="522">
                  <c:v>196.95</c:v>
                </c:pt>
                <c:pt idx="523">
                  <c:v>113.15</c:v>
                </c:pt>
                <c:pt idx="524">
                  <c:v>114.98</c:v>
                </c:pt>
                <c:pt idx="525">
                  <c:v>113.86</c:v>
                </c:pt>
                <c:pt idx="526">
                  <c:v>122.97</c:v>
                </c:pt>
                <c:pt idx="527">
                  <c:v>84.99</c:v>
                </c:pt>
                <c:pt idx="528">
                  <c:v>138.46</c:v>
                </c:pt>
                <c:pt idx="529">
                  <c:v>237.96</c:v>
                </c:pt>
                <c:pt idx="530">
                  <c:v>271.83999999999997</c:v>
                </c:pt>
                <c:pt idx="531">
                  <c:v>84.99</c:v>
                </c:pt>
                <c:pt idx="532">
                  <c:v>183.95</c:v>
                </c:pt>
                <c:pt idx="533">
                  <c:v>238.96</c:v>
                </c:pt>
                <c:pt idx="534">
                  <c:v>187.32</c:v>
                </c:pt>
                <c:pt idx="535">
                  <c:v>100.98</c:v>
                </c:pt>
                <c:pt idx="536">
                  <c:v>84.99</c:v>
                </c:pt>
                <c:pt idx="537">
                  <c:v>172.95</c:v>
                </c:pt>
                <c:pt idx="538">
                  <c:v>173.94</c:v>
                </c:pt>
                <c:pt idx="539">
                  <c:v>114.98</c:v>
                </c:pt>
                <c:pt idx="540">
                  <c:v>155.97</c:v>
                </c:pt>
                <c:pt idx="541">
                  <c:v>84.99</c:v>
                </c:pt>
                <c:pt idx="542">
                  <c:v>75.650000000000006</c:v>
                </c:pt>
                <c:pt idx="543">
                  <c:v>167.97</c:v>
                </c:pt>
                <c:pt idx="544">
                  <c:v>244.54</c:v>
                </c:pt>
                <c:pt idx="545">
                  <c:v>215.95</c:v>
                </c:pt>
                <c:pt idx="546">
                  <c:v>103.98</c:v>
                </c:pt>
                <c:pt idx="547">
                  <c:v>339.96</c:v>
                </c:pt>
                <c:pt idx="548">
                  <c:v>310.52</c:v>
                </c:pt>
                <c:pt idx="549">
                  <c:v>197.95</c:v>
                </c:pt>
                <c:pt idx="550">
                  <c:v>254.97</c:v>
                </c:pt>
                <c:pt idx="551">
                  <c:v>339.96</c:v>
                </c:pt>
                <c:pt idx="552">
                  <c:v>509.94</c:v>
                </c:pt>
                <c:pt idx="553">
                  <c:v>254.97</c:v>
                </c:pt>
                <c:pt idx="554">
                  <c:v>121.98</c:v>
                </c:pt>
                <c:pt idx="555">
                  <c:v>509.94</c:v>
                </c:pt>
                <c:pt idx="556">
                  <c:v>255.66</c:v>
                </c:pt>
                <c:pt idx="557">
                  <c:v>169.98</c:v>
                </c:pt>
                <c:pt idx="558">
                  <c:v>339.96</c:v>
                </c:pt>
                <c:pt idx="559">
                  <c:v>272.95999999999998</c:v>
                </c:pt>
                <c:pt idx="560">
                  <c:v>254.97</c:v>
                </c:pt>
                <c:pt idx="561">
                  <c:v>263.95999999999998</c:v>
                </c:pt>
                <c:pt idx="562">
                  <c:v>172.97</c:v>
                </c:pt>
                <c:pt idx="563">
                  <c:v>254.97</c:v>
                </c:pt>
                <c:pt idx="564">
                  <c:v>254.97</c:v>
                </c:pt>
                <c:pt idx="565">
                  <c:v>136.76</c:v>
                </c:pt>
                <c:pt idx="566">
                  <c:v>197.97</c:v>
                </c:pt>
                <c:pt idx="567">
                  <c:v>155.97</c:v>
                </c:pt>
                <c:pt idx="568">
                  <c:v>339.96</c:v>
                </c:pt>
                <c:pt idx="569">
                  <c:v>334.95</c:v>
                </c:pt>
                <c:pt idx="570">
                  <c:v>254.97</c:v>
                </c:pt>
                <c:pt idx="571">
                  <c:v>121.98</c:v>
                </c:pt>
                <c:pt idx="572">
                  <c:v>254.97</c:v>
                </c:pt>
                <c:pt idx="573">
                  <c:v>254.97</c:v>
                </c:pt>
                <c:pt idx="574">
                  <c:v>197.97</c:v>
                </c:pt>
                <c:pt idx="575">
                  <c:v>249.26</c:v>
                </c:pt>
                <c:pt idx="576">
                  <c:v>375.94</c:v>
                </c:pt>
                <c:pt idx="577">
                  <c:v>339.96</c:v>
                </c:pt>
                <c:pt idx="578">
                  <c:v>263.95999999999998</c:v>
                </c:pt>
                <c:pt idx="579">
                  <c:v>169.98</c:v>
                </c:pt>
                <c:pt idx="580">
                  <c:v>242.96</c:v>
                </c:pt>
                <c:pt idx="581">
                  <c:v>329.95</c:v>
                </c:pt>
                <c:pt idx="582">
                  <c:v>254.97</c:v>
                </c:pt>
                <c:pt idx="583">
                  <c:v>254.97</c:v>
                </c:pt>
                <c:pt idx="584">
                  <c:v>339.96</c:v>
                </c:pt>
                <c:pt idx="585">
                  <c:v>339.96</c:v>
                </c:pt>
                <c:pt idx="586">
                  <c:v>197.97</c:v>
                </c:pt>
                <c:pt idx="587">
                  <c:v>254.97</c:v>
                </c:pt>
                <c:pt idx="588">
                  <c:v>263.95999999999998</c:v>
                </c:pt>
                <c:pt idx="589">
                  <c:v>339.96</c:v>
                </c:pt>
                <c:pt idx="590">
                  <c:v>272.95999999999998</c:v>
                </c:pt>
                <c:pt idx="591">
                  <c:v>129.85</c:v>
                </c:pt>
                <c:pt idx="592">
                  <c:v>106.37</c:v>
                </c:pt>
                <c:pt idx="593">
                  <c:v>102.06</c:v>
                </c:pt>
                <c:pt idx="594">
                  <c:v>108.75</c:v>
                </c:pt>
                <c:pt idx="595">
                  <c:v>107.45</c:v>
                </c:pt>
                <c:pt idx="596">
                  <c:v>89.05</c:v>
                </c:pt>
                <c:pt idx="597">
                  <c:v>121.36</c:v>
                </c:pt>
                <c:pt idx="598">
                  <c:v>83.6</c:v>
                </c:pt>
                <c:pt idx="599">
                  <c:v>89.95</c:v>
                </c:pt>
                <c:pt idx="600">
                  <c:v>106.37</c:v>
                </c:pt>
                <c:pt idx="601">
                  <c:v>110.31</c:v>
                </c:pt>
                <c:pt idx="602">
                  <c:v>106.37</c:v>
                </c:pt>
                <c:pt idx="603">
                  <c:v>107.45</c:v>
                </c:pt>
                <c:pt idx="604">
                  <c:v>136</c:v>
                </c:pt>
                <c:pt idx="605">
                  <c:v>91.33</c:v>
                </c:pt>
                <c:pt idx="606">
                  <c:v>106.37</c:v>
                </c:pt>
                <c:pt idx="607">
                  <c:v>107.45</c:v>
                </c:pt>
                <c:pt idx="608">
                  <c:v>106.37</c:v>
                </c:pt>
                <c:pt idx="609">
                  <c:v>106.37</c:v>
                </c:pt>
                <c:pt idx="610">
                  <c:v>106.37</c:v>
                </c:pt>
                <c:pt idx="611">
                  <c:v>89.1</c:v>
                </c:pt>
                <c:pt idx="612">
                  <c:v>106.37</c:v>
                </c:pt>
                <c:pt idx="613">
                  <c:v>57.08</c:v>
                </c:pt>
                <c:pt idx="614">
                  <c:v>89.95</c:v>
                </c:pt>
                <c:pt idx="615">
                  <c:v>107.45</c:v>
                </c:pt>
                <c:pt idx="616">
                  <c:v>105</c:v>
                </c:pt>
                <c:pt idx="617">
                  <c:v>90.93</c:v>
                </c:pt>
                <c:pt idx="618">
                  <c:v>89.23</c:v>
                </c:pt>
                <c:pt idx="619">
                  <c:v>89.05</c:v>
                </c:pt>
                <c:pt idx="620">
                  <c:v>107.45</c:v>
                </c:pt>
                <c:pt idx="621">
                  <c:v>106.37</c:v>
                </c:pt>
                <c:pt idx="622">
                  <c:v>107.45</c:v>
                </c:pt>
                <c:pt idx="623">
                  <c:v>107.45</c:v>
                </c:pt>
                <c:pt idx="624">
                  <c:v>106.37</c:v>
                </c:pt>
                <c:pt idx="625">
                  <c:v>106.37</c:v>
                </c:pt>
                <c:pt idx="626">
                  <c:v>115.49</c:v>
                </c:pt>
                <c:pt idx="627">
                  <c:v>45.51</c:v>
                </c:pt>
                <c:pt idx="628">
                  <c:v>106.37</c:v>
                </c:pt>
                <c:pt idx="629">
                  <c:v>89.05</c:v>
                </c:pt>
                <c:pt idx="630">
                  <c:v>106.37</c:v>
                </c:pt>
                <c:pt idx="631">
                  <c:v>100.39</c:v>
                </c:pt>
                <c:pt idx="632">
                  <c:v>88.57</c:v>
                </c:pt>
                <c:pt idx="633">
                  <c:v>106.54</c:v>
                </c:pt>
                <c:pt idx="634">
                  <c:v>45.26</c:v>
                </c:pt>
                <c:pt idx="635">
                  <c:v>106.14</c:v>
                </c:pt>
                <c:pt idx="636">
                  <c:v>107.45</c:v>
                </c:pt>
                <c:pt idx="637">
                  <c:v>128.94</c:v>
                </c:pt>
                <c:pt idx="638">
                  <c:v>106.37</c:v>
                </c:pt>
                <c:pt idx="639">
                  <c:v>106.37</c:v>
                </c:pt>
                <c:pt idx="640">
                  <c:v>87.1</c:v>
                </c:pt>
                <c:pt idx="641">
                  <c:v>89.05</c:v>
                </c:pt>
                <c:pt idx="642">
                  <c:v>101.21</c:v>
                </c:pt>
                <c:pt idx="643">
                  <c:v>107.45</c:v>
                </c:pt>
                <c:pt idx="644">
                  <c:v>136.97999999999999</c:v>
                </c:pt>
                <c:pt idx="645">
                  <c:v>89.05</c:v>
                </c:pt>
                <c:pt idx="646">
                  <c:v>105.3</c:v>
                </c:pt>
                <c:pt idx="647">
                  <c:v>89.05</c:v>
                </c:pt>
                <c:pt idx="648">
                  <c:v>129.36000000000001</c:v>
                </c:pt>
                <c:pt idx="649">
                  <c:v>89.05</c:v>
                </c:pt>
                <c:pt idx="650">
                  <c:v>70.66</c:v>
                </c:pt>
                <c:pt idx="651">
                  <c:v>107.45</c:v>
                </c:pt>
                <c:pt idx="652">
                  <c:v>84.35</c:v>
                </c:pt>
                <c:pt idx="653">
                  <c:v>63.9</c:v>
                </c:pt>
                <c:pt idx="654">
                  <c:v>106.37</c:v>
                </c:pt>
                <c:pt idx="655">
                  <c:v>56.13</c:v>
                </c:pt>
                <c:pt idx="656">
                  <c:v>89.05</c:v>
                </c:pt>
                <c:pt idx="657">
                  <c:v>106.37</c:v>
                </c:pt>
                <c:pt idx="658">
                  <c:v>104.37</c:v>
                </c:pt>
                <c:pt idx="659">
                  <c:v>89.05</c:v>
                </c:pt>
                <c:pt idx="660">
                  <c:v>89.95</c:v>
                </c:pt>
                <c:pt idx="661">
                  <c:v>102.32</c:v>
                </c:pt>
                <c:pt idx="662">
                  <c:v>97.07</c:v>
                </c:pt>
                <c:pt idx="663">
                  <c:v>46.27</c:v>
                </c:pt>
                <c:pt idx="664">
                  <c:v>74.94</c:v>
                </c:pt>
                <c:pt idx="665">
                  <c:v>107.45</c:v>
                </c:pt>
                <c:pt idx="666">
                  <c:v>107.45</c:v>
                </c:pt>
                <c:pt idx="667">
                  <c:v>106.37</c:v>
                </c:pt>
                <c:pt idx="668">
                  <c:v>106.37</c:v>
                </c:pt>
                <c:pt idx="669">
                  <c:v>89.95</c:v>
                </c:pt>
                <c:pt idx="670">
                  <c:v>106.8</c:v>
                </c:pt>
                <c:pt idx="671">
                  <c:v>84.38</c:v>
                </c:pt>
                <c:pt idx="672">
                  <c:v>107.45</c:v>
                </c:pt>
                <c:pt idx="673">
                  <c:v>143.93</c:v>
                </c:pt>
                <c:pt idx="674">
                  <c:v>84.1</c:v>
                </c:pt>
                <c:pt idx="675">
                  <c:v>104.94</c:v>
                </c:pt>
                <c:pt idx="676">
                  <c:v>99.79</c:v>
                </c:pt>
                <c:pt idx="677">
                  <c:v>107.45</c:v>
                </c:pt>
                <c:pt idx="678">
                  <c:v>107.45</c:v>
                </c:pt>
                <c:pt idx="679">
                  <c:v>106.37</c:v>
                </c:pt>
                <c:pt idx="680">
                  <c:v>104.94</c:v>
                </c:pt>
                <c:pt idx="681">
                  <c:v>106.37</c:v>
                </c:pt>
                <c:pt idx="682">
                  <c:v>106.37</c:v>
                </c:pt>
                <c:pt idx="683">
                  <c:v>89.72</c:v>
                </c:pt>
                <c:pt idx="684">
                  <c:v>106.59</c:v>
                </c:pt>
                <c:pt idx="685">
                  <c:v>84.1</c:v>
                </c:pt>
                <c:pt idx="686">
                  <c:v>107.28</c:v>
                </c:pt>
                <c:pt idx="687">
                  <c:v>84.88</c:v>
                </c:pt>
                <c:pt idx="688">
                  <c:v>106.55</c:v>
                </c:pt>
                <c:pt idx="689">
                  <c:v>89.05</c:v>
                </c:pt>
                <c:pt idx="690">
                  <c:v>107.45</c:v>
                </c:pt>
                <c:pt idx="691">
                  <c:v>106.37</c:v>
                </c:pt>
                <c:pt idx="692">
                  <c:v>258.45</c:v>
                </c:pt>
                <c:pt idx="693">
                  <c:v>265.45999999999998</c:v>
                </c:pt>
                <c:pt idx="694">
                  <c:v>263.95999999999998</c:v>
                </c:pt>
                <c:pt idx="695">
                  <c:v>265.26</c:v>
                </c:pt>
                <c:pt idx="696">
                  <c:v>319.42</c:v>
                </c:pt>
                <c:pt idx="697">
                  <c:v>79.98</c:v>
                </c:pt>
                <c:pt idx="698">
                  <c:v>293.94</c:v>
                </c:pt>
                <c:pt idx="699">
                  <c:v>278.95</c:v>
                </c:pt>
                <c:pt idx="700">
                  <c:v>323.94</c:v>
                </c:pt>
                <c:pt idx="701">
                  <c:v>265.45999999999998</c:v>
                </c:pt>
                <c:pt idx="702">
                  <c:v>184.26</c:v>
                </c:pt>
                <c:pt idx="703">
                  <c:v>265.45999999999998</c:v>
                </c:pt>
                <c:pt idx="704">
                  <c:v>312.42</c:v>
                </c:pt>
                <c:pt idx="705">
                  <c:v>269.45</c:v>
                </c:pt>
                <c:pt idx="706">
                  <c:v>325.44</c:v>
                </c:pt>
                <c:pt idx="707">
                  <c:v>263.44</c:v>
                </c:pt>
                <c:pt idx="708">
                  <c:v>194.45</c:v>
                </c:pt>
                <c:pt idx="709">
                  <c:v>59.96</c:v>
                </c:pt>
                <c:pt idx="710">
                  <c:v>395.94</c:v>
                </c:pt>
                <c:pt idx="711">
                  <c:v>339.96</c:v>
                </c:pt>
                <c:pt idx="712">
                  <c:v>395.94</c:v>
                </c:pt>
                <c:pt idx="713">
                  <c:v>314.95999999999998</c:v>
                </c:pt>
                <c:pt idx="714">
                  <c:v>342.82</c:v>
                </c:pt>
                <c:pt idx="715">
                  <c:v>329.84</c:v>
                </c:pt>
                <c:pt idx="716">
                  <c:v>328.83</c:v>
                </c:pt>
                <c:pt idx="717">
                  <c:v>54.99</c:v>
                </c:pt>
                <c:pt idx="718">
                  <c:v>226.14</c:v>
                </c:pt>
                <c:pt idx="719">
                  <c:v>54.97</c:v>
                </c:pt>
                <c:pt idx="720">
                  <c:v>339.96</c:v>
                </c:pt>
                <c:pt idx="721">
                  <c:v>431.45</c:v>
                </c:pt>
                <c:pt idx="722">
                  <c:v>339.96</c:v>
                </c:pt>
                <c:pt idx="723">
                  <c:v>377.94</c:v>
                </c:pt>
                <c:pt idx="724">
                  <c:v>17.29</c:v>
                </c:pt>
                <c:pt idx="725">
                  <c:v>639.9</c:v>
                </c:pt>
                <c:pt idx="726">
                  <c:v>339.96</c:v>
                </c:pt>
                <c:pt idx="727">
                  <c:v>339.96</c:v>
                </c:pt>
                <c:pt idx="728">
                  <c:v>428.32</c:v>
                </c:pt>
                <c:pt idx="729">
                  <c:v>83.28</c:v>
                </c:pt>
                <c:pt idx="730">
                  <c:v>329.95</c:v>
                </c:pt>
                <c:pt idx="731">
                  <c:v>56.97</c:v>
                </c:pt>
                <c:pt idx="732">
                  <c:v>263.95999999999998</c:v>
                </c:pt>
                <c:pt idx="733">
                  <c:v>1055.6500000000001</c:v>
                </c:pt>
                <c:pt idx="734">
                  <c:v>396.18</c:v>
                </c:pt>
                <c:pt idx="735">
                  <c:v>593.91</c:v>
                </c:pt>
                <c:pt idx="736">
                  <c:v>361.28</c:v>
                </c:pt>
                <c:pt idx="737">
                  <c:v>51.96</c:v>
                </c:pt>
                <c:pt idx="738">
                  <c:v>1177.8599999999999</c:v>
                </c:pt>
                <c:pt idx="739">
                  <c:v>1199.7</c:v>
                </c:pt>
                <c:pt idx="740">
                  <c:v>550.28</c:v>
                </c:pt>
                <c:pt idx="741">
                  <c:v>197.97</c:v>
                </c:pt>
                <c:pt idx="742">
                  <c:v>402.45</c:v>
                </c:pt>
                <c:pt idx="743">
                  <c:v>84.99</c:v>
                </c:pt>
                <c:pt idx="744">
                  <c:v>84.99</c:v>
                </c:pt>
                <c:pt idx="745">
                  <c:v>54.98</c:v>
                </c:pt>
                <c:pt idx="746">
                  <c:v>84.99</c:v>
                </c:pt>
                <c:pt idx="747">
                  <c:v>65.989999999999995</c:v>
                </c:pt>
                <c:pt idx="748">
                  <c:v>71.989999999999995</c:v>
                </c:pt>
                <c:pt idx="749">
                  <c:v>71.989999999999995</c:v>
                </c:pt>
                <c:pt idx="750">
                  <c:v>65.989999999999995</c:v>
                </c:pt>
                <c:pt idx="751">
                  <c:v>70.989999999999995</c:v>
                </c:pt>
                <c:pt idx="752">
                  <c:v>70.989999999999995</c:v>
                </c:pt>
                <c:pt idx="753">
                  <c:v>54.98</c:v>
                </c:pt>
                <c:pt idx="754">
                  <c:v>84.99</c:v>
                </c:pt>
                <c:pt idx="755">
                  <c:v>84.99</c:v>
                </c:pt>
                <c:pt idx="756">
                  <c:v>54.98</c:v>
                </c:pt>
                <c:pt idx="757">
                  <c:v>54.98</c:v>
                </c:pt>
                <c:pt idx="758">
                  <c:v>84.99</c:v>
                </c:pt>
                <c:pt idx="759">
                  <c:v>84.99</c:v>
                </c:pt>
                <c:pt idx="760">
                  <c:v>32</c:v>
                </c:pt>
                <c:pt idx="761">
                  <c:v>32</c:v>
                </c:pt>
                <c:pt idx="762">
                  <c:v>84.99</c:v>
                </c:pt>
                <c:pt idx="763">
                  <c:v>84.99</c:v>
                </c:pt>
                <c:pt idx="764">
                  <c:v>84.99</c:v>
                </c:pt>
                <c:pt idx="765">
                  <c:v>84.99</c:v>
                </c:pt>
                <c:pt idx="766">
                  <c:v>65.989999999999995</c:v>
                </c:pt>
                <c:pt idx="767">
                  <c:v>65.989999999999995</c:v>
                </c:pt>
                <c:pt idx="768">
                  <c:v>68.989999999999995</c:v>
                </c:pt>
                <c:pt idx="769">
                  <c:v>10</c:v>
                </c:pt>
                <c:pt idx="770">
                  <c:v>68.989999999999995</c:v>
                </c:pt>
                <c:pt idx="771">
                  <c:v>84.99</c:v>
                </c:pt>
                <c:pt idx="772">
                  <c:v>84.99</c:v>
                </c:pt>
                <c:pt idx="773">
                  <c:v>84.99</c:v>
                </c:pt>
                <c:pt idx="774">
                  <c:v>84.99</c:v>
                </c:pt>
                <c:pt idx="775">
                  <c:v>84.99</c:v>
                </c:pt>
                <c:pt idx="776">
                  <c:v>68.989999999999995</c:v>
                </c:pt>
                <c:pt idx="777">
                  <c:v>76.989999999999995</c:v>
                </c:pt>
                <c:pt idx="778">
                  <c:v>76.989999999999995</c:v>
                </c:pt>
                <c:pt idx="779">
                  <c:v>68.989999999999995</c:v>
                </c:pt>
                <c:pt idx="780">
                  <c:v>65.989999999999995</c:v>
                </c:pt>
                <c:pt idx="781">
                  <c:v>64.989999999999995</c:v>
                </c:pt>
                <c:pt idx="782">
                  <c:v>64.989999999999995</c:v>
                </c:pt>
                <c:pt idx="783">
                  <c:v>65.989999999999995</c:v>
                </c:pt>
                <c:pt idx="784">
                  <c:v>84.99</c:v>
                </c:pt>
                <c:pt idx="785">
                  <c:v>84.99</c:v>
                </c:pt>
                <c:pt idx="786">
                  <c:v>10</c:v>
                </c:pt>
                <c:pt idx="787">
                  <c:v>65.989999999999995</c:v>
                </c:pt>
                <c:pt idx="788">
                  <c:v>91.68</c:v>
                </c:pt>
                <c:pt idx="789">
                  <c:v>91.68</c:v>
                </c:pt>
                <c:pt idx="790">
                  <c:v>84.99</c:v>
                </c:pt>
                <c:pt idx="791">
                  <c:v>79.33</c:v>
                </c:pt>
                <c:pt idx="792">
                  <c:v>79.33</c:v>
                </c:pt>
                <c:pt idx="793">
                  <c:v>65.989999999999995</c:v>
                </c:pt>
                <c:pt idx="794">
                  <c:v>65.989999999999995</c:v>
                </c:pt>
                <c:pt idx="795">
                  <c:v>84.99</c:v>
                </c:pt>
                <c:pt idx="796">
                  <c:v>84.99</c:v>
                </c:pt>
                <c:pt idx="797">
                  <c:v>84.99</c:v>
                </c:pt>
                <c:pt idx="798">
                  <c:v>84.99</c:v>
                </c:pt>
                <c:pt idx="799">
                  <c:v>51.29</c:v>
                </c:pt>
                <c:pt idx="800">
                  <c:v>51.29</c:v>
                </c:pt>
                <c:pt idx="801">
                  <c:v>65.989999999999995</c:v>
                </c:pt>
                <c:pt idx="802">
                  <c:v>84.99</c:v>
                </c:pt>
                <c:pt idx="803">
                  <c:v>84.99</c:v>
                </c:pt>
                <c:pt idx="804">
                  <c:v>64.790000000000006</c:v>
                </c:pt>
                <c:pt idx="805">
                  <c:v>65.33</c:v>
                </c:pt>
                <c:pt idx="806">
                  <c:v>64.790000000000006</c:v>
                </c:pt>
                <c:pt idx="807">
                  <c:v>65.33</c:v>
                </c:pt>
                <c:pt idx="808">
                  <c:v>65.989999999999995</c:v>
                </c:pt>
                <c:pt idx="809">
                  <c:v>84.99</c:v>
                </c:pt>
                <c:pt idx="810">
                  <c:v>74.989999999999995</c:v>
                </c:pt>
                <c:pt idx="811">
                  <c:v>84.99</c:v>
                </c:pt>
                <c:pt idx="812">
                  <c:v>74.989999999999995</c:v>
                </c:pt>
                <c:pt idx="813">
                  <c:v>65.989999999999995</c:v>
                </c:pt>
                <c:pt idx="814">
                  <c:v>84.99</c:v>
                </c:pt>
                <c:pt idx="815">
                  <c:v>84.99</c:v>
                </c:pt>
                <c:pt idx="816">
                  <c:v>84.99</c:v>
                </c:pt>
                <c:pt idx="817">
                  <c:v>68.989999999999995</c:v>
                </c:pt>
                <c:pt idx="818">
                  <c:v>84.99</c:v>
                </c:pt>
                <c:pt idx="819">
                  <c:v>84.99</c:v>
                </c:pt>
                <c:pt idx="820">
                  <c:v>65.989999999999995</c:v>
                </c:pt>
                <c:pt idx="821">
                  <c:v>56.23</c:v>
                </c:pt>
                <c:pt idx="822">
                  <c:v>65.989999999999995</c:v>
                </c:pt>
                <c:pt idx="823">
                  <c:v>56.23</c:v>
                </c:pt>
                <c:pt idx="824">
                  <c:v>90.98</c:v>
                </c:pt>
                <c:pt idx="825">
                  <c:v>90.98</c:v>
                </c:pt>
                <c:pt idx="826">
                  <c:v>68.989999999999995</c:v>
                </c:pt>
                <c:pt idx="827">
                  <c:v>68.989999999999995</c:v>
                </c:pt>
                <c:pt idx="828">
                  <c:v>79.98</c:v>
                </c:pt>
                <c:pt idx="829">
                  <c:v>84.99</c:v>
                </c:pt>
                <c:pt idx="830">
                  <c:v>84.99</c:v>
                </c:pt>
                <c:pt idx="831">
                  <c:v>65.989999999999995</c:v>
                </c:pt>
                <c:pt idx="832">
                  <c:v>79.98</c:v>
                </c:pt>
                <c:pt idx="833">
                  <c:v>114.98</c:v>
                </c:pt>
                <c:pt idx="834">
                  <c:v>65.989999999999995</c:v>
                </c:pt>
                <c:pt idx="835">
                  <c:v>84.99</c:v>
                </c:pt>
                <c:pt idx="836">
                  <c:v>114.98</c:v>
                </c:pt>
                <c:pt idx="837">
                  <c:v>84.99</c:v>
                </c:pt>
                <c:pt idx="838">
                  <c:v>65.33</c:v>
                </c:pt>
                <c:pt idx="839">
                  <c:v>84.99</c:v>
                </c:pt>
                <c:pt idx="840">
                  <c:v>84.99</c:v>
                </c:pt>
                <c:pt idx="841">
                  <c:v>84.99</c:v>
                </c:pt>
                <c:pt idx="842">
                  <c:v>65.989999999999995</c:v>
                </c:pt>
                <c:pt idx="843">
                  <c:v>84.99</c:v>
                </c:pt>
                <c:pt idx="844">
                  <c:v>65.33</c:v>
                </c:pt>
                <c:pt idx="845">
                  <c:v>65.989999999999995</c:v>
                </c:pt>
                <c:pt idx="846">
                  <c:v>65.989999999999995</c:v>
                </c:pt>
                <c:pt idx="847">
                  <c:v>84.99</c:v>
                </c:pt>
                <c:pt idx="848">
                  <c:v>80.98</c:v>
                </c:pt>
                <c:pt idx="849">
                  <c:v>84.99</c:v>
                </c:pt>
                <c:pt idx="850">
                  <c:v>80.98</c:v>
                </c:pt>
                <c:pt idx="851">
                  <c:v>99.98</c:v>
                </c:pt>
                <c:pt idx="852">
                  <c:v>77.739999999999995</c:v>
                </c:pt>
                <c:pt idx="853">
                  <c:v>84.99</c:v>
                </c:pt>
                <c:pt idx="854">
                  <c:v>65.989999999999995</c:v>
                </c:pt>
                <c:pt idx="855">
                  <c:v>65.989999999999995</c:v>
                </c:pt>
                <c:pt idx="856">
                  <c:v>84.99</c:v>
                </c:pt>
                <c:pt idx="857">
                  <c:v>84.99</c:v>
                </c:pt>
                <c:pt idx="858">
                  <c:v>77.739999999999995</c:v>
                </c:pt>
                <c:pt idx="859">
                  <c:v>84.99</c:v>
                </c:pt>
                <c:pt idx="860">
                  <c:v>161.30000000000001</c:v>
                </c:pt>
                <c:pt idx="861">
                  <c:v>84.99</c:v>
                </c:pt>
                <c:pt idx="862">
                  <c:v>161.30000000000001</c:v>
                </c:pt>
                <c:pt idx="863">
                  <c:v>84.99</c:v>
                </c:pt>
                <c:pt idx="864">
                  <c:v>104.98</c:v>
                </c:pt>
                <c:pt idx="865">
                  <c:v>40</c:v>
                </c:pt>
                <c:pt idx="866">
                  <c:v>104.98</c:v>
                </c:pt>
                <c:pt idx="867">
                  <c:v>84.99</c:v>
                </c:pt>
                <c:pt idx="868">
                  <c:v>84.99</c:v>
                </c:pt>
                <c:pt idx="869">
                  <c:v>84.99</c:v>
                </c:pt>
                <c:pt idx="870">
                  <c:v>65.989999999999995</c:v>
                </c:pt>
                <c:pt idx="871">
                  <c:v>65.989999999999995</c:v>
                </c:pt>
                <c:pt idx="872">
                  <c:v>84.99</c:v>
                </c:pt>
                <c:pt idx="873">
                  <c:v>40</c:v>
                </c:pt>
                <c:pt idx="874">
                  <c:v>99.98</c:v>
                </c:pt>
                <c:pt idx="875">
                  <c:v>65.989999999999995</c:v>
                </c:pt>
                <c:pt idx="876">
                  <c:v>84.99</c:v>
                </c:pt>
                <c:pt idx="877">
                  <c:v>68.989999999999995</c:v>
                </c:pt>
                <c:pt idx="878">
                  <c:v>40</c:v>
                </c:pt>
                <c:pt idx="879">
                  <c:v>84.99</c:v>
                </c:pt>
                <c:pt idx="880">
                  <c:v>40</c:v>
                </c:pt>
                <c:pt idx="881">
                  <c:v>84.99</c:v>
                </c:pt>
                <c:pt idx="882">
                  <c:v>84.99</c:v>
                </c:pt>
                <c:pt idx="883">
                  <c:v>65.989999999999995</c:v>
                </c:pt>
                <c:pt idx="884">
                  <c:v>68.989999999999995</c:v>
                </c:pt>
                <c:pt idx="885">
                  <c:v>84.99</c:v>
                </c:pt>
                <c:pt idx="886">
                  <c:v>79.989999999999995</c:v>
                </c:pt>
                <c:pt idx="887">
                  <c:v>65.33</c:v>
                </c:pt>
                <c:pt idx="888">
                  <c:v>40</c:v>
                </c:pt>
                <c:pt idx="889">
                  <c:v>79.989999999999995</c:v>
                </c:pt>
                <c:pt idx="890">
                  <c:v>84.99</c:v>
                </c:pt>
                <c:pt idx="891">
                  <c:v>74.989999999999995</c:v>
                </c:pt>
                <c:pt idx="892">
                  <c:v>84.99</c:v>
                </c:pt>
                <c:pt idx="893">
                  <c:v>84.99</c:v>
                </c:pt>
                <c:pt idx="894">
                  <c:v>84.99</c:v>
                </c:pt>
                <c:pt idx="895">
                  <c:v>84.99</c:v>
                </c:pt>
                <c:pt idx="896">
                  <c:v>65.989999999999995</c:v>
                </c:pt>
                <c:pt idx="897">
                  <c:v>77.33</c:v>
                </c:pt>
                <c:pt idx="898">
                  <c:v>65.989999999999995</c:v>
                </c:pt>
                <c:pt idx="899">
                  <c:v>74.989999999999995</c:v>
                </c:pt>
                <c:pt idx="900">
                  <c:v>84.99</c:v>
                </c:pt>
                <c:pt idx="901">
                  <c:v>84.99</c:v>
                </c:pt>
                <c:pt idx="902">
                  <c:v>68.989999999999995</c:v>
                </c:pt>
                <c:pt idx="903">
                  <c:v>65.989999999999995</c:v>
                </c:pt>
                <c:pt idx="904">
                  <c:v>84.99</c:v>
                </c:pt>
                <c:pt idx="905">
                  <c:v>40</c:v>
                </c:pt>
                <c:pt idx="906">
                  <c:v>65.33</c:v>
                </c:pt>
                <c:pt idx="907">
                  <c:v>40</c:v>
                </c:pt>
                <c:pt idx="908">
                  <c:v>84.99</c:v>
                </c:pt>
                <c:pt idx="909">
                  <c:v>65.989999999999995</c:v>
                </c:pt>
                <c:pt idx="910">
                  <c:v>84.99</c:v>
                </c:pt>
                <c:pt idx="911">
                  <c:v>40</c:v>
                </c:pt>
                <c:pt idx="912">
                  <c:v>84.99</c:v>
                </c:pt>
                <c:pt idx="913">
                  <c:v>77.33</c:v>
                </c:pt>
                <c:pt idx="914">
                  <c:v>84.99</c:v>
                </c:pt>
                <c:pt idx="915">
                  <c:v>65.989999999999995</c:v>
                </c:pt>
                <c:pt idx="916">
                  <c:v>84.99</c:v>
                </c:pt>
                <c:pt idx="917">
                  <c:v>247.96</c:v>
                </c:pt>
                <c:pt idx="918">
                  <c:v>172.97</c:v>
                </c:pt>
                <c:pt idx="919">
                  <c:v>277.95999999999998</c:v>
                </c:pt>
                <c:pt idx="920">
                  <c:v>150.97</c:v>
                </c:pt>
                <c:pt idx="921">
                  <c:v>237.96</c:v>
                </c:pt>
                <c:pt idx="922">
                  <c:v>237.96</c:v>
                </c:pt>
                <c:pt idx="923">
                  <c:v>197.97</c:v>
                </c:pt>
                <c:pt idx="924">
                  <c:v>197.97</c:v>
                </c:pt>
                <c:pt idx="925">
                  <c:v>99.66</c:v>
                </c:pt>
                <c:pt idx="926">
                  <c:v>299.94</c:v>
                </c:pt>
                <c:pt idx="927">
                  <c:v>149.97</c:v>
                </c:pt>
                <c:pt idx="928">
                  <c:v>197.97</c:v>
                </c:pt>
                <c:pt idx="929">
                  <c:v>178.17</c:v>
                </c:pt>
                <c:pt idx="930">
                  <c:v>150.97</c:v>
                </c:pt>
                <c:pt idx="931">
                  <c:v>197.97</c:v>
                </c:pt>
                <c:pt idx="932">
                  <c:v>799.8</c:v>
                </c:pt>
                <c:pt idx="933">
                  <c:v>156.97</c:v>
                </c:pt>
                <c:pt idx="934">
                  <c:v>197.97</c:v>
                </c:pt>
                <c:pt idx="935">
                  <c:v>572.5</c:v>
                </c:pt>
                <c:pt idx="936">
                  <c:v>131.97999999999999</c:v>
                </c:pt>
                <c:pt idx="937">
                  <c:v>172.97</c:v>
                </c:pt>
                <c:pt idx="938">
                  <c:v>131.97999999999999</c:v>
                </c:pt>
                <c:pt idx="939">
                  <c:v>233.96</c:v>
                </c:pt>
                <c:pt idx="940">
                  <c:v>267.93</c:v>
                </c:pt>
                <c:pt idx="941">
                  <c:v>223.16</c:v>
                </c:pt>
                <c:pt idx="942">
                  <c:v>175.95</c:v>
                </c:pt>
                <c:pt idx="943">
                  <c:v>149.97</c:v>
                </c:pt>
                <c:pt idx="944">
                  <c:v>161.97</c:v>
                </c:pt>
                <c:pt idx="945">
                  <c:v>131.97999999999999</c:v>
                </c:pt>
                <c:pt idx="946">
                  <c:v>131.97999999999999</c:v>
                </c:pt>
                <c:pt idx="947">
                  <c:v>224.37</c:v>
                </c:pt>
                <c:pt idx="948">
                  <c:v>143.27000000000001</c:v>
                </c:pt>
                <c:pt idx="949">
                  <c:v>2168.9</c:v>
                </c:pt>
                <c:pt idx="950">
                  <c:v>985.83</c:v>
                </c:pt>
                <c:pt idx="951">
                  <c:v>985.83</c:v>
                </c:pt>
                <c:pt idx="952">
                  <c:v>1319.8</c:v>
                </c:pt>
                <c:pt idx="953">
                  <c:v>2168.9</c:v>
                </c:pt>
                <c:pt idx="954">
                  <c:v>1319.8</c:v>
                </c:pt>
                <c:pt idx="955">
                  <c:v>84.99</c:v>
                </c:pt>
                <c:pt idx="956">
                  <c:v>84.97</c:v>
                </c:pt>
                <c:pt idx="957">
                  <c:v>214.02</c:v>
                </c:pt>
                <c:pt idx="958">
                  <c:v>126.05</c:v>
                </c:pt>
                <c:pt idx="959">
                  <c:v>131.97999999999999</c:v>
                </c:pt>
                <c:pt idx="960">
                  <c:v>169.98</c:v>
                </c:pt>
                <c:pt idx="961">
                  <c:v>84.99</c:v>
                </c:pt>
                <c:pt idx="962">
                  <c:v>84.99</c:v>
                </c:pt>
                <c:pt idx="963">
                  <c:v>72.989999999999995</c:v>
                </c:pt>
                <c:pt idx="964">
                  <c:v>169.98</c:v>
                </c:pt>
                <c:pt idx="965">
                  <c:v>131.97999999999999</c:v>
                </c:pt>
                <c:pt idx="966">
                  <c:v>51.29</c:v>
                </c:pt>
                <c:pt idx="967">
                  <c:v>158.18</c:v>
                </c:pt>
                <c:pt idx="968">
                  <c:v>84.99</c:v>
                </c:pt>
                <c:pt idx="969">
                  <c:v>134.58000000000001</c:v>
                </c:pt>
                <c:pt idx="970">
                  <c:v>53.98</c:v>
                </c:pt>
                <c:pt idx="971">
                  <c:v>236.95</c:v>
                </c:pt>
                <c:pt idx="972">
                  <c:v>121.98</c:v>
                </c:pt>
                <c:pt idx="973">
                  <c:v>171.28</c:v>
                </c:pt>
                <c:pt idx="974">
                  <c:v>169.98</c:v>
                </c:pt>
                <c:pt idx="975">
                  <c:v>126.28</c:v>
                </c:pt>
                <c:pt idx="976">
                  <c:v>169.98</c:v>
                </c:pt>
                <c:pt idx="977">
                  <c:v>179.97</c:v>
                </c:pt>
                <c:pt idx="978">
                  <c:v>131.97999999999999</c:v>
                </c:pt>
                <c:pt idx="979">
                  <c:v>169.98</c:v>
                </c:pt>
                <c:pt idx="980">
                  <c:v>54.99</c:v>
                </c:pt>
                <c:pt idx="981">
                  <c:v>169.98</c:v>
                </c:pt>
                <c:pt idx="982">
                  <c:v>169.98</c:v>
                </c:pt>
                <c:pt idx="983">
                  <c:v>176.17</c:v>
                </c:pt>
                <c:pt idx="984">
                  <c:v>169.98</c:v>
                </c:pt>
                <c:pt idx="985">
                  <c:v>179.72</c:v>
                </c:pt>
                <c:pt idx="986">
                  <c:v>169.98</c:v>
                </c:pt>
                <c:pt idx="987">
                  <c:v>169.98</c:v>
                </c:pt>
                <c:pt idx="988">
                  <c:v>54.99</c:v>
                </c:pt>
                <c:pt idx="989">
                  <c:v>94.96</c:v>
                </c:pt>
                <c:pt idx="990">
                  <c:v>118.46</c:v>
                </c:pt>
                <c:pt idx="991">
                  <c:v>149.97</c:v>
                </c:pt>
                <c:pt idx="992">
                  <c:v>65.989999999999995</c:v>
                </c:pt>
                <c:pt idx="993">
                  <c:v>144.97</c:v>
                </c:pt>
                <c:pt idx="994">
                  <c:v>51.29</c:v>
                </c:pt>
                <c:pt idx="995">
                  <c:v>131.97999999999999</c:v>
                </c:pt>
                <c:pt idx="996">
                  <c:v>254.97</c:v>
                </c:pt>
                <c:pt idx="997">
                  <c:v>159.30000000000001</c:v>
                </c:pt>
                <c:pt idx="998">
                  <c:v>169.98</c:v>
                </c:pt>
                <c:pt idx="999">
                  <c:v>135.96</c:v>
                </c:pt>
                <c:pt idx="1000">
                  <c:v>134.97999999999999</c:v>
                </c:pt>
                <c:pt idx="1001">
                  <c:v>132.78</c:v>
                </c:pt>
                <c:pt idx="1002">
                  <c:v>199.96</c:v>
                </c:pt>
                <c:pt idx="1003">
                  <c:v>212.2</c:v>
                </c:pt>
                <c:pt idx="1004">
                  <c:v>133.28</c:v>
                </c:pt>
                <c:pt idx="1005">
                  <c:v>84.99</c:v>
                </c:pt>
                <c:pt idx="1006">
                  <c:v>172.58</c:v>
                </c:pt>
                <c:pt idx="1007">
                  <c:v>239.54</c:v>
                </c:pt>
                <c:pt idx="1008">
                  <c:v>319.39</c:v>
                </c:pt>
                <c:pt idx="1009">
                  <c:v>240.74</c:v>
                </c:pt>
                <c:pt idx="1010">
                  <c:v>287.45</c:v>
                </c:pt>
                <c:pt idx="1011">
                  <c:v>281.54000000000002</c:v>
                </c:pt>
                <c:pt idx="1012">
                  <c:v>159.69999999999999</c:v>
                </c:pt>
                <c:pt idx="1013">
                  <c:v>282.75</c:v>
                </c:pt>
                <c:pt idx="1014">
                  <c:v>227.56</c:v>
                </c:pt>
                <c:pt idx="1015">
                  <c:v>319.39</c:v>
                </c:pt>
                <c:pt idx="1016">
                  <c:v>232.79</c:v>
                </c:pt>
                <c:pt idx="1017">
                  <c:v>319.39</c:v>
                </c:pt>
                <c:pt idx="1018">
                  <c:v>209.29</c:v>
                </c:pt>
                <c:pt idx="1019">
                  <c:v>239.54</c:v>
                </c:pt>
                <c:pt idx="1020">
                  <c:v>319.39</c:v>
                </c:pt>
                <c:pt idx="1021">
                  <c:v>151.71</c:v>
                </c:pt>
                <c:pt idx="1022">
                  <c:v>309.81</c:v>
                </c:pt>
                <c:pt idx="1023">
                  <c:v>296.72000000000003</c:v>
                </c:pt>
                <c:pt idx="1024">
                  <c:v>239.54</c:v>
                </c:pt>
                <c:pt idx="1025">
                  <c:v>239.54</c:v>
                </c:pt>
                <c:pt idx="1026">
                  <c:v>239.54</c:v>
                </c:pt>
                <c:pt idx="1027">
                  <c:v>159.69999999999999</c:v>
                </c:pt>
                <c:pt idx="1028">
                  <c:v>159.69999999999999</c:v>
                </c:pt>
                <c:pt idx="1029">
                  <c:v>319.39</c:v>
                </c:pt>
                <c:pt idx="1030">
                  <c:v>147.6</c:v>
                </c:pt>
                <c:pt idx="1031">
                  <c:v>239.54</c:v>
                </c:pt>
                <c:pt idx="1032">
                  <c:v>169.98</c:v>
                </c:pt>
                <c:pt idx="1033">
                  <c:v>169.98</c:v>
                </c:pt>
                <c:pt idx="1034">
                  <c:v>169.98</c:v>
                </c:pt>
                <c:pt idx="1035">
                  <c:v>304.94</c:v>
                </c:pt>
                <c:pt idx="1036">
                  <c:v>169.98</c:v>
                </c:pt>
                <c:pt idx="1037">
                  <c:v>154.52000000000001</c:v>
                </c:pt>
                <c:pt idx="1038">
                  <c:v>169.98</c:v>
                </c:pt>
                <c:pt idx="1039">
                  <c:v>84.99</c:v>
                </c:pt>
                <c:pt idx="1040">
                  <c:v>169.98</c:v>
                </c:pt>
                <c:pt idx="1041">
                  <c:v>169.98</c:v>
                </c:pt>
                <c:pt idx="1042">
                  <c:v>96.98</c:v>
                </c:pt>
                <c:pt idx="1043">
                  <c:v>159.97999999999999</c:v>
                </c:pt>
                <c:pt idx="1044">
                  <c:v>184.97</c:v>
                </c:pt>
                <c:pt idx="1045">
                  <c:v>169.98</c:v>
                </c:pt>
                <c:pt idx="1046">
                  <c:v>169.98</c:v>
                </c:pt>
                <c:pt idx="1047">
                  <c:v>106.97</c:v>
                </c:pt>
                <c:pt idx="1048">
                  <c:v>184.97</c:v>
                </c:pt>
                <c:pt idx="1049">
                  <c:v>304.94</c:v>
                </c:pt>
                <c:pt idx="1050">
                  <c:v>96.98</c:v>
                </c:pt>
                <c:pt idx="1051">
                  <c:v>154.52000000000001</c:v>
                </c:pt>
                <c:pt idx="1052">
                  <c:v>169.98</c:v>
                </c:pt>
                <c:pt idx="1053">
                  <c:v>169.98</c:v>
                </c:pt>
                <c:pt idx="1054">
                  <c:v>169.98</c:v>
                </c:pt>
                <c:pt idx="1055">
                  <c:v>84.99</c:v>
                </c:pt>
                <c:pt idx="1056">
                  <c:v>159.97999999999999</c:v>
                </c:pt>
                <c:pt idx="1057">
                  <c:v>106.97</c:v>
                </c:pt>
                <c:pt idx="1058">
                  <c:v>84.99</c:v>
                </c:pt>
                <c:pt idx="1059">
                  <c:v>84.99</c:v>
                </c:pt>
                <c:pt idx="1060">
                  <c:v>159.97999999999999</c:v>
                </c:pt>
                <c:pt idx="1061">
                  <c:v>84.99</c:v>
                </c:pt>
                <c:pt idx="1062">
                  <c:v>263.95999999999998</c:v>
                </c:pt>
                <c:pt idx="1063">
                  <c:v>84.99</c:v>
                </c:pt>
                <c:pt idx="1064">
                  <c:v>84.99</c:v>
                </c:pt>
                <c:pt idx="1065">
                  <c:v>169.98</c:v>
                </c:pt>
                <c:pt idx="1066">
                  <c:v>169.98</c:v>
                </c:pt>
                <c:pt idx="1067">
                  <c:v>263.95999999999998</c:v>
                </c:pt>
                <c:pt idx="1068">
                  <c:v>263.95999999999998</c:v>
                </c:pt>
                <c:pt idx="1069">
                  <c:v>263.95999999999998</c:v>
                </c:pt>
                <c:pt idx="1070">
                  <c:v>169.98</c:v>
                </c:pt>
                <c:pt idx="1071">
                  <c:v>206.97</c:v>
                </c:pt>
                <c:pt idx="1072">
                  <c:v>84.99</c:v>
                </c:pt>
                <c:pt idx="1073">
                  <c:v>84.99</c:v>
                </c:pt>
                <c:pt idx="1074">
                  <c:v>84.99</c:v>
                </c:pt>
                <c:pt idx="1075">
                  <c:v>237.96</c:v>
                </c:pt>
                <c:pt idx="1076">
                  <c:v>169.98</c:v>
                </c:pt>
                <c:pt idx="1077">
                  <c:v>169.98</c:v>
                </c:pt>
                <c:pt idx="1078">
                  <c:v>237.96</c:v>
                </c:pt>
                <c:pt idx="1079">
                  <c:v>206.97</c:v>
                </c:pt>
                <c:pt idx="1080">
                  <c:v>66.239999999999995</c:v>
                </c:pt>
                <c:pt idx="1081">
                  <c:v>66.239999999999995</c:v>
                </c:pt>
                <c:pt idx="1082">
                  <c:v>159.97999999999999</c:v>
                </c:pt>
                <c:pt idx="1083">
                  <c:v>84.99</c:v>
                </c:pt>
                <c:pt idx="1084">
                  <c:v>84.99</c:v>
                </c:pt>
                <c:pt idx="1085">
                  <c:v>169.98</c:v>
                </c:pt>
                <c:pt idx="1086">
                  <c:v>84.99</c:v>
                </c:pt>
                <c:pt idx="1087">
                  <c:v>254.96</c:v>
                </c:pt>
                <c:pt idx="1088">
                  <c:v>78.37</c:v>
                </c:pt>
                <c:pt idx="1089">
                  <c:v>169.98</c:v>
                </c:pt>
                <c:pt idx="1090">
                  <c:v>169.98</c:v>
                </c:pt>
                <c:pt idx="1091">
                  <c:v>123.16</c:v>
                </c:pt>
                <c:pt idx="1092">
                  <c:v>169.98</c:v>
                </c:pt>
                <c:pt idx="1093">
                  <c:v>78.37</c:v>
                </c:pt>
                <c:pt idx="1094">
                  <c:v>153.97999999999999</c:v>
                </c:pt>
                <c:pt idx="1095">
                  <c:v>153.97999999999999</c:v>
                </c:pt>
                <c:pt idx="1096">
                  <c:v>345.75</c:v>
                </c:pt>
                <c:pt idx="1097">
                  <c:v>345.75</c:v>
                </c:pt>
                <c:pt idx="1098">
                  <c:v>123.16</c:v>
                </c:pt>
                <c:pt idx="1099">
                  <c:v>169.98</c:v>
                </c:pt>
                <c:pt idx="1100">
                  <c:v>254.96</c:v>
                </c:pt>
                <c:pt idx="1101">
                  <c:v>84.99</c:v>
                </c:pt>
                <c:pt idx="1102">
                  <c:v>84.99</c:v>
                </c:pt>
                <c:pt idx="1103">
                  <c:v>169.98</c:v>
                </c:pt>
                <c:pt idx="1104">
                  <c:v>169.98</c:v>
                </c:pt>
                <c:pt idx="1105">
                  <c:v>169.98</c:v>
                </c:pt>
                <c:pt idx="1106">
                  <c:v>84.99</c:v>
                </c:pt>
                <c:pt idx="1107">
                  <c:v>169.98</c:v>
                </c:pt>
                <c:pt idx="1108">
                  <c:v>108.27</c:v>
                </c:pt>
                <c:pt idx="1109">
                  <c:v>149.97</c:v>
                </c:pt>
                <c:pt idx="1110">
                  <c:v>110.97</c:v>
                </c:pt>
                <c:pt idx="1111">
                  <c:v>162.46</c:v>
                </c:pt>
                <c:pt idx="1112">
                  <c:v>84.99</c:v>
                </c:pt>
                <c:pt idx="1113">
                  <c:v>99.98</c:v>
                </c:pt>
                <c:pt idx="1114">
                  <c:v>154.52000000000001</c:v>
                </c:pt>
                <c:pt idx="1115">
                  <c:v>64.98</c:v>
                </c:pt>
                <c:pt idx="1116">
                  <c:v>69.989999999999995</c:v>
                </c:pt>
                <c:pt idx="1117">
                  <c:v>155.97</c:v>
                </c:pt>
                <c:pt idx="1118">
                  <c:v>89.8</c:v>
                </c:pt>
                <c:pt idx="1119">
                  <c:v>142.9</c:v>
                </c:pt>
                <c:pt idx="1120">
                  <c:v>99.98</c:v>
                </c:pt>
                <c:pt idx="1121">
                  <c:v>106.73</c:v>
                </c:pt>
                <c:pt idx="1122">
                  <c:v>62.98</c:v>
                </c:pt>
                <c:pt idx="1123">
                  <c:v>147.97</c:v>
                </c:pt>
                <c:pt idx="1124">
                  <c:v>184.94</c:v>
                </c:pt>
                <c:pt idx="1125">
                  <c:v>95.72</c:v>
                </c:pt>
                <c:pt idx="1126">
                  <c:v>174.97</c:v>
                </c:pt>
                <c:pt idx="1127">
                  <c:v>354.94</c:v>
                </c:pt>
                <c:pt idx="1128">
                  <c:v>76.02</c:v>
                </c:pt>
                <c:pt idx="1129">
                  <c:v>84.99</c:v>
                </c:pt>
                <c:pt idx="1130">
                  <c:v>97.98</c:v>
                </c:pt>
                <c:pt idx="1131">
                  <c:v>240.93</c:v>
                </c:pt>
                <c:pt idx="1132">
                  <c:v>157.46</c:v>
                </c:pt>
                <c:pt idx="1133">
                  <c:v>131.97999999999999</c:v>
                </c:pt>
                <c:pt idx="1134">
                  <c:v>147.97999999999999</c:v>
                </c:pt>
                <c:pt idx="1135">
                  <c:v>84.99</c:v>
                </c:pt>
                <c:pt idx="1136">
                  <c:v>144.97</c:v>
                </c:pt>
                <c:pt idx="1137">
                  <c:v>158.44999999999999</c:v>
                </c:pt>
                <c:pt idx="1138">
                  <c:v>107.79</c:v>
                </c:pt>
                <c:pt idx="1139">
                  <c:v>114.97</c:v>
                </c:pt>
                <c:pt idx="1140">
                  <c:v>39.99</c:v>
                </c:pt>
                <c:pt idx="1141">
                  <c:v>65.989999999999995</c:v>
                </c:pt>
                <c:pt idx="1142">
                  <c:v>68.989999999999995</c:v>
                </c:pt>
                <c:pt idx="1143">
                  <c:v>112.97</c:v>
                </c:pt>
                <c:pt idx="1144">
                  <c:v>65.989999999999995</c:v>
                </c:pt>
                <c:pt idx="1145">
                  <c:v>96.98</c:v>
                </c:pt>
                <c:pt idx="1146">
                  <c:v>110.97</c:v>
                </c:pt>
                <c:pt idx="1147">
                  <c:v>84.99</c:v>
                </c:pt>
                <c:pt idx="1148">
                  <c:v>140.94999999999999</c:v>
                </c:pt>
                <c:pt idx="1149">
                  <c:v>79.97</c:v>
                </c:pt>
                <c:pt idx="1150">
                  <c:v>170.9</c:v>
                </c:pt>
                <c:pt idx="1151">
                  <c:v>185.94</c:v>
                </c:pt>
                <c:pt idx="1152">
                  <c:v>84.99</c:v>
                </c:pt>
                <c:pt idx="1153">
                  <c:v>50.48</c:v>
                </c:pt>
                <c:pt idx="1154">
                  <c:v>183.96</c:v>
                </c:pt>
                <c:pt idx="1155">
                  <c:v>314.95999999999998</c:v>
                </c:pt>
                <c:pt idx="1156">
                  <c:v>369.94</c:v>
                </c:pt>
                <c:pt idx="1157">
                  <c:v>254.97</c:v>
                </c:pt>
                <c:pt idx="1158">
                  <c:v>339.96</c:v>
                </c:pt>
                <c:pt idx="1159">
                  <c:v>119.96</c:v>
                </c:pt>
                <c:pt idx="1160">
                  <c:v>197.97</c:v>
                </c:pt>
                <c:pt idx="1161">
                  <c:v>288.97000000000003</c:v>
                </c:pt>
                <c:pt idx="1162">
                  <c:v>218.97</c:v>
                </c:pt>
                <c:pt idx="1163">
                  <c:v>415.4</c:v>
                </c:pt>
                <c:pt idx="1164">
                  <c:v>169.98</c:v>
                </c:pt>
                <c:pt idx="1165">
                  <c:v>564.91</c:v>
                </c:pt>
                <c:pt idx="1166">
                  <c:v>254.97</c:v>
                </c:pt>
                <c:pt idx="1167">
                  <c:v>336.39</c:v>
                </c:pt>
                <c:pt idx="1168">
                  <c:v>188.97</c:v>
                </c:pt>
                <c:pt idx="1169">
                  <c:v>339.96</c:v>
                </c:pt>
                <c:pt idx="1170">
                  <c:v>159.94999999999999</c:v>
                </c:pt>
                <c:pt idx="1171">
                  <c:v>254.97</c:v>
                </c:pt>
                <c:pt idx="1172">
                  <c:v>169.98</c:v>
                </c:pt>
                <c:pt idx="1173">
                  <c:v>172.97</c:v>
                </c:pt>
                <c:pt idx="1174">
                  <c:v>305.95999999999998</c:v>
                </c:pt>
                <c:pt idx="1175">
                  <c:v>254.97</c:v>
                </c:pt>
                <c:pt idx="1176">
                  <c:v>339.96</c:v>
                </c:pt>
                <c:pt idx="1177">
                  <c:v>333.96</c:v>
                </c:pt>
                <c:pt idx="1178">
                  <c:v>433.17</c:v>
                </c:pt>
                <c:pt idx="1179">
                  <c:v>39.99</c:v>
                </c:pt>
                <c:pt idx="1180">
                  <c:v>332.67</c:v>
                </c:pt>
                <c:pt idx="1181">
                  <c:v>197.97</c:v>
                </c:pt>
                <c:pt idx="1182">
                  <c:v>254.97</c:v>
                </c:pt>
                <c:pt idx="1183">
                  <c:v>180.54</c:v>
                </c:pt>
                <c:pt idx="1184">
                  <c:v>144.47999999999999</c:v>
                </c:pt>
                <c:pt idx="1185">
                  <c:v>169.98</c:v>
                </c:pt>
                <c:pt idx="1186">
                  <c:v>235.95</c:v>
                </c:pt>
                <c:pt idx="1187">
                  <c:v>170.96</c:v>
                </c:pt>
                <c:pt idx="1188">
                  <c:v>229.47</c:v>
                </c:pt>
                <c:pt idx="1189">
                  <c:v>109.98</c:v>
                </c:pt>
                <c:pt idx="1190">
                  <c:v>197.97</c:v>
                </c:pt>
                <c:pt idx="1191">
                  <c:v>254.97</c:v>
                </c:pt>
                <c:pt idx="1192">
                  <c:v>229.97</c:v>
                </c:pt>
                <c:pt idx="1193">
                  <c:v>254.97</c:v>
                </c:pt>
                <c:pt idx="1194">
                  <c:v>254.97</c:v>
                </c:pt>
                <c:pt idx="1195">
                  <c:v>254.97</c:v>
                </c:pt>
                <c:pt idx="1196">
                  <c:v>169.98</c:v>
                </c:pt>
                <c:pt idx="1197">
                  <c:v>169.98</c:v>
                </c:pt>
                <c:pt idx="1198">
                  <c:v>169.98</c:v>
                </c:pt>
                <c:pt idx="1199">
                  <c:v>172.97</c:v>
                </c:pt>
                <c:pt idx="1200">
                  <c:v>178.17</c:v>
                </c:pt>
                <c:pt idx="1201">
                  <c:v>254.97</c:v>
                </c:pt>
                <c:pt idx="1202">
                  <c:v>99.98</c:v>
                </c:pt>
                <c:pt idx="1203">
                  <c:v>254.97</c:v>
                </c:pt>
                <c:pt idx="1204">
                  <c:v>210.45</c:v>
                </c:pt>
                <c:pt idx="1205">
                  <c:v>304.95999999999998</c:v>
                </c:pt>
                <c:pt idx="1206">
                  <c:v>172.97</c:v>
                </c:pt>
                <c:pt idx="1207">
                  <c:v>254.97</c:v>
                </c:pt>
                <c:pt idx="1208">
                  <c:v>65.989999999999995</c:v>
                </c:pt>
                <c:pt idx="1209">
                  <c:v>199.96</c:v>
                </c:pt>
                <c:pt idx="1210">
                  <c:v>197.97</c:v>
                </c:pt>
                <c:pt idx="1211">
                  <c:v>227.95</c:v>
                </c:pt>
                <c:pt idx="1212">
                  <c:v>254.97</c:v>
                </c:pt>
                <c:pt idx="1213">
                  <c:v>339.96</c:v>
                </c:pt>
                <c:pt idx="1214">
                  <c:v>339.96</c:v>
                </c:pt>
                <c:pt idx="1215">
                  <c:v>237.41</c:v>
                </c:pt>
                <c:pt idx="1216">
                  <c:v>261.32</c:v>
                </c:pt>
                <c:pt idx="1217">
                  <c:v>164.88</c:v>
                </c:pt>
                <c:pt idx="1218">
                  <c:v>254.97</c:v>
                </c:pt>
                <c:pt idx="1219">
                  <c:v>254.97</c:v>
                </c:pt>
                <c:pt idx="1220">
                  <c:v>236.32</c:v>
                </c:pt>
                <c:pt idx="1221">
                  <c:v>339.96</c:v>
                </c:pt>
                <c:pt idx="1222">
                  <c:v>254.81</c:v>
                </c:pt>
                <c:pt idx="1223">
                  <c:v>254.97</c:v>
                </c:pt>
                <c:pt idx="1224">
                  <c:v>254.97</c:v>
                </c:pt>
                <c:pt idx="1225">
                  <c:v>261.32</c:v>
                </c:pt>
                <c:pt idx="1226">
                  <c:v>254.97</c:v>
                </c:pt>
                <c:pt idx="1227">
                  <c:v>254.97</c:v>
                </c:pt>
                <c:pt idx="1228">
                  <c:v>65.989999999999995</c:v>
                </c:pt>
                <c:pt idx="1229">
                  <c:v>263.95999999999998</c:v>
                </c:pt>
                <c:pt idx="1230">
                  <c:v>339.96</c:v>
                </c:pt>
                <c:pt idx="1231">
                  <c:v>195.33</c:v>
                </c:pt>
                <c:pt idx="1232">
                  <c:v>331.28</c:v>
                </c:pt>
                <c:pt idx="1233">
                  <c:v>261.98</c:v>
                </c:pt>
                <c:pt idx="1234">
                  <c:v>168.65</c:v>
                </c:pt>
                <c:pt idx="1235">
                  <c:v>246.02</c:v>
                </c:pt>
                <c:pt idx="1236">
                  <c:v>232.95</c:v>
                </c:pt>
                <c:pt idx="1237">
                  <c:v>231.96</c:v>
                </c:pt>
                <c:pt idx="1238">
                  <c:v>338.14</c:v>
                </c:pt>
                <c:pt idx="1239">
                  <c:v>169.98</c:v>
                </c:pt>
                <c:pt idx="1240">
                  <c:v>229.47</c:v>
                </c:pt>
                <c:pt idx="1241">
                  <c:v>224.95</c:v>
                </c:pt>
                <c:pt idx="1242">
                  <c:v>197.97</c:v>
                </c:pt>
                <c:pt idx="1243">
                  <c:v>254.97</c:v>
                </c:pt>
                <c:pt idx="1244">
                  <c:v>254.97</c:v>
                </c:pt>
                <c:pt idx="1245">
                  <c:v>151.97</c:v>
                </c:pt>
                <c:pt idx="1246">
                  <c:v>148.94999999999999</c:v>
                </c:pt>
                <c:pt idx="1247">
                  <c:v>134.97999999999999</c:v>
                </c:pt>
                <c:pt idx="1248">
                  <c:v>254.97</c:v>
                </c:pt>
                <c:pt idx="1249">
                  <c:v>250.47</c:v>
                </c:pt>
                <c:pt idx="1250">
                  <c:v>183.16</c:v>
                </c:pt>
                <c:pt idx="1251">
                  <c:v>291.69</c:v>
                </c:pt>
                <c:pt idx="1252">
                  <c:v>195.55</c:v>
                </c:pt>
                <c:pt idx="1253">
                  <c:v>169.98</c:v>
                </c:pt>
                <c:pt idx="1254">
                  <c:v>254.97</c:v>
                </c:pt>
                <c:pt idx="1255">
                  <c:v>89.97</c:v>
                </c:pt>
                <c:pt idx="1256">
                  <c:v>254.97</c:v>
                </c:pt>
                <c:pt idx="1257">
                  <c:v>221.57</c:v>
                </c:pt>
                <c:pt idx="1258">
                  <c:v>169.98</c:v>
                </c:pt>
                <c:pt idx="1259">
                  <c:v>118.83</c:v>
                </c:pt>
                <c:pt idx="1260">
                  <c:v>-38.25</c:v>
                </c:pt>
                <c:pt idx="1261">
                  <c:v>272.95999999999998</c:v>
                </c:pt>
                <c:pt idx="1262">
                  <c:v>267.95</c:v>
                </c:pt>
                <c:pt idx="1263">
                  <c:v>209.87</c:v>
                </c:pt>
                <c:pt idx="1264">
                  <c:v>84.99</c:v>
                </c:pt>
                <c:pt idx="1265">
                  <c:v>169.98</c:v>
                </c:pt>
                <c:pt idx="1266">
                  <c:v>180.49</c:v>
                </c:pt>
                <c:pt idx="1267">
                  <c:v>121.98</c:v>
                </c:pt>
                <c:pt idx="1268">
                  <c:v>169.98</c:v>
                </c:pt>
                <c:pt idx="1269">
                  <c:v>166.48</c:v>
                </c:pt>
                <c:pt idx="1270">
                  <c:v>169.98</c:v>
                </c:pt>
                <c:pt idx="1271">
                  <c:v>169.98</c:v>
                </c:pt>
                <c:pt idx="1272">
                  <c:v>187.96</c:v>
                </c:pt>
                <c:pt idx="1273">
                  <c:v>121.98</c:v>
                </c:pt>
                <c:pt idx="1274">
                  <c:v>153.97999999999999</c:v>
                </c:pt>
                <c:pt idx="1275">
                  <c:v>169.98</c:v>
                </c:pt>
                <c:pt idx="1276">
                  <c:v>152.97999999999999</c:v>
                </c:pt>
                <c:pt idx="1277">
                  <c:v>176.97</c:v>
                </c:pt>
                <c:pt idx="1278">
                  <c:v>188.97</c:v>
                </c:pt>
                <c:pt idx="1279">
                  <c:v>176.97</c:v>
                </c:pt>
                <c:pt idx="1280">
                  <c:v>152.97999999999999</c:v>
                </c:pt>
                <c:pt idx="1281">
                  <c:v>169.98</c:v>
                </c:pt>
                <c:pt idx="1282">
                  <c:v>35</c:v>
                </c:pt>
                <c:pt idx="1283">
                  <c:v>190.97</c:v>
                </c:pt>
                <c:pt idx="1284">
                  <c:v>84.99</c:v>
                </c:pt>
                <c:pt idx="1285">
                  <c:v>158.54</c:v>
                </c:pt>
                <c:pt idx="1286">
                  <c:v>161.71</c:v>
                </c:pt>
                <c:pt idx="1287">
                  <c:v>84.99</c:v>
                </c:pt>
                <c:pt idx="1288">
                  <c:v>169.98</c:v>
                </c:pt>
                <c:pt idx="1289">
                  <c:v>137.97999999999999</c:v>
                </c:pt>
                <c:pt idx="1290">
                  <c:v>131.97999999999999</c:v>
                </c:pt>
                <c:pt idx="1291">
                  <c:v>109.96</c:v>
                </c:pt>
                <c:pt idx="1292">
                  <c:v>190.97</c:v>
                </c:pt>
                <c:pt idx="1293">
                  <c:v>169.98</c:v>
                </c:pt>
                <c:pt idx="1294">
                  <c:v>131.97999999999999</c:v>
                </c:pt>
                <c:pt idx="1295">
                  <c:v>114.96</c:v>
                </c:pt>
                <c:pt idx="1296">
                  <c:v>149.97</c:v>
                </c:pt>
                <c:pt idx="1297">
                  <c:v>92.07</c:v>
                </c:pt>
                <c:pt idx="1298">
                  <c:v>178.97</c:v>
                </c:pt>
                <c:pt idx="1299">
                  <c:v>169.98</c:v>
                </c:pt>
                <c:pt idx="1300">
                  <c:v>18.989999999999998</c:v>
                </c:pt>
                <c:pt idx="1301">
                  <c:v>293.55</c:v>
                </c:pt>
                <c:pt idx="1302">
                  <c:v>263.95999999999998</c:v>
                </c:pt>
                <c:pt idx="1303">
                  <c:v>263.95999999999998</c:v>
                </c:pt>
                <c:pt idx="1304">
                  <c:v>270.77</c:v>
                </c:pt>
                <c:pt idx="1305">
                  <c:v>263.95999999999998</c:v>
                </c:pt>
                <c:pt idx="1306">
                  <c:v>244.75</c:v>
                </c:pt>
                <c:pt idx="1307">
                  <c:v>263.95999999999998</c:v>
                </c:pt>
                <c:pt idx="1308">
                  <c:v>263.95999999999998</c:v>
                </c:pt>
                <c:pt idx="1309">
                  <c:v>263.95999999999998</c:v>
                </c:pt>
                <c:pt idx="1310">
                  <c:v>217.96</c:v>
                </c:pt>
                <c:pt idx="1311">
                  <c:v>237.56</c:v>
                </c:pt>
                <c:pt idx="1312">
                  <c:v>237.56</c:v>
                </c:pt>
                <c:pt idx="1313">
                  <c:v>239.94</c:v>
                </c:pt>
                <c:pt idx="1314">
                  <c:v>339.96</c:v>
                </c:pt>
                <c:pt idx="1315">
                  <c:v>399.92</c:v>
                </c:pt>
                <c:pt idx="1316">
                  <c:v>439.94</c:v>
                </c:pt>
                <c:pt idx="1317">
                  <c:v>279.92</c:v>
                </c:pt>
                <c:pt idx="1318">
                  <c:v>339.96</c:v>
                </c:pt>
                <c:pt idx="1319">
                  <c:v>99.96</c:v>
                </c:pt>
                <c:pt idx="1320">
                  <c:v>369.14</c:v>
                </c:pt>
                <c:pt idx="1321">
                  <c:v>359.92</c:v>
                </c:pt>
                <c:pt idx="1322">
                  <c:v>389.62</c:v>
                </c:pt>
                <c:pt idx="1323">
                  <c:v>389.95</c:v>
                </c:pt>
                <c:pt idx="1324">
                  <c:v>462.52</c:v>
                </c:pt>
                <c:pt idx="1325">
                  <c:v>509.94</c:v>
                </c:pt>
                <c:pt idx="1326">
                  <c:v>452.93</c:v>
                </c:pt>
                <c:pt idx="1327">
                  <c:v>339.96</c:v>
                </c:pt>
                <c:pt idx="1328">
                  <c:v>191.94</c:v>
                </c:pt>
                <c:pt idx="1329">
                  <c:v>419.72</c:v>
                </c:pt>
                <c:pt idx="1330">
                  <c:v>319.92</c:v>
                </c:pt>
                <c:pt idx="1331">
                  <c:v>239.94</c:v>
                </c:pt>
                <c:pt idx="1332">
                  <c:v>399.92</c:v>
                </c:pt>
                <c:pt idx="1333">
                  <c:v>99.96</c:v>
                </c:pt>
                <c:pt idx="1334">
                  <c:v>237.62</c:v>
                </c:pt>
                <c:pt idx="1335">
                  <c:v>238.96</c:v>
                </c:pt>
                <c:pt idx="1336">
                  <c:v>263.95999999999998</c:v>
                </c:pt>
                <c:pt idx="1337">
                  <c:v>263.95999999999998</c:v>
                </c:pt>
                <c:pt idx="1338">
                  <c:v>263.95999999999998</c:v>
                </c:pt>
                <c:pt idx="1339">
                  <c:v>238.96</c:v>
                </c:pt>
                <c:pt idx="1340">
                  <c:v>263.95999999999998</c:v>
                </c:pt>
                <c:pt idx="1341">
                  <c:v>263.95999999999998</c:v>
                </c:pt>
                <c:pt idx="1342">
                  <c:v>263.95999999999998</c:v>
                </c:pt>
                <c:pt idx="1343">
                  <c:v>131.97999999999999</c:v>
                </c:pt>
                <c:pt idx="1344">
                  <c:v>424.95</c:v>
                </c:pt>
                <c:pt idx="1345">
                  <c:v>238.96</c:v>
                </c:pt>
                <c:pt idx="1346">
                  <c:v>118.02</c:v>
                </c:pt>
                <c:pt idx="1347">
                  <c:v>509.94</c:v>
                </c:pt>
                <c:pt idx="1348">
                  <c:v>670.57</c:v>
                </c:pt>
                <c:pt idx="1349">
                  <c:v>125.6</c:v>
                </c:pt>
                <c:pt idx="1350">
                  <c:v>423.63</c:v>
                </c:pt>
                <c:pt idx="1351">
                  <c:v>304.95999999999998</c:v>
                </c:pt>
                <c:pt idx="1352">
                  <c:v>254.97</c:v>
                </c:pt>
                <c:pt idx="1353">
                  <c:v>197.97</c:v>
                </c:pt>
                <c:pt idx="1354">
                  <c:v>172.97</c:v>
                </c:pt>
                <c:pt idx="1355">
                  <c:v>146.97</c:v>
                </c:pt>
                <c:pt idx="1356">
                  <c:v>288.95</c:v>
                </c:pt>
                <c:pt idx="1357">
                  <c:v>269.95999999999998</c:v>
                </c:pt>
                <c:pt idx="1358">
                  <c:v>269.95999999999998</c:v>
                </c:pt>
                <c:pt idx="1359">
                  <c:v>216.96</c:v>
                </c:pt>
                <c:pt idx="1360">
                  <c:v>231.95</c:v>
                </c:pt>
                <c:pt idx="1361">
                  <c:v>225.27</c:v>
                </c:pt>
                <c:pt idx="1362">
                  <c:v>197.97</c:v>
                </c:pt>
                <c:pt idx="1363">
                  <c:v>269.95999999999998</c:v>
                </c:pt>
                <c:pt idx="1364">
                  <c:v>254.25</c:v>
                </c:pt>
                <c:pt idx="1365">
                  <c:v>229.97</c:v>
                </c:pt>
                <c:pt idx="1366">
                  <c:v>190.14</c:v>
                </c:pt>
                <c:pt idx="1367">
                  <c:v>254.97</c:v>
                </c:pt>
                <c:pt idx="1368">
                  <c:v>224.97</c:v>
                </c:pt>
                <c:pt idx="1369">
                  <c:v>172.97</c:v>
                </c:pt>
                <c:pt idx="1370">
                  <c:v>254.97</c:v>
                </c:pt>
                <c:pt idx="1371">
                  <c:v>288.95</c:v>
                </c:pt>
                <c:pt idx="1372">
                  <c:v>254.97</c:v>
                </c:pt>
                <c:pt idx="1373">
                  <c:v>254.97</c:v>
                </c:pt>
                <c:pt idx="1374">
                  <c:v>254.97</c:v>
                </c:pt>
                <c:pt idx="1375">
                  <c:v>254.97</c:v>
                </c:pt>
                <c:pt idx="1376">
                  <c:v>159.96</c:v>
                </c:pt>
                <c:pt idx="1377">
                  <c:v>197.97</c:v>
                </c:pt>
                <c:pt idx="1378">
                  <c:v>159.69999999999999</c:v>
                </c:pt>
                <c:pt idx="1379">
                  <c:v>81.05</c:v>
                </c:pt>
                <c:pt idx="1380">
                  <c:v>239.54</c:v>
                </c:pt>
                <c:pt idx="1381">
                  <c:v>146.37</c:v>
                </c:pt>
                <c:pt idx="1382">
                  <c:v>239.54</c:v>
                </c:pt>
                <c:pt idx="1383">
                  <c:v>244.38</c:v>
                </c:pt>
                <c:pt idx="1384">
                  <c:v>-131.97999999999999</c:v>
                </c:pt>
                <c:pt idx="1385">
                  <c:v>269.95999999999998</c:v>
                </c:pt>
                <c:pt idx="1386">
                  <c:v>257.43</c:v>
                </c:pt>
                <c:pt idx="1387">
                  <c:v>101.01</c:v>
                </c:pt>
                <c:pt idx="1388">
                  <c:v>159.69999999999999</c:v>
                </c:pt>
                <c:pt idx="1389">
                  <c:v>239.54</c:v>
                </c:pt>
                <c:pt idx="1390">
                  <c:v>239.54</c:v>
                </c:pt>
                <c:pt idx="1391">
                  <c:v>131.97999999999999</c:v>
                </c:pt>
                <c:pt idx="1392">
                  <c:v>80.98</c:v>
                </c:pt>
                <c:pt idx="1393">
                  <c:v>79.849999999999994</c:v>
                </c:pt>
                <c:pt idx="1394">
                  <c:v>203.22</c:v>
                </c:pt>
                <c:pt idx="1395">
                  <c:v>177.83</c:v>
                </c:pt>
                <c:pt idx="1396">
                  <c:v>254.97</c:v>
                </c:pt>
                <c:pt idx="1397">
                  <c:v>269.95999999999998</c:v>
                </c:pt>
                <c:pt idx="1398">
                  <c:v>97.99</c:v>
                </c:pt>
                <c:pt idx="1399">
                  <c:v>159.69999999999999</c:v>
                </c:pt>
                <c:pt idx="1400">
                  <c:v>159.69999999999999</c:v>
                </c:pt>
                <c:pt idx="1401">
                  <c:v>159.69999999999999</c:v>
                </c:pt>
                <c:pt idx="1402">
                  <c:v>79.849999999999994</c:v>
                </c:pt>
                <c:pt idx="1403">
                  <c:v>159.69999999999999</c:v>
                </c:pt>
                <c:pt idx="1404">
                  <c:v>177.83</c:v>
                </c:pt>
                <c:pt idx="1405">
                  <c:v>163.07</c:v>
                </c:pt>
                <c:pt idx="1406">
                  <c:v>226.22</c:v>
                </c:pt>
                <c:pt idx="1407">
                  <c:v>339.96</c:v>
                </c:pt>
                <c:pt idx="1408">
                  <c:v>384.94</c:v>
                </c:pt>
                <c:pt idx="1409">
                  <c:v>324.87</c:v>
                </c:pt>
                <c:pt idx="1410">
                  <c:v>295.95</c:v>
                </c:pt>
                <c:pt idx="1411">
                  <c:v>289.74</c:v>
                </c:pt>
                <c:pt idx="1412">
                  <c:v>339.96</c:v>
                </c:pt>
                <c:pt idx="1413">
                  <c:v>371.58</c:v>
                </c:pt>
                <c:pt idx="1414">
                  <c:v>339.96</c:v>
                </c:pt>
                <c:pt idx="1415">
                  <c:v>238.96</c:v>
                </c:pt>
                <c:pt idx="1416">
                  <c:v>283.95</c:v>
                </c:pt>
                <c:pt idx="1417">
                  <c:v>339.96</c:v>
                </c:pt>
                <c:pt idx="1418">
                  <c:v>305.95999999999998</c:v>
                </c:pt>
                <c:pt idx="1419">
                  <c:v>283.95</c:v>
                </c:pt>
                <c:pt idx="1420">
                  <c:v>330.16</c:v>
                </c:pt>
                <c:pt idx="1421">
                  <c:v>359.95</c:v>
                </c:pt>
                <c:pt idx="1422">
                  <c:v>348.03</c:v>
                </c:pt>
                <c:pt idx="1423">
                  <c:v>204.62</c:v>
                </c:pt>
                <c:pt idx="1424">
                  <c:v>128.77000000000001</c:v>
                </c:pt>
                <c:pt idx="1425">
                  <c:v>169.98</c:v>
                </c:pt>
                <c:pt idx="1426">
                  <c:v>169.98</c:v>
                </c:pt>
                <c:pt idx="1427">
                  <c:v>307.95999999999998</c:v>
                </c:pt>
                <c:pt idx="1428">
                  <c:v>131.97999999999999</c:v>
                </c:pt>
                <c:pt idx="1429">
                  <c:v>100.98</c:v>
                </c:pt>
                <c:pt idx="1430">
                  <c:v>131.97999999999999</c:v>
                </c:pt>
                <c:pt idx="1431">
                  <c:v>169.98</c:v>
                </c:pt>
                <c:pt idx="1432">
                  <c:v>189.97</c:v>
                </c:pt>
                <c:pt idx="1433">
                  <c:v>151.97</c:v>
                </c:pt>
                <c:pt idx="1434">
                  <c:v>204.97</c:v>
                </c:pt>
                <c:pt idx="1435">
                  <c:v>169.98</c:v>
                </c:pt>
                <c:pt idx="1436">
                  <c:v>169.98</c:v>
                </c:pt>
                <c:pt idx="1437">
                  <c:v>198.23</c:v>
                </c:pt>
                <c:pt idx="1438">
                  <c:v>170.97</c:v>
                </c:pt>
                <c:pt idx="1439">
                  <c:v>169.98</c:v>
                </c:pt>
                <c:pt idx="1440">
                  <c:v>160.94</c:v>
                </c:pt>
                <c:pt idx="1441">
                  <c:v>169.98</c:v>
                </c:pt>
                <c:pt idx="1442">
                  <c:v>189.97</c:v>
                </c:pt>
                <c:pt idx="1443">
                  <c:v>131.97999999999999</c:v>
                </c:pt>
                <c:pt idx="1444">
                  <c:v>169.98</c:v>
                </c:pt>
                <c:pt idx="1445">
                  <c:v>119.96</c:v>
                </c:pt>
                <c:pt idx="1446">
                  <c:v>254.97</c:v>
                </c:pt>
                <c:pt idx="1447">
                  <c:v>226.96</c:v>
                </c:pt>
                <c:pt idx="1448">
                  <c:v>229.97</c:v>
                </c:pt>
                <c:pt idx="1449">
                  <c:v>131.97999999999999</c:v>
                </c:pt>
                <c:pt idx="1450">
                  <c:v>189.97</c:v>
                </c:pt>
                <c:pt idx="1451">
                  <c:v>131.97999999999999</c:v>
                </c:pt>
                <c:pt idx="1452">
                  <c:v>151.97</c:v>
                </c:pt>
                <c:pt idx="1453">
                  <c:v>169.98</c:v>
                </c:pt>
                <c:pt idx="1454">
                  <c:v>169.98</c:v>
                </c:pt>
                <c:pt idx="1455">
                  <c:v>169.98</c:v>
                </c:pt>
                <c:pt idx="1456">
                  <c:v>197.97</c:v>
                </c:pt>
                <c:pt idx="1457">
                  <c:v>131.97999999999999</c:v>
                </c:pt>
                <c:pt idx="1458">
                  <c:v>105.58</c:v>
                </c:pt>
                <c:pt idx="1459">
                  <c:v>170.96</c:v>
                </c:pt>
                <c:pt idx="1460">
                  <c:v>145.97</c:v>
                </c:pt>
                <c:pt idx="1461">
                  <c:v>131.97999999999999</c:v>
                </c:pt>
                <c:pt idx="1462">
                  <c:v>263.95999999999998</c:v>
                </c:pt>
                <c:pt idx="1463">
                  <c:v>159.96</c:v>
                </c:pt>
                <c:pt idx="1464">
                  <c:v>199.96</c:v>
                </c:pt>
                <c:pt idx="1465">
                  <c:v>197.97</c:v>
                </c:pt>
                <c:pt idx="1466">
                  <c:v>138.58000000000001</c:v>
                </c:pt>
                <c:pt idx="1467">
                  <c:v>79.98</c:v>
                </c:pt>
                <c:pt idx="1468">
                  <c:v>84.99</c:v>
                </c:pt>
                <c:pt idx="1469">
                  <c:v>170.96</c:v>
                </c:pt>
                <c:pt idx="1470">
                  <c:v>117.96</c:v>
                </c:pt>
                <c:pt idx="1471">
                  <c:v>197.97</c:v>
                </c:pt>
                <c:pt idx="1472">
                  <c:v>248.95</c:v>
                </c:pt>
                <c:pt idx="1473">
                  <c:v>172.97</c:v>
                </c:pt>
                <c:pt idx="1474">
                  <c:v>308.92</c:v>
                </c:pt>
                <c:pt idx="1475">
                  <c:v>100.98</c:v>
                </c:pt>
                <c:pt idx="1476">
                  <c:v>131.97999999999999</c:v>
                </c:pt>
                <c:pt idx="1477">
                  <c:v>144.97</c:v>
                </c:pt>
                <c:pt idx="1478">
                  <c:v>171.65</c:v>
                </c:pt>
                <c:pt idx="1479">
                  <c:v>131.97999999999999</c:v>
                </c:pt>
                <c:pt idx="1480">
                  <c:v>113.23</c:v>
                </c:pt>
                <c:pt idx="1481">
                  <c:v>178.17</c:v>
                </c:pt>
                <c:pt idx="1482">
                  <c:v>210.95</c:v>
                </c:pt>
                <c:pt idx="1483">
                  <c:v>131.97999999999999</c:v>
                </c:pt>
                <c:pt idx="1484">
                  <c:v>145.97</c:v>
                </c:pt>
                <c:pt idx="1485">
                  <c:v>144.97</c:v>
                </c:pt>
                <c:pt idx="1486">
                  <c:v>195.55</c:v>
                </c:pt>
                <c:pt idx="1487">
                  <c:v>131.97999999999999</c:v>
                </c:pt>
                <c:pt idx="1488">
                  <c:v>84.99</c:v>
                </c:pt>
                <c:pt idx="1489">
                  <c:v>134.97999999999999</c:v>
                </c:pt>
                <c:pt idx="1490">
                  <c:v>84.99</c:v>
                </c:pt>
                <c:pt idx="1491">
                  <c:v>66.7</c:v>
                </c:pt>
                <c:pt idx="1492">
                  <c:v>57.98</c:v>
                </c:pt>
                <c:pt idx="1493">
                  <c:v>84.99</c:v>
                </c:pt>
                <c:pt idx="1494">
                  <c:v>134.97999999999999</c:v>
                </c:pt>
                <c:pt idx="1495">
                  <c:v>79.98</c:v>
                </c:pt>
                <c:pt idx="1496">
                  <c:v>83.97</c:v>
                </c:pt>
                <c:pt idx="1497">
                  <c:v>84.99</c:v>
                </c:pt>
                <c:pt idx="1498">
                  <c:v>84.99</c:v>
                </c:pt>
                <c:pt idx="1499">
                  <c:v>79.98</c:v>
                </c:pt>
                <c:pt idx="1500">
                  <c:v>70.709999999999994</c:v>
                </c:pt>
                <c:pt idx="1501">
                  <c:v>79.98</c:v>
                </c:pt>
                <c:pt idx="1502">
                  <c:v>127.98</c:v>
                </c:pt>
                <c:pt idx="1503">
                  <c:v>134.97999999999999</c:v>
                </c:pt>
                <c:pt idx="1504">
                  <c:v>169.98</c:v>
                </c:pt>
                <c:pt idx="1505">
                  <c:v>134.97999999999999</c:v>
                </c:pt>
                <c:pt idx="1506">
                  <c:v>169.98</c:v>
                </c:pt>
                <c:pt idx="1507">
                  <c:v>110.98</c:v>
                </c:pt>
                <c:pt idx="1508">
                  <c:v>84.99</c:v>
                </c:pt>
                <c:pt idx="1509">
                  <c:v>110.96</c:v>
                </c:pt>
                <c:pt idx="1510">
                  <c:v>84.99</c:v>
                </c:pt>
                <c:pt idx="1511">
                  <c:v>84.99</c:v>
                </c:pt>
                <c:pt idx="1512">
                  <c:v>84.99</c:v>
                </c:pt>
                <c:pt idx="1513">
                  <c:v>89.98</c:v>
                </c:pt>
                <c:pt idx="1514">
                  <c:v>169.98</c:v>
                </c:pt>
                <c:pt idx="1515">
                  <c:v>78.989999999999995</c:v>
                </c:pt>
                <c:pt idx="1516">
                  <c:v>124.97</c:v>
                </c:pt>
                <c:pt idx="1517">
                  <c:v>84.99</c:v>
                </c:pt>
                <c:pt idx="1518">
                  <c:v>84.99</c:v>
                </c:pt>
                <c:pt idx="1519">
                  <c:v>93.97</c:v>
                </c:pt>
                <c:pt idx="1520">
                  <c:v>84.99</c:v>
                </c:pt>
                <c:pt idx="1521">
                  <c:v>127.98</c:v>
                </c:pt>
                <c:pt idx="1522">
                  <c:v>134.97999999999999</c:v>
                </c:pt>
                <c:pt idx="1523">
                  <c:v>169.98</c:v>
                </c:pt>
                <c:pt idx="1524">
                  <c:v>92.98</c:v>
                </c:pt>
                <c:pt idx="1525">
                  <c:v>72.94</c:v>
                </c:pt>
                <c:pt idx="1526">
                  <c:v>65.989999999999995</c:v>
                </c:pt>
                <c:pt idx="1527">
                  <c:v>55.98</c:v>
                </c:pt>
                <c:pt idx="1528">
                  <c:v>120.98</c:v>
                </c:pt>
                <c:pt idx="1529">
                  <c:v>84.99</c:v>
                </c:pt>
                <c:pt idx="1530">
                  <c:v>84.99</c:v>
                </c:pt>
                <c:pt idx="1531">
                  <c:v>64.98</c:v>
                </c:pt>
                <c:pt idx="1532">
                  <c:v>84.99</c:v>
                </c:pt>
                <c:pt idx="1533">
                  <c:v>169.98</c:v>
                </c:pt>
                <c:pt idx="1534">
                  <c:v>76.17</c:v>
                </c:pt>
                <c:pt idx="1535">
                  <c:v>79.98</c:v>
                </c:pt>
                <c:pt idx="1536">
                  <c:v>84.99</c:v>
                </c:pt>
                <c:pt idx="1537">
                  <c:v>56.98</c:v>
                </c:pt>
                <c:pt idx="1538">
                  <c:v>221.43</c:v>
                </c:pt>
                <c:pt idx="1539">
                  <c:v>1094.74</c:v>
                </c:pt>
                <c:pt idx="1540">
                  <c:v>1896.82</c:v>
                </c:pt>
                <c:pt idx="1541">
                  <c:v>1364.64</c:v>
                </c:pt>
                <c:pt idx="1542">
                  <c:v>135.41999999999999</c:v>
                </c:pt>
                <c:pt idx="1543">
                  <c:v>201.95</c:v>
                </c:pt>
                <c:pt idx="1544">
                  <c:v>99.96</c:v>
                </c:pt>
                <c:pt idx="1545">
                  <c:v>289.94</c:v>
                </c:pt>
                <c:pt idx="1546">
                  <c:v>198.46</c:v>
                </c:pt>
                <c:pt idx="1547">
                  <c:v>339.96</c:v>
                </c:pt>
                <c:pt idx="1548">
                  <c:v>206.97</c:v>
                </c:pt>
                <c:pt idx="1549">
                  <c:v>369.94</c:v>
                </c:pt>
                <c:pt idx="1550">
                  <c:v>119.97</c:v>
                </c:pt>
                <c:pt idx="1551">
                  <c:v>124.98</c:v>
                </c:pt>
                <c:pt idx="1552">
                  <c:v>339.96</c:v>
                </c:pt>
                <c:pt idx="1553">
                  <c:v>300.95</c:v>
                </c:pt>
                <c:pt idx="1554">
                  <c:v>293.95999999999998</c:v>
                </c:pt>
                <c:pt idx="1555">
                  <c:v>360.93</c:v>
                </c:pt>
                <c:pt idx="1556">
                  <c:v>349.9</c:v>
                </c:pt>
                <c:pt idx="1557">
                  <c:v>59.98</c:v>
                </c:pt>
                <c:pt idx="1558">
                  <c:v>303.92</c:v>
                </c:pt>
                <c:pt idx="1559">
                  <c:v>349.9</c:v>
                </c:pt>
                <c:pt idx="1560">
                  <c:v>260.76</c:v>
                </c:pt>
                <c:pt idx="1561">
                  <c:v>99.96</c:v>
                </c:pt>
                <c:pt idx="1562">
                  <c:v>369.94</c:v>
                </c:pt>
                <c:pt idx="1563">
                  <c:v>339.96</c:v>
                </c:pt>
                <c:pt idx="1564">
                  <c:v>69.98</c:v>
                </c:pt>
                <c:pt idx="1565">
                  <c:v>169.98</c:v>
                </c:pt>
                <c:pt idx="1566">
                  <c:v>379.59</c:v>
                </c:pt>
                <c:pt idx="1567">
                  <c:v>424.95</c:v>
                </c:pt>
                <c:pt idx="1568">
                  <c:v>166.87</c:v>
                </c:pt>
                <c:pt idx="1569">
                  <c:v>131.97999999999999</c:v>
                </c:pt>
                <c:pt idx="1570">
                  <c:v>172.97</c:v>
                </c:pt>
                <c:pt idx="1571">
                  <c:v>254.97</c:v>
                </c:pt>
                <c:pt idx="1572">
                  <c:v>183.09</c:v>
                </c:pt>
                <c:pt idx="1573">
                  <c:v>67.97</c:v>
                </c:pt>
                <c:pt idx="1574">
                  <c:v>254.97</c:v>
                </c:pt>
                <c:pt idx="1575">
                  <c:v>138.58000000000001</c:v>
                </c:pt>
                <c:pt idx="1576">
                  <c:v>94.52</c:v>
                </c:pt>
                <c:pt idx="1577">
                  <c:v>365.95</c:v>
                </c:pt>
                <c:pt idx="1578">
                  <c:v>339.96</c:v>
                </c:pt>
                <c:pt idx="1579">
                  <c:v>169.98</c:v>
                </c:pt>
                <c:pt idx="1580">
                  <c:v>76.489999999999995</c:v>
                </c:pt>
                <c:pt idx="1581">
                  <c:v>339.96</c:v>
                </c:pt>
                <c:pt idx="1582">
                  <c:v>76.489999999999995</c:v>
                </c:pt>
                <c:pt idx="1583">
                  <c:v>55.96</c:v>
                </c:pt>
                <c:pt idx="1584">
                  <c:v>282.95</c:v>
                </c:pt>
                <c:pt idx="1585">
                  <c:v>131.97999999999999</c:v>
                </c:pt>
                <c:pt idx="1586">
                  <c:v>119.97</c:v>
                </c:pt>
                <c:pt idx="1587">
                  <c:v>91.98</c:v>
                </c:pt>
                <c:pt idx="1588">
                  <c:v>334.86</c:v>
                </c:pt>
                <c:pt idx="1589">
                  <c:v>55.96</c:v>
                </c:pt>
                <c:pt idx="1590">
                  <c:v>254.97</c:v>
                </c:pt>
                <c:pt idx="1591">
                  <c:v>508.09</c:v>
                </c:pt>
                <c:pt idx="1592">
                  <c:v>58.98</c:v>
                </c:pt>
                <c:pt idx="1593">
                  <c:v>96.58</c:v>
                </c:pt>
                <c:pt idx="1594">
                  <c:v>121.98</c:v>
                </c:pt>
                <c:pt idx="1595">
                  <c:v>254.97</c:v>
                </c:pt>
                <c:pt idx="1596">
                  <c:v>254.97</c:v>
                </c:pt>
                <c:pt idx="1597">
                  <c:v>339.96</c:v>
                </c:pt>
                <c:pt idx="1598">
                  <c:v>107.96</c:v>
                </c:pt>
                <c:pt idx="1599">
                  <c:v>246.63</c:v>
                </c:pt>
                <c:pt idx="1600">
                  <c:v>251.57</c:v>
                </c:pt>
                <c:pt idx="1601">
                  <c:v>131.97999999999999</c:v>
                </c:pt>
                <c:pt idx="1602">
                  <c:v>69.98</c:v>
                </c:pt>
                <c:pt idx="1603">
                  <c:v>334.01</c:v>
                </c:pt>
                <c:pt idx="1604">
                  <c:v>172.97</c:v>
                </c:pt>
                <c:pt idx="1605">
                  <c:v>254.97</c:v>
                </c:pt>
                <c:pt idx="1606">
                  <c:v>34.979999999999997</c:v>
                </c:pt>
                <c:pt idx="1607">
                  <c:v>328.37</c:v>
                </c:pt>
                <c:pt idx="1608">
                  <c:v>84.99</c:v>
                </c:pt>
                <c:pt idx="1609">
                  <c:v>254.97</c:v>
                </c:pt>
                <c:pt idx="1610">
                  <c:v>223.94</c:v>
                </c:pt>
                <c:pt idx="1611">
                  <c:v>119.97</c:v>
                </c:pt>
                <c:pt idx="1612">
                  <c:v>1619.46</c:v>
                </c:pt>
                <c:pt idx="1613">
                  <c:v>1502.14</c:v>
                </c:pt>
                <c:pt idx="1614">
                  <c:v>771.52</c:v>
                </c:pt>
                <c:pt idx="1615">
                  <c:v>1739.42</c:v>
                </c:pt>
                <c:pt idx="1616">
                  <c:v>1799.4</c:v>
                </c:pt>
                <c:pt idx="1617">
                  <c:v>1199.5999999999999</c:v>
                </c:pt>
                <c:pt idx="1618">
                  <c:v>1939.3</c:v>
                </c:pt>
                <c:pt idx="1619">
                  <c:v>166.98</c:v>
                </c:pt>
                <c:pt idx="1620">
                  <c:v>169.98</c:v>
                </c:pt>
                <c:pt idx="1621">
                  <c:v>163.97</c:v>
                </c:pt>
                <c:pt idx="1622">
                  <c:v>168.28</c:v>
                </c:pt>
                <c:pt idx="1623">
                  <c:v>163.24</c:v>
                </c:pt>
                <c:pt idx="1624">
                  <c:v>64.67</c:v>
                </c:pt>
                <c:pt idx="1625">
                  <c:v>139.97999999999999</c:v>
                </c:pt>
                <c:pt idx="1626">
                  <c:v>168.28</c:v>
                </c:pt>
                <c:pt idx="1627">
                  <c:v>169.98</c:v>
                </c:pt>
                <c:pt idx="1628">
                  <c:v>158.28</c:v>
                </c:pt>
                <c:pt idx="1629">
                  <c:v>148.65</c:v>
                </c:pt>
                <c:pt idx="1630">
                  <c:v>198.26</c:v>
                </c:pt>
                <c:pt idx="1631">
                  <c:v>130.47999999999999</c:v>
                </c:pt>
                <c:pt idx="1632">
                  <c:v>152.80000000000001</c:v>
                </c:pt>
                <c:pt idx="1633">
                  <c:v>159.13</c:v>
                </c:pt>
                <c:pt idx="1634">
                  <c:v>169.98</c:v>
                </c:pt>
                <c:pt idx="1635">
                  <c:v>130.47999999999999</c:v>
                </c:pt>
                <c:pt idx="1636">
                  <c:v>81.75</c:v>
                </c:pt>
                <c:pt idx="1637">
                  <c:v>163.61000000000001</c:v>
                </c:pt>
                <c:pt idx="1638">
                  <c:v>169.98</c:v>
                </c:pt>
                <c:pt idx="1639">
                  <c:v>168.28</c:v>
                </c:pt>
                <c:pt idx="1640">
                  <c:v>259.45</c:v>
                </c:pt>
                <c:pt idx="1641">
                  <c:v>128.68</c:v>
                </c:pt>
                <c:pt idx="1642">
                  <c:v>152.97999999999999</c:v>
                </c:pt>
                <c:pt idx="1643">
                  <c:v>168.28</c:v>
                </c:pt>
                <c:pt idx="1644">
                  <c:v>288.97000000000003</c:v>
                </c:pt>
                <c:pt idx="1645">
                  <c:v>169.98</c:v>
                </c:pt>
                <c:pt idx="1646">
                  <c:v>129.07</c:v>
                </c:pt>
                <c:pt idx="1647">
                  <c:v>196.96</c:v>
                </c:pt>
                <c:pt idx="1648">
                  <c:v>163.75</c:v>
                </c:pt>
                <c:pt idx="1649">
                  <c:v>169.98</c:v>
                </c:pt>
                <c:pt idx="1650">
                  <c:v>10.99</c:v>
                </c:pt>
                <c:pt idx="1651">
                  <c:v>305.94</c:v>
                </c:pt>
                <c:pt idx="1652">
                  <c:v>147.96</c:v>
                </c:pt>
                <c:pt idx="1653">
                  <c:v>226.94</c:v>
                </c:pt>
                <c:pt idx="1654">
                  <c:v>254.95</c:v>
                </c:pt>
                <c:pt idx="1655">
                  <c:v>139.94999999999999</c:v>
                </c:pt>
                <c:pt idx="1656">
                  <c:v>234.93</c:v>
                </c:pt>
                <c:pt idx="1657">
                  <c:v>235.95</c:v>
                </c:pt>
                <c:pt idx="1658">
                  <c:v>140.94999999999999</c:v>
                </c:pt>
                <c:pt idx="1659">
                  <c:v>239.97</c:v>
                </c:pt>
                <c:pt idx="1660">
                  <c:v>319.95999999999998</c:v>
                </c:pt>
                <c:pt idx="1661">
                  <c:v>289.95999999999998</c:v>
                </c:pt>
                <c:pt idx="1662">
                  <c:v>328.93</c:v>
                </c:pt>
                <c:pt idx="1663">
                  <c:v>100.96</c:v>
                </c:pt>
                <c:pt idx="1664">
                  <c:v>287.93</c:v>
                </c:pt>
                <c:pt idx="1665">
                  <c:v>384.92</c:v>
                </c:pt>
                <c:pt idx="1666">
                  <c:v>302.92</c:v>
                </c:pt>
                <c:pt idx="1667">
                  <c:v>138.91999999999999</c:v>
                </c:pt>
                <c:pt idx="1668">
                  <c:v>254.24</c:v>
                </c:pt>
                <c:pt idx="1669">
                  <c:v>324.95999999999998</c:v>
                </c:pt>
                <c:pt idx="1670">
                  <c:v>210.95</c:v>
                </c:pt>
                <c:pt idx="1671">
                  <c:v>319.95999999999998</c:v>
                </c:pt>
                <c:pt idx="1672">
                  <c:v>265.95</c:v>
                </c:pt>
                <c:pt idx="1673">
                  <c:v>239.97</c:v>
                </c:pt>
                <c:pt idx="1674">
                  <c:v>322.93</c:v>
                </c:pt>
                <c:pt idx="1675">
                  <c:v>239.97</c:v>
                </c:pt>
                <c:pt idx="1676">
                  <c:v>131.97999999999999</c:v>
                </c:pt>
                <c:pt idx="1677">
                  <c:v>131.97999999999999</c:v>
                </c:pt>
                <c:pt idx="1678">
                  <c:v>131.94999999999999</c:v>
                </c:pt>
                <c:pt idx="1679">
                  <c:v>334.32</c:v>
                </c:pt>
                <c:pt idx="1680">
                  <c:v>314.95999999999998</c:v>
                </c:pt>
                <c:pt idx="1681">
                  <c:v>139.97999999999999</c:v>
                </c:pt>
                <c:pt idx="1682">
                  <c:v>130.68</c:v>
                </c:pt>
                <c:pt idx="1683">
                  <c:v>169.98</c:v>
                </c:pt>
                <c:pt idx="1684">
                  <c:v>339.96</c:v>
                </c:pt>
                <c:pt idx="1685">
                  <c:v>225.44</c:v>
                </c:pt>
                <c:pt idx="1686">
                  <c:v>65.989999999999995</c:v>
                </c:pt>
                <c:pt idx="1687">
                  <c:v>131.97999999999999</c:v>
                </c:pt>
                <c:pt idx="1688">
                  <c:v>339.96</c:v>
                </c:pt>
                <c:pt idx="1689">
                  <c:v>163.83000000000001</c:v>
                </c:pt>
                <c:pt idx="1690">
                  <c:v>169.98</c:v>
                </c:pt>
                <c:pt idx="1691">
                  <c:v>128.05000000000001</c:v>
                </c:pt>
                <c:pt idx="1692">
                  <c:v>322.95999999999998</c:v>
                </c:pt>
                <c:pt idx="1693">
                  <c:v>287.16000000000003</c:v>
                </c:pt>
                <c:pt idx="1694">
                  <c:v>339.96</c:v>
                </c:pt>
                <c:pt idx="1695">
                  <c:v>148.03</c:v>
                </c:pt>
                <c:pt idx="1696">
                  <c:v>336.56</c:v>
                </c:pt>
                <c:pt idx="1697">
                  <c:v>159.32</c:v>
                </c:pt>
                <c:pt idx="1698">
                  <c:v>130</c:v>
                </c:pt>
                <c:pt idx="1699">
                  <c:v>169.98</c:v>
                </c:pt>
                <c:pt idx="1700">
                  <c:v>131.97999999999999</c:v>
                </c:pt>
                <c:pt idx="1701">
                  <c:v>339.96</c:v>
                </c:pt>
                <c:pt idx="1702">
                  <c:v>339.96</c:v>
                </c:pt>
                <c:pt idx="1703">
                  <c:v>239.97</c:v>
                </c:pt>
                <c:pt idx="1704">
                  <c:v>137.97999999999999</c:v>
                </c:pt>
                <c:pt idx="1705">
                  <c:v>135.97999999999999</c:v>
                </c:pt>
                <c:pt idx="1706">
                  <c:v>159.97</c:v>
                </c:pt>
                <c:pt idx="1707">
                  <c:v>129.28</c:v>
                </c:pt>
                <c:pt idx="1708">
                  <c:v>94.98</c:v>
                </c:pt>
                <c:pt idx="1709">
                  <c:v>159.97999999999999</c:v>
                </c:pt>
                <c:pt idx="1710">
                  <c:v>189.96</c:v>
                </c:pt>
                <c:pt idx="1711">
                  <c:v>159.97999999999999</c:v>
                </c:pt>
                <c:pt idx="1712">
                  <c:v>174.97</c:v>
                </c:pt>
                <c:pt idx="1713">
                  <c:v>172.96</c:v>
                </c:pt>
                <c:pt idx="1714">
                  <c:v>139.97999999999999</c:v>
                </c:pt>
                <c:pt idx="1715">
                  <c:v>119.98</c:v>
                </c:pt>
                <c:pt idx="1716">
                  <c:v>125.98</c:v>
                </c:pt>
                <c:pt idx="1717">
                  <c:v>174.97</c:v>
                </c:pt>
                <c:pt idx="1718">
                  <c:v>159.97999999999999</c:v>
                </c:pt>
                <c:pt idx="1719">
                  <c:v>157.97</c:v>
                </c:pt>
                <c:pt idx="1720">
                  <c:v>171.97</c:v>
                </c:pt>
                <c:pt idx="1721">
                  <c:v>239.97</c:v>
                </c:pt>
                <c:pt idx="1722">
                  <c:v>176.96</c:v>
                </c:pt>
                <c:pt idx="1723">
                  <c:v>136.97</c:v>
                </c:pt>
                <c:pt idx="1724">
                  <c:v>119.98</c:v>
                </c:pt>
                <c:pt idx="1725">
                  <c:v>121.98</c:v>
                </c:pt>
                <c:pt idx="1726">
                  <c:v>159.97999999999999</c:v>
                </c:pt>
                <c:pt idx="1727">
                  <c:v>85.98</c:v>
                </c:pt>
                <c:pt idx="1728">
                  <c:v>174.56</c:v>
                </c:pt>
                <c:pt idx="1729">
                  <c:v>174.97</c:v>
                </c:pt>
                <c:pt idx="1730">
                  <c:v>131.97999999999999</c:v>
                </c:pt>
                <c:pt idx="1731">
                  <c:v>169.98</c:v>
                </c:pt>
                <c:pt idx="1732">
                  <c:v>197.97</c:v>
                </c:pt>
                <c:pt idx="1733">
                  <c:v>159.32</c:v>
                </c:pt>
                <c:pt idx="1734">
                  <c:v>169.98</c:v>
                </c:pt>
                <c:pt idx="1735">
                  <c:v>197.97</c:v>
                </c:pt>
                <c:pt idx="1736">
                  <c:v>129.07</c:v>
                </c:pt>
                <c:pt idx="1737">
                  <c:v>131.97999999999999</c:v>
                </c:pt>
                <c:pt idx="1738">
                  <c:v>169.98</c:v>
                </c:pt>
                <c:pt idx="1739">
                  <c:v>257.83</c:v>
                </c:pt>
                <c:pt idx="1740">
                  <c:v>254.97</c:v>
                </c:pt>
                <c:pt idx="1741">
                  <c:v>254.97</c:v>
                </c:pt>
                <c:pt idx="1742">
                  <c:v>111.21</c:v>
                </c:pt>
                <c:pt idx="1743">
                  <c:v>169.98</c:v>
                </c:pt>
                <c:pt idx="1744">
                  <c:v>169.98</c:v>
                </c:pt>
                <c:pt idx="1745">
                  <c:v>84.99</c:v>
                </c:pt>
                <c:pt idx="1746">
                  <c:v>169.98</c:v>
                </c:pt>
                <c:pt idx="1747">
                  <c:v>254.97</c:v>
                </c:pt>
                <c:pt idx="1748">
                  <c:v>172.97</c:v>
                </c:pt>
                <c:pt idx="1749">
                  <c:v>158.71</c:v>
                </c:pt>
                <c:pt idx="1750">
                  <c:v>131.97999999999999</c:v>
                </c:pt>
                <c:pt idx="1751">
                  <c:v>169.98</c:v>
                </c:pt>
                <c:pt idx="1752">
                  <c:v>246.25</c:v>
                </c:pt>
                <c:pt idx="1753">
                  <c:v>169.98</c:v>
                </c:pt>
                <c:pt idx="1754">
                  <c:v>169.98</c:v>
                </c:pt>
                <c:pt idx="1755">
                  <c:v>197.97</c:v>
                </c:pt>
                <c:pt idx="1756">
                  <c:v>159.97999999999999</c:v>
                </c:pt>
                <c:pt idx="1757">
                  <c:v>254.97</c:v>
                </c:pt>
                <c:pt idx="1758">
                  <c:v>383.93</c:v>
                </c:pt>
                <c:pt idx="1759">
                  <c:v>337.26</c:v>
                </c:pt>
                <c:pt idx="1760">
                  <c:v>314.95999999999998</c:v>
                </c:pt>
                <c:pt idx="1761">
                  <c:v>266.56</c:v>
                </c:pt>
                <c:pt idx="1762">
                  <c:v>367.7</c:v>
                </c:pt>
                <c:pt idx="1763">
                  <c:v>292.69</c:v>
                </c:pt>
                <c:pt idx="1764">
                  <c:v>529.98</c:v>
                </c:pt>
                <c:pt idx="1765">
                  <c:v>243.26</c:v>
                </c:pt>
                <c:pt idx="1766">
                  <c:v>309.91000000000003</c:v>
                </c:pt>
                <c:pt idx="1767">
                  <c:v>149.94999999999999</c:v>
                </c:pt>
                <c:pt idx="1768">
                  <c:v>129.06</c:v>
                </c:pt>
                <c:pt idx="1769">
                  <c:v>235.95</c:v>
                </c:pt>
                <c:pt idx="1770">
                  <c:v>235.95</c:v>
                </c:pt>
                <c:pt idx="1771">
                  <c:v>216.96</c:v>
                </c:pt>
                <c:pt idx="1772">
                  <c:v>235.95</c:v>
                </c:pt>
                <c:pt idx="1773">
                  <c:v>172.97</c:v>
                </c:pt>
                <c:pt idx="1774">
                  <c:v>197.97</c:v>
                </c:pt>
                <c:pt idx="1775">
                  <c:v>37.979999999999997</c:v>
                </c:pt>
                <c:pt idx="1776">
                  <c:v>197.97</c:v>
                </c:pt>
                <c:pt idx="1777">
                  <c:v>169.98</c:v>
                </c:pt>
                <c:pt idx="1778">
                  <c:v>197.97</c:v>
                </c:pt>
                <c:pt idx="1779">
                  <c:v>271.94</c:v>
                </c:pt>
                <c:pt idx="1780">
                  <c:v>235.95</c:v>
                </c:pt>
                <c:pt idx="1781">
                  <c:v>220.44</c:v>
                </c:pt>
                <c:pt idx="1782">
                  <c:v>235.95</c:v>
                </c:pt>
                <c:pt idx="1783">
                  <c:v>197.97</c:v>
                </c:pt>
                <c:pt idx="1784">
                  <c:v>197.97</c:v>
                </c:pt>
                <c:pt idx="1785">
                  <c:v>235.95</c:v>
                </c:pt>
                <c:pt idx="1786">
                  <c:v>235.95</c:v>
                </c:pt>
                <c:pt idx="1787">
                  <c:v>235.95</c:v>
                </c:pt>
                <c:pt idx="1788">
                  <c:v>216.96</c:v>
                </c:pt>
                <c:pt idx="1789">
                  <c:v>235.95</c:v>
                </c:pt>
                <c:pt idx="1790">
                  <c:v>235.95</c:v>
                </c:pt>
                <c:pt idx="1791">
                  <c:v>197.97</c:v>
                </c:pt>
                <c:pt idx="1792">
                  <c:v>197.97</c:v>
                </c:pt>
                <c:pt idx="1793">
                  <c:v>197.97</c:v>
                </c:pt>
                <c:pt idx="1794">
                  <c:v>235.95</c:v>
                </c:pt>
                <c:pt idx="1795">
                  <c:v>235.95</c:v>
                </c:pt>
                <c:pt idx="1796">
                  <c:v>172.97</c:v>
                </c:pt>
                <c:pt idx="1797">
                  <c:v>235.95</c:v>
                </c:pt>
                <c:pt idx="1798">
                  <c:v>263.95999999999998</c:v>
                </c:pt>
                <c:pt idx="1799">
                  <c:v>197.97</c:v>
                </c:pt>
                <c:pt idx="1800">
                  <c:v>235.95</c:v>
                </c:pt>
                <c:pt idx="1801">
                  <c:v>235.95</c:v>
                </c:pt>
                <c:pt idx="1802">
                  <c:v>254.97</c:v>
                </c:pt>
                <c:pt idx="1803">
                  <c:v>238.97</c:v>
                </c:pt>
                <c:pt idx="1804">
                  <c:v>245.48</c:v>
                </c:pt>
                <c:pt idx="1805">
                  <c:v>245.06</c:v>
                </c:pt>
                <c:pt idx="1806">
                  <c:v>252.42</c:v>
                </c:pt>
                <c:pt idx="1807">
                  <c:v>226.37</c:v>
                </c:pt>
                <c:pt idx="1808">
                  <c:v>197.97</c:v>
                </c:pt>
                <c:pt idx="1809">
                  <c:v>254.97</c:v>
                </c:pt>
                <c:pt idx="1810">
                  <c:v>195.39</c:v>
                </c:pt>
                <c:pt idx="1811">
                  <c:v>197.97</c:v>
                </c:pt>
                <c:pt idx="1812">
                  <c:v>229.97</c:v>
                </c:pt>
                <c:pt idx="1813">
                  <c:v>195.99</c:v>
                </c:pt>
                <c:pt idx="1814">
                  <c:v>339.96</c:v>
                </c:pt>
                <c:pt idx="1815">
                  <c:v>252.42</c:v>
                </c:pt>
                <c:pt idx="1816">
                  <c:v>197.97</c:v>
                </c:pt>
                <c:pt idx="1817">
                  <c:v>257.93</c:v>
                </c:pt>
                <c:pt idx="1818">
                  <c:v>254.97</c:v>
                </c:pt>
                <c:pt idx="1819">
                  <c:v>178.17</c:v>
                </c:pt>
                <c:pt idx="1820">
                  <c:v>252.42</c:v>
                </c:pt>
                <c:pt idx="1821">
                  <c:v>197.97</c:v>
                </c:pt>
                <c:pt idx="1822">
                  <c:v>241.77</c:v>
                </c:pt>
                <c:pt idx="1823">
                  <c:v>172.97</c:v>
                </c:pt>
                <c:pt idx="1824">
                  <c:v>254.97</c:v>
                </c:pt>
                <c:pt idx="1825">
                  <c:v>241.42</c:v>
                </c:pt>
                <c:pt idx="1826">
                  <c:v>182.13</c:v>
                </c:pt>
                <c:pt idx="1827">
                  <c:v>254.97</c:v>
                </c:pt>
                <c:pt idx="1828">
                  <c:v>178.17</c:v>
                </c:pt>
                <c:pt idx="1829">
                  <c:v>249.87</c:v>
                </c:pt>
                <c:pt idx="1830">
                  <c:v>197.97</c:v>
                </c:pt>
                <c:pt idx="1831">
                  <c:v>250.44</c:v>
                </c:pt>
                <c:pt idx="1832">
                  <c:v>146.1</c:v>
                </c:pt>
                <c:pt idx="1833">
                  <c:v>159.69999999999999</c:v>
                </c:pt>
                <c:pt idx="1834">
                  <c:v>135.74</c:v>
                </c:pt>
                <c:pt idx="1835">
                  <c:v>188.03</c:v>
                </c:pt>
                <c:pt idx="1836">
                  <c:v>147.6</c:v>
                </c:pt>
                <c:pt idx="1837">
                  <c:v>159.69999999999999</c:v>
                </c:pt>
                <c:pt idx="1838">
                  <c:v>159.69999999999999</c:v>
                </c:pt>
                <c:pt idx="1839">
                  <c:v>159.69999999999999</c:v>
                </c:pt>
                <c:pt idx="1840">
                  <c:v>159.69999999999999</c:v>
                </c:pt>
                <c:pt idx="1841">
                  <c:v>96.79</c:v>
                </c:pt>
                <c:pt idx="1842">
                  <c:v>159.69999999999999</c:v>
                </c:pt>
                <c:pt idx="1843">
                  <c:v>159.69999999999999</c:v>
                </c:pt>
                <c:pt idx="1844">
                  <c:v>159.69999999999999</c:v>
                </c:pt>
                <c:pt idx="1845">
                  <c:v>159.69999999999999</c:v>
                </c:pt>
                <c:pt idx="1846">
                  <c:v>159.69999999999999</c:v>
                </c:pt>
                <c:pt idx="1847">
                  <c:v>147.6</c:v>
                </c:pt>
                <c:pt idx="1848">
                  <c:v>159.69999999999999</c:v>
                </c:pt>
                <c:pt idx="1849">
                  <c:v>159.69999999999999</c:v>
                </c:pt>
                <c:pt idx="1850">
                  <c:v>202.03</c:v>
                </c:pt>
                <c:pt idx="1851">
                  <c:v>159.69999999999999</c:v>
                </c:pt>
                <c:pt idx="1852">
                  <c:v>139.56</c:v>
                </c:pt>
                <c:pt idx="1853">
                  <c:v>147.6</c:v>
                </c:pt>
                <c:pt idx="1854">
                  <c:v>159.69999999999999</c:v>
                </c:pt>
                <c:pt idx="1855">
                  <c:v>159.69999999999999</c:v>
                </c:pt>
                <c:pt idx="1856">
                  <c:v>79.989999999999995</c:v>
                </c:pt>
                <c:pt idx="1857">
                  <c:v>147.6</c:v>
                </c:pt>
                <c:pt idx="1858">
                  <c:v>145.15</c:v>
                </c:pt>
                <c:pt idx="1859">
                  <c:v>147.6</c:v>
                </c:pt>
                <c:pt idx="1860">
                  <c:v>159.69999999999999</c:v>
                </c:pt>
                <c:pt idx="1861">
                  <c:v>159.69999999999999</c:v>
                </c:pt>
                <c:pt idx="1862">
                  <c:v>159.69999999999999</c:v>
                </c:pt>
                <c:pt idx="1863">
                  <c:v>162.09</c:v>
                </c:pt>
                <c:pt idx="1864">
                  <c:v>162.09</c:v>
                </c:pt>
                <c:pt idx="1865">
                  <c:v>211.69</c:v>
                </c:pt>
                <c:pt idx="1866">
                  <c:v>162.09</c:v>
                </c:pt>
                <c:pt idx="1867">
                  <c:v>162.33000000000001</c:v>
                </c:pt>
                <c:pt idx="1868">
                  <c:v>162.33000000000001</c:v>
                </c:pt>
                <c:pt idx="1869">
                  <c:v>162.09</c:v>
                </c:pt>
                <c:pt idx="1870">
                  <c:v>162.09</c:v>
                </c:pt>
                <c:pt idx="1871">
                  <c:v>162.09</c:v>
                </c:pt>
                <c:pt idx="1872">
                  <c:v>162.09</c:v>
                </c:pt>
                <c:pt idx="1873">
                  <c:v>211.69</c:v>
                </c:pt>
                <c:pt idx="1874">
                  <c:v>162.09</c:v>
                </c:pt>
                <c:pt idx="1875">
                  <c:v>162.09</c:v>
                </c:pt>
                <c:pt idx="1876">
                  <c:v>138.61000000000001</c:v>
                </c:pt>
                <c:pt idx="1877">
                  <c:v>138.61000000000001</c:v>
                </c:pt>
                <c:pt idx="1878">
                  <c:v>162.33000000000001</c:v>
                </c:pt>
                <c:pt idx="1879">
                  <c:v>162.09</c:v>
                </c:pt>
                <c:pt idx="1880">
                  <c:v>162.33000000000001</c:v>
                </c:pt>
                <c:pt idx="1881">
                  <c:v>138.13999999999999</c:v>
                </c:pt>
                <c:pt idx="1882">
                  <c:v>162.33000000000001</c:v>
                </c:pt>
                <c:pt idx="1883">
                  <c:v>138.13999999999999</c:v>
                </c:pt>
                <c:pt idx="1884">
                  <c:v>162.33000000000001</c:v>
                </c:pt>
                <c:pt idx="1885">
                  <c:v>162.09</c:v>
                </c:pt>
                <c:pt idx="1886">
                  <c:v>162.09</c:v>
                </c:pt>
                <c:pt idx="1887">
                  <c:v>162.09</c:v>
                </c:pt>
                <c:pt idx="1888">
                  <c:v>162.09</c:v>
                </c:pt>
                <c:pt idx="1889">
                  <c:v>154.11000000000001</c:v>
                </c:pt>
                <c:pt idx="1890">
                  <c:v>154.11000000000001</c:v>
                </c:pt>
                <c:pt idx="1891">
                  <c:v>241.94</c:v>
                </c:pt>
                <c:pt idx="1892">
                  <c:v>241.94</c:v>
                </c:pt>
                <c:pt idx="1893">
                  <c:v>162.33000000000001</c:v>
                </c:pt>
                <c:pt idx="1894">
                  <c:v>162.33000000000001</c:v>
                </c:pt>
                <c:pt idx="1895">
                  <c:v>162.33000000000001</c:v>
                </c:pt>
                <c:pt idx="1896">
                  <c:v>162.33000000000001</c:v>
                </c:pt>
                <c:pt idx="1897">
                  <c:v>162.09</c:v>
                </c:pt>
                <c:pt idx="1898">
                  <c:v>162.09</c:v>
                </c:pt>
                <c:pt idx="1899">
                  <c:v>151.69</c:v>
                </c:pt>
                <c:pt idx="1900">
                  <c:v>162.09</c:v>
                </c:pt>
                <c:pt idx="1901">
                  <c:v>151.69</c:v>
                </c:pt>
                <c:pt idx="1902">
                  <c:v>162.09</c:v>
                </c:pt>
                <c:pt idx="1903">
                  <c:v>162.09</c:v>
                </c:pt>
                <c:pt idx="1904">
                  <c:v>159.69999999999999</c:v>
                </c:pt>
                <c:pt idx="1905">
                  <c:v>149.99</c:v>
                </c:pt>
                <c:pt idx="1906">
                  <c:v>162.09</c:v>
                </c:pt>
                <c:pt idx="1907">
                  <c:v>149.99</c:v>
                </c:pt>
                <c:pt idx="1908">
                  <c:v>159.69999999999999</c:v>
                </c:pt>
                <c:pt idx="1909">
                  <c:v>162.09</c:v>
                </c:pt>
                <c:pt idx="1910">
                  <c:v>162.09</c:v>
                </c:pt>
                <c:pt idx="1911">
                  <c:v>84.99</c:v>
                </c:pt>
                <c:pt idx="1912">
                  <c:v>131.97999999999999</c:v>
                </c:pt>
                <c:pt idx="1913">
                  <c:v>169.98</c:v>
                </c:pt>
                <c:pt idx="1914">
                  <c:v>84.99</c:v>
                </c:pt>
                <c:pt idx="1915">
                  <c:v>84.99</c:v>
                </c:pt>
                <c:pt idx="1916">
                  <c:v>124.98</c:v>
                </c:pt>
                <c:pt idx="1917">
                  <c:v>65.989999999999995</c:v>
                </c:pt>
                <c:pt idx="1918">
                  <c:v>141.97999999999999</c:v>
                </c:pt>
                <c:pt idx="1919">
                  <c:v>188.97</c:v>
                </c:pt>
                <c:pt idx="1920">
                  <c:v>84.99</c:v>
                </c:pt>
                <c:pt idx="1921">
                  <c:v>65.989999999999995</c:v>
                </c:pt>
                <c:pt idx="1922">
                  <c:v>49.99</c:v>
                </c:pt>
                <c:pt idx="1923">
                  <c:v>84.99</c:v>
                </c:pt>
                <c:pt idx="1924">
                  <c:v>84.99</c:v>
                </c:pt>
                <c:pt idx="1925">
                  <c:v>78.099999999999994</c:v>
                </c:pt>
                <c:pt idx="1926">
                  <c:v>131.97999999999999</c:v>
                </c:pt>
                <c:pt idx="1927">
                  <c:v>65.989999999999995</c:v>
                </c:pt>
                <c:pt idx="1928">
                  <c:v>84.99</c:v>
                </c:pt>
                <c:pt idx="1929">
                  <c:v>84.99</c:v>
                </c:pt>
                <c:pt idx="1930">
                  <c:v>134.97999999999999</c:v>
                </c:pt>
                <c:pt idx="1931">
                  <c:v>84.99</c:v>
                </c:pt>
                <c:pt idx="1932">
                  <c:v>79.89</c:v>
                </c:pt>
                <c:pt idx="1933">
                  <c:v>131.97999999999999</c:v>
                </c:pt>
                <c:pt idx="1934">
                  <c:v>103.98</c:v>
                </c:pt>
                <c:pt idx="1935">
                  <c:v>84.99</c:v>
                </c:pt>
                <c:pt idx="1936">
                  <c:v>131.97999999999999</c:v>
                </c:pt>
                <c:pt idx="1937">
                  <c:v>84.99</c:v>
                </c:pt>
                <c:pt idx="1938">
                  <c:v>65.989999999999995</c:v>
                </c:pt>
                <c:pt idx="1939">
                  <c:v>84.99</c:v>
                </c:pt>
                <c:pt idx="1940">
                  <c:v>84.99</c:v>
                </c:pt>
                <c:pt idx="1941">
                  <c:v>81.59</c:v>
                </c:pt>
                <c:pt idx="1942">
                  <c:v>84.98</c:v>
                </c:pt>
                <c:pt idx="1943">
                  <c:v>84.99</c:v>
                </c:pt>
                <c:pt idx="1944">
                  <c:v>84.99</c:v>
                </c:pt>
                <c:pt idx="1945">
                  <c:v>84.99</c:v>
                </c:pt>
                <c:pt idx="1946">
                  <c:v>84.99</c:v>
                </c:pt>
                <c:pt idx="1947">
                  <c:v>72.05</c:v>
                </c:pt>
                <c:pt idx="1948">
                  <c:v>84.99</c:v>
                </c:pt>
                <c:pt idx="1949">
                  <c:v>84.99</c:v>
                </c:pt>
                <c:pt idx="1950">
                  <c:v>84.98</c:v>
                </c:pt>
                <c:pt idx="1951">
                  <c:v>84.99</c:v>
                </c:pt>
                <c:pt idx="1952">
                  <c:v>84.99</c:v>
                </c:pt>
                <c:pt idx="1953">
                  <c:v>84.99</c:v>
                </c:pt>
                <c:pt idx="1954">
                  <c:v>169.98</c:v>
                </c:pt>
                <c:pt idx="1955">
                  <c:v>84.99</c:v>
                </c:pt>
                <c:pt idx="1956">
                  <c:v>84.99</c:v>
                </c:pt>
                <c:pt idx="1957">
                  <c:v>154.97999999999999</c:v>
                </c:pt>
                <c:pt idx="1958">
                  <c:v>84.99</c:v>
                </c:pt>
                <c:pt idx="1959">
                  <c:v>84.99</c:v>
                </c:pt>
                <c:pt idx="1960">
                  <c:v>57.86</c:v>
                </c:pt>
                <c:pt idx="1961">
                  <c:v>84.99</c:v>
                </c:pt>
                <c:pt idx="1962">
                  <c:v>65.989999999999995</c:v>
                </c:pt>
                <c:pt idx="1963">
                  <c:v>84.99</c:v>
                </c:pt>
                <c:pt idx="1964">
                  <c:v>65.989999999999995</c:v>
                </c:pt>
                <c:pt idx="1965">
                  <c:v>84.99</c:v>
                </c:pt>
                <c:pt idx="1966">
                  <c:v>84.99</c:v>
                </c:pt>
                <c:pt idx="1967">
                  <c:v>84.99</c:v>
                </c:pt>
                <c:pt idx="1968">
                  <c:v>84.99</c:v>
                </c:pt>
                <c:pt idx="1969">
                  <c:v>84.99</c:v>
                </c:pt>
                <c:pt idx="1970">
                  <c:v>84.99</c:v>
                </c:pt>
                <c:pt idx="1971">
                  <c:v>65.989999999999995</c:v>
                </c:pt>
                <c:pt idx="1972">
                  <c:v>169.98</c:v>
                </c:pt>
                <c:pt idx="1973">
                  <c:v>84.99</c:v>
                </c:pt>
                <c:pt idx="1974">
                  <c:v>61.96</c:v>
                </c:pt>
                <c:pt idx="1975">
                  <c:v>61.96</c:v>
                </c:pt>
                <c:pt idx="1976">
                  <c:v>61.96</c:v>
                </c:pt>
                <c:pt idx="1977">
                  <c:v>71.95</c:v>
                </c:pt>
                <c:pt idx="1978">
                  <c:v>71.95</c:v>
                </c:pt>
                <c:pt idx="1979">
                  <c:v>126.92</c:v>
                </c:pt>
                <c:pt idx="1980">
                  <c:v>61.96</c:v>
                </c:pt>
                <c:pt idx="1981">
                  <c:v>52.2</c:v>
                </c:pt>
                <c:pt idx="1982">
                  <c:v>71.95</c:v>
                </c:pt>
                <c:pt idx="1983">
                  <c:v>71.95</c:v>
                </c:pt>
                <c:pt idx="1984">
                  <c:v>126.92</c:v>
                </c:pt>
                <c:pt idx="1985">
                  <c:v>52.2</c:v>
                </c:pt>
                <c:pt idx="1986">
                  <c:v>159.06</c:v>
                </c:pt>
                <c:pt idx="1987">
                  <c:v>168.28</c:v>
                </c:pt>
                <c:pt idx="1988">
                  <c:v>157.1</c:v>
                </c:pt>
                <c:pt idx="1989">
                  <c:v>65.989999999999995</c:v>
                </c:pt>
                <c:pt idx="1990">
                  <c:v>225.27</c:v>
                </c:pt>
                <c:pt idx="1991">
                  <c:v>63.67</c:v>
                </c:pt>
                <c:pt idx="1992">
                  <c:v>163.43</c:v>
                </c:pt>
                <c:pt idx="1993">
                  <c:v>169.13</c:v>
                </c:pt>
                <c:pt idx="1994">
                  <c:v>167.42</c:v>
                </c:pt>
                <c:pt idx="1995">
                  <c:v>84.14</c:v>
                </c:pt>
                <c:pt idx="1996">
                  <c:v>131.97999999999999</c:v>
                </c:pt>
                <c:pt idx="1997">
                  <c:v>64.010000000000005</c:v>
                </c:pt>
                <c:pt idx="1998">
                  <c:v>128.36000000000001</c:v>
                </c:pt>
                <c:pt idx="1999">
                  <c:v>168.28</c:v>
                </c:pt>
                <c:pt idx="2000">
                  <c:v>74.819999999999993</c:v>
                </c:pt>
                <c:pt idx="2001">
                  <c:v>271.95</c:v>
                </c:pt>
                <c:pt idx="2002">
                  <c:v>255.96</c:v>
                </c:pt>
                <c:pt idx="2003">
                  <c:v>166.97</c:v>
                </c:pt>
                <c:pt idx="2004">
                  <c:v>59.39</c:v>
                </c:pt>
                <c:pt idx="2005">
                  <c:v>84.14</c:v>
                </c:pt>
                <c:pt idx="2006">
                  <c:v>84.99</c:v>
                </c:pt>
                <c:pt idx="2007">
                  <c:v>82.63</c:v>
                </c:pt>
                <c:pt idx="2008">
                  <c:v>169.98</c:v>
                </c:pt>
                <c:pt idx="2009">
                  <c:v>83.29</c:v>
                </c:pt>
                <c:pt idx="2010">
                  <c:v>169.98</c:v>
                </c:pt>
                <c:pt idx="2011">
                  <c:v>62.37</c:v>
                </c:pt>
                <c:pt idx="2012">
                  <c:v>167.43</c:v>
                </c:pt>
                <c:pt idx="2013">
                  <c:v>121.98</c:v>
                </c:pt>
                <c:pt idx="2014">
                  <c:v>97.97</c:v>
                </c:pt>
                <c:pt idx="2015">
                  <c:v>251.7</c:v>
                </c:pt>
                <c:pt idx="2016">
                  <c:v>169.98</c:v>
                </c:pt>
                <c:pt idx="2017">
                  <c:v>169.98</c:v>
                </c:pt>
                <c:pt idx="2018">
                  <c:v>1061.98</c:v>
                </c:pt>
                <c:pt idx="2019">
                  <c:v>490.21</c:v>
                </c:pt>
                <c:pt idx="2020">
                  <c:v>373.92</c:v>
                </c:pt>
                <c:pt idx="2021">
                  <c:v>271.92</c:v>
                </c:pt>
                <c:pt idx="2022">
                  <c:v>659.9</c:v>
                </c:pt>
                <c:pt idx="2023">
                  <c:v>638.88</c:v>
                </c:pt>
                <c:pt idx="2024">
                  <c:v>985.86</c:v>
                </c:pt>
                <c:pt idx="2025">
                  <c:v>272.66000000000003</c:v>
                </c:pt>
                <c:pt idx="2026">
                  <c:v>764.91</c:v>
                </c:pt>
                <c:pt idx="2027">
                  <c:v>165.93</c:v>
                </c:pt>
                <c:pt idx="2028">
                  <c:v>224.72</c:v>
                </c:pt>
                <c:pt idx="2029">
                  <c:v>169.98</c:v>
                </c:pt>
                <c:pt idx="2030">
                  <c:v>169.98</c:v>
                </c:pt>
                <c:pt idx="2031">
                  <c:v>169.98</c:v>
                </c:pt>
                <c:pt idx="2032">
                  <c:v>185.97</c:v>
                </c:pt>
                <c:pt idx="2033">
                  <c:v>169.98</c:v>
                </c:pt>
                <c:pt idx="2034">
                  <c:v>269.97000000000003</c:v>
                </c:pt>
                <c:pt idx="2035">
                  <c:v>164.72</c:v>
                </c:pt>
                <c:pt idx="2036">
                  <c:v>166.96</c:v>
                </c:pt>
                <c:pt idx="2037">
                  <c:v>169.98</c:v>
                </c:pt>
                <c:pt idx="2038">
                  <c:v>169.98</c:v>
                </c:pt>
                <c:pt idx="2039">
                  <c:v>166.58</c:v>
                </c:pt>
                <c:pt idx="2040">
                  <c:v>165.73</c:v>
                </c:pt>
                <c:pt idx="2041">
                  <c:v>169.98</c:v>
                </c:pt>
                <c:pt idx="2042">
                  <c:v>261.14999999999998</c:v>
                </c:pt>
                <c:pt idx="2043">
                  <c:v>169.98</c:v>
                </c:pt>
                <c:pt idx="2044">
                  <c:v>100.98</c:v>
                </c:pt>
                <c:pt idx="2045">
                  <c:v>169.98</c:v>
                </c:pt>
                <c:pt idx="2046">
                  <c:v>175.97</c:v>
                </c:pt>
                <c:pt idx="2047">
                  <c:v>169.98</c:v>
                </c:pt>
                <c:pt idx="2048">
                  <c:v>127.36</c:v>
                </c:pt>
                <c:pt idx="2049">
                  <c:v>172.97</c:v>
                </c:pt>
                <c:pt idx="2050">
                  <c:v>148.97</c:v>
                </c:pt>
                <c:pt idx="2051">
                  <c:v>167.27</c:v>
                </c:pt>
                <c:pt idx="2052">
                  <c:v>185.97</c:v>
                </c:pt>
                <c:pt idx="2053">
                  <c:v>156.06</c:v>
                </c:pt>
                <c:pt idx="2054">
                  <c:v>55.98</c:v>
                </c:pt>
                <c:pt idx="2055">
                  <c:v>112.97</c:v>
                </c:pt>
                <c:pt idx="2056">
                  <c:v>169.98</c:v>
                </c:pt>
                <c:pt idx="2057">
                  <c:v>169.98</c:v>
                </c:pt>
                <c:pt idx="2058">
                  <c:v>184.97</c:v>
                </c:pt>
                <c:pt idx="2059">
                  <c:v>167.96</c:v>
                </c:pt>
                <c:pt idx="2060">
                  <c:v>131.97999999999999</c:v>
                </c:pt>
                <c:pt idx="2061">
                  <c:v>160.77000000000001</c:v>
                </c:pt>
                <c:pt idx="2062">
                  <c:v>144.97</c:v>
                </c:pt>
                <c:pt idx="2063">
                  <c:v>132.47999999999999</c:v>
                </c:pt>
                <c:pt idx="2064">
                  <c:v>144.97</c:v>
                </c:pt>
                <c:pt idx="2065">
                  <c:v>151.97</c:v>
                </c:pt>
                <c:pt idx="2066">
                  <c:v>131.97999999999999</c:v>
                </c:pt>
                <c:pt idx="2067">
                  <c:v>203.96</c:v>
                </c:pt>
                <c:pt idx="2068">
                  <c:v>188.97</c:v>
                </c:pt>
                <c:pt idx="2069">
                  <c:v>182.97</c:v>
                </c:pt>
                <c:pt idx="2070">
                  <c:v>131.97999999999999</c:v>
                </c:pt>
                <c:pt idx="2071">
                  <c:v>131.97999999999999</c:v>
                </c:pt>
                <c:pt idx="2072">
                  <c:v>155.97</c:v>
                </c:pt>
                <c:pt idx="2073">
                  <c:v>188.96</c:v>
                </c:pt>
                <c:pt idx="2074">
                  <c:v>188.97</c:v>
                </c:pt>
                <c:pt idx="2075">
                  <c:v>173.47</c:v>
                </c:pt>
                <c:pt idx="2076">
                  <c:v>450.41</c:v>
                </c:pt>
                <c:pt idx="2077">
                  <c:v>188.97</c:v>
                </c:pt>
                <c:pt idx="2078">
                  <c:v>59.98</c:v>
                </c:pt>
                <c:pt idx="2079">
                  <c:v>188.97</c:v>
                </c:pt>
                <c:pt idx="2080">
                  <c:v>144.97</c:v>
                </c:pt>
                <c:pt idx="2081">
                  <c:v>169.98</c:v>
                </c:pt>
                <c:pt idx="2082">
                  <c:v>150.18</c:v>
                </c:pt>
                <c:pt idx="2083">
                  <c:v>121.98</c:v>
                </c:pt>
                <c:pt idx="2084">
                  <c:v>145.47</c:v>
                </c:pt>
                <c:pt idx="2085">
                  <c:v>184.97</c:v>
                </c:pt>
                <c:pt idx="2086">
                  <c:v>131.97999999999999</c:v>
                </c:pt>
                <c:pt idx="2087">
                  <c:v>131.97999999999999</c:v>
                </c:pt>
                <c:pt idx="2088">
                  <c:v>270.73</c:v>
                </c:pt>
                <c:pt idx="2089">
                  <c:v>159.41999999999999</c:v>
                </c:pt>
                <c:pt idx="2090">
                  <c:v>-56.44</c:v>
                </c:pt>
                <c:pt idx="2091">
                  <c:v>287.92</c:v>
                </c:pt>
                <c:pt idx="2092">
                  <c:v>66.430000000000007</c:v>
                </c:pt>
                <c:pt idx="2093">
                  <c:v>411.92</c:v>
                </c:pt>
                <c:pt idx="2094">
                  <c:v>440.29</c:v>
                </c:pt>
                <c:pt idx="2095">
                  <c:v>417.56</c:v>
                </c:pt>
                <c:pt idx="2096">
                  <c:v>191.96</c:v>
                </c:pt>
                <c:pt idx="2097">
                  <c:v>308.94</c:v>
                </c:pt>
                <c:pt idx="2098">
                  <c:v>84.66</c:v>
                </c:pt>
                <c:pt idx="2099">
                  <c:v>80.97</c:v>
                </c:pt>
                <c:pt idx="2100">
                  <c:v>339.96</c:v>
                </c:pt>
                <c:pt idx="2101">
                  <c:v>384.95</c:v>
                </c:pt>
                <c:pt idx="2102">
                  <c:v>224.42</c:v>
                </c:pt>
                <c:pt idx="2103">
                  <c:v>469.69</c:v>
                </c:pt>
                <c:pt idx="2104">
                  <c:v>81.05</c:v>
                </c:pt>
                <c:pt idx="2105">
                  <c:v>289.64</c:v>
                </c:pt>
                <c:pt idx="2106">
                  <c:v>422.92</c:v>
                </c:pt>
                <c:pt idx="2107">
                  <c:v>425.04</c:v>
                </c:pt>
                <c:pt idx="2108">
                  <c:v>253.93</c:v>
                </c:pt>
                <c:pt idx="2109">
                  <c:v>59.96</c:v>
                </c:pt>
                <c:pt idx="2110">
                  <c:v>389.48</c:v>
                </c:pt>
                <c:pt idx="2111">
                  <c:v>555.9</c:v>
                </c:pt>
                <c:pt idx="2112">
                  <c:v>395.94</c:v>
                </c:pt>
                <c:pt idx="2113">
                  <c:v>1039.47</c:v>
                </c:pt>
                <c:pt idx="2114">
                  <c:v>169.98</c:v>
                </c:pt>
                <c:pt idx="2115">
                  <c:v>177.95</c:v>
                </c:pt>
                <c:pt idx="2116">
                  <c:v>159.77000000000001</c:v>
                </c:pt>
                <c:pt idx="2117">
                  <c:v>131.97999999999999</c:v>
                </c:pt>
                <c:pt idx="2118">
                  <c:v>169.98</c:v>
                </c:pt>
                <c:pt idx="2119">
                  <c:v>125.84</c:v>
                </c:pt>
                <c:pt idx="2120">
                  <c:v>169.98</c:v>
                </c:pt>
                <c:pt idx="2121">
                  <c:v>169.98</c:v>
                </c:pt>
                <c:pt idx="2122">
                  <c:v>169.98</c:v>
                </c:pt>
                <c:pt idx="2123">
                  <c:v>169.98</c:v>
                </c:pt>
                <c:pt idx="2124">
                  <c:v>187.97</c:v>
                </c:pt>
                <c:pt idx="2125">
                  <c:v>159.97999999999999</c:v>
                </c:pt>
                <c:pt idx="2126">
                  <c:v>187.97</c:v>
                </c:pt>
                <c:pt idx="2127">
                  <c:v>131.97999999999999</c:v>
                </c:pt>
                <c:pt idx="2128">
                  <c:v>169.98</c:v>
                </c:pt>
                <c:pt idx="2129">
                  <c:v>121.98</c:v>
                </c:pt>
                <c:pt idx="2130">
                  <c:v>149.97</c:v>
                </c:pt>
                <c:pt idx="2131">
                  <c:v>187.97</c:v>
                </c:pt>
                <c:pt idx="2132">
                  <c:v>187.97</c:v>
                </c:pt>
                <c:pt idx="2133">
                  <c:v>121.98</c:v>
                </c:pt>
                <c:pt idx="2134">
                  <c:v>169.98</c:v>
                </c:pt>
                <c:pt idx="2135">
                  <c:v>140.37</c:v>
                </c:pt>
                <c:pt idx="2136">
                  <c:v>79.98</c:v>
                </c:pt>
                <c:pt idx="2137">
                  <c:v>177.97</c:v>
                </c:pt>
                <c:pt idx="2138">
                  <c:v>156.78</c:v>
                </c:pt>
                <c:pt idx="2139">
                  <c:v>169.98</c:v>
                </c:pt>
                <c:pt idx="2140">
                  <c:v>169.98</c:v>
                </c:pt>
                <c:pt idx="2141">
                  <c:v>169.98</c:v>
                </c:pt>
                <c:pt idx="2142">
                  <c:v>319.95999999999998</c:v>
                </c:pt>
                <c:pt idx="2143">
                  <c:v>319.95999999999998</c:v>
                </c:pt>
                <c:pt idx="2144">
                  <c:v>243.96</c:v>
                </c:pt>
                <c:pt idx="2145">
                  <c:v>243.96</c:v>
                </c:pt>
                <c:pt idx="2146">
                  <c:v>243.96</c:v>
                </c:pt>
                <c:pt idx="2147">
                  <c:v>319.95999999999998</c:v>
                </c:pt>
                <c:pt idx="2148">
                  <c:v>319.95999999999998</c:v>
                </c:pt>
                <c:pt idx="2149">
                  <c:v>163.65</c:v>
                </c:pt>
                <c:pt idx="2150">
                  <c:v>218.96</c:v>
                </c:pt>
                <c:pt idx="2151">
                  <c:v>257.92</c:v>
                </c:pt>
                <c:pt idx="2152">
                  <c:v>182.97</c:v>
                </c:pt>
                <c:pt idx="2153">
                  <c:v>294.95999999999998</c:v>
                </c:pt>
                <c:pt idx="2154">
                  <c:v>319.95999999999998</c:v>
                </c:pt>
                <c:pt idx="2155">
                  <c:v>319.95999999999998</c:v>
                </c:pt>
                <c:pt idx="2156">
                  <c:v>319.95999999999998</c:v>
                </c:pt>
                <c:pt idx="2157">
                  <c:v>319.95999999999998</c:v>
                </c:pt>
                <c:pt idx="2158">
                  <c:v>319.95999999999998</c:v>
                </c:pt>
                <c:pt idx="2159">
                  <c:v>243.96</c:v>
                </c:pt>
                <c:pt idx="2160">
                  <c:v>243.96</c:v>
                </c:pt>
                <c:pt idx="2161">
                  <c:v>319.95999999999998</c:v>
                </c:pt>
                <c:pt idx="2162">
                  <c:v>319.95999999999998</c:v>
                </c:pt>
                <c:pt idx="2163">
                  <c:v>319.95999999999998</c:v>
                </c:pt>
                <c:pt idx="2164">
                  <c:v>243.96</c:v>
                </c:pt>
                <c:pt idx="2165">
                  <c:v>319.95999999999998</c:v>
                </c:pt>
                <c:pt idx="2166">
                  <c:v>319.95999999999998</c:v>
                </c:pt>
                <c:pt idx="2167">
                  <c:v>319.95999999999998</c:v>
                </c:pt>
                <c:pt idx="2168">
                  <c:v>587.88</c:v>
                </c:pt>
                <c:pt idx="2169">
                  <c:v>471.9</c:v>
                </c:pt>
                <c:pt idx="2170">
                  <c:v>395.94</c:v>
                </c:pt>
                <c:pt idx="2171">
                  <c:v>553.9</c:v>
                </c:pt>
                <c:pt idx="2172">
                  <c:v>527.91999999999996</c:v>
                </c:pt>
                <c:pt idx="2173">
                  <c:v>553.9</c:v>
                </c:pt>
                <c:pt idx="2174">
                  <c:v>587.88</c:v>
                </c:pt>
                <c:pt idx="2175">
                  <c:v>216.95</c:v>
                </c:pt>
                <c:pt idx="2176">
                  <c:v>527.91999999999996</c:v>
                </c:pt>
                <c:pt idx="2177">
                  <c:v>263.95999999999998</c:v>
                </c:pt>
                <c:pt idx="2178">
                  <c:v>613.86</c:v>
                </c:pt>
                <c:pt idx="2179">
                  <c:v>603.88</c:v>
                </c:pt>
                <c:pt idx="2180">
                  <c:v>527.91999999999996</c:v>
                </c:pt>
                <c:pt idx="2181">
                  <c:v>131.97999999999999</c:v>
                </c:pt>
                <c:pt idx="2182">
                  <c:v>115.97</c:v>
                </c:pt>
                <c:pt idx="2183">
                  <c:v>109.64</c:v>
                </c:pt>
                <c:pt idx="2184">
                  <c:v>75.98</c:v>
                </c:pt>
                <c:pt idx="2185">
                  <c:v>196.96</c:v>
                </c:pt>
                <c:pt idx="2186">
                  <c:v>178.17</c:v>
                </c:pt>
                <c:pt idx="2187">
                  <c:v>121.98</c:v>
                </c:pt>
                <c:pt idx="2188">
                  <c:v>253.95</c:v>
                </c:pt>
                <c:pt idx="2189">
                  <c:v>131.97999999999999</c:v>
                </c:pt>
                <c:pt idx="2190">
                  <c:v>212.96</c:v>
                </c:pt>
                <c:pt idx="2191">
                  <c:v>131.97999999999999</c:v>
                </c:pt>
                <c:pt idx="2192">
                  <c:v>131.97999999999999</c:v>
                </c:pt>
                <c:pt idx="2193">
                  <c:v>131.97999999999999</c:v>
                </c:pt>
                <c:pt idx="2194">
                  <c:v>95.43</c:v>
                </c:pt>
                <c:pt idx="2195">
                  <c:v>60.99</c:v>
                </c:pt>
                <c:pt idx="2196">
                  <c:v>65.989999999999995</c:v>
                </c:pt>
                <c:pt idx="2197">
                  <c:v>197.97</c:v>
                </c:pt>
                <c:pt idx="2198">
                  <c:v>121.98</c:v>
                </c:pt>
                <c:pt idx="2199">
                  <c:v>156.38999999999999</c:v>
                </c:pt>
                <c:pt idx="2200">
                  <c:v>131.97999999999999</c:v>
                </c:pt>
                <c:pt idx="2201">
                  <c:v>212.96</c:v>
                </c:pt>
                <c:pt idx="2202">
                  <c:v>80.34</c:v>
                </c:pt>
                <c:pt idx="2203">
                  <c:v>132.66</c:v>
                </c:pt>
                <c:pt idx="2204">
                  <c:v>71.98</c:v>
                </c:pt>
                <c:pt idx="2205">
                  <c:v>121.98</c:v>
                </c:pt>
                <c:pt idx="2206">
                  <c:v>254.97</c:v>
                </c:pt>
                <c:pt idx="2207">
                  <c:v>199.97</c:v>
                </c:pt>
                <c:pt idx="2208">
                  <c:v>248.95</c:v>
                </c:pt>
                <c:pt idx="2209">
                  <c:v>197.97</c:v>
                </c:pt>
                <c:pt idx="2210">
                  <c:v>219.97</c:v>
                </c:pt>
                <c:pt idx="2211">
                  <c:v>200.83</c:v>
                </c:pt>
                <c:pt idx="2212">
                  <c:v>284.95</c:v>
                </c:pt>
                <c:pt idx="2213">
                  <c:v>197.97</c:v>
                </c:pt>
                <c:pt idx="2214">
                  <c:v>281.45</c:v>
                </c:pt>
                <c:pt idx="2215">
                  <c:v>214.96</c:v>
                </c:pt>
                <c:pt idx="2216">
                  <c:v>254.97</c:v>
                </c:pt>
                <c:pt idx="2217">
                  <c:v>254.97</c:v>
                </c:pt>
                <c:pt idx="2218">
                  <c:v>288.95</c:v>
                </c:pt>
                <c:pt idx="2219">
                  <c:v>256.45999999999998</c:v>
                </c:pt>
                <c:pt idx="2220">
                  <c:v>639.84</c:v>
                </c:pt>
                <c:pt idx="2221">
                  <c:v>516.53</c:v>
                </c:pt>
                <c:pt idx="2222">
                  <c:v>472.94</c:v>
                </c:pt>
                <c:pt idx="2223">
                  <c:v>507.92</c:v>
                </c:pt>
                <c:pt idx="2224">
                  <c:v>370.34</c:v>
                </c:pt>
                <c:pt idx="2225">
                  <c:v>506.39</c:v>
                </c:pt>
                <c:pt idx="2226">
                  <c:v>342.32</c:v>
                </c:pt>
                <c:pt idx="2227">
                  <c:v>380.83</c:v>
                </c:pt>
                <c:pt idx="2228">
                  <c:v>639.91999999999996</c:v>
                </c:pt>
                <c:pt idx="2229">
                  <c:v>484.13</c:v>
                </c:pt>
                <c:pt idx="2230">
                  <c:v>401.59</c:v>
                </c:pt>
                <c:pt idx="2231">
                  <c:v>415.52</c:v>
                </c:pt>
                <c:pt idx="2232">
                  <c:v>561.42999999999995</c:v>
                </c:pt>
                <c:pt idx="2233">
                  <c:v>531.16</c:v>
                </c:pt>
                <c:pt idx="2234">
                  <c:v>389.93</c:v>
                </c:pt>
                <c:pt idx="2235">
                  <c:v>370.34</c:v>
                </c:pt>
                <c:pt idx="2236">
                  <c:v>562.67999999999995</c:v>
                </c:pt>
                <c:pt idx="2237">
                  <c:v>497.73</c:v>
                </c:pt>
                <c:pt idx="2238">
                  <c:v>111.98</c:v>
                </c:pt>
                <c:pt idx="2239">
                  <c:v>159.97999999999999</c:v>
                </c:pt>
                <c:pt idx="2240">
                  <c:v>110.98</c:v>
                </c:pt>
                <c:pt idx="2241">
                  <c:v>147.97999999999999</c:v>
                </c:pt>
                <c:pt idx="2242">
                  <c:v>121.97</c:v>
                </c:pt>
                <c:pt idx="2243">
                  <c:v>159.97999999999999</c:v>
                </c:pt>
                <c:pt idx="2244">
                  <c:v>110.98</c:v>
                </c:pt>
                <c:pt idx="2245">
                  <c:v>159.97999999999999</c:v>
                </c:pt>
                <c:pt idx="2246">
                  <c:v>111.98</c:v>
                </c:pt>
                <c:pt idx="2247">
                  <c:v>121.98</c:v>
                </c:pt>
                <c:pt idx="2248">
                  <c:v>159.97999999999999</c:v>
                </c:pt>
                <c:pt idx="2249">
                  <c:v>123.18</c:v>
                </c:pt>
                <c:pt idx="2250">
                  <c:v>159.97999999999999</c:v>
                </c:pt>
                <c:pt idx="2251">
                  <c:v>121.98</c:v>
                </c:pt>
                <c:pt idx="2252">
                  <c:v>124.98</c:v>
                </c:pt>
                <c:pt idx="2253">
                  <c:v>156.78</c:v>
                </c:pt>
                <c:pt idx="2254">
                  <c:v>159.97999999999999</c:v>
                </c:pt>
                <c:pt idx="2255">
                  <c:v>110.98</c:v>
                </c:pt>
                <c:pt idx="2256">
                  <c:v>159.97999999999999</c:v>
                </c:pt>
                <c:pt idx="2257">
                  <c:v>159.97999999999999</c:v>
                </c:pt>
                <c:pt idx="2258">
                  <c:v>121.98</c:v>
                </c:pt>
                <c:pt idx="2259">
                  <c:v>149.97999999999999</c:v>
                </c:pt>
                <c:pt idx="2260">
                  <c:v>159.97999999999999</c:v>
                </c:pt>
                <c:pt idx="2261">
                  <c:v>121.98</c:v>
                </c:pt>
                <c:pt idx="2262">
                  <c:v>121.98</c:v>
                </c:pt>
                <c:pt idx="2263">
                  <c:v>121.98</c:v>
                </c:pt>
                <c:pt idx="2264">
                  <c:v>121.98</c:v>
                </c:pt>
                <c:pt idx="2265">
                  <c:v>128.19999999999999</c:v>
                </c:pt>
                <c:pt idx="2266">
                  <c:v>159.97999999999999</c:v>
                </c:pt>
                <c:pt idx="2267">
                  <c:v>121.98</c:v>
                </c:pt>
                <c:pt idx="2268">
                  <c:v>110.98</c:v>
                </c:pt>
                <c:pt idx="2269">
                  <c:v>105.98</c:v>
                </c:pt>
                <c:pt idx="2270">
                  <c:v>110.98</c:v>
                </c:pt>
                <c:pt idx="2271">
                  <c:v>110.98</c:v>
                </c:pt>
                <c:pt idx="2272">
                  <c:v>121.98</c:v>
                </c:pt>
                <c:pt idx="2273">
                  <c:v>159.97999999999999</c:v>
                </c:pt>
                <c:pt idx="2274">
                  <c:v>159.97999999999999</c:v>
                </c:pt>
                <c:pt idx="2275">
                  <c:v>79.989999999999995</c:v>
                </c:pt>
                <c:pt idx="2276">
                  <c:v>236.11</c:v>
                </c:pt>
                <c:pt idx="2277">
                  <c:v>317.43</c:v>
                </c:pt>
                <c:pt idx="2278">
                  <c:v>263.73</c:v>
                </c:pt>
                <c:pt idx="2279">
                  <c:v>241.94</c:v>
                </c:pt>
                <c:pt idx="2280">
                  <c:v>339.94</c:v>
                </c:pt>
                <c:pt idx="2281">
                  <c:v>209.29</c:v>
                </c:pt>
                <c:pt idx="2282">
                  <c:v>271.11</c:v>
                </c:pt>
                <c:pt idx="2283">
                  <c:v>309.63</c:v>
                </c:pt>
                <c:pt idx="2284">
                  <c:v>176.24</c:v>
                </c:pt>
                <c:pt idx="2285">
                  <c:v>310.14</c:v>
                </c:pt>
                <c:pt idx="2286">
                  <c:v>322.02999999999997</c:v>
                </c:pt>
                <c:pt idx="2287">
                  <c:v>271.83</c:v>
                </c:pt>
                <c:pt idx="2288">
                  <c:v>195.98</c:v>
                </c:pt>
                <c:pt idx="2289">
                  <c:v>360.69</c:v>
                </c:pt>
                <c:pt idx="2290">
                  <c:v>365.37</c:v>
                </c:pt>
                <c:pt idx="2291">
                  <c:v>169.82</c:v>
                </c:pt>
                <c:pt idx="2292">
                  <c:v>85.97</c:v>
                </c:pt>
                <c:pt idx="2293">
                  <c:v>84.98</c:v>
                </c:pt>
                <c:pt idx="2294">
                  <c:v>55.99</c:v>
                </c:pt>
                <c:pt idx="2295">
                  <c:v>259.94</c:v>
                </c:pt>
                <c:pt idx="2296">
                  <c:v>249.95</c:v>
                </c:pt>
                <c:pt idx="2297">
                  <c:v>181.72</c:v>
                </c:pt>
                <c:pt idx="2298">
                  <c:v>329.92</c:v>
                </c:pt>
                <c:pt idx="2299">
                  <c:v>199.96</c:v>
                </c:pt>
                <c:pt idx="2300">
                  <c:v>199.96</c:v>
                </c:pt>
                <c:pt idx="2301">
                  <c:v>249.95</c:v>
                </c:pt>
                <c:pt idx="2302">
                  <c:v>199.96</c:v>
                </c:pt>
                <c:pt idx="2303">
                  <c:v>211.94</c:v>
                </c:pt>
                <c:pt idx="2304">
                  <c:v>296.93</c:v>
                </c:pt>
                <c:pt idx="2305">
                  <c:v>349.93</c:v>
                </c:pt>
                <c:pt idx="2306">
                  <c:v>149.97</c:v>
                </c:pt>
                <c:pt idx="2307">
                  <c:v>299.94</c:v>
                </c:pt>
                <c:pt idx="2308">
                  <c:v>227.94</c:v>
                </c:pt>
                <c:pt idx="2309">
                  <c:v>239.94</c:v>
                </c:pt>
                <c:pt idx="2310">
                  <c:v>302.54000000000002</c:v>
                </c:pt>
                <c:pt idx="2311">
                  <c:v>249.95</c:v>
                </c:pt>
                <c:pt idx="2312">
                  <c:v>239.94</c:v>
                </c:pt>
                <c:pt idx="2313">
                  <c:v>265.48</c:v>
                </c:pt>
                <c:pt idx="2314">
                  <c:v>392.91</c:v>
                </c:pt>
                <c:pt idx="2315">
                  <c:v>169.98</c:v>
                </c:pt>
                <c:pt idx="2316">
                  <c:v>334.94</c:v>
                </c:pt>
                <c:pt idx="2317">
                  <c:v>169.98</c:v>
                </c:pt>
                <c:pt idx="2318">
                  <c:v>260.95999999999998</c:v>
                </c:pt>
                <c:pt idx="2319">
                  <c:v>339.96</c:v>
                </c:pt>
                <c:pt idx="2320">
                  <c:v>339.96</c:v>
                </c:pt>
                <c:pt idx="2321">
                  <c:v>354.74</c:v>
                </c:pt>
                <c:pt idx="2322">
                  <c:v>10.99</c:v>
                </c:pt>
                <c:pt idx="2323">
                  <c:v>-84.99</c:v>
                </c:pt>
                <c:pt idx="2324">
                  <c:v>254.93</c:v>
                </c:pt>
                <c:pt idx="2325">
                  <c:v>311.92</c:v>
                </c:pt>
                <c:pt idx="2326">
                  <c:v>329.96</c:v>
                </c:pt>
                <c:pt idx="2327">
                  <c:v>367.13</c:v>
                </c:pt>
                <c:pt idx="2328">
                  <c:v>291.95</c:v>
                </c:pt>
                <c:pt idx="2329">
                  <c:v>280.94</c:v>
                </c:pt>
                <c:pt idx="2330">
                  <c:v>379.53</c:v>
                </c:pt>
                <c:pt idx="2331">
                  <c:v>315.95</c:v>
                </c:pt>
                <c:pt idx="2332">
                  <c:v>270.95</c:v>
                </c:pt>
                <c:pt idx="2333">
                  <c:v>424.93</c:v>
                </c:pt>
                <c:pt idx="2334">
                  <c:v>354.95</c:v>
                </c:pt>
                <c:pt idx="2335">
                  <c:v>254.76</c:v>
                </c:pt>
                <c:pt idx="2336">
                  <c:v>105.98</c:v>
                </c:pt>
                <c:pt idx="2337">
                  <c:v>246.7</c:v>
                </c:pt>
                <c:pt idx="2338">
                  <c:v>234.43</c:v>
                </c:pt>
                <c:pt idx="2339">
                  <c:v>246.76</c:v>
                </c:pt>
                <c:pt idx="2340">
                  <c:v>154.96</c:v>
                </c:pt>
                <c:pt idx="2341">
                  <c:v>316.95</c:v>
                </c:pt>
                <c:pt idx="2342">
                  <c:v>254.97</c:v>
                </c:pt>
                <c:pt idx="2343">
                  <c:v>424.95</c:v>
                </c:pt>
                <c:pt idx="2344">
                  <c:v>301.94</c:v>
                </c:pt>
                <c:pt idx="2345">
                  <c:v>389.95</c:v>
                </c:pt>
                <c:pt idx="2346">
                  <c:v>303.95</c:v>
                </c:pt>
                <c:pt idx="2347">
                  <c:v>79.989999999999995</c:v>
                </c:pt>
                <c:pt idx="2348">
                  <c:v>79.989999999999995</c:v>
                </c:pt>
                <c:pt idx="2349">
                  <c:v>244.97</c:v>
                </c:pt>
                <c:pt idx="2350">
                  <c:v>159.97999999999999</c:v>
                </c:pt>
                <c:pt idx="2351">
                  <c:v>169.98</c:v>
                </c:pt>
                <c:pt idx="2352">
                  <c:v>373.44</c:v>
                </c:pt>
                <c:pt idx="2353">
                  <c:v>336.55</c:v>
                </c:pt>
                <c:pt idx="2354">
                  <c:v>249.95</c:v>
                </c:pt>
                <c:pt idx="2355">
                  <c:v>159.97999999999999</c:v>
                </c:pt>
                <c:pt idx="2356">
                  <c:v>154.43</c:v>
                </c:pt>
                <c:pt idx="2357">
                  <c:v>169.98</c:v>
                </c:pt>
                <c:pt idx="2358">
                  <c:v>79.989999999999995</c:v>
                </c:pt>
                <c:pt idx="2359">
                  <c:v>149.97</c:v>
                </c:pt>
                <c:pt idx="2360">
                  <c:v>122.71</c:v>
                </c:pt>
                <c:pt idx="2361">
                  <c:v>79.989999999999995</c:v>
                </c:pt>
                <c:pt idx="2362">
                  <c:v>263.95999999999998</c:v>
                </c:pt>
                <c:pt idx="2363">
                  <c:v>84.98</c:v>
                </c:pt>
                <c:pt idx="2364">
                  <c:v>263.95999999999998</c:v>
                </c:pt>
                <c:pt idx="2365">
                  <c:v>237.56</c:v>
                </c:pt>
                <c:pt idx="2366">
                  <c:v>197.97</c:v>
                </c:pt>
                <c:pt idx="2367">
                  <c:v>199.25</c:v>
                </c:pt>
                <c:pt idx="2368">
                  <c:v>186.25</c:v>
                </c:pt>
                <c:pt idx="2369">
                  <c:v>215.26</c:v>
                </c:pt>
                <c:pt idx="2370">
                  <c:v>150.27000000000001</c:v>
                </c:pt>
                <c:pt idx="2371">
                  <c:v>216.26</c:v>
                </c:pt>
                <c:pt idx="2372">
                  <c:v>197.97</c:v>
                </c:pt>
                <c:pt idx="2373">
                  <c:v>216.26</c:v>
                </c:pt>
                <c:pt idx="2374">
                  <c:v>213.96</c:v>
                </c:pt>
                <c:pt idx="2375">
                  <c:v>188.96</c:v>
                </c:pt>
                <c:pt idx="2376">
                  <c:v>199.47</c:v>
                </c:pt>
                <c:pt idx="2377">
                  <c:v>226.95</c:v>
                </c:pt>
                <c:pt idx="2378">
                  <c:v>147.91</c:v>
                </c:pt>
                <c:pt idx="2379">
                  <c:v>200.97</c:v>
                </c:pt>
                <c:pt idx="2380">
                  <c:v>216.96</c:v>
                </c:pt>
                <c:pt idx="2381">
                  <c:v>191.07</c:v>
                </c:pt>
                <c:pt idx="2382">
                  <c:v>200.97</c:v>
                </c:pt>
                <c:pt idx="2383">
                  <c:v>178.17</c:v>
                </c:pt>
                <c:pt idx="2384">
                  <c:v>215.96</c:v>
                </c:pt>
                <c:pt idx="2385">
                  <c:v>212.84</c:v>
                </c:pt>
                <c:pt idx="2386">
                  <c:v>216.26</c:v>
                </c:pt>
                <c:pt idx="2387">
                  <c:v>216.26</c:v>
                </c:pt>
                <c:pt idx="2388">
                  <c:v>216.26</c:v>
                </c:pt>
                <c:pt idx="2389">
                  <c:v>187.96</c:v>
                </c:pt>
                <c:pt idx="2390">
                  <c:v>214.46</c:v>
                </c:pt>
                <c:pt idx="2391">
                  <c:v>192.56</c:v>
                </c:pt>
                <c:pt idx="2392">
                  <c:v>345.93</c:v>
                </c:pt>
                <c:pt idx="2393">
                  <c:v>208.51</c:v>
                </c:pt>
                <c:pt idx="2394">
                  <c:v>176.97</c:v>
                </c:pt>
                <c:pt idx="2395">
                  <c:v>268.14999999999998</c:v>
                </c:pt>
                <c:pt idx="2396">
                  <c:v>288.95</c:v>
                </c:pt>
                <c:pt idx="2397">
                  <c:v>263.95999999999998</c:v>
                </c:pt>
                <c:pt idx="2398">
                  <c:v>84.99</c:v>
                </c:pt>
                <c:pt idx="2399">
                  <c:v>114.97</c:v>
                </c:pt>
                <c:pt idx="2400">
                  <c:v>150.97</c:v>
                </c:pt>
                <c:pt idx="2401">
                  <c:v>314.93</c:v>
                </c:pt>
                <c:pt idx="2402">
                  <c:v>263.95999999999998</c:v>
                </c:pt>
                <c:pt idx="2403">
                  <c:v>169.98</c:v>
                </c:pt>
                <c:pt idx="2404">
                  <c:v>332.81</c:v>
                </c:pt>
                <c:pt idx="2405">
                  <c:v>179.46</c:v>
                </c:pt>
                <c:pt idx="2406">
                  <c:v>339.96</c:v>
                </c:pt>
                <c:pt idx="2407">
                  <c:v>293.94</c:v>
                </c:pt>
                <c:pt idx="2408">
                  <c:v>178.96</c:v>
                </c:pt>
                <c:pt idx="2409">
                  <c:v>131.83000000000001</c:v>
                </c:pt>
                <c:pt idx="2410">
                  <c:v>143.72</c:v>
                </c:pt>
                <c:pt idx="2411">
                  <c:v>319.39</c:v>
                </c:pt>
                <c:pt idx="2412">
                  <c:v>239.54</c:v>
                </c:pt>
                <c:pt idx="2413">
                  <c:v>181.46</c:v>
                </c:pt>
                <c:pt idx="2414">
                  <c:v>191.13</c:v>
                </c:pt>
                <c:pt idx="2415">
                  <c:v>326.85000000000002</c:v>
                </c:pt>
                <c:pt idx="2416">
                  <c:v>209.29</c:v>
                </c:pt>
                <c:pt idx="2417">
                  <c:v>215.59</c:v>
                </c:pt>
                <c:pt idx="2418">
                  <c:v>135.5</c:v>
                </c:pt>
                <c:pt idx="2419">
                  <c:v>239.54</c:v>
                </c:pt>
                <c:pt idx="2420">
                  <c:v>61.67</c:v>
                </c:pt>
                <c:pt idx="2421">
                  <c:v>239.54</c:v>
                </c:pt>
                <c:pt idx="2422">
                  <c:v>239.54</c:v>
                </c:pt>
                <c:pt idx="2423">
                  <c:v>65.3</c:v>
                </c:pt>
                <c:pt idx="2424">
                  <c:v>107.63</c:v>
                </c:pt>
                <c:pt idx="2425">
                  <c:v>76.16</c:v>
                </c:pt>
                <c:pt idx="2426">
                  <c:v>352.04</c:v>
                </c:pt>
                <c:pt idx="2427">
                  <c:v>322.99</c:v>
                </c:pt>
                <c:pt idx="2428">
                  <c:v>0</c:v>
                </c:pt>
                <c:pt idx="2429">
                  <c:v>82.26</c:v>
                </c:pt>
                <c:pt idx="2430">
                  <c:v>113.7</c:v>
                </c:pt>
                <c:pt idx="2431">
                  <c:v>241.95</c:v>
                </c:pt>
                <c:pt idx="2432">
                  <c:v>127.47</c:v>
                </c:pt>
                <c:pt idx="2433">
                  <c:v>108.78</c:v>
                </c:pt>
                <c:pt idx="2434">
                  <c:v>79.989999999999995</c:v>
                </c:pt>
                <c:pt idx="2435">
                  <c:v>177.32</c:v>
                </c:pt>
                <c:pt idx="2436">
                  <c:v>143.01</c:v>
                </c:pt>
                <c:pt idx="2437">
                  <c:v>150.63999999999999</c:v>
                </c:pt>
                <c:pt idx="2438">
                  <c:v>250.66</c:v>
                </c:pt>
                <c:pt idx="2439">
                  <c:v>184.97</c:v>
                </c:pt>
                <c:pt idx="2440">
                  <c:v>148.72</c:v>
                </c:pt>
                <c:pt idx="2441">
                  <c:v>166.28</c:v>
                </c:pt>
                <c:pt idx="2442">
                  <c:v>131.97999999999999</c:v>
                </c:pt>
                <c:pt idx="2443">
                  <c:v>173.18</c:v>
                </c:pt>
                <c:pt idx="2444">
                  <c:v>239.97</c:v>
                </c:pt>
                <c:pt idx="2445">
                  <c:v>153.4</c:v>
                </c:pt>
                <c:pt idx="2446">
                  <c:v>179.97</c:v>
                </c:pt>
                <c:pt idx="2447">
                  <c:v>130.78</c:v>
                </c:pt>
                <c:pt idx="2448">
                  <c:v>159.97999999999999</c:v>
                </c:pt>
                <c:pt idx="2449">
                  <c:v>162.9</c:v>
                </c:pt>
                <c:pt idx="2450">
                  <c:v>242.96</c:v>
                </c:pt>
                <c:pt idx="2451">
                  <c:v>212.65</c:v>
                </c:pt>
                <c:pt idx="2452">
                  <c:v>169.98</c:v>
                </c:pt>
                <c:pt idx="2453">
                  <c:v>182.97</c:v>
                </c:pt>
                <c:pt idx="2454">
                  <c:v>182.97</c:v>
                </c:pt>
                <c:pt idx="2455">
                  <c:v>169.98</c:v>
                </c:pt>
                <c:pt idx="2456">
                  <c:v>182.97</c:v>
                </c:pt>
                <c:pt idx="2457">
                  <c:v>169.98</c:v>
                </c:pt>
                <c:pt idx="2458">
                  <c:v>182.97</c:v>
                </c:pt>
                <c:pt idx="2459">
                  <c:v>182.97</c:v>
                </c:pt>
                <c:pt idx="2460">
                  <c:v>169.98</c:v>
                </c:pt>
                <c:pt idx="2461">
                  <c:v>169.98</c:v>
                </c:pt>
                <c:pt idx="2462">
                  <c:v>182.97</c:v>
                </c:pt>
                <c:pt idx="2463">
                  <c:v>169.98</c:v>
                </c:pt>
                <c:pt idx="2464">
                  <c:v>169.98</c:v>
                </c:pt>
                <c:pt idx="2465">
                  <c:v>169.17</c:v>
                </c:pt>
                <c:pt idx="2466">
                  <c:v>159.97999999999999</c:v>
                </c:pt>
                <c:pt idx="2467">
                  <c:v>169.98</c:v>
                </c:pt>
                <c:pt idx="2468">
                  <c:v>182.97</c:v>
                </c:pt>
                <c:pt idx="2469">
                  <c:v>169.98</c:v>
                </c:pt>
                <c:pt idx="2470">
                  <c:v>169.98</c:v>
                </c:pt>
                <c:pt idx="2471">
                  <c:v>169.98</c:v>
                </c:pt>
                <c:pt idx="2472">
                  <c:v>169.98</c:v>
                </c:pt>
                <c:pt idx="2473">
                  <c:v>169.98</c:v>
                </c:pt>
                <c:pt idx="2474">
                  <c:v>169.98</c:v>
                </c:pt>
                <c:pt idx="2475">
                  <c:v>169.98</c:v>
                </c:pt>
                <c:pt idx="2476">
                  <c:v>254.97</c:v>
                </c:pt>
                <c:pt idx="2477">
                  <c:v>254.97</c:v>
                </c:pt>
                <c:pt idx="2478">
                  <c:v>150.97</c:v>
                </c:pt>
                <c:pt idx="2479">
                  <c:v>131.97999999999999</c:v>
                </c:pt>
                <c:pt idx="2480">
                  <c:v>159.97999999999999</c:v>
                </c:pt>
                <c:pt idx="2481">
                  <c:v>169.17</c:v>
                </c:pt>
                <c:pt idx="2482">
                  <c:v>150.97</c:v>
                </c:pt>
                <c:pt idx="2483">
                  <c:v>131.97999999999999</c:v>
                </c:pt>
                <c:pt idx="2484">
                  <c:v>169.98</c:v>
                </c:pt>
                <c:pt idx="2485">
                  <c:v>131.97999999999999</c:v>
                </c:pt>
                <c:pt idx="2486">
                  <c:v>131.97999999999999</c:v>
                </c:pt>
                <c:pt idx="2487">
                  <c:v>169.98</c:v>
                </c:pt>
                <c:pt idx="2488">
                  <c:v>169.98</c:v>
                </c:pt>
                <c:pt idx="2489">
                  <c:v>121.98</c:v>
                </c:pt>
                <c:pt idx="2490">
                  <c:v>131.97999999999999</c:v>
                </c:pt>
                <c:pt idx="2491">
                  <c:v>131.97999999999999</c:v>
                </c:pt>
                <c:pt idx="2492">
                  <c:v>182.97</c:v>
                </c:pt>
                <c:pt idx="2493">
                  <c:v>131.97999999999999</c:v>
                </c:pt>
                <c:pt idx="2494">
                  <c:v>131.97999999999999</c:v>
                </c:pt>
                <c:pt idx="2495">
                  <c:v>121.98</c:v>
                </c:pt>
                <c:pt idx="2496">
                  <c:v>131.97999999999999</c:v>
                </c:pt>
                <c:pt idx="2497">
                  <c:v>182.97</c:v>
                </c:pt>
                <c:pt idx="2498">
                  <c:v>131.97999999999999</c:v>
                </c:pt>
                <c:pt idx="2499">
                  <c:v>131.97999999999999</c:v>
                </c:pt>
                <c:pt idx="2500">
                  <c:v>169.98</c:v>
                </c:pt>
                <c:pt idx="2501">
                  <c:v>169.98</c:v>
                </c:pt>
                <c:pt idx="2502">
                  <c:v>182.97</c:v>
                </c:pt>
                <c:pt idx="2503">
                  <c:v>169.98</c:v>
                </c:pt>
                <c:pt idx="2504">
                  <c:v>182.97</c:v>
                </c:pt>
                <c:pt idx="2505">
                  <c:v>182.97</c:v>
                </c:pt>
                <c:pt idx="2506">
                  <c:v>131.97999999999999</c:v>
                </c:pt>
                <c:pt idx="2507">
                  <c:v>169.98</c:v>
                </c:pt>
                <c:pt idx="2508">
                  <c:v>79.8</c:v>
                </c:pt>
                <c:pt idx="2509">
                  <c:v>185.5</c:v>
                </c:pt>
                <c:pt idx="2510">
                  <c:v>250.16</c:v>
                </c:pt>
                <c:pt idx="2511">
                  <c:v>276.77999999999997</c:v>
                </c:pt>
                <c:pt idx="2512">
                  <c:v>240.52</c:v>
                </c:pt>
                <c:pt idx="2513">
                  <c:v>143.71</c:v>
                </c:pt>
                <c:pt idx="2514">
                  <c:v>223.17</c:v>
                </c:pt>
                <c:pt idx="2515">
                  <c:v>197.27</c:v>
                </c:pt>
                <c:pt idx="2516">
                  <c:v>182.13</c:v>
                </c:pt>
                <c:pt idx="2517">
                  <c:v>285.39</c:v>
                </c:pt>
                <c:pt idx="2518">
                  <c:v>282.87</c:v>
                </c:pt>
                <c:pt idx="2519">
                  <c:v>209.84</c:v>
                </c:pt>
                <c:pt idx="2520">
                  <c:v>395.09</c:v>
                </c:pt>
                <c:pt idx="2521">
                  <c:v>169.98</c:v>
                </c:pt>
                <c:pt idx="2522">
                  <c:v>180.97</c:v>
                </c:pt>
                <c:pt idx="2523">
                  <c:v>219.97</c:v>
                </c:pt>
                <c:pt idx="2524">
                  <c:v>329.93</c:v>
                </c:pt>
                <c:pt idx="2525">
                  <c:v>211.81</c:v>
                </c:pt>
                <c:pt idx="2526">
                  <c:v>291.05</c:v>
                </c:pt>
                <c:pt idx="2527">
                  <c:v>101.73</c:v>
                </c:pt>
                <c:pt idx="2528">
                  <c:v>339.63</c:v>
                </c:pt>
                <c:pt idx="2529">
                  <c:v>161.72</c:v>
                </c:pt>
                <c:pt idx="2530">
                  <c:v>190.96</c:v>
                </c:pt>
                <c:pt idx="2531">
                  <c:v>94.3</c:v>
                </c:pt>
                <c:pt idx="2532">
                  <c:v>134.97999999999999</c:v>
                </c:pt>
                <c:pt idx="2533">
                  <c:v>231</c:v>
                </c:pt>
                <c:pt idx="2534">
                  <c:v>275.31</c:v>
                </c:pt>
                <c:pt idx="2535">
                  <c:v>127.57</c:v>
                </c:pt>
                <c:pt idx="2536">
                  <c:v>218.27</c:v>
                </c:pt>
                <c:pt idx="2537">
                  <c:v>133.63</c:v>
                </c:pt>
                <c:pt idx="2538">
                  <c:v>132.83000000000001</c:v>
                </c:pt>
                <c:pt idx="2539">
                  <c:v>242.2</c:v>
                </c:pt>
                <c:pt idx="2540">
                  <c:v>82.79</c:v>
                </c:pt>
                <c:pt idx="2541">
                  <c:v>193.87</c:v>
                </c:pt>
                <c:pt idx="2542">
                  <c:v>49.99</c:v>
                </c:pt>
                <c:pt idx="2543">
                  <c:v>152.97999999999999</c:v>
                </c:pt>
                <c:pt idx="2544">
                  <c:v>133.6</c:v>
                </c:pt>
                <c:pt idx="2545">
                  <c:v>120.66</c:v>
                </c:pt>
                <c:pt idx="2546">
                  <c:v>180.37</c:v>
                </c:pt>
                <c:pt idx="2547">
                  <c:v>169.98</c:v>
                </c:pt>
                <c:pt idx="2548">
                  <c:v>152.97999999999999</c:v>
                </c:pt>
                <c:pt idx="2549">
                  <c:v>168.63</c:v>
                </c:pt>
                <c:pt idx="2550">
                  <c:v>180.47</c:v>
                </c:pt>
                <c:pt idx="2551">
                  <c:v>76.489999999999995</c:v>
                </c:pt>
                <c:pt idx="2552">
                  <c:v>129.97999999999999</c:v>
                </c:pt>
                <c:pt idx="2553">
                  <c:v>133.63</c:v>
                </c:pt>
                <c:pt idx="2554">
                  <c:v>159.97999999999999</c:v>
                </c:pt>
                <c:pt idx="2555">
                  <c:v>133.63</c:v>
                </c:pt>
                <c:pt idx="2556">
                  <c:v>168.63</c:v>
                </c:pt>
                <c:pt idx="2557">
                  <c:v>168.63</c:v>
                </c:pt>
                <c:pt idx="2558">
                  <c:v>136.63</c:v>
                </c:pt>
                <c:pt idx="2559">
                  <c:v>131.58000000000001</c:v>
                </c:pt>
                <c:pt idx="2560">
                  <c:v>154.77000000000001</c:v>
                </c:pt>
                <c:pt idx="2561">
                  <c:v>254.97</c:v>
                </c:pt>
                <c:pt idx="2562">
                  <c:v>134.13</c:v>
                </c:pt>
                <c:pt idx="2563">
                  <c:v>219.97</c:v>
                </c:pt>
                <c:pt idx="2564">
                  <c:v>169.98</c:v>
                </c:pt>
                <c:pt idx="2565">
                  <c:v>130.16</c:v>
                </c:pt>
                <c:pt idx="2566">
                  <c:v>79.400000000000006</c:v>
                </c:pt>
                <c:pt idx="2567">
                  <c:v>159.97999999999999</c:v>
                </c:pt>
                <c:pt idx="2568">
                  <c:v>120.53</c:v>
                </c:pt>
                <c:pt idx="2569">
                  <c:v>152.16999999999999</c:v>
                </c:pt>
                <c:pt idx="2570">
                  <c:v>120.46</c:v>
                </c:pt>
                <c:pt idx="2571">
                  <c:v>159.97999999999999</c:v>
                </c:pt>
                <c:pt idx="2572">
                  <c:v>173.46</c:v>
                </c:pt>
                <c:pt idx="2573">
                  <c:v>159.97999999999999</c:v>
                </c:pt>
                <c:pt idx="2574">
                  <c:v>140.97</c:v>
                </c:pt>
                <c:pt idx="2575">
                  <c:v>209.97</c:v>
                </c:pt>
                <c:pt idx="2576">
                  <c:v>156.78</c:v>
                </c:pt>
                <c:pt idx="2577">
                  <c:v>155.56</c:v>
                </c:pt>
                <c:pt idx="2578">
                  <c:v>135.97999999999999</c:v>
                </c:pt>
                <c:pt idx="2579">
                  <c:v>159.97999999999999</c:v>
                </c:pt>
                <c:pt idx="2580">
                  <c:v>159.97999999999999</c:v>
                </c:pt>
                <c:pt idx="2581">
                  <c:v>167.97</c:v>
                </c:pt>
                <c:pt idx="2582">
                  <c:v>175.59</c:v>
                </c:pt>
                <c:pt idx="2583">
                  <c:v>192.95</c:v>
                </c:pt>
                <c:pt idx="2584">
                  <c:v>159.97999999999999</c:v>
                </c:pt>
                <c:pt idx="2585">
                  <c:v>159.97999999999999</c:v>
                </c:pt>
                <c:pt idx="2586">
                  <c:v>109.54</c:v>
                </c:pt>
                <c:pt idx="2587">
                  <c:v>159.97999999999999</c:v>
                </c:pt>
                <c:pt idx="2588">
                  <c:v>156.81</c:v>
                </c:pt>
                <c:pt idx="2589">
                  <c:v>156.09</c:v>
                </c:pt>
                <c:pt idx="2590">
                  <c:v>159.97999999999999</c:v>
                </c:pt>
                <c:pt idx="2591">
                  <c:v>123.48</c:v>
                </c:pt>
                <c:pt idx="2592">
                  <c:v>159.97999999999999</c:v>
                </c:pt>
                <c:pt idx="2593">
                  <c:v>159.97999999999999</c:v>
                </c:pt>
                <c:pt idx="2594">
                  <c:v>159.97999999999999</c:v>
                </c:pt>
                <c:pt idx="2595">
                  <c:v>156.78</c:v>
                </c:pt>
                <c:pt idx="2596">
                  <c:v>159.97999999999999</c:v>
                </c:pt>
                <c:pt idx="2597">
                  <c:v>119.35</c:v>
                </c:pt>
                <c:pt idx="2598">
                  <c:v>159.97999999999999</c:v>
                </c:pt>
                <c:pt idx="2599">
                  <c:v>163.96</c:v>
                </c:pt>
                <c:pt idx="2600">
                  <c:v>163.96</c:v>
                </c:pt>
                <c:pt idx="2601">
                  <c:v>224.94</c:v>
                </c:pt>
                <c:pt idx="2602">
                  <c:v>204.95</c:v>
                </c:pt>
                <c:pt idx="2603">
                  <c:v>186.78</c:v>
                </c:pt>
                <c:pt idx="2604">
                  <c:v>113.97</c:v>
                </c:pt>
                <c:pt idx="2605">
                  <c:v>166.06</c:v>
                </c:pt>
                <c:pt idx="2606">
                  <c:v>213.95</c:v>
                </c:pt>
                <c:pt idx="2607">
                  <c:v>153.49</c:v>
                </c:pt>
                <c:pt idx="2608">
                  <c:v>184.97</c:v>
                </c:pt>
                <c:pt idx="2609">
                  <c:v>193.96</c:v>
                </c:pt>
                <c:pt idx="2610">
                  <c:v>207.79</c:v>
                </c:pt>
                <c:pt idx="2611">
                  <c:v>174.96</c:v>
                </c:pt>
                <c:pt idx="2612">
                  <c:v>235.94</c:v>
                </c:pt>
                <c:pt idx="2613">
                  <c:v>163.96</c:v>
                </c:pt>
                <c:pt idx="2614">
                  <c:v>213.95</c:v>
                </c:pt>
                <c:pt idx="2615">
                  <c:v>193.96</c:v>
                </c:pt>
                <c:pt idx="2616">
                  <c:v>204.96</c:v>
                </c:pt>
                <c:pt idx="2617">
                  <c:v>163.96</c:v>
                </c:pt>
                <c:pt idx="2618">
                  <c:v>223.95</c:v>
                </c:pt>
                <c:pt idx="2619">
                  <c:v>264.93</c:v>
                </c:pt>
                <c:pt idx="2620">
                  <c:v>214.94</c:v>
                </c:pt>
                <c:pt idx="2621">
                  <c:v>215.95</c:v>
                </c:pt>
                <c:pt idx="2622">
                  <c:v>191.96</c:v>
                </c:pt>
                <c:pt idx="2623">
                  <c:v>105.95</c:v>
                </c:pt>
                <c:pt idx="2624">
                  <c:v>65.989999999999995</c:v>
                </c:pt>
                <c:pt idx="2625">
                  <c:v>37.47</c:v>
                </c:pt>
                <c:pt idx="2626">
                  <c:v>355.67</c:v>
                </c:pt>
                <c:pt idx="2627">
                  <c:v>127.06</c:v>
                </c:pt>
                <c:pt idx="2628">
                  <c:v>123.25</c:v>
                </c:pt>
                <c:pt idx="2629">
                  <c:v>263.95999999999998</c:v>
                </c:pt>
                <c:pt idx="2630">
                  <c:v>30.48</c:v>
                </c:pt>
                <c:pt idx="2631">
                  <c:v>411.35</c:v>
                </c:pt>
                <c:pt idx="2632">
                  <c:v>339.96</c:v>
                </c:pt>
                <c:pt idx="2633">
                  <c:v>169.98</c:v>
                </c:pt>
                <c:pt idx="2634">
                  <c:v>422.22</c:v>
                </c:pt>
                <c:pt idx="2635">
                  <c:v>131.97999999999999</c:v>
                </c:pt>
                <c:pt idx="2636">
                  <c:v>72.52</c:v>
                </c:pt>
                <c:pt idx="2637">
                  <c:v>57.45</c:v>
                </c:pt>
                <c:pt idx="2638">
                  <c:v>239.54</c:v>
                </c:pt>
                <c:pt idx="2639">
                  <c:v>337.53</c:v>
                </c:pt>
                <c:pt idx="2640">
                  <c:v>162.15</c:v>
                </c:pt>
                <c:pt idx="2641">
                  <c:v>131.97999999999999</c:v>
                </c:pt>
                <c:pt idx="2642">
                  <c:v>319.39</c:v>
                </c:pt>
                <c:pt idx="2643">
                  <c:v>377.94</c:v>
                </c:pt>
                <c:pt idx="2644">
                  <c:v>261.13</c:v>
                </c:pt>
                <c:pt idx="2645">
                  <c:v>169.98</c:v>
                </c:pt>
                <c:pt idx="2646">
                  <c:v>163.51</c:v>
                </c:pt>
                <c:pt idx="2647">
                  <c:v>336.18</c:v>
                </c:pt>
                <c:pt idx="2648">
                  <c:v>300.04000000000002</c:v>
                </c:pt>
                <c:pt idx="2649">
                  <c:v>260.66000000000003</c:v>
                </c:pt>
                <c:pt idx="2650">
                  <c:v>331.93</c:v>
                </c:pt>
                <c:pt idx="2651">
                  <c:v>234.75</c:v>
                </c:pt>
                <c:pt idx="2652">
                  <c:v>330.62</c:v>
                </c:pt>
                <c:pt idx="2653">
                  <c:v>280.31</c:v>
                </c:pt>
                <c:pt idx="2654">
                  <c:v>336.56</c:v>
                </c:pt>
                <c:pt idx="2655">
                  <c:v>126.82</c:v>
                </c:pt>
                <c:pt idx="2656">
                  <c:v>333.16</c:v>
                </c:pt>
                <c:pt idx="2657">
                  <c:v>169.98</c:v>
                </c:pt>
                <c:pt idx="2658">
                  <c:v>462.93</c:v>
                </c:pt>
                <c:pt idx="2659">
                  <c:v>339.96</c:v>
                </c:pt>
                <c:pt idx="2660">
                  <c:v>283.10000000000002</c:v>
                </c:pt>
                <c:pt idx="2661">
                  <c:v>346.61</c:v>
                </c:pt>
                <c:pt idx="2662">
                  <c:v>250.68</c:v>
                </c:pt>
                <c:pt idx="2663">
                  <c:v>339.96</c:v>
                </c:pt>
                <c:pt idx="2664">
                  <c:v>336.56</c:v>
                </c:pt>
                <c:pt idx="2665">
                  <c:v>236.69</c:v>
                </c:pt>
                <c:pt idx="2666">
                  <c:v>377.94</c:v>
                </c:pt>
                <c:pt idx="2667">
                  <c:v>329.95</c:v>
                </c:pt>
                <c:pt idx="2668">
                  <c:v>250.49</c:v>
                </c:pt>
                <c:pt idx="2669">
                  <c:v>265.95</c:v>
                </c:pt>
                <c:pt idx="2670">
                  <c:v>225.95</c:v>
                </c:pt>
                <c:pt idx="2671">
                  <c:v>183.95</c:v>
                </c:pt>
                <c:pt idx="2672">
                  <c:v>239.54</c:v>
                </c:pt>
                <c:pt idx="2673">
                  <c:v>339.96</c:v>
                </c:pt>
                <c:pt idx="2674">
                  <c:v>281.94</c:v>
                </c:pt>
                <c:pt idx="2675">
                  <c:v>405.93</c:v>
                </c:pt>
                <c:pt idx="2676">
                  <c:v>319.94</c:v>
                </c:pt>
                <c:pt idx="2677">
                  <c:v>339.96</c:v>
                </c:pt>
                <c:pt idx="2678">
                  <c:v>354.95</c:v>
                </c:pt>
                <c:pt idx="2679">
                  <c:v>263.95999999999998</c:v>
                </c:pt>
                <c:pt idx="2680">
                  <c:v>332.96</c:v>
                </c:pt>
                <c:pt idx="2681">
                  <c:v>84.99</c:v>
                </c:pt>
                <c:pt idx="2682">
                  <c:v>344.94</c:v>
                </c:pt>
                <c:pt idx="2683">
                  <c:v>169.98</c:v>
                </c:pt>
                <c:pt idx="2684">
                  <c:v>318.94</c:v>
                </c:pt>
                <c:pt idx="2685">
                  <c:v>346.95</c:v>
                </c:pt>
                <c:pt idx="2686">
                  <c:v>89.98</c:v>
                </c:pt>
                <c:pt idx="2687">
                  <c:v>226.95</c:v>
                </c:pt>
                <c:pt idx="2688">
                  <c:v>201.34</c:v>
                </c:pt>
                <c:pt idx="2689">
                  <c:v>309.94</c:v>
                </c:pt>
                <c:pt idx="2690">
                  <c:v>158.44999999999999</c:v>
                </c:pt>
                <c:pt idx="2691">
                  <c:v>-1.3</c:v>
                </c:pt>
                <c:pt idx="2692">
                  <c:v>324.93</c:v>
                </c:pt>
                <c:pt idx="2693">
                  <c:v>409.92</c:v>
                </c:pt>
                <c:pt idx="2694">
                  <c:v>206.96</c:v>
                </c:pt>
                <c:pt idx="2695">
                  <c:v>362.02</c:v>
                </c:pt>
                <c:pt idx="2696">
                  <c:v>277.93</c:v>
                </c:pt>
                <c:pt idx="2697">
                  <c:v>206.96</c:v>
                </c:pt>
                <c:pt idx="2698">
                  <c:v>211.94</c:v>
                </c:pt>
                <c:pt idx="2699">
                  <c:v>192.96</c:v>
                </c:pt>
                <c:pt idx="2700">
                  <c:v>198.95</c:v>
                </c:pt>
                <c:pt idx="2701">
                  <c:v>201.94</c:v>
                </c:pt>
                <c:pt idx="2702">
                  <c:v>393.93</c:v>
                </c:pt>
                <c:pt idx="2703">
                  <c:v>51.29</c:v>
                </c:pt>
                <c:pt idx="2704">
                  <c:v>358.95</c:v>
                </c:pt>
                <c:pt idx="2705">
                  <c:v>211.94</c:v>
                </c:pt>
                <c:pt idx="2706">
                  <c:v>186.26</c:v>
                </c:pt>
                <c:pt idx="2707">
                  <c:v>51.48</c:v>
                </c:pt>
                <c:pt idx="2708">
                  <c:v>123.97</c:v>
                </c:pt>
                <c:pt idx="2709">
                  <c:v>137.97999999999999</c:v>
                </c:pt>
                <c:pt idx="2710">
                  <c:v>118.95</c:v>
                </c:pt>
                <c:pt idx="2711">
                  <c:v>137.97999999999999</c:v>
                </c:pt>
                <c:pt idx="2712">
                  <c:v>137.97999999999999</c:v>
                </c:pt>
                <c:pt idx="2713">
                  <c:v>139.97999999999999</c:v>
                </c:pt>
                <c:pt idx="2714">
                  <c:v>80.180000000000007</c:v>
                </c:pt>
                <c:pt idx="2715">
                  <c:v>195.96</c:v>
                </c:pt>
                <c:pt idx="2716">
                  <c:v>137.97999999999999</c:v>
                </c:pt>
                <c:pt idx="2717">
                  <c:v>141.97999999999999</c:v>
                </c:pt>
                <c:pt idx="2718">
                  <c:v>107.97</c:v>
                </c:pt>
                <c:pt idx="2719">
                  <c:v>209.93</c:v>
                </c:pt>
                <c:pt idx="2720">
                  <c:v>169.98</c:v>
                </c:pt>
                <c:pt idx="2721">
                  <c:v>94.17</c:v>
                </c:pt>
                <c:pt idx="2722">
                  <c:v>141.29</c:v>
                </c:pt>
                <c:pt idx="2723">
                  <c:v>121.97</c:v>
                </c:pt>
                <c:pt idx="2724">
                  <c:v>126.03</c:v>
                </c:pt>
                <c:pt idx="2725">
                  <c:v>57.97</c:v>
                </c:pt>
                <c:pt idx="2726">
                  <c:v>152.97</c:v>
                </c:pt>
                <c:pt idx="2727">
                  <c:v>151.78</c:v>
                </c:pt>
                <c:pt idx="2728">
                  <c:v>186.27</c:v>
                </c:pt>
                <c:pt idx="2729">
                  <c:v>64.98</c:v>
                </c:pt>
                <c:pt idx="2730">
                  <c:v>142.96</c:v>
                </c:pt>
                <c:pt idx="2731">
                  <c:v>152.97</c:v>
                </c:pt>
                <c:pt idx="2732">
                  <c:v>154.97</c:v>
                </c:pt>
                <c:pt idx="2733">
                  <c:v>145.94999999999999</c:v>
                </c:pt>
                <c:pt idx="2734">
                  <c:v>217.04</c:v>
                </c:pt>
                <c:pt idx="2735">
                  <c:v>140.97</c:v>
                </c:pt>
                <c:pt idx="2736">
                  <c:v>139.97999999999999</c:v>
                </c:pt>
                <c:pt idx="2737">
                  <c:v>187.96</c:v>
                </c:pt>
                <c:pt idx="2738">
                  <c:v>155.94999999999999</c:v>
                </c:pt>
                <c:pt idx="2739">
                  <c:v>187.96</c:v>
                </c:pt>
                <c:pt idx="2740">
                  <c:v>187.96</c:v>
                </c:pt>
                <c:pt idx="2741">
                  <c:v>187.96</c:v>
                </c:pt>
                <c:pt idx="2742">
                  <c:v>159.97999999999999</c:v>
                </c:pt>
                <c:pt idx="2743">
                  <c:v>180.44</c:v>
                </c:pt>
                <c:pt idx="2744">
                  <c:v>183.97</c:v>
                </c:pt>
                <c:pt idx="2745">
                  <c:v>164.09</c:v>
                </c:pt>
                <c:pt idx="2746">
                  <c:v>156.12</c:v>
                </c:pt>
                <c:pt idx="2747">
                  <c:v>139.96</c:v>
                </c:pt>
                <c:pt idx="2748">
                  <c:v>159.97999999999999</c:v>
                </c:pt>
                <c:pt idx="2749">
                  <c:v>251.94</c:v>
                </c:pt>
                <c:pt idx="2750">
                  <c:v>142.86000000000001</c:v>
                </c:pt>
                <c:pt idx="2751">
                  <c:v>159.97999999999999</c:v>
                </c:pt>
                <c:pt idx="2752">
                  <c:v>267.95</c:v>
                </c:pt>
                <c:pt idx="2753">
                  <c:v>187.96</c:v>
                </c:pt>
                <c:pt idx="2754">
                  <c:v>159.97999999999999</c:v>
                </c:pt>
                <c:pt idx="2755">
                  <c:v>183.97</c:v>
                </c:pt>
                <c:pt idx="2756">
                  <c:v>112.97</c:v>
                </c:pt>
                <c:pt idx="2757">
                  <c:v>251.94</c:v>
                </c:pt>
                <c:pt idx="2758">
                  <c:v>58.98</c:v>
                </c:pt>
                <c:pt idx="2759">
                  <c:v>195.95</c:v>
                </c:pt>
                <c:pt idx="2760">
                  <c:v>139.96</c:v>
                </c:pt>
                <c:pt idx="2761">
                  <c:v>219.96</c:v>
                </c:pt>
                <c:pt idx="2762">
                  <c:v>179.96</c:v>
                </c:pt>
                <c:pt idx="2763">
                  <c:v>129.97999999999999</c:v>
                </c:pt>
                <c:pt idx="2764">
                  <c:v>251.94</c:v>
                </c:pt>
                <c:pt idx="2765">
                  <c:v>189.23</c:v>
                </c:pt>
                <c:pt idx="2766">
                  <c:v>151.72</c:v>
                </c:pt>
                <c:pt idx="2767">
                  <c:v>195.95</c:v>
                </c:pt>
                <c:pt idx="2768">
                  <c:v>316.95</c:v>
                </c:pt>
                <c:pt idx="2769">
                  <c:v>301.95999999999998</c:v>
                </c:pt>
                <c:pt idx="2770">
                  <c:v>79.98</c:v>
                </c:pt>
                <c:pt idx="2771">
                  <c:v>181.97</c:v>
                </c:pt>
                <c:pt idx="2772">
                  <c:v>137.97999999999999</c:v>
                </c:pt>
                <c:pt idx="2773">
                  <c:v>79.27</c:v>
                </c:pt>
                <c:pt idx="2774">
                  <c:v>149.97</c:v>
                </c:pt>
                <c:pt idx="2775">
                  <c:v>44.99</c:v>
                </c:pt>
                <c:pt idx="2776">
                  <c:v>173.93</c:v>
                </c:pt>
                <c:pt idx="2777">
                  <c:v>135.97</c:v>
                </c:pt>
                <c:pt idx="2778">
                  <c:v>213.85</c:v>
                </c:pt>
                <c:pt idx="2779">
                  <c:v>120.98</c:v>
                </c:pt>
                <c:pt idx="2780">
                  <c:v>73.989999999999995</c:v>
                </c:pt>
                <c:pt idx="2781">
                  <c:v>169.98</c:v>
                </c:pt>
                <c:pt idx="2782">
                  <c:v>149.96</c:v>
                </c:pt>
                <c:pt idx="2783">
                  <c:v>168.97</c:v>
                </c:pt>
                <c:pt idx="2784">
                  <c:v>137.97999999999999</c:v>
                </c:pt>
                <c:pt idx="2785">
                  <c:v>50.52</c:v>
                </c:pt>
                <c:pt idx="2786">
                  <c:v>134.97999999999999</c:v>
                </c:pt>
                <c:pt idx="2787">
                  <c:v>88.98</c:v>
                </c:pt>
                <c:pt idx="2788">
                  <c:v>150.18</c:v>
                </c:pt>
                <c:pt idx="2789">
                  <c:v>129.96</c:v>
                </c:pt>
                <c:pt idx="2790">
                  <c:v>288.82</c:v>
                </c:pt>
                <c:pt idx="2791">
                  <c:v>79.97</c:v>
                </c:pt>
                <c:pt idx="2792">
                  <c:v>144.47999999999999</c:v>
                </c:pt>
                <c:pt idx="2793">
                  <c:v>169.98</c:v>
                </c:pt>
                <c:pt idx="2794">
                  <c:v>186.97</c:v>
                </c:pt>
                <c:pt idx="2795">
                  <c:v>169.98</c:v>
                </c:pt>
                <c:pt idx="2796">
                  <c:v>158.97999999999999</c:v>
                </c:pt>
                <c:pt idx="2797">
                  <c:v>185.97</c:v>
                </c:pt>
                <c:pt idx="2798">
                  <c:v>169.98</c:v>
                </c:pt>
                <c:pt idx="2799">
                  <c:v>169.98</c:v>
                </c:pt>
                <c:pt idx="2800">
                  <c:v>117.97</c:v>
                </c:pt>
                <c:pt idx="2801">
                  <c:v>169.98</c:v>
                </c:pt>
                <c:pt idx="2802">
                  <c:v>169.98</c:v>
                </c:pt>
                <c:pt idx="2803">
                  <c:v>197.97</c:v>
                </c:pt>
                <c:pt idx="2804">
                  <c:v>162.96</c:v>
                </c:pt>
                <c:pt idx="2805">
                  <c:v>169.98</c:v>
                </c:pt>
                <c:pt idx="2806">
                  <c:v>127.44</c:v>
                </c:pt>
                <c:pt idx="2807">
                  <c:v>169.98</c:v>
                </c:pt>
                <c:pt idx="2808">
                  <c:v>172.97</c:v>
                </c:pt>
                <c:pt idx="2809">
                  <c:v>181.97</c:v>
                </c:pt>
                <c:pt idx="2810">
                  <c:v>166.97</c:v>
                </c:pt>
                <c:pt idx="2811">
                  <c:v>169.98</c:v>
                </c:pt>
                <c:pt idx="2812">
                  <c:v>254.96</c:v>
                </c:pt>
                <c:pt idx="2813">
                  <c:v>169.98</c:v>
                </c:pt>
                <c:pt idx="2814">
                  <c:v>134.77000000000001</c:v>
                </c:pt>
                <c:pt idx="2815">
                  <c:v>169.98</c:v>
                </c:pt>
                <c:pt idx="2816">
                  <c:v>229.96</c:v>
                </c:pt>
                <c:pt idx="2817">
                  <c:v>199.97</c:v>
                </c:pt>
                <c:pt idx="2818">
                  <c:v>169.98</c:v>
                </c:pt>
                <c:pt idx="2819">
                  <c:v>284.95</c:v>
                </c:pt>
                <c:pt idx="2820">
                  <c:v>169.98</c:v>
                </c:pt>
                <c:pt idx="2821">
                  <c:v>153.97999999999999</c:v>
                </c:pt>
                <c:pt idx="2822">
                  <c:v>147.97</c:v>
                </c:pt>
                <c:pt idx="2823">
                  <c:v>208.29</c:v>
                </c:pt>
                <c:pt idx="2824">
                  <c:v>297.43</c:v>
                </c:pt>
                <c:pt idx="2825">
                  <c:v>322.95999999999998</c:v>
                </c:pt>
                <c:pt idx="2826">
                  <c:v>206.25</c:v>
                </c:pt>
                <c:pt idx="2827">
                  <c:v>232.25</c:v>
                </c:pt>
                <c:pt idx="2828">
                  <c:v>296.73</c:v>
                </c:pt>
                <c:pt idx="2829">
                  <c:v>160.53</c:v>
                </c:pt>
                <c:pt idx="2830">
                  <c:v>255.24</c:v>
                </c:pt>
                <c:pt idx="2831">
                  <c:v>249.59</c:v>
                </c:pt>
                <c:pt idx="2832">
                  <c:v>301.19</c:v>
                </c:pt>
                <c:pt idx="2833">
                  <c:v>208.05</c:v>
                </c:pt>
                <c:pt idx="2834">
                  <c:v>264.92</c:v>
                </c:pt>
                <c:pt idx="2835">
                  <c:v>347.19</c:v>
                </c:pt>
                <c:pt idx="2836">
                  <c:v>254.03</c:v>
                </c:pt>
                <c:pt idx="2837">
                  <c:v>439.94</c:v>
                </c:pt>
                <c:pt idx="2838">
                  <c:v>133.91</c:v>
                </c:pt>
                <c:pt idx="2839">
                  <c:v>311.56</c:v>
                </c:pt>
                <c:pt idx="2840">
                  <c:v>254.67</c:v>
                </c:pt>
                <c:pt idx="2841">
                  <c:v>87.47</c:v>
                </c:pt>
                <c:pt idx="2842">
                  <c:v>211.96</c:v>
                </c:pt>
                <c:pt idx="2843">
                  <c:v>226.45</c:v>
                </c:pt>
                <c:pt idx="2844">
                  <c:v>73.08</c:v>
                </c:pt>
                <c:pt idx="2845">
                  <c:v>409.66</c:v>
                </c:pt>
                <c:pt idx="2846">
                  <c:v>395.81</c:v>
                </c:pt>
                <c:pt idx="2847">
                  <c:v>49.58</c:v>
                </c:pt>
                <c:pt idx="2848">
                  <c:v>99.97</c:v>
                </c:pt>
                <c:pt idx="2849">
                  <c:v>65.989999999999995</c:v>
                </c:pt>
                <c:pt idx="2850">
                  <c:v>173.97</c:v>
                </c:pt>
                <c:pt idx="2851">
                  <c:v>292.85000000000002</c:v>
                </c:pt>
                <c:pt idx="2852">
                  <c:v>336.84</c:v>
                </c:pt>
                <c:pt idx="2853">
                  <c:v>424.95</c:v>
                </c:pt>
                <c:pt idx="2854">
                  <c:v>339.96</c:v>
                </c:pt>
                <c:pt idx="2855">
                  <c:v>80.98</c:v>
                </c:pt>
                <c:pt idx="2856">
                  <c:v>69.989999999999995</c:v>
                </c:pt>
                <c:pt idx="2857">
                  <c:v>85.98</c:v>
                </c:pt>
                <c:pt idx="2858">
                  <c:v>328.05</c:v>
                </c:pt>
                <c:pt idx="2859">
                  <c:v>382.46</c:v>
                </c:pt>
                <c:pt idx="2860">
                  <c:v>339.96</c:v>
                </c:pt>
                <c:pt idx="2861">
                  <c:v>424.95</c:v>
                </c:pt>
                <c:pt idx="2862">
                  <c:v>339.96</c:v>
                </c:pt>
                <c:pt idx="2863">
                  <c:v>154.97999999999999</c:v>
                </c:pt>
                <c:pt idx="2864">
                  <c:v>424.95</c:v>
                </c:pt>
                <c:pt idx="2865">
                  <c:v>370.94</c:v>
                </c:pt>
                <c:pt idx="2866">
                  <c:v>424.95</c:v>
                </c:pt>
                <c:pt idx="2867">
                  <c:v>424.95</c:v>
                </c:pt>
                <c:pt idx="2868">
                  <c:v>424.95</c:v>
                </c:pt>
                <c:pt idx="2869">
                  <c:v>329.95</c:v>
                </c:pt>
                <c:pt idx="2870">
                  <c:v>68.98</c:v>
                </c:pt>
                <c:pt idx="2871">
                  <c:v>399.95</c:v>
                </c:pt>
                <c:pt idx="2872">
                  <c:v>424.95</c:v>
                </c:pt>
                <c:pt idx="2873">
                  <c:v>30.93</c:v>
                </c:pt>
                <c:pt idx="2874">
                  <c:v>150.76</c:v>
                </c:pt>
                <c:pt idx="2875">
                  <c:v>424.95</c:v>
                </c:pt>
                <c:pt idx="2876">
                  <c:v>332.96</c:v>
                </c:pt>
                <c:pt idx="2877">
                  <c:v>219.88</c:v>
                </c:pt>
                <c:pt idx="2878">
                  <c:v>254.22</c:v>
                </c:pt>
                <c:pt idx="2879">
                  <c:v>124.58</c:v>
                </c:pt>
                <c:pt idx="2880">
                  <c:v>273.39999999999998</c:v>
                </c:pt>
                <c:pt idx="2881">
                  <c:v>162.08000000000001</c:v>
                </c:pt>
                <c:pt idx="2882">
                  <c:v>270.66000000000003</c:v>
                </c:pt>
                <c:pt idx="2883">
                  <c:v>256.47000000000003</c:v>
                </c:pt>
                <c:pt idx="2884">
                  <c:v>270.02999999999997</c:v>
                </c:pt>
                <c:pt idx="2885">
                  <c:v>323.7</c:v>
                </c:pt>
                <c:pt idx="2886">
                  <c:v>273.39999999999998</c:v>
                </c:pt>
                <c:pt idx="2887">
                  <c:v>253.74</c:v>
                </c:pt>
                <c:pt idx="2888">
                  <c:v>226.22</c:v>
                </c:pt>
                <c:pt idx="2889">
                  <c:v>253.91</c:v>
                </c:pt>
                <c:pt idx="2890">
                  <c:v>286.70999999999998</c:v>
                </c:pt>
                <c:pt idx="2891">
                  <c:v>244.28</c:v>
                </c:pt>
                <c:pt idx="2892">
                  <c:v>465.1</c:v>
                </c:pt>
                <c:pt idx="2893">
                  <c:v>65.989999999999995</c:v>
                </c:pt>
                <c:pt idx="2894">
                  <c:v>450.58</c:v>
                </c:pt>
                <c:pt idx="2895">
                  <c:v>15.3</c:v>
                </c:pt>
                <c:pt idx="2896">
                  <c:v>451.11</c:v>
                </c:pt>
                <c:pt idx="2897">
                  <c:v>467.45</c:v>
                </c:pt>
                <c:pt idx="2898">
                  <c:v>280.14999999999998</c:v>
                </c:pt>
                <c:pt idx="2899">
                  <c:v>302.67</c:v>
                </c:pt>
                <c:pt idx="2900">
                  <c:v>505.75</c:v>
                </c:pt>
                <c:pt idx="2901">
                  <c:v>281.55</c:v>
                </c:pt>
                <c:pt idx="2902">
                  <c:v>383.95</c:v>
                </c:pt>
                <c:pt idx="2903">
                  <c:v>337.11</c:v>
                </c:pt>
                <c:pt idx="2904">
                  <c:v>346.54</c:v>
                </c:pt>
                <c:pt idx="2905">
                  <c:v>231.96</c:v>
                </c:pt>
                <c:pt idx="2906">
                  <c:v>197.97</c:v>
                </c:pt>
                <c:pt idx="2907">
                  <c:v>377.83</c:v>
                </c:pt>
                <c:pt idx="2908">
                  <c:v>338.88</c:v>
                </c:pt>
                <c:pt idx="2909">
                  <c:v>172.97</c:v>
                </c:pt>
                <c:pt idx="2910">
                  <c:v>305.95999999999998</c:v>
                </c:pt>
                <c:pt idx="2911">
                  <c:v>335.8</c:v>
                </c:pt>
                <c:pt idx="2912">
                  <c:v>296.95999999999998</c:v>
                </c:pt>
                <c:pt idx="2913">
                  <c:v>339.96</c:v>
                </c:pt>
                <c:pt idx="2914">
                  <c:v>381.94</c:v>
                </c:pt>
                <c:pt idx="2915">
                  <c:v>193.65</c:v>
                </c:pt>
                <c:pt idx="2916">
                  <c:v>181.97</c:v>
                </c:pt>
                <c:pt idx="2917">
                  <c:v>254.97</c:v>
                </c:pt>
                <c:pt idx="2918">
                  <c:v>237.46</c:v>
                </c:pt>
                <c:pt idx="2919">
                  <c:v>258.45999999999998</c:v>
                </c:pt>
                <c:pt idx="2920">
                  <c:v>308.93</c:v>
                </c:pt>
                <c:pt idx="2921">
                  <c:v>273.33999999999997</c:v>
                </c:pt>
                <c:pt idx="2922">
                  <c:v>249.66</c:v>
                </c:pt>
                <c:pt idx="2923">
                  <c:v>102.07</c:v>
                </c:pt>
                <c:pt idx="2924">
                  <c:v>275.95999999999998</c:v>
                </c:pt>
                <c:pt idx="2925">
                  <c:v>51.96</c:v>
                </c:pt>
                <c:pt idx="2926">
                  <c:v>290.95999999999998</c:v>
                </c:pt>
                <c:pt idx="2927">
                  <c:v>336.56</c:v>
                </c:pt>
                <c:pt idx="2928">
                  <c:v>377.95</c:v>
                </c:pt>
                <c:pt idx="2929">
                  <c:v>210.9</c:v>
                </c:pt>
                <c:pt idx="2930">
                  <c:v>435.77</c:v>
                </c:pt>
                <c:pt idx="2931">
                  <c:v>331.59</c:v>
                </c:pt>
                <c:pt idx="2932">
                  <c:v>126.13</c:v>
                </c:pt>
                <c:pt idx="2933">
                  <c:v>199.96</c:v>
                </c:pt>
                <c:pt idx="2934">
                  <c:v>197.97</c:v>
                </c:pt>
                <c:pt idx="2935">
                  <c:v>299.63</c:v>
                </c:pt>
                <c:pt idx="2936">
                  <c:v>183.97</c:v>
                </c:pt>
                <c:pt idx="2937">
                  <c:v>249.95</c:v>
                </c:pt>
                <c:pt idx="2938">
                  <c:v>254.97</c:v>
                </c:pt>
                <c:pt idx="2939">
                  <c:v>-75.94</c:v>
                </c:pt>
                <c:pt idx="2940">
                  <c:v>197.97</c:v>
                </c:pt>
                <c:pt idx="2941">
                  <c:v>227.96</c:v>
                </c:pt>
                <c:pt idx="2942">
                  <c:v>254.97</c:v>
                </c:pt>
                <c:pt idx="2943">
                  <c:v>214.95</c:v>
                </c:pt>
                <c:pt idx="2944">
                  <c:v>227.95</c:v>
                </c:pt>
                <c:pt idx="2945">
                  <c:v>211.96</c:v>
                </c:pt>
                <c:pt idx="2946">
                  <c:v>278.77</c:v>
                </c:pt>
                <c:pt idx="2947">
                  <c:v>923.86</c:v>
                </c:pt>
                <c:pt idx="2948">
                  <c:v>442.88</c:v>
                </c:pt>
                <c:pt idx="2949">
                  <c:v>329.95</c:v>
                </c:pt>
                <c:pt idx="2950">
                  <c:v>252.92</c:v>
                </c:pt>
                <c:pt idx="2951">
                  <c:v>282.93</c:v>
                </c:pt>
                <c:pt idx="2952">
                  <c:v>119.16</c:v>
                </c:pt>
                <c:pt idx="2953">
                  <c:v>520.91</c:v>
                </c:pt>
                <c:pt idx="2954">
                  <c:v>398.94</c:v>
                </c:pt>
                <c:pt idx="2955">
                  <c:v>197.97</c:v>
                </c:pt>
                <c:pt idx="2956">
                  <c:v>398.94</c:v>
                </c:pt>
                <c:pt idx="2957">
                  <c:v>121.98</c:v>
                </c:pt>
                <c:pt idx="2958">
                  <c:v>527.91999999999996</c:v>
                </c:pt>
                <c:pt idx="2959">
                  <c:v>238.96</c:v>
                </c:pt>
                <c:pt idx="2960">
                  <c:v>179.95</c:v>
                </c:pt>
                <c:pt idx="2961">
                  <c:v>571.33000000000004</c:v>
                </c:pt>
                <c:pt idx="2962">
                  <c:v>553.85</c:v>
                </c:pt>
                <c:pt idx="2963">
                  <c:v>323.77999999999997</c:v>
                </c:pt>
                <c:pt idx="2964">
                  <c:v>379.42</c:v>
                </c:pt>
                <c:pt idx="2965">
                  <c:v>445.41</c:v>
                </c:pt>
                <c:pt idx="2966">
                  <c:v>131.97999999999999</c:v>
                </c:pt>
                <c:pt idx="2967">
                  <c:v>110.98</c:v>
                </c:pt>
                <c:pt idx="2968">
                  <c:v>169.98</c:v>
                </c:pt>
                <c:pt idx="2969">
                  <c:v>54.98</c:v>
                </c:pt>
                <c:pt idx="2970">
                  <c:v>84.99</c:v>
                </c:pt>
                <c:pt idx="2971">
                  <c:v>84.99</c:v>
                </c:pt>
                <c:pt idx="2972">
                  <c:v>84.99</c:v>
                </c:pt>
                <c:pt idx="2973">
                  <c:v>77.69</c:v>
                </c:pt>
                <c:pt idx="2974">
                  <c:v>84.99</c:v>
                </c:pt>
                <c:pt idx="2975">
                  <c:v>84.99</c:v>
                </c:pt>
                <c:pt idx="2976">
                  <c:v>84.99</c:v>
                </c:pt>
                <c:pt idx="2977">
                  <c:v>63.8</c:v>
                </c:pt>
                <c:pt idx="2978">
                  <c:v>134.97999999999999</c:v>
                </c:pt>
                <c:pt idx="2979">
                  <c:v>84.99</c:v>
                </c:pt>
                <c:pt idx="2980">
                  <c:v>177.97</c:v>
                </c:pt>
                <c:pt idx="2981">
                  <c:v>84.99</c:v>
                </c:pt>
                <c:pt idx="2982">
                  <c:v>87.97</c:v>
                </c:pt>
                <c:pt idx="2983">
                  <c:v>84.99</c:v>
                </c:pt>
                <c:pt idx="2984">
                  <c:v>171.97</c:v>
                </c:pt>
                <c:pt idx="2985">
                  <c:v>99.98</c:v>
                </c:pt>
                <c:pt idx="2986">
                  <c:v>84.99</c:v>
                </c:pt>
                <c:pt idx="2987">
                  <c:v>169.98</c:v>
                </c:pt>
                <c:pt idx="2988">
                  <c:v>169.98</c:v>
                </c:pt>
                <c:pt idx="2989">
                  <c:v>169.98</c:v>
                </c:pt>
                <c:pt idx="2990">
                  <c:v>84.99</c:v>
                </c:pt>
                <c:pt idx="2991">
                  <c:v>84.99</c:v>
                </c:pt>
                <c:pt idx="2992">
                  <c:v>211.96</c:v>
                </c:pt>
                <c:pt idx="2993">
                  <c:v>94.98</c:v>
                </c:pt>
                <c:pt idx="2994">
                  <c:v>57.98</c:v>
                </c:pt>
                <c:pt idx="2995">
                  <c:v>84.99</c:v>
                </c:pt>
                <c:pt idx="2996">
                  <c:v>84.99</c:v>
                </c:pt>
                <c:pt idx="2997">
                  <c:v>84.99</c:v>
                </c:pt>
                <c:pt idx="2998">
                  <c:v>84.99</c:v>
                </c:pt>
                <c:pt idx="2999">
                  <c:v>84.99</c:v>
                </c:pt>
                <c:pt idx="3000">
                  <c:v>169.98</c:v>
                </c:pt>
                <c:pt idx="3001">
                  <c:v>74.98</c:v>
                </c:pt>
                <c:pt idx="3002">
                  <c:v>149.61000000000001</c:v>
                </c:pt>
                <c:pt idx="3003">
                  <c:v>497.93</c:v>
                </c:pt>
                <c:pt idx="3004">
                  <c:v>378.53</c:v>
                </c:pt>
                <c:pt idx="3005">
                  <c:v>395.94</c:v>
                </c:pt>
                <c:pt idx="3006">
                  <c:v>254.97</c:v>
                </c:pt>
                <c:pt idx="3007">
                  <c:v>523.92999999999995</c:v>
                </c:pt>
                <c:pt idx="3008">
                  <c:v>474.94</c:v>
                </c:pt>
                <c:pt idx="3009">
                  <c:v>514.92999999999995</c:v>
                </c:pt>
                <c:pt idx="3010">
                  <c:v>493.94</c:v>
                </c:pt>
                <c:pt idx="3011">
                  <c:v>311.93</c:v>
                </c:pt>
                <c:pt idx="3012">
                  <c:v>486.43</c:v>
                </c:pt>
                <c:pt idx="3013">
                  <c:v>338.92</c:v>
                </c:pt>
                <c:pt idx="3014">
                  <c:v>405.92</c:v>
                </c:pt>
                <c:pt idx="3015">
                  <c:v>403.94</c:v>
                </c:pt>
                <c:pt idx="3016">
                  <c:v>169.98</c:v>
                </c:pt>
                <c:pt idx="3017">
                  <c:v>169.98</c:v>
                </c:pt>
                <c:pt idx="3018">
                  <c:v>199.96</c:v>
                </c:pt>
                <c:pt idx="3019">
                  <c:v>144.47999999999999</c:v>
                </c:pt>
                <c:pt idx="3020">
                  <c:v>159.96</c:v>
                </c:pt>
                <c:pt idx="3021">
                  <c:v>131.97999999999999</c:v>
                </c:pt>
                <c:pt idx="3022">
                  <c:v>134.97</c:v>
                </c:pt>
                <c:pt idx="3023">
                  <c:v>254.97</c:v>
                </c:pt>
                <c:pt idx="3024">
                  <c:v>131.97999999999999</c:v>
                </c:pt>
                <c:pt idx="3025">
                  <c:v>172.97</c:v>
                </c:pt>
                <c:pt idx="3026">
                  <c:v>131.97999999999999</c:v>
                </c:pt>
                <c:pt idx="3027">
                  <c:v>126.38</c:v>
                </c:pt>
                <c:pt idx="3028">
                  <c:v>169.98</c:v>
                </c:pt>
                <c:pt idx="3029">
                  <c:v>263.95999999999998</c:v>
                </c:pt>
                <c:pt idx="3030">
                  <c:v>91.97</c:v>
                </c:pt>
                <c:pt idx="3031">
                  <c:v>178.17</c:v>
                </c:pt>
                <c:pt idx="3032">
                  <c:v>83.4</c:v>
                </c:pt>
                <c:pt idx="3033">
                  <c:v>223.35</c:v>
                </c:pt>
                <c:pt idx="3034">
                  <c:v>203.16</c:v>
                </c:pt>
                <c:pt idx="3035">
                  <c:v>246.48</c:v>
                </c:pt>
                <c:pt idx="3036">
                  <c:v>209.93</c:v>
                </c:pt>
                <c:pt idx="3037">
                  <c:v>325.43</c:v>
                </c:pt>
                <c:pt idx="3038">
                  <c:v>233.03</c:v>
                </c:pt>
                <c:pt idx="3039">
                  <c:v>211.96</c:v>
                </c:pt>
                <c:pt idx="3040">
                  <c:v>-211.96</c:v>
                </c:pt>
                <c:pt idx="3041">
                  <c:v>211.96</c:v>
                </c:pt>
                <c:pt idx="3042">
                  <c:v>215.94</c:v>
                </c:pt>
                <c:pt idx="3043">
                  <c:v>170.61</c:v>
                </c:pt>
                <c:pt idx="3044">
                  <c:v>139.26</c:v>
                </c:pt>
                <c:pt idx="3045">
                  <c:v>263.95999999999998</c:v>
                </c:pt>
                <c:pt idx="3046">
                  <c:v>75.67</c:v>
                </c:pt>
                <c:pt idx="3047">
                  <c:v>311.44</c:v>
                </c:pt>
                <c:pt idx="3048">
                  <c:v>131.97999999999999</c:v>
                </c:pt>
                <c:pt idx="3049">
                  <c:v>185.96</c:v>
                </c:pt>
                <c:pt idx="3050">
                  <c:v>263.95999999999998</c:v>
                </c:pt>
                <c:pt idx="3051">
                  <c:v>84.98</c:v>
                </c:pt>
                <c:pt idx="3052">
                  <c:v>156.69999999999999</c:v>
                </c:pt>
                <c:pt idx="3053">
                  <c:v>248.51</c:v>
                </c:pt>
                <c:pt idx="3054">
                  <c:v>238.96</c:v>
                </c:pt>
                <c:pt idx="3055">
                  <c:v>616.85</c:v>
                </c:pt>
                <c:pt idx="3056">
                  <c:v>255.97</c:v>
                </c:pt>
                <c:pt idx="3057">
                  <c:v>339.96</c:v>
                </c:pt>
                <c:pt idx="3058">
                  <c:v>59.99</c:v>
                </c:pt>
                <c:pt idx="3059">
                  <c:v>272.95</c:v>
                </c:pt>
                <c:pt idx="3060">
                  <c:v>263.95999999999998</c:v>
                </c:pt>
                <c:pt idx="3061">
                  <c:v>339.96</c:v>
                </c:pt>
                <c:pt idx="3062">
                  <c:v>78.95</c:v>
                </c:pt>
                <c:pt idx="3063">
                  <c:v>309.42</c:v>
                </c:pt>
                <c:pt idx="3064">
                  <c:v>335.95</c:v>
                </c:pt>
                <c:pt idx="3065">
                  <c:v>725.9</c:v>
                </c:pt>
                <c:pt idx="3066">
                  <c:v>319.95999999999998</c:v>
                </c:pt>
                <c:pt idx="3067">
                  <c:v>254.97</c:v>
                </c:pt>
                <c:pt idx="3068">
                  <c:v>238.97</c:v>
                </c:pt>
                <c:pt idx="3069">
                  <c:v>254.97</c:v>
                </c:pt>
                <c:pt idx="3070">
                  <c:v>304.95999999999998</c:v>
                </c:pt>
                <c:pt idx="3071">
                  <c:v>320.93</c:v>
                </c:pt>
                <c:pt idx="3072">
                  <c:v>287.36</c:v>
                </c:pt>
                <c:pt idx="3073">
                  <c:v>149.96</c:v>
                </c:pt>
                <c:pt idx="3074">
                  <c:v>49.99</c:v>
                </c:pt>
                <c:pt idx="3075">
                  <c:v>237.56</c:v>
                </c:pt>
                <c:pt idx="3076">
                  <c:v>263.95999999999998</c:v>
                </c:pt>
                <c:pt idx="3077">
                  <c:v>326.93</c:v>
                </c:pt>
                <c:pt idx="3078">
                  <c:v>507.92</c:v>
                </c:pt>
                <c:pt idx="3079">
                  <c:v>149.97</c:v>
                </c:pt>
                <c:pt idx="3080">
                  <c:v>456.92</c:v>
                </c:pt>
                <c:pt idx="3081">
                  <c:v>144.94999999999999</c:v>
                </c:pt>
                <c:pt idx="3082">
                  <c:v>391.85</c:v>
                </c:pt>
                <c:pt idx="3083">
                  <c:v>253.95</c:v>
                </c:pt>
                <c:pt idx="3084">
                  <c:v>254.97</c:v>
                </c:pt>
                <c:pt idx="3085">
                  <c:v>179.73</c:v>
                </c:pt>
                <c:pt idx="3086">
                  <c:v>441.92</c:v>
                </c:pt>
                <c:pt idx="3087">
                  <c:v>224.97</c:v>
                </c:pt>
                <c:pt idx="3088">
                  <c:v>183.97</c:v>
                </c:pt>
                <c:pt idx="3089">
                  <c:v>299.94</c:v>
                </c:pt>
                <c:pt idx="3090">
                  <c:v>291</c:v>
                </c:pt>
                <c:pt idx="3091">
                  <c:v>216.72</c:v>
                </c:pt>
                <c:pt idx="3092">
                  <c:v>225.94</c:v>
                </c:pt>
                <c:pt idx="3093">
                  <c:v>388.54</c:v>
                </c:pt>
                <c:pt idx="3094">
                  <c:v>296.94</c:v>
                </c:pt>
                <c:pt idx="3095">
                  <c:v>240.3</c:v>
                </c:pt>
                <c:pt idx="3096">
                  <c:v>278.95</c:v>
                </c:pt>
                <c:pt idx="3097">
                  <c:v>284.72000000000003</c:v>
                </c:pt>
                <c:pt idx="3098">
                  <c:v>271.94</c:v>
                </c:pt>
                <c:pt idx="3099">
                  <c:v>131.97999999999999</c:v>
                </c:pt>
                <c:pt idx="3100">
                  <c:v>119.34</c:v>
                </c:pt>
                <c:pt idx="3101">
                  <c:v>131.97999999999999</c:v>
                </c:pt>
                <c:pt idx="3102">
                  <c:v>131.97999999999999</c:v>
                </c:pt>
                <c:pt idx="3103">
                  <c:v>126.7</c:v>
                </c:pt>
                <c:pt idx="3104">
                  <c:v>131.97999999999999</c:v>
                </c:pt>
                <c:pt idx="3105">
                  <c:v>128.86000000000001</c:v>
                </c:pt>
                <c:pt idx="3106">
                  <c:v>131.97999999999999</c:v>
                </c:pt>
                <c:pt idx="3107">
                  <c:v>121.98</c:v>
                </c:pt>
                <c:pt idx="3108">
                  <c:v>129.34</c:v>
                </c:pt>
                <c:pt idx="3109">
                  <c:v>95.94</c:v>
                </c:pt>
                <c:pt idx="3110">
                  <c:v>169.98</c:v>
                </c:pt>
                <c:pt idx="3111">
                  <c:v>121.96</c:v>
                </c:pt>
                <c:pt idx="3112">
                  <c:v>256.39999999999998</c:v>
                </c:pt>
                <c:pt idx="3113">
                  <c:v>126.7</c:v>
                </c:pt>
                <c:pt idx="3114">
                  <c:v>147.97</c:v>
                </c:pt>
                <c:pt idx="3115">
                  <c:v>179.95</c:v>
                </c:pt>
                <c:pt idx="3116">
                  <c:v>131.97999999999999</c:v>
                </c:pt>
                <c:pt idx="3117">
                  <c:v>131.97999999999999</c:v>
                </c:pt>
                <c:pt idx="3118">
                  <c:v>131.97999999999999</c:v>
                </c:pt>
                <c:pt idx="3119">
                  <c:v>80.959999999999994</c:v>
                </c:pt>
                <c:pt idx="3120">
                  <c:v>131.97999999999999</c:v>
                </c:pt>
                <c:pt idx="3121">
                  <c:v>163.96</c:v>
                </c:pt>
                <c:pt idx="3122">
                  <c:v>131.97999999999999</c:v>
                </c:pt>
                <c:pt idx="3123">
                  <c:v>162.85</c:v>
                </c:pt>
                <c:pt idx="3124">
                  <c:v>146.97</c:v>
                </c:pt>
                <c:pt idx="3125">
                  <c:v>131.97999999999999</c:v>
                </c:pt>
                <c:pt idx="3126">
                  <c:v>131.97999999999999</c:v>
                </c:pt>
                <c:pt idx="3127">
                  <c:v>131.97999999999999</c:v>
                </c:pt>
                <c:pt idx="3128">
                  <c:v>131.97999999999999</c:v>
                </c:pt>
                <c:pt idx="3129">
                  <c:v>125.75</c:v>
                </c:pt>
                <c:pt idx="3130">
                  <c:v>131.37</c:v>
                </c:pt>
                <c:pt idx="3131">
                  <c:v>154.77000000000001</c:v>
                </c:pt>
                <c:pt idx="3132">
                  <c:v>129.34</c:v>
                </c:pt>
                <c:pt idx="3133">
                  <c:v>185.97</c:v>
                </c:pt>
                <c:pt idx="3134">
                  <c:v>165.46</c:v>
                </c:pt>
                <c:pt idx="3135">
                  <c:v>85.96</c:v>
                </c:pt>
                <c:pt idx="3136">
                  <c:v>65.989999999999995</c:v>
                </c:pt>
                <c:pt idx="3137">
                  <c:v>68.66</c:v>
                </c:pt>
                <c:pt idx="3138">
                  <c:v>1.3</c:v>
                </c:pt>
                <c:pt idx="3139">
                  <c:v>63.91</c:v>
                </c:pt>
                <c:pt idx="3140">
                  <c:v>197.97</c:v>
                </c:pt>
                <c:pt idx="3141">
                  <c:v>99.98</c:v>
                </c:pt>
                <c:pt idx="3142">
                  <c:v>199.96</c:v>
                </c:pt>
                <c:pt idx="3143">
                  <c:v>169.98</c:v>
                </c:pt>
                <c:pt idx="3144">
                  <c:v>139.96</c:v>
                </c:pt>
                <c:pt idx="3145">
                  <c:v>115.29</c:v>
                </c:pt>
                <c:pt idx="3146">
                  <c:v>114.97</c:v>
                </c:pt>
                <c:pt idx="3147">
                  <c:v>1.3</c:v>
                </c:pt>
                <c:pt idx="3148">
                  <c:v>471.92</c:v>
                </c:pt>
                <c:pt idx="3149">
                  <c:v>170.44</c:v>
                </c:pt>
                <c:pt idx="3150">
                  <c:v>169.98</c:v>
                </c:pt>
                <c:pt idx="3151">
                  <c:v>169.98</c:v>
                </c:pt>
                <c:pt idx="3152">
                  <c:v>170.97</c:v>
                </c:pt>
                <c:pt idx="3153">
                  <c:v>169.98</c:v>
                </c:pt>
                <c:pt idx="3154">
                  <c:v>440.94</c:v>
                </c:pt>
                <c:pt idx="3155">
                  <c:v>213.96</c:v>
                </c:pt>
                <c:pt idx="3156">
                  <c:v>114.97</c:v>
                </c:pt>
                <c:pt idx="3157">
                  <c:v>131.97999999999999</c:v>
                </c:pt>
                <c:pt idx="3158">
                  <c:v>169.98</c:v>
                </c:pt>
                <c:pt idx="3159">
                  <c:v>11.28</c:v>
                </c:pt>
                <c:pt idx="3160">
                  <c:v>119.96</c:v>
                </c:pt>
                <c:pt idx="3161">
                  <c:v>286.45</c:v>
                </c:pt>
                <c:pt idx="3162">
                  <c:v>184.97</c:v>
                </c:pt>
                <c:pt idx="3163">
                  <c:v>54.96</c:v>
                </c:pt>
                <c:pt idx="3164">
                  <c:v>130.83000000000001</c:v>
                </c:pt>
                <c:pt idx="3165">
                  <c:v>160.27000000000001</c:v>
                </c:pt>
                <c:pt idx="3166">
                  <c:v>149.12</c:v>
                </c:pt>
                <c:pt idx="3167">
                  <c:v>242.96</c:v>
                </c:pt>
                <c:pt idx="3168">
                  <c:v>195.57</c:v>
                </c:pt>
                <c:pt idx="3169">
                  <c:v>144.47999999999999</c:v>
                </c:pt>
                <c:pt idx="3170">
                  <c:v>85.15</c:v>
                </c:pt>
                <c:pt idx="3171">
                  <c:v>232.67</c:v>
                </c:pt>
                <c:pt idx="3172">
                  <c:v>203.14</c:v>
                </c:pt>
                <c:pt idx="3173">
                  <c:v>197.76</c:v>
                </c:pt>
                <c:pt idx="3174">
                  <c:v>138.58000000000001</c:v>
                </c:pt>
                <c:pt idx="3175">
                  <c:v>163.56</c:v>
                </c:pt>
                <c:pt idx="3176">
                  <c:v>151.97999999999999</c:v>
                </c:pt>
                <c:pt idx="3177">
                  <c:v>59.99</c:v>
                </c:pt>
                <c:pt idx="3178">
                  <c:v>147.03</c:v>
                </c:pt>
                <c:pt idx="3179">
                  <c:v>137.97999999999999</c:v>
                </c:pt>
                <c:pt idx="3180">
                  <c:v>129.52000000000001</c:v>
                </c:pt>
                <c:pt idx="3181">
                  <c:v>184.97</c:v>
                </c:pt>
                <c:pt idx="3182">
                  <c:v>121.02</c:v>
                </c:pt>
                <c:pt idx="3183">
                  <c:v>167.97</c:v>
                </c:pt>
                <c:pt idx="3184">
                  <c:v>133.47999999999999</c:v>
                </c:pt>
                <c:pt idx="3185">
                  <c:v>203.87</c:v>
                </c:pt>
                <c:pt idx="3186">
                  <c:v>134.97999999999999</c:v>
                </c:pt>
                <c:pt idx="3187">
                  <c:v>230.97</c:v>
                </c:pt>
                <c:pt idx="3188">
                  <c:v>171.48</c:v>
                </c:pt>
                <c:pt idx="3189">
                  <c:v>94.65</c:v>
                </c:pt>
                <c:pt idx="3190">
                  <c:v>215.5</c:v>
                </c:pt>
                <c:pt idx="3191">
                  <c:v>137.97999999999999</c:v>
                </c:pt>
                <c:pt idx="3192">
                  <c:v>169.98</c:v>
                </c:pt>
                <c:pt idx="3193">
                  <c:v>113.32</c:v>
                </c:pt>
                <c:pt idx="3194">
                  <c:v>149.97</c:v>
                </c:pt>
                <c:pt idx="3195">
                  <c:v>209.96</c:v>
                </c:pt>
                <c:pt idx="3196">
                  <c:v>150.97999999999999</c:v>
                </c:pt>
                <c:pt idx="3197">
                  <c:v>135.65</c:v>
                </c:pt>
                <c:pt idx="3198">
                  <c:v>146.97</c:v>
                </c:pt>
                <c:pt idx="3199">
                  <c:v>246.55</c:v>
                </c:pt>
                <c:pt idx="3200">
                  <c:v>229.93</c:v>
                </c:pt>
                <c:pt idx="3201">
                  <c:v>452.37</c:v>
                </c:pt>
                <c:pt idx="3202">
                  <c:v>532.25</c:v>
                </c:pt>
                <c:pt idx="3203">
                  <c:v>716.11</c:v>
                </c:pt>
                <c:pt idx="3204">
                  <c:v>958.74</c:v>
                </c:pt>
                <c:pt idx="3205">
                  <c:v>139.16</c:v>
                </c:pt>
                <c:pt idx="3206">
                  <c:v>59.97</c:v>
                </c:pt>
                <c:pt idx="3207">
                  <c:v>179.96</c:v>
                </c:pt>
                <c:pt idx="3208">
                  <c:v>159.96</c:v>
                </c:pt>
                <c:pt idx="3209">
                  <c:v>79.959999999999994</c:v>
                </c:pt>
                <c:pt idx="3210">
                  <c:v>128.77000000000001</c:v>
                </c:pt>
                <c:pt idx="3211">
                  <c:v>179.97</c:v>
                </c:pt>
                <c:pt idx="3212">
                  <c:v>135.58000000000001</c:v>
                </c:pt>
                <c:pt idx="3213">
                  <c:v>154.94999999999999</c:v>
                </c:pt>
                <c:pt idx="3214">
                  <c:v>209.96</c:v>
                </c:pt>
                <c:pt idx="3215">
                  <c:v>154.19999999999999</c:v>
                </c:pt>
                <c:pt idx="3216">
                  <c:v>169.98</c:v>
                </c:pt>
                <c:pt idx="3217">
                  <c:v>151.97</c:v>
                </c:pt>
                <c:pt idx="3218">
                  <c:v>192.16</c:v>
                </c:pt>
                <c:pt idx="3219">
                  <c:v>224.24</c:v>
                </c:pt>
                <c:pt idx="3220">
                  <c:v>189.97</c:v>
                </c:pt>
                <c:pt idx="3221">
                  <c:v>170.96</c:v>
                </c:pt>
                <c:pt idx="3222">
                  <c:v>171.96</c:v>
                </c:pt>
                <c:pt idx="3223">
                  <c:v>171.96</c:v>
                </c:pt>
                <c:pt idx="3224">
                  <c:v>151.97</c:v>
                </c:pt>
                <c:pt idx="3225">
                  <c:v>145.94</c:v>
                </c:pt>
                <c:pt idx="3226">
                  <c:v>163.97</c:v>
                </c:pt>
                <c:pt idx="3227">
                  <c:v>199.96</c:v>
                </c:pt>
                <c:pt idx="3228">
                  <c:v>172.97</c:v>
                </c:pt>
                <c:pt idx="3229">
                  <c:v>189.97</c:v>
                </c:pt>
                <c:pt idx="3230">
                  <c:v>151.97</c:v>
                </c:pt>
                <c:pt idx="3231">
                  <c:v>131.97999999999999</c:v>
                </c:pt>
                <c:pt idx="3232">
                  <c:v>152.97999999999999</c:v>
                </c:pt>
                <c:pt idx="3233">
                  <c:v>151.97</c:v>
                </c:pt>
                <c:pt idx="3234">
                  <c:v>124.97</c:v>
                </c:pt>
                <c:pt idx="3235">
                  <c:v>179.97</c:v>
                </c:pt>
                <c:pt idx="3236">
                  <c:v>151.97</c:v>
                </c:pt>
                <c:pt idx="3237">
                  <c:v>189.97</c:v>
                </c:pt>
                <c:pt idx="3238">
                  <c:v>225.95</c:v>
                </c:pt>
                <c:pt idx="3239">
                  <c:v>316.12</c:v>
                </c:pt>
                <c:pt idx="3240">
                  <c:v>368.58</c:v>
                </c:pt>
                <c:pt idx="3241">
                  <c:v>279.95999999999998</c:v>
                </c:pt>
                <c:pt idx="3242">
                  <c:v>424.95</c:v>
                </c:pt>
                <c:pt idx="3243">
                  <c:v>263.95999999999998</c:v>
                </c:pt>
                <c:pt idx="3244">
                  <c:v>284.93</c:v>
                </c:pt>
                <c:pt idx="3245">
                  <c:v>339.96</c:v>
                </c:pt>
                <c:pt idx="3246">
                  <c:v>259.08</c:v>
                </c:pt>
                <c:pt idx="3247">
                  <c:v>224.52</c:v>
                </c:pt>
                <c:pt idx="3248">
                  <c:v>258.42</c:v>
                </c:pt>
                <c:pt idx="3249">
                  <c:v>254.97</c:v>
                </c:pt>
                <c:pt idx="3250">
                  <c:v>287.3</c:v>
                </c:pt>
                <c:pt idx="3251">
                  <c:v>197.97</c:v>
                </c:pt>
                <c:pt idx="3252">
                  <c:v>151.94</c:v>
                </c:pt>
                <c:pt idx="3253">
                  <c:v>211.94</c:v>
                </c:pt>
                <c:pt idx="3254">
                  <c:v>47.97</c:v>
                </c:pt>
                <c:pt idx="3255">
                  <c:v>80.98</c:v>
                </c:pt>
                <c:pt idx="3256">
                  <c:v>107.49</c:v>
                </c:pt>
                <c:pt idx="3257">
                  <c:v>160.86000000000001</c:v>
                </c:pt>
                <c:pt idx="3258">
                  <c:v>202.97</c:v>
                </c:pt>
                <c:pt idx="3259">
                  <c:v>105.98</c:v>
                </c:pt>
                <c:pt idx="3260">
                  <c:v>202.93</c:v>
                </c:pt>
                <c:pt idx="3261">
                  <c:v>146.88</c:v>
                </c:pt>
                <c:pt idx="3262">
                  <c:v>200.93</c:v>
                </c:pt>
                <c:pt idx="3263">
                  <c:v>158.24</c:v>
                </c:pt>
                <c:pt idx="3264">
                  <c:v>129.33000000000001</c:v>
                </c:pt>
                <c:pt idx="3265">
                  <c:v>190.12</c:v>
                </c:pt>
                <c:pt idx="3266">
                  <c:v>146.49</c:v>
                </c:pt>
                <c:pt idx="3267">
                  <c:v>171.95</c:v>
                </c:pt>
                <c:pt idx="3268">
                  <c:v>136.49</c:v>
                </c:pt>
                <c:pt idx="3269">
                  <c:v>142.21</c:v>
                </c:pt>
                <c:pt idx="3270">
                  <c:v>112.96</c:v>
                </c:pt>
                <c:pt idx="3271">
                  <c:v>199</c:v>
                </c:pt>
                <c:pt idx="3272">
                  <c:v>77.959999999999994</c:v>
                </c:pt>
                <c:pt idx="3273">
                  <c:v>127.02</c:v>
                </c:pt>
                <c:pt idx="3274">
                  <c:v>135.96</c:v>
                </c:pt>
                <c:pt idx="3275">
                  <c:v>179.95</c:v>
                </c:pt>
                <c:pt idx="3276">
                  <c:v>174.47</c:v>
                </c:pt>
                <c:pt idx="3277">
                  <c:v>146.37</c:v>
                </c:pt>
                <c:pt idx="3278">
                  <c:v>131.97999999999999</c:v>
                </c:pt>
                <c:pt idx="3279">
                  <c:v>158.47999999999999</c:v>
                </c:pt>
                <c:pt idx="3280">
                  <c:v>136.65</c:v>
                </c:pt>
                <c:pt idx="3281">
                  <c:v>130.5</c:v>
                </c:pt>
                <c:pt idx="3282">
                  <c:v>76.66</c:v>
                </c:pt>
                <c:pt idx="3283">
                  <c:v>146.37</c:v>
                </c:pt>
                <c:pt idx="3284">
                  <c:v>187.94</c:v>
                </c:pt>
                <c:pt idx="3285">
                  <c:v>158.36000000000001</c:v>
                </c:pt>
                <c:pt idx="3286">
                  <c:v>167.96</c:v>
                </c:pt>
                <c:pt idx="3287">
                  <c:v>130.51</c:v>
                </c:pt>
                <c:pt idx="3288">
                  <c:v>131.97999999999999</c:v>
                </c:pt>
                <c:pt idx="3289">
                  <c:v>189.63</c:v>
                </c:pt>
                <c:pt idx="3290">
                  <c:v>155.96</c:v>
                </c:pt>
                <c:pt idx="3291">
                  <c:v>158.63999999999999</c:v>
                </c:pt>
                <c:pt idx="3292">
                  <c:v>84.99</c:v>
                </c:pt>
                <c:pt idx="3293">
                  <c:v>140.61000000000001</c:v>
                </c:pt>
                <c:pt idx="3294">
                  <c:v>90.98</c:v>
                </c:pt>
                <c:pt idx="3295">
                  <c:v>57.98</c:v>
                </c:pt>
                <c:pt idx="3296">
                  <c:v>145.37</c:v>
                </c:pt>
                <c:pt idx="3297">
                  <c:v>76.95</c:v>
                </c:pt>
                <c:pt idx="3298">
                  <c:v>21.99</c:v>
                </c:pt>
                <c:pt idx="3299">
                  <c:v>148.47999999999999</c:v>
                </c:pt>
                <c:pt idx="3300">
                  <c:v>30</c:v>
                </c:pt>
                <c:pt idx="3301">
                  <c:v>79.98</c:v>
                </c:pt>
                <c:pt idx="3302">
                  <c:v>3.48</c:v>
                </c:pt>
                <c:pt idx="3303">
                  <c:v>103.97</c:v>
                </c:pt>
                <c:pt idx="3304">
                  <c:v>99.99</c:v>
                </c:pt>
                <c:pt idx="3305">
                  <c:v>329.95</c:v>
                </c:pt>
                <c:pt idx="3306">
                  <c:v>65.989999999999995</c:v>
                </c:pt>
                <c:pt idx="3307">
                  <c:v>55.96</c:v>
                </c:pt>
                <c:pt idx="3308">
                  <c:v>6</c:v>
                </c:pt>
                <c:pt idx="3309">
                  <c:v>89.98</c:v>
                </c:pt>
                <c:pt idx="3310">
                  <c:v>334.93</c:v>
                </c:pt>
                <c:pt idx="3311">
                  <c:v>245.96</c:v>
                </c:pt>
                <c:pt idx="3312">
                  <c:v>474.93</c:v>
                </c:pt>
                <c:pt idx="3313">
                  <c:v>159.97999999999999</c:v>
                </c:pt>
                <c:pt idx="3314">
                  <c:v>309.95999999999998</c:v>
                </c:pt>
                <c:pt idx="3315">
                  <c:v>329.96</c:v>
                </c:pt>
                <c:pt idx="3316">
                  <c:v>121.98</c:v>
                </c:pt>
                <c:pt idx="3317">
                  <c:v>329.96</c:v>
                </c:pt>
                <c:pt idx="3318">
                  <c:v>428.24</c:v>
                </c:pt>
                <c:pt idx="3319">
                  <c:v>398.95</c:v>
                </c:pt>
                <c:pt idx="3320">
                  <c:v>342.95</c:v>
                </c:pt>
                <c:pt idx="3321">
                  <c:v>292.94</c:v>
                </c:pt>
                <c:pt idx="3322">
                  <c:v>329.96</c:v>
                </c:pt>
                <c:pt idx="3323">
                  <c:v>453.24</c:v>
                </c:pt>
                <c:pt idx="3324">
                  <c:v>499.94</c:v>
                </c:pt>
                <c:pt idx="3325">
                  <c:v>115.96</c:v>
                </c:pt>
                <c:pt idx="3326">
                  <c:v>153.97999999999999</c:v>
                </c:pt>
                <c:pt idx="3327">
                  <c:v>409.95</c:v>
                </c:pt>
                <c:pt idx="3328">
                  <c:v>259.95999999999998</c:v>
                </c:pt>
                <c:pt idx="3329">
                  <c:v>99.98</c:v>
                </c:pt>
                <c:pt idx="3330">
                  <c:v>84.99</c:v>
                </c:pt>
                <c:pt idx="3331">
                  <c:v>429.84</c:v>
                </c:pt>
                <c:pt idx="3332">
                  <c:v>329.96</c:v>
                </c:pt>
                <c:pt idx="3333">
                  <c:v>131.97999999999999</c:v>
                </c:pt>
                <c:pt idx="3334">
                  <c:v>99.98</c:v>
                </c:pt>
                <c:pt idx="3335">
                  <c:v>161.96</c:v>
                </c:pt>
                <c:pt idx="3336">
                  <c:v>92.39</c:v>
                </c:pt>
                <c:pt idx="3337">
                  <c:v>271.95999999999998</c:v>
                </c:pt>
                <c:pt idx="3338">
                  <c:v>145.96</c:v>
                </c:pt>
                <c:pt idx="3339">
                  <c:v>131.97999999999999</c:v>
                </c:pt>
                <c:pt idx="3340">
                  <c:v>241.96</c:v>
                </c:pt>
                <c:pt idx="3341">
                  <c:v>146.97</c:v>
                </c:pt>
                <c:pt idx="3342">
                  <c:v>99.98</c:v>
                </c:pt>
                <c:pt idx="3343">
                  <c:v>146.97</c:v>
                </c:pt>
                <c:pt idx="3344">
                  <c:v>45.88</c:v>
                </c:pt>
                <c:pt idx="3345">
                  <c:v>130.97</c:v>
                </c:pt>
                <c:pt idx="3346">
                  <c:v>131.97999999999999</c:v>
                </c:pt>
                <c:pt idx="3347">
                  <c:v>146.97</c:v>
                </c:pt>
                <c:pt idx="3348">
                  <c:v>146.97</c:v>
                </c:pt>
                <c:pt idx="3349">
                  <c:v>171.97</c:v>
                </c:pt>
                <c:pt idx="3350">
                  <c:v>263.95999999999998</c:v>
                </c:pt>
                <c:pt idx="3351">
                  <c:v>59.96</c:v>
                </c:pt>
                <c:pt idx="3352">
                  <c:v>110.98</c:v>
                </c:pt>
                <c:pt idx="3353">
                  <c:v>131.97999999999999</c:v>
                </c:pt>
                <c:pt idx="3354">
                  <c:v>133.47999999999999</c:v>
                </c:pt>
                <c:pt idx="3355">
                  <c:v>95.17</c:v>
                </c:pt>
                <c:pt idx="3356">
                  <c:v>145.96</c:v>
                </c:pt>
                <c:pt idx="3357">
                  <c:v>68.989999999999995</c:v>
                </c:pt>
                <c:pt idx="3358">
                  <c:v>263.95</c:v>
                </c:pt>
                <c:pt idx="3359">
                  <c:v>65.989999999999995</c:v>
                </c:pt>
                <c:pt idx="3360">
                  <c:v>131.97999999999999</c:v>
                </c:pt>
                <c:pt idx="3361">
                  <c:v>131.97999999999999</c:v>
                </c:pt>
                <c:pt idx="3362">
                  <c:v>78.97</c:v>
                </c:pt>
                <c:pt idx="3363">
                  <c:v>131.97999999999999</c:v>
                </c:pt>
                <c:pt idx="3364">
                  <c:v>131.97999999999999</c:v>
                </c:pt>
                <c:pt idx="3365">
                  <c:v>131.97999999999999</c:v>
                </c:pt>
                <c:pt idx="3366">
                  <c:v>146.97</c:v>
                </c:pt>
                <c:pt idx="3367">
                  <c:v>298.92</c:v>
                </c:pt>
                <c:pt idx="3368">
                  <c:v>136.97</c:v>
                </c:pt>
                <c:pt idx="3369">
                  <c:v>146.97</c:v>
                </c:pt>
                <c:pt idx="3370">
                  <c:v>131.97999999999999</c:v>
                </c:pt>
                <c:pt idx="3371">
                  <c:v>193.55</c:v>
                </c:pt>
                <c:pt idx="3372">
                  <c:v>193.55</c:v>
                </c:pt>
                <c:pt idx="3373">
                  <c:v>193.55</c:v>
                </c:pt>
                <c:pt idx="3374">
                  <c:v>193.55</c:v>
                </c:pt>
                <c:pt idx="3375">
                  <c:v>290.33</c:v>
                </c:pt>
                <c:pt idx="3376">
                  <c:v>193.55</c:v>
                </c:pt>
                <c:pt idx="3377">
                  <c:v>193.55</c:v>
                </c:pt>
                <c:pt idx="3378">
                  <c:v>193.55</c:v>
                </c:pt>
                <c:pt idx="3379">
                  <c:v>241.94</c:v>
                </c:pt>
                <c:pt idx="3380">
                  <c:v>193.55</c:v>
                </c:pt>
                <c:pt idx="3381">
                  <c:v>205.64</c:v>
                </c:pt>
                <c:pt idx="3382">
                  <c:v>193.54</c:v>
                </c:pt>
                <c:pt idx="3383">
                  <c:v>193.55</c:v>
                </c:pt>
                <c:pt idx="3384">
                  <c:v>174.46</c:v>
                </c:pt>
                <c:pt idx="3385">
                  <c:v>241.94</c:v>
                </c:pt>
                <c:pt idx="3386">
                  <c:v>186.98</c:v>
                </c:pt>
                <c:pt idx="3387">
                  <c:v>215.32</c:v>
                </c:pt>
                <c:pt idx="3388">
                  <c:v>145.16</c:v>
                </c:pt>
                <c:pt idx="3389">
                  <c:v>145.15</c:v>
                </c:pt>
                <c:pt idx="3390">
                  <c:v>193.55</c:v>
                </c:pt>
                <c:pt idx="3391">
                  <c:v>193.55</c:v>
                </c:pt>
                <c:pt idx="3392">
                  <c:v>290.33</c:v>
                </c:pt>
                <c:pt idx="3393">
                  <c:v>131.97999999999999</c:v>
                </c:pt>
                <c:pt idx="3394">
                  <c:v>79.98</c:v>
                </c:pt>
                <c:pt idx="3395">
                  <c:v>48.48</c:v>
                </c:pt>
                <c:pt idx="3396">
                  <c:v>65.97</c:v>
                </c:pt>
                <c:pt idx="3397">
                  <c:v>75.98</c:v>
                </c:pt>
                <c:pt idx="3398">
                  <c:v>114.17</c:v>
                </c:pt>
                <c:pt idx="3399">
                  <c:v>99.98</c:v>
                </c:pt>
                <c:pt idx="3400">
                  <c:v>84.99</c:v>
                </c:pt>
                <c:pt idx="3401">
                  <c:v>109.98</c:v>
                </c:pt>
                <c:pt idx="3402">
                  <c:v>82.97</c:v>
                </c:pt>
                <c:pt idx="3403">
                  <c:v>149.97</c:v>
                </c:pt>
                <c:pt idx="3404">
                  <c:v>65.989999999999995</c:v>
                </c:pt>
                <c:pt idx="3405">
                  <c:v>93.98</c:v>
                </c:pt>
                <c:pt idx="3406">
                  <c:v>170.93</c:v>
                </c:pt>
                <c:pt idx="3407">
                  <c:v>78.989999999999995</c:v>
                </c:pt>
                <c:pt idx="3408">
                  <c:v>64.97</c:v>
                </c:pt>
                <c:pt idx="3409">
                  <c:v>260.76</c:v>
                </c:pt>
                <c:pt idx="3410">
                  <c:v>84.98</c:v>
                </c:pt>
                <c:pt idx="3411">
                  <c:v>-22.99</c:v>
                </c:pt>
                <c:pt idx="3412">
                  <c:v>169.98</c:v>
                </c:pt>
                <c:pt idx="3413">
                  <c:v>52.97</c:v>
                </c:pt>
                <c:pt idx="3414">
                  <c:v>71.95</c:v>
                </c:pt>
                <c:pt idx="3415">
                  <c:v>59.98</c:v>
                </c:pt>
                <c:pt idx="3416">
                  <c:v>70.97</c:v>
                </c:pt>
                <c:pt idx="3417">
                  <c:v>59.97</c:v>
                </c:pt>
                <c:pt idx="3418">
                  <c:v>54.97</c:v>
                </c:pt>
                <c:pt idx="3419">
                  <c:v>284.74</c:v>
                </c:pt>
                <c:pt idx="3420">
                  <c:v>194.16</c:v>
                </c:pt>
                <c:pt idx="3421">
                  <c:v>52.98</c:v>
                </c:pt>
                <c:pt idx="3422">
                  <c:v>49.99</c:v>
                </c:pt>
                <c:pt idx="3423">
                  <c:v>67.97</c:v>
                </c:pt>
                <c:pt idx="3424">
                  <c:v>54.97</c:v>
                </c:pt>
                <c:pt idx="3425">
                  <c:v>62.97</c:v>
                </c:pt>
                <c:pt idx="3426">
                  <c:v>50.98</c:v>
                </c:pt>
                <c:pt idx="3427">
                  <c:v>74.97</c:v>
                </c:pt>
                <c:pt idx="3428">
                  <c:v>50.97</c:v>
                </c:pt>
                <c:pt idx="3429">
                  <c:v>60.98</c:v>
                </c:pt>
                <c:pt idx="3430">
                  <c:v>63.97</c:v>
                </c:pt>
                <c:pt idx="3431">
                  <c:v>59.97</c:v>
                </c:pt>
                <c:pt idx="3432">
                  <c:v>99.98</c:v>
                </c:pt>
                <c:pt idx="3433">
                  <c:v>51.97</c:v>
                </c:pt>
                <c:pt idx="3434">
                  <c:v>131.97999999999999</c:v>
                </c:pt>
                <c:pt idx="3435">
                  <c:v>99.98</c:v>
                </c:pt>
                <c:pt idx="3436">
                  <c:v>169.98</c:v>
                </c:pt>
                <c:pt idx="3437">
                  <c:v>168.97</c:v>
                </c:pt>
                <c:pt idx="3438">
                  <c:v>153.97999999999999</c:v>
                </c:pt>
                <c:pt idx="3439">
                  <c:v>131.97999999999999</c:v>
                </c:pt>
                <c:pt idx="3440">
                  <c:v>161.96</c:v>
                </c:pt>
                <c:pt idx="3441">
                  <c:v>184.97</c:v>
                </c:pt>
                <c:pt idx="3442">
                  <c:v>169.98</c:v>
                </c:pt>
                <c:pt idx="3443">
                  <c:v>184.97</c:v>
                </c:pt>
                <c:pt idx="3444">
                  <c:v>131.97999999999999</c:v>
                </c:pt>
                <c:pt idx="3445">
                  <c:v>152.97999999999999</c:v>
                </c:pt>
                <c:pt idx="3446">
                  <c:v>184.97</c:v>
                </c:pt>
                <c:pt idx="3447">
                  <c:v>184.97</c:v>
                </c:pt>
                <c:pt idx="3448">
                  <c:v>169.98</c:v>
                </c:pt>
                <c:pt idx="3449">
                  <c:v>235.97</c:v>
                </c:pt>
                <c:pt idx="3450">
                  <c:v>169.98</c:v>
                </c:pt>
                <c:pt idx="3451">
                  <c:v>169.98</c:v>
                </c:pt>
                <c:pt idx="3452">
                  <c:v>131.97999999999999</c:v>
                </c:pt>
                <c:pt idx="3453">
                  <c:v>136.97</c:v>
                </c:pt>
                <c:pt idx="3454">
                  <c:v>184.97</c:v>
                </c:pt>
                <c:pt idx="3455">
                  <c:v>169.98</c:v>
                </c:pt>
                <c:pt idx="3456">
                  <c:v>89.03</c:v>
                </c:pt>
                <c:pt idx="3457">
                  <c:v>184.59</c:v>
                </c:pt>
                <c:pt idx="3458">
                  <c:v>131.97999999999999</c:v>
                </c:pt>
                <c:pt idx="3459">
                  <c:v>174.97</c:v>
                </c:pt>
                <c:pt idx="3460">
                  <c:v>136.97</c:v>
                </c:pt>
                <c:pt idx="3461">
                  <c:v>169.98</c:v>
                </c:pt>
                <c:pt idx="3462">
                  <c:v>106.47</c:v>
                </c:pt>
                <c:pt idx="3463">
                  <c:v>254.97</c:v>
                </c:pt>
                <c:pt idx="3464">
                  <c:v>258.51</c:v>
                </c:pt>
                <c:pt idx="3465">
                  <c:v>254.97</c:v>
                </c:pt>
                <c:pt idx="3466">
                  <c:v>254.97</c:v>
                </c:pt>
                <c:pt idx="3467">
                  <c:v>169.98</c:v>
                </c:pt>
                <c:pt idx="3468">
                  <c:v>169.98</c:v>
                </c:pt>
                <c:pt idx="3469">
                  <c:v>169.98</c:v>
                </c:pt>
                <c:pt idx="3470">
                  <c:v>263.95999999999998</c:v>
                </c:pt>
                <c:pt idx="3471">
                  <c:v>263.95999999999998</c:v>
                </c:pt>
                <c:pt idx="3472">
                  <c:v>258.51</c:v>
                </c:pt>
                <c:pt idx="3473">
                  <c:v>153.18</c:v>
                </c:pt>
                <c:pt idx="3474">
                  <c:v>137.97999999999999</c:v>
                </c:pt>
                <c:pt idx="3475">
                  <c:v>137.97999999999999</c:v>
                </c:pt>
                <c:pt idx="3476">
                  <c:v>18.989999999999998</c:v>
                </c:pt>
                <c:pt idx="3477">
                  <c:v>169.98</c:v>
                </c:pt>
                <c:pt idx="3478">
                  <c:v>18.989999999999998</c:v>
                </c:pt>
                <c:pt idx="3479">
                  <c:v>169.98</c:v>
                </c:pt>
                <c:pt idx="3480">
                  <c:v>241.37</c:v>
                </c:pt>
                <c:pt idx="3481">
                  <c:v>241.37</c:v>
                </c:pt>
                <c:pt idx="3482">
                  <c:v>279.95</c:v>
                </c:pt>
                <c:pt idx="3483">
                  <c:v>279.95</c:v>
                </c:pt>
                <c:pt idx="3484">
                  <c:v>254.97</c:v>
                </c:pt>
                <c:pt idx="3485">
                  <c:v>254.97</c:v>
                </c:pt>
                <c:pt idx="3486">
                  <c:v>254.97</c:v>
                </c:pt>
                <c:pt idx="3487">
                  <c:v>254.97</c:v>
                </c:pt>
                <c:pt idx="3488">
                  <c:v>169.98</c:v>
                </c:pt>
                <c:pt idx="3489">
                  <c:v>169.98</c:v>
                </c:pt>
                <c:pt idx="3490">
                  <c:v>98.97</c:v>
                </c:pt>
                <c:pt idx="3491">
                  <c:v>169.98</c:v>
                </c:pt>
                <c:pt idx="3492">
                  <c:v>98.97</c:v>
                </c:pt>
                <c:pt idx="3493">
                  <c:v>254.97</c:v>
                </c:pt>
                <c:pt idx="3494">
                  <c:v>254.97</c:v>
                </c:pt>
                <c:pt idx="3495">
                  <c:v>153.18</c:v>
                </c:pt>
                <c:pt idx="3496">
                  <c:v>168.96</c:v>
                </c:pt>
                <c:pt idx="3497">
                  <c:v>254.97</c:v>
                </c:pt>
                <c:pt idx="3498">
                  <c:v>274.95999999999998</c:v>
                </c:pt>
                <c:pt idx="3499">
                  <c:v>274.95999999999998</c:v>
                </c:pt>
                <c:pt idx="3500">
                  <c:v>254.97</c:v>
                </c:pt>
                <c:pt idx="3501">
                  <c:v>254.97</c:v>
                </c:pt>
                <c:pt idx="3502">
                  <c:v>238.06</c:v>
                </c:pt>
                <c:pt idx="3503">
                  <c:v>238.06</c:v>
                </c:pt>
                <c:pt idx="3504">
                  <c:v>168.96</c:v>
                </c:pt>
                <c:pt idx="3505">
                  <c:v>69.989999999999995</c:v>
                </c:pt>
                <c:pt idx="3506">
                  <c:v>167.96</c:v>
                </c:pt>
                <c:pt idx="3507">
                  <c:v>375.94</c:v>
                </c:pt>
                <c:pt idx="3508">
                  <c:v>239.97</c:v>
                </c:pt>
                <c:pt idx="3509">
                  <c:v>169.98</c:v>
                </c:pt>
                <c:pt idx="3510">
                  <c:v>410.91</c:v>
                </c:pt>
                <c:pt idx="3511">
                  <c:v>224.95</c:v>
                </c:pt>
                <c:pt idx="3512">
                  <c:v>326.89999999999998</c:v>
                </c:pt>
                <c:pt idx="3513">
                  <c:v>170.97</c:v>
                </c:pt>
                <c:pt idx="3514">
                  <c:v>178.97</c:v>
                </c:pt>
                <c:pt idx="3515">
                  <c:v>201.96</c:v>
                </c:pt>
                <c:pt idx="3516">
                  <c:v>510.93</c:v>
                </c:pt>
                <c:pt idx="3517">
                  <c:v>130.38</c:v>
                </c:pt>
                <c:pt idx="3518">
                  <c:v>137.97999999999999</c:v>
                </c:pt>
                <c:pt idx="3519">
                  <c:v>99.98</c:v>
                </c:pt>
                <c:pt idx="3520">
                  <c:v>93.98</c:v>
                </c:pt>
                <c:pt idx="3521">
                  <c:v>139.94999999999999</c:v>
                </c:pt>
                <c:pt idx="3522">
                  <c:v>77.98</c:v>
                </c:pt>
                <c:pt idx="3523">
                  <c:v>67.97</c:v>
                </c:pt>
                <c:pt idx="3524">
                  <c:v>137.97999999999999</c:v>
                </c:pt>
                <c:pt idx="3525">
                  <c:v>109.96</c:v>
                </c:pt>
                <c:pt idx="3526">
                  <c:v>153.97</c:v>
                </c:pt>
                <c:pt idx="3527">
                  <c:v>70.989999999999995</c:v>
                </c:pt>
                <c:pt idx="3528">
                  <c:v>74.989999999999995</c:v>
                </c:pt>
                <c:pt idx="3529">
                  <c:v>104.98</c:v>
                </c:pt>
                <c:pt idx="3530">
                  <c:v>96.98</c:v>
                </c:pt>
                <c:pt idx="3531">
                  <c:v>76.489999999999995</c:v>
                </c:pt>
                <c:pt idx="3532">
                  <c:v>85.18</c:v>
                </c:pt>
                <c:pt idx="3533">
                  <c:v>74.98</c:v>
                </c:pt>
                <c:pt idx="3534">
                  <c:v>84.99</c:v>
                </c:pt>
                <c:pt idx="3535">
                  <c:v>99.98</c:v>
                </c:pt>
                <c:pt idx="3536">
                  <c:v>69.98</c:v>
                </c:pt>
                <c:pt idx="3537">
                  <c:v>75.239999999999995</c:v>
                </c:pt>
                <c:pt idx="3538">
                  <c:v>88.98</c:v>
                </c:pt>
                <c:pt idx="3539">
                  <c:v>100.97</c:v>
                </c:pt>
                <c:pt idx="3540">
                  <c:v>100.96</c:v>
                </c:pt>
                <c:pt idx="3541">
                  <c:v>74.989999999999995</c:v>
                </c:pt>
                <c:pt idx="3542">
                  <c:v>119.97</c:v>
                </c:pt>
                <c:pt idx="3543">
                  <c:v>113.96</c:v>
                </c:pt>
                <c:pt idx="3544">
                  <c:v>53.97</c:v>
                </c:pt>
                <c:pt idx="3545">
                  <c:v>71.989999999999995</c:v>
                </c:pt>
                <c:pt idx="3546">
                  <c:v>85.96</c:v>
                </c:pt>
                <c:pt idx="3547">
                  <c:v>134.97999999999999</c:v>
                </c:pt>
                <c:pt idx="3548">
                  <c:v>134.97999999999999</c:v>
                </c:pt>
                <c:pt idx="3549">
                  <c:v>105.98</c:v>
                </c:pt>
                <c:pt idx="3550">
                  <c:v>134.97999999999999</c:v>
                </c:pt>
                <c:pt idx="3551">
                  <c:v>97.98</c:v>
                </c:pt>
                <c:pt idx="3552">
                  <c:v>97.37</c:v>
                </c:pt>
                <c:pt idx="3553">
                  <c:v>84.99</c:v>
                </c:pt>
                <c:pt idx="3554">
                  <c:v>105.98</c:v>
                </c:pt>
                <c:pt idx="3555">
                  <c:v>98.98</c:v>
                </c:pt>
                <c:pt idx="3556">
                  <c:v>147.97</c:v>
                </c:pt>
                <c:pt idx="3557">
                  <c:v>103.86</c:v>
                </c:pt>
                <c:pt idx="3558">
                  <c:v>134.97999999999999</c:v>
                </c:pt>
                <c:pt idx="3559">
                  <c:v>105.98</c:v>
                </c:pt>
                <c:pt idx="3560">
                  <c:v>129.94999999999999</c:v>
                </c:pt>
                <c:pt idx="3561">
                  <c:v>105.98</c:v>
                </c:pt>
                <c:pt idx="3562">
                  <c:v>126.56</c:v>
                </c:pt>
                <c:pt idx="3563">
                  <c:v>134.97999999999999</c:v>
                </c:pt>
                <c:pt idx="3564">
                  <c:v>179.97</c:v>
                </c:pt>
                <c:pt idx="3565">
                  <c:v>134.97999999999999</c:v>
                </c:pt>
                <c:pt idx="3566">
                  <c:v>118.97</c:v>
                </c:pt>
                <c:pt idx="3567">
                  <c:v>84.99</c:v>
                </c:pt>
                <c:pt idx="3568">
                  <c:v>116.5</c:v>
                </c:pt>
                <c:pt idx="3569">
                  <c:v>118.97</c:v>
                </c:pt>
                <c:pt idx="3570">
                  <c:v>11.44</c:v>
                </c:pt>
                <c:pt idx="3571">
                  <c:v>105.98</c:v>
                </c:pt>
                <c:pt idx="3572">
                  <c:v>105.98</c:v>
                </c:pt>
                <c:pt idx="3573">
                  <c:v>97.98</c:v>
                </c:pt>
                <c:pt idx="3574">
                  <c:v>105.98</c:v>
                </c:pt>
                <c:pt idx="3575">
                  <c:v>134.97999999999999</c:v>
                </c:pt>
                <c:pt idx="3576">
                  <c:v>134.97999999999999</c:v>
                </c:pt>
                <c:pt idx="3577">
                  <c:v>105.98</c:v>
                </c:pt>
                <c:pt idx="3578">
                  <c:v>128.1</c:v>
                </c:pt>
                <c:pt idx="3579">
                  <c:v>134.97999999999999</c:v>
                </c:pt>
                <c:pt idx="3580">
                  <c:v>99.98</c:v>
                </c:pt>
                <c:pt idx="3581">
                  <c:v>36.29</c:v>
                </c:pt>
                <c:pt idx="3582">
                  <c:v>127.98</c:v>
                </c:pt>
                <c:pt idx="3583">
                  <c:v>148.97</c:v>
                </c:pt>
                <c:pt idx="3584">
                  <c:v>104.98</c:v>
                </c:pt>
                <c:pt idx="3585">
                  <c:v>127.97</c:v>
                </c:pt>
                <c:pt idx="3586">
                  <c:v>114.98</c:v>
                </c:pt>
                <c:pt idx="3587">
                  <c:v>793.63</c:v>
                </c:pt>
                <c:pt idx="3588">
                  <c:v>642.5</c:v>
                </c:pt>
                <c:pt idx="3589">
                  <c:v>891.57</c:v>
                </c:pt>
                <c:pt idx="3590">
                  <c:v>-225.75</c:v>
                </c:pt>
                <c:pt idx="3591">
                  <c:v>793.07</c:v>
                </c:pt>
                <c:pt idx="3592">
                  <c:v>849.06</c:v>
                </c:pt>
                <c:pt idx="3593">
                  <c:v>159.69999999999999</c:v>
                </c:pt>
                <c:pt idx="3594">
                  <c:v>843.85</c:v>
                </c:pt>
                <c:pt idx="3595">
                  <c:v>244.93</c:v>
                </c:pt>
                <c:pt idx="3596">
                  <c:v>69.989999999999995</c:v>
                </c:pt>
                <c:pt idx="3597">
                  <c:v>204.93</c:v>
                </c:pt>
                <c:pt idx="3598">
                  <c:v>103.98</c:v>
                </c:pt>
                <c:pt idx="3599">
                  <c:v>209.93</c:v>
                </c:pt>
                <c:pt idx="3600">
                  <c:v>244.93</c:v>
                </c:pt>
                <c:pt idx="3601">
                  <c:v>204.93</c:v>
                </c:pt>
                <c:pt idx="3602">
                  <c:v>189.94</c:v>
                </c:pt>
                <c:pt idx="3603">
                  <c:v>119.96</c:v>
                </c:pt>
                <c:pt idx="3604">
                  <c:v>224.93</c:v>
                </c:pt>
                <c:pt idx="3605">
                  <c:v>217.68</c:v>
                </c:pt>
                <c:pt idx="3606">
                  <c:v>244.93</c:v>
                </c:pt>
                <c:pt idx="3607">
                  <c:v>232.05</c:v>
                </c:pt>
                <c:pt idx="3608">
                  <c:v>173.71</c:v>
                </c:pt>
                <c:pt idx="3609">
                  <c:v>194.94</c:v>
                </c:pt>
                <c:pt idx="3610">
                  <c:v>154.97</c:v>
                </c:pt>
                <c:pt idx="3611">
                  <c:v>194.94</c:v>
                </c:pt>
                <c:pt idx="3612">
                  <c:v>184.93</c:v>
                </c:pt>
                <c:pt idx="3613">
                  <c:v>244.93</c:v>
                </c:pt>
                <c:pt idx="3614">
                  <c:v>204.93</c:v>
                </c:pt>
                <c:pt idx="3615">
                  <c:v>244.93</c:v>
                </c:pt>
                <c:pt idx="3616">
                  <c:v>213.92</c:v>
                </c:pt>
                <c:pt idx="3617">
                  <c:v>250.73</c:v>
                </c:pt>
                <c:pt idx="3618">
                  <c:v>229.47</c:v>
                </c:pt>
                <c:pt idx="3619">
                  <c:v>296.29000000000002</c:v>
                </c:pt>
                <c:pt idx="3620">
                  <c:v>209.2</c:v>
                </c:pt>
                <c:pt idx="3621">
                  <c:v>246.99</c:v>
                </c:pt>
                <c:pt idx="3622">
                  <c:v>112.56</c:v>
                </c:pt>
                <c:pt idx="3623">
                  <c:v>116.42</c:v>
                </c:pt>
                <c:pt idx="3624">
                  <c:v>254.97</c:v>
                </c:pt>
                <c:pt idx="3625">
                  <c:v>212.56</c:v>
                </c:pt>
                <c:pt idx="3626">
                  <c:v>169.98</c:v>
                </c:pt>
                <c:pt idx="3627">
                  <c:v>259.22000000000003</c:v>
                </c:pt>
                <c:pt idx="3628">
                  <c:v>246.98</c:v>
                </c:pt>
                <c:pt idx="3629">
                  <c:v>227.85</c:v>
                </c:pt>
                <c:pt idx="3630">
                  <c:v>276.95</c:v>
                </c:pt>
                <c:pt idx="3631">
                  <c:v>254.97</c:v>
                </c:pt>
                <c:pt idx="3632">
                  <c:v>305.95999999999998</c:v>
                </c:pt>
                <c:pt idx="3633">
                  <c:v>242.52</c:v>
                </c:pt>
                <c:pt idx="3634">
                  <c:v>287.83</c:v>
                </c:pt>
                <c:pt idx="3635">
                  <c:v>254.66</c:v>
                </c:pt>
                <c:pt idx="3636">
                  <c:v>95.98</c:v>
                </c:pt>
                <c:pt idx="3637">
                  <c:v>254.97</c:v>
                </c:pt>
                <c:pt idx="3638">
                  <c:v>199.96</c:v>
                </c:pt>
                <c:pt idx="3639">
                  <c:v>248.87</c:v>
                </c:pt>
                <c:pt idx="3640">
                  <c:v>254.97</c:v>
                </c:pt>
                <c:pt idx="3641">
                  <c:v>-84.99</c:v>
                </c:pt>
                <c:pt idx="3642">
                  <c:v>-82.96</c:v>
                </c:pt>
                <c:pt idx="3643">
                  <c:v>-84.99</c:v>
                </c:pt>
                <c:pt idx="3644">
                  <c:v>254.97</c:v>
                </c:pt>
                <c:pt idx="3645">
                  <c:v>234.96</c:v>
                </c:pt>
                <c:pt idx="3646">
                  <c:v>193.61</c:v>
                </c:pt>
                <c:pt idx="3647">
                  <c:v>369.95</c:v>
                </c:pt>
                <c:pt idx="3648">
                  <c:v>313.95</c:v>
                </c:pt>
                <c:pt idx="3649">
                  <c:v>329.95</c:v>
                </c:pt>
                <c:pt idx="3650">
                  <c:v>404.93</c:v>
                </c:pt>
                <c:pt idx="3651">
                  <c:v>339.96</c:v>
                </c:pt>
                <c:pt idx="3652">
                  <c:v>509.94</c:v>
                </c:pt>
                <c:pt idx="3653">
                  <c:v>468.83</c:v>
                </c:pt>
                <c:pt idx="3654">
                  <c:v>477.94</c:v>
                </c:pt>
                <c:pt idx="3655">
                  <c:v>594.92999999999995</c:v>
                </c:pt>
                <c:pt idx="3656">
                  <c:v>351.2</c:v>
                </c:pt>
                <c:pt idx="3657">
                  <c:v>369.95</c:v>
                </c:pt>
                <c:pt idx="3658">
                  <c:v>84.99</c:v>
                </c:pt>
                <c:pt idx="3659">
                  <c:v>137.84</c:v>
                </c:pt>
                <c:pt idx="3660">
                  <c:v>147.55000000000001</c:v>
                </c:pt>
                <c:pt idx="3661">
                  <c:v>131.97999999999999</c:v>
                </c:pt>
                <c:pt idx="3662">
                  <c:v>84.99</c:v>
                </c:pt>
                <c:pt idx="3663">
                  <c:v>84.99</c:v>
                </c:pt>
                <c:pt idx="3664">
                  <c:v>84.99</c:v>
                </c:pt>
                <c:pt idx="3665">
                  <c:v>84.99</c:v>
                </c:pt>
                <c:pt idx="3666">
                  <c:v>59.99</c:v>
                </c:pt>
                <c:pt idx="3667">
                  <c:v>86.98</c:v>
                </c:pt>
                <c:pt idx="3668">
                  <c:v>65.989999999999995</c:v>
                </c:pt>
                <c:pt idx="3669">
                  <c:v>84.99</c:v>
                </c:pt>
                <c:pt idx="3670">
                  <c:v>65.989999999999995</c:v>
                </c:pt>
                <c:pt idx="3671">
                  <c:v>84.99</c:v>
                </c:pt>
                <c:pt idx="3672">
                  <c:v>80.739999999999995</c:v>
                </c:pt>
                <c:pt idx="3673">
                  <c:v>76.489999999999995</c:v>
                </c:pt>
                <c:pt idx="3674">
                  <c:v>84.99</c:v>
                </c:pt>
                <c:pt idx="3675">
                  <c:v>84.99</c:v>
                </c:pt>
                <c:pt idx="3676">
                  <c:v>84.99</c:v>
                </c:pt>
                <c:pt idx="3677">
                  <c:v>119.96</c:v>
                </c:pt>
                <c:pt idx="3678">
                  <c:v>169.98</c:v>
                </c:pt>
                <c:pt idx="3679">
                  <c:v>84.99</c:v>
                </c:pt>
                <c:pt idx="3680">
                  <c:v>88.98</c:v>
                </c:pt>
                <c:pt idx="3681">
                  <c:v>75.09</c:v>
                </c:pt>
                <c:pt idx="3682">
                  <c:v>118.78</c:v>
                </c:pt>
                <c:pt idx="3683">
                  <c:v>84.99</c:v>
                </c:pt>
                <c:pt idx="3684">
                  <c:v>84.99</c:v>
                </c:pt>
                <c:pt idx="3685">
                  <c:v>45.14</c:v>
                </c:pt>
                <c:pt idx="3686">
                  <c:v>84.99</c:v>
                </c:pt>
                <c:pt idx="3687">
                  <c:v>121.98</c:v>
                </c:pt>
                <c:pt idx="3688">
                  <c:v>84.99</c:v>
                </c:pt>
                <c:pt idx="3689">
                  <c:v>84.99</c:v>
                </c:pt>
                <c:pt idx="3690">
                  <c:v>105.98</c:v>
                </c:pt>
                <c:pt idx="3691">
                  <c:v>131.97999999999999</c:v>
                </c:pt>
                <c:pt idx="3692">
                  <c:v>159.97999999999999</c:v>
                </c:pt>
                <c:pt idx="3693">
                  <c:v>84.99</c:v>
                </c:pt>
                <c:pt idx="3694">
                  <c:v>65.989999999999995</c:v>
                </c:pt>
                <c:pt idx="3695">
                  <c:v>65.989999999999995</c:v>
                </c:pt>
                <c:pt idx="3696">
                  <c:v>84.99</c:v>
                </c:pt>
                <c:pt idx="3697">
                  <c:v>84.99</c:v>
                </c:pt>
                <c:pt idx="3698">
                  <c:v>-84.99</c:v>
                </c:pt>
                <c:pt idx="3699">
                  <c:v>169.98</c:v>
                </c:pt>
                <c:pt idx="3700">
                  <c:v>169.98</c:v>
                </c:pt>
                <c:pt idx="3701">
                  <c:v>169.98</c:v>
                </c:pt>
                <c:pt idx="3702">
                  <c:v>169.98</c:v>
                </c:pt>
                <c:pt idx="3703">
                  <c:v>188.97</c:v>
                </c:pt>
                <c:pt idx="3704">
                  <c:v>169.98</c:v>
                </c:pt>
                <c:pt idx="3705">
                  <c:v>169.98</c:v>
                </c:pt>
                <c:pt idx="3706">
                  <c:v>150.97</c:v>
                </c:pt>
                <c:pt idx="3707">
                  <c:v>188.97</c:v>
                </c:pt>
                <c:pt idx="3708">
                  <c:v>188.97</c:v>
                </c:pt>
                <c:pt idx="3709">
                  <c:v>150.97</c:v>
                </c:pt>
                <c:pt idx="3710">
                  <c:v>169.98</c:v>
                </c:pt>
                <c:pt idx="3711">
                  <c:v>169.98</c:v>
                </c:pt>
                <c:pt idx="3712">
                  <c:v>214.97</c:v>
                </c:pt>
                <c:pt idx="3713">
                  <c:v>169.98</c:v>
                </c:pt>
                <c:pt idx="3714">
                  <c:v>169.98</c:v>
                </c:pt>
                <c:pt idx="3715">
                  <c:v>219.45</c:v>
                </c:pt>
                <c:pt idx="3716">
                  <c:v>219.45</c:v>
                </c:pt>
                <c:pt idx="3717">
                  <c:v>169.98</c:v>
                </c:pt>
                <c:pt idx="3718">
                  <c:v>214.97</c:v>
                </c:pt>
                <c:pt idx="3719">
                  <c:v>188.97</c:v>
                </c:pt>
                <c:pt idx="3720">
                  <c:v>219.96</c:v>
                </c:pt>
                <c:pt idx="3721">
                  <c:v>219.96</c:v>
                </c:pt>
                <c:pt idx="3722">
                  <c:v>188.97</c:v>
                </c:pt>
                <c:pt idx="3723">
                  <c:v>188.97</c:v>
                </c:pt>
                <c:pt idx="3724">
                  <c:v>169.98</c:v>
                </c:pt>
                <c:pt idx="3725">
                  <c:v>131.97999999999999</c:v>
                </c:pt>
                <c:pt idx="3726">
                  <c:v>131.97999999999999</c:v>
                </c:pt>
                <c:pt idx="3727">
                  <c:v>199.26</c:v>
                </c:pt>
                <c:pt idx="3728">
                  <c:v>169.98</c:v>
                </c:pt>
                <c:pt idx="3729">
                  <c:v>199.26</c:v>
                </c:pt>
                <c:pt idx="3730">
                  <c:v>169.98</c:v>
                </c:pt>
                <c:pt idx="3731">
                  <c:v>169.98</c:v>
                </c:pt>
                <c:pt idx="3732">
                  <c:v>169.98</c:v>
                </c:pt>
                <c:pt idx="3733">
                  <c:v>169.98</c:v>
                </c:pt>
                <c:pt idx="3734">
                  <c:v>206.96</c:v>
                </c:pt>
                <c:pt idx="3735">
                  <c:v>206.96</c:v>
                </c:pt>
                <c:pt idx="3736">
                  <c:v>169.98</c:v>
                </c:pt>
                <c:pt idx="3737">
                  <c:v>169.98</c:v>
                </c:pt>
                <c:pt idx="3738">
                  <c:v>169.98</c:v>
                </c:pt>
                <c:pt idx="3739">
                  <c:v>131.97999999999999</c:v>
                </c:pt>
                <c:pt idx="3740">
                  <c:v>188.97</c:v>
                </c:pt>
                <c:pt idx="3741">
                  <c:v>304.95999999999998</c:v>
                </c:pt>
                <c:pt idx="3742">
                  <c:v>188.97</c:v>
                </c:pt>
                <c:pt idx="3743">
                  <c:v>131.97999999999999</c:v>
                </c:pt>
                <c:pt idx="3744">
                  <c:v>159.97999999999999</c:v>
                </c:pt>
                <c:pt idx="3745">
                  <c:v>159.97999999999999</c:v>
                </c:pt>
                <c:pt idx="3746">
                  <c:v>153.97</c:v>
                </c:pt>
                <c:pt idx="3747">
                  <c:v>304.95999999999998</c:v>
                </c:pt>
                <c:pt idx="3748">
                  <c:v>153.97</c:v>
                </c:pt>
                <c:pt idx="3749">
                  <c:v>65.989999999999995</c:v>
                </c:pt>
                <c:pt idx="3750">
                  <c:v>196.65</c:v>
                </c:pt>
                <c:pt idx="3751">
                  <c:v>131.97999999999999</c:v>
                </c:pt>
                <c:pt idx="3752">
                  <c:v>131.97999999999999</c:v>
                </c:pt>
                <c:pt idx="3753">
                  <c:v>120.66</c:v>
                </c:pt>
                <c:pt idx="3754">
                  <c:v>108.02</c:v>
                </c:pt>
                <c:pt idx="3755">
                  <c:v>121.98</c:v>
                </c:pt>
                <c:pt idx="3756">
                  <c:v>78.72</c:v>
                </c:pt>
                <c:pt idx="3757">
                  <c:v>89.63</c:v>
                </c:pt>
                <c:pt idx="3758">
                  <c:v>131.97999999999999</c:v>
                </c:pt>
                <c:pt idx="3759">
                  <c:v>130.4</c:v>
                </c:pt>
                <c:pt idx="3760">
                  <c:v>63.59</c:v>
                </c:pt>
                <c:pt idx="3761">
                  <c:v>129.5</c:v>
                </c:pt>
                <c:pt idx="3762">
                  <c:v>65.989999999999995</c:v>
                </c:pt>
                <c:pt idx="3763">
                  <c:v>64.010000000000005</c:v>
                </c:pt>
                <c:pt idx="3764">
                  <c:v>131.97999999999999</c:v>
                </c:pt>
                <c:pt idx="3765">
                  <c:v>131.97999999999999</c:v>
                </c:pt>
                <c:pt idx="3766">
                  <c:v>131.32</c:v>
                </c:pt>
                <c:pt idx="3767">
                  <c:v>130.66</c:v>
                </c:pt>
                <c:pt idx="3768">
                  <c:v>98.16</c:v>
                </c:pt>
                <c:pt idx="3769">
                  <c:v>19.989999999999998</c:v>
                </c:pt>
                <c:pt idx="3770">
                  <c:v>118.78</c:v>
                </c:pt>
                <c:pt idx="3771">
                  <c:v>65.33</c:v>
                </c:pt>
                <c:pt idx="3772">
                  <c:v>171.97</c:v>
                </c:pt>
                <c:pt idx="3773">
                  <c:v>115.71</c:v>
                </c:pt>
                <c:pt idx="3774">
                  <c:v>124.65</c:v>
                </c:pt>
                <c:pt idx="3775">
                  <c:v>84.99</c:v>
                </c:pt>
                <c:pt idx="3776">
                  <c:v>65.989999999999995</c:v>
                </c:pt>
                <c:pt idx="3777">
                  <c:v>197.97</c:v>
                </c:pt>
                <c:pt idx="3778">
                  <c:v>125.38</c:v>
                </c:pt>
                <c:pt idx="3779">
                  <c:v>65.989999999999995</c:v>
                </c:pt>
                <c:pt idx="3780">
                  <c:v>131.97999999999999</c:v>
                </c:pt>
                <c:pt idx="3781">
                  <c:v>92</c:v>
                </c:pt>
                <c:pt idx="3782">
                  <c:v>131.97999999999999</c:v>
                </c:pt>
                <c:pt idx="3783">
                  <c:v>130.66</c:v>
                </c:pt>
                <c:pt idx="3784">
                  <c:v>131.97999999999999</c:v>
                </c:pt>
                <c:pt idx="3785">
                  <c:v>142.21</c:v>
                </c:pt>
                <c:pt idx="3786">
                  <c:v>79.98</c:v>
                </c:pt>
                <c:pt idx="3787">
                  <c:v>64.67</c:v>
                </c:pt>
                <c:pt idx="3788">
                  <c:v>197.97</c:v>
                </c:pt>
                <c:pt idx="3789">
                  <c:v>254.97</c:v>
                </c:pt>
                <c:pt idx="3790">
                  <c:v>162.44999999999999</c:v>
                </c:pt>
                <c:pt idx="3791">
                  <c:v>214.97</c:v>
                </c:pt>
                <c:pt idx="3792">
                  <c:v>169.98</c:v>
                </c:pt>
                <c:pt idx="3793">
                  <c:v>254.97</c:v>
                </c:pt>
                <c:pt idx="3794">
                  <c:v>263.95999999999998</c:v>
                </c:pt>
                <c:pt idx="3795">
                  <c:v>131.97999999999999</c:v>
                </c:pt>
                <c:pt idx="3796">
                  <c:v>236.97</c:v>
                </c:pt>
                <c:pt idx="3797">
                  <c:v>169.98</c:v>
                </c:pt>
                <c:pt idx="3798">
                  <c:v>254.97</c:v>
                </c:pt>
                <c:pt idx="3799">
                  <c:v>339.96</c:v>
                </c:pt>
                <c:pt idx="3800">
                  <c:v>254.97</c:v>
                </c:pt>
                <c:pt idx="3801">
                  <c:v>274.95</c:v>
                </c:pt>
                <c:pt idx="3802">
                  <c:v>169.98</c:v>
                </c:pt>
                <c:pt idx="3803">
                  <c:v>424.95</c:v>
                </c:pt>
                <c:pt idx="3804">
                  <c:v>-169.98</c:v>
                </c:pt>
                <c:pt idx="3805">
                  <c:v>229.97</c:v>
                </c:pt>
                <c:pt idx="3806">
                  <c:v>172.97</c:v>
                </c:pt>
                <c:pt idx="3807">
                  <c:v>119.44</c:v>
                </c:pt>
                <c:pt idx="3808">
                  <c:v>159.97999999999999</c:v>
                </c:pt>
                <c:pt idx="3809">
                  <c:v>254.97</c:v>
                </c:pt>
                <c:pt idx="3810">
                  <c:v>79.849999999999994</c:v>
                </c:pt>
                <c:pt idx="3811">
                  <c:v>217.75</c:v>
                </c:pt>
                <c:pt idx="3812">
                  <c:v>217.75</c:v>
                </c:pt>
                <c:pt idx="3813">
                  <c:v>145.15</c:v>
                </c:pt>
                <c:pt idx="3814">
                  <c:v>169.35</c:v>
                </c:pt>
                <c:pt idx="3815">
                  <c:v>208.07</c:v>
                </c:pt>
                <c:pt idx="3816">
                  <c:v>217.75</c:v>
                </c:pt>
                <c:pt idx="3817">
                  <c:v>217.75</c:v>
                </c:pt>
                <c:pt idx="3818">
                  <c:v>319.23</c:v>
                </c:pt>
                <c:pt idx="3819">
                  <c:v>169.35</c:v>
                </c:pt>
                <c:pt idx="3820">
                  <c:v>217.75</c:v>
                </c:pt>
                <c:pt idx="3821">
                  <c:v>217.75</c:v>
                </c:pt>
                <c:pt idx="3822">
                  <c:v>217.75</c:v>
                </c:pt>
                <c:pt idx="3823">
                  <c:v>217.75</c:v>
                </c:pt>
                <c:pt idx="3824">
                  <c:v>187.22</c:v>
                </c:pt>
                <c:pt idx="3825">
                  <c:v>133.05000000000001</c:v>
                </c:pt>
                <c:pt idx="3826">
                  <c:v>388.55</c:v>
                </c:pt>
                <c:pt idx="3827">
                  <c:v>600.15</c:v>
                </c:pt>
                <c:pt idx="3828">
                  <c:v>299.94</c:v>
                </c:pt>
                <c:pt idx="3829">
                  <c:v>292.95</c:v>
                </c:pt>
                <c:pt idx="3830">
                  <c:v>374.62</c:v>
                </c:pt>
                <c:pt idx="3831">
                  <c:v>121.74</c:v>
                </c:pt>
                <c:pt idx="3832">
                  <c:v>380.43</c:v>
                </c:pt>
                <c:pt idx="3833">
                  <c:v>329.95</c:v>
                </c:pt>
                <c:pt idx="3834">
                  <c:v>307.94</c:v>
                </c:pt>
                <c:pt idx="3835">
                  <c:v>130.44999999999999</c:v>
                </c:pt>
                <c:pt idx="3836">
                  <c:v>212.94</c:v>
                </c:pt>
                <c:pt idx="3837">
                  <c:v>109.96</c:v>
                </c:pt>
                <c:pt idx="3838">
                  <c:v>171.97</c:v>
                </c:pt>
                <c:pt idx="3839">
                  <c:v>179.4</c:v>
                </c:pt>
                <c:pt idx="3840">
                  <c:v>206.94</c:v>
                </c:pt>
                <c:pt idx="3841">
                  <c:v>53.98</c:v>
                </c:pt>
                <c:pt idx="3842">
                  <c:v>121.98</c:v>
                </c:pt>
                <c:pt idx="3843">
                  <c:v>192.56</c:v>
                </c:pt>
                <c:pt idx="3844">
                  <c:v>108.78</c:v>
                </c:pt>
                <c:pt idx="3845">
                  <c:v>189.96</c:v>
                </c:pt>
                <c:pt idx="3846">
                  <c:v>155.96</c:v>
                </c:pt>
                <c:pt idx="3847">
                  <c:v>116.99</c:v>
                </c:pt>
                <c:pt idx="3848">
                  <c:v>131.97999999999999</c:v>
                </c:pt>
                <c:pt idx="3849">
                  <c:v>121.98</c:v>
                </c:pt>
                <c:pt idx="3850">
                  <c:v>174.75</c:v>
                </c:pt>
                <c:pt idx="3851">
                  <c:v>118.78</c:v>
                </c:pt>
                <c:pt idx="3852">
                  <c:v>156.97</c:v>
                </c:pt>
                <c:pt idx="3853">
                  <c:v>201.96</c:v>
                </c:pt>
                <c:pt idx="3854">
                  <c:v>147.97</c:v>
                </c:pt>
                <c:pt idx="3855">
                  <c:v>288.95</c:v>
                </c:pt>
                <c:pt idx="3856">
                  <c:v>117.96</c:v>
                </c:pt>
                <c:pt idx="3857">
                  <c:v>197.97</c:v>
                </c:pt>
                <c:pt idx="3858">
                  <c:v>147.97</c:v>
                </c:pt>
                <c:pt idx="3859">
                  <c:v>103.91</c:v>
                </c:pt>
                <c:pt idx="3860">
                  <c:v>188.97</c:v>
                </c:pt>
                <c:pt idx="3861">
                  <c:v>84.99</c:v>
                </c:pt>
                <c:pt idx="3862">
                  <c:v>96.65</c:v>
                </c:pt>
                <c:pt idx="3863">
                  <c:v>88.97</c:v>
                </c:pt>
                <c:pt idx="3864">
                  <c:v>169.98</c:v>
                </c:pt>
                <c:pt idx="3865">
                  <c:v>194.96</c:v>
                </c:pt>
                <c:pt idx="3866">
                  <c:v>217.95</c:v>
                </c:pt>
                <c:pt idx="3867">
                  <c:v>105.98</c:v>
                </c:pt>
                <c:pt idx="3868">
                  <c:v>79.97</c:v>
                </c:pt>
                <c:pt idx="3869">
                  <c:v>84.99</c:v>
                </c:pt>
                <c:pt idx="3870">
                  <c:v>187.97</c:v>
                </c:pt>
                <c:pt idx="3871">
                  <c:v>177.97</c:v>
                </c:pt>
                <c:pt idx="3872">
                  <c:v>77.510000000000005</c:v>
                </c:pt>
                <c:pt idx="3873">
                  <c:v>168.94</c:v>
                </c:pt>
                <c:pt idx="3874">
                  <c:v>166.97</c:v>
                </c:pt>
                <c:pt idx="3875">
                  <c:v>183.55</c:v>
                </c:pt>
                <c:pt idx="3876">
                  <c:v>105.98</c:v>
                </c:pt>
                <c:pt idx="3877">
                  <c:v>123.97</c:v>
                </c:pt>
                <c:pt idx="3878">
                  <c:v>154.37</c:v>
                </c:pt>
                <c:pt idx="3879">
                  <c:v>226.96</c:v>
                </c:pt>
                <c:pt idx="3880">
                  <c:v>161.86000000000001</c:v>
                </c:pt>
                <c:pt idx="3881">
                  <c:v>84.99</c:v>
                </c:pt>
                <c:pt idx="3882">
                  <c:v>232.96</c:v>
                </c:pt>
                <c:pt idx="3883">
                  <c:v>196.95</c:v>
                </c:pt>
                <c:pt idx="3884">
                  <c:v>118.78</c:v>
                </c:pt>
                <c:pt idx="3885">
                  <c:v>176.33</c:v>
                </c:pt>
                <c:pt idx="3886">
                  <c:v>83.93</c:v>
                </c:pt>
                <c:pt idx="3887">
                  <c:v>139.97999999999999</c:v>
                </c:pt>
                <c:pt idx="3888">
                  <c:v>179.75</c:v>
                </c:pt>
                <c:pt idx="3889">
                  <c:v>116.74</c:v>
                </c:pt>
                <c:pt idx="3890">
                  <c:v>109.99</c:v>
                </c:pt>
                <c:pt idx="3891">
                  <c:v>187.97</c:v>
                </c:pt>
                <c:pt idx="3892">
                  <c:v>100.98</c:v>
                </c:pt>
                <c:pt idx="3893">
                  <c:v>187.97</c:v>
                </c:pt>
                <c:pt idx="3894">
                  <c:v>74.48</c:v>
                </c:pt>
                <c:pt idx="3895">
                  <c:v>108.17</c:v>
                </c:pt>
                <c:pt idx="3896">
                  <c:v>95.69</c:v>
                </c:pt>
                <c:pt idx="3897">
                  <c:v>187.97</c:v>
                </c:pt>
                <c:pt idx="3898">
                  <c:v>146.97</c:v>
                </c:pt>
                <c:pt idx="3899">
                  <c:v>61.17</c:v>
                </c:pt>
                <c:pt idx="3900">
                  <c:v>76.02</c:v>
                </c:pt>
                <c:pt idx="3901">
                  <c:v>121.98</c:v>
                </c:pt>
                <c:pt idx="3902">
                  <c:v>104.98</c:v>
                </c:pt>
                <c:pt idx="3903">
                  <c:v>-33.880000000000003</c:v>
                </c:pt>
                <c:pt idx="3904">
                  <c:v>91.41</c:v>
                </c:pt>
                <c:pt idx="3905">
                  <c:v>169.98</c:v>
                </c:pt>
                <c:pt idx="3906">
                  <c:v>108.97</c:v>
                </c:pt>
                <c:pt idx="3907">
                  <c:v>126.38</c:v>
                </c:pt>
                <c:pt idx="3908">
                  <c:v>131.97999999999999</c:v>
                </c:pt>
                <c:pt idx="3909">
                  <c:v>169.98</c:v>
                </c:pt>
                <c:pt idx="3910">
                  <c:v>186.06</c:v>
                </c:pt>
                <c:pt idx="3911">
                  <c:v>89.97</c:v>
                </c:pt>
                <c:pt idx="3912">
                  <c:v>205.96</c:v>
                </c:pt>
                <c:pt idx="3913">
                  <c:v>164.96</c:v>
                </c:pt>
                <c:pt idx="3914">
                  <c:v>86.96</c:v>
                </c:pt>
                <c:pt idx="3915">
                  <c:v>80.98</c:v>
                </c:pt>
                <c:pt idx="3916">
                  <c:v>151.96</c:v>
                </c:pt>
                <c:pt idx="3917">
                  <c:v>93.66</c:v>
                </c:pt>
                <c:pt idx="3918">
                  <c:v>169.98</c:v>
                </c:pt>
                <c:pt idx="3919">
                  <c:v>86.96</c:v>
                </c:pt>
                <c:pt idx="3920">
                  <c:v>246.95</c:v>
                </c:pt>
                <c:pt idx="3921">
                  <c:v>121.57</c:v>
                </c:pt>
                <c:pt idx="3922">
                  <c:v>79.209999999999994</c:v>
                </c:pt>
                <c:pt idx="3923">
                  <c:v>137.97</c:v>
                </c:pt>
                <c:pt idx="3924">
                  <c:v>163.35</c:v>
                </c:pt>
                <c:pt idx="3925">
                  <c:v>155.01</c:v>
                </c:pt>
                <c:pt idx="3926">
                  <c:v>197.97</c:v>
                </c:pt>
                <c:pt idx="3927">
                  <c:v>131.97999999999999</c:v>
                </c:pt>
                <c:pt idx="3928">
                  <c:v>162.96</c:v>
                </c:pt>
                <c:pt idx="3929">
                  <c:v>146.97</c:v>
                </c:pt>
                <c:pt idx="3930">
                  <c:v>88.98</c:v>
                </c:pt>
                <c:pt idx="3931">
                  <c:v>95.97</c:v>
                </c:pt>
                <c:pt idx="3932">
                  <c:v>77.98</c:v>
                </c:pt>
                <c:pt idx="3933">
                  <c:v>137.97999999999999</c:v>
                </c:pt>
                <c:pt idx="3934">
                  <c:v>126.16</c:v>
                </c:pt>
                <c:pt idx="3935">
                  <c:v>169.98</c:v>
                </c:pt>
                <c:pt idx="3936">
                  <c:v>147.57</c:v>
                </c:pt>
                <c:pt idx="3937">
                  <c:v>183.87</c:v>
                </c:pt>
                <c:pt idx="3938">
                  <c:v>165.03</c:v>
                </c:pt>
                <c:pt idx="3939">
                  <c:v>159.69999999999999</c:v>
                </c:pt>
                <c:pt idx="3940">
                  <c:v>204.43</c:v>
                </c:pt>
                <c:pt idx="3941">
                  <c:v>110.09</c:v>
                </c:pt>
                <c:pt idx="3942">
                  <c:v>181.46</c:v>
                </c:pt>
                <c:pt idx="3943">
                  <c:v>181.45</c:v>
                </c:pt>
                <c:pt idx="3944">
                  <c:v>181.46</c:v>
                </c:pt>
                <c:pt idx="3945">
                  <c:v>208.04</c:v>
                </c:pt>
                <c:pt idx="3946">
                  <c:v>79.849999999999994</c:v>
                </c:pt>
                <c:pt idx="3947">
                  <c:v>181.46</c:v>
                </c:pt>
                <c:pt idx="3948">
                  <c:v>101.62</c:v>
                </c:pt>
                <c:pt idx="3949">
                  <c:v>82.21</c:v>
                </c:pt>
                <c:pt idx="3950">
                  <c:v>181.46</c:v>
                </c:pt>
                <c:pt idx="3951">
                  <c:v>123.38</c:v>
                </c:pt>
                <c:pt idx="3952">
                  <c:v>143.97</c:v>
                </c:pt>
                <c:pt idx="3953">
                  <c:v>203.23</c:v>
                </c:pt>
                <c:pt idx="3954">
                  <c:v>147.56</c:v>
                </c:pt>
                <c:pt idx="3955">
                  <c:v>67.709999999999994</c:v>
                </c:pt>
                <c:pt idx="3956">
                  <c:v>113.7</c:v>
                </c:pt>
                <c:pt idx="3957">
                  <c:v>147.56</c:v>
                </c:pt>
                <c:pt idx="3958">
                  <c:v>203.23</c:v>
                </c:pt>
                <c:pt idx="3959">
                  <c:v>130.63</c:v>
                </c:pt>
                <c:pt idx="3960">
                  <c:v>125.79</c:v>
                </c:pt>
                <c:pt idx="3961">
                  <c:v>125.8</c:v>
                </c:pt>
                <c:pt idx="3962">
                  <c:v>163.44</c:v>
                </c:pt>
                <c:pt idx="3963">
                  <c:v>130.38</c:v>
                </c:pt>
                <c:pt idx="3964">
                  <c:v>174.97</c:v>
                </c:pt>
                <c:pt idx="3965">
                  <c:v>174.97</c:v>
                </c:pt>
                <c:pt idx="3966">
                  <c:v>130.38</c:v>
                </c:pt>
                <c:pt idx="3967">
                  <c:v>146.97</c:v>
                </c:pt>
                <c:pt idx="3968">
                  <c:v>182.97</c:v>
                </c:pt>
                <c:pt idx="3969">
                  <c:v>182.97</c:v>
                </c:pt>
                <c:pt idx="3970">
                  <c:v>99.98</c:v>
                </c:pt>
                <c:pt idx="3971">
                  <c:v>99.98</c:v>
                </c:pt>
                <c:pt idx="3972">
                  <c:v>65.989999999999995</c:v>
                </c:pt>
                <c:pt idx="3973">
                  <c:v>146.97</c:v>
                </c:pt>
                <c:pt idx="3974">
                  <c:v>163.44</c:v>
                </c:pt>
                <c:pt idx="3975">
                  <c:v>128</c:v>
                </c:pt>
                <c:pt idx="3976">
                  <c:v>162.61000000000001</c:v>
                </c:pt>
                <c:pt idx="3977">
                  <c:v>162.61000000000001</c:v>
                </c:pt>
                <c:pt idx="3978">
                  <c:v>134.97999999999999</c:v>
                </c:pt>
                <c:pt idx="3979">
                  <c:v>84.99</c:v>
                </c:pt>
                <c:pt idx="3980">
                  <c:v>84.99</c:v>
                </c:pt>
                <c:pt idx="3981">
                  <c:v>134.97999999999999</c:v>
                </c:pt>
                <c:pt idx="3982">
                  <c:v>41.29</c:v>
                </c:pt>
                <c:pt idx="3983">
                  <c:v>145.97</c:v>
                </c:pt>
                <c:pt idx="3984">
                  <c:v>101.44</c:v>
                </c:pt>
                <c:pt idx="3985">
                  <c:v>101.44</c:v>
                </c:pt>
                <c:pt idx="3986">
                  <c:v>41.29</c:v>
                </c:pt>
                <c:pt idx="3987">
                  <c:v>186.96</c:v>
                </c:pt>
                <c:pt idx="3988">
                  <c:v>95.38</c:v>
                </c:pt>
                <c:pt idx="3989">
                  <c:v>119.98</c:v>
                </c:pt>
                <c:pt idx="3990">
                  <c:v>95.38</c:v>
                </c:pt>
                <c:pt idx="3991">
                  <c:v>84.99</c:v>
                </c:pt>
                <c:pt idx="3992">
                  <c:v>123.98</c:v>
                </c:pt>
                <c:pt idx="3993">
                  <c:v>124.03</c:v>
                </c:pt>
                <c:pt idx="3994">
                  <c:v>139.37</c:v>
                </c:pt>
                <c:pt idx="3995">
                  <c:v>124.03</c:v>
                </c:pt>
                <c:pt idx="3996">
                  <c:v>84.99</c:v>
                </c:pt>
                <c:pt idx="3997">
                  <c:v>139.37</c:v>
                </c:pt>
                <c:pt idx="3998">
                  <c:v>169.98</c:v>
                </c:pt>
                <c:pt idx="3999">
                  <c:v>104.97</c:v>
                </c:pt>
                <c:pt idx="4000">
                  <c:v>104.97</c:v>
                </c:pt>
                <c:pt idx="4001">
                  <c:v>169.98</c:v>
                </c:pt>
                <c:pt idx="4002">
                  <c:v>128</c:v>
                </c:pt>
                <c:pt idx="4003">
                  <c:v>123.98</c:v>
                </c:pt>
                <c:pt idx="4004">
                  <c:v>119.98</c:v>
                </c:pt>
                <c:pt idx="4005">
                  <c:v>145.97</c:v>
                </c:pt>
                <c:pt idx="4006">
                  <c:v>99.98</c:v>
                </c:pt>
                <c:pt idx="4007">
                  <c:v>84.99</c:v>
                </c:pt>
                <c:pt idx="4008">
                  <c:v>84.99</c:v>
                </c:pt>
                <c:pt idx="4009">
                  <c:v>93.65</c:v>
                </c:pt>
                <c:pt idx="4010">
                  <c:v>99.98</c:v>
                </c:pt>
                <c:pt idx="4011">
                  <c:v>99.98</c:v>
                </c:pt>
                <c:pt idx="4012">
                  <c:v>59.97</c:v>
                </c:pt>
                <c:pt idx="4013">
                  <c:v>93.65</c:v>
                </c:pt>
                <c:pt idx="4014">
                  <c:v>59.97</c:v>
                </c:pt>
                <c:pt idx="4015">
                  <c:v>156.97999999999999</c:v>
                </c:pt>
                <c:pt idx="4016">
                  <c:v>156.97999999999999</c:v>
                </c:pt>
                <c:pt idx="4017">
                  <c:v>145.96</c:v>
                </c:pt>
                <c:pt idx="4018">
                  <c:v>99.98</c:v>
                </c:pt>
                <c:pt idx="4019">
                  <c:v>145.96</c:v>
                </c:pt>
                <c:pt idx="4020">
                  <c:v>65.989999999999995</c:v>
                </c:pt>
                <c:pt idx="4021">
                  <c:v>114.97</c:v>
                </c:pt>
                <c:pt idx="4022">
                  <c:v>186.96</c:v>
                </c:pt>
                <c:pt idx="4023">
                  <c:v>84.99</c:v>
                </c:pt>
                <c:pt idx="4024">
                  <c:v>84.99</c:v>
                </c:pt>
                <c:pt idx="4025">
                  <c:v>203.97</c:v>
                </c:pt>
                <c:pt idx="4026">
                  <c:v>203.97</c:v>
                </c:pt>
                <c:pt idx="4027">
                  <c:v>110.37</c:v>
                </c:pt>
                <c:pt idx="4028">
                  <c:v>110.37</c:v>
                </c:pt>
                <c:pt idx="4029">
                  <c:v>114.97</c:v>
                </c:pt>
                <c:pt idx="4030">
                  <c:v>188.69</c:v>
                </c:pt>
                <c:pt idx="4031">
                  <c:v>254.03</c:v>
                </c:pt>
                <c:pt idx="4032">
                  <c:v>111.28</c:v>
                </c:pt>
                <c:pt idx="4033">
                  <c:v>191.11</c:v>
                </c:pt>
                <c:pt idx="4034">
                  <c:v>92.38</c:v>
                </c:pt>
                <c:pt idx="4035">
                  <c:v>31.4</c:v>
                </c:pt>
                <c:pt idx="4036">
                  <c:v>188.69</c:v>
                </c:pt>
                <c:pt idx="4037">
                  <c:v>188.69</c:v>
                </c:pt>
                <c:pt idx="4038">
                  <c:v>125.79</c:v>
                </c:pt>
                <c:pt idx="4039">
                  <c:v>198.37</c:v>
                </c:pt>
                <c:pt idx="4040">
                  <c:v>179.01</c:v>
                </c:pt>
                <c:pt idx="4041">
                  <c:v>212.73</c:v>
                </c:pt>
                <c:pt idx="4042">
                  <c:v>127</c:v>
                </c:pt>
                <c:pt idx="4043">
                  <c:v>125.79</c:v>
                </c:pt>
                <c:pt idx="4044">
                  <c:v>191.3</c:v>
                </c:pt>
                <c:pt idx="4045">
                  <c:v>55.59</c:v>
                </c:pt>
                <c:pt idx="4046">
                  <c:v>246.74</c:v>
                </c:pt>
                <c:pt idx="4047">
                  <c:v>162.08000000000001</c:v>
                </c:pt>
                <c:pt idx="4048">
                  <c:v>119.74</c:v>
                </c:pt>
                <c:pt idx="4049">
                  <c:v>80.41</c:v>
                </c:pt>
                <c:pt idx="4050">
                  <c:v>163.29</c:v>
                </c:pt>
                <c:pt idx="4051">
                  <c:v>261.26</c:v>
                </c:pt>
                <c:pt idx="4052">
                  <c:v>174.18</c:v>
                </c:pt>
                <c:pt idx="4053">
                  <c:v>114.9</c:v>
                </c:pt>
                <c:pt idx="4054">
                  <c:v>78.17</c:v>
                </c:pt>
                <c:pt idx="4055">
                  <c:v>237.06</c:v>
                </c:pt>
                <c:pt idx="4056">
                  <c:v>318.95</c:v>
                </c:pt>
                <c:pt idx="4057">
                  <c:v>131.97999999999999</c:v>
                </c:pt>
                <c:pt idx="4058">
                  <c:v>169.98</c:v>
                </c:pt>
                <c:pt idx="4059">
                  <c:v>169.98</c:v>
                </c:pt>
                <c:pt idx="4060">
                  <c:v>184.97</c:v>
                </c:pt>
                <c:pt idx="4061">
                  <c:v>69.98</c:v>
                </c:pt>
                <c:pt idx="4062">
                  <c:v>184.97</c:v>
                </c:pt>
                <c:pt idx="4063">
                  <c:v>197.97</c:v>
                </c:pt>
                <c:pt idx="4064">
                  <c:v>116.58</c:v>
                </c:pt>
                <c:pt idx="4065">
                  <c:v>174.96</c:v>
                </c:pt>
                <c:pt idx="4066">
                  <c:v>131.97999999999999</c:v>
                </c:pt>
                <c:pt idx="4067">
                  <c:v>184.97</c:v>
                </c:pt>
                <c:pt idx="4068">
                  <c:v>169.98</c:v>
                </c:pt>
                <c:pt idx="4069">
                  <c:v>168.97</c:v>
                </c:pt>
                <c:pt idx="4070">
                  <c:v>147.66999999999999</c:v>
                </c:pt>
                <c:pt idx="4071">
                  <c:v>199.96</c:v>
                </c:pt>
                <c:pt idx="4072">
                  <c:v>169.98</c:v>
                </c:pt>
                <c:pt idx="4073">
                  <c:v>120.97</c:v>
                </c:pt>
                <c:pt idx="4074">
                  <c:v>184.97</c:v>
                </c:pt>
                <c:pt idx="4075">
                  <c:v>194.96</c:v>
                </c:pt>
                <c:pt idx="4076">
                  <c:v>153.97999999999999</c:v>
                </c:pt>
                <c:pt idx="4077">
                  <c:v>169.98</c:v>
                </c:pt>
                <c:pt idx="4078">
                  <c:v>110.08</c:v>
                </c:pt>
                <c:pt idx="4079">
                  <c:v>269.95999999999998</c:v>
                </c:pt>
                <c:pt idx="4080">
                  <c:v>121.98</c:v>
                </c:pt>
                <c:pt idx="4081">
                  <c:v>120.98</c:v>
                </c:pt>
                <c:pt idx="4082">
                  <c:v>254.97</c:v>
                </c:pt>
                <c:pt idx="4083">
                  <c:v>131.97999999999999</c:v>
                </c:pt>
                <c:pt idx="4084">
                  <c:v>121.98</c:v>
                </c:pt>
                <c:pt idx="4085">
                  <c:v>169.98</c:v>
                </c:pt>
                <c:pt idx="4086">
                  <c:v>139.97999999999999</c:v>
                </c:pt>
                <c:pt idx="4087">
                  <c:v>174.97</c:v>
                </c:pt>
                <c:pt idx="4088">
                  <c:v>339.96</c:v>
                </c:pt>
                <c:pt idx="4089">
                  <c:v>169.98</c:v>
                </c:pt>
                <c:pt idx="4090">
                  <c:v>177.97</c:v>
                </c:pt>
                <c:pt idx="4091">
                  <c:v>169.98</c:v>
                </c:pt>
                <c:pt idx="4092">
                  <c:v>169.98</c:v>
                </c:pt>
                <c:pt idx="4093">
                  <c:v>329.95</c:v>
                </c:pt>
                <c:pt idx="4094">
                  <c:v>365.13</c:v>
                </c:pt>
                <c:pt idx="4095">
                  <c:v>414.93</c:v>
                </c:pt>
                <c:pt idx="4096">
                  <c:v>363.51</c:v>
                </c:pt>
                <c:pt idx="4097">
                  <c:v>414.93</c:v>
                </c:pt>
                <c:pt idx="4098">
                  <c:v>375.14</c:v>
                </c:pt>
                <c:pt idx="4099">
                  <c:v>675.07</c:v>
                </c:pt>
                <c:pt idx="4100">
                  <c:v>329.95</c:v>
                </c:pt>
                <c:pt idx="4101">
                  <c:v>301.93</c:v>
                </c:pt>
                <c:pt idx="4102">
                  <c:v>301.93</c:v>
                </c:pt>
                <c:pt idx="4103">
                  <c:v>194.61</c:v>
                </c:pt>
                <c:pt idx="4104">
                  <c:v>194.61</c:v>
                </c:pt>
                <c:pt idx="4105">
                  <c:v>480.94</c:v>
                </c:pt>
                <c:pt idx="4106">
                  <c:v>392.9</c:v>
                </c:pt>
                <c:pt idx="4107">
                  <c:v>392.9</c:v>
                </c:pt>
                <c:pt idx="4108">
                  <c:v>675.07</c:v>
                </c:pt>
                <c:pt idx="4109">
                  <c:v>375.14</c:v>
                </c:pt>
                <c:pt idx="4110">
                  <c:v>69.53</c:v>
                </c:pt>
                <c:pt idx="4111">
                  <c:v>675.96</c:v>
                </c:pt>
                <c:pt idx="4112">
                  <c:v>69.53</c:v>
                </c:pt>
                <c:pt idx="4113">
                  <c:v>395.94</c:v>
                </c:pt>
                <c:pt idx="4114">
                  <c:v>584.92999999999995</c:v>
                </c:pt>
                <c:pt idx="4115">
                  <c:v>584.92999999999995</c:v>
                </c:pt>
                <c:pt idx="4116">
                  <c:v>181.6</c:v>
                </c:pt>
                <c:pt idx="4117">
                  <c:v>529.91999999999996</c:v>
                </c:pt>
                <c:pt idx="4118">
                  <c:v>480.94</c:v>
                </c:pt>
                <c:pt idx="4119">
                  <c:v>675.96</c:v>
                </c:pt>
                <c:pt idx="4120">
                  <c:v>181.6</c:v>
                </c:pt>
                <c:pt idx="4121">
                  <c:v>100.38</c:v>
                </c:pt>
                <c:pt idx="4122">
                  <c:v>100.38</c:v>
                </c:pt>
                <c:pt idx="4123">
                  <c:v>363.51</c:v>
                </c:pt>
                <c:pt idx="4124">
                  <c:v>529.91999999999996</c:v>
                </c:pt>
                <c:pt idx="4125">
                  <c:v>365.13</c:v>
                </c:pt>
                <c:pt idx="4126">
                  <c:v>437.92</c:v>
                </c:pt>
                <c:pt idx="4127">
                  <c:v>395.94</c:v>
                </c:pt>
                <c:pt idx="4128">
                  <c:v>437.92</c:v>
                </c:pt>
                <c:pt idx="4129">
                  <c:v>282.93</c:v>
                </c:pt>
                <c:pt idx="4130">
                  <c:v>131.96</c:v>
                </c:pt>
                <c:pt idx="4131">
                  <c:v>288.94</c:v>
                </c:pt>
                <c:pt idx="4132">
                  <c:v>241.4</c:v>
                </c:pt>
                <c:pt idx="4133">
                  <c:v>263.94</c:v>
                </c:pt>
                <c:pt idx="4134">
                  <c:v>-16.399999999999999</c:v>
                </c:pt>
                <c:pt idx="4135">
                  <c:v>224.37</c:v>
                </c:pt>
                <c:pt idx="4136">
                  <c:v>261.94</c:v>
                </c:pt>
                <c:pt idx="4137">
                  <c:v>366.41</c:v>
                </c:pt>
                <c:pt idx="4138">
                  <c:v>403.92</c:v>
                </c:pt>
                <c:pt idx="4139">
                  <c:v>242.94</c:v>
                </c:pt>
                <c:pt idx="4140">
                  <c:v>29.97</c:v>
                </c:pt>
                <c:pt idx="4141">
                  <c:v>124.93</c:v>
                </c:pt>
                <c:pt idx="4142">
                  <c:v>175.42</c:v>
                </c:pt>
                <c:pt idx="4143">
                  <c:v>65.989999999999995</c:v>
                </c:pt>
                <c:pt idx="4144">
                  <c:v>98.98</c:v>
                </c:pt>
                <c:pt idx="4145">
                  <c:v>65.989999999999995</c:v>
                </c:pt>
                <c:pt idx="4146">
                  <c:v>99.98</c:v>
                </c:pt>
                <c:pt idx="4147">
                  <c:v>145.5</c:v>
                </c:pt>
                <c:pt idx="4148">
                  <c:v>138.49</c:v>
                </c:pt>
                <c:pt idx="4149">
                  <c:v>145.65</c:v>
                </c:pt>
                <c:pt idx="4150">
                  <c:v>83.99</c:v>
                </c:pt>
                <c:pt idx="4151">
                  <c:v>63.67</c:v>
                </c:pt>
                <c:pt idx="4152">
                  <c:v>183.12</c:v>
                </c:pt>
                <c:pt idx="4153">
                  <c:v>139.96</c:v>
                </c:pt>
                <c:pt idx="4154">
                  <c:v>145.5</c:v>
                </c:pt>
                <c:pt idx="4155">
                  <c:v>130.51</c:v>
                </c:pt>
                <c:pt idx="4156">
                  <c:v>120.51</c:v>
                </c:pt>
                <c:pt idx="4157">
                  <c:v>152.97</c:v>
                </c:pt>
                <c:pt idx="4158">
                  <c:v>65.989999999999995</c:v>
                </c:pt>
                <c:pt idx="4159">
                  <c:v>82.99</c:v>
                </c:pt>
                <c:pt idx="4160">
                  <c:v>68.150000000000006</c:v>
                </c:pt>
                <c:pt idx="4161">
                  <c:v>183.12</c:v>
                </c:pt>
                <c:pt idx="4162">
                  <c:v>135.5</c:v>
                </c:pt>
                <c:pt idx="4163">
                  <c:v>163.31</c:v>
                </c:pt>
                <c:pt idx="4164">
                  <c:v>84.99</c:v>
                </c:pt>
                <c:pt idx="4165">
                  <c:v>98.98</c:v>
                </c:pt>
                <c:pt idx="4166">
                  <c:v>99.13</c:v>
                </c:pt>
                <c:pt idx="4167">
                  <c:v>183.12</c:v>
                </c:pt>
                <c:pt idx="4168">
                  <c:v>135.5</c:v>
                </c:pt>
                <c:pt idx="4169">
                  <c:v>145.65</c:v>
                </c:pt>
                <c:pt idx="4170">
                  <c:v>82.45</c:v>
                </c:pt>
                <c:pt idx="4171">
                  <c:v>89.98</c:v>
                </c:pt>
                <c:pt idx="4172">
                  <c:v>14.97</c:v>
                </c:pt>
                <c:pt idx="4173">
                  <c:v>14.99</c:v>
                </c:pt>
                <c:pt idx="4174">
                  <c:v>98.44</c:v>
                </c:pt>
                <c:pt idx="4175">
                  <c:v>172.97</c:v>
                </c:pt>
                <c:pt idx="4176">
                  <c:v>339.96</c:v>
                </c:pt>
                <c:pt idx="4177">
                  <c:v>310.70999999999998</c:v>
                </c:pt>
                <c:pt idx="4178">
                  <c:v>297.81</c:v>
                </c:pt>
                <c:pt idx="4179">
                  <c:v>172.97</c:v>
                </c:pt>
                <c:pt idx="4180">
                  <c:v>339.96</c:v>
                </c:pt>
                <c:pt idx="4181">
                  <c:v>229.95</c:v>
                </c:pt>
                <c:pt idx="4182">
                  <c:v>323.95999999999998</c:v>
                </c:pt>
                <c:pt idx="4183">
                  <c:v>313.88</c:v>
                </c:pt>
                <c:pt idx="4184">
                  <c:v>263.95999999999998</c:v>
                </c:pt>
                <c:pt idx="4185">
                  <c:v>339.96</c:v>
                </c:pt>
                <c:pt idx="4186">
                  <c:v>307.95999999999998</c:v>
                </c:pt>
                <c:pt idx="4187">
                  <c:v>339.81</c:v>
                </c:pt>
                <c:pt idx="4188">
                  <c:v>339.96</c:v>
                </c:pt>
                <c:pt idx="4189">
                  <c:v>159.94</c:v>
                </c:pt>
                <c:pt idx="4190">
                  <c:v>226.42</c:v>
                </c:pt>
                <c:pt idx="4191">
                  <c:v>314.95999999999998</c:v>
                </c:pt>
                <c:pt idx="4192">
                  <c:v>339.96</c:v>
                </c:pt>
                <c:pt idx="4193">
                  <c:v>137.96</c:v>
                </c:pt>
                <c:pt idx="4194">
                  <c:v>280.56</c:v>
                </c:pt>
                <c:pt idx="4195">
                  <c:v>354.95</c:v>
                </c:pt>
                <c:pt idx="4196">
                  <c:v>323.95999999999998</c:v>
                </c:pt>
                <c:pt idx="4197">
                  <c:v>333.16</c:v>
                </c:pt>
                <c:pt idx="4198">
                  <c:v>143.72</c:v>
                </c:pt>
                <c:pt idx="4199">
                  <c:v>159.69999999999999</c:v>
                </c:pt>
                <c:pt idx="4200">
                  <c:v>159.69999999999999</c:v>
                </c:pt>
                <c:pt idx="4201">
                  <c:v>159.69999999999999</c:v>
                </c:pt>
                <c:pt idx="4202">
                  <c:v>127.03</c:v>
                </c:pt>
                <c:pt idx="4203">
                  <c:v>159.69999999999999</c:v>
                </c:pt>
                <c:pt idx="4204">
                  <c:v>159.69999999999999</c:v>
                </c:pt>
                <c:pt idx="4205">
                  <c:v>120.98</c:v>
                </c:pt>
                <c:pt idx="4206">
                  <c:v>159.69999999999999</c:v>
                </c:pt>
                <c:pt idx="4207">
                  <c:v>147.6</c:v>
                </c:pt>
                <c:pt idx="4208">
                  <c:v>159.69999999999999</c:v>
                </c:pt>
                <c:pt idx="4209">
                  <c:v>159.69999999999999</c:v>
                </c:pt>
                <c:pt idx="4210">
                  <c:v>159.69999999999999</c:v>
                </c:pt>
                <c:pt idx="4211">
                  <c:v>143.72</c:v>
                </c:pt>
                <c:pt idx="4212">
                  <c:v>159.69999999999999</c:v>
                </c:pt>
                <c:pt idx="4213">
                  <c:v>143.72</c:v>
                </c:pt>
                <c:pt idx="4214">
                  <c:v>159.69999999999999</c:v>
                </c:pt>
                <c:pt idx="4215">
                  <c:v>159.69999999999999</c:v>
                </c:pt>
                <c:pt idx="4216">
                  <c:v>208.08</c:v>
                </c:pt>
                <c:pt idx="4217">
                  <c:v>159.69999999999999</c:v>
                </c:pt>
                <c:pt idx="4218">
                  <c:v>214.13</c:v>
                </c:pt>
                <c:pt idx="4219">
                  <c:v>154.96</c:v>
                </c:pt>
                <c:pt idx="4220">
                  <c:v>165.81</c:v>
                </c:pt>
                <c:pt idx="4221">
                  <c:v>149.97999999999999</c:v>
                </c:pt>
                <c:pt idx="4222">
                  <c:v>95.24</c:v>
                </c:pt>
                <c:pt idx="4223">
                  <c:v>159.97999999999999</c:v>
                </c:pt>
                <c:pt idx="4224">
                  <c:v>149.96</c:v>
                </c:pt>
                <c:pt idx="4225">
                  <c:v>159.97999999999999</c:v>
                </c:pt>
                <c:pt idx="4226">
                  <c:v>86.32</c:v>
                </c:pt>
                <c:pt idx="4227">
                  <c:v>143.97999999999999</c:v>
                </c:pt>
                <c:pt idx="4228">
                  <c:v>159.97999999999999</c:v>
                </c:pt>
                <c:pt idx="4229">
                  <c:v>185.96</c:v>
                </c:pt>
                <c:pt idx="4230">
                  <c:v>166.97</c:v>
                </c:pt>
                <c:pt idx="4231">
                  <c:v>155.37</c:v>
                </c:pt>
                <c:pt idx="4232">
                  <c:v>104.98</c:v>
                </c:pt>
                <c:pt idx="4233">
                  <c:v>135.97</c:v>
                </c:pt>
                <c:pt idx="4234">
                  <c:v>176.42</c:v>
                </c:pt>
                <c:pt idx="4235">
                  <c:v>173.97</c:v>
                </c:pt>
                <c:pt idx="4236">
                  <c:v>159.97999999999999</c:v>
                </c:pt>
                <c:pt idx="4237">
                  <c:v>155.18</c:v>
                </c:pt>
                <c:pt idx="4238">
                  <c:v>176.96</c:v>
                </c:pt>
                <c:pt idx="4239">
                  <c:v>159.97999999999999</c:v>
                </c:pt>
                <c:pt idx="4240">
                  <c:v>162.78</c:v>
                </c:pt>
                <c:pt idx="4241">
                  <c:v>179.97</c:v>
                </c:pt>
                <c:pt idx="4242">
                  <c:v>159.97999999999999</c:v>
                </c:pt>
                <c:pt idx="4243">
                  <c:v>195.96</c:v>
                </c:pt>
                <c:pt idx="4244">
                  <c:v>159.97999999999999</c:v>
                </c:pt>
                <c:pt idx="4245">
                  <c:v>185.43</c:v>
                </c:pt>
                <c:pt idx="4246">
                  <c:v>181.96</c:v>
                </c:pt>
                <c:pt idx="4247">
                  <c:v>161.47</c:v>
                </c:pt>
                <c:pt idx="4248">
                  <c:v>170.97</c:v>
                </c:pt>
                <c:pt idx="4249">
                  <c:v>110.98</c:v>
                </c:pt>
                <c:pt idx="4250">
                  <c:v>149.28</c:v>
                </c:pt>
                <c:pt idx="4251">
                  <c:v>161.88999999999999</c:v>
                </c:pt>
                <c:pt idx="4252">
                  <c:v>170.96</c:v>
                </c:pt>
                <c:pt idx="4253">
                  <c:v>171.97</c:v>
                </c:pt>
                <c:pt idx="4254">
                  <c:v>159.97999999999999</c:v>
                </c:pt>
                <c:pt idx="4255">
                  <c:v>190.96</c:v>
                </c:pt>
                <c:pt idx="4256">
                  <c:v>338.95</c:v>
                </c:pt>
                <c:pt idx="4257">
                  <c:v>195.96</c:v>
                </c:pt>
                <c:pt idx="4258">
                  <c:v>85.98</c:v>
                </c:pt>
                <c:pt idx="4259">
                  <c:v>104.98</c:v>
                </c:pt>
                <c:pt idx="4260">
                  <c:v>84.99</c:v>
                </c:pt>
                <c:pt idx="4261">
                  <c:v>65.989999999999995</c:v>
                </c:pt>
                <c:pt idx="4262">
                  <c:v>-13.53</c:v>
                </c:pt>
                <c:pt idx="4263">
                  <c:v>34.99</c:v>
                </c:pt>
                <c:pt idx="4264">
                  <c:v>119.98</c:v>
                </c:pt>
                <c:pt idx="4265">
                  <c:v>135.47</c:v>
                </c:pt>
                <c:pt idx="4266">
                  <c:v>84.99</c:v>
                </c:pt>
                <c:pt idx="4267">
                  <c:v>104.98</c:v>
                </c:pt>
                <c:pt idx="4268">
                  <c:v>96.48</c:v>
                </c:pt>
                <c:pt idx="4269">
                  <c:v>84.99</c:v>
                </c:pt>
                <c:pt idx="4270">
                  <c:v>62.69</c:v>
                </c:pt>
                <c:pt idx="4271">
                  <c:v>96.59</c:v>
                </c:pt>
                <c:pt idx="4272">
                  <c:v>84.99</c:v>
                </c:pt>
                <c:pt idx="4273">
                  <c:v>75.88</c:v>
                </c:pt>
                <c:pt idx="4274">
                  <c:v>169.98</c:v>
                </c:pt>
                <c:pt idx="4275">
                  <c:v>135.47</c:v>
                </c:pt>
                <c:pt idx="4276">
                  <c:v>151.97</c:v>
                </c:pt>
                <c:pt idx="4277">
                  <c:v>113.23</c:v>
                </c:pt>
                <c:pt idx="4278">
                  <c:v>84.99</c:v>
                </c:pt>
                <c:pt idx="4279">
                  <c:v>85.98</c:v>
                </c:pt>
                <c:pt idx="4280">
                  <c:v>152.97999999999999</c:v>
                </c:pt>
                <c:pt idx="4281">
                  <c:v>141.97</c:v>
                </c:pt>
                <c:pt idx="4282">
                  <c:v>96.48</c:v>
                </c:pt>
                <c:pt idx="4283">
                  <c:v>139.97</c:v>
                </c:pt>
                <c:pt idx="4284">
                  <c:v>95.08</c:v>
                </c:pt>
                <c:pt idx="4285">
                  <c:v>69.98</c:v>
                </c:pt>
                <c:pt idx="4286">
                  <c:v>116.98</c:v>
                </c:pt>
                <c:pt idx="4287">
                  <c:v>189.97</c:v>
                </c:pt>
                <c:pt idx="4288">
                  <c:v>135.47</c:v>
                </c:pt>
                <c:pt idx="4289">
                  <c:v>85.98</c:v>
                </c:pt>
                <c:pt idx="4290">
                  <c:v>104.98</c:v>
                </c:pt>
                <c:pt idx="4291">
                  <c:v>115.63</c:v>
                </c:pt>
                <c:pt idx="4292">
                  <c:v>96.48</c:v>
                </c:pt>
                <c:pt idx="4293">
                  <c:v>78.010000000000005</c:v>
                </c:pt>
                <c:pt idx="4294">
                  <c:v>254.97</c:v>
                </c:pt>
                <c:pt idx="4295">
                  <c:v>172.97</c:v>
                </c:pt>
                <c:pt idx="4296">
                  <c:v>339.96</c:v>
                </c:pt>
                <c:pt idx="4297">
                  <c:v>160.16999999999999</c:v>
                </c:pt>
                <c:pt idx="4298">
                  <c:v>254.97</c:v>
                </c:pt>
                <c:pt idx="4299">
                  <c:v>284.95</c:v>
                </c:pt>
                <c:pt idx="4300">
                  <c:v>254.97</c:v>
                </c:pt>
                <c:pt idx="4301">
                  <c:v>290.95</c:v>
                </c:pt>
                <c:pt idx="4302">
                  <c:v>224.97</c:v>
                </c:pt>
                <c:pt idx="4303">
                  <c:v>292.95</c:v>
                </c:pt>
                <c:pt idx="4304">
                  <c:v>117.97</c:v>
                </c:pt>
                <c:pt idx="4305">
                  <c:v>197.97</c:v>
                </c:pt>
                <c:pt idx="4306">
                  <c:v>344.95</c:v>
                </c:pt>
                <c:pt idx="4307">
                  <c:v>56.97</c:v>
                </c:pt>
                <c:pt idx="4308">
                  <c:v>216.72</c:v>
                </c:pt>
                <c:pt idx="4309">
                  <c:v>254.97</c:v>
                </c:pt>
                <c:pt idx="4310">
                  <c:v>226.33</c:v>
                </c:pt>
                <c:pt idx="4311">
                  <c:v>197.97</c:v>
                </c:pt>
                <c:pt idx="4312">
                  <c:v>118.97</c:v>
                </c:pt>
                <c:pt idx="4313">
                  <c:v>104.93</c:v>
                </c:pt>
                <c:pt idx="4314">
                  <c:v>104.93</c:v>
                </c:pt>
                <c:pt idx="4315">
                  <c:v>159.96</c:v>
                </c:pt>
                <c:pt idx="4316">
                  <c:v>194.21</c:v>
                </c:pt>
                <c:pt idx="4317">
                  <c:v>194.21</c:v>
                </c:pt>
                <c:pt idx="4318">
                  <c:v>185.91</c:v>
                </c:pt>
                <c:pt idx="4319">
                  <c:v>204.91</c:v>
                </c:pt>
                <c:pt idx="4320">
                  <c:v>204.91</c:v>
                </c:pt>
                <c:pt idx="4321">
                  <c:v>280.36</c:v>
                </c:pt>
                <c:pt idx="4322">
                  <c:v>185.91</c:v>
                </c:pt>
                <c:pt idx="4323">
                  <c:v>185.91</c:v>
                </c:pt>
                <c:pt idx="4324">
                  <c:v>156.26</c:v>
                </c:pt>
                <c:pt idx="4325">
                  <c:v>156.26</c:v>
                </c:pt>
                <c:pt idx="4326">
                  <c:v>84.99</c:v>
                </c:pt>
                <c:pt idx="4327">
                  <c:v>196.93</c:v>
                </c:pt>
                <c:pt idx="4328">
                  <c:v>280.36</c:v>
                </c:pt>
                <c:pt idx="4329">
                  <c:v>159.96</c:v>
                </c:pt>
                <c:pt idx="4330">
                  <c:v>204.91</c:v>
                </c:pt>
                <c:pt idx="4331">
                  <c:v>274.91000000000003</c:v>
                </c:pt>
                <c:pt idx="4332">
                  <c:v>185.91</c:v>
                </c:pt>
                <c:pt idx="4333">
                  <c:v>196.93</c:v>
                </c:pt>
                <c:pt idx="4334">
                  <c:v>84.99</c:v>
                </c:pt>
                <c:pt idx="4335">
                  <c:v>204.91</c:v>
                </c:pt>
                <c:pt idx="4336">
                  <c:v>239</c:v>
                </c:pt>
                <c:pt idx="4337">
                  <c:v>239</c:v>
                </c:pt>
                <c:pt idx="4338">
                  <c:v>143.35</c:v>
                </c:pt>
                <c:pt idx="4339">
                  <c:v>274.91000000000003</c:v>
                </c:pt>
                <c:pt idx="4340">
                  <c:v>143.35</c:v>
                </c:pt>
                <c:pt idx="4341">
                  <c:v>547.38</c:v>
                </c:pt>
                <c:pt idx="4342">
                  <c:v>396.34</c:v>
                </c:pt>
                <c:pt idx="4343">
                  <c:v>489.93</c:v>
                </c:pt>
                <c:pt idx="4344">
                  <c:v>453.65</c:v>
                </c:pt>
                <c:pt idx="4345">
                  <c:v>324.41000000000003</c:v>
                </c:pt>
                <c:pt idx="4346">
                  <c:v>479.09</c:v>
                </c:pt>
                <c:pt idx="4347">
                  <c:v>569.78</c:v>
                </c:pt>
                <c:pt idx="4348">
                  <c:v>401.02</c:v>
                </c:pt>
                <c:pt idx="4349">
                  <c:v>169.98</c:v>
                </c:pt>
                <c:pt idx="4350">
                  <c:v>277.55</c:v>
                </c:pt>
                <c:pt idx="4351">
                  <c:v>154.54</c:v>
                </c:pt>
                <c:pt idx="4352">
                  <c:v>169.98</c:v>
                </c:pt>
                <c:pt idx="4353">
                  <c:v>172.97</c:v>
                </c:pt>
                <c:pt idx="4354">
                  <c:v>130.19</c:v>
                </c:pt>
                <c:pt idx="4355">
                  <c:v>339.96</c:v>
                </c:pt>
                <c:pt idx="4356">
                  <c:v>159.97999999999999</c:v>
                </c:pt>
                <c:pt idx="4357">
                  <c:v>280.95</c:v>
                </c:pt>
                <c:pt idx="4358">
                  <c:v>169.98</c:v>
                </c:pt>
                <c:pt idx="4359">
                  <c:v>332.53</c:v>
                </c:pt>
                <c:pt idx="4360">
                  <c:v>79.989999999999995</c:v>
                </c:pt>
                <c:pt idx="4361">
                  <c:v>134.97999999999999</c:v>
                </c:pt>
                <c:pt idx="4362">
                  <c:v>130.38</c:v>
                </c:pt>
                <c:pt idx="4363">
                  <c:v>159.97999999999999</c:v>
                </c:pt>
                <c:pt idx="4364">
                  <c:v>254.97</c:v>
                </c:pt>
                <c:pt idx="4365">
                  <c:v>142.54</c:v>
                </c:pt>
                <c:pt idx="4366">
                  <c:v>189.97</c:v>
                </c:pt>
                <c:pt idx="4367">
                  <c:v>263.95999999999998</c:v>
                </c:pt>
                <c:pt idx="4368">
                  <c:v>220.18</c:v>
                </c:pt>
                <c:pt idx="4369">
                  <c:v>256.47000000000003</c:v>
                </c:pt>
                <c:pt idx="4370">
                  <c:v>261.31</c:v>
                </c:pt>
                <c:pt idx="4371">
                  <c:v>333.89</c:v>
                </c:pt>
                <c:pt idx="4372">
                  <c:v>-65.989999999999995</c:v>
                </c:pt>
                <c:pt idx="4373">
                  <c:v>68.930000000000007</c:v>
                </c:pt>
                <c:pt idx="4374">
                  <c:v>164.52</c:v>
                </c:pt>
                <c:pt idx="4375">
                  <c:v>267.93</c:v>
                </c:pt>
                <c:pt idx="4376">
                  <c:v>189.93</c:v>
                </c:pt>
                <c:pt idx="4377">
                  <c:v>235.88</c:v>
                </c:pt>
                <c:pt idx="4378">
                  <c:v>84.68</c:v>
                </c:pt>
                <c:pt idx="4379">
                  <c:v>203.24</c:v>
                </c:pt>
                <c:pt idx="4380">
                  <c:v>79.849999999999994</c:v>
                </c:pt>
                <c:pt idx="4381">
                  <c:v>209.29</c:v>
                </c:pt>
                <c:pt idx="4382">
                  <c:v>341.16</c:v>
                </c:pt>
                <c:pt idx="4383">
                  <c:v>159.69999999999999</c:v>
                </c:pt>
                <c:pt idx="4384">
                  <c:v>239.54</c:v>
                </c:pt>
                <c:pt idx="4385">
                  <c:v>215.59</c:v>
                </c:pt>
                <c:pt idx="4386">
                  <c:v>-12.86</c:v>
                </c:pt>
                <c:pt idx="4387">
                  <c:v>159.69999999999999</c:v>
                </c:pt>
                <c:pt idx="4388">
                  <c:v>238.31</c:v>
                </c:pt>
                <c:pt idx="4389">
                  <c:v>145.16</c:v>
                </c:pt>
                <c:pt idx="4390">
                  <c:v>239.54</c:v>
                </c:pt>
                <c:pt idx="4391">
                  <c:v>241.95</c:v>
                </c:pt>
                <c:pt idx="4392">
                  <c:v>115.97</c:v>
                </c:pt>
                <c:pt idx="4393">
                  <c:v>144.05000000000001</c:v>
                </c:pt>
                <c:pt idx="4394">
                  <c:v>134.97</c:v>
                </c:pt>
                <c:pt idx="4395">
                  <c:v>146.97</c:v>
                </c:pt>
                <c:pt idx="4396">
                  <c:v>170.07</c:v>
                </c:pt>
                <c:pt idx="4397">
                  <c:v>114.97</c:v>
                </c:pt>
                <c:pt idx="4398">
                  <c:v>95.48</c:v>
                </c:pt>
                <c:pt idx="4399">
                  <c:v>84.99</c:v>
                </c:pt>
                <c:pt idx="4400">
                  <c:v>137.97999999999999</c:v>
                </c:pt>
                <c:pt idx="4401">
                  <c:v>269.95999999999998</c:v>
                </c:pt>
                <c:pt idx="4402">
                  <c:v>227.95</c:v>
                </c:pt>
                <c:pt idx="4403">
                  <c:v>244.46</c:v>
                </c:pt>
                <c:pt idx="4404">
                  <c:v>164.97</c:v>
                </c:pt>
                <c:pt idx="4405">
                  <c:v>184.97</c:v>
                </c:pt>
                <c:pt idx="4406">
                  <c:v>323.95</c:v>
                </c:pt>
                <c:pt idx="4407">
                  <c:v>127.98</c:v>
                </c:pt>
                <c:pt idx="4408">
                  <c:v>212.96</c:v>
                </c:pt>
                <c:pt idx="4409">
                  <c:v>184.97</c:v>
                </c:pt>
                <c:pt idx="4410">
                  <c:v>166.66</c:v>
                </c:pt>
                <c:pt idx="4411">
                  <c:v>114.97</c:v>
                </c:pt>
                <c:pt idx="4412">
                  <c:v>152.82</c:v>
                </c:pt>
                <c:pt idx="4413">
                  <c:v>180.96</c:v>
                </c:pt>
                <c:pt idx="4414">
                  <c:v>197.97</c:v>
                </c:pt>
                <c:pt idx="4415">
                  <c:v>292.95</c:v>
                </c:pt>
                <c:pt idx="4416">
                  <c:v>293.95</c:v>
                </c:pt>
                <c:pt idx="4417">
                  <c:v>237.96</c:v>
                </c:pt>
                <c:pt idx="4418">
                  <c:v>395.94</c:v>
                </c:pt>
                <c:pt idx="4419">
                  <c:v>398.14</c:v>
                </c:pt>
                <c:pt idx="4420">
                  <c:v>370.86</c:v>
                </c:pt>
                <c:pt idx="4421">
                  <c:v>304.95</c:v>
                </c:pt>
                <c:pt idx="4422">
                  <c:v>329.95</c:v>
                </c:pt>
                <c:pt idx="4423">
                  <c:v>163.96</c:v>
                </c:pt>
                <c:pt idx="4424">
                  <c:v>395.94</c:v>
                </c:pt>
                <c:pt idx="4425">
                  <c:v>395.94</c:v>
                </c:pt>
                <c:pt idx="4426">
                  <c:v>169.98</c:v>
                </c:pt>
                <c:pt idx="4427">
                  <c:v>261.32</c:v>
                </c:pt>
                <c:pt idx="4428">
                  <c:v>169.98</c:v>
                </c:pt>
                <c:pt idx="4429">
                  <c:v>164.79</c:v>
                </c:pt>
                <c:pt idx="4430">
                  <c:v>169.98</c:v>
                </c:pt>
                <c:pt idx="4431">
                  <c:v>131.97999999999999</c:v>
                </c:pt>
                <c:pt idx="4432">
                  <c:v>263.95999999999998</c:v>
                </c:pt>
                <c:pt idx="4433">
                  <c:v>263.95999999999998</c:v>
                </c:pt>
                <c:pt idx="4434">
                  <c:v>169.98</c:v>
                </c:pt>
                <c:pt idx="4435">
                  <c:v>152.97999999999999</c:v>
                </c:pt>
                <c:pt idx="4436">
                  <c:v>169.98</c:v>
                </c:pt>
                <c:pt idx="4437">
                  <c:v>169.98</c:v>
                </c:pt>
                <c:pt idx="4438">
                  <c:v>169.98</c:v>
                </c:pt>
                <c:pt idx="4439">
                  <c:v>253.4</c:v>
                </c:pt>
                <c:pt idx="4440">
                  <c:v>254.97</c:v>
                </c:pt>
                <c:pt idx="4441">
                  <c:v>166.58</c:v>
                </c:pt>
                <c:pt idx="4442">
                  <c:v>166.58</c:v>
                </c:pt>
                <c:pt idx="4443">
                  <c:v>154.88</c:v>
                </c:pt>
                <c:pt idx="4444">
                  <c:v>169.98</c:v>
                </c:pt>
                <c:pt idx="4445">
                  <c:v>238.96</c:v>
                </c:pt>
                <c:pt idx="4446">
                  <c:v>169.98</c:v>
                </c:pt>
                <c:pt idx="4447">
                  <c:v>169.98</c:v>
                </c:pt>
                <c:pt idx="4448">
                  <c:v>131.97999999999999</c:v>
                </c:pt>
                <c:pt idx="4449">
                  <c:v>131.97999999999999</c:v>
                </c:pt>
                <c:pt idx="4450">
                  <c:v>150.97</c:v>
                </c:pt>
                <c:pt idx="4451">
                  <c:v>121.98</c:v>
                </c:pt>
                <c:pt idx="4452">
                  <c:v>131.97999999999999</c:v>
                </c:pt>
                <c:pt idx="4453">
                  <c:v>84.98</c:v>
                </c:pt>
                <c:pt idx="4454">
                  <c:v>140.97</c:v>
                </c:pt>
                <c:pt idx="4455">
                  <c:v>131.97999999999999</c:v>
                </c:pt>
                <c:pt idx="4456">
                  <c:v>146.94</c:v>
                </c:pt>
                <c:pt idx="4457">
                  <c:v>131.97999999999999</c:v>
                </c:pt>
                <c:pt idx="4458">
                  <c:v>289.91000000000003</c:v>
                </c:pt>
                <c:pt idx="4459">
                  <c:v>131.97999999999999</c:v>
                </c:pt>
                <c:pt idx="4460">
                  <c:v>211.96</c:v>
                </c:pt>
                <c:pt idx="4461">
                  <c:v>184.97</c:v>
                </c:pt>
                <c:pt idx="4462">
                  <c:v>219.97</c:v>
                </c:pt>
                <c:pt idx="4463">
                  <c:v>199.94</c:v>
                </c:pt>
                <c:pt idx="4464">
                  <c:v>200.95</c:v>
                </c:pt>
                <c:pt idx="4465">
                  <c:v>171.97</c:v>
                </c:pt>
                <c:pt idx="4466">
                  <c:v>299.89999999999998</c:v>
                </c:pt>
                <c:pt idx="4467">
                  <c:v>59.97</c:v>
                </c:pt>
                <c:pt idx="4468">
                  <c:v>155.88</c:v>
                </c:pt>
                <c:pt idx="4469">
                  <c:v>125.96</c:v>
                </c:pt>
                <c:pt idx="4470">
                  <c:v>229.93</c:v>
                </c:pt>
                <c:pt idx="4471">
                  <c:v>169.95</c:v>
                </c:pt>
                <c:pt idx="4472">
                  <c:v>171.97</c:v>
                </c:pt>
                <c:pt idx="4473">
                  <c:v>169.98</c:v>
                </c:pt>
                <c:pt idx="4474">
                  <c:v>158.87</c:v>
                </c:pt>
                <c:pt idx="4475">
                  <c:v>302.70999999999998</c:v>
                </c:pt>
                <c:pt idx="4476">
                  <c:v>259.92</c:v>
                </c:pt>
                <c:pt idx="4477">
                  <c:v>171.97</c:v>
                </c:pt>
                <c:pt idx="4478">
                  <c:v>171.97</c:v>
                </c:pt>
                <c:pt idx="4479">
                  <c:v>527.77</c:v>
                </c:pt>
                <c:pt idx="4480">
                  <c:v>236.96</c:v>
                </c:pt>
                <c:pt idx="4481">
                  <c:v>577.92999999999995</c:v>
                </c:pt>
                <c:pt idx="4482">
                  <c:v>577.92999999999995</c:v>
                </c:pt>
                <c:pt idx="4483">
                  <c:v>169.98</c:v>
                </c:pt>
                <c:pt idx="4484">
                  <c:v>169.98</c:v>
                </c:pt>
                <c:pt idx="4485">
                  <c:v>169.98</c:v>
                </c:pt>
                <c:pt idx="4486">
                  <c:v>169.98</c:v>
                </c:pt>
                <c:pt idx="4487">
                  <c:v>236.96</c:v>
                </c:pt>
                <c:pt idx="4488">
                  <c:v>169.98</c:v>
                </c:pt>
                <c:pt idx="4489">
                  <c:v>169.98</c:v>
                </c:pt>
                <c:pt idx="4490">
                  <c:v>689.9</c:v>
                </c:pt>
                <c:pt idx="4491">
                  <c:v>217.9</c:v>
                </c:pt>
                <c:pt idx="4492">
                  <c:v>217.9</c:v>
                </c:pt>
                <c:pt idx="4493">
                  <c:v>169.98</c:v>
                </c:pt>
                <c:pt idx="4494">
                  <c:v>689.9</c:v>
                </c:pt>
                <c:pt idx="4495">
                  <c:v>527.77</c:v>
                </c:pt>
                <c:pt idx="4496">
                  <c:v>169.98</c:v>
                </c:pt>
                <c:pt idx="4497">
                  <c:v>182.97</c:v>
                </c:pt>
                <c:pt idx="4498">
                  <c:v>209.21</c:v>
                </c:pt>
                <c:pt idx="4499">
                  <c:v>258.95999999999998</c:v>
                </c:pt>
                <c:pt idx="4500">
                  <c:v>31.28</c:v>
                </c:pt>
                <c:pt idx="4501">
                  <c:v>143.97999999999999</c:v>
                </c:pt>
                <c:pt idx="4502">
                  <c:v>144.47999999999999</c:v>
                </c:pt>
                <c:pt idx="4503">
                  <c:v>131.97999999999999</c:v>
                </c:pt>
                <c:pt idx="4504">
                  <c:v>157.97</c:v>
                </c:pt>
                <c:pt idx="4505">
                  <c:v>182.97</c:v>
                </c:pt>
                <c:pt idx="4506">
                  <c:v>314.95</c:v>
                </c:pt>
                <c:pt idx="4507">
                  <c:v>135.38999999999999</c:v>
                </c:pt>
                <c:pt idx="4508">
                  <c:v>102.22</c:v>
                </c:pt>
                <c:pt idx="4509">
                  <c:v>119.95</c:v>
                </c:pt>
                <c:pt idx="4510">
                  <c:v>29.98</c:v>
                </c:pt>
                <c:pt idx="4511">
                  <c:v>197.96</c:v>
                </c:pt>
                <c:pt idx="4512">
                  <c:v>182.97</c:v>
                </c:pt>
                <c:pt idx="4513">
                  <c:v>247.95</c:v>
                </c:pt>
                <c:pt idx="4514">
                  <c:v>198.4</c:v>
                </c:pt>
                <c:pt idx="4515">
                  <c:v>193.35</c:v>
                </c:pt>
                <c:pt idx="4516">
                  <c:v>169.98</c:v>
                </c:pt>
                <c:pt idx="4517">
                  <c:v>121.65</c:v>
                </c:pt>
                <c:pt idx="4518">
                  <c:v>243.33</c:v>
                </c:pt>
                <c:pt idx="4519">
                  <c:v>219.97</c:v>
                </c:pt>
                <c:pt idx="4520">
                  <c:v>131.97999999999999</c:v>
                </c:pt>
                <c:pt idx="4521">
                  <c:v>169.98</c:v>
                </c:pt>
                <c:pt idx="4522">
                  <c:v>205.49</c:v>
                </c:pt>
                <c:pt idx="4523">
                  <c:v>131.97999999999999</c:v>
                </c:pt>
                <c:pt idx="4524">
                  <c:v>169.98</c:v>
                </c:pt>
                <c:pt idx="4525">
                  <c:v>169.98</c:v>
                </c:pt>
                <c:pt idx="4526">
                  <c:v>169.98</c:v>
                </c:pt>
                <c:pt idx="4527">
                  <c:v>130.85</c:v>
                </c:pt>
                <c:pt idx="4528">
                  <c:v>169.98</c:v>
                </c:pt>
                <c:pt idx="4529">
                  <c:v>169.98</c:v>
                </c:pt>
                <c:pt idx="4530">
                  <c:v>195.96</c:v>
                </c:pt>
                <c:pt idx="4531">
                  <c:v>152.97999999999999</c:v>
                </c:pt>
                <c:pt idx="4532">
                  <c:v>269.95999999999998</c:v>
                </c:pt>
                <c:pt idx="4533">
                  <c:v>339.96</c:v>
                </c:pt>
                <c:pt idx="4534">
                  <c:v>333.16</c:v>
                </c:pt>
                <c:pt idx="4535">
                  <c:v>328.06</c:v>
                </c:pt>
                <c:pt idx="4536">
                  <c:v>247.32</c:v>
                </c:pt>
                <c:pt idx="4537">
                  <c:v>199.94</c:v>
                </c:pt>
                <c:pt idx="4538">
                  <c:v>254.97</c:v>
                </c:pt>
                <c:pt idx="4539">
                  <c:v>339.96</c:v>
                </c:pt>
                <c:pt idx="4540">
                  <c:v>74.94</c:v>
                </c:pt>
                <c:pt idx="4541">
                  <c:v>197.97</c:v>
                </c:pt>
                <c:pt idx="4542">
                  <c:v>254.97</c:v>
                </c:pt>
                <c:pt idx="4543">
                  <c:v>314.95999999999998</c:v>
                </c:pt>
                <c:pt idx="4544">
                  <c:v>192.16</c:v>
                </c:pt>
                <c:pt idx="4545">
                  <c:v>333.16</c:v>
                </c:pt>
                <c:pt idx="4546">
                  <c:v>197.97</c:v>
                </c:pt>
                <c:pt idx="4547">
                  <c:v>339.96</c:v>
                </c:pt>
                <c:pt idx="4548">
                  <c:v>242.22</c:v>
                </c:pt>
                <c:pt idx="4549">
                  <c:v>308.07</c:v>
                </c:pt>
                <c:pt idx="4550">
                  <c:v>314.95999999999998</c:v>
                </c:pt>
                <c:pt idx="4551">
                  <c:v>249.79</c:v>
                </c:pt>
                <c:pt idx="4552">
                  <c:v>339.96</c:v>
                </c:pt>
                <c:pt idx="4553">
                  <c:v>197.97</c:v>
                </c:pt>
                <c:pt idx="4554">
                  <c:v>172.97</c:v>
                </c:pt>
                <c:pt idx="4555">
                  <c:v>268.06</c:v>
                </c:pt>
                <c:pt idx="4556">
                  <c:v>197.97</c:v>
                </c:pt>
                <c:pt idx="4557">
                  <c:v>254.97</c:v>
                </c:pt>
                <c:pt idx="4558">
                  <c:v>254.97</c:v>
                </c:pt>
                <c:pt idx="4559">
                  <c:v>395.94</c:v>
                </c:pt>
                <c:pt idx="4560">
                  <c:v>424.95</c:v>
                </c:pt>
                <c:pt idx="4561">
                  <c:v>424.95</c:v>
                </c:pt>
                <c:pt idx="4562">
                  <c:v>424.95</c:v>
                </c:pt>
                <c:pt idx="4563">
                  <c:v>395.94</c:v>
                </c:pt>
                <c:pt idx="4564">
                  <c:v>416.45</c:v>
                </c:pt>
                <c:pt idx="4565">
                  <c:v>299.95</c:v>
                </c:pt>
                <c:pt idx="4566">
                  <c:v>424.95</c:v>
                </c:pt>
                <c:pt idx="4567">
                  <c:v>299.95</c:v>
                </c:pt>
                <c:pt idx="4568">
                  <c:v>377.2</c:v>
                </c:pt>
                <c:pt idx="4569">
                  <c:v>377.2</c:v>
                </c:pt>
                <c:pt idx="4570">
                  <c:v>420.93</c:v>
                </c:pt>
                <c:pt idx="4571">
                  <c:v>417.69</c:v>
                </c:pt>
                <c:pt idx="4572">
                  <c:v>416.45</c:v>
                </c:pt>
                <c:pt idx="4573">
                  <c:v>420.93</c:v>
                </c:pt>
                <c:pt idx="4574">
                  <c:v>417.69</c:v>
                </c:pt>
                <c:pt idx="4575">
                  <c:v>349.64</c:v>
                </c:pt>
                <c:pt idx="4576">
                  <c:v>339.96</c:v>
                </c:pt>
                <c:pt idx="4577">
                  <c:v>389.95</c:v>
                </c:pt>
                <c:pt idx="4578">
                  <c:v>378.83</c:v>
                </c:pt>
                <c:pt idx="4579">
                  <c:v>305.95999999999998</c:v>
                </c:pt>
                <c:pt idx="4580">
                  <c:v>293.06</c:v>
                </c:pt>
                <c:pt idx="4581">
                  <c:v>288.95</c:v>
                </c:pt>
                <c:pt idx="4582">
                  <c:v>360.95</c:v>
                </c:pt>
                <c:pt idx="4583">
                  <c:v>339.96</c:v>
                </c:pt>
                <c:pt idx="4584">
                  <c:v>339.96</c:v>
                </c:pt>
                <c:pt idx="4585">
                  <c:v>263.95999999999998</c:v>
                </c:pt>
                <c:pt idx="4586">
                  <c:v>339.96</c:v>
                </c:pt>
                <c:pt idx="4587">
                  <c:v>263.95999999999998</c:v>
                </c:pt>
                <c:pt idx="4588">
                  <c:v>243.24</c:v>
                </c:pt>
                <c:pt idx="4589">
                  <c:v>327.94</c:v>
                </c:pt>
                <c:pt idx="4590">
                  <c:v>389.95</c:v>
                </c:pt>
                <c:pt idx="4591">
                  <c:v>334.86</c:v>
                </c:pt>
                <c:pt idx="4592">
                  <c:v>254.97</c:v>
                </c:pt>
                <c:pt idx="4593">
                  <c:v>249.87</c:v>
                </c:pt>
                <c:pt idx="4594">
                  <c:v>254.97</c:v>
                </c:pt>
                <c:pt idx="4595">
                  <c:v>142.16</c:v>
                </c:pt>
                <c:pt idx="4596">
                  <c:v>239.96</c:v>
                </c:pt>
                <c:pt idx="4597">
                  <c:v>322.16000000000003</c:v>
                </c:pt>
                <c:pt idx="4598">
                  <c:v>339.96</c:v>
                </c:pt>
                <c:pt idx="4599">
                  <c:v>284.95</c:v>
                </c:pt>
                <c:pt idx="4600">
                  <c:v>73.97</c:v>
                </c:pt>
                <c:pt idx="4601">
                  <c:v>339.96</c:v>
                </c:pt>
                <c:pt idx="4602">
                  <c:v>240.45</c:v>
                </c:pt>
                <c:pt idx="4603">
                  <c:v>327.36</c:v>
                </c:pt>
                <c:pt idx="4604">
                  <c:v>254.97</c:v>
                </c:pt>
                <c:pt idx="4605">
                  <c:v>131.97999999999999</c:v>
                </c:pt>
                <c:pt idx="4606">
                  <c:v>224.02</c:v>
                </c:pt>
                <c:pt idx="4607">
                  <c:v>254.97</c:v>
                </c:pt>
                <c:pt idx="4608">
                  <c:v>339.96</c:v>
                </c:pt>
                <c:pt idx="4609">
                  <c:v>178.17</c:v>
                </c:pt>
                <c:pt idx="4610">
                  <c:v>323.74</c:v>
                </c:pt>
                <c:pt idx="4611">
                  <c:v>254.97</c:v>
                </c:pt>
                <c:pt idx="4612">
                  <c:v>246.58</c:v>
                </c:pt>
                <c:pt idx="4613">
                  <c:v>244.17</c:v>
                </c:pt>
                <c:pt idx="4614">
                  <c:v>254.97</c:v>
                </c:pt>
                <c:pt idx="4615">
                  <c:v>105.96</c:v>
                </c:pt>
                <c:pt idx="4616">
                  <c:v>229.47</c:v>
                </c:pt>
                <c:pt idx="4617">
                  <c:v>197.97</c:v>
                </c:pt>
                <c:pt idx="4618">
                  <c:v>197.97</c:v>
                </c:pt>
                <c:pt idx="4619">
                  <c:v>172.97</c:v>
                </c:pt>
                <c:pt idx="4620">
                  <c:v>254.97</c:v>
                </c:pt>
                <c:pt idx="4621">
                  <c:v>131.97999999999999</c:v>
                </c:pt>
                <c:pt idx="4622">
                  <c:v>132.16</c:v>
                </c:pt>
                <c:pt idx="4623">
                  <c:v>130.66</c:v>
                </c:pt>
                <c:pt idx="4624">
                  <c:v>122.16</c:v>
                </c:pt>
                <c:pt idx="4625">
                  <c:v>132.16</c:v>
                </c:pt>
                <c:pt idx="4626">
                  <c:v>132.16</c:v>
                </c:pt>
                <c:pt idx="4627">
                  <c:v>132.41999999999999</c:v>
                </c:pt>
                <c:pt idx="4628">
                  <c:v>122.59</c:v>
                </c:pt>
                <c:pt idx="4629">
                  <c:v>132.16</c:v>
                </c:pt>
                <c:pt idx="4630">
                  <c:v>95.15</c:v>
                </c:pt>
                <c:pt idx="4631">
                  <c:v>131.88</c:v>
                </c:pt>
                <c:pt idx="4632">
                  <c:v>104.66</c:v>
                </c:pt>
                <c:pt idx="4633">
                  <c:v>148.47</c:v>
                </c:pt>
                <c:pt idx="4634">
                  <c:v>132.16</c:v>
                </c:pt>
                <c:pt idx="4635">
                  <c:v>132.16</c:v>
                </c:pt>
                <c:pt idx="4636">
                  <c:v>130.66</c:v>
                </c:pt>
                <c:pt idx="4637">
                  <c:v>132.16</c:v>
                </c:pt>
                <c:pt idx="4638">
                  <c:v>131.97999999999999</c:v>
                </c:pt>
                <c:pt idx="4639">
                  <c:v>118.76</c:v>
                </c:pt>
                <c:pt idx="4640">
                  <c:v>132.16</c:v>
                </c:pt>
                <c:pt idx="4641">
                  <c:v>131.97999999999999</c:v>
                </c:pt>
                <c:pt idx="4642">
                  <c:v>132.16</c:v>
                </c:pt>
                <c:pt idx="4643">
                  <c:v>133.47999999999999</c:v>
                </c:pt>
                <c:pt idx="4644">
                  <c:v>133.47999999999999</c:v>
                </c:pt>
                <c:pt idx="4645">
                  <c:v>131.97999999999999</c:v>
                </c:pt>
                <c:pt idx="4646">
                  <c:v>132.16</c:v>
                </c:pt>
                <c:pt idx="4647">
                  <c:v>130.66</c:v>
                </c:pt>
                <c:pt idx="4648">
                  <c:v>132.16</c:v>
                </c:pt>
                <c:pt idx="4649">
                  <c:v>130.66</c:v>
                </c:pt>
                <c:pt idx="4650">
                  <c:v>122.16</c:v>
                </c:pt>
                <c:pt idx="4651">
                  <c:v>132.16</c:v>
                </c:pt>
                <c:pt idx="4652">
                  <c:v>615.78</c:v>
                </c:pt>
                <c:pt idx="4653">
                  <c:v>359.32</c:v>
                </c:pt>
                <c:pt idx="4654">
                  <c:v>342.37</c:v>
                </c:pt>
                <c:pt idx="4655">
                  <c:v>353.25</c:v>
                </c:pt>
                <c:pt idx="4656">
                  <c:v>495.27</c:v>
                </c:pt>
                <c:pt idx="4657">
                  <c:v>342.37</c:v>
                </c:pt>
                <c:pt idx="4658">
                  <c:v>525.04</c:v>
                </c:pt>
                <c:pt idx="4659">
                  <c:v>321.79000000000002</c:v>
                </c:pt>
                <c:pt idx="4660">
                  <c:v>479.09</c:v>
                </c:pt>
                <c:pt idx="4661">
                  <c:v>399.24</c:v>
                </c:pt>
                <c:pt idx="4662">
                  <c:v>131.97999999999999</c:v>
                </c:pt>
                <c:pt idx="4663">
                  <c:v>131.97999999999999</c:v>
                </c:pt>
                <c:pt idx="4664">
                  <c:v>131.97999999999999</c:v>
                </c:pt>
                <c:pt idx="4665">
                  <c:v>129.19999999999999</c:v>
                </c:pt>
                <c:pt idx="4666">
                  <c:v>130.66</c:v>
                </c:pt>
                <c:pt idx="4667">
                  <c:v>120.66</c:v>
                </c:pt>
                <c:pt idx="4668">
                  <c:v>129.19</c:v>
                </c:pt>
                <c:pt idx="4669">
                  <c:v>131.97999999999999</c:v>
                </c:pt>
                <c:pt idx="4670">
                  <c:v>125.98</c:v>
                </c:pt>
                <c:pt idx="4671">
                  <c:v>164.59</c:v>
                </c:pt>
                <c:pt idx="4672">
                  <c:v>131.97999999999999</c:v>
                </c:pt>
                <c:pt idx="4673">
                  <c:v>145.65</c:v>
                </c:pt>
                <c:pt idx="4674">
                  <c:v>129.34</c:v>
                </c:pt>
                <c:pt idx="4675">
                  <c:v>112.18</c:v>
                </c:pt>
                <c:pt idx="4676">
                  <c:v>55.98</c:v>
                </c:pt>
                <c:pt idx="4677">
                  <c:v>126.98</c:v>
                </c:pt>
                <c:pt idx="4678">
                  <c:v>131.97999999999999</c:v>
                </c:pt>
                <c:pt idx="4679">
                  <c:v>131.97999999999999</c:v>
                </c:pt>
                <c:pt idx="4680">
                  <c:v>128.84</c:v>
                </c:pt>
                <c:pt idx="4681">
                  <c:v>128.68</c:v>
                </c:pt>
                <c:pt idx="4682">
                  <c:v>131.97999999999999</c:v>
                </c:pt>
                <c:pt idx="4683">
                  <c:v>172.97</c:v>
                </c:pt>
                <c:pt idx="4684">
                  <c:v>130.66</c:v>
                </c:pt>
                <c:pt idx="4685">
                  <c:v>129.34</c:v>
                </c:pt>
                <c:pt idx="4686">
                  <c:v>126.97</c:v>
                </c:pt>
                <c:pt idx="4687">
                  <c:v>129.34</c:v>
                </c:pt>
                <c:pt idx="4688">
                  <c:v>628.96</c:v>
                </c:pt>
                <c:pt idx="4689">
                  <c:v>628.96</c:v>
                </c:pt>
                <c:pt idx="4690">
                  <c:v>314.48</c:v>
                </c:pt>
                <c:pt idx="4691">
                  <c:v>392.78</c:v>
                </c:pt>
                <c:pt idx="4692">
                  <c:v>622.66999999999996</c:v>
                </c:pt>
                <c:pt idx="4693">
                  <c:v>628.96</c:v>
                </c:pt>
                <c:pt idx="4694">
                  <c:v>610.08000000000004</c:v>
                </c:pt>
                <c:pt idx="4695">
                  <c:v>308.2</c:v>
                </c:pt>
                <c:pt idx="4696">
                  <c:v>628.96</c:v>
                </c:pt>
                <c:pt idx="4697">
                  <c:v>345.93</c:v>
                </c:pt>
                <c:pt idx="4698">
                  <c:v>84.99</c:v>
                </c:pt>
                <c:pt idx="4699">
                  <c:v>323.94</c:v>
                </c:pt>
                <c:pt idx="4700">
                  <c:v>339.75</c:v>
                </c:pt>
                <c:pt idx="4701">
                  <c:v>339.75</c:v>
                </c:pt>
                <c:pt idx="4702">
                  <c:v>358.14</c:v>
                </c:pt>
                <c:pt idx="4703">
                  <c:v>273.95999999999998</c:v>
                </c:pt>
                <c:pt idx="4704">
                  <c:v>84.99</c:v>
                </c:pt>
                <c:pt idx="4705">
                  <c:v>377.82</c:v>
                </c:pt>
                <c:pt idx="4706">
                  <c:v>273.95999999999998</c:v>
                </c:pt>
                <c:pt idx="4707">
                  <c:v>377.82</c:v>
                </c:pt>
                <c:pt idx="4708">
                  <c:v>358.14</c:v>
                </c:pt>
                <c:pt idx="4709">
                  <c:v>207.96</c:v>
                </c:pt>
                <c:pt idx="4710">
                  <c:v>207.96</c:v>
                </c:pt>
                <c:pt idx="4711">
                  <c:v>323.94</c:v>
                </c:pt>
                <c:pt idx="4712">
                  <c:v>192.66</c:v>
                </c:pt>
                <c:pt idx="4713">
                  <c:v>207.96</c:v>
                </c:pt>
                <c:pt idx="4714">
                  <c:v>358.95</c:v>
                </c:pt>
                <c:pt idx="4715">
                  <c:v>192.66</c:v>
                </c:pt>
                <c:pt idx="4716">
                  <c:v>273.95999999999998</c:v>
                </c:pt>
                <c:pt idx="4717">
                  <c:v>207.96</c:v>
                </c:pt>
                <c:pt idx="4718">
                  <c:v>248.9</c:v>
                </c:pt>
                <c:pt idx="4719">
                  <c:v>248.9</c:v>
                </c:pt>
                <c:pt idx="4720">
                  <c:v>358.95</c:v>
                </c:pt>
                <c:pt idx="4721">
                  <c:v>273.95999999999998</c:v>
                </c:pt>
                <c:pt idx="4722">
                  <c:v>193.55</c:v>
                </c:pt>
                <c:pt idx="4723">
                  <c:v>1.2</c:v>
                </c:pt>
                <c:pt idx="4724">
                  <c:v>193.55</c:v>
                </c:pt>
                <c:pt idx="4725">
                  <c:v>164.52</c:v>
                </c:pt>
                <c:pt idx="4726">
                  <c:v>1.2</c:v>
                </c:pt>
                <c:pt idx="4727">
                  <c:v>128.22</c:v>
                </c:pt>
                <c:pt idx="4728">
                  <c:v>212.91</c:v>
                </c:pt>
                <c:pt idx="4729">
                  <c:v>212.31</c:v>
                </c:pt>
                <c:pt idx="4730">
                  <c:v>1.2</c:v>
                </c:pt>
                <c:pt idx="4731">
                  <c:v>193.55</c:v>
                </c:pt>
                <c:pt idx="4732">
                  <c:v>1.2</c:v>
                </c:pt>
                <c:pt idx="4733">
                  <c:v>193.55</c:v>
                </c:pt>
                <c:pt idx="4734">
                  <c:v>27.12</c:v>
                </c:pt>
                <c:pt idx="4735">
                  <c:v>1.2</c:v>
                </c:pt>
                <c:pt idx="4736">
                  <c:v>193.55</c:v>
                </c:pt>
                <c:pt idx="4737">
                  <c:v>193.55</c:v>
                </c:pt>
                <c:pt idx="4738">
                  <c:v>181.91</c:v>
                </c:pt>
                <c:pt idx="4739">
                  <c:v>96.75</c:v>
                </c:pt>
                <c:pt idx="4740">
                  <c:v>133.05000000000001</c:v>
                </c:pt>
                <c:pt idx="4741">
                  <c:v>169.35</c:v>
                </c:pt>
                <c:pt idx="4742">
                  <c:v>131.97999999999999</c:v>
                </c:pt>
                <c:pt idx="4743">
                  <c:v>169.98</c:v>
                </c:pt>
                <c:pt idx="4744">
                  <c:v>131.97999999999999</c:v>
                </c:pt>
                <c:pt idx="4745">
                  <c:v>169.98</c:v>
                </c:pt>
                <c:pt idx="4746">
                  <c:v>131.97999999999999</c:v>
                </c:pt>
                <c:pt idx="4747">
                  <c:v>169.98</c:v>
                </c:pt>
                <c:pt idx="4748">
                  <c:v>188.97</c:v>
                </c:pt>
                <c:pt idx="4749">
                  <c:v>163.18</c:v>
                </c:pt>
                <c:pt idx="4750">
                  <c:v>140.18</c:v>
                </c:pt>
                <c:pt idx="4751">
                  <c:v>143.44999999999999</c:v>
                </c:pt>
                <c:pt idx="4752">
                  <c:v>103.98</c:v>
                </c:pt>
                <c:pt idx="4753">
                  <c:v>131.97999999999999</c:v>
                </c:pt>
                <c:pt idx="4754">
                  <c:v>126.7</c:v>
                </c:pt>
                <c:pt idx="4755">
                  <c:v>159.97999999999999</c:v>
                </c:pt>
                <c:pt idx="4756">
                  <c:v>169.98</c:v>
                </c:pt>
                <c:pt idx="4757">
                  <c:v>169.98</c:v>
                </c:pt>
                <c:pt idx="4758">
                  <c:v>169.98</c:v>
                </c:pt>
                <c:pt idx="4759">
                  <c:v>121.98</c:v>
                </c:pt>
                <c:pt idx="4760">
                  <c:v>188.97</c:v>
                </c:pt>
                <c:pt idx="4761">
                  <c:v>163.44</c:v>
                </c:pt>
                <c:pt idx="4762">
                  <c:v>169.98</c:v>
                </c:pt>
                <c:pt idx="4763">
                  <c:v>163</c:v>
                </c:pt>
                <c:pt idx="4764">
                  <c:v>169.98</c:v>
                </c:pt>
                <c:pt idx="4765">
                  <c:v>169.98</c:v>
                </c:pt>
                <c:pt idx="4766">
                  <c:v>169.98</c:v>
                </c:pt>
                <c:pt idx="4767">
                  <c:v>169.98</c:v>
                </c:pt>
                <c:pt idx="4768">
                  <c:v>161.94999999999999</c:v>
                </c:pt>
                <c:pt idx="4769">
                  <c:v>254.97</c:v>
                </c:pt>
                <c:pt idx="4770">
                  <c:v>254.97</c:v>
                </c:pt>
                <c:pt idx="4771">
                  <c:v>254.97</c:v>
                </c:pt>
                <c:pt idx="4772">
                  <c:v>254.97</c:v>
                </c:pt>
                <c:pt idx="4773">
                  <c:v>197.97</c:v>
                </c:pt>
                <c:pt idx="4774">
                  <c:v>172.97</c:v>
                </c:pt>
                <c:pt idx="4775">
                  <c:v>254.97</c:v>
                </c:pt>
                <c:pt idx="4776">
                  <c:v>197.97</c:v>
                </c:pt>
                <c:pt idx="4777">
                  <c:v>229.97</c:v>
                </c:pt>
                <c:pt idx="4778">
                  <c:v>254.97</c:v>
                </c:pt>
                <c:pt idx="4779">
                  <c:v>254.97</c:v>
                </c:pt>
                <c:pt idx="4780">
                  <c:v>200.18</c:v>
                </c:pt>
                <c:pt idx="4781">
                  <c:v>197.97</c:v>
                </c:pt>
                <c:pt idx="4782">
                  <c:v>254.97</c:v>
                </c:pt>
                <c:pt idx="4783">
                  <c:v>254.97</c:v>
                </c:pt>
                <c:pt idx="4784">
                  <c:v>254.97</c:v>
                </c:pt>
                <c:pt idx="4785">
                  <c:v>254.97</c:v>
                </c:pt>
                <c:pt idx="4786">
                  <c:v>169.98</c:v>
                </c:pt>
                <c:pt idx="4787">
                  <c:v>153.16999999999999</c:v>
                </c:pt>
                <c:pt idx="4788">
                  <c:v>197.97</c:v>
                </c:pt>
                <c:pt idx="4789">
                  <c:v>197.97</c:v>
                </c:pt>
                <c:pt idx="4790">
                  <c:v>197.97</c:v>
                </c:pt>
                <c:pt idx="4791">
                  <c:v>254.97</c:v>
                </c:pt>
                <c:pt idx="4792">
                  <c:v>113.48</c:v>
                </c:pt>
                <c:pt idx="4793">
                  <c:v>65.989999999999995</c:v>
                </c:pt>
                <c:pt idx="4794">
                  <c:v>131.97999999999999</c:v>
                </c:pt>
                <c:pt idx="4795">
                  <c:v>83.98</c:v>
                </c:pt>
                <c:pt idx="4796">
                  <c:v>103.98</c:v>
                </c:pt>
                <c:pt idx="4797">
                  <c:v>131.97999999999999</c:v>
                </c:pt>
                <c:pt idx="4798">
                  <c:v>131.97999999999999</c:v>
                </c:pt>
                <c:pt idx="4799">
                  <c:v>137.08000000000001</c:v>
                </c:pt>
                <c:pt idx="4800">
                  <c:v>83.98</c:v>
                </c:pt>
                <c:pt idx="4801">
                  <c:v>131.97999999999999</c:v>
                </c:pt>
                <c:pt idx="4802">
                  <c:v>131.97999999999999</c:v>
                </c:pt>
                <c:pt idx="4803">
                  <c:v>131.97999999999999</c:v>
                </c:pt>
                <c:pt idx="4804">
                  <c:v>118.78</c:v>
                </c:pt>
                <c:pt idx="4805">
                  <c:v>131.97999999999999</c:v>
                </c:pt>
                <c:pt idx="4806">
                  <c:v>83.98</c:v>
                </c:pt>
                <c:pt idx="4807">
                  <c:v>131.97999999999999</c:v>
                </c:pt>
                <c:pt idx="4808">
                  <c:v>131.97999999999999</c:v>
                </c:pt>
                <c:pt idx="4809">
                  <c:v>131.97999999999999</c:v>
                </c:pt>
                <c:pt idx="4810">
                  <c:v>83.98</c:v>
                </c:pt>
                <c:pt idx="4811">
                  <c:v>110.98</c:v>
                </c:pt>
                <c:pt idx="4812">
                  <c:v>131.97999999999999</c:v>
                </c:pt>
                <c:pt idx="4813">
                  <c:v>83.98</c:v>
                </c:pt>
                <c:pt idx="4814">
                  <c:v>131.97999999999999</c:v>
                </c:pt>
                <c:pt idx="4815">
                  <c:v>108.78</c:v>
                </c:pt>
                <c:pt idx="4816">
                  <c:v>110.98</c:v>
                </c:pt>
                <c:pt idx="4817">
                  <c:v>109.98</c:v>
                </c:pt>
                <c:pt idx="4818">
                  <c:v>79.98</c:v>
                </c:pt>
                <c:pt idx="4819">
                  <c:v>110.98</c:v>
                </c:pt>
                <c:pt idx="4820">
                  <c:v>131.97999999999999</c:v>
                </c:pt>
                <c:pt idx="4821">
                  <c:v>131.97999999999999</c:v>
                </c:pt>
                <c:pt idx="4822">
                  <c:v>75.790000000000006</c:v>
                </c:pt>
                <c:pt idx="4823">
                  <c:v>158.97</c:v>
                </c:pt>
                <c:pt idx="4824">
                  <c:v>131.97999999999999</c:v>
                </c:pt>
                <c:pt idx="4825">
                  <c:v>121.98</c:v>
                </c:pt>
                <c:pt idx="4826">
                  <c:v>141.96</c:v>
                </c:pt>
                <c:pt idx="4827">
                  <c:v>131.97999999999999</c:v>
                </c:pt>
                <c:pt idx="4828">
                  <c:v>103.98</c:v>
                </c:pt>
                <c:pt idx="4829">
                  <c:v>149.97</c:v>
                </c:pt>
                <c:pt idx="4830">
                  <c:v>62.98</c:v>
                </c:pt>
                <c:pt idx="4831">
                  <c:v>131.97999999999999</c:v>
                </c:pt>
                <c:pt idx="4832">
                  <c:v>131.97999999999999</c:v>
                </c:pt>
                <c:pt idx="4833">
                  <c:v>141.04</c:v>
                </c:pt>
                <c:pt idx="4834">
                  <c:v>254.97</c:v>
                </c:pt>
                <c:pt idx="4835">
                  <c:v>169.98</c:v>
                </c:pt>
                <c:pt idx="4836">
                  <c:v>204.97</c:v>
                </c:pt>
                <c:pt idx="4837">
                  <c:v>172.97</c:v>
                </c:pt>
                <c:pt idx="4838">
                  <c:v>201.96</c:v>
                </c:pt>
                <c:pt idx="4839">
                  <c:v>166.97</c:v>
                </c:pt>
                <c:pt idx="4840">
                  <c:v>189.97</c:v>
                </c:pt>
                <c:pt idx="4841">
                  <c:v>157.91</c:v>
                </c:pt>
                <c:pt idx="4842">
                  <c:v>169.98</c:v>
                </c:pt>
                <c:pt idx="4843">
                  <c:v>204.97</c:v>
                </c:pt>
                <c:pt idx="4844">
                  <c:v>166.97</c:v>
                </c:pt>
                <c:pt idx="4845">
                  <c:v>254.97</c:v>
                </c:pt>
                <c:pt idx="4846">
                  <c:v>182.66</c:v>
                </c:pt>
                <c:pt idx="4847">
                  <c:v>169.98</c:v>
                </c:pt>
                <c:pt idx="4848">
                  <c:v>199.97</c:v>
                </c:pt>
                <c:pt idx="4849">
                  <c:v>145.07</c:v>
                </c:pt>
                <c:pt idx="4850">
                  <c:v>259.95</c:v>
                </c:pt>
                <c:pt idx="4851">
                  <c:v>169.98</c:v>
                </c:pt>
                <c:pt idx="4852">
                  <c:v>187.97</c:v>
                </c:pt>
                <c:pt idx="4853">
                  <c:v>162.97</c:v>
                </c:pt>
                <c:pt idx="4854">
                  <c:v>216.72</c:v>
                </c:pt>
                <c:pt idx="4855">
                  <c:v>219.51</c:v>
                </c:pt>
                <c:pt idx="4856">
                  <c:v>278.91000000000003</c:v>
                </c:pt>
                <c:pt idx="4857">
                  <c:v>160.96</c:v>
                </c:pt>
                <c:pt idx="4858">
                  <c:v>84.98</c:v>
                </c:pt>
                <c:pt idx="4859">
                  <c:v>254.97</c:v>
                </c:pt>
                <c:pt idx="4860">
                  <c:v>169.98</c:v>
                </c:pt>
                <c:pt idx="4861">
                  <c:v>239.92</c:v>
                </c:pt>
                <c:pt idx="4862">
                  <c:v>216.93</c:v>
                </c:pt>
                <c:pt idx="4863">
                  <c:v>238.97</c:v>
                </c:pt>
                <c:pt idx="4864">
                  <c:v>223.92</c:v>
                </c:pt>
                <c:pt idx="4865">
                  <c:v>127.99</c:v>
                </c:pt>
                <c:pt idx="4866">
                  <c:v>79.98</c:v>
                </c:pt>
                <c:pt idx="4867">
                  <c:v>239.92</c:v>
                </c:pt>
                <c:pt idx="4868">
                  <c:v>269.91000000000003</c:v>
                </c:pt>
                <c:pt idx="4869">
                  <c:v>239.92</c:v>
                </c:pt>
                <c:pt idx="4870">
                  <c:v>247.92</c:v>
                </c:pt>
                <c:pt idx="4871">
                  <c:v>169.98</c:v>
                </c:pt>
                <c:pt idx="4872">
                  <c:v>239.92</c:v>
                </c:pt>
                <c:pt idx="4873">
                  <c:v>239.92</c:v>
                </c:pt>
                <c:pt idx="4874">
                  <c:v>278.91000000000003</c:v>
                </c:pt>
                <c:pt idx="4875">
                  <c:v>169.98</c:v>
                </c:pt>
                <c:pt idx="4876">
                  <c:v>239.92</c:v>
                </c:pt>
                <c:pt idx="4877">
                  <c:v>254.97</c:v>
                </c:pt>
                <c:pt idx="4878">
                  <c:v>159.97999999999999</c:v>
                </c:pt>
                <c:pt idx="4879">
                  <c:v>224.97</c:v>
                </c:pt>
                <c:pt idx="4880">
                  <c:v>169.98</c:v>
                </c:pt>
                <c:pt idx="4881">
                  <c:v>169.98</c:v>
                </c:pt>
                <c:pt idx="4882">
                  <c:v>169.98</c:v>
                </c:pt>
                <c:pt idx="4883">
                  <c:v>111.98</c:v>
                </c:pt>
                <c:pt idx="4884">
                  <c:v>169.98</c:v>
                </c:pt>
                <c:pt idx="4885">
                  <c:v>-169.98</c:v>
                </c:pt>
                <c:pt idx="4886">
                  <c:v>165.57</c:v>
                </c:pt>
                <c:pt idx="4887">
                  <c:v>161.96</c:v>
                </c:pt>
                <c:pt idx="4888">
                  <c:v>129.6</c:v>
                </c:pt>
                <c:pt idx="4889">
                  <c:v>159.18</c:v>
                </c:pt>
                <c:pt idx="4890">
                  <c:v>158.96</c:v>
                </c:pt>
                <c:pt idx="4891">
                  <c:v>131.97999999999999</c:v>
                </c:pt>
                <c:pt idx="4892">
                  <c:v>-169.98</c:v>
                </c:pt>
                <c:pt idx="4893">
                  <c:v>169.98</c:v>
                </c:pt>
                <c:pt idx="4894">
                  <c:v>169.98</c:v>
                </c:pt>
                <c:pt idx="4895">
                  <c:v>152.97999999999999</c:v>
                </c:pt>
                <c:pt idx="4896">
                  <c:v>169.98</c:v>
                </c:pt>
                <c:pt idx="4897">
                  <c:v>131.97999999999999</c:v>
                </c:pt>
                <c:pt idx="4898">
                  <c:v>169.98</c:v>
                </c:pt>
                <c:pt idx="4899">
                  <c:v>169.98</c:v>
                </c:pt>
                <c:pt idx="4900">
                  <c:v>169.98</c:v>
                </c:pt>
                <c:pt idx="4901">
                  <c:v>112.97</c:v>
                </c:pt>
                <c:pt idx="4902">
                  <c:v>169.98</c:v>
                </c:pt>
                <c:pt idx="4903">
                  <c:v>131.97999999999999</c:v>
                </c:pt>
                <c:pt idx="4904">
                  <c:v>59.99</c:v>
                </c:pt>
                <c:pt idx="4905">
                  <c:v>159.97999999999999</c:v>
                </c:pt>
                <c:pt idx="4906">
                  <c:v>169.98</c:v>
                </c:pt>
                <c:pt idx="4907">
                  <c:v>137.97999999999999</c:v>
                </c:pt>
                <c:pt idx="4908">
                  <c:v>283.95999999999998</c:v>
                </c:pt>
                <c:pt idx="4909">
                  <c:v>131.97999999999999</c:v>
                </c:pt>
                <c:pt idx="4910">
                  <c:v>229.97</c:v>
                </c:pt>
                <c:pt idx="4911">
                  <c:v>131.97999999999999</c:v>
                </c:pt>
                <c:pt idx="4912">
                  <c:v>229.96</c:v>
                </c:pt>
                <c:pt idx="4913">
                  <c:v>189.93</c:v>
                </c:pt>
                <c:pt idx="4914">
                  <c:v>156.18</c:v>
                </c:pt>
                <c:pt idx="4915">
                  <c:v>147.11000000000001</c:v>
                </c:pt>
                <c:pt idx="4916">
                  <c:v>95.18</c:v>
                </c:pt>
                <c:pt idx="4917">
                  <c:v>229.96</c:v>
                </c:pt>
                <c:pt idx="4918">
                  <c:v>147.11000000000001</c:v>
                </c:pt>
                <c:pt idx="4919">
                  <c:v>-2.2799999999999998</c:v>
                </c:pt>
                <c:pt idx="4920">
                  <c:v>-130</c:v>
                </c:pt>
                <c:pt idx="4921">
                  <c:v>155.97</c:v>
                </c:pt>
                <c:pt idx="4922">
                  <c:v>155.97</c:v>
                </c:pt>
                <c:pt idx="4923">
                  <c:v>157.30000000000001</c:v>
                </c:pt>
                <c:pt idx="4924">
                  <c:v>157.30000000000001</c:v>
                </c:pt>
                <c:pt idx="4925">
                  <c:v>244.4</c:v>
                </c:pt>
                <c:pt idx="4926">
                  <c:v>78.59</c:v>
                </c:pt>
                <c:pt idx="4927">
                  <c:v>244.4</c:v>
                </c:pt>
                <c:pt idx="4928">
                  <c:v>95.18</c:v>
                </c:pt>
                <c:pt idx="4929">
                  <c:v>78.59</c:v>
                </c:pt>
                <c:pt idx="4930">
                  <c:v>184.47</c:v>
                </c:pt>
                <c:pt idx="4931">
                  <c:v>137.94999999999999</c:v>
                </c:pt>
                <c:pt idx="4932">
                  <c:v>-2.2799999999999998</c:v>
                </c:pt>
                <c:pt idx="4933">
                  <c:v>137.94999999999999</c:v>
                </c:pt>
                <c:pt idx="4934">
                  <c:v>247.95</c:v>
                </c:pt>
                <c:pt idx="4935">
                  <c:v>240.35</c:v>
                </c:pt>
                <c:pt idx="4936">
                  <c:v>-130</c:v>
                </c:pt>
                <c:pt idx="4937">
                  <c:v>240.35</c:v>
                </c:pt>
                <c:pt idx="4938">
                  <c:v>247.95</c:v>
                </c:pt>
                <c:pt idx="4939">
                  <c:v>121.98</c:v>
                </c:pt>
                <c:pt idx="4940">
                  <c:v>156.18</c:v>
                </c:pt>
                <c:pt idx="4941">
                  <c:v>189.93</c:v>
                </c:pt>
                <c:pt idx="4942">
                  <c:v>659.9</c:v>
                </c:pt>
                <c:pt idx="4943">
                  <c:v>659.9</c:v>
                </c:pt>
                <c:pt idx="4944">
                  <c:v>144.97</c:v>
                </c:pt>
                <c:pt idx="4945">
                  <c:v>144.97</c:v>
                </c:pt>
                <c:pt idx="4946">
                  <c:v>131.97999999999999</c:v>
                </c:pt>
                <c:pt idx="4947">
                  <c:v>189.83</c:v>
                </c:pt>
                <c:pt idx="4948">
                  <c:v>118.97</c:v>
                </c:pt>
                <c:pt idx="4949">
                  <c:v>118.97</c:v>
                </c:pt>
                <c:pt idx="4950">
                  <c:v>189.83</c:v>
                </c:pt>
                <c:pt idx="4951">
                  <c:v>121.98</c:v>
                </c:pt>
                <c:pt idx="4952">
                  <c:v>184.47</c:v>
                </c:pt>
                <c:pt idx="4953">
                  <c:v>159.69999999999999</c:v>
                </c:pt>
                <c:pt idx="4954">
                  <c:v>168.73</c:v>
                </c:pt>
                <c:pt idx="4955">
                  <c:v>168.73</c:v>
                </c:pt>
                <c:pt idx="4956">
                  <c:v>121.98</c:v>
                </c:pt>
                <c:pt idx="4957">
                  <c:v>159.69999999999999</c:v>
                </c:pt>
                <c:pt idx="4958">
                  <c:v>131.97999999999999</c:v>
                </c:pt>
                <c:pt idx="4959">
                  <c:v>121.98</c:v>
                </c:pt>
                <c:pt idx="4960">
                  <c:v>127.88</c:v>
                </c:pt>
                <c:pt idx="4961">
                  <c:v>127.88</c:v>
                </c:pt>
                <c:pt idx="4962">
                  <c:v>267.44</c:v>
                </c:pt>
                <c:pt idx="4963">
                  <c:v>90.07</c:v>
                </c:pt>
                <c:pt idx="4964">
                  <c:v>199.96</c:v>
                </c:pt>
                <c:pt idx="4965">
                  <c:v>65.989999999999995</c:v>
                </c:pt>
                <c:pt idx="4966">
                  <c:v>197.97</c:v>
                </c:pt>
                <c:pt idx="4967">
                  <c:v>95.97</c:v>
                </c:pt>
                <c:pt idx="4968">
                  <c:v>60.98</c:v>
                </c:pt>
                <c:pt idx="4969">
                  <c:v>79.98</c:v>
                </c:pt>
                <c:pt idx="4970">
                  <c:v>207.78</c:v>
                </c:pt>
                <c:pt idx="4971">
                  <c:v>65.989999999999995</c:v>
                </c:pt>
                <c:pt idx="4972">
                  <c:v>131.97999999999999</c:v>
                </c:pt>
                <c:pt idx="4973">
                  <c:v>60.98</c:v>
                </c:pt>
                <c:pt idx="4974">
                  <c:v>53.98</c:v>
                </c:pt>
                <c:pt idx="4975">
                  <c:v>74.77</c:v>
                </c:pt>
                <c:pt idx="4976">
                  <c:v>99.98</c:v>
                </c:pt>
                <c:pt idx="4977">
                  <c:v>185.95</c:v>
                </c:pt>
                <c:pt idx="4978">
                  <c:v>82.31</c:v>
                </c:pt>
                <c:pt idx="4979">
                  <c:v>264.94</c:v>
                </c:pt>
                <c:pt idx="4980">
                  <c:v>252.4</c:v>
                </c:pt>
                <c:pt idx="4981">
                  <c:v>527.91999999999996</c:v>
                </c:pt>
                <c:pt idx="4982">
                  <c:v>-81.59</c:v>
                </c:pt>
                <c:pt idx="4983">
                  <c:v>408.93</c:v>
                </c:pt>
                <c:pt idx="4984">
                  <c:v>531.91</c:v>
                </c:pt>
                <c:pt idx="4985">
                  <c:v>329.95</c:v>
                </c:pt>
                <c:pt idx="4986">
                  <c:v>339.96</c:v>
                </c:pt>
                <c:pt idx="4987">
                  <c:v>584.91</c:v>
                </c:pt>
                <c:pt idx="4988">
                  <c:v>603.89</c:v>
                </c:pt>
                <c:pt idx="4989">
                  <c:v>-78.28</c:v>
                </c:pt>
                <c:pt idx="4990">
                  <c:v>521.9</c:v>
                </c:pt>
                <c:pt idx="4991">
                  <c:v>527.91999999999996</c:v>
                </c:pt>
                <c:pt idx="4992">
                  <c:v>51.28</c:v>
                </c:pt>
                <c:pt idx="4993">
                  <c:v>339.96</c:v>
                </c:pt>
                <c:pt idx="4994">
                  <c:v>543.88</c:v>
                </c:pt>
                <c:pt idx="4995">
                  <c:v>-1.3</c:v>
                </c:pt>
                <c:pt idx="4996">
                  <c:v>339.96</c:v>
                </c:pt>
                <c:pt idx="4997">
                  <c:v>224.3</c:v>
                </c:pt>
                <c:pt idx="4998">
                  <c:v>284.95</c:v>
                </c:pt>
                <c:pt idx="4999">
                  <c:v>292.45999999999998</c:v>
                </c:pt>
                <c:pt idx="5000">
                  <c:v>226.45</c:v>
                </c:pt>
                <c:pt idx="5001">
                  <c:v>369.94</c:v>
                </c:pt>
                <c:pt idx="5002">
                  <c:v>269.3</c:v>
                </c:pt>
                <c:pt idx="5003">
                  <c:v>256.98</c:v>
                </c:pt>
                <c:pt idx="5004">
                  <c:v>383.89</c:v>
                </c:pt>
                <c:pt idx="5005">
                  <c:v>326.43</c:v>
                </c:pt>
                <c:pt idx="5006">
                  <c:v>147.69</c:v>
                </c:pt>
                <c:pt idx="5007">
                  <c:v>164.03</c:v>
                </c:pt>
                <c:pt idx="5008">
                  <c:v>261.24</c:v>
                </c:pt>
                <c:pt idx="5009">
                  <c:v>302.13</c:v>
                </c:pt>
                <c:pt idx="5010">
                  <c:v>184.97</c:v>
                </c:pt>
                <c:pt idx="5011">
                  <c:v>174.97</c:v>
                </c:pt>
                <c:pt idx="5012">
                  <c:v>184.97</c:v>
                </c:pt>
                <c:pt idx="5013">
                  <c:v>184.97</c:v>
                </c:pt>
                <c:pt idx="5014">
                  <c:v>158.69999999999999</c:v>
                </c:pt>
                <c:pt idx="5015">
                  <c:v>146.97</c:v>
                </c:pt>
                <c:pt idx="5016">
                  <c:v>171.74</c:v>
                </c:pt>
                <c:pt idx="5017">
                  <c:v>84.99</c:v>
                </c:pt>
                <c:pt idx="5018">
                  <c:v>184.97</c:v>
                </c:pt>
                <c:pt idx="5019">
                  <c:v>146.97</c:v>
                </c:pt>
                <c:pt idx="5020">
                  <c:v>184.97</c:v>
                </c:pt>
                <c:pt idx="5021">
                  <c:v>184.97</c:v>
                </c:pt>
                <c:pt idx="5022">
                  <c:v>186.96</c:v>
                </c:pt>
                <c:pt idx="5023">
                  <c:v>171.77</c:v>
                </c:pt>
                <c:pt idx="5024">
                  <c:v>260.70999999999998</c:v>
                </c:pt>
                <c:pt idx="5025">
                  <c:v>269.95999999999998</c:v>
                </c:pt>
                <c:pt idx="5026">
                  <c:v>184.97</c:v>
                </c:pt>
                <c:pt idx="5027">
                  <c:v>136.97</c:v>
                </c:pt>
                <c:pt idx="5028">
                  <c:v>184.97</c:v>
                </c:pt>
                <c:pt idx="5029">
                  <c:v>184.97</c:v>
                </c:pt>
                <c:pt idx="5030">
                  <c:v>168.97</c:v>
                </c:pt>
                <c:pt idx="5031">
                  <c:v>184.97</c:v>
                </c:pt>
                <c:pt idx="5032">
                  <c:v>184.97</c:v>
                </c:pt>
                <c:pt idx="5033">
                  <c:v>184.97</c:v>
                </c:pt>
                <c:pt idx="5034">
                  <c:v>184.97</c:v>
                </c:pt>
                <c:pt idx="5035">
                  <c:v>184.97</c:v>
                </c:pt>
                <c:pt idx="5036">
                  <c:v>146.97</c:v>
                </c:pt>
                <c:pt idx="5037">
                  <c:v>105.98</c:v>
                </c:pt>
                <c:pt idx="5038">
                  <c:v>184.97</c:v>
                </c:pt>
                <c:pt idx="5039">
                  <c:v>136.97</c:v>
                </c:pt>
                <c:pt idx="5040">
                  <c:v>184.97</c:v>
                </c:pt>
                <c:pt idx="5041">
                  <c:v>184.97</c:v>
                </c:pt>
                <c:pt idx="5042">
                  <c:v>184.97</c:v>
                </c:pt>
                <c:pt idx="5043">
                  <c:v>144.96</c:v>
                </c:pt>
                <c:pt idx="5044">
                  <c:v>184.97</c:v>
                </c:pt>
                <c:pt idx="5045">
                  <c:v>132.07</c:v>
                </c:pt>
                <c:pt idx="5046">
                  <c:v>258.52</c:v>
                </c:pt>
                <c:pt idx="5047">
                  <c:v>119.96</c:v>
                </c:pt>
                <c:pt idx="5048">
                  <c:v>339.96</c:v>
                </c:pt>
                <c:pt idx="5049">
                  <c:v>339.95</c:v>
                </c:pt>
                <c:pt idx="5050">
                  <c:v>172.97</c:v>
                </c:pt>
                <c:pt idx="5051">
                  <c:v>166.37</c:v>
                </c:pt>
                <c:pt idx="5052">
                  <c:v>172.97</c:v>
                </c:pt>
                <c:pt idx="5053">
                  <c:v>172.97</c:v>
                </c:pt>
                <c:pt idx="5054">
                  <c:v>339.96</c:v>
                </c:pt>
                <c:pt idx="5055">
                  <c:v>309.44</c:v>
                </c:pt>
                <c:pt idx="5056">
                  <c:v>339.96</c:v>
                </c:pt>
                <c:pt idx="5057">
                  <c:v>541.16</c:v>
                </c:pt>
                <c:pt idx="5058">
                  <c:v>239.92</c:v>
                </c:pt>
                <c:pt idx="5059">
                  <c:v>169.98</c:v>
                </c:pt>
                <c:pt idx="5060">
                  <c:v>432.48</c:v>
                </c:pt>
                <c:pt idx="5061">
                  <c:v>168.28</c:v>
                </c:pt>
                <c:pt idx="5062">
                  <c:v>169.98</c:v>
                </c:pt>
                <c:pt idx="5063">
                  <c:v>130</c:v>
                </c:pt>
                <c:pt idx="5064">
                  <c:v>125.38</c:v>
                </c:pt>
                <c:pt idx="5065">
                  <c:v>164.88</c:v>
                </c:pt>
                <c:pt idx="5066">
                  <c:v>129.34</c:v>
                </c:pt>
                <c:pt idx="5067">
                  <c:v>131.97999999999999</c:v>
                </c:pt>
                <c:pt idx="5068">
                  <c:v>168.28</c:v>
                </c:pt>
                <c:pt idx="5069">
                  <c:v>108.78</c:v>
                </c:pt>
                <c:pt idx="5070">
                  <c:v>163.28</c:v>
                </c:pt>
                <c:pt idx="5071">
                  <c:v>169.98</c:v>
                </c:pt>
                <c:pt idx="5072">
                  <c:v>169.98</c:v>
                </c:pt>
                <c:pt idx="5073">
                  <c:v>169.98</c:v>
                </c:pt>
                <c:pt idx="5074">
                  <c:v>166.58</c:v>
                </c:pt>
                <c:pt idx="5075">
                  <c:v>118.99</c:v>
                </c:pt>
                <c:pt idx="5076">
                  <c:v>169.98</c:v>
                </c:pt>
                <c:pt idx="5077">
                  <c:v>114.3</c:v>
                </c:pt>
                <c:pt idx="5078">
                  <c:v>168.78</c:v>
                </c:pt>
                <c:pt idx="5079">
                  <c:v>152.97999999999999</c:v>
                </c:pt>
                <c:pt idx="5080">
                  <c:v>165.38</c:v>
                </c:pt>
                <c:pt idx="5081">
                  <c:v>168.28</c:v>
                </c:pt>
                <c:pt idx="5082">
                  <c:v>98.86</c:v>
                </c:pt>
                <c:pt idx="5083">
                  <c:v>108.28</c:v>
                </c:pt>
                <c:pt idx="5084">
                  <c:v>158.97999999999999</c:v>
                </c:pt>
                <c:pt idx="5085">
                  <c:v>206.53</c:v>
                </c:pt>
                <c:pt idx="5086">
                  <c:v>169.98</c:v>
                </c:pt>
                <c:pt idx="5087">
                  <c:v>295.95999999999998</c:v>
                </c:pt>
                <c:pt idx="5088">
                  <c:v>254.97</c:v>
                </c:pt>
                <c:pt idx="5089">
                  <c:v>353.95</c:v>
                </c:pt>
                <c:pt idx="5090">
                  <c:v>579.9</c:v>
                </c:pt>
                <c:pt idx="5091">
                  <c:v>131.97999999999999</c:v>
                </c:pt>
                <c:pt idx="5092">
                  <c:v>110.09</c:v>
                </c:pt>
                <c:pt idx="5093">
                  <c:v>169.98</c:v>
                </c:pt>
                <c:pt idx="5094">
                  <c:v>249.73</c:v>
                </c:pt>
                <c:pt idx="5095">
                  <c:v>232.64</c:v>
                </c:pt>
                <c:pt idx="5096">
                  <c:v>559.63</c:v>
                </c:pt>
                <c:pt idx="5097">
                  <c:v>199.96</c:v>
                </c:pt>
                <c:pt idx="5098">
                  <c:v>254.97</c:v>
                </c:pt>
                <c:pt idx="5099">
                  <c:v>162.1</c:v>
                </c:pt>
                <c:pt idx="5100">
                  <c:v>164.29</c:v>
                </c:pt>
                <c:pt idx="5101">
                  <c:v>427.9</c:v>
                </c:pt>
                <c:pt idx="5102">
                  <c:v>546.22</c:v>
                </c:pt>
                <c:pt idx="5103">
                  <c:v>258.54000000000002</c:v>
                </c:pt>
                <c:pt idx="5104">
                  <c:v>119.96</c:v>
                </c:pt>
                <c:pt idx="5105">
                  <c:v>299.95999999999998</c:v>
                </c:pt>
                <c:pt idx="5106">
                  <c:v>151.09</c:v>
                </c:pt>
                <c:pt idx="5107">
                  <c:v>89.97</c:v>
                </c:pt>
                <c:pt idx="5108">
                  <c:v>268.95999999999998</c:v>
                </c:pt>
                <c:pt idx="5109">
                  <c:v>268.95999999999998</c:v>
                </c:pt>
                <c:pt idx="5110">
                  <c:v>164.32</c:v>
                </c:pt>
                <c:pt idx="5111">
                  <c:v>241.9</c:v>
                </c:pt>
                <c:pt idx="5112">
                  <c:v>319.91000000000003</c:v>
                </c:pt>
                <c:pt idx="5113">
                  <c:v>422.89</c:v>
                </c:pt>
                <c:pt idx="5114">
                  <c:v>189.24</c:v>
                </c:pt>
                <c:pt idx="5115">
                  <c:v>300.36</c:v>
                </c:pt>
                <c:pt idx="5116">
                  <c:v>155.97999999999999</c:v>
                </c:pt>
                <c:pt idx="5117">
                  <c:v>381.75</c:v>
                </c:pt>
                <c:pt idx="5118">
                  <c:v>279.93</c:v>
                </c:pt>
                <c:pt idx="5119">
                  <c:v>395.92</c:v>
                </c:pt>
                <c:pt idx="5120">
                  <c:v>172.97</c:v>
                </c:pt>
                <c:pt idx="5121">
                  <c:v>131.97999999999999</c:v>
                </c:pt>
                <c:pt idx="5122">
                  <c:v>131.97999999999999</c:v>
                </c:pt>
                <c:pt idx="5123">
                  <c:v>169.98</c:v>
                </c:pt>
                <c:pt idx="5124">
                  <c:v>169.98</c:v>
                </c:pt>
                <c:pt idx="5125">
                  <c:v>112.64</c:v>
                </c:pt>
                <c:pt idx="5126">
                  <c:v>169.98</c:v>
                </c:pt>
                <c:pt idx="5127">
                  <c:v>169.98</c:v>
                </c:pt>
                <c:pt idx="5128">
                  <c:v>184.97</c:v>
                </c:pt>
                <c:pt idx="5129">
                  <c:v>239.97</c:v>
                </c:pt>
                <c:pt idx="5130">
                  <c:v>131.97999999999999</c:v>
                </c:pt>
                <c:pt idx="5131">
                  <c:v>69.989999999999995</c:v>
                </c:pt>
                <c:pt idx="5132">
                  <c:v>169.98</c:v>
                </c:pt>
                <c:pt idx="5133">
                  <c:v>169.98</c:v>
                </c:pt>
                <c:pt idx="5134">
                  <c:v>169.98</c:v>
                </c:pt>
                <c:pt idx="5135">
                  <c:v>184.97</c:v>
                </c:pt>
                <c:pt idx="5136">
                  <c:v>169.98</c:v>
                </c:pt>
                <c:pt idx="5137">
                  <c:v>174.97</c:v>
                </c:pt>
                <c:pt idx="5138">
                  <c:v>197.97</c:v>
                </c:pt>
                <c:pt idx="5139">
                  <c:v>178.17</c:v>
                </c:pt>
                <c:pt idx="5140">
                  <c:v>174.09</c:v>
                </c:pt>
                <c:pt idx="5141">
                  <c:v>254.97</c:v>
                </c:pt>
                <c:pt idx="5142">
                  <c:v>254.97</c:v>
                </c:pt>
                <c:pt idx="5143">
                  <c:v>179.02</c:v>
                </c:pt>
                <c:pt idx="5144">
                  <c:v>144.47999999999999</c:v>
                </c:pt>
                <c:pt idx="5145">
                  <c:v>169.98</c:v>
                </c:pt>
                <c:pt idx="5146">
                  <c:v>172.62</c:v>
                </c:pt>
                <c:pt idx="5147">
                  <c:v>269.95999999999998</c:v>
                </c:pt>
                <c:pt idx="5148">
                  <c:v>269.95999999999998</c:v>
                </c:pt>
                <c:pt idx="5149">
                  <c:v>254.97</c:v>
                </c:pt>
                <c:pt idx="5150">
                  <c:v>169.98</c:v>
                </c:pt>
                <c:pt idx="5151">
                  <c:v>169.98</c:v>
                </c:pt>
                <c:pt idx="5152">
                  <c:v>254.97</c:v>
                </c:pt>
                <c:pt idx="5153">
                  <c:v>263.95999999999998</c:v>
                </c:pt>
                <c:pt idx="5154">
                  <c:v>77.98</c:v>
                </c:pt>
                <c:pt idx="5155">
                  <c:v>182.97</c:v>
                </c:pt>
                <c:pt idx="5156">
                  <c:v>153.43</c:v>
                </c:pt>
                <c:pt idx="5157">
                  <c:v>169.98</c:v>
                </c:pt>
                <c:pt idx="5158">
                  <c:v>182.97</c:v>
                </c:pt>
                <c:pt idx="5159">
                  <c:v>153.61000000000001</c:v>
                </c:pt>
                <c:pt idx="5160">
                  <c:v>74.97</c:v>
                </c:pt>
                <c:pt idx="5161">
                  <c:v>189.97</c:v>
                </c:pt>
                <c:pt idx="5162">
                  <c:v>231.82</c:v>
                </c:pt>
                <c:pt idx="5163">
                  <c:v>130.38</c:v>
                </c:pt>
                <c:pt idx="5164">
                  <c:v>169.98</c:v>
                </c:pt>
                <c:pt idx="5165">
                  <c:v>65.98</c:v>
                </c:pt>
                <c:pt idx="5166">
                  <c:v>137.97999999999999</c:v>
                </c:pt>
                <c:pt idx="5167">
                  <c:v>121.96</c:v>
                </c:pt>
                <c:pt idx="5168">
                  <c:v>150.97</c:v>
                </c:pt>
                <c:pt idx="5169">
                  <c:v>121.98</c:v>
                </c:pt>
                <c:pt idx="5170">
                  <c:v>169.98</c:v>
                </c:pt>
                <c:pt idx="5171">
                  <c:v>144.97</c:v>
                </c:pt>
                <c:pt idx="5172">
                  <c:v>137.97999999999999</c:v>
                </c:pt>
                <c:pt idx="5173">
                  <c:v>189.97</c:v>
                </c:pt>
                <c:pt idx="5174">
                  <c:v>207.97</c:v>
                </c:pt>
                <c:pt idx="5175">
                  <c:v>99.96</c:v>
                </c:pt>
                <c:pt idx="5176">
                  <c:v>223.28</c:v>
                </c:pt>
                <c:pt idx="5177">
                  <c:v>169.98</c:v>
                </c:pt>
                <c:pt idx="5178">
                  <c:v>169.98</c:v>
                </c:pt>
                <c:pt idx="5179">
                  <c:v>173.3</c:v>
                </c:pt>
                <c:pt idx="5180">
                  <c:v>131.97999999999999</c:v>
                </c:pt>
                <c:pt idx="5181">
                  <c:v>159.97999999999999</c:v>
                </c:pt>
                <c:pt idx="5182">
                  <c:v>169.98</c:v>
                </c:pt>
                <c:pt idx="5183">
                  <c:v>169.98</c:v>
                </c:pt>
                <c:pt idx="5184">
                  <c:v>169.98</c:v>
                </c:pt>
                <c:pt idx="5185">
                  <c:v>152.97999999999999</c:v>
                </c:pt>
                <c:pt idx="5186">
                  <c:v>131.97999999999999</c:v>
                </c:pt>
                <c:pt idx="5187">
                  <c:v>206.95</c:v>
                </c:pt>
                <c:pt idx="5188">
                  <c:v>131.97999999999999</c:v>
                </c:pt>
                <c:pt idx="5189">
                  <c:v>178.97</c:v>
                </c:pt>
                <c:pt idx="5190">
                  <c:v>152.97999999999999</c:v>
                </c:pt>
                <c:pt idx="5191">
                  <c:v>254.97</c:v>
                </c:pt>
                <c:pt idx="5192">
                  <c:v>187.96</c:v>
                </c:pt>
                <c:pt idx="5193">
                  <c:v>169.98</c:v>
                </c:pt>
                <c:pt idx="5194">
                  <c:v>169.98</c:v>
                </c:pt>
                <c:pt idx="5195">
                  <c:v>169.98</c:v>
                </c:pt>
                <c:pt idx="5196">
                  <c:v>152.97999999999999</c:v>
                </c:pt>
                <c:pt idx="5197">
                  <c:v>131.97999999999999</c:v>
                </c:pt>
                <c:pt idx="5198">
                  <c:v>131.97999999999999</c:v>
                </c:pt>
                <c:pt idx="5199">
                  <c:v>169.98</c:v>
                </c:pt>
                <c:pt idx="5200">
                  <c:v>187.96</c:v>
                </c:pt>
                <c:pt idx="5201">
                  <c:v>154.96</c:v>
                </c:pt>
                <c:pt idx="5202">
                  <c:v>169.98</c:v>
                </c:pt>
                <c:pt idx="5203">
                  <c:v>131.97999999999999</c:v>
                </c:pt>
                <c:pt idx="5204">
                  <c:v>159.97999999999999</c:v>
                </c:pt>
                <c:pt idx="5205">
                  <c:v>169.98</c:v>
                </c:pt>
                <c:pt idx="5206">
                  <c:v>121.98</c:v>
                </c:pt>
                <c:pt idx="5207">
                  <c:v>65.989999999999995</c:v>
                </c:pt>
                <c:pt idx="5208">
                  <c:v>65.989999999999995</c:v>
                </c:pt>
                <c:pt idx="5209">
                  <c:v>65.989999999999995</c:v>
                </c:pt>
                <c:pt idx="5210">
                  <c:v>65.989999999999995</c:v>
                </c:pt>
                <c:pt idx="5211">
                  <c:v>65.989999999999995</c:v>
                </c:pt>
                <c:pt idx="5212">
                  <c:v>85.98</c:v>
                </c:pt>
                <c:pt idx="5213">
                  <c:v>65.989999999999995</c:v>
                </c:pt>
                <c:pt idx="5214">
                  <c:v>65.989999999999995</c:v>
                </c:pt>
                <c:pt idx="5215">
                  <c:v>65.989999999999995</c:v>
                </c:pt>
                <c:pt idx="5216">
                  <c:v>65.989999999999995</c:v>
                </c:pt>
                <c:pt idx="5217">
                  <c:v>65.989999999999995</c:v>
                </c:pt>
                <c:pt idx="5218">
                  <c:v>65.989999999999995</c:v>
                </c:pt>
                <c:pt idx="5219">
                  <c:v>65.989999999999995</c:v>
                </c:pt>
                <c:pt idx="5220">
                  <c:v>104.97</c:v>
                </c:pt>
                <c:pt idx="5221">
                  <c:v>65.989999999999995</c:v>
                </c:pt>
                <c:pt idx="5222">
                  <c:v>65.989999999999995</c:v>
                </c:pt>
                <c:pt idx="5223">
                  <c:v>85.98</c:v>
                </c:pt>
                <c:pt idx="5224">
                  <c:v>65.989999999999995</c:v>
                </c:pt>
                <c:pt idx="5225">
                  <c:v>100.98</c:v>
                </c:pt>
                <c:pt idx="5226">
                  <c:v>65.989999999999995</c:v>
                </c:pt>
                <c:pt idx="5227">
                  <c:v>65.989999999999995</c:v>
                </c:pt>
                <c:pt idx="5228">
                  <c:v>65.989999999999995</c:v>
                </c:pt>
                <c:pt idx="5229">
                  <c:v>65.989999999999995</c:v>
                </c:pt>
                <c:pt idx="5230">
                  <c:v>65.989999999999995</c:v>
                </c:pt>
                <c:pt idx="5231">
                  <c:v>65.989999999999995</c:v>
                </c:pt>
                <c:pt idx="5232">
                  <c:v>65.989999999999995</c:v>
                </c:pt>
                <c:pt idx="5233">
                  <c:v>65.989999999999995</c:v>
                </c:pt>
                <c:pt idx="5234">
                  <c:v>65.989999999999995</c:v>
                </c:pt>
                <c:pt idx="5235">
                  <c:v>85.98</c:v>
                </c:pt>
                <c:pt idx="5236">
                  <c:v>65.989999999999995</c:v>
                </c:pt>
                <c:pt idx="5237">
                  <c:v>85.98</c:v>
                </c:pt>
                <c:pt idx="5238">
                  <c:v>85.98</c:v>
                </c:pt>
                <c:pt idx="5239">
                  <c:v>131.97999999999999</c:v>
                </c:pt>
                <c:pt idx="5240">
                  <c:v>79.98</c:v>
                </c:pt>
                <c:pt idx="5241">
                  <c:v>65.989999999999995</c:v>
                </c:pt>
                <c:pt idx="5242">
                  <c:v>85.98</c:v>
                </c:pt>
                <c:pt idx="5243">
                  <c:v>65.989999999999995</c:v>
                </c:pt>
                <c:pt idx="5244">
                  <c:v>65.989999999999995</c:v>
                </c:pt>
                <c:pt idx="5245">
                  <c:v>65.989999999999995</c:v>
                </c:pt>
                <c:pt idx="5246">
                  <c:v>65.989999999999995</c:v>
                </c:pt>
                <c:pt idx="5247">
                  <c:v>24.99</c:v>
                </c:pt>
                <c:pt idx="5248">
                  <c:v>65.989999999999995</c:v>
                </c:pt>
                <c:pt idx="5249">
                  <c:v>65.989999999999995</c:v>
                </c:pt>
                <c:pt idx="5250">
                  <c:v>65.989999999999995</c:v>
                </c:pt>
                <c:pt idx="5251">
                  <c:v>64.98</c:v>
                </c:pt>
                <c:pt idx="5252">
                  <c:v>31.98</c:v>
                </c:pt>
                <c:pt idx="5253">
                  <c:v>85.98</c:v>
                </c:pt>
                <c:pt idx="5254">
                  <c:v>65.989999999999995</c:v>
                </c:pt>
                <c:pt idx="5255">
                  <c:v>65.989999999999995</c:v>
                </c:pt>
                <c:pt idx="5256">
                  <c:v>273.58</c:v>
                </c:pt>
                <c:pt idx="5257">
                  <c:v>197.97</c:v>
                </c:pt>
                <c:pt idx="5258">
                  <c:v>145.97</c:v>
                </c:pt>
                <c:pt idx="5259">
                  <c:v>211.96</c:v>
                </c:pt>
                <c:pt idx="5260">
                  <c:v>169.4</c:v>
                </c:pt>
                <c:pt idx="5261">
                  <c:v>163.95</c:v>
                </c:pt>
                <c:pt idx="5262">
                  <c:v>144.08000000000001</c:v>
                </c:pt>
                <c:pt idx="5263">
                  <c:v>276.58999999999997</c:v>
                </c:pt>
                <c:pt idx="5264">
                  <c:v>87.7</c:v>
                </c:pt>
                <c:pt idx="5265">
                  <c:v>254.97</c:v>
                </c:pt>
                <c:pt idx="5266">
                  <c:v>197.97</c:v>
                </c:pt>
                <c:pt idx="5267">
                  <c:v>230.95</c:v>
                </c:pt>
                <c:pt idx="5268">
                  <c:v>169.98</c:v>
                </c:pt>
                <c:pt idx="5269">
                  <c:v>265.14999999999998</c:v>
                </c:pt>
                <c:pt idx="5270">
                  <c:v>197.32</c:v>
                </c:pt>
                <c:pt idx="5271">
                  <c:v>254.97</c:v>
                </c:pt>
                <c:pt idx="5272">
                  <c:v>189.96</c:v>
                </c:pt>
                <c:pt idx="5273">
                  <c:v>183.9</c:v>
                </c:pt>
                <c:pt idx="5274">
                  <c:v>98.48</c:v>
                </c:pt>
                <c:pt idx="5275">
                  <c:v>284.95</c:v>
                </c:pt>
                <c:pt idx="5276">
                  <c:v>337.94</c:v>
                </c:pt>
                <c:pt idx="5277">
                  <c:v>261.32</c:v>
                </c:pt>
                <c:pt idx="5278">
                  <c:v>272.06</c:v>
                </c:pt>
                <c:pt idx="5279">
                  <c:v>259.02</c:v>
                </c:pt>
                <c:pt idx="5280">
                  <c:v>337.2</c:v>
                </c:pt>
                <c:pt idx="5281">
                  <c:v>387.27</c:v>
                </c:pt>
                <c:pt idx="5282">
                  <c:v>319.95999999999998</c:v>
                </c:pt>
                <c:pt idx="5283">
                  <c:v>479.94</c:v>
                </c:pt>
                <c:pt idx="5284">
                  <c:v>334.48</c:v>
                </c:pt>
                <c:pt idx="5285">
                  <c:v>319.95999999999998</c:v>
                </c:pt>
                <c:pt idx="5286">
                  <c:v>189.91</c:v>
                </c:pt>
                <c:pt idx="5287">
                  <c:v>479.94</c:v>
                </c:pt>
                <c:pt idx="5288">
                  <c:v>305.41000000000003</c:v>
                </c:pt>
                <c:pt idx="5289">
                  <c:v>159.97999999999999</c:v>
                </c:pt>
                <c:pt idx="5290">
                  <c:v>479.94</c:v>
                </c:pt>
                <c:pt idx="5291">
                  <c:v>440.92</c:v>
                </c:pt>
                <c:pt idx="5292">
                  <c:v>294.95999999999998</c:v>
                </c:pt>
                <c:pt idx="5293">
                  <c:v>137.97999999999999</c:v>
                </c:pt>
                <c:pt idx="5294">
                  <c:v>209.97</c:v>
                </c:pt>
                <c:pt idx="5295">
                  <c:v>190.94</c:v>
                </c:pt>
                <c:pt idx="5296">
                  <c:v>319.95999999999998</c:v>
                </c:pt>
                <c:pt idx="5297">
                  <c:v>319.95999999999998</c:v>
                </c:pt>
                <c:pt idx="5298">
                  <c:v>111.93</c:v>
                </c:pt>
                <c:pt idx="5299">
                  <c:v>239.97</c:v>
                </c:pt>
                <c:pt idx="5300">
                  <c:v>319.95999999999998</c:v>
                </c:pt>
                <c:pt idx="5301">
                  <c:v>239.97</c:v>
                </c:pt>
                <c:pt idx="5302">
                  <c:v>319.95999999999998</c:v>
                </c:pt>
                <c:pt idx="5303">
                  <c:v>244.11</c:v>
                </c:pt>
                <c:pt idx="5304">
                  <c:v>590.29</c:v>
                </c:pt>
                <c:pt idx="5305">
                  <c:v>343.58</c:v>
                </c:pt>
                <c:pt idx="5306">
                  <c:v>182.55</c:v>
                </c:pt>
                <c:pt idx="5307">
                  <c:v>228.94</c:v>
                </c:pt>
                <c:pt idx="5308">
                  <c:v>319.39</c:v>
                </c:pt>
                <c:pt idx="5309">
                  <c:v>361.73</c:v>
                </c:pt>
                <c:pt idx="5310">
                  <c:v>239.54</c:v>
                </c:pt>
                <c:pt idx="5311">
                  <c:v>343.58</c:v>
                </c:pt>
                <c:pt idx="5312">
                  <c:v>195.96</c:v>
                </c:pt>
                <c:pt idx="5313">
                  <c:v>135.28</c:v>
                </c:pt>
                <c:pt idx="5314">
                  <c:v>107.48</c:v>
                </c:pt>
                <c:pt idx="5315">
                  <c:v>88.6</c:v>
                </c:pt>
                <c:pt idx="5316">
                  <c:v>184.09</c:v>
                </c:pt>
                <c:pt idx="5317">
                  <c:v>105.35</c:v>
                </c:pt>
                <c:pt idx="5318">
                  <c:v>107.48</c:v>
                </c:pt>
                <c:pt idx="5319">
                  <c:v>143.04</c:v>
                </c:pt>
                <c:pt idx="5320">
                  <c:v>122.47</c:v>
                </c:pt>
                <c:pt idx="5321">
                  <c:v>81.42</c:v>
                </c:pt>
                <c:pt idx="5322">
                  <c:v>128.6</c:v>
                </c:pt>
                <c:pt idx="5323">
                  <c:v>81.16</c:v>
                </c:pt>
                <c:pt idx="5324">
                  <c:v>130.84</c:v>
                </c:pt>
                <c:pt idx="5325">
                  <c:v>152.47</c:v>
                </c:pt>
                <c:pt idx="5326">
                  <c:v>66.02</c:v>
                </c:pt>
                <c:pt idx="5327">
                  <c:v>121.98</c:v>
                </c:pt>
                <c:pt idx="5328">
                  <c:v>82.48</c:v>
                </c:pt>
                <c:pt idx="5329">
                  <c:v>67.489999999999995</c:v>
                </c:pt>
                <c:pt idx="5330">
                  <c:v>84.98</c:v>
                </c:pt>
                <c:pt idx="5331">
                  <c:v>67.489999999999995</c:v>
                </c:pt>
                <c:pt idx="5332">
                  <c:v>107.48</c:v>
                </c:pt>
                <c:pt idx="5333">
                  <c:v>211.96</c:v>
                </c:pt>
                <c:pt idx="5334">
                  <c:v>131.16</c:v>
                </c:pt>
                <c:pt idx="5335">
                  <c:v>97.47</c:v>
                </c:pt>
                <c:pt idx="5336">
                  <c:v>133.47999999999999</c:v>
                </c:pt>
                <c:pt idx="5337">
                  <c:v>132.34</c:v>
                </c:pt>
                <c:pt idx="5338">
                  <c:v>128.22999999999999</c:v>
                </c:pt>
                <c:pt idx="5339">
                  <c:v>150.27000000000001</c:v>
                </c:pt>
                <c:pt idx="5340">
                  <c:v>146.97</c:v>
                </c:pt>
                <c:pt idx="5341">
                  <c:v>133.47999999999999</c:v>
                </c:pt>
                <c:pt idx="5342">
                  <c:v>151.96</c:v>
                </c:pt>
                <c:pt idx="5343">
                  <c:v>191.96</c:v>
                </c:pt>
                <c:pt idx="5344">
                  <c:v>155.97</c:v>
                </c:pt>
                <c:pt idx="5345">
                  <c:v>127.96</c:v>
                </c:pt>
                <c:pt idx="5346">
                  <c:v>155.97</c:v>
                </c:pt>
                <c:pt idx="5347">
                  <c:v>65.989999999999995</c:v>
                </c:pt>
                <c:pt idx="5348">
                  <c:v>155.97</c:v>
                </c:pt>
                <c:pt idx="5349">
                  <c:v>138.96</c:v>
                </c:pt>
                <c:pt idx="5350">
                  <c:v>129.97</c:v>
                </c:pt>
                <c:pt idx="5351">
                  <c:v>145.97</c:v>
                </c:pt>
                <c:pt idx="5352">
                  <c:v>191.96</c:v>
                </c:pt>
                <c:pt idx="5353">
                  <c:v>152.06</c:v>
                </c:pt>
                <c:pt idx="5354">
                  <c:v>161.96</c:v>
                </c:pt>
                <c:pt idx="5355">
                  <c:v>145.96</c:v>
                </c:pt>
                <c:pt idx="5356">
                  <c:v>259.91000000000003</c:v>
                </c:pt>
                <c:pt idx="5357">
                  <c:v>110.98</c:v>
                </c:pt>
                <c:pt idx="5358">
                  <c:v>89.97</c:v>
                </c:pt>
                <c:pt idx="5359">
                  <c:v>213.93</c:v>
                </c:pt>
                <c:pt idx="5360">
                  <c:v>161.96</c:v>
                </c:pt>
                <c:pt idx="5361">
                  <c:v>170.96</c:v>
                </c:pt>
                <c:pt idx="5362">
                  <c:v>159.96</c:v>
                </c:pt>
                <c:pt idx="5363">
                  <c:v>125.96</c:v>
                </c:pt>
                <c:pt idx="5364">
                  <c:v>149.97</c:v>
                </c:pt>
                <c:pt idx="5365">
                  <c:v>185.95</c:v>
                </c:pt>
                <c:pt idx="5366">
                  <c:v>145.97</c:v>
                </c:pt>
                <c:pt idx="5367">
                  <c:v>185.95</c:v>
                </c:pt>
                <c:pt idx="5368">
                  <c:v>139.97</c:v>
                </c:pt>
                <c:pt idx="5369">
                  <c:v>170.96</c:v>
                </c:pt>
                <c:pt idx="5370">
                  <c:v>155.97</c:v>
                </c:pt>
                <c:pt idx="5371">
                  <c:v>89.98</c:v>
                </c:pt>
                <c:pt idx="5372">
                  <c:v>135.97</c:v>
                </c:pt>
                <c:pt idx="5373">
                  <c:v>161.96</c:v>
                </c:pt>
                <c:pt idx="5374">
                  <c:v>311.94</c:v>
                </c:pt>
                <c:pt idx="5375">
                  <c:v>184.95</c:v>
                </c:pt>
                <c:pt idx="5376">
                  <c:v>165.97</c:v>
                </c:pt>
                <c:pt idx="5377">
                  <c:v>185.95</c:v>
                </c:pt>
                <c:pt idx="5378">
                  <c:v>159.96</c:v>
                </c:pt>
                <c:pt idx="5379">
                  <c:v>155.97</c:v>
                </c:pt>
                <c:pt idx="5380">
                  <c:v>185.95</c:v>
                </c:pt>
                <c:pt idx="5381">
                  <c:v>147.94</c:v>
                </c:pt>
                <c:pt idx="5382">
                  <c:v>134.97999999999999</c:v>
                </c:pt>
                <c:pt idx="5383">
                  <c:v>105.98</c:v>
                </c:pt>
                <c:pt idx="5384">
                  <c:v>131.79</c:v>
                </c:pt>
                <c:pt idx="5385">
                  <c:v>105.98</c:v>
                </c:pt>
                <c:pt idx="5386">
                  <c:v>114.98</c:v>
                </c:pt>
                <c:pt idx="5387">
                  <c:v>105.98</c:v>
                </c:pt>
                <c:pt idx="5388">
                  <c:v>84.99</c:v>
                </c:pt>
                <c:pt idx="5389">
                  <c:v>120.05</c:v>
                </c:pt>
                <c:pt idx="5390">
                  <c:v>130.97999999999999</c:v>
                </c:pt>
                <c:pt idx="5391">
                  <c:v>-77.86</c:v>
                </c:pt>
                <c:pt idx="5392">
                  <c:v>134.97999999999999</c:v>
                </c:pt>
                <c:pt idx="5393">
                  <c:v>134.97999999999999</c:v>
                </c:pt>
                <c:pt idx="5394">
                  <c:v>208.72</c:v>
                </c:pt>
                <c:pt idx="5395">
                  <c:v>145.97</c:v>
                </c:pt>
                <c:pt idx="5396">
                  <c:v>84.99</c:v>
                </c:pt>
                <c:pt idx="5397">
                  <c:v>98.43</c:v>
                </c:pt>
                <c:pt idx="5398">
                  <c:v>105.98</c:v>
                </c:pt>
                <c:pt idx="5399">
                  <c:v>68.98</c:v>
                </c:pt>
                <c:pt idx="5400">
                  <c:v>94.98</c:v>
                </c:pt>
                <c:pt idx="5401">
                  <c:v>121.97</c:v>
                </c:pt>
                <c:pt idx="5402">
                  <c:v>134.97999999999999</c:v>
                </c:pt>
                <c:pt idx="5403">
                  <c:v>134.97999999999999</c:v>
                </c:pt>
                <c:pt idx="5404">
                  <c:v>134.97999999999999</c:v>
                </c:pt>
                <c:pt idx="5405">
                  <c:v>217.4</c:v>
                </c:pt>
                <c:pt idx="5406">
                  <c:v>134.97999999999999</c:v>
                </c:pt>
                <c:pt idx="5407">
                  <c:v>134.97999999999999</c:v>
                </c:pt>
                <c:pt idx="5408">
                  <c:v>77.86</c:v>
                </c:pt>
                <c:pt idx="5409">
                  <c:v>134.97999999999999</c:v>
                </c:pt>
                <c:pt idx="5410">
                  <c:v>134.97999999999999</c:v>
                </c:pt>
                <c:pt idx="5411">
                  <c:v>461.66</c:v>
                </c:pt>
                <c:pt idx="5412">
                  <c:v>319.95999999999998</c:v>
                </c:pt>
                <c:pt idx="5413">
                  <c:v>166.97</c:v>
                </c:pt>
                <c:pt idx="5414">
                  <c:v>181.61</c:v>
                </c:pt>
                <c:pt idx="5415">
                  <c:v>243.96</c:v>
                </c:pt>
                <c:pt idx="5416">
                  <c:v>319.95999999999998</c:v>
                </c:pt>
                <c:pt idx="5417">
                  <c:v>479.94</c:v>
                </c:pt>
                <c:pt idx="5418">
                  <c:v>239.97</c:v>
                </c:pt>
                <c:pt idx="5419">
                  <c:v>332.94</c:v>
                </c:pt>
                <c:pt idx="5420">
                  <c:v>196.96</c:v>
                </c:pt>
                <c:pt idx="5421">
                  <c:v>261.95</c:v>
                </c:pt>
                <c:pt idx="5422">
                  <c:v>243.96</c:v>
                </c:pt>
                <c:pt idx="5423">
                  <c:v>399.95</c:v>
                </c:pt>
                <c:pt idx="5424">
                  <c:v>115.97</c:v>
                </c:pt>
                <c:pt idx="5425">
                  <c:v>204.97</c:v>
                </c:pt>
                <c:pt idx="5426">
                  <c:v>82.27</c:v>
                </c:pt>
                <c:pt idx="5427">
                  <c:v>159.97999999999999</c:v>
                </c:pt>
                <c:pt idx="5428">
                  <c:v>299.13</c:v>
                </c:pt>
                <c:pt idx="5429">
                  <c:v>330.73</c:v>
                </c:pt>
                <c:pt idx="5430">
                  <c:v>399.95</c:v>
                </c:pt>
                <c:pt idx="5431">
                  <c:v>399.95</c:v>
                </c:pt>
                <c:pt idx="5432">
                  <c:v>399.95</c:v>
                </c:pt>
                <c:pt idx="5433">
                  <c:v>183.57</c:v>
                </c:pt>
                <c:pt idx="5434">
                  <c:v>197.97</c:v>
                </c:pt>
                <c:pt idx="5435">
                  <c:v>197.97</c:v>
                </c:pt>
                <c:pt idx="5436">
                  <c:v>84.99</c:v>
                </c:pt>
                <c:pt idx="5437">
                  <c:v>235.44</c:v>
                </c:pt>
                <c:pt idx="5438">
                  <c:v>186.49</c:v>
                </c:pt>
                <c:pt idx="5439">
                  <c:v>197.97</c:v>
                </c:pt>
                <c:pt idx="5440">
                  <c:v>197.97</c:v>
                </c:pt>
                <c:pt idx="5441">
                  <c:v>171.97</c:v>
                </c:pt>
                <c:pt idx="5442">
                  <c:v>197.97</c:v>
                </c:pt>
                <c:pt idx="5443">
                  <c:v>171.97</c:v>
                </c:pt>
                <c:pt idx="5444">
                  <c:v>84.99</c:v>
                </c:pt>
                <c:pt idx="5445">
                  <c:v>187.53</c:v>
                </c:pt>
                <c:pt idx="5446">
                  <c:v>213.96</c:v>
                </c:pt>
                <c:pt idx="5447">
                  <c:v>191.92</c:v>
                </c:pt>
                <c:pt idx="5448">
                  <c:v>197.97</c:v>
                </c:pt>
                <c:pt idx="5449">
                  <c:v>192.13</c:v>
                </c:pt>
                <c:pt idx="5450">
                  <c:v>267.95999999999998</c:v>
                </c:pt>
                <c:pt idx="5451">
                  <c:v>229.95</c:v>
                </c:pt>
                <c:pt idx="5452">
                  <c:v>181.97</c:v>
                </c:pt>
                <c:pt idx="5453">
                  <c:v>183.95</c:v>
                </c:pt>
                <c:pt idx="5454">
                  <c:v>171.97</c:v>
                </c:pt>
                <c:pt idx="5455">
                  <c:v>197.97</c:v>
                </c:pt>
                <c:pt idx="5456">
                  <c:v>179.94</c:v>
                </c:pt>
                <c:pt idx="5457">
                  <c:v>109.96</c:v>
                </c:pt>
                <c:pt idx="5458">
                  <c:v>149.94999999999999</c:v>
                </c:pt>
                <c:pt idx="5459">
                  <c:v>185.94</c:v>
                </c:pt>
                <c:pt idx="5460">
                  <c:v>144.94999999999999</c:v>
                </c:pt>
                <c:pt idx="5461">
                  <c:v>184.93</c:v>
                </c:pt>
                <c:pt idx="5462">
                  <c:v>188.91</c:v>
                </c:pt>
                <c:pt idx="5463">
                  <c:v>123.96</c:v>
                </c:pt>
                <c:pt idx="5464">
                  <c:v>172.94</c:v>
                </c:pt>
                <c:pt idx="5465">
                  <c:v>146.94999999999999</c:v>
                </c:pt>
                <c:pt idx="5466">
                  <c:v>174.94</c:v>
                </c:pt>
                <c:pt idx="5467">
                  <c:v>179.94</c:v>
                </c:pt>
                <c:pt idx="5468">
                  <c:v>100.26</c:v>
                </c:pt>
                <c:pt idx="5469">
                  <c:v>204.93</c:v>
                </c:pt>
                <c:pt idx="5470">
                  <c:v>168.95</c:v>
                </c:pt>
                <c:pt idx="5471">
                  <c:v>146.94999999999999</c:v>
                </c:pt>
                <c:pt idx="5472">
                  <c:v>100.35</c:v>
                </c:pt>
                <c:pt idx="5473">
                  <c:v>145.94999999999999</c:v>
                </c:pt>
                <c:pt idx="5474">
                  <c:v>215.93</c:v>
                </c:pt>
                <c:pt idx="5475">
                  <c:v>143.94999999999999</c:v>
                </c:pt>
                <c:pt idx="5476">
                  <c:v>179.94</c:v>
                </c:pt>
                <c:pt idx="5477">
                  <c:v>113.96</c:v>
                </c:pt>
                <c:pt idx="5478">
                  <c:v>158.96</c:v>
                </c:pt>
                <c:pt idx="5479">
                  <c:v>64.67</c:v>
                </c:pt>
                <c:pt idx="5480">
                  <c:v>92.37</c:v>
                </c:pt>
                <c:pt idx="5481">
                  <c:v>169.22</c:v>
                </c:pt>
                <c:pt idx="5482">
                  <c:v>196.26</c:v>
                </c:pt>
                <c:pt idx="5483">
                  <c:v>139.97999999999999</c:v>
                </c:pt>
                <c:pt idx="5484">
                  <c:v>65.84</c:v>
                </c:pt>
                <c:pt idx="5485">
                  <c:v>168</c:v>
                </c:pt>
                <c:pt idx="5486">
                  <c:v>129.32</c:v>
                </c:pt>
                <c:pt idx="5487">
                  <c:v>65.33</c:v>
                </c:pt>
                <c:pt idx="5488">
                  <c:v>130.22999999999999</c:v>
                </c:pt>
                <c:pt idx="5489">
                  <c:v>130.28</c:v>
                </c:pt>
                <c:pt idx="5490">
                  <c:v>196.26</c:v>
                </c:pt>
                <c:pt idx="5491">
                  <c:v>233.25</c:v>
                </c:pt>
                <c:pt idx="5492">
                  <c:v>169.29</c:v>
                </c:pt>
                <c:pt idx="5493">
                  <c:v>173.15</c:v>
                </c:pt>
                <c:pt idx="5494">
                  <c:v>98.68</c:v>
                </c:pt>
                <c:pt idx="5495">
                  <c:v>195.98</c:v>
                </c:pt>
                <c:pt idx="5496">
                  <c:v>252.62</c:v>
                </c:pt>
                <c:pt idx="5497">
                  <c:v>131.97999999999999</c:v>
                </c:pt>
                <c:pt idx="5498">
                  <c:v>168</c:v>
                </c:pt>
                <c:pt idx="5499">
                  <c:v>168.28</c:v>
                </c:pt>
                <c:pt idx="5500">
                  <c:v>195.41</c:v>
                </c:pt>
                <c:pt idx="5501">
                  <c:v>169.98</c:v>
                </c:pt>
                <c:pt idx="5502">
                  <c:v>74.28</c:v>
                </c:pt>
                <c:pt idx="5503">
                  <c:v>107.02</c:v>
                </c:pt>
                <c:pt idx="5504">
                  <c:v>168</c:v>
                </c:pt>
                <c:pt idx="5505">
                  <c:v>27.78</c:v>
                </c:pt>
                <c:pt idx="5506">
                  <c:v>-44.66</c:v>
                </c:pt>
                <c:pt idx="5507">
                  <c:v>300.13</c:v>
                </c:pt>
                <c:pt idx="5508">
                  <c:v>159.69999999999999</c:v>
                </c:pt>
                <c:pt idx="5509">
                  <c:v>96.78</c:v>
                </c:pt>
                <c:pt idx="5510">
                  <c:v>159.69999999999999</c:v>
                </c:pt>
                <c:pt idx="5511">
                  <c:v>241.95</c:v>
                </c:pt>
                <c:pt idx="5512">
                  <c:v>319.39</c:v>
                </c:pt>
                <c:pt idx="5513">
                  <c:v>159.69999999999999</c:v>
                </c:pt>
                <c:pt idx="5514">
                  <c:v>191.14</c:v>
                </c:pt>
                <c:pt idx="5515">
                  <c:v>176.87</c:v>
                </c:pt>
                <c:pt idx="5516">
                  <c:v>239.54</c:v>
                </c:pt>
                <c:pt idx="5517">
                  <c:v>159.69999999999999</c:v>
                </c:pt>
                <c:pt idx="5518">
                  <c:v>239.54</c:v>
                </c:pt>
                <c:pt idx="5519">
                  <c:v>239.54</c:v>
                </c:pt>
                <c:pt idx="5520">
                  <c:v>239.54</c:v>
                </c:pt>
                <c:pt idx="5521">
                  <c:v>129.91</c:v>
                </c:pt>
                <c:pt idx="5522">
                  <c:v>176.62</c:v>
                </c:pt>
                <c:pt idx="5523">
                  <c:v>159.69999999999999</c:v>
                </c:pt>
                <c:pt idx="5524">
                  <c:v>147.6</c:v>
                </c:pt>
                <c:pt idx="5525">
                  <c:v>145.16</c:v>
                </c:pt>
                <c:pt idx="5526">
                  <c:v>242.95</c:v>
                </c:pt>
                <c:pt idx="5527">
                  <c:v>459.67</c:v>
                </c:pt>
                <c:pt idx="5528">
                  <c:v>216.05</c:v>
                </c:pt>
                <c:pt idx="5529">
                  <c:v>212.96</c:v>
                </c:pt>
                <c:pt idx="5530">
                  <c:v>202.95</c:v>
                </c:pt>
                <c:pt idx="5531">
                  <c:v>172.97</c:v>
                </c:pt>
                <c:pt idx="5532">
                  <c:v>212.96</c:v>
                </c:pt>
                <c:pt idx="5533">
                  <c:v>172.97</c:v>
                </c:pt>
                <c:pt idx="5534">
                  <c:v>209.72</c:v>
                </c:pt>
                <c:pt idx="5535">
                  <c:v>173.97</c:v>
                </c:pt>
                <c:pt idx="5536">
                  <c:v>197.97</c:v>
                </c:pt>
                <c:pt idx="5537">
                  <c:v>99.98</c:v>
                </c:pt>
                <c:pt idx="5538">
                  <c:v>197.97</c:v>
                </c:pt>
                <c:pt idx="5539">
                  <c:v>242.94</c:v>
                </c:pt>
                <c:pt idx="5540">
                  <c:v>312.25</c:v>
                </c:pt>
                <c:pt idx="5541">
                  <c:v>118.53</c:v>
                </c:pt>
                <c:pt idx="5542">
                  <c:v>159.69999999999999</c:v>
                </c:pt>
                <c:pt idx="5543">
                  <c:v>174.02</c:v>
                </c:pt>
                <c:pt idx="5544">
                  <c:v>72.58</c:v>
                </c:pt>
                <c:pt idx="5545">
                  <c:v>159.69999999999999</c:v>
                </c:pt>
                <c:pt idx="5546">
                  <c:v>239.54</c:v>
                </c:pt>
                <c:pt idx="5547">
                  <c:v>145.16</c:v>
                </c:pt>
                <c:pt idx="5548">
                  <c:v>193.55</c:v>
                </c:pt>
                <c:pt idx="5549">
                  <c:v>147.6</c:v>
                </c:pt>
                <c:pt idx="5550">
                  <c:v>96.78</c:v>
                </c:pt>
                <c:pt idx="5551">
                  <c:v>159.69999999999999</c:v>
                </c:pt>
                <c:pt idx="5552">
                  <c:v>256.47000000000003</c:v>
                </c:pt>
                <c:pt idx="5553">
                  <c:v>64.09</c:v>
                </c:pt>
                <c:pt idx="5554">
                  <c:v>159.69999999999999</c:v>
                </c:pt>
                <c:pt idx="5555">
                  <c:v>84.65</c:v>
                </c:pt>
                <c:pt idx="5556">
                  <c:v>239.54</c:v>
                </c:pt>
                <c:pt idx="5557">
                  <c:v>128.24</c:v>
                </c:pt>
                <c:pt idx="5558">
                  <c:v>375</c:v>
                </c:pt>
                <c:pt idx="5559">
                  <c:v>131.97999999999999</c:v>
                </c:pt>
                <c:pt idx="5560">
                  <c:v>213.96</c:v>
                </c:pt>
                <c:pt idx="5561">
                  <c:v>413.87</c:v>
                </c:pt>
                <c:pt idx="5562">
                  <c:v>174.96</c:v>
                </c:pt>
                <c:pt idx="5563">
                  <c:v>339.96</c:v>
                </c:pt>
                <c:pt idx="5564">
                  <c:v>450.19</c:v>
                </c:pt>
                <c:pt idx="5565">
                  <c:v>339.96</c:v>
                </c:pt>
                <c:pt idx="5566">
                  <c:v>230.02</c:v>
                </c:pt>
                <c:pt idx="5567">
                  <c:v>449.92</c:v>
                </c:pt>
                <c:pt idx="5568">
                  <c:v>340.93</c:v>
                </c:pt>
                <c:pt idx="5569">
                  <c:v>213.96</c:v>
                </c:pt>
                <c:pt idx="5570">
                  <c:v>124.98</c:v>
                </c:pt>
                <c:pt idx="5571">
                  <c:v>49.99</c:v>
                </c:pt>
                <c:pt idx="5572">
                  <c:v>157.91999999999999</c:v>
                </c:pt>
                <c:pt idx="5573">
                  <c:v>143.72</c:v>
                </c:pt>
                <c:pt idx="5574">
                  <c:v>134.97999999999999</c:v>
                </c:pt>
                <c:pt idx="5575">
                  <c:v>146.94</c:v>
                </c:pt>
                <c:pt idx="5576">
                  <c:v>159.69999999999999</c:v>
                </c:pt>
                <c:pt idx="5577">
                  <c:v>159.97999999999999</c:v>
                </c:pt>
                <c:pt idx="5578">
                  <c:v>188.44</c:v>
                </c:pt>
                <c:pt idx="5579">
                  <c:v>219.97</c:v>
                </c:pt>
                <c:pt idx="5580">
                  <c:v>164.55</c:v>
                </c:pt>
                <c:pt idx="5581">
                  <c:v>171.27</c:v>
                </c:pt>
                <c:pt idx="5582">
                  <c:v>159.69999999999999</c:v>
                </c:pt>
                <c:pt idx="5583">
                  <c:v>171.13</c:v>
                </c:pt>
                <c:pt idx="5584">
                  <c:v>170.56</c:v>
                </c:pt>
                <c:pt idx="5585">
                  <c:v>176.86</c:v>
                </c:pt>
                <c:pt idx="5586">
                  <c:v>225.63</c:v>
                </c:pt>
                <c:pt idx="5587">
                  <c:v>224.96</c:v>
                </c:pt>
                <c:pt idx="5588">
                  <c:v>87.07</c:v>
                </c:pt>
                <c:pt idx="5589">
                  <c:v>116.09</c:v>
                </c:pt>
                <c:pt idx="5590">
                  <c:v>87.07</c:v>
                </c:pt>
                <c:pt idx="5591">
                  <c:v>108.82</c:v>
                </c:pt>
                <c:pt idx="5592">
                  <c:v>95.97</c:v>
                </c:pt>
                <c:pt idx="5593">
                  <c:v>263.95999999999998</c:v>
                </c:pt>
                <c:pt idx="5594">
                  <c:v>197.97</c:v>
                </c:pt>
                <c:pt idx="5595">
                  <c:v>293.94</c:v>
                </c:pt>
                <c:pt idx="5596">
                  <c:v>-28.75</c:v>
                </c:pt>
                <c:pt idx="5597">
                  <c:v>89.49</c:v>
                </c:pt>
                <c:pt idx="5598">
                  <c:v>94.52</c:v>
                </c:pt>
                <c:pt idx="5599">
                  <c:v>53.96</c:v>
                </c:pt>
                <c:pt idx="5600">
                  <c:v>131.97999999999999</c:v>
                </c:pt>
                <c:pt idx="5601">
                  <c:v>131.97999999999999</c:v>
                </c:pt>
                <c:pt idx="5602">
                  <c:v>161.96</c:v>
                </c:pt>
                <c:pt idx="5603">
                  <c:v>131.97999999999999</c:v>
                </c:pt>
                <c:pt idx="5604">
                  <c:v>238.96</c:v>
                </c:pt>
                <c:pt idx="5605">
                  <c:v>71.97</c:v>
                </c:pt>
                <c:pt idx="5606">
                  <c:v>153.37</c:v>
                </c:pt>
                <c:pt idx="5607">
                  <c:v>95.97</c:v>
                </c:pt>
                <c:pt idx="5608">
                  <c:v>131.97999999999999</c:v>
                </c:pt>
                <c:pt idx="5609">
                  <c:v>59.96</c:v>
                </c:pt>
                <c:pt idx="5610">
                  <c:v>293.94</c:v>
                </c:pt>
                <c:pt idx="5611">
                  <c:v>206.97</c:v>
                </c:pt>
                <c:pt idx="5612">
                  <c:v>84.99</c:v>
                </c:pt>
                <c:pt idx="5613">
                  <c:v>180.16</c:v>
                </c:pt>
                <c:pt idx="5614">
                  <c:v>149.9</c:v>
                </c:pt>
                <c:pt idx="5615">
                  <c:v>184.97</c:v>
                </c:pt>
                <c:pt idx="5616">
                  <c:v>881.81</c:v>
                </c:pt>
                <c:pt idx="5617">
                  <c:v>114.97</c:v>
                </c:pt>
                <c:pt idx="5618">
                  <c:v>159.96</c:v>
                </c:pt>
                <c:pt idx="5619">
                  <c:v>524.91</c:v>
                </c:pt>
                <c:pt idx="5620">
                  <c:v>53.58</c:v>
                </c:pt>
                <c:pt idx="5621">
                  <c:v>907.82</c:v>
                </c:pt>
                <c:pt idx="5622">
                  <c:v>84.99</c:v>
                </c:pt>
                <c:pt idx="5623">
                  <c:v>84.99</c:v>
                </c:pt>
                <c:pt idx="5624">
                  <c:v>97.97</c:v>
                </c:pt>
                <c:pt idx="5625">
                  <c:v>84.99</c:v>
                </c:pt>
                <c:pt idx="5626">
                  <c:v>157.41999999999999</c:v>
                </c:pt>
                <c:pt idx="5627">
                  <c:v>84.99</c:v>
                </c:pt>
                <c:pt idx="5628">
                  <c:v>114.44</c:v>
                </c:pt>
                <c:pt idx="5629">
                  <c:v>89.97</c:v>
                </c:pt>
                <c:pt idx="5630">
                  <c:v>84.99</c:v>
                </c:pt>
                <c:pt idx="5631">
                  <c:v>275.95999999999998</c:v>
                </c:pt>
                <c:pt idx="5632">
                  <c:v>439.39</c:v>
                </c:pt>
                <c:pt idx="5633">
                  <c:v>84.99</c:v>
                </c:pt>
                <c:pt idx="5634">
                  <c:v>71.989999999999995</c:v>
                </c:pt>
                <c:pt idx="5635">
                  <c:v>74.98</c:v>
                </c:pt>
                <c:pt idx="5636">
                  <c:v>228.48</c:v>
                </c:pt>
                <c:pt idx="5637">
                  <c:v>121.98</c:v>
                </c:pt>
                <c:pt idx="5638">
                  <c:v>87.74</c:v>
                </c:pt>
                <c:pt idx="5639">
                  <c:v>155.18</c:v>
                </c:pt>
                <c:pt idx="5640">
                  <c:v>203.97</c:v>
                </c:pt>
                <c:pt idx="5641">
                  <c:v>133.97999999999999</c:v>
                </c:pt>
                <c:pt idx="5642">
                  <c:v>314.95999999999998</c:v>
                </c:pt>
                <c:pt idx="5643">
                  <c:v>75.98</c:v>
                </c:pt>
                <c:pt idx="5644">
                  <c:v>239.97</c:v>
                </c:pt>
                <c:pt idx="5645">
                  <c:v>74.98</c:v>
                </c:pt>
                <c:pt idx="5646">
                  <c:v>120.01</c:v>
                </c:pt>
                <c:pt idx="5647">
                  <c:v>143.97999999999999</c:v>
                </c:pt>
                <c:pt idx="5648">
                  <c:v>121.98</c:v>
                </c:pt>
                <c:pt idx="5649">
                  <c:v>229.62</c:v>
                </c:pt>
                <c:pt idx="5650">
                  <c:v>121.98</c:v>
                </c:pt>
                <c:pt idx="5651">
                  <c:v>239.97</c:v>
                </c:pt>
                <c:pt idx="5652">
                  <c:v>121.98</c:v>
                </c:pt>
                <c:pt idx="5653">
                  <c:v>159.97999999999999</c:v>
                </c:pt>
                <c:pt idx="5654">
                  <c:v>115.88</c:v>
                </c:pt>
                <c:pt idx="5655">
                  <c:v>253.96</c:v>
                </c:pt>
                <c:pt idx="5656">
                  <c:v>108.5</c:v>
                </c:pt>
                <c:pt idx="5657">
                  <c:v>129.97999999999999</c:v>
                </c:pt>
                <c:pt idx="5658">
                  <c:v>314.95999999999998</c:v>
                </c:pt>
                <c:pt idx="5659">
                  <c:v>74.98</c:v>
                </c:pt>
                <c:pt idx="5660">
                  <c:v>72.540000000000006</c:v>
                </c:pt>
                <c:pt idx="5661">
                  <c:v>159.97999999999999</c:v>
                </c:pt>
                <c:pt idx="5662">
                  <c:v>257.95</c:v>
                </c:pt>
                <c:pt idx="5663">
                  <c:v>60.99</c:v>
                </c:pt>
                <c:pt idx="5664">
                  <c:v>159.97999999999999</c:v>
                </c:pt>
                <c:pt idx="5665">
                  <c:v>79.989999999999995</c:v>
                </c:pt>
                <c:pt idx="5666">
                  <c:v>270.94</c:v>
                </c:pt>
                <c:pt idx="5667">
                  <c:v>139.82</c:v>
                </c:pt>
                <c:pt idx="5668">
                  <c:v>112.97</c:v>
                </c:pt>
                <c:pt idx="5669">
                  <c:v>125.53</c:v>
                </c:pt>
                <c:pt idx="5670">
                  <c:v>140.55000000000001</c:v>
                </c:pt>
                <c:pt idx="5671">
                  <c:v>112.97</c:v>
                </c:pt>
                <c:pt idx="5672">
                  <c:v>63.98</c:v>
                </c:pt>
                <c:pt idx="5673">
                  <c:v>112.97</c:v>
                </c:pt>
                <c:pt idx="5674">
                  <c:v>117.06</c:v>
                </c:pt>
                <c:pt idx="5675">
                  <c:v>185.59</c:v>
                </c:pt>
                <c:pt idx="5676">
                  <c:v>112.97</c:v>
                </c:pt>
                <c:pt idx="5677">
                  <c:v>13.99</c:v>
                </c:pt>
                <c:pt idx="5678">
                  <c:v>106.31</c:v>
                </c:pt>
                <c:pt idx="5679">
                  <c:v>93.97</c:v>
                </c:pt>
                <c:pt idx="5680">
                  <c:v>162.96</c:v>
                </c:pt>
                <c:pt idx="5681">
                  <c:v>112.97</c:v>
                </c:pt>
                <c:pt idx="5682">
                  <c:v>112.97</c:v>
                </c:pt>
                <c:pt idx="5683">
                  <c:v>176.95</c:v>
                </c:pt>
                <c:pt idx="5684">
                  <c:v>117.97</c:v>
                </c:pt>
                <c:pt idx="5685">
                  <c:v>181.95</c:v>
                </c:pt>
                <c:pt idx="5686">
                  <c:v>178.9</c:v>
                </c:pt>
                <c:pt idx="5687">
                  <c:v>150.96</c:v>
                </c:pt>
                <c:pt idx="5688">
                  <c:v>133.96</c:v>
                </c:pt>
                <c:pt idx="5689">
                  <c:v>133.96</c:v>
                </c:pt>
                <c:pt idx="5690">
                  <c:v>53.98</c:v>
                </c:pt>
                <c:pt idx="5691">
                  <c:v>156.28</c:v>
                </c:pt>
                <c:pt idx="5692">
                  <c:v>62.87</c:v>
                </c:pt>
                <c:pt idx="5693">
                  <c:v>72.55</c:v>
                </c:pt>
                <c:pt idx="5694">
                  <c:v>287.82</c:v>
                </c:pt>
                <c:pt idx="5695">
                  <c:v>161.93</c:v>
                </c:pt>
                <c:pt idx="5696">
                  <c:v>256.39</c:v>
                </c:pt>
                <c:pt idx="5697">
                  <c:v>72.55</c:v>
                </c:pt>
                <c:pt idx="5698">
                  <c:v>220.11</c:v>
                </c:pt>
                <c:pt idx="5699">
                  <c:v>155.97999999999999</c:v>
                </c:pt>
                <c:pt idx="5700">
                  <c:v>289.02999999999997</c:v>
                </c:pt>
                <c:pt idx="5701">
                  <c:v>256.39</c:v>
                </c:pt>
                <c:pt idx="5702">
                  <c:v>272.11</c:v>
                </c:pt>
                <c:pt idx="5703">
                  <c:v>235.83</c:v>
                </c:pt>
                <c:pt idx="5704">
                  <c:v>188.68</c:v>
                </c:pt>
                <c:pt idx="5705">
                  <c:v>319.26</c:v>
                </c:pt>
                <c:pt idx="5706">
                  <c:v>165.46</c:v>
                </c:pt>
                <c:pt idx="5707">
                  <c:v>251.55</c:v>
                </c:pt>
                <c:pt idx="5708">
                  <c:v>349.94</c:v>
                </c:pt>
                <c:pt idx="5709">
                  <c:v>269.95</c:v>
                </c:pt>
                <c:pt idx="5710">
                  <c:v>225.95</c:v>
                </c:pt>
                <c:pt idx="5711">
                  <c:v>287.45</c:v>
                </c:pt>
                <c:pt idx="5712">
                  <c:v>411.94</c:v>
                </c:pt>
                <c:pt idx="5713">
                  <c:v>271.99</c:v>
                </c:pt>
                <c:pt idx="5714">
                  <c:v>517.9</c:v>
                </c:pt>
                <c:pt idx="5715">
                  <c:v>547.41</c:v>
                </c:pt>
                <c:pt idx="5716">
                  <c:v>88.98</c:v>
                </c:pt>
                <c:pt idx="5717">
                  <c:v>59.99</c:v>
                </c:pt>
                <c:pt idx="5718">
                  <c:v>27.99</c:v>
                </c:pt>
                <c:pt idx="5719">
                  <c:v>319.95999999999998</c:v>
                </c:pt>
                <c:pt idx="5720">
                  <c:v>355.93</c:v>
                </c:pt>
                <c:pt idx="5721">
                  <c:v>379.92</c:v>
                </c:pt>
                <c:pt idx="5722">
                  <c:v>-287.92</c:v>
                </c:pt>
                <c:pt idx="5723">
                  <c:v>183.96</c:v>
                </c:pt>
                <c:pt idx="5724">
                  <c:v>284.95999999999998</c:v>
                </c:pt>
                <c:pt idx="5725">
                  <c:v>124.29</c:v>
                </c:pt>
                <c:pt idx="5726">
                  <c:v>275.94</c:v>
                </c:pt>
                <c:pt idx="5727">
                  <c:v>275.94</c:v>
                </c:pt>
                <c:pt idx="5728">
                  <c:v>234.55</c:v>
                </c:pt>
                <c:pt idx="5729">
                  <c:v>319.91000000000003</c:v>
                </c:pt>
                <c:pt idx="5730">
                  <c:v>279.68</c:v>
                </c:pt>
                <c:pt idx="5731">
                  <c:v>183.96</c:v>
                </c:pt>
                <c:pt idx="5732">
                  <c:v>183.96</c:v>
                </c:pt>
                <c:pt idx="5733">
                  <c:v>445.03</c:v>
                </c:pt>
                <c:pt idx="5734">
                  <c:v>287.92</c:v>
                </c:pt>
                <c:pt idx="5735">
                  <c:v>367.92</c:v>
                </c:pt>
                <c:pt idx="5736">
                  <c:v>293.04000000000002</c:v>
                </c:pt>
                <c:pt idx="5737">
                  <c:v>137.97</c:v>
                </c:pt>
                <c:pt idx="5738">
                  <c:v>175.94</c:v>
                </c:pt>
                <c:pt idx="5739">
                  <c:v>137.97</c:v>
                </c:pt>
                <c:pt idx="5740">
                  <c:v>113.97</c:v>
                </c:pt>
                <c:pt idx="5741">
                  <c:v>369.94</c:v>
                </c:pt>
                <c:pt idx="5742">
                  <c:v>300.95999999999998</c:v>
                </c:pt>
                <c:pt idx="5743">
                  <c:v>339.96</c:v>
                </c:pt>
                <c:pt idx="5744">
                  <c:v>337.94</c:v>
                </c:pt>
                <c:pt idx="5745">
                  <c:v>184.97</c:v>
                </c:pt>
                <c:pt idx="5746">
                  <c:v>339.96</c:v>
                </c:pt>
                <c:pt idx="5747">
                  <c:v>255.18</c:v>
                </c:pt>
                <c:pt idx="5748">
                  <c:v>1.5</c:v>
                </c:pt>
                <c:pt idx="5749">
                  <c:v>322.92</c:v>
                </c:pt>
                <c:pt idx="5750">
                  <c:v>133.47999999999999</c:v>
                </c:pt>
                <c:pt idx="5751">
                  <c:v>200.97</c:v>
                </c:pt>
                <c:pt idx="5752">
                  <c:v>199.47</c:v>
                </c:pt>
                <c:pt idx="5753">
                  <c:v>218.46</c:v>
                </c:pt>
                <c:pt idx="5754">
                  <c:v>152.47</c:v>
                </c:pt>
                <c:pt idx="5755">
                  <c:v>152.47</c:v>
                </c:pt>
                <c:pt idx="5756">
                  <c:v>133.47999999999999</c:v>
                </c:pt>
                <c:pt idx="5757">
                  <c:v>218.46</c:v>
                </c:pt>
                <c:pt idx="5758">
                  <c:v>214.46</c:v>
                </c:pt>
                <c:pt idx="5759">
                  <c:v>199.47</c:v>
                </c:pt>
                <c:pt idx="5760">
                  <c:v>197.68</c:v>
                </c:pt>
                <c:pt idx="5761">
                  <c:v>199.47</c:v>
                </c:pt>
                <c:pt idx="5762">
                  <c:v>193.46</c:v>
                </c:pt>
                <c:pt idx="5763">
                  <c:v>114.97</c:v>
                </c:pt>
                <c:pt idx="5764">
                  <c:v>284.95</c:v>
                </c:pt>
                <c:pt idx="5765">
                  <c:v>169.98</c:v>
                </c:pt>
                <c:pt idx="5766">
                  <c:v>131.97999999999999</c:v>
                </c:pt>
                <c:pt idx="5767">
                  <c:v>191.96</c:v>
                </c:pt>
                <c:pt idx="5768">
                  <c:v>131.97999999999999</c:v>
                </c:pt>
                <c:pt idx="5769">
                  <c:v>116.51</c:v>
                </c:pt>
                <c:pt idx="5770">
                  <c:v>131.97999999999999</c:v>
                </c:pt>
                <c:pt idx="5771">
                  <c:v>263.95999999999998</c:v>
                </c:pt>
                <c:pt idx="5772">
                  <c:v>169.98</c:v>
                </c:pt>
                <c:pt idx="5773">
                  <c:v>183.99</c:v>
                </c:pt>
                <c:pt idx="5774">
                  <c:v>84.99</c:v>
                </c:pt>
                <c:pt idx="5775">
                  <c:v>169.98</c:v>
                </c:pt>
                <c:pt idx="5776">
                  <c:v>153.96</c:v>
                </c:pt>
                <c:pt idx="5777">
                  <c:v>379.95</c:v>
                </c:pt>
                <c:pt idx="5778">
                  <c:v>199.96</c:v>
                </c:pt>
                <c:pt idx="5779">
                  <c:v>339.96</c:v>
                </c:pt>
                <c:pt idx="5780">
                  <c:v>174.93</c:v>
                </c:pt>
                <c:pt idx="5781">
                  <c:v>490.36</c:v>
                </c:pt>
                <c:pt idx="5782">
                  <c:v>682.42</c:v>
                </c:pt>
                <c:pt idx="5783">
                  <c:v>340.46</c:v>
                </c:pt>
                <c:pt idx="5784">
                  <c:v>680.42</c:v>
                </c:pt>
                <c:pt idx="5785">
                  <c:v>299.94</c:v>
                </c:pt>
                <c:pt idx="5786">
                  <c:v>104.93</c:v>
                </c:pt>
                <c:pt idx="5787">
                  <c:v>339.96</c:v>
                </c:pt>
                <c:pt idx="5788">
                  <c:v>74.95</c:v>
                </c:pt>
                <c:pt idx="5789">
                  <c:v>340.96</c:v>
                </c:pt>
                <c:pt idx="5790">
                  <c:v>680.42</c:v>
                </c:pt>
                <c:pt idx="5791">
                  <c:v>680.42</c:v>
                </c:pt>
                <c:pt idx="5792">
                  <c:v>680.42</c:v>
                </c:pt>
                <c:pt idx="5793">
                  <c:v>4.99</c:v>
                </c:pt>
                <c:pt idx="5794">
                  <c:v>350.93</c:v>
                </c:pt>
                <c:pt idx="5795">
                  <c:v>100.98</c:v>
                </c:pt>
                <c:pt idx="5796">
                  <c:v>64.98</c:v>
                </c:pt>
                <c:pt idx="5797">
                  <c:v>169.98</c:v>
                </c:pt>
                <c:pt idx="5798">
                  <c:v>169.98</c:v>
                </c:pt>
                <c:pt idx="5799">
                  <c:v>169.98</c:v>
                </c:pt>
                <c:pt idx="5800">
                  <c:v>84.99</c:v>
                </c:pt>
                <c:pt idx="5801">
                  <c:v>84.99</c:v>
                </c:pt>
                <c:pt idx="5802">
                  <c:v>84.99</c:v>
                </c:pt>
                <c:pt idx="5803">
                  <c:v>185.97</c:v>
                </c:pt>
                <c:pt idx="5804">
                  <c:v>84.99</c:v>
                </c:pt>
                <c:pt idx="5805">
                  <c:v>84.99</c:v>
                </c:pt>
                <c:pt idx="5806">
                  <c:v>169.98</c:v>
                </c:pt>
                <c:pt idx="5807">
                  <c:v>203.95</c:v>
                </c:pt>
                <c:pt idx="5808">
                  <c:v>169.98</c:v>
                </c:pt>
                <c:pt idx="5809">
                  <c:v>84.99</c:v>
                </c:pt>
                <c:pt idx="5810">
                  <c:v>169.98</c:v>
                </c:pt>
                <c:pt idx="5811">
                  <c:v>153.97</c:v>
                </c:pt>
                <c:pt idx="5812">
                  <c:v>84.99</c:v>
                </c:pt>
                <c:pt idx="5813">
                  <c:v>68.989999999999995</c:v>
                </c:pt>
                <c:pt idx="5814">
                  <c:v>49.99</c:v>
                </c:pt>
                <c:pt idx="5815">
                  <c:v>116.97</c:v>
                </c:pt>
                <c:pt idx="5816">
                  <c:v>84.99</c:v>
                </c:pt>
                <c:pt idx="5817">
                  <c:v>169.98</c:v>
                </c:pt>
                <c:pt idx="5818">
                  <c:v>169.98</c:v>
                </c:pt>
                <c:pt idx="5819">
                  <c:v>116.97</c:v>
                </c:pt>
                <c:pt idx="5820">
                  <c:v>169.98</c:v>
                </c:pt>
                <c:pt idx="5821">
                  <c:v>169.98</c:v>
                </c:pt>
                <c:pt idx="5822">
                  <c:v>169.98</c:v>
                </c:pt>
                <c:pt idx="5823">
                  <c:v>137.97999999999999</c:v>
                </c:pt>
                <c:pt idx="5824">
                  <c:v>84.99</c:v>
                </c:pt>
                <c:pt idx="5825">
                  <c:v>164.97</c:v>
                </c:pt>
                <c:pt idx="5826">
                  <c:v>169.98</c:v>
                </c:pt>
                <c:pt idx="5827">
                  <c:v>124.98</c:v>
                </c:pt>
                <c:pt idx="5828">
                  <c:v>84.99</c:v>
                </c:pt>
                <c:pt idx="5829">
                  <c:v>84.99</c:v>
                </c:pt>
                <c:pt idx="5830">
                  <c:v>187.96</c:v>
                </c:pt>
                <c:pt idx="5831">
                  <c:v>197.97</c:v>
                </c:pt>
                <c:pt idx="5832">
                  <c:v>262.95</c:v>
                </c:pt>
                <c:pt idx="5833">
                  <c:v>168.27</c:v>
                </c:pt>
                <c:pt idx="5834">
                  <c:v>216.96</c:v>
                </c:pt>
                <c:pt idx="5835">
                  <c:v>197.97</c:v>
                </c:pt>
                <c:pt idx="5836">
                  <c:v>200.15</c:v>
                </c:pt>
                <c:pt idx="5837">
                  <c:v>197.97</c:v>
                </c:pt>
                <c:pt idx="5838">
                  <c:v>216.96</c:v>
                </c:pt>
                <c:pt idx="5839">
                  <c:v>237.56</c:v>
                </c:pt>
                <c:pt idx="5840">
                  <c:v>199.96</c:v>
                </c:pt>
                <c:pt idx="5841">
                  <c:v>231.73</c:v>
                </c:pt>
                <c:pt idx="5842">
                  <c:v>172.97</c:v>
                </c:pt>
                <c:pt idx="5843">
                  <c:v>231.95</c:v>
                </c:pt>
                <c:pt idx="5844">
                  <c:v>70.98</c:v>
                </c:pt>
                <c:pt idx="5845">
                  <c:v>155.62</c:v>
                </c:pt>
                <c:pt idx="5846">
                  <c:v>303.95</c:v>
                </c:pt>
                <c:pt idx="5847">
                  <c:v>59.98</c:v>
                </c:pt>
                <c:pt idx="5848">
                  <c:v>254.66</c:v>
                </c:pt>
                <c:pt idx="5849">
                  <c:v>88.97</c:v>
                </c:pt>
                <c:pt idx="5850">
                  <c:v>143.27000000000001</c:v>
                </c:pt>
                <c:pt idx="5851">
                  <c:v>290.04000000000002</c:v>
                </c:pt>
                <c:pt idx="5852">
                  <c:v>183.18</c:v>
                </c:pt>
                <c:pt idx="5853">
                  <c:v>178.17</c:v>
                </c:pt>
                <c:pt idx="5854">
                  <c:v>197.97</c:v>
                </c:pt>
                <c:pt idx="5855">
                  <c:v>168.27</c:v>
                </c:pt>
                <c:pt idx="5856">
                  <c:v>131.97999999999999</c:v>
                </c:pt>
                <c:pt idx="5857">
                  <c:v>131.97999999999999</c:v>
                </c:pt>
                <c:pt idx="5858">
                  <c:v>131.97999999999999</c:v>
                </c:pt>
                <c:pt idx="5859">
                  <c:v>169.98</c:v>
                </c:pt>
                <c:pt idx="5860">
                  <c:v>131.97999999999999</c:v>
                </c:pt>
                <c:pt idx="5861">
                  <c:v>169.98</c:v>
                </c:pt>
                <c:pt idx="5862">
                  <c:v>146.02000000000001</c:v>
                </c:pt>
                <c:pt idx="5863">
                  <c:v>169.98</c:v>
                </c:pt>
                <c:pt idx="5864">
                  <c:v>131.97999999999999</c:v>
                </c:pt>
                <c:pt idx="5865">
                  <c:v>169.98</c:v>
                </c:pt>
                <c:pt idx="5866">
                  <c:v>150.18</c:v>
                </c:pt>
                <c:pt idx="5867">
                  <c:v>169.98</c:v>
                </c:pt>
                <c:pt idx="5868">
                  <c:v>169.98</c:v>
                </c:pt>
                <c:pt idx="5869">
                  <c:v>169.98</c:v>
                </c:pt>
                <c:pt idx="5870">
                  <c:v>121.98</c:v>
                </c:pt>
                <c:pt idx="5871">
                  <c:v>169.98</c:v>
                </c:pt>
                <c:pt idx="5872">
                  <c:v>169.98</c:v>
                </c:pt>
                <c:pt idx="5873">
                  <c:v>169.98</c:v>
                </c:pt>
                <c:pt idx="5874">
                  <c:v>169.98</c:v>
                </c:pt>
                <c:pt idx="5875">
                  <c:v>169.98</c:v>
                </c:pt>
                <c:pt idx="5876">
                  <c:v>574.51</c:v>
                </c:pt>
                <c:pt idx="5877">
                  <c:v>454.93</c:v>
                </c:pt>
                <c:pt idx="5878">
                  <c:v>169.98</c:v>
                </c:pt>
                <c:pt idx="5879">
                  <c:v>169.98</c:v>
                </c:pt>
                <c:pt idx="5880">
                  <c:v>484.91</c:v>
                </c:pt>
                <c:pt idx="5881">
                  <c:v>628.9</c:v>
                </c:pt>
                <c:pt idx="5882">
                  <c:v>305.94</c:v>
                </c:pt>
                <c:pt idx="5883">
                  <c:v>314.45</c:v>
                </c:pt>
                <c:pt idx="5884">
                  <c:v>195.95</c:v>
                </c:pt>
                <c:pt idx="5885">
                  <c:v>185.95</c:v>
                </c:pt>
                <c:pt idx="5886">
                  <c:v>185.95</c:v>
                </c:pt>
                <c:pt idx="5887">
                  <c:v>183.96</c:v>
                </c:pt>
                <c:pt idx="5888">
                  <c:v>236.94</c:v>
                </c:pt>
                <c:pt idx="5889">
                  <c:v>193.96</c:v>
                </c:pt>
                <c:pt idx="5890">
                  <c:v>193.96</c:v>
                </c:pt>
                <c:pt idx="5891">
                  <c:v>236.94</c:v>
                </c:pt>
                <c:pt idx="5892">
                  <c:v>183.96</c:v>
                </c:pt>
                <c:pt idx="5893">
                  <c:v>183.96</c:v>
                </c:pt>
                <c:pt idx="5894">
                  <c:v>212.67</c:v>
                </c:pt>
                <c:pt idx="5895">
                  <c:v>209.96</c:v>
                </c:pt>
                <c:pt idx="5896">
                  <c:v>212.67</c:v>
                </c:pt>
                <c:pt idx="5897">
                  <c:v>195.95</c:v>
                </c:pt>
                <c:pt idx="5898">
                  <c:v>84.99</c:v>
                </c:pt>
                <c:pt idx="5899">
                  <c:v>84.99</c:v>
                </c:pt>
                <c:pt idx="5900">
                  <c:v>184.96</c:v>
                </c:pt>
                <c:pt idx="5901">
                  <c:v>201.15</c:v>
                </c:pt>
                <c:pt idx="5902">
                  <c:v>201.15</c:v>
                </c:pt>
                <c:pt idx="5903">
                  <c:v>207.94</c:v>
                </c:pt>
                <c:pt idx="5904">
                  <c:v>192.92</c:v>
                </c:pt>
                <c:pt idx="5905">
                  <c:v>207.94</c:v>
                </c:pt>
                <c:pt idx="5906">
                  <c:v>192.92</c:v>
                </c:pt>
                <c:pt idx="5907">
                  <c:v>184.96</c:v>
                </c:pt>
                <c:pt idx="5908">
                  <c:v>195.95</c:v>
                </c:pt>
                <c:pt idx="5909">
                  <c:v>209.96</c:v>
                </c:pt>
                <c:pt idx="5910">
                  <c:v>183.96</c:v>
                </c:pt>
                <c:pt idx="5911">
                  <c:v>65.989999999999995</c:v>
                </c:pt>
                <c:pt idx="5912">
                  <c:v>183.96</c:v>
                </c:pt>
                <c:pt idx="5913">
                  <c:v>167.96</c:v>
                </c:pt>
                <c:pt idx="5914">
                  <c:v>195.95</c:v>
                </c:pt>
                <c:pt idx="5915">
                  <c:v>183.96</c:v>
                </c:pt>
                <c:pt idx="5916">
                  <c:v>167.96</c:v>
                </c:pt>
                <c:pt idx="5917">
                  <c:v>203.8</c:v>
                </c:pt>
                <c:pt idx="5918">
                  <c:v>183.96</c:v>
                </c:pt>
                <c:pt idx="5919">
                  <c:v>183.96</c:v>
                </c:pt>
                <c:pt idx="5920">
                  <c:v>65.989999999999995</c:v>
                </c:pt>
                <c:pt idx="5921">
                  <c:v>203.8</c:v>
                </c:pt>
                <c:pt idx="5922">
                  <c:v>131.97999999999999</c:v>
                </c:pt>
                <c:pt idx="5923">
                  <c:v>112.18</c:v>
                </c:pt>
                <c:pt idx="5924">
                  <c:v>126.7</c:v>
                </c:pt>
                <c:pt idx="5925">
                  <c:v>131.97999999999999</c:v>
                </c:pt>
                <c:pt idx="5926">
                  <c:v>131.97999999999999</c:v>
                </c:pt>
                <c:pt idx="5927">
                  <c:v>124.38</c:v>
                </c:pt>
                <c:pt idx="5928">
                  <c:v>131.97999999999999</c:v>
                </c:pt>
                <c:pt idx="5929">
                  <c:v>131.97999999999999</c:v>
                </c:pt>
                <c:pt idx="5930">
                  <c:v>131.97999999999999</c:v>
                </c:pt>
                <c:pt idx="5931">
                  <c:v>124.06</c:v>
                </c:pt>
                <c:pt idx="5932">
                  <c:v>124.25</c:v>
                </c:pt>
                <c:pt idx="5933">
                  <c:v>131.97999999999999</c:v>
                </c:pt>
                <c:pt idx="5934">
                  <c:v>99.98</c:v>
                </c:pt>
                <c:pt idx="5935">
                  <c:v>131.97999999999999</c:v>
                </c:pt>
                <c:pt idx="5936">
                  <c:v>119.96</c:v>
                </c:pt>
                <c:pt idx="5937">
                  <c:v>131.97999999999999</c:v>
                </c:pt>
                <c:pt idx="5938">
                  <c:v>131.97999999999999</c:v>
                </c:pt>
                <c:pt idx="5939">
                  <c:v>131.97999999999999</c:v>
                </c:pt>
                <c:pt idx="5940">
                  <c:v>131.97999999999999</c:v>
                </c:pt>
                <c:pt idx="5941">
                  <c:v>145.97</c:v>
                </c:pt>
                <c:pt idx="5942">
                  <c:v>124.96</c:v>
                </c:pt>
                <c:pt idx="5943">
                  <c:v>131.97999999999999</c:v>
                </c:pt>
                <c:pt idx="5944">
                  <c:v>-131.97999999999999</c:v>
                </c:pt>
                <c:pt idx="5945">
                  <c:v>121.98</c:v>
                </c:pt>
                <c:pt idx="5946">
                  <c:v>131.97999999999999</c:v>
                </c:pt>
                <c:pt idx="5947">
                  <c:v>108.78</c:v>
                </c:pt>
                <c:pt idx="5948">
                  <c:v>249.53</c:v>
                </c:pt>
                <c:pt idx="5949">
                  <c:v>84.99</c:v>
                </c:pt>
                <c:pt idx="5950">
                  <c:v>169.98</c:v>
                </c:pt>
                <c:pt idx="5951">
                  <c:v>90.51</c:v>
                </c:pt>
                <c:pt idx="5952">
                  <c:v>239.97</c:v>
                </c:pt>
                <c:pt idx="5953">
                  <c:v>277.41000000000003</c:v>
                </c:pt>
                <c:pt idx="5954">
                  <c:v>64.989999999999995</c:v>
                </c:pt>
                <c:pt idx="5955">
                  <c:v>223.29</c:v>
                </c:pt>
                <c:pt idx="5956">
                  <c:v>261.04000000000002</c:v>
                </c:pt>
                <c:pt idx="5957">
                  <c:v>323.92</c:v>
                </c:pt>
                <c:pt idx="5958">
                  <c:v>266.75</c:v>
                </c:pt>
                <c:pt idx="5959">
                  <c:v>258.11</c:v>
                </c:pt>
                <c:pt idx="5960">
                  <c:v>249.7</c:v>
                </c:pt>
                <c:pt idx="5961">
                  <c:v>294.94</c:v>
                </c:pt>
                <c:pt idx="5962">
                  <c:v>159.09</c:v>
                </c:pt>
                <c:pt idx="5963">
                  <c:v>181.12</c:v>
                </c:pt>
                <c:pt idx="5964">
                  <c:v>131.97999999999999</c:v>
                </c:pt>
                <c:pt idx="5965">
                  <c:v>131.97999999999999</c:v>
                </c:pt>
                <c:pt idx="5966">
                  <c:v>121.98</c:v>
                </c:pt>
                <c:pt idx="5967">
                  <c:v>131.97999999999999</c:v>
                </c:pt>
                <c:pt idx="5968">
                  <c:v>236.91</c:v>
                </c:pt>
                <c:pt idx="5969">
                  <c:v>197.97</c:v>
                </c:pt>
                <c:pt idx="5970">
                  <c:v>356.35</c:v>
                </c:pt>
                <c:pt idx="5971">
                  <c:v>87.47</c:v>
                </c:pt>
                <c:pt idx="5972">
                  <c:v>105.98</c:v>
                </c:pt>
                <c:pt idx="5973">
                  <c:v>423.87</c:v>
                </c:pt>
                <c:pt idx="5974">
                  <c:v>131.97999999999999</c:v>
                </c:pt>
                <c:pt idx="5975">
                  <c:v>77.98</c:v>
                </c:pt>
                <c:pt idx="5976">
                  <c:v>121.98</c:v>
                </c:pt>
                <c:pt idx="5977">
                  <c:v>131.97999999999999</c:v>
                </c:pt>
                <c:pt idx="5978">
                  <c:v>131.97999999999999</c:v>
                </c:pt>
                <c:pt idx="5979">
                  <c:v>131.97999999999999</c:v>
                </c:pt>
                <c:pt idx="5980">
                  <c:v>147.97</c:v>
                </c:pt>
                <c:pt idx="5981">
                  <c:v>146.97</c:v>
                </c:pt>
                <c:pt idx="5982">
                  <c:v>131.97999999999999</c:v>
                </c:pt>
                <c:pt idx="5983">
                  <c:v>146.97</c:v>
                </c:pt>
                <c:pt idx="5984">
                  <c:v>131.97999999999999</c:v>
                </c:pt>
                <c:pt idx="5985">
                  <c:v>134.97</c:v>
                </c:pt>
                <c:pt idx="5986">
                  <c:v>131.97999999999999</c:v>
                </c:pt>
                <c:pt idx="5987">
                  <c:v>121.98</c:v>
                </c:pt>
                <c:pt idx="5988">
                  <c:v>201.97</c:v>
                </c:pt>
                <c:pt idx="5989">
                  <c:v>131.97999999999999</c:v>
                </c:pt>
                <c:pt idx="5990">
                  <c:v>-131.97999999999999</c:v>
                </c:pt>
                <c:pt idx="5991">
                  <c:v>81.98</c:v>
                </c:pt>
                <c:pt idx="5992">
                  <c:v>80.98</c:v>
                </c:pt>
                <c:pt idx="5993">
                  <c:v>131.97999999999999</c:v>
                </c:pt>
                <c:pt idx="5994">
                  <c:v>71.900000000000006</c:v>
                </c:pt>
                <c:pt idx="5995">
                  <c:v>122.66</c:v>
                </c:pt>
                <c:pt idx="5996">
                  <c:v>164.46</c:v>
                </c:pt>
                <c:pt idx="5997">
                  <c:v>131.97999999999999</c:v>
                </c:pt>
                <c:pt idx="5998">
                  <c:v>498.94</c:v>
                </c:pt>
                <c:pt idx="5999">
                  <c:v>339.96</c:v>
                </c:pt>
                <c:pt idx="6000">
                  <c:v>395.94</c:v>
                </c:pt>
                <c:pt idx="6001">
                  <c:v>408.95</c:v>
                </c:pt>
                <c:pt idx="6002">
                  <c:v>509.94</c:v>
                </c:pt>
                <c:pt idx="6003">
                  <c:v>114.97</c:v>
                </c:pt>
                <c:pt idx="6004">
                  <c:v>176.25</c:v>
                </c:pt>
                <c:pt idx="6005">
                  <c:v>509.94</c:v>
                </c:pt>
                <c:pt idx="6006">
                  <c:v>134.97999999999999</c:v>
                </c:pt>
                <c:pt idx="6007">
                  <c:v>3</c:v>
                </c:pt>
                <c:pt idx="6008">
                  <c:v>133.47999999999999</c:v>
                </c:pt>
                <c:pt idx="6009">
                  <c:v>133.47999999999999</c:v>
                </c:pt>
                <c:pt idx="6010">
                  <c:v>139.47999999999999</c:v>
                </c:pt>
                <c:pt idx="6011">
                  <c:v>155.97</c:v>
                </c:pt>
                <c:pt idx="6012">
                  <c:v>123.48</c:v>
                </c:pt>
                <c:pt idx="6013">
                  <c:v>133.47999999999999</c:v>
                </c:pt>
                <c:pt idx="6014">
                  <c:v>131.97999999999999</c:v>
                </c:pt>
                <c:pt idx="6015">
                  <c:v>199.35</c:v>
                </c:pt>
                <c:pt idx="6016">
                  <c:v>131.97999999999999</c:v>
                </c:pt>
                <c:pt idx="6017">
                  <c:v>101.98</c:v>
                </c:pt>
                <c:pt idx="6018">
                  <c:v>131.97999999999999</c:v>
                </c:pt>
                <c:pt idx="6019">
                  <c:v>134.97999999999999</c:v>
                </c:pt>
                <c:pt idx="6020">
                  <c:v>108.98</c:v>
                </c:pt>
                <c:pt idx="6021">
                  <c:v>131.97999999999999</c:v>
                </c:pt>
                <c:pt idx="6022">
                  <c:v>94.87</c:v>
                </c:pt>
                <c:pt idx="6023">
                  <c:v>131.97999999999999</c:v>
                </c:pt>
                <c:pt idx="6024">
                  <c:v>133.47999999999999</c:v>
                </c:pt>
                <c:pt idx="6025">
                  <c:v>133.47999999999999</c:v>
                </c:pt>
                <c:pt idx="6026">
                  <c:v>154.47</c:v>
                </c:pt>
                <c:pt idx="6027">
                  <c:v>134.97999999999999</c:v>
                </c:pt>
                <c:pt idx="6028">
                  <c:v>106.54</c:v>
                </c:pt>
                <c:pt idx="6029">
                  <c:v>133.47999999999999</c:v>
                </c:pt>
                <c:pt idx="6030">
                  <c:v>123.97</c:v>
                </c:pt>
                <c:pt idx="6031">
                  <c:v>149.36000000000001</c:v>
                </c:pt>
                <c:pt idx="6032">
                  <c:v>123.48</c:v>
                </c:pt>
                <c:pt idx="6033">
                  <c:v>134.97999999999999</c:v>
                </c:pt>
                <c:pt idx="6034">
                  <c:v>126.97</c:v>
                </c:pt>
                <c:pt idx="6035">
                  <c:v>101.48</c:v>
                </c:pt>
                <c:pt idx="6036">
                  <c:v>134.97999999999999</c:v>
                </c:pt>
                <c:pt idx="6037">
                  <c:v>134.97999999999999</c:v>
                </c:pt>
                <c:pt idx="6038">
                  <c:v>108.98</c:v>
                </c:pt>
                <c:pt idx="6039">
                  <c:v>68.989999999999995</c:v>
                </c:pt>
                <c:pt idx="6040">
                  <c:v>169.98</c:v>
                </c:pt>
                <c:pt idx="6041">
                  <c:v>173.97</c:v>
                </c:pt>
                <c:pt idx="6042">
                  <c:v>155.93</c:v>
                </c:pt>
                <c:pt idx="6043">
                  <c:v>206.97</c:v>
                </c:pt>
                <c:pt idx="6044">
                  <c:v>150.84</c:v>
                </c:pt>
                <c:pt idx="6045">
                  <c:v>62.59</c:v>
                </c:pt>
                <c:pt idx="6046">
                  <c:v>172.84</c:v>
                </c:pt>
                <c:pt idx="6047">
                  <c:v>186.57</c:v>
                </c:pt>
                <c:pt idx="6048">
                  <c:v>164.98</c:v>
                </c:pt>
                <c:pt idx="6049">
                  <c:v>171.28</c:v>
                </c:pt>
                <c:pt idx="6050">
                  <c:v>172.58</c:v>
                </c:pt>
                <c:pt idx="6051">
                  <c:v>197.97</c:v>
                </c:pt>
                <c:pt idx="6052">
                  <c:v>188.76</c:v>
                </c:pt>
                <c:pt idx="6053">
                  <c:v>172.58</c:v>
                </c:pt>
                <c:pt idx="6054">
                  <c:v>169.98</c:v>
                </c:pt>
                <c:pt idx="6055">
                  <c:v>227.95</c:v>
                </c:pt>
                <c:pt idx="6056">
                  <c:v>163.74</c:v>
                </c:pt>
                <c:pt idx="6057">
                  <c:v>254.97</c:v>
                </c:pt>
                <c:pt idx="6058">
                  <c:v>84.99</c:v>
                </c:pt>
                <c:pt idx="6059">
                  <c:v>317.86</c:v>
                </c:pt>
                <c:pt idx="6060">
                  <c:v>339.96</c:v>
                </c:pt>
                <c:pt idx="6061">
                  <c:v>314.95999999999998</c:v>
                </c:pt>
                <c:pt idx="6062">
                  <c:v>263.95999999999998</c:v>
                </c:pt>
                <c:pt idx="6063">
                  <c:v>326.98</c:v>
                </c:pt>
                <c:pt idx="6064">
                  <c:v>339.96</c:v>
                </c:pt>
                <c:pt idx="6065">
                  <c:v>238.96</c:v>
                </c:pt>
                <c:pt idx="6066">
                  <c:v>326.36</c:v>
                </c:pt>
                <c:pt idx="6067">
                  <c:v>275.95999999999998</c:v>
                </c:pt>
                <c:pt idx="6068">
                  <c:v>131.97999999999999</c:v>
                </c:pt>
                <c:pt idx="6069">
                  <c:v>70.98</c:v>
                </c:pt>
                <c:pt idx="6070">
                  <c:v>184.97</c:v>
                </c:pt>
                <c:pt idx="6071">
                  <c:v>169.98</c:v>
                </c:pt>
                <c:pt idx="6072">
                  <c:v>84.99</c:v>
                </c:pt>
                <c:pt idx="6073">
                  <c:v>131.97999999999999</c:v>
                </c:pt>
                <c:pt idx="6074">
                  <c:v>131.97999999999999</c:v>
                </c:pt>
                <c:pt idx="6075">
                  <c:v>144.97</c:v>
                </c:pt>
                <c:pt idx="6076">
                  <c:v>126.97</c:v>
                </c:pt>
                <c:pt idx="6077">
                  <c:v>164.97</c:v>
                </c:pt>
                <c:pt idx="6078">
                  <c:v>74.150000000000006</c:v>
                </c:pt>
                <c:pt idx="6079">
                  <c:v>131.97999999999999</c:v>
                </c:pt>
                <c:pt idx="6080">
                  <c:v>169.98</c:v>
                </c:pt>
                <c:pt idx="6081">
                  <c:v>184.97</c:v>
                </c:pt>
                <c:pt idx="6082">
                  <c:v>169.98</c:v>
                </c:pt>
                <c:pt idx="6083">
                  <c:v>169.98</c:v>
                </c:pt>
                <c:pt idx="6084">
                  <c:v>68.989999999999995</c:v>
                </c:pt>
                <c:pt idx="6085">
                  <c:v>131.97999999999999</c:v>
                </c:pt>
                <c:pt idx="6086">
                  <c:v>169.98</c:v>
                </c:pt>
                <c:pt idx="6087">
                  <c:v>169.98</c:v>
                </c:pt>
                <c:pt idx="6088">
                  <c:v>169.98</c:v>
                </c:pt>
                <c:pt idx="6089">
                  <c:v>131.97999999999999</c:v>
                </c:pt>
                <c:pt idx="6090">
                  <c:v>169.98</c:v>
                </c:pt>
                <c:pt idx="6091">
                  <c:v>131.97999999999999</c:v>
                </c:pt>
                <c:pt idx="6092">
                  <c:v>131.97999999999999</c:v>
                </c:pt>
                <c:pt idx="6093">
                  <c:v>131.97999999999999</c:v>
                </c:pt>
                <c:pt idx="6094">
                  <c:v>159.97999999999999</c:v>
                </c:pt>
                <c:pt idx="6095">
                  <c:v>84.99</c:v>
                </c:pt>
                <c:pt idx="6096">
                  <c:v>136.97</c:v>
                </c:pt>
                <c:pt idx="6097">
                  <c:v>159.96</c:v>
                </c:pt>
                <c:pt idx="6098">
                  <c:v>131.97999999999999</c:v>
                </c:pt>
                <c:pt idx="6099">
                  <c:v>161.96</c:v>
                </c:pt>
                <c:pt idx="6100">
                  <c:v>144.47999999999999</c:v>
                </c:pt>
                <c:pt idx="6101">
                  <c:v>159.37</c:v>
                </c:pt>
                <c:pt idx="6102">
                  <c:v>67.489999999999995</c:v>
                </c:pt>
                <c:pt idx="6103">
                  <c:v>152.47</c:v>
                </c:pt>
                <c:pt idx="6104">
                  <c:v>137.97999999999999</c:v>
                </c:pt>
                <c:pt idx="6105">
                  <c:v>80.48</c:v>
                </c:pt>
                <c:pt idx="6106">
                  <c:v>133.47999999999999</c:v>
                </c:pt>
                <c:pt idx="6107">
                  <c:v>172.98</c:v>
                </c:pt>
                <c:pt idx="6108">
                  <c:v>173.17</c:v>
                </c:pt>
                <c:pt idx="6109">
                  <c:v>136.46</c:v>
                </c:pt>
                <c:pt idx="6110">
                  <c:v>63.63</c:v>
                </c:pt>
                <c:pt idx="6111">
                  <c:v>172.98</c:v>
                </c:pt>
                <c:pt idx="6112">
                  <c:v>107.48</c:v>
                </c:pt>
                <c:pt idx="6113">
                  <c:v>107.48</c:v>
                </c:pt>
                <c:pt idx="6114">
                  <c:v>193.46</c:v>
                </c:pt>
                <c:pt idx="6115">
                  <c:v>166.31</c:v>
                </c:pt>
                <c:pt idx="6116">
                  <c:v>80.94</c:v>
                </c:pt>
                <c:pt idx="6117">
                  <c:v>157.44999999999999</c:v>
                </c:pt>
                <c:pt idx="6118">
                  <c:v>73.28</c:v>
                </c:pt>
                <c:pt idx="6119">
                  <c:v>90.47</c:v>
                </c:pt>
                <c:pt idx="6120">
                  <c:v>96.47</c:v>
                </c:pt>
                <c:pt idx="6121">
                  <c:v>103.9</c:v>
                </c:pt>
                <c:pt idx="6122">
                  <c:v>125.45</c:v>
                </c:pt>
                <c:pt idx="6123">
                  <c:v>146.47</c:v>
                </c:pt>
                <c:pt idx="6124">
                  <c:v>80.48</c:v>
                </c:pt>
                <c:pt idx="6125">
                  <c:v>107.48</c:v>
                </c:pt>
                <c:pt idx="6126">
                  <c:v>136.46</c:v>
                </c:pt>
                <c:pt idx="6127">
                  <c:v>149.47</c:v>
                </c:pt>
                <c:pt idx="6128">
                  <c:v>120.47</c:v>
                </c:pt>
                <c:pt idx="6129">
                  <c:v>107.48</c:v>
                </c:pt>
                <c:pt idx="6130">
                  <c:v>180.07</c:v>
                </c:pt>
                <c:pt idx="6131">
                  <c:v>137.97999999999999</c:v>
                </c:pt>
                <c:pt idx="6132">
                  <c:v>54.99</c:v>
                </c:pt>
                <c:pt idx="6133">
                  <c:v>128.02000000000001</c:v>
                </c:pt>
                <c:pt idx="6134">
                  <c:v>85.97</c:v>
                </c:pt>
                <c:pt idx="6135">
                  <c:v>121.98</c:v>
                </c:pt>
                <c:pt idx="6136">
                  <c:v>131.97999999999999</c:v>
                </c:pt>
                <c:pt idx="6137">
                  <c:v>131.97999999999999</c:v>
                </c:pt>
                <c:pt idx="6138">
                  <c:v>131.97999999999999</c:v>
                </c:pt>
                <c:pt idx="6139">
                  <c:v>131.97999999999999</c:v>
                </c:pt>
                <c:pt idx="6140">
                  <c:v>131.97999999999999</c:v>
                </c:pt>
                <c:pt idx="6141">
                  <c:v>131.97999999999999</c:v>
                </c:pt>
                <c:pt idx="6142">
                  <c:v>131.97999999999999</c:v>
                </c:pt>
                <c:pt idx="6143">
                  <c:v>131.97999999999999</c:v>
                </c:pt>
                <c:pt idx="6144">
                  <c:v>131.97999999999999</c:v>
                </c:pt>
                <c:pt idx="6145">
                  <c:v>131.97999999999999</c:v>
                </c:pt>
                <c:pt idx="6146">
                  <c:v>171.97</c:v>
                </c:pt>
                <c:pt idx="6147">
                  <c:v>131.97999999999999</c:v>
                </c:pt>
                <c:pt idx="6148">
                  <c:v>131.97999999999999</c:v>
                </c:pt>
                <c:pt idx="6149">
                  <c:v>122.65</c:v>
                </c:pt>
                <c:pt idx="6150">
                  <c:v>121.02</c:v>
                </c:pt>
                <c:pt idx="6151">
                  <c:v>118.78</c:v>
                </c:pt>
                <c:pt idx="6152">
                  <c:v>121.98</c:v>
                </c:pt>
                <c:pt idx="6153">
                  <c:v>188.97</c:v>
                </c:pt>
                <c:pt idx="6154">
                  <c:v>188.97</c:v>
                </c:pt>
                <c:pt idx="6155">
                  <c:v>119.96</c:v>
                </c:pt>
                <c:pt idx="6156">
                  <c:v>118.97</c:v>
                </c:pt>
                <c:pt idx="6157">
                  <c:v>206.96</c:v>
                </c:pt>
                <c:pt idx="6158">
                  <c:v>171.97</c:v>
                </c:pt>
                <c:pt idx="6159">
                  <c:v>160.62</c:v>
                </c:pt>
                <c:pt idx="6160">
                  <c:v>169.98</c:v>
                </c:pt>
                <c:pt idx="6161">
                  <c:v>152.97999999999999</c:v>
                </c:pt>
                <c:pt idx="6162">
                  <c:v>229.97</c:v>
                </c:pt>
                <c:pt idx="6163">
                  <c:v>167.09</c:v>
                </c:pt>
                <c:pt idx="6164">
                  <c:v>124.98</c:v>
                </c:pt>
                <c:pt idx="6165">
                  <c:v>58.98</c:v>
                </c:pt>
                <c:pt idx="6166">
                  <c:v>169.98</c:v>
                </c:pt>
                <c:pt idx="6167">
                  <c:v>150.97</c:v>
                </c:pt>
                <c:pt idx="6168">
                  <c:v>188.97</c:v>
                </c:pt>
                <c:pt idx="6169">
                  <c:v>79.849999999999994</c:v>
                </c:pt>
                <c:pt idx="6170">
                  <c:v>50.41</c:v>
                </c:pt>
                <c:pt idx="6171">
                  <c:v>79.849999999999994</c:v>
                </c:pt>
                <c:pt idx="6172">
                  <c:v>102.83</c:v>
                </c:pt>
                <c:pt idx="6173">
                  <c:v>55.64</c:v>
                </c:pt>
                <c:pt idx="6174">
                  <c:v>239.54</c:v>
                </c:pt>
                <c:pt idx="6175">
                  <c:v>79.849999999999994</c:v>
                </c:pt>
                <c:pt idx="6176">
                  <c:v>159.69999999999999</c:v>
                </c:pt>
                <c:pt idx="6177">
                  <c:v>159.69999999999999</c:v>
                </c:pt>
                <c:pt idx="6178">
                  <c:v>65.989999999999995</c:v>
                </c:pt>
                <c:pt idx="6179">
                  <c:v>82.63</c:v>
                </c:pt>
                <c:pt idx="6180">
                  <c:v>82.44</c:v>
                </c:pt>
                <c:pt idx="6181">
                  <c:v>169.98</c:v>
                </c:pt>
                <c:pt idx="6182">
                  <c:v>169.98</c:v>
                </c:pt>
                <c:pt idx="6183">
                  <c:v>84.99</c:v>
                </c:pt>
                <c:pt idx="6184">
                  <c:v>168.28</c:v>
                </c:pt>
                <c:pt idx="6185">
                  <c:v>159.78</c:v>
                </c:pt>
                <c:pt idx="6186">
                  <c:v>84.99</c:v>
                </c:pt>
                <c:pt idx="6187">
                  <c:v>84.99</c:v>
                </c:pt>
                <c:pt idx="6188">
                  <c:v>84.99</c:v>
                </c:pt>
                <c:pt idx="6189">
                  <c:v>108.78</c:v>
                </c:pt>
                <c:pt idx="6190">
                  <c:v>130.66</c:v>
                </c:pt>
                <c:pt idx="6191">
                  <c:v>119.34</c:v>
                </c:pt>
                <c:pt idx="6192">
                  <c:v>84.99</c:v>
                </c:pt>
                <c:pt idx="6193">
                  <c:v>169.98</c:v>
                </c:pt>
                <c:pt idx="6194">
                  <c:v>43.33</c:v>
                </c:pt>
                <c:pt idx="6195">
                  <c:v>158.28</c:v>
                </c:pt>
                <c:pt idx="6196">
                  <c:v>82.44</c:v>
                </c:pt>
                <c:pt idx="6197">
                  <c:v>131.97999999999999</c:v>
                </c:pt>
                <c:pt idx="6198">
                  <c:v>84.99</c:v>
                </c:pt>
                <c:pt idx="6199">
                  <c:v>84.99</c:v>
                </c:pt>
                <c:pt idx="6200">
                  <c:v>169.98</c:v>
                </c:pt>
                <c:pt idx="6201">
                  <c:v>84.99</c:v>
                </c:pt>
                <c:pt idx="6202">
                  <c:v>169.98</c:v>
                </c:pt>
                <c:pt idx="6203">
                  <c:v>166.58</c:v>
                </c:pt>
                <c:pt idx="6204">
                  <c:v>118.78</c:v>
                </c:pt>
                <c:pt idx="6205">
                  <c:v>169.98</c:v>
                </c:pt>
                <c:pt idx="6206">
                  <c:v>287.94</c:v>
                </c:pt>
                <c:pt idx="6207">
                  <c:v>308.93</c:v>
                </c:pt>
                <c:pt idx="6208">
                  <c:v>455.9</c:v>
                </c:pt>
                <c:pt idx="6209">
                  <c:v>220.45</c:v>
                </c:pt>
                <c:pt idx="6210">
                  <c:v>455.9</c:v>
                </c:pt>
                <c:pt idx="6211">
                  <c:v>440.91</c:v>
                </c:pt>
                <c:pt idx="6212">
                  <c:v>333.95</c:v>
                </c:pt>
                <c:pt idx="6213">
                  <c:v>263.95999999999998</c:v>
                </c:pt>
                <c:pt idx="6214">
                  <c:v>263.95999999999998</c:v>
                </c:pt>
                <c:pt idx="6215">
                  <c:v>46.47</c:v>
                </c:pt>
                <c:pt idx="6216">
                  <c:v>267.94</c:v>
                </c:pt>
                <c:pt idx="6217">
                  <c:v>308.93</c:v>
                </c:pt>
                <c:pt idx="6218">
                  <c:v>157.94999999999999</c:v>
                </c:pt>
                <c:pt idx="6219">
                  <c:v>157.94999999999999</c:v>
                </c:pt>
                <c:pt idx="6220">
                  <c:v>110.72</c:v>
                </c:pt>
                <c:pt idx="6221">
                  <c:v>91.98</c:v>
                </c:pt>
                <c:pt idx="6222">
                  <c:v>157.94999999999999</c:v>
                </c:pt>
                <c:pt idx="6223">
                  <c:v>147.96</c:v>
                </c:pt>
                <c:pt idx="6224">
                  <c:v>102.95</c:v>
                </c:pt>
                <c:pt idx="6225">
                  <c:v>193.95</c:v>
                </c:pt>
                <c:pt idx="6226">
                  <c:v>134.16</c:v>
                </c:pt>
                <c:pt idx="6227">
                  <c:v>137.97</c:v>
                </c:pt>
                <c:pt idx="6228">
                  <c:v>147.96</c:v>
                </c:pt>
                <c:pt idx="6229">
                  <c:v>147.96</c:v>
                </c:pt>
                <c:pt idx="6230">
                  <c:v>92.96</c:v>
                </c:pt>
                <c:pt idx="6231">
                  <c:v>117.96</c:v>
                </c:pt>
                <c:pt idx="6232">
                  <c:v>142.06</c:v>
                </c:pt>
                <c:pt idx="6233">
                  <c:v>183.96</c:v>
                </c:pt>
                <c:pt idx="6234">
                  <c:v>107.97</c:v>
                </c:pt>
                <c:pt idx="6235">
                  <c:v>112.06</c:v>
                </c:pt>
                <c:pt idx="6236">
                  <c:v>134.94</c:v>
                </c:pt>
                <c:pt idx="6237">
                  <c:v>183.96</c:v>
                </c:pt>
                <c:pt idx="6238">
                  <c:v>111.96</c:v>
                </c:pt>
                <c:pt idx="6239">
                  <c:v>117.96</c:v>
                </c:pt>
                <c:pt idx="6240">
                  <c:v>143.96</c:v>
                </c:pt>
                <c:pt idx="6241">
                  <c:v>147.96</c:v>
                </c:pt>
                <c:pt idx="6242">
                  <c:v>126.59</c:v>
                </c:pt>
                <c:pt idx="6243">
                  <c:v>82.97</c:v>
                </c:pt>
                <c:pt idx="6244">
                  <c:v>157.94999999999999</c:v>
                </c:pt>
                <c:pt idx="6245">
                  <c:v>142.52000000000001</c:v>
                </c:pt>
                <c:pt idx="6246">
                  <c:v>117.96</c:v>
                </c:pt>
                <c:pt idx="6247">
                  <c:v>117.96</c:v>
                </c:pt>
                <c:pt idx="6248">
                  <c:v>179.95</c:v>
                </c:pt>
                <c:pt idx="6249">
                  <c:v>143.96</c:v>
                </c:pt>
                <c:pt idx="6250">
                  <c:v>188.61</c:v>
                </c:pt>
                <c:pt idx="6251">
                  <c:v>341.46</c:v>
                </c:pt>
                <c:pt idx="6252">
                  <c:v>314.95999999999998</c:v>
                </c:pt>
                <c:pt idx="6253">
                  <c:v>131.97999999999999</c:v>
                </c:pt>
                <c:pt idx="6254">
                  <c:v>339.96</c:v>
                </c:pt>
                <c:pt idx="6255">
                  <c:v>489.91</c:v>
                </c:pt>
                <c:pt idx="6256">
                  <c:v>339.96</c:v>
                </c:pt>
                <c:pt idx="6257">
                  <c:v>341.46</c:v>
                </c:pt>
                <c:pt idx="6258">
                  <c:v>339.96</c:v>
                </c:pt>
                <c:pt idx="6259">
                  <c:v>509.94</c:v>
                </c:pt>
                <c:pt idx="6260">
                  <c:v>339.96</c:v>
                </c:pt>
                <c:pt idx="6261">
                  <c:v>329.95</c:v>
                </c:pt>
                <c:pt idx="6262">
                  <c:v>423.92</c:v>
                </c:pt>
                <c:pt idx="6263">
                  <c:v>314.95999999999998</c:v>
                </c:pt>
                <c:pt idx="6264">
                  <c:v>317.94</c:v>
                </c:pt>
                <c:pt idx="6265">
                  <c:v>48.9</c:v>
                </c:pt>
                <c:pt idx="6266">
                  <c:v>343.26</c:v>
                </c:pt>
                <c:pt idx="6267">
                  <c:v>64.98</c:v>
                </c:pt>
                <c:pt idx="6268">
                  <c:v>454.93</c:v>
                </c:pt>
                <c:pt idx="6269">
                  <c:v>170.79</c:v>
                </c:pt>
                <c:pt idx="6270">
                  <c:v>267.95</c:v>
                </c:pt>
                <c:pt idx="6271">
                  <c:v>215.28</c:v>
                </c:pt>
                <c:pt idx="6272">
                  <c:v>254.97</c:v>
                </c:pt>
                <c:pt idx="6273">
                  <c:v>322.39999999999998</c:v>
                </c:pt>
                <c:pt idx="6274">
                  <c:v>331.41</c:v>
                </c:pt>
                <c:pt idx="6275">
                  <c:v>225.95</c:v>
                </c:pt>
                <c:pt idx="6276">
                  <c:v>215.94</c:v>
                </c:pt>
                <c:pt idx="6277">
                  <c:v>274.95999999999998</c:v>
                </c:pt>
                <c:pt idx="6278">
                  <c:v>199.73</c:v>
                </c:pt>
                <c:pt idx="6279">
                  <c:v>252.79</c:v>
                </c:pt>
                <c:pt idx="6280">
                  <c:v>165.74</c:v>
                </c:pt>
                <c:pt idx="6281">
                  <c:v>164.98</c:v>
                </c:pt>
                <c:pt idx="6282">
                  <c:v>254.97</c:v>
                </c:pt>
                <c:pt idx="6283">
                  <c:v>254.97</c:v>
                </c:pt>
                <c:pt idx="6284">
                  <c:v>169.98</c:v>
                </c:pt>
                <c:pt idx="6285">
                  <c:v>169.98</c:v>
                </c:pt>
                <c:pt idx="6286">
                  <c:v>254.97</c:v>
                </c:pt>
                <c:pt idx="6287">
                  <c:v>151.78</c:v>
                </c:pt>
                <c:pt idx="6288">
                  <c:v>242.27</c:v>
                </c:pt>
                <c:pt idx="6289">
                  <c:v>254.97</c:v>
                </c:pt>
                <c:pt idx="6290">
                  <c:v>159.97999999999999</c:v>
                </c:pt>
                <c:pt idx="6291">
                  <c:v>254.97</c:v>
                </c:pt>
                <c:pt idx="6292">
                  <c:v>200.95</c:v>
                </c:pt>
                <c:pt idx="6293">
                  <c:v>254.97</c:v>
                </c:pt>
                <c:pt idx="6294">
                  <c:v>254.97</c:v>
                </c:pt>
                <c:pt idx="6295">
                  <c:v>131.97999999999999</c:v>
                </c:pt>
                <c:pt idx="6296">
                  <c:v>254.97</c:v>
                </c:pt>
                <c:pt idx="6297">
                  <c:v>254.97</c:v>
                </c:pt>
                <c:pt idx="6298">
                  <c:v>229.97</c:v>
                </c:pt>
                <c:pt idx="6299">
                  <c:v>240.43</c:v>
                </c:pt>
                <c:pt idx="6300">
                  <c:v>50.98</c:v>
                </c:pt>
                <c:pt idx="6301">
                  <c:v>274.95</c:v>
                </c:pt>
                <c:pt idx="6302">
                  <c:v>-84.99</c:v>
                </c:pt>
                <c:pt idx="6303">
                  <c:v>254.97</c:v>
                </c:pt>
                <c:pt idx="6304">
                  <c:v>254.97</c:v>
                </c:pt>
                <c:pt idx="6305">
                  <c:v>169.98</c:v>
                </c:pt>
                <c:pt idx="6306">
                  <c:v>84.99</c:v>
                </c:pt>
                <c:pt idx="6307">
                  <c:v>254.97</c:v>
                </c:pt>
                <c:pt idx="6308">
                  <c:v>49.99</c:v>
                </c:pt>
                <c:pt idx="6309">
                  <c:v>99.98</c:v>
                </c:pt>
                <c:pt idx="6310">
                  <c:v>169.98</c:v>
                </c:pt>
                <c:pt idx="6311">
                  <c:v>232.95</c:v>
                </c:pt>
                <c:pt idx="6312">
                  <c:v>131.97999999999999</c:v>
                </c:pt>
                <c:pt idx="6313">
                  <c:v>98.97</c:v>
                </c:pt>
                <c:pt idx="6314">
                  <c:v>121.98</c:v>
                </c:pt>
                <c:pt idx="6315">
                  <c:v>169.98</c:v>
                </c:pt>
                <c:pt idx="6316">
                  <c:v>114.97</c:v>
                </c:pt>
                <c:pt idx="6317">
                  <c:v>183.74</c:v>
                </c:pt>
                <c:pt idx="6318">
                  <c:v>289.95</c:v>
                </c:pt>
                <c:pt idx="6319">
                  <c:v>141.97</c:v>
                </c:pt>
                <c:pt idx="6320">
                  <c:v>169.98</c:v>
                </c:pt>
                <c:pt idx="6321">
                  <c:v>164.97</c:v>
                </c:pt>
                <c:pt idx="6322">
                  <c:v>131.97999999999999</c:v>
                </c:pt>
                <c:pt idx="6323">
                  <c:v>162.96</c:v>
                </c:pt>
                <c:pt idx="6324">
                  <c:v>124.96</c:v>
                </c:pt>
                <c:pt idx="6325">
                  <c:v>-84.99</c:v>
                </c:pt>
                <c:pt idx="6326">
                  <c:v>131.97999999999999</c:v>
                </c:pt>
                <c:pt idx="6327">
                  <c:v>99.98</c:v>
                </c:pt>
                <c:pt idx="6328">
                  <c:v>121.48</c:v>
                </c:pt>
                <c:pt idx="6329">
                  <c:v>169.98</c:v>
                </c:pt>
                <c:pt idx="6330">
                  <c:v>287.94</c:v>
                </c:pt>
                <c:pt idx="6331">
                  <c:v>379.94</c:v>
                </c:pt>
                <c:pt idx="6332">
                  <c:v>289.95999999999998</c:v>
                </c:pt>
                <c:pt idx="6333">
                  <c:v>325.86</c:v>
                </c:pt>
                <c:pt idx="6334">
                  <c:v>249.42</c:v>
                </c:pt>
                <c:pt idx="6335">
                  <c:v>254.97</c:v>
                </c:pt>
                <c:pt idx="6336">
                  <c:v>262.42</c:v>
                </c:pt>
                <c:pt idx="6337">
                  <c:v>169.98</c:v>
                </c:pt>
                <c:pt idx="6338">
                  <c:v>339.96</c:v>
                </c:pt>
                <c:pt idx="6339">
                  <c:v>105.27</c:v>
                </c:pt>
                <c:pt idx="6340">
                  <c:v>282.95</c:v>
                </c:pt>
                <c:pt idx="6341">
                  <c:v>332.94</c:v>
                </c:pt>
                <c:pt idx="6342">
                  <c:v>339.96</c:v>
                </c:pt>
                <c:pt idx="6343">
                  <c:v>279.95999999999998</c:v>
                </c:pt>
                <c:pt idx="6344">
                  <c:v>229.97</c:v>
                </c:pt>
                <c:pt idx="6345">
                  <c:v>131.97999999999999</c:v>
                </c:pt>
                <c:pt idx="6346">
                  <c:v>263.95999999999998</c:v>
                </c:pt>
                <c:pt idx="6347">
                  <c:v>240.4</c:v>
                </c:pt>
                <c:pt idx="6348">
                  <c:v>58.98</c:v>
                </c:pt>
                <c:pt idx="6349">
                  <c:v>72.97</c:v>
                </c:pt>
                <c:pt idx="6350">
                  <c:v>193.96</c:v>
                </c:pt>
                <c:pt idx="6351">
                  <c:v>245.46</c:v>
                </c:pt>
                <c:pt idx="6352">
                  <c:v>172.97</c:v>
                </c:pt>
                <c:pt idx="6353">
                  <c:v>169.98</c:v>
                </c:pt>
                <c:pt idx="6354">
                  <c:v>126.77</c:v>
                </c:pt>
                <c:pt idx="6355">
                  <c:v>137.97999999999999</c:v>
                </c:pt>
                <c:pt idx="6356">
                  <c:v>103.96</c:v>
                </c:pt>
                <c:pt idx="6357">
                  <c:v>161.97999999999999</c:v>
                </c:pt>
                <c:pt idx="6358">
                  <c:v>94.97</c:v>
                </c:pt>
                <c:pt idx="6359">
                  <c:v>146.97</c:v>
                </c:pt>
                <c:pt idx="6360">
                  <c:v>131.97999999999999</c:v>
                </c:pt>
                <c:pt idx="6361">
                  <c:v>152.97</c:v>
                </c:pt>
                <c:pt idx="6362">
                  <c:v>153.97999999999999</c:v>
                </c:pt>
                <c:pt idx="6363">
                  <c:v>153.97999999999999</c:v>
                </c:pt>
                <c:pt idx="6364">
                  <c:v>219.97</c:v>
                </c:pt>
                <c:pt idx="6365">
                  <c:v>169.98</c:v>
                </c:pt>
                <c:pt idx="6366">
                  <c:v>169.98</c:v>
                </c:pt>
                <c:pt idx="6367">
                  <c:v>169.98</c:v>
                </c:pt>
                <c:pt idx="6368">
                  <c:v>169.98</c:v>
                </c:pt>
                <c:pt idx="6369">
                  <c:v>-131.97999999999999</c:v>
                </c:pt>
                <c:pt idx="6370">
                  <c:v>159.97999999999999</c:v>
                </c:pt>
                <c:pt idx="6371">
                  <c:v>131.97999999999999</c:v>
                </c:pt>
                <c:pt idx="6372">
                  <c:v>131.97999999999999</c:v>
                </c:pt>
                <c:pt idx="6373">
                  <c:v>169.98</c:v>
                </c:pt>
                <c:pt idx="6374">
                  <c:v>156.07</c:v>
                </c:pt>
                <c:pt idx="6375">
                  <c:v>131.97999999999999</c:v>
                </c:pt>
                <c:pt idx="6376">
                  <c:v>84.99</c:v>
                </c:pt>
                <c:pt idx="6377">
                  <c:v>131.97999999999999</c:v>
                </c:pt>
                <c:pt idx="6378">
                  <c:v>105.98</c:v>
                </c:pt>
                <c:pt idx="6379">
                  <c:v>153.97999999999999</c:v>
                </c:pt>
                <c:pt idx="6380">
                  <c:v>169.98</c:v>
                </c:pt>
                <c:pt idx="6381">
                  <c:v>105.98</c:v>
                </c:pt>
                <c:pt idx="6382">
                  <c:v>163.18</c:v>
                </c:pt>
                <c:pt idx="6383">
                  <c:v>169.98</c:v>
                </c:pt>
                <c:pt idx="6384">
                  <c:v>169.98</c:v>
                </c:pt>
                <c:pt idx="6385">
                  <c:v>121.98</c:v>
                </c:pt>
                <c:pt idx="6386">
                  <c:v>156.54</c:v>
                </c:pt>
                <c:pt idx="6387">
                  <c:v>216.72</c:v>
                </c:pt>
                <c:pt idx="6388">
                  <c:v>259.76</c:v>
                </c:pt>
                <c:pt idx="6389">
                  <c:v>229.47</c:v>
                </c:pt>
                <c:pt idx="6390">
                  <c:v>265.61</c:v>
                </c:pt>
                <c:pt idx="6391">
                  <c:v>209.08</c:v>
                </c:pt>
                <c:pt idx="6392">
                  <c:v>197.97</c:v>
                </c:pt>
                <c:pt idx="6393">
                  <c:v>243.46</c:v>
                </c:pt>
                <c:pt idx="6394">
                  <c:v>307.87</c:v>
                </c:pt>
                <c:pt idx="6395">
                  <c:v>290.05</c:v>
                </c:pt>
                <c:pt idx="6396">
                  <c:v>202.9</c:v>
                </c:pt>
                <c:pt idx="6397">
                  <c:v>182.8</c:v>
                </c:pt>
                <c:pt idx="6398">
                  <c:v>229.47</c:v>
                </c:pt>
                <c:pt idx="6399">
                  <c:v>268.95999999999998</c:v>
                </c:pt>
                <c:pt idx="6400">
                  <c:v>190.76</c:v>
                </c:pt>
                <c:pt idx="6401">
                  <c:v>170.85</c:v>
                </c:pt>
                <c:pt idx="6402">
                  <c:v>137.97999999999999</c:v>
                </c:pt>
                <c:pt idx="6403">
                  <c:v>249.95</c:v>
                </c:pt>
                <c:pt idx="6404">
                  <c:v>263.95999999999998</c:v>
                </c:pt>
                <c:pt idx="6405">
                  <c:v>131.97999999999999</c:v>
                </c:pt>
                <c:pt idx="6406">
                  <c:v>222.68</c:v>
                </c:pt>
                <c:pt idx="6407">
                  <c:v>131.97999999999999</c:v>
                </c:pt>
                <c:pt idx="6408">
                  <c:v>238.96</c:v>
                </c:pt>
                <c:pt idx="6409">
                  <c:v>83.87</c:v>
                </c:pt>
                <c:pt idx="6410">
                  <c:v>119.96</c:v>
                </c:pt>
                <c:pt idx="6411">
                  <c:v>197.97</c:v>
                </c:pt>
                <c:pt idx="6412">
                  <c:v>197.97</c:v>
                </c:pt>
                <c:pt idx="6413">
                  <c:v>172.97</c:v>
                </c:pt>
                <c:pt idx="6414">
                  <c:v>119.96</c:v>
                </c:pt>
                <c:pt idx="6415">
                  <c:v>614.58000000000004</c:v>
                </c:pt>
                <c:pt idx="6416">
                  <c:v>307.29000000000002</c:v>
                </c:pt>
                <c:pt idx="6417">
                  <c:v>460.94</c:v>
                </c:pt>
                <c:pt idx="6418">
                  <c:v>566.17999999999995</c:v>
                </c:pt>
                <c:pt idx="6419">
                  <c:v>307.29000000000002</c:v>
                </c:pt>
                <c:pt idx="6420">
                  <c:v>307.29000000000002</c:v>
                </c:pt>
                <c:pt idx="6421">
                  <c:v>307.29000000000002</c:v>
                </c:pt>
                <c:pt idx="6422">
                  <c:v>268.57</c:v>
                </c:pt>
                <c:pt idx="6423">
                  <c:v>307.29000000000002</c:v>
                </c:pt>
                <c:pt idx="6424">
                  <c:v>307.29000000000002</c:v>
                </c:pt>
                <c:pt idx="6425">
                  <c:v>307.29000000000002</c:v>
                </c:pt>
                <c:pt idx="6426">
                  <c:v>277.04000000000002</c:v>
                </c:pt>
                <c:pt idx="6427">
                  <c:v>80.97</c:v>
                </c:pt>
                <c:pt idx="6428">
                  <c:v>97.97</c:v>
                </c:pt>
                <c:pt idx="6429">
                  <c:v>94.97</c:v>
                </c:pt>
                <c:pt idx="6430">
                  <c:v>119.97</c:v>
                </c:pt>
                <c:pt idx="6431">
                  <c:v>183.46</c:v>
                </c:pt>
                <c:pt idx="6432">
                  <c:v>59.98</c:v>
                </c:pt>
                <c:pt idx="6433">
                  <c:v>96.2</c:v>
                </c:pt>
                <c:pt idx="6434">
                  <c:v>111.97</c:v>
                </c:pt>
                <c:pt idx="6435">
                  <c:v>88.97</c:v>
                </c:pt>
                <c:pt idx="6436">
                  <c:v>55.97</c:v>
                </c:pt>
                <c:pt idx="6437">
                  <c:v>64.98</c:v>
                </c:pt>
                <c:pt idx="6438">
                  <c:v>77.97</c:v>
                </c:pt>
                <c:pt idx="6439">
                  <c:v>177.95</c:v>
                </c:pt>
                <c:pt idx="6440">
                  <c:v>129.78</c:v>
                </c:pt>
                <c:pt idx="6441">
                  <c:v>96.97</c:v>
                </c:pt>
                <c:pt idx="6442">
                  <c:v>149.96</c:v>
                </c:pt>
                <c:pt idx="6443">
                  <c:v>92.3</c:v>
                </c:pt>
                <c:pt idx="6444">
                  <c:v>84.99</c:v>
                </c:pt>
                <c:pt idx="6445">
                  <c:v>114.96</c:v>
                </c:pt>
                <c:pt idx="6446">
                  <c:v>87.98</c:v>
                </c:pt>
                <c:pt idx="6447">
                  <c:v>127.95</c:v>
                </c:pt>
                <c:pt idx="6448">
                  <c:v>65.98</c:v>
                </c:pt>
                <c:pt idx="6449">
                  <c:v>79.97</c:v>
                </c:pt>
                <c:pt idx="6450">
                  <c:v>135.96</c:v>
                </c:pt>
                <c:pt idx="6451">
                  <c:v>99.98</c:v>
                </c:pt>
                <c:pt idx="6452">
                  <c:v>84.98</c:v>
                </c:pt>
                <c:pt idx="6453">
                  <c:v>55.95</c:v>
                </c:pt>
                <c:pt idx="6454">
                  <c:v>95.72</c:v>
                </c:pt>
                <c:pt idx="6455">
                  <c:v>125.96</c:v>
                </c:pt>
                <c:pt idx="6456">
                  <c:v>115.97</c:v>
                </c:pt>
                <c:pt idx="6457">
                  <c:v>95.27</c:v>
                </c:pt>
                <c:pt idx="6458">
                  <c:v>154.96</c:v>
                </c:pt>
                <c:pt idx="6459">
                  <c:v>159.96</c:v>
                </c:pt>
                <c:pt idx="6460">
                  <c:v>85.21</c:v>
                </c:pt>
                <c:pt idx="6461">
                  <c:v>106.96</c:v>
                </c:pt>
                <c:pt idx="6462">
                  <c:v>142.78</c:v>
                </c:pt>
                <c:pt idx="6463">
                  <c:v>69.98</c:v>
                </c:pt>
                <c:pt idx="6464">
                  <c:v>106.97</c:v>
                </c:pt>
                <c:pt idx="6465">
                  <c:v>185.97</c:v>
                </c:pt>
                <c:pt idx="6466">
                  <c:v>153.96</c:v>
                </c:pt>
                <c:pt idx="6467">
                  <c:v>115.97</c:v>
                </c:pt>
                <c:pt idx="6468">
                  <c:v>96.93</c:v>
                </c:pt>
                <c:pt idx="6469">
                  <c:v>65.98</c:v>
                </c:pt>
                <c:pt idx="6470">
                  <c:v>114.69</c:v>
                </c:pt>
                <c:pt idx="6471">
                  <c:v>118.96</c:v>
                </c:pt>
                <c:pt idx="6472">
                  <c:v>106.97</c:v>
                </c:pt>
                <c:pt idx="6473">
                  <c:v>99.96</c:v>
                </c:pt>
                <c:pt idx="6474">
                  <c:v>115.97</c:v>
                </c:pt>
                <c:pt idx="6475">
                  <c:v>119.97</c:v>
                </c:pt>
                <c:pt idx="6476">
                  <c:v>99.98</c:v>
                </c:pt>
                <c:pt idx="6477">
                  <c:v>101.28</c:v>
                </c:pt>
                <c:pt idx="6478">
                  <c:v>73.97</c:v>
                </c:pt>
                <c:pt idx="6479">
                  <c:v>169.98</c:v>
                </c:pt>
                <c:pt idx="6480">
                  <c:v>169.98</c:v>
                </c:pt>
                <c:pt idx="6481">
                  <c:v>131.97999999999999</c:v>
                </c:pt>
                <c:pt idx="6482">
                  <c:v>131.97999999999999</c:v>
                </c:pt>
                <c:pt idx="6483">
                  <c:v>169.98</c:v>
                </c:pt>
                <c:pt idx="6484">
                  <c:v>99.98</c:v>
                </c:pt>
                <c:pt idx="6485">
                  <c:v>188.97</c:v>
                </c:pt>
                <c:pt idx="6486">
                  <c:v>99.98</c:v>
                </c:pt>
                <c:pt idx="6487">
                  <c:v>144.47999999999999</c:v>
                </c:pt>
                <c:pt idx="6488">
                  <c:v>169.98</c:v>
                </c:pt>
                <c:pt idx="6489">
                  <c:v>169.98</c:v>
                </c:pt>
                <c:pt idx="6490">
                  <c:v>169.98</c:v>
                </c:pt>
                <c:pt idx="6491">
                  <c:v>131.97999999999999</c:v>
                </c:pt>
                <c:pt idx="6492">
                  <c:v>169.98</c:v>
                </c:pt>
                <c:pt idx="6493">
                  <c:v>169.98</c:v>
                </c:pt>
                <c:pt idx="6494">
                  <c:v>169.98</c:v>
                </c:pt>
                <c:pt idx="6495">
                  <c:v>137.97999999999999</c:v>
                </c:pt>
                <c:pt idx="6496">
                  <c:v>121.98</c:v>
                </c:pt>
                <c:pt idx="6497">
                  <c:v>157.85</c:v>
                </c:pt>
                <c:pt idx="6498">
                  <c:v>159.97999999999999</c:v>
                </c:pt>
                <c:pt idx="6499">
                  <c:v>131.97999999999999</c:v>
                </c:pt>
                <c:pt idx="6500">
                  <c:v>150.97</c:v>
                </c:pt>
                <c:pt idx="6501">
                  <c:v>188.97</c:v>
                </c:pt>
                <c:pt idx="6502">
                  <c:v>160.1</c:v>
                </c:pt>
                <c:pt idx="6503">
                  <c:v>169.98</c:v>
                </c:pt>
                <c:pt idx="6504">
                  <c:v>169.98</c:v>
                </c:pt>
                <c:pt idx="6505">
                  <c:v>161.49</c:v>
                </c:pt>
                <c:pt idx="6506">
                  <c:v>91.88</c:v>
                </c:pt>
                <c:pt idx="6507">
                  <c:v>121.98</c:v>
                </c:pt>
                <c:pt idx="6508">
                  <c:v>169.98</c:v>
                </c:pt>
                <c:pt idx="6509">
                  <c:v>169.98</c:v>
                </c:pt>
                <c:pt idx="6510">
                  <c:v>261.64</c:v>
                </c:pt>
                <c:pt idx="6511">
                  <c:v>405.1</c:v>
                </c:pt>
                <c:pt idx="6512">
                  <c:v>337.32</c:v>
                </c:pt>
                <c:pt idx="6513">
                  <c:v>229.96</c:v>
                </c:pt>
                <c:pt idx="6514">
                  <c:v>274.95</c:v>
                </c:pt>
                <c:pt idx="6515">
                  <c:v>245.82</c:v>
                </c:pt>
                <c:pt idx="6516">
                  <c:v>271.92</c:v>
                </c:pt>
                <c:pt idx="6517">
                  <c:v>240.46</c:v>
                </c:pt>
                <c:pt idx="6518">
                  <c:v>266.95999999999998</c:v>
                </c:pt>
                <c:pt idx="6519">
                  <c:v>263.95999999999998</c:v>
                </c:pt>
                <c:pt idx="6520">
                  <c:v>199.96</c:v>
                </c:pt>
                <c:pt idx="6521">
                  <c:v>257.95</c:v>
                </c:pt>
                <c:pt idx="6522">
                  <c:v>265.45999999999998</c:v>
                </c:pt>
                <c:pt idx="6523">
                  <c:v>253.34</c:v>
                </c:pt>
                <c:pt idx="6524">
                  <c:v>172.97</c:v>
                </c:pt>
                <c:pt idx="6525">
                  <c:v>188.07</c:v>
                </c:pt>
                <c:pt idx="6526">
                  <c:v>381.93</c:v>
                </c:pt>
                <c:pt idx="6527">
                  <c:v>193.61</c:v>
                </c:pt>
                <c:pt idx="6528">
                  <c:v>336.14</c:v>
                </c:pt>
                <c:pt idx="6529">
                  <c:v>248.18</c:v>
                </c:pt>
                <c:pt idx="6530">
                  <c:v>288.97000000000003</c:v>
                </c:pt>
                <c:pt idx="6531">
                  <c:v>336.28</c:v>
                </c:pt>
                <c:pt idx="6532">
                  <c:v>84.27</c:v>
                </c:pt>
                <c:pt idx="6533">
                  <c:v>339.96</c:v>
                </c:pt>
                <c:pt idx="6534">
                  <c:v>361.14</c:v>
                </c:pt>
                <c:pt idx="6535">
                  <c:v>367.94</c:v>
                </c:pt>
                <c:pt idx="6536">
                  <c:v>126.35</c:v>
                </c:pt>
                <c:pt idx="6537">
                  <c:v>169.98</c:v>
                </c:pt>
                <c:pt idx="6538">
                  <c:v>83.48</c:v>
                </c:pt>
                <c:pt idx="6539">
                  <c:v>143.97999999999999</c:v>
                </c:pt>
                <c:pt idx="6540">
                  <c:v>186.96</c:v>
                </c:pt>
                <c:pt idx="6541">
                  <c:v>69.989999999999995</c:v>
                </c:pt>
                <c:pt idx="6542">
                  <c:v>160.53</c:v>
                </c:pt>
                <c:pt idx="6543">
                  <c:v>111.97</c:v>
                </c:pt>
                <c:pt idx="6544">
                  <c:v>131.97999999999999</c:v>
                </c:pt>
                <c:pt idx="6545">
                  <c:v>154.91999999999999</c:v>
                </c:pt>
                <c:pt idx="6546">
                  <c:v>84.99</c:v>
                </c:pt>
                <c:pt idx="6547">
                  <c:v>238.97</c:v>
                </c:pt>
                <c:pt idx="6548">
                  <c:v>84.99</c:v>
                </c:pt>
                <c:pt idx="6549">
                  <c:v>284.95</c:v>
                </c:pt>
                <c:pt idx="6550">
                  <c:v>111.97</c:v>
                </c:pt>
                <c:pt idx="6551">
                  <c:v>169.98</c:v>
                </c:pt>
                <c:pt idx="6552">
                  <c:v>199.96</c:v>
                </c:pt>
                <c:pt idx="6553">
                  <c:v>167.97</c:v>
                </c:pt>
                <c:pt idx="6554">
                  <c:v>184.97</c:v>
                </c:pt>
                <c:pt idx="6555">
                  <c:v>169.98</c:v>
                </c:pt>
                <c:pt idx="6556">
                  <c:v>169.98</c:v>
                </c:pt>
                <c:pt idx="6557">
                  <c:v>127.36</c:v>
                </c:pt>
                <c:pt idx="6558">
                  <c:v>224.95</c:v>
                </c:pt>
                <c:pt idx="6559">
                  <c:v>169.98</c:v>
                </c:pt>
                <c:pt idx="6560">
                  <c:v>184.97</c:v>
                </c:pt>
                <c:pt idx="6561">
                  <c:v>64.959999999999994</c:v>
                </c:pt>
                <c:pt idx="6562">
                  <c:v>156.78</c:v>
                </c:pt>
                <c:pt idx="6563">
                  <c:v>126.04</c:v>
                </c:pt>
                <c:pt idx="6564">
                  <c:v>50.97</c:v>
                </c:pt>
                <c:pt idx="6565">
                  <c:v>152.97999999999999</c:v>
                </c:pt>
                <c:pt idx="6566">
                  <c:v>199.78</c:v>
                </c:pt>
                <c:pt idx="6567">
                  <c:v>52.16</c:v>
                </c:pt>
                <c:pt idx="6568">
                  <c:v>169.98</c:v>
                </c:pt>
                <c:pt idx="6569">
                  <c:v>131.97999999999999</c:v>
                </c:pt>
                <c:pt idx="6570">
                  <c:v>154.97</c:v>
                </c:pt>
                <c:pt idx="6571">
                  <c:v>159.97999999999999</c:v>
                </c:pt>
                <c:pt idx="6572">
                  <c:v>169.98</c:v>
                </c:pt>
                <c:pt idx="6573">
                  <c:v>127.98</c:v>
                </c:pt>
                <c:pt idx="6574">
                  <c:v>84.99</c:v>
                </c:pt>
                <c:pt idx="6575">
                  <c:v>169.98</c:v>
                </c:pt>
                <c:pt idx="6576">
                  <c:v>69.98</c:v>
                </c:pt>
                <c:pt idx="6577">
                  <c:v>153.97999999999999</c:v>
                </c:pt>
                <c:pt idx="6578">
                  <c:v>131.97999999999999</c:v>
                </c:pt>
                <c:pt idx="6579">
                  <c:v>91.35</c:v>
                </c:pt>
                <c:pt idx="6580">
                  <c:v>83.98</c:v>
                </c:pt>
                <c:pt idx="6581">
                  <c:v>107.15</c:v>
                </c:pt>
                <c:pt idx="6582">
                  <c:v>71.959999999999994</c:v>
                </c:pt>
                <c:pt idx="6583">
                  <c:v>169.43</c:v>
                </c:pt>
                <c:pt idx="6584">
                  <c:v>134.97999999999999</c:v>
                </c:pt>
                <c:pt idx="6585">
                  <c:v>299.92</c:v>
                </c:pt>
                <c:pt idx="6586">
                  <c:v>254.97</c:v>
                </c:pt>
                <c:pt idx="6587">
                  <c:v>211.95</c:v>
                </c:pt>
                <c:pt idx="6588">
                  <c:v>254.97</c:v>
                </c:pt>
                <c:pt idx="6589">
                  <c:v>348.91</c:v>
                </c:pt>
                <c:pt idx="6590">
                  <c:v>349.91</c:v>
                </c:pt>
                <c:pt idx="6591">
                  <c:v>171.49</c:v>
                </c:pt>
                <c:pt idx="6592">
                  <c:v>199.93</c:v>
                </c:pt>
                <c:pt idx="6593">
                  <c:v>232.93</c:v>
                </c:pt>
                <c:pt idx="6594">
                  <c:v>185.94</c:v>
                </c:pt>
                <c:pt idx="6595">
                  <c:v>78.39</c:v>
                </c:pt>
                <c:pt idx="6596">
                  <c:v>79.989999999999995</c:v>
                </c:pt>
                <c:pt idx="6597">
                  <c:v>73.98</c:v>
                </c:pt>
                <c:pt idx="6598">
                  <c:v>77.34</c:v>
                </c:pt>
                <c:pt idx="6599">
                  <c:v>79.989999999999995</c:v>
                </c:pt>
                <c:pt idx="6600">
                  <c:v>81.97</c:v>
                </c:pt>
                <c:pt idx="6601">
                  <c:v>79.989999999999995</c:v>
                </c:pt>
                <c:pt idx="6602">
                  <c:v>97.36</c:v>
                </c:pt>
                <c:pt idx="6603">
                  <c:v>48.29</c:v>
                </c:pt>
                <c:pt idx="6604">
                  <c:v>46.93</c:v>
                </c:pt>
                <c:pt idx="6605">
                  <c:v>78.39</c:v>
                </c:pt>
                <c:pt idx="6606">
                  <c:v>79.989999999999995</c:v>
                </c:pt>
                <c:pt idx="6607">
                  <c:v>79.989999999999995</c:v>
                </c:pt>
                <c:pt idx="6608">
                  <c:v>65.989999999999995</c:v>
                </c:pt>
                <c:pt idx="6609">
                  <c:v>75.989999999999995</c:v>
                </c:pt>
                <c:pt idx="6610">
                  <c:v>65.989999999999995</c:v>
                </c:pt>
                <c:pt idx="6611">
                  <c:v>107.01</c:v>
                </c:pt>
                <c:pt idx="6612">
                  <c:v>79.989999999999995</c:v>
                </c:pt>
                <c:pt idx="6613">
                  <c:v>79.989999999999995</c:v>
                </c:pt>
                <c:pt idx="6614">
                  <c:v>123.98</c:v>
                </c:pt>
                <c:pt idx="6615">
                  <c:v>65.989999999999995</c:v>
                </c:pt>
                <c:pt idx="6616">
                  <c:v>47.29</c:v>
                </c:pt>
                <c:pt idx="6617">
                  <c:v>101.98</c:v>
                </c:pt>
                <c:pt idx="6618">
                  <c:v>76.790000000000006</c:v>
                </c:pt>
                <c:pt idx="6619">
                  <c:v>87.65</c:v>
                </c:pt>
                <c:pt idx="6620">
                  <c:v>84.99</c:v>
                </c:pt>
                <c:pt idx="6621">
                  <c:v>79.989999999999995</c:v>
                </c:pt>
                <c:pt idx="6622">
                  <c:v>79.989999999999995</c:v>
                </c:pt>
                <c:pt idx="6623">
                  <c:v>159.97999999999999</c:v>
                </c:pt>
                <c:pt idx="6624">
                  <c:v>35.29</c:v>
                </c:pt>
                <c:pt idx="6625">
                  <c:v>65.989999999999995</c:v>
                </c:pt>
                <c:pt idx="6626">
                  <c:v>79.989999999999995</c:v>
                </c:pt>
                <c:pt idx="6627">
                  <c:v>48.29</c:v>
                </c:pt>
                <c:pt idx="6628">
                  <c:v>79.989999999999995</c:v>
                </c:pt>
                <c:pt idx="6629">
                  <c:v>78.39</c:v>
                </c:pt>
                <c:pt idx="6630">
                  <c:v>79.98</c:v>
                </c:pt>
                <c:pt idx="6631">
                  <c:v>92.98</c:v>
                </c:pt>
                <c:pt idx="6632">
                  <c:v>125.97</c:v>
                </c:pt>
                <c:pt idx="6633">
                  <c:v>64.98</c:v>
                </c:pt>
                <c:pt idx="6634">
                  <c:v>108.58</c:v>
                </c:pt>
                <c:pt idx="6635">
                  <c:v>133.46</c:v>
                </c:pt>
                <c:pt idx="6636">
                  <c:v>79.989999999999995</c:v>
                </c:pt>
                <c:pt idx="6637">
                  <c:v>65.989999999999995</c:v>
                </c:pt>
                <c:pt idx="6638">
                  <c:v>91.98</c:v>
                </c:pt>
                <c:pt idx="6639">
                  <c:v>1.3</c:v>
                </c:pt>
                <c:pt idx="6640">
                  <c:v>79.989999999999995</c:v>
                </c:pt>
                <c:pt idx="6641">
                  <c:v>111.97</c:v>
                </c:pt>
                <c:pt idx="6642">
                  <c:v>84.99</c:v>
                </c:pt>
                <c:pt idx="6643">
                  <c:v>79.989999999999995</c:v>
                </c:pt>
                <c:pt idx="6644">
                  <c:v>263.95999999999998</c:v>
                </c:pt>
                <c:pt idx="6645">
                  <c:v>131.97999999999999</c:v>
                </c:pt>
                <c:pt idx="6646">
                  <c:v>263.95999999999998</c:v>
                </c:pt>
                <c:pt idx="6647">
                  <c:v>157.97999999999999</c:v>
                </c:pt>
                <c:pt idx="6648">
                  <c:v>140.97</c:v>
                </c:pt>
                <c:pt idx="6649">
                  <c:v>104.38</c:v>
                </c:pt>
                <c:pt idx="6650">
                  <c:v>151.97</c:v>
                </c:pt>
                <c:pt idx="6651">
                  <c:v>149.97</c:v>
                </c:pt>
                <c:pt idx="6652">
                  <c:v>131.97999999999999</c:v>
                </c:pt>
                <c:pt idx="6653">
                  <c:v>171.96</c:v>
                </c:pt>
                <c:pt idx="6654">
                  <c:v>195.99</c:v>
                </c:pt>
                <c:pt idx="6655">
                  <c:v>190.03</c:v>
                </c:pt>
                <c:pt idx="6656">
                  <c:v>197.97</c:v>
                </c:pt>
                <c:pt idx="6657">
                  <c:v>194.73</c:v>
                </c:pt>
                <c:pt idx="6658">
                  <c:v>119.97</c:v>
                </c:pt>
                <c:pt idx="6659">
                  <c:v>95.66</c:v>
                </c:pt>
                <c:pt idx="6660">
                  <c:v>226.95</c:v>
                </c:pt>
                <c:pt idx="6661">
                  <c:v>197.97</c:v>
                </c:pt>
                <c:pt idx="6662">
                  <c:v>0</c:v>
                </c:pt>
                <c:pt idx="6663">
                  <c:v>2.0499999999999998</c:v>
                </c:pt>
                <c:pt idx="6664">
                  <c:v>227.95</c:v>
                </c:pt>
                <c:pt idx="6665">
                  <c:v>131.97999999999999</c:v>
                </c:pt>
                <c:pt idx="6666">
                  <c:v>277.95</c:v>
                </c:pt>
                <c:pt idx="6667">
                  <c:v>197.97</c:v>
                </c:pt>
                <c:pt idx="6668">
                  <c:v>131.97999999999999</c:v>
                </c:pt>
                <c:pt idx="6669">
                  <c:v>209.07</c:v>
                </c:pt>
                <c:pt idx="6670">
                  <c:v>131.97999999999999</c:v>
                </c:pt>
                <c:pt idx="6671">
                  <c:v>212.96</c:v>
                </c:pt>
                <c:pt idx="6672">
                  <c:v>221.95</c:v>
                </c:pt>
                <c:pt idx="6673">
                  <c:v>197.97</c:v>
                </c:pt>
                <c:pt idx="6674">
                  <c:v>131.97999999999999</c:v>
                </c:pt>
                <c:pt idx="6675">
                  <c:v>197.97</c:v>
                </c:pt>
                <c:pt idx="6676">
                  <c:v>197.97</c:v>
                </c:pt>
                <c:pt idx="6677">
                  <c:v>252.95</c:v>
                </c:pt>
                <c:pt idx="6678">
                  <c:v>179.94</c:v>
                </c:pt>
                <c:pt idx="6679">
                  <c:v>197.97</c:v>
                </c:pt>
                <c:pt idx="6680">
                  <c:v>254.96</c:v>
                </c:pt>
                <c:pt idx="6681">
                  <c:v>254.96</c:v>
                </c:pt>
                <c:pt idx="6682">
                  <c:v>159.97999999999999</c:v>
                </c:pt>
                <c:pt idx="6683">
                  <c:v>201.96</c:v>
                </c:pt>
                <c:pt idx="6684">
                  <c:v>201.96</c:v>
                </c:pt>
                <c:pt idx="6685">
                  <c:v>272.2</c:v>
                </c:pt>
                <c:pt idx="6686">
                  <c:v>338.33</c:v>
                </c:pt>
                <c:pt idx="6687">
                  <c:v>254.96</c:v>
                </c:pt>
                <c:pt idx="6688">
                  <c:v>254.96</c:v>
                </c:pt>
                <c:pt idx="6689">
                  <c:v>280.94</c:v>
                </c:pt>
                <c:pt idx="6690">
                  <c:v>227.94</c:v>
                </c:pt>
                <c:pt idx="6691">
                  <c:v>173.85</c:v>
                </c:pt>
                <c:pt idx="6692">
                  <c:v>334.95</c:v>
                </c:pt>
                <c:pt idx="6693">
                  <c:v>168.28</c:v>
                </c:pt>
                <c:pt idx="6694">
                  <c:v>131.97999999999999</c:v>
                </c:pt>
                <c:pt idx="6695">
                  <c:v>169.98</c:v>
                </c:pt>
                <c:pt idx="6696">
                  <c:v>131.97999999999999</c:v>
                </c:pt>
                <c:pt idx="6697">
                  <c:v>49.99</c:v>
                </c:pt>
                <c:pt idx="6698">
                  <c:v>128.02000000000001</c:v>
                </c:pt>
                <c:pt idx="6699">
                  <c:v>162.52000000000001</c:v>
                </c:pt>
                <c:pt idx="6700">
                  <c:v>169.98</c:v>
                </c:pt>
                <c:pt idx="6701">
                  <c:v>101.98</c:v>
                </c:pt>
                <c:pt idx="6702">
                  <c:v>125.38</c:v>
                </c:pt>
                <c:pt idx="6703">
                  <c:v>158.28</c:v>
                </c:pt>
                <c:pt idx="6704">
                  <c:v>121.98</c:v>
                </c:pt>
                <c:pt idx="6705">
                  <c:v>132.47999999999999</c:v>
                </c:pt>
                <c:pt idx="6706">
                  <c:v>168.28</c:v>
                </c:pt>
                <c:pt idx="6707">
                  <c:v>166.58</c:v>
                </c:pt>
                <c:pt idx="6708">
                  <c:v>129.34</c:v>
                </c:pt>
                <c:pt idx="6709">
                  <c:v>169.98</c:v>
                </c:pt>
                <c:pt idx="6710">
                  <c:v>169.98</c:v>
                </c:pt>
                <c:pt idx="6711">
                  <c:v>148.83000000000001</c:v>
                </c:pt>
                <c:pt idx="6712">
                  <c:v>129.34</c:v>
                </c:pt>
                <c:pt idx="6713">
                  <c:v>117.98</c:v>
                </c:pt>
                <c:pt idx="6714">
                  <c:v>168.47</c:v>
                </c:pt>
                <c:pt idx="6715">
                  <c:v>127.98</c:v>
                </c:pt>
                <c:pt idx="6716">
                  <c:v>137.96</c:v>
                </c:pt>
                <c:pt idx="6717">
                  <c:v>358.95</c:v>
                </c:pt>
                <c:pt idx="6718">
                  <c:v>56.97</c:v>
                </c:pt>
                <c:pt idx="6719">
                  <c:v>53.98</c:v>
                </c:pt>
                <c:pt idx="6720">
                  <c:v>51.77</c:v>
                </c:pt>
                <c:pt idx="6721">
                  <c:v>103.98</c:v>
                </c:pt>
                <c:pt idx="6722">
                  <c:v>49.46</c:v>
                </c:pt>
                <c:pt idx="6723">
                  <c:v>184.97</c:v>
                </c:pt>
                <c:pt idx="6724">
                  <c:v>159.97999999999999</c:v>
                </c:pt>
                <c:pt idx="6725">
                  <c:v>135.46</c:v>
                </c:pt>
                <c:pt idx="6726">
                  <c:v>152.97</c:v>
                </c:pt>
                <c:pt idx="6727">
                  <c:v>169.98</c:v>
                </c:pt>
                <c:pt idx="6728">
                  <c:v>121.98</c:v>
                </c:pt>
                <c:pt idx="6729">
                  <c:v>121.98</c:v>
                </c:pt>
                <c:pt idx="6730">
                  <c:v>169.98</c:v>
                </c:pt>
                <c:pt idx="6731">
                  <c:v>184.97</c:v>
                </c:pt>
                <c:pt idx="6732">
                  <c:v>131.97999999999999</c:v>
                </c:pt>
                <c:pt idx="6733">
                  <c:v>197.97</c:v>
                </c:pt>
                <c:pt idx="6734">
                  <c:v>84.99</c:v>
                </c:pt>
                <c:pt idx="6735">
                  <c:v>131.97999999999999</c:v>
                </c:pt>
                <c:pt idx="6736">
                  <c:v>84.99</c:v>
                </c:pt>
                <c:pt idx="6737">
                  <c:v>184.97</c:v>
                </c:pt>
                <c:pt idx="6738">
                  <c:v>84.99</c:v>
                </c:pt>
                <c:pt idx="6739">
                  <c:v>152.97</c:v>
                </c:pt>
                <c:pt idx="6740">
                  <c:v>169.98</c:v>
                </c:pt>
                <c:pt idx="6741">
                  <c:v>161.25</c:v>
                </c:pt>
                <c:pt idx="6742">
                  <c:v>84.98</c:v>
                </c:pt>
                <c:pt idx="6743">
                  <c:v>197.97</c:v>
                </c:pt>
                <c:pt idx="6744">
                  <c:v>161.25</c:v>
                </c:pt>
                <c:pt idx="6745">
                  <c:v>169.98</c:v>
                </c:pt>
                <c:pt idx="6746">
                  <c:v>84.99</c:v>
                </c:pt>
                <c:pt idx="6747">
                  <c:v>84.99</c:v>
                </c:pt>
                <c:pt idx="6748">
                  <c:v>135.46</c:v>
                </c:pt>
                <c:pt idx="6749">
                  <c:v>184.97</c:v>
                </c:pt>
                <c:pt idx="6750">
                  <c:v>264.97000000000003</c:v>
                </c:pt>
                <c:pt idx="6751">
                  <c:v>169.98</c:v>
                </c:pt>
                <c:pt idx="6752">
                  <c:v>84.99</c:v>
                </c:pt>
                <c:pt idx="6753">
                  <c:v>264.97000000000003</c:v>
                </c:pt>
                <c:pt idx="6754">
                  <c:v>84.99</c:v>
                </c:pt>
                <c:pt idx="6755">
                  <c:v>84.99</c:v>
                </c:pt>
                <c:pt idx="6756">
                  <c:v>159.97999999999999</c:v>
                </c:pt>
                <c:pt idx="6757">
                  <c:v>84.99</c:v>
                </c:pt>
                <c:pt idx="6758">
                  <c:v>83.98</c:v>
                </c:pt>
                <c:pt idx="6759">
                  <c:v>54.07</c:v>
                </c:pt>
                <c:pt idx="6760">
                  <c:v>169.98</c:v>
                </c:pt>
                <c:pt idx="6761">
                  <c:v>83.98</c:v>
                </c:pt>
                <c:pt idx="6762">
                  <c:v>84.99</c:v>
                </c:pt>
                <c:pt idx="6763">
                  <c:v>197.97</c:v>
                </c:pt>
                <c:pt idx="6764">
                  <c:v>54.07</c:v>
                </c:pt>
                <c:pt idx="6765">
                  <c:v>197.97</c:v>
                </c:pt>
                <c:pt idx="6766">
                  <c:v>84.98</c:v>
                </c:pt>
                <c:pt idx="6767">
                  <c:v>51.48</c:v>
                </c:pt>
                <c:pt idx="6768">
                  <c:v>41.29</c:v>
                </c:pt>
                <c:pt idx="6769">
                  <c:v>84.99</c:v>
                </c:pt>
                <c:pt idx="6770">
                  <c:v>50.98</c:v>
                </c:pt>
                <c:pt idx="6771">
                  <c:v>46.29</c:v>
                </c:pt>
                <c:pt idx="6772">
                  <c:v>62.09</c:v>
                </c:pt>
                <c:pt idx="6773">
                  <c:v>62.09</c:v>
                </c:pt>
                <c:pt idx="6774">
                  <c:v>99.98</c:v>
                </c:pt>
                <c:pt idx="6775">
                  <c:v>149.97</c:v>
                </c:pt>
                <c:pt idx="6776">
                  <c:v>69.989999999999995</c:v>
                </c:pt>
                <c:pt idx="6777">
                  <c:v>126.11</c:v>
                </c:pt>
                <c:pt idx="6778">
                  <c:v>83.63</c:v>
                </c:pt>
                <c:pt idx="6779">
                  <c:v>84.99</c:v>
                </c:pt>
                <c:pt idx="6780">
                  <c:v>84.99</c:v>
                </c:pt>
                <c:pt idx="6781">
                  <c:v>84.3</c:v>
                </c:pt>
                <c:pt idx="6782">
                  <c:v>70.989999999999995</c:v>
                </c:pt>
                <c:pt idx="6783">
                  <c:v>51.48</c:v>
                </c:pt>
                <c:pt idx="6784">
                  <c:v>84.99</c:v>
                </c:pt>
                <c:pt idx="6785">
                  <c:v>169.98</c:v>
                </c:pt>
                <c:pt idx="6786">
                  <c:v>113.07</c:v>
                </c:pt>
                <c:pt idx="6787">
                  <c:v>61.73</c:v>
                </c:pt>
                <c:pt idx="6788">
                  <c:v>82.64</c:v>
                </c:pt>
                <c:pt idx="6789">
                  <c:v>62.99</c:v>
                </c:pt>
                <c:pt idx="6790">
                  <c:v>65.989999999999995</c:v>
                </c:pt>
                <c:pt idx="6791">
                  <c:v>78</c:v>
                </c:pt>
                <c:pt idx="6792">
                  <c:v>73.989999999999995</c:v>
                </c:pt>
                <c:pt idx="6793">
                  <c:v>56.09</c:v>
                </c:pt>
                <c:pt idx="6794">
                  <c:v>50.45</c:v>
                </c:pt>
                <c:pt idx="6795">
                  <c:v>47.29</c:v>
                </c:pt>
                <c:pt idx="6796">
                  <c:v>84.99</c:v>
                </c:pt>
                <c:pt idx="6797">
                  <c:v>80.98</c:v>
                </c:pt>
                <c:pt idx="6798">
                  <c:v>85.48</c:v>
                </c:pt>
                <c:pt idx="6799">
                  <c:v>138.96</c:v>
                </c:pt>
                <c:pt idx="6800">
                  <c:v>84.99</c:v>
                </c:pt>
                <c:pt idx="6801">
                  <c:v>66.44</c:v>
                </c:pt>
                <c:pt idx="6802">
                  <c:v>84.99</c:v>
                </c:pt>
                <c:pt idx="6803">
                  <c:v>-1.3</c:v>
                </c:pt>
                <c:pt idx="6804">
                  <c:v>84.99</c:v>
                </c:pt>
                <c:pt idx="6805">
                  <c:v>84.99</c:v>
                </c:pt>
                <c:pt idx="6806">
                  <c:v>84.99</c:v>
                </c:pt>
                <c:pt idx="6807">
                  <c:v>95.38</c:v>
                </c:pt>
                <c:pt idx="6808">
                  <c:v>89.98</c:v>
                </c:pt>
                <c:pt idx="6809">
                  <c:v>82.36</c:v>
                </c:pt>
                <c:pt idx="6810">
                  <c:v>84.99</c:v>
                </c:pt>
                <c:pt idx="6811">
                  <c:v>84.98</c:v>
                </c:pt>
                <c:pt idx="6812">
                  <c:v>294.95999999999998</c:v>
                </c:pt>
                <c:pt idx="6813">
                  <c:v>294.95999999999998</c:v>
                </c:pt>
                <c:pt idx="6814">
                  <c:v>213.96</c:v>
                </c:pt>
                <c:pt idx="6815">
                  <c:v>197.97</c:v>
                </c:pt>
                <c:pt idx="6816">
                  <c:v>206.97</c:v>
                </c:pt>
                <c:pt idx="6817">
                  <c:v>254.97</c:v>
                </c:pt>
                <c:pt idx="6818">
                  <c:v>213.96</c:v>
                </c:pt>
                <c:pt idx="6819">
                  <c:v>197.97</c:v>
                </c:pt>
                <c:pt idx="6820">
                  <c:v>254.97</c:v>
                </c:pt>
                <c:pt idx="6821">
                  <c:v>270.95999999999998</c:v>
                </c:pt>
                <c:pt idx="6822">
                  <c:v>254.97</c:v>
                </c:pt>
                <c:pt idx="6823">
                  <c:v>254.97</c:v>
                </c:pt>
                <c:pt idx="6824">
                  <c:v>131.97999999999999</c:v>
                </c:pt>
                <c:pt idx="6825">
                  <c:v>197.97</c:v>
                </c:pt>
                <c:pt idx="6826">
                  <c:v>121.98</c:v>
                </c:pt>
                <c:pt idx="6827">
                  <c:v>197.97</c:v>
                </c:pt>
                <c:pt idx="6828">
                  <c:v>197.97</c:v>
                </c:pt>
                <c:pt idx="6829">
                  <c:v>159.91999999999999</c:v>
                </c:pt>
                <c:pt idx="6830">
                  <c:v>171.97</c:v>
                </c:pt>
                <c:pt idx="6831">
                  <c:v>247.94</c:v>
                </c:pt>
                <c:pt idx="6832">
                  <c:v>121.98</c:v>
                </c:pt>
                <c:pt idx="6833">
                  <c:v>131.97999999999999</c:v>
                </c:pt>
                <c:pt idx="6834">
                  <c:v>105.98</c:v>
                </c:pt>
                <c:pt idx="6835">
                  <c:v>199.47</c:v>
                </c:pt>
                <c:pt idx="6836">
                  <c:v>131.97999999999999</c:v>
                </c:pt>
                <c:pt idx="6837">
                  <c:v>99.98</c:v>
                </c:pt>
                <c:pt idx="6838">
                  <c:v>137.96</c:v>
                </c:pt>
                <c:pt idx="6839">
                  <c:v>131.97999999999999</c:v>
                </c:pt>
                <c:pt idx="6840">
                  <c:v>173.97</c:v>
                </c:pt>
                <c:pt idx="6841">
                  <c:v>124.15</c:v>
                </c:pt>
                <c:pt idx="6842">
                  <c:v>197.97</c:v>
                </c:pt>
                <c:pt idx="6843">
                  <c:v>117.61</c:v>
                </c:pt>
                <c:pt idx="6844">
                  <c:v>383.32</c:v>
                </c:pt>
                <c:pt idx="6845">
                  <c:v>487.52</c:v>
                </c:pt>
                <c:pt idx="6846">
                  <c:v>65.989999999999995</c:v>
                </c:pt>
                <c:pt idx="6847">
                  <c:v>307.39999999999998</c:v>
                </c:pt>
                <c:pt idx="6848">
                  <c:v>147.6</c:v>
                </c:pt>
                <c:pt idx="6849">
                  <c:v>263.95999999999998</c:v>
                </c:pt>
                <c:pt idx="6850">
                  <c:v>181.97</c:v>
                </c:pt>
                <c:pt idx="6851">
                  <c:v>181.97</c:v>
                </c:pt>
                <c:pt idx="6852">
                  <c:v>280.68</c:v>
                </c:pt>
                <c:pt idx="6853">
                  <c:v>278.95</c:v>
                </c:pt>
                <c:pt idx="6854">
                  <c:v>263.95999999999998</c:v>
                </c:pt>
                <c:pt idx="6855">
                  <c:v>178.17</c:v>
                </c:pt>
                <c:pt idx="6856">
                  <c:v>178.17</c:v>
                </c:pt>
                <c:pt idx="6857">
                  <c:v>232.96</c:v>
                </c:pt>
                <c:pt idx="6858">
                  <c:v>269.51</c:v>
                </c:pt>
                <c:pt idx="6859">
                  <c:v>457.84</c:v>
                </c:pt>
                <c:pt idx="6860">
                  <c:v>99.98</c:v>
                </c:pt>
                <c:pt idx="6861">
                  <c:v>280.68</c:v>
                </c:pt>
                <c:pt idx="6862">
                  <c:v>457.84</c:v>
                </c:pt>
                <c:pt idx="6863">
                  <c:v>232.96</c:v>
                </c:pt>
                <c:pt idx="6864">
                  <c:v>313.95</c:v>
                </c:pt>
                <c:pt idx="6865">
                  <c:v>278.95</c:v>
                </c:pt>
                <c:pt idx="6866">
                  <c:v>269.51</c:v>
                </c:pt>
                <c:pt idx="6867">
                  <c:v>313.95</c:v>
                </c:pt>
                <c:pt idx="6868">
                  <c:v>340.13</c:v>
                </c:pt>
                <c:pt idx="6869">
                  <c:v>340.13</c:v>
                </c:pt>
                <c:pt idx="6870">
                  <c:v>348.24</c:v>
                </c:pt>
                <c:pt idx="6871">
                  <c:v>348.24</c:v>
                </c:pt>
                <c:pt idx="6872">
                  <c:v>99.98</c:v>
                </c:pt>
                <c:pt idx="6873">
                  <c:v>199.96</c:v>
                </c:pt>
                <c:pt idx="6874">
                  <c:v>213.93</c:v>
                </c:pt>
                <c:pt idx="6875">
                  <c:v>339.96</c:v>
                </c:pt>
                <c:pt idx="6876">
                  <c:v>255.96</c:v>
                </c:pt>
                <c:pt idx="6877">
                  <c:v>217.96</c:v>
                </c:pt>
                <c:pt idx="6878">
                  <c:v>174.97</c:v>
                </c:pt>
                <c:pt idx="6879">
                  <c:v>269.95999999999998</c:v>
                </c:pt>
                <c:pt idx="6880">
                  <c:v>339.96</c:v>
                </c:pt>
                <c:pt idx="6881">
                  <c:v>293.93</c:v>
                </c:pt>
                <c:pt idx="6882">
                  <c:v>212.97</c:v>
                </c:pt>
                <c:pt idx="6883">
                  <c:v>77.98</c:v>
                </c:pt>
                <c:pt idx="6884">
                  <c:v>169.98</c:v>
                </c:pt>
                <c:pt idx="6885">
                  <c:v>102.96</c:v>
                </c:pt>
                <c:pt idx="6886">
                  <c:v>113.97</c:v>
                </c:pt>
                <c:pt idx="6887">
                  <c:v>77.97</c:v>
                </c:pt>
                <c:pt idx="6888">
                  <c:v>62.98</c:v>
                </c:pt>
                <c:pt idx="6889">
                  <c:v>99.98</c:v>
                </c:pt>
                <c:pt idx="6890">
                  <c:v>79.98</c:v>
                </c:pt>
                <c:pt idx="6891">
                  <c:v>92.87</c:v>
                </c:pt>
                <c:pt idx="6892">
                  <c:v>79.98</c:v>
                </c:pt>
                <c:pt idx="6893">
                  <c:v>116.82</c:v>
                </c:pt>
                <c:pt idx="6894">
                  <c:v>99.98</c:v>
                </c:pt>
                <c:pt idx="6895">
                  <c:v>99.98</c:v>
                </c:pt>
                <c:pt idx="6896">
                  <c:v>138.96</c:v>
                </c:pt>
                <c:pt idx="6897">
                  <c:v>89.97</c:v>
                </c:pt>
                <c:pt idx="6898">
                  <c:v>98.98</c:v>
                </c:pt>
                <c:pt idx="6899">
                  <c:v>94.31</c:v>
                </c:pt>
                <c:pt idx="6900">
                  <c:v>88.98</c:v>
                </c:pt>
                <c:pt idx="6901">
                  <c:v>90.57</c:v>
                </c:pt>
                <c:pt idx="6902">
                  <c:v>99.98</c:v>
                </c:pt>
                <c:pt idx="6903">
                  <c:v>112.97</c:v>
                </c:pt>
                <c:pt idx="6904">
                  <c:v>105.96</c:v>
                </c:pt>
                <c:pt idx="6905">
                  <c:v>118.53</c:v>
                </c:pt>
                <c:pt idx="6906">
                  <c:v>125.96</c:v>
                </c:pt>
                <c:pt idx="6907">
                  <c:v>113.97</c:v>
                </c:pt>
                <c:pt idx="6908">
                  <c:v>99.98</c:v>
                </c:pt>
                <c:pt idx="6909">
                  <c:v>79.98</c:v>
                </c:pt>
                <c:pt idx="6910">
                  <c:v>99.98</c:v>
                </c:pt>
                <c:pt idx="6911">
                  <c:v>79.98</c:v>
                </c:pt>
                <c:pt idx="6912">
                  <c:v>75.84</c:v>
                </c:pt>
                <c:pt idx="6913">
                  <c:v>108.3</c:v>
                </c:pt>
                <c:pt idx="6914">
                  <c:v>84.98</c:v>
                </c:pt>
                <c:pt idx="6915">
                  <c:v>131.97999999999999</c:v>
                </c:pt>
                <c:pt idx="6916">
                  <c:v>251.82</c:v>
                </c:pt>
                <c:pt idx="6917">
                  <c:v>206.95</c:v>
                </c:pt>
                <c:pt idx="6918">
                  <c:v>26.99</c:v>
                </c:pt>
                <c:pt idx="6919">
                  <c:v>121.98</c:v>
                </c:pt>
                <c:pt idx="6920">
                  <c:v>171.96</c:v>
                </c:pt>
                <c:pt idx="6921">
                  <c:v>155.58000000000001</c:v>
                </c:pt>
                <c:pt idx="6922">
                  <c:v>65.989999999999995</c:v>
                </c:pt>
                <c:pt idx="6923">
                  <c:v>131.97999999999999</c:v>
                </c:pt>
                <c:pt idx="6924">
                  <c:v>151.96</c:v>
                </c:pt>
                <c:pt idx="6925">
                  <c:v>214.95</c:v>
                </c:pt>
                <c:pt idx="6926">
                  <c:v>232.96</c:v>
                </c:pt>
                <c:pt idx="6927">
                  <c:v>131.97999999999999</c:v>
                </c:pt>
                <c:pt idx="6928">
                  <c:v>237.95</c:v>
                </c:pt>
                <c:pt idx="6929">
                  <c:v>197.97</c:v>
                </c:pt>
                <c:pt idx="6930">
                  <c:v>131.97999999999999</c:v>
                </c:pt>
                <c:pt idx="6931">
                  <c:v>101.96</c:v>
                </c:pt>
                <c:pt idx="6932">
                  <c:v>285.44</c:v>
                </c:pt>
                <c:pt idx="6933">
                  <c:v>212.96</c:v>
                </c:pt>
                <c:pt idx="6934">
                  <c:v>212.96</c:v>
                </c:pt>
                <c:pt idx="6935">
                  <c:v>212.96</c:v>
                </c:pt>
                <c:pt idx="6936">
                  <c:v>212.96</c:v>
                </c:pt>
                <c:pt idx="6937">
                  <c:v>212.96</c:v>
                </c:pt>
                <c:pt idx="6938">
                  <c:v>146.97</c:v>
                </c:pt>
                <c:pt idx="6939">
                  <c:v>212.96</c:v>
                </c:pt>
                <c:pt idx="6940">
                  <c:v>212.96</c:v>
                </c:pt>
                <c:pt idx="6941">
                  <c:v>212.96</c:v>
                </c:pt>
                <c:pt idx="6942">
                  <c:v>225.45</c:v>
                </c:pt>
                <c:pt idx="6943">
                  <c:v>242.95</c:v>
                </c:pt>
                <c:pt idx="6944">
                  <c:v>212.96</c:v>
                </c:pt>
                <c:pt idx="6945">
                  <c:v>212.96</c:v>
                </c:pt>
                <c:pt idx="6946">
                  <c:v>165.95</c:v>
                </c:pt>
                <c:pt idx="6947">
                  <c:v>235.97</c:v>
                </c:pt>
                <c:pt idx="6948">
                  <c:v>192.95</c:v>
                </c:pt>
                <c:pt idx="6949">
                  <c:v>197.97</c:v>
                </c:pt>
                <c:pt idx="6950">
                  <c:v>339.96</c:v>
                </c:pt>
                <c:pt idx="6951">
                  <c:v>339.96</c:v>
                </c:pt>
                <c:pt idx="6952">
                  <c:v>339.96</c:v>
                </c:pt>
                <c:pt idx="6953">
                  <c:v>339.96</c:v>
                </c:pt>
                <c:pt idx="6954">
                  <c:v>275.37</c:v>
                </c:pt>
                <c:pt idx="6955">
                  <c:v>339.96</c:v>
                </c:pt>
                <c:pt idx="6956">
                  <c:v>339.96</c:v>
                </c:pt>
                <c:pt idx="6957">
                  <c:v>293.93</c:v>
                </c:pt>
                <c:pt idx="6958">
                  <c:v>294.47000000000003</c:v>
                </c:pt>
                <c:pt idx="6959">
                  <c:v>339.96</c:v>
                </c:pt>
                <c:pt idx="6960">
                  <c:v>426.45</c:v>
                </c:pt>
                <c:pt idx="6961">
                  <c:v>205.93</c:v>
                </c:pt>
                <c:pt idx="6962">
                  <c:v>279.95999999999998</c:v>
                </c:pt>
                <c:pt idx="6963">
                  <c:v>424.95</c:v>
                </c:pt>
                <c:pt idx="6964">
                  <c:v>158.38</c:v>
                </c:pt>
                <c:pt idx="6965">
                  <c:v>159.97999999999999</c:v>
                </c:pt>
                <c:pt idx="6966">
                  <c:v>156.68</c:v>
                </c:pt>
                <c:pt idx="6967">
                  <c:v>20.49</c:v>
                </c:pt>
                <c:pt idx="6968">
                  <c:v>21.24</c:v>
                </c:pt>
                <c:pt idx="6969">
                  <c:v>168.38</c:v>
                </c:pt>
                <c:pt idx="6970">
                  <c:v>20.49</c:v>
                </c:pt>
                <c:pt idx="6971">
                  <c:v>121.98</c:v>
                </c:pt>
                <c:pt idx="6972">
                  <c:v>121.98</c:v>
                </c:pt>
                <c:pt idx="6973">
                  <c:v>148.38</c:v>
                </c:pt>
                <c:pt idx="6974">
                  <c:v>153.5</c:v>
                </c:pt>
                <c:pt idx="6975">
                  <c:v>158.38</c:v>
                </c:pt>
                <c:pt idx="6976">
                  <c:v>120.76</c:v>
                </c:pt>
                <c:pt idx="6977">
                  <c:v>121.98</c:v>
                </c:pt>
                <c:pt idx="6978">
                  <c:v>159.97999999999999</c:v>
                </c:pt>
                <c:pt idx="6979">
                  <c:v>159.97999999999999</c:v>
                </c:pt>
                <c:pt idx="6980">
                  <c:v>74.989999999999995</c:v>
                </c:pt>
                <c:pt idx="6981">
                  <c:v>158.38</c:v>
                </c:pt>
                <c:pt idx="6982">
                  <c:v>158.19</c:v>
                </c:pt>
                <c:pt idx="6983">
                  <c:v>159.97999999999999</c:v>
                </c:pt>
                <c:pt idx="6984">
                  <c:v>158.38</c:v>
                </c:pt>
                <c:pt idx="6985">
                  <c:v>84.99</c:v>
                </c:pt>
                <c:pt idx="6986">
                  <c:v>119.54</c:v>
                </c:pt>
                <c:pt idx="6987">
                  <c:v>111.98</c:v>
                </c:pt>
                <c:pt idx="6988">
                  <c:v>308.93</c:v>
                </c:pt>
                <c:pt idx="6989">
                  <c:v>367.94</c:v>
                </c:pt>
                <c:pt idx="6990">
                  <c:v>326.95</c:v>
                </c:pt>
                <c:pt idx="6991">
                  <c:v>293.94</c:v>
                </c:pt>
                <c:pt idx="6992">
                  <c:v>352.93</c:v>
                </c:pt>
                <c:pt idx="6993">
                  <c:v>172.97</c:v>
                </c:pt>
                <c:pt idx="6994">
                  <c:v>322.95</c:v>
                </c:pt>
                <c:pt idx="6995">
                  <c:v>323.93</c:v>
                </c:pt>
                <c:pt idx="6996">
                  <c:v>313.95</c:v>
                </c:pt>
                <c:pt idx="6997">
                  <c:v>344.95</c:v>
                </c:pt>
                <c:pt idx="6998">
                  <c:v>400.92</c:v>
                </c:pt>
                <c:pt idx="6999">
                  <c:v>225.95</c:v>
                </c:pt>
                <c:pt idx="7000">
                  <c:v>344.49</c:v>
                </c:pt>
                <c:pt idx="7001">
                  <c:v>227.95</c:v>
                </c:pt>
                <c:pt idx="7002">
                  <c:v>244.95</c:v>
                </c:pt>
                <c:pt idx="7003">
                  <c:v>247.96</c:v>
                </c:pt>
                <c:pt idx="7004">
                  <c:v>288.74</c:v>
                </c:pt>
                <c:pt idx="7005">
                  <c:v>147.41999999999999</c:v>
                </c:pt>
                <c:pt idx="7006">
                  <c:v>112</c:v>
                </c:pt>
                <c:pt idx="7007">
                  <c:v>166.58</c:v>
                </c:pt>
                <c:pt idx="7008">
                  <c:v>145.97</c:v>
                </c:pt>
                <c:pt idx="7009">
                  <c:v>63.96</c:v>
                </c:pt>
                <c:pt idx="7010">
                  <c:v>150.58000000000001</c:v>
                </c:pt>
                <c:pt idx="7011">
                  <c:v>131.97999999999999</c:v>
                </c:pt>
                <c:pt idx="7012">
                  <c:v>154.18</c:v>
                </c:pt>
                <c:pt idx="7013">
                  <c:v>169.98</c:v>
                </c:pt>
                <c:pt idx="7014">
                  <c:v>169.98</c:v>
                </c:pt>
                <c:pt idx="7015">
                  <c:v>99.98</c:v>
                </c:pt>
                <c:pt idx="7016">
                  <c:v>152.97999999999999</c:v>
                </c:pt>
                <c:pt idx="7017">
                  <c:v>150.18</c:v>
                </c:pt>
                <c:pt idx="7018">
                  <c:v>113.47</c:v>
                </c:pt>
                <c:pt idx="7019">
                  <c:v>137.97999999999999</c:v>
                </c:pt>
                <c:pt idx="7020">
                  <c:v>171.96</c:v>
                </c:pt>
                <c:pt idx="7021">
                  <c:v>142.97</c:v>
                </c:pt>
                <c:pt idx="7022">
                  <c:v>165.97</c:v>
                </c:pt>
                <c:pt idx="7023">
                  <c:v>131.97999999999999</c:v>
                </c:pt>
                <c:pt idx="7024">
                  <c:v>79.98</c:v>
                </c:pt>
                <c:pt idx="7025">
                  <c:v>136.53</c:v>
                </c:pt>
                <c:pt idx="7026">
                  <c:v>162.97</c:v>
                </c:pt>
                <c:pt idx="7027">
                  <c:v>154.34</c:v>
                </c:pt>
                <c:pt idx="7028">
                  <c:v>156.78</c:v>
                </c:pt>
                <c:pt idx="7029">
                  <c:v>152.97</c:v>
                </c:pt>
                <c:pt idx="7030">
                  <c:v>162.97</c:v>
                </c:pt>
                <c:pt idx="7031">
                  <c:v>123.48</c:v>
                </c:pt>
                <c:pt idx="7032">
                  <c:v>141.46</c:v>
                </c:pt>
                <c:pt idx="7033">
                  <c:v>159.97999999999999</c:v>
                </c:pt>
                <c:pt idx="7034">
                  <c:v>159.97999999999999</c:v>
                </c:pt>
                <c:pt idx="7035">
                  <c:v>163.27000000000001</c:v>
                </c:pt>
                <c:pt idx="7036">
                  <c:v>156.47999999999999</c:v>
                </c:pt>
                <c:pt idx="7037">
                  <c:v>124.97</c:v>
                </c:pt>
                <c:pt idx="7038">
                  <c:v>158.61000000000001</c:v>
                </c:pt>
                <c:pt idx="7039">
                  <c:v>131.18</c:v>
                </c:pt>
                <c:pt idx="7040">
                  <c:v>29.88</c:v>
                </c:pt>
                <c:pt idx="7041">
                  <c:v>162.97</c:v>
                </c:pt>
                <c:pt idx="7042">
                  <c:v>48.98</c:v>
                </c:pt>
                <c:pt idx="7043">
                  <c:v>189.96</c:v>
                </c:pt>
                <c:pt idx="7044">
                  <c:v>159.97999999999999</c:v>
                </c:pt>
                <c:pt idx="7045">
                  <c:v>156.81</c:v>
                </c:pt>
                <c:pt idx="7046">
                  <c:v>122.48</c:v>
                </c:pt>
                <c:pt idx="7047">
                  <c:v>185.97</c:v>
                </c:pt>
                <c:pt idx="7048">
                  <c:v>169.98</c:v>
                </c:pt>
                <c:pt idx="7049">
                  <c:v>169.98</c:v>
                </c:pt>
                <c:pt idx="7050">
                  <c:v>169.98</c:v>
                </c:pt>
                <c:pt idx="7051">
                  <c:v>203.96</c:v>
                </c:pt>
                <c:pt idx="7052">
                  <c:v>143.97999999999999</c:v>
                </c:pt>
                <c:pt idx="7053">
                  <c:v>188.97</c:v>
                </c:pt>
                <c:pt idx="7054">
                  <c:v>131.97999999999999</c:v>
                </c:pt>
                <c:pt idx="7055">
                  <c:v>99.98</c:v>
                </c:pt>
                <c:pt idx="7056">
                  <c:v>188.97</c:v>
                </c:pt>
                <c:pt idx="7057">
                  <c:v>147.97999999999999</c:v>
                </c:pt>
                <c:pt idx="7058">
                  <c:v>169.98</c:v>
                </c:pt>
                <c:pt idx="7059">
                  <c:v>150.97</c:v>
                </c:pt>
                <c:pt idx="7060">
                  <c:v>131.97999999999999</c:v>
                </c:pt>
                <c:pt idx="7061">
                  <c:v>121.98</c:v>
                </c:pt>
                <c:pt idx="7062">
                  <c:v>150.97</c:v>
                </c:pt>
                <c:pt idx="7063">
                  <c:v>169.98</c:v>
                </c:pt>
                <c:pt idx="7064">
                  <c:v>188.97</c:v>
                </c:pt>
                <c:pt idx="7065">
                  <c:v>169.98</c:v>
                </c:pt>
                <c:pt idx="7066">
                  <c:v>130.38</c:v>
                </c:pt>
                <c:pt idx="7067">
                  <c:v>169.98</c:v>
                </c:pt>
                <c:pt idx="7068">
                  <c:v>169.98</c:v>
                </c:pt>
                <c:pt idx="7069">
                  <c:v>169.98</c:v>
                </c:pt>
                <c:pt idx="7070">
                  <c:v>172.97</c:v>
                </c:pt>
                <c:pt idx="7071">
                  <c:v>140.97</c:v>
                </c:pt>
                <c:pt idx="7072">
                  <c:v>178.97</c:v>
                </c:pt>
                <c:pt idx="7073">
                  <c:v>169.98</c:v>
                </c:pt>
                <c:pt idx="7074">
                  <c:v>169.98</c:v>
                </c:pt>
                <c:pt idx="7075">
                  <c:v>169.98</c:v>
                </c:pt>
                <c:pt idx="7076">
                  <c:v>150.97</c:v>
                </c:pt>
                <c:pt idx="7077">
                  <c:v>169.98</c:v>
                </c:pt>
                <c:pt idx="7078">
                  <c:v>137.97999999999999</c:v>
                </c:pt>
                <c:pt idx="7079">
                  <c:v>239.54</c:v>
                </c:pt>
                <c:pt idx="7080">
                  <c:v>245.54</c:v>
                </c:pt>
                <c:pt idx="7081">
                  <c:v>255.1</c:v>
                </c:pt>
                <c:pt idx="7082">
                  <c:v>254.71</c:v>
                </c:pt>
                <c:pt idx="7083">
                  <c:v>254.31</c:v>
                </c:pt>
                <c:pt idx="7084">
                  <c:v>333.85</c:v>
                </c:pt>
                <c:pt idx="7085">
                  <c:v>294.66000000000003</c:v>
                </c:pt>
                <c:pt idx="7086">
                  <c:v>162.09</c:v>
                </c:pt>
                <c:pt idx="7087">
                  <c:v>51.98</c:v>
                </c:pt>
                <c:pt idx="7088">
                  <c:v>237.56</c:v>
                </c:pt>
                <c:pt idx="7089">
                  <c:v>214.96</c:v>
                </c:pt>
                <c:pt idx="7090">
                  <c:v>214.96</c:v>
                </c:pt>
                <c:pt idx="7091">
                  <c:v>323.51</c:v>
                </c:pt>
                <c:pt idx="7092">
                  <c:v>329.95</c:v>
                </c:pt>
                <c:pt idx="7093">
                  <c:v>148.97</c:v>
                </c:pt>
                <c:pt idx="7094">
                  <c:v>293.95</c:v>
                </c:pt>
                <c:pt idx="7095">
                  <c:v>280.95</c:v>
                </c:pt>
                <c:pt idx="7096">
                  <c:v>197.97</c:v>
                </c:pt>
                <c:pt idx="7097">
                  <c:v>16.989999999999998</c:v>
                </c:pt>
                <c:pt idx="7098">
                  <c:v>170.96</c:v>
                </c:pt>
                <c:pt idx="7099">
                  <c:v>176.97</c:v>
                </c:pt>
                <c:pt idx="7100">
                  <c:v>197.97</c:v>
                </c:pt>
                <c:pt idx="7101">
                  <c:v>52.97</c:v>
                </c:pt>
                <c:pt idx="7102">
                  <c:v>69.98</c:v>
                </c:pt>
                <c:pt idx="7103">
                  <c:v>45.7</c:v>
                </c:pt>
                <c:pt idx="7104">
                  <c:v>197.97</c:v>
                </c:pt>
                <c:pt idx="7105">
                  <c:v>-329.14</c:v>
                </c:pt>
                <c:pt idx="7106">
                  <c:v>71.92</c:v>
                </c:pt>
                <c:pt idx="7107">
                  <c:v>254.78</c:v>
                </c:pt>
                <c:pt idx="7108">
                  <c:v>404.88</c:v>
                </c:pt>
                <c:pt idx="7109">
                  <c:v>503.02</c:v>
                </c:pt>
                <c:pt idx="7110">
                  <c:v>509.94</c:v>
                </c:pt>
                <c:pt idx="7111">
                  <c:v>835.84</c:v>
                </c:pt>
                <c:pt idx="7112">
                  <c:v>547.79</c:v>
                </c:pt>
                <c:pt idx="7113">
                  <c:v>679.92</c:v>
                </c:pt>
                <c:pt idx="7114">
                  <c:v>199.96</c:v>
                </c:pt>
                <c:pt idx="7115">
                  <c:v>199.96</c:v>
                </c:pt>
                <c:pt idx="7116">
                  <c:v>299.94</c:v>
                </c:pt>
                <c:pt idx="7117">
                  <c:v>112.97</c:v>
                </c:pt>
                <c:pt idx="7118">
                  <c:v>290.89</c:v>
                </c:pt>
                <c:pt idx="7119">
                  <c:v>237.94</c:v>
                </c:pt>
                <c:pt idx="7120">
                  <c:v>292.52999999999997</c:v>
                </c:pt>
                <c:pt idx="7121">
                  <c:v>225.94</c:v>
                </c:pt>
                <c:pt idx="7122">
                  <c:v>324.89</c:v>
                </c:pt>
                <c:pt idx="7123">
                  <c:v>289.18</c:v>
                </c:pt>
                <c:pt idx="7124">
                  <c:v>275.94</c:v>
                </c:pt>
                <c:pt idx="7125">
                  <c:v>240.27</c:v>
                </c:pt>
                <c:pt idx="7126">
                  <c:v>125.93</c:v>
                </c:pt>
                <c:pt idx="7127">
                  <c:v>214.9</c:v>
                </c:pt>
                <c:pt idx="7128">
                  <c:v>157.72</c:v>
                </c:pt>
                <c:pt idx="7129">
                  <c:v>208.4</c:v>
                </c:pt>
                <c:pt idx="7130">
                  <c:v>141.61000000000001</c:v>
                </c:pt>
                <c:pt idx="7131">
                  <c:v>230.87</c:v>
                </c:pt>
                <c:pt idx="7132">
                  <c:v>214.9</c:v>
                </c:pt>
                <c:pt idx="7133">
                  <c:v>125.93</c:v>
                </c:pt>
                <c:pt idx="7134">
                  <c:v>161.91</c:v>
                </c:pt>
                <c:pt idx="7135">
                  <c:v>179.9</c:v>
                </c:pt>
                <c:pt idx="7136">
                  <c:v>251.86</c:v>
                </c:pt>
                <c:pt idx="7137">
                  <c:v>174.5</c:v>
                </c:pt>
                <c:pt idx="7138">
                  <c:v>80.17</c:v>
                </c:pt>
                <c:pt idx="7139">
                  <c:v>171.92</c:v>
                </c:pt>
                <c:pt idx="7140">
                  <c:v>104.94</c:v>
                </c:pt>
                <c:pt idx="7141">
                  <c:v>380.32</c:v>
                </c:pt>
                <c:pt idx="7142">
                  <c:v>176.48</c:v>
                </c:pt>
                <c:pt idx="7143">
                  <c:v>-193.7</c:v>
                </c:pt>
                <c:pt idx="7144">
                  <c:v>143.93</c:v>
                </c:pt>
                <c:pt idx="7145">
                  <c:v>227.45</c:v>
                </c:pt>
                <c:pt idx="7146">
                  <c:v>107.94</c:v>
                </c:pt>
                <c:pt idx="7147">
                  <c:v>-28.25</c:v>
                </c:pt>
                <c:pt idx="7148">
                  <c:v>939.25</c:v>
                </c:pt>
                <c:pt idx="7149">
                  <c:v>258.39999999999998</c:v>
                </c:pt>
                <c:pt idx="7150">
                  <c:v>254.97</c:v>
                </c:pt>
                <c:pt idx="7151">
                  <c:v>609.5</c:v>
                </c:pt>
                <c:pt idx="7152">
                  <c:v>434.8</c:v>
                </c:pt>
                <c:pt idx="7153">
                  <c:v>309.29000000000002</c:v>
                </c:pt>
                <c:pt idx="7154">
                  <c:v>227.8</c:v>
                </c:pt>
                <c:pt idx="7155">
                  <c:v>169.98</c:v>
                </c:pt>
                <c:pt idx="7156">
                  <c:v>43.45</c:v>
                </c:pt>
                <c:pt idx="7157">
                  <c:v>59.1</c:v>
                </c:pt>
                <c:pt idx="7158">
                  <c:v>81.97</c:v>
                </c:pt>
                <c:pt idx="7159">
                  <c:v>102.97</c:v>
                </c:pt>
                <c:pt idx="7160">
                  <c:v>102.97</c:v>
                </c:pt>
                <c:pt idx="7161">
                  <c:v>68.989999999999995</c:v>
                </c:pt>
                <c:pt idx="7162">
                  <c:v>65.989999999999995</c:v>
                </c:pt>
                <c:pt idx="7163">
                  <c:v>95.48</c:v>
                </c:pt>
                <c:pt idx="7164">
                  <c:v>85.19</c:v>
                </c:pt>
                <c:pt idx="7165">
                  <c:v>103.97</c:v>
                </c:pt>
                <c:pt idx="7166">
                  <c:v>93.98</c:v>
                </c:pt>
                <c:pt idx="7167">
                  <c:v>68.989999999999995</c:v>
                </c:pt>
                <c:pt idx="7168">
                  <c:v>130.38</c:v>
                </c:pt>
                <c:pt idx="7169">
                  <c:v>126.97</c:v>
                </c:pt>
                <c:pt idx="7170">
                  <c:v>50.48</c:v>
                </c:pt>
                <c:pt idx="7171">
                  <c:v>84.99</c:v>
                </c:pt>
                <c:pt idx="7172">
                  <c:v>88.97</c:v>
                </c:pt>
                <c:pt idx="7173">
                  <c:v>73.84</c:v>
                </c:pt>
                <c:pt idx="7174">
                  <c:v>86.97</c:v>
                </c:pt>
                <c:pt idx="7175">
                  <c:v>100.98</c:v>
                </c:pt>
                <c:pt idx="7176">
                  <c:v>117.98</c:v>
                </c:pt>
                <c:pt idx="7177">
                  <c:v>68.989999999999995</c:v>
                </c:pt>
                <c:pt idx="7178">
                  <c:v>51.49</c:v>
                </c:pt>
                <c:pt idx="7179">
                  <c:v>65.989999999999995</c:v>
                </c:pt>
                <c:pt idx="7180">
                  <c:v>58.98</c:v>
                </c:pt>
                <c:pt idx="7181">
                  <c:v>28.47</c:v>
                </c:pt>
                <c:pt idx="7182">
                  <c:v>84.99</c:v>
                </c:pt>
                <c:pt idx="7183">
                  <c:v>93.98</c:v>
                </c:pt>
                <c:pt idx="7184">
                  <c:v>77.98</c:v>
                </c:pt>
                <c:pt idx="7185">
                  <c:v>36.479999999999997</c:v>
                </c:pt>
                <c:pt idx="7186">
                  <c:v>113.96</c:v>
                </c:pt>
                <c:pt idx="7187">
                  <c:v>58.98</c:v>
                </c:pt>
                <c:pt idx="7188">
                  <c:v>65.989999999999995</c:v>
                </c:pt>
                <c:pt idx="7189">
                  <c:v>93.98</c:v>
                </c:pt>
                <c:pt idx="7190">
                  <c:v>88.97</c:v>
                </c:pt>
                <c:pt idx="7191">
                  <c:v>65.989999999999995</c:v>
                </c:pt>
                <c:pt idx="7192">
                  <c:v>197.97</c:v>
                </c:pt>
                <c:pt idx="7193">
                  <c:v>235.95</c:v>
                </c:pt>
                <c:pt idx="7194">
                  <c:v>257.47000000000003</c:v>
                </c:pt>
                <c:pt idx="7195">
                  <c:v>197.97</c:v>
                </c:pt>
                <c:pt idx="7196">
                  <c:v>197.97</c:v>
                </c:pt>
                <c:pt idx="7197">
                  <c:v>257.47000000000003</c:v>
                </c:pt>
                <c:pt idx="7198">
                  <c:v>230.97</c:v>
                </c:pt>
                <c:pt idx="7199">
                  <c:v>235.95</c:v>
                </c:pt>
                <c:pt idx="7200">
                  <c:v>254.97</c:v>
                </c:pt>
                <c:pt idx="7201">
                  <c:v>294.05</c:v>
                </c:pt>
                <c:pt idx="7202">
                  <c:v>255.97</c:v>
                </c:pt>
                <c:pt idx="7203">
                  <c:v>236.45</c:v>
                </c:pt>
                <c:pt idx="7204">
                  <c:v>255.97</c:v>
                </c:pt>
                <c:pt idx="7205">
                  <c:v>235.95</c:v>
                </c:pt>
                <c:pt idx="7206">
                  <c:v>259.94</c:v>
                </c:pt>
                <c:pt idx="7207">
                  <c:v>236.45</c:v>
                </c:pt>
                <c:pt idx="7208">
                  <c:v>294.05</c:v>
                </c:pt>
                <c:pt idx="7209">
                  <c:v>256.07</c:v>
                </c:pt>
                <c:pt idx="7210">
                  <c:v>197.97</c:v>
                </c:pt>
                <c:pt idx="7211">
                  <c:v>50.97</c:v>
                </c:pt>
                <c:pt idx="7212">
                  <c:v>50.97</c:v>
                </c:pt>
                <c:pt idx="7213">
                  <c:v>230.97</c:v>
                </c:pt>
                <c:pt idx="7214">
                  <c:v>230.97</c:v>
                </c:pt>
                <c:pt idx="7215">
                  <c:v>66.989999999999995</c:v>
                </c:pt>
                <c:pt idx="7216">
                  <c:v>259.94</c:v>
                </c:pt>
                <c:pt idx="7217">
                  <c:v>235.95</c:v>
                </c:pt>
                <c:pt idx="7218">
                  <c:v>254.97</c:v>
                </c:pt>
                <c:pt idx="7219">
                  <c:v>256.07</c:v>
                </c:pt>
                <c:pt idx="7220">
                  <c:v>230.97</c:v>
                </c:pt>
                <c:pt idx="7221">
                  <c:v>66.989999999999995</c:v>
                </c:pt>
                <c:pt idx="7222">
                  <c:v>140.63</c:v>
                </c:pt>
                <c:pt idx="7223">
                  <c:v>169.98</c:v>
                </c:pt>
                <c:pt idx="7224">
                  <c:v>87.97</c:v>
                </c:pt>
                <c:pt idx="7225">
                  <c:v>108.97</c:v>
                </c:pt>
                <c:pt idx="7226">
                  <c:v>84.07</c:v>
                </c:pt>
                <c:pt idx="7227">
                  <c:v>116.97</c:v>
                </c:pt>
                <c:pt idx="7228">
                  <c:v>213.95</c:v>
                </c:pt>
                <c:pt idx="7229">
                  <c:v>96.98</c:v>
                </c:pt>
                <c:pt idx="7230">
                  <c:v>81.96</c:v>
                </c:pt>
                <c:pt idx="7231">
                  <c:v>88.48</c:v>
                </c:pt>
                <c:pt idx="7232">
                  <c:v>96.98</c:v>
                </c:pt>
                <c:pt idx="7233">
                  <c:v>96.98</c:v>
                </c:pt>
                <c:pt idx="7234">
                  <c:v>89.97</c:v>
                </c:pt>
                <c:pt idx="7235">
                  <c:v>77.98</c:v>
                </c:pt>
                <c:pt idx="7236">
                  <c:v>96.98</c:v>
                </c:pt>
                <c:pt idx="7237">
                  <c:v>68.989999999999995</c:v>
                </c:pt>
                <c:pt idx="7238">
                  <c:v>96.98</c:v>
                </c:pt>
                <c:pt idx="7239">
                  <c:v>148.96</c:v>
                </c:pt>
                <c:pt idx="7240">
                  <c:v>96.98</c:v>
                </c:pt>
                <c:pt idx="7241">
                  <c:v>96.98</c:v>
                </c:pt>
                <c:pt idx="7242">
                  <c:v>84.99</c:v>
                </c:pt>
                <c:pt idx="7243">
                  <c:v>175.22</c:v>
                </c:pt>
                <c:pt idx="7244">
                  <c:v>193.96</c:v>
                </c:pt>
                <c:pt idx="7245">
                  <c:v>155.96</c:v>
                </c:pt>
                <c:pt idx="7246">
                  <c:v>119.96</c:v>
                </c:pt>
                <c:pt idx="7247">
                  <c:v>144.47999999999999</c:v>
                </c:pt>
                <c:pt idx="7248">
                  <c:v>108.97</c:v>
                </c:pt>
                <c:pt idx="7249">
                  <c:v>123.96</c:v>
                </c:pt>
                <c:pt idx="7250">
                  <c:v>193.96</c:v>
                </c:pt>
                <c:pt idx="7251">
                  <c:v>77.98</c:v>
                </c:pt>
                <c:pt idx="7252">
                  <c:v>124.98</c:v>
                </c:pt>
                <c:pt idx="7253">
                  <c:v>133.41</c:v>
                </c:pt>
                <c:pt idx="7254">
                  <c:v>161.97</c:v>
                </c:pt>
                <c:pt idx="7255">
                  <c:v>59.08</c:v>
                </c:pt>
                <c:pt idx="7256">
                  <c:v>76.489999999999995</c:v>
                </c:pt>
                <c:pt idx="7257">
                  <c:v>77.98</c:v>
                </c:pt>
                <c:pt idx="7258">
                  <c:v>177.96</c:v>
                </c:pt>
                <c:pt idx="7259">
                  <c:v>143.94999999999999</c:v>
                </c:pt>
                <c:pt idx="7260">
                  <c:v>249.94</c:v>
                </c:pt>
                <c:pt idx="7261">
                  <c:v>131.97</c:v>
                </c:pt>
                <c:pt idx="7262">
                  <c:v>579.91999999999996</c:v>
                </c:pt>
                <c:pt idx="7263">
                  <c:v>169.98</c:v>
                </c:pt>
                <c:pt idx="7264">
                  <c:v>330.31</c:v>
                </c:pt>
                <c:pt idx="7265">
                  <c:v>273.48</c:v>
                </c:pt>
                <c:pt idx="7266">
                  <c:v>564.91999999999996</c:v>
                </c:pt>
                <c:pt idx="7267">
                  <c:v>509.94</c:v>
                </c:pt>
                <c:pt idx="7268">
                  <c:v>53.98</c:v>
                </c:pt>
                <c:pt idx="7269">
                  <c:v>457.88</c:v>
                </c:pt>
                <c:pt idx="7270">
                  <c:v>494.93</c:v>
                </c:pt>
                <c:pt idx="7271">
                  <c:v>344.95</c:v>
                </c:pt>
                <c:pt idx="7272">
                  <c:v>197.97</c:v>
                </c:pt>
                <c:pt idx="7273">
                  <c:v>613.9</c:v>
                </c:pt>
                <c:pt idx="7274">
                  <c:v>374.95</c:v>
                </c:pt>
                <c:pt idx="7275">
                  <c:v>169.98</c:v>
                </c:pt>
                <c:pt idx="7276">
                  <c:v>475.1</c:v>
                </c:pt>
                <c:pt idx="7277">
                  <c:v>254.97</c:v>
                </c:pt>
                <c:pt idx="7278">
                  <c:v>188</c:v>
                </c:pt>
                <c:pt idx="7279">
                  <c:v>339.96</c:v>
                </c:pt>
                <c:pt idx="7280">
                  <c:v>251.38</c:v>
                </c:pt>
                <c:pt idx="7281">
                  <c:v>393.3</c:v>
                </c:pt>
                <c:pt idx="7282">
                  <c:v>252.8</c:v>
                </c:pt>
                <c:pt idx="7283">
                  <c:v>283.3</c:v>
                </c:pt>
                <c:pt idx="7284">
                  <c:v>331.08</c:v>
                </c:pt>
                <c:pt idx="7285">
                  <c:v>306.18</c:v>
                </c:pt>
                <c:pt idx="7286">
                  <c:v>339.96</c:v>
                </c:pt>
                <c:pt idx="7287">
                  <c:v>356.4</c:v>
                </c:pt>
                <c:pt idx="7288">
                  <c:v>97.99</c:v>
                </c:pt>
                <c:pt idx="7289">
                  <c:v>79.849999999999994</c:v>
                </c:pt>
                <c:pt idx="7290">
                  <c:v>174.46</c:v>
                </c:pt>
                <c:pt idx="7291">
                  <c:v>177.83</c:v>
                </c:pt>
                <c:pt idx="7292">
                  <c:v>257.68</c:v>
                </c:pt>
                <c:pt idx="7293">
                  <c:v>268.66000000000003</c:v>
                </c:pt>
                <c:pt idx="7294">
                  <c:v>333.97</c:v>
                </c:pt>
                <c:pt idx="7295">
                  <c:v>449.32</c:v>
                </c:pt>
                <c:pt idx="7296">
                  <c:v>325.72000000000003</c:v>
                </c:pt>
                <c:pt idx="7297">
                  <c:v>127.01</c:v>
                </c:pt>
                <c:pt idx="7298">
                  <c:v>159.69999999999999</c:v>
                </c:pt>
                <c:pt idx="7299">
                  <c:v>303.89999999999998</c:v>
                </c:pt>
                <c:pt idx="7300">
                  <c:v>134.29</c:v>
                </c:pt>
                <c:pt idx="7301">
                  <c:v>283.08999999999997</c:v>
                </c:pt>
                <c:pt idx="7302">
                  <c:v>70.989999999999995</c:v>
                </c:pt>
                <c:pt idx="7303">
                  <c:v>551.64</c:v>
                </c:pt>
                <c:pt idx="7304">
                  <c:v>489.59</c:v>
                </c:pt>
                <c:pt idx="7305">
                  <c:v>257.68</c:v>
                </c:pt>
                <c:pt idx="7306">
                  <c:v>162.09</c:v>
                </c:pt>
                <c:pt idx="7307">
                  <c:v>268.37</c:v>
                </c:pt>
                <c:pt idx="7308">
                  <c:v>107.48</c:v>
                </c:pt>
                <c:pt idx="7309">
                  <c:v>67.290000000000006</c:v>
                </c:pt>
                <c:pt idx="7310">
                  <c:v>128.97</c:v>
                </c:pt>
                <c:pt idx="7311">
                  <c:v>107.48</c:v>
                </c:pt>
                <c:pt idx="7312">
                  <c:v>151.97</c:v>
                </c:pt>
                <c:pt idx="7313">
                  <c:v>93.38</c:v>
                </c:pt>
                <c:pt idx="7314">
                  <c:v>220.96</c:v>
                </c:pt>
                <c:pt idx="7315">
                  <c:v>127.47</c:v>
                </c:pt>
                <c:pt idx="7316">
                  <c:v>154.97</c:v>
                </c:pt>
                <c:pt idx="7317">
                  <c:v>67.489999999999995</c:v>
                </c:pt>
                <c:pt idx="7318">
                  <c:v>67.489999999999995</c:v>
                </c:pt>
                <c:pt idx="7319">
                  <c:v>120.19</c:v>
                </c:pt>
                <c:pt idx="7320">
                  <c:v>107.48</c:v>
                </c:pt>
                <c:pt idx="7321">
                  <c:v>159.47</c:v>
                </c:pt>
                <c:pt idx="7322">
                  <c:v>148.96</c:v>
                </c:pt>
                <c:pt idx="7323">
                  <c:v>98.94</c:v>
                </c:pt>
                <c:pt idx="7324">
                  <c:v>67.489999999999995</c:v>
                </c:pt>
                <c:pt idx="7325">
                  <c:v>67.489999999999995</c:v>
                </c:pt>
                <c:pt idx="7326">
                  <c:v>96.11</c:v>
                </c:pt>
                <c:pt idx="7327">
                  <c:v>67.489999999999995</c:v>
                </c:pt>
                <c:pt idx="7328">
                  <c:v>155.27000000000001</c:v>
                </c:pt>
                <c:pt idx="7329">
                  <c:v>67.489999999999995</c:v>
                </c:pt>
                <c:pt idx="7330">
                  <c:v>108.98</c:v>
                </c:pt>
                <c:pt idx="7331">
                  <c:v>107.48</c:v>
                </c:pt>
                <c:pt idx="7332">
                  <c:v>108.98</c:v>
                </c:pt>
                <c:pt idx="7333">
                  <c:v>168.96</c:v>
                </c:pt>
                <c:pt idx="7334">
                  <c:v>107.48</c:v>
                </c:pt>
                <c:pt idx="7335">
                  <c:v>116.39</c:v>
                </c:pt>
                <c:pt idx="7336">
                  <c:v>168.84</c:v>
                </c:pt>
                <c:pt idx="7337">
                  <c:v>121.98</c:v>
                </c:pt>
                <c:pt idx="7338">
                  <c:v>165.57</c:v>
                </c:pt>
                <c:pt idx="7339">
                  <c:v>79.98</c:v>
                </c:pt>
                <c:pt idx="7340">
                  <c:v>110.43</c:v>
                </c:pt>
                <c:pt idx="7341">
                  <c:v>168.14</c:v>
                </c:pt>
                <c:pt idx="7342">
                  <c:v>198.73</c:v>
                </c:pt>
                <c:pt idx="7343">
                  <c:v>105.04</c:v>
                </c:pt>
                <c:pt idx="7344">
                  <c:v>144.77000000000001</c:v>
                </c:pt>
                <c:pt idx="7345">
                  <c:v>125.38</c:v>
                </c:pt>
                <c:pt idx="7346">
                  <c:v>183.97</c:v>
                </c:pt>
                <c:pt idx="7347">
                  <c:v>90.27</c:v>
                </c:pt>
                <c:pt idx="7348">
                  <c:v>122.27</c:v>
                </c:pt>
                <c:pt idx="7349">
                  <c:v>104.52</c:v>
                </c:pt>
                <c:pt idx="7350">
                  <c:v>84.99</c:v>
                </c:pt>
                <c:pt idx="7351">
                  <c:v>146.97</c:v>
                </c:pt>
                <c:pt idx="7352">
                  <c:v>84.99</c:v>
                </c:pt>
                <c:pt idx="7353">
                  <c:v>129.44999999999999</c:v>
                </c:pt>
                <c:pt idx="7354">
                  <c:v>154.46</c:v>
                </c:pt>
                <c:pt idx="7355">
                  <c:v>121.98</c:v>
                </c:pt>
                <c:pt idx="7356">
                  <c:v>84.99</c:v>
                </c:pt>
                <c:pt idx="7357">
                  <c:v>131.97999999999999</c:v>
                </c:pt>
                <c:pt idx="7358">
                  <c:v>169.98</c:v>
                </c:pt>
                <c:pt idx="7359">
                  <c:v>184.97</c:v>
                </c:pt>
                <c:pt idx="7360">
                  <c:v>155.28</c:v>
                </c:pt>
                <c:pt idx="7361">
                  <c:v>83.48</c:v>
                </c:pt>
                <c:pt idx="7362">
                  <c:v>184.97</c:v>
                </c:pt>
                <c:pt idx="7363">
                  <c:v>154.97999999999999</c:v>
                </c:pt>
                <c:pt idx="7364">
                  <c:v>69.989999999999995</c:v>
                </c:pt>
                <c:pt idx="7365">
                  <c:v>80.98</c:v>
                </c:pt>
                <c:pt idx="7366">
                  <c:v>131.97999999999999</c:v>
                </c:pt>
                <c:pt idx="7367">
                  <c:v>169.98</c:v>
                </c:pt>
                <c:pt idx="7368">
                  <c:v>99.98</c:v>
                </c:pt>
                <c:pt idx="7369">
                  <c:v>169.98</c:v>
                </c:pt>
                <c:pt idx="7370">
                  <c:v>692.91</c:v>
                </c:pt>
                <c:pt idx="7371">
                  <c:v>849.9</c:v>
                </c:pt>
                <c:pt idx="7372">
                  <c:v>679.92</c:v>
                </c:pt>
                <c:pt idx="7373">
                  <c:v>502.92</c:v>
                </c:pt>
                <c:pt idx="7374">
                  <c:v>682.02</c:v>
                </c:pt>
                <c:pt idx="7375">
                  <c:v>509.94</c:v>
                </c:pt>
                <c:pt idx="7376">
                  <c:v>50.98</c:v>
                </c:pt>
                <c:pt idx="7377">
                  <c:v>89.47</c:v>
                </c:pt>
                <c:pt idx="7378">
                  <c:v>52.98</c:v>
                </c:pt>
                <c:pt idx="7379">
                  <c:v>65.989999999999995</c:v>
                </c:pt>
                <c:pt idx="7380">
                  <c:v>87.97</c:v>
                </c:pt>
                <c:pt idx="7381">
                  <c:v>87.97</c:v>
                </c:pt>
                <c:pt idx="7382">
                  <c:v>65.989999999999995</c:v>
                </c:pt>
                <c:pt idx="7383">
                  <c:v>65.989999999999995</c:v>
                </c:pt>
                <c:pt idx="7384">
                  <c:v>87.97</c:v>
                </c:pt>
                <c:pt idx="7385">
                  <c:v>65.989999999999995</c:v>
                </c:pt>
                <c:pt idx="7386">
                  <c:v>75.97</c:v>
                </c:pt>
                <c:pt idx="7387">
                  <c:v>99.95</c:v>
                </c:pt>
                <c:pt idx="7388">
                  <c:v>50.98</c:v>
                </c:pt>
                <c:pt idx="7389">
                  <c:v>65.989999999999995</c:v>
                </c:pt>
                <c:pt idx="7390">
                  <c:v>49.98</c:v>
                </c:pt>
                <c:pt idx="7391">
                  <c:v>65.989999999999995</c:v>
                </c:pt>
                <c:pt idx="7392">
                  <c:v>57.49</c:v>
                </c:pt>
                <c:pt idx="7393">
                  <c:v>87.97</c:v>
                </c:pt>
                <c:pt idx="7394">
                  <c:v>41.49</c:v>
                </c:pt>
                <c:pt idx="7395">
                  <c:v>131.97999999999999</c:v>
                </c:pt>
                <c:pt idx="7396">
                  <c:v>76.98</c:v>
                </c:pt>
                <c:pt idx="7397">
                  <c:v>131.97999999999999</c:v>
                </c:pt>
                <c:pt idx="7398">
                  <c:v>65.989999999999995</c:v>
                </c:pt>
                <c:pt idx="7399">
                  <c:v>65.989999999999995</c:v>
                </c:pt>
                <c:pt idx="7400">
                  <c:v>64.48</c:v>
                </c:pt>
                <c:pt idx="7401">
                  <c:v>67.489999999999995</c:v>
                </c:pt>
                <c:pt idx="7402">
                  <c:v>76.98</c:v>
                </c:pt>
                <c:pt idx="7403">
                  <c:v>78.98</c:v>
                </c:pt>
                <c:pt idx="7404">
                  <c:v>56.99</c:v>
                </c:pt>
                <c:pt idx="7405">
                  <c:v>77.849999999999994</c:v>
                </c:pt>
                <c:pt idx="7406">
                  <c:v>64.98</c:v>
                </c:pt>
                <c:pt idx="7407">
                  <c:v>65.989999999999995</c:v>
                </c:pt>
                <c:pt idx="7408">
                  <c:v>65.989999999999995</c:v>
                </c:pt>
                <c:pt idx="7409">
                  <c:v>56.09</c:v>
                </c:pt>
                <c:pt idx="7410">
                  <c:v>67.489999999999995</c:v>
                </c:pt>
                <c:pt idx="7411">
                  <c:v>123.22</c:v>
                </c:pt>
                <c:pt idx="7412">
                  <c:v>76.98</c:v>
                </c:pt>
                <c:pt idx="7413">
                  <c:v>65.989999999999995</c:v>
                </c:pt>
                <c:pt idx="7414">
                  <c:v>78.98</c:v>
                </c:pt>
                <c:pt idx="7415">
                  <c:v>65.989999999999995</c:v>
                </c:pt>
                <c:pt idx="7416">
                  <c:v>57.97</c:v>
                </c:pt>
                <c:pt idx="7417">
                  <c:v>65.989999999999995</c:v>
                </c:pt>
                <c:pt idx="7418">
                  <c:v>71.98</c:v>
                </c:pt>
                <c:pt idx="7419">
                  <c:v>41.49</c:v>
                </c:pt>
                <c:pt idx="7420">
                  <c:v>76.98</c:v>
                </c:pt>
                <c:pt idx="7421">
                  <c:v>-45.2</c:v>
                </c:pt>
                <c:pt idx="7422">
                  <c:v>152.76</c:v>
                </c:pt>
                <c:pt idx="7423">
                  <c:v>152.97999999999999</c:v>
                </c:pt>
                <c:pt idx="7424">
                  <c:v>201.15</c:v>
                </c:pt>
                <c:pt idx="7425">
                  <c:v>275.95999999999998</c:v>
                </c:pt>
                <c:pt idx="7426">
                  <c:v>167.63</c:v>
                </c:pt>
                <c:pt idx="7427">
                  <c:v>217.88</c:v>
                </c:pt>
                <c:pt idx="7428">
                  <c:v>156.78</c:v>
                </c:pt>
                <c:pt idx="7429">
                  <c:v>-127.63</c:v>
                </c:pt>
                <c:pt idx="7430">
                  <c:v>274.91000000000003</c:v>
                </c:pt>
                <c:pt idx="7431">
                  <c:v>169.98</c:v>
                </c:pt>
                <c:pt idx="7432">
                  <c:v>178.47</c:v>
                </c:pt>
                <c:pt idx="7433">
                  <c:v>85.46</c:v>
                </c:pt>
                <c:pt idx="7434">
                  <c:v>84.99</c:v>
                </c:pt>
                <c:pt idx="7435">
                  <c:v>212.83</c:v>
                </c:pt>
                <c:pt idx="7436">
                  <c:v>220.94</c:v>
                </c:pt>
                <c:pt idx="7437">
                  <c:v>120.18</c:v>
                </c:pt>
                <c:pt idx="7438">
                  <c:v>167.8</c:v>
                </c:pt>
                <c:pt idx="7439">
                  <c:v>131.97999999999999</c:v>
                </c:pt>
                <c:pt idx="7440">
                  <c:v>131.08000000000001</c:v>
                </c:pt>
                <c:pt idx="7441">
                  <c:v>148.88</c:v>
                </c:pt>
                <c:pt idx="7442">
                  <c:v>184.97</c:v>
                </c:pt>
                <c:pt idx="7443">
                  <c:v>188.59</c:v>
                </c:pt>
                <c:pt idx="7444">
                  <c:v>84.99</c:v>
                </c:pt>
                <c:pt idx="7445">
                  <c:v>152.97999999999999</c:v>
                </c:pt>
                <c:pt idx="7446">
                  <c:v>129.4</c:v>
                </c:pt>
                <c:pt idx="7447">
                  <c:v>145.97</c:v>
                </c:pt>
                <c:pt idx="7448">
                  <c:v>118.98</c:v>
                </c:pt>
                <c:pt idx="7449">
                  <c:v>131.97999999999999</c:v>
                </c:pt>
                <c:pt idx="7450">
                  <c:v>121.98</c:v>
                </c:pt>
                <c:pt idx="7451">
                  <c:v>134.97999999999999</c:v>
                </c:pt>
                <c:pt idx="7452">
                  <c:v>125.35</c:v>
                </c:pt>
                <c:pt idx="7453">
                  <c:v>75.36</c:v>
                </c:pt>
                <c:pt idx="7454">
                  <c:v>169.98</c:v>
                </c:pt>
                <c:pt idx="7455">
                  <c:v>169.98</c:v>
                </c:pt>
                <c:pt idx="7456">
                  <c:v>181.29</c:v>
                </c:pt>
                <c:pt idx="7457">
                  <c:v>123.56</c:v>
                </c:pt>
                <c:pt idx="7458">
                  <c:v>85.98</c:v>
                </c:pt>
                <c:pt idx="7459">
                  <c:v>159.91</c:v>
                </c:pt>
                <c:pt idx="7460">
                  <c:v>169.98</c:v>
                </c:pt>
                <c:pt idx="7461">
                  <c:v>135.80000000000001</c:v>
                </c:pt>
                <c:pt idx="7462">
                  <c:v>189.93</c:v>
                </c:pt>
                <c:pt idx="7463">
                  <c:v>103.18</c:v>
                </c:pt>
                <c:pt idx="7464">
                  <c:v>134.97999999999999</c:v>
                </c:pt>
                <c:pt idx="7465">
                  <c:v>170.97</c:v>
                </c:pt>
                <c:pt idx="7466">
                  <c:v>169.98</c:v>
                </c:pt>
                <c:pt idx="7467">
                  <c:v>114.73</c:v>
                </c:pt>
                <c:pt idx="7468">
                  <c:v>171.48</c:v>
                </c:pt>
                <c:pt idx="7469">
                  <c:v>163.16</c:v>
                </c:pt>
                <c:pt idx="7470">
                  <c:v>171.27</c:v>
                </c:pt>
                <c:pt idx="7471">
                  <c:v>157.47</c:v>
                </c:pt>
                <c:pt idx="7472">
                  <c:v>159.97999999999999</c:v>
                </c:pt>
                <c:pt idx="7473">
                  <c:v>114.73</c:v>
                </c:pt>
                <c:pt idx="7474">
                  <c:v>169.98</c:v>
                </c:pt>
                <c:pt idx="7475">
                  <c:v>214.97</c:v>
                </c:pt>
                <c:pt idx="7476">
                  <c:v>214.97</c:v>
                </c:pt>
                <c:pt idx="7477">
                  <c:v>113.98</c:v>
                </c:pt>
                <c:pt idx="7478">
                  <c:v>131.97999999999999</c:v>
                </c:pt>
                <c:pt idx="7479">
                  <c:v>171.97</c:v>
                </c:pt>
                <c:pt idx="7480">
                  <c:v>37.99</c:v>
                </c:pt>
                <c:pt idx="7481">
                  <c:v>84.99</c:v>
                </c:pt>
                <c:pt idx="7482">
                  <c:v>84.99</c:v>
                </c:pt>
                <c:pt idx="7483">
                  <c:v>84.99</c:v>
                </c:pt>
                <c:pt idx="7484">
                  <c:v>84.99</c:v>
                </c:pt>
                <c:pt idx="7485">
                  <c:v>84.99</c:v>
                </c:pt>
                <c:pt idx="7486">
                  <c:v>37.479999999999997</c:v>
                </c:pt>
                <c:pt idx="7487">
                  <c:v>84.99</c:v>
                </c:pt>
                <c:pt idx="7488">
                  <c:v>68.17</c:v>
                </c:pt>
                <c:pt idx="7489">
                  <c:v>68.17</c:v>
                </c:pt>
                <c:pt idx="7490">
                  <c:v>169.98</c:v>
                </c:pt>
                <c:pt idx="7491">
                  <c:v>113.98</c:v>
                </c:pt>
                <c:pt idx="7492">
                  <c:v>137.97999999999999</c:v>
                </c:pt>
                <c:pt idx="7493">
                  <c:v>55.98</c:v>
                </c:pt>
                <c:pt idx="7494">
                  <c:v>169.98</c:v>
                </c:pt>
                <c:pt idx="7495">
                  <c:v>84.99</c:v>
                </c:pt>
                <c:pt idx="7496">
                  <c:v>169.98</c:v>
                </c:pt>
                <c:pt idx="7497">
                  <c:v>84.99</c:v>
                </c:pt>
                <c:pt idx="7498">
                  <c:v>134.97999999999999</c:v>
                </c:pt>
                <c:pt idx="7499">
                  <c:v>131.97999999999999</c:v>
                </c:pt>
                <c:pt idx="7500">
                  <c:v>84.99</c:v>
                </c:pt>
                <c:pt idx="7501">
                  <c:v>134.97999999999999</c:v>
                </c:pt>
                <c:pt idx="7502">
                  <c:v>193.16</c:v>
                </c:pt>
                <c:pt idx="7503">
                  <c:v>137.97999999999999</c:v>
                </c:pt>
                <c:pt idx="7504">
                  <c:v>171.97</c:v>
                </c:pt>
                <c:pt idx="7505">
                  <c:v>84.99</c:v>
                </c:pt>
                <c:pt idx="7506">
                  <c:v>55.98</c:v>
                </c:pt>
                <c:pt idx="7507">
                  <c:v>84.99</c:v>
                </c:pt>
                <c:pt idx="7508">
                  <c:v>197.97</c:v>
                </c:pt>
                <c:pt idx="7509">
                  <c:v>37.479999999999997</c:v>
                </c:pt>
                <c:pt idx="7510">
                  <c:v>84.99</c:v>
                </c:pt>
                <c:pt idx="7511">
                  <c:v>197.97</c:v>
                </c:pt>
                <c:pt idx="7512">
                  <c:v>169.98</c:v>
                </c:pt>
                <c:pt idx="7513">
                  <c:v>84.99</c:v>
                </c:pt>
                <c:pt idx="7514">
                  <c:v>37.99</c:v>
                </c:pt>
                <c:pt idx="7515">
                  <c:v>169.98</c:v>
                </c:pt>
                <c:pt idx="7516">
                  <c:v>193.16</c:v>
                </c:pt>
                <c:pt idx="7517">
                  <c:v>84.99</c:v>
                </c:pt>
                <c:pt idx="7518">
                  <c:v>178.17</c:v>
                </c:pt>
                <c:pt idx="7519">
                  <c:v>298.94</c:v>
                </c:pt>
                <c:pt idx="7520">
                  <c:v>163.05000000000001</c:v>
                </c:pt>
                <c:pt idx="7521">
                  <c:v>65.989999999999995</c:v>
                </c:pt>
                <c:pt idx="7522">
                  <c:v>94.97</c:v>
                </c:pt>
                <c:pt idx="7523">
                  <c:v>237.56</c:v>
                </c:pt>
                <c:pt idx="7524">
                  <c:v>253.27</c:v>
                </c:pt>
                <c:pt idx="7525">
                  <c:v>178.17</c:v>
                </c:pt>
                <c:pt idx="7526">
                  <c:v>252.74</c:v>
                </c:pt>
                <c:pt idx="7527">
                  <c:v>151.97999999999999</c:v>
                </c:pt>
                <c:pt idx="7528">
                  <c:v>199.95</c:v>
                </c:pt>
                <c:pt idx="7529">
                  <c:v>237.56</c:v>
                </c:pt>
                <c:pt idx="7530">
                  <c:v>237.56</c:v>
                </c:pt>
                <c:pt idx="7531">
                  <c:v>394.58</c:v>
                </c:pt>
                <c:pt idx="7532">
                  <c:v>336.21</c:v>
                </c:pt>
                <c:pt idx="7533">
                  <c:v>192.87</c:v>
                </c:pt>
                <c:pt idx="7534">
                  <c:v>254.97</c:v>
                </c:pt>
                <c:pt idx="7535">
                  <c:v>168</c:v>
                </c:pt>
                <c:pt idx="7536">
                  <c:v>191.71</c:v>
                </c:pt>
                <c:pt idx="7537">
                  <c:v>163.84</c:v>
                </c:pt>
                <c:pt idx="7538">
                  <c:v>131.97999999999999</c:v>
                </c:pt>
                <c:pt idx="7539">
                  <c:v>424.95</c:v>
                </c:pt>
                <c:pt idx="7540">
                  <c:v>252.42</c:v>
                </c:pt>
                <c:pt idx="7541">
                  <c:v>269.95</c:v>
                </c:pt>
                <c:pt idx="7542">
                  <c:v>243.32</c:v>
                </c:pt>
                <c:pt idx="7543">
                  <c:v>252.42</c:v>
                </c:pt>
                <c:pt idx="7544">
                  <c:v>194.01</c:v>
                </c:pt>
                <c:pt idx="7545">
                  <c:v>178.17</c:v>
                </c:pt>
                <c:pt idx="7546">
                  <c:v>168.3</c:v>
                </c:pt>
                <c:pt idx="7547">
                  <c:v>169.98</c:v>
                </c:pt>
                <c:pt idx="7548">
                  <c:v>216.95</c:v>
                </c:pt>
                <c:pt idx="7549">
                  <c:v>124.97</c:v>
                </c:pt>
                <c:pt idx="7550">
                  <c:v>254.97</c:v>
                </c:pt>
                <c:pt idx="7551">
                  <c:v>169.98</c:v>
                </c:pt>
                <c:pt idx="7552">
                  <c:v>-84.99</c:v>
                </c:pt>
                <c:pt idx="7553">
                  <c:v>247.4</c:v>
                </c:pt>
                <c:pt idx="7554">
                  <c:v>249.95</c:v>
                </c:pt>
                <c:pt idx="7555">
                  <c:v>131.97</c:v>
                </c:pt>
                <c:pt idx="7556">
                  <c:v>67.489999999999995</c:v>
                </c:pt>
                <c:pt idx="7557">
                  <c:v>80.38</c:v>
                </c:pt>
                <c:pt idx="7558">
                  <c:v>80.5</c:v>
                </c:pt>
                <c:pt idx="7559">
                  <c:v>65.33</c:v>
                </c:pt>
                <c:pt idx="7560">
                  <c:v>65.989999999999995</c:v>
                </c:pt>
                <c:pt idx="7561">
                  <c:v>65.180000000000007</c:v>
                </c:pt>
                <c:pt idx="7562">
                  <c:v>83.98</c:v>
                </c:pt>
                <c:pt idx="7563">
                  <c:v>65.989999999999995</c:v>
                </c:pt>
                <c:pt idx="7564">
                  <c:v>110.34</c:v>
                </c:pt>
                <c:pt idx="7565">
                  <c:v>126.01</c:v>
                </c:pt>
                <c:pt idx="7566">
                  <c:v>65.989999999999995</c:v>
                </c:pt>
                <c:pt idx="7567">
                  <c:v>141.54</c:v>
                </c:pt>
                <c:pt idx="7568">
                  <c:v>65.33</c:v>
                </c:pt>
                <c:pt idx="7569">
                  <c:v>65.33</c:v>
                </c:pt>
                <c:pt idx="7570">
                  <c:v>65.989999999999995</c:v>
                </c:pt>
                <c:pt idx="7571">
                  <c:v>89.98</c:v>
                </c:pt>
                <c:pt idx="7572">
                  <c:v>65.33</c:v>
                </c:pt>
                <c:pt idx="7573">
                  <c:v>130.15</c:v>
                </c:pt>
                <c:pt idx="7574">
                  <c:v>65.33</c:v>
                </c:pt>
                <c:pt idx="7575">
                  <c:v>65.33</c:v>
                </c:pt>
                <c:pt idx="7576">
                  <c:v>130.66</c:v>
                </c:pt>
                <c:pt idx="7577">
                  <c:v>64.88</c:v>
                </c:pt>
                <c:pt idx="7578">
                  <c:v>79.84</c:v>
                </c:pt>
                <c:pt idx="7579">
                  <c:v>121.17</c:v>
                </c:pt>
                <c:pt idx="7580">
                  <c:v>50.66</c:v>
                </c:pt>
                <c:pt idx="7581">
                  <c:v>65.33</c:v>
                </c:pt>
                <c:pt idx="7582">
                  <c:v>65.2</c:v>
                </c:pt>
                <c:pt idx="7583">
                  <c:v>65.33</c:v>
                </c:pt>
                <c:pt idx="7584">
                  <c:v>131.32</c:v>
                </c:pt>
                <c:pt idx="7585">
                  <c:v>65.33</c:v>
                </c:pt>
                <c:pt idx="7586">
                  <c:v>83.32</c:v>
                </c:pt>
                <c:pt idx="7587">
                  <c:v>78.31</c:v>
                </c:pt>
                <c:pt idx="7588">
                  <c:v>65.989999999999995</c:v>
                </c:pt>
                <c:pt idx="7589">
                  <c:v>65.33</c:v>
                </c:pt>
                <c:pt idx="7590">
                  <c:v>400.92</c:v>
                </c:pt>
                <c:pt idx="7591">
                  <c:v>454.93</c:v>
                </c:pt>
                <c:pt idx="7592">
                  <c:v>71.09</c:v>
                </c:pt>
                <c:pt idx="7593">
                  <c:v>359.93</c:v>
                </c:pt>
                <c:pt idx="7594">
                  <c:v>395.94</c:v>
                </c:pt>
                <c:pt idx="7595">
                  <c:v>425.92</c:v>
                </c:pt>
                <c:pt idx="7596">
                  <c:v>64.989999999999995</c:v>
                </c:pt>
                <c:pt idx="7597">
                  <c:v>514.91999999999996</c:v>
                </c:pt>
                <c:pt idx="7598">
                  <c:v>471.69</c:v>
                </c:pt>
                <c:pt idx="7599">
                  <c:v>292.93</c:v>
                </c:pt>
                <c:pt idx="7600">
                  <c:v>429.9</c:v>
                </c:pt>
                <c:pt idx="7601">
                  <c:v>291.52999999999997</c:v>
                </c:pt>
                <c:pt idx="7602">
                  <c:v>336.55</c:v>
                </c:pt>
                <c:pt idx="7603">
                  <c:v>584.89</c:v>
                </c:pt>
                <c:pt idx="7604">
                  <c:v>227.95</c:v>
                </c:pt>
                <c:pt idx="7605">
                  <c:v>363.3</c:v>
                </c:pt>
                <c:pt idx="7606">
                  <c:v>388.91</c:v>
                </c:pt>
                <c:pt idx="7607">
                  <c:v>95.97</c:v>
                </c:pt>
                <c:pt idx="7608">
                  <c:v>271.92</c:v>
                </c:pt>
                <c:pt idx="7609">
                  <c:v>235.92</c:v>
                </c:pt>
                <c:pt idx="7610">
                  <c:v>313.89999999999998</c:v>
                </c:pt>
                <c:pt idx="7611">
                  <c:v>212.92</c:v>
                </c:pt>
                <c:pt idx="7612">
                  <c:v>175.95</c:v>
                </c:pt>
                <c:pt idx="7613">
                  <c:v>314.61</c:v>
                </c:pt>
                <c:pt idx="7614">
                  <c:v>207.91</c:v>
                </c:pt>
                <c:pt idx="7615">
                  <c:v>231.94</c:v>
                </c:pt>
                <c:pt idx="7616">
                  <c:v>195.95</c:v>
                </c:pt>
                <c:pt idx="7617">
                  <c:v>290.94</c:v>
                </c:pt>
                <c:pt idx="7618">
                  <c:v>194.35</c:v>
                </c:pt>
                <c:pt idx="7619">
                  <c:v>217.96</c:v>
                </c:pt>
                <c:pt idx="7620">
                  <c:v>242.94</c:v>
                </c:pt>
                <c:pt idx="7621">
                  <c:v>277.91000000000003</c:v>
                </c:pt>
                <c:pt idx="7622">
                  <c:v>241.94</c:v>
                </c:pt>
                <c:pt idx="7623">
                  <c:v>308.91000000000003</c:v>
                </c:pt>
                <c:pt idx="7624">
                  <c:v>146.19999999999999</c:v>
                </c:pt>
                <c:pt idx="7625">
                  <c:v>234.95</c:v>
                </c:pt>
                <c:pt idx="7626">
                  <c:v>245.44</c:v>
                </c:pt>
                <c:pt idx="7627">
                  <c:v>82.77</c:v>
                </c:pt>
                <c:pt idx="7628">
                  <c:v>199.54</c:v>
                </c:pt>
                <c:pt idx="7629">
                  <c:v>146.96</c:v>
                </c:pt>
                <c:pt idx="7630">
                  <c:v>200.69</c:v>
                </c:pt>
                <c:pt idx="7631">
                  <c:v>59.96</c:v>
                </c:pt>
                <c:pt idx="7632">
                  <c:v>285.89999999999998</c:v>
                </c:pt>
                <c:pt idx="7633">
                  <c:v>163.95</c:v>
                </c:pt>
                <c:pt idx="7634">
                  <c:v>199.96</c:v>
                </c:pt>
                <c:pt idx="7635">
                  <c:v>232.91</c:v>
                </c:pt>
                <c:pt idx="7636">
                  <c:v>189.94</c:v>
                </c:pt>
                <c:pt idx="7637">
                  <c:v>161.96</c:v>
                </c:pt>
                <c:pt idx="7638">
                  <c:v>73.48</c:v>
                </c:pt>
                <c:pt idx="7639">
                  <c:v>179.94</c:v>
                </c:pt>
                <c:pt idx="7640">
                  <c:v>176.95</c:v>
                </c:pt>
                <c:pt idx="7641">
                  <c:v>169.98</c:v>
                </c:pt>
                <c:pt idx="7642">
                  <c:v>73.06</c:v>
                </c:pt>
                <c:pt idx="7643">
                  <c:v>84.99</c:v>
                </c:pt>
                <c:pt idx="7644">
                  <c:v>135.96</c:v>
                </c:pt>
                <c:pt idx="7645">
                  <c:v>84.99</c:v>
                </c:pt>
                <c:pt idx="7646">
                  <c:v>110.18</c:v>
                </c:pt>
                <c:pt idx="7647">
                  <c:v>68.989999999999995</c:v>
                </c:pt>
                <c:pt idx="7648">
                  <c:v>115.97</c:v>
                </c:pt>
                <c:pt idx="7649">
                  <c:v>49.99</c:v>
                </c:pt>
                <c:pt idx="7650">
                  <c:v>84.99</c:v>
                </c:pt>
                <c:pt idx="7651">
                  <c:v>135.96</c:v>
                </c:pt>
                <c:pt idx="7652">
                  <c:v>65.989999999999995</c:v>
                </c:pt>
                <c:pt idx="7653">
                  <c:v>78.98</c:v>
                </c:pt>
                <c:pt idx="7654">
                  <c:v>84.99</c:v>
                </c:pt>
                <c:pt idx="7655">
                  <c:v>84.99</c:v>
                </c:pt>
                <c:pt idx="7656">
                  <c:v>135.96</c:v>
                </c:pt>
                <c:pt idx="7657">
                  <c:v>110.97</c:v>
                </c:pt>
                <c:pt idx="7658">
                  <c:v>101.07</c:v>
                </c:pt>
                <c:pt idx="7659">
                  <c:v>50.97</c:v>
                </c:pt>
                <c:pt idx="7660">
                  <c:v>84.99</c:v>
                </c:pt>
                <c:pt idx="7661">
                  <c:v>65.989999999999995</c:v>
                </c:pt>
                <c:pt idx="7662">
                  <c:v>78.98</c:v>
                </c:pt>
                <c:pt idx="7663">
                  <c:v>110.97</c:v>
                </c:pt>
                <c:pt idx="7664">
                  <c:v>97.98</c:v>
                </c:pt>
                <c:pt idx="7665">
                  <c:v>99.98</c:v>
                </c:pt>
                <c:pt idx="7666">
                  <c:v>110.97</c:v>
                </c:pt>
                <c:pt idx="7667">
                  <c:v>65.989999999999995</c:v>
                </c:pt>
                <c:pt idx="7668">
                  <c:v>65.989999999999995</c:v>
                </c:pt>
                <c:pt idx="7669">
                  <c:v>93.67</c:v>
                </c:pt>
                <c:pt idx="7670">
                  <c:v>84.99</c:v>
                </c:pt>
                <c:pt idx="7671">
                  <c:v>157.96</c:v>
                </c:pt>
                <c:pt idx="7672">
                  <c:v>200.96</c:v>
                </c:pt>
                <c:pt idx="7673">
                  <c:v>205.96</c:v>
                </c:pt>
                <c:pt idx="7674">
                  <c:v>134.97</c:v>
                </c:pt>
                <c:pt idx="7675">
                  <c:v>171.88</c:v>
                </c:pt>
                <c:pt idx="7676">
                  <c:v>187.97</c:v>
                </c:pt>
                <c:pt idx="7677">
                  <c:v>182.31</c:v>
                </c:pt>
                <c:pt idx="7678">
                  <c:v>171.28</c:v>
                </c:pt>
                <c:pt idx="7679">
                  <c:v>157.96</c:v>
                </c:pt>
                <c:pt idx="7680">
                  <c:v>84.99</c:v>
                </c:pt>
                <c:pt idx="7681">
                  <c:v>111.16</c:v>
                </c:pt>
                <c:pt idx="7682">
                  <c:v>180.24</c:v>
                </c:pt>
                <c:pt idx="7683">
                  <c:v>85.97</c:v>
                </c:pt>
                <c:pt idx="7684">
                  <c:v>187.97</c:v>
                </c:pt>
                <c:pt idx="7685">
                  <c:v>167.97</c:v>
                </c:pt>
                <c:pt idx="7686">
                  <c:v>157.96</c:v>
                </c:pt>
                <c:pt idx="7687">
                  <c:v>169.98</c:v>
                </c:pt>
                <c:pt idx="7688">
                  <c:v>179.1</c:v>
                </c:pt>
                <c:pt idx="7689">
                  <c:v>169.98</c:v>
                </c:pt>
                <c:pt idx="7690">
                  <c:v>84.99</c:v>
                </c:pt>
                <c:pt idx="7691">
                  <c:v>209.74</c:v>
                </c:pt>
                <c:pt idx="7692">
                  <c:v>169.98</c:v>
                </c:pt>
                <c:pt idx="7693">
                  <c:v>262.29000000000002</c:v>
                </c:pt>
                <c:pt idx="7694">
                  <c:v>84.99</c:v>
                </c:pt>
                <c:pt idx="7695">
                  <c:v>157.43</c:v>
                </c:pt>
                <c:pt idx="7696">
                  <c:v>89.98</c:v>
                </c:pt>
                <c:pt idx="7697">
                  <c:v>266.95</c:v>
                </c:pt>
                <c:pt idx="7698">
                  <c:v>84.99</c:v>
                </c:pt>
                <c:pt idx="7699">
                  <c:v>163.74</c:v>
                </c:pt>
                <c:pt idx="7700">
                  <c:v>188.97</c:v>
                </c:pt>
                <c:pt idx="7701">
                  <c:v>169.98</c:v>
                </c:pt>
                <c:pt idx="7702">
                  <c:v>89.98</c:v>
                </c:pt>
                <c:pt idx="7703">
                  <c:v>131.97999999999999</c:v>
                </c:pt>
                <c:pt idx="7704">
                  <c:v>214.97</c:v>
                </c:pt>
                <c:pt idx="7705">
                  <c:v>169.98</c:v>
                </c:pt>
                <c:pt idx="7706">
                  <c:v>139.72999999999999</c:v>
                </c:pt>
                <c:pt idx="7707">
                  <c:v>169.98</c:v>
                </c:pt>
                <c:pt idx="7708">
                  <c:v>176.43</c:v>
                </c:pt>
                <c:pt idx="7709">
                  <c:v>169.98</c:v>
                </c:pt>
                <c:pt idx="7710">
                  <c:v>254.97</c:v>
                </c:pt>
                <c:pt idx="7711">
                  <c:v>129.97999999999999</c:v>
                </c:pt>
                <c:pt idx="7712">
                  <c:v>-1.5</c:v>
                </c:pt>
                <c:pt idx="7713">
                  <c:v>131.97999999999999</c:v>
                </c:pt>
                <c:pt idx="7714">
                  <c:v>75.989999999999995</c:v>
                </c:pt>
                <c:pt idx="7715">
                  <c:v>169.98</c:v>
                </c:pt>
                <c:pt idx="7716">
                  <c:v>131.97999999999999</c:v>
                </c:pt>
                <c:pt idx="7717">
                  <c:v>-70.739999999999995</c:v>
                </c:pt>
                <c:pt idx="7718">
                  <c:v>118.97</c:v>
                </c:pt>
                <c:pt idx="7719">
                  <c:v>225.58</c:v>
                </c:pt>
                <c:pt idx="7720">
                  <c:v>84.99</c:v>
                </c:pt>
                <c:pt idx="7721">
                  <c:v>76.989999999999995</c:v>
                </c:pt>
                <c:pt idx="7722">
                  <c:v>70.739999999999995</c:v>
                </c:pt>
                <c:pt idx="7723">
                  <c:v>29.48</c:v>
                </c:pt>
                <c:pt idx="7724">
                  <c:v>89.98</c:v>
                </c:pt>
                <c:pt idx="7725">
                  <c:v>189.71</c:v>
                </c:pt>
                <c:pt idx="7726">
                  <c:v>89.98</c:v>
                </c:pt>
                <c:pt idx="7727">
                  <c:v>139.97999999999999</c:v>
                </c:pt>
                <c:pt idx="7728">
                  <c:v>68.989999999999995</c:v>
                </c:pt>
                <c:pt idx="7729">
                  <c:v>131.97999999999999</c:v>
                </c:pt>
                <c:pt idx="7730">
                  <c:v>164.88</c:v>
                </c:pt>
                <c:pt idx="7731">
                  <c:v>169.98</c:v>
                </c:pt>
                <c:pt idx="7732">
                  <c:v>131.97999999999999</c:v>
                </c:pt>
                <c:pt idx="7733">
                  <c:v>121.98</c:v>
                </c:pt>
                <c:pt idx="7734">
                  <c:v>169.98</c:v>
                </c:pt>
                <c:pt idx="7735">
                  <c:v>131.97999999999999</c:v>
                </c:pt>
                <c:pt idx="7736">
                  <c:v>169.98</c:v>
                </c:pt>
                <c:pt idx="7737">
                  <c:v>163.18</c:v>
                </c:pt>
                <c:pt idx="7738">
                  <c:v>130.38</c:v>
                </c:pt>
                <c:pt idx="7739">
                  <c:v>166.97</c:v>
                </c:pt>
                <c:pt idx="7740">
                  <c:v>137.97999999999999</c:v>
                </c:pt>
                <c:pt idx="7741">
                  <c:v>169.98</c:v>
                </c:pt>
                <c:pt idx="7742">
                  <c:v>169.98</c:v>
                </c:pt>
                <c:pt idx="7743">
                  <c:v>169.98</c:v>
                </c:pt>
                <c:pt idx="7744">
                  <c:v>99.98</c:v>
                </c:pt>
                <c:pt idx="7745">
                  <c:v>169.98</c:v>
                </c:pt>
                <c:pt idx="7746">
                  <c:v>168.28</c:v>
                </c:pt>
                <c:pt idx="7747">
                  <c:v>127.02</c:v>
                </c:pt>
                <c:pt idx="7748">
                  <c:v>156.9</c:v>
                </c:pt>
                <c:pt idx="7749">
                  <c:v>169.98</c:v>
                </c:pt>
                <c:pt idx="7750">
                  <c:v>169.98</c:v>
                </c:pt>
                <c:pt idx="7751">
                  <c:v>168.28</c:v>
                </c:pt>
                <c:pt idx="7752">
                  <c:v>137.97999999999999</c:v>
                </c:pt>
                <c:pt idx="7753">
                  <c:v>156.9</c:v>
                </c:pt>
                <c:pt idx="7754">
                  <c:v>169.98</c:v>
                </c:pt>
                <c:pt idx="7755">
                  <c:v>131.97999999999999</c:v>
                </c:pt>
                <c:pt idx="7756">
                  <c:v>131.97999999999999</c:v>
                </c:pt>
                <c:pt idx="7757">
                  <c:v>114.87</c:v>
                </c:pt>
                <c:pt idx="7758">
                  <c:v>55.98</c:v>
                </c:pt>
                <c:pt idx="7759">
                  <c:v>260.06</c:v>
                </c:pt>
                <c:pt idx="7760">
                  <c:v>215.07</c:v>
                </c:pt>
                <c:pt idx="7761">
                  <c:v>226.96</c:v>
                </c:pt>
                <c:pt idx="7762">
                  <c:v>381.93</c:v>
                </c:pt>
                <c:pt idx="7763">
                  <c:v>228.92</c:v>
                </c:pt>
                <c:pt idx="7764">
                  <c:v>49.99</c:v>
                </c:pt>
                <c:pt idx="7765">
                  <c:v>222.46</c:v>
                </c:pt>
                <c:pt idx="7766">
                  <c:v>73.05</c:v>
                </c:pt>
                <c:pt idx="7767">
                  <c:v>274.95999999999998</c:v>
                </c:pt>
                <c:pt idx="7768">
                  <c:v>264.44</c:v>
                </c:pt>
                <c:pt idx="7769">
                  <c:v>269.94</c:v>
                </c:pt>
                <c:pt idx="7770">
                  <c:v>97.96</c:v>
                </c:pt>
                <c:pt idx="7771">
                  <c:v>193.95</c:v>
                </c:pt>
                <c:pt idx="7772">
                  <c:v>233.72</c:v>
                </c:pt>
                <c:pt idx="7773">
                  <c:v>171.86</c:v>
                </c:pt>
                <c:pt idx="7774">
                  <c:v>269.89999999999998</c:v>
                </c:pt>
                <c:pt idx="7775">
                  <c:v>169.98</c:v>
                </c:pt>
                <c:pt idx="7776">
                  <c:v>59.16</c:v>
                </c:pt>
                <c:pt idx="7777">
                  <c:v>65.989999999999995</c:v>
                </c:pt>
                <c:pt idx="7778">
                  <c:v>148.16</c:v>
                </c:pt>
                <c:pt idx="7779">
                  <c:v>83.98</c:v>
                </c:pt>
                <c:pt idx="7780">
                  <c:v>53.97</c:v>
                </c:pt>
                <c:pt idx="7781">
                  <c:v>143.65</c:v>
                </c:pt>
                <c:pt idx="7782">
                  <c:v>110.98</c:v>
                </c:pt>
                <c:pt idx="7783">
                  <c:v>65.989999999999995</c:v>
                </c:pt>
                <c:pt idx="7784">
                  <c:v>84.98</c:v>
                </c:pt>
                <c:pt idx="7785">
                  <c:v>94.98</c:v>
                </c:pt>
                <c:pt idx="7786">
                  <c:v>110.98</c:v>
                </c:pt>
                <c:pt idx="7787">
                  <c:v>100.98</c:v>
                </c:pt>
                <c:pt idx="7788">
                  <c:v>65.989999999999995</c:v>
                </c:pt>
                <c:pt idx="7789">
                  <c:v>83.98</c:v>
                </c:pt>
                <c:pt idx="7790">
                  <c:v>110.98</c:v>
                </c:pt>
                <c:pt idx="7791">
                  <c:v>110.98</c:v>
                </c:pt>
                <c:pt idx="7792">
                  <c:v>99.98</c:v>
                </c:pt>
                <c:pt idx="7793">
                  <c:v>65.989999999999995</c:v>
                </c:pt>
                <c:pt idx="7794">
                  <c:v>110.98</c:v>
                </c:pt>
                <c:pt idx="7795">
                  <c:v>65.989999999999995</c:v>
                </c:pt>
                <c:pt idx="7796">
                  <c:v>110.98</c:v>
                </c:pt>
                <c:pt idx="7797">
                  <c:v>100.98</c:v>
                </c:pt>
                <c:pt idx="7798">
                  <c:v>69.98</c:v>
                </c:pt>
                <c:pt idx="7799">
                  <c:v>84.98</c:v>
                </c:pt>
                <c:pt idx="7800">
                  <c:v>94.97</c:v>
                </c:pt>
                <c:pt idx="7801">
                  <c:v>50.63</c:v>
                </c:pt>
                <c:pt idx="7802">
                  <c:v>108.96</c:v>
                </c:pt>
                <c:pt idx="7803">
                  <c:v>50.98</c:v>
                </c:pt>
                <c:pt idx="7804">
                  <c:v>79.98</c:v>
                </c:pt>
                <c:pt idx="7805">
                  <c:v>97.8</c:v>
                </c:pt>
                <c:pt idx="7806">
                  <c:v>99.98</c:v>
                </c:pt>
                <c:pt idx="7807">
                  <c:v>63.98</c:v>
                </c:pt>
                <c:pt idx="7808">
                  <c:v>99.98</c:v>
                </c:pt>
                <c:pt idx="7809">
                  <c:v>79.98</c:v>
                </c:pt>
                <c:pt idx="7810">
                  <c:v>64.98</c:v>
                </c:pt>
                <c:pt idx="7811">
                  <c:v>84.98</c:v>
                </c:pt>
                <c:pt idx="7812">
                  <c:v>75.69</c:v>
                </c:pt>
                <c:pt idx="7813">
                  <c:v>116.97</c:v>
                </c:pt>
                <c:pt idx="7814">
                  <c:v>102.97</c:v>
                </c:pt>
                <c:pt idx="7815">
                  <c:v>206.19</c:v>
                </c:pt>
                <c:pt idx="7816">
                  <c:v>87.95</c:v>
                </c:pt>
                <c:pt idx="7817">
                  <c:v>153.97</c:v>
                </c:pt>
                <c:pt idx="7818">
                  <c:v>253.96</c:v>
                </c:pt>
                <c:pt idx="7819">
                  <c:v>169.36</c:v>
                </c:pt>
                <c:pt idx="7820">
                  <c:v>188.97</c:v>
                </c:pt>
                <c:pt idx="7821">
                  <c:v>128.97</c:v>
                </c:pt>
                <c:pt idx="7822">
                  <c:v>208.55</c:v>
                </c:pt>
                <c:pt idx="7823">
                  <c:v>184.97</c:v>
                </c:pt>
                <c:pt idx="7824">
                  <c:v>156.97999999999999</c:v>
                </c:pt>
                <c:pt idx="7825">
                  <c:v>65.989999999999995</c:v>
                </c:pt>
                <c:pt idx="7826">
                  <c:v>155.97</c:v>
                </c:pt>
                <c:pt idx="7827">
                  <c:v>47.93</c:v>
                </c:pt>
                <c:pt idx="7828">
                  <c:v>84.97</c:v>
                </c:pt>
                <c:pt idx="7829">
                  <c:v>152.94999999999999</c:v>
                </c:pt>
                <c:pt idx="7830">
                  <c:v>249.94</c:v>
                </c:pt>
                <c:pt idx="7831">
                  <c:v>122.97</c:v>
                </c:pt>
                <c:pt idx="7832">
                  <c:v>126.97</c:v>
                </c:pt>
                <c:pt idx="7833">
                  <c:v>179.96</c:v>
                </c:pt>
                <c:pt idx="7834">
                  <c:v>296.52999999999997</c:v>
                </c:pt>
                <c:pt idx="7835">
                  <c:v>197.97</c:v>
                </c:pt>
                <c:pt idx="7836">
                  <c:v>197.97</c:v>
                </c:pt>
                <c:pt idx="7837">
                  <c:v>131.06</c:v>
                </c:pt>
                <c:pt idx="7838">
                  <c:v>131.97999999999999</c:v>
                </c:pt>
                <c:pt idx="7839">
                  <c:v>197.97</c:v>
                </c:pt>
                <c:pt idx="7840">
                  <c:v>152.97</c:v>
                </c:pt>
                <c:pt idx="7841">
                  <c:v>139.97</c:v>
                </c:pt>
                <c:pt idx="7842">
                  <c:v>121.98</c:v>
                </c:pt>
                <c:pt idx="7843">
                  <c:v>120.98</c:v>
                </c:pt>
                <c:pt idx="7844">
                  <c:v>131.97999999999999</c:v>
                </c:pt>
                <c:pt idx="7845">
                  <c:v>197.97</c:v>
                </c:pt>
                <c:pt idx="7846">
                  <c:v>152.97</c:v>
                </c:pt>
                <c:pt idx="7847">
                  <c:v>149.97</c:v>
                </c:pt>
                <c:pt idx="7848">
                  <c:v>131.97999999999999</c:v>
                </c:pt>
                <c:pt idx="7849">
                  <c:v>131.97999999999999</c:v>
                </c:pt>
                <c:pt idx="7850">
                  <c:v>138.97</c:v>
                </c:pt>
                <c:pt idx="7851">
                  <c:v>17.989999999999998</c:v>
                </c:pt>
                <c:pt idx="7852">
                  <c:v>172.97</c:v>
                </c:pt>
                <c:pt idx="7853">
                  <c:v>131.97999999999999</c:v>
                </c:pt>
                <c:pt idx="7854">
                  <c:v>149.97</c:v>
                </c:pt>
                <c:pt idx="7855">
                  <c:v>142.63</c:v>
                </c:pt>
                <c:pt idx="7856">
                  <c:v>131.97999999999999</c:v>
                </c:pt>
                <c:pt idx="7857">
                  <c:v>152.97</c:v>
                </c:pt>
                <c:pt idx="7858">
                  <c:v>181.97</c:v>
                </c:pt>
                <c:pt idx="7859">
                  <c:v>57.98</c:v>
                </c:pt>
                <c:pt idx="7860">
                  <c:v>84.99</c:v>
                </c:pt>
                <c:pt idx="7861">
                  <c:v>119.96</c:v>
                </c:pt>
                <c:pt idx="7862">
                  <c:v>131.97999999999999</c:v>
                </c:pt>
                <c:pt idx="7863">
                  <c:v>84.99</c:v>
                </c:pt>
                <c:pt idx="7864">
                  <c:v>84.99</c:v>
                </c:pt>
                <c:pt idx="7865">
                  <c:v>84.99</c:v>
                </c:pt>
                <c:pt idx="7866">
                  <c:v>59.98</c:v>
                </c:pt>
                <c:pt idx="7867">
                  <c:v>121.42</c:v>
                </c:pt>
                <c:pt idx="7868">
                  <c:v>59.98</c:v>
                </c:pt>
                <c:pt idx="7869">
                  <c:v>59.98</c:v>
                </c:pt>
                <c:pt idx="7870">
                  <c:v>57.98</c:v>
                </c:pt>
                <c:pt idx="7871">
                  <c:v>84.99</c:v>
                </c:pt>
                <c:pt idx="7872">
                  <c:v>57.98</c:v>
                </c:pt>
                <c:pt idx="7873">
                  <c:v>55.98</c:v>
                </c:pt>
                <c:pt idx="7874">
                  <c:v>59.98</c:v>
                </c:pt>
                <c:pt idx="7875">
                  <c:v>84.99</c:v>
                </c:pt>
                <c:pt idx="7876">
                  <c:v>84.99</c:v>
                </c:pt>
                <c:pt idx="7877">
                  <c:v>62.97</c:v>
                </c:pt>
                <c:pt idx="7878">
                  <c:v>84.99</c:v>
                </c:pt>
                <c:pt idx="7879">
                  <c:v>53.97</c:v>
                </c:pt>
                <c:pt idx="7880">
                  <c:v>53.97</c:v>
                </c:pt>
                <c:pt idx="7881">
                  <c:v>119.96</c:v>
                </c:pt>
                <c:pt idx="7882">
                  <c:v>84.99</c:v>
                </c:pt>
                <c:pt idx="7883">
                  <c:v>62.97</c:v>
                </c:pt>
                <c:pt idx="7884">
                  <c:v>121.42</c:v>
                </c:pt>
                <c:pt idx="7885">
                  <c:v>121.42</c:v>
                </c:pt>
                <c:pt idx="7886">
                  <c:v>84.99</c:v>
                </c:pt>
                <c:pt idx="7887">
                  <c:v>84.99</c:v>
                </c:pt>
                <c:pt idx="7888">
                  <c:v>131.97999999999999</c:v>
                </c:pt>
                <c:pt idx="7889">
                  <c:v>121.42</c:v>
                </c:pt>
                <c:pt idx="7890">
                  <c:v>119.96</c:v>
                </c:pt>
                <c:pt idx="7891">
                  <c:v>59.98</c:v>
                </c:pt>
                <c:pt idx="7892">
                  <c:v>53.97</c:v>
                </c:pt>
                <c:pt idx="7893">
                  <c:v>54.98</c:v>
                </c:pt>
                <c:pt idx="7894">
                  <c:v>211.96</c:v>
                </c:pt>
                <c:pt idx="7895">
                  <c:v>84.99</c:v>
                </c:pt>
                <c:pt idx="7896">
                  <c:v>84.99</c:v>
                </c:pt>
                <c:pt idx="7897">
                  <c:v>131.97999999999999</c:v>
                </c:pt>
                <c:pt idx="7898">
                  <c:v>54.98</c:v>
                </c:pt>
                <c:pt idx="7899">
                  <c:v>54.98</c:v>
                </c:pt>
                <c:pt idx="7900">
                  <c:v>84.99</c:v>
                </c:pt>
                <c:pt idx="7901">
                  <c:v>54.98</c:v>
                </c:pt>
                <c:pt idx="7902">
                  <c:v>84.99</c:v>
                </c:pt>
                <c:pt idx="7903">
                  <c:v>131.97999999999999</c:v>
                </c:pt>
                <c:pt idx="7904">
                  <c:v>52.98</c:v>
                </c:pt>
                <c:pt idx="7905">
                  <c:v>57.98</c:v>
                </c:pt>
                <c:pt idx="7906">
                  <c:v>50.98</c:v>
                </c:pt>
                <c:pt idx="7907">
                  <c:v>131.97999999999999</c:v>
                </c:pt>
                <c:pt idx="7908">
                  <c:v>75.09</c:v>
                </c:pt>
                <c:pt idx="7909">
                  <c:v>75.09</c:v>
                </c:pt>
                <c:pt idx="7910">
                  <c:v>52.98</c:v>
                </c:pt>
                <c:pt idx="7911">
                  <c:v>59.98</c:v>
                </c:pt>
                <c:pt idx="7912">
                  <c:v>158.85</c:v>
                </c:pt>
                <c:pt idx="7913">
                  <c:v>59.98</c:v>
                </c:pt>
                <c:pt idx="7914">
                  <c:v>84.99</c:v>
                </c:pt>
                <c:pt idx="7915">
                  <c:v>131.97999999999999</c:v>
                </c:pt>
                <c:pt idx="7916">
                  <c:v>59.98</c:v>
                </c:pt>
                <c:pt idx="7917">
                  <c:v>131.97999999999999</c:v>
                </c:pt>
                <c:pt idx="7918">
                  <c:v>84.99</c:v>
                </c:pt>
                <c:pt idx="7919">
                  <c:v>84.99</c:v>
                </c:pt>
                <c:pt idx="7920">
                  <c:v>69.97</c:v>
                </c:pt>
                <c:pt idx="7921">
                  <c:v>52.98</c:v>
                </c:pt>
                <c:pt idx="7922">
                  <c:v>75.09</c:v>
                </c:pt>
                <c:pt idx="7923">
                  <c:v>75.09</c:v>
                </c:pt>
                <c:pt idx="7924">
                  <c:v>84.99</c:v>
                </c:pt>
                <c:pt idx="7925">
                  <c:v>119.96</c:v>
                </c:pt>
                <c:pt idx="7926">
                  <c:v>62.97</c:v>
                </c:pt>
                <c:pt idx="7927">
                  <c:v>211.96</c:v>
                </c:pt>
                <c:pt idx="7928">
                  <c:v>131.97999999999999</c:v>
                </c:pt>
                <c:pt idx="7929">
                  <c:v>121.98</c:v>
                </c:pt>
                <c:pt idx="7930">
                  <c:v>131.97999999999999</c:v>
                </c:pt>
                <c:pt idx="7931">
                  <c:v>55.98</c:v>
                </c:pt>
                <c:pt idx="7932">
                  <c:v>131.97999999999999</c:v>
                </c:pt>
                <c:pt idx="7933">
                  <c:v>55.98</c:v>
                </c:pt>
                <c:pt idx="7934">
                  <c:v>131.97999999999999</c:v>
                </c:pt>
                <c:pt idx="7935">
                  <c:v>71.989999999999995</c:v>
                </c:pt>
                <c:pt idx="7936">
                  <c:v>55.98</c:v>
                </c:pt>
                <c:pt idx="7937">
                  <c:v>131.97999999999999</c:v>
                </c:pt>
                <c:pt idx="7938">
                  <c:v>122.18</c:v>
                </c:pt>
                <c:pt idx="7939">
                  <c:v>121.98</c:v>
                </c:pt>
                <c:pt idx="7940">
                  <c:v>122.18</c:v>
                </c:pt>
                <c:pt idx="7941">
                  <c:v>122.18</c:v>
                </c:pt>
                <c:pt idx="7942">
                  <c:v>122.18</c:v>
                </c:pt>
                <c:pt idx="7943">
                  <c:v>131.97999999999999</c:v>
                </c:pt>
                <c:pt idx="7944">
                  <c:v>55.98</c:v>
                </c:pt>
                <c:pt idx="7945">
                  <c:v>55.98</c:v>
                </c:pt>
                <c:pt idx="7946">
                  <c:v>57.97</c:v>
                </c:pt>
                <c:pt idx="7947">
                  <c:v>131.97999999999999</c:v>
                </c:pt>
                <c:pt idx="7948">
                  <c:v>131.97999999999999</c:v>
                </c:pt>
                <c:pt idx="7949">
                  <c:v>131.97999999999999</c:v>
                </c:pt>
                <c:pt idx="7950">
                  <c:v>57.97</c:v>
                </c:pt>
                <c:pt idx="7951">
                  <c:v>71.989999999999995</c:v>
                </c:pt>
                <c:pt idx="7952">
                  <c:v>131.97999999999999</c:v>
                </c:pt>
                <c:pt idx="7953">
                  <c:v>57.97</c:v>
                </c:pt>
                <c:pt idx="7954">
                  <c:v>131.97999999999999</c:v>
                </c:pt>
                <c:pt idx="7955">
                  <c:v>57.97</c:v>
                </c:pt>
                <c:pt idx="7956">
                  <c:v>131.97999999999999</c:v>
                </c:pt>
                <c:pt idx="7957">
                  <c:v>55.98</c:v>
                </c:pt>
                <c:pt idx="7958">
                  <c:v>55.98</c:v>
                </c:pt>
                <c:pt idx="7959">
                  <c:v>55.98</c:v>
                </c:pt>
                <c:pt idx="7960">
                  <c:v>131.97999999999999</c:v>
                </c:pt>
                <c:pt idx="7961">
                  <c:v>55.98</c:v>
                </c:pt>
                <c:pt idx="7962">
                  <c:v>131.97999999999999</c:v>
                </c:pt>
                <c:pt idx="7963">
                  <c:v>121.98</c:v>
                </c:pt>
                <c:pt idx="7964">
                  <c:v>119.96</c:v>
                </c:pt>
                <c:pt idx="7965">
                  <c:v>84.99</c:v>
                </c:pt>
                <c:pt idx="7966">
                  <c:v>84.99</c:v>
                </c:pt>
                <c:pt idx="7967">
                  <c:v>99.98</c:v>
                </c:pt>
                <c:pt idx="7968">
                  <c:v>99.98</c:v>
                </c:pt>
                <c:pt idx="7969">
                  <c:v>84.99</c:v>
                </c:pt>
                <c:pt idx="7970">
                  <c:v>84.99</c:v>
                </c:pt>
                <c:pt idx="7971">
                  <c:v>99.98</c:v>
                </c:pt>
                <c:pt idx="7972">
                  <c:v>99.98</c:v>
                </c:pt>
                <c:pt idx="7973">
                  <c:v>119.96</c:v>
                </c:pt>
                <c:pt idx="7974">
                  <c:v>53.97</c:v>
                </c:pt>
                <c:pt idx="7975">
                  <c:v>55.98</c:v>
                </c:pt>
                <c:pt idx="7976">
                  <c:v>71.989999999999995</c:v>
                </c:pt>
                <c:pt idx="7977">
                  <c:v>84.99</c:v>
                </c:pt>
                <c:pt idx="7978">
                  <c:v>84.99</c:v>
                </c:pt>
                <c:pt idx="7979">
                  <c:v>55.98</c:v>
                </c:pt>
                <c:pt idx="7980">
                  <c:v>84.99</c:v>
                </c:pt>
                <c:pt idx="7981">
                  <c:v>131.97999999999999</c:v>
                </c:pt>
                <c:pt idx="7982">
                  <c:v>131.97999999999999</c:v>
                </c:pt>
                <c:pt idx="7983">
                  <c:v>55.98</c:v>
                </c:pt>
                <c:pt idx="7984">
                  <c:v>131.97999999999999</c:v>
                </c:pt>
                <c:pt idx="7985">
                  <c:v>84.99</c:v>
                </c:pt>
                <c:pt idx="7986">
                  <c:v>71.989999999999995</c:v>
                </c:pt>
                <c:pt idx="7987">
                  <c:v>119.96</c:v>
                </c:pt>
                <c:pt idx="7988">
                  <c:v>55.98</c:v>
                </c:pt>
                <c:pt idx="7989">
                  <c:v>131.97999999999999</c:v>
                </c:pt>
                <c:pt idx="7990">
                  <c:v>55.98</c:v>
                </c:pt>
                <c:pt idx="7991">
                  <c:v>55.98</c:v>
                </c:pt>
                <c:pt idx="7992">
                  <c:v>131.97999999999999</c:v>
                </c:pt>
                <c:pt idx="7993">
                  <c:v>121.98</c:v>
                </c:pt>
                <c:pt idx="7994">
                  <c:v>84.99</c:v>
                </c:pt>
                <c:pt idx="7995">
                  <c:v>131.97999999999999</c:v>
                </c:pt>
                <c:pt idx="7996">
                  <c:v>119.96</c:v>
                </c:pt>
                <c:pt idx="7997">
                  <c:v>62.97</c:v>
                </c:pt>
                <c:pt idx="7998">
                  <c:v>64.47</c:v>
                </c:pt>
                <c:pt idx="7999">
                  <c:v>52.98</c:v>
                </c:pt>
                <c:pt idx="8000">
                  <c:v>55.98</c:v>
                </c:pt>
                <c:pt idx="8001">
                  <c:v>131.97999999999999</c:v>
                </c:pt>
                <c:pt idx="8002">
                  <c:v>131.97999999999999</c:v>
                </c:pt>
                <c:pt idx="8003">
                  <c:v>131.97999999999999</c:v>
                </c:pt>
                <c:pt idx="8004">
                  <c:v>131.97999999999999</c:v>
                </c:pt>
                <c:pt idx="8005">
                  <c:v>131.97999999999999</c:v>
                </c:pt>
                <c:pt idx="8006">
                  <c:v>54.98</c:v>
                </c:pt>
                <c:pt idx="8007">
                  <c:v>99.98</c:v>
                </c:pt>
                <c:pt idx="8008">
                  <c:v>76.489999999999995</c:v>
                </c:pt>
                <c:pt idx="8009">
                  <c:v>54.98</c:v>
                </c:pt>
                <c:pt idx="8010">
                  <c:v>131.97999999999999</c:v>
                </c:pt>
                <c:pt idx="8011">
                  <c:v>121.94</c:v>
                </c:pt>
                <c:pt idx="8012">
                  <c:v>53.97</c:v>
                </c:pt>
                <c:pt idx="8013">
                  <c:v>158.85</c:v>
                </c:pt>
                <c:pt idx="8014">
                  <c:v>54.98</c:v>
                </c:pt>
                <c:pt idx="8015">
                  <c:v>99.98</c:v>
                </c:pt>
                <c:pt idx="8016">
                  <c:v>54.98</c:v>
                </c:pt>
                <c:pt idx="8017">
                  <c:v>99.98</c:v>
                </c:pt>
                <c:pt idx="8018">
                  <c:v>131.97999999999999</c:v>
                </c:pt>
                <c:pt idx="8019">
                  <c:v>50.98</c:v>
                </c:pt>
                <c:pt idx="8020">
                  <c:v>50.98</c:v>
                </c:pt>
                <c:pt idx="8021">
                  <c:v>99.98</c:v>
                </c:pt>
                <c:pt idx="8022">
                  <c:v>131.97999999999999</c:v>
                </c:pt>
                <c:pt idx="8023">
                  <c:v>53.97</c:v>
                </c:pt>
                <c:pt idx="8024">
                  <c:v>131.97999999999999</c:v>
                </c:pt>
                <c:pt idx="8025">
                  <c:v>131.97999999999999</c:v>
                </c:pt>
                <c:pt idx="8026">
                  <c:v>121.94</c:v>
                </c:pt>
                <c:pt idx="8027">
                  <c:v>55.98</c:v>
                </c:pt>
                <c:pt idx="8028">
                  <c:v>114.98</c:v>
                </c:pt>
                <c:pt idx="8029">
                  <c:v>131.97999999999999</c:v>
                </c:pt>
                <c:pt idx="8030">
                  <c:v>131.97999999999999</c:v>
                </c:pt>
                <c:pt idx="8031">
                  <c:v>114.98</c:v>
                </c:pt>
                <c:pt idx="8032">
                  <c:v>131.97999999999999</c:v>
                </c:pt>
                <c:pt idx="8033">
                  <c:v>131.97999999999999</c:v>
                </c:pt>
                <c:pt idx="8034">
                  <c:v>55.98</c:v>
                </c:pt>
                <c:pt idx="8035">
                  <c:v>121.94</c:v>
                </c:pt>
                <c:pt idx="8036">
                  <c:v>131.97999999999999</c:v>
                </c:pt>
                <c:pt idx="8037">
                  <c:v>121.94</c:v>
                </c:pt>
                <c:pt idx="8038">
                  <c:v>84.99</c:v>
                </c:pt>
                <c:pt idx="8039">
                  <c:v>50.98</c:v>
                </c:pt>
                <c:pt idx="8040">
                  <c:v>84.99</c:v>
                </c:pt>
                <c:pt idx="8041">
                  <c:v>114.98</c:v>
                </c:pt>
                <c:pt idx="8042">
                  <c:v>53.97</c:v>
                </c:pt>
                <c:pt idx="8043">
                  <c:v>114.98</c:v>
                </c:pt>
                <c:pt idx="8044">
                  <c:v>158.85</c:v>
                </c:pt>
                <c:pt idx="8045">
                  <c:v>53.97</c:v>
                </c:pt>
                <c:pt idx="8046">
                  <c:v>131.97999999999999</c:v>
                </c:pt>
                <c:pt idx="8047">
                  <c:v>211.96</c:v>
                </c:pt>
                <c:pt idx="8048">
                  <c:v>131.97999999999999</c:v>
                </c:pt>
                <c:pt idx="8049">
                  <c:v>64.47</c:v>
                </c:pt>
                <c:pt idx="8050">
                  <c:v>84.99</c:v>
                </c:pt>
                <c:pt idx="8051">
                  <c:v>211.96</c:v>
                </c:pt>
                <c:pt idx="8052">
                  <c:v>131.97999999999999</c:v>
                </c:pt>
                <c:pt idx="8053">
                  <c:v>131.97999999999999</c:v>
                </c:pt>
                <c:pt idx="8054">
                  <c:v>76.489999999999995</c:v>
                </c:pt>
                <c:pt idx="8055">
                  <c:v>131.97999999999999</c:v>
                </c:pt>
                <c:pt idx="8056">
                  <c:v>131.97999999999999</c:v>
                </c:pt>
                <c:pt idx="8057">
                  <c:v>69.97</c:v>
                </c:pt>
                <c:pt idx="8058">
                  <c:v>64.47</c:v>
                </c:pt>
                <c:pt idx="8059">
                  <c:v>131.97999999999999</c:v>
                </c:pt>
                <c:pt idx="8060">
                  <c:v>64.47</c:v>
                </c:pt>
                <c:pt idx="8061">
                  <c:v>131.97999999999999</c:v>
                </c:pt>
                <c:pt idx="8062">
                  <c:v>84.99</c:v>
                </c:pt>
                <c:pt idx="8063">
                  <c:v>76.489999999999995</c:v>
                </c:pt>
                <c:pt idx="8064">
                  <c:v>131.97999999999999</c:v>
                </c:pt>
                <c:pt idx="8065">
                  <c:v>69.97</c:v>
                </c:pt>
                <c:pt idx="8066">
                  <c:v>158.85</c:v>
                </c:pt>
                <c:pt idx="8067">
                  <c:v>55.98</c:v>
                </c:pt>
                <c:pt idx="8068">
                  <c:v>76.489999999999995</c:v>
                </c:pt>
                <c:pt idx="8069">
                  <c:v>131.97999999999999</c:v>
                </c:pt>
                <c:pt idx="8070">
                  <c:v>69.97</c:v>
                </c:pt>
                <c:pt idx="8071">
                  <c:v>319.95999999999998</c:v>
                </c:pt>
                <c:pt idx="8072">
                  <c:v>309.93</c:v>
                </c:pt>
                <c:pt idx="8073">
                  <c:v>403.8</c:v>
                </c:pt>
                <c:pt idx="8074">
                  <c:v>59.8</c:v>
                </c:pt>
                <c:pt idx="8075">
                  <c:v>220.25</c:v>
                </c:pt>
                <c:pt idx="8076">
                  <c:v>319.95999999999998</c:v>
                </c:pt>
                <c:pt idx="8077">
                  <c:v>319.95999999999998</c:v>
                </c:pt>
                <c:pt idx="8078">
                  <c:v>319.95999999999998</c:v>
                </c:pt>
                <c:pt idx="8079">
                  <c:v>339.96</c:v>
                </c:pt>
                <c:pt idx="8080">
                  <c:v>365.94</c:v>
                </c:pt>
                <c:pt idx="8081">
                  <c:v>280.87</c:v>
                </c:pt>
                <c:pt idx="8082">
                  <c:v>133.97999999999999</c:v>
                </c:pt>
                <c:pt idx="8083">
                  <c:v>174.97</c:v>
                </c:pt>
                <c:pt idx="8084">
                  <c:v>95.47</c:v>
                </c:pt>
                <c:pt idx="8085">
                  <c:v>159.87</c:v>
                </c:pt>
                <c:pt idx="8086">
                  <c:v>93.98</c:v>
                </c:pt>
                <c:pt idx="8087">
                  <c:v>150.94999999999999</c:v>
                </c:pt>
                <c:pt idx="8088">
                  <c:v>135.97</c:v>
                </c:pt>
                <c:pt idx="8089">
                  <c:v>76.48</c:v>
                </c:pt>
                <c:pt idx="8090">
                  <c:v>133.57</c:v>
                </c:pt>
                <c:pt idx="8091">
                  <c:v>107.97</c:v>
                </c:pt>
                <c:pt idx="8092">
                  <c:v>151.97</c:v>
                </c:pt>
                <c:pt idx="8093">
                  <c:v>159.97999999999999</c:v>
                </c:pt>
                <c:pt idx="8094">
                  <c:v>87.28</c:v>
                </c:pt>
                <c:pt idx="8095">
                  <c:v>123.96</c:v>
                </c:pt>
                <c:pt idx="8096">
                  <c:v>74.98</c:v>
                </c:pt>
                <c:pt idx="8097">
                  <c:v>91.98</c:v>
                </c:pt>
                <c:pt idx="8098">
                  <c:v>239.54</c:v>
                </c:pt>
                <c:pt idx="8099">
                  <c:v>239.54</c:v>
                </c:pt>
                <c:pt idx="8100">
                  <c:v>239.54</c:v>
                </c:pt>
                <c:pt idx="8101">
                  <c:v>479.09</c:v>
                </c:pt>
                <c:pt idx="8102">
                  <c:v>202.7</c:v>
                </c:pt>
                <c:pt idx="8103">
                  <c:v>239.54</c:v>
                </c:pt>
                <c:pt idx="8104">
                  <c:v>159.69999999999999</c:v>
                </c:pt>
                <c:pt idx="8105">
                  <c:v>239.54</c:v>
                </c:pt>
                <c:pt idx="8106">
                  <c:v>239.54</c:v>
                </c:pt>
                <c:pt idx="8107">
                  <c:v>233.49</c:v>
                </c:pt>
                <c:pt idx="8108">
                  <c:v>239.54</c:v>
                </c:pt>
                <c:pt idx="8109">
                  <c:v>159.69999999999999</c:v>
                </c:pt>
                <c:pt idx="8110">
                  <c:v>157.26</c:v>
                </c:pt>
                <c:pt idx="8111">
                  <c:v>239.54</c:v>
                </c:pt>
                <c:pt idx="8112">
                  <c:v>239.54</c:v>
                </c:pt>
                <c:pt idx="8113">
                  <c:v>215.59</c:v>
                </c:pt>
                <c:pt idx="8114">
                  <c:v>239.54</c:v>
                </c:pt>
                <c:pt idx="8115">
                  <c:v>239.54</c:v>
                </c:pt>
                <c:pt idx="8116">
                  <c:v>239.54</c:v>
                </c:pt>
                <c:pt idx="8117">
                  <c:v>209.29</c:v>
                </c:pt>
                <c:pt idx="8118">
                  <c:v>239.54</c:v>
                </c:pt>
                <c:pt idx="8119">
                  <c:v>233.49</c:v>
                </c:pt>
                <c:pt idx="8120">
                  <c:v>91.98</c:v>
                </c:pt>
                <c:pt idx="8121">
                  <c:v>75.98</c:v>
                </c:pt>
                <c:pt idx="8122">
                  <c:v>124.98</c:v>
                </c:pt>
                <c:pt idx="8123">
                  <c:v>84.99</c:v>
                </c:pt>
                <c:pt idx="8124">
                  <c:v>54.99</c:v>
                </c:pt>
                <c:pt idx="8125">
                  <c:v>91.98</c:v>
                </c:pt>
                <c:pt idx="8126">
                  <c:v>54.98</c:v>
                </c:pt>
                <c:pt idx="8127">
                  <c:v>159.97999999999999</c:v>
                </c:pt>
                <c:pt idx="8128">
                  <c:v>84.99</c:v>
                </c:pt>
                <c:pt idx="8129">
                  <c:v>169.98</c:v>
                </c:pt>
                <c:pt idx="8130">
                  <c:v>49.98</c:v>
                </c:pt>
                <c:pt idx="8131">
                  <c:v>101.98</c:v>
                </c:pt>
                <c:pt idx="8132">
                  <c:v>84.99</c:v>
                </c:pt>
                <c:pt idx="8133">
                  <c:v>169.98</c:v>
                </c:pt>
                <c:pt idx="8134">
                  <c:v>139.97999999999999</c:v>
                </c:pt>
                <c:pt idx="8135">
                  <c:v>120.97</c:v>
                </c:pt>
                <c:pt idx="8136">
                  <c:v>158.97</c:v>
                </c:pt>
                <c:pt idx="8137">
                  <c:v>54.98</c:v>
                </c:pt>
                <c:pt idx="8138">
                  <c:v>101.98</c:v>
                </c:pt>
                <c:pt idx="8139">
                  <c:v>139.97999999999999</c:v>
                </c:pt>
                <c:pt idx="8140">
                  <c:v>84.99</c:v>
                </c:pt>
                <c:pt idx="8141">
                  <c:v>101.98</c:v>
                </c:pt>
                <c:pt idx="8142">
                  <c:v>70.989999999999995</c:v>
                </c:pt>
                <c:pt idx="8143">
                  <c:v>188.97</c:v>
                </c:pt>
                <c:pt idx="8144">
                  <c:v>194.97</c:v>
                </c:pt>
                <c:pt idx="8145">
                  <c:v>137.97999999999999</c:v>
                </c:pt>
                <c:pt idx="8146">
                  <c:v>55.86</c:v>
                </c:pt>
                <c:pt idx="8147">
                  <c:v>84.99</c:v>
                </c:pt>
                <c:pt idx="8148">
                  <c:v>169.98</c:v>
                </c:pt>
                <c:pt idx="8149">
                  <c:v>103.98</c:v>
                </c:pt>
                <c:pt idx="8150">
                  <c:v>103.98</c:v>
                </c:pt>
                <c:pt idx="8151">
                  <c:v>254.97</c:v>
                </c:pt>
                <c:pt idx="8152">
                  <c:v>84.99</c:v>
                </c:pt>
                <c:pt idx="8153">
                  <c:v>169.98</c:v>
                </c:pt>
                <c:pt idx="8154">
                  <c:v>169.98</c:v>
                </c:pt>
                <c:pt idx="8155">
                  <c:v>173.48</c:v>
                </c:pt>
                <c:pt idx="8156">
                  <c:v>187.96</c:v>
                </c:pt>
                <c:pt idx="8157">
                  <c:v>131.97999999999999</c:v>
                </c:pt>
                <c:pt idx="8158">
                  <c:v>169.98</c:v>
                </c:pt>
                <c:pt idx="8159">
                  <c:v>161.94999999999999</c:v>
                </c:pt>
                <c:pt idx="8160">
                  <c:v>185.97</c:v>
                </c:pt>
                <c:pt idx="8161">
                  <c:v>118.78</c:v>
                </c:pt>
                <c:pt idx="8162">
                  <c:v>121.98</c:v>
                </c:pt>
                <c:pt idx="8163">
                  <c:v>169.98</c:v>
                </c:pt>
                <c:pt idx="8164">
                  <c:v>121.98</c:v>
                </c:pt>
                <c:pt idx="8165">
                  <c:v>169.98</c:v>
                </c:pt>
                <c:pt idx="8166">
                  <c:v>131.97999999999999</c:v>
                </c:pt>
                <c:pt idx="8167">
                  <c:v>169.98</c:v>
                </c:pt>
                <c:pt idx="8168">
                  <c:v>175.97</c:v>
                </c:pt>
                <c:pt idx="8169">
                  <c:v>131.97999999999999</c:v>
                </c:pt>
                <c:pt idx="8170">
                  <c:v>185.97</c:v>
                </c:pt>
                <c:pt idx="8171">
                  <c:v>99.98</c:v>
                </c:pt>
                <c:pt idx="8172">
                  <c:v>169.98</c:v>
                </c:pt>
                <c:pt idx="8173">
                  <c:v>163.28</c:v>
                </c:pt>
                <c:pt idx="8174">
                  <c:v>168.28</c:v>
                </c:pt>
                <c:pt idx="8175">
                  <c:v>151.96</c:v>
                </c:pt>
                <c:pt idx="8176">
                  <c:v>168.28</c:v>
                </c:pt>
                <c:pt idx="8177">
                  <c:v>169.98</c:v>
                </c:pt>
                <c:pt idx="8178">
                  <c:v>121.98</c:v>
                </c:pt>
                <c:pt idx="8179">
                  <c:v>169.98</c:v>
                </c:pt>
                <c:pt idx="8180">
                  <c:v>118.78</c:v>
                </c:pt>
                <c:pt idx="8181">
                  <c:v>164.93</c:v>
                </c:pt>
                <c:pt idx="8182">
                  <c:v>136.28</c:v>
                </c:pt>
                <c:pt idx="8183">
                  <c:v>164.89</c:v>
                </c:pt>
                <c:pt idx="8184">
                  <c:v>131.97999999999999</c:v>
                </c:pt>
                <c:pt idx="8185">
                  <c:v>156.58000000000001</c:v>
                </c:pt>
                <c:pt idx="8186">
                  <c:v>18.600000000000001</c:v>
                </c:pt>
                <c:pt idx="8187">
                  <c:v>156.77000000000001</c:v>
                </c:pt>
                <c:pt idx="8188">
                  <c:v>168.28</c:v>
                </c:pt>
                <c:pt idx="8189">
                  <c:v>168.28</c:v>
                </c:pt>
                <c:pt idx="8190">
                  <c:v>168.28</c:v>
                </c:pt>
                <c:pt idx="8191">
                  <c:v>169.98</c:v>
                </c:pt>
                <c:pt idx="8192">
                  <c:v>168.6</c:v>
                </c:pt>
                <c:pt idx="8193">
                  <c:v>166.58</c:v>
                </c:pt>
                <c:pt idx="8194">
                  <c:v>169.98</c:v>
                </c:pt>
                <c:pt idx="8195">
                  <c:v>121.98</c:v>
                </c:pt>
                <c:pt idx="8196">
                  <c:v>131.97999999999999</c:v>
                </c:pt>
                <c:pt idx="8197">
                  <c:v>169.98</c:v>
                </c:pt>
                <c:pt idx="8198">
                  <c:v>169.98</c:v>
                </c:pt>
                <c:pt idx="8199">
                  <c:v>168.28</c:v>
                </c:pt>
                <c:pt idx="8200">
                  <c:v>131.26</c:v>
                </c:pt>
                <c:pt idx="8201">
                  <c:v>70.88</c:v>
                </c:pt>
                <c:pt idx="8202">
                  <c:v>53.98</c:v>
                </c:pt>
                <c:pt idx="8203">
                  <c:v>254.97</c:v>
                </c:pt>
                <c:pt idx="8204">
                  <c:v>84.99</c:v>
                </c:pt>
                <c:pt idx="8205">
                  <c:v>314.95999999999998</c:v>
                </c:pt>
                <c:pt idx="8206">
                  <c:v>227.77</c:v>
                </c:pt>
                <c:pt idx="8207">
                  <c:v>169.98</c:v>
                </c:pt>
                <c:pt idx="8208">
                  <c:v>73.48</c:v>
                </c:pt>
                <c:pt idx="8209">
                  <c:v>63.57</c:v>
                </c:pt>
                <c:pt idx="8210">
                  <c:v>134.97999999999999</c:v>
                </c:pt>
                <c:pt idx="8211">
                  <c:v>167.43</c:v>
                </c:pt>
                <c:pt idx="8212">
                  <c:v>65.989999999999995</c:v>
                </c:pt>
                <c:pt idx="8213">
                  <c:v>249.87</c:v>
                </c:pt>
                <c:pt idx="8214">
                  <c:v>77.86</c:v>
                </c:pt>
                <c:pt idx="8215">
                  <c:v>263.3</c:v>
                </c:pt>
                <c:pt idx="8216">
                  <c:v>163.51</c:v>
                </c:pt>
                <c:pt idx="8217">
                  <c:v>169.98</c:v>
                </c:pt>
                <c:pt idx="8218">
                  <c:v>166.47</c:v>
                </c:pt>
                <c:pt idx="8219">
                  <c:v>252.42</c:v>
                </c:pt>
                <c:pt idx="8220">
                  <c:v>69.040000000000006</c:v>
                </c:pt>
                <c:pt idx="8221">
                  <c:v>70.930000000000007</c:v>
                </c:pt>
                <c:pt idx="8222">
                  <c:v>167.43</c:v>
                </c:pt>
                <c:pt idx="8223">
                  <c:v>168.14</c:v>
                </c:pt>
                <c:pt idx="8224">
                  <c:v>268.22000000000003</c:v>
                </c:pt>
                <c:pt idx="8225">
                  <c:v>154.99</c:v>
                </c:pt>
                <c:pt idx="8226">
                  <c:v>223.88</c:v>
                </c:pt>
                <c:pt idx="8227">
                  <c:v>182.27</c:v>
                </c:pt>
                <c:pt idx="8228">
                  <c:v>229.47</c:v>
                </c:pt>
                <c:pt idx="8229">
                  <c:v>145.97</c:v>
                </c:pt>
                <c:pt idx="8230">
                  <c:v>253.92</c:v>
                </c:pt>
                <c:pt idx="8231">
                  <c:v>84.99</c:v>
                </c:pt>
                <c:pt idx="8232">
                  <c:v>78.39</c:v>
                </c:pt>
                <c:pt idx="8233">
                  <c:v>65.989999999999995</c:v>
                </c:pt>
                <c:pt idx="8234">
                  <c:v>84.99</c:v>
                </c:pt>
                <c:pt idx="8235">
                  <c:v>108.98</c:v>
                </c:pt>
                <c:pt idx="8236">
                  <c:v>86.98</c:v>
                </c:pt>
                <c:pt idx="8237">
                  <c:v>55.99</c:v>
                </c:pt>
                <c:pt idx="8238">
                  <c:v>86.98</c:v>
                </c:pt>
                <c:pt idx="8239">
                  <c:v>76.489999999999995</c:v>
                </c:pt>
                <c:pt idx="8240">
                  <c:v>59.39</c:v>
                </c:pt>
                <c:pt idx="8241">
                  <c:v>59.39</c:v>
                </c:pt>
                <c:pt idx="8242">
                  <c:v>78.39</c:v>
                </c:pt>
                <c:pt idx="8243">
                  <c:v>84.99</c:v>
                </c:pt>
                <c:pt idx="8244">
                  <c:v>84.99</c:v>
                </c:pt>
                <c:pt idx="8245">
                  <c:v>76.489999999999995</c:v>
                </c:pt>
                <c:pt idx="8246">
                  <c:v>55.99</c:v>
                </c:pt>
                <c:pt idx="8247">
                  <c:v>65.989999999999995</c:v>
                </c:pt>
                <c:pt idx="8248">
                  <c:v>108.98</c:v>
                </c:pt>
                <c:pt idx="8249">
                  <c:v>84.99</c:v>
                </c:pt>
                <c:pt idx="8250">
                  <c:v>169.97</c:v>
                </c:pt>
                <c:pt idx="8251">
                  <c:v>54.96</c:v>
                </c:pt>
                <c:pt idx="8252">
                  <c:v>103.98</c:v>
                </c:pt>
                <c:pt idx="8253">
                  <c:v>64.98</c:v>
                </c:pt>
                <c:pt idx="8254">
                  <c:v>118.98</c:v>
                </c:pt>
                <c:pt idx="8255">
                  <c:v>95.97</c:v>
                </c:pt>
                <c:pt idx="8256">
                  <c:v>76.42</c:v>
                </c:pt>
                <c:pt idx="8257">
                  <c:v>35.979999999999997</c:v>
                </c:pt>
                <c:pt idx="8258">
                  <c:v>76.42</c:v>
                </c:pt>
                <c:pt idx="8259">
                  <c:v>191.36</c:v>
                </c:pt>
                <c:pt idx="8260">
                  <c:v>172.97</c:v>
                </c:pt>
                <c:pt idx="8261">
                  <c:v>84.99</c:v>
                </c:pt>
                <c:pt idx="8262">
                  <c:v>65.989999999999995</c:v>
                </c:pt>
                <c:pt idx="8263">
                  <c:v>64.98</c:v>
                </c:pt>
                <c:pt idx="8264">
                  <c:v>97.98</c:v>
                </c:pt>
                <c:pt idx="8265">
                  <c:v>191.36</c:v>
                </c:pt>
                <c:pt idx="8266">
                  <c:v>65.989999999999995</c:v>
                </c:pt>
                <c:pt idx="8267">
                  <c:v>35.979999999999997</c:v>
                </c:pt>
                <c:pt idx="8268">
                  <c:v>169.97</c:v>
                </c:pt>
                <c:pt idx="8269">
                  <c:v>118.98</c:v>
                </c:pt>
                <c:pt idx="8270">
                  <c:v>65.989999999999995</c:v>
                </c:pt>
                <c:pt idx="8271">
                  <c:v>191.45</c:v>
                </c:pt>
                <c:pt idx="8272">
                  <c:v>65.989999999999995</c:v>
                </c:pt>
                <c:pt idx="8273">
                  <c:v>172.97</c:v>
                </c:pt>
                <c:pt idx="8274">
                  <c:v>84.69</c:v>
                </c:pt>
                <c:pt idx="8275">
                  <c:v>191.45</c:v>
                </c:pt>
                <c:pt idx="8276">
                  <c:v>103.98</c:v>
                </c:pt>
                <c:pt idx="8277">
                  <c:v>54.96</c:v>
                </c:pt>
                <c:pt idx="8278">
                  <c:v>97.98</c:v>
                </c:pt>
                <c:pt idx="8279">
                  <c:v>94.08</c:v>
                </c:pt>
                <c:pt idx="8280">
                  <c:v>84.69</c:v>
                </c:pt>
                <c:pt idx="8281">
                  <c:v>130.96</c:v>
                </c:pt>
                <c:pt idx="8282">
                  <c:v>95.97</c:v>
                </c:pt>
                <c:pt idx="8283">
                  <c:v>94.08</c:v>
                </c:pt>
                <c:pt idx="8284">
                  <c:v>130.96</c:v>
                </c:pt>
                <c:pt idx="8285">
                  <c:v>169.98</c:v>
                </c:pt>
                <c:pt idx="8286">
                  <c:v>115.98</c:v>
                </c:pt>
                <c:pt idx="8287">
                  <c:v>131.97999999999999</c:v>
                </c:pt>
                <c:pt idx="8288">
                  <c:v>229.97</c:v>
                </c:pt>
                <c:pt idx="8289">
                  <c:v>269.95999999999998</c:v>
                </c:pt>
                <c:pt idx="8290">
                  <c:v>229.97</c:v>
                </c:pt>
                <c:pt idx="8291">
                  <c:v>339.96</c:v>
                </c:pt>
                <c:pt idx="8292">
                  <c:v>147.97</c:v>
                </c:pt>
                <c:pt idx="8293">
                  <c:v>169.98</c:v>
                </c:pt>
                <c:pt idx="8294">
                  <c:v>-220.54</c:v>
                </c:pt>
                <c:pt idx="8295">
                  <c:v>254.97</c:v>
                </c:pt>
                <c:pt idx="8296">
                  <c:v>197.97</c:v>
                </c:pt>
                <c:pt idx="8297">
                  <c:v>189.97</c:v>
                </c:pt>
                <c:pt idx="8298">
                  <c:v>339.96</c:v>
                </c:pt>
                <c:pt idx="8299">
                  <c:v>169.98</c:v>
                </c:pt>
                <c:pt idx="8300">
                  <c:v>309.95999999999998</c:v>
                </c:pt>
                <c:pt idx="8301">
                  <c:v>208.76</c:v>
                </c:pt>
                <c:pt idx="8302">
                  <c:v>220.54</c:v>
                </c:pt>
                <c:pt idx="8303">
                  <c:v>420.44</c:v>
                </c:pt>
                <c:pt idx="8304">
                  <c:v>399.24</c:v>
                </c:pt>
                <c:pt idx="8305">
                  <c:v>176.62</c:v>
                </c:pt>
                <c:pt idx="8306">
                  <c:v>375.28</c:v>
                </c:pt>
                <c:pt idx="8307">
                  <c:v>346.23</c:v>
                </c:pt>
                <c:pt idx="8308">
                  <c:v>368.23</c:v>
                </c:pt>
                <c:pt idx="8309">
                  <c:v>459.72</c:v>
                </c:pt>
                <c:pt idx="8310">
                  <c:v>367.78</c:v>
                </c:pt>
                <c:pt idx="8311">
                  <c:v>336.32</c:v>
                </c:pt>
                <c:pt idx="8312">
                  <c:v>470.58</c:v>
                </c:pt>
                <c:pt idx="8313">
                  <c:v>91.92</c:v>
                </c:pt>
                <c:pt idx="8314">
                  <c:v>428.27</c:v>
                </c:pt>
                <c:pt idx="8315">
                  <c:v>314.36</c:v>
                </c:pt>
                <c:pt idx="8316">
                  <c:v>414.66</c:v>
                </c:pt>
                <c:pt idx="8317">
                  <c:v>430.69</c:v>
                </c:pt>
                <c:pt idx="8318">
                  <c:v>337.53</c:v>
                </c:pt>
                <c:pt idx="8319">
                  <c:v>131.97999999999999</c:v>
                </c:pt>
                <c:pt idx="8320">
                  <c:v>46.45</c:v>
                </c:pt>
                <c:pt idx="8321">
                  <c:v>131.97999999999999</c:v>
                </c:pt>
                <c:pt idx="8322">
                  <c:v>131.97999999999999</c:v>
                </c:pt>
                <c:pt idx="8323">
                  <c:v>-13.2</c:v>
                </c:pt>
                <c:pt idx="8324">
                  <c:v>121.98</c:v>
                </c:pt>
                <c:pt idx="8325">
                  <c:v>131.97999999999999</c:v>
                </c:pt>
                <c:pt idx="8326">
                  <c:v>131.97999999999999</c:v>
                </c:pt>
                <c:pt idx="8327">
                  <c:v>131.97999999999999</c:v>
                </c:pt>
                <c:pt idx="8328">
                  <c:v>216.33</c:v>
                </c:pt>
                <c:pt idx="8329">
                  <c:v>121.98</c:v>
                </c:pt>
                <c:pt idx="8330">
                  <c:v>131.97999999999999</c:v>
                </c:pt>
                <c:pt idx="8331">
                  <c:v>206.93</c:v>
                </c:pt>
                <c:pt idx="8332">
                  <c:v>59.95</c:v>
                </c:pt>
                <c:pt idx="8333">
                  <c:v>167.95</c:v>
                </c:pt>
                <c:pt idx="8334">
                  <c:v>113.46</c:v>
                </c:pt>
                <c:pt idx="8335">
                  <c:v>191.94</c:v>
                </c:pt>
                <c:pt idx="8336">
                  <c:v>83.48</c:v>
                </c:pt>
                <c:pt idx="8337">
                  <c:v>131.97999999999999</c:v>
                </c:pt>
                <c:pt idx="8338">
                  <c:v>287.45</c:v>
                </c:pt>
                <c:pt idx="8339">
                  <c:v>289.14</c:v>
                </c:pt>
                <c:pt idx="8340">
                  <c:v>319.39</c:v>
                </c:pt>
                <c:pt idx="8341">
                  <c:v>319.39</c:v>
                </c:pt>
                <c:pt idx="8342">
                  <c:v>319.39</c:v>
                </c:pt>
                <c:pt idx="8343">
                  <c:v>319.39</c:v>
                </c:pt>
                <c:pt idx="8344">
                  <c:v>319.39</c:v>
                </c:pt>
                <c:pt idx="8345">
                  <c:v>319.39</c:v>
                </c:pt>
                <c:pt idx="8346">
                  <c:v>323.98</c:v>
                </c:pt>
                <c:pt idx="8347">
                  <c:v>319.39</c:v>
                </c:pt>
                <c:pt idx="8348">
                  <c:v>296.39999999999998</c:v>
                </c:pt>
                <c:pt idx="8349">
                  <c:v>341.16</c:v>
                </c:pt>
                <c:pt idx="8350">
                  <c:v>319.39</c:v>
                </c:pt>
                <c:pt idx="8351">
                  <c:v>289.14</c:v>
                </c:pt>
                <c:pt idx="8352">
                  <c:v>319.39</c:v>
                </c:pt>
                <c:pt idx="8353">
                  <c:v>341.16</c:v>
                </c:pt>
                <c:pt idx="8354">
                  <c:v>379.87</c:v>
                </c:pt>
                <c:pt idx="8355">
                  <c:v>319.39</c:v>
                </c:pt>
                <c:pt idx="8356">
                  <c:v>228.64</c:v>
                </c:pt>
                <c:pt idx="8357">
                  <c:v>239.54</c:v>
                </c:pt>
                <c:pt idx="8358">
                  <c:v>253.71</c:v>
                </c:pt>
                <c:pt idx="8359">
                  <c:v>239.54</c:v>
                </c:pt>
                <c:pt idx="8360">
                  <c:v>250.08</c:v>
                </c:pt>
                <c:pt idx="8361">
                  <c:v>228.64</c:v>
                </c:pt>
                <c:pt idx="8362">
                  <c:v>324.18</c:v>
                </c:pt>
                <c:pt idx="8363">
                  <c:v>362.92</c:v>
                </c:pt>
                <c:pt idx="8364">
                  <c:v>506.46</c:v>
                </c:pt>
                <c:pt idx="8365">
                  <c:v>546.74</c:v>
                </c:pt>
                <c:pt idx="8366">
                  <c:v>512.5</c:v>
                </c:pt>
                <c:pt idx="8367">
                  <c:v>419.13</c:v>
                </c:pt>
                <c:pt idx="8368">
                  <c:v>521.41</c:v>
                </c:pt>
                <c:pt idx="8369">
                  <c:v>515.79999999999995</c:v>
                </c:pt>
                <c:pt idx="8370">
                  <c:v>287.86</c:v>
                </c:pt>
                <c:pt idx="8371">
                  <c:v>214.11</c:v>
                </c:pt>
                <c:pt idx="8372">
                  <c:v>63.98</c:v>
                </c:pt>
                <c:pt idx="8373">
                  <c:v>203.95</c:v>
                </c:pt>
                <c:pt idx="8374">
                  <c:v>170.99</c:v>
                </c:pt>
                <c:pt idx="8375">
                  <c:v>62.58</c:v>
                </c:pt>
                <c:pt idx="8376">
                  <c:v>130.66</c:v>
                </c:pt>
                <c:pt idx="8377">
                  <c:v>154.24</c:v>
                </c:pt>
                <c:pt idx="8378">
                  <c:v>197.97</c:v>
                </c:pt>
                <c:pt idx="8379">
                  <c:v>195.96</c:v>
                </c:pt>
                <c:pt idx="8380">
                  <c:v>10.47</c:v>
                </c:pt>
                <c:pt idx="8381">
                  <c:v>188.74</c:v>
                </c:pt>
                <c:pt idx="8382">
                  <c:v>127.24</c:v>
                </c:pt>
                <c:pt idx="8383">
                  <c:v>195.99</c:v>
                </c:pt>
                <c:pt idx="8384">
                  <c:v>250.96</c:v>
                </c:pt>
                <c:pt idx="8385">
                  <c:v>169.98</c:v>
                </c:pt>
                <c:pt idx="8386">
                  <c:v>217.92</c:v>
                </c:pt>
                <c:pt idx="8387">
                  <c:v>131.97999999999999</c:v>
                </c:pt>
                <c:pt idx="8388">
                  <c:v>169.98</c:v>
                </c:pt>
                <c:pt idx="8389">
                  <c:v>36.49</c:v>
                </c:pt>
                <c:pt idx="8390">
                  <c:v>169.98</c:v>
                </c:pt>
                <c:pt idx="8391">
                  <c:v>215.34</c:v>
                </c:pt>
                <c:pt idx="8392">
                  <c:v>283.85000000000002</c:v>
                </c:pt>
                <c:pt idx="8393">
                  <c:v>169.98</c:v>
                </c:pt>
                <c:pt idx="8394">
                  <c:v>169.98</c:v>
                </c:pt>
                <c:pt idx="8395">
                  <c:v>121.98</c:v>
                </c:pt>
                <c:pt idx="8396">
                  <c:v>254.97</c:v>
                </c:pt>
                <c:pt idx="8397">
                  <c:v>186.97</c:v>
                </c:pt>
                <c:pt idx="8398">
                  <c:v>169.98</c:v>
                </c:pt>
                <c:pt idx="8399">
                  <c:v>169.98</c:v>
                </c:pt>
                <c:pt idx="8400">
                  <c:v>254.97</c:v>
                </c:pt>
                <c:pt idx="8401">
                  <c:v>254.97</c:v>
                </c:pt>
                <c:pt idx="8402">
                  <c:v>159.97999999999999</c:v>
                </c:pt>
                <c:pt idx="8403">
                  <c:v>131.97999999999999</c:v>
                </c:pt>
                <c:pt idx="8404">
                  <c:v>152.97</c:v>
                </c:pt>
                <c:pt idx="8405">
                  <c:v>256.42</c:v>
                </c:pt>
                <c:pt idx="8406">
                  <c:v>313.92</c:v>
                </c:pt>
                <c:pt idx="8407">
                  <c:v>258.68</c:v>
                </c:pt>
                <c:pt idx="8408">
                  <c:v>297.95</c:v>
                </c:pt>
                <c:pt idx="8409">
                  <c:v>339.96</c:v>
                </c:pt>
                <c:pt idx="8410">
                  <c:v>263.95999999999998</c:v>
                </c:pt>
                <c:pt idx="8411">
                  <c:v>339.96</c:v>
                </c:pt>
                <c:pt idx="8412">
                  <c:v>317.32</c:v>
                </c:pt>
                <c:pt idx="8413">
                  <c:v>263.95999999999998</c:v>
                </c:pt>
                <c:pt idx="8414">
                  <c:v>305.11</c:v>
                </c:pt>
                <c:pt idx="8415">
                  <c:v>144.37</c:v>
                </c:pt>
                <c:pt idx="8416">
                  <c:v>116.97</c:v>
                </c:pt>
                <c:pt idx="8417">
                  <c:v>168.76</c:v>
                </c:pt>
                <c:pt idx="8418">
                  <c:v>137.97999999999999</c:v>
                </c:pt>
                <c:pt idx="8419">
                  <c:v>169.13</c:v>
                </c:pt>
                <c:pt idx="8420">
                  <c:v>84.99</c:v>
                </c:pt>
                <c:pt idx="8421">
                  <c:v>138.5</c:v>
                </c:pt>
                <c:pt idx="8422">
                  <c:v>76.09</c:v>
                </c:pt>
                <c:pt idx="8423">
                  <c:v>136.81</c:v>
                </c:pt>
                <c:pt idx="8424">
                  <c:v>84.99</c:v>
                </c:pt>
                <c:pt idx="8425">
                  <c:v>81.83</c:v>
                </c:pt>
                <c:pt idx="8426">
                  <c:v>84.14</c:v>
                </c:pt>
                <c:pt idx="8427">
                  <c:v>59.49</c:v>
                </c:pt>
                <c:pt idx="8428">
                  <c:v>83.97</c:v>
                </c:pt>
                <c:pt idx="8429">
                  <c:v>169.98</c:v>
                </c:pt>
                <c:pt idx="8430">
                  <c:v>26.49</c:v>
                </c:pt>
                <c:pt idx="8431">
                  <c:v>84.97</c:v>
                </c:pt>
                <c:pt idx="8432">
                  <c:v>131.96</c:v>
                </c:pt>
                <c:pt idx="8433">
                  <c:v>95.13</c:v>
                </c:pt>
                <c:pt idx="8434">
                  <c:v>95.98</c:v>
                </c:pt>
                <c:pt idx="8435">
                  <c:v>100.57</c:v>
                </c:pt>
                <c:pt idx="8436">
                  <c:v>254.97</c:v>
                </c:pt>
                <c:pt idx="8437">
                  <c:v>84.03</c:v>
                </c:pt>
                <c:pt idx="8438">
                  <c:v>84.14</c:v>
                </c:pt>
                <c:pt idx="8439">
                  <c:v>83.28</c:v>
                </c:pt>
                <c:pt idx="8440">
                  <c:v>84.14</c:v>
                </c:pt>
                <c:pt idx="8441">
                  <c:v>83.61</c:v>
                </c:pt>
                <c:pt idx="8442">
                  <c:v>134.97999999999999</c:v>
                </c:pt>
                <c:pt idx="8443">
                  <c:v>78.930000000000007</c:v>
                </c:pt>
                <c:pt idx="8444">
                  <c:v>145.97</c:v>
                </c:pt>
                <c:pt idx="8445">
                  <c:v>84.99</c:v>
                </c:pt>
                <c:pt idx="8446">
                  <c:v>290.93</c:v>
                </c:pt>
                <c:pt idx="8447">
                  <c:v>178.17</c:v>
                </c:pt>
                <c:pt idx="8448">
                  <c:v>255.95</c:v>
                </c:pt>
                <c:pt idx="8449">
                  <c:v>354.94</c:v>
                </c:pt>
                <c:pt idx="8450">
                  <c:v>329.95</c:v>
                </c:pt>
                <c:pt idx="8451">
                  <c:v>237.96</c:v>
                </c:pt>
                <c:pt idx="8452">
                  <c:v>224.93</c:v>
                </c:pt>
                <c:pt idx="8453">
                  <c:v>304.93</c:v>
                </c:pt>
                <c:pt idx="8454">
                  <c:v>282.82</c:v>
                </c:pt>
                <c:pt idx="8455">
                  <c:v>339.96</c:v>
                </c:pt>
                <c:pt idx="8456">
                  <c:v>237.96</c:v>
                </c:pt>
                <c:pt idx="8457">
                  <c:v>339.96</c:v>
                </c:pt>
                <c:pt idx="8458">
                  <c:v>374.95</c:v>
                </c:pt>
                <c:pt idx="8459">
                  <c:v>238.96</c:v>
                </c:pt>
                <c:pt idx="8460">
                  <c:v>339.96</c:v>
                </c:pt>
                <c:pt idx="8461">
                  <c:v>339.96</c:v>
                </c:pt>
                <c:pt idx="8462">
                  <c:v>263.95999999999998</c:v>
                </c:pt>
                <c:pt idx="8463">
                  <c:v>339.96</c:v>
                </c:pt>
                <c:pt idx="8464">
                  <c:v>263.95999999999998</c:v>
                </c:pt>
                <c:pt idx="8465">
                  <c:v>263.95999999999998</c:v>
                </c:pt>
                <c:pt idx="8466">
                  <c:v>305.95999999999998</c:v>
                </c:pt>
                <c:pt idx="8467">
                  <c:v>314.95999999999998</c:v>
                </c:pt>
                <c:pt idx="8468">
                  <c:v>65.97</c:v>
                </c:pt>
                <c:pt idx="8469">
                  <c:v>509.94</c:v>
                </c:pt>
                <c:pt idx="8470">
                  <c:v>343.33</c:v>
                </c:pt>
                <c:pt idx="8471">
                  <c:v>321.26</c:v>
                </c:pt>
                <c:pt idx="8472">
                  <c:v>329.76</c:v>
                </c:pt>
                <c:pt idx="8473">
                  <c:v>312.06</c:v>
                </c:pt>
                <c:pt idx="8474">
                  <c:v>135.97</c:v>
                </c:pt>
                <c:pt idx="8475">
                  <c:v>159.97999999999999</c:v>
                </c:pt>
                <c:pt idx="8476">
                  <c:v>196.96</c:v>
                </c:pt>
                <c:pt idx="8477">
                  <c:v>239.97</c:v>
                </c:pt>
                <c:pt idx="8478">
                  <c:v>268.95</c:v>
                </c:pt>
                <c:pt idx="8479">
                  <c:v>292.47000000000003</c:v>
                </c:pt>
                <c:pt idx="8480">
                  <c:v>182.97</c:v>
                </c:pt>
                <c:pt idx="8481">
                  <c:v>157.97</c:v>
                </c:pt>
                <c:pt idx="8482">
                  <c:v>154.13</c:v>
                </c:pt>
                <c:pt idx="8483">
                  <c:v>143.13999999999999</c:v>
                </c:pt>
                <c:pt idx="8484">
                  <c:v>205.15</c:v>
                </c:pt>
                <c:pt idx="8485">
                  <c:v>-182.97</c:v>
                </c:pt>
                <c:pt idx="8486">
                  <c:v>159.97999999999999</c:v>
                </c:pt>
                <c:pt idx="8487">
                  <c:v>294.95999999999998</c:v>
                </c:pt>
                <c:pt idx="8488">
                  <c:v>159.97999999999999</c:v>
                </c:pt>
                <c:pt idx="8489">
                  <c:v>271.97000000000003</c:v>
                </c:pt>
                <c:pt idx="8490">
                  <c:v>196.96</c:v>
                </c:pt>
                <c:pt idx="8491">
                  <c:v>157.97</c:v>
                </c:pt>
                <c:pt idx="8492">
                  <c:v>121.98</c:v>
                </c:pt>
                <c:pt idx="8493">
                  <c:v>115.88</c:v>
                </c:pt>
                <c:pt idx="8494">
                  <c:v>143.97999999999999</c:v>
                </c:pt>
                <c:pt idx="8495">
                  <c:v>239.97</c:v>
                </c:pt>
                <c:pt idx="8496">
                  <c:v>109.78</c:v>
                </c:pt>
                <c:pt idx="8497">
                  <c:v>153.13999999999999</c:v>
                </c:pt>
                <c:pt idx="8498">
                  <c:v>176.62</c:v>
                </c:pt>
                <c:pt idx="8499">
                  <c:v>79.849999999999994</c:v>
                </c:pt>
                <c:pt idx="8500">
                  <c:v>159.66999999999999</c:v>
                </c:pt>
                <c:pt idx="8501">
                  <c:v>123.38</c:v>
                </c:pt>
                <c:pt idx="8502">
                  <c:v>114.91</c:v>
                </c:pt>
                <c:pt idx="8503">
                  <c:v>116.14</c:v>
                </c:pt>
                <c:pt idx="8504">
                  <c:v>106.44</c:v>
                </c:pt>
                <c:pt idx="8505">
                  <c:v>128.24</c:v>
                </c:pt>
                <c:pt idx="8506">
                  <c:v>152.63999999999999</c:v>
                </c:pt>
                <c:pt idx="8507">
                  <c:v>94.36</c:v>
                </c:pt>
                <c:pt idx="8508">
                  <c:v>90.63</c:v>
                </c:pt>
                <c:pt idx="8509">
                  <c:v>131.97999999999999</c:v>
                </c:pt>
                <c:pt idx="8510">
                  <c:v>179.04</c:v>
                </c:pt>
                <c:pt idx="8511">
                  <c:v>79.849999999999994</c:v>
                </c:pt>
                <c:pt idx="8512">
                  <c:v>116.66</c:v>
                </c:pt>
                <c:pt idx="8513">
                  <c:v>159.69999999999999</c:v>
                </c:pt>
                <c:pt idx="8514">
                  <c:v>79.849999999999994</c:v>
                </c:pt>
                <c:pt idx="8515">
                  <c:v>131.97999999999999</c:v>
                </c:pt>
                <c:pt idx="8516">
                  <c:v>131.97999999999999</c:v>
                </c:pt>
                <c:pt idx="8517">
                  <c:v>131.97999999999999</c:v>
                </c:pt>
                <c:pt idx="8518">
                  <c:v>131.97999999999999</c:v>
                </c:pt>
                <c:pt idx="8519">
                  <c:v>110.74</c:v>
                </c:pt>
                <c:pt idx="8520">
                  <c:v>131.97999999999999</c:v>
                </c:pt>
                <c:pt idx="8521">
                  <c:v>108.96</c:v>
                </c:pt>
                <c:pt idx="8522">
                  <c:v>99.98</c:v>
                </c:pt>
                <c:pt idx="8523">
                  <c:v>84.99</c:v>
                </c:pt>
                <c:pt idx="8524">
                  <c:v>119.97</c:v>
                </c:pt>
                <c:pt idx="8525">
                  <c:v>107.48</c:v>
                </c:pt>
                <c:pt idx="8526">
                  <c:v>56.09</c:v>
                </c:pt>
                <c:pt idx="8527">
                  <c:v>149.97</c:v>
                </c:pt>
                <c:pt idx="8528">
                  <c:v>11.99</c:v>
                </c:pt>
                <c:pt idx="8529">
                  <c:v>113.67</c:v>
                </c:pt>
                <c:pt idx="8530">
                  <c:v>131.97999999999999</c:v>
                </c:pt>
                <c:pt idx="8531">
                  <c:v>80.98</c:v>
                </c:pt>
                <c:pt idx="8532">
                  <c:v>131.97999999999999</c:v>
                </c:pt>
                <c:pt idx="8533">
                  <c:v>131.97999999999999</c:v>
                </c:pt>
                <c:pt idx="8534">
                  <c:v>211.7</c:v>
                </c:pt>
                <c:pt idx="8535">
                  <c:v>271.47000000000003</c:v>
                </c:pt>
                <c:pt idx="8536">
                  <c:v>53.82</c:v>
                </c:pt>
                <c:pt idx="8537">
                  <c:v>285.62</c:v>
                </c:pt>
                <c:pt idx="8538">
                  <c:v>319.39</c:v>
                </c:pt>
                <c:pt idx="8539">
                  <c:v>135.74</c:v>
                </c:pt>
                <c:pt idx="8540">
                  <c:v>319.39</c:v>
                </c:pt>
                <c:pt idx="8541">
                  <c:v>319.39</c:v>
                </c:pt>
                <c:pt idx="8542">
                  <c:v>269.5</c:v>
                </c:pt>
                <c:pt idx="8543">
                  <c:v>309.11</c:v>
                </c:pt>
                <c:pt idx="8544">
                  <c:v>289.14</c:v>
                </c:pt>
                <c:pt idx="8545">
                  <c:v>197.97</c:v>
                </c:pt>
                <c:pt idx="8546">
                  <c:v>241.95</c:v>
                </c:pt>
                <c:pt idx="8547">
                  <c:v>319.39</c:v>
                </c:pt>
                <c:pt idx="8548">
                  <c:v>241.95</c:v>
                </c:pt>
                <c:pt idx="8549">
                  <c:v>116.97</c:v>
                </c:pt>
                <c:pt idx="8550">
                  <c:v>103.98</c:v>
                </c:pt>
                <c:pt idx="8551">
                  <c:v>144.97</c:v>
                </c:pt>
                <c:pt idx="8552">
                  <c:v>100.98</c:v>
                </c:pt>
                <c:pt idx="8553">
                  <c:v>78.98</c:v>
                </c:pt>
                <c:pt idx="8554">
                  <c:v>100.98</c:v>
                </c:pt>
                <c:pt idx="8555">
                  <c:v>68.989999999999995</c:v>
                </c:pt>
                <c:pt idx="8556">
                  <c:v>169.97</c:v>
                </c:pt>
                <c:pt idx="8557">
                  <c:v>91.97</c:v>
                </c:pt>
                <c:pt idx="8558">
                  <c:v>100.98</c:v>
                </c:pt>
                <c:pt idx="8559">
                  <c:v>84.99</c:v>
                </c:pt>
                <c:pt idx="8560">
                  <c:v>100.98</c:v>
                </c:pt>
                <c:pt idx="8561">
                  <c:v>127.97</c:v>
                </c:pt>
                <c:pt idx="8562">
                  <c:v>79.959999999999994</c:v>
                </c:pt>
                <c:pt idx="8563">
                  <c:v>144.97</c:v>
                </c:pt>
                <c:pt idx="8564">
                  <c:v>100.98</c:v>
                </c:pt>
                <c:pt idx="8565">
                  <c:v>100.98</c:v>
                </c:pt>
                <c:pt idx="8566">
                  <c:v>529.89</c:v>
                </c:pt>
                <c:pt idx="8567">
                  <c:v>669.9</c:v>
                </c:pt>
                <c:pt idx="8568">
                  <c:v>679.76</c:v>
                </c:pt>
                <c:pt idx="8569">
                  <c:v>509.94</c:v>
                </c:pt>
                <c:pt idx="8570">
                  <c:v>628.85</c:v>
                </c:pt>
                <c:pt idx="8571">
                  <c:v>179.94</c:v>
                </c:pt>
                <c:pt idx="8572">
                  <c:v>131.96</c:v>
                </c:pt>
                <c:pt idx="8573">
                  <c:v>219.94</c:v>
                </c:pt>
                <c:pt idx="8574">
                  <c:v>197.94</c:v>
                </c:pt>
                <c:pt idx="8575">
                  <c:v>131.96</c:v>
                </c:pt>
                <c:pt idx="8576">
                  <c:v>169.95</c:v>
                </c:pt>
                <c:pt idx="8577">
                  <c:v>204.68</c:v>
                </c:pt>
                <c:pt idx="8578">
                  <c:v>179.94</c:v>
                </c:pt>
                <c:pt idx="8579">
                  <c:v>197.94</c:v>
                </c:pt>
                <c:pt idx="8580">
                  <c:v>72.98</c:v>
                </c:pt>
                <c:pt idx="8581">
                  <c:v>134.94999999999999</c:v>
                </c:pt>
                <c:pt idx="8582">
                  <c:v>207.93</c:v>
                </c:pt>
                <c:pt idx="8583">
                  <c:v>203.68</c:v>
                </c:pt>
                <c:pt idx="8584">
                  <c:v>179.94</c:v>
                </c:pt>
                <c:pt idx="8585">
                  <c:v>119.96</c:v>
                </c:pt>
                <c:pt idx="8586">
                  <c:v>65.989999999999995</c:v>
                </c:pt>
                <c:pt idx="8587">
                  <c:v>359.88</c:v>
                </c:pt>
                <c:pt idx="8588">
                  <c:v>264.93</c:v>
                </c:pt>
                <c:pt idx="8589">
                  <c:v>299.89999999999998</c:v>
                </c:pt>
                <c:pt idx="8590">
                  <c:v>187.94</c:v>
                </c:pt>
                <c:pt idx="8591">
                  <c:v>131.96</c:v>
                </c:pt>
                <c:pt idx="8592">
                  <c:v>93.31</c:v>
                </c:pt>
                <c:pt idx="8593">
                  <c:v>79.72</c:v>
                </c:pt>
                <c:pt idx="8594">
                  <c:v>292.22000000000003</c:v>
                </c:pt>
                <c:pt idx="8595">
                  <c:v>151.94</c:v>
                </c:pt>
                <c:pt idx="8596">
                  <c:v>120.26</c:v>
                </c:pt>
                <c:pt idx="8597">
                  <c:v>209.93</c:v>
                </c:pt>
                <c:pt idx="8598">
                  <c:v>330.75</c:v>
                </c:pt>
                <c:pt idx="8599">
                  <c:v>174.96</c:v>
                </c:pt>
                <c:pt idx="8600">
                  <c:v>89.97</c:v>
                </c:pt>
                <c:pt idx="8601">
                  <c:v>134.54</c:v>
                </c:pt>
                <c:pt idx="8602">
                  <c:v>169.98</c:v>
                </c:pt>
                <c:pt idx="8603">
                  <c:v>97.02</c:v>
                </c:pt>
                <c:pt idx="8604">
                  <c:v>114.97</c:v>
                </c:pt>
                <c:pt idx="8605">
                  <c:v>87.49</c:v>
                </c:pt>
                <c:pt idx="8606">
                  <c:v>46.49</c:v>
                </c:pt>
                <c:pt idx="8607">
                  <c:v>204.44</c:v>
                </c:pt>
                <c:pt idx="8608">
                  <c:v>126.11</c:v>
                </c:pt>
                <c:pt idx="8609">
                  <c:v>118.78</c:v>
                </c:pt>
                <c:pt idx="8610">
                  <c:v>145.97</c:v>
                </c:pt>
                <c:pt idx="8611">
                  <c:v>145.97</c:v>
                </c:pt>
                <c:pt idx="8612">
                  <c:v>121.98</c:v>
                </c:pt>
                <c:pt idx="8613">
                  <c:v>173.97</c:v>
                </c:pt>
                <c:pt idx="8614">
                  <c:v>146.97</c:v>
                </c:pt>
                <c:pt idx="8615">
                  <c:v>131.97999999999999</c:v>
                </c:pt>
                <c:pt idx="8616">
                  <c:v>131.97999999999999</c:v>
                </c:pt>
                <c:pt idx="8617">
                  <c:v>183.97</c:v>
                </c:pt>
                <c:pt idx="8618">
                  <c:v>170.98</c:v>
                </c:pt>
                <c:pt idx="8619">
                  <c:v>151.97</c:v>
                </c:pt>
                <c:pt idx="8620">
                  <c:v>135.96</c:v>
                </c:pt>
                <c:pt idx="8621">
                  <c:v>151.97</c:v>
                </c:pt>
                <c:pt idx="8622">
                  <c:v>59.97</c:v>
                </c:pt>
                <c:pt idx="8623">
                  <c:v>151.97</c:v>
                </c:pt>
                <c:pt idx="8624">
                  <c:v>166.96</c:v>
                </c:pt>
                <c:pt idx="8625">
                  <c:v>166.96</c:v>
                </c:pt>
                <c:pt idx="8626">
                  <c:v>151.97</c:v>
                </c:pt>
                <c:pt idx="8627">
                  <c:v>151.97</c:v>
                </c:pt>
                <c:pt idx="8628">
                  <c:v>176.96</c:v>
                </c:pt>
                <c:pt idx="8629">
                  <c:v>151.97</c:v>
                </c:pt>
                <c:pt idx="8630">
                  <c:v>151.97</c:v>
                </c:pt>
                <c:pt idx="8631">
                  <c:v>150.96</c:v>
                </c:pt>
                <c:pt idx="8632">
                  <c:v>131.97999999999999</c:v>
                </c:pt>
                <c:pt idx="8633">
                  <c:v>105.98</c:v>
                </c:pt>
                <c:pt idx="8634">
                  <c:v>131.97999999999999</c:v>
                </c:pt>
                <c:pt idx="8635">
                  <c:v>115.97</c:v>
                </c:pt>
                <c:pt idx="8636">
                  <c:v>171.96</c:v>
                </c:pt>
                <c:pt idx="8637">
                  <c:v>89.97</c:v>
                </c:pt>
                <c:pt idx="8638">
                  <c:v>125.96</c:v>
                </c:pt>
                <c:pt idx="8639">
                  <c:v>79.19</c:v>
                </c:pt>
                <c:pt idx="8640">
                  <c:v>79.98</c:v>
                </c:pt>
                <c:pt idx="8641">
                  <c:v>82.38</c:v>
                </c:pt>
                <c:pt idx="8642">
                  <c:v>78.319999999999993</c:v>
                </c:pt>
                <c:pt idx="8643">
                  <c:v>50.79</c:v>
                </c:pt>
                <c:pt idx="8644">
                  <c:v>51.04</c:v>
                </c:pt>
                <c:pt idx="8645">
                  <c:v>77.98</c:v>
                </c:pt>
                <c:pt idx="8646">
                  <c:v>90.19</c:v>
                </c:pt>
                <c:pt idx="8647">
                  <c:v>83.26</c:v>
                </c:pt>
                <c:pt idx="8648">
                  <c:v>78.180000000000007</c:v>
                </c:pt>
                <c:pt idx="8649">
                  <c:v>-9.42</c:v>
                </c:pt>
                <c:pt idx="8650">
                  <c:v>65.33</c:v>
                </c:pt>
                <c:pt idx="8651">
                  <c:v>78.319999999999993</c:v>
                </c:pt>
                <c:pt idx="8652">
                  <c:v>88.18</c:v>
                </c:pt>
                <c:pt idx="8653">
                  <c:v>83.51</c:v>
                </c:pt>
                <c:pt idx="8654">
                  <c:v>52.32</c:v>
                </c:pt>
                <c:pt idx="8655">
                  <c:v>84.36</c:v>
                </c:pt>
                <c:pt idx="8656">
                  <c:v>25.44</c:v>
                </c:pt>
                <c:pt idx="8657">
                  <c:v>97.13</c:v>
                </c:pt>
                <c:pt idx="8658">
                  <c:v>78.319999999999993</c:v>
                </c:pt>
                <c:pt idx="8659">
                  <c:v>65.08</c:v>
                </c:pt>
                <c:pt idx="8660">
                  <c:v>65.33</c:v>
                </c:pt>
                <c:pt idx="8661">
                  <c:v>84.14</c:v>
                </c:pt>
                <c:pt idx="8662">
                  <c:v>76.489999999999995</c:v>
                </c:pt>
                <c:pt idx="8663">
                  <c:v>50.31</c:v>
                </c:pt>
                <c:pt idx="8664">
                  <c:v>112.12</c:v>
                </c:pt>
                <c:pt idx="8665">
                  <c:v>122.97</c:v>
                </c:pt>
                <c:pt idx="8666">
                  <c:v>65.2</c:v>
                </c:pt>
                <c:pt idx="8667">
                  <c:v>89.48</c:v>
                </c:pt>
                <c:pt idx="8668">
                  <c:v>65.459999999999994</c:v>
                </c:pt>
                <c:pt idx="8669">
                  <c:v>61.21</c:v>
                </c:pt>
                <c:pt idx="8670">
                  <c:v>51.82</c:v>
                </c:pt>
                <c:pt idx="8671">
                  <c:v>285.83999999999997</c:v>
                </c:pt>
                <c:pt idx="8672">
                  <c:v>214.95</c:v>
                </c:pt>
                <c:pt idx="8673">
                  <c:v>242.92</c:v>
                </c:pt>
                <c:pt idx="8674">
                  <c:v>83.48</c:v>
                </c:pt>
                <c:pt idx="8675">
                  <c:v>238.96</c:v>
                </c:pt>
                <c:pt idx="8676">
                  <c:v>333.51</c:v>
                </c:pt>
                <c:pt idx="8677">
                  <c:v>195.92</c:v>
                </c:pt>
                <c:pt idx="8678">
                  <c:v>399.92</c:v>
                </c:pt>
                <c:pt idx="8679">
                  <c:v>244.93</c:v>
                </c:pt>
                <c:pt idx="8680">
                  <c:v>249.97</c:v>
                </c:pt>
                <c:pt idx="8681">
                  <c:v>344.91</c:v>
                </c:pt>
                <c:pt idx="8682">
                  <c:v>269.95</c:v>
                </c:pt>
                <c:pt idx="8683">
                  <c:v>250.69</c:v>
                </c:pt>
                <c:pt idx="8684">
                  <c:v>383.33</c:v>
                </c:pt>
                <c:pt idx="8685">
                  <c:v>319.95999999999998</c:v>
                </c:pt>
                <c:pt idx="8686">
                  <c:v>319.95999999999998</c:v>
                </c:pt>
                <c:pt idx="8687">
                  <c:v>34.99</c:v>
                </c:pt>
                <c:pt idx="8688">
                  <c:v>223.96</c:v>
                </c:pt>
                <c:pt idx="8689">
                  <c:v>34.99</c:v>
                </c:pt>
                <c:pt idx="8690">
                  <c:v>208.06</c:v>
                </c:pt>
                <c:pt idx="8691">
                  <c:v>263.94</c:v>
                </c:pt>
                <c:pt idx="8692">
                  <c:v>389.94</c:v>
                </c:pt>
                <c:pt idx="8693">
                  <c:v>208.06</c:v>
                </c:pt>
                <c:pt idx="8694">
                  <c:v>389.94</c:v>
                </c:pt>
                <c:pt idx="8695">
                  <c:v>223.96</c:v>
                </c:pt>
                <c:pt idx="8696">
                  <c:v>290.52</c:v>
                </c:pt>
                <c:pt idx="8697">
                  <c:v>150.93</c:v>
                </c:pt>
                <c:pt idx="8698">
                  <c:v>94.34</c:v>
                </c:pt>
                <c:pt idx="8699">
                  <c:v>94.34</c:v>
                </c:pt>
                <c:pt idx="8700">
                  <c:v>294.95999999999998</c:v>
                </c:pt>
                <c:pt idx="8701">
                  <c:v>294.95999999999998</c:v>
                </c:pt>
                <c:pt idx="8702">
                  <c:v>319.95999999999998</c:v>
                </c:pt>
                <c:pt idx="8703">
                  <c:v>319.95999999999998</c:v>
                </c:pt>
                <c:pt idx="8704">
                  <c:v>314.32</c:v>
                </c:pt>
                <c:pt idx="8705">
                  <c:v>150.93</c:v>
                </c:pt>
                <c:pt idx="8706">
                  <c:v>263.94</c:v>
                </c:pt>
                <c:pt idx="8707">
                  <c:v>314.32</c:v>
                </c:pt>
                <c:pt idx="8708">
                  <c:v>319.95999999999998</c:v>
                </c:pt>
                <c:pt idx="8709">
                  <c:v>319.95999999999998</c:v>
                </c:pt>
                <c:pt idx="8710">
                  <c:v>185.34</c:v>
                </c:pt>
                <c:pt idx="8711">
                  <c:v>319.95999999999998</c:v>
                </c:pt>
                <c:pt idx="8712">
                  <c:v>290.52</c:v>
                </c:pt>
                <c:pt idx="8713">
                  <c:v>319.95999999999998</c:v>
                </c:pt>
                <c:pt idx="8714">
                  <c:v>185.34</c:v>
                </c:pt>
                <c:pt idx="8715">
                  <c:v>129.97999999999999</c:v>
                </c:pt>
                <c:pt idx="8716">
                  <c:v>74.89</c:v>
                </c:pt>
                <c:pt idx="8717">
                  <c:v>72.989999999999995</c:v>
                </c:pt>
                <c:pt idx="8718">
                  <c:v>98.98</c:v>
                </c:pt>
                <c:pt idx="8719">
                  <c:v>79.989999999999995</c:v>
                </c:pt>
                <c:pt idx="8720">
                  <c:v>79.989999999999995</c:v>
                </c:pt>
                <c:pt idx="8721">
                  <c:v>92.88</c:v>
                </c:pt>
                <c:pt idx="8722">
                  <c:v>114.6</c:v>
                </c:pt>
                <c:pt idx="8723">
                  <c:v>79.989999999999995</c:v>
                </c:pt>
                <c:pt idx="8724">
                  <c:v>79.989999999999995</c:v>
                </c:pt>
                <c:pt idx="8725">
                  <c:v>60.99</c:v>
                </c:pt>
                <c:pt idx="8726">
                  <c:v>94.98</c:v>
                </c:pt>
                <c:pt idx="8727">
                  <c:v>78.349999999999994</c:v>
                </c:pt>
                <c:pt idx="8728">
                  <c:v>82.38</c:v>
                </c:pt>
                <c:pt idx="8729">
                  <c:v>131.97</c:v>
                </c:pt>
                <c:pt idx="8730">
                  <c:v>94.98</c:v>
                </c:pt>
                <c:pt idx="8731">
                  <c:v>79.989999999999995</c:v>
                </c:pt>
                <c:pt idx="8732">
                  <c:v>60.99</c:v>
                </c:pt>
                <c:pt idx="8733">
                  <c:v>75.98</c:v>
                </c:pt>
                <c:pt idx="8734">
                  <c:v>76.819999999999993</c:v>
                </c:pt>
                <c:pt idx="8735">
                  <c:v>79.989999999999995</c:v>
                </c:pt>
                <c:pt idx="8736">
                  <c:v>79.989999999999995</c:v>
                </c:pt>
                <c:pt idx="8737">
                  <c:v>79.040000000000006</c:v>
                </c:pt>
                <c:pt idx="8738">
                  <c:v>59.22</c:v>
                </c:pt>
                <c:pt idx="8739">
                  <c:v>77.47</c:v>
                </c:pt>
                <c:pt idx="8740">
                  <c:v>79.989999999999995</c:v>
                </c:pt>
                <c:pt idx="8741">
                  <c:v>79.989999999999995</c:v>
                </c:pt>
                <c:pt idx="8742">
                  <c:v>94.98</c:v>
                </c:pt>
                <c:pt idx="8743">
                  <c:v>93.38</c:v>
                </c:pt>
                <c:pt idx="8744">
                  <c:v>94.98</c:v>
                </c:pt>
                <c:pt idx="8745">
                  <c:v>74.45</c:v>
                </c:pt>
                <c:pt idx="8746">
                  <c:v>79.989999999999995</c:v>
                </c:pt>
                <c:pt idx="8747">
                  <c:v>75.98</c:v>
                </c:pt>
                <c:pt idx="8748">
                  <c:v>79.989999999999995</c:v>
                </c:pt>
                <c:pt idx="8749">
                  <c:v>60.99</c:v>
                </c:pt>
                <c:pt idx="8750">
                  <c:v>77.44</c:v>
                </c:pt>
                <c:pt idx="8751">
                  <c:v>79.040000000000006</c:v>
                </c:pt>
                <c:pt idx="8752">
                  <c:v>156.02000000000001</c:v>
                </c:pt>
                <c:pt idx="8753">
                  <c:v>153.38999999999999</c:v>
                </c:pt>
                <c:pt idx="8754">
                  <c:v>159.69999999999999</c:v>
                </c:pt>
                <c:pt idx="8755">
                  <c:v>135.5</c:v>
                </c:pt>
                <c:pt idx="8756">
                  <c:v>227.56</c:v>
                </c:pt>
                <c:pt idx="8757">
                  <c:v>158.41</c:v>
                </c:pt>
                <c:pt idx="8758">
                  <c:v>143.72</c:v>
                </c:pt>
                <c:pt idx="8759">
                  <c:v>171.72</c:v>
                </c:pt>
                <c:pt idx="8760">
                  <c:v>122.63</c:v>
                </c:pt>
                <c:pt idx="8761">
                  <c:v>159.69999999999999</c:v>
                </c:pt>
                <c:pt idx="8762">
                  <c:v>177.59</c:v>
                </c:pt>
                <c:pt idx="8763">
                  <c:v>180.27</c:v>
                </c:pt>
                <c:pt idx="8764">
                  <c:v>164.52</c:v>
                </c:pt>
                <c:pt idx="8765">
                  <c:v>287.93</c:v>
                </c:pt>
                <c:pt idx="8766">
                  <c:v>192.84</c:v>
                </c:pt>
                <c:pt idx="8767">
                  <c:v>158.1</c:v>
                </c:pt>
                <c:pt idx="8768">
                  <c:v>211.94</c:v>
                </c:pt>
                <c:pt idx="8769">
                  <c:v>230.61</c:v>
                </c:pt>
                <c:pt idx="8770">
                  <c:v>236.94</c:v>
                </c:pt>
                <c:pt idx="8771">
                  <c:v>182.57</c:v>
                </c:pt>
                <c:pt idx="8772">
                  <c:v>236.94</c:v>
                </c:pt>
                <c:pt idx="8773">
                  <c:v>197.97</c:v>
                </c:pt>
                <c:pt idx="8774">
                  <c:v>185.95</c:v>
                </c:pt>
                <c:pt idx="8775">
                  <c:v>197.97</c:v>
                </c:pt>
                <c:pt idx="8776">
                  <c:v>197.97</c:v>
                </c:pt>
                <c:pt idx="8777">
                  <c:v>63.83</c:v>
                </c:pt>
                <c:pt idx="8778">
                  <c:v>73.8</c:v>
                </c:pt>
                <c:pt idx="8779">
                  <c:v>71.58</c:v>
                </c:pt>
                <c:pt idx="8780">
                  <c:v>73.8</c:v>
                </c:pt>
                <c:pt idx="8781">
                  <c:v>141.82</c:v>
                </c:pt>
                <c:pt idx="8782">
                  <c:v>73.8</c:v>
                </c:pt>
                <c:pt idx="8783">
                  <c:v>240.54</c:v>
                </c:pt>
                <c:pt idx="8784">
                  <c:v>73.8</c:v>
                </c:pt>
                <c:pt idx="8785">
                  <c:v>153.65</c:v>
                </c:pt>
                <c:pt idx="8786">
                  <c:v>239.54</c:v>
                </c:pt>
                <c:pt idx="8787">
                  <c:v>96.78</c:v>
                </c:pt>
                <c:pt idx="8788">
                  <c:v>173.94</c:v>
                </c:pt>
                <c:pt idx="8789">
                  <c:v>73.8</c:v>
                </c:pt>
                <c:pt idx="8790">
                  <c:v>73.8</c:v>
                </c:pt>
                <c:pt idx="8791">
                  <c:v>76.69</c:v>
                </c:pt>
                <c:pt idx="8792">
                  <c:v>116.14</c:v>
                </c:pt>
                <c:pt idx="8793">
                  <c:v>73.8</c:v>
                </c:pt>
                <c:pt idx="8794">
                  <c:v>195.79</c:v>
                </c:pt>
                <c:pt idx="8795">
                  <c:v>96.78</c:v>
                </c:pt>
                <c:pt idx="8796">
                  <c:v>72.09</c:v>
                </c:pt>
                <c:pt idx="8797">
                  <c:v>70.790000000000006</c:v>
                </c:pt>
                <c:pt idx="8798">
                  <c:v>157.30000000000001</c:v>
                </c:pt>
                <c:pt idx="8799">
                  <c:v>96.78</c:v>
                </c:pt>
                <c:pt idx="8800">
                  <c:v>73.8</c:v>
                </c:pt>
                <c:pt idx="8801">
                  <c:v>131.36000000000001</c:v>
                </c:pt>
                <c:pt idx="8802">
                  <c:v>73.8</c:v>
                </c:pt>
                <c:pt idx="8803">
                  <c:v>111.27</c:v>
                </c:pt>
                <c:pt idx="8804">
                  <c:v>108.88</c:v>
                </c:pt>
                <c:pt idx="8805">
                  <c:v>70.98</c:v>
                </c:pt>
                <c:pt idx="8806">
                  <c:v>147.6</c:v>
                </c:pt>
                <c:pt idx="8807">
                  <c:v>73.8</c:v>
                </c:pt>
                <c:pt idx="8808">
                  <c:v>79.849999999999994</c:v>
                </c:pt>
                <c:pt idx="8809">
                  <c:v>73.8</c:v>
                </c:pt>
                <c:pt idx="8810">
                  <c:v>153.65</c:v>
                </c:pt>
                <c:pt idx="8811">
                  <c:v>96.78</c:v>
                </c:pt>
                <c:pt idx="8812">
                  <c:v>222.97</c:v>
                </c:pt>
                <c:pt idx="8813">
                  <c:v>188.97</c:v>
                </c:pt>
                <c:pt idx="8814">
                  <c:v>231.96</c:v>
                </c:pt>
                <c:pt idx="8815">
                  <c:v>263.95999999999998</c:v>
                </c:pt>
                <c:pt idx="8816">
                  <c:v>243.33</c:v>
                </c:pt>
                <c:pt idx="8817">
                  <c:v>153.97999999999999</c:v>
                </c:pt>
                <c:pt idx="8818">
                  <c:v>215.96</c:v>
                </c:pt>
                <c:pt idx="8819">
                  <c:v>332.44</c:v>
                </c:pt>
                <c:pt idx="8820">
                  <c:v>160.97</c:v>
                </c:pt>
                <c:pt idx="8821">
                  <c:v>470</c:v>
                </c:pt>
                <c:pt idx="8822">
                  <c:v>412.21</c:v>
                </c:pt>
                <c:pt idx="8823">
                  <c:v>448.84</c:v>
                </c:pt>
                <c:pt idx="8824">
                  <c:v>101.01</c:v>
                </c:pt>
                <c:pt idx="8825">
                  <c:v>77.37</c:v>
                </c:pt>
                <c:pt idx="8826">
                  <c:v>68.97</c:v>
                </c:pt>
                <c:pt idx="8827">
                  <c:v>89.97</c:v>
                </c:pt>
                <c:pt idx="8828">
                  <c:v>80.37</c:v>
                </c:pt>
                <c:pt idx="8829">
                  <c:v>119.96</c:v>
                </c:pt>
                <c:pt idx="8830">
                  <c:v>89.97</c:v>
                </c:pt>
                <c:pt idx="8831">
                  <c:v>87.89</c:v>
                </c:pt>
                <c:pt idx="8832">
                  <c:v>58.91</c:v>
                </c:pt>
                <c:pt idx="8833">
                  <c:v>52.48</c:v>
                </c:pt>
                <c:pt idx="8834">
                  <c:v>89.97</c:v>
                </c:pt>
                <c:pt idx="8835">
                  <c:v>89.97</c:v>
                </c:pt>
                <c:pt idx="8836">
                  <c:v>85.97</c:v>
                </c:pt>
                <c:pt idx="8837">
                  <c:v>89.97</c:v>
                </c:pt>
                <c:pt idx="8838">
                  <c:v>83.47</c:v>
                </c:pt>
                <c:pt idx="8839">
                  <c:v>78.97</c:v>
                </c:pt>
                <c:pt idx="8840">
                  <c:v>89.97</c:v>
                </c:pt>
                <c:pt idx="8841">
                  <c:v>89.97</c:v>
                </c:pt>
                <c:pt idx="8842">
                  <c:v>74.97</c:v>
                </c:pt>
                <c:pt idx="8843">
                  <c:v>57.28</c:v>
                </c:pt>
                <c:pt idx="8844">
                  <c:v>89.97</c:v>
                </c:pt>
                <c:pt idx="8845">
                  <c:v>81.97</c:v>
                </c:pt>
                <c:pt idx="8846">
                  <c:v>119.96</c:v>
                </c:pt>
                <c:pt idx="8847">
                  <c:v>89.97</c:v>
                </c:pt>
                <c:pt idx="8848">
                  <c:v>74.97</c:v>
                </c:pt>
                <c:pt idx="8849">
                  <c:v>80.97</c:v>
                </c:pt>
                <c:pt idx="8850">
                  <c:v>62.97</c:v>
                </c:pt>
                <c:pt idx="8851">
                  <c:v>89.96</c:v>
                </c:pt>
                <c:pt idx="8852">
                  <c:v>87.57</c:v>
                </c:pt>
                <c:pt idx="8853">
                  <c:v>80.22</c:v>
                </c:pt>
                <c:pt idx="8854">
                  <c:v>89.97</c:v>
                </c:pt>
                <c:pt idx="8855">
                  <c:v>76.64</c:v>
                </c:pt>
                <c:pt idx="8856">
                  <c:v>85.97</c:v>
                </c:pt>
                <c:pt idx="8857">
                  <c:v>85.97</c:v>
                </c:pt>
                <c:pt idx="8858">
                  <c:v>52.48</c:v>
                </c:pt>
                <c:pt idx="8859">
                  <c:v>103.96</c:v>
                </c:pt>
                <c:pt idx="8860">
                  <c:v>52.48</c:v>
                </c:pt>
                <c:pt idx="8861">
                  <c:v>89.97</c:v>
                </c:pt>
                <c:pt idx="8862">
                  <c:v>62.98</c:v>
                </c:pt>
                <c:pt idx="8863">
                  <c:v>69.400000000000006</c:v>
                </c:pt>
                <c:pt idx="8864">
                  <c:v>49.27</c:v>
                </c:pt>
                <c:pt idx="8865">
                  <c:v>85.97</c:v>
                </c:pt>
                <c:pt idx="8866">
                  <c:v>117.96</c:v>
                </c:pt>
                <c:pt idx="8867">
                  <c:v>187.97</c:v>
                </c:pt>
                <c:pt idx="8868">
                  <c:v>283.89999999999998</c:v>
                </c:pt>
                <c:pt idx="8869">
                  <c:v>387.92</c:v>
                </c:pt>
                <c:pt idx="8870">
                  <c:v>339.96</c:v>
                </c:pt>
                <c:pt idx="8871">
                  <c:v>509.94</c:v>
                </c:pt>
                <c:pt idx="8872">
                  <c:v>369.94</c:v>
                </c:pt>
                <c:pt idx="8873">
                  <c:v>263.95999999999998</c:v>
                </c:pt>
                <c:pt idx="8874">
                  <c:v>438.9</c:v>
                </c:pt>
                <c:pt idx="8875">
                  <c:v>307.92</c:v>
                </c:pt>
                <c:pt idx="8876">
                  <c:v>197.97</c:v>
                </c:pt>
                <c:pt idx="8877">
                  <c:v>254.97</c:v>
                </c:pt>
                <c:pt idx="8878">
                  <c:v>254.97</c:v>
                </c:pt>
                <c:pt idx="8879">
                  <c:v>137.58000000000001</c:v>
                </c:pt>
                <c:pt idx="8880">
                  <c:v>197.97</c:v>
                </c:pt>
                <c:pt idx="8881">
                  <c:v>199.77</c:v>
                </c:pt>
                <c:pt idx="8882">
                  <c:v>197.97</c:v>
                </c:pt>
                <c:pt idx="8883">
                  <c:v>197.97</c:v>
                </c:pt>
                <c:pt idx="8884">
                  <c:v>254.97</c:v>
                </c:pt>
                <c:pt idx="8885">
                  <c:v>161.96</c:v>
                </c:pt>
                <c:pt idx="8886">
                  <c:v>40.49</c:v>
                </c:pt>
                <c:pt idx="8887">
                  <c:v>169.98</c:v>
                </c:pt>
                <c:pt idx="8888">
                  <c:v>59.96</c:v>
                </c:pt>
                <c:pt idx="8889">
                  <c:v>79.98</c:v>
                </c:pt>
                <c:pt idx="8890">
                  <c:v>79.98</c:v>
                </c:pt>
                <c:pt idx="8891">
                  <c:v>127.46</c:v>
                </c:pt>
                <c:pt idx="8892">
                  <c:v>254.97</c:v>
                </c:pt>
                <c:pt idx="8893">
                  <c:v>197.97</c:v>
                </c:pt>
                <c:pt idx="8894">
                  <c:v>129.96</c:v>
                </c:pt>
                <c:pt idx="8895">
                  <c:v>229.97</c:v>
                </c:pt>
                <c:pt idx="8896">
                  <c:v>227.95</c:v>
                </c:pt>
                <c:pt idx="8897">
                  <c:v>254.97</c:v>
                </c:pt>
                <c:pt idx="8898">
                  <c:v>149.97</c:v>
                </c:pt>
                <c:pt idx="8899">
                  <c:v>149.97</c:v>
                </c:pt>
                <c:pt idx="8900">
                  <c:v>157.96</c:v>
                </c:pt>
                <c:pt idx="8901">
                  <c:v>98.97</c:v>
                </c:pt>
                <c:pt idx="8902">
                  <c:v>131.97999999999999</c:v>
                </c:pt>
                <c:pt idx="8903">
                  <c:v>131.97999999999999</c:v>
                </c:pt>
                <c:pt idx="8904">
                  <c:v>37.479999999999997</c:v>
                </c:pt>
                <c:pt idx="8905">
                  <c:v>167.96</c:v>
                </c:pt>
                <c:pt idx="8906">
                  <c:v>119.27</c:v>
                </c:pt>
                <c:pt idx="8907">
                  <c:v>131.97999999999999</c:v>
                </c:pt>
                <c:pt idx="8908">
                  <c:v>164.96</c:v>
                </c:pt>
                <c:pt idx="8909">
                  <c:v>101.94</c:v>
                </c:pt>
                <c:pt idx="8910">
                  <c:v>132.97</c:v>
                </c:pt>
                <c:pt idx="8911">
                  <c:v>207.94</c:v>
                </c:pt>
                <c:pt idx="8912">
                  <c:v>64.98</c:v>
                </c:pt>
                <c:pt idx="8913">
                  <c:v>201.27</c:v>
                </c:pt>
                <c:pt idx="8914">
                  <c:v>145.13999999999999</c:v>
                </c:pt>
                <c:pt idx="8915">
                  <c:v>67.959999999999994</c:v>
                </c:pt>
                <c:pt idx="8916">
                  <c:v>101.97</c:v>
                </c:pt>
                <c:pt idx="8917">
                  <c:v>119.96</c:v>
                </c:pt>
                <c:pt idx="8918">
                  <c:v>207.9</c:v>
                </c:pt>
                <c:pt idx="8919">
                  <c:v>169.98</c:v>
                </c:pt>
                <c:pt idx="8920">
                  <c:v>233.18</c:v>
                </c:pt>
                <c:pt idx="8921">
                  <c:v>237.96</c:v>
                </c:pt>
                <c:pt idx="8922">
                  <c:v>284.95</c:v>
                </c:pt>
                <c:pt idx="8923">
                  <c:v>77.13</c:v>
                </c:pt>
                <c:pt idx="8924">
                  <c:v>150.18</c:v>
                </c:pt>
                <c:pt idx="8925">
                  <c:v>100.98</c:v>
                </c:pt>
                <c:pt idx="8926">
                  <c:v>248.2</c:v>
                </c:pt>
                <c:pt idx="8927">
                  <c:v>97.63</c:v>
                </c:pt>
                <c:pt idx="8928">
                  <c:v>177.17</c:v>
                </c:pt>
                <c:pt idx="8929">
                  <c:v>131.84</c:v>
                </c:pt>
                <c:pt idx="8930">
                  <c:v>242.21</c:v>
                </c:pt>
                <c:pt idx="8931">
                  <c:v>92.48</c:v>
                </c:pt>
                <c:pt idx="8932">
                  <c:v>314.95</c:v>
                </c:pt>
                <c:pt idx="8933">
                  <c:v>373.95</c:v>
                </c:pt>
                <c:pt idx="8934">
                  <c:v>-0.75</c:v>
                </c:pt>
                <c:pt idx="8935">
                  <c:v>73.48</c:v>
                </c:pt>
                <c:pt idx="8936">
                  <c:v>62.57</c:v>
                </c:pt>
                <c:pt idx="8937">
                  <c:v>419.28</c:v>
                </c:pt>
                <c:pt idx="8938">
                  <c:v>108.49</c:v>
                </c:pt>
                <c:pt idx="8939">
                  <c:v>19.739999999999998</c:v>
                </c:pt>
                <c:pt idx="8940">
                  <c:v>266.94</c:v>
                </c:pt>
                <c:pt idx="8941">
                  <c:v>297.82</c:v>
                </c:pt>
                <c:pt idx="8942">
                  <c:v>403.94</c:v>
                </c:pt>
                <c:pt idx="8943">
                  <c:v>323.93</c:v>
                </c:pt>
                <c:pt idx="8944">
                  <c:v>256.87</c:v>
                </c:pt>
                <c:pt idx="8945">
                  <c:v>189.93</c:v>
                </c:pt>
                <c:pt idx="8946">
                  <c:v>577.92999999999995</c:v>
                </c:pt>
                <c:pt idx="8947">
                  <c:v>689.9</c:v>
                </c:pt>
                <c:pt idx="8948">
                  <c:v>356.83</c:v>
                </c:pt>
                <c:pt idx="8949">
                  <c:v>55.17</c:v>
                </c:pt>
                <c:pt idx="8950">
                  <c:v>169.98</c:v>
                </c:pt>
                <c:pt idx="8951">
                  <c:v>344.95</c:v>
                </c:pt>
                <c:pt idx="8952">
                  <c:v>169.98</c:v>
                </c:pt>
                <c:pt idx="8953">
                  <c:v>105.98</c:v>
                </c:pt>
                <c:pt idx="8954">
                  <c:v>120.98</c:v>
                </c:pt>
                <c:pt idx="8955">
                  <c:v>65.989999999999995</c:v>
                </c:pt>
                <c:pt idx="8956">
                  <c:v>84.99</c:v>
                </c:pt>
                <c:pt idx="8957">
                  <c:v>115.97</c:v>
                </c:pt>
                <c:pt idx="8958">
                  <c:v>83.29</c:v>
                </c:pt>
                <c:pt idx="8959">
                  <c:v>82.44</c:v>
                </c:pt>
                <c:pt idx="8960">
                  <c:v>79.89</c:v>
                </c:pt>
                <c:pt idx="8961">
                  <c:v>84.99</c:v>
                </c:pt>
                <c:pt idx="8962">
                  <c:v>82.13</c:v>
                </c:pt>
                <c:pt idx="8963">
                  <c:v>84.99</c:v>
                </c:pt>
                <c:pt idx="8964">
                  <c:v>84.99</c:v>
                </c:pt>
                <c:pt idx="8965">
                  <c:v>83.29</c:v>
                </c:pt>
                <c:pt idx="8966">
                  <c:v>84.99</c:v>
                </c:pt>
                <c:pt idx="8967">
                  <c:v>84.99</c:v>
                </c:pt>
                <c:pt idx="8968">
                  <c:v>84.99</c:v>
                </c:pt>
                <c:pt idx="8969">
                  <c:v>84.99</c:v>
                </c:pt>
                <c:pt idx="8970">
                  <c:v>84.99</c:v>
                </c:pt>
                <c:pt idx="8971">
                  <c:v>84.99</c:v>
                </c:pt>
                <c:pt idx="8972">
                  <c:v>65.989999999999995</c:v>
                </c:pt>
                <c:pt idx="8973">
                  <c:v>84.99</c:v>
                </c:pt>
                <c:pt idx="8974">
                  <c:v>84.99</c:v>
                </c:pt>
                <c:pt idx="8975">
                  <c:v>79.930000000000007</c:v>
                </c:pt>
                <c:pt idx="8976">
                  <c:v>65.989999999999995</c:v>
                </c:pt>
                <c:pt idx="8977">
                  <c:v>81.38</c:v>
                </c:pt>
                <c:pt idx="8978">
                  <c:v>146.97</c:v>
                </c:pt>
                <c:pt idx="8979">
                  <c:v>146.97</c:v>
                </c:pt>
                <c:pt idx="8980">
                  <c:v>115.97</c:v>
                </c:pt>
                <c:pt idx="8981">
                  <c:v>169.98</c:v>
                </c:pt>
                <c:pt idx="8982">
                  <c:v>59.05</c:v>
                </c:pt>
                <c:pt idx="8983">
                  <c:v>94.96</c:v>
                </c:pt>
                <c:pt idx="8984">
                  <c:v>59.05</c:v>
                </c:pt>
                <c:pt idx="8985">
                  <c:v>28.73</c:v>
                </c:pt>
                <c:pt idx="8986">
                  <c:v>146.97</c:v>
                </c:pt>
                <c:pt idx="8987">
                  <c:v>51.49</c:v>
                </c:pt>
                <c:pt idx="8988">
                  <c:v>131.74</c:v>
                </c:pt>
                <c:pt idx="8989">
                  <c:v>131.74</c:v>
                </c:pt>
                <c:pt idx="8990">
                  <c:v>28.73</c:v>
                </c:pt>
                <c:pt idx="8991">
                  <c:v>206.97</c:v>
                </c:pt>
                <c:pt idx="8992">
                  <c:v>103.97</c:v>
                </c:pt>
                <c:pt idx="8993">
                  <c:v>28.73</c:v>
                </c:pt>
                <c:pt idx="8994">
                  <c:v>206.97</c:v>
                </c:pt>
                <c:pt idx="8995">
                  <c:v>206.97</c:v>
                </c:pt>
                <c:pt idx="8996">
                  <c:v>169.98</c:v>
                </c:pt>
                <c:pt idx="8997">
                  <c:v>171.48</c:v>
                </c:pt>
                <c:pt idx="8998">
                  <c:v>171.48</c:v>
                </c:pt>
                <c:pt idx="8999">
                  <c:v>171.48</c:v>
                </c:pt>
                <c:pt idx="9000">
                  <c:v>174.97</c:v>
                </c:pt>
                <c:pt idx="9001">
                  <c:v>115.97</c:v>
                </c:pt>
                <c:pt idx="9002">
                  <c:v>131.74</c:v>
                </c:pt>
                <c:pt idx="9003">
                  <c:v>115.97</c:v>
                </c:pt>
                <c:pt idx="9004">
                  <c:v>51.49</c:v>
                </c:pt>
                <c:pt idx="9005">
                  <c:v>121.98</c:v>
                </c:pt>
                <c:pt idx="9006">
                  <c:v>174.97</c:v>
                </c:pt>
                <c:pt idx="9007">
                  <c:v>54.99</c:v>
                </c:pt>
                <c:pt idx="9008">
                  <c:v>94.96</c:v>
                </c:pt>
                <c:pt idx="9009">
                  <c:v>121.98</c:v>
                </c:pt>
                <c:pt idx="9010">
                  <c:v>121.98</c:v>
                </c:pt>
                <c:pt idx="9011">
                  <c:v>94.96</c:v>
                </c:pt>
                <c:pt idx="9012">
                  <c:v>121.98</c:v>
                </c:pt>
                <c:pt idx="9013">
                  <c:v>127.97</c:v>
                </c:pt>
                <c:pt idx="9014">
                  <c:v>118.99</c:v>
                </c:pt>
                <c:pt idx="9015">
                  <c:v>118.99</c:v>
                </c:pt>
                <c:pt idx="9016">
                  <c:v>118.99</c:v>
                </c:pt>
                <c:pt idx="9017">
                  <c:v>127.97</c:v>
                </c:pt>
                <c:pt idx="9018">
                  <c:v>68.989999999999995</c:v>
                </c:pt>
                <c:pt idx="9019">
                  <c:v>184.97</c:v>
                </c:pt>
                <c:pt idx="9020">
                  <c:v>68.989999999999995</c:v>
                </c:pt>
                <c:pt idx="9021">
                  <c:v>68.989999999999995</c:v>
                </c:pt>
                <c:pt idx="9022">
                  <c:v>121.98</c:v>
                </c:pt>
                <c:pt idx="9023">
                  <c:v>184.97</c:v>
                </c:pt>
                <c:pt idx="9024">
                  <c:v>84.99</c:v>
                </c:pt>
                <c:pt idx="9025">
                  <c:v>103.97</c:v>
                </c:pt>
                <c:pt idx="9026">
                  <c:v>84.99</c:v>
                </c:pt>
                <c:pt idx="9027">
                  <c:v>141.97</c:v>
                </c:pt>
                <c:pt idx="9028">
                  <c:v>169.98</c:v>
                </c:pt>
                <c:pt idx="9029">
                  <c:v>169.98</c:v>
                </c:pt>
                <c:pt idx="9030">
                  <c:v>169.98</c:v>
                </c:pt>
                <c:pt idx="9031">
                  <c:v>174.97</c:v>
                </c:pt>
                <c:pt idx="9032">
                  <c:v>84.99</c:v>
                </c:pt>
                <c:pt idx="9033">
                  <c:v>103.97</c:v>
                </c:pt>
                <c:pt idx="9034">
                  <c:v>59.05</c:v>
                </c:pt>
                <c:pt idx="9035">
                  <c:v>169.98</c:v>
                </c:pt>
                <c:pt idx="9036">
                  <c:v>169.98</c:v>
                </c:pt>
                <c:pt idx="9037">
                  <c:v>169.98</c:v>
                </c:pt>
                <c:pt idx="9038">
                  <c:v>169.98</c:v>
                </c:pt>
                <c:pt idx="9039">
                  <c:v>121.98</c:v>
                </c:pt>
                <c:pt idx="9040">
                  <c:v>127.97</c:v>
                </c:pt>
                <c:pt idx="9041">
                  <c:v>141.97</c:v>
                </c:pt>
                <c:pt idx="9042">
                  <c:v>54.99</c:v>
                </c:pt>
                <c:pt idx="9043">
                  <c:v>141.97</c:v>
                </c:pt>
                <c:pt idx="9044">
                  <c:v>54.99</c:v>
                </c:pt>
                <c:pt idx="9045">
                  <c:v>84.99</c:v>
                </c:pt>
                <c:pt idx="9046">
                  <c:v>184.97</c:v>
                </c:pt>
                <c:pt idx="9047">
                  <c:v>84.99</c:v>
                </c:pt>
                <c:pt idx="9048">
                  <c:v>84.99</c:v>
                </c:pt>
                <c:pt idx="9049">
                  <c:v>131.97999999999999</c:v>
                </c:pt>
                <c:pt idx="9050">
                  <c:v>169.98</c:v>
                </c:pt>
                <c:pt idx="9051">
                  <c:v>169.98</c:v>
                </c:pt>
                <c:pt idx="9052">
                  <c:v>179.97</c:v>
                </c:pt>
                <c:pt idx="9053">
                  <c:v>131.97999999999999</c:v>
                </c:pt>
                <c:pt idx="9054">
                  <c:v>169.98</c:v>
                </c:pt>
                <c:pt idx="9055">
                  <c:v>169.98</c:v>
                </c:pt>
                <c:pt idx="9056">
                  <c:v>179.97</c:v>
                </c:pt>
                <c:pt idx="9057">
                  <c:v>84.99</c:v>
                </c:pt>
                <c:pt idx="9058">
                  <c:v>99.98</c:v>
                </c:pt>
                <c:pt idx="9059">
                  <c:v>99.98</c:v>
                </c:pt>
                <c:pt idx="9060">
                  <c:v>99.98</c:v>
                </c:pt>
                <c:pt idx="9061">
                  <c:v>84.99</c:v>
                </c:pt>
                <c:pt idx="9062">
                  <c:v>194.96</c:v>
                </c:pt>
                <c:pt idx="9063">
                  <c:v>194.96</c:v>
                </c:pt>
                <c:pt idx="9064">
                  <c:v>194.96</c:v>
                </c:pt>
                <c:pt idx="9065">
                  <c:v>84.99</c:v>
                </c:pt>
                <c:pt idx="9066">
                  <c:v>84.99</c:v>
                </c:pt>
                <c:pt idx="9067">
                  <c:v>169.98</c:v>
                </c:pt>
                <c:pt idx="9068">
                  <c:v>84.99</c:v>
                </c:pt>
                <c:pt idx="9069">
                  <c:v>84.99</c:v>
                </c:pt>
                <c:pt idx="9070">
                  <c:v>131.97999999999999</c:v>
                </c:pt>
                <c:pt idx="9071">
                  <c:v>84.99</c:v>
                </c:pt>
                <c:pt idx="9072">
                  <c:v>152.06</c:v>
                </c:pt>
                <c:pt idx="9073">
                  <c:v>131.97999999999999</c:v>
                </c:pt>
                <c:pt idx="9074">
                  <c:v>169.98</c:v>
                </c:pt>
                <c:pt idx="9075">
                  <c:v>169.98</c:v>
                </c:pt>
                <c:pt idx="9076">
                  <c:v>169.98</c:v>
                </c:pt>
                <c:pt idx="9077">
                  <c:v>96.97</c:v>
                </c:pt>
                <c:pt idx="9078">
                  <c:v>96.97</c:v>
                </c:pt>
                <c:pt idx="9079">
                  <c:v>96.97</c:v>
                </c:pt>
                <c:pt idx="9080">
                  <c:v>169.98</c:v>
                </c:pt>
                <c:pt idx="9081">
                  <c:v>254.97</c:v>
                </c:pt>
                <c:pt idx="9082">
                  <c:v>169.98</c:v>
                </c:pt>
                <c:pt idx="9083">
                  <c:v>254.97</c:v>
                </c:pt>
                <c:pt idx="9084">
                  <c:v>254.97</c:v>
                </c:pt>
                <c:pt idx="9085">
                  <c:v>131.97999999999999</c:v>
                </c:pt>
                <c:pt idx="9086">
                  <c:v>169.98</c:v>
                </c:pt>
                <c:pt idx="9087">
                  <c:v>164.08</c:v>
                </c:pt>
                <c:pt idx="9088">
                  <c:v>164.08</c:v>
                </c:pt>
                <c:pt idx="9089">
                  <c:v>164.08</c:v>
                </c:pt>
                <c:pt idx="9090">
                  <c:v>131.97999999999999</c:v>
                </c:pt>
                <c:pt idx="9091">
                  <c:v>179.97</c:v>
                </c:pt>
                <c:pt idx="9092">
                  <c:v>152.06</c:v>
                </c:pt>
                <c:pt idx="9093">
                  <c:v>152.06</c:v>
                </c:pt>
                <c:pt idx="9094">
                  <c:v>169.98</c:v>
                </c:pt>
                <c:pt idx="9095">
                  <c:v>169.98</c:v>
                </c:pt>
                <c:pt idx="9096">
                  <c:v>112.97</c:v>
                </c:pt>
                <c:pt idx="9097">
                  <c:v>169.98</c:v>
                </c:pt>
                <c:pt idx="9098">
                  <c:v>84.99</c:v>
                </c:pt>
                <c:pt idx="9099">
                  <c:v>21.48</c:v>
                </c:pt>
                <c:pt idx="9100">
                  <c:v>21.48</c:v>
                </c:pt>
                <c:pt idx="9101">
                  <c:v>21.48</c:v>
                </c:pt>
                <c:pt idx="9102">
                  <c:v>112.97</c:v>
                </c:pt>
                <c:pt idx="9103">
                  <c:v>74.040000000000006</c:v>
                </c:pt>
                <c:pt idx="9104">
                  <c:v>74.040000000000006</c:v>
                </c:pt>
                <c:pt idx="9105">
                  <c:v>184.97</c:v>
                </c:pt>
                <c:pt idx="9106">
                  <c:v>84.99</c:v>
                </c:pt>
                <c:pt idx="9107">
                  <c:v>84.99</c:v>
                </c:pt>
                <c:pt idx="9108">
                  <c:v>149.97</c:v>
                </c:pt>
                <c:pt idx="9109">
                  <c:v>146.97</c:v>
                </c:pt>
                <c:pt idx="9110">
                  <c:v>146.97</c:v>
                </c:pt>
                <c:pt idx="9111">
                  <c:v>146.97</c:v>
                </c:pt>
                <c:pt idx="9112">
                  <c:v>149.97</c:v>
                </c:pt>
                <c:pt idx="9113">
                  <c:v>183.97</c:v>
                </c:pt>
                <c:pt idx="9114">
                  <c:v>183.97</c:v>
                </c:pt>
                <c:pt idx="9115">
                  <c:v>149.97</c:v>
                </c:pt>
                <c:pt idx="9116">
                  <c:v>164.26</c:v>
                </c:pt>
                <c:pt idx="9117">
                  <c:v>179.97</c:v>
                </c:pt>
                <c:pt idx="9118">
                  <c:v>179.97</c:v>
                </c:pt>
                <c:pt idx="9119">
                  <c:v>179.97</c:v>
                </c:pt>
                <c:pt idx="9120">
                  <c:v>51.49</c:v>
                </c:pt>
                <c:pt idx="9121">
                  <c:v>183.97</c:v>
                </c:pt>
                <c:pt idx="9122">
                  <c:v>169.98</c:v>
                </c:pt>
                <c:pt idx="9123">
                  <c:v>164.26</c:v>
                </c:pt>
                <c:pt idx="9124">
                  <c:v>74.040000000000006</c:v>
                </c:pt>
                <c:pt idx="9125">
                  <c:v>84.99</c:v>
                </c:pt>
                <c:pt idx="9126">
                  <c:v>84.99</c:v>
                </c:pt>
                <c:pt idx="9127">
                  <c:v>184.97</c:v>
                </c:pt>
                <c:pt idx="9128">
                  <c:v>164.26</c:v>
                </c:pt>
                <c:pt idx="9129">
                  <c:v>99.98</c:v>
                </c:pt>
                <c:pt idx="9130">
                  <c:v>84.99</c:v>
                </c:pt>
                <c:pt idx="9131">
                  <c:v>99.98</c:v>
                </c:pt>
                <c:pt idx="9132">
                  <c:v>84.99</c:v>
                </c:pt>
                <c:pt idx="9133">
                  <c:v>112.97</c:v>
                </c:pt>
                <c:pt idx="9134">
                  <c:v>84.99</c:v>
                </c:pt>
                <c:pt idx="9135">
                  <c:v>99.98</c:v>
                </c:pt>
                <c:pt idx="9136">
                  <c:v>184.97</c:v>
                </c:pt>
                <c:pt idx="9137">
                  <c:v>494.94</c:v>
                </c:pt>
                <c:pt idx="9138">
                  <c:v>349.95</c:v>
                </c:pt>
                <c:pt idx="9139">
                  <c:v>79.97</c:v>
                </c:pt>
                <c:pt idx="9140">
                  <c:v>293.95</c:v>
                </c:pt>
                <c:pt idx="9141">
                  <c:v>228.96</c:v>
                </c:pt>
                <c:pt idx="9142">
                  <c:v>204.96</c:v>
                </c:pt>
                <c:pt idx="9143">
                  <c:v>253.96</c:v>
                </c:pt>
                <c:pt idx="9144">
                  <c:v>564.91999999999996</c:v>
                </c:pt>
                <c:pt idx="9145">
                  <c:v>62.97</c:v>
                </c:pt>
                <c:pt idx="9146">
                  <c:v>349.95</c:v>
                </c:pt>
                <c:pt idx="9147">
                  <c:v>408.27</c:v>
                </c:pt>
                <c:pt idx="9148">
                  <c:v>69.98</c:v>
                </c:pt>
                <c:pt idx="9149">
                  <c:v>349.95</c:v>
                </c:pt>
                <c:pt idx="9150">
                  <c:v>126.98</c:v>
                </c:pt>
                <c:pt idx="9151">
                  <c:v>115.86</c:v>
                </c:pt>
                <c:pt idx="9152">
                  <c:v>564.91999999999996</c:v>
                </c:pt>
                <c:pt idx="9153">
                  <c:v>494.94</c:v>
                </c:pt>
                <c:pt idx="9154">
                  <c:v>349.95</c:v>
                </c:pt>
                <c:pt idx="9155">
                  <c:v>49.98</c:v>
                </c:pt>
                <c:pt idx="9156">
                  <c:v>304.89999999999998</c:v>
                </c:pt>
                <c:pt idx="9157">
                  <c:v>155.91</c:v>
                </c:pt>
                <c:pt idx="9158">
                  <c:v>233.98</c:v>
                </c:pt>
                <c:pt idx="9159">
                  <c:v>311.88</c:v>
                </c:pt>
                <c:pt idx="9160">
                  <c:v>140.94</c:v>
                </c:pt>
                <c:pt idx="9161">
                  <c:v>176.92</c:v>
                </c:pt>
                <c:pt idx="9162">
                  <c:v>243.01</c:v>
                </c:pt>
                <c:pt idx="9163">
                  <c:v>219.42</c:v>
                </c:pt>
                <c:pt idx="9164">
                  <c:v>296.37</c:v>
                </c:pt>
                <c:pt idx="9165">
                  <c:v>426.86</c:v>
                </c:pt>
                <c:pt idx="9166">
                  <c:v>210.46</c:v>
                </c:pt>
                <c:pt idx="9167">
                  <c:v>327.47000000000003</c:v>
                </c:pt>
                <c:pt idx="9168">
                  <c:v>350.88</c:v>
                </c:pt>
                <c:pt idx="9169">
                  <c:v>295.83</c:v>
                </c:pt>
                <c:pt idx="9170">
                  <c:v>457.35</c:v>
                </c:pt>
                <c:pt idx="9171">
                  <c:v>190.97</c:v>
                </c:pt>
                <c:pt idx="9172">
                  <c:v>187.97</c:v>
                </c:pt>
                <c:pt idx="9173">
                  <c:v>187.97</c:v>
                </c:pt>
                <c:pt idx="9174">
                  <c:v>206.96</c:v>
                </c:pt>
                <c:pt idx="9175">
                  <c:v>164.95</c:v>
                </c:pt>
                <c:pt idx="9176">
                  <c:v>169.98</c:v>
                </c:pt>
                <c:pt idx="9177">
                  <c:v>162.85</c:v>
                </c:pt>
                <c:pt idx="9178">
                  <c:v>96.86</c:v>
                </c:pt>
                <c:pt idx="9179">
                  <c:v>206.96</c:v>
                </c:pt>
                <c:pt idx="9180">
                  <c:v>105.98</c:v>
                </c:pt>
                <c:pt idx="9181">
                  <c:v>202.96</c:v>
                </c:pt>
                <c:pt idx="9182">
                  <c:v>126.97</c:v>
                </c:pt>
                <c:pt idx="9183">
                  <c:v>195.86</c:v>
                </c:pt>
                <c:pt idx="9184">
                  <c:v>84.99</c:v>
                </c:pt>
                <c:pt idx="9185">
                  <c:v>78.349999999999994</c:v>
                </c:pt>
                <c:pt idx="9186">
                  <c:v>99.98</c:v>
                </c:pt>
                <c:pt idx="9187">
                  <c:v>76.489999999999995</c:v>
                </c:pt>
                <c:pt idx="9188">
                  <c:v>65.989999999999995</c:v>
                </c:pt>
                <c:pt idx="9189">
                  <c:v>84.99</c:v>
                </c:pt>
                <c:pt idx="9190">
                  <c:v>99.98</c:v>
                </c:pt>
                <c:pt idx="9191">
                  <c:v>80.98</c:v>
                </c:pt>
                <c:pt idx="9192">
                  <c:v>84.99</c:v>
                </c:pt>
                <c:pt idx="9193">
                  <c:v>80.98</c:v>
                </c:pt>
                <c:pt idx="9194">
                  <c:v>99.98</c:v>
                </c:pt>
                <c:pt idx="9195">
                  <c:v>65.989999999999995</c:v>
                </c:pt>
                <c:pt idx="9196">
                  <c:v>99.98</c:v>
                </c:pt>
                <c:pt idx="9197">
                  <c:v>99.98</c:v>
                </c:pt>
                <c:pt idx="9198">
                  <c:v>84.99</c:v>
                </c:pt>
                <c:pt idx="9199">
                  <c:v>80.98</c:v>
                </c:pt>
                <c:pt idx="9200">
                  <c:v>84.99</c:v>
                </c:pt>
                <c:pt idx="9201">
                  <c:v>-15</c:v>
                </c:pt>
                <c:pt idx="9202">
                  <c:v>84.99</c:v>
                </c:pt>
                <c:pt idx="9203">
                  <c:v>75.09</c:v>
                </c:pt>
                <c:pt idx="9204">
                  <c:v>80.98</c:v>
                </c:pt>
                <c:pt idx="9205">
                  <c:v>78.180000000000007</c:v>
                </c:pt>
                <c:pt idx="9206">
                  <c:v>84.99</c:v>
                </c:pt>
                <c:pt idx="9207">
                  <c:v>81.790000000000006</c:v>
                </c:pt>
                <c:pt idx="9208">
                  <c:v>58.79</c:v>
                </c:pt>
                <c:pt idx="9209">
                  <c:v>80.98</c:v>
                </c:pt>
                <c:pt idx="9210">
                  <c:v>65.989999999999995</c:v>
                </c:pt>
                <c:pt idx="9211">
                  <c:v>76.489999999999995</c:v>
                </c:pt>
                <c:pt idx="9212">
                  <c:v>293.94</c:v>
                </c:pt>
                <c:pt idx="9213">
                  <c:v>161.97</c:v>
                </c:pt>
                <c:pt idx="9214">
                  <c:v>133.77000000000001</c:v>
                </c:pt>
                <c:pt idx="9215">
                  <c:v>146.97</c:v>
                </c:pt>
                <c:pt idx="9216">
                  <c:v>103.8</c:v>
                </c:pt>
                <c:pt idx="9217">
                  <c:v>215.46</c:v>
                </c:pt>
                <c:pt idx="9218">
                  <c:v>131.97999999999999</c:v>
                </c:pt>
                <c:pt idx="9219">
                  <c:v>156.24</c:v>
                </c:pt>
                <c:pt idx="9220">
                  <c:v>90.96</c:v>
                </c:pt>
                <c:pt idx="9221">
                  <c:v>65.989999999999995</c:v>
                </c:pt>
                <c:pt idx="9222">
                  <c:v>146.97</c:v>
                </c:pt>
                <c:pt idx="9223">
                  <c:v>101.98</c:v>
                </c:pt>
                <c:pt idx="9224">
                  <c:v>146.97</c:v>
                </c:pt>
                <c:pt idx="9225">
                  <c:v>136.97</c:v>
                </c:pt>
                <c:pt idx="9226">
                  <c:v>139.43</c:v>
                </c:pt>
                <c:pt idx="9227">
                  <c:v>131.97999999999999</c:v>
                </c:pt>
                <c:pt idx="9228">
                  <c:v>122.81</c:v>
                </c:pt>
                <c:pt idx="9229">
                  <c:v>107.37</c:v>
                </c:pt>
                <c:pt idx="9230">
                  <c:v>131.97999999999999</c:v>
                </c:pt>
                <c:pt idx="9231">
                  <c:v>131.97999999999999</c:v>
                </c:pt>
                <c:pt idx="9232">
                  <c:v>339.96</c:v>
                </c:pt>
                <c:pt idx="9233">
                  <c:v>323.95999999999998</c:v>
                </c:pt>
                <c:pt idx="9234">
                  <c:v>339.96</c:v>
                </c:pt>
                <c:pt idx="9235">
                  <c:v>339.96</c:v>
                </c:pt>
                <c:pt idx="9236">
                  <c:v>357.95</c:v>
                </c:pt>
                <c:pt idx="9237">
                  <c:v>283.95</c:v>
                </c:pt>
                <c:pt idx="9238">
                  <c:v>97.08</c:v>
                </c:pt>
                <c:pt idx="9239">
                  <c:v>154.96</c:v>
                </c:pt>
                <c:pt idx="9240">
                  <c:v>257.95999999999998</c:v>
                </c:pt>
                <c:pt idx="9241">
                  <c:v>338.46</c:v>
                </c:pt>
                <c:pt idx="9242">
                  <c:v>239.54</c:v>
                </c:pt>
                <c:pt idx="9243">
                  <c:v>285.5</c:v>
                </c:pt>
                <c:pt idx="9244">
                  <c:v>319.39</c:v>
                </c:pt>
                <c:pt idx="9245">
                  <c:v>228.63</c:v>
                </c:pt>
                <c:pt idx="9246">
                  <c:v>336.3</c:v>
                </c:pt>
                <c:pt idx="9247">
                  <c:v>216.53</c:v>
                </c:pt>
                <c:pt idx="9248">
                  <c:v>241.94</c:v>
                </c:pt>
                <c:pt idx="9249">
                  <c:v>239.54</c:v>
                </c:pt>
                <c:pt idx="9250">
                  <c:v>270.97000000000003</c:v>
                </c:pt>
                <c:pt idx="9251">
                  <c:v>433.1</c:v>
                </c:pt>
                <c:pt idx="9252">
                  <c:v>146.36000000000001</c:v>
                </c:pt>
                <c:pt idx="9253">
                  <c:v>239.54</c:v>
                </c:pt>
                <c:pt idx="9254">
                  <c:v>122.19</c:v>
                </c:pt>
                <c:pt idx="9255">
                  <c:v>194.75</c:v>
                </c:pt>
                <c:pt idx="9256">
                  <c:v>262.52</c:v>
                </c:pt>
                <c:pt idx="9257">
                  <c:v>382.3</c:v>
                </c:pt>
                <c:pt idx="9258">
                  <c:v>308.48</c:v>
                </c:pt>
                <c:pt idx="9259">
                  <c:v>76.17</c:v>
                </c:pt>
                <c:pt idx="9260">
                  <c:v>147.6</c:v>
                </c:pt>
                <c:pt idx="9261">
                  <c:v>239.54</c:v>
                </c:pt>
                <c:pt idx="9262">
                  <c:v>159.69999999999999</c:v>
                </c:pt>
                <c:pt idx="9263">
                  <c:v>159.69999999999999</c:v>
                </c:pt>
                <c:pt idx="9264">
                  <c:v>159.69999999999999</c:v>
                </c:pt>
                <c:pt idx="9265">
                  <c:v>208.08</c:v>
                </c:pt>
                <c:pt idx="9266">
                  <c:v>176.62</c:v>
                </c:pt>
                <c:pt idx="9267">
                  <c:v>159.69999999999999</c:v>
                </c:pt>
                <c:pt idx="9268">
                  <c:v>147.6</c:v>
                </c:pt>
                <c:pt idx="9269">
                  <c:v>159.69999999999999</c:v>
                </c:pt>
                <c:pt idx="9270">
                  <c:v>159.69999999999999</c:v>
                </c:pt>
                <c:pt idx="9271">
                  <c:v>159.69999999999999</c:v>
                </c:pt>
                <c:pt idx="9272">
                  <c:v>239.54</c:v>
                </c:pt>
                <c:pt idx="9273">
                  <c:v>159.69999999999999</c:v>
                </c:pt>
                <c:pt idx="9274">
                  <c:v>206.12</c:v>
                </c:pt>
                <c:pt idx="9275">
                  <c:v>143.72</c:v>
                </c:pt>
                <c:pt idx="9276">
                  <c:v>159.69999999999999</c:v>
                </c:pt>
                <c:pt idx="9277">
                  <c:v>159.69999999999999</c:v>
                </c:pt>
                <c:pt idx="9278">
                  <c:v>159.69999999999999</c:v>
                </c:pt>
                <c:pt idx="9279">
                  <c:v>159.69999999999999</c:v>
                </c:pt>
                <c:pt idx="9280">
                  <c:v>159.69999999999999</c:v>
                </c:pt>
                <c:pt idx="9281">
                  <c:v>147.6</c:v>
                </c:pt>
                <c:pt idx="9282">
                  <c:v>499.9</c:v>
                </c:pt>
                <c:pt idx="9283">
                  <c:v>499.9</c:v>
                </c:pt>
                <c:pt idx="9284">
                  <c:v>499.9</c:v>
                </c:pt>
                <c:pt idx="9285">
                  <c:v>499.9</c:v>
                </c:pt>
                <c:pt idx="9286">
                  <c:v>499.9</c:v>
                </c:pt>
                <c:pt idx="9287">
                  <c:v>459.9</c:v>
                </c:pt>
                <c:pt idx="9288">
                  <c:v>499.9</c:v>
                </c:pt>
                <c:pt idx="9289">
                  <c:v>499.9</c:v>
                </c:pt>
                <c:pt idx="9290">
                  <c:v>459.83</c:v>
                </c:pt>
                <c:pt idx="9291">
                  <c:v>359.9</c:v>
                </c:pt>
                <c:pt idx="9292">
                  <c:v>409.88</c:v>
                </c:pt>
                <c:pt idx="9293">
                  <c:v>169.98</c:v>
                </c:pt>
                <c:pt idx="9294">
                  <c:v>169.98</c:v>
                </c:pt>
                <c:pt idx="9295">
                  <c:v>169.98</c:v>
                </c:pt>
                <c:pt idx="9296">
                  <c:v>169.98</c:v>
                </c:pt>
                <c:pt idx="9297">
                  <c:v>108.78</c:v>
                </c:pt>
                <c:pt idx="9298">
                  <c:v>131.97999999999999</c:v>
                </c:pt>
                <c:pt idx="9299">
                  <c:v>169.98</c:v>
                </c:pt>
                <c:pt idx="9300">
                  <c:v>184.97</c:v>
                </c:pt>
                <c:pt idx="9301">
                  <c:v>131.97999999999999</c:v>
                </c:pt>
                <c:pt idx="9302">
                  <c:v>121.98</c:v>
                </c:pt>
                <c:pt idx="9303">
                  <c:v>146.97</c:v>
                </c:pt>
                <c:pt idx="9304">
                  <c:v>146.97</c:v>
                </c:pt>
                <c:pt idx="9305">
                  <c:v>155.15</c:v>
                </c:pt>
                <c:pt idx="9306">
                  <c:v>156.97</c:v>
                </c:pt>
                <c:pt idx="9307">
                  <c:v>146.97</c:v>
                </c:pt>
                <c:pt idx="9308">
                  <c:v>124.92</c:v>
                </c:pt>
                <c:pt idx="9309">
                  <c:v>184.97</c:v>
                </c:pt>
                <c:pt idx="9310">
                  <c:v>219.95</c:v>
                </c:pt>
                <c:pt idx="9311">
                  <c:v>254.97</c:v>
                </c:pt>
                <c:pt idx="9312">
                  <c:v>169.98</c:v>
                </c:pt>
                <c:pt idx="9313">
                  <c:v>169.98</c:v>
                </c:pt>
                <c:pt idx="9314">
                  <c:v>82.44</c:v>
                </c:pt>
                <c:pt idx="9315">
                  <c:v>200.4</c:v>
                </c:pt>
                <c:pt idx="9316">
                  <c:v>169.98</c:v>
                </c:pt>
                <c:pt idx="9317">
                  <c:v>361.94</c:v>
                </c:pt>
                <c:pt idx="9318">
                  <c:v>248.81</c:v>
                </c:pt>
                <c:pt idx="9319">
                  <c:v>197.97</c:v>
                </c:pt>
                <c:pt idx="9320">
                  <c:v>164.55</c:v>
                </c:pt>
                <c:pt idx="9321">
                  <c:v>197.97</c:v>
                </c:pt>
                <c:pt idx="9322">
                  <c:v>166.95</c:v>
                </c:pt>
                <c:pt idx="9323">
                  <c:v>165.27</c:v>
                </c:pt>
                <c:pt idx="9324">
                  <c:v>219.95</c:v>
                </c:pt>
                <c:pt idx="9325">
                  <c:v>198.47</c:v>
                </c:pt>
                <c:pt idx="9326">
                  <c:v>264.45999999999998</c:v>
                </c:pt>
                <c:pt idx="9327">
                  <c:v>190.55</c:v>
                </c:pt>
                <c:pt idx="9328">
                  <c:v>198.47</c:v>
                </c:pt>
                <c:pt idx="9329">
                  <c:v>78.97</c:v>
                </c:pt>
                <c:pt idx="9330">
                  <c:v>66.989999999999995</c:v>
                </c:pt>
                <c:pt idx="9331">
                  <c:v>198.47</c:v>
                </c:pt>
                <c:pt idx="9332">
                  <c:v>127.7</c:v>
                </c:pt>
                <c:pt idx="9333">
                  <c:v>198.47</c:v>
                </c:pt>
                <c:pt idx="9334">
                  <c:v>234.84</c:v>
                </c:pt>
                <c:pt idx="9335">
                  <c:v>50.98</c:v>
                </c:pt>
                <c:pt idx="9336">
                  <c:v>79.989999999999995</c:v>
                </c:pt>
                <c:pt idx="9337">
                  <c:v>79.78</c:v>
                </c:pt>
                <c:pt idx="9338">
                  <c:v>121.98</c:v>
                </c:pt>
                <c:pt idx="9339">
                  <c:v>79.989999999999995</c:v>
                </c:pt>
                <c:pt idx="9340">
                  <c:v>75.63</c:v>
                </c:pt>
                <c:pt idx="9341">
                  <c:v>79.989999999999995</c:v>
                </c:pt>
                <c:pt idx="9342">
                  <c:v>94.98</c:v>
                </c:pt>
                <c:pt idx="9343">
                  <c:v>100.98</c:v>
                </c:pt>
                <c:pt idx="9344">
                  <c:v>79.989999999999995</c:v>
                </c:pt>
                <c:pt idx="9345">
                  <c:v>79.989999999999995</c:v>
                </c:pt>
                <c:pt idx="9346">
                  <c:v>94.98</c:v>
                </c:pt>
                <c:pt idx="9347">
                  <c:v>94.98</c:v>
                </c:pt>
                <c:pt idx="9348">
                  <c:v>66.66</c:v>
                </c:pt>
                <c:pt idx="9349">
                  <c:v>79.989999999999995</c:v>
                </c:pt>
                <c:pt idx="9350">
                  <c:v>79.989999999999995</c:v>
                </c:pt>
                <c:pt idx="9351">
                  <c:v>79.989999999999995</c:v>
                </c:pt>
                <c:pt idx="9352">
                  <c:v>79.989999999999995</c:v>
                </c:pt>
                <c:pt idx="9353">
                  <c:v>79.989999999999995</c:v>
                </c:pt>
                <c:pt idx="9354">
                  <c:v>79.989999999999995</c:v>
                </c:pt>
                <c:pt idx="9355">
                  <c:v>111.98</c:v>
                </c:pt>
                <c:pt idx="9356">
                  <c:v>100.98</c:v>
                </c:pt>
                <c:pt idx="9357">
                  <c:v>94.98</c:v>
                </c:pt>
                <c:pt idx="9358">
                  <c:v>79.989999999999995</c:v>
                </c:pt>
                <c:pt idx="9359">
                  <c:v>82.98</c:v>
                </c:pt>
                <c:pt idx="9360">
                  <c:v>94.98</c:v>
                </c:pt>
                <c:pt idx="9361">
                  <c:v>79.989999999999995</c:v>
                </c:pt>
                <c:pt idx="9362">
                  <c:v>141.97</c:v>
                </c:pt>
                <c:pt idx="9363">
                  <c:v>99.02</c:v>
                </c:pt>
                <c:pt idx="9364">
                  <c:v>84.99</c:v>
                </c:pt>
                <c:pt idx="9365">
                  <c:v>84.99</c:v>
                </c:pt>
                <c:pt idx="9366">
                  <c:v>221.96</c:v>
                </c:pt>
                <c:pt idx="9367">
                  <c:v>112.98</c:v>
                </c:pt>
                <c:pt idx="9368">
                  <c:v>105.91</c:v>
                </c:pt>
                <c:pt idx="9369">
                  <c:v>84.99</c:v>
                </c:pt>
                <c:pt idx="9370">
                  <c:v>61.98</c:v>
                </c:pt>
                <c:pt idx="9371">
                  <c:v>84.99</c:v>
                </c:pt>
                <c:pt idx="9372">
                  <c:v>65.989999999999995</c:v>
                </c:pt>
                <c:pt idx="9373">
                  <c:v>65.989999999999995</c:v>
                </c:pt>
                <c:pt idx="9374">
                  <c:v>177.97</c:v>
                </c:pt>
                <c:pt idx="9375">
                  <c:v>75.97</c:v>
                </c:pt>
                <c:pt idx="9376">
                  <c:v>65.989999999999995</c:v>
                </c:pt>
                <c:pt idx="9377">
                  <c:v>84.99</c:v>
                </c:pt>
                <c:pt idx="9378">
                  <c:v>65.989999999999995</c:v>
                </c:pt>
                <c:pt idx="9379">
                  <c:v>134.97999999999999</c:v>
                </c:pt>
                <c:pt idx="9380">
                  <c:v>234.9</c:v>
                </c:pt>
                <c:pt idx="9381">
                  <c:v>84.99</c:v>
                </c:pt>
                <c:pt idx="9382">
                  <c:v>134.97999999999999</c:v>
                </c:pt>
                <c:pt idx="9383">
                  <c:v>87.47</c:v>
                </c:pt>
                <c:pt idx="9384">
                  <c:v>134.97999999999999</c:v>
                </c:pt>
                <c:pt idx="9385">
                  <c:v>121.98</c:v>
                </c:pt>
                <c:pt idx="9386">
                  <c:v>131.97999999999999</c:v>
                </c:pt>
                <c:pt idx="9387">
                  <c:v>84.99</c:v>
                </c:pt>
                <c:pt idx="9388">
                  <c:v>479.09</c:v>
                </c:pt>
                <c:pt idx="9389">
                  <c:v>237.15</c:v>
                </c:pt>
                <c:pt idx="9390">
                  <c:v>406.46</c:v>
                </c:pt>
                <c:pt idx="9391">
                  <c:v>352.91</c:v>
                </c:pt>
                <c:pt idx="9392">
                  <c:v>307.68</c:v>
                </c:pt>
                <c:pt idx="9393">
                  <c:v>241.93</c:v>
                </c:pt>
                <c:pt idx="9394">
                  <c:v>304.85000000000002</c:v>
                </c:pt>
                <c:pt idx="9395">
                  <c:v>159.69999999999999</c:v>
                </c:pt>
                <c:pt idx="9396">
                  <c:v>319.39</c:v>
                </c:pt>
                <c:pt idx="9397">
                  <c:v>194.76</c:v>
                </c:pt>
                <c:pt idx="9398">
                  <c:v>148.22999999999999</c:v>
                </c:pt>
                <c:pt idx="9399">
                  <c:v>187.49</c:v>
                </c:pt>
                <c:pt idx="9400">
                  <c:v>175.11</c:v>
                </c:pt>
                <c:pt idx="9401">
                  <c:v>159.69999999999999</c:v>
                </c:pt>
                <c:pt idx="9402">
                  <c:v>215.44</c:v>
                </c:pt>
                <c:pt idx="9403">
                  <c:v>159.69999999999999</c:v>
                </c:pt>
                <c:pt idx="9404">
                  <c:v>84.14</c:v>
                </c:pt>
                <c:pt idx="9405">
                  <c:v>198.96</c:v>
                </c:pt>
                <c:pt idx="9406">
                  <c:v>112.18</c:v>
                </c:pt>
                <c:pt idx="9407">
                  <c:v>84.14</c:v>
                </c:pt>
                <c:pt idx="9408">
                  <c:v>104.98</c:v>
                </c:pt>
                <c:pt idx="9409">
                  <c:v>129.12</c:v>
                </c:pt>
                <c:pt idx="9410">
                  <c:v>130.66</c:v>
                </c:pt>
                <c:pt idx="9411">
                  <c:v>84.99</c:v>
                </c:pt>
                <c:pt idx="9412">
                  <c:v>84.99</c:v>
                </c:pt>
                <c:pt idx="9413">
                  <c:v>83.69</c:v>
                </c:pt>
                <c:pt idx="9414">
                  <c:v>159.12</c:v>
                </c:pt>
                <c:pt idx="9415">
                  <c:v>169.98</c:v>
                </c:pt>
                <c:pt idx="9416">
                  <c:v>83.29</c:v>
                </c:pt>
                <c:pt idx="9417">
                  <c:v>84.14</c:v>
                </c:pt>
                <c:pt idx="9418">
                  <c:v>181.96</c:v>
                </c:pt>
                <c:pt idx="9419">
                  <c:v>83</c:v>
                </c:pt>
                <c:pt idx="9420">
                  <c:v>217.29</c:v>
                </c:pt>
                <c:pt idx="9421">
                  <c:v>64.790000000000006</c:v>
                </c:pt>
                <c:pt idx="9422">
                  <c:v>128.22999999999999</c:v>
                </c:pt>
                <c:pt idx="9423">
                  <c:v>150.18</c:v>
                </c:pt>
                <c:pt idx="9424">
                  <c:v>83.29</c:v>
                </c:pt>
                <c:pt idx="9425">
                  <c:v>84.99</c:v>
                </c:pt>
                <c:pt idx="9426">
                  <c:v>158.97999999999999</c:v>
                </c:pt>
                <c:pt idx="9427">
                  <c:v>119.98</c:v>
                </c:pt>
                <c:pt idx="9428">
                  <c:v>184.97</c:v>
                </c:pt>
                <c:pt idx="9429">
                  <c:v>63.97</c:v>
                </c:pt>
                <c:pt idx="9430">
                  <c:v>99.98</c:v>
                </c:pt>
                <c:pt idx="9431">
                  <c:v>113.97</c:v>
                </c:pt>
                <c:pt idx="9432">
                  <c:v>169.98</c:v>
                </c:pt>
                <c:pt idx="9433">
                  <c:v>118.97</c:v>
                </c:pt>
                <c:pt idx="9434">
                  <c:v>93.98</c:v>
                </c:pt>
                <c:pt idx="9435">
                  <c:v>109.57</c:v>
                </c:pt>
                <c:pt idx="9436">
                  <c:v>164.98</c:v>
                </c:pt>
                <c:pt idx="9437">
                  <c:v>137.46</c:v>
                </c:pt>
                <c:pt idx="9438">
                  <c:v>98.98</c:v>
                </c:pt>
                <c:pt idx="9439">
                  <c:v>65.989999999999995</c:v>
                </c:pt>
                <c:pt idx="9440">
                  <c:v>59.98</c:v>
                </c:pt>
                <c:pt idx="9441">
                  <c:v>64.19</c:v>
                </c:pt>
                <c:pt idx="9442">
                  <c:v>169.98</c:v>
                </c:pt>
                <c:pt idx="9443">
                  <c:v>79.98</c:v>
                </c:pt>
                <c:pt idx="9444">
                  <c:v>249.96</c:v>
                </c:pt>
                <c:pt idx="9445">
                  <c:v>138.97</c:v>
                </c:pt>
                <c:pt idx="9446">
                  <c:v>121.98</c:v>
                </c:pt>
                <c:pt idx="9447">
                  <c:v>99.98</c:v>
                </c:pt>
                <c:pt idx="9448">
                  <c:v>255.94</c:v>
                </c:pt>
                <c:pt idx="9449">
                  <c:v>181.97</c:v>
                </c:pt>
                <c:pt idx="9450">
                  <c:v>145.97</c:v>
                </c:pt>
                <c:pt idx="9451">
                  <c:v>119.96</c:v>
                </c:pt>
                <c:pt idx="9452">
                  <c:v>181.97</c:v>
                </c:pt>
                <c:pt idx="9453">
                  <c:v>131.97999999999999</c:v>
                </c:pt>
                <c:pt idx="9454">
                  <c:v>159.96</c:v>
                </c:pt>
                <c:pt idx="9455">
                  <c:v>121.98</c:v>
                </c:pt>
                <c:pt idx="9456">
                  <c:v>119.96</c:v>
                </c:pt>
                <c:pt idx="9457">
                  <c:v>197.97</c:v>
                </c:pt>
                <c:pt idx="9458">
                  <c:v>181.97</c:v>
                </c:pt>
                <c:pt idx="9459">
                  <c:v>121.98</c:v>
                </c:pt>
                <c:pt idx="9460">
                  <c:v>159.96</c:v>
                </c:pt>
                <c:pt idx="9461">
                  <c:v>181.97</c:v>
                </c:pt>
                <c:pt idx="9462">
                  <c:v>131.97999999999999</c:v>
                </c:pt>
                <c:pt idx="9463">
                  <c:v>159.96</c:v>
                </c:pt>
                <c:pt idx="9464">
                  <c:v>63.98</c:v>
                </c:pt>
                <c:pt idx="9465">
                  <c:v>153.97999999999999</c:v>
                </c:pt>
                <c:pt idx="9466">
                  <c:v>188.97</c:v>
                </c:pt>
                <c:pt idx="9467">
                  <c:v>162.69</c:v>
                </c:pt>
                <c:pt idx="9468">
                  <c:v>121.98</c:v>
                </c:pt>
                <c:pt idx="9469">
                  <c:v>169.98</c:v>
                </c:pt>
                <c:pt idx="9470">
                  <c:v>129.97</c:v>
                </c:pt>
                <c:pt idx="9471">
                  <c:v>150.97</c:v>
                </c:pt>
                <c:pt idx="9472">
                  <c:v>115.98</c:v>
                </c:pt>
                <c:pt idx="9473">
                  <c:v>188.97</c:v>
                </c:pt>
                <c:pt idx="9474">
                  <c:v>170.97</c:v>
                </c:pt>
                <c:pt idx="9475">
                  <c:v>188.97</c:v>
                </c:pt>
                <c:pt idx="9476">
                  <c:v>149.96</c:v>
                </c:pt>
                <c:pt idx="9477">
                  <c:v>172.97</c:v>
                </c:pt>
                <c:pt idx="9478">
                  <c:v>139.36000000000001</c:v>
                </c:pt>
                <c:pt idx="9479">
                  <c:v>150.97</c:v>
                </c:pt>
                <c:pt idx="9480">
                  <c:v>287.95</c:v>
                </c:pt>
                <c:pt idx="9481">
                  <c:v>134.97999999999999</c:v>
                </c:pt>
                <c:pt idx="9482">
                  <c:v>339.96</c:v>
                </c:pt>
                <c:pt idx="9483">
                  <c:v>265.93</c:v>
                </c:pt>
                <c:pt idx="9484">
                  <c:v>363.91</c:v>
                </c:pt>
                <c:pt idx="9485">
                  <c:v>115.56</c:v>
                </c:pt>
                <c:pt idx="9486">
                  <c:v>322.94</c:v>
                </c:pt>
                <c:pt idx="9487">
                  <c:v>330.96</c:v>
                </c:pt>
                <c:pt idx="9488">
                  <c:v>304.95999999999998</c:v>
                </c:pt>
                <c:pt idx="9489">
                  <c:v>351.93</c:v>
                </c:pt>
                <c:pt idx="9490">
                  <c:v>254.97</c:v>
                </c:pt>
                <c:pt idx="9491">
                  <c:v>253.79</c:v>
                </c:pt>
                <c:pt idx="9492">
                  <c:v>281.94</c:v>
                </c:pt>
                <c:pt idx="9493">
                  <c:v>-330.96</c:v>
                </c:pt>
                <c:pt idx="9494">
                  <c:v>299.37</c:v>
                </c:pt>
                <c:pt idx="9495">
                  <c:v>163.94</c:v>
                </c:pt>
                <c:pt idx="9496">
                  <c:v>101.98</c:v>
                </c:pt>
                <c:pt idx="9497">
                  <c:v>116.97</c:v>
                </c:pt>
                <c:pt idx="9498">
                  <c:v>84.99</c:v>
                </c:pt>
                <c:pt idx="9499">
                  <c:v>59.98</c:v>
                </c:pt>
                <c:pt idx="9500">
                  <c:v>65.989999999999995</c:v>
                </c:pt>
                <c:pt idx="9501">
                  <c:v>65.989999999999995</c:v>
                </c:pt>
                <c:pt idx="9502">
                  <c:v>84.99</c:v>
                </c:pt>
                <c:pt idx="9503">
                  <c:v>65.989999999999995</c:v>
                </c:pt>
                <c:pt idx="9504">
                  <c:v>102.48</c:v>
                </c:pt>
                <c:pt idx="9505">
                  <c:v>81.22</c:v>
                </c:pt>
                <c:pt idx="9506">
                  <c:v>90.98</c:v>
                </c:pt>
                <c:pt idx="9507">
                  <c:v>94.98</c:v>
                </c:pt>
                <c:pt idx="9508">
                  <c:v>99.97</c:v>
                </c:pt>
                <c:pt idx="9509">
                  <c:v>94.98</c:v>
                </c:pt>
                <c:pt idx="9510">
                  <c:v>101.98</c:v>
                </c:pt>
                <c:pt idx="9511">
                  <c:v>139.97999999999999</c:v>
                </c:pt>
                <c:pt idx="9512">
                  <c:v>84.99</c:v>
                </c:pt>
                <c:pt idx="9513">
                  <c:v>137.97999999999999</c:v>
                </c:pt>
                <c:pt idx="9514">
                  <c:v>80.739999999999995</c:v>
                </c:pt>
                <c:pt idx="9515">
                  <c:v>97.88</c:v>
                </c:pt>
                <c:pt idx="9516">
                  <c:v>85.98</c:v>
                </c:pt>
                <c:pt idx="9517">
                  <c:v>83.16</c:v>
                </c:pt>
                <c:pt idx="9518">
                  <c:v>82.57</c:v>
                </c:pt>
                <c:pt idx="9519">
                  <c:v>85.98</c:v>
                </c:pt>
                <c:pt idx="9520">
                  <c:v>159.65</c:v>
                </c:pt>
                <c:pt idx="9521">
                  <c:v>63.6</c:v>
                </c:pt>
                <c:pt idx="9522">
                  <c:v>152.97999999999999</c:v>
                </c:pt>
                <c:pt idx="9523">
                  <c:v>84.99</c:v>
                </c:pt>
                <c:pt idx="9524">
                  <c:v>159.97</c:v>
                </c:pt>
                <c:pt idx="9525">
                  <c:v>63.47</c:v>
                </c:pt>
                <c:pt idx="9526">
                  <c:v>101.98</c:v>
                </c:pt>
                <c:pt idx="9527">
                  <c:v>65.989999999999995</c:v>
                </c:pt>
                <c:pt idx="9528">
                  <c:v>169.98</c:v>
                </c:pt>
                <c:pt idx="9529">
                  <c:v>22.89</c:v>
                </c:pt>
                <c:pt idx="9530">
                  <c:v>89.89</c:v>
                </c:pt>
                <c:pt idx="9531">
                  <c:v>131.97999999999999</c:v>
                </c:pt>
                <c:pt idx="9532">
                  <c:v>169.98</c:v>
                </c:pt>
                <c:pt idx="9533">
                  <c:v>169.98</c:v>
                </c:pt>
                <c:pt idx="9534">
                  <c:v>164.93</c:v>
                </c:pt>
                <c:pt idx="9535">
                  <c:v>169.98</c:v>
                </c:pt>
                <c:pt idx="9536">
                  <c:v>207.96</c:v>
                </c:pt>
                <c:pt idx="9537">
                  <c:v>131.97999999999999</c:v>
                </c:pt>
                <c:pt idx="9538">
                  <c:v>166.56</c:v>
                </c:pt>
                <c:pt idx="9539">
                  <c:v>159.97999999999999</c:v>
                </c:pt>
                <c:pt idx="9540">
                  <c:v>179.94</c:v>
                </c:pt>
                <c:pt idx="9541">
                  <c:v>169.98</c:v>
                </c:pt>
                <c:pt idx="9542">
                  <c:v>169.98</c:v>
                </c:pt>
                <c:pt idx="9543">
                  <c:v>169.98</c:v>
                </c:pt>
                <c:pt idx="9544">
                  <c:v>163.57</c:v>
                </c:pt>
                <c:pt idx="9545">
                  <c:v>164.74</c:v>
                </c:pt>
                <c:pt idx="9546">
                  <c:v>229.47</c:v>
                </c:pt>
                <c:pt idx="9547">
                  <c:v>177.97</c:v>
                </c:pt>
                <c:pt idx="9548">
                  <c:v>65.989999999999995</c:v>
                </c:pt>
                <c:pt idx="9549">
                  <c:v>189.96</c:v>
                </c:pt>
                <c:pt idx="9550">
                  <c:v>169.98</c:v>
                </c:pt>
                <c:pt idx="9551">
                  <c:v>108.93</c:v>
                </c:pt>
                <c:pt idx="9552">
                  <c:v>263.95999999999998</c:v>
                </c:pt>
                <c:pt idx="9553">
                  <c:v>166.16</c:v>
                </c:pt>
                <c:pt idx="9554">
                  <c:v>119.92</c:v>
                </c:pt>
                <c:pt idx="9555">
                  <c:v>257.95</c:v>
                </c:pt>
                <c:pt idx="9556">
                  <c:v>216.72</c:v>
                </c:pt>
                <c:pt idx="9557">
                  <c:v>219.82</c:v>
                </c:pt>
                <c:pt idx="9558">
                  <c:v>199.96</c:v>
                </c:pt>
                <c:pt idx="9559">
                  <c:v>129.97</c:v>
                </c:pt>
                <c:pt idx="9560">
                  <c:v>144.47999999999999</c:v>
                </c:pt>
                <c:pt idx="9561">
                  <c:v>65.95</c:v>
                </c:pt>
                <c:pt idx="9562">
                  <c:v>80.23</c:v>
                </c:pt>
                <c:pt idx="9563">
                  <c:v>150.18</c:v>
                </c:pt>
                <c:pt idx="9564">
                  <c:v>265.95</c:v>
                </c:pt>
                <c:pt idx="9565">
                  <c:v>205.96</c:v>
                </c:pt>
                <c:pt idx="9566">
                  <c:v>209.96</c:v>
                </c:pt>
                <c:pt idx="9567">
                  <c:v>166.96</c:v>
                </c:pt>
                <c:pt idx="9568">
                  <c:v>65.989999999999995</c:v>
                </c:pt>
                <c:pt idx="9569">
                  <c:v>159.97999999999999</c:v>
                </c:pt>
                <c:pt idx="9570">
                  <c:v>185.07</c:v>
                </c:pt>
                <c:pt idx="9571">
                  <c:v>114.95</c:v>
                </c:pt>
                <c:pt idx="9572">
                  <c:v>85.98</c:v>
                </c:pt>
                <c:pt idx="9573">
                  <c:v>134.97999999999999</c:v>
                </c:pt>
                <c:pt idx="9574">
                  <c:v>161.44999999999999</c:v>
                </c:pt>
                <c:pt idx="9575">
                  <c:v>160.47</c:v>
                </c:pt>
                <c:pt idx="9576">
                  <c:v>189.97</c:v>
                </c:pt>
                <c:pt idx="9577">
                  <c:v>116.37</c:v>
                </c:pt>
                <c:pt idx="9578">
                  <c:v>188.07</c:v>
                </c:pt>
                <c:pt idx="9579">
                  <c:v>189.97</c:v>
                </c:pt>
                <c:pt idx="9580">
                  <c:v>108.5</c:v>
                </c:pt>
                <c:pt idx="9581">
                  <c:v>188.07</c:v>
                </c:pt>
                <c:pt idx="9582">
                  <c:v>169.98</c:v>
                </c:pt>
                <c:pt idx="9583">
                  <c:v>189.97</c:v>
                </c:pt>
                <c:pt idx="9584">
                  <c:v>49.99</c:v>
                </c:pt>
                <c:pt idx="9585">
                  <c:v>87.98</c:v>
                </c:pt>
                <c:pt idx="9586">
                  <c:v>210.32</c:v>
                </c:pt>
                <c:pt idx="9587">
                  <c:v>109.96</c:v>
                </c:pt>
                <c:pt idx="9588">
                  <c:v>189.97</c:v>
                </c:pt>
                <c:pt idx="9589">
                  <c:v>161.26</c:v>
                </c:pt>
                <c:pt idx="9590">
                  <c:v>121.98</c:v>
                </c:pt>
                <c:pt idx="9591">
                  <c:v>159.97999999999999</c:v>
                </c:pt>
                <c:pt idx="9592">
                  <c:v>156.63</c:v>
                </c:pt>
                <c:pt idx="9593">
                  <c:v>159.97999999999999</c:v>
                </c:pt>
                <c:pt idx="9594">
                  <c:v>174.97</c:v>
                </c:pt>
                <c:pt idx="9595">
                  <c:v>75.98</c:v>
                </c:pt>
                <c:pt idx="9596">
                  <c:v>159.97999999999999</c:v>
                </c:pt>
                <c:pt idx="9597">
                  <c:v>159.97999999999999</c:v>
                </c:pt>
                <c:pt idx="9598">
                  <c:v>85.98</c:v>
                </c:pt>
                <c:pt idx="9599">
                  <c:v>121.98</c:v>
                </c:pt>
                <c:pt idx="9600">
                  <c:v>159.97999999999999</c:v>
                </c:pt>
                <c:pt idx="9601">
                  <c:v>165.22</c:v>
                </c:pt>
                <c:pt idx="9602">
                  <c:v>158.38</c:v>
                </c:pt>
                <c:pt idx="9603">
                  <c:v>159.97999999999999</c:v>
                </c:pt>
                <c:pt idx="9604">
                  <c:v>159.97999999999999</c:v>
                </c:pt>
                <c:pt idx="9605">
                  <c:v>159.97999999999999</c:v>
                </c:pt>
                <c:pt idx="9606">
                  <c:v>118.02</c:v>
                </c:pt>
                <c:pt idx="9607">
                  <c:v>149.97999999999999</c:v>
                </c:pt>
                <c:pt idx="9608">
                  <c:v>154.69999999999999</c:v>
                </c:pt>
                <c:pt idx="9609">
                  <c:v>85.98</c:v>
                </c:pt>
                <c:pt idx="9610">
                  <c:v>121.98</c:v>
                </c:pt>
                <c:pt idx="9611">
                  <c:v>105.98</c:v>
                </c:pt>
                <c:pt idx="9612">
                  <c:v>203.96</c:v>
                </c:pt>
                <c:pt idx="9613">
                  <c:v>137.63999999999999</c:v>
                </c:pt>
                <c:pt idx="9614">
                  <c:v>131.97999999999999</c:v>
                </c:pt>
                <c:pt idx="9615">
                  <c:v>128.68</c:v>
                </c:pt>
                <c:pt idx="9616">
                  <c:v>80.66</c:v>
                </c:pt>
                <c:pt idx="9617">
                  <c:v>153.16999999999999</c:v>
                </c:pt>
                <c:pt idx="9618">
                  <c:v>131.97999999999999</c:v>
                </c:pt>
                <c:pt idx="9619">
                  <c:v>117.97</c:v>
                </c:pt>
                <c:pt idx="9620">
                  <c:v>126.27</c:v>
                </c:pt>
                <c:pt idx="9621">
                  <c:v>131.97999999999999</c:v>
                </c:pt>
                <c:pt idx="9622">
                  <c:v>115.98</c:v>
                </c:pt>
                <c:pt idx="9623">
                  <c:v>112.18</c:v>
                </c:pt>
                <c:pt idx="9624">
                  <c:v>131.97999999999999</c:v>
                </c:pt>
                <c:pt idx="9625">
                  <c:v>123.53</c:v>
                </c:pt>
                <c:pt idx="9626">
                  <c:v>165.97</c:v>
                </c:pt>
                <c:pt idx="9627">
                  <c:v>95.57</c:v>
                </c:pt>
                <c:pt idx="9628">
                  <c:v>73.8</c:v>
                </c:pt>
                <c:pt idx="9629">
                  <c:v>128.24</c:v>
                </c:pt>
                <c:pt idx="9630">
                  <c:v>73.8</c:v>
                </c:pt>
                <c:pt idx="9631">
                  <c:v>79.849999999999994</c:v>
                </c:pt>
                <c:pt idx="9632">
                  <c:v>61.69</c:v>
                </c:pt>
                <c:pt idx="9633">
                  <c:v>73.8</c:v>
                </c:pt>
                <c:pt idx="9634">
                  <c:v>219.56</c:v>
                </c:pt>
                <c:pt idx="9635">
                  <c:v>243.96</c:v>
                </c:pt>
                <c:pt idx="9636">
                  <c:v>172.97</c:v>
                </c:pt>
                <c:pt idx="9637">
                  <c:v>479.45</c:v>
                </c:pt>
                <c:pt idx="9638">
                  <c:v>183.96</c:v>
                </c:pt>
                <c:pt idx="9639">
                  <c:v>89.97</c:v>
                </c:pt>
                <c:pt idx="9640">
                  <c:v>200.89</c:v>
                </c:pt>
                <c:pt idx="9641">
                  <c:v>347.91</c:v>
                </c:pt>
                <c:pt idx="9642">
                  <c:v>190.94</c:v>
                </c:pt>
                <c:pt idx="9643">
                  <c:v>65.989999999999995</c:v>
                </c:pt>
                <c:pt idx="9644">
                  <c:v>172.97</c:v>
                </c:pt>
                <c:pt idx="9645">
                  <c:v>-63.96</c:v>
                </c:pt>
                <c:pt idx="9646">
                  <c:v>161.93</c:v>
                </c:pt>
                <c:pt idx="9647">
                  <c:v>99.98</c:v>
                </c:pt>
                <c:pt idx="9648">
                  <c:v>149.97</c:v>
                </c:pt>
                <c:pt idx="9649">
                  <c:v>119.97</c:v>
                </c:pt>
                <c:pt idx="9650">
                  <c:v>99.98</c:v>
                </c:pt>
                <c:pt idx="9651">
                  <c:v>99.98</c:v>
                </c:pt>
                <c:pt idx="9652">
                  <c:v>149.97</c:v>
                </c:pt>
                <c:pt idx="9653">
                  <c:v>149.97</c:v>
                </c:pt>
                <c:pt idx="9654">
                  <c:v>79.98</c:v>
                </c:pt>
                <c:pt idx="9655">
                  <c:v>123.96</c:v>
                </c:pt>
                <c:pt idx="9656">
                  <c:v>119.97</c:v>
                </c:pt>
                <c:pt idx="9657">
                  <c:v>79.98</c:v>
                </c:pt>
                <c:pt idx="9658">
                  <c:v>149.97</c:v>
                </c:pt>
                <c:pt idx="9659">
                  <c:v>123.96</c:v>
                </c:pt>
                <c:pt idx="9660">
                  <c:v>79.97</c:v>
                </c:pt>
                <c:pt idx="9661">
                  <c:v>114.97</c:v>
                </c:pt>
                <c:pt idx="9662">
                  <c:v>149.97</c:v>
                </c:pt>
                <c:pt idx="9663">
                  <c:v>114.97</c:v>
                </c:pt>
                <c:pt idx="9664">
                  <c:v>99.98</c:v>
                </c:pt>
                <c:pt idx="9665">
                  <c:v>84.98</c:v>
                </c:pt>
                <c:pt idx="9666">
                  <c:v>84.98</c:v>
                </c:pt>
                <c:pt idx="9667">
                  <c:v>149.97</c:v>
                </c:pt>
                <c:pt idx="9668">
                  <c:v>119.97</c:v>
                </c:pt>
                <c:pt idx="9669">
                  <c:v>99.98</c:v>
                </c:pt>
                <c:pt idx="9670">
                  <c:v>149.97</c:v>
                </c:pt>
                <c:pt idx="9671">
                  <c:v>99.98</c:v>
                </c:pt>
                <c:pt idx="9672">
                  <c:v>99.98</c:v>
                </c:pt>
                <c:pt idx="9673">
                  <c:v>64.98</c:v>
                </c:pt>
                <c:pt idx="9674">
                  <c:v>149.97</c:v>
                </c:pt>
                <c:pt idx="9675">
                  <c:v>149.97</c:v>
                </c:pt>
                <c:pt idx="9676">
                  <c:v>149.97</c:v>
                </c:pt>
                <c:pt idx="9677">
                  <c:v>149.97</c:v>
                </c:pt>
                <c:pt idx="9678">
                  <c:v>119.97</c:v>
                </c:pt>
                <c:pt idx="9679">
                  <c:v>99.98</c:v>
                </c:pt>
                <c:pt idx="9680">
                  <c:v>80.72</c:v>
                </c:pt>
                <c:pt idx="9681">
                  <c:v>149.97</c:v>
                </c:pt>
                <c:pt idx="9682">
                  <c:v>149.97</c:v>
                </c:pt>
                <c:pt idx="9683">
                  <c:v>64.98</c:v>
                </c:pt>
                <c:pt idx="9684">
                  <c:v>79.97</c:v>
                </c:pt>
                <c:pt idx="9685">
                  <c:v>149.97</c:v>
                </c:pt>
                <c:pt idx="9686">
                  <c:v>99.98</c:v>
                </c:pt>
                <c:pt idx="9687">
                  <c:v>99.98</c:v>
                </c:pt>
                <c:pt idx="9688">
                  <c:v>64.98</c:v>
                </c:pt>
                <c:pt idx="9689">
                  <c:v>64.98</c:v>
                </c:pt>
                <c:pt idx="9690">
                  <c:v>80.72</c:v>
                </c:pt>
                <c:pt idx="9691">
                  <c:v>184.97</c:v>
                </c:pt>
                <c:pt idx="9692">
                  <c:v>184.97</c:v>
                </c:pt>
                <c:pt idx="9693">
                  <c:v>224.97</c:v>
                </c:pt>
                <c:pt idx="9694">
                  <c:v>169.98</c:v>
                </c:pt>
                <c:pt idx="9695">
                  <c:v>195.96</c:v>
                </c:pt>
                <c:pt idx="9696">
                  <c:v>169.98</c:v>
                </c:pt>
                <c:pt idx="9697">
                  <c:v>146.97</c:v>
                </c:pt>
                <c:pt idx="9698">
                  <c:v>165.97</c:v>
                </c:pt>
                <c:pt idx="9699">
                  <c:v>194.96</c:v>
                </c:pt>
                <c:pt idx="9700">
                  <c:v>184.97</c:v>
                </c:pt>
                <c:pt idx="9701">
                  <c:v>163.37</c:v>
                </c:pt>
                <c:pt idx="9702">
                  <c:v>36.479999999999997</c:v>
                </c:pt>
                <c:pt idx="9703">
                  <c:v>184.97</c:v>
                </c:pt>
                <c:pt idx="9704">
                  <c:v>131.97999999999999</c:v>
                </c:pt>
                <c:pt idx="9705">
                  <c:v>131.97999999999999</c:v>
                </c:pt>
                <c:pt idx="9706">
                  <c:v>184.97</c:v>
                </c:pt>
                <c:pt idx="9707">
                  <c:v>103.98</c:v>
                </c:pt>
                <c:pt idx="9708">
                  <c:v>84.99</c:v>
                </c:pt>
                <c:pt idx="9709">
                  <c:v>106.97</c:v>
                </c:pt>
                <c:pt idx="9710">
                  <c:v>84.99</c:v>
                </c:pt>
                <c:pt idx="9711">
                  <c:v>84.99</c:v>
                </c:pt>
                <c:pt idx="9712">
                  <c:v>56.97</c:v>
                </c:pt>
                <c:pt idx="9713">
                  <c:v>84.99</c:v>
                </c:pt>
                <c:pt idx="9714">
                  <c:v>84.99</c:v>
                </c:pt>
                <c:pt idx="9715">
                  <c:v>84.99</c:v>
                </c:pt>
                <c:pt idx="9716">
                  <c:v>134.47</c:v>
                </c:pt>
                <c:pt idx="9717">
                  <c:v>84.98</c:v>
                </c:pt>
                <c:pt idx="9718">
                  <c:v>103.98</c:v>
                </c:pt>
                <c:pt idx="9719">
                  <c:v>103.98</c:v>
                </c:pt>
                <c:pt idx="9720">
                  <c:v>188.97</c:v>
                </c:pt>
                <c:pt idx="9721">
                  <c:v>84.99</c:v>
                </c:pt>
                <c:pt idx="9722">
                  <c:v>84.99</c:v>
                </c:pt>
                <c:pt idx="9723">
                  <c:v>97.78</c:v>
                </c:pt>
                <c:pt idx="9724">
                  <c:v>84.99</c:v>
                </c:pt>
                <c:pt idx="9725">
                  <c:v>84.99</c:v>
                </c:pt>
                <c:pt idx="9726">
                  <c:v>87.7</c:v>
                </c:pt>
                <c:pt idx="9727">
                  <c:v>84.99</c:v>
                </c:pt>
                <c:pt idx="9728">
                  <c:v>103.98</c:v>
                </c:pt>
                <c:pt idx="9729">
                  <c:v>103.98</c:v>
                </c:pt>
                <c:pt idx="9730">
                  <c:v>103.97</c:v>
                </c:pt>
                <c:pt idx="9731">
                  <c:v>84.99</c:v>
                </c:pt>
                <c:pt idx="9732">
                  <c:v>188.97</c:v>
                </c:pt>
                <c:pt idx="9733">
                  <c:v>84.98</c:v>
                </c:pt>
                <c:pt idx="9734">
                  <c:v>105.48</c:v>
                </c:pt>
                <c:pt idx="9735">
                  <c:v>84.98</c:v>
                </c:pt>
                <c:pt idx="9736">
                  <c:v>84.99</c:v>
                </c:pt>
                <c:pt idx="9737">
                  <c:v>84.98</c:v>
                </c:pt>
                <c:pt idx="9738">
                  <c:v>126.98</c:v>
                </c:pt>
                <c:pt idx="9739">
                  <c:v>84.99</c:v>
                </c:pt>
                <c:pt idx="9740">
                  <c:v>103.98</c:v>
                </c:pt>
                <c:pt idx="9741">
                  <c:v>84.98</c:v>
                </c:pt>
                <c:pt idx="9742">
                  <c:v>84.99</c:v>
                </c:pt>
                <c:pt idx="9743">
                  <c:v>103.98</c:v>
                </c:pt>
                <c:pt idx="9744">
                  <c:v>84.99</c:v>
                </c:pt>
                <c:pt idx="9745">
                  <c:v>92.97</c:v>
                </c:pt>
                <c:pt idx="9746">
                  <c:v>208.39</c:v>
                </c:pt>
                <c:pt idx="9747">
                  <c:v>169.11</c:v>
                </c:pt>
                <c:pt idx="9748">
                  <c:v>136.97</c:v>
                </c:pt>
                <c:pt idx="9749">
                  <c:v>194.97</c:v>
                </c:pt>
                <c:pt idx="9750">
                  <c:v>169.98</c:v>
                </c:pt>
                <c:pt idx="9751">
                  <c:v>246.95</c:v>
                </c:pt>
                <c:pt idx="9752">
                  <c:v>169.98</c:v>
                </c:pt>
                <c:pt idx="9753">
                  <c:v>214.96</c:v>
                </c:pt>
                <c:pt idx="9754">
                  <c:v>169.98</c:v>
                </c:pt>
                <c:pt idx="9755">
                  <c:v>169.98</c:v>
                </c:pt>
                <c:pt idx="9756">
                  <c:v>208.96</c:v>
                </c:pt>
                <c:pt idx="9757">
                  <c:v>254.97</c:v>
                </c:pt>
                <c:pt idx="9758">
                  <c:v>175.17</c:v>
                </c:pt>
                <c:pt idx="9759">
                  <c:v>59.97</c:v>
                </c:pt>
                <c:pt idx="9760">
                  <c:v>111.64</c:v>
                </c:pt>
                <c:pt idx="9761">
                  <c:v>59.28</c:v>
                </c:pt>
                <c:pt idx="9762">
                  <c:v>87.57</c:v>
                </c:pt>
                <c:pt idx="9763">
                  <c:v>131.97999999999999</c:v>
                </c:pt>
                <c:pt idx="9764">
                  <c:v>65.989999999999995</c:v>
                </c:pt>
                <c:pt idx="9765">
                  <c:v>99.98</c:v>
                </c:pt>
                <c:pt idx="9766">
                  <c:v>126.45</c:v>
                </c:pt>
                <c:pt idx="9767">
                  <c:v>91.87</c:v>
                </c:pt>
                <c:pt idx="9768">
                  <c:v>157.86000000000001</c:v>
                </c:pt>
                <c:pt idx="9769">
                  <c:v>125.12</c:v>
                </c:pt>
                <c:pt idx="9770">
                  <c:v>118.78</c:v>
                </c:pt>
                <c:pt idx="9771">
                  <c:v>62.98</c:v>
                </c:pt>
                <c:pt idx="9772">
                  <c:v>99.98</c:v>
                </c:pt>
                <c:pt idx="9773">
                  <c:v>125.38</c:v>
                </c:pt>
                <c:pt idx="9774">
                  <c:v>124.82</c:v>
                </c:pt>
                <c:pt idx="9775">
                  <c:v>131.97999999999999</c:v>
                </c:pt>
                <c:pt idx="9776">
                  <c:v>129.03</c:v>
                </c:pt>
                <c:pt idx="9777">
                  <c:v>79.98</c:v>
                </c:pt>
                <c:pt idx="9778">
                  <c:v>131.97999999999999</c:v>
                </c:pt>
                <c:pt idx="9779">
                  <c:v>133.47999999999999</c:v>
                </c:pt>
                <c:pt idx="9780">
                  <c:v>131.97999999999999</c:v>
                </c:pt>
                <c:pt idx="9781">
                  <c:v>131.97999999999999</c:v>
                </c:pt>
                <c:pt idx="9782">
                  <c:v>121.98</c:v>
                </c:pt>
                <c:pt idx="9783">
                  <c:v>-1.5</c:v>
                </c:pt>
                <c:pt idx="9784">
                  <c:v>131.97999999999999</c:v>
                </c:pt>
                <c:pt idx="9785">
                  <c:v>65.989999999999995</c:v>
                </c:pt>
                <c:pt idx="9786">
                  <c:v>99.98</c:v>
                </c:pt>
                <c:pt idx="9787">
                  <c:v>170.95</c:v>
                </c:pt>
                <c:pt idx="9788">
                  <c:v>119.97</c:v>
                </c:pt>
                <c:pt idx="9789">
                  <c:v>224.95</c:v>
                </c:pt>
                <c:pt idx="9790">
                  <c:v>158.96</c:v>
                </c:pt>
                <c:pt idx="9791">
                  <c:v>155.96</c:v>
                </c:pt>
                <c:pt idx="9792">
                  <c:v>104.96</c:v>
                </c:pt>
                <c:pt idx="9793">
                  <c:v>118.78</c:v>
                </c:pt>
                <c:pt idx="9794">
                  <c:v>184.97</c:v>
                </c:pt>
                <c:pt idx="9795">
                  <c:v>188.96</c:v>
                </c:pt>
                <c:pt idx="9796">
                  <c:v>189.97</c:v>
                </c:pt>
                <c:pt idx="9797">
                  <c:v>183.96</c:v>
                </c:pt>
                <c:pt idx="9798">
                  <c:v>186.24</c:v>
                </c:pt>
                <c:pt idx="9799">
                  <c:v>79.849999999999994</c:v>
                </c:pt>
                <c:pt idx="9800">
                  <c:v>202.01</c:v>
                </c:pt>
                <c:pt idx="9801">
                  <c:v>200.81</c:v>
                </c:pt>
                <c:pt idx="9802">
                  <c:v>96.78</c:v>
                </c:pt>
                <c:pt idx="9803">
                  <c:v>84.69</c:v>
                </c:pt>
                <c:pt idx="9804">
                  <c:v>159.69999999999999</c:v>
                </c:pt>
                <c:pt idx="9805">
                  <c:v>104.14</c:v>
                </c:pt>
                <c:pt idx="9806">
                  <c:v>127.42</c:v>
                </c:pt>
                <c:pt idx="9807">
                  <c:v>147.6</c:v>
                </c:pt>
                <c:pt idx="9808">
                  <c:v>159.69999999999999</c:v>
                </c:pt>
                <c:pt idx="9809">
                  <c:v>159.69999999999999</c:v>
                </c:pt>
                <c:pt idx="9810">
                  <c:v>159.69999999999999</c:v>
                </c:pt>
                <c:pt idx="9811">
                  <c:v>159.69999999999999</c:v>
                </c:pt>
                <c:pt idx="9812">
                  <c:v>144.41999999999999</c:v>
                </c:pt>
                <c:pt idx="9813">
                  <c:v>74.319999999999993</c:v>
                </c:pt>
                <c:pt idx="9814">
                  <c:v>79.849999999999994</c:v>
                </c:pt>
                <c:pt idx="9815">
                  <c:v>79.849999999999994</c:v>
                </c:pt>
                <c:pt idx="9816">
                  <c:v>159.69999999999999</c:v>
                </c:pt>
                <c:pt idx="9817">
                  <c:v>195.97</c:v>
                </c:pt>
                <c:pt idx="9818">
                  <c:v>140.34</c:v>
                </c:pt>
                <c:pt idx="9819">
                  <c:v>116.12</c:v>
                </c:pt>
                <c:pt idx="9820">
                  <c:v>284.94</c:v>
                </c:pt>
                <c:pt idx="9821">
                  <c:v>69.97</c:v>
                </c:pt>
                <c:pt idx="9822">
                  <c:v>159.97999999999999</c:v>
                </c:pt>
                <c:pt idx="9823">
                  <c:v>365.45</c:v>
                </c:pt>
                <c:pt idx="9824">
                  <c:v>365.93</c:v>
                </c:pt>
                <c:pt idx="9825">
                  <c:v>159.97999999999999</c:v>
                </c:pt>
                <c:pt idx="9826">
                  <c:v>399.92</c:v>
                </c:pt>
                <c:pt idx="9827">
                  <c:v>57.62</c:v>
                </c:pt>
                <c:pt idx="9828">
                  <c:v>159.97999999999999</c:v>
                </c:pt>
                <c:pt idx="9829">
                  <c:v>287.95999999999998</c:v>
                </c:pt>
                <c:pt idx="9830">
                  <c:v>96.97</c:v>
                </c:pt>
                <c:pt idx="9831">
                  <c:v>159.97999999999999</c:v>
                </c:pt>
                <c:pt idx="9832">
                  <c:v>69.97</c:v>
                </c:pt>
                <c:pt idx="9833">
                  <c:v>159.97999999999999</c:v>
                </c:pt>
                <c:pt idx="9834">
                  <c:v>105.98</c:v>
                </c:pt>
                <c:pt idx="9835">
                  <c:v>96.97</c:v>
                </c:pt>
                <c:pt idx="9836">
                  <c:v>159.97999999999999</c:v>
                </c:pt>
                <c:pt idx="9837">
                  <c:v>101.47</c:v>
                </c:pt>
                <c:pt idx="9838">
                  <c:v>309.95</c:v>
                </c:pt>
                <c:pt idx="9839">
                  <c:v>207.46</c:v>
                </c:pt>
                <c:pt idx="9840">
                  <c:v>300.44</c:v>
                </c:pt>
                <c:pt idx="9841">
                  <c:v>399.92</c:v>
                </c:pt>
                <c:pt idx="9842">
                  <c:v>81.569999999999993</c:v>
                </c:pt>
                <c:pt idx="9843">
                  <c:v>118.78</c:v>
                </c:pt>
                <c:pt idx="9844">
                  <c:v>152.97999999999999</c:v>
                </c:pt>
                <c:pt idx="9845">
                  <c:v>206.97</c:v>
                </c:pt>
                <c:pt idx="9846">
                  <c:v>216.24</c:v>
                </c:pt>
                <c:pt idx="9847">
                  <c:v>225.27</c:v>
                </c:pt>
                <c:pt idx="9848">
                  <c:v>169.98</c:v>
                </c:pt>
                <c:pt idx="9849">
                  <c:v>136.97</c:v>
                </c:pt>
                <c:pt idx="9850">
                  <c:v>176.36</c:v>
                </c:pt>
                <c:pt idx="9851">
                  <c:v>169.98</c:v>
                </c:pt>
                <c:pt idx="9852">
                  <c:v>143.58000000000001</c:v>
                </c:pt>
                <c:pt idx="9853">
                  <c:v>186.5</c:v>
                </c:pt>
                <c:pt idx="9854">
                  <c:v>169.98</c:v>
                </c:pt>
                <c:pt idx="9855">
                  <c:v>152.97999999999999</c:v>
                </c:pt>
                <c:pt idx="9856">
                  <c:v>169.98</c:v>
                </c:pt>
                <c:pt idx="9857">
                  <c:v>217.71</c:v>
                </c:pt>
                <c:pt idx="9858">
                  <c:v>229.47</c:v>
                </c:pt>
                <c:pt idx="9859">
                  <c:v>121.48</c:v>
                </c:pt>
                <c:pt idx="9860">
                  <c:v>167.76</c:v>
                </c:pt>
                <c:pt idx="9861">
                  <c:v>131.97999999999999</c:v>
                </c:pt>
                <c:pt idx="9862">
                  <c:v>-19.96</c:v>
                </c:pt>
                <c:pt idx="9863">
                  <c:v>84.99</c:v>
                </c:pt>
                <c:pt idx="9864">
                  <c:v>143.97999999999999</c:v>
                </c:pt>
                <c:pt idx="9865">
                  <c:v>84.99</c:v>
                </c:pt>
                <c:pt idx="9866">
                  <c:v>143.97999999999999</c:v>
                </c:pt>
                <c:pt idx="9867">
                  <c:v>143.97999999999999</c:v>
                </c:pt>
                <c:pt idx="9868">
                  <c:v>134.9</c:v>
                </c:pt>
                <c:pt idx="9869">
                  <c:v>59.96</c:v>
                </c:pt>
                <c:pt idx="9870">
                  <c:v>65.989999999999995</c:v>
                </c:pt>
                <c:pt idx="9871">
                  <c:v>65.989999999999995</c:v>
                </c:pt>
                <c:pt idx="9872">
                  <c:v>164.26</c:v>
                </c:pt>
                <c:pt idx="9873">
                  <c:v>65.989999999999995</c:v>
                </c:pt>
                <c:pt idx="9874">
                  <c:v>119.98</c:v>
                </c:pt>
                <c:pt idx="9875">
                  <c:v>84.99</c:v>
                </c:pt>
                <c:pt idx="9876">
                  <c:v>0</c:v>
                </c:pt>
                <c:pt idx="9877">
                  <c:v>0</c:v>
                </c:pt>
                <c:pt idx="9878">
                  <c:v>0</c:v>
                </c:pt>
                <c:pt idx="9879">
                  <c:v>-19.96</c:v>
                </c:pt>
                <c:pt idx="9880">
                  <c:v>134.9</c:v>
                </c:pt>
                <c:pt idx="9881">
                  <c:v>119.98</c:v>
                </c:pt>
                <c:pt idx="9882">
                  <c:v>169.92</c:v>
                </c:pt>
                <c:pt idx="9883">
                  <c:v>-19.96</c:v>
                </c:pt>
                <c:pt idx="9884">
                  <c:v>119.98</c:v>
                </c:pt>
                <c:pt idx="9885">
                  <c:v>134.9</c:v>
                </c:pt>
                <c:pt idx="9886">
                  <c:v>131.97999999999999</c:v>
                </c:pt>
                <c:pt idx="9887">
                  <c:v>59.96</c:v>
                </c:pt>
                <c:pt idx="9888">
                  <c:v>298.95999999999998</c:v>
                </c:pt>
                <c:pt idx="9889">
                  <c:v>139.97999999999999</c:v>
                </c:pt>
                <c:pt idx="9890">
                  <c:v>164.26</c:v>
                </c:pt>
                <c:pt idx="9891">
                  <c:v>164.26</c:v>
                </c:pt>
                <c:pt idx="9892">
                  <c:v>205.12</c:v>
                </c:pt>
                <c:pt idx="9893">
                  <c:v>205.12</c:v>
                </c:pt>
                <c:pt idx="9894">
                  <c:v>205.12</c:v>
                </c:pt>
                <c:pt idx="9895">
                  <c:v>238.46</c:v>
                </c:pt>
                <c:pt idx="9896">
                  <c:v>298.95999999999998</c:v>
                </c:pt>
                <c:pt idx="9897">
                  <c:v>238.46</c:v>
                </c:pt>
                <c:pt idx="9898">
                  <c:v>238.46</c:v>
                </c:pt>
                <c:pt idx="9899">
                  <c:v>84.94</c:v>
                </c:pt>
                <c:pt idx="9900">
                  <c:v>84.94</c:v>
                </c:pt>
                <c:pt idx="9901">
                  <c:v>229.97</c:v>
                </c:pt>
                <c:pt idx="9902">
                  <c:v>229.97</c:v>
                </c:pt>
                <c:pt idx="9903">
                  <c:v>68.97</c:v>
                </c:pt>
                <c:pt idx="9904">
                  <c:v>68.97</c:v>
                </c:pt>
                <c:pt idx="9905">
                  <c:v>68.97</c:v>
                </c:pt>
                <c:pt idx="9906">
                  <c:v>84.94</c:v>
                </c:pt>
                <c:pt idx="9907">
                  <c:v>-29.98</c:v>
                </c:pt>
                <c:pt idx="9908">
                  <c:v>298.95999999999998</c:v>
                </c:pt>
                <c:pt idx="9909">
                  <c:v>139.97999999999999</c:v>
                </c:pt>
                <c:pt idx="9910">
                  <c:v>131.97999999999999</c:v>
                </c:pt>
                <c:pt idx="9911">
                  <c:v>131.97999999999999</c:v>
                </c:pt>
                <c:pt idx="9912">
                  <c:v>254.97</c:v>
                </c:pt>
                <c:pt idx="9913">
                  <c:v>254.97</c:v>
                </c:pt>
                <c:pt idx="9914">
                  <c:v>254.97</c:v>
                </c:pt>
                <c:pt idx="9915">
                  <c:v>121.98</c:v>
                </c:pt>
                <c:pt idx="9916">
                  <c:v>121.98</c:v>
                </c:pt>
                <c:pt idx="9917">
                  <c:v>121.98</c:v>
                </c:pt>
                <c:pt idx="9918">
                  <c:v>139.97999999999999</c:v>
                </c:pt>
                <c:pt idx="9919">
                  <c:v>263.95999999999998</c:v>
                </c:pt>
                <c:pt idx="9920">
                  <c:v>178.17</c:v>
                </c:pt>
                <c:pt idx="9921">
                  <c:v>178.17</c:v>
                </c:pt>
                <c:pt idx="9922">
                  <c:v>178.17</c:v>
                </c:pt>
                <c:pt idx="9923">
                  <c:v>59.95</c:v>
                </c:pt>
                <c:pt idx="9924">
                  <c:v>59.95</c:v>
                </c:pt>
                <c:pt idx="9925">
                  <c:v>59.95</c:v>
                </c:pt>
                <c:pt idx="9926">
                  <c:v>85.95</c:v>
                </c:pt>
                <c:pt idx="9927">
                  <c:v>85.95</c:v>
                </c:pt>
                <c:pt idx="9928">
                  <c:v>85.95</c:v>
                </c:pt>
                <c:pt idx="9929">
                  <c:v>-29.98</c:v>
                </c:pt>
                <c:pt idx="9930">
                  <c:v>229.97</c:v>
                </c:pt>
                <c:pt idx="9931">
                  <c:v>197.97</c:v>
                </c:pt>
                <c:pt idx="9932">
                  <c:v>263.95999999999998</c:v>
                </c:pt>
                <c:pt idx="9933">
                  <c:v>59.96</c:v>
                </c:pt>
                <c:pt idx="9934">
                  <c:v>-29.98</c:v>
                </c:pt>
                <c:pt idx="9935">
                  <c:v>197.97</c:v>
                </c:pt>
                <c:pt idx="9936">
                  <c:v>169.92</c:v>
                </c:pt>
                <c:pt idx="9937">
                  <c:v>169.92</c:v>
                </c:pt>
                <c:pt idx="9938">
                  <c:v>197.97</c:v>
                </c:pt>
                <c:pt idx="9939">
                  <c:v>263.95999999999998</c:v>
                </c:pt>
                <c:pt idx="9940">
                  <c:v>400.15</c:v>
                </c:pt>
                <c:pt idx="9941">
                  <c:v>572.53</c:v>
                </c:pt>
                <c:pt idx="9942">
                  <c:v>273.95</c:v>
                </c:pt>
                <c:pt idx="9943">
                  <c:v>355.95</c:v>
                </c:pt>
                <c:pt idx="9944">
                  <c:v>460.92</c:v>
                </c:pt>
                <c:pt idx="9945">
                  <c:v>84.18</c:v>
                </c:pt>
                <c:pt idx="9946">
                  <c:v>509.94</c:v>
                </c:pt>
                <c:pt idx="9947">
                  <c:v>269.95999999999998</c:v>
                </c:pt>
                <c:pt idx="9948">
                  <c:v>509.94</c:v>
                </c:pt>
                <c:pt idx="9949">
                  <c:v>339.96</c:v>
                </c:pt>
                <c:pt idx="9950">
                  <c:v>282.93</c:v>
                </c:pt>
                <c:pt idx="9951">
                  <c:v>266.32</c:v>
                </c:pt>
                <c:pt idx="9952">
                  <c:v>509.94</c:v>
                </c:pt>
                <c:pt idx="9953">
                  <c:v>509.94</c:v>
                </c:pt>
                <c:pt idx="9954">
                  <c:v>325.95</c:v>
                </c:pt>
                <c:pt idx="9955">
                  <c:v>219.97</c:v>
                </c:pt>
                <c:pt idx="9956">
                  <c:v>187.45</c:v>
                </c:pt>
                <c:pt idx="9957">
                  <c:v>254.97</c:v>
                </c:pt>
                <c:pt idx="9958">
                  <c:v>254.97</c:v>
                </c:pt>
                <c:pt idx="9959">
                  <c:v>254.97</c:v>
                </c:pt>
                <c:pt idx="9960">
                  <c:v>254.97</c:v>
                </c:pt>
                <c:pt idx="9961">
                  <c:v>250.45</c:v>
                </c:pt>
                <c:pt idx="9962">
                  <c:v>254.97</c:v>
                </c:pt>
                <c:pt idx="9963">
                  <c:v>254.97</c:v>
                </c:pt>
                <c:pt idx="9964">
                  <c:v>84.01</c:v>
                </c:pt>
                <c:pt idx="9965">
                  <c:v>195.98</c:v>
                </c:pt>
                <c:pt idx="9966">
                  <c:v>244.77</c:v>
                </c:pt>
                <c:pt idx="9967">
                  <c:v>1.3</c:v>
                </c:pt>
                <c:pt idx="9968">
                  <c:v>244.87</c:v>
                </c:pt>
                <c:pt idx="9969">
                  <c:v>119.97</c:v>
                </c:pt>
                <c:pt idx="9970">
                  <c:v>161.96</c:v>
                </c:pt>
                <c:pt idx="9971">
                  <c:v>197.62</c:v>
                </c:pt>
                <c:pt idx="9972">
                  <c:v>79.959999999999994</c:v>
                </c:pt>
                <c:pt idx="9973">
                  <c:v>249.94</c:v>
                </c:pt>
                <c:pt idx="9974">
                  <c:v>105.97</c:v>
                </c:pt>
                <c:pt idx="9975">
                  <c:v>231.94</c:v>
                </c:pt>
                <c:pt idx="9976">
                  <c:v>169.98</c:v>
                </c:pt>
                <c:pt idx="9977">
                  <c:v>271.93</c:v>
                </c:pt>
                <c:pt idx="9978">
                  <c:v>232.35</c:v>
                </c:pt>
                <c:pt idx="9979">
                  <c:v>249.94</c:v>
                </c:pt>
                <c:pt idx="9980">
                  <c:v>158.94999999999999</c:v>
                </c:pt>
                <c:pt idx="9981">
                  <c:v>271.93</c:v>
                </c:pt>
                <c:pt idx="9982">
                  <c:v>201.14</c:v>
                </c:pt>
                <c:pt idx="9983">
                  <c:v>276.92</c:v>
                </c:pt>
                <c:pt idx="9984">
                  <c:v>164.98</c:v>
                </c:pt>
                <c:pt idx="9985">
                  <c:v>239.96</c:v>
                </c:pt>
                <c:pt idx="9986">
                  <c:v>58.97</c:v>
                </c:pt>
                <c:pt idx="9987">
                  <c:v>109.98</c:v>
                </c:pt>
                <c:pt idx="9988">
                  <c:v>78.02</c:v>
                </c:pt>
                <c:pt idx="9989">
                  <c:v>89.98</c:v>
                </c:pt>
                <c:pt idx="9990">
                  <c:v>74.97</c:v>
                </c:pt>
                <c:pt idx="9991">
                  <c:v>169.98</c:v>
                </c:pt>
                <c:pt idx="9992">
                  <c:v>60.98</c:v>
                </c:pt>
                <c:pt idx="9993">
                  <c:v>50.98</c:v>
                </c:pt>
                <c:pt idx="9994">
                  <c:v>84.99</c:v>
                </c:pt>
                <c:pt idx="9995">
                  <c:v>124.97</c:v>
                </c:pt>
                <c:pt idx="9996">
                  <c:v>99.98</c:v>
                </c:pt>
                <c:pt idx="9997">
                  <c:v>84.99</c:v>
                </c:pt>
                <c:pt idx="9998">
                  <c:v>74.98</c:v>
                </c:pt>
                <c:pt idx="9999">
                  <c:v>137.97999999999999</c:v>
                </c:pt>
                <c:pt idx="10000">
                  <c:v>104.98</c:v>
                </c:pt>
                <c:pt idx="10001">
                  <c:v>66.97</c:v>
                </c:pt>
                <c:pt idx="10002">
                  <c:v>54.99</c:v>
                </c:pt>
                <c:pt idx="10003">
                  <c:v>130.38</c:v>
                </c:pt>
                <c:pt idx="10004">
                  <c:v>119.98</c:v>
                </c:pt>
                <c:pt idx="10005">
                  <c:v>84.99</c:v>
                </c:pt>
                <c:pt idx="10006">
                  <c:v>84.99</c:v>
                </c:pt>
                <c:pt idx="10007">
                  <c:v>84.99</c:v>
                </c:pt>
                <c:pt idx="10008">
                  <c:v>88.98</c:v>
                </c:pt>
                <c:pt idx="10009">
                  <c:v>84.99</c:v>
                </c:pt>
                <c:pt idx="10010">
                  <c:v>119.98</c:v>
                </c:pt>
                <c:pt idx="10011">
                  <c:v>131.97999999999999</c:v>
                </c:pt>
                <c:pt idx="10012">
                  <c:v>84.99</c:v>
                </c:pt>
                <c:pt idx="10013">
                  <c:v>59.97</c:v>
                </c:pt>
                <c:pt idx="10014">
                  <c:v>99.98</c:v>
                </c:pt>
                <c:pt idx="10015">
                  <c:v>104.98</c:v>
                </c:pt>
                <c:pt idx="10016">
                  <c:v>69.98</c:v>
                </c:pt>
                <c:pt idx="10017">
                  <c:v>169.98</c:v>
                </c:pt>
                <c:pt idx="10018">
                  <c:v>89.98</c:v>
                </c:pt>
                <c:pt idx="10019">
                  <c:v>104.98</c:v>
                </c:pt>
                <c:pt idx="10020">
                  <c:v>104.98</c:v>
                </c:pt>
                <c:pt idx="10021">
                  <c:v>157.32</c:v>
                </c:pt>
                <c:pt idx="10022">
                  <c:v>164.88</c:v>
                </c:pt>
                <c:pt idx="10023">
                  <c:v>182.96</c:v>
                </c:pt>
                <c:pt idx="10024">
                  <c:v>164.88</c:v>
                </c:pt>
                <c:pt idx="10025">
                  <c:v>169.98</c:v>
                </c:pt>
                <c:pt idx="10026">
                  <c:v>169.98</c:v>
                </c:pt>
                <c:pt idx="10027">
                  <c:v>290.95</c:v>
                </c:pt>
                <c:pt idx="10028">
                  <c:v>199.96</c:v>
                </c:pt>
                <c:pt idx="10029">
                  <c:v>83.48</c:v>
                </c:pt>
                <c:pt idx="10030">
                  <c:v>159.97999999999999</c:v>
                </c:pt>
                <c:pt idx="10031">
                  <c:v>254.96</c:v>
                </c:pt>
                <c:pt idx="10032">
                  <c:v>169.98</c:v>
                </c:pt>
                <c:pt idx="10033">
                  <c:v>169.98</c:v>
                </c:pt>
                <c:pt idx="10034">
                  <c:v>149.97</c:v>
                </c:pt>
                <c:pt idx="10035">
                  <c:v>169.98</c:v>
                </c:pt>
                <c:pt idx="10036">
                  <c:v>169.98</c:v>
                </c:pt>
                <c:pt idx="10037">
                  <c:v>166.47</c:v>
                </c:pt>
                <c:pt idx="10038">
                  <c:v>131.97999999999999</c:v>
                </c:pt>
                <c:pt idx="10039">
                  <c:v>169.98</c:v>
                </c:pt>
                <c:pt idx="10040">
                  <c:v>329.95</c:v>
                </c:pt>
                <c:pt idx="10041">
                  <c:v>199.96</c:v>
                </c:pt>
                <c:pt idx="10042">
                  <c:v>228.93</c:v>
                </c:pt>
                <c:pt idx="10043">
                  <c:v>172.97</c:v>
                </c:pt>
                <c:pt idx="10044">
                  <c:v>238.96</c:v>
                </c:pt>
                <c:pt idx="10045">
                  <c:v>292.95</c:v>
                </c:pt>
                <c:pt idx="10046">
                  <c:v>239.92</c:v>
                </c:pt>
                <c:pt idx="10047">
                  <c:v>254.78</c:v>
                </c:pt>
                <c:pt idx="10048">
                  <c:v>435.93</c:v>
                </c:pt>
                <c:pt idx="10049">
                  <c:v>385.83</c:v>
                </c:pt>
                <c:pt idx="10050">
                  <c:v>65.989999999999995</c:v>
                </c:pt>
                <c:pt idx="10051">
                  <c:v>263.95999999999998</c:v>
                </c:pt>
                <c:pt idx="10052">
                  <c:v>424.95</c:v>
                </c:pt>
                <c:pt idx="10053">
                  <c:v>89.97</c:v>
                </c:pt>
                <c:pt idx="10054">
                  <c:v>367.64</c:v>
                </c:pt>
                <c:pt idx="10055">
                  <c:v>79.98</c:v>
                </c:pt>
                <c:pt idx="10056">
                  <c:v>320.77999999999997</c:v>
                </c:pt>
                <c:pt idx="10057">
                  <c:v>172.97</c:v>
                </c:pt>
                <c:pt idx="10058">
                  <c:v>121.98</c:v>
                </c:pt>
                <c:pt idx="10059">
                  <c:v>501.78</c:v>
                </c:pt>
                <c:pt idx="10060">
                  <c:v>509.94</c:v>
                </c:pt>
                <c:pt idx="10061">
                  <c:v>480.57</c:v>
                </c:pt>
                <c:pt idx="10062">
                  <c:v>377.95</c:v>
                </c:pt>
                <c:pt idx="10063">
                  <c:v>329.94</c:v>
                </c:pt>
                <c:pt idx="10064">
                  <c:v>239.94</c:v>
                </c:pt>
                <c:pt idx="10065">
                  <c:v>445.01</c:v>
                </c:pt>
                <c:pt idx="10066">
                  <c:v>258.95</c:v>
                </c:pt>
                <c:pt idx="10067">
                  <c:v>411.93</c:v>
                </c:pt>
                <c:pt idx="10068">
                  <c:v>569.9</c:v>
                </c:pt>
                <c:pt idx="10069">
                  <c:v>303.95</c:v>
                </c:pt>
                <c:pt idx="10070">
                  <c:v>204.09</c:v>
                </c:pt>
                <c:pt idx="10071">
                  <c:v>167.96</c:v>
                </c:pt>
                <c:pt idx="10072">
                  <c:v>293.94</c:v>
                </c:pt>
                <c:pt idx="10073">
                  <c:v>116.81</c:v>
                </c:pt>
                <c:pt idx="10074">
                  <c:v>237.74</c:v>
                </c:pt>
                <c:pt idx="10075">
                  <c:v>156.74</c:v>
                </c:pt>
                <c:pt idx="10076">
                  <c:v>116.81</c:v>
                </c:pt>
                <c:pt idx="10077">
                  <c:v>313.60000000000002</c:v>
                </c:pt>
                <c:pt idx="10078">
                  <c:v>146.97</c:v>
                </c:pt>
                <c:pt idx="10079">
                  <c:v>146.97</c:v>
                </c:pt>
                <c:pt idx="10080">
                  <c:v>217.76</c:v>
                </c:pt>
                <c:pt idx="10081">
                  <c:v>212.55</c:v>
                </c:pt>
                <c:pt idx="10082">
                  <c:v>156.74</c:v>
                </c:pt>
                <c:pt idx="10083">
                  <c:v>370.33</c:v>
                </c:pt>
                <c:pt idx="10084">
                  <c:v>217.76</c:v>
                </c:pt>
                <c:pt idx="10085">
                  <c:v>237.74</c:v>
                </c:pt>
                <c:pt idx="10086">
                  <c:v>204.09</c:v>
                </c:pt>
                <c:pt idx="10087">
                  <c:v>167.96</c:v>
                </c:pt>
                <c:pt idx="10088">
                  <c:v>212.55</c:v>
                </c:pt>
                <c:pt idx="10089">
                  <c:v>313.60000000000002</c:v>
                </c:pt>
                <c:pt idx="10090">
                  <c:v>293.94</c:v>
                </c:pt>
                <c:pt idx="10091">
                  <c:v>151.96</c:v>
                </c:pt>
                <c:pt idx="10092">
                  <c:v>118.78</c:v>
                </c:pt>
                <c:pt idx="10093">
                  <c:v>151.96</c:v>
                </c:pt>
                <c:pt idx="10094">
                  <c:v>370.33</c:v>
                </c:pt>
                <c:pt idx="10095">
                  <c:v>118.78</c:v>
                </c:pt>
                <c:pt idx="10096">
                  <c:v>169.98</c:v>
                </c:pt>
                <c:pt idx="10097">
                  <c:v>101.97</c:v>
                </c:pt>
                <c:pt idx="10098">
                  <c:v>339.96</c:v>
                </c:pt>
                <c:pt idx="10099">
                  <c:v>169.98</c:v>
                </c:pt>
                <c:pt idx="10100">
                  <c:v>121.98</c:v>
                </c:pt>
                <c:pt idx="10101">
                  <c:v>136.28</c:v>
                </c:pt>
                <c:pt idx="10102">
                  <c:v>131.97999999999999</c:v>
                </c:pt>
                <c:pt idx="10103">
                  <c:v>127.76</c:v>
                </c:pt>
                <c:pt idx="10104">
                  <c:v>131.97999999999999</c:v>
                </c:pt>
                <c:pt idx="10105">
                  <c:v>161.94999999999999</c:v>
                </c:pt>
                <c:pt idx="10106">
                  <c:v>77.709999999999994</c:v>
                </c:pt>
                <c:pt idx="10107">
                  <c:v>131.97999999999999</c:v>
                </c:pt>
                <c:pt idx="10108">
                  <c:v>167.48</c:v>
                </c:pt>
                <c:pt idx="10109">
                  <c:v>169.98</c:v>
                </c:pt>
                <c:pt idx="10110">
                  <c:v>99.98</c:v>
                </c:pt>
                <c:pt idx="10111">
                  <c:v>99.98</c:v>
                </c:pt>
                <c:pt idx="10112">
                  <c:v>169.98</c:v>
                </c:pt>
                <c:pt idx="10113">
                  <c:v>169.98</c:v>
                </c:pt>
                <c:pt idx="10114">
                  <c:v>206.97</c:v>
                </c:pt>
                <c:pt idx="10115">
                  <c:v>84.99</c:v>
                </c:pt>
                <c:pt idx="10116">
                  <c:v>98.94</c:v>
                </c:pt>
                <c:pt idx="10117">
                  <c:v>59.39</c:v>
                </c:pt>
                <c:pt idx="10118">
                  <c:v>119.96</c:v>
                </c:pt>
                <c:pt idx="10119">
                  <c:v>84.99</c:v>
                </c:pt>
                <c:pt idx="10120">
                  <c:v>84.99</c:v>
                </c:pt>
                <c:pt idx="10121">
                  <c:v>60.96</c:v>
                </c:pt>
                <c:pt idx="10122">
                  <c:v>59.99</c:v>
                </c:pt>
                <c:pt idx="10123">
                  <c:v>88.78</c:v>
                </c:pt>
                <c:pt idx="10124">
                  <c:v>65.989999999999995</c:v>
                </c:pt>
                <c:pt idx="10125">
                  <c:v>103.98</c:v>
                </c:pt>
                <c:pt idx="10126">
                  <c:v>84.99</c:v>
                </c:pt>
                <c:pt idx="10127">
                  <c:v>84.99</c:v>
                </c:pt>
                <c:pt idx="10128">
                  <c:v>84.99</c:v>
                </c:pt>
                <c:pt idx="10129">
                  <c:v>153.97999999999999</c:v>
                </c:pt>
                <c:pt idx="10130">
                  <c:v>56.97</c:v>
                </c:pt>
                <c:pt idx="10131">
                  <c:v>121.98</c:v>
                </c:pt>
                <c:pt idx="10132">
                  <c:v>229.97</c:v>
                </c:pt>
                <c:pt idx="10133">
                  <c:v>58.98</c:v>
                </c:pt>
                <c:pt idx="10134">
                  <c:v>59.98</c:v>
                </c:pt>
                <c:pt idx="10135">
                  <c:v>79.98</c:v>
                </c:pt>
                <c:pt idx="10136">
                  <c:v>58.5</c:v>
                </c:pt>
                <c:pt idx="10137">
                  <c:v>110.98</c:v>
                </c:pt>
                <c:pt idx="10138">
                  <c:v>67.489999999999995</c:v>
                </c:pt>
                <c:pt idx="10139">
                  <c:v>130.97</c:v>
                </c:pt>
                <c:pt idx="10140">
                  <c:v>54.48</c:v>
                </c:pt>
                <c:pt idx="10141">
                  <c:v>80.98</c:v>
                </c:pt>
                <c:pt idx="10142">
                  <c:v>65.989999999999995</c:v>
                </c:pt>
                <c:pt idx="10143">
                  <c:v>112.48</c:v>
                </c:pt>
                <c:pt idx="10144">
                  <c:v>55.48</c:v>
                </c:pt>
                <c:pt idx="10145">
                  <c:v>91.48</c:v>
                </c:pt>
                <c:pt idx="10146">
                  <c:v>64.98</c:v>
                </c:pt>
                <c:pt idx="10147">
                  <c:v>56.49</c:v>
                </c:pt>
                <c:pt idx="10148">
                  <c:v>130.26</c:v>
                </c:pt>
                <c:pt idx="10149">
                  <c:v>12.99</c:v>
                </c:pt>
                <c:pt idx="10150">
                  <c:v>67.489999999999995</c:v>
                </c:pt>
                <c:pt idx="10151">
                  <c:v>59.48</c:v>
                </c:pt>
                <c:pt idx="10152">
                  <c:v>71.959999999999994</c:v>
                </c:pt>
                <c:pt idx="10153">
                  <c:v>146.97</c:v>
                </c:pt>
                <c:pt idx="10154">
                  <c:v>65.989999999999995</c:v>
                </c:pt>
                <c:pt idx="10155">
                  <c:v>65.989999999999995</c:v>
                </c:pt>
                <c:pt idx="10156">
                  <c:v>33.729999999999997</c:v>
                </c:pt>
                <c:pt idx="10157">
                  <c:v>58.6</c:v>
                </c:pt>
                <c:pt idx="10158">
                  <c:v>146.97</c:v>
                </c:pt>
                <c:pt idx="10159">
                  <c:v>80.180000000000007</c:v>
                </c:pt>
                <c:pt idx="10160">
                  <c:v>137.94999999999999</c:v>
                </c:pt>
                <c:pt idx="10161">
                  <c:v>107.37</c:v>
                </c:pt>
                <c:pt idx="10162">
                  <c:v>84.47</c:v>
                </c:pt>
                <c:pt idx="10163">
                  <c:v>59.48</c:v>
                </c:pt>
                <c:pt idx="10164">
                  <c:v>84.99</c:v>
                </c:pt>
                <c:pt idx="10165">
                  <c:v>65.989999999999995</c:v>
                </c:pt>
                <c:pt idx="10166">
                  <c:v>84.99</c:v>
                </c:pt>
                <c:pt idx="10167">
                  <c:v>84.99</c:v>
                </c:pt>
                <c:pt idx="10168">
                  <c:v>65.989999999999995</c:v>
                </c:pt>
                <c:pt idx="10169">
                  <c:v>115.98</c:v>
                </c:pt>
                <c:pt idx="10170">
                  <c:v>84.99</c:v>
                </c:pt>
                <c:pt idx="10171">
                  <c:v>84.99</c:v>
                </c:pt>
                <c:pt idx="10172">
                  <c:v>72.239999999999995</c:v>
                </c:pt>
                <c:pt idx="10173">
                  <c:v>79.98</c:v>
                </c:pt>
                <c:pt idx="10174">
                  <c:v>105.98</c:v>
                </c:pt>
                <c:pt idx="10175">
                  <c:v>79.98</c:v>
                </c:pt>
                <c:pt idx="10176">
                  <c:v>84.99</c:v>
                </c:pt>
                <c:pt idx="10177">
                  <c:v>65.989999999999995</c:v>
                </c:pt>
                <c:pt idx="10178">
                  <c:v>153.97999999999999</c:v>
                </c:pt>
                <c:pt idx="10179">
                  <c:v>413.12</c:v>
                </c:pt>
                <c:pt idx="10180">
                  <c:v>163.30000000000001</c:v>
                </c:pt>
                <c:pt idx="10181">
                  <c:v>72.55</c:v>
                </c:pt>
                <c:pt idx="10182">
                  <c:v>319.39</c:v>
                </c:pt>
                <c:pt idx="10183">
                  <c:v>657.72</c:v>
                </c:pt>
                <c:pt idx="10184">
                  <c:v>319.39</c:v>
                </c:pt>
                <c:pt idx="10185">
                  <c:v>203.32</c:v>
                </c:pt>
                <c:pt idx="10186">
                  <c:v>97.97</c:v>
                </c:pt>
                <c:pt idx="10187">
                  <c:v>77.98</c:v>
                </c:pt>
                <c:pt idx="10188">
                  <c:v>65.989999999999995</c:v>
                </c:pt>
                <c:pt idx="10189">
                  <c:v>95.37</c:v>
                </c:pt>
                <c:pt idx="10190">
                  <c:v>91.97</c:v>
                </c:pt>
                <c:pt idx="10191">
                  <c:v>122.1</c:v>
                </c:pt>
                <c:pt idx="10192">
                  <c:v>71.97</c:v>
                </c:pt>
                <c:pt idx="10193">
                  <c:v>65.989999999999995</c:v>
                </c:pt>
                <c:pt idx="10194">
                  <c:v>71.97</c:v>
                </c:pt>
                <c:pt idx="10195">
                  <c:v>119.97</c:v>
                </c:pt>
                <c:pt idx="10196">
                  <c:v>69.94</c:v>
                </c:pt>
                <c:pt idx="10197">
                  <c:v>79.98</c:v>
                </c:pt>
                <c:pt idx="10198">
                  <c:v>103.96</c:v>
                </c:pt>
                <c:pt idx="10199">
                  <c:v>100.3</c:v>
                </c:pt>
                <c:pt idx="10200">
                  <c:v>65.989999999999995</c:v>
                </c:pt>
                <c:pt idx="10201">
                  <c:v>259.89999999999998</c:v>
                </c:pt>
                <c:pt idx="10202">
                  <c:v>1625.67</c:v>
                </c:pt>
                <c:pt idx="10203">
                  <c:v>2047.36</c:v>
                </c:pt>
                <c:pt idx="10204">
                  <c:v>21.28</c:v>
                </c:pt>
                <c:pt idx="10205">
                  <c:v>837.1</c:v>
                </c:pt>
                <c:pt idx="10206">
                  <c:v>839.7</c:v>
                </c:pt>
                <c:pt idx="10207">
                  <c:v>50.98</c:v>
                </c:pt>
                <c:pt idx="10208">
                  <c:v>50.98</c:v>
                </c:pt>
                <c:pt idx="10209">
                  <c:v>50.98</c:v>
                </c:pt>
                <c:pt idx="10210">
                  <c:v>64.98</c:v>
                </c:pt>
                <c:pt idx="10211">
                  <c:v>63.98</c:v>
                </c:pt>
                <c:pt idx="10212">
                  <c:v>62.06</c:v>
                </c:pt>
                <c:pt idx="10213">
                  <c:v>74.98</c:v>
                </c:pt>
                <c:pt idx="10214">
                  <c:v>50.98</c:v>
                </c:pt>
                <c:pt idx="10215">
                  <c:v>50.98</c:v>
                </c:pt>
                <c:pt idx="10216">
                  <c:v>26.29</c:v>
                </c:pt>
                <c:pt idx="10217">
                  <c:v>50.98</c:v>
                </c:pt>
                <c:pt idx="10218">
                  <c:v>26.87</c:v>
                </c:pt>
                <c:pt idx="10219">
                  <c:v>50.98</c:v>
                </c:pt>
                <c:pt idx="10220">
                  <c:v>50.98</c:v>
                </c:pt>
                <c:pt idx="10221">
                  <c:v>50.98</c:v>
                </c:pt>
                <c:pt idx="10222">
                  <c:v>50.98</c:v>
                </c:pt>
                <c:pt idx="10223">
                  <c:v>50.98</c:v>
                </c:pt>
                <c:pt idx="10224">
                  <c:v>50.98</c:v>
                </c:pt>
                <c:pt idx="10225">
                  <c:v>50.98</c:v>
                </c:pt>
                <c:pt idx="10226">
                  <c:v>50.98</c:v>
                </c:pt>
                <c:pt idx="10227">
                  <c:v>64.98</c:v>
                </c:pt>
                <c:pt idx="10228">
                  <c:v>50.98</c:v>
                </c:pt>
                <c:pt idx="10229">
                  <c:v>50.98</c:v>
                </c:pt>
                <c:pt idx="10230">
                  <c:v>62.92</c:v>
                </c:pt>
                <c:pt idx="10231">
                  <c:v>50.98</c:v>
                </c:pt>
                <c:pt idx="10232">
                  <c:v>50.98</c:v>
                </c:pt>
                <c:pt idx="10233">
                  <c:v>76.77</c:v>
                </c:pt>
                <c:pt idx="10234">
                  <c:v>50.98</c:v>
                </c:pt>
                <c:pt idx="10235">
                  <c:v>50.98</c:v>
                </c:pt>
                <c:pt idx="10236">
                  <c:v>68.989999999999995</c:v>
                </c:pt>
                <c:pt idx="10237">
                  <c:v>40.98</c:v>
                </c:pt>
                <c:pt idx="10238">
                  <c:v>63.98</c:v>
                </c:pt>
                <c:pt idx="10239">
                  <c:v>50.98</c:v>
                </c:pt>
                <c:pt idx="10240">
                  <c:v>13.95</c:v>
                </c:pt>
                <c:pt idx="10241">
                  <c:v>50.98</c:v>
                </c:pt>
                <c:pt idx="10242">
                  <c:v>63.98</c:v>
                </c:pt>
                <c:pt idx="10243">
                  <c:v>50.98</c:v>
                </c:pt>
                <c:pt idx="10244">
                  <c:v>50.98</c:v>
                </c:pt>
                <c:pt idx="10245">
                  <c:v>12.53</c:v>
                </c:pt>
                <c:pt idx="10246">
                  <c:v>50.98</c:v>
                </c:pt>
                <c:pt idx="10247">
                  <c:v>15.29</c:v>
                </c:pt>
                <c:pt idx="10248">
                  <c:v>15.29</c:v>
                </c:pt>
                <c:pt idx="10249">
                  <c:v>62.51</c:v>
                </c:pt>
                <c:pt idx="10250">
                  <c:v>50.98</c:v>
                </c:pt>
                <c:pt idx="10251">
                  <c:v>56.49</c:v>
                </c:pt>
                <c:pt idx="10252">
                  <c:v>79.98</c:v>
                </c:pt>
                <c:pt idx="10253">
                  <c:v>15.29</c:v>
                </c:pt>
                <c:pt idx="10254">
                  <c:v>52.97</c:v>
                </c:pt>
                <c:pt idx="10255">
                  <c:v>50.98</c:v>
                </c:pt>
                <c:pt idx="10256">
                  <c:v>131.97999999999999</c:v>
                </c:pt>
                <c:pt idx="10257">
                  <c:v>169.98</c:v>
                </c:pt>
                <c:pt idx="10258">
                  <c:v>159.97999999999999</c:v>
                </c:pt>
                <c:pt idx="10259">
                  <c:v>84.99</c:v>
                </c:pt>
                <c:pt idx="10260">
                  <c:v>119.96</c:v>
                </c:pt>
                <c:pt idx="10261">
                  <c:v>169.98</c:v>
                </c:pt>
                <c:pt idx="10262">
                  <c:v>131.97999999999999</c:v>
                </c:pt>
                <c:pt idx="10263">
                  <c:v>156.44999999999999</c:v>
                </c:pt>
                <c:pt idx="10264">
                  <c:v>131.97999999999999</c:v>
                </c:pt>
                <c:pt idx="10265">
                  <c:v>169.98</c:v>
                </c:pt>
                <c:pt idx="10266">
                  <c:v>147.97</c:v>
                </c:pt>
                <c:pt idx="10267">
                  <c:v>138.97</c:v>
                </c:pt>
                <c:pt idx="10268">
                  <c:v>131.97999999999999</c:v>
                </c:pt>
                <c:pt idx="10269">
                  <c:v>172.97</c:v>
                </c:pt>
                <c:pt idx="10270">
                  <c:v>155.88</c:v>
                </c:pt>
                <c:pt idx="10271">
                  <c:v>115.97</c:v>
                </c:pt>
                <c:pt idx="10272">
                  <c:v>169.98</c:v>
                </c:pt>
                <c:pt idx="10273">
                  <c:v>50.95</c:v>
                </c:pt>
                <c:pt idx="10274">
                  <c:v>115.97</c:v>
                </c:pt>
                <c:pt idx="10275">
                  <c:v>166.97</c:v>
                </c:pt>
                <c:pt idx="10276">
                  <c:v>314.95999999999998</c:v>
                </c:pt>
                <c:pt idx="10277">
                  <c:v>509.94</c:v>
                </c:pt>
                <c:pt idx="10278">
                  <c:v>424.95</c:v>
                </c:pt>
                <c:pt idx="10279">
                  <c:v>-82.09</c:v>
                </c:pt>
                <c:pt idx="10280">
                  <c:v>329.99</c:v>
                </c:pt>
                <c:pt idx="10281">
                  <c:v>340.46</c:v>
                </c:pt>
                <c:pt idx="10282">
                  <c:v>237.56</c:v>
                </c:pt>
                <c:pt idx="10283">
                  <c:v>339.96</c:v>
                </c:pt>
                <c:pt idx="10284">
                  <c:v>339.96</c:v>
                </c:pt>
                <c:pt idx="10285">
                  <c:v>316.86</c:v>
                </c:pt>
                <c:pt idx="10286">
                  <c:v>339.96</c:v>
                </c:pt>
                <c:pt idx="10287">
                  <c:v>263.95999999999998</c:v>
                </c:pt>
                <c:pt idx="10288">
                  <c:v>238.96</c:v>
                </c:pt>
                <c:pt idx="10289">
                  <c:v>371.93</c:v>
                </c:pt>
                <c:pt idx="10290">
                  <c:v>564.03</c:v>
                </c:pt>
                <c:pt idx="10291">
                  <c:v>277.94</c:v>
                </c:pt>
                <c:pt idx="10292">
                  <c:v>340.92</c:v>
                </c:pt>
                <c:pt idx="10293">
                  <c:v>368.13</c:v>
                </c:pt>
                <c:pt idx="10294">
                  <c:v>133.63999999999999</c:v>
                </c:pt>
                <c:pt idx="10295">
                  <c:v>620.99</c:v>
                </c:pt>
                <c:pt idx="10296">
                  <c:v>339.96</c:v>
                </c:pt>
                <c:pt idx="10297">
                  <c:v>188.56</c:v>
                </c:pt>
                <c:pt idx="10298">
                  <c:v>329.95</c:v>
                </c:pt>
                <c:pt idx="10299">
                  <c:v>368.93</c:v>
                </c:pt>
                <c:pt idx="10300">
                  <c:v>424.31</c:v>
                </c:pt>
                <c:pt idx="10301">
                  <c:v>337.21</c:v>
                </c:pt>
                <c:pt idx="10302">
                  <c:v>254.97</c:v>
                </c:pt>
                <c:pt idx="10303">
                  <c:v>414.95</c:v>
                </c:pt>
                <c:pt idx="10304">
                  <c:v>310.18</c:v>
                </c:pt>
                <c:pt idx="10305">
                  <c:v>202.37</c:v>
                </c:pt>
                <c:pt idx="10306">
                  <c:v>103.6</c:v>
                </c:pt>
                <c:pt idx="10307">
                  <c:v>238.84</c:v>
                </c:pt>
                <c:pt idx="10308">
                  <c:v>131.97999999999999</c:v>
                </c:pt>
                <c:pt idx="10309">
                  <c:v>227.66</c:v>
                </c:pt>
                <c:pt idx="10310">
                  <c:v>263.95999999999998</c:v>
                </c:pt>
                <c:pt idx="10311">
                  <c:v>197.97</c:v>
                </c:pt>
                <c:pt idx="10312">
                  <c:v>197.97</c:v>
                </c:pt>
                <c:pt idx="10313">
                  <c:v>178.17</c:v>
                </c:pt>
                <c:pt idx="10314">
                  <c:v>197.97</c:v>
                </c:pt>
                <c:pt idx="10315">
                  <c:v>159.69999999999999</c:v>
                </c:pt>
                <c:pt idx="10316">
                  <c:v>154.69</c:v>
                </c:pt>
                <c:pt idx="10317">
                  <c:v>128.32</c:v>
                </c:pt>
                <c:pt idx="10318">
                  <c:v>61.69</c:v>
                </c:pt>
                <c:pt idx="10319">
                  <c:v>125.82</c:v>
                </c:pt>
                <c:pt idx="10320">
                  <c:v>120.98</c:v>
                </c:pt>
                <c:pt idx="10321">
                  <c:v>143.72</c:v>
                </c:pt>
                <c:pt idx="10322">
                  <c:v>159.69999999999999</c:v>
                </c:pt>
                <c:pt idx="10323">
                  <c:v>77.42</c:v>
                </c:pt>
                <c:pt idx="10324">
                  <c:v>83.47</c:v>
                </c:pt>
                <c:pt idx="10325">
                  <c:v>166.93</c:v>
                </c:pt>
                <c:pt idx="10326">
                  <c:v>167.38</c:v>
                </c:pt>
                <c:pt idx="10327">
                  <c:v>136.22999999999999</c:v>
                </c:pt>
                <c:pt idx="10328">
                  <c:v>79.849999999999994</c:v>
                </c:pt>
                <c:pt idx="10329">
                  <c:v>147.6</c:v>
                </c:pt>
                <c:pt idx="10330">
                  <c:v>96.78</c:v>
                </c:pt>
                <c:pt idx="10331">
                  <c:v>151.59</c:v>
                </c:pt>
                <c:pt idx="10332">
                  <c:v>79.849999999999994</c:v>
                </c:pt>
                <c:pt idx="10333">
                  <c:v>116.38</c:v>
                </c:pt>
                <c:pt idx="10334">
                  <c:v>120.98</c:v>
                </c:pt>
                <c:pt idx="10335">
                  <c:v>104.38</c:v>
                </c:pt>
                <c:pt idx="10336">
                  <c:v>159.69999999999999</c:v>
                </c:pt>
                <c:pt idx="10337">
                  <c:v>102.83</c:v>
                </c:pt>
                <c:pt idx="10338">
                  <c:v>112.5</c:v>
                </c:pt>
                <c:pt idx="10339">
                  <c:v>67.87</c:v>
                </c:pt>
                <c:pt idx="10340">
                  <c:v>289.38</c:v>
                </c:pt>
                <c:pt idx="10341">
                  <c:v>159.69999999999999</c:v>
                </c:pt>
                <c:pt idx="10342">
                  <c:v>223.91</c:v>
                </c:pt>
                <c:pt idx="10343">
                  <c:v>454.83</c:v>
                </c:pt>
                <c:pt idx="10344">
                  <c:v>287.93</c:v>
                </c:pt>
                <c:pt idx="10345">
                  <c:v>256.47000000000003</c:v>
                </c:pt>
                <c:pt idx="10346">
                  <c:v>141.47999999999999</c:v>
                </c:pt>
                <c:pt idx="10347">
                  <c:v>123.98</c:v>
                </c:pt>
                <c:pt idx="10348">
                  <c:v>95.38</c:v>
                </c:pt>
                <c:pt idx="10349">
                  <c:v>134.97999999999999</c:v>
                </c:pt>
                <c:pt idx="10350">
                  <c:v>169.98</c:v>
                </c:pt>
                <c:pt idx="10351">
                  <c:v>153.97</c:v>
                </c:pt>
                <c:pt idx="10352">
                  <c:v>134.97999999999999</c:v>
                </c:pt>
                <c:pt idx="10353">
                  <c:v>52.97</c:v>
                </c:pt>
                <c:pt idx="10354">
                  <c:v>122.8</c:v>
                </c:pt>
                <c:pt idx="10355">
                  <c:v>99.98</c:v>
                </c:pt>
                <c:pt idx="10356">
                  <c:v>169.98</c:v>
                </c:pt>
                <c:pt idx="10357">
                  <c:v>134.97999999999999</c:v>
                </c:pt>
                <c:pt idx="10358">
                  <c:v>103.98</c:v>
                </c:pt>
                <c:pt idx="10359">
                  <c:v>139.96</c:v>
                </c:pt>
                <c:pt idx="10360">
                  <c:v>96.98</c:v>
                </c:pt>
                <c:pt idx="10361">
                  <c:v>84.99</c:v>
                </c:pt>
                <c:pt idx="10362">
                  <c:v>125.22</c:v>
                </c:pt>
                <c:pt idx="10363">
                  <c:v>124.08</c:v>
                </c:pt>
                <c:pt idx="10364">
                  <c:v>113.78</c:v>
                </c:pt>
                <c:pt idx="10365">
                  <c:v>134.97999999999999</c:v>
                </c:pt>
                <c:pt idx="10366">
                  <c:v>131.97999999999999</c:v>
                </c:pt>
                <c:pt idx="10367">
                  <c:v>171.97</c:v>
                </c:pt>
                <c:pt idx="10368">
                  <c:v>131.93</c:v>
                </c:pt>
                <c:pt idx="10369">
                  <c:v>92.94</c:v>
                </c:pt>
                <c:pt idx="10370">
                  <c:v>104.97</c:v>
                </c:pt>
                <c:pt idx="10371">
                  <c:v>169.98</c:v>
                </c:pt>
                <c:pt idx="10372">
                  <c:v>303.92</c:v>
                </c:pt>
                <c:pt idx="10373">
                  <c:v>159.97999999999999</c:v>
                </c:pt>
                <c:pt idx="10374">
                  <c:v>151.97</c:v>
                </c:pt>
                <c:pt idx="10375">
                  <c:v>164.98</c:v>
                </c:pt>
                <c:pt idx="10376">
                  <c:v>109.97</c:v>
                </c:pt>
                <c:pt idx="10377">
                  <c:v>149.13999999999999</c:v>
                </c:pt>
                <c:pt idx="10378">
                  <c:v>137.97999999999999</c:v>
                </c:pt>
                <c:pt idx="10379">
                  <c:v>275.95999999999998</c:v>
                </c:pt>
                <c:pt idx="10380">
                  <c:v>359.95</c:v>
                </c:pt>
                <c:pt idx="10381">
                  <c:v>170.45</c:v>
                </c:pt>
                <c:pt idx="10382">
                  <c:v>102.97</c:v>
                </c:pt>
                <c:pt idx="10383">
                  <c:v>99.98</c:v>
                </c:pt>
                <c:pt idx="10384">
                  <c:v>169.98</c:v>
                </c:pt>
                <c:pt idx="10385">
                  <c:v>59.97</c:v>
                </c:pt>
                <c:pt idx="10386">
                  <c:v>132.54</c:v>
                </c:pt>
                <c:pt idx="10387">
                  <c:v>124.97</c:v>
                </c:pt>
                <c:pt idx="10388">
                  <c:v>65.19</c:v>
                </c:pt>
                <c:pt idx="10389">
                  <c:v>169.98</c:v>
                </c:pt>
                <c:pt idx="10390">
                  <c:v>160.32</c:v>
                </c:pt>
                <c:pt idx="10391">
                  <c:v>264.94</c:v>
                </c:pt>
                <c:pt idx="10392">
                  <c:v>179.96</c:v>
                </c:pt>
                <c:pt idx="10393">
                  <c:v>199.96</c:v>
                </c:pt>
                <c:pt idx="10394">
                  <c:v>254.21</c:v>
                </c:pt>
                <c:pt idx="10395">
                  <c:v>132.41999999999999</c:v>
                </c:pt>
                <c:pt idx="10396">
                  <c:v>84.99</c:v>
                </c:pt>
                <c:pt idx="10397">
                  <c:v>113.97</c:v>
                </c:pt>
                <c:pt idx="10398">
                  <c:v>100.48</c:v>
                </c:pt>
                <c:pt idx="10399">
                  <c:v>183.97</c:v>
                </c:pt>
                <c:pt idx="10400">
                  <c:v>84.99</c:v>
                </c:pt>
                <c:pt idx="10401">
                  <c:v>81.8</c:v>
                </c:pt>
                <c:pt idx="10402">
                  <c:v>134.97999999999999</c:v>
                </c:pt>
                <c:pt idx="10403">
                  <c:v>76.489999999999995</c:v>
                </c:pt>
                <c:pt idx="10404">
                  <c:v>98.98</c:v>
                </c:pt>
                <c:pt idx="10405">
                  <c:v>82.98</c:v>
                </c:pt>
                <c:pt idx="10406">
                  <c:v>56.06</c:v>
                </c:pt>
                <c:pt idx="10407">
                  <c:v>145.97</c:v>
                </c:pt>
                <c:pt idx="10408">
                  <c:v>84.99</c:v>
                </c:pt>
                <c:pt idx="10409">
                  <c:v>98.98</c:v>
                </c:pt>
                <c:pt idx="10410">
                  <c:v>134.97999999999999</c:v>
                </c:pt>
                <c:pt idx="10411">
                  <c:v>98.98</c:v>
                </c:pt>
                <c:pt idx="10412">
                  <c:v>172.46</c:v>
                </c:pt>
                <c:pt idx="10413">
                  <c:v>84.99</c:v>
                </c:pt>
                <c:pt idx="10414">
                  <c:v>95.15</c:v>
                </c:pt>
                <c:pt idx="10415">
                  <c:v>78.430000000000007</c:v>
                </c:pt>
                <c:pt idx="10416">
                  <c:v>185.46</c:v>
                </c:pt>
                <c:pt idx="10417">
                  <c:v>137.97999999999999</c:v>
                </c:pt>
                <c:pt idx="10418">
                  <c:v>65.989999999999995</c:v>
                </c:pt>
                <c:pt idx="10419">
                  <c:v>98.98</c:v>
                </c:pt>
                <c:pt idx="10420">
                  <c:v>95.9</c:v>
                </c:pt>
                <c:pt idx="10421">
                  <c:v>84.99</c:v>
                </c:pt>
                <c:pt idx="10422">
                  <c:v>84.99</c:v>
                </c:pt>
                <c:pt idx="10423">
                  <c:v>183.97</c:v>
                </c:pt>
                <c:pt idx="10424">
                  <c:v>68.989999999999995</c:v>
                </c:pt>
                <c:pt idx="10425">
                  <c:v>95.01</c:v>
                </c:pt>
                <c:pt idx="10426">
                  <c:v>98.98</c:v>
                </c:pt>
                <c:pt idx="10427">
                  <c:v>183.97</c:v>
                </c:pt>
                <c:pt idx="10428">
                  <c:v>95.09</c:v>
                </c:pt>
                <c:pt idx="10429">
                  <c:v>65.989999999999995</c:v>
                </c:pt>
                <c:pt idx="10430">
                  <c:v>81.38</c:v>
                </c:pt>
                <c:pt idx="10431">
                  <c:v>149.38</c:v>
                </c:pt>
                <c:pt idx="10432">
                  <c:v>97.98</c:v>
                </c:pt>
                <c:pt idx="10433">
                  <c:v>113.97</c:v>
                </c:pt>
                <c:pt idx="10434">
                  <c:v>98.98</c:v>
                </c:pt>
                <c:pt idx="10435">
                  <c:v>121.98</c:v>
                </c:pt>
                <c:pt idx="10436">
                  <c:v>158.97</c:v>
                </c:pt>
                <c:pt idx="10437">
                  <c:v>65.989999999999995</c:v>
                </c:pt>
                <c:pt idx="10438">
                  <c:v>183.97</c:v>
                </c:pt>
                <c:pt idx="10439">
                  <c:v>65.989999999999995</c:v>
                </c:pt>
                <c:pt idx="10440">
                  <c:v>46.29</c:v>
                </c:pt>
                <c:pt idx="10441">
                  <c:v>65.989999999999995</c:v>
                </c:pt>
                <c:pt idx="10442">
                  <c:v>84.99</c:v>
                </c:pt>
                <c:pt idx="10443">
                  <c:v>65.989999999999995</c:v>
                </c:pt>
                <c:pt idx="10444">
                  <c:v>198.96</c:v>
                </c:pt>
                <c:pt idx="10445">
                  <c:v>46.29</c:v>
                </c:pt>
                <c:pt idx="10446">
                  <c:v>65.989999999999995</c:v>
                </c:pt>
                <c:pt idx="10447">
                  <c:v>84.99</c:v>
                </c:pt>
                <c:pt idx="10448">
                  <c:v>84.99</c:v>
                </c:pt>
                <c:pt idx="10449">
                  <c:v>93.95</c:v>
                </c:pt>
                <c:pt idx="10450">
                  <c:v>84.99</c:v>
                </c:pt>
                <c:pt idx="10451">
                  <c:v>59.97</c:v>
                </c:pt>
                <c:pt idx="10452">
                  <c:v>122.19</c:v>
                </c:pt>
                <c:pt idx="10453">
                  <c:v>59.96</c:v>
                </c:pt>
                <c:pt idx="10454">
                  <c:v>65.989999999999995</c:v>
                </c:pt>
                <c:pt idx="10455">
                  <c:v>25.29</c:v>
                </c:pt>
                <c:pt idx="10456">
                  <c:v>80.98</c:v>
                </c:pt>
                <c:pt idx="10457">
                  <c:v>84.99</c:v>
                </c:pt>
                <c:pt idx="10458">
                  <c:v>84.99</c:v>
                </c:pt>
                <c:pt idx="10459">
                  <c:v>41.29</c:v>
                </c:pt>
                <c:pt idx="10460">
                  <c:v>65.989999999999995</c:v>
                </c:pt>
                <c:pt idx="10461">
                  <c:v>84.99</c:v>
                </c:pt>
                <c:pt idx="10462">
                  <c:v>84.99</c:v>
                </c:pt>
                <c:pt idx="10463">
                  <c:v>41.29</c:v>
                </c:pt>
                <c:pt idx="10464">
                  <c:v>103.97</c:v>
                </c:pt>
                <c:pt idx="10465">
                  <c:v>84.99</c:v>
                </c:pt>
                <c:pt idx="10466">
                  <c:v>84.99</c:v>
                </c:pt>
                <c:pt idx="10467">
                  <c:v>124.95</c:v>
                </c:pt>
                <c:pt idx="10468">
                  <c:v>84.99</c:v>
                </c:pt>
                <c:pt idx="10469">
                  <c:v>131.97999999999999</c:v>
                </c:pt>
                <c:pt idx="10470">
                  <c:v>59.96</c:v>
                </c:pt>
                <c:pt idx="10471">
                  <c:v>39.29</c:v>
                </c:pt>
                <c:pt idx="10472">
                  <c:v>154.93</c:v>
                </c:pt>
                <c:pt idx="10473">
                  <c:v>23.29</c:v>
                </c:pt>
                <c:pt idx="10474">
                  <c:v>84.99</c:v>
                </c:pt>
                <c:pt idx="10475">
                  <c:v>-44.99</c:v>
                </c:pt>
                <c:pt idx="10476">
                  <c:v>50.33</c:v>
                </c:pt>
                <c:pt idx="10477">
                  <c:v>95.97</c:v>
                </c:pt>
                <c:pt idx="10478">
                  <c:v>75.98</c:v>
                </c:pt>
                <c:pt idx="10479">
                  <c:v>169.98</c:v>
                </c:pt>
                <c:pt idx="10480">
                  <c:v>46.29</c:v>
                </c:pt>
                <c:pt idx="10481">
                  <c:v>108.98</c:v>
                </c:pt>
                <c:pt idx="10482">
                  <c:v>84.99</c:v>
                </c:pt>
                <c:pt idx="10483">
                  <c:v>84.99</c:v>
                </c:pt>
                <c:pt idx="10484">
                  <c:v>46.94</c:v>
                </c:pt>
                <c:pt idx="10485">
                  <c:v>46.29</c:v>
                </c:pt>
                <c:pt idx="10486">
                  <c:v>84.99</c:v>
                </c:pt>
                <c:pt idx="10487">
                  <c:v>65.989999999999995</c:v>
                </c:pt>
                <c:pt idx="10488">
                  <c:v>25.29</c:v>
                </c:pt>
                <c:pt idx="10489">
                  <c:v>39.29</c:v>
                </c:pt>
                <c:pt idx="10490">
                  <c:v>191.94</c:v>
                </c:pt>
                <c:pt idx="10491">
                  <c:v>84.99</c:v>
                </c:pt>
                <c:pt idx="10492">
                  <c:v>64.97</c:v>
                </c:pt>
                <c:pt idx="10493">
                  <c:v>169.96</c:v>
                </c:pt>
                <c:pt idx="10494">
                  <c:v>105.98</c:v>
                </c:pt>
                <c:pt idx="10495">
                  <c:v>81.89</c:v>
                </c:pt>
                <c:pt idx="10496">
                  <c:v>71.98</c:v>
                </c:pt>
                <c:pt idx="10497">
                  <c:v>134.96</c:v>
                </c:pt>
                <c:pt idx="10498">
                  <c:v>84.99</c:v>
                </c:pt>
                <c:pt idx="10499">
                  <c:v>84.99</c:v>
                </c:pt>
                <c:pt idx="10500">
                  <c:v>59.98</c:v>
                </c:pt>
                <c:pt idx="10501">
                  <c:v>84.99</c:v>
                </c:pt>
                <c:pt idx="10502">
                  <c:v>137.97999999999999</c:v>
                </c:pt>
                <c:pt idx="10503">
                  <c:v>65.989999999999995</c:v>
                </c:pt>
                <c:pt idx="10504">
                  <c:v>169.98</c:v>
                </c:pt>
                <c:pt idx="10505">
                  <c:v>62.69</c:v>
                </c:pt>
                <c:pt idx="10506">
                  <c:v>65.989999999999995</c:v>
                </c:pt>
                <c:pt idx="10507">
                  <c:v>65.989999999999995</c:v>
                </c:pt>
                <c:pt idx="10508">
                  <c:v>65.989999999999995</c:v>
                </c:pt>
                <c:pt idx="10509">
                  <c:v>169.98</c:v>
                </c:pt>
                <c:pt idx="10510">
                  <c:v>152.97</c:v>
                </c:pt>
                <c:pt idx="10511">
                  <c:v>65.989999999999995</c:v>
                </c:pt>
                <c:pt idx="10512">
                  <c:v>65.989999999999995</c:v>
                </c:pt>
                <c:pt idx="10513">
                  <c:v>87.94</c:v>
                </c:pt>
                <c:pt idx="10514">
                  <c:v>59.39</c:v>
                </c:pt>
                <c:pt idx="10515">
                  <c:v>65.989999999999995</c:v>
                </c:pt>
                <c:pt idx="10516">
                  <c:v>75.97</c:v>
                </c:pt>
                <c:pt idx="10517">
                  <c:v>169.98</c:v>
                </c:pt>
                <c:pt idx="10518">
                  <c:v>65.989999999999995</c:v>
                </c:pt>
                <c:pt idx="10519">
                  <c:v>200.96</c:v>
                </c:pt>
                <c:pt idx="10520">
                  <c:v>169.98</c:v>
                </c:pt>
                <c:pt idx="10521">
                  <c:v>169.98</c:v>
                </c:pt>
                <c:pt idx="10522">
                  <c:v>84.99</c:v>
                </c:pt>
                <c:pt idx="10523">
                  <c:v>153.97999999999999</c:v>
                </c:pt>
                <c:pt idx="10524">
                  <c:v>65.989999999999995</c:v>
                </c:pt>
                <c:pt idx="10525">
                  <c:v>59.39</c:v>
                </c:pt>
                <c:pt idx="10526">
                  <c:v>202</c:v>
                </c:pt>
                <c:pt idx="10527">
                  <c:v>169.34</c:v>
                </c:pt>
                <c:pt idx="10528">
                  <c:v>176.5</c:v>
                </c:pt>
                <c:pt idx="10529">
                  <c:v>113.7</c:v>
                </c:pt>
                <c:pt idx="10530">
                  <c:v>149.96</c:v>
                </c:pt>
                <c:pt idx="10531">
                  <c:v>70.11</c:v>
                </c:pt>
                <c:pt idx="10532">
                  <c:v>177.79</c:v>
                </c:pt>
                <c:pt idx="10533">
                  <c:v>164.49</c:v>
                </c:pt>
                <c:pt idx="10534">
                  <c:v>169.59</c:v>
                </c:pt>
                <c:pt idx="10535">
                  <c:v>147.56</c:v>
                </c:pt>
                <c:pt idx="10536">
                  <c:v>82.25</c:v>
                </c:pt>
                <c:pt idx="10537">
                  <c:v>154.63</c:v>
                </c:pt>
                <c:pt idx="10538">
                  <c:v>202</c:v>
                </c:pt>
                <c:pt idx="10539">
                  <c:v>244.34</c:v>
                </c:pt>
                <c:pt idx="10540">
                  <c:v>147.56</c:v>
                </c:pt>
                <c:pt idx="10541">
                  <c:v>219.97</c:v>
                </c:pt>
                <c:pt idx="10542">
                  <c:v>282.60000000000002</c:v>
                </c:pt>
                <c:pt idx="10543">
                  <c:v>254.95</c:v>
                </c:pt>
                <c:pt idx="10544">
                  <c:v>229.76</c:v>
                </c:pt>
                <c:pt idx="10545">
                  <c:v>236.49</c:v>
                </c:pt>
                <c:pt idx="10546">
                  <c:v>272.39</c:v>
                </c:pt>
                <c:pt idx="10547">
                  <c:v>284.95</c:v>
                </c:pt>
                <c:pt idx="10548">
                  <c:v>211.96</c:v>
                </c:pt>
                <c:pt idx="10549">
                  <c:v>232.21</c:v>
                </c:pt>
                <c:pt idx="10550">
                  <c:v>232.11</c:v>
                </c:pt>
                <c:pt idx="10551">
                  <c:v>183.96</c:v>
                </c:pt>
                <c:pt idx="10552">
                  <c:v>49.99</c:v>
                </c:pt>
                <c:pt idx="10553">
                  <c:v>140.34</c:v>
                </c:pt>
                <c:pt idx="10554">
                  <c:v>159.69999999999999</c:v>
                </c:pt>
                <c:pt idx="10555">
                  <c:v>145.16</c:v>
                </c:pt>
                <c:pt idx="10556">
                  <c:v>119.05</c:v>
                </c:pt>
                <c:pt idx="10557">
                  <c:v>96.78</c:v>
                </c:pt>
                <c:pt idx="10558">
                  <c:v>159.69999999999999</c:v>
                </c:pt>
                <c:pt idx="10559">
                  <c:v>108.86</c:v>
                </c:pt>
                <c:pt idx="10560">
                  <c:v>71.05</c:v>
                </c:pt>
                <c:pt idx="10561">
                  <c:v>96.78</c:v>
                </c:pt>
                <c:pt idx="10562">
                  <c:v>159.69999999999999</c:v>
                </c:pt>
                <c:pt idx="10563">
                  <c:v>159.69999999999999</c:v>
                </c:pt>
                <c:pt idx="10564">
                  <c:v>79.849999999999994</c:v>
                </c:pt>
                <c:pt idx="10565">
                  <c:v>79.849999999999994</c:v>
                </c:pt>
                <c:pt idx="10566">
                  <c:v>147.6</c:v>
                </c:pt>
                <c:pt idx="10567">
                  <c:v>128.24</c:v>
                </c:pt>
                <c:pt idx="10568">
                  <c:v>96.78</c:v>
                </c:pt>
                <c:pt idx="10569">
                  <c:v>145.16</c:v>
                </c:pt>
                <c:pt idx="10570">
                  <c:v>96.78</c:v>
                </c:pt>
                <c:pt idx="10571">
                  <c:v>159.69999999999999</c:v>
                </c:pt>
                <c:pt idx="10572">
                  <c:v>193.55</c:v>
                </c:pt>
                <c:pt idx="10573">
                  <c:v>153.22</c:v>
                </c:pt>
                <c:pt idx="10574">
                  <c:v>82.25</c:v>
                </c:pt>
                <c:pt idx="10575">
                  <c:v>159.69999999999999</c:v>
                </c:pt>
                <c:pt idx="10576">
                  <c:v>113.97</c:v>
                </c:pt>
                <c:pt idx="10577">
                  <c:v>164.94</c:v>
                </c:pt>
                <c:pt idx="10578">
                  <c:v>122.97</c:v>
                </c:pt>
                <c:pt idx="10579">
                  <c:v>160.13</c:v>
                </c:pt>
                <c:pt idx="10580">
                  <c:v>84.99</c:v>
                </c:pt>
                <c:pt idx="10581">
                  <c:v>83.97</c:v>
                </c:pt>
                <c:pt idx="10582">
                  <c:v>84.99</c:v>
                </c:pt>
                <c:pt idx="10583">
                  <c:v>118.78</c:v>
                </c:pt>
                <c:pt idx="10584">
                  <c:v>133.22999999999999</c:v>
                </c:pt>
                <c:pt idx="10585">
                  <c:v>256.99</c:v>
                </c:pt>
                <c:pt idx="10586">
                  <c:v>169.98</c:v>
                </c:pt>
                <c:pt idx="10587">
                  <c:v>121.98</c:v>
                </c:pt>
                <c:pt idx="10588">
                  <c:v>58.98</c:v>
                </c:pt>
                <c:pt idx="10589">
                  <c:v>79.05</c:v>
                </c:pt>
                <c:pt idx="10590">
                  <c:v>364.95</c:v>
                </c:pt>
                <c:pt idx="10591">
                  <c:v>339.96</c:v>
                </c:pt>
                <c:pt idx="10592">
                  <c:v>93.58</c:v>
                </c:pt>
                <c:pt idx="10593">
                  <c:v>139.97999999999999</c:v>
                </c:pt>
                <c:pt idx="10594">
                  <c:v>169.98</c:v>
                </c:pt>
                <c:pt idx="10595">
                  <c:v>131.97999999999999</c:v>
                </c:pt>
                <c:pt idx="10596">
                  <c:v>169.98</c:v>
                </c:pt>
                <c:pt idx="10597">
                  <c:v>169.98</c:v>
                </c:pt>
                <c:pt idx="10598">
                  <c:v>263.95999999999998</c:v>
                </c:pt>
                <c:pt idx="10599">
                  <c:v>196.02</c:v>
                </c:pt>
                <c:pt idx="10600">
                  <c:v>139.79</c:v>
                </c:pt>
                <c:pt idx="10601">
                  <c:v>239.14</c:v>
                </c:pt>
                <c:pt idx="10602">
                  <c:v>214.53</c:v>
                </c:pt>
                <c:pt idx="10603">
                  <c:v>215.88</c:v>
                </c:pt>
                <c:pt idx="10604">
                  <c:v>187.98</c:v>
                </c:pt>
                <c:pt idx="10605">
                  <c:v>213.74</c:v>
                </c:pt>
                <c:pt idx="10606">
                  <c:v>217.76</c:v>
                </c:pt>
                <c:pt idx="10607">
                  <c:v>249.96</c:v>
                </c:pt>
                <c:pt idx="10608">
                  <c:v>76.08</c:v>
                </c:pt>
                <c:pt idx="10609">
                  <c:v>150.18</c:v>
                </c:pt>
                <c:pt idx="10610">
                  <c:v>156.97</c:v>
                </c:pt>
                <c:pt idx="10611">
                  <c:v>69.97</c:v>
                </c:pt>
                <c:pt idx="10612">
                  <c:v>129.41999999999999</c:v>
                </c:pt>
                <c:pt idx="10613">
                  <c:v>199.96</c:v>
                </c:pt>
                <c:pt idx="10614">
                  <c:v>131.5</c:v>
                </c:pt>
                <c:pt idx="10615">
                  <c:v>124.97</c:v>
                </c:pt>
                <c:pt idx="10616">
                  <c:v>90.98</c:v>
                </c:pt>
                <c:pt idx="10617">
                  <c:v>64.97</c:v>
                </c:pt>
                <c:pt idx="10618">
                  <c:v>84.99</c:v>
                </c:pt>
                <c:pt idx="10619">
                  <c:v>189.96</c:v>
                </c:pt>
                <c:pt idx="10620">
                  <c:v>65.989999999999995</c:v>
                </c:pt>
                <c:pt idx="10621">
                  <c:v>72.98</c:v>
                </c:pt>
                <c:pt idx="10622">
                  <c:v>169.98</c:v>
                </c:pt>
                <c:pt idx="10623">
                  <c:v>140.65</c:v>
                </c:pt>
                <c:pt idx="10624">
                  <c:v>275.95999999999998</c:v>
                </c:pt>
                <c:pt idx="10625">
                  <c:v>65.989999999999995</c:v>
                </c:pt>
                <c:pt idx="10626">
                  <c:v>62.97</c:v>
                </c:pt>
                <c:pt idx="10627">
                  <c:v>75.95</c:v>
                </c:pt>
                <c:pt idx="10628">
                  <c:v>119.96</c:v>
                </c:pt>
                <c:pt idx="10629">
                  <c:v>144.47999999999999</c:v>
                </c:pt>
                <c:pt idx="10630">
                  <c:v>94.96</c:v>
                </c:pt>
                <c:pt idx="10631">
                  <c:v>134.97999999999999</c:v>
                </c:pt>
                <c:pt idx="10632">
                  <c:v>62.97</c:v>
                </c:pt>
                <c:pt idx="10633">
                  <c:v>169.98</c:v>
                </c:pt>
                <c:pt idx="10634">
                  <c:v>152.97999999999999</c:v>
                </c:pt>
                <c:pt idx="10635">
                  <c:v>176.77</c:v>
                </c:pt>
                <c:pt idx="10636">
                  <c:v>121.98</c:v>
                </c:pt>
                <c:pt idx="10637">
                  <c:v>147.96</c:v>
                </c:pt>
                <c:pt idx="10638">
                  <c:v>147.96</c:v>
                </c:pt>
                <c:pt idx="10639">
                  <c:v>258.95999999999998</c:v>
                </c:pt>
                <c:pt idx="10640">
                  <c:v>174.96</c:v>
                </c:pt>
                <c:pt idx="10641">
                  <c:v>121.98</c:v>
                </c:pt>
                <c:pt idx="10642">
                  <c:v>187.96</c:v>
                </c:pt>
                <c:pt idx="10643">
                  <c:v>140.97</c:v>
                </c:pt>
                <c:pt idx="10644">
                  <c:v>187.96</c:v>
                </c:pt>
                <c:pt idx="10645">
                  <c:v>227.95</c:v>
                </c:pt>
                <c:pt idx="10646">
                  <c:v>281.94</c:v>
                </c:pt>
                <c:pt idx="10647">
                  <c:v>147.96</c:v>
                </c:pt>
                <c:pt idx="10648">
                  <c:v>71.069999999999993</c:v>
                </c:pt>
                <c:pt idx="10649">
                  <c:v>121.98</c:v>
                </c:pt>
                <c:pt idx="10650">
                  <c:v>199.96</c:v>
                </c:pt>
                <c:pt idx="10651">
                  <c:v>260.95999999999998</c:v>
                </c:pt>
                <c:pt idx="10652">
                  <c:v>121.98</c:v>
                </c:pt>
                <c:pt idx="10653">
                  <c:v>187.96</c:v>
                </c:pt>
                <c:pt idx="10654">
                  <c:v>196.95</c:v>
                </c:pt>
                <c:pt idx="10655">
                  <c:v>107.96</c:v>
                </c:pt>
                <c:pt idx="10656">
                  <c:v>73.98</c:v>
                </c:pt>
                <c:pt idx="10657">
                  <c:v>159.97999999999999</c:v>
                </c:pt>
                <c:pt idx="10658">
                  <c:v>121.98</c:v>
                </c:pt>
                <c:pt idx="10659">
                  <c:v>107.96</c:v>
                </c:pt>
                <c:pt idx="10660">
                  <c:v>281.94</c:v>
                </c:pt>
                <c:pt idx="10661">
                  <c:v>295.92</c:v>
                </c:pt>
                <c:pt idx="10662">
                  <c:v>206.95</c:v>
                </c:pt>
                <c:pt idx="10663">
                  <c:v>73.98</c:v>
                </c:pt>
                <c:pt idx="10664">
                  <c:v>179.97</c:v>
                </c:pt>
                <c:pt idx="10665">
                  <c:v>187.96</c:v>
                </c:pt>
                <c:pt idx="10666">
                  <c:v>84.99</c:v>
                </c:pt>
                <c:pt idx="10667">
                  <c:v>99.98</c:v>
                </c:pt>
                <c:pt idx="10668">
                  <c:v>134.97999999999999</c:v>
                </c:pt>
                <c:pt idx="10669">
                  <c:v>134.97999999999999</c:v>
                </c:pt>
                <c:pt idx="10670">
                  <c:v>134.97999999999999</c:v>
                </c:pt>
                <c:pt idx="10671">
                  <c:v>84.99</c:v>
                </c:pt>
                <c:pt idx="10672">
                  <c:v>84.99</c:v>
                </c:pt>
                <c:pt idx="10673">
                  <c:v>85.97</c:v>
                </c:pt>
                <c:pt idx="10674">
                  <c:v>169.98</c:v>
                </c:pt>
                <c:pt idx="10675">
                  <c:v>84.99</c:v>
                </c:pt>
                <c:pt idx="10676">
                  <c:v>138.22</c:v>
                </c:pt>
                <c:pt idx="10677">
                  <c:v>89.98</c:v>
                </c:pt>
                <c:pt idx="10678">
                  <c:v>84.99</c:v>
                </c:pt>
                <c:pt idx="10679">
                  <c:v>131.97999999999999</c:v>
                </c:pt>
                <c:pt idx="10680">
                  <c:v>159.97999999999999</c:v>
                </c:pt>
                <c:pt idx="10681">
                  <c:v>131.97999999999999</c:v>
                </c:pt>
                <c:pt idx="10682">
                  <c:v>164.5</c:v>
                </c:pt>
                <c:pt idx="10683">
                  <c:v>84.99</c:v>
                </c:pt>
                <c:pt idx="10684">
                  <c:v>134.97999999999999</c:v>
                </c:pt>
                <c:pt idx="10685">
                  <c:v>80.98</c:v>
                </c:pt>
                <c:pt idx="10686">
                  <c:v>142.97</c:v>
                </c:pt>
                <c:pt idx="10687">
                  <c:v>131.97999999999999</c:v>
                </c:pt>
                <c:pt idx="10688">
                  <c:v>142.97</c:v>
                </c:pt>
                <c:pt idx="10689">
                  <c:v>131.97999999999999</c:v>
                </c:pt>
                <c:pt idx="10690">
                  <c:v>131.97999999999999</c:v>
                </c:pt>
                <c:pt idx="10691">
                  <c:v>146.97</c:v>
                </c:pt>
                <c:pt idx="10692">
                  <c:v>131.97999999999999</c:v>
                </c:pt>
                <c:pt idx="10693">
                  <c:v>181.97</c:v>
                </c:pt>
                <c:pt idx="10694">
                  <c:v>121.98</c:v>
                </c:pt>
                <c:pt idx="10695">
                  <c:v>131.97999999999999</c:v>
                </c:pt>
                <c:pt idx="10696">
                  <c:v>96.93</c:v>
                </c:pt>
                <c:pt idx="10697">
                  <c:v>112.97</c:v>
                </c:pt>
                <c:pt idx="10698">
                  <c:v>49.99</c:v>
                </c:pt>
                <c:pt idx="10699">
                  <c:v>183.96</c:v>
                </c:pt>
                <c:pt idx="10700">
                  <c:v>171.97</c:v>
                </c:pt>
                <c:pt idx="10701">
                  <c:v>128.46</c:v>
                </c:pt>
                <c:pt idx="10702">
                  <c:v>116.97</c:v>
                </c:pt>
                <c:pt idx="10703">
                  <c:v>69.709999999999994</c:v>
                </c:pt>
                <c:pt idx="10704">
                  <c:v>244.95</c:v>
                </c:pt>
                <c:pt idx="10705">
                  <c:v>254.97</c:v>
                </c:pt>
                <c:pt idx="10706">
                  <c:v>260.12</c:v>
                </c:pt>
                <c:pt idx="10707">
                  <c:v>328.94</c:v>
                </c:pt>
                <c:pt idx="10708">
                  <c:v>384.09</c:v>
                </c:pt>
                <c:pt idx="10709">
                  <c:v>262.11</c:v>
                </c:pt>
                <c:pt idx="10710">
                  <c:v>219.97</c:v>
                </c:pt>
                <c:pt idx="10711">
                  <c:v>335.11</c:v>
                </c:pt>
                <c:pt idx="10712">
                  <c:v>84.99</c:v>
                </c:pt>
                <c:pt idx="10713">
                  <c:v>137.97999999999999</c:v>
                </c:pt>
                <c:pt idx="10714">
                  <c:v>87.47</c:v>
                </c:pt>
                <c:pt idx="10715">
                  <c:v>131.97999999999999</c:v>
                </c:pt>
                <c:pt idx="10716">
                  <c:v>84.99</c:v>
                </c:pt>
                <c:pt idx="10717">
                  <c:v>99.98</c:v>
                </c:pt>
                <c:pt idx="10718">
                  <c:v>114.97</c:v>
                </c:pt>
                <c:pt idx="10719">
                  <c:v>99.98</c:v>
                </c:pt>
                <c:pt idx="10720">
                  <c:v>102.12</c:v>
                </c:pt>
                <c:pt idx="10721">
                  <c:v>84.99</c:v>
                </c:pt>
                <c:pt idx="10722">
                  <c:v>131.97999999999999</c:v>
                </c:pt>
                <c:pt idx="10723">
                  <c:v>84.99</c:v>
                </c:pt>
                <c:pt idx="10724">
                  <c:v>84.99</c:v>
                </c:pt>
                <c:pt idx="10725">
                  <c:v>89.29</c:v>
                </c:pt>
                <c:pt idx="10726">
                  <c:v>84.99</c:v>
                </c:pt>
                <c:pt idx="10727">
                  <c:v>84.98</c:v>
                </c:pt>
                <c:pt idx="10728">
                  <c:v>114.97</c:v>
                </c:pt>
                <c:pt idx="10729">
                  <c:v>84.99</c:v>
                </c:pt>
                <c:pt idx="10730">
                  <c:v>99.98</c:v>
                </c:pt>
                <c:pt idx="10731">
                  <c:v>84.99</c:v>
                </c:pt>
                <c:pt idx="10732">
                  <c:v>108.78</c:v>
                </c:pt>
                <c:pt idx="10733">
                  <c:v>84.99</c:v>
                </c:pt>
                <c:pt idx="10734">
                  <c:v>65.989999999999995</c:v>
                </c:pt>
                <c:pt idx="10735">
                  <c:v>59.98</c:v>
                </c:pt>
                <c:pt idx="10736">
                  <c:v>65.989999999999995</c:v>
                </c:pt>
                <c:pt idx="10737">
                  <c:v>81.98</c:v>
                </c:pt>
                <c:pt idx="10738">
                  <c:v>65.989999999999995</c:v>
                </c:pt>
                <c:pt idx="10739">
                  <c:v>26.99</c:v>
                </c:pt>
                <c:pt idx="10740">
                  <c:v>89.98</c:v>
                </c:pt>
                <c:pt idx="10741">
                  <c:v>65.989999999999995</c:v>
                </c:pt>
                <c:pt idx="10742">
                  <c:v>65.989999999999995</c:v>
                </c:pt>
                <c:pt idx="10743">
                  <c:v>65.989999999999995</c:v>
                </c:pt>
                <c:pt idx="10744">
                  <c:v>59.98</c:v>
                </c:pt>
                <c:pt idx="10745">
                  <c:v>105.97</c:v>
                </c:pt>
                <c:pt idx="10746">
                  <c:v>68.97</c:v>
                </c:pt>
                <c:pt idx="10747">
                  <c:v>59.98</c:v>
                </c:pt>
                <c:pt idx="10748">
                  <c:v>65.989999999999995</c:v>
                </c:pt>
                <c:pt idx="10749">
                  <c:v>92.98</c:v>
                </c:pt>
                <c:pt idx="10750">
                  <c:v>59.98</c:v>
                </c:pt>
                <c:pt idx="10751">
                  <c:v>65.989999999999995</c:v>
                </c:pt>
                <c:pt idx="10752">
                  <c:v>65.98</c:v>
                </c:pt>
                <c:pt idx="10753">
                  <c:v>75.97</c:v>
                </c:pt>
                <c:pt idx="10754">
                  <c:v>77.98</c:v>
                </c:pt>
                <c:pt idx="10755">
                  <c:v>75.97</c:v>
                </c:pt>
                <c:pt idx="10756">
                  <c:v>59.98</c:v>
                </c:pt>
                <c:pt idx="10757">
                  <c:v>65.989999999999995</c:v>
                </c:pt>
                <c:pt idx="10758">
                  <c:v>65.989999999999995</c:v>
                </c:pt>
                <c:pt idx="10759">
                  <c:v>56.91</c:v>
                </c:pt>
                <c:pt idx="10760">
                  <c:v>62.99</c:v>
                </c:pt>
                <c:pt idx="10761">
                  <c:v>60.19</c:v>
                </c:pt>
                <c:pt idx="10762">
                  <c:v>81.98</c:v>
                </c:pt>
                <c:pt idx="10763">
                  <c:v>61.7</c:v>
                </c:pt>
                <c:pt idx="10764">
                  <c:v>65.989999999999995</c:v>
                </c:pt>
                <c:pt idx="10765">
                  <c:v>51.48</c:v>
                </c:pt>
                <c:pt idx="10766">
                  <c:v>65.989999999999995</c:v>
                </c:pt>
                <c:pt idx="10767">
                  <c:v>197.94</c:v>
                </c:pt>
                <c:pt idx="10768">
                  <c:v>234.92</c:v>
                </c:pt>
                <c:pt idx="10769">
                  <c:v>212.94</c:v>
                </c:pt>
                <c:pt idx="10770">
                  <c:v>151.35</c:v>
                </c:pt>
                <c:pt idx="10771">
                  <c:v>285.92</c:v>
                </c:pt>
                <c:pt idx="10772">
                  <c:v>218.94</c:v>
                </c:pt>
                <c:pt idx="10773">
                  <c:v>-41.96</c:v>
                </c:pt>
                <c:pt idx="10774">
                  <c:v>167.95</c:v>
                </c:pt>
                <c:pt idx="10775">
                  <c:v>300.91000000000003</c:v>
                </c:pt>
                <c:pt idx="10776">
                  <c:v>207.86</c:v>
                </c:pt>
                <c:pt idx="10777">
                  <c:v>105.96</c:v>
                </c:pt>
                <c:pt idx="10778">
                  <c:v>236.93</c:v>
                </c:pt>
                <c:pt idx="10779">
                  <c:v>245.93</c:v>
                </c:pt>
                <c:pt idx="10780">
                  <c:v>161.94</c:v>
                </c:pt>
                <c:pt idx="10781">
                  <c:v>121.96</c:v>
                </c:pt>
                <c:pt idx="10782">
                  <c:v>131.96</c:v>
                </c:pt>
                <c:pt idx="10783">
                  <c:v>253.04</c:v>
                </c:pt>
                <c:pt idx="10784">
                  <c:v>285.91000000000003</c:v>
                </c:pt>
                <c:pt idx="10785">
                  <c:v>255.03</c:v>
                </c:pt>
                <c:pt idx="10786">
                  <c:v>178.94</c:v>
                </c:pt>
                <c:pt idx="10787">
                  <c:v>187.94</c:v>
                </c:pt>
                <c:pt idx="10788">
                  <c:v>212.59</c:v>
                </c:pt>
                <c:pt idx="10789">
                  <c:v>211.95</c:v>
                </c:pt>
                <c:pt idx="10790">
                  <c:v>104.97</c:v>
                </c:pt>
                <c:pt idx="10791">
                  <c:v>131.97999999999999</c:v>
                </c:pt>
                <c:pt idx="10792">
                  <c:v>98.98</c:v>
                </c:pt>
                <c:pt idx="10793">
                  <c:v>111.98</c:v>
                </c:pt>
                <c:pt idx="10794">
                  <c:v>104.96</c:v>
                </c:pt>
                <c:pt idx="10795">
                  <c:v>181.95</c:v>
                </c:pt>
                <c:pt idx="10796">
                  <c:v>119.96</c:v>
                </c:pt>
                <c:pt idx="10797">
                  <c:v>115.97</c:v>
                </c:pt>
                <c:pt idx="10798">
                  <c:v>129.93</c:v>
                </c:pt>
                <c:pt idx="10799">
                  <c:v>86.97</c:v>
                </c:pt>
                <c:pt idx="10800">
                  <c:v>133.77000000000001</c:v>
                </c:pt>
                <c:pt idx="10801">
                  <c:v>208.95</c:v>
                </c:pt>
                <c:pt idx="10802">
                  <c:v>151.97</c:v>
                </c:pt>
                <c:pt idx="10803">
                  <c:v>142.84</c:v>
                </c:pt>
                <c:pt idx="10804">
                  <c:v>131.97999999999999</c:v>
                </c:pt>
                <c:pt idx="10805">
                  <c:v>134.94999999999999</c:v>
                </c:pt>
                <c:pt idx="10806">
                  <c:v>65.989999999999995</c:v>
                </c:pt>
                <c:pt idx="10807">
                  <c:v>99.96</c:v>
                </c:pt>
                <c:pt idx="10808">
                  <c:v>89.97</c:v>
                </c:pt>
                <c:pt idx="10809">
                  <c:v>54.98</c:v>
                </c:pt>
                <c:pt idx="10810">
                  <c:v>54.98</c:v>
                </c:pt>
                <c:pt idx="10811">
                  <c:v>146.97</c:v>
                </c:pt>
                <c:pt idx="10812">
                  <c:v>2.99</c:v>
                </c:pt>
                <c:pt idx="10813">
                  <c:v>146.97</c:v>
                </c:pt>
                <c:pt idx="10814">
                  <c:v>121.97</c:v>
                </c:pt>
                <c:pt idx="10815">
                  <c:v>107.94</c:v>
                </c:pt>
                <c:pt idx="10816">
                  <c:v>113.96</c:v>
                </c:pt>
                <c:pt idx="10817">
                  <c:v>142.96</c:v>
                </c:pt>
                <c:pt idx="10818">
                  <c:v>149.97</c:v>
                </c:pt>
                <c:pt idx="10819">
                  <c:v>214.95</c:v>
                </c:pt>
                <c:pt idx="10820">
                  <c:v>131.97999999999999</c:v>
                </c:pt>
                <c:pt idx="10821">
                  <c:v>146.97</c:v>
                </c:pt>
                <c:pt idx="10822">
                  <c:v>131.97999999999999</c:v>
                </c:pt>
                <c:pt idx="10823">
                  <c:v>228.23</c:v>
                </c:pt>
                <c:pt idx="10824">
                  <c:v>65.989999999999995</c:v>
                </c:pt>
                <c:pt idx="10825">
                  <c:v>135.82</c:v>
                </c:pt>
                <c:pt idx="10826">
                  <c:v>90.94</c:v>
                </c:pt>
                <c:pt idx="10827">
                  <c:v>65.989999999999995</c:v>
                </c:pt>
                <c:pt idx="10828">
                  <c:v>84.99</c:v>
                </c:pt>
                <c:pt idx="10829">
                  <c:v>81.98</c:v>
                </c:pt>
                <c:pt idx="10830">
                  <c:v>65.989999999999995</c:v>
                </c:pt>
                <c:pt idx="10831">
                  <c:v>84.99</c:v>
                </c:pt>
                <c:pt idx="10832">
                  <c:v>84.99</c:v>
                </c:pt>
                <c:pt idx="10833">
                  <c:v>92.98</c:v>
                </c:pt>
                <c:pt idx="10834">
                  <c:v>65.989999999999995</c:v>
                </c:pt>
                <c:pt idx="10835">
                  <c:v>84.99</c:v>
                </c:pt>
                <c:pt idx="10836">
                  <c:v>84.99</c:v>
                </c:pt>
                <c:pt idx="10837">
                  <c:v>84.99</c:v>
                </c:pt>
                <c:pt idx="10838">
                  <c:v>84.99</c:v>
                </c:pt>
                <c:pt idx="10839">
                  <c:v>65.989999999999995</c:v>
                </c:pt>
                <c:pt idx="10840">
                  <c:v>104.98</c:v>
                </c:pt>
                <c:pt idx="10841">
                  <c:v>84.99</c:v>
                </c:pt>
                <c:pt idx="10842">
                  <c:v>84.99</c:v>
                </c:pt>
                <c:pt idx="10843">
                  <c:v>84.99</c:v>
                </c:pt>
                <c:pt idx="10844">
                  <c:v>84.99</c:v>
                </c:pt>
                <c:pt idx="10845">
                  <c:v>99.98</c:v>
                </c:pt>
                <c:pt idx="10846">
                  <c:v>84.99</c:v>
                </c:pt>
                <c:pt idx="10847">
                  <c:v>84.99</c:v>
                </c:pt>
                <c:pt idx="10848">
                  <c:v>84.99</c:v>
                </c:pt>
                <c:pt idx="10849">
                  <c:v>65.989999999999995</c:v>
                </c:pt>
                <c:pt idx="10850">
                  <c:v>65.989999999999995</c:v>
                </c:pt>
                <c:pt idx="10851">
                  <c:v>84.99</c:v>
                </c:pt>
                <c:pt idx="10852">
                  <c:v>84.99</c:v>
                </c:pt>
                <c:pt idx="10853">
                  <c:v>119.98</c:v>
                </c:pt>
                <c:pt idx="10854">
                  <c:v>65.989999999999995</c:v>
                </c:pt>
                <c:pt idx="10855">
                  <c:v>81.98</c:v>
                </c:pt>
                <c:pt idx="10856">
                  <c:v>65.989999999999995</c:v>
                </c:pt>
                <c:pt idx="10857">
                  <c:v>104.98</c:v>
                </c:pt>
                <c:pt idx="10858">
                  <c:v>84.99</c:v>
                </c:pt>
                <c:pt idx="10859">
                  <c:v>104.98</c:v>
                </c:pt>
                <c:pt idx="10860">
                  <c:v>84.99</c:v>
                </c:pt>
                <c:pt idx="10861">
                  <c:v>65.989999999999995</c:v>
                </c:pt>
                <c:pt idx="10862">
                  <c:v>81.98</c:v>
                </c:pt>
                <c:pt idx="10863">
                  <c:v>81.98</c:v>
                </c:pt>
                <c:pt idx="10864">
                  <c:v>81.98</c:v>
                </c:pt>
                <c:pt idx="10865">
                  <c:v>65.989999999999995</c:v>
                </c:pt>
                <c:pt idx="10866">
                  <c:v>81.98</c:v>
                </c:pt>
                <c:pt idx="10867">
                  <c:v>84.99</c:v>
                </c:pt>
                <c:pt idx="10868">
                  <c:v>134.97</c:v>
                </c:pt>
                <c:pt idx="10869">
                  <c:v>15.49</c:v>
                </c:pt>
                <c:pt idx="10870">
                  <c:v>225.93</c:v>
                </c:pt>
                <c:pt idx="10871">
                  <c:v>207.93</c:v>
                </c:pt>
                <c:pt idx="10872">
                  <c:v>99.96</c:v>
                </c:pt>
                <c:pt idx="10873">
                  <c:v>94.95</c:v>
                </c:pt>
                <c:pt idx="10874">
                  <c:v>116.84</c:v>
                </c:pt>
                <c:pt idx="10875">
                  <c:v>119.96</c:v>
                </c:pt>
                <c:pt idx="10876">
                  <c:v>119.96</c:v>
                </c:pt>
                <c:pt idx="10877">
                  <c:v>89.97</c:v>
                </c:pt>
                <c:pt idx="10878">
                  <c:v>59.98</c:v>
                </c:pt>
                <c:pt idx="10879">
                  <c:v>169.94</c:v>
                </c:pt>
                <c:pt idx="10880">
                  <c:v>193.94</c:v>
                </c:pt>
                <c:pt idx="10881">
                  <c:v>221.92</c:v>
                </c:pt>
                <c:pt idx="10882">
                  <c:v>184.27</c:v>
                </c:pt>
                <c:pt idx="10883">
                  <c:v>184.97</c:v>
                </c:pt>
                <c:pt idx="10884">
                  <c:v>150.27000000000001</c:v>
                </c:pt>
                <c:pt idx="10885">
                  <c:v>120.66</c:v>
                </c:pt>
                <c:pt idx="10886">
                  <c:v>130.46</c:v>
                </c:pt>
                <c:pt idx="10887">
                  <c:v>148.97</c:v>
                </c:pt>
                <c:pt idx="10888">
                  <c:v>89.98</c:v>
                </c:pt>
                <c:pt idx="10889">
                  <c:v>158</c:v>
                </c:pt>
                <c:pt idx="10890">
                  <c:v>173.47</c:v>
                </c:pt>
                <c:pt idx="10891">
                  <c:v>128.80000000000001</c:v>
                </c:pt>
                <c:pt idx="10892">
                  <c:v>166.38</c:v>
                </c:pt>
                <c:pt idx="10893">
                  <c:v>196.65</c:v>
                </c:pt>
                <c:pt idx="10894">
                  <c:v>169.98</c:v>
                </c:pt>
                <c:pt idx="10895">
                  <c:v>89.97</c:v>
                </c:pt>
                <c:pt idx="10896">
                  <c:v>169.98</c:v>
                </c:pt>
                <c:pt idx="10897">
                  <c:v>104.97</c:v>
                </c:pt>
                <c:pt idx="10898">
                  <c:v>155.96</c:v>
                </c:pt>
                <c:pt idx="10899">
                  <c:v>84.98</c:v>
                </c:pt>
                <c:pt idx="10900">
                  <c:v>105.98</c:v>
                </c:pt>
                <c:pt idx="10901">
                  <c:v>65.64</c:v>
                </c:pt>
                <c:pt idx="10902">
                  <c:v>145.41999999999999</c:v>
                </c:pt>
                <c:pt idx="10903">
                  <c:v>54.97</c:v>
                </c:pt>
                <c:pt idx="10904">
                  <c:v>119.97</c:v>
                </c:pt>
                <c:pt idx="10905">
                  <c:v>173.97</c:v>
                </c:pt>
                <c:pt idx="10906">
                  <c:v>130.38</c:v>
                </c:pt>
                <c:pt idx="10907">
                  <c:v>127.98</c:v>
                </c:pt>
                <c:pt idx="10908">
                  <c:v>84.98</c:v>
                </c:pt>
                <c:pt idx="10909">
                  <c:v>84.99</c:v>
                </c:pt>
                <c:pt idx="10910">
                  <c:v>109.95</c:v>
                </c:pt>
                <c:pt idx="10911">
                  <c:v>84.99</c:v>
                </c:pt>
                <c:pt idx="10912">
                  <c:v>134.97999999999999</c:v>
                </c:pt>
                <c:pt idx="10913">
                  <c:v>80.97</c:v>
                </c:pt>
                <c:pt idx="10914">
                  <c:v>134.97999999999999</c:v>
                </c:pt>
                <c:pt idx="10915">
                  <c:v>63.05</c:v>
                </c:pt>
                <c:pt idx="10916">
                  <c:v>69.98</c:v>
                </c:pt>
                <c:pt idx="10917">
                  <c:v>84.99</c:v>
                </c:pt>
                <c:pt idx="10918">
                  <c:v>195.35</c:v>
                </c:pt>
                <c:pt idx="10919">
                  <c:v>70.989999999999995</c:v>
                </c:pt>
                <c:pt idx="10920">
                  <c:v>139.94999999999999</c:v>
                </c:pt>
                <c:pt idx="10921">
                  <c:v>84.99</c:v>
                </c:pt>
                <c:pt idx="10922">
                  <c:v>169.98</c:v>
                </c:pt>
                <c:pt idx="10923">
                  <c:v>205.67</c:v>
                </c:pt>
                <c:pt idx="10924">
                  <c:v>84.99</c:v>
                </c:pt>
                <c:pt idx="10925">
                  <c:v>131.97999999999999</c:v>
                </c:pt>
                <c:pt idx="10926">
                  <c:v>207.96</c:v>
                </c:pt>
                <c:pt idx="10927">
                  <c:v>207.96</c:v>
                </c:pt>
                <c:pt idx="10928">
                  <c:v>153.47</c:v>
                </c:pt>
                <c:pt idx="10929">
                  <c:v>153.47</c:v>
                </c:pt>
                <c:pt idx="10930">
                  <c:v>68.98</c:v>
                </c:pt>
                <c:pt idx="10931">
                  <c:v>188.97</c:v>
                </c:pt>
                <c:pt idx="10932">
                  <c:v>68.98</c:v>
                </c:pt>
                <c:pt idx="10933">
                  <c:v>149.34</c:v>
                </c:pt>
                <c:pt idx="10934">
                  <c:v>149.34</c:v>
                </c:pt>
                <c:pt idx="10935">
                  <c:v>131.97999999999999</c:v>
                </c:pt>
                <c:pt idx="10936">
                  <c:v>131.97999999999999</c:v>
                </c:pt>
                <c:pt idx="10937">
                  <c:v>169.98</c:v>
                </c:pt>
                <c:pt idx="10938">
                  <c:v>131.97999999999999</c:v>
                </c:pt>
                <c:pt idx="10939">
                  <c:v>169.98</c:v>
                </c:pt>
                <c:pt idx="10940">
                  <c:v>65.989999999999995</c:v>
                </c:pt>
                <c:pt idx="10941">
                  <c:v>65.989999999999995</c:v>
                </c:pt>
                <c:pt idx="10942">
                  <c:v>131.97999999999999</c:v>
                </c:pt>
                <c:pt idx="10943">
                  <c:v>188.97</c:v>
                </c:pt>
                <c:pt idx="10944">
                  <c:v>227.94</c:v>
                </c:pt>
                <c:pt idx="10945">
                  <c:v>207.96</c:v>
                </c:pt>
                <c:pt idx="10946">
                  <c:v>150.97</c:v>
                </c:pt>
                <c:pt idx="10947">
                  <c:v>150.97</c:v>
                </c:pt>
                <c:pt idx="10948">
                  <c:v>131.97999999999999</c:v>
                </c:pt>
                <c:pt idx="10949">
                  <c:v>207.96</c:v>
                </c:pt>
                <c:pt idx="10950">
                  <c:v>227.94</c:v>
                </c:pt>
                <c:pt idx="10951">
                  <c:v>260.83</c:v>
                </c:pt>
                <c:pt idx="10952">
                  <c:v>49.97</c:v>
                </c:pt>
                <c:pt idx="10953">
                  <c:v>276.49</c:v>
                </c:pt>
                <c:pt idx="10954">
                  <c:v>309.72000000000003</c:v>
                </c:pt>
                <c:pt idx="10955">
                  <c:v>145.97</c:v>
                </c:pt>
                <c:pt idx="10956">
                  <c:v>157.32</c:v>
                </c:pt>
                <c:pt idx="10957">
                  <c:v>279.13</c:v>
                </c:pt>
                <c:pt idx="10958">
                  <c:v>62.98</c:v>
                </c:pt>
                <c:pt idx="10959">
                  <c:v>75.87</c:v>
                </c:pt>
                <c:pt idx="10960">
                  <c:v>152.96</c:v>
                </c:pt>
                <c:pt idx="10961">
                  <c:v>36.04</c:v>
                </c:pt>
                <c:pt idx="10962">
                  <c:v>112.62</c:v>
                </c:pt>
                <c:pt idx="10963">
                  <c:v>62.98</c:v>
                </c:pt>
                <c:pt idx="10964">
                  <c:v>209.97</c:v>
                </c:pt>
                <c:pt idx="10965">
                  <c:v>309.95999999999998</c:v>
                </c:pt>
                <c:pt idx="10966">
                  <c:v>134.97999999999999</c:v>
                </c:pt>
                <c:pt idx="10967">
                  <c:v>395.94</c:v>
                </c:pt>
                <c:pt idx="10968">
                  <c:v>75.97</c:v>
                </c:pt>
                <c:pt idx="10969">
                  <c:v>187.97</c:v>
                </c:pt>
                <c:pt idx="10970">
                  <c:v>121.98</c:v>
                </c:pt>
                <c:pt idx="10971">
                  <c:v>644.91999999999996</c:v>
                </c:pt>
                <c:pt idx="10972">
                  <c:v>216.97</c:v>
                </c:pt>
                <c:pt idx="10973">
                  <c:v>159.97999999999999</c:v>
                </c:pt>
                <c:pt idx="10974">
                  <c:v>169.98</c:v>
                </c:pt>
                <c:pt idx="10975">
                  <c:v>62.98</c:v>
                </c:pt>
                <c:pt idx="10976">
                  <c:v>169.98</c:v>
                </c:pt>
                <c:pt idx="10977">
                  <c:v>169.98</c:v>
                </c:pt>
                <c:pt idx="10978">
                  <c:v>238.96</c:v>
                </c:pt>
                <c:pt idx="10979">
                  <c:v>190.97</c:v>
                </c:pt>
                <c:pt idx="10980">
                  <c:v>164.88</c:v>
                </c:pt>
                <c:pt idx="10981">
                  <c:v>70.97</c:v>
                </c:pt>
                <c:pt idx="10982">
                  <c:v>169.98</c:v>
                </c:pt>
                <c:pt idx="10983">
                  <c:v>101.47</c:v>
                </c:pt>
                <c:pt idx="10984">
                  <c:v>169.98</c:v>
                </c:pt>
                <c:pt idx="10985">
                  <c:v>126.51</c:v>
                </c:pt>
                <c:pt idx="10986">
                  <c:v>152.66999999999999</c:v>
                </c:pt>
                <c:pt idx="10987">
                  <c:v>53.98</c:v>
                </c:pt>
                <c:pt idx="10988">
                  <c:v>96.97</c:v>
                </c:pt>
                <c:pt idx="10989">
                  <c:v>96.97</c:v>
                </c:pt>
                <c:pt idx="10990">
                  <c:v>124.92</c:v>
                </c:pt>
                <c:pt idx="10991">
                  <c:v>98.98</c:v>
                </c:pt>
                <c:pt idx="10992">
                  <c:v>79.98</c:v>
                </c:pt>
                <c:pt idx="10993">
                  <c:v>109.97</c:v>
                </c:pt>
                <c:pt idx="10994">
                  <c:v>69.98</c:v>
                </c:pt>
                <c:pt idx="10995">
                  <c:v>84.99</c:v>
                </c:pt>
                <c:pt idx="10996">
                  <c:v>84.99</c:v>
                </c:pt>
                <c:pt idx="10997">
                  <c:v>211.96</c:v>
                </c:pt>
                <c:pt idx="10998">
                  <c:v>211.96</c:v>
                </c:pt>
                <c:pt idx="10999">
                  <c:v>251.94</c:v>
                </c:pt>
                <c:pt idx="11000">
                  <c:v>291.94</c:v>
                </c:pt>
                <c:pt idx="11001">
                  <c:v>84.99</c:v>
                </c:pt>
                <c:pt idx="11002">
                  <c:v>278.8</c:v>
                </c:pt>
                <c:pt idx="11003">
                  <c:v>190.59</c:v>
                </c:pt>
                <c:pt idx="11004">
                  <c:v>188.96</c:v>
                </c:pt>
                <c:pt idx="11005">
                  <c:v>153.46</c:v>
                </c:pt>
                <c:pt idx="11006">
                  <c:v>119.97</c:v>
                </c:pt>
                <c:pt idx="11007">
                  <c:v>118.98</c:v>
                </c:pt>
                <c:pt idx="11008">
                  <c:v>172.97</c:v>
                </c:pt>
                <c:pt idx="11009">
                  <c:v>156.58000000000001</c:v>
                </c:pt>
                <c:pt idx="11010">
                  <c:v>168.58</c:v>
                </c:pt>
                <c:pt idx="11011">
                  <c:v>99.98</c:v>
                </c:pt>
                <c:pt idx="11012">
                  <c:v>149.97999999999999</c:v>
                </c:pt>
                <c:pt idx="11013">
                  <c:v>160.96</c:v>
                </c:pt>
                <c:pt idx="11014">
                  <c:v>172.79</c:v>
                </c:pt>
                <c:pt idx="11015">
                  <c:v>79.98</c:v>
                </c:pt>
                <c:pt idx="11016">
                  <c:v>217.46</c:v>
                </c:pt>
                <c:pt idx="11017">
                  <c:v>198.98</c:v>
                </c:pt>
                <c:pt idx="11018">
                  <c:v>174.97</c:v>
                </c:pt>
                <c:pt idx="11019">
                  <c:v>245.95</c:v>
                </c:pt>
                <c:pt idx="11020">
                  <c:v>343.94</c:v>
                </c:pt>
                <c:pt idx="11021">
                  <c:v>263.95999999999998</c:v>
                </c:pt>
                <c:pt idx="11022">
                  <c:v>197.97</c:v>
                </c:pt>
                <c:pt idx="11023">
                  <c:v>252.6</c:v>
                </c:pt>
                <c:pt idx="11024">
                  <c:v>112.97</c:v>
                </c:pt>
                <c:pt idx="11025">
                  <c:v>237.56</c:v>
                </c:pt>
                <c:pt idx="11026">
                  <c:v>165.47</c:v>
                </c:pt>
                <c:pt idx="11027">
                  <c:v>78.98</c:v>
                </c:pt>
                <c:pt idx="11028">
                  <c:v>109.98</c:v>
                </c:pt>
                <c:pt idx="11029">
                  <c:v>131.06</c:v>
                </c:pt>
                <c:pt idx="11030">
                  <c:v>169.98</c:v>
                </c:pt>
                <c:pt idx="11031">
                  <c:v>179.96</c:v>
                </c:pt>
                <c:pt idx="11032">
                  <c:v>191.21</c:v>
                </c:pt>
                <c:pt idx="11033">
                  <c:v>196.97</c:v>
                </c:pt>
                <c:pt idx="11034">
                  <c:v>170.54</c:v>
                </c:pt>
                <c:pt idx="11035">
                  <c:v>137.72</c:v>
                </c:pt>
                <c:pt idx="11036">
                  <c:v>201.51</c:v>
                </c:pt>
                <c:pt idx="11037">
                  <c:v>138.57</c:v>
                </c:pt>
                <c:pt idx="11038">
                  <c:v>240.89</c:v>
                </c:pt>
                <c:pt idx="11039">
                  <c:v>116.97</c:v>
                </c:pt>
                <c:pt idx="11040">
                  <c:v>-355.95</c:v>
                </c:pt>
                <c:pt idx="11041">
                  <c:v>61.98</c:v>
                </c:pt>
                <c:pt idx="11042">
                  <c:v>254.97</c:v>
                </c:pt>
                <c:pt idx="11043">
                  <c:v>355.95</c:v>
                </c:pt>
                <c:pt idx="11044">
                  <c:v>147.16</c:v>
                </c:pt>
                <c:pt idx="11045">
                  <c:v>131.97999999999999</c:v>
                </c:pt>
                <c:pt idx="11046">
                  <c:v>158.61000000000001</c:v>
                </c:pt>
                <c:pt idx="11047">
                  <c:v>339.96</c:v>
                </c:pt>
                <c:pt idx="11048">
                  <c:v>131.97999999999999</c:v>
                </c:pt>
                <c:pt idx="11049">
                  <c:v>295.94</c:v>
                </c:pt>
                <c:pt idx="11050">
                  <c:v>247.77</c:v>
                </c:pt>
                <c:pt idx="11051">
                  <c:v>254.97</c:v>
                </c:pt>
                <c:pt idx="11052">
                  <c:v>339.96</c:v>
                </c:pt>
                <c:pt idx="11053">
                  <c:v>280.95999999999998</c:v>
                </c:pt>
                <c:pt idx="11054">
                  <c:v>169.98</c:v>
                </c:pt>
                <c:pt idx="11055">
                  <c:v>147.97</c:v>
                </c:pt>
                <c:pt idx="11056">
                  <c:v>339.96</c:v>
                </c:pt>
                <c:pt idx="11057">
                  <c:v>247.47</c:v>
                </c:pt>
                <c:pt idx="11058">
                  <c:v>339.96</c:v>
                </c:pt>
                <c:pt idx="11059">
                  <c:v>314.95999999999998</c:v>
                </c:pt>
                <c:pt idx="11060">
                  <c:v>69.989999999999995</c:v>
                </c:pt>
                <c:pt idx="11061">
                  <c:v>232.08</c:v>
                </c:pt>
                <c:pt idx="11062">
                  <c:v>339.96</c:v>
                </c:pt>
                <c:pt idx="11063">
                  <c:v>254.97</c:v>
                </c:pt>
                <c:pt idx="11064">
                  <c:v>154.58000000000001</c:v>
                </c:pt>
                <c:pt idx="11065">
                  <c:v>154.15</c:v>
                </c:pt>
                <c:pt idx="11066">
                  <c:v>159.97999999999999</c:v>
                </c:pt>
                <c:pt idx="11067">
                  <c:v>219.97</c:v>
                </c:pt>
                <c:pt idx="11068">
                  <c:v>159.97999999999999</c:v>
                </c:pt>
                <c:pt idx="11069">
                  <c:v>159.97999999999999</c:v>
                </c:pt>
                <c:pt idx="11070">
                  <c:v>240.69</c:v>
                </c:pt>
                <c:pt idx="11071">
                  <c:v>159.97999999999999</c:v>
                </c:pt>
                <c:pt idx="11072">
                  <c:v>219.97</c:v>
                </c:pt>
                <c:pt idx="11073">
                  <c:v>159.97999999999999</c:v>
                </c:pt>
                <c:pt idx="11074">
                  <c:v>154.15</c:v>
                </c:pt>
                <c:pt idx="11075">
                  <c:v>159.97999999999999</c:v>
                </c:pt>
                <c:pt idx="11076">
                  <c:v>213.96</c:v>
                </c:pt>
                <c:pt idx="11077">
                  <c:v>131.97999999999999</c:v>
                </c:pt>
                <c:pt idx="11078">
                  <c:v>169.98</c:v>
                </c:pt>
                <c:pt idx="11079">
                  <c:v>169.98</c:v>
                </c:pt>
                <c:pt idx="11080">
                  <c:v>135.97</c:v>
                </c:pt>
                <c:pt idx="11081">
                  <c:v>155.44</c:v>
                </c:pt>
                <c:pt idx="11082">
                  <c:v>155.44</c:v>
                </c:pt>
                <c:pt idx="11083">
                  <c:v>131.97999999999999</c:v>
                </c:pt>
                <c:pt idx="11084">
                  <c:v>154.58000000000001</c:v>
                </c:pt>
                <c:pt idx="11085">
                  <c:v>154.28</c:v>
                </c:pt>
                <c:pt idx="11086">
                  <c:v>213.96</c:v>
                </c:pt>
                <c:pt idx="11087">
                  <c:v>131.97999999999999</c:v>
                </c:pt>
                <c:pt idx="11088">
                  <c:v>135.97</c:v>
                </c:pt>
                <c:pt idx="11089">
                  <c:v>159.97999999999999</c:v>
                </c:pt>
                <c:pt idx="11090">
                  <c:v>159.97999999999999</c:v>
                </c:pt>
                <c:pt idx="11091">
                  <c:v>131.97999999999999</c:v>
                </c:pt>
                <c:pt idx="11092">
                  <c:v>154.28</c:v>
                </c:pt>
                <c:pt idx="11093">
                  <c:v>240.69</c:v>
                </c:pt>
                <c:pt idx="11094">
                  <c:v>399.92</c:v>
                </c:pt>
                <c:pt idx="11095">
                  <c:v>214.92</c:v>
                </c:pt>
                <c:pt idx="11096">
                  <c:v>339.96</c:v>
                </c:pt>
                <c:pt idx="11097">
                  <c:v>161.96</c:v>
                </c:pt>
                <c:pt idx="11098">
                  <c:v>263.95999999999998</c:v>
                </c:pt>
                <c:pt idx="11099">
                  <c:v>254.97</c:v>
                </c:pt>
                <c:pt idx="11100">
                  <c:v>247.37</c:v>
                </c:pt>
                <c:pt idx="11101">
                  <c:v>323.95999999999998</c:v>
                </c:pt>
                <c:pt idx="11102">
                  <c:v>184.97</c:v>
                </c:pt>
                <c:pt idx="11103">
                  <c:v>263.95999999999998</c:v>
                </c:pt>
                <c:pt idx="11104">
                  <c:v>146.94999999999999</c:v>
                </c:pt>
                <c:pt idx="11105">
                  <c:v>147.96</c:v>
                </c:pt>
                <c:pt idx="11106">
                  <c:v>59.94</c:v>
                </c:pt>
                <c:pt idx="11107">
                  <c:v>132.88</c:v>
                </c:pt>
                <c:pt idx="11108">
                  <c:v>143.94999999999999</c:v>
                </c:pt>
                <c:pt idx="11109">
                  <c:v>136.93</c:v>
                </c:pt>
                <c:pt idx="11110">
                  <c:v>61.96</c:v>
                </c:pt>
                <c:pt idx="11111">
                  <c:v>130.91</c:v>
                </c:pt>
                <c:pt idx="11112">
                  <c:v>71.930000000000007</c:v>
                </c:pt>
                <c:pt idx="11113">
                  <c:v>190.91</c:v>
                </c:pt>
                <c:pt idx="11114">
                  <c:v>250.93</c:v>
                </c:pt>
                <c:pt idx="11115">
                  <c:v>76.95</c:v>
                </c:pt>
                <c:pt idx="11116">
                  <c:v>94.97</c:v>
                </c:pt>
                <c:pt idx="11117">
                  <c:v>147.96</c:v>
                </c:pt>
                <c:pt idx="11118">
                  <c:v>59.94</c:v>
                </c:pt>
                <c:pt idx="11119">
                  <c:v>180.94</c:v>
                </c:pt>
                <c:pt idx="11120">
                  <c:v>73.98</c:v>
                </c:pt>
                <c:pt idx="11121">
                  <c:v>59.94</c:v>
                </c:pt>
                <c:pt idx="11122">
                  <c:v>209.93</c:v>
                </c:pt>
                <c:pt idx="11123">
                  <c:v>68.97</c:v>
                </c:pt>
                <c:pt idx="11124">
                  <c:v>101.95</c:v>
                </c:pt>
                <c:pt idx="11125">
                  <c:v>75.319999999999993</c:v>
                </c:pt>
                <c:pt idx="11126">
                  <c:v>65.989999999999995</c:v>
                </c:pt>
                <c:pt idx="11127">
                  <c:v>65.989999999999995</c:v>
                </c:pt>
                <c:pt idx="11128">
                  <c:v>53.97</c:v>
                </c:pt>
                <c:pt idx="11129">
                  <c:v>65.33</c:v>
                </c:pt>
                <c:pt idx="11130">
                  <c:v>65.33</c:v>
                </c:pt>
                <c:pt idx="11131">
                  <c:v>53.97</c:v>
                </c:pt>
                <c:pt idx="11132">
                  <c:v>65.989999999999995</c:v>
                </c:pt>
                <c:pt idx="11133">
                  <c:v>84.44</c:v>
                </c:pt>
                <c:pt idx="11134">
                  <c:v>65.989999999999995</c:v>
                </c:pt>
                <c:pt idx="11135">
                  <c:v>64.37</c:v>
                </c:pt>
                <c:pt idx="11136">
                  <c:v>84.44</c:v>
                </c:pt>
                <c:pt idx="11137">
                  <c:v>74.319999999999993</c:v>
                </c:pt>
                <c:pt idx="11138">
                  <c:v>80.98</c:v>
                </c:pt>
                <c:pt idx="11139">
                  <c:v>74.319999999999993</c:v>
                </c:pt>
                <c:pt idx="11140">
                  <c:v>75.319999999999993</c:v>
                </c:pt>
                <c:pt idx="11141">
                  <c:v>80.98</c:v>
                </c:pt>
                <c:pt idx="11142">
                  <c:v>65.33</c:v>
                </c:pt>
                <c:pt idx="11143">
                  <c:v>65.33</c:v>
                </c:pt>
                <c:pt idx="11144">
                  <c:v>65.23</c:v>
                </c:pt>
                <c:pt idx="11145">
                  <c:v>55.31</c:v>
                </c:pt>
                <c:pt idx="11146">
                  <c:v>65.23</c:v>
                </c:pt>
                <c:pt idx="11147">
                  <c:v>53.1</c:v>
                </c:pt>
                <c:pt idx="11148">
                  <c:v>65.989999999999995</c:v>
                </c:pt>
                <c:pt idx="11149">
                  <c:v>65.989999999999995</c:v>
                </c:pt>
                <c:pt idx="11150">
                  <c:v>80.13</c:v>
                </c:pt>
                <c:pt idx="11151">
                  <c:v>80.13</c:v>
                </c:pt>
                <c:pt idx="11152">
                  <c:v>65.33</c:v>
                </c:pt>
                <c:pt idx="11153">
                  <c:v>65.14</c:v>
                </c:pt>
                <c:pt idx="11154">
                  <c:v>90.48</c:v>
                </c:pt>
                <c:pt idx="11155">
                  <c:v>90.48</c:v>
                </c:pt>
                <c:pt idx="11156">
                  <c:v>65.14</c:v>
                </c:pt>
                <c:pt idx="11157">
                  <c:v>35.99</c:v>
                </c:pt>
                <c:pt idx="11158">
                  <c:v>55.31</c:v>
                </c:pt>
                <c:pt idx="11159">
                  <c:v>65.989999999999995</c:v>
                </c:pt>
                <c:pt idx="11160">
                  <c:v>74.319999999999993</c:v>
                </c:pt>
                <c:pt idx="11161">
                  <c:v>95.16</c:v>
                </c:pt>
                <c:pt idx="11162">
                  <c:v>95.16</c:v>
                </c:pt>
                <c:pt idx="11163">
                  <c:v>65.33</c:v>
                </c:pt>
                <c:pt idx="11164">
                  <c:v>74.319999999999993</c:v>
                </c:pt>
                <c:pt idx="11165">
                  <c:v>74.98</c:v>
                </c:pt>
                <c:pt idx="11166">
                  <c:v>53.1</c:v>
                </c:pt>
                <c:pt idx="11167">
                  <c:v>84.32</c:v>
                </c:pt>
                <c:pt idx="11168">
                  <c:v>74.98</c:v>
                </c:pt>
                <c:pt idx="11169">
                  <c:v>74.98</c:v>
                </c:pt>
                <c:pt idx="11170">
                  <c:v>65.989999999999995</c:v>
                </c:pt>
                <c:pt idx="11171">
                  <c:v>84.32</c:v>
                </c:pt>
                <c:pt idx="11172">
                  <c:v>35.99</c:v>
                </c:pt>
                <c:pt idx="11173">
                  <c:v>74.98</c:v>
                </c:pt>
                <c:pt idx="11174">
                  <c:v>64.37</c:v>
                </c:pt>
                <c:pt idx="11175">
                  <c:v>65.150000000000006</c:v>
                </c:pt>
                <c:pt idx="11176">
                  <c:v>60.53</c:v>
                </c:pt>
                <c:pt idx="11177">
                  <c:v>74.319999999999993</c:v>
                </c:pt>
                <c:pt idx="11178">
                  <c:v>65.989999999999995</c:v>
                </c:pt>
                <c:pt idx="11179">
                  <c:v>65.150000000000006</c:v>
                </c:pt>
                <c:pt idx="11180">
                  <c:v>86.96</c:v>
                </c:pt>
                <c:pt idx="11181">
                  <c:v>86.96</c:v>
                </c:pt>
                <c:pt idx="11182">
                  <c:v>74.319999999999993</c:v>
                </c:pt>
                <c:pt idx="11183">
                  <c:v>65.989999999999995</c:v>
                </c:pt>
                <c:pt idx="11184">
                  <c:v>65.989999999999995</c:v>
                </c:pt>
                <c:pt idx="11185">
                  <c:v>65.03</c:v>
                </c:pt>
                <c:pt idx="11186">
                  <c:v>60.53</c:v>
                </c:pt>
                <c:pt idx="11187">
                  <c:v>65.069999999999993</c:v>
                </c:pt>
                <c:pt idx="11188">
                  <c:v>74.23</c:v>
                </c:pt>
                <c:pt idx="11189">
                  <c:v>83.22</c:v>
                </c:pt>
                <c:pt idx="11190">
                  <c:v>65.069999999999993</c:v>
                </c:pt>
                <c:pt idx="11191">
                  <c:v>83.22</c:v>
                </c:pt>
                <c:pt idx="11192">
                  <c:v>83.97</c:v>
                </c:pt>
                <c:pt idx="11193">
                  <c:v>65.989999999999995</c:v>
                </c:pt>
                <c:pt idx="11194">
                  <c:v>64.37</c:v>
                </c:pt>
                <c:pt idx="11195">
                  <c:v>64.37</c:v>
                </c:pt>
                <c:pt idx="11196">
                  <c:v>83.97</c:v>
                </c:pt>
                <c:pt idx="11197">
                  <c:v>65.430000000000007</c:v>
                </c:pt>
                <c:pt idx="11198">
                  <c:v>65.03</c:v>
                </c:pt>
                <c:pt idx="11199">
                  <c:v>65.989999999999995</c:v>
                </c:pt>
                <c:pt idx="11200">
                  <c:v>65.430000000000007</c:v>
                </c:pt>
                <c:pt idx="11201">
                  <c:v>65.989999999999995</c:v>
                </c:pt>
                <c:pt idx="11202">
                  <c:v>74.23</c:v>
                </c:pt>
                <c:pt idx="11203">
                  <c:v>169.98</c:v>
                </c:pt>
                <c:pt idx="11204">
                  <c:v>169.98</c:v>
                </c:pt>
                <c:pt idx="11205">
                  <c:v>159.32</c:v>
                </c:pt>
                <c:pt idx="11206">
                  <c:v>159.63</c:v>
                </c:pt>
                <c:pt idx="11207">
                  <c:v>169.98</c:v>
                </c:pt>
                <c:pt idx="11208">
                  <c:v>84.99</c:v>
                </c:pt>
                <c:pt idx="11209">
                  <c:v>197.97</c:v>
                </c:pt>
                <c:pt idx="11210">
                  <c:v>184.97</c:v>
                </c:pt>
                <c:pt idx="11211">
                  <c:v>169.98</c:v>
                </c:pt>
                <c:pt idx="11212">
                  <c:v>116.98</c:v>
                </c:pt>
                <c:pt idx="11213">
                  <c:v>159.97999999999999</c:v>
                </c:pt>
                <c:pt idx="11214">
                  <c:v>169.98</c:v>
                </c:pt>
                <c:pt idx="11215">
                  <c:v>184.97</c:v>
                </c:pt>
                <c:pt idx="11216">
                  <c:v>197.97</c:v>
                </c:pt>
                <c:pt idx="11217">
                  <c:v>197.97</c:v>
                </c:pt>
                <c:pt idx="11218">
                  <c:v>154.19999999999999</c:v>
                </c:pt>
                <c:pt idx="11219">
                  <c:v>169.98</c:v>
                </c:pt>
                <c:pt idx="11220">
                  <c:v>169.98</c:v>
                </c:pt>
                <c:pt idx="11221">
                  <c:v>169.98</c:v>
                </c:pt>
                <c:pt idx="11222">
                  <c:v>169.98</c:v>
                </c:pt>
                <c:pt idx="11223">
                  <c:v>169.98</c:v>
                </c:pt>
                <c:pt idx="11224">
                  <c:v>169.98</c:v>
                </c:pt>
                <c:pt idx="11225">
                  <c:v>172.97</c:v>
                </c:pt>
                <c:pt idx="11226">
                  <c:v>197.97</c:v>
                </c:pt>
                <c:pt idx="11227">
                  <c:v>169.98</c:v>
                </c:pt>
                <c:pt idx="11228">
                  <c:v>137.97999999999999</c:v>
                </c:pt>
                <c:pt idx="11229">
                  <c:v>84.99</c:v>
                </c:pt>
                <c:pt idx="11230">
                  <c:v>169.98</c:v>
                </c:pt>
                <c:pt idx="11231">
                  <c:v>116.27</c:v>
                </c:pt>
                <c:pt idx="11232">
                  <c:v>125.93</c:v>
                </c:pt>
                <c:pt idx="11233">
                  <c:v>166.26</c:v>
                </c:pt>
                <c:pt idx="11234">
                  <c:v>151.27000000000001</c:v>
                </c:pt>
                <c:pt idx="11235">
                  <c:v>93.98</c:v>
                </c:pt>
                <c:pt idx="11236">
                  <c:v>166.26</c:v>
                </c:pt>
                <c:pt idx="11237">
                  <c:v>101.28</c:v>
                </c:pt>
                <c:pt idx="11238">
                  <c:v>121.26</c:v>
                </c:pt>
                <c:pt idx="11239">
                  <c:v>151.27000000000001</c:v>
                </c:pt>
                <c:pt idx="11240">
                  <c:v>151.27000000000001</c:v>
                </c:pt>
                <c:pt idx="11241">
                  <c:v>99.98</c:v>
                </c:pt>
                <c:pt idx="11242">
                  <c:v>102.58</c:v>
                </c:pt>
                <c:pt idx="11243">
                  <c:v>151.27000000000001</c:v>
                </c:pt>
                <c:pt idx="11244">
                  <c:v>96.27</c:v>
                </c:pt>
                <c:pt idx="11245">
                  <c:v>136.26</c:v>
                </c:pt>
                <c:pt idx="11246">
                  <c:v>93.47</c:v>
                </c:pt>
                <c:pt idx="11247">
                  <c:v>164.98</c:v>
                </c:pt>
                <c:pt idx="11248">
                  <c:v>137.97999999999999</c:v>
                </c:pt>
                <c:pt idx="11249">
                  <c:v>148.47999999999999</c:v>
                </c:pt>
                <c:pt idx="11250">
                  <c:v>71.989999999999995</c:v>
                </c:pt>
                <c:pt idx="11251">
                  <c:v>120.98</c:v>
                </c:pt>
                <c:pt idx="11252">
                  <c:v>159.97999999999999</c:v>
                </c:pt>
                <c:pt idx="11253">
                  <c:v>224.97</c:v>
                </c:pt>
                <c:pt idx="11254">
                  <c:v>90.97</c:v>
                </c:pt>
                <c:pt idx="11255">
                  <c:v>105.98</c:v>
                </c:pt>
                <c:pt idx="11256">
                  <c:v>361.93</c:v>
                </c:pt>
                <c:pt idx="11257">
                  <c:v>424.95</c:v>
                </c:pt>
                <c:pt idx="11258">
                  <c:v>158.97</c:v>
                </c:pt>
                <c:pt idx="11259">
                  <c:v>329.95</c:v>
                </c:pt>
                <c:pt idx="11260">
                  <c:v>402.03</c:v>
                </c:pt>
                <c:pt idx="11261">
                  <c:v>329.95</c:v>
                </c:pt>
                <c:pt idx="11262">
                  <c:v>286.8</c:v>
                </c:pt>
                <c:pt idx="11263">
                  <c:v>420.86</c:v>
                </c:pt>
                <c:pt idx="11264">
                  <c:v>499.39</c:v>
                </c:pt>
                <c:pt idx="11265">
                  <c:v>333.92</c:v>
                </c:pt>
                <c:pt idx="11266">
                  <c:v>395.94</c:v>
                </c:pt>
                <c:pt idx="11267">
                  <c:v>232.95</c:v>
                </c:pt>
                <c:pt idx="11268">
                  <c:v>461.79</c:v>
                </c:pt>
                <c:pt idx="11269">
                  <c:v>252.36</c:v>
                </c:pt>
                <c:pt idx="11270">
                  <c:v>382.46</c:v>
                </c:pt>
                <c:pt idx="11271">
                  <c:v>472.43</c:v>
                </c:pt>
                <c:pt idx="11272">
                  <c:v>131.97999999999999</c:v>
                </c:pt>
                <c:pt idx="11273">
                  <c:v>323.92</c:v>
                </c:pt>
                <c:pt idx="11274">
                  <c:v>74.95</c:v>
                </c:pt>
                <c:pt idx="11275">
                  <c:v>424.95</c:v>
                </c:pt>
                <c:pt idx="11276">
                  <c:v>395.94</c:v>
                </c:pt>
                <c:pt idx="11277">
                  <c:v>339.96</c:v>
                </c:pt>
                <c:pt idx="11278">
                  <c:v>413.94</c:v>
                </c:pt>
                <c:pt idx="11279">
                  <c:v>243.97</c:v>
                </c:pt>
                <c:pt idx="11280">
                  <c:v>254.97</c:v>
                </c:pt>
                <c:pt idx="11281">
                  <c:v>-20</c:v>
                </c:pt>
                <c:pt idx="11282">
                  <c:v>74.97</c:v>
                </c:pt>
                <c:pt idx="11283">
                  <c:v>129.9</c:v>
                </c:pt>
                <c:pt idx="11284">
                  <c:v>162.55000000000001</c:v>
                </c:pt>
                <c:pt idx="11285">
                  <c:v>238.12</c:v>
                </c:pt>
                <c:pt idx="11286">
                  <c:v>169.98</c:v>
                </c:pt>
                <c:pt idx="11287">
                  <c:v>169.98</c:v>
                </c:pt>
                <c:pt idx="11288">
                  <c:v>212.86</c:v>
                </c:pt>
                <c:pt idx="11289">
                  <c:v>169.98</c:v>
                </c:pt>
                <c:pt idx="11290">
                  <c:v>306.27</c:v>
                </c:pt>
                <c:pt idx="11291">
                  <c:v>246.7</c:v>
                </c:pt>
                <c:pt idx="11292">
                  <c:v>186.88</c:v>
                </c:pt>
                <c:pt idx="11293">
                  <c:v>78.55</c:v>
                </c:pt>
                <c:pt idx="11294">
                  <c:v>130.32</c:v>
                </c:pt>
                <c:pt idx="11295">
                  <c:v>237.96</c:v>
                </c:pt>
                <c:pt idx="11296">
                  <c:v>171.97</c:v>
                </c:pt>
                <c:pt idx="11297">
                  <c:v>87.98</c:v>
                </c:pt>
                <c:pt idx="11298">
                  <c:v>166.97</c:v>
                </c:pt>
                <c:pt idx="11299">
                  <c:v>91.98</c:v>
                </c:pt>
                <c:pt idx="11300">
                  <c:v>156.06</c:v>
                </c:pt>
                <c:pt idx="11301">
                  <c:v>56.34</c:v>
                </c:pt>
                <c:pt idx="11302">
                  <c:v>164.98</c:v>
                </c:pt>
                <c:pt idx="11303">
                  <c:v>171.97</c:v>
                </c:pt>
                <c:pt idx="11304">
                  <c:v>68.989999999999995</c:v>
                </c:pt>
                <c:pt idx="11305">
                  <c:v>99.98</c:v>
                </c:pt>
                <c:pt idx="11306">
                  <c:v>116.98</c:v>
                </c:pt>
                <c:pt idx="11307">
                  <c:v>84.99</c:v>
                </c:pt>
                <c:pt idx="11308">
                  <c:v>74.959999999999994</c:v>
                </c:pt>
                <c:pt idx="11309">
                  <c:v>104.36</c:v>
                </c:pt>
                <c:pt idx="11310">
                  <c:v>14.7</c:v>
                </c:pt>
                <c:pt idx="11311">
                  <c:v>89.95</c:v>
                </c:pt>
                <c:pt idx="11312">
                  <c:v>172.97</c:v>
                </c:pt>
                <c:pt idx="11313">
                  <c:v>263.95999999999998</c:v>
                </c:pt>
                <c:pt idx="11314">
                  <c:v>263.95999999999998</c:v>
                </c:pt>
                <c:pt idx="11315">
                  <c:v>172.97</c:v>
                </c:pt>
                <c:pt idx="11316">
                  <c:v>197.97</c:v>
                </c:pt>
                <c:pt idx="11317">
                  <c:v>242.96</c:v>
                </c:pt>
                <c:pt idx="11318">
                  <c:v>179.97</c:v>
                </c:pt>
                <c:pt idx="11319">
                  <c:v>204.97</c:v>
                </c:pt>
                <c:pt idx="11320">
                  <c:v>189.96</c:v>
                </c:pt>
                <c:pt idx="11321">
                  <c:v>182.94</c:v>
                </c:pt>
                <c:pt idx="11322">
                  <c:v>204.96</c:v>
                </c:pt>
                <c:pt idx="11323">
                  <c:v>187.95</c:v>
                </c:pt>
                <c:pt idx="11324">
                  <c:v>194.77</c:v>
                </c:pt>
                <c:pt idx="11325">
                  <c:v>209.96</c:v>
                </c:pt>
                <c:pt idx="11326">
                  <c:v>194.97</c:v>
                </c:pt>
                <c:pt idx="11327">
                  <c:v>239.91</c:v>
                </c:pt>
                <c:pt idx="11328">
                  <c:v>179.97</c:v>
                </c:pt>
                <c:pt idx="11329">
                  <c:v>189.96</c:v>
                </c:pt>
                <c:pt idx="11330">
                  <c:v>120.95</c:v>
                </c:pt>
                <c:pt idx="11331">
                  <c:v>203.94</c:v>
                </c:pt>
                <c:pt idx="11332">
                  <c:v>169.98</c:v>
                </c:pt>
                <c:pt idx="11333">
                  <c:v>80.180000000000007</c:v>
                </c:pt>
                <c:pt idx="11334">
                  <c:v>99.98</c:v>
                </c:pt>
                <c:pt idx="11335">
                  <c:v>99.98</c:v>
                </c:pt>
                <c:pt idx="11336">
                  <c:v>165.17</c:v>
                </c:pt>
                <c:pt idx="11337">
                  <c:v>99.98</c:v>
                </c:pt>
                <c:pt idx="11338">
                  <c:v>99.98</c:v>
                </c:pt>
                <c:pt idx="11339">
                  <c:v>64.98</c:v>
                </c:pt>
                <c:pt idx="11340">
                  <c:v>160.9</c:v>
                </c:pt>
                <c:pt idx="11341">
                  <c:v>99.98</c:v>
                </c:pt>
                <c:pt idx="11342">
                  <c:v>83.48</c:v>
                </c:pt>
                <c:pt idx="11343">
                  <c:v>99.98</c:v>
                </c:pt>
                <c:pt idx="11344">
                  <c:v>84.99</c:v>
                </c:pt>
                <c:pt idx="11345">
                  <c:v>184.97</c:v>
                </c:pt>
                <c:pt idx="11346">
                  <c:v>114.97</c:v>
                </c:pt>
                <c:pt idx="11347">
                  <c:v>99.98</c:v>
                </c:pt>
                <c:pt idx="11348">
                  <c:v>109.56</c:v>
                </c:pt>
                <c:pt idx="11349">
                  <c:v>64.98</c:v>
                </c:pt>
                <c:pt idx="11350">
                  <c:v>143.74</c:v>
                </c:pt>
                <c:pt idx="11351">
                  <c:v>99.98</c:v>
                </c:pt>
                <c:pt idx="11352">
                  <c:v>184.97</c:v>
                </c:pt>
                <c:pt idx="11353">
                  <c:v>76.28</c:v>
                </c:pt>
                <c:pt idx="11354">
                  <c:v>84.99</c:v>
                </c:pt>
                <c:pt idx="11355">
                  <c:v>167.96</c:v>
                </c:pt>
                <c:pt idx="11356">
                  <c:v>152.97</c:v>
                </c:pt>
                <c:pt idx="11357">
                  <c:v>84.99</c:v>
                </c:pt>
                <c:pt idx="11358">
                  <c:v>64.98</c:v>
                </c:pt>
                <c:pt idx="11359">
                  <c:v>99.98</c:v>
                </c:pt>
                <c:pt idx="11360">
                  <c:v>184.97</c:v>
                </c:pt>
                <c:pt idx="11361">
                  <c:v>84.99</c:v>
                </c:pt>
                <c:pt idx="11362">
                  <c:v>71.38</c:v>
                </c:pt>
                <c:pt idx="11363">
                  <c:v>138.78</c:v>
                </c:pt>
                <c:pt idx="11364">
                  <c:v>84.99</c:v>
                </c:pt>
                <c:pt idx="11365">
                  <c:v>99.98</c:v>
                </c:pt>
                <c:pt idx="11366">
                  <c:v>84.99</c:v>
                </c:pt>
                <c:pt idx="11367">
                  <c:v>84.99</c:v>
                </c:pt>
                <c:pt idx="11368">
                  <c:v>84.99</c:v>
                </c:pt>
                <c:pt idx="11369">
                  <c:v>118.17</c:v>
                </c:pt>
                <c:pt idx="11370">
                  <c:v>99.98</c:v>
                </c:pt>
                <c:pt idx="11371">
                  <c:v>74.790000000000006</c:v>
                </c:pt>
                <c:pt idx="11372">
                  <c:v>174.97</c:v>
                </c:pt>
                <c:pt idx="11373">
                  <c:v>99.98</c:v>
                </c:pt>
                <c:pt idx="11374">
                  <c:v>99.98</c:v>
                </c:pt>
                <c:pt idx="11375">
                  <c:v>169.98</c:v>
                </c:pt>
                <c:pt idx="11376">
                  <c:v>64.98</c:v>
                </c:pt>
                <c:pt idx="11377">
                  <c:v>103.98</c:v>
                </c:pt>
                <c:pt idx="11378">
                  <c:v>84.99</c:v>
                </c:pt>
                <c:pt idx="11379">
                  <c:v>275.95999999999998</c:v>
                </c:pt>
                <c:pt idx="11380">
                  <c:v>110.48</c:v>
                </c:pt>
                <c:pt idx="11381">
                  <c:v>76.489999999999995</c:v>
                </c:pt>
                <c:pt idx="11382">
                  <c:v>81.069999999999993</c:v>
                </c:pt>
                <c:pt idx="11383">
                  <c:v>169.98</c:v>
                </c:pt>
                <c:pt idx="11384">
                  <c:v>93.98</c:v>
                </c:pt>
                <c:pt idx="11385">
                  <c:v>172.97</c:v>
                </c:pt>
                <c:pt idx="11386">
                  <c:v>84.99</c:v>
                </c:pt>
                <c:pt idx="11387">
                  <c:v>84.99</c:v>
                </c:pt>
                <c:pt idx="11388">
                  <c:v>52.76</c:v>
                </c:pt>
                <c:pt idx="11389">
                  <c:v>84.99</c:v>
                </c:pt>
                <c:pt idx="11390">
                  <c:v>144.47999999999999</c:v>
                </c:pt>
                <c:pt idx="11391">
                  <c:v>248.96</c:v>
                </c:pt>
                <c:pt idx="11392">
                  <c:v>84.99</c:v>
                </c:pt>
                <c:pt idx="11393">
                  <c:v>84.99</c:v>
                </c:pt>
                <c:pt idx="11394">
                  <c:v>151.16</c:v>
                </c:pt>
                <c:pt idx="11395">
                  <c:v>104.13</c:v>
                </c:pt>
                <c:pt idx="11396">
                  <c:v>51.98</c:v>
                </c:pt>
                <c:pt idx="11397">
                  <c:v>59.98</c:v>
                </c:pt>
                <c:pt idx="11398">
                  <c:v>68.989999999999995</c:v>
                </c:pt>
                <c:pt idx="11399">
                  <c:v>52.97</c:v>
                </c:pt>
                <c:pt idx="11400">
                  <c:v>65.989999999999995</c:v>
                </c:pt>
                <c:pt idx="11401">
                  <c:v>68.989999999999995</c:v>
                </c:pt>
                <c:pt idx="11402">
                  <c:v>82.2</c:v>
                </c:pt>
                <c:pt idx="11403">
                  <c:v>66.88</c:v>
                </c:pt>
                <c:pt idx="11404">
                  <c:v>84.99</c:v>
                </c:pt>
                <c:pt idx="11405">
                  <c:v>81.91</c:v>
                </c:pt>
                <c:pt idx="11406">
                  <c:v>68.989999999999995</c:v>
                </c:pt>
                <c:pt idx="11407">
                  <c:v>68.989999999999995</c:v>
                </c:pt>
                <c:pt idx="11408">
                  <c:v>58.98</c:v>
                </c:pt>
                <c:pt idx="11409">
                  <c:v>68.989999999999995</c:v>
                </c:pt>
                <c:pt idx="11410">
                  <c:v>54.98</c:v>
                </c:pt>
                <c:pt idx="11411">
                  <c:v>68.989999999999995</c:v>
                </c:pt>
                <c:pt idx="11412">
                  <c:v>63.79</c:v>
                </c:pt>
                <c:pt idx="11413">
                  <c:v>131.97999999999999</c:v>
                </c:pt>
                <c:pt idx="11414">
                  <c:v>59.98</c:v>
                </c:pt>
                <c:pt idx="11415">
                  <c:v>71.989999999999995</c:v>
                </c:pt>
                <c:pt idx="11416">
                  <c:v>73.98</c:v>
                </c:pt>
                <c:pt idx="11417">
                  <c:v>50.98</c:v>
                </c:pt>
                <c:pt idx="11418">
                  <c:v>169.98</c:v>
                </c:pt>
                <c:pt idx="11419">
                  <c:v>59.98</c:v>
                </c:pt>
                <c:pt idx="11420">
                  <c:v>59.53</c:v>
                </c:pt>
                <c:pt idx="11421">
                  <c:v>84.99</c:v>
                </c:pt>
                <c:pt idx="11422">
                  <c:v>79.98</c:v>
                </c:pt>
                <c:pt idx="11423">
                  <c:v>65.989999999999995</c:v>
                </c:pt>
                <c:pt idx="11424">
                  <c:v>50.48</c:v>
                </c:pt>
                <c:pt idx="11425">
                  <c:v>76.900000000000006</c:v>
                </c:pt>
                <c:pt idx="11426">
                  <c:v>147.97</c:v>
                </c:pt>
                <c:pt idx="11427">
                  <c:v>129.18</c:v>
                </c:pt>
                <c:pt idx="11428">
                  <c:v>131.97999999999999</c:v>
                </c:pt>
                <c:pt idx="11429">
                  <c:v>196.52</c:v>
                </c:pt>
                <c:pt idx="11430">
                  <c:v>80.66</c:v>
                </c:pt>
                <c:pt idx="11431">
                  <c:v>199.96</c:v>
                </c:pt>
                <c:pt idx="11432">
                  <c:v>131.97999999999999</c:v>
                </c:pt>
                <c:pt idx="11433">
                  <c:v>238.96</c:v>
                </c:pt>
                <c:pt idx="11434">
                  <c:v>120.04</c:v>
                </c:pt>
                <c:pt idx="11435">
                  <c:v>128.52000000000001</c:v>
                </c:pt>
                <c:pt idx="11436">
                  <c:v>142.07</c:v>
                </c:pt>
                <c:pt idx="11437">
                  <c:v>121.98</c:v>
                </c:pt>
                <c:pt idx="11438">
                  <c:v>147.97</c:v>
                </c:pt>
                <c:pt idx="11439">
                  <c:v>129.18</c:v>
                </c:pt>
                <c:pt idx="11440">
                  <c:v>237.56</c:v>
                </c:pt>
                <c:pt idx="11441">
                  <c:v>131.97999999999999</c:v>
                </c:pt>
                <c:pt idx="11442">
                  <c:v>130.66</c:v>
                </c:pt>
                <c:pt idx="11443">
                  <c:v>53.98</c:v>
                </c:pt>
                <c:pt idx="11444">
                  <c:v>147.97</c:v>
                </c:pt>
                <c:pt idx="11445">
                  <c:v>131.97999999999999</c:v>
                </c:pt>
                <c:pt idx="11446">
                  <c:v>131.97999999999999</c:v>
                </c:pt>
                <c:pt idx="11447">
                  <c:v>131.97999999999999</c:v>
                </c:pt>
                <c:pt idx="11448">
                  <c:v>279.95</c:v>
                </c:pt>
                <c:pt idx="11449">
                  <c:v>86.09</c:v>
                </c:pt>
                <c:pt idx="11450">
                  <c:v>86.09</c:v>
                </c:pt>
                <c:pt idx="11451">
                  <c:v>84.14</c:v>
                </c:pt>
                <c:pt idx="11452">
                  <c:v>65.989999999999995</c:v>
                </c:pt>
                <c:pt idx="11453">
                  <c:v>131.97999999999999</c:v>
                </c:pt>
                <c:pt idx="11454">
                  <c:v>85.14</c:v>
                </c:pt>
                <c:pt idx="11455">
                  <c:v>84.14</c:v>
                </c:pt>
                <c:pt idx="11456">
                  <c:v>82.3</c:v>
                </c:pt>
                <c:pt idx="11457">
                  <c:v>82.3</c:v>
                </c:pt>
                <c:pt idx="11458">
                  <c:v>169.36</c:v>
                </c:pt>
                <c:pt idx="11459">
                  <c:v>131.97999999999999</c:v>
                </c:pt>
                <c:pt idx="11460">
                  <c:v>65.989999999999995</c:v>
                </c:pt>
                <c:pt idx="11461">
                  <c:v>65.989999999999995</c:v>
                </c:pt>
                <c:pt idx="11462">
                  <c:v>131.97999999999999</c:v>
                </c:pt>
                <c:pt idx="11463">
                  <c:v>105.98</c:v>
                </c:pt>
                <c:pt idx="11464">
                  <c:v>96.28</c:v>
                </c:pt>
                <c:pt idx="11465">
                  <c:v>85.99</c:v>
                </c:pt>
                <c:pt idx="11466">
                  <c:v>85.99</c:v>
                </c:pt>
                <c:pt idx="11467">
                  <c:v>84.97</c:v>
                </c:pt>
                <c:pt idx="11468">
                  <c:v>84.97</c:v>
                </c:pt>
                <c:pt idx="11469">
                  <c:v>96.28</c:v>
                </c:pt>
                <c:pt idx="11470">
                  <c:v>57.35</c:v>
                </c:pt>
                <c:pt idx="11471">
                  <c:v>57.35</c:v>
                </c:pt>
                <c:pt idx="11472">
                  <c:v>105.98</c:v>
                </c:pt>
                <c:pt idx="11473">
                  <c:v>86.09</c:v>
                </c:pt>
                <c:pt idx="11474">
                  <c:v>86.09</c:v>
                </c:pt>
                <c:pt idx="11475">
                  <c:v>145.97999999999999</c:v>
                </c:pt>
                <c:pt idx="11476">
                  <c:v>84.99</c:v>
                </c:pt>
                <c:pt idx="11477">
                  <c:v>84.99</c:v>
                </c:pt>
                <c:pt idx="11478">
                  <c:v>169.36</c:v>
                </c:pt>
                <c:pt idx="11479">
                  <c:v>145.97999999999999</c:v>
                </c:pt>
                <c:pt idx="11480">
                  <c:v>85.14</c:v>
                </c:pt>
                <c:pt idx="11481">
                  <c:v>130.66</c:v>
                </c:pt>
                <c:pt idx="11482">
                  <c:v>131.97999999999999</c:v>
                </c:pt>
                <c:pt idx="11483">
                  <c:v>86.09</c:v>
                </c:pt>
                <c:pt idx="11484">
                  <c:v>65.989999999999995</c:v>
                </c:pt>
                <c:pt idx="11485">
                  <c:v>65.989999999999995</c:v>
                </c:pt>
                <c:pt idx="11486">
                  <c:v>93.98</c:v>
                </c:pt>
                <c:pt idx="11487">
                  <c:v>79.540000000000006</c:v>
                </c:pt>
                <c:pt idx="11488">
                  <c:v>86.09</c:v>
                </c:pt>
                <c:pt idx="11489">
                  <c:v>93.98</c:v>
                </c:pt>
                <c:pt idx="11490">
                  <c:v>130.66</c:v>
                </c:pt>
                <c:pt idx="11491">
                  <c:v>65.989999999999995</c:v>
                </c:pt>
                <c:pt idx="11492">
                  <c:v>79.540000000000006</c:v>
                </c:pt>
                <c:pt idx="11493">
                  <c:v>32.979999999999997</c:v>
                </c:pt>
                <c:pt idx="11494">
                  <c:v>280.75</c:v>
                </c:pt>
                <c:pt idx="11495">
                  <c:v>199.96</c:v>
                </c:pt>
                <c:pt idx="11496">
                  <c:v>199.96</c:v>
                </c:pt>
                <c:pt idx="11497">
                  <c:v>327.92</c:v>
                </c:pt>
                <c:pt idx="11498">
                  <c:v>51.98</c:v>
                </c:pt>
                <c:pt idx="11499">
                  <c:v>280.75</c:v>
                </c:pt>
                <c:pt idx="11500">
                  <c:v>199.94</c:v>
                </c:pt>
                <c:pt idx="11501">
                  <c:v>254.97</c:v>
                </c:pt>
                <c:pt idx="11502">
                  <c:v>252.95</c:v>
                </c:pt>
                <c:pt idx="11503">
                  <c:v>252.95</c:v>
                </c:pt>
                <c:pt idx="11504">
                  <c:v>254.97</c:v>
                </c:pt>
                <c:pt idx="11505">
                  <c:v>131.97999999999999</c:v>
                </c:pt>
                <c:pt idx="11506">
                  <c:v>169.98</c:v>
                </c:pt>
                <c:pt idx="11507">
                  <c:v>199.94</c:v>
                </c:pt>
                <c:pt idx="11508">
                  <c:v>32.979999999999997</c:v>
                </c:pt>
                <c:pt idx="11509">
                  <c:v>169.98</c:v>
                </c:pt>
                <c:pt idx="11510">
                  <c:v>169.98</c:v>
                </c:pt>
                <c:pt idx="11511">
                  <c:v>51.98</c:v>
                </c:pt>
                <c:pt idx="11512">
                  <c:v>79.98</c:v>
                </c:pt>
                <c:pt idx="11513">
                  <c:v>327.92</c:v>
                </c:pt>
                <c:pt idx="11514">
                  <c:v>169.98</c:v>
                </c:pt>
                <c:pt idx="11515">
                  <c:v>79.98</c:v>
                </c:pt>
                <c:pt idx="11516">
                  <c:v>131.97999999999999</c:v>
                </c:pt>
                <c:pt idx="11517">
                  <c:v>291.95999999999998</c:v>
                </c:pt>
                <c:pt idx="11518">
                  <c:v>169.98</c:v>
                </c:pt>
                <c:pt idx="11519">
                  <c:v>291.95999999999998</c:v>
                </c:pt>
                <c:pt idx="11520">
                  <c:v>169.98</c:v>
                </c:pt>
                <c:pt idx="11521">
                  <c:v>182.97</c:v>
                </c:pt>
                <c:pt idx="11522">
                  <c:v>239.97</c:v>
                </c:pt>
                <c:pt idx="11523">
                  <c:v>182.97</c:v>
                </c:pt>
                <c:pt idx="11524">
                  <c:v>168.33</c:v>
                </c:pt>
                <c:pt idx="11525">
                  <c:v>239.97</c:v>
                </c:pt>
                <c:pt idx="11526">
                  <c:v>157.97</c:v>
                </c:pt>
                <c:pt idx="11527">
                  <c:v>169.98</c:v>
                </c:pt>
                <c:pt idx="11528">
                  <c:v>254.97</c:v>
                </c:pt>
                <c:pt idx="11529">
                  <c:v>69.989999999999995</c:v>
                </c:pt>
                <c:pt idx="11530">
                  <c:v>74.95</c:v>
                </c:pt>
                <c:pt idx="11531">
                  <c:v>269.95999999999998</c:v>
                </c:pt>
                <c:pt idx="11532">
                  <c:v>268.93</c:v>
                </c:pt>
                <c:pt idx="11533">
                  <c:v>69.989999999999995</c:v>
                </c:pt>
                <c:pt idx="11534">
                  <c:v>269.95999999999998</c:v>
                </c:pt>
                <c:pt idx="11535">
                  <c:v>185.96</c:v>
                </c:pt>
                <c:pt idx="11536">
                  <c:v>325.7</c:v>
                </c:pt>
                <c:pt idx="11537">
                  <c:v>82.16</c:v>
                </c:pt>
                <c:pt idx="11538">
                  <c:v>65.989999999999995</c:v>
                </c:pt>
                <c:pt idx="11539">
                  <c:v>65.989999999999995</c:v>
                </c:pt>
                <c:pt idx="11540">
                  <c:v>65.989999999999995</c:v>
                </c:pt>
                <c:pt idx="11541">
                  <c:v>50.63</c:v>
                </c:pt>
                <c:pt idx="11542">
                  <c:v>65.989999999999995</c:v>
                </c:pt>
                <c:pt idx="11543">
                  <c:v>131.97999999999999</c:v>
                </c:pt>
                <c:pt idx="11544">
                  <c:v>65.989999999999995</c:v>
                </c:pt>
                <c:pt idx="11545">
                  <c:v>84.14</c:v>
                </c:pt>
                <c:pt idx="11546">
                  <c:v>-50.63</c:v>
                </c:pt>
                <c:pt idx="11547">
                  <c:v>84.14</c:v>
                </c:pt>
                <c:pt idx="11548">
                  <c:v>65.989999999999995</c:v>
                </c:pt>
                <c:pt idx="11549">
                  <c:v>84.99</c:v>
                </c:pt>
                <c:pt idx="11550">
                  <c:v>64.010000000000005</c:v>
                </c:pt>
                <c:pt idx="11551">
                  <c:v>84.99</c:v>
                </c:pt>
                <c:pt idx="11552">
                  <c:v>84.99</c:v>
                </c:pt>
                <c:pt idx="11553">
                  <c:v>84.14</c:v>
                </c:pt>
                <c:pt idx="11554">
                  <c:v>84.99</c:v>
                </c:pt>
                <c:pt idx="11555">
                  <c:v>65.989999999999995</c:v>
                </c:pt>
                <c:pt idx="11556">
                  <c:v>78.98</c:v>
                </c:pt>
                <c:pt idx="11557">
                  <c:v>61.11</c:v>
                </c:pt>
                <c:pt idx="11558">
                  <c:v>83.29</c:v>
                </c:pt>
                <c:pt idx="11559">
                  <c:v>87.71</c:v>
                </c:pt>
                <c:pt idx="11560">
                  <c:v>147.6</c:v>
                </c:pt>
                <c:pt idx="11561">
                  <c:v>146.86000000000001</c:v>
                </c:pt>
                <c:pt idx="11562">
                  <c:v>122.19</c:v>
                </c:pt>
                <c:pt idx="11563">
                  <c:v>79.819999999999993</c:v>
                </c:pt>
                <c:pt idx="11564">
                  <c:v>122.19</c:v>
                </c:pt>
                <c:pt idx="11565">
                  <c:v>147.6</c:v>
                </c:pt>
                <c:pt idx="11566">
                  <c:v>73.8</c:v>
                </c:pt>
                <c:pt idx="11567">
                  <c:v>73.06</c:v>
                </c:pt>
                <c:pt idx="11568">
                  <c:v>122.19</c:v>
                </c:pt>
                <c:pt idx="11569">
                  <c:v>84.82</c:v>
                </c:pt>
                <c:pt idx="11570">
                  <c:v>72.930000000000007</c:v>
                </c:pt>
                <c:pt idx="11571">
                  <c:v>72.89</c:v>
                </c:pt>
                <c:pt idx="11572">
                  <c:v>153.65</c:v>
                </c:pt>
                <c:pt idx="11573">
                  <c:v>72.319999999999993</c:v>
                </c:pt>
                <c:pt idx="11574">
                  <c:v>175.15</c:v>
                </c:pt>
                <c:pt idx="11575">
                  <c:v>134.29</c:v>
                </c:pt>
                <c:pt idx="11576">
                  <c:v>87.1</c:v>
                </c:pt>
                <c:pt idx="11577">
                  <c:v>307.94</c:v>
                </c:pt>
                <c:pt idx="11578">
                  <c:v>389.95</c:v>
                </c:pt>
                <c:pt idx="11579">
                  <c:v>292.95</c:v>
                </c:pt>
                <c:pt idx="11580">
                  <c:v>339.96</c:v>
                </c:pt>
                <c:pt idx="11581">
                  <c:v>426.9</c:v>
                </c:pt>
                <c:pt idx="11582">
                  <c:v>297.33999999999997</c:v>
                </c:pt>
                <c:pt idx="11583">
                  <c:v>458.73</c:v>
                </c:pt>
                <c:pt idx="11584">
                  <c:v>458.95</c:v>
                </c:pt>
                <c:pt idx="11585">
                  <c:v>256.45999999999998</c:v>
                </c:pt>
                <c:pt idx="11586">
                  <c:v>254.97</c:v>
                </c:pt>
                <c:pt idx="11587">
                  <c:v>254.97</c:v>
                </c:pt>
                <c:pt idx="11588">
                  <c:v>287.44</c:v>
                </c:pt>
                <c:pt idx="11589">
                  <c:v>229.47</c:v>
                </c:pt>
                <c:pt idx="11590">
                  <c:v>199.09</c:v>
                </c:pt>
                <c:pt idx="11591">
                  <c:v>159.69999999999999</c:v>
                </c:pt>
                <c:pt idx="11592">
                  <c:v>157.55000000000001</c:v>
                </c:pt>
                <c:pt idx="11593">
                  <c:v>189.34</c:v>
                </c:pt>
                <c:pt idx="11594">
                  <c:v>131.62</c:v>
                </c:pt>
                <c:pt idx="11595">
                  <c:v>181.08</c:v>
                </c:pt>
                <c:pt idx="11596">
                  <c:v>187.83</c:v>
                </c:pt>
                <c:pt idx="11597">
                  <c:v>159.69999999999999</c:v>
                </c:pt>
                <c:pt idx="11598">
                  <c:v>151.71</c:v>
                </c:pt>
                <c:pt idx="11599">
                  <c:v>159.69999999999999</c:v>
                </c:pt>
                <c:pt idx="11600">
                  <c:v>159.69999999999999</c:v>
                </c:pt>
                <c:pt idx="11601">
                  <c:v>159.69999999999999</c:v>
                </c:pt>
                <c:pt idx="11602">
                  <c:v>132.36000000000001</c:v>
                </c:pt>
                <c:pt idx="11603">
                  <c:v>159.69999999999999</c:v>
                </c:pt>
                <c:pt idx="11604">
                  <c:v>395.94</c:v>
                </c:pt>
                <c:pt idx="11605">
                  <c:v>424.95</c:v>
                </c:pt>
                <c:pt idx="11606">
                  <c:v>424.95</c:v>
                </c:pt>
                <c:pt idx="11607">
                  <c:v>352.36</c:v>
                </c:pt>
                <c:pt idx="11608">
                  <c:v>567.4</c:v>
                </c:pt>
                <c:pt idx="11609">
                  <c:v>426.45</c:v>
                </c:pt>
                <c:pt idx="11610">
                  <c:v>152.97</c:v>
                </c:pt>
                <c:pt idx="11611">
                  <c:v>199.96</c:v>
                </c:pt>
                <c:pt idx="11612">
                  <c:v>219.97</c:v>
                </c:pt>
                <c:pt idx="11613">
                  <c:v>254.97</c:v>
                </c:pt>
                <c:pt idx="11614">
                  <c:v>206.96</c:v>
                </c:pt>
                <c:pt idx="11615">
                  <c:v>247.96</c:v>
                </c:pt>
                <c:pt idx="11616">
                  <c:v>209.97</c:v>
                </c:pt>
                <c:pt idx="11617">
                  <c:v>159.97999999999999</c:v>
                </c:pt>
                <c:pt idx="11618">
                  <c:v>254.97</c:v>
                </c:pt>
                <c:pt idx="11619">
                  <c:v>254.97</c:v>
                </c:pt>
                <c:pt idx="11620">
                  <c:v>171.97</c:v>
                </c:pt>
                <c:pt idx="11621">
                  <c:v>185.96</c:v>
                </c:pt>
                <c:pt idx="11622">
                  <c:v>237.95</c:v>
                </c:pt>
                <c:pt idx="11623">
                  <c:v>169.98</c:v>
                </c:pt>
                <c:pt idx="11624">
                  <c:v>169.98</c:v>
                </c:pt>
                <c:pt idx="11625">
                  <c:v>254.97</c:v>
                </c:pt>
                <c:pt idx="11626">
                  <c:v>229.97</c:v>
                </c:pt>
                <c:pt idx="11627">
                  <c:v>254.97</c:v>
                </c:pt>
                <c:pt idx="11628">
                  <c:v>105.98</c:v>
                </c:pt>
                <c:pt idx="11629">
                  <c:v>254.97</c:v>
                </c:pt>
                <c:pt idx="11630">
                  <c:v>254.97</c:v>
                </c:pt>
                <c:pt idx="11631">
                  <c:v>132.97999999999999</c:v>
                </c:pt>
                <c:pt idx="11632">
                  <c:v>159.69999999999999</c:v>
                </c:pt>
                <c:pt idx="11633">
                  <c:v>215.27</c:v>
                </c:pt>
                <c:pt idx="11634">
                  <c:v>159.69999999999999</c:v>
                </c:pt>
                <c:pt idx="11635">
                  <c:v>147.6</c:v>
                </c:pt>
                <c:pt idx="11636">
                  <c:v>239.54</c:v>
                </c:pt>
                <c:pt idx="11637">
                  <c:v>159.69999999999999</c:v>
                </c:pt>
                <c:pt idx="11638">
                  <c:v>205.65</c:v>
                </c:pt>
                <c:pt idx="11639">
                  <c:v>147.6</c:v>
                </c:pt>
                <c:pt idx="11640">
                  <c:v>239.54</c:v>
                </c:pt>
                <c:pt idx="11641">
                  <c:v>159.69999999999999</c:v>
                </c:pt>
                <c:pt idx="11642">
                  <c:v>263.36</c:v>
                </c:pt>
                <c:pt idx="11643">
                  <c:v>258.68</c:v>
                </c:pt>
                <c:pt idx="11644">
                  <c:v>293.94</c:v>
                </c:pt>
                <c:pt idx="11645">
                  <c:v>263.95999999999998</c:v>
                </c:pt>
                <c:pt idx="11646">
                  <c:v>307.01</c:v>
                </c:pt>
                <c:pt idx="11647">
                  <c:v>185.7</c:v>
                </c:pt>
                <c:pt idx="11648">
                  <c:v>323.94</c:v>
                </c:pt>
                <c:pt idx="11649">
                  <c:v>260.87</c:v>
                </c:pt>
                <c:pt idx="11650">
                  <c:v>263.95999999999998</c:v>
                </c:pt>
                <c:pt idx="11651">
                  <c:v>263.95999999999998</c:v>
                </c:pt>
                <c:pt idx="11652">
                  <c:v>159.96</c:v>
                </c:pt>
                <c:pt idx="11653">
                  <c:v>199.96</c:v>
                </c:pt>
                <c:pt idx="11654">
                  <c:v>199.96</c:v>
                </c:pt>
                <c:pt idx="11655">
                  <c:v>192.9</c:v>
                </c:pt>
                <c:pt idx="11656">
                  <c:v>214.95</c:v>
                </c:pt>
                <c:pt idx="11657">
                  <c:v>199.96</c:v>
                </c:pt>
                <c:pt idx="11658">
                  <c:v>199.96</c:v>
                </c:pt>
                <c:pt idx="11659">
                  <c:v>159.96</c:v>
                </c:pt>
                <c:pt idx="11660">
                  <c:v>134.94999999999999</c:v>
                </c:pt>
                <c:pt idx="11661">
                  <c:v>199.96</c:v>
                </c:pt>
                <c:pt idx="11662">
                  <c:v>199.96</c:v>
                </c:pt>
                <c:pt idx="11663">
                  <c:v>197.97</c:v>
                </c:pt>
                <c:pt idx="11664">
                  <c:v>339.96</c:v>
                </c:pt>
                <c:pt idx="11665">
                  <c:v>113.31</c:v>
                </c:pt>
                <c:pt idx="11666">
                  <c:v>509.94</c:v>
                </c:pt>
                <c:pt idx="11667">
                  <c:v>439.94</c:v>
                </c:pt>
                <c:pt idx="11668">
                  <c:v>484.94</c:v>
                </c:pt>
                <c:pt idx="11669">
                  <c:v>238.96</c:v>
                </c:pt>
                <c:pt idx="11670">
                  <c:v>39.479999999999997</c:v>
                </c:pt>
                <c:pt idx="11671">
                  <c:v>32.799999999999997</c:v>
                </c:pt>
                <c:pt idx="11672">
                  <c:v>159.69999999999999</c:v>
                </c:pt>
                <c:pt idx="11673">
                  <c:v>140.34</c:v>
                </c:pt>
                <c:pt idx="11674">
                  <c:v>257.68</c:v>
                </c:pt>
                <c:pt idx="11675">
                  <c:v>177.83</c:v>
                </c:pt>
                <c:pt idx="11676">
                  <c:v>216.76</c:v>
                </c:pt>
                <c:pt idx="11677">
                  <c:v>160.88999999999999</c:v>
                </c:pt>
                <c:pt idx="11678">
                  <c:v>139.11000000000001</c:v>
                </c:pt>
                <c:pt idx="11679">
                  <c:v>258.88</c:v>
                </c:pt>
                <c:pt idx="11680">
                  <c:v>208.07</c:v>
                </c:pt>
                <c:pt idx="11681">
                  <c:v>147.6</c:v>
                </c:pt>
                <c:pt idx="11682">
                  <c:v>130.47999999999999</c:v>
                </c:pt>
                <c:pt idx="11683">
                  <c:v>169.98</c:v>
                </c:pt>
                <c:pt idx="11684">
                  <c:v>161.27000000000001</c:v>
                </c:pt>
                <c:pt idx="11685">
                  <c:v>178.57</c:v>
                </c:pt>
                <c:pt idx="11686">
                  <c:v>165.36</c:v>
                </c:pt>
                <c:pt idx="11687">
                  <c:v>84.99</c:v>
                </c:pt>
                <c:pt idx="11688">
                  <c:v>96.98</c:v>
                </c:pt>
                <c:pt idx="11689">
                  <c:v>84.99</c:v>
                </c:pt>
                <c:pt idx="11690">
                  <c:v>84.99</c:v>
                </c:pt>
                <c:pt idx="11691">
                  <c:v>206.97</c:v>
                </c:pt>
                <c:pt idx="11692">
                  <c:v>181.97</c:v>
                </c:pt>
                <c:pt idx="11693">
                  <c:v>171.97</c:v>
                </c:pt>
                <c:pt idx="11694">
                  <c:v>131.97999999999999</c:v>
                </c:pt>
                <c:pt idx="11695">
                  <c:v>-1.95</c:v>
                </c:pt>
                <c:pt idx="11696">
                  <c:v>84.99</c:v>
                </c:pt>
                <c:pt idx="11697">
                  <c:v>150.18</c:v>
                </c:pt>
                <c:pt idx="11698">
                  <c:v>84.99</c:v>
                </c:pt>
                <c:pt idx="11699">
                  <c:v>24.23</c:v>
                </c:pt>
                <c:pt idx="11700">
                  <c:v>172.97</c:v>
                </c:pt>
                <c:pt idx="11701">
                  <c:v>199.96</c:v>
                </c:pt>
                <c:pt idx="11702">
                  <c:v>169.98</c:v>
                </c:pt>
                <c:pt idx="11703">
                  <c:v>85.97</c:v>
                </c:pt>
                <c:pt idx="11704">
                  <c:v>155.96</c:v>
                </c:pt>
                <c:pt idx="11705">
                  <c:v>175.95</c:v>
                </c:pt>
                <c:pt idx="11706">
                  <c:v>139.97</c:v>
                </c:pt>
                <c:pt idx="11707">
                  <c:v>151.97</c:v>
                </c:pt>
                <c:pt idx="11708">
                  <c:v>64.98</c:v>
                </c:pt>
                <c:pt idx="11709">
                  <c:v>109.97</c:v>
                </c:pt>
                <c:pt idx="11710">
                  <c:v>117.97</c:v>
                </c:pt>
                <c:pt idx="11711">
                  <c:v>131.97999999999999</c:v>
                </c:pt>
                <c:pt idx="11712">
                  <c:v>131.97999999999999</c:v>
                </c:pt>
                <c:pt idx="11713">
                  <c:v>99.97</c:v>
                </c:pt>
                <c:pt idx="11714">
                  <c:v>64.98</c:v>
                </c:pt>
                <c:pt idx="11715">
                  <c:v>99.97</c:v>
                </c:pt>
                <c:pt idx="11716">
                  <c:v>179.96</c:v>
                </c:pt>
                <c:pt idx="11717">
                  <c:v>179.95</c:v>
                </c:pt>
                <c:pt idx="11718">
                  <c:v>81.98</c:v>
                </c:pt>
                <c:pt idx="11719">
                  <c:v>85.98</c:v>
                </c:pt>
                <c:pt idx="11720">
                  <c:v>70.98</c:v>
                </c:pt>
                <c:pt idx="11721">
                  <c:v>251.95</c:v>
                </c:pt>
                <c:pt idx="11722">
                  <c:v>232.96</c:v>
                </c:pt>
                <c:pt idx="11723">
                  <c:v>151.97</c:v>
                </c:pt>
                <c:pt idx="11724">
                  <c:v>85.98</c:v>
                </c:pt>
                <c:pt idx="11725">
                  <c:v>232.96</c:v>
                </c:pt>
                <c:pt idx="11726">
                  <c:v>65.989999999999995</c:v>
                </c:pt>
                <c:pt idx="11727">
                  <c:v>155.96</c:v>
                </c:pt>
                <c:pt idx="11728">
                  <c:v>109.97</c:v>
                </c:pt>
                <c:pt idx="11729">
                  <c:v>79.98</c:v>
                </c:pt>
                <c:pt idx="11730">
                  <c:v>79.98</c:v>
                </c:pt>
                <c:pt idx="11731">
                  <c:v>93.97</c:v>
                </c:pt>
                <c:pt idx="11732">
                  <c:v>59.98</c:v>
                </c:pt>
                <c:pt idx="11733">
                  <c:v>59.98</c:v>
                </c:pt>
                <c:pt idx="11734">
                  <c:v>133.97</c:v>
                </c:pt>
                <c:pt idx="11735">
                  <c:v>133.97</c:v>
                </c:pt>
                <c:pt idx="11736">
                  <c:v>179.96</c:v>
                </c:pt>
                <c:pt idx="11737">
                  <c:v>167.96</c:v>
                </c:pt>
                <c:pt idx="11738">
                  <c:v>131.97999999999999</c:v>
                </c:pt>
                <c:pt idx="11739">
                  <c:v>167.96</c:v>
                </c:pt>
                <c:pt idx="11740">
                  <c:v>151.97</c:v>
                </c:pt>
                <c:pt idx="11741">
                  <c:v>81.98</c:v>
                </c:pt>
                <c:pt idx="11742">
                  <c:v>144.97</c:v>
                </c:pt>
                <c:pt idx="11743">
                  <c:v>251.95</c:v>
                </c:pt>
                <c:pt idx="11744">
                  <c:v>65.989999999999995</c:v>
                </c:pt>
                <c:pt idx="11745">
                  <c:v>175.95</c:v>
                </c:pt>
                <c:pt idx="11746">
                  <c:v>139.97</c:v>
                </c:pt>
                <c:pt idx="11747">
                  <c:v>131.97999999999999</c:v>
                </c:pt>
                <c:pt idx="11748">
                  <c:v>70.98</c:v>
                </c:pt>
                <c:pt idx="11749">
                  <c:v>131.97999999999999</c:v>
                </c:pt>
                <c:pt idx="11750">
                  <c:v>151.97</c:v>
                </c:pt>
                <c:pt idx="11751">
                  <c:v>131.97999999999999</c:v>
                </c:pt>
                <c:pt idx="11752">
                  <c:v>117.97</c:v>
                </c:pt>
                <c:pt idx="11753">
                  <c:v>144.97</c:v>
                </c:pt>
                <c:pt idx="11754">
                  <c:v>93.97</c:v>
                </c:pt>
                <c:pt idx="11755">
                  <c:v>179.95</c:v>
                </c:pt>
                <c:pt idx="11756">
                  <c:v>85.97</c:v>
                </c:pt>
                <c:pt idx="11757">
                  <c:v>238.96</c:v>
                </c:pt>
                <c:pt idx="11758">
                  <c:v>339.96</c:v>
                </c:pt>
                <c:pt idx="11759">
                  <c:v>339.96</c:v>
                </c:pt>
                <c:pt idx="11760">
                  <c:v>263.95999999999998</c:v>
                </c:pt>
                <c:pt idx="11761">
                  <c:v>263.95999999999998</c:v>
                </c:pt>
                <c:pt idx="11762">
                  <c:v>339.96</c:v>
                </c:pt>
                <c:pt idx="11763">
                  <c:v>339.96</c:v>
                </c:pt>
                <c:pt idx="11764">
                  <c:v>339.96</c:v>
                </c:pt>
                <c:pt idx="11765">
                  <c:v>339.96</c:v>
                </c:pt>
                <c:pt idx="11766">
                  <c:v>339.96</c:v>
                </c:pt>
                <c:pt idx="11767">
                  <c:v>339.96</c:v>
                </c:pt>
                <c:pt idx="11768">
                  <c:v>153.88999999999999</c:v>
                </c:pt>
                <c:pt idx="11769">
                  <c:v>339.96</c:v>
                </c:pt>
                <c:pt idx="11770">
                  <c:v>339.96</c:v>
                </c:pt>
                <c:pt idx="11771">
                  <c:v>131.97999999999999</c:v>
                </c:pt>
                <c:pt idx="11772">
                  <c:v>197.97</c:v>
                </c:pt>
                <c:pt idx="11773">
                  <c:v>197.97</c:v>
                </c:pt>
                <c:pt idx="11774">
                  <c:v>172.97</c:v>
                </c:pt>
                <c:pt idx="11775">
                  <c:v>131.97999999999999</c:v>
                </c:pt>
                <c:pt idx="11776">
                  <c:v>197.97</c:v>
                </c:pt>
                <c:pt idx="11777">
                  <c:v>131.97999999999999</c:v>
                </c:pt>
                <c:pt idx="11778">
                  <c:v>184.97</c:v>
                </c:pt>
                <c:pt idx="11779">
                  <c:v>129.80000000000001</c:v>
                </c:pt>
                <c:pt idx="11780">
                  <c:v>146.97</c:v>
                </c:pt>
                <c:pt idx="11781">
                  <c:v>146.97</c:v>
                </c:pt>
                <c:pt idx="11782">
                  <c:v>160.86000000000001</c:v>
                </c:pt>
                <c:pt idx="11783">
                  <c:v>197.97</c:v>
                </c:pt>
                <c:pt idx="11784">
                  <c:v>169.98</c:v>
                </c:pt>
                <c:pt idx="11785">
                  <c:v>197.97</c:v>
                </c:pt>
                <c:pt idx="11786">
                  <c:v>551.91999999999996</c:v>
                </c:pt>
                <c:pt idx="11787">
                  <c:v>329.95</c:v>
                </c:pt>
                <c:pt idx="11788">
                  <c:v>423.92</c:v>
                </c:pt>
                <c:pt idx="11789">
                  <c:v>184.96</c:v>
                </c:pt>
                <c:pt idx="11790">
                  <c:v>339.96</c:v>
                </c:pt>
                <c:pt idx="11791">
                  <c:v>369.94</c:v>
                </c:pt>
                <c:pt idx="11792">
                  <c:v>263.95999999999998</c:v>
                </c:pt>
                <c:pt idx="11793">
                  <c:v>263.95999999999998</c:v>
                </c:pt>
                <c:pt idx="11794">
                  <c:v>394.2</c:v>
                </c:pt>
                <c:pt idx="11795">
                  <c:v>187.96</c:v>
                </c:pt>
                <c:pt idx="11796">
                  <c:v>148.96</c:v>
                </c:pt>
                <c:pt idx="11797">
                  <c:v>136.94999999999999</c:v>
                </c:pt>
                <c:pt idx="11798">
                  <c:v>148.96</c:v>
                </c:pt>
                <c:pt idx="11799">
                  <c:v>136.94999999999999</c:v>
                </c:pt>
                <c:pt idx="11800">
                  <c:v>187.96</c:v>
                </c:pt>
                <c:pt idx="11801">
                  <c:v>214.96</c:v>
                </c:pt>
                <c:pt idx="11802">
                  <c:v>131.97999999999999</c:v>
                </c:pt>
                <c:pt idx="11803">
                  <c:v>131.97999999999999</c:v>
                </c:pt>
                <c:pt idx="11804">
                  <c:v>271.7</c:v>
                </c:pt>
                <c:pt idx="11805">
                  <c:v>131.88999999999999</c:v>
                </c:pt>
                <c:pt idx="11806">
                  <c:v>134.97999999999999</c:v>
                </c:pt>
                <c:pt idx="11807">
                  <c:v>131.88999999999999</c:v>
                </c:pt>
                <c:pt idx="11808">
                  <c:v>134.97999999999999</c:v>
                </c:pt>
                <c:pt idx="11809">
                  <c:v>156.43</c:v>
                </c:pt>
                <c:pt idx="11810">
                  <c:v>271.7</c:v>
                </c:pt>
                <c:pt idx="11811">
                  <c:v>293.95</c:v>
                </c:pt>
                <c:pt idx="11812">
                  <c:v>156.43</c:v>
                </c:pt>
                <c:pt idx="11813">
                  <c:v>293.95</c:v>
                </c:pt>
                <c:pt idx="11814">
                  <c:v>254.97</c:v>
                </c:pt>
                <c:pt idx="11815">
                  <c:v>197.97</c:v>
                </c:pt>
                <c:pt idx="11816">
                  <c:v>197.97</c:v>
                </c:pt>
                <c:pt idx="11817">
                  <c:v>254.97</c:v>
                </c:pt>
                <c:pt idx="11818">
                  <c:v>84.99</c:v>
                </c:pt>
                <c:pt idx="11819">
                  <c:v>84.99</c:v>
                </c:pt>
                <c:pt idx="11820">
                  <c:v>171.97</c:v>
                </c:pt>
                <c:pt idx="11821">
                  <c:v>214.96</c:v>
                </c:pt>
                <c:pt idx="11822">
                  <c:v>171.97</c:v>
                </c:pt>
                <c:pt idx="11823">
                  <c:v>350.42</c:v>
                </c:pt>
                <c:pt idx="11824">
                  <c:v>232.96</c:v>
                </c:pt>
                <c:pt idx="11825">
                  <c:v>114.46</c:v>
                </c:pt>
                <c:pt idx="11826">
                  <c:v>200.66</c:v>
                </c:pt>
                <c:pt idx="11827">
                  <c:v>304.44</c:v>
                </c:pt>
                <c:pt idx="11828">
                  <c:v>285.45</c:v>
                </c:pt>
                <c:pt idx="11829">
                  <c:v>138.34</c:v>
                </c:pt>
                <c:pt idx="11830">
                  <c:v>241.95</c:v>
                </c:pt>
                <c:pt idx="11831">
                  <c:v>251.32</c:v>
                </c:pt>
                <c:pt idx="11832">
                  <c:v>157.97</c:v>
                </c:pt>
                <c:pt idx="11833">
                  <c:v>104.06</c:v>
                </c:pt>
                <c:pt idx="11834">
                  <c:v>179.44</c:v>
                </c:pt>
                <c:pt idx="11835">
                  <c:v>262.63</c:v>
                </c:pt>
                <c:pt idx="11836">
                  <c:v>98.51</c:v>
                </c:pt>
                <c:pt idx="11837">
                  <c:v>245.46</c:v>
                </c:pt>
                <c:pt idx="11838">
                  <c:v>121.98</c:v>
                </c:pt>
                <c:pt idx="11839">
                  <c:v>56.97</c:v>
                </c:pt>
                <c:pt idx="11840">
                  <c:v>56.54</c:v>
                </c:pt>
                <c:pt idx="11841">
                  <c:v>169.98</c:v>
                </c:pt>
                <c:pt idx="11842">
                  <c:v>169.98</c:v>
                </c:pt>
                <c:pt idx="11843">
                  <c:v>169.98</c:v>
                </c:pt>
                <c:pt idx="11844">
                  <c:v>188.97</c:v>
                </c:pt>
                <c:pt idx="11845">
                  <c:v>169.98</c:v>
                </c:pt>
                <c:pt idx="11846">
                  <c:v>121.98</c:v>
                </c:pt>
                <c:pt idx="11847">
                  <c:v>71.98</c:v>
                </c:pt>
                <c:pt idx="11848">
                  <c:v>169.98</c:v>
                </c:pt>
                <c:pt idx="11849">
                  <c:v>131.97999999999999</c:v>
                </c:pt>
                <c:pt idx="11850">
                  <c:v>169.98</c:v>
                </c:pt>
                <c:pt idx="11851">
                  <c:v>169.98</c:v>
                </c:pt>
                <c:pt idx="11852">
                  <c:v>188.97</c:v>
                </c:pt>
                <c:pt idx="11853">
                  <c:v>65.989999999999995</c:v>
                </c:pt>
                <c:pt idx="11854">
                  <c:v>169.98</c:v>
                </c:pt>
                <c:pt idx="11855">
                  <c:v>169.98</c:v>
                </c:pt>
                <c:pt idx="11856">
                  <c:v>161.47999999999999</c:v>
                </c:pt>
                <c:pt idx="11857">
                  <c:v>169.98</c:v>
                </c:pt>
                <c:pt idx="11858">
                  <c:v>169.98</c:v>
                </c:pt>
                <c:pt idx="11859">
                  <c:v>65.989999999999995</c:v>
                </c:pt>
                <c:pt idx="11860">
                  <c:v>137.81</c:v>
                </c:pt>
                <c:pt idx="11861">
                  <c:v>84.99</c:v>
                </c:pt>
                <c:pt idx="11862">
                  <c:v>169.98</c:v>
                </c:pt>
                <c:pt idx="11863">
                  <c:v>198.16</c:v>
                </c:pt>
                <c:pt idx="11864">
                  <c:v>188.97</c:v>
                </c:pt>
                <c:pt idx="11865">
                  <c:v>84.99</c:v>
                </c:pt>
                <c:pt idx="11866">
                  <c:v>169.98</c:v>
                </c:pt>
                <c:pt idx="11867">
                  <c:v>84.99</c:v>
                </c:pt>
                <c:pt idx="11868">
                  <c:v>79.97</c:v>
                </c:pt>
                <c:pt idx="11869">
                  <c:v>131.97999999999999</c:v>
                </c:pt>
                <c:pt idx="11870">
                  <c:v>131.97999999999999</c:v>
                </c:pt>
                <c:pt idx="11871">
                  <c:v>125.24</c:v>
                </c:pt>
                <c:pt idx="11872">
                  <c:v>129.34</c:v>
                </c:pt>
                <c:pt idx="11873">
                  <c:v>131.97999999999999</c:v>
                </c:pt>
                <c:pt idx="11874">
                  <c:v>131.97999999999999</c:v>
                </c:pt>
                <c:pt idx="11875">
                  <c:v>121.98</c:v>
                </c:pt>
                <c:pt idx="11876">
                  <c:v>131.97999999999999</c:v>
                </c:pt>
                <c:pt idx="11877">
                  <c:v>131.97999999999999</c:v>
                </c:pt>
                <c:pt idx="11878">
                  <c:v>131.97999999999999</c:v>
                </c:pt>
                <c:pt idx="11879">
                  <c:v>109.61</c:v>
                </c:pt>
                <c:pt idx="11880">
                  <c:v>131.97999999999999</c:v>
                </c:pt>
                <c:pt idx="11881">
                  <c:v>131.97999999999999</c:v>
                </c:pt>
                <c:pt idx="11882">
                  <c:v>128.02000000000001</c:v>
                </c:pt>
                <c:pt idx="11883">
                  <c:v>145.97</c:v>
                </c:pt>
                <c:pt idx="11884">
                  <c:v>131.97999999999999</c:v>
                </c:pt>
                <c:pt idx="11885">
                  <c:v>131.97999999999999</c:v>
                </c:pt>
                <c:pt idx="11886">
                  <c:v>101.48</c:v>
                </c:pt>
                <c:pt idx="11887">
                  <c:v>119.96</c:v>
                </c:pt>
                <c:pt idx="11888">
                  <c:v>131.97999999999999</c:v>
                </c:pt>
                <c:pt idx="11889">
                  <c:v>118.78</c:v>
                </c:pt>
                <c:pt idx="11890">
                  <c:v>131.97999999999999</c:v>
                </c:pt>
                <c:pt idx="11891">
                  <c:v>131.97999999999999</c:v>
                </c:pt>
                <c:pt idx="11892">
                  <c:v>131.97999999999999</c:v>
                </c:pt>
                <c:pt idx="11893">
                  <c:v>131.97999999999999</c:v>
                </c:pt>
                <c:pt idx="11894">
                  <c:v>125.56</c:v>
                </c:pt>
                <c:pt idx="11895">
                  <c:v>131.97999999999999</c:v>
                </c:pt>
                <c:pt idx="11896">
                  <c:v>131.97999999999999</c:v>
                </c:pt>
                <c:pt idx="11897">
                  <c:v>140.69</c:v>
                </c:pt>
                <c:pt idx="11898">
                  <c:v>131.97999999999999</c:v>
                </c:pt>
                <c:pt idx="11899">
                  <c:v>120.1</c:v>
                </c:pt>
                <c:pt idx="11900">
                  <c:v>121.98</c:v>
                </c:pt>
                <c:pt idx="11901">
                  <c:v>131.97999999999999</c:v>
                </c:pt>
                <c:pt idx="11902">
                  <c:v>131.97999999999999</c:v>
                </c:pt>
                <c:pt idx="11903">
                  <c:v>254.97</c:v>
                </c:pt>
                <c:pt idx="11904">
                  <c:v>180.99</c:v>
                </c:pt>
                <c:pt idx="11905">
                  <c:v>168.15</c:v>
                </c:pt>
                <c:pt idx="11906">
                  <c:v>162.66999999999999</c:v>
                </c:pt>
                <c:pt idx="11907">
                  <c:v>171.91</c:v>
                </c:pt>
                <c:pt idx="11908">
                  <c:v>300.01</c:v>
                </c:pt>
                <c:pt idx="11909">
                  <c:v>97.16</c:v>
                </c:pt>
                <c:pt idx="11910">
                  <c:v>222.17</c:v>
                </c:pt>
                <c:pt idx="11911">
                  <c:v>194.91</c:v>
                </c:pt>
                <c:pt idx="11912">
                  <c:v>197.97</c:v>
                </c:pt>
                <c:pt idx="11913">
                  <c:v>206.97</c:v>
                </c:pt>
                <c:pt idx="11914">
                  <c:v>130.38</c:v>
                </c:pt>
                <c:pt idx="11915">
                  <c:v>137.97999999999999</c:v>
                </c:pt>
                <c:pt idx="11916">
                  <c:v>157.97</c:v>
                </c:pt>
                <c:pt idx="11917">
                  <c:v>179.97</c:v>
                </c:pt>
                <c:pt idx="11918">
                  <c:v>207.94</c:v>
                </c:pt>
                <c:pt idx="11919">
                  <c:v>138.76</c:v>
                </c:pt>
                <c:pt idx="11920">
                  <c:v>179.52</c:v>
                </c:pt>
                <c:pt idx="11921">
                  <c:v>144.18</c:v>
                </c:pt>
                <c:pt idx="11922">
                  <c:v>172.97</c:v>
                </c:pt>
                <c:pt idx="11923">
                  <c:v>131.97999999999999</c:v>
                </c:pt>
                <c:pt idx="11924">
                  <c:v>118.78</c:v>
                </c:pt>
                <c:pt idx="11925">
                  <c:v>169.98</c:v>
                </c:pt>
                <c:pt idx="11926">
                  <c:v>170.96</c:v>
                </c:pt>
                <c:pt idx="11927">
                  <c:v>137.97999999999999</c:v>
                </c:pt>
                <c:pt idx="11928">
                  <c:v>169.98</c:v>
                </c:pt>
                <c:pt idx="11929">
                  <c:v>172.96</c:v>
                </c:pt>
                <c:pt idx="11930">
                  <c:v>151.96</c:v>
                </c:pt>
                <c:pt idx="11931">
                  <c:v>169.98</c:v>
                </c:pt>
                <c:pt idx="11932">
                  <c:v>137.97999999999999</c:v>
                </c:pt>
                <c:pt idx="11933">
                  <c:v>145.97999999999999</c:v>
                </c:pt>
                <c:pt idx="11934">
                  <c:v>169.98</c:v>
                </c:pt>
                <c:pt idx="11935">
                  <c:v>165.35</c:v>
                </c:pt>
                <c:pt idx="11936">
                  <c:v>153.97999999999999</c:v>
                </c:pt>
                <c:pt idx="11937">
                  <c:v>345.66</c:v>
                </c:pt>
                <c:pt idx="11938">
                  <c:v>325.93</c:v>
                </c:pt>
                <c:pt idx="11939">
                  <c:v>114.97</c:v>
                </c:pt>
                <c:pt idx="11940">
                  <c:v>164.98</c:v>
                </c:pt>
                <c:pt idx="11941">
                  <c:v>187.95</c:v>
                </c:pt>
                <c:pt idx="11942">
                  <c:v>164.98</c:v>
                </c:pt>
                <c:pt idx="11943">
                  <c:v>323.95</c:v>
                </c:pt>
                <c:pt idx="11944">
                  <c:v>268.94</c:v>
                </c:pt>
                <c:pt idx="11945">
                  <c:v>244.97</c:v>
                </c:pt>
                <c:pt idx="11946">
                  <c:v>238.94</c:v>
                </c:pt>
                <c:pt idx="11947">
                  <c:v>216.96</c:v>
                </c:pt>
                <c:pt idx="11948">
                  <c:v>148.44999999999999</c:v>
                </c:pt>
                <c:pt idx="11949">
                  <c:v>302.95999999999998</c:v>
                </c:pt>
                <c:pt idx="11950">
                  <c:v>329.96</c:v>
                </c:pt>
                <c:pt idx="11951">
                  <c:v>164.98</c:v>
                </c:pt>
                <c:pt idx="11952">
                  <c:v>270.94</c:v>
                </c:pt>
                <c:pt idx="11953">
                  <c:v>314.12</c:v>
                </c:pt>
                <c:pt idx="11954">
                  <c:v>329.96</c:v>
                </c:pt>
                <c:pt idx="11955">
                  <c:v>184.95</c:v>
                </c:pt>
                <c:pt idx="11956">
                  <c:v>51.96</c:v>
                </c:pt>
                <c:pt idx="11957">
                  <c:v>51.96</c:v>
                </c:pt>
                <c:pt idx="11958">
                  <c:v>62.97</c:v>
                </c:pt>
                <c:pt idx="11959">
                  <c:v>75.959999999999994</c:v>
                </c:pt>
                <c:pt idx="11960">
                  <c:v>74.45</c:v>
                </c:pt>
                <c:pt idx="11961">
                  <c:v>51.44</c:v>
                </c:pt>
                <c:pt idx="11962">
                  <c:v>51.96</c:v>
                </c:pt>
                <c:pt idx="11963">
                  <c:v>50.29</c:v>
                </c:pt>
                <c:pt idx="11964">
                  <c:v>51.44</c:v>
                </c:pt>
                <c:pt idx="11965">
                  <c:v>51.96</c:v>
                </c:pt>
                <c:pt idx="11966">
                  <c:v>51.96</c:v>
                </c:pt>
                <c:pt idx="11967">
                  <c:v>51.96</c:v>
                </c:pt>
                <c:pt idx="11968">
                  <c:v>50.92</c:v>
                </c:pt>
                <c:pt idx="11969">
                  <c:v>106.96</c:v>
                </c:pt>
                <c:pt idx="11970">
                  <c:v>72.41</c:v>
                </c:pt>
                <c:pt idx="11971">
                  <c:v>75.98</c:v>
                </c:pt>
                <c:pt idx="11972">
                  <c:v>65.989999999999995</c:v>
                </c:pt>
                <c:pt idx="11973">
                  <c:v>64.41</c:v>
                </c:pt>
                <c:pt idx="11974">
                  <c:v>65.989999999999995</c:v>
                </c:pt>
                <c:pt idx="11975">
                  <c:v>69.97</c:v>
                </c:pt>
                <c:pt idx="11976">
                  <c:v>85.98</c:v>
                </c:pt>
                <c:pt idx="11977">
                  <c:v>65.989999999999995</c:v>
                </c:pt>
                <c:pt idx="11978">
                  <c:v>75.98</c:v>
                </c:pt>
                <c:pt idx="11979">
                  <c:v>69.98</c:v>
                </c:pt>
                <c:pt idx="11980">
                  <c:v>65.989999999999995</c:v>
                </c:pt>
                <c:pt idx="11981">
                  <c:v>65.989999999999995</c:v>
                </c:pt>
                <c:pt idx="11982">
                  <c:v>95.97</c:v>
                </c:pt>
                <c:pt idx="11983">
                  <c:v>73.8</c:v>
                </c:pt>
                <c:pt idx="11984">
                  <c:v>85.98</c:v>
                </c:pt>
                <c:pt idx="11985">
                  <c:v>75.98</c:v>
                </c:pt>
                <c:pt idx="11986">
                  <c:v>75.98</c:v>
                </c:pt>
                <c:pt idx="11987">
                  <c:v>75.98</c:v>
                </c:pt>
                <c:pt idx="11988">
                  <c:v>75.98</c:v>
                </c:pt>
                <c:pt idx="11989">
                  <c:v>78.75</c:v>
                </c:pt>
                <c:pt idx="11990">
                  <c:v>81.98</c:v>
                </c:pt>
                <c:pt idx="11991">
                  <c:v>75.98</c:v>
                </c:pt>
                <c:pt idx="11992">
                  <c:v>166.96</c:v>
                </c:pt>
                <c:pt idx="11993">
                  <c:v>85.97</c:v>
                </c:pt>
                <c:pt idx="11994">
                  <c:v>56.76</c:v>
                </c:pt>
                <c:pt idx="11995">
                  <c:v>50.48</c:v>
                </c:pt>
                <c:pt idx="11996">
                  <c:v>54.99</c:v>
                </c:pt>
                <c:pt idx="11997">
                  <c:v>124.97</c:v>
                </c:pt>
                <c:pt idx="11998">
                  <c:v>84.99</c:v>
                </c:pt>
                <c:pt idx="11999">
                  <c:v>169.98</c:v>
                </c:pt>
                <c:pt idx="12000">
                  <c:v>53.35</c:v>
                </c:pt>
                <c:pt idx="12001">
                  <c:v>169.98</c:v>
                </c:pt>
                <c:pt idx="12002">
                  <c:v>62.97</c:v>
                </c:pt>
                <c:pt idx="12003">
                  <c:v>54.99</c:v>
                </c:pt>
                <c:pt idx="12004">
                  <c:v>150.18</c:v>
                </c:pt>
                <c:pt idx="12005">
                  <c:v>65.19</c:v>
                </c:pt>
                <c:pt idx="12006">
                  <c:v>70.989999999999995</c:v>
                </c:pt>
                <c:pt idx="12007">
                  <c:v>99.98</c:v>
                </c:pt>
                <c:pt idx="12008">
                  <c:v>70.989999999999995</c:v>
                </c:pt>
                <c:pt idx="12009">
                  <c:v>79.959999999999994</c:v>
                </c:pt>
                <c:pt idx="12010">
                  <c:v>54.99</c:v>
                </c:pt>
                <c:pt idx="12011">
                  <c:v>234.45</c:v>
                </c:pt>
                <c:pt idx="12012">
                  <c:v>107.97</c:v>
                </c:pt>
                <c:pt idx="12013">
                  <c:v>137.97999999999999</c:v>
                </c:pt>
                <c:pt idx="12014">
                  <c:v>0</c:v>
                </c:pt>
                <c:pt idx="12015">
                  <c:v>99.98</c:v>
                </c:pt>
                <c:pt idx="12016">
                  <c:v>72.989999999999995</c:v>
                </c:pt>
                <c:pt idx="12017">
                  <c:v>89.98</c:v>
                </c:pt>
                <c:pt idx="12018">
                  <c:v>52.99</c:v>
                </c:pt>
                <c:pt idx="12019">
                  <c:v>24.92</c:v>
                </c:pt>
                <c:pt idx="12020">
                  <c:v>89.98</c:v>
                </c:pt>
                <c:pt idx="12021">
                  <c:v>58.99</c:v>
                </c:pt>
                <c:pt idx="12022">
                  <c:v>199.96</c:v>
                </c:pt>
                <c:pt idx="12023">
                  <c:v>177.97</c:v>
                </c:pt>
                <c:pt idx="12024">
                  <c:v>58.64</c:v>
                </c:pt>
                <c:pt idx="12025">
                  <c:v>68.989999999999995</c:v>
                </c:pt>
                <c:pt idx="12026">
                  <c:v>65.19</c:v>
                </c:pt>
                <c:pt idx="12027">
                  <c:v>65.989999999999995</c:v>
                </c:pt>
                <c:pt idx="12028">
                  <c:v>50.99</c:v>
                </c:pt>
                <c:pt idx="12029">
                  <c:v>54.99</c:v>
                </c:pt>
                <c:pt idx="12030">
                  <c:v>65.19</c:v>
                </c:pt>
                <c:pt idx="12031">
                  <c:v>71.989999999999995</c:v>
                </c:pt>
                <c:pt idx="12032">
                  <c:v>134.97999999999999</c:v>
                </c:pt>
                <c:pt idx="12033">
                  <c:v>118.53</c:v>
                </c:pt>
                <c:pt idx="12034">
                  <c:v>114.52</c:v>
                </c:pt>
                <c:pt idx="12035">
                  <c:v>151.21</c:v>
                </c:pt>
                <c:pt idx="12036">
                  <c:v>155.62</c:v>
                </c:pt>
                <c:pt idx="12037">
                  <c:v>93.38</c:v>
                </c:pt>
                <c:pt idx="12038">
                  <c:v>84.68</c:v>
                </c:pt>
                <c:pt idx="12039">
                  <c:v>159.69999999999999</c:v>
                </c:pt>
                <c:pt idx="12040">
                  <c:v>223.8</c:v>
                </c:pt>
                <c:pt idx="12041">
                  <c:v>128.24</c:v>
                </c:pt>
                <c:pt idx="12042">
                  <c:v>120.97</c:v>
                </c:pt>
                <c:pt idx="12043">
                  <c:v>128.24</c:v>
                </c:pt>
                <c:pt idx="12044">
                  <c:v>134.97999999999999</c:v>
                </c:pt>
                <c:pt idx="12045">
                  <c:v>128.24</c:v>
                </c:pt>
                <c:pt idx="12046">
                  <c:v>155.68</c:v>
                </c:pt>
                <c:pt idx="12047">
                  <c:v>128.24</c:v>
                </c:pt>
                <c:pt idx="12048">
                  <c:v>159.69999999999999</c:v>
                </c:pt>
                <c:pt idx="12049">
                  <c:v>131.85</c:v>
                </c:pt>
                <c:pt idx="12050">
                  <c:v>90.96</c:v>
                </c:pt>
                <c:pt idx="12051">
                  <c:v>159.69999999999999</c:v>
                </c:pt>
                <c:pt idx="12052">
                  <c:v>159.69999999999999</c:v>
                </c:pt>
                <c:pt idx="12053">
                  <c:v>122.22</c:v>
                </c:pt>
                <c:pt idx="12054">
                  <c:v>96.78</c:v>
                </c:pt>
                <c:pt idx="12055">
                  <c:v>84.97</c:v>
                </c:pt>
                <c:pt idx="12056">
                  <c:v>89.97</c:v>
                </c:pt>
                <c:pt idx="12057">
                  <c:v>89.97</c:v>
                </c:pt>
                <c:pt idx="12058">
                  <c:v>84.97</c:v>
                </c:pt>
                <c:pt idx="12059">
                  <c:v>59.98</c:v>
                </c:pt>
                <c:pt idx="12060">
                  <c:v>365.92</c:v>
                </c:pt>
                <c:pt idx="12061">
                  <c:v>225.81</c:v>
                </c:pt>
                <c:pt idx="12062">
                  <c:v>12.99</c:v>
                </c:pt>
                <c:pt idx="12063">
                  <c:v>257.93</c:v>
                </c:pt>
                <c:pt idx="12064">
                  <c:v>74.97</c:v>
                </c:pt>
                <c:pt idx="12065">
                  <c:v>335.65</c:v>
                </c:pt>
                <c:pt idx="12066">
                  <c:v>169.98</c:v>
                </c:pt>
                <c:pt idx="12067">
                  <c:v>84.86</c:v>
                </c:pt>
                <c:pt idx="12068">
                  <c:v>139.12</c:v>
                </c:pt>
                <c:pt idx="12069">
                  <c:v>94.97</c:v>
                </c:pt>
                <c:pt idx="12070">
                  <c:v>80.98</c:v>
                </c:pt>
                <c:pt idx="12071">
                  <c:v>114.57</c:v>
                </c:pt>
                <c:pt idx="12072">
                  <c:v>84.97</c:v>
                </c:pt>
                <c:pt idx="12073">
                  <c:v>65.989999999999995</c:v>
                </c:pt>
                <c:pt idx="12074">
                  <c:v>80.98</c:v>
                </c:pt>
                <c:pt idx="12075">
                  <c:v>80.98</c:v>
                </c:pt>
                <c:pt idx="12076">
                  <c:v>145.97</c:v>
                </c:pt>
                <c:pt idx="12077">
                  <c:v>145.97</c:v>
                </c:pt>
                <c:pt idx="12078">
                  <c:v>80.98</c:v>
                </c:pt>
                <c:pt idx="12079">
                  <c:v>146.97</c:v>
                </c:pt>
                <c:pt idx="12080">
                  <c:v>99.98</c:v>
                </c:pt>
                <c:pt idx="12081">
                  <c:v>112.18</c:v>
                </c:pt>
                <c:pt idx="12082">
                  <c:v>79.98</c:v>
                </c:pt>
                <c:pt idx="12083">
                  <c:v>103.26</c:v>
                </c:pt>
                <c:pt idx="12084">
                  <c:v>79.98</c:v>
                </c:pt>
                <c:pt idx="12085">
                  <c:v>131.97999999999999</c:v>
                </c:pt>
                <c:pt idx="12086">
                  <c:v>195.55</c:v>
                </c:pt>
                <c:pt idx="12087">
                  <c:v>65.989999999999995</c:v>
                </c:pt>
                <c:pt idx="12088">
                  <c:v>173.36</c:v>
                </c:pt>
                <c:pt idx="12089">
                  <c:v>80.98</c:v>
                </c:pt>
                <c:pt idx="12090">
                  <c:v>82.35</c:v>
                </c:pt>
                <c:pt idx="12091">
                  <c:v>131.97999999999999</c:v>
                </c:pt>
                <c:pt idx="12092">
                  <c:v>307.92</c:v>
                </c:pt>
                <c:pt idx="12093">
                  <c:v>275.94</c:v>
                </c:pt>
                <c:pt idx="12094">
                  <c:v>319.95999999999998</c:v>
                </c:pt>
                <c:pt idx="12095">
                  <c:v>84.99</c:v>
                </c:pt>
                <c:pt idx="12096">
                  <c:v>327.92</c:v>
                </c:pt>
                <c:pt idx="12097">
                  <c:v>127.96</c:v>
                </c:pt>
                <c:pt idx="12098">
                  <c:v>153.96</c:v>
                </c:pt>
                <c:pt idx="12099">
                  <c:v>159.97999999999999</c:v>
                </c:pt>
                <c:pt idx="12100">
                  <c:v>159.97999999999999</c:v>
                </c:pt>
                <c:pt idx="12101">
                  <c:v>108.96</c:v>
                </c:pt>
                <c:pt idx="12102">
                  <c:v>319.95999999999998</c:v>
                </c:pt>
                <c:pt idx="12103">
                  <c:v>323.91000000000003</c:v>
                </c:pt>
                <c:pt idx="12104">
                  <c:v>399.95</c:v>
                </c:pt>
                <c:pt idx="12105">
                  <c:v>289.24</c:v>
                </c:pt>
                <c:pt idx="12106">
                  <c:v>214.95</c:v>
                </c:pt>
                <c:pt idx="12107">
                  <c:v>57.95</c:v>
                </c:pt>
                <c:pt idx="12108">
                  <c:v>96</c:v>
                </c:pt>
                <c:pt idx="12109">
                  <c:v>169.98</c:v>
                </c:pt>
                <c:pt idx="12110">
                  <c:v>54.97</c:v>
                </c:pt>
                <c:pt idx="12111">
                  <c:v>169.98</c:v>
                </c:pt>
                <c:pt idx="12112">
                  <c:v>71.97</c:v>
                </c:pt>
                <c:pt idx="12113">
                  <c:v>60.98</c:v>
                </c:pt>
                <c:pt idx="12114">
                  <c:v>60.42</c:v>
                </c:pt>
                <c:pt idx="12115">
                  <c:v>169.98</c:v>
                </c:pt>
                <c:pt idx="12116">
                  <c:v>56.96</c:v>
                </c:pt>
                <c:pt idx="12117">
                  <c:v>17.88</c:v>
                </c:pt>
                <c:pt idx="12118">
                  <c:v>120.97</c:v>
                </c:pt>
                <c:pt idx="12119">
                  <c:v>84.99</c:v>
                </c:pt>
                <c:pt idx="12120">
                  <c:v>164.76</c:v>
                </c:pt>
                <c:pt idx="12121">
                  <c:v>169.98</c:v>
                </c:pt>
                <c:pt idx="12122">
                  <c:v>181.96</c:v>
                </c:pt>
                <c:pt idx="12123">
                  <c:v>58.96</c:v>
                </c:pt>
                <c:pt idx="12124">
                  <c:v>84.99</c:v>
                </c:pt>
                <c:pt idx="12125">
                  <c:v>230.96</c:v>
                </c:pt>
                <c:pt idx="12126">
                  <c:v>84.99</c:v>
                </c:pt>
                <c:pt idx="12127">
                  <c:v>169.98</c:v>
                </c:pt>
                <c:pt idx="12128">
                  <c:v>99.98</c:v>
                </c:pt>
                <c:pt idx="12129">
                  <c:v>169.98</c:v>
                </c:pt>
                <c:pt idx="12130">
                  <c:v>269.95999999999998</c:v>
                </c:pt>
                <c:pt idx="12131">
                  <c:v>57.95</c:v>
                </c:pt>
                <c:pt idx="12132">
                  <c:v>134.97999999999999</c:v>
                </c:pt>
                <c:pt idx="12133">
                  <c:v>169.98</c:v>
                </c:pt>
                <c:pt idx="12134">
                  <c:v>79.98</c:v>
                </c:pt>
                <c:pt idx="12135">
                  <c:v>219.97</c:v>
                </c:pt>
                <c:pt idx="12136">
                  <c:v>219.97</c:v>
                </c:pt>
                <c:pt idx="12137">
                  <c:v>57.96</c:v>
                </c:pt>
                <c:pt idx="12138">
                  <c:v>169.98</c:v>
                </c:pt>
                <c:pt idx="12139">
                  <c:v>134.97999999999999</c:v>
                </c:pt>
                <c:pt idx="12140">
                  <c:v>56.95</c:v>
                </c:pt>
                <c:pt idx="12141">
                  <c:v>169.98</c:v>
                </c:pt>
                <c:pt idx="12142">
                  <c:v>70.97</c:v>
                </c:pt>
                <c:pt idx="12143">
                  <c:v>179.09</c:v>
                </c:pt>
                <c:pt idx="12144">
                  <c:v>240.96</c:v>
                </c:pt>
                <c:pt idx="12145">
                  <c:v>197.97</c:v>
                </c:pt>
                <c:pt idx="12146">
                  <c:v>263.95999999999998</c:v>
                </c:pt>
                <c:pt idx="12147">
                  <c:v>145.97</c:v>
                </c:pt>
                <c:pt idx="12148">
                  <c:v>197.97</c:v>
                </c:pt>
                <c:pt idx="12149">
                  <c:v>304.95</c:v>
                </c:pt>
                <c:pt idx="12150">
                  <c:v>197.97</c:v>
                </c:pt>
                <c:pt idx="12151">
                  <c:v>197.97</c:v>
                </c:pt>
                <c:pt idx="12152">
                  <c:v>97.85</c:v>
                </c:pt>
                <c:pt idx="12153">
                  <c:v>145.97</c:v>
                </c:pt>
                <c:pt idx="12154">
                  <c:v>80.98</c:v>
                </c:pt>
                <c:pt idx="12155">
                  <c:v>75.98</c:v>
                </c:pt>
                <c:pt idx="12156">
                  <c:v>145.97</c:v>
                </c:pt>
                <c:pt idx="12157">
                  <c:v>161.96</c:v>
                </c:pt>
                <c:pt idx="12158">
                  <c:v>95.97</c:v>
                </c:pt>
                <c:pt idx="12159">
                  <c:v>131.97999999999999</c:v>
                </c:pt>
                <c:pt idx="12160">
                  <c:v>95.97</c:v>
                </c:pt>
                <c:pt idx="12161">
                  <c:v>80.98</c:v>
                </c:pt>
                <c:pt idx="12162">
                  <c:v>105.98</c:v>
                </c:pt>
                <c:pt idx="12163">
                  <c:v>80.98</c:v>
                </c:pt>
                <c:pt idx="12164">
                  <c:v>131.97999999999999</c:v>
                </c:pt>
                <c:pt idx="12165">
                  <c:v>79.92</c:v>
                </c:pt>
                <c:pt idx="12166">
                  <c:v>84.99</c:v>
                </c:pt>
                <c:pt idx="12167">
                  <c:v>131.97999999999999</c:v>
                </c:pt>
                <c:pt idx="12168">
                  <c:v>119.26</c:v>
                </c:pt>
                <c:pt idx="12169">
                  <c:v>112.18</c:v>
                </c:pt>
                <c:pt idx="12170">
                  <c:v>64.59</c:v>
                </c:pt>
                <c:pt idx="12171">
                  <c:v>131.97999999999999</c:v>
                </c:pt>
                <c:pt idx="12172">
                  <c:v>65.989999999999995</c:v>
                </c:pt>
                <c:pt idx="12173">
                  <c:v>105.98</c:v>
                </c:pt>
                <c:pt idx="12174">
                  <c:v>175.95</c:v>
                </c:pt>
                <c:pt idx="12175">
                  <c:v>100.32</c:v>
                </c:pt>
                <c:pt idx="12176">
                  <c:v>-1.3</c:v>
                </c:pt>
                <c:pt idx="12177">
                  <c:v>136.87</c:v>
                </c:pt>
                <c:pt idx="12178">
                  <c:v>182.2</c:v>
                </c:pt>
                <c:pt idx="12179">
                  <c:v>169.98</c:v>
                </c:pt>
                <c:pt idx="12180">
                  <c:v>228.27</c:v>
                </c:pt>
                <c:pt idx="12181">
                  <c:v>59.39</c:v>
                </c:pt>
                <c:pt idx="12182">
                  <c:v>221.96</c:v>
                </c:pt>
                <c:pt idx="12183">
                  <c:v>100.42</c:v>
                </c:pt>
                <c:pt idx="12184">
                  <c:v>65.989999999999995</c:v>
                </c:pt>
                <c:pt idx="12185">
                  <c:v>184.97</c:v>
                </c:pt>
                <c:pt idx="12186">
                  <c:v>163.63999999999999</c:v>
                </c:pt>
                <c:pt idx="12187">
                  <c:v>169.98</c:v>
                </c:pt>
                <c:pt idx="12188">
                  <c:v>221.96</c:v>
                </c:pt>
                <c:pt idx="12189">
                  <c:v>99.98</c:v>
                </c:pt>
                <c:pt idx="12190">
                  <c:v>51.29</c:v>
                </c:pt>
                <c:pt idx="12191">
                  <c:v>74.38</c:v>
                </c:pt>
                <c:pt idx="12192">
                  <c:v>83.29</c:v>
                </c:pt>
                <c:pt idx="12193">
                  <c:v>169.98</c:v>
                </c:pt>
                <c:pt idx="12194">
                  <c:v>162.93</c:v>
                </c:pt>
                <c:pt idx="12195">
                  <c:v>159.97999999999999</c:v>
                </c:pt>
                <c:pt idx="12196">
                  <c:v>169.98</c:v>
                </c:pt>
                <c:pt idx="12197">
                  <c:v>169.98</c:v>
                </c:pt>
                <c:pt idx="12198">
                  <c:v>73.08</c:v>
                </c:pt>
                <c:pt idx="12199">
                  <c:v>169.98</c:v>
                </c:pt>
                <c:pt idx="12200">
                  <c:v>131.97999999999999</c:v>
                </c:pt>
                <c:pt idx="12201">
                  <c:v>131.97999999999999</c:v>
                </c:pt>
                <c:pt idx="12202">
                  <c:v>84.98</c:v>
                </c:pt>
                <c:pt idx="12203">
                  <c:v>203.96</c:v>
                </c:pt>
                <c:pt idx="12204">
                  <c:v>179.96</c:v>
                </c:pt>
                <c:pt idx="12205">
                  <c:v>169.98</c:v>
                </c:pt>
                <c:pt idx="12206">
                  <c:v>137.97999999999999</c:v>
                </c:pt>
                <c:pt idx="12207">
                  <c:v>169.98</c:v>
                </c:pt>
                <c:pt idx="12208">
                  <c:v>84.98</c:v>
                </c:pt>
                <c:pt idx="12209">
                  <c:v>137.97999999999999</c:v>
                </c:pt>
                <c:pt idx="12210">
                  <c:v>84.99</c:v>
                </c:pt>
                <c:pt idx="12211">
                  <c:v>121.98</c:v>
                </c:pt>
                <c:pt idx="12212">
                  <c:v>169.98</c:v>
                </c:pt>
                <c:pt idx="12213">
                  <c:v>169.98</c:v>
                </c:pt>
                <c:pt idx="12214">
                  <c:v>65.989999999999995</c:v>
                </c:pt>
                <c:pt idx="12215">
                  <c:v>131.97999999999999</c:v>
                </c:pt>
                <c:pt idx="12216">
                  <c:v>119.97</c:v>
                </c:pt>
                <c:pt idx="12217">
                  <c:v>79.98</c:v>
                </c:pt>
                <c:pt idx="12218">
                  <c:v>79.98</c:v>
                </c:pt>
                <c:pt idx="12219">
                  <c:v>163.38</c:v>
                </c:pt>
                <c:pt idx="12220">
                  <c:v>84.99</c:v>
                </c:pt>
                <c:pt idx="12221">
                  <c:v>169.98</c:v>
                </c:pt>
                <c:pt idx="12222">
                  <c:v>149.97</c:v>
                </c:pt>
                <c:pt idx="12223">
                  <c:v>146.51</c:v>
                </c:pt>
                <c:pt idx="12224">
                  <c:v>137.97999999999999</c:v>
                </c:pt>
                <c:pt idx="12225">
                  <c:v>169.98</c:v>
                </c:pt>
                <c:pt idx="12226">
                  <c:v>131.97999999999999</c:v>
                </c:pt>
                <c:pt idx="12227">
                  <c:v>169.98</c:v>
                </c:pt>
                <c:pt idx="12228">
                  <c:v>169.98</c:v>
                </c:pt>
                <c:pt idx="12229">
                  <c:v>412.58</c:v>
                </c:pt>
                <c:pt idx="12230">
                  <c:v>316.75</c:v>
                </c:pt>
                <c:pt idx="12231">
                  <c:v>147.62</c:v>
                </c:pt>
                <c:pt idx="12232">
                  <c:v>85.98</c:v>
                </c:pt>
                <c:pt idx="12233">
                  <c:v>84.99</c:v>
                </c:pt>
                <c:pt idx="12234">
                  <c:v>133.49</c:v>
                </c:pt>
                <c:pt idx="12235">
                  <c:v>134.13</c:v>
                </c:pt>
                <c:pt idx="12236">
                  <c:v>114.73</c:v>
                </c:pt>
                <c:pt idx="12237">
                  <c:v>58.26</c:v>
                </c:pt>
                <c:pt idx="12238">
                  <c:v>78.760000000000005</c:v>
                </c:pt>
                <c:pt idx="12239">
                  <c:v>105.98</c:v>
                </c:pt>
                <c:pt idx="12240">
                  <c:v>134.97999999999999</c:v>
                </c:pt>
                <c:pt idx="12241">
                  <c:v>130.97999999999999</c:v>
                </c:pt>
                <c:pt idx="12242">
                  <c:v>78.64</c:v>
                </c:pt>
                <c:pt idx="12243">
                  <c:v>72.239999999999995</c:v>
                </c:pt>
                <c:pt idx="12244">
                  <c:v>98.63</c:v>
                </c:pt>
                <c:pt idx="12245">
                  <c:v>112.47</c:v>
                </c:pt>
                <c:pt idx="12246">
                  <c:v>169.98</c:v>
                </c:pt>
                <c:pt idx="12247">
                  <c:v>79.36</c:v>
                </c:pt>
                <c:pt idx="12248">
                  <c:v>84.99</c:v>
                </c:pt>
                <c:pt idx="12249">
                  <c:v>163.77000000000001</c:v>
                </c:pt>
                <c:pt idx="12250">
                  <c:v>83.64</c:v>
                </c:pt>
                <c:pt idx="12251">
                  <c:v>134.13</c:v>
                </c:pt>
                <c:pt idx="12252">
                  <c:v>64.13</c:v>
                </c:pt>
                <c:pt idx="12253">
                  <c:v>131.97999999999999</c:v>
                </c:pt>
                <c:pt idx="12254">
                  <c:v>145.65</c:v>
                </c:pt>
                <c:pt idx="12255">
                  <c:v>142.05000000000001</c:v>
                </c:pt>
                <c:pt idx="12256">
                  <c:v>129.34</c:v>
                </c:pt>
                <c:pt idx="12257">
                  <c:v>136.97</c:v>
                </c:pt>
                <c:pt idx="12258">
                  <c:v>129.6</c:v>
                </c:pt>
                <c:pt idx="12259">
                  <c:v>172.97</c:v>
                </c:pt>
                <c:pt idx="12260">
                  <c:v>102.64</c:v>
                </c:pt>
                <c:pt idx="12261">
                  <c:v>131.97999999999999</c:v>
                </c:pt>
                <c:pt idx="12262">
                  <c:v>361.94</c:v>
                </c:pt>
                <c:pt idx="12263">
                  <c:v>339.96</c:v>
                </c:pt>
                <c:pt idx="12264">
                  <c:v>389.95</c:v>
                </c:pt>
                <c:pt idx="12265">
                  <c:v>389.95</c:v>
                </c:pt>
                <c:pt idx="12266">
                  <c:v>339.96</c:v>
                </c:pt>
                <c:pt idx="12267">
                  <c:v>323.92</c:v>
                </c:pt>
                <c:pt idx="12268">
                  <c:v>361.94</c:v>
                </c:pt>
                <c:pt idx="12269">
                  <c:v>486.7</c:v>
                </c:pt>
                <c:pt idx="12270">
                  <c:v>486.7</c:v>
                </c:pt>
                <c:pt idx="12271">
                  <c:v>323.92</c:v>
                </c:pt>
                <c:pt idx="12272">
                  <c:v>333.96</c:v>
                </c:pt>
                <c:pt idx="12273">
                  <c:v>325.95</c:v>
                </c:pt>
                <c:pt idx="12274">
                  <c:v>159.97999999999999</c:v>
                </c:pt>
                <c:pt idx="12275">
                  <c:v>113.97</c:v>
                </c:pt>
                <c:pt idx="12276">
                  <c:v>254.97</c:v>
                </c:pt>
                <c:pt idx="12277">
                  <c:v>187.97</c:v>
                </c:pt>
                <c:pt idx="12278">
                  <c:v>132.26</c:v>
                </c:pt>
                <c:pt idx="12279">
                  <c:v>139.96</c:v>
                </c:pt>
                <c:pt idx="12280">
                  <c:v>169.98</c:v>
                </c:pt>
                <c:pt idx="12281">
                  <c:v>169.98</c:v>
                </c:pt>
                <c:pt idx="12282">
                  <c:v>115.97</c:v>
                </c:pt>
                <c:pt idx="12283">
                  <c:v>79.98</c:v>
                </c:pt>
                <c:pt idx="12284">
                  <c:v>339.96</c:v>
                </c:pt>
                <c:pt idx="12285">
                  <c:v>125.96</c:v>
                </c:pt>
                <c:pt idx="12286">
                  <c:v>254.97</c:v>
                </c:pt>
                <c:pt idx="12287">
                  <c:v>169.98</c:v>
                </c:pt>
                <c:pt idx="12288">
                  <c:v>169.98</c:v>
                </c:pt>
                <c:pt idx="12289">
                  <c:v>155.97999999999999</c:v>
                </c:pt>
                <c:pt idx="12290">
                  <c:v>254.97</c:v>
                </c:pt>
                <c:pt idx="12291">
                  <c:v>272.95999999999998</c:v>
                </c:pt>
                <c:pt idx="12292">
                  <c:v>413.93</c:v>
                </c:pt>
                <c:pt idx="12293">
                  <c:v>169.98</c:v>
                </c:pt>
                <c:pt idx="12294">
                  <c:v>109.98</c:v>
                </c:pt>
                <c:pt idx="12295">
                  <c:v>118.96</c:v>
                </c:pt>
                <c:pt idx="12296">
                  <c:v>130.38</c:v>
                </c:pt>
                <c:pt idx="12297">
                  <c:v>111.48</c:v>
                </c:pt>
                <c:pt idx="12298">
                  <c:v>164.97</c:v>
                </c:pt>
                <c:pt idx="12299">
                  <c:v>98.98</c:v>
                </c:pt>
                <c:pt idx="12300">
                  <c:v>123.09</c:v>
                </c:pt>
                <c:pt idx="12301">
                  <c:v>137.72999999999999</c:v>
                </c:pt>
                <c:pt idx="12302">
                  <c:v>169.98</c:v>
                </c:pt>
                <c:pt idx="12303">
                  <c:v>83.28</c:v>
                </c:pt>
                <c:pt idx="12304">
                  <c:v>108.97</c:v>
                </c:pt>
                <c:pt idx="12305">
                  <c:v>44.99</c:v>
                </c:pt>
                <c:pt idx="12306">
                  <c:v>119.97</c:v>
                </c:pt>
                <c:pt idx="12307">
                  <c:v>159.97999999999999</c:v>
                </c:pt>
                <c:pt idx="12308">
                  <c:v>90.48</c:v>
                </c:pt>
                <c:pt idx="12309">
                  <c:v>89.98</c:v>
                </c:pt>
                <c:pt idx="12310">
                  <c:v>94.98</c:v>
                </c:pt>
                <c:pt idx="12311">
                  <c:v>153.96</c:v>
                </c:pt>
                <c:pt idx="12312">
                  <c:v>109.98</c:v>
                </c:pt>
                <c:pt idx="12313">
                  <c:v>94.98</c:v>
                </c:pt>
                <c:pt idx="12314">
                  <c:v>74.98</c:v>
                </c:pt>
                <c:pt idx="12315">
                  <c:v>106.46</c:v>
                </c:pt>
                <c:pt idx="12316">
                  <c:v>182.46</c:v>
                </c:pt>
                <c:pt idx="12317">
                  <c:v>169.98</c:v>
                </c:pt>
                <c:pt idx="12318">
                  <c:v>89.98</c:v>
                </c:pt>
                <c:pt idx="12319">
                  <c:v>339.96</c:v>
                </c:pt>
                <c:pt idx="12320">
                  <c:v>479.15</c:v>
                </c:pt>
                <c:pt idx="12321">
                  <c:v>129.28</c:v>
                </c:pt>
                <c:pt idx="12322">
                  <c:v>115.98</c:v>
                </c:pt>
                <c:pt idx="12323">
                  <c:v>85.48</c:v>
                </c:pt>
                <c:pt idx="12324">
                  <c:v>131.97999999999999</c:v>
                </c:pt>
                <c:pt idx="12325">
                  <c:v>90.23</c:v>
                </c:pt>
                <c:pt idx="12326">
                  <c:v>147.83000000000001</c:v>
                </c:pt>
                <c:pt idx="12327">
                  <c:v>131.97999999999999</c:v>
                </c:pt>
                <c:pt idx="12328">
                  <c:v>254.97</c:v>
                </c:pt>
                <c:pt idx="12329">
                  <c:v>94.98</c:v>
                </c:pt>
                <c:pt idx="12330">
                  <c:v>110.98</c:v>
                </c:pt>
                <c:pt idx="12331">
                  <c:v>65.989999999999995</c:v>
                </c:pt>
                <c:pt idx="12332">
                  <c:v>131.97999999999999</c:v>
                </c:pt>
                <c:pt idx="12333">
                  <c:v>84.99</c:v>
                </c:pt>
                <c:pt idx="12334">
                  <c:v>62.69</c:v>
                </c:pt>
                <c:pt idx="12335">
                  <c:v>83.13</c:v>
                </c:pt>
                <c:pt idx="12336">
                  <c:v>98.34</c:v>
                </c:pt>
                <c:pt idx="12337">
                  <c:v>65.989999999999995</c:v>
                </c:pt>
                <c:pt idx="12338">
                  <c:v>84.99</c:v>
                </c:pt>
                <c:pt idx="12339">
                  <c:v>65.989999999999995</c:v>
                </c:pt>
                <c:pt idx="12340">
                  <c:v>65.989999999999995</c:v>
                </c:pt>
                <c:pt idx="12341">
                  <c:v>84.99</c:v>
                </c:pt>
                <c:pt idx="12342">
                  <c:v>65.989999999999995</c:v>
                </c:pt>
                <c:pt idx="12343">
                  <c:v>84.14</c:v>
                </c:pt>
                <c:pt idx="12344">
                  <c:v>65.989999999999995</c:v>
                </c:pt>
                <c:pt idx="12345">
                  <c:v>65.989999999999995</c:v>
                </c:pt>
                <c:pt idx="12346">
                  <c:v>83.98</c:v>
                </c:pt>
                <c:pt idx="12347">
                  <c:v>84.99</c:v>
                </c:pt>
                <c:pt idx="12348">
                  <c:v>100.98</c:v>
                </c:pt>
                <c:pt idx="12349">
                  <c:v>65.989999999999995</c:v>
                </c:pt>
                <c:pt idx="12350">
                  <c:v>65.989999999999995</c:v>
                </c:pt>
                <c:pt idx="12351">
                  <c:v>61.87</c:v>
                </c:pt>
                <c:pt idx="12352">
                  <c:v>65.989999999999995</c:v>
                </c:pt>
                <c:pt idx="12353">
                  <c:v>81.98</c:v>
                </c:pt>
                <c:pt idx="12354">
                  <c:v>128.84</c:v>
                </c:pt>
                <c:pt idx="12355">
                  <c:v>81.98</c:v>
                </c:pt>
                <c:pt idx="12356">
                  <c:v>65.989999999999995</c:v>
                </c:pt>
                <c:pt idx="12357">
                  <c:v>223.12</c:v>
                </c:pt>
                <c:pt idx="12358">
                  <c:v>71.97</c:v>
                </c:pt>
                <c:pt idx="12359">
                  <c:v>206.95</c:v>
                </c:pt>
                <c:pt idx="12360">
                  <c:v>201.13</c:v>
                </c:pt>
                <c:pt idx="12361">
                  <c:v>269.91000000000003</c:v>
                </c:pt>
                <c:pt idx="12362">
                  <c:v>95.98</c:v>
                </c:pt>
                <c:pt idx="12363">
                  <c:v>50.98</c:v>
                </c:pt>
                <c:pt idx="12364">
                  <c:v>236.94</c:v>
                </c:pt>
                <c:pt idx="12365">
                  <c:v>184.97</c:v>
                </c:pt>
                <c:pt idx="12366">
                  <c:v>240.96</c:v>
                </c:pt>
                <c:pt idx="12367">
                  <c:v>258.95999999999998</c:v>
                </c:pt>
                <c:pt idx="12368">
                  <c:v>215.37</c:v>
                </c:pt>
                <c:pt idx="12369">
                  <c:v>265.95999999999998</c:v>
                </c:pt>
                <c:pt idx="12370">
                  <c:v>180.97</c:v>
                </c:pt>
                <c:pt idx="12371">
                  <c:v>95.98</c:v>
                </c:pt>
                <c:pt idx="12372">
                  <c:v>276.95</c:v>
                </c:pt>
                <c:pt idx="12373">
                  <c:v>265.95999999999998</c:v>
                </c:pt>
                <c:pt idx="12374">
                  <c:v>241.95</c:v>
                </c:pt>
                <c:pt idx="12375">
                  <c:v>64.98</c:v>
                </c:pt>
                <c:pt idx="12376">
                  <c:v>145.97</c:v>
                </c:pt>
                <c:pt idx="12377">
                  <c:v>92.98</c:v>
                </c:pt>
                <c:pt idx="12378">
                  <c:v>191.96</c:v>
                </c:pt>
                <c:pt idx="12379">
                  <c:v>54.98</c:v>
                </c:pt>
                <c:pt idx="12380">
                  <c:v>131.97999999999999</c:v>
                </c:pt>
                <c:pt idx="12381">
                  <c:v>131.97999999999999</c:v>
                </c:pt>
                <c:pt idx="12382">
                  <c:v>118.78</c:v>
                </c:pt>
                <c:pt idx="12383">
                  <c:v>131.97999999999999</c:v>
                </c:pt>
                <c:pt idx="12384">
                  <c:v>104.36</c:v>
                </c:pt>
                <c:pt idx="12385">
                  <c:v>131.97999999999999</c:v>
                </c:pt>
                <c:pt idx="12386">
                  <c:v>121.98</c:v>
                </c:pt>
                <c:pt idx="12387">
                  <c:v>131.97999999999999</c:v>
                </c:pt>
                <c:pt idx="12388">
                  <c:v>94.97</c:v>
                </c:pt>
                <c:pt idx="12389">
                  <c:v>115.38</c:v>
                </c:pt>
                <c:pt idx="12390">
                  <c:v>65.989999999999995</c:v>
                </c:pt>
                <c:pt idx="12391">
                  <c:v>171.97</c:v>
                </c:pt>
                <c:pt idx="12392">
                  <c:v>74.95</c:v>
                </c:pt>
                <c:pt idx="12393">
                  <c:v>131.97999999999999</c:v>
                </c:pt>
                <c:pt idx="12394">
                  <c:v>131.97999999999999</c:v>
                </c:pt>
                <c:pt idx="12395">
                  <c:v>131.97999999999999</c:v>
                </c:pt>
                <c:pt idx="12396">
                  <c:v>131.97999999999999</c:v>
                </c:pt>
                <c:pt idx="12397">
                  <c:v>82.49</c:v>
                </c:pt>
                <c:pt idx="12398">
                  <c:v>131.97999999999999</c:v>
                </c:pt>
                <c:pt idx="12399">
                  <c:v>105.98</c:v>
                </c:pt>
                <c:pt idx="12400">
                  <c:v>67.98</c:v>
                </c:pt>
                <c:pt idx="12401">
                  <c:v>65.989999999999995</c:v>
                </c:pt>
                <c:pt idx="12402">
                  <c:v>131.97999999999999</c:v>
                </c:pt>
                <c:pt idx="12403">
                  <c:v>131.97999999999999</c:v>
                </c:pt>
                <c:pt idx="12404">
                  <c:v>146.97</c:v>
                </c:pt>
                <c:pt idx="12405">
                  <c:v>65.989999999999995</c:v>
                </c:pt>
                <c:pt idx="12406">
                  <c:v>131.97999999999999</c:v>
                </c:pt>
                <c:pt idx="12407">
                  <c:v>175.97</c:v>
                </c:pt>
                <c:pt idx="12408">
                  <c:v>159.97999999999999</c:v>
                </c:pt>
                <c:pt idx="12409">
                  <c:v>183.96</c:v>
                </c:pt>
                <c:pt idx="12410">
                  <c:v>183.96</c:v>
                </c:pt>
                <c:pt idx="12411">
                  <c:v>141.97</c:v>
                </c:pt>
                <c:pt idx="12412">
                  <c:v>79.989999999999995</c:v>
                </c:pt>
                <c:pt idx="12413">
                  <c:v>129.97999999999999</c:v>
                </c:pt>
                <c:pt idx="12414">
                  <c:v>81.58</c:v>
                </c:pt>
                <c:pt idx="12415">
                  <c:v>79.989999999999995</c:v>
                </c:pt>
                <c:pt idx="12416">
                  <c:v>121.98</c:v>
                </c:pt>
                <c:pt idx="12417">
                  <c:v>79.989999999999995</c:v>
                </c:pt>
                <c:pt idx="12418">
                  <c:v>133.97</c:v>
                </c:pt>
                <c:pt idx="12419">
                  <c:v>95.17</c:v>
                </c:pt>
                <c:pt idx="12420">
                  <c:v>79.989999999999995</c:v>
                </c:pt>
                <c:pt idx="12421">
                  <c:v>117.89</c:v>
                </c:pt>
                <c:pt idx="12422">
                  <c:v>135.96</c:v>
                </c:pt>
                <c:pt idx="12423">
                  <c:v>79.989999999999995</c:v>
                </c:pt>
                <c:pt idx="12424">
                  <c:v>120.76</c:v>
                </c:pt>
                <c:pt idx="12425">
                  <c:v>239.97</c:v>
                </c:pt>
                <c:pt idx="12426">
                  <c:v>65.989999999999995</c:v>
                </c:pt>
                <c:pt idx="12427">
                  <c:v>140.34</c:v>
                </c:pt>
                <c:pt idx="12428">
                  <c:v>159.69999999999999</c:v>
                </c:pt>
                <c:pt idx="12429">
                  <c:v>140.34</c:v>
                </c:pt>
                <c:pt idx="12430">
                  <c:v>195.98</c:v>
                </c:pt>
                <c:pt idx="12431">
                  <c:v>225.24</c:v>
                </c:pt>
                <c:pt idx="12432">
                  <c:v>159.69999999999999</c:v>
                </c:pt>
                <c:pt idx="12433">
                  <c:v>120.98</c:v>
                </c:pt>
                <c:pt idx="12434">
                  <c:v>159.69999999999999</c:v>
                </c:pt>
                <c:pt idx="12435">
                  <c:v>179.04</c:v>
                </c:pt>
                <c:pt idx="12436">
                  <c:v>209.29</c:v>
                </c:pt>
                <c:pt idx="12437">
                  <c:v>147.6</c:v>
                </c:pt>
                <c:pt idx="12438">
                  <c:v>185.11</c:v>
                </c:pt>
                <c:pt idx="12439">
                  <c:v>159.69999999999999</c:v>
                </c:pt>
                <c:pt idx="12440">
                  <c:v>161.13999999999999</c:v>
                </c:pt>
                <c:pt idx="12441">
                  <c:v>179.04</c:v>
                </c:pt>
                <c:pt idx="12442">
                  <c:v>159.69999999999999</c:v>
                </c:pt>
                <c:pt idx="12443">
                  <c:v>182.67</c:v>
                </c:pt>
                <c:pt idx="12444">
                  <c:v>159.69999999999999</c:v>
                </c:pt>
                <c:pt idx="12445">
                  <c:v>159.69999999999999</c:v>
                </c:pt>
                <c:pt idx="12446">
                  <c:v>159.69999999999999</c:v>
                </c:pt>
                <c:pt idx="12447">
                  <c:v>120.98</c:v>
                </c:pt>
                <c:pt idx="12448">
                  <c:v>146.13</c:v>
                </c:pt>
                <c:pt idx="12449">
                  <c:v>159.69999999999999</c:v>
                </c:pt>
                <c:pt idx="12450">
                  <c:v>107.21</c:v>
                </c:pt>
                <c:pt idx="12451">
                  <c:v>159.69999999999999</c:v>
                </c:pt>
                <c:pt idx="12452">
                  <c:v>159.69999999999999</c:v>
                </c:pt>
                <c:pt idx="12453">
                  <c:v>120.66</c:v>
                </c:pt>
                <c:pt idx="12454">
                  <c:v>159.69999999999999</c:v>
                </c:pt>
                <c:pt idx="12455">
                  <c:v>153.09</c:v>
                </c:pt>
                <c:pt idx="12456">
                  <c:v>159.69999999999999</c:v>
                </c:pt>
                <c:pt idx="12457">
                  <c:v>193.55</c:v>
                </c:pt>
                <c:pt idx="12458">
                  <c:v>123.4</c:v>
                </c:pt>
                <c:pt idx="12459">
                  <c:v>153.62</c:v>
                </c:pt>
                <c:pt idx="12460">
                  <c:v>147.6</c:v>
                </c:pt>
                <c:pt idx="12461">
                  <c:v>159.69999999999999</c:v>
                </c:pt>
                <c:pt idx="12462">
                  <c:v>122.14</c:v>
                </c:pt>
                <c:pt idx="12463">
                  <c:v>143.25</c:v>
                </c:pt>
                <c:pt idx="12464">
                  <c:v>168.18</c:v>
                </c:pt>
                <c:pt idx="12465">
                  <c:v>180.07</c:v>
                </c:pt>
                <c:pt idx="12466">
                  <c:v>152.43</c:v>
                </c:pt>
                <c:pt idx="12467">
                  <c:v>189.02</c:v>
                </c:pt>
                <c:pt idx="12468">
                  <c:v>168.28</c:v>
                </c:pt>
                <c:pt idx="12469">
                  <c:v>158.53</c:v>
                </c:pt>
                <c:pt idx="12470">
                  <c:v>128.06</c:v>
                </c:pt>
                <c:pt idx="12471">
                  <c:v>179.97</c:v>
                </c:pt>
                <c:pt idx="12472">
                  <c:v>459.91</c:v>
                </c:pt>
                <c:pt idx="12473">
                  <c:v>182.93</c:v>
                </c:pt>
                <c:pt idx="12474">
                  <c:v>89.98</c:v>
                </c:pt>
                <c:pt idx="12475">
                  <c:v>145.97</c:v>
                </c:pt>
                <c:pt idx="12476">
                  <c:v>231.09</c:v>
                </c:pt>
                <c:pt idx="12477">
                  <c:v>308.69</c:v>
                </c:pt>
                <c:pt idx="12478">
                  <c:v>239.97</c:v>
                </c:pt>
                <c:pt idx="12479">
                  <c:v>239.97</c:v>
                </c:pt>
                <c:pt idx="12480">
                  <c:v>165.53</c:v>
                </c:pt>
                <c:pt idx="12481">
                  <c:v>239.97</c:v>
                </c:pt>
                <c:pt idx="12482">
                  <c:v>181.17</c:v>
                </c:pt>
                <c:pt idx="12483">
                  <c:v>157.97</c:v>
                </c:pt>
                <c:pt idx="12484">
                  <c:v>155.52000000000001</c:v>
                </c:pt>
                <c:pt idx="12485">
                  <c:v>233.61</c:v>
                </c:pt>
                <c:pt idx="12486">
                  <c:v>239.97</c:v>
                </c:pt>
                <c:pt idx="12487">
                  <c:v>99.98</c:v>
                </c:pt>
                <c:pt idx="12488">
                  <c:v>105.98</c:v>
                </c:pt>
                <c:pt idx="12489">
                  <c:v>159.97999999999999</c:v>
                </c:pt>
                <c:pt idx="12490">
                  <c:v>184.97</c:v>
                </c:pt>
                <c:pt idx="12491">
                  <c:v>99.98</c:v>
                </c:pt>
                <c:pt idx="12492">
                  <c:v>176.57</c:v>
                </c:pt>
                <c:pt idx="12493">
                  <c:v>184.97</c:v>
                </c:pt>
                <c:pt idx="12494">
                  <c:v>76.69</c:v>
                </c:pt>
                <c:pt idx="12495">
                  <c:v>114.98</c:v>
                </c:pt>
                <c:pt idx="12496">
                  <c:v>80.98</c:v>
                </c:pt>
                <c:pt idx="12497">
                  <c:v>120.97</c:v>
                </c:pt>
                <c:pt idx="12498">
                  <c:v>75.900000000000006</c:v>
                </c:pt>
                <c:pt idx="12499">
                  <c:v>184.97</c:v>
                </c:pt>
                <c:pt idx="12500">
                  <c:v>99.98</c:v>
                </c:pt>
                <c:pt idx="12501">
                  <c:v>133.77000000000001</c:v>
                </c:pt>
                <c:pt idx="12502">
                  <c:v>179.12</c:v>
                </c:pt>
                <c:pt idx="12503">
                  <c:v>79.959999999999994</c:v>
                </c:pt>
                <c:pt idx="12504">
                  <c:v>121.98</c:v>
                </c:pt>
                <c:pt idx="12505">
                  <c:v>111.98</c:v>
                </c:pt>
                <c:pt idx="12506">
                  <c:v>121.98</c:v>
                </c:pt>
                <c:pt idx="12507">
                  <c:v>121.98</c:v>
                </c:pt>
                <c:pt idx="12508">
                  <c:v>121.98</c:v>
                </c:pt>
                <c:pt idx="12509">
                  <c:v>141.97</c:v>
                </c:pt>
                <c:pt idx="12510">
                  <c:v>121.98</c:v>
                </c:pt>
                <c:pt idx="12511">
                  <c:v>149.96</c:v>
                </c:pt>
                <c:pt idx="12512">
                  <c:v>145.76</c:v>
                </c:pt>
                <c:pt idx="12513">
                  <c:v>121.98</c:v>
                </c:pt>
                <c:pt idx="12514">
                  <c:v>157.96</c:v>
                </c:pt>
                <c:pt idx="12515">
                  <c:v>121.98</c:v>
                </c:pt>
                <c:pt idx="12516">
                  <c:v>137.97</c:v>
                </c:pt>
                <c:pt idx="12517">
                  <c:v>111.98</c:v>
                </c:pt>
                <c:pt idx="12518">
                  <c:v>95.98</c:v>
                </c:pt>
                <c:pt idx="12519">
                  <c:v>164.96</c:v>
                </c:pt>
                <c:pt idx="12520">
                  <c:v>161.96</c:v>
                </c:pt>
                <c:pt idx="12521">
                  <c:v>304.95</c:v>
                </c:pt>
                <c:pt idx="12522">
                  <c:v>404.95</c:v>
                </c:pt>
                <c:pt idx="12523">
                  <c:v>399.95</c:v>
                </c:pt>
                <c:pt idx="12524">
                  <c:v>304.95</c:v>
                </c:pt>
                <c:pt idx="12525">
                  <c:v>72.5</c:v>
                </c:pt>
                <c:pt idx="12526">
                  <c:v>123.93</c:v>
                </c:pt>
                <c:pt idx="12527">
                  <c:v>68.98</c:v>
                </c:pt>
                <c:pt idx="12528">
                  <c:v>109.95</c:v>
                </c:pt>
                <c:pt idx="12529">
                  <c:v>98.97</c:v>
                </c:pt>
                <c:pt idx="12530">
                  <c:v>107.94</c:v>
                </c:pt>
                <c:pt idx="12531">
                  <c:v>104.95</c:v>
                </c:pt>
                <c:pt idx="12532">
                  <c:v>79.98</c:v>
                </c:pt>
                <c:pt idx="12533">
                  <c:v>111.11</c:v>
                </c:pt>
                <c:pt idx="12534">
                  <c:v>29.49</c:v>
                </c:pt>
                <c:pt idx="12535">
                  <c:v>179.91</c:v>
                </c:pt>
                <c:pt idx="12536">
                  <c:v>122.93</c:v>
                </c:pt>
                <c:pt idx="12537">
                  <c:v>86.95</c:v>
                </c:pt>
                <c:pt idx="12538">
                  <c:v>71.959999999999994</c:v>
                </c:pt>
                <c:pt idx="12539">
                  <c:v>175.9</c:v>
                </c:pt>
                <c:pt idx="12540">
                  <c:v>141.91999999999999</c:v>
                </c:pt>
                <c:pt idx="12541">
                  <c:v>70.97</c:v>
                </c:pt>
                <c:pt idx="12542">
                  <c:v>87.97</c:v>
                </c:pt>
                <c:pt idx="12543">
                  <c:v>109.28</c:v>
                </c:pt>
                <c:pt idx="12544">
                  <c:v>156.91</c:v>
                </c:pt>
                <c:pt idx="12545">
                  <c:v>114.97</c:v>
                </c:pt>
                <c:pt idx="12546">
                  <c:v>89.98</c:v>
                </c:pt>
                <c:pt idx="12547">
                  <c:v>84.98</c:v>
                </c:pt>
                <c:pt idx="12548">
                  <c:v>117.94</c:v>
                </c:pt>
                <c:pt idx="12549">
                  <c:v>125.89</c:v>
                </c:pt>
                <c:pt idx="12550">
                  <c:v>120.93</c:v>
                </c:pt>
                <c:pt idx="12551">
                  <c:v>61.69</c:v>
                </c:pt>
                <c:pt idx="12552">
                  <c:v>107.96</c:v>
                </c:pt>
                <c:pt idx="12553">
                  <c:v>48.29</c:v>
                </c:pt>
                <c:pt idx="12554">
                  <c:v>112.97</c:v>
                </c:pt>
                <c:pt idx="12555">
                  <c:v>129.93</c:v>
                </c:pt>
                <c:pt idx="12556">
                  <c:v>79.98</c:v>
                </c:pt>
                <c:pt idx="12557">
                  <c:v>114.97</c:v>
                </c:pt>
                <c:pt idx="12558">
                  <c:v>139.93</c:v>
                </c:pt>
                <c:pt idx="12559">
                  <c:v>109.35</c:v>
                </c:pt>
                <c:pt idx="12560">
                  <c:v>149.44</c:v>
                </c:pt>
                <c:pt idx="12561">
                  <c:v>150.13999999999999</c:v>
                </c:pt>
                <c:pt idx="12562">
                  <c:v>110.81</c:v>
                </c:pt>
                <c:pt idx="12563">
                  <c:v>159.25</c:v>
                </c:pt>
                <c:pt idx="12564">
                  <c:v>72.239999999999995</c:v>
                </c:pt>
                <c:pt idx="12565">
                  <c:v>130.96</c:v>
                </c:pt>
                <c:pt idx="12566">
                  <c:v>16.07</c:v>
                </c:pt>
                <c:pt idx="12567">
                  <c:v>187.15</c:v>
                </c:pt>
                <c:pt idx="12568">
                  <c:v>114.21</c:v>
                </c:pt>
                <c:pt idx="12569">
                  <c:v>191.96</c:v>
                </c:pt>
                <c:pt idx="12570">
                  <c:v>73.760000000000005</c:v>
                </c:pt>
                <c:pt idx="12571">
                  <c:v>94.97</c:v>
                </c:pt>
                <c:pt idx="12572">
                  <c:v>416.91</c:v>
                </c:pt>
                <c:pt idx="12573">
                  <c:v>55.68</c:v>
                </c:pt>
                <c:pt idx="12574">
                  <c:v>99.98</c:v>
                </c:pt>
                <c:pt idx="12575">
                  <c:v>68.989999999999995</c:v>
                </c:pt>
                <c:pt idx="12576">
                  <c:v>89.98</c:v>
                </c:pt>
                <c:pt idx="12577">
                  <c:v>338.56</c:v>
                </c:pt>
                <c:pt idx="12578">
                  <c:v>338.56</c:v>
                </c:pt>
                <c:pt idx="12579">
                  <c:v>338.56</c:v>
                </c:pt>
                <c:pt idx="12580">
                  <c:v>338.56</c:v>
                </c:pt>
                <c:pt idx="12581">
                  <c:v>314.36</c:v>
                </c:pt>
                <c:pt idx="12582">
                  <c:v>338.56</c:v>
                </c:pt>
                <c:pt idx="12583">
                  <c:v>338.56</c:v>
                </c:pt>
                <c:pt idx="12584">
                  <c:v>314.36</c:v>
                </c:pt>
                <c:pt idx="12585">
                  <c:v>120.95</c:v>
                </c:pt>
                <c:pt idx="12586">
                  <c:v>344.6</c:v>
                </c:pt>
                <c:pt idx="12587">
                  <c:v>314.36</c:v>
                </c:pt>
                <c:pt idx="12588">
                  <c:v>314.36</c:v>
                </c:pt>
                <c:pt idx="12589">
                  <c:v>124.95</c:v>
                </c:pt>
                <c:pt idx="12590">
                  <c:v>84.99</c:v>
                </c:pt>
                <c:pt idx="12591">
                  <c:v>59.98</c:v>
                </c:pt>
                <c:pt idx="12592">
                  <c:v>179.94</c:v>
                </c:pt>
                <c:pt idx="12593">
                  <c:v>54.63</c:v>
                </c:pt>
                <c:pt idx="12594">
                  <c:v>231.89</c:v>
                </c:pt>
                <c:pt idx="12595">
                  <c:v>200.42</c:v>
                </c:pt>
                <c:pt idx="12596">
                  <c:v>89.97</c:v>
                </c:pt>
                <c:pt idx="12597">
                  <c:v>200.56</c:v>
                </c:pt>
                <c:pt idx="12598">
                  <c:v>121.97</c:v>
                </c:pt>
                <c:pt idx="12599">
                  <c:v>114.97</c:v>
                </c:pt>
                <c:pt idx="12600">
                  <c:v>209.93</c:v>
                </c:pt>
                <c:pt idx="12601">
                  <c:v>229.92</c:v>
                </c:pt>
                <c:pt idx="12602">
                  <c:v>269.91000000000003</c:v>
                </c:pt>
                <c:pt idx="12603">
                  <c:v>209.93</c:v>
                </c:pt>
                <c:pt idx="12604">
                  <c:v>119.96</c:v>
                </c:pt>
                <c:pt idx="12605">
                  <c:v>207.44</c:v>
                </c:pt>
                <c:pt idx="12606">
                  <c:v>199.92</c:v>
                </c:pt>
                <c:pt idx="12607">
                  <c:v>289.91000000000003</c:v>
                </c:pt>
                <c:pt idx="12608">
                  <c:v>172.97</c:v>
                </c:pt>
                <c:pt idx="12609">
                  <c:v>197.97</c:v>
                </c:pt>
                <c:pt idx="12610">
                  <c:v>254.97</c:v>
                </c:pt>
                <c:pt idx="12611">
                  <c:v>197.97</c:v>
                </c:pt>
                <c:pt idx="12612">
                  <c:v>169.98</c:v>
                </c:pt>
                <c:pt idx="12613">
                  <c:v>84.99</c:v>
                </c:pt>
                <c:pt idx="12614">
                  <c:v>197.97</c:v>
                </c:pt>
                <c:pt idx="12615">
                  <c:v>229.97</c:v>
                </c:pt>
                <c:pt idx="12616">
                  <c:v>169.98</c:v>
                </c:pt>
                <c:pt idx="12617">
                  <c:v>-84.99</c:v>
                </c:pt>
                <c:pt idx="12618">
                  <c:v>254.97</c:v>
                </c:pt>
                <c:pt idx="12619">
                  <c:v>169.98</c:v>
                </c:pt>
                <c:pt idx="12620">
                  <c:v>169.98</c:v>
                </c:pt>
                <c:pt idx="12621">
                  <c:v>169.98</c:v>
                </c:pt>
                <c:pt idx="12622">
                  <c:v>172.97</c:v>
                </c:pt>
                <c:pt idx="12623">
                  <c:v>197.97</c:v>
                </c:pt>
                <c:pt idx="12624">
                  <c:v>254.97</c:v>
                </c:pt>
                <c:pt idx="12625">
                  <c:v>254.97</c:v>
                </c:pt>
                <c:pt idx="12626">
                  <c:v>169.98</c:v>
                </c:pt>
                <c:pt idx="12627">
                  <c:v>254.97</c:v>
                </c:pt>
                <c:pt idx="12628">
                  <c:v>254.97</c:v>
                </c:pt>
                <c:pt idx="12629">
                  <c:v>339.96</c:v>
                </c:pt>
                <c:pt idx="12630">
                  <c:v>223.56</c:v>
                </c:pt>
                <c:pt idx="12631">
                  <c:v>52.55</c:v>
                </c:pt>
                <c:pt idx="12632">
                  <c:v>319.39</c:v>
                </c:pt>
                <c:pt idx="12633">
                  <c:v>199.78</c:v>
                </c:pt>
                <c:pt idx="12634">
                  <c:v>360.51</c:v>
                </c:pt>
                <c:pt idx="12635">
                  <c:v>159.69999999999999</c:v>
                </c:pt>
                <c:pt idx="12636">
                  <c:v>239.54</c:v>
                </c:pt>
                <c:pt idx="12637">
                  <c:v>158.1</c:v>
                </c:pt>
                <c:pt idx="12638">
                  <c:v>232.25</c:v>
                </c:pt>
                <c:pt idx="12639">
                  <c:v>154.97999999999999</c:v>
                </c:pt>
                <c:pt idx="12640">
                  <c:v>218.94</c:v>
                </c:pt>
                <c:pt idx="12641">
                  <c:v>159.69999999999999</c:v>
                </c:pt>
                <c:pt idx="12642">
                  <c:v>239.54</c:v>
                </c:pt>
                <c:pt idx="12643">
                  <c:v>169.98</c:v>
                </c:pt>
                <c:pt idx="12644">
                  <c:v>169.98</c:v>
                </c:pt>
                <c:pt idx="12645">
                  <c:v>169.98</c:v>
                </c:pt>
                <c:pt idx="12646">
                  <c:v>197.97</c:v>
                </c:pt>
                <c:pt idx="12647">
                  <c:v>169.98</c:v>
                </c:pt>
                <c:pt idx="12648">
                  <c:v>169.98</c:v>
                </c:pt>
                <c:pt idx="12649">
                  <c:v>169.98</c:v>
                </c:pt>
                <c:pt idx="12650">
                  <c:v>254.97</c:v>
                </c:pt>
                <c:pt idx="12651">
                  <c:v>131.97999999999999</c:v>
                </c:pt>
                <c:pt idx="12652">
                  <c:v>169.98</c:v>
                </c:pt>
                <c:pt idx="12653">
                  <c:v>84.99</c:v>
                </c:pt>
                <c:pt idx="12654">
                  <c:v>169.98</c:v>
                </c:pt>
                <c:pt idx="12655">
                  <c:v>129.97</c:v>
                </c:pt>
                <c:pt idx="12656">
                  <c:v>59.98</c:v>
                </c:pt>
                <c:pt idx="12657">
                  <c:v>123.97</c:v>
                </c:pt>
                <c:pt idx="12658">
                  <c:v>84.97</c:v>
                </c:pt>
                <c:pt idx="12659">
                  <c:v>130.96</c:v>
                </c:pt>
                <c:pt idx="12660">
                  <c:v>59.98</c:v>
                </c:pt>
                <c:pt idx="12661">
                  <c:v>65.989999999999995</c:v>
                </c:pt>
                <c:pt idx="12662">
                  <c:v>89.97</c:v>
                </c:pt>
                <c:pt idx="12663">
                  <c:v>152.46</c:v>
                </c:pt>
                <c:pt idx="12664">
                  <c:v>85.77</c:v>
                </c:pt>
                <c:pt idx="12665">
                  <c:v>114.31</c:v>
                </c:pt>
                <c:pt idx="12666">
                  <c:v>192.95</c:v>
                </c:pt>
                <c:pt idx="12667">
                  <c:v>65.989999999999995</c:v>
                </c:pt>
                <c:pt idx="12668">
                  <c:v>89.97</c:v>
                </c:pt>
                <c:pt idx="12669">
                  <c:v>59.98</c:v>
                </c:pt>
                <c:pt idx="12670">
                  <c:v>124.95</c:v>
                </c:pt>
                <c:pt idx="12671">
                  <c:v>89.97</c:v>
                </c:pt>
                <c:pt idx="12672">
                  <c:v>146.97</c:v>
                </c:pt>
                <c:pt idx="12673">
                  <c:v>58.31</c:v>
                </c:pt>
                <c:pt idx="12674">
                  <c:v>89.97</c:v>
                </c:pt>
                <c:pt idx="12675">
                  <c:v>61.97</c:v>
                </c:pt>
                <c:pt idx="12676">
                  <c:v>50.33</c:v>
                </c:pt>
                <c:pt idx="12677">
                  <c:v>69.98</c:v>
                </c:pt>
                <c:pt idx="12678">
                  <c:v>83.96</c:v>
                </c:pt>
                <c:pt idx="12679">
                  <c:v>88.97</c:v>
                </c:pt>
                <c:pt idx="12680">
                  <c:v>190.96</c:v>
                </c:pt>
                <c:pt idx="12681">
                  <c:v>159.96</c:v>
                </c:pt>
                <c:pt idx="12682">
                  <c:v>97.96</c:v>
                </c:pt>
                <c:pt idx="12683">
                  <c:v>135.97</c:v>
                </c:pt>
                <c:pt idx="12684">
                  <c:v>103.97</c:v>
                </c:pt>
                <c:pt idx="12685">
                  <c:v>159.96</c:v>
                </c:pt>
                <c:pt idx="12686">
                  <c:v>87.96</c:v>
                </c:pt>
                <c:pt idx="12687">
                  <c:v>159.96</c:v>
                </c:pt>
                <c:pt idx="12688">
                  <c:v>103.97</c:v>
                </c:pt>
                <c:pt idx="12689">
                  <c:v>88.97</c:v>
                </c:pt>
                <c:pt idx="12690">
                  <c:v>103.97</c:v>
                </c:pt>
                <c:pt idx="12691">
                  <c:v>65.989999999999995</c:v>
                </c:pt>
                <c:pt idx="12692">
                  <c:v>73.97</c:v>
                </c:pt>
                <c:pt idx="12693">
                  <c:v>103.97</c:v>
                </c:pt>
                <c:pt idx="12694">
                  <c:v>103.97</c:v>
                </c:pt>
                <c:pt idx="12695">
                  <c:v>73.97</c:v>
                </c:pt>
                <c:pt idx="12696">
                  <c:v>103.97</c:v>
                </c:pt>
                <c:pt idx="12697">
                  <c:v>159.96</c:v>
                </c:pt>
                <c:pt idx="12698">
                  <c:v>117.96</c:v>
                </c:pt>
                <c:pt idx="12699">
                  <c:v>190.96</c:v>
                </c:pt>
                <c:pt idx="12700">
                  <c:v>117.96</c:v>
                </c:pt>
                <c:pt idx="12701">
                  <c:v>147.96</c:v>
                </c:pt>
                <c:pt idx="12702">
                  <c:v>103.97</c:v>
                </c:pt>
                <c:pt idx="12703">
                  <c:v>159.96</c:v>
                </c:pt>
                <c:pt idx="12704">
                  <c:v>127.96</c:v>
                </c:pt>
                <c:pt idx="12705">
                  <c:v>88.97</c:v>
                </c:pt>
                <c:pt idx="12706">
                  <c:v>117.96</c:v>
                </c:pt>
                <c:pt idx="12707">
                  <c:v>89.45</c:v>
                </c:pt>
                <c:pt idx="12708">
                  <c:v>117.96</c:v>
                </c:pt>
                <c:pt idx="12709">
                  <c:v>103.97</c:v>
                </c:pt>
                <c:pt idx="12710">
                  <c:v>168.28</c:v>
                </c:pt>
                <c:pt idx="12711">
                  <c:v>168.13</c:v>
                </c:pt>
                <c:pt idx="12712">
                  <c:v>88.85</c:v>
                </c:pt>
                <c:pt idx="12713">
                  <c:v>164.93</c:v>
                </c:pt>
                <c:pt idx="12714">
                  <c:v>168.28</c:v>
                </c:pt>
                <c:pt idx="12715">
                  <c:v>168.28</c:v>
                </c:pt>
                <c:pt idx="12716">
                  <c:v>169.98</c:v>
                </c:pt>
                <c:pt idx="12717">
                  <c:v>166.58</c:v>
                </c:pt>
                <c:pt idx="12718">
                  <c:v>141.97999999999999</c:v>
                </c:pt>
                <c:pt idx="12719">
                  <c:v>295.95999999999998</c:v>
                </c:pt>
                <c:pt idx="12720">
                  <c:v>504.9</c:v>
                </c:pt>
                <c:pt idx="12721">
                  <c:v>169.98</c:v>
                </c:pt>
                <c:pt idx="12722">
                  <c:v>163.38999999999999</c:v>
                </c:pt>
                <c:pt idx="12723">
                  <c:v>131.97999999999999</c:v>
                </c:pt>
                <c:pt idx="12724">
                  <c:v>169.98</c:v>
                </c:pt>
                <c:pt idx="12725">
                  <c:v>169.98</c:v>
                </c:pt>
                <c:pt idx="12726">
                  <c:v>169.98</c:v>
                </c:pt>
                <c:pt idx="12727">
                  <c:v>159.46</c:v>
                </c:pt>
                <c:pt idx="12728">
                  <c:v>168.28</c:v>
                </c:pt>
                <c:pt idx="12729">
                  <c:v>163.46</c:v>
                </c:pt>
                <c:pt idx="12730">
                  <c:v>84.99</c:v>
                </c:pt>
                <c:pt idx="12731">
                  <c:v>169.98</c:v>
                </c:pt>
                <c:pt idx="12732">
                  <c:v>199.37</c:v>
                </c:pt>
                <c:pt idx="12733">
                  <c:v>189.97</c:v>
                </c:pt>
                <c:pt idx="12734">
                  <c:v>169.98</c:v>
                </c:pt>
                <c:pt idx="12735">
                  <c:v>203.12</c:v>
                </c:pt>
                <c:pt idx="12736">
                  <c:v>178.96</c:v>
                </c:pt>
                <c:pt idx="12737">
                  <c:v>193.96</c:v>
                </c:pt>
                <c:pt idx="12738">
                  <c:v>134.97999999999999</c:v>
                </c:pt>
                <c:pt idx="12739">
                  <c:v>81.87</c:v>
                </c:pt>
                <c:pt idx="12740">
                  <c:v>146.25</c:v>
                </c:pt>
                <c:pt idx="12741">
                  <c:v>179.95</c:v>
                </c:pt>
                <c:pt idx="12742">
                  <c:v>80.08</c:v>
                </c:pt>
                <c:pt idx="12743">
                  <c:v>102.97</c:v>
                </c:pt>
                <c:pt idx="12744">
                  <c:v>134.97999999999999</c:v>
                </c:pt>
                <c:pt idx="12745">
                  <c:v>178.96</c:v>
                </c:pt>
                <c:pt idx="12746">
                  <c:v>99.98</c:v>
                </c:pt>
                <c:pt idx="12747">
                  <c:v>99.95</c:v>
                </c:pt>
                <c:pt idx="12748">
                  <c:v>236.5</c:v>
                </c:pt>
                <c:pt idx="12749">
                  <c:v>228.63</c:v>
                </c:pt>
                <c:pt idx="12750">
                  <c:v>254.97</c:v>
                </c:pt>
                <c:pt idx="12751">
                  <c:v>215.36</c:v>
                </c:pt>
                <c:pt idx="12752">
                  <c:v>290.44</c:v>
                </c:pt>
                <c:pt idx="12753">
                  <c:v>408.92</c:v>
                </c:pt>
                <c:pt idx="12754">
                  <c:v>195.97</c:v>
                </c:pt>
                <c:pt idx="12755">
                  <c:v>172.17</c:v>
                </c:pt>
                <c:pt idx="12756">
                  <c:v>208.08</c:v>
                </c:pt>
                <c:pt idx="12757">
                  <c:v>159.69999999999999</c:v>
                </c:pt>
                <c:pt idx="12758">
                  <c:v>237.37</c:v>
                </c:pt>
                <c:pt idx="12759">
                  <c:v>442.07</c:v>
                </c:pt>
                <c:pt idx="12760">
                  <c:v>53.97</c:v>
                </c:pt>
                <c:pt idx="12761">
                  <c:v>121.98</c:v>
                </c:pt>
                <c:pt idx="12762">
                  <c:v>131.97</c:v>
                </c:pt>
                <c:pt idx="12763">
                  <c:v>131.97999999999999</c:v>
                </c:pt>
                <c:pt idx="12764">
                  <c:v>131.97999999999999</c:v>
                </c:pt>
                <c:pt idx="12765">
                  <c:v>117.85</c:v>
                </c:pt>
                <c:pt idx="12766">
                  <c:v>131.97999999999999</c:v>
                </c:pt>
                <c:pt idx="12767">
                  <c:v>131.97999999999999</c:v>
                </c:pt>
                <c:pt idx="12768">
                  <c:v>82.97</c:v>
                </c:pt>
                <c:pt idx="12769">
                  <c:v>169.98</c:v>
                </c:pt>
                <c:pt idx="12770">
                  <c:v>296.93</c:v>
                </c:pt>
                <c:pt idx="12771">
                  <c:v>131.97999999999999</c:v>
                </c:pt>
                <c:pt idx="12772">
                  <c:v>131.97999999999999</c:v>
                </c:pt>
                <c:pt idx="12773">
                  <c:v>339.96</c:v>
                </c:pt>
                <c:pt idx="12774">
                  <c:v>339.96</c:v>
                </c:pt>
                <c:pt idx="12775">
                  <c:v>139.9</c:v>
                </c:pt>
                <c:pt idx="12776">
                  <c:v>144.41999999999999</c:v>
                </c:pt>
                <c:pt idx="12777">
                  <c:v>169.98</c:v>
                </c:pt>
                <c:pt idx="12778">
                  <c:v>164.88</c:v>
                </c:pt>
                <c:pt idx="12779">
                  <c:v>339.96</c:v>
                </c:pt>
                <c:pt idx="12780">
                  <c:v>263.95999999999998</c:v>
                </c:pt>
                <c:pt idx="12781">
                  <c:v>159.97999999999999</c:v>
                </c:pt>
                <c:pt idx="12782">
                  <c:v>169.98</c:v>
                </c:pt>
                <c:pt idx="12783">
                  <c:v>339.96</c:v>
                </c:pt>
                <c:pt idx="12784">
                  <c:v>263.95999999999998</c:v>
                </c:pt>
                <c:pt idx="12785">
                  <c:v>169.98</c:v>
                </c:pt>
                <c:pt idx="12786">
                  <c:v>169.98</c:v>
                </c:pt>
                <c:pt idx="12787">
                  <c:v>339.96</c:v>
                </c:pt>
                <c:pt idx="12788">
                  <c:v>169.98</c:v>
                </c:pt>
                <c:pt idx="12789">
                  <c:v>121.98</c:v>
                </c:pt>
                <c:pt idx="12790">
                  <c:v>128.47999999999999</c:v>
                </c:pt>
                <c:pt idx="12791">
                  <c:v>136.46</c:v>
                </c:pt>
                <c:pt idx="12792">
                  <c:v>72.540000000000006</c:v>
                </c:pt>
                <c:pt idx="12793">
                  <c:v>49.59</c:v>
                </c:pt>
                <c:pt idx="12794">
                  <c:v>77.42</c:v>
                </c:pt>
                <c:pt idx="12795">
                  <c:v>84.66</c:v>
                </c:pt>
                <c:pt idx="12796">
                  <c:v>43.54</c:v>
                </c:pt>
                <c:pt idx="12797">
                  <c:v>71.37</c:v>
                </c:pt>
                <c:pt idx="12798">
                  <c:v>145.16</c:v>
                </c:pt>
                <c:pt idx="12799">
                  <c:v>54.94</c:v>
                </c:pt>
                <c:pt idx="12800">
                  <c:v>136.69</c:v>
                </c:pt>
                <c:pt idx="12801">
                  <c:v>102.83</c:v>
                </c:pt>
                <c:pt idx="12802">
                  <c:v>125.8</c:v>
                </c:pt>
                <c:pt idx="12803">
                  <c:v>108.88</c:v>
                </c:pt>
                <c:pt idx="12804">
                  <c:v>45.26</c:v>
                </c:pt>
                <c:pt idx="12805">
                  <c:v>125.8</c:v>
                </c:pt>
                <c:pt idx="12806">
                  <c:v>129.43</c:v>
                </c:pt>
                <c:pt idx="12807">
                  <c:v>-125.8</c:v>
                </c:pt>
                <c:pt idx="12808">
                  <c:v>79.849999999999994</c:v>
                </c:pt>
                <c:pt idx="12809">
                  <c:v>72.58</c:v>
                </c:pt>
                <c:pt idx="12810">
                  <c:v>79.849999999999994</c:v>
                </c:pt>
                <c:pt idx="12811">
                  <c:v>55.65</c:v>
                </c:pt>
                <c:pt idx="12812">
                  <c:v>96.78</c:v>
                </c:pt>
                <c:pt idx="12813">
                  <c:v>71.349999999999994</c:v>
                </c:pt>
                <c:pt idx="12814">
                  <c:v>104.63</c:v>
                </c:pt>
                <c:pt idx="12815">
                  <c:v>111.91</c:v>
                </c:pt>
                <c:pt idx="12816">
                  <c:v>66.53</c:v>
                </c:pt>
                <c:pt idx="12817">
                  <c:v>99.98</c:v>
                </c:pt>
                <c:pt idx="12818">
                  <c:v>114.97</c:v>
                </c:pt>
                <c:pt idx="12819">
                  <c:v>138.05000000000001</c:v>
                </c:pt>
                <c:pt idx="12820">
                  <c:v>83.97</c:v>
                </c:pt>
                <c:pt idx="12821">
                  <c:v>108.96</c:v>
                </c:pt>
                <c:pt idx="12822">
                  <c:v>111.96</c:v>
                </c:pt>
                <c:pt idx="12823">
                  <c:v>54.99</c:v>
                </c:pt>
                <c:pt idx="12824">
                  <c:v>114.95</c:v>
                </c:pt>
                <c:pt idx="12825">
                  <c:v>144.94999999999999</c:v>
                </c:pt>
                <c:pt idx="12826">
                  <c:v>111.96</c:v>
                </c:pt>
                <c:pt idx="12827">
                  <c:v>83.97</c:v>
                </c:pt>
                <c:pt idx="12828">
                  <c:v>147.49</c:v>
                </c:pt>
                <c:pt idx="12829">
                  <c:v>84.97</c:v>
                </c:pt>
                <c:pt idx="12830">
                  <c:v>139.94999999999999</c:v>
                </c:pt>
                <c:pt idx="12831">
                  <c:v>114.97</c:v>
                </c:pt>
                <c:pt idx="12832">
                  <c:v>139.94999999999999</c:v>
                </c:pt>
                <c:pt idx="12833">
                  <c:v>117.96</c:v>
                </c:pt>
                <c:pt idx="12834">
                  <c:v>139.97999999999999</c:v>
                </c:pt>
                <c:pt idx="12835">
                  <c:v>114.97</c:v>
                </c:pt>
                <c:pt idx="12836">
                  <c:v>-27.99</c:v>
                </c:pt>
                <c:pt idx="12837">
                  <c:v>104.97</c:v>
                </c:pt>
                <c:pt idx="12838">
                  <c:v>111.96</c:v>
                </c:pt>
                <c:pt idx="12839">
                  <c:v>84.99</c:v>
                </c:pt>
                <c:pt idx="12840">
                  <c:v>83.97</c:v>
                </c:pt>
                <c:pt idx="12841">
                  <c:v>88.87</c:v>
                </c:pt>
                <c:pt idx="12842">
                  <c:v>84.99</c:v>
                </c:pt>
                <c:pt idx="12843">
                  <c:v>99.98</c:v>
                </c:pt>
                <c:pt idx="12844">
                  <c:v>129.96</c:v>
                </c:pt>
                <c:pt idx="12845">
                  <c:v>99.96</c:v>
                </c:pt>
                <c:pt idx="12846">
                  <c:v>68.989999999999995</c:v>
                </c:pt>
                <c:pt idx="12847">
                  <c:v>159.94</c:v>
                </c:pt>
                <c:pt idx="12848">
                  <c:v>184.95</c:v>
                </c:pt>
                <c:pt idx="12849">
                  <c:v>111.96</c:v>
                </c:pt>
                <c:pt idx="12850">
                  <c:v>129.96</c:v>
                </c:pt>
                <c:pt idx="12851">
                  <c:v>114.97</c:v>
                </c:pt>
                <c:pt idx="12852">
                  <c:v>201.97</c:v>
                </c:pt>
                <c:pt idx="12853">
                  <c:v>141.16</c:v>
                </c:pt>
                <c:pt idx="12854">
                  <c:v>124.78</c:v>
                </c:pt>
                <c:pt idx="12855">
                  <c:v>84.99</c:v>
                </c:pt>
                <c:pt idx="12856">
                  <c:v>161.96</c:v>
                </c:pt>
                <c:pt idx="12857">
                  <c:v>146.97</c:v>
                </c:pt>
                <c:pt idx="12858">
                  <c:v>146.97</c:v>
                </c:pt>
                <c:pt idx="12859">
                  <c:v>227.95</c:v>
                </c:pt>
                <c:pt idx="12860">
                  <c:v>137.72</c:v>
                </c:pt>
                <c:pt idx="12861">
                  <c:v>194.45</c:v>
                </c:pt>
                <c:pt idx="12862">
                  <c:v>146.97</c:v>
                </c:pt>
                <c:pt idx="12863">
                  <c:v>169.98</c:v>
                </c:pt>
                <c:pt idx="12864">
                  <c:v>169.98</c:v>
                </c:pt>
                <c:pt idx="12865">
                  <c:v>131.97999999999999</c:v>
                </c:pt>
                <c:pt idx="12866">
                  <c:v>148.47</c:v>
                </c:pt>
                <c:pt idx="12867">
                  <c:v>146.97</c:v>
                </c:pt>
                <c:pt idx="12868">
                  <c:v>154.19</c:v>
                </c:pt>
                <c:pt idx="12869">
                  <c:v>136.97</c:v>
                </c:pt>
                <c:pt idx="12870">
                  <c:v>133.97</c:v>
                </c:pt>
                <c:pt idx="12871">
                  <c:v>131.97999999999999</c:v>
                </c:pt>
                <c:pt idx="12872">
                  <c:v>143.97</c:v>
                </c:pt>
                <c:pt idx="12873">
                  <c:v>153.96</c:v>
                </c:pt>
                <c:pt idx="12874">
                  <c:v>159.97999999999999</c:v>
                </c:pt>
                <c:pt idx="12875">
                  <c:v>121.98</c:v>
                </c:pt>
                <c:pt idx="12876">
                  <c:v>159.97999999999999</c:v>
                </c:pt>
                <c:pt idx="12877">
                  <c:v>149.13</c:v>
                </c:pt>
                <c:pt idx="12878">
                  <c:v>121.98</c:v>
                </c:pt>
                <c:pt idx="12879">
                  <c:v>159.97999999999999</c:v>
                </c:pt>
                <c:pt idx="12880">
                  <c:v>159.38</c:v>
                </c:pt>
                <c:pt idx="12881">
                  <c:v>121.98</c:v>
                </c:pt>
                <c:pt idx="12882">
                  <c:v>153.53</c:v>
                </c:pt>
                <c:pt idx="12883">
                  <c:v>121.98</c:v>
                </c:pt>
                <c:pt idx="12884">
                  <c:v>159.97999999999999</c:v>
                </c:pt>
                <c:pt idx="12885">
                  <c:v>159.97999999999999</c:v>
                </c:pt>
                <c:pt idx="12886">
                  <c:v>159.97999999999999</c:v>
                </c:pt>
                <c:pt idx="12887">
                  <c:v>121.97</c:v>
                </c:pt>
                <c:pt idx="12888">
                  <c:v>159.97999999999999</c:v>
                </c:pt>
                <c:pt idx="12889">
                  <c:v>159.97999999999999</c:v>
                </c:pt>
                <c:pt idx="12890">
                  <c:v>121.98</c:v>
                </c:pt>
                <c:pt idx="12891">
                  <c:v>159.97999999999999</c:v>
                </c:pt>
                <c:pt idx="12892">
                  <c:v>159.97999999999999</c:v>
                </c:pt>
                <c:pt idx="12893">
                  <c:v>159.97999999999999</c:v>
                </c:pt>
                <c:pt idx="12894">
                  <c:v>121.98</c:v>
                </c:pt>
                <c:pt idx="12895">
                  <c:v>159.97999999999999</c:v>
                </c:pt>
                <c:pt idx="12896">
                  <c:v>239.97</c:v>
                </c:pt>
                <c:pt idx="12897">
                  <c:v>159.97999999999999</c:v>
                </c:pt>
                <c:pt idx="12898">
                  <c:v>76.88</c:v>
                </c:pt>
                <c:pt idx="12899">
                  <c:v>159.97999999999999</c:v>
                </c:pt>
                <c:pt idx="12900">
                  <c:v>149.97</c:v>
                </c:pt>
                <c:pt idx="12901">
                  <c:v>84.99</c:v>
                </c:pt>
                <c:pt idx="12902">
                  <c:v>50.49</c:v>
                </c:pt>
                <c:pt idx="12903">
                  <c:v>65.989999999999995</c:v>
                </c:pt>
                <c:pt idx="12904">
                  <c:v>71.989999999999995</c:v>
                </c:pt>
                <c:pt idx="12905">
                  <c:v>54.76</c:v>
                </c:pt>
                <c:pt idx="12906">
                  <c:v>65.989999999999995</c:v>
                </c:pt>
                <c:pt idx="12907">
                  <c:v>84.99</c:v>
                </c:pt>
                <c:pt idx="12908">
                  <c:v>94.98</c:v>
                </c:pt>
                <c:pt idx="12909">
                  <c:v>99.98</c:v>
                </c:pt>
                <c:pt idx="12910">
                  <c:v>225.84</c:v>
                </c:pt>
                <c:pt idx="12911">
                  <c:v>120.98</c:v>
                </c:pt>
                <c:pt idx="12912">
                  <c:v>389.34</c:v>
                </c:pt>
                <c:pt idx="12913">
                  <c:v>263.95999999999998</c:v>
                </c:pt>
                <c:pt idx="12914">
                  <c:v>64.069999999999993</c:v>
                </c:pt>
                <c:pt idx="12915">
                  <c:v>67.97</c:v>
                </c:pt>
                <c:pt idx="12916">
                  <c:v>195.98</c:v>
                </c:pt>
                <c:pt idx="12917">
                  <c:v>62.47</c:v>
                </c:pt>
                <c:pt idx="12918">
                  <c:v>395.94</c:v>
                </c:pt>
                <c:pt idx="12919">
                  <c:v>258.68</c:v>
                </c:pt>
                <c:pt idx="12920">
                  <c:v>322.87</c:v>
                </c:pt>
                <c:pt idx="12921">
                  <c:v>127.42</c:v>
                </c:pt>
                <c:pt idx="12922">
                  <c:v>84.07</c:v>
                </c:pt>
                <c:pt idx="12923">
                  <c:v>254.97</c:v>
                </c:pt>
                <c:pt idx="12924">
                  <c:v>254.97</c:v>
                </c:pt>
                <c:pt idx="12925">
                  <c:v>164.26</c:v>
                </c:pt>
                <c:pt idx="12926">
                  <c:v>132.61000000000001</c:v>
                </c:pt>
                <c:pt idx="12927">
                  <c:v>443.66</c:v>
                </c:pt>
                <c:pt idx="12928">
                  <c:v>372.55</c:v>
                </c:pt>
                <c:pt idx="12929">
                  <c:v>238.96</c:v>
                </c:pt>
                <c:pt idx="12930">
                  <c:v>84.99</c:v>
                </c:pt>
                <c:pt idx="12931">
                  <c:v>509.94</c:v>
                </c:pt>
                <c:pt idx="12932">
                  <c:v>424.95</c:v>
                </c:pt>
                <c:pt idx="12933">
                  <c:v>509.94</c:v>
                </c:pt>
                <c:pt idx="12934">
                  <c:v>130.97</c:v>
                </c:pt>
                <c:pt idx="12935">
                  <c:v>99</c:v>
                </c:pt>
                <c:pt idx="12936">
                  <c:v>100.98</c:v>
                </c:pt>
                <c:pt idx="12937">
                  <c:v>113.82</c:v>
                </c:pt>
                <c:pt idx="12938">
                  <c:v>71.37</c:v>
                </c:pt>
                <c:pt idx="12939">
                  <c:v>176.78</c:v>
                </c:pt>
                <c:pt idx="12940">
                  <c:v>161.97</c:v>
                </c:pt>
                <c:pt idx="12941">
                  <c:v>142.76</c:v>
                </c:pt>
                <c:pt idx="12942">
                  <c:v>120.73</c:v>
                </c:pt>
                <c:pt idx="12943">
                  <c:v>82.89</c:v>
                </c:pt>
                <c:pt idx="12944">
                  <c:v>58.43</c:v>
                </c:pt>
                <c:pt idx="12945">
                  <c:v>60.99</c:v>
                </c:pt>
                <c:pt idx="12946">
                  <c:v>124.12</c:v>
                </c:pt>
                <c:pt idx="12947">
                  <c:v>75.2</c:v>
                </c:pt>
                <c:pt idx="12948">
                  <c:v>139.01</c:v>
                </c:pt>
                <c:pt idx="12949">
                  <c:v>60.99</c:v>
                </c:pt>
                <c:pt idx="12950">
                  <c:v>139.53</c:v>
                </c:pt>
                <c:pt idx="12951">
                  <c:v>147.22999999999999</c:v>
                </c:pt>
                <c:pt idx="12952">
                  <c:v>116.97</c:v>
                </c:pt>
                <c:pt idx="12953">
                  <c:v>53.98</c:v>
                </c:pt>
                <c:pt idx="12954">
                  <c:v>53.21</c:v>
                </c:pt>
                <c:pt idx="12955">
                  <c:v>226.95</c:v>
                </c:pt>
                <c:pt idx="12956">
                  <c:v>171.25</c:v>
                </c:pt>
                <c:pt idx="12957">
                  <c:v>71.44</c:v>
                </c:pt>
                <c:pt idx="12958">
                  <c:v>142.55000000000001</c:v>
                </c:pt>
                <c:pt idx="12959">
                  <c:v>300.36</c:v>
                </c:pt>
                <c:pt idx="12960">
                  <c:v>254.97</c:v>
                </c:pt>
                <c:pt idx="12961">
                  <c:v>284.61</c:v>
                </c:pt>
                <c:pt idx="12962">
                  <c:v>206.97</c:v>
                </c:pt>
                <c:pt idx="12963">
                  <c:v>312.95999999999998</c:v>
                </c:pt>
                <c:pt idx="12964">
                  <c:v>229.97</c:v>
                </c:pt>
                <c:pt idx="12965">
                  <c:v>75.959999999999994</c:v>
                </c:pt>
                <c:pt idx="12966">
                  <c:v>274.94</c:v>
                </c:pt>
                <c:pt idx="12967">
                  <c:v>197.97</c:v>
                </c:pt>
                <c:pt idx="12968">
                  <c:v>304.95999999999998</c:v>
                </c:pt>
                <c:pt idx="12969">
                  <c:v>197.97</c:v>
                </c:pt>
                <c:pt idx="12970">
                  <c:v>329.95</c:v>
                </c:pt>
                <c:pt idx="12971">
                  <c:v>181.96</c:v>
                </c:pt>
                <c:pt idx="12972">
                  <c:v>98.98</c:v>
                </c:pt>
                <c:pt idx="12973">
                  <c:v>183.95</c:v>
                </c:pt>
                <c:pt idx="12974">
                  <c:v>53.98</c:v>
                </c:pt>
                <c:pt idx="12975">
                  <c:v>84.99</c:v>
                </c:pt>
                <c:pt idx="12976">
                  <c:v>184.94</c:v>
                </c:pt>
                <c:pt idx="12977">
                  <c:v>156.5</c:v>
                </c:pt>
                <c:pt idx="12978">
                  <c:v>137.96</c:v>
                </c:pt>
                <c:pt idx="12979">
                  <c:v>163.54</c:v>
                </c:pt>
                <c:pt idx="12980">
                  <c:v>98.98</c:v>
                </c:pt>
                <c:pt idx="12981">
                  <c:v>55.94</c:v>
                </c:pt>
                <c:pt idx="12982">
                  <c:v>169.98</c:v>
                </c:pt>
                <c:pt idx="12983">
                  <c:v>84.99</c:v>
                </c:pt>
                <c:pt idx="12984">
                  <c:v>112.18</c:v>
                </c:pt>
                <c:pt idx="12985">
                  <c:v>169.98</c:v>
                </c:pt>
                <c:pt idx="12986">
                  <c:v>127.31</c:v>
                </c:pt>
                <c:pt idx="12987">
                  <c:v>112.97</c:v>
                </c:pt>
                <c:pt idx="12988">
                  <c:v>130.97999999999999</c:v>
                </c:pt>
                <c:pt idx="12989">
                  <c:v>169.98</c:v>
                </c:pt>
                <c:pt idx="12990">
                  <c:v>198.26</c:v>
                </c:pt>
                <c:pt idx="12991">
                  <c:v>51.96</c:v>
                </c:pt>
                <c:pt idx="12992">
                  <c:v>76.959999999999994</c:v>
                </c:pt>
                <c:pt idx="12993">
                  <c:v>146.41999999999999</c:v>
                </c:pt>
                <c:pt idx="12994">
                  <c:v>214.61</c:v>
                </c:pt>
                <c:pt idx="12995">
                  <c:v>99.98</c:v>
                </c:pt>
                <c:pt idx="12996">
                  <c:v>65.989999999999995</c:v>
                </c:pt>
                <c:pt idx="12997">
                  <c:v>124.18</c:v>
                </c:pt>
                <c:pt idx="12998">
                  <c:v>167.16</c:v>
                </c:pt>
                <c:pt idx="12999">
                  <c:v>55.96</c:v>
                </c:pt>
                <c:pt idx="13000">
                  <c:v>339.96</c:v>
                </c:pt>
                <c:pt idx="13001">
                  <c:v>169.98</c:v>
                </c:pt>
                <c:pt idx="13002">
                  <c:v>169.98</c:v>
                </c:pt>
                <c:pt idx="13003">
                  <c:v>134.97</c:v>
                </c:pt>
                <c:pt idx="13004">
                  <c:v>-81.59</c:v>
                </c:pt>
                <c:pt idx="13005">
                  <c:v>339.96</c:v>
                </c:pt>
                <c:pt idx="13006">
                  <c:v>326.36</c:v>
                </c:pt>
                <c:pt idx="13007">
                  <c:v>263.95999999999998</c:v>
                </c:pt>
                <c:pt idx="13008">
                  <c:v>130.66</c:v>
                </c:pt>
                <c:pt idx="13009">
                  <c:v>263.95999999999998</c:v>
                </c:pt>
                <c:pt idx="13010">
                  <c:v>339.96</c:v>
                </c:pt>
                <c:pt idx="13011">
                  <c:v>314.95999999999998</c:v>
                </c:pt>
                <c:pt idx="13012">
                  <c:v>339.96</c:v>
                </c:pt>
                <c:pt idx="13013">
                  <c:v>339.96</c:v>
                </c:pt>
                <c:pt idx="13014">
                  <c:v>169.98</c:v>
                </c:pt>
                <c:pt idx="13015">
                  <c:v>339.96</c:v>
                </c:pt>
                <c:pt idx="13016">
                  <c:v>339.96</c:v>
                </c:pt>
                <c:pt idx="13017">
                  <c:v>99.98</c:v>
                </c:pt>
                <c:pt idx="13018">
                  <c:v>44.23</c:v>
                </c:pt>
                <c:pt idx="13019">
                  <c:v>339.96</c:v>
                </c:pt>
                <c:pt idx="13020">
                  <c:v>339.96</c:v>
                </c:pt>
                <c:pt idx="13021">
                  <c:v>263.95999999999998</c:v>
                </c:pt>
                <c:pt idx="13022">
                  <c:v>263.95999999999998</c:v>
                </c:pt>
                <c:pt idx="13023">
                  <c:v>314.95999999999998</c:v>
                </c:pt>
                <c:pt idx="13024">
                  <c:v>85.98</c:v>
                </c:pt>
                <c:pt idx="13025">
                  <c:v>84.98</c:v>
                </c:pt>
                <c:pt idx="13026">
                  <c:v>68.989999999999995</c:v>
                </c:pt>
                <c:pt idx="13027">
                  <c:v>68.989999999999995</c:v>
                </c:pt>
                <c:pt idx="13028">
                  <c:v>68.989999999999995</c:v>
                </c:pt>
                <c:pt idx="13029">
                  <c:v>69.290000000000006</c:v>
                </c:pt>
                <c:pt idx="13030">
                  <c:v>65.989999999999995</c:v>
                </c:pt>
                <c:pt idx="13031">
                  <c:v>65.989999999999995</c:v>
                </c:pt>
                <c:pt idx="13032">
                  <c:v>68.989999999999995</c:v>
                </c:pt>
                <c:pt idx="13033">
                  <c:v>103.98</c:v>
                </c:pt>
                <c:pt idx="13034">
                  <c:v>68.989999999999995</c:v>
                </c:pt>
                <c:pt idx="13035">
                  <c:v>88.98</c:v>
                </c:pt>
                <c:pt idx="13036">
                  <c:v>68.989999999999995</c:v>
                </c:pt>
                <c:pt idx="13037">
                  <c:v>68.989999999999995</c:v>
                </c:pt>
                <c:pt idx="13038">
                  <c:v>68.989999999999995</c:v>
                </c:pt>
                <c:pt idx="13039">
                  <c:v>69.290000000000006</c:v>
                </c:pt>
                <c:pt idx="13040">
                  <c:v>68.989999999999995</c:v>
                </c:pt>
                <c:pt idx="13041">
                  <c:v>59.99</c:v>
                </c:pt>
                <c:pt idx="13042">
                  <c:v>69.290000000000006</c:v>
                </c:pt>
                <c:pt idx="13043">
                  <c:v>108.98</c:v>
                </c:pt>
                <c:pt idx="13044">
                  <c:v>69.290000000000006</c:v>
                </c:pt>
                <c:pt idx="13045">
                  <c:v>68.989999999999995</c:v>
                </c:pt>
                <c:pt idx="13046">
                  <c:v>82.49</c:v>
                </c:pt>
                <c:pt idx="13047">
                  <c:v>84.99</c:v>
                </c:pt>
                <c:pt idx="13048">
                  <c:v>93.33</c:v>
                </c:pt>
                <c:pt idx="13049">
                  <c:v>49.48</c:v>
                </c:pt>
                <c:pt idx="13050">
                  <c:v>98.13</c:v>
                </c:pt>
                <c:pt idx="13051">
                  <c:v>65.989999999999995</c:v>
                </c:pt>
                <c:pt idx="13052">
                  <c:v>99.98</c:v>
                </c:pt>
                <c:pt idx="13053">
                  <c:v>99.98</c:v>
                </c:pt>
                <c:pt idx="13054">
                  <c:v>94.97</c:v>
                </c:pt>
                <c:pt idx="13055">
                  <c:v>96.26</c:v>
                </c:pt>
                <c:pt idx="13056">
                  <c:v>99.98</c:v>
                </c:pt>
                <c:pt idx="13057">
                  <c:v>99.98</c:v>
                </c:pt>
                <c:pt idx="13058">
                  <c:v>61.3</c:v>
                </c:pt>
                <c:pt idx="13059">
                  <c:v>99.98</c:v>
                </c:pt>
                <c:pt idx="13060">
                  <c:v>54.99</c:v>
                </c:pt>
                <c:pt idx="13061">
                  <c:v>99.98</c:v>
                </c:pt>
                <c:pt idx="13062">
                  <c:v>65.989999999999995</c:v>
                </c:pt>
                <c:pt idx="13063">
                  <c:v>99.98</c:v>
                </c:pt>
                <c:pt idx="13064">
                  <c:v>99.97</c:v>
                </c:pt>
                <c:pt idx="13065">
                  <c:v>99.98</c:v>
                </c:pt>
                <c:pt idx="13066">
                  <c:v>79.66</c:v>
                </c:pt>
                <c:pt idx="13067">
                  <c:v>99.98</c:v>
                </c:pt>
                <c:pt idx="13068">
                  <c:v>160.27000000000001</c:v>
                </c:pt>
                <c:pt idx="13069">
                  <c:v>84.99</c:v>
                </c:pt>
                <c:pt idx="13070">
                  <c:v>215.59</c:v>
                </c:pt>
                <c:pt idx="13071">
                  <c:v>130.66</c:v>
                </c:pt>
                <c:pt idx="13072">
                  <c:v>96.78</c:v>
                </c:pt>
                <c:pt idx="13073">
                  <c:v>108.86</c:v>
                </c:pt>
                <c:pt idx="13074">
                  <c:v>122</c:v>
                </c:pt>
                <c:pt idx="13075">
                  <c:v>208.07</c:v>
                </c:pt>
                <c:pt idx="13076">
                  <c:v>175.41</c:v>
                </c:pt>
                <c:pt idx="13077">
                  <c:v>173.72</c:v>
                </c:pt>
                <c:pt idx="13078">
                  <c:v>149.04</c:v>
                </c:pt>
                <c:pt idx="13079">
                  <c:v>145.15</c:v>
                </c:pt>
                <c:pt idx="13080">
                  <c:v>129.56</c:v>
                </c:pt>
                <c:pt idx="13081">
                  <c:v>170.56</c:v>
                </c:pt>
                <c:pt idx="13082">
                  <c:v>67.98</c:v>
                </c:pt>
                <c:pt idx="13083">
                  <c:v>59.98</c:v>
                </c:pt>
                <c:pt idx="13084">
                  <c:v>59.98</c:v>
                </c:pt>
                <c:pt idx="13085">
                  <c:v>93.97</c:v>
                </c:pt>
                <c:pt idx="13086">
                  <c:v>75.98</c:v>
                </c:pt>
                <c:pt idx="13087">
                  <c:v>123.97</c:v>
                </c:pt>
                <c:pt idx="13088">
                  <c:v>15.29</c:v>
                </c:pt>
                <c:pt idx="13089">
                  <c:v>194.96</c:v>
                </c:pt>
                <c:pt idx="13090">
                  <c:v>93.97</c:v>
                </c:pt>
                <c:pt idx="13091">
                  <c:v>-75.98</c:v>
                </c:pt>
                <c:pt idx="13092">
                  <c:v>123.46</c:v>
                </c:pt>
                <c:pt idx="13093">
                  <c:v>59.98</c:v>
                </c:pt>
                <c:pt idx="13094">
                  <c:v>67.98</c:v>
                </c:pt>
                <c:pt idx="13095">
                  <c:v>61.55</c:v>
                </c:pt>
                <c:pt idx="13096">
                  <c:v>112.97</c:v>
                </c:pt>
                <c:pt idx="13097">
                  <c:v>75.98</c:v>
                </c:pt>
                <c:pt idx="13098">
                  <c:v>139.97999999999999</c:v>
                </c:pt>
                <c:pt idx="13099">
                  <c:v>59.98</c:v>
                </c:pt>
                <c:pt idx="13100">
                  <c:v>134.97999999999999</c:v>
                </c:pt>
                <c:pt idx="13101">
                  <c:v>123.96</c:v>
                </c:pt>
                <c:pt idx="13102">
                  <c:v>59.98</c:v>
                </c:pt>
                <c:pt idx="13103">
                  <c:v>74.97</c:v>
                </c:pt>
                <c:pt idx="13104">
                  <c:v>93.97</c:v>
                </c:pt>
                <c:pt idx="13105">
                  <c:v>227.94</c:v>
                </c:pt>
                <c:pt idx="13106">
                  <c:v>49.99</c:v>
                </c:pt>
                <c:pt idx="13107">
                  <c:v>159.96</c:v>
                </c:pt>
                <c:pt idx="13108">
                  <c:v>134.97999999999999</c:v>
                </c:pt>
                <c:pt idx="13109">
                  <c:v>59.98</c:v>
                </c:pt>
                <c:pt idx="13110">
                  <c:v>44.89</c:v>
                </c:pt>
                <c:pt idx="13111">
                  <c:v>59.98</c:v>
                </c:pt>
                <c:pt idx="13112">
                  <c:v>75.98</c:v>
                </c:pt>
                <c:pt idx="13113">
                  <c:v>144.97</c:v>
                </c:pt>
                <c:pt idx="13114">
                  <c:v>165.95</c:v>
                </c:pt>
                <c:pt idx="13115">
                  <c:v>55.96</c:v>
                </c:pt>
                <c:pt idx="13116">
                  <c:v>114.97</c:v>
                </c:pt>
                <c:pt idx="13117">
                  <c:v>177.94</c:v>
                </c:pt>
                <c:pt idx="13118">
                  <c:v>59.98</c:v>
                </c:pt>
                <c:pt idx="13119">
                  <c:v>59.98</c:v>
                </c:pt>
                <c:pt idx="13120">
                  <c:v>59.98</c:v>
                </c:pt>
                <c:pt idx="13121">
                  <c:v>44.99</c:v>
                </c:pt>
                <c:pt idx="13122">
                  <c:v>59.98</c:v>
                </c:pt>
                <c:pt idx="13123">
                  <c:v>71.989999999999995</c:v>
                </c:pt>
                <c:pt idx="13124">
                  <c:v>84.99</c:v>
                </c:pt>
                <c:pt idx="13125">
                  <c:v>99.98</c:v>
                </c:pt>
                <c:pt idx="13126">
                  <c:v>99.98</c:v>
                </c:pt>
                <c:pt idx="13127">
                  <c:v>59.98</c:v>
                </c:pt>
                <c:pt idx="13128">
                  <c:v>104.98</c:v>
                </c:pt>
                <c:pt idx="13129">
                  <c:v>104.98</c:v>
                </c:pt>
                <c:pt idx="13130">
                  <c:v>139.96</c:v>
                </c:pt>
                <c:pt idx="13131">
                  <c:v>71.989999999999995</c:v>
                </c:pt>
                <c:pt idx="13132">
                  <c:v>109.97</c:v>
                </c:pt>
                <c:pt idx="13133">
                  <c:v>139.96</c:v>
                </c:pt>
                <c:pt idx="13134">
                  <c:v>59.98</c:v>
                </c:pt>
                <c:pt idx="13135">
                  <c:v>64.98</c:v>
                </c:pt>
                <c:pt idx="13136">
                  <c:v>69.98</c:v>
                </c:pt>
                <c:pt idx="13137">
                  <c:v>73.989999999999995</c:v>
                </c:pt>
                <c:pt idx="13138">
                  <c:v>69.98</c:v>
                </c:pt>
                <c:pt idx="13139">
                  <c:v>69.98</c:v>
                </c:pt>
                <c:pt idx="13140">
                  <c:v>99.97</c:v>
                </c:pt>
                <c:pt idx="13141">
                  <c:v>70.78</c:v>
                </c:pt>
                <c:pt idx="13142">
                  <c:v>64.98</c:v>
                </c:pt>
                <c:pt idx="13143">
                  <c:v>70.78</c:v>
                </c:pt>
                <c:pt idx="13144">
                  <c:v>99.97</c:v>
                </c:pt>
                <c:pt idx="13145">
                  <c:v>170.97</c:v>
                </c:pt>
                <c:pt idx="13146">
                  <c:v>84.98</c:v>
                </c:pt>
                <c:pt idx="13147">
                  <c:v>170.97</c:v>
                </c:pt>
                <c:pt idx="13148">
                  <c:v>84.98</c:v>
                </c:pt>
                <c:pt idx="13149">
                  <c:v>169.98</c:v>
                </c:pt>
                <c:pt idx="13150">
                  <c:v>119.97</c:v>
                </c:pt>
                <c:pt idx="13151">
                  <c:v>169.98</c:v>
                </c:pt>
                <c:pt idx="13152">
                  <c:v>144.47999999999999</c:v>
                </c:pt>
                <c:pt idx="13153">
                  <c:v>144.47999999999999</c:v>
                </c:pt>
                <c:pt idx="13154">
                  <c:v>109.97</c:v>
                </c:pt>
                <c:pt idx="13155">
                  <c:v>54.98</c:v>
                </c:pt>
                <c:pt idx="13156">
                  <c:v>119.97</c:v>
                </c:pt>
                <c:pt idx="13157">
                  <c:v>54.98</c:v>
                </c:pt>
                <c:pt idx="13158">
                  <c:v>73.989999999999995</c:v>
                </c:pt>
                <c:pt idx="13159">
                  <c:v>69.98</c:v>
                </c:pt>
                <c:pt idx="13160">
                  <c:v>84.99</c:v>
                </c:pt>
                <c:pt idx="13161">
                  <c:v>81.98</c:v>
                </c:pt>
                <c:pt idx="13162">
                  <c:v>169.96</c:v>
                </c:pt>
                <c:pt idx="13163">
                  <c:v>139.97</c:v>
                </c:pt>
                <c:pt idx="13164">
                  <c:v>169.98</c:v>
                </c:pt>
                <c:pt idx="13165">
                  <c:v>99.98</c:v>
                </c:pt>
                <c:pt idx="13166">
                  <c:v>169.98</c:v>
                </c:pt>
                <c:pt idx="13167">
                  <c:v>79.98</c:v>
                </c:pt>
                <c:pt idx="13168">
                  <c:v>109.97</c:v>
                </c:pt>
                <c:pt idx="13169">
                  <c:v>139.97</c:v>
                </c:pt>
                <c:pt idx="13170">
                  <c:v>243.21</c:v>
                </c:pt>
                <c:pt idx="13171">
                  <c:v>84.99</c:v>
                </c:pt>
                <c:pt idx="13172">
                  <c:v>243.21</c:v>
                </c:pt>
                <c:pt idx="13173">
                  <c:v>91.97</c:v>
                </c:pt>
                <c:pt idx="13174">
                  <c:v>169.96</c:v>
                </c:pt>
                <c:pt idx="13175">
                  <c:v>84.99</c:v>
                </c:pt>
                <c:pt idx="13176">
                  <c:v>84.99</c:v>
                </c:pt>
                <c:pt idx="13177">
                  <c:v>107.97</c:v>
                </c:pt>
                <c:pt idx="13178">
                  <c:v>92.98</c:v>
                </c:pt>
                <c:pt idx="13179">
                  <c:v>110.98</c:v>
                </c:pt>
                <c:pt idx="13180">
                  <c:v>110.98</c:v>
                </c:pt>
                <c:pt idx="13181">
                  <c:v>81.98</c:v>
                </c:pt>
                <c:pt idx="13182">
                  <c:v>107.97</c:v>
                </c:pt>
                <c:pt idx="13183">
                  <c:v>91.97</c:v>
                </c:pt>
                <c:pt idx="13184">
                  <c:v>96.97</c:v>
                </c:pt>
                <c:pt idx="13185">
                  <c:v>84.99</c:v>
                </c:pt>
                <c:pt idx="13186">
                  <c:v>96.97</c:v>
                </c:pt>
                <c:pt idx="13187">
                  <c:v>169.96</c:v>
                </c:pt>
                <c:pt idx="13188">
                  <c:v>169.96</c:v>
                </c:pt>
                <c:pt idx="13189">
                  <c:v>109.97</c:v>
                </c:pt>
                <c:pt idx="13190">
                  <c:v>99.98</c:v>
                </c:pt>
                <c:pt idx="13191">
                  <c:v>79.98</c:v>
                </c:pt>
                <c:pt idx="13192">
                  <c:v>92.98</c:v>
                </c:pt>
                <c:pt idx="13193">
                  <c:v>168.22</c:v>
                </c:pt>
                <c:pt idx="13194">
                  <c:v>252.42</c:v>
                </c:pt>
                <c:pt idx="13195">
                  <c:v>194.92</c:v>
                </c:pt>
                <c:pt idx="13196">
                  <c:v>228.27</c:v>
                </c:pt>
                <c:pt idx="13197">
                  <c:v>254.97</c:v>
                </c:pt>
                <c:pt idx="13198">
                  <c:v>89.41</c:v>
                </c:pt>
                <c:pt idx="13199">
                  <c:v>59.39</c:v>
                </c:pt>
                <c:pt idx="13200">
                  <c:v>229.47</c:v>
                </c:pt>
                <c:pt idx="13201">
                  <c:v>260.56</c:v>
                </c:pt>
                <c:pt idx="13202">
                  <c:v>117.84</c:v>
                </c:pt>
                <c:pt idx="13203">
                  <c:v>229.47</c:v>
                </c:pt>
                <c:pt idx="13204">
                  <c:v>131.97999999999999</c:v>
                </c:pt>
                <c:pt idx="13205">
                  <c:v>173.97</c:v>
                </c:pt>
                <c:pt idx="13206">
                  <c:v>125.97</c:v>
                </c:pt>
                <c:pt idx="13207">
                  <c:v>229.47</c:v>
                </c:pt>
                <c:pt idx="13208">
                  <c:v>169.98</c:v>
                </c:pt>
                <c:pt idx="13209">
                  <c:v>229.47</c:v>
                </c:pt>
                <c:pt idx="13210">
                  <c:v>242.47</c:v>
                </c:pt>
                <c:pt idx="13211">
                  <c:v>161.47999999999999</c:v>
                </c:pt>
                <c:pt idx="13212">
                  <c:v>169.98</c:v>
                </c:pt>
                <c:pt idx="13213">
                  <c:v>249.87</c:v>
                </c:pt>
                <c:pt idx="13214">
                  <c:v>252.33</c:v>
                </c:pt>
                <c:pt idx="13215">
                  <c:v>164.88</c:v>
                </c:pt>
                <c:pt idx="13216">
                  <c:v>172.96</c:v>
                </c:pt>
                <c:pt idx="13217">
                  <c:v>251.17</c:v>
                </c:pt>
                <c:pt idx="13218">
                  <c:v>294.86</c:v>
                </c:pt>
                <c:pt idx="13219">
                  <c:v>129.51</c:v>
                </c:pt>
                <c:pt idx="13220">
                  <c:v>269.95999999999998</c:v>
                </c:pt>
                <c:pt idx="13221">
                  <c:v>230.62</c:v>
                </c:pt>
                <c:pt idx="13222">
                  <c:v>375.03</c:v>
                </c:pt>
                <c:pt idx="13223">
                  <c:v>-33.56</c:v>
                </c:pt>
                <c:pt idx="13224">
                  <c:v>220.95</c:v>
                </c:pt>
                <c:pt idx="13225">
                  <c:v>167.43</c:v>
                </c:pt>
                <c:pt idx="13226">
                  <c:v>109.98</c:v>
                </c:pt>
                <c:pt idx="13227">
                  <c:v>120.97</c:v>
                </c:pt>
                <c:pt idx="13228">
                  <c:v>169.98</c:v>
                </c:pt>
                <c:pt idx="13229">
                  <c:v>160.77000000000001</c:v>
                </c:pt>
                <c:pt idx="13230">
                  <c:v>114.97</c:v>
                </c:pt>
                <c:pt idx="13231">
                  <c:v>99.98</c:v>
                </c:pt>
                <c:pt idx="13232">
                  <c:v>124.98</c:v>
                </c:pt>
                <c:pt idx="13233">
                  <c:v>124.98</c:v>
                </c:pt>
                <c:pt idx="13234">
                  <c:v>120.97</c:v>
                </c:pt>
                <c:pt idx="13235">
                  <c:v>169.98</c:v>
                </c:pt>
                <c:pt idx="13236">
                  <c:v>134.97999999999999</c:v>
                </c:pt>
                <c:pt idx="13237">
                  <c:v>142.43</c:v>
                </c:pt>
                <c:pt idx="13238">
                  <c:v>169.98</c:v>
                </c:pt>
                <c:pt idx="13239">
                  <c:v>189.96</c:v>
                </c:pt>
                <c:pt idx="13240">
                  <c:v>169.98</c:v>
                </c:pt>
                <c:pt idx="13241">
                  <c:v>164.98</c:v>
                </c:pt>
                <c:pt idx="13242">
                  <c:v>129.97999999999999</c:v>
                </c:pt>
                <c:pt idx="13243">
                  <c:v>169.98</c:v>
                </c:pt>
                <c:pt idx="13244">
                  <c:v>134.97999999999999</c:v>
                </c:pt>
                <c:pt idx="13245">
                  <c:v>169.98</c:v>
                </c:pt>
                <c:pt idx="13246">
                  <c:v>169.98</c:v>
                </c:pt>
                <c:pt idx="13247">
                  <c:v>164.98</c:v>
                </c:pt>
                <c:pt idx="13248">
                  <c:v>216.72</c:v>
                </c:pt>
                <c:pt idx="13249">
                  <c:v>219.97</c:v>
                </c:pt>
                <c:pt idx="13250">
                  <c:v>216.72</c:v>
                </c:pt>
                <c:pt idx="13251">
                  <c:v>169.98</c:v>
                </c:pt>
                <c:pt idx="13252">
                  <c:v>84.99</c:v>
                </c:pt>
                <c:pt idx="13253">
                  <c:v>169.98</c:v>
                </c:pt>
                <c:pt idx="13254">
                  <c:v>293.14</c:v>
                </c:pt>
                <c:pt idx="13255">
                  <c:v>164.98</c:v>
                </c:pt>
                <c:pt idx="13256">
                  <c:v>293.14</c:v>
                </c:pt>
                <c:pt idx="13257">
                  <c:v>84.99</c:v>
                </c:pt>
                <c:pt idx="13258">
                  <c:v>219.97</c:v>
                </c:pt>
                <c:pt idx="13259">
                  <c:v>99.98</c:v>
                </c:pt>
                <c:pt idx="13260">
                  <c:v>99.98</c:v>
                </c:pt>
                <c:pt idx="13261">
                  <c:v>169.98</c:v>
                </c:pt>
                <c:pt idx="13262">
                  <c:v>169.98</c:v>
                </c:pt>
                <c:pt idx="13263">
                  <c:v>169.98</c:v>
                </c:pt>
                <c:pt idx="13264">
                  <c:v>169.98</c:v>
                </c:pt>
                <c:pt idx="13265">
                  <c:v>161.97999999999999</c:v>
                </c:pt>
                <c:pt idx="13266">
                  <c:v>164.98</c:v>
                </c:pt>
                <c:pt idx="13267">
                  <c:v>129.97999999999999</c:v>
                </c:pt>
                <c:pt idx="13268">
                  <c:v>169.98</c:v>
                </c:pt>
                <c:pt idx="13269">
                  <c:v>124.98</c:v>
                </c:pt>
                <c:pt idx="13270">
                  <c:v>158.97</c:v>
                </c:pt>
                <c:pt idx="13271">
                  <c:v>134.97999999999999</c:v>
                </c:pt>
                <c:pt idx="13272">
                  <c:v>169.98</c:v>
                </c:pt>
                <c:pt idx="13273">
                  <c:v>158.97</c:v>
                </c:pt>
                <c:pt idx="13274">
                  <c:v>190.97</c:v>
                </c:pt>
                <c:pt idx="13275">
                  <c:v>169.98</c:v>
                </c:pt>
                <c:pt idx="13276">
                  <c:v>281.85000000000002</c:v>
                </c:pt>
                <c:pt idx="13277">
                  <c:v>158.97</c:v>
                </c:pt>
                <c:pt idx="13278">
                  <c:v>164.98</c:v>
                </c:pt>
                <c:pt idx="13279">
                  <c:v>124.98</c:v>
                </c:pt>
                <c:pt idx="13280">
                  <c:v>169.98</c:v>
                </c:pt>
                <c:pt idx="13281">
                  <c:v>171.87</c:v>
                </c:pt>
                <c:pt idx="13282">
                  <c:v>281.85000000000002</c:v>
                </c:pt>
                <c:pt idx="13283">
                  <c:v>171.87</c:v>
                </c:pt>
                <c:pt idx="13284">
                  <c:v>161.97999999999999</c:v>
                </c:pt>
                <c:pt idx="13285">
                  <c:v>190.97</c:v>
                </c:pt>
                <c:pt idx="13286">
                  <c:v>158.97</c:v>
                </c:pt>
                <c:pt idx="13287">
                  <c:v>164.98</c:v>
                </c:pt>
                <c:pt idx="13288">
                  <c:v>169.98</c:v>
                </c:pt>
                <c:pt idx="13289">
                  <c:v>185.96</c:v>
                </c:pt>
                <c:pt idx="13290">
                  <c:v>355.9</c:v>
                </c:pt>
                <c:pt idx="13291">
                  <c:v>65.62</c:v>
                </c:pt>
                <c:pt idx="13292">
                  <c:v>243.94</c:v>
                </c:pt>
                <c:pt idx="13293">
                  <c:v>125.98</c:v>
                </c:pt>
                <c:pt idx="13294">
                  <c:v>131.97999999999999</c:v>
                </c:pt>
                <c:pt idx="13295">
                  <c:v>281.92</c:v>
                </c:pt>
                <c:pt idx="13296">
                  <c:v>331.93</c:v>
                </c:pt>
                <c:pt idx="13297">
                  <c:v>131.97999999999999</c:v>
                </c:pt>
                <c:pt idx="13298">
                  <c:v>84.99</c:v>
                </c:pt>
                <c:pt idx="13299">
                  <c:v>104.98</c:v>
                </c:pt>
                <c:pt idx="13300">
                  <c:v>107.98</c:v>
                </c:pt>
                <c:pt idx="13301">
                  <c:v>84.99</c:v>
                </c:pt>
                <c:pt idx="13302">
                  <c:v>84.99</c:v>
                </c:pt>
                <c:pt idx="13303">
                  <c:v>84.99</c:v>
                </c:pt>
                <c:pt idx="13304">
                  <c:v>84.99</c:v>
                </c:pt>
                <c:pt idx="13305">
                  <c:v>77.760000000000005</c:v>
                </c:pt>
                <c:pt idx="13306">
                  <c:v>84.99</c:v>
                </c:pt>
                <c:pt idx="13307">
                  <c:v>78.77</c:v>
                </c:pt>
                <c:pt idx="13308">
                  <c:v>84.99</c:v>
                </c:pt>
                <c:pt idx="13309">
                  <c:v>84.99</c:v>
                </c:pt>
                <c:pt idx="13310">
                  <c:v>77.64</c:v>
                </c:pt>
                <c:pt idx="13311">
                  <c:v>84.99</c:v>
                </c:pt>
                <c:pt idx="13312">
                  <c:v>142.63</c:v>
                </c:pt>
                <c:pt idx="13313">
                  <c:v>84.99</c:v>
                </c:pt>
                <c:pt idx="13314">
                  <c:v>84.99</c:v>
                </c:pt>
                <c:pt idx="13315">
                  <c:v>84.99</c:v>
                </c:pt>
                <c:pt idx="13316">
                  <c:v>84.99</c:v>
                </c:pt>
                <c:pt idx="13317">
                  <c:v>139.97</c:v>
                </c:pt>
                <c:pt idx="13318">
                  <c:v>84.99</c:v>
                </c:pt>
                <c:pt idx="13319">
                  <c:v>84.99</c:v>
                </c:pt>
                <c:pt idx="13320">
                  <c:v>68.989999999999995</c:v>
                </c:pt>
                <c:pt idx="13321">
                  <c:v>104.98</c:v>
                </c:pt>
                <c:pt idx="13322">
                  <c:v>329.95</c:v>
                </c:pt>
                <c:pt idx="13323">
                  <c:v>304.70999999999998</c:v>
                </c:pt>
                <c:pt idx="13324">
                  <c:v>304.95</c:v>
                </c:pt>
                <c:pt idx="13325">
                  <c:v>329.95</c:v>
                </c:pt>
                <c:pt idx="13326">
                  <c:v>329.95</c:v>
                </c:pt>
                <c:pt idx="13327">
                  <c:v>169.98</c:v>
                </c:pt>
                <c:pt idx="13328">
                  <c:v>278.79000000000002</c:v>
                </c:pt>
                <c:pt idx="13329">
                  <c:v>329.95</c:v>
                </c:pt>
                <c:pt idx="13330">
                  <c:v>119.84</c:v>
                </c:pt>
                <c:pt idx="13331">
                  <c:v>146.37</c:v>
                </c:pt>
                <c:pt idx="13332">
                  <c:v>172.48</c:v>
                </c:pt>
                <c:pt idx="13333">
                  <c:v>286.95</c:v>
                </c:pt>
                <c:pt idx="13334">
                  <c:v>169.98</c:v>
                </c:pt>
                <c:pt idx="13335">
                  <c:v>146.22</c:v>
                </c:pt>
                <c:pt idx="13336">
                  <c:v>167.27</c:v>
                </c:pt>
                <c:pt idx="13337">
                  <c:v>170.48</c:v>
                </c:pt>
                <c:pt idx="13338">
                  <c:v>284.95</c:v>
                </c:pt>
                <c:pt idx="13339">
                  <c:v>67.98</c:v>
                </c:pt>
                <c:pt idx="13340">
                  <c:v>169.98</c:v>
                </c:pt>
                <c:pt idx="13341">
                  <c:v>-2.5</c:v>
                </c:pt>
                <c:pt idx="13342">
                  <c:v>169.98</c:v>
                </c:pt>
                <c:pt idx="13343">
                  <c:v>213.96</c:v>
                </c:pt>
                <c:pt idx="13344">
                  <c:v>170.73</c:v>
                </c:pt>
                <c:pt idx="13345">
                  <c:v>245.94</c:v>
                </c:pt>
                <c:pt idx="13346">
                  <c:v>169.98</c:v>
                </c:pt>
                <c:pt idx="13347">
                  <c:v>201.96</c:v>
                </c:pt>
                <c:pt idx="13348">
                  <c:v>104.47</c:v>
                </c:pt>
                <c:pt idx="13349">
                  <c:v>253.96</c:v>
                </c:pt>
                <c:pt idx="13350">
                  <c:v>182.97</c:v>
                </c:pt>
                <c:pt idx="13351">
                  <c:v>100.98</c:v>
                </c:pt>
                <c:pt idx="13352">
                  <c:v>232.33</c:v>
                </c:pt>
                <c:pt idx="13353">
                  <c:v>55.96</c:v>
                </c:pt>
                <c:pt idx="13354">
                  <c:v>182.97</c:v>
                </c:pt>
                <c:pt idx="13355">
                  <c:v>96.98</c:v>
                </c:pt>
                <c:pt idx="13356">
                  <c:v>239.97</c:v>
                </c:pt>
                <c:pt idx="13357">
                  <c:v>157.97</c:v>
                </c:pt>
                <c:pt idx="13358">
                  <c:v>234.57</c:v>
                </c:pt>
                <c:pt idx="13359">
                  <c:v>63.33</c:v>
                </c:pt>
                <c:pt idx="13360">
                  <c:v>182.97</c:v>
                </c:pt>
                <c:pt idx="13361">
                  <c:v>242.95</c:v>
                </c:pt>
                <c:pt idx="13362">
                  <c:v>121.98</c:v>
                </c:pt>
                <c:pt idx="13363">
                  <c:v>239.97</c:v>
                </c:pt>
                <c:pt idx="13364">
                  <c:v>203.97</c:v>
                </c:pt>
                <c:pt idx="13365">
                  <c:v>228.56</c:v>
                </c:pt>
                <c:pt idx="13366">
                  <c:v>59.99</c:v>
                </c:pt>
                <c:pt idx="13367">
                  <c:v>239.97</c:v>
                </c:pt>
                <c:pt idx="13368">
                  <c:v>291.58999999999997</c:v>
                </c:pt>
                <c:pt idx="13369">
                  <c:v>278.86</c:v>
                </c:pt>
                <c:pt idx="13370">
                  <c:v>239.97</c:v>
                </c:pt>
                <c:pt idx="13371">
                  <c:v>260.75</c:v>
                </c:pt>
                <c:pt idx="13372">
                  <c:v>65.989999999999995</c:v>
                </c:pt>
                <c:pt idx="13373">
                  <c:v>84.99</c:v>
                </c:pt>
                <c:pt idx="13374">
                  <c:v>84.99</c:v>
                </c:pt>
                <c:pt idx="13375">
                  <c:v>84.99</c:v>
                </c:pt>
                <c:pt idx="13376">
                  <c:v>65.989999999999995</c:v>
                </c:pt>
                <c:pt idx="13377">
                  <c:v>65.989999999999995</c:v>
                </c:pt>
                <c:pt idx="13378">
                  <c:v>65.989999999999995</c:v>
                </c:pt>
                <c:pt idx="13379">
                  <c:v>65.989999999999995</c:v>
                </c:pt>
                <c:pt idx="13380">
                  <c:v>65.989999999999995</c:v>
                </c:pt>
                <c:pt idx="13381">
                  <c:v>84.99</c:v>
                </c:pt>
                <c:pt idx="13382">
                  <c:v>65.989999999999995</c:v>
                </c:pt>
                <c:pt idx="13383">
                  <c:v>84.99</c:v>
                </c:pt>
                <c:pt idx="13384">
                  <c:v>84.99</c:v>
                </c:pt>
                <c:pt idx="13385">
                  <c:v>84.99</c:v>
                </c:pt>
                <c:pt idx="13386">
                  <c:v>84.99</c:v>
                </c:pt>
                <c:pt idx="13387">
                  <c:v>68.989999999999995</c:v>
                </c:pt>
                <c:pt idx="13388">
                  <c:v>76.489999999999995</c:v>
                </c:pt>
                <c:pt idx="13389">
                  <c:v>84.99</c:v>
                </c:pt>
                <c:pt idx="13390">
                  <c:v>84.99</c:v>
                </c:pt>
                <c:pt idx="13391">
                  <c:v>65.989999999999995</c:v>
                </c:pt>
                <c:pt idx="13392">
                  <c:v>663.25</c:v>
                </c:pt>
                <c:pt idx="13393">
                  <c:v>547.74</c:v>
                </c:pt>
                <c:pt idx="13394">
                  <c:v>319.39</c:v>
                </c:pt>
                <c:pt idx="13395">
                  <c:v>319.39</c:v>
                </c:pt>
                <c:pt idx="13396">
                  <c:v>65.989999999999995</c:v>
                </c:pt>
                <c:pt idx="13397">
                  <c:v>638.78</c:v>
                </c:pt>
                <c:pt idx="13398">
                  <c:v>65.989999999999995</c:v>
                </c:pt>
                <c:pt idx="13399">
                  <c:v>285.22000000000003</c:v>
                </c:pt>
                <c:pt idx="13400">
                  <c:v>638.78</c:v>
                </c:pt>
                <c:pt idx="13401">
                  <c:v>547.74</c:v>
                </c:pt>
                <c:pt idx="13402">
                  <c:v>638.78</c:v>
                </c:pt>
                <c:pt idx="13403">
                  <c:v>285.22000000000003</c:v>
                </c:pt>
                <c:pt idx="13404">
                  <c:v>304.22000000000003</c:v>
                </c:pt>
                <c:pt idx="13405">
                  <c:v>638.78</c:v>
                </c:pt>
                <c:pt idx="13406">
                  <c:v>304.22000000000003</c:v>
                </c:pt>
                <c:pt idx="13407">
                  <c:v>663.25</c:v>
                </c:pt>
                <c:pt idx="13408">
                  <c:v>479.09</c:v>
                </c:pt>
                <c:pt idx="13409">
                  <c:v>479.09</c:v>
                </c:pt>
                <c:pt idx="13410">
                  <c:v>638.78</c:v>
                </c:pt>
                <c:pt idx="13411">
                  <c:v>638.78</c:v>
                </c:pt>
                <c:pt idx="13412">
                  <c:v>380.44</c:v>
                </c:pt>
                <c:pt idx="13413">
                  <c:v>202.9</c:v>
                </c:pt>
                <c:pt idx="13414">
                  <c:v>380.44</c:v>
                </c:pt>
                <c:pt idx="13415">
                  <c:v>294.76</c:v>
                </c:pt>
                <c:pt idx="13416">
                  <c:v>398.92</c:v>
                </c:pt>
                <c:pt idx="13417">
                  <c:v>209.96</c:v>
                </c:pt>
                <c:pt idx="13418">
                  <c:v>245.86</c:v>
                </c:pt>
                <c:pt idx="13419">
                  <c:v>420.53</c:v>
                </c:pt>
                <c:pt idx="13420">
                  <c:v>294.76</c:v>
                </c:pt>
                <c:pt idx="13421">
                  <c:v>245.86</c:v>
                </c:pt>
                <c:pt idx="13422">
                  <c:v>380.44</c:v>
                </c:pt>
                <c:pt idx="13423">
                  <c:v>294.76</c:v>
                </c:pt>
                <c:pt idx="13424">
                  <c:v>379.9</c:v>
                </c:pt>
                <c:pt idx="13425">
                  <c:v>379.9</c:v>
                </c:pt>
                <c:pt idx="13426">
                  <c:v>398.92</c:v>
                </c:pt>
                <c:pt idx="13427">
                  <c:v>209.96</c:v>
                </c:pt>
                <c:pt idx="13428">
                  <c:v>398.92</c:v>
                </c:pt>
                <c:pt idx="13429">
                  <c:v>336.77</c:v>
                </c:pt>
                <c:pt idx="13430">
                  <c:v>379.9</c:v>
                </c:pt>
                <c:pt idx="13431">
                  <c:v>336.77</c:v>
                </c:pt>
                <c:pt idx="13432">
                  <c:v>209.96</c:v>
                </c:pt>
                <c:pt idx="13433">
                  <c:v>202.9</c:v>
                </c:pt>
                <c:pt idx="13434">
                  <c:v>420.53</c:v>
                </c:pt>
                <c:pt idx="13435">
                  <c:v>336.77</c:v>
                </c:pt>
                <c:pt idx="13436">
                  <c:v>420.53</c:v>
                </c:pt>
                <c:pt idx="13437">
                  <c:v>202.9</c:v>
                </c:pt>
                <c:pt idx="13438">
                  <c:v>245.86</c:v>
                </c:pt>
                <c:pt idx="13439">
                  <c:v>100.98</c:v>
                </c:pt>
                <c:pt idx="13440">
                  <c:v>101.08</c:v>
                </c:pt>
                <c:pt idx="13441">
                  <c:v>100.98</c:v>
                </c:pt>
                <c:pt idx="13442">
                  <c:v>287.45</c:v>
                </c:pt>
                <c:pt idx="13443">
                  <c:v>64.98</c:v>
                </c:pt>
                <c:pt idx="13444">
                  <c:v>367.78</c:v>
                </c:pt>
                <c:pt idx="13445">
                  <c:v>368.99</c:v>
                </c:pt>
                <c:pt idx="13446">
                  <c:v>49.59</c:v>
                </c:pt>
                <c:pt idx="13447">
                  <c:v>64.98</c:v>
                </c:pt>
                <c:pt idx="13448">
                  <c:v>-18.04</c:v>
                </c:pt>
                <c:pt idx="13449">
                  <c:v>558.94000000000005</c:v>
                </c:pt>
                <c:pt idx="13450">
                  <c:v>479.09</c:v>
                </c:pt>
                <c:pt idx="13451">
                  <c:v>219.97</c:v>
                </c:pt>
                <c:pt idx="13452">
                  <c:v>467.17</c:v>
                </c:pt>
                <c:pt idx="13453">
                  <c:v>479.09</c:v>
                </c:pt>
                <c:pt idx="13454">
                  <c:v>319.39</c:v>
                </c:pt>
                <c:pt idx="13455">
                  <c:v>399.24</c:v>
                </c:pt>
                <c:pt idx="13456">
                  <c:v>287.93</c:v>
                </c:pt>
                <c:pt idx="13457">
                  <c:v>78.62</c:v>
                </c:pt>
                <c:pt idx="13458">
                  <c:v>121.98</c:v>
                </c:pt>
                <c:pt idx="13459">
                  <c:v>32.81</c:v>
                </c:pt>
                <c:pt idx="13460">
                  <c:v>131.97999999999999</c:v>
                </c:pt>
                <c:pt idx="13461">
                  <c:v>197.97</c:v>
                </c:pt>
                <c:pt idx="13462">
                  <c:v>31.68</c:v>
                </c:pt>
                <c:pt idx="13463">
                  <c:v>52.6</c:v>
                </c:pt>
                <c:pt idx="13464">
                  <c:v>237.96</c:v>
                </c:pt>
                <c:pt idx="13465">
                  <c:v>184.97</c:v>
                </c:pt>
                <c:pt idx="13466">
                  <c:v>169.98</c:v>
                </c:pt>
                <c:pt idx="13467">
                  <c:v>146.97</c:v>
                </c:pt>
                <c:pt idx="13468">
                  <c:v>132.27000000000001</c:v>
                </c:pt>
                <c:pt idx="13469">
                  <c:v>169.98</c:v>
                </c:pt>
                <c:pt idx="13470">
                  <c:v>184.97</c:v>
                </c:pt>
                <c:pt idx="13471">
                  <c:v>146.97</c:v>
                </c:pt>
                <c:pt idx="13472">
                  <c:v>146.97</c:v>
                </c:pt>
                <c:pt idx="13473">
                  <c:v>169.98</c:v>
                </c:pt>
                <c:pt idx="13474">
                  <c:v>165.17</c:v>
                </c:pt>
                <c:pt idx="13475">
                  <c:v>110.95</c:v>
                </c:pt>
                <c:pt idx="13476">
                  <c:v>174.97</c:v>
                </c:pt>
                <c:pt idx="13477">
                  <c:v>166.47</c:v>
                </c:pt>
                <c:pt idx="13478">
                  <c:v>169.61</c:v>
                </c:pt>
                <c:pt idx="13479">
                  <c:v>131.97999999999999</c:v>
                </c:pt>
                <c:pt idx="13480">
                  <c:v>134.97</c:v>
                </c:pt>
                <c:pt idx="13481">
                  <c:v>121.98</c:v>
                </c:pt>
                <c:pt idx="13482">
                  <c:v>184.97</c:v>
                </c:pt>
                <c:pt idx="13483">
                  <c:v>75.98</c:v>
                </c:pt>
                <c:pt idx="13484">
                  <c:v>160.93</c:v>
                </c:pt>
                <c:pt idx="13485">
                  <c:v>146.97</c:v>
                </c:pt>
                <c:pt idx="13486">
                  <c:v>146.97</c:v>
                </c:pt>
                <c:pt idx="13487">
                  <c:v>121.98</c:v>
                </c:pt>
                <c:pt idx="13488">
                  <c:v>134.97999999999999</c:v>
                </c:pt>
                <c:pt idx="13489">
                  <c:v>53.43</c:v>
                </c:pt>
                <c:pt idx="13490">
                  <c:v>134.97999999999999</c:v>
                </c:pt>
                <c:pt idx="13491">
                  <c:v>134.97999999999999</c:v>
                </c:pt>
                <c:pt idx="13492">
                  <c:v>90.51</c:v>
                </c:pt>
                <c:pt idx="13493">
                  <c:v>131.97999999999999</c:v>
                </c:pt>
                <c:pt idx="13494">
                  <c:v>83.98</c:v>
                </c:pt>
                <c:pt idx="13495">
                  <c:v>163.46</c:v>
                </c:pt>
                <c:pt idx="13496">
                  <c:v>149.97</c:v>
                </c:pt>
                <c:pt idx="13497">
                  <c:v>158.97</c:v>
                </c:pt>
                <c:pt idx="13498">
                  <c:v>82.98</c:v>
                </c:pt>
                <c:pt idx="13499">
                  <c:v>164.96</c:v>
                </c:pt>
                <c:pt idx="13500">
                  <c:v>135.28</c:v>
                </c:pt>
                <c:pt idx="13501">
                  <c:v>124.98</c:v>
                </c:pt>
                <c:pt idx="13502">
                  <c:v>195.96</c:v>
                </c:pt>
                <c:pt idx="13503">
                  <c:v>83.28</c:v>
                </c:pt>
                <c:pt idx="13504">
                  <c:v>364.95</c:v>
                </c:pt>
                <c:pt idx="13505">
                  <c:v>161.74</c:v>
                </c:pt>
                <c:pt idx="13506">
                  <c:v>169.98</c:v>
                </c:pt>
                <c:pt idx="13507">
                  <c:v>263.95999999999998</c:v>
                </c:pt>
                <c:pt idx="13508">
                  <c:v>259.32</c:v>
                </c:pt>
                <c:pt idx="13509">
                  <c:v>169.98</c:v>
                </c:pt>
                <c:pt idx="13510">
                  <c:v>84.99</c:v>
                </c:pt>
                <c:pt idx="13511">
                  <c:v>119.96</c:v>
                </c:pt>
                <c:pt idx="13512">
                  <c:v>298.27</c:v>
                </c:pt>
                <c:pt idx="13513">
                  <c:v>134.97999999999999</c:v>
                </c:pt>
                <c:pt idx="13514">
                  <c:v>169.98</c:v>
                </c:pt>
                <c:pt idx="13515">
                  <c:v>-84.99</c:v>
                </c:pt>
                <c:pt idx="13516">
                  <c:v>254.97</c:v>
                </c:pt>
                <c:pt idx="13517">
                  <c:v>263.95999999999998</c:v>
                </c:pt>
                <c:pt idx="13518">
                  <c:v>169.98</c:v>
                </c:pt>
                <c:pt idx="13519">
                  <c:v>64.959999999999994</c:v>
                </c:pt>
                <c:pt idx="13520">
                  <c:v>254.97</c:v>
                </c:pt>
                <c:pt idx="13521">
                  <c:v>254.97</c:v>
                </c:pt>
                <c:pt idx="13522">
                  <c:v>52.18</c:v>
                </c:pt>
                <c:pt idx="13523">
                  <c:v>254.97</c:v>
                </c:pt>
                <c:pt idx="13524">
                  <c:v>254.97</c:v>
                </c:pt>
                <c:pt idx="13525">
                  <c:v>263.95999999999998</c:v>
                </c:pt>
                <c:pt idx="13526">
                  <c:v>169.98</c:v>
                </c:pt>
                <c:pt idx="13527">
                  <c:v>74.97</c:v>
                </c:pt>
                <c:pt idx="13528">
                  <c:v>84.99</c:v>
                </c:pt>
                <c:pt idx="13529">
                  <c:v>118.47</c:v>
                </c:pt>
                <c:pt idx="13530">
                  <c:v>129.34</c:v>
                </c:pt>
                <c:pt idx="13531">
                  <c:v>169.98</c:v>
                </c:pt>
                <c:pt idx="13532">
                  <c:v>169.98</c:v>
                </c:pt>
                <c:pt idx="13533">
                  <c:v>183.27</c:v>
                </c:pt>
                <c:pt idx="13534">
                  <c:v>166.96</c:v>
                </c:pt>
                <c:pt idx="13535">
                  <c:v>165.2</c:v>
                </c:pt>
                <c:pt idx="13536">
                  <c:v>153.97999999999999</c:v>
                </c:pt>
                <c:pt idx="13537">
                  <c:v>184.97</c:v>
                </c:pt>
                <c:pt idx="13538">
                  <c:v>131.97999999999999</c:v>
                </c:pt>
                <c:pt idx="13539">
                  <c:v>168.28</c:v>
                </c:pt>
                <c:pt idx="13540">
                  <c:v>169.98</c:v>
                </c:pt>
                <c:pt idx="13541">
                  <c:v>84.99</c:v>
                </c:pt>
                <c:pt idx="13542">
                  <c:v>84.99</c:v>
                </c:pt>
                <c:pt idx="13543">
                  <c:v>89.98</c:v>
                </c:pt>
                <c:pt idx="13544">
                  <c:v>127.47</c:v>
                </c:pt>
                <c:pt idx="13545">
                  <c:v>129.97999999999999</c:v>
                </c:pt>
                <c:pt idx="13546">
                  <c:v>169.98</c:v>
                </c:pt>
                <c:pt idx="13547">
                  <c:v>64.66</c:v>
                </c:pt>
                <c:pt idx="13548">
                  <c:v>102.98</c:v>
                </c:pt>
                <c:pt idx="13549">
                  <c:v>102.98</c:v>
                </c:pt>
                <c:pt idx="13550">
                  <c:v>131.97999999999999</c:v>
                </c:pt>
                <c:pt idx="13551">
                  <c:v>169.98</c:v>
                </c:pt>
                <c:pt idx="13552">
                  <c:v>84.99</c:v>
                </c:pt>
                <c:pt idx="13553">
                  <c:v>169.98</c:v>
                </c:pt>
                <c:pt idx="13554">
                  <c:v>134.97999999999999</c:v>
                </c:pt>
                <c:pt idx="13555">
                  <c:v>169.98</c:v>
                </c:pt>
                <c:pt idx="13556">
                  <c:v>169.98</c:v>
                </c:pt>
                <c:pt idx="13557">
                  <c:v>102.98</c:v>
                </c:pt>
                <c:pt idx="13558">
                  <c:v>84.99</c:v>
                </c:pt>
                <c:pt idx="13559">
                  <c:v>124.97</c:v>
                </c:pt>
                <c:pt idx="13560">
                  <c:v>84.99</c:v>
                </c:pt>
                <c:pt idx="13561">
                  <c:v>91.38</c:v>
                </c:pt>
                <c:pt idx="13562">
                  <c:v>95.98</c:v>
                </c:pt>
                <c:pt idx="13563">
                  <c:v>149.97</c:v>
                </c:pt>
                <c:pt idx="13564">
                  <c:v>169.98</c:v>
                </c:pt>
                <c:pt idx="13565">
                  <c:v>199.91</c:v>
                </c:pt>
                <c:pt idx="13566">
                  <c:v>260.95</c:v>
                </c:pt>
                <c:pt idx="13567">
                  <c:v>195.57</c:v>
                </c:pt>
                <c:pt idx="13568">
                  <c:v>248.33</c:v>
                </c:pt>
                <c:pt idx="13569">
                  <c:v>391.95</c:v>
                </c:pt>
                <c:pt idx="13570">
                  <c:v>370.98</c:v>
                </c:pt>
                <c:pt idx="13571">
                  <c:v>124.18</c:v>
                </c:pt>
                <c:pt idx="13572">
                  <c:v>254.97</c:v>
                </c:pt>
                <c:pt idx="13573">
                  <c:v>171.97</c:v>
                </c:pt>
                <c:pt idx="13574">
                  <c:v>94.97</c:v>
                </c:pt>
                <c:pt idx="13575">
                  <c:v>97.98</c:v>
                </c:pt>
                <c:pt idx="13576">
                  <c:v>97.98</c:v>
                </c:pt>
                <c:pt idx="13577">
                  <c:v>84.99</c:v>
                </c:pt>
                <c:pt idx="13578">
                  <c:v>84.99</c:v>
                </c:pt>
                <c:pt idx="13579">
                  <c:v>131.97999999999999</c:v>
                </c:pt>
                <c:pt idx="13580">
                  <c:v>84.99</c:v>
                </c:pt>
                <c:pt idx="13581">
                  <c:v>84.99</c:v>
                </c:pt>
                <c:pt idx="13582">
                  <c:v>84.99</c:v>
                </c:pt>
                <c:pt idx="13583">
                  <c:v>84.99</c:v>
                </c:pt>
                <c:pt idx="13584">
                  <c:v>84.99</c:v>
                </c:pt>
                <c:pt idx="13585">
                  <c:v>79.98</c:v>
                </c:pt>
                <c:pt idx="13586">
                  <c:v>84.99</c:v>
                </c:pt>
                <c:pt idx="13587">
                  <c:v>84.99</c:v>
                </c:pt>
                <c:pt idx="13588">
                  <c:v>84.99</c:v>
                </c:pt>
                <c:pt idx="13589">
                  <c:v>84.99</c:v>
                </c:pt>
                <c:pt idx="13590">
                  <c:v>97.98</c:v>
                </c:pt>
                <c:pt idx="13591">
                  <c:v>126.98</c:v>
                </c:pt>
                <c:pt idx="13592">
                  <c:v>99.97</c:v>
                </c:pt>
                <c:pt idx="13593">
                  <c:v>197.97</c:v>
                </c:pt>
                <c:pt idx="13594">
                  <c:v>209.46</c:v>
                </c:pt>
                <c:pt idx="13595">
                  <c:v>119.97</c:v>
                </c:pt>
                <c:pt idx="13596">
                  <c:v>80.23</c:v>
                </c:pt>
                <c:pt idx="13597">
                  <c:v>131.97999999999999</c:v>
                </c:pt>
                <c:pt idx="13598">
                  <c:v>131.97999999999999</c:v>
                </c:pt>
                <c:pt idx="13599">
                  <c:v>41.09</c:v>
                </c:pt>
                <c:pt idx="13600">
                  <c:v>112.18</c:v>
                </c:pt>
                <c:pt idx="13601">
                  <c:v>105.98</c:v>
                </c:pt>
                <c:pt idx="13602">
                  <c:v>125.97</c:v>
                </c:pt>
                <c:pt idx="13603">
                  <c:v>57.99</c:v>
                </c:pt>
                <c:pt idx="13604">
                  <c:v>273.95999999999998</c:v>
                </c:pt>
                <c:pt idx="13605">
                  <c:v>304.95999999999998</c:v>
                </c:pt>
                <c:pt idx="13606">
                  <c:v>254.97</c:v>
                </c:pt>
                <c:pt idx="13607">
                  <c:v>197.97</c:v>
                </c:pt>
                <c:pt idx="13608">
                  <c:v>178.17</c:v>
                </c:pt>
                <c:pt idx="13609">
                  <c:v>172.97</c:v>
                </c:pt>
                <c:pt idx="13610">
                  <c:v>229.97</c:v>
                </c:pt>
                <c:pt idx="13611">
                  <c:v>150.97</c:v>
                </c:pt>
                <c:pt idx="13612">
                  <c:v>254.97</c:v>
                </c:pt>
                <c:pt idx="13613">
                  <c:v>323.95</c:v>
                </c:pt>
                <c:pt idx="13614">
                  <c:v>254.97</c:v>
                </c:pt>
                <c:pt idx="13615">
                  <c:v>273.95999999999998</c:v>
                </c:pt>
                <c:pt idx="13616">
                  <c:v>229.47</c:v>
                </c:pt>
                <c:pt idx="13617">
                  <c:v>254.97</c:v>
                </c:pt>
                <c:pt idx="13618">
                  <c:v>93.97</c:v>
                </c:pt>
                <c:pt idx="13619">
                  <c:v>105.98</c:v>
                </c:pt>
                <c:pt idx="13620">
                  <c:v>131.97999999999999</c:v>
                </c:pt>
                <c:pt idx="13621">
                  <c:v>85.31</c:v>
                </c:pt>
                <c:pt idx="13622">
                  <c:v>174.97</c:v>
                </c:pt>
                <c:pt idx="13623">
                  <c:v>171.96</c:v>
                </c:pt>
                <c:pt idx="13624">
                  <c:v>133.96</c:v>
                </c:pt>
                <c:pt idx="13625">
                  <c:v>145.97</c:v>
                </c:pt>
                <c:pt idx="13626">
                  <c:v>115.98</c:v>
                </c:pt>
                <c:pt idx="13627">
                  <c:v>104.97</c:v>
                </c:pt>
                <c:pt idx="13628">
                  <c:v>194.47</c:v>
                </c:pt>
                <c:pt idx="13629">
                  <c:v>185.95</c:v>
                </c:pt>
                <c:pt idx="13630">
                  <c:v>171.97</c:v>
                </c:pt>
                <c:pt idx="13631">
                  <c:v>79.98</c:v>
                </c:pt>
                <c:pt idx="13632">
                  <c:v>115.97</c:v>
                </c:pt>
                <c:pt idx="13633">
                  <c:v>131.97999999999999</c:v>
                </c:pt>
                <c:pt idx="13634">
                  <c:v>137.96</c:v>
                </c:pt>
                <c:pt idx="13635">
                  <c:v>171.97</c:v>
                </c:pt>
                <c:pt idx="13636">
                  <c:v>131.97999999999999</c:v>
                </c:pt>
                <c:pt idx="13637">
                  <c:v>119.97</c:v>
                </c:pt>
                <c:pt idx="13638">
                  <c:v>59.98</c:v>
                </c:pt>
                <c:pt idx="13639">
                  <c:v>105.98</c:v>
                </c:pt>
                <c:pt idx="13640">
                  <c:v>143.96</c:v>
                </c:pt>
                <c:pt idx="13641">
                  <c:v>65.989999999999995</c:v>
                </c:pt>
                <c:pt idx="13642">
                  <c:v>197.97</c:v>
                </c:pt>
                <c:pt idx="13643">
                  <c:v>247.75</c:v>
                </c:pt>
                <c:pt idx="13644">
                  <c:v>203.36</c:v>
                </c:pt>
                <c:pt idx="13645">
                  <c:v>208.96</c:v>
                </c:pt>
                <c:pt idx="13646">
                  <c:v>236.96</c:v>
                </c:pt>
                <c:pt idx="13647">
                  <c:v>205.68</c:v>
                </c:pt>
                <c:pt idx="13648">
                  <c:v>222.44</c:v>
                </c:pt>
                <c:pt idx="13649">
                  <c:v>271.73</c:v>
                </c:pt>
                <c:pt idx="13650">
                  <c:v>134.97</c:v>
                </c:pt>
                <c:pt idx="13651">
                  <c:v>139.96</c:v>
                </c:pt>
                <c:pt idx="13652">
                  <c:v>216.31</c:v>
                </c:pt>
                <c:pt idx="13653">
                  <c:v>91.96</c:v>
                </c:pt>
                <c:pt idx="13654">
                  <c:v>206.97</c:v>
                </c:pt>
                <c:pt idx="13655">
                  <c:v>184.96</c:v>
                </c:pt>
                <c:pt idx="13656">
                  <c:v>184.97</c:v>
                </c:pt>
                <c:pt idx="13657">
                  <c:v>134.97</c:v>
                </c:pt>
                <c:pt idx="13658">
                  <c:v>258.94</c:v>
                </c:pt>
                <c:pt idx="13659">
                  <c:v>209.97</c:v>
                </c:pt>
                <c:pt idx="13660">
                  <c:v>169.98</c:v>
                </c:pt>
                <c:pt idx="13661">
                  <c:v>222.47</c:v>
                </c:pt>
                <c:pt idx="13662">
                  <c:v>238.96</c:v>
                </c:pt>
                <c:pt idx="13663">
                  <c:v>218.93</c:v>
                </c:pt>
                <c:pt idx="13664">
                  <c:v>495.98</c:v>
                </c:pt>
                <c:pt idx="13665">
                  <c:v>239.54</c:v>
                </c:pt>
                <c:pt idx="13666">
                  <c:v>391.94</c:v>
                </c:pt>
                <c:pt idx="13667">
                  <c:v>293.95</c:v>
                </c:pt>
                <c:pt idx="13668">
                  <c:v>163.75</c:v>
                </c:pt>
                <c:pt idx="13669">
                  <c:v>251.63</c:v>
                </c:pt>
                <c:pt idx="13670">
                  <c:v>193.55</c:v>
                </c:pt>
                <c:pt idx="13671">
                  <c:v>231.03</c:v>
                </c:pt>
                <c:pt idx="13672">
                  <c:v>287.89999999999998</c:v>
                </c:pt>
                <c:pt idx="13673">
                  <c:v>214.1</c:v>
                </c:pt>
                <c:pt idx="13674">
                  <c:v>378.42</c:v>
                </c:pt>
                <c:pt idx="13675">
                  <c:v>307.27</c:v>
                </c:pt>
                <c:pt idx="13676">
                  <c:v>290.33</c:v>
                </c:pt>
                <c:pt idx="13677">
                  <c:v>67.709999999999994</c:v>
                </c:pt>
                <c:pt idx="13678">
                  <c:v>273.36</c:v>
                </c:pt>
                <c:pt idx="13679">
                  <c:v>210.48</c:v>
                </c:pt>
                <c:pt idx="13680">
                  <c:v>78.98</c:v>
                </c:pt>
                <c:pt idx="13681">
                  <c:v>65.989999999999995</c:v>
                </c:pt>
                <c:pt idx="13682">
                  <c:v>106.98</c:v>
                </c:pt>
                <c:pt idx="13683">
                  <c:v>94.51</c:v>
                </c:pt>
                <c:pt idx="13684">
                  <c:v>65.989999999999995</c:v>
                </c:pt>
                <c:pt idx="13685">
                  <c:v>84.99</c:v>
                </c:pt>
                <c:pt idx="13686">
                  <c:v>65.989999999999995</c:v>
                </c:pt>
                <c:pt idx="13687">
                  <c:v>63.98</c:v>
                </c:pt>
                <c:pt idx="13688">
                  <c:v>59.99</c:v>
                </c:pt>
                <c:pt idx="13689">
                  <c:v>50.99</c:v>
                </c:pt>
                <c:pt idx="13690">
                  <c:v>65.989999999999995</c:v>
                </c:pt>
                <c:pt idx="13691">
                  <c:v>65.989999999999995</c:v>
                </c:pt>
                <c:pt idx="13692">
                  <c:v>34.01</c:v>
                </c:pt>
                <c:pt idx="13693">
                  <c:v>65.989999999999995</c:v>
                </c:pt>
                <c:pt idx="13694">
                  <c:v>65.989999999999995</c:v>
                </c:pt>
                <c:pt idx="13695">
                  <c:v>84.98</c:v>
                </c:pt>
                <c:pt idx="13696">
                  <c:v>65.989999999999995</c:v>
                </c:pt>
                <c:pt idx="13697">
                  <c:v>115.03</c:v>
                </c:pt>
                <c:pt idx="13698">
                  <c:v>65.989999999999995</c:v>
                </c:pt>
                <c:pt idx="13699">
                  <c:v>65.989999999999995</c:v>
                </c:pt>
                <c:pt idx="13700">
                  <c:v>65.989999999999995</c:v>
                </c:pt>
                <c:pt idx="13701">
                  <c:v>65.989999999999995</c:v>
                </c:pt>
                <c:pt idx="13702">
                  <c:v>65.989999999999995</c:v>
                </c:pt>
                <c:pt idx="13703">
                  <c:v>58.98</c:v>
                </c:pt>
                <c:pt idx="13704">
                  <c:v>65.989999999999995</c:v>
                </c:pt>
                <c:pt idx="13705">
                  <c:v>56.09</c:v>
                </c:pt>
                <c:pt idx="13706">
                  <c:v>65.989999999999995</c:v>
                </c:pt>
                <c:pt idx="13707">
                  <c:v>62.69</c:v>
                </c:pt>
                <c:pt idx="13708">
                  <c:v>101.98</c:v>
                </c:pt>
                <c:pt idx="13709">
                  <c:v>65.989999999999995</c:v>
                </c:pt>
                <c:pt idx="13710">
                  <c:v>65.989999999999995</c:v>
                </c:pt>
                <c:pt idx="13711">
                  <c:v>70.98</c:v>
                </c:pt>
                <c:pt idx="13712">
                  <c:v>53.78</c:v>
                </c:pt>
                <c:pt idx="13713">
                  <c:v>84.98</c:v>
                </c:pt>
                <c:pt idx="13714">
                  <c:v>61.62</c:v>
                </c:pt>
                <c:pt idx="13715">
                  <c:v>70.98</c:v>
                </c:pt>
                <c:pt idx="13716">
                  <c:v>67.290000000000006</c:v>
                </c:pt>
                <c:pt idx="13717">
                  <c:v>67.489999999999995</c:v>
                </c:pt>
                <c:pt idx="13718">
                  <c:v>84.97</c:v>
                </c:pt>
                <c:pt idx="13719">
                  <c:v>65.989999999999995</c:v>
                </c:pt>
                <c:pt idx="13720">
                  <c:v>65.989999999999995</c:v>
                </c:pt>
                <c:pt idx="13721">
                  <c:v>57.51</c:v>
                </c:pt>
                <c:pt idx="13722">
                  <c:v>97.97</c:v>
                </c:pt>
                <c:pt idx="13723">
                  <c:v>126.98</c:v>
                </c:pt>
                <c:pt idx="13724">
                  <c:v>60.36</c:v>
                </c:pt>
                <c:pt idx="13725">
                  <c:v>108.78</c:v>
                </c:pt>
                <c:pt idx="13726">
                  <c:v>-14</c:v>
                </c:pt>
                <c:pt idx="13727">
                  <c:v>65.989999999999995</c:v>
                </c:pt>
                <c:pt idx="13728">
                  <c:v>65.989999999999995</c:v>
                </c:pt>
                <c:pt idx="13729">
                  <c:v>65.989999999999995</c:v>
                </c:pt>
                <c:pt idx="13730">
                  <c:v>58.98</c:v>
                </c:pt>
                <c:pt idx="13731">
                  <c:v>65.989999999999995</c:v>
                </c:pt>
                <c:pt idx="13732">
                  <c:v>79.98</c:v>
                </c:pt>
                <c:pt idx="13733">
                  <c:v>54.98</c:v>
                </c:pt>
                <c:pt idx="13734">
                  <c:v>127.49</c:v>
                </c:pt>
                <c:pt idx="13735">
                  <c:v>314.89999999999998</c:v>
                </c:pt>
                <c:pt idx="13736">
                  <c:v>230.93</c:v>
                </c:pt>
                <c:pt idx="13737">
                  <c:v>248.94</c:v>
                </c:pt>
                <c:pt idx="13738">
                  <c:v>185.93</c:v>
                </c:pt>
                <c:pt idx="13739">
                  <c:v>206.95</c:v>
                </c:pt>
                <c:pt idx="13740">
                  <c:v>269.91000000000003</c:v>
                </c:pt>
                <c:pt idx="13741">
                  <c:v>309.89999999999998</c:v>
                </c:pt>
                <c:pt idx="13742">
                  <c:v>278.91000000000003</c:v>
                </c:pt>
                <c:pt idx="13743">
                  <c:v>299.89999999999998</c:v>
                </c:pt>
                <c:pt idx="13744">
                  <c:v>119.96</c:v>
                </c:pt>
                <c:pt idx="13745">
                  <c:v>158.94999999999999</c:v>
                </c:pt>
                <c:pt idx="13746">
                  <c:v>239.92</c:v>
                </c:pt>
                <c:pt idx="13747">
                  <c:v>309.89999999999998</c:v>
                </c:pt>
                <c:pt idx="13748">
                  <c:v>213.24</c:v>
                </c:pt>
                <c:pt idx="13749">
                  <c:v>299.89999999999998</c:v>
                </c:pt>
                <c:pt idx="13750">
                  <c:v>309.89999999999998</c:v>
                </c:pt>
                <c:pt idx="13751">
                  <c:v>234.92</c:v>
                </c:pt>
                <c:pt idx="13752">
                  <c:v>239.92</c:v>
                </c:pt>
                <c:pt idx="13753">
                  <c:v>123.96</c:v>
                </c:pt>
                <c:pt idx="13754">
                  <c:v>309.89999999999998</c:v>
                </c:pt>
                <c:pt idx="13755">
                  <c:v>119.96</c:v>
                </c:pt>
                <c:pt idx="13756">
                  <c:v>222.24</c:v>
                </c:pt>
                <c:pt idx="13757">
                  <c:v>239.54</c:v>
                </c:pt>
                <c:pt idx="13758">
                  <c:v>79.989999999999995</c:v>
                </c:pt>
                <c:pt idx="13759">
                  <c:v>61.69</c:v>
                </c:pt>
                <c:pt idx="13760">
                  <c:v>80.349999999999994</c:v>
                </c:pt>
                <c:pt idx="13761">
                  <c:v>80.349999999999994</c:v>
                </c:pt>
                <c:pt idx="13762">
                  <c:v>80.94</c:v>
                </c:pt>
                <c:pt idx="13763">
                  <c:v>81.05</c:v>
                </c:pt>
                <c:pt idx="13764">
                  <c:v>73.06</c:v>
                </c:pt>
                <c:pt idx="13765">
                  <c:v>95.3</c:v>
                </c:pt>
                <c:pt idx="13766">
                  <c:v>111.28</c:v>
                </c:pt>
                <c:pt idx="13767">
                  <c:v>81.05</c:v>
                </c:pt>
                <c:pt idx="13768">
                  <c:v>97.97</c:v>
                </c:pt>
                <c:pt idx="13769">
                  <c:v>81.05</c:v>
                </c:pt>
                <c:pt idx="13770">
                  <c:v>97.97</c:v>
                </c:pt>
                <c:pt idx="13771">
                  <c:v>79.849999999999994</c:v>
                </c:pt>
                <c:pt idx="13772">
                  <c:v>81.05</c:v>
                </c:pt>
                <c:pt idx="13773">
                  <c:v>81.05</c:v>
                </c:pt>
                <c:pt idx="13774">
                  <c:v>67.69</c:v>
                </c:pt>
                <c:pt idx="13775">
                  <c:v>104.02</c:v>
                </c:pt>
                <c:pt idx="13776">
                  <c:v>79.849999999999994</c:v>
                </c:pt>
                <c:pt idx="13777">
                  <c:v>85.87</c:v>
                </c:pt>
                <c:pt idx="13778">
                  <c:v>209.78</c:v>
                </c:pt>
                <c:pt idx="13779">
                  <c:v>169.98</c:v>
                </c:pt>
                <c:pt idx="13780">
                  <c:v>140.97</c:v>
                </c:pt>
                <c:pt idx="13781">
                  <c:v>111.01</c:v>
                </c:pt>
                <c:pt idx="13782">
                  <c:v>131.97999999999999</c:v>
                </c:pt>
                <c:pt idx="13783">
                  <c:v>169.98</c:v>
                </c:pt>
                <c:pt idx="13784">
                  <c:v>199.47</c:v>
                </c:pt>
                <c:pt idx="13785">
                  <c:v>131.97999999999999</c:v>
                </c:pt>
                <c:pt idx="13786">
                  <c:v>131.97999999999999</c:v>
                </c:pt>
                <c:pt idx="13787">
                  <c:v>131.97999999999999</c:v>
                </c:pt>
                <c:pt idx="13788">
                  <c:v>200.97</c:v>
                </c:pt>
                <c:pt idx="13789">
                  <c:v>128.85</c:v>
                </c:pt>
                <c:pt idx="13790">
                  <c:v>172.96</c:v>
                </c:pt>
                <c:pt idx="13791">
                  <c:v>131.97999999999999</c:v>
                </c:pt>
                <c:pt idx="13792">
                  <c:v>169.98</c:v>
                </c:pt>
                <c:pt idx="13793">
                  <c:v>72.7</c:v>
                </c:pt>
                <c:pt idx="13794">
                  <c:v>97.99</c:v>
                </c:pt>
                <c:pt idx="13795">
                  <c:v>79.849999999999994</c:v>
                </c:pt>
                <c:pt idx="13796">
                  <c:v>79.849999999999994</c:v>
                </c:pt>
                <c:pt idx="13797">
                  <c:v>90.73</c:v>
                </c:pt>
                <c:pt idx="13798">
                  <c:v>101.01</c:v>
                </c:pt>
                <c:pt idx="13799">
                  <c:v>79.849999999999994</c:v>
                </c:pt>
                <c:pt idx="13800">
                  <c:v>79.849999999999994</c:v>
                </c:pt>
                <c:pt idx="13801">
                  <c:v>47.23</c:v>
                </c:pt>
                <c:pt idx="13802">
                  <c:v>48.89</c:v>
                </c:pt>
                <c:pt idx="13803">
                  <c:v>97.99</c:v>
                </c:pt>
                <c:pt idx="13804">
                  <c:v>45.16</c:v>
                </c:pt>
                <c:pt idx="13805">
                  <c:v>50.19</c:v>
                </c:pt>
                <c:pt idx="13806">
                  <c:v>91.03</c:v>
                </c:pt>
                <c:pt idx="13807">
                  <c:v>79.849999999999994</c:v>
                </c:pt>
                <c:pt idx="13808">
                  <c:v>79.849999999999994</c:v>
                </c:pt>
                <c:pt idx="13809">
                  <c:v>79.849999999999994</c:v>
                </c:pt>
                <c:pt idx="13810">
                  <c:v>79.849999999999994</c:v>
                </c:pt>
                <c:pt idx="13811">
                  <c:v>79.849999999999994</c:v>
                </c:pt>
                <c:pt idx="13812">
                  <c:v>97.99</c:v>
                </c:pt>
                <c:pt idx="13813">
                  <c:v>49.59</c:v>
                </c:pt>
                <c:pt idx="13814">
                  <c:v>79.849999999999994</c:v>
                </c:pt>
                <c:pt idx="13815">
                  <c:v>79.849999999999994</c:v>
                </c:pt>
                <c:pt idx="13816">
                  <c:v>79.849999999999994</c:v>
                </c:pt>
                <c:pt idx="13817">
                  <c:v>79.849999999999994</c:v>
                </c:pt>
                <c:pt idx="13818">
                  <c:v>77.97</c:v>
                </c:pt>
                <c:pt idx="13819">
                  <c:v>212.57</c:v>
                </c:pt>
                <c:pt idx="13820">
                  <c:v>86.97</c:v>
                </c:pt>
                <c:pt idx="13821">
                  <c:v>188.97</c:v>
                </c:pt>
                <c:pt idx="13822">
                  <c:v>191.95</c:v>
                </c:pt>
                <c:pt idx="13823">
                  <c:v>131.02000000000001</c:v>
                </c:pt>
                <c:pt idx="13824">
                  <c:v>218.94</c:v>
                </c:pt>
                <c:pt idx="13825">
                  <c:v>218.96</c:v>
                </c:pt>
                <c:pt idx="13826">
                  <c:v>240.93</c:v>
                </c:pt>
                <c:pt idx="13827">
                  <c:v>69.959999999999994</c:v>
                </c:pt>
                <c:pt idx="13828">
                  <c:v>41.98</c:v>
                </c:pt>
                <c:pt idx="13829">
                  <c:v>233.87</c:v>
                </c:pt>
                <c:pt idx="13830">
                  <c:v>169.98</c:v>
                </c:pt>
                <c:pt idx="13831">
                  <c:v>299.94</c:v>
                </c:pt>
                <c:pt idx="13832">
                  <c:v>254.97</c:v>
                </c:pt>
                <c:pt idx="13833">
                  <c:v>167.83</c:v>
                </c:pt>
                <c:pt idx="13834">
                  <c:v>224.96</c:v>
                </c:pt>
                <c:pt idx="13835">
                  <c:v>120.97</c:v>
                </c:pt>
                <c:pt idx="13836">
                  <c:v>263.17</c:v>
                </c:pt>
                <c:pt idx="13837">
                  <c:v>128.94999999999999</c:v>
                </c:pt>
                <c:pt idx="13838">
                  <c:v>329.05</c:v>
                </c:pt>
                <c:pt idx="13839">
                  <c:v>197.97</c:v>
                </c:pt>
                <c:pt idx="13840">
                  <c:v>199.96</c:v>
                </c:pt>
                <c:pt idx="13841">
                  <c:v>66.53</c:v>
                </c:pt>
                <c:pt idx="13842">
                  <c:v>147.56</c:v>
                </c:pt>
                <c:pt idx="13843">
                  <c:v>128.24</c:v>
                </c:pt>
                <c:pt idx="13844">
                  <c:v>128.24</c:v>
                </c:pt>
                <c:pt idx="13845">
                  <c:v>131.72999999999999</c:v>
                </c:pt>
                <c:pt idx="13846">
                  <c:v>115.41</c:v>
                </c:pt>
                <c:pt idx="13847">
                  <c:v>84.66</c:v>
                </c:pt>
                <c:pt idx="13848">
                  <c:v>114.48</c:v>
                </c:pt>
                <c:pt idx="13849">
                  <c:v>128.24</c:v>
                </c:pt>
                <c:pt idx="13850">
                  <c:v>164.51</c:v>
                </c:pt>
                <c:pt idx="13851">
                  <c:v>108.78</c:v>
                </c:pt>
                <c:pt idx="13852">
                  <c:v>213.95</c:v>
                </c:pt>
                <c:pt idx="13853">
                  <c:v>152.97999999999999</c:v>
                </c:pt>
                <c:pt idx="13854">
                  <c:v>165.98</c:v>
                </c:pt>
                <c:pt idx="13855">
                  <c:v>213.95</c:v>
                </c:pt>
                <c:pt idx="13856">
                  <c:v>130</c:v>
                </c:pt>
                <c:pt idx="13857">
                  <c:v>166.27</c:v>
                </c:pt>
                <c:pt idx="13858">
                  <c:v>128.02000000000001</c:v>
                </c:pt>
                <c:pt idx="13859">
                  <c:v>154.54</c:v>
                </c:pt>
                <c:pt idx="13860">
                  <c:v>121.98</c:v>
                </c:pt>
                <c:pt idx="13861">
                  <c:v>189.24</c:v>
                </c:pt>
                <c:pt idx="13862">
                  <c:v>169.98</c:v>
                </c:pt>
                <c:pt idx="13863">
                  <c:v>159.97999999999999</c:v>
                </c:pt>
                <c:pt idx="13864">
                  <c:v>129.24</c:v>
                </c:pt>
                <c:pt idx="13865">
                  <c:v>79.989999999999995</c:v>
                </c:pt>
                <c:pt idx="13866">
                  <c:v>131.97999999999999</c:v>
                </c:pt>
                <c:pt idx="13867">
                  <c:v>163.6</c:v>
                </c:pt>
                <c:pt idx="13868">
                  <c:v>197.97</c:v>
                </c:pt>
                <c:pt idx="13869">
                  <c:v>121.98</c:v>
                </c:pt>
                <c:pt idx="13870">
                  <c:v>169.98</c:v>
                </c:pt>
                <c:pt idx="13871">
                  <c:v>79.989999999999995</c:v>
                </c:pt>
                <c:pt idx="13872">
                  <c:v>79.989999999999995</c:v>
                </c:pt>
                <c:pt idx="13873">
                  <c:v>301.64</c:v>
                </c:pt>
                <c:pt idx="13874">
                  <c:v>224.23</c:v>
                </c:pt>
                <c:pt idx="13875">
                  <c:v>158.91999999999999</c:v>
                </c:pt>
                <c:pt idx="13876">
                  <c:v>218.95</c:v>
                </c:pt>
                <c:pt idx="13877">
                  <c:v>159.97999999999999</c:v>
                </c:pt>
                <c:pt idx="13878">
                  <c:v>266.19</c:v>
                </c:pt>
                <c:pt idx="13879">
                  <c:v>115.57</c:v>
                </c:pt>
                <c:pt idx="13880">
                  <c:v>57.96</c:v>
                </c:pt>
                <c:pt idx="13881">
                  <c:v>159.97999999999999</c:v>
                </c:pt>
                <c:pt idx="13882">
                  <c:v>232.96</c:v>
                </c:pt>
                <c:pt idx="13883">
                  <c:v>165.96</c:v>
                </c:pt>
                <c:pt idx="13884">
                  <c:v>145.88999999999999</c:v>
                </c:pt>
                <c:pt idx="13885">
                  <c:v>109.78</c:v>
                </c:pt>
                <c:pt idx="13886">
                  <c:v>157.97</c:v>
                </c:pt>
                <c:pt idx="13887">
                  <c:v>121.98</c:v>
                </c:pt>
                <c:pt idx="13888">
                  <c:v>159.97999999999999</c:v>
                </c:pt>
                <c:pt idx="13889">
                  <c:v>177.97</c:v>
                </c:pt>
                <c:pt idx="13890">
                  <c:v>160.96</c:v>
                </c:pt>
                <c:pt idx="13891">
                  <c:v>60.99</c:v>
                </c:pt>
                <c:pt idx="13892">
                  <c:v>53.97</c:v>
                </c:pt>
                <c:pt idx="13893">
                  <c:v>159.97999999999999</c:v>
                </c:pt>
                <c:pt idx="13894">
                  <c:v>139.97</c:v>
                </c:pt>
                <c:pt idx="13895">
                  <c:v>159.97999999999999</c:v>
                </c:pt>
                <c:pt idx="13896">
                  <c:v>244.51</c:v>
                </c:pt>
                <c:pt idx="13897">
                  <c:v>154.55000000000001</c:v>
                </c:pt>
                <c:pt idx="13898">
                  <c:v>239.97</c:v>
                </c:pt>
                <c:pt idx="13899">
                  <c:v>348.94</c:v>
                </c:pt>
                <c:pt idx="13900">
                  <c:v>388.02</c:v>
                </c:pt>
                <c:pt idx="13901">
                  <c:v>263.95999999999998</c:v>
                </c:pt>
                <c:pt idx="13902">
                  <c:v>263.95999999999998</c:v>
                </c:pt>
                <c:pt idx="13903">
                  <c:v>212.96</c:v>
                </c:pt>
                <c:pt idx="13904">
                  <c:v>263.95999999999998</c:v>
                </c:pt>
                <c:pt idx="13905">
                  <c:v>263.95999999999998</c:v>
                </c:pt>
                <c:pt idx="13906">
                  <c:v>159.96</c:v>
                </c:pt>
                <c:pt idx="13907">
                  <c:v>284.93</c:v>
                </c:pt>
                <c:pt idx="13908">
                  <c:v>236.93</c:v>
                </c:pt>
                <c:pt idx="13909">
                  <c:v>299.94</c:v>
                </c:pt>
                <c:pt idx="13910">
                  <c:v>89.98</c:v>
                </c:pt>
                <c:pt idx="13911">
                  <c:v>249.95</c:v>
                </c:pt>
                <c:pt idx="13912">
                  <c:v>263.94</c:v>
                </c:pt>
                <c:pt idx="13913">
                  <c:v>299.94</c:v>
                </c:pt>
                <c:pt idx="13914">
                  <c:v>131.97999999999999</c:v>
                </c:pt>
                <c:pt idx="13915">
                  <c:v>65.989999999999995</c:v>
                </c:pt>
                <c:pt idx="13916">
                  <c:v>131.97999999999999</c:v>
                </c:pt>
                <c:pt idx="13917">
                  <c:v>131.97999999999999</c:v>
                </c:pt>
                <c:pt idx="13918">
                  <c:v>131.97999999999999</c:v>
                </c:pt>
                <c:pt idx="13919">
                  <c:v>131.97999999999999</c:v>
                </c:pt>
                <c:pt idx="13920">
                  <c:v>112.18</c:v>
                </c:pt>
                <c:pt idx="13921">
                  <c:v>146.97</c:v>
                </c:pt>
                <c:pt idx="13922">
                  <c:v>124.38</c:v>
                </c:pt>
                <c:pt idx="13923">
                  <c:v>89.98</c:v>
                </c:pt>
                <c:pt idx="13924">
                  <c:v>131.97999999999999</c:v>
                </c:pt>
                <c:pt idx="13925">
                  <c:v>65.989999999999995</c:v>
                </c:pt>
                <c:pt idx="13926">
                  <c:v>146.97</c:v>
                </c:pt>
                <c:pt idx="13927">
                  <c:v>84.98</c:v>
                </c:pt>
                <c:pt idx="13928">
                  <c:v>141.84</c:v>
                </c:pt>
                <c:pt idx="13929">
                  <c:v>141.54</c:v>
                </c:pt>
                <c:pt idx="13930">
                  <c:v>131.97999999999999</c:v>
                </c:pt>
                <c:pt idx="13931">
                  <c:v>131.97999999999999</c:v>
                </c:pt>
                <c:pt idx="13932">
                  <c:v>131.97999999999999</c:v>
                </c:pt>
                <c:pt idx="13933">
                  <c:v>101.98</c:v>
                </c:pt>
                <c:pt idx="13934">
                  <c:v>124.42</c:v>
                </c:pt>
                <c:pt idx="13935">
                  <c:v>197.97</c:v>
                </c:pt>
                <c:pt idx="13936">
                  <c:v>146.97</c:v>
                </c:pt>
                <c:pt idx="13937">
                  <c:v>122.74</c:v>
                </c:pt>
                <c:pt idx="13938">
                  <c:v>101.98</c:v>
                </c:pt>
                <c:pt idx="13939">
                  <c:v>146.97</c:v>
                </c:pt>
                <c:pt idx="13940">
                  <c:v>161.96</c:v>
                </c:pt>
                <c:pt idx="13941">
                  <c:v>79.98</c:v>
                </c:pt>
                <c:pt idx="13942">
                  <c:v>183.95</c:v>
                </c:pt>
                <c:pt idx="13943">
                  <c:v>155.97</c:v>
                </c:pt>
                <c:pt idx="13944">
                  <c:v>105.04</c:v>
                </c:pt>
                <c:pt idx="13945">
                  <c:v>197.97</c:v>
                </c:pt>
                <c:pt idx="13946">
                  <c:v>131.97999999999999</c:v>
                </c:pt>
                <c:pt idx="13947">
                  <c:v>197.97</c:v>
                </c:pt>
                <c:pt idx="13948">
                  <c:v>134.97</c:v>
                </c:pt>
                <c:pt idx="13949">
                  <c:v>121.98</c:v>
                </c:pt>
                <c:pt idx="13950">
                  <c:v>126.83</c:v>
                </c:pt>
                <c:pt idx="13951">
                  <c:v>234.35</c:v>
                </c:pt>
                <c:pt idx="13952">
                  <c:v>138.96</c:v>
                </c:pt>
                <c:pt idx="13953">
                  <c:v>134.97</c:v>
                </c:pt>
                <c:pt idx="13954">
                  <c:v>201.93</c:v>
                </c:pt>
                <c:pt idx="13955">
                  <c:v>289.38</c:v>
                </c:pt>
                <c:pt idx="13956">
                  <c:v>259.93</c:v>
                </c:pt>
                <c:pt idx="13957">
                  <c:v>241.94</c:v>
                </c:pt>
                <c:pt idx="13958">
                  <c:v>109.28</c:v>
                </c:pt>
                <c:pt idx="13959">
                  <c:v>209.97</c:v>
                </c:pt>
                <c:pt idx="13960">
                  <c:v>228.96</c:v>
                </c:pt>
                <c:pt idx="13961">
                  <c:v>163.26</c:v>
                </c:pt>
                <c:pt idx="13962">
                  <c:v>72.680000000000007</c:v>
                </c:pt>
                <c:pt idx="13963">
                  <c:v>165.57</c:v>
                </c:pt>
                <c:pt idx="13964">
                  <c:v>173.95</c:v>
                </c:pt>
                <c:pt idx="13965">
                  <c:v>124.98</c:v>
                </c:pt>
                <c:pt idx="13966">
                  <c:v>124.97</c:v>
                </c:pt>
                <c:pt idx="13967">
                  <c:v>206.51</c:v>
                </c:pt>
                <c:pt idx="13968">
                  <c:v>112.97</c:v>
                </c:pt>
                <c:pt idx="13969">
                  <c:v>169.98</c:v>
                </c:pt>
                <c:pt idx="13970">
                  <c:v>137.97999999999999</c:v>
                </c:pt>
                <c:pt idx="13971">
                  <c:v>241.94</c:v>
                </c:pt>
                <c:pt idx="13972">
                  <c:v>138.96</c:v>
                </c:pt>
                <c:pt idx="13973">
                  <c:v>147.96</c:v>
                </c:pt>
                <c:pt idx="13974">
                  <c:v>96.02</c:v>
                </c:pt>
                <c:pt idx="13975">
                  <c:v>212.2</c:v>
                </c:pt>
                <c:pt idx="13976">
                  <c:v>251.94</c:v>
                </c:pt>
                <c:pt idx="13977">
                  <c:v>164.96</c:v>
                </c:pt>
                <c:pt idx="13978">
                  <c:v>198.95</c:v>
                </c:pt>
                <c:pt idx="13979">
                  <c:v>131.97999999999999</c:v>
                </c:pt>
                <c:pt idx="13980">
                  <c:v>112.96</c:v>
                </c:pt>
                <c:pt idx="13981">
                  <c:v>128.26</c:v>
                </c:pt>
                <c:pt idx="13982">
                  <c:v>147.13999999999999</c:v>
                </c:pt>
                <c:pt idx="13983">
                  <c:v>172.97</c:v>
                </c:pt>
                <c:pt idx="13984">
                  <c:v>129.97999999999999</c:v>
                </c:pt>
                <c:pt idx="13985">
                  <c:v>189.96</c:v>
                </c:pt>
                <c:pt idx="13986">
                  <c:v>169.98</c:v>
                </c:pt>
                <c:pt idx="13987">
                  <c:v>275.74</c:v>
                </c:pt>
                <c:pt idx="13988">
                  <c:v>193.16</c:v>
                </c:pt>
                <c:pt idx="13989">
                  <c:v>192.6</c:v>
                </c:pt>
                <c:pt idx="13990">
                  <c:v>334.38</c:v>
                </c:pt>
                <c:pt idx="13991">
                  <c:v>153.27000000000001</c:v>
                </c:pt>
                <c:pt idx="13992">
                  <c:v>131.97999999999999</c:v>
                </c:pt>
                <c:pt idx="13993">
                  <c:v>130.38</c:v>
                </c:pt>
                <c:pt idx="13994">
                  <c:v>128.97999999999999</c:v>
                </c:pt>
                <c:pt idx="13995">
                  <c:v>295.51</c:v>
                </c:pt>
                <c:pt idx="13996">
                  <c:v>164.28</c:v>
                </c:pt>
                <c:pt idx="13997">
                  <c:v>205.96</c:v>
                </c:pt>
                <c:pt idx="13998">
                  <c:v>130.66</c:v>
                </c:pt>
                <c:pt idx="13999">
                  <c:v>169.98</c:v>
                </c:pt>
                <c:pt idx="14000">
                  <c:v>268.64</c:v>
                </c:pt>
                <c:pt idx="14001">
                  <c:v>161.72999999999999</c:v>
                </c:pt>
                <c:pt idx="14002">
                  <c:v>153.97</c:v>
                </c:pt>
                <c:pt idx="14003">
                  <c:v>209.94</c:v>
                </c:pt>
                <c:pt idx="14004">
                  <c:v>84.99</c:v>
                </c:pt>
                <c:pt idx="14005">
                  <c:v>159.97999999999999</c:v>
                </c:pt>
                <c:pt idx="14006">
                  <c:v>88.38</c:v>
                </c:pt>
                <c:pt idx="14007">
                  <c:v>99.96</c:v>
                </c:pt>
                <c:pt idx="14008">
                  <c:v>19.989999999999998</c:v>
                </c:pt>
                <c:pt idx="14009">
                  <c:v>117.96</c:v>
                </c:pt>
                <c:pt idx="14010">
                  <c:v>178.22</c:v>
                </c:pt>
                <c:pt idx="14011">
                  <c:v>88.98</c:v>
                </c:pt>
                <c:pt idx="14012">
                  <c:v>169.98</c:v>
                </c:pt>
                <c:pt idx="14013">
                  <c:v>119.98</c:v>
                </c:pt>
                <c:pt idx="14014">
                  <c:v>54.84</c:v>
                </c:pt>
                <c:pt idx="14015">
                  <c:v>68.02</c:v>
                </c:pt>
                <c:pt idx="14016">
                  <c:v>139.97999999999999</c:v>
                </c:pt>
                <c:pt idx="14017">
                  <c:v>181.95</c:v>
                </c:pt>
                <c:pt idx="14018">
                  <c:v>104.98</c:v>
                </c:pt>
                <c:pt idx="14019">
                  <c:v>81.599999999999994</c:v>
                </c:pt>
                <c:pt idx="14020">
                  <c:v>135.76</c:v>
                </c:pt>
                <c:pt idx="14021">
                  <c:v>104.98</c:v>
                </c:pt>
                <c:pt idx="14022">
                  <c:v>110.98</c:v>
                </c:pt>
                <c:pt idx="14023">
                  <c:v>82.77</c:v>
                </c:pt>
                <c:pt idx="14024">
                  <c:v>89.08</c:v>
                </c:pt>
                <c:pt idx="14025">
                  <c:v>105.97</c:v>
                </c:pt>
                <c:pt idx="14026">
                  <c:v>165.84</c:v>
                </c:pt>
                <c:pt idx="14027">
                  <c:v>130.38</c:v>
                </c:pt>
                <c:pt idx="14028">
                  <c:v>102.09</c:v>
                </c:pt>
                <c:pt idx="14029">
                  <c:v>105.08</c:v>
                </c:pt>
                <c:pt idx="14030">
                  <c:v>68.989999999999995</c:v>
                </c:pt>
                <c:pt idx="14031">
                  <c:v>76.41</c:v>
                </c:pt>
                <c:pt idx="14032">
                  <c:v>104.13</c:v>
                </c:pt>
                <c:pt idx="14033">
                  <c:v>180.91</c:v>
                </c:pt>
                <c:pt idx="14034">
                  <c:v>124.97</c:v>
                </c:pt>
                <c:pt idx="14035">
                  <c:v>135.9</c:v>
                </c:pt>
                <c:pt idx="14036">
                  <c:v>199.96</c:v>
                </c:pt>
                <c:pt idx="14037">
                  <c:v>131.97999999999999</c:v>
                </c:pt>
                <c:pt idx="14038">
                  <c:v>134.97999999999999</c:v>
                </c:pt>
                <c:pt idx="14039">
                  <c:v>169.98</c:v>
                </c:pt>
                <c:pt idx="14040">
                  <c:v>291.95999999999998</c:v>
                </c:pt>
                <c:pt idx="14041">
                  <c:v>131.97999999999999</c:v>
                </c:pt>
                <c:pt idx="14042">
                  <c:v>251.94</c:v>
                </c:pt>
                <c:pt idx="14043">
                  <c:v>74.989999999999995</c:v>
                </c:pt>
                <c:pt idx="14044">
                  <c:v>68.989999999999995</c:v>
                </c:pt>
                <c:pt idx="14045">
                  <c:v>140.97</c:v>
                </c:pt>
                <c:pt idx="14046">
                  <c:v>288.97000000000003</c:v>
                </c:pt>
                <c:pt idx="14047">
                  <c:v>314.95999999999998</c:v>
                </c:pt>
                <c:pt idx="14048">
                  <c:v>62.47</c:v>
                </c:pt>
                <c:pt idx="14049">
                  <c:v>147.97999999999999</c:v>
                </c:pt>
                <c:pt idx="14050">
                  <c:v>275.95999999999998</c:v>
                </c:pt>
                <c:pt idx="14051">
                  <c:v>339.96</c:v>
                </c:pt>
                <c:pt idx="14052">
                  <c:v>89.98</c:v>
                </c:pt>
                <c:pt idx="14053">
                  <c:v>335.9</c:v>
                </c:pt>
                <c:pt idx="14054">
                  <c:v>84.99</c:v>
                </c:pt>
                <c:pt idx="14055">
                  <c:v>131.97999999999999</c:v>
                </c:pt>
                <c:pt idx="14056">
                  <c:v>169.98</c:v>
                </c:pt>
                <c:pt idx="14057">
                  <c:v>169.98</c:v>
                </c:pt>
                <c:pt idx="14058">
                  <c:v>169.98</c:v>
                </c:pt>
                <c:pt idx="14059">
                  <c:v>131.97999999999999</c:v>
                </c:pt>
                <c:pt idx="14060">
                  <c:v>112.98</c:v>
                </c:pt>
                <c:pt idx="14061">
                  <c:v>169.98</c:v>
                </c:pt>
                <c:pt idx="14062">
                  <c:v>131.97999999999999</c:v>
                </c:pt>
                <c:pt idx="14063">
                  <c:v>184.97</c:v>
                </c:pt>
                <c:pt idx="14064">
                  <c:v>131.97999999999999</c:v>
                </c:pt>
                <c:pt idx="14065">
                  <c:v>131.97999999999999</c:v>
                </c:pt>
                <c:pt idx="14066">
                  <c:v>157.97999999999999</c:v>
                </c:pt>
                <c:pt idx="14067">
                  <c:v>169.98</c:v>
                </c:pt>
                <c:pt idx="14068">
                  <c:v>169.98</c:v>
                </c:pt>
                <c:pt idx="14069">
                  <c:v>169.98</c:v>
                </c:pt>
                <c:pt idx="14070">
                  <c:v>99.98</c:v>
                </c:pt>
                <c:pt idx="14071">
                  <c:v>84.99</c:v>
                </c:pt>
                <c:pt idx="14072">
                  <c:v>184.97</c:v>
                </c:pt>
                <c:pt idx="14073">
                  <c:v>184.97</c:v>
                </c:pt>
                <c:pt idx="14074">
                  <c:v>184.97</c:v>
                </c:pt>
                <c:pt idx="14075">
                  <c:v>169.98</c:v>
                </c:pt>
                <c:pt idx="14076">
                  <c:v>159.97999999999999</c:v>
                </c:pt>
                <c:pt idx="14077">
                  <c:v>99.98</c:v>
                </c:pt>
                <c:pt idx="14078">
                  <c:v>169.98</c:v>
                </c:pt>
                <c:pt idx="14079">
                  <c:v>223.16</c:v>
                </c:pt>
                <c:pt idx="14080">
                  <c:v>254.97</c:v>
                </c:pt>
                <c:pt idx="14081">
                  <c:v>201.96</c:v>
                </c:pt>
                <c:pt idx="14082">
                  <c:v>169.98</c:v>
                </c:pt>
                <c:pt idx="14083">
                  <c:v>172.74</c:v>
                </c:pt>
                <c:pt idx="14084">
                  <c:v>169.98</c:v>
                </c:pt>
                <c:pt idx="14085">
                  <c:v>311.93</c:v>
                </c:pt>
                <c:pt idx="14086">
                  <c:v>169.98</c:v>
                </c:pt>
                <c:pt idx="14087">
                  <c:v>239.17</c:v>
                </c:pt>
                <c:pt idx="14088">
                  <c:v>185.97</c:v>
                </c:pt>
                <c:pt idx="14089">
                  <c:v>229.59</c:v>
                </c:pt>
                <c:pt idx="14090">
                  <c:v>153.97</c:v>
                </c:pt>
                <c:pt idx="14091">
                  <c:v>124.97</c:v>
                </c:pt>
                <c:pt idx="14092">
                  <c:v>254.97</c:v>
                </c:pt>
                <c:pt idx="14093">
                  <c:v>169.98</c:v>
                </c:pt>
                <c:pt idx="14094">
                  <c:v>216.93</c:v>
                </c:pt>
                <c:pt idx="14095">
                  <c:v>187.47</c:v>
                </c:pt>
                <c:pt idx="14096">
                  <c:v>243.57</c:v>
                </c:pt>
                <c:pt idx="14097">
                  <c:v>60.7</c:v>
                </c:pt>
                <c:pt idx="14098">
                  <c:v>86.35</c:v>
                </c:pt>
                <c:pt idx="14099">
                  <c:v>81.52</c:v>
                </c:pt>
                <c:pt idx="14100">
                  <c:v>97.97</c:v>
                </c:pt>
                <c:pt idx="14101">
                  <c:v>50.98</c:v>
                </c:pt>
                <c:pt idx="14102">
                  <c:v>67.98</c:v>
                </c:pt>
                <c:pt idx="14103">
                  <c:v>101.96</c:v>
                </c:pt>
                <c:pt idx="14104">
                  <c:v>81.97</c:v>
                </c:pt>
                <c:pt idx="14105">
                  <c:v>81.400000000000006</c:v>
                </c:pt>
                <c:pt idx="14106">
                  <c:v>78.97</c:v>
                </c:pt>
                <c:pt idx="14107">
                  <c:v>60.98</c:v>
                </c:pt>
                <c:pt idx="14108">
                  <c:v>60.98</c:v>
                </c:pt>
                <c:pt idx="14109">
                  <c:v>69.11</c:v>
                </c:pt>
                <c:pt idx="14110">
                  <c:v>50.97</c:v>
                </c:pt>
                <c:pt idx="14111">
                  <c:v>115.96</c:v>
                </c:pt>
                <c:pt idx="14112">
                  <c:v>126.9</c:v>
                </c:pt>
                <c:pt idx="14113">
                  <c:v>93.1</c:v>
                </c:pt>
                <c:pt idx="14114">
                  <c:v>78.97</c:v>
                </c:pt>
                <c:pt idx="14115">
                  <c:v>125.7</c:v>
                </c:pt>
                <c:pt idx="14116">
                  <c:v>55.98</c:v>
                </c:pt>
                <c:pt idx="14117">
                  <c:v>94.97</c:v>
                </c:pt>
                <c:pt idx="14118">
                  <c:v>68.099999999999994</c:v>
                </c:pt>
                <c:pt idx="14119">
                  <c:v>74.97</c:v>
                </c:pt>
                <c:pt idx="14120">
                  <c:v>85.16</c:v>
                </c:pt>
                <c:pt idx="14121">
                  <c:v>67.98</c:v>
                </c:pt>
                <c:pt idx="14122">
                  <c:v>107.96</c:v>
                </c:pt>
                <c:pt idx="14123">
                  <c:v>92.97</c:v>
                </c:pt>
                <c:pt idx="14124">
                  <c:v>85.51</c:v>
                </c:pt>
                <c:pt idx="14125">
                  <c:v>104.56</c:v>
                </c:pt>
                <c:pt idx="14126">
                  <c:v>114.96</c:v>
                </c:pt>
                <c:pt idx="14127">
                  <c:v>162.21</c:v>
                </c:pt>
                <c:pt idx="14128">
                  <c:v>169.98</c:v>
                </c:pt>
                <c:pt idx="14129">
                  <c:v>169.98</c:v>
                </c:pt>
                <c:pt idx="14130">
                  <c:v>169.98</c:v>
                </c:pt>
                <c:pt idx="14131">
                  <c:v>206.97</c:v>
                </c:pt>
                <c:pt idx="14132">
                  <c:v>162.80000000000001</c:v>
                </c:pt>
                <c:pt idx="14133">
                  <c:v>169.98</c:v>
                </c:pt>
                <c:pt idx="14134">
                  <c:v>156.38</c:v>
                </c:pt>
                <c:pt idx="14135">
                  <c:v>169.98</c:v>
                </c:pt>
                <c:pt idx="14136">
                  <c:v>169.98</c:v>
                </c:pt>
                <c:pt idx="14137">
                  <c:v>254.97</c:v>
                </c:pt>
                <c:pt idx="14138">
                  <c:v>169.98</c:v>
                </c:pt>
                <c:pt idx="14139">
                  <c:v>139.97999999999999</c:v>
                </c:pt>
                <c:pt idx="14140">
                  <c:v>169.98</c:v>
                </c:pt>
                <c:pt idx="14141">
                  <c:v>169.98</c:v>
                </c:pt>
                <c:pt idx="14142">
                  <c:v>169.98</c:v>
                </c:pt>
                <c:pt idx="14143">
                  <c:v>254.97</c:v>
                </c:pt>
                <c:pt idx="14144">
                  <c:v>169.98</c:v>
                </c:pt>
                <c:pt idx="14145">
                  <c:v>121.98</c:v>
                </c:pt>
                <c:pt idx="14146">
                  <c:v>224.5</c:v>
                </c:pt>
                <c:pt idx="14147">
                  <c:v>169.98</c:v>
                </c:pt>
                <c:pt idx="14148">
                  <c:v>124.18</c:v>
                </c:pt>
                <c:pt idx="14149">
                  <c:v>199.96</c:v>
                </c:pt>
                <c:pt idx="14150">
                  <c:v>169.98</c:v>
                </c:pt>
                <c:pt idx="14151">
                  <c:v>144.47999999999999</c:v>
                </c:pt>
                <c:pt idx="14152">
                  <c:v>172.97</c:v>
                </c:pt>
                <c:pt idx="14153">
                  <c:v>161.26</c:v>
                </c:pt>
                <c:pt idx="14154">
                  <c:v>77.040000000000006</c:v>
                </c:pt>
                <c:pt idx="14155">
                  <c:v>150.18</c:v>
                </c:pt>
                <c:pt idx="14156">
                  <c:v>169.98</c:v>
                </c:pt>
                <c:pt idx="14157">
                  <c:v>147.97</c:v>
                </c:pt>
                <c:pt idx="14158">
                  <c:v>163.85</c:v>
                </c:pt>
                <c:pt idx="14159">
                  <c:v>99.98</c:v>
                </c:pt>
                <c:pt idx="14160">
                  <c:v>172.97</c:v>
                </c:pt>
                <c:pt idx="14161">
                  <c:v>169.98</c:v>
                </c:pt>
                <c:pt idx="14162">
                  <c:v>169.98</c:v>
                </c:pt>
                <c:pt idx="14163">
                  <c:v>188.97</c:v>
                </c:pt>
                <c:pt idx="14164">
                  <c:v>169.98</c:v>
                </c:pt>
                <c:pt idx="14165">
                  <c:v>169.98</c:v>
                </c:pt>
                <c:pt idx="14166">
                  <c:v>188.97</c:v>
                </c:pt>
                <c:pt idx="14167">
                  <c:v>169.98</c:v>
                </c:pt>
                <c:pt idx="14168">
                  <c:v>169.98</c:v>
                </c:pt>
                <c:pt idx="14169">
                  <c:v>178.97</c:v>
                </c:pt>
                <c:pt idx="14170">
                  <c:v>188.97</c:v>
                </c:pt>
                <c:pt idx="14171">
                  <c:v>182.97</c:v>
                </c:pt>
                <c:pt idx="14172">
                  <c:v>188.97</c:v>
                </c:pt>
                <c:pt idx="14173">
                  <c:v>188.97</c:v>
                </c:pt>
                <c:pt idx="14174">
                  <c:v>188.97</c:v>
                </c:pt>
                <c:pt idx="14175">
                  <c:v>169.98</c:v>
                </c:pt>
                <c:pt idx="14176">
                  <c:v>188.97</c:v>
                </c:pt>
                <c:pt idx="14177">
                  <c:v>160.97</c:v>
                </c:pt>
                <c:pt idx="14178">
                  <c:v>159.97999999999999</c:v>
                </c:pt>
                <c:pt idx="14179">
                  <c:v>188.97</c:v>
                </c:pt>
                <c:pt idx="14180">
                  <c:v>169.98</c:v>
                </c:pt>
                <c:pt idx="14181">
                  <c:v>188.97</c:v>
                </c:pt>
                <c:pt idx="14182">
                  <c:v>110.98</c:v>
                </c:pt>
                <c:pt idx="14183">
                  <c:v>277.83</c:v>
                </c:pt>
                <c:pt idx="14184">
                  <c:v>226.85</c:v>
                </c:pt>
                <c:pt idx="14185">
                  <c:v>83.98</c:v>
                </c:pt>
                <c:pt idx="14186">
                  <c:v>102.98</c:v>
                </c:pt>
                <c:pt idx="14187">
                  <c:v>97.98</c:v>
                </c:pt>
                <c:pt idx="14188">
                  <c:v>83.98</c:v>
                </c:pt>
                <c:pt idx="14189">
                  <c:v>104.97</c:v>
                </c:pt>
                <c:pt idx="14190">
                  <c:v>104.97</c:v>
                </c:pt>
                <c:pt idx="14191">
                  <c:v>102.98</c:v>
                </c:pt>
                <c:pt idx="14192">
                  <c:v>102.98</c:v>
                </c:pt>
                <c:pt idx="14193">
                  <c:v>83.98</c:v>
                </c:pt>
                <c:pt idx="14194">
                  <c:v>156.96</c:v>
                </c:pt>
                <c:pt idx="14195">
                  <c:v>65.989999999999995</c:v>
                </c:pt>
                <c:pt idx="14196">
                  <c:v>46.29</c:v>
                </c:pt>
                <c:pt idx="14197">
                  <c:v>90.33</c:v>
                </c:pt>
                <c:pt idx="14198">
                  <c:v>102.98</c:v>
                </c:pt>
                <c:pt idx="14199">
                  <c:v>97.98</c:v>
                </c:pt>
                <c:pt idx="14200">
                  <c:v>83.98</c:v>
                </c:pt>
                <c:pt idx="14201">
                  <c:v>102.98</c:v>
                </c:pt>
                <c:pt idx="14202">
                  <c:v>46.29</c:v>
                </c:pt>
                <c:pt idx="14203">
                  <c:v>97.98</c:v>
                </c:pt>
                <c:pt idx="14204">
                  <c:v>102.98</c:v>
                </c:pt>
                <c:pt idx="14205">
                  <c:v>102.98</c:v>
                </c:pt>
                <c:pt idx="14206">
                  <c:v>102.98</c:v>
                </c:pt>
                <c:pt idx="14207">
                  <c:v>83.98</c:v>
                </c:pt>
                <c:pt idx="14208">
                  <c:v>102.98</c:v>
                </c:pt>
                <c:pt idx="14209">
                  <c:v>83.93</c:v>
                </c:pt>
                <c:pt idx="14210">
                  <c:v>129.97999999999999</c:v>
                </c:pt>
                <c:pt idx="14211">
                  <c:v>99.98</c:v>
                </c:pt>
                <c:pt idx="14212">
                  <c:v>84.99</c:v>
                </c:pt>
                <c:pt idx="14213">
                  <c:v>212.96</c:v>
                </c:pt>
                <c:pt idx="14214">
                  <c:v>84.14</c:v>
                </c:pt>
                <c:pt idx="14215">
                  <c:v>104.38</c:v>
                </c:pt>
                <c:pt idx="14216">
                  <c:v>84.99</c:v>
                </c:pt>
                <c:pt idx="14217">
                  <c:v>120.66</c:v>
                </c:pt>
                <c:pt idx="14218">
                  <c:v>111.98</c:v>
                </c:pt>
                <c:pt idx="14219">
                  <c:v>158.63999999999999</c:v>
                </c:pt>
                <c:pt idx="14220">
                  <c:v>84.14</c:v>
                </c:pt>
                <c:pt idx="14221">
                  <c:v>169.98</c:v>
                </c:pt>
                <c:pt idx="14222">
                  <c:v>131.97999999999999</c:v>
                </c:pt>
                <c:pt idx="14223">
                  <c:v>169.98</c:v>
                </c:pt>
                <c:pt idx="14224">
                  <c:v>169.98</c:v>
                </c:pt>
                <c:pt idx="14225">
                  <c:v>169.98</c:v>
                </c:pt>
                <c:pt idx="14226">
                  <c:v>169.98</c:v>
                </c:pt>
                <c:pt idx="14227">
                  <c:v>169.98</c:v>
                </c:pt>
                <c:pt idx="14228">
                  <c:v>157.72</c:v>
                </c:pt>
                <c:pt idx="14229">
                  <c:v>169.98</c:v>
                </c:pt>
                <c:pt idx="14230">
                  <c:v>159.97999999999999</c:v>
                </c:pt>
                <c:pt idx="14231">
                  <c:v>121.98</c:v>
                </c:pt>
                <c:pt idx="14232">
                  <c:v>169.98</c:v>
                </c:pt>
                <c:pt idx="14233">
                  <c:v>169.98</c:v>
                </c:pt>
                <c:pt idx="14234">
                  <c:v>131.97999999999999</c:v>
                </c:pt>
                <c:pt idx="14235">
                  <c:v>104.16</c:v>
                </c:pt>
                <c:pt idx="14236">
                  <c:v>254.97</c:v>
                </c:pt>
                <c:pt idx="14237">
                  <c:v>169.96</c:v>
                </c:pt>
                <c:pt idx="14238">
                  <c:v>119.97</c:v>
                </c:pt>
                <c:pt idx="14239">
                  <c:v>254.97</c:v>
                </c:pt>
                <c:pt idx="14240">
                  <c:v>254.97</c:v>
                </c:pt>
                <c:pt idx="14241">
                  <c:v>248.37</c:v>
                </c:pt>
                <c:pt idx="14242">
                  <c:v>52.31</c:v>
                </c:pt>
                <c:pt idx="14243">
                  <c:v>197.97</c:v>
                </c:pt>
                <c:pt idx="14244">
                  <c:v>254.97</c:v>
                </c:pt>
                <c:pt idx="14245">
                  <c:v>178.48</c:v>
                </c:pt>
                <c:pt idx="14246">
                  <c:v>122.53</c:v>
                </c:pt>
                <c:pt idx="14247">
                  <c:v>254.97</c:v>
                </c:pt>
                <c:pt idx="14248">
                  <c:v>229.97</c:v>
                </c:pt>
                <c:pt idx="14249">
                  <c:v>14.99</c:v>
                </c:pt>
                <c:pt idx="14250">
                  <c:v>178.17</c:v>
                </c:pt>
                <c:pt idx="14251">
                  <c:v>233.32</c:v>
                </c:pt>
                <c:pt idx="14252">
                  <c:v>284.95</c:v>
                </c:pt>
                <c:pt idx="14253">
                  <c:v>292.94</c:v>
                </c:pt>
                <c:pt idx="14254">
                  <c:v>201.95</c:v>
                </c:pt>
                <c:pt idx="14255">
                  <c:v>161.96</c:v>
                </c:pt>
                <c:pt idx="14256">
                  <c:v>169.53</c:v>
                </c:pt>
                <c:pt idx="14257">
                  <c:v>110.96</c:v>
                </c:pt>
                <c:pt idx="14258">
                  <c:v>99.67</c:v>
                </c:pt>
                <c:pt idx="14259">
                  <c:v>201.95</c:v>
                </c:pt>
                <c:pt idx="14260">
                  <c:v>269.91000000000003</c:v>
                </c:pt>
                <c:pt idx="14261">
                  <c:v>258.31</c:v>
                </c:pt>
                <c:pt idx="14262">
                  <c:v>209.93</c:v>
                </c:pt>
                <c:pt idx="14263">
                  <c:v>292.10000000000002</c:v>
                </c:pt>
                <c:pt idx="14264">
                  <c:v>209.93</c:v>
                </c:pt>
                <c:pt idx="14265">
                  <c:v>258.31</c:v>
                </c:pt>
                <c:pt idx="14266">
                  <c:v>239.92</c:v>
                </c:pt>
                <c:pt idx="14267">
                  <c:v>209.93</c:v>
                </c:pt>
                <c:pt idx="14268">
                  <c:v>209.93</c:v>
                </c:pt>
                <c:pt idx="14269">
                  <c:v>239.92</c:v>
                </c:pt>
                <c:pt idx="14270">
                  <c:v>383.88</c:v>
                </c:pt>
                <c:pt idx="14271">
                  <c:v>383.88</c:v>
                </c:pt>
                <c:pt idx="14272">
                  <c:v>209.93</c:v>
                </c:pt>
                <c:pt idx="14273">
                  <c:v>239.92</c:v>
                </c:pt>
                <c:pt idx="14274">
                  <c:v>209.93</c:v>
                </c:pt>
                <c:pt idx="14275">
                  <c:v>239.92</c:v>
                </c:pt>
                <c:pt idx="14276">
                  <c:v>226.5</c:v>
                </c:pt>
                <c:pt idx="14277">
                  <c:v>226.5</c:v>
                </c:pt>
                <c:pt idx="14278">
                  <c:v>292.10000000000002</c:v>
                </c:pt>
                <c:pt idx="14279">
                  <c:v>269.91000000000003</c:v>
                </c:pt>
                <c:pt idx="14280">
                  <c:v>191.94</c:v>
                </c:pt>
                <c:pt idx="14281">
                  <c:v>179.94</c:v>
                </c:pt>
                <c:pt idx="14282">
                  <c:v>239.92</c:v>
                </c:pt>
                <c:pt idx="14283">
                  <c:v>201.54</c:v>
                </c:pt>
                <c:pt idx="14284">
                  <c:v>199.92</c:v>
                </c:pt>
                <c:pt idx="14285">
                  <c:v>239.92</c:v>
                </c:pt>
                <c:pt idx="14286">
                  <c:v>239.92</c:v>
                </c:pt>
                <c:pt idx="14287">
                  <c:v>213.89</c:v>
                </c:pt>
                <c:pt idx="14288">
                  <c:v>239.92</c:v>
                </c:pt>
                <c:pt idx="14289">
                  <c:v>179.94</c:v>
                </c:pt>
                <c:pt idx="14290">
                  <c:v>191.94</c:v>
                </c:pt>
                <c:pt idx="14291">
                  <c:v>213.89</c:v>
                </c:pt>
                <c:pt idx="14292">
                  <c:v>199.92</c:v>
                </c:pt>
                <c:pt idx="14293">
                  <c:v>239.92</c:v>
                </c:pt>
                <c:pt idx="14294">
                  <c:v>201.54</c:v>
                </c:pt>
                <c:pt idx="14295">
                  <c:v>239.92</c:v>
                </c:pt>
                <c:pt idx="14296">
                  <c:v>120.97</c:v>
                </c:pt>
                <c:pt idx="14297">
                  <c:v>198.61</c:v>
                </c:pt>
                <c:pt idx="14298">
                  <c:v>54.98</c:v>
                </c:pt>
                <c:pt idx="14299">
                  <c:v>99.98</c:v>
                </c:pt>
                <c:pt idx="14300">
                  <c:v>18.28</c:v>
                </c:pt>
                <c:pt idx="14301">
                  <c:v>63.97</c:v>
                </c:pt>
                <c:pt idx="14302">
                  <c:v>79.989999999999995</c:v>
                </c:pt>
                <c:pt idx="14303">
                  <c:v>51.29</c:v>
                </c:pt>
                <c:pt idx="14304">
                  <c:v>209.95</c:v>
                </c:pt>
                <c:pt idx="14305">
                  <c:v>166.97</c:v>
                </c:pt>
                <c:pt idx="14306">
                  <c:v>79.47</c:v>
                </c:pt>
                <c:pt idx="14307">
                  <c:v>190.27</c:v>
                </c:pt>
                <c:pt idx="14308">
                  <c:v>135.97</c:v>
                </c:pt>
                <c:pt idx="14309">
                  <c:v>89.98</c:v>
                </c:pt>
                <c:pt idx="14310">
                  <c:v>96.96</c:v>
                </c:pt>
                <c:pt idx="14311">
                  <c:v>186.95</c:v>
                </c:pt>
                <c:pt idx="14312">
                  <c:v>164.98</c:v>
                </c:pt>
                <c:pt idx="14313">
                  <c:v>171.47</c:v>
                </c:pt>
                <c:pt idx="14314">
                  <c:v>169.98</c:v>
                </c:pt>
                <c:pt idx="14315">
                  <c:v>131.97999999999999</c:v>
                </c:pt>
                <c:pt idx="14316">
                  <c:v>172.97</c:v>
                </c:pt>
                <c:pt idx="14317">
                  <c:v>190.97</c:v>
                </c:pt>
                <c:pt idx="14318">
                  <c:v>159.11000000000001</c:v>
                </c:pt>
                <c:pt idx="14319">
                  <c:v>200.96</c:v>
                </c:pt>
                <c:pt idx="14320">
                  <c:v>169.98</c:v>
                </c:pt>
                <c:pt idx="14321">
                  <c:v>169.98</c:v>
                </c:pt>
                <c:pt idx="14322">
                  <c:v>159.97999999999999</c:v>
                </c:pt>
                <c:pt idx="14323">
                  <c:v>169.98</c:v>
                </c:pt>
                <c:pt idx="14324">
                  <c:v>171.98</c:v>
                </c:pt>
                <c:pt idx="14325">
                  <c:v>158.96</c:v>
                </c:pt>
                <c:pt idx="14326">
                  <c:v>117.85</c:v>
                </c:pt>
                <c:pt idx="14327">
                  <c:v>144.96</c:v>
                </c:pt>
                <c:pt idx="14328">
                  <c:v>126.98</c:v>
                </c:pt>
                <c:pt idx="14329">
                  <c:v>97.97</c:v>
                </c:pt>
                <c:pt idx="14330">
                  <c:v>184.96</c:v>
                </c:pt>
                <c:pt idx="14331">
                  <c:v>184.96</c:v>
                </c:pt>
                <c:pt idx="14332">
                  <c:v>140.97</c:v>
                </c:pt>
                <c:pt idx="14333">
                  <c:v>158.96</c:v>
                </c:pt>
                <c:pt idx="14334">
                  <c:v>144.97</c:v>
                </c:pt>
                <c:pt idx="14335">
                  <c:v>158.96</c:v>
                </c:pt>
                <c:pt idx="14336">
                  <c:v>269.95999999999998</c:v>
                </c:pt>
                <c:pt idx="14337">
                  <c:v>76.489999999999995</c:v>
                </c:pt>
                <c:pt idx="14338">
                  <c:v>150.18</c:v>
                </c:pt>
                <c:pt idx="14339">
                  <c:v>165.17</c:v>
                </c:pt>
                <c:pt idx="14340">
                  <c:v>169.98</c:v>
                </c:pt>
                <c:pt idx="14341">
                  <c:v>161.96</c:v>
                </c:pt>
                <c:pt idx="14342">
                  <c:v>84.99</c:v>
                </c:pt>
                <c:pt idx="14343">
                  <c:v>99.98</c:v>
                </c:pt>
                <c:pt idx="14344">
                  <c:v>121.98</c:v>
                </c:pt>
                <c:pt idx="14345">
                  <c:v>169.98</c:v>
                </c:pt>
                <c:pt idx="14346">
                  <c:v>184.97</c:v>
                </c:pt>
                <c:pt idx="14347">
                  <c:v>131.97999999999999</c:v>
                </c:pt>
                <c:pt idx="14348">
                  <c:v>159.97999999999999</c:v>
                </c:pt>
                <c:pt idx="14349">
                  <c:v>84.99</c:v>
                </c:pt>
                <c:pt idx="14350">
                  <c:v>184.97</c:v>
                </c:pt>
                <c:pt idx="14351">
                  <c:v>269.95999999999998</c:v>
                </c:pt>
                <c:pt idx="14352">
                  <c:v>254.97</c:v>
                </c:pt>
                <c:pt idx="14353">
                  <c:v>254.97</c:v>
                </c:pt>
                <c:pt idx="14354">
                  <c:v>254.97</c:v>
                </c:pt>
                <c:pt idx="14355">
                  <c:v>249.97</c:v>
                </c:pt>
                <c:pt idx="14356">
                  <c:v>344.95</c:v>
                </c:pt>
                <c:pt idx="14357">
                  <c:v>220.52</c:v>
                </c:pt>
                <c:pt idx="14358">
                  <c:v>108.98</c:v>
                </c:pt>
                <c:pt idx="14359">
                  <c:v>259.95999999999998</c:v>
                </c:pt>
                <c:pt idx="14360">
                  <c:v>134.97999999999999</c:v>
                </c:pt>
                <c:pt idx="14361">
                  <c:v>254.06</c:v>
                </c:pt>
                <c:pt idx="14362">
                  <c:v>148.57</c:v>
                </c:pt>
                <c:pt idx="14363">
                  <c:v>219.97</c:v>
                </c:pt>
                <c:pt idx="14364">
                  <c:v>184.97</c:v>
                </c:pt>
                <c:pt idx="14365">
                  <c:v>254.97</c:v>
                </c:pt>
                <c:pt idx="14366">
                  <c:v>294.95999999999998</c:v>
                </c:pt>
                <c:pt idx="14367">
                  <c:v>219.97</c:v>
                </c:pt>
                <c:pt idx="14368">
                  <c:v>121.98</c:v>
                </c:pt>
                <c:pt idx="14369">
                  <c:v>159.97999999999999</c:v>
                </c:pt>
                <c:pt idx="14370">
                  <c:v>171.97</c:v>
                </c:pt>
                <c:pt idx="14371">
                  <c:v>178.96</c:v>
                </c:pt>
                <c:pt idx="14372">
                  <c:v>85.57</c:v>
                </c:pt>
                <c:pt idx="14373">
                  <c:v>165.67</c:v>
                </c:pt>
                <c:pt idx="14374">
                  <c:v>155.93</c:v>
                </c:pt>
                <c:pt idx="14375">
                  <c:v>89.98</c:v>
                </c:pt>
                <c:pt idx="14376">
                  <c:v>164.97</c:v>
                </c:pt>
                <c:pt idx="14377">
                  <c:v>64.97</c:v>
                </c:pt>
                <c:pt idx="14378">
                  <c:v>59.96</c:v>
                </c:pt>
                <c:pt idx="14379">
                  <c:v>203.97</c:v>
                </c:pt>
                <c:pt idx="14380">
                  <c:v>69.97</c:v>
                </c:pt>
                <c:pt idx="14381">
                  <c:v>135.86000000000001</c:v>
                </c:pt>
                <c:pt idx="14382">
                  <c:v>228.21</c:v>
                </c:pt>
                <c:pt idx="14383">
                  <c:v>298.22000000000003</c:v>
                </c:pt>
                <c:pt idx="14384">
                  <c:v>63.98</c:v>
                </c:pt>
                <c:pt idx="14385">
                  <c:v>113.96</c:v>
                </c:pt>
                <c:pt idx="14386">
                  <c:v>423.42</c:v>
                </c:pt>
                <c:pt idx="14387">
                  <c:v>342.36</c:v>
                </c:pt>
                <c:pt idx="14388">
                  <c:v>384.37</c:v>
                </c:pt>
                <c:pt idx="14389">
                  <c:v>416.4</c:v>
                </c:pt>
                <c:pt idx="14390">
                  <c:v>399.23</c:v>
                </c:pt>
                <c:pt idx="14391">
                  <c:v>575.84</c:v>
                </c:pt>
                <c:pt idx="14392">
                  <c:v>341.16</c:v>
                </c:pt>
                <c:pt idx="14393">
                  <c:v>413.24</c:v>
                </c:pt>
                <c:pt idx="14394">
                  <c:v>368.99</c:v>
                </c:pt>
                <c:pt idx="14395">
                  <c:v>321.8</c:v>
                </c:pt>
                <c:pt idx="14396">
                  <c:v>399.24</c:v>
                </c:pt>
                <c:pt idx="14397">
                  <c:v>67.98</c:v>
                </c:pt>
                <c:pt idx="14398">
                  <c:v>134.97999999999999</c:v>
                </c:pt>
                <c:pt idx="14399">
                  <c:v>86.8</c:v>
                </c:pt>
                <c:pt idx="14400">
                  <c:v>68.989999999999995</c:v>
                </c:pt>
                <c:pt idx="14401">
                  <c:v>124.98</c:v>
                </c:pt>
                <c:pt idx="14402">
                  <c:v>118.98</c:v>
                </c:pt>
                <c:pt idx="14403">
                  <c:v>131.97999999999999</c:v>
                </c:pt>
                <c:pt idx="14404">
                  <c:v>84.99</c:v>
                </c:pt>
                <c:pt idx="14405">
                  <c:v>120.98</c:v>
                </c:pt>
                <c:pt idx="14406">
                  <c:v>79.98</c:v>
                </c:pt>
                <c:pt idx="14407">
                  <c:v>70.989999999999995</c:v>
                </c:pt>
                <c:pt idx="14408">
                  <c:v>65.19</c:v>
                </c:pt>
                <c:pt idx="14409">
                  <c:v>65.989999999999995</c:v>
                </c:pt>
                <c:pt idx="14410">
                  <c:v>131.97999999999999</c:v>
                </c:pt>
                <c:pt idx="14411">
                  <c:v>60.98</c:v>
                </c:pt>
                <c:pt idx="14412">
                  <c:v>84.99</c:v>
                </c:pt>
                <c:pt idx="14413">
                  <c:v>102.28</c:v>
                </c:pt>
                <c:pt idx="14414">
                  <c:v>84.99</c:v>
                </c:pt>
                <c:pt idx="14415">
                  <c:v>54.98</c:v>
                </c:pt>
                <c:pt idx="14416">
                  <c:v>79.98</c:v>
                </c:pt>
                <c:pt idx="14417">
                  <c:v>65.989999999999995</c:v>
                </c:pt>
                <c:pt idx="14418">
                  <c:v>134.97999999999999</c:v>
                </c:pt>
                <c:pt idx="14419">
                  <c:v>134.97999999999999</c:v>
                </c:pt>
                <c:pt idx="14420">
                  <c:v>69.98</c:v>
                </c:pt>
                <c:pt idx="14421">
                  <c:v>65.989999999999995</c:v>
                </c:pt>
                <c:pt idx="14422">
                  <c:v>70.989999999999995</c:v>
                </c:pt>
                <c:pt idx="14423">
                  <c:v>90.97</c:v>
                </c:pt>
                <c:pt idx="14424">
                  <c:v>94.08</c:v>
                </c:pt>
                <c:pt idx="14425">
                  <c:v>74.98</c:v>
                </c:pt>
                <c:pt idx="14426">
                  <c:v>82.97</c:v>
                </c:pt>
                <c:pt idx="14427">
                  <c:v>161.76</c:v>
                </c:pt>
                <c:pt idx="14428">
                  <c:v>79.849999999999994</c:v>
                </c:pt>
                <c:pt idx="14429">
                  <c:v>142.63999999999999</c:v>
                </c:pt>
                <c:pt idx="14430">
                  <c:v>116.12</c:v>
                </c:pt>
                <c:pt idx="14431">
                  <c:v>160.88999999999999</c:v>
                </c:pt>
                <c:pt idx="14432">
                  <c:v>155.28</c:v>
                </c:pt>
                <c:pt idx="14433">
                  <c:v>157</c:v>
                </c:pt>
                <c:pt idx="14434">
                  <c:v>160.88999999999999</c:v>
                </c:pt>
                <c:pt idx="14435">
                  <c:v>162.33000000000001</c:v>
                </c:pt>
                <c:pt idx="14436">
                  <c:v>97.97</c:v>
                </c:pt>
                <c:pt idx="14437">
                  <c:v>160.19999999999999</c:v>
                </c:pt>
                <c:pt idx="14438">
                  <c:v>154.51</c:v>
                </c:pt>
                <c:pt idx="14439">
                  <c:v>160.88999999999999</c:v>
                </c:pt>
                <c:pt idx="14440">
                  <c:v>160.88999999999999</c:v>
                </c:pt>
                <c:pt idx="14441">
                  <c:v>160.88999999999999</c:v>
                </c:pt>
                <c:pt idx="14442">
                  <c:v>235.79</c:v>
                </c:pt>
                <c:pt idx="14443">
                  <c:v>160.88999999999999</c:v>
                </c:pt>
                <c:pt idx="14444">
                  <c:v>148.79</c:v>
                </c:pt>
                <c:pt idx="14445">
                  <c:v>251.16</c:v>
                </c:pt>
                <c:pt idx="14446">
                  <c:v>197.97</c:v>
                </c:pt>
                <c:pt idx="14447">
                  <c:v>125.35</c:v>
                </c:pt>
                <c:pt idx="14448">
                  <c:v>84.99</c:v>
                </c:pt>
                <c:pt idx="14449">
                  <c:v>263.95999999999998</c:v>
                </c:pt>
                <c:pt idx="14450">
                  <c:v>65.989999999999995</c:v>
                </c:pt>
                <c:pt idx="14451">
                  <c:v>175.36</c:v>
                </c:pt>
                <c:pt idx="14452">
                  <c:v>165.21</c:v>
                </c:pt>
                <c:pt idx="14453">
                  <c:v>171.97</c:v>
                </c:pt>
                <c:pt idx="14454">
                  <c:v>169.98</c:v>
                </c:pt>
                <c:pt idx="14455">
                  <c:v>172.96</c:v>
                </c:pt>
                <c:pt idx="14456">
                  <c:v>341.23</c:v>
                </c:pt>
                <c:pt idx="14457">
                  <c:v>96.27</c:v>
                </c:pt>
                <c:pt idx="14458">
                  <c:v>314.93</c:v>
                </c:pt>
                <c:pt idx="14459">
                  <c:v>241.4</c:v>
                </c:pt>
                <c:pt idx="14460">
                  <c:v>281.23</c:v>
                </c:pt>
                <c:pt idx="14461">
                  <c:v>149.97</c:v>
                </c:pt>
                <c:pt idx="14462">
                  <c:v>290.74</c:v>
                </c:pt>
                <c:pt idx="14463">
                  <c:v>299.94</c:v>
                </c:pt>
                <c:pt idx="14464">
                  <c:v>60.99</c:v>
                </c:pt>
                <c:pt idx="14465">
                  <c:v>169.98</c:v>
                </c:pt>
                <c:pt idx="14466">
                  <c:v>297.95999999999998</c:v>
                </c:pt>
                <c:pt idx="14467">
                  <c:v>131.97999999999999</c:v>
                </c:pt>
                <c:pt idx="14468">
                  <c:v>134.97999999999999</c:v>
                </c:pt>
                <c:pt idx="14469">
                  <c:v>384.95</c:v>
                </c:pt>
                <c:pt idx="14470">
                  <c:v>221.97</c:v>
                </c:pt>
                <c:pt idx="14471">
                  <c:v>121.98</c:v>
                </c:pt>
                <c:pt idx="14472">
                  <c:v>197.97</c:v>
                </c:pt>
                <c:pt idx="14473">
                  <c:v>254.97</c:v>
                </c:pt>
                <c:pt idx="14474">
                  <c:v>107.07</c:v>
                </c:pt>
                <c:pt idx="14475">
                  <c:v>272.95999999999998</c:v>
                </c:pt>
                <c:pt idx="14476">
                  <c:v>339.96</c:v>
                </c:pt>
                <c:pt idx="14477">
                  <c:v>254.97</c:v>
                </c:pt>
                <c:pt idx="14478">
                  <c:v>241.96</c:v>
                </c:pt>
                <c:pt idx="14479">
                  <c:v>197.97</c:v>
                </c:pt>
                <c:pt idx="14480">
                  <c:v>216.72</c:v>
                </c:pt>
                <c:pt idx="14481">
                  <c:v>229.97</c:v>
                </c:pt>
                <c:pt idx="14482">
                  <c:v>99.98</c:v>
                </c:pt>
                <c:pt idx="14483">
                  <c:v>216.35</c:v>
                </c:pt>
                <c:pt idx="14484">
                  <c:v>64.86</c:v>
                </c:pt>
                <c:pt idx="14485">
                  <c:v>254.97</c:v>
                </c:pt>
                <c:pt idx="14486">
                  <c:v>149.97</c:v>
                </c:pt>
                <c:pt idx="14487">
                  <c:v>197.97</c:v>
                </c:pt>
                <c:pt idx="14488">
                  <c:v>197.97</c:v>
                </c:pt>
                <c:pt idx="14489">
                  <c:v>109.78</c:v>
                </c:pt>
                <c:pt idx="14490">
                  <c:v>92.97</c:v>
                </c:pt>
                <c:pt idx="14491">
                  <c:v>165.4</c:v>
                </c:pt>
                <c:pt idx="14492">
                  <c:v>71.63</c:v>
                </c:pt>
                <c:pt idx="14493">
                  <c:v>155.47</c:v>
                </c:pt>
                <c:pt idx="14494">
                  <c:v>-14.97</c:v>
                </c:pt>
                <c:pt idx="14495">
                  <c:v>191.96</c:v>
                </c:pt>
                <c:pt idx="14496">
                  <c:v>159.97999999999999</c:v>
                </c:pt>
                <c:pt idx="14497">
                  <c:v>177.96</c:v>
                </c:pt>
                <c:pt idx="14498">
                  <c:v>86.98</c:v>
                </c:pt>
                <c:pt idx="14499">
                  <c:v>147.97</c:v>
                </c:pt>
                <c:pt idx="14500">
                  <c:v>159.97999999999999</c:v>
                </c:pt>
                <c:pt idx="14501">
                  <c:v>168.97</c:v>
                </c:pt>
                <c:pt idx="14502">
                  <c:v>75.98</c:v>
                </c:pt>
                <c:pt idx="14503">
                  <c:v>75.63</c:v>
                </c:pt>
                <c:pt idx="14504">
                  <c:v>145.9</c:v>
                </c:pt>
                <c:pt idx="14505">
                  <c:v>118.78</c:v>
                </c:pt>
                <c:pt idx="14506">
                  <c:v>176.05</c:v>
                </c:pt>
                <c:pt idx="14507">
                  <c:v>180.96</c:v>
                </c:pt>
                <c:pt idx="14508">
                  <c:v>197.97</c:v>
                </c:pt>
                <c:pt idx="14509">
                  <c:v>197.97</c:v>
                </c:pt>
                <c:pt idx="14510">
                  <c:v>169.98</c:v>
                </c:pt>
                <c:pt idx="14511">
                  <c:v>131.97999999999999</c:v>
                </c:pt>
                <c:pt idx="14512">
                  <c:v>196.06</c:v>
                </c:pt>
                <c:pt idx="14513">
                  <c:v>169.98</c:v>
                </c:pt>
                <c:pt idx="14514">
                  <c:v>169.98</c:v>
                </c:pt>
                <c:pt idx="14515">
                  <c:v>254.97</c:v>
                </c:pt>
                <c:pt idx="14516">
                  <c:v>169.98</c:v>
                </c:pt>
                <c:pt idx="14517">
                  <c:v>134.35</c:v>
                </c:pt>
                <c:pt idx="14518">
                  <c:v>196.96</c:v>
                </c:pt>
                <c:pt idx="14519">
                  <c:v>169.98</c:v>
                </c:pt>
                <c:pt idx="14520">
                  <c:v>231.95</c:v>
                </c:pt>
                <c:pt idx="14521">
                  <c:v>239.06</c:v>
                </c:pt>
                <c:pt idx="14522">
                  <c:v>263.95999999999998</c:v>
                </c:pt>
                <c:pt idx="14523">
                  <c:v>288.97000000000003</c:v>
                </c:pt>
                <c:pt idx="14524">
                  <c:v>237.96</c:v>
                </c:pt>
                <c:pt idx="14525">
                  <c:v>84.99</c:v>
                </c:pt>
                <c:pt idx="14526">
                  <c:v>202.64</c:v>
                </c:pt>
                <c:pt idx="14527">
                  <c:v>197.97</c:v>
                </c:pt>
                <c:pt idx="14528">
                  <c:v>305.95999999999998</c:v>
                </c:pt>
                <c:pt idx="14529">
                  <c:v>305.95999999999998</c:v>
                </c:pt>
                <c:pt idx="14530">
                  <c:v>288.97000000000003</c:v>
                </c:pt>
                <c:pt idx="14531">
                  <c:v>369.94</c:v>
                </c:pt>
                <c:pt idx="14532">
                  <c:v>305.95999999999998</c:v>
                </c:pt>
                <c:pt idx="14533">
                  <c:v>324.17</c:v>
                </c:pt>
                <c:pt idx="14534">
                  <c:v>233.02</c:v>
                </c:pt>
                <c:pt idx="14535">
                  <c:v>336.28</c:v>
                </c:pt>
                <c:pt idx="14536">
                  <c:v>342.79</c:v>
                </c:pt>
                <c:pt idx="14537">
                  <c:v>346.92</c:v>
                </c:pt>
                <c:pt idx="14538">
                  <c:v>259.95999999999998</c:v>
                </c:pt>
                <c:pt idx="14539">
                  <c:v>235.95</c:v>
                </c:pt>
                <c:pt idx="14540">
                  <c:v>504.91</c:v>
                </c:pt>
                <c:pt idx="14541">
                  <c:v>218.91</c:v>
                </c:pt>
                <c:pt idx="14542">
                  <c:v>254.51</c:v>
                </c:pt>
                <c:pt idx="14543">
                  <c:v>292.05</c:v>
                </c:pt>
                <c:pt idx="14544">
                  <c:v>339.95</c:v>
                </c:pt>
                <c:pt idx="14545">
                  <c:v>307.26</c:v>
                </c:pt>
                <c:pt idx="14546">
                  <c:v>267.93</c:v>
                </c:pt>
                <c:pt idx="14547">
                  <c:v>259.95</c:v>
                </c:pt>
                <c:pt idx="14548">
                  <c:v>249.96</c:v>
                </c:pt>
                <c:pt idx="14549">
                  <c:v>179.94</c:v>
                </c:pt>
                <c:pt idx="14550">
                  <c:v>167.9</c:v>
                </c:pt>
                <c:pt idx="14551">
                  <c:v>98.64</c:v>
                </c:pt>
                <c:pt idx="14552">
                  <c:v>130.62</c:v>
                </c:pt>
                <c:pt idx="14553">
                  <c:v>186.89</c:v>
                </c:pt>
                <c:pt idx="14554">
                  <c:v>89.97</c:v>
                </c:pt>
                <c:pt idx="14555">
                  <c:v>204.53</c:v>
                </c:pt>
                <c:pt idx="14556">
                  <c:v>247.92</c:v>
                </c:pt>
                <c:pt idx="14557">
                  <c:v>179.94</c:v>
                </c:pt>
                <c:pt idx="14558">
                  <c:v>259.91000000000003</c:v>
                </c:pt>
                <c:pt idx="14559">
                  <c:v>117.17</c:v>
                </c:pt>
                <c:pt idx="14560">
                  <c:v>264.93</c:v>
                </c:pt>
                <c:pt idx="14561">
                  <c:v>203.75</c:v>
                </c:pt>
                <c:pt idx="14562">
                  <c:v>144.96</c:v>
                </c:pt>
                <c:pt idx="14563">
                  <c:v>239.92</c:v>
                </c:pt>
                <c:pt idx="14564">
                  <c:v>133.62</c:v>
                </c:pt>
                <c:pt idx="14565">
                  <c:v>403.92</c:v>
                </c:pt>
                <c:pt idx="14566">
                  <c:v>311.93</c:v>
                </c:pt>
                <c:pt idx="14567">
                  <c:v>454.65</c:v>
                </c:pt>
                <c:pt idx="14568">
                  <c:v>573.9</c:v>
                </c:pt>
                <c:pt idx="14569">
                  <c:v>435.9</c:v>
                </c:pt>
                <c:pt idx="14570">
                  <c:v>377.92</c:v>
                </c:pt>
                <c:pt idx="14571">
                  <c:v>573.9</c:v>
                </c:pt>
                <c:pt idx="14572">
                  <c:v>359.89</c:v>
                </c:pt>
                <c:pt idx="14573">
                  <c:v>39.479999999999997</c:v>
                </c:pt>
                <c:pt idx="14574">
                  <c:v>252.94</c:v>
                </c:pt>
                <c:pt idx="14575">
                  <c:v>257.95999999999998</c:v>
                </c:pt>
                <c:pt idx="14576">
                  <c:v>252.94</c:v>
                </c:pt>
                <c:pt idx="14577">
                  <c:v>257.95999999999998</c:v>
                </c:pt>
                <c:pt idx="14578">
                  <c:v>256.47000000000003</c:v>
                </c:pt>
                <c:pt idx="14579">
                  <c:v>262.45999999999998</c:v>
                </c:pt>
                <c:pt idx="14580">
                  <c:v>223.26</c:v>
                </c:pt>
                <c:pt idx="14581">
                  <c:v>258.26</c:v>
                </c:pt>
                <c:pt idx="14582">
                  <c:v>34.229999999999997</c:v>
                </c:pt>
                <c:pt idx="14583">
                  <c:v>220.95</c:v>
                </c:pt>
                <c:pt idx="14584">
                  <c:v>139.25</c:v>
                </c:pt>
                <c:pt idx="14585">
                  <c:v>39.479999999999997</c:v>
                </c:pt>
                <c:pt idx="14586">
                  <c:v>258.26</c:v>
                </c:pt>
                <c:pt idx="14587">
                  <c:v>152.96</c:v>
                </c:pt>
                <c:pt idx="14588">
                  <c:v>177.47</c:v>
                </c:pt>
                <c:pt idx="14589">
                  <c:v>262.45999999999998</c:v>
                </c:pt>
                <c:pt idx="14590">
                  <c:v>149.97</c:v>
                </c:pt>
                <c:pt idx="14591">
                  <c:v>57.98</c:v>
                </c:pt>
                <c:pt idx="14592">
                  <c:v>257.95999999999998</c:v>
                </c:pt>
                <c:pt idx="14593">
                  <c:v>103.98</c:v>
                </c:pt>
                <c:pt idx="14594">
                  <c:v>124.45</c:v>
                </c:pt>
                <c:pt idx="14595">
                  <c:v>84.99</c:v>
                </c:pt>
                <c:pt idx="14596">
                  <c:v>113.97</c:v>
                </c:pt>
                <c:pt idx="14597">
                  <c:v>102.76</c:v>
                </c:pt>
                <c:pt idx="14598">
                  <c:v>93.07</c:v>
                </c:pt>
                <c:pt idx="14599">
                  <c:v>111.47</c:v>
                </c:pt>
                <c:pt idx="14600">
                  <c:v>163.96</c:v>
                </c:pt>
                <c:pt idx="14601">
                  <c:v>84.99</c:v>
                </c:pt>
                <c:pt idx="14602">
                  <c:v>65.989999999999995</c:v>
                </c:pt>
                <c:pt idx="14603">
                  <c:v>113.97</c:v>
                </c:pt>
                <c:pt idx="14604">
                  <c:v>93.07</c:v>
                </c:pt>
                <c:pt idx="14605">
                  <c:v>113.97</c:v>
                </c:pt>
                <c:pt idx="14606">
                  <c:v>113.97</c:v>
                </c:pt>
                <c:pt idx="14607">
                  <c:v>104.07</c:v>
                </c:pt>
                <c:pt idx="14608">
                  <c:v>103.98</c:v>
                </c:pt>
                <c:pt idx="14609">
                  <c:v>76.48</c:v>
                </c:pt>
                <c:pt idx="14610">
                  <c:v>79.97</c:v>
                </c:pt>
                <c:pt idx="14611">
                  <c:v>121.46</c:v>
                </c:pt>
                <c:pt idx="14612">
                  <c:v>119.96</c:v>
                </c:pt>
                <c:pt idx="14613">
                  <c:v>89.97</c:v>
                </c:pt>
                <c:pt idx="14614">
                  <c:v>87.47</c:v>
                </c:pt>
                <c:pt idx="14615">
                  <c:v>88.47</c:v>
                </c:pt>
                <c:pt idx="14616">
                  <c:v>114.96</c:v>
                </c:pt>
                <c:pt idx="14617">
                  <c:v>54.14</c:v>
                </c:pt>
                <c:pt idx="14618">
                  <c:v>91.47</c:v>
                </c:pt>
                <c:pt idx="14619">
                  <c:v>96.47</c:v>
                </c:pt>
                <c:pt idx="14620">
                  <c:v>127.95</c:v>
                </c:pt>
                <c:pt idx="14621">
                  <c:v>49.98</c:v>
                </c:pt>
                <c:pt idx="14622">
                  <c:v>111.95</c:v>
                </c:pt>
                <c:pt idx="14623">
                  <c:v>74.97</c:v>
                </c:pt>
                <c:pt idx="14624">
                  <c:v>113.46</c:v>
                </c:pt>
                <c:pt idx="14625">
                  <c:v>91.47</c:v>
                </c:pt>
                <c:pt idx="14626">
                  <c:v>125.96</c:v>
                </c:pt>
                <c:pt idx="14627">
                  <c:v>107.96</c:v>
                </c:pt>
                <c:pt idx="14628">
                  <c:v>83.97</c:v>
                </c:pt>
                <c:pt idx="14629">
                  <c:v>115.46</c:v>
                </c:pt>
                <c:pt idx="14630">
                  <c:v>94.97</c:v>
                </c:pt>
                <c:pt idx="14631">
                  <c:v>123.96</c:v>
                </c:pt>
                <c:pt idx="14632">
                  <c:v>76.44</c:v>
                </c:pt>
                <c:pt idx="14633">
                  <c:v>61.98</c:v>
                </c:pt>
                <c:pt idx="14634">
                  <c:v>66.97</c:v>
                </c:pt>
                <c:pt idx="14635">
                  <c:v>111.96</c:v>
                </c:pt>
                <c:pt idx="14636">
                  <c:v>121.46</c:v>
                </c:pt>
                <c:pt idx="14637">
                  <c:v>177.44</c:v>
                </c:pt>
                <c:pt idx="14638">
                  <c:v>116.96</c:v>
                </c:pt>
                <c:pt idx="14639">
                  <c:v>117.46</c:v>
                </c:pt>
                <c:pt idx="14640">
                  <c:v>114.91</c:v>
                </c:pt>
                <c:pt idx="14641">
                  <c:v>119.46</c:v>
                </c:pt>
                <c:pt idx="14642">
                  <c:v>89.97</c:v>
                </c:pt>
                <c:pt idx="14643">
                  <c:v>119.96</c:v>
                </c:pt>
                <c:pt idx="14644">
                  <c:v>67.98</c:v>
                </c:pt>
                <c:pt idx="14645">
                  <c:v>119.96</c:v>
                </c:pt>
                <c:pt idx="14646">
                  <c:v>53.98</c:v>
                </c:pt>
                <c:pt idx="14647">
                  <c:v>121.46</c:v>
                </c:pt>
                <c:pt idx="14648">
                  <c:v>115.96</c:v>
                </c:pt>
                <c:pt idx="14649">
                  <c:v>59.98</c:v>
                </c:pt>
                <c:pt idx="14650">
                  <c:v>119.96</c:v>
                </c:pt>
                <c:pt idx="14651">
                  <c:v>121.94</c:v>
                </c:pt>
                <c:pt idx="14652">
                  <c:v>84.68</c:v>
                </c:pt>
                <c:pt idx="14653">
                  <c:v>227.4</c:v>
                </c:pt>
                <c:pt idx="14654">
                  <c:v>149.46</c:v>
                </c:pt>
                <c:pt idx="14655">
                  <c:v>183.85</c:v>
                </c:pt>
                <c:pt idx="14656">
                  <c:v>120.98</c:v>
                </c:pt>
                <c:pt idx="14657">
                  <c:v>72.73</c:v>
                </c:pt>
                <c:pt idx="14658">
                  <c:v>139.94999999999999</c:v>
                </c:pt>
                <c:pt idx="14659">
                  <c:v>215.61</c:v>
                </c:pt>
                <c:pt idx="14660">
                  <c:v>114.93</c:v>
                </c:pt>
                <c:pt idx="14661">
                  <c:v>157.83000000000001</c:v>
                </c:pt>
                <c:pt idx="14662">
                  <c:v>184.99</c:v>
                </c:pt>
                <c:pt idx="14663">
                  <c:v>19.989999999999998</c:v>
                </c:pt>
                <c:pt idx="14664">
                  <c:v>410.12</c:v>
                </c:pt>
                <c:pt idx="14665">
                  <c:v>61.69</c:v>
                </c:pt>
                <c:pt idx="14666">
                  <c:v>29.99</c:v>
                </c:pt>
                <c:pt idx="14667">
                  <c:v>147.52000000000001</c:v>
                </c:pt>
                <c:pt idx="14668">
                  <c:v>175.78</c:v>
                </c:pt>
                <c:pt idx="14669">
                  <c:v>120.98</c:v>
                </c:pt>
                <c:pt idx="14670">
                  <c:v>104.02</c:v>
                </c:pt>
                <c:pt idx="14671">
                  <c:v>184.69</c:v>
                </c:pt>
                <c:pt idx="14672">
                  <c:v>-1.2</c:v>
                </c:pt>
                <c:pt idx="14673">
                  <c:v>94.7</c:v>
                </c:pt>
                <c:pt idx="14674">
                  <c:v>68.989999999999995</c:v>
                </c:pt>
                <c:pt idx="14675">
                  <c:v>99.98</c:v>
                </c:pt>
                <c:pt idx="14676">
                  <c:v>54.98</c:v>
                </c:pt>
                <c:pt idx="14677">
                  <c:v>30</c:v>
                </c:pt>
                <c:pt idx="14678">
                  <c:v>40</c:v>
                </c:pt>
                <c:pt idx="14679">
                  <c:v>103.98</c:v>
                </c:pt>
                <c:pt idx="14680">
                  <c:v>146.97</c:v>
                </c:pt>
                <c:pt idx="14681">
                  <c:v>84.99</c:v>
                </c:pt>
                <c:pt idx="14682">
                  <c:v>136.97</c:v>
                </c:pt>
                <c:pt idx="14683">
                  <c:v>122.98</c:v>
                </c:pt>
                <c:pt idx="14684">
                  <c:v>74.97</c:v>
                </c:pt>
                <c:pt idx="14685">
                  <c:v>101.08</c:v>
                </c:pt>
                <c:pt idx="14686">
                  <c:v>164.96</c:v>
                </c:pt>
                <c:pt idx="14687">
                  <c:v>149.97</c:v>
                </c:pt>
                <c:pt idx="14688">
                  <c:v>134.97999999999999</c:v>
                </c:pt>
                <c:pt idx="14689">
                  <c:v>94.97</c:v>
                </c:pt>
                <c:pt idx="14690">
                  <c:v>164.96</c:v>
                </c:pt>
                <c:pt idx="14691">
                  <c:v>54.98</c:v>
                </c:pt>
                <c:pt idx="14692">
                  <c:v>168.97</c:v>
                </c:pt>
                <c:pt idx="14693">
                  <c:v>134.97999999999999</c:v>
                </c:pt>
                <c:pt idx="14694">
                  <c:v>70.709999999999994</c:v>
                </c:pt>
                <c:pt idx="14695">
                  <c:v>114.97</c:v>
                </c:pt>
                <c:pt idx="14696">
                  <c:v>139.97</c:v>
                </c:pt>
                <c:pt idx="14697">
                  <c:v>-1.5</c:v>
                </c:pt>
                <c:pt idx="14698">
                  <c:v>204.45</c:v>
                </c:pt>
                <c:pt idx="14699">
                  <c:v>99.96</c:v>
                </c:pt>
                <c:pt idx="14700">
                  <c:v>165.57</c:v>
                </c:pt>
                <c:pt idx="14701">
                  <c:v>134.94</c:v>
                </c:pt>
                <c:pt idx="14702">
                  <c:v>125.97</c:v>
                </c:pt>
                <c:pt idx="14703">
                  <c:v>184.96</c:v>
                </c:pt>
                <c:pt idx="14704">
                  <c:v>59.99</c:v>
                </c:pt>
                <c:pt idx="14705">
                  <c:v>135.79</c:v>
                </c:pt>
                <c:pt idx="14706">
                  <c:v>137.71</c:v>
                </c:pt>
                <c:pt idx="14707">
                  <c:v>194.46</c:v>
                </c:pt>
                <c:pt idx="14708">
                  <c:v>107.01</c:v>
                </c:pt>
                <c:pt idx="14709">
                  <c:v>137.97999999999999</c:v>
                </c:pt>
                <c:pt idx="14710">
                  <c:v>64.709999999999994</c:v>
                </c:pt>
                <c:pt idx="14711">
                  <c:v>119.96</c:v>
                </c:pt>
                <c:pt idx="14712">
                  <c:v>50.97</c:v>
                </c:pt>
                <c:pt idx="14713">
                  <c:v>63.81</c:v>
                </c:pt>
                <c:pt idx="14714">
                  <c:v>65.19</c:v>
                </c:pt>
                <c:pt idx="14715">
                  <c:v>153.97999999999999</c:v>
                </c:pt>
                <c:pt idx="14716">
                  <c:v>105.98</c:v>
                </c:pt>
                <c:pt idx="14717">
                  <c:v>99.98</c:v>
                </c:pt>
                <c:pt idx="14718">
                  <c:v>84.99</c:v>
                </c:pt>
                <c:pt idx="14719">
                  <c:v>68.989999999999995</c:v>
                </c:pt>
                <c:pt idx="14720">
                  <c:v>241.93</c:v>
                </c:pt>
                <c:pt idx="14721">
                  <c:v>435.41</c:v>
                </c:pt>
                <c:pt idx="14722">
                  <c:v>291.52999999999997</c:v>
                </c:pt>
                <c:pt idx="14723">
                  <c:v>257.67</c:v>
                </c:pt>
                <c:pt idx="14724">
                  <c:v>239.54</c:v>
                </c:pt>
                <c:pt idx="14725">
                  <c:v>291.52999999999997</c:v>
                </c:pt>
                <c:pt idx="14726">
                  <c:v>287.44</c:v>
                </c:pt>
                <c:pt idx="14727">
                  <c:v>291.52999999999997</c:v>
                </c:pt>
                <c:pt idx="14728">
                  <c:v>248.53</c:v>
                </c:pt>
                <c:pt idx="14729">
                  <c:v>254.97</c:v>
                </c:pt>
                <c:pt idx="14730">
                  <c:v>53.97</c:v>
                </c:pt>
                <c:pt idx="14731">
                  <c:v>163.89</c:v>
                </c:pt>
                <c:pt idx="14732">
                  <c:v>193.16</c:v>
                </c:pt>
                <c:pt idx="14733">
                  <c:v>160</c:v>
                </c:pt>
                <c:pt idx="14734">
                  <c:v>290.95</c:v>
                </c:pt>
                <c:pt idx="14735">
                  <c:v>173.96</c:v>
                </c:pt>
                <c:pt idx="14736">
                  <c:v>169.98</c:v>
                </c:pt>
                <c:pt idx="14737">
                  <c:v>260.76</c:v>
                </c:pt>
                <c:pt idx="14738">
                  <c:v>73.17</c:v>
                </c:pt>
                <c:pt idx="14739">
                  <c:v>169.98</c:v>
                </c:pt>
                <c:pt idx="14740">
                  <c:v>159.88</c:v>
                </c:pt>
                <c:pt idx="14741">
                  <c:v>169.98</c:v>
                </c:pt>
                <c:pt idx="14742">
                  <c:v>169.98</c:v>
                </c:pt>
                <c:pt idx="14743">
                  <c:v>249.93</c:v>
                </c:pt>
                <c:pt idx="14744">
                  <c:v>239.93</c:v>
                </c:pt>
                <c:pt idx="14745">
                  <c:v>254.97</c:v>
                </c:pt>
                <c:pt idx="14746">
                  <c:v>93.97</c:v>
                </c:pt>
                <c:pt idx="14747">
                  <c:v>76.44</c:v>
                </c:pt>
                <c:pt idx="14748">
                  <c:v>148.47</c:v>
                </c:pt>
                <c:pt idx="14749">
                  <c:v>65.87</c:v>
                </c:pt>
                <c:pt idx="14750">
                  <c:v>82.48</c:v>
                </c:pt>
                <c:pt idx="14751">
                  <c:v>82.48</c:v>
                </c:pt>
                <c:pt idx="14752">
                  <c:v>65.87</c:v>
                </c:pt>
                <c:pt idx="14753">
                  <c:v>79.98</c:v>
                </c:pt>
                <c:pt idx="14754">
                  <c:v>112.48</c:v>
                </c:pt>
                <c:pt idx="14755">
                  <c:v>65.989999999999995</c:v>
                </c:pt>
                <c:pt idx="14756">
                  <c:v>65.989999999999995</c:v>
                </c:pt>
                <c:pt idx="14757">
                  <c:v>108.01</c:v>
                </c:pt>
                <c:pt idx="14758">
                  <c:v>82.48</c:v>
                </c:pt>
                <c:pt idx="14759">
                  <c:v>82.48</c:v>
                </c:pt>
                <c:pt idx="14760">
                  <c:v>80.98</c:v>
                </c:pt>
                <c:pt idx="14761">
                  <c:v>108.01</c:v>
                </c:pt>
                <c:pt idx="14762">
                  <c:v>80.98</c:v>
                </c:pt>
                <c:pt idx="14763">
                  <c:v>56.48</c:v>
                </c:pt>
                <c:pt idx="14764">
                  <c:v>82.48</c:v>
                </c:pt>
                <c:pt idx="14765">
                  <c:v>82.48</c:v>
                </c:pt>
                <c:pt idx="14766">
                  <c:v>112.48</c:v>
                </c:pt>
                <c:pt idx="14767">
                  <c:v>79.98</c:v>
                </c:pt>
                <c:pt idx="14768">
                  <c:v>148.47</c:v>
                </c:pt>
                <c:pt idx="14769">
                  <c:v>76.44</c:v>
                </c:pt>
                <c:pt idx="14770">
                  <c:v>75.81</c:v>
                </c:pt>
                <c:pt idx="14771">
                  <c:v>79.98</c:v>
                </c:pt>
                <c:pt idx="14772">
                  <c:v>93.97</c:v>
                </c:pt>
                <c:pt idx="14773">
                  <c:v>67.489999999999995</c:v>
                </c:pt>
                <c:pt idx="14774">
                  <c:v>133.47999999999999</c:v>
                </c:pt>
                <c:pt idx="14775">
                  <c:v>79.97</c:v>
                </c:pt>
                <c:pt idx="14776">
                  <c:v>79.97</c:v>
                </c:pt>
                <c:pt idx="14777">
                  <c:v>75.81</c:v>
                </c:pt>
                <c:pt idx="14778">
                  <c:v>81.48</c:v>
                </c:pt>
                <c:pt idx="14779">
                  <c:v>133.47999999999999</c:v>
                </c:pt>
                <c:pt idx="14780">
                  <c:v>81.48</c:v>
                </c:pt>
                <c:pt idx="14781">
                  <c:v>126.47</c:v>
                </c:pt>
                <c:pt idx="14782">
                  <c:v>79.98</c:v>
                </c:pt>
                <c:pt idx="14783">
                  <c:v>67.489999999999995</c:v>
                </c:pt>
                <c:pt idx="14784">
                  <c:v>56.48</c:v>
                </c:pt>
                <c:pt idx="14785">
                  <c:v>120.97</c:v>
                </c:pt>
                <c:pt idx="14786">
                  <c:v>53.98</c:v>
                </c:pt>
                <c:pt idx="14787">
                  <c:v>69.47</c:v>
                </c:pt>
                <c:pt idx="14788">
                  <c:v>120.97</c:v>
                </c:pt>
                <c:pt idx="14789">
                  <c:v>53.98</c:v>
                </c:pt>
                <c:pt idx="14790">
                  <c:v>69.47</c:v>
                </c:pt>
                <c:pt idx="14791">
                  <c:v>126.47</c:v>
                </c:pt>
                <c:pt idx="14792">
                  <c:v>0</c:v>
                </c:pt>
                <c:pt idx="14793">
                  <c:v>137.94</c:v>
                </c:pt>
                <c:pt idx="14794">
                  <c:v>239.92</c:v>
                </c:pt>
                <c:pt idx="14795">
                  <c:v>279.41000000000003</c:v>
                </c:pt>
                <c:pt idx="14796">
                  <c:v>183.92</c:v>
                </c:pt>
                <c:pt idx="14797">
                  <c:v>100.96</c:v>
                </c:pt>
                <c:pt idx="14798">
                  <c:v>133.94999999999999</c:v>
                </c:pt>
                <c:pt idx="14799">
                  <c:v>183.92</c:v>
                </c:pt>
                <c:pt idx="14800">
                  <c:v>201.92</c:v>
                </c:pt>
                <c:pt idx="14801">
                  <c:v>292.89999999999998</c:v>
                </c:pt>
                <c:pt idx="14802">
                  <c:v>137.94</c:v>
                </c:pt>
                <c:pt idx="14803">
                  <c:v>179.94</c:v>
                </c:pt>
                <c:pt idx="14804">
                  <c:v>78.97</c:v>
                </c:pt>
                <c:pt idx="14805">
                  <c:v>299.89999999999998</c:v>
                </c:pt>
                <c:pt idx="14806">
                  <c:v>114.95</c:v>
                </c:pt>
                <c:pt idx="14807">
                  <c:v>125.45</c:v>
                </c:pt>
                <c:pt idx="14808">
                  <c:v>166.94</c:v>
                </c:pt>
                <c:pt idx="14809">
                  <c:v>234.92</c:v>
                </c:pt>
                <c:pt idx="14810">
                  <c:v>104.96</c:v>
                </c:pt>
                <c:pt idx="14811">
                  <c:v>169.93</c:v>
                </c:pt>
                <c:pt idx="14812">
                  <c:v>141.94999999999999</c:v>
                </c:pt>
                <c:pt idx="14813">
                  <c:v>80.97</c:v>
                </c:pt>
                <c:pt idx="14814">
                  <c:v>91.96</c:v>
                </c:pt>
                <c:pt idx="14815">
                  <c:v>91.96</c:v>
                </c:pt>
                <c:pt idx="14816">
                  <c:v>137.94</c:v>
                </c:pt>
                <c:pt idx="14817">
                  <c:v>11.29</c:v>
                </c:pt>
                <c:pt idx="14818">
                  <c:v>146.94</c:v>
                </c:pt>
                <c:pt idx="14819">
                  <c:v>139.62</c:v>
                </c:pt>
                <c:pt idx="14820">
                  <c:v>159.69999999999999</c:v>
                </c:pt>
                <c:pt idx="14821">
                  <c:v>160.88999999999999</c:v>
                </c:pt>
                <c:pt idx="14822">
                  <c:v>183.17</c:v>
                </c:pt>
                <c:pt idx="14823">
                  <c:v>160.88999999999999</c:v>
                </c:pt>
                <c:pt idx="14824">
                  <c:v>121.48</c:v>
                </c:pt>
                <c:pt idx="14825">
                  <c:v>131.97999999999999</c:v>
                </c:pt>
                <c:pt idx="14826">
                  <c:v>434.88</c:v>
                </c:pt>
                <c:pt idx="14827">
                  <c:v>395.94</c:v>
                </c:pt>
                <c:pt idx="14828">
                  <c:v>131.97999999999999</c:v>
                </c:pt>
                <c:pt idx="14829">
                  <c:v>99.98</c:v>
                </c:pt>
                <c:pt idx="14830">
                  <c:v>131.97999999999999</c:v>
                </c:pt>
                <c:pt idx="14831">
                  <c:v>861.8</c:v>
                </c:pt>
                <c:pt idx="14832">
                  <c:v>131.97999999999999</c:v>
                </c:pt>
                <c:pt idx="14833">
                  <c:v>131.97999999999999</c:v>
                </c:pt>
                <c:pt idx="14834">
                  <c:v>131.97999999999999</c:v>
                </c:pt>
                <c:pt idx="14835">
                  <c:v>531.87</c:v>
                </c:pt>
                <c:pt idx="14836">
                  <c:v>196.97</c:v>
                </c:pt>
                <c:pt idx="14837">
                  <c:v>311.94</c:v>
                </c:pt>
                <c:pt idx="14838">
                  <c:v>131.97999999999999</c:v>
                </c:pt>
                <c:pt idx="14839">
                  <c:v>131.97999999999999</c:v>
                </c:pt>
                <c:pt idx="14840">
                  <c:v>131.97999999999999</c:v>
                </c:pt>
                <c:pt idx="14841">
                  <c:v>102.72</c:v>
                </c:pt>
                <c:pt idx="14842">
                  <c:v>203.59</c:v>
                </c:pt>
                <c:pt idx="14843">
                  <c:v>153.04</c:v>
                </c:pt>
                <c:pt idx="14844">
                  <c:v>84.99</c:v>
                </c:pt>
                <c:pt idx="14845">
                  <c:v>172.97</c:v>
                </c:pt>
                <c:pt idx="14846">
                  <c:v>65.989999999999995</c:v>
                </c:pt>
                <c:pt idx="14847">
                  <c:v>149.97999999999999</c:v>
                </c:pt>
                <c:pt idx="14848">
                  <c:v>163.89</c:v>
                </c:pt>
                <c:pt idx="14849">
                  <c:v>144.47999999999999</c:v>
                </c:pt>
                <c:pt idx="14850">
                  <c:v>158.58000000000001</c:v>
                </c:pt>
                <c:pt idx="14851">
                  <c:v>183.97</c:v>
                </c:pt>
                <c:pt idx="14852">
                  <c:v>169.98</c:v>
                </c:pt>
                <c:pt idx="14853">
                  <c:v>131.97999999999999</c:v>
                </c:pt>
                <c:pt idx="14854">
                  <c:v>169.98</c:v>
                </c:pt>
                <c:pt idx="14855">
                  <c:v>254.97</c:v>
                </c:pt>
                <c:pt idx="14856">
                  <c:v>254.97</c:v>
                </c:pt>
                <c:pt idx="14857">
                  <c:v>166.97</c:v>
                </c:pt>
                <c:pt idx="14858">
                  <c:v>169.98</c:v>
                </c:pt>
                <c:pt idx="14859">
                  <c:v>86.38</c:v>
                </c:pt>
                <c:pt idx="14860">
                  <c:v>229.96</c:v>
                </c:pt>
                <c:pt idx="14861">
                  <c:v>149.97</c:v>
                </c:pt>
                <c:pt idx="14862">
                  <c:v>76.489999999999995</c:v>
                </c:pt>
                <c:pt idx="14863">
                  <c:v>124.34</c:v>
                </c:pt>
                <c:pt idx="14864">
                  <c:v>192.16</c:v>
                </c:pt>
                <c:pt idx="14865">
                  <c:v>169.98</c:v>
                </c:pt>
                <c:pt idx="14866">
                  <c:v>339.96</c:v>
                </c:pt>
                <c:pt idx="14867">
                  <c:v>339.96</c:v>
                </c:pt>
                <c:pt idx="14868">
                  <c:v>346.43</c:v>
                </c:pt>
                <c:pt idx="14869">
                  <c:v>197.97</c:v>
                </c:pt>
                <c:pt idx="14870">
                  <c:v>304.95999999999998</c:v>
                </c:pt>
                <c:pt idx="14871">
                  <c:v>280.95</c:v>
                </c:pt>
                <c:pt idx="14872">
                  <c:v>197.97</c:v>
                </c:pt>
                <c:pt idx="14873">
                  <c:v>319.92</c:v>
                </c:pt>
                <c:pt idx="14874">
                  <c:v>172.97</c:v>
                </c:pt>
                <c:pt idx="14875">
                  <c:v>380.9</c:v>
                </c:pt>
                <c:pt idx="14876">
                  <c:v>140.13</c:v>
                </c:pt>
                <c:pt idx="14877">
                  <c:v>80.95</c:v>
                </c:pt>
                <c:pt idx="14878">
                  <c:v>171.48</c:v>
                </c:pt>
                <c:pt idx="14879">
                  <c:v>77.94</c:v>
                </c:pt>
                <c:pt idx="14880">
                  <c:v>247.92</c:v>
                </c:pt>
                <c:pt idx="14881">
                  <c:v>79.94</c:v>
                </c:pt>
                <c:pt idx="14882">
                  <c:v>215.94</c:v>
                </c:pt>
                <c:pt idx="14883">
                  <c:v>187.94</c:v>
                </c:pt>
                <c:pt idx="14884">
                  <c:v>304.92</c:v>
                </c:pt>
                <c:pt idx="14885">
                  <c:v>214.95</c:v>
                </c:pt>
                <c:pt idx="14886">
                  <c:v>213.28</c:v>
                </c:pt>
                <c:pt idx="14887">
                  <c:v>43.91</c:v>
                </c:pt>
                <c:pt idx="14888">
                  <c:v>219.94</c:v>
                </c:pt>
                <c:pt idx="14889">
                  <c:v>219.94</c:v>
                </c:pt>
                <c:pt idx="14890">
                  <c:v>150.26</c:v>
                </c:pt>
                <c:pt idx="14891">
                  <c:v>131.97999999999999</c:v>
                </c:pt>
                <c:pt idx="14892">
                  <c:v>199.96</c:v>
                </c:pt>
                <c:pt idx="14893">
                  <c:v>191.93</c:v>
                </c:pt>
                <c:pt idx="14894">
                  <c:v>209.95</c:v>
                </c:pt>
                <c:pt idx="14895">
                  <c:v>209.94</c:v>
                </c:pt>
                <c:pt idx="14896">
                  <c:v>234.93</c:v>
                </c:pt>
                <c:pt idx="14897">
                  <c:v>219.94</c:v>
                </c:pt>
                <c:pt idx="14898">
                  <c:v>97.52</c:v>
                </c:pt>
                <c:pt idx="14899">
                  <c:v>121.98</c:v>
                </c:pt>
                <c:pt idx="14900">
                  <c:v>155.97</c:v>
                </c:pt>
                <c:pt idx="14901">
                  <c:v>121.98</c:v>
                </c:pt>
                <c:pt idx="14902">
                  <c:v>198.96</c:v>
                </c:pt>
                <c:pt idx="14903">
                  <c:v>120.15</c:v>
                </c:pt>
                <c:pt idx="14904">
                  <c:v>135.97</c:v>
                </c:pt>
                <c:pt idx="14905">
                  <c:v>182.97</c:v>
                </c:pt>
                <c:pt idx="14906">
                  <c:v>121.98</c:v>
                </c:pt>
                <c:pt idx="14907">
                  <c:v>118.01</c:v>
                </c:pt>
                <c:pt idx="14908">
                  <c:v>60.99</c:v>
                </c:pt>
                <c:pt idx="14909">
                  <c:v>171.96</c:v>
                </c:pt>
                <c:pt idx="14910">
                  <c:v>121.98</c:v>
                </c:pt>
                <c:pt idx="14911">
                  <c:v>118.93</c:v>
                </c:pt>
                <c:pt idx="14912">
                  <c:v>60.99</c:v>
                </c:pt>
                <c:pt idx="14913">
                  <c:v>121.98</c:v>
                </c:pt>
                <c:pt idx="14914">
                  <c:v>131.97999999999999</c:v>
                </c:pt>
                <c:pt idx="14915">
                  <c:v>133.44999999999999</c:v>
                </c:pt>
                <c:pt idx="14916">
                  <c:v>152.97</c:v>
                </c:pt>
                <c:pt idx="14917">
                  <c:v>131.97999999999999</c:v>
                </c:pt>
                <c:pt idx="14918">
                  <c:v>131.97999999999999</c:v>
                </c:pt>
                <c:pt idx="14919">
                  <c:v>121.98</c:v>
                </c:pt>
                <c:pt idx="14920">
                  <c:v>121.98</c:v>
                </c:pt>
                <c:pt idx="14921">
                  <c:v>133.47</c:v>
                </c:pt>
                <c:pt idx="14922">
                  <c:v>141.97</c:v>
                </c:pt>
                <c:pt idx="14923">
                  <c:v>131.97999999999999</c:v>
                </c:pt>
                <c:pt idx="14924">
                  <c:v>152.97</c:v>
                </c:pt>
                <c:pt idx="14925">
                  <c:v>186.97</c:v>
                </c:pt>
                <c:pt idx="14926">
                  <c:v>131.97999999999999</c:v>
                </c:pt>
                <c:pt idx="14927">
                  <c:v>131.97999999999999</c:v>
                </c:pt>
                <c:pt idx="14928">
                  <c:v>103.96</c:v>
                </c:pt>
                <c:pt idx="14929">
                  <c:v>211.96</c:v>
                </c:pt>
                <c:pt idx="14930">
                  <c:v>64.930000000000007</c:v>
                </c:pt>
                <c:pt idx="14931">
                  <c:v>65.180000000000007</c:v>
                </c:pt>
                <c:pt idx="14932">
                  <c:v>65.33</c:v>
                </c:pt>
                <c:pt idx="14933">
                  <c:v>65.33</c:v>
                </c:pt>
                <c:pt idx="14934">
                  <c:v>64.67</c:v>
                </c:pt>
                <c:pt idx="14935">
                  <c:v>65.989999999999995</c:v>
                </c:pt>
                <c:pt idx="14936">
                  <c:v>65.33</c:v>
                </c:pt>
                <c:pt idx="14937">
                  <c:v>144.65</c:v>
                </c:pt>
                <c:pt idx="14938">
                  <c:v>65.33</c:v>
                </c:pt>
                <c:pt idx="14939">
                  <c:v>105.32</c:v>
                </c:pt>
                <c:pt idx="14940">
                  <c:v>129.85</c:v>
                </c:pt>
                <c:pt idx="14941">
                  <c:v>151.97</c:v>
                </c:pt>
                <c:pt idx="14942">
                  <c:v>80.98</c:v>
                </c:pt>
                <c:pt idx="14943">
                  <c:v>65.19</c:v>
                </c:pt>
                <c:pt idx="14944">
                  <c:v>124.31</c:v>
                </c:pt>
                <c:pt idx="14945">
                  <c:v>80.319999999999993</c:v>
                </c:pt>
                <c:pt idx="14946">
                  <c:v>65.33</c:v>
                </c:pt>
                <c:pt idx="14947">
                  <c:v>65.989999999999995</c:v>
                </c:pt>
                <c:pt idx="14948">
                  <c:v>131.32</c:v>
                </c:pt>
                <c:pt idx="14949">
                  <c:v>131.97999999999999</c:v>
                </c:pt>
                <c:pt idx="14950">
                  <c:v>39.99</c:v>
                </c:pt>
                <c:pt idx="14951">
                  <c:v>146.31</c:v>
                </c:pt>
                <c:pt idx="14952">
                  <c:v>65.33</c:v>
                </c:pt>
                <c:pt idx="14953">
                  <c:v>65.989999999999995</c:v>
                </c:pt>
                <c:pt idx="14954">
                  <c:v>65.989999999999995</c:v>
                </c:pt>
                <c:pt idx="14955">
                  <c:v>65.33</c:v>
                </c:pt>
                <c:pt idx="14956">
                  <c:v>65.290000000000006</c:v>
                </c:pt>
                <c:pt idx="14957">
                  <c:v>65.33</c:v>
                </c:pt>
                <c:pt idx="14958">
                  <c:v>65.33</c:v>
                </c:pt>
                <c:pt idx="14959">
                  <c:v>65.989999999999995</c:v>
                </c:pt>
                <c:pt idx="14960">
                  <c:v>65.33</c:v>
                </c:pt>
                <c:pt idx="14961">
                  <c:v>105.98</c:v>
                </c:pt>
                <c:pt idx="14962">
                  <c:v>65.33</c:v>
                </c:pt>
                <c:pt idx="14963">
                  <c:v>105.98</c:v>
                </c:pt>
                <c:pt idx="14964">
                  <c:v>126.82</c:v>
                </c:pt>
                <c:pt idx="14965">
                  <c:v>68.72</c:v>
                </c:pt>
                <c:pt idx="14966">
                  <c:v>129.19</c:v>
                </c:pt>
                <c:pt idx="14967">
                  <c:v>84.99</c:v>
                </c:pt>
                <c:pt idx="14968">
                  <c:v>84.99</c:v>
                </c:pt>
                <c:pt idx="14969">
                  <c:v>65.989999999999995</c:v>
                </c:pt>
                <c:pt idx="14970">
                  <c:v>65.989999999999995</c:v>
                </c:pt>
                <c:pt idx="14971">
                  <c:v>65.989999999999995</c:v>
                </c:pt>
                <c:pt idx="14972">
                  <c:v>65.989999999999995</c:v>
                </c:pt>
                <c:pt idx="14973">
                  <c:v>84.99</c:v>
                </c:pt>
                <c:pt idx="14974">
                  <c:v>169.98</c:v>
                </c:pt>
                <c:pt idx="14975">
                  <c:v>84.99</c:v>
                </c:pt>
                <c:pt idx="14976">
                  <c:v>84.99</c:v>
                </c:pt>
                <c:pt idx="14977">
                  <c:v>169.98</c:v>
                </c:pt>
                <c:pt idx="14978">
                  <c:v>84.99</c:v>
                </c:pt>
                <c:pt idx="14979">
                  <c:v>129.97999999999999</c:v>
                </c:pt>
                <c:pt idx="14980">
                  <c:v>169.98</c:v>
                </c:pt>
                <c:pt idx="14981">
                  <c:v>169.98</c:v>
                </c:pt>
                <c:pt idx="14982">
                  <c:v>84.99</c:v>
                </c:pt>
                <c:pt idx="14983">
                  <c:v>84.99</c:v>
                </c:pt>
                <c:pt idx="14984">
                  <c:v>84.99</c:v>
                </c:pt>
                <c:pt idx="14985">
                  <c:v>77.739999999999995</c:v>
                </c:pt>
                <c:pt idx="14986">
                  <c:v>120.43</c:v>
                </c:pt>
                <c:pt idx="14987">
                  <c:v>65.989999999999995</c:v>
                </c:pt>
                <c:pt idx="14988">
                  <c:v>169.98</c:v>
                </c:pt>
                <c:pt idx="14989">
                  <c:v>208.07</c:v>
                </c:pt>
                <c:pt idx="14990">
                  <c:v>83.69</c:v>
                </c:pt>
                <c:pt idx="14991">
                  <c:v>65.989999999999995</c:v>
                </c:pt>
                <c:pt idx="14992">
                  <c:v>65.989999999999995</c:v>
                </c:pt>
                <c:pt idx="14993">
                  <c:v>164.64</c:v>
                </c:pt>
                <c:pt idx="14994">
                  <c:v>169.98</c:v>
                </c:pt>
                <c:pt idx="14995">
                  <c:v>130.31</c:v>
                </c:pt>
                <c:pt idx="14996">
                  <c:v>252.43</c:v>
                </c:pt>
                <c:pt idx="14997">
                  <c:v>145.83000000000001</c:v>
                </c:pt>
                <c:pt idx="14998">
                  <c:v>61.98</c:v>
                </c:pt>
                <c:pt idx="14999">
                  <c:v>204.61</c:v>
                </c:pt>
                <c:pt idx="15000">
                  <c:v>234.62</c:v>
                </c:pt>
                <c:pt idx="15001">
                  <c:v>131.97999999999999</c:v>
                </c:pt>
                <c:pt idx="15002">
                  <c:v>216.01</c:v>
                </c:pt>
                <c:pt idx="15003">
                  <c:v>179.94</c:v>
                </c:pt>
                <c:pt idx="15004">
                  <c:v>179.94</c:v>
                </c:pt>
                <c:pt idx="15005">
                  <c:v>121.98</c:v>
                </c:pt>
                <c:pt idx="15006">
                  <c:v>155.96</c:v>
                </c:pt>
                <c:pt idx="15007">
                  <c:v>155.96</c:v>
                </c:pt>
                <c:pt idx="15008">
                  <c:v>155.96</c:v>
                </c:pt>
                <c:pt idx="15009">
                  <c:v>131.97999999999999</c:v>
                </c:pt>
                <c:pt idx="15010">
                  <c:v>205.95</c:v>
                </c:pt>
                <c:pt idx="15011">
                  <c:v>131.97999999999999</c:v>
                </c:pt>
                <c:pt idx="15012">
                  <c:v>180.62</c:v>
                </c:pt>
                <c:pt idx="15013">
                  <c:v>131.97999999999999</c:v>
                </c:pt>
                <c:pt idx="15014">
                  <c:v>179.94</c:v>
                </c:pt>
                <c:pt idx="15015">
                  <c:v>203.92</c:v>
                </c:pt>
                <c:pt idx="15016">
                  <c:v>165.46</c:v>
                </c:pt>
                <c:pt idx="15017">
                  <c:v>245.93</c:v>
                </c:pt>
                <c:pt idx="15018">
                  <c:v>58.38</c:v>
                </c:pt>
                <c:pt idx="15019">
                  <c:v>59.97</c:v>
                </c:pt>
                <c:pt idx="15020">
                  <c:v>98.16</c:v>
                </c:pt>
                <c:pt idx="15021">
                  <c:v>99.98</c:v>
                </c:pt>
                <c:pt idx="15022">
                  <c:v>65.98</c:v>
                </c:pt>
                <c:pt idx="15023">
                  <c:v>84.97</c:v>
                </c:pt>
                <c:pt idx="15024">
                  <c:v>51.49</c:v>
                </c:pt>
                <c:pt idx="15025">
                  <c:v>-18.989999999999998</c:v>
                </c:pt>
                <c:pt idx="15026">
                  <c:v>112.95</c:v>
                </c:pt>
                <c:pt idx="15027">
                  <c:v>59.84</c:v>
                </c:pt>
                <c:pt idx="15028">
                  <c:v>65.98</c:v>
                </c:pt>
                <c:pt idx="15029">
                  <c:v>65.98</c:v>
                </c:pt>
                <c:pt idx="15030">
                  <c:v>59.37</c:v>
                </c:pt>
                <c:pt idx="15031">
                  <c:v>-79.180000000000007</c:v>
                </c:pt>
                <c:pt idx="15032">
                  <c:v>-39.99</c:v>
                </c:pt>
                <c:pt idx="15033">
                  <c:v>64.319999999999993</c:v>
                </c:pt>
                <c:pt idx="15034">
                  <c:v>54.99</c:v>
                </c:pt>
                <c:pt idx="15035">
                  <c:v>113.47</c:v>
                </c:pt>
                <c:pt idx="15036">
                  <c:v>64.98</c:v>
                </c:pt>
                <c:pt idx="15037">
                  <c:v>84.99</c:v>
                </c:pt>
                <c:pt idx="15038">
                  <c:v>39.99</c:v>
                </c:pt>
                <c:pt idx="15039">
                  <c:v>99.98</c:v>
                </c:pt>
                <c:pt idx="15040">
                  <c:v>84.99</c:v>
                </c:pt>
                <c:pt idx="15041">
                  <c:v>79.98</c:v>
                </c:pt>
                <c:pt idx="15042">
                  <c:v>99.98</c:v>
                </c:pt>
                <c:pt idx="15043">
                  <c:v>80.08</c:v>
                </c:pt>
                <c:pt idx="15044">
                  <c:v>65.98</c:v>
                </c:pt>
                <c:pt idx="15045">
                  <c:v>69.98</c:v>
                </c:pt>
                <c:pt idx="15046">
                  <c:v>44.49</c:v>
                </c:pt>
                <c:pt idx="15047">
                  <c:v>51.49</c:v>
                </c:pt>
                <c:pt idx="15048">
                  <c:v>49.99</c:v>
                </c:pt>
                <c:pt idx="15049">
                  <c:v>79.180000000000007</c:v>
                </c:pt>
                <c:pt idx="15050">
                  <c:v>85.83</c:v>
                </c:pt>
                <c:pt idx="15051">
                  <c:v>115.97</c:v>
                </c:pt>
                <c:pt idx="15052">
                  <c:v>79.75</c:v>
                </c:pt>
                <c:pt idx="15053">
                  <c:v>99.98</c:v>
                </c:pt>
                <c:pt idx="15054">
                  <c:v>63.66</c:v>
                </c:pt>
                <c:pt idx="15055">
                  <c:v>65.98</c:v>
                </c:pt>
                <c:pt idx="15056">
                  <c:v>65.319999999999993</c:v>
                </c:pt>
                <c:pt idx="15057">
                  <c:v>69.98</c:v>
                </c:pt>
                <c:pt idx="15058">
                  <c:v>51.49</c:v>
                </c:pt>
                <c:pt idx="15059">
                  <c:v>79.38</c:v>
                </c:pt>
                <c:pt idx="15060">
                  <c:v>98.82</c:v>
                </c:pt>
                <c:pt idx="15061">
                  <c:v>97.47</c:v>
                </c:pt>
                <c:pt idx="15062">
                  <c:v>84.98</c:v>
                </c:pt>
                <c:pt idx="15063">
                  <c:v>99.98</c:v>
                </c:pt>
                <c:pt idx="15064">
                  <c:v>99.98</c:v>
                </c:pt>
                <c:pt idx="15065">
                  <c:v>64.98</c:v>
                </c:pt>
                <c:pt idx="15066">
                  <c:v>84.99</c:v>
                </c:pt>
                <c:pt idx="15067">
                  <c:v>84.99</c:v>
                </c:pt>
                <c:pt idx="15068">
                  <c:v>99.98</c:v>
                </c:pt>
                <c:pt idx="15069">
                  <c:v>99.98</c:v>
                </c:pt>
                <c:pt idx="15070">
                  <c:v>51.49</c:v>
                </c:pt>
                <c:pt idx="15071">
                  <c:v>65.98</c:v>
                </c:pt>
                <c:pt idx="15072">
                  <c:v>58.98</c:v>
                </c:pt>
                <c:pt idx="15073">
                  <c:v>64.98</c:v>
                </c:pt>
                <c:pt idx="15074">
                  <c:v>69.33</c:v>
                </c:pt>
                <c:pt idx="15075">
                  <c:v>84.99</c:v>
                </c:pt>
                <c:pt idx="15076">
                  <c:v>79.98</c:v>
                </c:pt>
                <c:pt idx="15077">
                  <c:v>84.99</c:v>
                </c:pt>
                <c:pt idx="15078">
                  <c:v>84.99</c:v>
                </c:pt>
                <c:pt idx="15079">
                  <c:v>85.83</c:v>
                </c:pt>
                <c:pt idx="15080">
                  <c:v>84.99</c:v>
                </c:pt>
                <c:pt idx="15081">
                  <c:v>65.989999999999995</c:v>
                </c:pt>
                <c:pt idx="15082">
                  <c:v>137.46</c:v>
                </c:pt>
                <c:pt idx="15083">
                  <c:v>65.989999999999995</c:v>
                </c:pt>
                <c:pt idx="15084">
                  <c:v>81.819999999999993</c:v>
                </c:pt>
                <c:pt idx="15085">
                  <c:v>84.99</c:v>
                </c:pt>
                <c:pt idx="15086">
                  <c:v>65.989999999999995</c:v>
                </c:pt>
                <c:pt idx="15087">
                  <c:v>75.98</c:v>
                </c:pt>
                <c:pt idx="15088">
                  <c:v>99.98</c:v>
                </c:pt>
                <c:pt idx="15089">
                  <c:v>70.989999999999995</c:v>
                </c:pt>
                <c:pt idx="15090">
                  <c:v>72.239999999999995</c:v>
                </c:pt>
                <c:pt idx="15091">
                  <c:v>84.99</c:v>
                </c:pt>
                <c:pt idx="15092">
                  <c:v>84.99</c:v>
                </c:pt>
                <c:pt idx="15093">
                  <c:v>84.99</c:v>
                </c:pt>
                <c:pt idx="15094">
                  <c:v>84.99</c:v>
                </c:pt>
                <c:pt idx="15095">
                  <c:v>84.99</c:v>
                </c:pt>
                <c:pt idx="15096">
                  <c:v>84.99</c:v>
                </c:pt>
                <c:pt idx="15097">
                  <c:v>84.99</c:v>
                </c:pt>
                <c:pt idx="15098">
                  <c:v>84.99</c:v>
                </c:pt>
                <c:pt idx="15099">
                  <c:v>84.99</c:v>
                </c:pt>
                <c:pt idx="15100">
                  <c:v>65.989999999999995</c:v>
                </c:pt>
                <c:pt idx="15101">
                  <c:v>105.98</c:v>
                </c:pt>
                <c:pt idx="15102">
                  <c:v>84.99</c:v>
                </c:pt>
                <c:pt idx="15103">
                  <c:v>84.99</c:v>
                </c:pt>
                <c:pt idx="15104">
                  <c:v>102.98</c:v>
                </c:pt>
                <c:pt idx="15105">
                  <c:v>105.98</c:v>
                </c:pt>
                <c:pt idx="15106">
                  <c:v>84.99</c:v>
                </c:pt>
                <c:pt idx="15107">
                  <c:v>84.99</c:v>
                </c:pt>
                <c:pt idx="15108">
                  <c:v>105.98</c:v>
                </c:pt>
                <c:pt idx="15109">
                  <c:v>65.989999999999995</c:v>
                </c:pt>
                <c:pt idx="15110">
                  <c:v>84.99</c:v>
                </c:pt>
                <c:pt idx="15111">
                  <c:v>57.98</c:v>
                </c:pt>
                <c:pt idx="15112">
                  <c:v>65.989999999999995</c:v>
                </c:pt>
                <c:pt idx="15113">
                  <c:v>84.99</c:v>
                </c:pt>
                <c:pt idx="15114">
                  <c:v>84.99</c:v>
                </c:pt>
                <c:pt idx="15115">
                  <c:v>84.99</c:v>
                </c:pt>
                <c:pt idx="15116">
                  <c:v>89.98</c:v>
                </c:pt>
                <c:pt idx="15117">
                  <c:v>84.99</c:v>
                </c:pt>
                <c:pt idx="15118">
                  <c:v>68.81</c:v>
                </c:pt>
                <c:pt idx="15119">
                  <c:v>84.99</c:v>
                </c:pt>
                <c:pt idx="15120">
                  <c:v>84.99</c:v>
                </c:pt>
                <c:pt idx="15121">
                  <c:v>105.98</c:v>
                </c:pt>
                <c:pt idx="15122">
                  <c:v>68.989999999999995</c:v>
                </c:pt>
                <c:pt idx="15123">
                  <c:v>84.99</c:v>
                </c:pt>
                <c:pt idx="15124">
                  <c:v>84.99</c:v>
                </c:pt>
                <c:pt idx="15125">
                  <c:v>84.99</c:v>
                </c:pt>
                <c:pt idx="15126">
                  <c:v>84.99</c:v>
                </c:pt>
                <c:pt idx="15127">
                  <c:v>84.99</c:v>
                </c:pt>
                <c:pt idx="15128">
                  <c:v>200.05</c:v>
                </c:pt>
                <c:pt idx="15129">
                  <c:v>212.62</c:v>
                </c:pt>
                <c:pt idx="15130">
                  <c:v>122.97</c:v>
                </c:pt>
                <c:pt idx="15131">
                  <c:v>216.96</c:v>
                </c:pt>
                <c:pt idx="15132">
                  <c:v>225.95</c:v>
                </c:pt>
                <c:pt idx="15133">
                  <c:v>263.95999999999998</c:v>
                </c:pt>
                <c:pt idx="15134">
                  <c:v>184.77</c:v>
                </c:pt>
                <c:pt idx="15135">
                  <c:v>263.95999999999998</c:v>
                </c:pt>
                <c:pt idx="15136">
                  <c:v>238.96</c:v>
                </c:pt>
                <c:pt idx="15137">
                  <c:v>263.95999999999998</c:v>
                </c:pt>
                <c:pt idx="15138">
                  <c:v>83.48</c:v>
                </c:pt>
                <c:pt idx="15139">
                  <c:v>97.98</c:v>
                </c:pt>
                <c:pt idx="15140">
                  <c:v>-10</c:v>
                </c:pt>
                <c:pt idx="15141">
                  <c:v>145.37</c:v>
                </c:pt>
                <c:pt idx="15142">
                  <c:v>-5.75</c:v>
                </c:pt>
                <c:pt idx="15143">
                  <c:v>39.99</c:v>
                </c:pt>
                <c:pt idx="15144">
                  <c:v>130.38</c:v>
                </c:pt>
                <c:pt idx="15145">
                  <c:v>98.83</c:v>
                </c:pt>
                <c:pt idx="15146">
                  <c:v>127.98</c:v>
                </c:pt>
                <c:pt idx="15147">
                  <c:v>53.18</c:v>
                </c:pt>
                <c:pt idx="15148">
                  <c:v>84.98</c:v>
                </c:pt>
                <c:pt idx="15149">
                  <c:v>59.98</c:v>
                </c:pt>
                <c:pt idx="15150">
                  <c:v>176.84</c:v>
                </c:pt>
                <c:pt idx="15151">
                  <c:v>54.99</c:v>
                </c:pt>
                <c:pt idx="15152">
                  <c:v>99.29</c:v>
                </c:pt>
                <c:pt idx="15153">
                  <c:v>59.14</c:v>
                </c:pt>
                <c:pt idx="15154">
                  <c:v>278.95</c:v>
                </c:pt>
                <c:pt idx="15155">
                  <c:v>147.12</c:v>
                </c:pt>
                <c:pt idx="15156">
                  <c:v>68.989999999999995</c:v>
                </c:pt>
                <c:pt idx="15157">
                  <c:v>59.98</c:v>
                </c:pt>
                <c:pt idx="15158">
                  <c:v>113.59</c:v>
                </c:pt>
                <c:pt idx="15159">
                  <c:v>68.989999999999995</c:v>
                </c:pt>
                <c:pt idx="15160">
                  <c:v>-13</c:v>
                </c:pt>
                <c:pt idx="15161">
                  <c:v>67.489999999999995</c:v>
                </c:pt>
                <c:pt idx="15162">
                  <c:v>126.98</c:v>
                </c:pt>
                <c:pt idx="15163">
                  <c:v>276.22000000000003</c:v>
                </c:pt>
                <c:pt idx="15164">
                  <c:v>83.69</c:v>
                </c:pt>
                <c:pt idx="15165">
                  <c:v>69.989999999999995</c:v>
                </c:pt>
                <c:pt idx="15166">
                  <c:v>137.29</c:v>
                </c:pt>
                <c:pt idx="15167">
                  <c:v>68.3</c:v>
                </c:pt>
                <c:pt idx="15168">
                  <c:v>119.96</c:v>
                </c:pt>
                <c:pt idx="15169">
                  <c:v>65.61</c:v>
                </c:pt>
                <c:pt idx="15170">
                  <c:v>84.99</c:v>
                </c:pt>
                <c:pt idx="15171">
                  <c:v>80.98</c:v>
                </c:pt>
                <c:pt idx="15172">
                  <c:v>131.97999999999999</c:v>
                </c:pt>
                <c:pt idx="15173">
                  <c:v>113.47</c:v>
                </c:pt>
                <c:pt idx="15174">
                  <c:v>131.97999999999999</c:v>
                </c:pt>
                <c:pt idx="15175">
                  <c:v>65.989999999999995</c:v>
                </c:pt>
                <c:pt idx="15176">
                  <c:v>135.97999999999999</c:v>
                </c:pt>
                <c:pt idx="15177">
                  <c:v>135.97999999999999</c:v>
                </c:pt>
                <c:pt idx="15178">
                  <c:v>113.47</c:v>
                </c:pt>
                <c:pt idx="15179">
                  <c:v>135.97999999999999</c:v>
                </c:pt>
                <c:pt idx="15180">
                  <c:v>86.07</c:v>
                </c:pt>
                <c:pt idx="15181">
                  <c:v>144.72999999999999</c:v>
                </c:pt>
                <c:pt idx="15182">
                  <c:v>86.07</c:v>
                </c:pt>
                <c:pt idx="15183">
                  <c:v>53.43</c:v>
                </c:pt>
                <c:pt idx="15184">
                  <c:v>53.43</c:v>
                </c:pt>
                <c:pt idx="15185">
                  <c:v>80.98</c:v>
                </c:pt>
                <c:pt idx="15186">
                  <c:v>65.989999999999995</c:v>
                </c:pt>
                <c:pt idx="15187">
                  <c:v>80.98</c:v>
                </c:pt>
                <c:pt idx="15188">
                  <c:v>135.97999999999999</c:v>
                </c:pt>
                <c:pt idx="15189">
                  <c:v>-131.97999999999999</c:v>
                </c:pt>
                <c:pt idx="15190">
                  <c:v>67.98</c:v>
                </c:pt>
                <c:pt idx="15191">
                  <c:v>131.97999999999999</c:v>
                </c:pt>
                <c:pt idx="15192">
                  <c:v>131.97999999999999</c:v>
                </c:pt>
                <c:pt idx="15193">
                  <c:v>80.86</c:v>
                </c:pt>
                <c:pt idx="15194">
                  <c:v>80.98</c:v>
                </c:pt>
                <c:pt idx="15195">
                  <c:v>65.989999999999995</c:v>
                </c:pt>
                <c:pt idx="15196">
                  <c:v>65.989999999999995</c:v>
                </c:pt>
                <c:pt idx="15197">
                  <c:v>161.96</c:v>
                </c:pt>
                <c:pt idx="15198">
                  <c:v>67.98</c:v>
                </c:pt>
                <c:pt idx="15199">
                  <c:v>82.47</c:v>
                </c:pt>
                <c:pt idx="15200">
                  <c:v>161.96</c:v>
                </c:pt>
                <c:pt idx="15201">
                  <c:v>65.989999999999995</c:v>
                </c:pt>
                <c:pt idx="15202">
                  <c:v>78.819999999999993</c:v>
                </c:pt>
                <c:pt idx="15203">
                  <c:v>78.819999999999993</c:v>
                </c:pt>
                <c:pt idx="15204">
                  <c:v>95.97</c:v>
                </c:pt>
                <c:pt idx="15205">
                  <c:v>65.989999999999995</c:v>
                </c:pt>
                <c:pt idx="15206">
                  <c:v>95.97</c:v>
                </c:pt>
                <c:pt idx="15207">
                  <c:v>82.47</c:v>
                </c:pt>
                <c:pt idx="15208">
                  <c:v>65.989999999999995</c:v>
                </c:pt>
                <c:pt idx="15209">
                  <c:v>80.86</c:v>
                </c:pt>
                <c:pt idx="15210">
                  <c:v>131.97999999999999</c:v>
                </c:pt>
                <c:pt idx="15211">
                  <c:v>131.97999999999999</c:v>
                </c:pt>
                <c:pt idx="15212">
                  <c:v>65.989999999999995</c:v>
                </c:pt>
                <c:pt idx="15213">
                  <c:v>62.88</c:v>
                </c:pt>
                <c:pt idx="15214">
                  <c:v>161.96</c:v>
                </c:pt>
                <c:pt idx="15215">
                  <c:v>161.96</c:v>
                </c:pt>
                <c:pt idx="15216">
                  <c:v>62.88</c:v>
                </c:pt>
                <c:pt idx="15217">
                  <c:v>144.72999999999999</c:v>
                </c:pt>
                <c:pt idx="15218">
                  <c:v>-131.97999999999999</c:v>
                </c:pt>
                <c:pt idx="15219">
                  <c:v>80.98</c:v>
                </c:pt>
                <c:pt idx="15220">
                  <c:v>80.98</c:v>
                </c:pt>
                <c:pt idx="15221">
                  <c:v>84.99</c:v>
                </c:pt>
                <c:pt idx="15222">
                  <c:v>183.16</c:v>
                </c:pt>
                <c:pt idx="15223">
                  <c:v>19.29</c:v>
                </c:pt>
                <c:pt idx="15224">
                  <c:v>187.97</c:v>
                </c:pt>
                <c:pt idx="15225">
                  <c:v>65.989999999999995</c:v>
                </c:pt>
                <c:pt idx="15226">
                  <c:v>79.989999999999995</c:v>
                </c:pt>
                <c:pt idx="15227">
                  <c:v>79.989999999999995</c:v>
                </c:pt>
                <c:pt idx="15228">
                  <c:v>65.989999999999995</c:v>
                </c:pt>
                <c:pt idx="15229">
                  <c:v>65.989999999999995</c:v>
                </c:pt>
                <c:pt idx="15230">
                  <c:v>65.989999999999995</c:v>
                </c:pt>
                <c:pt idx="15231">
                  <c:v>-1.3</c:v>
                </c:pt>
                <c:pt idx="15232">
                  <c:v>79.989999999999995</c:v>
                </c:pt>
                <c:pt idx="15233">
                  <c:v>79.989999999999995</c:v>
                </c:pt>
                <c:pt idx="15234">
                  <c:v>84.99</c:v>
                </c:pt>
                <c:pt idx="15235">
                  <c:v>79.989999999999995</c:v>
                </c:pt>
                <c:pt idx="15236">
                  <c:v>149.94999999999999</c:v>
                </c:pt>
                <c:pt idx="15237">
                  <c:v>169.98</c:v>
                </c:pt>
                <c:pt idx="15238">
                  <c:v>97.98</c:v>
                </c:pt>
                <c:pt idx="15239">
                  <c:v>-1.3</c:v>
                </c:pt>
                <c:pt idx="15240">
                  <c:v>60.99</c:v>
                </c:pt>
                <c:pt idx="15241">
                  <c:v>115.98</c:v>
                </c:pt>
                <c:pt idx="15242">
                  <c:v>19.29</c:v>
                </c:pt>
                <c:pt idx="15243">
                  <c:v>263.95999999999998</c:v>
                </c:pt>
                <c:pt idx="15244">
                  <c:v>-65.989999999999995</c:v>
                </c:pt>
                <c:pt idx="15245">
                  <c:v>159.97999999999999</c:v>
                </c:pt>
                <c:pt idx="15246">
                  <c:v>19.29</c:v>
                </c:pt>
                <c:pt idx="15247">
                  <c:v>46.29</c:v>
                </c:pt>
                <c:pt idx="15248">
                  <c:v>89.98</c:v>
                </c:pt>
                <c:pt idx="15249">
                  <c:v>67.98</c:v>
                </c:pt>
                <c:pt idx="15250">
                  <c:v>59.98</c:v>
                </c:pt>
                <c:pt idx="15251">
                  <c:v>-1.3</c:v>
                </c:pt>
                <c:pt idx="15252">
                  <c:v>84.99</c:v>
                </c:pt>
                <c:pt idx="15253">
                  <c:v>97.98</c:v>
                </c:pt>
                <c:pt idx="15254">
                  <c:v>309.95</c:v>
                </c:pt>
                <c:pt idx="15255">
                  <c:v>404.95</c:v>
                </c:pt>
                <c:pt idx="15256">
                  <c:v>339.96</c:v>
                </c:pt>
                <c:pt idx="15257">
                  <c:v>424.95</c:v>
                </c:pt>
                <c:pt idx="15258">
                  <c:v>339.96</c:v>
                </c:pt>
                <c:pt idx="15259">
                  <c:v>263.95999999999998</c:v>
                </c:pt>
                <c:pt idx="15260">
                  <c:v>339.96</c:v>
                </c:pt>
                <c:pt idx="15261">
                  <c:v>263.95999999999998</c:v>
                </c:pt>
                <c:pt idx="15262">
                  <c:v>141.97</c:v>
                </c:pt>
                <c:pt idx="15263">
                  <c:v>129.96</c:v>
                </c:pt>
                <c:pt idx="15264">
                  <c:v>171.97</c:v>
                </c:pt>
                <c:pt idx="15265">
                  <c:v>146.97</c:v>
                </c:pt>
                <c:pt idx="15266">
                  <c:v>179.46</c:v>
                </c:pt>
                <c:pt idx="15267">
                  <c:v>175.56</c:v>
                </c:pt>
                <c:pt idx="15268">
                  <c:v>160.96</c:v>
                </c:pt>
                <c:pt idx="15269">
                  <c:v>146.97</c:v>
                </c:pt>
                <c:pt idx="15270">
                  <c:v>212.96</c:v>
                </c:pt>
                <c:pt idx="15271">
                  <c:v>121.98</c:v>
                </c:pt>
                <c:pt idx="15272">
                  <c:v>171.97</c:v>
                </c:pt>
                <c:pt idx="15273">
                  <c:v>146.97</c:v>
                </c:pt>
                <c:pt idx="15274">
                  <c:v>154.69999999999999</c:v>
                </c:pt>
                <c:pt idx="15275">
                  <c:v>164.96</c:v>
                </c:pt>
                <c:pt idx="15276">
                  <c:v>168</c:v>
                </c:pt>
                <c:pt idx="15277">
                  <c:v>131.97999999999999</c:v>
                </c:pt>
                <c:pt idx="15278">
                  <c:v>169.98</c:v>
                </c:pt>
                <c:pt idx="15279">
                  <c:v>132.27000000000001</c:v>
                </c:pt>
                <c:pt idx="15280">
                  <c:v>148.76</c:v>
                </c:pt>
                <c:pt idx="15281">
                  <c:v>50.09</c:v>
                </c:pt>
                <c:pt idx="15282">
                  <c:v>59.98</c:v>
                </c:pt>
                <c:pt idx="15283">
                  <c:v>55.98</c:v>
                </c:pt>
                <c:pt idx="15284">
                  <c:v>93.98</c:v>
                </c:pt>
                <c:pt idx="15285">
                  <c:v>59.98</c:v>
                </c:pt>
                <c:pt idx="15286">
                  <c:v>89.97</c:v>
                </c:pt>
                <c:pt idx="15287">
                  <c:v>90.97</c:v>
                </c:pt>
                <c:pt idx="15288">
                  <c:v>157.97</c:v>
                </c:pt>
                <c:pt idx="15289">
                  <c:v>125.97</c:v>
                </c:pt>
                <c:pt idx="15290">
                  <c:v>59.98</c:v>
                </c:pt>
                <c:pt idx="15291">
                  <c:v>59.98</c:v>
                </c:pt>
                <c:pt idx="15292">
                  <c:v>125.97</c:v>
                </c:pt>
                <c:pt idx="15293">
                  <c:v>125.97</c:v>
                </c:pt>
                <c:pt idx="15294">
                  <c:v>125.97</c:v>
                </c:pt>
                <c:pt idx="15295">
                  <c:v>117.97</c:v>
                </c:pt>
                <c:pt idx="15296">
                  <c:v>146.09</c:v>
                </c:pt>
                <c:pt idx="15297">
                  <c:v>59.98</c:v>
                </c:pt>
                <c:pt idx="15298">
                  <c:v>163.96</c:v>
                </c:pt>
                <c:pt idx="15299">
                  <c:v>117.96</c:v>
                </c:pt>
                <c:pt idx="15300">
                  <c:v>74.98</c:v>
                </c:pt>
                <c:pt idx="15301">
                  <c:v>102.37</c:v>
                </c:pt>
                <c:pt idx="15302">
                  <c:v>99.09</c:v>
                </c:pt>
                <c:pt idx="15303">
                  <c:v>150.96</c:v>
                </c:pt>
                <c:pt idx="15304">
                  <c:v>99.98</c:v>
                </c:pt>
                <c:pt idx="15305">
                  <c:v>90.98</c:v>
                </c:pt>
                <c:pt idx="15306">
                  <c:v>138.97</c:v>
                </c:pt>
                <c:pt idx="15307">
                  <c:v>94.97</c:v>
                </c:pt>
                <c:pt idx="15308">
                  <c:v>119.97</c:v>
                </c:pt>
                <c:pt idx="15309">
                  <c:v>65.989999999999995</c:v>
                </c:pt>
                <c:pt idx="15310">
                  <c:v>94.97</c:v>
                </c:pt>
                <c:pt idx="15311">
                  <c:v>105.97</c:v>
                </c:pt>
                <c:pt idx="15312">
                  <c:v>84.99</c:v>
                </c:pt>
                <c:pt idx="15313">
                  <c:v>55.98</c:v>
                </c:pt>
                <c:pt idx="15314">
                  <c:v>115.97</c:v>
                </c:pt>
                <c:pt idx="15315">
                  <c:v>84.99</c:v>
                </c:pt>
                <c:pt idx="15316">
                  <c:v>189.97</c:v>
                </c:pt>
                <c:pt idx="15317">
                  <c:v>76.98</c:v>
                </c:pt>
                <c:pt idx="15318">
                  <c:v>91.37</c:v>
                </c:pt>
                <c:pt idx="15319">
                  <c:v>152.97</c:v>
                </c:pt>
                <c:pt idx="15320">
                  <c:v>238.96</c:v>
                </c:pt>
                <c:pt idx="15321">
                  <c:v>131.97999999999999</c:v>
                </c:pt>
                <c:pt idx="15322">
                  <c:v>279.13</c:v>
                </c:pt>
                <c:pt idx="15323">
                  <c:v>146.66999999999999</c:v>
                </c:pt>
                <c:pt idx="15324">
                  <c:v>65.989999999999995</c:v>
                </c:pt>
                <c:pt idx="15325">
                  <c:v>181.97</c:v>
                </c:pt>
                <c:pt idx="15326">
                  <c:v>192.14</c:v>
                </c:pt>
                <c:pt idx="15327">
                  <c:v>240.94</c:v>
                </c:pt>
                <c:pt idx="15328">
                  <c:v>223.95</c:v>
                </c:pt>
                <c:pt idx="15329">
                  <c:v>216.72</c:v>
                </c:pt>
                <c:pt idx="15330">
                  <c:v>212.96</c:v>
                </c:pt>
                <c:pt idx="15331">
                  <c:v>254.97</c:v>
                </c:pt>
                <c:pt idx="15332">
                  <c:v>254.97</c:v>
                </c:pt>
                <c:pt idx="15333">
                  <c:v>169.98</c:v>
                </c:pt>
                <c:pt idx="15334">
                  <c:v>197.97</c:v>
                </c:pt>
                <c:pt idx="15335">
                  <c:v>197.97</c:v>
                </c:pt>
                <c:pt idx="15336">
                  <c:v>169.98</c:v>
                </c:pt>
                <c:pt idx="15337">
                  <c:v>279.94</c:v>
                </c:pt>
                <c:pt idx="15338">
                  <c:v>309.95</c:v>
                </c:pt>
                <c:pt idx="15339">
                  <c:v>254.8</c:v>
                </c:pt>
                <c:pt idx="15340">
                  <c:v>279.94</c:v>
                </c:pt>
                <c:pt idx="15341">
                  <c:v>216.72</c:v>
                </c:pt>
                <c:pt idx="15342">
                  <c:v>254.8</c:v>
                </c:pt>
                <c:pt idx="15343">
                  <c:v>212.96</c:v>
                </c:pt>
                <c:pt idx="15344">
                  <c:v>309.95</c:v>
                </c:pt>
                <c:pt idx="15345">
                  <c:v>131.97999999999999</c:v>
                </c:pt>
                <c:pt idx="15346">
                  <c:v>131.97999999999999</c:v>
                </c:pt>
                <c:pt idx="15347">
                  <c:v>131.97999999999999</c:v>
                </c:pt>
                <c:pt idx="15348">
                  <c:v>131.97999999999999</c:v>
                </c:pt>
                <c:pt idx="15349">
                  <c:v>131.97999999999999</c:v>
                </c:pt>
                <c:pt idx="15350">
                  <c:v>131.97999999999999</c:v>
                </c:pt>
                <c:pt idx="15351">
                  <c:v>121.98</c:v>
                </c:pt>
                <c:pt idx="15352">
                  <c:v>171.97</c:v>
                </c:pt>
                <c:pt idx="15353">
                  <c:v>131.97999999999999</c:v>
                </c:pt>
                <c:pt idx="15354">
                  <c:v>131.97999999999999</c:v>
                </c:pt>
                <c:pt idx="15355">
                  <c:v>131.97999999999999</c:v>
                </c:pt>
                <c:pt idx="15356">
                  <c:v>144.47999999999999</c:v>
                </c:pt>
                <c:pt idx="15357">
                  <c:v>59.49</c:v>
                </c:pt>
                <c:pt idx="15358">
                  <c:v>99.98</c:v>
                </c:pt>
                <c:pt idx="15359">
                  <c:v>184.97</c:v>
                </c:pt>
                <c:pt idx="15360">
                  <c:v>94.98</c:v>
                </c:pt>
                <c:pt idx="15361">
                  <c:v>94.98</c:v>
                </c:pt>
                <c:pt idx="15362">
                  <c:v>-4.5</c:v>
                </c:pt>
                <c:pt idx="15363">
                  <c:v>135.37</c:v>
                </c:pt>
                <c:pt idx="15364">
                  <c:v>137.97999999999999</c:v>
                </c:pt>
                <c:pt idx="15365">
                  <c:v>54.99</c:v>
                </c:pt>
                <c:pt idx="15366">
                  <c:v>84.99</c:v>
                </c:pt>
                <c:pt idx="15367">
                  <c:v>75.98</c:v>
                </c:pt>
                <c:pt idx="15368">
                  <c:v>72.239999999999995</c:v>
                </c:pt>
                <c:pt idx="15369">
                  <c:v>59.39</c:v>
                </c:pt>
                <c:pt idx="15370">
                  <c:v>84.99</c:v>
                </c:pt>
                <c:pt idx="15371">
                  <c:v>84.99</c:v>
                </c:pt>
                <c:pt idx="15372">
                  <c:v>84.99</c:v>
                </c:pt>
                <c:pt idx="15373">
                  <c:v>65.989999999999995</c:v>
                </c:pt>
                <c:pt idx="15374">
                  <c:v>55.37</c:v>
                </c:pt>
                <c:pt idx="15375">
                  <c:v>65.989999999999995</c:v>
                </c:pt>
                <c:pt idx="15376">
                  <c:v>65.989999999999995</c:v>
                </c:pt>
                <c:pt idx="15377">
                  <c:v>84.99</c:v>
                </c:pt>
                <c:pt idx="15378">
                  <c:v>75.98</c:v>
                </c:pt>
                <c:pt idx="15379">
                  <c:v>75.09</c:v>
                </c:pt>
                <c:pt idx="15380">
                  <c:v>84.99</c:v>
                </c:pt>
                <c:pt idx="15381">
                  <c:v>65.989999999999995</c:v>
                </c:pt>
                <c:pt idx="15382">
                  <c:v>305.82</c:v>
                </c:pt>
                <c:pt idx="15383">
                  <c:v>337.22</c:v>
                </c:pt>
                <c:pt idx="15384">
                  <c:v>292.39999999999998</c:v>
                </c:pt>
                <c:pt idx="15385">
                  <c:v>135.03</c:v>
                </c:pt>
                <c:pt idx="15386">
                  <c:v>252.09</c:v>
                </c:pt>
                <c:pt idx="15387">
                  <c:v>284.83</c:v>
                </c:pt>
                <c:pt idx="15388">
                  <c:v>272.58</c:v>
                </c:pt>
                <c:pt idx="15389">
                  <c:v>148.47999999999999</c:v>
                </c:pt>
                <c:pt idx="15390">
                  <c:v>62.09</c:v>
                </c:pt>
                <c:pt idx="15391">
                  <c:v>134.97999999999999</c:v>
                </c:pt>
                <c:pt idx="15392">
                  <c:v>143.41999999999999</c:v>
                </c:pt>
                <c:pt idx="15393">
                  <c:v>84.99</c:v>
                </c:pt>
                <c:pt idx="15394">
                  <c:v>148.47999999999999</c:v>
                </c:pt>
                <c:pt idx="15395">
                  <c:v>134.08000000000001</c:v>
                </c:pt>
                <c:pt idx="15396">
                  <c:v>84.99</c:v>
                </c:pt>
                <c:pt idx="15397">
                  <c:v>94.98</c:v>
                </c:pt>
                <c:pt idx="15398">
                  <c:v>164.98</c:v>
                </c:pt>
                <c:pt idx="15399">
                  <c:v>109.98</c:v>
                </c:pt>
                <c:pt idx="15400">
                  <c:v>109.98</c:v>
                </c:pt>
                <c:pt idx="15401">
                  <c:v>-23</c:v>
                </c:pt>
                <c:pt idx="15402">
                  <c:v>140.22999999999999</c:v>
                </c:pt>
                <c:pt idx="15403">
                  <c:v>-20</c:v>
                </c:pt>
                <c:pt idx="15404">
                  <c:v>145.18</c:v>
                </c:pt>
                <c:pt idx="15405">
                  <c:v>79.98</c:v>
                </c:pt>
                <c:pt idx="15406">
                  <c:v>109.98</c:v>
                </c:pt>
                <c:pt idx="15407">
                  <c:v>164.98</c:v>
                </c:pt>
                <c:pt idx="15408">
                  <c:v>93.48</c:v>
                </c:pt>
                <c:pt idx="15409">
                  <c:v>164.98</c:v>
                </c:pt>
                <c:pt idx="15410">
                  <c:v>156.72999999999999</c:v>
                </c:pt>
                <c:pt idx="15411">
                  <c:v>109.98</c:v>
                </c:pt>
                <c:pt idx="15412">
                  <c:v>109.98</c:v>
                </c:pt>
                <c:pt idx="15413">
                  <c:v>164.98</c:v>
                </c:pt>
                <c:pt idx="15414">
                  <c:v>109.98</c:v>
                </c:pt>
                <c:pt idx="15415">
                  <c:v>164.98</c:v>
                </c:pt>
                <c:pt idx="15416">
                  <c:v>151.09</c:v>
                </c:pt>
                <c:pt idx="15417">
                  <c:v>164.98</c:v>
                </c:pt>
                <c:pt idx="15418">
                  <c:v>164.98</c:v>
                </c:pt>
                <c:pt idx="15419">
                  <c:v>146.66999999999999</c:v>
                </c:pt>
                <c:pt idx="15420">
                  <c:v>164.98</c:v>
                </c:pt>
                <c:pt idx="15421">
                  <c:v>159.97999999999999</c:v>
                </c:pt>
                <c:pt idx="15422">
                  <c:v>169.98</c:v>
                </c:pt>
                <c:pt idx="15423">
                  <c:v>143.27000000000001</c:v>
                </c:pt>
                <c:pt idx="15424">
                  <c:v>159.97999999999999</c:v>
                </c:pt>
                <c:pt idx="15425">
                  <c:v>131.97999999999999</c:v>
                </c:pt>
                <c:pt idx="15426">
                  <c:v>161.18</c:v>
                </c:pt>
                <c:pt idx="15427">
                  <c:v>169.98</c:v>
                </c:pt>
                <c:pt idx="15428">
                  <c:v>169.98</c:v>
                </c:pt>
                <c:pt idx="15429">
                  <c:v>184.97</c:v>
                </c:pt>
                <c:pt idx="15430">
                  <c:v>115.98</c:v>
                </c:pt>
                <c:pt idx="15431">
                  <c:v>134.97999999999999</c:v>
                </c:pt>
                <c:pt idx="15432">
                  <c:v>142.97999999999999</c:v>
                </c:pt>
                <c:pt idx="15433">
                  <c:v>134.97999999999999</c:v>
                </c:pt>
                <c:pt idx="15434">
                  <c:v>131.97999999999999</c:v>
                </c:pt>
                <c:pt idx="15435">
                  <c:v>123.04</c:v>
                </c:pt>
                <c:pt idx="15436">
                  <c:v>131.97999999999999</c:v>
                </c:pt>
                <c:pt idx="15437">
                  <c:v>131.97999999999999</c:v>
                </c:pt>
                <c:pt idx="15438">
                  <c:v>150.18</c:v>
                </c:pt>
                <c:pt idx="15439">
                  <c:v>101.98</c:v>
                </c:pt>
                <c:pt idx="15440">
                  <c:v>169.98</c:v>
                </c:pt>
                <c:pt idx="15441">
                  <c:v>137.97999999999999</c:v>
                </c:pt>
                <c:pt idx="15442">
                  <c:v>89.98</c:v>
                </c:pt>
                <c:pt idx="15443">
                  <c:v>134.22999999999999</c:v>
                </c:pt>
                <c:pt idx="15444">
                  <c:v>65.989999999999995</c:v>
                </c:pt>
                <c:pt idx="15445">
                  <c:v>92.38</c:v>
                </c:pt>
                <c:pt idx="15446">
                  <c:v>65.989999999999995</c:v>
                </c:pt>
                <c:pt idx="15447">
                  <c:v>131.97999999999999</c:v>
                </c:pt>
                <c:pt idx="15448">
                  <c:v>124.72</c:v>
                </c:pt>
                <c:pt idx="15449">
                  <c:v>65.989999999999995</c:v>
                </c:pt>
                <c:pt idx="15450">
                  <c:v>131.97999999999999</c:v>
                </c:pt>
                <c:pt idx="15451">
                  <c:v>65.989999999999995</c:v>
                </c:pt>
                <c:pt idx="15452">
                  <c:v>65.989999999999995</c:v>
                </c:pt>
                <c:pt idx="15453">
                  <c:v>131.97999999999999</c:v>
                </c:pt>
                <c:pt idx="15454">
                  <c:v>59.39</c:v>
                </c:pt>
                <c:pt idx="15455">
                  <c:v>65.989999999999995</c:v>
                </c:pt>
                <c:pt idx="15456">
                  <c:v>65.989999999999995</c:v>
                </c:pt>
                <c:pt idx="15457">
                  <c:v>63.97</c:v>
                </c:pt>
                <c:pt idx="15458">
                  <c:v>171.96</c:v>
                </c:pt>
                <c:pt idx="15459">
                  <c:v>68.959999999999994</c:v>
                </c:pt>
                <c:pt idx="15460">
                  <c:v>219.33</c:v>
                </c:pt>
                <c:pt idx="15461">
                  <c:v>137.91</c:v>
                </c:pt>
                <c:pt idx="15462">
                  <c:v>166.91</c:v>
                </c:pt>
                <c:pt idx="15463">
                  <c:v>63.94</c:v>
                </c:pt>
                <c:pt idx="15464">
                  <c:v>169.94</c:v>
                </c:pt>
                <c:pt idx="15465">
                  <c:v>141.91999999999999</c:v>
                </c:pt>
                <c:pt idx="15466">
                  <c:v>191.93</c:v>
                </c:pt>
                <c:pt idx="15467">
                  <c:v>207.81</c:v>
                </c:pt>
                <c:pt idx="15468">
                  <c:v>89.97</c:v>
                </c:pt>
                <c:pt idx="15469">
                  <c:v>116.92</c:v>
                </c:pt>
                <c:pt idx="15470">
                  <c:v>83.97</c:v>
                </c:pt>
                <c:pt idx="15471">
                  <c:v>63.96</c:v>
                </c:pt>
                <c:pt idx="15472">
                  <c:v>126.95</c:v>
                </c:pt>
                <c:pt idx="15473">
                  <c:v>188.81</c:v>
                </c:pt>
                <c:pt idx="15474">
                  <c:v>319.39</c:v>
                </c:pt>
                <c:pt idx="15475">
                  <c:v>185.34</c:v>
                </c:pt>
                <c:pt idx="15476">
                  <c:v>382.26</c:v>
                </c:pt>
                <c:pt idx="15477">
                  <c:v>479.09</c:v>
                </c:pt>
                <c:pt idx="15478">
                  <c:v>386.39</c:v>
                </c:pt>
                <c:pt idx="15479">
                  <c:v>319.39</c:v>
                </c:pt>
                <c:pt idx="15480">
                  <c:v>239.54</c:v>
                </c:pt>
                <c:pt idx="15481">
                  <c:v>239.54</c:v>
                </c:pt>
                <c:pt idx="15482">
                  <c:v>466.41</c:v>
                </c:pt>
                <c:pt idx="15483">
                  <c:v>84.99</c:v>
                </c:pt>
                <c:pt idx="15484">
                  <c:v>169.85</c:v>
                </c:pt>
                <c:pt idx="15485">
                  <c:v>146.97</c:v>
                </c:pt>
                <c:pt idx="15486">
                  <c:v>169.92</c:v>
                </c:pt>
                <c:pt idx="15487">
                  <c:v>84.99</c:v>
                </c:pt>
                <c:pt idx="15488">
                  <c:v>124.93</c:v>
                </c:pt>
                <c:pt idx="15489">
                  <c:v>67.66</c:v>
                </c:pt>
                <c:pt idx="15490">
                  <c:v>169.98</c:v>
                </c:pt>
                <c:pt idx="15491">
                  <c:v>64.98</c:v>
                </c:pt>
                <c:pt idx="15492">
                  <c:v>131.97999999999999</c:v>
                </c:pt>
                <c:pt idx="15493">
                  <c:v>84.99</c:v>
                </c:pt>
                <c:pt idx="15494">
                  <c:v>183</c:v>
                </c:pt>
                <c:pt idx="15495">
                  <c:v>169.89</c:v>
                </c:pt>
                <c:pt idx="15496">
                  <c:v>84.99</c:v>
                </c:pt>
                <c:pt idx="15497">
                  <c:v>184.93</c:v>
                </c:pt>
                <c:pt idx="15498">
                  <c:v>146.97</c:v>
                </c:pt>
                <c:pt idx="15499">
                  <c:v>184.97</c:v>
                </c:pt>
                <c:pt idx="15500">
                  <c:v>159.91</c:v>
                </c:pt>
                <c:pt idx="15501">
                  <c:v>109.07</c:v>
                </c:pt>
                <c:pt idx="15502">
                  <c:v>231.06</c:v>
                </c:pt>
                <c:pt idx="15503">
                  <c:v>258.89</c:v>
                </c:pt>
                <c:pt idx="15504">
                  <c:v>319.39</c:v>
                </c:pt>
                <c:pt idx="15505">
                  <c:v>241.94</c:v>
                </c:pt>
                <c:pt idx="15506">
                  <c:v>287.89</c:v>
                </c:pt>
                <c:pt idx="15507">
                  <c:v>159.69999999999999</c:v>
                </c:pt>
                <c:pt idx="15508">
                  <c:v>131.97999999999999</c:v>
                </c:pt>
                <c:pt idx="15509">
                  <c:v>204.47</c:v>
                </c:pt>
                <c:pt idx="15510">
                  <c:v>60.07</c:v>
                </c:pt>
                <c:pt idx="15511">
                  <c:v>68.989999999999995</c:v>
                </c:pt>
                <c:pt idx="15512">
                  <c:v>164.96</c:v>
                </c:pt>
                <c:pt idx="15513">
                  <c:v>204.97</c:v>
                </c:pt>
                <c:pt idx="15514">
                  <c:v>154.93</c:v>
                </c:pt>
                <c:pt idx="15515">
                  <c:v>209.97</c:v>
                </c:pt>
                <c:pt idx="15516">
                  <c:v>155.41999999999999</c:v>
                </c:pt>
                <c:pt idx="15517">
                  <c:v>169.98</c:v>
                </c:pt>
                <c:pt idx="15518">
                  <c:v>169.98</c:v>
                </c:pt>
                <c:pt idx="15519">
                  <c:v>254.97</c:v>
                </c:pt>
                <c:pt idx="15520">
                  <c:v>197.97</c:v>
                </c:pt>
                <c:pt idx="15521">
                  <c:v>4.99</c:v>
                </c:pt>
                <c:pt idx="15522">
                  <c:v>159.97999999999999</c:v>
                </c:pt>
                <c:pt idx="15523">
                  <c:v>197.97</c:v>
                </c:pt>
                <c:pt idx="15524">
                  <c:v>169.98</c:v>
                </c:pt>
                <c:pt idx="15525">
                  <c:v>189.96</c:v>
                </c:pt>
                <c:pt idx="15526">
                  <c:v>224.96</c:v>
                </c:pt>
                <c:pt idx="15527">
                  <c:v>197.97</c:v>
                </c:pt>
                <c:pt idx="15528">
                  <c:v>164.52</c:v>
                </c:pt>
                <c:pt idx="15529">
                  <c:v>224.97</c:v>
                </c:pt>
                <c:pt idx="15530">
                  <c:v>186.56</c:v>
                </c:pt>
                <c:pt idx="15531">
                  <c:v>84.97</c:v>
                </c:pt>
                <c:pt idx="15532">
                  <c:v>72.28</c:v>
                </c:pt>
                <c:pt idx="15533">
                  <c:v>110.98</c:v>
                </c:pt>
                <c:pt idx="15534">
                  <c:v>97.48</c:v>
                </c:pt>
                <c:pt idx="15535">
                  <c:v>65.989999999999995</c:v>
                </c:pt>
                <c:pt idx="15536">
                  <c:v>26.49</c:v>
                </c:pt>
                <c:pt idx="15537">
                  <c:v>84.99</c:v>
                </c:pt>
                <c:pt idx="15538">
                  <c:v>95.98</c:v>
                </c:pt>
                <c:pt idx="15539">
                  <c:v>95.98</c:v>
                </c:pt>
                <c:pt idx="15540">
                  <c:v>84.99</c:v>
                </c:pt>
                <c:pt idx="15541">
                  <c:v>95.98</c:v>
                </c:pt>
                <c:pt idx="15542">
                  <c:v>70.489999999999995</c:v>
                </c:pt>
                <c:pt idx="15543">
                  <c:v>121.97</c:v>
                </c:pt>
                <c:pt idx="15544">
                  <c:v>74.98</c:v>
                </c:pt>
                <c:pt idx="15545">
                  <c:v>103.98</c:v>
                </c:pt>
                <c:pt idx="15546">
                  <c:v>83.98</c:v>
                </c:pt>
                <c:pt idx="15547">
                  <c:v>84.99</c:v>
                </c:pt>
                <c:pt idx="15548">
                  <c:v>85.98</c:v>
                </c:pt>
                <c:pt idx="15549">
                  <c:v>84.99</c:v>
                </c:pt>
                <c:pt idx="15550">
                  <c:v>109.78</c:v>
                </c:pt>
                <c:pt idx="15551">
                  <c:v>71.989999999999995</c:v>
                </c:pt>
                <c:pt idx="15552">
                  <c:v>121.98</c:v>
                </c:pt>
                <c:pt idx="15553">
                  <c:v>111.98</c:v>
                </c:pt>
                <c:pt idx="15554">
                  <c:v>136.97</c:v>
                </c:pt>
                <c:pt idx="15555">
                  <c:v>119.98</c:v>
                </c:pt>
                <c:pt idx="15556">
                  <c:v>114.32</c:v>
                </c:pt>
                <c:pt idx="15557">
                  <c:v>184.97</c:v>
                </c:pt>
                <c:pt idx="15558">
                  <c:v>134.96</c:v>
                </c:pt>
                <c:pt idx="15559">
                  <c:v>0</c:v>
                </c:pt>
                <c:pt idx="15560">
                  <c:v>163.31</c:v>
                </c:pt>
                <c:pt idx="15561">
                  <c:v>134.96</c:v>
                </c:pt>
                <c:pt idx="15562">
                  <c:v>156.51</c:v>
                </c:pt>
                <c:pt idx="15563">
                  <c:v>161.66</c:v>
                </c:pt>
                <c:pt idx="15564">
                  <c:v>123.46</c:v>
                </c:pt>
                <c:pt idx="15565">
                  <c:v>164.96</c:v>
                </c:pt>
                <c:pt idx="15566">
                  <c:v>164.96</c:v>
                </c:pt>
                <c:pt idx="15567">
                  <c:v>134.94999999999999</c:v>
                </c:pt>
                <c:pt idx="15568">
                  <c:v>114.97</c:v>
                </c:pt>
                <c:pt idx="15569">
                  <c:v>166.26</c:v>
                </c:pt>
                <c:pt idx="15570">
                  <c:v>182.67</c:v>
                </c:pt>
                <c:pt idx="15571">
                  <c:v>128.24</c:v>
                </c:pt>
                <c:pt idx="15572">
                  <c:v>342.37</c:v>
                </c:pt>
                <c:pt idx="15573">
                  <c:v>72.59</c:v>
                </c:pt>
                <c:pt idx="15574">
                  <c:v>319.39</c:v>
                </c:pt>
                <c:pt idx="15575">
                  <c:v>319.39</c:v>
                </c:pt>
                <c:pt idx="15576">
                  <c:v>172.94</c:v>
                </c:pt>
                <c:pt idx="15577">
                  <c:v>114.96</c:v>
                </c:pt>
                <c:pt idx="15578">
                  <c:v>119.96</c:v>
                </c:pt>
                <c:pt idx="15579">
                  <c:v>139.94999999999999</c:v>
                </c:pt>
                <c:pt idx="15580">
                  <c:v>247.92</c:v>
                </c:pt>
                <c:pt idx="15581">
                  <c:v>73.7</c:v>
                </c:pt>
                <c:pt idx="15582">
                  <c:v>119.96</c:v>
                </c:pt>
                <c:pt idx="15583">
                  <c:v>124.95</c:v>
                </c:pt>
                <c:pt idx="15584">
                  <c:v>92.97</c:v>
                </c:pt>
                <c:pt idx="15585">
                  <c:v>139.94999999999999</c:v>
                </c:pt>
                <c:pt idx="15586">
                  <c:v>89.97</c:v>
                </c:pt>
                <c:pt idx="15587">
                  <c:v>195.93</c:v>
                </c:pt>
                <c:pt idx="15588">
                  <c:v>83.97</c:v>
                </c:pt>
                <c:pt idx="15589">
                  <c:v>89.97</c:v>
                </c:pt>
                <c:pt idx="15590">
                  <c:v>61.98</c:v>
                </c:pt>
                <c:pt idx="15591">
                  <c:v>89.97</c:v>
                </c:pt>
                <c:pt idx="15592">
                  <c:v>55.98</c:v>
                </c:pt>
                <c:pt idx="15593">
                  <c:v>149.94999999999999</c:v>
                </c:pt>
                <c:pt idx="15594">
                  <c:v>89.97</c:v>
                </c:pt>
                <c:pt idx="15595">
                  <c:v>119.96</c:v>
                </c:pt>
                <c:pt idx="15596">
                  <c:v>119.96</c:v>
                </c:pt>
                <c:pt idx="15597">
                  <c:v>149.94999999999999</c:v>
                </c:pt>
                <c:pt idx="15598">
                  <c:v>89.97</c:v>
                </c:pt>
                <c:pt idx="15599">
                  <c:v>89.97</c:v>
                </c:pt>
                <c:pt idx="15600">
                  <c:v>860.4</c:v>
                </c:pt>
                <c:pt idx="15601">
                  <c:v>834.84</c:v>
                </c:pt>
                <c:pt idx="15602">
                  <c:v>739.88</c:v>
                </c:pt>
                <c:pt idx="15603">
                  <c:v>743.88</c:v>
                </c:pt>
                <c:pt idx="15604">
                  <c:v>949.88</c:v>
                </c:pt>
                <c:pt idx="15605">
                  <c:v>218.96</c:v>
                </c:pt>
                <c:pt idx="15606">
                  <c:v>429.92</c:v>
                </c:pt>
                <c:pt idx="15607">
                  <c:v>169.98</c:v>
                </c:pt>
                <c:pt idx="15608">
                  <c:v>429.92</c:v>
                </c:pt>
                <c:pt idx="15609">
                  <c:v>249.94</c:v>
                </c:pt>
                <c:pt idx="15610">
                  <c:v>249.9</c:v>
                </c:pt>
                <c:pt idx="15611">
                  <c:v>246.93</c:v>
                </c:pt>
                <c:pt idx="15612">
                  <c:v>109.96</c:v>
                </c:pt>
                <c:pt idx="15613">
                  <c:v>99.98</c:v>
                </c:pt>
                <c:pt idx="15614">
                  <c:v>149.97</c:v>
                </c:pt>
                <c:pt idx="15615">
                  <c:v>21.26</c:v>
                </c:pt>
                <c:pt idx="15616">
                  <c:v>-1.3</c:v>
                </c:pt>
                <c:pt idx="15617">
                  <c:v>51.29</c:v>
                </c:pt>
                <c:pt idx="15618">
                  <c:v>149.97</c:v>
                </c:pt>
                <c:pt idx="15619">
                  <c:v>149.97</c:v>
                </c:pt>
                <c:pt idx="15620">
                  <c:v>247.43</c:v>
                </c:pt>
                <c:pt idx="15621">
                  <c:v>99.98</c:v>
                </c:pt>
                <c:pt idx="15622">
                  <c:v>180.92</c:v>
                </c:pt>
                <c:pt idx="15623">
                  <c:v>322.73</c:v>
                </c:pt>
                <c:pt idx="15624">
                  <c:v>219.92</c:v>
                </c:pt>
                <c:pt idx="15625">
                  <c:v>119.97</c:v>
                </c:pt>
                <c:pt idx="15626">
                  <c:v>190.95</c:v>
                </c:pt>
                <c:pt idx="15627">
                  <c:v>154.97</c:v>
                </c:pt>
                <c:pt idx="15628">
                  <c:v>199.93</c:v>
                </c:pt>
                <c:pt idx="15629">
                  <c:v>177.96</c:v>
                </c:pt>
                <c:pt idx="15630">
                  <c:v>276.94</c:v>
                </c:pt>
                <c:pt idx="15631">
                  <c:v>131.97999999999999</c:v>
                </c:pt>
                <c:pt idx="15632">
                  <c:v>263.54000000000002</c:v>
                </c:pt>
                <c:pt idx="15633">
                  <c:v>148.63</c:v>
                </c:pt>
                <c:pt idx="15634">
                  <c:v>169.96</c:v>
                </c:pt>
                <c:pt idx="15635">
                  <c:v>192.96</c:v>
                </c:pt>
                <c:pt idx="15636">
                  <c:v>171.86</c:v>
                </c:pt>
                <c:pt idx="15637">
                  <c:v>83.48</c:v>
                </c:pt>
                <c:pt idx="15638">
                  <c:v>87.95</c:v>
                </c:pt>
                <c:pt idx="15639">
                  <c:v>129.94999999999999</c:v>
                </c:pt>
                <c:pt idx="15640">
                  <c:v>99.97</c:v>
                </c:pt>
                <c:pt idx="15641">
                  <c:v>55.3</c:v>
                </c:pt>
                <c:pt idx="15642">
                  <c:v>129.94999999999999</c:v>
                </c:pt>
                <c:pt idx="15643">
                  <c:v>99.97</c:v>
                </c:pt>
                <c:pt idx="15644">
                  <c:v>109.95</c:v>
                </c:pt>
                <c:pt idx="15645">
                  <c:v>92.45</c:v>
                </c:pt>
                <c:pt idx="15646">
                  <c:v>59.96</c:v>
                </c:pt>
                <c:pt idx="15647">
                  <c:v>59.96</c:v>
                </c:pt>
                <c:pt idx="15648">
                  <c:v>112.97</c:v>
                </c:pt>
                <c:pt idx="15649">
                  <c:v>254.97</c:v>
                </c:pt>
                <c:pt idx="15650">
                  <c:v>62.33</c:v>
                </c:pt>
                <c:pt idx="15651">
                  <c:v>269.95999999999998</c:v>
                </c:pt>
                <c:pt idx="15652">
                  <c:v>269.95999999999998</c:v>
                </c:pt>
                <c:pt idx="15653">
                  <c:v>284.95</c:v>
                </c:pt>
                <c:pt idx="15654">
                  <c:v>178.17</c:v>
                </c:pt>
                <c:pt idx="15655">
                  <c:v>254.97</c:v>
                </c:pt>
                <c:pt idx="15656">
                  <c:v>284.95</c:v>
                </c:pt>
                <c:pt idx="15657">
                  <c:v>254.97</c:v>
                </c:pt>
                <c:pt idx="15658">
                  <c:v>254.97</c:v>
                </c:pt>
                <c:pt idx="15659">
                  <c:v>172.97</c:v>
                </c:pt>
                <c:pt idx="15660">
                  <c:v>93.98</c:v>
                </c:pt>
                <c:pt idx="15661">
                  <c:v>314.95999999999998</c:v>
                </c:pt>
                <c:pt idx="15662">
                  <c:v>197.97</c:v>
                </c:pt>
                <c:pt idx="15663">
                  <c:v>268.95999999999998</c:v>
                </c:pt>
                <c:pt idx="15664">
                  <c:v>305.94</c:v>
                </c:pt>
                <c:pt idx="15665">
                  <c:v>147.94999999999999</c:v>
                </c:pt>
                <c:pt idx="15666">
                  <c:v>84.99</c:v>
                </c:pt>
                <c:pt idx="15667">
                  <c:v>121.98</c:v>
                </c:pt>
                <c:pt idx="15668">
                  <c:v>131.97999999999999</c:v>
                </c:pt>
                <c:pt idx="15669">
                  <c:v>163.96</c:v>
                </c:pt>
                <c:pt idx="15670">
                  <c:v>167.96</c:v>
                </c:pt>
                <c:pt idx="15671">
                  <c:v>83.98</c:v>
                </c:pt>
                <c:pt idx="15672">
                  <c:v>131.97999999999999</c:v>
                </c:pt>
                <c:pt idx="15673">
                  <c:v>135.87</c:v>
                </c:pt>
                <c:pt idx="15674">
                  <c:v>74.91</c:v>
                </c:pt>
                <c:pt idx="15675">
                  <c:v>169.98</c:v>
                </c:pt>
                <c:pt idx="15676">
                  <c:v>120.98</c:v>
                </c:pt>
                <c:pt idx="15677">
                  <c:v>188.3</c:v>
                </c:pt>
                <c:pt idx="15678">
                  <c:v>98.98</c:v>
                </c:pt>
                <c:pt idx="15679">
                  <c:v>159.69999999999999</c:v>
                </c:pt>
                <c:pt idx="15680">
                  <c:v>159.69999999999999</c:v>
                </c:pt>
                <c:pt idx="15681">
                  <c:v>144.52000000000001</c:v>
                </c:pt>
                <c:pt idx="15682">
                  <c:v>159.69999999999999</c:v>
                </c:pt>
                <c:pt idx="15683">
                  <c:v>159.69999999999999</c:v>
                </c:pt>
                <c:pt idx="15684">
                  <c:v>159.69999999999999</c:v>
                </c:pt>
                <c:pt idx="15685">
                  <c:v>79.849999999999994</c:v>
                </c:pt>
                <c:pt idx="15686">
                  <c:v>71.86</c:v>
                </c:pt>
                <c:pt idx="15687">
                  <c:v>159.69999999999999</c:v>
                </c:pt>
                <c:pt idx="15688">
                  <c:v>152.1</c:v>
                </c:pt>
                <c:pt idx="15689">
                  <c:v>159.69999999999999</c:v>
                </c:pt>
                <c:pt idx="15690">
                  <c:v>159.69999999999999</c:v>
                </c:pt>
                <c:pt idx="15691">
                  <c:v>159.69999999999999</c:v>
                </c:pt>
                <c:pt idx="15692">
                  <c:v>120.98</c:v>
                </c:pt>
                <c:pt idx="15693">
                  <c:v>79.849999999999994</c:v>
                </c:pt>
                <c:pt idx="15694">
                  <c:v>159.69999999999999</c:v>
                </c:pt>
                <c:pt idx="15695">
                  <c:v>61.67</c:v>
                </c:pt>
                <c:pt idx="15696">
                  <c:v>131.97999999999999</c:v>
                </c:pt>
                <c:pt idx="15697">
                  <c:v>105.98</c:v>
                </c:pt>
                <c:pt idx="15698">
                  <c:v>105.98</c:v>
                </c:pt>
                <c:pt idx="15699">
                  <c:v>112.97</c:v>
                </c:pt>
                <c:pt idx="15700">
                  <c:v>120.97</c:v>
                </c:pt>
                <c:pt idx="15701">
                  <c:v>131.97999999999999</c:v>
                </c:pt>
                <c:pt idx="15702">
                  <c:v>95.97</c:v>
                </c:pt>
                <c:pt idx="15703">
                  <c:v>74.38</c:v>
                </c:pt>
                <c:pt idx="15704">
                  <c:v>147.97</c:v>
                </c:pt>
                <c:pt idx="15705">
                  <c:v>135.19999999999999</c:v>
                </c:pt>
                <c:pt idx="15706">
                  <c:v>121.97</c:v>
                </c:pt>
                <c:pt idx="15707">
                  <c:v>95.97</c:v>
                </c:pt>
                <c:pt idx="15708">
                  <c:v>131.97999999999999</c:v>
                </c:pt>
                <c:pt idx="15709">
                  <c:v>115.98</c:v>
                </c:pt>
                <c:pt idx="15710">
                  <c:v>99.98</c:v>
                </c:pt>
                <c:pt idx="15711">
                  <c:v>131.97999999999999</c:v>
                </c:pt>
                <c:pt idx="15712">
                  <c:v>120.97</c:v>
                </c:pt>
                <c:pt idx="15713">
                  <c:v>147.96</c:v>
                </c:pt>
                <c:pt idx="15714">
                  <c:v>80.98</c:v>
                </c:pt>
                <c:pt idx="15715">
                  <c:v>121.97</c:v>
                </c:pt>
                <c:pt idx="15716">
                  <c:v>149.96</c:v>
                </c:pt>
                <c:pt idx="15717">
                  <c:v>131.97999999999999</c:v>
                </c:pt>
                <c:pt idx="15718">
                  <c:v>131.97999999999999</c:v>
                </c:pt>
                <c:pt idx="15719">
                  <c:v>161.96</c:v>
                </c:pt>
                <c:pt idx="15720">
                  <c:v>65.989999999999995</c:v>
                </c:pt>
                <c:pt idx="15721">
                  <c:v>55.67</c:v>
                </c:pt>
                <c:pt idx="15722">
                  <c:v>120.97</c:v>
                </c:pt>
                <c:pt idx="15723">
                  <c:v>131.97999999999999</c:v>
                </c:pt>
                <c:pt idx="15724">
                  <c:v>131.97999999999999</c:v>
                </c:pt>
                <c:pt idx="15725">
                  <c:v>146.97</c:v>
                </c:pt>
                <c:pt idx="15726">
                  <c:v>50.14</c:v>
                </c:pt>
                <c:pt idx="15727">
                  <c:v>95.97</c:v>
                </c:pt>
                <c:pt idx="15728">
                  <c:v>143.97</c:v>
                </c:pt>
                <c:pt idx="15729">
                  <c:v>131.97999999999999</c:v>
                </c:pt>
                <c:pt idx="15730">
                  <c:v>136.97</c:v>
                </c:pt>
                <c:pt idx="15731">
                  <c:v>131.97999999999999</c:v>
                </c:pt>
                <c:pt idx="15732">
                  <c:v>136.97</c:v>
                </c:pt>
                <c:pt idx="15733">
                  <c:v>131.97999999999999</c:v>
                </c:pt>
                <c:pt idx="15734">
                  <c:v>131.97999999999999</c:v>
                </c:pt>
                <c:pt idx="15735">
                  <c:v>131.97999999999999</c:v>
                </c:pt>
                <c:pt idx="15736">
                  <c:v>146.97</c:v>
                </c:pt>
                <c:pt idx="15737">
                  <c:v>131.97999999999999</c:v>
                </c:pt>
                <c:pt idx="15738">
                  <c:v>131.97999999999999</c:v>
                </c:pt>
                <c:pt idx="15739">
                  <c:v>201.97</c:v>
                </c:pt>
                <c:pt idx="15740">
                  <c:v>149.97999999999999</c:v>
                </c:pt>
                <c:pt idx="15741">
                  <c:v>131.97999999999999</c:v>
                </c:pt>
                <c:pt idx="15742">
                  <c:v>79.989999999999995</c:v>
                </c:pt>
                <c:pt idx="15743">
                  <c:v>358.95</c:v>
                </c:pt>
                <c:pt idx="15744">
                  <c:v>415.92</c:v>
                </c:pt>
                <c:pt idx="15745">
                  <c:v>339.96</c:v>
                </c:pt>
                <c:pt idx="15746">
                  <c:v>373.86</c:v>
                </c:pt>
                <c:pt idx="15747">
                  <c:v>261.94</c:v>
                </c:pt>
                <c:pt idx="15748">
                  <c:v>90.98</c:v>
                </c:pt>
                <c:pt idx="15749">
                  <c:v>78.98</c:v>
                </c:pt>
                <c:pt idx="15750">
                  <c:v>87.52</c:v>
                </c:pt>
                <c:pt idx="15751">
                  <c:v>143.4</c:v>
                </c:pt>
                <c:pt idx="15752">
                  <c:v>62.85</c:v>
                </c:pt>
                <c:pt idx="15753">
                  <c:v>131.97999999999999</c:v>
                </c:pt>
                <c:pt idx="15754">
                  <c:v>85.99</c:v>
                </c:pt>
                <c:pt idx="15755">
                  <c:v>129.97</c:v>
                </c:pt>
                <c:pt idx="15756">
                  <c:v>68.989999999999995</c:v>
                </c:pt>
                <c:pt idx="15757">
                  <c:v>84.99</c:v>
                </c:pt>
                <c:pt idx="15758">
                  <c:v>65.94</c:v>
                </c:pt>
                <c:pt idx="15759">
                  <c:v>131.97999999999999</c:v>
                </c:pt>
                <c:pt idx="15760">
                  <c:v>103.18</c:v>
                </c:pt>
                <c:pt idx="15761">
                  <c:v>127.98</c:v>
                </c:pt>
                <c:pt idx="15762">
                  <c:v>160.97999999999999</c:v>
                </c:pt>
                <c:pt idx="15763">
                  <c:v>100.98</c:v>
                </c:pt>
                <c:pt idx="15764">
                  <c:v>65.989999999999995</c:v>
                </c:pt>
                <c:pt idx="15765">
                  <c:v>116.17</c:v>
                </c:pt>
                <c:pt idx="15766">
                  <c:v>80.53</c:v>
                </c:pt>
                <c:pt idx="15767">
                  <c:v>181.97</c:v>
                </c:pt>
                <c:pt idx="15768">
                  <c:v>117.52</c:v>
                </c:pt>
                <c:pt idx="15769">
                  <c:v>65.989999999999995</c:v>
                </c:pt>
                <c:pt idx="15770">
                  <c:v>65.98</c:v>
                </c:pt>
                <c:pt idx="15771">
                  <c:v>164.67</c:v>
                </c:pt>
                <c:pt idx="15772">
                  <c:v>147.49</c:v>
                </c:pt>
                <c:pt idx="15773">
                  <c:v>119.98</c:v>
                </c:pt>
                <c:pt idx="15774">
                  <c:v>119.97</c:v>
                </c:pt>
                <c:pt idx="15775">
                  <c:v>229.97</c:v>
                </c:pt>
                <c:pt idx="15776">
                  <c:v>347.44</c:v>
                </c:pt>
                <c:pt idx="15777">
                  <c:v>169.97</c:v>
                </c:pt>
                <c:pt idx="15778">
                  <c:v>207.49</c:v>
                </c:pt>
                <c:pt idx="15779">
                  <c:v>369.94</c:v>
                </c:pt>
                <c:pt idx="15780">
                  <c:v>369.94</c:v>
                </c:pt>
                <c:pt idx="15781">
                  <c:v>144.97999999999999</c:v>
                </c:pt>
                <c:pt idx="15782">
                  <c:v>254.97</c:v>
                </c:pt>
                <c:pt idx="15783">
                  <c:v>84.99</c:v>
                </c:pt>
                <c:pt idx="15784">
                  <c:v>84.99</c:v>
                </c:pt>
                <c:pt idx="15785">
                  <c:v>84.99</c:v>
                </c:pt>
                <c:pt idx="15786">
                  <c:v>79.040000000000006</c:v>
                </c:pt>
                <c:pt idx="15787">
                  <c:v>137.97999999999999</c:v>
                </c:pt>
                <c:pt idx="15788">
                  <c:v>87.24</c:v>
                </c:pt>
                <c:pt idx="15789">
                  <c:v>169.98</c:v>
                </c:pt>
                <c:pt idx="15790">
                  <c:v>169.98</c:v>
                </c:pt>
                <c:pt idx="15791">
                  <c:v>137.97999999999999</c:v>
                </c:pt>
                <c:pt idx="15792">
                  <c:v>84.99</c:v>
                </c:pt>
                <c:pt idx="15793">
                  <c:v>84.99</c:v>
                </c:pt>
                <c:pt idx="15794">
                  <c:v>65.989999999999995</c:v>
                </c:pt>
                <c:pt idx="15795">
                  <c:v>84.99</c:v>
                </c:pt>
                <c:pt idx="15796">
                  <c:v>84.99</c:v>
                </c:pt>
                <c:pt idx="15797">
                  <c:v>169.98</c:v>
                </c:pt>
                <c:pt idx="15798">
                  <c:v>76.599999999999994</c:v>
                </c:pt>
                <c:pt idx="15799">
                  <c:v>65.989999999999995</c:v>
                </c:pt>
                <c:pt idx="15800">
                  <c:v>65.989999999999995</c:v>
                </c:pt>
                <c:pt idx="15801">
                  <c:v>65.989999999999995</c:v>
                </c:pt>
                <c:pt idx="15802">
                  <c:v>81.59</c:v>
                </c:pt>
                <c:pt idx="15803">
                  <c:v>169.98</c:v>
                </c:pt>
                <c:pt idx="15804">
                  <c:v>131.97999999999999</c:v>
                </c:pt>
                <c:pt idx="15805">
                  <c:v>78.010000000000005</c:v>
                </c:pt>
                <c:pt idx="15806">
                  <c:v>84.99</c:v>
                </c:pt>
                <c:pt idx="15807">
                  <c:v>169.98</c:v>
                </c:pt>
                <c:pt idx="15808">
                  <c:v>131.97999999999999</c:v>
                </c:pt>
                <c:pt idx="15809">
                  <c:v>131.97999999999999</c:v>
                </c:pt>
                <c:pt idx="15810">
                  <c:v>121.98</c:v>
                </c:pt>
                <c:pt idx="15811">
                  <c:v>84.99</c:v>
                </c:pt>
                <c:pt idx="15812">
                  <c:v>65.989999999999995</c:v>
                </c:pt>
                <c:pt idx="15813">
                  <c:v>169.98</c:v>
                </c:pt>
                <c:pt idx="15814">
                  <c:v>165.73</c:v>
                </c:pt>
                <c:pt idx="15815">
                  <c:v>59.59</c:v>
                </c:pt>
                <c:pt idx="15816">
                  <c:v>84.99</c:v>
                </c:pt>
                <c:pt idx="15817">
                  <c:v>130.51</c:v>
                </c:pt>
                <c:pt idx="15818">
                  <c:v>130.51</c:v>
                </c:pt>
                <c:pt idx="15819">
                  <c:v>113.66</c:v>
                </c:pt>
                <c:pt idx="15820">
                  <c:v>78.260000000000005</c:v>
                </c:pt>
                <c:pt idx="15821">
                  <c:v>80.98</c:v>
                </c:pt>
                <c:pt idx="15822">
                  <c:v>65.989999999999995</c:v>
                </c:pt>
                <c:pt idx="15823">
                  <c:v>130.97</c:v>
                </c:pt>
                <c:pt idx="15824">
                  <c:v>100.98</c:v>
                </c:pt>
                <c:pt idx="15825">
                  <c:v>78.459999999999994</c:v>
                </c:pt>
                <c:pt idx="15826">
                  <c:v>69.98</c:v>
                </c:pt>
                <c:pt idx="15827">
                  <c:v>69.98</c:v>
                </c:pt>
                <c:pt idx="15828">
                  <c:v>100.98</c:v>
                </c:pt>
                <c:pt idx="15829">
                  <c:v>65.989999999999995</c:v>
                </c:pt>
                <c:pt idx="15830">
                  <c:v>116.97</c:v>
                </c:pt>
                <c:pt idx="15831">
                  <c:v>116.97</c:v>
                </c:pt>
                <c:pt idx="15832">
                  <c:v>80.98</c:v>
                </c:pt>
                <c:pt idx="15833">
                  <c:v>76.680000000000007</c:v>
                </c:pt>
                <c:pt idx="15834">
                  <c:v>65.989999999999995</c:v>
                </c:pt>
                <c:pt idx="15835">
                  <c:v>72.88</c:v>
                </c:pt>
                <c:pt idx="15836">
                  <c:v>65.989999999999995</c:v>
                </c:pt>
                <c:pt idx="15837">
                  <c:v>78.260000000000005</c:v>
                </c:pt>
                <c:pt idx="15838">
                  <c:v>131.97999999999999</c:v>
                </c:pt>
                <c:pt idx="15839">
                  <c:v>131.97999999999999</c:v>
                </c:pt>
                <c:pt idx="15840">
                  <c:v>120.97</c:v>
                </c:pt>
                <c:pt idx="15841">
                  <c:v>120.97</c:v>
                </c:pt>
                <c:pt idx="15842">
                  <c:v>76.680000000000007</c:v>
                </c:pt>
                <c:pt idx="15843">
                  <c:v>130.97</c:v>
                </c:pt>
                <c:pt idx="15844">
                  <c:v>113.66</c:v>
                </c:pt>
                <c:pt idx="15845">
                  <c:v>142.82</c:v>
                </c:pt>
                <c:pt idx="15846">
                  <c:v>72.88</c:v>
                </c:pt>
                <c:pt idx="15847">
                  <c:v>78.459999999999994</c:v>
                </c:pt>
                <c:pt idx="15848">
                  <c:v>60.63</c:v>
                </c:pt>
                <c:pt idx="15849">
                  <c:v>142.82</c:v>
                </c:pt>
                <c:pt idx="15850">
                  <c:v>131.97999999999999</c:v>
                </c:pt>
                <c:pt idx="15851">
                  <c:v>60.63</c:v>
                </c:pt>
                <c:pt idx="15852">
                  <c:v>131.97999999999999</c:v>
                </c:pt>
                <c:pt idx="15853">
                  <c:v>80.98</c:v>
                </c:pt>
                <c:pt idx="15854">
                  <c:v>89.83</c:v>
                </c:pt>
                <c:pt idx="15855">
                  <c:v>80.98</c:v>
                </c:pt>
                <c:pt idx="15856">
                  <c:v>89.83</c:v>
                </c:pt>
                <c:pt idx="15857">
                  <c:v>220.93</c:v>
                </c:pt>
                <c:pt idx="15858">
                  <c:v>140.94999999999999</c:v>
                </c:pt>
                <c:pt idx="15859">
                  <c:v>208.92</c:v>
                </c:pt>
                <c:pt idx="15860">
                  <c:v>239.93</c:v>
                </c:pt>
                <c:pt idx="15861">
                  <c:v>225.94</c:v>
                </c:pt>
                <c:pt idx="15862">
                  <c:v>121.95</c:v>
                </c:pt>
                <c:pt idx="15863">
                  <c:v>160.37</c:v>
                </c:pt>
                <c:pt idx="15864">
                  <c:v>225.94</c:v>
                </c:pt>
                <c:pt idx="15865">
                  <c:v>301.93</c:v>
                </c:pt>
                <c:pt idx="15866">
                  <c:v>211.95</c:v>
                </c:pt>
                <c:pt idx="15867">
                  <c:v>192.05</c:v>
                </c:pt>
                <c:pt idx="15868">
                  <c:v>218.94</c:v>
                </c:pt>
                <c:pt idx="15869">
                  <c:v>165.13</c:v>
                </c:pt>
                <c:pt idx="15870">
                  <c:v>197.96</c:v>
                </c:pt>
                <c:pt idx="15871">
                  <c:v>158.86000000000001</c:v>
                </c:pt>
                <c:pt idx="15872">
                  <c:v>63.96</c:v>
                </c:pt>
                <c:pt idx="15873">
                  <c:v>159.97</c:v>
                </c:pt>
                <c:pt idx="15874">
                  <c:v>174.37</c:v>
                </c:pt>
                <c:pt idx="15875">
                  <c:v>158.38</c:v>
                </c:pt>
                <c:pt idx="15876">
                  <c:v>280.08</c:v>
                </c:pt>
                <c:pt idx="15877">
                  <c:v>320.85000000000002</c:v>
                </c:pt>
                <c:pt idx="15878">
                  <c:v>33.28</c:v>
                </c:pt>
                <c:pt idx="15879">
                  <c:v>110.53</c:v>
                </c:pt>
                <c:pt idx="15880">
                  <c:v>273.44</c:v>
                </c:pt>
                <c:pt idx="15881">
                  <c:v>186.46</c:v>
                </c:pt>
                <c:pt idx="15882">
                  <c:v>164.98</c:v>
                </c:pt>
                <c:pt idx="15883">
                  <c:v>104.98</c:v>
                </c:pt>
                <c:pt idx="15884">
                  <c:v>175.2</c:v>
                </c:pt>
                <c:pt idx="15885">
                  <c:v>155.08000000000001</c:v>
                </c:pt>
                <c:pt idx="15886">
                  <c:v>394.13</c:v>
                </c:pt>
                <c:pt idx="15887">
                  <c:v>155.63999999999999</c:v>
                </c:pt>
                <c:pt idx="15888">
                  <c:v>48.95</c:v>
                </c:pt>
                <c:pt idx="15889">
                  <c:v>329.96</c:v>
                </c:pt>
                <c:pt idx="15890">
                  <c:v>229.47</c:v>
                </c:pt>
                <c:pt idx="15891">
                  <c:v>65.97</c:v>
                </c:pt>
                <c:pt idx="15892">
                  <c:v>339.96</c:v>
                </c:pt>
                <c:pt idx="15893">
                  <c:v>263.95999999999998</c:v>
                </c:pt>
                <c:pt idx="15894">
                  <c:v>343.94</c:v>
                </c:pt>
                <c:pt idx="15895">
                  <c:v>339.96</c:v>
                </c:pt>
                <c:pt idx="15896">
                  <c:v>259.91000000000003</c:v>
                </c:pt>
                <c:pt idx="15897">
                  <c:v>54.99</c:v>
                </c:pt>
                <c:pt idx="15898">
                  <c:v>40</c:v>
                </c:pt>
                <c:pt idx="15899">
                  <c:v>40</c:v>
                </c:pt>
                <c:pt idx="15900">
                  <c:v>40</c:v>
                </c:pt>
                <c:pt idx="15901">
                  <c:v>65.989999999999995</c:v>
                </c:pt>
                <c:pt idx="15902">
                  <c:v>40</c:v>
                </c:pt>
                <c:pt idx="15903">
                  <c:v>65.989999999999995</c:v>
                </c:pt>
                <c:pt idx="15904">
                  <c:v>65.989999999999995</c:v>
                </c:pt>
                <c:pt idx="15905">
                  <c:v>65.989999999999995</c:v>
                </c:pt>
                <c:pt idx="15906">
                  <c:v>65.989999999999995</c:v>
                </c:pt>
                <c:pt idx="15907">
                  <c:v>65.989999999999995</c:v>
                </c:pt>
                <c:pt idx="15908">
                  <c:v>84.99</c:v>
                </c:pt>
                <c:pt idx="15909">
                  <c:v>65.989999999999995</c:v>
                </c:pt>
                <c:pt idx="15910">
                  <c:v>65.989999999999995</c:v>
                </c:pt>
                <c:pt idx="15911">
                  <c:v>65.989999999999995</c:v>
                </c:pt>
                <c:pt idx="15912">
                  <c:v>113.65</c:v>
                </c:pt>
                <c:pt idx="15913">
                  <c:v>169.97</c:v>
                </c:pt>
                <c:pt idx="15914">
                  <c:v>288.97000000000003</c:v>
                </c:pt>
                <c:pt idx="15915">
                  <c:v>183.97</c:v>
                </c:pt>
                <c:pt idx="15916">
                  <c:v>153.97999999999999</c:v>
                </c:pt>
                <c:pt idx="15917">
                  <c:v>254.97</c:v>
                </c:pt>
                <c:pt idx="15918">
                  <c:v>67.22</c:v>
                </c:pt>
                <c:pt idx="15919">
                  <c:v>161.47999999999999</c:v>
                </c:pt>
                <c:pt idx="15920">
                  <c:v>82.59</c:v>
                </c:pt>
                <c:pt idx="15921">
                  <c:v>82.45</c:v>
                </c:pt>
                <c:pt idx="15922">
                  <c:v>169.98</c:v>
                </c:pt>
                <c:pt idx="15923">
                  <c:v>185.62</c:v>
                </c:pt>
                <c:pt idx="15924">
                  <c:v>214.08</c:v>
                </c:pt>
                <c:pt idx="15925">
                  <c:v>254.12</c:v>
                </c:pt>
                <c:pt idx="15926">
                  <c:v>84.99</c:v>
                </c:pt>
                <c:pt idx="15927">
                  <c:v>145.77000000000001</c:v>
                </c:pt>
                <c:pt idx="15928">
                  <c:v>207.97</c:v>
                </c:pt>
                <c:pt idx="15929">
                  <c:v>84.99</c:v>
                </c:pt>
                <c:pt idx="15930">
                  <c:v>80.05</c:v>
                </c:pt>
                <c:pt idx="15931">
                  <c:v>164.17</c:v>
                </c:pt>
                <c:pt idx="15932">
                  <c:v>129.82</c:v>
                </c:pt>
                <c:pt idx="15933">
                  <c:v>259.92</c:v>
                </c:pt>
                <c:pt idx="15934">
                  <c:v>99.98</c:v>
                </c:pt>
                <c:pt idx="15935">
                  <c:v>233.88</c:v>
                </c:pt>
                <c:pt idx="15936">
                  <c:v>149.94</c:v>
                </c:pt>
                <c:pt idx="15937">
                  <c:v>214.94</c:v>
                </c:pt>
                <c:pt idx="15938">
                  <c:v>203.98</c:v>
                </c:pt>
                <c:pt idx="15939">
                  <c:v>246.51</c:v>
                </c:pt>
                <c:pt idx="15940">
                  <c:v>140.88999999999999</c:v>
                </c:pt>
                <c:pt idx="15941">
                  <c:v>184.94</c:v>
                </c:pt>
                <c:pt idx="15942">
                  <c:v>99.98</c:v>
                </c:pt>
                <c:pt idx="15943">
                  <c:v>104.97</c:v>
                </c:pt>
                <c:pt idx="15944">
                  <c:v>79.959999999999994</c:v>
                </c:pt>
                <c:pt idx="15945">
                  <c:v>30.46</c:v>
                </c:pt>
                <c:pt idx="15946">
                  <c:v>309.94</c:v>
                </c:pt>
                <c:pt idx="15947">
                  <c:v>314.94</c:v>
                </c:pt>
                <c:pt idx="15948">
                  <c:v>79.98</c:v>
                </c:pt>
                <c:pt idx="15949">
                  <c:v>254.97</c:v>
                </c:pt>
                <c:pt idx="15950">
                  <c:v>65.98</c:v>
                </c:pt>
                <c:pt idx="15951">
                  <c:v>127.96</c:v>
                </c:pt>
                <c:pt idx="15952">
                  <c:v>55.98</c:v>
                </c:pt>
                <c:pt idx="15953">
                  <c:v>49.88</c:v>
                </c:pt>
                <c:pt idx="15954">
                  <c:v>59.98</c:v>
                </c:pt>
                <c:pt idx="15955">
                  <c:v>59.98</c:v>
                </c:pt>
                <c:pt idx="15956">
                  <c:v>44.48</c:v>
                </c:pt>
                <c:pt idx="15957">
                  <c:v>34.49</c:v>
                </c:pt>
                <c:pt idx="15958">
                  <c:v>55.98</c:v>
                </c:pt>
                <c:pt idx="15959">
                  <c:v>65.98</c:v>
                </c:pt>
                <c:pt idx="15960">
                  <c:v>51.98</c:v>
                </c:pt>
                <c:pt idx="15961">
                  <c:v>39.49</c:v>
                </c:pt>
                <c:pt idx="15962">
                  <c:v>65.98</c:v>
                </c:pt>
                <c:pt idx="15963">
                  <c:v>55.98</c:v>
                </c:pt>
                <c:pt idx="15964">
                  <c:v>70.98</c:v>
                </c:pt>
                <c:pt idx="15965">
                  <c:v>55.98</c:v>
                </c:pt>
                <c:pt idx="15966">
                  <c:v>65.98</c:v>
                </c:pt>
                <c:pt idx="15967">
                  <c:v>70.98</c:v>
                </c:pt>
                <c:pt idx="15968">
                  <c:v>55.98</c:v>
                </c:pt>
                <c:pt idx="15969">
                  <c:v>71.97</c:v>
                </c:pt>
                <c:pt idx="15970">
                  <c:v>55.98</c:v>
                </c:pt>
                <c:pt idx="15971">
                  <c:v>70.98</c:v>
                </c:pt>
                <c:pt idx="15972">
                  <c:v>48.48</c:v>
                </c:pt>
                <c:pt idx="15973">
                  <c:v>70.98</c:v>
                </c:pt>
                <c:pt idx="15974">
                  <c:v>65.98</c:v>
                </c:pt>
                <c:pt idx="15975">
                  <c:v>14.49</c:v>
                </c:pt>
                <c:pt idx="15976">
                  <c:v>65.98</c:v>
                </c:pt>
                <c:pt idx="15977">
                  <c:v>155.94999999999999</c:v>
                </c:pt>
                <c:pt idx="15978">
                  <c:v>85.97</c:v>
                </c:pt>
                <c:pt idx="15979">
                  <c:v>139.96</c:v>
                </c:pt>
                <c:pt idx="15980">
                  <c:v>89.97</c:v>
                </c:pt>
                <c:pt idx="15981">
                  <c:v>154.97</c:v>
                </c:pt>
                <c:pt idx="15982">
                  <c:v>179.95</c:v>
                </c:pt>
                <c:pt idx="15983">
                  <c:v>74.98</c:v>
                </c:pt>
                <c:pt idx="15984">
                  <c:v>125.16</c:v>
                </c:pt>
                <c:pt idx="15985">
                  <c:v>119.96</c:v>
                </c:pt>
                <c:pt idx="15986">
                  <c:v>99.77</c:v>
                </c:pt>
                <c:pt idx="15987">
                  <c:v>108.97</c:v>
                </c:pt>
                <c:pt idx="15988">
                  <c:v>164.95</c:v>
                </c:pt>
                <c:pt idx="15989">
                  <c:v>75.510000000000005</c:v>
                </c:pt>
                <c:pt idx="15990">
                  <c:v>116.46</c:v>
                </c:pt>
                <c:pt idx="15991">
                  <c:v>139.96</c:v>
                </c:pt>
                <c:pt idx="15992">
                  <c:v>113.97</c:v>
                </c:pt>
                <c:pt idx="15993">
                  <c:v>93.97</c:v>
                </c:pt>
                <c:pt idx="15994">
                  <c:v>59.97</c:v>
                </c:pt>
                <c:pt idx="15995">
                  <c:v>105.97</c:v>
                </c:pt>
                <c:pt idx="15996">
                  <c:v>98.4</c:v>
                </c:pt>
                <c:pt idx="15997">
                  <c:v>109.97</c:v>
                </c:pt>
                <c:pt idx="15998">
                  <c:v>63.97</c:v>
                </c:pt>
                <c:pt idx="15999">
                  <c:v>123.35</c:v>
                </c:pt>
                <c:pt idx="16000">
                  <c:v>139.96</c:v>
                </c:pt>
                <c:pt idx="16001">
                  <c:v>119.63</c:v>
                </c:pt>
                <c:pt idx="16002">
                  <c:v>109.97</c:v>
                </c:pt>
                <c:pt idx="16003">
                  <c:v>229.95</c:v>
                </c:pt>
                <c:pt idx="16004">
                  <c:v>121.48</c:v>
                </c:pt>
                <c:pt idx="16005">
                  <c:v>200.17</c:v>
                </c:pt>
                <c:pt idx="16006">
                  <c:v>134.97999999999999</c:v>
                </c:pt>
                <c:pt idx="16007">
                  <c:v>134.97999999999999</c:v>
                </c:pt>
                <c:pt idx="16008">
                  <c:v>87.47</c:v>
                </c:pt>
                <c:pt idx="16009">
                  <c:v>134.97999999999999</c:v>
                </c:pt>
                <c:pt idx="16010">
                  <c:v>95.38</c:v>
                </c:pt>
                <c:pt idx="16011">
                  <c:v>295.92</c:v>
                </c:pt>
                <c:pt idx="16012">
                  <c:v>295.92</c:v>
                </c:pt>
                <c:pt idx="16013">
                  <c:v>388.87</c:v>
                </c:pt>
                <c:pt idx="16014">
                  <c:v>79.98</c:v>
                </c:pt>
                <c:pt idx="16015">
                  <c:v>221.94</c:v>
                </c:pt>
                <c:pt idx="16016">
                  <c:v>418.48</c:v>
                </c:pt>
                <c:pt idx="16017">
                  <c:v>255.92</c:v>
                </c:pt>
                <c:pt idx="16018">
                  <c:v>107.44</c:v>
                </c:pt>
                <c:pt idx="16019">
                  <c:v>295.92</c:v>
                </c:pt>
                <c:pt idx="16020">
                  <c:v>333.92</c:v>
                </c:pt>
                <c:pt idx="16021">
                  <c:v>169.98</c:v>
                </c:pt>
                <c:pt idx="16022">
                  <c:v>185.24</c:v>
                </c:pt>
                <c:pt idx="16023">
                  <c:v>254.97</c:v>
                </c:pt>
                <c:pt idx="16024">
                  <c:v>243.14</c:v>
                </c:pt>
                <c:pt idx="16025">
                  <c:v>169.98</c:v>
                </c:pt>
                <c:pt idx="16026">
                  <c:v>208.95</c:v>
                </c:pt>
                <c:pt idx="16027">
                  <c:v>124.93</c:v>
                </c:pt>
                <c:pt idx="16028">
                  <c:v>129.97999999999999</c:v>
                </c:pt>
                <c:pt idx="16029">
                  <c:v>258.66000000000003</c:v>
                </c:pt>
                <c:pt idx="16030">
                  <c:v>128.68</c:v>
                </c:pt>
                <c:pt idx="16031">
                  <c:v>104.38</c:v>
                </c:pt>
                <c:pt idx="16032">
                  <c:v>136.68</c:v>
                </c:pt>
                <c:pt idx="16033">
                  <c:v>145.69999999999999</c:v>
                </c:pt>
                <c:pt idx="16034">
                  <c:v>143.66999999999999</c:v>
                </c:pt>
                <c:pt idx="16035">
                  <c:v>129.97999999999999</c:v>
                </c:pt>
                <c:pt idx="16036">
                  <c:v>129.97999999999999</c:v>
                </c:pt>
                <c:pt idx="16037">
                  <c:v>92.34</c:v>
                </c:pt>
                <c:pt idx="16038">
                  <c:v>127.07</c:v>
                </c:pt>
                <c:pt idx="16039">
                  <c:v>219.97</c:v>
                </c:pt>
                <c:pt idx="16040">
                  <c:v>145.5</c:v>
                </c:pt>
                <c:pt idx="16041">
                  <c:v>127.23</c:v>
                </c:pt>
                <c:pt idx="16042">
                  <c:v>129.97999999999999</c:v>
                </c:pt>
                <c:pt idx="16043">
                  <c:v>123.33</c:v>
                </c:pt>
                <c:pt idx="16044">
                  <c:v>131.97</c:v>
                </c:pt>
                <c:pt idx="16045">
                  <c:v>119.93</c:v>
                </c:pt>
                <c:pt idx="16046">
                  <c:v>116.98</c:v>
                </c:pt>
                <c:pt idx="16047">
                  <c:v>112.18</c:v>
                </c:pt>
                <c:pt idx="16048">
                  <c:v>65.989999999999995</c:v>
                </c:pt>
                <c:pt idx="16049">
                  <c:v>131.97999999999999</c:v>
                </c:pt>
                <c:pt idx="16050">
                  <c:v>73.98</c:v>
                </c:pt>
                <c:pt idx="16051">
                  <c:v>65.989999999999995</c:v>
                </c:pt>
                <c:pt idx="16052">
                  <c:v>78.16</c:v>
                </c:pt>
                <c:pt idx="16053">
                  <c:v>65.989999999999995</c:v>
                </c:pt>
                <c:pt idx="16054">
                  <c:v>60.11</c:v>
                </c:pt>
                <c:pt idx="16055">
                  <c:v>62.54</c:v>
                </c:pt>
                <c:pt idx="16056">
                  <c:v>146.97</c:v>
                </c:pt>
                <c:pt idx="16057">
                  <c:v>65.989999999999995</c:v>
                </c:pt>
                <c:pt idx="16058">
                  <c:v>131.97999999999999</c:v>
                </c:pt>
                <c:pt idx="16059">
                  <c:v>65.989999999999995</c:v>
                </c:pt>
                <c:pt idx="16060">
                  <c:v>65.989999999999995</c:v>
                </c:pt>
                <c:pt idx="16061">
                  <c:v>120.98</c:v>
                </c:pt>
                <c:pt idx="16062">
                  <c:v>75.98</c:v>
                </c:pt>
                <c:pt idx="16063">
                  <c:v>80.98</c:v>
                </c:pt>
                <c:pt idx="16064">
                  <c:v>75.97</c:v>
                </c:pt>
                <c:pt idx="16065">
                  <c:v>65.989999999999995</c:v>
                </c:pt>
                <c:pt idx="16066">
                  <c:v>68.989999999999995</c:v>
                </c:pt>
                <c:pt idx="16067">
                  <c:v>41.49</c:v>
                </c:pt>
                <c:pt idx="16068">
                  <c:v>62.47</c:v>
                </c:pt>
                <c:pt idx="16069">
                  <c:v>51.98</c:v>
                </c:pt>
                <c:pt idx="16070">
                  <c:v>79.98</c:v>
                </c:pt>
                <c:pt idx="16071">
                  <c:v>32.24</c:v>
                </c:pt>
                <c:pt idx="16072">
                  <c:v>49.99</c:v>
                </c:pt>
                <c:pt idx="16073">
                  <c:v>41.49</c:v>
                </c:pt>
                <c:pt idx="16074">
                  <c:v>11.49</c:v>
                </c:pt>
                <c:pt idx="16075">
                  <c:v>41.49</c:v>
                </c:pt>
                <c:pt idx="16076">
                  <c:v>57.48</c:v>
                </c:pt>
                <c:pt idx="16077">
                  <c:v>41.49</c:v>
                </c:pt>
                <c:pt idx="16078">
                  <c:v>59.98</c:v>
                </c:pt>
                <c:pt idx="16079">
                  <c:v>55.98</c:v>
                </c:pt>
                <c:pt idx="16080">
                  <c:v>52.99</c:v>
                </c:pt>
                <c:pt idx="16081">
                  <c:v>-1.5</c:v>
                </c:pt>
                <c:pt idx="16082">
                  <c:v>69.98</c:v>
                </c:pt>
                <c:pt idx="16083">
                  <c:v>41.49</c:v>
                </c:pt>
                <c:pt idx="16084">
                  <c:v>65.989999999999995</c:v>
                </c:pt>
                <c:pt idx="16085">
                  <c:v>26.16</c:v>
                </c:pt>
                <c:pt idx="16086">
                  <c:v>13.49</c:v>
                </c:pt>
                <c:pt idx="16087">
                  <c:v>41.49</c:v>
                </c:pt>
                <c:pt idx="16088">
                  <c:v>89.98</c:v>
                </c:pt>
                <c:pt idx="16089">
                  <c:v>65.989999999999995</c:v>
                </c:pt>
                <c:pt idx="16090">
                  <c:v>79.98</c:v>
                </c:pt>
                <c:pt idx="16091">
                  <c:v>41.49</c:v>
                </c:pt>
                <c:pt idx="16092">
                  <c:v>65.989999999999995</c:v>
                </c:pt>
                <c:pt idx="16093">
                  <c:v>79.98</c:v>
                </c:pt>
                <c:pt idx="16094">
                  <c:v>79.98</c:v>
                </c:pt>
                <c:pt idx="16095">
                  <c:v>54.98</c:v>
                </c:pt>
                <c:pt idx="16096">
                  <c:v>51.99</c:v>
                </c:pt>
                <c:pt idx="16097">
                  <c:v>43.48</c:v>
                </c:pt>
                <c:pt idx="16098">
                  <c:v>57.99</c:v>
                </c:pt>
                <c:pt idx="16099">
                  <c:v>64.98</c:v>
                </c:pt>
                <c:pt idx="16100">
                  <c:v>31.49</c:v>
                </c:pt>
                <c:pt idx="16101">
                  <c:v>65.989999999999995</c:v>
                </c:pt>
                <c:pt idx="16102">
                  <c:v>79.98</c:v>
                </c:pt>
                <c:pt idx="16103">
                  <c:v>51.49</c:v>
                </c:pt>
                <c:pt idx="16104">
                  <c:v>79.98</c:v>
                </c:pt>
                <c:pt idx="16105">
                  <c:v>65.989999999999995</c:v>
                </c:pt>
                <c:pt idx="16106">
                  <c:v>272.56</c:v>
                </c:pt>
                <c:pt idx="16107">
                  <c:v>211.42</c:v>
                </c:pt>
                <c:pt idx="16108">
                  <c:v>144.18</c:v>
                </c:pt>
                <c:pt idx="16109">
                  <c:v>169.98</c:v>
                </c:pt>
                <c:pt idx="16110">
                  <c:v>170.81</c:v>
                </c:pt>
                <c:pt idx="16111">
                  <c:v>68.989999999999995</c:v>
                </c:pt>
                <c:pt idx="16112">
                  <c:v>75.09</c:v>
                </c:pt>
                <c:pt idx="16113">
                  <c:v>152.97999999999999</c:v>
                </c:pt>
                <c:pt idx="16114">
                  <c:v>97.22</c:v>
                </c:pt>
                <c:pt idx="16115">
                  <c:v>105.98</c:v>
                </c:pt>
                <c:pt idx="16116">
                  <c:v>84.99</c:v>
                </c:pt>
                <c:pt idx="16117">
                  <c:v>66.8</c:v>
                </c:pt>
                <c:pt idx="16118">
                  <c:v>212.2</c:v>
                </c:pt>
                <c:pt idx="16119">
                  <c:v>139.97999999999999</c:v>
                </c:pt>
                <c:pt idx="16120">
                  <c:v>21.49</c:v>
                </c:pt>
                <c:pt idx="16121">
                  <c:v>99.98</c:v>
                </c:pt>
                <c:pt idx="16122">
                  <c:v>60.99</c:v>
                </c:pt>
                <c:pt idx="16123">
                  <c:v>63.96</c:v>
                </c:pt>
                <c:pt idx="16124">
                  <c:v>39.979999999999997</c:v>
                </c:pt>
                <c:pt idx="16125">
                  <c:v>37.479999999999997</c:v>
                </c:pt>
                <c:pt idx="16126">
                  <c:v>79.989999999999995</c:v>
                </c:pt>
                <c:pt idx="16127">
                  <c:v>47.49</c:v>
                </c:pt>
                <c:pt idx="16128">
                  <c:v>99.96</c:v>
                </c:pt>
                <c:pt idx="16129">
                  <c:v>59.96</c:v>
                </c:pt>
                <c:pt idx="16130">
                  <c:v>77.98</c:v>
                </c:pt>
                <c:pt idx="16131">
                  <c:v>59.96</c:v>
                </c:pt>
                <c:pt idx="16132">
                  <c:v>59.96</c:v>
                </c:pt>
                <c:pt idx="16133">
                  <c:v>76.83</c:v>
                </c:pt>
                <c:pt idx="16134">
                  <c:v>84.96</c:v>
                </c:pt>
                <c:pt idx="16135">
                  <c:v>59.96</c:v>
                </c:pt>
                <c:pt idx="16136">
                  <c:v>50.97</c:v>
                </c:pt>
                <c:pt idx="16137">
                  <c:v>169.98</c:v>
                </c:pt>
                <c:pt idx="16138">
                  <c:v>169.98</c:v>
                </c:pt>
                <c:pt idx="16139">
                  <c:v>150.18</c:v>
                </c:pt>
                <c:pt idx="16140">
                  <c:v>169.98</c:v>
                </c:pt>
                <c:pt idx="16141">
                  <c:v>131.97999999999999</c:v>
                </c:pt>
                <c:pt idx="16142">
                  <c:v>131.97999999999999</c:v>
                </c:pt>
                <c:pt idx="16143">
                  <c:v>142.32</c:v>
                </c:pt>
                <c:pt idx="16144">
                  <c:v>131.97999999999999</c:v>
                </c:pt>
                <c:pt idx="16145">
                  <c:v>158.80000000000001</c:v>
                </c:pt>
                <c:pt idx="16146">
                  <c:v>169.98</c:v>
                </c:pt>
                <c:pt idx="16147">
                  <c:v>169.98</c:v>
                </c:pt>
                <c:pt idx="16148">
                  <c:v>76.489999999999995</c:v>
                </c:pt>
                <c:pt idx="16149">
                  <c:v>84.99</c:v>
                </c:pt>
                <c:pt idx="16150">
                  <c:v>59.98</c:v>
                </c:pt>
                <c:pt idx="16151">
                  <c:v>76.489999999999995</c:v>
                </c:pt>
                <c:pt idx="16152">
                  <c:v>55.26</c:v>
                </c:pt>
                <c:pt idx="16153">
                  <c:v>53.98</c:v>
                </c:pt>
                <c:pt idx="16154">
                  <c:v>89.97</c:v>
                </c:pt>
                <c:pt idx="16155">
                  <c:v>78.98</c:v>
                </c:pt>
                <c:pt idx="16156">
                  <c:v>78.98</c:v>
                </c:pt>
                <c:pt idx="16157">
                  <c:v>57.97</c:v>
                </c:pt>
                <c:pt idx="16158">
                  <c:v>89.97</c:v>
                </c:pt>
                <c:pt idx="16159">
                  <c:v>55.26</c:v>
                </c:pt>
                <c:pt idx="16160">
                  <c:v>75.98</c:v>
                </c:pt>
                <c:pt idx="16161">
                  <c:v>75.98</c:v>
                </c:pt>
                <c:pt idx="16162">
                  <c:v>212.97</c:v>
                </c:pt>
                <c:pt idx="16163">
                  <c:v>53.98</c:v>
                </c:pt>
                <c:pt idx="16164">
                  <c:v>119.96</c:v>
                </c:pt>
                <c:pt idx="16165">
                  <c:v>59.98</c:v>
                </c:pt>
                <c:pt idx="16166">
                  <c:v>108.88</c:v>
                </c:pt>
                <c:pt idx="16167">
                  <c:v>108.88</c:v>
                </c:pt>
                <c:pt idx="16168">
                  <c:v>57.97</c:v>
                </c:pt>
                <c:pt idx="16169">
                  <c:v>89.97</c:v>
                </c:pt>
                <c:pt idx="16170">
                  <c:v>80.739999999999995</c:v>
                </c:pt>
                <c:pt idx="16171">
                  <c:v>92.96</c:v>
                </c:pt>
                <c:pt idx="16172">
                  <c:v>89.97</c:v>
                </c:pt>
                <c:pt idx="16173">
                  <c:v>59.98</c:v>
                </c:pt>
                <c:pt idx="16174">
                  <c:v>59.98</c:v>
                </c:pt>
                <c:pt idx="16175">
                  <c:v>119.96</c:v>
                </c:pt>
                <c:pt idx="16176">
                  <c:v>80.739999999999995</c:v>
                </c:pt>
                <c:pt idx="16177">
                  <c:v>92.96</c:v>
                </c:pt>
                <c:pt idx="16178">
                  <c:v>151.96</c:v>
                </c:pt>
                <c:pt idx="16179">
                  <c:v>212.97</c:v>
                </c:pt>
                <c:pt idx="16180">
                  <c:v>84.99</c:v>
                </c:pt>
                <c:pt idx="16181">
                  <c:v>70.86</c:v>
                </c:pt>
                <c:pt idx="16182">
                  <c:v>70.86</c:v>
                </c:pt>
                <c:pt idx="16183">
                  <c:v>151.96</c:v>
                </c:pt>
                <c:pt idx="16184">
                  <c:v>150.97</c:v>
                </c:pt>
                <c:pt idx="16185">
                  <c:v>128.74</c:v>
                </c:pt>
                <c:pt idx="16186">
                  <c:v>188.97</c:v>
                </c:pt>
                <c:pt idx="16187">
                  <c:v>145.25</c:v>
                </c:pt>
                <c:pt idx="16188">
                  <c:v>148.1</c:v>
                </c:pt>
                <c:pt idx="16189">
                  <c:v>140.97</c:v>
                </c:pt>
                <c:pt idx="16190">
                  <c:v>150.97</c:v>
                </c:pt>
                <c:pt idx="16191">
                  <c:v>152.47</c:v>
                </c:pt>
                <c:pt idx="16192">
                  <c:v>207.75</c:v>
                </c:pt>
                <c:pt idx="16193">
                  <c:v>169.96</c:v>
                </c:pt>
                <c:pt idx="16194">
                  <c:v>118.97</c:v>
                </c:pt>
                <c:pt idx="16195">
                  <c:v>150.97</c:v>
                </c:pt>
                <c:pt idx="16196">
                  <c:v>-23</c:v>
                </c:pt>
                <c:pt idx="16197">
                  <c:v>228.95</c:v>
                </c:pt>
                <c:pt idx="16198">
                  <c:v>241.44</c:v>
                </c:pt>
                <c:pt idx="16199">
                  <c:v>178.17</c:v>
                </c:pt>
                <c:pt idx="16200">
                  <c:v>196.59</c:v>
                </c:pt>
                <c:pt idx="16201">
                  <c:v>211.96</c:v>
                </c:pt>
                <c:pt idx="16202">
                  <c:v>200.95</c:v>
                </c:pt>
                <c:pt idx="16203">
                  <c:v>195.99</c:v>
                </c:pt>
                <c:pt idx="16204">
                  <c:v>217.72</c:v>
                </c:pt>
                <c:pt idx="16205">
                  <c:v>171.97</c:v>
                </c:pt>
                <c:pt idx="16206">
                  <c:v>191.75</c:v>
                </c:pt>
                <c:pt idx="16207">
                  <c:v>200.97</c:v>
                </c:pt>
                <c:pt idx="16208">
                  <c:v>159.96</c:v>
                </c:pt>
                <c:pt idx="16209">
                  <c:v>65.989999999999995</c:v>
                </c:pt>
                <c:pt idx="16210">
                  <c:v>89.98</c:v>
                </c:pt>
                <c:pt idx="16211">
                  <c:v>207.72</c:v>
                </c:pt>
                <c:pt idx="16212">
                  <c:v>126.36</c:v>
                </c:pt>
                <c:pt idx="16213">
                  <c:v>222.65</c:v>
                </c:pt>
                <c:pt idx="16214">
                  <c:v>219.73</c:v>
                </c:pt>
                <c:pt idx="16215">
                  <c:v>82.91</c:v>
                </c:pt>
                <c:pt idx="16216">
                  <c:v>95.98</c:v>
                </c:pt>
                <c:pt idx="16217">
                  <c:v>60.98</c:v>
                </c:pt>
                <c:pt idx="16218">
                  <c:v>58.87</c:v>
                </c:pt>
                <c:pt idx="16219">
                  <c:v>85.97</c:v>
                </c:pt>
                <c:pt idx="16220">
                  <c:v>95.98</c:v>
                </c:pt>
                <c:pt idx="16221">
                  <c:v>84.99</c:v>
                </c:pt>
                <c:pt idx="16222">
                  <c:v>53.97</c:v>
                </c:pt>
                <c:pt idx="16223">
                  <c:v>370.94</c:v>
                </c:pt>
                <c:pt idx="16224">
                  <c:v>449.85</c:v>
                </c:pt>
                <c:pt idx="16225">
                  <c:v>172.18</c:v>
                </c:pt>
                <c:pt idx="16226">
                  <c:v>166.65</c:v>
                </c:pt>
                <c:pt idx="16227">
                  <c:v>277.93</c:v>
                </c:pt>
                <c:pt idx="16228">
                  <c:v>233.92</c:v>
                </c:pt>
                <c:pt idx="16229">
                  <c:v>90.21</c:v>
                </c:pt>
                <c:pt idx="16230">
                  <c:v>17.989999999999998</c:v>
                </c:pt>
                <c:pt idx="16231">
                  <c:v>169.98</c:v>
                </c:pt>
                <c:pt idx="16232">
                  <c:v>213.97</c:v>
                </c:pt>
                <c:pt idx="16233">
                  <c:v>195.57</c:v>
                </c:pt>
                <c:pt idx="16234">
                  <c:v>161.46</c:v>
                </c:pt>
                <c:pt idx="16235">
                  <c:v>153.35</c:v>
                </c:pt>
                <c:pt idx="16236">
                  <c:v>229.97</c:v>
                </c:pt>
                <c:pt idx="16237">
                  <c:v>169.95</c:v>
                </c:pt>
                <c:pt idx="16238">
                  <c:v>258.51</c:v>
                </c:pt>
                <c:pt idx="16239">
                  <c:v>102.98</c:v>
                </c:pt>
                <c:pt idx="16240">
                  <c:v>254.97</c:v>
                </c:pt>
                <c:pt idx="16241">
                  <c:v>137.97999999999999</c:v>
                </c:pt>
                <c:pt idx="16242">
                  <c:v>203.62</c:v>
                </c:pt>
                <c:pt idx="16243">
                  <c:v>66.92</c:v>
                </c:pt>
                <c:pt idx="16244">
                  <c:v>147.41999999999999</c:v>
                </c:pt>
                <c:pt idx="16245">
                  <c:v>149.97</c:v>
                </c:pt>
                <c:pt idx="16246">
                  <c:v>206.97</c:v>
                </c:pt>
                <c:pt idx="16247">
                  <c:v>226.96</c:v>
                </c:pt>
                <c:pt idx="16248">
                  <c:v>134.13</c:v>
                </c:pt>
                <c:pt idx="16249">
                  <c:v>20.79</c:v>
                </c:pt>
                <c:pt idx="16250">
                  <c:v>65.989999999999995</c:v>
                </c:pt>
                <c:pt idx="16251">
                  <c:v>65.989999999999995</c:v>
                </c:pt>
                <c:pt idx="16252">
                  <c:v>150.97</c:v>
                </c:pt>
                <c:pt idx="16253">
                  <c:v>84.99</c:v>
                </c:pt>
                <c:pt idx="16254">
                  <c:v>-1.8</c:v>
                </c:pt>
                <c:pt idx="16255">
                  <c:v>84.98</c:v>
                </c:pt>
                <c:pt idx="16256">
                  <c:v>84.99</c:v>
                </c:pt>
                <c:pt idx="16257">
                  <c:v>65.989999999999995</c:v>
                </c:pt>
                <c:pt idx="16258">
                  <c:v>84.99</c:v>
                </c:pt>
                <c:pt idx="16259">
                  <c:v>65.989999999999995</c:v>
                </c:pt>
                <c:pt idx="16260">
                  <c:v>84.99</c:v>
                </c:pt>
                <c:pt idx="16261">
                  <c:v>84.99</c:v>
                </c:pt>
                <c:pt idx="16262">
                  <c:v>18.989999999999998</c:v>
                </c:pt>
                <c:pt idx="16263">
                  <c:v>84.99</c:v>
                </c:pt>
                <c:pt idx="16264">
                  <c:v>65.989999999999995</c:v>
                </c:pt>
                <c:pt idx="16265">
                  <c:v>84.98</c:v>
                </c:pt>
                <c:pt idx="16266">
                  <c:v>103.98</c:v>
                </c:pt>
                <c:pt idx="16267">
                  <c:v>84.99</c:v>
                </c:pt>
                <c:pt idx="16268">
                  <c:v>103.98</c:v>
                </c:pt>
                <c:pt idx="16269">
                  <c:v>65.989999999999995</c:v>
                </c:pt>
                <c:pt idx="16270">
                  <c:v>169.98</c:v>
                </c:pt>
                <c:pt idx="16271">
                  <c:v>58.98</c:v>
                </c:pt>
                <c:pt idx="16272">
                  <c:v>105.98</c:v>
                </c:pt>
                <c:pt idx="16273">
                  <c:v>65.989999999999995</c:v>
                </c:pt>
                <c:pt idx="16274">
                  <c:v>65.989999999999995</c:v>
                </c:pt>
                <c:pt idx="16275">
                  <c:v>39.99</c:v>
                </c:pt>
                <c:pt idx="16276">
                  <c:v>84.98</c:v>
                </c:pt>
                <c:pt idx="16277">
                  <c:v>169.98</c:v>
                </c:pt>
                <c:pt idx="16278">
                  <c:v>65.989999999999995</c:v>
                </c:pt>
                <c:pt idx="16279">
                  <c:v>39.99</c:v>
                </c:pt>
                <c:pt idx="16280">
                  <c:v>65.989999999999995</c:v>
                </c:pt>
                <c:pt idx="16281">
                  <c:v>84.99</c:v>
                </c:pt>
                <c:pt idx="16282">
                  <c:v>65.989999999999995</c:v>
                </c:pt>
                <c:pt idx="16283">
                  <c:v>84.98</c:v>
                </c:pt>
                <c:pt idx="16284">
                  <c:v>65.989999999999995</c:v>
                </c:pt>
                <c:pt idx="16285">
                  <c:v>114.3</c:v>
                </c:pt>
                <c:pt idx="16286">
                  <c:v>151.07</c:v>
                </c:pt>
                <c:pt idx="16287">
                  <c:v>93.92</c:v>
                </c:pt>
                <c:pt idx="16288">
                  <c:v>120.56</c:v>
                </c:pt>
                <c:pt idx="16289">
                  <c:v>104.46</c:v>
                </c:pt>
                <c:pt idx="16290">
                  <c:v>104.82</c:v>
                </c:pt>
                <c:pt idx="16291">
                  <c:v>64.930000000000007</c:v>
                </c:pt>
                <c:pt idx="16292">
                  <c:v>104.64</c:v>
                </c:pt>
                <c:pt idx="16293">
                  <c:v>65.989999999999995</c:v>
                </c:pt>
                <c:pt idx="16294">
                  <c:v>166.56</c:v>
                </c:pt>
                <c:pt idx="16295">
                  <c:v>80.98</c:v>
                </c:pt>
                <c:pt idx="16296">
                  <c:v>148.44</c:v>
                </c:pt>
                <c:pt idx="16297">
                  <c:v>78.92</c:v>
                </c:pt>
                <c:pt idx="16298">
                  <c:v>129.69</c:v>
                </c:pt>
                <c:pt idx="16299">
                  <c:v>93.31</c:v>
                </c:pt>
                <c:pt idx="16300">
                  <c:v>86.7</c:v>
                </c:pt>
                <c:pt idx="16301">
                  <c:v>121.98</c:v>
                </c:pt>
                <c:pt idx="16302">
                  <c:v>136.97</c:v>
                </c:pt>
                <c:pt idx="16303">
                  <c:v>121.98</c:v>
                </c:pt>
                <c:pt idx="16304">
                  <c:v>166.44</c:v>
                </c:pt>
                <c:pt idx="16305">
                  <c:v>189.96</c:v>
                </c:pt>
                <c:pt idx="16306">
                  <c:v>213.9</c:v>
                </c:pt>
                <c:pt idx="16307">
                  <c:v>145.97</c:v>
                </c:pt>
                <c:pt idx="16308">
                  <c:v>174.67</c:v>
                </c:pt>
                <c:pt idx="16309">
                  <c:v>129.46</c:v>
                </c:pt>
                <c:pt idx="16310">
                  <c:v>169.98</c:v>
                </c:pt>
                <c:pt idx="16311">
                  <c:v>169.97</c:v>
                </c:pt>
                <c:pt idx="16312">
                  <c:v>131.97999999999999</c:v>
                </c:pt>
                <c:pt idx="16313">
                  <c:v>288.33999999999997</c:v>
                </c:pt>
                <c:pt idx="16314">
                  <c:v>117.53</c:v>
                </c:pt>
                <c:pt idx="16315">
                  <c:v>95.98</c:v>
                </c:pt>
                <c:pt idx="16316">
                  <c:v>147.69999999999999</c:v>
                </c:pt>
                <c:pt idx="16317">
                  <c:v>53.83</c:v>
                </c:pt>
                <c:pt idx="16318">
                  <c:v>121.98</c:v>
                </c:pt>
                <c:pt idx="16319">
                  <c:v>138.76</c:v>
                </c:pt>
                <c:pt idx="16320">
                  <c:v>97.96</c:v>
                </c:pt>
                <c:pt idx="16321">
                  <c:v>106.97</c:v>
                </c:pt>
                <c:pt idx="16322">
                  <c:v>65.19</c:v>
                </c:pt>
                <c:pt idx="16323">
                  <c:v>84.99</c:v>
                </c:pt>
                <c:pt idx="16324">
                  <c:v>118.98</c:v>
                </c:pt>
                <c:pt idx="16325">
                  <c:v>84.99</c:v>
                </c:pt>
                <c:pt idx="16326">
                  <c:v>94.96</c:v>
                </c:pt>
                <c:pt idx="16327">
                  <c:v>84.99</c:v>
                </c:pt>
                <c:pt idx="16328">
                  <c:v>76.489999999999995</c:v>
                </c:pt>
                <c:pt idx="16329">
                  <c:v>83.19</c:v>
                </c:pt>
                <c:pt idx="16330">
                  <c:v>84.99</c:v>
                </c:pt>
                <c:pt idx="16331">
                  <c:v>118.98</c:v>
                </c:pt>
                <c:pt idx="16332">
                  <c:v>79.89</c:v>
                </c:pt>
                <c:pt idx="16333">
                  <c:v>103.98</c:v>
                </c:pt>
                <c:pt idx="16334">
                  <c:v>76.14</c:v>
                </c:pt>
                <c:pt idx="16335">
                  <c:v>120.57</c:v>
                </c:pt>
                <c:pt idx="16336">
                  <c:v>118.98</c:v>
                </c:pt>
                <c:pt idx="16337">
                  <c:v>145.96</c:v>
                </c:pt>
                <c:pt idx="16338">
                  <c:v>95.94</c:v>
                </c:pt>
                <c:pt idx="16339">
                  <c:v>241.96</c:v>
                </c:pt>
                <c:pt idx="16340">
                  <c:v>241.96</c:v>
                </c:pt>
                <c:pt idx="16341">
                  <c:v>131.97999999999999</c:v>
                </c:pt>
                <c:pt idx="16342">
                  <c:v>95.94</c:v>
                </c:pt>
                <c:pt idx="16343">
                  <c:v>214.95</c:v>
                </c:pt>
                <c:pt idx="16344">
                  <c:v>99.98</c:v>
                </c:pt>
                <c:pt idx="16345">
                  <c:v>99.98</c:v>
                </c:pt>
                <c:pt idx="16346">
                  <c:v>240.95</c:v>
                </c:pt>
                <c:pt idx="16347">
                  <c:v>240.95</c:v>
                </c:pt>
                <c:pt idx="16348">
                  <c:v>197.97</c:v>
                </c:pt>
                <c:pt idx="16349">
                  <c:v>150.97</c:v>
                </c:pt>
                <c:pt idx="16350">
                  <c:v>243.95</c:v>
                </c:pt>
                <c:pt idx="16351">
                  <c:v>131.97999999999999</c:v>
                </c:pt>
                <c:pt idx="16352">
                  <c:v>197.97</c:v>
                </c:pt>
                <c:pt idx="16353">
                  <c:v>150.97</c:v>
                </c:pt>
                <c:pt idx="16354">
                  <c:v>131.97999999999999</c:v>
                </c:pt>
                <c:pt idx="16355">
                  <c:v>243.95</c:v>
                </c:pt>
                <c:pt idx="16356">
                  <c:v>131.97999999999999</c:v>
                </c:pt>
                <c:pt idx="16357">
                  <c:v>226.85</c:v>
                </c:pt>
                <c:pt idx="16358">
                  <c:v>226.85</c:v>
                </c:pt>
                <c:pt idx="16359">
                  <c:v>166.77</c:v>
                </c:pt>
                <c:pt idx="16360">
                  <c:v>166.77</c:v>
                </c:pt>
                <c:pt idx="16361">
                  <c:v>107.97</c:v>
                </c:pt>
                <c:pt idx="16362">
                  <c:v>107.97</c:v>
                </c:pt>
                <c:pt idx="16363">
                  <c:v>149.97</c:v>
                </c:pt>
                <c:pt idx="16364">
                  <c:v>149.97</c:v>
                </c:pt>
                <c:pt idx="16365">
                  <c:v>169.96</c:v>
                </c:pt>
                <c:pt idx="16366">
                  <c:v>149.96</c:v>
                </c:pt>
                <c:pt idx="16367">
                  <c:v>149.96</c:v>
                </c:pt>
                <c:pt idx="16368">
                  <c:v>99.98</c:v>
                </c:pt>
                <c:pt idx="16369">
                  <c:v>131.97999999999999</c:v>
                </c:pt>
                <c:pt idx="16370">
                  <c:v>131.97999999999999</c:v>
                </c:pt>
                <c:pt idx="16371">
                  <c:v>99.98</c:v>
                </c:pt>
                <c:pt idx="16372">
                  <c:v>131.97999999999999</c:v>
                </c:pt>
                <c:pt idx="16373">
                  <c:v>131.97999999999999</c:v>
                </c:pt>
                <c:pt idx="16374">
                  <c:v>131.97999999999999</c:v>
                </c:pt>
                <c:pt idx="16375">
                  <c:v>131.97999999999999</c:v>
                </c:pt>
                <c:pt idx="16376">
                  <c:v>214.95</c:v>
                </c:pt>
                <c:pt idx="16377">
                  <c:v>59.95</c:v>
                </c:pt>
                <c:pt idx="16378">
                  <c:v>131.97999999999999</c:v>
                </c:pt>
                <c:pt idx="16379">
                  <c:v>131.97999999999999</c:v>
                </c:pt>
                <c:pt idx="16380">
                  <c:v>59.95</c:v>
                </c:pt>
                <c:pt idx="16381">
                  <c:v>169.96</c:v>
                </c:pt>
                <c:pt idx="16382">
                  <c:v>131.97999999999999</c:v>
                </c:pt>
                <c:pt idx="16383">
                  <c:v>197.97</c:v>
                </c:pt>
                <c:pt idx="16384">
                  <c:v>197.97</c:v>
                </c:pt>
                <c:pt idx="16385">
                  <c:v>131.97999999999999</c:v>
                </c:pt>
                <c:pt idx="16386">
                  <c:v>254.97</c:v>
                </c:pt>
                <c:pt idx="16387">
                  <c:v>187.97</c:v>
                </c:pt>
                <c:pt idx="16388">
                  <c:v>91.97</c:v>
                </c:pt>
                <c:pt idx="16389">
                  <c:v>131.97999999999999</c:v>
                </c:pt>
                <c:pt idx="16390">
                  <c:v>105.98</c:v>
                </c:pt>
                <c:pt idx="16391">
                  <c:v>139.97</c:v>
                </c:pt>
                <c:pt idx="16392">
                  <c:v>105.98</c:v>
                </c:pt>
                <c:pt idx="16393">
                  <c:v>131.97999999999999</c:v>
                </c:pt>
                <c:pt idx="16394">
                  <c:v>84.99</c:v>
                </c:pt>
                <c:pt idx="16395">
                  <c:v>131.97999999999999</c:v>
                </c:pt>
                <c:pt idx="16396">
                  <c:v>99.98</c:v>
                </c:pt>
                <c:pt idx="16397">
                  <c:v>131.97999999999999</c:v>
                </c:pt>
                <c:pt idx="16398">
                  <c:v>54.99</c:v>
                </c:pt>
                <c:pt idx="16399">
                  <c:v>109.98</c:v>
                </c:pt>
                <c:pt idx="16400">
                  <c:v>104.38</c:v>
                </c:pt>
                <c:pt idx="16401">
                  <c:v>169.98</c:v>
                </c:pt>
                <c:pt idx="16402">
                  <c:v>199.96</c:v>
                </c:pt>
                <c:pt idx="16403">
                  <c:v>125.38</c:v>
                </c:pt>
                <c:pt idx="16404">
                  <c:v>131.97999999999999</c:v>
                </c:pt>
                <c:pt idx="16405">
                  <c:v>131.97999999999999</c:v>
                </c:pt>
                <c:pt idx="16406">
                  <c:v>131.97999999999999</c:v>
                </c:pt>
                <c:pt idx="16407">
                  <c:v>123.28</c:v>
                </c:pt>
                <c:pt idx="16408">
                  <c:v>121.98</c:v>
                </c:pt>
                <c:pt idx="16409">
                  <c:v>150.97</c:v>
                </c:pt>
                <c:pt idx="16410">
                  <c:v>131.97999999999999</c:v>
                </c:pt>
                <c:pt idx="16411">
                  <c:v>124.06</c:v>
                </c:pt>
                <c:pt idx="16412">
                  <c:v>121.98</c:v>
                </c:pt>
                <c:pt idx="16413">
                  <c:v>131.97999999999999</c:v>
                </c:pt>
                <c:pt idx="16414">
                  <c:v>157.96</c:v>
                </c:pt>
                <c:pt idx="16415">
                  <c:v>105.38</c:v>
                </c:pt>
                <c:pt idx="16416">
                  <c:v>149.26</c:v>
                </c:pt>
                <c:pt idx="16417">
                  <c:v>154.57</c:v>
                </c:pt>
                <c:pt idx="16418">
                  <c:v>187.96</c:v>
                </c:pt>
                <c:pt idx="16419">
                  <c:v>94.98</c:v>
                </c:pt>
                <c:pt idx="16420">
                  <c:v>153.97999999999999</c:v>
                </c:pt>
                <c:pt idx="16421">
                  <c:v>211.9</c:v>
                </c:pt>
                <c:pt idx="16422">
                  <c:v>93.98</c:v>
                </c:pt>
                <c:pt idx="16423">
                  <c:v>90.93</c:v>
                </c:pt>
                <c:pt idx="16424">
                  <c:v>128.91999999999999</c:v>
                </c:pt>
                <c:pt idx="16425">
                  <c:v>84.99</c:v>
                </c:pt>
                <c:pt idx="16426">
                  <c:v>129.96</c:v>
                </c:pt>
                <c:pt idx="16427">
                  <c:v>169.98</c:v>
                </c:pt>
                <c:pt idx="16428">
                  <c:v>53.94</c:v>
                </c:pt>
                <c:pt idx="16429">
                  <c:v>69.959999999999994</c:v>
                </c:pt>
                <c:pt idx="16430">
                  <c:v>65.989999999999995</c:v>
                </c:pt>
                <c:pt idx="16431">
                  <c:v>196.95</c:v>
                </c:pt>
                <c:pt idx="16432">
                  <c:v>50.99</c:v>
                </c:pt>
                <c:pt idx="16433">
                  <c:v>84.99</c:v>
                </c:pt>
                <c:pt idx="16434">
                  <c:v>169.98</c:v>
                </c:pt>
                <c:pt idx="16435">
                  <c:v>234.96</c:v>
                </c:pt>
                <c:pt idx="16436">
                  <c:v>146.69</c:v>
                </c:pt>
                <c:pt idx="16437">
                  <c:v>156.84</c:v>
                </c:pt>
                <c:pt idx="16438">
                  <c:v>169.98</c:v>
                </c:pt>
                <c:pt idx="16439">
                  <c:v>84.99</c:v>
                </c:pt>
                <c:pt idx="16440">
                  <c:v>91.96</c:v>
                </c:pt>
                <c:pt idx="16441">
                  <c:v>134.97</c:v>
                </c:pt>
                <c:pt idx="16442">
                  <c:v>339.96</c:v>
                </c:pt>
                <c:pt idx="16443">
                  <c:v>84.99</c:v>
                </c:pt>
                <c:pt idx="16444">
                  <c:v>509.94</c:v>
                </c:pt>
                <c:pt idx="16445">
                  <c:v>207.97</c:v>
                </c:pt>
                <c:pt idx="16446">
                  <c:v>169.98</c:v>
                </c:pt>
                <c:pt idx="16447">
                  <c:v>339.96</c:v>
                </c:pt>
                <c:pt idx="16448">
                  <c:v>565.91999999999996</c:v>
                </c:pt>
                <c:pt idx="16449">
                  <c:v>81.87</c:v>
                </c:pt>
                <c:pt idx="16450">
                  <c:v>51.96</c:v>
                </c:pt>
                <c:pt idx="16451">
                  <c:v>59.98</c:v>
                </c:pt>
                <c:pt idx="16452">
                  <c:v>84.99</c:v>
                </c:pt>
                <c:pt idx="16453">
                  <c:v>65.989999999999995</c:v>
                </c:pt>
                <c:pt idx="16454">
                  <c:v>65.989999999999995</c:v>
                </c:pt>
                <c:pt idx="16455">
                  <c:v>49.99</c:v>
                </c:pt>
                <c:pt idx="16456">
                  <c:v>65.989999999999995</c:v>
                </c:pt>
                <c:pt idx="16457">
                  <c:v>65.989999999999995</c:v>
                </c:pt>
                <c:pt idx="16458">
                  <c:v>84.99</c:v>
                </c:pt>
                <c:pt idx="16459">
                  <c:v>41.49</c:v>
                </c:pt>
                <c:pt idx="16460">
                  <c:v>84.99</c:v>
                </c:pt>
                <c:pt idx="16461">
                  <c:v>84.99</c:v>
                </c:pt>
                <c:pt idx="16462">
                  <c:v>54.98</c:v>
                </c:pt>
                <c:pt idx="16463">
                  <c:v>74.989999999999995</c:v>
                </c:pt>
                <c:pt idx="16464">
                  <c:v>78.319999999999993</c:v>
                </c:pt>
                <c:pt idx="16465">
                  <c:v>84.99</c:v>
                </c:pt>
                <c:pt idx="16466">
                  <c:v>84.99</c:v>
                </c:pt>
                <c:pt idx="16467">
                  <c:v>84.99</c:v>
                </c:pt>
                <c:pt idx="16468">
                  <c:v>84.99</c:v>
                </c:pt>
                <c:pt idx="16469">
                  <c:v>84.99</c:v>
                </c:pt>
                <c:pt idx="16470">
                  <c:v>84.99</c:v>
                </c:pt>
                <c:pt idx="16471">
                  <c:v>61.6</c:v>
                </c:pt>
                <c:pt idx="16472">
                  <c:v>64.98</c:v>
                </c:pt>
                <c:pt idx="16473">
                  <c:v>64.98</c:v>
                </c:pt>
                <c:pt idx="16474">
                  <c:v>84.99</c:v>
                </c:pt>
                <c:pt idx="16475">
                  <c:v>84.99</c:v>
                </c:pt>
                <c:pt idx="16476">
                  <c:v>65.989999999999995</c:v>
                </c:pt>
                <c:pt idx="16477">
                  <c:v>49.99</c:v>
                </c:pt>
                <c:pt idx="16478">
                  <c:v>84.99</c:v>
                </c:pt>
                <c:pt idx="16479">
                  <c:v>49.99</c:v>
                </c:pt>
                <c:pt idx="16480">
                  <c:v>49.99</c:v>
                </c:pt>
                <c:pt idx="16481">
                  <c:v>199.96</c:v>
                </c:pt>
                <c:pt idx="16482">
                  <c:v>141.96</c:v>
                </c:pt>
                <c:pt idx="16483">
                  <c:v>50.42</c:v>
                </c:pt>
                <c:pt idx="16484">
                  <c:v>50.42</c:v>
                </c:pt>
                <c:pt idx="16485">
                  <c:v>141.96</c:v>
                </c:pt>
                <c:pt idx="16486">
                  <c:v>174.46</c:v>
                </c:pt>
                <c:pt idx="16487">
                  <c:v>199.96</c:v>
                </c:pt>
                <c:pt idx="16488">
                  <c:v>174.46</c:v>
                </c:pt>
                <c:pt idx="16489">
                  <c:v>199.96</c:v>
                </c:pt>
                <c:pt idx="16490">
                  <c:v>199.96</c:v>
                </c:pt>
                <c:pt idx="16491">
                  <c:v>141.96</c:v>
                </c:pt>
                <c:pt idx="16492">
                  <c:v>141.96</c:v>
                </c:pt>
                <c:pt idx="16493">
                  <c:v>254.97</c:v>
                </c:pt>
                <c:pt idx="16494">
                  <c:v>131.97999999999999</c:v>
                </c:pt>
                <c:pt idx="16495">
                  <c:v>123.96</c:v>
                </c:pt>
                <c:pt idx="16496">
                  <c:v>131.97999999999999</c:v>
                </c:pt>
                <c:pt idx="16497">
                  <c:v>123.96</c:v>
                </c:pt>
                <c:pt idx="16498">
                  <c:v>254.97</c:v>
                </c:pt>
                <c:pt idx="16499">
                  <c:v>63.98</c:v>
                </c:pt>
                <c:pt idx="16500">
                  <c:v>63.98</c:v>
                </c:pt>
                <c:pt idx="16501">
                  <c:v>131.97999999999999</c:v>
                </c:pt>
                <c:pt idx="16502">
                  <c:v>169.98</c:v>
                </c:pt>
                <c:pt idx="16503">
                  <c:v>169.98</c:v>
                </c:pt>
                <c:pt idx="16504">
                  <c:v>184.97</c:v>
                </c:pt>
                <c:pt idx="16505">
                  <c:v>188.97</c:v>
                </c:pt>
                <c:pt idx="16506">
                  <c:v>169.98</c:v>
                </c:pt>
                <c:pt idx="16507">
                  <c:v>134.97999999999999</c:v>
                </c:pt>
                <c:pt idx="16508">
                  <c:v>184.97</c:v>
                </c:pt>
                <c:pt idx="16509">
                  <c:v>131.97999999999999</c:v>
                </c:pt>
                <c:pt idx="16510">
                  <c:v>134.97999999999999</c:v>
                </c:pt>
                <c:pt idx="16511">
                  <c:v>169.98</c:v>
                </c:pt>
                <c:pt idx="16512">
                  <c:v>188.97</c:v>
                </c:pt>
                <c:pt idx="16513">
                  <c:v>99.96</c:v>
                </c:pt>
                <c:pt idx="16514">
                  <c:v>84.99</c:v>
                </c:pt>
                <c:pt idx="16515">
                  <c:v>99.98</c:v>
                </c:pt>
                <c:pt idx="16516">
                  <c:v>99.96</c:v>
                </c:pt>
                <c:pt idx="16517">
                  <c:v>76.86</c:v>
                </c:pt>
                <c:pt idx="16518">
                  <c:v>84.99</c:v>
                </c:pt>
                <c:pt idx="16519">
                  <c:v>104.97</c:v>
                </c:pt>
                <c:pt idx="16520">
                  <c:v>134.97999999999999</c:v>
                </c:pt>
                <c:pt idx="16521">
                  <c:v>84.99</c:v>
                </c:pt>
                <c:pt idx="16522">
                  <c:v>101.66</c:v>
                </c:pt>
                <c:pt idx="16523">
                  <c:v>108.97</c:v>
                </c:pt>
                <c:pt idx="16524">
                  <c:v>73.97</c:v>
                </c:pt>
                <c:pt idx="16525">
                  <c:v>122.59</c:v>
                </c:pt>
                <c:pt idx="16526">
                  <c:v>137.97999999999999</c:v>
                </c:pt>
                <c:pt idx="16527">
                  <c:v>104.97</c:v>
                </c:pt>
                <c:pt idx="16528">
                  <c:v>96.98</c:v>
                </c:pt>
                <c:pt idx="16529">
                  <c:v>99.96</c:v>
                </c:pt>
                <c:pt idx="16530">
                  <c:v>79.98</c:v>
                </c:pt>
                <c:pt idx="16531">
                  <c:v>114.96</c:v>
                </c:pt>
                <c:pt idx="16532">
                  <c:v>134.97999999999999</c:v>
                </c:pt>
                <c:pt idx="16533">
                  <c:v>169.98</c:v>
                </c:pt>
                <c:pt idx="16534">
                  <c:v>84.99</c:v>
                </c:pt>
                <c:pt idx="16535">
                  <c:v>79.98</c:v>
                </c:pt>
                <c:pt idx="16536">
                  <c:v>109.95</c:v>
                </c:pt>
                <c:pt idx="16537">
                  <c:v>84.99</c:v>
                </c:pt>
                <c:pt idx="16538">
                  <c:v>84.99</c:v>
                </c:pt>
                <c:pt idx="16539">
                  <c:v>184.83</c:v>
                </c:pt>
                <c:pt idx="16540">
                  <c:v>84.99</c:v>
                </c:pt>
                <c:pt idx="16541">
                  <c:v>113.97</c:v>
                </c:pt>
                <c:pt idx="16542">
                  <c:v>54.98</c:v>
                </c:pt>
                <c:pt idx="16543">
                  <c:v>84.99</c:v>
                </c:pt>
                <c:pt idx="16544">
                  <c:v>99.98</c:v>
                </c:pt>
                <c:pt idx="16545">
                  <c:v>65.989999999999995</c:v>
                </c:pt>
                <c:pt idx="16546">
                  <c:v>64.239999999999995</c:v>
                </c:pt>
                <c:pt idx="16547">
                  <c:v>99.98</c:v>
                </c:pt>
                <c:pt idx="16548">
                  <c:v>82.69</c:v>
                </c:pt>
                <c:pt idx="16549">
                  <c:v>81.319999999999993</c:v>
                </c:pt>
                <c:pt idx="16550">
                  <c:v>93.98</c:v>
                </c:pt>
                <c:pt idx="16551">
                  <c:v>160.96</c:v>
                </c:pt>
                <c:pt idx="16552">
                  <c:v>124.98</c:v>
                </c:pt>
                <c:pt idx="16553">
                  <c:v>102.97</c:v>
                </c:pt>
                <c:pt idx="16554">
                  <c:v>130.97</c:v>
                </c:pt>
                <c:pt idx="16555">
                  <c:v>99.97</c:v>
                </c:pt>
                <c:pt idx="16556">
                  <c:v>81.98</c:v>
                </c:pt>
                <c:pt idx="16557">
                  <c:v>147.25</c:v>
                </c:pt>
                <c:pt idx="16558">
                  <c:v>84.99</c:v>
                </c:pt>
                <c:pt idx="16559">
                  <c:v>133.78</c:v>
                </c:pt>
                <c:pt idx="16560">
                  <c:v>81.16</c:v>
                </c:pt>
                <c:pt idx="16561">
                  <c:v>369.94</c:v>
                </c:pt>
                <c:pt idx="16562">
                  <c:v>449.88</c:v>
                </c:pt>
                <c:pt idx="16563">
                  <c:v>263.95999999999998</c:v>
                </c:pt>
                <c:pt idx="16564">
                  <c:v>423.73</c:v>
                </c:pt>
                <c:pt idx="16565">
                  <c:v>144.94999999999999</c:v>
                </c:pt>
                <c:pt idx="16566">
                  <c:v>84.99</c:v>
                </c:pt>
                <c:pt idx="16567">
                  <c:v>84.99</c:v>
                </c:pt>
                <c:pt idx="16568">
                  <c:v>184.97</c:v>
                </c:pt>
                <c:pt idx="16569">
                  <c:v>170.75</c:v>
                </c:pt>
                <c:pt idx="16570">
                  <c:v>84.99</c:v>
                </c:pt>
                <c:pt idx="16571">
                  <c:v>169.98</c:v>
                </c:pt>
                <c:pt idx="16572">
                  <c:v>153.93</c:v>
                </c:pt>
                <c:pt idx="16573">
                  <c:v>79.98</c:v>
                </c:pt>
                <c:pt idx="16574">
                  <c:v>79.98</c:v>
                </c:pt>
                <c:pt idx="16575">
                  <c:v>169.98</c:v>
                </c:pt>
                <c:pt idx="16576">
                  <c:v>84.99</c:v>
                </c:pt>
                <c:pt idx="16577">
                  <c:v>189.94</c:v>
                </c:pt>
                <c:pt idx="16578">
                  <c:v>131.97999999999999</c:v>
                </c:pt>
                <c:pt idx="16579">
                  <c:v>236.93</c:v>
                </c:pt>
                <c:pt idx="16580">
                  <c:v>189.94</c:v>
                </c:pt>
                <c:pt idx="16581">
                  <c:v>76.38</c:v>
                </c:pt>
                <c:pt idx="16582">
                  <c:v>236.93</c:v>
                </c:pt>
                <c:pt idx="16583">
                  <c:v>131.97999999999999</c:v>
                </c:pt>
                <c:pt idx="16584">
                  <c:v>84.99</c:v>
                </c:pt>
                <c:pt idx="16585">
                  <c:v>184.97</c:v>
                </c:pt>
                <c:pt idx="16586">
                  <c:v>65.989999999999995</c:v>
                </c:pt>
                <c:pt idx="16587">
                  <c:v>76.38</c:v>
                </c:pt>
                <c:pt idx="16588">
                  <c:v>170.75</c:v>
                </c:pt>
                <c:pt idx="16589">
                  <c:v>153.93</c:v>
                </c:pt>
                <c:pt idx="16590">
                  <c:v>65.989999999999995</c:v>
                </c:pt>
                <c:pt idx="16591">
                  <c:v>84.99</c:v>
                </c:pt>
                <c:pt idx="16592">
                  <c:v>84.99</c:v>
                </c:pt>
                <c:pt idx="16593">
                  <c:v>84.99</c:v>
                </c:pt>
                <c:pt idx="16594">
                  <c:v>76.45</c:v>
                </c:pt>
                <c:pt idx="16595">
                  <c:v>131.97999999999999</c:v>
                </c:pt>
                <c:pt idx="16596">
                  <c:v>84.99</c:v>
                </c:pt>
                <c:pt idx="16597">
                  <c:v>65.989999999999995</c:v>
                </c:pt>
                <c:pt idx="16598">
                  <c:v>62.69</c:v>
                </c:pt>
                <c:pt idx="16599">
                  <c:v>109.98</c:v>
                </c:pt>
                <c:pt idx="16600">
                  <c:v>84.99</c:v>
                </c:pt>
                <c:pt idx="16601">
                  <c:v>123.97</c:v>
                </c:pt>
                <c:pt idx="16602">
                  <c:v>109.98</c:v>
                </c:pt>
                <c:pt idx="16603">
                  <c:v>139.96</c:v>
                </c:pt>
                <c:pt idx="16604">
                  <c:v>112.97</c:v>
                </c:pt>
                <c:pt idx="16605">
                  <c:v>104.05</c:v>
                </c:pt>
                <c:pt idx="16606">
                  <c:v>84.99</c:v>
                </c:pt>
                <c:pt idx="16607">
                  <c:v>84.99</c:v>
                </c:pt>
                <c:pt idx="16608">
                  <c:v>121.98</c:v>
                </c:pt>
                <c:pt idx="16609">
                  <c:v>109.98</c:v>
                </c:pt>
                <c:pt idx="16610">
                  <c:v>107.97</c:v>
                </c:pt>
                <c:pt idx="16611">
                  <c:v>84.99</c:v>
                </c:pt>
                <c:pt idx="16612">
                  <c:v>62.97</c:v>
                </c:pt>
                <c:pt idx="16613">
                  <c:v>97.98</c:v>
                </c:pt>
                <c:pt idx="16614">
                  <c:v>84.99</c:v>
                </c:pt>
                <c:pt idx="16615">
                  <c:v>111.96</c:v>
                </c:pt>
                <c:pt idx="16616">
                  <c:v>111.96</c:v>
                </c:pt>
                <c:pt idx="16617">
                  <c:v>111.96</c:v>
                </c:pt>
                <c:pt idx="16618">
                  <c:v>111.96</c:v>
                </c:pt>
                <c:pt idx="16619">
                  <c:v>83.97</c:v>
                </c:pt>
                <c:pt idx="16620">
                  <c:v>106.36</c:v>
                </c:pt>
                <c:pt idx="16621">
                  <c:v>55.98</c:v>
                </c:pt>
                <c:pt idx="16622">
                  <c:v>111.96</c:v>
                </c:pt>
                <c:pt idx="16623">
                  <c:v>111.96</c:v>
                </c:pt>
                <c:pt idx="16624">
                  <c:v>111.96</c:v>
                </c:pt>
                <c:pt idx="16625">
                  <c:v>142.93</c:v>
                </c:pt>
                <c:pt idx="16626">
                  <c:v>111.96</c:v>
                </c:pt>
                <c:pt idx="16627">
                  <c:v>111.96</c:v>
                </c:pt>
                <c:pt idx="16628">
                  <c:v>106.36</c:v>
                </c:pt>
                <c:pt idx="16629">
                  <c:v>96.5</c:v>
                </c:pt>
                <c:pt idx="16630">
                  <c:v>111.96</c:v>
                </c:pt>
                <c:pt idx="16631">
                  <c:v>57.74</c:v>
                </c:pt>
                <c:pt idx="16632">
                  <c:v>106.36</c:v>
                </c:pt>
                <c:pt idx="16633">
                  <c:v>111.96</c:v>
                </c:pt>
                <c:pt idx="16634">
                  <c:v>83.97</c:v>
                </c:pt>
                <c:pt idx="16635">
                  <c:v>111.96</c:v>
                </c:pt>
                <c:pt idx="16636">
                  <c:v>108.6</c:v>
                </c:pt>
                <c:pt idx="16637">
                  <c:v>111.96</c:v>
                </c:pt>
                <c:pt idx="16638">
                  <c:v>111.96</c:v>
                </c:pt>
                <c:pt idx="16639">
                  <c:v>146.97</c:v>
                </c:pt>
                <c:pt idx="16640">
                  <c:v>197.97</c:v>
                </c:pt>
                <c:pt idx="16641">
                  <c:v>128.44999999999999</c:v>
                </c:pt>
                <c:pt idx="16642">
                  <c:v>93.58</c:v>
                </c:pt>
                <c:pt idx="16643">
                  <c:v>184.97</c:v>
                </c:pt>
                <c:pt idx="16644">
                  <c:v>131.86000000000001</c:v>
                </c:pt>
                <c:pt idx="16645">
                  <c:v>64.98</c:v>
                </c:pt>
                <c:pt idx="16646">
                  <c:v>169.98</c:v>
                </c:pt>
                <c:pt idx="16647">
                  <c:v>253.46</c:v>
                </c:pt>
                <c:pt idx="16648">
                  <c:v>84.99</c:v>
                </c:pt>
                <c:pt idx="16649">
                  <c:v>169.98</c:v>
                </c:pt>
                <c:pt idx="16650">
                  <c:v>134.97999999999999</c:v>
                </c:pt>
                <c:pt idx="16651">
                  <c:v>169.98</c:v>
                </c:pt>
                <c:pt idx="16652">
                  <c:v>84.99</c:v>
                </c:pt>
                <c:pt idx="16653">
                  <c:v>367.44</c:v>
                </c:pt>
                <c:pt idx="16654">
                  <c:v>213.68</c:v>
                </c:pt>
                <c:pt idx="16655">
                  <c:v>159.97999999999999</c:v>
                </c:pt>
                <c:pt idx="16656">
                  <c:v>314.76</c:v>
                </c:pt>
                <c:pt idx="16657">
                  <c:v>243.96</c:v>
                </c:pt>
                <c:pt idx="16658">
                  <c:v>319.95999999999998</c:v>
                </c:pt>
                <c:pt idx="16659">
                  <c:v>151.55000000000001</c:v>
                </c:pt>
                <c:pt idx="16660">
                  <c:v>83.48</c:v>
                </c:pt>
                <c:pt idx="16661">
                  <c:v>195.08</c:v>
                </c:pt>
                <c:pt idx="16662">
                  <c:v>108.97</c:v>
                </c:pt>
                <c:pt idx="16663">
                  <c:v>65.989999999999995</c:v>
                </c:pt>
                <c:pt idx="16664">
                  <c:v>79.47</c:v>
                </c:pt>
                <c:pt idx="16665">
                  <c:v>12.29</c:v>
                </c:pt>
                <c:pt idx="16666">
                  <c:v>85.99</c:v>
                </c:pt>
                <c:pt idx="16667">
                  <c:v>24.51</c:v>
                </c:pt>
                <c:pt idx="16668">
                  <c:v>29.6</c:v>
                </c:pt>
                <c:pt idx="16669">
                  <c:v>60.98</c:v>
                </c:pt>
                <c:pt idx="16670">
                  <c:v>49.48</c:v>
                </c:pt>
                <c:pt idx="16671">
                  <c:v>62.68</c:v>
                </c:pt>
                <c:pt idx="16672">
                  <c:v>58.32</c:v>
                </c:pt>
                <c:pt idx="16673">
                  <c:v>128.96</c:v>
                </c:pt>
                <c:pt idx="16674">
                  <c:v>58.23</c:v>
                </c:pt>
                <c:pt idx="16675">
                  <c:v>99.98</c:v>
                </c:pt>
                <c:pt idx="16676">
                  <c:v>66.790000000000006</c:v>
                </c:pt>
                <c:pt idx="16677">
                  <c:v>71.989999999999995</c:v>
                </c:pt>
                <c:pt idx="16678">
                  <c:v>68.989999999999995</c:v>
                </c:pt>
                <c:pt idx="16679">
                  <c:v>59.29</c:v>
                </c:pt>
                <c:pt idx="16680">
                  <c:v>105.18</c:v>
                </c:pt>
                <c:pt idx="16681">
                  <c:v>90.42</c:v>
                </c:pt>
                <c:pt idx="16682">
                  <c:v>101.69</c:v>
                </c:pt>
                <c:pt idx="16683">
                  <c:v>103.18</c:v>
                </c:pt>
                <c:pt idx="16684">
                  <c:v>70.989999999999995</c:v>
                </c:pt>
                <c:pt idx="16685">
                  <c:v>68.989999999999995</c:v>
                </c:pt>
                <c:pt idx="16686">
                  <c:v>68.989999999999995</c:v>
                </c:pt>
                <c:pt idx="16687">
                  <c:v>114.98</c:v>
                </c:pt>
                <c:pt idx="16688">
                  <c:v>104.98</c:v>
                </c:pt>
                <c:pt idx="16689">
                  <c:v>57.98</c:v>
                </c:pt>
                <c:pt idx="16690">
                  <c:v>65.989999999999995</c:v>
                </c:pt>
                <c:pt idx="16691">
                  <c:v>89.98</c:v>
                </c:pt>
                <c:pt idx="16692">
                  <c:v>88.98</c:v>
                </c:pt>
                <c:pt idx="16693">
                  <c:v>134.97999999999999</c:v>
                </c:pt>
                <c:pt idx="16694">
                  <c:v>68.989999999999995</c:v>
                </c:pt>
                <c:pt idx="16695">
                  <c:v>68.989999999999995</c:v>
                </c:pt>
                <c:pt idx="16696">
                  <c:v>84.99</c:v>
                </c:pt>
                <c:pt idx="16697">
                  <c:v>73.989999999999995</c:v>
                </c:pt>
                <c:pt idx="16698">
                  <c:v>99.98</c:v>
                </c:pt>
                <c:pt idx="16699">
                  <c:v>84.99</c:v>
                </c:pt>
                <c:pt idx="16700">
                  <c:v>84.99</c:v>
                </c:pt>
                <c:pt idx="16701">
                  <c:v>120.17</c:v>
                </c:pt>
                <c:pt idx="16702">
                  <c:v>72.239999999999995</c:v>
                </c:pt>
                <c:pt idx="16703">
                  <c:v>88.98</c:v>
                </c:pt>
                <c:pt idx="16704">
                  <c:v>65.989999999999995</c:v>
                </c:pt>
                <c:pt idx="16705">
                  <c:v>644.32000000000005</c:v>
                </c:pt>
                <c:pt idx="16706">
                  <c:v>529.79</c:v>
                </c:pt>
                <c:pt idx="16707">
                  <c:v>1051.3599999999999</c:v>
                </c:pt>
                <c:pt idx="16708">
                  <c:v>183.97</c:v>
                </c:pt>
                <c:pt idx="16709">
                  <c:v>146.59</c:v>
                </c:pt>
                <c:pt idx="16710">
                  <c:v>177.57</c:v>
                </c:pt>
                <c:pt idx="16711">
                  <c:v>169.98</c:v>
                </c:pt>
                <c:pt idx="16712">
                  <c:v>169.98</c:v>
                </c:pt>
                <c:pt idx="16713">
                  <c:v>181.45</c:v>
                </c:pt>
                <c:pt idx="16714">
                  <c:v>149.96</c:v>
                </c:pt>
                <c:pt idx="16715">
                  <c:v>169.98</c:v>
                </c:pt>
                <c:pt idx="16716">
                  <c:v>299.54000000000002</c:v>
                </c:pt>
                <c:pt idx="16717">
                  <c:v>73.8</c:v>
                </c:pt>
                <c:pt idx="16718">
                  <c:v>73.8</c:v>
                </c:pt>
                <c:pt idx="16719">
                  <c:v>73.8</c:v>
                </c:pt>
                <c:pt idx="16720">
                  <c:v>73.8</c:v>
                </c:pt>
                <c:pt idx="16721">
                  <c:v>73.8</c:v>
                </c:pt>
                <c:pt idx="16722">
                  <c:v>73.8</c:v>
                </c:pt>
                <c:pt idx="16723">
                  <c:v>73.8</c:v>
                </c:pt>
                <c:pt idx="16724">
                  <c:v>73.8</c:v>
                </c:pt>
                <c:pt idx="16725">
                  <c:v>73.8</c:v>
                </c:pt>
                <c:pt idx="16726">
                  <c:v>73.8</c:v>
                </c:pt>
                <c:pt idx="16727">
                  <c:v>73.8</c:v>
                </c:pt>
                <c:pt idx="16728">
                  <c:v>73.8</c:v>
                </c:pt>
                <c:pt idx="16729">
                  <c:v>29.98</c:v>
                </c:pt>
                <c:pt idx="16730">
                  <c:v>73.8</c:v>
                </c:pt>
                <c:pt idx="16731">
                  <c:v>147.6</c:v>
                </c:pt>
                <c:pt idx="16732">
                  <c:v>73.8</c:v>
                </c:pt>
                <c:pt idx="16733">
                  <c:v>73.8</c:v>
                </c:pt>
                <c:pt idx="16734">
                  <c:v>220.14</c:v>
                </c:pt>
                <c:pt idx="16735">
                  <c:v>73.8</c:v>
                </c:pt>
                <c:pt idx="16736">
                  <c:v>73.8</c:v>
                </c:pt>
                <c:pt idx="16737">
                  <c:v>73.8</c:v>
                </c:pt>
                <c:pt idx="16738">
                  <c:v>73.8</c:v>
                </c:pt>
                <c:pt idx="16739">
                  <c:v>73.8</c:v>
                </c:pt>
                <c:pt idx="16740">
                  <c:v>73.8</c:v>
                </c:pt>
                <c:pt idx="16741">
                  <c:v>73.8</c:v>
                </c:pt>
                <c:pt idx="16742">
                  <c:v>73.8</c:v>
                </c:pt>
                <c:pt idx="16743">
                  <c:v>73.8</c:v>
                </c:pt>
                <c:pt idx="16744">
                  <c:v>183.87</c:v>
                </c:pt>
                <c:pt idx="16745">
                  <c:v>91.94</c:v>
                </c:pt>
                <c:pt idx="16746">
                  <c:v>73.8</c:v>
                </c:pt>
                <c:pt idx="16747">
                  <c:v>73.8</c:v>
                </c:pt>
                <c:pt idx="16748">
                  <c:v>331.47</c:v>
                </c:pt>
                <c:pt idx="16749">
                  <c:v>73.8</c:v>
                </c:pt>
                <c:pt idx="16750">
                  <c:v>73.8</c:v>
                </c:pt>
                <c:pt idx="16751">
                  <c:v>73.8</c:v>
                </c:pt>
                <c:pt idx="16752">
                  <c:v>1187.82</c:v>
                </c:pt>
                <c:pt idx="16753">
                  <c:v>1223.8599999999999</c:v>
                </c:pt>
                <c:pt idx="16754">
                  <c:v>150.22999999999999</c:v>
                </c:pt>
                <c:pt idx="16755">
                  <c:v>66.540000000000006</c:v>
                </c:pt>
                <c:pt idx="16756">
                  <c:v>123.4</c:v>
                </c:pt>
                <c:pt idx="16757">
                  <c:v>147.6</c:v>
                </c:pt>
                <c:pt idx="16758">
                  <c:v>150.22999999999999</c:v>
                </c:pt>
                <c:pt idx="16759">
                  <c:v>159.97999999999999</c:v>
                </c:pt>
                <c:pt idx="16760">
                  <c:v>166.93</c:v>
                </c:pt>
                <c:pt idx="16761">
                  <c:v>79.989999999999995</c:v>
                </c:pt>
                <c:pt idx="16762">
                  <c:v>165.73</c:v>
                </c:pt>
                <c:pt idx="16763">
                  <c:v>147.6</c:v>
                </c:pt>
                <c:pt idx="16764">
                  <c:v>200.79</c:v>
                </c:pt>
                <c:pt idx="16765">
                  <c:v>151.97999999999999</c:v>
                </c:pt>
                <c:pt idx="16766">
                  <c:v>166.48</c:v>
                </c:pt>
                <c:pt idx="16767">
                  <c:v>143.97999999999999</c:v>
                </c:pt>
                <c:pt idx="16768">
                  <c:v>105.9</c:v>
                </c:pt>
                <c:pt idx="16769">
                  <c:v>125.45</c:v>
                </c:pt>
                <c:pt idx="16770">
                  <c:v>132.83000000000001</c:v>
                </c:pt>
                <c:pt idx="16771">
                  <c:v>147.6</c:v>
                </c:pt>
                <c:pt idx="16772">
                  <c:v>150.22999999999999</c:v>
                </c:pt>
                <c:pt idx="16773">
                  <c:v>150.22999999999999</c:v>
                </c:pt>
                <c:pt idx="16774">
                  <c:v>-121.98</c:v>
                </c:pt>
                <c:pt idx="16775">
                  <c:v>147.6</c:v>
                </c:pt>
                <c:pt idx="16776">
                  <c:v>147.6</c:v>
                </c:pt>
                <c:pt idx="16777">
                  <c:v>-28.26</c:v>
                </c:pt>
                <c:pt idx="16778">
                  <c:v>147.6</c:v>
                </c:pt>
                <c:pt idx="16779">
                  <c:v>150.22999999999999</c:v>
                </c:pt>
                <c:pt idx="16780">
                  <c:v>137.9</c:v>
                </c:pt>
                <c:pt idx="16781">
                  <c:v>159.97999999999999</c:v>
                </c:pt>
                <c:pt idx="16782">
                  <c:v>-147.6</c:v>
                </c:pt>
                <c:pt idx="16783">
                  <c:v>-137.9</c:v>
                </c:pt>
                <c:pt idx="16784">
                  <c:v>135.5</c:v>
                </c:pt>
                <c:pt idx="16785">
                  <c:v>135.5</c:v>
                </c:pt>
                <c:pt idx="16786">
                  <c:v>124.57</c:v>
                </c:pt>
                <c:pt idx="16787">
                  <c:v>147.6</c:v>
                </c:pt>
                <c:pt idx="16788">
                  <c:v>149.94</c:v>
                </c:pt>
                <c:pt idx="16789">
                  <c:v>269.91000000000003</c:v>
                </c:pt>
                <c:pt idx="16790">
                  <c:v>172.44</c:v>
                </c:pt>
                <c:pt idx="16791">
                  <c:v>209.93</c:v>
                </c:pt>
                <c:pt idx="16792">
                  <c:v>206.33</c:v>
                </c:pt>
                <c:pt idx="16793">
                  <c:v>134.41</c:v>
                </c:pt>
                <c:pt idx="16794">
                  <c:v>135.97</c:v>
                </c:pt>
                <c:pt idx="16795">
                  <c:v>142.09</c:v>
                </c:pt>
                <c:pt idx="16796">
                  <c:v>146.97</c:v>
                </c:pt>
                <c:pt idx="16797">
                  <c:v>168.95</c:v>
                </c:pt>
                <c:pt idx="16798">
                  <c:v>155.96</c:v>
                </c:pt>
                <c:pt idx="16799">
                  <c:v>150.97</c:v>
                </c:pt>
                <c:pt idx="16800">
                  <c:v>148.47</c:v>
                </c:pt>
                <c:pt idx="16801">
                  <c:v>146.97</c:v>
                </c:pt>
                <c:pt idx="16802">
                  <c:v>83.97</c:v>
                </c:pt>
                <c:pt idx="16803">
                  <c:v>131.97999999999999</c:v>
                </c:pt>
                <c:pt idx="16804">
                  <c:v>150.27000000000001</c:v>
                </c:pt>
                <c:pt idx="16805">
                  <c:v>131.97999999999999</c:v>
                </c:pt>
                <c:pt idx="16806">
                  <c:v>117.48</c:v>
                </c:pt>
                <c:pt idx="16807">
                  <c:v>146.97</c:v>
                </c:pt>
                <c:pt idx="16808">
                  <c:v>172.67</c:v>
                </c:pt>
                <c:pt idx="16809">
                  <c:v>120.58</c:v>
                </c:pt>
                <c:pt idx="16810">
                  <c:v>99.98</c:v>
                </c:pt>
                <c:pt idx="16811">
                  <c:v>122.98</c:v>
                </c:pt>
                <c:pt idx="16812">
                  <c:v>103.97</c:v>
                </c:pt>
                <c:pt idx="16813">
                  <c:v>89.97</c:v>
                </c:pt>
                <c:pt idx="16814">
                  <c:v>182.97</c:v>
                </c:pt>
                <c:pt idx="16815">
                  <c:v>121.98</c:v>
                </c:pt>
                <c:pt idx="16816">
                  <c:v>22.49</c:v>
                </c:pt>
                <c:pt idx="16817">
                  <c:v>181.97</c:v>
                </c:pt>
                <c:pt idx="16818">
                  <c:v>181.46</c:v>
                </c:pt>
                <c:pt idx="16819">
                  <c:v>169.98</c:v>
                </c:pt>
                <c:pt idx="16820">
                  <c:v>169.98</c:v>
                </c:pt>
                <c:pt idx="16821">
                  <c:v>150.97</c:v>
                </c:pt>
                <c:pt idx="16822">
                  <c:v>261.95</c:v>
                </c:pt>
                <c:pt idx="16823">
                  <c:v>65.47</c:v>
                </c:pt>
                <c:pt idx="16824">
                  <c:v>92.97</c:v>
                </c:pt>
                <c:pt idx="16825">
                  <c:v>144.97</c:v>
                </c:pt>
                <c:pt idx="16826">
                  <c:v>31.49</c:v>
                </c:pt>
                <c:pt idx="16827">
                  <c:v>131.97999999999999</c:v>
                </c:pt>
                <c:pt idx="16828">
                  <c:v>169.98</c:v>
                </c:pt>
                <c:pt idx="16829">
                  <c:v>169.98</c:v>
                </c:pt>
                <c:pt idx="16830">
                  <c:v>74.989999999999995</c:v>
                </c:pt>
                <c:pt idx="16831">
                  <c:v>124.98</c:v>
                </c:pt>
                <c:pt idx="16832">
                  <c:v>81.98</c:v>
                </c:pt>
                <c:pt idx="16833">
                  <c:v>84.15</c:v>
                </c:pt>
                <c:pt idx="16834">
                  <c:v>183.27</c:v>
                </c:pt>
                <c:pt idx="16835">
                  <c:v>130.16</c:v>
                </c:pt>
                <c:pt idx="16836">
                  <c:v>103.14</c:v>
                </c:pt>
                <c:pt idx="16837">
                  <c:v>168.98</c:v>
                </c:pt>
                <c:pt idx="16838">
                  <c:v>68.930000000000007</c:v>
                </c:pt>
                <c:pt idx="16839">
                  <c:v>104.27</c:v>
                </c:pt>
                <c:pt idx="16840">
                  <c:v>94.89</c:v>
                </c:pt>
                <c:pt idx="16841">
                  <c:v>82.67</c:v>
                </c:pt>
                <c:pt idx="16842">
                  <c:v>193.55</c:v>
                </c:pt>
                <c:pt idx="16843">
                  <c:v>84.99</c:v>
                </c:pt>
                <c:pt idx="16844">
                  <c:v>103.98</c:v>
                </c:pt>
                <c:pt idx="16845">
                  <c:v>84.99</c:v>
                </c:pt>
                <c:pt idx="16846">
                  <c:v>139.26</c:v>
                </c:pt>
                <c:pt idx="16847">
                  <c:v>99.98</c:v>
                </c:pt>
                <c:pt idx="16848">
                  <c:v>97.43</c:v>
                </c:pt>
                <c:pt idx="16849">
                  <c:v>83.98</c:v>
                </c:pt>
                <c:pt idx="16850">
                  <c:v>79.03</c:v>
                </c:pt>
                <c:pt idx="16851">
                  <c:v>183.02</c:v>
                </c:pt>
                <c:pt idx="16852">
                  <c:v>84.99</c:v>
                </c:pt>
                <c:pt idx="16853">
                  <c:v>152.93</c:v>
                </c:pt>
                <c:pt idx="16854">
                  <c:v>99.98</c:v>
                </c:pt>
                <c:pt idx="16855">
                  <c:v>193.11</c:v>
                </c:pt>
                <c:pt idx="16856">
                  <c:v>228.12</c:v>
                </c:pt>
                <c:pt idx="16857">
                  <c:v>390.73</c:v>
                </c:pt>
                <c:pt idx="16858">
                  <c:v>315.70999999999998</c:v>
                </c:pt>
                <c:pt idx="16859">
                  <c:v>378.63</c:v>
                </c:pt>
                <c:pt idx="16860">
                  <c:v>457.54</c:v>
                </c:pt>
                <c:pt idx="16861">
                  <c:v>405.94</c:v>
                </c:pt>
                <c:pt idx="16862">
                  <c:v>287.92</c:v>
                </c:pt>
                <c:pt idx="16863">
                  <c:v>159.69999999999999</c:v>
                </c:pt>
                <c:pt idx="16864">
                  <c:v>798.48</c:v>
                </c:pt>
                <c:pt idx="16865">
                  <c:v>350.2</c:v>
                </c:pt>
                <c:pt idx="16866">
                  <c:v>120.98</c:v>
                </c:pt>
                <c:pt idx="16867">
                  <c:v>239.54</c:v>
                </c:pt>
                <c:pt idx="16868">
                  <c:v>57.86</c:v>
                </c:pt>
                <c:pt idx="16869">
                  <c:v>84.62</c:v>
                </c:pt>
                <c:pt idx="16870">
                  <c:v>137.09</c:v>
                </c:pt>
                <c:pt idx="16871">
                  <c:v>84.53</c:v>
                </c:pt>
                <c:pt idx="16872">
                  <c:v>65.989999999999995</c:v>
                </c:pt>
                <c:pt idx="16873">
                  <c:v>186.97</c:v>
                </c:pt>
                <c:pt idx="16874">
                  <c:v>65.13</c:v>
                </c:pt>
                <c:pt idx="16875">
                  <c:v>177.97</c:v>
                </c:pt>
                <c:pt idx="16876">
                  <c:v>374.8</c:v>
                </c:pt>
                <c:pt idx="16877">
                  <c:v>82.08</c:v>
                </c:pt>
                <c:pt idx="16878">
                  <c:v>186.27</c:v>
                </c:pt>
                <c:pt idx="16879">
                  <c:v>74.97</c:v>
                </c:pt>
                <c:pt idx="16880">
                  <c:v>159.97</c:v>
                </c:pt>
                <c:pt idx="16881">
                  <c:v>65.33</c:v>
                </c:pt>
                <c:pt idx="16882">
                  <c:v>85.48</c:v>
                </c:pt>
                <c:pt idx="16883">
                  <c:v>131.12</c:v>
                </c:pt>
                <c:pt idx="16884">
                  <c:v>201.96</c:v>
                </c:pt>
                <c:pt idx="16885">
                  <c:v>229.64</c:v>
                </c:pt>
                <c:pt idx="16886">
                  <c:v>133.63999999999999</c:v>
                </c:pt>
                <c:pt idx="16887">
                  <c:v>49.33</c:v>
                </c:pt>
                <c:pt idx="16888">
                  <c:v>216.72</c:v>
                </c:pt>
                <c:pt idx="16889">
                  <c:v>213.95</c:v>
                </c:pt>
                <c:pt idx="16890">
                  <c:v>232.4</c:v>
                </c:pt>
                <c:pt idx="16891">
                  <c:v>246.54</c:v>
                </c:pt>
                <c:pt idx="16892">
                  <c:v>197.97</c:v>
                </c:pt>
                <c:pt idx="16893">
                  <c:v>289.95</c:v>
                </c:pt>
                <c:pt idx="16894">
                  <c:v>185.96</c:v>
                </c:pt>
                <c:pt idx="16895">
                  <c:v>131.97999999999999</c:v>
                </c:pt>
                <c:pt idx="16896">
                  <c:v>139.18</c:v>
                </c:pt>
                <c:pt idx="16897">
                  <c:v>169.98</c:v>
                </c:pt>
                <c:pt idx="16898">
                  <c:v>183.97</c:v>
                </c:pt>
                <c:pt idx="16899">
                  <c:v>118.78</c:v>
                </c:pt>
                <c:pt idx="16900">
                  <c:v>169.98</c:v>
                </c:pt>
                <c:pt idx="16901">
                  <c:v>169.98</c:v>
                </c:pt>
                <c:pt idx="16902">
                  <c:v>169.98</c:v>
                </c:pt>
                <c:pt idx="16903">
                  <c:v>219.96</c:v>
                </c:pt>
                <c:pt idx="16904">
                  <c:v>169.98</c:v>
                </c:pt>
                <c:pt idx="16905">
                  <c:v>44.99</c:v>
                </c:pt>
                <c:pt idx="16906">
                  <c:v>159.97999999999999</c:v>
                </c:pt>
                <c:pt idx="16907">
                  <c:v>214.97</c:v>
                </c:pt>
                <c:pt idx="16908">
                  <c:v>121.98</c:v>
                </c:pt>
                <c:pt idx="16909">
                  <c:v>62.98</c:v>
                </c:pt>
                <c:pt idx="16910">
                  <c:v>169.98</c:v>
                </c:pt>
                <c:pt idx="16911">
                  <c:v>84.98</c:v>
                </c:pt>
                <c:pt idx="16912">
                  <c:v>166.97</c:v>
                </c:pt>
                <c:pt idx="16913">
                  <c:v>51.29</c:v>
                </c:pt>
                <c:pt idx="16914">
                  <c:v>51.29</c:v>
                </c:pt>
                <c:pt idx="16915">
                  <c:v>149.97</c:v>
                </c:pt>
                <c:pt idx="16916">
                  <c:v>197.97</c:v>
                </c:pt>
                <c:pt idx="16917">
                  <c:v>169.98</c:v>
                </c:pt>
                <c:pt idx="16918">
                  <c:v>279.95999999999998</c:v>
                </c:pt>
                <c:pt idx="16919">
                  <c:v>119.97</c:v>
                </c:pt>
                <c:pt idx="16920">
                  <c:v>149.97</c:v>
                </c:pt>
                <c:pt idx="16921">
                  <c:v>119.97</c:v>
                </c:pt>
                <c:pt idx="16922">
                  <c:v>127.47</c:v>
                </c:pt>
                <c:pt idx="16923">
                  <c:v>94.97</c:v>
                </c:pt>
                <c:pt idx="16924">
                  <c:v>99.97</c:v>
                </c:pt>
                <c:pt idx="16925">
                  <c:v>99.98</c:v>
                </c:pt>
                <c:pt idx="16926">
                  <c:v>130.37</c:v>
                </c:pt>
                <c:pt idx="16927">
                  <c:v>119.97</c:v>
                </c:pt>
                <c:pt idx="16928">
                  <c:v>149.97</c:v>
                </c:pt>
                <c:pt idx="16929">
                  <c:v>149.97</c:v>
                </c:pt>
                <c:pt idx="16930">
                  <c:v>119.97</c:v>
                </c:pt>
                <c:pt idx="16931">
                  <c:v>94.97</c:v>
                </c:pt>
                <c:pt idx="16932">
                  <c:v>99.98</c:v>
                </c:pt>
                <c:pt idx="16933">
                  <c:v>199.97</c:v>
                </c:pt>
                <c:pt idx="16934">
                  <c:v>169.98</c:v>
                </c:pt>
                <c:pt idx="16935">
                  <c:v>191.46</c:v>
                </c:pt>
                <c:pt idx="16936">
                  <c:v>129.78</c:v>
                </c:pt>
                <c:pt idx="16937">
                  <c:v>121.98</c:v>
                </c:pt>
                <c:pt idx="16938">
                  <c:v>131.97999999999999</c:v>
                </c:pt>
                <c:pt idx="16939">
                  <c:v>126.96</c:v>
                </c:pt>
                <c:pt idx="16940">
                  <c:v>169.98</c:v>
                </c:pt>
                <c:pt idx="16941">
                  <c:v>131.97999999999999</c:v>
                </c:pt>
                <c:pt idx="16942">
                  <c:v>112.97</c:v>
                </c:pt>
                <c:pt idx="16943">
                  <c:v>131.97999999999999</c:v>
                </c:pt>
                <c:pt idx="16944">
                  <c:v>169.98</c:v>
                </c:pt>
                <c:pt idx="16945">
                  <c:v>110.83</c:v>
                </c:pt>
                <c:pt idx="16946">
                  <c:v>135.5</c:v>
                </c:pt>
                <c:pt idx="16947">
                  <c:v>146.91999999999999</c:v>
                </c:pt>
                <c:pt idx="16948">
                  <c:v>212.96</c:v>
                </c:pt>
                <c:pt idx="16949">
                  <c:v>144.34</c:v>
                </c:pt>
                <c:pt idx="16950">
                  <c:v>146.97</c:v>
                </c:pt>
                <c:pt idx="16951">
                  <c:v>146.97</c:v>
                </c:pt>
                <c:pt idx="16952">
                  <c:v>131.97999999999999</c:v>
                </c:pt>
                <c:pt idx="16953">
                  <c:v>156.96</c:v>
                </c:pt>
                <c:pt idx="16954">
                  <c:v>169.98</c:v>
                </c:pt>
                <c:pt idx="16955">
                  <c:v>137.97</c:v>
                </c:pt>
                <c:pt idx="16956">
                  <c:v>206.97</c:v>
                </c:pt>
                <c:pt idx="16957">
                  <c:v>62.12</c:v>
                </c:pt>
                <c:pt idx="16958">
                  <c:v>119.96</c:v>
                </c:pt>
                <c:pt idx="16959">
                  <c:v>134.94999999999999</c:v>
                </c:pt>
                <c:pt idx="16960">
                  <c:v>84.99</c:v>
                </c:pt>
                <c:pt idx="16961">
                  <c:v>172.97</c:v>
                </c:pt>
                <c:pt idx="16962">
                  <c:v>168.28</c:v>
                </c:pt>
                <c:pt idx="16963">
                  <c:v>169.98</c:v>
                </c:pt>
                <c:pt idx="16964">
                  <c:v>168.28</c:v>
                </c:pt>
                <c:pt idx="16965">
                  <c:v>168.28</c:v>
                </c:pt>
                <c:pt idx="16966">
                  <c:v>131.97999999999999</c:v>
                </c:pt>
                <c:pt idx="16967">
                  <c:v>167.72</c:v>
                </c:pt>
                <c:pt idx="16968">
                  <c:v>168.28</c:v>
                </c:pt>
                <c:pt idx="16969">
                  <c:v>84.7</c:v>
                </c:pt>
                <c:pt idx="16970">
                  <c:v>205.46</c:v>
                </c:pt>
                <c:pt idx="16971">
                  <c:v>169.98</c:v>
                </c:pt>
                <c:pt idx="16972">
                  <c:v>168.28</c:v>
                </c:pt>
                <c:pt idx="16973">
                  <c:v>89.73</c:v>
                </c:pt>
                <c:pt idx="16974">
                  <c:v>158.28</c:v>
                </c:pt>
                <c:pt idx="16975">
                  <c:v>121.98</c:v>
                </c:pt>
                <c:pt idx="16976">
                  <c:v>167.73</c:v>
                </c:pt>
                <c:pt idx="16977">
                  <c:v>169.98</c:v>
                </c:pt>
                <c:pt idx="16978">
                  <c:v>53.28</c:v>
                </c:pt>
                <c:pt idx="16979">
                  <c:v>168.28</c:v>
                </c:pt>
                <c:pt idx="16980">
                  <c:v>169.98</c:v>
                </c:pt>
                <c:pt idx="16981">
                  <c:v>144.65</c:v>
                </c:pt>
                <c:pt idx="16982">
                  <c:v>169.98</c:v>
                </c:pt>
                <c:pt idx="16983">
                  <c:v>130.91999999999999</c:v>
                </c:pt>
                <c:pt idx="16984">
                  <c:v>112.97</c:v>
                </c:pt>
                <c:pt idx="16985">
                  <c:v>134.97999999999999</c:v>
                </c:pt>
                <c:pt idx="16986">
                  <c:v>100.98</c:v>
                </c:pt>
                <c:pt idx="16987">
                  <c:v>68.989999999999995</c:v>
                </c:pt>
                <c:pt idx="16988">
                  <c:v>84.99</c:v>
                </c:pt>
                <c:pt idx="16989">
                  <c:v>69.33</c:v>
                </c:pt>
                <c:pt idx="16990">
                  <c:v>68.989999999999995</c:v>
                </c:pt>
                <c:pt idx="16991">
                  <c:v>84.99</c:v>
                </c:pt>
                <c:pt idx="16992">
                  <c:v>84.99</c:v>
                </c:pt>
                <c:pt idx="16993">
                  <c:v>114.98</c:v>
                </c:pt>
                <c:pt idx="16994">
                  <c:v>155.96</c:v>
                </c:pt>
                <c:pt idx="16995">
                  <c:v>84.99</c:v>
                </c:pt>
                <c:pt idx="16996">
                  <c:v>134.97</c:v>
                </c:pt>
                <c:pt idx="16997">
                  <c:v>165.96</c:v>
                </c:pt>
                <c:pt idx="16998">
                  <c:v>84.99</c:v>
                </c:pt>
                <c:pt idx="16999">
                  <c:v>84.99</c:v>
                </c:pt>
                <c:pt idx="17000">
                  <c:v>84.99</c:v>
                </c:pt>
                <c:pt idx="17001">
                  <c:v>91.97</c:v>
                </c:pt>
                <c:pt idx="17002">
                  <c:v>96.98</c:v>
                </c:pt>
                <c:pt idx="17003">
                  <c:v>84.99</c:v>
                </c:pt>
                <c:pt idx="17004">
                  <c:v>97.98</c:v>
                </c:pt>
                <c:pt idx="17005">
                  <c:v>131.97999999999999</c:v>
                </c:pt>
                <c:pt idx="17006">
                  <c:v>57.96</c:v>
                </c:pt>
                <c:pt idx="17007">
                  <c:v>126.53</c:v>
                </c:pt>
                <c:pt idx="17008">
                  <c:v>68.989999999999995</c:v>
                </c:pt>
                <c:pt idx="17009">
                  <c:v>94.97</c:v>
                </c:pt>
                <c:pt idx="17010">
                  <c:v>116.97</c:v>
                </c:pt>
                <c:pt idx="17011">
                  <c:v>84.99</c:v>
                </c:pt>
                <c:pt idx="17012">
                  <c:v>84.99</c:v>
                </c:pt>
                <c:pt idx="17013">
                  <c:v>84.99</c:v>
                </c:pt>
                <c:pt idx="17014">
                  <c:v>59.97</c:v>
                </c:pt>
                <c:pt idx="17015">
                  <c:v>92.98</c:v>
                </c:pt>
                <c:pt idx="17016">
                  <c:v>121.96</c:v>
                </c:pt>
                <c:pt idx="17017">
                  <c:v>118.57</c:v>
                </c:pt>
                <c:pt idx="17018">
                  <c:v>139.97</c:v>
                </c:pt>
                <c:pt idx="17019">
                  <c:v>84.99</c:v>
                </c:pt>
                <c:pt idx="17020">
                  <c:v>119.98</c:v>
                </c:pt>
                <c:pt idx="17021">
                  <c:v>184.94</c:v>
                </c:pt>
                <c:pt idx="17022">
                  <c:v>167.94</c:v>
                </c:pt>
                <c:pt idx="17023">
                  <c:v>84.99</c:v>
                </c:pt>
                <c:pt idx="17024">
                  <c:v>84.99</c:v>
                </c:pt>
                <c:pt idx="17025">
                  <c:v>113.96</c:v>
                </c:pt>
                <c:pt idx="17026">
                  <c:v>104.96</c:v>
                </c:pt>
                <c:pt idx="17027">
                  <c:v>144.69999999999999</c:v>
                </c:pt>
                <c:pt idx="17028">
                  <c:v>113.96</c:v>
                </c:pt>
                <c:pt idx="17029">
                  <c:v>132.96</c:v>
                </c:pt>
                <c:pt idx="17030">
                  <c:v>116.97</c:v>
                </c:pt>
                <c:pt idx="17031">
                  <c:v>164.94</c:v>
                </c:pt>
                <c:pt idx="17032">
                  <c:v>113.96</c:v>
                </c:pt>
                <c:pt idx="17033">
                  <c:v>104.98</c:v>
                </c:pt>
                <c:pt idx="17034">
                  <c:v>99.95</c:v>
                </c:pt>
                <c:pt idx="17035">
                  <c:v>116.97</c:v>
                </c:pt>
                <c:pt idx="17036">
                  <c:v>82.92</c:v>
                </c:pt>
                <c:pt idx="17037">
                  <c:v>85.05</c:v>
                </c:pt>
                <c:pt idx="17038">
                  <c:v>80.98</c:v>
                </c:pt>
                <c:pt idx="17039">
                  <c:v>84.99</c:v>
                </c:pt>
                <c:pt idx="17040">
                  <c:v>83.26</c:v>
                </c:pt>
                <c:pt idx="17041">
                  <c:v>68.819999999999993</c:v>
                </c:pt>
                <c:pt idx="17042">
                  <c:v>65.33</c:v>
                </c:pt>
                <c:pt idx="17043">
                  <c:v>59.98</c:v>
                </c:pt>
                <c:pt idx="17044">
                  <c:v>65.44</c:v>
                </c:pt>
                <c:pt idx="17045">
                  <c:v>370.94</c:v>
                </c:pt>
                <c:pt idx="17046">
                  <c:v>65.19</c:v>
                </c:pt>
                <c:pt idx="17047">
                  <c:v>395.94</c:v>
                </c:pt>
                <c:pt idx="17048">
                  <c:v>395.94</c:v>
                </c:pt>
                <c:pt idx="17049">
                  <c:v>78.97</c:v>
                </c:pt>
                <c:pt idx="17050">
                  <c:v>65.19</c:v>
                </c:pt>
                <c:pt idx="17051">
                  <c:v>65.989999999999995</c:v>
                </c:pt>
                <c:pt idx="17052">
                  <c:v>370.94</c:v>
                </c:pt>
                <c:pt idx="17053">
                  <c:v>65.989999999999995</c:v>
                </c:pt>
                <c:pt idx="17054">
                  <c:v>215.96</c:v>
                </c:pt>
                <c:pt idx="17055">
                  <c:v>215.96</c:v>
                </c:pt>
                <c:pt idx="17056">
                  <c:v>281.95</c:v>
                </c:pt>
                <c:pt idx="17057">
                  <c:v>50.47</c:v>
                </c:pt>
                <c:pt idx="17058">
                  <c:v>395.92</c:v>
                </c:pt>
                <c:pt idx="17059">
                  <c:v>281.95</c:v>
                </c:pt>
                <c:pt idx="17060">
                  <c:v>149.97</c:v>
                </c:pt>
                <c:pt idx="17061">
                  <c:v>119.96</c:v>
                </c:pt>
                <c:pt idx="17062">
                  <c:v>149.97</c:v>
                </c:pt>
                <c:pt idx="17063">
                  <c:v>78.97</c:v>
                </c:pt>
                <c:pt idx="17064">
                  <c:v>119.96</c:v>
                </c:pt>
                <c:pt idx="17065">
                  <c:v>395.92</c:v>
                </c:pt>
                <c:pt idx="17066">
                  <c:v>65.989999999999995</c:v>
                </c:pt>
                <c:pt idx="17067">
                  <c:v>50.47</c:v>
                </c:pt>
                <c:pt idx="17068">
                  <c:v>65.989999999999995</c:v>
                </c:pt>
                <c:pt idx="17069">
                  <c:v>188.66</c:v>
                </c:pt>
                <c:pt idx="17070">
                  <c:v>145.38</c:v>
                </c:pt>
                <c:pt idx="17071">
                  <c:v>129.05000000000001</c:v>
                </c:pt>
                <c:pt idx="17072">
                  <c:v>109.97</c:v>
                </c:pt>
                <c:pt idx="17073">
                  <c:v>147.97</c:v>
                </c:pt>
                <c:pt idx="17074">
                  <c:v>163.97</c:v>
                </c:pt>
                <c:pt idx="17075">
                  <c:v>189.96</c:v>
                </c:pt>
                <c:pt idx="17076">
                  <c:v>229.97</c:v>
                </c:pt>
                <c:pt idx="17077">
                  <c:v>159.97999999999999</c:v>
                </c:pt>
                <c:pt idx="17078">
                  <c:v>46.47</c:v>
                </c:pt>
                <c:pt idx="17079">
                  <c:v>121.98</c:v>
                </c:pt>
                <c:pt idx="17080">
                  <c:v>17.239999999999998</c:v>
                </c:pt>
                <c:pt idx="17081">
                  <c:v>60.99</c:v>
                </c:pt>
                <c:pt idx="17082">
                  <c:v>159.97999999999999</c:v>
                </c:pt>
                <c:pt idx="17083">
                  <c:v>159.97999999999999</c:v>
                </c:pt>
                <c:pt idx="17084">
                  <c:v>111.98</c:v>
                </c:pt>
                <c:pt idx="17085">
                  <c:v>79.989999999999995</c:v>
                </c:pt>
                <c:pt idx="17086">
                  <c:v>79.989999999999995</c:v>
                </c:pt>
                <c:pt idx="17087">
                  <c:v>159.97999999999999</c:v>
                </c:pt>
                <c:pt idx="17088">
                  <c:v>159.97999999999999</c:v>
                </c:pt>
                <c:pt idx="17089">
                  <c:v>111.98</c:v>
                </c:pt>
                <c:pt idx="17090">
                  <c:v>79.989999999999995</c:v>
                </c:pt>
                <c:pt idx="17091">
                  <c:v>79.989999999999995</c:v>
                </c:pt>
                <c:pt idx="17092">
                  <c:v>159.97999999999999</c:v>
                </c:pt>
                <c:pt idx="17093">
                  <c:v>121.98</c:v>
                </c:pt>
                <c:pt idx="17094">
                  <c:v>174.97</c:v>
                </c:pt>
                <c:pt idx="17095">
                  <c:v>159.97999999999999</c:v>
                </c:pt>
                <c:pt idx="17096">
                  <c:v>174.97</c:v>
                </c:pt>
                <c:pt idx="17097">
                  <c:v>149.97999999999999</c:v>
                </c:pt>
                <c:pt idx="17098">
                  <c:v>124.97</c:v>
                </c:pt>
                <c:pt idx="17099">
                  <c:v>154.94999999999999</c:v>
                </c:pt>
                <c:pt idx="17100">
                  <c:v>179.94</c:v>
                </c:pt>
                <c:pt idx="17101">
                  <c:v>149.94999999999999</c:v>
                </c:pt>
                <c:pt idx="17102">
                  <c:v>119.96</c:v>
                </c:pt>
                <c:pt idx="17103">
                  <c:v>119.96</c:v>
                </c:pt>
                <c:pt idx="17104">
                  <c:v>149.94</c:v>
                </c:pt>
                <c:pt idx="17105">
                  <c:v>154.94999999999999</c:v>
                </c:pt>
                <c:pt idx="17106">
                  <c:v>119.96</c:v>
                </c:pt>
                <c:pt idx="17107">
                  <c:v>59.98</c:v>
                </c:pt>
                <c:pt idx="17108">
                  <c:v>69.959999999999994</c:v>
                </c:pt>
                <c:pt idx="17109">
                  <c:v>209.93</c:v>
                </c:pt>
                <c:pt idx="17110">
                  <c:v>247.92</c:v>
                </c:pt>
                <c:pt idx="17111">
                  <c:v>119.96</c:v>
                </c:pt>
                <c:pt idx="17112">
                  <c:v>-99.95</c:v>
                </c:pt>
                <c:pt idx="17113">
                  <c:v>179.94</c:v>
                </c:pt>
                <c:pt idx="17114">
                  <c:v>154.94999999999999</c:v>
                </c:pt>
                <c:pt idx="17115">
                  <c:v>148.35</c:v>
                </c:pt>
                <c:pt idx="17116">
                  <c:v>99.95</c:v>
                </c:pt>
                <c:pt idx="17117">
                  <c:v>149.94</c:v>
                </c:pt>
                <c:pt idx="17118">
                  <c:v>29.99</c:v>
                </c:pt>
                <c:pt idx="17119">
                  <c:v>89.97</c:v>
                </c:pt>
                <c:pt idx="17120">
                  <c:v>848.77</c:v>
                </c:pt>
                <c:pt idx="17121">
                  <c:v>263.95999999999998</c:v>
                </c:pt>
                <c:pt idx="17122">
                  <c:v>307.95999999999998</c:v>
                </c:pt>
                <c:pt idx="17123">
                  <c:v>199.96</c:v>
                </c:pt>
                <c:pt idx="17124">
                  <c:v>197.97</c:v>
                </c:pt>
                <c:pt idx="17125">
                  <c:v>169.98</c:v>
                </c:pt>
                <c:pt idx="17126">
                  <c:v>197.96</c:v>
                </c:pt>
                <c:pt idx="17127">
                  <c:v>219.48</c:v>
                </c:pt>
                <c:pt idx="17128">
                  <c:v>160.96</c:v>
                </c:pt>
                <c:pt idx="17129">
                  <c:v>84.98</c:v>
                </c:pt>
                <c:pt idx="17130">
                  <c:v>117.48</c:v>
                </c:pt>
                <c:pt idx="17131">
                  <c:v>89.97</c:v>
                </c:pt>
                <c:pt idx="17132">
                  <c:v>189.97</c:v>
                </c:pt>
                <c:pt idx="17133">
                  <c:v>104.98</c:v>
                </c:pt>
                <c:pt idx="17134">
                  <c:v>134.97999999999999</c:v>
                </c:pt>
                <c:pt idx="17135">
                  <c:v>137.97999999999999</c:v>
                </c:pt>
                <c:pt idx="17136">
                  <c:v>84.99</c:v>
                </c:pt>
                <c:pt idx="17137">
                  <c:v>170.17</c:v>
                </c:pt>
                <c:pt idx="17138">
                  <c:v>169.98</c:v>
                </c:pt>
                <c:pt idx="17139">
                  <c:v>149.81</c:v>
                </c:pt>
                <c:pt idx="17140">
                  <c:v>134.97999999999999</c:v>
                </c:pt>
                <c:pt idx="17141">
                  <c:v>164.48</c:v>
                </c:pt>
                <c:pt idx="17142">
                  <c:v>189.97</c:v>
                </c:pt>
                <c:pt idx="17143">
                  <c:v>135.06</c:v>
                </c:pt>
                <c:pt idx="17144">
                  <c:v>204.97</c:v>
                </c:pt>
                <c:pt idx="17145">
                  <c:v>42.99</c:v>
                </c:pt>
                <c:pt idx="17146">
                  <c:v>101.98</c:v>
                </c:pt>
                <c:pt idx="17147">
                  <c:v>144.22999999999999</c:v>
                </c:pt>
                <c:pt idx="17148">
                  <c:v>84.99</c:v>
                </c:pt>
                <c:pt idx="17149">
                  <c:v>134.97999999999999</c:v>
                </c:pt>
                <c:pt idx="17150">
                  <c:v>185.97</c:v>
                </c:pt>
                <c:pt idx="17151">
                  <c:v>128.97</c:v>
                </c:pt>
                <c:pt idx="17152">
                  <c:v>159.97999999999999</c:v>
                </c:pt>
                <c:pt idx="17153">
                  <c:v>164.98</c:v>
                </c:pt>
                <c:pt idx="17154">
                  <c:v>65.989999999999995</c:v>
                </c:pt>
                <c:pt idx="17155">
                  <c:v>65.989999999999995</c:v>
                </c:pt>
                <c:pt idx="17156">
                  <c:v>60.05</c:v>
                </c:pt>
                <c:pt idx="17157">
                  <c:v>84.99</c:v>
                </c:pt>
                <c:pt idx="17158">
                  <c:v>65.989999999999995</c:v>
                </c:pt>
                <c:pt idx="17159">
                  <c:v>65.989999999999995</c:v>
                </c:pt>
                <c:pt idx="17160">
                  <c:v>65.989999999999995</c:v>
                </c:pt>
                <c:pt idx="17161">
                  <c:v>65.989999999999995</c:v>
                </c:pt>
                <c:pt idx="17162">
                  <c:v>61.39</c:v>
                </c:pt>
                <c:pt idx="17163">
                  <c:v>65.989999999999995</c:v>
                </c:pt>
                <c:pt idx="17164">
                  <c:v>51.49</c:v>
                </c:pt>
                <c:pt idx="17165">
                  <c:v>65.989999999999995</c:v>
                </c:pt>
                <c:pt idx="17166">
                  <c:v>65.989999999999995</c:v>
                </c:pt>
                <c:pt idx="17167">
                  <c:v>65.989999999999995</c:v>
                </c:pt>
                <c:pt idx="17168">
                  <c:v>65.989999999999995</c:v>
                </c:pt>
                <c:pt idx="17169">
                  <c:v>65.989999999999995</c:v>
                </c:pt>
                <c:pt idx="17170">
                  <c:v>65.989999999999995</c:v>
                </c:pt>
                <c:pt idx="17171">
                  <c:v>65.989999999999995</c:v>
                </c:pt>
                <c:pt idx="17172">
                  <c:v>74.290000000000006</c:v>
                </c:pt>
                <c:pt idx="17173">
                  <c:v>65.989999999999995</c:v>
                </c:pt>
                <c:pt idx="17174">
                  <c:v>65.989999999999995</c:v>
                </c:pt>
                <c:pt idx="17175">
                  <c:v>65.989999999999995</c:v>
                </c:pt>
                <c:pt idx="17176">
                  <c:v>65.989999999999995</c:v>
                </c:pt>
                <c:pt idx="17177">
                  <c:v>159.97999999999999</c:v>
                </c:pt>
                <c:pt idx="17178">
                  <c:v>121.98</c:v>
                </c:pt>
                <c:pt idx="17179">
                  <c:v>121.98</c:v>
                </c:pt>
                <c:pt idx="17180">
                  <c:v>239.97</c:v>
                </c:pt>
                <c:pt idx="17181">
                  <c:v>233.03</c:v>
                </c:pt>
                <c:pt idx="17182">
                  <c:v>239.97</c:v>
                </c:pt>
                <c:pt idx="17183">
                  <c:v>159.97999999999999</c:v>
                </c:pt>
                <c:pt idx="17184">
                  <c:v>159.97999999999999</c:v>
                </c:pt>
                <c:pt idx="17185">
                  <c:v>239.97</c:v>
                </c:pt>
                <c:pt idx="17186">
                  <c:v>121.98</c:v>
                </c:pt>
                <c:pt idx="17187">
                  <c:v>17.489999999999998</c:v>
                </c:pt>
                <c:pt idx="17188">
                  <c:v>239.97</c:v>
                </c:pt>
                <c:pt idx="17189">
                  <c:v>159.97999999999999</c:v>
                </c:pt>
                <c:pt idx="17190">
                  <c:v>159.97999999999999</c:v>
                </c:pt>
                <c:pt idx="17191">
                  <c:v>210.95</c:v>
                </c:pt>
                <c:pt idx="17192">
                  <c:v>213.76</c:v>
                </c:pt>
                <c:pt idx="17193">
                  <c:v>239.97</c:v>
                </c:pt>
                <c:pt idx="17194">
                  <c:v>239.97</c:v>
                </c:pt>
                <c:pt idx="17195">
                  <c:v>149.97999999999999</c:v>
                </c:pt>
                <c:pt idx="17196">
                  <c:v>169.98</c:v>
                </c:pt>
                <c:pt idx="17197">
                  <c:v>77.959999999999994</c:v>
                </c:pt>
                <c:pt idx="17198">
                  <c:v>207.59</c:v>
                </c:pt>
                <c:pt idx="17199">
                  <c:v>180.17</c:v>
                </c:pt>
                <c:pt idx="17200">
                  <c:v>193.93</c:v>
                </c:pt>
                <c:pt idx="17201">
                  <c:v>229.95</c:v>
                </c:pt>
                <c:pt idx="17202">
                  <c:v>169.98</c:v>
                </c:pt>
                <c:pt idx="17203">
                  <c:v>146.97</c:v>
                </c:pt>
                <c:pt idx="17204">
                  <c:v>94.71</c:v>
                </c:pt>
                <c:pt idx="17205">
                  <c:v>84.99</c:v>
                </c:pt>
                <c:pt idx="17206">
                  <c:v>55.97</c:v>
                </c:pt>
                <c:pt idx="17207">
                  <c:v>198.95</c:v>
                </c:pt>
                <c:pt idx="17208">
                  <c:v>106.95</c:v>
                </c:pt>
                <c:pt idx="17209">
                  <c:v>66.98</c:v>
                </c:pt>
                <c:pt idx="17210">
                  <c:v>160.54</c:v>
                </c:pt>
                <c:pt idx="17211">
                  <c:v>129.97</c:v>
                </c:pt>
                <c:pt idx="17212">
                  <c:v>149.97</c:v>
                </c:pt>
                <c:pt idx="17213">
                  <c:v>164.98</c:v>
                </c:pt>
                <c:pt idx="17214">
                  <c:v>84.99</c:v>
                </c:pt>
                <c:pt idx="17215">
                  <c:v>94.48</c:v>
                </c:pt>
                <c:pt idx="17216">
                  <c:v>134.97999999999999</c:v>
                </c:pt>
                <c:pt idx="17217">
                  <c:v>192.97</c:v>
                </c:pt>
                <c:pt idx="17218">
                  <c:v>169.98</c:v>
                </c:pt>
                <c:pt idx="17219">
                  <c:v>73.64</c:v>
                </c:pt>
                <c:pt idx="17220">
                  <c:v>186.97</c:v>
                </c:pt>
                <c:pt idx="17221">
                  <c:v>84.99</c:v>
                </c:pt>
                <c:pt idx="17222">
                  <c:v>187.97</c:v>
                </c:pt>
                <c:pt idx="17223">
                  <c:v>169.98</c:v>
                </c:pt>
                <c:pt idx="17224">
                  <c:v>134.97999999999999</c:v>
                </c:pt>
                <c:pt idx="17225">
                  <c:v>134.97999999999999</c:v>
                </c:pt>
                <c:pt idx="17226">
                  <c:v>169.98</c:v>
                </c:pt>
                <c:pt idx="17227">
                  <c:v>169.98</c:v>
                </c:pt>
                <c:pt idx="17228">
                  <c:v>169.98</c:v>
                </c:pt>
                <c:pt idx="17229">
                  <c:v>18.989999999999998</c:v>
                </c:pt>
                <c:pt idx="17230">
                  <c:v>99.98</c:v>
                </c:pt>
                <c:pt idx="17231">
                  <c:v>188.97</c:v>
                </c:pt>
                <c:pt idx="17232">
                  <c:v>169.98</c:v>
                </c:pt>
                <c:pt idx="17233">
                  <c:v>99.98</c:v>
                </c:pt>
                <c:pt idx="17234">
                  <c:v>118.97</c:v>
                </c:pt>
                <c:pt idx="17235">
                  <c:v>169.98</c:v>
                </c:pt>
                <c:pt idx="17236">
                  <c:v>89.98</c:v>
                </c:pt>
                <c:pt idx="17237">
                  <c:v>99.98</c:v>
                </c:pt>
                <c:pt idx="17238">
                  <c:v>150.18</c:v>
                </c:pt>
                <c:pt idx="17239">
                  <c:v>135.66999999999999</c:v>
                </c:pt>
                <c:pt idx="17240">
                  <c:v>188.97</c:v>
                </c:pt>
                <c:pt idx="17241">
                  <c:v>159.97999999999999</c:v>
                </c:pt>
                <c:pt idx="17242">
                  <c:v>169.98</c:v>
                </c:pt>
                <c:pt idx="17243">
                  <c:v>159.97999999999999</c:v>
                </c:pt>
                <c:pt idx="17244">
                  <c:v>169.98</c:v>
                </c:pt>
                <c:pt idx="17245">
                  <c:v>169.98</c:v>
                </c:pt>
                <c:pt idx="17246">
                  <c:v>99.98</c:v>
                </c:pt>
                <c:pt idx="17247">
                  <c:v>169.98</c:v>
                </c:pt>
                <c:pt idx="17248">
                  <c:v>118.97</c:v>
                </c:pt>
                <c:pt idx="17249">
                  <c:v>129.94999999999999</c:v>
                </c:pt>
                <c:pt idx="17250">
                  <c:v>99.97</c:v>
                </c:pt>
                <c:pt idx="17251">
                  <c:v>102.46</c:v>
                </c:pt>
                <c:pt idx="17252">
                  <c:v>153.18</c:v>
                </c:pt>
                <c:pt idx="17253">
                  <c:v>166.93</c:v>
                </c:pt>
                <c:pt idx="17254">
                  <c:v>88.96</c:v>
                </c:pt>
                <c:pt idx="17255">
                  <c:v>91.47</c:v>
                </c:pt>
                <c:pt idx="17256">
                  <c:v>85.97</c:v>
                </c:pt>
                <c:pt idx="17257">
                  <c:v>129.94999999999999</c:v>
                </c:pt>
                <c:pt idx="17258">
                  <c:v>121.96</c:v>
                </c:pt>
                <c:pt idx="17259">
                  <c:v>233.91</c:v>
                </c:pt>
                <c:pt idx="17260">
                  <c:v>140.44999999999999</c:v>
                </c:pt>
                <c:pt idx="17261">
                  <c:v>158.44</c:v>
                </c:pt>
                <c:pt idx="17262">
                  <c:v>167.44</c:v>
                </c:pt>
                <c:pt idx="17263">
                  <c:v>91.47</c:v>
                </c:pt>
                <c:pt idx="17264">
                  <c:v>122.95</c:v>
                </c:pt>
                <c:pt idx="17265">
                  <c:v>121.98</c:v>
                </c:pt>
                <c:pt idx="17266">
                  <c:v>169.98</c:v>
                </c:pt>
                <c:pt idx="17267">
                  <c:v>109.96</c:v>
                </c:pt>
                <c:pt idx="17268">
                  <c:v>131.97999999999999</c:v>
                </c:pt>
                <c:pt idx="17269">
                  <c:v>137.97999999999999</c:v>
                </c:pt>
                <c:pt idx="17270">
                  <c:v>116.98</c:v>
                </c:pt>
                <c:pt idx="17271">
                  <c:v>76.489999999999995</c:v>
                </c:pt>
                <c:pt idx="17272">
                  <c:v>184.74</c:v>
                </c:pt>
                <c:pt idx="17273">
                  <c:v>166.04</c:v>
                </c:pt>
                <c:pt idx="17274">
                  <c:v>59.98</c:v>
                </c:pt>
                <c:pt idx="17275">
                  <c:v>65.989999999999995</c:v>
                </c:pt>
                <c:pt idx="17276">
                  <c:v>151.78</c:v>
                </c:pt>
                <c:pt idx="17277">
                  <c:v>159.97999999999999</c:v>
                </c:pt>
                <c:pt idx="17278">
                  <c:v>84.88</c:v>
                </c:pt>
                <c:pt idx="17279">
                  <c:v>59.97</c:v>
                </c:pt>
                <c:pt idx="17280">
                  <c:v>209.29</c:v>
                </c:pt>
                <c:pt idx="17281">
                  <c:v>159.69999999999999</c:v>
                </c:pt>
                <c:pt idx="17282">
                  <c:v>231.29</c:v>
                </c:pt>
                <c:pt idx="17283">
                  <c:v>159.69999999999999</c:v>
                </c:pt>
                <c:pt idx="17284">
                  <c:v>159.69999999999999</c:v>
                </c:pt>
                <c:pt idx="17285">
                  <c:v>159.69999999999999</c:v>
                </c:pt>
                <c:pt idx="17286">
                  <c:v>159.69999999999999</c:v>
                </c:pt>
                <c:pt idx="17287">
                  <c:v>159.69999999999999</c:v>
                </c:pt>
                <c:pt idx="17288">
                  <c:v>199.96</c:v>
                </c:pt>
                <c:pt idx="17289">
                  <c:v>169.22</c:v>
                </c:pt>
                <c:pt idx="17290">
                  <c:v>290.95</c:v>
                </c:pt>
                <c:pt idx="17291">
                  <c:v>161.59</c:v>
                </c:pt>
                <c:pt idx="17292">
                  <c:v>161.96</c:v>
                </c:pt>
                <c:pt idx="17293">
                  <c:v>228.27</c:v>
                </c:pt>
                <c:pt idx="17294">
                  <c:v>215.97</c:v>
                </c:pt>
                <c:pt idx="17295">
                  <c:v>204.42</c:v>
                </c:pt>
                <c:pt idx="17296">
                  <c:v>167.83</c:v>
                </c:pt>
                <c:pt idx="17297">
                  <c:v>212.31</c:v>
                </c:pt>
                <c:pt idx="17298">
                  <c:v>261.98</c:v>
                </c:pt>
                <c:pt idx="17299">
                  <c:v>85.98</c:v>
                </c:pt>
                <c:pt idx="17300">
                  <c:v>131.96</c:v>
                </c:pt>
                <c:pt idx="17301">
                  <c:v>50.98</c:v>
                </c:pt>
                <c:pt idx="17302">
                  <c:v>153.97</c:v>
                </c:pt>
                <c:pt idx="17303">
                  <c:v>65.989999999999995</c:v>
                </c:pt>
                <c:pt idx="17304">
                  <c:v>142.96</c:v>
                </c:pt>
                <c:pt idx="17305">
                  <c:v>85.97</c:v>
                </c:pt>
                <c:pt idx="17306">
                  <c:v>98.97</c:v>
                </c:pt>
                <c:pt idx="17307">
                  <c:v>154.96</c:v>
                </c:pt>
                <c:pt idx="17308">
                  <c:v>59.98</c:v>
                </c:pt>
                <c:pt idx="17309">
                  <c:v>65.989999999999995</c:v>
                </c:pt>
                <c:pt idx="17310">
                  <c:v>119.66</c:v>
                </c:pt>
                <c:pt idx="17311">
                  <c:v>166.97</c:v>
                </c:pt>
                <c:pt idx="17312">
                  <c:v>65.989999999999995</c:v>
                </c:pt>
                <c:pt idx="17313">
                  <c:v>100.97</c:v>
                </c:pt>
                <c:pt idx="17314">
                  <c:v>131.97999999999999</c:v>
                </c:pt>
                <c:pt idx="17315">
                  <c:v>85.98</c:v>
                </c:pt>
                <c:pt idx="17316">
                  <c:v>105.98</c:v>
                </c:pt>
                <c:pt idx="17317">
                  <c:v>124.98</c:v>
                </c:pt>
                <c:pt idx="17318">
                  <c:v>353.9</c:v>
                </c:pt>
                <c:pt idx="17319">
                  <c:v>298.92</c:v>
                </c:pt>
                <c:pt idx="17320">
                  <c:v>89.94</c:v>
                </c:pt>
                <c:pt idx="17321">
                  <c:v>527.91999999999996</c:v>
                </c:pt>
                <c:pt idx="17322">
                  <c:v>117.97</c:v>
                </c:pt>
                <c:pt idx="17323">
                  <c:v>98.97</c:v>
                </c:pt>
                <c:pt idx="17324">
                  <c:v>145.97999999999999</c:v>
                </c:pt>
                <c:pt idx="17325">
                  <c:v>134.97999999999999</c:v>
                </c:pt>
                <c:pt idx="17326">
                  <c:v>239.95</c:v>
                </c:pt>
                <c:pt idx="17327">
                  <c:v>112.98</c:v>
                </c:pt>
                <c:pt idx="17328">
                  <c:v>160.96</c:v>
                </c:pt>
                <c:pt idx="17329">
                  <c:v>163.46</c:v>
                </c:pt>
                <c:pt idx="17330">
                  <c:v>186.47</c:v>
                </c:pt>
                <c:pt idx="17331">
                  <c:v>153.37</c:v>
                </c:pt>
                <c:pt idx="17332">
                  <c:v>124.98</c:v>
                </c:pt>
                <c:pt idx="17333">
                  <c:v>202.96</c:v>
                </c:pt>
                <c:pt idx="17334">
                  <c:v>161.96</c:v>
                </c:pt>
                <c:pt idx="17335">
                  <c:v>228.85</c:v>
                </c:pt>
                <c:pt idx="17336">
                  <c:v>133.47999999999999</c:v>
                </c:pt>
                <c:pt idx="17337">
                  <c:v>51.49</c:v>
                </c:pt>
                <c:pt idx="17338">
                  <c:v>306.07</c:v>
                </c:pt>
                <c:pt idx="17339">
                  <c:v>242.55</c:v>
                </c:pt>
                <c:pt idx="17340">
                  <c:v>324.20999999999998</c:v>
                </c:pt>
                <c:pt idx="17341">
                  <c:v>137.30000000000001</c:v>
                </c:pt>
                <c:pt idx="17342">
                  <c:v>186.51</c:v>
                </c:pt>
                <c:pt idx="17343">
                  <c:v>316.95</c:v>
                </c:pt>
                <c:pt idx="17344">
                  <c:v>324.20999999999998</c:v>
                </c:pt>
                <c:pt idx="17345">
                  <c:v>115.38</c:v>
                </c:pt>
                <c:pt idx="17346">
                  <c:v>82.97</c:v>
                </c:pt>
                <c:pt idx="17347">
                  <c:v>131.97999999999999</c:v>
                </c:pt>
                <c:pt idx="17348">
                  <c:v>83.48</c:v>
                </c:pt>
                <c:pt idx="17349">
                  <c:v>69.989999999999995</c:v>
                </c:pt>
                <c:pt idx="17350">
                  <c:v>131.97999999999999</c:v>
                </c:pt>
                <c:pt idx="17351">
                  <c:v>63.96</c:v>
                </c:pt>
                <c:pt idx="17352">
                  <c:v>59.96</c:v>
                </c:pt>
                <c:pt idx="17353">
                  <c:v>169.98</c:v>
                </c:pt>
                <c:pt idx="17354">
                  <c:v>59.95</c:v>
                </c:pt>
                <c:pt idx="17355">
                  <c:v>69.989999999999995</c:v>
                </c:pt>
                <c:pt idx="17356">
                  <c:v>121.98</c:v>
                </c:pt>
                <c:pt idx="17357">
                  <c:v>74.95</c:v>
                </c:pt>
                <c:pt idx="17358">
                  <c:v>69.989999999999995</c:v>
                </c:pt>
                <c:pt idx="17359">
                  <c:v>144.47999999999999</c:v>
                </c:pt>
                <c:pt idx="17360">
                  <c:v>158</c:v>
                </c:pt>
                <c:pt idx="17361">
                  <c:v>69.989999999999995</c:v>
                </c:pt>
                <c:pt idx="17362">
                  <c:v>74.95</c:v>
                </c:pt>
                <c:pt idx="17363">
                  <c:v>758.12</c:v>
                </c:pt>
                <c:pt idx="17364">
                  <c:v>207.74</c:v>
                </c:pt>
                <c:pt idx="17365">
                  <c:v>143.97</c:v>
                </c:pt>
                <c:pt idx="17366">
                  <c:v>131.97999999999999</c:v>
                </c:pt>
                <c:pt idx="17367">
                  <c:v>89.08</c:v>
                </c:pt>
                <c:pt idx="17368">
                  <c:v>188.14</c:v>
                </c:pt>
                <c:pt idx="17369">
                  <c:v>202.75</c:v>
                </c:pt>
                <c:pt idx="17370">
                  <c:v>131.97999999999999</c:v>
                </c:pt>
                <c:pt idx="17371">
                  <c:v>131.97999999999999</c:v>
                </c:pt>
                <c:pt idx="17372">
                  <c:v>45.47</c:v>
                </c:pt>
                <c:pt idx="17373">
                  <c:v>206.94</c:v>
                </c:pt>
                <c:pt idx="17374">
                  <c:v>169.98</c:v>
                </c:pt>
                <c:pt idx="17375">
                  <c:v>195.15</c:v>
                </c:pt>
                <c:pt idx="17376">
                  <c:v>169.98</c:v>
                </c:pt>
                <c:pt idx="17377">
                  <c:v>156.82</c:v>
                </c:pt>
                <c:pt idx="17378">
                  <c:v>199.96</c:v>
                </c:pt>
                <c:pt idx="17379">
                  <c:v>146.97</c:v>
                </c:pt>
                <c:pt idx="17380">
                  <c:v>509.94</c:v>
                </c:pt>
                <c:pt idx="17381">
                  <c:v>314.95999999999998</c:v>
                </c:pt>
                <c:pt idx="17382">
                  <c:v>254.97</c:v>
                </c:pt>
                <c:pt idx="17383">
                  <c:v>509.94</c:v>
                </c:pt>
                <c:pt idx="17384">
                  <c:v>679.92</c:v>
                </c:pt>
                <c:pt idx="17385">
                  <c:v>509.94</c:v>
                </c:pt>
                <c:pt idx="17386">
                  <c:v>169.98</c:v>
                </c:pt>
                <c:pt idx="17387">
                  <c:v>229.47</c:v>
                </c:pt>
                <c:pt idx="17388">
                  <c:v>54.98</c:v>
                </c:pt>
                <c:pt idx="17389">
                  <c:v>62.98</c:v>
                </c:pt>
                <c:pt idx="17390">
                  <c:v>154.97</c:v>
                </c:pt>
                <c:pt idx="17391">
                  <c:v>152.28</c:v>
                </c:pt>
                <c:pt idx="17392">
                  <c:v>119.97</c:v>
                </c:pt>
                <c:pt idx="17393">
                  <c:v>206.97</c:v>
                </c:pt>
                <c:pt idx="17394">
                  <c:v>146.96</c:v>
                </c:pt>
                <c:pt idx="17395">
                  <c:v>210.68</c:v>
                </c:pt>
                <c:pt idx="17396">
                  <c:v>168.44</c:v>
                </c:pt>
                <c:pt idx="17397">
                  <c:v>89.97</c:v>
                </c:pt>
                <c:pt idx="17398">
                  <c:v>136.28</c:v>
                </c:pt>
                <c:pt idx="17399">
                  <c:v>226.17</c:v>
                </c:pt>
                <c:pt idx="17400">
                  <c:v>209.68</c:v>
                </c:pt>
                <c:pt idx="17401">
                  <c:v>166.74</c:v>
                </c:pt>
                <c:pt idx="17402">
                  <c:v>168.97</c:v>
                </c:pt>
                <c:pt idx="17403">
                  <c:v>83.1</c:v>
                </c:pt>
                <c:pt idx="17404">
                  <c:v>152.28</c:v>
                </c:pt>
                <c:pt idx="17405">
                  <c:v>137.97999999999999</c:v>
                </c:pt>
                <c:pt idx="17406">
                  <c:v>145.54</c:v>
                </c:pt>
                <c:pt idx="17407">
                  <c:v>142.97999999999999</c:v>
                </c:pt>
                <c:pt idx="17408">
                  <c:v>144.62</c:v>
                </c:pt>
                <c:pt idx="17409">
                  <c:v>94.97</c:v>
                </c:pt>
                <c:pt idx="17410">
                  <c:v>169.98</c:v>
                </c:pt>
                <c:pt idx="17411">
                  <c:v>130.38</c:v>
                </c:pt>
                <c:pt idx="17412">
                  <c:v>168.49</c:v>
                </c:pt>
                <c:pt idx="17413">
                  <c:v>99.28</c:v>
                </c:pt>
                <c:pt idx="17414">
                  <c:v>315.93</c:v>
                </c:pt>
                <c:pt idx="17415">
                  <c:v>367.94</c:v>
                </c:pt>
                <c:pt idx="17416">
                  <c:v>571.51</c:v>
                </c:pt>
                <c:pt idx="17417">
                  <c:v>55.96</c:v>
                </c:pt>
                <c:pt idx="17418">
                  <c:v>169.98</c:v>
                </c:pt>
                <c:pt idx="17419">
                  <c:v>373.36</c:v>
                </c:pt>
                <c:pt idx="17420">
                  <c:v>579.89</c:v>
                </c:pt>
                <c:pt idx="17421">
                  <c:v>242.94</c:v>
                </c:pt>
                <c:pt idx="17422">
                  <c:v>159.96</c:v>
                </c:pt>
                <c:pt idx="17423">
                  <c:v>352.12</c:v>
                </c:pt>
                <c:pt idx="17424">
                  <c:v>145.97</c:v>
                </c:pt>
                <c:pt idx="17425">
                  <c:v>213.94</c:v>
                </c:pt>
                <c:pt idx="17426">
                  <c:v>206.94</c:v>
                </c:pt>
                <c:pt idx="17427">
                  <c:v>214.11</c:v>
                </c:pt>
                <c:pt idx="17428">
                  <c:v>150.80000000000001</c:v>
                </c:pt>
                <c:pt idx="17429">
                  <c:v>275.92</c:v>
                </c:pt>
                <c:pt idx="17430">
                  <c:v>225.67</c:v>
                </c:pt>
                <c:pt idx="17431">
                  <c:v>241.93</c:v>
                </c:pt>
                <c:pt idx="17432">
                  <c:v>145.13</c:v>
                </c:pt>
                <c:pt idx="17433">
                  <c:v>337.39</c:v>
                </c:pt>
                <c:pt idx="17434">
                  <c:v>346.42</c:v>
                </c:pt>
                <c:pt idx="17435">
                  <c:v>331.47</c:v>
                </c:pt>
                <c:pt idx="17436">
                  <c:v>300</c:v>
                </c:pt>
                <c:pt idx="17437">
                  <c:v>-46</c:v>
                </c:pt>
                <c:pt idx="17438">
                  <c:v>166.88</c:v>
                </c:pt>
                <c:pt idx="17439">
                  <c:v>449.98</c:v>
                </c:pt>
                <c:pt idx="17440">
                  <c:v>321.39999999999998</c:v>
                </c:pt>
                <c:pt idx="17441">
                  <c:v>185.05</c:v>
                </c:pt>
                <c:pt idx="17442">
                  <c:v>239.54</c:v>
                </c:pt>
                <c:pt idx="17443">
                  <c:v>127.03</c:v>
                </c:pt>
                <c:pt idx="17444">
                  <c:v>206.87</c:v>
                </c:pt>
                <c:pt idx="17445">
                  <c:v>224.2</c:v>
                </c:pt>
                <c:pt idx="17446">
                  <c:v>24.18</c:v>
                </c:pt>
                <c:pt idx="17447">
                  <c:v>147.6</c:v>
                </c:pt>
                <c:pt idx="17448">
                  <c:v>146.37</c:v>
                </c:pt>
                <c:pt idx="17449">
                  <c:v>215.59</c:v>
                </c:pt>
                <c:pt idx="17450">
                  <c:v>159.69999999999999</c:v>
                </c:pt>
                <c:pt idx="17451">
                  <c:v>159.69999999999999</c:v>
                </c:pt>
                <c:pt idx="17452">
                  <c:v>197.97</c:v>
                </c:pt>
                <c:pt idx="17453">
                  <c:v>265.45999999999998</c:v>
                </c:pt>
                <c:pt idx="17454">
                  <c:v>197.97</c:v>
                </c:pt>
                <c:pt idx="17455">
                  <c:v>199.96</c:v>
                </c:pt>
                <c:pt idx="17456">
                  <c:v>256.33</c:v>
                </c:pt>
                <c:pt idx="17457">
                  <c:v>223.7</c:v>
                </c:pt>
                <c:pt idx="17458">
                  <c:v>194.96</c:v>
                </c:pt>
                <c:pt idx="17459">
                  <c:v>87.98</c:v>
                </c:pt>
                <c:pt idx="17460">
                  <c:v>98.47</c:v>
                </c:pt>
                <c:pt idx="17461">
                  <c:v>149.65</c:v>
                </c:pt>
                <c:pt idx="17462">
                  <c:v>208.48</c:v>
                </c:pt>
                <c:pt idx="17463">
                  <c:v>134.33000000000001</c:v>
                </c:pt>
                <c:pt idx="17464">
                  <c:v>131.97999999999999</c:v>
                </c:pt>
                <c:pt idx="17465">
                  <c:v>131.97999999999999</c:v>
                </c:pt>
                <c:pt idx="17466">
                  <c:v>131.97999999999999</c:v>
                </c:pt>
                <c:pt idx="17467">
                  <c:v>131.97999999999999</c:v>
                </c:pt>
                <c:pt idx="17468">
                  <c:v>130.66</c:v>
                </c:pt>
                <c:pt idx="17469">
                  <c:v>163.37</c:v>
                </c:pt>
                <c:pt idx="17470">
                  <c:v>231.96</c:v>
                </c:pt>
                <c:pt idx="17471">
                  <c:v>131.97999999999999</c:v>
                </c:pt>
                <c:pt idx="17472">
                  <c:v>80.459999999999994</c:v>
                </c:pt>
                <c:pt idx="17473">
                  <c:v>146.38</c:v>
                </c:pt>
                <c:pt idx="17474">
                  <c:v>144.76</c:v>
                </c:pt>
                <c:pt idx="17475">
                  <c:v>97.81</c:v>
                </c:pt>
                <c:pt idx="17476">
                  <c:v>239.54</c:v>
                </c:pt>
                <c:pt idx="17477">
                  <c:v>263.95999999999998</c:v>
                </c:pt>
                <c:pt idx="17478">
                  <c:v>94.98</c:v>
                </c:pt>
                <c:pt idx="17479">
                  <c:v>163.31</c:v>
                </c:pt>
                <c:pt idx="17480">
                  <c:v>163.31</c:v>
                </c:pt>
                <c:pt idx="17481">
                  <c:v>217.75</c:v>
                </c:pt>
                <c:pt idx="17482">
                  <c:v>271.75</c:v>
                </c:pt>
                <c:pt idx="17483">
                  <c:v>127.01</c:v>
                </c:pt>
                <c:pt idx="17484">
                  <c:v>179.96</c:v>
                </c:pt>
                <c:pt idx="17485">
                  <c:v>169.35</c:v>
                </c:pt>
                <c:pt idx="17486">
                  <c:v>92.49</c:v>
                </c:pt>
                <c:pt idx="17487">
                  <c:v>134.97</c:v>
                </c:pt>
                <c:pt idx="17488">
                  <c:v>90.73</c:v>
                </c:pt>
                <c:pt idx="17489">
                  <c:v>44.99</c:v>
                </c:pt>
                <c:pt idx="17490">
                  <c:v>197.97</c:v>
                </c:pt>
                <c:pt idx="17491">
                  <c:v>249.95</c:v>
                </c:pt>
                <c:pt idx="17492">
                  <c:v>225.73</c:v>
                </c:pt>
                <c:pt idx="17493">
                  <c:v>369.92</c:v>
                </c:pt>
                <c:pt idx="17494">
                  <c:v>289.94</c:v>
                </c:pt>
                <c:pt idx="17495">
                  <c:v>155.91999999999999</c:v>
                </c:pt>
                <c:pt idx="17496">
                  <c:v>245.17</c:v>
                </c:pt>
                <c:pt idx="17497">
                  <c:v>249.95</c:v>
                </c:pt>
                <c:pt idx="17498">
                  <c:v>392.9</c:v>
                </c:pt>
                <c:pt idx="17499">
                  <c:v>299.94</c:v>
                </c:pt>
                <c:pt idx="17500">
                  <c:v>81.900000000000006</c:v>
                </c:pt>
                <c:pt idx="17501">
                  <c:v>78.7</c:v>
                </c:pt>
                <c:pt idx="17502">
                  <c:v>84.99</c:v>
                </c:pt>
                <c:pt idx="17503">
                  <c:v>93.77</c:v>
                </c:pt>
                <c:pt idx="17504">
                  <c:v>99.98</c:v>
                </c:pt>
                <c:pt idx="17505">
                  <c:v>99.98</c:v>
                </c:pt>
                <c:pt idx="17506">
                  <c:v>65.989999999999995</c:v>
                </c:pt>
                <c:pt idx="17507">
                  <c:v>78.19</c:v>
                </c:pt>
                <c:pt idx="17508">
                  <c:v>65.180000000000007</c:v>
                </c:pt>
                <c:pt idx="17509">
                  <c:v>75.09</c:v>
                </c:pt>
                <c:pt idx="17510">
                  <c:v>65.989999999999995</c:v>
                </c:pt>
                <c:pt idx="17511">
                  <c:v>80.98</c:v>
                </c:pt>
                <c:pt idx="17512">
                  <c:v>80.98</c:v>
                </c:pt>
                <c:pt idx="17513">
                  <c:v>84.14</c:v>
                </c:pt>
                <c:pt idx="17514">
                  <c:v>80.98</c:v>
                </c:pt>
                <c:pt idx="17515">
                  <c:v>99.98</c:v>
                </c:pt>
                <c:pt idx="17516">
                  <c:v>74.38</c:v>
                </c:pt>
                <c:pt idx="17517">
                  <c:v>201.46</c:v>
                </c:pt>
                <c:pt idx="17518">
                  <c:v>144.97</c:v>
                </c:pt>
                <c:pt idx="17519">
                  <c:v>263.95999999999998</c:v>
                </c:pt>
                <c:pt idx="17520">
                  <c:v>252.96</c:v>
                </c:pt>
                <c:pt idx="17521">
                  <c:v>263.95999999999998</c:v>
                </c:pt>
                <c:pt idx="17522">
                  <c:v>290.47000000000003</c:v>
                </c:pt>
                <c:pt idx="17523">
                  <c:v>277.25</c:v>
                </c:pt>
                <c:pt idx="17524">
                  <c:v>254.97</c:v>
                </c:pt>
                <c:pt idx="17525">
                  <c:v>277.25</c:v>
                </c:pt>
                <c:pt idx="17526">
                  <c:v>183.97</c:v>
                </c:pt>
                <c:pt idx="17527">
                  <c:v>252.96</c:v>
                </c:pt>
                <c:pt idx="17528">
                  <c:v>290.47000000000003</c:v>
                </c:pt>
                <c:pt idx="17529">
                  <c:v>292.26</c:v>
                </c:pt>
                <c:pt idx="17530">
                  <c:v>228.26</c:v>
                </c:pt>
                <c:pt idx="17531">
                  <c:v>136.96</c:v>
                </c:pt>
                <c:pt idx="17532">
                  <c:v>136.96</c:v>
                </c:pt>
                <c:pt idx="17533">
                  <c:v>221.47</c:v>
                </c:pt>
                <c:pt idx="17534">
                  <c:v>144.97</c:v>
                </c:pt>
                <c:pt idx="17535">
                  <c:v>221.47</c:v>
                </c:pt>
                <c:pt idx="17536">
                  <c:v>251.47</c:v>
                </c:pt>
                <c:pt idx="17537">
                  <c:v>251.47</c:v>
                </c:pt>
                <c:pt idx="17538">
                  <c:v>67.959999999999994</c:v>
                </c:pt>
                <c:pt idx="17539">
                  <c:v>67.959999999999994</c:v>
                </c:pt>
                <c:pt idx="17540">
                  <c:v>67.959999999999994</c:v>
                </c:pt>
                <c:pt idx="17541">
                  <c:v>67.959999999999994</c:v>
                </c:pt>
                <c:pt idx="17542">
                  <c:v>201.46</c:v>
                </c:pt>
                <c:pt idx="17543">
                  <c:v>254.97</c:v>
                </c:pt>
                <c:pt idx="17544">
                  <c:v>292.26</c:v>
                </c:pt>
                <c:pt idx="17545">
                  <c:v>228.26</c:v>
                </c:pt>
                <c:pt idx="17546">
                  <c:v>183.97</c:v>
                </c:pt>
                <c:pt idx="17547">
                  <c:v>282.14</c:v>
                </c:pt>
                <c:pt idx="17548">
                  <c:v>151.05000000000001</c:v>
                </c:pt>
                <c:pt idx="17549">
                  <c:v>254.97</c:v>
                </c:pt>
                <c:pt idx="17550">
                  <c:v>80.97</c:v>
                </c:pt>
                <c:pt idx="17551">
                  <c:v>133.96</c:v>
                </c:pt>
                <c:pt idx="17552">
                  <c:v>297.94</c:v>
                </c:pt>
                <c:pt idx="17553">
                  <c:v>143.96</c:v>
                </c:pt>
                <c:pt idx="17554">
                  <c:v>382.93</c:v>
                </c:pt>
                <c:pt idx="17555">
                  <c:v>281.39999999999998</c:v>
                </c:pt>
                <c:pt idx="17556">
                  <c:v>155.36000000000001</c:v>
                </c:pt>
                <c:pt idx="17557">
                  <c:v>307.94</c:v>
                </c:pt>
                <c:pt idx="17558">
                  <c:v>285.39</c:v>
                </c:pt>
                <c:pt idx="17559">
                  <c:v>352.95</c:v>
                </c:pt>
                <c:pt idx="17560">
                  <c:v>168.95</c:v>
                </c:pt>
                <c:pt idx="17561">
                  <c:v>149.96</c:v>
                </c:pt>
                <c:pt idx="17562">
                  <c:v>56.97</c:v>
                </c:pt>
                <c:pt idx="17563">
                  <c:v>59.98</c:v>
                </c:pt>
                <c:pt idx="17564">
                  <c:v>59.98</c:v>
                </c:pt>
                <c:pt idx="17565">
                  <c:v>149.96</c:v>
                </c:pt>
                <c:pt idx="17566">
                  <c:v>143.97</c:v>
                </c:pt>
                <c:pt idx="17567">
                  <c:v>37.270000000000003</c:v>
                </c:pt>
                <c:pt idx="17568">
                  <c:v>119.96</c:v>
                </c:pt>
                <c:pt idx="17569">
                  <c:v>122.85</c:v>
                </c:pt>
                <c:pt idx="17570">
                  <c:v>37.270000000000003</c:v>
                </c:pt>
                <c:pt idx="17571">
                  <c:v>143.97</c:v>
                </c:pt>
                <c:pt idx="17572">
                  <c:v>89.97</c:v>
                </c:pt>
                <c:pt idx="17573">
                  <c:v>89.97</c:v>
                </c:pt>
                <c:pt idx="17574">
                  <c:v>67.97</c:v>
                </c:pt>
                <c:pt idx="17575">
                  <c:v>52.97</c:v>
                </c:pt>
                <c:pt idx="17576">
                  <c:v>89.97</c:v>
                </c:pt>
                <c:pt idx="17577">
                  <c:v>119.96</c:v>
                </c:pt>
                <c:pt idx="17578">
                  <c:v>122.85</c:v>
                </c:pt>
                <c:pt idx="17579">
                  <c:v>199.96</c:v>
                </c:pt>
                <c:pt idx="17580">
                  <c:v>58.97</c:v>
                </c:pt>
                <c:pt idx="17581">
                  <c:v>54.95</c:v>
                </c:pt>
                <c:pt idx="17582">
                  <c:v>89.97</c:v>
                </c:pt>
                <c:pt idx="17583">
                  <c:v>52.97</c:v>
                </c:pt>
                <c:pt idx="17584">
                  <c:v>89.97</c:v>
                </c:pt>
                <c:pt idx="17585">
                  <c:v>119.96</c:v>
                </c:pt>
                <c:pt idx="17586">
                  <c:v>54.95</c:v>
                </c:pt>
                <c:pt idx="17587">
                  <c:v>58.97</c:v>
                </c:pt>
                <c:pt idx="17588">
                  <c:v>67.97</c:v>
                </c:pt>
                <c:pt idx="17589">
                  <c:v>56.97</c:v>
                </c:pt>
                <c:pt idx="17590">
                  <c:v>119.96</c:v>
                </c:pt>
                <c:pt idx="17591">
                  <c:v>199.96</c:v>
                </c:pt>
                <c:pt idx="17592">
                  <c:v>89.97</c:v>
                </c:pt>
                <c:pt idx="17593">
                  <c:v>131.97999999999999</c:v>
                </c:pt>
                <c:pt idx="17594">
                  <c:v>95.97</c:v>
                </c:pt>
                <c:pt idx="17595">
                  <c:v>134.24</c:v>
                </c:pt>
                <c:pt idx="17596">
                  <c:v>95.97</c:v>
                </c:pt>
                <c:pt idx="17597">
                  <c:v>205.95</c:v>
                </c:pt>
                <c:pt idx="17598">
                  <c:v>169.98</c:v>
                </c:pt>
                <c:pt idx="17599">
                  <c:v>193.96</c:v>
                </c:pt>
                <c:pt idx="17600">
                  <c:v>114.97</c:v>
                </c:pt>
                <c:pt idx="17601">
                  <c:v>99.98</c:v>
                </c:pt>
                <c:pt idx="17602">
                  <c:v>169.98</c:v>
                </c:pt>
                <c:pt idx="17603">
                  <c:v>142.84</c:v>
                </c:pt>
                <c:pt idx="17604">
                  <c:v>189.96</c:v>
                </c:pt>
                <c:pt idx="17605">
                  <c:v>169.98</c:v>
                </c:pt>
                <c:pt idx="17606">
                  <c:v>199.96</c:v>
                </c:pt>
                <c:pt idx="17607">
                  <c:v>169.98</c:v>
                </c:pt>
                <c:pt idx="17608">
                  <c:v>199.96</c:v>
                </c:pt>
                <c:pt idx="17609">
                  <c:v>59.96</c:v>
                </c:pt>
                <c:pt idx="17610">
                  <c:v>214.95</c:v>
                </c:pt>
                <c:pt idx="17611">
                  <c:v>197.94</c:v>
                </c:pt>
                <c:pt idx="17612">
                  <c:v>166.96</c:v>
                </c:pt>
                <c:pt idx="17613">
                  <c:v>169.98</c:v>
                </c:pt>
                <c:pt idx="17614">
                  <c:v>144.94999999999999</c:v>
                </c:pt>
                <c:pt idx="17615">
                  <c:v>84.99</c:v>
                </c:pt>
                <c:pt idx="17616">
                  <c:v>65.989999999999995</c:v>
                </c:pt>
                <c:pt idx="17617">
                  <c:v>169.98</c:v>
                </c:pt>
                <c:pt idx="17618">
                  <c:v>224.96</c:v>
                </c:pt>
                <c:pt idx="17619">
                  <c:v>169.98</c:v>
                </c:pt>
                <c:pt idx="17620">
                  <c:v>197.97</c:v>
                </c:pt>
                <c:pt idx="17621">
                  <c:v>65.14</c:v>
                </c:pt>
                <c:pt idx="17622">
                  <c:v>169.98</c:v>
                </c:pt>
                <c:pt idx="17623">
                  <c:v>249.93</c:v>
                </c:pt>
                <c:pt idx="17624">
                  <c:v>169.98</c:v>
                </c:pt>
                <c:pt idx="17625">
                  <c:v>169.98</c:v>
                </c:pt>
                <c:pt idx="17626">
                  <c:v>159.97999999999999</c:v>
                </c:pt>
                <c:pt idx="17627">
                  <c:v>79.98</c:v>
                </c:pt>
                <c:pt idx="17628">
                  <c:v>63.99</c:v>
                </c:pt>
                <c:pt idx="17629">
                  <c:v>55.98</c:v>
                </c:pt>
                <c:pt idx="17630">
                  <c:v>112.98</c:v>
                </c:pt>
                <c:pt idx="17631">
                  <c:v>65.989999999999995</c:v>
                </c:pt>
                <c:pt idx="17632">
                  <c:v>84.99</c:v>
                </c:pt>
                <c:pt idx="17633">
                  <c:v>65.98</c:v>
                </c:pt>
                <c:pt idx="17634">
                  <c:v>84.99</c:v>
                </c:pt>
                <c:pt idx="17635">
                  <c:v>79.34</c:v>
                </c:pt>
                <c:pt idx="17636">
                  <c:v>81.98</c:v>
                </c:pt>
                <c:pt idx="17637">
                  <c:v>84.99</c:v>
                </c:pt>
                <c:pt idx="17638">
                  <c:v>65.989999999999995</c:v>
                </c:pt>
                <c:pt idx="17639">
                  <c:v>64.239999999999995</c:v>
                </c:pt>
                <c:pt idx="17640">
                  <c:v>79.98</c:v>
                </c:pt>
                <c:pt idx="17641">
                  <c:v>81.489999999999995</c:v>
                </c:pt>
                <c:pt idx="17642">
                  <c:v>67.98</c:v>
                </c:pt>
                <c:pt idx="17643">
                  <c:v>84.99</c:v>
                </c:pt>
                <c:pt idx="17644">
                  <c:v>65.989999999999995</c:v>
                </c:pt>
                <c:pt idx="17645">
                  <c:v>65.989999999999995</c:v>
                </c:pt>
                <c:pt idx="17646">
                  <c:v>104.98</c:v>
                </c:pt>
                <c:pt idx="17647">
                  <c:v>81.98</c:v>
                </c:pt>
                <c:pt idx="17648">
                  <c:v>124.98</c:v>
                </c:pt>
                <c:pt idx="17649">
                  <c:v>115.98</c:v>
                </c:pt>
                <c:pt idx="17650">
                  <c:v>152.97</c:v>
                </c:pt>
                <c:pt idx="17651">
                  <c:v>173.96</c:v>
                </c:pt>
                <c:pt idx="17652">
                  <c:v>157.86000000000001</c:v>
                </c:pt>
                <c:pt idx="17653">
                  <c:v>313.94</c:v>
                </c:pt>
                <c:pt idx="17654">
                  <c:v>263.95999999999998</c:v>
                </c:pt>
                <c:pt idx="17655">
                  <c:v>79.98</c:v>
                </c:pt>
                <c:pt idx="17656">
                  <c:v>65.989999999999995</c:v>
                </c:pt>
                <c:pt idx="17657">
                  <c:v>199.93</c:v>
                </c:pt>
                <c:pt idx="17658">
                  <c:v>109.98</c:v>
                </c:pt>
                <c:pt idx="17659">
                  <c:v>131.97999999999999</c:v>
                </c:pt>
                <c:pt idx="17660">
                  <c:v>334.94</c:v>
                </c:pt>
                <c:pt idx="17661">
                  <c:v>252.94</c:v>
                </c:pt>
                <c:pt idx="17662">
                  <c:v>134.97999999999999</c:v>
                </c:pt>
                <c:pt idx="17663">
                  <c:v>266.95999999999998</c:v>
                </c:pt>
                <c:pt idx="17664">
                  <c:v>147.97</c:v>
                </c:pt>
                <c:pt idx="17665">
                  <c:v>138.82</c:v>
                </c:pt>
                <c:pt idx="17666">
                  <c:v>159.97999999999999</c:v>
                </c:pt>
                <c:pt idx="17667">
                  <c:v>117.97</c:v>
                </c:pt>
                <c:pt idx="17668">
                  <c:v>159.97999999999999</c:v>
                </c:pt>
                <c:pt idx="17669">
                  <c:v>130.97</c:v>
                </c:pt>
                <c:pt idx="17670">
                  <c:v>79.98</c:v>
                </c:pt>
                <c:pt idx="17671">
                  <c:v>98.98</c:v>
                </c:pt>
                <c:pt idx="17672">
                  <c:v>159.97</c:v>
                </c:pt>
                <c:pt idx="17673">
                  <c:v>117.97</c:v>
                </c:pt>
                <c:pt idx="17674">
                  <c:v>178.97</c:v>
                </c:pt>
                <c:pt idx="17675">
                  <c:v>98.97</c:v>
                </c:pt>
                <c:pt idx="17676">
                  <c:v>91.98</c:v>
                </c:pt>
                <c:pt idx="17677">
                  <c:v>98.98</c:v>
                </c:pt>
                <c:pt idx="17678">
                  <c:v>121.98</c:v>
                </c:pt>
                <c:pt idx="17679">
                  <c:v>131.97999999999999</c:v>
                </c:pt>
                <c:pt idx="17680">
                  <c:v>53.98</c:v>
                </c:pt>
                <c:pt idx="17681">
                  <c:v>84.99</c:v>
                </c:pt>
                <c:pt idx="17682">
                  <c:v>169.98</c:v>
                </c:pt>
                <c:pt idx="17683">
                  <c:v>79.98</c:v>
                </c:pt>
                <c:pt idx="17684">
                  <c:v>65.989999999999995</c:v>
                </c:pt>
                <c:pt idx="17685">
                  <c:v>84.99</c:v>
                </c:pt>
                <c:pt idx="17686">
                  <c:v>159.97999999999999</c:v>
                </c:pt>
                <c:pt idx="17687">
                  <c:v>77.39</c:v>
                </c:pt>
                <c:pt idx="17688">
                  <c:v>169.98</c:v>
                </c:pt>
                <c:pt idx="17689">
                  <c:v>84.99</c:v>
                </c:pt>
                <c:pt idx="17690">
                  <c:v>137.97999999999999</c:v>
                </c:pt>
                <c:pt idx="17691">
                  <c:v>169.98</c:v>
                </c:pt>
                <c:pt idx="17692">
                  <c:v>84.99</c:v>
                </c:pt>
                <c:pt idx="17693">
                  <c:v>79.98</c:v>
                </c:pt>
                <c:pt idx="17694">
                  <c:v>112.97</c:v>
                </c:pt>
                <c:pt idx="17695">
                  <c:v>183.97</c:v>
                </c:pt>
                <c:pt idx="17696">
                  <c:v>65.989999999999995</c:v>
                </c:pt>
                <c:pt idx="17697">
                  <c:v>65.989999999999995</c:v>
                </c:pt>
                <c:pt idx="17698">
                  <c:v>169.98</c:v>
                </c:pt>
                <c:pt idx="17699">
                  <c:v>72.989999999999995</c:v>
                </c:pt>
                <c:pt idx="17700">
                  <c:v>98.98</c:v>
                </c:pt>
                <c:pt idx="17701">
                  <c:v>169.98</c:v>
                </c:pt>
                <c:pt idx="17702">
                  <c:v>98.98</c:v>
                </c:pt>
                <c:pt idx="17703">
                  <c:v>165.71</c:v>
                </c:pt>
                <c:pt idx="17704">
                  <c:v>169.98</c:v>
                </c:pt>
                <c:pt idx="17705">
                  <c:v>169.98</c:v>
                </c:pt>
                <c:pt idx="17706">
                  <c:v>77.06</c:v>
                </c:pt>
                <c:pt idx="17707">
                  <c:v>84.99</c:v>
                </c:pt>
                <c:pt idx="17708">
                  <c:v>53.98</c:v>
                </c:pt>
                <c:pt idx="17709">
                  <c:v>150.18</c:v>
                </c:pt>
                <c:pt idx="17710">
                  <c:v>171.48</c:v>
                </c:pt>
                <c:pt idx="17711">
                  <c:v>317.89999999999998</c:v>
                </c:pt>
                <c:pt idx="17712">
                  <c:v>94.45</c:v>
                </c:pt>
                <c:pt idx="17713">
                  <c:v>99.84</c:v>
                </c:pt>
                <c:pt idx="17714">
                  <c:v>131.97999999999999</c:v>
                </c:pt>
                <c:pt idx="17715">
                  <c:v>235.12</c:v>
                </c:pt>
                <c:pt idx="17716">
                  <c:v>263.95999999999998</c:v>
                </c:pt>
                <c:pt idx="17717">
                  <c:v>271.94</c:v>
                </c:pt>
                <c:pt idx="17718">
                  <c:v>197.97</c:v>
                </c:pt>
                <c:pt idx="17719">
                  <c:v>158.97</c:v>
                </c:pt>
                <c:pt idx="17720">
                  <c:v>-150.18</c:v>
                </c:pt>
                <c:pt idx="17721">
                  <c:v>79.989999999999995</c:v>
                </c:pt>
                <c:pt idx="17722">
                  <c:v>146.97</c:v>
                </c:pt>
                <c:pt idx="17723">
                  <c:v>78.959999999999994</c:v>
                </c:pt>
                <c:pt idx="17724">
                  <c:v>98.96</c:v>
                </c:pt>
                <c:pt idx="17725">
                  <c:v>198.95</c:v>
                </c:pt>
                <c:pt idx="17726">
                  <c:v>99.98</c:v>
                </c:pt>
                <c:pt idx="17727">
                  <c:v>46.28</c:v>
                </c:pt>
                <c:pt idx="17728">
                  <c:v>197.96</c:v>
                </c:pt>
                <c:pt idx="17729">
                  <c:v>146.97</c:v>
                </c:pt>
                <c:pt idx="17730">
                  <c:v>54.97</c:v>
                </c:pt>
                <c:pt idx="17731">
                  <c:v>59.98</c:v>
                </c:pt>
                <c:pt idx="17732">
                  <c:v>131.97999999999999</c:v>
                </c:pt>
                <c:pt idx="17733">
                  <c:v>80.98</c:v>
                </c:pt>
                <c:pt idx="17734">
                  <c:v>137.46</c:v>
                </c:pt>
                <c:pt idx="17735">
                  <c:v>125.97</c:v>
                </c:pt>
                <c:pt idx="17736">
                  <c:v>32.21</c:v>
                </c:pt>
                <c:pt idx="17737">
                  <c:v>131.97999999999999</c:v>
                </c:pt>
                <c:pt idx="17738">
                  <c:v>75.88</c:v>
                </c:pt>
                <c:pt idx="17739">
                  <c:v>197.94</c:v>
                </c:pt>
                <c:pt idx="17740">
                  <c:v>131.97999999999999</c:v>
                </c:pt>
                <c:pt idx="17741">
                  <c:v>18.989999999999998</c:v>
                </c:pt>
                <c:pt idx="17742">
                  <c:v>77.97</c:v>
                </c:pt>
                <c:pt idx="17743">
                  <c:v>113.94</c:v>
                </c:pt>
                <c:pt idx="17744">
                  <c:v>94.95</c:v>
                </c:pt>
                <c:pt idx="17745">
                  <c:v>131.97999999999999</c:v>
                </c:pt>
                <c:pt idx="17746">
                  <c:v>94.95</c:v>
                </c:pt>
                <c:pt idx="17747">
                  <c:v>94.92</c:v>
                </c:pt>
                <c:pt idx="17748">
                  <c:v>113.94</c:v>
                </c:pt>
                <c:pt idx="17749">
                  <c:v>94.95</c:v>
                </c:pt>
                <c:pt idx="17750">
                  <c:v>94.95</c:v>
                </c:pt>
                <c:pt idx="17751">
                  <c:v>113.94</c:v>
                </c:pt>
                <c:pt idx="17752">
                  <c:v>100.37</c:v>
                </c:pt>
                <c:pt idx="17753">
                  <c:v>207.94</c:v>
                </c:pt>
                <c:pt idx="17754">
                  <c:v>78.98</c:v>
                </c:pt>
                <c:pt idx="17755">
                  <c:v>124.98</c:v>
                </c:pt>
                <c:pt idx="17756">
                  <c:v>97.98</c:v>
                </c:pt>
                <c:pt idx="17757">
                  <c:v>31.93</c:v>
                </c:pt>
                <c:pt idx="17758">
                  <c:v>84.99</c:v>
                </c:pt>
                <c:pt idx="17759">
                  <c:v>84.99</c:v>
                </c:pt>
                <c:pt idx="17760">
                  <c:v>105.98</c:v>
                </c:pt>
                <c:pt idx="17761">
                  <c:v>99.98</c:v>
                </c:pt>
                <c:pt idx="17762">
                  <c:v>97.98</c:v>
                </c:pt>
                <c:pt idx="17763">
                  <c:v>14.99</c:v>
                </c:pt>
                <c:pt idx="17764">
                  <c:v>84.99</c:v>
                </c:pt>
                <c:pt idx="17765">
                  <c:v>159.97999999999999</c:v>
                </c:pt>
                <c:pt idx="17766">
                  <c:v>85.97</c:v>
                </c:pt>
                <c:pt idx="17767">
                  <c:v>78.98</c:v>
                </c:pt>
                <c:pt idx="17768">
                  <c:v>84.99</c:v>
                </c:pt>
                <c:pt idx="17769">
                  <c:v>65.989999999999995</c:v>
                </c:pt>
                <c:pt idx="17770">
                  <c:v>169.98</c:v>
                </c:pt>
                <c:pt idx="17771">
                  <c:v>169.98</c:v>
                </c:pt>
                <c:pt idx="17772">
                  <c:v>169.98</c:v>
                </c:pt>
                <c:pt idx="17773">
                  <c:v>43.49</c:v>
                </c:pt>
                <c:pt idx="17774">
                  <c:v>195.97</c:v>
                </c:pt>
                <c:pt idx="17775">
                  <c:v>99.98</c:v>
                </c:pt>
                <c:pt idx="17776">
                  <c:v>97.98</c:v>
                </c:pt>
                <c:pt idx="17777">
                  <c:v>105.98</c:v>
                </c:pt>
                <c:pt idx="17778">
                  <c:v>170.97</c:v>
                </c:pt>
                <c:pt idx="17779">
                  <c:v>84.99</c:v>
                </c:pt>
                <c:pt idx="17780">
                  <c:v>84.99</c:v>
                </c:pt>
                <c:pt idx="17781">
                  <c:v>217.95</c:v>
                </c:pt>
                <c:pt idx="17782">
                  <c:v>165.97</c:v>
                </c:pt>
                <c:pt idx="17783">
                  <c:v>173.96</c:v>
                </c:pt>
                <c:pt idx="17784">
                  <c:v>173.96</c:v>
                </c:pt>
                <c:pt idx="17785">
                  <c:v>165.97</c:v>
                </c:pt>
                <c:pt idx="17786">
                  <c:v>217.95</c:v>
                </c:pt>
                <c:pt idx="17787">
                  <c:v>119.96</c:v>
                </c:pt>
                <c:pt idx="17788">
                  <c:v>193.95</c:v>
                </c:pt>
                <c:pt idx="17789">
                  <c:v>213.45</c:v>
                </c:pt>
                <c:pt idx="17790">
                  <c:v>179.46</c:v>
                </c:pt>
                <c:pt idx="17791">
                  <c:v>162.96</c:v>
                </c:pt>
                <c:pt idx="17792">
                  <c:v>131.97999999999999</c:v>
                </c:pt>
                <c:pt idx="17793">
                  <c:v>213.45</c:v>
                </c:pt>
                <c:pt idx="17794">
                  <c:v>131.97999999999999</c:v>
                </c:pt>
                <c:pt idx="17795">
                  <c:v>179.46</c:v>
                </c:pt>
                <c:pt idx="17796">
                  <c:v>162.96</c:v>
                </c:pt>
                <c:pt idx="17797">
                  <c:v>197.94</c:v>
                </c:pt>
                <c:pt idx="17798">
                  <c:v>145.97</c:v>
                </c:pt>
                <c:pt idx="17799">
                  <c:v>193.95</c:v>
                </c:pt>
                <c:pt idx="17800">
                  <c:v>199.96</c:v>
                </c:pt>
                <c:pt idx="17801">
                  <c:v>145.97</c:v>
                </c:pt>
                <c:pt idx="17802">
                  <c:v>119.96</c:v>
                </c:pt>
                <c:pt idx="17803">
                  <c:v>197.94</c:v>
                </c:pt>
                <c:pt idx="17804">
                  <c:v>199.96</c:v>
                </c:pt>
                <c:pt idx="17805">
                  <c:v>230.91</c:v>
                </c:pt>
                <c:pt idx="17806">
                  <c:v>139.94999999999999</c:v>
                </c:pt>
                <c:pt idx="17807">
                  <c:v>243.96</c:v>
                </c:pt>
                <c:pt idx="17808">
                  <c:v>199.63</c:v>
                </c:pt>
                <c:pt idx="17809">
                  <c:v>157.97</c:v>
                </c:pt>
                <c:pt idx="17810">
                  <c:v>218.96</c:v>
                </c:pt>
                <c:pt idx="17811">
                  <c:v>182.97</c:v>
                </c:pt>
                <c:pt idx="17812">
                  <c:v>184.07</c:v>
                </c:pt>
                <c:pt idx="17813">
                  <c:v>246.16</c:v>
                </c:pt>
                <c:pt idx="17814">
                  <c:v>185.17</c:v>
                </c:pt>
                <c:pt idx="17815">
                  <c:v>70.14</c:v>
                </c:pt>
                <c:pt idx="17816">
                  <c:v>157.86000000000001</c:v>
                </c:pt>
                <c:pt idx="17817">
                  <c:v>79.849999999999994</c:v>
                </c:pt>
                <c:pt idx="17818">
                  <c:v>120.98</c:v>
                </c:pt>
                <c:pt idx="17819">
                  <c:v>72.58</c:v>
                </c:pt>
                <c:pt idx="17820">
                  <c:v>114.15</c:v>
                </c:pt>
                <c:pt idx="17821">
                  <c:v>111.78</c:v>
                </c:pt>
                <c:pt idx="17822">
                  <c:v>79.05</c:v>
                </c:pt>
                <c:pt idx="17823">
                  <c:v>114.93</c:v>
                </c:pt>
                <c:pt idx="17824">
                  <c:v>157.02000000000001</c:v>
                </c:pt>
                <c:pt idx="17825">
                  <c:v>150.83000000000001</c:v>
                </c:pt>
                <c:pt idx="17826">
                  <c:v>170.58</c:v>
                </c:pt>
                <c:pt idx="17827">
                  <c:v>83.15</c:v>
                </c:pt>
                <c:pt idx="17828">
                  <c:v>111.78</c:v>
                </c:pt>
                <c:pt idx="17829">
                  <c:v>135.74</c:v>
                </c:pt>
                <c:pt idx="17830">
                  <c:v>108.88</c:v>
                </c:pt>
                <c:pt idx="17831">
                  <c:v>145.16</c:v>
                </c:pt>
                <c:pt idx="17832">
                  <c:v>79.849999999999994</c:v>
                </c:pt>
                <c:pt idx="17833">
                  <c:v>100.81</c:v>
                </c:pt>
                <c:pt idx="17834">
                  <c:v>119.45</c:v>
                </c:pt>
                <c:pt idx="17835">
                  <c:v>118.53</c:v>
                </c:pt>
                <c:pt idx="17836">
                  <c:v>163.31</c:v>
                </c:pt>
                <c:pt idx="17837">
                  <c:v>83.96</c:v>
                </c:pt>
                <c:pt idx="17838">
                  <c:v>119.42</c:v>
                </c:pt>
                <c:pt idx="17839">
                  <c:v>70.989999999999995</c:v>
                </c:pt>
                <c:pt idx="17840">
                  <c:v>110.93</c:v>
                </c:pt>
                <c:pt idx="17841">
                  <c:v>71.86</c:v>
                </c:pt>
                <c:pt idx="17842">
                  <c:v>158.07</c:v>
                </c:pt>
                <c:pt idx="17843">
                  <c:v>107.96</c:v>
                </c:pt>
                <c:pt idx="17844">
                  <c:v>159.97999999999999</c:v>
                </c:pt>
                <c:pt idx="17845">
                  <c:v>184.97</c:v>
                </c:pt>
                <c:pt idx="17846">
                  <c:v>212.47</c:v>
                </c:pt>
                <c:pt idx="17847">
                  <c:v>125.38</c:v>
                </c:pt>
                <c:pt idx="17848">
                  <c:v>184.97</c:v>
                </c:pt>
                <c:pt idx="17849">
                  <c:v>150.97999999999999</c:v>
                </c:pt>
                <c:pt idx="17850">
                  <c:v>168.97</c:v>
                </c:pt>
                <c:pt idx="17851">
                  <c:v>169.98</c:v>
                </c:pt>
                <c:pt idx="17852">
                  <c:v>149.97</c:v>
                </c:pt>
                <c:pt idx="17853">
                  <c:v>121.98</c:v>
                </c:pt>
                <c:pt idx="17854">
                  <c:v>192.96</c:v>
                </c:pt>
                <c:pt idx="17855">
                  <c:v>124.17</c:v>
                </c:pt>
                <c:pt idx="17856">
                  <c:v>91.98</c:v>
                </c:pt>
                <c:pt idx="17857">
                  <c:v>137.97</c:v>
                </c:pt>
                <c:pt idx="17858">
                  <c:v>137.97</c:v>
                </c:pt>
                <c:pt idx="17859">
                  <c:v>124.17</c:v>
                </c:pt>
                <c:pt idx="17860">
                  <c:v>137.97</c:v>
                </c:pt>
                <c:pt idx="17861">
                  <c:v>81.47</c:v>
                </c:pt>
                <c:pt idx="17862">
                  <c:v>137.97</c:v>
                </c:pt>
                <c:pt idx="17863">
                  <c:v>157.96</c:v>
                </c:pt>
                <c:pt idx="17864">
                  <c:v>112.97</c:v>
                </c:pt>
                <c:pt idx="17865">
                  <c:v>65.959999999999994</c:v>
                </c:pt>
                <c:pt idx="17866">
                  <c:v>157.94999999999999</c:v>
                </c:pt>
                <c:pt idx="17867">
                  <c:v>95.96</c:v>
                </c:pt>
                <c:pt idx="17868">
                  <c:v>119.97</c:v>
                </c:pt>
                <c:pt idx="17869">
                  <c:v>137.97</c:v>
                </c:pt>
                <c:pt idx="17870">
                  <c:v>137.97</c:v>
                </c:pt>
                <c:pt idx="17871">
                  <c:v>82.97</c:v>
                </c:pt>
                <c:pt idx="17872">
                  <c:v>59.98</c:v>
                </c:pt>
                <c:pt idx="17873">
                  <c:v>75.95</c:v>
                </c:pt>
                <c:pt idx="17874">
                  <c:v>183.96</c:v>
                </c:pt>
                <c:pt idx="17875">
                  <c:v>146.97</c:v>
                </c:pt>
                <c:pt idx="17876">
                  <c:v>107.97</c:v>
                </c:pt>
                <c:pt idx="17877">
                  <c:v>157.96</c:v>
                </c:pt>
                <c:pt idx="17878">
                  <c:v>137.97</c:v>
                </c:pt>
                <c:pt idx="17879">
                  <c:v>65.989999999999995</c:v>
                </c:pt>
                <c:pt idx="17880">
                  <c:v>108.97</c:v>
                </c:pt>
                <c:pt idx="17881">
                  <c:v>169.98</c:v>
                </c:pt>
                <c:pt idx="17882">
                  <c:v>135.97</c:v>
                </c:pt>
                <c:pt idx="17883">
                  <c:v>119.96</c:v>
                </c:pt>
                <c:pt idx="17884">
                  <c:v>59.99</c:v>
                </c:pt>
                <c:pt idx="17885">
                  <c:v>64.760000000000005</c:v>
                </c:pt>
                <c:pt idx="17886">
                  <c:v>121.98</c:v>
                </c:pt>
                <c:pt idx="17887">
                  <c:v>169.98</c:v>
                </c:pt>
                <c:pt idx="17888">
                  <c:v>159.96</c:v>
                </c:pt>
                <c:pt idx="17889">
                  <c:v>66.790000000000006</c:v>
                </c:pt>
                <c:pt idx="17890">
                  <c:v>55.96</c:v>
                </c:pt>
                <c:pt idx="17891">
                  <c:v>65.989999999999995</c:v>
                </c:pt>
                <c:pt idx="17892">
                  <c:v>190.97</c:v>
                </c:pt>
                <c:pt idx="17893">
                  <c:v>95.55</c:v>
                </c:pt>
                <c:pt idx="17894">
                  <c:v>191.91</c:v>
                </c:pt>
                <c:pt idx="17895">
                  <c:v>126.95</c:v>
                </c:pt>
                <c:pt idx="17896">
                  <c:v>66.290000000000006</c:v>
                </c:pt>
                <c:pt idx="17897">
                  <c:v>99.98</c:v>
                </c:pt>
                <c:pt idx="17898">
                  <c:v>105.98</c:v>
                </c:pt>
                <c:pt idx="17899">
                  <c:v>104.98</c:v>
                </c:pt>
                <c:pt idx="17900">
                  <c:v>109.98</c:v>
                </c:pt>
                <c:pt idx="17901">
                  <c:v>84.99</c:v>
                </c:pt>
                <c:pt idx="17902">
                  <c:v>79.36</c:v>
                </c:pt>
                <c:pt idx="17903">
                  <c:v>96.98</c:v>
                </c:pt>
                <c:pt idx="17904">
                  <c:v>171.97</c:v>
                </c:pt>
                <c:pt idx="17905">
                  <c:v>77.98</c:v>
                </c:pt>
                <c:pt idx="17906">
                  <c:v>104.98</c:v>
                </c:pt>
                <c:pt idx="17907">
                  <c:v>96.98</c:v>
                </c:pt>
                <c:pt idx="17908">
                  <c:v>96.98</c:v>
                </c:pt>
                <c:pt idx="17909">
                  <c:v>105.98</c:v>
                </c:pt>
                <c:pt idx="17910">
                  <c:v>104.98</c:v>
                </c:pt>
                <c:pt idx="17911">
                  <c:v>96.98</c:v>
                </c:pt>
                <c:pt idx="17912">
                  <c:v>68.989999999999995</c:v>
                </c:pt>
                <c:pt idx="17913">
                  <c:v>84.99</c:v>
                </c:pt>
                <c:pt idx="17914">
                  <c:v>68.319999999999993</c:v>
                </c:pt>
                <c:pt idx="17915">
                  <c:v>96.98</c:v>
                </c:pt>
                <c:pt idx="17916">
                  <c:v>53.53</c:v>
                </c:pt>
                <c:pt idx="17917">
                  <c:v>77.98</c:v>
                </c:pt>
                <c:pt idx="17918">
                  <c:v>89.97</c:v>
                </c:pt>
                <c:pt idx="17919">
                  <c:v>77.98</c:v>
                </c:pt>
                <c:pt idx="17920">
                  <c:v>84.99</c:v>
                </c:pt>
                <c:pt idx="17921">
                  <c:v>84.99</c:v>
                </c:pt>
                <c:pt idx="17922">
                  <c:v>143.97</c:v>
                </c:pt>
                <c:pt idx="17923">
                  <c:v>50.95</c:v>
                </c:pt>
                <c:pt idx="17924">
                  <c:v>65.989999999999995</c:v>
                </c:pt>
                <c:pt idx="17925">
                  <c:v>84.99</c:v>
                </c:pt>
                <c:pt idx="17926">
                  <c:v>96.98</c:v>
                </c:pt>
                <c:pt idx="17927">
                  <c:v>108.97</c:v>
                </c:pt>
                <c:pt idx="17928">
                  <c:v>51.94</c:v>
                </c:pt>
                <c:pt idx="17929">
                  <c:v>161.96</c:v>
                </c:pt>
                <c:pt idx="17930">
                  <c:v>199.96</c:v>
                </c:pt>
                <c:pt idx="17931">
                  <c:v>99.96</c:v>
                </c:pt>
                <c:pt idx="17932">
                  <c:v>59.96</c:v>
                </c:pt>
                <c:pt idx="17933">
                  <c:v>161.96</c:v>
                </c:pt>
                <c:pt idx="17934">
                  <c:v>119.98</c:v>
                </c:pt>
                <c:pt idx="17935">
                  <c:v>205.95</c:v>
                </c:pt>
                <c:pt idx="17936">
                  <c:v>169.98</c:v>
                </c:pt>
                <c:pt idx="17937">
                  <c:v>169.98</c:v>
                </c:pt>
                <c:pt idx="17938">
                  <c:v>118.39</c:v>
                </c:pt>
                <c:pt idx="17939">
                  <c:v>134.97999999999999</c:v>
                </c:pt>
                <c:pt idx="17940">
                  <c:v>112.47</c:v>
                </c:pt>
                <c:pt idx="17941">
                  <c:v>79.98</c:v>
                </c:pt>
                <c:pt idx="17942">
                  <c:v>121.98</c:v>
                </c:pt>
                <c:pt idx="17943">
                  <c:v>168.28</c:v>
                </c:pt>
                <c:pt idx="17944">
                  <c:v>168.28</c:v>
                </c:pt>
                <c:pt idx="17945">
                  <c:v>254.97</c:v>
                </c:pt>
                <c:pt idx="17946">
                  <c:v>163.65</c:v>
                </c:pt>
                <c:pt idx="17947">
                  <c:v>59.39</c:v>
                </c:pt>
                <c:pt idx="17948">
                  <c:v>168.28</c:v>
                </c:pt>
                <c:pt idx="17949">
                  <c:v>158.28</c:v>
                </c:pt>
                <c:pt idx="17950">
                  <c:v>253.27</c:v>
                </c:pt>
                <c:pt idx="17951">
                  <c:v>294.19</c:v>
                </c:pt>
                <c:pt idx="17952">
                  <c:v>152.97999999999999</c:v>
                </c:pt>
                <c:pt idx="17953">
                  <c:v>254.97</c:v>
                </c:pt>
                <c:pt idx="17954">
                  <c:v>186.44</c:v>
                </c:pt>
                <c:pt idx="17955">
                  <c:v>255.96</c:v>
                </c:pt>
                <c:pt idx="17956">
                  <c:v>135.97999999999999</c:v>
                </c:pt>
                <c:pt idx="17957">
                  <c:v>203.95</c:v>
                </c:pt>
                <c:pt idx="17958">
                  <c:v>167.96</c:v>
                </c:pt>
                <c:pt idx="17959">
                  <c:v>168.28</c:v>
                </c:pt>
                <c:pt idx="17960">
                  <c:v>206.97</c:v>
                </c:pt>
                <c:pt idx="17961">
                  <c:v>169.98</c:v>
                </c:pt>
                <c:pt idx="17962">
                  <c:v>121.98</c:v>
                </c:pt>
                <c:pt idx="17963">
                  <c:v>148.72</c:v>
                </c:pt>
                <c:pt idx="17964">
                  <c:v>59.98</c:v>
                </c:pt>
                <c:pt idx="17965">
                  <c:v>169.98</c:v>
                </c:pt>
                <c:pt idx="17966">
                  <c:v>224.96</c:v>
                </c:pt>
                <c:pt idx="17967">
                  <c:v>141.94999999999999</c:v>
                </c:pt>
                <c:pt idx="17968">
                  <c:v>101.06</c:v>
                </c:pt>
                <c:pt idx="17969">
                  <c:v>154.97</c:v>
                </c:pt>
                <c:pt idx="17970">
                  <c:v>79.34</c:v>
                </c:pt>
                <c:pt idx="17971">
                  <c:v>184.94</c:v>
                </c:pt>
                <c:pt idx="17972">
                  <c:v>80.98</c:v>
                </c:pt>
                <c:pt idx="17973">
                  <c:v>82.78</c:v>
                </c:pt>
                <c:pt idx="17974">
                  <c:v>99.98</c:v>
                </c:pt>
                <c:pt idx="17975">
                  <c:v>99.98</c:v>
                </c:pt>
                <c:pt idx="17976">
                  <c:v>84.99</c:v>
                </c:pt>
                <c:pt idx="17977">
                  <c:v>84.99</c:v>
                </c:pt>
                <c:pt idx="17978">
                  <c:v>84.99</c:v>
                </c:pt>
                <c:pt idx="17979">
                  <c:v>99.98</c:v>
                </c:pt>
                <c:pt idx="17980">
                  <c:v>80.98</c:v>
                </c:pt>
                <c:pt idx="17981">
                  <c:v>131.97999999999999</c:v>
                </c:pt>
                <c:pt idx="17982">
                  <c:v>84.99</c:v>
                </c:pt>
                <c:pt idx="17983">
                  <c:v>121.98</c:v>
                </c:pt>
                <c:pt idx="17984">
                  <c:v>76.84</c:v>
                </c:pt>
                <c:pt idx="17985">
                  <c:v>84.99</c:v>
                </c:pt>
                <c:pt idx="17986">
                  <c:v>98.99</c:v>
                </c:pt>
                <c:pt idx="17987">
                  <c:v>193.63</c:v>
                </c:pt>
                <c:pt idx="17988">
                  <c:v>234.97</c:v>
                </c:pt>
                <c:pt idx="17989">
                  <c:v>193.63</c:v>
                </c:pt>
                <c:pt idx="17990">
                  <c:v>266.45</c:v>
                </c:pt>
                <c:pt idx="17991">
                  <c:v>234.97</c:v>
                </c:pt>
                <c:pt idx="17992">
                  <c:v>248.95</c:v>
                </c:pt>
                <c:pt idx="17993">
                  <c:v>248.95</c:v>
                </c:pt>
                <c:pt idx="17994">
                  <c:v>175.16</c:v>
                </c:pt>
                <c:pt idx="17995">
                  <c:v>175.16</c:v>
                </c:pt>
                <c:pt idx="17996">
                  <c:v>266.45</c:v>
                </c:pt>
                <c:pt idx="17997">
                  <c:v>168.94</c:v>
                </c:pt>
                <c:pt idx="17998">
                  <c:v>66.13</c:v>
                </c:pt>
                <c:pt idx="17999">
                  <c:v>84.99</c:v>
                </c:pt>
                <c:pt idx="18000">
                  <c:v>168.94</c:v>
                </c:pt>
                <c:pt idx="18001">
                  <c:v>83.61</c:v>
                </c:pt>
                <c:pt idx="18002">
                  <c:v>94.54</c:v>
                </c:pt>
                <c:pt idx="18003">
                  <c:v>66.13</c:v>
                </c:pt>
                <c:pt idx="18004">
                  <c:v>116.97</c:v>
                </c:pt>
                <c:pt idx="18005">
                  <c:v>116.97</c:v>
                </c:pt>
                <c:pt idx="18006">
                  <c:v>65.81</c:v>
                </c:pt>
                <c:pt idx="18007">
                  <c:v>65.81</c:v>
                </c:pt>
                <c:pt idx="18008">
                  <c:v>91.98</c:v>
                </c:pt>
                <c:pt idx="18009">
                  <c:v>84.99</c:v>
                </c:pt>
                <c:pt idx="18010">
                  <c:v>98.79</c:v>
                </c:pt>
                <c:pt idx="18011">
                  <c:v>99.29</c:v>
                </c:pt>
                <c:pt idx="18012">
                  <c:v>117.09</c:v>
                </c:pt>
                <c:pt idx="18013">
                  <c:v>99.29</c:v>
                </c:pt>
                <c:pt idx="18014">
                  <c:v>117.09</c:v>
                </c:pt>
                <c:pt idx="18015">
                  <c:v>84.98</c:v>
                </c:pt>
                <c:pt idx="18016">
                  <c:v>101.98</c:v>
                </c:pt>
                <c:pt idx="18017">
                  <c:v>83.61</c:v>
                </c:pt>
                <c:pt idx="18018">
                  <c:v>83.71</c:v>
                </c:pt>
                <c:pt idx="18019">
                  <c:v>84.98</c:v>
                </c:pt>
                <c:pt idx="18020">
                  <c:v>71.33</c:v>
                </c:pt>
                <c:pt idx="18021">
                  <c:v>71.33</c:v>
                </c:pt>
                <c:pt idx="18022">
                  <c:v>83.71</c:v>
                </c:pt>
                <c:pt idx="18023">
                  <c:v>98.79</c:v>
                </c:pt>
                <c:pt idx="18024">
                  <c:v>91.98</c:v>
                </c:pt>
                <c:pt idx="18025">
                  <c:v>101.98</c:v>
                </c:pt>
                <c:pt idx="18026">
                  <c:v>105.96</c:v>
                </c:pt>
                <c:pt idx="18027">
                  <c:v>94.54</c:v>
                </c:pt>
                <c:pt idx="18028">
                  <c:v>99.98</c:v>
                </c:pt>
                <c:pt idx="18029">
                  <c:v>116.97</c:v>
                </c:pt>
                <c:pt idx="18030">
                  <c:v>60.98</c:v>
                </c:pt>
                <c:pt idx="18031">
                  <c:v>60.98</c:v>
                </c:pt>
                <c:pt idx="18032">
                  <c:v>64.010000000000005</c:v>
                </c:pt>
                <c:pt idx="18033">
                  <c:v>64.010000000000005</c:v>
                </c:pt>
                <c:pt idx="18034">
                  <c:v>117.93</c:v>
                </c:pt>
                <c:pt idx="18035">
                  <c:v>82.97</c:v>
                </c:pt>
                <c:pt idx="18036">
                  <c:v>82.97</c:v>
                </c:pt>
                <c:pt idx="18037">
                  <c:v>99.98</c:v>
                </c:pt>
                <c:pt idx="18038">
                  <c:v>86.95</c:v>
                </c:pt>
                <c:pt idx="18039">
                  <c:v>101.98</c:v>
                </c:pt>
                <c:pt idx="18040">
                  <c:v>105.95</c:v>
                </c:pt>
                <c:pt idx="18041">
                  <c:v>105.95</c:v>
                </c:pt>
                <c:pt idx="18042">
                  <c:v>117.93</c:v>
                </c:pt>
                <c:pt idx="18043">
                  <c:v>86.95</c:v>
                </c:pt>
                <c:pt idx="18044">
                  <c:v>79.239999999999995</c:v>
                </c:pt>
                <c:pt idx="18045">
                  <c:v>79.239999999999995</c:v>
                </c:pt>
                <c:pt idx="18046">
                  <c:v>168.11</c:v>
                </c:pt>
                <c:pt idx="18047">
                  <c:v>101.98</c:v>
                </c:pt>
                <c:pt idx="18048">
                  <c:v>59.98</c:v>
                </c:pt>
                <c:pt idx="18049">
                  <c:v>116.97</c:v>
                </c:pt>
                <c:pt idx="18050">
                  <c:v>99.79</c:v>
                </c:pt>
                <c:pt idx="18051">
                  <c:v>130.78</c:v>
                </c:pt>
                <c:pt idx="18052">
                  <c:v>130.78</c:v>
                </c:pt>
                <c:pt idx="18053">
                  <c:v>81.81</c:v>
                </c:pt>
                <c:pt idx="18054">
                  <c:v>81.81</c:v>
                </c:pt>
                <c:pt idx="18055">
                  <c:v>116.97</c:v>
                </c:pt>
                <c:pt idx="18056">
                  <c:v>56.98</c:v>
                </c:pt>
                <c:pt idx="18057">
                  <c:v>56.98</c:v>
                </c:pt>
                <c:pt idx="18058">
                  <c:v>116.97</c:v>
                </c:pt>
                <c:pt idx="18059">
                  <c:v>79.98</c:v>
                </c:pt>
                <c:pt idx="18060">
                  <c:v>99.79</c:v>
                </c:pt>
                <c:pt idx="18061">
                  <c:v>82.98</c:v>
                </c:pt>
                <c:pt idx="18062">
                  <c:v>105.96</c:v>
                </c:pt>
                <c:pt idx="18063">
                  <c:v>83.94</c:v>
                </c:pt>
                <c:pt idx="18064">
                  <c:v>83.94</c:v>
                </c:pt>
                <c:pt idx="18065">
                  <c:v>67.930000000000007</c:v>
                </c:pt>
                <c:pt idx="18066">
                  <c:v>67.930000000000007</c:v>
                </c:pt>
                <c:pt idx="18067">
                  <c:v>168.11</c:v>
                </c:pt>
                <c:pt idx="18068">
                  <c:v>59.98</c:v>
                </c:pt>
                <c:pt idx="18069">
                  <c:v>79.98</c:v>
                </c:pt>
                <c:pt idx="18070">
                  <c:v>82.98</c:v>
                </c:pt>
                <c:pt idx="18071">
                  <c:v>99.18</c:v>
                </c:pt>
                <c:pt idx="18072">
                  <c:v>170.56</c:v>
                </c:pt>
                <c:pt idx="18073">
                  <c:v>159.66999999999999</c:v>
                </c:pt>
                <c:pt idx="18074">
                  <c:v>166.93</c:v>
                </c:pt>
                <c:pt idx="18075">
                  <c:v>115.41</c:v>
                </c:pt>
                <c:pt idx="18076">
                  <c:v>187.49</c:v>
                </c:pt>
                <c:pt idx="18077">
                  <c:v>150.97</c:v>
                </c:pt>
                <c:pt idx="18078">
                  <c:v>202.02</c:v>
                </c:pt>
                <c:pt idx="18079">
                  <c:v>105.22</c:v>
                </c:pt>
                <c:pt idx="18080">
                  <c:v>147.58000000000001</c:v>
                </c:pt>
                <c:pt idx="18081">
                  <c:v>67.489999999999995</c:v>
                </c:pt>
                <c:pt idx="18082">
                  <c:v>49.99</c:v>
                </c:pt>
                <c:pt idx="18083">
                  <c:v>65.989999999999995</c:v>
                </c:pt>
                <c:pt idx="18084">
                  <c:v>84.99</c:v>
                </c:pt>
                <c:pt idx="18085">
                  <c:v>84.99</c:v>
                </c:pt>
                <c:pt idx="18086">
                  <c:v>67.489999999999995</c:v>
                </c:pt>
                <c:pt idx="18087">
                  <c:v>67.489999999999995</c:v>
                </c:pt>
                <c:pt idx="18088">
                  <c:v>67.489999999999995</c:v>
                </c:pt>
                <c:pt idx="18089">
                  <c:v>67.489999999999995</c:v>
                </c:pt>
                <c:pt idx="18090">
                  <c:v>68.989999999999995</c:v>
                </c:pt>
                <c:pt idx="18091">
                  <c:v>77.989999999999995</c:v>
                </c:pt>
                <c:pt idx="18092">
                  <c:v>67.489999999999995</c:v>
                </c:pt>
                <c:pt idx="18093">
                  <c:v>86.49</c:v>
                </c:pt>
                <c:pt idx="18094">
                  <c:v>49.99</c:v>
                </c:pt>
                <c:pt idx="18095">
                  <c:v>66.489999999999995</c:v>
                </c:pt>
                <c:pt idx="18096">
                  <c:v>68.290000000000006</c:v>
                </c:pt>
                <c:pt idx="18097">
                  <c:v>67.489999999999995</c:v>
                </c:pt>
                <c:pt idx="18098">
                  <c:v>65.989999999999995</c:v>
                </c:pt>
                <c:pt idx="18099">
                  <c:v>86.49</c:v>
                </c:pt>
                <c:pt idx="18100">
                  <c:v>67.489999999999995</c:v>
                </c:pt>
                <c:pt idx="18101">
                  <c:v>109.98</c:v>
                </c:pt>
                <c:pt idx="18102">
                  <c:v>83.98</c:v>
                </c:pt>
                <c:pt idx="18103">
                  <c:v>84.99</c:v>
                </c:pt>
                <c:pt idx="18104">
                  <c:v>84.99</c:v>
                </c:pt>
                <c:pt idx="18105">
                  <c:v>84.99</c:v>
                </c:pt>
                <c:pt idx="18106">
                  <c:v>130.38</c:v>
                </c:pt>
                <c:pt idx="18107">
                  <c:v>105.98</c:v>
                </c:pt>
                <c:pt idx="18108">
                  <c:v>109.98</c:v>
                </c:pt>
                <c:pt idx="18109">
                  <c:v>89.98</c:v>
                </c:pt>
                <c:pt idx="18110">
                  <c:v>99.97</c:v>
                </c:pt>
                <c:pt idx="18111">
                  <c:v>169.98</c:v>
                </c:pt>
                <c:pt idx="18112">
                  <c:v>125.97</c:v>
                </c:pt>
                <c:pt idx="18113">
                  <c:v>65.989999999999995</c:v>
                </c:pt>
                <c:pt idx="18114">
                  <c:v>104.98</c:v>
                </c:pt>
                <c:pt idx="18115">
                  <c:v>185.97</c:v>
                </c:pt>
                <c:pt idx="18116">
                  <c:v>118.78</c:v>
                </c:pt>
                <c:pt idx="18117">
                  <c:v>157.36000000000001</c:v>
                </c:pt>
                <c:pt idx="18118">
                  <c:v>169.98</c:v>
                </c:pt>
                <c:pt idx="18119">
                  <c:v>169.98</c:v>
                </c:pt>
                <c:pt idx="18120">
                  <c:v>131.97999999999999</c:v>
                </c:pt>
                <c:pt idx="18121">
                  <c:v>58.2</c:v>
                </c:pt>
                <c:pt idx="18122">
                  <c:v>225.94</c:v>
                </c:pt>
                <c:pt idx="18123">
                  <c:v>89.98</c:v>
                </c:pt>
                <c:pt idx="18124">
                  <c:v>169.98</c:v>
                </c:pt>
                <c:pt idx="18125">
                  <c:v>119.97</c:v>
                </c:pt>
                <c:pt idx="18126">
                  <c:v>149.97</c:v>
                </c:pt>
                <c:pt idx="18127">
                  <c:v>169.98</c:v>
                </c:pt>
                <c:pt idx="18128">
                  <c:v>189.97</c:v>
                </c:pt>
                <c:pt idx="18129">
                  <c:v>59.97</c:v>
                </c:pt>
                <c:pt idx="18130">
                  <c:v>115.97</c:v>
                </c:pt>
                <c:pt idx="18131">
                  <c:v>71.989999999999995</c:v>
                </c:pt>
                <c:pt idx="18132">
                  <c:v>79.989999999999995</c:v>
                </c:pt>
                <c:pt idx="18133">
                  <c:v>79.989999999999995</c:v>
                </c:pt>
                <c:pt idx="18134">
                  <c:v>151.66999999999999</c:v>
                </c:pt>
                <c:pt idx="18135">
                  <c:v>69.510000000000005</c:v>
                </c:pt>
                <c:pt idx="18136">
                  <c:v>79.989999999999995</c:v>
                </c:pt>
                <c:pt idx="18137">
                  <c:v>79.989999999999995</c:v>
                </c:pt>
                <c:pt idx="18138">
                  <c:v>79.989999999999995</c:v>
                </c:pt>
                <c:pt idx="18139">
                  <c:v>59.99</c:v>
                </c:pt>
                <c:pt idx="18140">
                  <c:v>60.99</c:v>
                </c:pt>
                <c:pt idx="18141">
                  <c:v>159.97999999999999</c:v>
                </c:pt>
                <c:pt idx="18142">
                  <c:v>60.99</c:v>
                </c:pt>
                <c:pt idx="18143">
                  <c:v>79.989999999999995</c:v>
                </c:pt>
                <c:pt idx="18144">
                  <c:v>79.88</c:v>
                </c:pt>
                <c:pt idx="18145">
                  <c:v>79.989999999999995</c:v>
                </c:pt>
                <c:pt idx="18146">
                  <c:v>148.66</c:v>
                </c:pt>
                <c:pt idx="18147">
                  <c:v>155.97999999999999</c:v>
                </c:pt>
                <c:pt idx="18148">
                  <c:v>93.98</c:v>
                </c:pt>
                <c:pt idx="18149">
                  <c:v>74.98</c:v>
                </c:pt>
                <c:pt idx="18150">
                  <c:v>79.989999999999995</c:v>
                </c:pt>
                <c:pt idx="18151">
                  <c:v>60.99</c:v>
                </c:pt>
                <c:pt idx="18152">
                  <c:v>132.66999999999999</c:v>
                </c:pt>
                <c:pt idx="18153">
                  <c:v>60.99</c:v>
                </c:pt>
                <c:pt idx="18154">
                  <c:v>79.989999999999995</c:v>
                </c:pt>
                <c:pt idx="18155">
                  <c:v>71.989999999999995</c:v>
                </c:pt>
                <c:pt idx="18156">
                  <c:v>121.97</c:v>
                </c:pt>
                <c:pt idx="18157">
                  <c:v>103.97</c:v>
                </c:pt>
                <c:pt idx="18158">
                  <c:v>221.46</c:v>
                </c:pt>
                <c:pt idx="18159">
                  <c:v>556.87</c:v>
                </c:pt>
                <c:pt idx="18160">
                  <c:v>148.96</c:v>
                </c:pt>
                <c:pt idx="18161">
                  <c:v>180.16</c:v>
                </c:pt>
                <c:pt idx="18162">
                  <c:v>190.96</c:v>
                </c:pt>
                <c:pt idx="18163">
                  <c:v>143.46</c:v>
                </c:pt>
                <c:pt idx="18164">
                  <c:v>148.75</c:v>
                </c:pt>
                <c:pt idx="18165">
                  <c:v>132.75</c:v>
                </c:pt>
                <c:pt idx="18166">
                  <c:v>197.97</c:v>
                </c:pt>
                <c:pt idx="18167">
                  <c:v>168.07</c:v>
                </c:pt>
                <c:pt idx="18168">
                  <c:v>193.95</c:v>
                </c:pt>
                <c:pt idx="18169">
                  <c:v>170.96</c:v>
                </c:pt>
                <c:pt idx="18170">
                  <c:v>112.18</c:v>
                </c:pt>
                <c:pt idx="18171">
                  <c:v>143.27000000000001</c:v>
                </c:pt>
                <c:pt idx="18172">
                  <c:v>171.97</c:v>
                </c:pt>
                <c:pt idx="18173">
                  <c:v>131.97999999999999</c:v>
                </c:pt>
                <c:pt idx="18174">
                  <c:v>185.96</c:v>
                </c:pt>
                <c:pt idx="18175">
                  <c:v>172.97</c:v>
                </c:pt>
                <c:pt idx="18176">
                  <c:v>119.96</c:v>
                </c:pt>
                <c:pt idx="18177">
                  <c:v>169.97</c:v>
                </c:pt>
                <c:pt idx="18178">
                  <c:v>124.96</c:v>
                </c:pt>
                <c:pt idx="18179">
                  <c:v>99.98</c:v>
                </c:pt>
                <c:pt idx="18180">
                  <c:v>147.68</c:v>
                </c:pt>
                <c:pt idx="18181">
                  <c:v>185.96</c:v>
                </c:pt>
                <c:pt idx="18182">
                  <c:v>105.97</c:v>
                </c:pt>
                <c:pt idx="18183">
                  <c:v>105.98</c:v>
                </c:pt>
                <c:pt idx="18184">
                  <c:v>131.97999999999999</c:v>
                </c:pt>
                <c:pt idx="18185">
                  <c:v>263.95999999999998</c:v>
                </c:pt>
                <c:pt idx="18186">
                  <c:v>313.95</c:v>
                </c:pt>
                <c:pt idx="18187">
                  <c:v>185.96</c:v>
                </c:pt>
                <c:pt idx="18188">
                  <c:v>252.88</c:v>
                </c:pt>
                <c:pt idx="18189">
                  <c:v>170.25</c:v>
                </c:pt>
                <c:pt idx="18190">
                  <c:v>171.97</c:v>
                </c:pt>
                <c:pt idx="18191">
                  <c:v>170.25</c:v>
                </c:pt>
                <c:pt idx="18192">
                  <c:v>171.97</c:v>
                </c:pt>
                <c:pt idx="18193">
                  <c:v>41.29</c:v>
                </c:pt>
                <c:pt idx="18194">
                  <c:v>55.98</c:v>
                </c:pt>
                <c:pt idx="18195">
                  <c:v>87.78</c:v>
                </c:pt>
                <c:pt idx="18196">
                  <c:v>41.29</c:v>
                </c:pt>
                <c:pt idx="18197">
                  <c:v>100.98</c:v>
                </c:pt>
                <c:pt idx="18198">
                  <c:v>84.98</c:v>
                </c:pt>
                <c:pt idx="18199">
                  <c:v>100.98</c:v>
                </c:pt>
                <c:pt idx="18200">
                  <c:v>100.98</c:v>
                </c:pt>
                <c:pt idx="18201">
                  <c:v>62.68</c:v>
                </c:pt>
                <c:pt idx="18202">
                  <c:v>81.98</c:v>
                </c:pt>
                <c:pt idx="18203">
                  <c:v>55.98</c:v>
                </c:pt>
                <c:pt idx="18204">
                  <c:v>100.98</c:v>
                </c:pt>
                <c:pt idx="18205">
                  <c:v>170.97</c:v>
                </c:pt>
                <c:pt idx="18206">
                  <c:v>75.97</c:v>
                </c:pt>
                <c:pt idx="18207">
                  <c:v>111.12</c:v>
                </c:pt>
                <c:pt idx="18208">
                  <c:v>100.98</c:v>
                </c:pt>
                <c:pt idx="18209">
                  <c:v>55.98</c:v>
                </c:pt>
                <c:pt idx="18210">
                  <c:v>100.98</c:v>
                </c:pt>
                <c:pt idx="18211">
                  <c:v>100.98</c:v>
                </c:pt>
                <c:pt idx="18212">
                  <c:v>169.98</c:v>
                </c:pt>
                <c:pt idx="18213">
                  <c:v>131.97999999999999</c:v>
                </c:pt>
                <c:pt idx="18214">
                  <c:v>274.95999999999998</c:v>
                </c:pt>
                <c:pt idx="18215">
                  <c:v>220.26</c:v>
                </c:pt>
                <c:pt idx="18216">
                  <c:v>212.95</c:v>
                </c:pt>
                <c:pt idx="18217">
                  <c:v>172.93</c:v>
                </c:pt>
                <c:pt idx="18218">
                  <c:v>159.97999999999999</c:v>
                </c:pt>
                <c:pt idx="18219">
                  <c:v>150.18</c:v>
                </c:pt>
                <c:pt idx="18220">
                  <c:v>79.98</c:v>
                </c:pt>
                <c:pt idx="18221">
                  <c:v>169.98</c:v>
                </c:pt>
                <c:pt idx="18222">
                  <c:v>163.96</c:v>
                </c:pt>
                <c:pt idx="18223">
                  <c:v>264.86</c:v>
                </c:pt>
                <c:pt idx="18224">
                  <c:v>169.98</c:v>
                </c:pt>
                <c:pt idx="18225">
                  <c:v>281.44</c:v>
                </c:pt>
                <c:pt idx="18226">
                  <c:v>449.92</c:v>
                </c:pt>
                <c:pt idx="18227">
                  <c:v>211.92</c:v>
                </c:pt>
                <c:pt idx="18228">
                  <c:v>140.34</c:v>
                </c:pt>
                <c:pt idx="18229">
                  <c:v>165.74</c:v>
                </c:pt>
                <c:pt idx="18230">
                  <c:v>131.13</c:v>
                </c:pt>
                <c:pt idx="18231">
                  <c:v>147.6</c:v>
                </c:pt>
                <c:pt idx="18232">
                  <c:v>159.69999999999999</c:v>
                </c:pt>
                <c:pt idx="18233">
                  <c:v>185.97</c:v>
                </c:pt>
                <c:pt idx="18234">
                  <c:v>152.6</c:v>
                </c:pt>
                <c:pt idx="18235">
                  <c:v>79.84</c:v>
                </c:pt>
                <c:pt idx="18236">
                  <c:v>159.69999999999999</c:v>
                </c:pt>
                <c:pt idx="18237">
                  <c:v>159.69999999999999</c:v>
                </c:pt>
                <c:pt idx="18238">
                  <c:v>159.69999999999999</c:v>
                </c:pt>
                <c:pt idx="18239">
                  <c:v>122.17</c:v>
                </c:pt>
                <c:pt idx="18240">
                  <c:v>120.98</c:v>
                </c:pt>
                <c:pt idx="18241">
                  <c:v>160.88999999999999</c:v>
                </c:pt>
                <c:pt idx="18242">
                  <c:v>159.69999999999999</c:v>
                </c:pt>
                <c:pt idx="18243">
                  <c:v>180.86</c:v>
                </c:pt>
                <c:pt idx="18244">
                  <c:v>147.6</c:v>
                </c:pt>
                <c:pt idx="18245">
                  <c:v>160.88999999999999</c:v>
                </c:pt>
                <c:pt idx="18246">
                  <c:v>64.98</c:v>
                </c:pt>
                <c:pt idx="18247">
                  <c:v>119.98</c:v>
                </c:pt>
                <c:pt idx="18248">
                  <c:v>114.97</c:v>
                </c:pt>
                <c:pt idx="18249">
                  <c:v>207.43</c:v>
                </c:pt>
                <c:pt idx="18250">
                  <c:v>169.98</c:v>
                </c:pt>
                <c:pt idx="18251">
                  <c:v>131.97999999999999</c:v>
                </c:pt>
                <c:pt idx="18252">
                  <c:v>165.97</c:v>
                </c:pt>
                <c:pt idx="18253">
                  <c:v>278.95</c:v>
                </c:pt>
                <c:pt idx="18254">
                  <c:v>169.98</c:v>
                </c:pt>
                <c:pt idx="18255">
                  <c:v>223.66</c:v>
                </c:pt>
                <c:pt idx="18256">
                  <c:v>134.97999999999999</c:v>
                </c:pt>
                <c:pt idx="18257">
                  <c:v>134.97999999999999</c:v>
                </c:pt>
                <c:pt idx="18258">
                  <c:v>170.29</c:v>
                </c:pt>
                <c:pt idx="18259">
                  <c:v>304.42</c:v>
                </c:pt>
                <c:pt idx="18260">
                  <c:v>145.97</c:v>
                </c:pt>
                <c:pt idx="18261">
                  <c:v>169.98</c:v>
                </c:pt>
                <c:pt idx="18262">
                  <c:v>54.99</c:v>
                </c:pt>
                <c:pt idx="18263">
                  <c:v>404.91</c:v>
                </c:pt>
                <c:pt idx="18264">
                  <c:v>89.5</c:v>
                </c:pt>
                <c:pt idx="18265">
                  <c:v>105.94</c:v>
                </c:pt>
                <c:pt idx="18266">
                  <c:v>253.94</c:v>
                </c:pt>
                <c:pt idx="18267">
                  <c:v>54.99</c:v>
                </c:pt>
                <c:pt idx="18268">
                  <c:v>339.96</c:v>
                </c:pt>
                <c:pt idx="18269">
                  <c:v>105.94</c:v>
                </c:pt>
                <c:pt idx="18270">
                  <c:v>253.94</c:v>
                </c:pt>
                <c:pt idx="18271">
                  <c:v>339.96</c:v>
                </c:pt>
                <c:pt idx="18272">
                  <c:v>404.91</c:v>
                </c:pt>
                <c:pt idx="18273">
                  <c:v>89.5</c:v>
                </c:pt>
                <c:pt idx="18274">
                  <c:v>287.94</c:v>
                </c:pt>
                <c:pt idx="18275">
                  <c:v>424.95</c:v>
                </c:pt>
                <c:pt idx="18276">
                  <c:v>247.54</c:v>
                </c:pt>
                <c:pt idx="18277">
                  <c:v>247.54</c:v>
                </c:pt>
                <c:pt idx="18278">
                  <c:v>59.96</c:v>
                </c:pt>
                <c:pt idx="18279">
                  <c:v>135.96</c:v>
                </c:pt>
                <c:pt idx="18280">
                  <c:v>135.96</c:v>
                </c:pt>
                <c:pt idx="18281">
                  <c:v>258.83999999999997</c:v>
                </c:pt>
                <c:pt idx="18282">
                  <c:v>59.96</c:v>
                </c:pt>
                <c:pt idx="18283">
                  <c:v>379.92</c:v>
                </c:pt>
                <c:pt idx="18284">
                  <c:v>379.92</c:v>
                </c:pt>
                <c:pt idx="18285">
                  <c:v>258.83999999999997</c:v>
                </c:pt>
                <c:pt idx="18286">
                  <c:v>424.95</c:v>
                </c:pt>
                <c:pt idx="18287">
                  <c:v>287.94</c:v>
                </c:pt>
                <c:pt idx="18288">
                  <c:v>254.97</c:v>
                </c:pt>
                <c:pt idx="18289">
                  <c:v>224.96</c:v>
                </c:pt>
                <c:pt idx="18290">
                  <c:v>339.96</c:v>
                </c:pt>
                <c:pt idx="18291">
                  <c:v>339.96</c:v>
                </c:pt>
                <c:pt idx="18292">
                  <c:v>224.96</c:v>
                </c:pt>
                <c:pt idx="18293">
                  <c:v>254.97</c:v>
                </c:pt>
                <c:pt idx="18294">
                  <c:v>-1.5</c:v>
                </c:pt>
                <c:pt idx="18295">
                  <c:v>14.49</c:v>
                </c:pt>
                <c:pt idx="18296">
                  <c:v>80.97</c:v>
                </c:pt>
                <c:pt idx="18297">
                  <c:v>65.989999999999995</c:v>
                </c:pt>
                <c:pt idx="18298">
                  <c:v>88.6</c:v>
                </c:pt>
                <c:pt idx="18299">
                  <c:v>59.39</c:v>
                </c:pt>
                <c:pt idx="18300">
                  <c:v>65.989999999999995</c:v>
                </c:pt>
                <c:pt idx="18301">
                  <c:v>65.069999999999993</c:v>
                </c:pt>
                <c:pt idx="18302">
                  <c:v>137.74</c:v>
                </c:pt>
                <c:pt idx="18303">
                  <c:v>69.959999999999994</c:v>
                </c:pt>
                <c:pt idx="18304">
                  <c:v>90.36</c:v>
                </c:pt>
                <c:pt idx="18305">
                  <c:v>52.98</c:v>
                </c:pt>
                <c:pt idx="18306">
                  <c:v>55.77</c:v>
                </c:pt>
                <c:pt idx="18307">
                  <c:v>73.41</c:v>
                </c:pt>
                <c:pt idx="18308">
                  <c:v>123.27</c:v>
                </c:pt>
                <c:pt idx="18309">
                  <c:v>46.73</c:v>
                </c:pt>
                <c:pt idx="18310">
                  <c:v>131.97999999999999</c:v>
                </c:pt>
                <c:pt idx="18311">
                  <c:v>60.99</c:v>
                </c:pt>
                <c:pt idx="18312">
                  <c:v>89.97</c:v>
                </c:pt>
                <c:pt idx="18313">
                  <c:v>96.76</c:v>
                </c:pt>
                <c:pt idx="18314">
                  <c:v>60.99</c:v>
                </c:pt>
                <c:pt idx="18315">
                  <c:v>49.99</c:v>
                </c:pt>
                <c:pt idx="18316">
                  <c:v>60.99</c:v>
                </c:pt>
                <c:pt idx="18317">
                  <c:v>49.99</c:v>
                </c:pt>
                <c:pt idx="18318">
                  <c:v>50.95</c:v>
                </c:pt>
                <c:pt idx="18319">
                  <c:v>227.95</c:v>
                </c:pt>
                <c:pt idx="18320">
                  <c:v>164.96</c:v>
                </c:pt>
                <c:pt idx="18321">
                  <c:v>180.96</c:v>
                </c:pt>
                <c:pt idx="18322">
                  <c:v>197.97</c:v>
                </c:pt>
                <c:pt idx="18323">
                  <c:v>226.95</c:v>
                </c:pt>
                <c:pt idx="18324">
                  <c:v>219.35</c:v>
                </c:pt>
                <c:pt idx="18325">
                  <c:v>105.98</c:v>
                </c:pt>
                <c:pt idx="18326">
                  <c:v>75.98</c:v>
                </c:pt>
                <c:pt idx="18327">
                  <c:v>225.51</c:v>
                </c:pt>
                <c:pt idx="18328">
                  <c:v>209.26</c:v>
                </c:pt>
                <c:pt idx="18329">
                  <c:v>185.96</c:v>
                </c:pt>
                <c:pt idx="18330">
                  <c:v>210.16</c:v>
                </c:pt>
                <c:pt idx="18331">
                  <c:v>197.97</c:v>
                </c:pt>
                <c:pt idx="18332">
                  <c:v>163.44999999999999</c:v>
                </c:pt>
                <c:pt idx="18333">
                  <c:v>197.97</c:v>
                </c:pt>
                <c:pt idx="18334">
                  <c:v>84.99</c:v>
                </c:pt>
                <c:pt idx="18335">
                  <c:v>169.98</c:v>
                </c:pt>
                <c:pt idx="18336">
                  <c:v>169.98</c:v>
                </c:pt>
                <c:pt idx="18337">
                  <c:v>169.98</c:v>
                </c:pt>
                <c:pt idx="18338">
                  <c:v>202.85</c:v>
                </c:pt>
                <c:pt idx="18339">
                  <c:v>169.98</c:v>
                </c:pt>
                <c:pt idx="18340">
                  <c:v>131.97999999999999</c:v>
                </c:pt>
                <c:pt idx="18341">
                  <c:v>169.98</c:v>
                </c:pt>
                <c:pt idx="18342">
                  <c:v>169.98</c:v>
                </c:pt>
                <c:pt idx="18343">
                  <c:v>169.98</c:v>
                </c:pt>
                <c:pt idx="18344">
                  <c:v>184.97</c:v>
                </c:pt>
                <c:pt idx="18345">
                  <c:v>131.97999999999999</c:v>
                </c:pt>
                <c:pt idx="18346">
                  <c:v>139.61000000000001</c:v>
                </c:pt>
                <c:pt idx="18347">
                  <c:v>149.80000000000001</c:v>
                </c:pt>
                <c:pt idx="18348">
                  <c:v>319.39</c:v>
                </c:pt>
                <c:pt idx="18349">
                  <c:v>240.5</c:v>
                </c:pt>
                <c:pt idx="18350">
                  <c:v>120.98</c:v>
                </c:pt>
                <c:pt idx="18351">
                  <c:v>141.88</c:v>
                </c:pt>
                <c:pt idx="18352">
                  <c:v>159.69999999999999</c:v>
                </c:pt>
                <c:pt idx="18353">
                  <c:v>170.82</c:v>
                </c:pt>
                <c:pt idx="18354">
                  <c:v>215.59</c:v>
                </c:pt>
                <c:pt idx="18355">
                  <c:v>135.74</c:v>
                </c:pt>
                <c:pt idx="18356">
                  <c:v>203.59</c:v>
                </c:pt>
                <c:pt idx="18357">
                  <c:v>143.72</c:v>
                </c:pt>
                <c:pt idx="18358">
                  <c:v>169.34</c:v>
                </c:pt>
                <c:pt idx="18359">
                  <c:v>84.99</c:v>
                </c:pt>
                <c:pt idx="18360">
                  <c:v>159.69999999999999</c:v>
                </c:pt>
                <c:pt idx="18361">
                  <c:v>143.72</c:v>
                </c:pt>
                <c:pt idx="18362">
                  <c:v>183.92</c:v>
                </c:pt>
                <c:pt idx="18363">
                  <c:v>84.99</c:v>
                </c:pt>
                <c:pt idx="18364">
                  <c:v>163.96</c:v>
                </c:pt>
                <c:pt idx="18365">
                  <c:v>169.98</c:v>
                </c:pt>
                <c:pt idx="18366">
                  <c:v>191.47</c:v>
                </c:pt>
                <c:pt idx="18367">
                  <c:v>144.41</c:v>
                </c:pt>
                <c:pt idx="18368">
                  <c:v>169.98</c:v>
                </c:pt>
                <c:pt idx="18369">
                  <c:v>166.77</c:v>
                </c:pt>
                <c:pt idx="18370">
                  <c:v>152.97999999999999</c:v>
                </c:pt>
                <c:pt idx="18371">
                  <c:v>159.97999999999999</c:v>
                </c:pt>
                <c:pt idx="18372">
                  <c:v>108.78</c:v>
                </c:pt>
                <c:pt idx="18373">
                  <c:v>118.99</c:v>
                </c:pt>
                <c:pt idx="18374">
                  <c:v>166.58</c:v>
                </c:pt>
                <c:pt idx="18375">
                  <c:v>131.97999999999999</c:v>
                </c:pt>
                <c:pt idx="18376">
                  <c:v>171.97</c:v>
                </c:pt>
                <c:pt idx="18377">
                  <c:v>166.36</c:v>
                </c:pt>
                <c:pt idx="18378">
                  <c:v>169.98</c:v>
                </c:pt>
                <c:pt idx="18379">
                  <c:v>144.47999999999999</c:v>
                </c:pt>
                <c:pt idx="18380">
                  <c:v>126.13</c:v>
                </c:pt>
                <c:pt idx="18381">
                  <c:v>134.97999999999999</c:v>
                </c:pt>
                <c:pt idx="18382">
                  <c:v>169.98</c:v>
                </c:pt>
                <c:pt idx="18383">
                  <c:v>169.98</c:v>
                </c:pt>
                <c:pt idx="18384">
                  <c:v>75.98</c:v>
                </c:pt>
                <c:pt idx="18385">
                  <c:v>100.98</c:v>
                </c:pt>
                <c:pt idx="18386">
                  <c:v>253.96</c:v>
                </c:pt>
                <c:pt idx="18387">
                  <c:v>253.96</c:v>
                </c:pt>
                <c:pt idx="18388">
                  <c:v>187.97</c:v>
                </c:pt>
                <c:pt idx="18389">
                  <c:v>61.12</c:v>
                </c:pt>
                <c:pt idx="18390">
                  <c:v>247.46</c:v>
                </c:pt>
                <c:pt idx="18391">
                  <c:v>157.96</c:v>
                </c:pt>
                <c:pt idx="18392">
                  <c:v>126.98</c:v>
                </c:pt>
                <c:pt idx="18393">
                  <c:v>134.97999999999999</c:v>
                </c:pt>
                <c:pt idx="18394">
                  <c:v>169.98</c:v>
                </c:pt>
                <c:pt idx="18395">
                  <c:v>169.98</c:v>
                </c:pt>
                <c:pt idx="18396">
                  <c:v>154.44999999999999</c:v>
                </c:pt>
                <c:pt idx="18397">
                  <c:v>134.97999999999999</c:v>
                </c:pt>
                <c:pt idx="18398">
                  <c:v>169.98</c:v>
                </c:pt>
                <c:pt idx="18399">
                  <c:v>169.98</c:v>
                </c:pt>
                <c:pt idx="18400">
                  <c:v>149.97</c:v>
                </c:pt>
                <c:pt idx="18401">
                  <c:v>162.03</c:v>
                </c:pt>
                <c:pt idx="18402">
                  <c:v>84.99</c:v>
                </c:pt>
                <c:pt idx="18403">
                  <c:v>124.98</c:v>
                </c:pt>
                <c:pt idx="18404">
                  <c:v>199.97</c:v>
                </c:pt>
                <c:pt idx="18405">
                  <c:v>134.97999999999999</c:v>
                </c:pt>
                <c:pt idx="18406">
                  <c:v>84.99</c:v>
                </c:pt>
                <c:pt idx="18407">
                  <c:v>169.98</c:v>
                </c:pt>
                <c:pt idx="18408">
                  <c:v>150.18</c:v>
                </c:pt>
                <c:pt idx="18409">
                  <c:v>134.97999999999999</c:v>
                </c:pt>
                <c:pt idx="18410">
                  <c:v>124.98</c:v>
                </c:pt>
                <c:pt idx="18411">
                  <c:v>169.98</c:v>
                </c:pt>
                <c:pt idx="18412">
                  <c:v>178.97</c:v>
                </c:pt>
                <c:pt idx="18413">
                  <c:v>84.99</c:v>
                </c:pt>
                <c:pt idx="18414">
                  <c:v>160.08000000000001</c:v>
                </c:pt>
                <c:pt idx="18415">
                  <c:v>134.97999999999999</c:v>
                </c:pt>
                <c:pt idx="18416">
                  <c:v>84.99</c:v>
                </c:pt>
                <c:pt idx="18417">
                  <c:v>339.96</c:v>
                </c:pt>
                <c:pt idx="18418">
                  <c:v>79.98</c:v>
                </c:pt>
                <c:pt idx="18419">
                  <c:v>185.17</c:v>
                </c:pt>
                <c:pt idx="18420">
                  <c:v>339.96</c:v>
                </c:pt>
                <c:pt idx="18421">
                  <c:v>414.93</c:v>
                </c:pt>
                <c:pt idx="18422">
                  <c:v>169.98</c:v>
                </c:pt>
                <c:pt idx="18423">
                  <c:v>229.95</c:v>
                </c:pt>
                <c:pt idx="18424">
                  <c:v>260.95999999999998</c:v>
                </c:pt>
                <c:pt idx="18425">
                  <c:v>181.46</c:v>
                </c:pt>
                <c:pt idx="18426">
                  <c:v>299.94</c:v>
                </c:pt>
                <c:pt idx="18427">
                  <c:v>221.99</c:v>
                </c:pt>
                <c:pt idx="18428">
                  <c:v>120.97</c:v>
                </c:pt>
                <c:pt idx="18429">
                  <c:v>84.99</c:v>
                </c:pt>
                <c:pt idx="18430">
                  <c:v>177.97</c:v>
                </c:pt>
                <c:pt idx="18431">
                  <c:v>161.96</c:v>
                </c:pt>
                <c:pt idx="18432">
                  <c:v>84.99</c:v>
                </c:pt>
                <c:pt idx="18433">
                  <c:v>84.99</c:v>
                </c:pt>
                <c:pt idx="18434">
                  <c:v>104.98</c:v>
                </c:pt>
                <c:pt idx="18435">
                  <c:v>84.98</c:v>
                </c:pt>
                <c:pt idx="18436">
                  <c:v>84.99</c:v>
                </c:pt>
                <c:pt idx="18437">
                  <c:v>82.26</c:v>
                </c:pt>
                <c:pt idx="18438">
                  <c:v>185.97</c:v>
                </c:pt>
                <c:pt idx="18439">
                  <c:v>100.98</c:v>
                </c:pt>
                <c:pt idx="18440">
                  <c:v>119.96</c:v>
                </c:pt>
                <c:pt idx="18441">
                  <c:v>137.97</c:v>
                </c:pt>
                <c:pt idx="18442">
                  <c:v>84.99</c:v>
                </c:pt>
                <c:pt idx="18443">
                  <c:v>56.09</c:v>
                </c:pt>
                <c:pt idx="18444">
                  <c:v>15.99</c:v>
                </c:pt>
                <c:pt idx="18445">
                  <c:v>104.98</c:v>
                </c:pt>
                <c:pt idx="18446">
                  <c:v>84.99</c:v>
                </c:pt>
                <c:pt idx="18447">
                  <c:v>120.97</c:v>
                </c:pt>
                <c:pt idx="18448">
                  <c:v>84.99</c:v>
                </c:pt>
                <c:pt idx="18449">
                  <c:v>65.989999999999995</c:v>
                </c:pt>
                <c:pt idx="18450">
                  <c:v>159.69999999999999</c:v>
                </c:pt>
                <c:pt idx="18451">
                  <c:v>159.69999999999999</c:v>
                </c:pt>
                <c:pt idx="18452">
                  <c:v>159.69999999999999</c:v>
                </c:pt>
                <c:pt idx="18453">
                  <c:v>208.08</c:v>
                </c:pt>
                <c:pt idx="18454">
                  <c:v>159.69999999999999</c:v>
                </c:pt>
                <c:pt idx="18455">
                  <c:v>186.99</c:v>
                </c:pt>
                <c:pt idx="18456">
                  <c:v>159.69999999999999</c:v>
                </c:pt>
                <c:pt idx="18457">
                  <c:v>159.69999999999999</c:v>
                </c:pt>
                <c:pt idx="18458">
                  <c:v>159.69999999999999</c:v>
                </c:pt>
                <c:pt idx="18459">
                  <c:v>159.69999999999999</c:v>
                </c:pt>
                <c:pt idx="18460">
                  <c:v>143.72</c:v>
                </c:pt>
                <c:pt idx="18461">
                  <c:v>136.24</c:v>
                </c:pt>
                <c:pt idx="18462">
                  <c:v>108.98</c:v>
                </c:pt>
                <c:pt idx="18463">
                  <c:v>89.98</c:v>
                </c:pt>
                <c:pt idx="18464">
                  <c:v>131.96</c:v>
                </c:pt>
                <c:pt idx="18465">
                  <c:v>88.63</c:v>
                </c:pt>
                <c:pt idx="18466">
                  <c:v>118.78</c:v>
                </c:pt>
                <c:pt idx="18467">
                  <c:v>163.96</c:v>
                </c:pt>
                <c:pt idx="18468">
                  <c:v>126.97</c:v>
                </c:pt>
                <c:pt idx="18469">
                  <c:v>134.76</c:v>
                </c:pt>
                <c:pt idx="18470">
                  <c:v>155.97</c:v>
                </c:pt>
                <c:pt idx="18471">
                  <c:v>157.96</c:v>
                </c:pt>
                <c:pt idx="18472">
                  <c:v>105.97</c:v>
                </c:pt>
                <c:pt idx="18473">
                  <c:v>89.98</c:v>
                </c:pt>
                <c:pt idx="18474">
                  <c:v>155.97</c:v>
                </c:pt>
                <c:pt idx="18475">
                  <c:v>121.96</c:v>
                </c:pt>
                <c:pt idx="18476">
                  <c:v>99.55</c:v>
                </c:pt>
                <c:pt idx="18477">
                  <c:v>84.99</c:v>
                </c:pt>
                <c:pt idx="18478">
                  <c:v>84.99</c:v>
                </c:pt>
                <c:pt idx="18479">
                  <c:v>103.98</c:v>
                </c:pt>
                <c:pt idx="18480">
                  <c:v>103.98</c:v>
                </c:pt>
                <c:pt idx="18481">
                  <c:v>131.97999999999999</c:v>
                </c:pt>
                <c:pt idx="18482">
                  <c:v>84.18</c:v>
                </c:pt>
                <c:pt idx="18483">
                  <c:v>149.96</c:v>
                </c:pt>
                <c:pt idx="18484">
                  <c:v>84.99</c:v>
                </c:pt>
                <c:pt idx="18485">
                  <c:v>84.99</c:v>
                </c:pt>
                <c:pt idx="18486">
                  <c:v>131.97999999999999</c:v>
                </c:pt>
                <c:pt idx="18487">
                  <c:v>68.989999999999995</c:v>
                </c:pt>
                <c:pt idx="18488">
                  <c:v>87.98</c:v>
                </c:pt>
                <c:pt idx="18489">
                  <c:v>131.97999999999999</c:v>
                </c:pt>
                <c:pt idx="18490">
                  <c:v>84.99</c:v>
                </c:pt>
                <c:pt idx="18491">
                  <c:v>93.98</c:v>
                </c:pt>
                <c:pt idx="18492">
                  <c:v>39.29</c:v>
                </c:pt>
                <c:pt idx="18493">
                  <c:v>84.99</c:v>
                </c:pt>
                <c:pt idx="18494">
                  <c:v>35</c:v>
                </c:pt>
                <c:pt idx="18495">
                  <c:v>84.99</c:v>
                </c:pt>
                <c:pt idx="18496">
                  <c:v>84.99</c:v>
                </c:pt>
                <c:pt idx="18497">
                  <c:v>84.99</c:v>
                </c:pt>
                <c:pt idx="18498">
                  <c:v>131.97999999999999</c:v>
                </c:pt>
                <c:pt idx="18499">
                  <c:v>129.97</c:v>
                </c:pt>
                <c:pt idx="18500">
                  <c:v>84.99</c:v>
                </c:pt>
                <c:pt idx="18501">
                  <c:v>103.98</c:v>
                </c:pt>
                <c:pt idx="18502">
                  <c:v>131.97999999999999</c:v>
                </c:pt>
                <c:pt idx="18503">
                  <c:v>131.97999999999999</c:v>
                </c:pt>
                <c:pt idx="18504">
                  <c:v>131.97999999999999</c:v>
                </c:pt>
                <c:pt idx="18505">
                  <c:v>124.52</c:v>
                </c:pt>
                <c:pt idx="18506">
                  <c:v>131.97999999999999</c:v>
                </c:pt>
                <c:pt idx="18507">
                  <c:v>161.96</c:v>
                </c:pt>
                <c:pt idx="18508">
                  <c:v>119.8</c:v>
                </c:pt>
                <c:pt idx="18509">
                  <c:v>171.97</c:v>
                </c:pt>
                <c:pt idx="18510">
                  <c:v>131.97999999999999</c:v>
                </c:pt>
                <c:pt idx="18511">
                  <c:v>133.47999999999999</c:v>
                </c:pt>
                <c:pt idx="18512">
                  <c:v>131.97999999999999</c:v>
                </c:pt>
                <c:pt idx="18513">
                  <c:v>131.97999999999999</c:v>
                </c:pt>
                <c:pt idx="18514">
                  <c:v>84.99</c:v>
                </c:pt>
                <c:pt idx="18515">
                  <c:v>159.97999999999999</c:v>
                </c:pt>
                <c:pt idx="18516">
                  <c:v>147.08000000000001</c:v>
                </c:pt>
                <c:pt idx="18517">
                  <c:v>169.98</c:v>
                </c:pt>
                <c:pt idx="18518">
                  <c:v>129.18</c:v>
                </c:pt>
                <c:pt idx="18519">
                  <c:v>143.96</c:v>
                </c:pt>
                <c:pt idx="18520">
                  <c:v>118.78</c:v>
                </c:pt>
                <c:pt idx="18521">
                  <c:v>65.989999999999995</c:v>
                </c:pt>
                <c:pt idx="18522">
                  <c:v>169.98</c:v>
                </c:pt>
                <c:pt idx="18523">
                  <c:v>99.98</c:v>
                </c:pt>
                <c:pt idx="18524">
                  <c:v>144.47999999999999</c:v>
                </c:pt>
                <c:pt idx="18525">
                  <c:v>84.99</c:v>
                </c:pt>
                <c:pt idx="18526">
                  <c:v>152.97999999999999</c:v>
                </c:pt>
                <c:pt idx="18527">
                  <c:v>169.98</c:v>
                </c:pt>
                <c:pt idx="18528">
                  <c:v>84.99</c:v>
                </c:pt>
                <c:pt idx="18529">
                  <c:v>169.98</c:v>
                </c:pt>
                <c:pt idx="18530">
                  <c:v>84.99</c:v>
                </c:pt>
                <c:pt idx="18531">
                  <c:v>84.99</c:v>
                </c:pt>
                <c:pt idx="18532">
                  <c:v>169.98</c:v>
                </c:pt>
                <c:pt idx="18533">
                  <c:v>169.98</c:v>
                </c:pt>
                <c:pt idx="18534">
                  <c:v>1.5</c:v>
                </c:pt>
                <c:pt idx="18535">
                  <c:v>175.96</c:v>
                </c:pt>
                <c:pt idx="18536">
                  <c:v>87.98</c:v>
                </c:pt>
                <c:pt idx="18537">
                  <c:v>171.48</c:v>
                </c:pt>
                <c:pt idx="18538">
                  <c:v>131.97999999999999</c:v>
                </c:pt>
                <c:pt idx="18539">
                  <c:v>101.27</c:v>
                </c:pt>
                <c:pt idx="18540">
                  <c:v>265.95</c:v>
                </c:pt>
                <c:pt idx="18541">
                  <c:v>-77.58</c:v>
                </c:pt>
                <c:pt idx="18542">
                  <c:v>280.93</c:v>
                </c:pt>
                <c:pt idx="18543">
                  <c:v>188.95</c:v>
                </c:pt>
                <c:pt idx="18544">
                  <c:v>121.98</c:v>
                </c:pt>
                <c:pt idx="18545">
                  <c:v>128.86000000000001</c:v>
                </c:pt>
                <c:pt idx="18546">
                  <c:v>239.97</c:v>
                </c:pt>
                <c:pt idx="18547">
                  <c:v>239.97</c:v>
                </c:pt>
                <c:pt idx="18548">
                  <c:v>232.74</c:v>
                </c:pt>
                <c:pt idx="18549">
                  <c:v>65.19</c:v>
                </c:pt>
                <c:pt idx="18550">
                  <c:v>72.989999999999995</c:v>
                </c:pt>
                <c:pt idx="18551">
                  <c:v>83.98</c:v>
                </c:pt>
                <c:pt idx="18552">
                  <c:v>146.97</c:v>
                </c:pt>
                <c:pt idx="18553">
                  <c:v>84.99</c:v>
                </c:pt>
                <c:pt idx="18554">
                  <c:v>68.989999999999995</c:v>
                </c:pt>
                <c:pt idx="18555">
                  <c:v>83.98</c:v>
                </c:pt>
                <c:pt idx="18556">
                  <c:v>57.44</c:v>
                </c:pt>
                <c:pt idx="18557">
                  <c:v>73.989999999999995</c:v>
                </c:pt>
                <c:pt idx="18558">
                  <c:v>137.97999999999999</c:v>
                </c:pt>
                <c:pt idx="18559">
                  <c:v>124.98</c:v>
                </c:pt>
                <c:pt idx="18560">
                  <c:v>99.98</c:v>
                </c:pt>
                <c:pt idx="18561">
                  <c:v>131.97999999999999</c:v>
                </c:pt>
                <c:pt idx="18562">
                  <c:v>73.989999999999995</c:v>
                </c:pt>
                <c:pt idx="18563">
                  <c:v>68.989999999999995</c:v>
                </c:pt>
                <c:pt idx="18564">
                  <c:v>80.180000000000007</c:v>
                </c:pt>
                <c:pt idx="18565">
                  <c:v>131.97999999999999</c:v>
                </c:pt>
                <c:pt idx="18566">
                  <c:v>84.99</c:v>
                </c:pt>
                <c:pt idx="18567">
                  <c:v>84.99</c:v>
                </c:pt>
                <c:pt idx="18568">
                  <c:v>84.99</c:v>
                </c:pt>
                <c:pt idx="18569">
                  <c:v>84.99</c:v>
                </c:pt>
                <c:pt idx="18570">
                  <c:v>74.989999999999995</c:v>
                </c:pt>
                <c:pt idx="18571">
                  <c:v>74.989999999999995</c:v>
                </c:pt>
                <c:pt idx="18572">
                  <c:v>73.98</c:v>
                </c:pt>
                <c:pt idx="18573">
                  <c:v>84.99</c:v>
                </c:pt>
                <c:pt idx="18574">
                  <c:v>84.99</c:v>
                </c:pt>
                <c:pt idx="18575">
                  <c:v>84.99</c:v>
                </c:pt>
                <c:pt idx="18576">
                  <c:v>68.989999999999995</c:v>
                </c:pt>
                <c:pt idx="18577">
                  <c:v>84.99</c:v>
                </c:pt>
                <c:pt idx="18578">
                  <c:v>150.18</c:v>
                </c:pt>
                <c:pt idx="18579">
                  <c:v>84.99</c:v>
                </c:pt>
                <c:pt idx="18580">
                  <c:v>150.18</c:v>
                </c:pt>
                <c:pt idx="18581">
                  <c:v>111.98</c:v>
                </c:pt>
                <c:pt idx="18582">
                  <c:v>84.99</c:v>
                </c:pt>
                <c:pt idx="18583">
                  <c:v>169.98</c:v>
                </c:pt>
                <c:pt idx="18584">
                  <c:v>84.99</c:v>
                </c:pt>
                <c:pt idx="18585">
                  <c:v>65.989999999999995</c:v>
                </c:pt>
                <c:pt idx="18586">
                  <c:v>84.99</c:v>
                </c:pt>
                <c:pt idx="18587">
                  <c:v>84.99</c:v>
                </c:pt>
                <c:pt idx="18588">
                  <c:v>65.989999999999995</c:v>
                </c:pt>
                <c:pt idx="18589">
                  <c:v>84.99</c:v>
                </c:pt>
                <c:pt idx="18590">
                  <c:v>65.989999999999995</c:v>
                </c:pt>
                <c:pt idx="18591">
                  <c:v>76.489999999999995</c:v>
                </c:pt>
                <c:pt idx="18592">
                  <c:v>84.99</c:v>
                </c:pt>
                <c:pt idx="18593">
                  <c:v>65.989999999999995</c:v>
                </c:pt>
                <c:pt idx="18594">
                  <c:v>84.99</c:v>
                </c:pt>
                <c:pt idx="18595">
                  <c:v>84.99</c:v>
                </c:pt>
                <c:pt idx="18596">
                  <c:v>76.489999999999995</c:v>
                </c:pt>
                <c:pt idx="18597">
                  <c:v>84.99</c:v>
                </c:pt>
                <c:pt idx="18598">
                  <c:v>84.99</c:v>
                </c:pt>
                <c:pt idx="18599">
                  <c:v>118.78</c:v>
                </c:pt>
                <c:pt idx="18600">
                  <c:v>65.989999999999995</c:v>
                </c:pt>
                <c:pt idx="18601">
                  <c:v>84.99</c:v>
                </c:pt>
                <c:pt idx="18602">
                  <c:v>84.99</c:v>
                </c:pt>
                <c:pt idx="18603">
                  <c:v>65.989999999999995</c:v>
                </c:pt>
                <c:pt idx="18604">
                  <c:v>137.97</c:v>
                </c:pt>
                <c:pt idx="18605">
                  <c:v>201.96</c:v>
                </c:pt>
                <c:pt idx="18606">
                  <c:v>159.97999999999999</c:v>
                </c:pt>
                <c:pt idx="18607">
                  <c:v>279.95</c:v>
                </c:pt>
                <c:pt idx="18608">
                  <c:v>233.94</c:v>
                </c:pt>
                <c:pt idx="18609">
                  <c:v>84.99</c:v>
                </c:pt>
                <c:pt idx="18610">
                  <c:v>169.98</c:v>
                </c:pt>
                <c:pt idx="18611">
                  <c:v>93.95</c:v>
                </c:pt>
                <c:pt idx="18612">
                  <c:v>229.94</c:v>
                </c:pt>
                <c:pt idx="18613">
                  <c:v>169.98</c:v>
                </c:pt>
                <c:pt idx="18614">
                  <c:v>116.97</c:v>
                </c:pt>
                <c:pt idx="18615">
                  <c:v>166.4</c:v>
                </c:pt>
                <c:pt idx="18616">
                  <c:v>187.96</c:v>
                </c:pt>
                <c:pt idx="18617">
                  <c:v>197.96</c:v>
                </c:pt>
                <c:pt idx="18618">
                  <c:v>162.13</c:v>
                </c:pt>
                <c:pt idx="18619">
                  <c:v>99.98</c:v>
                </c:pt>
                <c:pt idx="18620">
                  <c:v>149.97</c:v>
                </c:pt>
                <c:pt idx="18621">
                  <c:v>197.96</c:v>
                </c:pt>
                <c:pt idx="18622">
                  <c:v>197.96</c:v>
                </c:pt>
                <c:pt idx="18623">
                  <c:v>155.09</c:v>
                </c:pt>
                <c:pt idx="18624">
                  <c:v>211.88</c:v>
                </c:pt>
                <c:pt idx="18625">
                  <c:v>169.98</c:v>
                </c:pt>
                <c:pt idx="18626">
                  <c:v>277.38</c:v>
                </c:pt>
                <c:pt idx="18627">
                  <c:v>142.94999999999999</c:v>
                </c:pt>
                <c:pt idx="18628">
                  <c:v>176.94</c:v>
                </c:pt>
                <c:pt idx="18629">
                  <c:v>207.92</c:v>
                </c:pt>
                <c:pt idx="18630">
                  <c:v>-3</c:v>
                </c:pt>
                <c:pt idx="18631">
                  <c:v>185.42</c:v>
                </c:pt>
                <c:pt idx="18632">
                  <c:v>205.42</c:v>
                </c:pt>
                <c:pt idx="18633">
                  <c:v>192.44</c:v>
                </c:pt>
                <c:pt idx="18634">
                  <c:v>234.39</c:v>
                </c:pt>
                <c:pt idx="18635">
                  <c:v>113.46</c:v>
                </c:pt>
                <c:pt idx="18636">
                  <c:v>155.46</c:v>
                </c:pt>
                <c:pt idx="18637">
                  <c:v>133.63</c:v>
                </c:pt>
                <c:pt idx="18638">
                  <c:v>201.41</c:v>
                </c:pt>
                <c:pt idx="18639">
                  <c:v>188.93</c:v>
                </c:pt>
                <c:pt idx="18640">
                  <c:v>214.22</c:v>
                </c:pt>
                <c:pt idx="18641">
                  <c:v>165.94</c:v>
                </c:pt>
                <c:pt idx="18642">
                  <c:v>181.41</c:v>
                </c:pt>
                <c:pt idx="18643">
                  <c:v>81.47</c:v>
                </c:pt>
                <c:pt idx="18644">
                  <c:v>179.93</c:v>
                </c:pt>
                <c:pt idx="18645">
                  <c:v>84.99</c:v>
                </c:pt>
                <c:pt idx="18646">
                  <c:v>99.98</c:v>
                </c:pt>
                <c:pt idx="18647">
                  <c:v>166.58</c:v>
                </c:pt>
                <c:pt idx="18648">
                  <c:v>169.98</c:v>
                </c:pt>
                <c:pt idx="18649">
                  <c:v>99.98</c:v>
                </c:pt>
                <c:pt idx="18650">
                  <c:v>163.18</c:v>
                </c:pt>
                <c:pt idx="18651">
                  <c:v>210.97</c:v>
                </c:pt>
                <c:pt idx="18652">
                  <c:v>169.98</c:v>
                </c:pt>
                <c:pt idx="18653">
                  <c:v>119.97</c:v>
                </c:pt>
                <c:pt idx="18654">
                  <c:v>169.98</c:v>
                </c:pt>
                <c:pt idx="18655">
                  <c:v>254.97</c:v>
                </c:pt>
                <c:pt idx="18656">
                  <c:v>169.98</c:v>
                </c:pt>
                <c:pt idx="18657">
                  <c:v>84.99</c:v>
                </c:pt>
                <c:pt idx="18658">
                  <c:v>169.98</c:v>
                </c:pt>
                <c:pt idx="18659">
                  <c:v>164.33</c:v>
                </c:pt>
                <c:pt idx="18660">
                  <c:v>109.97</c:v>
                </c:pt>
                <c:pt idx="18661">
                  <c:v>84.99</c:v>
                </c:pt>
                <c:pt idx="18662">
                  <c:v>84.99</c:v>
                </c:pt>
                <c:pt idx="18663">
                  <c:v>84.99</c:v>
                </c:pt>
                <c:pt idx="18664">
                  <c:v>169.98</c:v>
                </c:pt>
                <c:pt idx="18665">
                  <c:v>169.98</c:v>
                </c:pt>
                <c:pt idx="18666">
                  <c:v>169.98</c:v>
                </c:pt>
                <c:pt idx="18667">
                  <c:v>151.94</c:v>
                </c:pt>
                <c:pt idx="18668">
                  <c:v>144.47999999999999</c:v>
                </c:pt>
                <c:pt idx="18669">
                  <c:v>227.52</c:v>
                </c:pt>
                <c:pt idx="18670">
                  <c:v>190.61</c:v>
                </c:pt>
                <c:pt idx="18671">
                  <c:v>181.53</c:v>
                </c:pt>
                <c:pt idx="18672">
                  <c:v>181.53</c:v>
                </c:pt>
                <c:pt idx="18673">
                  <c:v>184.97</c:v>
                </c:pt>
                <c:pt idx="18674">
                  <c:v>184.97</c:v>
                </c:pt>
                <c:pt idx="18675">
                  <c:v>144.47999999999999</c:v>
                </c:pt>
                <c:pt idx="18676">
                  <c:v>70.64</c:v>
                </c:pt>
                <c:pt idx="18677">
                  <c:v>169.98</c:v>
                </c:pt>
                <c:pt idx="18678">
                  <c:v>168.97</c:v>
                </c:pt>
                <c:pt idx="18679">
                  <c:v>203.03</c:v>
                </c:pt>
                <c:pt idx="18680">
                  <c:v>169.98</c:v>
                </c:pt>
                <c:pt idx="18681">
                  <c:v>227.52</c:v>
                </c:pt>
                <c:pt idx="18682">
                  <c:v>203.03</c:v>
                </c:pt>
                <c:pt idx="18683">
                  <c:v>168.97</c:v>
                </c:pt>
                <c:pt idx="18684">
                  <c:v>130.49</c:v>
                </c:pt>
                <c:pt idx="18685">
                  <c:v>147.02000000000001</c:v>
                </c:pt>
                <c:pt idx="18686">
                  <c:v>130.49</c:v>
                </c:pt>
                <c:pt idx="18687">
                  <c:v>148.24</c:v>
                </c:pt>
                <c:pt idx="18688">
                  <c:v>148.24</c:v>
                </c:pt>
                <c:pt idx="18689">
                  <c:v>147.02000000000001</c:v>
                </c:pt>
                <c:pt idx="18690">
                  <c:v>70.64</c:v>
                </c:pt>
                <c:pt idx="18691">
                  <c:v>190.61</c:v>
                </c:pt>
                <c:pt idx="18692">
                  <c:v>66.489999999999995</c:v>
                </c:pt>
                <c:pt idx="18693">
                  <c:v>152.63999999999999</c:v>
                </c:pt>
                <c:pt idx="18694">
                  <c:v>183.45</c:v>
                </c:pt>
                <c:pt idx="18695">
                  <c:v>152.63999999999999</c:v>
                </c:pt>
                <c:pt idx="18696">
                  <c:v>66.489999999999995</c:v>
                </c:pt>
                <c:pt idx="18697">
                  <c:v>183.45</c:v>
                </c:pt>
                <c:pt idx="18698">
                  <c:v>214.96</c:v>
                </c:pt>
                <c:pt idx="18699">
                  <c:v>199.97</c:v>
                </c:pt>
                <c:pt idx="18700">
                  <c:v>166.25</c:v>
                </c:pt>
                <c:pt idx="18701">
                  <c:v>169.98</c:v>
                </c:pt>
                <c:pt idx="18702">
                  <c:v>157.97</c:v>
                </c:pt>
                <c:pt idx="18703">
                  <c:v>131.37</c:v>
                </c:pt>
                <c:pt idx="18704">
                  <c:v>154.16999999999999</c:v>
                </c:pt>
                <c:pt idx="18705">
                  <c:v>169.98</c:v>
                </c:pt>
                <c:pt idx="18706">
                  <c:v>157.97</c:v>
                </c:pt>
                <c:pt idx="18707">
                  <c:v>89.98</c:v>
                </c:pt>
                <c:pt idx="18708">
                  <c:v>84.99</c:v>
                </c:pt>
                <c:pt idx="18709">
                  <c:v>84.99</c:v>
                </c:pt>
                <c:pt idx="18710">
                  <c:v>84.99</c:v>
                </c:pt>
                <c:pt idx="18711">
                  <c:v>89.98</c:v>
                </c:pt>
                <c:pt idx="18712">
                  <c:v>131.97999999999999</c:v>
                </c:pt>
                <c:pt idx="18713">
                  <c:v>71.819999999999993</c:v>
                </c:pt>
                <c:pt idx="18714">
                  <c:v>65.989999999999995</c:v>
                </c:pt>
                <c:pt idx="18715">
                  <c:v>39.99</c:v>
                </c:pt>
                <c:pt idx="18716">
                  <c:v>39.99</c:v>
                </c:pt>
                <c:pt idx="18717">
                  <c:v>65.989999999999995</c:v>
                </c:pt>
                <c:pt idx="18718">
                  <c:v>71.819999999999993</c:v>
                </c:pt>
                <c:pt idx="18719">
                  <c:v>19.29</c:v>
                </c:pt>
                <c:pt idx="18720">
                  <c:v>84.99</c:v>
                </c:pt>
                <c:pt idx="18721">
                  <c:v>19.29</c:v>
                </c:pt>
                <c:pt idx="18722">
                  <c:v>84.99</c:v>
                </c:pt>
                <c:pt idx="18723">
                  <c:v>84.99</c:v>
                </c:pt>
                <c:pt idx="18724">
                  <c:v>84.99</c:v>
                </c:pt>
                <c:pt idx="18725">
                  <c:v>84.99</c:v>
                </c:pt>
                <c:pt idx="18726">
                  <c:v>84.99</c:v>
                </c:pt>
                <c:pt idx="18727">
                  <c:v>84.99</c:v>
                </c:pt>
                <c:pt idx="18728">
                  <c:v>84.99</c:v>
                </c:pt>
                <c:pt idx="18729">
                  <c:v>84.99</c:v>
                </c:pt>
                <c:pt idx="18730">
                  <c:v>84.99</c:v>
                </c:pt>
                <c:pt idx="18731">
                  <c:v>131.97999999999999</c:v>
                </c:pt>
                <c:pt idx="18732">
                  <c:v>84.99</c:v>
                </c:pt>
                <c:pt idx="18733">
                  <c:v>131.97999999999999</c:v>
                </c:pt>
                <c:pt idx="18734">
                  <c:v>68.98</c:v>
                </c:pt>
                <c:pt idx="18735">
                  <c:v>84.99</c:v>
                </c:pt>
                <c:pt idx="18736">
                  <c:v>68.98</c:v>
                </c:pt>
                <c:pt idx="18737">
                  <c:v>84.99</c:v>
                </c:pt>
                <c:pt idx="18738">
                  <c:v>84.99</c:v>
                </c:pt>
                <c:pt idx="18739">
                  <c:v>84.99</c:v>
                </c:pt>
                <c:pt idx="18740">
                  <c:v>131.97999999999999</c:v>
                </c:pt>
                <c:pt idx="18741">
                  <c:v>84.99</c:v>
                </c:pt>
                <c:pt idx="18742">
                  <c:v>84.99</c:v>
                </c:pt>
                <c:pt idx="18743">
                  <c:v>84.99</c:v>
                </c:pt>
                <c:pt idx="18744">
                  <c:v>84.99</c:v>
                </c:pt>
                <c:pt idx="18745">
                  <c:v>84.99</c:v>
                </c:pt>
                <c:pt idx="18746">
                  <c:v>84.99</c:v>
                </c:pt>
                <c:pt idx="18747">
                  <c:v>185.94</c:v>
                </c:pt>
                <c:pt idx="18748">
                  <c:v>179.16</c:v>
                </c:pt>
                <c:pt idx="18749">
                  <c:v>158.94999999999999</c:v>
                </c:pt>
                <c:pt idx="18750">
                  <c:v>82.97</c:v>
                </c:pt>
                <c:pt idx="18751">
                  <c:v>107.6</c:v>
                </c:pt>
                <c:pt idx="18752">
                  <c:v>143.19</c:v>
                </c:pt>
                <c:pt idx="18753">
                  <c:v>111.96</c:v>
                </c:pt>
                <c:pt idx="18754">
                  <c:v>89.97</c:v>
                </c:pt>
                <c:pt idx="18755">
                  <c:v>55.98</c:v>
                </c:pt>
                <c:pt idx="18756">
                  <c:v>141.87</c:v>
                </c:pt>
                <c:pt idx="18757">
                  <c:v>145.94</c:v>
                </c:pt>
                <c:pt idx="18758">
                  <c:v>127.96</c:v>
                </c:pt>
                <c:pt idx="18759">
                  <c:v>157.71</c:v>
                </c:pt>
                <c:pt idx="18760">
                  <c:v>123.95</c:v>
                </c:pt>
                <c:pt idx="18761">
                  <c:v>123.96</c:v>
                </c:pt>
                <c:pt idx="18762">
                  <c:v>55.98</c:v>
                </c:pt>
                <c:pt idx="18763">
                  <c:v>111.96</c:v>
                </c:pt>
                <c:pt idx="18764">
                  <c:v>185.94</c:v>
                </c:pt>
                <c:pt idx="18765">
                  <c:v>146.94999999999999</c:v>
                </c:pt>
                <c:pt idx="18766">
                  <c:v>189.94</c:v>
                </c:pt>
                <c:pt idx="18767">
                  <c:v>111.94</c:v>
                </c:pt>
                <c:pt idx="18768">
                  <c:v>191.94</c:v>
                </c:pt>
                <c:pt idx="18769">
                  <c:v>173.92</c:v>
                </c:pt>
                <c:pt idx="18770">
                  <c:v>123.96</c:v>
                </c:pt>
                <c:pt idx="18771">
                  <c:v>88.98</c:v>
                </c:pt>
                <c:pt idx="18772">
                  <c:v>144.47</c:v>
                </c:pt>
                <c:pt idx="18773">
                  <c:v>165.48</c:v>
                </c:pt>
                <c:pt idx="18774">
                  <c:v>84.99</c:v>
                </c:pt>
                <c:pt idx="18775">
                  <c:v>114.97</c:v>
                </c:pt>
                <c:pt idx="18776">
                  <c:v>144.47999999999999</c:v>
                </c:pt>
                <c:pt idx="18777">
                  <c:v>133.16999999999999</c:v>
                </c:pt>
                <c:pt idx="18778">
                  <c:v>84.99</c:v>
                </c:pt>
                <c:pt idx="18779">
                  <c:v>127.52</c:v>
                </c:pt>
                <c:pt idx="18780">
                  <c:v>68.989999999999995</c:v>
                </c:pt>
                <c:pt idx="18781">
                  <c:v>259.95</c:v>
                </c:pt>
                <c:pt idx="18782">
                  <c:v>197.96</c:v>
                </c:pt>
                <c:pt idx="18783">
                  <c:v>84.99</c:v>
                </c:pt>
                <c:pt idx="18784">
                  <c:v>124.97</c:v>
                </c:pt>
                <c:pt idx="18785">
                  <c:v>147.97</c:v>
                </c:pt>
                <c:pt idx="18786">
                  <c:v>134.97999999999999</c:v>
                </c:pt>
                <c:pt idx="18787">
                  <c:v>71.790000000000006</c:v>
                </c:pt>
                <c:pt idx="18788">
                  <c:v>126.97</c:v>
                </c:pt>
                <c:pt idx="18789">
                  <c:v>38.99</c:v>
                </c:pt>
                <c:pt idx="18790">
                  <c:v>94.98</c:v>
                </c:pt>
                <c:pt idx="18791">
                  <c:v>84.99</c:v>
                </c:pt>
                <c:pt idx="18792">
                  <c:v>100.98</c:v>
                </c:pt>
                <c:pt idx="18793">
                  <c:v>60.98</c:v>
                </c:pt>
                <c:pt idx="18794">
                  <c:v>185.32</c:v>
                </c:pt>
                <c:pt idx="18795">
                  <c:v>82.99</c:v>
                </c:pt>
                <c:pt idx="18796">
                  <c:v>84.98</c:v>
                </c:pt>
                <c:pt idx="18797">
                  <c:v>65.989999999999995</c:v>
                </c:pt>
                <c:pt idx="18798">
                  <c:v>84.99</c:v>
                </c:pt>
                <c:pt idx="18799">
                  <c:v>137.97999999999999</c:v>
                </c:pt>
                <c:pt idx="18800">
                  <c:v>114.13</c:v>
                </c:pt>
                <c:pt idx="18801">
                  <c:v>84.99</c:v>
                </c:pt>
                <c:pt idx="18802">
                  <c:v>56.09</c:v>
                </c:pt>
                <c:pt idx="18803">
                  <c:v>84.99</c:v>
                </c:pt>
                <c:pt idx="18804">
                  <c:v>84.99</c:v>
                </c:pt>
                <c:pt idx="18805">
                  <c:v>68.989999999999995</c:v>
                </c:pt>
                <c:pt idx="18806">
                  <c:v>41.49</c:v>
                </c:pt>
                <c:pt idx="18807">
                  <c:v>84.99</c:v>
                </c:pt>
                <c:pt idx="18808">
                  <c:v>70.989999999999995</c:v>
                </c:pt>
                <c:pt idx="18809">
                  <c:v>8.4700000000000006</c:v>
                </c:pt>
                <c:pt idx="18810">
                  <c:v>100.98</c:v>
                </c:pt>
                <c:pt idx="18811">
                  <c:v>55.98</c:v>
                </c:pt>
                <c:pt idx="18812">
                  <c:v>82.49</c:v>
                </c:pt>
                <c:pt idx="18813">
                  <c:v>78.98</c:v>
                </c:pt>
                <c:pt idx="18814">
                  <c:v>74.260000000000005</c:v>
                </c:pt>
                <c:pt idx="18815">
                  <c:v>80.98</c:v>
                </c:pt>
                <c:pt idx="18816">
                  <c:v>74.989999999999995</c:v>
                </c:pt>
                <c:pt idx="18817">
                  <c:v>79.53</c:v>
                </c:pt>
                <c:pt idx="18818">
                  <c:v>68.98</c:v>
                </c:pt>
                <c:pt idx="18819">
                  <c:v>94.98</c:v>
                </c:pt>
                <c:pt idx="18820">
                  <c:v>91.98</c:v>
                </c:pt>
                <c:pt idx="18821">
                  <c:v>65.98</c:v>
                </c:pt>
                <c:pt idx="18822">
                  <c:v>62.69</c:v>
                </c:pt>
                <c:pt idx="18823">
                  <c:v>74.989999999999995</c:v>
                </c:pt>
                <c:pt idx="18824">
                  <c:v>100.25</c:v>
                </c:pt>
                <c:pt idx="18825">
                  <c:v>70.489999999999995</c:v>
                </c:pt>
                <c:pt idx="18826">
                  <c:v>100.98</c:v>
                </c:pt>
                <c:pt idx="18827">
                  <c:v>77.98</c:v>
                </c:pt>
                <c:pt idx="18828">
                  <c:v>65.75</c:v>
                </c:pt>
                <c:pt idx="18829">
                  <c:v>83.13</c:v>
                </c:pt>
                <c:pt idx="18830">
                  <c:v>84.14</c:v>
                </c:pt>
                <c:pt idx="18831">
                  <c:v>72.239999999999995</c:v>
                </c:pt>
                <c:pt idx="18832">
                  <c:v>51.46</c:v>
                </c:pt>
                <c:pt idx="18833">
                  <c:v>191.63</c:v>
                </c:pt>
                <c:pt idx="18834">
                  <c:v>239.92</c:v>
                </c:pt>
                <c:pt idx="18835">
                  <c:v>204.93</c:v>
                </c:pt>
                <c:pt idx="18836">
                  <c:v>107.96</c:v>
                </c:pt>
                <c:pt idx="18837">
                  <c:v>168.11</c:v>
                </c:pt>
                <c:pt idx="18838">
                  <c:v>142.94999999999999</c:v>
                </c:pt>
                <c:pt idx="18839">
                  <c:v>119.95</c:v>
                </c:pt>
                <c:pt idx="18840">
                  <c:v>306.82</c:v>
                </c:pt>
                <c:pt idx="18841">
                  <c:v>139.94999999999999</c:v>
                </c:pt>
                <c:pt idx="18842">
                  <c:v>179.94</c:v>
                </c:pt>
                <c:pt idx="18843">
                  <c:v>91.96</c:v>
                </c:pt>
                <c:pt idx="18844">
                  <c:v>239.92</c:v>
                </c:pt>
                <c:pt idx="18845">
                  <c:v>170.94</c:v>
                </c:pt>
                <c:pt idx="18846">
                  <c:v>86.96</c:v>
                </c:pt>
                <c:pt idx="18847">
                  <c:v>264.91000000000003</c:v>
                </c:pt>
                <c:pt idx="18848">
                  <c:v>166.94</c:v>
                </c:pt>
                <c:pt idx="18849">
                  <c:v>80.97</c:v>
                </c:pt>
                <c:pt idx="18850">
                  <c:v>189.93</c:v>
                </c:pt>
                <c:pt idx="18851">
                  <c:v>209.93</c:v>
                </c:pt>
                <c:pt idx="18852">
                  <c:v>144.97</c:v>
                </c:pt>
                <c:pt idx="18853">
                  <c:v>165.97</c:v>
                </c:pt>
                <c:pt idx="18854">
                  <c:v>143.97</c:v>
                </c:pt>
                <c:pt idx="18855">
                  <c:v>156.96</c:v>
                </c:pt>
                <c:pt idx="18856">
                  <c:v>149.96</c:v>
                </c:pt>
                <c:pt idx="18857">
                  <c:v>143.97</c:v>
                </c:pt>
                <c:pt idx="18858">
                  <c:v>131.97999999999999</c:v>
                </c:pt>
                <c:pt idx="18859">
                  <c:v>114.96</c:v>
                </c:pt>
                <c:pt idx="18860">
                  <c:v>248.46</c:v>
                </c:pt>
                <c:pt idx="18861">
                  <c:v>205.56</c:v>
                </c:pt>
                <c:pt idx="18862">
                  <c:v>150.97</c:v>
                </c:pt>
                <c:pt idx="18863">
                  <c:v>248.46</c:v>
                </c:pt>
                <c:pt idx="18864">
                  <c:v>51.97</c:v>
                </c:pt>
                <c:pt idx="18865">
                  <c:v>51.97</c:v>
                </c:pt>
                <c:pt idx="18866">
                  <c:v>188.97</c:v>
                </c:pt>
                <c:pt idx="18867">
                  <c:v>187.48</c:v>
                </c:pt>
                <c:pt idx="18868">
                  <c:v>205.56</c:v>
                </c:pt>
                <c:pt idx="18869">
                  <c:v>112.18</c:v>
                </c:pt>
                <c:pt idx="18870">
                  <c:v>187.48</c:v>
                </c:pt>
                <c:pt idx="18871">
                  <c:v>169.98</c:v>
                </c:pt>
                <c:pt idx="18872">
                  <c:v>229.47</c:v>
                </c:pt>
                <c:pt idx="18873">
                  <c:v>169.98</c:v>
                </c:pt>
                <c:pt idx="18874">
                  <c:v>121.98</c:v>
                </c:pt>
                <c:pt idx="18875">
                  <c:v>188.97</c:v>
                </c:pt>
                <c:pt idx="18876">
                  <c:v>229.47</c:v>
                </c:pt>
                <c:pt idx="18877">
                  <c:v>112.18</c:v>
                </c:pt>
                <c:pt idx="18878">
                  <c:v>121.98</c:v>
                </c:pt>
                <c:pt idx="18879">
                  <c:v>150.97</c:v>
                </c:pt>
                <c:pt idx="18880">
                  <c:v>159.97999999999999</c:v>
                </c:pt>
                <c:pt idx="18881">
                  <c:v>150.16999999999999</c:v>
                </c:pt>
                <c:pt idx="18882">
                  <c:v>68.98</c:v>
                </c:pt>
                <c:pt idx="18883">
                  <c:v>129.97999999999999</c:v>
                </c:pt>
                <c:pt idx="18884">
                  <c:v>182.97</c:v>
                </c:pt>
                <c:pt idx="18885">
                  <c:v>124.97</c:v>
                </c:pt>
                <c:pt idx="18886">
                  <c:v>159.97999999999999</c:v>
                </c:pt>
                <c:pt idx="18887">
                  <c:v>329.95</c:v>
                </c:pt>
                <c:pt idx="18888">
                  <c:v>303.95</c:v>
                </c:pt>
                <c:pt idx="18889">
                  <c:v>369.94</c:v>
                </c:pt>
                <c:pt idx="18890">
                  <c:v>171.97</c:v>
                </c:pt>
                <c:pt idx="18891">
                  <c:v>371.92</c:v>
                </c:pt>
                <c:pt idx="18892">
                  <c:v>315.49</c:v>
                </c:pt>
                <c:pt idx="18893">
                  <c:v>416.73</c:v>
                </c:pt>
                <c:pt idx="18894">
                  <c:v>419.92</c:v>
                </c:pt>
                <c:pt idx="18895">
                  <c:v>411.52</c:v>
                </c:pt>
                <c:pt idx="18896">
                  <c:v>90.97</c:v>
                </c:pt>
                <c:pt idx="18897">
                  <c:v>80.959999999999994</c:v>
                </c:pt>
                <c:pt idx="18898">
                  <c:v>99.96</c:v>
                </c:pt>
                <c:pt idx="18899">
                  <c:v>56.97</c:v>
                </c:pt>
                <c:pt idx="18900">
                  <c:v>55.98</c:v>
                </c:pt>
                <c:pt idx="18901">
                  <c:v>79.97</c:v>
                </c:pt>
                <c:pt idx="18902">
                  <c:v>110.97</c:v>
                </c:pt>
                <c:pt idx="18903">
                  <c:v>71.88</c:v>
                </c:pt>
                <c:pt idx="18904">
                  <c:v>99.96</c:v>
                </c:pt>
                <c:pt idx="18905">
                  <c:v>59.98</c:v>
                </c:pt>
                <c:pt idx="18906">
                  <c:v>63.96</c:v>
                </c:pt>
                <c:pt idx="18907">
                  <c:v>89.97</c:v>
                </c:pt>
                <c:pt idx="18908">
                  <c:v>89.97</c:v>
                </c:pt>
                <c:pt idx="18909">
                  <c:v>59.98</c:v>
                </c:pt>
                <c:pt idx="18910">
                  <c:v>99.96</c:v>
                </c:pt>
                <c:pt idx="18911">
                  <c:v>91.27</c:v>
                </c:pt>
                <c:pt idx="18912">
                  <c:v>103.96</c:v>
                </c:pt>
                <c:pt idx="18913">
                  <c:v>89.97</c:v>
                </c:pt>
                <c:pt idx="18914">
                  <c:v>89.97</c:v>
                </c:pt>
                <c:pt idx="18915">
                  <c:v>83.39</c:v>
                </c:pt>
                <c:pt idx="18916">
                  <c:v>84.95</c:v>
                </c:pt>
                <c:pt idx="18917">
                  <c:v>87.97</c:v>
                </c:pt>
                <c:pt idx="18918">
                  <c:v>98.95</c:v>
                </c:pt>
                <c:pt idx="18919">
                  <c:v>119.61</c:v>
                </c:pt>
                <c:pt idx="18920">
                  <c:v>131.97999999999999</c:v>
                </c:pt>
                <c:pt idx="18921">
                  <c:v>89.57</c:v>
                </c:pt>
                <c:pt idx="18922">
                  <c:v>131.97999999999999</c:v>
                </c:pt>
                <c:pt idx="18923">
                  <c:v>131.97999999999999</c:v>
                </c:pt>
                <c:pt idx="18924">
                  <c:v>110.45</c:v>
                </c:pt>
                <c:pt idx="18925">
                  <c:v>93.97</c:v>
                </c:pt>
                <c:pt idx="18926">
                  <c:v>131.97999999999999</c:v>
                </c:pt>
                <c:pt idx="18927">
                  <c:v>169.98</c:v>
                </c:pt>
                <c:pt idx="18928">
                  <c:v>169.98</c:v>
                </c:pt>
                <c:pt idx="18929">
                  <c:v>131.97999999999999</c:v>
                </c:pt>
                <c:pt idx="18930">
                  <c:v>159.97999999999999</c:v>
                </c:pt>
                <c:pt idx="18931">
                  <c:v>150.18</c:v>
                </c:pt>
                <c:pt idx="18932">
                  <c:v>69.989999999999995</c:v>
                </c:pt>
                <c:pt idx="18933">
                  <c:v>169.98</c:v>
                </c:pt>
                <c:pt idx="18934">
                  <c:v>69.989999999999995</c:v>
                </c:pt>
                <c:pt idx="18935">
                  <c:v>169.98</c:v>
                </c:pt>
                <c:pt idx="18936">
                  <c:v>161.96</c:v>
                </c:pt>
                <c:pt idx="18937">
                  <c:v>184.97</c:v>
                </c:pt>
                <c:pt idx="18938">
                  <c:v>162.97999999999999</c:v>
                </c:pt>
                <c:pt idx="18939">
                  <c:v>189.97</c:v>
                </c:pt>
                <c:pt idx="18940">
                  <c:v>169.98</c:v>
                </c:pt>
                <c:pt idx="18941">
                  <c:v>169.98</c:v>
                </c:pt>
                <c:pt idx="18942">
                  <c:v>169.98</c:v>
                </c:pt>
                <c:pt idx="18943">
                  <c:v>169.98</c:v>
                </c:pt>
                <c:pt idx="18944">
                  <c:v>169.98</c:v>
                </c:pt>
                <c:pt idx="18945">
                  <c:v>131.97999999999999</c:v>
                </c:pt>
                <c:pt idx="18946">
                  <c:v>121.98</c:v>
                </c:pt>
                <c:pt idx="18947">
                  <c:v>131.97999999999999</c:v>
                </c:pt>
                <c:pt idx="18948">
                  <c:v>78.239999999999995</c:v>
                </c:pt>
                <c:pt idx="18949">
                  <c:v>84.99</c:v>
                </c:pt>
                <c:pt idx="18950">
                  <c:v>169.98</c:v>
                </c:pt>
                <c:pt idx="18951">
                  <c:v>114.97</c:v>
                </c:pt>
                <c:pt idx="18952">
                  <c:v>70.989999999999995</c:v>
                </c:pt>
                <c:pt idx="18953">
                  <c:v>169.98</c:v>
                </c:pt>
                <c:pt idx="18954">
                  <c:v>156.97</c:v>
                </c:pt>
                <c:pt idx="18955">
                  <c:v>169.98</c:v>
                </c:pt>
                <c:pt idx="18956">
                  <c:v>184.97</c:v>
                </c:pt>
                <c:pt idx="18957">
                  <c:v>193.97</c:v>
                </c:pt>
                <c:pt idx="18958">
                  <c:v>169.98</c:v>
                </c:pt>
                <c:pt idx="18959">
                  <c:v>169.98</c:v>
                </c:pt>
                <c:pt idx="18960">
                  <c:v>169.98</c:v>
                </c:pt>
                <c:pt idx="18961">
                  <c:v>99.98</c:v>
                </c:pt>
                <c:pt idx="18962">
                  <c:v>169.98</c:v>
                </c:pt>
                <c:pt idx="18963">
                  <c:v>149.97</c:v>
                </c:pt>
                <c:pt idx="18964">
                  <c:v>159.97999999999999</c:v>
                </c:pt>
                <c:pt idx="18965">
                  <c:v>169.98</c:v>
                </c:pt>
                <c:pt idx="18966">
                  <c:v>169.98</c:v>
                </c:pt>
                <c:pt idx="18967">
                  <c:v>144.96</c:v>
                </c:pt>
                <c:pt idx="18968">
                  <c:v>189.97</c:v>
                </c:pt>
                <c:pt idx="18969">
                  <c:v>144.96</c:v>
                </c:pt>
                <c:pt idx="18970">
                  <c:v>159.5</c:v>
                </c:pt>
                <c:pt idx="18971">
                  <c:v>142.97</c:v>
                </c:pt>
                <c:pt idx="18972">
                  <c:v>178.07</c:v>
                </c:pt>
                <c:pt idx="18973">
                  <c:v>99.97</c:v>
                </c:pt>
                <c:pt idx="18974">
                  <c:v>36.49</c:v>
                </c:pt>
                <c:pt idx="18975">
                  <c:v>-1.5</c:v>
                </c:pt>
                <c:pt idx="18976">
                  <c:v>212.45</c:v>
                </c:pt>
                <c:pt idx="18977">
                  <c:v>41.48</c:v>
                </c:pt>
                <c:pt idx="18978">
                  <c:v>188.26</c:v>
                </c:pt>
                <c:pt idx="18979">
                  <c:v>157.44999999999999</c:v>
                </c:pt>
                <c:pt idx="18980">
                  <c:v>179.97</c:v>
                </c:pt>
                <c:pt idx="18981">
                  <c:v>-1.5</c:v>
                </c:pt>
                <c:pt idx="18982">
                  <c:v>189.97</c:v>
                </c:pt>
                <c:pt idx="18983">
                  <c:v>244.96</c:v>
                </c:pt>
                <c:pt idx="18984">
                  <c:v>157.96</c:v>
                </c:pt>
                <c:pt idx="18985">
                  <c:v>203.31</c:v>
                </c:pt>
                <c:pt idx="18986">
                  <c:v>40.44</c:v>
                </c:pt>
                <c:pt idx="18987">
                  <c:v>225.96</c:v>
                </c:pt>
                <c:pt idx="18988">
                  <c:v>131.97999999999999</c:v>
                </c:pt>
                <c:pt idx="18989">
                  <c:v>256.33999999999997</c:v>
                </c:pt>
                <c:pt idx="18990">
                  <c:v>130</c:v>
                </c:pt>
                <c:pt idx="18991">
                  <c:v>131.97999999999999</c:v>
                </c:pt>
                <c:pt idx="18992">
                  <c:v>195.99</c:v>
                </c:pt>
                <c:pt idx="18993">
                  <c:v>202.33</c:v>
                </c:pt>
                <c:pt idx="18994">
                  <c:v>217.64</c:v>
                </c:pt>
                <c:pt idx="18995">
                  <c:v>137.97999999999999</c:v>
                </c:pt>
                <c:pt idx="18996">
                  <c:v>137.97999999999999</c:v>
                </c:pt>
                <c:pt idx="18997">
                  <c:v>206.97</c:v>
                </c:pt>
                <c:pt idx="18998">
                  <c:v>214.16</c:v>
                </c:pt>
                <c:pt idx="18999">
                  <c:v>79.98</c:v>
                </c:pt>
                <c:pt idx="19000">
                  <c:v>147.46</c:v>
                </c:pt>
                <c:pt idx="19001">
                  <c:v>115.56</c:v>
                </c:pt>
                <c:pt idx="19002">
                  <c:v>84.99</c:v>
                </c:pt>
                <c:pt idx="19003">
                  <c:v>79.98</c:v>
                </c:pt>
                <c:pt idx="19004">
                  <c:v>89.98</c:v>
                </c:pt>
                <c:pt idx="19005">
                  <c:v>199.96</c:v>
                </c:pt>
                <c:pt idx="19006">
                  <c:v>91.78</c:v>
                </c:pt>
                <c:pt idx="19007">
                  <c:v>124.98</c:v>
                </c:pt>
                <c:pt idx="19008">
                  <c:v>164.96</c:v>
                </c:pt>
                <c:pt idx="19009">
                  <c:v>116.64</c:v>
                </c:pt>
                <c:pt idx="19010">
                  <c:v>123.51</c:v>
                </c:pt>
                <c:pt idx="19011">
                  <c:v>139.97</c:v>
                </c:pt>
                <c:pt idx="19012">
                  <c:v>78.98</c:v>
                </c:pt>
                <c:pt idx="19013">
                  <c:v>153.06</c:v>
                </c:pt>
                <c:pt idx="19014">
                  <c:v>134.97999999999999</c:v>
                </c:pt>
                <c:pt idx="19015">
                  <c:v>58.99</c:v>
                </c:pt>
                <c:pt idx="19016">
                  <c:v>100.98</c:v>
                </c:pt>
                <c:pt idx="19017">
                  <c:v>99.98</c:v>
                </c:pt>
                <c:pt idx="19018">
                  <c:v>84.99</c:v>
                </c:pt>
                <c:pt idx="19019">
                  <c:v>84.99</c:v>
                </c:pt>
                <c:pt idx="19020">
                  <c:v>167.76</c:v>
                </c:pt>
                <c:pt idx="19021">
                  <c:v>84.99</c:v>
                </c:pt>
                <c:pt idx="19022">
                  <c:v>108.87</c:v>
                </c:pt>
                <c:pt idx="19023">
                  <c:v>139.97</c:v>
                </c:pt>
                <c:pt idx="19024">
                  <c:v>84.99</c:v>
                </c:pt>
                <c:pt idx="19025">
                  <c:v>104.98</c:v>
                </c:pt>
                <c:pt idx="19026">
                  <c:v>84.99</c:v>
                </c:pt>
                <c:pt idx="19027">
                  <c:v>68.989999999999995</c:v>
                </c:pt>
                <c:pt idx="19028">
                  <c:v>224.96</c:v>
                </c:pt>
                <c:pt idx="19029">
                  <c:v>84.99</c:v>
                </c:pt>
                <c:pt idx="19030">
                  <c:v>67.23</c:v>
                </c:pt>
                <c:pt idx="19031">
                  <c:v>169.35</c:v>
                </c:pt>
                <c:pt idx="19032">
                  <c:v>160.87</c:v>
                </c:pt>
                <c:pt idx="19033">
                  <c:v>181.45</c:v>
                </c:pt>
                <c:pt idx="19034">
                  <c:v>176.01</c:v>
                </c:pt>
                <c:pt idx="19035">
                  <c:v>145.15</c:v>
                </c:pt>
                <c:pt idx="19036">
                  <c:v>181.45</c:v>
                </c:pt>
                <c:pt idx="19037">
                  <c:v>146.62</c:v>
                </c:pt>
                <c:pt idx="19038">
                  <c:v>176.15</c:v>
                </c:pt>
                <c:pt idx="19039">
                  <c:v>170.57</c:v>
                </c:pt>
                <c:pt idx="19040">
                  <c:v>181.45</c:v>
                </c:pt>
                <c:pt idx="19041">
                  <c:v>161.68</c:v>
                </c:pt>
                <c:pt idx="19042">
                  <c:v>146.62</c:v>
                </c:pt>
                <c:pt idx="19043">
                  <c:v>419.76</c:v>
                </c:pt>
                <c:pt idx="19044">
                  <c:v>300.79000000000002</c:v>
                </c:pt>
                <c:pt idx="19045">
                  <c:v>356.74</c:v>
                </c:pt>
                <c:pt idx="19046">
                  <c:v>48.84</c:v>
                </c:pt>
                <c:pt idx="19047">
                  <c:v>638.44000000000005</c:v>
                </c:pt>
                <c:pt idx="19048">
                  <c:v>226.89</c:v>
                </c:pt>
                <c:pt idx="19049">
                  <c:v>501.39</c:v>
                </c:pt>
                <c:pt idx="19050">
                  <c:v>697.13</c:v>
                </c:pt>
                <c:pt idx="19051">
                  <c:v>458.69</c:v>
                </c:pt>
                <c:pt idx="19052">
                  <c:v>75.97</c:v>
                </c:pt>
                <c:pt idx="19053">
                  <c:v>169.98</c:v>
                </c:pt>
                <c:pt idx="19054">
                  <c:v>172.97</c:v>
                </c:pt>
                <c:pt idx="19055">
                  <c:v>89.98</c:v>
                </c:pt>
                <c:pt idx="19056">
                  <c:v>169.98</c:v>
                </c:pt>
                <c:pt idx="19057">
                  <c:v>144.97</c:v>
                </c:pt>
                <c:pt idx="19058">
                  <c:v>169.98</c:v>
                </c:pt>
                <c:pt idx="19059">
                  <c:v>208.95</c:v>
                </c:pt>
                <c:pt idx="19060">
                  <c:v>169.98</c:v>
                </c:pt>
                <c:pt idx="19061">
                  <c:v>29.99</c:v>
                </c:pt>
                <c:pt idx="19062">
                  <c:v>29.99</c:v>
                </c:pt>
                <c:pt idx="19063">
                  <c:v>98.95</c:v>
                </c:pt>
                <c:pt idx="19064">
                  <c:v>232.96</c:v>
                </c:pt>
                <c:pt idx="19065">
                  <c:v>123.21</c:v>
                </c:pt>
                <c:pt idx="19066">
                  <c:v>69.98</c:v>
                </c:pt>
                <c:pt idx="19067">
                  <c:v>69.989999999999995</c:v>
                </c:pt>
                <c:pt idx="19068">
                  <c:v>86.97</c:v>
                </c:pt>
                <c:pt idx="19069">
                  <c:v>92.97</c:v>
                </c:pt>
                <c:pt idx="19070">
                  <c:v>131.97999999999999</c:v>
                </c:pt>
                <c:pt idx="19071">
                  <c:v>126.58</c:v>
                </c:pt>
                <c:pt idx="19072">
                  <c:v>141.96</c:v>
                </c:pt>
                <c:pt idx="19073">
                  <c:v>189.45</c:v>
                </c:pt>
                <c:pt idx="19074">
                  <c:v>145.96</c:v>
                </c:pt>
                <c:pt idx="19075">
                  <c:v>139.96</c:v>
                </c:pt>
                <c:pt idx="19076">
                  <c:v>121.98</c:v>
                </c:pt>
                <c:pt idx="19077">
                  <c:v>265.52999999999997</c:v>
                </c:pt>
                <c:pt idx="19078">
                  <c:v>79.849999999999994</c:v>
                </c:pt>
                <c:pt idx="19079">
                  <c:v>102.83</c:v>
                </c:pt>
                <c:pt idx="19080">
                  <c:v>147.6</c:v>
                </c:pt>
                <c:pt idx="19081">
                  <c:v>193.55</c:v>
                </c:pt>
                <c:pt idx="19082">
                  <c:v>164.52</c:v>
                </c:pt>
                <c:pt idx="19083">
                  <c:v>208.08</c:v>
                </c:pt>
                <c:pt idx="19084">
                  <c:v>169.98</c:v>
                </c:pt>
                <c:pt idx="19085">
                  <c:v>83.35</c:v>
                </c:pt>
                <c:pt idx="19086">
                  <c:v>84.99</c:v>
                </c:pt>
                <c:pt idx="19087">
                  <c:v>112.12</c:v>
                </c:pt>
                <c:pt idx="19088">
                  <c:v>237.95</c:v>
                </c:pt>
                <c:pt idx="19089">
                  <c:v>111.84</c:v>
                </c:pt>
                <c:pt idx="19090">
                  <c:v>169.98</c:v>
                </c:pt>
                <c:pt idx="19091">
                  <c:v>203.72</c:v>
                </c:pt>
                <c:pt idx="19092">
                  <c:v>199.96</c:v>
                </c:pt>
                <c:pt idx="19093">
                  <c:v>82.85</c:v>
                </c:pt>
                <c:pt idx="19094">
                  <c:v>53.98</c:v>
                </c:pt>
                <c:pt idx="19095">
                  <c:v>112.84</c:v>
                </c:pt>
                <c:pt idx="19096">
                  <c:v>157.30000000000001</c:v>
                </c:pt>
                <c:pt idx="19097">
                  <c:v>169.98</c:v>
                </c:pt>
                <c:pt idx="19098">
                  <c:v>81.59</c:v>
                </c:pt>
                <c:pt idx="19099">
                  <c:v>169.98</c:v>
                </c:pt>
                <c:pt idx="19100">
                  <c:v>197.97</c:v>
                </c:pt>
                <c:pt idx="19101">
                  <c:v>197.97</c:v>
                </c:pt>
                <c:pt idx="19102">
                  <c:v>197.97</c:v>
                </c:pt>
                <c:pt idx="19103">
                  <c:v>197.97</c:v>
                </c:pt>
                <c:pt idx="19104">
                  <c:v>197.97</c:v>
                </c:pt>
                <c:pt idx="19105">
                  <c:v>71.989999999999995</c:v>
                </c:pt>
                <c:pt idx="19106">
                  <c:v>197.97</c:v>
                </c:pt>
                <c:pt idx="19107">
                  <c:v>197.97</c:v>
                </c:pt>
                <c:pt idx="19108">
                  <c:v>172.97</c:v>
                </c:pt>
                <c:pt idx="19109">
                  <c:v>197.97</c:v>
                </c:pt>
                <c:pt idx="19110">
                  <c:v>227.93</c:v>
                </c:pt>
                <c:pt idx="19111">
                  <c:v>208.94</c:v>
                </c:pt>
                <c:pt idx="19112">
                  <c:v>199.95</c:v>
                </c:pt>
                <c:pt idx="19113">
                  <c:v>226.03</c:v>
                </c:pt>
                <c:pt idx="19114">
                  <c:v>199.95</c:v>
                </c:pt>
                <c:pt idx="19115">
                  <c:v>199.95</c:v>
                </c:pt>
                <c:pt idx="19116">
                  <c:v>237.94</c:v>
                </c:pt>
                <c:pt idx="19117">
                  <c:v>225.95</c:v>
                </c:pt>
                <c:pt idx="19118">
                  <c:v>199.95</c:v>
                </c:pt>
                <c:pt idx="19119">
                  <c:v>239.94</c:v>
                </c:pt>
                <c:pt idx="19120">
                  <c:v>131.97999999999999</c:v>
                </c:pt>
                <c:pt idx="19121">
                  <c:v>140.97</c:v>
                </c:pt>
                <c:pt idx="19122">
                  <c:v>79.98</c:v>
                </c:pt>
                <c:pt idx="19123">
                  <c:v>159.94999999999999</c:v>
                </c:pt>
                <c:pt idx="19124">
                  <c:v>187.93</c:v>
                </c:pt>
                <c:pt idx="19125">
                  <c:v>79.98</c:v>
                </c:pt>
                <c:pt idx="19126">
                  <c:v>263.95999999999998</c:v>
                </c:pt>
                <c:pt idx="19127">
                  <c:v>67.97</c:v>
                </c:pt>
                <c:pt idx="19128">
                  <c:v>284.95999999999998</c:v>
                </c:pt>
                <c:pt idx="19129">
                  <c:v>199.97</c:v>
                </c:pt>
                <c:pt idx="19130">
                  <c:v>284.95999999999998</c:v>
                </c:pt>
                <c:pt idx="19131">
                  <c:v>252.96</c:v>
                </c:pt>
                <c:pt idx="19132">
                  <c:v>121.96</c:v>
                </c:pt>
                <c:pt idx="19133">
                  <c:v>243.95</c:v>
                </c:pt>
                <c:pt idx="19134">
                  <c:v>197.97</c:v>
                </c:pt>
                <c:pt idx="19135">
                  <c:v>159.97</c:v>
                </c:pt>
                <c:pt idx="19136">
                  <c:v>223.96</c:v>
                </c:pt>
                <c:pt idx="19137">
                  <c:v>69.959999999999994</c:v>
                </c:pt>
                <c:pt idx="19138">
                  <c:v>172.97</c:v>
                </c:pt>
                <c:pt idx="19139">
                  <c:v>239.96</c:v>
                </c:pt>
                <c:pt idx="19140">
                  <c:v>197.97</c:v>
                </c:pt>
                <c:pt idx="19141">
                  <c:v>175.85</c:v>
                </c:pt>
                <c:pt idx="19142">
                  <c:v>88.97</c:v>
                </c:pt>
                <c:pt idx="19143">
                  <c:v>173.94</c:v>
                </c:pt>
                <c:pt idx="19144">
                  <c:v>114.97</c:v>
                </c:pt>
                <c:pt idx="19145">
                  <c:v>119.96</c:v>
                </c:pt>
                <c:pt idx="19146">
                  <c:v>115.97</c:v>
                </c:pt>
                <c:pt idx="19147">
                  <c:v>184.97</c:v>
                </c:pt>
                <c:pt idx="19148">
                  <c:v>127.98</c:v>
                </c:pt>
                <c:pt idx="19149">
                  <c:v>121.98</c:v>
                </c:pt>
                <c:pt idx="19150">
                  <c:v>216.83</c:v>
                </c:pt>
                <c:pt idx="19151">
                  <c:v>204.94</c:v>
                </c:pt>
                <c:pt idx="19152">
                  <c:v>474.91</c:v>
                </c:pt>
                <c:pt idx="19153">
                  <c:v>94.97</c:v>
                </c:pt>
                <c:pt idx="19154">
                  <c:v>340.95</c:v>
                </c:pt>
                <c:pt idx="19155">
                  <c:v>235.96</c:v>
                </c:pt>
                <c:pt idx="19156">
                  <c:v>105.96</c:v>
                </c:pt>
                <c:pt idx="19157">
                  <c:v>146.97</c:v>
                </c:pt>
                <c:pt idx="19158">
                  <c:v>254.97</c:v>
                </c:pt>
                <c:pt idx="19159">
                  <c:v>112.28</c:v>
                </c:pt>
                <c:pt idx="19160">
                  <c:v>254.97</c:v>
                </c:pt>
                <c:pt idx="19161">
                  <c:v>73.42</c:v>
                </c:pt>
                <c:pt idx="19162">
                  <c:v>79.849999999999994</c:v>
                </c:pt>
                <c:pt idx="19163">
                  <c:v>79.849999999999994</c:v>
                </c:pt>
                <c:pt idx="19164">
                  <c:v>79.849999999999994</c:v>
                </c:pt>
                <c:pt idx="19165">
                  <c:v>77.510000000000005</c:v>
                </c:pt>
                <c:pt idx="19166">
                  <c:v>79.849999999999994</c:v>
                </c:pt>
                <c:pt idx="19167">
                  <c:v>55.64</c:v>
                </c:pt>
                <c:pt idx="19168">
                  <c:v>79.849999999999994</c:v>
                </c:pt>
                <c:pt idx="19169">
                  <c:v>79.849999999999994</c:v>
                </c:pt>
                <c:pt idx="19170">
                  <c:v>94.24</c:v>
                </c:pt>
                <c:pt idx="19171">
                  <c:v>84.69</c:v>
                </c:pt>
                <c:pt idx="19172">
                  <c:v>79.849999999999994</c:v>
                </c:pt>
                <c:pt idx="19173">
                  <c:v>114.97</c:v>
                </c:pt>
                <c:pt idx="19174">
                  <c:v>184.97</c:v>
                </c:pt>
                <c:pt idx="19175">
                  <c:v>131.97999999999999</c:v>
                </c:pt>
                <c:pt idx="19176">
                  <c:v>127.5</c:v>
                </c:pt>
                <c:pt idx="19177">
                  <c:v>169.98</c:v>
                </c:pt>
                <c:pt idx="19178">
                  <c:v>169.98</c:v>
                </c:pt>
                <c:pt idx="19179">
                  <c:v>169.98</c:v>
                </c:pt>
                <c:pt idx="19180">
                  <c:v>159.97999999999999</c:v>
                </c:pt>
                <c:pt idx="19181">
                  <c:v>102.18</c:v>
                </c:pt>
                <c:pt idx="19182">
                  <c:v>169.98</c:v>
                </c:pt>
                <c:pt idx="19183">
                  <c:v>156.88</c:v>
                </c:pt>
                <c:pt idx="19184">
                  <c:v>114.98</c:v>
                </c:pt>
                <c:pt idx="19185">
                  <c:v>150.08000000000001</c:v>
                </c:pt>
                <c:pt idx="19186">
                  <c:v>65.989999999999995</c:v>
                </c:pt>
                <c:pt idx="19187">
                  <c:v>83.97</c:v>
                </c:pt>
                <c:pt idx="19188">
                  <c:v>84.99</c:v>
                </c:pt>
                <c:pt idx="19189">
                  <c:v>75.98</c:v>
                </c:pt>
                <c:pt idx="19190">
                  <c:v>94.98</c:v>
                </c:pt>
                <c:pt idx="19191">
                  <c:v>84.99</c:v>
                </c:pt>
                <c:pt idx="19192">
                  <c:v>84.99</c:v>
                </c:pt>
                <c:pt idx="19193">
                  <c:v>110.98</c:v>
                </c:pt>
                <c:pt idx="19194">
                  <c:v>90.98</c:v>
                </c:pt>
                <c:pt idx="19195">
                  <c:v>110.98</c:v>
                </c:pt>
                <c:pt idx="19196">
                  <c:v>75.98</c:v>
                </c:pt>
                <c:pt idx="19197">
                  <c:v>100.98</c:v>
                </c:pt>
                <c:pt idx="19198">
                  <c:v>59.8</c:v>
                </c:pt>
                <c:pt idx="19199">
                  <c:v>100.98</c:v>
                </c:pt>
                <c:pt idx="19200">
                  <c:v>59.8</c:v>
                </c:pt>
                <c:pt idx="19201">
                  <c:v>84.99</c:v>
                </c:pt>
                <c:pt idx="19202">
                  <c:v>94.98</c:v>
                </c:pt>
                <c:pt idx="19203">
                  <c:v>84.99</c:v>
                </c:pt>
                <c:pt idx="19204">
                  <c:v>89.98</c:v>
                </c:pt>
                <c:pt idx="19205">
                  <c:v>99.98</c:v>
                </c:pt>
                <c:pt idx="19206">
                  <c:v>99.98</c:v>
                </c:pt>
                <c:pt idx="19207">
                  <c:v>84.99</c:v>
                </c:pt>
                <c:pt idx="19208">
                  <c:v>84.99</c:v>
                </c:pt>
                <c:pt idx="19209">
                  <c:v>83.97</c:v>
                </c:pt>
                <c:pt idx="19210">
                  <c:v>65.989999999999995</c:v>
                </c:pt>
                <c:pt idx="19211">
                  <c:v>89.98</c:v>
                </c:pt>
                <c:pt idx="19212">
                  <c:v>65.989999999999995</c:v>
                </c:pt>
                <c:pt idx="19213">
                  <c:v>65.989999999999995</c:v>
                </c:pt>
                <c:pt idx="19214">
                  <c:v>84.99</c:v>
                </c:pt>
                <c:pt idx="19215">
                  <c:v>84.99</c:v>
                </c:pt>
                <c:pt idx="19216">
                  <c:v>90.98</c:v>
                </c:pt>
                <c:pt idx="19217">
                  <c:v>84.99</c:v>
                </c:pt>
                <c:pt idx="19218">
                  <c:v>140.96</c:v>
                </c:pt>
                <c:pt idx="19219">
                  <c:v>140.96</c:v>
                </c:pt>
                <c:pt idx="19220">
                  <c:v>195.97</c:v>
                </c:pt>
                <c:pt idx="19221">
                  <c:v>355.67</c:v>
                </c:pt>
                <c:pt idx="19222">
                  <c:v>361.69</c:v>
                </c:pt>
                <c:pt idx="19223">
                  <c:v>595.21</c:v>
                </c:pt>
                <c:pt idx="19224">
                  <c:v>293.95999999999998</c:v>
                </c:pt>
                <c:pt idx="19225">
                  <c:v>159.69999999999999</c:v>
                </c:pt>
                <c:pt idx="19226">
                  <c:v>159.69999999999999</c:v>
                </c:pt>
                <c:pt idx="19227">
                  <c:v>159.69999999999999</c:v>
                </c:pt>
                <c:pt idx="19228">
                  <c:v>155.78</c:v>
                </c:pt>
                <c:pt idx="19229">
                  <c:v>319.39</c:v>
                </c:pt>
                <c:pt idx="19230">
                  <c:v>227.56</c:v>
                </c:pt>
                <c:pt idx="19231">
                  <c:v>167.59</c:v>
                </c:pt>
                <c:pt idx="19232">
                  <c:v>232.25</c:v>
                </c:pt>
                <c:pt idx="19233">
                  <c:v>239.54</c:v>
                </c:pt>
                <c:pt idx="19234">
                  <c:v>159.65</c:v>
                </c:pt>
                <c:pt idx="19235">
                  <c:v>111.3</c:v>
                </c:pt>
                <c:pt idx="19236">
                  <c:v>108.82</c:v>
                </c:pt>
                <c:pt idx="19237">
                  <c:v>159.65</c:v>
                </c:pt>
                <c:pt idx="19238">
                  <c:v>220.15</c:v>
                </c:pt>
                <c:pt idx="19239">
                  <c:v>220.15</c:v>
                </c:pt>
                <c:pt idx="19240">
                  <c:v>123.38</c:v>
                </c:pt>
                <c:pt idx="19241">
                  <c:v>111.3</c:v>
                </c:pt>
                <c:pt idx="19242">
                  <c:v>108.82</c:v>
                </c:pt>
                <c:pt idx="19243">
                  <c:v>134.25</c:v>
                </c:pt>
                <c:pt idx="19244">
                  <c:v>102.57</c:v>
                </c:pt>
                <c:pt idx="19245">
                  <c:v>141.11000000000001</c:v>
                </c:pt>
                <c:pt idx="19246">
                  <c:v>131.83000000000001</c:v>
                </c:pt>
                <c:pt idx="19247">
                  <c:v>131.83000000000001</c:v>
                </c:pt>
                <c:pt idx="19248">
                  <c:v>141.11000000000001</c:v>
                </c:pt>
                <c:pt idx="19249">
                  <c:v>229.83</c:v>
                </c:pt>
                <c:pt idx="19250">
                  <c:v>229.83</c:v>
                </c:pt>
                <c:pt idx="19251">
                  <c:v>134.25</c:v>
                </c:pt>
                <c:pt idx="19252">
                  <c:v>134.29</c:v>
                </c:pt>
                <c:pt idx="19253">
                  <c:v>134.29</c:v>
                </c:pt>
                <c:pt idx="19254">
                  <c:v>236.14</c:v>
                </c:pt>
                <c:pt idx="19255">
                  <c:v>142.74</c:v>
                </c:pt>
                <c:pt idx="19256">
                  <c:v>142.74</c:v>
                </c:pt>
                <c:pt idx="19257">
                  <c:v>157.24</c:v>
                </c:pt>
                <c:pt idx="19258">
                  <c:v>157.24</c:v>
                </c:pt>
                <c:pt idx="19259">
                  <c:v>236.14</c:v>
                </c:pt>
                <c:pt idx="19260">
                  <c:v>102.57</c:v>
                </c:pt>
                <c:pt idx="19261">
                  <c:v>123.38</c:v>
                </c:pt>
                <c:pt idx="19262">
                  <c:v>101.59</c:v>
                </c:pt>
                <c:pt idx="19263">
                  <c:v>101.59</c:v>
                </c:pt>
                <c:pt idx="19264">
                  <c:v>90.24</c:v>
                </c:pt>
                <c:pt idx="19265">
                  <c:v>90.24</c:v>
                </c:pt>
                <c:pt idx="19266">
                  <c:v>61.69</c:v>
                </c:pt>
                <c:pt idx="19267">
                  <c:v>61.69</c:v>
                </c:pt>
                <c:pt idx="19268">
                  <c:v>119.96</c:v>
                </c:pt>
                <c:pt idx="19269">
                  <c:v>108.16</c:v>
                </c:pt>
                <c:pt idx="19270">
                  <c:v>89.97</c:v>
                </c:pt>
                <c:pt idx="19271">
                  <c:v>139.94999999999999</c:v>
                </c:pt>
                <c:pt idx="19272">
                  <c:v>86.67</c:v>
                </c:pt>
                <c:pt idx="19273">
                  <c:v>89.97</c:v>
                </c:pt>
                <c:pt idx="19274">
                  <c:v>59.98</c:v>
                </c:pt>
                <c:pt idx="19275">
                  <c:v>59.98</c:v>
                </c:pt>
                <c:pt idx="19276">
                  <c:v>83.97</c:v>
                </c:pt>
                <c:pt idx="19277">
                  <c:v>99.96</c:v>
                </c:pt>
                <c:pt idx="19278">
                  <c:v>76.47</c:v>
                </c:pt>
                <c:pt idx="19279">
                  <c:v>118.95</c:v>
                </c:pt>
                <c:pt idx="19280">
                  <c:v>88.87</c:v>
                </c:pt>
                <c:pt idx="19281">
                  <c:v>80.97</c:v>
                </c:pt>
                <c:pt idx="19282">
                  <c:v>79.98</c:v>
                </c:pt>
                <c:pt idx="19283">
                  <c:v>83.98</c:v>
                </c:pt>
                <c:pt idx="19284">
                  <c:v>65.989999999999995</c:v>
                </c:pt>
                <c:pt idx="19285">
                  <c:v>65.989999999999995</c:v>
                </c:pt>
                <c:pt idx="19286">
                  <c:v>58.27</c:v>
                </c:pt>
                <c:pt idx="19287">
                  <c:v>131.97999999999999</c:v>
                </c:pt>
                <c:pt idx="19288">
                  <c:v>172.97</c:v>
                </c:pt>
                <c:pt idx="19289">
                  <c:v>224.43</c:v>
                </c:pt>
                <c:pt idx="19290">
                  <c:v>161.96</c:v>
                </c:pt>
                <c:pt idx="19291">
                  <c:v>242.94</c:v>
                </c:pt>
                <c:pt idx="19292">
                  <c:v>227.95</c:v>
                </c:pt>
                <c:pt idx="19293">
                  <c:v>275.43</c:v>
                </c:pt>
                <c:pt idx="19294">
                  <c:v>127.94</c:v>
                </c:pt>
                <c:pt idx="19295">
                  <c:v>206.96</c:v>
                </c:pt>
                <c:pt idx="19296">
                  <c:v>102.98</c:v>
                </c:pt>
                <c:pt idx="19297">
                  <c:v>157.97</c:v>
                </c:pt>
                <c:pt idx="19298">
                  <c:v>137.97999999999999</c:v>
                </c:pt>
                <c:pt idx="19299">
                  <c:v>84.99</c:v>
                </c:pt>
                <c:pt idx="19300">
                  <c:v>84.99</c:v>
                </c:pt>
                <c:pt idx="19301">
                  <c:v>102.98</c:v>
                </c:pt>
                <c:pt idx="19302">
                  <c:v>109.98</c:v>
                </c:pt>
                <c:pt idx="19303">
                  <c:v>79.41</c:v>
                </c:pt>
                <c:pt idx="19304">
                  <c:v>-33.9</c:v>
                </c:pt>
                <c:pt idx="19305">
                  <c:v>151.52000000000001</c:v>
                </c:pt>
                <c:pt idx="19306">
                  <c:v>84.99</c:v>
                </c:pt>
                <c:pt idx="19307">
                  <c:v>84.99</c:v>
                </c:pt>
                <c:pt idx="19308">
                  <c:v>149.97999999999999</c:v>
                </c:pt>
                <c:pt idx="19309">
                  <c:v>79.400000000000006</c:v>
                </c:pt>
                <c:pt idx="19310">
                  <c:v>102.98</c:v>
                </c:pt>
                <c:pt idx="19311">
                  <c:v>-22.6</c:v>
                </c:pt>
                <c:pt idx="19312">
                  <c:v>169.98</c:v>
                </c:pt>
                <c:pt idx="19313">
                  <c:v>82.26</c:v>
                </c:pt>
                <c:pt idx="19314">
                  <c:v>83.99</c:v>
                </c:pt>
                <c:pt idx="19315">
                  <c:v>81.38</c:v>
                </c:pt>
                <c:pt idx="19316">
                  <c:v>84.99</c:v>
                </c:pt>
                <c:pt idx="19317">
                  <c:v>84.99</c:v>
                </c:pt>
                <c:pt idx="19318">
                  <c:v>121.97</c:v>
                </c:pt>
                <c:pt idx="19319">
                  <c:v>102.98</c:v>
                </c:pt>
                <c:pt idx="19320">
                  <c:v>99.13</c:v>
                </c:pt>
                <c:pt idx="19321">
                  <c:v>79.98</c:v>
                </c:pt>
                <c:pt idx="19322">
                  <c:v>129.97999999999999</c:v>
                </c:pt>
                <c:pt idx="19323">
                  <c:v>84.99</c:v>
                </c:pt>
                <c:pt idx="19324">
                  <c:v>82.84</c:v>
                </c:pt>
                <c:pt idx="19325">
                  <c:v>108.98</c:v>
                </c:pt>
                <c:pt idx="19326">
                  <c:v>84.99</c:v>
                </c:pt>
                <c:pt idx="19327">
                  <c:v>84.99</c:v>
                </c:pt>
                <c:pt idx="19328">
                  <c:v>137.97999999999999</c:v>
                </c:pt>
                <c:pt idx="19329">
                  <c:v>109.98</c:v>
                </c:pt>
                <c:pt idx="19330">
                  <c:v>83.29</c:v>
                </c:pt>
                <c:pt idx="19331">
                  <c:v>-20</c:v>
                </c:pt>
                <c:pt idx="19332">
                  <c:v>118.93</c:v>
                </c:pt>
                <c:pt idx="19333">
                  <c:v>84.14</c:v>
                </c:pt>
                <c:pt idx="19334">
                  <c:v>59.39</c:v>
                </c:pt>
                <c:pt idx="19335">
                  <c:v>103.83</c:v>
                </c:pt>
                <c:pt idx="19336">
                  <c:v>83.79</c:v>
                </c:pt>
                <c:pt idx="19337">
                  <c:v>82.63</c:v>
                </c:pt>
                <c:pt idx="19338">
                  <c:v>77.98</c:v>
                </c:pt>
                <c:pt idx="19339">
                  <c:v>70.180000000000007</c:v>
                </c:pt>
                <c:pt idx="19340">
                  <c:v>65.44</c:v>
                </c:pt>
                <c:pt idx="19341">
                  <c:v>84.99</c:v>
                </c:pt>
                <c:pt idx="19342">
                  <c:v>52.76</c:v>
                </c:pt>
                <c:pt idx="19343">
                  <c:v>84.99</c:v>
                </c:pt>
                <c:pt idx="19344">
                  <c:v>75.09</c:v>
                </c:pt>
                <c:pt idx="19345">
                  <c:v>84.99</c:v>
                </c:pt>
                <c:pt idx="19346">
                  <c:v>113.28</c:v>
                </c:pt>
                <c:pt idx="19347">
                  <c:v>76.489999999999995</c:v>
                </c:pt>
                <c:pt idx="19348">
                  <c:v>76.540000000000006</c:v>
                </c:pt>
                <c:pt idx="19349">
                  <c:v>64.27</c:v>
                </c:pt>
                <c:pt idx="19350">
                  <c:v>84.99</c:v>
                </c:pt>
                <c:pt idx="19351">
                  <c:v>84.99</c:v>
                </c:pt>
                <c:pt idx="19352">
                  <c:v>76.489999999999995</c:v>
                </c:pt>
                <c:pt idx="19353">
                  <c:v>653.29999999999995</c:v>
                </c:pt>
                <c:pt idx="19354">
                  <c:v>659.9</c:v>
                </c:pt>
                <c:pt idx="19355">
                  <c:v>659.9</c:v>
                </c:pt>
                <c:pt idx="19356">
                  <c:v>184.97</c:v>
                </c:pt>
                <c:pt idx="19357">
                  <c:v>144.47</c:v>
                </c:pt>
                <c:pt idx="19358">
                  <c:v>242.46</c:v>
                </c:pt>
                <c:pt idx="19359">
                  <c:v>184.97</c:v>
                </c:pt>
                <c:pt idx="19360">
                  <c:v>184.97</c:v>
                </c:pt>
                <c:pt idx="19361">
                  <c:v>273.94</c:v>
                </c:pt>
                <c:pt idx="19362">
                  <c:v>242.96</c:v>
                </c:pt>
                <c:pt idx="19363">
                  <c:v>50.99</c:v>
                </c:pt>
                <c:pt idx="19364">
                  <c:v>291.94</c:v>
                </c:pt>
                <c:pt idx="19365">
                  <c:v>219.46</c:v>
                </c:pt>
                <c:pt idx="19366">
                  <c:v>263.95999999999998</c:v>
                </c:pt>
                <c:pt idx="19367">
                  <c:v>239.54</c:v>
                </c:pt>
                <c:pt idx="19368">
                  <c:v>283.64</c:v>
                </c:pt>
                <c:pt idx="19369">
                  <c:v>239.54</c:v>
                </c:pt>
                <c:pt idx="19370">
                  <c:v>297.55</c:v>
                </c:pt>
                <c:pt idx="19371">
                  <c:v>361.71</c:v>
                </c:pt>
                <c:pt idx="19372">
                  <c:v>159.69999999999999</c:v>
                </c:pt>
                <c:pt idx="19373">
                  <c:v>399.24</c:v>
                </c:pt>
                <c:pt idx="19374">
                  <c:v>319.39</c:v>
                </c:pt>
                <c:pt idx="19375">
                  <c:v>223.21</c:v>
                </c:pt>
                <c:pt idx="19376">
                  <c:v>86.78</c:v>
                </c:pt>
                <c:pt idx="19377">
                  <c:v>71.94</c:v>
                </c:pt>
                <c:pt idx="19378">
                  <c:v>87.94</c:v>
                </c:pt>
                <c:pt idx="19379">
                  <c:v>95.62</c:v>
                </c:pt>
                <c:pt idx="19380">
                  <c:v>89.93</c:v>
                </c:pt>
                <c:pt idx="19381">
                  <c:v>79.94</c:v>
                </c:pt>
                <c:pt idx="19382">
                  <c:v>156.88999999999999</c:v>
                </c:pt>
                <c:pt idx="19383">
                  <c:v>99.93</c:v>
                </c:pt>
                <c:pt idx="19384">
                  <c:v>71.94</c:v>
                </c:pt>
                <c:pt idx="19385">
                  <c:v>84.99</c:v>
                </c:pt>
                <c:pt idx="19386">
                  <c:v>206.97</c:v>
                </c:pt>
                <c:pt idx="19387">
                  <c:v>169.98</c:v>
                </c:pt>
                <c:pt idx="19388">
                  <c:v>254.97</c:v>
                </c:pt>
                <c:pt idx="19389">
                  <c:v>254.97</c:v>
                </c:pt>
                <c:pt idx="19390">
                  <c:v>121.98</c:v>
                </c:pt>
                <c:pt idx="19391">
                  <c:v>183.95</c:v>
                </c:pt>
                <c:pt idx="19392">
                  <c:v>88.76</c:v>
                </c:pt>
                <c:pt idx="19393">
                  <c:v>99.98</c:v>
                </c:pt>
                <c:pt idx="19394">
                  <c:v>177.96</c:v>
                </c:pt>
                <c:pt idx="19395">
                  <c:v>300.93</c:v>
                </c:pt>
                <c:pt idx="19396">
                  <c:v>275.75</c:v>
                </c:pt>
                <c:pt idx="19397">
                  <c:v>201.67</c:v>
                </c:pt>
                <c:pt idx="19398">
                  <c:v>103.98</c:v>
                </c:pt>
                <c:pt idx="19399">
                  <c:v>124.74</c:v>
                </c:pt>
                <c:pt idx="19400">
                  <c:v>253.57</c:v>
                </c:pt>
                <c:pt idx="19401">
                  <c:v>45.48</c:v>
                </c:pt>
                <c:pt idx="19402">
                  <c:v>59.98</c:v>
                </c:pt>
                <c:pt idx="19403">
                  <c:v>131.86000000000001</c:v>
                </c:pt>
                <c:pt idx="19404">
                  <c:v>84.99</c:v>
                </c:pt>
                <c:pt idx="19405">
                  <c:v>84.99</c:v>
                </c:pt>
                <c:pt idx="19406">
                  <c:v>76.489999999999995</c:v>
                </c:pt>
                <c:pt idx="19407">
                  <c:v>130.38</c:v>
                </c:pt>
                <c:pt idx="19408">
                  <c:v>84.99</c:v>
                </c:pt>
                <c:pt idx="19409">
                  <c:v>84.99</c:v>
                </c:pt>
                <c:pt idx="19410">
                  <c:v>84.99</c:v>
                </c:pt>
                <c:pt idx="19411">
                  <c:v>84.99</c:v>
                </c:pt>
                <c:pt idx="19412">
                  <c:v>84.99</c:v>
                </c:pt>
                <c:pt idx="19413">
                  <c:v>84.99</c:v>
                </c:pt>
                <c:pt idx="19414">
                  <c:v>84.99</c:v>
                </c:pt>
                <c:pt idx="19415">
                  <c:v>84.99</c:v>
                </c:pt>
                <c:pt idx="19416">
                  <c:v>71.44</c:v>
                </c:pt>
                <c:pt idx="19417">
                  <c:v>84.99</c:v>
                </c:pt>
                <c:pt idx="19418">
                  <c:v>58.98</c:v>
                </c:pt>
                <c:pt idx="19419">
                  <c:v>89.98</c:v>
                </c:pt>
                <c:pt idx="19420">
                  <c:v>84.99</c:v>
                </c:pt>
                <c:pt idx="19421">
                  <c:v>89.98</c:v>
                </c:pt>
                <c:pt idx="19422">
                  <c:v>84.58</c:v>
                </c:pt>
                <c:pt idx="19423">
                  <c:v>97.04</c:v>
                </c:pt>
                <c:pt idx="19424">
                  <c:v>28.43</c:v>
                </c:pt>
                <c:pt idx="19425">
                  <c:v>89.98</c:v>
                </c:pt>
                <c:pt idx="19426">
                  <c:v>46.29</c:v>
                </c:pt>
                <c:pt idx="19427">
                  <c:v>89.98</c:v>
                </c:pt>
                <c:pt idx="19428">
                  <c:v>89.98</c:v>
                </c:pt>
                <c:pt idx="19429">
                  <c:v>65.989999999999995</c:v>
                </c:pt>
                <c:pt idx="19430">
                  <c:v>89.98</c:v>
                </c:pt>
                <c:pt idx="19431">
                  <c:v>84.99</c:v>
                </c:pt>
                <c:pt idx="19432">
                  <c:v>56.98</c:v>
                </c:pt>
                <c:pt idx="19433">
                  <c:v>129.97999999999999</c:v>
                </c:pt>
                <c:pt idx="19434">
                  <c:v>89.98</c:v>
                </c:pt>
                <c:pt idx="19435">
                  <c:v>89.98</c:v>
                </c:pt>
                <c:pt idx="19436">
                  <c:v>44.54</c:v>
                </c:pt>
                <c:pt idx="19437">
                  <c:v>89.98</c:v>
                </c:pt>
                <c:pt idx="19438">
                  <c:v>89.98</c:v>
                </c:pt>
                <c:pt idx="19439">
                  <c:v>89.98</c:v>
                </c:pt>
                <c:pt idx="19440">
                  <c:v>87.28</c:v>
                </c:pt>
                <c:pt idx="19441">
                  <c:v>84.68</c:v>
                </c:pt>
                <c:pt idx="19442">
                  <c:v>85.93</c:v>
                </c:pt>
                <c:pt idx="19443">
                  <c:v>89.98</c:v>
                </c:pt>
                <c:pt idx="19444">
                  <c:v>89.98</c:v>
                </c:pt>
                <c:pt idx="19445">
                  <c:v>45.16</c:v>
                </c:pt>
                <c:pt idx="19446">
                  <c:v>89.98</c:v>
                </c:pt>
                <c:pt idx="19447">
                  <c:v>89.98</c:v>
                </c:pt>
                <c:pt idx="19448">
                  <c:v>88.18</c:v>
                </c:pt>
                <c:pt idx="19449">
                  <c:v>89.98</c:v>
                </c:pt>
                <c:pt idx="19450">
                  <c:v>36.29</c:v>
                </c:pt>
                <c:pt idx="19451">
                  <c:v>89.98</c:v>
                </c:pt>
                <c:pt idx="19452">
                  <c:v>229.47</c:v>
                </c:pt>
                <c:pt idx="19453">
                  <c:v>68.989999999999995</c:v>
                </c:pt>
                <c:pt idx="19454">
                  <c:v>238.78</c:v>
                </c:pt>
                <c:pt idx="19455">
                  <c:v>146.97</c:v>
                </c:pt>
                <c:pt idx="19456">
                  <c:v>184.97</c:v>
                </c:pt>
                <c:pt idx="19457">
                  <c:v>131.97999999999999</c:v>
                </c:pt>
                <c:pt idx="19458">
                  <c:v>64.98</c:v>
                </c:pt>
                <c:pt idx="19459">
                  <c:v>199.96</c:v>
                </c:pt>
                <c:pt idx="19460">
                  <c:v>131.97999999999999</c:v>
                </c:pt>
                <c:pt idx="19461">
                  <c:v>197.97</c:v>
                </c:pt>
                <c:pt idx="19462">
                  <c:v>146.97</c:v>
                </c:pt>
                <c:pt idx="19463">
                  <c:v>79.98</c:v>
                </c:pt>
                <c:pt idx="19464">
                  <c:v>79.98</c:v>
                </c:pt>
                <c:pt idx="19465">
                  <c:v>159.94999999999999</c:v>
                </c:pt>
                <c:pt idx="19466">
                  <c:v>131.97999999999999</c:v>
                </c:pt>
                <c:pt idx="19467">
                  <c:v>131.97999999999999</c:v>
                </c:pt>
                <c:pt idx="19468">
                  <c:v>105.98</c:v>
                </c:pt>
                <c:pt idx="19469">
                  <c:v>131.97999999999999</c:v>
                </c:pt>
                <c:pt idx="19470">
                  <c:v>131.97999999999999</c:v>
                </c:pt>
                <c:pt idx="19471">
                  <c:v>146.97</c:v>
                </c:pt>
                <c:pt idx="19472">
                  <c:v>131.97999999999999</c:v>
                </c:pt>
                <c:pt idx="19473">
                  <c:v>65.989999999999995</c:v>
                </c:pt>
                <c:pt idx="19474">
                  <c:v>76.34</c:v>
                </c:pt>
                <c:pt idx="19475">
                  <c:v>131.97999999999999</c:v>
                </c:pt>
                <c:pt idx="19476">
                  <c:v>67.98</c:v>
                </c:pt>
                <c:pt idx="19477">
                  <c:v>123.34</c:v>
                </c:pt>
                <c:pt idx="19478">
                  <c:v>302.95</c:v>
                </c:pt>
                <c:pt idx="19479">
                  <c:v>124.13</c:v>
                </c:pt>
                <c:pt idx="19480">
                  <c:v>269.95999999999998</c:v>
                </c:pt>
                <c:pt idx="19481">
                  <c:v>239.97</c:v>
                </c:pt>
                <c:pt idx="19482">
                  <c:v>91.98</c:v>
                </c:pt>
                <c:pt idx="19483">
                  <c:v>244.97</c:v>
                </c:pt>
                <c:pt idx="19484">
                  <c:v>204.97</c:v>
                </c:pt>
                <c:pt idx="19485">
                  <c:v>239.97</c:v>
                </c:pt>
                <c:pt idx="19486">
                  <c:v>334.96</c:v>
                </c:pt>
                <c:pt idx="19487">
                  <c:v>262.05</c:v>
                </c:pt>
                <c:pt idx="19488">
                  <c:v>466.82</c:v>
                </c:pt>
                <c:pt idx="19489">
                  <c:v>164.98</c:v>
                </c:pt>
                <c:pt idx="19490">
                  <c:v>159.97999999999999</c:v>
                </c:pt>
                <c:pt idx="19491">
                  <c:v>234.97</c:v>
                </c:pt>
                <c:pt idx="19492">
                  <c:v>215.97</c:v>
                </c:pt>
                <c:pt idx="19493">
                  <c:v>84.99</c:v>
                </c:pt>
                <c:pt idx="19494">
                  <c:v>197.97</c:v>
                </c:pt>
                <c:pt idx="19495">
                  <c:v>39.479999999999997</c:v>
                </c:pt>
                <c:pt idx="19496">
                  <c:v>39.479999999999997</c:v>
                </c:pt>
                <c:pt idx="19497">
                  <c:v>147.97</c:v>
                </c:pt>
                <c:pt idx="19498">
                  <c:v>179.95</c:v>
                </c:pt>
                <c:pt idx="19499">
                  <c:v>147.97</c:v>
                </c:pt>
                <c:pt idx="19500">
                  <c:v>-199.96</c:v>
                </c:pt>
                <c:pt idx="19501">
                  <c:v>279.92</c:v>
                </c:pt>
                <c:pt idx="19502">
                  <c:v>48.47</c:v>
                </c:pt>
                <c:pt idx="19503">
                  <c:v>229.95</c:v>
                </c:pt>
                <c:pt idx="19504">
                  <c:v>48.47</c:v>
                </c:pt>
                <c:pt idx="19505">
                  <c:v>279.92</c:v>
                </c:pt>
                <c:pt idx="19506">
                  <c:v>-199.96</c:v>
                </c:pt>
                <c:pt idx="19507">
                  <c:v>197.97</c:v>
                </c:pt>
                <c:pt idx="19508">
                  <c:v>179.95</c:v>
                </c:pt>
                <c:pt idx="19509">
                  <c:v>237.96</c:v>
                </c:pt>
                <c:pt idx="19510">
                  <c:v>237.96</c:v>
                </c:pt>
                <c:pt idx="19511">
                  <c:v>229.95</c:v>
                </c:pt>
                <c:pt idx="19512">
                  <c:v>324.79000000000002</c:v>
                </c:pt>
                <c:pt idx="19513">
                  <c:v>324.79000000000002</c:v>
                </c:pt>
                <c:pt idx="19514">
                  <c:v>90.95</c:v>
                </c:pt>
                <c:pt idx="19515">
                  <c:v>90.95</c:v>
                </c:pt>
                <c:pt idx="19516">
                  <c:v>767.77</c:v>
                </c:pt>
                <c:pt idx="19517">
                  <c:v>339.96</c:v>
                </c:pt>
                <c:pt idx="19518">
                  <c:v>127.81</c:v>
                </c:pt>
                <c:pt idx="19519">
                  <c:v>133.94</c:v>
                </c:pt>
                <c:pt idx="19520">
                  <c:v>303.83</c:v>
                </c:pt>
                <c:pt idx="19521">
                  <c:v>254.97</c:v>
                </c:pt>
                <c:pt idx="19522">
                  <c:v>254.97</c:v>
                </c:pt>
                <c:pt idx="19523">
                  <c:v>424.95</c:v>
                </c:pt>
                <c:pt idx="19524">
                  <c:v>67.87</c:v>
                </c:pt>
                <c:pt idx="19525">
                  <c:v>149.97</c:v>
                </c:pt>
                <c:pt idx="19526">
                  <c:v>145.94999999999999</c:v>
                </c:pt>
                <c:pt idx="19527">
                  <c:v>169.98</c:v>
                </c:pt>
                <c:pt idx="19528">
                  <c:v>169.98</c:v>
                </c:pt>
                <c:pt idx="19529">
                  <c:v>169.98</c:v>
                </c:pt>
                <c:pt idx="19530">
                  <c:v>172.97</c:v>
                </c:pt>
                <c:pt idx="19531">
                  <c:v>169.98</c:v>
                </c:pt>
                <c:pt idx="19532">
                  <c:v>169.98</c:v>
                </c:pt>
                <c:pt idx="19533">
                  <c:v>169.98</c:v>
                </c:pt>
                <c:pt idx="19534">
                  <c:v>160.94999999999999</c:v>
                </c:pt>
                <c:pt idx="19535">
                  <c:v>171.48</c:v>
                </c:pt>
                <c:pt idx="19536">
                  <c:v>169.98</c:v>
                </c:pt>
                <c:pt idx="19537">
                  <c:v>84.98</c:v>
                </c:pt>
                <c:pt idx="19538">
                  <c:v>159.97999999999999</c:v>
                </c:pt>
                <c:pt idx="19539">
                  <c:v>131.97999999999999</c:v>
                </c:pt>
                <c:pt idx="19540">
                  <c:v>188.97</c:v>
                </c:pt>
                <c:pt idx="19541">
                  <c:v>207.96</c:v>
                </c:pt>
                <c:pt idx="19542">
                  <c:v>152.97999999999999</c:v>
                </c:pt>
                <c:pt idx="19543">
                  <c:v>188.97</c:v>
                </c:pt>
                <c:pt idx="19544">
                  <c:v>169.98</c:v>
                </c:pt>
                <c:pt idx="19545">
                  <c:v>351.95</c:v>
                </c:pt>
                <c:pt idx="19546">
                  <c:v>339.96</c:v>
                </c:pt>
                <c:pt idx="19547">
                  <c:v>190.16</c:v>
                </c:pt>
                <c:pt idx="19548">
                  <c:v>140.83000000000001</c:v>
                </c:pt>
                <c:pt idx="19549">
                  <c:v>339.96</c:v>
                </c:pt>
                <c:pt idx="19550">
                  <c:v>339.96</c:v>
                </c:pt>
                <c:pt idx="19551">
                  <c:v>96.98</c:v>
                </c:pt>
                <c:pt idx="19552">
                  <c:v>235.15</c:v>
                </c:pt>
                <c:pt idx="19553">
                  <c:v>351.95</c:v>
                </c:pt>
                <c:pt idx="19554">
                  <c:v>266.94</c:v>
                </c:pt>
                <c:pt idx="19555">
                  <c:v>197.97</c:v>
                </c:pt>
                <c:pt idx="19556">
                  <c:v>399.95</c:v>
                </c:pt>
                <c:pt idx="19557">
                  <c:v>266.95999999999998</c:v>
                </c:pt>
                <c:pt idx="19558">
                  <c:v>127.51</c:v>
                </c:pt>
                <c:pt idx="19559">
                  <c:v>271.95</c:v>
                </c:pt>
                <c:pt idx="19560">
                  <c:v>84.99</c:v>
                </c:pt>
                <c:pt idx="19561">
                  <c:v>84.99</c:v>
                </c:pt>
                <c:pt idx="19562">
                  <c:v>73.41</c:v>
                </c:pt>
                <c:pt idx="19563">
                  <c:v>131.97999999999999</c:v>
                </c:pt>
                <c:pt idx="19564">
                  <c:v>150.97</c:v>
                </c:pt>
                <c:pt idx="19565">
                  <c:v>103.98</c:v>
                </c:pt>
                <c:pt idx="19566">
                  <c:v>121.98</c:v>
                </c:pt>
                <c:pt idx="19567">
                  <c:v>110.96</c:v>
                </c:pt>
                <c:pt idx="19568">
                  <c:v>84.99</c:v>
                </c:pt>
                <c:pt idx="19569">
                  <c:v>118.78</c:v>
                </c:pt>
                <c:pt idx="19570">
                  <c:v>131.97999999999999</c:v>
                </c:pt>
                <c:pt idx="19571">
                  <c:v>74.989999999999995</c:v>
                </c:pt>
                <c:pt idx="19572">
                  <c:v>131.97999999999999</c:v>
                </c:pt>
                <c:pt idx="19573">
                  <c:v>168.21</c:v>
                </c:pt>
                <c:pt idx="19574">
                  <c:v>204.26</c:v>
                </c:pt>
                <c:pt idx="19575">
                  <c:v>143.97999999999999</c:v>
                </c:pt>
                <c:pt idx="19576">
                  <c:v>120.3</c:v>
                </c:pt>
                <c:pt idx="19577">
                  <c:v>165.27</c:v>
                </c:pt>
                <c:pt idx="19578">
                  <c:v>168.3</c:v>
                </c:pt>
                <c:pt idx="19579">
                  <c:v>169.98</c:v>
                </c:pt>
                <c:pt idx="19580">
                  <c:v>168.28</c:v>
                </c:pt>
                <c:pt idx="19581">
                  <c:v>141.97999999999999</c:v>
                </c:pt>
                <c:pt idx="19582">
                  <c:v>166.64</c:v>
                </c:pt>
                <c:pt idx="19583">
                  <c:v>166.64</c:v>
                </c:pt>
                <c:pt idx="19584">
                  <c:v>109.98</c:v>
                </c:pt>
                <c:pt idx="19585">
                  <c:v>84.99</c:v>
                </c:pt>
                <c:pt idx="19586">
                  <c:v>80.98</c:v>
                </c:pt>
                <c:pt idx="19587">
                  <c:v>84.99</c:v>
                </c:pt>
                <c:pt idx="19588">
                  <c:v>99.98</c:v>
                </c:pt>
                <c:pt idx="19589">
                  <c:v>80.319999999999993</c:v>
                </c:pt>
                <c:pt idx="19590">
                  <c:v>83.99</c:v>
                </c:pt>
                <c:pt idx="19591">
                  <c:v>84.99</c:v>
                </c:pt>
                <c:pt idx="19592">
                  <c:v>84.99</c:v>
                </c:pt>
                <c:pt idx="19593">
                  <c:v>65.19</c:v>
                </c:pt>
                <c:pt idx="19594">
                  <c:v>83.08</c:v>
                </c:pt>
                <c:pt idx="19595">
                  <c:v>99.98</c:v>
                </c:pt>
                <c:pt idx="19596">
                  <c:v>83.14</c:v>
                </c:pt>
                <c:pt idx="19597">
                  <c:v>84.14</c:v>
                </c:pt>
                <c:pt idx="19598">
                  <c:v>99.98</c:v>
                </c:pt>
                <c:pt idx="19599">
                  <c:v>98.28</c:v>
                </c:pt>
                <c:pt idx="19600">
                  <c:v>65.989999999999995</c:v>
                </c:pt>
                <c:pt idx="19601">
                  <c:v>63.86</c:v>
                </c:pt>
                <c:pt idx="19602">
                  <c:v>64.67</c:v>
                </c:pt>
                <c:pt idx="19603">
                  <c:v>94.98</c:v>
                </c:pt>
                <c:pt idx="19604">
                  <c:v>169.97</c:v>
                </c:pt>
                <c:pt idx="19605">
                  <c:v>53.96</c:v>
                </c:pt>
                <c:pt idx="19606">
                  <c:v>233.45</c:v>
                </c:pt>
                <c:pt idx="19607">
                  <c:v>65.3</c:v>
                </c:pt>
                <c:pt idx="19608">
                  <c:v>177.68</c:v>
                </c:pt>
                <c:pt idx="19609">
                  <c:v>66.5</c:v>
                </c:pt>
                <c:pt idx="19610">
                  <c:v>79.849999999999994</c:v>
                </c:pt>
                <c:pt idx="19611">
                  <c:v>87.07</c:v>
                </c:pt>
                <c:pt idx="19612">
                  <c:v>77.95</c:v>
                </c:pt>
                <c:pt idx="19613">
                  <c:v>75.95</c:v>
                </c:pt>
                <c:pt idx="19614">
                  <c:v>69.989999999999995</c:v>
                </c:pt>
                <c:pt idx="19615">
                  <c:v>67.959999999999994</c:v>
                </c:pt>
                <c:pt idx="19616">
                  <c:v>62.02</c:v>
                </c:pt>
                <c:pt idx="19617">
                  <c:v>55.98</c:v>
                </c:pt>
                <c:pt idx="19618">
                  <c:v>54.98</c:v>
                </c:pt>
                <c:pt idx="19619">
                  <c:v>219.96</c:v>
                </c:pt>
                <c:pt idx="19620">
                  <c:v>259.89999999999998</c:v>
                </c:pt>
                <c:pt idx="19621">
                  <c:v>257.3</c:v>
                </c:pt>
                <c:pt idx="19622">
                  <c:v>259.89999999999998</c:v>
                </c:pt>
                <c:pt idx="19623">
                  <c:v>251.31</c:v>
                </c:pt>
                <c:pt idx="19624">
                  <c:v>32.630000000000003</c:v>
                </c:pt>
                <c:pt idx="19625">
                  <c:v>56.82</c:v>
                </c:pt>
                <c:pt idx="19626">
                  <c:v>48.35</c:v>
                </c:pt>
                <c:pt idx="19627">
                  <c:v>25.39</c:v>
                </c:pt>
                <c:pt idx="19628">
                  <c:v>55.96</c:v>
                </c:pt>
                <c:pt idx="19629">
                  <c:v>55.96</c:v>
                </c:pt>
                <c:pt idx="19630">
                  <c:v>55.96</c:v>
                </c:pt>
                <c:pt idx="19631">
                  <c:v>55.96</c:v>
                </c:pt>
                <c:pt idx="19632">
                  <c:v>79.989999999999995</c:v>
                </c:pt>
                <c:pt idx="19633">
                  <c:v>61.98</c:v>
                </c:pt>
                <c:pt idx="19634">
                  <c:v>77.98</c:v>
                </c:pt>
                <c:pt idx="19635">
                  <c:v>109.98</c:v>
                </c:pt>
                <c:pt idx="19636">
                  <c:v>219.96</c:v>
                </c:pt>
                <c:pt idx="19637">
                  <c:v>121.46</c:v>
                </c:pt>
                <c:pt idx="19638">
                  <c:v>89.98</c:v>
                </c:pt>
                <c:pt idx="19639">
                  <c:v>202.95</c:v>
                </c:pt>
                <c:pt idx="19640">
                  <c:v>219.93</c:v>
                </c:pt>
                <c:pt idx="19641">
                  <c:v>62.96</c:v>
                </c:pt>
                <c:pt idx="19642">
                  <c:v>73.48</c:v>
                </c:pt>
                <c:pt idx="19643">
                  <c:v>119.96</c:v>
                </c:pt>
                <c:pt idx="19644">
                  <c:v>99.96</c:v>
                </c:pt>
                <c:pt idx="19645">
                  <c:v>71.97</c:v>
                </c:pt>
                <c:pt idx="19646">
                  <c:v>74.98</c:v>
                </c:pt>
                <c:pt idx="19647">
                  <c:v>85.98</c:v>
                </c:pt>
                <c:pt idx="19648">
                  <c:v>169.98</c:v>
                </c:pt>
                <c:pt idx="19649">
                  <c:v>109.98</c:v>
                </c:pt>
                <c:pt idx="19650">
                  <c:v>91.98</c:v>
                </c:pt>
                <c:pt idx="19651">
                  <c:v>100.98</c:v>
                </c:pt>
                <c:pt idx="19652">
                  <c:v>81.98</c:v>
                </c:pt>
                <c:pt idx="19653">
                  <c:v>100.98</c:v>
                </c:pt>
                <c:pt idx="19654">
                  <c:v>58.98</c:v>
                </c:pt>
                <c:pt idx="19655">
                  <c:v>84.99</c:v>
                </c:pt>
                <c:pt idx="19656">
                  <c:v>95.97</c:v>
                </c:pt>
                <c:pt idx="19657">
                  <c:v>79.239999999999995</c:v>
                </c:pt>
                <c:pt idx="19658">
                  <c:v>89.55</c:v>
                </c:pt>
                <c:pt idx="19659">
                  <c:v>54.99</c:v>
                </c:pt>
                <c:pt idx="19660">
                  <c:v>84.99</c:v>
                </c:pt>
                <c:pt idx="19661">
                  <c:v>54.99</c:v>
                </c:pt>
                <c:pt idx="19662">
                  <c:v>219.92</c:v>
                </c:pt>
                <c:pt idx="19663">
                  <c:v>63.96</c:v>
                </c:pt>
                <c:pt idx="19664">
                  <c:v>202.91</c:v>
                </c:pt>
                <c:pt idx="19665">
                  <c:v>68.97</c:v>
                </c:pt>
                <c:pt idx="19666">
                  <c:v>52.23</c:v>
                </c:pt>
                <c:pt idx="19667">
                  <c:v>52.23</c:v>
                </c:pt>
                <c:pt idx="19668">
                  <c:v>67.47</c:v>
                </c:pt>
                <c:pt idx="19669">
                  <c:v>67.47</c:v>
                </c:pt>
                <c:pt idx="19670">
                  <c:v>68.97</c:v>
                </c:pt>
                <c:pt idx="19671">
                  <c:v>99.96</c:v>
                </c:pt>
                <c:pt idx="19672">
                  <c:v>99.96</c:v>
                </c:pt>
                <c:pt idx="19673">
                  <c:v>60.98</c:v>
                </c:pt>
                <c:pt idx="19674">
                  <c:v>31.49</c:v>
                </c:pt>
                <c:pt idx="19675">
                  <c:v>51.06</c:v>
                </c:pt>
                <c:pt idx="19676">
                  <c:v>64.989999999999995</c:v>
                </c:pt>
                <c:pt idx="19677">
                  <c:v>64.989999999999995</c:v>
                </c:pt>
                <c:pt idx="19678">
                  <c:v>53.99</c:v>
                </c:pt>
                <c:pt idx="19679">
                  <c:v>165.56</c:v>
                </c:pt>
                <c:pt idx="19680">
                  <c:v>78.64</c:v>
                </c:pt>
                <c:pt idx="19681">
                  <c:v>62.1</c:v>
                </c:pt>
                <c:pt idx="19682">
                  <c:v>101.62</c:v>
                </c:pt>
                <c:pt idx="19683">
                  <c:v>116.14</c:v>
                </c:pt>
                <c:pt idx="19684">
                  <c:v>133.66</c:v>
                </c:pt>
                <c:pt idx="19685">
                  <c:v>122.17</c:v>
                </c:pt>
                <c:pt idx="19686">
                  <c:v>147.6</c:v>
                </c:pt>
                <c:pt idx="19687">
                  <c:v>79.849999999999994</c:v>
                </c:pt>
                <c:pt idx="19688">
                  <c:v>104.04</c:v>
                </c:pt>
                <c:pt idx="19689">
                  <c:v>117.21</c:v>
                </c:pt>
                <c:pt idx="19690">
                  <c:v>79.849999999999994</c:v>
                </c:pt>
                <c:pt idx="19691">
                  <c:v>131.87</c:v>
                </c:pt>
                <c:pt idx="19692">
                  <c:v>79.849999999999994</c:v>
                </c:pt>
                <c:pt idx="19693">
                  <c:v>79.849999999999994</c:v>
                </c:pt>
                <c:pt idx="19694">
                  <c:v>85.28</c:v>
                </c:pt>
                <c:pt idx="19695">
                  <c:v>93.15</c:v>
                </c:pt>
                <c:pt idx="19696">
                  <c:v>70.989999999999995</c:v>
                </c:pt>
                <c:pt idx="19697">
                  <c:v>59.98</c:v>
                </c:pt>
                <c:pt idx="19698">
                  <c:v>99.96</c:v>
                </c:pt>
                <c:pt idx="19699">
                  <c:v>59.38</c:v>
                </c:pt>
                <c:pt idx="19700">
                  <c:v>97.16</c:v>
                </c:pt>
                <c:pt idx="19701">
                  <c:v>29.48</c:v>
                </c:pt>
                <c:pt idx="19702">
                  <c:v>53.98</c:v>
                </c:pt>
                <c:pt idx="19703">
                  <c:v>21.58</c:v>
                </c:pt>
                <c:pt idx="19704">
                  <c:v>82.97</c:v>
                </c:pt>
                <c:pt idx="19705">
                  <c:v>75.98</c:v>
                </c:pt>
                <c:pt idx="19706">
                  <c:v>71.98</c:v>
                </c:pt>
                <c:pt idx="19707">
                  <c:v>129.16</c:v>
                </c:pt>
                <c:pt idx="19708">
                  <c:v>141.62</c:v>
                </c:pt>
                <c:pt idx="19709">
                  <c:v>127.47</c:v>
                </c:pt>
                <c:pt idx="19710">
                  <c:v>126.25</c:v>
                </c:pt>
                <c:pt idx="19711">
                  <c:v>145.91999999999999</c:v>
                </c:pt>
                <c:pt idx="19712">
                  <c:v>129.97999999999999</c:v>
                </c:pt>
                <c:pt idx="19713">
                  <c:v>127.47</c:v>
                </c:pt>
                <c:pt idx="19714">
                  <c:v>172.12</c:v>
                </c:pt>
                <c:pt idx="19715">
                  <c:v>212.46</c:v>
                </c:pt>
                <c:pt idx="19716">
                  <c:v>179.97</c:v>
                </c:pt>
                <c:pt idx="19717">
                  <c:v>73.14</c:v>
                </c:pt>
                <c:pt idx="19718">
                  <c:v>196.51</c:v>
                </c:pt>
                <c:pt idx="19719">
                  <c:v>139.97999999999999</c:v>
                </c:pt>
                <c:pt idx="19720">
                  <c:v>99.98</c:v>
                </c:pt>
                <c:pt idx="19721">
                  <c:v>79.97</c:v>
                </c:pt>
                <c:pt idx="19722">
                  <c:v>241.9</c:v>
                </c:pt>
                <c:pt idx="19723">
                  <c:v>59.96</c:v>
                </c:pt>
                <c:pt idx="19724">
                  <c:v>73.97</c:v>
                </c:pt>
                <c:pt idx="19725">
                  <c:v>144.96</c:v>
                </c:pt>
                <c:pt idx="19726">
                  <c:v>46.49</c:v>
                </c:pt>
                <c:pt idx="19727">
                  <c:v>65.989999999999995</c:v>
                </c:pt>
                <c:pt idx="19728">
                  <c:v>47.48</c:v>
                </c:pt>
                <c:pt idx="19729">
                  <c:v>78.95</c:v>
                </c:pt>
                <c:pt idx="19730">
                  <c:v>139.96</c:v>
                </c:pt>
                <c:pt idx="19731">
                  <c:v>127.32</c:v>
                </c:pt>
                <c:pt idx="19732">
                  <c:v>230.44</c:v>
                </c:pt>
                <c:pt idx="19733">
                  <c:v>-289.76</c:v>
                </c:pt>
                <c:pt idx="19734">
                  <c:v>171.97</c:v>
                </c:pt>
                <c:pt idx="19735">
                  <c:v>149.24</c:v>
                </c:pt>
                <c:pt idx="19736">
                  <c:v>178.17</c:v>
                </c:pt>
                <c:pt idx="19737">
                  <c:v>202.43</c:v>
                </c:pt>
                <c:pt idx="19738">
                  <c:v>121.98</c:v>
                </c:pt>
                <c:pt idx="19739">
                  <c:v>275.95999999999998</c:v>
                </c:pt>
                <c:pt idx="19740">
                  <c:v>169.98</c:v>
                </c:pt>
                <c:pt idx="19741">
                  <c:v>133.96</c:v>
                </c:pt>
                <c:pt idx="19742">
                  <c:v>143.96</c:v>
                </c:pt>
                <c:pt idx="19743">
                  <c:v>31.28</c:v>
                </c:pt>
                <c:pt idx="19744">
                  <c:v>29.98</c:v>
                </c:pt>
                <c:pt idx="19745">
                  <c:v>27.28</c:v>
                </c:pt>
                <c:pt idx="19746">
                  <c:v>79.959999999999994</c:v>
                </c:pt>
                <c:pt idx="19747">
                  <c:v>63.96</c:v>
                </c:pt>
                <c:pt idx="19748">
                  <c:v>74.97</c:v>
                </c:pt>
                <c:pt idx="19749">
                  <c:v>159.96</c:v>
                </c:pt>
                <c:pt idx="19750">
                  <c:v>59.39</c:v>
                </c:pt>
                <c:pt idx="19751">
                  <c:v>39.479999999999997</c:v>
                </c:pt>
                <c:pt idx="19752">
                  <c:v>19.47</c:v>
                </c:pt>
                <c:pt idx="19753">
                  <c:v>131.97999999999999</c:v>
                </c:pt>
                <c:pt idx="19754">
                  <c:v>51.98</c:v>
                </c:pt>
                <c:pt idx="19755">
                  <c:v>23.24</c:v>
                </c:pt>
                <c:pt idx="19756">
                  <c:v>78.27</c:v>
                </c:pt>
                <c:pt idx="19757">
                  <c:v>139.97</c:v>
                </c:pt>
                <c:pt idx="19758">
                  <c:v>131.97999999999999</c:v>
                </c:pt>
                <c:pt idx="19759">
                  <c:v>169.98</c:v>
                </c:pt>
                <c:pt idx="19760">
                  <c:v>169.98</c:v>
                </c:pt>
                <c:pt idx="19761">
                  <c:v>94.97</c:v>
                </c:pt>
                <c:pt idx="19762">
                  <c:v>254.97</c:v>
                </c:pt>
                <c:pt idx="19763">
                  <c:v>258.94</c:v>
                </c:pt>
                <c:pt idx="19764">
                  <c:v>155.94999999999999</c:v>
                </c:pt>
                <c:pt idx="19765">
                  <c:v>131.97999999999999</c:v>
                </c:pt>
                <c:pt idx="19766">
                  <c:v>131.97999999999999</c:v>
                </c:pt>
                <c:pt idx="19767">
                  <c:v>131.97999999999999</c:v>
                </c:pt>
                <c:pt idx="19768">
                  <c:v>161.96</c:v>
                </c:pt>
                <c:pt idx="19769">
                  <c:v>141.94999999999999</c:v>
                </c:pt>
                <c:pt idx="19770">
                  <c:v>131.97999999999999</c:v>
                </c:pt>
                <c:pt idx="19771">
                  <c:v>75.22</c:v>
                </c:pt>
                <c:pt idx="19772">
                  <c:v>71.98</c:v>
                </c:pt>
                <c:pt idx="19773">
                  <c:v>72.98</c:v>
                </c:pt>
                <c:pt idx="19774">
                  <c:v>41.48</c:v>
                </c:pt>
                <c:pt idx="19775">
                  <c:v>15.49</c:v>
                </c:pt>
                <c:pt idx="19776">
                  <c:v>59.98</c:v>
                </c:pt>
                <c:pt idx="19777">
                  <c:v>109.98</c:v>
                </c:pt>
                <c:pt idx="19778">
                  <c:v>41.49</c:v>
                </c:pt>
                <c:pt idx="19779">
                  <c:v>118.97</c:v>
                </c:pt>
                <c:pt idx="19780">
                  <c:v>191.94</c:v>
                </c:pt>
                <c:pt idx="19781">
                  <c:v>21.28</c:v>
                </c:pt>
                <c:pt idx="19782">
                  <c:v>163.96</c:v>
                </c:pt>
                <c:pt idx="19783">
                  <c:v>55.97</c:v>
                </c:pt>
                <c:pt idx="19784">
                  <c:v>79.849999999999994</c:v>
                </c:pt>
                <c:pt idx="19785">
                  <c:v>79.849999999999994</c:v>
                </c:pt>
                <c:pt idx="19786">
                  <c:v>81.05</c:v>
                </c:pt>
                <c:pt idx="19787">
                  <c:v>15.49</c:v>
                </c:pt>
                <c:pt idx="19788">
                  <c:v>65.98</c:v>
                </c:pt>
                <c:pt idx="19789">
                  <c:v>127.96</c:v>
                </c:pt>
                <c:pt idx="19790">
                  <c:v>242.94</c:v>
                </c:pt>
                <c:pt idx="19791">
                  <c:v>254.97</c:v>
                </c:pt>
                <c:pt idx="19792">
                  <c:v>254.97</c:v>
                </c:pt>
                <c:pt idx="19793">
                  <c:v>197.97</c:v>
                </c:pt>
                <c:pt idx="19794">
                  <c:v>254.97</c:v>
                </c:pt>
                <c:pt idx="19795">
                  <c:v>254.97</c:v>
                </c:pt>
                <c:pt idx="19796">
                  <c:v>229.97</c:v>
                </c:pt>
                <c:pt idx="19797">
                  <c:v>84.99</c:v>
                </c:pt>
                <c:pt idx="19798">
                  <c:v>113.96</c:v>
                </c:pt>
                <c:pt idx="19799">
                  <c:v>51.97</c:v>
                </c:pt>
                <c:pt idx="19800">
                  <c:v>51.97</c:v>
                </c:pt>
                <c:pt idx="19801">
                  <c:v>217.95</c:v>
                </c:pt>
                <c:pt idx="19802">
                  <c:v>129.94999999999999</c:v>
                </c:pt>
                <c:pt idx="19803">
                  <c:v>62.98</c:v>
                </c:pt>
                <c:pt idx="19804">
                  <c:v>98.98</c:v>
                </c:pt>
                <c:pt idx="19805">
                  <c:v>132.15</c:v>
                </c:pt>
                <c:pt idx="19806">
                  <c:v>190.95</c:v>
                </c:pt>
                <c:pt idx="19807">
                  <c:v>137.94</c:v>
                </c:pt>
                <c:pt idx="19808">
                  <c:v>109.97</c:v>
                </c:pt>
                <c:pt idx="19809">
                  <c:v>98.97</c:v>
                </c:pt>
                <c:pt idx="19810">
                  <c:v>114.98</c:v>
                </c:pt>
                <c:pt idx="19811">
                  <c:v>201.96</c:v>
                </c:pt>
                <c:pt idx="19812">
                  <c:v>144.53</c:v>
                </c:pt>
                <c:pt idx="19813">
                  <c:v>123.22</c:v>
                </c:pt>
                <c:pt idx="19814">
                  <c:v>83.98</c:v>
                </c:pt>
                <c:pt idx="19815">
                  <c:v>97.16</c:v>
                </c:pt>
                <c:pt idx="19816">
                  <c:v>169.98</c:v>
                </c:pt>
                <c:pt idx="19817">
                  <c:v>59.98</c:v>
                </c:pt>
                <c:pt idx="19818">
                  <c:v>84.99</c:v>
                </c:pt>
                <c:pt idx="19819">
                  <c:v>32.229999999999997</c:v>
                </c:pt>
                <c:pt idx="19820">
                  <c:v>32.229999999999997</c:v>
                </c:pt>
                <c:pt idx="19821">
                  <c:v>31.48</c:v>
                </c:pt>
                <c:pt idx="19822">
                  <c:v>79.98</c:v>
                </c:pt>
                <c:pt idx="19823">
                  <c:v>137.47</c:v>
                </c:pt>
                <c:pt idx="19824">
                  <c:v>51.27</c:v>
                </c:pt>
                <c:pt idx="19825">
                  <c:v>162.31</c:v>
                </c:pt>
                <c:pt idx="19826">
                  <c:v>54.97</c:v>
                </c:pt>
                <c:pt idx="19827">
                  <c:v>77.97</c:v>
                </c:pt>
                <c:pt idx="19828">
                  <c:v>159.94999999999999</c:v>
                </c:pt>
                <c:pt idx="19829">
                  <c:v>83.98</c:v>
                </c:pt>
                <c:pt idx="19830">
                  <c:v>91.96</c:v>
                </c:pt>
                <c:pt idx="19831">
                  <c:v>77.959999999999994</c:v>
                </c:pt>
                <c:pt idx="19832">
                  <c:v>67.98</c:v>
                </c:pt>
                <c:pt idx="19833">
                  <c:v>100.95</c:v>
                </c:pt>
                <c:pt idx="19834">
                  <c:v>98.71</c:v>
                </c:pt>
                <c:pt idx="19835">
                  <c:v>102.97</c:v>
                </c:pt>
                <c:pt idx="19836">
                  <c:v>59.95</c:v>
                </c:pt>
                <c:pt idx="19837">
                  <c:v>158.94</c:v>
                </c:pt>
                <c:pt idx="19838">
                  <c:v>72.239999999999995</c:v>
                </c:pt>
                <c:pt idx="19839">
                  <c:v>76.489999999999995</c:v>
                </c:pt>
                <c:pt idx="19840">
                  <c:v>84.99</c:v>
                </c:pt>
                <c:pt idx="19841">
                  <c:v>50.98</c:v>
                </c:pt>
                <c:pt idx="19842">
                  <c:v>84.99</c:v>
                </c:pt>
                <c:pt idx="19843">
                  <c:v>166.96</c:v>
                </c:pt>
                <c:pt idx="19844">
                  <c:v>55.98</c:v>
                </c:pt>
                <c:pt idx="19845">
                  <c:v>53.98</c:v>
                </c:pt>
                <c:pt idx="19846">
                  <c:v>51.96</c:v>
                </c:pt>
                <c:pt idx="19847">
                  <c:v>58.98</c:v>
                </c:pt>
                <c:pt idx="19848">
                  <c:v>73.48</c:v>
                </c:pt>
                <c:pt idx="19849">
                  <c:v>60.49</c:v>
                </c:pt>
                <c:pt idx="19850">
                  <c:v>60.94</c:v>
                </c:pt>
                <c:pt idx="19851">
                  <c:v>89.52</c:v>
                </c:pt>
                <c:pt idx="19852">
                  <c:v>35.049999999999997</c:v>
                </c:pt>
                <c:pt idx="19853">
                  <c:v>85.99</c:v>
                </c:pt>
                <c:pt idx="19854">
                  <c:v>90.73</c:v>
                </c:pt>
                <c:pt idx="19855">
                  <c:v>62.9</c:v>
                </c:pt>
                <c:pt idx="19856">
                  <c:v>277.45</c:v>
                </c:pt>
                <c:pt idx="19857">
                  <c:v>355.95</c:v>
                </c:pt>
                <c:pt idx="19858">
                  <c:v>320.95</c:v>
                </c:pt>
                <c:pt idx="19859">
                  <c:v>371.94</c:v>
                </c:pt>
                <c:pt idx="19860">
                  <c:v>371.94</c:v>
                </c:pt>
                <c:pt idx="19861">
                  <c:v>286.95</c:v>
                </c:pt>
                <c:pt idx="19862">
                  <c:v>270.95999999999998</c:v>
                </c:pt>
                <c:pt idx="19863">
                  <c:v>339.95</c:v>
                </c:pt>
                <c:pt idx="19864">
                  <c:v>230.32</c:v>
                </c:pt>
                <c:pt idx="19865">
                  <c:v>79.849999999999994</c:v>
                </c:pt>
                <c:pt idx="19866">
                  <c:v>79.849999999999994</c:v>
                </c:pt>
                <c:pt idx="19867">
                  <c:v>79.849999999999994</c:v>
                </c:pt>
                <c:pt idx="19868">
                  <c:v>79.849999999999994</c:v>
                </c:pt>
                <c:pt idx="19869">
                  <c:v>79.849999999999994</c:v>
                </c:pt>
                <c:pt idx="19870">
                  <c:v>79.849999999999994</c:v>
                </c:pt>
                <c:pt idx="19871">
                  <c:v>79.849999999999994</c:v>
                </c:pt>
                <c:pt idx="19872">
                  <c:v>239.54</c:v>
                </c:pt>
                <c:pt idx="19873">
                  <c:v>239.54</c:v>
                </c:pt>
                <c:pt idx="19874">
                  <c:v>239.54</c:v>
                </c:pt>
                <c:pt idx="19875">
                  <c:v>216.94</c:v>
                </c:pt>
                <c:pt idx="19876">
                  <c:v>160.94999999999999</c:v>
                </c:pt>
                <c:pt idx="19877">
                  <c:v>72.55</c:v>
                </c:pt>
                <c:pt idx="19878">
                  <c:v>87.07</c:v>
                </c:pt>
                <c:pt idx="19879">
                  <c:v>79.849999999999994</c:v>
                </c:pt>
                <c:pt idx="19880">
                  <c:v>197.97</c:v>
                </c:pt>
                <c:pt idx="19881">
                  <c:v>131.97999999999999</c:v>
                </c:pt>
                <c:pt idx="19882">
                  <c:v>165.84</c:v>
                </c:pt>
                <c:pt idx="19883">
                  <c:v>131.97999999999999</c:v>
                </c:pt>
                <c:pt idx="19884">
                  <c:v>161.97</c:v>
                </c:pt>
                <c:pt idx="19885">
                  <c:v>121.98</c:v>
                </c:pt>
                <c:pt idx="19886">
                  <c:v>-197.97</c:v>
                </c:pt>
                <c:pt idx="19887">
                  <c:v>131.97999999999999</c:v>
                </c:pt>
                <c:pt idx="19888">
                  <c:v>131.97999999999999</c:v>
                </c:pt>
                <c:pt idx="19889">
                  <c:v>136.68</c:v>
                </c:pt>
                <c:pt idx="19890">
                  <c:v>197.97</c:v>
                </c:pt>
                <c:pt idx="19891">
                  <c:v>121.98</c:v>
                </c:pt>
                <c:pt idx="19892">
                  <c:v>215.46</c:v>
                </c:pt>
                <c:pt idx="19893">
                  <c:v>150.26</c:v>
                </c:pt>
                <c:pt idx="19894">
                  <c:v>197.97</c:v>
                </c:pt>
                <c:pt idx="19895">
                  <c:v>46.47</c:v>
                </c:pt>
                <c:pt idx="19896">
                  <c:v>21.48</c:v>
                </c:pt>
                <c:pt idx="19897">
                  <c:v>64.11</c:v>
                </c:pt>
                <c:pt idx="19898">
                  <c:v>142.49</c:v>
                </c:pt>
                <c:pt idx="19899">
                  <c:v>55.98</c:v>
                </c:pt>
                <c:pt idx="19900">
                  <c:v>50.38</c:v>
                </c:pt>
                <c:pt idx="19901">
                  <c:v>51.98</c:v>
                </c:pt>
                <c:pt idx="19902">
                  <c:v>49.98</c:v>
                </c:pt>
                <c:pt idx="19903">
                  <c:v>65.989999999999995</c:v>
                </c:pt>
                <c:pt idx="19904">
                  <c:v>26.49</c:v>
                </c:pt>
                <c:pt idx="19905">
                  <c:v>65.989999999999995</c:v>
                </c:pt>
                <c:pt idx="19906">
                  <c:v>96.78</c:v>
                </c:pt>
                <c:pt idx="19907">
                  <c:v>142.13999999999999</c:v>
                </c:pt>
                <c:pt idx="19908">
                  <c:v>56.97</c:v>
                </c:pt>
                <c:pt idx="19909">
                  <c:v>84.99</c:v>
                </c:pt>
                <c:pt idx="19910">
                  <c:v>84.99</c:v>
                </c:pt>
                <c:pt idx="19911">
                  <c:v>135.06</c:v>
                </c:pt>
                <c:pt idx="19912">
                  <c:v>135.06</c:v>
                </c:pt>
                <c:pt idx="19913">
                  <c:v>111.96</c:v>
                </c:pt>
                <c:pt idx="19914">
                  <c:v>173.22</c:v>
                </c:pt>
                <c:pt idx="19915">
                  <c:v>102.6</c:v>
                </c:pt>
                <c:pt idx="19916">
                  <c:v>114.79</c:v>
                </c:pt>
                <c:pt idx="19917">
                  <c:v>157.44</c:v>
                </c:pt>
                <c:pt idx="19918">
                  <c:v>104.07</c:v>
                </c:pt>
                <c:pt idx="19919">
                  <c:v>121.97</c:v>
                </c:pt>
                <c:pt idx="19920">
                  <c:v>127.81</c:v>
                </c:pt>
                <c:pt idx="19921">
                  <c:v>52.98</c:v>
                </c:pt>
                <c:pt idx="19922">
                  <c:v>72.97</c:v>
                </c:pt>
                <c:pt idx="19923">
                  <c:v>51.98</c:v>
                </c:pt>
                <c:pt idx="19924">
                  <c:v>31.49</c:v>
                </c:pt>
                <c:pt idx="19925">
                  <c:v>65.3</c:v>
                </c:pt>
                <c:pt idx="19926">
                  <c:v>61.67</c:v>
                </c:pt>
                <c:pt idx="19927">
                  <c:v>65.3</c:v>
                </c:pt>
                <c:pt idx="19928">
                  <c:v>32.04</c:v>
                </c:pt>
                <c:pt idx="19929">
                  <c:v>69.95</c:v>
                </c:pt>
                <c:pt idx="19930">
                  <c:v>85.93</c:v>
                </c:pt>
                <c:pt idx="19931">
                  <c:v>63.96</c:v>
                </c:pt>
                <c:pt idx="19932">
                  <c:v>145.93</c:v>
                </c:pt>
                <c:pt idx="19933">
                  <c:v>69.98</c:v>
                </c:pt>
                <c:pt idx="19934">
                  <c:v>65.97</c:v>
                </c:pt>
                <c:pt idx="19935">
                  <c:v>161.94</c:v>
                </c:pt>
                <c:pt idx="19936">
                  <c:v>81.489999999999995</c:v>
                </c:pt>
                <c:pt idx="19937">
                  <c:v>125.92</c:v>
                </c:pt>
                <c:pt idx="19938">
                  <c:v>194.96</c:v>
                </c:pt>
                <c:pt idx="19939">
                  <c:v>55.98</c:v>
                </c:pt>
                <c:pt idx="19940">
                  <c:v>194.96</c:v>
                </c:pt>
                <c:pt idx="19941">
                  <c:v>169.98</c:v>
                </c:pt>
                <c:pt idx="19942">
                  <c:v>55.98</c:v>
                </c:pt>
                <c:pt idx="19943">
                  <c:v>-49.99</c:v>
                </c:pt>
                <c:pt idx="19944">
                  <c:v>-49.99</c:v>
                </c:pt>
                <c:pt idx="19945">
                  <c:v>79.98</c:v>
                </c:pt>
                <c:pt idx="19946">
                  <c:v>169.98</c:v>
                </c:pt>
                <c:pt idx="19947">
                  <c:v>79.98</c:v>
                </c:pt>
                <c:pt idx="19948">
                  <c:v>56.98</c:v>
                </c:pt>
                <c:pt idx="19949">
                  <c:v>89.97</c:v>
                </c:pt>
                <c:pt idx="19950">
                  <c:v>107.94</c:v>
                </c:pt>
                <c:pt idx="19951">
                  <c:v>19.940000000000001</c:v>
                </c:pt>
                <c:pt idx="19952">
                  <c:v>18.559999999999999</c:v>
                </c:pt>
                <c:pt idx="19953">
                  <c:v>70.77</c:v>
                </c:pt>
                <c:pt idx="19954">
                  <c:v>18.989999999999998</c:v>
                </c:pt>
                <c:pt idx="19955">
                  <c:v>53.22</c:v>
                </c:pt>
                <c:pt idx="19956">
                  <c:v>19.34</c:v>
                </c:pt>
                <c:pt idx="19957">
                  <c:v>82.59</c:v>
                </c:pt>
                <c:pt idx="19958">
                  <c:v>102.14</c:v>
                </c:pt>
                <c:pt idx="19959">
                  <c:v>57.98</c:v>
                </c:pt>
                <c:pt idx="19960">
                  <c:v>67.98</c:v>
                </c:pt>
                <c:pt idx="19961">
                  <c:v>70.97</c:v>
                </c:pt>
                <c:pt idx="19962">
                  <c:v>76.58</c:v>
                </c:pt>
                <c:pt idx="19963">
                  <c:v>117.28</c:v>
                </c:pt>
                <c:pt idx="19964">
                  <c:v>101.97</c:v>
                </c:pt>
                <c:pt idx="19965">
                  <c:v>278.24</c:v>
                </c:pt>
                <c:pt idx="19966">
                  <c:v>275.82</c:v>
                </c:pt>
                <c:pt idx="19967">
                  <c:v>185.97</c:v>
                </c:pt>
                <c:pt idx="19968">
                  <c:v>159.69999999999999</c:v>
                </c:pt>
                <c:pt idx="19969">
                  <c:v>179.04</c:v>
                </c:pt>
                <c:pt idx="19970">
                  <c:v>198.39</c:v>
                </c:pt>
                <c:pt idx="19971">
                  <c:v>147.6</c:v>
                </c:pt>
                <c:pt idx="19972">
                  <c:v>135.47</c:v>
                </c:pt>
                <c:pt idx="19973">
                  <c:v>220.45</c:v>
                </c:pt>
                <c:pt idx="19974">
                  <c:v>147.6</c:v>
                </c:pt>
                <c:pt idx="19975">
                  <c:v>128.24</c:v>
                </c:pt>
                <c:pt idx="19976">
                  <c:v>169.98</c:v>
                </c:pt>
                <c:pt idx="19977">
                  <c:v>159.69999999999999</c:v>
                </c:pt>
                <c:pt idx="19978">
                  <c:v>51.97</c:v>
                </c:pt>
                <c:pt idx="19979">
                  <c:v>50.97</c:v>
                </c:pt>
                <c:pt idx="19980">
                  <c:v>218.97</c:v>
                </c:pt>
                <c:pt idx="19981">
                  <c:v>28.27</c:v>
                </c:pt>
                <c:pt idx="19982">
                  <c:v>20.29</c:v>
                </c:pt>
                <c:pt idx="19983">
                  <c:v>20.94</c:v>
                </c:pt>
                <c:pt idx="19984">
                  <c:v>39.28</c:v>
                </c:pt>
                <c:pt idx="19985">
                  <c:v>39.28</c:v>
                </c:pt>
                <c:pt idx="19986">
                  <c:v>20.94</c:v>
                </c:pt>
                <c:pt idx="19987">
                  <c:v>20.29</c:v>
                </c:pt>
                <c:pt idx="19988">
                  <c:v>28.27</c:v>
                </c:pt>
                <c:pt idx="19989">
                  <c:v>99.99</c:v>
                </c:pt>
                <c:pt idx="19990">
                  <c:v>99.99</c:v>
                </c:pt>
                <c:pt idx="19991">
                  <c:v>95.97</c:v>
                </c:pt>
                <c:pt idx="19992">
                  <c:v>71.959999999999994</c:v>
                </c:pt>
                <c:pt idx="19993">
                  <c:v>50.97</c:v>
                </c:pt>
                <c:pt idx="19994">
                  <c:v>53.96</c:v>
                </c:pt>
                <c:pt idx="19995">
                  <c:v>150.66999999999999</c:v>
                </c:pt>
                <c:pt idx="19996">
                  <c:v>200.88</c:v>
                </c:pt>
                <c:pt idx="19997">
                  <c:v>120.97</c:v>
                </c:pt>
                <c:pt idx="19998">
                  <c:v>138.97999999999999</c:v>
                </c:pt>
                <c:pt idx="19999">
                  <c:v>308.93</c:v>
                </c:pt>
                <c:pt idx="20000">
                  <c:v>70.489999999999995</c:v>
                </c:pt>
                <c:pt idx="20001">
                  <c:v>162.16</c:v>
                </c:pt>
                <c:pt idx="20002">
                  <c:v>60.46</c:v>
                </c:pt>
                <c:pt idx="20003">
                  <c:v>409.95</c:v>
                </c:pt>
                <c:pt idx="20004">
                  <c:v>167.89</c:v>
                </c:pt>
                <c:pt idx="20005">
                  <c:v>172.48</c:v>
                </c:pt>
                <c:pt idx="20006">
                  <c:v>192.47</c:v>
                </c:pt>
                <c:pt idx="20007">
                  <c:v>83.98</c:v>
                </c:pt>
                <c:pt idx="20008">
                  <c:v>51.99</c:v>
                </c:pt>
                <c:pt idx="20009">
                  <c:v>49.99</c:v>
                </c:pt>
                <c:pt idx="20010">
                  <c:v>32.51</c:v>
                </c:pt>
                <c:pt idx="20011">
                  <c:v>15.49</c:v>
                </c:pt>
                <c:pt idx="20012">
                  <c:v>43.49</c:v>
                </c:pt>
                <c:pt idx="20013">
                  <c:v>52.98</c:v>
                </c:pt>
                <c:pt idx="20014">
                  <c:v>84.99</c:v>
                </c:pt>
                <c:pt idx="20015">
                  <c:v>129.97</c:v>
                </c:pt>
                <c:pt idx="20016">
                  <c:v>123.97</c:v>
                </c:pt>
                <c:pt idx="20017">
                  <c:v>92.87</c:v>
                </c:pt>
                <c:pt idx="20018">
                  <c:v>85.98</c:v>
                </c:pt>
                <c:pt idx="20019">
                  <c:v>128.97</c:v>
                </c:pt>
                <c:pt idx="20020">
                  <c:v>154.97999999999999</c:v>
                </c:pt>
                <c:pt idx="20021">
                  <c:v>72.97</c:v>
                </c:pt>
                <c:pt idx="20022">
                  <c:v>60.97</c:v>
                </c:pt>
                <c:pt idx="20023">
                  <c:v>80.959999999999994</c:v>
                </c:pt>
                <c:pt idx="20024">
                  <c:v>54.98</c:v>
                </c:pt>
                <c:pt idx="20025">
                  <c:v>99.9</c:v>
                </c:pt>
                <c:pt idx="20026">
                  <c:v>59.94</c:v>
                </c:pt>
                <c:pt idx="20027">
                  <c:v>149.97</c:v>
                </c:pt>
                <c:pt idx="20028">
                  <c:v>11.29</c:v>
                </c:pt>
                <c:pt idx="20029">
                  <c:v>14.29</c:v>
                </c:pt>
                <c:pt idx="20030">
                  <c:v>105.94</c:v>
                </c:pt>
                <c:pt idx="20031">
                  <c:v>112.18</c:v>
                </c:pt>
                <c:pt idx="20032">
                  <c:v>68.97</c:v>
                </c:pt>
                <c:pt idx="20033">
                  <c:v>-1.3</c:v>
                </c:pt>
                <c:pt idx="20034">
                  <c:v>172.97</c:v>
                </c:pt>
                <c:pt idx="20035">
                  <c:v>-1.3</c:v>
                </c:pt>
                <c:pt idx="20036">
                  <c:v>67.89</c:v>
                </c:pt>
                <c:pt idx="20037">
                  <c:v>56.96</c:v>
                </c:pt>
                <c:pt idx="20038">
                  <c:v>134.97</c:v>
                </c:pt>
                <c:pt idx="20039">
                  <c:v>83.64</c:v>
                </c:pt>
                <c:pt idx="20040">
                  <c:v>100.98</c:v>
                </c:pt>
                <c:pt idx="20041">
                  <c:v>100.98</c:v>
                </c:pt>
                <c:pt idx="20042">
                  <c:v>60.99</c:v>
                </c:pt>
                <c:pt idx="20043">
                  <c:v>60.99</c:v>
                </c:pt>
                <c:pt idx="20044">
                  <c:v>54.98</c:v>
                </c:pt>
                <c:pt idx="20045">
                  <c:v>54.98</c:v>
                </c:pt>
                <c:pt idx="20046">
                  <c:v>90.98</c:v>
                </c:pt>
                <c:pt idx="20047">
                  <c:v>63.14</c:v>
                </c:pt>
                <c:pt idx="20048">
                  <c:v>145.66999999999999</c:v>
                </c:pt>
                <c:pt idx="20049">
                  <c:v>68.87</c:v>
                </c:pt>
                <c:pt idx="20050">
                  <c:v>139.97999999999999</c:v>
                </c:pt>
                <c:pt idx="20051">
                  <c:v>74.97</c:v>
                </c:pt>
                <c:pt idx="20052">
                  <c:v>93.01</c:v>
                </c:pt>
                <c:pt idx="20053">
                  <c:v>143.81</c:v>
                </c:pt>
                <c:pt idx="20054">
                  <c:v>64.98</c:v>
                </c:pt>
                <c:pt idx="20055">
                  <c:v>63.48</c:v>
                </c:pt>
                <c:pt idx="20056">
                  <c:v>61.98</c:v>
                </c:pt>
                <c:pt idx="20057">
                  <c:v>128.68</c:v>
                </c:pt>
                <c:pt idx="20058">
                  <c:v>131.97999999999999</c:v>
                </c:pt>
                <c:pt idx="20059">
                  <c:v>131.97999999999999</c:v>
                </c:pt>
                <c:pt idx="20060">
                  <c:v>131.97999999999999</c:v>
                </c:pt>
                <c:pt idx="20061">
                  <c:v>131.97999999999999</c:v>
                </c:pt>
                <c:pt idx="20062">
                  <c:v>197.97</c:v>
                </c:pt>
                <c:pt idx="20063">
                  <c:v>131.97999999999999</c:v>
                </c:pt>
                <c:pt idx="20064">
                  <c:v>126.7</c:v>
                </c:pt>
                <c:pt idx="20065">
                  <c:v>117.02</c:v>
                </c:pt>
                <c:pt idx="20066">
                  <c:v>130.66</c:v>
                </c:pt>
                <c:pt idx="20067">
                  <c:v>99.98</c:v>
                </c:pt>
                <c:pt idx="20068">
                  <c:v>130.66</c:v>
                </c:pt>
                <c:pt idx="20069">
                  <c:v>131.97999999999999</c:v>
                </c:pt>
                <c:pt idx="20070">
                  <c:v>16.489999999999998</c:v>
                </c:pt>
                <c:pt idx="20071">
                  <c:v>61.96</c:v>
                </c:pt>
                <c:pt idx="20072">
                  <c:v>71.97</c:v>
                </c:pt>
                <c:pt idx="20073">
                  <c:v>52.18</c:v>
                </c:pt>
                <c:pt idx="20074">
                  <c:v>50.97</c:v>
                </c:pt>
                <c:pt idx="20075">
                  <c:v>54.37</c:v>
                </c:pt>
                <c:pt idx="20076">
                  <c:v>57.96</c:v>
                </c:pt>
                <c:pt idx="20077">
                  <c:v>50.97</c:v>
                </c:pt>
                <c:pt idx="20078">
                  <c:v>73.569999999999993</c:v>
                </c:pt>
                <c:pt idx="20079">
                  <c:v>144.31</c:v>
                </c:pt>
                <c:pt idx="20080">
                  <c:v>54.99</c:v>
                </c:pt>
                <c:pt idx="20081">
                  <c:v>54.99</c:v>
                </c:pt>
                <c:pt idx="20082">
                  <c:v>160.96</c:v>
                </c:pt>
                <c:pt idx="20083">
                  <c:v>160.96</c:v>
                </c:pt>
                <c:pt idx="20084">
                  <c:v>186.97</c:v>
                </c:pt>
                <c:pt idx="20085">
                  <c:v>53.97</c:v>
                </c:pt>
                <c:pt idx="20086">
                  <c:v>215.89</c:v>
                </c:pt>
                <c:pt idx="20087">
                  <c:v>213.95</c:v>
                </c:pt>
                <c:pt idx="20088">
                  <c:v>49.98</c:v>
                </c:pt>
                <c:pt idx="20089">
                  <c:v>51.97</c:v>
                </c:pt>
                <c:pt idx="20090">
                  <c:v>55.96</c:v>
                </c:pt>
                <c:pt idx="20091">
                  <c:v>217.28</c:v>
                </c:pt>
                <c:pt idx="20092">
                  <c:v>84.99</c:v>
                </c:pt>
                <c:pt idx="20093">
                  <c:v>320.99</c:v>
                </c:pt>
                <c:pt idx="20094">
                  <c:v>268.95999999999998</c:v>
                </c:pt>
                <c:pt idx="20095">
                  <c:v>268.95999999999998</c:v>
                </c:pt>
                <c:pt idx="20096">
                  <c:v>180.97</c:v>
                </c:pt>
                <c:pt idx="20097">
                  <c:v>51.29</c:v>
                </c:pt>
                <c:pt idx="20098">
                  <c:v>64.989999999999995</c:v>
                </c:pt>
                <c:pt idx="20099">
                  <c:v>64.989999999999995</c:v>
                </c:pt>
                <c:pt idx="20100">
                  <c:v>113.95</c:v>
                </c:pt>
                <c:pt idx="20101">
                  <c:v>99.95</c:v>
                </c:pt>
                <c:pt idx="20102">
                  <c:v>108.85</c:v>
                </c:pt>
                <c:pt idx="20103">
                  <c:v>87.92</c:v>
                </c:pt>
                <c:pt idx="20104">
                  <c:v>49.59</c:v>
                </c:pt>
                <c:pt idx="20105">
                  <c:v>72.55</c:v>
                </c:pt>
                <c:pt idx="20106">
                  <c:v>72.55</c:v>
                </c:pt>
                <c:pt idx="20107">
                  <c:v>76.22</c:v>
                </c:pt>
                <c:pt idx="20108">
                  <c:v>72.58</c:v>
                </c:pt>
                <c:pt idx="20109">
                  <c:v>-72.58</c:v>
                </c:pt>
                <c:pt idx="20110">
                  <c:v>159.69999999999999</c:v>
                </c:pt>
                <c:pt idx="20111">
                  <c:v>233.94</c:v>
                </c:pt>
                <c:pt idx="20112">
                  <c:v>104.92</c:v>
                </c:pt>
                <c:pt idx="20113">
                  <c:v>152.97999999999999</c:v>
                </c:pt>
                <c:pt idx="20114">
                  <c:v>84.99</c:v>
                </c:pt>
                <c:pt idx="20115">
                  <c:v>84.65</c:v>
                </c:pt>
                <c:pt idx="20116">
                  <c:v>151.21</c:v>
                </c:pt>
                <c:pt idx="20117">
                  <c:v>235.85</c:v>
                </c:pt>
                <c:pt idx="20118">
                  <c:v>84.07</c:v>
                </c:pt>
                <c:pt idx="20119">
                  <c:v>226.14</c:v>
                </c:pt>
                <c:pt idx="20120">
                  <c:v>51.29</c:v>
                </c:pt>
                <c:pt idx="20121">
                  <c:v>23.28</c:v>
                </c:pt>
                <c:pt idx="20122">
                  <c:v>73.569999999999993</c:v>
                </c:pt>
                <c:pt idx="20123">
                  <c:v>65.989999999999995</c:v>
                </c:pt>
                <c:pt idx="20124">
                  <c:v>65.989999999999995</c:v>
                </c:pt>
                <c:pt idx="20125">
                  <c:v>65.989999999999995</c:v>
                </c:pt>
                <c:pt idx="20126">
                  <c:v>65.989999999999995</c:v>
                </c:pt>
                <c:pt idx="20127">
                  <c:v>65.989999999999995</c:v>
                </c:pt>
                <c:pt idx="20128">
                  <c:v>60.87</c:v>
                </c:pt>
                <c:pt idx="20129">
                  <c:v>51.09</c:v>
                </c:pt>
                <c:pt idx="20130">
                  <c:v>65.989999999999995</c:v>
                </c:pt>
                <c:pt idx="20131">
                  <c:v>60.87</c:v>
                </c:pt>
                <c:pt idx="20132">
                  <c:v>65.989999999999995</c:v>
                </c:pt>
                <c:pt idx="20133">
                  <c:v>65.989999999999995</c:v>
                </c:pt>
                <c:pt idx="20134">
                  <c:v>51.09</c:v>
                </c:pt>
                <c:pt idx="20135">
                  <c:v>65.989999999999995</c:v>
                </c:pt>
                <c:pt idx="20136">
                  <c:v>65.989999999999995</c:v>
                </c:pt>
                <c:pt idx="20137">
                  <c:v>99.98</c:v>
                </c:pt>
                <c:pt idx="20138">
                  <c:v>65.989999999999995</c:v>
                </c:pt>
                <c:pt idx="20139">
                  <c:v>65.989999999999995</c:v>
                </c:pt>
                <c:pt idx="20140">
                  <c:v>65.989999999999995</c:v>
                </c:pt>
                <c:pt idx="20141">
                  <c:v>65.989999999999995</c:v>
                </c:pt>
                <c:pt idx="20142">
                  <c:v>65.989999999999995</c:v>
                </c:pt>
                <c:pt idx="20143">
                  <c:v>105.98</c:v>
                </c:pt>
                <c:pt idx="20144">
                  <c:v>65.989999999999995</c:v>
                </c:pt>
                <c:pt idx="20145">
                  <c:v>65.989999999999995</c:v>
                </c:pt>
                <c:pt idx="20146">
                  <c:v>65.989999999999995</c:v>
                </c:pt>
                <c:pt idx="20147">
                  <c:v>99.98</c:v>
                </c:pt>
                <c:pt idx="20148">
                  <c:v>65.989999999999995</c:v>
                </c:pt>
                <c:pt idx="20149">
                  <c:v>105.98</c:v>
                </c:pt>
                <c:pt idx="20150">
                  <c:v>65.989999999999995</c:v>
                </c:pt>
                <c:pt idx="20151">
                  <c:v>65.989999999999995</c:v>
                </c:pt>
                <c:pt idx="20152">
                  <c:v>49.99</c:v>
                </c:pt>
                <c:pt idx="20153">
                  <c:v>65.989999999999995</c:v>
                </c:pt>
                <c:pt idx="20154">
                  <c:v>65.989999999999995</c:v>
                </c:pt>
                <c:pt idx="20155">
                  <c:v>65.989999999999995</c:v>
                </c:pt>
                <c:pt idx="20156">
                  <c:v>49.99</c:v>
                </c:pt>
                <c:pt idx="20157">
                  <c:v>65.989999999999995</c:v>
                </c:pt>
                <c:pt idx="20158">
                  <c:v>65.989999999999995</c:v>
                </c:pt>
                <c:pt idx="20159">
                  <c:v>69.98</c:v>
                </c:pt>
                <c:pt idx="20160">
                  <c:v>69.98</c:v>
                </c:pt>
                <c:pt idx="20161">
                  <c:v>73.98</c:v>
                </c:pt>
                <c:pt idx="20162">
                  <c:v>51.96</c:v>
                </c:pt>
                <c:pt idx="20163">
                  <c:v>56.97</c:v>
                </c:pt>
                <c:pt idx="20164">
                  <c:v>104.31</c:v>
                </c:pt>
                <c:pt idx="20165">
                  <c:v>-1.5</c:v>
                </c:pt>
                <c:pt idx="20166">
                  <c:v>39.479999999999997</c:v>
                </c:pt>
                <c:pt idx="20167">
                  <c:v>39.479999999999997</c:v>
                </c:pt>
                <c:pt idx="20168">
                  <c:v>79.98</c:v>
                </c:pt>
                <c:pt idx="20169">
                  <c:v>31.93</c:v>
                </c:pt>
                <c:pt idx="20170">
                  <c:v>84.99</c:v>
                </c:pt>
                <c:pt idx="20171">
                  <c:v>216.93</c:v>
                </c:pt>
                <c:pt idx="20172">
                  <c:v>22.24</c:v>
                </c:pt>
                <c:pt idx="20173">
                  <c:v>84.98</c:v>
                </c:pt>
                <c:pt idx="20174">
                  <c:v>21.49</c:v>
                </c:pt>
                <c:pt idx="20175">
                  <c:v>21.49</c:v>
                </c:pt>
                <c:pt idx="20176">
                  <c:v>23.49</c:v>
                </c:pt>
                <c:pt idx="20177">
                  <c:v>23.49</c:v>
                </c:pt>
                <c:pt idx="20178">
                  <c:v>22.24</c:v>
                </c:pt>
                <c:pt idx="20179">
                  <c:v>59.98</c:v>
                </c:pt>
                <c:pt idx="20180">
                  <c:v>59.96</c:v>
                </c:pt>
                <c:pt idx="20181">
                  <c:v>185.97</c:v>
                </c:pt>
                <c:pt idx="20182">
                  <c:v>85.97</c:v>
                </c:pt>
                <c:pt idx="20183">
                  <c:v>164.94</c:v>
                </c:pt>
                <c:pt idx="20184">
                  <c:v>169.98</c:v>
                </c:pt>
                <c:pt idx="20185">
                  <c:v>131.85</c:v>
                </c:pt>
                <c:pt idx="20186">
                  <c:v>193.46</c:v>
                </c:pt>
                <c:pt idx="20187">
                  <c:v>181.77</c:v>
                </c:pt>
                <c:pt idx="20188">
                  <c:v>105.97</c:v>
                </c:pt>
                <c:pt idx="20189">
                  <c:v>84.99</c:v>
                </c:pt>
                <c:pt idx="20190">
                  <c:v>159.97999999999999</c:v>
                </c:pt>
                <c:pt idx="20191">
                  <c:v>163.18</c:v>
                </c:pt>
                <c:pt idx="20192">
                  <c:v>169.98</c:v>
                </c:pt>
                <c:pt idx="20193">
                  <c:v>140.57</c:v>
                </c:pt>
                <c:pt idx="20194">
                  <c:v>137.97999999999999</c:v>
                </c:pt>
                <c:pt idx="20195">
                  <c:v>131.97999999999999</c:v>
                </c:pt>
                <c:pt idx="20196">
                  <c:v>201.96</c:v>
                </c:pt>
                <c:pt idx="20197">
                  <c:v>139.96</c:v>
                </c:pt>
                <c:pt idx="20198">
                  <c:v>169.98</c:v>
                </c:pt>
                <c:pt idx="20199">
                  <c:v>222.96</c:v>
                </c:pt>
                <c:pt idx="20200">
                  <c:v>59.98</c:v>
                </c:pt>
                <c:pt idx="20201">
                  <c:v>235.15</c:v>
                </c:pt>
                <c:pt idx="20202">
                  <c:v>-52.98</c:v>
                </c:pt>
                <c:pt idx="20203">
                  <c:v>52.98</c:v>
                </c:pt>
                <c:pt idx="20204">
                  <c:v>18.989999999999998</c:v>
                </c:pt>
                <c:pt idx="20205">
                  <c:v>99.99</c:v>
                </c:pt>
                <c:pt idx="20206">
                  <c:v>52.98</c:v>
                </c:pt>
                <c:pt idx="20207">
                  <c:v>52.98</c:v>
                </c:pt>
                <c:pt idx="20208">
                  <c:v>100.97</c:v>
                </c:pt>
                <c:pt idx="20209">
                  <c:v>94.98</c:v>
                </c:pt>
                <c:pt idx="20210">
                  <c:v>102.95</c:v>
                </c:pt>
                <c:pt idx="20211">
                  <c:v>109.96</c:v>
                </c:pt>
                <c:pt idx="20212">
                  <c:v>71.98</c:v>
                </c:pt>
                <c:pt idx="20213">
                  <c:v>79.98</c:v>
                </c:pt>
                <c:pt idx="20214">
                  <c:v>36.090000000000003</c:v>
                </c:pt>
                <c:pt idx="20215">
                  <c:v>59.98</c:v>
                </c:pt>
                <c:pt idx="20216">
                  <c:v>21.08</c:v>
                </c:pt>
                <c:pt idx="20217">
                  <c:v>106.96</c:v>
                </c:pt>
                <c:pt idx="20218">
                  <c:v>155.88</c:v>
                </c:pt>
                <c:pt idx="20219">
                  <c:v>56.97</c:v>
                </c:pt>
                <c:pt idx="20220">
                  <c:v>51.27</c:v>
                </c:pt>
                <c:pt idx="20221">
                  <c:v>56.97</c:v>
                </c:pt>
                <c:pt idx="20222">
                  <c:v>233.57</c:v>
                </c:pt>
                <c:pt idx="20223">
                  <c:v>-79.989999999999995</c:v>
                </c:pt>
                <c:pt idx="20224">
                  <c:v>239.97</c:v>
                </c:pt>
                <c:pt idx="20225">
                  <c:v>159.97999999999999</c:v>
                </c:pt>
                <c:pt idx="20226">
                  <c:v>163.27000000000001</c:v>
                </c:pt>
                <c:pt idx="20227">
                  <c:v>239.97</c:v>
                </c:pt>
                <c:pt idx="20228">
                  <c:v>232.83</c:v>
                </c:pt>
                <c:pt idx="20229">
                  <c:v>239.97</c:v>
                </c:pt>
                <c:pt idx="20230">
                  <c:v>160.26</c:v>
                </c:pt>
                <c:pt idx="20231">
                  <c:v>159.97999999999999</c:v>
                </c:pt>
                <c:pt idx="20232">
                  <c:v>156.94</c:v>
                </c:pt>
                <c:pt idx="20233">
                  <c:v>238.96</c:v>
                </c:pt>
                <c:pt idx="20234">
                  <c:v>239.97</c:v>
                </c:pt>
                <c:pt idx="20235">
                  <c:v>238.37</c:v>
                </c:pt>
                <c:pt idx="20236">
                  <c:v>159.97999999999999</c:v>
                </c:pt>
                <c:pt idx="20237">
                  <c:v>59.96</c:v>
                </c:pt>
                <c:pt idx="20238">
                  <c:v>121.98</c:v>
                </c:pt>
                <c:pt idx="20239">
                  <c:v>238.37</c:v>
                </c:pt>
                <c:pt idx="20240">
                  <c:v>26.49</c:v>
                </c:pt>
                <c:pt idx="20241">
                  <c:v>71.98</c:v>
                </c:pt>
                <c:pt idx="20242">
                  <c:v>94.47</c:v>
                </c:pt>
                <c:pt idx="20243">
                  <c:v>119.97</c:v>
                </c:pt>
                <c:pt idx="20244">
                  <c:v>119.97</c:v>
                </c:pt>
                <c:pt idx="20245">
                  <c:v>109.46</c:v>
                </c:pt>
                <c:pt idx="20246">
                  <c:v>94.47</c:v>
                </c:pt>
                <c:pt idx="20247">
                  <c:v>109.46</c:v>
                </c:pt>
                <c:pt idx="20248">
                  <c:v>78.59</c:v>
                </c:pt>
                <c:pt idx="20249">
                  <c:v>94.31</c:v>
                </c:pt>
                <c:pt idx="20250">
                  <c:v>61.67</c:v>
                </c:pt>
                <c:pt idx="20251">
                  <c:v>88.96</c:v>
                </c:pt>
                <c:pt idx="20252">
                  <c:v>71.94</c:v>
                </c:pt>
                <c:pt idx="20253">
                  <c:v>51.46</c:v>
                </c:pt>
                <c:pt idx="20254">
                  <c:v>79.849999999999994</c:v>
                </c:pt>
                <c:pt idx="20255">
                  <c:v>88.17</c:v>
                </c:pt>
                <c:pt idx="20256">
                  <c:v>66.400000000000006</c:v>
                </c:pt>
                <c:pt idx="20257">
                  <c:v>215.31</c:v>
                </c:pt>
                <c:pt idx="20258">
                  <c:v>215.96</c:v>
                </c:pt>
                <c:pt idx="20259">
                  <c:v>215.96</c:v>
                </c:pt>
                <c:pt idx="20260">
                  <c:v>215.96</c:v>
                </c:pt>
                <c:pt idx="20261">
                  <c:v>215.96</c:v>
                </c:pt>
                <c:pt idx="20262">
                  <c:v>215.96</c:v>
                </c:pt>
                <c:pt idx="20263">
                  <c:v>215.96</c:v>
                </c:pt>
                <c:pt idx="20264">
                  <c:v>72.55</c:v>
                </c:pt>
                <c:pt idx="20265">
                  <c:v>226.45</c:v>
                </c:pt>
                <c:pt idx="20266">
                  <c:v>71.099999999999994</c:v>
                </c:pt>
                <c:pt idx="20267">
                  <c:v>72.55</c:v>
                </c:pt>
                <c:pt idx="20268">
                  <c:v>197.79</c:v>
                </c:pt>
                <c:pt idx="20269">
                  <c:v>71.099999999999994</c:v>
                </c:pt>
                <c:pt idx="20270">
                  <c:v>109.17</c:v>
                </c:pt>
                <c:pt idx="20271">
                  <c:v>71.83</c:v>
                </c:pt>
                <c:pt idx="20272">
                  <c:v>71.099999999999994</c:v>
                </c:pt>
                <c:pt idx="20273">
                  <c:v>65.290000000000006</c:v>
                </c:pt>
                <c:pt idx="20274">
                  <c:v>141.4</c:v>
                </c:pt>
                <c:pt idx="20275">
                  <c:v>95.99</c:v>
                </c:pt>
                <c:pt idx="20276">
                  <c:v>79.98</c:v>
                </c:pt>
                <c:pt idx="20277">
                  <c:v>59.98</c:v>
                </c:pt>
                <c:pt idx="20278">
                  <c:v>50.98</c:v>
                </c:pt>
                <c:pt idx="20279">
                  <c:v>50.98</c:v>
                </c:pt>
                <c:pt idx="20280">
                  <c:v>53.98</c:v>
                </c:pt>
                <c:pt idx="20281">
                  <c:v>215.88</c:v>
                </c:pt>
                <c:pt idx="20282">
                  <c:v>59.96</c:v>
                </c:pt>
                <c:pt idx="20283">
                  <c:v>59.96</c:v>
                </c:pt>
                <c:pt idx="20284">
                  <c:v>149.97</c:v>
                </c:pt>
                <c:pt idx="20285">
                  <c:v>149.97</c:v>
                </c:pt>
                <c:pt idx="20286">
                  <c:v>62.47</c:v>
                </c:pt>
                <c:pt idx="20287">
                  <c:v>69.989999999999995</c:v>
                </c:pt>
                <c:pt idx="20288">
                  <c:v>69.989999999999995</c:v>
                </c:pt>
                <c:pt idx="20289">
                  <c:v>44.04</c:v>
                </c:pt>
                <c:pt idx="20290">
                  <c:v>21.29</c:v>
                </c:pt>
                <c:pt idx="20291">
                  <c:v>84.98</c:v>
                </c:pt>
                <c:pt idx="20292">
                  <c:v>39.380000000000003</c:v>
                </c:pt>
                <c:pt idx="20293">
                  <c:v>79.98</c:v>
                </c:pt>
                <c:pt idx="20294">
                  <c:v>131.97999999999999</c:v>
                </c:pt>
                <c:pt idx="20295">
                  <c:v>131.97999999999999</c:v>
                </c:pt>
                <c:pt idx="20296">
                  <c:v>211.96</c:v>
                </c:pt>
                <c:pt idx="20297">
                  <c:v>70.98</c:v>
                </c:pt>
                <c:pt idx="20298">
                  <c:v>61.98</c:v>
                </c:pt>
                <c:pt idx="20299">
                  <c:v>61.98</c:v>
                </c:pt>
                <c:pt idx="20300">
                  <c:v>129.94999999999999</c:v>
                </c:pt>
                <c:pt idx="20301">
                  <c:v>56.49</c:v>
                </c:pt>
                <c:pt idx="20302">
                  <c:v>108.72</c:v>
                </c:pt>
                <c:pt idx="20303">
                  <c:v>62.63</c:v>
                </c:pt>
                <c:pt idx="20304">
                  <c:v>92.97</c:v>
                </c:pt>
                <c:pt idx="20305">
                  <c:v>53.98</c:v>
                </c:pt>
                <c:pt idx="20306">
                  <c:v>146.97</c:v>
                </c:pt>
                <c:pt idx="20307">
                  <c:v>51.29</c:v>
                </c:pt>
                <c:pt idx="20308">
                  <c:v>83.97</c:v>
                </c:pt>
                <c:pt idx="20309">
                  <c:v>69.98</c:v>
                </c:pt>
                <c:pt idx="20310">
                  <c:v>76.489999999999995</c:v>
                </c:pt>
                <c:pt idx="20311">
                  <c:v>53.98</c:v>
                </c:pt>
                <c:pt idx="20312">
                  <c:v>84.99</c:v>
                </c:pt>
                <c:pt idx="20313">
                  <c:v>259.93</c:v>
                </c:pt>
                <c:pt idx="20314">
                  <c:v>71.98</c:v>
                </c:pt>
                <c:pt idx="20315">
                  <c:v>123.64</c:v>
                </c:pt>
                <c:pt idx="20316">
                  <c:v>29.98</c:v>
                </c:pt>
                <c:pt idx="20317">
                  <c:v>113.46</c:v>
                </c:pt>
                <c:pt idx="20318">
                  <c:v>163.95</c:v>
                </c:pt>
                <c:pt idx="20319">
                  <c:v>99.98</c:v>
                </c:pt>
                <c:pt idx="20320">
                  <c:v>64.98</c:v>
                </c:pt>
                <c:pt idx="20321">
                  <c:v>94.97</c:v>
                </c:pt>
                <c:pt idx="20322">
                  <c:v>159.96</c:v>
                </c:pt>
                <c:pt idx="20323">
                  <c:v>84.98</c:v>
                </c:pt>
                <c:pt idx="20324">
                  <c:v>113.11</c:v>
                </c:pt>
                <c:pt idx="20325">
                  <c:v>120.69</c:v>
                </c:pt>
                <c:pt idx="20326">
                  <c:v>49.99</c:v>
                </c:pt>
                <c:pt idx="20327">
                  <c:v>83.97</c:v>
                </c:pt>
                <c:pt idx="20328">
                  <c:v>93.13</c:v>
                </c:pt>
                <c:pt idx="20329">
                  <c:v>51.76</c:v>
                </c:pt>
                <c:pt idx="20330">
                  <c:v>53.97</c:v>
                </c:pt>
                <c:pt idx="20331">
                  <c:v>22.95</c:v>
                </c:pt>
                <c:pt idx="20332">
                  <c:v>63.96</c:v>
                </c:pt>
                <c:pt idx="20333">
                  <c:v>159.69999999999999</c:v>
                </c:pt>
                <c:pt idx="20334">
                  <c:v>73.8</c:v>
                </c:pt>
                <c:pt idx="20335">
                  <c:v>53.22</c:v>
                </c:pt>
                <c:pt idx="20336">
                  <c:v>62.29</c:v>
                </c:pt>
                <c:pt idx="20337">
                  <c:v>182.67</c:v>
                </c:pt>
                <c:pt idx="20338">
                  <c:v>233.51</c:v>
                </c:pt>
                <c:pt idx="20339">
                  <c:v>181.45</c:v>
                </c:pt>
                <c:pt idx="20340">
                  <c:v>239.54</c:v>
                </c:pt>
                <c:pt idx="20341">
                  <c:v>76.489999999999995</c:v>
                </c:pt>
                <c:pt idx="20342">
                  <c:v>84.98</c:v>
                </c:pt>
                <c:pt idx="20343">
                  <c:v>99.98</c:v>
                </c:pt>
                <c:pt idx="20344">
                  <c:v>114.98</c:v>
                </c:pt>
                <c:pt idx="20345">
                  <c:v>134.97999999999999</c:v>
                </c:pt>
                <c:pt idx="20346">
                  <c:v>79.97</c:v>
                </c:pt>
                <c:pt idx="20347">
                  <c:v>89.55</c:v>
                </c:pt>
                <c:pt idx="20348">
                  <c:v>104.69</c:v>
                </c:pt>
                <c:pt idx="20349">
                  <c:v>175.92</c:v>
                </c:pt>
                <c:pt idx="20350">
                  <c:v>112.97</c:v>
                </c:pt>
                <c:pt idx="20351">
                  <c:v>56.97</c:v>
                </c:pt>
                <c:pt idx="20352">
                  <c:v>155.33000000000001</c:v>
                </c:pt>
                <c:pt idx="20353">
                  <c:v>70.98</c:v>
                </c:pt>
                <c:pt idx="20354">
                  <c:v>77.97</c:v>
                </c:pt>
                <c:pt idx="20355">
                  <c:v>50.98</c:v>
                </c:pt>
                <c:pt idx="20356">
                  <c:v>173.95</c:v>
                </c:pt>
                <c:pt idx="20357">
                  <c:v>163.93</c:v>
                </c:pt>
                <c:pt idx="20358">
                  <c:v>153.75</c:v>
                </c:pt>
                <c:pt idx="20359">
                  <c:v>177.96</c:v>
                </c:pt>
                <c:pt idx="20360">
                  <c:v>162.96</c:v>
                </c:pt>
                <c:pt idx="20361">
                  <c:v>180.96</c:v>
                </c:pt>
                <c:pt idx="20362">
                  <c:v>105.98</c:v>
                </c:pt>
                <c:pt idx="20363">
                  <c:v>185.94</c:v>
                </c:pt>
                <c:pt idx="20364">
                  <c:v>177.96</c:v>
                </c:pt>
                <c:pt idx="20365">
                  <c:v>159.97999999999999</c:v>
                </c:pt>
                <c:pt idx="20366">
                  <c:v>203.95</c:v>
                </c:pt>
                <c:pt idx="20367">
                  <c:v>173.96</c:v>
                </c:pt>
                <c:pt idx="20368">
                  <c:v>177.96</c:v>
                </c:pt>
                <c:pt idx="20369">
                  <c:v>65.98</c:v>
                </c:pt>
                <c:pt idx="20370">
                  <c:v>151.18</c:v>
                </c:pt>
                <c:pt idx="20371">
                  <c:v>50.98</c:v>
                </c:pt>
                <c:pt idx="20372">
                  <c:v>69.989999999999995</c:v>
                </c:pt>
                <c:pt idx="20373">
                  <c:v>84.98</c:v>
                </c:pt>
                <c:pt idx="20374">
                  <c:v>59.49</c:v>
                </c:pt>
                <c:pt idx="20375">
                  <c:v>20.49</c:v>
                </c:pt>
                <c:pt idx="20376">
                  <c:v>63.98</c:v>
                </c:pt>
                <c:pt idx="20377">
                  <c:v>117.76</c:v>
                </c:pt>
                <c:pt idx="20378">
                  <c:v>135.87</c:v>
                </c:pt>
                <c:pt idx="20379">
                  <c:v>67.489999999999995</c:v>
                </c:pt>
                <c:pt idx="20380">
                  <c:v>29.49</c:v>
                </c:pt>
                <c:pt idx="20381">
                  <c:v>97.97</c:v>
                </c:pt>
                <c:pt idx="20382">
                  <c:v>-1.5</c:v>
                </c:pt>
                <c:pt idx="20383">
                  <c:v>84.57</c:v>
                </c:pt>
                <c:pt idx="20384">
                  <c:v>99.97</c:v>
                </c:pt>
                <c:pt idx="20385">
                  <c:v>52.96</c:v>
                </c:pt>
                <c:pt idx="20386">
                  <c:v>49.08</c:v>
                </c:pt>
                <c:pt idx="20387">
                  <c:v>84.98</c:v>
                </c:pt>
                <c:pt idx="20388">
                  <c:v>169.98</c:v>
                </c:pt>
                <c:pt idx="20389">
                  <c:v>89.98</c:v>
                </c:pt>
                <c:pt idx="20390">
                  <c:v>159.44</c:v>
                </c:pt>
                <c:pt idx="20391">
                  <c:v>51.29</c:v>
                </c:pt>
                <c:pt idx="20392">
                  <c:v>121.98</c:v>
                </c:pt>
                <c:pt idx="20393">
                  <c:v>214.97</c:v>
                </c:pt>
                <c:pt idx="20394">
                  <c:v>160.68</c:v>
                </c:pt>
                <c:pt idx="20395">
                  <c:v>131.97999999999999</c:v>
                </c:pt>
                <c:pt idx="20396">
                  <c:v>159.97999999999999</c:v>
                </c:pt>
                <c:pt idx="20397">
                  <c:v>169.98</c:v>
                </c:pt>
                <c:pt idx="20398">
                  <c:v>188.96</c:v>
                </c:pt>
                <c:pt idx="20399">
                  <c:v>54.37</c:v>
                </c:pt>
                <c:pt idx="20400">
                  <c:v>69.989999999999995</c:v>
                </c:pt>
                <c:pt idx="20401">
                  <c:v>96.97</c:v>
                </c:pt>
                <c:pt idx="20402">
                  <c:v>116.97</c:v>
                </c:pt>
                <c:pt idx="20403">
                  <c:v>69.989999999999995</c:v>
                </c:pt>
                <c:pt idx="20404">
                  <c:v>65.98</c:v>
                </c:pt>
                <c:pt idx="20405">
                  <c:v>84.98</c:v>
                </c:pt>
                <c:pt idx="20406">
                  <c:v>62.96</c:v>
                </c:pt>
                <c:pt idx="20407">
                  <c:v>56.67</c:v>
                </c:pt>
                <c:pt idx="20408">
                  <c:v>63.88</c:v>
                </c:pt>
                <c:pt idx="20409">
                  <c:v>63.88</c:v>
                </c:pt>
                <c:pt idx="20410">
                  <c:v>56.67</c:v>
                </c:pt>
                <c:pt idx="20411">
                  <c:v>51.76</c:v>
                </c:pt>
                <c:pt idx="20412">
                  <c:v>51.76</c:v>
                </c:pt>
                <c:pt idx="20413">
                  <c:v>63.88</c:v>
                </c:pt>
                <c:pt idx="20414">
                  <c:v>51.76</c:v>
                </c:pt>
                <c:pt idx="20415">
                  <c:v>63.88</c:v>
                </c:pt>
                <c:pt idx="20416">
                  <c:v>56.67</c:v>
                </c:pt>
                <c:pt idx="20417">
                  <c:v>56.67</c:v>
                </c:pt>
                <c:pt idx="20418">
                  <c:v>56.67</c:v>
                </c:pt>
                <c:pt idx="20419">
                  <c:v>56.67</c:v>
                </c:pt>
                <c:pt idx="20420">
                  <c:v>51.76</c:v>
                </c:pt>
                <c:pt idx="20421">
                  <c:v>63.88</c:v>
                </c:pt>
                <c:pt idx="20422">
                  <c:v>104.27</c:v>
                </c:pt>
                <c:pt idx="20423">
                  <c:v>104.27</c:v>
                </c:pt>
                <c:pt idx="20424">
                  <c:v>51.28</c:v>
                </c:pt>
                <c:pt idx="20425">
                  <c:v>51.28</c:v>
                </c:pt>
                <c:pt idx="20426">
                  <c:v>51.28</c:v>
                </c:pt>
                <c:pt idx="20427">
                  <c:v>51.28</c:v>
                </c:pt>
                <c:pt idx="20428">
                  <c:v>51.28</c:v>
                </c:pt>
                <c:pt idx="20429">
                  <c:v>49.99</c:v>
                </c:pt>
                <c:pt idx="20430">
                  <c:v>49.99</c:v>
                </c:pt>
                <c:pt idx="20431">
                  <c:v>51.76</c:v>
                </c:pt>
                <c:pt idx="20432">
                  <c:v>49.99</c:v>
                </c:pt>
                <c:pt idx="20433">
                  <c:v>49.99</c:v>
                </c:pt>
                <c:pt idx="20434">
                  <c:v>63.88</c:v>
                </c:pt>
                <c:pt idx="20435">
                  <c:v>49.99</c:v>
                </c:pt>
                <c:pt idx="20436">
                  <c:v>104.27</c:v>
                </c:pt>
                <c:pt idx="20437">
                  <c:v>104.27</c:v>
                </c:pt>
                <c:pt idx="20438">
                  <c:v>104.27</c:v>
                </c:pt>
                <c:pt idx="20439">
                  <c:v>104.27</c:v>
                </c:pt>
                <c:pt idx="20440">
                  <c:v>49.99</c:v>
                </c:pt>
                <c:pt idx="20441">
                  <c:v>51.28</c:v>
                </c:pt>
                <c:pt idx="20442">
                  <c:v>51.76</c:v>
                </c:pt>
                <c:pt idx="20443">
                  <c:v>59.38</c:v>
                </c:pt>
                <c:pt idx="20444">
                  <c:v>59.38</c:v>
                </c:pt>
                <c:pt idx="20445">
                  <c:v>59.38</c:v>
                </c:pt>
                <c:pt idx="20446">
                  <c:v>59.38</c:v>
                </c:pt>
                <c:pt idx="20447">
                  <c:v>59.38</c:v>
                </c:pt>
                <c:pt idx="20448">
                  <c:v>59.38</c:v>
                </c:pt>
                <c:pt idx="20449">
                  <c:v>14.99</c:v>
                </c:pt>
                <c:pt idx="20450">
                  <c:v>59.97</c:v>
                </c:pt>
                <c:pt idx="20451">
                  <c:v>155.94</c:v>
                </c:pt>
                <c:pt idx="20452">
                  <c:v>94.47</c:v>
                </c:pt>
                <c:pt idx="20453">
                  <c:v>49.99</c:v>
                </c:pt>
                <c:pt idx="20454">
                  <c:v>74.98</c:v>
                </c:pt>
                <c:pt idx="20455">
                  <c:v>148.97</c:v>
                </c:pt>
                <c:pt idx="20456">
                  <c:v>182.95</c:v>
                </c:pt>
                <c:pt idx="20457">
                  <c:v>59.98</c:v>
                </c:pt>
                <c:pt idx="20458">
                  <c:v>58.97</c:v>
                </c:pt>
                <c:pt idx="20459">
                  <c:v>79.98</c:v>
                </c:pt>
                <c:pt idx="20460">
                  <c:v>59.98</c:v>
                </c:pt>
                <c:pt idx="20461">
                  <c:v>89.97</c:v>
                </c:pt>
                <c:pt idx="20462">
                  <c:v>60.98</c:v>
                </c:pt>
                <c:pt idx="20463">
                  <c:v>99.98</c:v>
                </c:pt>
                <c:pt idx="20464">
                  <c:v>58.77</c:v>
                </c:pt>
                <c:pt idx="20465">
                  <c:v>59.98</c:v>
                </c:pt>
                <c:pt idx="20466">
                  <c:v>77.489999999999995</c:v>
                </c:pt>
                <c:pt idx="20467">
                  <c:v>87</c:v>
                </c:pt>
                <c:pt idx="20468">
                  <c:v>58.78</c:v>
                </c:pt>
                <c:pt idx="20469">
                  <c:v>59.98</c:v>
                </c:pt>
                <c:pt idx="20470">
                  <c:v>67.38</c:v>
                </c:pt>
                <c:pt idx="20471">
                  <c:v>89.97</c:v>
                </c:pt>
                <c:pt idx="20472">
                  <c:v>57.09</c:v>
                </c:pt>
                <c:pt idx="20473">
                  <c:v>89.97</c:v>
                </c:pt>
                <c:pt idx="20474">
                  <c:v>59.97</c:v>
                </c:pt>
                <c:pt idx="20475">
                  <c:v>59.98</c:v>
                </c:pt>
                <c:pt idx="20476">
                  <c:v>98.37</c:v>
                </c:pt>
                <c:pt idx="20477">
                  <c:v>58.48</c:v>
                </c:pt>
                <c:pt idx="20478">
                  <c:v>84.99</c:v>
                </c:pt>
                <c:pt idx="20479">
                  <c:v>58.58</c:v>
                </c:pt>
                <c:pt idx="20480">
                  <c:v>59.98</c:v>
                </c:pt>
                <c:pt idx="20481">
                  <c:v>29.99</c:v>
                </c:pt>
                <c:pt idx="20482">
                  <c:v>59.98</c:v>
                </c:pt>
                <c:pt idx="20483">
                  <c:v>59.98</c:v>
                </c:pt>
                <c:pt idx="20484">
                  <c:v>59.08</c:v>
                </c:pt>
                <c:pt idx="20485">
                  <c:v>64.98</c:v>
                </c:pt>
                <c:pt idx="20486">
                  <c:v>59.98</c:v>
                </c:pt>
                <c:pt idx="20487">
                  <c:v>59.98</c:v>
                </c:pt>
                <c:pt idx="20488">
                  <c:v>87.97</c:v>
                </c:pt>
                <c:pt idx="20489">
                  <c:v>86.09</c:v>
                </c:pt>
                <c:pt idx="20490">
                  <c:v>79.98</c:v>
                </c:pt>
                <c:pt idx="20491">
                  <c:v>59.98</c:v>
                </c:pt>
                <c:pt idx="20492">
                  <c:v>74.98</c:v>
                </c:pt>
                <c:pt idx="20493">
                  <c:v>88.47</c:v>
                </c:pt>
                <c:pt idx="20494">
                  <c:v>113.77</c:v>
                </c:pt>
                <c:pt idx="20495">
                  <c:v>59.95</c:v>
                </c:pt>
                <c:pt idx="20496">
                  <c:v>229.95</c:v>
                </c:pt>
                <c:pt idx="20497">
                  <c:v>209.94</c:v>
                </c:pt>
                <c:pt idx="20498">
                  <c:v>209.93</c:v>
                </c:pt>
                <c:pt idx="20499">
                  <c:v>59.98</c:v>
                </c:pt>
                <c:pt idx="20500">
                  <c:v>63.98</c:v>
                </c:pt>
                <c:pt idx="20501">
                  <c:v>105.97</c:v>
                </c:pt>
                <c:pt idx="20502">
                  <c:v>119.97</c:v>
                </c:pt>
                <c:pt idx="20503">
                  <c:v>89.98</c:v>
                </c:pt>
                <c:pt idx="20504">
                  <c:v>69.98</c:v>
                </c:pt>
                <c:pt idx="20505">
                  <c:v>69.98</c:v>
                </c:pt>
                <c:pt idx="20506">
                  <c:v>53.98</c:v>
                </c:pt>
                <c:pt idx="20507">
                  <c:v>50.98</c:v>
                </c:pt>
                <c:pt idx="20508">
                  <c:v>50.98</c:v>
                </c:pt>
                <c:pt idx="20509">
                  <c:v>53.98</c:v>
                </c:pt>
                <c:pt idx="20510">
                  <c:v>53.98</c:v>
                </c:pt>
                <c:pt idx="20511">
                  <c:v>74.97</c:v>
                </c:pt>
                <c:pt idx="20512">
                  <c:v>80.97</c:v>
                </c:pt>
                <c:pt idx="20513">
                  <c:v>67.489999999999995</c:v>
                </c:pt>
                <c:pt idx="20514">
                  <c:v>86.29</c:v>
                </c:pt>
                <c:pt idx="20515">
                  <c:v>61.98</c:v>
                </c:pt>
                <c:pt idx="20516">
                  <c:v>67.290000000000006</c:v>
                </c:pt>
                <c:pt idx="20517">
                  <c:v>75.47</c:v>
                </c:pt>
                <c:pt idx="20518">
                  <c:v>75.48</c:v>
                </c:pt>
                <c:pt idx="20519">
                  <c:v>67.489999999999995</c:v>
                </c:pt>
                <c:pt idx="20520">
                  <c:v>67.489999999999995</c:v>
                </c:pt>
                <c:pt idx="20521">
                  <c:v>67.489999999999995</c:v>
                </c:pt>
                <c:pt idx="20522">
                  <c:v>65.989999999999995</c:v>
                </c:pt>
                <c:pt idx="20523">
                  <c:v>61.98</c:v>
                </c:pt>
                <c:pt idx="20524">
                  <c:v>84.99</c:v>
                </c:pt>
                <c:pt idx="20525">
                  <c:v>67.489999999999995</c:v>
                </c:pt>
                <c:pt idx="20526">
                  <c:v>52.97</c:v>
                </c:pt>
                <c:pt idx="20527">
                  <c:v>67.489999999999995</c:v>
                </c:pt>
                <c:pt idx="20528">
                  <c:v>67.489999999999995</c:v>
                </c:pt>
                <c:pt idx="20529">
                  <c:v>83.48</c:v>
                </c:pt>
                <c:pt idx="20530">
                  <c:v>56.97</c:v>
                </c:pt>
                <c:pt idx="20531">
                  <c:v>39.479999999999997</c:v>
                </c:pt>
                <c:pt idx="20532">
                  <c:v>39.479999999999997</c:v>
                </c:pt>
                <c:pt idx="20533">
                  <c:v>81.650000000000006</c:v>
                </c:pt>
                <c:pt idx="20534">
                  <c:v>81.650000000000006</c:v>
                </c:pt>
                <c:pt idx="20535">
                  <c:v>112.47</c:v>
                </c:pt>
                <c:pt idx="20536">
                  <c:v>112.47</c:v>
                </c:pt>
                <c:pt idx="20537">
                  <c:v>81.650000000000006</c:v>
                </c:pt>
                <c:pt idx="20538">
                  <c:v>112.47</c:v>
                </c:pt>
                <c:pt idx="20539">
                  <c:v>32.799999999999997</c:v>
                </c:pt>
                <c:pt idx="20540">
                  <c:v>67.48</c:v>
                </c:pt>
                <c:pt idx="20541">
                  <c:v>63.97</c:v>
                </c:pt>
                <c:pt idx="20542">
                  <c:v>55.98</c:v>
                </c:pt>
                <c:pt idx="20543">
                  <c:v>89.77</c:v>
                </c:pt>
                <c:pt idx="20544">
                  <c:v>99.48</c:v>
                </c:pt>
                <c:pt idx="20545">
                  <c:v>51.29</c:v>
                </c:pt>
                <c:pt idx="20546">
                  <c:v>73.48</c:v>
                </c:pt>
                <c:pt idx="20547">
                  <c:v>73.239999999999995</c:v>
                </c:pt>
                <c:pt idx="20548">
                  <c:v>169.98</c:v>
                </c:pt>
                <c:pt idx="20549">
                  <c:v>132.97999999999999</c:v>
                </c:pt>
                <c:pt idx="20550">
                  <c:v>65.989999999999995</c:v>
                </c:pt>
                <c:pt idx="20551">
                  <c:v>61.37</c:v>
                </c:pt>
                <c:pt idx="20552">
                  <c:v>33.479999999999997</c:v>
                </c:pt>
                <c:pt idx="20553">
                  <c:v>131.97999999999999</c:v>
                </c:pt>
                <c:pt idx="20554">
                  <c:v>65.989999999999995</c:v>
                </c:pt>
                <c:pt idx="20555">
                  <c:v>79.98</c:v>
                </c:pt>
                <c:pt idx="20556">
                  <c:v>126.24</c:v>
                </c:pt>
                <c:pt idx="20557">
                  <c:v>155.58000000000001</c:v>
                </c:pt>
                <c:pt idx="20558">
                  <c:v>188.97</c:v>
                </c:pt>
                <c:pt idx="20559">
                  <c:v>139.06</c:v>
                </c:pt>
                <c:pt idx="20560">
                  <c:v>65.989999999999995</c:v>
                </c:pt>
                <c:pt idx="20561">
                  <c:v>60.98</c:v>
                </c:pt>
                <c:pt idx="20562">
                  <c:v>69.97</c:v>
                </c:pt>
                <c:pt idx="20563">
                  <c:v>46.08</c:v>
                </c:pt>
                <c:pt idx="20564">
                  <c:v>68.97</c:v>
                </c:pt>
                <c:pt idx="20565">
                  <c:v>20.29</c:v>
                </c:pt>
                <c:pt idx="20566">
                  <c:v>93.56</c:v>
                </c:pt>
                <c:pt idx="20567">
                  <c:v>98.97</c:v>
                </c:pt>
                <c:pt idx="20568">
                  <c:v>79.98</c:v>
                </c:pt>
                <c:pt idx="20569">
                  <c:v>212.95</c:v>
                </c:pt>
                <c:pt idx="20570">
                  <c:v>161.80000000000001</c:v>
                </c:pt>
                <c:pt idx="20571">
                  <c:v>195.57</c:v>
                </c:pt>
                <c:pt idx="20572">
                  <c:v>125.38</c:v>
                </c:pt>
                <c:pt idx="20573">
                  <c:v>121.98</c:v>
                </c:pt>
                <c:pt idx="20574">
                  <c:v>104.93</c:v>
                </c:pt>
                <c:pt idx="20575">
                  <c:v>131.97999999999999</c:v>
                </c:pt>
                <c:pt idx="20576">
                  <c:v>169.98</c:v>
                </c:pt>
                <c:pt idx="20577">
                  <c:v>137.97999999999999</c:v>
                </c:pt>
                <c:pt idx="20578">
                  <c:v>169.98</c:v>
                </c:pt>
                <c:pt idx="20579">
                  <c:v>152.97999999999999</c:v>
                </c:pt>
                <c:pt idx="20580">
                  <c:v>191.94</c:v>
                </c:pt>
                <c:pt idx="20581">
                  <c:v>164.59</c:v>
                </c:pt>
                <c:pt idx="20582">
                  <c:v>215.97</c:v>
                </c:pt>
                <c:pt idx="20583">
                  <c:v>124.05</c:v>
                </c:pt>
                <c:pt idx="20584">
                  <c:v>152.97999999999999</c:v>
                </c:pt>
                <c:pt idx="20585">
                  <c:v>169.98</c:v>
                </c:pt>
                <c:pt idx="20586">
                  <c:v>152.97999999999999</c:v>
                </c:pt>
                <c:pt idx="20587">
                  <c:v>99.98</c:v>
                </c:pt>
                <c:pt idx="20588">
                  <c:v>161.38999999999999</c:v>
                </c:pt>
                <c:pt idx="20589">
                  <c:v>169.98</c:v>
                </c:pt>
                <c:pt idx="20590">
                  <c:v>57.95</c:v>
                </c:pt>
                <c:pt idx="20591">
                  <c:v>122.36</c:v>
                </c:pt>
                <c:pt idx="20592">
                  <c:v>20.49</c:v>
                </c:pt>
                <c:pt idx="20593">
                  <c:v>123.95</c:v>
                </c:pt>
                <c:pt idx="20594">
                  <c:v>88.97</c:v>
                </c:pt>
                <c:pt idx="20595">
                  <c:v>91.35</c:v>
                </c:pt>
                <c:pt idx="20596">
                  <c:v>51.98</c:v>
                </c:pt>
                <c:pt idx="20597">
                  <c:v>210.97</c:v>
                </c:pt>
                <c:pt idx="20598">
                  <c:v>42.24</c:v>
                </c:pt>
                <c:pt idx="20599">
                  <c:v>98.88</c:v>
                </c:pt>
                <c:pt idx="20600">
                  <c:v>109.98</c:v>
                </c:pt>
                <c:pt idx="20601">
                  <c:v>201.97</c:v>
                </c:pt>
                <c:pt idx="20602">
                  <c:v>329.95</c:v>
                </c:pt>
                <c:pt idx="20603">
                  <c:v>211.96</c:v>
                </c:pt>
                <c:pt idx="20604">
                  <c:v>131.97999999999999</c:v>
                </c:pt>
                <c:pt idx="20605">
                  <c:v>131.97999999999999</c:v>
                </c:pt>
                <c:pt idx="20606">
                  <c:v>227.95</c:v>
                </c:pt>
                <c:pt idx="20607">
                  <c:v>172.25</c:v>
                </c:pt>
                <c:pt idx="20608">
                  <c:v>105.98</c:v>
                </c:pt>
                <c:pt idx="20609">
                  <c:v>99.98</c:v>
                </c:pt>
                <c:pt idx="20610">
                  <c:v>163.46</c:v>
                </c:pt>
                <c:pt idx="20611">
                  <c:v>263.95999999999998</c:v>
                </c:pt>
                <c:pt idx="20612">
                  <c:v>131.97999999999999</c:v>
                </c:pt>
                <c:pt idx="20613">
                  <c:v>131.97999999999999</c:v>
                </c:pt>
                <c:pt idx="20614">
                  <c:v>263.95999999999998</c:v>
                </c:pt>
                <c:pt idx="20615">
                  <c:v>197.97</c:v>
                </c:pt>
                <c:pt idx="20616">
                  <c:v>20.29</c:v>
                </c:pt>
                <c:pt idx="20617">
                  <c:v>93.58</c:v>
                </c:pt>
                <c:pt idx="20618">
                  <c:v>89.99</c:v>
                </c:pt>
                <c:pt idx="20619">
                  <c:v>106.97</c:v>
                </c:pt>
                <c:pt idx="20620">
                  <c:v>31.93</c:v>
                </c:pt>
                <c:pt idx="20621">
                  <c:v>24.49</c:v>
                </c:pt>
                <c:pt idx="20622">
                  <c:v>34.61</c:v>
                </c:pt>
                <c:pt idx="20623">
                  <c:v>36.49</c:v>
                </c:pt>
                <c:pt idx="20624">
                  <c:v>31.49</c:v>
                </c:pt>
                <c:pt idx="20625">
                  <c:v>54.99</c:v>
                </c:pt>
                <c:pt idx="20626">
                  <c:v>40.49</c:v>
                </c:pt>
                <c:pt idx="20627">
                  <c:v>168.26</c:v>
                </c:pt>
                <c:pt idx="20628">
                  <c:v>64.989999999999995</c:v>
                </c:pt>
                <c:pt idx="20629">
                  <c:v>65.97</c:v>
                </c:pt>
                <c:pt idx="20630">
                  <c:v>77.38</c:v>
                </c:pt>
                <c:pt idx="20631">
                  <c:v>84.99</c:v>
                </c:pt>
                <c:pt idx="20632">
                  <c:v>84.99</c:v>
                </c:pt>
                <c:pt idx="20633">
                  <c:v>84.99</c:v>
                </c:pt>
                <c:pt idx="20634">
                  <c:v>84.99</c:v>
                </c:pt>
                <c:pt idx="20635">
                  <c:v>131.97999999999999</c:v>
                </c:pt>
                <c:pt idx="20636">
                  <c:v>169.98</c:v>
                </c:pt>
                <c:pt idx="20637">
                  <c:v>84.99</c:v>
                </c:pt>
                <c:pt idx="20638">
                  <c:v>65.989999999999995</c:v>
                </c:pt>
                <c:pt idx="20639">
                  <c:v>84.99</c:v>
                </c:pt>
                <c:pt idx="20640">
                  <c:v>84.99</c:v>
                </c:pt>
                <c:pt idx="20641">
                  <c:v>168.96</c:v>
                </c:pt>
                <c:pt idx="20642">
                  <c:v>84.99</c:v>
                </c:pt>
                <c:pt idx="20643">
                  <c:v>75.09</c:v>
                </c:pt>
                <c:pt idx="20644">
                  <c:v>84.99</c:v>
                </c:pt>
                <c:pt idx="20645">
                  <c:v>65.989999999999995</c:v>
                </c:pt>
                <c:pt idx="20646">
                  <c:v>194.56</c:v>
                </c:pt>
                <c:pt idx="20647">
                  <c:v>176.13</c:v>
                </c:pt>
                <c:pt idx="20648">
                  <c:v>79.98</c:v>
                </c:pt>
                <c:pt idx="20649">
                  <c:v>121.47</c:v>
                </c:pt>
                <c:pt idx="20650">
                  <c:v>110.98</c:v>
                </c:pt>
                <c:pt idx="20651">
                  <c:v>79.849999999999994</c:v>
                </c:pt>
                <c:pt idx="20652">
                  <c:v>150</c:v>
                </c:pt>
                <c:pt idx="20653">
                  <c:v>83.47</c:v>
                </c:pt>
                <c:pt idx="20654">
                  <c:v>78.63</c:v>
                </c:pt>
                <c:pt idx="20655">
                  <c:v>67.739999999999995</c:v>
                </c:pt>
                <c:pt idx="20656">
                  <c:v>54.98</c:v>
                </c:pt>
                <c:pt idx="20657">
                  <c:v>89.97</c:v>
                </c:pt>
                <c:pt idx="20658">
                  <c:v>64.97</c:v>
                </c:pt>
                <c:pt idx="20659">
                  <c:v>66.489999999999995</c:v>
                </c:pt>
                <c:pt idx="20660">
                  <c:v>163.27000000000001</c:v>
                </c:pt>
                <c:pt idx="20661">
                  <c:v>207.94</c:v>
                </c:pt>
                <c:pt idx="20662">
                  <c:v>67.98</c:v>
                </c:pt>
                <c:pt idx="20663">
                  <c:v>84.99</c:v>
                </c:pt>
                <c:pt idx="20664">
                  <c:v>54.99</c:v>
                </c:pt>
                <c:pt idx="20665">
                  <c:v>23.48</c:v>
                </c:pt>
                <c:pt idx="20666">
                  <c:v>79.98</c:v>
                </c:pt>
                <c:pt idx="20667">
                  <c:v>23.48</c:v>
                </c:pt>
                <c:pt idx="20668">
                  <c:v>23.48</c:v>
                </c:pt>
                <c:pt idx="20669">
                  <c:v>23.48</c:v>
                </c:pt>
                <c:pt idx="20670">
                  <c:v>56.97</c:v>
                </c:pt>
                <c:pt idx="20671">
                  <c:v>75.959999999999994</c:v>
                </c:pt>
                <c:pt idx="20672">
                  <c:v>134.97</c:v>
                </c:pt>
                <c:pt idx="20673">
                  <c:v>76.489999999999995</c:v>
                </c:pt>
                <c:pt idx="20674">
                  <c:v>34.94</c:v>
                </c:pt>
                <c:pt idx="20675">
                  <c:v>35.44</c:v>
                </c:pt>
                <c:pt idx="20676">
                  <c:v>114.98</c:v>
                </c:pt>
                <c:pt idx="20677">
                  <c:v>286.95</c:v>
                </c:pt>
                <c:pt idx="20678">
                  <c:v>166.97</c:v>
                </c:pt>
                <c:pt idx="20679">
                  <c:v>249.97</c:v>
                </c:pt>
                <c:pt idx="20680">
                  <c:v>243.96</c:v>
                </c:pt>
                <c:pt idx="20681">
                  <c:v>293.36</c:v>
                </c:pt>
                <c:pt idx="20682">
                  <c:v>182.96</c:v>
                </c:pt>
                <c:pt idx="20683">
                  <c:v>251.93</c:v>
                </c:pt>
                <c:pt idx="20684">
                  <c:v>156.97</c:v>
                </c:pt>
                <c:pt idx="20685">
                  <c:v>128.01</c:v>
                </c:pt>
                <c:pt idx="20686">
                  <c:v>56.18</c:v>
                </c:pt>
                <c:pt idx="20687">
                  <c:v>174.95</c:v>
                </c:pt>
                <c:pt idx="20688">
                  <c:v>304.92</c:v>
                </c:pt>
                <c:pt idx="20689">
                  <c:v>222.44</c:v>
                </c:pt>
                <c:pt idx="20690">
                  <c:v>236.96</c:v>
                </c:pt>
                <c:pt idx="20691">
                  <c:v>195.45</c:v>
                </c:pt>
                <c:pt idx="20692">
                  <c:v>165.24</c:v>
                </c:pt>
                <c:pt idx="20693">
                  <c:v>96.86</c:v>
                </c:pt>
                <c:pt idx="20694">
                  <c:v>50.83</c:v>
                </c:pt>
                <c:pt idx="20695">
                  <c:v>160.51</c:v>
                </c:pt>
                <c:pt idx="20696">
                  <c:v>229.22</c:v>
                </c:pt>
                <c:pt idx="20697">
                  <c:v>136.06</c:v>
                </c:pt>
                <c:pt idx="20698">
                  <c:v>93.01</c:v>
                </c:pt>
                <c:pt idx="20699">
                  <c:v>92.96</c:v>
                </c:pt>
                <c:pt idx="20700">
                  <c:v>59.97</c:v>
                </c:pt>
                <c:pt idx="20701">
                  <c:v>65.98</c:v>
                </c:pt>
                <c:pt idx="20702">
                  <c:v>-9.99</c:v>
                </c:pt>
                <c:pt idx="20703">
                  <c:v>92.76</c:v>
                </c:pt>
                <c:pt idx="20704">
                  <c:v>116.12</c:v>
                </c:pt>
                <c:pt idx="20705">
                  <c:v>93.86</c:v>
                </c:pt>
                <c:pt idx="20706">
                  <c:v>72.87</c:v>
                </c:pt>
                <c:pt idx="20707">
                  <c:v>96.78</c:v>
                </c:pt>
                <c:pt idx="20708">
                  <c:v>161.12</c:v>
                </c:pt>
                <c:pt idx="20709">
                  <c:v>96.78</c:v>
                </c:pt>
                <c:pt idx="20710">
                  <c:v>116.12</c:v>
                </c:pt>
                <c:pt idx="20711">
                  <c:v>67.739999999999995</c:v>
                </c:pt>
                <c:pt idx="20712">
                  <c:v>95.15</c:v>
                </c:pt>
                <c:pt idx="20713">
                  <c:v>145.15</c:v>
                </c:pt>
                <c:pt idx="20714">
                  <c:v>96.78</c:v>
                </c:pt>
                <c:pt idx="20715">
                  <c:v>67.739999999999995</c:v>
                </c:pt>
                <c:pt idx="20716">
                  <c:v>96.78</c:v>
                </c:pt>
                <c:pt idx="20717">
                  <c:v>113.22</c:v>
                </c:pt>
                <c:pt idx="20718">
                  <c:v>116.12</c:v>
                </c:pt>
                <c:pt idx="20719">
                  <c:v>96.78</c:v>
                </c:pt>
                <c:pt idx="20720">
                  <c:v>193.55</c:v>
                </c:pt>
                <c:pt idx="20721">
                  <c:v>91.92</c:v>
                </c:pt>
                <c:pt idx="20722">
                  <c:v>94.84</c:v>
                </c:pt>
                <c:pt idx="20723">
                  <c:v>226.97</c:v>
                </c:pt>
                <c:pt idx="20724">
                  <c:v>54.99</c:v>
                </c:pt>
                <c:pt idx="20725">
                  <c:v>86.29</c:v>
                </c:pt>
                <c:pt idx="20726">
                  <c:v>67.28</c:v>
                </c:pt>
                <c:pt idx="20727">
                  <c:v>0</c:v>
                </c:pt>
                <c:pt idx="20728">
                  <c:v>87.45</c:v>
                </c:pt>
                <c:pt idx="20729">
                  <c:v>83.96</c:v>
                </c:pt>
                <c:pt idx="20730">
                  <c:v>56.97</c:v>
                </c:pt>
                <c:pt idx="20731">
                  <c:v>49.73</c:v>
                </c:pt>
                <c:pt idx="20732">
                  <c:v>86.14</c:v>
                </c:pt>
                <c:pt idx="20733">
                  <c:v>569.9</c:v>
                </c:pt>
                <c:pt idx="20734">
                  <c:v>288.93</c:v>
                </c:pt>
                <c:pt idx="20735">
                  <c:v>409.95</c:v>
                </c:pt>
                <c:pt idx="20736">
                  <c:v>547.89</c:v>
                </c:pt>
                <c:pt idx="20737">
                  <c:v>495.89</c:v>
                </c:pt>
                <c:pt idx="20738">
                  <c:v>659.84</c:v>
                </c:pt>
                <c:pt idx="20739">
                  <c:v>197.97</c:v>
                </c:pt>
                <c:pt idx="20740">
                  <c:v>206.97</c:v>
                </c:pt>
                <c:pt idx="20741">
                  <c:v>68.97</c:v>
                </c:pt>
                <c:pt idx="20742">
                  <c:v>68.97</c:v>
                </c:pt>
                <c:pt idx="20743">
                  <c:v>68.97</c:v>
                </c:pt>
                <c:pt idx="20744">
                  <c:v>28.49</c:v>
                </c:pt>
                <c:pt idx="20745">
                  <c:v>26.49</c:v>
                </c:pt>
                <c:pt idx="20746">
                  <c:v>26.49</c:v>
                </c:pt>
                <c:pt idx="20747">
                  <c:v>31.49</c:v>
                </c:pt>
                <c:pt idx="20748">
                  <c:v>59.98</c:v>
                </c:pt>
                <c:pt idx="20749">
                  <c:v>55.98</c:v>
                </c:pt>
                <c:pt idx="20750">
                  <c:v>102.97</c:v>
                </c:pt>
                <c:pt idx="20751">
                  <c:v>40.46</c:v>
                </c:pt>
                <c:pt idx="20752">
                  <c:v>46.47</c:v>
                </c:pt>
                <c:pt idx="20753">
                  <c:v>83.48</c:v>
                </c:pt>
                <c:pt idx="20754">
                  <c:v>59.98</c:v>
                </c:pt>
                <c:pt idx="20755">
                  <c:v>191.22</c:v>
                </c:pt>
                <c:pt idx="20756">
                  <c:v>80.98</c:v>
                </c:pt>
                <c:pt idx="20757">
                  <c:v>108.98</c:v>
                </c:pt>
                <c:pt idx="20758">
                  <c:v>134.29</c:v>
                </c:pt>
                <c:pt idx="20759">
                  <c:v>93.63</c:v>
                </c:pt>
                <c:pt idx="20760">
                  <c:v>67.98</c:v>
                </c:pt>
                <c:pt idx="20761">
                  <c:v>33.99</c:v>
                </c:pt>
                <c:pt idx="20762">
                  <c:v>135.96</c:v>
                </c:pt>
                <c:pt idx="20763">
                  <c:v>-67.98</c:v>
                </c:pt>
                <c:pt idx="20764">
                  <c:v>69.989999999999995</c:v>
                </c:pt>
                <c:pt idx="20765">
                  <c:v>69.989999999999995</c:v>
                </c:pt>
                <c:pt idx="20766">
                  <c:v>69.989999999999995</c:v>
                </c:pt>
                <c:pt idx="20767">
                  <c:v>209.97</c:v>
                </c:pt>
                <c:pt idx="20768">
                  <c:v>69.989999999999995</c:v>
                </c:pt>
                <c:pt idx="20769">
                  <c:v>139.97999999999999</c:v>
                </c:pt>
                <c:pt idx="20770">
                  <c:v>59.98</c:v>
                </c:pt>
                <c:pt idx="20771">
                  <c:v>74.97</c:v>
                </c:pt>
                <c:pt idx="20772">
                  <c:v>74.97</c:v>
                </c:pt>
                <c:pt idx="20773">
                  <c:v>65.989999999999995</c:v>
                </c:pt>
                <c:pt idx="20774">
                  <c:v>65.989999999999995</c:v>
                </c:pt>
                <c:pt idx="20775">
                  <c:v>78.69</c:v>
                </c:pt>
                <c:pt idx="20776">
                  <c:v>131.97999999999999</c:v>
                </c:pt>
                <c:pt idx="20777">
                  <c:v>65.989999999999995</c:v>
                </c:pt>
                <c:pt idx="20778">
                  <c:v>121.98</c:v>
                </c:pt>
                <c:pt idx="20779">
                  <c:v>131.97999999999999</c:v>
                </c:pt>
                <c:pt idx="20780">
                  <c:v>103.96</c:v>
                </c:pt>
                <c:pt idx="20781">
                  <c:v>37.28</c:v>
                </c:pt>
                <c:pt idx="20782">
                  <c:v>37.28</c:v>
                </c:pt>
                <c:pt idx="20783">
                  <c:v>71.959999999999994</c:v>
                </c:pt>
                <c:pt idx="20784">
                  <c:v>37.28</c:v>
                </c:pt>
                <c:pt idx="20785">
                  <c:v>129.97999999999999</c:v>
                </c:pt>
                <c:pt idx="20786">
                  <c:v>59.96</c:v>
                </c:pt>
                <c:pt idx="20787">
                  <c:v>59.96</c:v>
                </c:pt>
                <c:pt idx="20788">
                  <c:v>59.96</c:v>
                </c:pt>
                <c:pt idx="20789">
                  <c:v>89.94</c:v>
                </c:pt>
                <c:pt idx="20790">
                  <c:v>53.94</c:v>
                </c:pt>
                <c:pt idx="20791">
                  <c:v>53.94</c:v>
                </c:pt>
                <c:pt idx="20792">
                  <c:v>89.5</c:v>
                </c:pt>
                <c:pt idx="20793">
                  <c:v>138.13</c:v>
                </c:pt>
                <c:pt idx="20794">
                  <c:v>354.95</c:v>
                </c:pt>
                <c:pt idx="20795">
                  <c:v>202.27</c:v>
                </c:pt>
                <c:pt idx="20796">
                  <c:v>254.97</c:v>
                </c:pt>
                <c:pt idx="20797">
                  <c:v>249.96</c:v>
                </c:pt>
                <c:pt idx="20798">
                  <c:v>257.95999999999998</c:v>
                </c:pt>
                <c:pt idx="20799">
                  <c:v>172.97</c:v>
                </c:pt>
                <c:pt idx="20800">
                  <c:v>229.47</c:v>
                </c:pt>
                <c:pt idx="20801">
                  <c:v>254.97</c:v>
                </c:pt>
                <c:pt idx="20802">
                  <c:v>237.26</c:v>
                </c:pt>
                <c:pt idx="20803">
                  <c:v>197.97</c:v>
                </c:pt>
                <c:pt idx="20804">
                  <c:v>81.98</c:v>
                </c:pt>
                <c:pt idx="20805">
                  <c:v>65.989999999999995</c:v>
                </c:pt>
                <c:pt idx="20806">
                  <c:v>147.55000000000001</c:v>
                </c:pt>
                <c:pt idx="20807">
                  <c:v>72.97</c:v>
                </c:pt>
                <c:pt idx="20808">
                  <c:v>72.97</c:v>
                </c:pt>
                <c:pt idx="20809">
                  <c:v>61.94</c:v>
                </c:pt>
                <c:pt idx="20810">
                  <c:v>53.97</c:v>
                </c:pt>
                <c:pt idx="20811">
                  <c:v>51.98</c:v>
                </c:pt>
                <c:pt idx="20812">
                  <c:v>73.97</c:v>
                </c:pt>
                <c:pt idx="20813">
                  <c:v>79.97</c:v>
                </c:pt>
                <c:pt idx="20814">
                  <c:v>25.49</c:v>
                </c:pt>
                <c:pt idx="20815">
                  <c:v>59.98</c:v>
                </c:pt>
                <c:pt idx="20816">
                  <c:v>53.97</c:v>
                </c:pt>
                <c:pt idx="20817">
                  <c:v>49.48</c:v>
                </c:pt>
                <c:pt idx="20818">
                  <c:v>17.489999999999998</c:v>
                </c:pt>
                <c:pt idx="20819">
                  <c:v>99.96</c:v>
                </c:pt>
                <c:pt idx="20820">
                  <c:v>51.28</c:v>
                </c:pt>
                <c:pt idx="20821">
                  <c:v>55.96</c:v>
                </c:pt>
                <c:pt idx="20822">
                  <c:v>39.18</c:v>
                </c:pt>
                <c:pt idx="20823">
                  <c:v>50.34</c:v>
                </c:pt>
                <c:pt idx="20824">
                  <c:v>288.97000000000003</c:v>
                </c:pt>
                <c:pt idx="20825">
                  <c:v>244.71</c:v>
                </c:pt>
                <c:pt idx="20826">
                  <c:v>268.95999999999998</c:v>
                </c:pt>
                <c:pt idx="20827">
                  <c:v>256.45999999999998</c:v>
                </c:pt>
                <c:pt idx="20828">
                  <c:v>169.98</c:v>
                </c:pt>
                <c:pt idx="20829">
                  <c:v>152.97999999999999</c:v>
                </c:pt>
                <c:pt idx="20830">
                  <c:v>169.98</c:v>
                </c:pt>
                <c:pt idx="20831">
                  <c:v>-17</c:v>
                </c:pt>
                <c:pt idx="20832">
                  <c:v>152.97999999999999</c:v>
                </c:pt>
                <c:pt idx="20833">
                  <c:v>142.97999999999999</c:v>
                </c:pt>
                <c:pt idx="20834">
                  <c:v>181.5</c:v>
                </c:pt>
                <c:pt idx="20835">
                  <c:v>305.95999999999998</c:v>
                </c:pt>
                <c:pt idx="20836">
                  <c:v>245.96</c:v>
                </c:pt>
                <c:pt idx="20837">
                  <c:v>68.97</c:v>
                </c:pt>
                <c:pt idx="20838">
                  <c:v>67.59</c:v>
                </c:pt>
                <c:pt idx="20839">
                  <c:v>68.97</c:v>
                </c:pt>
                <c:pt idx="20840">
                  <c:v>63.96</c:v>
                </c:pt>
                <c:pt idx="20841">
                  <c:v>85.98</c:v>
                </c:pt>
                <c:pt idx="20842">
                  <c:v>56.97</c:v>
                </c:pt>
                <c:pt idx="20843">
                  <c:v>151.96</c:v>
                </c:pt>
                <c:pt idx="20844">
                  <c:v>34.229999999999997</c:v>
                </c:pt>
                <c:pt idx="20845">
                  <c:v>95.97</c:v>
                </c:pt>
                <c:pt idx="20846">
                  <c:v>63.96</c:v>
                </c:pt>
                <c:pt idx="20847">
                  <c:v>188.06</c:v>
                </c:pt>
                <c:pt idx="20848">
                  <c:v>343.94</c:v>
                </c:pt>
                <c:pt idx="20849">
                  <c:v>381.91</c:v>
                </c:pt>
                <c:pt idx="20850">
                  <c:v>409.93</c:v>
                </c:pt>
                <c:pt idx="20851">
                  <c:v>370.94</c:v>
                </c:pt>
                <c:pt idx="20852">
                  <c:v>107.94</c:v>
                </c:pt>
                <c:pt idx="20853">
                  <c:v>97.15</c:v>
                </c:pt>
                <c:pt idx="20854">
                  <c:v>204.95</c:v>
                </c:pt>
                <c:pt idx="20855">
                  <c:v>84.98</c:v>
                </c:pt>
                <c:pt idx="20856">
                  <c:v>74.98</c:v>
                </c:pt>
                <c:pt idx="20857">
                  <c:v>74.97</c:v>
                </c:pt>
                <c:pt idx="20858">
                  <c:v>69.98</c:v>
                </c:pt>
                <c:pt idx="20859">
                  <c:v>59.98</c:v>
                </c:pt>
                <c:pt idx="20860">
                  <c:v>82.98</c:v>
                </c:pt>
                <c:pt idx="20861">
                  <c:v>56.97</c:v>
                </c:pt>
                <c:pt idx="20862">
                  <c:v>64.98</c:v>
                </c:pt>
                <c:pt idx="20863">
                  <c:v>104.98</c:v>
                </c:pt>
                <c:pt idx="20864">
                  <c:v>84.99</c:v>
                </c:pt>
                <c:pt idx="20865">
                  <c:v>119.97</c:v>
                </c:pt>
                <c:pt idx="20866">
                  <c:v>187.96</c:v>
                </c:pt>
                <c:pt idx="20867">
                  <c:v>125.38</c:v>
                </c:pt>
                <c:pt idx="20868">
                  <c:v>131.97999999999999</c:v>
                </c:pt>
                <c:pt idx="20869">
                  <c:v>129.34</c:v>
                </c:pt>
                <c:pt idx="20870">
                  <c:v>131.97999999999999</c:v>
                </c:pt>
                <c:pt idx="20871">
                  <c:v>131.97999999999999</c:v>
                </c:pt>
                <c:pt idx="20872">
                  <c:v>249.73</c:v>
                </c:pt>
                <c:pt idx="20873">
                  <c:v>197.97</c:v>
                </c:pt>
                <c:pt idx="20874">
                  <c:v>65.989999999999995</c:v>
                </c:pt>
                <c:pt idx="20875">
                  <c:v>131.97999999999999</c:v>
                </c:pt>
                <c:pt idx="20876">
                  <c:v>41.49</c:v>
                </c:pt>
                <c:pt idx="20877">
                  <c:v>94.98</c:v>
                </c:pt>
                <c:pt idx="20878">
                  <c:v>51.49</c:v>
                </c:pt>
                <c:pt idx="20879">
                  <c:v>106.97</c:v>
                </c:pt>
                <c:pt idx="20880">
                  <c:v>97.97</c:v>
                </c:pt>
                <c:pt idx="20881">
                  <c:v>68.97</c:v>
                </c:pt>
                <c:pt idx="20882">
                  <c:v>50.97</c:v>
                </c:pt>
                <c:pt idx="20883">
                  <c:v>84.99</c:v>
                </c:pt>
                <c:pt idx="20884">
                  <c:v>89.97</c:v>
                </c:pt>
                <c:pt idx="20885">
                  <c:v>59.98</c:v>
                </c:pt>
                <c:pt idx="20886">
                  <c:v>54.98</c:v>
                </c:pt>
                <c:pt idx="20887">
                  <c:v>-89.97</c:v>
                </c:pt>
                <c:pt idx="20888">
                  <c:v>89.97</c:v>
                </c:pt>
                <c:pt idx="20889">
                  <c:v>89.97</c:v>
                </c:pt>
                <c:pt idx="20890">
                  <c:v>87.96</c:v>
                </c:pt>
                <c:pt idx="20891">
                  <c:v>58.97</c:v>
                </c:pt>
                <c:pt idx="20892">
                  <c:v>94.95</c:v>
                </c:pt>
                <c:pt idx="20893">
                  <c:v>54.48</c:v>
                </c:pt>
                <c:pt idx="20894">
                  <c:v>53.97</c:v>
                </c:pt>
                <c:pt idx="20895">
                  <c:v>76.87</c:v>
                </c:pt>
                <c:pt idx="20896">
                  <c:v>159.69999999999999</c:v>
                </c:pt>
                <c:pt idx="20897">
                  <c:v>156.5</c:v>
                </c:pt>
                <c:pt idx="20898">
                  <c:v>137.91999999999999</c:v>
                </c:pt>
                <c:pt idx="20899">
                  <c:v>159.69999999999999</c:v>
                </c:pt>
                <c:pt idx="20900">
                  <c:v>159.69999999999999</c:v>
                </c:pt>
                <c:pt idx="20901">
                  <c:v>159.69999999999999</c:v>
                </c:pt>
                <c:pt idx="20902">
                  <c:v>134.38</c:v>
                </c:pt>
                <c:pt idx="20903">
                  <c:v>159.69999999999999</c:v>
                </c:pt>
                <c:pt idx="20904">
                  <c:v>159.69999999999999</c:v>
                </c:pt>
                <c:pt idx="20905">
                  <c:v>151.96</c:v>
                </c:pt>
                <c:pt idx="20906">
                  <c:v>159.69999999999999</c:v>
                </c:pt>
                <c:pt idx="20907">
                  <c:v>208.35</c:v>
                </c:pt>
                <c:pt idx="20908">
                  <c:v>62.88</c:v>
                </c:pt>
                <c:pt idx="20909">
                  <c:v>70.86</c:v>
                </c:pt>
                <c:pt idx="20910">
                  <c:v>72.55</c:v>
                </c:pt>
                <c:pt idx="20911">
                  <c:v>90.48</c:v>
                </c:pt>
                <c:pt idx="20912">
                  <c:v>83.98</c:v>
                </c:pt>
                <c:pt idx="20913">
                  <c:v>63.96</c:v>
                </c:pt>
                <c:pt idx="20914">
                  <c:v>208.15</c:v>
                </c:pt>
                <c:pt idx="20915">
                  <c:v>91.96</c:v>
                </c:pt>
                <c:pt idx="20916">
                  <c:v>131.96</c:v>
                </c:pt>
                <c:pt idx="20917">
                  <c:v>59.98</c:v>
                </c:pt>
                <c:pt idx="20918">
                  <c:v>144.44999999999999</c:v>
                </c:pt>
                <c:pt idx="20919">
                  <c:v>63.96</c:v>
                </c:pt>
                <c:pt idx="20920">
                  <c:v>63.96</c:v>
                </c:pt>
                <c:pt idx="20921">
                  <c:v>73.98</c:v>
                </c:pt>
                <c:pt idx="20922">
                  <c:v>153.97999999999999</c:v>
                </c:pt>
                <c:pt idx="20923">
                  <c:v>129.96</c:v>
                </c:pt>
                <c:pt idx="20924">
                  <c:v>121.98</c:v>
                </c:pt>
                <c:pt idx="20925">
                  <c:v>123.99</c:v>
                </c:pt>
                <c:pt idx="20926">
                  <c:v>201.94</c:v>
                </c:pt>
                <c:pt idx="20927">
                  <c:v>121.98</c:v>
                </c:pt>
                <c:pt idx="20928">
                  <c:v>148.97</c:v>
                </c:pt>
                <c:pt idx="20929">
                  <c:v>163.96</c:v>
                </c:pt>
                <c:pt idx="20930">
                  <c:v>165.12</c:v>
                </c:pt>
                <c:pt idx="20931">
                  <c:v>184.76</c:v>
                </c:pt>
                <c:pt idx="20932">
                  <c:v>131.97999999999999</c:v>
                </c:pt>
                <c:pt idx="20933">
                  <c:v>15.29</c:v>
                </c:pt>
                <c:pt idx="20934">
                  <c:v>59.99</c:v>
                </c:pt>
                <c:pt idx="20935">
                  <c:v>15.29</c:v>
                </c:pt>
                <c:pt idx="20936">
                  <c:v>59.98</c:v>
                </c:pt>
                <c:pt idx="20937">
                  <c:v>18.23</c:v>
                </c:pt>
                <c:pt idx="20938">
                  <c:v>59.98</c:v>
                </c:pt>
                <c:pt idx="20939">
                  <c:v>54.98</c:v>
                </c:pt>
                <c:pt idx="20940">
                  <c:v>63.96</c:v>
                </c:pt>
                <c:pt idx="20941">
                  <c:v>79.95</c:v>
                </c:pt>
                <c:pt idx="20942">
                  <c:v>63.96</c:v>
                </c:pt>
                <c:pt idx="20943">
                  <c:v>102.95</c:v>
                </c:pt>
                <c:pt idx="20944">
                  <c:v>55.96</c:v>
                </c:pt>
                <c:pt idx="20945">
                  <c:v>131.97999999999999</c:v>
                </c:pt>
                <c:pt idx="20946">
                  <c:v>131.97999999999999</c:v>
                </c:pt>
                <c:pt idx="20947">
                  <c:v>169.98</c:v>
                </c:pt>
                <c:pt idx="20948">
                  <c:v>197.96</c:v>
                </c:pt>
                <c:pt idx="20949">
                  <c:v>137.97999999999999</c:v>
                </c:pt>
                <c:pt idx="20950">
                  <c:v>137.97999999999999</c:v>
                </c:pt>
                <c:pt idx="20951">
                  <c:v>154.69</c:v>
                </c:pt>
                <c:pt idx="20952">
                  <c:v>183.97</c:v>
                </c:pt>
                <c:pt idx="20953">
                  <c:v>131.97999999999999</c:v>
                </c:pt>
                <c:pt idx="20954">
                  <c:v>169.98</c:v>
                </c:pt>
                <c:pt idx="20955">
                  <c:v>137.97999999999999</c:v>
                </c:pt>
                <c:pt idx="20956">
                  <c:v>169.98</c:v>
                </c:pt>
                <c:pt idx="20957">
                  <c:v>131.97999999999999</c:v>
                </c:pt>
                <c:pt idx="20958">
                  <c:v>184.97</c:v>
                </c:pt>
                <c:pt idx="20959">
                  <c:v>137.97999999999999</c:v>
                </c:pt>
                <c:pt idx="20960">
                  <c:v>169.98</c:v>
                </c:pt>
                <c:pt idx="20961">
                  <c:v>163.35</c:v>
                </c:pt>
                <c:pt idx="20962">
                  <c:v>159.97999999999999</c:v>
                </c:pt>
                <c:pt idx="20963">
                  <c:v>23.32</c:v>
                </c:pt>
                <c:pt idx="20964">
                  <c:v>137.97999999999999</c:v>
                </c:pt>
                <c:pt idx="20965">
                  <c:v>53.98</c:v>
                </c:pt>
                <c:pt idx="20966">
                  <c:v>137.97999999999999</c:v>
                </c:pt>
                <c:pt idx="20967">
                  <c:v>116.98</c:v>
                </c:pt>
                <c:pt idx="20968">
                  <c:v>120.98</c:v>
                </c:pt>
                <c:pt idx="20969">
                  <c:v>65.19</c:v>
                </c:pt>
                <c:pt idx="20970">
                  <c:v>96.96</c:v>
                </c:pt>
                <c:pt idx="20971">
                  <c:v>41.97</c:v>
                </c:pt>
                <c:pt idx="20972">
                  <c:v>73.48</c:v>
                </c:pt>
                <c:pt idx="20973">
                  <c:v>125.97</c:v>
                </c:pt>
                <c:pt idx="20974">
                  <c:v>79.87</c:v>
                </c:pt>
                <c:pt idx="20975">
                  <c:v>85.98</c:v>
                </c:pt>
                <c:pt idx="20976">
                  <c:v>85.98</c:v>
                </c:pt>
                <c:pt idx="20977">
                  <c:v>51.29</c:v>
                </c:pt>
                <c:pt idx="20978">
                  <c:v>51.29</c:v>
                </c:pt>
                <c:pt idx="20979">
                  <c:v>108.06</c:v>
                </c:pt>
                <c:pt idx="20980">
                  <c:v>87.47</c:v>
                </c:pt>
                <c:pt idx="20981">
                  <c:v>13.29</c:v>
                </c:pt>
                <c:pt idx="20982">
                  <c:v>13.89</c:v>
                </c:pt>
                <c:pt idx="20983">
                  <c:v>203.97</c:v>
                </c:pt>
                <c:pt idx="20984">
                  <c:v>36.49</c:v>
                </c:pt>
                <c:pt idx="20985">
                  <c:v>84.99</c:v>
                </c:pt>
                <c:pt idx="20986">
                  <c:v>73.989999999999995</c:v>
                </c:pt>
                <c:pt idx="20987">
                  <c:v>106.97</c:v>
                </c:pt>
                <c:pt idx="20988">
                  <c:v>139.97999999999999</c:v>
                </c:pt>
                <c:pt idx="20989">
                  <c:v>100.97</c:v>
                </c:pt>
                <c:pt idx="20990">
                  <c:v>102.96</c:v>
                </c:pt>
                <c:pt idx="20991">
                  <c:v>102.98</c:v>
                </c:pt>
                <c:pt idx="20992">
                  <c:v>19.29</c:v>
                </c:pt>
                <c:pt idx="20993">
                  <c:v>76.489999999999995</c:v>
                </c:pt>
                <c:pt idx="20994">
                  <c:v>63.96</c:v>
                </c:pt>
                <c:pt idx="20995">
                  <c:v>89.93</c:v>
                </c:pt>
                <c:pt idx="20996">
                  <c:v>61.38</c:v>
                </c:pt>
                <c:pt idx="20997">
                  <c:v>125.97</c:v>
                </c:pt>
                <c:pt idx="20998">
                  <c:v>169.98</c:v>
                </c:pt>
                <c:pt idx="20999">
                  <c:v>214.95</c:v>
                </c:pt>
                <c:pt idx="21000">
                  <c:v>90.07</c:v>
                </c:pt>
                <c:pt idx="21001">
                  <c:v>184.97</c:v>
                </c:pt>
                <c:pt idx="21002">
                  <c:v>64.98</c:v>
                </c:pt>
                <c:pt idx="21003">
                  <c:v>171.97</c:v>
                </c:pt>
                <c:pt idx="21004">
                  <c:v>197.6</c:v>
                </c:pt>
                <c:pt idx="21005">
                  <c:v>189.97</c:v>
                </c:pt>
                <c:pt idx="21006">
                  <c:v>76.489999999999995</c:v>
                </c:pt>
                <c:pt idx="21007">
                  <c:v>51.27</c:v>
                </c:pt>
                <c:pt idx="21008">
                  <c:v>79.42</c:v>
                </c:pt>
                <c:pt idx="21009">
                  <c:v>69.98</c:v>
                </c:pt>
                <c:pt idx="21010">
                  <c:v>122.97</c:v>
                </c:pt>
                <c:pt idx="21011">
                  <c:v>63.49</c:v>
                </c:pt>
                <c:pt idx="21012">
                  <c:v>68.95</c:v>
                </c:pt>
                <c:pt idx="21013">
                  <c:v>71.98</c:v>
                </c:pt>
                <c:pt idx="21014">
                  <c:v>84.99</c:v>
                </c:pt>
                <c:pt idx="21015">
                  <c:v>179.93</c:v>
                </c:pt>
                <c:pt idx="21016">
                  <c:v>179.93</c:v>
                </c:pt>
                <c:pt idx="21017">
                  <c:v>206.93</c:v>
                </c:pt>
                <c:pt idx="21018">
                  <c:v>206.93</c:v>
                </c:pt>
                <c:pt idx="21019">
                  <c:v>203.35</c:v>
                </c:pt>
                <c:pt idx="21020">
                  <c:v>50.38</c:v>
                </c:pt>
                <c:pt idx="21021">
                  <c:v>96.87</c:v>
                </c:pt>
                <c:pt idx="21022">
                  <c:v>55.98</c:v>
                </c:pt>
                <c:pt idx="21023">
                  <c:v>59.98</c:v>
                </c:pt>
                <c:pt idx="21024">
                  <c:v>51.48</c:v>
                </c:pt>
                <c:pt idx="21025">
                  <c:v>29.99</c:v>
                </c:pt>
                <c:pt idx="21026">
                  <c:v>131.97999999999999</c:v>
                </c:pt>
                <c:pt idx="21027">
                  <c:v>69.98</c:v>
                </c:pt>
                <c:pt idx="21028">
                  <c:v>131.97999999999999</c:v>
                </c:pt>
                <c:pt idx="21029">
                  <c:v>169.98</c:v>
                </c:pt>
                <c:pt idx="21030">
                  <c:v>65.989999999999995</c:v>
                </c:pt>
                <c:pt idx="21031">
                  <c:v>131.97999999999999</c:v>
                </c:pt>
                <c:pt idx="21032">
                  <c:v>263.95999999999998</c:v>
                </c:pt>
                <c:pt idx="21033">
                  <c:v>60.05</c:v>
                </c:pt>
                <c:pt idx="21034">
                  <c:v>210.94</c:v>
                </c:pt>
                <c:pt idx="21035">
                  <c:v>131.97999999999999</c:v>
                </c:pt>
                <c:pt idx="21036">
                  <c:v>65.989999999999995</c:v>
                </c:pt>
                <c:pt idx="21037">
                  <c:v>131.97999999999999</c:v>
                </c:pt>
                <c:pt idx="21038">
                  <c:v>131.97999999999999</c:v>
                </c:pt>
                <c:pt idx="21039">
                  <c:v>131.97999999999999</c:v>
                </c:pt>
                <c:pt idx="21040">
                  <c:v>206.95</c:v>
                </c:pt>
                <c:pt idx="21041">
                  <c:v>65.989999999999995</c:v>
                </c:pt>
                <c:pt idx="21042">
                  <c:v>197.97</c:v>
                </c:pt>
                <c:pt idx="21043">
                  <c:v>197.97</c:v>
                </c:pt>
                <c:pt idx="21044">
                  <c:v>105.58</c:v>
                </c:pt>
                <c:pt idx="21045">
                  <c:v>86.16</c:v>
                </c:pt>
                <c:pt idx="21046">
                  <c:v>53.97</c:v>
                </c:pt>
                <c:pt idx="21047">
                  <c:v>104.97</c:v>
                </c:pt>
                <c:pt idx="21048">
                  <c:v>202.95</c:v>
                </c:pt>
                <c:pt idx="21049">
                  <c:v>51.83</c:v>
                </c:pt>
                <c:pt idx="21050">
                  <c:v>51.83</c:v>
                </c:pt>
                <c:pt idx="21051">
                  <c:v>53.29</c:v>
                </c:pt>
                <c:pt idx="21052">
                  <c:v>46.24</c:v>
                </c:pt>
                <c:pt idx="21053">
                  <c:v>53.29</c:v>
                </c:pt>
                <c:pt idx="21054">
                  <c:v>46.24</c:v>
                </c:pt>
                <c:pt idx="21055">
                  <c:v>85.97</c:v>
                </c:pt>
                <c:pt idx="21056">
                  <c:v>85.97</c:v>
                </c:pt>
                <c:pt idx="21057">
                  <c:v>202.98</c:v>
                </c:pt>
                <c:pt idx="21058">
                  <c:v>131.97999999999999</c:v>
                </c:pt>
                <c:pt idx="21059">
                  <c:v>58.98</c:v>
                </c:pt>
                <c:pt idx="21060">
                  <c:v>61.47</c:v>
                </c:pt>
                <c:pt idx="21061">
                  <c:v>84.12</c:v>
                </c:pt>
                <c:pt idx="21062">
                  <c:v>67.86</c:v>
                </c:pt>
                <c:pt idx="21063">
                  <c:v>116.12</c:v>
                </c:pt>
                <c:pt idx="21064">
                  <c:v>168.76</c:v>
                </c:pt>
                <c:pt idx="21065">
                  <c:v>159.69999999999999</c:v>
                </c:pt>
                <c:pt idx="21066">
                  <c:v>170.92</c:v>
                </c:pt>
                <c:pt idx="21067">
                  <c:v>126.41</c:v>
                </c:pt>
                <c:pt idx="21068">
                  <c:v>119.28</c:v>
                </c:pt>
                <c:pt idx="21069">
                  <c:v>198.39</c:v>
                </c:pt>
                <c:pt idx="21070">
                  <c:v>141.53</c:v>
                </c:pt>
                <c:pt idx="21071">
                  <c:v>65.989999999999995</c:v>
                </c:pt>
                <c:pt idx="21072">
                  <c:v>59.99</c:v>
                </c:pt>
                <c:pt idx="21073">
                  <c:v>202.75</c:v>
                </c:pt>
                <c:pt idx="21074">
                  <c:v>20.49</c:v>
                </c:pt>
                <c:pt idx="21075">
                  <c:v>149.97999999999999</c:v>
                </c:pt>
                <c:pt idx="21076">
                  <c:v>20.49</c:v>
                </c:pt>
                <c:pt idx="21077">
                  <c:v>20.49</c:v>
                </c:pt>
                <c:pt idx="21078">
                  <c:v>20.49</c:v>
                </c:pt>
                <c:pt idx="21079">
                  <c:v>20.49</c:v>
                </c:pt>
                <c:pt idx="21080">
                  <c:v>20.49</c:v>
                </c:pt>
                <c:pt idx="21081">
                  <c:v>20.49</c:v>
                </c:pt>
                <c:pt idx="21082">
                  <c:v>20.49</c:v>
                </c:pt>
                <c:pt idx="21083">
                  <c:v>20.49</c:v>
                </c:pt>
                <c:pt idx="21084">
                  <c:v>20.49</c:v>
                </c:pt>
                <c:pt idx="21085">
                  <c:v>149.97999999999999</c:v>
                </c:pt>
                <c:pt idx="21086">
                  <c:v>20.49</c:v>
                </c:pt>
                <c:pt idx="21087">
                  <c:v>20.49</c:v>
                </c:pt>
                <c:pt idx="21088">
                  <c:v>20.49</c:v>
                </c:pt>
                <c:pt idx="21089">
                  <c:v>20.49</c:v>
                </c:pt>
                <c:pt idx="21090">
                  <c:v>147.6</c:v>
                </c:pt>
                <c:pt idx="21091">
                  <c:v>76.209999999999994</c:v>
                </c:pt>
                <c:pt idx="21092">
                  <c:v>78.63</c:v>
                </c:pt>
                <c:pt idx="21093">
                  <c:v>72.58</c:v>
                </c:pt>
                <c:pt idx="21094">
                  <c:v>72.58</c:v>
                </c:pt>
                <c:pt idx="21095">
                  <c:v>84.68</c:v>
                </c:pt>
                <c:pt idx="21096">
                  <c:v>66.53</c:v>
                </c:pt>
                <c:pt idx="21097">
                  <c:v>72.540000000000006</c:v>
                </c:pt>
                <c:pt idx="21098">
                  <c:v>129.66</c:v>
                </c:pt>
                <c:pt idx="21099">
                  <c:v>72.94</c:v>
                </c:pt>
                <c:pt idx="21100">
                  <c:v>102.97</c:v>
                </c:pt>
                <c:pt idx="21101">
                  <c:v>177.82</c:v>
                </c:pt>
                <c:pt idx="21102">
                  <c:v>118.91</c:v>
                </c:pt>
                <c:pt idx="21103">
                  <c:v>69.42</c:v>
                </c:pt>
                <c:pt idx="21104">
                  <c:v>95.57</c:v>
                </c:pt>
                <c:pt idx="21105">
                  <c:v>85.8</c:v>
                </c:pt>
                <c:pt idx="21106">
                  <c:v>97.98</c:v>
                </c:pt>
                <c:pt idx="21107">
                  <c:v>76.209999999999994</c:v>
                </c:pt>
                <c:pt idx="21108">
                  <c:v>79.849999999999994</c:v>
                </c:pt>
                <c:pt idx="21109">
                  <c:v>127.5</c:v>
                </c:pt>
                <c:pt idx="21110">
                  <c:v>111.28</c:v>
                </c:pt>
                <c:pt idx="21111">
                  <c:v>61.69</c:v>
                </c:pt>
                <c:pt idx="21112">
                  <c:v>76.209999999999994</c:v>
                </c:pt>
                <c:pt idx="21113">
                  <c:v>117.57</c:v>
                </c:pt>
                <c:pt idx="21114">
                  <c:v>111.28</c:v>
                </c:pt>
                <c:pt idx="21115">
                  <c:v>79.849999999999994</c:v>
                </c:pt>
                <c:pt idx="21116">
                  <c:v>125.79</c:v>
                </c:pt>
                <c:pt idx="21117">
                  <c:v>91.92</c:v>
                </c:pt>
                <c:pt idx="21118">
                  <c:v>104.04</c:v>
                </c:pt>
                <c:pt idx="21119">
                  <c:v>37.49</c:v>
                </c:pt>
                <c:pt idx="21120">
                  <c:v>79.849999999999994</c:v>
                </c:pt>
                <c:pt idx="21121">
                  <c:v>90.71</c:v>
                </c:pt>
                <c:pt idx="21122">
                  <c:v>43.54</c:v>
                </c:pt>
                <c:pt idx="21123">
                  <c:v>94.98</c:v>
                </c:pt>
                <c:pt idx="21124">
                  <c:v>18.239999999999998</c:v>
                </c:pt>
                <c:pt idx="21125">
                  <c:v>83.97</c:v>
                </c:pt>
                <c:pt idx="21126">
                  <c:v>89.97</c:v>
                </c:pt>
                <c:pt idx="21127">
                  <c:v>42.48</c:v>
                </c:pt>
                <c:pt idx="21128">
                  <c:v>102.34</c:v>
                </c:pt>
                <c:pt idx="21129">
                  <c:v>-16.43</c:v>
                </c:pt>
                <c:pt idx="21130">
                  <c:v>78.87</c:v>
                </c:pt>
                <c:pt idx="21131">
                  <c:v>109.9</c:v>
                </c:pt>
                <c:pt idx="21132">
                  <c:v>92.45</c:v>
                </c:pt>
                <c:pt idx="21133">
                  <c:v>69.989999999999995</c:v>
                </c:pt>
                <c:pt idx="21134">
                  <c:v>69.989999999999995</c:v>
                </c:pt>
                <c:pt idx="21135">
                  <c:v>149.97</c:v>
                </c:pt>
                <c:pt idx="21136">
                  <c:v>159.96</c:v>
                </c:pt>
                <c:pt idx="21137">
                  <c:v>159.96</c:v>
                </c:pt>
                <c:pt idx="21138">
                  <c:v>249.95</c:v>
                </c:pt>
                <c:pt idx="21139">
                  <c:v>199.96</c:v>
                </c:pt>
                <c:pt idx="21140">
                  <c:v>159.96</c:v>
                </c:pt>
                <c:pt idx="21141">
                  <c:v>199.96</c:v>
                </c:pt>
                <c:pt idx="21142">
                  <c:v>199.96</c:v>
                </c:pt>
                <c:pt idx="21143">
                  <c:v>119.96</c:v>
                </c:pt>
                <c:pt idx="21144">
                  <c:v>225.95</c:v>
                </c:pt>
                <c:pt idx="21145">
                  <c:v>179.96</c:v>
                </c:pt>
                <c:pt idx="21146">
                  <c:v>199.96</c:v>
                </c:pt>
                <c:pt idx="21147">
                  <c:v>119.96</c:v>
                </c:pt>
                <c:pt idx="21148">
                  <c:v>199.96</c:v>
                </c:pt>
                <c:pt idx="21149">
                  <c:v>249.95</c:v>
                </c:pt>
                <c:pt idx="21150">
                  <c:v>199.96</c:v>
                </c:pt>
                <c:pt idx="21151">
                  <c:v>61.98</c:v>
                </c:pt>
                <c:pt idx="21152">
                  <c:v>123.96</c:v>
                </c:pt>
                <c:pt idx="21153">
                  <c:v>89.08</c:v>
                </c:pt>
                <c:pt idx="21154">
                  <c:v>112.97</c:v>
                </c:pt>
                <c:pt idx="21155">
                  <c:v>59.38</c:v>
                </c:pt>
                <c:pt idx="21156">
                  <c:v>28.48</c:v>
                </c:pt>
                <c:pt idx="21157">
                  <c:v>65.97</c:v>
                </c:pt>
                <c:pt idx="21158">
                  <c:v>57.76</c:v>
                </c:pt>
                <c:pt idx="21159">
                  <c:v>71.989999999999995</c:v>
                </c:pt>
                <c:pt idx="21160">
                  <c:v>78.94</c:v>
                </c:pt>
                <c:pt idx="21161">
                  <c:v>50.96</c:v>
                </c:pt>
                <c:pt idx="21162">
                  <c:v>4.5</c:v>
                </c:pt>
                <c:pt idx="21163">
                  <c:v>98.37</c:v>
                </c:pt>
                <c:pt idx="21164">
                  <c:v>59.97</c:v>
                </c:pt>
                <c:pt idx="21165">
                  <c:v>222.57</c:v>
                </c:pt>
                <c:pt idx="21166">
                  <c:v>13.29</c:v>
                </c:pt>
                <c:pt idx="21167">
                  <c:v>82.86</c:v>
                </c:pt>
                <c:pt idx="21168">
                  <c:v>81.05</c:v>
                </c:pt>
                <c:pt idx="21169">
                  <c:v>72.55</c:v>
                </c:pt>
                <c:pt idx="21170">
                  <c:v>81.05</c:v>
                </c:pt>
                <c:pt idx="21171">
                  <c:v>72.55</c:v>
                </c:pt>
                <c:pt idx="21172">
                  <c:v>187.56</c:v>
                </c:pt>
                <c:pt idx="21173">
                  <c:v>219.97</c:v>
                </c:pt>
                <c:pt idx="21174">
                  <c:v>159.94999999999999</c:v>
                </c:pt>
                <c:pt idx="21175">
                  <c:v>179.96</c:v>
                </c:pt>
                <c:pt idx="21176">
                  <c:v>72.400000000000006</c:v>
                </c:pt>
                <c:pt idx="21177">
                  <c:v>291.13</c:v>
                </c:pt>
                <c:pt idx="21178">
                  <c:v>309.95</c:v>
                </c:pt>
                <c:pt idx="21179">
                  <c:v>222.34</c:v>
                </c:pt>
                <c:pt idx="21180">
                  <c:v>51.96</c:v>
                </c:pt>
                <c:pt idx="21181">
                  <c:v>94.32</c:v>
                </c:pt>
                <c:pt idx="21182">
                  <c:v>71.38</c:v>
                </c:pt>
                <c:pt idx="21183">
                  <c:v>-94.32</c:v>
                </c:pt>
                <c:pt idx="21184">
                  <c:v>51.96</c:v>
                </c:pt>
                <c:pt idx="21185">
                  <c:v>72.58</c:v>
                </c:pt>
                <c:pt idx="21186">
                  <c:v>67.739999999999995</c:v>
                </c:pt>
                <c:pt idx="21187">
                  <c:v>81.64</c:v>
                </c:pt>
                <c:pt idx="21188">
                  <c:v>69.98</c:v>
                </c:pt>
                <c:pt idx="21189">
                  <c:v>44.49</c:v>
                </c:pt>
                <c:pt idx="21190">
                  <c:v>16.489999999999998</c:v>
                </c:pt>
                <c:pt idx="21191">
                  <c:v>44.49</c:v>
                </c:pt>
                <c:pt idx="21192">
                  <c:v>28.23</c:v>
                </c:pt>
                <c:pt idx="21193">
                  <c:v>79.989999999999995</c:v>
                </c:pt>
                <c:pt idx="21194">
                  <c:v>79.989999999999995</c:v>
                </c:pt>
                <c:pt idx="21195">
                  <c:v>117.17</c:v>
                </c:pt>
                <c:pt idx="21196">
                  <c:v>67.98</c:v>
                </c:pt>
                <c:pt idx="21197">
                  <c:v>85.98</c:v>
                </c:pt>
                <c:pt idx="21198">
                  <c:v>71.94</c:v>
                </c:pt>
                <c:pt idx="21199">
                  <c:v>122.19</c:v>
                </c:pt>
                <c:pt idx="21200">
                  <c:v>99.2</c:v>
                </c:pt>
                <c:pt idx="21201">
                  <c:v>99.98</c:v>
                </c:pt>
                <c:pt idx="21202">
                  <c:v>37.93</c:v>
                </c:pt>
                <c:pt idx="21203">
                  <c:v>37.28</c:v>
                </c:pt>
                <c:pt idx="21204">
                  <c:v>83.98</c:v>
                </c:pt>
                <c:pt idx="21205">
                  <c:v>51.94</c:v>
                </c:pt>
                <c:pt idx="21206">
                  <c:v>41.94</c:v>
                </c:pt>
                <c:pt idx="21207">
                  <c:v>85.96</c:v>
                </c:pt>
                <c:pt idx="21208">
                  <c:v>49.28</c:v>
                </c:pt>
                <c:pt idx="21209">
                  <c:v>59.98</c:v>
                </c:pt>
                <c:pt idx="21210">
                  <c:v>112.97</c:v>
                </c:pt>
                <c:pt idx="21211">
                  <c:v>102.97</c:v>
                </c:pt>
                <c:pt idx="21212">
                  <c:v>109.97</c:v>
                </c:pt>
                <c:pt idx="21213">
                  <c:v>64.95</c:v>
                </c:pt>
                <c:pt idx="21214">
                  <c:v>-10.97</c:v>
                </c:pt>
                <c:pt idx="21215">
                  <c:v>34.479999999999997</c:v>
                </c:pt>
                <c:pt idx="21216">
                  <c:v>12.24</c:v>
                </c:pt>
                <c:pt idx="21217">
                  <c:v>70.47</c:v>
                </c:pt>
                <c:pt idx="21218">
                  <c:v>54.99</c:v>
                </c:pt>
                <c:pt idx="21219">
                  <c:v>72.239999999999995</c:v>
                </c:pt>
                <c:pt idx="21220">
                  <c:v>76.489999999999995</c:v>
                </c:pt>
                <c:pt idx="21221">
                  <c:v>99.98</c:v>
                </c:pt>
                <c:pt idx="21222">
                  <c:v>99.98</c:v>
                </c:pt>
                <c:pt idx="21223">
                  <c:v>99.98</c:v>
                </c:pt>
                <c:pt idx="21224">
                  <c:v>199.96</c:v>
                </c:pt>
                <c:pt idx="21225">
                  <c:v>79.98</c:v>
                </c:pt>
                <c:pt idx="21226">
                  <c:v>160.41</c:v>
                </c:pt>
                <c:pt idx="21227">
                  <c:v>209.29</c:v>
                </c:pt>
                <c:pt idx="21228">
                  <c:v>108.88</c:v>
                </c:pt>
                <c:pt idx="21229">
                  <c:v>159.69999999999999</c:v>
                </c:pt>
                <c:pt idx="21230">
                  <c:v>90.75</c:v>
                </c:pt>
                <c:pt idx="21231">
                  <c:v>120.98</c:v>
                </c:pt>
                <c:pt idx="21232">
                  <c:v>120.98</c:v>
                </c:pt>
                <c:pt idx="21233">
                  <c:v>120.98</c:v>
                </c:pt>
                <c:pt idx="21234">
                  <c:v>99.98</c:v>
                </c:pt>
                <c:pt idx="21235">
                  <c:v>99.98</c:v>
                </c:pt>
                <c:pt idx="21236">
                  <c:v>139.94999999999999</c:v>
                </c:pt>
                <c:pt idx="21237">
                  <c:v>88.96</c:v>
                </c:pt>
                <c:pt idx="21238">
                  <c:v>139.97</c:v>
                </c:pt>
                <c:pt idx="21239">
                  <c:v>59.96</c:v>
                </c:pt>
                <c:pt idx="21240">
                  <c:v>157.44</c:v>
                </c:pt>
                <c:pt idx="21241">
                  <c:v>59.99</c:v>
                </c:pt>
                <c:pt idx="21242">
                  <c:v>184.89</c:v>
                </c:pt>
                <c:pt idx="21243">
                  <c:v>214.85</c:v>
                </c:pt>
                <c:pt idx="21244">
                  <c:v>171.18</c:v>
                </c:pt>
                <c:pt idx="21245">
                  <c:v>250.57</c:v>
                </c:pt>
                <c:pt idx="21246">
                  <c:v>282.8</c:v>
                </c:pt>
                <c:pt idx="21247">
                  <c:v>170.55</c:v>
                </c:pt>
                <c:pt idx="21248">
                  <c:v>59.96</c:v>
                </c:pt>
                <c:pt idx="21249">
                  <c:v>213.15</c:v>
                </c:pt>
                <c:pt idx="21250">
                  <c:v>139.9</c:v>
                </c:pt>
                <c:pt idx="21251">
                  <c:v>258.14</c:v>
                </c:pt>
                <c:pt idx="21252">
                  <c:v>327.79</c:v>
                </c:pt>
                <c:pt idx="21253">
                  <c:v>59.98</c:v>
                </c:pt>
                <c:pt idx="21254">
                  <c:v>62.97</c:v>
                </c:pt>
                <c:pt idx="21255">
                  <c:v>84.99</c:v>
                </c:pt>
                <c:pt idx="21256">
                  <c:v>-84.99</c:v>
                </c:pt>
                <c:pt idx="21257">
                  <c:v>59.98</c:v>
                </c:pt>
                <c:pt idx="21258">
                  <c:v>55.98</c:v>
                </c:pt>
                <c:pt idx="21259">
                  <c:v>57.98</c:v>
                </c:pt>
                <c:pt idx="21260">
                  <c:v>85.97</c:v>
                </c:pt>
                <c:pt idx="21261">
                  <c:v>99.96</c:v>
                </c:pt>
                <c:pt idx="21262">
                  <c:v>99.96</c:v>
                </c:pt>
                <c:pt idx="21263">
                  <c:v>31.48</c:v>
                </c:pt>
                <c:pt idx="21264">
                  <c:v>79.97</c:v>
                </c:pt>
                <c:pt idx="21265">
                  <c:v>79.97</c:v>
                </c:pt>
                <c:pt idx="21266">
                  <c:v>65.989999999999995</c:v>
                </c:pt>
                <c:pt idx="21267">
                  <c:v>59.98</c:v>
                </c:pt>
                <c:pt idx="21268">
                  <c:v>74.97</c:v>
                </c:pt>
                <c:pt idx="21269">
                  <c:v>79.95</c:v>
                </c:pt>
                <c:pt idx="21270">
                  <c:v>91.98</c:v>
                </c:pt>
                <c:pt idx="21271">
                  <c:v>59.96</c:v>
                </c:pt>
                <c:pt idx="21272">
                  <c:v>75.87</c:v>
                </c:pt>
                <c:pt idx="21273">
                  <c:v>51.48</c:v>
                </c:pt>
                <c:pt idx="21274">
                  <c:v>121.98</c:v>
                </c:pt>
                <c:pt idx="21275">
                  <c:v>79.97</c:v>
                </c:pt>
                <c:pt idx="21276">
                  <c:v>191.94</c:v>
                </c:pt>
                <c:pt idx="21277">
                  <c:v>79.97</c:v>
                </c:pt>
                <c:pt idx="21278">
                  <c:v>69.989999999999995</c:v>
                </c:pt>
                <c:pt idx="21279">
                  <c:v>69.989999999999995</c:v>
                </c:pt>
                <c:pt idx="21280">
                  <c:v>69.989999999999995</c:v>
                </c:pt>
                <c:pt idx="21281">
                  <c:v>54.99</c:v>
                </c:pt>
                <c:pt idx="21282">
                  <c:v>57.39</c:v>
                </c:pt>
                <c:pt idx="21283">
                  <c:v>72.59</c:v>
                </c:pt>
                <c:pt idx="21284">
                  <c:v>147.69</c:v>
                </c:pt>
                <c:pt idx="21285">
                  <c:v>67.47</c:v>
                </c:pt>
                <c:pt idx="21286">
                  <c:v>65.989999999999995</c:v>
                </c:pt>
                <c:pt idx="21287">
                  <c:v>84.99</c:v>
                </c:pt>
                <c:pt idx="21288">
                  <c:v>202.93</c:v>
                </c:pt>
                <c:pt idx="21289">
                  <c:v>84.99</c:v>
                </c:pt>
                <c:pt idx="21290">
                  <c:v>79.89</c:v>
                </c:pt>
                <c:pt idx="21291">
                  <c:v>65.989999999999995</c:v>
                </c:pt>
                <c:pt idx="21292">
                  <c:v>119.96</c:v>
                </c:pt>
                <c:pt idx="21293">
                  <c:v>61.95</c:v>
                </c:pt>
                <c:pt idx="21294">
                  <c:v>84.99</c:v>
                </c:pt>
                <c:pt idx="21295">
                  <c:v>65.989999999999995</c:v>
                </c:pt>
                <c:pt idx="21296">
                  <c:v>84.99</c:v>
                </c:pt>
                <c:pt idx="21297">
                  <c:v>84.99</c:v>
                </c:pt>
                <c:pt idx="21298">
                  <c:v>82.16</c:v>
                </c:pt>
                <c:pt idx="21299">
                  <c:v>65.989999999999995</c:v>
                </c:pt>
                <c:pt idx="21300">
                  <c:v>80.39</c:v>
                </c:pt>
                <c:pt idx="21301">
                  <c:v>84.99</c:v>
                </c:pt>
                <c:pt idx="21302">
                  <c:v>84.99</c:v>
                </c:pt>
                <c:pt idx="21303">
                  <c:v>84.99</c:v>
                </c:pt>
                <c:pt idx="21304">
                  <c:v>82.44</c:v>
                </c:pt>
                <c:pt idx="21305">
                  <c:v>84.99</c:v>
                </c:pt>
                <c:pt idx="21306">
                  <c:v>119.96</c:v>
                </c:pt>
                <c:pt idx="21307">
                  <c:v>84.99</c:v>
                </c:pt>
                <c:pt idx="21308">
                  <c:v>220.18</c:v>
                </c:pt>
                <c:pt idx="21309">
                  <c:v>220.15</c:v>
                </c:pt>
                <c:pt idx="21310">
                  <c:v>183.7</c:v>
                </c:pt>
                <c:pt idx="21311">
                  <c:v>200.84</c:v>
                </c:pt>
                <c:pt idx="21312">
                  <c:v>134.13</c:v>
                </c:pt>
                <c:pt idx="21313">
                  <c:v>-22.98</c:v>
                </c:pt>
                <c:pt idx="21314">
                  <c:v>84.99</c:v>
                </c:pt>
                <c:pt idx="21315">
                  <c:v>20.49</c:v>
                </c:pt>
                <c:pt idx="21316">
                  <c:v>28.23</c:v>
                </c:pt>
                <c:pt idx="21317">
                  <c:v>137.96</c:v>
                </c:pt>
                <c:pt idx="21318">
                  <c:v>61.67</c:v>
                </c:pt>
                <c:pt idx="21319">
                  <c:v>17.52</c:v>
                </c:pt>
                <c:pt idx="21320">
                  <c:v>32.04</c:v>
                </c:pt>
                <c:pt idx="21321">
                  <c:v>79.84</c:v>
                </c:pt>
                <c:pt idx="21322">
                  <c:v>54.95</c:v>
                </c:pt>
                <c:pt idx="21323">
                  <c:v>87.92</c:v>
                </c:pt>
                <c:pt idx="21324">
                  <c:v>56.05</c:v>
                </c:pt>
                <c:pt idx="21325">
                  <c:v>170.96</c:v>
                </c:pt>
                <c:pt idx="21326">
                  <c:v>193.16</c:v>
                </c:pt>
                <c:pt idx="21327">
                  <c:v>126.16</c:v>
                </c:pt>
                <c:pt idx="21328">
                  <c:v>170.58</c:v>
                </c:pt>
                <c:pt idx="21329">
                  <c:v>169.98</c:v>
                </c:pt>
                <c:pt idx="21330">
                  <c:v>84.99</c:v>
                </c:pt>
                <c:pt idx="21331">
                  <c:v>250.32</c:v>
                </c:pt>
                <c:pt idx="21332">
                  <c:v>193.16</c:v>
                </c:pt>
                <c:pt idx="21333">
                  <c:v>139.41</c:v>
                </c:pt>
                <c:pt idx="21334">
                  <c:v>226.52</c:v>
                </c:pt>
                <c:pt idx="21335">
                  <c:v>51.96</c:v>
                </c:pt>
                <c:pt idx="21336">
                  <c:v>51.96</c:v>
                </c:pt>
                <c:pt idx="21337">
                  <c:v>51.96</c:v>
                </c:pt>
                <c:pt idx="21338">
                  <c:v>75.95</c:v>
                </c:pt>
                <c:pt idx="21339">
                  <c:v>115.41</c:v>
                </c:pt>
                <c:pt idx="21340">
                  <c:v>36.49</c:v>
                </c:pt>
                <c:pt idx="21341">
                  <c:v>50.58</c:v>
                </c:pt>
                <c:pt idx="21342">
                  <c:v>53.98</c:v>
                </c:pt>
                <c:pt idx="21343">
                  <c:v>40.6</c:v>
                </c:pt>
                <c:pt idx="21344">
                  <c:v>84.97</c:v>
                </c:pt>
                <c:pt idx="21345">
                  <c:v>93.94</c:v>
                </c:pt>
                <c:pt idx="21346">
                  <c:v>125.26</c:v>
                </c:pt>
                <c:pt idx="21347">
                  <c:v>24.49</c:v>
                </c:pt>
                <c:pt idx="21348">
                  <c:v>50.98</c:v>
                </c:pt>
                <c:pt idx="21349">
                  <c:v>50.98</c:v>
                </c:pt>
                <c:pt idx="21350">
                  <c:v>64.98</c:v>
                </c:pt>
                <c:pt idx="21351">
                  <c:v>79.98</c:v>
                </c:pt>
                <c:pt idx="21352">
                  <c:v>99.98</c:v>
                </c:pt>
                <c:pt idx="21353">
                  <c:v>99.98</c:v>
                </c:pt>
                <c:pt idx="21354">
                  <c:v>99.98</c:v>
                </c:pt>
                <c:pt idx="21355">
                  <c:v>99.98</c:v>
                </c:pt>
                <c:pt idx="21356">
                  <c:v>93.56</c:v>
                </c:pt>
                <c:pt idx="21357">
                  <c:v>99.98</c:v>
                </c:pt>
                <c:pt idx="21358">
                  <c:v>79.98</c:v>
                </c:pt>
                <c:pt idx="21359">
                  <c:v>99.98</c:v>
                </c:pt>
                <c:pt idx="21360">
                  <c:v>112.34</c:v>
                </c:pt>
                <c:pt idx="21361">
                  <c:v>114.98</c:v>
                </c:pt>
                <c:pt idx="21362">
                  <c:v>69.98</c:v>
                </c:pt>
                <c:pt idx="21363">
                  <c:v>99.98</c:v>
                </c:pt>
                <c:pt idx="21364">
                  <c:v>79.98</c:v>
                </c:pt>
                <c:pt idx="21365">
                  <c:v>119.96</c:v>
                </c:pt>
                <c:pt idx="21366">
                  <c:v>63.97</c:v>
                </c:pt>
                <c:pt idx="21367">
                  <c:v>84.99</c:v>
                </c:pt>
                <c:pt idx="21368">
                  <c:v>99.98</c:v>
                </c:pt>
                <c:pt idx="21369">
                  <c:v>82.98</c:v>
                </c:pt>
                <c:pt idx="21370">
                  <c:v>69.98</c:v>
                </c:pt>
                <c:pt idx="21371">
                  <c:v>81.98</c:v>
                </c:pt>
                <c:pt idx="21372">
                  <c:v>92.55</c:v>
                </c:pt>
                <c:pt idx="21373">
                  <c:v>71.91</c:v>
                </c:pt>
                <c:pt idx="21374">
                  <c:v>97.58</c:v>
                </c:pt>
                <c:pt idx="21375">
                  <c:v>59.98</c:v>
                </c:pt>
                <c:pt idx="21376">
                  <c:v>70.98</c:v>
                </c:pt>
                <c:pt idx="21377">
                  <c:v>51.29</c:v>
                </c:pt>
                <c:pt idx="21378">
                  <c:v>52.18</c:v>
                </c:pt>
                <c:pt idx="21379">
                  <c:v>58.98</c:v>
                </c:pt>
                <c:pt idx="21380">
                  <c:v>82.97</c:v>
                </c:pt>
                <c:pt idx="21381">
                  <c:v>118.95</c:v>
                </c:pt>
                <c:pt idx="21382">
                  <c:v>101.97</c:v>
                </c:pt>
                <c:pt idx="21383">
                  <c:v>99.96</c:v>
                </c:pt>
                <c:pt idx="21384">
                  <c:v>56.97</c:v>
                </c:pt>
                <c:pt idx="21385">
                  <c:v>101.45</c:v>
                </c:pt>
                <c:pt idx="21386">
                  <c:v>94.95</c:v>
                </c:pt>
                <c:pt idx="21387">
                  <c:v>106.96</c:v>
                </c:pt>
                <c:pt idx="21388">
                  <c:v>20.29</c:v>
                </c:pt>
                <c:pt idx="21389">
                  <c:v>39.28</c:v>
                </c:pt>
                <c:pt idx="21390">
                  <c:v>20.29</c:v>
                </c:pt>
                <c:pt idx="21391">
                  <c:v>39.28</c:v>
                </c:pt>
                <c:pt idx="21392">
                  <c:v>39.28</c:v>
                </c:pt>
                <c:pt idx="21393">
                  <c:v>31.48</c:v>
                </c:pt>
                <c:pt idx="21394">
                  <c:v>25.48</c:v>
                </c:pt>
                <c:pt idx="21395">
                  <c:v>32.229999999999997</c:v>
                </c:pt>
                <c:pt idx="21396">
                  <c:v>31.48</c:v>
                </c:pt>
                <c:pt idx="21397">
                  <c:v>31.48</c:v>
                </c:pt>
                <c:pt idx="21398">
                  <c:v>64.95</c:v>
                </c:pt>
                <c:pt idx="21399">
                  <c:v>83.47</c:v>
                </c:pt>
                <c:pt idx="21400">
                  <c:v>123.96</c:v>
                </c:pt>
                <c:pt idx="21401">
                  <c:v>91.96</c:v>
                </c:pt>
                <c:pt idx="21402">
                  <c:v>124.94</c:v>
                </c:pt>
                <c:pt idx="21403">
                  <c:v>86.07</c:v>
                </c:pt>
                <c:pt idx="21404">
                  <c:v>55.96</c:v>
                </c:pt>
                <c:pt idx="21405">
                  <c:v>55.96</c:v>
                </c:pt>
                <c:pt idx="21406">
                  <c:v>197.94</c:v>
                </c:pt>
                <c:pt idx="21407">
                  <c:v>197.96</c:v>
                </c:pt>
                <c:pt idx="21408">
                  <c:v>51.98</c:v>
                </c:pt>
                <c:pt idx="21409">
                  <c:v>59.95</c:v>
                </c:pt>
                <c:pt idx="21410">
                  <c:v>25.48</c:v>
                </c:pt>
                <c:pt idx="21411">
                  <c:v>51.98</c:v>
                </c:pt>
                <c:pt idx="21412">
                  <c:v>179.94</c:v>
                </c:pt>
                <c:pt idx="21413">
                  <c:v>84.99</c:v>
                </c:pt>
                <c:pt idx="21414">
                  <c:v>60.22</c:v>
                </c:pt>
                <c:pt idx="21415">
                  <c:v>179.94</c:v>
                </c:pt>
                <c:pt idx="21416">
                  <c:v>115.97</c:v>
                </c:pt>
                <c:pt idx="21417">
                  <c:v>84.99</c:v>
                </c:pt>
                <c:pt idx="21418">
                  <c:v>106.97</c:v>
                </c:pt>
                <c:pt idx="21419">
                  <c:v>95.98</c:v>
                </c:pt>
                <c:pt idx="21420">
                  <c:v>117.96</c:v>
                </c:pt>
                <c:pt idx="21421">
                  <c:v>131.97999999999999</c:v>
                </c:pt>
                <c:pt idx="21422">
                  <c:v>134.97</c:v>
                </c:pt>
                <c:pt idx="21423">
                  <c:v>146.97</c:v>
                </c:pt>
                <c:pt idx="21424">
                  <c:v>84.99</c:v>
                </c:pt>
                <c:pt idx="21425">
                  <c:v>179.94</c:v>
                </c:pt>
                <c:pt idx="21426">
                  <c:v>84.99</c:v>
                </c:pt>
                <c:pt idx="21427">
                  <c:v>79.86</c:v>
                </c:pt>
                <c:pt idx="21428">
                  <c:v>179.94</c:v>
                </c:pt>
                <c:pt idx="21429">
                  <c:v>241.94</c:v>
                </c:pt>
                <c:pt idx="21430">
                  <c:v>179.94</c:v>
                </c:pt>
                <c:pt idx="21431">
                  <c:v>121.34</c:v>
                </c:pt>
                <c:pt idx="21432">
                  <c:v>115.96</c:v>
                </c:pt>
                <c:pt idx="21433">
                  <c:v>139.94999999999999</c:v>
                </c:pt>
                <c:pt idx="21434">
                  <c:v>106.97</c:v>
                </c:pt>
                <c:pt idx="21435">
                  <c:v>118.96</c:v>
                </c:pt>
                <c:pt idx="21436">
                  <c:v>197.74</c:v>
                </c:pt>
                <c:pt idx="21437">
                  <c:v>48.26</c:v>
                </c:pt>
                <c:pt idx="21438">
                  <c:v>44.17</c:v>
                </c:pt>
                <c:pt idx="21439">
                  <c:v>62.94</c:v>
                </c:pt>
                <c:pt idx="21440">
                  <c:v>139.91999999999999</c:v>
                </c:pt>
                <c:pt idx="21441">
                  <c:v>65.98</c:v>
                </c:pt>
                <c:pt idx="21442">
                  <c:v>65.98</c:v>
                </c:pt>
                <c:pt idx="21443">
                  <c:v>65.98</c:v>
                </c:pt>
                <c:pt idx="21444">
                  <c:v>113.37</c:v>
                </c:pt>
                <c:pt idx="21445">
                  <c:v>84.98</c:v>
                </c:pt>
                <c:pt idx="21446">
                  <c:v>141.97</c:v>
                </c:pt>
                <c:pt idx="21447">
                  <c:v>263.95999999999998</c:v>
                </c:pt>
                <c:pt idx="21448">
                  <c:v>158.38999999999999</c:v>
                </c:pt>
                <c:pt idx="21449">
                  <c:v>169.98</c:v>
                </c:pt>
                <c:pt idx="21450">
                  <c:v>169.98</c:v>
                </c:pt>
                <c:pt idx="21451">
                  <c:v>131.97999999999999</c:v>
                </c:pt>
                <c:pt idx="21452">
                  <c:v>108.98</c:v>
                </c:pt>
                <c:pt idx="21453">
                  <c:v>99.98</c:v>
                </c:pt>
                <c:pt idx="21454">
                  <c:v>137.97999999999999</c:v>
                </c:pt>
                <c:pt idx="21455">
                  <c:v>68.989999999999995</c:v>
                </c:pt>
                <c:pt idx="21456">
                  <c:v>131.97999999999999</c:v>
                </c:pt>
                <c:pt idx="21457">
                  <c:v>108.88</c:v>
                </c:pt>
                <c:pt idx="21458">
                  <c:v>127.01</c:v>
                </c:pt>
                <c:pt idx="21459">
                  <c:v>90.73</c:v>
                </c:pt>
                <c:pt idx="21460">
                  <c:v>84.98</c:v>
                </c:pt>
                <c:pt idx="21461">
                  <c:v>130.94999999999999</c:v>
                </c:pt>
                <c:pt idx="21462">
                  <c:v>94.34</c:v>
                </c:pt>
                <c:pt idx="21463">
                  <c:v>123.38</c:v>
                </c:pt>
                <c:pt idx="21464">
                  <c:v>217.68</c:v>
                </c:pt>
                <c:pt idx="21465">
                  <c:v>315.7</c:v>
                </c:pt>
                <c:pt idx="21466">
                  <c:v>71.150000000000006</c:v>
                </c:pt>
                <c:pt idx="21467">
                  <c:v>131.97999999999999</c:v>
                </c:pt>
                <c:pt idx="21468">
                  <c:v>208.85</c:v>
                </c:pt>
                <c:pt idx="21469">
                  <c:v>131.97999999999999</c:v>
                </c:pt>
                <c:pt idx="21470">
                  <c:v>181.97</c:v>
                </c:pt>
                <c:pt idx="21471">
                  <c:v>103.96</c:v>
                </c:pt>
                <c:pt idx="21472">
                  <c:v>480.9</c:v>
                </c:pt>
                <c:pt idx="21473">
                  <c:v>131.97999999999999</c:v>
                </c:pt>
                <c:pt idx="21474">
                  <c:v>121.98</c:v>
                </c:pt>
                <c:pt idx="21475">
                  <c:v>249.45</c:v>
                </c:pt>
                <c:pt idx="21476">
                  <c:v>71.959999999999994</c:v>
                </c:pt>
                <c:pt idx="21477">
                  <c:v>131.97999999999999</c:v>
                </c:pt>
                <c:pt idx="21478">
                  <c:v>130.61000000000001</c:v>
                </c:pt>
                <c:pt idx="21479">
                  <c:v>130.61000000000001</c:v>
                </c:pt>
                <c:pt idx="21480">
                  <c:v>87.07</c:v>
                </c:pt>
                <c:pt idx="21481">
                  <c:v>89.52</c:v>
                </c:pt>
                <c:pt idx="21482">
                  <c:v>89.52</c:v>
                </c:pt>
                <c:pt idx="21483">
                  <c:v>87.07</c:v>
                </c:pt>
                <c:pt idx="21484">
                  <c:v>107.98</c:v>
                </c:pt>
                <c:pt idx="21485">
                  <c:v>116.97</c:v>
                </c:pt>
                <c:pt idx="21486">
                  <c:v>79.98</c:v>
                </c:pt>
                <c:pt idx="21487">
                  <c:v>196.93</c:v>
                </c:pt>
                <c:pt idx="21488">
                  <c:v>98.25</c:v>
                </c:pt>
                <c:pt idx="21489">
                  <c:v>83.27</c:v>
                </c:pt>
                <c:pt idx="21490">
                  <c:v>-3.29</c:v>
                </c:pt>
                <c:pt idx="21491">
                  <c:v>119.97</c:v>
                </c:pt>
                <c:pt idx="21492">
                  <c:v>119.97</c:v>
                </c:pt>
                <c:pt idx="21493">
                  <c:v>60.97</c:v>
                </c:pt>
                <c:pt idx="21494">
                  <c:v>219.97</c:v>
                </c:pt>
                <c:pt idx="21495">
                  <c:v>169.98</c:v>
                </c:pt>
                <c:pt idx="21496">
                  <c:v>251.93</c:v>
                </c:pt>
                <c:pt idx="21497">
                  <c:v>159.93</c:v>
                </c:pt>
                <c:pt idx="21498">
                  <c:v>124.97</c:v>
                </c:pt>
                <c:pt idx="21499">
                  <c:v>25.99</c:v>
                </c:pt>
                <c:pt idx="21500">
                  <c:v>117.34</c:v>
                </c:pt>
                <c:pt idx="21501">
                  <c:v>204.96</c:v>
                </c:pt>
                <c:pt idx="21502">
                  <c:v>67.989999999999995</c:v>
                </c:pt>
                <c:pt idx="21503">
                  <c:v>128.57</c:v>
                </c:pt>
                <c:pt idx="21504">
                  <c:v>99.99</c:v>
                </c:pt>
                <c:pt idx="21505">
                  <c:v>99.99</c:v>
                </c:pt>
                <c:pt idx="21506">
                  <c:v>199.97</c:v>
                </c:pt>
                <c:pt idx="21507">
                  <c:v>199.96</c:v>
                </c:pt>
                <c:pt idx="21508">
                  <c:v>99.98</c:v>
                </c:pt>
                <c:pt idx="21509">
                  <c:v>99.98</c:v>
                </c:pt>
                <c:pt idx="21510">
                  <c:v>156.47</c:v>
                </c:pt>
                <c:pt idx="21511">
                  <c:v>79.98</c:v>
                </c:pt>
                <c:pt idx="21512">
                  <c:v>79.98</c:v>
                </c:pt>
                <c:pt idx="21513">
                  <c:v>139.97</c:v>
                </c:pt>
                <c:pt idx="21514">
                  <c:v>21.29</c:v>
                </c:pt>
                <c:pt idx="21515">
                  <c:v>21.29</c:v>
                </c:pt>
                <c:pt idx="21516">
                  <c:v>74.97</c:v>
                </c:pt>
                <c:pt idx="21517">
                  <c:v>124.95</c:v>
                </c:pt>
                <c:pt idx="21518">
                  <c:v>124.44</c:v>
                </c:pt>
                <c:pt idx="21519">
                  <c:v>72.55</c:v>
                </c:pt>
                <c:pt idx="21520">
                  <c:v>71.83</c:v>
                </c:pt>
                <c:pt idx="21521">
                  <c:v>72.55</c:v>
                </c:pt>
                <c:pt idx="21522">
                  <c:v>31.28</c:v>
                </c:pt>
                <c:pt idx="21523">
                  <c:v>31.28</c:v>
                </c:pt>
                <c:pt idx="21524">
                  <c:v>119.96</c:v>
                </c:pt>
                <c:pt idx="21525">
                  <c:v>76.47</c:v>
                </c:pt>
                <c:pt idx="21526">
                  <c:v>72.540000000000006</c:v>
                </c:pt>
                <c:pt idx="21527">
                  <c:v>90.69</c:v>
                </c:pt>
                <c:pt idx="21528">
                  <c:v>61.96</c:v>
                </c:pt>
                <c:pt idx="21529">
                  <c:v>50.95</c:v>
                </c:pt>
                <c:pt idx="21530">
                  <c:v>83.48</c:v>
                </c:pt>
                <c:pt idx="21531">
                  <c:v>65.989999999999995</c:v>
                </c:pt>
                <c:pt idx="21532">
                  <c:v>131.97999999999999</c:v>
                </c:pt>
                <c:pt idx="21533">
                  <c:v>84.99</c:v>
                </c:pt>
                <c:pt idx="21534">
                  <c:v>75.97</c:v>
                </c:pt>
                <c:pt idx="21535">
                  <c:v>65.989999999999995</c:v>
                </c:pt>
                <c:pt idx="21536">
                  <c:v>55.98</c:v>
                </c:pt>
                <c:pt idx="21537">
                  <c:v>84.99</c:v>
                </c:pt>
                <c:pt idx="21538">
                  <c:v>171.97</c:v>
                </c:pt>
                <c:pt idx="21539">
                  <c:v>121.97</c:v>
                </c:pt>
                <c:pt idx="21540">
                  <c:v>106.97</c:v>
                </c:pt>
                <c:pt idx="21541">
                  <c:v>58.18</c:v>
                </c:pt>
                <c:pt idx="21542">
                  <c:v>178.96</c:v>
                </c:pt>
                <c:pt idx="21543">
                  <c:v>169.98</c:v>
                </c:pt>
                <c:pt idx="21544">
                  <c:v>169.98</c:v>
                </c:pt>
                <c:pt idx="21545">
                  <c:v>131.97999999999999</c:v>
                </c:pt>
                <c:pt idx="21546">
                  <c:v>65.989999999999995</c:v>
                </c:pt>
                <c:pt idx="21547">
                  <c:v>95.4</c:v>
                </c:pt>
                <c:pt idx="21548">
                  <c:v>99.98</c:v>
                </c:pt>
                <c:pt idx="21549">
                  <c:v>131.97999999999999</c:v>
                </c:pt>
                <c:pt idx="21550">
                  <c:v>65.989999999999995</c:v>
                </c:pt>
                <c:pt idx="21551">
                  <c:v>136.97</c:v>
                </c:pt>
                <c:pt idx="21552">
                  <c:v>83.99</c:v>
                </c:pt>
                <c:pt idx="21553">
                  <c:v>92.48</c:v>
                </c:pt>
                <c:pt idx="21554">
                  <c:v>84.99</c:v>
                </c:pt>
                <c:pt idx="21555">
                  <c:v>65.989999999999995</c:v>
                </c:pt>
                <c:pt idx="21556">
                  <c:v>169.98</c:v>
                </c:pt>
                <c:pt idx="21557">
                  <c:v>188.85</c:v>
                </c:pt>
                <c:pt idx="21558">
                  <c:v>131.97999999999999</c:v>
                </c:pt>
                <c:pt idx="21559">
                  <c:v>155.94</c:v>
                </c:pt>
                <c:pt idx="21560">
                  <c:v>84.99</c:v>
                </c:pt>
                <c:pt idx="21561">
                  <c:v>131.97999999999999</c:v>
                </c:pt>
                <c:pt idx="21562">
                  <c:v>54.99</c:v>
                </c:pt>
                <c:pt idx="21563">
                  <c:v>30.48</c:v>
                </c:pt>
                <c:pt idx="21564">
                  <c:v>79.98</c:v>
                </c:pt>
                <c:pt idx="21565">
                  <c:v>50.46</c:v>
                </c:pt>
                <c:pt idx="21566">
                  <c:v>54.99</c:v>
                </c:pt>
                <c:pt idx="21567">
                  <c:v>74.97</c:v>
                </c:pt>
                <c:pt idx="21568">
                  <c:v>15.49</c:v>
                </c:pt>
                <c:pt idx="21569">
                  <c:v>15.49</c:v>
                </c:pt>
                <c:pt idx="21570">
                  <c:v>30.48</c:v>
                </c:pt>
                <c:pt idx="21571">
                  <c:v>70.97</c:v>
                </c:pt>
                <c:pt idx="21572">
                  <c:v>45.73</c:v>
                </c:pt>
                <c:pt idx="21573">
                  <c:v>197.91</c:v>
                </c:pt>
                <c:pt idx="21574">
                  <c:v>85.89</c:v>
                </c:pt>
                <c:pt idx="21575">
                  <c:v>47.77</c:v>
                </c:pt>
                <c:pt idx="21576">
                  <c:v>68.58</c:v>
                </c:pt>
                <c:pt idx="21577">
                  <c:v>79.98</c:v>
                </c:pt>
                <c:pt idx="21578">
                  <c:v>64.98</c:v>
                </c:pt>
                <c:pt idx="21579">
                  <c:v>66.489999999999995</c:v>
                </c:pt>
                <c:pt idx="21580">
                  <c:v>149.97999999999999</c:v>
                </c:pt>
                <c:pt idx="21581">
                  <c:v>79.98</c:v>
                </c:pt>
                <c:pt idx="21582">
                  <c:v>105.96</c:v>
                </c:pt>
                <c:pt idx="21583">
                  <c:v>89.97</c:v>
                </c:pt>
                <c:pt idx="21584">
                  <c:v>119.97</c:v>
                </c:pt>
                <c:pt idx="21585">
                  <c:v>95.97</c:v>
                </c:pt>
                <c:pt idx="21586">
                  <c:v>182.4</c:v>
                </c:pt>
                <c:pt idx="21587">
                  <c:v>134.94999999999999</c:v>
                </c:pt>
                <c:pt idx="21588">
                  <c:v>159.97</c:v>
                </c:pt>
                <c:pt idx="21589">
                  <c:v>84.96</c:v>
                </c:pt>
                <c:pt idx="21590">
                  <c:v>172.97</c:v>
                </c:pt>
                <c:pt idx="21591">
                  <c:v>134.97</c:v>
                </c:pt>
                <c:pt idx="21592">
                  <c:v>83.97</c:v>
                </c:pt>
                <c:pt idx="21593">
                  <c:v>55.98</c:v>
                </c:pt>
                <c:pt idx="21594">
                  <c:v>55.98</c:v>
                </c:pt>
                <c:pt idx="21595">
                  <c:v>73.8</c:v>
                </c:pt>
                <c:pt idx="21596">
                  <c:v>195.95</c:v>
                </c:pt>
                <c:pt idx="21597">
                  <c:v>195.92</c:v>
                </c:pt>
                <c:pt idx="21598">
                  <c:v>59.97</c:v>
                </c:pt>
                <c:pt idx="21599">
                  <c:v>63.96</c:v>
                </c:pt>
                <c:pt idx="21600">
                  <c:v>129.97999999999999</c:v>
                </c:pt>
                <c:pt idx="21601">
                  <c:v>70.959999999999994</c:v>
                </c:pt>
                <c:pt idx="21602">
                  <c:v>59.49</c:v>
                </c:pt>
                <c:pt idx="21603">
                  <c:v>74.78</c:v>
                </c:pt>
                <c:pt idx="21604">
                  <c:v>-59.49</c:v>
                </c:pt>
                <c:pt idx="21605">
                  <c:v>59.99</c:v>
                </c:pt>
                <c:pt idx="21606">
                  <c:v>62.46</c:v>
                </c:pt>
                <c:pt idx="21607">
                  <c:v>59.39</c:v>
                </c:pt>
                <c:pt idx="21608">
                  <c:v>81.98</c:v>
                </c:pt>
                <c:pt idx="21609">
                  <c:v>65.17</c:v>
                </c:pt>
                <c:pt idx="21610">
                  <c:v>89.32</c:v>
                </c:pt>
                <c:pt idx="21611">
                  <c:v>65.09</c:v>
                </c:pt>
                <c:pt idx="21612">
                  <c:v>65.989999999999995</c:v>
                </c:pt>
                <c:pt idx="21613">
                  <c:v>81.98</c:v>
                </c:pt>
                <c:pt idx="21614">
                  <c:v>65.989999999999995</c:v>
                </c:pt>
                <c:pt idx="21615">
                  <c:v>80.66</c:v>
                </c:pt>
                <c:pt idx="21616">
                  <c:v>49.17</c:v>
                </c:pt>
                <c:pt idx="21617">
                  <c:v>65.989999999999995</c:v>
                </c:pt>
                <c:pt idx="21618">
                  <c:v>65.989999999999995</c:v>
                </c:pt>
                <c:pt idx="21619">
                  <c:v>81.319999999999993</c:v>
                </c:pt>
                <c:pt idx="21620">
                  <c:v>80.66</c:v>
                </c:pt>
                <c:pt idx="21621">
                  <c:v>64.510000000000005</c:v>
                </c:pt>
                <c:pt idx="21622">
                  <c:v>65.489999999999995</c:v>
                </c:pt>
                <c:pt idx="21623">
                  <c:v>56.09</c:v>
                </c:pt>
                <c:pt idx="21624">
                  <c:v>65.989999999999995</c:v>
                </c:pt>
                <c:pt idx="21625">
                  <c:v>64.67</c:v>
                </c:pt>
                <c:pt idx="21626">
                  <c:v>65.33</c:v>
                </c:pt>
                <c:pt idx="21627">
                  <c:v>65.989999999999995</c:v>
                </c:pt>
                <c:pt idx="21628">
                  <c:v>65.989999999999995</c:v>
                </c:pt>
                <c:pt idx="21629">
                  <c:v>62.69</c:v>
                </c:pt>
                <c:pt idx="21630">
                  <c:v>51.87</c:v>
                </c:pt>
                <c:pt idx="21631">
                  <c:v>68.930000000000007</c:v>
                </c:pt>
                <c:pt idx="21632">
                  <c:v>66.510000000000005</c:v>
                </c:pt>
                <c:pt idx="21633">
                  <c:v>32.229999999999997</c:v>
                </c:pt>
                <c:pt idx="21634">
                  <c:v>179.88</c:v>
                </c:pt>
                <c:pt idx="21635">
                  <c:v>98.98</c:v>
                </c:pt>
                <c:pt idx="21636">
                  <c:v>99.98</c:v>
                </c:pt>
                <c:pt idx="21637">
                  <c:v>55.96</c:v>
                </c:pt>
                <c:pt idx="21638">
                  <c:v>55.96</c:v>
                </c:pt>
                <c:pt idx="21639">
                  <c:v>86.96</c:v>
                </c:pt>
                <c:pt idx="21640">
                  <c:v>54.95</c:v>
                </c:pt>
                <c:pt idx="21641">
                  <c:v>71.97</c:v>
                </c:pt>
                <c:pt idx="21642">
                  <c:v>71.959999999999994</c:v>
                </c:pt>
                <c:pt idx="21643">
                  <c:v>68.87</c:v>
                </c:pt>
                <c:pt idx="21644">
                  <c:v>52.24</c:v>
                </c:pt>
                <c:pt idx="21645">
                  <c:v>86.98</c:v>
                </c:pt>
                <c:pt idx="21646">
                  <c:v>113.47</c:v>
                </c:pt>
                <c:pt idx="21647">
                  <c:v>86.98</c:v>
                </c:pt>
                <c:pt idx="21648">
                  <c:v>149.97</c:v>
                </c:pt>
                <c:pt idx="21649">
                  <c:v>65.989999999999995</c:v>
                </c:pt>
                <c:pt idx="21650">
                  <c:v>65.989999999999995</c:v>
                </c:pt>
                <c:pt idx="21651">
                  <c:v>39.99</c:v>
                </c:pt>
                <c:pt idx="21652">
                  <c:v>60.91</c:v>
                </c:pt>
                <c:pt idx="21653">
                  <c:v>59.39</c:v>
                </c:pt>
                <c:pt idx="21654">
                  <c:v>14.39</c:v>
                </c:pt>
                <c:pt idx="21655">
                  <c:v>102.98</c:v>
                </c:pt>
                <c:pt idx="21656">
                  <c:v>72.55</c:v>
                </c:pt>
                <c:pt idx="21657">
                  <c:v>72.55</c:v>
                </c:pt>
                <c:pt idx="21658">
                  <c:v>70.16</c:v>
                </c:pt>
                <c:pt idx="21659">
                  <c:v>177.95</c:v>
                </c:pt>
                <c:pt idx="21660">
                  <c:v>262.92</c:v>
                </c:pt>
                <c:pt idx="21661">
                  <c:v>183.94</c:v>
                </c:pt>
                <c:pt idx="21662">
                  <c:v>140.16</c:v>
                </c:pt>
                <c:pt idx="21663">
                  <c:v>199.96</c:v>
                </c:pt>
                <c:pt idx="21664">
                  <c:v>191.08</c:v>
                </c:pt>
                <c:pt idx="21665">
                  <c:v>195.81</c:v>
                </c:pt>
                <c:pt idx="21666">
                  <c:v>79.98</c:v>
                </c:pt>
                <c:pt idx="21667">
                  <c:v>109.97</c:v>
                </c:pt>
                <c:pt idx="21668">
                  <c:v>84.97</c:v>
                </c:pt>
                <c:pt idx="21669">
                  <c:v>89.97</c:v>
                </c:pt>
                <c:pt idx="21670">
                  <c:v>87.96</c:v>
                </c:pt>
                <c:pt idx="21671">
                  <c:v>59.96</c:v>
                </c:pt>
                <c:pt idx="21672">
                  <c:v>79.98</c:v>
                </c:pt>
                <c:pt idx="21673">
                  <c:v>54.98</c:v>
                </c:pt>
                <c:pt idx="21674">
                  <c:v>53.98</c:v>
                </c:pt>
                <c:pt idx="21675">
                  <c:v>80.97</c:v>
                </c:pt>
                <c:pt idx="21676">
                  <c:v>59.98</c:v>
                </c:pt>
                <c:pt idx="21677">
                  <c:v>131.91999999999999</c:v>
                </c:pt>
                <c:pt idx="21678">
                  <c:v>62.97</c:v>
                </c:pt>
                <c:pt idx="21679">
                  <c:v>55.98</c:v>
                </c:pt>
                <c:pt idx="21680">
                  <c:v>131.97999999999999</c:v>
                </c:pt>
                <c:pt idx="21681">
                  <c:v>130.63999999999999</c:v>
                </c:pt>
                <c:pt idx="21682">
                  <c:v>206.34</c:v>
                </c:pt>
                <c:pt idx="21683">
                  <c:v>130.07</c:v>
                </c:pt>
                <c:pt idx="21684">
                  <c:v>179.96</c:v>
                </c:pt>
                <c:pt idx="21685">
                  <c:v>121.98</c:v>
                </c:pt>
                <c:pt idx="21686">
                  <c:v>112.97</c:v>
                </c:pt>
                <c:pt idx="21687">
                  <c:v>197.95</c:v>
                </c:pt>
                <c:pt idx="21688">
                  <c:v>189.25</c:v>
                </c:pt>
                <c:pt idx="21689">
                  <c:v>50.48</c:v>
                </c:pt>
                <c:pt idx="21690">
                  <c:v>67.739999999999995</c:v>
                </c:pt>
                <c:pt idx="21691">
                  <c:v>159.97999999999999</c:v>
                </c:pt>
                <c:pt idx="21692">
                  <c:v>79.98</c:v>
                </c:pt>
                <c:pt idx="21693">
                  <c:v>76.98</c:v>
                </c:pt>
                <c:pt idx="21694">
                  <c:v>129.97</c:v>
                </c:pt>
                <c:pt idx="21695">
                  <c:v>159.22999999999999</c:v>
                </c:pt>
                <c:pt idx="21696">
                  <c:v>178.97</c:v>
                </c:pt>
                <c:pt idx="21697">
                  <c:v>91.98</c:v>
                </c:pt>
                <c:pt idx="21698">
                  <c:v>121.98</c:v>
                </c:pt>
                <c:pt idx="21699">
                  <c:v>149.97999999999999</c:v>
                </c:pt>
                <c:pt idx="21700">
                  <c:v>121.98</c:v>
                </c:pt>
                <c:pt idx="21701">
                  <c:v>159.97999999999999</c:v>
                </c:pt>
                <c:pt idx="21702">
                  <c:v>159.97999999999999</c:v>
                </c:pt>
                <c:pt idx="21703">
                  <c:v>121.98</c:v>
                </c:pt>
                <c:pt idx="21704">
                  <c:v>159.97999999999999</c:v>
                </c:pt>
                <c:pt idx="21705">
                  <c:v>159.97999999999999</c:v>
                </c:pt>
                <c:pt idx="21706">
                  <c:v>159.97999999999999</c:v>
                </c:pt>
                <c:pt idx="21707">
                  <c:v>91.98</c:v>
                </c:pt>
                <c:pt idx="21708">
                  <c:v>71.680000000000007</c:v>
                </c:pt>
                <c:pt idx="21709">
                  <c:v>71.680000000000007</c:v>
                </c:pt>
                <c:pt idx="21710">
                  <c:v>123.93</c:v>
                </c:pt>
                <c:pt idx="21711">
                  <c:v>61.98</c:v>
                </c:pt>
                <c:pt idx="21712">
                  <c:v>61.98</c:v>
                </c:pt>
                <c:pt idx="21713">
                  <c:v>63.48</c:v>
                </c:pt>
                <c:pt idx="21714">
                  <c:v>31.08</c:v>
                </c:pt>
                <c:pt idx="21715">
                  <c:v>59.95</c:v>
                </c:pt>
                <c:pt idx="21716">
                  <c:v>79.95</c:v>
                </c:pt>
                <c:pt idx="21717">
                  <c:v>69.98</c:v>
                </c:pt>
                <c:pt idx="21718">
                  <c:v>65.989999999999995</c:v>
                </c:pt>
                <c:pt idx="21719">
                  <c:v>59.98</c:v>
                </c:pt>
                <c:pt idx="21720">
                  <c:v>44.71</c:v>
                </c:pt>
                <c:pt idx="21721">
                  <c:v>24.18</c:v>
                </c:pt>
                <c:pt idx="21722">
                  <c:v>22.95</c:v>
                </c:pt>
                <c:pt idx="21723">
                  <c:v>27.47</c:v>
                </c:pt>
                <c:pt idx="21724">
                  <c:v>26.49</c:v>
                </c:pt>
                <c:pt idx="21725">
                  <c:v>31.49</c:v>
                </c:pt>
                <c:pt idx="21726">
                  <c:v>31.49</c:v>
                </c:pt>
                <c:pt idx="21727">
                  <c:v>31.49</c:v>
                </c:pt>
                <c:pt idx="21728">
                  <c:v>31.49</c:v>
                </c:pt>
                <c:pt idx="21729">
                  <c:v>31.49</c:v>
                </c:pt>
                <c:pt idx="21730">
                  <c:v>31.49</c:v>
                </c:pt>
                <c:pt idx="21731">
                  <c:v>31.49</c:v>
                </c:pt>
                <c:pt idx="21732">
                  <c:v>31.49</c:v>
                </c:pt>
                <c:pt idx="21733">
                  <c:v>26.49</c:v>
                </c:pt>
                <c:pt idx="21734">
                  <c:v>31.49</c:v>
                </c:pt>
                <c:pt idx="21735">
                  <c:v>32.24</c:v>
                </c:pt>
                <c:pt idx="21736">
                  <c:v>32.24</c:v>
                </c:pt>
                <c:pt idx="21737">
                  <c:v>32.24</c:v>
                </c:pt>
                <c:pt idx="21738">
                  <c:v>26.49</c:v>
                </c:pt>
                <c:pt idx="21739">
                  <c:v>31.49</c:v>
                </c:pt>
                <c:pt idx="21740">
                  <c:v>31.49</c:v>
                </c:pt>
                <c:pt idx="21741">
                  <c:v>31.49</c:v>
                </c:pt>
                <c:pt idx="21742">
                  <c:v>125.05</c:v>
                </c:pt>
                <c:pt idx="21743">
                  <c:v>239.97</c:v>
                </c:pt>
                <c:pt idx="21744">
                  <c:v>164.98</c:v>
                </c:pt>
                <c:pt idx="21745">
                  <c:v>364.95</c:v>
                </c:pt>
                <c:pt idx="21746">
                  <c:v>239.97</c:v>
                </c:pt>
                <c:pt idx="21747">
                  <c:v>239.97</c:v>
                </c:pt>
                <c:pt idx="21748">
                  <c:v>239.97</c:v>
                </c:pt>
                <c:pt idx="21749">
                  <c:v>239.97</c:v>
                </c:pt>
                <c:pt idx="21750">
                  <c:v>53.97</c:v>
                </c:pt>
                <c:pt idx="21751">
                  <c:v>239.97</c:v>
                </c:pt>
                <c:pt idx="21752">
                  <c:v>249.96</c:v>
                </c:pt>
                <c:pt idx="21753">
                  <c:v>47.24</c:v>
                </c:pt>
                <c:pt idx="21754">
                  <c:v>239.97</c:v>
                </c:pt>
                <c:pt idx="21755">
                  <c:v>267.95</c:v>
                </c:pt>
                <c:pt idx="21756">
                  <c:v>239.97</c:v>
                </c:pt>
                <c:pt idx="21757">
                  <c:v>79.98</c:v>
                </c:pt>
                <c:pt idx="21758">
                  <c:v>53.98</c:v>
                </c:pt>
                <c:pt idx="21759">
                  <c:v>64.989999999999995</c:v>
                </c:pt>
                <c:pt idx="21760">
                  <c:v>128.97</c:v>
                </c:pt>
                <c:pt idx="21761">
                  <c:v>104.04</c:v>
                </c:pt>
                <c:pt idx="21762">
                  <c:v>110.09</c:v>
                </c:pt>
                <c:pt idx="21763">
                  <c:v>71.37</c:v>
                </c:pt>
                <c:pt idx="21764">
                  <c:v>71.37</c:v>
                </c:pt>
                <c:pt idx="21765">
                  <c:v>193.86</c:v>
                </c:pt>
                <c:pt idx="21766">
                  <c:v>62.29</c:v>
                </c:pt>
                <c:pt idx="21767">
                  <c:v>71.86</c:v>
                </c:pt>
                <c:pt idx="21768">
                  <c:v>58.41</c:v>
                </c:pt>
                <c:pt idx="21769">
                  <c:v>58.41</c:v>
                </c:pt>
                <c:pt idx="21770">
                  <c:v>53.97</c:v>
                </c:pt>
                <c:pt idx="21771">
                  <c:v>49.48</c:v>
                </c:pt>
                <c:pt idx="21772">
                  <c:v>49.48</c:v>
                </c:pt>
                <c:pt idx="21773">
                  <c:v>89.23</c:v>
                </c:pt>
                <c:pt idx="21774">
                  <c:v>89.23</c:v>
                </c:pt>
                <c:pt idx="21775">
                  <c:v>53.97</c:v>
                </c:pt>
                <c:pt idx="21776">
                  <c:v>132.13</c:v>
                </c:pt>
                <c:pt idx="21777">
                  <c:v>79.989999999999995</c:v>
                </c:pt>
                <c:pt idx="21778">
                  <c:v>180.2</c:v>
                </c:pt>
                <c:pt idx="21779">
                  <c:v>178.28</c:v>
                </c:pt>
                <c:pt idx="21780">
                  <c:v>84.99</c:v>
                </c:pt>
                <c:pt idx="21781">
                  <c:v>141.94</c:v>
                </c:pt>
                <c:pt idx="21782">
                  <c:v>131.94999999999999</c:v>
                </c:pt>
                <c:pt idx="21783">
                  <c:v>95.98</c:v>
                </c:pt>
                <c:pt idx="21784">
                  <c:v>147.46</c:v>
                </c:pt>
                <c:pt idx="21785">
                  <c:v>190.01</c:v>
                </c:pt>
                <c:pt idx="21786">
                  <c:v>137.65</c:v>
                </c:pt>
                <c:pt idx="21787">
                  <c:v>150.96</c:v>
                </c:pt>
                <c:pt idx="21788">
                  <c:v>95.98</c:v>
                </c:pt>
                <c:pt idx="21789">
                  <c:v>145.36000000000001</c:v>
                </c:pt>
                <c:pt idx="21790">
                  <c:v>176.36</c:v>
                </c:pt>
                <c:pt idx="21791">
                  <c:v>171.2</c:v>
                </c:pt>
                <c:pt idx="21792">
                  <c:v>106.96</c:v>
                </c:pt>
                <c:pt idx="21793">
                  <c:v>109.15</c:v>
                </c:pt>
                <c:pt idx="21794">
                  <c:v>89.97</c:v>
                </c:pt>
                <c:pt idx="21795">
                  <c:v>145.97</c:v>
                </c:pt>
                <c:pt idx="21796">
                  <c:v>162.94999999999999</c:v>
                </c:pt>
                <c:pt idx="21797">
                  <c:v>183.36</c:v>
                </c:pt>
                <c:pt idx="21798">
                  <c:v>118.98</c:v>
                </c:pt>
                <c:pt idx="21799">
                  <c:v>89.98</c:v>
                </c:pt>
                <c:pt idx="21800">
                  <c:v>141.63</c:v>
                </c:pt>
                <c:pt idx="21801">
                  <c:v>25.39</c:v>
                </c:pt>
                <c:pt idx="21802">
                  <c:v>18.13</c:v>
                </c:pt>
                <c:pt idx="21803">
                  <c:v>30.2</c:v>
                </c:pt>
                <c:pt idx="21804">
                  <c:v>63.97</c:v>
                </c:pt>
                <c:pt idx="21805">
                  <c:v>29.48</c:v>
                </c:pt>
                <c:pt idx="21806">
                  <c:v>52.97</c:v>
                </c:pt>
                <c:pt idx="21807">
                  <c:v>79.989999999999995</c:v>
                </c:pt>
                <c:pt idx="21808">
                  <c:v>131.96</c:v>
                </c:pt>
                <c:pt idx="21809">
                  <c:v>110.97</c:v>
                </c:pt>
                <c:pt idx="21810">
                  <c:v>85.97</c:v>
                </c:pt>
                <c:pt idx="21811">
                  <c:v>82.97</c:v>
                </c:pt>
                <c:pt idx="21812">
                  <c:v>45.74</c:v>
                </c:pt>
                <c:pt idx="21813">
                  <c:v>68.98</c:v>
                </c:pt>
                <c:pt idx="21814">
                  <c:v>96.86</c:v>
                </c:pt>
                <c:pt idx="21815">
                  <c:v>50.49</c:v>
                </c:pt>
                <c:pt idx="21816">
                  <c:v>83.29</c:v>
                </c:pt>
                <c:pt idx="21817">
                  <c:v>84.99</c:v>
                </c:pt>
                <c:pt idx="21818">
                  <c:v>167.85</c:v>
                </c:pt>
                <c:pt idx="21819">
                  <c:v>89.98</c:v>
                </c:pt>
                <c:pt idx="21820">
                  <c:v>86.96</c:v>
                </c:pt>
                <c:pt idx="21821">
                  <c:v>102.79</c:v>
                </c:pt>
                <c:pt idx="21822">
                  <c:v>134.97999999999999</c:v>
                </c:pt>
                <c:pt idx="21823">
                  <c:v>83.45</c:v>
                </c:pt>
                <c:pt idx="21824">
                  <c:v>99.98</c:v>
                </c:pt>
                <c:pt idx="21825">
                  <c:v>153.06</c:v>
                </c:pt>
                <c:pt idx="21826">
                  <c:v>58.1</c:v>
                </c:pt>
                <c:pt idx="21827">
                  <c:v>144.97</c:v>
                </c:pt>
                <c:pt idx="21828">
                  <c:v>-102.79</c:v>
                </c:pt>
                <c:pt idx="21829">
                  <c:v>106.13</c:v>
                </c:pt>
                <c:pt idx="21830">
                  <c:v>84.99</c:v>
                </c:pt>
                <c:pt idx="21831">
                  <c:v>84.99</c:v>
                </c:pt>
                <c:pt idx="21832">
                  <c:v>94.71</c:v>
                </c:pt>
                <c:pt idx="21833">
                  <c:v>133.97</c:v>
                </c:pt>
                <c:pt idx="21834">
                  <c:v>84.99</c:v>
                </c:pt>
                <c:pt idx="21835">
                  <c:v>89.98</c:v>
                </c:pt>
                <c:pt idx="21836">
                  <c:v>164.98</c:v>
                </c:pt>
                <c:pt idx="21837">
                  <c:v>84.99</c:v>
                </c:pt>
                <c:pt idx="21838">
                  <c:v>88.48</c:v>
                </c:pt>
                <c:pt idx="21839">
                  <c:v>129.97999999999999</c:v>
                </c:pt>
                <c:pt idx="21840">
                  <c:v>52.38</c:v>
                </c:pt>
                <c:pt idx="21841">
                  <c:v>52.38</c:v>
                </c:pt>
                <c:pt idx="21842">
                  <c:v>50.98</c:v>
                </c:pt>
                <c:pt idx="21843">
                  <c:v>76.47</c:v>
                </c:pt>
                <c:pt idx="21844">
                  <c:v>76.47</c:v>
                </c:pt>
                <c:pt idx="21845">
                  <c:v>89.96</c:v>
                </c:pt>
                <c:pt idx="21846">
                  <c:v>50.98</c:v>
                </c:pt>
                <c:pt idx="21847">
                  <c:v>89.96</c:v>
                </c:pt>
                <c:pt idx="21848">
                  <c:v>46.49</c:v>
                </c:pt>
                <c:pt idx="21849">
                  <c:v>60.33</c:v>
                </c:pt>
                <c:pt idx="21850">
                  <c:v>125.96</c:v>
                </c:pt>
                <c:pt idx="21851">
                  <c:v>68.97</c:v>
                </c:pt>
                <c:pt idx="21852">
                  <c:v>211.65</c:v>
                </c:pt>
                <c:pt idx="21853">
                  <c:v>64.569999999999993</c:v>
                </c:pt>
                <c:pt idx="21854">
                  <c:v>79.98</c:v>
                </c:pt>
                <c:pt idx="21855">
                  <c:v>51.98</c:v>
                </c:pt>
                <c:pt idx="21856">
                  <c:v>50.98</c:v>
                </c:pt>
                <c:pt idx="21857">
                  <c:v>54.98</c:v>
                </c:pt>
                <c:pt idx="21858">
                  <c:v>53.48</c:v>
                </c:pt>
                <c:pt idx="21859">
                  <c:v>51.98</c:v>
                </c:pt>
                <c:pt idx="21860">
                  <c:v>99.98</c:v>
                </c:pt>
                <c:pt idx="21861">
                  <c:v>119.87</c:v>
                </c:pt>
                <c:pt idx="21862">
                  <c:v>129.66</c:v>
                </c:pt>
                <c:pt idx="21863">
                  <c:v>131.97999999999999</c:v>
                </c:pt>
                <c:pt idx="21864">
                  <c:v>56.97</c:v>
                </c:pt>
                <c:pt idx="21865">
                  <c:v>134.97</c:v>
                </c:pt>
                <c:pt idx="21866">
                  <c:v>124.14</c:v>
                </c:pt>
                <c:pt idx="21867">
                  <c:v>73.569999999999993</c:v>
                </c:pt>
                <c:pt idx="21868">
                  <c:v>131.97999999999999</c:v>
                </c:pt>
                <c:pt idx="21869">
                  <c:v>208.31</c:v>
                </c:pt>
                <c:pt idx="21870">
                  <c:v>148.94999999999999</c:v>
                </c:pt>
                <c:pt idx="21871">
                  <c:v>137.97</c:v>
                </c:pt>
                <c:pt idx="21872">
                  <c:v>58.64</c:v>
                </c:pt>
                <c:pt idx="21873">
                  <c:v>65.19</c:v>
                </c:pt>
                <c:pt idx="21874">
                  <c:v>137.94999999999999</c:v>
                </c:pt>
                <c:pt idx="21875">
                  <c:v>67.72</c:v>
                </c:pt>
                <c:pt idx="21876">
                  <c:v>114.16</c:v>
                </c:pt>
                <c:pt idx="21877">
                  <c:v>79.98</c:v>
                </c:pt>
                <c:pt idx="21878">
                  <c:v>124.97</c:v>
                </c:pt>
                <c:pt idx="21879">
                  <c:v>169.98</c:v>
                </c:pt>
                <c:pt idx="21880">
                  <c:v>84.99</c:v>
                </c:pt>
                <c:pt idx="21881">
                  <c:v>103.98</c:v>
                </c:pt>
                <c:pt idx="21882">
                  <c:v>253.48</c:v>
                </c:pt>
                <c:pt idx="21883">
                  <c:v>137.97999999999999</c:v>
                </c:pt>
                <c:pt idx="21884">
                  <c:v>209.96</c:v>
                </c:pt>
                <c:pt idx="21885">
                  <c:v>65.989999999999995</c:v>
                </c:pt>
                <c:pt idx="21886">
                  <c:v>497.91</c:v>
                </c:pt>
                <c:pt idx="21887">
                  <c:v>344.95</c:v>
                </c:pt>
                <c:pt idx="21888">
                  <c:v>65.989999999999995</c:v>
                </c:pt>
                <c:pt idx="21889">
                  <c:v>99.98</c:v>
                </c:pt>
                <c:pt idx="21890">
                  <c:v>202.96</c:v>
                </c:pt>
                <c:pt idx="21891">
                  <c:v>188.97</c:v>
                </c:pt>
                <c:pt idx="21892">
                  <c:v>159.87</c:v>
                </c:pt>
                <c:pt idx="21893">
                  <c:v>65.989999999999995</c:v>
                </c:pt>
                <c:pt idx="21894">
                  <c:v>49.99</c:v>
                </c:pt>
                <c:pt idx="21895">
                  <c:v>161.03</c:v>
                </c:pt>
                <c:pt idx="21896">
                  <c:v>75.98</c:v>
                </c:pt>
                <c:pt idx="21897">
                  <c:v>100.98</c:v>
                </c:pt>
                <c:pt idx="21898">
                  <c:v>54.99</c:v>
                </c:pt>
                <c:pt idx="21899">
                  <c:v>54.99</c:v>
                </c:pt>
                <c:pt idx="21900">
                  <c:v>60.33</c:v>
                </c:pt>
                <c:pt idx="21901">
                  <c:v>70.98</c:v>
                </c:pt>
                <c:pt idx="21902">
                  <c:v>59.95</c:v>
                </c:pt>
                <c:pt idx="21903">
                  <c:v>59.95</c:v>
                </c:pt>
                <c:pt idx="21904">
                  <c:v>71.94</c:v>
                </c:pt>
                <c:pt idx="21905">
                  <c:v>98.95</c:v>
                </c:pt>
                <c:pt idx="21906">
                  <c:v>84.3</c:v>
                </c:pt>
                <c:pt idx="21907">
                  <c:v>83.78</c:v>
                </c:pt>
                <c:pt idx="21908">
                  <c:v>59.39</c:v>
                </c:pt>
                <c:pt idx="21909">
                  <c:v>64.98</c:v>
                </c:pt>
                <c:pt idx="21910">
                  <c:v>137.97999999999999</c:v>
                </c:pt>
                <c:pt idx="21911">
                  <c:v>84.99</c:v>
                </c:pt>
                <c:pt idx="21912">
                  <c:v>59.97</c:v>
                </c:pt>
                <c:pt idx="21913">
                  <c:v>100.32</c:v>
                </c:pt>
                <c:pt idx="21914">
                  <c:v>65.19</c:v>
                </c:pt>
                <c:pt idx="21915">
                  <c:v>118.72</c:v>
                </c:pt>
                <c:pt idx="21916">
                  <c:v>104.98</c:v>
                </c:pt>
                <c:pt idx="21917">
                  <c:v>59.98</c:v>
                </c:pt>
                <c:pt idx="21918">
                  <c:v>79.52</c:v>
                </c:pt>
                <c:pt idx="21919">
                  <c:v>84.99</c:v>
                </c:pt>
                <c:pt idx="21920">
                  <c:v>88.33</c:v>
                </c:pt>
                <c:pt idx="21921">
                  <c:v>84.99</c:v>
                </c:pt>
                <c:pt idx="21922">
                  <c:v>88.13</c:v>
                </c:pt>
                <c:pt idx="21923">
                  <c:v>100.98</c:v>
                </c:pt>
                <c:pt idx="21924">
                  <c:v>120.97</c:v>
                </c:pt>
                <c:pt idx="21925">
                  <c:v>74.98</c:v>
                </c:pt>
                <c:pt idx="21926">
                  <c:v>68.39</c:v>
                </c:pt>
                <c:pt idx="21927">
                  <c:v>85.18</c:v>
                </c:pt>
                <c:pt idx="21928">
                  <c:v>84.99</c:v>
                </c:pt>
                <c:pt idx="21929">
                  <c:v>84.99</c:v>
                </c:pt>
                <c:pt idx="21930">
                  <c:v>129.97</c:v>
                </c:pt>
                <c:pt idx="21931">
                  <c:v>131.15</c:v>
                </c:pt>
                <c:pt idx="21932">
                  <c:v>131.87</c:v>
                </c:pt>
                <c:pt idx="21933">
                  <c:v>79.849999999999994</c:v>
                </c:pt>
                <c:pt idx="21934">
                  <c:v>36.28</c:v>
                </c:pt>
                <c:pt idx="21935">
                  <c:v>118.97</c:v>
                </c:pt>
                <c:pt idx="21936">
                  <c:v>84.99</c:v>
                </c:pt>
                <c:pt idx="21937">
                  <c:v>54.99</c:v>
                </c:pt>
                <c:pt idx="21938">
                  <c:v>54.99</c:v>
                </c:pt>
                <c:pt idx="21939">
                  <c:v>89.98</c:v>
                </c:pt>
                <c:pt idx="21940">
                  <c:v>104.97</c:v>
                </c:pt>
                <c:pt idx="21941">
                  <c:v>92.48</c:v>
                </c:pt>
                <c:pt idx="21942">
                  <c:v>84.99</c:v>
                </c:pt>
                <c:pt idx="21943">
                  <c:v>8.7899999999999991</c:v>
                </c:pt>
                <c:pt idx="21944">
                  <c:v>79.849999999999994</c:v>
                </c:pt>
                <c:pt idx="21945">
                  <c:v>156.82</c:v>
                </c:pt>
                <c:pt idx="21946">
                  <c:v>208.07</c:v>
                </c:pt>
                <c:pt idx="21947">
                  <c:v>192.34</c:v>
                </c:pt>
                <c:pt idx="21948">
                  <c:v>122.19</c:v>
                </c:pt>
                <c:pt idx="21949">
                  <c:v>153.65</c:v>
                </c:pt>
                <c:pt idx="21950">
                  <c:v>160.05000000000001</c:v>
                </c:pt>
                <c:pt idx="21951">
                  <c:v>221.39</c:v>
                </c:pt>
                <c:pt idx="21952">
                  <c:v>134.29</c:v>
                </c:pt>
                <c:pt idx="21953">
                  <c:v>65.319999999999993</c:v>
                </c:pt>
                <c:pt idx="21954">
                  <c:v>159.68</c:v>
                </c:pt>
                <c:pt idx="21955">
                  <c:v>153.65</c:v>
                </c:pt>
                <c:pt idx="21956">
                  <c:v>145.96</c:v>
                </c:pt>
                <c:pt idx="21957">
                  <c:v>141.55000000000001</c:v>
                </c:pt>
                <c:pt idx="21958">
                  <c:v>73.8</c:v>
                </c:pt>
                <c:pt idx="21959">
                  <c:v>233.49</c:v>
                </c:pt>
                <c:pt idx="21960">
                  <c:v>197.18</c:v>
                </c:pt>
                <c:pt idx="21961">
                  <c:v>177.83</c:v>
                </c:pt>
                <c:pt idx="21962">
                  <c:v>153.65</c:v>
                </c:pt>
                <c:pt idx="21963">
                  <c:v>73.8</c:v>
                </c:pt>
                <c:pt idx="21964">
                  <c:v>208.07</c:v>
                </c:pt>
                <c:pt idx="21965">
                  <c:v>72.62</c:v>
                </c:pt>
                <c:pt idx="21966">
                  <c:v>15.99</c:v>
                </c:pt>
                <c:pt idx="21967">
                  <c:v>119.75</c:v>
                </c:pt>
                <c:pt idx="21968">
                  <c:v>112.49</c:v>
                </c:pt>
                <c:pt idx="21969">
                  <c:v>69.989999999999995</c:v>
                </c:pt>
                <c:pt idx="21970">
                  <c:v>62.99</c:v>
                </c:pt>
                <c:pt idx="21971">
                  <c:v>69.989999999999995</c:v>
                </c:pt>
                <c:pt idx="21972">
                  <c:v>170.96</c:v>
                </c:pt>
                <c:pt idx="21973">
                  <c:v>66.13</c:v>
                </c:pt>
                <c:pt idx="21974">
                  <c:v>-44.99</c:v>
                </c:pt>
                <c:pt idx="21975">
                  <c:v>33.28</c:v>
                </c:pt>
                <c:pt idx="21976">
                  <c:v>33.93</c:v>
                </c:pt>
                <c:pt idx="21977">
                  <c:v>33.28</c:v>
                </c:pt>
                <c:pt idx="21978">
                  <c:v>72.55</c:v>
                </c:pt>
                <c:pt idx="21979">
                  <c:v>138.86000000000001</c:v>
                </c:pt>
                <c:pt idx="21980">
                  <c:v>59.96</c:v>
                </c:pt>
                <c:pt idx="21981">
                  <c:v>59.96</c:v>
                </c:pt>
                <c:pt idx="21982">
                  <c:v>254.97</c:v>
                </c:pt>
                <c:pt idx="21983">
                  <c:v>254.97</c:v>
                </c:pt>
                <c:pt idx="21984">
                  <c:v>62.97</c:v>
                </c:pt>
                <c:pt idx="21985">
                  <c:v>254.97</c:v>
                </c:pt>
                <c:pt idx="21986">
                  <c:v>263.95999999999998</c:v>
                </c:pt>
                <c:pt idx="21987">
                  <c:v>285.44</c:v>
                </c:pt>
                <c:pt idx="21988">
                  <c:v>254.97</c:v>
                </c:pt>
                <c:pt idx="21989">
                  <c:v>206.97</c:v>
                </c:pt>
                <c:pt idx="21990">
                  <c:v>254.97</c:v>
                </c:pt>
                <c:pt idx="21991">
                  <c:v>254.97</c:v>
                </c:pt>
                <c:pt idx="21992">
                  <c:v>37.479999999999997</c:v>
                </c:pt>
                <c:pt idx="21993">
                  <c:v>254.97</c:v>
                </c:pt>
                <c:pt idx="21994">
                  <c:v>339.96</c:v>
                </c:pt>
                <c:pt idx="21995">
                  <c:v>57.58</c:v>
                </c:pt>
                <c:pt idx="21996">
                  <c:v>73.98</c:v>
                </c:pt>
                <c:pt idx="21997">
                  <c:v>190.95</c:v>
                </c:pt>
                <c:pt idx="21998">
                  <c:v>47.24</c:v>
                </c:pt>
                <c:pt idx="21999">
                  <c:v>75.98</c:v>
                </c:pt>
                <c:pt idx="22000">
                  <c:v>46.49</c:v>
                </c:pt>
                <c:pt idx="22001">
                  <c:v>25.48</c:v>
                </c:pt>
                <c:pt idx="22002">
                  <c:v>126.96</c:v>
                </c:pt>
                <c:pt idx="22003">
                  <c:v>21.48</c:v>
                </c:pt>
                <c:pt idx="22004">
                  <c:v>69.989999999999995</c:v>
                </c:pt>
                <c:pt idx="22005">
                  <c:v>124.23</c:v>
                </c:pt>
                <c:pt idx="22006">
                  <c:v>194.13</c:v>
                </c:pt>
                <c:pt idx="22007">
                  <c:v>168.97</c:v>
                </c:pt>
                <c:pt idx="22008">
                  <c:v>99.98</c:v>
                </c:pt>
                <c:pt idx="22009">
                  <c:v>178.97</c:v>
                </c:pt>
                <c:pt idx="22010">
                  <c:v>128.02000000000001</c:v>
                </c:pt>
                <c:pt idx="22011">
                  <c:v>99.98</c:v>
                </c:pt>
                <c:pt idx="22012">
                  <c:v>169.98</c:v>
                </c:pt>
                <c:pt idx="22013">
                  <c:v>184.97</c:v>
                </c:pt>
                <c:pt idx="22014">
                  <c:v>102.18</c:v>
                </c:pt>
                <c:pt idx="22015">
                  <c:v>169.98</c:v>
                </c:pt>
                <c:pt idx="22016">
                  <c:v>51.97</c:v>
                </c:pt>
                <c:pt idx="22017">
                  <c:v>84.99</c:v>
                </c:pt>
                <c:pt idx="22018">
                  <c:v>104.97</c:v>
                </c:pt>
                <c:pt idx="22019">
                  <c:v>88.97</c:v>
                </c:pt>
                <c:pt idx="22020">
                  <c:v>93.96</c:v>
                </c:pt>
                <c:pt idx="22021">
                  <c:v>59.98</c:v>
                </c:pt>
                <c:pt idx="22022">
                  <c:v>73.98</c:v>
                </c:pt>
                <c:pt idx="22023">
                  <c:v>59.97</c:v>
                </c:pt>
                <c:pt idx="22024">
                  <c:v>59.97</c:v>
                </c:pt>
                <c:pt idx="22025">
                  <c:v>68.989999999999995</c:v>
                </c:pt>
                <c:pt idx="22026">
                  <c:v>16.29</c:v>
                </c:pt>
                <c:pt idx="22027">
                  <c:v>54.98</c:v>
                </c:pt>
                <c:pt idx="22028">
                  <c:v>16.29</c:v>
                </c:pt>
                <c:pt idx="22029">
                  <c:v>11.29</c:v>
                </c:pt>
                <c:pt idx="22030">
                  <c:v>59.95</c:v>
                </c:pt>
                <c:pt idx="22031">
                  <c:v>29.93</c:v>
                </c:pt>
                <c:pt idx="22032">
                  <c:v>21.94</c:v>
                </c:pt>
                <c:pt idx="22033">
                  <c:v>55.96</c:v>
                </c:pt>
                <c:pt idx="22034">
                  <c:v>59.97</c:v>
                </c:pt>
                <c:pt idx="22035">
                  <c:v>163.98</c:v>
                </c:pt>
                <c:pt idx="22036">
                  <c:v>204.56</c:v>
                </c:pt>
                <c:pt idx="22037">
                  <c:v>229.97</c:v>
                </c:pt>
                <c:pt idx="22038">
                  <c:v>275.33</c:v>
                </c:pt>
                <c:pt idx="22039">
                  <c:v>69.989999999999995</c:v>
                </c:pt>
                <c:pt idx="22040">
                  <c:v>69.989999999999995</c:v>
                </c:pt>
                <c:pt idx="22041">
                  <c:v>169.98</c:v>
                </c:pt>
                <c:pt idx="22042">
                  <c:v>169.98</c:v>
                </c:pt>
                <c:pt idx="22043">
                  <c:v>99.98</c:v>
                </c:pt>
                <c:pt idx="22044">
                  <c:v>275.33</c:v>
                </c:pt>
                <c:pt idx="22045">
                  <c:v>131.97999999999999</c:v>
                </c:pt>
                <c:pt idx="22046">
                  <c:v>131.97999999999999</c:v>
                </c:pt>
                <c:pt idx="22047">
                  <c:v>99.98</c:v>
                </c:pt>
                <c:pt idx="22048">
                  <c:v>204.56</c:v>
                </c:pt>
                <c:pt idx="22049">
                  <c:v>229.97</c:v>
                </c:pt>
                <c:pt idx="22050">
                  <c:v>163.98</c:v>
                </c:pt>
                <c:pt idx="22051">
                  <c:v>181.27</c:v>
                </c:pt>
                <c:pt idx="22052">
                  <c:v>254.97</c:v>
                </c:pt>
                <c:pt idx="22053">
                  <c:v>181.27</c:v>
                </c:pt>
                <c:pt idx="22054">
                  <c:v>163.29</c:v>
                </c:pt>
                <c:pt idx="22055">
                  <c:v>254.97</c:v>
                </c:pt>
                <c:pt idx="22056">
                  <c:v>163.29</c:v>
                </c:pt>
                <c:pt idx="22057">
                  <c:v>59.99</c:v>
                </c:pt>
                <c:pt idx="22058">
                  <c:v>59.99</c:v>
                </c:pt>
                <c:pt idx="22059">
                  <c:v>72.55</c:v>
                </c:pt>
                <c:pt idx="22060">
                  <c:v>72.55</c:v>
                </c:pt>
                <c:pt idx="22061">
                  <c:v>67.930000000000007</c:v>
                </c:pt>
                <c:pt idx="22062">
                  <c:v>64.989999999999995</c:v>
                </c:pt>
                <c:pt idx="22063">
                  <c:v>61.16</c:v>
                </c:pt>
                <c:pt idx="22064">
                  <c:v>64.349999999999994</c:v>
                </c:pt>
                <c:pt idx="22065">
                  <c:v>68.98</c:v>
                </c:pt>
                <c:pt idx="22066">
                  <c:v>57.59</c:v>
                </c:pt>
                <c:pt idx="22067">
                  <c:v>68.98</c:v>
                </c:pt>
                <c:pt idx="22068">
                  <c:v>74.97</c:v>
                </c:pt>
                <c:pt idx="22069">
                  <c:v>55.97</c:v>
                </c:pt>
                <c:pt idx="22070">
                  <c:v>59.98</c:v>
                </c:pt>
                <c:pt idx="22071">
                  <c:v>65.989999999999995</c:v>
                </c:pt>
                <c:pt idx="22072">
                  <c:v>68.97</c:v>
                </c:pt>
                <c:pt idx="22073">
                  <c:v>55.97</c:v>
                </c:pt>
                <c:pt idx="22074">
                  <c:v>59.95</c:v>
                </c:pt>
                <c:pt idx="22075">
                  <c:v>69.98</c:v>
                </c:pt>
                <c:pt idx="22076">
                  <c:v>120.96</c:v>
                </c:pt>
                <c:pt idx="22077">
                  <c:v>65.989999999999995</c:v>
                </c:pt>
                <c:pt idx="22078">
                  <c:v>84.99</c:v>
                </c:pt>
                <c:pt idx="22079">
                  <c:v>65.989999999999995</c:v>
                </c:pt>
                <c:pt idx="22080">
                  <c:v>84.99</c:v>
                </c:pt>
                <c:pt idx="22081">
                  <c:v>82.63</c:v>
                </c:pt>
                <c:pt idx="22082">
                  <c:v>75.97</c:v>
                </c:pt>
                <c:pt idx="22083">
                  <c:v>74.989999999999995</c:v>
                </c:pt>
                <c:pt idx="22084">
                  <c:v>76.510000000000005</c:v>
                </c:pt>
                <c:pt idx="22085">
                  <c:v>100.98</c:v>
                </c:pt>
                <c:pt idx="22086">
                  <c:v>69.98</c:v>
                </c:pt>
                <c:pt idx="22087">
                  <c:v>91.08</c:v>
                </c:pt>
                <c:pt idx="22088">
                  <c:v>100.98</c:v>
                </c:pt>
                <c:pt idx="22089">
                  <c:v>65.98</c:v>
                </c:pt>
                <c:pt idx="22090">
                  <c:v>80.98</c:v>
                </c:pt>
                <c:pt idx="22091">
                  <c:v>67.47</c:v>
                </c:pt>
                <c:pt idx="22092">
                  <c:v>65.989999999999995</c:v>
                </c:pt>
                <c:pt idx="22093">
                  <c:v>-39.53</c:v>
                </c:pt>
                <c:pt idx="22094">
                  <c:v>69.97</c:v>
                </c:pt>
                <c:pt idx="22095">
                  <c:v>26.29</c:v>
                </c:pt>
                <c:pt idx="22096">
                  <c:v>57.98</c:v>
                </c:pt>
                <c:pt idx="22097">
                  <c:v>66.98</c:v>
                </c:pt>
                <c:pt idx="22098">
                  <c:v>55.98</c:v>
                </c:pt>
                <c:pt idx="22099">
                  <c:v>68.97</c:v>
                </c:pt>
                <c:pt idx="22100">
                  <c:v>65.290000000000006</c:v>
                </c:pt>
                <c:pt idx="22101">
                  <c:v>79.849999999999994</c:v>
                </c:pt>
                <c:pt idx="22102">
                  <c:v>40.369999999999997</c:v>
                </c:pt>
                <c:pt idx="22103">
                  <c:v>80.2</c:v>
                </c:pt>
                <c:pt idx="22104">
                  <c:v>171.25</c:v>
                </c:pt>
                <c:pt idx="22105">
                  <c:v>58.98</c:v>
                </c:pt>
                <c:pt idx="22106">
                  <c:v>58.98</c:v>
                </c:pt>
                <c:pt idx="22107">
                  <c:v>140.96</c:v>
                </c:pt>
                <c:pt idx="22108">
                  <c:v>121.98</c:v>
                </c:pt>
                <c:pt idx="22109">
                  <c:v>66.22</c:v>
                </c:pt>
                <c:pt idx="22110">
                  <c:v>108.27</c:v>
                </c:pt>
                <c:pt idx="22111">
                  <c:v>135.28</c:v>
                </c:pt>
                <c:pt idx="22112">
                  <c:v>91.95</c:v>
                </c:pt>
                <c:pt idx="22113">
                  <c:v>115.28</c:v>
                </c:pt>
                <c:pt idx="22114">
                  <c:v>135.28</c:v>
                </c:pt>
                <c:pt idx="22115">
                  <c:v>125.94</c:v>
                </c:pt>
                <c:pt idx="22116">
                  <c:v>191.93</c:v>
                </c:pt>
                <c:pt idx="22117">
                  <c:v>87.67</c:v>
                </c:pt>
                <c:pt idx="22118">
                  <c:v>117.47</c:v>
                </c:pt>
                <c:pt idx="22119">
                  <c:v>92.19</c:v>
                </c:pt>
                <c:pt idx="22120">
                  <c:v>28.49</c:v>
                </c:pt>
                <c:pt idx="22121">
                  <c:v>55.98</c:v>
                </c:pt>
                <c:pt idx="22122">
                  <c:v>96.97</c:v>
                </c:pt>
                <c:pt idx="22123">
                  <c:v>89.98</c:v>
                </c:pt>
                <c:pt idx="22124">
                  <c:v>99.98</c:v>
                </c:pt>
                <c:pt idx="22125">
                  <c:v>105.86</c:v>
                </c:pt>
                <c:pt idx="22126">
                  <c:v>79.98</c:v>
                </c:pt>
                <c:pt idx="22127">
                  <c:v>109.98</c:v>
                </c:pt>
                <c:pt idx="22128">
                  <c:v>81.97</c:v>
                </c:pt>
                <c:pt idx="22129">
                  <c:v>107.98</c:v>
                </c:pt>
                <c:pt idx="22130">
                  <c:v>69.98</c:v>
                </c:pt>
                <c:pt idx="22131">
                  <c:v>119.97</c:v>
                </c:pt>
                <c:pt idx="22132">
                  <c:v>64.98</c:v>
                </c:pt>
                <c:pt idx="22133">
                  <c:v>65.989999999999995</c:v>
                </c:pt>
                <c:pt idx="22134">
                  <c:v>58.98</c:v>
                </c:pt>
                <c:pt idx="22135">
                  <c:v>49.48</c:v>
                </c:pt>
                <c:pt idx="22136">
                  <c:v>47.48</c:v>
                </c:pt>
                <c:pt idx="22137">
                  <c:v>11.49</c:v>
                </c:pt>
                <c:pt idx="22138">
                  <c:v>47.48</c:v>
                </c:pt>
                <c:pt idx="22139">
                  <c:v>61.48</c:v>
                </c:pt>
                <c:pt idx="22140">
                  <c:v>59.98</c:v>
                </c:pt>
                <c:pt idx="22141">
                  <c:v>59.98</c:v>
                </c:pt>
                <c:pt idx="22142">
                  <c:v>99.96</c:v>
                </c:pt>
                <c:pt idx="22143">
                  <c:v>89.97</c:v>
                </c:pt>
                <c:pt idx="22144">
                  <c:v>84.99</c:v>
                </c:pt>
                <c:pt idx="22145">
                  <c:v>84.99</c:v>
                </c:pt>
                <c:pt idx="22146">
                  <c:v>84.99</c:v>
                </c:pt>
                <c:pt idx="22147">
                  <c:v>84.99</c:v>
                </c:pt>
                <c:pt idx="22148">
                  <c:v>131.97999999999999</c:v>
                </c:pt>
                <c:pt idx="22149">
                  <c:v>75.09</c:v>
                </c:pt>
                <c:pt idx="22150">
                  <c:v>84.99</c:v>
                </c:pt>
                <c:pt idx="22151">
                  <c:v>84.99</c:v>
                </c:pt>
                <c:pt idx="22152">
                  <c:v>84.99</c:v>
                </c:pt>
                <c:pt idx="22153">
                  <c:v>65.989999999999995</c:v>
                </c:pt>
                <c:pt idx="22154">
                  <c:v>41.48</c:v>
                </c:pt>
                <c:pt idx="22155">
                  <c:v>55.98</c:v>
                </c:pt>
                <c:pt idx="22156">
                  <c:v>83.97</c:v>
                </c:pt>
                <c:pt idx="22157">
                  <c:v>194.94</c:v>
                </c:pt>
                <c:pt idx="22158">
                  <c:v>119.96</c:v>
                </c:pt>
                <c:pt idx="22159">
                  <c:v>118.97</c:v>
                </c:pt>
                <c:pt idx="22160">
                  <c:v>73.97</c:v>
                </c:pt>
                <c:pt idx="22161">
                  <c:v>189.96</c:v>
                </c:pt>
                <c:pt idx="22162">
                  <c:v>181.95</c:v>
                </c:pt>
                <c:pt idx="22163">
                  <c:v>153.06</c:v>
                </c:pt>
                <c:pt idx="22164">
                  <c:v>139.97</c:v>
                </c:pt>
                <c:pt idx="22165">
                  <c:v>137.97</c:v>
                </c:pt>
                <c:pt idx="22166">
                  <c:v>181.95</c:v>
                </c:pt>
                <c:pt idx="22167">
                  <c:v>55.98</c:v>
                </c:pt>
                <c:pt idx="22168">
                  <c:v>131.96</c:v>
                </c:pt>
                <c:pt idx="22169">
                  <c:v>149.97</c:v>
                </c:pt>
                <c:pt idx="22170">
                  <c:v>149.97</c:v>
                </c:pt>
                <c:pt idx="22171">
                  <c:v>65.98</c:v>
                </c:pt>
                <c:pt idx="22172">
                  <c:v>197.94</c:v>
                </c:pt>
                <c:pt idx="22173">
                  <c:v>97.96</c:v>
                </c:pt>
                <c:pt idx="22174">
                  <c:v>181.95</c:v>
                </c:pt>
                <c:pt idx="22175">
                  <c:v>149.97</c:v>
                </c:pt>
                <c:pt idx="22176">
                  <c:v>231.94</c:v>
                </c:pt>
                <c:pt idx="22177">
                  <c:v>63.96</c:v>
                </c:pt>
                <c:pt idx="22178">
                  <c:v>149.97</c:v>
                </c:pt>
                <c:pt idx="22179">
                  <c:v>149.97</c:v>
                </c:pt>
                <c:pt idx="22180">
                  <c:v>145.97</c:v>
                </c:pt>
                <c:pt idx="22181">
                  <c:v>59.97</c:v>
                </c:pt>
                <c:pt idx="22182">
                  <c:v>132.96</c:v>
                </c:pt>
                <c:pt idx="22183">
                  <c:v>55.97</c:v>
                </c:pt>
                <c:pt idx="22184">
                  <c:v>56.97</c:v>
                </c:pt>
                <c:pt idx="22185">
                  <c:v>131.97999999999999</c:v>
                </c:pt>
                <c:pt idx="22186">
                  <c:v>62.64</c:v>
                </c:pt>
                <c:pt idx="22187">
                  <c:v>84.98</c:v>
                </c:pt>
                <c:pt idx="22188">
                  <c:v>53.96</c:v>
                </c:pt>
                <c:pt idx="22189">
                  <c:v>53.96</c:v>
                </c:pt>
                <c:pt idx="22190">
                  <c:v>87.1</c:v>
                </c:pt>
                <c:pt idx="22191">
                  <c:v>122.19</c:v>
                </c:pt>
                <c:pt idx="22192">
                  <c:v>110.96</c:v>
                </c:pt>
                <c:pt idx="22193">
                  <c:v>79.97</c:v>
                </c:pt>
                <c:pt idx="22194">
                  <c:v>74.95</c:v>
                </c:pt>
                <c:pt idx="22195">
                  <c:v>114.96</c:v>
                </c:pt>
                <c:pt idx="22196">
                  <c:v>53.97</c:v>
                </c:pt>
                <c:pt idx="22197">
                  <c:v>62.09</c:v>
                </c:pt>
                <c:pt idx="22198">
                  <c:v>76.489999999999995</c:v>
                </c:pt>
                <c:pt idx="22199">
                  <c:v>59.96</c:v>
                </c:pt>
                <c:pt idx="22200">
                  <c:v>59.96</c:v>
                </c:pt>
                <c:pt idx="22201">
                  <c:v>159.97999999999999</c:v>
                </c:pt>
                <c:pt idx="22202">
                  <c:v>159.97999999999999</c:v>
                </c:pt>
                <c:pt idx="22203">
                  <c:v>161.28</c:v>
                </c:pt>
                <c:pt idx="22204">
                  <c:v>79.989999999999995</c:v>
                </c:pt>
                <c:pt idx="22205">
                  <c:v>159.97999999999999</c:v>
                </c:pt>
                <c:pt idx="22206">
                  <c:v>159.97</c:v>
                </c:pt>
                <c:pt idx="22207">
                  <c:v>60.99</c:v>
                </c:pt>
                <c:pt idx="22208">
                  <c:v>159.97999999999999</c:v>
                </c:pt>
                <c:pt idx="22209">
                  <c:v>60.99</c:v>
                </c:pt>
                <c:pt idx="22210">
                  <c:v>162.58000000000001</c:v>
                </c:pt>
                <c:pt idx="22211">
                  <c:v>159.97999999999999</c:v>
                </c:pt>
                <c:pt idx="22212">
                  <c:v>159.97999999999999</c:v>
                </c:pt>
                <c:pt idx="22213">
                  <c:v>159.97999999999999</c:v>
                </c:pt>
                <c:pt idx="22214">
                  <c:v>159.97999999999999</c:v>
                </c:pt>
                <c:pt idx="22215">
                  <c:v>162.58000000000001</c:v>
                </c:pt>
                <c:pt idx="22216">
                  <c:v>121.98</c:v>
                </c:pt>
                <c:pt idx="22217">
                  <c:v>162.58000000000001</c:v>
                </c:pt>
                <c:pt idx="22218">
                  <c:v>16.29</c:v>
                </c:pt>
                <c:pt idx="22219">
                  <c:v>60.99</c:v>
                </c:pt>
                <c:pt idx="22220">
                  <c:v>159.97999999999999</c:v>
                </c:pt>
                <c:pt idx="22221">
                  <c:v>104.96</c:v>
                </c:pt>
                <c:pt idx="22222">
                  <c:v>87.52</c:v>
                </c:pt>
                <c:pt idx="22223">
                  <c:v>83.48</c:v>
                </c:pt>
                <c:pt idx="22224">
                  <c:v>73.97</c:v>
                </c:pt>
                <c:pt idx="22225">
                  <c:v>99.96</c:v>
                </c:pt>
                <c:pt idx="22226">
                  <c:v>188.96</c:v>
                </c:pt>
                <c:pt idx="22227">
                  <c:v>188.97</c:v>
                </c:pt>
                <c:pt idx="22228">
                  <c:v>59.98</c:v>
                </c:pt>
                <c:pt idx="22229">
                  <c:v>121.46</c:v>
                </c:pt>
                <c:pt idx="22230">
                  <c:v>206.94</c:v>
                </c:pt>
                <c:pt idx="22231">
                  <c:v>91.96</c:v>
                </c:pt>
                <c:pt idx="22232">
                  <c:v>78.97</c:v>
                </c:pt>
                <c:pt idx="22233">
                  <c:v>82.76</c:v>
                </c:pt>
                <c:pt idx="22234">
                  <c:v>55.98</c:v>
                </c:pt>
                <c:pt idx="22235">
                  <c:v>68.97</c:v>
                </c:pt>
                <c:pt idx="22236">
                  <c:v>55.97</c:v>
                </c:pt>
                <c:pt idx="22237">
                  <c:v>217.43</c:v>
                </c:pt>
                <c:pt idx="22238">
                  <c:v>173.94</c:v>
                </c:pt>
                <c:pt idx="22239">
                  <c:v>59.98</c:v>
                </c:pt>
                <c:pt idx="22240">
                  <c:v>55.98</c:v>
                </c:pt>
                <c:pt idx="22241">
                  <c:v>173.94</c:v>
                </c:pt>
                <c:pt idx="22242">
                  <c:v>157.78</c:v>
                </c:pt>
                <c:pt idx="22243">
                  <c:v>80.97</c:v>
                </c:pt>
                <c:pt idx="22244">
                  <c:v>88.96</c:v>
                </c:pt>
                <c:pt idx="22245">
                  <c:v>78.98</c:v>
                </c:pt>
                <c:pt idx="22246">
                  <c:v>281.39999999999998</c:v>
                </c:pt>
                <c:pt idx="22247">
                  <c:v>57.56</c:v>
                </c:pt>
                <c:pt idx="22248">
                  <c:v>216.94</c:v>
                </c:pt>
                <c:pt idx="22249">
                  <c:v>78.959999999999994</c:v>
                </c:pt>
                <c:pt idx="22250">
                  <c:v>65.98</c:v>
                </c:pt>
                <c:pt idx="22251">
                  <c:v>59.97</c:v>
                </c:pt>
                <c:pt idx="22252">
                  <c:v>69.98</c:v>
                </c:pt>
                <c:pt idx="22253">
                  <c:v>51.98</c:v>
                </c:pt>
                <c:pt idx="22254">
                  <c:v>50.97</c:v>
                </c:pt>
                <c:pt idx="22255">
                  <c:v>125.96</c:v>
                </c:pt>
                <c:pt idx="22256">
                  <c:v>76.97</c:v>
                </c:pt>
                <c:pt idx="22257">
                  <c:v>182.95</c:v>
                </c:pt>
                <c:pt idx="22258">
                  <c:v>110.97</c:v>
                </c:pt>
                <c:pt idx="22259">
                  <c:v>163.94</c:v>
                </c:pt>
                <c:pt idx="22260">
                  <c:v>69.98</c:v>
                </c:pt>
                <c:pt idx="22261">
                  <c:v>45.14</c:v>
                </c:pt>
                <c:pt idx="22262">
                  <c:v>134.97</c:v>
                </c:pt>
                <c:pt idx="22263">
                  <c:v>191.89</c:v>
                </c:pt>
                <c:pt idx="22264">
                  <c:v>63.96</c:v>
                </c:pt>
                <c:pt idx="22265">
                  <c:v>63.96</c:v>
                </c:pt>
                <c:pt idx="22266">
                  <c:v>63.96</c:v>
                </c:pt>
                <c:pt idx="22267">
                  <c:v>63.96</c:v>
                </c:pt>
                <c:pt idx="22268">
                  <c:v>63.96</c:v>
                </c:pt>
                <c:pt idx="22269">
                  <c:v>22.49</c:v>
                </c:pt>
                <c:pt idx="22270">
                  <c:v>52.18</c:v>
                </c:pt>
                <c:pt idx="22271">
                  <c:v>50.98</c:v>
                </c:pt>
                <c:pt idx="22272">
                  <c:v>104.04</c:v>
                </c:pt>
                <c:pt idx="22273">
                  <c:v>74.97</c:v>
                </c:pt>
                <c:pt idx="22274">
                  <c:v>58.97</c:v>
                </c:pt>
                <c:pt idx="22275">
                  <c:v>59.47</c:v>
                </c:pt>
                <c:pt idx="22276">
                  <c:v>69.989999999999995</c:v>
                </c:pt>
                <c:pt idx="22277">
                  <c:v>39.79</c:v>
                </c:pt>
                <c:pt idx="22278">
                  <c:v>169.98</c:v>
                </c:pt>
                <c:pt idx="22279">
                  <c:v>162.18</c:v>
                </c:pt>
                <c:pt idx="22280">
                  <c:v>84.99</c:v>
                </c:pt>
                <c:pt idx="22281">
                  <c:v>137.97999999999999</c:v>
                </c:pt>
                <c:pt idx="22282">
                  <c:v>169.98</c:v>
                </c:pt>
                <c:pt idx="22283">
                  <c:v>139.97999999999999</c:v>
                </c:pt>
                <c:pt idx="22284">
                  <c:v>190.97</c:v>
                </c:pt>
                <c:pt idx="22285">
                  <c:v>190.97</c:v>
                </c:pt>
                <c:pt idx="22286">
                  <c:v>206.97</c:v>
                </c:pt>
                <c:pt idx="22287">
                  <c:v>169.98</c:v>
                </c:pt>
                <c:pt idx="22288">
                  <c:v>169.98</c:v>
                </c:pt>
                <c:pt idx="22289">
                  <c:v>113.87</c:v>
                </c:pt>
                <c:pt idx="22290">
                  <c:v>30.18</c:v>
                </c:pt>
                <c:pt idx="22291">
                  <c:v>169.98</c:v>
                </c:pt>
                <c:pt idx="22292">
                  <c:v>180.97</c:v>
                </c:pt>
                <c:pt idx="22293">
                  <c:v>169.98</c:v>
                </c:pt>
                <c:pt idx="22294">
                  <c:v>65.989999999999995</c:v>
                </c:pt>
                <c:pt idx="22295">
                  <c:v>190.97</c:v>
                </c:pt>
                <c:pt idx="22296">
                  <c:v>159.97999999999999</c:v>
                </c:pt>
                <c:pt idx="22297">
                  <c:v>88.47</c:v>
                </c:pt>
                <c:pt idx="22298">
                  <c:v>33.479999999999997</c:v>
                </c:pt>
                <c:pt idx="22299">
                  <c:v>54.98</c:v>
                </c:pt>
                <c:pt idx="22300">
                  <c:v>35.28</c:v>
                </c:pt>
                <c:pt idx="22301">
                  <c:v>37.479999999999997</c:v>
                </c:pt>
                <c:pt idx="22302">
                  <c:v>35.479999999999997</c:v>
                </c:pt>
                <c:pt idx="22303">
                  <c:v>68.489999999999995</c:v>
                </c:pt>
                <c:pt idx="22304">
                  <c:v>114.27</c:v>
                </c:pt>
                <c:pt idx="22305">
                  <c:v>83.94</c:v>
                </c:pt>
                <c:pt idx="22306">
                  <c:v>69.95</c:v>
                </c:pt>
                <c:pt idx="22307">
                  <c:v>75.959999999999994</c:v>
                </c:pt>
                <c:pt idx="22308">
                  <c:v>187.95</c:v>
                </c:pt>
                <c:pt idx="22309">
                  <c:v>149.94999999999999</c:v>
                </c:pt>
                <c:pt idx="22310">
                  <c:v>119.96</c:v>
                </c:pt>
                <c:pt idx="22311">
                  <c:v>169.94</c:v>
                </c:pt>
                <c:pt idx="22312">
                  <c:v>329.89</c:v>
                </c:pt>
                <c:pt idx="22313">
                  <c:v>199.93</c:v>
                </c:pt>
                <c:pt idx="22314">
                  <c:v>59.98</c:v>
                </c:pt>
                <c:pt idx="22315">
                  <c:v>188.87</c:v>
                </c:pt>
                <c:pt idx="22316">
                  <c:v>109.96</c:v>
                </c:pt>
                <c:pt idx="22317">
                  <c:v>119.96</c:v>
                </c:pt>
                <c:pt idx="22318">
                  <c:v>389.87</c:v>
                </c:pt>
                <c:pt idx="22319">
                  <c:v>59.98</c:v>
                </c:pt>
                <c:pt idx="22320">
                  <c:v>119.96</c:v>
                </c:pt>
                <c:pt idx="22321">
                  <c:v>119.96</c:v>
                </c:pt>
                <c:pt idx="22322">
                  <c:v>239.92</c:v>
                </c:pt>
                <c:pt idx="22323">
                  <c:v>170.83</c:v>
                </c:pt>
                <c:pt idx="22324">
                  <c:v>114.96</c:v>
                </c:pt>
                <c:pt idx="22325">
                  <c:v>119.96</c:v>
                </c:pt>
                <c:pt idx="22326">
                  <c:v>119.96</c:v>
                </c:pt>
                <c:pt idx="22327">
                  <c:v>32.229999999999997</c:v>
                </c:pt>
                <c:pt idx="22328">
                  <c:v>31.48</c:v>
                </c:pt>
                <c:pt idx="22329">
                  <c:v>124.95</c:v>
                </c:pt>
                <c:pt idx="22330">
                  <c:v>86.57</c:v>
                </c:pt>
                <c:pt idx="22331">
                  <c:v>101.96</c:v>
                </c:pt>
                <c:pt idx="22332">
                  <c:v>130.97</c:v>
                </c:pt>
                <c:pt idx="22333">
                  <c:v>59.97</c:v>
                </c:pt>
                <c:pt idx="22334">
                  <c:v>190.76</c:v>
                </c:pt>
                <c:pt idx="22335">
                  <c:v>163.96</c:v>
                </c:pt>
                <c:pt idx="22336">
                  <c:v>147.96</c:v>
                </c:pt>
                <c:pt idx="22337">
                  <c:v>194.96</c:v>
                </c:pt>
                <c:pt idx="22338">
                  <c:v>169.98</c:v>
                </c:pt>
                <c:pt idx="22339">
                  <c:v>138.97</c:v>
                </c:pt>
                <c:pt idx="22340">
                  <c:v>105.96</c:v>
                </c:pt>
                <c:pt idx="22341">
                  <c:v>169.98</c:v>
                </c:pt>
                <c:pt idx="22342">
                  <c:v>134.97999999999999</c:v>
                </c:pt>
                <c:pt idx="22343">
                  <c:v>115.96</c:v>
                </c:pt>
                <c:pt idx="22344">
                  <c:v>144.97999999999999</c:v>
                </c:pt>
                <c:pt idx="22345">
                  <c:v>104.98</c:v>
                </c:pt>
                <c:pt idx="22346">
                  <c:v>145.18</c:v>
                </c:pt>
                <c:pt idx="22347">
                  <c:v>150.91999999999999</c:v>
                </c:pt>
                <c:pt idx="22348">
                  <c:v>100.53</c:v>
                </c:pt>
                <c:pt idx="22349">
                  <c:v>188.86</c:v>
                </c:pt>
                <c:pt idx="22350">
                  <c:v>134.97999999999999</c:v>
                </c:pt>
                <c:pt idx="22351">
                  <c:v>105.98</c:v>
                </c:pt>
                <c:pt idx="22352">
                  <c:v>145.15</c:v>
                </c:pt>
                <c:pt idx="22353">
                  <c:v>61.69</c:v>
                </c:pt>
                <c:pt idx="22354">
                  <c:v>68.930000000000007</c:v>
                </c:pt>
                <c:pt idx="22355">
                  <c:v>68.930000000000007</c:v>
                </c:pt>
                <c:pt idx="22356">
                  <c:v>68.930000000000007</c:v>
                </c:pt>
                <c:pt idx="22357">
                  <c:v>72.55</c:v>
                </c:pt>
                <c:pt idx="22358">
                  <c:v>-58.98</c:v>
                </c:pt>
                <c:pt idx="22359">
                  <c:v>78.98</c:v>
                </c:pt>
                <c:pt idx="22360">
                  <c:v>58.98</c:v>
                </c:pt>
                <c:pt idx="22361">
                  <c:v>56.97</c:v>
                </c:pt>
                <c:pt idx="22362">
                  <c:v>144.94999999999999</c:v>
                </c:pt>
                <c:pt idx="22363">
                  <c:v>59.98</c:v>
                </c:pt>
                <c:pt idx="22364">
                  <c:v>47.98</c:v>
                </c:pt>
                <c:pt idx="22365">
                  <c:v>59.96</c:v>
                </c:pt>
                <c:pt idx="22366">
                  <c:v>204.87</c:v>
                </c:pt>
                <c:pt idx="22367">
                  <c:v>204.87</c:v>
                </c:pt>
                <c:pt idx="22368">
                  <c:v>80.98</c:v>
                </c:pt>
                <c:pt idx="22369">
                  <c:v>106.07</c:v>
                </c:pt>
                <c:pt idx="22370">
                  <c:v>263.95999999999998</c:v>
                </c:pt>
                <c:pt idx="22371">
                  <c:v>-1.2</c:v>
                </c:pt>
                <c:pt idx="22372">
                  <c:v>254.97</c:v>
                </c:pt>
                <c:pt idx="22373">
                  <c:v>16.190000000000001</c:v>
                </c:pt>
                <c:pt idx="22374">
                  <c:v>197.97</c:v>
                </c:pt>
                <c:pt idx="22375">
                  <c:v>254.97</c:v>
                </c:pt>
                <c:pt idx="22376">
                  <c:v>269.95999999999998</c:v>
                </c:pt>
                <c:pt idx="22377">
                  <c:v>16.190000000000001</c:v>
                </c:pt>
                <c:pt idx="22378">
                  <c:v>229.97</c:v>
                </c:pt>
                <c:pt idx="22379">
                  <c:v>197.97</c:v>
                </c:pt>
                <c:pt idx="22380">
                  <c:v>254.97</c:v>
                </c:pt>
                <c:pt idx="22381">
                  <c:v>254.97</c:v>
                </c:pt>
                <c:pt idx="22382">
                  <c:v>169.98</c:v>
                </c:pt>
                <c:pt idx="22383">
                  <c:v>254.97</c:v>
                </c:pt>
                <c:pt idx="22384">
                  <c:v>254.97</c:v>
                </c:pt>
                <c:pt idx="22385">
                  <c:v>254.97</c:v>
                </c:pt>
                <c:pt idx="22386">
                  <c:v>254.97</c:v>
                </c:pt>
                <c:pt idx="22387">
                  <c:v>79.989999999999995</c:v>
                </c:pt>
                <c:pt idx="22388">
                  <c:v>59.96</c:v>
                </c:pt>
                <c:pt idx="22389">
                  <c:v>115.97</c:v>
                </c:pt>
                <c:pt idx="22390">
                  <c:v>99.99</c:v>
                </c:pt>
                <c:pt idx="22391">
                  <c:v>99.99</c:v>
                </c:pt>
                <c:pt idx="22392">
                  <c:v>61.98</c:v>
                </c:pt>
                <c:pt idx="22393">
                  <c:v>-22.98</c:v>
                </c:pt>
                <c:pt idx="22394">
                  <c:v>104.98</c:v>
                </c:pt>
                <c:pt idx="22395">
                  <c:v>101.97</c:v>
                </c:pt>
                <c:pt idx="22396">
                  <c:v>53.98</c:v>
                </c:pt>
                <c:pt idx="22397">
                  <c:v>-54.99</c:v>
                </c:pt>
                <c:pt idx="22398">
                  <c:v>68.989999999999995</c:v>
                </c:pt>
                <c:pt idx="22399">
                  <c:v>118.97</c:v>
                </c:pt>
                <c:pt idx="22400">
                  <c:v>186.95</c:v>
                </c:pt>
                <c:pt idx="22401">
                  <c:v>57.58</c:v>
                </c:pt>
                <c:pt idx="22402">
                  <c:v>65.989999999999995</c:v>
                </c:pt>
                <c:pt idx="22403">
                  <c:v>63.34</c:v>
                </c:pt>
                <c:pt idx="22404">
                  <c:v>119.96</c:v>
                </c:pt>
                <c:pt idx="22405">
                  <c:v>31.48</c:v>
                </c:pt>
                <c:pt idx="22406">
                  <c:v>53.98</c:v>
                </c:pt>
                <c:pt idx="22407">
                  <c:v>67.09</c:v>
                </c:pt>
                <c:pt idx="22408">
                  <c:v>66.62</c:v>
                </c:pt>
                <c:pt idx="22409">
                  <c:v>84.99</c:v>
                </c:pt>
                <c:pt idx="22410">
                  <c:v>82.2</c:v>
                </c:pt>
                <c:pt idx="22411">
                  <c:v>68.989999999999995</c:v>
                </c:pt>
                <c:pt idx="22412">
                  <c:v>77.069999999999993</c:v>
                </c:pt>
                <c:pt idx="22413">
                  <c:v>87.98</c:v>
                </c:pt>
                <c:pt idx="22414">
                  <c:v>54.99</c:v>
                </c:pt>
                <c:pt idx="22415">
                  <c:v>102.43</c:v>
                </c:pt>
                <c:pt idx="22416">
                  <c:v>21.49</c:v>
                </c:pt>
                <c:pt idx="22417">
                  <c:v>51.97</c:v>
                </c:pt>
                <c:pt idx="22418">
                  <c:v>84.99</c:v>
                </c:pt>
                <c:pt idx="22419">
                  <c:v>85.98</c:v>
                </c:pt>
                <c:pt idx="22420">
                  <c:v>104.98</c:v>
                </c:pt>
                <c:pt idx="22421">
                  <c:v>84.99</c:v>
                </c:pt>
                <c:pt idx="22422">
                  <c:v>51.97</c:v>
                </c:pt>
                <c:pt idx="22423">
                  <c:v>124.31</c:v>
                </c:pt>
                <c:pt idx="22424">
                  <c:v>79.34</c:v>
                </c:pt>
                <c:pt idx="22425">
                  <c:v>79.98</c:v>
                </c:pt>
                <c:pt idx="22426">
                  <c:v>-35.979999999999997</c:v>
                </c:pt>
                <c:pt idx="22427">
                  <c:v>84.99</c:v>
                </c:pt>
                <c:pt idx="22428">
                  <c:v>87.6</c:v>
                </c:pt>
                <c:pt idx="22429">
                  <c:v>63.93</c:v>
                </c:pt>
                <c:pt idx="22430">
                  <c:v>85.18</c:v>
                </c:pt>
                <c:pt idx="22431">
                  <c:v>-15.99</c:v>
                </c:pt>
                <c:pt idx="22432">
                  <c:v>84.99</c:v>
                </c:pt>
                <c:pt idx="22433">
                  <c:v>79.98</c:v>
                </c:pt>
                <c:pt idx="22434">
                  <c:v>84.99</c:v>
                </c:pt>
                <c:pt idx="22435">
                  <c:v>137.97</c:v>
                </c:pt>
                <c:pt idx="22436">
                  <c:v>84.99</c:v>
                </c:pt>
                <c:pt idx="22437">
                  <c:v>-2.99</c:v>
                </c:pt>
                <c:pt idx="22438">
                  <c:v>84.99</c:v>
                </c:pt>
                <c:pt idx="22439">
                  <c:v>84.99</c:v>
                </c:pt>
                <c:pt idx="22440">
                  <c:v>64.98</c:v>
                </c:pt>
                <c:pt idx="22441">
                  <c:v>121.95</c:v>
                </c:pt>
                <c:pt idx="22442">
                  <c:v>105.96</c:v>
                </c:pt>
                <c:pt idx="22443">
                  <c:v>68.709999999999994</c:v>
                </c:pt>
                <c:pt idx="22444">
                  <c:v>20.48</c:v>
                </c:pt>
                <c:pt idx="22445">
                  <c:v>178.35</c:v>
                </c:pt>
                <c:pt idx="22446">
                  <c:v>189.97</c:v>
                </c:pt>
                <c:pt idx="22447">
                  <c:v>149.97999999999999</c:v>
                </c:pt>
                <c:pt idx="22448">
                  <c:v>31.28</c:v>
                </c:pt>
                <c:pt idx="22449">
                  <c:v>134.01</c:v>
                </c:pt>
                <c:pt idx="22450">
                  <c:v>42.69</c:v>
                </c:pt>
                <c:pt idx="22451">
                  <c:v>134.01</c:v>
                </c:pt>
                <c:pt idx="22452">
                  <c:v>76.989999999999995</c:v>
                </c:pt>
                <c:pt idx="22453">
                  <c:v>121.98</c:v>
                </c:pt>
                <c:pt idx="22454">
                  <c:v>123.47</c:v>
                </c:pt>
                <c:pt idx="22455">
                  <c:v>79.19</c:v>
                </c:pt>
                <c:pt idx="22456">
                  <c:v>121.98</c:v>
                </c:pt>
                <c:pt idx="22457">
                  <c:v>121.98</c:v>
                </c:pt>
                <c:pt idx="22458">
                  <c:v>121.98</c:v>
                </c:pt>
                <c:pt idx="22459">
                  <c:v>139.97999999999999</c:v>
                </c:pt>
                <c:pt idx="22460">
                  <c:v>42.69</c:v>
                </c:pt>
                <c:pt idx="22461">
                  <c:v>77.790000000000006</c:v>
                </c:pt>
                <c:pt idx="22462">
                  <c:v>139.97999999999999</c:v>
                </c:pt>
                <c:pt idx="22463">
                  <c:v>76.989999999999995</c:v>
                </c:pt>
                <c:pt idx="22464">
                  <c:v>79.989999999999995</c:v>
                </c:pt>
                <c:pt idx="22465">
                  <c:v>79.989999999999995</c:v>
                </c:pt>
                <c:pt idx="22466">
                  <c:v>79.989999999999995</c:v>
                </c:pt>
                <c:pt idx="22467">
                  <c:v>60.99</c:v>
                </c:pt>
                <c:pt idx="22468">
                  <c:v>79.19</c:v>
                </c:pt>
                <c:pt idx="22469">
                  <c:v>94.98</c:v>
                </c:pt>
                <c:pt idx="22470">
                  <c:v>77.790000000000006</c:v>
                </c:pt>
                <c:pt idx="22471">
                  <c:v>60.99</c:v>
                </c:pt>
                <c:pt idx="22472">
                  <c:v>94.98</c:v>
                </c:pt>
                <c:pt idx="22473">
                  <c:v>79.989999999999995</c:v>
                </c:pt>
                <c:pt idx="22474">
                  <c:v>123.47</c:v>
                </c:pt>
                <c:pt idx="22475">
                  <c:v>59.98</c:v>
                </c:pt>
                <c:pt idx="22476">
                  <c:v>61.28</c:v>
                </c:pt>
                <c:pt idx="22477">
                  <c:v>59.98</c:v>
                </c:pt>
                <c:pt idx="22478">
                  <c:v>89.95</c:v>
                </c:pt>
                <c:pt idx="22479">
                  <c:v>99.98</c:v>
                </c:pt>
                <c:pt idx="22480">
                  <c:v>98.47</c:v>
                </c:pt>
                <c:pt idx="22481">
                  <c:v>120.96</c:v>
                </c:pt>
                <c:pt idx="22482">
                  <c:v>77.97</c:v>
                </c:pt>
                <c:pt idx="22483">
                  <c:v>51.97</c:v>
                </c:pt>
                <c:pt idx="22484">
                  <c:v>65.989999999999995</c:v>
                </c:pt>
                <c:pt idx="22485">
                  <c:v>65.989999999999995</c:v>
                </c:pt>
                <c:pt idx="22486">
                  <c:v>134.46</c:v>
                </c:pt>
                <c:pt idx="22487">
                  <c:v>71.319999999999993</c:v>
                </c:pt>
                <c:pt idx="22488">
                  <c:v>102.83</c:v>
                </c:pt>
                <c:pt idx="22489">
                  <c:v>102.83</c:v>
                </c:pt>
                <c:pt idx="22490">
                  <c:v>205.65</c:v>
                </c:pt>
                <c:pt idx="22491">
                  <c:v>68.930000000000007</c:v>
                </c:pt>
                <c:pt idx="22492">
                  <c:v>136.69</c:v>
                </c:pt>
                <c:pt idx="22493">
                  <c:v>67.739999999999995</c:v>
                </c:pt>
                <c:pt idx="22494">
                  <c:v>68.930000000000007</c:v>
                </c:pt>
                <c:pt idx="22495">
                  <c:v>68.930000000000007</c:v>
                </c:pt>
                <c:pt idx="22496">
                  <c:v>66.489999999999995</c:v>
                </c:pt>
                <c:pt idx="22497">
                  <c:v>66.489999999999995</c:v>
                </c:pt>
                <c:pt idx="22498">
                  <c:v>72.53</c:v>
                </c:pt>
                <c:pt idx="22499">
                  <c:v>84.69</c:v>
                </c:pt>
                <c:pt idx="22500">
                  <c:v>31.49</c:v>
                </c:pt>
                <c:pt idx="22501">
                  <c:v>128.44</c:v>
                </c:pt>
                <c:pt idx="22502">
                  <c:v>99.98</c:v>
                </c:pt>
                <c:pt idx="22503">
                  <c:v>120.98</c:v>
                </c:pt>
                <c:pt idx="22504">
                  <c:v>59.39</c:v>
                </c:pt>
                <c:pt idx="22505">
                  <c:v>99.98</c:v>
                </c:pt>
                <c:pt idx="22506">
                  <c:v>65.989999999999995</c:v>
                </c:pt>
                <c:pt idx="22507">
                  <c:v>67.48</c:v>
                </c:pt>
                <c:pt idx="22508">
                  <c:v>170.47</c:v>
                </c:pt>
                <c:pt idx="22509">
                  <c:v>106.97</c:v>
                </c:pt>
                <c:pt idx="22510">
                  <c:v>82.77</c:v>
                </c:pt>
                <c:pt idx="22511">
                  <c:v>81.98</c:v>
                </c:pt>
                <c:pt idx="22512">
                  <c:v>104.98</c:v>
                </c:pt>
                <c:pt idx="22513">
                  <c:v>86.98</c:v>
                </c:pt>
                <c:pt idx="22514">
                  <c:v>99.98</c:v>
                </c:pt>
                <c:pt idx="22515">
                  <c:v>65.989999999999995</c:v>
                </c:pt>
                <c:pt idx="22516">
                  <c:v>193.96</c:v>
                </c:pt>
                <c:pt idx="22517">
                  <c:v>185.94</c:v>
                </c:pt>
                <c:pt idx="22518">
                  <c:v>100.98</c:v>
                </c:pt>
                <c:pt idx="22519">
                  <c:v>84.99</c:v>
                </c:pt>
                <c:pt idx="22520">
                  <c:v>100.98</c:v>
                </c:pt>
                <c:pt idx="22521">
                  <c:v>84.99</c:v>
                </c:pt>
                <c:pt idx="22522">
                  <c:v>185.97</c:v>
                </c:pt>
                <c:pt idx="22523">
                  <c:v>132.77000000000001</c:v>
                </c:pt>
                <c:pt idx="22524">
                  <c:v>185.96</c:v>
                </c:pt>
                <c:pt idx="22525">
                  <c:v>58.97</c:v>
                </c:pt>
                <c:pt idx="22526">
                  <c:v>65.98</c:v>
                </c:pt>
                <c:pt idx="22527">
                  <c:v>54.98</c:v>
                </c:pt>
                <c:pt idx="22528">
                  <c:v>64.98</c:v>
                </c:pt>
                <c:pt idx="22529">
                  <c:v>84.99</c:v>
                </c:pt>
                <c:pt idx="22530">
                  <c:v>65.989999999999995</c:v>
                </c:pt>
                <c:pt idx="22531">
                  <c:v>75.510000000000005</c:v>
                </c:pt>
                <c:pt idx="22532">
                  <c:v>84.99</c:v>
                </c:pt>
                <c:pt idx="22533">
                  <c:v>65.989999999999995</c:v>
                </c:pt>
                <c:pt idx="22534">
                  <c:v>84.99</c:v>
                </c:pt>
                <c:pt idx="22535">
                  <c:v>84.99</c:v>
                </c:pt>
                <c:pt idx="22536">
                  <c:v>79.98</c:v>
                </c:pt>
                <c:pt idx="22537">
                  <c:v>82.98</c:v>
                </c:pt>
                <c:pt idx="22538">
                  <c:v>84.99</c:v>
                </c:pt>
                <c:pt idx="22539">
                  <c:v>84.99</c:v>
                </c:pt>
                <c:pt idx="22540">
                  <c:v>98.98</c:v>
                </c:pt>
                <c:pt idx="22541">
                  <c:v>84.99</c:v>
                </c:pt>
                <c:pt idx="22542">
                  <c:v>84.99</c:v>
                </c:pt>
                <c:pt idx="22543">
                  <c:v>65.989999999999995</c:v>
                </c:pt>
                <c:pt idx="22544">
                  <c:v>84.99</c:v>
                </c:pt>
                <c:pt idx="22545">
                  <c:v>65.989999999999995</c:v>
                </c:pt>
                <c:pt idx="22546">
                  <c:v>84.99</c:v>
                </c:pt>
                <c:pt idx="22547">
                  <c:v>65.989999999999995</c:v>
                </c:pt>
                <c:pt idx="22548">
                  <c:v>84.99</c:v>
                </c:pt>
                <c:pt idx="22549">
                  <c:v>75.09</c:v>
                </c:pt>
                <c:pt idx="22550">
                  <c:v>79.06</c:v>
                </c:pt>
                <c:pt idx="22551">
                  <c:v>98.98</c:v>
                </c:pt>
                <c:pt idx="22552">
                  <c:v>76.41</c:v>
                </c:pt>
                <c:pt idx="22553">
                  <c:v>84.99</c:v>
                </c:pt>
                <c:pt idx="22554">
                  <c:v>101.77</c:v>
                </c:pt>
                <c:pt idx="22555">
                  <c:v>84.99</c:v>
                </c:pt>
                <c:pt idx="22556">
                  <c:v>65.47</c:v>
                </c:pt>
                <c:pt idx="22557">
                  <c:v>55.96</c:v>
                </c:pt>
                <c:pt idx="22558">
                  <c:v>59.95</c:v>
                </c:pt>
                <c:pt idx="22559">
                  <c:v>53.96</c:v>
                </c:pt>
                <c:pt idx="22560">
                  <c:v>71.94</c:v>
                </c:pt>
                <c:pt idx="22561">
                  <c:v>93.96</c:v>
                </c:pt>
                <c:pt idx="22562">
                  <c:v>76.97</c:v>
                </c:pt>
                <c:pt idx="22563">
                  <c:v>14.99</c:v>
                </c:pt>
                <c:pt idx="22564">
                  <c:v>12.49</c:v>
                </c:pt>
                <c:pt idx="22565">
                  <c:v>12.19</c:v>
                </c:pt>
                <c:pt idx="22566">
                  <c:v>76.180000000000007</c:v>
                </c:pt>
                <c:pt idx="22567">
                  <c:v>12.49</c:v>
                </c:pt>
                <c:pt idx="22568">
                  <c:v>14.99</c:v>
                </c:pt>
                <c:pt idx="22569">
                  <c:v>112.48</c:v>
                </c:pt>
                <c:pt idx="22570">
                  <c:v>76.489999999999995</c:v>
                </c:pt>
                <c:pt idx="22571">
                  <c:v>51.94</c:v>
                </c:pt>
                <c:pt idx="22572">
                  <c:v>123.94</c:v>
                </c:pt>
                <c:pt idx="22573">
                  <c:v>49.83</c:v>
                </c:pt>
                <c:pt idx="22574">
                  <c:v>28.24</c:v>
                </c:pt>
                <c:pt idx="22575">
                  <c:v>29.28</c:v>
                </c:pt>
                <c:pt idx="22576">
                  <c:v>53.99</c:v>
                </c:pt>
                <c:pt idx="22577">
                  <c:v>79.98</c:v>
                </c:pt>
                <c:pt idx="22578">
                  <c:v>83.53</c:v>
                </c:pt>
                <c:pt idx="22579">
                  <c:v>84.99</c:v>
                </c:pt>
                <c:pt idx="22580">
                  <c:v>84.99</c:v>
                </c:pt>
                <c:pt idx="22581">
                  <c:v>84.99</c:v>
                </c:pt>
                <c:pt idx="22582">
                  <c:v>84.99</c:v>
                </c:pt>
                <c:pt idx="22583">
                  <c:v>83.29</c:v>
                </c:pt>
                <c:pt idx="22584">
                  <c:v>59.39</c:v>
                </c:pt>
                <c:pt idx="22585">
                  <c:v>78.33</c:v>
                </c:pt>
                <c:pt idx="22586">
                  <c:v>84.99</c:v>
                </c:pt>
                <c:pt idx="22587">
                  <c:v>84.99</c:v>
                </c:pt>
                <c:pt idx="22588">
                  <c:v>79.98</c:v>
                </c:pt>
                <c:pt idx="22589">
                  <c:v>119.97</c:v>
                </c:pt>
                <c:pt idx="22590">
                  <c:v>80.739999999999995</c:v>
                </c:pt>
                <c:pt idx="22591">
                  <c:v>77.180000000000007</c:v>
                </c:pt>
                <c:pt idx="22592">
                  <c:v>84.99</c:v>
                </c:pt>
                <c:pt idx="22593">
                  <c:v>84.99</c:v>
                </c:pt>
                <c:pt idx="22594">
                  <c:v>84.99</c:v>
                </c:pt>
                <c:pt idx="22595">
                  <c:v>169.98</c:v>
                </c:pt>
                <c:pt idx="22596">
                  <c:v>84.99</c:v>
                </c:pt>
                <c:pt idx="22597">
                  <c:v>82.44</c:v>
                </c:pt>
                <c:pt idx="22598">
                  <c:v>50.97</c:v>
                </c:pt>
                <c:pt idx="22599">
                  <c:v>185.43</c:v>
                </c:pt>
                <c:pt idx="22600">
                  <c:v>101.97</c:v>
                </c:pt>
                <c:pt idx="22601">
                  <c:v>83.48</c:v>
                </c:pt>
                <c:pt idx="22602">
                  <c:v>39.979999999999997</c:v>
                </c:pt>
                <c:pt idx="22603">
                  <c:v>40.479999999999997</c:v>
                </c:pt>
                <c:pt idx="22604">
                  <c:v>84.99</c:v>
                </c:pt>
                <c:pt idx="22605">
                  <c:v>85.96</c:v>
                </c:pt>
                <c:pt idx="22606">
                  <c:v>116.95</c:v>
                </c:pt>
                <c:pt idx="22607">
                  <c:v>99.95</c:v>
                </c:pt>
                <c:pt idx="22608">
                  <c:v>99.95</c:v>
                </c:pt>
                <c:pt idx="22609">
                  <c:v>59.28</c:v>
                </c:pt>
                <c:pt idx="22610">
                  <c:v>59.28</c:v>
                </c:pt>
                <c:pt idx="22611">
                  <c:v>41.29</c:v>
                </c:pt>
                <c:pt idx="22612">
                  <c:v>41.29</c:v>
                </c:pt>
                <c:pt idx="22613">
                  <c:v>147.6</c:v>
                </c:pt>
                <c:pt idx="22614">
                  <c:v>159.69999999999999</c:v>
                </c:pt>
                <c:pt idx="22615">
                  <c:v>99.2</c:v>
                </c:pt>
                <c:pt idx="22616">
                  <c:v>159.69999999999999</c:v>
                </c:pt>
                <c:pt idx="22617">
                  <c:v>159.69999999999999</c:v>
                </c:pt>
                <c:pt idx="22618">
                  <c:v>163.07</c:v>
                </c:pt>
                <c:pt idx="22619">
                  <c:v>179.04</c:v>
                </c:pt>
                <c:pt idx="22620">
                  <c:v>198.39</c:v>
                </c:pt>
                <c:pt idx="22621">
                  <c:v>148.79</c:v>
                </c:pt>
                <c:pt idx="22622">
                  <c:v>79.849999999999994</c:v>
                </c:pt>
                <c:pt idx="22623">
                  <c:v>55.96</c:v>
                </c:pt>
                <c:pt idx="22624">
                  <c:v>29.93</c:v>
                </c:pt>
                <c:pt idx="22625">
                  <c:v>26.29</c:v>
                </c:pt>
                <c:pt idx="22626">
                  <c:v>135.46</c:v>
                </c:pt>
                <c:pt idx="22627">
                  <c:v>41.49</c:v>
                </c:pt>
                <c:pt idx="22628">
                  <c:v>29.68</c:v>
                </c:pt>
                <c:pt idx="22629">
                  <c:v>65.540000000000006</c:v>
                </c:pt>
                <c:pt idx="22630">
                  <c:v>58.47</c:v>
                </c:pt>
                <c:pt idx="22631">
                  <c:v>60.99</c:v>
                </c:pt>
                <c:pt idx="22632">
                  <c:v>87.97</c:v>
                </c:pt>
                <c:pt idx="22633">
                  <c:v>84.99</c:v>
                </c:pt>
                <c:pt idx="22634">
                  <c:v>99.98</c:v>
                </c:pt>
                <c:pt idx="22635">
                  <c:v>184.97</c:v>
                </c:pt>
                <c:pt idx="22636">
                  <c:v>184.92</c:v>
                </c:pt>
                <c:pt idx="22637">
                  <c:v>137.94</c:v>
                </c:pt>
                <c:pt idx="22638">
                  <c:v>184.92</c:v>
                </c:pt>
                <c:pt idx="22639">
                  <c:v>137.94</c:v>
                </c:pt>
                <c:pt idx="22640">
                  <c:v>124.98</c:v>
                </c:pt>
                <c:pt idx="22641">
                  <c:v>59.98</c:v>
                </c:pt>
                <c:pt idx="22642">
                  <c:v>159.69999999999999</c:v>
                </c:pt>
                <c:pt idx="22643">
                  <c:v>159.69999999999999</c:v>
                </c:pt>
                <c:pt idx="22644">
                  <c:v>159.69999999999999</c:v>
                </c:pt>
                <c:pt idx="22645">
                  <c:v>159.69999999999999</c:v>
                </c:pt>
                <c:pt idx="22646">
                  <c:v>159.69999999999999</c:v>
                </c:pt>
                <c:pt idx="22647">
                  <c:v>159.69999999999999</c:v>
                </c:pt>
                <c:pt idx="22648">
                  <c:v>135.74</c:v>
                </c:pt>
                <c:pt idx="22649">
                  <c:v>159.69999999999999</c:v>
                </c:pt>
                <c:pt idx="22650">
                  <c:v>176.87</c:v>
                </c:pt>
                <c:pt idx="22651">
                  <c:v>159.69999999999999</c:v>
                </c:pt>
                <c:pt idx="22652">
                  <c:v>159.69999999999999</c:v>
                </c:pt>
                <c:pt idx="22653">
                  <c:v>160.88999999999999</c:v>
                </c:pt>
                <c:pt idx="22654">
                  <c:v>147.6</c:v>
                </c:pt>
                <c:pt idx="22655">
                  <c:v>200.82</c:v>
                </c:pt>
                <c:pt idx="22656">
                  <c:v>159.69999999999999</c:v>
                </c:pt>
                <c:pt idx="22657">
                  <c:v>52.23</c:v>
                </c:pt>
                <c:pt idx="22658">
                  <c:v>59.98</c:v>
                </c:pt>
                <c:pt idx="22659">
                  <c:v>59.98</c:v>
                </c:pt>
                <c:pt idx="22660">
                  <c:v>59.96</c:v>
                </c:pt>
                <c:pt idx="22661">
                  <c:v>62.47</c:v>
                </c:pt>
                <c:pt idx="22662">
                  <c:v>62.47</c:v>
                </c:pt>
                <c:pt idx="22663">
                  <c:v>62.47</c:v>
                </c:pt>
                <c:pt idx="22664">
                  <c:v>69.989999999999995</c:v>
                </c:pt>
                <c:pt idx="22665">
                  <c:v>69.989999999999995</c:v>
                </c:pt>
                <c:pt idx="22666">
                  <c:v>77.97</c:v>
                </c:pt>
                <c:pt idx="22667">
                  <c:v>85.96</c:v>
                </c:pt>
                <c:pt idx="22668">
                  <c:v>23.98</c:v>
                </c:pt>
                <c:pt idx="22669">
                  <c:v>63.98</c:v>
                </c:pt>
                <c:pt idx="22670">
                  <c:v>84.94</c:v>
                </c:pt>
                <c:pt idx="22671">
                  <c:v>449.2</c:v>
                </c:pt>
                <c:pt idx="22672">
                  <c:v>521.85</c:v>
                </c:pt>
                <c:pt idx="22673">
                  <c:v>309.89999999999998</c:v>
                </c:pt>
                <c:pt idx="22674">
                  <c:v>110.96</c:v>
                </c:pt>
                <c:pt idx="22675">
                  <c:v>459.87</c:v>
                </c:pt>
                <c:pt idx="22676">
                  <c:v>480.87</c:v>
                </c:pt>
                <c:pt idx="22677">
                  <c:v>443.88</c:v>
                </c:pt>
                <c:pt idx="22678">
                  <c:v>63.96</c:v>
                </c:pt>
                <c:pt idx="22679">
                  <c:v>113.09</c:v>
                </c:pt>
                <c:pt idx="22680">
                  <c:v>61.18</c:v>
                </c:pt>
                <c:pt idx="22681">
                  <c:v>71.680000000000007</c:v>
                </c:pt>
                <c:pt idx="22682">
                  <c:v>59.99</c:v>
                </c:pt>
                <c:pt idx="22683">
                  <c:v>56.97</c:v>
                </c:pt>
                <c:pt idx="22684">
                  <c:v>51.23</c:v>
                </c:pt>
                <c:pt idx="22685">
                  <c:v>61.98</c:v>
                </c:pt>
                <c:pt idx="22686">
                  <c:v>59.98</c:v>
                </c:pt>
                <c:pt idx="22687">
                  <c:v>131.97999999999999</c:v>
                </c:pt>
                <c:pt idx="22688">
                  <c:v>94.48</c:v>
                </c:pt>
                <c:pt idx="22689">
                  <c:v>164.98</c:v>
                </c:pt>
                <c:pt idx="22690">
                  <c:v>69.98</c:v>
                </c:pt>
                <c:pt idx="22691">
                  <c:v>143.28</c:v>
                </c:pt>
                <c:pt idx="22692">
                  <c:v>88.77</c:v>
                </c:pt>
                <c:pt idx="22693">
                  <c:v>164.98</c:v>
                </c:pt>
                <c:pt idx="22694">
                  <c:v>114.96</c:v>
                </c:pt>
                <c:pt idx="22695">
                  <c:v>55.98</c:v>
                </c:pt>
                <c:pt idx="22696">
                  <c:v>131.97999999999999</c:v>
                </c:pt>
                <c:pt idx="22697">
                  <c:v>200.4</c:v>
                </c:pt>
                <c:pt idx="22698">
                  <c:v>79.989999999999995</c:v>
                </c:pt>
                <c:pt idx="22699">
                  <c:v>119.96</c:v>
                </c:pt>
                <c:pt idx="22700">
                  <c:v>200.4</c:v>
                </c:pt>
                <c:pt idx="22701">
                  <c:v>79.989999999999995</c:v>
                </c:pt>
                <c:pt idx="22702">
                  <c:v>79.989999999999995</c:v>
                </c:pt>
                <c:pt idx="22703">
                  <c:v>116.14</c:v>
                </c:pt>
                <c:pt idx="22704">
                  <c:v>116.14</c:v>
                </c:pt>
                <c:pt idx="22705">
                  <c:v>116.14</c:v>
                </c:pt>
                <c:pt idx="22706">
                  <c:v>99.96</c:v>
                </c:pt>
                <c:pt idx="22707">
                  <c:v>116.14</c:v>
                </c:pt>
                <c:pt idx="22708">
                  <c:v>88.77</c:v>
                </c:pt>
                <c:pt idx="22709">
                  <c:v>200.4</c:v>
                </c:pt>
                <c:pt idx="22710">
                  <c:v>143.28</c:v>
                </c:pt>
                <c:pt idx="22711">
                  <c:v>200.4</c:v>
                </c:pt>
                <c:pt idx="22712">
                  <c:v>143.28</c:v>
                </c:pt>
                <c:pt idx="22713">
                  <c:v>55.98</c:v>
                </c:pt>
                <c:pt idx="22714">
                  <c:v>55.98</c:v>
                </c:pt>
                <c:pt idx="22715">
                  <c:v>55.98</c:v>
                </c:pt>
                <c:pt idx="22716">
                  <c:v>69.98</c:v>
                </c:pt>
                <c:pt idx="22717">
                  <c:v>145.72</c:v>
                </c:pt>
                <c:pt idx="22718">
                  <c:v>77.540000000000006</c:v>
                </c:pt>
                <c:pt idx="22719">
                  <c:v>88.77</c:v>
                </c:pt>
                <c:pt idx="22720">
                  <c:v>143.28</c:v>
                </c:pt>
                <c:pt idx="22721">
                  <c:v>119.96</c:v>
                </c:pt>
                <c:pt idx="22722">
                  <c:v>164.98</c:v>
                </c:pt>
                <c:pt idx="22723">
                  <c:v>114.96</c:v>
                </c:pt>
                <c:pt idx="22724">
                  <c:v>114.96</c:v>
                </c:pt>
                <c:pt idx="22725">
                  <c:v>168.54</c:v>
                </c:pt>
                <c:pt idx="22726">
                  <c:v>114.96</c:v>
                </c:pt>
                <c:pt idx="22727">
                  <c:v>116.4</c:v>
                </c:pt>
                <c:pt idx="22728">
                  <c:v>121.46</c:v>
                </c:pt>
                <c:pt idx="22729">
                  <c:v>116.4</c:v>
                </c:pt>
                <c:pt idx="22730">
                  <c:v>120.1</c:v>
                </c:pt>
                <c:pt idx="22731">
                  <c:v>76.489999999999995</c:v>
                </c:pt>
                <c:pt idx="22732">
                  <c:v>120.1</c:v>
                </c:pt>
                <c:pt idx="22733">
                  <c:v>94.48</c:v>
                </c:pt>
                <c:pt idx="22734">
                  <c:v>120.1</c:v>
                </c:pt>
                <c:pt idx="22735">
                  <c:v>120.1</c:v>
                </c:pt>
                <c:pt idx="22736">
                  <c:v>145.72</c:v>
                </c:pt>
                <c:pt idx="22737">
                  <c:v>98.96</c:v>
                </c:pt>
                <c:pt idx="22738">
                  <c:v>89.07</c:v>
                </c:pt>
                <c:pt idx="22739">
                  <c:v>121.46</c:v>
                </c:pt>
                <c:pt idx="22740">
                  <c:v>76.489999999999995</c:v>
                </c:pt>
                <c:pt idx="22741">
                  <c:v>220.53</c:v>
                </c:pt>
                <c:pt idx="22742">
                  <c:v>76.489999999999995</c:v>
                </c:pt>
                <c:pt idx="22743">
                  <c:v>121.46</c:v>
                </c:pt>
                <c:pt idx="22744">
                  <c:v>116.4</c:v>
                </c:pt>
                <c:pt idx="22745">
                  <c:v>145.72</c:v>
                </c:pt>
                <c:pt idx="22746">
                  <c:v>220.53</c:v>
                </c:pt>
                <c:pt idx="22747">
                  <c:v>145.72</c:v>
                </c:pt>
                <c:pt idx="22748">
                  <c:v>98.96</c:v>
                </c:pt>
                <c:pt idx="22749">
                  <c:v>220.53</c:v>
                </c:pt>
                <c:pt idx="22750">
                  <c:v>69.98</c:v>
                </c:pt>
                <c:pt idx="22751">
                  <c:v>76.489999999999995</c:v>
                </c:pt>
                <c:pt idx="22752">
                  <c:v>69.98</c:v>
                </c:pt>
                <c:pt idx="22753">
                  <c:v>220.53</c:v>
                </c:pt>
                <c:pt idx="22754">
                  <c:v>152.97999999999999</c:v>
                </c:pt>
                <c:pt idx="22755">
                  <c:v>152.97999999999999</c:v>
                </c:pt>
                <c:pt idx="22756">
                  <c:v>89.07</c:v>
                </c:pt>
                <c:pt idx="22757">
                  <c:v>130.66</c:v>
                </c:pt>
                <c:pt idx="22758">
                  <c:v>130.66</c:v>
                </c:pt>
                <c:pt idx="22759">
                  <c:v>130.66</c:v>
                </c:pt>
                <c:pt idx="22760">
                  <c:v>202.39</c:v>
                </c:pt>
                <c:pt idx="22761">
                  <c:v>202.39</c:v>
                </c:pt>
                <c:pt idx="22762">
                  <c:v>66.959999999999994</c:v>
                </c:pt>
                <c:pt idx="22763">
                  <c:v>130.66</c:v>
                </c:pt>
                <c:pt idx="22764">
                  <c:v>66.959999999999994</c:v>
                </c:pt>
                <c:pt idx="22765">
                  <c:v>152.97999999999999</c:v>
                </c:pt>
                <c:pt idx="22766">
                  <c:v>119.96</c:v>
                </c:pt>
                <c:pt idx="22767">
                  <c:v>66.959999999999994</c:v>
                </c:pt>
                <c:pt idx="22768">
                  <c:v>66.959999999999994</c:v>
                </c:pt>
                <c:pt idx="22769">
                  <c:v>89.07</c:v>
                </c:pt>
                <c:pt idx="22770">
                  <c:v>202.39</c:v>
                </c:pt>
                <c:pt idx="22771">
                  <c:v>53.96</c:v>
                </c:pt>
                <c:pt idx="22772">
                  <c:v>118.96</c:v>
                </c:pt>
                <c:pt idx="22773">
                  <c:v>116.4</c:v>
                </c:pt>
                <c:pt idx="22774">
                  <c:v>118.96</c:v>
                </c:pt>
                <c:pt idx="22775">
                  <c:v>79.989999999999995</c:v>
                </c:pt>
                <c:pt idx="22776">
                  <c:v>89.07</c:v>
                </c:pt>
                <c:pt idx="22777">
                  <c:v>202.39</c:v>
                </c:pt>
                <c:pt idx="22778">
                  <c:v>53.96</c:v>
                </c:pt>
                <c:pt idx="22779">
                  <c:v>118.96</c:v>
                </c:pt>
                <c:pt idx="22780">
                  <c:v>121.46</c:v>
                </c:pt>
                <c:pt idx="22781">
                  <c:v>152.97999999999999</c:v>
                </c:pt>
                <c:pt idx="22782">
                  <c:v>118.96</c:v>
                </c:pt>
                <c:pt idx="22783">
                  <c:v>114.96</c:v>
                </c:pt>
                <c:pt idx="22784">
                  <c:v>164.98</c:v>
                </c:pt>
                <c:pt idx="22785">
                  <c:v>104.94</c:v>
                </c:pt>
                <c:pt idx="22786">
                  <c:v>88.77</c:v>
                </c:pt>
                <c:pt idx="22787">
                  <c:v>118.76</c:v>
                </c:pt>
                <c:pt idx="22788">
                  <c:v>119.96</c:v>
                </c:pt>
                <c:pt idx="22789">
                  <c:v>114.96</c:v>
                </c:pt>
                <c:pt idx="22790">
                  <c:v>121.98</c:v>
                </c:pt>
                <c:pt idx="22791">
                  <c:v>98.26</c:v>
                </c:pt>
                <c:pt idx="22792">
                  <c:v>216.72</c:v>
                </c:pt>
                <c:pt idx="22793">
                  <c:v>216.72</c:v>
                </c:pt>
                <c:pt idx="22794">
                  <c:v>99.96</c:v>
                </c:pt>
                <c:pt idx="22795">
                  <c:v>79.989999999999995</c:v>
                </c:pt>
                <c:pt idx="22796">
                  <c:v>79.989999999999995</c:v>
                </c:pt>
                <c:pt idx="22797">
                  <c:v>77.540000000000006</c:v>
                </c:pt>
                <c:pt idx="22798">
                  <c:v>216.72</c:v>
                </c:pt>
                <c:pt idx="22799">
                  <c:v>114.56</c:v>
                </c:pt>
                <c:pt idx="22800">
                  <c:v>79.989999999999995</c:v>
                </c:pt>
                <c:pt idx="22801">
                  <c:v>114.56</c:v>
                </c:pt>
                <c:pt idx="22802">
                  <c:v>114.56</c:v>
                </c:pt>
                <c:pt idx="22803">
                  <c:v>98.96</c:v>
                </c:pt>
                <c:pt idx="22804">
                  <c:v>104.94</c:v>
                </c:pt>
                <c:pt idx="22805">
                  <c:v>168.54</c:v>
                </c:pt>
                <c:pt idx="22806">
                  <c:v>118.76</c:v>
                </c:pt>
                <c:pt idx="22807">
                  <c:v>216.72</c:v>
                </c:pt>
                <c:pt idx="22808">
                  <c:v>77.540000000000006</c:v>
                </c:pt>
                <c:pt idx="22809">
                  <c:v>94.48</c:v>
                </c:pt>
                <c:pt idx="22810">
                  <c:v>98.26</c:v>
                </c:pt>
                <c:pt idx="22811">
                  <c:v>53.96</c:v>
                </c:pt>
                <c:pt idx="22812">
                  <c:v>168.54</c:v>
                </c:pt>
                <c:pt idx="22813">
                  <c:v>152.97999999999999</c:v>
                </c:pt>
                <c:pt idx="22814">
                  <c:v>118.76</c:v>
                </c:pt>
                <c:pt idx="22815">
                  <c:v>206.94</c:v>
                </c:pt>
                <c:pt idx="22816">
                  <c:v>206.94</c:v>
                </c:pt>
                <c:pt idx="22817">
                  <c:v>79.989999999999995</c:v>
                </c:pt>
                <c:pt idx="22818">
                  <c:v>168.54</c:v>
                </c:pt>
                <c:pt idx="22819">
                  <c:v>206.94</c:v>
                </c:pt>
                <c:pt idx="22820">
                  <c:v>131.97999999999999</c:v>
                </c:pt>
                <c:pt idx="22821">
                  <c:v>104.94</c:v>
                </c:pt>
                <c:pt idx="22822">
                  <c:v>152.97999999999999</c:v>
                </c:pt>
                <c:pt idx="22823">
                  <c:v>152.97999999999999</c:v>
                </c:pt>
                <c:pt idx="22824">
                  <c:v>131.97999999999999</c:v>
                </c:pt>
                <c:pt idx="22825">
                  <c:v>152.97999999999999</c:v>
                </c:pt>
                <c:pt idx="22826">
                  <c:v>94.48</c:v>
                </c:pt>
                <c:pt idx="22827">
                  <c:v>121.98</c:v>
                </c:pt>
                <c:pt idx="22828">
                  <c:v>114.56</c:v>
                </c:pt>
                <c:pt idx="22829">
                  <c:v>98.26</c:v>
                </c:pt>
                <c:pt idx="22830">
                  <c:v>98.96</c:v>
                </c:pt>
                <c:pt idx="22831">
                  <c:v>53.96</c:v>
                </c:pt>
                <c:pt idx="22832">
                  <c:v>121.98</c:v>
                </c:pt>
                <c:pt idx="22833">
                  <c:v>121.98</c:v>
                </c:pt>
                <c:pt idx="22834">
                  <c:v>206.94</c:v>
                </c:pt>
                <c:pt idx="22835">
                  <c:v>114.96</c:v>
                </c:pt>
                <c:pt idx="22836">
                  <c:v>99.96</c:v>
                </c:pt>
                <c:pt idx="22837">
                  <c:v>118.76</c:v>
                </c:pt>
                <c:pt idx="22838">
                  <c:v>77.540000000000006</c:v>
                </c:pt>
                <c:pt idx="22839">
                  <c:v>99.96</c:v>
                </c:pt>
                <c:pt idx="22840">
                  <c:v>98.26</c:v>
                </c:pt>
                <c:pt idx="22841">
                  <c:v>104.94</c:v>
                </c:pt>
                <c:pt idx="22842">
                  <c:v>114.96</c:v>
                </c:pt>
                <c:pt idx="22843">
                  <c:v>201.96</c:v>
                </c:pt>
                <c:pt idx="22844">
                  <c:v>165.67</c:v>
                </c:pt>
                <c:pt idx="22845">
                  <c:v>54.99</c:v>
                </c:pt>
                <c:pt idx="22846">
                  <c:v>103.97</c:v>
                </c:pt>
                <c:pt idx="22847">
                  <c:v>34.979999999999997</c:v>
                </c:pt>
                <c:pt idx="22848">
                  <c:v>62.98</c:v>
                </c:pt>
                <c:pt idx="22849">
                  <c:v>68.989999999999995</c:v>
                </c:pt>
                <c:pt idx="22850">
                  <c:v>39.61</c:v>
                </c:pt>
                <c:pt idx="22851">
                  <c:v>17.29</c:v>
                </c:pt>
                <c:pt idx="22852">
                  <c:v>120.98</c:v>
                </c:pt>
                <c:pt idx="22853">
                  <c:v>123.96</c:v>
                </c:pt>
                <c:pt idx="22854">
                  <c:v>123.96</c:v>
                </c:pt>
                <c:pt idx="22855">
                  <c:v>123.96</c:v>
                </c:pt>
                <c:pt idx="22856">
                  <c:v>119.31</c:v>
                </c:pt>
                <c:pt idx="22857">
                  <c:v>92.97</c:v>
                </c:pt>
                <c:pt idx="22858">
                  <c:v>123.96</c:v>
                </c:pt>
                <c:pt idx="22859">
                  <c:v>83.67</c:v>
                </c:pt>
                <c:pt idx="22860">
                  <c:v>123.96</c:v>
                </c:pt>
                <c:pt idx="22861">
                  <c:v>123.96</c:v>
                </c:pt>
                <c:pt idx="22862">
                  <c:v>121.48</c:v>
                </c:pt>
                <c:pt idx="22863">
                  <c:v>123.96</c:v>
                </c:pt>
                <c:pt idx="22864">
                  <c:v>61.98</c:v>
                </c:pt>
                <c:pt idx="22865">
                  <c:v>120.24</c:v>
                </c:pt>
                <c:pt idx="22866">
                  <c:v>92.97</c:v>
                </c:pt>
                <c:pt idx="22867">
                  <c:v>121.48</c:v>
                </c:pt>
                <c:pt idx="22868">
                  <c:v>117.92</c:v>
                </c:pt>
                <c:pt idx="22869">
                  <c:v>123.96</c:v>
                </c:pt>
                <c:pt idx="22870">
                  <c:v>121.48</c:v>
                </c:pt>
                <c:pt idx="22871">
                  <c:v>123.96</c:v>
                </c:pt>
                <c:pt idx="22872">
                  <c:v>117.76</c:v>
                </c:pt>
                <c:pt idx="22873">
                  <c:v>61.98</c:v>
                </c:pt>
                <c:pt idx="22874">
                  <c:v>125.26</c:v>
                </c:pt>
                <c:pt idx="22875">
                  <c:v>118.38</c:v>
                </c:pt>
                <c:pt idx="22876">
                  <c:v>123.96</c:v>
                </c:pt>
                <c:pt idx="22877">
                  <c:v>123.96</c:v>
                </c:pt>
                <c:pt idx="22878">
                  <c:v>87.47</c:v>
                </c:pt>
                <c:pt idx="22879">
                  <c:v>41.29</c:v>
                </c:pt>
                <c:pt idx="22880">
                  <c:v>65.989999999999995</c:v>
                </c:pt>
                <c:pt idx="22881">
                  <c:v>63.98</c:v>
                </c:pt>
                <c:pt idx="22882">
                  <c:v>139.31</c:v>
                </c:pt>
                <c:pt idx="22883">
                  <c:v>26.79</c:v>
                </c:pt>
                <c:pt idx="22884">
                  <c:v>120.98</c:v>
                </c:pt>
                <c:pt idx="22885">
                  <c:v>82.26</c:v>
                </c:pt>
                <c:pt idx="22886">
                  <c:v>123.38</c:v>
                </c:pt>
                <c:pt idx="22887">
                  <c:v>67.739999999999995</c:v>
                </c:pt>
                <c:pt idx="22888">
                  <c:v>61.69</c:v>
                </c:pt>
                <c:pt idx="22889">
                  <c:v>130.63999999999999</c:v>
                </c:pt>
                <c:pt idx="22890">
                  <c:v>33.42</c:v>
                </c:pt>
                <c:pt idx="22891">
                  <c:v>59.95</c:v>
                </c:pt>
                <c:pt idx="22892">
                  <c:v>172.97</c:v>
                </c:pt>
                <c:pt idx="22893">
                  <c:v>85.98</c:v>
                </c:pt>
                <c:pt idx="22894">
                  <c:v>229.97</c:v>
                </c:pt>
                <c:pt idx="22895">
                  <c:v>229.95</c:v>
                </c:pt>
                <c:pt idx="22896">
                  <c:v>240.97</c:v>
                </c:pt>
                <c:pt idx="22897">
                  <c:v>204.97</c:v>
                </c:pt>
                <c:pt idx="22898">
                  <c:v>339.96</c:v>
                </c:pt>
                <c:pt idx="22899">
                  <c:v>124.58</c:v>
                </c:pt>
                <c:pt idx="22900">
                  <c:v>169.98</c:v>
                </c:pt>
                <c:pt idx="22901">
                  <c:v>-229.95</c:v>
                </c:pt>
                <c:pt idx="22902">
                  <c:v>237.96</c:v>
                </c:pt>
                <c:pt idx="22903">
                  <c:v>281.95999999999998</c:v>
                </c:pt>
                <c:pt idx="22904">
                  <c:v>85.98</c:v>
                </c:pt>
                <c:pt idx="22905">
                  <c:v>93.58</c:v>
                </c:pt>
                <c:pt idx="22906">
                  <c:v>183.94</c:v>
                </c:pt>
                <c:pt idx="22907">
                  <c:v>93.96</c:v>
                </c:pt>
                <c:pt idx="22908">
                  <c:v>89.96</c:v>
                </c:pt>
                <c:pt idx="22909">
                  <c:v>99.98</c:v>
                </c:pt>
                <c:pt idx="22910">
                  <c:v>83.93</c:v>
                </c:pt>
                <c:pt idx="22911">
                  <c:v>183.85</c:v>
                </c:pt>
                <c:pt idx="22912">
                  <c:v>72.87</c:v>
                </c:pt>
                <c:pt idx="22913">
                  <c:v>110.97</c:v>
                </c:pt>
                <c:pt idx="22914">
                  <c:v>90.69</c:v>
                </c:pt>
                <c:pt idx="22915">
                  <c:v>93.09</c:v>
                </c:pt>
                <c:pt idx="22916">
                  <c:v>89.98</c:v>
                </c:pt>
                <c:pt idx="22917">
                  <c:v>68.989999999999995</c:v>
                </c:pt>
                <c:pt idx="22918">
                  <c:v>104.97</c:v>
                </c:pt>
                <c:pt idx="22919">
                  <c:v>115.97</c:v>
                </c:pt>
                <c:pt idx="22920">
                  <c:v>99.98</c:v>
                </c:pt>
                <c:pt idx="22921">
                  <c:v>155.94999999999999</c:v>
                </c:pt>
                <c:pt idx="22922">
                  <c:v>131.97999999999999</c:v>
                </c:pt>
                <c:pt idx="22923">
                  <c:v>149.97</c:v>
                </c:pt>
                <c:pt idx="22924">
                  <c:v>193.94</c:v>
                </c:pt>
                <c:pt idx="22925">
                  <c:v>131.97999999999999</c:v>
                </c:pt>
                <c:pt idx="22926">
                  <c:v>24.99</c:v>
                </c:pt>
                <c:pt idx="22927">
                  <c:v>167.94</c:v>
                </c:pt>
                <c:pt idx="22928">
                  <c:v>187.96</c:v>
                </c:pt>
                <c:pt idx="22929">
                  <c:v>82.89</c:v>
                </c:pt>
                <c:pt idx="22930">
                  <c:v>33.93</c:v>
                </c:pt>
                <c:pt idx="22931">
                  <c:v>97.96</c:v>
                </c:pt>
                <c:pt idx="22932">
                  <c:v>33.28</c:v>
                </c:pt>
                <c:pt idx="22933">
                  <c:v>83.66</c:v>
                </c:pt>
                <c:pt idx="22934">
                  <c:v>68.959999999999994</c:v>
                </c:pt>
                <c:pt idx="22935">
                  <c:v>63.98</c:v>
                </c:pt>
                <c:pt idx="22936">
                  <c:v>68.959999999999994</c:v>
                </c:pt>
                <c:pt idx="22937">
                  <c:v>63.98</c:v>
                </c:pt>
                <c:pt idx="22938">
                  <c:v>83.66</c:v>
                </c:pt>
                <c:pt idx="22939">
                  <c:v>44.73</c:v>
                </c:pt>
                <c:pt idx="22940">
                  <c:v>116.49</c:v>
                </c:pt>
                <c:pt idx="22941">
                  <c:v>22.45</c:v>
                </c:pt>
                <c:pt idx="22942">
                  <c:v>71.94</c:v>
                </c:pt>
                <c:pt idx="22943">
                  <c:v>62.92</c:v>
                </c:pt>
                <c:pt idx="22944">
                  <c:v>51.96</c:v>
                </c:pt>
                <c:pt idx="22945">
                  <c:v>55.96</c:v>
                </c:pt>
                <c:pt idx="22946">
                  <c:v>127.64</c:v>
                </c:pt>
                <c:pt idx="22947">
                  <c:v>181.93</c:v>
                </c:pt>
                <c:pt idx="22948">
                  <c:v>186.66</c:v>
                </c:pt>
                <c:pt idx="22949">
                  <c:v>176.37</c:v>
                </c:pt>
                <c:pt idx="22950">
                  <c:v>202.51</c:v>
                </c:pt>
                <c:pt idx="22951">
                  <c:v>176.37</c:v>
                </c:pt>
                <c:pt idx="22952">
                  <c:v>202.51</c:v>
                </c:pt>
                <c:pt idx="22953">
                  <c:v>103.95</c:v>
                </c:pt>
                <c:pt idx="22954">
                  <c:v>117.97</c:v>
                </c:pt>
                <c:pt idx="22955">
                  <c:v>130.01</c:v>
                </c:pt>
                <c:pt idx="22956">
                  <c:v>120.88</c:v>
                </c:pt>
                <c:pt idx="22957">
                  <c:v>135.96</c:v>
                </c:pt>
                <c:pt idx="22958">
                  <c:v>131.97999999999999</c:v>
                </c:pt>
                <c:pt idx="22959">
                  <c:v>65.989999999999995</c:v>
                </c:pt>
                <c:pt idx="22960">
                  <c:v>65.989999999999995</c:v>
                </c:pt>
                <c:pt idx="22961">
                  <c:v>65.989999999999995</c:v>
                </c:pt>
                <c:pt idx="22962">
                  <c:v>131.97999999999999</c:v>
                </c:pt>
                <c:pt idx="22963">
                  <c:v>65.989999999999995</c:v>
                </c:pt>
                <c:pt idx="22964">
                  <c:v>58.99</c:v>
                </c:pt>
                <c:pt idx="22965">
                  <c:v>93.78</c:v>
                </c:pt>
                <c:pt idx="22966">
                  <c:v>79.98</c:v>
                </c:pt>
                <c:pt idx="22967">
                  <c:v>172.97</c:v>
                </c:pt>
                <c:pt idx="22968">
                  <c:v>98.96</c:v>
                </c:pt>
                <c:pt idx="22969">
                  <c:v>85.97</c:v>
                </c:pt>
                <c:pt idx="22970">
                  <c:v>64.989999999999995</c:v>
                </c:pt>
                <c:pt idx="22971">
                  <c:v>119.92</c:v>
                </c:pt>
                <c:pt idx="22972">
                  <c:v>65.319999999999993</c:v>
                </c:pt>
                <c:pt idx="22973">
                  <c:v>63.4</c:v>
                </c:pt>
                <c:pt idx="22974">
                  <c:v>64.11</c:v>
                </c:pt>
                <c:pt idx="22975">
                  <c:v>186.34</c:v>
                </c:pt>
                <c:pt idx="22976">
                  <c:v>117.56</c:v>
                </c:pt>
                <c:pt idx="22977">
                  <c:v>49.99</c:v>
                </c:pt>
                <c:pt idx="22978">
                  <c:v>135.86000000000001</c:v>
                </c:pt>
                <c:pt idx="22979">
                  <c:v>6.99</c:v>
                </c:pt>
                <c:pt idx="22980">
                  <c:v>49.98</c:v>
                </c:pt>
                <c:pt idx="22981">
                  <c:v>59.98</c:v>
                </c:pt>
                <c:pt idx="22982">
                  <c:v>53.98</c:v>
                </c:pt>
                <c:pt idx="22983">
                  <c:v>130.02000000000001</c:v>
                </c:pt>
                <c:pt idx="22984">
                  <c:v>65.98</c:v>
                </c:pt>
                <c:pt idx="22985">
                  <c:v>98.98</c:v>
                </c:pt>
                <c:pt idx="22986">
                  <c:v>204.47</c:v>
                </c:pt>
                <c:pt idx="22987">
                  <c:v>135.97</c:v>
                </c:pt>
                <c:pt idx="22988">
                  <c:v>112.06</c:v>
                </c:pt>
                <c:pt idx="22989">
                  <c:v>99.98</c:v>
                </c:pt>
                <c:pt idx="22990">
                  <c:v>55.98</c:v>
                </c:pt>
                <c:pt idx="22991">
                  <c:v>145.97</c:v>
                </c:pt>
                <c:pt idx="22992">
                  <c:v>134.97</c:v>
                </c:pt>
                <c:pt idx="22993">
                  <c:v>148.44999999999999</c:v>
                </c:pt>
                <c:pt idx="22994">
                  <c:v>125.98</c:v>
                </c:pt>
                <c:pt idx="22995">
                  <c:v>148.97</c:v>
                </c:pt>
                <c:pt idx="22996">
                  <c:v>112.97</c:v>
                </c:pt>
                <c:pt idx="22997">
                  <c:v>88.98</c:v>
                </c:pt>
                <c:pt idx="22998">
                  <c:v>144.47999999999999</c:v>
                </c:pt>
                <c:pt idx="22999">
                  <c:v>156.97</c:v>
                </c:pt>
                <c:pt idx="23000">
                  <c:v>84.99</c:v>
                </c:pt>
                <c:pt idx="23001">
                  <c:v>199.96</c:v>
                </c:pt>
                <c:pt idx="23002">
                  <c:v>68.98</c:v>
                </c:pt>
                <c:pt idx="23003">
                  <c:v>56.97</c:v>
                </c:pt>
                <c:pt idx="23004">
                  <c:v>56.97</c:v>
                </c:pt>
                <c:pt idx="23005">
                  <c:v>60.99</c:v>
                </c:pt>
                <c:pt idx="23006">
                  <c:v>60.99</c:v>
                </c:pt>
                <c:pt idx="23007">
                  <c:v>60.99</c:v>
                </c:pt>
                <c:pt idx="23008">
                  <c:v>67.98</c:v>
                </c:pt>
                <c:pt idx="23009">
                  <c:v>62.98</c:v>
                </c:pt>
                <c:pt idx="23010">
                  <c:v>46.29</c:v>
                </c:pt>
                <c:pt idx="23011">
                  <c:v>68.17</c:v>
                </c:pt>
                <c:pt idx="23012">
                  <c:v>50.98</c:v>
                </c:pt>
                <c:pt idx="23013">
                  <c:v>109.98</c:v>
                </c:pt>
                <c:pt idx="23014">
                  <c:v>100.97</c:v>
                </c:pt>
                <c:pt idx="23015">
                  <c:v>84.99</c:v>
                </c:pt>
                <c:pt idx="23016">
                  <c:v>116.98</c:v>
                </c:pt>
                <c:pt idx="23017">
                  <c:v>84.99</c:v>
                </c:pt>
                <c:pt idx="23018">
                  <c:v>219.94</c:v>
                </c:pt>
                <c:pt idx="23019">
                  <c:v>91.78</c:v>
                </c:pt>
                <c:pt idx="23020">
                  <c:v>76.900000000000006</c:v>
                </c:pt>
                <c:pt idx="23021">
                  <c:v>84.99</c:v>
                </c:pt>
                <c:pt idx="23022">
                  <c:v>94.97</c:v>
                </c:pt>
                <c:pt idx="23023">
                  <c:v>79.98</c:v>
                </c:pt>
                <c:pt idx="23024">
                  <c:v>159.96</c:v>
                </c:pt>
                <c:pt idx="23025">
                  <c:v>153.97999999999999</c:v>
                </c:pt>
                <c:pt idx="23026">
                  <c:v>99.98</c:v>
                </c:pt>
                <c:pt idx="23027">
                  <c:v>84.99</c:v>
                </c:pt>
                <c:pt idx="23028">
                  <c:v>99.98</c:v>
                </c:pt>
                <c:pt idx="23029">
                  <c:v>150.13</c:v>
                </c:pt>
                <c:pt idx="23030">
                  <c:v>99.98</c:v>
                </c:pt>
                <c:pt idx="23031">
                  <c:v>92.98</c:v>
                </c:pt>
                <c:pt idx="23032">
                  <c:v>84.27</c:v>
                </c:pt>
                <c:pt idx="23033">
                  <c:v>64.98</c:v>
                </c:pt>
                <c:pt idx="23034">
                  <c:v>50.98</c:v>
                </c:pt>
                <c:pt idx="23035">
                  <c:v>69.98</c:v>
                </c:pt>
                <c:pt idx="23036">
                  <c:v>57.98</c:v>
                </c:pt>
                <c:pt idx="23037">
                  <c:v>67.98</c:v>
                </c:pt>
                <c:pt idx="23038">
                  <c:v>59.97</c:v>
                </c:pt>
                <c:pt idx="23039">
                  <c:v>131.96</c:v>
                </c:pt>
                <c:pt idx="23040">
                  <c:v>95.96</c:v>
                </c:pt>
                <c:pt idx="23041">
                  <c:v>89.97</c:v>
                </c:pt>
                <c:pt idx="23042">
                  <c:v>117.01</c:v>
                </c:pt>
                <c:pt idx="23043">
                  <c:v>84.69</c:v>
                </c:pt>
                <c:pt idx="23044">
                  <c:v>106.97</c:v>
                </c:pt>
                <c:pt idx="23045">
                  <c:v>77.98</c:v>
                </c:pt>
                <c:pt idx="23046">
                  <c:v>46.78</c:v>
                </c:pt>
                <c:pt idx="23047">
                  <c:v>75.2</c:v>
                </c:pt>
                <c:pt idx="23048">
                  <c:v>199.93</c:v>
                </c:pt>
                <c:pt idx="23049">
                  <c:v>99.96</c:v>
                </c:pt>
                <c:pt idx="23050">
                  <c:v>99.96</c:v>
                </c:pt>
                <c:pt idx="23051">
                  <c:v>68.989999999999995</c:v>
                </c:pt>
                <c:pt idx="23052">
                  <c:v>92.97</c:v>
                </c:pt>
                <c:pt idx="23053">
                  <c:v>65.19</c:v>
                </c:pt>
                <c:pt idx="23054">
                  <c:v>52.22</c:v>
                </c:pt>
                <c:pt idx="23055">
                  <c:v>51.98</c:v>
                </c:pt>
                <c:pt idx="23056">
                  <c:v>47.95</c:v>
                </c:pt>
                <c:pt idx="23057">
                  <c:v>54.99</c:v>
                </c:pt>
                <c:pt idx="23058">
                  <c:v>41.29</c:v>
                </c:pt>
                <c:pt idx="23059">
                  <c:v>54.99</c:v>
                </c:pt>
                <c:pt idx="23060">
                  <c:v>94.98</c:v>
                </c:pt>
                <c:pt idx="23061">
                  <c:v>54.99</c:v>
                </c:pt>
                <c:pt idx="23062">
                  <c:v>56.98</c:v>
                </c:pt>
                <c:pt idx="23063">
                  <c:v>56.48</c:v>
                </c:pt>
                <c:pt idx="23064">
                  <c:v>54.99</c:v>
                </c:pt>
                <c:pt idx="23065">
                  <c:v>51.97</c:v>
                </c:pt>
                <c:pt idx="23066">
                  <c:v>54.99</c:v>
                </c:pt>
                <c:pt idx="23067">
                  <c:v>59.98</c:v>
                </c:pt>
                <c:pt idx="23068">
                  <c:v>28.28</c:v>
                </c:pt>
                <c:pt idx="23069">
                  <c:v>54.99</c:v>
                </c:pt>
                <c:pt idx="23070">
                  <c:v>52.97</c:v>
                </c:pt>
                <c:pt idx="23071">
                  <c:v>91.1</c:v>
                </c:pt>
                <c:pt idx="23072">
                  <c:v>54.97</c:v>
                </c:pt>
                <c:pt idx="23073">
                  <c:v>50.96</c:v>
                </c:pt>
                <c:pt idx="23074">
                  <c:v>56.98</c:v>
                </c:pt>
                <c:pt idx="23075">
                  <c:v>65.19</c:v>
                </c:pt>
                <c:pt idx="23076">
                  <c:v>54.99</c:v>
                </c:pt>
                <c:pt idx="23077">
                  <c:v>70.98</c:v>
                </c:pt>
                <c:pt idx="23078">
                  <c:v>65.98</c:v>
                </c:pt>
                <c:pt idx="23079">
                  <c:v>78.459999999999994</c:v>
                </c:pt>
                <c:pt idx="23080">
                  <c:v>103.98</c:v>
                </c:pt>
                <c:pt idx="23081">
                  <c:v>92.53</c:v>
                </c:pt>
                <c:pt idx="23082">
                  <c:v>108.86</c:v>
                </c:pt>
                <c:pt idx="23083">
                  <c:v>45.33</c:v>
                </c:pt>
                <c:pt idx="23084">
                  <c:v>61.67</c:v>
                </c:pt>
                <c:pt idx="23085">
                  <c:v>185.36</c:v>
                </c:pt>
                <c:pt idx="23086">
                  <c:v>39.229999999999997</c:v>
                </c:pt>
                <c:pt idx="23087">
                  <c:v>39.229999999999997</c:v>
                </c:pt>
                <c:pt idx="23088">
                  <c:v>17.489999999999998</c:v>
                </c:pt>
                <c:pt idx="23089">
                  <c:v>17.489999999999998</c:v>
                </c:pt>
                <c:pt idx="23090">
                  <c:v>159.97999999999999</c:v>
                </c:pt>
                <c:pt idx="23091">
                  <c:v>172.96</c:v>
                </c:pt>
                <c:pt idx="23092">
                  <c:v>84.99</c:v>
                </c:pt>
                <c:pt idx="23093">
                  <c:v>207.96</c:v>
                </c:pt>
                <c:pt idx="23094">
                  <c:v>207.96</c:v>
                </c:pt>
                <c:pt idx="23095">
                  <c:v>118.97</c:v>
                </c:pt>
                <c:pt idx="23096">
                  <c:v>172.04</c:v>
                </c:pt>
                <c:pt idx="23097">
                  <c:v>169.98</c:v>
                </c:pt>
                <c:pt idx="23098">
                  <c:v>188.97</c:v>
                </c:pt>
                <c:pt idx="23099">
                  <c:v>98.97</c:v>
                </c:pt>
                <c:pt idx="23100">
                  <c:v>69.98</c:v>
                </c:pt>
                <c:pt idx="23101">
                  <c:v>111.93</c:v>
                </c:pt>
                <c:pt idx="23102">
                  <c:v>200.8</c:v>
                </c:pt>
                <c:pt idx="23103">
                  <c:v>91.91</c:v>
                </c:pt>
                <c:pt idx="23104">
                  <c:v>108.83</c:v>
                </c:pt>
                <c:pt idx="23105">
                  <c:v>336.56</c:v>
                </c:pt>
                <c:pt idx="23106">
                  <c:v>339.11</c:v>
                </c:pt>
                <c:pt idx="23107">
                  <c:v>252.19</c:v>
                </c:pt>
                <c:pt idx="23108">
                  <c:v>339.96</c:v>
                </c:pt>
                <c:pt idx="23109">
                  <c:v>252.14</c:v>
                </c:pt>
                <c:pt idx="23110">
                  <c:v>82.44</c:v>
                </c:pt>
                <c:pt idx="23111">
                  <c:v>167.56</c:v>
                </c:pt>
                <c:pt idx="23112">
                  <c:v>59.98</c:v>
                </c:pt>
                <c:pt idx="23113">
                  <c:v>69.97</c:v>
                </c:pt>
                <c:pt idx="23114">
                  <c:v>91.76</c:v>
                </c:pt>
                <c:pt idx="23115">
                  <c:v>89.98</c:v>
                </c:pt>
                <c:pt idx="23116">
                  <c:v>109.98</c:v>
                </c:pt>
                <c:pt idx="23117">
                  <c:v>137.97999999999999</c:v>
                </c:pt>
                <c:pt idx="23118">
                  <c:v>113.97</c:v>
                </c:pt>
                <c:pt idx="23119">
                  <c:v>89.98</c:v>
                </c:pt>
                <c:pt idx="23120">
                  <c:v>169.98</c:v>
                </c:pt>
                <c:pt idx="23121">
                  <c:v>122.97</c:v>
                </c:pt>
                <c:pt idx="23122">
                  <c:v>84.99</c:v>
                </c:pt>
                <c:pt idx="23123">
                  <c:v>84.99</c:v>
                </c:pt>
                <c:pt idx="23124">
                  <c:v>84.99</c:v>
                </c:pt>
                <c:pt idx="23125">
                  <c:v>107.38</c:v>
                </c:pt>
                <c:pt idx="23126">
                  <c:v>95.8</c:v>
                </c:pt>
                <c:pt idx="23127">
                  <c:v>55.96</c:v>
                </c:pt>
                <c:pt idx="23128">
                  <c:v>69.39</c:v>
                </c:pt>
                <c:pt idx="23129">
                  <c:v>79.989999999999995</c:v>
                </c:pt>
                <c:pt idx="23130">
                  <c:v>104.45</c:v>
                </c:pt>
                <c:pt idx="23131">
                  <c:v>111.48</c:v>
                </c:pt>
                <c:pt idx="23132">
                  <c:v>61.23</c:v>
                </c:pt>
                <c:pt idx="23133">
                  <c:v>105.24</c:v>
                </c:pt>
                <c:pt idx="23134">
                  <c:v>75.959999999999994</c:v>
                </c:pt>
                <c:pt idx="23135">
                  <c:v>98.87</c:v>
                </c:pt>
                <c:pt idx="23136">
                  <c:v>70.989999999999995</c:v>
                </c:pt>
                <c:pt idx="23137">
                  <c:v>59.96</c:v>
                </c:pt>
                <c:pt idx="23138">
                  <c:v>64.37</c:v>
                </c:pt>
                <c:pt idx="23139">
                  <c:v>59.96</c:v>
                </c:pt>
                <c:pt idx="23140">
                  <c:v>84.99</c:v>
                </c:pt>
                <c:pt idx="23141">
                  <c:v>172.06</c:v>
                </c:pt>
                <c:pt idx="23142">
                  <c:v>99.98</c:v>
                </c:pt>
                <c:pt idx="23143">
                  <c:v>139.97</c:v>
                </c:pt>
                <c:pt idx="23144">
                  <c:v>121.98</c:v>
                </c:pt>
                <c:pt idx="23145">
                  <c:v>84.99</c:v>
                </c:pt>
                <c:pt idx="23146">
                  <c:v>72.239999999999995</c:v>
                </c:pt>
                <c:pt idx="23147">
                  <c:v>166.47</c:v>
                </c:pt>
                <c:pt idx="23148">
                  <c:v>146.97</c:v>
                </c:pt>
                <c:pt idx="23149">
                  <c:v>169.98</c:v>
                </c:pt>
                <c:pt idx="23150">
                  <c:v>99.98</c:v>
                </c:pt>
                <c:pt idx="23151">
                  <c:v>169.98</c:v>
                </c:pt>
                <c:pt idx="23152">
                  <c:v>146.97</c:v>
                </c:pt>
                <c:pt idx="23153">
                  <c:v>152.97</c:v>
                </c:pt>
                <c:pt idx="23154">
                  <c:v>-8.69</c:v>
                </c:pt>
                <c:pt idx="23155">
                  <c:v>54.98</c:v>
                </c:pt>
                <c:pt idx="23156">
                  <c:v>83.98</c:v>
                </c:pt>
                <c:pt idx="23157">
                  <c:v>124.12</c:v>
                </c:pt>
                <c:pt idx="23158">
                  <c:v>149.97</c:v>
                </c:pt>
                <c:pt idx="23159">
                  <c:v>84.99</c:v>
                </c:pt>
                <c:pt idx="23160">
                  <c:v>99.98</c:v>
                </c:pt>
                <c:pt idx="23161">
                  <c:v>84.99</c:v>
                </c:pt>
                <c:pt idx="23162">
                  <c:v>72.56</c:v>
                </c:pt>
                <c:pt idx="23163">
                  <c:v>50.17</c:v>
                </c:pt>
                <c:pt idx="23164">
                  <c:v>62.87</c:v>
                </c:pt>
                <c:pt idx="23165">
                  <c:v>14.49</c:v>
                </c:pt>
                <c:pt idx="23166">
                  <c:v>14.49</c:v>
                </c:pt>
                <c:pt idx="23167">
                  <c:v>59.95</c:v>
                </c:pt>
                <c:pt idx="23168">
                  <c:v>79.959999999999994</c:v>
                </c:pt>
                <c:pt idx="23169">
                  <c:v>100.47</c:v>
                </c:pt>
                <c:pt idx="23170">
                  <c:v>102.83</c:v>
                </c:pt>
                <c:pt idx="23171">
                  <c:v>113.9</c:v>
                </c:pt>
                <c:pt idx="23172">
                  <c:v>65.989999999999995</c:v>
                </c:pt>
                <c:pt idx="23173">
                  <c:v>41.49</c:v>
                </c:pt>
                <c:pt idx="23174">
                  <c:v>65.989999999999995</c:v>
                </c:pt>
                <c:pt idx="23175">
                  <c:v>56.97</c:v>
                </c:pt>
                <c:pt idx="23176">
                  <c:v>82.88</c:v>
                </c:pt>
                <c:pt idx="23177">
                  <c:v>-1.3</c:v>
                </c:pt>
                <c:pt idx="23178">
                  <c:v>334.26</c:v>
                </c:pt>
                <c:pt idx="23179">
                  <c:v>169.98</c:v>
                </c:pt>
                <c:pt idx="23180">
                  <c:v>334.26</c:v>
                </c:pt>
                <c:pt idx="23181">
                  <c:v>81.59</c:v>
                </c:pt>
                <c:pt idx="23182">
                  <c:v>20.29</c:v>
                </c:pt>
                <c:pt idx="23183">
                  <c:v>81.59</c:v>
                </c:pt>
                <c:pt idx="23184">
                  <c:v>169.98</c:v>
                </c:pt>
                <c:pt idx="23185">
                  <c:v>304.95</c:v>
                </c:pt>
                <c:pt idx="23186">
                  <c:v>82.88</c:v>
                </c:pt>
                <c:pt idx="23187">
                  <c:v>-1.3</c:v>
                </c:pt>
                <c:pt idx="23188">
                  <c:v>124.98</c:v>
                </c:pt>
                <c:pt idx="23189">
                  <c:v>169.98</c:v>
                </c:pt>
                <c:pt idx="23190">
                  <c:v>20.29</c:v>
                </c:pt>
                <c:pt idx="23191">
                  <c:v>304.95</c:v>
                </c:pt>
                <c:pt idx="23192">
                  <c:v>169.98</c:v>
                </c:pt>
                <c:pt idx="23193">
                  <c:v>64.989999999999995</c:v>
                </c:pt>
                <c:pt idx="23194">
                  <c:v>64.989999999999995</c:v>
                </c:pt>
                <c:pt idx="23195">
                  <c:v>124.98</c:v>
                </c:pt>
                <c:pt idx="23196">
                  <c:v>183.96</c:v>
                </c:pt>
                <c:pt idx="23197">
                  <c:v>96.78</c:v>
                </c:pt>
                <c:pt idx="23198">
                  <c:v>102.83</c:v>
                </c:pt>
                <c:pt idx="23199">
                  <c:v>39.28</c:v>
                </c:pt>
                <c:pt idx="23200">
                  <c:v>199.57</c:v>
                </c:pt>
                <c:pt idx="23201">
                  <c:v>65.319999999999993</c:v>
                </c:pt>
                <c:pt idx="23202">
                  <c:v>68.930000000000007</c:v>
                </c:pt>
                <c:pt idx="23203">
                  <c:v>65.319999999999993</c:v>
                </c:pt>
                <c:pt idx="23204">
                  <c:v>119.94</c:v>
                </c:pt>
                <c:pt idx="23205">
                  <c:v>63.96</c:v>
                </c:pt>
                <c:pt idx="23206">
                  <c:v>52.98</c:v>
                </c:pt>
                <c:pt idx="23207">
                  <c:v>15.48</c:v>
                </c:pt>
                <c:pt idx="23208">
                  <c:v>65.989999999999995</c:v>
                </c:pt>
                <c:pt idx="23209">
                  <c:v>54.98</c:v>
                </c:pt>
                <c:pt idx="23210">
                  <c:v>65.19</c:v>
                </c:pt>
                <c:pt idx="23211">
                  <c:v>80.98</c:v>
                </c:pt>
                <c:pt idx="23212">
                  <c:v>54.98</c:v>
                </c:pt>
                <c:pt idx="23213">
                  <c:v>65.989999999999995</c:v>
                </c:pt>
                <c:pt idx="23214">
                  <c:v>74.75</c:v>
                </c:pt>
                <c:pt idx="23215">
                  <c:v>80.98</c:v>
                </c:pt>
                <c:pt idx="23216">
                  <c:v>59.98</c:v>
                </c:pt>
                <c:pt idx="23217">
                  <c:v>146.97</c:v>
                </c:pt>
                <c:pt idx="23218">
                  <c:v>79.98</c:v>
                </c:pt>
                <c:pt idx="23219">
                  <c:v>54.98</c:v>
                </c:pt>
                <c:pt idx="23220">
                  <c:v>65.989999999999995</c:v>
                </c:pt>
                <c:pt idx="23221">
                  <c:v>58.91</c:v>
                </c:pt>
                <c:pt idx="23222">
                  <c:v>80.98</c:v>
                </c:pt>
                <c:pt idx="23223">
                  <c:v>65.989999999999995</c:v>
                </c:pt>
                <c:pt idx="23224">
                  <c:v>61.18</c:v>
                </c:pt>
                <c:pt idx="23225">
                  <c:v>59.98</c:v>
                </c:pt>
                <c:pt idx="23226">
                  <c:v>65.989999999999995</c:v>
                </c:pt>
                <c:pt idx="23227">
                  <c:v>69.989999999999995</c:v>
                </c:pt>
                <c:pt idx="23228">
                  <c:v>65.989999999999995</c:v>
                </c:pt>
                <c:pt idx="23229">
                  <c:v>54.98</c:v>
                </c:pt>
                <c:pt idx="23230">
                  <c:v>80.98</c:v>
                </c:pt>
                <c:pt idx="23231">
                  <c:v>80.98</c:v>
                </c:pt>
                <c:pt idx="23232">
                  <c:v>80.98</c:v>
                </c:pt>
                <c:pt idx="23233">
                  <c:v>65.989999999999995</c:v>
                </c:pt>
                <c:pt idx="23234">
                  <c:v>72.55</c:v>
                </c:pt>
                <c:pt idx="23235">
                  <c:v>126.97</c:v>
                </c:pt>
                <c:pt idx="23236">
                  <c:v>68.430000000000007</c:v>
                </c:pt>
                <c:pt idx="23237">
                  <c:v>115.44</c:v>
                </c:pt>
                <c:pt idx="23238">
                  <c:v>54.99</c:v>
                </c:pt>
                <c:pt idx="23239">
                  <c:v>72.58</c:v>
                </c:pt>
                <c:pt idx="23240">
                  <c:v>59.96</c:v>
                </c:pt>
                <c:pt idx="23241">
                  <c:v>53.97</c:v>
                </c:pt>
                <c:pt idx="23242">
                  <c:v>55.44</c:v>
                </c:pt>
                <c:pt idx="23243">
                  <c:v>74.41</c:v>
                </c:pt>
                <c:pt idx="23244">
                  <c:v>52.24</c:v>
                </c:pt>
                <c:pt idx="23245">
                  <c:v>65.989999999999995</c:v>
                </c:pt>
                <c:pt idx="23246">
                  <c:v>124.95</c:v>
                </c:pt>
                <c:pt idx="23247">
                  <c:v>59.98</c:v>
                </c:pt>
                <c:pt idx="23248">
                  <c:v>54.99</c:v>
                </c:pt>
                <c:pt idx="23249">
                  <c:v>54.99</c:v>
                </c:pt>
                <c:pt idx="23250">
                  <c:v>65.33</c:v>
                </c:pt>
                <c:pt idx="23251">
                  <c:v>65.33</c:v>
                </c:pt>
                <c:pt idx="23252">
                  <c:v>65.989999999999995</c:v>
                </c:pt>
                <c:pt idx="23253">
                  <c:v>65.33</c:v>
                </c:pt>
                <c:pt idx="23254">
                  <c:v>65.33</c:v>
                </c:pt>
                <c:pt idx="23255">
                  <c:v>65.989999999999995</c:v>
                </c:pt>
                <c:pt idx="23256">
                  <c:v>68.319999999999993</c:v>
                </c:pt>
                <c:pt idx="23257">
                  <c:v>65.989999999999995</c:v>
                </c:pt>
                <c:pt idx="23258">
                  <c:v>65.33</c:v>
                </c:pt>
                <c:pt idx="23259">
                  <c:v>65.989999999999995</c:v>
                </c:pt>
                <c:pt idx="23260">
                  <c:v>65.33</c:v>
                </c:pt>
                <c:pt idx="23261">
                  <c:v>74.319999999999993</c:v>
                </c:pt>
                <c:pt idx="23262">
                  <c:v>65.33</c:v>
                </c:pt>
                <c:pt idx="23263">
                  <c:v>65.33</c:v>
                </c:pt>
                <c:pt idx="23264">
                  <c:v>65.989999999999995</c:v>
                </c:pt>
                <c:pt idx="23265">
                  <c:v>65.989999999999995</c:v>
                </c:pt>
                <c:pt idx="23266">
                  <c:v>64.650000000000006</c:v>
                </c:pt>
                <c:pt idx="23267">
                  <c:v>67.569999999999993</c:v>
                </c:pt>
                <c:pt idx="23268">
                  <c:v>65.33</c:v>
                </c:pt>
                <c:pt idx="23269">
                  <c:v>65.33</c:v>
                </c:pt>
                <c:pt idx="23270">
                  <c:v>65.989999999999995</c:v>
                </c:pt>
                <c:pt idx="23271">
                  <c:v>65.239999999999995</c:v>
                </c:pt>
                <c:pt idx="23272">
                  <c:v>59.39</c:v>
                </c:pt>
                <c:pt idx="23273">
                  <c:v>74.98</c:v>
                </c:pt>
                <c:pt idx="23274">
                  <c:v>65.33</c:v>
                </c:pt>
                <c:pt idx="23275">
                  <c:v>65.33</c:v>
                </c:pt>
                <c:pt idx="23276">
                  <c:v>65.989999999999995</c:v>
                </c:pt>
                <c:pt idx="23277">
                  <c:v>64.64</c:v>
                </c:pt>
                <c:pt idx="23278">
                  <c:v>20.81</c:v>
                </c:pt>
                <c:pt idx="23279">
                  <c:v>115.98</c:v>
                </c:pt>
                <c:pt idx="23280">
                  <c:v>65.989999999999995</c:v>
                </c:pt>
                <c:pt idx="23281">
                  <c:v>50.36</c:v>
                </c:pt>
                <c:pt idx="23282">
                  <c:v>129.97</c:v>
                </c:pt>
                <c:pt idx="23283">
                  <c:v>67.47</c:v>
                </c:pt>
                <c:pt idx="23284">
                  <c:v>112.57</c:v>
                </c:pt>
                <c:pt idx="23285">
                  <c:v>60.28</c:v>
                </c:pt>
                <c:pt idx="23286">
                  <c:v>105.31</c:v>
                </c:pt>
                <c:pt idx="23287">
                  <c:v>21.49</c:v>
                </c:pt>
                <c:pt idx="23288">
                  <c:v>59.99</c:v>
                </c:pt>
                <c:pt idx="23289">
                  <c:v>119.98</c:v>
                </c:pt>
                <c:pt idx="23290">
                  <c:v>222.97</c:v>
                </c:pt>
                <c:pt idx="23291">
                  <c:v>131.97999999999999</c:v>
                </c:pt>
                <c:pt idx="23292">
                  <c:v>276.95</c:v>
                </c:pt>
                <c:pt idx="23293">
                  <c:v>289.92</c:v>
                </c:pt>
                <c:pt idx="23294">
                  <c:v>548.92999999999995</c:v>
                </c:pt>
                <c:pt idx="23295">
                  <c:v>246.53</c:v>
                </c:pt>
                <c:pt idx="23296">
                  <c:v>323.95</c:v>
                </c:pt>
                <c:pt idx="23297">
                  <c:v>240.97</c:v>
                </c:pt>
                <c:pt idx="23298">
                  <c:v>233.38</c:v>
                </c:pt>
                <c:pt idx="23299">
                  <c:v>63.98</c:v>
                </c:pt>
                <c:pt idx="23300">
                  <c:v>54.99</c:v>
                </c:pt>
                <c:pt idx="23301">
                  <c:v>59.98</c:v>
                </c:pt>
                <c:pt idx="23302">
                  <c:v>59.98</c:v>
                </c:pt>
                <c:pt idx="23303">
                  <c:v>59.98</c:v>
                </c:pt>
                <c:pt idx="23304">
                  <c:v>59.98</c:v>
                </c:pt>
                <c:pt idx="23305">
                  <c:v>59.98</c:v>
                </c:pt>
                <c:pt idx="23306">
                  <c:v>89.97</c:v>
                </c:pt>
                <c:pt idx="23307">
                  <c:v>89.97</c:v>
                </c:pt>
                <c:pt idx="23308">
                  <c:v>59.98</c:v>
                </c:pt>
                <c:pt idx="23309">
                  <c:v>51.48</c:v>
                </c:pt>
                <c:pt idx="23310">
                  <c:v>41.48</c:v>
                </c:pt>
                <c:pt idx="23311">
                  <c:v>54.98</c:v>
                </c:pt>
                <c:pt idx="23312">
                  <c:v>69.989999999999995</c:v>
                </c:pt>
                <c:pt idx="23313">
                  <c:v>64.98</c:v>
                </c:pt>
                <c:pt idx="23314">
                  <c:v>129.97</c:v>
                </c:pt>
                <c:pt idx="23315">
                  <c:v>-99.98</c:v>
                </c:pt>
                <c:pt idx="23316">
                  <c:v>84.99</c:v>
                </c:pt>
                <c:pt idx="23317">
                  <c:v>185.96</c:v>
                </c:pt>
                <c:pt idx="23318">
                  <c:v>366.94</c:v>
                </c:pt>
                <c:pt idx="23319">
                  <c:v>146.97</c:v>
                </c:pt>
                <c:pt idx="23320">
                  <c:v>139.96</c:v>
                </c:pt>
                <c:pt idx="23321">
                  <c:v>105.98</c:v>
                </c:pt>
                <c:pt idx="23322">
                  <c:v>269.95</c:v>
                </c:pt>
                <c:pt idx="23323">
                  <c:v>389.95</c:v>
                </c:pt>
                <c:pt idx="23324">
                  <c:v>229.95</c:v>
                </c:pt>
                <c:pt idx="23325">
                  <c:v>131.97999999999999</c:v>
                </c:pt>
                <c:pt idx="23326">
                  <c:v>-65.989999999999995</c:v>
                </c:pt>
                <c:pt idx="23327">
                  <c:v>178.75</c:v>
                </c:pt>
                <c:pt idx="23328">
                  <c:v>121.96</c:v>
                </c:pt>
                <c:pt idx="23329">
                  <c:v>211.96</c:v>
                </c:pt>
                <c:pt idx="23330">
                  <c:v>128.36000000000001</c:v>
                </c:pt>
                <c:pt idx="23331">
                  <c:v>253.36</c:v>
                </c:pt>
                <c:pt idx="23332">
                  <c:v>146.97</c:v>
                </c:pt>
                <c:pt idx="23333">
                  <c:v>246.96</c:v>
                </c:pt>
                <c:pt idx="23334">
                  <c:v>106.16</c:v>
                </c:pt>
                <c:pt idx="23335">
                  <c:v>89.98</c:v>
                </c:pt>
                <c:pt idx="23336">
                  <c:v>59.98</c:v>
                </c:pt>
                <c:pt idx="23337">
                  <c:v>59.98</c:v>
                </c:pt>
                <c:pt idx="23338">
                  <c:v>59.98</c:v>
                </c:pt>
                <c:pt idx="23339">
                  <c:v>59.98</c:v>
                </c:pt>
                <c:pt idx="23340">
                  <c:v>59.98</c:v>
                </c:pt>
                <c:pt idx="23341">
                  <c:v>119.96</c:v>
                </c:pt>
                <c:pt idx="23342">
                  <c:v>59.98</c:v>
                </c:pt>
                <c:pt idx="23343">
                  <c:v>119.96</c:v>
                </c:pt>
                <c:pt idx="23344">
                  <c:v>89.95</c:v>
                </c:pt>
                <c:pt idx="23345">
                  <c:v>89.95</c:v>
                </c:pt>
                <c:pt idx="23346">
                  <c:v>103.98</c:v>
                </c:pt>
                <c:pt idx="23347">
                  <c:v>84.99</c:v>
                </c:pt>
                <c:pt idx="23348">
                  <c:v>84.99</c:v>
                </c:pt>
                <c:pt idx="23349">
                  <c:v>103.98</c:v>
                </c:pt>
                <c:pt idx="23350">
                  <c:v>76.489999999999995</c:v>
                </c:pt>
                <c:pt idx="23351">
                  <c:v>81.78</c:v>
                </c:pt>
                <c:pt idx="23352">
                  <c:v>174.97</c:v>
                </c:pt>
                <c:pt idx="23353">
                  <c:v>102.28</c:v>
                </c:pt>
                <c:pt idx="23354">
                  <c:v>64.78</c:v>
                </c:pt>
                <c:pt idx="23355">
                  <c:v>84.99</c:v>
                </c:pt>
                <c:pt idx="23356">
                  <c:v>84.99</c:v>
                </c:pt>
                <c:pt idx="23357">
                  <c:v>83.96</c:v>
                </c:pt>
                <c:pt idx="23358">
                  <c:v>104.47</c:v>
                </c:pt>
                <c:pt idx="23359">
                  <c:v>94.97</c:v>
                </c:pt>
                <c:pt idx="23360">
                  <c:v>84.98</c:v>
                </c:pt>
                <c:pt idx="23361">
                  <c:v>78.64</c:v>
                </c:pt>
                <c:pt idx="23362">
                  <c:v>83.1</c:v>
                </c:pt>
                <c:pt idx="23363">
                  <c:v>101.38</c:v>
                </c:pt>
                <c:pt idx="23364">
                  <c:v>84.99</c:v>
                </c:pt>
                <c:pt idx="23365">
                  <c:v>85.98</c:v>
                </c:pt>
                <c:pt idx="23366">
                  <c:v>84.99</c:v>
                </c:pt>
                <c:pt idx="23367">
                  <c:v>102.13</c:v>
                </c:pt>
                <c:pt idx="23368">
                  <c:v>89.97</c:v>
                </c:pt>
                <c:pt idx="23369">
                  <c:v>89.97</c:v>
                </c:pt>
                <c:pt idx="23370">
                  <c:v>59.98</c:v>
                </c:pt>
                <c:pt idx="23371">
                  <c:v>59.98</c:v>
                </c:pt>
                <c:pt idx="23372">
                  <c:v>59.98</c:v>
                </c:pt>
                <c:pt idx="23373">
                  <c:v>127.95</c:v>
                </c:pt>
                <c:pt idx="23374">
                  <c:v>59.98</c:v>
                </c:pt>
                <c:pt idx="23375">
                  <c:v>59.98</c:v>
                </c:pt>
                <c:pt idx="23376">
                  <c:v>51.48</c:v>
                </c:pt>
                <c:pt idx="23377">
                  <c:v>124.95</c:v>
                </c:pt>
                <c:pt idx="23378">
                  <c:v>179.9</c:v>
                </c:pt>
                <c:pt idx="23379">
                  <c:v>89.94</c:v>
                </c:pt>
                <c:pt idx="23380">
                  <c:v>89.94</c:v>
                </c:pt>
                <c:pt idx="23381">
                  <c:v>83.93</c:v>
                </c:pt>
                <c:pt idx="23382">
                  <c:v>95.92</c:v>
                </c:pt>
                <c:pt idx="23383">
                  <c:v>89.97</c:v>
                </c:pt>
                <c:pt idx="23384">
                  <c:v>187.27</c:v>
                </c:pt>
                <c:pt idx="23385">
                  <c:v>168.36</c:v>
                </c:pt>
                <c:pt idx="23386">
                  <c:v>136.28</c:v>
                </c:pt>
                <c:pt idx="23387">
                  <c:v>103.97</c:v>
                </c:pt>
                <c:pt idx="23388">
                  <c:v>93.58</c:v>
                </c:pt>
                <c:pt idx="23389">
                  <c:v>188.97</c:v>
                </c:pt>
                <c:pt idx="23390">
                  <c:v>164.86</c:v>
                </c:pt>
                <c:pt idx="23391">
                  <c:v>84.99</c:v>
                </c:pt>
                <c:pt idx="23392">
                  <c:v>68.989999999999995</c:v>
                </c:pt>
                <c:pt idx="23393">
                  <c:v>84.99</c:v>
                </c:pt>
                <c:pt idx="23394">
                  <c:v>137.94999999999999</c:v>
                </c:pt>
                <c:pt idx="23395">
                  <c:v>159.07</c:v>
                </c:pt>
                <c:pt idx="23396">
                  <c:v>188.97</c:v>
                </c:pt>
                <c:pt idx="23397">
                  <c:v>-1.5</c:v>
                </c:pt>
                <c:pt idx="23398">
                  <c:v>84.99</c:v>
                </c:pt>
                <c:pt idx="23399">
                  <c:v>79.099999999999994</c:v>
                </c:pt>
                <c:pt idx="23400">
                  <c:v>16.489999999999998</c:v>
                </c:pt>
                <c:pt idx="23401">
                  <c:v>202.8</c:v>
                </c:pt>
                <c:pt idx="23402">
                  <c:v>207.96</c:v>
                </c:pt>
                <c:pt idx="23403">
                  <c:v>64.98</c:v>
                </c:pt>
                <c:pt idx="23404">
                  <c:v>54.98</c:v>
                </c:pt>
                <c:pt idx="23405">
                  <c:v>182.94</c:v>
                </c:pt>
                <c:pt idx="23406">
                  <c:v>182.93</c:v>
                </c:pt>
                <c:pt idx="23407">
                  <c:v>91.47</c:v>
                </c:pt>
                <c:pt idx="23408">
                  <c:v>91.47</c:v>
                </c:pt>
                <c:pt idx="23409">
                  <c:v>55.95</c:v>
                </c:pt>
                <c:pt idx="23410">
                  <c:v>66.98</c:v>
                </c:pt>
                <c:pt idx="23411">
                  <c:v>59.98</c:v>
                </c:pt>
                <c:pt idx="23412">
                  <c:v>19.48</c:v>
                </c:pt>
                <c:pt idx="23413">
                  <c:v>198.39</c:v>
                </c:pt>
                <c:pt idx="23414">
                  <c:v>59.99</c:v>
                </c:pt>
                <c:pt idx="23415">
                  <c:v>20.49</c:v>
                </c:pt>
                <c:pt idx="23416">
                  <c:v>20.260000000000002</c:v>
                </c:pt>
                <c:pt idx="23417">
                  <c:v>20.49</c:v>
                </c:pt>
                <c:pt idx="23418">
                  <c:v>20.49</c:v>
                </c:pt>
                <c:pt idx="23419">
                  <c:v>54.99</c:v>
                </c:pt>
                <c:pt idx="23420">
                  <c:v>55.23</c:v>
                </c:pt>
                <c:pt idx="23421">
                  <c:v>89.94</c:v>
                </c:pt>
                <c:pt idx="23422">
                  <c:v>149.97</c:v>
                </c:pt>
                <c:pt idx="23423">
                  <c:v>55.97</c:v>
                </c:pt>
                <c:pt idx="23424">
                  <c:v>55.97</c:v>
                </c:pt>
                <c:pt idx="23425">
                  <c:v>99.98</c:v>
                </c:pt>
                <c:pt idx="23426">
                  <c:v>99.98</c:v>
                </c:pt>
                <c:pt idx="23427">
                  <c:v>115.95</c:v>
                </c:pt>
                <c:pt idx="23428">
                  <c:v>86.96</c:v>
                </c:pt>
                <c:pt idx="23429">
                  <c:v>86.07</c:v>
                </c:pt>
                <c:pt idx="23430">
                  <c:v>149.97</c:v>
                </c:pt>
                <c:pt idx="23431">
                  <c:v>65.989999999999995</c:v>
                </c:pt>
                <c:pt idx="23432">
                  <c:v>115.95</c:v>
                </c:pt>
                <c:pt idx="23433">
                  <c:v>51.48</c:v>
                </c:pt>
                <c:pt idx="23434">
                  <c:v>86.07</c:v>
                </c:pt>
                <c:pt idx="23435">
                  <c:v>51.48</c:v>
                </c:pt>
                <c:pt idx="23436">
                  <c:v>55.97</c:v>
                </c:pt>
                <c:pt idx="23437">
                  <c:v>55.97</c:v>
                </c:pt>
                <c:pt idx="23438">
                  <c:v>86.96</c:v>
                </c:pt>
                <c:pt idx="23439">
                  <c:v>59.97</c:v>
                </c:pt>
                <c:pt idx="23440">
                  <c:v>59.97</c:v>
                </c:pt>
                <c:pt idx="23441">
                  <c:v>-8.2799999999999994</c:v>
                </c:pt>
                <c:pt idx="23442">
                  <c:v>205.46</c:v>
                </c:pt>
                <c:pt idx="23443">
                  <c:v>156.37</c:v>
                </c:pt>
                <c:pt idx="23444">
                  <c:v>205.46</c:v>
                </c:pt>
                <c:pt idx="23445">
                  <c:v>-8.2799999999999994</c:v>
                </c:pt>
                <c:pt idx="23446">
                  <c:v>65.989999999999995</c:v>
                </c:pt>
                <c:pt idx="23447">
                  <c:v>84.99</c:v>
                </c:pt>
                <c:pt idx="23448">
                  <c:v>156.37</c:v>
                </c:pt>
                <c:pt idx="23449">
                  <c:v>84.99</c:v>
                </c:pt>
                <c:pt idx="23450">
                  <c:v>19.34</c:v>
                </c:pt>
                <c:pt idx="23451">
                  <c:v>84.69</c:v>
                </c:pt>
                <c:pt idx="23452">
                  <c:v>84.69</c:v>
                </c:pt>
                <c:pt idx="23453">
                  <c:v>53.43</c:v>
                </c:pt>
                <c:pt idx="23454">
                  <c:v>71.959999999999994</c:v>
                </c:pt>
                <c:pt idx="23455">
                  <c:v>50.98</c:v>
                </c:pt>
                <c:pt idx="23456">
                  <c:v>77.37</c:v>
                </c:pt>
                <c:pt idx="23457">
                  <c:v>50.98</c:v>
                </c:pt>
                <c:pt idx="23458">
                  <c:v>84.98</c:v>
                </c:pt>
                <c:pt idx="23459">
                  <c:v>84.98</c:v>
                </c:pt>
                <c:pt idx="23460">
                  <c:v>70.13</c:v>
                </c:pt>
                <c:pt idx="23461">
                  <c:v>51.49</c:v>
                </c:pt>
                <c:pt idx="23462">
                  <c:v>54.39</c:v>
                </c:pt>
                <c:pt idx="23463">
                  <c:v>51.49</c:v>
                </c:pt>
                <c:pt idx="23464">
                  <c:v>54.39</c:v>
                </c:pt>
                <c:pt idx="23465">
                  <c:v>54.39</c:v>
                </c:pt>
                <c:pt idx="23466">
                  <c:v>54.39</c:v>
                </c:pt>
                <c:pt idx="23467">
                  <c:v>70.13</c:v>
                </c:pt>
                <c:pt idx="23468">
                  <c:v>77.38</c:v>
                </c:pt>
                <c:pt idx="23469">
                  <c:v>101.89</c:v>
                </c:pt>
                <c:pt idx="23470">
                  <c:v>182.21</c:v>
                </c:pt>
                <c:pt idx="23471">
                  <c:v>277.25</c:v>
                </c:pt>
                <c:pt idx="23472">
                  <c:v>234.69</c:v>
                </c:pt>
                <c:pt idx="23473">
                  <c:v>274.60000000000002</c:v>
                </c:pt>
                <c:pt idx="23474">
                  <c:v>209.29</c:v>
                </c:pt>
                <c:pt idx="23475">
                  <c:v>302.42</c:v>
                </c:pt>
                <c:pt idx="23476">
                  <c:v>241.93</c:v>
                </c:pt>
                <c:pt idx="23477">
                  <c:v>377.27</c:v>
                </c:pt>
                <c:pt idx="23478">
                  <c:v>300.25</c:v>
                </c:pt>
                <c:pt idx="23479">
                  <c:v>243.15</c:v>
                </c:pt>
                <c:pt idx="23480">
                  <c:v>105.22</c:v>
                </c:pt>
                <c:pt idx="23481">
                  <c:v>145.16</c:v>
                </c:pt>
                <c:pt idx="23482">
                  <c:v>260.07</c:v>
                </c:pt>
                <c:pt idx="23483">
                  <c:v>303.47000000000003</c:v>
                </c:pt>
                <c:pt idx="23484">
                  <c:v>105.96</c:v>
                </c:pt>
                <c:pt idx="23485">
                  <c:v>178.97</c:v>
                </c:pt>
                <c:pt idx="23486">
                  <c:v>33.479999999999997</c:v>
                </c:pt>
                <c:pt idx="23487">
                  <c:v>17.489999999999998</c:v>
                </c:pt>
                <c:pt idx="23488">
                  <c:v>36.49</c:v>
                </c:pt>
                <c:pt idx="23489">
                  <c:v>65.989999999999995</c:v>
                </c:pt>
                <c:pt idx="23490">
                  <c:v>50.19</c:v>
                </c:pt>
                <c:pt idx="23491">
                  <c:v>133.08000000000001</c:v>
                </c:pt>
                <c:pt idx="23492">
                  <c:v>74.95</c:v>
                </c:pt>
                <c:pt idx="23493">
                  <c:v>82.49</c:v>
                </c:pt>
                <c:pt idx="23494">
                  <c:v>94.95</c:v>
                </c:pt>
                <c:pt idx="23495">
                  <c:v>83.94</c:v>
                </c:pt>
                <c:pt idx="23496">
                  <c:v>181.97</c:v>
                </c:pt>
                <c:pt idx="23497">
                  <c:v>196.65</c:v>
                </c:pt>
                <c:pt idx="23498">
                  <c:v>158.66</c:v>
                </c:pt>
                <c:pt idx="23499">
                  <c:v>120.66</c:v>
                </c:pt>
                <c:pt idx="23500">
                  <c:v>131.97999999999999</c:v>
                </c:pt>
                <c:pt idx="23501">
                  <c:v>99.98</c:v>
                </c:pt>
                <c:pt idx="23502">
                  <c:v>169.98</c:v>
                </c:pt>
                <c:pt idx="23503">
                  <c:v>168.28</c:v>
                </c:pt>
                <c:pt idx="23504">
                  <c:v>128.68</c:v>
                </c:pt>
                <c:pt idx="23505">
                  <c:v>169.38</c:v>
                </c:pt>
                <c:pt idx="23506">
                  <c:v>128.02000000000001</c:v>
                </c:pt>
                <c:pt idx="23507">
                  <c:v>33.28</c:v>
                </c:pt>
                <c:pt idx="23508">
                  <c:v>69.989999999999995</c:v>
                </c:pt>
                <c:pt idx="23509">
                  <c:v>106.97</c:v>
                </c:pt>
                <c:pt idx="23510">
                  <c:v>74.98</c:v>
                </c:pt>
                <c:pt idx="23511">
                  <c:v>127.95</c:v>
                </c:pt>
                <c:pt idx="23512">
                  <c:v>69.989999999999995</c:v>
                </c:pt>
                <c:pt idx="23513">
                  <c:v>119.98</c:v>
                </c:pt>
                <c:pt idx="23514">
                  <c:v>197.41</c:v>
                </c:pt>
                <c:pt idx="23515">
                  <c:v>59.38</c:v>
                </c:pt>
                <c:pt idx="23516">
                  <c:v>311.75</c:v>
                </c:pt>
                <c:pt idx="23517">
                  <c:v>288.97000000000003</c:v>
                </c:pt>
                <c:pt idx="23518">
                  <c:v>254.97</c:v>
                </c:pt>
                <c:pt idx="23519">
                  <c:v>189.96</c:v>
                </c:pt>
                <c:pt idx="23520">
                  <c:v>344.94</c:v>
                </c:pt>
                <c:pt idx="23521">
                  <c:v>304.94</c:v>
                </c:pt>
                <c:pt idx="23522">
                  <c:v>162.77000000000001</c:v>
                </c:pt>
                <c:pt idx="23523">
                  <c:v>187.45</c:v>
                </c:pt>
                <c:pt idx="23524">
                  <c:v>174.05</c:v>
                </c:pt>
                <c:pt idx="23525">
                  <c:v>59.36</c:v>
                </c:pt>
                <c:pt idx="23526">
                  <c:v>59.36</c:v>
                </c:pt>
                <c:pt idx="23527">
                  <c:v>59.96</c:v>
                </c:pt>
                <c:pt idx="23528">
                  <c:v>74.95</c:v>
                </c:pt>
                <c:pt idx="23529">
                  <c:v>76.19</c:v>
                </c:pt>
                <c:pt idx="23530">
                  <c:v>120.98</c:v>
                </c:pt>
                <c:pt idx="23531">
                  <c:v>108.05</c:v>
                </c:pt>
                <c:pt idx="23532">
                  <c:v>179.94</c:v>
                </c:pt>
                <c:pt idx="23533">
                  <c:v>59.95</c:v>
                </c:pt>
                <c:pt idx="23534">
                  <c:v>99.98</c:v>
                </c:pt>
                <c:pt idx="23535">
                  <c:v>89.98</c:v>
                </c:pt>
                <c:pt idx="23536">
                  <c:v>72.55</c:v>
                </c:pt>
                <c:pt idx="23537">
                  <c:v>133.05000000000001</c:v>
                </c:pt>
                <c:pt idx="23538">
                  <c:v>53.96</c:v>
                </c:pt>
                <c:pt idx="23539">
                  <c:v>63.96</c:v>
                </c:pt>
                <c:pt idx="23540">
                  <c:v>63.42</c:v>
                </c:pt>
                <c:pt idx="23541">
                  <c:v>107.07</c:v>
                </c:pt>
                <c:pt idx="23542">
                  <c:v>70.98</c:v>
                </c:pt>
                <c:pt idx="23543">
                  <c:v>12.49</c:v>
                </c:pt>
                <c:pt idx="23544">
                  <c:v>12.49</c:v>
                </c:pt>
                <c:pt idx="23545">
                  <c:v>60.98</c:v>
                </c:pt>
                <c:pt idx="23546">
                  <c:v>74.98</c:v>
                </c:pt>
                <c:pt idx="23547">
                  <c:v>172.26</c:v>
                </c:pt>
                <c:pt idx="23548">
                  <c:v>62.98</c:v>
                </c:pt>
                <c:pt idx="23549">
                  <c:v>271.94</c:v>
                </c:pt>
                <c:pt idx="23550">
                  <c:v>375.92</c:v>
                </c:pt>
                <c:pt idx="23551">
                  <c:v>239.97</c:v>
                </c:pt>
                <c:pt idx="23552">
                  <c:v>239.97</c:v>
                </c:pt>
                <c:pt idx="23553">
                  <c:v>119.93</c:v>
                </c:pt>
                <c:pt idx="23554">
                  <c:v>281.94</c:v>
                </c:pt>
                <c:pt idx="23555">
                  <c:v>294.95999999999998</c:v>
                </c:pt>
                <c:pt idx="23556">
                  <c:v>319.95999999999998</c:v>
                </c:pt>
                <c:pt idx="23557">
                  <c:v>315.94</c:v>
                </c:pt>
                <c:pt idx="23558">
                  <c:v>321.93</c:v>
                </c:pt>
                <c:pt idx="23559">
                  <c:v>347.94</c:v>
                </c:pt>
                <c:pt idx="23560">
                  <c:v>118.53</c:v>
                </c:pt>
                <c:pt idx="23561">
                  <c:v>46.29</c:v>
                </c:pt>
                <c:pt idx="23562">
                  <c:v>79.98</c:v>
                </c:pt>
                <c:pt idx="23563">
                  <c:v>54.99</c:v>
                </c:pt>
                <c:pt idx="23564">
                  <c:v>52.24</c:v>
                </c:pt>
                <c:pt idx="23565">
                  <c:v>57.76</c:v>
                </c:pt>
                <c:pt idx="23566">
                  <c:v>74.97</c:v>
                </c:pt>
                <c:pt idx="23567">
                  <c:v>94.26</c:v>
                </c:pt>
                <c:pt idx="23568">
                  <c:v>59.98</c:v>
                </c:pt>
                <c:pt idx="23569">
                  <c:v>18.71</c:v>
                </c:pt>
                <c:pt idx="23570">
                  <c:v>61.69</c:v>
                </c:pt>
                <c:pt idx="23571">
                  <c:v>91.8</c:v>
                </c:pt>
                <c:pt idx="23572">
                  <c:v>119.97</c:v>
                </c:pt>
                <c:pt idx="23573">
                  <c:v>162.18</c:v>
                </c:pt>
                <c:pt idx="23574">
                  <c:v>150.54</c:v>
                </c:pt>
                <c:pt idx="23575">
                  <c:v>117.96</c:v>
                </c:pt>
                <c:pt idx="23576">
                  <c:v>159.97999999999999</c:v>
                </c:pt>
                <c:pt idx="23577">
                  <c:v>85.49</c:v>
                </c:pt>
                <c:pt idx="23578">
                  <c:v>122.96</c:v>
                </c:pt>
                <c:pt idx="23579">
                  <c:v>72.97</c:v>
                </c:pt>
                <c:pt idx="23580">
                  <c:v>219.94</c:v>
                </c:pt>
                <c:pt idx="23581">
                  <c:v>107.89</c:v>
                </c:pt>
                <c:pt idx="23582">
                  <c:v>129.97999999999999</c:v>
                </c:pt>
                <c:pt idx="23583">
                  <c:v>211.95</c:v>
                </c:pt>
                <c:pt idx="23584">
                  <c:v>172.85</c:v>
                </c:pt>
                <c:pt idx="23585">
                  <c:v>207.1</c:v>
                </c:pt>
                <c:pt idx="23586">
                  <c:v>65.989999999999995</c:v>
                </c:pt>
                <c:pt idx="23587">
                  <c:v>167.94</c:v>
                </c:pt>
                <c:pt idx="23588">
                  <c:v>127.96</c:v>
                </c:pt>
                <c:pt idx="23589">
                  <c:v>146.44999999999999</c:v>
                </c:pt>
                <c:pt idx="23590">
                  <c:v>83.45</c:v>
                </c:pt>
                <c:pt idx="23591">
                  <c:v>94.98</c:v>
                </c:pt>
                <c:pt idx="23592">
                  <c:v>38.49</c:v>
                </c:pt>
                <c:pt idx="23593">
                  <c:v>34.79</c:v>
                </c:pt>
                <c:pt idx="23594">
                  <c:v>38.49</c:v>
                </c:pt>
                <c:pt idx="23595">
                  <c:v>32.94</c:v>
                </c:pt>
                <c:pt idx="23596">
                  <c:v>195.96</c:v>
                </c:pt>
                <c:pt idx="23597">
                  <c:v>82.24</c:v>
                </c:pt>
                <c:pt idx="23598">
                  <c:v>113.7</c:v>
                </c:pt>
                <c:pt idx="23599">
                  <c:v>87.07</c:v>
                </c:pt>
                <c:pt idx="23600">
                  <c:v>108.84</c:v>
                </c:pt>
                <c:pt idx="23601">
                  <c:v>113.97</c:v>
                </c:pt>
                <c:pt idx="23602">
                  <c:v>69.98</c:v>
                </c:pt>
                <c:pt idx="23603">
                  <c:v>108.84</c:v>
                </c:pt>
                <c:pt idx="23604">
                  <c:v>108.84</c:v>
                </c:pt>
                <c:pt idx="23605">
                  <c:v>87.07</c:v>
                </c:pt>
                <c:pt idx="23606">
                  <c:v>87.07</c:v>
                </c:pt>
                <c:pt idx="23607">
                  <c:v>69.98</c:v>
                </c:pt>
                <c:pt idx="23608">
                  <c:v>27.63</c:v>
                </c:pt>
                <c:pt idx="23609">
                  <c:v>56.71</c:v>
                </c:pt>
                <c:pt idx="23610">
                  <c:v>99.97</c:v>
                </c:pt>
                <c:pt idx="23611">
                  <c:v>59.98</c:v>
                </c:pt>
                <c:pt idx="23612">
                  <c:v>19.989999999999998</c:v>
                </c:pt>
                <c:pt idx="23613">
                  <c:v>83.97</c:v>
                </c:pt>
                <c:pt idx="23614">
                  <c:v>93.97</c:v>
                </c:pt>
                <c:pt idx="23615">
                  <c:v>169.98</c:v>
                </c:pt>
                <c:pt idx="23616">
                  <c:v>169.98</c:v>
                </c:pt>
                <c:pt idx="23617">
                  <c:v>158.54</c:v>
                </c:pt>
                <c:pt idx="23618">
                  <c:v>169.98</c:v>
                </c:pt>
                <c:pt idx="23619">
                  <c:v>140.97</c:v>
                </c:pt>
                <c:pt idx="23620">
                  <c:v>169.98</c:v>
                </c:pt>
                <c:pt idx="23621">
                  <c:v>188.97</c:v>
                </c:pt>
                <c:pt idx="23622">
                  <c:v>145.97</c:v>
                </c:pt>
                <c:pt idx="23623">
                  <c:v>169.98</c:v>
                </c:pt>
                <c:pt idx="23624">
                  <c:v>169.98</c:v>
                </c:pt>
                <c:pt idx="23625">
                  <c:v>118.78</c:v>
                </c:pt>
                <c:pt idx="23626">
                  <c:v>190.96</c:v>
                </c:pt>
                <c:pt idx="23627">
                  <c:v>156.97999999999999</c:v>
                </c:pt>
                <c:pt idx="23628">
                  <c:v>169.98</c:v>
                </c:pt>
                <c:pt idx="23629">
                  <c:v>219.97</c:v>
                </c:pt>
                <c:pt idx="23630">
                  <c:v>169.98</c:v>
                </c:pt>
                <c:pt idx="23631">
                  <c:v>161.47</c:v>
                </c:pt>
                <c:pt idx="23632">
                  <c:v>123.12</c:v>
                </c:pt>
                <c:pt idx="23633">
                  <c:v>72.58</c:v>
                </c:pt>
                <c:pt idx="23634">
                  <c:v>125.96</c:v>
                </c:pt>
                <c:pt idx="23635">
                  <c:v>54.38</c:v>
                </c:pt>
                <c:pt idx="23636">
                  <c:v>89.99</c:v>
                </c:pt>
                <c:pt idx="23637">
                  <c:v>79.959999999999994</c:v>
                </c:pt>
                <c:pt idx="23638">
                  <c:v>121.66</c:v>
                </c:pt>
                <c:pt idx="23639">
                  <c:v>193.96</c:v>
                </c:pt>
                <c:pt idx="23640">
                  <c:v>184.44</c:v>
                </c:pt>
                <c:pt idx="23641">
                  <c:v>36.479999999999997</c:v>
                </c:pt>
                <c:pt idx="23642">
                  <c:v>18.489999999999998</c:v>
                </c:pt>
                <c:pt idx="23643">
                  <c:v>36.479999999999997</c:v>
                </c:pt>
                <c:pt idx="23644">
                  <c:v>36.479999999999997</c:v>
                </c:pt>
                <c:pt idx="23645">
                  <c:v>198.39</c:v>
                </c:pt>
                <c:pt idx="23646">
                  <c:v>79.849999999999994</c:v>
                </c:pt>
                <c:pt idx="23647">
                  <c:v>72.59</c:v>
                </c:pt>
                <c:pt idx="23648">
                  <c:v>79.849999999999994</c:v>
                </c:pt>
                <c:pt idx="23649">
                  <c:v>99.2</c:v>
                </c:pt>
                <c:pt idx="23650">
                  <c:v>39.89</c:v>
                </c:pt>
                <c:pt idx="23651">
                  <c:v>79.849999999999994</c:v>
                </c:pt>
                <c:pt idx="23652">
                  <c:v>-1.5</c:v>
                </c:pt>
                <c:pt idx="23653">
                  <c:v>79.849999999999994</c:v>
                </c:pt>
                <c:pt idx="23654">
                  <c:v>79.849999999999994</c:v>
                </c:pt>
                <c:pt idx="23655">
                  <c:v>79.849999999999994</c:v>
                </c:pt>
                <c:pt idx="23656">
                  <c:v>135.74</c:v>
                </c:pt>
                <c:pt idx="23657">
                  <c:v>79.849999999999994</c:v>
                </c:pt>
                <c:pt idx="23658">
                  <c:v>78.63</c:v>
                </c:pt>
                <c:pt idx="23659">
                  <c:v>120.98</c:v>
                </c:pt>
                <c:pt idx="23660">
                  <c:v>62.28</c:v>
                </c:pt>
                <c:pt idx="23661">
                  <c:v>99.2</c:v>
                </c:pt>
                <c:pt idx="23662">
                  <c:v>88.28</c:v>
                </c:pt>
                <c:pt idx="23663">
                  <c:v>91.95</c:v>
                </c:pt>
                <c:pt idx="23664">
                  <c:v>179.98</c:v>
                </c:pt>
                <c:pt idx="23665">
                  <c:v>179.97</c:v>
                </c:pt>
                <c:pt idx="23666">
                  <c:v>135.46</c:v>
                </c:pt>
                <c:pt idx="23667">
                  <c:v>89.98</c:v>
                </c:pt>
                <c:pt idx="23668">
                  <c:v>99.98</c:v>
                </c:pt>
                <c:pt idx="23669">
                  <c:v>634.91999999999996</c:v>
                </c:pt>
                <c:pt idx="23670">
                  <c:v>328.07</c:v>
                </c:pt>
                <c:pt idx="23671">
                  <c:v>187.96</c:v>
                </c:pt>
                <c:pt idx="23672">
                  <c:v>302.94</c:v>
                </c:pt>
                <c:pt idx="23673">
                  <c:v>96.99</c:v>
                </c:pt>
                <c:pt idx="23674">
                  <c:v>169.98</c:v>
                </c:pt>
                <c:pt idx="23675">
                  <c:v>279.95</c:v>
                </c:pt>
                <c:pt idx="23676">
                  <c:v>121.98</c:v>
                </c:pt>
                <c:pt idx="23677">
                  <c:v>89.98</c:v>
                </c:pt>
                <c:pt idx="23678">
                  <c:v>89.98</c:v>
                </c:pt>
                <c:pt idx="23679">
                  <c:v>-89.95</c:v>
                </c:pt>
                <c:pt idx="23680">
                  <c:v>179.96</c:v>
                </c:pt>
                <c:pt idx="23681">
                  <c:v>89.95</c:v>
                </c:pt>
                <c:pt idx="23682">
                  <c:v>179.96</c:v>
                </c:pt>
                <c:pt idx="23683">
                  <c:v>124.98</c:v>
                </c:pt>
                <c:pt idx="23684">
                  <c:v>46.29</c:v>
                </c:pt>
                <c:pt idx="23685">
                  <c:v>84.97</c:v>
                </c:pt>
                <c:pt idx="23686">
                  <c:v>94.98</c:v>
                </c:pt>
                <c:pt idx="23687">
                  <c:v>89.98</c:v>
                </c:pt>
                <c:pt idx="23688">
                  <c:v>54.98</c:v>
                </c:pt>
                <c:pt idx="23689">
                  <c:v>89.98</c:v>
                </c:pt>
                <c:pt idx="23690">
                  <c:v>89.98</c:v>
                </c:pt>
                <c:pt idx="23691">
                  <c:v>89.98</c:v>
                </c:pt>
                <c:pt idx="23692">
                  <c:v>89.98</c:v>
                </c:pt>
                <c:pt idx="23693">
                  <c:v>79.98</c:v>
                </c:pt>
                <c:pt idx="23694">
                  <c:v>79.98</c:v>
                </c:pt>
                <c:pt idx="23695">
                  <c:v>79.98</c:v>
                </c:pt>
                <c:pt idx="23696">
                  <c:v>89.98</c:v>
                </c:pt>
                <c:pt idx="23697">
                  <c:v>89.98</c:v>
                </c:pt>
                <c:pt idx="23698">
                  <c:v>79.98</c:v>
                </c:pt>
                <c:pt idx="23699">
                  <c:v>89.98</c:v>
                </c:pt>
                <c:pt idx="23700">
                  <c:v>89.98</c:v>
                </c:pt>
                <c:pt idx="23701">
                  <c:v>79.98</c:v>
                </c:pt>
                <c:pt idx="23702">
                  <c:v>54.98</c:v>
                </c:pt>
                <c:pt idx="23703">
                  <c:v>34.99</c:v>
                </c:pt>
                <c:pt idx="23704">
                  <c:v>54.98</c:v>
                </c:pt>
                <c:pt idx="23705">
                  <c:v>34.99</c:v>
                </c:pt>
                <c:pt idx="23706">
                  <c:v>54.98</c:v>
                </c:pt>
                <c:pt idx="23707">
                  <c:v>54.98</c:v>
                </c:pt>
                <c:pt idx="23708">
                  <c:v>34.99</c:v>
                </c:pt>
                <c:pt idx="23709">
                  <c:v>34.99</c:v>
                </c:pt>
                <c:pt idx="23710">
                  <c:v>34.99</c:v>
                </c:pt>
                <c:pt idx="23711">
                  <c:v>89.98</c:v>
                </c:pt>
                <c:pt idx="23712">
                  <c:v>55.98</c:v>
                </c:pt>
                <c:pt idx="23713">
                  <c:v>61.98</c:v>
                </c:pt>
                <c:pt idx="23714">
                  <c:v>114.97</c:v>
                </c:pt>
                <c:pt idx="23715">
                  <c:v>64.94</c:v>
                </c:pt>
                <c:pt idx="23716">
                  <c:v>65.989999999999995</c:v>
                </c:pt>
                <c:pt idx="23717">
                  <c:v>104.97</c:v>
                </c:pt>
                <c:pt idx="23718">
                  <c:v>137.97999999999999</c:v>
                </c:pt>
                <c:pt idx="23719">
                  <c:v>0</c:v>
                </c:pt>
                <c:pt idx="23720">
                  <c:v>137.97</c:v>
                </c:pt>
                <c:pt idx="23721">
                  <c:v>73.17</c:v>
                </c:pt>
                <c:pt idx="23722">
                  <c:v>84.38</c:v>
                </c:pt>
                <c:pt idx="23723">
                  <c:v>101.98</c:v>
                </c:pt>
                <c:pt idx="23724">
                  <c:v>55.96</c:v>
                </c:pt>
                <c:pt idx="23725">
                  <c:v>348.58</c:v>
                </c:pt>
                <c:pt idx="23726">
                  <c:v>51.32</c:v>
                </c:pt>
                <c:pt idx="23727">
                  <c:v>121.47</c:v>
                </c:pt>
                <c:pt idx="23728">
                  <c:v>60.44</c:v>
                </c:pt>
                <c:pt idx="23729">
                  <c:v>129.47</c:v>
                </c:pt>
                <c:pt idx="23730">
                  <c:v>105.98</c:v>
                </c:pt>
                <c:pt idx="23731">
                  <c:v>109.98</c:v>
                </c:pt>
                <c:pt idx="23732">
                  <c:v>89.94</c:v>
                </c:pt>
                <c:pt idx="23733">
                  <c:v>89.94</c:v>
                </c:pt>
                <c:pt idx="23734">
                  <c:v>23.24</c:v>
                </c:pt>
                <c:pt idx="23735">
                  <c:v>72.37</c:v>
                </c:pt>
                <c:pt idx="23736">
                  <c:v>81.98</c:v>
                </c:pt>
                <c:pt idx="23737">
                  <c:v>155.94999999999999</c:v>
                </c:pt>
                <c:pt idx="23738">
                  <c:v>155.94999999999999</c:v>
                </c:pt>
                <c:pt idx="23739">
                  <c:v>77.28</c:v>
                </c:pt>
                <c:pt idx="23740">
                  <c:v>77.28</c:v>
                </c:pt>
                <c:pt idx="23741">
                  <c:v>81.98</c:v>
                </c:pt>
                <c:pt idx="23742">
                  <c:v>51.94</c:v>
                </c:pt>
                <c:pt idx="23743">
                  <c:v>51.94</c:v>
                </c:pt>
                <c:pt idx="23744">
                  <c:v>194.77</c:v>
                </c:pt>
                <c:pt idx="23745">
                  <c:v>52.18</c:v>
                </c:pt>
                <c:pt idx="23746">
                  <c:v>64.98</c:v>
                </c:pt>
                <c:pt idx="23747">
                  <c:v>125.8</c:v>
                </c:pt>
                <c:pt idx="23748">
                  <c:v>68.930000000000007</c:v>
                </c:pt>
                <c:pt idx="23749">
                  <c:v>123.47</c:v>
                </c:pt>
                <c:pt idx="23750">
                  <c:v>47.29</c:v>
                </c:pt>
                <c:pt idx="23751">
                  <c:v>20.55</c:v>
                </c:pt>
                <c:pt idx="23752">
                  <c:v>77.39</c:v>
                </c:pt>
                <c:pt idx="23753">
                  <c:v>87.08</c:v>
                </c:pt>
                <c:pt idx="23754">
                  <c:v>25.99</c:v>
                </c:pt>
                <c:pt idx="23755">
                  <c:v>27.99</c:v>
                </c:pt>
                <c:pt idx="23756">
                  <c:v>29.54</c:v>
                </c:pt>
                <c:pt idx="23757">
                  <c:v>53.18</c:v>
                </c:pt>
                <c:pt idx="23758">
                  <c:v>29.49</c:v>
                </c:pt>
                <c:pt idx="23759">
                  <c:v>202.03</c:v>
                </c:pt>
                <c:pt idx="23760">
                  <c:v>120.98</c:v>
                </c:pt>
                <c:pt idx="23761">
                  <c:v>209.29</c:v>
                </c:pt>
                <c:pt idx="23762">
                  <c:v>214.13</c:v>
                </c:pt>
                <c:pt idx="23763">
                  <c:v>185.09</c:v>
                </c:pt>
                <c:pt idx="23764">
                  <c:v>147.6</c:v>
                </c:pt>
                <c:pt idx="23765">
                  <c:v>159.69999999999999</c:v>
                </c:pt>
                <c:pt idx="23766">
                  <c:v>152.19</c:v>
                </c:pt>
                <c:pt idx="23767">
                  <c:v>159.69999999999999</c:v>
                </c:pt>
                <c:pt idx="23768">
                  <c:v>131.97999999999999</c:v>
                </c:pt>
                <c:pt idx="23769">
                  <c:v>63.96</c:v>
                </c:pt>
                <c:pt idx="23770">
                  <c:v>115.16</c:v>
                </c:pt>
                <c:pt idx="23771">
                  <c:v>65.989999999999995</c:v>
                </c:pt>
                <c:pt idx="23772">
                  <c:v>109.98</c:v>
                </c:pt>
                <c:pt idx="23773">
                  <c:v>68.97</c:v>
                </c:pt>
                <c:pt idx="23774">
                  <c:v>37.979999999999997</c:v>
                </c:pt>
                <c:pt idx="23775">
                  <c:v>73.97</c:v>
                </c:pt>
                <c:pt idx="23776">
                  <c:v>69.989999999999995</c:v>
                </c:pt>
                <c:pt idx="23777">
                  <c:v>69.989999999999995</c:v>
                </c:pt>
                <c:pt idx="23778">
                  <c:v>84.99</c:v>
                </c:pt>
                <c:pt idx="23779">
                  <c:v>90.98</c:v>
                </c:pt>
                <c:pt idx="23780">
                  <c:v>175.96</c:v>
                </c:pt>
                <c:pt idx="23781">
                  <c:v>369.74</c:v>
                </c:pt>
                <c:pt idx="23782">
                  <c:v>199.96</c:v>
                </c:pt>
                <c:pt idx="23783">
                  <c:v>239.93</c:v>
                </c:pt>
                <c:pt idx="23784">
                  <c:v>319.91000000000003</c:v>
                </c:pt>
                <c:pt idx="23785">
                  <c:v>199.96</c:v>
                </c:pt>
                <c:pt idx="23786">
                  <c:v>279.93</c:v>
                </c:pt>
                <c:pt idx="23787">
                  <c:v>349.93</c:v>
                </c:pt>
                <c:pt idx="23788">
                  <c:v>331.92</c:v>
                </c:pt>
                <c:pt idx="23789">
                  <c:v>376.41</c:v>
                </c:pt>
                <c:pt idx="23790">
                  <c:v>237.96</c:v>
                </c:pt>
                <c:pt idx="23791">
                  <c:v>149.96</c:v>
                </c:pt>
                <c:pt idx="23792">
                  <c:v>57.98</c:v>
                </c:pt>
                <c:pt idx="23793">
                  <c:v>57.98</c:v>
                </c:pt>
                <c:pt idx="23794">
                  <c:v>59.96</c:v>
                </c:pt>
                <c:pt idx="23795">
                  <c:v>173.21</c:v>
                </c:pt>
                <c:pt idx="23796">
                  <c:v>41.49</c:v>
                </c:pt>
                <c:pt idx="23797">
                  <c:v>92.97</c:v>
                </c:pt>
                <c:pt idx="23798">
                  <c:v>85.97</c:v>
                </c:pt>
                <c:pt idx="23799">
                  <c:v>84.99</c:v>
                </c:pt>
                <c:pt idx="23800">
                  <c:v>93.95</c:v>
                </c:pt>
                <c:pt idx="23801">
                  <c:v>74.97</c:v>
                </c:pt>
                <c:pt idx="23802">
                  <c:v>103.96</c:v>
                </c:pt>
                <c:pt idx="23803">
                  <c:v>97.97</c:v>
                </c:pt>
                <c:pt idx="23804">
                  <c:v>130.79</c:v>
                </c:pt>
                <c:pt idx="23805">
                  <c:v>137.96</c:v>
                </c:pt>
                <c:pt idx="23806">
                  <c:v>81.98</c:v>
                </c:pt>
                <c:pt idx="23807">
                  <c:v>100.95</c:v>
                </c:pt>
                <c:pt idx="23808">
                  <c:v>74.98</c:v>
                </c:pt>
                <c:pt idx="23809">
                  <c:v>97.97</c:v>
                </c:pt>
                <c:pt idx="23810">
                  <c:v>50.97</c:v>
                </c:pt>
                <c:pt idx="23811">
                  <c:v>81.98</c:v>
                </c:pt>
                <c:pt idx="23812">
                  <c:v>110.98</c:v>
                </c:pt>
                <c:pt idx="23813">
                  <c:v>64.58</c:v>
                </c:pt>
                <c:pt idx="23814">
                  <c:v>29.28</c:v>
                </c:pt>
                <c:pt idx="23815">
                  <c:v>75.98</c:v>
                </c:pt>
                <c:pt idx="23816">
                  <c:v>175.43</c:v>
                </c:pt>
                <c:pt idx="23817">
                  <c:v>35.49</c:v>
                </c:pt>
                <c:pt idx="23818">
                  <c:v>191.96</c:v>
                </c:pt>
                <c:pt idx="23819">
                  <c:v>193.55</c:v>
                </c:pt>
                <c:pt idx="23820">
                  <c:v>71.27</c:v>
                </c:pt>
                <c:pt idx="23821">
                  <c:v>98.37</c:v>
                </c:pt>
                <c:pt idx="23822">
                  <c:v>65.33</c:v>
                </c:pt>
                <c:pt idx="23823">
                  <c:v>59.39</c:v>
                </c:pt>
                <c:pt idx="23824">
                  <c:v>75.09</c:v>
                </c:pt>
                <c:pt idx="23825">
                  <c:v>65.23</c:v>
                </c:pt>
                <c:pt idx="23826">
                  <c:v>78.81</c:v>
                </c:pt>
                <c:pt idx="23827">
                  <c:v>82.82</c:v>
                </c:pt>
                <c:pt idx="23828">
                  <c:v>84.98</c:v>
                </c:pt>
                <c:pt idx="23829">
                  <c:v>84.99</c:v>
                </c:pt>
                <c:pt idx="23830">
                  <c:v>83.3</c:v>
                </c:pt>
                <c:pt idx="23831">
                  <c:v>71.790000000000006</c:v>
                </c:pt>
                <c:pt idx="23832">
                  <c:v>99.98</c:v>
                </c:pt>
                <c:pt idx="23833">
                  <c:v>84.99</c:v>
                </c:pt>
                <c:pt idx="23834">
                  <c:v>46.47</c:v>
                </c:pt>
                <c:pt idx="23835">
                  <c:v>37.47</c:v>
                </c:pt>
                <c:pt idx="23836">
                  <c:v>30.73</c:v>
                </c:pt>
                <c:pt idx="23837">
                  <c:v>30.73</c:v>
                </c:pt>
                <c:pt idx="23838">
                  <c:v>138.44</c:v>
                </c:pt>
                <c:pt idx="23839">
                  <c:v>31.48</c:v>
                </c:pt>
                <c:pt idx="23840">
                  <c:v>138.44</c:v>
                </c:pt>
                <c:pt idx="23841">
                  <c:v>30.48</c:v>
                </c:pt>
                <c:pt idx="23842">
                  <c:v>30.48</c:v>
                </c:pt>
                <c:pt idx="23843">
                  <c:v>31.48</c:v>
                </c:pt>
                <c:pt idx="23844">
                  <c:v>174.16</c:v>
                </c:pt>
                <c:pt idx="23845">
                  <c:v>89.98</c:v>
                </c:pt>
                <c:pt idx="23846">
                  <c:v>84.99</c:v>
                </c:pt>
                <c:pt idx="23847">
                  <c:v>26.48</c:v>
                </c:pt>
                <c:pt idx="23848">
                  <c:v>27.48</c:v>
                </c:pt>
                <c:pt idx="23849">
                  <c:v>89.97</c:v>
                </c:pt>
                <c:pt idx="23850">
                  <c:v>124.06</c:v>
                </c:pt>
                <c:pt idx="23851">
                  <c:v>118.36</c:v>
                </c:pt>
                <c:pt idx="23852">
                  <c:v>124.06</c:v>
                </c:pt>
                <c:pt idx="23853">
                  <c:v>53.98</c:v>
                </c:pt>
                <c:pt idx="23854">
                  <c:v>53.98</c:v>
                </c:pt>
                <c:pt idx="23855">
                  <c:v>53.98</c:v>
                </c:pt>
                <c:pt idx="23856">
                  <c:v>53.98</c:v>
                </c:pt>
                <c:pt idx="23857">
                  <c:v>118.36</c:v>
                </c:pt>
                <c:pt idx="23858">
                  <c:v>174.96</c:v>
                </c:pt>
                <c:pt idx="23859">
                  <c:v>69.98</c:v>
                </c:pt>
                <c:pt idx="23860">
                  <c:v>69.98</c:v>
                </c:pt>
                <c:pt idx="23861">
                  <c:v>104.97</c:v>
                </c:pt>
                <c:pt idx="23862">
                  <c:v>157.96</c:v>
                </c:pt>
                <c:pt idx="23863">
                  <c:v>174.94</c:v>
                </c:pt>
                <c:pt idx="23864">
                  <c:v>79.97</c:v>
                </c:pt>
                <c:pt idx="23865">
                  <c:v>251.71</c:v>
                </c:pt>
                <c:pt idx="23866">
                  <c:v>147.91</c:v>
                </c:pt>
                <c:pt idx="23867">
                  <c:v>156.97</c:v>
                </c:pt>
                <c:pt idx="23868">
                  <c:v>169.14</c:v>
                </c:pt>
                <c:pt idx="23869">
                  <c:v>210.71</c:v>
                </c:pt>
                <c:pt idx="23870">
                  <c:v>160.08000000000001</c:v>
                </c:pt>
                <c:pt idx="23871">
                  <c:v>189.97</c:v>
                </c:pt>
                <c:pt idx="23872">
                  <c:v>169.98</c:v>
                </c:pt>
                <c:pt idx="23873">
                  <c:v>224.95</c:v>
                </c:pt>
                <c:pt idx="23874">
                  <c:v>135.97</c:v>
                </c:pt>
                <c:pt idx="23875">
                  <c:v>177.39</c:v>
                </c:pt>
                <c:pt idx="23876">
                  <c:v>132.97</c:v>
                </c:pt>
                <c:pt idx="23877">
                  <c:v>135.97</c:v>
                </c:pt>
                <c:pt idx="23878">
                  <c:v>89.97</c:v>
                </c:pt>
                <c:pt idx="23879">
                  <c:v>84.97</c:v>
                </c:pt>
                <c:pt idx="23880">
                  <c:v>64.97</c:v>
                </c:pt>
                <c:pt idx="23881">
                  <c:v>54.98</c:v>
                </c:pt>
                <c:pt idx="23882">
                  <c:v>54.98</c:v>
                </c:pt>
                <c:pt idx="23883">
                  <c:v>74.97</c:v>
                </c:pt>
                <c:pt idx="23884">
                  <c:v>70.98</c:v>
                </c:pt>
                <c:pt idx="23885">
                  <c:v>51.98</c:v>
                </c:pt>
                <c:pt idx="23886">
                  <c:v>51.98</c:v>
                </c:pt>
                <c:pt idx="23887">
                  <c:v>114.97</c:v>
                </c:pt>
                <c:pt idx="23888">
                  <c:v>51.46</c:v>
                </c:pt>
                <c:pt idx="23889">
                  <c:v>54.98</c:v>
                </c:pt>
                <c:pt idx="23890">
                  <c:v>59.96</c:v>
                </c:pt>
                <c:pt idx="23891">
                  <c:v>117.92</c:v>
                </c:pt>
                <c:pt idx="23892">
                  <c:v>59.98</c:v>
                </c:pt>
                <c:pt idx="23893">
                  <c:v>121.98</c:v>
                </c:pt>
                <c:pt idx="23894">
                  <c:v>128.58000000000001</c:v>
                </c:pt>
                <c:pt idx="23895">
                  <c:v>64.95</c:v>
                </c:pt>
                <c:pt idx="23896">
                  <c:v>200.4</c:v>
                </c:pt>
                <c:pt idx="23897">
                  <c:v>49.99</c:v>
                </c:pt>
                <c:pt idx="23898">
                  <c:v>89.95</c:v>
                </c:pt>
                <c:pt idx="23899">
                  <c:v>59.98</c:v>
                </c:pt>
                <c:pt idx="23900">
                  <c:v>115.97</c:v>
                </c:pt>
                <c:pt idx="23901">
                  <c:v>106.71</c:v>
                </c:pt>
                <c:pt idx="23902">
                  <c:v>85.89</c:v>
                </c:pt>
                <c:pt idx="23903">
                  <c:v>66.47</c:v>
                </c:pt>
                <c:pt idx="23904">
                  <c:v>55.98</c:v>
                </c:pt>
                <c:pt idx="23905">
                  <c:v>51.98</c:v>
                </c:pt>
                <c:pt idx="23906">
                  <c:v>100.45</c:v>
                </c:pt>
                <c:pt idx="23907">
                  <c:v>71.47</c:v>
                </c:pt>
                <c:pt idx="23908">
                  <c:v>62.97</c:v>
                </c:pt>
                <c:pt idx="23909">
                  <c:v>59.96</c:v>
                </c:pt>
                <c:pt idx="23910">
                  <c:v>51.76</c:v>
                </c:pt>
                <c:pt idx="23911">
                  <c:v>137.87</c:v>
                </c:pt>
                <c:pt idx="23912">
                  <c:v>125.79</c:v>
                </c:pt>
                <c:pt idx="23913">
                  <c:v>105.25</c:v>
                </c:pt>
                <c:pt idx="23914">
                  <c:v>125.79</c:v>
                </c:pt>
                <c:pt idx="23915">
                  <c:v>111.78</c:v>
                </c:pt>
                <c:pt idx="23916">
                  <c:v>251.58</c:v>
                </c:pt>
                <c:pt idx="23917">
                  <c:v>142.74</c:v>
                </c:pt>
                <c:pt idx="23918">
                  <c:v>157.25</c:v>
                </c:pt>
                <c:pt idx="23919">
                  <c:v>161.72</c:v>
                </c:pt>
                <c:pt idx="23920">
                  <c:v>143.94999999999999</c:v>
                </c:pt>
                <c:pt idx="23921">
                  <c:v>153.16</c:v>
                </c:pt>
                <c:pt idx="23922">
                  <c:v>125.79</c:v>
                </c:pt>
                <c:pt idx="23923">
                  <c:v>134.27000000000001</c:v>
                </c:pt>
                <c:pt idx="23924">
                  <c:v>134.25</c:v>
                </c:pt>
                <c:pt idx="23925">
                  <c:v>188.69</c:v>
                </c:pt>
                <c:pt idx="23926">
                  <c:v>223.8</c:v>
                </c:pt>
                <c:pt idx="23927">
                  <c:v>169.36</c:v>
                </c:pt>
                <c:pt idx="23928">
                  <c:v>55.96</c:v>
                </c:pt>
                <c:pt idx="23929">
                  <c:v>76.98</c:v>
                </c:pt>
                <c:pt idx="23930">
                  <c:v>53.98</c:v>
                </c:pt>
                <c:pt idx="23931">
                  <c:v>77.97</c:v>
                </c:pt>
                <c:pt idx="23932">
                  <c:v>114.31</c:v>
                </c:pt>
                <c:pt idx="23933">
                  <c:v>62.05</c:v>
                </c:pt>
                <c:pt idx="23934">
                  <c:v>69.989999999999995</c:v>
                </c:pt>
                <c:pt idx="23935">
                  <c:v>31.94</c:v>
                </c:pt>
                <c:pt idx="23936">
                  <c:v>509.94</c:v>
                </c:pt>
                <c:pt idx="23937">
                  <c:v>308.67</c:v>
                </c:pt>
                <c:pt idx="23938">
                  <c:v>36.270000000000003</c:v>
                </c:pt>
                <c:pt idx="23939">
                  <c:v>421.55</c:v>
                </c:pt>
                <c:pt idx="23940">
                  <c:v>197.94</c:v>
                </c:pt>
                <c:pt idx="23941">
                  <c:v>336.8</c:v>
                </c:pt>
                <c:pt idx="23942">
                  <c:v>59.98</c:v>
                </c:pt>
                <c:pt idx="23943">
                  <c:v>113.96</c:v>
                </c:pt>
                <c:pt idx="23944">
                  <c:v>53.98</c:v>
                </c:pt>
                <c:pt idx="23945">
                  <c:v>59.98</c:v>
                </c:pt>
                <c:pt idx="23946">
                  <c:v>59.98</c:v>
                </c:pt>
                <c:pt idx="23947">
                  <c:v>39.479999999999997</c:v>
                </c:pt>
                <c:pt idx="23948">
                  <c:v>77.97</c:v>
                </c:pt>
                <c:pt idx="23949">
                  <c:v>59.97</c:v>
                </c:pt>
                <c:pt idx="23950">
                  <c:v>59.97</c:v>
                </c:pt>
                <c:pt idx="23951">
                  <c:v>53.97</c:v>
                </c:pt>
                <c:pt idx="23952">
                  <c:v>59.97</c:v>
                </c:pt>
                <c:pt idx="23953">
                  <c:v>59.97</c:v>
                </c:pt>
                <c:pt idx="23954">
                  <c:v>53.97</c:v>
                </c:pt>
                <c:pt idx="23955">
                  <c:v>56.97</c:v>
                </c:pt>
                <c:pt idx="23956">
                  <c:v>59.97</c:v>
                </c:pt>
                <c:pt idx="23957">
                  <c:v>50.98</c:v>
                </c:pt>
                <c:pt idx="23958">
                  <c:v>50.95</c:v>
                </c:pt>
                <c:pt idx="23959">
                  <c:v>74.98</c:v>
                </c:pt>
                <c:pt idx="23960">
                  <c:v>59.95</c:v>
                </c:pt>
                <c:pt idx="23961">
                  <c:v>59.95</c:v>
                </c:pt>
                <c:pt idx="23962">
                  <c:v>300.82</c:v>
                </c:pt>
                <c:pt idx="23963">
                  <c:v>261.98</c:v>
                </c:pt>
                <c:pt idx="23964">
                  <c:v>424.5</c:v>
                </c:pt>
                <c:pt idx="23965">
                  <c:v>369.94</c:v>
                </c:pt>
                <c:pt idx="23966">
                  <c:v>338.06</c:v>
                </c:pt>
                <c:pt idx="23967">
                  <c:v>335.68</c:v>
                </c:pt>
                <c:pt idx="23968">
                  <c:v>333.78</c:v>
                </c:pt>
                <c:pt idx="23969">
                  <c:v>53.92</c:v>
                </c:pt>
                <c:pt idx="23970">
                  <c:v>59.97</c:v>
                </c:pt>
                <c:pt idx="23971">
                  <c:v>59.39</c:v>
                </c:pt>
                <c:pt idx="23972">
                  <c:v>43.97</c:v>
                </c:pt>
                <c:pt idx="23973">
                  <c:v>71.97</c:v>
                </c:pt>
                <c:pt idx="23974">
                  <c:v>102.28</c:v>
                </c:pt>
                <c:pt idx="23975">
                  <c:v>54.97</c:v>
                </c:pt>
                <c:pt idx="23976">
                  <c:v>56.97</c:v>
                </c:pt>
                <c:pt idx="23977">
                  <c:v>157.94999999999999</c:v>
                </c:pt>
                <c:pt idx="23978">
                  <c:v>62.96</c:v>
                </c:pt>
                <c:pt idx="23979">
                  <c:v>174.95</c:v>
                </c:pt>
                <c:pt idx="23980">
                  <c:v>51.49</c:v>
                </c:pt>
                <c:pt idx="23981">
                  <c:v>84.99</c:v>
                </c:pt>
                <c:pt idx="23982">
                  <c:v>50.34</c:v>
                </c:pt>
                <c:pt idx="23983">
                  <c:v>99.98</c:v>
                </c:pt>
                <c:pt idx="23984">
                  <c:v>99.98</c:v>
                </c:pt>
                <c:pt idx="23985">
                  <c:v>99.98</c:v>
                </c:pt>
                <c:pt idx="23986">
                  <c:v>84.99</c:v>
                </c:pt>
                <c:pt idx="23987">
                  <c:v>79.98</c:v>
                </c:pt>
                <c:pt idx="23988">
                  <c:v>41.49</c:v>
                </c:pt>
                <c:pt idx="23989">
                  <c:v>84.99</c:v>
                </c:pt>
                <c:pt idx="23990">
                  <c:v>92.33</c:v>
                </c:pt>
                <c:pt idx="23991">
                  <c:v>84.99</c:v>
                </c:pt>
                <c:pt idx="23992">
                  <c:v>84.99</c:v>
                </c:pt>
                <c:pt idx="23993">
                  <c:v>73.989999999999995</c:v>
                </c:pt>
                <c:pt idx="23994">
                  <c:v>41.49</c:v>
                </c:pt>
                <c:pt idx="23995">
                  <c:v>0</c:v>
                </c:pt>
                <c:pt idx="23996">
                  <c:v>99.98</c:v>
                </c:pt>
                <c:pt idx="23997">
                  <c:v>49.99</c:v>
                </c:pt>
                <c:pt idx="23998">
                  <c:v>90.44</c:v>
                </c:pt>
                <c:pt idx="23999">
                  <c:v>99.98</c:v>
                </c:pt>
                <c:pt idx="24000">
                  <c:v>84.99</c:v>
                </c:pt>
                <c:pt idx="24001">
                  <c:v>79.98</c:v>
                </c:pt>
                <c:pt idx="24002">
                  <c:v>44.98</c:v>
                </c:pt>
                <c:pt idx="24003">
                  <c:v>99.98</c:v>
                </c:pt>
                <c:pt idx="24004">
                  <c:v>84.99</c:v>
                </c:pt>
                <c:pt idx="24005">
                  <c:v>79.98</c:v>
                </c:pt>
                <c:pt idx="24006">
                  <c:v>99.98</c:v>
                </c:pt>
                <c:pt idx="24007">
                  <c:v>84.99</c:v>
                </c:pt>
                <c:pt idx="24008">
                  <c:v>99.98</c:v>
                </c:pt>
                <c:pt idx="24009">
                  <c:v>99.98</c:v>
                </c:pt>
                <c:pt idx="24010">
                  <c:v>49.99</c:v>
                </c:pt>
                <c:pt idx="24011">
                  <c:v>41.49</c:v>
                </c:pt>
                <c:pt idx="24012">
                  <c:v>84.99</c:v>
                </c:pt>
                <c:pt idx="24013">
                  <c:v>103.18</c:v>
                </c:pt>
                <c:pt idx="24014">
                  <c:v>79.98</c:v>
                </c:pt>
                <c:pt idx="24015">
                  <c:v>84.99</c:v>
                </c:pt>
                <c:pt idx="24016">
                  <c:v>142.46</c:v>
                </c:pt>
                <c:pt idx="24017">
                  <c:v>28.39</c:v>
                </c:pt>
                <c:pt idx="24018">
                  <c:v>119.98</c:v>
                </c:pt>
                <c:pt idx="24019">
                  <c:v>69.95</c:v>
                </c:pt>
                <c:pt idx="24020">
                  <c:v>39.21</c:v>
                </c:pt>
                <c:pt idx="24021">
                  <c:v>75.959999999999994</c:v>
                </c:pt>
                <c:pt idx="24022">
                  <c:v>113.95</c:v>
                </c:pt>
                <c:pt idx="24023">
                  <c:v>62.47</c:v>
                </c:pt>
                <c:pt idx="24024">
                  <c:v>41.29</c:v>
                </c:pt>
                <c:pt idx="24025">
                  <c:v>63.97</c:v>
                </c:pt>
                <c:pt idx="24026">
                  <c:v>31.48</c:v>
                </c:pt>
                <c:pt idx="24027">
                  <c:v>109.96</c:v>
                </c:pt>
                <c:pt idx="24028">
                  <c:v>237.56</c:v>
                </c:pt>
                <c:pt idx="24029">
                  <c:v>311</c:v>
                </c:pt>
                <c:pt idx="24030">
                  <c:v>123.1</c:v>
                </c:pt>
                <c:pt idx="24031">
                  <c:v>238.96</c:v>
                </c:pt>
                <c:pt idx="24032">
                  <c:v>65.989999999999995</c:v>
                </c:pt>
                <c:pt idx="24033">
                  <c:v>263.95999999999998</c:v>
                </c:pt>
                <c:pt idx="24034">
                  <c:v>266.55</c:v>
                </c:pt>
                <c:pt idx="24035">
                  <c:v>161.47999999999999</c:v>
                </c:pt>
                <c:pt idx="24036">
                  <c:v>169.98</c:v>
                </c:pt>
                <c:pt idx="24037">
                  <c:v>149.47</c:v>
                </c:pt>
                <c:pt idx="24038">
                  <c:v>193.76</c:v>
                </c:pt>
                <c:pt idx="24039">
                  <c:v>105.98</c:v>
                </c:pt>
                <c:pt idx="24040">
                  <c:v>291.95999999999998</c:v>
                </c:pt>
                <c:pt idx="24041">
                  <c:v>127.66</c:v>
                </c:pt>
                <c:pt idx="24042">
                  <c:v>117.98</c:v>
                </c:pt>
                <c:pt idx="24043">
                  <c:v>53.2</c:v>
                </c:pt>
                <c:pt idx="24044">
                  <c:v>39.299999999999997</c:v>
                </c:pt>
                <c:pt idx="24045">
                  <c:v>75</c:v>
                </c:pt>
                <c:pt idx="24046">
                  <c:v>59.98</c:v>
                </c:pt>
                <c:pt idx="24047">
                  <c:v>72.22</c:v>
                </c:pt>
                <c:pt idx="24048">
                  <c:v>57.58</c:v>
                </c:pt>
                <c:pt idx="24049">
                  <c:v>63.96</c:v>
                </c:pt>
                <c:pt idx="24050">
                  <c:v>17.190000000000001</c:v>
                </c:pt>
                <c:pt idx="24051">
                  <c:v>17.79</c:v>
                </c:pt>
                <c:pt idx="24052">
                  <c:v>17.79</c:v>
                </c:pt>
                <c:pt idx="24053">
                  <c:v>17.190000000000001</c:v>
                </c:pt>
                <c:pt idx="24054">
                  <c:v>98.96</c:v>
                </c:pt>
                <c:pt idx="24055">
                  <c:v>77.319999999999993</c:v>
                </c:pt>
                <c:pt idx="24056">
                  <c:v>68.36</c:v>
                </c:pt>
                <c:pt idx="24057">
                  <c:v>104.04</c:v>
                </c:pt>
                <c:pt idx="24058">
                  <c:v>87.1</c:v>
                </c:pt>
                <c:pt idx="24059">
                  <c:v>114.91</c:v>
                </c:pt>
                <c:pt idx="24060">
                  <c:v>76.209999999999994</c:v>
                </c:pt>
                <c:pt idx="24061">
                  <c:v>108.78</c:v>
                </c:pt>
                <c:pt idx="24062">
                  <c:v>82.26</c:v>
                </c:pt>
                <c:pt idx="24063">
                  <c:v>176.05</c:v>
                </c:pt>
                <c:pt idx="24064">
                  <c:v>172.97</c:v>
                </c:pt>
                <c:pt idx="24065">
                  <c:v>105.97</c:v>
                </c:pt>
                <c:pt idx="24066">
                  <c:v>198.95</c:v>
                </c:pt>
                <c:pt idx="24067">
                  <c:v>198.95</c:v>
                </c:pt>
                <c:pt idx="24068">
                  <c:v>159.97999999999999</c:v>
                </c:pt>
                <c:pt idx="24069">
                  <c:v>159.97999999999999</c:v>
                </c:pt>
                <c:pt idx="24070">
                  <c:v>198.95</c:v>
                </c:pt>
                <c:pt idx="24071">
                  <c:v>105.97</c:v>
                </c:pt>
                <c:pt idx="24072">
                  <c:v>172.97</c:v>
                </c:pt>
                <c:pt idx="24073">
                  <c:v>198.95</c:v>
                </c:pt>
                <c:pt idx="24074">
                  <c:v>172.95</c:v>
                </c:pt>
                <c:pt idx="24075">
                  <c:v>102.82</c:v>
                </c:pt>
                <c:pt idx="24076">
                  <c:v>88.18</c:v>
                </c:pt>
                <c:pt idx="24077">
                  <c:v>104.98</c:v>
                </c:pt>
                <c:pt idx="24078">
                  <c:v>59.98</c:v>
                </c:pt>
                <c:pt idx="24079">
                  <c:v>115.97</c:v>
                </c:pt>
                <c:pt idx="24080">
                  <c:v>175.93</c:v>
                </c:pt>
                <c:pt idx="24081">
                  <c:v>66.53</c:v>
                </c:pt>
                <c:pt idx="24082">
                  <c:v>56.52</c:v>
                </c:pt>
                <c:pt idx="24083">
                  <c:v>67.84</c:v>
                </c:pt>
                <c:pt idx="24084">
                  <c:v>59.39</c:v>
                </c:pt>
                <c:pt idx="24085">
                  <c:v>251.74</c:v>
                </c:pt>
                <c:pt idx="24086">
                  <c:v>197.97</c:v>
                </c:pt>
                <c:pt idx="24087">
                  <c:v>197.97</c:v>
                </c:pt>
                <c:pt idx="24088">
                  <c:v>131.97999999999999</c:v>
                </c:pt>
                <c:pt idx="24089">
                  <c:v>197.97</c:v>
                </c:pt>
                <c:pt idx="24090">
                  <c:v>131.97999999999999</c:v>
                </c:pt>
                <c:pt idx="24091">
                  <c:v>197.97</c:v>
                </c:pt>
                <c:pt idx="24092">
                  <c:v>71.069999999999993</c:v>
                </c:pt>
                <c:pt idx="24093">
                  <c:v>94.38</c:v>
                </c:pt>
                <c:pt idx="24094">
                  <c:v>94.38</c:v>
                </c:pt>
                <c:pt idx="24095">
                  <c:v>131.97999999999999</c:v>
                </c:pt>
                <c:pt idx="24096">
                  <c:v>131.97999999999999</c:v>
                </c:pt>
                <c:pt idx="24097">
                  <c:v>131.97999999999999</c:v>
                </c:pt>
                <c:pt idx="24098">
                  <c:v>65.989999999999995</c:v>
                </c:pt>
                <c:pt idx="24099">
                  <c:v>131.97999999999999</c:v>
                </c:pt>
                <c:pt idx="24100">
                  <c:v>197.97</c:v>
                </c:pt>
                <c:pt idx="24101">
                  <c:v>131.97999999999999</c:v>
                </c:pt>
                <c:pt idx="24102">
                  <c:v>131.97999999999999</c:v>
                </c:pt>
                <c:pt idx="24103">
                  <c:v>197.97</c:v>
                </c:pt>
                <c:pt idx="24104">
                  <c:v>103.03</c:v>
                </c:pt>
                <c:pt idx="24105">
                  <c:v>-20.99</c:v>
                </c:pt>
                <c:pt idx="24106">
                  <c:v>147.46</c:v>
                </c:pt>
                <c:pt idx="24107">
                  <c:v>50.98</c:v>
                </c:pt>
                <c:pt idx="24108">
                  <c:v>54.99</c:v>
                </c:pt>
                <c:pt idx="24109">
                  <c:v>117.76</c:v>
                </c:pt>
                <c:pt idx="24110">
                  <c:v>58.78</c:v>
                </c:pt>
                <c:pt idx="24111">
                  <c:v>188.97</c:v>
                </c:pt>
                <c:pt idx="24112">
                  <c:v>107.97</c:v>
                </c:pt>
                <c:pt idx="24113">
                  <c:v>80.98</c:v>
                </c:pt>
                <c:pt idx="24114">
                  <c:v>35.479999999999997</c:v>
                </c:pt>
                <c:pt idx="24115">
                  <c:v>74.98</c:v>
                </c:pt>
                <c:pt idx="24116">
                  <c:v>68.989999999999995</c:v>
                </c:pt>
                <c:pt idx="24117">
                  <c:v>99.98</c:v>
                </c:pt>
                <c:pt idx="24118">
                  <c:v>65.989999999999995</c:v>
                </c:pt>
                <c:pt idx="24119">
                  <c:v>99.98</c:v>
                </c:pt>
                <c:pt idx="24120">
                  <c:v>84.99</c:v>
                </c:pt>
                <c:pt idx="24121">
                  <c:v>99.98</c:v>
                </c:pt>
                <c:pt idx="24122">
                  <c:v>84.99</c:v>
                </c:pt>
                <c:pt idx="24123">
                  <c:v>80.98</c:v>
                </c:pt>
                <c:pt idx="24124">
                  <c:v>99.98</c:v>
                </c:pt>
                <c:pt idx="24125">
                  <c:v>99.98</c:v>
                </c:pt>
                <c:pt idx="24126">
                  <c:v>84.99</c:v>
                </c:pt>
                <c:pt idx="24127">
                  <c:v>84.99</c:v>
                </c:pt>
                <c:pt idx="24128">
                  <c:v>84.99</c:v>
                </c:pt>
                <c:pt idx="24129">
                  <c:v>84.99</c:v>
                </c:pt>
                <c:pt idx="24130">
                  <c:v>131.97999999999999</c:v>
                </c:pt>
                <c:pt idx="24131">
                  <c:v>136.97</c:v>
                </c:pt>
                <c:pt idx="24132">
                  <c:v>169.98</c:v>
                </c:pt>
                <c:pt idx="24133">
                  <c:v>69.97</c:v>
                </c:pt>
                <c:pt idx="24134">
                  <c:v>38.28</c:v>
                </c:pt>
                <c:pt idx="24135">
                  <c:v>48.42</c:v>
                </c:pt>
                <c:pt idx="24136">
                  <c:v>120.95</c:v>
                </c:pt>
                <c:pt idx="24137">
                  <c:v>54.99</c:v>
                </c:pt>
                <c:pt idx="24138">
                  <c:v>81.48</c:v>
                </c:pt>
                <c:pt idx="24139">
                  <c:v>84.99</c:v>
                </c:pt>
                <c:pt idx="24140">
                  <c:v>120.99</c:v>
                </c:pt>
                <c:pt idx="24141">
                  <c:v>68.930000000000007</c:v>
                </c:pt>
                <c:pt idx="24142">
                  <c:v>81.05</c:v>
                </c:pt>
                <c:pt idx="24143">
                  <c:v>108.86</c:v>
                </c:pt>
                <c:pt idx="24144">
                  <c:v>68.989999999999995</c:v>
                </c:pt>
                <c:pt idx="24145">
                  <c:v>96.98</c:v>
                </c:pt>
                <c:pt idx="24146">
                  <c:v>169.98</c:v>
                </c:pt>
                <c:pt idx="24147">
                  <c:v>96.98</c:v>
                </c:pt>
                <c:pt idx="24148">
                  <c:v>113.96</c:v>
                </c:pt>
                <c:pt idx="24149">
                  <c:v>84.99</c:v>
                </c:pt>
                <c:pt idx="24150">
                  <c:v>239.95</c:v>
                </c:pt>
                <c:pt idx="24151">
                  <c:v>105.87</c:v>
                </c:pt>
                <c:pt idx="24152">
                  <c:v>189.97</c:v>
                </c:pt>
                <c:pt idx="24153">
                  <c:v>116.96</c:v>
                </c:pt>
                <c:pt idx="24154">
                  <c:v>84.99</c:v>
                </c:pt>
                <c:pt idx="24155">
                  <c:v>102.56</c:v>
                </c:pt>
                <c:pt idx="24156">
                  <c:v>154.97999999999999</c:v>
                </c:pt>
                <c:pt idx="24157">
                  <c:v>96.98</c:v>
                </c:pt>
                <c:pt idx="24158">
                  <c:v>84.99</c:v>
                </c:pt>
                <c:pt idx="24159">
                  <c:v>169.98</c:v>
                </c:pt>
                <c:pt idx="24160">
                  <c:v>64.400000000000006</c:v>
                </c:pt>
                <c:pt idx="24161">
                  <c:v>84.99</c:v>
                </c:pt>
                <c:pt idx="24162">
                  <c:v>96.98</c:v>
                </c:pt>
                <c:pt idx="24163">
                  <c:v>84.99</c:v>
                </c:pt>
                <c:pt idx="24164">
                  <c:v>161.96</c:v>
                </c:pt>
                <c:pt idx="24165">
                  <c:v>91.61</c:v>
                </c:pt>
                <c:pt idx="24166">
                  <c:v>69.98</c:v>
                </c:pt>
                <c:pt idx="24167">
                  <c:v>169.98</c:v>
                </c:pt>
                <c:pt idx="24168">
                  <c:v>84.99</c:v>
                </c:pt>
                <c:pt idx="24169">
                  <c:v>193.96</c:v>
                </c:pt>
                <c:pt idx="24170">
                  <c:v>66.53</c:v>
                </c:pt>
                <c:pt idx="24171">
                  <c:v>61.67</c:v>
                </c:pt>
                <c:pt idx="24172">
                  <c:v>61.67</c:v>
                </c:pt>
                <c:pt idx="24173">
                  <c:v>84.99</c:v>
                </c:pt>
                <c:pt idx="24174">
                  <c:v>86.97</c:v>
                </c:pt>
                <c:pt idx="24175">
                  <c:v>36.29</c:v>
                </c:pt>
                <c:pt idx="24176">
                  <c:v>51.29</c:v>
                </c:pt>
                <c:pt idx="24177">
                  <c:v>69.989999999999995</c:v>
                </c:pt>
                <c:pt idx="24178">
                  <c:v>80.97</c:v>
                </c:pt>
                <c:pt idx="24179">
                  <c:v>93.96</c:v>
                </c:pt>
                <c:pt idx="24180">
                  <c:v>51.98</c:v>
                </c:pt>
                <c:pt idx="24181">
                  <c:v>79.989999999999995</c:v>
                </c:pt>
                <c:pt idx="24182">
                  <c:v>84.99</c:v>
                </c:pt>
                <c:pt idx="24183">
                  <c:v>60.99</c:v>
                </c:pt>
                <c:pt idx="24184">
                  <c:v>60.99</c:v>
                </c:pt>
                <c:pt idx="24185">
                  <c:v>79.989999999999995</c:v>
                </c:pt>
                <c:pt idx="24186">
                  <c:v>79.989999999999995</c:v>
                </c:pt>
                <c:pt idx="24187">
                  <c:v>79.989999999999995</c:v>
                </c:pt>
                <c:pt idx="24188">
                  <c:v>60.99</c:v>
                </c:pt>
                <c:pt idx="24189">
                  <c:v>79.989999999999995</c:v>
                </c:pt>
                <c:pt idx="24190">
                  <c:v>60.99</c:v>
                </c:pt>
                <c:pt idx="24191">
                  <c:v>60.99</c:v>
                </c:pt>
                <c:pt idx="24192">
                  <c:v>65.98</c:v>
                </c:pt>
                <c:pt idx="24193">
                  <c:v>79.989999999999995</c:v>
                </c:pt>
                <c:pt idx="24194">
                  <c:v>60.99</c:v>
                </c:pt>
                <c:pt idx="24195">
                  <c:v>64</c:v>
                </c:pt>
                <c:pt idx="24196">
                  <c:v>79.989999999999995</c:v>
                </c:pt>
                <c:pt idx="24197">
                  <c:v>79.989999999999995</c:v>
                </c:pt>
                <c:pt idx="24198">
                  <c:v>106.97</c:v>
                </c:pt>
                <c:pt idx="24199">
                  <c:v>95.98</c:v>
                </c:pt>
                <c:pt idx="24200">
                  <c:v>95.98</c:v>
                </c:pt>
                <c:pt idx="24201">
                  <c:v>95.98</c:v>
                </c:pt>
                <c:pt idx="24202">
                  <c:v>60.99</c:v>
                </c:pt>
                <c:pt idx="24203">
                  <c:v>79.989999999999995</c:v>
                </c:pt>
                <c:pt idx="24204">
                  <c:v>84.99</c:v>
                </c:pt>
                <c:pt idx="24205">
                  <c:v>79.989999999999995</c:v>
                </c:pt>
                <c:pt idx="24206">
                  <c:v>60.99</c:v>
                </c:pt>
                <c:pt idx="24207">
                  <c:v>49.27</c:v>
                </c:pt>
                <c:pt idx="24208">
                  <c:v>116.97</c:v>
                </c:pt>
                <c:pt idx="24209">
                  <c:v>72.97</c:v>
                </c:pt>
                <c:pt idx="24210">
                  <c:v>50.97</c:v>
                </c:pt>
                <c:pt idx="24211">
                  <c:v>50.97</c:v>
                </c:pt>
                <c:pt idx="24212">
                  <c:v>62.97</c:v>
                </c:pt>
                <c:pt idx="24213">
                  <c:v>51.28</c:v>
                </c:pt>
                <c:pt idx="24214">
                  <c:v>66.959999999999994</c:v>
                </c:pt>
                <c:pt idx="24215">
                  <c:v>55.96</c:v>
                </c:pt>
                <c:pt idx="24216">
                  <c:v>51.96</c:v>
                </c:pt>
                <c:pt idx="24217">
                  <c:v>170.53</c:v>
                </c:pt>
                <c:pt idx="24218">
                  <c:v>169.98</c:v>
                </c:pt>
                <c:pt idx="24219">
                  <c:v>163.18</c:v>
                </c:pt>
                <c:pt idx="24220">
                  <c:v>168.28</c:v>
                </c:pt>
                <c:pt idx="24221">
                  <c:v>159.97999999999999</c:v>
                </c:pt>
                <c:pt idx="24222">
                  <c:v>169.98</c:v>
                </c:pt>
                <c:pt idx="24223">
                  <c:v>169.98</c:v>
                </c:pt>
                <c:pt idx="24224">
                  <c:v>169.98</c:v>
                </c:pt>
                <c:pt idx="24225">
                  <c:v>169.98</c:v>
                </c:pt>
                <c:pt idx="24226">
                  <c:v>51.97</c:v>
                </c:pt>
                <c:pt idx="24227">
                  <c:v>64.77</c:v>
                </c:pt>
                <c:pt idx="24228">
                  <c:v>54.95</c:v>
                </c:pt>
                <c:pt idx="24229">
                  <c:v>157.91999999999999</c:v>
                </c:pt>
                <c:pt idx="24230">
                  <c:v>71.680000000000007</c:v>
                </c:pt>
                <c:pt idx="24231">
                  <c:v>99.98</c:v>
                </c:pt>
                <c:pt idx="24232">
                  <c:v>70.98</c:v>
                </c:pt>
                <c:pt idx="24233">
                  <c:v>69.98</c:v>
                </c:pt>
                <c:pt idx="24234">
                  <c:v>91.96</c:v>
                </c:pt>
                <c:pt idx="24235">
                  <c:v>80.97</c:v>
                </c:pt>
                <c:pt idx="24236">
                  <c:v>94.97</c:v>
                </c:pt>
                <c:pt idx="24237">
                  <c:v>76.489999999999995</c:v>
                </c:pt>
                <c:pt idx="24238">
                  <c:v>91.96</c:v>
                </c:pt>
                <c:pt idx="24239">
                  <c:v>232.9</c:v>
                </c:pt>
                <c:pt idx="24240">
                  <c:v>232.9</c:v>
                </c:pt>
                <c:pt idx="24241">
                  <c:v>156.91999999999999</c:v>
                </c:pt>
                <c:pt idx="24242">
                  <c:v>112.04</c:v>
                </c:pt>
                <c:pt idx="24243">
                  <c:v>125.93</c:v>
                </c:pt>
                <c:pt idx="24244">
                  <c:v>246.92</c:v>
                </c:pt>
                <c:pt idx="24245">
                  <c:v>156.93</c:v>
                </c:pt>
                <c:pt idx="24246">
                  <c:v>336.19</c:v>
                </c:pt>
                <c:pt idx="24247">
                  <c:v>160.93</c:v>
                </c:pt>
                <c:pt idx="24248">
                  <c:v>-232.9</c:v>
                </c:pt>
                <c:pt idx="24249">
                  <c:v>321.68</c:v>
                </c:pt>
                <c:pt idx="24250">
                  <c:v>170.91</c:v>
                </c:pt>
                <c:pt idx="24251">
                  <c:v>61.97</c:v>
                </c:pt>
                <c:pt idx="24252">
                  <c:v>201.24</c:v>
                </c:pt>
                <c:pt idx="24253">
                  <c:v>121.96</c:v>
                </c:pt>
                <c:pt idx="24254">
                  <c:v>55.98</c:v>
                </c:pt>
                <c:pt idx="24255">
                  <c:v>69.069999999999993</c:v>
                </c:pt>
                <c:pt idx="24256">
                  <c:v>55.15</c:v>
                </c:pt>
                <c:pt idx="24257">
                  <c:v>50.15</c:v>
                </c:pt>
                <c:pt idx="24258">
                  <c:v>66.53</c:v>
                </c:pt>
                <c:pt idx="24259">
                  <c:v>81.05</c:v>
                </c:pt>
                <c:pt idx="24260">
                  <c:v>89.97</c:v>
                </c:pt>
                <c:pt idx="24261">
                  <c:v>80.97</c:v>
                </c:pt>
                <c:pt idx="24262">
                  <c:v>79.989999999999995</c:v>
                </c:pt>
                <c:pt idx="24263">
                  <c:v>90.98</c:v>
                </c:pt>
                <c:pt idx="24264">
                  <c:v>84.99</c:v>
                </c:pt>
                <c:pt idx="24265">
                  <c:v>65.989999999999995</c:v>
                </c:pt>
                <c:pt idx="24266">
                  <c:v>83.21</c:v>
                </c:pt>
                <c:pt idx="24267">
                  <c:v>65.989999999999995</c:v>
                </c:pt>
                <c:pt idx="24268">
                  <c:v>84.99</c:v>
                </c:pt>
                <c:pt idx="24269">
                  <c:v>77.19</c:v>
                </c:pt>
                <c:pt idx="24270">
                  <c:v>80.98</c:v>
                </c:pt>
                <c:pt idx="24271">
                  <c:v>80.98</c:v>
                </c:pt>
                <c:pt idx="24272">
                  <c:v>79.19</c:v>
                </c:pt>
                <c:pt idx="24273">
                  <c:v>84.99</c:v>
                </c:pt>
                <c:pt idx="24274">
                  <c:v>65.989999999999995</c:v>
                </c:pt>
                <c:pt idx="24275">
                  <c:v>65.989999999999995</c:v>
                </c:pt>
                <c:pt idx="24276">
                  <c:v>84.99</c:v>
                </c:pt>
                <c:pt idx="24277">
                  <c:v>65.989999999999995</c:v>
                </c:pt>
                <c:pt idx="24278">
                  <c:v>84.99</c:v>
                </c:pt>
                <c:pt idx="24279">
                  <c:v>84.99</c:v>
                </c:pt>
                <c:pt idx="24280">
                  <c:v>54.99</c:v>
                </c:pt>
                <c:pt idx="24281">
                  <c:v>99.98</c:v>
                </c:pt>
                <c:pt idx="24282">
                  <c:v>84.99</c:v>
                </c:pt>
                <c:pt idx="24283">
                  <c:v>78.14</c:v>
                </c:pt>
                <c:pt idx="24284">
                  <c:v>76.489999999999995</c:v>
                </c:pt>
                <c:pt idx="24285">
                  <c:v>72.239999999999995</c:v>
                </c:pt>
                <c:pt idx="24286">
                  <c:v>65.989999999999995</c:v>
                </c:pt>
                <c:pt idx="24287">
                  <c:v>84.99</c:v>
                </c:pt>
                <c:pt idx="24288">
                  <c:v>65.989999999999995</c:v>
                </c:pt>
                <c:pt idx="24289">
                  <c:v>99.98</c:v>
                </c:pt>
                <c:pt idx="24290">
                  <c:v>170.96</c:v>
                </c:pt>
                <c:pt idx="24291">
                  <c:v>65.33</c:v>
                </c:pt>
                <c:pt idx="24292">
                  <c:v>123.4</c:v>
                </c:pt>
                <c:pt idx="24293">
                  <c:v>94.95</c:v>
                </c:pt>
                <c:pt idx="24294">
                  <c:v>116.12</c:v>
                </c:pt>
                <c:pt idx="24295">
                  <c:v>72.58</c:v>
                </c:pt>
                <c:pt idx="24296">
                  <c:v>50.97</c:v>
                </c:pt>
                <c:pt idx="24297">
                  <c:v>51.96</c:v>
                </c:pt>
                <c:pt idx="24298">
                  <c:v>14.29</c:v>
                </c:pt>
                <c:pt idx="24299">
                  <c:v>39.28</c:v>
                </c:pt>
                <c:pt idx="24300">
                  <c:v>59.96</c:v>
                </c:pt>
                <c:pt idx="24301">
                  <c:v>59.96</c:v>
                </c:pt>
                <c:pt idx="24302">
                  <c:v>53.96</c:v>
                </c:pt>
                <c:pt idx="24303">
                  <c:v>90.71</c:v>
                </c:pt>
                <c:pt idx="24304">
                  <c:v>97.97</c:v>
                </c:pt>
                <c:pt idx="24305">
                  <c:v>38.22</c:v>
                </c:pt>
                <c:pt idx="24306">
                  <c:v>59.96</c:v>
                </c:pt>
                <c:pt idx="24307">
                  <c:v>59.95</c:v>
                </c:pt>
                <c:pt idx="24308">
                  <c:v>59.96</c:v>
                </c:pt>
                <c:pt idx="24309">
                  <c:v>59.96</c:v>
                </c:pt>
                <c:pt idx="24310">
                  <c:v>111.96</c:v>
                </c:pt>
                <c:pt idx="24311">
                  <c:v>123.96</c:v>
                </c:pt>
                <c:pt idx="24312">
                  <c:v>123.96</c:v>
                </c:pt>
                <c:pt idx="24313">
                  <c:v>179.94</c:v>
                </c:pt>
                <c:pt idx="24314">
                  <c:v>123.96</c:v>
                </c:pt>
                <c:pt idx="24315">
                  <c:v>112.73</c:v>
                </c:pt>
                <c:pt idx="24316">
                  <c:v>117.96</c:v>
                </c:pt>
                <c:pt idx="24317">
                  <c:v>119.96</c:v>
                </c:pt>
                <c:pt idx="24318">
                  <c:v>119.96</c:v>
                </c:pt>
                <c:pt idx="24319">
                  <c:v>123.96</c:v>
                </c:pt>
                <c:pt idx="24320">
                  <c:v>24.99</c:v>
                </c:pt>
                <c:pt idx="24321">
                  <c:v>139.94999999999999</c:v>
                </c:pt>
                <c:pt idx="24322">
                  <c:v>118.46</c:v>
                </c:pt>
                <c:pt idx="24323">
                  <c:v>29.99</c:v>
                </c:pt>
                <c:pt idx="24324">
                  <c:v>147.25</c:v>
                </c:pt>
                <c:pt idx="24325">
                  <c:v>117.56</c:v>
                </c:pt>
                <c:pt idx="24326">
                  <c:v>164.34</c:v>
                </c:pt>
                <c:pt idx="24327">
                  <c:v>119.96</c:v>
                </c:pt>
                <c:pt idx="24328">
                  <c:v>119.96</c:v>
                </c:pt>
                <c:pt idx="24329">
                  <c:v>92.64</c:v>
                </c:pt>
                <c:pt idx="24330">
                  <c:v>149.94999999999999</c:v>
                </c:pt>
                <c:pt idx="24331">
                  <c:v>99.96</c:v>
                </c:pt>
                <c:pt idx="24332">
                  <c:v>111.56</c:v>
                </c:pt>
                <c:pt idx="24333">
                  <c:v>114.96</c:v>
                </c:pt>
                <c:pt idx="24334">
                  <c:v>124.97</c:v>
                </c:pt>
                <c:pt idx="24335">
                  <c:v>123.34</c:v>
                </c:pt>
                <c:pt idx="24336">
                  <c:v>61.69</c:v>
                </c:pt>
                <c:pt idx="24337">
                  <c:v>52.98</c:v>
                </c:pt>
                <c:pt idx="24338">
                  <c:v>64.97</c:v>
                </c:pt>
                <c:pt idx="24339">
                  <c:v>68.98</c:v>
                </c:pt>
                <c:pt idx="24340">
                  <c:v>41.99</c:v>
                </c:pt>
                <c:pt idx="24341">
                  <c:v>44.99</c:v>
                </c:pt>
                <c:pt idx="24342">
                  <c:v>102.57</c:v>
                </c:pt>
                <c:pt idx="24343">
                  <c:v>67.97</c:v>
                </c:pt>
                <c:pt idx="24344">
                  <c:v>84.99</c:v>
                </c:pt>
                <c:pt idx="24345">
                  <c:v>111.42</c:v>
                </c:pt>
                <c:pt idx="24346">
                  <c:v>100.98</c:v>
                </c:pt>
                <c:pt idx="24347">
                  <c:v>147.44999999999999</c:v>
                </c:pt>
                <c:pt idx="24348">
                  <c:v>321.72000000000003</c:v>
                </c:pt>
                <c:pt idx="24349">
                  <c:v>83.68</c:v>
                </c:pt>
                <c:pt idx="24350">
                  <c:v>169.98</c:v>
                </c:pt>
                <c:pt idx="24351">
                  <c:v>145.97999999999999</c:v>
                </c:pt>
                <c:pt idx="24352">
                  <c:v>109.71</c:v>
                </c:pt>
                <c:pt idx="24353">
                  <c:v>67.58</c:v>
                </c:pt>
                <c:pt idx="24354">
                  <c:v>84.99</c:v>
                </c:pt>
                <c:pt idx="24355">
                  <c:v>68.989999999999995</c:v>
                </c:pt>
                <c:pt idx="24356">
                  <c:v>114.97</c:v>
                </c:pt>
                <c:pt idx="24357">
                  <c:v>69.98</c:v>
                </c:pt>
                <c:pt idx="24358">
                  <c:v>193.72</c:v>
                </c:pt>
                <c:pt idx="24359">
                  <c:v>147.94</c:v>
                </c:pt>
                <c:pt idx="24360">
                  <c:v>114.97</c:v>
                </c:pt>
                <c:pt idx="24361">
                  <c:v>107.79</c:v>
                </c:pt>
                <c:pt idx="24362">
                  <c:v>64.98</c:v>
                </c:pt>
                <c:pt idx="24363">
                  <c:v>111.07</c:v>
                </c:pt>
                <c:pt idx="24364">
                  <c:v>173.46</c:v>
                </c:pt>
                <c:pt idx="24365">
                  <c:v>56.97</c:v>
                </c:pt>
                <c:pt idx="24366">
                  <c:v>56.97</c:v>
                </c:pt>
                <c:pt idx="24367">
                  <c:v>63.96</c:v>
                </c:pt>
                <c:pt idx="24368">
                  <c:v>51.76</c:v>
                </c:pt>
                <c:pt idx="24369">
                  <c:v>102.98</c:v>
                </c:pt>
                <c:pt idx="24370">
                  <c:v>54.99</c:v>
                </c:pt>
                <c:pt idx="24371">
                  <c:v>167.16</c:v>
                </c:pt>
                <c:pt idx="24372">
                  <c:v>26.19</c:v>
                </c:pt>
                <c:pt idx="24373">
                  <c:v>59.98</c:v>
                </c:pt>
                <c:pt idx="24374">
                  <c:v>50.98</c:v>
                </c:pt>
                <c:pt idx="24375">
                  <c:v>59.38</c:v>
                </c:pt>
                <c:pt idx="24376">
                  <c:v>156.56</c:v>
                </c:pt>
                <c:pt idx="24377">
                  <c:v>68.97</c:v>
                </c:pt>
                <c:pt idx="24378">
                  <c:v>169.98</c:v>
                </c:pt>
                <c:pt idx="24379">
                  <c:v>84.99</c:v>
                </c:pt>
                <c:pt idx="24380">
                  <c:v>84.99</c:v>
                </c:pt>
                <c:pt idx="24381">
                  <c:v>169.98</c:v>
                </c:pt>
                <c:pt idx="24382">
                  <c:v>15.48</c:v>
                </c:pt>
                <c:pt idx="24383">
                  <c:v>48.5</c:v>
                </c:pt>
                <c:pt idx="24384">
                  <c:v>84.99</c:v>
                </c:pt>
                <c:pt idx="24385">
                  <c:v>131.97999999999999</c:v>
                </c:pt>
                <c:pt idx="24386">
                  <c:v>84.99</c:v>
                </c:pt>
                <c:pt idx="24387">
                  <c:v>81.59</c:v>
                </c:pt>
                <c:pt idx="24388">
                  <c:v>83.46</c:v>
                </c:pt>
                <c:pt idx="24389">
                  <c:v>129.97999999999999</c:v>
                </c:pt>
                <c:pt idx="24390">
                  <c:v>151.16999999999999</c:v>
                </c:pt>
                <c:pt idx="24391">
                  <c:v>84.99</c:v>
                </c:pt>
                <c:pt idx="24392">
                  <c:v>39.28</c:v>
                </c:pt>
                <c:pt idx="24393">
                  <c:v>122.97</c:v>
                </c:pt>
                <c:pt idx="24394">
                  <c:v>44.99</c:v>
                </c:pt>
                <c:pt idx="24395">
                  <c:v>130.96</c:v>
                </c:pt>
                <c:pt idx="24396">
                  <c:v>84.99</c:v>
                </c:pt>
                <c:pt idx="24397">
                  <c:v>84.99</c:v>
                </c:pt>
                <c:pt idx="24398">
                  <c:v>169.98</c:v>
                </c:pt>
                <c:pt idx="24399">
                  <c:v>169.98</c:v>
                </c:pt>
                <c:pt idx="24400">
                  <c:v>169.98</c:v>
                </c:pt>
                <c:pt idx="24401">
                  <c:v>199.95</c:v>
                </c:pt>
                <c:pt idx="24402">
                  <c:v>197.97</c:v>
                </c:pt>
                <c:pt idx="24403">
                  <c:v>182.16</c:v>
                </c:pt>
                <c:pt idx="24404">
                  <c:v>197.97</c:v>
                </c:pt>
                <c:pt idx="24405">
                  <c:v>261.95</c:v>
                </c:pt>
                <c:pt idx="24406">
                  <c:v>119.96</c:v>
                </c:pt>
                <c:pt idx="24407">
                  <c:v>134.96</c:v>
                </c:pt>
                <c:pt idx="24408">
                  <c:v>119.97</c:v>
                </c:pt>
                <c:pt idx="24409">
                  <c:v>197.97</c:v>
                </c:pt>
                <c:pt idx="24410">
                  <c:v>187.44</c:v>
                </c:pt>
                <c:pt idx="24411">
                  <c:v>179.95</c:v>
                </c:pt>
                <c:pt idx="24412">
                  <c:v>79.94</c:v>
                </c:pt>
                <c:pt idx="24413">
                  <c:v>74.98</c:v>
                </c:pt>
                <c:pt idx="24414">
                  <c:v>97.98</c:v>
                </c:pt>
                <c:pt idx="24415">
                  <c:v>101.97</c:v>
                </c:pt>
                <c:pt idx="24416">
                  <c:v>67.98</c:v>
                </c:pt>
                <c:pt idx="24417">
                  <c:v>73.98</c:v>
                </c:pt>
                <c:pt idx="24418">
                  <c:v>84.99</c:v>
                </c:pt>
                <c:pt idx="24419">
                  <c:v>84.99</c:v>
                </c:pt>
                <c:pt idx="24420">
                  <c:v>84.99</c:v>
                </c:pt>
                <c:pt idx="24421">
                  <c:v>169.98</c:v>
                </c:pt>
                <c:pt idx="24422">
                  <c:v>79.98</c:v>
                </c:pt>
                <c:pt idx="24423">
                  <c:v>84.99</c:v>
                </c:pt>
                <c:pt idx="24424">
                  <c:v>82.43</c:v>
                </c:pt>
                <c:pt idx="24425">
                  <c:v>184.12</c:v>
                </c:pt>
                <c:pt idx="24426">
                  <c:v>169.13</c:v>
                </c:pt>
                <c:pt idx="24427">
                  <c:v>84.14</c:v>
                </c:pt>
                <c:pt idx="24428">
                  <c:v>82.29</c:v>
                </c:pt>
                <c:pt idx="24429">
                  <c:v>62.98</c:v>
                </c:pt>
                <c:pt idx="24430">
                  <c:v>84.14</c:v>
                </c:pt>
                <c:pt idx="24431">
                  <c:v>84.14</c:v>
                </c:pt>
                <c:pt idx="24432">
                  <c:v>104.66</c:v>
                </c:pt>
                <c:pt idx="24433">
                  <c:v>131.32</c:v>
                </c:pt>
                <c:pt idx="24434">
                  <c:v>84.14</c:v>
                </c:pt>
                <c:pt idx="24435">
                  <c:v>84.99</c:v>
                </c:pt>
                <c:pt idx="24436">
                  <c:v>83.29</c:v>
                </c:pt>
                <c:pt idx="24437">
                  <c:v>184.97</c:v>
                </c:pt>
                <c:pt idx="24438">
                  <c:v>169.98</c:v>
                </c:pt>
                <c:pt idx="24439">
                  <c:v>84.99</c:v>
                </c:pt>
                <c:pt idx="24440">
                  <c:v>84.99</c:v>
                </c:pt>
                <c:pt idx="24441">
                  <c:v>169.98</c:v>
                </c:pt>
                <c:pt idx="24442">
                  <c:v>84.99</c:v>
                </c:pt>
                <c:pt idx="24443">
                  <c:v>84.99</c:v>
                </c:pt>
                <c:pt idx="24444">
                  <c:v>169.98</c:v>
                </c:pt>
                <c:pt idx="24445">
                  <c:v>169.98</c:v>
                </c:pt>
                <c:pt idx="24446">
                  <c:v>169.98</c:v>
                </c:pt>
                <c:pt idx="24447">
                  <c:v>84.99</c:v>
                </c:pt>
                <c:pt idx="24448">
                  <c:v>84.99</c:v>
                </c:pt>
                <c:pt idx="24449">
                  <c:v>84.99</c:v>
                </c:pt>
                <c:pt idx="24450">
                  <c:v>84.99</c:v>
                </c:pt>
                <c:pt idx="24451">
                  <c:v>84.99</c:v>
                </c:pt>
                <c:pt idx="24452">
                  <c:v>77.98</c:v>
                </c:pt>
                <c:pt idx="24453">
                  <c:v>84.99</c:v>
                </c:pt>
                <c:pt idx="24454">
                  <c:v>183.97</c:v>
                </c:pt>
                <c:pt idx="24455">
                  <c:v>113.97</c:v>
                </c:pt>
                <c:pt idx="24456">
                  <c:v>169.98</c:v>
                </c:pt>
                <c:pt idx="24457">
                  <c:v>93.97</c:v>
                </c:pt>
                <c:pt idx="24458">
                  <c:v>150.18</c:v>
                </c:pt>
                <c:pt idx="24459">
                  <c:v>76.48</c:v>
                </c:pt>
                <c:pt idx="24460">
                  <c:v>84.99</c:v>
                </c:pt>
                <c:pt idx="24461">
                  <c:v>173.95</c:v>
                </c:pt>
                <c:pt idx="24462">
                  <c:v>84.99</c:v>
                </c:pt>
                <c:pt idx="24463">
                  <c:v>84.99</c:v>
                </c:pt>
                <c:pt idx="24464">
                  <c:v>84.99</c:v>
                </c:pt>
                <c:pt idx="24465">
                  <c:v>81.31</c:v>
                </c:pt>
                <c:pt idx="24466">
                  <c:v>84.99</c:v>
                </c:pt>
                <c:pt idx="24467">
                  <c:v>58.46</c:v>
                </c:pt>
                <c:pt idx="24468">
                  <c:v>76.489999999999995</c:v>
                </c:pt>
                <c:pt idx="24469">
                  <c:v>84.99</c:v>
                </c:pt>
                <c:pt idx="24470">
                  <c:v>96.15</c:v>
                </c:pt>
                <c:pt idx="24471">
                  <c:v>79.98</c:v>
                </c:pt>
                <c:pt idx="24472">
                  <c:v>81.3</c:v>
                </c:pt>
                <c:pt idx="24473">
                  <c:v>98.98</c:v>
                </c:pt>
                <c:pt idx="24474">
                  <c:v>84.99</c:v>
                </c:pt>
                <c:pt idx="24475">
                  <c:v>112.97</c:v>
                </c:pt>
                <c:pt idx="24476">
                  <c:v>84.99</c:v>
                </c:pt>
                <c:pt idx="24477">
                  <c:v>169.98</c:v>
                </c:pt>
                <c:pt idx="24478">
                  <c:v>169.98</c:v>
                </c:pt>
                <c:pt idx="24479">
                  <c:v>169.98</c:v>
                </c:pt>
                <c:pt idx="24480">
                  <c:v>99.97</c:v>
                </c:pt>
                <c:pt idx="24481">
                  <c:v>72.98</c:v>
                </c:pt>
                <c:pt idx="24482">
                  <c:v>84.99</c:v>
                </c:pt>
                <c:pt idx="24483">
                  <c:v>84.99</c:v>
                </c:pt>
                <c:pt idx="24484">
                  <c:v>169.98</c:v>
                </c:pt>
                <c:pt idx="24485">
                  <c:v>169.98</c:v>
                </c:pt>
                <c:pt idx="24486">
                  <c:v>169.98</c:v>
                </c:pt>
                <c:pt idx="24487">
                  <c:v>84.98</c:v>
                </c:pt>
                <c:pt idx="24488">
                  <c:v>156.57</c:v>
                </c:pt>
                <c:pt idx="24489">
                  <c:v>169.98</c:v>
                </c:pt>
                <c:pt idx="24490">
                  <c:v>163.18</c:v>
                </c:pt>
                <c:pt idx="24491">
                  <c:v>169.98</c:v>
                </c:pt>
                <c:pt idx="24492">
                  <c:v>169.98</c:v>
                </c:pt>
                <c:pt idx="24493">
                  <c:v>197.97</c:v>
                </c:pt>
                <c:pt idx="24494">
                  <c:v>159.97999999999999</c:v>
                </c:pt>
                <c:pt idx="24495">
                  <c:v>131.97999999999999</c:v>
                </c:pt>
                <c:pt idx="24496">
                  <c:v>169.98</c:v>
                </c:pt>
                <c:pt idx="24497">
                  <c:v>151.80000000000001</c:v>
                </c:pt>
                <c:pt idx="24498">
                  <c:v>254.97</c:v>
                </c:pt>
                <c:pt idx="24499">
                  <c:v>172.97</c:v>
                </c:pt>
                <c:pt idx="24500">
                  <c:v>254.97</c:v>
                </c:pt>
                <c:pt idx="24501">
                  <c:v>169.98</c:v>
                </c:pt>
                <c:pt idx="24502">
                  <c:v>162.06</c:v>
                </c:pt>
                <c:pt idx="24503">
                  <c:v>169.96</c:v>
                </c:pt>
                <c:pt idx="24504">
                  <c:v>89.98</c:v>
                </c:pt>
                <c:pt idx="24505">
                  <c:v>79.98</c:v>
                </c:pt>
                <c:pt idx="24506">
                  <c:v>47.48</c:v>
                </c:pt>
                <c:pt idx="24507">
                  <c:v>45.48</c:v>
                </c:pt>
                <c:pt idx="24508">
                  <c:v>59.98</c:v>
                </c:pt>
                <c:pt idx="24509">
                  <c:v>99.98</c:v>
                </c:pt>
                <c:pt idx="24510">
                  <c:v>61.48</c:v>
                </c:pt>
                <c:pt idx="24511">
                  <c:v>109.96</c:v>
                </c:pt>
                <c:pt idx="24512">
                  <c:v>59.98</c:v>
                </c:pt>
                <c:pt idx="24513">
                  <c:v>43.47</c:v>
                </c:pt>
                <c:pt idx="24514">
                  <c:v>15.49</c:v>
                </c:pt>
                <c:pt idx="24515">
                  <c:v>55.96</c:v>
                </c:pt>
                <c:pt idx="24516">
                  <c:v>59.96</c:v>
                </c:pt>
                <c:pt idx="24517">
                  <c:v>59.96</c:v>
                </c:pt>
                <c:pt idx="24518">
                  <c:v>41.47</c:v>
                </c:pt>
                <c:pt idx="24519">
                  <c:v>17.239999999999998</c:v>
                </c:pt>
                <c:pt idx="24520">
                  <c:v>16.489999999999998</c:v>
                </c:pt>
                <c:pt idx="24521">
                  <c:v>16.489999999999998</c:v>
                </c:pt>
                <c:pt idx="24522">
                  <c:v>31.48</c:v>
                </c:pt>
                <c:pt idx="24523">
                  <c:v>16.489999999999998</c:v>
                </c:pt>
                <c:pt idx="24524">
                  <c:v>187.49</c:v>
                </c:pt>
                <c:pt idx="24525">
                  <c:v>66.53</c:v>
                </c:pt>
                <c:pt idx="24526">
                  <c:v>120.96</c:v>
                </c:pt>
                <c:pt idx="24527">
                  <c:v>54.99</c:v>
                </c:pt>
                <c:pt idx="24528">
                  <c:v>59.95</c:v>
                </c:pt>
                <c:pt idx="24529">
                  <c:v>50.96</c:v>
                </c:pt>
                <c:pt idx="24530">
                  <c:v>58.75</c:v>
                </c:pt>
                <c:pt idx="24531">
                  <c:v>171.04</c:v>
                </c:pt>
                <c:pt idx="24532">
                  <c:v>162.46</c:v>
                </c:pt>
                <c:pt idx="24533">
                  <c:v>59.99</c:v>
                </c:pt>
                <c:pt idx="24534">
                  <c:v>65.55</c:v>
                </c:pt>
                <c:pt idx="24535">
                  <c:v>59.99</c:v>
                </c:pt>
                <c:pt idx="24536">
                  <c:v>68.98</c:v>
                </c:pt>
                <c:pt idx="24537">
                  <c:v>185.36</c:v>
                </c:pt>
                <c:pt idx="24538">
                  <c:v>69.989999999999995</c:v>
                </c:pt>
                <c:pt idx="24539">
                  <c:v>99.28</c:v>
                </c:pt>
                <c:pt idx="24540">
                  <c:v>65.989999999999995</c:v>
                </c:pt>
                <c:pt idx="24541">
                  <c:v>51.76</c:v>
                </c:pt>
                <c:pt idx="24542">
                  <c:v>51.48</c:v>
                </c:pt>
                <c:pt idx="24543">
                  <c:v>169.16</c:v>
                </c:pt>
                <c:pt idx="24544">
                  <c:v>109.19</c:v>
                </c:pt>
                <c:pt idx="24545">
                  <c:v>137.97999999999999</c:v>
                </c:pt>
                <c:pt idx="24546">
                  <c:v>129.96</c:v>
                </c:pt>
                <c:pt idx="24547">
                  <c:v>78.98</c:v>
                </c:pt>
                <c:pt idx="24548">
                  <c:v>68.989999999999995</c:v>
                </c:pt>
                <c:pt idx="24549">
                  <c:v>115.18</c:v>
                </c:pt>
                <c:pt idx="24550">
                  <c:v>99.98</c:v>
                </c:pt>
                <c:pt idx="24551">
                  <c:v>86.98</c:v>
                </c:pt>
                <c:pt idx="24552">
                  <c:v>73.989999999999995</c:v>
                </c:pt>
                <c:pt idx="24553">
                  <c:v>120.97</c:v>
                </c:pt>
                <c:pt idx="24554">
                  <c:v>52.2</c:v>
                </c:pt>
                <c:pt idx="24555">
                  <c:v>46.49</c:v>
                </c:pt>
                <c:pt idx="24556">
                  <c:v>59.16</c:v>
                </c:pt>
                <c:pt idx="24557">
                  <c:v>46.49</c:v>
                </c:pt>
                <c:pt idx="24558">
                  <c:v>51.47</c:v>
                </c:pt>
                <c:pt idx="24559">
                  <c:v>118.98</c:v>
                </c:pt>
                <c:pt idx="24560">
                  <c:v>152.83000000000001</c:v>
                </c:pt>
                <c:pt idx="24561">
                  <c:v>168.97</c:v>
                </c:pt>
                <c:pt idx="24562">
                  <c:v>56.97</c:v>
                </c:pt>
                <c:pt idx="24563">
                  <c:v>57.96</c:v>
                </c:pt>
                <c:pt idx="24564">
                  <c:v>56.97</c:v>
                </c:pt>
                <c:pt idx="24565">
                  <c:v>89.95</c:v>
                </c:pt>
                <c:pt idx="24566">
                  <c:v>53.97</c:v>
                </c:pt>
                <c:pt idx="24567">
                  <c:v>19.29</c:v>
                </c:pt>
                <c:pt idx="24568">
                  <c:v>82.97</c:v>
                </c:pt>
                <c:pt idx="24569">
                  <c:v>85.97</c:v>
                </c:pt>
                <c:pt idx="24570">
                  <c:v>184.98</c:v>
                </c:pt>
                <c:pt idx="24571">
                  <c:v>84.99</c:v>
                </c:pt>
                <c:pt idx="24572">
                  <c:v>99.98</c:v>
                </c:pt>
                <c:pt idx="24573">
                  <c:v>71.62</c:v>
                </c:pt>
                <c:pt idx="24574">
                  <c:v>53.12</c:v>
                </c:pt>
                <c:pt idx="24575">
                  <c:v>59.98</c:v>
                </c:pt>
                <c:pt idx="24576">
                  <c:v>59.98</c:v>
                </c:pt>
                <c:pt idx="24577">
                  <c:v>59.98</c:v>
                </c:pt>
                <c:pt idx="24578">
                  <c:v>122.94</c:v>
                </c:pt>
                <c:pt idx="24579">
                  <c:v>53.98</c:v>
                </c:pt>
                <c:pt idx="24580">
                  <c:v>26.99</c:v>
                </c:pt>
                <c:pt idx="24581">
                  <c:v>89.35</c:v>
                </c:pt>
                <c:pt idx="24582">
                  <c:v>59.98</c:v>
                </c:pt>
                <c:pt idx="24583">
                  <c:v>53.98</c:v>
                </c:pt>
                <c:pt idx="24584">
                  <c:v>58.33</c:v>
                </c:pt>
                <c:pt idx="24585">
                  <c:v>59.98</c:v>
                </c:pt>
                <c:pt idx="24586">
                  <c:v>53.98</c:v>
                </c:pt>
                <c:pt idx="24587">
                  <c:v>59.98</c:v>
                </c:pt>
                <c:pt idx="24588">
                  <c:v>85.23</c:v>
                </c:pt>
                <c:pt idx="24589">
                  <c:v>59.97</c:v>
                </c:pt>
                <c:pt idx="24590">
                  <c:v>53.98</c:v>
                </c:pt>
                <c:pt idx="24591">
                  <c:v>74.97</c:v>
                </c:pt>
                <c:pt idx="24592">
                  <c:v>99.96</c:v>
                </c:pt>
                <c:pt idx="24593">
                  <c:v>57.58</c:v>
                </c:pt>
                <c:pt idx="24594">
                  <c:v>59.98</c:v>
                </c:pt>
                <c:pt idx="24595">
                  <c:v>90.46</c:v>
                </c:pt>
                <c:pt idx="24596">
                  <c:v>59.98</c:v>
                </c:pt>
                <c:pt idx="24597">
                  <c:v>54.47</c:v>
                </c:pt>
                <c:pt idx="24598">
                  <c:v>89.07</c:v>
                </c:pt>
                <c:pt idx="24599">
                  <c:v>59.98</c:v>
                </c:pt>
                <c:pt idx="24600">
                  <c:v>53.98</c:v>
                </c:pt>
                <c:pt idx="24601">
                  <c:v>80.97</c:v>
                </c:pt>
                <c:pt idx="24602">
                  <c:v>91.96</c:v>
                </c:pt>
                <c:pt idx="24603">
                  <c:v>61.37</c:v>
                </c:pt>
                <c:pt idx="24604">
                  <c:v>52.69</c:v>
                </c:pt>
                <c:pt idx="24605">
                  <c:v>53.98</c:v>
                </c:pt>
                <c:pt idx="24606">
                  <c:v>78.75</c:v>
                </c:pt>
                <c:pt idx="24607">
                  <c:v>29.99</c:v>
                </c:pt>
                <c:pt idx="24608">
                  <c:v>52.82</c:v>
                </c:pt>
                <c:pt idx="24609">
                  <c:v>79.260000000000005</c:v>
                </c:pt>
                <c:pt idx="24610">
                  <c:v>63.97</c:v>
                </c:pt>
                <c:pt idx="24611">
                  <c:v>53.98</c:v>
                </c:pt>
                <c:pt idx="24612">
                  <c:v>88.2</c:v>
                </c:pt>
                <c:pt idx="24613">
                  <c:v>59.98</c:v>
                </c:pt>
                <c:pt idx="24614">
                  <c:v>137.47999999999999</c:v>
                </c:pt>
                <c:pt idx="24615">
                  <c:v>88.97</c:v>
                </c:pt>
                <c:pt idx="24616">
                  <c:v>54.98</c:v>
                </c:pt>
                <c:pt idx="24617">
                  <c:v>31.48</c:v>
                </c:pt>
                <c:pt idx="24618">
                  <c:v>31.48</c:v>
                </c:pt>
                <c:pt idx="24619">
                  <c:v>25.48</c:v>
                </c:pt>
                <c:pt idx="24620">
                  <c:v>45.87</c:v>
                </c:pt>
                <c:pt idx="24621">
                  <c:v>85.46</c:v>
                </c:pt>
                <c:pt idx="24622">
                  <c:v>29.99</c:v>
                </c:pt>
                <c:pt idx="24623">
                  <c:v>108.88</c:v>
                </c:pt>
                <c:pt idx="24624">
                  <c:v>77.42</c:v>
                </c:pt>
                <c:pt idx="24625">
                  <c:v>99.98</c:v>
                </c:pt>
                <c:pt idx="24626">
                  <c:v>131.55000000000001</c:v>
                </c:pt>
                <c:pt idx="24627">
                  <c:v>131.55000000000001</c:v>
                </c:pt>
                <c:pt idx="24628">
                  <c:v>31.93</c:v>
                </c:pt>
                <c:pt idx="24629">
                  <c:v>31.93</c:v>
                </c:pt>
                <c:pt idx="24630">
                  <c:v>157.94999999999999</c:v>
                </c:pt>
                <c:pt idx="24631">
                  <c:v>169.96</c:v>
                </c:pt>
                <c:pt idx="24632">
                  <c:v>186.77</c:v>
                </c:pt>
                <c:pt idx="24633">
                  <c:v>218.94</c:v>
                </c:pt>
                <c:pt idx="24634">
                  <c:v>119.97</c:v>
                </c:pt>
                <c:pt idx="24635">
                  <c:v>119.96</c:v>
                </c:pt>
                <c:pt idx="24636">
                  <c:v>152.76</c:v>
                </c:pt>
                <c:pt idx="24637">
                  <c:v>136.76</c:v>
                </c:pt>
                <c:pt idx="24638">
                  <c:v>124.07</c:v>
                </c:pt>
                <c:pt idx="24639">
                  <c:v>117.78</c:v>
                </c:pt>
                <c:pt idx="24640">
                  <c:v>69.989999999999995</c:v>
                </c:pt>
                <c:pt idx="24641">
                  <c:v>89.98</c:v>
                </c:pt>
                <c:pt idx="24642">
                  <c:v>79.98</c:v>
                </c:pt>
                <c:pt idx="24643">
                  <c:v>53.76</c:v>
                </c:pt>
                <c:pt idx="24644">
                  <c:v>70.98</c:v>
                </c:pt>
                <c:pt idx="24645">
                  <c:v>77.39</c:v>
                </c:pt>
                <c:pt idx="24646">
                  <c:v>70.13</c:v>
                </c:pt>
                <c:pt idx="24647">
                  <c:v>50.22</c:v>
                </c:pt>
                <c:pt idx="24648">
                  <c:v>33.28</c:v>
                </c:pt>
                <c:pt idx="24649">
                  <c:v>97.08</c:v>
                </c:pt>
                <c:pt idx="24650">
                  <c:v>131.97999999999999</c:v>
                </c:pt>
                <c:pt idx="24651">
                  <c:v>121.98</c:v>
                </c:pt>
                <c:pt idx="24652">
                  <c:v>131.97999999999999</c:v>
                </c:pt>
                <c:pt idx="24653">
                  <c:v>131.97999999999999</c:v>
                </c:pt>
                <c:pt idx="24654">
                  <c:v>131.97999999999999</c:v>
                </c:pt>
                <c:pt idx="24655">
                  <c:v>214.94</c:v>
                </c:pt>
                <c:pt idx="24656">
                  <c:v>138.96</c:v>
                </c:pt>
                <c:pt idx="24657">
                  <c:v>131.97999999999999</c:v>
                </c:pt>
                <c:pt idx="24658">
                  <c:v>131.97999999999999</c:v>
                </c:pt>
                <c:pt idx="24659">
                  <c:v>131.97999999999999</c:v>
                </c:pt>
                <c:pt idx="24660">
                  <c:v>121.98</c:v>
                </c:pt>
                <c:pt idx="24661">
                  <c:v>62.47</c:v>
                </c:pt>
                <c:pt idx="24662">
                  <c:v>99.98</c:v>
                </c:pt>
                <c:pt idx="24663">
                  <c:v>16.29</c:v>
                </c:pt>
                <c:pt idx="24664">
                  <c:v>59.97</c:v>
                </c:pt>
                <c:pt idx="24665">
                  <c:v>50.97</c:v>
                </c:pt>
                <c:pt idx="24666">
                  <c:v>56.97</c:v>
                </c:pt>
                <c:pt idx="24667">
                  <c:v>56.97</c:v>
                </c:pt>
                <c:pt idx="24668">
                  <c:v>167.97</c:v>
                </c:pt>
                <c:pt idx="24669">
                  <c:v>94.95</c:v>
                </c:pt>
                <c:pt idx="24670">
                  <c:v>63.98</c:v>
                </c:pt>
                <c:pt idx="24671">
                  <c:v>99.98</c:v>
                </c:pt>
                <c:pt idx="24672">
                  <c:v>169.98</c:v>
                </c:pt>
                <c:pt idx="24673">
                  <c:v>263.95999999999998</c:v>
                </c:pt>
                <c:pt idx="24674">
                  <c:v>105.98</c:v>
                </c:pt>
                <c:pt idx="24675">
                  <c:v>334.35</c:v>
                </c:pt>
                <c:pt idx="24676">
                  <c:v>131.97999999999999</c:v>
                </c:pt>
                <c:pt idx="24677">
                  <c:v>111.96</c:v>
                </c:pt>
                <c:pt idx="24678">
                  <c:v>55.98</c:v>
                </c:pt>
                <c:pt idx="24679">
                  <c:v>103.95</c:v>
                </c:pt>
                <c:pt idx="24680">
                  <c:v>55.96</c:v>
                </c:pt>
                <c:pt idx="24681">
                  <c:v>55.96</c:v>
                </c:pt>
                <c:pt idx="24682">
                  <c:v>83.94</c:v>
                </c:pt>
                <c:pt idx="24683">
                  <c:v>83.94</c:v>
                </c:pt>
                <c:pt idx="24684">
                  <c:v>170.77</c:v>
                </c:pt>
                <c:pt idx="24685">
                  <c:v>99.18</c:v>
                </c:pt>
                <c:pt idx="24686">
                  <c:v>86.09</c:v>
                </c:pt>
                <c:pt idx="24687">
                  <c:v>56.97</c:v>
                </c:pt>
                <c:pt idx="24688">
                  <c:v>58.64</c:v>
                </c:pt>
                <c:pt idx="24689">
                  <c:v>56.97</c:v>
                </c:pt>
                <c:pt idx="24690">
                  <c:v>58.64</c:v>
                </c:pt>
                <c:pt idx="24691">
                  <c:v>134.07</c:v>
                </c:pt>
                <c:pt idx="24692">
                  <c:v>134.07</c:v>
                </c:pt>
                <c:pt idx="24693">
                  <c:v>167.75</c:v>
                </c:pt>
                <c:pt idx="24694">
                  <c:v>324.95999999999998</c:v>
                </c:pt>
                <c:pt idx="24695">
                  <c:v>308.52</c:v>
                </c:pt>
                <c:pt idx="24696">
                  <c:v>272.93</c:v>
                </c:pt>
                <c:pt idx="24697">
                  <c:v>299.95999999999998</c:v>
                </c:pt>
                <c:pt idx="24698">
                  <c:v>254.96</c:v>
                </c:pt>
                <c:pt idx="24699">
                  <c:v>248.96</c:v>
                </c:pt>
                <c:pt idx="24700">
                  <c:v>404.95</c:v>
                </c:pt>
                <c:pt idx="24701">
                  <c:v>39.07</c:v>
                </c:pt>
                <c:pt idx="24702">
                  <c:v>51.96</c:v>
                </c:pt>
                <c:pt idx="24703">
                  <c:v>63.96</c:v>
                </c:pt>
                <c:pt idx="24704">
                  <c:v>58.88</c:v>
                </c:pt>
                <c:pt idx="24705">
                  <c:v>46.49</c:v>
                </c:pt>
                <c:pt idx="24706">
                  <c:v>59.96</c:v>
                </c:pt>
                <c:pt idx="24707">
                  <c:v>59.97</c:v>
                </c:pt>
                <c:pt idx="24708">
                  <c:v>59.96</c:v>
                </c:pt>
                <c:pt idx="24709">
                  <c:v>59.97</c:v>
                </c:pt>
                <c:pt idx="24710">
                  <c:v>59.96</c:v>
                </c:pt>
                <c:pt idx="24711">
                  <c:v>62.9</c:v>
                </c:pt>
                <c:pt idx="24712">
                  <c:v>102.81</c:v>
                </c:pt>
                <c:pt idx="24713">
                  <c:v>19.989999999999998</c:v>
                </c:pt>
                <c:pt idx="24714">
                  <c:v>30.23</c:v>
                </c:pt>
                <c:pt idx="24715">
                  <c:v>102.83</c:v>
                </c:pt>
                <c:pt idx="24716">
                  <c:v>32.65</c:v>
                </c:pt>
                <c:pt idx="24717">
                  <c:v>197.97</c:v>
                </c:pt>
                <c:pt idx="24718">
                  <c:v>230</c:v>
                </c:pt>
                <c:pt idx="24719">
                  <c:v>131.16</c:v>
                </c:pt>
                <c:pt idx="24720">
                  <c:v>133.37</c:v>
                </c:pt>
                <c:pt idx="24721">
                  <c:v>367.24</c:v>
                </c:pt>
                <c:pt idx="24722">
                  <c:v>141.87</c:v>
                </c:pt>
                <c:pt idx="24723">
                  <c:v>152.97</c:v>
                </c:pt>
                <c:pt idx="24724">
                  <c:v>246.95</c:v>
                </c:pt>
                <c:pt idx="24725">
                  <c:v>177.46</c:v>
                </c:pt>
                <c:pt idx="24726">
                  <c:v>20.49</c:v>
                </c:pt>
                <c:pt idx="24727">
                  <c:v>47.24</c:v>
                </c:pt>
                <c:pt idx="24728">
                  <c:v>190.88</c:v>
                </c:pt>
                <c:pt idx="24729">
                  <c:v>172.97</c:v>
                </c:pt>
                <c:pt idx="24730">
                  <c:v>44.75</c:v>
                </c:pt>
                <c:pt idx="24731">
                  <c:v>111.27</c:v>
                </c:pt>
                <c:pt idx="24732">
                  <c:v>105.22</c:v>
                </c:pt>
                <c:pt idx="24733">
                  <c:v>64.95</c:v>
                </c:pt>
                <c:pt idx="24734">
                  <c:v>65.989999999999995</c:v>
                </c:pt>
                <c:pt idx="24735">
                  <c:v>169.98</c:v>
                </c:pt>
                <c:pt idx="24736">
                  <c:v>169.98</c:v>
                </c:pt>
                <c:pt idx="24737">
                  <c:v>169.98</c:v>
                </c:pt>
                <c:pt idx="24738">
                  <c:v>61.98</c:v>
                </c:pt>
                <c:pt idx="24739">
                  <c:v>56.98</c:v>
                </c:pt>
                <c:pt idx="24740">
                  <c:v>84.99</c:v>
                </c:pt>
                <c:pt idx="24741">
                  <c:v>84.99</c:v>
                </c:pt>
                <c:pt idx="24742">
                  <c:v>57.96</c:v>
                </c:pt>
                <c:pt idx="24743">
                  <c:v>306.91000000000003</c:v>
                </c:pt>
                <c:pt idx="24744">
                  <c:v>199.96</c:v>
                </c:pt>
                <c:pt idx="24745">
                  <c:v>331.92</c:v>
                </c:pt>
                <c:pt idx="24746">
                  <c:v>299.07</c:v>
                </c:pt>
                <c:pt idx="24747">
                  <c:v>97.15</c:v>
                </c:pt>
                <c:pt idx="24748">
                  <c:v>169.98</c:v>
                </c:pt>
                <c:pt idx="24749">
                  <c:v>84.99</c:v>
                </c:pt>
                <c:pt idx="24750">
                  <c:v>84.99</c:v>
                </c:pt>
                <c:pt idx="24751">
                  <c:v>169.98</c:v>
                </c:pt>
                <c:pt idx="24752">
                  <c:v>169.98</c:v>
                </c:pt>
                <c:pt idx="24753">
                  <c:v>169.98</c:v>
                </c:pt>
                <c:pt idx="24754">
                  <c:v>84.99</c:v>
                </c:pt>
                <c:pt idx="24755">
                  <c:v>84.99</c:v>
                </c:pt>
                <c:pt idx="24756">
                  <c:v>169.97</c:v>
                </c:pt>
                <c:pt idx="24757">
                  <c:v>169.97</c:v>
                </c:pt>
                <c:pt idx="24758">
                  <c:v>84.98</c:v>
                </c:pt>
                <c:pt idx="24759">
                  <c:v>84.98</c:v>
                </c:pt>
                <c:pt idx="24760">
                  <c:v>84.98</c:v>
                </c:pt>
                <c:pt idx="24761">
                  <c:v>84.99</c:v>
                </c:pt>
                <c:pt idx="24762">
                  <c:v>100.98</c:v>
                </c:pt>
                <c:pt idx="24763">
                  <c:v>100.98</c:v>
                </c:pt>
                <c:pt idx="24764">
                  <c:v>169.98</c:v>
                </c:pt>
                <c:pt idx="24765">
                  <c:v>152.97</c:v>
                </c:pt>
                <c:pt idx="24766">
                  <c:v>185.97</c:v>
                </c:pt>
                <c:pt idx="24767">
                  <c:v>169.98</c:v>
                </c:pt>
                <c:pt idx="24768">
                  <c:v>84.99</c:v>
                </c:pt>
                <c:pt idx="24769">
                  <c:v>84.99</c:v>
                </c:pt>
                <c:pt idx="24770">
                  <c:v>169.98</c:v>
                </c:pt>
                <c:pt idx="24771">
                  <c:v>134.97999999999999</c:v>
                </c:pt>
                <c:pt idx="24772">
                  <c:v>152.93</c:v>
                </c:pt>
                <c:pt idx="24773">
                  <c:v>169.98</c:v>
                </c:pt>
                <c:pt idx="24774">
                  <c:v>185.97</c:v>
                </c:pt>
                <c:pt idx="24775">
                  <c:v>100.98</c:v>
                </c:pt>
                <c:pt idx="24776">
                  <c:v>100.98</c:v>
                </c:pt>
                <c:pt idx="24777">
                  <c:v>100.98</c:v>
                </c:pt>
                <c:pt idx="24778">
                  <c:v>169.98</c:v>
                </c:pt>
                <c:pt idx="24779">
                  <c:v>185.96</c:v>
                </c:pt>
                <c:pt idx="24780">
                  <c:v>84.98</c:v>
                </c:pt>
                <c:pt idx="24781">
                  <c:v>84.98</c:v>
                </c:pt>
                <c:pt idx="24782">
                  <c:v>69.989999999999995</c:v>
                </c:pt>
                <c:pt idx="24783">
                  <c:v>99.97</c:v>
                </c:pt>
                <c:pt idx="24784">
                  <c:v>169.96</c:v>
                </c:pt>
                <c:pt idx="24785">
                  <c:v>59.99</c:v>
                </c:pt>
                <c:pt idx="24786">
                  <c:v>55.97</c:v>
                </c:pt>
                <c:pt idx="24787">
                  <c:v>26.29</c:v>
                </c:pt>
                <c:pt idx="24788">
                  <c:v>134.97</c:v>
                </c:pt>
                <c:pt idx="24789">
                  <c:v>59.98</c:v>
                </c:pt>
                <c:pt idx="24790">
                  <c:v>49.98</c:v>
                </c:pt>
                <c:pt idx="24791">
                  <c:v>59.98</c:v>
                </c:pt>
                <c:pt idx="24792">
                  <c:v>95.97</c:v>
                </c:pt>
                <c:pt idx="24793">
                  <c:v>73.97</c:v>
                </c:pt>
                <c:pt idx="24794">
                  <c:v>94.96</c:v>
                </c:pt>
                <c:pt idx="24795">
                  <c:v>258.88</c:v>
                </c:pt>
                <c:pt idx="24796">
                  <c:v>197.97</c:v>
                </c:pt>
                <c:pt idx="24797">
                  <c:v>133.96</c:v>
                </c:pt>
                <c:pt idx="24798">
                  <c:v>233.15</c:v>
                </c:pt>
                <c:pt idx="24799">
                  <c:v>151.96</c:v>
                </c:pt>
                <c:pt idx="24800">
                  <c:v>100.97</c:v>
                </c:pt>
                <c:pt idx="24801">
                  <c:v>166.49</c:v>
                </c:pt>
                <c:pt idx="24802">
                  <c:v>65.989999999999995</c:v>
                </c:pt>
                <c:pt idx="24803">
                  <c:v>131.97999999999999</c:v>
                </c:pt>
                <c:pt idx="24804">
                  <c:v>131.97999999999999</c:v>
                </c:pt>
                <c:pt idx="24805">
                  <c:v>41.29</c:v>
                </c:pt>
                <c:pt idx="24806">
                  <c:v>51.29</c:v>
                </c:pt>
                <c:pt idx="24807">
                  <c:v>51.29</c:v>
                </c:pt>
                <c:pt idx="24808">
                  <c:v>117.96</c:v>
                </c:pt>
                <c:pt idx="24809">
                  <c:v>51.97</c:v>
                </c:pt>
                <c:pt idx="24810">
                  <c:v>62.71</c:v>
                </c:pt>
                <c:pt idx="24811">
                  <c:v>27.18</c:v>
                </c:pt>
                <c:pt idx="24812">
                  <c:v>52.22</c:v>
                </c:pt>
                <c:pt idx="24813">
                  <c:v>104.97</c:v>
                </c:pt>
                <c:pt idx="24814">
                  <c:v>61.98</c:v>
                </c:pt>
                <c:pt idx="24815">
                  <c:v>79.98</c:v>
                </c:pt>
                <c:pt idx="24816">
                  <c:v>131.97999999999999</c:v>
                </c:pt>
                <c:pt idx="24817">
                  <c:v>131.97999999999999</c:v>
                </c:pt>
                <c:pt idx="24818">
                  <c:v>212.96</c:v>
                </c:pt>
                <c:pt idx="24819">
                  <c:v>65.989999999999995</c:v>
                </c:pt>
                <c:pt idx="24820">
                  <c:v>131.97999999999999</c:v>
                </c:pt>
                <c:pt idx="24821">
                  <c:v>147.97</c:v>
                </c:pt>
                <c:pt idx="24822">
                  <c:v>169.98</c:v>
                </c:pt>
                <c:pt idx="24823">
                  <c:v>70.709999999999994</c:v>
                </c:pt>
                <c:pt idx="24824">
                  <c:v>65.989999999999995</c:v>
                </c:pt>
                <c:pt idx="24825">
                  <c:v>256.24</c:v>
                </c:pt>
                <c:pt idx="24826">
                  <c:v>79.989999999999995</c:v>
                </c:pt>
                <c:pt idx="24827">
                  <c:v>65.989999999999995</c:v>
                </c:pt>
                <c:pt idx="24828">
                  <c:v>84.57</c:v>
                </c:pt>
                <c:pt idx="24829">
                  <c:v>90.98</c:v>
                </c:pt>
                <c:pt idx="24830">
                  <c:v>-9.98</c:v>
                </c:pt>
                <c:pt idx="24831">
                  <c:v>72.239999999999995</c:v>
                </c:pt>
                <c:pt idx="24832">
                  <c:v>76.489999999999995</c:v>
                </c:pt>
                <c:pt idx="24833">
                  <c:v>9.48</c:v>
                </c:pt>
                <c:pt idx="24834">
                  <c:v>40.94</c:v>
                </c:pt>
                <c:pt idx="24835">
                  <c:v>-19.489999999999998</c:v>
                </c:pt>
                <c:pt idx="24836">
                  <c:v>84.99</c:v>
                </c:pt>
                <c:pt idx="24837">
                  <c:v>45.24</c:v>
                </c:pt>
                <c:pt idx="24838">
                  <c:v>75.099999999999994</c:v>
                </c:pt>
                <c:pt idx="24839">
                  <c:v>85.98</c:v>
                </c:pt>
                <c:pt idx="24840">
                  <c:v>83.48</c:v>
                </c:pt>
                <c:pt idx="24841">
                  <c:v>59.99</c:v>
                </c:pt>
                <c:pt idx="24842">
                  <c:v>101.96</c:v>
                </c:pt>
                <c:pt idx="24843">
                  <c:v>65.989999999999995</c:v>
                </c:pt>
                <c:pt idx="24844">
                  <c:v>65.98</c:v>
                </c:pt>
                <c:pt idx="24845">
                  <c:v>101.97</c:v>
                </c:pt>
                <c:pt idx="24846">
                  <c:v>131.97999999999999</c:v>
                </c:pt>
                <c:pt idx="24847">
                  <c:v>143.96</c:v>
                </c:pt>
                <c:pt idx="24848">
                  <c:v>65.989999999999995</c:v>
                </c:pt>
                <c:pt idx="24849">
                  <c:v>65.989999999999995</c:v>
                </c:pt>
                <c:pt idx="24850">
                  <c:v>80.98</c:v>
                </c:pt>
                <c:pt idx="24851">
                  <c:v>33.869999999999997</c:v>
                </c:pt>
                <c:pt idx="24852">
                  <c:v>65.989999999999995</c:v>
                </c:pt>
                <c:pt idx="24853">
                  <c:v>65.989999999999995</c:v>
                </c:pt>
                <c:pt idx="24854">
                  <c:v>58.98</c:v>
                </c:pt>
                <c:pt idx="24855">
                  <c:v>65.989999999999995</c:v>
                </c:pt>
                <c:pt idx="24856">
                  <c:v>65.989999999999995</c:v>
                </c:pt>
                <c:pt idx="24857">
                  <c:v>65.989999999999995</c:v>
                </c:pt>
                <c:pt idx="24858">
                  <c:v>163.96</c:v>
                </c:pt>
                <c:pt idx="24859">
                  <c:v>197.97</c:v>
                </c:pt>
                <c:pt idx="24860">
                  <c:v>121.98</c:v>
                </c:pt>
                <c:pt idx="24861">
                  <c:v>65.989999999999995</c:v>
                </c:pt>
                <c:pt idx="24862">
                  <c:v>84.98</c:v>
                </c:pt>
                <c:pt idx="24863">
                  <c:v>135.96</c:v>
                </c:pt>
                <c:pt idx="24864">
                  <c:v>65.989999999999995</c:v>
                </c:pt>
                <c:pt idx="24865">
                  <c:v>65.989999999999995</c:v>
                </c:pt>
                <c:pt idx="24866">
                  <c:v>65.989999999999995</c:v>
                </c:pt>
                <c:pt idx="24867">
                  <c:v>65.989999999999995</c:v>
                </c:pt>
                <c:pt idx="24868">
                  <c:v>68.48</c:v>
                </c:pt>
                <c:pt idx="24869">
                  <c:v>169.44</c:v>
                </c:pt>
                <c:pt idx="24870">
                  <c:v>52.98</c:v>
                </c:pt>
                <c:pt idx="24871">
                  <c:v>114.96</c:v>
                </c:pt>
                <c:pt idx="24872">
                  <c:v>76.489999999999995</c:v>
                </c:pt>
                <c:pt idx="24873">
                  <c:v>49.99</c:v>
                </c:pt>
                <c:pt idx="24874">
                  <c:v>51.98</c:v>
                </c:pt>
                <c:pt idx="24875">
                  <c:v>53.78</c:v>
                </c:pt>
                <c:pt idx="24876">
                  <c:v>53.98</c:v>
                </c:pt>
                <c:pt idx="24877">
                  <c:v>59.98</c:v>
                </c:pt>
                <c:pt idx="24878">
                  <c:v>99.98</c:v>
                </c:pt>
                <c:pt idx="24879">
                  <c:v>62.69</c:v>
                </c:pt>
                <c:pt idx="24880">
                  <c:v>84.99</c:v>
                </c:pt>
                <c:pt idx="24881">
                  <c:v>63.45</c:v>
                </c:pt>
                <c:pt idx="24882">
                  <c:v>81.5</c:v>
                </c:pt>
                <c:pt idx="24883">
                  <c:v>84.99</c:v>
                </c:pt>
                <c:pt idx="24884">
                  <c:v>84.99</c:v>
                </c:pt>
                <c:pt idx="24885">
                  <c:v>84.99</c:v>
                </c:pt>
                <c:pt idx="24886">
                  <c:v>84.99</c:v>
                </c:pt>
                <c:pt idx="24887">
                  <c:v>84.99</c:v>
                </c:pt>
                <c:pt idx="24888">
                  <c:v>84.99</c:v>
                </c:pt>
                <c:pt idx="24889">
                  <c:v>82.3</c:v>
                </c:pt>
                <c:pt idx="24890">
                  <c:v>84.99</c:v>
                </c:pt>
                <c:pt idx="24891">
                  <c:v>84.14</c:v>
                </c:pt>
                <c:pt idx="24892">
                  <c:v>83.29</c:v>
                </c:pt>
                <c:pt idx="24893">
                  <c:v>96.27</c:v>
                </c:pt>
                <c:pt idx="24894">
                  <c:v>84.99</c:v>
                </c:pt>
                <c:pt idx="24895">
                  <c:v>65.989999999999995</c:v>
                </c:pt>
                <c:pt idx="24896">
                  <c:v>79.040000000000006</c:v>
                </c:pt>
                <c:pt idx="24897">
                  <c:v>65.989999999999995</c:v>
                </c:pt>
                <c:pt idx="24898">
                  <c:v>84.99</c:v>
                </c:pt>
                <c:pt idx="24899">
                  <c:v>84.99</c:v>
                </c:pt>
                <c:pt idx="24900">
                  <c:v>82.64</c:v>
                </c:pt>
                <c:pt idx="24901">
                  <c:v>84.99</c:v>
                </c:pt>
                <c:pt idx="24902">
                  <c:v>98.98</c:v>
                </c:pt>
                <c:pt idx="24903">
                  <c:v>84.99</c:v>
                </c:pt>
                <c:pt idx="24904">
                  <c:v>59.39</c:v>
                </c:pt>
                <c:pt idx="24905">
                  <c:v>50.46</c:v>
                </c:pt>
                <c:pt idx="24906">
                  <c:v>58.98</c:v>
                </c:pt>
                <c:pt idx="24907">
                  <c:v>52.98</c:v>
                </c:pt>
                <c:pt idx="24908">
                  <c:v>84.98</c:v>
                </c:pt>
                <c:pt idx="24909">
                  <c:v>68.98</c:v>
                </c:pt>
                <c:pt idx="24910">
                  <c:v>99.98</c:v>
                </c:pt>
                <c:pt idx="24911">
                  <c:v>105.97</c:v>
                </c:pt>
                <c:pt idx="24912">
                  <c:v>62.98</c:v>
                </c:pt>
                <c:pt idx="24913">
                  <c:v>84.99</c:v>
                </c:pt>
                <c:pt idx="24914">
                  <c:v>146.97</c:v>
                </c:pt>
                <c:pt idx="24915">
                  <c:v>184.97</c:v>
                </c:pt>
                <c:pt idx="24916">
                  <c:v>146.97</c:v>
                </c:pt>
                <c:pt idx="24917">
                  <c:v>146.97</c:v>
                </c:pt>
                <c:pt idx="24918">
                  <c:v>84.99</c:v>
                </c:pt>
                <c:pt idx="24919">
                  <c:v>184.97</c:v>
                </c:pt>
                <c:pt idx="24920">
                  <c:v>150.41</c:v>
                </c:pt>
                <c:pt idx="24921">
                  <c:v>83.48</c:v>
                </c:pt>
                <c:pt idx="24922">
                  <c:v>174.97</c:v>
                </c:pt>
                <c:pt idx="24923">
                  <c:v>104.97</c:v>
                </c:pt>
                <c:pt idx="24924">
                  <c:v>169.98</c:v>
                </c:pt>
                <c:pt idx="24925">
                  <c:v>169.98</c:v>
                </c:pt>
                <c:pt idx="24926">
                  <c:v>154.97999999999999</c:v>
                </c:pt>
                <c:pt idx="24927">
                  <c:v>114.97</c:v>
                </c:pt>
                <c:pt idx="24928">
                  <c:v>146.97</c:v>
                </c:pt>
                <c:pt idx="24929">
                  <c:v>41.29</c:v>
                </c:pt>
                <c:pt idx="24930">
                  <c:v>94.98</c:v>
                </c:pt>
                <c:pt idx="24931">
                  <c:v>83.97</c:v>
                </c:pt>
                <c:pt idx="24932">
                  <c:v>67.58</c:v>
                </c:pt>
                <c:pt idx="24933">
                  <c:v>36.29</c:v>
                </c:pt>
                <c:pt idx="24934">
                  <c:v>20.94</c:v>
                </c:pt>
                <c:pt idx="24935">
                  <c:v>36.29</c:v>
                </c:pt>
                <c:pt idx="24936">
                  <c:v>36.29</c:v>
                </c:pt>
                <c:pt idx="24937">
                  <c:v>90.98</c:v>
                </c:pt>
                <c:pt idx="24938">
                  <c:v>74.959999999999994</c:v>
                </c:pt>
                <c:pt idx="24939">
                  <c:v>13.49</c:v>
                </c:pt>
                <c:pt idx="24940">
                  <c:v>21.49</c:v>
                </c:pt>
                <c:pt idx="24941">
                  <c:v>21.49</c:v>
                </c:pt>
                <c:pt idx="24942">
                  <c:v>42.23</c:v>
                </c:pt>
                <c:pt idx="24943">
                  <c:v>90.71</c:v>
                </c:pt>
                <c:pt idx="24944">
                  <c:v>92.53</c:v>
                </c:pt>
                <c:pt idx="24945">
                  <c:v>95.98</c:v>
                </c:pt>
                <c:pt idx="24946">
                  <c:v>69.989999999999995</c:v>
                </c:pt>
                <c:pt idx="24947">
                  <c:v>74.81</c:v>
                </c:pt>
                <c:pt idx="24948">
                  <c:v>150.18</c:v>
                </c:pt>
                <c:pt idx="24949">
                  <c:v>108.97</c:v>
                </c:pt>
                <c:pt idx="24950">
                  <c:v>59.95</c:v>
                </c:pt>
                <c:pt idx="24951">
                  <c:v>84.99</c:v>
                </c:pt>
                <c:pt idx="24952">
                  <c:v>139.96</c:v>
                </c:pt>
                <c:pt idx="24953">
                  <c:v>133.96</c:v>
                </c:pt>
                <c:pt idx="24954">
                  <c:v>109.98</c:v>
                </c:pt>
                <c:pt idx="24955">
                  <c:v>206.97</c:v>
                </c:pt>
                <c:pt idx="24956">
                  <c:v>119.97</c:v>
                </c:pt>
                <c:pt idx="24957">
                  <c:v>163.94</c:v>
                </c:pt>
                <c:pt idx="24958">
                  <c:v>59.98</c:v>
                </c:pt>
                <c:pt idx="24959">
                  <c:v>109.98</c:v>
                </c:pt>
                <c:pt idx="24960">
                  <c:v>71.680000000000007</c:v>
                </c:pt>
                <c:pt idx="24961">
                  <c:v>101.97</c:v>
                </c:pt>
                <c:pt idx="24962">
                  <c:v>84.99</c:v>
                </c:pt>
                <c:pt idx="24963">
                  <c:v>86.29</c:v>
                </c:pt>
                <c:pt idx="24964">
                  <c:v>89.98</c:v>
                </c:pt>
                <c:pt idx="24965">
                  <c:v>109.98</c:v>
                </c:pt>
                <c:pt idx="24966">
                  <c:v>113.96</c:v>
                </c:pt>
                <c:pt idx="24967">
                  <c:v>82.23</c:v>
                </c:pt>
                <c:pt idx="24968">
                  <c:v>165.96</c:v>
                </c:pt>
                <c:pt idx="24969">
                  <c:v>31.49</c:v>
                </c:pt>
                <c:pt idx="24970">
                  <c:v>59.98</c:v>
                </c:pt>
                <c:pt idx="24971">
                  <c:v>65.97</c:v>
                </c:pt>
                <c:pt idx="24972">
                  <c:v>53.98</c:v>
                </c:pt>
                <c:pt idx="24973">
                  <c:v>80.98</c:v>
                </c:pt>
                <c:pt idx="24974">
                  <c:v>16.489999999999998</c:v>
                </c:pt>
                <c:pt idx="24975">
                  <c:v>17.239999999999998</c:v>
                </c:pt>
                <c:pt idx="24976">
                  <c:v>17.239999999999998</c:v>
                </c:pt>
                <c:pt idx="24977">
                  <c:v>50.83</c:v>
                </c:pt>
                <c:pt idx="24978">
                  <c:v>114.95</c:v>
                </c:pt>
                <c:pt idx="24979">
                  <c:v>84.99</c:v>
                </c:pt>
                <c:pt idx="24980">
                  <c:v>80.739999999999995</c:v>
                </c:pt>
                <c:pt idx="24981">
                  <c:v>37.270000000000003</c:v>
                </c:pt>
                <c:pt idx="24982">
                  <c:v>339.96</c:v>
                </c:pt>
                <c:pt idx="24983">
                  <c:v>254.97</c:v>
                </c:pt>
                <c:pt idx="24984">
                  <c:v>263.95999999999998</c:v>
                </c:pt>
                <c:pt idx="24985">
                  <c:v>226.64</c:v>
                </c:pt>
                <c:pt idx="24986">
                  <c:v>306.37</c:v>
                </c:pt>
                <c:pt idx="24987">
                  <c:v>339.96</c:v>
                </c:pt>
                <c:pt idx="24988">
                  <c:v>53.63</c:v>
                </c:pt>
                <c:pt idx="24989">
                  <c:v>55.97</c:v>
                </c:pt>
                <c:pt idx="24990">
                  <c:v>55.97</c:v>
                </c:pt>
                <c:pt idx="24991">
                  <c:v>89.98</c:v>
                </c:pt>
                <c:pt idx="24992">
                  <c:v>79.98</c:v>
                </c:pt>
                <c:pt idx="24993">
                  <c:v>100.98</c:v>
                </c:pt>
                <c:pt idx="24994">
                  <c:v>103.96</c:v>
                </c:pt>
                <c:pt idx="24995">
                  <c:v>-72.58</c:v>
                </c:pt>
                <c:pt idx="24996">
                  <c:v>78.63</c:v>
                </c:pt>
                <c:pt idx="24997">
                  <c:v>72.58</c:v>
                </c:pt>
                <c:pt idx="24998">
                  <c:v>104.04</c:v>
                </c:pt>
                <c:pt idx="24999">
                  <c:v>152.96</c:v>
                </c:pt>
                <c:pt idx="25000">
                  <c:v>149.97</c:v>
                </c:pt>
                <c:pt idx="25001">
                  <c:v>136.72999999999999</c:v>
                </c:pt>
                <c:pt idx="25002">
                  <c:v>64.97</c:v>
                </c:pt>
                <c:pt idx="25003">
                  <c:v>237.46</c:v>
                </c:pt>
                <c:pt idx="25004">
                  <c:v>146.94999999999999</c:v>
                </c:pt>
                <c:pt idx="25005">
                  <c:v>72.33</c:v>
                </c:pt>
                <c:pt idx="25006">
                  <c:v>41.98</c:v>
                </c:pt>
                <c:pt idx="25007">
                  <c:v>208.46</c:v>
                </c:pt>
                <c:pt idx="25008">
                  <c:v>124.87</c:v>
                </c:pt>
                <c:pt idx="25009">
                  <c:v>46.97</c:v>
                </c:pt>
                <c:pt idx="25010">
                  <c:v>187.14</c:v>
                </c:pt>
                <c:pt idx="25011">
                  <c:v>91.96</c:v>
                </c:pt>
                <c:pt idx="25012">
                  <c:v>57.35</c:v>
                </c:pt>
                <c:pt idx="25013">
                  <c:v>159.94999999999999</c:v>
                </c:pt>
                <c:pt idx="25014">
                  <c:v>254.64</c:v>
                </c:pt>
                <c:pt idx="25015">
                  <c:v>194.4</c:v>
                </c:pt>
                <c:pt idx="25016">
                  <c:v>148.46</c:v>
                </c:pt>
                <c:pt idx="25017">
                  <c:v>80.739999999999995</c:v>
                </c:pt>
                <c:pt idx="25018">
                  <c:v>182.67</c:v>
                </c:pt>
                <c:pt idx="25019">
                  <c:v>31.18</c:v>
                </c:pt>
                <c:pt idx="25020">
                  <c:v>19.489999999999998</c:v>
                </c:pt>
                <c:pt idx="25021">
                  <c:v>29.48</c:v>
                </c:pt>
                <c:pt idx="25022">
                  <c:v>19.27</c:v>
                </c:pt>
                <c:pt idx="25023">
                  <c:v>19.489999999999998</c:v>
                </c:pt>
                <c:pt idx="25024">
                  <c:v>55.96</c:v>
                </c:pt>
                <c:pt idx="25025">
                  <c:v>55.96</c:v>
                </c:pt>
                <c:pt idx="25026">
                  <c:v>79.98</c:v>
                </c:pt>
                <c:pt idx="25027">
                  <c:v>17.489999999999998</c:v>
                </c:pt>
                <c:pt idx="25028">
                  <c:v>51.47</c:v>
                </c:pt>
                <c:pt idx="25029">
                  <c:v>85.98</c:v>
                </c:pt>
                <c:pt idx="25030">
                  <c:v>79.98</c:v>
                </c:pt>
                <c:pt idx="25031">
                  <c:v>92.98</c:v>
                </c:pt>
                <c:pt idx="25032">
                  <c:v>75.09</c:v>
                </c:pt>
                <c:pt idx="25033">
                  <c:v>50.97</c:v>
                </c:pt>
                <c:pt idx="25034">
                  <c:v>112.13</c:v>
                </c:pt>
                <c:pt idx="25035">
                  <c:v>214.95</c:v>
                </c:pt>
                <c:pt idx="25036">
                  <c:v>197.97</c:v>
                </c:pt>
                <c:pt idx="25037">
                  <c:v>245.93</c:v>
                </c:pt>
                <c:pt idx="25038">
                  <c:v>260.76</c:v>
                </c:pt>
                <c:pt idx="25039">
                  <c:v>242.94</c:v>
                </c:pt>
                <c:pt idx="25040">
                  <c:v>275.93</c:v>
                </c:pt>
                <c:pt idx="25041">
                  <c:v>256.92</c:v>
                </c:pt>
                <c:pt idx="25042">
                  <c:v>167.96</c:v>
                </c:pt>
                <c:pt idx="25043">
                  <c:v>80.94</c:v>
                </c:pt>
                <c:pt idx="25044">
                  <c:v>84.14</c:v>
                </c:pt>
                <c:pt idx="25045">
                  <c:v>84.99</c:v>
                </c:pt>
                <c:pt idx="25046">
                  <c:v>167.94</c:v>
                </c:pt>
                <c:pt idx="25047">
                  <c:v>72.98</c:v>
                </c:pt>
                <c:pt idx="25048">
                  <c:v>30.06</c:v>
                </c:pt>
                <c:pt idx="25049">
                  <c:v>57.96</c:v>
                </c:pt>
                <c:pt idx="25050">
                  <c:v>109.96</c:v>
                </c:pt>
                <c:pt idx="25051">
                  <c:v>74.06</c:v>
                </c:pt>
                <c:pt idx="25052">
                  <c:v>90.93</c:v>
                </c:pt>
                <c:pt idx="25053">
                  <c:v>31.49</c:v>
                </c:pt>
                <c:pt idx="25054">
                  <c:v>31.49</c:v>
                </c:pt>
                <c:pt idx="25055">
                  <c:v>104.98</c:v>
                </c:pt>
                <c:pt idx="25056">
                  <c:v>51.49</c:v>
                </c:pt>
                <c:pt idx="25057">
                  <c:v>287.83999999999997</c:v>
                </c:pt>
                <c:pt idx="25058">
                  <c:v>107.94</c:v>
                </c:pt>
                <c:pt idx="25059">
                  <c:v>69.44</c:v>
                </c:pt>
                <c:pt idx="25060">
                  <c:v>92.97</c:v>
                </c:pt>
                <c:pt idx="25061">
                  <c:v>107.06</c:v>
                </c:pt>
                <c:pt idx="25062">
                  <c:v>143.91999999999999</c:v>
                </c:pt>
                <c:pt idx="25063">
                  <c:v>85.12</c:v>
                </c:pt>
                <c:pt idx="25064">
                  <c:v>88.15</c:v>
                </c:pt>
                <c:pt idx="25065">
                  <c:v>82.14</c:v>
                </c:pt>
                <c:pt idx="25066">
                  <c:v>88.89</c:v>
                </c:pt>
                <c:pt idx="25067">
                  <c:v>107.94</c:v>
                </c:pt>
                <c:pt idx="25068">
                  <c:v>92.97</c:v>
                </c:pt>
                <c:pt idx="25069">
                  <c:v>103.98</c:v>
                </c:pt>
                <c:pt idx="25070">
                  <c:v>123.96</c:v>
                </c:pt>
                <c:pt idx="25071">
                  <c:v>92.97</c:v>
                </c:pt>
                <c:pt idx="25072">
                  <c:v>164.91</c:v>
                </c:pt>
                <c:pt idx="25073">
                  <c:v>59.98</c:v>
                </c:pt>
                <c:pt idx="25074">
                  <c:v>104.97</c:v>
                </c:pt>
                <c:pt idx="25075">
                  <c:v>54.98</c:v>
                </c:pt>
                <c:pt idx="25076">
                  <c:v>54.98</c:v>
                </c:pt>
                <c:pt idx="25077">
                  <c:v>79.459999999999994</c:v>
                </c:pt>
                <c:pt idx="25078">
                  <c:v>68.48</c:v>
                </c:pt>
                <c:pt idx="25079">
                  <c:v>164.94</c:v>
                </c:pt>
                <c:pt idx="25080">
                  <c:v>74.97</c:v>
                </c:pt>
                <c:pt idx="25081">
                  <c:v>89.97</c:v>
                </c:pt>
                <c:pt idx="25082">
                  <c:v>74.97</c:v>
                </c:pt>
                <c:pt idx="25083">
                  <c:v>89.97</c:v>
                </c:pt>
                <c:pt idx="25084">
                  <c:v>74.97</c:v>
                </c:pt>
                <c:pt idx="25085">
                  <c:v>89.97</c:v>
                </c:pt>
                <c:pt idx="25086">
                  <c:v>133.94999999999999</c:v>
                </c:pt>
                <c:pt idx="25087">
                  <c:v>22.47</c:v>
                </c:pt>
                <c:pt idx="25088">
                  <c:v>21.29</c:v>
                </c:pt>
                <c:pt idx="25089">
                  <c:v>23.29</c:v>
                </c:pt>
                <c:pt idx="25090">
                  <c:v>29.28</c:v>
                </c:pt>
                <c:pt idx="25091">
                  <c:v>23.29</c:v>
                </c:pt>
                <c:pt idx="25092">
                  <c:v>121.98</c:v>
                </c:pt>
                <c:pt idx="25093">
                  <c:v>169.98</c:v>
                </c:pt>
                <c:pt idx="25094">
                  <c:v>185.97</c:v>
                </c:pt>
                <c:pt idx="25095">
                  <c:v>169.98</c:v>
                </c:pt>
                <c:pt idx="25096">
                  <c:v>149.97</c:v>
                </c:pt>
                <c:pt idx="25097">
                  <c:v>169.98</c:v>
                </c:pt>
                <c:pt idx="25098">
                  <c:v>175.97</c:v>
                </c:pt>
                <c:pt idx="25099">
                  <c:v>239.97</c:v>
                </c:pt>
                <c:pt idx="25100">
                  <c:v>131.97999999999999</c:v>
                </c:pt>
                <c:pt idx="25101">
                  <c:v>169.98</c:v>
                </c:pt>
                <c:pt idx="25102">
                  <c:v>169.98</c:v>
                </c:pt>
                <c:pt idx="25103">
                  <c:v>185.97</c:v>
                </c:pt>
                <c:pt idx="25104">
                  <c:v>105.84</c:v>
                </c:pt>
                <c:pt idx="25105">
                  <c:v>58.98</c:v>
                </c:pt>
                <c:pt idx="25106">
                  <c:v>55.96</c:v>
                </c:pt>
                <c:pt idx="25107">
                  <c:v>38.24</c:v>
                </c:pt>
                <c:pt idx="25108">
                  <c:v>65.989999999999995</c:v>
                </c:pt>
                <c:pt idx="25109">
                  <c:v>35.19</c:v>
                </c:pt>
                <c:pt idx="25110">
                  <c:v>35.19</c:v>
                </c:pt>
                <c:pt idx="25111">
                  <c:v>65.989999999999995</c:v>
                </c:pt>
                <c:pt idx="25112">
                  <c:v>99.98</c:v>
                </c:pt>
                <c:pt idx="25113">
                  <c:v>170.48</c:v>
                </c:pt>
                <c:pt idx="25114">
                  <c:v>110.96</c:v>
                </c:pt>
                <c:pt idx="25115">
                  <c:v>161.96</c:v>
                </c:pt>
                <c:pt idx="25116">
                  <c:v>80.98</c:v>
                </c:pt>
                <c:pt idx="25117">
                  <c:v>124.55</c:v>
                </c:pt>
                <c:pt idx="25118">
                  <c:v>151.96</c:v>
                </c:pt>
                <c:pt idx="25119">
                  <c:v>149.96</c:v>
                </c:pt>
                <c:pt idx="25120">
                  <c:v>165.46</c:v>
                </c:pt>
                <c:pt idx="25121">
                  <c:v>170.48</c:v>
                </c:pt>
                <c:pt idx="25122">
                  <c:v>85.49</c:v>
                </c:pt>
                <c:pt idx="25123">
                  <c:v>84.98</c:v>
                </c:pt>
                <c:pt idx="25124">
                  <c:v>77.42</c:v>
                </c:pt>
                <c:pt idx="25125">
                  <c:v>62.48</c:v>
                </c:pt>
                <c:pt idx="25126">
                  <c:v>60.48</c:v>
                </c:pt>
                <c:pt idx="25127">
                  <c:v>62.48</c:v>
                </c:pt>
                <c:pt idx="25128">
                  <c:v>89.97</c:v>
                </c:pt>
                <c:pt idx="25129">
                  <c:v>89.97</c:v>
                </c:pt>
                <c:pt idx="25130">
                  <c:v>160.94</c:v>
                </c:pt>
                <c:pt idx="25131">
                  <c:v>181.43</c:v>
                </c:pt>
                <c:pt idx="25132">
                  <c:v>181.43</c:v>
                </c:pt>
                <c:pt idx="25133">
                  <c:v>169.98</c:v>
                </c:pt>
                <c:pt idx="25134">
                  <c:v>84.99</c:v>
                </c:pt>
                <c:pt idx="25135">
                  <c:v>84.99</c:v>
                </c:pt>
                <c:pt idx="25136">
                  <c:v>86.98</c:v>
                </c:pt>
                <c:pt idx="25137">
                  <c:v>84.99</c:v>
                </c:pt>
                <c:pt idx="25138">
                  <c:v>139.97</c:v>
                </c:pt>
                <c:pt idx="25139">
                  <c:v>84.99</c:v>
                </c:pt>
                <c:pt idx="25140">
                  <c:v>84.99</c:v>
                </c:pt>
                <c:pt idx="25141">
                  <c:v>134.97</c:v>
                </c:pt>
                <c:pt idx="25142">
                  <c:v>79.959999999999994</c:v>
                </c:pt>
                <c:pt idx="25143">
                  <c:v>84.99</c:v>
                </c:pt>
                <c:pt idx="25144">
                  <c:v>84.99</c:v>
                </c:pt>
                <c:pt idx="25145">
                  <c:v>78.19</c:v>
                </c:pt>
                <c:pt idx="25146">
                  <c:v>84.99</c:v>
                </c:pt>
                <c:pt idx="25147">
                  <c:v>105.95</c:v>
                </c:pt>
                <c:pt idx="25148">
                  <c:v>104.98</c:v>
                </c:pt>
                <c:pt idx="25149">
                  <c:v>131.97999999999999</c:v>
                </c:pt>
                <c:pt idx="25150">
                  <c:v>121.98</c:v>
                </c:pt>
                <c:pt idx="25151">
                  <c:v>90.71</c:v>
                </c:pt>
                <c:pt idx="25152">
                  <c:v>90.71</c:v>
                </c:pt>
                <c:pt idx="25153">
                  <c:v>59.97</c:v>
                </c:pt>
                <c:pt idx="25154">
                  <c:v>59.97</c:v>
                </c:pt>
                <c:pt idx="25155">
                  <c:v>90.69</c:v>
                </c:pt>
                <c:pt idx="25156">
                  <c:v>90.69</c:v>
                </c:pt>
                <c:pt idx="25157">
                  <c:v>90.69</c:v>
                </c:pt>
                <c:pt idx="25158">
                  <c:v>20.49</c:v>
                </c:pt>
                <c:pt idx="25159">
                  <c:v>20.49</c:v>
                </c:pt>
                <c:pt idx="25160">
                  <c:v>12.49</c:v>
                </c:pt>
                <c:pt idx="25161">
                  <c:v>36.479999999999997</c:v>
                </c:pt>
                <c:pt idx="25162">
                  <c:v>12.49</c:v>
                </c:pt>
                <c:pt idx="25163">
                  <c:v>74.97</c:v>
                </c:pt>
                <c:pt idx="25164">
                  <c:v>89.22</c:v>
                </c:pt>
                <c:pt idx="25165">
                  <c:v>67.489999999999995</c:v>
                </c:pt>
                <c:pt idx="25166">
                  <c:v>41.48</c:v>
                </c:pt>
                <c:pt idx="25167">
                  <c:v>72.97</c:v>
                </c:pt>
                <c:pt idx="25168">
                  <c:v>91.97</c:v>
                </c:pt>
                <c:pt idx="25169">
                  <c:v>78.180000000000007</c:v>
                </c:pt>
                <c:pt idx="25170">
                  <c:v>85.98</c:v>
                </c:pt>
                <c:pt idx="25171">
                  <c:v>160.93</c:v>
                </c:pt>
                <c:pt idx="25172">
                  <c:v>183.92</c:v>
                </c:pt>
                <c:pt idx="25173">
                  <c:v>58.85</c:v>
                </c:pt>
                <c:pt idx="25174">
                  <c:v>137.94</c:v>
                </c:pt>
                <c:pt idx="25175">
                  <c:v>177.71</c:v>
                </c:pt>
                <c:pt idx="25176">
                  <c:v>62.44</c:v>
                </c:pt>
                <c:pt idx="25177">
                  <c:v>183.92</c:v>
                </c:pt>
                <c:pt idx="25178">
                  <c:v>133.94999999999999</c:v>
                </c:pt>
                <c:pt idx="25179">
                  <c:v>68.97</c:v>
                </c:pt>
                <c:pt idx="25180">
                  <c:v>59.97</c:v>
                </c:pt>
                <c:pt idx="25181">
                  <c:v>105.96</c:v>
                </c:pt>
                <c:pt idx="25182">
                  <c:v>183.92</c:v>
                </c:pt>
                <c:pt idx="25183">
                  <c:v>68.97</c:v>
                </c:pt>
                <c:pt idx="25184">
                  <c:v>27.99</c:v>
                </c:pt>
                <c:pt idx="25185">
                  <c:v>98.96</c:v>
                </c:pt>
                <c:pt idx="25186">
                  <c:v>137.94</c:v>
                </c:pt>
                <c:pt idx="25187">
                  <c:v>68.97</c:v>
                </c:pt>
                <c:pt idx="25188">
                  <c:v>183.92</c:v>
                </c:pt>
                <c:pt idx="25189">
                  <c:v>30.78</c:v>
                </c:pt>
                <c:pt idx="25190">
                  <c:v>183.92</c:v>
                </c:pt>
                <c:pt idx="25191">
                  <c:v>68.97</c:v>
                </c:pt>
                <c:pt idx="25192">
                  <c:v>83.96</c:v>
                </c:pt>
                <c:pt idx="25193">
                  <c:v>160.93</c:v>
                </c:pt>
                <c:pt idx="25194">
                  <c:v>-68.97</c:v>
                </c:pt>
                <c:pt idx="25195">
                  <c:v>68.97</c:v>
                </c:pt>
                <c:pt idx="25196">
                  <c:v>59.97</c:v>
                </c:pt>
                <c:pt idx="25197">
                  <c:v>114.95</c:v>
                </c:pt>
                <c:pt idx="25198">
                  <c:v>164.15</c:v>
                </c:pt>
                <c:pt idx="25199">
                  <c:v>41.49</c:v>
                </c:pt>
                <c:pt idx="25200">
                  <c:v>51.48</c:v>
                </c:pt>
                <c:pt idx="25201">
                  <c:v>54.98</c:v>
                </c:pt>
                <c:pt idx="25202">
                  <c:v>74.95</c:v>
                </c:pt>
                <c:pt idx="25203">
                  <c:v>89.19</c:v>
                </c:pt>
                <c:pt idx="25204">
                  <c:v>84.99</c:v>
                </c:pt>
                <c:pt idx="25205">
                  <c:v>70.16</c:v>
                </c:pt>
                <c:pt idx="25206">
                  <c:v>149.56</c:v>
                </c:pt>
                <c:pt idx="25207">
                  <c:v>72.239999999999995</c:v>
                </c:pt>
                <c:pt idx="25208">
                  <c:v>91.77</c:v>
                </c:pt>
                <c:pt idx="25209">
                  <c:v>112.96</c:v>
                </c:pt>
                <c:pt idx="25210">
                  <c:v>99.99</c:v>
                </c:pt>
                <c:pt idx="25211">
                  <c:v>146.97</c:v>
                </c:pt>
                <c:pt idx="25212">
                  <c:v>212.36</c:v>
                </c:pt>
                <c:pt idx="25213">
                  <c:v>131.97999999999999</c:v>
                </c:pt>
                <c:pt idx="25214">
                  <c:v>135.97</c:v>
                </c:pt>
                <c:pt idx="25215">
                  <c:v>197.97</c:v>
                </c:pt>
                <c:pt idx="25216">
                  <c:v>197.97</c:v>
                </c:pt>
                <c:pt idx="25217">
                  <c:v>131.97999999999999</c:v>
                </c:pt>
                <c:pt idx="25218">
                  <c:v>76.069999999999993</c:v>
                </c:pt>
                <c:pt idx="25219">
                  <c:v>163.96</c:v>
                </c:pt>
                <c:pt idx="25220">
                  <c:v>176.36</c:v>
                </c:pt>
                <c:pt idx="25221">
                  <c:v>-176.36</c:v>
                </c:pt>
                <c:pt idx="25222">
                  <c:v>56.97</c:v>
                </c:pt>
                <c:pt idx="25223">
                  <c:v>50.95</c:v>
                </c:pt>
                <c:pt idx="25224">
                  <c:v>75.959999999999994</c:v>
                </c:pt>
                <c:pt idx="25225">
                  <c:v>87.94</c:v>
                </c:pt>
                <c:pt idx="25226">
                  <c:v>163.74</c:v>
                </c:pt>
                <c:pt idx="25227">
                  <c:v>358.95</c:v>
                </c:pt>
                <c:pt idx="25228">
                  <c:v>352.32</c:v>
                </c:pt>
                <c:pt idx="25229">
                  <c:v>377.94</c:v>
                </c:pt>
                <c:pt idx="25230">
                  <c:v>399.95</c:v>
                </c:pt>
                <c:pt idx="25231">
                  <c:v>338.95</c:v>
                </c:pt>
                <c:pt idx="25232">
                  <c:v>339.96</c:v>
                </c:pt>
                <c:pt idx="25233">
                  <c:v>339.96</c:v>
                </c:pt>
                <c:pt idx="25234">
                  <c:v>164.97</c:v>
                </c:pt>
                <c:pt idx="25235">
                  <c:v>164.96</c:v>
                </c:pt>
                <c:pt idx="25236">
                  <c:v>89.98</c:v>
                </c:pt>
                <c:pt idx="25237">
                  <c:v>74.98</c:v>
                </c:pt>
                <c:pt idx="25238">
                  <c:v>42.88</c:v>
                </c:pt>
                <c:pt idx="25239">
                  <c:v>-55.97</c:v>
                </c:pt>
                <c:pt idx="25240">
                  <c:v>55.98</c:v>
                </c:pt>
                <c:pt idx="25241">
                  <c:v>55.97</c:v>
                </c:pt>
                <c:pt idx="25242">
                  <c:v>55.97</c:v>
                </c:pt>
                <c:pt idx="25243">
                  <c:v>75.98</c:v>
                </c:pt>
                <c:pt idx="25244">
                  <c:v>87.27</c:v>
                </c:pt>
                <c:pt idx="25245">
                  <c:v>180.21</c:v>
                </c:pt>
                <c:pt idx="25246">
                  <c:v>89.98</c:v>
                </c:pt>
                <c:pt idx="25247">
                  <c:v>177.05</c:v>
                </c:pt>
                <c:pt idx="25248">
                  <c:v>214.99</c:v>
                </c:pt>
                <c:pt idx="25249">
                  <c:v>180.39</c:v>
                </c:pt>
                <c:pt idx="25250">
                  <c:v>131.97999999999999</c:v>
                </c:pt>
                <c:pt idx="25251">
                  <c:v>65.989999999999995</c:v>
                </c:pt>
                <c:pt idx="25252">
                  <c:v>169.98</c:v>
                </c:pt>
                <c:pt idx="25253">
                  <c:v>121.98</c:v>
                </c:pt>
                <c:pt idx="25254">
                  <c:v>65.989999999999995</c:v>
                </c:pt>
                <c:pt idx="25255">
                  <c:v>169.98</c:v>
                </c:pt>
                <c:pt idx="25256">
                  <c:v>185.97</c:v>
                </c:pt>
                <c:pt idx="25257">
                  <c:v>19.989999999999998</c:v>
                </c:pt>
                <c:pt idx="25258">
                  <c:v>169.98</c:v>
                </c:pt>
                <c:pt idx="25259">
                  <c:v>355.89</c:v>
                </c:pt>
                <c:pt idx="25260">
                  <c:v>69.98</c:v>
                </c:pt>
                <c:pt idx="25261">
                  <c:v>170.55</c:v>
                </c:pt>
                <c:pt idx="25262">
                  <c:v>170.55</c:v>
                </c:pt>
                <c:pt idx="25263">
                  <c:v>99.96</c:v>
                </c:pt>
                <c:pt idx="25264">
                  <c:v>50.97</c:v>
                </c:pt>
                <c:pt idx="25265">
                  <c:v>61.98</c:v>
                </c:pt>
                <c:pt idx="25266">
                  <c:v>52.97</c:v>
                </c:pt>
                <c:pt idx="25267">
                  <c:v>79.98</c:v>
                </c:pt>
                <c:pt idx="25268">
                  <c:v>69.989999999999995</c:v>
                </c:pt>
                <c:pt idx="25269">
                  <c:v>93.96</c:v>
                </c:pt>
                <c:pt idx="25270">
                  <c:v>95.95</c:v>
                </c:pt>
                <c:pt idx="25271">
                  <c:v>69.95</c:v>
                </c:pt>
                <c:pt idx="25272">
                  <c:v>55.98</c:v>
                </c:pt>
                <c:pt idx="25273">
                  <c:v>106.96</c:v>
                </c:pt>
                <c:pt idx="25274">
                  <c:v>149.9</c:v>
                </c:pt>
                <c:pt idx="25275">
                  <c:v>169.98</c:v>
                </c:pt>
                <c:pt idx="25276">
                  <c:v>131.97999999999999</c:v>
                </c:pt>
                <c:pt idx="25277">
                  <c:v>129.30000000000001</c:v>
                </c:pt>
                <c:pt idx="25278">
                  <c:v>119.97</c:v>
                </c:pt>
                <c:pt idx="25279">
                  <c:v>167.34</c:v>
                </c:pt>
                <c:pt idx="25280">
                  <c:v>131.97999999999999</c:v>
                </c:pt>
                <c:pt idx="25281">
                  <c:v>169.98</c:v>
                </c:pt>
                <c:pt idx="25282">
                  <c:v>169.98</c:v>
                </c:pt>
                <c:pt idx="25283">
                  <c:v>63.98</c:v>
                </c:pt>
                <c:pt idx="25284">
                  <c:v>98.98</c:v>
                </c:pt>
                <c:pt idx="25285">
                  <c:v>103.98</c:v>
                </c:pt>
                <c:pt idx="25286">
                  <c:v>58.98</c:v>
                </c:pt>
                <c:pt idx="25287">
                  <c:v>90.78</c:v>
                </c:pt>
                <c:pt idx="25288">
                  <c:v>72.180000000000007</c:v>
                </c:pt>
                <c:pt idx="25289">
                  <c:v>179.89</c:v>
                </c:pt>
                <c:pt idx="25290">
                  <c:v>17.489999999999998</c:v>
                </c:pt>
                <c:pt idx="25291">
                  <c:v>108.47</c:v>
                </c:pt>
                <c:pt idx="25292">
                  <c:v>108.47</c:v>
                </c:pt>
                <c:pt idx="25293">
                  <c:v>108.47</c:v>
                </c:pt>
                <c:pt idx="25294">
                  <c:v>11.48</c:v>
                </c:pt>
                <c:pt idx="25295">
                  <c:v>11.48</c:v>
                </c:pt>
                <c:pt idx="25296">
                  <c:v>108.47</c:v>
                </c:pt>
                <c:pt idx="25297">
                  <c:v>17.489999999999998</c:v>
                </c:pt>
                <c:pt idx="25298">
                  <c:v>94.97</c:v>
                </c:pt>
                <c:pt idx="25299">
                  <c:v>79.989999999999995</c:v>
                </c:pt>
                <c:pt idx="25300">
                  <c:v>67.489999999999995</c:v>
                </c:pt>
                <c:pt idx="25301">
                  <c:v>69.290000000000006</c:v>
                </c:pt>
                <c:pt idx="25302">
                  <c:v>145.27000000000001</c:v>
                </c:pt>
                <c:pt idx="25303">
                  <c:v>79.819999999999993</c:v>
                </c:pt>
                <c:pt idx="25304">
                  <c:v>268.55</c:v>
                </c:pt>
                <c:pt idx="25305">
                  <c:v>260.86</c:v>
                </c:pt>
                <c:pt idx="25306">
                  <c:v>223.79</c:v>
                </c:pt>
                <c:pt idx="25307">
                  <c:v>272.18</c:v>
                </c:pt>
                <c:pt idx="25308">
                  <c:v>223.79</c:v>
                </c:pt>
                <c:pt idx="25309">
                  <c:v>249.66</c:v>
                </c:pt>
                <c:pt idx="25310">
                  <c:v>268.55</c:v>
                </c:pt>
                <c:pt idx="25311">
                  <c:v>316.94</c:v>
                </c:pt>
                <c:pt idx="25312">
                  <c:v>275.81</c:v>
                </c:pt>
                <c:pt idx="25313">
                  <c:v>223.79</c:v>
                </c:pt>
                <c:pt idx="25314">
                  <c:v>272.18</c:v>
                </c:pt>
                <c:pt idx="25315">
                  <c:v>61.98</c:v>
                </c:pt>
                <c:pt idx="25316">
                  <c:v>55.98</c:v>
                </c:pt>
                <c:pt idx="25317">
                  <c:v>47.58</c:v>
                </c:pt>
                <c:pt idx="25318">
                  <c:v>163.96</c:v>
                </c:pt>
                <c:pt idx="25319">
                  <c:v>56.96</c:v>
                </c:pt>
                <c:pt idx="25320">
                  <c:v>48.77</c:v>
                </c:pt>
                <c:pt idx="25321">
                  <c:v>50.97</c:v>
                </c:pt>
                <c:pt idx="25322">
                  <c:v>22.97</c:v>
                </c:pt>
                <c:pt idx="25323">
                  <c:v>61.48</c:v>
                </c:pt>
                <c:pt idx="25324">
                  <c:v>100.98</c:v>
                </c:pt>
                <c:pt idx="25325">
                  <c:v>45.87</c:v>
                </c:pt>
                <c:pt idx="25326">
                  <c:v>50.97</c:v>
                </c:pt>
                <c:pt idx="25327">
                  <c:v>95.13</c:v>
                </c:pt>
                <c:pt idx="25328">
                  <c:v>69.95</c:v>
                </c:pt>
                <c:pt idx="25329">
                  <c:v>169.38</c:v>
                </c:pt>
                <c:pt idx="25330">
                  <c:v>78.790000000000006</c:v>
                </c:pt>
                <c:pt idx="25331">
                  <c:v>64.27</c:v>
                </c:pt>
                <c:pt idx="25332">
                  <c:v>149.37</c:v>
                </c:pt>
                <c:pt idx="25333">
                  <c:v>229.47</c:v>
                </c:pt>
                <c:pt idx="25334">
                  <c:v>114.29</c:v>
                </c:pt>
                <c:pt idx="25335">
                  <c:v>105.73</c:v>
                </c:pt>
                <c:pt idx="25336">
                  <c:v>131.97999999999999</c:v>
                </c:pt>
                <c:pt idx="25337">
                  <c:v>151.94</c:v>
                </c:pt>
                <c:pt idx="25338">
                  <c:v>51.96</c:v>
                </c:pt>
                <c:pt idx="25339">
                  <c:v>79.989999999999995</c:v>
                </c:pt>
                <c:pt idx="25340">
                  <c:v>191.96</c:v>
                </c:pt>
                <c:pt idx="25341">
                  <c:v>59.98</c:v>
                </c:pt>
                <c:pt idx="25342">
                  <c:v>43.28</c:v>
                </c:pt>
                <c:pt idx="25343">
                  <c:v>59.98</c:v>
                </c:pt>
                <c:pt idx="25344">
                  <c:v>90.18</c:v>
                </c:pt>
                <c:pt idx="25345">
                  <c:v>71.98</c:v>
                </c:pt>
                <c:pt idx="25346">
                  <c:v>54.99</c:v>
                </c:pt>
                <c:pt idx="25347">
                  <c:v>54.99</c:v>
                </c:pt>
                <c:pt idx="25348">
                  <c:v>54.99</c:v>
                </c:pt>
                <c:pt idx="25349">
                  <c:v>164.97</c:v>
                </c:pt>
                <c:pt idx="25350">
                  <c:v>156.27000000000001</c:v>
                </c:pt>
                <c:pt idx="25351">
                  <c:v>59.98</c:v>
                </c:pt>
                <c:pt idx="25352">
                  <c:v>104.98</c:v>
                </c:pt>
                <c:pt idx="25353">
                  <c:v>164.95</c:v>
                </c:pt>
                <c:pt idx="25354">
                  <c:v>179</c:v>
                </c:pt>
                <c:pt idx="25355">
                  <c:v>25.28</c:v>
                </c:pt>
                <c:pt idx="25356">
                  <c:v>46.29</c:v>
                </c:pt>
                <c:pt idx="25357">
                  <c:v>46.29</c:v>
                </c:pt>
                <c:pt idx="25358">
                  <c:v>46.29</c:v>
                </c:pt>
                <c:pt idx="25359">
                  <c:v>219.97</c:v>
                </c:pt>
                <c:pt idx="25360">
                  <c:v>219.97</c:v>
                </c:pt>
                <c:pt idx="25361">
                  <c:v>219.97</c:v>
                </c:pt>
                <c:pt idx="25362">
                  <c:v>219.97</c:v>
                </c:pt>
                <c:pt idx="25363">
                  <c:v>146.16999999999999</c:v>
                </c:pt>
                <c:pt idx="25364">
                  <c:v>219.97</c:v>
                </c:pt>
                <c:pt idx="25365">
                  <c:v>171.97</c:v>
                </c:pt>
                <c:pt idx="25366">
                  <c:v>204.19</c:v>
                </c:pt>
                <c:pt idx="25367">
                  <c:v>59.96</c:v>
                </c:pt>
                <c:pt idx="25368">
                  <c:v>53.96</c:v>
                </c:pt>
                <c:pt idx="25369">
                  <c:v>85.98</c:v>
                </c:pt>
                <c:pt idx="25370">
                  <c:v>75.97</c:v>
                </c:pt>
                <c:pt idx="25371">
                  <c:v>54.98</c:v>
                </c:pt>
                <c:pt idx="25372">
                  <c:v>55.42</c:v>
                </c:pt>
                <c:pt idx="25373">
                  <c:v>54.42</c:v>
                </c:pt>
                <c:pt idx="25374">
                  <c:v>22.29</c:v>
                </c:pt>
                <c:pt idx="25375">
                  <c:v>22.29</c:v>
                </c:pt>
                <c:pt idx="25376">
                  <c:v>22.94</c:v>
                </c:pt>
                <c:pt idx="25377">
                  <c:v>27.18</c:v>
                </c:pt>
                <c:pt idx="25378">
                  <c:v>69.97</c:v>
                </c:pt>
                <c:pt idx="25379">
                  <c:v>91.96</c:v>
                </c:pt>
                <c:pt idx="25380">
                  <c:v>51.96</c:v>
                </c:pt>
                <c:pt idx="25381">
                  <c:v>55.96</c:v>
                </c:pt>
                <c:pt idx="25382">
                  <c:v>44.99</c:v>
                </c:pt>
                <c:pt idx="25383">
                  <c:v>59.97</c:v>
                </c:pt>
                <c:pt idx="25384">
                  <c:v>64.98</c:v>
                </c:pt>
                <c:pt idx="25385">
                  <c:v>254.97</c:v>
                </c:pt>
                <c:pt idx="25386">
                  <c:v>176.97</c:v>
                </c:pt>
                <c:pt idx="25387">
                  <c:v>188.17</c:v>
                </c:pt>
                <c:pt idx="25388">
                  <c:v>188.17</c:v>
                </c:pt>
                <c:pt idx="25389">
                  <c:v>274.95999999999998</c:v>
                </c:pt>
                <c:pt idx="25390">
                  <c:v>197.96</c:v>
                </c:pt>
                <c:pt idx="25391">
                  <c:v>254.97</c:v>
                </c:pt>
                <c:pt idx="25392">
                  <c:v>197.96</c:v>
                </c:pt>
                <c:pt idx="25393">
                  <c:v>197.97</c:v>
                </c:pt>
                <c:pt idx="25394">
                  <c:v>176.97</c:v>
                </c:pt>
                <c:pt idx="25395">
                  <c:v>274.95999999999998</c:v>
                </c:pt>
                <c:pt idx="25396">
                  <c:v>197.97</c:v>
                </c:pt>
                <c:pt idx="25397">
                  <c:v>169.98</c:v>
                </c:pt>
                <c:pt idx="25398">
                  <c:v>221.99</c:v>
                </c:pt>
                <c:pt idx="25399">
                  <c:v>221.99</c:v>
                </c:pt>
                <c:pt idx="25400">
                  <c:v>169.98</c:v>
                </c:pt>
                <c:pt idx="25401">
                  <c:v>71.959999999999994</c:v>
                </c:pt>
                <c:pt idx="25402">
                  <c:v>69.98</c:v>
                </c:pt>
                <c:pt idx="25403">
                  <c:v>28.38</c:v>
                </c:pt>
                <c:pt idx="25404">
                  <c:v>46.49</c:v>
                </c:pt>
                <c:pt idx="25405">
                  <c:v>84.3</c:v>
                </c:pt>
                <c:pt idx="25406">
                  <c:v>94.34</c:v>
                </c:pt>
                <c:pt idx="25407">
                  <c:v>34.28</c:v>
                </c:pt>
                <c:pt idx="25408">
                  <c:v>97.97</c:v>
                </c:pt>
                <c:pt idx="25409">
                  <c:v>64.98</c:v>
                </c:pt>
                <c:pt idx="25410">
                  <c:v>30.21</c:v>
                </c:pt>
                <c:pt idx="25411">
                  <c:v>66.53</c:v>
                </c:pt>
                <c:pt idx="25412">
                  <c:v>19.34</c:v>
                </c:pt>
                <c:pt idx="25413">
                  <c:v>1.8</c:v>
                </c:pt>
                <c:pt idx="25414">
                  <c:v>49.99</c:v>
                </c:pt>
                <c:pt idx="25415">
                  <c:v>121.98</c:v>
                </c:pt>
                <c:pt idx="25416">
                  <c:v>133.47999999999999</c:v>
                </c:pt>
                <c:pt idx="25417">
                  <c:v>84.98</c:v>
                </c:pt>
                <c:pt idx="25418">
                  <c:v>22.78</c:v>
                </c:pt>
                <c:pt idx="25419">
                  <c:v>47.91</c:v>
                </c:pt>
                <c:pt idx="25420">
                  <c:v>32.630000000000003</c:v>
                </c:pt>
                <c:pt idx="25421">
                  <c:v>32.630000000000003</c:v>
                </c:pt>
                <c:pt idx="25422">
                  <c:v>58.65</c:v>
                </c:pt>
                <c:pt idx="25423">
                  <c:v>84.99</c:v>
                </c:pt>
                <c:pt idx="25424">
                  <c:v>64.09</c:v>
                </c:pt>
                <c:pt idx="25425">
                  <c:v>59.97</c:v>
                </c:pt>
                <c:pt idx="25426">
                  <c:v>59.97</c:v>
                </c:pt>
                <c:pt idx="25427">
                  <c:v>59.39</c:v>
                </c:pt>
                <c:pt idx="25428">
                  <c:v>51.97</c:v>
                </c:pt>
                <c:pt idx="25429">
                  <c:v>49.98</c:v>
                </c:pt>
                <c:pt idx="25430">
                  <c:v>125.08</c:v>
                </c:pt>
                <c:pt idx="25431">
                  <c:v>43.54</c:v>
                </c:pt>
                <c:pt idx="25432">
                  <c:v>82.97</c:v>
                </c:pt>
                <c:pt idx="25433">
                  <c:v>163.96</c:v>
                </c:pt>
                <c:pt idx="25434">
                  <c:v>163.96</c:v>
                </c:pt>
                <c:pt idx="25435">
                  <c:v>29.48</c:v>
                </c:pt>
                <c:pt idx="25436">
                  <c:v>163.96</c:v>
                </c:pt>
                <c:pt idx="25437">
                  <c:v>124.97</c:v>
                </c:pt>
                <c:pt idx="25438">
                  <c:v>94.97</c:v>
                </c:pt>
                <c:pt idx="25439">
                  <c:v>149.97</c:v>
                </c:pt>
                <c:pt idx="25440">
                  <c:v>110.97</c:v>
                </c:pt>
                <c:pt idx="25441">
                  <c:v>129.97</c:v>
                </c:pt>
                <c:pt idx="25442">
                  <c:v>149.97</c:v>
                </c:pt>
                <c:pt idx="25443">
                  <c:v>149.97</c:v>
                </c:pt>
                <c:pt idx="25444">
                  <c:v>119.97</c:v>
                </c:pt>
                <c:pt idx="25445">
                  <c:v>119.97</c:v>
                </c:pt>
                <c:pt idx="25446">
                  <c:v>119.97</c:v>
                </c:pt>
                <c:pt idx="25447">
                  <c:v>147.94999999999999</c:v>
                </c:pt>
                <c:pt idx="25448">
                  <c:v>149.97</c:v>
                </c:pt>
                <c:pt idx="25449">
                  <c:v>62.16</c:v>
                </c:pt>
                <c:pt idx="25450">
                  <c:v>62.9</c:v>
                </c:pt>
                <c:pt idx="25451">
                  <c:v>33.840000000000003</c:v>
                </c:pt>
                <c:pt idx="25452">
                  <c:v>37.49</c:v>
                </c:pt>
                <c:pt idx="25453">
                  <c:v>63.98</c:v>
                </c:pt>
                <c:pt idx="25454">
                  <c:v>99.98</c:v>
                </c:pt>
                <c:pt idx="25455">
                  <c:v>104.98</c:v>
                </c:pt>
                <c:pt idx="25456">
                  <c:v>58.98</c:v>
                </c:pt>
                <c:pt idx="25457">
                  <c:v>144.81</c:v>
                </c:pt>
                <c:pt idx="25458">
                  <c:v>11.89</c:v>
                </c:pt>
                <c:pt idx="25459">
                  <c:v>19.88</c:v>
                </c:pt>
                <c:pt idx="25460">
                  <c:v>11.29</c:v>
                </c:pt>
                <c:pt idx="25461">
                  <c:v>93.95</c:v>
                </c:pt>
                <c:pt idx="25462">
                  <c:v>41.26</c:v>
                </c:pt>
                <c:pt idx="25463">
                  <c:v>194.92</c:v>
                </c:pt>
                <c:pt idx="25464">
                  <c:v>205.92</c:v>
                </c:pt>
                <c:pt idx="25465">
                  <c:v>59.95</c:v>
                </c:pt>
                <c:pt idx="25466">
                  <c:v>59.96</c:v>
                </c:pt>
                <c:pt idx="25467">
                  <c:v>92.46</c:v>
                </c:pt>
                <c:pt idx="25468">
                  <c:v>114.94</c:v>
                </c:pt>
                <c:pt idx="25469">
                  <c:v>206.93</c:v>
                </c:pt>
                <c:pt idx="25470">
                  <c:v>201.93</c:v>
                </c:pt>
                <c:pt idx="25471">
                  <c:v>84.96</c:v>
                </c:pt>
                <c:pt idx="25472">
                  <c:v>177.82</c:v>
                </c:pt>
                <c:pt idx="25473">
                  <c:v>177.82</c:v>
                </c:pt>
                <c:pt idx="25474">
                  <c:v>177.82</c:v>
                </c:pt>
                <c:pt idx="25475">
                  <c:v>68.930000000000007</c:v>
                </c:pt>
                <c:pt idx="25476">
                  <c:v>72.540000000000006</c:v>
                </c:pt>
                <c:pt idx="25477">
                  <c:v>105.22</c:v>
                </c:pt>
                <c:pt idx="25478">
                  <c:v>60.98</c:v>
                </c:pt>
                <c:pt idx="25479">
                  <c:v>99.98</c:v>
                </c:pt>
                <c:pt idx="25480">
                  <c:v>160.94999999999999</c:v>
                </c:pt>
                <c:pt idx="25481">
                  <c:v>68.989999999999995</c:v>
                </c:pt>
                <c:pt idx="25482">
                  <c:v>153.22999999999999</c:v>
                </c:pt>
                <c:pt idx="25483">
                  <c:v>117.32</c:v>
                </c:pt>
                <c:pt idx="25484">
                  <c:v>128.65</c:v>
                </c:pt>
                <c:pt idx="25485">
                  <c:v>365.35</c:v>
                </c:pt>
                <c:pt idx="25486">
                  <c:v>159.69999999999999</c:v>
                </c:pt>
                <c:pt idx="25487">
                  <c:v>195.97</c:v>
                </c:pt>
                <c:pt idx="25488">
                  <c:v>62.98</c:v>
                </c:pt>
                <c:pt idx="25489">
                  <c:v>97.97</c:v>
                </c:pt>
                <c:pt idx="25490">
                  <c:v>56.97</c:v>
                </c:pt>
                <c:pt idx="25491">
                  <c:v>103.92</c:v>
                </c:pt>
                <c:pt idx="25492">
                  <c:v>160.86000000000001</c:v>
                </c:pt>
                <c:pt idx="25493">
                  <c:v>143.25</c:v>
                </c:pt>
                <c:pt idx="25494">
                  <c:v>54.99</c:v>
                </c:pt>
                <c:pt idx="25495">
                  <c:v>109.98</c:v>
                </c:pt>
                <c:pt idx="25496">
                  <c:v>151.94999999999999</c:v>
                </c:pt>
                <c:pt idx="25497">
                  <c:v>179.94</c:v>
                </c:pt>
                <c:pt idx="25498">
                  <c:v>83.96</c:v>
                </c:pt>
                <c:pt idx="25499">
                  <c:v>65.989999999999995</c:v>
                </c:pt>
                <c:pt idx="25500">
                  <c:v>139.28</c:v>
                </c:pt>
                <c:pt idx="25501">
                  <c:v>83.65</c:v>
                </c:pt>
                <c:pt idx="25502">
                  <c:v>179.94</c:v>
                </c:pt>
                <c:pt idx="25503">
                  <c:v>179.94</c:v>
                </c:pt>
                <c:pt idx="25504">
                  <c:v>119.96</c:v>
                </c:pt>
                <c:pt idx="25505">
                  <c:v>95.94</c:v>
                </c:pt>
                <c:pt idx="25506">
                  <c:v>79.95</c:v>
                </c:pt>
                <c:pt idx="25507">
                  <c:v>27.48</c:v>
                </c:pt>
                <c:pt idx="25508">
                  <c:v>51.96</c:v>
                </c:pt>
                <c:pt idx="25509">
                  <c:v>27.48</c:v>
                </c:pt>
                <c:pt idx="25510">
                  <c:v>24.33</c:v>
                </c:pt>
                <c:pt idx="25511">
                  <c:v>55.96</c:v>
                </c:pt>
                <c:pt idx="25512">
                  <c:v>55.96</c:v>
                </c:pt>
                <c:pt idx="25513">
                  <c:v>55.96</c:v>
                </c:pt>
                <c:pt idx="25514">
                  <c:v>99.98</c:v>
                </c:pt>
                <c:pt idx="25515">
                  <c:v>75.87</c:v>
                </c:pt>
                <c:pt idx="25516">
                  <c:v>1.3</c:v>
                </c:pt>
                <c:pt idx="25517">
                  <c:v>79.959999999999994</c:v>
                </c:pt>
                <c:pt idx="25518">
                  <c:v>80.97</c:v>
                </c:pt>
                <c:pt idx="25519">
                  <c:v>159.96</c:v>
                </c:pt>
                <c:pt idx="25520">
                  <c:v>366.91</c:v>
                </c:pt>
                <c:pt idx="25521">
                  <c:v>254.95</c:v>
                </c:pt>
                <c:pt idx="25522">
                  <c:v>214.95</c:v>
                </c:pt>
                <c:pt idx="25523">
                  <c:v>-45.72</c:v>
                </c:pt>
                <c:pt idx="25524">
                  <c:v>116.07</c:v>
                </c:pt>
                <c:pt idx="25525">
                  <c:v>45.72</c:v>
                </c:pt>
                <c:pt idx="25526">
                  <c:v>103.96</c:v>
                </c:pt>
                <c:pt idx="25527">
                  <c:v>151.96</c:v>
                </c:pt>
                <c:pt idx="25528">
                  <c:v>199.96</c:v>
                </c:pt>
                <c:pt idx="25529">
                  <c:v>159.96</c:v>
                </c:pt>
                <c:pt idx="25530">
                  <c:v>149.97</c:v>
                </c:pt>
                <c:pt idx="25531">
                  <c:v>153.54</c:v>
                </c:pt>
                <c:pt idx="25532">
                  <c:v>159.96</c:v>
                </c:pt>
                <c:pt idx="25533">
                  <c:v>143.86000000000001</c:v>
                </c:pt>
                <c:pt idx="25534">
                  <c:v>229.94</c:v>
                </c:pt>
                <c:pt idx="25535">
                  <c:v>199.96</c:v>
                </c:pt>
                <c:pt idx="25536">
                  <c:v>52.97</c:v>
                </c:pt>
                <c:pt idx="25537">
                  <c:v>50.98</c:v>
                </c:pt>
                <c:pt idx="25538">
                  <c:v>51.98</c:v>
                </c:pt>
                <c:pt idx="25539">
                  <c:v>159.97999999999999</c:v>
                </c:pt>
                <c:pt idx="25540">
                  <c:v>131.97999999999999</c:v>
                </c:pt>
                <c:pt idx="25541">
                  <c:v>57.18</c:v>
                </c:pt>
                <c:pt idx="25542">
                  <c:v>85.47</c:v>
                </c:pt>
                <c:pt idx="25543">
                  <c:v>57.18</c:v>
                </c:pt>
                <c:pt idx="25544">
                  <c:v>39.53</c:v>
                </c:pt>
                <c:pt idx="25545">
                  <c:v>85.17</c:v>
                </c:pt>
                <c:pt idx="25546">
                  <c:v>89.17</c:v>
                </c:pt>
                <c:pt idx="25547">
                  <c:v>113.16</c:v>
                </c:pt>
                <c:pt idx="25548">
                  <c:v>83.97</c:v>
                </c:pt>
                <c:pt idx="25549">
                  <c:v>85.17</c:v>
                </c:pt>
                <c:pt idx="25550">
                  <c:v>77.67</c:v>
                </c:pt>
                <c:pt idx="25551">
                  <c:v>65.180000000000007</c:v>
                </c:pt>
                <c:pt idx="25552">
                  <c:v>57.18</c:v>
                </c:pt>
                <c:pt idx="25553">
                  <c:v>111.96</c:v>
                </c:pt>
                <c:pt idx="25554">
                  <c:v>85.17</c:v>
                </c:pt>
                <c:pt idx="25555">
                  <c:v>86.61</c:v>
                </c:pt>
                <c:pt idx="25556">
                  <c:v>96.47</c:v>
                </c:pt>
                <c:pt idx="25557">
                  <c:v>27.24</c:v>
                </c:pt>
                <c:pt idx="25558">
                  <c:v>59.98</c:v>
                </c:pt>
                <c:pt idx="25559">
                  <c:v>59.98</c:v>
                </c:pt>
                <c:pt idx="25560">
                  <c:v>59.98</c:v>
                </c:pt>
                <c:pt idx="25561">
                  <c:v>59.98</c:v>
                </c:pt>
                <c:pt idx="25562">
                  <c:v>31.49</c:v>
                </c:pt>
                <c:pt idx="25563">
                  <c:v>79.989999999999995</c:v>
                </c:pt>
                <c:pt idx="25564">
                  <c:v>159.97999999999999</c:v>
                </c:pt>
                <c:pt idx="25565">
                  <c:v>31.49</c:v>
                </c:pt>
                <c:pt idx="25566">
                  <c:v>31.49</c:v>
                </c:pt>
                <c:pt idx="25567">
                  <c:v>31.49</c:v>
                </c:pt>
                <c:pt idx="25568">
                  <c:v>59.98</c:v>
                </c:pt>
                <c:pt idx="25569">
                  <c:v>31.49</c:v>
                </c:pt>
                <c:pt idx="25570">
                  <c:v>59.98</c:v>
                </c:pt>
                <c:pt idx="25571">
                  <c:v>59.98</c:v>
                </c:pt>
                <c:pt idx="25572">
                  <c:v>59.98</c:v>
                </c:pt>
                <c:pt idx="25573">
                  <c:v>89.97</c:v>
                </c:pt>
                <c:pt idx="25574">
                  <c:v>61.48</c:v>
                </c:pt>
                <c:pt idx="25575">
                  <c:v>59.98</c:v>
                </c:pt>
                <c:pt idx="25576">
                  <c:v>99.96</c:v>
                </c:pt>
                <c:pt idx="25577">
                  <c:v>159.97999999999999</c:v>
                </c:pt>
                <c:pt idx="25578">
                  <c:v>159.97999999999999</c:v>
                </c:pt>
                <c:pt idx="25579">
                  <c:v>84.99</c:v>
                </c:pt>
                <c:pt idx="25580">
                  <c:v>79.98</c:v>
                </c:pt>
                <c:pt idx="25581">
                  <c:v>79.98</c:v>
                </c:pt>
                <c:pt idx="25582">
                  <c:v>84.99</c:v>
                </c:pt>
                <c:pt idx="25583">
                  <c:v>77.34</c:v>
                </c:pt>
                <c:pt idx="25584">
                  <c:v>84.99</c:v>
                </c:pt>
                <c:pt idx="25585">
                  <c:v>84.99</c:v>
                </c:pt>
                <c:pt idx="25586">
                  <c:v>79.98</c:v>
                </c:pt>
                <c:pt idx="25587">
                  <c:v>84.99</c:v>
                </c:pt>
                <c:pt idx="25588">
                  <c:v>84.99</c:v>
                </c:pt>
                <c:pt idx="25589">
                  <c:v>84.99</c:v>
                </c:pt>
                <c:pt idx="25590">
                  <c:v>79.98</c:v>
                </c:pt>
                <c:pt idx="25591">
                  <c:v>74.540000000000006</c:v>
                </c:pt>
                <c:pt idx="25592">
                  <c:v>84.99</c:v>
                </c:pt>
                <c:pt idx="25593">
                  <c:v>84.99</c:v>
                </c:pt>
                <c:pt idx="25594">
                  <c:v>84.99</c:v>
                </c:pt>
                <c:pt idx="25595">
                  <c:v>84.99</c:v>
                </c:pt>
                <c:pt idx="25596">
                  <c:v>84.99</c:v>
                </c:pt>
                <c:pt idx="25597">
                  <c:v>38.35</c:v>
                </c:pt>
                <c:pt idx="25598">
                  <c:v>76.489999999999995</c:v>
                </c:pt>
                <c:pt idx="25599">
                  <c:v>84.99</c:v>
                </c:pt>
                <c:pt idx="25600">
                  <c:v>84.99</c:v>
                </c:pt>
                <c:pt idx="25601">
                  <c:v>84.99</c:v>
                </c:pt>
                <c:pt idx="25602">
                  <c:v>84.99</c:v>
                </c:pt>
                <c:pt idx="25603">
                  <c:v>79.98</c:v>
                </c:pt>
                <c:pt idx="25604">
                  <c:v>68.989999999999995</c:v>
                </c:pt>
                <c:pt idx="25605">
                  <c:v>79.989999999999995</c:v>
                </c:pt>
                <c:pt idx="25606">
                  <c:v>59.98</c:v>
                </c:pt>
                <c:pt idx="25607">
                  <c:v>99.96</c:v>
                </c:pt>
                <c:pt idx="25608">
                  <c:v>90.97</c:v>
                </c:pt>
                <c:pt idx="25609">
                  <c:v>68.959999999999994</c:v>
                </c:pt>
                <c:pt idx="25610">
                  <c:v>79.98</c:v>
                </c:pt>
                <c:pt idx="25611">
                  <c:v>79.98</c:v>
                </c:pt>
                <c:pt idx="25612">
                  <c:v>15.49</c:v>
                </c:pt>
                <c:pt idx="25613">
                  <c:v>89.97</c:v>
                </c:pt>
                <c:pt idx="25614">
                  <c:v>37.479999999999997</c:v>
                </c:pt>
                <c:pt idx="25615">
                  <c:v>84.99</c:v>
                </c:pt>
                <c:pt idx="25616">
                  <c:v>36.49</c:v>
                </c:pt>
                <c:pt idx="25617">
                  <c:v>21.49</c:v>
                </c:pt>
                <c:pt idx="25618">
                  <c:v>53.98</c:v>
                </c:pt>
                <c:pt idx="25619">
                  <c:v>157.38</c:v>
                </c:pt>
                <c:pt idx="25620">
                  <c:v>159.97999999999999</c:v>
                </c:pt>
                <c:pt idx="25621">
                  <c:v>159.97999999999999</c:v>
                </c:pt>
                <c:pt idx="25622">
                  <c:v>159.97999999999999</c:v>
                </c:pt>
                <c:pt idx="25623">
                  <c:v>103.68</c:v>
                </c:pt>
                <c:pt idx="25624">
                  <c:v>121.98</c:v>
                </c:pt>
                <c:pt idx="25625">
                  <c:v>96.32</c:v>
                </c:pt>
                <c:pt idx="25626">
                  <c:v>111.98</c:v>
                </c:pt>
                <c:pt idx="25627">
                  <c:v>106.86</c:v>
                </c:pt>
                <c:pt idx="25628">
                  <c:v>59.95</c:v>
                </c:pt>
                <c:pt idx="25629">
                  <c:v>99.98</c:v>
                </c:pt>
                <c:pt idx="25630">
                  <c:v>31.49</c:v>
                </c:pt>
                <c:pt idx="25631">
                  <c:v>59.98</c:v>
                </c:pt>
                <c:pt idx="25632">
                  <c:v>59.98</c:v>
                </c:pt>
                <c:pt idx="25633">
                  <c:v>59.98</c:v>
                </c:pt>
                <c:pt idx="25634">
                  <c:v>58.98</c:v>
                </c:pt>
                <c:pt idx="25635">
                  <c:v>58.98</c:v>
                </c:pt>
                <c:pt idx="25636">
                  <c:v>28.23</c:v>
                </c:pt>
                <c:pt idx="25637">
                  <c:v>28.23</c:v>
                </c:pt>
                <c:pt idx="25638">
                  <c:v>59.98</c:v>
                </c:pt>
                <c:pt idx="25639">
                  <c:v>162.71</c:v>
                </c:pt>
                <c:pt idx="25640">
                  <c:v>159.9</c:v>
                </c:pt>
                <c:pt idx="25641">
                  <c:v>39.479999999999997</c:v>
                </c:pt>
                <c:pt idx="25642">
                  <c:v>57.96</c:v>
                </c:pt>
                <c:pt idx="25643">
                  <c:v>53.96</c:v>
                </c:pt>
                <c:pt idx="25644">
                  <c:v>31.48</c:v>
                </c:pt>
                <c:pt idx="25645">
                  <c:v>31.48</c:v>
                </c:pt>
                <c:pt idx="25646">
                  <c:v>31.48</c:v>
                </c:pt>
                <c:pt idx="25647">
                  <c:v>31.48</c:v>
                </c:pt>
                <c:pt idx="25648">
                  <c:v>62.57</c:v>
                </c:pt>
                <c:pt idx="25649">
                  <c:v>155.97999999999999</c:v>
                </c:pt>
                <c:pt idx="25650">
                  <c:v>152.97</c:v>
                </c:pt>
                <c:pt idx="25651">
                  <c:v>283.95999999999998</c:v>
                </c:pt>
                <c:pt idx="25652">
                  <c:v>58.97</c:v>
                </c:pt>
                <c:pt idx="25653">
                  <c:v>58.97</c:v>
                </c:pt>
                <c:pt idx="25654">
                  <c:v>51.98</c:v>
                </c:pt>
                <c:pt idx="25655">
                  <c:v>83.1</c:v>
                </c:pt>
                <c:pt idx="25656">
                  <c:v>283.95999999999998</c:v>
                </c:pt>
                <c:pt idx="25657">
                  <c:v>92.79</c:v>
                </c:pt>
                <c:pt idx="25658">
                  <c:v>92.79</c:v>
                </c:pt>
                <c:pt idx="25659">
                  <c:v>152.97</c:v>
                </c:pt>
                <c:pt idx="25660">
                  <c:v>51.98</c:v>
                </c:pt>
                <c:pt idx="25661">
                  <c:v>59.38</c:v>
                </c:pt>
                <c:pt idx="25662">
                  <c:v>68.989999999999995</c:v>
                </c:pt>
                <c:pt idx="25663">
                  <c:v>84.99</c:v>
                </c:pt>
                <c:pt idx="25664">
                  <c:v>55.98</c:v>
                </c:pt>
                <c:pt idx="25665">
                  <c:v>68.989999999999995</c:v>
                </c:pt>
                <c:pt idx="25666">
                  <c:v>55.98</c:v>
                </c:pt>
                <c:pt idx="25667">
                  <c:v>68.989999999999995</c:v>
                </c:pt>
                <c:pt idx="25668">
                  <c:v>68.989999999999995</c:v>
                </c:pt>
                <c:pt idx="25669">
                  <c:v>84.99</c:v>
                </c:pt>
                <c:pt idx="25670">
                  <c:v>159.97999999999999</c:v>
                </c:pt>
                <c:pt idx="25671">
                  <c:v>65.510000000000005</c:v>
                </c:pt>
                <c:pt idx="25672">
                  <c:v>159.97999999999999</c:v>
                </c:pt>
                <c:pt idx="25673">
                  <c:v>75.09</c:v>
                </c:pt>
                <c:pt idx="25674">
                  <c:v>75.09</c:v>
                </c:pt>
                <c:pt idx="25675">
                  <c:v>71.13</c:v>
                </c:pt>
                <c:pt idx="25676">
                  <c:v>71.98</c:v>
                </c:pt>
                <c:pt idx="25677">
                  <c:v>71.13</c:v>
                </c:pt>
                <c:pt idx="25678">
                  <c:v>71.98</c:v>
                </c:pt>
                <c:pt idx="25679">
                  <c:v>65.510000000000005</c:v>
                </c:pt>
                <c:pt idx="25680">
                  <c:v>59.38</c:v>
                </c:pt>
                <c:pt idx="25681">
                  <c:v>83.1</c:v>
                </c:pt>
                <c:pt idx="25682">
                  <c:v>65.98</c:v>
                </c:pt>
                <c:pt idx="25683">
                  <c:v>65.98</c:v>
                </c:pt>
                <c:pt idx="25684">
                  <c:v>69.98</c:v>
                </c:pt>
                <c:pt idx="25685">
                  <c:v>104.97</c:v>
                </c:pt>
                <c:pt idx="25686">
                  <c:v>165.45</c:v>
                </c:pt>
                <c:pt idx="25687">
                  <c:v>162.44</c:v>
                </c:pt>
                <c:pt idx="25688">
                  <c:v>100.96</c:v>
                </c:pt>
                <c:pt idx="25689">
                  <c:v>93.94</c:v>
                </c:pt>
                <c:pt idx="25690">
                  <c:v>68.36</c:v>
                </c:pt>
                <c:pt idx="25691">
                  <c:v>59.47</c:v>
                </c:pt>
                <c:pt idx="25692">
                  <c:v>99.98</c:v>
                </c:pt>
                <c:pt idx="25693">
                  <c:v>150.94999999999999</c:v>
                </c:pt>
                <c:pt idx="25694">
                  <c:v>424.95</c:v>
                </c:pt>
                <c:pt idx="25695">
                  <c:v>263.95999999999998</c:v>
                </c:pt>
                <c:pt idx="25696">
                  <c:v>218.94</c:v>
                </c:pt>
                <c:pt idx="25697">
                  <c:v>158.07</c:v>
                </c:pt>
                <c:pt idx="25698">
                  <c:v>349.92</c:v>
                </c:pt>
                <c:pt idx="25699">
                  <c:v>355.95</c:v>
                </c:pt>
                <c:pt idx="25700">
                  <c:v>328.91</c:v>
                </c:pt>
                <c:pt idx="25701">
                  <c:v>116.97</c:v>
                </c:pt>
                <c:pt idx="25702">
                  <c:v>41.19</c:v>
                </c:pt>
                <c:pt idx="25703">
                  <c:v>161.97</c:v>
                </c:pt>
                <c:pt idx="25704">
                  <c:v>76.97</c:v>
                </c:pt>
                <c:pt idx="25705">
                  <c:v>84.99</c:v>
                </c:pt>
                <c:pt idx="25706">
                  <c:v>89.94</c:v>
                </c:pt>
                <c:pt idx="25707">
                  <c:v>69.989999999999995</c:v>
                </c:pt>
                <c:pt idx="25708">
                  <c:v>141.66</c:v>
                </c:pt>
                <c:pt idx="25709">
                  <c:v>136.93</c:v>
                </c:pt>
                <c:pt idx="25710">
                  <c:v>257.36</c:v>
                </c:pt>
                <c:pt idx="25711">
                  <c:v>183.96</c:v>
                </c:pt>
                <c:pt idx="25712">
                  <c:v>131.97999999999999</c:v>
                </c:pt>
                <c:pt idx="25713">
                  <c:v>259.48</c:v>
                </c:pt>
                <c:pt idx="25714">
                  <c:v>161.94999999999999</c:v>
                </c:pt>
                <c:pt idx="25715">
                  <c:v>53.97</c:v>
                </c:pt>
                <c:pt idx="25716">
                  <c:v>161.91</c:v>
                </c:pt>
                <c:pt idx="25717">
                  <c:v>161.84</c:v>
                </c:pt>
                <c:pt idx="25718">
                  <c:v>158.96</c:v>
                </c:pt>
                <c:pt idx="25719">
                  <c:v>81.98</c:v>
                </c:pt>
                <c:pt idx="25720">
                  <c:v>76.98</c:v>
                </c:pt>
                <c:pt idx="25721">
                  <c:v>158.93</c:v>
                </c:pt>
                <c:pt idx="25722">
                  <c:v>79.98</c:v>
                </c:pt>
                <c:pt idx="25723">
                  <c:v>65.69</c:v>
                </c:pt>
                <c:pt idx="25724">
                  <c:v>123.77</c:v>
                </c:pt>
                <c:pt idx="25725">
                  <c:v>78.78</c:v>
                </c:pt>
                <c:pt idx="25726">
                  <c:v>320.24</c:v>
                </c:pt>
                <c:pt idx="25727">
                  <c:v>272.19</c:v>
                </c:pt>
                <c:pt idx="25728">
                  <c:v>57.78</c:v>
                </c:pt>
                <c:pt idx="25729">
                  <c:v>30.83</c:v>
                </c:pt>
                <c:pt idx="25730">
                  <c:v>79.319999999999993</c:v>
                </c:pt>
                <c:pt idx="25731">
                  <c:v>64.78</c:v>
                </c:pt>
                <c:pt idx="25732">
                  <c:v>74.709999999999994</c:v>
                </c:pt>
                <c:pt idx="25733">
                  <c:v>75.22</c:v>
                </c:pt>
                <c:pt idx="25734">
                  <c:v>118.25</c:v>
                </c:pt>
                <c:pt idx="25735">
                  <c:v>50.87</c:v>
                </c:pt>
                <c:pt idx="25736">
                  <c:v>50.97</c:v>
                </c:pt>
                <c:pt idx="25737">
                  <c:v>51.98</c:v>
                </c:pt>
                <c:pt idx="25738">
                  <c:v>55.98</c:v>
                </c:pt>
                <c:pt idx="25739">
                  <c:v>175.41</c:v>
                </c:pt>
                <c:pt idx="25740">
                  <c:v>78.63</c:v>
                </c:pt>
                <c:pt idx="25741">
                  <c:v>96.78</c:v>
                </c:pt>
                <c:pt idx="25742">
                  <c:v>50.97</c:v>
                </c:pt>
                <c:pt idx="25743">
                  <c:v>50.97</c:v>
                </c:pt>
                <c:pt idx="25744">
                  <c:v>71.989999999999995</c:v>
                </c:pt>
                <c:pt idx="25745">
                  <c:v>57.98</c:v>
                </c:pt>
                <c:pt idx="25746">
                  <c:v>53.76</c:v>
                </c:pt>
                <c:pt idx="25747">
                  <c:v>49.86</c:v>
                </c:pt>
                <c:pt idx="25748">
                  <c:v>39.99</c:v>
                </c:pt>
                <c:pt idx="25749">
                  <c:v>95.38</c:v>
                </c:pt>
                <c:pt idx="25750">
                  <c:v>105.98</c:v>
                </c:pt>
                <c:pt idx="25751">
                  <c:v>169.98</c:v>
                </c:pt>
                <c:pt idx="25752">
                  <c:v>105.98</c:v>
                </c:pt>
                <c:pt idx="25753">
                  <c:v>124.97</c:v>
                </c:pt>
                <c:pt idx="25754">
                  <c:v>105.98</c:v>
                </c:pt>
                <c:pt idx="25755">
                  <c:v>153.97</c:v>
                </c:pt>
                <c:pt idx="25756">
                  <c:v>105.98</c:v>
                </c:pt>
                <c:pt idx="25757">
                  <c:v>89.98</c:v>
                </c:pt>
                <c:pt idx="25758">
                  <c:v>134.97999999999999</c:v>
                </c:pt>
                <c:pt idx="25759">
                  <c:v>105.98</c:v>
                </c:pt>
                <c:pt idx="25760">
                  <c:v>188.97</c:v>
                </c:pt>
                <c:pt idx="25761">
                  <c:v>169.98</c:v>
                </c:pt>
                <c:pt idx="25762">
                  <c:v>105.98</c:v>
                </c:pt>
                <c:pt idx="25763">
                  <c:v>134.97999999999999</c:v>
                </c:pt>
                <c:pt idx="25764">
                  <c:v>91.97</c:v>
                </c:pt>
                <c:pt idx="25765">
                  <c:v>68.17</c:v>
                </c:pt>
                <c:pt idx="25766">
                  <c:v>51.96</c:v>
                </c:pt>
                <c:pt idx="25767">
                  <c:v>49.28</c:v>
                </c:pt>
                <c:pt idx="25768">
                  <c:v>110.86</c:v>
                </c:pt>
                <c:pt idx="25769">
                  <c:v>89.98</c:v>
                </c:pt>
                <c:pt idx="25770">
                  <c:v>159.96</c:v>
                </c:pt>
                <c:pt idx="25771">
                  <c:v>24.18</c:v>
                </c:pt>
                <c:pt idx="25772">
                  <c:v>65.319999999999993</c:v>
                </c:pt>
                <c:pt idx="25773">
                  <c:v>46.49</c:v>
                </c:pt>
                <c:pt idx="25774">
                  <c:v>67.98</c:v>
                </c:pt>
                <c:pt idx="25775">
                  <c:v>52.24</c:v>
                </c:pt>
                <c:pt idx="25776">
                  <c:v>93.58</c:v>
                </c:pt>
                <c:pt idx="25777">
                  <c:v>158.47</c:v>
                </c:pt>
                <c:pt idx="25778">
                  <c:v>158.47</c:v>
                </c:pt>
                <c:pt idx="25779">
                  <c:v>46.49</c:v>
                </c:pt>
                <c:pt idx="25780">
                  <c:v>40.229999999999997</c:v>
                </c:pt>
                <c:pt idx="25781">
                  <c:v>72.959999999999994</c:v>
                </c:pt>
                <c:pt idx="25782">
                  <c:v>85.46</c:v>
                </c:pt>
                <c:pt idx="25783">
                  <c:v>13.27</c:v>
                </c:pt>
                <c:pt idx="25784">
                  <c:v>58.97</c:v>
                </c:pt>
                <c:pt idx="25785">
                  <c:v>50.38</c:v>
                </c:pt>
                <c:pt idx="25786">
                  <c:v>50.38</c:v>
                </c:pt>
                <c:pt idx="25787">
                  <c:v>67.72</c:v>
                </c:pt>
                <c:pt idx="25788">
                  <c:v>159.69999999999999</c:v>
                </c:pt>
                <c:pt idx="25789">
                  <c:v>147.6</c:v>
                </c:pt>
                <c:pt idx="25790">
                  <c:v>99.2</c:v>
                </c:pt>
                <c:pt idx="25791">
                  <c:v>79.849999999999994</c:v>
                </c:pt>
                <c:pt idx="25792">
                  <c:v>165.9</c:v>
                </c:pt>
                <c:pt idx="25793">
                  <c:v>79.849999999999994</c:v>
                </c:pt>
                <c:pt idx="25794">
                  <c:v>99.2</c:v>
                </c:pt>
                <c:pt idx="25795">
                  <c:v>79.849999999999994</c:v>
                </c:pt>
                <c:pt idx="25796">
                  <c:v>159.69999999999999</c:v>
                </c:pt>
                <c:pt idx="25797">
                  <c:v>67.72</c:v>
                </c:pt>
                <c:pt idx="25798">
                  <c:v>79.849999999999994</c:v>
                </c:pt>
                <c:pt idx="25799">
                  <c:v>159.69999999999999</c:v>
                </c:pt>
                <c:pt idx="25800">
                  <c:v>159.69999999999999</c:v>
                </c:pt>
                <c:pt idx="25801">
                  <c:v>79.849999999999994</c:v>
                </c:pt>
                <c:pt idx="25802">
                  <c:v>159.69999999999999</c:v>
                </c:pt>
                <c:pt idx="25803">
                  <c:v>159.69999999999999</c:v>
                </c:pt>
                <c:pt idx="25804">
                  <c:v>395.94</c:v>
                </c:pt>
                <c:pt idx="25805">
                  <c:v>395.94</c:v>
                </c:pt>
                <c:pt idx="25806">
                  <c:v>370.94</c:v>
                </c:pt>
                <c:pt idx="25807">
                  <c:v>370.94</c:v>
                </c:pt>
                <c:pt idx="25808">
                  <c:v>79.849999999999994</c:v>
                </c:pt>
                <c:pt idx="25809">
                  <c:v>79.849999999999994</c:v>
                </c:pt>
                <c:pt idx="25810">
                  <c:v>165.9</c:v>
                </c:pt>
                <c:pt idx="25811">
                  <c:v>79.849999999999994</c:v>
                </c:pt>
                <c:pt idx="25812">
                  <c:v>395.94</c:v>
                </c:pt>
                <c:pt idx="25813">
                  <c:v>147.6</c:v>
                </c:pt>
                <c:pt idx="25814">
                  <c:v>304.95</c:v>
                </c:pt>
                <c:pt idx="25815">
                  <c:v>395.94</c:v>
                </c:pt>
                <c:pt idx="25816">
                  <c:v>304.95</c:v>
                </c:pt>
                <c:pt idx="25817">
                  <c:v>45.96</c:v>
                </c:pt>
                <c:pt idx="25818">
                  <c:v>62.9</c:v>
                </c:pt>
                <c:pt idx="25819">
                  <c:v>42.08</c:v>
                </c:pt>
                <c:pt idx="25820">
                  <c:v>84.98</c:v>
                </c:pt>
                <c:pt idx="25821">
                  <c:v>76.069999999999993</c:v>
                </c:pt>
                <c:pt idx="25822">
                  <c:v>79.98</c:v>
                </c:pt>
                <c:pt idx="25823">
                  <c:v>59.98</c:v>
                </c:pt>
                <c:pt idx="25824">
                  <c:v>100.96</c:v>
                </c:pt>
                <c:pt idx="25825">
                  <c:v>96.97</c:v>
                </c:pt>
                <c:pt idx="25826">
                  <c:v>63.96</c:v>
                </c:pt>
                <c:pt idx="25827">
                  <c:v>84.99</c:v>
                </c:pt>
                <c:pt idx="25828">
                  <c:v>120.56</c:v>
                </c:pt>
                <c:pt idx="25829">
                  <c:v>84.99</c:v>
                </c:pt>
                <c:pt idx="25830">
                  <c:v>84.99</c:v>
                </c:pt>
                <c:pt idx="25831">
                  <c:v>104.98</c:v>
                </c:pt>
                <c:pt idx="25832">
                  <c:v>79.319999999999993</c:v>
                </c:pt>
                <c:pt idx="25833">
                  <c:v>-63.53</c:v>
                </c:pt>
                <c:pt idx="25834">
                  <c:v>84.99</c:v>
                </c:pt>
                <c:pt idx="25835">
                  <c:v>65.33</c:v>
                </c:pt>
                <c:pt idx="25836">
                  <c:v>63.53</c:v>
                </c:pt>
                <c:pt idx="25837">
                  <c:v>64.14</c:v>
                </c:pt>
                <c:pt idx="25838">
                  <c:v>74.98</c:v>
                </c:pt>
                <c:pt idx="25839">
                  <c:v>72.239999999999995</c:v>
                </c:pt>
                <c:pt idx="25840">
                  <c:v>133.15</c:v>
                </c:pt>
                <c:pt idx="25841">
                  <c:v>76.489999999999995</c:v>
                </c:pt>
                <c:pt idx="25842">
                  <c:v>104.13</c:v>
                </c:pt>
                <c:pt idx="25843">
                  <c:v>48.58</c:v>
                </c:pt>
                <c:pt idx="25844">
                  <c:v>100.43</c:v>
                </c:pt>
                <c:pt idx="25845">
                  <c:v>99.3</c:v>
                </c:pt>
                <c:pt idx="25846">
                  <c:v>83.94</c:v>
                </c:pt>
                <c:pt idx="25847">
                  <c:v>180.17</c:v>
                </c:pt>
                <c:pt idx="25848">
                  <c:v>79.319999999999993</c:v>
                </c:pt>
                <c:pt idx="25849">
                  <c:v>124.07</c:v>
                </c:pt>
                <c:pt idx="25850">
                  <c:v>77.61</c:v>
                </c:pt>
                <c:pt idx="25851">
                  <c:v>65.19</c:v>
                </c:pt>
                <c:pt idx="25852">
                  <c:v>107.98</c:v>
                </c:pt>
                <c:pt idx="25853">
                  <c:v>65.989999999999995</c:v>
                </c:pt>
                <c:pt idx="25854">
                  <c:v>110.97</c:v>
                </c:pt>
                <c:pt idx="25855">
                  <c:v>149.47</c:v>
                </c:pt>
                <c:pt idx="25856">
                  <c:v>49.48</c:v>
                </c:pt>
                <c:pt idx="25857">
                  <c:v>99.98</c:v>
                </c:pt>
                <c:pt idx="25858">
                  <c:v>40.229999999999997</c:v>
                </c:pt>
                <c:pt idx="25859">
                  <c:v>39.479999999999997</c:v>
                </c:pt>
                <c:pt idx="25860">
                  <c:v>56.97</c:v>
                </c:pt>
                <c:pt idx="25861">
                  <c:v>63.96</c:v>
                </c:pt>
                <c:pt idx="25862">
                  <c:v>13.48</c:v>
                </c:pt>
                <c:pt idx="25863">
                  <c:v>55.98</c:v>
                </c:pt>
                <c:pt idx="25864">
                  <c:v>94.98</c:v>
                </c:pt>
                <c:pt idx="25865">
                  <c:v>65.67</c:v>
                </c:pt>
                <c:pt idx="25866">
                  <c:v>159.97999999999999</c:v>
                </c:pt>
                <c:pt idx="25867">
                  <c:v>111.96</c:v>
                </c:pt>
                <c:pt idx="25868">
                  <c:v>51.29</c:v>
                </c:pt>
                <c:pt idx="25869">
                  <c:v>158.86000000000001</c:v>
                </c:pt>
                <c:pt idx="25870">
                  <c:v>55.98</c:v>
                </c:pt>
                <c:pt idx="25871">
                  <c:v>157.46</c:v>
                </c:pt>
                <c:pt idx="25872">
                  <c:v>138.97999999999999</c:v>
                </c:pt>
                <c:pt idx="25873">
                  <c:v>74.25</c:v>
                </c:pt>
                <c:pt idx="25874">
                  <c:v>274.12</c:v>
                </c:pt>
                <c:pt idx="25875">
                  <c:v>159.97999999999999</c:v>
                </c:pt>
                <c:pt idx="25876">
                  <c:v>153.97999999999999</c:v>
                </c:pt>
                <c:pt idx="25877">
                  <c:v>148.97999999999999</c:v>
                </c:pt>
                <c:pt idx="25878">
                  <c:v>71.98</c:v>
                </c:pt>
                <c:pt idx="25879">
                  <c:v>142.11000000000001</c:v>
                </c:pt>
                <c:pt idx="25880">
                  <c:v>54.38</c:v>
                </c:pt>
                <c:pt idx="25881">
                  <c:v>90.06</c:v>
                </c:pt>
                <c:pt idx="25882">
                  <c:v>143.97999999999999</c:v>
                </c:pt>
                <c:pt idx="25883">
                  <c:v>137.41</c:v>
                </c:pt>
                <c:pt idx="25884">
                  <c:v>268.16000000000003</c:v>
                </c:pt>
                <c:pt idx="25885">
                  <c:v>301.95999999999998</c:v>
                </c:pt>
                <c:pt idx="25886">
                  <c:v>97.97</c:v>
                </c:pt>
                <c:pt idx="25887">
                  <c:v>54.99</c:v>
                </c:pt>
                <c:pt idx="25888">
                  <c:v>54.99</c:v>
                </c:pt>
                <c:pt idx="25889">
                  <c:v>54.99</c:v>
                </c:pt>
                <c:pt idx="25890">
                  <c:v>174.19</c:v>
                </c:pt>
                <c:pt idx="25891">
                  <c:v>174.19</c:v>
                </c:pt>
                <c:pt idx="25892">
                  <c:v>108.88</c:v>
                </c:pt>
                <c:pt idx="25893">
                  <c:v>65.3</c:v>
                </c:pt>
                <c:pt idx="25894">
                  <c:v>146.34</c:v>
                </c:pt>
                <c:pt idx="25895">
                  <c:v>146.34</c:v>
                </c:pt>
                <c:pt idx="25896">
                  <c:v>174.17</c:v>
                </c:pt>
                <c:pt idx="25897">
                  <c:v>174.17</c:v>
                </c:pt>
                <c:pt idx="25898">
                  <c:v>87.08</c:v>
                </c:pt>
                <c:pt idx="25899">
                  <c:v>87.08</c:v>
                </c:pt>
                <c:pt idx="25900">
                  <c:v>174.14</c:v>
                </c:pt>
                <c:pt idx="25901">
                  <c:v>77.39</c:v>
                </c:pt>
                <c:pt idx="25902">
                  <c:v>96.74</c:v>
                </c:pt>
                <c:pt idx="25903">
                  <c:v>149.47</c:v>
                </c:pt>
                <c:pt idx="25904">
                  <c:v>80.98</c:v>
                </c:pt>
                <c:pt idx="25905">
                  <c:v>17.68</c:v>
                </c:pt>
                <c:pt idx="25906">
                  <c:v>80.98</c:v>
                </c:pt>
                <c:pt idx="25907">
                  <c:v>31.78</c:v>
                </c:pt>
                <c:pt idx="25908">
                  <c:v>84.98</c:v>
                </c:pt>
                <c:pt idx="25909">
                  <c:v>102.77</c:v>
                </c:pt>
                <c:pt idx="25910">
                  <c:v>71.33</c:v>
                </c:pt>
                <c:pt idx="25911">
                  <c:v>71.33</c:v>
                </c:pt>
                <c:pt idx="25912">
                  <c:v>102.77</c:v>
                </c:pt>
                <c:pt idx="25913">
                  <c:v>158.94999999999999</c:v>
                </c:pt>
                <c:pt idx="25914">
                  <c:v>116.12</c:v>
                </c:pt>
                <c:pt idx="25915">
                  <c:v>84.97</c:v>
                </c:pt>
                <c:pt idx="25916">
                  <c:v>59.97</c:v>
                </c:pt>
                <c:pt idx="25917">
                  <c:v>65.3</c:v>
                </c:pt>
                <c:pt idx="25918">
                  <c:v>44.73</c:v>
                </c:pt>
                <c:pt idx="25919">
                  <c:v>44.73</c:v>
                </c:pt>
                <c:pt idx="25920">
                  <c:v>60.99</c:v>
                </c:pt>
                <c:pt idx="25921">
                  <c:v>28.49</c:v>
                </c:pt>
                <c:pt idx="25922">
                  <c:v>59.98</c:v>
                </c:pt>
                <c:pt idx="25923">
                  <c:v>57.98</c:v>
                </c:pt>
                <c:pt idx="25924">
                  <c:v>99.4</c:v>
                </c:pt>
                <c:pt idx="25925">
                  <c:v>395.94</c:v>
                </c:pt>
                <c:pt idx="25926">
                  <c:v>395.94</c:v>
                </c:pt>
                <c:pt idx="25927">
                  <c:v>383.24</c:v>
                </c:pt>
                <c:pt idx="25928">
                  <c:v>263.95999999999998</c:v>
                </c:pt>
                <c:pt idx="25929">
                  <c:v>356.93</c:v>
                </c:pt>
                <c:pt idx="25930">
                  <c:v>238.96</c:v>
                </c:pt>
                <c:pt idx="25931">
                  <c:v>527.91999999999996</c:v>
                </c:pt>
                <c:pt idx="25932">
                  <c:v>73.48</c:v>
                </c:pt>
                <c:pt idx="25933">
                  <c:v>75.959999999999994</c:v>
                </c:pt>
                <c:pt idx="25934">
                  <c:v>157.22999999999999</c:v>
                </c:pt>
                <c:pt idx="25935">
                  <c:v>79.989999999999995</c:v>
                </c:pt>
                <c:pt idx="25936">
                  <c:v>79.989999999999995</c:v>
                </c:pt>
                <c:pt idx="25937">
                  <c:v>159.97999999999999</c:v>
                </c:pt>
                <c:pt idx="25938">
                  <c:v>69.989999999999995</c:v>
                </c:pt>
                <c:pt idx="25939">
                  <c:v>72.59</c:v>
                </c:pt>
                <c:pt idx="25940">
                  <c:v>80.739999999999995</c:v>
                </c:pt>
                <c:pt idx="25941">
                  <c:v>76.489999999999995</c:v>
                </c:pt>
                <c:pt idx="25942">
                  <c:v>99.98</c:v>
                </c:pt>
                <c:pt idx="25943">
                  <c:v>51.29</c:v>
                </c:pt>
                <c:pt idx="25944">
                  <c:v>97.54</c:v>
                </c:pt>
                <c:pt idx="25945">
                  <c:v>26.29</c:v>
                </c:pt>
                <c:pt idx="25946">
                  <c:v>127.57</c:v>
                </c:pt>
                <c:pt idx="25947">
                  <c:v>159.94999999999999</c:v>
                </c:pt>
                <c:pt idx="25948">
                  <c:v>59.98</c:v>
                </c:pt>
                <c:pt idx="25949">
                  <c:v>104.97</c:v>
                </c:pt>
                <c:pt idx="25950">
                  <c:v>53.97</c:v>
                </c:pt>
                <c:pt idx="25951">
                  <c:v>53.97</c:v>
                </c:pt>
                <c:pt idx="25952">
                  <c:v>50.97</c:v>
                </c:pt>
                <c:pt idx="25953">
                  <c:v>101.51</c:v>
                </c:pt>
                <c:pt idx="25954">
                  <c:v>134.97999999999999</c:v>
                </c:pt>
                <c:pt idx="25955">
                  <c:v>133.26</c:v>
                </c:pt>
                <c:pt idx="25956">
                  <c:v>84.99</c:v>
                </c:pt>
                <c:pt idx="25957">
                  <c:v>105.98</c:v>
                </c:pt>
                <c:pt idx="25958">
                  <c:v>154.97</c:v>
                </c:pt>
                <c:pt idx="25959">
                  <c:v>75.09</c:v>
                </c:pt>
                <c:pt idx="25960">
                  <c:v>134.97999999999999</c:v>
                </c:pt>
                <c:pt idx="25961">
                  <c:v>65.989999999999995</c:v>
                </c:pt>
                <c:pt idx="25962">
                  <c:v>65.989999999999995</c:v>
                </c:pt>
                <c:pt idx="25963">
                  <c:v>134.97999999999999</c:v>
                </c:pt>
                <c:pt idx="25964">
                  <c:v>134.97999999999999</c:v>
                </c:pt>
                <c:pt idx="25965">
                  <c:v>134.97999999999999</c:v>
                </c:pt>
                <c:pt idx="25966">
                  <c:v>84.99</c:v>
                </c:pt>
                <c:pt idx="25967">
                  <c:v>134.97999999999999</c:v>
                </c:pt>
                <c:pt idx="25968">
                  <c:v>127.18</c:v>
                </c:pt>
                <c:pt idx="25969">
                  <c:v>51.93</c:v>
                </c:pt>
                <c:pt idx="25970">
                  <c:v>95.94</c:v>
                </c:pt>
                <c:pt idx="25971">
                  <c:v>63.96</c:v>
                </c:pt>
                <c:pt idx="25972">
                  <c:v>81.97</c:v>
                </c:pt>
                <c:pt idx="25973">
                  <c:v>75.13</c:v>
                </c:pt>
                <c:pt idx="25974">
                  <c:v>173.47</c:v>
                </c:pt>
                <c:pt idx="25975">
                  <c:v>35.68</c:v>
                </c:pt>
                <c:pt idx="25976">
                  <c:v>37.229999999999997</c:v>
                </c:pt>
                <c:pt idx="25977">
                  <c:v>20.49</c:v>
                </c:pt>
                <c:pt idx="25978">
                  <c:v>21.24</c:v>
                </c:pt>
                <c:pt idx="25979">
                  <c:v>21.24</c:v>
                </c:pt>
                <c:pt idx="25980">
                  <c:v>20.49</c:v>
                </c:pt>
                <c:pt idx="25981">
                  <c:v>37.229999999999997</c:v>
                </c:pt>
                <c:pt idx="25982">
                  <c:v>35.68</c:v>
                </c:pt>
                <c:pt idx="25983">
                  <c:v>20.49</c:v>
                </c:pt>
                <c:pt idx="25984">
                  <c:v>20.49</c:v>
                </c:pt>
                <c:pt idx="25985">
                  <c:v>171.95</c:v>
                </c:pt>
                <c:pt idx="25986">
                  <c:v>162.44999999999999</c:v>
                </c:pt>
                <c:pt idx="25987">
                  <c:v>114.95</c:v>
                </c:pt>
                <c:pt idx="25988">
                  <c:v>56.97</c:v>
                </c:pt>
                <c:pt idx="25989">
                  <c:v>829.4</c:v>
                </c:pt>
                <c:pt idx="25990">
                  <c:v>722.42</c:v>
                </c:pt>
                <c:pt idx="25991">
                  <c:v>31.48</c:v>
                </c:pt>
                <c:pt idx="25992">
                  <c:v>339.96</c:v>
                </c:pt>
                <c:pt idx="25993">
                  <c:v>339.96</c:v>
                </c:pt>
                <c:pt idx="25994">
                  <c:v>149.97</c:v>
                </c:pt>
                <c:pt idx="25995">
                  <c:v>339.96</c:v>
                </c:pt>
                <c:pt idx="25996">
                  <c:v>69.98</c:v>
                </c:pt>
                <c:pt idx="25997">
                  <c:v>101.94</c:v>
                </c:pt>
                <c:pt idx="25998">
                  <c:v>66.98</c:v>
                </c:pt>
                <c:pt idx="25999">
                  <c:v>89.98</c:v>
                </c:pt>
                <c:pt idx="26000">
                  <c:v>99.98</c:v>
                </c:pt>
                <c:pt idx="26001">
                  <c:v>99.98</c:v>
                </c:pt>
                <c:pt idx="26002">
                  <c:v>89.98</c:v>
                </c:pt>
                <c:pt idx="26003">
                  <c:v>66.98</c:v>
                </c:pt>
                <c:pt idx="26004">
                  <c:v>84.99</c:v>
                </c:pt>
                <c:pt idx="26005">
                  <c:v>16.46</c:v>
                </c:pt>
                <c:pt idx="26006">
                  <c:v>79.95</c:v>
                </c:pt>
                <c:pt idx="26007">
                  <c:v>65.97</c:v>
                </c:pt>
                <c:pt idx="26008">
                  <c:v>32.49</c:v>
                </c:pt>
                <c:pt idx="26009">
                  <c:v>26.49</c:v>
                </c:pt>
                <c:pt idx="26010">
                  <c:v>34.49</c:v>
                </c:pt>
                <c:pt idx="26011">
                  <c:v>29.49</c:v>
                </c:pt>
                <c:pt idx="26012">
                  <c:v>68.98</c:v>
                </c:pt>
                <c:pt idx="26013">
                  <c:v>87.97</c:v>
                </c:pt>
                <c:pt idx="26014">
                  <c:v>-1.5</c:v>
                </c:pt>
                <c:pt idx="26015">
                  <c:v>51.49</c:v>
                </c:pt>
                <c:pt idx="26016">
                  <c:v>106.96</c:v>
                </c:pt>
                <c:pt idx="26017">
                  <c:v>105.94</c:v>
                </c:pt>
                <c:pt idx="26018">
                  <c:v>51.98</c:v>
                </c:pt>
                <c:pt idx="26019">
                  <c:v>55.78</c:v>
                </c:pt>
                <c:pt idx="26020">
                  <c:v>55.78</c:v>
                </c:pt>
                <c:pt idx="26021">
                  <c:v>58.48</c:v>
                </c:pt>
                <c:pt idx="26022">
                  <c:v>47.68</c:v>
                </c:pt>
                <c:pt idx="26023">
                  <c:v>58.48</c:v>
                </c:pt>
                <c:pt idx="26024">
                  <c:v>47.68</c:v>
                </c:pt>
                <c:pt idx="26025">
                  <c:v>51.98</c:v>
                </c:pt>
                <c:pt idx="26026">
                  <c:v>131.97999999999999</c:v>
                </c:pt>
                <c:pt idx="26027">
                  <c:v>84.99</c:v>
                </c:pt>
                <c:pt idx="26028">
                  <c:v>131.12</c:v>
                </c:pt>
                <c:pt idx="26029">
                  <c:v>167.95</c:v>
                </c:pt>
                <c:pt idx="26030">
                  <c:v>155.96</c:v>
                </c:pt>
                <c:pt idx="26031">
                  <c:v>31.49</c:v>
                </c:pt>
                <c:pt idx="26032">
                  <c:v>388.4</c:v>
                </c:pt>
                <c:pt idx="26033">
                  <c:v>197.97</c:v>
                </c:pt>
                <c:pt idx="26034">
                  <c:v>84.99</c:v>
                </c:pt>
                <c:pt idx="26035">
                  <c:v>-0.5</c:v>
                </c:pt>
                <c:pt idx="26036">
                  <c:v>167.95</c:v>
                </c:pt>
                <c:pt idx="26037">
                  <c:v>193.96</c:v>
                </c:pt>
                <c:pt idx="26038">
                  <c:v>205.95</c:v>
                </c:pt>
                <c:pt idx="26039">
                  <c:v>143.97</c:v>
                </c:pt>
                <c:pt idx="26040">
                  <c:v>84.99</c:v>
                </c:pt>
                <c:pt idx="26041">
                  <c:v>131.97999999999999</c:v>
                </c:pt>
                <c:pt idx="26042">
                  <c:v>20.49</c:v>
                </c:pt>
                <c:pt idx="26043">
                  <c:v>208.94</c:v>
                </c:pt>
                <c:pt idx="26044">
                  <c:v>224.97</c:v>
                </c:pt>
                <c:pt idx="26045">
                  <c:v>59.99</c:v>
                </c:pt>
                <c:pt idx="26046">
                  <c:v>28.28</c:v>
                </c:pt>
                <c:pt idx="26047">
                  <c:v>59.99</c:v>
                </c:pt>
                <c:pt idx="26048">
                  <c:v>78.260000000000005</c:v>
                </c:pt>
                <c:pt idx="26049">
                  <c:v>31.29</c:v>
                </c:pt>
                <c:pt idx="26050">
                  <c:v>24.74</c:v>
                </c:pt>
                <c:pt idx="26051">
                  <c:v>40.270000000000003</c:v>
                </c:pt>
                <c:pt idx="26052">
                  <c:v>51.96</c:v>
                </c:pt>
                <c:pt idx="26053">
                  <c:v>48.05</c:v>
                </c:pt>
                <c:pt idx="26054">
                  <c:v>99.98</c:v>
                </c:pt>
                <c:pt idx="26055">
                  <c:v>133.28</c:v>
                </c:pt>
                <c:pt idx="26056">
                  <c:v>149.97</c:v>
                </c:pt>
                <c:pt idx="26057">
                  <c:v>136.28</c:v>
                </c:pt>
                <c:pt idx="26058">
                  <c:v>105.98</c:v>
                </c:pt>
                <c:pt idx="26059">
                  <c:v>157.33000000000001</c:v>
                </c:pt>
                <c:pt idx="26060">
                  <c:v>149.97</c:v>
                </c:pt>
                <c:pt idx="26061">
                  <c:v>134.97999999999999</c:v>
                </c:pt>
                <c:pt idx="26062">
                  <c:v>95.15</c:v>
                </c:pt>
                <c:pt idx="26063">
                  <c:v>134.97999999999999</c:v>
                </c:pt>
                <c:pt idx="26064">
                  <c:v>129.96</c:v>
                </c:pt>
                <c:pt idx="26065">
                  <c:v>104.66</c:v>
                </c:pt>
                <c:pt idx="26066">
                  <c:v>138.66</c:v>
                </c:pt>
                <c:pt idx="26067">
                  <c:v>142.77000000000001</c:v>
                </c:pt>
                <c:pt idx="26068">
                  <c:v>65.989999999999995</c:v>
                </c:pt>
                <c:pt idx="26069">
                  <c:v>74.13</c:v>
                </c:pt>
                <c:pt idx="26070">
                  <c:v>84.98</c:v>
                </c:pt>
                <c:pt idx="26071">
                  <c:v>61.96</c:v>
                </c:pt>
                <c:pt idx="26072">
                  <c:v>67.48</c:v>
                </c:pt>
                <c:pt idx="26073">
                  <c:v>26.49</c:v>
                </c:pt>
                <c:pt idx="26074">
                  <c:v>53.78</c:v>
                </c:pt>
                <c:pt idx="26075">
                  <c:v>13.29</c:v>
                </c:pt>
                <c:pt idx="26076">
                  <c:v>73.98</c:v>
                </c:pt>
                <c:pt idx="26077">
                  <c:v>84.99</c:v>
                </c:pt>
                <c:pt idx="26078">
                  <c:v>158.96</c:v>
                </c:pt>
                <c:pt idx="26079">
                  <c:v>257.68</c:v>
                </c:pt>
                <c:pt idx="26080">
                  <c:v>-253.15</c:v>
                </c:pt>
                <c:pt idx="26081">
                  <c:v>183.87</c:v>
                </c:pt>
                <c:pt idx="26082">
                  <c:v>175.87</c:v>
                </c:pt>
                <c:pt idx="26083">
                  <c:v>-173.3</c:v>
                </c:pt>
                <c:pt idx="26084">
                  <c:v>175.87</c:v>
                </c:pt>
                <c:pt idx="26085">
                  <c:v>257.68</c:v>
                </c:pt>
                <c:pt idx="26086">
                  <c:v>177.83</c:v>
                </c:pt>
                <c:pt idx="26087">
                  <c:v>253.15</c:v>
                </c:pt>
                <c:pt idx="26088">
                  <c:v>-173.3</c:v>
                </c:pt>
                <c:pt idx="26089">
                  <c:v>173.3</c:v>
                </c:pt>
                <c:pt idx="26090">
                  <c:v>-253.15</c:v>
                </c:pt>
                <c:pt idx="26091">
                  <c:v>183.87</c:v>
                </c:pt>
                <c:pt idx="26092">
                  <c:v>177.83</c:v>
                </c:pt>
                <c:pt idx="26093">
                  <c:v>173.3</c:v>
                </c:pt>
                <c:pt idx="26094">
                  <c:v>231.91</c:v>
                </c:pt>
                <c:pt idx="26095">
                  <c:v>231.91</c:v>
                </c:pt>
                <c:pt idx="26096">
                  <c:v>253.15</c:v>
                </c:pt>
                <c:pt idx="26097">
                  <c:v>56.97</c:v>
                </c:pt>
                <c:pt idx="26098">
                  <c:v>101.97</c:v>
                </c:pt>
                <c:pt idx="26099">
                  <c:v>56.97</c:v>
                </c:pt>
                <c:pt idx="26100">
                  <c:v>101.97</c:v>
                </c:pt>
                <c:pt idx="26101">
                  <c:v>101.97</c:v>
                </c:pt>
                <c:pt idx="26102">
                  <c:v>56.97</c:v>
                </c:pt>
                <c:pt idx="26103">
                  <c:v>63.96</c:v>
                </c:pt>
                <c:pt idx="26104">
                  <c:v>93.58</c:v>
                </c:pt>
                <c:pt idx="26105">
                  <c:v>151.97</c:v>
                </c:pt>
                <c:pt idx="26106">
                  <c:v>92.54</c:v>
                </c:pt>
                <c:pt idx="26107">
                  <c:v>79.84</c:v>
                </c:pt>
                <c:pt idx="26108">
                  <c:v>83.98</c:v>
                </c:pt>
                <c:pt idx="26109">
                  <c:v>56.97</c:v>
                </c:pt>
                <c:pt idx="26110">
                  <c:v>56.97</c:v>
                </c:pt>
                <c:pt idx="26111">
                  <c:v>56.97</c:v>
                </c:pt>
                <c:pt idx="26112">
                  <c:v>171.97</c:v>
                </c:pt>
                <c:pt idx="26113">
                  <c:v>131.97999999999999</c:v>
                </c:pt>
                <c:pt idx="26114">
                  <c:v>84.99</c:v>
                </c:pt>
                <c:pt idx="26115">
                  <c:v>84.99</c:v>
                </c:pt>
                <c:pt idx="26116">
                  <c:v>84.99</c:v>
                </c:pt>
                <c:pt idx="26117">
                  <c:v>77.97</c:v>
                </c:pt>
                <c:pt idx="26118">
                  <c:v>77.97</c:v>
                </c:pt>
                <c:pt idx="26119">
                  <c:v>79.989999999999995</c:v>
                </c:pt>
                <c:pt idx="26120">
                  <c:v>75.98</c:v>
                </c:pt>
                <c:pt idx="26121">
                  <c:v>86.97</c:v>
                </c:pt>
                <c:pt idx="26122">
                  <c:v>68.98</c:v>
                </c:pt>
                <c:pt idx="26123">
                  <c:v>96.78</c:v>
                </c:pt>
                <c:pt idx="26124">
                  <c:v>158.47</c:v>
                </c:pt>
                <c:pt idx="26125">
                  <c:v>68.97</c:v>
                </c:pt>
                <c:pt idx="26126">
                  <c:v>12.49</c:v>
                </c:pt>
                <c:pt idx="26127">
                  <c:v>57.57</c:v>
                </c:pt>
                <c:pt idx="26128">
                  <c:v>156.94999999999999</c:v>
                </c:pt>
                <c:pt idx="26129">
                  <c:v>91.98</c:v>
                </c:pt>
                <c:pt idx="26130">
                  <c:v>140.59</c:v>
                </c:pt>
                <c:pt idx="26131">
                  <c:v>169.98</c:v>
                </c:pt>
                <c:pt idx="26132">
                  <c:v>230.04</c:v>
                </c:pt>
                <c:pt idx="26133">
                  <c:v>157.38</c:v>
                </c:pt>
                <c:pt idx="26134">
                  <c:v>226.96</c:v>
                </c:pt>
                <c:pt idx="26135">
                  <c:v>131.97999999999999</c:v>
                </c:pt>
                <c:pt idx="26136">
                  <c:v>123.48</c:v>
                </c:pt>
                <c:pt idx="26137">
                  <c:v>124.98</c:v>
                </c:pt>
                <c:pt idx="26138">
                  <c:v>81.98</c:v>
                </c:pt>
                <c:pt idx="26139">
                  <c:v>59.98</c:v>
                </c:pt>
                <c:pt idx="26140">
                  <c:v>1.5</c:v>
                </c:pt>
                <c:pt idx="26141">
                  <c:v>84.99</c:v>
                </c:pt>
                <c:pt idx="26142">
                  <c:v>67.959999999999994</c:v>
                </c:pt>
                <c:pt idx="26143">
                  <c:v>169.98</c:v>
                </c:pt>
                <c:pt idx="26144">
                  <c:v>169.98</c:v>
                </c:pt>
                <c:pt idx="26145">
                  <c:v>131.97999999999999</c:v>
                </c:pt>
                <c:pt idx="26146">
                  <c:v>59.39</c:v>
                </c:pt>
                <c:pt idx="26147">
                  <c:v>169.98</c:v>
                </c:pt>
                <c:pt idx="26148">
                  <c:v>69.98</c:v>
                </c:pt>
                <c:pt idx="26149">
                  <c:v>69.98</c:v>
                </c:pt>
                <c:pt idx="26150">
                  <c:v>94.97</c:v>
                </c:pt>
                <c:pt idx="26151">
                  <c:v>86.95</c:v>
                </c:pt>
                <c:pt idx="26152">
                  <c:v>94.97</c:v>
                </c:pt>
                <c:pt idx="26153">
                  <c:v>86.95</c:v>
                </c:pt>
                <c:pt idx="26154">
                  <c:v>171.77</c:v>
                </c:pt>
                <c:pt idx="26155">
                  <c:v>171.77</c:v>
                </c:pt>
                <c:pt idx="26156">
                  <c:v>91.92</c:v>
                </c:pt>
                <c:pt idx="26157">
                  <c:v>79.819999999999993</c:v>
                </c:pt>
                <c:pt idx="26158">
                  <c:v>48.57</c:v>
                </c:pt>
                <c:pt idx="26159">
                  <c:v>51.97</c:v>
                </c:pt>
                <c:pt idx="26160">
                  <c:v>42.23</c:v>
                </c:pt>
                <c:pt idx="26161">
                  <c:v>51.29</c:v>
                </c:pt>
                <c:pt idx="26162">
                  <c:v>39.93</c:v>
                </c:pt>
                <c:pt idx="26163">
                  <c:v>75.959999999999994</c:v>
                </c:pt>
                <c:pt idx="26164">
                  <c:v>79.98</c:v>
                </c:pt>
                <c:pt idx="26165">
                  <c:v>98.98</c:v>
                </c:pt>
                <c:pt idx="26166">
                  <c:v>58.98</c:v>
                </c:pt>
                <c:pt idx="26167">
                  <c:v>157.96</c:v>
                </c:pt>
                <c:pt idx="26168">
                  <c:v>119.96</c:v>
                </c:pt>
                <c:pt idx="26169">
                  <c:v>89.97</c:v>
                </c:pt>
                <c:pt idx="26170">
                  <c:v>89.97</c:v>
                </c:pt>
                <c:pt idx="26171">
                  <c:v>69.97</c:v>
                </c:pt>
                <c:pt idx="26172">
                  <c:v>92.97</c:v>
                </c:pt>
                <c:pt idx="26173">
                  <c:v>69.97</c:v>
                </c:pt>
                <c:pt idx="26174">
                  <c:v>29.99</c:v>
                </c:pt>
                <c:pt idx="26175">
                  <c:v>29.99</c:v>
                </c:pt>
                <c:pt idx="26176">
                  <c:v>119.86</c:v>
                </c:pt>
                <c:pt idx="26177">
                  <c:v>119.96</c:v>
                </c:pt>
                <c:pt idx="26178">
                  <c:v>92.97</c:v>
                </c:pt>
                <c:pt idx="26179">
                  <c:v>119.96</c:v>
                </c:pt>
                <c:pt idx="26180">
                  <c:v>119.96</c:v>
                </c:pt>
                <c:pt idx="26181">
                  <c:v>89.97</c:v>
                </c:pt>
                <c:pt idx="26182">
                  <c:v>85.47</c:v>
                </c:pt>
                <c:pt idx="26183">
                  <c:v>83.67</c:v>
                </c:pt>
                <c:pt idx="26184">
                  <c:v>83.67</c:v>
                </c:pt>
                <c:pt idx="26185">
                  <c:v>149.94999999999999</c:v>
                </c:pt>
                <c:pt idx="26186">
                  <c:v>119.96</c:v>
                </c:pt>
                <c:pt idx="26187">
                  <c:v>149.94999999999999</c:v>
                </c:pt>
                <c:pt idx="26188">
                  <c:v>85.47</c:v>
                </c:pt>
                <c:pt idx="26189">
                  <c:v>119.86</c:v>
                </c:pt>
                <c:pt idx="26190">
                  <c:v>59.98</c:v>
                </c:pt>
                <c:pt idx="26191">
                  <c:v>89.96</c:v>
                </c:pt>
                <c:pt idx="26192">
                  <c:v>92.97</c:v>
                </c:pt>
                <c:pt idx="26193">
                  <c:v>119.96</c:v>
                </c:pt>
                <c:pt idx="26194">
                  <c:v>123.96</c:v>
                </c:pt>
                <c:pt idx="26195">
                  <c:v>59.98</c:v>
                </c:pt>
                <c:pt idx="26196">
                  <c:v>83.67</c:v>
                </c:pt>
                <c:pt idx="26197">
                  <c:v>83.67</c:v>
                </c:pt>
                <c:pt idx="26198">
                  <c:v>112.46</c:v>
                </c:pt>
                <c:pt idx="26199">
                  <c:v>89.97</c:v>
                </c:pt>
                <c:pt idx="26200">
                  <c:v>89.97</c:v>
                </c:pt>
                <c:pt idx="26201">
                  <c:v>112.46</c:v>
                </c:pt>
                <c:pt idx="26202">
                  <c:v>52.68</c:v>
                </c:pt>
                <c:pt idx="26203">
                  <c:v>119.96</c:v>
                </c:pt>
                <c:pt idx="26204">
                  <c:v>89.97</c:v>
                </c:pt>
                <c:pt idx="26205">
                  <c:v>52.68</c:v>
                </c:pt>
                <c:pt idx="26206">
                  <c:v>92.97</c:v>
                </c:pt>
                <c:pt idx="26207">
                  <c:v>89.97</c:v>
                </c:pt>
                <c:pt idx="26208">
                  <c:v>154.94999999999999</c:v>
                </c:pt>
                <c:pt idx="26209">
                  <c:v>139.16</c:v>
                </c:pt>
                <c:pt idx="26210">
                  <c:v>119.96</c:v>
                </c:pt>
                <c:pt idx="26211">
                  <c:v>149.94999999999999</c:v>
                </c:pt>
                <c:pt idx="26212">
                  <c:v>89.97</c:v>
                </c:pt>
                <c:pt idx="26213">
                  <c:v>119.96</c:v>
                </c:pt>
                <c:pt idx="26214">
                  <c:v>154.94999999999999</c:v>
                </c:pt>
                <c:pt idx="26215">
                  <c:v>149.94999999999999</c:v>
                </c:pt>
                <c:pt idx="26216">
                  <c:v>123.96</c:v>
                </c:pt>
                <c:pt idx="26217">
                  <c:v>119.96</c:v>
                </c:pt>
                <c:pt idx="26218">
                  <c:v>119.96</c:v>
                </c:pt>
                <c:pt idx="26219">
                  <c:v>119.96</c:v>
                </c:pt>
                <c:pt idx="26220">
                  <c:v>89.96</c:v>
                </c:pt>
                <c:pt idx="26221">
                  <c:v>139.16</c:v>
                </c:pt>
                <c:pt idx="26222">
                  <c:v>169.98</c:v>
                </c:pt>
                <c:pt idx="26223">
                  <c:v>84.99</c:v>
                </c:pt>
                <c:pt idx="26224">
                  <c:v>84.99</c:v>
                </c:pt>
                <c:pt idx="26225">
                  <c:v>254.97</c:v>
                </c:pt>
                <c:pt idx="26226">
                  <c:v>169.98</c:v>
                </c:pt>
                <c:pt idx="26227">
                  <c:v>-254.97</c:v>
                </c:pt>
                <c:pt idx="26228">
                  <c:v>169.98</c:v>
                </c:pt>
                <c:pt idx="26229">
                  <c:v>56.97</c:v>
                </c:pt>
                <c:pt idx="26230">
                  <c:v>61.69</c:v>
                </c:pt>
                <c:pt idx="26231">
                  <c:v>49.99</c:v>
                </c:pt>
                <c:pt idx="26232">
                  <c:v>61.69</c:v>
                </c:pt>
                <c:pt idx="26233">
                  <c:v>76.08</c:v>
                </c:pt>
                <c:pt idx="26234">
                  <c:v>53.65</c:v>
                </c:pt>
                <c:pt idx="26235">
                  <c:v>52.18</c:v>
                </c:pt>
                <c:pt idx="26236">
                  <c:v>76.92</c:v>
                </c:pt>
                <c:pt idx="26237">
                  <c:v>57.4</c:v>
                </c:pt>
                <c:pt idx="26238">
                  <c:v>52.4</c:v>
                </c:pt>
                <c:pt idx="26239">
                  <c:v>130.94999999999999</c:v>
                </c:pt>
                <c:pt idx="26240">
                  <c:v>132.91</c:v>
                </c:pt>
                <c:pt idx="26241">
                  <c:v>104.44</c:v>
                </c:pt>
                <c:pt idx="26242">
                  <c:v>97.98</c:v>
                </c:pt>
                <c:pt idx="26243">
                  <c:v>93.6</c:v>
                </c:pt>
                <c:pt idx="26244">
                  <c:v>97.98</c:v>
                </c:pt>
                <c:pt idx="26245">
                  <c:v>77.44</c:v>
                </c:pt>
                <c:pt idx="26246">
                  <c:v>55.72</c:v>
                </c:pt>
                <c:pt idx="26247">
                  <c:v>52</c:v>
                </c:pt>
                <c:pt idx="26248">
                  <c:v>169.96</c:v>
                </c:pt>
                <c:pt idx="26249">
                  <c:v>99.97</c:v>
                </c:pt>
                <c:pt idx="26250">
                  <c:v>69.989999999999995</c:v>
                </c:pt>
                <c:pt idx="26251">
                  <c:v>50.49</c:v>
                </c:pt>
                <c:pt idx="26252">
                  <c:v>90.47</c:v>
                </c:pt>
                <c:pt idx="26253">
                  <c:v>0.5</c:v>
                </c:pt>
                <c:pt idx="26254">
                  <c:v>73.180000000000007</c:v>
                </c:pt>
                <c:pt idx="26255">
                  <c:v>73.48</c:v>
                </c:pt>
                <c:pt idx="26256">
                  <c:v>56.97</c:v>
                </c:pt>
                <c:pt idx="26257">
                  <c:v>98.97</c:v>
                </c:pt>
                <c:pt idx="26258">
                  <c:v>72.540000000000006</c:v>
                </c:pt>
                <c:pt idx="26259">
                  <c:v>-97.91</c:v>
                </c:pt>
                <c:pt idx="26260">
                  <c:v>97.91</c:v>
                </c:pt>
                <c:pt idx="26261">
                  <c:v>98.65</c:v>
                </c:pt>
                <c:pt idx="26262">
                  <c:v>29.48</c:v>
                </c:pt>
                <c:pt idx="26263">
                  <c:v>14.49</c:v>
                </c:pt>
                <c:pt idx="26264">
                  <c:v>55.96</c:v>
                </c:pt>
                <c:pt idx="26265">
                  <c:v>29.48</c:v>
                </c:pt>
                <c:pt idx="26266">
                  <c:v>79.989999999999995</c:v>
                </c:pt>
                <c:pt idx="26267">
                  <c:v>99.97</c:v>
                </c:pt>
                <c:pt idx="26268">
                  <c:v>76.48</c:v>
                </c:pt>
                <c:pt idx="26269">
                  <c:v>187.97</c:v>
                </c:pt>
                <c:pt idx="26270">
                  <c:v>99.97</c:v>
                </c:pt>
                <c:pt idx="26271">
                  <c:v>31.47</c:v>
                </c:pt>
                <c:pt idx="26272">
                  <c:v>69.959999999999994</c:v>
                </c:pt>
                <c:pt idx="26273">
                  <c:v>80.98</c:v>
                </c:pt>
                <c:pt idx="26274">
                  <c:v>65.98</c:v>
                </c:pt>
                <c:pt idx="26275">
                  <c:v>79.959999999999994</c:v>
                </c:pt>
                <c:pt idx="26276">
                  <c:v>60.99</c:v>
                </c:pt>
                <c:pt idx="26277">
                  <c:v>154.97999999999999</c:v>
                </c:pt>
                <c:pt idx="26278">
                  <c:v>59.98</c:v>
                </c:pt>
                <c:pt idx="26279">
                  <c:v>94.98</c:v>
                </c:pt>
                <c:pt idx="26280">
                  <c:v>68.989999999999995</c:v>
                </c:pt>
                <c:pt idx="26281">
                  <c:v>69.989999999999995</c:v>
                </c:pt>
                <c:pt idx="26282">
                  <c:v>68.989999999999995</c:v>
                </c:pt>
                <c:pt idx="26283">
                  <c:v>69.989999999999995</c:v>
                </c:pt>
                <c:pt idx="26284">
                  <c:v>79.989999999999995</c:v>
                </c:pt>
                <c:pt idx="26285">
                  <c:v>74.989999999999995</c:v>
                </c:pt>
                <c:pt idx="26286">
                  <c:v>154.94999999999999</c:v>
                </c:pt>
                <c:pt idx="26287">
                  <c:v>154.97</c:v>
                </c:pt>
                <c:pt idx="26288">
                  <c:v>154.97</c:v>
                </c:pt>
                <c:pt idx="26289">
                  <c:v>55.94</c:v>
                </c:pt>
                <c:pt idx="26290">
                  <c:v>46.82</c:v>
                </c:pt>
                <c:pt idx="26291">
                  <c:v>154.97</c:v>
                </c:pt>
                <c:pt idx="26292">
                  <c:v>154.97</c:v>
                </c:pt>
                <c:pt idx="26293">
                  <c:v>111.87</c:v>
                </c:pt>
                <c:pt idx="26294">
                  <c:v>91.87</c:v>
                </c:pt>
                <c:pt idx="26295">
                  <c:v>105.98</c:v>
                </c:pt>
                <c:pt idx="26296">
                  <c:v>84.99</c:v>
                </c:pt>
                <c:pt idx="26297">
                  <c:v>105.98</c:v>
                </c:pt>
                <c:pt idx="26298">
                  <c:v>110.87</c:v>
                </c:pt>
                <c:pt idx="26299">
                  <c:v>105.98</c:v>
                </c:pt>
                <c:pt idx="26300">
                  <c:v>103.44</c:v>
                </c:pt>
                <c:pt idx="26301">
                  <c:v>118.98</c:v>
                </c:pt>
                <c:pt idx="26302">
                  <c:v>99.98</c:v>
                </c:pt>
                <c:pt idx="26303">
                  <c:v>84.99</c:v>
                </c:pt>
                <c:pt idx="26304">
                  <c:v>70.98</c:v>
                </c:pt>
                <c:pt idx="26305">
                  <c:v>110.87</c:v>
                </c:pt>
                <c:pt idx="26306">
                  <c:v>86.98</c:v>
                </c:pt>
                <c:pt idx="26307">
                  <c:v>91.87</c:v>
                </c:pt>
                <c:pt idx="26308">
                  <c:v>81.599999999999994</c:v>
                </c:pt>
                <c:pt idx="26309">
                  <c:v>105.98</c:v>
                </c:pt>
                <c:pt idx="26310">
                  <c:v>95.87</c:v>
                </c:pt>
                <c:pt idx="26311">
                  <c:v>134.97999999999999</c:v>
                </c:pt>
                <c:pt idx="26312">
                  <c:v>84.99</c:v>
                </c:pt>
                <c:pt idx="26313">
                  <c:v>99.98</c:v>
                </c:pt>
                <c:pt idx="26314">
                  <c:v>126.97</c:v>
                </c:pt>
                <c:pt idx="26315">
                  <c:v>71.989999999999995</c:v>
                </c:pt>
                <c:pt idx="26316">
                  <c:v>105.98</c:v>
                </c:pt>
                <c:pt idx="26317">
                  <c:v>105.98</c:v>
                </c:pt>
                <c:pt idx="26318">
                  <c:v>99.98</c:v>
                </c:pt>
                <c:pt idx="26319">
                  <c:v>84.99</c:v>
                </c:pt>
                <c:pt idx="26320">
                  <c:v>47.49</c:v>
                </c:pt>
                <c:pt idx="26321">
                  <c:v>56.97</c:v>
                </c:pt>
                <c:pt idx="26322">
                  <c:v>97.98</c:v>
                </c:pt>
                <c:pt idx="26323">
                  <c:v>65.989999999999995</c:v>
                </c:pt>
                <c:pt idx="26324">
                  <c:v>22.24</c:v>
                </c:pt>
                <c:pt idx="26325">
                  <c:v>42.24</c:v>
                </c:pt>
                <c:pt idx="26326">
                  <c:v>28.49</c:v>
                </c:pt>
                <c:pt idx="26327">
                  <c:v>80.97</c:v>
                </c:pt>
                <c:pt idx="26328">
                  <c:v>28.39</c:v>
                </c:pt>
                <c:pt idx="26329">
                  <c:v>95.37</c:v>
                </c:pt>
                <c:pt idx="26330">
                  <c:v>157.44999999999999</c:v>
                </c:pt>
                <c:pt idx="26331">
                  <c:v>79.98</c:v>
                </c:pt>
                <c:pt idx="26332">
                  <c:v>79.849999999999994</c:v>
                </c:pt>
                <c:pt idx="26333">
                  <c:v>104.04</c:v>
                </c:pt>
                <c:pt idx="26334">
                  <c:v>129.43</c:v>
                </c:pt>
                <c:pt idx="26335">
                  <c:v>79.849999999999994</c:v>
                </c:pt>
                <c:pt idx="26336">
                  <c:v>79.849999999999994</c:v>
                </c:pt>
                <c:pt idx="26337">
                  <c:v>114.87</c:v>
                </c:pt>
                <c:pt idx="26338">
                  <c:v>104.02</c:v>
                </c:pt>
                <c:pt idx="26339">
                  <c:v>104.04</c:v>
                </c:pt>
                <c:pt idx="26340">
                  <c:v>122.19</c:v>
                </c:pt>
                <c:pt idx="26341">
                  <c:v>96.78</c:v>
                </c:pt>
                <c:pt idx="26342">
                  <c:v>84.68</c:v>
                </c:pt>
                <c:pt idx="26343">
                  <c:v>71.86</c:v>
                </c:pt>
                <c:pt idx="26344">
                  <c:v>96.78</c:v>
                </c:pt>
                <c:pt idx="26345">
                  <c:v>79.849999999999994</c:v>
                </c:pt>
                <c:pt idx="26346">
                  <c:v>62.21</c:v>
                </c:pt>
                <c:pt idx="26347">
                  <c:v>127</c:v>
                </c:pt>
                <c:pt idx="26348">
                  <c:v>104.04</c:v>
                </c:pt>
                <c:pt idx="26349">
                  <c:v>47.34</c:v>
                </c:pt>
                <c:pt idx="26350">
                  <c:v>109.98</c:v>
                </c:pt>
                <c:pt idx="26351">
                  <c:v>72.239999999999995</c:v>
                </c:pt>
                <c:pt idx="26352">
                  <c:v>84.99</c:v>
                </c:pt>
                <c:pt idx="26353">
                  <c:v>72.239999999999995</c:v>
                </c:pt>
                <c:pt idx="26354">
                  <c:v>84.99</c:v>
                </c:pt>
                <c:pt idx="26355">
                  <c:v>16.29</c:v>
                </c:pt>
                <c:pt idx="26356">
                  <c:v>16.29</c:v>
                </c:pt>
                <c:pt idx="26357">
                  <c:v>97.95</c:v>
                </c:pt>
                <c:pt idx="26358">
                  <c:v>72.55</c:v>
                </c:pt>
                <c:pt idx="26359">
                  <c:v>169.98</c:v>
                </c:pt>
                <c:pt idx="26360">
                  <c:v>137.97999999999999</c:v>
                </c:pt>
                <c:pt idx="26361">
                  <c:v>99.98</c:v>
                </c:pt>
                <c:pt idx="26362">
                  <c:v>139.97999999999999</c:v>
                </c:pt>
                <c:pt idx="26363">
                  <c:v>169.98</c:v>
                </c:pt>
                <c:pt idx="26364">
                  <c:v>69.98</c:v>
                </c:pt>
                <c:pt idx="26365">
                  <c:v>54.99</c:v>
                </c:pt>
                <c:pt idx="26366">
                  <c:v>131.97999999999999</c:v>
                </c:pt>
                <c:pt idx="26367">
                  <c:v>65.989999999999995</c:v>
                </c:pt>
                <c:pt idx="26368">
                  <c:v>110.98</c:v>
                </c:pt>
                <c:pt idx="26369">
                  <c:v>54.99</c:v>
                </c:pt>
                <c:pt idx="26370">
                  <c:v>65.989999999999995</c:v>
                </c:pt>
                <c:pt idx="26371">
                  <c:v>89.98</c:v>
                </c:pt>
                <c:pt idx="26372">
                  <c:v>169.98</c:v>
                </c:pt>
                <c:pt idx="26373">
                  <c:v>169.98</c:v>
                </c:pt>
                <c:pt idx="26374">
                  <c:v>84.99</c:v>
                </c:pt>
                <c:pt idx="26375">
                  <c:v>65.989999999999995</c:v>
                </c:pt>
                <c:pt idx="26376">
                  <c:v>84.99</c:v>
                </c:pt>
                <c:pt idx="26377">
                  <c:v>54.99</c:v>
                </c:pt>
                <c:pt idx="26378">
                  <c:v>89.98</c:v>
                </c:pt>
                <c:pt idx="26379">
                  <c:v>74.98</c:v>
                </c:pt>
                <c:pt idx="26380">
                  <c:v>110.98</c:v>
                </c:pt>
                <c:pt idx="26381">
                  <c:v>107.97</c:v>
                </c:pt>
                <c:pt idx="26382">
                  <c:v>49.1</c:v>
                </c:pt>
                <c:pt idx="26383">
                  <c:v>89.97</c:v>
                </c:pt>
                <c:pt idx="26384">
                  <c:v>51.97</c:v>
                </c:pt>
                <c:pt idx="26385">
                  <c:v>98.97</c:v>
                </c:pt>
                <c:pt idx="26386">
                  <c:v>69.98</c:v>
                </c:pt>
                <c:pt idx="26387">
                  <c:v>149.96</c:v>
                </c:pt>
                <c:pt idx="26388">
                  <c:v>84.99</c:v>
                </c:pt>
                <c:pt idx="26389">
                  <c:v>71.98</c:v>
                </c:pt>
                <c:pt idx="26390">
                  <c:v>66.98</c:v>
                </c:pt>
                <c:pt idx="26391">
                  <c:v>89.98</c:v>
                </c:pt>
                <c:pt idx="26392">
                  <c:v>91.96</c:v>
                </c:pt>
                <c:pt idx="26393">
                  <c:v>99.98</c:v>
                </c:pt>
                <c:pt idx="26394">
                  <c:v>171.07</c:v>
                </c:pt>
                <c:pt idx="26395">
                  <c:v>241.92</c:v>
                </c:pt>
                <c:pt idx="26396">
                  <c:v>134.97999999999999</c:v>
                </c:pt>
                <c:pt idx="26397">
                  <c:v>37.49</c:v>
                </c:pt>
                <c:pt idx="26398">
                  <c:v>177.95</c:v>
                </c:pt>
                <c:pt idx="26399">
                  <c:v>129.96</c:v>
                </c:pt>
                <c:pt idx="26400">
                  <c:v>149.93</c:v>
                </c:pt>
                <c:pt idx="26401">
                  <c:v>59.96</c:v>
                </c:pt>
                <c:pt idx="26402">
                  <c:v>241.93</c:v>
                </c:pt>
                <c:pt idx="26403">
                  <c:v>205.93</c:v>
                </c:pt>
                <c:pt idx="26404">
                  <c:v>199.83</c:v>
                </c:pt>
                <c:pt idx="26405">
                  <c:v>187.94</c:v>
                </c:pt>
                <c:pt idx="26406">
                  <c:v>155.94</c:v>
                </c:pt>
                <c:pt idx="26407">
                  <c:v>215.98</c:v>
                </c:pt>
                <c:pt idx="26408">
                  <c:v>64.8</c:v>
                </c:pt>
                <c:pt idx="26409">
                  <c:v>154.49</c:v>
                </c:pt>
                <c:pt idx="26410">
                  <c:v>71.33</c:v>
                </c:pt>
                <c:pt idx="26411">
                  <c:v>68.989999999999995</c:v>
                </c:pt>
                <c:pt idx="26412">
                  <c:v>84.99</c:v>
                </c:pt>
                <c:pt idx="26413">
                  <c:v>153.97999999999999</c:v>
                </c:pt>
                <c:pt idx="26414">
                  <c:v>84.99</c:v>
                </c:pt>
                <c:pt idx="26415">
                  <c:v>68.989999999999995</c:v>
                </c:pt>
                <c:pt idx="26416">
                  <c:v>84.99</c:v>
                </c:pt>
                <c:pt idx="26417">
                  <c:v>68.989999999999995</c:v>
                </c:pt>
                <c:pt idx="26418">
                  <c:v>73.989999999999995</c:v>
                </c:pt>
                <c:pt idx="26419">
                  <c:v>102.18</c:v>
                </c:pt>
                <c:pt idx="26420">
                  <c:v>169.98</c:v>
                </c:pt>
                <c:pt idx="26421">
                  <c:v>229.97</c:v>
                </c:pt>
                <c:pt idx="26422">
                  <c:v>69.98</c:v>
                </c:pt>
                <c:pt idx="26423">
                  <c:v>131.97999999999999</c:v>
                </c:pt>
                <c:pt idx="26424">
                  <c:v>137.97999999999999</c:v>
                </c:pt>
                <c:pt idx="26425">
                  <c:v>55.96</c:v>
                </c:pt>
                <c:pt idx="26426">
                  <c:v>242.76</c:v>
                </c:pt>
                <c:pt idx="26427">
                  <c:v>36.14</c:v>
                </c:pt>
                <c:pt idx="26428">
                  <c:v>13.29</c:v>
                </c:pt>
                <c:pt idx="26429">
                  <c:v>101.48</c:v>
                </c:pt>
                <c:pt idx="26430">
                  <c:v>51.97</c:v>
                </c:pt>
                <c:pt idx="26431">
                  <c:v>92.47</c:v>
                </c:pt>
                <c:pt idx="26432">
                  <c:v>29.99</c:v>
                </c:pt>
                <c:pt idx="26433">
                  <c:v>83.94</c:v>
                </c:pt>
                <c:pt idx="26434">
                  <c:v>153.86000000000001</c:v>
                </c:pt>
                <c:pt idx="26435">
                  <c:v>53.97</c:v>
                </c:pt>
                <c:pt idx="26436">
                  <c:v>48.57</c:v>
                </c:pt>
                <c:pt idx="26437">
                  <c:v>53.97</c:v>
                </c:pt>
                <c:pt idx="26438">
                  <c:v>169.84</c:v>
                </c:pt>
                <c:pt idx="26439">
                  <c:v>203.59</c:v>
                </c:pt>
                <c:pt idx="26440">
                  <c:v>89.23</c:v>
                </c:pt>
                <c:pt idx="26441">
                  <c:v>68.989999999999995</c:v>
                </c:pt>
                <c:pt idx="26442">
                  <c:v>145.97999999999999</c:v>
                </c:pt>
                <c:pt idx="26443">
                  <c:v>98.48</c:v>
                </c:pt>
                <c:pt idx="26444">
                  <c:v>97.91</c:v>
                </c:pt>
                <c:pt idx="26445">
                  <c:v>137.97999999999999</c:v>
                </c:pt>
                <c:pt idx="26446">
                  <c:v>173.96</c:v>
                </c:pt>
                <c:pt idx="26447">
                  <c:v>68.989999999999995</c:v>
                </c:pt>
                <c:pt idx="26448">
                  <c:v>73.97</c:v>
                </c:pt>
                <c:pt idx="26449">
                  <c:v>82.47</c:v>
                </c:pt>
                <c:pt idx="26450">
                  <c:v>39.28</c:v>
                </c:pt>
                <c:pt idx="26451">
                  <c:v>108.43</c:v>
                </c:pt>
                <c:pt idx="26452">
                  <c:v>29.55</c:v>
                </c:pt>
                <c:pt idx="26453">
                  <c:v>65.3</c:v>
                </c:pt>
                <c:pt idx="26454">
                  <c:v>80.959999999999994</c:v>
                </c:pt>
                <c:pt idx="26455">
                  <c:v>80.959999999999994</c:v>
                </c:pt>
                <c:pt idx="26456">
                  <c:v>98.95</c:v>
                </c:pt>
                <c:pt idx="26457">
                  <c:v>84.69</c:v>
                </c:pt>
                <c:pt idx="26458">
                  <c:v>84.69</c:v>
                </c:pt>
                <c:pt idx="26459">
                  <c:v>134.97999999999999</c:v>
                </c:pt>
                <c:pt idx="26460">
                  <c:v>177.97</c:v>
                </c:pt>
                <c:pt idx="26461">
                  <c:v>135.72999999999999</c:v>
                </c:pt>
                <c:pt idx="26462">
                  <c:v>101.28</c:v>
                </c:pt>
                <c:pt idx="26463">
                  <c:v>39.99</c:v>
                </c:pt>
                <c:pt idx="26464">
                  <c:v>218.58</c:v>
                </c:pt>
                <c:pt idx="26465">
                  <c:v>165.84</c:v>
                </c:pt>
                <c:pt idx="26466">
                  <c:v>76.489999999999995</c:v>
                </c:pt>
                <c:pt idx="26467">
                  <c:v>167.96</c:v>
                </c:pt>
                <c:pt idx="26468">
                  <c:v>169.35</c:v>
                </c:pt>
                <c:pt idx="26469">
                  <c:v>167.94</c:v>
                </c:pt>
                <c:pt idx="26470">
                  <c:v>72.540000000000006</c:v>
                </c:pt>
                <c:pt idx="26471">
                  <c:v>96.78</c:v>
                </c:pt>
                <c:pt idx="26472">
                  <c:v>72.56</c:v>
                </c:pt>
                <c:pt idx="26473">
                  <c:v>84.66</c:v>
                </c:pt>
                <c:pt idx="26474">
                  <c:v>155.96</c:v>
                </c:pt>
                <c:pt idx="26475">
                  <c:v>59.98</c:v>
                </c:pt>
                <c:pt idx="26476">
                  <c:v>95.96</c:v>
                </c:pt>
                <c:pt idx="26477">
                  <c:v>419.99</c:v>
                </c:pt>
                <c:pt idx="26478">
                  <c:v>97.14</c:v>
                </c:pt>
                <c:pt idx="26479">
                  <c:v>206.97</c:v>
                </c:pt>
                <c:pt idx="26480">
                  <c:v>139.94</c:v>
                </c:pt>
                <c:pt idx="26481">
                  <c:v>824.26</c:v>
                </c:pt>
                <c:pt idx="26482">
                  <c:v>-180.8</c:v>
                </c:pt>
                <c:pt idx="26483">
                  <c:v>250.93</c:v>
                </c:pt>
                <c:pt idx="26484">
                  <c:v>229.97</c:v>
                </c:pt>
                <c:pt idx="26485">
                  <c:v>279.95999999999998</c:v>
                </c:pt>
                <c:pt idx="26486">
                  <c:v>229.97</c:v>
                </c:pt>
                <c:pt idx="26487">
                  <c:v>51.97</c:v>
                </c:pt>
                <c:pt idx="26488">
                  <c:v>51.97</c:v>
                </c:pt>
                <c:pt idx="26489">
                  <c:v>24.99</c:v>
                </c:pt>
                <c:pt idx="26490">
                  <c:v>167.75</c:v>
                </c:pt>
                <c:pt idx="26491">
                  <c:v>88.17</c:v>
                </c:pt>
                <c:pt idx="26492">
                  <c:v>64.989999999999995</c:v>
                </c:pt>
                <c:pt idx="26493">
                  <c:v>68.14</c:v>
                </c:pt>
                <c:pt idx="26494">
                  <c:v>84.99</c:v>
                </c:pt>
                <c:pt idx="26495">
                  <c:v>120.98</c:v>
                </c:pt>
                <c:pt idx="26496">
                  <c:v>197.97</c:v>
                </c:pt>
                <c:pt idx="26497">
                  <c:v>125.46</c:v>
                </c:pt>
                <c:pt idx="26498">
                  <c:v>126.49</c:v>
                </c:pt>
                <c:pt idx="26499">
                  <c:v>224.36</c:v>
                </c:pt>
                <c:pt idx="26500">
                  <c:v>197.92</c:v>
                </c:pt>
                <c:pt idx="26501">
                  <c:v>112.18</c:v>
                </c:pt>
                <c:pt idx="26502">
                  <c:v>131.97999999999999</c:v>
                </c:pt>
                <c:pt idx="26503">
                  <c:v>217.03</c:v>
                </c:pt>
                <c:pt idx="26504">
                  <c:v>-125.46</c:v>
                </c:pt>
                <c:pt idx="26505">
                  <c:v>196.65</c:v>
                </c:pt>
                <c:pt idx="26506">
                  <c:v>190.49</c:v>
                </c:pt>
                <c:pt idx="26507">
                  <c:v>130</c:v>
                </c:pt>
                <c:pt idx="26508">
                  <c:v>53.97</c:v>
                </c:pt>
                <c:pt idx="26509">
                  <c:v>53.97</c:v>
                </c:pt>
                <c:pt idx="26510">
                  <c:v>53.97</c:v>
                </c:pt>
                <c:pt idx="26511">
                  <c:v>101.04</c:v>
                </c:pt>
                <c:pt idx="26512">
                  <c:v>51.98</c:v>
                </c:pt>
                <c:pt idx="26513">
                  <c:v>34.49</c:v>
                </c:pt>
                <c:pt idx="26514">
                  <c:v>67.48</c:v>
                </c:pt>
                <c:pt idx="26515">
                  <c:v>62.98</c:v>
                </c:pt>
                <c:pt idx="26516">
                  <c:v>112.94</c:v>
                </c:pt>
                <c:pt idx="26517">
                  <c:v>31.48</c:v>
                </c:pt>
                <c:pt idx="26518">
                  <c:v>72.97</c:v>
                </c:pt>
                <c:pt idx="26519">
                  <c:v>79.97</c:v>
                </c:pt>
                <c:pt idx="26520">
                  <c:v>54.98</c:v>
                </c:pt>
                <c:pt idx="26521">
                  <c:v>59.47</c:v>
                </c:pt>
                <c:pt idx="26522">
                  <c:v>52.97</c:v>
                </c:pt>
                <c:pt idx="26523">
                  <c:v>183.74</c:v>
                </c:pt>
                <c:pt idx="26524">
                  <c:v>131.97999999999999</c:v>
                </c:pt>
                <c:pt idx="26525">
                  <c:v>152.97</c:v>
                </c:pt>
                <c:pt idx="26526">
                  <c:v>157.86000000000001</c:v>
                </c:pt>
                <c:pt idx="26527">
                  <c:v>152.97</c:v>
                </c:pt>
                <c:pt idx="26528">
                  <c:v>178.85</c:v>
                </c:pt>
                <c:pt idx="26529">
                  <c:v>138.97</c:v>
                </c:pt>
                <c:pt idx="26530">
                  <c:v>173.96</c:v>
                </c:pt>
                <c:pt idx="26531">
                  <c:v>63.88</c:v>
                </c:pt>
                <c:pt idx="26532">
                  <c:v>152.97</c:v>
                </c:pt>
                <c:pt idx="26533">
                  <c:v>110.97</c:v>
                </c:pt>
                <c:pt idx="26534">
                  <c:v>194.95</c:v>
                </c:pt>
                <c:pt idx="26535">
                  <c:v>83.97</c:v>
                </c:pt>
                <c:pt idx="26536">
                  <c:v>68.86</c:v>
                </c:pt>
                <c:pt idx="26537">
                  <c:v>64.989999999999995</c:v>
                </c:pt>
                <c:pt idx="26538">
                  <c:v>97.97</c:v>
                </c:pt>
                <c:pt idx="26539">
                  <c:v>99.99</c:v>
                </c:pt>
                <c:pt idx="26540">
                  <c:v>26.09</c:v>
                </c:pt>
                <c:pt idx="26541">
                  <c:v>31.09</c:v>
                </c:pt>
                <c:pt idx="26542">
                  <c:v>29.09</c:v>
                </c:pt>
                <c:pt idx="26543">
                  <c:v>23.09</c:v>
                </c:pt>
                <c:pt idx="26544">
                  <c:v>69.95</c:v>
                </c:pt>
                <c:pt idx="26545">
                  <c:v>83.98</c:v>
                </c:pt>
                <c:pt idx="26546">
                  <c:v>37.479999999999997</c:v>
                </c:pt>
                <c:pt idx="26547">
                  <c:v>131.97999999999999</c:v>
                </c:pt>
                <c:pt idx="26548">
                  <c:v>131.97999999999999</c:v>
                </c:pt>
                <c:pt idx="26549">
                  <c:v>146.97</c:v>
                </c:pt>
                <c:pt idx="26550">
                  <c:v>131.86000000000001</c:v>
                </c:pt>
                <c:pt idx="26551">
                  <c:v>146.97</c:v>
                </c:pt>
                <c:pt idx="26552">
                  <c:v>157.96</c:v>
                </c:pt>
                <c:pt idx="26553">
                  <c:v>61.18</c:v>
                </c:pt>
                <c:pt idx="26554">
                  <c:v>80.98</c:v>
                </c:pt>
                <c:pt idx="26555">
                  <c:v>80.98</c:v>
                </c:pt>
                <c:pt idx="26556">
                  <c:v>138.87</c:v>
                </c:pt>
                <c:pt idx="26557">
                  <c:v>80.98</c:v>
                </c:pt>
                <c:pt idx="26558">
                  <c:v>121.98</c:v>
                </c:pt>
                <c:pt idx="26559">
                  <c:v>131.97999999999999</c:v>
                </c:pt>
                <c:pt idx="26560">
                  <c:v>155.16999999999999</c:v>
                </c:pt>
                <c:pt idx="26561">
                  <c:v>77.099999999999994</c:v>
                </c:pt>
                <c:pt idx="26562">
                  <c:v>64.98</c:v>
                </c:pt>
                <c:pt idx="26563">
                  <c:v>34.99</c:v>
                </c:pt>
                <c:pt idx="26564">
                  <c:v>57.98</c:v>
                </c:pt>
                <c:pt idx="26565">
                  <c:v>169.98</c:v>
                </c:pt>
                <c:pt idx="26566">
                  <c:v>84.99</c:v>
                </c:pt>
                <c:pt idx="26567">
                  <c:v>169.98</c:v>
                </c:pt>
                <c:pt idx="26568">
                  <c:v>169.98</c:v>
                </c:pt>
                <c:pt idx="26569">
                  <c:v>131.97999999999999</c:v>
                </c:pt>
                <c:pt idx="26570">
                  <c:v>131.97999999999999</c:v>
                </c:pt>
                <c:pt idx="26571">
                  <c:v>98.98</c:v>
                </c:pt>
                <c:pt idx="26572">
                  <c:v>89.98</c:v>
                </c:pt>
                <c:pt idx="26573">
                  <c:v>64.98</c:v>
                </c:pt>
                <c:pt idx="26574">
                  <c:v>154.94999999999999</c:v>
                </c:pt>
                <c:pt idx="26575">
                  <c:v>168.14</c:v>
                </c:pt>
                <c:pt idx="26576">
                  <c:v>154.94</c:v>
                </c:pt>
                <c:pt idx="26577">
                  <c:v>100.39</c:v>
                </c:pt>
                <c:pt idx="26578">
                  <c:v>67.739999999999995</c:v>
                </c:pt>
                <c:pt idx="26579">
                  <c:v>59.96</c:v>
                </c:pt>
                <c:pt idx="26580">
                  <c:v>31.28</c:v>
                </c:pt>
                <c:pt idx="26581">
                  <c:v>59.96</c:v>
                </c:pt>
                <c:pt idx="26582">
                  <c:v>94.95</c:v>
                </c:pt>
                <c:pt idx="26583">
                  <c:v>94.96</c:v>
                </c:pt>
                <c:pt idx="26584">
                  <c:v>59.96</c:v>
                </c:pt>
                <c:pt idx="26585">
                  <c:v>199.92</c:v>
                </c:pt>
                <c:pt idx="26586">
                  <c:v>154.93</c:v>
                </c:pt>
                <c:pt idx="26587">
                  <c:v>75.97</c:v>
                </c:pt>
                <c:pt idx="26588">
                  <c:v>86.93</c:v>
                </c:pt>
                <c:pt idx="26589">
                  <c:v>162.75</c:v>
                </c:pt>
                <c:pt idx="26590">
                  <c:v>172.21</c:v>
                </c:pt>
                <c:pt idx="26591">
                  <c:v>213.27</c:v>
                </c:pt>
                <c:pt idx="26592">
                  <c:v>69.989999999999995</c:v>
                </c:pt>
                <c:pt idx="26593">
                  <c:v>17.489999999999998</c:v>
                </c:pt>
                <c:pt idx="26594">
                  <c:v>13.49</c:v>
                </c:pt>
                <c:pt idx="26595">
                  <c:v>21.49</c:v>
                </c:pt>
                <c:pt idx="26596">
                  <c:v>14.24</c:v>
                </c:pt>
                <c:pt idx="26597">
                  <c:v>96.97</c:v>
                </c:pt>
                <c:pt idx="26598">
                  <c:v>57.76</c:v>
                </c:pt>
                <c:pt idx="26599">
                  <c:v>133.59</c:v>
                </c:pt>
                <c:pt idx="26600">
                  <c:v>133.59</c:v>
                </c:pt>
                <c:pt idx="26601">
                  <c:v>49.99</c:v>
                </c:pt>
                <c:pt idx="26602">
                  <c:v>73.569999999999993</c:v>
                </c:pt>
                <c:pt idx="26603">
                  <c:v>-23</c:v>
                </c:pt>
                <c:pt idx="26604">
                  <c:v>54.99</c:v>
                </c:pt>
                <c:pt idx="26605">
                  <c:v>75.97</c:v>
                </c:pt>
                <c:pt idx="26606">
                  <c:v>67.48</c:v>
                </c:pt>
                <c:pt idx="26607">
                  <c:v>151.94</c:v>
                </c:pt>
                <c:pt idx="26608">
                  <c:v>74.989999999999995</c:v>
                </c:pt>
                <c:pt idx="26609">
                  <c:v>94.99</c:v>
                </c:pt>
                <c:pt idx="26610">
                  <c:v>104.98</c:v>
                </c:pt>
                <c:pt idx="26611">
                  <c:v>179.05</c:v>
                </c:pt>
                <c:pt idx="26612">
                  <c:v>269.89999999999998</c:v>
                </c:pt>
                <c:pt idx="26613">
                  <c:v>309.95999999999998</c:v>
                </c:pt>
                <c:pt idx="26614">
                  <c:v>99.96</c:v>
                </c:pt>
                <c:pt idx="26615">
                  <c:v>229.97</c:v>
                </c:pt>
                <c:pt idx="26616">
                  <c:v>106.97</c:v>
                </c:pt>
                <c:pt idx="26617">
                  <c:v>471.04</c:v>
                </c:pt>
                <c:pt idx="26618">
                  <c:v>151.96</c:v>
                </c:pt>
                <c:pt idx="26619">
                  <c:v>87.97</c:v>
                </c:pt>
                <c:pt idx="26620">
                  <c:v>63.98</c:v>
                </c:pt>
                <c:pt idx="26621">
                  <c:v>99.99</c:v>
                </c:pt>
                <c:pt idx="26622">
                  <c:v>51.96</c:v>
                </c:pt>
                <c:pt idx="26623">
                  <c:v>70.98</c:v>
                </c:pt>
                <c:pt idx="26624">
                  <c:v>151.74</c:v>
                </c:pt>
                <c:pt idx="26625">
                  <c:v>51.96</c:v>
                </c:pt>
                <c:pt idx="26626">
                  <c:v>87.97</c:v>
                </c:pt>
                <c:pt idx="26627">
                  <c:v>64.98</c:v>
                </c:pt>
                <c:pt idx="26628">
                  <c:v>55.39</c:v>
                </c:pt>
                <c:pt idx="26629">
                  <c:v>98.92</c:v>
                </c:pt>
                <c:pt idx="26630">
                  <c:v>84.99</c:v>
                </c:pt>
                <c:pt idx="26631">
                  <c:v>169.97</c:v>
                </c:pt>
                <c:pt idx="26632">
                  <c:v>161.04</c:v>
                </c:pt>
                <c:pt idx="26633">
                  <c:v>99.98</c:v>
                </c:pt>
                <c:pt idx="26634">
                  <c:v>136.97</c:v>
                </c:pt>
                <c:pt idx="26635">
                  <c:v>131.97999999999999</c:v>
                </c:pt>
                <c:pt idx="26636">
                  <c:v>65.989999999999995</c:v>
                </c:pt>
                <c:pt idx="26637">
                  <c:v>99.47</c:v>
                </c:pt>
                <c:pt idx="26638">
                  <c:v>39.89</c:v>
                </c:pt>
                <c:pt idx="26639">
                  <c:v>50.98</c:v>
                </c:pt>
                <c:pt idx="26640">
                  <c:v>59.98</c:v>
                </c:pt>
                <c:pt idx="26641">
                  <c:v>41.49</c:v>
                </c:pt>
                <c:pt idx="26642">
                  <c:v>51.98</c:v>
                </c:pt>
                <c:pt idx="26643">
                  <c:v>108.82</c:v>
                </c:pt>
                <c:pt idx="26644">
                  <c:v>59.47</c:v>
                </c:pt>
                <c:pt idx="26645">
                  <c:v>55.97</c:v>
                </c:pt>
                <c:pt idx="26646">
                  <c:v>27.49</c:v>
                </c:pt>
                <c:pt idx="26647">
                  <c:v>-36.99</c:v>
                </c:pt>
                <c:pt idx="26648">
                  <c:v>38.49</c:v>
                </c:pt>
                <c:pt idx="26649">
                  <c:v>-1.5</c:v>
                </c:pt>
                <c:pt idx="26650">
                  <c:v>53.97</c:v>
                </c:pt>
                <c:pt idx="26651">
                  <c:v>53.97</c:v>
                </c:pt>
                <c:pt idx="26652">
                  <c:v>84.99</c:v>
                </c:pt>
                <c:pt idx="26653">
                  <c:v>137.97999999999999</c:v>
                </c:pt>
                <c:pt idx="26654">
                  <c:v>84.99</c:v>
                </c:pt>
                <c:pt idx="26655">
                  <c:v>152.97999999999999</c:v>
                </c:pt>
                <c:pt idx="26656">
                  <c:v>65.989999999999995</c:v>
                </c:pt>
                <c:pt idx="26657">
                  <c:v>84.99</c:v>
                </c:pt>
                <c:pt idx="26658">
                  <c:v>84.99</c:v>
                </c:pt>
                <c:pt idx="26659">
                  <c:v>65.989999999999995</c:v>
                </c:pt>
                <c:pt idx="26660">
                  <c:v>65.989999999999995</c:v>
                </c:pt>
                <c:pt idx="26661">
                  <c:v>65.989999999999995</c:v>
                </c:pt>
                <c:pt idx="26662">
                  <c:v>84.99</c:v>
                </c:pt>
                <c:pt idx="26663">
                  <c:v>63.89</c:v>
                </c:pt>
                <c:pt idx="26664">
                  <c:v>65.989999999999995</c:v>
                </c:pt>
                <c:pt idx="26665">
                  <c:v>131.97999999999999</c:v>
                </c:pt>
                <c:pt idx="26666">
                  <c:v>84.99</c:v>
                </c:pt>
                <c:pt idx="26667">
                  <c:v>84.99</c:v>
                </c:pt>
                <c:pt idx="26668">
                  <c:v>65.989999999999995</c:v>
                </c:pt>
                <c:pt idx="26669">
                  <c:v>131.97999999999999</c:v>
                </c:pt>
                <c:pt idx="26670">
                  <c:v>84.99</c:v>
                </c:pt>
                <c:pt idx="26671">
                  <c:v>84.99</c:v>
                </c:pt>
                <c:pt idx="26672">
                  <c:v>65.989999999999995</c:v>
                </c:pt>
                <c:pt idx="26673">
                  <c:v>84.99</c:v>
                </c:pt>
                <c:pt idx="26674">
                  <c:v>84.99</c:v>
                </c:pt>
                <c:pt idx="26675">
                  <c:v>84.99</c:v>
                </c:pt>
                <c:pt idx="26676">
                  <c:v>65.989999999999995</c:v>
                </c:pt>
                <c:pt idx="26677">
                  <c:v>75.09</c:v>
                </c:pt>
                <c:pt idx="26678">
                  <c:v>134.97999999999999</c:v>
                </c:pt>
                <c:pt idx="26679">
                  <c:v>134.97999999999999</c:v>
                </c:pt>
                <c:pt idx="26680">
                  <c:v>65.989999999999995</c:v>
                </c:pt>
                <c:pt idx="26681">
                  <c:v>84.99</c:v>
                </c:pt>
                <c:pt idx="26682">
                  <c:v>84.99</c:v>
                </c:pt>
                <c:pt idx="26683">
                  <c:v>153.97999999999999</c:v>
                </c:pt>
                <c:pt idx="26684">
                  <c:v>84.99</c:v>
                </c:pt>
                <c:pt idx="26685">
                  <c:v>68.989999999999995</c:v>
                </c:pt>
                <c:pt idx="26686">
                  <c:v>20.29</c:v>
                </c:pt>
                <c:pt idx="26687">
                  <c:v>51.94</c:v>
                </c:pt>
                <c:pt idx="26688">
                  <c:v>153.93</c:v>
                </c:pt>
                <c:pt idx="26689">
                  <c:v>89.97</c:v>
                </c:pt>
                <c:pt idx="26690">
                  <c:v>67.709999999999994</c:v>
                </c:pt>
                <c:pt idx="26691">
                  <c:v>46.92</c:v>
                </c:pt>
                <c:pt idx="26692">
                  <c:v>31.28</c:v>
                </c:pt>
                <c:pt idx="26693">
                  <c:v>40.49</c:v>
                </c:pt>
                <c:pt idx="26694">
                  <c:v>40.49</c:v>
                </c:pt>
                <c:pt idx="26695">
                  <c:v>89.97</c:v>
                </c:pt>
                <c:pt idx="26696">
                  <c:v>80.97</c:v>
                </c:pt>
                <c:pt idx="26697">
                  <c:v>89.97</c:v>
                </c:pt>
                <c:pt idx="26698">
                  <c:v>89.97</c:v>
                </c:pt>
                <c:pt idx="26699">
                  <c:v>53.98</c:v>
                </c:pt>
                <c:pt idx="26700">
                  <c:v>150.26</c:v>
                </c:pt>
                <c:pt idx="26701">
                  <c:v>77.97</c:v>
                </c:pt>
                <c:pt idx="26702">
                  <c:v>84.97</c:v>
                </c:pt>
                <c:pt idx="26703">
                  <c:v>119.96</c:v>
                </c:pt>
                <c:pt idx="26704">
                  <c:v>65.989999999999995</c:v>
                </c:pt>
                <c:pt idx="26705">
                  <c:v>74.97</c:v>
                </c:pt>
                <c:pt idx="26706">
                  <c:v>89.97</c:v>
                </c:pt>
                <c:pt idx="26707">
                  <c:v>59.98</c:v>
                </c:pt>
                <c:pt idx="26708">
                  <c:v>89.97</c:v>
                </c:pt>
                <c:pt idx="26709">
                  <c:v>89.97</c:v>
                </c:pt>
                <c:pt idx="26710">
                  <c:v>89.97</c:v>
                </c:pt>
                <c:pt idx="26711">
                  <c:v>80.91</c:v>
                </c:pt>
                <c:pt idx="26712">
                  <c:v>81.069999999999993</c:v>
                </c:pt>
                <c:pt idx="26713">
                  <c:v>89.97</c:v>
                </c:pt>
                <c:pt idx="26714">
                  <c:v>83.45</c:v>
                </c:pt>
                <c:pt idx="26715">
                  <c:v>83.45</c:v>
                </c:pt>
                <c:pt idx="26716">
                  <c:v>151.15</c:v>
                </c:pt>
                <c:pt idx="26717">
                  <c:v>117.98</c:v>
                </c:pt>
                <c:pt idx="26718">
                  <c:v>24.68</c:v>
                </c:pt>
                <c:pt idx="26719">
                  <c:v>150.97</c:v>
                </c:pt>
                <c:pt idx="26720">
                  <c:v>74.97</c:v>
                </c:pt>
                <c:pt idx="26721">
                  <c:v>75.959999999999994</c:v>
                </c:pt>
                <c:pt idx="26722">
                  <c:v>125.97</c:v>
                </c:pt>
                <c:pt idx="26723">
                  <c:v>53.57</c:v>
                </c:pt>
                <c:pt idx="26724">
                  <c:v>17.489999999999998</c:v>
                </c:pt>
                <c:pt idx="26725">
                  <c:v>50.97</c:v>
                </c:pt>
                <c:pt idx="26726">
                  <c:v>39.479999999999997</c:v>
                </c:pt>
                <c:pt idx="26727">
                  <c:v>17.489999999999998</c:v>
                </c:pt>
                <c:pt idx="26728">
                  <c:v>55.64</c:v>
                </c:pt>
                <c:pt idx="26729">
                  <c:v>157.26</c:v>
                </c:pt>
                <c:pt idx="26730">
                  <c:v>119.37</c:v>
                </c:pt>
                <c:pt idx="26731">
                  <c:v>92.54</c:v>
                </c:pt>
                <c:pt idx="26732">
                  <c:v>114.54</c:v>
                </c:pt>
                <c:pt idx="26733">
                  <c:v>108.88</c:v>
                </c:pt>
                <c:pt idx="26734">
                  <c:v>153.62</c:v>
                </c:pt>
                <c:pt idx="26735">
                  <c:v>108.88</c:v>
                </c:pt>
                <c:pt idx="26736">
                  <c:v>127.01</c:v>
                </c:pt>
                <c:pt idx="26737">
                  <c:v>121.93</c:v>
                </c:pt>
                <c:pt idx="26738">
                  <c:v>159.68</c:v>
                </c:pt>
                <c:pt idx="26739">
                  <c:v>215.32</c:v>
                </c:pt>
                <c:pt idx="26740">
                  <c:v>128.22</c:v>
                </c:pt>
                <c:pt idx="26741">
                  <c:v>134.29</c:v>
                </c:pt>
                <c:pt idx="26742">
                  <c:v>102.83</c:v>
                </c:pt>
                <c:pt idx="26743">
                  <c:v>37.46</c:v>
                </c:pt>
                <c:pt idx="26744">
                  <c:v>41.49</c:v>
                </c:pt>
                <c:pt idx="26745">
                  <c:v>46.45</c:v>
                </c:pt>
                <c:pt idx="26746">
                  <c:v>101.75</c:v>
                </c:pt>
                <c:pt idx="26747">
                  <c:v>51.76</c:v>
                </c:pt>
                <c:pt idx="26748">
                  <c:v>69.989999999999995</c:v>
                </c:pt>
                <c:pt idx="26749">
                  <c:v>83.48</c:v>
                </c:pt>
                <c:pt idx="26750">
                  <c:v>67.98</c:v>
                </c:pt>
                <c:pt idx="26751">
                  <c:v>85.46</c:v>
                </c:pt>
                <c:pt idx="26752">
                  <c:v>269.95999999999998</c:v>
                </c:pt>
                <c:pt idx="26753">
                  <c:v>269.95999999999998</c:v>
                </c:pt>
                <c:pt idx="26754">
                  <c:v>257.83999999999997</c:v>
                </c:pt>
                <c:pt idx="26755">
                  <c:v>257.83999999999997</c:v>
                </c:pt>
                <c:pt idx="26756">
                  <c:v>205.95</c:v>
                </c:pt>
                <c:pt idx="26757">
                  <c:v>269.95999999999998</c:v>
                </c:pt>
                <c:pt idx="26758">
                  <c:v>197.97</c:v>
                </c:pt>
                <c:pt idx="26759">
                  <c:v>269.95999999999998</c:v>
                </c:pt>
                <c:pt idx="26760">
                  <c:v>269.95999999999998</c:v>
                </c:pt>
                <c:pt idx="26761">
                  <c:v>169.98</c:v>
                </c:pt>
                <c:pt idx="26762">
                  <c:v>197.97</c:v>
                </c:pt>
                <c:pt idx="26763">
                  <c:v>267.26</c:v>
                </c:pt>
                <c:pt idx="26764">
                  <c:v>169.98</c:v>
                </c:pt>
                <c:pt idx="26765">
                  <c:v>269.95999999999998</c:v>
                </c:pt>
                <c:pt idx="26766">
                  <c:v>146.97</c:v>
                </c:pt>
                <c:pt idx="26767">
                  <c:v>169.98</c:v>
                </c:pt>
                <c:pt idx="26768">
                  <c:v>244.96</c:v>
                </c:pt>
                <c:pt idx="26769">
                  <c:v>154.97</c:v>
                </c:pt>
                <c:pt idx="26770">
                  <c:v>185.97</c:v>
                </c:pt>
                <c:pt idx="26771">
                  <c:v>185.97</c:v>
                </c:pt>
                <c:pt idx="26772">
                  <c:v>169.98</c:v>
                </c:pt>
                <c:pt idx="26773">
                  <c:v>244.96</c:v>
                </c:pt>
                <c:pt idx="26774">
                  <c:v>205.95</c:v>
                </c:pt>
                <c:pt idx="26775">
                  <c:v>143.19</c:v>
                </c:pt>
                <c:pt idx="26776">
                  <c:v>146.97</c:v>
                </c:pt>
                <c:pt idx="26777">
                  <c:v>154.97</c:v>
                </c:pt>
                <c:pt idx="26778">
                  <c:v>267.26</c:v>
                </c:pt>
                <c:pt idx="26779">
                  <c:v>143.19</c:v>
                </c:pt>
                <c:pt idx="26780">
                  <c:v>151.96</c:v>
                </c:pt>
                <c:pt idx="26781">
                  <c:v>75.98</c:v>
                </c:pt>
                <c:pt idx="26782">
                  <c:v>75.98</c:v>
                </c:pt>
                <c:pt idx="26783">
                  <c:v>29.98</c:v>
                </c:pt>
                <c:pt idx="26784">
                  <c:v>32.229999999999997</c:v>
                </c:pt>
                <c:pt idx="26785">
                  <c:v>31.48</c:v>
                </c:pt>
                <c:pt idx="26786">
                  <c:v>31.48</c:v>
                </c:pt>
                <c:pt idx="26787">
                  <c:v>54.98</c:v>
                </c:pt>
                <c:pt idx="26788">
                  <c:v>152.97999999999999</c:v>
                </c:pt>
                <c:pt idx="26789">
                  <c:v>152.96</c:v>
                </c:pt>
                <c:pt idx="26790">
                  <c:v>152.97</c:v>
                </c:pt>
                <c:pt idx="26791">
                  <c:v>131.97999999999999</c:v>
                </c:pt>
                <c:pt idx="26792">
                  <c:v>169.98</c:v>
                </c:pt>
                <c:pt idx="26793">
                  <c:v>169.98</c:v>
                </c:pt>
                <c:pt idx="26794">
                  <c:v>159.97999999999999</c:v>
                </c:pt>
                <c:pt idx="26795">
                  <c:v>184.97</c:v>
                </c:pt>
                <c:pt idx="26796">
                  <c:v>175.95</c:v>
                </c:pt>
                <c:pt idx="26797">
                  <c:v>169.98</c:v>
                </c:pt>
                <c:pt idx="26798">
                  <c:v>184.97</c:v>
                </c:pt>
                <c:pt idx="26799">
                  <c:v>185.97</c:v>
                </c:pt>
                <c:pt idx="26800">
                  <c:v>178.17</c:v>
                </c:pt>
                <c:pt idx="26801">
                  <c:v>185.97</c:v>
                </c:pt>
                <c:pt idx="26802">
                  <c:v>100.98</c:v>
                </c:pt>
                <c:pt idx="26803">
                  <c:v>184.97</c:v>
                </c:pt>
                <c:pt idx="26804">
                  <c:v>169.98</c:v>
                </c:pt>
                <c:pt idx="26805">
                  <c:v>234.96</c:v>
                </c:pt>
                <c:pt idx="26806">
                  <c:v>75.13</c:v>
                </c:pt>
                <c:pt idx="26807">
                  <c:v>76.459999999999994</c:v>
                </c:pt>
                <c:pt idx="26808">
                  <c:v>22.48</c:v>
                </c:pt>
                <c:pt idx="26809">
                  <c:v>22.73</c:v>
                </c:pt>
                <c:pt idx="26810">
                  <c:v>11.49</c:v>
                </c:pt>
                <c:pt idx="26811">
                  <c:v>36.479999999999997</c:v>
                </c:pt>
                <c:pt idx="26812">
                  <c:v>19.18</c:v>
                </c:pt>
                <c:pt idx="26813">
                  <c:v>150.18</c:v>
                </c:pt>
                <c:pt idx="26814">
                  <c:v>150.18</c:v>
                </c:pt>
                <c:pt idx="26815">
                  <c:v>39.479999999999997</c:v>
                </c:pt>
                <c:pt idx="26816">
                  <c:v>33.99</c:v>
                </c:pt>
                <c:pt idx="26817">
                  <c:v>133.08000000000001</c:v>
                </c:pt>
                <c:pt idx="26818">
                  <c:v>165.69</c:v>
                </c:pt>
                <c:pt idx="26819">
                  <c:v>149.97</c:v>
                </c:pt>
                <c:pt idx="26820">
                  <c:v>153.97999999999999</c:v>
                </c:pt>
                <c:pt idx="26821">
                  <c:v>84.99</c:v>
                </c:pt>
                <c:pt idx="26822">
                  <c:v>65.989999999999995</c:v>
                </c:pt>
                <c:pt idx="26823">
                  <c:v>84.99</c:v>
                </c:pt>
                <c:pt idx="26824">
                  <c:v>64.98</c:v>
                </c:pt>
                <c:pt idx="26825">
                  <c:v>84.99</c:v>
                </c:pt>
                <c:pt idx="26826">
                  <c:v>84.99</c:v>
                </c:pt>
                <c:pt idx="26827">
                  <c:v>68.989999999999995</c:v>
                </c:pt>
                <c:pt idx="26828">
                  <c:v>84.99</c:v>
                </c:pt>
                <c:pt idx="26829">
                  <c:v>80.180000000000007</c:v>
                </c:pt>
                <c:pt idx="26830">
                  <c:v>68.989999999999995</c:v>
                </c:pt>
                <c:pt idx="26831">
                  <c:v>99.98</c:v>
                </c:pt>
                <c:pt idx="26832">
                  <c:v>99.98</c:v>
                </c:pt>
                <c:pt idx="26833">
                  <c:v>71.489999999999995</c:v>
                </c:pt>
                <c:pt idx="26834">
                  <c:v>84.99</c:v>
                </c:pt>
                <c:pt idx="26835">
                  <c:v>111.98</c:v>
                </c:pt>
                <c:pt idx="26836">
                  <c:v>68.989999999999995</c:v>
                </c:pt>
                <c:pt idx="26837">
                  <c:v>84.99</c:v>
                </c:pt>
                <c:pt idx="26838">
                  <c:v>95.28</c:v>
                </c:pt>
                <c:pt idx="26839">
                  <c:v>68.989999999999995</c:v>
                </c:pt>
                <c:pt idx="26840">
                  <c:v>99.98</c:v>
                </c:pt>
                <c:pt idx="26841">
                  <c:v>137.97999999999999</c:v>
                </c:pt>
                <c:pt idx="26842">
                  <c:v>84.99</c:v>
                </c:pt>
                <c:pt idx="26843">
                  <c:v>99.98</c:v>
                </c:pt>
                <c:pt idx="26844">
                  <c:v>65.989999999999995</c:v>
                </c:pt>
                <c:pt idx="26845">
                  <c:v>62.69</c:v>
                </c:pt>
                <c:pt idx="26846">
                  <c:v>64.98</c:v>
                </c:pt>
                <c:pt idx="26847">
                  <c:v>132.97</c:v>
                </c:pt>
                <c:pt idx="26848">
                  <c:v>89.97</c:v>
                </c:pt>
                <c:pt idx="26849">
                  <c:v>59.98</c:v>
                </c:pt>
                <c:pt idx="26850">
                  <c:v>59.98</c:v>
                </c:pt>
                <c:pt idx="26851">
                  <c:v>89.97</c:v>
                </c:pt>
                <c:pt idx="26852">
                  <c:v>81.97</c:v>
                </c:pt>
                <c:pt idx="26853">
                  <c:v>149.97</c:v>
                </c:pt>
                <c:pt idx="26854">
                  <c:v>149.97</c:v>
                </c:pt>
                <c:pt idx="26855">
                  <c:v>149.97</c:v>
                </c:pt>
                <c:pt idx="26856">
                  <c:v>149.94</c:v>
                </c:pt>
                <c:pt idx="26857">
                  <c:v>149.97</c:v>
                </c:pt>
                <c:pt idx="26858">
                  <c:v>149.97</c:v>
                </c:pt>
                <c:pt idx="26859">
                  <c:v>271.85000000000002</c:v>
                </c:pt>
                <c:pt idx="26860">
                  <c:v>190.16</c:v>
                </c:pt>
                <c:pt idx="26861">
                  <c:v>294.95999999999998</c:v>
                </c:pt>
                <c:pt idx="26862">
                  <c:v>76.87</c:v>
                </c:pt>
                <c:pt idx="26863">
                  <c:v>187.97</c:v>
                </c:pt>
                <c:pt idx="26864">
                  <c:v>187.97</c:v>
                </c:pt>
                <c:pt idx="26865">
                  <c:v>102.97</c:v>
                </c:pt>
                <c:pt idx="26866">
                  <c:v>82.43</c:v>
                </c:pt>
                <c:pt idx="26867">
                  <c:v>41.48</c:v>
                </c:pt>
                <c:pt idx="26868">
                  <c:v>99.99</c:v>
                </c:pt>
                <c:pt idx="26869">
                  <c:v>153.94</c:v>
                </c:pt>
                <c:pt idx="26870">
                  <c:v>149.96</c:v>
                </c:pt>
                <c:pt idx="26871">
                  <c:v>149.94999999999999</c:v>
                </c:pt>
                <c:pt idx="26872">
                  <c:v>59.98</c:v>
                </c:pt>
                <c:pt idx="26873">
                  <c:v>89.97</c:v>
                </c:pt>
                <c:pt idx="26874">
                  <c:v>32.24</c:v>
                </c:pt>
                <c:pt idx="26875">
                  <c:v>32.24</c:v>
                </c:pt>
                <c:pt idx="26876">
                  <c:v>59.98</c:v>
                </c:pt>
                <c:pt idx="26877">
                  <c:v>89.97</c:v>
                </c:pt>
                <c:pt idx="26878">
                  <c:v>59.98</c:v>
                </c:pt>
                <c:pt idx="26879">
                  <c:v>149.94999999999999</c:v>
                </c:pt>
                <c:pt idx="26880">
                  <c:v>79.98</c:v>
                </c:pt>
                <c:pt idx="26881">
                  <c:v>89.97</c:v>
                </c:pt>
                <c:pt idx="26882">
                  <c:v>59.98</c:v>
                </c:pt>
                <c:pt idx="26883">
                  <c:v>147.96</c:v>
                </c:pt>
                <c:pt idx="26884">
                  <c:v>221.94</c:v>
                </c:pt>
                <c:pt idx="26885">
                  <c:v>147.96</c:v>
                </c:pt>
                <c:pt idx="26886">
                  <c:v>147.96</c:v>
                </c:pt>
                <c:pt idx="26887">
                  <c:v>110.97</c:v>
                </c:pt>
                <c:pt idx="26888">
                  <c:v>139.94999999999999</c:v>
                </c:pt>
                <c:pt idx="26889">
                  <c:v>221.94</c:v>
                </c:pt>
                <c:pt idx="26890">
                  <c:v>139.94999999999999</c:v>
                </c:pt>
                <c:pt idx="26891">
                  <c:v>147.96</c:v>
                </c:pt>
                <c:pt idx="26892">
                  <c:v>107.92</c:v>
                </c:pt>
                <c:pt idx="26893">
                  <c:v>202.88</c:v>
                </c:pt>
                <c:pt idx="26894">
                  <c:v>111.96</c:v>
                </c:pt>
                <c:pt idx="26895">
                  <c:v>73.98</c:v>
                </c:pt>
                <c:pt idx="26896">
                  <c:v>147.96</c:v>
                </c:pt>
                <c:pt idx="26897">
                  <c:v>147.96</c:v>
                </c:pt>
                <c:pt idx="26898">
                  <c:v>221.94</c:v>
                </c:pt>
                <c:pt idx="26899">
                  <c:v>110.97</c:v>
                </c:pt>
                <c:pt idx="26900">
                  <c:v>33.479999999999997</c:v>
                </c:pt>
                <c:pt idx="26901">
                  <c:v>56.98</c:v>
                </c:pt>
                <c:pt idx="26902">
                  <c:v>50.98</c:v>
                </c:pt>
                <c:pt idx="26903">
                  <c:v>149.94</c:v>
                </c:pt>
                <c:pt idx="26904">
                  <c:v>149.9</c:v>
                </c:pt>
                <c:pt idx="26905">
                  <c:v>149.9</c:v>
                </c:pt>
                <c:pt idx="26906">
                  <c:v>149.9</c:v>
                </c:pt>
                <c:pt idx="26907">
                  <c:v>149.9</c:v>
                </c:pt>
                <c:pt idx="26908">
                  <c:v>49.43</c:v>
                </c:pt>
                <c:pt idx="26909">
                  <c:v>89.94</c:v>
                </c:pt>
                <c:pt idx="26910">
                  <c:v>166.65</c:v>
                </c:pt>
                <c:pt idx="26911">
                  <c:v>92.87</c:v>
                </c:pt>
                <c:pt idx="26912">
                  <c:v>121.98</c:v>
                </c:pt>
                <c:pt idx="26913">
                  <c:v>65.989999999999995</c:v>
                </c:pt>
                <c:pt idx="26914">
                  <c:v>131.97999999999999</c:v>
                </c:pt>
                <c:pt idx="26915">
                  <c:v>56.98</c:v>
                </c:pt>
                <c:pt idx="26916">
                  <c:v>112.2</c:v>
                </c:pt>
                <c:pt idx="26917">
                  <c:v>43.48</c:v>
                </c:pt>
                <c:pt idx="26918">
                  <c:v>131.97999999999999</c:v>
                </c:pt>
                <c:pt idx="26919">
                  <c:v>135.28</c:v>
                </c:pt>
                <c:pt idx="26920">
                  <c:v>47.97</c:v>
                </c:pt>
                <c:pt idx="26921">
                  <c:v>61.31</c:v>
                </c:pt>
                <c:pt idx="26922">
                  <c:v>126.97</c:v>
                </c:pt>
                <c:pt idx="26923">
                  <c:v>65.989999999999995</c:v>
                </c:pt>
                <c:pt idx="26924">
                  <c:v>136.97</c:v>
                </c:pt>
                <c:pt idx="26925">
                  <c:v>92.87</c:v>
                </c:pt>
                <c:pt idx="26926">
                  <c:v>158.86000000000001</c:v>
                </c:pt>
                <c:pt idx="26927">
                  <c:v>154.47</c:v>
                </c:pt>
                <c:pt idx="26928">
                  <c:v>150.96</c:v>
                </c:pt>
                <c:pt idx="26929">
                  <c:v>54.99</c:v>
                </c:pt>
                <c:pt idx="26930">
                  <c:v>152.06</c:v>
                </c:pt>
                <c:pt idx="26931">
                  <c:v>79.98</c:v>
                </c:pt>
                <c:pt idx="26932">
                  <c:v>191.01</c:v>
                </c:pt>
                <c:pt idx="26933">
                  <c:v>100.32</c:v>
                </c:pt>
                <c:pt idx="26934">
                  <c:v>159.69999999999999</c:v>
                </c:pt>
                <c:pt idx="26935">
                  <c:v>147.6</c:v>
                </c:pt>
                <c:pt idx="26936">
                  <c:v>36.94</c:v>
                </c:pt>
                <c:pt idx="26937">
                  <c:v>101.97</c:v>
                </c:pt>
                <c:pt idx="26938">
                  <c:v>51.29</c:v>
                </c:pt>
                <c:pt idx="26939">
                  <c:v>28.28</c:v>
                </c:pt>
                <c:pt idx="26940">
                  <c:v>91.91</c:v>
                </c:pt>
                <c:pt idx="26941">
                  <c:v>75.959999999999994</c:v>
                </c:pt>
                <c:pt idx="26942">
                  <c:v>56.97</c:v>
                </c:pt>
                <c:pt idx="26943">
                  <c:v>94.97</c:v>
                </c:pt>
                <c:pt idx="26944">
                  <c:v>54.98</c:v>
                </c:pt>
                <c:pt idx="26945">
                  <c:v>59.96</c:v>
                </c:pt>
                <c:pt idx="26946">
                  <c:v>31.08</c:v>
                </c:pt>
                <c:pt idx="26947">
                  <c:v>131.97999999999999</c:v>
                </c:pt>
                <c:pt idx="26948">
                  <c:v>69.989999999999995</c:v>
                </c:pt>
                <c:pt idx="26949">
                  <c:v>125.21</c:v>
                </c:pt>
                <c:pt idx="26950">
                  <c:v>81.98</c:v>
                </c:pt>
                <c:pt idx="26951">
                  <c:v>151.27000000000001</c:v>
                </c:pt>
                <c:pt idx="26952">
                  <c:v>147.97</c:v>
                </c:pt>
                <c:pt idx="26953">
                  <c:v>147.97</c:v>
                </c:pt>
                <c:pt idx="26954">
                  <c:v>137.97</c:v>
                </c:pt>
                <c:pt idx="26955">
                  <c:v>60.95</c:v>
                </c:pt>
                <c:pt idx="26956">
                  <c:v>81.98</c:v>
                </c:pt>
                <c:pt idx="26957">
                  <c:v>147.97</c:v>
                </c:pt>
                <c:pt idx="26958">
                  <c:v>81.98</c:v>
                </c:pt>
                <c:pt idx="26959">
                  <c:v>147.97</c:v>
                </c:pt>
                <c:pt idx="26960">
                  <c:v>147.97</c:v>
                </c:pt>
                <c:pt idx="26961">
                  <c:v>71.489999999999995</c:v>
                </c:pt>
                <c:pt idx="26962">
                  <c:v>140.19</c:v>
                </c:pt>
                <c:pt idx="26963">
                  <c:v>147.97</c:v>
                </c:pt>
                <c:pt idx="26964">
                  <c:v>81.98</c:v>
                </c:pt>
                <c:pt idx="26965">
                  <c:v>147.97</c:v>
                </c:pt>
                <c:pt idx="26966">
                  <c:v>147.97</c:v>
                </c:pt>
                <c:pt idx="26967">
                  <c:v>41.49</c:v>
                </c:pt>
                <c:pt idx="26968">
                  <c:v>41.49</c:v>
                </c:pt>
                <c:pt idx="26969">
                  <c:v>40.49</c:v>
                </c:pt>
                <c:pt idx="26970">
                  <c:v>45.47</c:v>
                </c:pt>
                <c:pt idx="26971">
                  <c:v>94.96</c:v>
                </c:pt>
                <c:pt idx="26972">
                  <c:v>79.98</c:v>
                </c:pt>
                <c:pt idx="26973">
                  <c:v>68.989999999999995</c:v>
                </c:pt>
                <c:pt idx="26974">
                  <c:v>88.91</c:v>
                </c:pt>
                <c:pt idx="26975">
                  <c:v>148.96</c:v>
                </c:pt>
                <c:pt idx="26976">
                  <c:v>8.2899999999999991</c:v>
                </c:pt>
                <c:pt idx="26977">
                  <c:v>51.61</c:v>
                </c:pt>
                <c:pt idx="26978">
                  <c:v>21.49</c:v>
                </c:pt>
                <c:pt idx="26979">
                  <c:v>169.35</c:v>
                </c:pt>
                <c:pt idx="26980">
                  <c:v>62.88</c:v>
                </c:pt>
                <c:pt idx="26981">
                  <c:v>259.33999999999997</c:v>
                </c:pt>
                <c:pt idx="26982">
                  <c:v>208.07</c:v>
                </c:pt>
                <c:pt idx="26983">
                  <c:v>120.15</c:v>
                </c:pt>
                <c:pt idx="26984">
                  <c:v>319.39</c:v>
                </c:pt>
                <c:pt idx="26985">
                  <c:v>140.97</c:v>
                </c:pt>
                <c:pt idx="26986">
                  <c:v>147.57</c:v>
                </c:pt>
                <c:pt idx="26987">
                  <c:v>195.96</c:v>
                </c:pt>
                <c:pt idx="26988">
                  <c:v>382.28</c:v>
                </c:pt>
                <c:pt idx="26989">
                  <c:v>193.55</c:v>
                </c:pt>
                <c:pt idx="26990">
                  <c:v>29.48</c:v>
                </c:pt>
                <c:pt idx="26991">
                  <c:v>110.98</c:v>
                </c:pt>
                <c:pt idx="26992">
                  <c:v>29.49</c:v>
                </c:pt>
                <c:pt idx="26993">
                  <c:v>22.24</c:v>
                </c:pt>
                <c:pt idx="26994">
                  <c:v>29.49</c:v>
                </c:pt>
                <c:pt idx="26995">
                  <c:v>29.49</c:v>
                </c:pt>
                <c:pt idx="26996">
                  <c:v>56.97</c:v>
                </c:pt>
                <c:pt idx="26997">
                  <c:v>91.96</c:v>
                </c:pt>
                <c:pt idx="26998">
                  <c:v>64.989999999999995</c:v>
                </c:pt>
                <c:pt idx="26999">
                  <c:v>54.98</c:v>
                </c:pt>
                <c:pt idx="27000">
                  <c:v>63.96</c:v>
                </c:pt>
                <c:pt idx="27001">
                  <c:v>93.95</c:v>
                </c:pt>
                <c:pt idx="27002">
                  <c:v>54.98</c:v>
                </c:pt>
                <c:pt idx="27003">
                  <c:v>63.96</c:v>
                </c:pt>
                <c:pt idx="27004">
                  <c:v>64.989999999999995</c:v>
                </c:pt>
                <c:pt idx="27005">
                  <c:v>93.95</c:v>
                </c:pt>
                <c:pt idx="27006">
                  <c:v>63.98</c:v>
                </c:pt>
                <c:pt idx="27007">
                  <c:v>72.98</c:v>
                </c:pt>
                <c:pt idx="27008">
                  <c:v>136.94999999999999</c:v>
                </c:pt>
                <c:pt idx="27009">
                  <c:v>62.9</c:v>
                </c:pt>
                <c:pt idx="27010">
                  <c:v>26.6</c:v>
                </c:pt>
                <c:pt idx="27011">
                  <c:v>65.319999999999993</c:v>
                </c:pt>
                <c:pt idx="27012">
                  <c:v>155.06</c:v>
                </c:pt>
                <c:pt idx="27013">
                  <c:v>98.98</c:v>
                </c:pt>
                <c:pt idx="27014">
                  <c:v>197.96</c:v>
                </c:pt>
                <c:pt idx="27015">
                  <c:v>84.99</c:v>
                </c:pt>
                <c:pt idx="27016">
                  <c:v>84.99</c:v>
                </c:pt>
                <c:pt idx="27017">
                  <c:v>80.75</c:v>
                </c:pt>
                <c:pt idx="27018">
                  <c:v>84.99</c:v>
                </c:pt>
                <c:pt idx="27019">
                  <c:v>84.99</c:v>
                </c:pt>
                <c:pt idx="27020">
                  <c:v>79.98</c:v>
                </c:pt>
                <c:pt idx="27021">
                  <c:v>105.98</c:v>
                </c:pt>
                <c:pt idx="27022">
                  <c:v>88.34</c:v>
                </c:pt>
                <c:pt idx="27023">
                  <c:v>131.19999999999999</c:v>
                </c:pt>
                <c:pt idx="27024">
                  <c:v>183.97</c:v>
                </c:pt>
                <c:pt idx="27025">
                  <c:v>84.99</c:v>
                </c:pt>
                <c:pt idx="27026">
                  <c:v>84.99</c:v>
                </c:pt>
                <c:pt idx="27027">
                  <c:v>105.98</c:v>
                </c:pt>
                <c:pt idx="27028">
                  <c:v>164.5</c:v>
                </c:pt>
                <c:pt idx="27029">
                  <c:v>84.99</c:v>
                </c:pt>
                <c:pt idx="27030">
                  <c:v>141.97</c:v>
                </c:pt>
                <c:pt idx="27031">
                  <c:v>98.98</c:v>
                </c:pt>
                <c:pt idx="27032">
                  <c:v>124.98</c:v>
                </c:pt>
                <c:pt idx="27033">
                  <c:v>211.95</c:v>
                </c:pt>
                <c:pt idx="27034">
                  <c:v>162.94999999999999</c:v>
                </c:pt>
                <c:pt idx="27035">
                  <c:v>54.99</c:v>
                </c:pt>
                <c:pt idx="27036">
                  <c:v>46.77</c:v>
                </c:pt>
                <c:pt idx="27037">
                  <c:v>55.98</c:v>
                </c:pt>
                <c:pt idx="27038">
                  <c:v>74.97</c:v>
                </c:pt>
                <c:pt idx="27039">
                  <c:v>148.46</c:v>
                </c:pt>
                <c:pt idx="27040">
                  <c:v>179.96</c:v>
                </c:pt>
                <c:pt idx="27041">
                  <c:v>27.99</c:v>
                </c:pt>
                <c:pt idx="27042">
                  <c:v>269.94</c:v>
                </c:pt>
                <c:pt idx="27043">
                  <c:v>179.96</c:v>
                </c:pt>
                <c:pt idx="27044">
                  <c:v>179.96</c:v>
                </c:pt>
                <c:pt idx="27045">
                  <c:v>89.07</c:v>
                </c:pt>
                <c:pt idx="27046">
                  <c:v>111.96</c:v>
                </c:pt>
                <c:pt idx="27047">
                  <c:v>179.96</c:v>
                </c:pt>
                <c:pt idx="27048">
                  <c:v>203.14</c:v>
                </c:pt>
                <c:pt idx="27049">
                  <c:v>83.97</c:v>
                </c:pt>
                <c:pt idx="27050">
                  <c:v>269.94</c:v>
                </c:pt>
                <c:pt idx="27051">
                  <c:v>269.94</c:v>
                </c:pt>
                <c:pt idx="27052">
                  <c:v>125.95</c:v>
                </c:pt>
                <c:pt idx="27053">
                  <c:v>251.91</c:v>
                </c:pt>
                <c:pt idx="27054">
                  <c:v>179.96</c:v>
                </c:pt>
                <c:pt idx="27055">
                  <c:v>97.98</c:v>
                </c:pt>
                <c:pt idx="27056">
                  <c:v>98.37</c:v>
                </c:pt>
                <c:pt idx="27057">
                  <c:v>41.49</c:v>
                </c:pt>
                <c:pt idx="27058">
                  <c:v>150.96</c:v>
                </c:pt>
                <c:pt idx="27059">
                  <c:v>77.97</c:v>
                </c:pt>
                <c:pt idx="27060">
                  <c:v>72.97</c:v>
                </c:pt>
                <c:pt idx="27061">
                  <c:v>290.94</c:v>
                </c:pt>
                <c:pt idx="27062">
                  <c:v>278.95</c:v>
                </c:pt>
                <c:pt idx="27063">
                  <c:v>108.97</c:v>
                </c:pt>
                <c:pt idx="27064">
                  <c:v>84.99</c:v>
                </c:pt>
                <c:pt idx="27065">
                  <c:v>193.96</c:v>
                </c:pt>
                <c:pt idx="27066">
                  <c:v>278.95</c:v>
                </c:pt>
                <c:pt idx="27067">
                  <c:v>270.48</c:v>
                </c:pt>
                <c:pt idx="27068">
                  <c:v>131.44999999999999</c:v>
                </c:pt>
                <c:pt idx="27069">
                  <c:v>205.95</c:v>
                </c:pt>
                <c:pt idx="27070">
                  <c:v>278.95</c:v>
                </c:pt>
                <c:pt idx="27071">
                  <c:v>278.95</c:v>
                </c:pt>
                <c:pt idx="27072">
                  <c:v>265.94</c:v>
                </c:pt>
                <c:pt idx="27073">
                  <c:v>73.48</c:v>
                </c:pt>
                <c:pt idx="27074">
                  <c:v>162.36000000000001</c:v>
                </c:pt>
                <c:pt idx="27075">
                  <c:v>62.97</c:v>
                </c:pt>
                <c:pt idx="27076">
                  <c:v>99.22</c:v>
                </c:pt>
                <c:pt idx="27077">
                  <c:v>73.98</c:v>
                </c:pt>
                <c:pt idx="27078">
                  <c:v>73.98</c:v>
                </c:pt>
                <c:pt idx="27079">
                  <c:v>65.989999999999995</c:v>
                </c:pt>
                <c:pt idx="27080">
                  <c:v>17.489999999999998</c:v>
                </c:pt>
                <c:pt idx="27081">
                  <c:v>67.989999999999995</c:v>
                </c:pt>
                <c:pt idx="27082">
                  <c:v>79.989999999999995</c:v>
                </c:pt>
                <c:pt idx="27083">
                  <c:v>75.98</c:v>
                </c:pt>
                <c:pt idx="27084">
                  <c:v>51.98</c:v>
                </c:pt>
                <c:pt idx="27085">
                  <c:v>19.989999999999998</c:v>
                </c:pt>
                <c:pt idx="27086">
                  <c:v>79.98</c:v>
                </c:pt>
                <c:pt idx="27087">
                  <c:v>67.98</c:v>
                </c:pt>
                <c:pt idx="27088">
                  <c:v>81.98</c:v>
                </c:pt>
                <c:pt idx="27089">
                  <c:v>65.989999999999995</c:v>
                </c:pt>
                <c:pt idx="27090">
                  <c:v>30.23</c:v>
                </c:pt>
                <c:pt idx="27091">
                  <c:v>104.97</c:v>
                </c:pt>
                <c:pt idx="27092">
                  <c:v>59.98</c:v>
                </c:pt>
                <c:pt idx="27093">
                  <c:v>87.97</c:v>
                </c:pt>
                <c:pt idx="27094">
                  <c:v>67.95</c:v>
                </c:pt>
                <c:pt idx="27095">
                  <c:v>79.98</c:v>
                </c:pt>
                <c:pt idx="27096">
                  <c:v>66.540000000000006</c:v>
                </c:pt>
                <c:pt idx="27097">
                  <c:v>96.78</c:v>
                </c:pt>
                <c:pt idx="27098">
                  <c:v>163.30000000000001</c:v>
                </c:pt>
                <c:pt idx="27099">
                  <c:v>163.31</c:v>
                </c:pt>
                <c:pt idx="27100">
                  <c:v>90.71</c:v>
                </c:pt>
                <c:pt idx="27101">
                  <c:v>72.58</c:v>
                </c:pt>
                <c:pt idx="27102">
                  <c:v>150.97</c:v>
                </c:pt>
                <c:pt idx="27103">
                  <c:v>182.95</c:v>
                </c:pt>
                <c:pt idx="27104">
                  <c:v>137.77000000000001</c:v>
                </c:pt>
                <c:pt idx="27105">
                  <c:v>118.78</c:v>
                </c:pt>
                <c:pt idx="27106">
                  <c:v>150.97</c:v>
                </c:pt>
                <c:pt idx="27107">
                  <c:v>131.97999999999999</c:v>
                </c:pt>
                <c:pt idx="27108">
                  <c:v>150.97</c:v>
                </c:pt>
                <c:pt idx="27109">
                  <c:v>118.78</c:v>
                </c:pt>
                <c:pt idx="27110">
                  <c:v>115.98</c:v>
                </c:pt>
                <c:pt idx="27111">
                  <c:v>131.97999999999999</c:v>
                </c:pt>
                <c:pt idx="27112">
                  <c:v>169.96</c:v>
                </c:pt>
                <c:pt idx="27113">
                  <c:v>115.98</c:v>
                </c:pt>
                <c:pt idx="27114">
                  <c:v>131.97999999999999</c:v>
                </c:pt>
                <c:pt idx="27115">
                  <c:v>169.96</c:v>
                </c:pt>
                <c:pt idx="27116">
                  <c:v>137.77000000000001</c:v>
                </c:pt>
                <c:pt idx="27117">
                  <c:v>131.97999999999999</c:v>
                </c:pt>
                <c:pt idx="27118">
                  <c:v>118.78</c:v>
                </c:pt>
                <c:pt idx="27119">
                  <c:v>69.989999999999995</c:v>
                </c:pt>
                <c:pt idx="27120">
                  <c:v>69.989999999999995</c:v>
                </c:pt>
                <c:pt idx="27121">
                  <c:v>131.97999999999999</c:v>
                </c:pt>
                <c:pt idx="27122">
                  <c:v>131.97999999999999</c:v>
                </c:pt>
                <c:pt idx="27123">
                  <c:v>119.11</c:v>
                </c:pt>
                <c:pt idx="27124">
                  <c:v>131.97999999999999</c:v>
                </c:pt>
                <c:pt idx="27125">
                  <c:v>119.11</c:v>
                </c:pt>
                <c:pt idx="27126">
                  <c:v>131.97999999999999</c:v>
                </c:pt>
                <c:pt idx="27127">
                  <c:v>150.97</c:v>
                </c:pt>
                <c:pt idx="27128">
                  <c:v>150.97</c:v>
                </c:pt>
                <c:pt idx="27129">
                  <c:v>461.93</c:v>
                </c:pt>
                <c:pt idx="27130">
                  <c:v>182.95</c:v>
                </c:pt>
                <c:pt idx="27131">
                  <c:v>461.93</c:v>
                </c:pt>
                <c:pt idx="27132">
                  <c:v>131.97999999999999</c:v>
                </c:pt>
                <c:pt idx="27133">
                  <c:v>135.87</c:v>
                </c:pt>
                <c:pt idx="27134">
                  <c:v>135.87</c:v>
                </c:pt>
                <c:pt idx="27135">
                  <c:v>131.97999999999999</c:v>
                </c:pt>
                <c:pt idx="27136">
                  <c:v>150.97</c:v>
                </c:pt>
                <c:pt idx="27137">
                  <c:v>118.78</c:v>
                </c:pt>
                <c:pt idx="27138">
                  <c:v>90.69</c:v>
                </c:pt>
                <c:pt idx="27139">
                  <c:v>72.55</c:v>
                </c:pt>
                <c:pt idx="27140">
                  <c:v>84.32</c:v>
                </c:pt>
                <c:pt idx="27141">
                  <c:v>66.069999999999993</c:v>
                </c:pt>
                <c:pt idx="27142">
                  <c:v>72.239999999999995</c:v>
                </c:pt>
                <c:pt idx="27143">
                  <c:v>77.98</c:v>
                </c:pt>
                <c:pt idx="27144">
                  <c:v>29.48</c:v>
                </c:pt>
                <c:pt idx="27145">
                  <c:v>71.680000000000007</c:v>
                </c:pt>
                <c:pt idx="27146">
                  <c:v>29.48</c:v>
                </c:pt>
                <c:pt idx="27147">
                  <c:v>63.96</c:v>
                </c:pt>
                <c:pt idx="27148">
                  <c:v>259.89999999999998</c:v>
                </c:pt>
                <c:pt idx="27149">
                  <c:v>259.89999999999998</c:v>
                </c:pt>
                <c:pt idx="27150">
                  <c:v>259.89999999999998</c:v>
                </c:pt>
                <c:pt idx="27151">
                  <c:v>259.89999999999998</c:v>
                </c:pt>
                <c:pt idx="27152">
                  <c:v>259.89999999999998</c:v>
                </c:pt>
                <c:pt idx="27153">
                  <c:v>103.96</c:v>
                </c:pt>
                <c:pt idx="27154">
                  <c:v>259.89999999999998</c:v>
                </c:pt>
                <c:pt idx="27155">
                  <c:v>239.9</c:v>
                </c:pt>
                <c:pt idx="27156">
                  <c:v>259.89999999999998</c:v>
                </c:pt>
                <c:pt idx="27157">
                  <c:v>-239.9</c:v>
                </c:pt>
                <c:pt idx="27158">
                  <c:v>259.89999999999998</c:v>
                </c:pt>
                <c:pt idx="27159">
                  <c:v>259.89999999999998</c:v>
                </c:pt>
                <c:pt idx="27160">
                  <c:v>84.99</c:v>
                </c:pt>
                <c:pt idx="27161">
                  <c:v>65.19</c:v>
                </c:pt>
                <c:pt idx="27162">
                  <c:v>54.87</c:v>
                </c:pt>
                <c:pt idx="27163">
                  <c:v>92.67</c:v>
                </c:pt>
                <c:pt idx="27164">
                  <c:v>65.98</c:v>
                </c:pt>
                <c:pt idx="27165">
                  <c:v>84.12</c:v>
                </c:pt>
                <c:pt idx="27166">
                  <c:v>76.489999999999995</c:v>
                </c:pt>
                <c:pt idx="27167">
                  <c:v>70.98</c:v>
                </c:pt>
                <c:pt idx="27168">
                  <c:v>73.98</c:v>
                </c:pt>
                <c:pt idx="27169">
                  <c:v>60.99</c:v>
                </c:pt>
                <c:pt idx="27170">
                  <c:v>154.97999999999999</c:v>
                </c:pt>
                <c:pt idx="27171">
                  <c:v>58.04</c:v>
                </c:pt>
                <c:pt idx="27172">
                  <c:v>95.98</c:v>
                </c:pt>
                <c:pt idx="27173">
                  <c:v>84.99</c:v>
                </c:pt>
                <c:pt idx="27174">
                  <c:v>84.99</c:v>
                </c:pt>
                <c:pt idx="27175">
                  <c:v>60.99</c:v>
                </c:pt>
                <c:pt idx="27176">
                  <c:v>95.98</c:v>
                </c:pt>
                <c:pt idx="27177">
                  <c:v>153.52000000000001</c:v>
                </c:pt>
                <c:pt idx="27178">
                  <c:v>95.98</c:v>
                </c:pt>
                <c:pt idx="27179">
                  <c:v>80.98</c:v>
                </c:pt>
                <c:pt idx="27180">
                  <c:v>95.98</c:v>
                </c:pt>
                <c:pt idx="27181">
                  <c:v>84.99</c:v>
                </c:pt>
                <c:pt idx="27182">
                  <c:v>84.99</c:v>
                </c:pt>
                <c:pt idx="27183">
                  <c:v>87.47</c:v>
                </c:pt>
                <c:pt idx="27184">
                  <c:v>60.99</c:v>
                </c:pt>
                <c:pt idx="27185">
                  <c:v>60.92</c:v>
                </c:pt>
                <c:pt idx="27186">
                  <c:v>149.97</c:v>
                </c:pt>
                <c:pt idx="27187">
                  <c:v>149.94999999999999</c:v>
                </c:pt>
                <c:pt idx="27188">
                  <c:v>31.94</c:v>
                </c:pt>
                <c:pt idx="27189">
                  <c:v>31.94</c:v>
                </c:pt>
                <c:pt idx="27190">
                  <c:v>59.98</c:v>
                </c:pt>
                <c:pt idx="27191">
                  <c:v>31.28</c:v>
                </c:pt>
                <c:pt idx="27192">
                  <c:v>101.28</c:v>
                </c:pt>
                <c:pt idx="27193">
                  <c:v>149.93</c:v>
                </c:pt>
                <c:pt idx="27194">
                  <c:v>83.48</c:v>
                </c:pt>
                <c:pt idx="27195">
                  <c:v>149.9</c:v>
                </c:pt>
                <c:pt idx="27196">
                  <c:v>149.9</c:v>
                </c:pt>
                <c:pt idx="27197">
                  <c:v>83.48</c:v>
                </c:pt>
                <c:pt idx="27198">
                  <c:v>74.95</c:v>
                </c:pt>
                <c:pt idx="27199">
                  <c:v>89.94</c:v>
                </c:pt>
                <c:pt idx="27200">
                  <c:v>74.95</c:v>
                </c:pt>
                <c:pt idx="27201">
                  <c:v>89.94</c:v>
                </c:pt>
                <c:pt idx="27202">
                  <c:v>73.95</c:v>
                </c:pt>
                <c:pt idx="27203">
                  <c:v>59.96</c:v>
                </c:pt>
                <c:pt idx="27204">
                  <c:v>73.95</c:v>
                </c:pt>
                <c:pt idx="27205">
                  <c:v>59.96</c:v>
                </c:pt>
                <c:pt idx="27206">
                  <c:v>99.98</c:v>
                </c:pt>
                <c:pt idx="27207">
                  <c:v>118.87</c:v>
                </c:pt>
                <c:pt idx="27208">
                  <c:v>79.98</c:v>
                </c:pt>
                <c:pt idx="27209">
                  <c:v>74.98</c:v>
                </c:pt>
                <c:pt idx="27210">
                  <c:v>131.47999999999999</c:v>
                </c:pt>
                <c:pt idx="27211">
                  <c:v>117.97</c:v>
                </c:pt>
                <c:pt idx="27212">
                  <c:v>177.96</c:v>
                </c:pt>
                <c:pt idx="27213">
                  <c:v>108.98</c:v>
                </c:pt>
                <c:pt idx="27214">
                  <c:v>79.98</c:v>
                </c:pt>
                <c:pt idx="27215">
                  <c:v>134.97999999999999</c:v>
                </c:pt>
                <c:pt idx="27216">
                  <c:v>99.98</c:v>
                </c:pt>
                <c:pt idx="27217">
                  <c:v>105.98</c:v>
                </c:pt>
                <c:pt idx="27218">
                  <c:v>161.97</c:v>
                </c:pt>
                <c:pt idx="27219">
                  <c:v>146.97</c:v>
                </c:pt>
                <c:pt idx="27220">
                  <c:v>151.66</c:v>
                </c:pt>
                <c:pt idx="27221">
                  <c:v>59.77</c:v>
                </c:pt>
                <c:pt idx="27222">
                  <c:v>21.29</c:v>
                </c:pt>
                <c:pt idx="27223">
                  <c:v>59.97</c:v>
                </c:pt>
                <c:pt idx="27224">
                  <c:v>71.86</c:v>
                </c:pt>
                <c:pt idx="27225">
                  <c:v>81.05</c:v>
                </c:pt>
                <c:pt idx="27226">
                  <c:v>27.49</c:v>
                </c:pt>
                <c:pt idx="27227">
                  <c:v>27.49</c:v>
                </c:pt>
                <c:pt idx="27228">
                  <c:v>27.49</c:v>
                </c:pt>
                <c:pt idx="27229">
                  <c:v>22.48</c:v>
                </c:pt>
                <c:pt idx="27230">
                  <c:v>31.49</c:v>
                </c:pt>
                <c:pt idx="27231">
                  <c:v>22.48</c:v>
                </c:pt>
                <c:pt idx="27232">
                  <c:v>27.49</c:v>
                </c:pt>
                <c:pt idx="27233">
                  <c:v>31.49</c:v>
                </c:pt>
                <c:pt idx="27234">
                  <c:v>20.49</c:v>
                </c:pt>
                <c:pt idx="27235">
                  <c:v>20.49</c:v>
                </c:pt>
                <c:pt idx="27236">
                  <c:v>65.989999999999995</c:v>
                </c:pt>
                <c:pt idx="27237">
                  <c:v>80.98</c:v>
                </c:pt>
                <c:pt idx="27238">
                  <c:v>90.97</c:v>
                </c:pt>
                <c:pt idx="27239">
                  <c:v>55.98</c:v>
                </c:pt>
                <c:pt idx="27240">
                  <c:v>146.97</c:v>
                </c:pt>
                <c:pt idx="27241">
                  <c:v>29.48</c:v>
                </c:pt>
                <c:pt idx="27242">
                  <c:v>29.48</c:v>
                </c:pt>
                <c:pt idx="27243">
                  <c:v>114.96</c:v>
                </c:pt>
                <c:pt idx="27244">
                  <c:v>84.99</c:v>
                </c:pt>
                <c:pt idx="27245">
                  <c:v>227.37</c:v>
                </c:pt>
                <c:pt idx="27246">
                  <c:v>149.94999999999999</c:v>
                </c:pt>
                <c:pt idx="27247">
                  <c:v>159.97999999999999</c:v>
                </c:pt>
                <c:pt idx="27248">
                  <c:v>215.92</c:v>
                </c:pt>
                <c:pt idx="27249">
                  <c:v>159.97999999999999</c:v>
                </c:pt>
                <c:pt idx="27250">
                  <c:v>114.96</c:v>
                </c:pt>
                <c:pt idx="27251">
                  <c:v>179.94</c:v>
                </c:pt>
                <c:pt idx="27252">
                  <c:v>84.99</c:v>
                </c:pt>
                <c:pt idx="27253">
                  <c:v>63.98</c:v>
                </c:pt>
                <c:pt idx="27254">
                  <c:v>116.97</c:v>
                </c:pt>
                <c:pt idx="27255">
                  <c:v>116.97</c:v>
                </c:pt>
                <c:pt idx="27256">
                  <c:v>119.96</c:v>
                </c:pt>
                <c:pt idx="27257">
                  <c:v>207.92</c:v>
                </c:pt>
                <c:pt idx="27258">
                  <c:v>215.92</c:v>
                </c:pt>
                <c:pt idx="27259">
                  <c:v>119.96</c:v>
                </c:pt>
                <c:pt idx="27260">
                  <c:v>63.98</c:v>
                </c:pt>
                <c:pt idx="27261">
                  <c:v>207.92</c:v>
                </c:pt>
                <c:pt idx="27262">
                  <c:v>251.86</c:v>
                </c:pt>
                <c:pt idx="27263">
                  <c:v>143.91999999999999</c:v>
                </c:pt>
                <c:pt idx="27264">
                  <c:v>251.86</c:v>
                </c:pt>
                <c:pt idx="27265">
                  <c:v>119.96</c:v>
                </c:pt>
                <c:pt idx="27266">
                  <c:v>119.96</c:v>
                </c:pt>
                <c:pt idx="27267">
                  <c:v>74.98</c:v>
                </c:pt>
                <c:pt idx="27268">
                  <c:v>143.91999999999999</c:v>
                </c:pt>
                <c:pt idx="27269">
                  <c:v>74.98</c:v>
                </c:pt>
                <c:pt idx="27270">
                  <c:v>227.37</c:v>
                </c:pt>
                <c:pt idx="27271">
                  <c:v>179.94</c:v>
                </c:pt>
                <c:pt idx="27272">
                  <c:v>149.94999999999999</c:v>
                </c:pt>
                <c:pt idx="27273">
                  <c:v>149.94999999999999</c:v>
                </c:pt>
                <c:pt idx="27274">
                  <c:v>179.9</c:v>
                </c:pt>
                <c:pt idx="27275">
                  <c:v>149.94999999999999</c:v>
                </c:pt>
                <c:pt idx="27276">
                  <c:v>179.9</c:v>
                </c:pt>
                <c:pt idx="27277">
                  <c:v>79.98</c:v>
                </c:pt>
                <c:pt idx="27278">
                  <c:v>22.49</c:v>
                </c:pt>
                <c:pt idx="27279">
                  <c:v>66.98</c:v>
                </c:pt>
                <c:pt idx="27280">
                  <c:v>79.98</c:v>
                </c:pt>
                <c:pt idx="27281">
                  <c:v>93.94</c:v>
                </c:pt>
                <c:pt idx="27282">
                  <c:v>66.959999999999994</c:v>
                </c:pt>
                <c:pt idx="27283">
                  <c:v>51.96</c:v>
                </c:pt>
                <c:pt idx="27284">
                  <c:v>51.96</c:v>
                </c:pt>
                <c:pt idx="27285">
                  <c:v>56.97</c:v>
                </c:pt>
                <c:pt idx="27286">
                  <c:v>96.86</c:v>
                </c:pt>
                <c:pt idx="27287">
                  <c:v>177.83</c:v>
                </c:pt>
                <c:pt idx="27288">
                  <c:v>147.6</c:v>
                </c:pt>
                <c:pt idx="27289">
                  <c:v>329.07</c:v>
                </c:pt>
                <c:pt idx="27290">
                  <c:v>146.37</c:v>
                </c:pt>
                <c:pt idx="27291">
                  <c:v>152.36000000000001</c:v>
                </c:pt>
                <c:pt idx="27292">
                  <c:v>128.24</c:v>
                </c:pt>
                <c:pt idx="27293">
                  <c:v>262.52</c:v>
                </c:pt>
                <c:pt idx="27294">
                  <c:v>159.69999999999999</c:v>
                </c:pt>
                <c:pt idx="27295">
                  <c:v>177.83</c:v>
                </c:pt>
                <c:pt idx="27296">
                  <c:v>159.69999999999999</c:v>
                </c:pt>
                <c:pt idx="27297">
                  <c:v>84.66</c:v>
                </c:pt>
                <c:pt idx="27298">
                  <c:v>65.319999999999993</c:v>
                </c:pt>
                <c:pt idx="27299">
                  <c:v>96.78</c:v>
                </c:pt>
                <c:pt idx="27300">
                  <c:v>36.29</c:v>
                </c:pt>
                <c:pt idx="27301">
                  <c:v>147.96</c:v>
                </c:pt>
                <c:pt idx="27302">
                  <c:v>147.94999999999999</c:v>
                </c:pt>
                <c:pt idx="27303">
                  <c:v>41.49</c:v>
                </c:pt>
                <c:pt idx="27304">
                  <c:v>79.84</c:v>
                </c:pt>
                <c:pt idx="27305">
                  <c:v>31.44</c:v>
                </c:pt>
                <c:pt idx="27306">
                  <c:v>31.44</c:v>
                </c:pt>
                <c:pt idx="27307">
                  <c:v>52.98</c:v>
                </c:pt>
                <c:pt idx="27308">
                  <c:v>93.96</c:v>
                </c:pt>
                <c:pt idx="27309">
                  <c:v>65.989999999999995</c:v>
                </c:pt>
                <c:pt idx="27310">
                  <c:v>65.989999999999995</c:v>
                </c:pt>
                <c:pt idx="27311">
                  <c:v>43.99</c:v>
                </c:pt>
                <c:pt idx="27312">
                  <c:v>62.24</c:v>
                </c:pt>
                <c:pt idx="27313">
                  <c:v>65.989999999999995</c:v>
                </c:pt>
                <c:pt idx="27314">
                  <c:v>85.98</c:v>
                </c:pt>
                <c:pt idx="27315">
                  <c:v>65.989999999999995</c:v>
                </c:pt>
                <c:pt idx="27316">
                  <c:v>56.09</c:v>
                </c:pt>
                <c:pt idx="27317">
                  <c:v>65.989999999999995</c:v>
                </c:pt>
                <c:pt idx="27318">
                  <c:v>65.989999999999995</c:v>
                </c:pt>
                <c:pt idx="27319">
                  <c:v>65.989999999999995</c:v>
                </c:pt>
                <c:pt idx="27320">
                  <c:v>78.14</c:v>
                </c:pt>
                <c:pt idx="27321">
                  <c:v>65.989999999999995</c:v>
                </c:pt>
                <c:pt idx="27322">
                  <c:v>65.989999999999995</c:v>
                </c:pt>
                <c:pt idx="27323">
                  <c:v>65.989999999999995</c:v>
                </c:pt>
                <c:pt idx="27324">
                  <c:v>65.989999999999995</c:v>
                </c:pt>
                <c:pt idx="27325">
                  <c:v>21.49</c:v>
                </c:pt>
                <c:pt idx="27326">
                  <c:v>65.989999999999995</c:v>
                </c:pt>
                <c:pt idx="27327">
                  <c:v>39.68</c:v>
                </c:pt>
                <c:pt idx="27328">
                  <c:v>65.989999999999995</c:v>
                </c:pt>
                <c:pt idx="27329">
                  <c:v>65.989999999999995</c:v>
                </c:pt>
                <c:pt idx="27330">
                  <c:v>65.989999999999995</c:v>
                </c:pt>
                <c:pt idx="27331">
                  <c:v>103.92</c:v>
                </c:pt>
                <c:pt idx="27332">
                  <c:v>51.96</c:v>
                </c:pt>
                <c:pt idx="27333">
                  <c:v>60.46</c:v>
                </c:pt>
                <c:pt idx="27334">
                  <c:v>17.489999999999998</c:v>
                </c:pt>
                <c:pt idx="27335">
                  <c:v>51.29</c:v>
                </c:pt>
                <c:pt idx="27336">
                  <c:v>8.2899999999999991</c:v>
                </c:pt>
                <c:pt idx="27337">
                  <c:v>20.94</c:v>
                </c:pt>
                <c:pt idx="27338">
                  <c:v>63.98</c:v>
                </c:pt>
                <c:pt idx="27339">
                  <c:v>57.28</c:v>
                </c:pt>
                <c:pt idx="27340">
                  <c:v>57.28</c:v>
                </c:pt>
                <c:pt idx="27341">
                  <c:v>10.29</c:v>
                </c:pt>
                <c:pt idx="27342">
                  <c:v>63.98</c:v>
                </c:pt>
                <c:pt idx="27343">
                  <c:v>10.29</c:v>
                </c:pt>
                <c:pt idx="27344">
                  <c:v>25.39</c:v>
                </c:pt>
                <c:pt idx="27345">
                  <c:v>25.39</c:v>
                </c:pt>
                <c:pt idx="27346">
                  <c:v>68.989999999999995</c:v>
                </c:pt>
                <c:pt idx="27347">
                  <c:v>77.38</c:v>
                </c:pt>
                <c:pt idx="27348">
                  <c:v>159.69999999999999</c:v>
                </c:pt>
                <c:pt idx="27349">
                  <c:v>153.31</c:v>
                </c:pt>
                <c:pt idx="27350">
                  <c:v>254.97</c:v>
                </c:pt>
                <c:pt idx="27351">
                  <c:v>159.69999999999999</c:v>
                </c:pt>
                <c:pt idx="27352">
                  <c:v>159.69999999999999</c:v>
                </c:pt>
                <c:pt idx="27353">
                  <c:v>239.54</c:v>
                </c:pt>
                <c:pt idx="27354">
                  <c:v>319.39</c:v>
                </c:pt>
                <c:pt idx="27355">
                  <c:v>169.98</c:v>
                </c:pt>
                <c:pt idx="27356">
                  <c:v>227.72</c:v>
                </c:pt>
                <c:pt idx="27357">
                  <c:v>209.29</c:v>
                </c:pt>
                <c:pt idx="27358">
                  <c:v>161.46</c:v>
                </c:pt>
                <c:pt idx="27359">
                  <c:v>96.11</c:v>
                </c:pt>
                <c:pt idx="27360">
                  <c:v>65.319999999999993</c:v>
                </c:pt>
                <c:pt idx="27361">
                  <c:v>79.98</c:v>
                </c:pt>
                <c:pt idx="27362">
                  <c:v>79.98</c:v>
                </c:pt>
                <c:pt idx="27363">
                  <c:v>79.97</c:v>
                </c:pt>
                <c:pt idx="27364">
                  <c:v>79.98</c:v>
                </c:pt>
                <c:pt idx="27365">
                  <c:v>150.44999999999999</c:v>
                </c:pt>
                <c:pt idx="27366">
                  <c:v>30.48</c:v>
                </c:pt>
                <c:pt idx="27367">
                  <c:v>30.48</c:v>
                </c:pt>
                <c:pt idx="27368">
                  <c:v>288.97000000000003</c:v>
                </c:pt>
                <c:pt idx="27369">
                  <c:v>330.24</c:v>
                </c:pt>
                <c:pt idx="27370">
                  <c:v>243.96</c:v>
                </c:pt>
                <c:pt idx="27371">
                  <c:v>138.77000000000001</c:v>
                </c:pt>
                <c:pt idx="27372">
                  <c:v>188.07</c:v>
                </c:pt>
                <c:pt idx="27373">
                  <c:v>336.56</c:v>
                </c:pt>
                <c:pt idx="27374">
                  <c:v>263.95999999999998</c:v>
                </c:pt>
                <c:pt idx="27375">
                  <c:v>257.10000000000002</c:v>
                </c:pt>
                <c:pt idx="27376">
                  <c:v>261.93</c:v>
                </c:pt>
                <c:pt idx="27377">
                  <c:v>148.72</c:v>
                </c:pt>
                <c:pt idx="27378">
                  <c:v>342.94</c:v>
                </c:pt>
                <c:pt idx="27379">
                  <c:v>53.94</c:v>
                </c:pt>
                <c:pt idx="27380">
                  <c:v>74.66</c:v>
                </c:pt>
                <c:pt idx="27381">
                  <c:v>46.74</c:v>
                </c:pt>
                <c:pt idx="27382">
                  <c:v>46.74</c:v>
                </c:pt>
                <c:pt idx="27383">
                  <c:v>74.66</c:v>
                </c:pt>
                <c:pt idx="27384">
                  <c:v>74.66</c:v>
                </c:pt>
                <c:pt idx="27385">
                  <c:v>60.98</c:v>
                </c:pt>
                <c:pt idx="27386">
                  <c:v>46.74</c:v>
                </c:pt>
                <c:pt idx="27387">
                  <c:v>84.99</c:v>
                </c:pt>
                <c:pt idx="27388">
                  <c:v>84.99</c:v>
                </c:pt>
                <c:pt idx="27389">
                  <c:v>60.98</c:v>
                </c:pt>
                <c:pt idx="27390">
                  <c:v>84.99</c:v>
                </c:pt>
                <c:pt idx="27391">
                  <c:v>60.98</c:v>
                </c:pt>
                <c:pt idx="27392">
                  <c:v>40.229999999999997</c:v>
                </c:pt>
                <c:pt idx="27393">
                  <c:v>53.92</c:v>
                </c:pt>
                <c:pt idx="27394">
                  <c:v>55.96</c:v>
                </c:pt>
                <c:pt idx="27395">
                  <c:v>148.47</c:v>
                </c:pt>
                <c:pt idx="27396">
                  <c:v>39.89</c:v>
                </c:pt>
                <c:pt idx="27397">
                  <c:v>50.19</c:v>
                </c:pt>
                <c:pt idx="27398">
                  <c:v>50.19</c:v>
                </c:pt>
                <c:pt idx="27399">
                  <c:v>37.49</c:v>
                </c:pt>
                <c:pt idx="27400">
                  <c:v>119.03</c:v>
                </c:pt>
                <c:pt idx="27401">
                  <c:v>37.49</c:v>
                </c:pt>
                <c:pt idx="27402">
                  <c:v>39.89</c:v>
                </c:pt>
                <c:pt idx="27403">
                  <c:v>119.03</c:v>
                </c:pt>
                <c:pt idx="27404">
                  <c:v>84.99</c:v>
                </c:pt>
                <c:pt idx="27405">
                  <c:v>124.97</c:v>
                </c:pt>
                <c:pt idx="27406">
                  <c:v>107.98</c:v>
                </c:pt>
                <c:pt idx="27407">
                  <c:v>131.97</c:v>
                </c:pt>
                <c:pt idx="27408">
                  <c:v>169.98</c:v>
                </c:pt>
                <c:pt idx="27409">
                  <c:v>81.569999999999993</c:v>
                </c:pt>
                <c:pt idx="27410">
                  <c:v>84.99</c:v>
                </c:pt>
                <c:pt idx="27411">
                  <c:v>33.47</c:v>
                </c:pt>
                <c:pt idx="27412">
                  <c:v>138.44999999999999</c:v>
                </c:pt>
                <c:pt idx="27413">
                  <c:v>80.98</c:v>
                </c:pt>
                <c:pt idx="27414">
                  <c:v>65.989999999999995</c:v>
                </c:pt>
                <c:pt idx="27415">
                  <c:v>80.97</c:v>
                </c:pt>
                <c:pt idx="27416">
                  <c:v>160.88</c:v>
                </c:pt>
                <c:pt idx="27417">
                  <c:v>147.97</c:v>
                </c:pt>
                <c:pt idx="27418">
                  <c:v>69.989999999999995</c:v>
                </c:pt>
                <c:pt idx="27419">
                  <c:v>77.97</c:v>
                </c:pt>
                <c:pt idx="27420">
                  <c:v>49.99</c:v>
                </c:pt>
                <c:pt idx="27421">
                  <c:v>109.98</c:v>
                </c:pt>
                <c:pt idx="27422">
                  <c:v>159.97999999999999</c:v>
                </c:pt>
                <c:pt idx="27423">
                  <c:v>182.25</c:v>
                </c:pt>
                <c:pt idx="27424">
                  <c:v>62.58</c:v>
                </c:pt>
                <c:pt idx="27425">
                  <c:v>129.97999999999999</c:v>
                </c:pt>
                <c:pt idx="27426">
                  <c:v>182.97</c:v>
                </c:pt>
                <c:pt idx="27427">
                  <c:v>219.96</c:v>
                </c:pt>
                <c:pt idx="27428">
                  <c:v>79.989999999999995</c:v>
                </c:pt>
                <c:pt idx="27429">
                  <c:v>79.989999999999995</c:v>
                </c:pt>
                <c:pt idx="27430">
                  <c:v>59.98</c:v>
                </c:pt>
                <c:pt idx="27431">
                  <c:v>67.98</c:v>
                </c:pt>
                <c:pt idx="27432">
                  <c:v>79.98</c:v>
                </c:pt>
                <c:pt idx="27433">
                  <c:v>147.96</c:v>
                </c:pt>
                <c:pt idx="27434">
                  <c:v>147.96</c:v>
                </c:pt>
                <c:pt idx="27435">
                  <c:v>89.98</c:v>
                </c:pt>
                <c:pt idx="27436">
                  <c:v>57.97</c:v>
                </c:pt>
                <c:pt idx="27437">
                  <c:v>89.96</c:v>
                </c:pt>
                <c:pt idx="27438">
                  <c:v>91.92</c:v>
                </c:pt>
                <c:pt idx="27439">
                  <c:v>68.58</c:v>
                </c:pt>
                <c:pt idx="27440">
                  <c:v>75.09</c:v>
                </c:pt>
                <c:pt idx="27441">
                  <c:v>83.98</c:v>
                </c:pt>
                <c:pt idx="27442">
                  <c:v>145.44999999999999</c:v>
                </c:pt>
                <c:pt idx="27443">
                  <c:v>238.97</c:v>
                </c:pt>
                <c:pt idx="27444">
                  <c:v>246.22</c:v>
                </c:pt>
                <c:pt idx="27445">
                  <c:v>181.97</c:v>
                </c:pt>
                <c:pt idx="27446">
                  <c:v>169.98</c:v>
                </c:pt>
                <c:pt idx="27447">
                  <c:v>193.53</c:v>
                </c:pt>
                <c:pt idx="27448">
                  <c:v>424.95</c:v>
                </c:pt>
                <c:pt idx="27449">
                  <c:v>263.95999999999998</c:v>
                </c:pt>
                <c:pt idx="27450">
                  <c:v>169.98</c:v>
                </c:pt>
                <c:pt idx="27451">
                  <c:v>59.97</c:v>
                </c:pt>
                <c:pt idx="27452">
                  <c:v>127.95</c:v>
                </c:pt>
                <c:pt idx="27453">
                  <c:v>51.49</c:v>
                </c:pt>
                <c:pt idx="27454">
                  <c:v>84.99</c:v>
                </c:pt>
                <c:pt idx="27455">
                  <c:v>89.98</c:v>
                </c:pt>
                <c:pt idx="27456">
                  <c:v>131.97999999999999</c:v>
                </c:pt>
                <c:pt idx="27457">
                  <c:v>119.96</c:v>
                </c:pt>
                <c:pt idx="27458">
                  <c:v>40.49</c:v>
                </c:pt>
                <c:pt idx="27459">
                  <c:v>54.98</c:v>
                </c:pt>
                <c:pt idx="27460">
                  <c:v>51.49</c:v>
                </c:pt>
                <c:pt idx="27461">
                  <c:v>84.98</c:v>
                </c:pt>
                <c:pt idx="27462">
                  <c:v>144.97</c:v>
                </c:pt>
                <c:pt idx="27463">
                  <c:v>144.94999999999999</c:v>
                </c:pt>
                <c:pt idx="27464">
                  <c:v>56.97</c:v>
                </c:pt>
                <c:pt idx="27465">
                  <c:v>14.24</c:v>
                </c:pt>
                <c:pt idx="27466">
                  <c:v>85.96</c:v>
                </c:pt>
                <c:pt idx="27467">
                  <c:v>39.49</c:v>
                </c:pt>
                <c:pt idx="27468">
                  <c:v>99.98</c:v>
                </c:pt>
                <c:pt idx="27469">
                  <c:v>199.96</c:v>
                </c:pt>
                <c:pt idx="27470">
                  <c:v>121.98</c:v>
                </c:pt>
                <c:pt idx="27471">
                  <c:v>132.37</c:v>
                </c:pt>
                <c:pt idx="27472">
                  <c:v>122.48</c:v>
                </c:pt>
                <c:pt idx="27473">
                  <c:v>84.99</c:v>
                </c:pt>
                <c:pt idx="27474">
                  <c:v>95.69</c:v>
                </c:pt>
                <c:pt idx="27475">
                  <c:v>131.97999999999999</c:v>
                </c:pt>
                <c:pt idx="27476">
                  <c:v>150.47</c:v>
                </c:pt>
                <c:pt idx="27477">
                  <c:v>87.07</c:v>
                </c:pt>
                <c:pt idx="27478">
                  <c:v>145.97</c:v>
                </c:pt>
                <c:pt idx="27479">
                  <c:v>84.97</c:v>
                </c:pt>
                <c:pt idx="27480">
                  <c:v>30.23</c:v>
                </c:pt>
                <c:pt idx="27481">
                  <c:v>145.94999999999999</c:v>
                </c:pt>
                <c:pt idx="27482">
                  <c:v>79.849999999999994</c:v>
                </c:pt>
                <c:pt idx="27483">
                  <c:v>159.69999999999999</c:v>
                </c:pt>
                <c:pt idx="27484">
                  <c:v>65.989999999999995</c:v>
                </c:pt>
                <c:pt idx="27485">
                  <c:v>126.72</c:v>
                </c:pt>
                <c:pt idx="27486">
                  <c:v>142.94999999999999</c:v>
                </c:pt>
                <c:pt idx="27487">
                  <c:v>90.98</c:v>
                </c:pt>
                <c:pt idx="27488">
                  <c:v>105.98</c:v>
                </c:pt>
                <c:pt idx="27489">
                  <c:v>80.98</c:v>
                </c:pt>
                <c:pt idx="27490">
                  <c:v>143.94999999999999</c:v>
                </c:pt>
                <c:pt idx="27491">
                  <c:v>116.16</c:v>
                </c:pt>
                <c:pt idx="27492">
                  <c:v>142.94999999999999</c:v>
                </c:pt>
                <c:pt idx="27493">
                  <c:v>124.49</c:v>
                </c:pt>
                <c:pt idx="27494">
                  <c:v>131.97999999999999</c:v>
                </c:pt>
                <c:pt idx="27495">
                  <c:v>65.989999999999995</c:v>
                </c:pt>
                <c:pt idx="27496">
                  <c:v>159.69999999999999</c:v>
                </c:pt>
                <c:pt idx="27497">
                  <c:v>79.849999999999994</c:v>
                </c:pt>
                <c:pt idx="27498">
                  <c:v>79.849999999999994</c:v>
                </c:pt>
                <c:pt idx="27499">
                  <c:v>159.69999999999999</c:v>
                </c:pt>
                <c:pt idx="27500">
                  <c:v>159.69999999999999</c:v>
                </c:pt>
                <c:pt idx="27501">
                  <c:v>159.69999999999999</c:v>
                </c:pt>
                <c:pt idx="27502">
                  <c:v>159.69999999999999</c:v>
                </c:pt>
                <c:pt idx="27503">
                  <c:v>59.2</c:v>
                </c:pt>
                <c:pt idx="27504">
                  <c:v>67.98</c:v>
                </c:pt>
                <c:pt idx="27505">
                  <c:v>11.29</c:v>
                </c:pt>
                <c:pt idx="27506">
                  <c:v>159.69999999999999</c:v>
                </c:pt>
                <c:pt idx="27507">
                  <c:v>159.69999999999999</c:v>
                </c:pt>
                <c:pt idx="27508">
                  <c:v>159.69999999999999</c:v>
                </c:pt>
                <c:pt idx="27509">
                  <c:v>239.97</c:v>
                </c:pt>
                <c:pt idx="27510">
                  <c:v>79.98</c:v>
                </c:pt>
                <c:pt idx="27511">
                  <c:v>86.98</c:v>
                </c:pt>
                <c:pt idx="27512">
                  <c:v>140.97</c:v>
                </c:pt>
                <c:pt idx="27513">
                  <c:v>182.97</c:v>
                </c:pt>
                <c:pt idx="27514">
                  <c:v>77.98</c:v>
                </c:pt>
                <c:pt idx="27515">
                  <c:v>110.97</c:v>
                </c:pt>
                <c:pt idx="27516">
                  <c:v>159.97999999999999</c:v>
                </c:pt>
                <c:pt idx="27517">
                  <c:v>159.69999999999999</c:v>
                </c:pt>
                <c:pt idx="27518">
                  <c:v>67.739999999999995</c:v>
                </c:pt>
                <c:pt idx="27519">
                  <c:v>91.92</c:v>
                </c:pt>
                <c:pt idx="27520">
                  <c:v>79.97</c:v>
                </c:pt>
                <c:pt idx="27521">
                  <c:v>144.47999999999999</c:v>
                </c:pt>
                <c:pt idx="27522">
                  <c:v>57.77</c:v>
                </c:pt>
                <c:pt idx="27523">
                  <c:v>89.23</c:v>
                </c:pt>
                <c:pt idx="27524">
                  <c:v>67.709999999999994</c:v>
                </c:pt>
                <c:pt idx="27525">
                  <c:v>91.8</c:v>
                </c:pt>
                <c:pt idx="27526">
                  <c:v>18.13</c:v>
                </c:pt>
                <c:pt idx="27527">
                  <c:v>18.13</c:v>
                </c:pt>
                <c:pt idx="27528">
                  <c:v>146.96</c:v>
                </c:pt>
                <c:pt idx="27529">
                  <c:v>65.989999999999995</c:v>
                </c:pt>
                <c:pt idx="27530">
                  <c:v>84.99</c:v>
                </c:pt>
                <c:pt idx="27531">
                  <c:v>80.98</c:v>
                </c:pt>
                <c:pt idx="27532">
                  <c:v>65.989999999999995</c:v>
                </c:pt>
                <c:pt idx="27533">
                  <c:v>84.99</c:v>
                </c:pt>
                <c:pt idx="27534">
                  <c:v>114.97</c:v>
                </c:pt>
                <c:pt idx="27535">
                  <c:v>105.98</c:v>
                </c:pt>
                <c:pt idx="27536">
                  <c:v>84.99</c:v>
                </c:pt>
                <c:pt idx="27537">
                  <c:v>76.400000000000006</c:v>
                </c:pt>
                <c:pt idx="27538">
                  <c:v>84.99</c:v>
                </c:pt>
                <c:pt idx="27539">
                  <c:v>84.99</c:v>
                </c:pt>
                <c:pt idx="27540">
                  <c:v>65.39</c:v>
                </c:pt>
                <c:pt idx="27541">
                  <c:v>104.97</c:v>
                </c:pt>
                <c:pt idx="27542">
                  <c:v>123.97</c:v>
                </c:pt>
                <c:pt idx="27543">
                  <c:v>67.959999999999994</c:v>
                </c:pt>
                <c:pt idx="27544">
                  <c:v>146.91999999999999</c:v>
                </c:pt>
                <c:pt idx="27545">
                  <c:v>88.18</c:v>
                </c:pt>
                <c:pt idx="27546">
                  <c:v>159.32</c:v>
                </c:pt>
                <c:pt idx="27547">
                  <c:v>69.150000000000006</c:v>
                </c:pt>
                <c:pt idx="27548">
                  <c:v>75.13</c:v>
                </c:pt>
                <c:pt idx="27549">
                  <c:v>87.07</c:v>
                </c:pt>
                <c:pt idx="27550">
                  <c:v>157.96</c:v>
                </c:pt>
                <c:pt idx="27551">
                  <c:v>89.98</c:v>
                </c:pt>
                <c:pt idx="27552">
                  <c:v>81.11</c:v>
                </c:pt>
                <c:pt idx="27553">
                  <c:v>84.99</c:v>
                </c:pt>
                <c:pt idx="27554">
                  <c:v>84.99</c:v>
                </c:pt>
                <c:pt idx="27555">
                  <c:v>68.989999999999995</c:v>
                </c:pt>
                <c:pt idx="27556">
                  <c:v>-86.48</c:v>
                </c:pt>
                <c:pt idx="27557">
                  <c:v>31.99</c:v>
                </c:pt>
                <c:pt idx="27558">
                  <c:v>79.98</c:v>
                </c:pt>
                <c:pt idx="27559">
                  <c:v>86.48</c:v>
                </c:pt>
                <c:pt idx="27560">
                  <c:v>65.989999999999995</c:v>
                </c:pt>
                <c:pt idx="27561">
                  <c:v>84.99</c:v>
                </c:pt>
                <c:pt idx="27562">
                  <c:v>65.989999999999995</c:v>
                </c:pt>
                <c:pt idx="27563">
                  <c:v>86.48</c:v>
                </c:pt>
                <c:pt idx="27564">
                  <c:v>156.66999999999999</c:v>
                </c:pt>
                <c:pt idx="27565">
                  <c:v>84.99</c:v>
                </c:pt>
                <c:pt idx="27566">
                  <c:v>59.39</c:v>
                </c:pt>
                <c:pt idx="27567">
                  <c:v>84.99</c:v>
                </c:pt>
                <c:pt idx="27568">
                  <c:v>65.989999999999995</c:v>
                </c:pt>
                <c:pt idx="27569">
                  <c:v>78.33</c:v>
                </c:pt>
                <c:pt idx="27570">
                  <c:v>84.99</c:v>
                </c:pt>
                <c:pt idx="27571">
                  <c:v>84.99</c:v>
                </c:pt>
                <c:pt idx="27572">
                  <c:v>84.99</c:v>
                </c:pt>
                <c:pt idx="27573">
                  <c:v>99.98</c:v>
                </c:pt>
                <c:pt idx="27574">
                  <c:v>84.99</c:v>
                </c:pt>
                <c:pt idx="27575">
                  <c:v>62.69</c:v>
                </c:pt>
                <c:pt idx="27576">
                  <c:v>59.88</c:v>
                </c:pt>
                <c:pt idx="27577">
                  <c:v>86.48</c:v>
                </c:pt>
                <c:pt idx="27578">
                  <c:v>84.99</c:v>
                </c:pt>
                <c:pt idx="27579">
                  <c:v>68.989999999999995</c:v>
                </c:pt>
                <c:pt idx="27580">
                  <c:v>56.48</c:v>
                </c:pt>
                <c:pt idx="27581">
                  <c:v>84.99</c:v>
                </c:pt>
                <c:pt idx="27582">
                  <c:v>84.99</c:v>
                </c:pt>
                <c:pt idx="27583">
                  <c:v>135.57</c:v>
                </c:pt>
                <c:pt idx="27584">
                  <c:v>50.98</c:v>
                </c:pt>
                <c:pt idx="27585">
                  <c:v>64.98</c:v>
                </c:pt>
                <c:pt idx="27586">
                  <c:v>31.48</c:v>
                </c:pt>
                <c:pt idx="27587">
                  <c:v>31.48</c:v>
                </c:pt>
                <c:pt idx="27588">
                  <c:v>86.01</c:v>
                </c:pt>
                <c:pt idx="27589">
                  <c:v>72.989999999999995</c:v>
                </c:pt>
                <c:pt idx="27590">
                  <c:v>30.53</c:v>
                </c:pt>
                <c:pt idx="27591">
                  <c:v>16.489999999999998</c:v>
                </c:pt>
                <c:pt idx="27592">
                  <c:v>79.98</c:v>
                </c:pt>
                <c:pt idx="27593">
                  <c:v>143.97999999999999</c:v>
                </c:pt>
                <c:pt idx="27594">
                  <c:v>13.49</c:v>
                </c:pt>
                <c:pt idx="27595">
                  <c:v>61.98</c:v>
                </c:pt>
                <c:pt idx="27596">
                  <c:v>51.49</c:v>
                </c:pt>
                <c:pt idx="27597">
                  <c:v>143.94</c:v>
                </c:pt>
                <c:pt idx="27598">
                  <c:v>20.49</c:v>
                </c:pt>
                <c:pt idx="27599">
                  <c:v>114.98</c:v>
                </c:pt>
                <c:pt idx="27600">
                  <c:v>63.98</c:v>
                </c:pt>
                <c:pt idx="27601">
                  <c:v>64.95</c:v>
                </c:pt>
                <c:pt idx="27602">
                  <c:v>84.14</c:v>
                </c:pt>
                <c:pt idx="27603">
                  <c:v>84.14</c:v>
                </c:pt>
                <c:pt idx="27604">
                  <c:v>83.95</c:v>
                </c:pt>
                <c:pt idx="27605">
                  <c:v>79.61</c:v>
                </c:pt>
                <c:pt idx="27606">
                  <c:v>84.99</c:v>
                </c:pt>
                <c:pt idx="27607">
                  <c:v>84.14</c:v>
                </c:pt>
                <c:pt idx="27608">
                  <c:v>84.14</c:v>
                </c:pt>
                <c:pt idx="27609">
                  <c:v>82.34</c:v>
                </c:pt>
                <c:pt idx="27610">
                  <c:v>103.98</c:v>
                </c:pt>
                <c:pt idx="27611">
                  <c:v>54.64</c:v>
                </c:pt>
                <c:pt idx="27612">
                  <c:v>103.13</c:v>
                </c:pt>
                <c:pt idx="27613">
                  <c:v>120.68</c:v>
                </c:pt>
                <c:pt idx="27614">
                  <c:v>83.95</c:v>
                </c:pt>
                <c:pt idx="27615">
                  <c:v>84.14</c:v>
                </c:pt>
                <c:pt idx="27616">
                  <c:v>112.12</c:v>
                </c:pt>
                <c:pt idx="27617">
                  <c:v>84.99</c:v>
                </c:pt>
                <c:pt idx="27618">
                  <c:v>84.14</c:v>
                </c:pt>
                <c:pt idx="27619">
                  <c:v>84.99</c:v>
                </c:pt>
                <c:pt idx="27620">
                  <c:v>84.14</c:v>
                </c:pt>
                <c:pt idx="27621">
                  <c:v>103.13</c:v>
                </c:pt>
                <c:pt idx="27622">
                  <c:v>169.42</c:v>
                </c:pt>
                <c:pt idx="27623">
                  <c:v>130.66</c:v>
                </c:pt>
                <c:pt idx="27624">
                  <c:v>84.99</c:v>
                </c:pt>
                <c:pt idx="27625">
                  <c:v>53.97</c:v>
                </c:pt>
                <c:pt idx="27626">
                  <c:v>59.98</c:v>
                </c:pt>
                <c:pt idx="27627">
                  <c:v>83.96</c:v>
                </c:pt>
                <c:pt idx="27628">
                  <c:v>41.79</c:v>
                </c:pt>
                <c:pt idx="27629">
                  <c:v>87.28</c:v>
                </c:pt>
                <c:pt idx="27630">
                  <c:v>143.91999999999999</c:v>
                </c:pt>
                <c:pt idx="27631">
                  <c:v>136.47</c:v>
                </c:pt>
                <c:pt idx="27632">
                  <c:v>64.98</c:v>
                </c:pt>
                <c:pt idx="27633">
                  <c:v>66.959999999999994</c:v>
                </c:pt>
                <c:pt idx="27634">
                  <c:v>77.97</c:v>
                </c:pt>
                <c:pt idx="27635">
                  <c:v>105.97</c:v>
                </c:pt>
                <c:pt idx="27636">
                  <c:v>65.989999999999995</c:v>
                </c:pt>
                <c:pt idx="27637">
                  <c:v>299.94</c:v>
                </c:pt>
                <c:pt idx="27638">
                  <c:v>118.78</c:v>
                </c:pt>
                <c:pt idx="27639">
                  <c:v>110.98</c:v>
                </c:pt>
                <c:pt idx="27640">
                  <c:v>119.1</c:v>
                </c:pt>
                <c:pt idx="27641">
                  <c:v>197.97</c:v>
                </c:pt>
                <c:pt idx="27642">
                  <c:v>263.95999999999998</c:v>
                </c:pt>
                <c:pt idx="27643">
                  <c:v>263.95999999999998</c:v>
                </c:pt>
                <c:pt idx="27644">
                  <c:v>125.38</c:v>
                </c:pt>
                <c:pt idx="27645">
                  <c:v>131.97999999999999</c:v>
                </c:pt>
                <c:pt idx="27646">
                  <c:v>194.22</c:v>
                </c:pt>
                <c:pt idx="27647">
                  <c:v>130</c:v>
                </c:pt>
                <c:pt idx="27648">
                  <c:v>123.97</c:v>
                </c:pt>
                <c:pt idx="27649">
                  <c:v>198.05</c:v>
                </c:pt>
                <c:pt idx="27650">
                  <c:v>111.98</c:v>
                </c:pt>
                <c:pt idx="27651">
                  <c:v>125.62</c:v>
                </c:pt>
                <c:pt idx="27652">
                  <c:v>143.57</c:v>
                </c:pt>
                <c:pt idx="27653">
                  <c:v>158.47</c:v>
                </c:pt>
                <c:pt idx="27654">
                  <c:v>158.47</c:v>
                </c:pt>
                <c:pt idx="27655">
                  <c:v>37.479999999999997</c:v>
                </c:pt>
                <c:pt idx="27656">
                  <c:v>17.48</c:v>
                </c:pt>
                <c:pt idx="27657">
                  <c:v>304.95999999999998</c:v>
                </c:pt>
                <c:pt idx="27658">
                  <c:v>254.97</c:v>
                </c:pt>
                <c:pt idx="27659">
                  <c:v>254.97</c:v>
                </c:pt>
                <c:pt idx="27660">
                  <c:v>169.98</c:v>
                </c:pt>
                <c:pt idx="27661">
                  <c:v>87.96</c:v>
                </c:pt>
                <c:pt idx="27662">
                  <c:v>263.95999999999998</c:v>
                </c:pt>
                <c:pt idx="27663">
                  <c:v>199.96</c:v>
                </c:pt>
                <c:pt idx="27664">
                  <c:v>150.15</c:v>
                </c:pt>
                <c:pt idx="27665">
                  <c:v>145.97</c:v>
                </c:pt>
                <c:pt idx="27666">
                  <c:v>69.98</c:v>
                </c:pt>
                <c:pt idx="27667">
                  <c:v>61.97</c:v>
                </c:pt>
                <c:pt idx="27668">
                  <c:v>145.94</c:v>
                </c:pt>
                <c:pt idx="27669">
                  <c:v>41.28</c:v>
                </c:pt>
                <c:pt idx="27670">
                  <c:v>63.96</c:v>
                </c:pt>
                <c:pt idx="27671">
                  <c:v>42.88</c:v>
                </c:pt>
                <c:pt idx="27672">
                  <c:v>91.96</c:v>
                </c:pt>
                <c:pt idx="27673">
                  <c:v>114.89</c:v>
                </c:pt>
                <c:pt idx="27674">
                  <c:v>131.97999999999999</c:v>
                </c:pt>
                <c:pt idx="27675">
                  <c:v>99.98</c:v>
                </c:pt>
                <c:pt idx="27676">
                  <c:v>84.99</c:v>
                </c:pt>
                <c:pt idx="27677">
                  <c:v>81.92</c:v>
                </c:pt>
                <c:pt idx="27678">
                  <c:v>142.97</c:v>
                </c:pt>
                <c:pt idx="27679">
                  <c:v>142.97</c:v>
                </c:pt>
                <c:pt idx="27680">
                  <c:v>57.98</c:v>
                </c:pt>
                <c:pt idx="27681">
                  <c:v>84.99</c:v>
                </c:pt>
                <c:pt idx="27682">
                  <c:v>157.86000000000001</c:v>
                </c:pt>
                <c:pt idx="27683">
                  <c:v>62.98</c:v>
                </c:pt>
                <c:pt idx="27684">
                  <c:v>62.98</c:v>
                </c:pt>
                <c:pt idx="27685">
                  <c:v>142.97</c:v>
                </c:pt>
                <c:pt idx="27686">
                  <c:v>142.97</c:v>
                </c:pt>
                <c:pt idx="27687">
                  <c:v>197.97</c:v>
                </c:pt>
                <c:pt idx="27688">
                  <c:v>172.97</c:v>
                </c:pt>
                <c:pt idx="27689">
                  <c:v>171.94</c:v>
                </c:pt>
                <c:pt idx="27690">
                  <c:v>186.24</c:v>
                </c:pt>
                <c:pt idx="27691">
                  <c:v>212.96</c:v>
                </c:pt>
                <c:pt idx="27692">
                  <c:v>197.97</c:v>
                </c:pt>
                <c:pt idx="27693">
                  <c:v>171.97</c:v>
                </c:pt>
                <c:pt idx="27694">
                  <c:v>197.97</c:v>
                </c:pt>
                <c:pt idx="27695">
                  <c:v>237.96</c:v>
                </c:pt>
                <c:pt idx="27696">
                  <c:v>131.97999999999999</c:v>
                </c:pt>
                <c:pt idx="27697">
                  <c:v>105.93</c:v>
                </c:pt>
                <c:pt idx="27698">
                  <c:v>142.96</c:v>
                </c:pt>
                <c:pt idx="27699">
                  <c:v>87.97</c:v>
                </c:pt>
                <c:pt idx="27700">
                  <c:v>54.99</c:v>
                </c:pt>
                <c:pt idx="27701">
                  <c:v>37.479999999999997</c:v>
                </c:pt>
                <c:pt idx="27702">
                  <c:v>38.229999999999997</c:v>
                </c:pt>
                <c:pt idx="27703">
                  <c:v>37.479999999999997</c:v>
                </c:pt>
                <c:pt idx="27704">
                  <c:v>63.96</c:v>
                </c:pt>
                <c:pt idx="27705">
                  <c:v>78.95</c:v>
                </c:pt>
                <c:pt idx="27706">
                  <c:v>55.97</c:v>
                </c:pt>
                <c:pt idx="27707">
                  <c:v>53.97</c:v>
                </c:pt>
                <c:pt idx="27708">
                  <c:v>31.79</c:v>
                </c:pt>
                <c:pt idx="27709">
                  <c:v>24.79</c:v>
                </c:pt>
                <c:pt idx="27710">
                  <c:v>22.29</c:v>
                </c:pt>
                <c:pt idx="27711">
                  <c:v>31.79</c:v>
                </c:pt>
                <c:pt idx="27712">
                  <c:v>70.98</c:v>
                </c:pt>
                <c:pt idx="27713">
                  <c:v>51.85</c:v>
                </c:pt>
                <c:pt idx="27714">
                  <c:v>50.45</c:v>
                </c:pt>
                <c:pt idx="27715">
                  <c:v>65.989999999999995</c:v>
                </c:pt>
                <c:pt idx="27716">
                  <c:v>64.47</c:v>
                </c:pt>
                <c:pt idx="27717">
                  <c:v>50.33</c:v>
                </c:pt>
                <c:pt idx="27718">
                  <c:v>51.48</c:v>
                </c:pt>
                <c:pt idx="27719">
                  <c:v>21.48</c:v>
                </c:pt>
                <c:pt idx="27720">
                  <c:v>51.59</c:v>
                </c:pt>
                <c:pt idx="27721">
                  <c:v>94.04</c:v>
                </c:pt>
                <c:pt idx="27722">
                  <c:v>50.97</c:v>
                </c:pt>
                <c:pt idx="27723">
                  <c:v>92.63</c:v>
                </c:pt>
                <c:pt idx="27724">
                  <c:v>50.98</c:v>
                </c:pt>
                <c:pt idx="27725">
                  <c:v>49.05</c:v>
                </c:pt>
                <c:pt idx="27726">
                  <c:v>50.96</c:v>
                </c:pt>
                <c:pt idx="27727">
                  <c:v>59.98</c:v>
                </c:pt>
                <c:pt idx="27728">
                  <c:v>61.35</c:v>
                </c:pt>
                <c:pt idx="27729">
                  <c:v>138.46</c:v>
                </c:pt>
                <c:pt idx="27730">
                  <c:v>50.45</c:v>
                </c:pt>
                <c:pt idx="27731">
                  <c:v>51.48</c:v>
                </c:pt>
                <c:pt idx="27732">
                  <c:v>57.98</c:v>
                </c:pt>
                <c:pt idx="27733">
                  <c:v>89.46</c:v>
                </c:pt>
                <c:pt idx="27734">
                  <c:v>50.96</c:v>
                </c:pt>
                <c:pt idx="27735">
                  <c:v>49.99</c:v>
                </c:pt>
                <c:pt idx="27736">
                  <c:v>39.99</c:v>
                </c:pt>
                <c:pt idx="27737">
                  <c:v>61.98</c:v>
                </c:pt>
                <c:pt idx="27738">
                  <c:v>65.989999999999995</c:v>
                </c:pt>
                <c:pt idx="27739">
                  <c:v>-1.23</c:v>
                </c:pt>
                <c:pt idx="27740">
                  <c:v>64.67</c:v>
                </c:pt>
                <c:pt idx="27741">
                  <c:v>62.69</c:v>
                </c:pt>
                <c:pt idx="27742">
                  <c:v>92.98</c:v>
                </c:pt>
                <c:pt idx="27743">
                  <c:v>58.98</c:v>
                </c:pt>
                <c:pt idx="27744">
                  <c:v>50.08</c:v>
                </c:pt>
                <c:pt idx="27745">
                  <c:v>64.69</c:v>
                </c:pt>
                <c:pt idx="27746">
                  <c:v>-107.65</c:v>
                </c:pt>
                <c:pt idx="27747">
                  <c:v>107.65</c:v>
                </c:pt>
                <c:pt idx="27748">
                  <c:v>76.44</c:v>
                </c:pt>
                <c:pt idx="27749">
                  <c:v>62.47</c:v>
                </c:pt>
                <c:pt idx="27750">
                  <c:v>99.99</c:v>
                </c:pt>
                <c:pt idx="27751">
                  <c:v>99.99</c:v>
                </c:pt>
                <c:pt idx="27752">
                  <c:v>144.97</c:v>
                </c:pt>
                <c:pt idx="27753">
                  <c:v>144.97</c:v>
                </c:pt>
                <c:pt idx="27754">
                  <c:v>144.97</c:v>
                </c:pt>
                <c:pt idx="27755">
                  <c:v>144.96</c:v>
                </c:pt>
                <c:pt idx="27756">
                  <c:v>64.53</c:v>
                </c:pt>
                <c:pt idx="27757">
                  <c:v>72.989999999999995</c:v>
                </c:pt>
                <c:pt idx="27758">
                  <c:v>61.31</c:v>
                </c:pt>
                <c:pt idx="27759">
                  <c:v>79.650000000000006</c:v>
                </c:pt>
                <c:pt idx="27760">
                  <c:v>107.61</c:v>
                </c:pt>
                <c:pt idx="27761">
                  <c:v>142.65</c:v>
                </c:pt>
                <c:pt idx="27762">
                  <c:v>167.19</c:v>
                </c:pt>
                <c:pt idx="27763">
                  <c:v>107.53</c:v>
                </c:pt>
                <c:pt idx="27764">
                  <c:v>84.99</c:v>
                </c:pt>
                <c:pt idx="27765">
                  <c:v>89.97</c:v>
                </c:pt>
                <c:pt idx="27766">
                  <c:v>84.14</c:v>
                </c:pt>
                <c:pt idx="27767">
                  <c:v>108.97</c:v>
                </c:pt>
                <c:pt idx="27768">
                  <c:v>84.99</c:v>
                </c:pt>
                <c:pt idx="27769">
                  <c:v>120.96</c:v>
                </c:pt>
                <c:pt idx="27770">
                  <c:v>59.95</c:v>
                </c:pt>
                <c:pt idx="27771">
                  <c:v>82.81</c:v>
                </c:pt>
                <c:pt idx="27772">
                  <c:v>59.95</c:v>
                </c:pt>
                <c:pt idx="27773">
                  <c:v>108.97</c:v>
                </c:pt>
                <c:pt idx="27774">
                  <c:v>193.96</c:v>
                </c:pt>
                <c:pt idx="27775">
                  <c:v>65.989999999999995</c:v>
                </c:pt>
                <c:pt idx="27776">
                  <c:v>79.98</c:v>
                </c:pt>
                <c:pt idx="27777">
                  <c:v>83.4</c:v>
                </c:pt>
                <c:pt idx="27778">
                  <c:v>69.97</c:v>
                </c:pt>
                <c:pt idx="27779">
                  <c:v>83.04</c:v>
                </c:pt>
                <c:pt idx="27780">
                  <c:v>84.14</c:v>
                </c:pt>
                <c:pt idx="27781">
                  <c:v>88.97</c:v>
                </c:pt>
                <c:pt idx="27782">
                  <c:v>55.98</c:v>
                </c:pt>
                <c:pt idx="27783">
                  <c:v>81.97</c:v>
                </c:pt>
                <c:pt idx="27784">
                  <c:v>155.96</c:v>
                </c:pt>
                <c:pt idx="27785">
                  <c:v>74.97</c:v>
                </c:pt>
                <c:pt idx="27786">
                  <c:v>67.47</c:v>
                </c:pt>
                <c:pt idx="27787">
                  <c:v>157.24</c:v>
                </c:pt>
                <c:pt idx="27788">
                  <c:v>94.34</c:v>
                </c:pt>
                <c:pt idx="27789">
                  <c:v>62.9</c:v>
                </c:pt>
                <c:pt idx="27790">
                  <c:v>62.9</c:v>
                </c:pt>
                <c:pt idx="27791">
                  <c:v>94.34</c:v>
                </c:pt>
                <c:pt idx="27792">
                  <c:v>64.95</c:v>
                </c:pt>
                <c:pt idx="27793">
                  <c:v>64.95</c:v>
                </c:pt>
                <c:pt idx="27794">
                  <c:v>157.24</c:v>
                </c:pt>
                <c:pt idx="27795">
                  <c:v>90.73</c:v>
                </c:pt>
                <c:pt idx="27796">
                  <c:v>107.94</c:v>
                </c:pt>
                <c:pt idx="27797">
                  <c:v>71.959999999999994</c:v>
                </c:pt>
                <c:pt idx="27798">
                  <c:v>143.91999999999999</c:v>
                </c:pt>
                <c:pt idx="27799">
                  <c:v>107.94</c:v>
                </c:pt>
                <c:pt idx="27800">
                  <c:v>107.94</c:v>
                </c:pt>
                <c:pt idx="27801">
                  <c:v>104.67</c:v>
                </c:pt>
                <c:pt idx="27802">
                  <c:v>107.94</c:v>
                </c:pt>
                <c:pt idx="27803">
                  <c:v>107.94</c:v>
                </c:pt>
                <c:pt idx="27804">
                  <c:v>99.3</c:v>
                </c:pt>
                <c:pt idx="27805">
                  <c:v>104.94</c:v>
                </c:pt>
                <c:pt idx="27806">
                  <c:v>-17.989999999999998</c:v>
                </c:pt>
                <c:pt idx="27807">
                  <c:v>106.5</c:v>
                </c:pt>
                <c:pt idx="27808">
                  <c:v>107.94</c:v>
                </c:pt>
                <c:pt idx="27809">
                  <c:v>107.94</c:v>
                </c:pt>
                <c:pt idx="27810">
                  <c:v>71.959999999999994</c:v>
                </c:pt>
                <c:pt idx="27811">
                  <c:v>105.78</c:v>
                </c:pt>
                <c:pt idx="27812">
                  <c:v>141.32</c:v>
                </c:pt>
                <c:pt idx="27813">
                  <c:v>107.94</c:v>
                </c:pt>
                <c:pt idx="27814">
                  <c:v>86.95</c:v>
                </c:pt>
                <c:pt idx="27815">
                  <c:v>71.959999999999994</c:v>
                </c:pt>
                <c:pt idx="27816">
                  <c:v>135.76</c:v>
                </c:pt>
                <c:pt idx="27817">
                  <c:v>71.959999999999994</c:v>
                </c:pt>
                <c:pt idx="27818">
                  <c:v>70.88</c:v>
                </c:pt>
                <c:pt idx="27819">
                  <c:v>106.14</c:v>
                </c:pt>
                <c:pt idx="27820">
                  <c:v>143.91999999999999</c:v>
                </c:pt>
                <c:pt idx="27821">
                  <c:v>107.94</c:v>
                </c:pt>
                <c:pt idx="27822">
                  <c:v>106.94</c:v>
                </c:pt>
                <c:pt idx="27823">
                  <c:v>65.989999999999995</c:v>
                </c:pt>
                <c:pt idx="27824">
                  <c:v>64.98</c:v>
                </c:pt>
                <c:pt idx="27825">
                  <c:v>17.489999999999998</c:v>
                </c:pt>
                <c:pt idx="27826">
                  <c:v>37.479999999999997</c:v>
                </c:pt>
                <c:pt idx="27827">
                  <c:v>15.09</c:v>
                </c:pt>
                <c:pt idx="27828">
                  <c:v>61.69</c:v>
                </c:pt>
                <c:pt idx="27829">
                  <c:v>21.29</c:v>
                </c:pt>
                <c:pt idx="27830">
                  <c:v>56.68</c:v>
                </c:pt>
                <c:pt idx="27831">
                  <c:v>57.98</c:v>
                </c:pt>
                <c:pt idx="27832">
                  <c:v>64.11</c:v>
                </c:pt>
                <c:pt idx="27833">
                  <c:v>83.31</c:v>
                </c:pt>
                <c:pt idx="27834">
                  <c:v>59.98</c:v>
                </c:pt>
                <c:pt idx="27835">
                  <c:v>94.95</c:v>
                </c:pt>
                <c:pt idx="27836">
                  <c:v>55.64</c:v>
                </c:pt>
                <c:pt idx="27837">
                  <c:v>12.68</c:v>
                </c:pt>
                <c:pt idx="27838">
                  <c:v>118.02</c:v>
                </c:pt>
                <c:pt idx="27839">
                  <c:v>88.17</c:v>
                </c:pt>
                <c:pt idx="27840">
                  <c:v>73.97</c:v>
                </c:pt>
                <c:pt idx="27841">
                  <c:v>89.98</c:v>
                </c:pt>
                <c:pt idx="27842">
                  <c:v>84.99</c:v>
                </c:pt>
                <c:pt idx="27843">
                  <c:v>69.98</c:v>
                </c:pt>
                <c:pt idx="27844">
                  <c:v>69.98</c:v>
                </c:pt>
                <c:pt idx="27845">
                  <c:v>51.29</c:v>
                </c:pt>
                <c:pt idx="27846">
                  <c:v>66.97</c:v>
                </c:pt>
                <c:pt idx="27847">
                  <c:v>143.94999999999999</c:v>
                </c:pt>
                <c:pt idx="27848">
                  <c:v>70.510000000000005</c:v>
                </c:pt>
                <c:pt idx="27849">
                  <c:v>108.96</c:v>
                </c:pt>
                <c:pt idx="27850">
                  <c:v>69.98</c:v>
                </c:pt>
                <c:pt idx="27851">
                  <c:v>80.56</c:v>
                </c:pt>
                <c:pt idx="27852">
                  <c:v>69.98</c:v>
                </c:pt>
                <c:pt idx="27853">
                  <c:v>69.98</c:v>
                </c:pt>
                <c:pt idx="27854">
                  <c:v>125.97</c:v>
                </c:pt>
                <c:pt idx="27855">
                  <c:v>77.97</c:v>
                </c:pt>
                <c:pt idx="27856">
                  <c:v>67.89</c:v>
                </c:pt>
                <c:pt idx="27857">
                  <c:v>85.98</c:v>
                </c:pt>
                <c:pt idx="27858">
                  <c:v>82.13</c:v>
                </c:pt>
                <c:pt idx="27859">
                  <c:v>61.65</c:v>
                </c:pt>
                <c:pt idx="27860">
                  <c:v>104.98</c:v>
                </c:pt>
                <c:pt idx="27861">
                  <c:v>62.98</c:v>
                </c:pt>
                <c:pt idx="27862">
                  <c:v>62.15</c:v>
                </c:pt>
                <c:pt idx="27863">
                  <c:v>125.23</c:v>
                </c:pt>
                <c:pt idx="27864">
                  <c:v>69.97</c:v>
                </c:pt>
                <c:pt idx="27865">
                  <c:v>57.98</c:v>
                </c:pt>
                <c:pt idx="27866">
                  <c:v>15.99</c:v>
                </c:pt>
                <c:pt idx="27867">
                  <c:v>18.739999999999998</c:v>
                </c:pt>
                <c:pt idx="27868">
                  <c:v>19.93</c:v>
                </c:pt>
                <c:pt idx="27869">
                  <c:v>19.28</c:v>
                </c:pt>
                <c:pt idx="27870">
                  <c:v>19.28</c:v>
                </c:pt>
                <c:pt idx="27871">
                  <c:v>130.46</c:v>
                </c:pt>
                <c:pt idx="27872">
                  <c:v>130.46</c:v>
                </c:pt>
                <c:pt idx="27873">
                  <c:v>110.66</c:v>
                </c:pt>
                <c:pt idx="27874">
                  <c:v>110.66</c:v>
                </c:pt>
                <c:pt idx="27875">
                  <c:v>156.57</c:v>
                </c:pt>
                <c:pt idx="27876">
                  <c:v>71.959999999999994</c:v>
                </c:pt>
                <c:pt idx="27877">
                  <c:v>79.849999999999994</c:v>
                </c:pt>
                <c:pt idx="27878">
                  <c:v>62.29</c:v>
                </c:pt>
                <c:pt idx="27879">
                  <c:v>43.52</c:v>
                </c:pt>
                <c:pt idx="27880">
                  <c:v>84.69</c:v>
                </c:pt>
                <c:pt idx="27881">
                  <c:v>143.97</c:v>
                </c:pt>
                <c:pt idx="27882">
                  <c:v>69.98</c:v>
                </c:pt>
                <c:pt idx="27883">
                  <c:v>135.96</c:v>
                </c:pt>
                <c:pt idx="27884">
                  <c:v>160.94999999999999</c:v>
                </c:pt>
                <c:pt idx="27885">
                  <c:v>131.97999999999999</c:v>
                </c:pt>
                <c:pt idx="27886">
                  <c:v>107.32</c:v>
                </c:pt>
                <c:pt idx="27887">
                  <c:v>125.96</c:v>
                </c:pt>
                <c:pt idx="27888">
                  <c:v>92.39</c:v>
                </c:pt>
                <c:pt idx="27889">
                  <c:v>131.97999999999999</c:v>
                </c:pt>
                <c:pt idx="27890">
                  <c:v>131.97999999999999</c:v>
                </c:pt>
                <c:pt idx="27891">
                  <c:v>72.58</c:v>
                </c:pt>
                <c:pt idx="27892">
                  <c:v>79.989999999999995</c:v>
                </c:pt>
                <c:pt idx="27893">
                  <c:v>58.98</c:v>
                </c:pt>
                <c:pt idx="27894">
                  <c:v>30.49</c:v>
                </c:pt>
                <c:pt idx="27895">
                  <c:v>143.94999999999999</c:v>
                </c:pt>
                <c:pt idx="27896">
                  <c:v>169.98</c:v>
                </c:pt>
                <c:pt idx="27897">
                  <c:v>169.98</c:v>
                </c:pt>
                <c:pt idx="27898">
                  <c:v>148.36000000000001</c:v>
                </c:pt>
                <c:pt idx="27899">
                  <c:v>169.98</c:v>
                </c:pt>
                <c:pt idx="27900">
                  <c:v>121.98</c:v>
                </c:pt>
                <c:pt idx="27901">
                  <c:v>169.98</c:v>
                </c:pt>
                <c:pt idx="27902">
                  <c:v>150.18</c:v>
                </c:pt>
                <c:pt idx="27903">
                  <c:v>131.97999999999999</c:v>
                </c:pt>
                <c:pt idx="27904">
                  <c:v>99.98</c:v>
                </c:pt>
                <c:pt idx="27905">
                  <c:v>137.97999999999999</c:v>
                </c:pt>
                <c:pt idx="27906">
                  <c:v>131.97999999999999</c:v>
                </c:pt>
                <c:pt idx="27907">
                  <c:v>99.98</c:v>
                </c:pt>
                <c:pt idx="27908">
                  <c:v>131.97999999999999</c:v>
                </c:pt>
                <c:pt idx="27909">
                  <c:v>85.96</c:v>
                </c:pt>
                <c:pt idx="27910">
                  <c:v>57.97</c:v>
                </c:pt>
                <c:pt idx="27911">
                  <c:v>67.98</c:v>
                </c:pt>
                <c:pt idx="27912">
                  <c:v>73.98</c:v>
                </c:pt>
                <c:pt idx="27913">
                  <c:v>59.95</c:v>
                </c:pt>
                <c:pt idx="27914">
                  <c:v>83.93</c:v>
                </c:pt>
                <c:pt idx="27915">
                  <c:v>99.42</c:v>
                </c:pt>
                <c:pt idx="27916">
                  <c:v>33.479999999999997</c:v>
                </c:pt>
                <c:pt idx="27917">
                  <c:v>48.99</c:v>
                </c:pt>
                <c:pt idx="27918">
                  <c:v>48.99</c:v>
                </c:pt>
                <c:pt idx="27919">
                  <c:v>59.98</c:v>
                </c:pt>
                <c:pt idx="27920">
                  <c:v>32.39</c:v>
                </c:pt>
                <c:pt idx="27921">
                  <c:v>59.98</c:v>
                </c:pt>
                <c:pt idx="27922">
                  <c:v>108.97</c:v>
                </c:pt>
                <c:pt idx="27923">
                  <c:v>32.39</c:v>
                </c:pt>
                <c:pt idx="27924">
                  <c:v>32.39</c:v>
                </c:pt>
                <c:pt idx="27925">
                  <c:v>108.97</c:v>
                </c:pt>
                <c:pt idx="27926">
                  <c:v>108.97</c:v>
                </c:pt>
                <c:pt idx="27927">
                  <c:v>59.98</c:v>
                </c:pt>
                <c:pt idx="27928">
                  <c:v>48.99</c:v>
                </c:pt>
                <c:pt idx="27929">
                  <c:v>141.35</c:v>
                </c:pt>
                <c:pt idx="27930">
                  <c:v>55.97</c:v>
                </c:pt>
                <c:pt idx="27931">
                  <c:v>53.98</c:v>
                </c:pt>
                <c:pt idx="27932">
                  <c:v>55.97</c:v>
                </c:pt>
                <c:pt idx="27933">
                  <c:v>53.98</c:v>
                </c:pt>
                <c:pt idx="27934">
                  <c:v>59.24</c:v>
                </c:pt>
                <c:pt idx="27935">
                  <c:v>81.37</c:v>
                </c:pt>
                <c:pt idx="27936">
                  <c:v>60.99</c:v>
                </c:pt>
                <c:pt idx="27937">
                  <c:v>85.48</c:v>
                </c:pt>
                <c:pt idx="27938">
                  <c:v>56.02</c:v>
                </c:pt>
                <c:pt idx="27939">
                  <c:v>125.06</c:v>
                </c:pt>
                <c:pt idx="27940">
                  <c:v>140.97</c:v>
                </c:pt>
                <c:pt idx="27941">
                  <c:v>63.47</c:v>
                </c:pt>
                <c:pt idx="27942">
                  <c:v>132.47</c:v>
                </c:pt>
                <c:pt idx="27943">
                  <c:v>108.98</c:v>
                </c:pt>
                <c:pt idx="27944">
                  <c:v>114.95</c:v>
                </c:pt>
                <c:pt idx="27945">
                  <c:v>131.97999999999999</c:v>
                </c:pt>
                <c:pt idx="27946">
                  <c:v>168.55</c:v>
                </c:pt>
                <c:pt idx="27947">
                  <c:v>131.16</c:v>
                </c:pt>
                <c:pt idx="27948">
                  <c:v>67.98</c:v>
                </c:pt>
                <c:pt idx="27949">
                  <c:v>177.24</c:v>
                </c:pt>
                <c:pt idx="27950">
                  <c:v>169.98</c:v>
                </c:pt>
                <c:pt idx="27951">
                  <c:v>82.99</c:v>
                </c:pt>
                <c:pt idx="27952">
                  <c:v>169.98</c:v>
                </c:pt>
                <c:pt idx="27953">
                  <c:v>172.95</c:v>
                </c:pt>
                <c:pt idx="27954">
                  <c:v>141.82</c:v>
                </c:pt>
                <c:pt idx="27955">
                  <c:v>157.96</c:v>
                </c:pt>
                <c:pt idx="27956">
                  <c:v>198.58</c:v>
                </c:pt>
                <c:pt idx="27957">
                  <c:v>198.26</c:v>
                </c:pt>
                <c:pt idx="27958">
                  <c:v>169.13</c:v>
                </c:pt>
                <c:pt idx="27959">
                  <c:v>169.98</c:v>
                </c:pt>
                <c:pt idx="27960">
                  <c:v>113.27</c:v>
                </c:pt>
                <c:pt idx="27961">
                  <c:v>84.99</c:v>
                </c:pt>
                <c:pt idx="27962">
                  <c:v>123.97</c:v>
                </c:pt>
                <c:pt idx="27963">
                  <c:v>19.489999999999998</c:v>
                </c:pt>
                <c:pt idx="27964">
                  <c:v>51.49</c:v>
                </c:pt>
                <c:pt idx="27965">
                  <c:v>63.96</c:v>
                </c:pt>
                <c:pt idx="27966">
                  <c:v>65.98</c:v>
                </c:pt>
                <c:pt idx="27967">
                  <c:v>74.98</c:v>
                </c:pt>
                <c:pt idx="27968">
                  <c:v>57.98</c:v>
                </c:pt>
                <c:pt idx="27969">
                  <c:v>82.97</c:v>
                </c:pt>
                <c:pt idx="27970">
                  <c:v>143.36000000000001</c:v>
                </c:pt>
                <c:pt idx="27971">
                  <c:v>59.99</c:v>
                </c:pt>
                <c:pt idx="27972">
                  <c:v>58.54</c:v>
                </c:pt>
                <c:pt idx="27973">
                  <c:v>143.36000000000001</c:v>
                </c:pt>
                <c:pt idx="27974">
                  <c:v>58.54</c:v>
                </c:pt>
                <c:pt idx="27975">
                  <c:v>59.99</c:v>
                </c:pt>
                <c:pt idx="27976">
                  <c:v>51.94</c:v>
                </c:pt>
                <c:pt idx="27977">
                  <c:v>-1.95</c:v>
                </c:pt>
                <c:pt idx="27978">
                  <c:v>29.49</c:v>
                </c:pt>
                <c:pt idx="27979">
                  <c:v>51.98</c:v>
                </c:pt>
                <c:pt idx="27980">
                  <c:v>51.98</c:v>
                </c:pt>
                <c:pt idx="27981">
                  <c:v>46.72</c:v>
                </c:pt>
                <c:pt idx="27982">
                  <c:v>161.96</c:v>
                </c:pt>
                <c:pt idx="27983">
                  <c:v>176.95</c:v>
                </c:pt>
                <c:pt idx="27984">
                  <c:v>161.96</c:v>
                </c:pt>
                <c:pt idx="27985">
                  <c:v>161.96</c:v>
                </c:pt>
                <c:pt idx="27986">
                  <c:v>161.96</c:v>
                </c:pt>
                <c:pt idx="27987">
                  <c:v>67.489999999999995</c:v>
                </c:pt>
                <c:pt idx="27988">
                  <c:v>163.46</c:v>
                </c:pt>
                <c:pt idx="27989">
                  <c:v>-14.99</c:v>
                </c:pt>
                <c:pt idx="27990">
                  <c:v>177.93</c:v>
                </c:pt>
                <c:pt idx="27991">
                  <c:v>163.46</c:v>
                </c:pt>
                <c:pt idx="27992">
                  <c:v>141.97</c:v>
                </c:pt>
                <c:pt idx="27993">
                  <c:v>143.07</c:v>
                </c:pt>
                <c:pt idx="27994">
                  <c:v>56.97</c:v>
                </c:pt>
                <c:pt idx="27995">
                  <c:v>56.97</c:v>
                </c:pt>
                <c:pt idx="27996">
                  <c:v>53.98</c:v>
                </c:pt>
                <c:pt idx="27997">
                  <c:v>54.98</c:v>
                </c:pt>
                <c:pt idx="27998">
                  <c:v>35.49</c:v>
                </c:pt>
                <c:pt idx="27999">
                  <c:v>76.19</c:v>
                </c:pt>
                <c:pt idx="28000">
                  <c:v>79</c:v>
                </c:pt>
                <c:pt idx="28001">
                  <c:v>142.97</c:v>
                </c:pt>
                <c:pt idx="28002">
                  <c:v>63.99</c:v>
                </c:pt>
                <c:pt idx="28003">
                  <c:v>305.95999999999998</c:v>
                </c:pt>
                <c:pt idx="28004">
                  <c:v>339.96</c:v>
                </c:pt>
                <c:pt idx="28005">
                  <c:v>119.96</c:v>
                </c:pt>
                <c:pt idx="28006">
                  <c:v>208.35</c:v>
                </c:pt>
                <c:pt idx="28007">
                  <c:v>79.98</c:v>
                </c:pt>
                <c:pt idx="28008">
                  <c:v>347.38</c:v>
                </c:pt>
                <c:pt idx="28009">
                  <c:v>80.48</c:v>
                </c:pt>
                <c:pt idx="28010">
                  <c:v>50.46</c:v>
                </c:pt>
                <c:pt idx="28011">
                  <c:v>140.36000000000001</c:v>
                </c:pt>
                <c:pt idx="28012">
                  <c:v>142.76</c:v>
                </c:pt>
                <c:pt idx="28013">
                  <c:v>68.95</c:v>
                </c:pt>
                <c:pt idx="28014">
                  <c:v>82.26</c:v>
                </c:pt>
                <c:pt idx="28015">
                  <c:v>72.58</c:v>
                </c:pt>
                <c:pt idx="28016">
                  <c:v>154.82</c:v>
                </c:pt>
                <c:pt idx="28017">
                  <c:v>74.97</c:v>
                </c:pt>
                <c:pt idx="28018">
                  <c:v>74.97</c:v>
                </c:pt>
                <c:pt idx="28019">
                  <c:v>77.39</c:v>
                </c:pt>
                <c:pt idx="28020">
                  <c:v>77.39</c:v>
                </c:pt>
                <c:pt idx="28021">
                  <c:v>368.99</c:v>
                </c:pt>
                <c:pt idx="28022">
                  <c:v>730.72</c:v>
                </c:pt>
                <c:pt idx="28023">
                  <c:v>798.48</c:v>
                </c:pt>
                <c:pt idx="28024">
                  <c:v>596.07000000000005</c:v>
                </c:pt>
                <c:pt idx="28025">
                  <c:v>139.97999999999999</c:v>
                </c:pt>
                <c:pt idx="28026">
                  <c:v>68.900000000000006</c:v>
                </c:pt>
                <c:pt idx="28027">
                  <c:v>66.489999999999995</c:v>
                </c:pt>
                <c:pt idx="28028">
                  <c:v>19.989999999999998</c:v>
                </c:pt>
                <c:pt idx="28029">
                  <c:v>69.98</c:v>
                </c:pt>
                <c:pt idx="28030">
                  <c:v>69.98</c:v>
                </c:pt>
                <c:pt idx="28031">
                  <c:v>69.98</c:v>
                </c:pt>
                <c:pt idx="28032">
                  <c:v>69.98</c:v>
                </c:pt>
                <c:pt idx="28033">
                  <c:v>69.98</c:v>
                </c:pt>
                <c:pt idx="28034">
                  <c:v>69.98</c:v>
                </c:pt>
                <c:pt idx="28035">
                  <c:v>139.96</c:v>
                </c:pt>
                <c:pt idx="28036">
                  <c:v>139.96</c:v>
                </c:pt>
                <c:pt idx="28037">
                  <c:v>139.96</c:v>
                </c:pt>
                <c:pt idx="28038">
                  <c:v>69.989999999999995</c:v>
                </c:pt>
                <c:pt idx="28039">
                  <c:v>69.989999999999995</c:v>
                </c:pt>
                <c:pt idx="28040">
                  <c:v>51.49</c:v>
                </c:pt>
                <c:pt idx="28041">
                  <c:v>79.989999999999995</c:v>
                </c:pt>
                <c:pt idx="28042">
                  <c:v>69.989999999999995</c:v>
                </c:pt>
                <c:pt idx="28043">
                  <c:v>69.989999999999995</c:v>
                </c:pt>
                <c:pt idx="28044">
                  <c:v>139.97999999999999</c:v>
                </c:pt>
                <c:pt idx="28045">
                  <c:v>139.97999999999999</c:v>
                </c:pt>
                <c:pt idx="28046">
                  <c:v>69.989999999999995</c:v>
                </c:pt>
                <c:pt idx="28047">
                  <c:v>69.989999999999995</c:v>
                </c:pt>
                <c:pt idx="28048">
                  <c:v>11.49</c:v>
                </c:pt>
                <c:pt idx="28049">
                  <c:v>119.96</c:v>
                </c:pt>
                <c:pt idx="28050">
                  <c:v>69.989999999999995</c:v>
                </c:pt>
                <c:pt idx="28051">
                  <c:v>69.989999999999995</c:v>
                </c:pt>
                <c:pt idx="28052">
                  <c:v>139.97999999999999</c:v>
                </c:pt>
                <c:pt idx="28053">
                  <c:v>139.97999999999999</c:v>
                </c:pt>
                <c:pt idx="28054">
                  <c:v>254.97</c:v>
                </c:pt>
                <c:pt idx="28055">
                  <c:v>229.97</c:v>
                </c:pt>
                <c:pt idx="28056">
                  <c:v>256.47000000000003</c:v>
                </c:pt>
                <c:pt idx="28057">
                  <c:v>197.97</c:v>
                </c:pt>
                <c:pt idx="28058">
                  <c:v>137.66999999999999</c:v>
                </c:pt>
                <c:pt idx="28059">
                  <c:v>254.97</c:v>
                </c:pt>
                <c:pt idx="28060">
                  <c:v>139.97</c:v>
                </c:pt>
                <c:pt idx="28061">
                  <c:v>54.98</c:v>
                </c:pt>
                <c:pt idx="28062">
                  <c:v>84.99</c:v>
                </c:pt>
                <c:pt idx="28063">
                  <c:v>54.98</c:v>
                </c:pt>
                <c:pt idx="28064">
                  <c:v>84.99</c:v>
                </c:pt>
                <c:pt idx="28065">
                  <c:v>54.98</c:v>
                </c:pt>
                <c:pt idx="28066">
                  <c:v>84.98</c:v>
                </c:pt>
                <c:pt idx="28067">
                  <c:v>139.96</c:v>
                </c:pt>
                <c:pt idx="28068">
                  <c:v>74.95</c:v>
                </c:pt>
                <c:pt idx="28069">
                  <c:v>139.96</c:v>
                </c:pt>
                <c:pt idx="28070">
                  <c:v>33.840000000000003</c:v>
                </c:pt>
                <c:pt idx="28071">
                  <c:v>66.53</c:v>
                </c:pt>
                <c:pt idx="28072">
                  <c:v>35.07</c:v>
                </c:pt>
                <c:pt idx="28073">
                  <c:v>139.94999999999999</c:v>
                </c:pt>
                <c:pt idx="28074">
                  <c:v>142.25</c:v>
                </c:pt>
                <c:pt idx="28075">
                  <c:v>153.97999999999999</c:v>
                </c:pt>
                <c:pt idx="28076">
                  <c:v>159.97999999999999</c:v>
                </c:pt>
                <c:pt idx="28077">
                  <c:v>169.98</c:v>
                </c:pt>
                <c:pt idx="28078">
                  <c:v>131.97999999999999</c:v>
                </c:pt>
                <c:pt idx="28079">
                  <c:v>169.98</c:v>
                </c:pt>
                <c:pt idx="28080">
                  <c:v>165.96</c:v>
                </c:pt>
                <c:pt idx="28081">
                  <c:v>139.96</c:v>
                </c:pt>
                <c:pt idx="28082">
                  <c:v>157.97999999999999</c:v>
                </c:pt>
                <c:pt idx="28083">
                  <c:v>159.96</c:v>
                </c:pt>
                <c:pt idx="28084">
                  <c:v>140.66999999999999</c:v>
                </c:pt>
                <c:pt idx="28085">
                  <c:v>169.98</c:v>
                </c:pt>
                <c:pt idx="28086">
                  <c:v>131.97999999999999</c:v>
                </c:pt>
                <c:pt idx="28087">
                  <c:v>243.46</c:v>
                </c:pt>
                <c:pt idx="28088">
                  <c:v>121.98</c:v>
                </c:pt>
                <c:pt idx="28089">
                  <c:v>131.97999999999999</c:v>
                </c:pt>
                <c:pt idx="28090">
                  <c:v>67.97</c:v>
                </c:pt>
                <c:pt idx="28091">
                  <c:v>154.63999999999999</c:v>
                </c:pt>
                <c:pt idx="28092">
                  <c:v>169.98</c:v>
                </c:pt>
                <c:pt idx="28093">
                  <c:v>169.98</c:v>
                </c:pt>
                <c:pt idx="28094">
                  <c:v>59.96</c:v>
                </c:pt>
                <c:pt idx="28095">
                  <c:v>22.23</c:v>
                </c:pt>
                <c:pt idx="28096">
                  <c:v>104.97</c:v>
                </c:pt>
                <c:pt idx="28097">
                  <c:v>139.94999999999999</c:v>
                </c:pt>
                <c:pt idx="28098">
                  <c:v>139.9</c:v>
                </c:pt>
                <c:pt idx="28099">
                  <c:v>59.97</c:v>
                </c:pt>
                <c:pt idx="28100">
                  <c:v>41.48</c:v>
                </c:pt>
                <c:pt idx="28101">
                  <c:v>21.49</c:v>
                </c:pt>
                <c:pt idx="28102">
                  <c:v>84.99</c:v>
                </c:pt>
                <c:pt idx="28103">
                  <c:v>53.97</c:v>
                </c:pt>
                <c:pt idx="28104">
                  <c:v>20.49</c:v>
                </c:pt>
                <c:pt idx="28105">
                  <c:v>56.97</c:v>
                </c:pt>
                <c:pt idx="28106">
                  <c:v>69.95</c:v>
                </c:pt>
                <c:pt idx="28107">
                  <c:v>69.95</c:v>
                </c:pt>
                <c:pt idx="28108">
                  <c:v>99.98</c:v>
                </c:pt>
                <c:pt idx="28109">
                  <c:v>174.97</c:v>
                </c:pt>
                <c:pt idx="28110">
                  <c:v>105.98</c:v>
                </c:pt>
                <c:pt idx="28111">
                  <c:v>145.97</c:v>
                </c:pt>
                <c:pt idx="28112">
                  <c:v>145.97</c:v>
                </c:pt>
                <c:pt idx="28113">
                  <c:v>139.9</c:v>
                </c:pt>
                <c:pt idx="28114">
                  <c:v>139.9</c:v>
                </c:pt>
                <c:pt idx="28115">
                  <c:v>80.97</c:v>
                </c:pt>
                <c:pt idx="28116">
                  <c:v>59.95</c:v>
                </c:pt>
                <c:pt idx="28117">
                  <c:v>152.97999999999999</c:v>
                </c:pt>
                <c:pt idx="28118">
                  <c:v>152.97999999999999</c:v>
                </c:pt>
                <c:pt idx="28119">
                  <c:v>152.96</c:v>
                </c:pt>
                <c:pt idx="28120">
                  <c:v>62.97</c:v>
                </c:pt>
                <c:pt idx="28121">
                  <c:v>72.58</c:v>
                </c:pt>
                <c:pt idx="28122">
                  <c:v>81.64</c:v>
                </c:pt>
                <c:pt idx="28123">
                  <c:v>157.97</c:v>
                </c:pt>
                <c:pt idx="28124">
                  <c:v>233.38</c:v>
                </c:pt>
                <c:pt idx="28125">
                  <c:v>216.94</c:v>
                </c:pt>
                <c:pt idx="28126">
                  <c:v>197.97</c:v>
                </c:pt>
                <c:pt idx="28127">
                  <c:v>197.97</c:v>
                </c:pt>
                <c:pt idx="28128">
                  <c:v>363.38</c:v>
                </c:pt>
                <c:pt idx="28129">
                  <c:v>196.7</c:v>
                </c:pt>
                <c:pt idx="28130">
                  <c:v>86.07</c:v>
                </c:pt>
                <c:pt idx="28131">
                  <c:v>141.96</c:v>
                </c:pt>
                <c:pt idx="28132">
                  <c:v>83.97</c:v>
                </c:pt>
                <c:pt idx="28133">
                  <c:v>57.98</c:v>
                </c:pt>
                <c:pt idx="28134">
                  <c:v>139.47</c:v>
                </c:pt>
                <c:pt idx="28135">
                  <c:v>65.05</c:v>
                </c:pt>
                <c:pt idx="28136">
                  <c:v>88.9</c:v>
                </c:pt>
                <c:pt idx="28137">
                  <c:v>69.989999999999995</c:v>
                </c:pt>
                <c:pt idx="28138">
                  <c:v>69.989999999999995</c:v>
                </c:pt>
                <c:pt idx="28139">
                  <c:v>179.95</c:v>
                </c:pt>
                <c:pt idx="28140">
                  <c:v>275.93</c:v>
                </c:pt>
                <c:pt idx="28141">
                  <c:v>114.65</c:v>
                </c:pt>
                <c:pt idx="28142">
                  <c:v>226.8</c:v>
                </c:pt>
                <c:pt idx="28143">
                  <c:v>212.97</c:v>
                </c:pt>
                <c:pt idx="28144">
                  <c:v>254.97</c:v>
                </c:pt>
                <c:pt idx="28145">
                  <c:v>131.97999999999999</c:v>
                </c:pt>
                <c:pt idx="28146">
                  <c:v>225.55</c:v>
                </c:pt>
                <c:pt idx="28147">
                  <c:v>107.97</c:v>
                </c:pt>
                <c:pt idx="28148">
                  <c:v>229.97</c:v>
                </c:pt>
                <c:pt idx="28149">
                  <c:v>201.96</c:v>
                </c:pt>
                <c:pt idx="28150">
                  <c:v>131.97999999999999</c:v>
                </c:pt>
                <c:pt idx="28151">
                  <c:v>169.98</c:v>
                </c:pt>
                <c:pt idx="28152">
                  <c:v>69.290000000000006</c:v>
                </c:pt>
                <c:pt idx="28153">
                  <c:v>69.989999999999995</c:v>
                </c:pt>
                <c:pt idx="28154">
                  <c:v>56.97</c:v>
                </c:pt>
                <c:pt idx="28155">
                  <c:v>56.97</c:v>
                </c:pt>
                <c:pt idx="28156">
                  <c:v>47.75</c:v>
                </c:pt>
                <c:pt idx="28157">
                  <c:v>22.95</c:v>
                </c:pt>
                <c:pt idx="28158">
                  <c:v>49.59</c:v>
                </c:pt>
                <c:pt idx="28159">
                  <c:v>141.62</c:v>
                </c:pt>
                <c:pt idx="28160">
                  <c:v>79.849999999999994</c:v>
                </c:pt>
                <c:pt idx="28161">
                  <c:v>84.99</c:v>
                </c:pt>
                <c:pt idx="28162">
                  <c:v>79.989999999999995</c:v>
                </c:pt>
                <c:pt idx="28163">
                  <c:v>89.97</c:v>
                </c:pt>
                <c:pt idx="28164">
                  <c:v>84.99</c:v>
                </c:pt>
                <c:pt idx="28165">
                  <c:v>58.99</c:v>
                </c:pt>
                <c:pt idx="28166">
                  <c:v>60.98</c:v>
                </c:pt>
                <c:pt idx="28167">
                  <c:v>99.98</c:v>
                </c:pt>
                <c:pt idx="28168">
                  <c:v>64.97</c:v>
                </c:pt>
                <c:pt idx="28169">
                  <c:v>66.22</c:v>
                </c:pt>
                <c:pt idx="28170">
                  <c:v>99.98</c:v>
                </c:pt>
                <c:pt idx="28171">
                  <c:v>60.98</c:v>
                </c:pt>
                <c:pt idx="28172">
                  <c:v>93.91</c:v>
                </c:pt>
                <c:pt idx="28173">
                  <c:v>59.39</c:v>
                </c:pt>
                <c:pt idx="28174">
                  <c:v>74.97</c:v>
                </c:pt>
                <c:pt idx="28175">
                  <c:v>72.66</c:v>
                </c:pt>
                <c:pt idx="28176">
                  <c:v>53.18</c:v>
                </c:pt>
                <c:pt idx="28177">
                  <c:v>62.87</c:v>
                </c:pt>
                <c:pt idx="28178">
                  <c:v>84.99</c:v>
                </c:pt>
                <c:pt idx="28179">
                  <c:v>68.989999999999995</c:v>
                </c:pt>
                <c:pt idx="28180">
                  <c:v>31.48</c:v>
                </c:pt>
                <c:pt idx="28181">
                  <c:v>30.88</c:v>
                </c:pt>
                <c:pt idx="28182">
                  <c:v>41.24</c:v>
                </c:pt>
                <c:pt idx="28183">
                  <c:v>84.99</c:v>
                </c:pt>
                <c:pt idx="28184">
                  <c:v>84.99</c:v>
                </c:pt>
                <c:pt idx="28185">
                  <c:v>53.98</c:v>
                </c:pt>
                <c:pt idx="28186">
                  <c:v>138.97</c:v>
                </c:pt>
                <c:pt idx="28187">
                  <c:v>69.959999999999994</c:v>
                </c:pt>
                <c:pt idx="28188">
                  <c:v>68.959999999999994</c:v>
                </c:pt>
                <c:pt idx="28189">
                  <c:v>53.96</c:v>
                </c:pt>
                <c:pt idx="28190">
                  <c:v>139.96</c:v>
                </c:pt>
                <c:pt idx="28191">
                  <c:v>194.97</c:v>
                </c:pt>
                <c:pt idx="28192">
                  <c:v>242.95</c:v>
                </c:pt>
                <c:pt idx="28193">
                  <c:v>131.97999999999999</c:v>
                </c:pt>
                <c:pt idx="28194">
                  <c:v>156.97</c:v>
                </c:pt>
                <c:pt idx="28195">
                  <c:v>184.21</c:v>
                </c:pt>
                <c:pt idx="28196">
                  <c:v>151.97</c:v>
                </c:pt>
                <c:pt idx="28197">
                  <c:v>69.98</c:v>
                </c:pt>
                <c:pt idx="28198">
                  <c:v>69.98</c:v>
                </c:pt>
                <c:pt idx="28199">
                  <c:v>57.98</c:v>
                </c:pt>
                <c:pt idx="28200">
                  <c:v>28.49</c:v>
                </c:pt>
                <c:pt idx="28201">
                  <c:v>55.98</c:v>
                </c:pt>
                <c:pt idx="28202">
                  <c:v>141.16999999999999</c:v>
                </c:pt>
                <c:pt idx="28203">
                  <c:v>139.91999999999999</c:v>
                </c:pt>
                <c:pt idx="28204">
                  <c:v>61.41</c:v>
                </c:pt>
                <c:pt idx="28205">
                  <c:v>80.98</c:v>
                </c:pt>
                <c:pt idx="28206">
                  <c:v>153.65</c:v>
                </c:pt>
                <c:pt idx="28207">
                  <c:v>130.63999999999999</c:v>
                </c:pt>
                <c:pt idx="28208">
                  <c:v>203.24</c:v>
                </c:pt>
                <c:pt idx="28209">
                  <c:v>210.14</c:v>
                </c:pt>
                <c:pt idx="28210">
                  <c:v>313.33999999999997</c:v>
                </c:pt>
                <c:pt idx="28211">
                  <c:v>313.33999999999997</c:v>
                </c:pt>
                <c:pt idx="28212">
                  <c:v>169.84</c:v>
                </c:pt>
                <c:pt idx="28213">
                  <c:v>114.91</c:v>
                </c:pt>
                <c:pt idx="28214">
                  <c:v>100.39</c:v>
                </c:pt>
                <c:pt idx="28215">
                  <c:v>114.91</c:v>
                </c:pt>
                <c:pt idx="28216">
                  <c:v>145.15</c:v>
                </c:pt>
                <c:pt idx="28217">
                  <c:v>248.66</c:v>
                </c:pt>
                <c:pt idx="28218">
                  <c:v>119.75</c:v>
                </c:pt>
                <c:pt idx="28219">
                  <c:v>130.59</c:v>
                </c:pt>
                <c:pt idx="28220">
                  <c:v>153.65</c:v>
                </c:pt>
                <c:pt idx="28221">
                  <c:v>159.69999999999999</c:v>
                </c:pt>
                <c:pt idx="28222">
                  <c:v>174.49</c:v>
                </c:pt>
                <c:pt idx="28223">
                  <c:v>214.13</c:v>
                </c:pt>
                <c:pt idx="28224">
                  <c:v>68.98</c:v>
                </c:pt>
                <c:pt idx="28225">
                  <c:v>68.98</c:v>
                </c:pt>
                <c:pt idx="28226">
                  <c:v>68.97</c:v>
                </c:pt>
                <c:pt idx="28227">
                  <c:v>68.97</c:v>
                </c:pt>
                <c:pt idx="28228">
                  <c:v>72.959999999999994</c:v>
                </c:pt>
                <c:pt idx="28229">
                  <c:v>67.97</c:v>
                </c:pt>
                <c:pt idx="28230">
                  <c:v>70.47</c:v>
                </c:pt>
                <c:pt idx="28231">
                  <c:v>70.47</c:v>
                </c:pt>
                <c:pt idx="28232">
                  <c:v>83.87</c:v>
                </c:pt>
                <c:pt idx="28233">
                  <c:v>183.68</c:v>
                </c:pt>
                <c:pt idx="28234">
                  <c:v>169.98</c:v>
                </c:pt>
                <c:pt idx="28235">
                  <c:v>158.97</c:v>
                </c:pt>
                <c:pt idx="28236">
                  <c:v>175.5</c:v>
                </c:pt>
                <c:pt idx="28237">
                  <c:v>131.97999999999999</c:v>
                </c:pt>
                <c:pt idx="28238">
                  <c:v>188.97</c:v>
                </c:pt>
                <c:pt idx="28239">
                  <c:v>169.98</c:v>
                </c:pt>
                <c:pt idx="28240">
                  <c:v>134.97999999999999</c:v>
                </c:pt>
                <c:pt idx="28241">
                  <c:v>165.64</c:v>
                </c:pt>
                <c:pt idx="28242">
                  <c:v>144.47999999999999</c:v>
                </c:pt>
                <c:pt idx="28243">
                  <c:v>150.97</c:v>
                </c:pt>
                <c:pt idx="28244">
                  <c:v>169.98</c:v>
                </c:pt>
                <c:pt idx="28245">
                  <c:v>178.97</c:v>
                </c:pt>
                <c:pt idx="28246">
                  <c:v>169.98</c:v>
                </c:pt>
                <c:pt idx="28247">
                  <c:v>65.989999999999995</c:v>
                </c:pt>
                <c:pt idx="28248">
                  <c:v>134.97999999999999</c:v>
                </c:pt>
                <c:pt idx="28249">
                  <c:v>82.26</c:v>
                </c:pt>
                <c:pt idx="28250">
                  <c:v>56.22</c:v>
                </c:pt>
                <c:pt idx="28251">
                  <c:v>50.38</c:v>
                </c:pt>
                <c:pt idx="28252">
                  <c:v>87.96</c:v>
                </c:pt>
                <c:pt idx="28253">
                  <c:v>88.97</c:v>
                </c:pt>
                <c:pt idx="28254">
                  <c:v>51.76</c:v>
                </c:pt>
                <c:pt idx="28255">
                  <c:v>151.96</c:v>
                </c:pt>
                <c:pt idx="28256">
                  <c:v>161.96</c:v>
                </c:pt>
                <c:pt idx="28257">
                  <c:v>146.97</c:v>
                </c:pt>
                <c:pt idx="28258">
                  <c:v>127.07</c:v>
                </c:pt>
                <c:pt idx="28259">
                  <c:v>136.97</c:v>
                </c:pt>
                <c:pt idx="28260">
                  <c:v>161.53</c:v>
                </c:pt>
                <c:pt idx="28261">
                  <c:v>72.58</c:v>
                </c:pt>
                <c:pt idx="28262">
                  <c:v>79.849999999999994</c:v>
                </c:pt>
                <c:pt idx="28263">
                  <c:v>31.49</c:v>
                </c:pt>
                <c:pt idx="28264">
                  <c:v>50.98</c:v>
                </c:pt>
                <c:pt idx="28265">
                  <c:v>38.479999999999997</c:v>
                </c:pt>
                <c:pt idx="28266">
                  <c:v>50.48</c:v>
                </c:pt>
                <c:pt idx="28267">
                  <c:v>89.98</c:v>
                </c:pt>
                <c:pt idx="28268">
                  <c:v>79.849999999999994</c:v>
                </c:pt>
                <c:pt idx="28269">
                  <c:v>72.56</c:v>
                </c:pt>
                <c:pt idx="28270">
                  <c:v>120.95</c:v>
                </c:pt>
                <c:pt idx="28271">
                  <c:v>120.95</c:v>
                </c:pt>
                <c:pt idx="28272">
                  <c:v>152.41</c:v>
                </c:pt>
                <c:pt idx="28273">
                  <c:v>152.41</c:v>
                </c:pt>
                <c:pt idx="28274">
                  <c:v>159.97999999999999</c:v>
                </c:pt>
                <c:pt idx="28275">
                  <c:v>145.97</c:v>
                </c:pt>
                <c:pt idx="28276">
                  <c:v>77.959999999999994</c:v>
                </c:pt>
                <c:pt idx="28277">
                  <c:v>67.98</c:v>
                </c:pt>
                <c:pt idx="28278">
                  <c:v>227.96</c:v>
                </c:pt>
                <c:pt idx="28279">
                  <c:v>77.959999999999994</c:v>
                </c:pt>
                <c:pt idx="28280">
                  <c:v>146.46</c:v>
                </c:pt>
                <c:pt idx="28281">
                  <c:v>193.97</c:v>
                </c:pt>
                <c:pt idx="28282">
                  <c:v>209.94</c:v>
                </c:pt>
                <c:pt idx="28283">
                  <c:v>197.46</c:v>
                </c:pt>
                <c:pt idx="28284">
                  <c:v>198.96</c:v>
                </c:pt>
                <c:pt idx="28285">
                  <c:v>83.48</c:v>
                </c:pt>
                <c:pt idx="28286">
                  <c:v>152.38999999999999</c:v>
                </c:pt>
                <c:pt idx="28287">
                  <c:v>137.97</c:v>
                </c:pt>
                <c:pt idx="28288">
                  <c:v>61.67</c:v>
                </c:pt>
                <c:pt idx="28289">
                  <c:v>102.98</c:v>
                </c:pt>
                <c:pt idx="28290">
                  <c:v>22.24</c:v>
                </c:pt>
                <c:pt idx="28291">
                  <c:v>137.96</c:v>
                </c:pt>
                <c:pt idx="28292">
                  <c:v>89.97</c:v>
                </c:pt>
                <c:pt idx="28293">
                  <c:v>89.97</c:v>
                </c:pt>
                <c:pt idx="28294">
                  <c:v>137.97999999999999</c:v>
                </c:pt>
                <c:pt idx="28295">
                  <c:v>287.93</c:v>
                </c:pt>
                <c:pt idx="28296">
                  <c:v>255.96</c:v>
                </c:pt>
                <c:pt idx="28297">
                  <c:v>197.97</c:v>
                </c:pt>
                <c:pt idx="28298">
                  <c:v>143.72</c:v>
                </c:pt>
                <c:pt idx="28299">
                  <c:v>250.13</c:v>
                </c:pt>
                <c:pt idx="28300">
                  <c:v>192.21</c:v>
                </c:pt>
                <c:pt idx="28301">
                  <c:v>137.97999999999999</c:v>
                </c:pt>
                <c:pt idx="28302">
                  <c:v>137.97999999999999</c:v>
                </c:pt>
                <c:pt idx="28303">
                  <c:v>137.97999999999999</c:v>
                </c:pt>
                <c:pt idx="28304">
                  <c:v>66.540000000000006</c:v>
                </c:pt>
                <c:pt idx="28305">
                  <c:v>85.74</c:v>
                </c:pt>
                <c:pt idx="28306">
                  <c:v>16.489999999999998</c:v>
                </c:pt>
                <c:pt idx="28307">
                  <c:v>57.98</c:v>
                </c:pt>
                <c:pt idx="28308">
                  <c:v>16.489999999999998</c:v>
                </c:pt>
                <c:pt idx="28309">
                  <c:v>17.239999999999998</c:v>
                </c:pt>
                <c:pt idx="28310">
                  <c:v>133.02000000000001</c:v>
                </c:pt>
                <c:pt idx="28311">
                  <c:v>84.97</c:v>
                </c:pt>
                <c:pt idx="28312">
                  <c:v>211.96</c:v>
                </c:pt>
                <c:pt idx="28313">
                  <c:v>280.95</c:v>
                </c:pt>
                <c:pt idx="28314">
                  <c:v>174.97</c:v>
                </c:pt>
                <c:pt idx="28315">
                  <c:v>251.18</c:v>
                </c:pt>
                <c:pt idx="28316">
                  <c:v>346.94</c:v>
                </c:pt>
                <c:pt idx="28317">
                  <c:v>211.96</c:v>
                </c:pt>
                <c:pt idx="28318">
                  <c:v>211.96</c:v>
                </c:pt>
                <c:pt idx="28319">
                  <c:v>59.84</c:v>
                </c:pt>
                <c:pt idx="28320">
                  <c:v>55.36</c:v>
                </c:pt>
                <c:pt idx="28321">
                  <c:v>137.66999999999999</c:v>
                </c:pt>
                <c:pt idx="28322">
                  <c:v>69.989999999999995</c:v>
                </c:pt>
                <c:pt idx="28323">
                  <c:v>69.989999999999995</c:v>
                </c:pt>
                <c:pt idx="28324">
                  <c:v>69.989999999999995</c:v>
                </c:pt>
                <c:pt idx="28325">
                  <c:v>69.989999999999995</c:v>
                </c:pt>
                <c:pt idx="28326">
                  <c:v>69.989999999999995</c:v>
                </c:pt>
                <c:pt idx="28327">
                  <c:v>69.989999999999995</c:v>
                </c:pt>
                <c:pt idx="28328">
                  <c:v>69.989999999999995</c:v>
                </c:pt>
                <c:pt idx="28329">
                  <c:v>499.93</c:v>
                </c:pt>
                <c:pt idx="28330">
                  <c:v>419.92</c:v>
                </c:pt>
                <c:pt idx="28331">
                  <c:v>69.989999999999995</c:v>
                </c:pt>
                <c:pt idx="28332">
                  <c:v>54.98</c:v>
                </c:pt>
                <c:pt idx="28333">
                  <c:v>84.99</c:v>
                </c:pt>
                <c:pt idx="28334">
                  <c:v>84.99</c:v>
                </c:pt>
                <c:pt idx="28335">
                  <c:v>41.94</c:v>
                </c:pt>
                <c:pt idx="28336">
                  <c:v>139.97</c:v>
                </c:pt>
                <c:pt idx="28337">
                  <c:v>46.29</c:v>
                </c:pt>
                <c:pt idx="28338">
                  <c:v>84.99</c:v>
                </c:pt>
                <c:pt idx="28339">
                  <c:v>84.99</c:v>
                </c:pt>
                <c:pt idx="28340">
                  <c:v>46.29</c:v>
                </c:pt>
                <c:pt idx="28341">
                  <c:v>54.98</c:v>
                </c:pt>
                <c:pt idx="28342">
                  <c:v>84.98</c:v>
                </c:pt>
                <c:pt idx="28343">
                  <c:v>144.94999999999999</c:v>
                </c:pt>
                <c:pt idx="28344">
                  <c:v>145.94999999999999</c:v>
                </c:pt>
                <c:pt idx="28345">
                  <c:v>145.94999999999999</c:v>
                </c:pt>
                <c:pt idx="28346">
                  <c:v>154.94999999999999</c:v>
                </c:pt>
                <c:pt idx="28347">
                  <c:v>92.97</c:v>
                </c:pt>
                <c:pt idx="28348">
                  <c:v>92.97</c:v>
                </c:pt>
                <c:pt idx="28349">
                  <c:v>123.96</c:v>
                </c:pt>
                <c:pt idx="28350">
                  <c:v>148.94999999999999</c:v>
                </c:pt>
                <c:pt idx="28351">
                  <c:v>109.19</c:v>
                </c:pt>
                <c:pt idx="28352">
                  <c:v>92.97</c:v>
                </c:pt>
                <c:pt idx="28353">
                  <c:v>123.96</c:v>
                </c:pt>
                <c:pt idx="28354">
                  <c:v>120.96</c:v>
                </c:pt>
                <c:pt idx="28355">
                  <c:v>79.97</c:v>
                </c:pt>
                <c:pt idx="28356">
                  <c:v>116.96</c:v>
                </c:pt>
                <c:pt idx="28357">
                  <c:v>154.94999999999999</c:v>
                </c:pt>
                <c:pt idx="28358">
                  <c:v>145.94999999999999</c:v>
                </c:pt>
                <c:pt idx="28359">
                  <c:v>87.91</c:v>
                </c:pt>
                <c:pt idx="28360">
                  <c:v>142.34</c:v>
                </c:pt>
                <c:pt idx="28361">
                  <c:v>118.13</c:v>
                </c:pt>
                <c:pt idx="28362">
                  <c:v>123.96</c:v>
                </c:pt>
                <c:pt idx="28363">
                  <c:v>107.27</c:v>
                </c:pt>
                <c:pt idx="28364">
                  <c:v>75.569999999999993</c:v>
                </c:pt>
                <c:pt idx="28365">
                  <c:v>139.94999999999999</c:v>
                </c:pt>
                <c:pt idx="28366">
                  <c:v>73.97</c:v>
                </c:pt>
                <c:pt idx="28367">
                  <c:v>65.98</c:v>
                </c:pt>
                <c:pt idx="28368">
                  <c:v>139.94999999999999</c:v>
                </c:pt>
                <c:pt idx="28369">
                  <c:v>41.28</c:v>
                </c:pt>
                <c:pt idx="28370">
                  <c:v>89.98</c:v>
                </c:pt>
                <c:pt idx="28371">
                  <c:v>131.25</c:v>
                </c:pt>
                <c:pt idx="28372">
                  <c:v>111.96</c:v>
                </c:pt>
                <c:pt idx="28373">
                  <c:v>69.95</c:v>
                </c:pt>
                <c:pt idx="28374">
                  <c:v>69.98</c:v>
                </c:pt>
                <c:pt idx="28375">
                  <c:v>179.97</c:v>
                </c:pt>
                <c:pt idx="28376">
                  <c:v>144.97</c:v>
                </c:pt>
                <c:pt idx="28377">
                  <c:v>49.99</c:v>
                </c:pt>
                <c:pt idx="28378">
                  <c:v>128.56</c:v>
                </c:pt>
                <c:pt idx="28379">
                  <c:v>50.97</c:v>
                </c:pt>
                <c:pt idx="28380">
                  <c:v>80.95</c:v>
                </c:pt>
                <c:pt idx="28381">
                  <c:v>104.97</c:v>
                </c:pt>
                <c:pt idx="28382">
                  <c:v>49.99</c:v>
                </c:pt>
                <c:pt idx="28383">
                  <c:v>109.98</c:v>
                </c:pt>
                <c:pt idx="28384">
                  <c:v>56.47</c:v>
                </c:pt>
                <c:pt idx="28385">
                  <c:v>99.98</c:v>
                </c:pt>
                <c:pt idx="28386">
                  <c:v>141.94</c:v>
                </c:pt>
                <c:pt idx="28387">
                  <c:v>99.98</c:v>
                </c:pt>
                <c:pt idx="28388">
                  <c:v>79.989999999999995</c:v>
                </c:pt>
                <c:pt idx="28389">
                  <c:v>129.97999999999999</c:v>
                </c:pt>
                <c:pt idx="28390">
                  <c:v>86.16</c:v>
                </c:pt>
                <c:pt idx="28391">
                  <c:v>79.989999999999995</c:v>
                </c:pt>
                <c:pt idx="28392">
                  <c:v>59.94</c:v>
                </c:pt>
                <c:pt idx="28393">
                  <c:v>85.96</c:v>
                </c:pt>
                <c:pt idx="28394">
                  <c:v>137.46</c:v>
                </c:pt>
                <c:pt idx="28395">
                  <c:v>120.86</c:v>
                </c:pt>
                <c:pt idx="28396">
                  <c:v>10.29</c:v>
                </c:pt>
                <c:pt idx="28397">
                  <c:v>84.92</c:v>
                </c:pt>
                <c:pt idx="28398">
                  <c:v>66.53</c:v>
                </c:pt>
                <c:pt idx="28399">
                  <c:v>80.97</c:v>
                </c:pt>
                <c:pt idx="28400">
                  <c:v>56.09</c:v>
                </c:pt>
                <c:pt idx="28401">
                  <c:v>37.479999999999997</c:v>
                </c:pt>
                <c:pt idx="28402">
                  <c:v>37.479999999999997</c:v>
                </c:pt>
                <c:pt idx="28403">
                  <c:v>73.98</c:v>
                </c:pt>
                <c:pt idx="28404">
                  <c:v>73.98</c:v>
                </c:pt>
                <c:pt idx="28405">
                  <c:v>86.47</c:v>
                </c:pt>
                <c:pt idx="28406">
                  <c:v>44.27</c:v>
                </c:pt>
                <c:pt idx="28407">
                  <c:v>76.97</c:v>
                </c:pt>
                <c:pt idx="28408">
                  <c:v>59.98</c:v>
                </c:pt>
                <c:pt idx="28409">
                  <c:v>56.98</c:v>
                </c:pt>
                <c:pt idx="28410">
                  <c:v>62.98</c:v>
                </c:pt>
                <c:pt idx="28411">
                  <c:v>58.98</c:v>
                </c:pt>
                <c:pt idx="28412">
                  <c:v>77.97</c:v>
                </c:pt>
                <c:pt idx="28413">
                  <c:v>103.98</c:v>
                </c:pt>
                <c:pt idx="28414">
                  <c:v>246.56</c:v>
                </c:pt>
                <c:pt idx="28415">
                  <c:v>169.98</c:v>
                </c:pt>
                <c:pt idx="28416">
                  <c:v>84.99</c:v>
                </c:pt>
                <c:pt idx="28417">
                  <c:v>158.13999999999999</c:v>
                </c:pt>
                <c:pt idx="28418">
                  <c:v>169.98</c:v>
                </c:pt>
                <c:pt idx="28419">
                  <c:v>103.98</c:v>
                </c:pt>
                <c:pt idx="28420">
                  <c:v>156.97</c:v>
                </c:pt>
                <c:pt idx="28421">
                  <c:v>188.97</c:v>
                </c:pt>
                <c:pt idx="28422">
                  <c:v>93.58</c:v>
                </c:pt>
                <c:pt idx="28423">
                  <c:v>76.489999999999995</c:v>
                </c:pt>
                <c:pt idx="28424">
                  <c:v>214.56</c:v>
                </c:pt>
                <c:pt idx="28425">
                  <c:v>247.89</c:v>
                </c:pt>
                <c:pt idx="28426">
                  <c:v>64.989999999999995</c:v>
                </c:pt>
                <c:pt idx="28427">
                  <c:v>151.47999999999999</c:v>
                </c:pt>
                <c:pt idx="28428">
                  <c:v>137.97999999999999</c:v>
                </c:pt>
                <c:pt idx="28429">
                  <c:v>102.48</c:v>
                </c:pt>
                <c:pt idx="28430">
                  <c:v>70.98</c:v>
                </c:pt>
                <c:pt idx="28431">
                  <c:v>65.98</c:v>
                </c:pt>
                <c:pt idx="28432">
                  <c:v>149.96</c:v>
                </c:pt>
                <c:pt idx="28433">
                  <c:v>61.69</c:v>
                </c:pt>
                <c:pt idx="28434">
                  <c:v>89.52</c:v>
                </c:pt>
                <c:pt idx="28435">
                  <c:v>84.97</c:v>
                </c:pt>
                <c:pt idx="28436">
                  <c:v>51.98</c:v>
                </c:pt>
                <c:pt idx="28437">
                  <c:v>18.73</c:v>
                </c:pt>
                <c:pt idx="28438">
                  <c:v>89.98</c:v>
                </c:pt>
                <c:pt idx="28439">
                  <c:v>59.96</c:v>
                </c:pt>
                <c:pt idx="28440">
                  <c:v>286.25</c:v>
                </c:pt>
                <c:pt idx="28441">
                  <c:v>254.97</c:v>
                </c:pt>
                <c:pt idx="28442">
                  <c:v>254.97</c:v>
                </c:pt>
                <c:pt idx="28443">
                  <c:v>274.86</c:v>
                </c:pt>
                <c:pt idx="28444">
                  <c:v>164.9</c:v>
                </c:pt>
                <c:pt idx="28445">
                  <c:v>284.95999999999998</c:v>
                </c:pt>
                <c:pt idx="28446">
                  <c:v>396.91</c:v>
                </c:pt>
                <c:pt idx="28447">
                  <c:v>227.16</c:v>
                </c:pt>
                <c:pt idx="28448">
                  <c:v>103.3</c:v>
                </c:pt>
                <c:pt idx="28449">
                  <c:v>343.88</c:v>
                </c:pt>
                <c:pt idx="28450">
                  <c:v>12.49</c:v>
                </c:pt>
                <c:pt idx="28451">
                  <c:v>13.48</c:v>
                </c:pt>
                <c:pt idx="28452">
                  <c:v>33.479999999999997</c:v>
                </c:pt>
                <c:pt idx="28453">
                  <c:v>46.49</c:v>
                </c:pt>
                <c:pt idx="28454">
                  <c:v>81.87</c:v>
                </c:pt>
                <c:pt idx="28455">
                  <c:v>69.98</c:v>
                </c:pt>
                <c:pt idx="28456">
                  <c:v>30.21</c:v>
                </c:pt>
                <c:pt idx="28457">
                  <c:v>111.28</c:v>
                </c:pt>
                <c:pt idx="28458">
                  <c:v>95.35</c:v>
                </c:pt>
                <c:pt idx="28459">
                  <c:v>54.37</c:v>
                </c:pt>
                <c:pt idx="28460">
                  <c:v>121.98</c:v>
                </c:pt>
                <c:pt idx="28461">
                  <c:v>166.94</c:v>
                </c:pt>
                <c:pt idx="28462">
                  <c:v>395.94</c:v>
                </c:pt>
                <c:pt idx="28463">
                  <c:v>191.93</c:v>
                </c:pt>
                <c:pt idx="28464">
                  <c:v>534.52</c:v>
                </c:pt>
                <c:pt idx="28465">
                  <c:v>197.97</c:v>
                </c:pt>
                <c:pt idx="28466">
                  <c:v>67.98</c:v>
                </c:pt>
                <c:pt idx="28467">
                  <c:v>71.069999999999993</c:v>
                </c:pt>
                <c:pt idx="28468">
                  <c:v>84.98</c:v>
                </c:pt>
                <c:pt idx="28469">
                  <c:v>84.98</c:v>
                </c:pt>
                <c:pt idx="28470">
                  <c:v>70.45</c:v>
                </c:pt>
                <c:pt idx="28471">
                  <c:v>52.07</c:v>
                </c:pt>
                <c:pt idx="28472">
                  <c:v>64.95</c:v>
                </c:pt>
                <c:pt idx="28473">
                  <c:v>76.48</c:v>
                </c:pt>
                <c:pt idx="28474">
                  <c:v>59.98</c:v>
                </c:pt>
                <c:pt idx="28475">
                  <c:v>76.47</c:v>
                </c:pt>
                <c:pt idx="28476">
                  <c:v>59.98</c:v>
                </c:pt>
                <c:pt idx="28477">
                  <c:v>53.29</c:v>
                </c:pt>
                <c:pt idx="28478">
                  <c:v>32.49</c:v>
                </c:pt>
                <c:pt idx="28479">
                  <c:v>61.74</c:v>
                </c:pt>
                <c:pt idx="28480">
                  <c:v>25.18</c:v>
                </c:pt>
                <c:pt idx="28481">
                  <c:v>134.97999999999999</c:v>
                </c:pt>
                <c:pt idx="28482">
                  <c:v>119.96</c:v>
                </c:pt>
                <c:pt idx="28483">
                  <c:v>134.97999999999999</c:v>
                </c:pt>
                <c:pt idx="28484">
                  <c:v>101.97</c:v>
                </c:pt>
                <c:pt idx="28485">
                  <c:v>89.97</c:v>
                </c:pt>
                <c:pt idx="28486">
                  <c:v>99.98</c:v>
                </c:pt>
                <c:pt idx="28487">
                  <c:v>149.94999999999999</c:v>
                </c:pt>
                <c:pt idx="28488">
                  <c:v>119.96</c:v>
                </c:pt>
                <c:pt idx="28489">
                  <c:v>99.98</c:v>
                </c:pt>
                <c:pt idx="28490">
                  <c:v>179.94</c:v>
                </c:pt>
                <c:pt idx="28491">
                  <c:v>102.4</c:v>
                </c:pt>
                <c:pt idx="28492">
                  <c:v>119.96</c:v>
                </c:pt>
                <c:pt idx="28493">
                  <c:v>89.97</c:v>
                </c:pt>
                <c:pt idx="28494">
                  <c:v>168.96</c:v>
                </c:pt>
                <c:pt idx="28495">
                  <c:v>119.96</c:v>
                </c:pt>
                <c:pt idx="28496">
                  <c:v>149.94999999999999</c:v>
                </c:pt>
                <c:pt idx="28497">
                  <c:v>84.39</c:v>
                </c:pt>
                <c:pt idx="28498">
                  <c:v>87.24</c:v>
                </c:pt>
                <c:pt idx="28499">
                  <c:v>139.97</c:v>
                </c:pt>
                <c:pt idx="28500">
                  <c:v>114.97</c:v>
                </c:pt>
                <c:pt idx="28501">
                  <c:v>49.46</c:v>
                </c:pt>
                <c:pt idx="28502">
                  <c:v>139.97</c:v>
                </c:pt>
                <c:pt idx="28503">
                  <c:v>20.190000000000001</c:v>
                </c:pt>
                <c:pt idx="28504">
                  <c:v>139.91999999999999</c:v>
                </c:pt>
                <c:pt idx="28505">
                  <c:v>96.78</c:v>
                </c:pt>
                <c:pt idx="28506">
                  <c:v>42.93</c:v>
                </c:pt>
                <c:pt idx="28507">
                  <c:v>95.08</c:v>
                </c:pt>
                <c:pt idx="28508">
                  <c:v>169.98</c:v>
                </c:pt>
                <c:pt idx="28509">
                  <c:v>156.78</c:v>
                </c:pt>
                <c:pt idx="28510">
                  <c:v>171.97</c:v>
                </c:pt>
                <c:pt idx="28511">
                  <c:v>169.98</c:v>
                </c:pt>
                <c:pt idx="28512">
                  <c:v>75.09</c:v>
                </c:pt>
                <c:pt idx="28513">
                  <c:v>238.96</c:v>
                </c:pt>
                <c:pt idx="28514">
                  <c:v>254.97</c:v>
                </c:pt>
                <c:pt idx="28515">
                  <c:v>210.99</c:v>
                </c:pt>
                <c:pt idx="28516">
                  <c:v>136.13999999999999</c:v>
                </c:pt>
                <c:pt idx="28517">
                  <c:v>94.98</c:v>
                </c:pt>
                <c:pt idx="28518">
                  <c:v>5.74</c:v>
                </c:pt>
                <c:pt idx="28519">
                  <c:v>47.49</c:v>
                </c:pt>
                <c:pt idx="28520">
                  <c:v>135.97</c:v>
                </c:pt>
                <c:pt idx="28521">
                  <c:v>135.96</c:v>
                </c:pt>
                <c:pt idx="28522">
                  <c:v>75.45</c:v>
                </c:pt>
                <c:pt idx="28523">
                  <c:v>76.97</c:v>
                </c:pt>
                <c:pt idx="28524">
                  <c:v>58.98</c:v>
                </c:pt>
                <c:pt idx="28525">
                  <c:v>95.7</c:v>
                </c:pt>
                <c:pt idx="28526">
                  <c:v>53.98</c:v>
                </c:pt>
                <c:pt idx="28527">
                  <c:v>69.98</c:v>
                </c:pt>
                <c:pt idx="28528">
                  <c:v>64.98</c:v>
                </c:pt>
                <c:pt idx="28529">
                  <c:v>69.98</c:v>
                </c:pt>
                <c:pt idx="28530">
                  <c:v>104.97</c:v>
                </c:pt>
                <c:pt idx="28531">
                  <c:v>74.97</c:v>
                </c:pt>
                <c:pt idx="28532">
                  <c:v>69.98</c:v>
                </c:pt>
                <c:pt idx="28533">
                  <c:v>73.98</c:v>
                </c:pt>
                <c:pt idx="28534">
                  <c:v>69.98</c:v>
                </c:pt>
                <c:pt idx="28535">
                  <c:v>73.98</c:v>
                </c:pt>
                <c:pt idx="28536">
                  <c:v>59.98</c:v>
                </c:pt>
                <c:pt idx="28537">
                  <c:v>69.98</c:v>
                </c:pt>
                <c:pt idx="28538">
                  <c:v>62.65</c:v>
                </c:pt>
                <c:pt idx="28539">
                  <c:v>69.98</c:v>
                </c:pt>
                <c:pt idx="28540">
                  <c:v>89.97</c:v>
                </c:pt>
                <c:pt idx="28541">
                  <c:v>71.98</c:v>
                </c:pt>
                <c:pt idx="28542">
                  <c:v>79.98</c:v>
                </c:pt>
                <c:pt idx="28543">
                  <c:v>11.49</c:v>
                </c:pt>
                <c:pt idx="28544">
                  <c:v>51.48</c:v>
                </c:pt>
                <c:pt idx="28545">
                  <c:v>75.97</c:v>
                </c:pt>
                <c:pt idx="28546">
                  <c:v>59.98</c:v>
                </c:pt>
                <c:pt idx="28547">
                  <c:v>19.489999999999998</c:v>
                </c:pt>
                <c:pt idx="28548">
                  <c:v>53.97</c:v>
                </c:pt>
                <c:pt idx="28549">
                  <c:v>53.97</c:v>
                </c:pt>
                <c:pt idx="28550">
                  <c:v>135.87</c:v>
                </c:pt>
                <c:pt idx="28551">
                  <c:v>64.98</c:v>
                </c:pt>
                <c:pt idx="28552">
                  <c:v>74.98</c:v>
                </c:pt>
                <c:pt idx="28553">
                  <c:v>150</c:v>
                </c:pt>
                <c:pt idx="28554">
                  <c:v>60.99</c:v>
                </c:pt>
                <c:pt idx="28555">
                  <c:v>85.98</c:v>
                </c:pt>
                <c:pt idx="28556">
                  <c:v>85.98</c:v>
                </c:pt>
                <c:pt idx="28557">
                  <c:v>85.98</c:v>
                </c:pt>
                <c:pt idx="28558">
                  <c:v>65.989999999999995</c:v>
                </c:pt>
                <c:pt idx="28559">
                  <c:v>85.98</c:v>
                </c:pt>
                <c:pt idx="28560">
                  <c:v>46.48</c:v>
                </c:pt>
                <c:pt idx="28561">
                  <c:v>121.98</c:v>
                </c:pt>
                <c:pt idx="28562">
                  <c:v>65.989999999999995</c:v>
                </c:pt>
                <c:pt idx="28563">
                  <c:v>52.24</c:v>
                </c:pt>
                <c:pt idx="28564">
                  <c:v>65.989999999999995</c:v>
                </c:pt>
                <c:pt idx="28565">
                  <c:v>65.989999999999995</c:v>
                </c:pt>
                <c:pt idx="28566">
                  <c:v>84.97</c:v>
                </c:pt>
                <c:pt idx="28567">
                  <c:v>41.49</c:v>
                </c:pt>
                <c:pt idx="28568">
                  <c:v>65.989999999999995</c:v>
                </c:pt>
                <c:pt idx="28569">
                  <c:v>65.989999999999995</c:v>
                </c:pt>
                <c:pt idx="28570">
                  <c:v>53.99</c:v>
                </c:pt>
                <c:pt idx="28571">
                  <c:v>150</c:v>
                </c:pt>
                <c:pt idx="28572">
                  <c:v>62.47</c:v>
                </c:pt>
                <c:pt idx="28573">
                  <c:v>62.47</c:v>
                </c:pt>
                <c:pt idx="28574">
                  <c:v>150</c:v>
                </c:pt>
                <c:pt idx="28575">
                  <c:v>75</c:v>
                </c:pt>
                <c:pt idx="28576">
                  <c:v>75</c:v>
                </c:pt>
                <c:pt idx="28577">
                  <c:v>149.99</c:v>
                </c:pt>
                <c:pt idx="28578">
                  <c:v>75</c:v>
                </c:pt>
                <c:pt idx="28579">
                  <c:v>75</c:v>
                </c:pt>
                <c:pt idx="28580">
                  <c:v>149.99</c:v>
                </c:pt>
                <c:pt idx="28581">
                  <c:v>59.99</c:v>
                </c:pt>
                <c:pt idx="28582">
                  <c:v>135.76</c:v>
                </c:pt>
                <c:pt idx="28583">
                  <c:v>83.05</c:v>
                </c:pt>
                <c:pt idx="28584">
                  <c:v>73.98</c:v>
                </c:pt>
                <c:pt idx="28585">
                  <c:v>7</c:v>
                </c:pt>
                <c:pt idx="28586">
                  <c:v>7.99</c:v>
                </c:pt>
                <c:pt idx="28587">
                  <c:v>18</c:v>
                </c:pt>
                <c:pt idx="28588">
                  <c:v>7</c:v>
                </c:pt>
                <c:pt idx="28589">
                  <c:v>23.99</c:v>
                </c:pt>
                <c:pt idx="28590">
                  <c:v>-1.3</c:v>
                </c:pt>
                <c:pt idx="28591">
                  <c:v>31.88</c:v>
                </c:pt>
                <c:pt idx="28592">
                  <c:v>73.48</c:v>
                </c:pt>
                <c:pt idx="28593">
                  <c:v>74.98</c:v>
                </c:pt>
                <c:pt idx="28594">
                  <c:v>62.98</c:v>
                </c:pt>
                <c:pt idx="28595">
                  <c:v>74.98</c:v>
                </c:pt>
                <c:pt idx="28596">
                  <c:v>62.98</c:v>
                </c:pt>
                <c:pt idx="28597">
                  <c:v>73.48</c:v>
                </c:pt>
                <c:pt idx="28598">
                  <c:v>86.07</c:v>
                </c:pt>
                <c:pt idx="28599">
                  <c:v>145.97</c:v>
                </c:pt>
                <c:pt idx="28600">
                  <c:v>254.97</c:v>
                </c:pt>
                <c:pt idx="28601">
                  <c:v>229.97</c:v>
                </c:pt>
                <c:pt idx="28602">
                  <c:v>243.46</c:v>
                </c:pt>
                <c:pt idx="28603">
                  <c:v>238.96</c:v>
                </c:pt>
                <c:pt idx="28604">
                  <c:v>212.74</c:v>
                </c:pt>
                <c:pt idx="28605">
                  <c:v>311.94</c:v>
                </c:pt>
                <c:pt idx="28606">
                  <c:v>137.96</c:v>
                </c:pt>
                <c:pt idx="28607">
                  <c:v>68.98</c:v>
                </c:pt>
                <c:pt idx="28608">
                  <c:v>68.97</c:v>
                </c:pt>
                <c:pt idx="28609">
                  <c:v>62.96</c:v>
                </c:pt>
                <c:pt idx="28610">
                  <c:v>74.97</c:v>
                </c:pt>
                <c:pt idx="28611">
                  <c:v>59.98</c:v>
                </c:pt>
                <c:pt idx="28612">
                  <c:v>50.38</c:v>
                </c:pt>
                <c:pt idx="28613">
                  <c:v>29.99</c:v>
                </c:pt>
                <c:pt idx="28614">
                  <c:v>65.989999999999995</c:v>
                </c:pt>
                <c:pt idx="28615">
                  <c:v>69.989999999999995</c:v>
                </c:pt>
                <c:pt idx="28616">
                  <c:v>8.98</c:v>
                </c:pt>
                <c:pt idx="28617">
                  <c:v>62.12</c:v>
                </c:pt>
                <c:pt idx="28618">
                  <c:v>68.069999999999993</c:v>
                </c:pt>
                <c:pt idx="28619">
                  <c:v>168.6</c:v>
                </c:pt>
                <c:pt idx="28620">
                  <c:v>136.72999999999999</c:v>
                </c:pt>
                <c:pt idx="28621">
                  <c:v>150.18</c:v>
                </c:pt>
                <c:pt idx="28622">
                  <c:v>137.18</c:v>
                </c:pt>
                <c:pt idx="28623">
                  <c:v>136.18</c:v>
                </c:pt>
                <c:pt idx="28624">
                  <c:v>77.31</c:v>
                </c:pt>
                <c:pt idx="28625">
                  <c:v>128.41</c:v>
                </c:pt>
                <c:pt idx="28626">
                  <c:v>168.28</c:v>
                </c:pt>
                <c:pt idx="28627">
                  <c:v>123.6</c:v>
                </c:pt>
                <c:pt idx="28628">
                  <c:v>121.98</c:v>
                </c:pt>
                <c:pt idx="28629">
                  <c:v>53.97</c:v>
                </c:pt>
                <c:pt idx="28630">
                  <c:v>57.98</c:v>
                </c:pt>
                <c:pt idx="28631">
                  <c:v>15.91</c:v>
                </c:pt>
                <c:pt idx="28632">
                  <c:v>135.16</c:v>
                </c:pt>
                <c:pt idx="28633">
                  <c:v>128.97999999999999</c:v>
                </c:pt>
                <c:pt idx="28634">
                  <c:v>41.29</c:v>
                </c:pt>
                <c:pt idx="28635">
                  <c:v>87.47</c:v>
                </c:pt>
                <c:pt idx="28636">
                  <c:v>134.97</c:v>
                </c:pt>
                <c:pt idx="28637">
                  <c:v>79.98</c:v>
                </c:pt>
                <c:pt idx="28638">
                  <c:v>54.98</c:v>
                </c:pt>
                <c:pt idx="28639">
                  <c:v>134.97999999999999</c:v>
                </c:pt>
                <c:pt idx="28640">
                  <c:v>134.97999999999999</c:v>
                </c:pt>
                <c:pt idx="28641">
                  <c:v>134.97999999999999</c:v>
                </c:pt>
                <c:pt idx="28642">
                  <c:v>103.95</c:v>
                </c:pt>
                <c:pt idx="28643">
                  <c:v>86.95</c:v>
                </c:pt>
                <c:pt idx="28644">
                  <c:v>292.22000000000003</c:v>
                </c:pt>
                <c:pt idx="28645">
                  <c:v>89.95</c:v>
                </c:pt>
                <c:pt idx="28646">
                  <c:v>53.97</c:v>
                </c:pt>
                <c:pt idx="28647">
                  <c:v>215.88</c:v>
                </c:pt>
                <c:pt idx="28648">
                  <c:v>179.9</c:v>
                </c:pt>
                <c:pt idx="28649">
                  <c:v>284.83999999999997</c:v>
                </c:pt>
                <c:pt idx="28650">
                  <c:v>89.95</c:v>
                </c:pt>
                <c:pt idx="28651">
                  <c:v>156.91</c:v>
                </c:pt>
                <c:pt idx="28652">
                  <c:v>215.88</c:v>
                </c:pt>
                <c:pt idx="28653">
                  <c:v>179.9</c:v>
                </c:pt>
                <c:pt idx="28654">
                  <c:v>179.9</c:v>
                </c:pt>
                <c:pt idx="28655">
                  <c:v>161.91</c:v>
                </c:pt>
                <c:pt idx="28656">
                  <c:v>134.96</c:v>
                </c:pt>
                <c:pt idx="28657">
                  <c:v>33.479999999999997</c:v>
                </c:pt>
                <c:pt idx="28658">
                  <c:v>92.98</c:v>
                </c:pt>
                <c:pt idx="28659">
                  <c:v>41.49</c:v>
                </c:pt>
                <c:pt idx="28660">
                  <c:v>134.97</c:v>
                </c:pt>
                <c:pt idx="28661">
                  <c:v>69.989999999999995</c:v>
                </c:pt>
                <c:pt idx="28662">
                  <c:v>68.989999999999995</c:v>
                </c:pt>
                <c:pt idx="28663">
                  <c:v>65.989999999999995</c:v>
                </c:pt>
                <c:pt idx="28664">
                  <c:v>84.98</c:v>
                </c:pt>
                <c:pt idx="28665">
                  <c:v>41.49</c:v>
                </c:pt>
                <c:pt idx="28666">
                  <c:v>134.97</c:v>
                </c:pt>
                <c:pt idx="28667">
                  <c:v>59.97</c:v>
                </c:pt>
                <c:pt idx="28668">
                  <c:v>74.989999999999995</c:v>
                </c:pt>
                <c:pt idx="28669">
                  <c:v>134.96</c:v>
                </c:pt>
                <c:pt idx="28670">
                  <c:v>71.37</c:v>
                </c:pt>
                <c:pt idx="28671">
                  <c:v>96.79</c:v>
                </c:pt>
                <c:pt idx="28672">
                  <c:v>-18.989999999999998</c:v>
                </c:pt>
                <c:pt idx="28673">
                  <c:v>79.959999999999994</c:v>
                </c:pt>
                <c:pt idx="28674">
                  <c:v>11.49</c:v>
                </c:pt>
                <c:pt idx="28675">
                  <c:v>22.23</c:v>
                </c:pt>
                <c:pt idx="28676">
                  <c:v>75.959999999999994</c:v>
                </c:pt>
                <c:pt idx="28677">
                  <c:v>58.98</c:v>
                </c:pt>
                <c:pt idx="28678">
                  <c:v>68.91</c:v>
                </c:pt>
                <c:pt idx="28679">
                  <c:v>80.08</c:v>
                </c:pt>
                <c:pt idx="28680">
                  <c:v>59.98</c:v>
                </c:pt>
                <c:pt idx="28681">
                  <c:v>74.97</c:v>
                </c:pt>
                <c:pt idx="28682">
                  <c:v>84.96</c:v>
                </c:pt>
                <c:pt idx="28683">
                  <c:v>41.49</c:v>
                </c:pt>
                <c:pt idx="28684">
                  <c:v>31.28</c:v>
                </c:pt>
                <c:pt idx="28685">
                  <c:v>81.97</c:v>
                </c:pt>
                <c:pt idx="28686">
                  <c:v>31.28</c:v>
                </c:pt>
                <c:pt idx="28687">
                  <c:v>117.96</c:v>
                </c:pt>
                <c:pt idx="28688">
                  <c:v>53.96</c:v>
                </c:pt>
                <c:pt idx="28689">
                  <c:v>80.95</c:v>
                </c:pt>
                <c:pt idx="28690">
                  <c:v>62.98</c:v>
                </c:pt>
                <c:pt idx="28691">
                  <c:v>72.959999999999994</c:v>
                </c:pt>
                <c:pt idx="28692">
                  <c:v>61.92</c:v>
                </c:pt>
                <c:pt idx="28693">
                  <c:v>94.33</c:v>
                </c:pt>
                <c:pt idx="28694">
                  <c:v>54.47</c:v>
                </c:pt>
                <c:pt idx="28695">
                  <c:v>148.79</c:v>
                </c:pt>
                <c:pt idx="28696">
                  <c:v>71.98</c:v>
                </c:pt>
                <c:pt idx="28697">
                  <c:v>76.8</c:v>
                </c:pt>
                <c:pt idx="28698">
                  <c:v>349.4</c:v>
                </c:pt>
                <c:pt idx="28699">
                  <c:v>353.88</c:v>
                </c:pt>
                <c:pt idx="28700">
                  <c:v>347.3</c:v>
                </c:pt>
                <c:pt idx="28701">
                  <c:v>179.94</c:v>
                </c:pt>
                <c:pt idx="28702">
                  <c:v>323.89</c:v>
                </c:pt>
                <c:pt idx="28703">
                  <c:v>131.96</c:v>
                </c:pt>
                <c:pt idx="28704">
                  <c:v>349.88</c:v>
                </c:pt>
                <c:pt idx="28705">
                  <c:v>225.92</c:v>
                </c:pt>
                <c:pt idx="28706">
                  <c:v>136.94999999999999</c:v>
                </c:pt>
                <c:pt idx="28707">
                  <c:v>136.93</c:v>
                </c:pt>
                <c:pt idx="28708">
                  <c:v>27.18</c:v>
                </c:pt>
                <c:pt idx="28709">
                  <c:v>46.09</c:v>
                </c:pt>
                <c:pt idx="28710">
                  <c:v>95.57</c:v>
                </c:pt>
                <c:pt idx="28711">
                  <c:v>54.99</c:v>
                </c:pt>
                <c:pt idx="28712">
                  <c:v>136.72999999999999</c:v>
                </c:pt>
                <c:pt idx="28713">
                  <c:v>78.63</c:v>
                </c:pt>
                <c:pt idx="28714">
                  <c:v>148.41999999999999</c:v>
                </c:pt>
                <c:pt idx="28715">
                  <c:v>68.14</c:v>
                </c:pt>
                <c:pt idx="28716">
                  <c:v>63.89</c:v>
                </c:pt>
                <c:pt idx="28717">
                  <c:v>114.97</c:v>
                </c:pt>
                <c:pt idx="28718">
                  <c:v>84.99</c:v>
                </c:pt>
                <c:pt idx="28719">
                  <c:v>72.239999999999995</c:v>
                </c:pt>
                <c:pt idx="28720">
                  <c:v>84.33</c:v>
                </c:pt>
                <c:pt idx="28721">
                  <c:v>59.23</c:v>
                </c:pt>
                <c:pt idx="28722">
                  <c:v>74.97</c:v>
                </c:pt>
                <c:pt idx="28723">
                  <c:v>146.85</c:v>
                </c:pt>
                <c:pt idx="28724">
                  <c:v>148.06</c:v>
                </c:pt>
                <c:pt idx="28725">
                  <c:v>58.47</c:v>
                </c:pt>
                <c:pt idx="28726">
                  <c:v>77.98</c:v>
                </c:pt>
                <c:pt idx="28727">
                  <c:v>111.97</c:v>
                </c:pt>
                <c:pt idx="28728">
                  <c:v>13.49</c:v>
                </c:pt>
                <c:pt idx="28729">
                  <c:v>64.98</c:v>
                </c:pt>
                <c:pt idx="28730">
                  <c:v>68.98</c:v>
                </c:pt>
                <c:pt idx="28731">
                  <c:v>104.98</c:v>
                </c:pt>
                <c:pt idx="28732">
                  <c:v>20.49</c:v>
                </c:pt>
                <c:pt idx="28733">
                  <c:v>133.94999999999999</c:v>
                </c:pt>
                <c:pt idx="28734">
                  <c:v>83.96</c:v>
                </c:pt>
                <c:pt idx="28735">
                  <c:v>83.96</c:v>
                </c:pt>
                <c:pt idx="28736">
                  <c:v>27.18</c:v>
                </c:pt>
                <c:pt idx="28737">
                  <c:v>83.96</c:v>
                </c:pt>
                <c:pt idx="28738">
                  <c:v>83.96</c:v>
                </c:pt>
                <c:pt idx="28739">
                  <c:v>83.96</c:v>
                </c:pt>
                <c:pt idx="28740">
                  <c:v>83.96</c:v>
                </c:pt>
                <c:pt idx="28741">
                  <c:v>83.96</c:v>
                </c:pt>
                <c:pt idx="28742">
                  <c:v>83.96</c:v>
                </c:pt>
                <c:pt idx="28743">
                  <c:v>83.96</c:v>
                </c:pt>
                <c:pt idx="28744">
                  <c:v>83.96</c:v>
                </c:pt>
                <c:pt idx="28745">
                  <c:v>83.96</c:v>
                </c:pt>
                <c:pt idx="28746">
                  <c:v>83.96</c:v>
                </c:pt>
                <c:pt idx="28747">
                  <c:v>83.96</c:v>
                </c:pt>
                <c:pt idx="28748">
                  <c:v>99.98</c:v>
                </c:pt>
                <c:pt idx="28749">
                  <c:v>83.96</c:v>
                </c:pt>
                <c:pt idx="28750">
                  <c:v>183.94</c:v>
                </c:pt>
                <c:pt idx="28751">
                  <c:v>83.96</c:v>
                </c:pt>
                <c:pt idx="28752">
                  <c:v>63.57</c:v>
                </c:pt>
                <c:pt idx="28753">
                  <c:v>83.96</c:v>
                </c:pt>
                <c:pt idx="28754">
                  <c:v>83.96</c:v>
                </c:pt>
                <c:pt idx="28755">
                  <c:v>83.96</c:v>
                </c:pt>
                <c:pt idx="28756">
                  <c:v>83.96</c:v>
                </c:pt>
                <c:pt idx="28757">
                  <c:v>60.48</c:v>
                </c:pt>
                <c:pt idx="28758">
                  <c:v>61.48</c:v>
                </c:pt>
                <c:pt idx="28759">
                  <c:v>62.98</c:v>
                </c:pt>
                <c:pt idx="28760">
                  <c:v>71.98</c:v>
                </c:pt>
                <c:pt idx="28761">
                  <c:v>31.28</c:v>
                </c:pt>
                <c:pt idx="28762">
                  <c:v>96.18</c:v>
                </c:pt>
                <c:pt idx="28763">
                  <c:v>13.29</c:v>
                </c:pt>
                <c:pt idx="28764">
                  <c:v>114.16</c:v>
                </c:pt>
                <c:pt idx="28765">
                  <c:v>147.6</c:v>
                </c:pt>
                <c:pt idx="28766">
                  <c:v>147.6</c:v>
                </c:pt>
                <c:pt idx="28767">
                  <c:v>147.6</c:v>
                </c:pt>
                <c:pt idx="28768">
                  <c:v>73.8</c:v>
                </c:pt>
                <c:pt idx="28769">
                  <c:v>73.8</c:v>
                </c:pt>
                <c:pt idx="28770">
                  <c:v>147.6</c:v>
                </c:pt>
                <c:pt idx="28771">
                  <c:v>65.989999999999995</c:v>
                </c:pt>
                <c:pt idx="28772">
                  <c:v>147.55000000000001</c:v>
                </c:pt>
                <c:pt idx="28773">
                  <c:v>65.98</c:v>
                </c:pt>
                <c:pt idx="28774">
                  <c:v>69.989999999999995</c:v>
                </c:pt>
                <c:pt idx="28775">
                  <c:v>102.42</c:v>
                </c:pt>
                <c:pt idx="28776">
                  <c:v>84.14</c:v>
                </c:pt>
                <c:pt idx="28777">
                  <c:v>169.98</c:v>
                </c:pt>
                <c:pt idx="28778">
                  <c:v>84.99</c:v>
                </c:pt>
                <c:pt idx="28779">
                  <c:v>84.99</c:v>
                </c:pt>
                <c:pt idx="28780">
                  <c:v>79.61</c:v>
                </c:pt>
                <c:pt idx="28781">
                  <c:v>229.97</c:v>
                </c:pt>
                <c:pt idx="28782">
                  <c:v>163.83000000000001</c:v>
                </c:pt>
                <c:pt idx="28783">
                  <c:v>65.989999999999995</c:v>
                </c:pt>
                <c:pt idx="28784">
                  <c:v>150.18</c:v>
                </c:pt>
                <c:pt idx="28785">
                  <c:v>65.989999999999995</c:v>
                </c:pt>
                <c:pt idx="28786">
                  <c:v>75.97</c:v>
                </c:pt>
                <c:pt idx="28787">
                  <c:v>84.99</c:v>
                </c:pt>
                <c:pt idx="28788">
                  <c:v>169.98</c:v>
                </c:pt>
                <c:pt idx="28789">
                  <c:v>118.78</c:v>
                </c:pt>
                <c:pt idx="28790">
                  <c:v>102.96</c:v>
                </c:pt>
                <c:pt idx="28791">
                  <c:v>84.14</c:v>
                </c:pt>
                <c:pt idx="28792">
                  <c:v>84.99</c:v>
                </c:pt>
                <c:pt idx="28793">
                  <c:v>69.989999999999995</c:v>
                </c:pt>
                <c:pt idx="28794">
                  <c:v>74.98</c:v>
                </c:pt>
                <c:pt idx="28795">
                  <c:v>60.97</c:v>
                </c:pt>
                <c:pt idx="28796">
                  <c:v>56.49</c:v>
                </c:pt>
                <c:pt idx="28797">
                  <c:v>11.49</c:v>
                </c:pt>
                <c:pt idx="28798">
                  <c:v>56.49</c:v>
                </c:pt>
                <c:pt idx="28799">
                  <c:v>11.49</c:v>
                </c:pt>
                <c:pt idx="28800">
                  <c:v>55.27</c:v>
                </c:pt>
                <c:pt idx="28801">
                  <c:v>20.09</c:v>
                </c:pt>
                <c:pt idx="28802">
                  <c:v>94.97</c:v>
                </c:pt>
                <c:pt idx="28803">
                  <c:v>146.22</c:v>
                </c:pt>
                <c:pt idx="28804">
                  <c:v>56.49</c:v>
                </c:pt>
                <c:pt idx="28805">
                  <c:v>188.41</c:v>
                </c:pt>
                <c:pt idx="28806">
                  <c:v>59.98</c:v>
                </c:pt>
                <c:pt idx="28807">
                  <c:v>219.97</c:v>
                </c:pt>
                <c:pt idx="28808">
                  <c:v>135.97999999999999</c:v>
                </c:pt>
                <c:pt idx="28809">
                  <c:v>131.97999999999999</c:v>
                </c:pt>
                <c:pt idx="28810">
                  <c:v>65.989999999999995</c:v>
                </c:pt>
                <c:pt idx="28811">
                  <c:v>111.98</c:v>
                </c:pt>
                <c:pt idx="28812">
                  <c:v>169.98</c:v>
                </c:pt>
                <c:pt idx="28813">
                  <c:v>124.18</c:v>
                </c:pt>
                <c:pt idx="28814">
                  <c:v>389.85</c:v>
                </c:pt>
                <c:pt idx="28815">
                  <c:v>65.989999999999995</c:v>
                </c:pt>
                <c:pt idx="28816">
                  <c:v>36.26</c:v>
                </c:pt>
                <c:pt idx="28817">
                  <c:v>119.37</c:v>
                </c:pt>
                <c:pt idx="28818">
                  <c:v>145.94999999999999</c:v>
                </c:pt>
                <c:pt idx="28819">
                  <c:v>91.98</c:v>
                </c:pt>
                <c:pt idx="28820">
                  <c:v>80.97</c:v>
                </c:pt>
                <c:pt idx="28821">
                  <c:v>86.98</c:v>
                </c:pt>
                <c:pt idx="28822">
                  <c:v>65.989999999999995</c:v>
                </c:pt>
                <c:pt idx="28823">
                  <c:v>84.99</c:v>
                </c:pt>
                <c:pt idx="28824">
                  <c:v>84.99</c:v>
                </c:pt>
                <c:pt idx="28825">
                  <c:v>84.99</c:v>
                </c:pt>
                <c:pt idx="28826">
                  <c:v>84.99</c:v>
                </c:pt>
                <c:pt idx="28827">
                  <c:v>60.5</c:v>
                </c:pt>
                <c:pt idx="28828">
                  <c:v>84.99</c:v>
                </c:pt>
                <c:pt idx="28829">
                  <c:v>84.99</c:v>
                </c:pt>
                <c:pt idx="28830">
                  <c:v>84.99</c:v>
                </c:pt>
                <c:pt idx="28831">
                  <c:v>84.99</c:v>
                </c:pt>
                <c:pt idx="28832">
                  <c:v>78.38</c:v>
                </c:pt>
                <c:pt idx="28833">
                  <c:v>65.989999999999995</c:v>
                </c:pt>
                <c:pt idx="28834">
                  <c:v>84.99</c:v>
                </c:pt>
                <c:pt idx="28835">
                  <c:v>95.95</c:v>
                </c:pt>
                <c:pt idx="28836">
                  <c:v>75.959999999999994</c:v>
                </c:pt>
                <c:pt idx="28837">
                  <c:v>124.47</c:v>
                </c:pt>
                <c:pt idx="28838">
                  <c:v>75.959999999999994</c:v>
                </c:pt>
                <c:pt idx="28839">
                  <c:v>56.97</c:v>
                </c:pt>
                <c:pt idx="28840">
                  <c:v>40.49</c:v>
                </c:pt>
                <c:pt idx="28841">
                  <c:v>83.97</c:v>
                </c:pt>
                <c:pt idx="28842">
                  <c:v>49.47</c:v>
                </c:pt>
                <c:pt idx="28843">
                  <c:v>62.98</c:v>
                </c:pt>
                <c:pt idx="28844">
                  <c:v>22.49</c:v>
                </c:pt>
                <c:pt idx="28845">
                  <c:v>37.18</c:v>
                </c:pt>
                <c:pt idx="28846">
                  <c:v>54.99</c:v>
                </c:pt>
                <c:pt idx="28847">
                  <c:v>87.27</c:v>
                </c:pt>
                <c:pt idx="28848">
                  <c:v>37.18</c:v>
                </c:pt>
                <c:pt idx="28849">
                  <c:v>37.18</c:v>
                </c:pt>
                <c:pt idx="28850">
                  <c:v>54.99</c:v>
                </c:pt>
                <c:pt idx="28851">
                  <c:v>87.27</c:v>
                </c:pt>
                <c:pt idx="28852">
                  <c:v>22.49</c:v>
                </c:pt>
                <c:pt idx="28853">
                  <c:v>37.18</c:v>
                </c:pt>
                <c:pt idx="28854">
                  <c:v>33.479999999999997</c:v>
                </c:pt>
                <c:pt idx="28855">
                  <c:v>40.47</c:v>
                </c:pt>
                <c:pt idx="28856">
                  <c:v>157.65</c:v>
                </c:pt>
                <c:pt idx="28857">
                  <c:v>119.96</c:v>
                </c:pt>
                <c:pt idx="28858">
                  <c:v>-201.93</c:v>
                </c:pt>
                <c:pt idx="28859">
                  <c:v>201.93</c:v>
                </c:pt>
                <c:pt idx="28860">
                  <c:v>153.96</c:v>
                </c:pt>
                <c:pt idx="28861">
                  <c:v>133.08000000000001</c:v>
                </c:pt>
                <c:pt idx="28862">
                  <c:v>176.15</c:v>
                </c:pt>
                <c:pt idx="28863">
                  <c:v>112.72</c:v>
                </c:pt>
                <c:pt idx="28864">
                  <c:v>62.96</c:v>
                </c:pt>
                <c:pt idx="28865">
                  <c:v>73.98</c:v>
                </c:pt>
                <c:pt idx="28866">
                  <c:v>59.98</c:v>
                </c:pt>
                <c:pt idx="28867">
                  <c:v>19.34</c:v>
                </c:pt>
                <c:pt idx="28868">
                  <c:v>36.49</c:v>
                </c:pt>
                <c:pt idx="28869">
                  <c:v>20.49</c:v>
                </c:pt>
                <c:pt idx="28870">
                  <c:v>18.59</c:v>
                </c:pt>
                <c:pt idx="28871">
                  <c:v>69.989999999999995</c:v>
                </c:pt>
                <c:pt idx="28872">
                  <c:v>64.989999999999995</c:v>
                </c:pt>
                <c:pt idx="28873">
                  <c:v>134.97999999999999</c:v>
                </c:pt>
                <c:pt idx="28874">
                  <c:v>57.51</c:v>
                </c:pt>
                <c:pt idx="28875">
                  <c:v>56.98</c:v>
                </c:pt>
                <c:pt idx="28876">
                  <c:v>65.989999999999995</c:v>
                </c:pt>
                <c:pt idx="28877">
                  <c:v>75.319999999999993</c:v>
                </c:pt>
                <c:pt idx="28878">
                  <c:v>50.64</c:v>
                </c:pt>
                <c:pt idx="28879">
                  <c:v>55.96</c:v>
                </c:pt>
                <c:pt idx="28880">
                  <c:v>104.21</c:v>
                </c:pt>
                <c:pt idx="28881">
                  <c:v>83.94</c:v>
                </c:pt>
                <c:pt idx="28882">
                  <c:v>112.12</c:v>
                </c:pt>
                <c:pt idx="28883">
                  <c:v>65.17</c:v>
                </c:pt>
                <c:pt idx="28884">
                  <c:v>84.14</c:v>
                </c:pt>
                <c:pt idx="28885">
                  <c:v>84.99</c:v>
                </c:pt>
                <c:pt idx="28886">
                  <c:v>84.75</c:v>
                </c:pt>
                <c:pt idx="28887">
                  <c:v>83.86</c:v>
                </c:pt>
                <c:pt idx="28888">
                  <c:v>61.98</c:v>
                </c:pt>
                <c:pt idx="28889">
                  <c:v>65.33</c:v>
                </c:pt>
                <c:pt idx="28890">
                  <c:v>84.14</c:v>
                </c:pt>
                <c:pt idx="28891">
                  <c:v>61.48</c:v>
                </c:pt>
                <c:pt idx="28892">
                  <c:v>89.12</c:v>
                </c:pt>
                <c:pt idx="28893">
                  <c:v>51.49</c:v>
                </c:pt>
                <c:pt idx="28894">
                  <c:v>16.82</c:v>
                </c:pt>
                <c:pt idx="28895">
                  <c:v>24.86</c:v>
                </c:pt>
                <c:pt idx="28896">
                  <c:v>61.98</c:v>
                </c:pt>
                <c:pt idx="28897">
                  <c:v>79.98</c:v>
                </c:pt>
                <c:pt idx="28898">
                  <c:v>59.97</c:v>
                </c:pt>
                <c:pt idx="28899">
                  <c:v>74.989999999999995</c:v>
                </c:pt>
                <c:pt idx="28900">
                  <c:v>54.99</c:v>
                </c:pt>
                <c:pt idx="28901">
                  <c:v>79.97</c:v>
                </c:pt>
                <c:pt idx="28902">
                  <c:v>54.98</c:v>
                </c:pt>
                <c:pt idx="28903">
                  <c:v>79.97</c:v>
                </c:pt>
                <c:pt idx="28904">
                  <c:v>17.29</c:v>
                </c:pt>
                <c:pt idx="28905">
                  <c:v>64.97</c:v>
                </c:pt>
                <c:pt idx="28906">
                  <c:v>64.97</c:v>
                </c:pt>
                <c:pt idx="28907">
                  <c:v>69.97</c:v>
                </c:pt>
                <c:pt idx="28908">
                  <c:v>69.97</c:v>
                </c:pt>
                <c:pt idx="28909">
                  <c:v>74.97</c:v>
                </c:pt>
                <c:pt idx="28910">
                  <c:v>59.97</c:v>
                </c:pt>
                <c:pt idx="28911">
                  <c:v>124.94</c:v>
                </c:pt>
                <c:pt idx="28912">
                  <c:v>129.94</c:v>
                </c:pt>
                <c:pt idx="28913">
                  <c:v>124.94</c:v>
                </c:pt>
                <c:pt idx="28914">
                  <c:v>99.97</c:v>
                </c:pt>
                <c:pt idx="28915">
                  <c:v>120.94</c:v>
                </c:pt>
                <c:pt idx="28916">
                  <c:v>117.58</c:v>
                </c:pt>
                <c:pt idx="28917">
                  <c:v>94.2</c:v>
                </c:pt>
                <c:pt idx="28918">
                  <c:v>99.95</c:v>
                </c:pt>
                <c:pt idx="28919">
                  <c:v>124.94</c:v>
                </c:pt>
                <c:pt idx="28920">
                  <c:v>99.95</c:v>
                </c:pt>
                <c:pt idx="28921">
                  <c:v>58.94</c:v>
                </c:pt>
                <c:pt idx="28922">
                  <c:v>58.94</c:v>
                </c:pt>
                <c:pt idx="28923">
                  <c:v>45.91</c:v>
                </c:pt>
                <c:pt idx="28924">
                  <c:v>45.91</c:v>
                </c:pt>
                <c:pt idx="28925">
                  <c:v>78.260000000000005</c:v>
                </c:pt>
                <c:pt idx="28926">
                  <c:v>16.29</c:v>
                </c:pt>
                <c:pt idx="28927">
                  <c:v>134.91</c:v>
                </c:pt>
                <c:pt idx="28928">
                  <c:v>134.91</c:v>
                </c:pt>
                <c:pt idx="28929">
                  <c:v>107.93</c:v>
                </c:pt>
                <c:pt idx="28930">
                  <c:v>107.93</c:v>
                </c:pt>
                <c:pt idx="28931">
                  <c:v>134.91</c:v>
                </c:pt>
                <c:pt idx="28932">
                  <c:v>59.96</c:v>
                </c:pt>
                <c:pt idx="28933">
                  <c:v>74.95</c:v>
                </c:pt>
                <c:pt idx="28934">
                  <c:v>59.96</c:v>
                </c:pt>
                <c:pt idx="28935">
                  <c:v>74.95</c:v>
                </c:pt>
                <c:pt idx="28936">
                  <c:v>79.849999999999994</c:v>
                </c:pt>
                <c:pt idx="28937">
                  <c:v>66.53</c:v>
                </c:pt>
                <c:pt idx="28938">
                  <c:v>76.489999999999995</c:v>
                </c:pt>
                <c:pt idx="28939">
                  <c:v>65.989999999999995</c:v>
                </c:pt>
                <c:pt idx="28940">
                  <c:v>151.97</c:v>
                </c:pt>
                <c:pt idx="28941">
                  <c:v>122.08</c:v>
                </c:pt>
                <c:pt idx="28942">
                  <c:v>175.96</c:v>
                </c:pt>
                <c:pt idx="28943">
                  <c:v>125.97</c:v>
                </c:pt>
                <c:pt idx="28944">
                  <c:v>151.97</c:v>
                </c:pt>
                <c:pt idx="28945">
                  <c:v>122.08</c:v>
                </c:pt>
                <c:pt idx="28946">
                  <c:v>125.97</c:v>
                </c:pt>
                <c:pt idx="28947">
                  <c:v>131.97999999999999</c:v>
                </c:pt>
                <c:pt idx="28948">
                  <c:v>175.96</c:v>
                </c:pt>
                <c:pt idx="28949">
                  <c:v>131.97999999999999</c:v>
                </c:pt>
                <c:pt idx="28950">
                  <c:v>136.66999999999999</c:v>
                </c:pt>
                <c:pt idx="28951">
                  <c:v>69.98</c:v>
                </c:pt>
                <c:pt idx="28952">
                  <c:v>89.98</c:v>
                </c:pt>
                <c:pt idx="28953">
                  <c:v>56.24</c:v>
                </c:pt>
                <c:pt idx="28954">
                  <c:v>125.97</c:v>
                </c:pt>
                <c:pt idx="28955">
                  <c:v>56.24</c:v>
                </c:pt>
                <c:pt idx="28956">
                  <c:v>125.97</c:v>
                </c:pt>
                <c:pt idx="28957">
                  <c:v>69.290000000000006</c:v>
                </c:pt>
                <c:pt idx="28958">
                  <c:v>89.98</c:v>
                </c:pt>
                <c:pt idx="28959">
                  <c:v>170.97</c:v>
                </c:pt>
                <c:pt idx="28960">
                  <c:v>102.97</c:v>
                </c:pt>
                <c:pt idx="28961">
                  <c:v>95.97</c:v>
                </c:pt>
                <c:pt idx="28962">
                  <c:v>147.47</c:v>
                </c:pt>
                <c:pt idx="28963">
                  <c:v>131.97999999999999</c:v>
                </c:pt>
                <c:pt idx="28964">
                  <c:v>197.97</c:v>
                </c:pt>
                <c:pt idx="28965">
                  <c:v>79.98</c:v>
                </c:pt>
                <c:pt idx="28966">
                  <c:v>53.99</c:v>
                </c:pt>
                <c:pt idx="28967">
                  <c:v>36.229999999999997</c:v>
                </c:pt>
                <c:pt idx="28968">
                  <c:v>35.479999999999997</c:v>
                </c:pt>
                <c:pt idx="28969">
                  <c:v>68.959999999999994</c:v>
                </c:pt>
                <c:pt idx="28970">
                  <c:v>133.15</c:v>
                </c:pt>
                <c:pt idx="28971">
                  <c:v>133.15</c:v>
                </c:pt>
                <c:pt idx="28972">
                  <c:v>68.959999999999994</c:v>
                </c:pt>
                <c:pt idx="28973">
                  <c:v>65.989999999999995</c:v>
                </c:pt>
                <c:pt idx="28974">
                  <c:v>65.989999999999995</c:v>
                </c:pt>
                <c:pt idx="28975">
                  <c:v>131.97999999999999</c:v>
                </c:pt>
                <c:pt idx="28976">
                  <c:v>79.849999999999994</c:v>
                </c:pt>
                <c:pt idx="28977">
                  <c:v>79.849999999999994</c:v>
                </c:pt>
                <c:pt idx="28978">
                  <c:v>82.25</c:v>
                </c:pt>
                <c:pt idx="28979">
                  <c:v>25.37</c:v>
                </c:pt>
                <c:pt idx="28980">
                  <c:v>206.82</c:v>
                </c:pt>
                <c:pt idx="28981">
                  <c:v>145.16</c:v>
                </c:pt>
                <c:pt idx="28982">
                  <c:v>58.59</c:v>
                </c:pt>
                <c:pt idx="28983">
                  <c:v>96.76</c:v>
                </c:pt>
                <c:pt idx="28984">
                  <c:v>160.69999999999999</c:v>
                </c:pt>
                <c:pt idx="28985">
                  <c:v>147.58000000000001</c:v>
                </c:pt>
                <c:pt idx="28986">
                  <c:v>98.3</c:v>
                </c:pt>
                <c:pt idx="28987">
                  <c:v>159.69999999999999</c:v>
                </c:pt>
                <c:pt idx="28988">
                  <c:v>159.69999999999999</c:v>
                </c:pt>
                <c:pt idx="28989">
                  <c:v>49.59</c:v>
                </c:pt>
                <c:pt idx="28990">
                  <c:v>82.25</c:v>
                </c:pt>
                <c:pt idx="28991">
                  <c:v>159.69999999999999</c:v>
                </c:pt>
                <c:pt idx="28992">
                  <c:v>28.98</c:v>
                </c:pt>
                <c:pt idx="28993">
                  <c:v>131.96</c:v>
                </c:pt>
                <c:pt idx="28994">
                  <c:v>68.98</c:v>
                </c:pt>
                <c:pt idx="28995">
                  <c:v>62.98</c:v>
                </c:pt>
                <c:pt idx="28996">
                  <c:v>123.46</c:v>
                </c:pt>
                <c:pt idx="28997">
                  <c:v>131.96</c:v>
                </c:pt>
                <c:pt idx="28998">
                  <c:v>131.96</c:v>
                </c:pt>
                <c:pt idx="28999">
                  <c:v>168.96</c:v>
                </c:pt>
                <c:pt idx="29000">
                  <c:v>129.97</c:v>
                </c:pt>
                <c:pt idx="29001">
                  <c:v>84.98</c:v>
                </c:pt>
                <c:pt idx="29002">
                  <c:v>188.97</c:v>
                </c:pt>
                <c:pt idx="29003">
                  <c:v>89.97</c:v>
                </c:pt>
                <c:pt idx="29004">
                  <c:v>169.98</c:v>
                </c:pt>
                <c:pt idx="29005">
                  <c:v>97.98</c:v>
                </c:pt>
                <c:pt idx="29006">
                  <c:v>136.97999999999999</c:v>
                </c:pt>
                <c:pt idx="29007">
                  <c:v>101.28</c:v>
                </c:pt>
                <c:pt idx="29008">
                  <c:v>169.98</c:v>
                </c:pt>
                <c:pt idx="29009">
                  <c:v>84.99</c:v>
                </c:pt>
                <c:pt idx="29010">
                  <c:v>109.96</c:v>
                </c:pt>
                <c:pt idx="29011">
                  <c:v>114.96</c:v>
                </c:pt>
                <c:pt idx="29012">
                  <c:v>134.27000000000001</c:v>
                </c:pt>
                <c:pt idx="29013">
                  <c:v>51.48</c:v>
                </c:pt>
                <c:pt idx="29014">
                  <c:v>71.95</c:v>
                </c:pt>
                <c:pt idx="29015">
                  <c:v>131.96</c:v>
                </c:pt>
                <c:pt idx="29016">
                  <c:v>67.98</c:v>
                </c:pt>
                <c:pt idx="29017">
                  <c:v>56.97</c:v>
                </c:pt>
                <c:pt idx="29018">
                  <c:v>74.95</c:v>
                </c:pt>
                <c:pt idx="29019">
                  <c:v>143.57</c:v>
                </c:pt>
                <c:pt idx="29020">
                  <c:v>169.98</c:v>
                </c:pt>
                <c:pt idx="29021">
                  <c:v>65.989999999999995</c:v>
                </c:pt>
                <c:pt idx="29022">
                  <c:v>118.78</c:v>
                </c:pt>
                <c:pt idx="29023">
                  <c:v>194.7</c:v>
                </c:pt>
                <c:pt idx="29024">
                  <c:v>119.96</c:v>
                </c:pt>
                <c:pt idx="29025">
                  <c:v>58.79</c:v>
                </c:pt>
                <c:pt idx="29026">
                  <c:v>98.98</c:v>
                </c:pt>
                <c:pt idx="29027">
                  <c:v>126.58</c:v>
                </c:pt>
                <c:pt idx="29028">
                  <c:v>99.98</c:v>
                </c:pt>
                <c:pt idx="29029">
                  <c:v>254.97</c:v>
                </c:pt>
                <c:pt idx="29030">
                  <c:v>131.97999999999999</c:v>
                </c:pt>
                <c:pt idx="29031">
                  <c:v>169.98</c:v>
                </c:pt>
                <c:pt idx="29032">
                  <c:v>71.95</c:v>
                </c:pt>
                <c:pt idx="29033">
                  <c:v>70.22</c:v>
                </c:pt>
                <c:pt idx="29034">
                  <c:v>59.94</c:v>
                </c:pt>
                <c:pt idx="29035">
                  <c:v>71.94</c:v>
                </c:pt>
                <c:pt idx="29036">
                  <c:v>134.07</c:v>
                </c:pt>
                <c:pt idx="29037">
                  <c:v>63.96</c:v>
                </c:pt>
                <c:pt idx="29038">
                  <c:v>52.97</c:v>
                </c:pt>
                <c:pt idx="29039">
                  <c:v>1.3</c:v>
                </c:pt>
                <c:pt idx="29040">
                  <c:v>101.96</c:v>
                </c:pt>
                <c:pt idx="29041">
                  <c:v>371.94</c:v>
                </c:pt>
                <c:pt idx="29042">
                  <c:v>371.94</c:v>
                </c:pt>
                <c:pt idx="29043">
                  <c:v>101.96</c:v>
                </c:pt>
                <c:pt idx="29044">
                  <c:v>413.94</c:v>
                </c:pt>
                <c:pt idx="29045">
                  <c:v>240.97</c:v>
                </c:pt>
                <c:pt idx="29046">
                  <c:v>172.97</c:v>
                </c:pt>
                <c:pt idx="29047">
                  <c:v>216.96</c:v>
                </c:pt>
                <c:pt idx="29048">
                  <c:v>216.96</c:v>
                </c:pt>
                <c:pt idx="29049">
                  <c:v>240.97</c:v>
                </c:pt>
                <c:pt idx="29050">
                  <c:v>172.97</c:v>
                </c:pt>
                <c:pt idx="29051">
                  <c:v>413.94</c:v>
                </c:pt>
                <c:pt idx="29052">
                  <c:v>93.58</c:v>
                </c:pt>
                <c:pt idx="29053">
                  <c:v>-2.25</c:v>
                </c:pt>
                <c:pt idx="29054">
                  <c:v>40.229999999999997</c:v>
                </c:pt>
                <c:pt idx="29055">
                  <c:v>120.97</c:v>
                </c:pt>
                <c:pt idx="29056">
                  <c:v>64.989999999999995</c:v>
                </c:pt>
                <c:pt idx="29057">
                  <c:v>69.989999999999995</c:v>
                </c:pt>
                <c:pt idx="29058">
                  <c:v>72.58</c:v>
                </c:pt>
                <c:pt idx="29059">
                  <c:v>50.98</c:v>
                </c:pt>
                <c:pt idx="29060">
                  <c:v>92.98</c:v>
                </c:pt>
                <c:pt idx="29061">
                  <c:v>70.16</c:v>
                </c:pt>
                <c:pt idx="29062">
                  <c:v>75</c:v>
                </c:pt>
                <c:pt idx="29063">
                  <c:v>145.16</c:v>
                </c:pt>
                <c:pt idx="29064">
                  <c:v>99.98</c:v>
                </c:pt>
                <c:pt idx="29065">
                  <c:v>106.97</c:v>
                </c:pt>
                <c:pt idx="29066">
                  <c:v>62.37</c:v>
                </c:pt>
                <c:pt idx="29067">
                  <c:v>99.98</c:v>
                </c:pt>
                <c:pt idx="29068">
                  <c:v>99.98</c:v>
                </c:pt>
                <c:pt idx="29069">
                  <c:v>59.97</c:v>
                </c:pt>
                <c:pt idx="29070">
                  <c:v>99.98</c:v>
                </c:pt>
                <c:pt idx="29071">
                  <c:v>52.98</c:v>
                </c:pt>
                <c:pt idx="29072">
                  <c:v>99.98</c:v>
                </c:pt>
                <c:pt idx="29073">
                  <c:v>99.98</c:v>
                </c:pt>
                <c:pt idx="29074">
                  <c:v>99.98</c:v>
                </c:pt>
                <c:pt idx="29075">
                  <c:v>99.98</c:v>
                </c:pt>
                <c:pt idx="29076">
                  <c:v>119.97</c:v>
                </c:pt>
                <c:pt idx="29077">
                  <c:v>197.96</c:v>
                </c:pt>
                <c:pt idx="29078">
                  <c:v>122.97</c:v>
                </c:pt>
                <c:pt idx="29079">
                  <c:v>119.97</c:v>
                </c:pt>
                <c:pt idx="29080">
                  <c:v>99.98</c:v>
                </c:pt>
                <c:pt idx="29081">
                  <c:v>72.28</c:v>
                </c:pt>
                <c:pt idx="29082">
                  <c:v>109.97</c:v>
                </c:pt>
                <c:pt idx="29083">
                  <c:v>99.98</c:v>
                </c:pt>
                <c:pt idx="29084">
                  <c:v>198.96</c:v>
                </c:pt>
                <c:pt idx="29085">
                  <c:v>88.97</c:v>
                </c:pt>
                <c:pt idx="29086">
                  <c:v>69.98</c:v>
                </c:pt>
                <c:pt idx="29087">
                  <c:v>109.97</c:v>
                </c:pt>
                <c:pt idx="29088">
                  <c:v>99.98</c:v>
                </c:pt>
                <c:pt idx="29089">
                  <c:v>99.98</c:v>
                </c:pt>
                <c:pt idx="29090">
                  <c:v>145.16</c:v>
                </c:pt>
                <c:pt idx="29091">
                  <c:v>72.58</c:v>
                </c:pt>
                <c:pt idx="29092">
                  <c:v>72.58</c:v>
                </c:pt>
                <c:pt idx="29093">
                  <c:v>145.16</c:v>
                </c:pt>
                <c:pt idx="29094">
                  <c:v>72.58</c:v>
                </c:pt>
                <c:pt idx="29095">
                  <c:v>72.58</c:v>
                </c:pt>
                <c:pt idx="29096">
                  <c:v>145.13999999999999</c:v>
                </c:pt>
                <c:pt idx="29097">
                  <c:v>47.24</c:v>
                </c:pt>
                <c:pt idx="29098">
                  <c:v>71.47</c:v>
                </c:pt>
                <c:pt idx="29099">
                  <c:v>145.13999999999999</c:v>
                </c:pt>
                <c:pt idx="29100">
                  <c:v>121.98</c:v>
                </c:pt>
                <c:pt idx="29101">
                  <c:v>121.98</c:v>
                </c:pt>
                <c:pt idx="29102">
                  <c:v>254.95</c:v>
                </c:pt>
                <c:pt idx="29103">
                  <c:v>79.17</c:v>
                </c:pt>
                <c:pt idx="29104">
                  <c:v>151.96</c:v>
                </c:pt>
                <c:pt idx="29105">
                  <c:v>121.98</c:v>
                </c:pt>
                <c:pt idx="29106">
                  <c:v>185.95</c:v>
                </c:pt>
                <c:pt idx="29107">
                  <c:v>135.97</c:v>
                </c:pt>
                <c:pt idx="29108">
                  <c:v>157.96</c:v>
                </c:pt>
                <c:pt idx="29109">
                  <c:v>139.69</c:v>
                </c:pt>
                <c:pt idx="29110">
                  <c:v>109.78</c:v>
                </c:pt>
                <c:pt idx="29111">
                  <c:v>159.97999999999999</c:v>
                </c:pt>
                <c:pt idx="29112">
                  <c:v>72.56</c:v>
                </c:pt>
                <c:pt idx="29113">
                  <c:v>72.56</c:v>
                </c:pt>
                <c:pt idx="29114">
                  <c:v>65.989999999999995</c:v>
                </c:pt>
                <c:pt idx="29115">
                  <c:v>65.989999999999995</c:v>
                </c:pt>
                <c:pt idx="29116">
                  <c:v>72.55</c:v>
                </c:pt>
                <c:pt idx="29117">
                  <c:v>72.55</c:v>
                </c:pt>
                <c:pt idx="29118">
                  <c:v>145.1</c:v>
                </c:pt>
                <c:pt idx="29119">
                  <c:v>72.55</c:v>
                </c:pt>
                <c:pt idx="29120">
                  <c:v>72.55</c:v>
                </c:pt>
                <c:pt idx="29121">
                  <c:v>59.95</c:v>
                </c:pt>
                <c:pt idx="29122">
                  <c:v>71.94</c:v>
                </c:pt>
                <c:pt idx="29123">
                  <c:v>94.48</c:v>
                </c:pt>
                <c:pt idx="29124">
                  <c:v>28.38</c:v>
                </c:pt>
                <c:pt idx="29125">
                  <c:v>85.89</c:v>
                </c:pt>
                <c:pt idx="29126">
                  <c:v>49.59</c:v>
                </c:pt>
                <c:pt idx="29127">
                  <c:v>65.33</c:v>
                </c:pt>
                <c:pt idx="29128">
                  <c:v>65.989999999999995</c:v>
                </c:pt>
                <c:pt idx="29129">
                  <c:v>131.31</c:v>
                </c:pt>
                <c:pt idx="29130">
                  <c:v>55.97</c:v>
                </c:pt>
                <c:pt idx="29131">
                  <c:v>75.97</c:v>
                </c:pt>
                <c:pt idx="29132">
                  <c:v>70.13</c:v>
                </c:pt>
                <c:pt idx="29133">
                  <c:v>89.47</c:v>
                </c:pt>
                <c:pt idx="29134">
                  <c:v>55.96</c:v>
                </c:pt>
                <c:pt idx="29135">
                  <c:v>130.97</c:v>
                </c:pt>
                <c:pt idx="29136">
                  <c:v>75.98</c:v>
                </c:pt>
                <c:pt idx="29137">
                  <c:v>54.99</c:v>
                </c:pt>
                <c:pt idx="29138">
                  <c:v>52.24</c:v>
                </c:pt>
                <c:pt idx="29139">
                  <c:v>65.989999999999995</c:v>
                </c:pt>
                <c:pt idx="29140">
                  <c:v>50.97</c:v>
                </c:pt>
                <c:pt idx="29141">
                  <c:v>79.989999999999995</c:v>
                </c:pt>
                <c:pt idx="29142">
                  <c:v>122.47</c:v>
                </c:pt>
                <c:pt idx="29143">
                  <c:v>113.96</c:v>
                </c:pt>
                <c:pt idx="29144">
                  <c:v>77.97</c:v>
                </c:pt>
                <c:pt idx="29145">
                  <c:v>40.229999999999997</c:v>
                </c:pt>
                <c:pt idx="29146">
                  <c:v>122.47</c:v>
                </c:pt>
                <c:pt idx="29147">
                  <c:v>102.97</c:v>
                </c:pt>
                <c:pt idx="29148">
                  <c:v>20.49</c:v>
                </c:pt>
                <c:pt idx="29149">
                  <c:v>21.24</c:v>
                </c:pt>
                <c:pt idx="29150">
                  <c:v>21.24</c:v>
                </c:pt>
                <c:pt idx="29151">
                  <c:v>21.24</c:v>
                </c:pt>
                <c:pt idx="29152">
                  <c:v>143.36000000000001</c:v>
                </c:pt>
                <c:pt idx="29153">
                  <c:v>133.16</c:v>
                </c:pt>
                <c:pt idx="29154">
                  <c:v>65.989999999999995</c:v>
                </c:pt>
                <c:pt idx="29155">
                  <c:v>169.98</c:v>
                </c:pt>
                <c:pt idx="29156">
                  <c:v>169.98</c:v>
                </c:pt>
                <c:pt idx="29157">
                  <c:v>215.05</c:v>
                </c:pt>
                <c:pt idx="29158">
                  <c:v>169.98</c:v>
                </c:pt>
                <c:pt idx="29159">
                  <c:v>156.08000000000001</c:v>
                </c:pt>
                <c:pt idx="29160">
                  <c:v>160.86000000000001</c:v>
                </c:pt>
                <c:pt idx="29161">
                  <c:v>79.959999999999994</c:v>
                </c:pt>
                <c:pt idx="29162">
                  <c:v>131.97999999999999</c:v>
                </c:pt>
                <c:pt idx="29163">
                  <c:v>131.97999999999999</c:v>
                </c:pt>
                <c:pt idx="29164">
                  <c:v>131.97999999999999</c:v>
                </c:pt>
                <c:pt idx="29165">
                  <c:v>65.989999999999995</c:v>
                </c:pt>
                <c:pt idx="29166">
                  <c:v>65.989999999999995</c:v>
                </c:pt>
                <c:pt idx="29167">
                  <c:v>131.97999999999999</c:v>
                </c:pt>
                <c:pt idx="29168">
                  <c:v>131.97999999999999</c:v>
                </c:pt>
                <c:pt idx="29169">
                  <c:v>131.97999999999999</c:v>
                </c:pt>
                <c:pt idx="29170">
                  <c:v>131.97999999999999</c:v>
                </c:pt>
                <c:pt idx="29171">
                  <c:v>92.38</c:v>
                </c:pt>
                <c:pt idx="29172">
                  <c:v>101.96</c:v>
                </c:pt>
                <c:pt idx="29173">
                  <c:v>85.11</c:v>
                </c:pt>
                <c:pt idx="29174">
                  <c:v>65.989999999999995</c:v>
                </c:pt>
                <c:pt idx="29175">
                  <c:v>65.989999999999995</c:v>
                </c:pt>
                <c:pt idx="29176">
                  <c:v>65.989999999999995</c:v>
                </c:pt>
                <c:pt idx="29177">
                  <c:v>65.989999999999995</c:v>
                </c:pt>
                <c:pt idx="29178">
                  <c:v>65.989999999999995</c:v>
                </c:pt>
                <c:pt idx="29179">
                  <c:v>87.97</c:v>
                </c:pt>
                <c:pt idx="29180">
                  <c:v>65.989999999999995</c:v>
                </c:pt>
                <c:pt idx="29181">
                  <c:v>101.5</c:v>
                </c:pt>
                <c:pt idx="29182">
                  <c:v>87.97</c:v>
                </c:pt>
                <c:pt idx="29183">
                  <c:v>58.18</c:v>
                </c:pt>
                <c:pt idx="29184">
                  <c:v>87.97</c:v>
                </c:pt>
                <c:pt idx="29185">
                  <c:v>65.989999999999995</c:v>
                </c:pt>
                <c:pt idx="29186">
                  <c:v>131.97999999999999</c:v>
                </c:pt>
                <c:pt idx="29187">
                  <c:v>65.989999999999995</c:v>
                </c:pt>
                <c:pt idx="29188">
                  <c:v>57.11</c:v>
                </c:pt>
                <c:pt idx="29189">
                  <c:v>65.989999999999995</c:v>
                </c:pt>
                <c:pt idx="29190">
                  <c:v>87.97</c:v>
                </c:pt>
                <c:pt idx="29191">
                  <c:v>68.98</c:v>
                </c:pt>
                <c:pt idx="29192">
                  <c:v>68.98</c:v>
                </c:pt>
                <c:pt idx="29193">
                  <c:v>79.98</c:v>
                </c:pt>
                <c:pt idx="29194">
                  <c:v>52.18</c:v>
                </c:pt>
                <c:pt idx="29195">
                  <c:v>54.94</c:v>
                </c:pt>
                <c:pt idx="29196">
                  <c:v>79.84</c:v>
                </c:pt>
                <c:pt idx="29197">
                  <c:v>32</c:v>
                </c:pt>
                <c:pt idx="29198">
                  <c:v>26.24</c:v>
                </c:pt>
                <c:pt idx="29199">
                  <c:v>28.29</c:v>
                </c:pt>
                <c:pt idx="29200">
                  <c:v>132.94999999999999</c:v>
                </c:pt>
                <c:pt idx="29201">
                  <c:v>132.94999999999999</c:v>
                </c:pt>
                <c:pt idx="29202">
                  <c:v>63.98</c:v>
                </c:pt>
                <c:pt idx="29203">
                  <c:v>68.97</c:v>
                </c:pt>
                <c:pt idx="29204">
                  <c:v>56.97</c:v>
                </c:pt>
                <c:pt idx="29205">
                  <c:v>189.94</c:v>
                </c:pt>
                <c:pt idx="29206">
                  <c:v>32.49</c:v>
                </c:pt>
                <c:pt idx="29207">
                  <c:v>37.979999999999997</c:v>
                </c:pt>
                <c:pt idx="29208">
                  <c:v>62.98</c:v>
                </c:pt>
                <c:pt idx="29209">
                  <c:v>16.29</c:v>
                </c:pt>
                <c:pt idx="29210">
                  <c:v>31.93</c:v>
                </c:pt>
                <c:pt idx="29211">
                  <c:v>75.959999999999994</c:v>
                </c:pt>
                <c:pt idx="29212">
                  <c:v>75.959999999999994</c:v>
                </c:pt>
                <c:pt idx="29213">
                  <c:v>75.959999999999994</c:v>
                </c:pt>
                <c:pt idx="29214">
                  <c:v>75.959999999999994</c:v>
                </c:pt>
                <c:pt idx="29215">
                  <c:v>56.97</c:v>
                </c:pt>
                <c:pt idx="29216">
                  <c:v>56.97</c:v>
                </c:pt>
                <c:pt idx="29217">
                  <c:v>59.96</c:v>
                </c:pt>
                <c:pt idx="29218">
                  <c:v>72.97</c:v>
                </c:pt>
                <c:pt idx="29219">
                  <c:v>142.97</c:v>
                </c:pt>
                <c:pt idx="29220">
                  <c:v>36.479999999999997</c:v>
                </c:pt>
                <c:pt idx="29221">
                  <c:v>36.729999999999997</c:v>
                </c:pt>
                <c:pt idx="29222">
                  <c:v>36.479999999999997</c:v>
                </c:pt>
                <c:pt idx="29223">
                  <c:v>130.47</c:v>
                </c:pt>
                <c:pt idx="29224">
                  <c:v>99.97</c:v>
                </c:pt>
                <c:pt idx="29225">
                  <c:v>34.99</c:v>
                </c:pt>
                <c:pt idx="29226">
                  <c:v>143.94999999999999</c:v>
                </c:pt>
                <c:pt idx="29227">
                  <c:v>95.78</c:v>
                </c:pt>
                <c:pt idx="29228">
                  <c:v>162.63999999999999</c:v>
                </c:pt>
                <c:pt idx="29229">
                  <c:v>130.54</c:v>
                </c:pt>
                <c:pt idx="29230">
                  <c:v>155.63999999999999</c:v>
                </c:pt>
                <c:pt idx="29231">
                  <c:v>130.31</c:v>
                </c:pt>
                <c:pt idx="29232">
                  <c:v>201.96</c:v>
                </c:pt>
                <c:pt idx="29233">
                  <c:v>130.32</c:v>
                </c:pt>
                <c:pt idx="29234">
                  <c:v>158.66</c:v>
                </c:pt>
                <c:pt idx="29235">
                  <c:v>118.27</c:v>
                </c:pt>
                <c:pt idx="29236">
                  <c:v>169.98</c:v>
                </c:pt>
                <c:pt idx="29237">
                  <c:v>68.930000000000007</c:v>
                </c:pt>
                <c:pt idx="29238">
                  <c:v>74.98</c:v>
                </c:pt>
                <c:pt idx="29239">
                  <c:v>74.989999999999995</c:v>
                </c:pt>
                <c:pt idx="29240">
                  <c:v>72.98</c:v>
                </c:pt>
                <c:pt idx="29241">
                  <c:v>57.24</c:v>
                </c:pt>
                <c:pt idx="29242">
                  <c:v>143.72</c:v>
                </c:pt>
                <c:pt idx="29243">
                  <c:v>94.95</c:v>
                </c:pt>
                <c:pt idx="29244">
                  <c:v>64.09</c:v>
                </c:pt>
                <c:pt idx="29245">
                  <c:v>79.47</c:v>
                </c:pt>
                <c:pt idx="29246">
                  <c:v>54.99</c:v>
                </c:pt>
                <c:pt idx="29247">
                  <c:v>57.99</c:v>
                </c:pt>
                <c:pt idx="29248">
                  <c:v>94.02</c:v>
                </c:pt>
                <c:pt idx="29249">
                  <c:v>121.26</c:v>
                </c:pt>
                <c:pt idx="29250">
                  <c:v>60.97</c:v>
                </c:pt>
                <c:pt idx="29251">
                  <c:v>67.459999999999994</c:v>
                </c:pt>
                <c:pt idx="29252">
                  <c:v>187.54</c:v>
                </c:pt>
                <c:pt idx="29253">
                  <c:v>129.97</c:v>
                </c:pt>
                <c:pt idx="29254">
                  <c:v>129.96</c:v>
                </c:pt>
                <c:pt idx="29255">
                  <c:v>129.96</c:v>
                </c:pt>
                <c:pt idx="29256">
                  <c:v>129.97999999999999</c:v>
                </c:pt>
                <c:pt idx="29257">
                  <c:v>129.97999999999999</c:v>
                </c:pt>
                <c:pt idx="29258">
                  <c:v>129.94999999999999</c:v>
                </c:pt>
                <c:pt idx="29259">
                  <c:v>60.99</c:v>
                </c:pt>
                <c:pt idx="29260">
                  <c:v>60.99</c:v>
                </c:pt>
                <c:pt idx="29261">
                  <c:v>56.72</c:v>
                </c:pt>
                <c:pt idx="29262">
                  <c:v>60.99</c:v>
                </c:pt>
                <c:pt idx="29263">
                  <c:v>58.55</c:v>
                </c:pt>
                <c:pt idx="29264">
                  <c:v>60.99</c:v>
                </c:pt>
                <c:pt idx="29265">
                  <c:v>60.99</c:v>
                </c:pt>
                <c:pt idx="29266">
                  <c:v>54.89</c:v>
                </c:pt>
                <c:pt idx="29267">
                  <c:v>60.38</c:v>
                </c:pt>
                <c:pt idx="29268">
                  <c:v>60.99</c:v>
                </c:pt>
                <c:pt idx="29269">
                  <c:v>59.77</c:v>
                </c:pt>
                <c:pt idx="29270">
                  <c:v>60.99</c:v>
                </c:pt>
                <c:pt idx="29271">
                  <c:v>60.99</c:v>
                </c:pt>
                <c:pt idx="29272">
                  <c:v>60.38</c:v>
                </c:pt>
                <c:pt idx="29273">
                  <c:v>60.99</c:v>
                </c:pt>
                <c:pt idx="29274">
                  <c:v>60.99</c:v>
                </c:pt>
                <c:pt idx="29275">
                  <c:v>60.38</c:v>
                </c:pt>
                <c:pt idx="29276">
                  <c:v>60.99</c:v>
                </c:pt>
                <c:pt idx="29277">
                  <c:v>59.77</c:v>
                </c:pt>
                <c:pt idx="29278">
                  <c:v>60.99</c:v>
                </c:pt>
                <c:pt idx="29279">
                  <c:v>60.99</c:v>
                </c:pt>
                <c:pt idx="29280">
                  <c:v>111.98</c:v>
                </c:pt>
                <c:pt idx="29281">
                  <c:v>60.99</c:v>
                </c:pt>
                <c:pt idx="29282">
                  <c:v>60.99</c:v>
                </c:pt>
                <c:pt idx="29283">
                  <c:v>60.99</c:v>
                </c:pt>
                <c:pt idx="29284">
                  <c:v>67.48</c:v>
                </c:pt>
                <c:pt idx="29285">
                  <c:v>53.98</c:v>
                </c:pt>
                <c:pt idx="29286">
                  <c:v>121.46</c:v>
                </c:pt>
                <c:pt idx="29287">
                  <c:v>121.48</c:v>
                </c:pt>
                <c:pt idx="29288">
                  <c:v>129.94999999999999</c:v>
                </c:pt>
                <c:pt idx="29289">
                  <c:v>129.96</c:v>
                </c:pt>
                <c:pt idx="29290">
                  <c:v>112.96</c:v>
                </c:pt>
                <c:pt idx="29291">
                  <c:v>32.24</c:v>
                </c:pt>
                <c:pt idx="29292">
                  <c:v>32.24</c:v>
                </c:pt>
                <c:pt idx="29293">
                  <c:v>31.49</c:v>
                </c:pt>
                <c:pt idx="29294">
                  <c:v>59.98</c:v>
                </c:pt>
                <c:pt idx="29295">
                  <c:v>61.48</c:v>
                </c:pt>
                <c:pt idx="29296">
                  <c:v>61.48</c:v>
                </c:pt>
                <c:pt idx="29297">
                  <c:v>59.98</c:v>
                </c:pt>
                <c:pt idx="29298">
                  <c:v>71.959999999999994</c:v>
                </c:pt>
                <c:pt idx="29299">
                  <c:v>53.97</c:v>
                </c:pt>
                <c:pt idx="29300">
                  <c:v>53.97</c:v>
                </c:pt>
                <c:pt idx="29301">
                  <c:v>103.94</c:v>
                </c:pt>
                <c:pt idx="29302">
                  <c:v>50.97</c:v>
                </c:pt>
                <c:pt idx="29303">
                  <c:v>53.97</c:v>
                </c:pt>
                <c:pt idx="29304">
                  <c:v>64.959999999999994</c:v>
                </c:pt>
                <c:pt idx="29305">
                  <c:v>142.94999999999999</c:v>
                </c:pt>
                <c:pt idx="29306">
                  <c:v>51.98</c:v>
                </c:pt>
                <c:pt idx="29307">
                  <c:v>34.46</c:v>
                </c:pt>
                <c:pt idx="29308">
                  <c:v>68.959999999999994</c:v>
                </c:pt>
                <c:pt idx="29309">
                  <c:v>53.97</c:v>
                </c:pt>
                <c:pt idx="29310">
                  <c:v>14.99</c:v>
                </c:pt>
                <c:pt idx="29311">
                  <c:v>50.97</c:v>
                </c:pt>
                <c:pt idx="29312">
                  <c:v>53.97</c:v>
                </c:pt>
                <c:pt idx="29313">
                  <c:v>53.97</c:v>
                </c:pt>
                <c:pt idx="29314">
                  <c:v>53.97</c:v>
                </c:pt>
                <c:pt idx="29315">
                  <c:v>26.49</c:v>
                </c:pt>
                <c:pt idx="29316">
                  <c:v>74.97</c:v>
                </c:pt>
                <c:pt idx="29317">
                  <c:v>130.97999999999999</c:v>
                </c:pt>
                <c:pt idx="29318">
                  <c:v>130.96</c:v>
                </c:pt>
                <c:pt idx="29319">
                  <c:v>113.98</c:v>
                </c:pt>
                <c:pt idx="29320">
                  <c:v>79.849999999999994</c:v>
                </c:pt>
                <c:pt idx="29321">
                  <c:v>306.04000000000002</c:v>
                </c:pt>
                <c:pt idx="29322">
                  <c:v>257.89</c:v>
                </c:pt>
                <c:pt idx="29323">
                  <c:v>239.54</c:v>
                </c:pt>
                <c:pt idx="29324">
                  <c:v>270.86</c:v>
                </c:pt>
                <c:pt idx="29325">
                  <c:v>384.95</c:v>
                </c:pt>
                <c:pt idx="29326">
                  <c:v>230.07</c:v>
                </c:pt>
                <c:pt idx="29327">
                  <c:v>319.39</c:v>
                </c:pt>
                <c:pt idx="29328">
                  <c:v>344.79</c:v>
                </c:pt>
                <c:pt idx="29329">
                  <c:v>289.14</c:v>
                </c:pt>
                <c:pt idx="29330">
                  <c:v>424.64</c:v>
                </c:pt>
                <c:pt idx="29331">
                  <c:v>59.98</c:v>
                </c:pt>
                <c:pt idx="29332">
                  <c:v>32.85</c:v>
                </c:pt>
                <c:pt idx="29333">
                  <c:v>112.82</c:v>
                </c:pt>
                <c:pt idx="29334">
                  <c:v>71.97</c:v>
                </c:pt>
                <c:pt idx="29335">
                  <c:v>59.97</c:v>
                </c:pt>
                <c:pt idx="29336">
                  <c:v>69.989999999999995</c:v>
                </c:pt>
                <c:pt idx="29337">
                  <c:v>69.989999999999995</c:v>
                </c:pt>
                <c:pt idx="29338">
                  <c:v>35.28</c:v>
                </c:pt>
                <c:pt idx="29339">
                  <c:v>35.28</c:v>
                </c:pt>
                <c:pt idx="29340">
                  <c:v>35.28</c:v>
                </c:pt>
                <c:pt idx="29341">
                  <c:v>78.63</c:v>
                </c:pt>
                <c:pt idx="29342">
                  <c:v>50.19</c:v>
                </c:pt>
                <c:pt idx="29343">
                  <c:v>131.97999999999999</c:v>
                </c:pt>
                <c:pt idx="29344">
                  <c:v>263.95999999999998</c:v>
                </c:pt>
                <c:pt idx="29345">
                  <c:v>263.95999999999998</c:v>
                </c:pt>
                <c:pt idx="29346">
                  <c:v>254.32</c:v>
                </c:pt>
                <c:pt idx="29347">
                  <c:v>263.95999999999998</c:v>
                </c:pt>
                <c:pt idx="29348">
                  <c:v>221.95</c:v>
                </c:pt>
                <c:pt idx="29349">
                  <c:v>219.45</c:v>
                </c:pt>
                <c:pt idx="29350">
                  <c:v>56.97</c:v>
                </c:pt>
                <c:pt idx="29351">
                  <c:v>39.18</c:v>
                </c:pt>
                <c:pt idx="29352">
                  <c:v>84.97</c:v>
                </c:pt>
                <c:pt idx="29353">
                  <c:v>69.989999999999995</c:v>
                </c:pt>
                <c:pt idx="29354">
                  <c:v>51.29</c:v>
                </c:pt>
                <c:pt idx="29355">
                  <c:v>71.680000000000007</c:v>
                </c:pt>
                <c:pt idx="29356">
                  <c:v>51.29</c:v>
                </c:pt>
                <c:pt idx="29357">
                  <c:v>71.680000000000007</c:v>
                </c:pt>
                <c:pt idx="29358">
                  <c:v>75</c:v>
                </c:pt>
                <c:pt idx="29359">
                  <c:v>67.87</c:v>
                </c:pt>
                <c:pt idx="29360">
                  <c:v>129.35</c:v>
                </c:pt>
                <c:pt idx="29361">
                  <c:v>64.069999999999993</c:v>
                </c:pt>
                <c:pt idx="29362">
                  <c:v>159.69999999999999</c:v>
                </c:pt>
                <c:pt idx="29363">
                  <c:v>147.6</c:v>
                </c:pt>
                <c:pt idx="29364">
                  <c:v>175.41</c:v>
                </c:pt>
                <c:pt idx="29365">
                  <c:v>159.69999999999999</c:v>
                </c:pt>
                <c:pt idx="29366">
                  <c:v>191.13</c:v>
                </c:pt>
                <c:pt idx="29367">
                  <c:v>159.69999999999999</c:v>
                </c:pt>
                <c:pt idx="29368">
                  <c:v>179.03</c:v>
                </c:pt>
                <c:pt idx="29369">
                  <c:v>159.69999999999999</c:v>
                </c:pt>
                <c:pt idx="29370">
                  <c:v>175.41</c:v>
                </c:pt>
                <c:pt idx="29371">
                  <c:v>159.69999999999999</c:v>
                </c:pt>
                <c:pt idx="29372">
                  <c:v>319.39</c:v>
                </c:pt>
                <c:pt idx="29373">
                  <c:v>159.69999999999999</c:v>
                </c:pt>
                <c:pt idx="29374">
                  <c:v>159.69999999999999</c:v>
                </c:pt>
                <c:pt idx="29375">
                  <c:v>159.69999999999999</c:v>
                </c:pt>
                <c:pt idx="29376">
                  <c:v>69.989999999999995</c:v>
                </c:pt>
                <c:pt idx="29377">
                  <c:v>59.96</c:v>
                </c:pt>
                <c:pt idx="29378">
                  <c:v>36.26</c:v>
                </c:pt>
                <c:pt idx="29379">
                  <c:v>36.86</c:v>
                </c:pt>
                <c:pt idx="29380">
                  <c:v>36.26</c:v>
                </c:pt>
                <c:pt idx="29381">
                  <c:v>55.96</c:v>
                </c:pt>
                <c:pt idx="29382">
                  <c:v>55.96</c:v>
                </c:pt>
                <c:pt idx="29383">
                  <c:v>142.72999999999999</c:v>
                </c:pt>
                <c:pt idx="29384">
                  <c:v>67.72</c:v>
                </c:pt>
                <c:pt idx="29385">
                  <c:v>74.98</c:v>
                </c:pt>
                <c:pt idx="29386">
                  <c:v>131.46</c:v>
                </c:pt>
                <c:pt idx="29387">
                  <c:v>53.98</c:v>
                </c:pt>
                <c:pt idx="29388">
                  <c:v>99.98</c:v>
                </c:pt>
                <c:pt idx="29389">
                  <c:v>85.97</c:v>
                </c:pt>
                <c:pt idx="29390">
                  <c:v>150.97</c:v>
                </c:pt>
                <c:pt idx="29391">
                  <c:v>65.989999999999995</c:v>
                </c:pt>
                <c:pt idx="29392">
                  <c:v>97.97</c:v>
                </c:pt>
                <c:pt idx="29393">
                  <c:v>129.97</c:v>
                </c:pt>
                <c:pt idx="29394">
                  <c:v>125.96</c:v>
                </c:pt>
                <c:pt idx="29395">
                  <c:v>86.68</c:v>
                </c:pt>
                <c:pt idx="29396">
                  <c:v>131.97999999999999</c:v>
                </c:pt>
                <c:pt idx="29397">
                  <c:v>119.96</c:v>
                </c:pt>
                <c:pt idx="29398">
                  <c:v>131.97999999999999</c:v>
                </c:pt>
                <c:pt idx="29399">
                  <c:v>130.96</c:v>
                </c:pt>
                <c:pt idx="29400">
                  <c:v>134.96</c:v>
                </c:pt>
                <c:pt idx="29401">
                  <c:v>76.97</c:v>
                </c:pt>
                <c:pt idx="29402">
                  <c:v>108.97</c:v>
                </c:pt>
                <c:pt idx="29403">
                  <c:v>89.98</c:v>
                </c:pt>
                <c:pt idx="29404">
                  <c:v>79.98</c:v>
                </c:pt>
                <c:pt idx="29405">
                  <c:v>126.97</c:v>
                </c:pt>
                <c:pt idx="29406">
                  <c:v>131.97999999999999</c:v>
                </c:pt>
                <c:pt idx="29407">
                  <c:v>89.98</c:v>
                </c:pt>
                <c:pt idx="29408">
                  <c:v>73.44</c:v>
                </c:pt>
                <c:pt idx="29409">
                  <c:v>131.36000000000001</c:v>
                </c:pt>
                <c:pt idx="29410">
                  <c:v>60.33</c:v>
                </c:pt>
                <c:pt idx="29411">
                  <c:v>70.959999999999994</c:v>
                </c:pt>
                <c:pt idx="29412">
                  <c:v>111.98</c:v>
                </c:pt>
                <c:pt idx="29413">
                  <c:v>68.97</c:v>
                </c:pt>
                <c:pt idx="29414">
                  <c:v>59.97</c:v>
                </c:pt>
                <c:pt idx="29415">
                  <c:v>55.96</c:v>
                </c:pt>
                <c:pt idx="29416">
                  <c:v>171.31</c:v>
                </c:pt>
                <c:pt idx="29417">
                  <c:v>181.96</c:v>
                </c:pt>
                <c:pt idx="29418">
                  <c:v>219.96</c:v>
                </c:pt>
                <c:pt idx="29419">
                  <c:v>123.22</c:v>
                </c:pt>
                <c:pt idx="29420">
                  <c:v>-1.5</c:v>
                </c:pt>
                <c:pt idx="29421">
                  <c:v>12.99</c:v>
                </c:pt>
                <c:pt idx="29422">
                  <c:v>182.97</c:v>
                </c:pt>
                <c:pt idx="29423">
                  <c:v>195.96</c:v>
                </c:pt>
                <c:pt idx="29424">
                  <c:v>207.96</c:v>
                </c:pt>
                <c:pt idx="29425">
                  <c:v>14.49</c:v>
                </c:pt>
                <c:pt idx="29426">
                  <c:v>159.97999999999999</c:v>
                </c:pt>
                <c:pt idx="29427">
                  <c:v>139.21</c:v>
                </c:pt>
                <c:pt idx="29428">
                  <c:v>182.97</c:v>
                </c:pt>
                <c:pt idx="29429">
                  <c:v>110.25</c:v>
                </c:pt>
                <c:pt idx="29430">
                  <c:v>31.13</c:v>
                </c:pt>
                <c:pt idx="29431">
                  <c:v>84.99</c:v>
                </c:pt>
                <c:pt idx="29432">
                  <c:v>59.99</c:v>
                </c:pt>
                <c:pt idx="29433">
                  <c:v>69.47</c:v>
                </c:pt>
                <c:pt idx="29434">
                  <c:v>129.97999999999999</c:v>
                </c:pt>
                <c:pt idx="29435">
                  <c:v>129.97</c:v>
                </c:pt>
                <c:pt idx="29436">
                  <c:v>129.97</c:v>
                </c:pt>
                <c:pt idx="29437">
                  <c:v>145.15</c:v>
                </c:pt>
                <c:pt idx="29438">
                  <c:v>84.68</c:v>
                </c:pt>
                <c:pt idx="29439">
                  <c:v>128.24</c:v>
                </c:pt>
                <c:pt idx="29440">
                  <c:v>133.08000000000001</c:v>
                </c:pt>
                <c:pt idx="29441">
                  <c:v>128.24</c:v>
                </c:pt>
                <c:pt idx="29442">
                  <c:v>133.96</c:v>
                </c:pt>
                <c:pt idx="29443">
                  <c:v>79.540000000000006</c:v>
                </c:pt>
                <c:pt idx="29444">
                  <c:v>122.78</c:v>
                </c:pt>
                <c:pt idx="29445">
                  <c:v>119.15</c:v>
                </c:pt>
                <c:pt idx="29446">
                  <c:v>139.09</c:v>
                </c:pt>
                <c:pt idx="29447">
                  <c:v>1.2</c:v>
                </c:pt>
                <c:pt idx="29448">
                  <c:v>84.66</c:v>
                </c:pt>
                <c:pt idx="29449">
                  <c:v>72.58</c:v>
                </c:pt>
                <c:pt idx="29450">
                  <c:v>168.14</c:v>
                </c:pt>
                <c:pt idx="29451">
                  <c:v>226.22</c:v>
                </c:pt>
                <c:pt idx="29452">
                  <c:v>73.98</c:v>
                </c:pt>
                <c:pt idx="29453">
                  <c:v>55.98</c:v>
                </c:pt>
                <c:pt idx="29454">
                  <c:v>69.98</c:v>
                </c:pt>
                <c:pt idx="29455">
                  <c:v>59.97</c:v>
                </c:pt>
                <c:pt idx="29456">
                  <c:v>50.94</c:v>
                </c:pt>
                <c:pt idx="29457">
                  <c:v>78.98</c:v>
                </c:pt>
                <c:pt idx="29458">
                  <c:v>35.49</c:v>
                </c:pt>
                <c:pt idx="29459">
                  <c:v>41.49</c:v>
                </c:pt>
                <c:pt idx="29460">
                  <c:v>39.99</c:v>
                </c:pt>
                <c:pt idx="29461">
                  <c:v>84.96</c:v>
                </c:pt>
                <c:pt idx="29462">
                  <c:v>75.98</c:v>
                </c:pt>
                <c:pt idx="29463">
                  <c:v>84.96</c:v>
                </c:pt>
                <c:pt idx="29464">
                  <c:v>75.98</c:v>
                </c:pt>
                <c:pt idx="29465">
                  <c:v>54.99</c:v>
                </c:pt>
                <c:pt idx="29466">
                  <c:v>54.99</c:v>
                </c:pt>
                <c:pt idx="29467">
                  <c:v>70.16</c:v>
                </c:pt>
                <c:pt idx="29468">
                  <c:v>50.97</c:v>
                </c:pt>
                <c:pt idx="29469">
                  <c:v>79.97</c:v>
                </c:pt>
                <c:pt idx="29470">
                  <c:v>70.98</c:v>
                </c:pt>
                <c:pt idx="29471">
                  <c:v>58.98</c:v>
                </c:pt>
                <c:pt idx="29472">
                  <c:v>93.81</c:v>
                </c:pt>
                <c:pt idx="29473">
                  <c:v>193.55</c:v>
                </c:pt>
                <c:pt idx="29474">
                  <c:v>79.849999999999994</c:v>
                </c:pt>
                <c:pt idx="29475">
                  <c:v>182.67</c:v>
                </c:pt>
                <c:pt idx="29476">
                  <c:v>140.34</c:v>
                </c:pt>
                <c:pt idx="29477">
                  <c:v>79.849999999999994</c:v>
                </c:pt>
                <c:pt idx="29478">
                  <c:v>96.78</c:v>
                </c:pt>
                <c:pt idx="29479">
                  <c:v>79.849999999999994</c:v>
                </c:pt>
                <c:pt idx="29480">
                  <c:v>140.34</c:v>
                </c:pt>
                <c:pt idx="29481">
                  <c:v>129.41</c:v>
                </c:pt>
                <c:pt idx="29482">
                  <c:v>62.91</c:v>
                </c:pt>
                <c:pt idx="29483">
                  <c:v>79.849999999999994</c:v>
                </c:pt>
                <c:pt idx="29484">
                  <c:v>232.25</c:v>
                </c:pt>
                <c:pt idx="29485">
                  <c:v>96.78</c:v>
                </c:pt>
                <c:pt idx="29486">
                  <c:v>37.28</c:v>
                </c:pt>
                <c:pt idx="29487">
                  <c:v>40.270000000000003</c:v>
                </c:pt>
                <c:pt idx="29488">
                  <c:v>27.28</c:v>
                </c:pt>
                <c:pt idx="29489">
                  <c:v>50.08</c:v>
                </c:pt>
                <c:pt idx="29490">
                  <c:v>61.49</c:v>
                </c:pt>
                <c:pt idx="29491">
                  <c:v>67.47</c:v>
                </c:pt>
                <c:pt idx="29492">
                  <c:v>60.97</c:v>
                </c:pt>
                <c:pt idx="29493">
                  <c:v>128.47</c:v>
                </c:pt>
                <c:pt idx="29494">
                  <c:v>75.48</c:v>
                </c:pt>
                <c:pt idx="29495">
                  <c:v>62.98</c:v>
                </c:pt>
                <c:pt idx="29496">
                  <c:v>67.48</c:v>
                </c:pt>
                <c:pt idx="29497">
                  <c:v>218.27</c:v>
                </c:pt>
                <c:pt idx="29498">
                  <c:v>84.99</c:v>
                </c:pt>
                <c:pt idx="29499">
                  <c:v>131.97999999999999</c:v>
                </c:pt>
                <c:pt idx="29500">
                  <c:v>169.98</c:v>
                </c:pt>
                <c:pt idx="29501">
                  <c:v>128.82</c:v>
                </c:pt>
                <c:pt idx="29502">
                  <c:v>254.97</c:v>
                </c:pt>
                <c:pt idx="29503">
                  <c:v>254.97</c:v>
                </c:pt>
                <c:pt idx="29504">
                  <c:v>39.99</c:v>
                </c:pt>
                <c:pt idx="29505">
                  <c:v>183.96</c:v>
                </c:pt>
                <c:pt idx="29506">
                  <c:v>309.92</c:v>
                </c:pt>
                <c:pt idx="29507">
                  <c:v>118.78</c:v>
                </c:pt>
                <c:pt idx="29508">
                  <c:v>254.97</c:v>
                </c:pt>
                <c:pt idx="29509">
                  <c:v>193.96</c:v>
                </c:pt>
                <c:pt idx="29510">
                  <c:v>249.97</c:v>
                </c:pt>
                <c:pt idx="29511">
                  <c:v>131.97999999999999</c:v>
                </c:pt>
                <c:pt idx="29512">
                  <c:v>86.97</c:v>
                </c:pt>
                <c:pt idx="29513">
                  <c:v>33.479999999999997</c:v>
                </c:pt>
                <c:pt idx="29514">
                  <c:v>141.55000000000001</c:v>
                </c:pt>
                <c:pt idx="29515">
                  <c:v>141.52000000000001</c:v>
                </c:pt>
                <c:pt idx="29516">
                  <c:v>141.52000000000001</c:v>
                </c:pt>
                <c:pt idx="29517">
                  <c:v>55.47</c:v>
                </c:pt>
                <c:pt idx="29518">
                  <c:v>63.96</c:v>
                </c:pt>
                <c:pt idx="29519">
                  <c:v>79.989999999999995</c:v>
                </c:pt>
                <c:pt idx="29520">
                  <c:v>46.49</c:v>
                </c:pt>
                <c:pt idx="29521">
                  <c:v>127.98</c:v>
                </c:pt>
                <c:pt idx="29522">
                  <c:v>289.92</c:v>
                </c:pt>
                <c:pt idx="29523">
                  <c:v>179.95</c:v>
                </c:pt>
                <c:pt idx="29524">
                  <c:v>157.96</c:v>
                </c:pt>
                <c:pt idx="29525">
                  <c:v>161.97</c:v>
                </c:pt>
                <c:pt idx="29526">
                  <c:v>169.98</c:v>
                </c:pt>
                <c:pt idx="29527">
                  <c:v>198.82</c:v>
                </c:pt>
                <c:pt idx="29528">
                  <c:v>249.93</c:v>
                </c:pt>
                <c:pt idx="29529">
                  <c:v>131.97999999999999</c:v>
                </c:pt>
                <c:pt idx="29530">
                  <c:v>279.18</c:v>
                </c:pt>
                <c:pt idx="29531">
                  <c:v>228.93</c:v>
                </c:pt>
                <c:pt idx="29532">
                  <c:v>59.98</c:v>
                </c:pt>
                <c:pt idx="29533">
                  <c:v>67.98</c:v>
                </c:pt>
                <c:pt idx="29534">
                  <c:v>127.92</c:v>
                </c:pt>
                <c:pt idx="29535">
                  <c:v>120.46</c:v>
                </c:pt>
                <c:pt idx="29536">
                  <c:v>63.96</c:v>
                </c:pt>
                <c:pt idx="29537">
                  <c:v>63.96</c:v>
                </c:pt>
                <c:pt idx="29538">
                  <c:v>71.98</c:v>
                </c:pt>
                <c:pt idx="29539">
                  <c:v>55.96</c:v>
                </c:pt>
                <c:pt idx="29540">
                  <c:v>63.96</c:v>
                </c:pt>
                <c:pt idx="29541">
                  <c:v>63.96</c:v>
                </c:pt>
                <c:pt idx="29542">
                  <c:v>132.94999999999999</c:v>
                </c:pt>
                <c:pt idx="29543">
                  <c:v>63.96</c:v>
                </c:pt>
                <c:pt idx="29544">
                  <c:v>84.66</c:v>
                </c:pt>
                <c:pt idx="29545">
                  <c:v>32.630000000000003</c:v>
                </c:pt>
                <c:pt idx="29546">
                  <c:v>14.99</c:v>
                </c:pt>
                <c:pt idx="29547">
                  <c:v>53.98</c:v>
                </c:pt>
                <c:pt idx="29548">
                  <c:v>86.07</c:v>
                </c:pt>
                <c:pt idx="29549">
                  <c:v>139.97</c:v>
                </c:pt>
                <c:pt idx="29550">
                  <c:v>92.47</c:v>
                </c:pt>
                <c:pt idx="29551">
                  <c:v>139.96</c:v>
                </c:pt>
                <c:pt idx="29552">
                  <c:v>141.1</c:v>
                </c:pt>
                <c:pt idx="29553">
                  <c:v>129.97999999999999</c:v>
                </c:pt>
                <c:pt idx="29554">
                  <c:v>243.47</c:v>
                </c:pt>
                <c:pt idx="29555">
                  <c:v>243.47</c:v>
                </c:pt>
                <c:pt idx="29556">
                  <c:v>184.97</c:v>
                </c:pt>
                <c:pt idx="29557">
                  <c:v>184.97</c:v>
                </c:pt>
                <c:pt idx="29558">
                  <c:v>228.02</c:v>
                </c:pt>
                <c:pt idx="29559">
                  <c:v>120.96</c:v>
                </c:pt>
                <c:pt idx="29560">
                  <c:v>120.96</c:v>
                </c:pt>
                <c:pt idx="29561">
                  <c:v>105.94</c:v>
                </c:pt>
                <c:pt idx="29562">
                  <c:v>237.25</c:v>
                </c:pt>
                <c:pt idx="29563">
                  <c:v>213.12</c:v>
                </c:pt>
                <c:pt idx="29564">
                  <c:v>130.96</c:v>
                </c:pt>
                <c:pt idx="29565">
                  <c:v>237.25</c:v>
                </c:pt>
                <c:pt idx="29566">
                  <c:v>228.02</c:v>
                </c:pt>
                <c:pt idx="29567">
                  <c:v>213.12</c:v>
                </c:pt>
                <c:pt idx="29568">
                  <c:v>105.94</c:v>
                </c:pt>
                <c:pt idx="29569">
                  <c:v>130.96</c:v>
                </c:pt>
                <c:pt idx="29570">
                  <c:v>129.97999999999999</c:v>
                </c:pt>
                <c:pt idx="29571">
                  <c:v>57.59</c:v>
                </c:pt>
                <c:pt idx="29572">
                  <c:v>54.99</c:v>
                </c:pt>
                <c:pt idx="29573">
                  <c:v>54.99</c:v>
                </c:pt>
                <c:pt idx="29574">
                  <c:v>57.59</c:v>
                </c:pt>
                <c:pt idx="29575">
                  <c:v>51.76</c:v>
                </c:pt>
                <c:pt idx="29576">
                  <c:v>75.98</c:v>
                </c:pt>
                <c:pt idx="29577">
                  <c:v>63.97</c:v>
                </c:pt>
                <c:pt idx="29578">
                  <c:v>65.97</c:v>
                </c:pt>
                <c:pt idx="29579">
                  <c:v>26.29</c:v>
                </c:pt>
                <c:pt idx="29580">
                  <c:v>46.29</c:v>
                </c:pt>
                <c:pt idx="29581">
                  <c:v>31.29</c:v>
                </c:pt>
                <c:pt idx="29582">
                  <c:v>83.86</c:v>
                </c:pt>
                <c:pt idx="29583">
                  <c:v>87.97</c:v>
                </c:pt>
                <c:pt idx="29584">
                  <c:v>57.98</c:v>
                </c:pt>
                <c:pt idx="29585">
                  <c:v>89.97</c:v>
                </c:pt>
                <c:pt idx="29586">
                  <c:v>122.96</c:v>
                </c:pt>
                <c:pt idx="29587">
                  <c:v>84.97</c:v>
                </c:pt>
                <c:pt idx="29588">
                  <c:v>117.96</c:v>
                </c:pt>
                <c:pt idx="29589">
                  <c:v>86.97</c:v>
                </c:pt>
                <c:pt idx="29590">
                  <c:v>74.97</c:v>
                </c:pt>
                <c:pt idx="29591">
                  <c:v>79.97</c:v>
                </c:pt>
                <c:pt idx="29592">
                  <c:v>123.26</c:v>
                </c:pt>
                <c:pt idx="29593">
                  <c:v>74.97</c:v>
                </c:pt>
                <c:pt idx="29594">
                  <c:v>90.97</c:v>
                </c:pt>
                <c:pt idx="29595">
                  <c:v>93.27</c:v>
                </c:pt>
                <c:pt idx="29596">
                  <c:v>89.97</c:v>
                </c:pt>
                <c:pt idx="29597">
                  <c:v>59.98</c:v>
                </c:pt>
                <c:pt idx="29598">
                  <c:v>59.98</c:v>
                </c:pt>
                <c:pt idx="29599">
                  <c:v>87.65</c:v>
                </c:pt>
                <c:pt idx="29600">
                  <c:v>93.27</c:v>
                </c:pt>
                <c:pt idx="29601">
                  <c:v>87.97</c:v>
                </c:pt>
                <c:pt idx="29602">
                  <c:v>25.59</c:v>
                </c:pt>
                <c:pt idx="29603">
                  <c:v>92.97</c:v>
                </c:pt>
                <c:pt idx="29604">
                  <c:v>89.72</c:v>
                </c:pt>
                <c:pt idx="29605">
                  <c:v>89.97</c:v>
                </c:pt>
                <c:pt idx="29606">
                  <c:v>82.56</c:v>
                </c:pt>
                <c:pt idx="29607">
                  <c:v>89.97</c:v>
                </c:pt>
                <c:pt idx="29608">
                  <c:v>59.98</c:v>
                </c:pt>
                <c:pt idx="29609">
                  <c:v>84.97</c:v>
                </c:pt>
                <c:pt idx="29610">
                  <c:v>25.93</c:v>
                </c:pt>
                <c:pt idx="29611">
                  <c:v>25.93</c:v>
                </c:pt>
                <c:pt idx="29612">
                  <c:v>29.28</c:v>
                </c:pt>
                <c:pt idx="29613">
                  <c:v>29.28</c:v>
                </c:pt>
                <c:pt idx="29614">
                  <c:v>29.28</c:v>
                </c:pt>
                <c:pt idx="29615">
                  <c:v>29.28</c:v>
                </c:pt>
                <c:pt idx="29616">
                  <c:v>59.96</c:v>
                </c:pt>
                <c:pt idx="29617">
                  <c:v>69.95</c:v>
                </c:pt>
                <c:pt idx="29618">
                  <c:v>69.900000000000006</c:v>
                </c:pt>
                <c:pt idx="29619">
                  <c:v>59.16</c:v>
                </c:pt>
                <c:pt idx="29620">
                  <c:v>89.27</c:v>
                </c:pt>
                <c:pt idx="29621">
                  <c:v>41.96</c:v>
                </c:pt>
                <c:pt idx="29622">
                  <c:v>63.37</c:v>
                </c:pt>
                <c:pt idx="29623">
                  <c:v>64.67</c:v>
                </c:pt>
                <c:pt idx="29624">
                  <c:v>84.99</c:v>
                </c:pt>
                <c:pt idx="29625">
                  <c:v>68.989999999999995</c:v>
                </c:pt>
                <c:pt idx="29626">
                  <c:v>84.99</c:v>
                </c:pt>
                <c:pt idx="29627">
                  <c:v>86.49</c:v>
                </c:pt>
                <c:pt idx="29628">
                  <c:v>70.290000000000006</c:v>
                </c:pt>
                <c:pt idx="29629">
                  <c:v>82.49</c:v>
                </c:pt>
                <c:pt idx="29630">
                  <c:v>84.99</c:v>
                </c:pt>
                <c:pt idx="29631">
                  <c:v>84.99</c:v>
                </c:pt>
                <c:pt idx="29632">
                  <c:v>84.99</c:v>
                </c:pt>
                <c:pt idx="29633">
                  <c:v>84.99</c:v>
                </c:pt>
                <c:pt idx="29634">
                  <c:v>65.989999999999995</c:v>
                </c:pt>
                <c:pt idx="29635">
                  <c:v>84.99</c:v>
                </c:pt>
                <c:pt idx="29636">
                  <c:v>63.66</c:v>
                </c:pt>
                <c:pt idx="29637">
                  <c:v>99.98</c:v>
                </c:pt>
                <c:pt idx="29638">
                  <c:v>79.72</c:v>
                </c:pt>
                <c:pt idx="29639">
                  <c:v>65.989999999999995</c:v>
                </c:pt>
                <c:pt idx="29640">
                  <c:v>80.900000000000006</c:v>
                </c:pt>
                <c:pt idx="29641">
                  <c:v>84.99</c:v>
                </c:pt>
                <c:pt idx="29642">
                  <c:v>84.99</c:v>
                </c:pt>
                <c:pt idx="29643">
                  <c:v>53.96</c:v>
                </c:pt>
                <c:pt idx="29644">
                  <c:v>73.98</c:v>
                </c:pt>
                <c:pt idx="29645">
                  <c:v>33.479999999999997</c:v>
                </c:pt>
                <c:pt idx="29646">
                  <c:v>140.47</c:v>
                </c:pt>
                <c:pt idx="29647">
                  <c:v>22.94</c:v>
                </c:pt>
                <c:pt idx="29648">
                  <c:v>99.2</c:v>
                </c:pt>
                <c:pt idx="29649">
                  <c:v>183.88</c:v>
                </c:pt>
                <c:pt idx="29650">
                  <c:v>79.849999999999994</c:v>
                </c:pt>
                <c:pt idx="29651">
                  <c:v>79.849999999999994</c:v>
                </c:pt>
                <c:pt idx="29652">
                  <c:v>79.849999999999994</c:v>
                </c:pt>
                <c:pt idx="29653">
                  <c:v>159.69999999999999</c:v>
                </c:pt>
                <c:pt idx="29654">
                  <c:v>202.03</c:v>
                </c:pt>
                <c:pt idx="29655">
                  <c:v>112.51</c:v>
                </c:pt>
                <c:pt idx="29656">
                  <c:v>183.88</c:v>
                </c:pt>
                <c:pt idx="29657">
                  <c:v>135.74</c:v>
                </c:pt>
                <c:pt idx="29658">
                  <c:v>142.74</c:v>
                </c:pt>
                <c:pt idx="29659">
                  <c:v>79.849999999999994</c:v>
                </c:pt>
                <c:pt idx="29660">
                  <c:v>79.849999999999994</c:v>
                </c:pt>
                <c:pt idx="29661">
                  <c:v>116.14</c:v>
                </c:pt>
                <c:pt idx="29662">
                  <c:v>79.849999999999994</c:v>
                </c:pt>
                <c:pt idx="29663">
                  <c:v>79.849999999999994</c:v>
                </c:pt>
                <c:pt idx="29664">
                  <c:v>79.849999999999994</c:v>
                </c:pt>
                <c:pt idx="29665">
                  <c:v>116.97</c:v>
                </c:pt>
                <c:pt idx="29666">
                  <c:v>59.39</c:v>
                </c:pt>
                <c:pt idx="29667">
                  <c:v>69.989999999999995</c:v>
                </c:pt>
                <c:pt idx="29668">
                  <c:v>140.34</c:v>
                </c:pt>
                <c:pt idx="29669">
                  <c:v>140.34</c:v>
                </c:pt>
                <c:pt idx="29670">
                  <c:v>64.98</c:v>
                </c:pt>
                <c:pt idx="29671">
                  <c:v>64.33</c:v>
                </c:pt>
                <c:pt idx="29672">
                  <c:v>140.31</c:v>
                </c:pt>
                <c:pt idx="29673">
                  <c:v>140.30000000000001</c:v>
                </c:pt>
                <c:pt idx="29674">
                  <c:v>82.97</c:v>
                </c:pt>
                <c:pt idx="29675">
                  <c:v>56.14</c:v>
                </c:pt>
                <c:pt idx="29676">
                  <c:v>191.14</c:v>
                </c:pt>
                <c:pt idx="29677">
                  <c:v>171.33</c:v>
                </c:pt>
                <c:pt idx="29678">
                  <c:v>120.98</c:v>
                </c:pt>
                <c:pt idx="29679">
                  <c:v>179.04</c:v>
                </c:pt>
                <c:pt idx="29680">
                  <c:v>336.31</c:v>
                </c:pt>
                <c:pt idx="29681">
                  <c:v>319.39</c:v>
                </c:pt>
                <c:pt idx="29682">
                  <c:v>159.69999999999999</c:v>
                </c:pt>
                <c:pt idx="29683">
                  <c:v>69.989999999999995</c:v>
                </c:pt>
                <c:pt idx="29684">
                  <c:v>59.26</c:v>
                </c:pt>
                <c:pt idx="29685">
                  <c:v>68.989999999999995</c:v>
                </c:pt>
                <c:pt idx="29686">
                  <c:v>57.98</c:v>
                </c:pt>
                <c:pt idx="29687">
                  <c:v>84.68</c:v>
                </c:pt>
                <c:pt idx="29688">
                  <c:v>45.96</c:v>
                </c:pt>
                <c:pt idx="29689">
                  <c:v>130.63</c:v>
                </c:pt>
                <c:pt idx="29690">
                  <c:v>65.98</c:v>
                </c:pt>
                <c:pt idx="29691">
                  <c:v>60.98</c:v>
                </c:pt>
                <c:pt idx="29692">
                  <c:v>71.97</c:v>
                </c:pt>
                <c:pt idx="29693">
                  <c:v>71.97</c:v>
                </c:pt>
                <c:pt idx="29694">
                  <c:v>91.96</c:v>
                </c:pt>
                <c:pt idx="29695">
                  <c:v>71.97</c:v>
                </c:pt>
                <c:pt idx="29696">
                  <c:v>104.96</c:v>
                </c:pt>
                <c:pt idx="29697">
                  <c:v>71.97</c:v>
                </c:pt>
                <c:pt idx="29698">
                  <c:v>41.49</c:v>
                </c:pt>
                <c:pt idx="29699">
                  <c:v>76.97</c:v>
                </c:pt>
                <c:pt idx="29700">
                  <c:v>57.97</c:v>
                </c:pt>
                <c:pt idx="29701">
                  <c:v>69.989999999999995</c:v>
                </c:pt>
                <c:pt idx="29702">
                  <c:v>68.98</c:v>
                </c:pt>
                <c:pt idx="29703">
                  <c:v>138.96</c:v>
                </c:pt>
                <c:pt idx="29704">
                  <c:v>127.96</c:v>
                </c:pt>
                <c:pt idx="29705">
                  <c:v>65.989999999999995</c:v>
                </c:pt>
                <c:pt idx="29706">
                  <c:v>69.989999999999995</c:v>
                </c:pt>
                <c:pt idx="29707">
                  <c:v>61.69</c:v>
                </c:pt>
                <c:pt idx="29708">
                  <c:v>128.97</c:v>
                </c:pt>
                <c:pt idx="29709">
                  <c:v>63.98</c:v>
                </c:pt>
                <c:pt idx="29710">
                  <c:v>64.98</c:v>
                </c:pt>
                <c:pt idx="29711">
                  <c:v>66.86</c:v>
                </c:pt>
                <c:pt idx="29712">
                  <c:v>61.98</c:v>
                </c:pt>
                <c:pt idx="29713">
                  <c:v>126.55</c:v>
                </c:pt>
                <c:pt idx="29714">
                  <c:v>108.97</c:v>
                </c:pt>
                <c:pt idx="29715">
                  <c:v>85.96</c:v>
                </c:pt>
                <c:pt idx="29716">
                  <c:v>66.290000000000006</c:v>
                </c:pt>
                <c:pt idx="29717">
                  <c:v>70.98</c:v>
                </c:pt>
                <c:pt idx="29718">
                  <c:v>128.66999999999999</c:v>
                </c:pt>
                <c:pt idx="29719">
                  <c:v>126.4</c:v>
                </c:pt>
                <c:pt idx="29720">
                  <c:v>74.97</c:v>
                </c:pt>
                <c:pt idx="29721">
                  <c:v>51.28</c:v>
                </c:pt>
                <c:pt idx="29722">
                  <c:v>-51.48</c:v>
                </c:pt>
                <c:pt idx="29723">
                  <c:v>51.48</c:v>
                </c:pt>
                <c:pt idx="29724">
                  <c:v>67.98</c:v>
                </c:pt>
                <c:pt idx="29725">
                  <c:v>139.11000000000001</c:v>
                </c:pt>
                <c:pt idx="29726">
                  <c:v>154.35</c:v>
                </c:pt>
                <c:pt idx="29727">
                  <c:v>141.97999999999999</c:v>
                </c:pt>
                <c:pt idx="29728">
                  <c:v>84.99</c:v>
                </c:pt>
                <c:pt idx="29729">
                  <c:v>84.99</c:v>
                </c:pt>
                <c:pt idx="29730">
                  <c:v>169.98</c:v>
                </c:pt>
                <c:pt idx="29731">
                  <c:v>79.98</c:v>
                </c:pt>
                <c:pt idx="29732">
                  <c:v>151.97999999999999</c:v>
                </c:pt>
                <c:pt idx="29733">
                  <c:v>169.98</c:v>
                </c:pt>
                <c:pt idx="29734">
                  <c:v>169.98</c:v>
                </c:pt>
                <c:pt idx="29735">
                  <c:v>121.98</c:v>
                </c:pt>
                <c:pt idx="29736">
                  <c:v>79.959999999999994</c:v>
                </c:pt>
                <c:pt idx="29737">
                  <c:v>131.97999999999999</c:v>
                </c:pt>
                <c:pt idx="29738">
                  <c:v>169.98</c:v>
                </c:pt>
                <c:pt idx="29739">
                  <c:v>79.98</c:v>
                </c:pt>
                <c:pt idx="29740">
                  <c:v>169.98</c:v>
                </c:pt>
                <c:pt idx="29741">
                  <c:v>84.99</c:v>
                </c:pt>
                <c:pt idx="29742">
                  <c:v>169.98</c:v>
                </c:pt>
                <c:pt idx="29743">
                  <c:v>144.97</c:v>
                </c:pt>
                <c:pt idx="29744">
                  <c:v>130.46</c:v>
                </c:pt>
                <c:pt idx="29745">
                  <c:v>117.06</c:v>
                </c:pt>
                <c:pt idx="29746">
                  <c:v>139.1</c:v>
                </c:pt>
                <c:pt idx="29747">
                  <c:v>28.24</c:v>
                </c:pt>
                <c:pt idx="29748">
                  <c:v>84.99</c:v>
                </c:pt>
                <c:pt idx="29749">
                  <c:v>51.98</c:v>
                </c:pt>
                <c:pt idx="29750">
                  <c:v>56.97</c:v>
                </c:pt>
                <c:pt idx="29751">
                  <c:v>31.49</c:v>
                </c:pt>
                <c:pt idx="29752">
                  <c:v>59.98</c:v>
                </c:pt>
                <c:pt idx="29753">
                  <c:v>31.49</c:v>
                </c:pt>
                <c:pt idx="29754">
                  <c:v>17.489999999999998</c:v>
                </c:pt>
                <c:pt idx="29755">
                  <c:v>59.98</c:v>
                </c:pt>
                <c:pt idx="29756">
                  <c:v>17.489999999999998</c:v>
                </c:pt>
                <c:pt idx="29757">
                  <c:v>125.98</c:v>
                </c:pt>
                <c:pt idx="29758">
                  <c:v>36.479999999999997</c:v>
                </c:pt>
                <c:pt idx="29759">
                  <c:v>82.47</c:v>
                </c:pt>
                <c:pt idx="29760">
                  <c:v>125.96</c:v>
                </c:pt>
                <c:pt idx="29761">
                  <c:v>209.97</c:v>
                </c:pt>
                <c:pt idx="29762">
                  <c:v>169.98</c:v>
                </c:pt>
                <c:pt idx="29763">
                  <c:v>131.97999999999999</c:v>
                </c:pt>
                <c:pt idx="29764">
                  <c:v>121.98</c:v>
                </c:pt>
                <c:pt idx="29765">
                  <c:v>84.99</c:v>
                </c:pt>
                <c:pt idx="29766">
                  <c:v>161.66999999999999</c:v>
                </c:pt>
                <c:pt idx="29767">
                  <c:v>84.99</c:v>
                </c:pt>
                <c:pt idx="29768">
                  <c:v>169.98</c:v>
                </c:pt>
                <c:pt idx="29769">
                  <c:v>84.99</c:v>
                </c:pt>
                <c:pt idx="29770">
                  <c:v>188.06</c:v>
                </c:pt>
                <c:pt idx="29771">
                  <c:v>46.49</c:v>
                </c:pt>
                <c:pt idx="29772">
                  <c:v>125.96</c:v>
                </c:pt>
                <c:pt idx="29773">
                  <c:v>65.989999999999995</c:v>
                </c:pt>
                <c:pt idx="29774">
                  <c:v>51.47</c:v>
                </c:pt>
                <c:pt idx="29775">
                  <c:v>139.07</c:v>
                </c:pt>
                <c:pt idx="29776">
                  <c:v>68.98</c:v>
                </c:pt>
                <c:pt idx="29777">
                  <c:v>56.97</c:v>
                </c:pt>
                <c:pt idx="29778">
                  <c:v>68.98</c:v>
                </c:pt>
                <c:pt idx="29779">
                  <c:v>56.97</c:v>
                </c:pt>
                <c:pt idx="29780">
                  <c:v>50.96</c:v>
                </c:pt>
                <c:pt idx="29781">
                  <c:v>74.97</c:v>
                </c:pt>
                <c:pt idx="29782">
                  <c:v>39.08</c:v>
                </c:pt>
                <c:pt idx="29783">
                  <c:v>68.98</c:v>
                </c:pt>
                <c:pt idx="29784">
                  <c:v>24.48</c:v>
                </c:pt>
                <c:pt idx="29785">
                  <c:v>36.47</c:v>
                </c:pt>
                <c:pt idx="29786">
                  <c:v>169.98</c:v>
                </c:pt>
                <c:pt idx="29787">
                  <c:v>234.96</c:v>
                </c:pt>
                <c:pt idx="29788">
                  <c:v>164.73</c:v>
                </c:pt>
                <c:pt idx="29789">
                  <c:v>159.96</c:v>
                </c:pt>
                <c:pt idx="29790">
                  <c:v>119.97</c:v>
                </c:pt>
                <c:pt idx="29791">
                  <c:v>169.98</c:v>
                </c:pt>
                <c:pt idx="29792">
                  <c:v>84.99</c:v>
                </c:pt>
                <c:pt idx="29793">
                  <c:v>156.31</c:v>
                </c:pt>
                <c:pt idx="29794">
                  <c:v>199.96</c:v>
                </c:pt>
                <c:pt idx="29795">
                  <c:v>169.98</c:v>
                </c:pt>
                <c:pt idx="29796">
                  <c:v>149.97</c:v>
                </c:pt>
                <c:pt idx="29797">
                  <c:v>154.96</c:v>
                </c:pt>
                <c:pt idx="29798">
                  <c:v>199.97</c:v>
                </c:pt>
                <c:pt idx="29799">
                  <c:v>184.97</c:v>
                </c:pt>
                <c:pt idx="29800">
                  <c:v>57.98</c:v>
                </c:pt>
                <c:pt idx="29801">
                  <c:v>67.86</c:v>
                </c:pt>
                <c:pt idx="29802">
                  <c:v>51.98</c:v>
                </c:pt>
                <c:pt idx="29803">
                  <c:v>77.400000000000006</c:v>
                </c:pt>
                <c:pt idx="29804">
                  <c:v>127.98</c:v>
                </c:pt>
                <c:pt idx="29805">
                  <c:v>127.98</c:v>
                </c:pt>
                <c:pt idx="29806">
                  <c:v>127.98</c:v>
                </c:pt>
                <c:pt idx="29807">
                  <c:v>127.98</c:v>
                </c:pt>
                <c:pt idx="29808">
                  <c:v>127.97</c:v>
                </c:pt>
                <c:pt idx="29809">
                  <c:v>48.28</c:v>
                </c:pt>
                <c:pt idx="29810">
                  <c:v>68.97</c:v>
                </c:pt>
                <c:pt idx="29811">
                  <c:v>197.97</c:v>
                </c:pt>
                <c:pt idx="29812">
                  <c:v>239.14</c:v>
                </c:pt>
                <c:pt idx="29813">
                  <c:v>225.95</c:v>
                </c:pt>
                <c:pt idx="29814">
                  <c:v>197.97</c:v>
                </c:pt>
                <c:pt idx="29815">
                  <c:v>169.97</c:v>
                </c:pt>
                <c:pt idx="29816">
                  <c:v>51.98</c:v>
                </c:pt>
                <c:pt idx="29817">
                  <c:v>75.98</c:v>
                </c:pt>
                <c:pt idx="29818">
                  <c:v>63.98</c:v>
                </c:pt>
                <c:pt idx="29819">
                  <c:v>63.98</c:v>
                </c:pt>
                <c:pt idx="29820">
                  <c:v>61.98</c:v>
                </c:pt>
                <c:pt idx="29821">
                  <c:v>65.97</c:v>
                </c:pt>
                <c:pt idx="29822">
                  <c:v>74.98</c:v>
                </c:pt>
                <c:pt idx="29823">
                  <c:v>44.28</c:v>
                </c:pt>
                <c:pt idx="29824">
                  <c:v>63.96</c:v>
                </c:pt>
                <c:pt idx="29825">
                  <c:v>63.98</c:v>
                </c:pt>
                <c:pt idx="29826">
                  <c:v>52.18</c:v>
                </c:pt>
                <c:pt idx="29827">
                  <c:v>85.48</c:v>
                </c:pt>
                <c:pt idx="29828">
                  <c:v>61.96</c:v>
                </c:pt>
                <c:pt idx="29829">
                  <c:v>64.760000000000005</c:v>
                </c:pt>
                <c:pt idx="29830">
                  <c:v>323.95999999999998</c:v>
                </c:pt>
                <c:pt idx="29831">
                  <c:v>339.96</c:v>
                </c:pt>
                <c:pt idx="29832">
                  <c:v>323.95999999999998</c:v>
                </c:pt>
                <c:pt idx="29833">
                  <c:v>339.96</c:v>
                </c:pt>
                <c:pt idx="29834">
                  <c:v>269.95999999999998</c:v>
                </c:pt>
                <c:pt idx="29835">
                  <c:v>339.96</c:v>
                </c:pt>
                <c:pt idx="29836">
                  <c:v>169.98</c:v>
                </c:pt>
                <c:pt idx="29837">
                  <c:v>53.97</c:v>
                </c:pt>
                <c:pt idx="29838">
                  <c:v>65.680000000000007</c:v>
                </c:pt>
                <c:pt idx="29839">
                  <c:v>51.97</c:v>
                </c:pt>
                <c:pt idx="29840">
                  <c:v>46.49</c:v>
                </c:pt>
                <c:pt idx="29841">
                  <c:v>70.98</c:v>
                </c:pt>
                <c:pt idx="29842">
                  <c:v>159.97999999999999</c:v>
                </c:pt>
                <c:pt idx="29843">
                  <c:v>59.95</c:v>
                </c:pt>
                <c:pt idx="29844">
                  <c:v>159.97999999999999</c:v>
                </c:pt>
                <c:pt idx="29845">
                  <c:v>59.95</c:v>
                </c:pt>
                <c:pt idx="29846">
                  <c:v>121.98</c:v>
                </c:pt>
                <c:pt idx="29847">
                  <c:v>161.88999999999999</c:v>
                </c:pt>
                <c:pt idx="29848">
                  <c:v>179.97</c:v>
                </c:pt>
                <c:pt idx="29849">
                  <c:v>121.98</c:v>
                </c:pt>
                <c:pt idx="29850">
                  <c:v>179.97</c:v>
                </c:pt>
                <c:pt idx="29851">
                  <c:v>183.96</c:v>
                </c:pt>
                <c:pt idx="29852">
                  <c:v>179.97</c:v>
                </c:pt>
                <c:pt idx="29853">
                  <c:v>59.95</c:v>
                </c:pt>
                <c:pt idx="29854">
                  <c:v>179.97</c:v>
                </c:pt>
                <c:pt idx="29855">
                  <c:v>174.75</c:v>
                </c:pt>
                <c:pt idx="29856">
                  <c:v>179.97</c:v>
                </c:pt>
                <c:pt idx="29857">
                  <c:v>159.97999999999999</c:v>
                </c:pt>
                <c:pt idx="29858">
                  <c:v>69.989999999999995</c:v>
                </c:pt>
                <c:pt idx="29859">
                  <c:v>65.39</c:v>
                </c:pt>
                <c:pt idx="29860">
                  <c:v>59.98</c:v>
                </c:pt>
                <c:pt idx="29861">
                  <c:v>73.97</c:v>
                </c:pt>
                <c:pt idx="29862">
                  <c:v>137.21</c:v>
                </c:pt>
                <c:pt idx="29863">
                  <c:v>20.49</c:v>
                </c:pt>
                <c:pt idx="29864">
                  <c:v>73.48</c:v>
                </c:pt>
                <c:pt idx="29865">
                  <c:v>76.56</c:v>
                </c:pt>
                <c:pt idx="29866">
                  <c:v>131.97999999999999</c:v>
                </c:pt>
                <c:pt idx="29867">
                  <c:v>115.98</c:v>
                </c:pt>
                <c:pt idx="29868">
                  <c:v>131.97999999999999</c:v>
                </c:pt>
                <c:pt idx="29869">
                  <c:v>131.97999999999999</c:v>
                </c:pt>
                <c:pt idx="29870">
                  <c:v>131.97999999999999</c:v>
                </c:pt>
                <c:pt idx="29871">
                  <c:v>131.97999999999999</c:v>
                </c:pt>
                <c:pt idx="29872">
                  <c:v>65.989999999999995</c:v>
                </c:pt>
                <c:pt idx="29873">
                  <c:v>65.989999999999995</c:v>
                </c:pt>
                <c:pt idx="29874">
                  <c:v>131.97999999999999</c:v>
                </c:pt>
                <c:pt idx="29875">
                  <c:v>131.97999999999999</c:v>
                </c:pt>
                <c:pt idx="29876">
                  <c:v>65.989999999999995</c:v>
                </c:pt>
                <c:pt idx="29877">
                  <c:v>125.07</c:v>
                </c:pt>
                <c:pt idx="29878">
                  <c:v>89.94</c:v>
                </c:pt>
                <c:pt idx="29879">
                  <c:v>124.98</c:v>
                </c:pt>
                <c:pt idx="29880">
                  <c:v>124.97</c:v>
                </c:pt>
                <c:pt idx="29881">
                  <c:v>59.98</c:v>
                </c:pt>
                <c:pt idx="29882">
                  <c:v>64.98</c:v>
                </c:pt>
                <c:pt idx="29883">
                  <c:v>69.98</c:v>
                </c:pt>
                <c:pt idx="29884">
                  <c:v>54.98</c:v>
                </c:pt>
                <c:pt idx="29885">
                  <c:v>89.99</c:v>
                </c:pt>
                <c:pt idx="29886">
                  <c:v>124.98</c:v>
                </c:pt>
                <c:pt idx="29887">
                  <c:v>247.59</c:v>
                </c:pt>
                <c:pt idx="29888">
                  <c:v>254.97</c:v>
                </c:pt>
                <c:pt idx="29889">
                  <c:v>245.94</c:v>
                </c:pt>
                <c:pt idx="29890">
                  <c:v>259.41000000000003</c:v>
                </c:pt>
                <c:pt idx="29891">
                  <c:v>266.56</c:v>
                </c:pt>
                <c:pt idx="29892">
                  <c:v>206.97</c:v>
                </c:pt>
                <c:pt idx="29893">
                  <c:v>169.98</c:v>
                </c:pt>
                <c:pt idx="29894">
                  <c:v>169.98</c:v>
                </c:pt>
                <c:pt idx="29895">
                  <c:v>169.98</c:v>
                </c:pt>
                <c:pt idx="29896">
                  <c:v>124.98</c:v>
                </c:pt>
                <c:pt idx="29897">
                  <c:v>124.95</c:v>
                </c:pt>
                <c:pt idx="29898">
                  <c:v>124.98</c:v>
                </c:pt>
                <c:pt idx="29899">
                  <c:v>54.99</c:v>
                </c:pt>
                <c:pt idx="29900">
                  <c:v>69.989999999999995</c:v>
                </c:pt>
                <c:pt idx="29901">
                  <c:v>124.97</c:v>
                </c:pt>
                <c:pt idx="29902">
                  <c:v>59.96</c:v>
                </c:pt>
                <c:pt idx="29903">
                  <c:v>64.98</c:v>
                </c:pt>
                <c:pt idx="29904">
                  <c:v>-23</c:v>
                </c:pt>
                <c:pt idx="29905">
                  <c:v>53.97</c:v>
                </c:pt>
                <c:pt idx="29906">
                  <c:v>54.99</c:v>
                </c:pt>
                <c:pt idx="29907">
                  <c:v>-23</c:v>
                </c:pt>
                <c:pt idx="29908">
                  <c:v>54.99</c:v>
                </c:pt>
                <c:pt idx="29909">
                  <c:v>53.97</c:v>
                </c:pt>
                <c:pt idx="29910">
                  <c:v>89.98</c:v>
                </c:pt>
                <c:pt idx="29911">
                  <c:v>89.98</c:v>
                </c:pt>
                <c:pt idx="29912">
                  <c:v>46.48</c:v>
                </c:pt>
                <c:pt idx="29913">
                  <c:v>144.97</c:v>
                </c:pt>
                <c:pt idx="29914">
                  <c:v>461.42</c:v>
                </c:pt>
                <c:pt idx="29915">
                  <c:v>311.92</c:v>
                </c:pt>
                <c:pt idx="29916">
                  <c:v>319.92</c:v>
                </c:pt>
                <c:pt idx="29917">
                  <c:v>413.94</c:v>
                </c:pt>
                <c:pt idx="29918">
                  <c:v>399.92</c:v>
                </c:pt>
                <c:pt idx="29919">
                  <c:v>361.92</c:v>
                </c:pt>
                <c:pt idx="29920">
                  <c:v>52.23</c:v>
                </c:pt>
                <c:pt idx="29921">
                  <c:v>59.98</c:v>
                </c:pt>
                <c:pt idx="29922">
                  <c:v>124.95</c:v>
                </c:pt>
                <c:pt idx="29923">
                  <c:v>124.95</c:v>
                </c:pt>
                <c:pt idx="29924">
                  <c:v>45.88</c:v>
                </c:pt>
                <c:pt idx="29925">
                  <c:v>70.48</c:v>
                </c:pt>
                <c:pt idx="29926">
                  <c:v>84.45</c:v>
                </c:pt>
                <c:pt idx="29927">
                  <c:v>84.99</c:v>
                </c:pt>
                <c:pt idx="29928">
                  <c:v>87.97</c:v>
                </c:pt>
                <c:pt idx="29929">
                  <c:v>84.99</c:v>
                </c:pt>
                <c:pt idx="29930">
                  <c:v>65.989999999999995</c:v>
                </c:pt>
                <c:pt idx="29931">
                  <c:v>86.19</c:v>
                </c:pt>
                <c:pt idx="29932">
                  <c:v>104.98</c:v>
                </c:pt>
                <c:pt idx="29933">
                  <c:v>125.97</c:v>
                </c:pt>
                <c:pt idx="29934">
                  <c:v>99.98</c:v>
                </c:pt>
                <c:pt idx="29935">
                  <c:v>83.01</c:v>
                </c:pt>
                <c:pt idx="29936">
                  <c:v>84.99</c:v>
                </c:pt>
                <c:pt idx="29937">
                  <c:v>64.98</c:v>
                </c:pt>
                <c:pt idx="29938">
                  <c:v>78.97</c:v>
                </c:pt>
                <c:pt idx="29939">
                  <c:v>73.98</c:v>
                </c:pt>
                <c:pt idx="29940">
                  <c:v>51.95</c:v>
                </c:pt>
                <c:pt idx="29941">
                  <c:v>137.87</c:v>
                </c:pt>
                <c:pt idx="29942">
                  <c:v>68.930000000000007</c:v>
                </c:pt>
                <c:pt idx="29943">
                  <c:v>65.290000000000006</c:v>
                </c:pt>
                <c:pt idx="29944">
                  <c:v>72.55</c:v>
                </c:pt>
                <c:pt idx="29945">
                  <c:v>531.86</c:v>
                </c:pt>
                <c:pt idx="29946">
                  <c:v>108.42</c:v>
                </c:pt>
                <c:pt idx="29947">
                  <c:v>167.24</c:v>
                </c:pt>
                <c:pt idx="29948">
                  <c:v>107.96</c:v>
                </c:pt>
                <c:pt idx="29949">
                  <c:v>69.98</c:v>
                </c:pt>
                <c:pt idx="29950">
                  <c:v>166.26</c:v>
                </c:pt>
                <c:pt idx="29951">
                  <c:v>197.94</c:v>
                </c:pt>
                <c:pt idx="29952">
                  <c:v>154.94</c:v>
                </c:pt>
                <c:pt idx="29953">
                  <c:v>159.26</c:v>
                </c:pt>
                <c:pt idx="29954">
                  <c:v>57.96</c:v>
                </c:pt>
                <c:pt idx="29955">
                  <c:v>78.349999999999994</c:v>
                </c:pt>
                <c:pt idx="29956">
                  <c:v>88.96</c:v>
                </c:pt>
                <c:pt idx="29957">
                  <c:v>230.14</c:v>
                </c:pt>
                <c:pt idx="29958">
                  <c:v>85.94</c:v>
                </c:pt>
                <c:pt idx="29959">
                  <c:v>98.54</c:v>
                </c:pt>
                <c:pt idx="29960">
                  <c:v>17.29</c:v>
                </c:pt>
                <c:pt idx="29961">
                  <c:v>100.98</c:v>
                </c:pt>
                <c:pt idx="29962">
                  <c:v>-59.98</c:v>
                </c:pt>
                <c:pt idx="29963">
                  <c:v>31.94</c:v>
                </c:pt>
                <c:pt idx="29964">
                  <c:v>62.84</c:v>
                </c:pt>
                <c:pt idx="29965">
                  <c:v>59.98</c:v>
                </c:pt>
                <c:pt idx="29966">
                  <c:v>78.63</c:v>
                </c:pt>
                <c:pt idx="29967">
                  <c:v>49.59</c:v>
                </c:pt>
                <c:pt idx="29968">
                  <c:v>68.98</c:v>
                </c:pt>
                <c:pt idx="29969">
                  <c:v>20.29</c:v>
                </c:pt>
                <c:pt idx="29970">
                  <c:v>29.92</c:v>
                </c:pt>
                <c:pt idx="29971">
                  <c:v>59.23</c:v>
                </c:pt>
                <c:pt idx="29972">
                  <c:v>169.98</c:v>
                </c:pt>
                <c:pt idx="29973">
                  <c:v>197.97</c:v>
                </c:pt>
                <c:pt idx="29974">
                  <c:v>169.98</c:v>
                </c:pt>
                <c:pt idx="29975">
                  <c:v>121.98</c:v>
                </c:pt>
                <c:pt idx="29976">
                  <c:v>159.97999999999999</c:v>
                </c:pt>
                <c:pt idx="29977">
                  <c:v>169.98</c:v>
                </c:pt>
                <c:pt idx="29978">
                  <c:v>169.98</c:v>
                </c:pt>
                <c:pt idx="29979">
                  <c:v>169.98</c:v>
                </c:pt>
                <c:pt idx="29980">
                  <c:v>60.83</c:v>
                </c:pt>
                <c:pt idx="29981">
                  <c:v>21.98</c:v>
                </c:pt>
                <c:pt idx="29982">
                  <c:v>49.27</c:v>
                </c:pt>
                <c:pt idx="29983">
                  <c:v>57.96</c:v>
                </c:pt>
                <c:pt idx="29984">
                  <c:v>63.97</c:v>
                </c:pt>
                <c:pt idx="29985">
                  <c:v>62.57</c:v>
                </c:pt>
                <c:pt idx="29986">
                  <c:v>79.98</c:v>
                </c:pt>
                <c:pt idx="29987">
                  <c:v>45.42</c:v>
                </c:pt>
                <c:pt idx="29988">
                  <c:v>52.98</c:v>
                </c:pt>
                <c:pt idx="29989">
                  <c:v>71.87</c:v>
                </c:pt>
                <c:pt idx="29990">
                  <c:v>84.99</c:v>
                </c:pt>
                <c:pt idx="29991">
                  <c:v>95.97</c:v>
                </c:pt>
                <c:pt idx="29992">
                  <c:v>84.99</c:v>
                </c:pt>
                <c:pt idx="29993">
                  <c:v>65.989999999999995</c:v>
                </c:pt>
                <c:pt idx="29994">
                  <c:v>84.99</c:v>
                </c:pt>
                <c:pt idx="29995">
                  <c:v>95.97</c:v>
                </c:pt>
                <c:pt idx="29996">
                  <c:v>99.98</c:v>
                </c:pt>
                <c:pt idx="29997">
                  <c:v>84.99</c:v>
                </c:pt>
                <c:pt idx="29998">
                  <c:v>84.99</c:v>
                </c:pt>
                <c:pt idx="29999">
                  <c:v>99.98</c:v>
                </c:pt>
                <c:pt idx="30000">
                  <c:v>65.989999999999995</c:v>
                </c:pt>
                <c:pt idx="30001">
                  <c:v>149.47</c:v>
                </c:pt>
                <c:pt idx="30002">
                  <c:v>84.99</c:v>
                </c:pt>
                <c:pt idx="30003">
                  <c:v>184.97</c:v>
                </c:pt>
                <c:pt idx="30004">
                  <c:v>84.99</c:v>
                </c:pt>
                <c:pt idx="30005">
                  <c:v>184.97</c:v>
                </c:pt>
                <c:pt idx="30006">
                  <c:v>110.96</c:v>
                </c:pt>
                <c:pt idx="30007">
                  <c:v>143.58000000000001</c:v>
                </c:pt>
                <c:pt idx="30008">
                  <c:v>169.98</c:v>
                </c:pt>
                <c:pt idx="30009">
                  <c:v>131.97999999999999</c:v>
                </c:pt>
                <c:pt idx="30010">
                  <c:v>99.98</c:v>
                </c:pt>
                <c:pt idx="30011">
                  <c:v>45.47</c:v>
                </c:pt>
                <c:pt idx="30012">
                  <c:v>72.88</c:v>
                </c:pt>
                <c:pt idx="30013">
                  <c:v>51.27</c:v>
                </c:pt>
                <c:pt idx="30014">
                  <c:v>135.96</c:v>
                </c:pt>
                <c:pt idx="30015">
                  <c:v>114.16</c:v>
                </c:pt>
                <c:pt idx="30016">
                  <c:v>79.98</c:v>
                </c:pt>
                <c:pt idx="30017">
                  <c:v>107.98</c:v>
                </c:pt>
                <c:pt idx="30018">
                  <c:v>78.97</c:v>
                </c:pt>
                <c:pt idx="30019">
                  <c:v>169.13</c:v>
                </c:pt>
                <c:pt idx="30020">
                  <c:v>84.14</c:v>
                </c:pt>
                <c:pt idx="30021">
                  <c:v>130</c:v>
                </c:pt>
                <c:pt idx="30022">
                  <c:v>131.97999999999999</c:v>
                </c:pt>
                <c:pt idx="30023">
                  <c:v>128.28</c:v>
                </c:pt>
                <c:pt idx="30024">
                  <c:v>170.65</c:v>
                </c:pt>
                <c:pt idx="30025">
                  <c:v>254.97</c:v>
                </c:pt>
                <c:pt idx="30026">
                  <c:v>105.98</c:v>
                </c:pt>
                <c:pt idx="30027">
                  <c:v>131.97999999999999</c:v>
                </c:pt>
                <c:pt idx="30028">
                  <c:v>169.98</c:v>
                </c:pt>
                <c:pt idx="30029">
                  <c:v>83.29</c:v>
                </c:pt>
                <c:pt idx="30030">
                  <c:v>158.26</c:v>
                </c:pt>
                <c:pt idx="30031">
                  <c:v>36.49</c:v>
                </c:pt>
                <c:pt idx="30032">
                  <c:v>79.98</c:v>
                </c:pt>
                <c:pt idx="30033">
                  <c:v>123.95</c:v>
                </c:pt>
                <c:pt idx="30034">
                  <c:v>123.98</c:v>
                </c:pt>
                <c:pt idx="30035">
                  <c:v>123.96</c:v>
                </c:pt>
                <c:pt idx="30036">
                  <c:v>55.96</c:v>
                </c:pt>
                <c:pt idx="30037">
                  <c:v>67.97</c:v>
                </c:pt>
                <c:pt idx="30038">
                  <c:v>68.98</c:v>
                </c:pt>
                <c:pt idx="30039">
                  <c:v>123.96</c:v>
                </c:pt>
                <c:pt idx="30040">
                  <c:v>358.93</c:v>
                </c:pt>
                <c:pt idx="30041">
                  <c:v>237.38</c:v>
                </c:pt>
                <c:pt idx="30042">
                  <c:v>180.81</c:v>
                </c:pt>
                <c:pt idx="30043">
                  <c:v>354.82</c:v>
                </c:pt>
                <c:pt idx="30044">
                  <c:v>208.95</c:v>
                </c:pt>
                <c:pt idx="30045">
                  <c:v>185.96</c:v>
                </c:pt>
                <c:pt idx="30046">
                  <c:v>61.98</c:v>
                </c:pt>
                <c:pt idx="30047">
                  <c:v>61.98</c:v>
                </c:pt>
                <c:pt idx="30048">
                  <c:v>123.96</c:v>
                </c:pt>
                <c:pt idx="30049">
                  <c:v>71.98</c:v>
                </c:pt>
                <c:pt idx="30050">
                  <c:v>51.98</c:v>
                </c:pt>
                <c:pt idx="30051">
                  <c:v>123.96</c:v>
                </c:pt>
                <c:pt idx="30052">
                  <c:v>59.96</c:v>
                </c:pt>
                <c:pt idx="30053">
                  <c:v>59.96</c:v>
                </c:pt>
                <c:pt idx="30054">
                  <c:v>-10</c:v>
                </c:pt>
                <c:pt idx="30055">
                  <c:v>76.97</c:v>
                </c:pt>
                <c:pt idx="30056">
                  <c:v>48.47</c:v>
                </c:pt>
                <c:pt idx="30057">
                  <c:v>31.48</c:v>
                </c:pt>
                <c:pt idx="30058">
                  <c:v>35.479999999999997</c:v>
                </c:pt>
                <c:pt idx="30059">
                  <c:v>31.48</c:v>
                </c:pt>
                <c:pt idx="30060">
                  <c:v>54.98</c:v>
                </c:pt>
                <c:pt idx="30061">
                  <c:v>56.38</c:v>
                </c:pt>
                <c:pt idx="30062">
                  <c:v>287.45</c:v>
                </c:pt>
                <c:pt idx="30063">
                  <c:v>239.54</c:v>
                </c:pt>
                <c:pt idx="30064">
                  <c:v>319.39</c:v>
                </c:pt>
                <c:pt idx="30065">
                  <c:v>302.02999999999997</c:v>
                </c:pt>
                <c:pt idx="30066">
                  <c:v>350.83</c:v>
                </c:pt>
                <c:pt idx="30067">
                  <c:v>315.75</c:v>
                </c:pt>
                <c:pt idx="30068">
                  <c:v>215.34</c:v>
                </c:pt>
                <c:pt idx="30069">
                  <c:v>239.54</c:v>
                </c:pt>
                <c:pt idx="30070">
                  <c:v>203.35</c:v>
                </c:pt>
                <c:pt idx="30071">
                  <c:v>318.91000000000003</c:v>
                </c:pt>
                <c:pt idx="30072">
                  <c:v>62.99</c:v>
                </c:pt>
                <c:pt idx="30073">
                  <c:v>69.989999999999995</c:v>
                </c:pt>
                <c:pt idx="30074">
                  <c:v>124.92</c:v>
                </c:pt>
                <c:pt idx="30075">
                  <c:v>125.97</c:v>
                </c:pt>
                <c:pt idx="30076">
                  <c:v>125.96</c:v>
                </c:pt>
                <c:pt idx="30077">
                  <c:v>75.98</c:v>
                </c:pt>
                <c:pt idx="30078">
                  <c:v>41.29</c:v>
                </c:pt>
                <c:pt idx="30079">
                  <c:v>117.26</c:v>
                </c:pt>
                <c:pt idx="30080">
                  <c:v>152.76</c:v>
                </c:pt>
                <c:pt idx="30081">
                  <c:v>143.97</c:v>
                </c:pt>
                <c:pt idx="30082">
                  <c:v>125.97</c:v>
                </c:pt>
                <c:pt idx="30083">
                  <c:v>104.98</c:v>
                </c:pt>
                <c:pt idx="30084">
                  <c:v>117.97</c:v>
                </c:pt>
                <c:pt idx="30085">
                  <c:v>136.77000000000001</c:v>
                </c:pt>
                <c:pt idx="30086">
                  <c:v>84.99</c:v>
                </c:pt>
                <c:pt idx="30087">
                  <c:v>210.64</c:v>
                </c:pt>
                <c:pt idx="30088">
                  <c:v>78.41</c:v>
                </c:pt>
                <c:pt idx="30089">
                  <c:v>84.99</c:v>
                </c:pt>
                <c:pt idx="30090">
                  <c:v>104.98</c:v>
                </c:pt>
                <c:pt idx="30091">
                  <c:v>113.97</c:v>
                </c:pt>
                <c:pt idx="30092">
                  <c:v>169.98</c:v>
                </c:pt>
                <c:pt idx="30093">
                  <c:v>142.47</c:v>
                </c:pt>
                <c:pt idx="30094">
                  <c:v>128.53</c:v>
                </c:pt>
                <c:pt idx="30095">
                  <c:v>155.84</c:v>
                </c:pt>
                <c:pt idx="30096">
                  <c:v>157.97</c:v>
                </c:pt>
                <c:pt idx="30097">
                  <c:v>66.73</c:v>
                </c:pt>
                <c:pt idx="30098">
                  <c:v>167.53</c:v>
                </c:pt>
                <c:pt idx="30099">
                  <c:v>84.99</c:v>
                </c:pt>
                <c:pt idx="30100">
                  <c:v>68.98</c:v>
                </c:pt>
                <c:pt idx="30101">
                  <c:v>56.97</c:v>
                </c:pt>
                <c:pt idx="30102">
                  <c:v>56.97</c:v>
                </c:pt>
                <c:pt idx="30103">
                  <c:v>68.98</c:v>
                </c:pt>
                <c:pt idx="30104">
                  <c:v>136.68</c:v>
                </c:pt>
                <c:pt idx="30105">
                  <c:v>136.66999999999999</c:v>
                </c:pt>
                <c:pt idx="30106">
                  <c:v>53.97</c:v>
                </c:pt>
                <c:pt idx="30107">
                  <c:v>71.959999999999994</c:v>
                </c:pt>
                <c:pt idx="30108">
                  <c:v>53.97</c:v>
                </c:pt>
                <c:pt idx="30109">
                  <c:v>71.959999999999994</c:v>
                </c:pt>
                <c:pt idx="30110">
                  <c:v>68.95</c:v>
                </c:pt>
                <c:pt idx="30111">
                  <c:v>56.97</c:v>
                </c:pt>
                <c:pt idx="30112">
                  <c:v>69.98</c:v>
                </c:pt>
                <c:pt idx="30113">
                  <c:v>444.89</c:v>
                </c:pt>
                <c:pt idx="30114">
                  <c:v>469.92</c:v>
                </c:pt>
                <c:pt idx="30115">
                  <c:v>427.62</c:v>
                </c:pt>
                <c:pt idx="30116">
                  <c:v>399.92</c:v>
                </c:pt>
                <c:pt idx="30117">
                  <c:v>339.96</c:v>
                </c:pt>
                <c:pt idx="30118">
                  <c:v>65.959999999999994</c:v>
                </c:pt>
                <c:pt idx="30119">
                  <c:v>32.04</c:v>
                </c:pt>
                <c:pt idx="30120">
                  <c:v>33.86</c:v>
                </c:pt>
                <c:pt idx="30121">
                  <c:v>37.18</c:v>
                </c:pt>
                <c:pt idx="30122">
                  <c:v>70.87</c:v>
                </c:pt>
                <c:pt idx="30123">
                  <c:v>54.85</c:v>
                </c:pt>
                <c:pt idx="30124">
                  <c:v>117.29</c:v>
                </c:pt>
                <c:pt idx="30125">
                  <c:v>123.47</c:v>
                </c:pt>
                <c:pt idx="30126">
                  <c:v>317.93</c:v>
                </c:pt>
                <c:pt idx="30127">
                  <c:v>294.95999999999998</c:v>
                </c:pt>
                <c:pt idx="30128">
                  <c:v>273.45999999999998</c:v>
                </c:pt>
                <c:pt idx="30129">
                  <c:v>331.44</c:v>
                </c:pt>
                <c:pt idx="30130">
                  <c:v>123.45</c:v>
                </c:pt>
                <c:pt idx="30131">
                  <c:v>67.7</c:v>
                </c:pt>
                <c:pt idx="30132">
                  <c:v>54.99</c:v>
                </c:pt>
                <c:pt idx="30133">
                  <c:v>61.36</c:v>
                </c:pt>
                <c:pt idx="30134">
                  <c:v>61.98</c:v>
                </c:pt>
                <c:pt idx="30135">
                  <c:v>87.49</c:v>
                </c:pt>
                <c:pt idx="30136">
                  <c:v>134.97999999999999</c:v>
                </c:pt>
                <c:pt idx="30137">
                  <c:v>134.97999999999999</c:v>
                </c:pt>
                <c:pt idx="30138">
                  <c:v>21.29</c:v>
                </c:pt>
                <c:pt idx="30139">
                  <c:v>105.97</c:v>
                </c:pt>
                <c:pt idx="30140">
                  <c:v>162.25</c:v>
                </c:pt>
                <c:pt idx="30141">
                  <c:v>151.96</c:v>
                </c:pt>
                <c:pt idx="30142">
                  <c:v>96.97</c:v>
                </c:pt>
                <c:pt idx="30143">
                  <c:v>89.97</c:v>
                </c:pt>
                <c:pt idx="30144">
                  <c:v>46.27</c:v>
                </c:pt>
                <c:pt idx="30145">
                  <c:v>75.98</c:v>
                </c:pt>
                <c:pt idx="30146">
                  <c:v>177.42</c:v>
                </c:pt>
                <c:pt idx="30147">
                  <c:v>147.47</c:v>
                </c:pt>
                <c:pt idx="30148">
                  <c:v>104.96</c:v>
                </c:pt>
                <c:pt idx="30149">
                  <c:v>124.96</c:v>
                </c:pt>
                <c:pt idx="30150">
                  <c:v>141.94999999999999</c:v>
                </c:pt>
                <c:pt idx="30151">
                  <c:v>89.97</c:v>
                </c:pt>
                <c:pt idx="30152">
                  <c:v>160.25</c:v>
                </c:pt>
                <c:pt idx="30153">
                  <c:v>119.97</c:v>
                </c:pt>
                <c:pt idx="30154">
                  <c:v>167.21</c:v>
                </c:pt>
                <c:pt idx="30155">
                  <c:v>110.97</c:v>
                </c:pt>
                <c:pt idx="30156">
                  <c:v>144.94999999999999</c:v>
                </c:pt>
                <c:pt idx="30157">
                  <c:v>89.97</c:v>
                </c:pt>
                <c:pt idx="30158">
                  <c:v>134.97999999999999</c:v>
                </c:pt>
                <c:pt idx="30159">
                  <c:v>134.97999999999999</c:v>
                </c:pt>
                <c:pt idx="30160">
                  <c:v>50.45</c:v>
                </c:pt>
                <c:pt idx="30161">
                  <c:v>74.97</c:v>
                </c:pt>
                <c:pt idx="30162">
                  <c:v>134.97</c:v>
                </c:pt>
                <c:pt idx="30163">
                  <c:v>125.47</c:v>
                </c:pt>
                <c:pt idx="30164">
                  <c:v>134.96</c:v>
                </c:pt>
                <c:pt idx="30165">
                  <c:v>136.09</c:v>
                </c:pt>
                <c:pt idx="30166">
                  <c:v>55.48</c:v>
                </c:pt>
                <c:pt idx="30167">
                  <c:v>60.48</c:v>
                </c:pt>
                <c:pt idx="30168">
                  <c:v>180.97</c:v>
                </c:pt>
                <c:pt idx="30169">
                  <c:v>194.97</c:v>
                </c:pt>
                <c:pt idx="30170">
                  <c:v>169.98</c:v>
                </c:pt>
                <c:pt idx="30171">
                  <c:v>180.97</c:v>
                </c:pt>
                <c:pt idx="30172">
                  <c:v>71.97</c:v>
                </c:pt>
                <c:pt idx="30173">
                  <c:v>150.82</c:v>
                </c:pt>
                <c:pt idx="30174">
                  <c:v>105.98</c:v>
                </c:pt>
                <c:pt idx="30175">
                  <c:v>169.98</c:v>
                </c:pt>
                <c:pt idx="30176">
                  <c:v>180.97</c:v>
                </c:pt>
                <c:pt idx="30177">
                  <c:v>99.97</c:v>
                </c:pt>
                <c:pt idx="30178">
                  <c:v>60.73</c:v>
                </c:pt>
                <c:pt idx="30179">
                  <c:v>50.48</c:v>
                </c:pt>
                <c:pt idx="30180">
                  <c:v>32.479999999999997</c:v>
                </c:pt>
                <c:pt idx="30181">
                  <c:v>50.96</c:v>
                </c:pt>
                <c:pt idx="30182">
                  <c:v>32.479999999999997</c:v>
                </c:pt>
                <c:pt idx="30183">
                  <c:v>54.95</c:v>
                </c:pt>
                <c:pt idx="30184">
                  <c:v>79.94</c:v>
                </c:pt>
                <c:pt idx="30185">
                  <c:v>68.36</c:v>
                </c:pt>
                <c:pt idx="30186">
                  <c:v>56.97</c:v>
                </c:pt>
                <c:pt idx="30187">
                  <c:v>21.49</c:v>
                </c:pt>
                <c:pt idx="30188">
                  <c:v>67.86</c:v>
                </c:pt>
                <c:pt idx="30189">
                  <c:v>26.38</c:v>
                </c:pt>
                <c:pt idx="30190">
                  <c:v>275.06</c:v>
                </c:pt>
                <c:pt idx="30191">
                  <c:v>300.36</c:v>
                </c:pt>
                <c:pt idx="30192">
                  <c:v>122.97</c:v>
                </c:pt>
                <c:pt idx="30193">
                  <c:v>52.24</c:v>
                </c:pt>
                <c:pt idx="30194">
                  <c:v>45.24</c:v>
                </c:pt>
                <c:pt idx="30195">
                  <c:v>63.95</c:v>
                </c:pt>
                <c:pt idx="30196">
                  <c:v>71.849999999999994</c:v>
                </c:pt>
                <c:pt idx="30197">
                  <c:v>53.98</c:v>
                </c:pt>
                <c:pt idx="30198">
                  <c:v>60.48</c:v>
                </c:pt>
                <c:pt idx="30199">
                  <c:v>122.96</c:v>
                </c:pt>
                <c:pt idx="30200">
                  <c:v>53.97</c:v>
                </c:pt>
                <c:pt idx="30201">
                  <c:v>68.989999999999995</c:v>
                </c:pt>
                <c:pt idx="30202">
                  <c:v>67.98</c:v>
                </c:pt>
                <c:pt idx="30203">
                  <c:v>54.98</c:v>
                </c:pt>
                <c:pt idx="30204">
                  <c:v>76.680000000000007</c:v>
                </c:pt>
                <c:pt idx="30205">
                  <c:v>159.18</c:v>
                </c:pt>
                <c:pt idx="30206">
                  <c:v>184.97</c:v>
                </c:pt>
                <c:pt idx="30207">
                  <c:v>134.97</c:v>
                </c:pt>
                <c:pt idx="30208">
                  <c:v>129.97999999999999</c:v>
                </c:pt>
                <c:pt idx="30209">
                  <c:v>152.97</c:v>
                </c:pt>
                <c:pt idx="30210">
                  <c:v>105.98</c:v>
                </c:pt>
                <c:pt idx="30211">
                  <c:v>149.96</c:v>
                </c:pt>
                <c:pt idx="30212">
                  <c:v>53.98</c:v>
                </c:pt>
                <c:pt idx="30213">
                  <c:v>184.97</c:v>
                </c:pt>
                <c:pt idx="30214">
                  <c:v>169.98</c:v>
                </c:pt>
                <c:pt idx="30215">
                  <c:v>184.97</c:v>
                </c:pt>
                <c:pt idx="30216">
                  <c:v>134.97</c:v>
                </c:pt>
                <c:pt idx="30217">
                  <c:v>169.98</c:v>
                </c:pt>
                <c:pt idx="30218">
                  <c:v>84.99</c:v>
                </c:pt>
                <c:pt idx="30219">
                  <c:v>63.98</c:v>
                </c:pt>
                <c:pt idx="30220">
                  <c:v>12.49</c:v>
                </c:pt>
                <c:pt idx="30221">
                  <c:v>29.48</c:v>
                </c:pt>
                <c:pt idx="30222">
                  <c:v>55.97</c:v>
                </c:pt>
                <c:pt idx="30223">
                  <c:v>65.989999999999995</c:v>
                </c:pt>
                <c:pt idx="30224">
                  <c:v>53.96</c:v>
                </c:pt>
                <c:pt idx="30225">
                  <c:v>124.98</c:v>
                </c:pt>
                <c:pt idx="30226">
                  <c:v>392.17</c:v>
                </c:pt>
                <c:pt idx="30227">
                  <c:v>119.97</c:v>
                </c:pt>
                <c:pt idx="30228">
                  <c:v>79.98</c:v>
                </c:pt>
                <c:pt idx="30229">
                  <c:v>291.94</c:v>
                </c:pt>
                <c:pt idx="30230">
                  <c:v>263.95999999999998</c:v>
                </c:pt>
                <c:pt idx="30231">
                  <c:v>79.98</c:v>
                </c:pt>
                <c:pt idx="30232">
                  <c:v>373.61</c:v>
                </c:pt>
                <c:pt idx="30233">
                  <c:v>257.93</c:v>
                </c:pt>
                <c:pt idx="30234">
                  <c:v>321.58999999999997</c:v>
                </c:pt>
                <c:pt idx="30235">
                  <c:v>395.94</c:v>
                </c:pt>
                <c:pt idx="30236">
                  <c:v>84.99</c:v>
                </c:pt>
                <c:pt idx="30237">
                  <c:v>64.989999999999995</c:v>
                </c:pt>
                <c:pt idx="30238">
                  <c:v>51.29</c:v>
                </c:pt>
                <c:pt idx="30239">
                  <c:v>74.98</c:v>
                </c:pt>
                <c:pt idx="30240">
                  <c:v>54.99</c:v>
                </c:pt>
                <c:pt idx="30241">
                  <c:v>51.29</c:v>
                </c:pt>
                <c:pt idx="30242">
                  <c:v>51.94</c:v>
                </c:pt>
                <c:pt idx="30243">
                  <c:v>124.96</c:v>
                </c:pt>
                <c:pt idx="30244">
                  <c:v>124.96</c:v>
                </c:pt>
                <c:pt idx="30245">
                  <c:v>69.989999999999995</c:v>
                </c:pt>
                <c:pt idx="30246">
                  <c:v>46.27</c:v>
                </c:pt>
                <c:pt idx="30247">
                  <c:v>339.96</c:v>
                </c:pt>
                <c:pt idx="30248">
                  <c:v>264.62</c:v>
                </c:pt>
                <c:pt idx="30249">
                  <c:v>75.959999999999994</c:v>
                </c:pt>
                <c:pt idx="30250">
                  <c:v>228.51</c:v>
                </c:pt>
                <c:pt idx="30251">
                  <c:v>105.96</c:v>
                </c:pt>
                <c:pt idx="30252">
                  <c:v>50.97</c:v>
                </c:pt>
                <c:pt idx="30253">
                  <c:v>73.959999999999994</c:v>
                </c:pt>
                <c:pt idx="30254">
                  <c:v>17.29</c:v>
                </c:pt>
                <c:pt idx="30255">
                  <c:v>17.29</c:v>
                </c:pt>
                <c:pt idx="30256">
                  <c:v>17.29</c:v>
                </c:pt>
                <c:pt idx="30257">
                  <c:v>17.29</c:v>
                </c:pt>
                <c:pt idx="30258">
                  <c:v>-1.3</c:v>
                </c:pt>
                <c:pt idx="30259">
                  <c:v>17.940000000000001</c:v>
                </c:pt>
                <c:pt idx="30260">
                  <c:v>72.58</c:v>
                </c:pt>
                <c:pt idx="30261">
                  <c:v>62.9</c:v>
                </c:pt>
                <c:pt idx="30262">
                  <c:v>65.27</c:v>
                </c:pt>
                <c:pt idx="30263">
                  <c:v>70.12</c:v>
                </c:pt>
                <c:pt idx="30264">
                  <c:v>59.98</c:v>
                </c:pt>
                <c:pt idx="30265">
                  <c:v>64.77</c:v>
                </c:pt>
                <c:pt idx="30266">
                  <c:v>60.76</c:v>
                </c:pt>
                <c:pt idx="30267">
                  <c:v>63.96</c:v>
                </c:pt>
                <c:pt idx="30268">
                  <c:v>67.98</c:v>
                </c:pt>
                <c:pt idx="30269">
                  <c:v>65.97</c:v>
                </c:pt>
                <c:pt idx="30270">
                  <c:v>84.99</c:v>
                </c:pt>
                <c:pt idx="30271">
                  <c:v>194.56</c:v>
                </c:pt>
                <c:pt idx="30272">
                  <c:v>84.99</c:v>
                </c:pt>
                <c:pt idx="30273">
                  <c:v>126.14</c:v>
                </c:pt>
                <c:pt idx="30274">
                  <c:v>86.07</c:v>
                </c:pt>
                <c:pt idx="30275">
                  <c:v>84.99</c:v>
                </c:pt>
                <c:pt idx="30276">
                  <c:v>131.97999999999999</c:v>
                </c:pt>
                <c:pt idx="30277">
                  <c:v>84.99</c:v>
                </c:pt>
                <c:pt idx="30278">
                  <c:v>68.989999999999995</c:v>
                </c:pt>
                <c:pt idx="30279">
                  <c:v>84.99</c:v>
                </c:pt>
                <c:pt idx="30280">
                  <c:v>96.78</c:v>
                </c:pt>
                <c:pt idx="30281">
                  <c:v>39.99</c:v>
                </c:pt>
                <c:pt idx="30282">
                  <c:v>59.95</c:v>
                </c:pt>
                <c:pt idx="30283">
                  <c:v>62.47</c:v>
                </c:pt>
                <c:pt idx="30284">
                  <c:v>-141.94999999999999</c:v>
                </c:pt>
                <c:pt idx="30285">
                  <c:v>141.94999999999999</c:v>
                </c:pt>
                <c:pt idx="30286">
                  <c:v>133.94999999999999</c:v>
                </c:pt>
                <c:pt idx="30287">
                  <c:v>49.99</c:v>
                </c:pt>
                <c:pt idx="30288">
                  <c:v>59.99</c:v>
                </c:pt>
                <c:pt idx="30289">
                  <c:v>13.99</c:v>
                </c:pt>
                <c:pt idx="30290">
                  <c:v>63.97</c:v>
                </c:pt>
                <c:pt idx="30291">
                  <c:v>41.24</c:v>
                </c:pt>
                <c:pt idx="30292">
                  <c:v>60.48</c:v>
                </c:pt>
                <c:pt idx="30293">
                  <c:v>72.97</c:v>
                </c:pt>
                <c:pt idx="30294">
                  <c:v>51.28</c:v>
                </c:pt>
                <c:pt idx="30295">
                  <c:v>109.98</c:v>
                </c:pt>
                <c:pt idx="30296">
                  <c:v>19.489999999999998</c:v>
                </c:pt>
                <c:pt idx="30297">
                  <c:v>124.17</c:v>
                </c:pt>
                <c:pt idx="30298">
                  <c:v>47.49</c:v>
                </c:pt>
                <c:pt idx="30299">
                  <c:v>65.989999999999995</c:v>
                </c:pt>
                <c:pt idx="30300">
                  <c:v>47.49</c:v>
                </c:pt>
                <c:pt idx="30301">
                  <c:v>65.98</c:v>
                </c:pt>
                <c:pt idx="30302">
                  <c:v>65.989999999999995</c:v>
                </c:pt>
                <c:pt idx="30303">
                  <c:v>121.66</c:v>
                </c:pt>
                <c:pt idx="30304">
                  <c:v>80.98</c:v>
                </c:pt>
                <c:pt idx="30305">
                  <c:v>84.98</c:v>
                </c:pt>
                <c:pt idx="30306">
                  <c:v>146.97</c:v>
                </c:pt>
                <c:pt idx="30307">
                  <c:v>131.97999999999999</c:v>
                </c:pt>
                <c:pt idx="30308">
                  <c:v>114.97</c:v>
                </c:pt>
                <c:pt idx="30309">
                  <c:v>131.97999999999999</c:v>
                </c:pt>
                <c:pt idx="30310">
                  <c:v>146.97</c:v>
                </c:pt>
                <c:pt idx="30311">
                  <c:v>99.98</c:v>
                </c:pt>
                <c:pt idx="30312">
                  <c:v>108.88</c:v>
                </c:pt>
                <c:pt idx="30313">
                  <c:v>11.47</c:v>
                </c:pt>
                <c:pt idx="30314">
                  <c:v>70.98</c:v>
                </c:pt>
                <c:pt idx="30315">
                  <c:v>64.959999999999994</c:v>
                </c:pt>
                <c:pt idx="30316">
                  <c:v>56.97</c:v>
                </c:pt>
                <c:pt idx="30317">
                  <c:v>65.98</c:v>
                </c:pt>
                <c:pt idx="30318">
                  <c:v>55.98</c:v>
                </c:pt>
                <c:pt idx="30319">
                  <c:v>71.94</c:v>
                </c:pt>
                <c:pt idx="30320">
                  <c:v>41.49</c:v>
                </c:pt>
                <c:pt idx="30321">
                  <c:v>121.95</c:v>
                </c:pt>
                <c:pt idx="30322">
                  <c:v>63.98</c:v>
                </c:pt>
                <c:pt idx="30323">
                  <c:v>17.489999999999998</c:v>
                </c:pt>
                <c:pt idx="30324">
                  <c:v>55.97</c:v>
                </c:pt>
                <c:pt idx="30325">
                  <c:v>61.69</c:v>
                </c:pt>
                <c:pt idx="30326">
                  <c:v>72.94</c:v>
                </c:pt>
                <c:pt idx="30327">
                  <c:v>33.93</c:v>
                </c:pt>
                <c:pt idx="30328">
                  <c:v>68.989999999999995</c:v>
                </c:pt>
                <c:pt idx="30329">
                  <c:v>84.99</c:v>
                </c:pt>
                <c:pt idx="30330">
                  <c:v>92.98</c:v>
                </c:pt>
                <c:pt idx="30331">
                  <c:v>84.99</c:v>
                </c:pt>
                <c:pt idx="30332">
                  <c:v>17.29</c:v>
                </c:pt>
                <c:pt idx="30333">
                  <c:v>169.98</c:v>
                </c:pt>
                <c:pt idx="30334">
                  <c:v>39.94</c:v>
                </c:pt>
                <c:pt idx="30335">
                  <c:v>84.99</c:v>
                </c:pt>
                <c:pt idx="30336">
                  <c:v>105.98</c:v>
                </c:pt>
                <c:pt idx="30337">
                  <c:v>68.989999999999995</c:v>
                </c:pt>
                <c:pt idx="30338">
                  <c:v>65.989999999999995</c:v>
                </c:pt>
                <c:pt idx="30339">
                  <c:v>79.98</c:v>
                </c:pt>
                <c:pt idx="30340">
                  <c:v>84.99</c:v>
                </c:pt>
                <c:pt idx="30341">
                  <c:v>17.29</c:v>
                </c:pt>
                <c:pt idx="30342">
                  <c:v>79.98</c:v>
                </c:pt>
                <c:pt idx="30343">
                  <c:v>68.989999999999995</c:v>
                </c:pt>
                <c:pt idx="30344">
                  <c:v>57.58</c:v>
                </c:pt>
                <c:pt idx="30345">
                  <c:v>57.58</c:v>
                </c:pt>
                <c:pt idx="30346">
                  <c:v>62.98</c:v>
                </c:pt>
                <c:pt idx="30347">
                  <c:v>62.98</c:v>
                </c:pt>
                <c:pt idx="30348">
                  <c:v>71.86</c:v>
                </c:pt>
                <c:pt idx="30349">
                  <c:v>123.97</c:v>
                </c:pt>
                <c:pt idx="30350">
                  <c:v>66.98</c:v>
                </c:pt>
                <c:pt idx="30351">
                  <c:v>56.98</c:v>
                </c:pt>
                <c:pt idx="30352">
                  <c:v>61.98</c:v>
                </c:pt>
                <c:pt idx="30353">
                  <c:v>61.98</c:v>
                </c:pt>
                <c:pt idx="30354">
                  <c:v>51.96</c:v>
                </c:pt>
                <c:pt idx="30355">
                  <c:v>53.97</c:v>
                </c:pt>
                <c:pt idx="30356">
                  <c:v>9.2899999999999991</c:v>
                </c:pt>
                <c:pt idx="30357">
                  <c:v>159.44</c:v>
                </c:pt>
                <c:pt idx="30358">
                  <c:v>372.5</c:v>
                </c:pt>
                <c:pt idx="30359">
                  <c:v>153.61000000000001</c:v>
                </c:pt>
                <c:pt idx="30360">
                  <c:v>145.15</c:v>
                </c:pt>
                <c:pt idx="30361">
                  <c:v>158.46</c:v>
                </c:pt>
                <c:pt idx="30362">
                  <c:v>181.44</c:v>
                </c:pt>
                <c:pt idx="30363">
                  <c:v>120.98</c:v>
                </c:pt>
                <c:pt idx="30364">
                  <c:v>166.94</c:v>
                </c:pt>
                <c:pt idx="30365">
                  <c:v>418.44</c:v>
                </c:pt>
                <c:pt idx="30366">
                  <c:v>169.34</c:v>
                </c:pt>
                <c:pt idx="30367">
                  <c:v>206.58</c:v>
                </c:pt>
                <c:pt idx="30368">
                  <c:v>183.87</c:v>
                </c:pt>
                <c:pt idx="30369">
                  <c:v>127.01</c:v>
                </c:pt>
                <c:pt idx="30370">
                  <c:v>169.35</c:v>
                </c:pt>
                <c:pt idx="30371">
                  <c:v>123.89</c:v>
                </c:pt>
                <c:pt idx="30372">
                  <c:v>75.98</c:v>
                </c:pt>
                <c:pt idx="30373">
                  <c:v>46.78</c:v>
                </c:pt>
                <c:pt idx="30374">
                  <c:v>24.99</c:v>
                </c:pt>
                <c:pt idx="30375">
                  <c:v>52.23</c:v>
                </c:pt>
                <c:pt idx="30376">
                  <c:v>26.49</c:v>
                </c:pt>
                <c:pt idx="30377">
                  <c:v>69.260000000000005</c:v>
                </c:pt>
                <c:pt idx="30378">
                  <c:v>134.29</c:v>
                </c:pt>
                <c:pt idx="30379">
                  <c:v>134.29</c:v>
                </c:pt>
                <c:pt idx="30380">
                  <c:v>134.29</c:v>
                </c:pt>
                <c:pt idx="30381">
                  <c:v>134.29</c:v>
                </c:pt>
                <c:pt idx="30382">
                  <c:v>50.98</c:v>
                </c:pt>
                <c:pt idx="30383">
                  <c:v>50.98</c:v>
                </c:pt>
                <c:pt idx="30384">
                  <c:v>119.97</c:v>
                </c:pt>
                <c:pt idx="30385">
                  <c:v>106.97</c:v>
                </c:pt>
                <c:pt idx="30386">
                  <c:v>184.93</c:v>
                </c:pt>
                <c:pt idx="30387">
                  <c:v>196.37</c:v>
                </c:pt>
                <c:pt idx="30388">
                  <c:v>177.95</c:v>
                </c:pt>
                <c:pt idx="30389">
                  <c:v>150.94999999999999</c:v>
                </c:pt>
                <c:pt idx="30390">
                  <c:v>126.95</c:v>
                </c:pt>
                <c:pt idx="30391">
                  <c:v>165.94</c:v>
                </c:pt>
                <c:pt idx="30392">
                  <c:v>96.97</c:v>
                </c:pt>
                <c:pt idx="30393">
                  <c:v>92.86</c:v>
                </c:pt>
                <c:pt idx="30394">
                  <c:v>100.97</c:v>
                </c:pt>
                <c:pt idx="30395">
                  <c:v>142.96</c:v>
                </c:pt>
                <c:pt idx="30396">
                  <c:v>98.96</c:v>
                </c:pt>
                <c:pt idx="30397">
                  <c:v>55.98</c:v>
                </c:pt>
                <c:pt idx="30398">
                  <c:v>144.96</c:v>
                </c:pt>
                <c:pt idx="30399">
                  <c:v>180.94</c:v>
                </c:pt>
                <c:pt idx="30400">
                  <c:v>121.45</c:v>
                </c:pt>
                <c:pt idx="30401">
                  <c:v>71.98</c:v>
                </c:pt>
                <c:pt idx="30402">
                  <c:v>107.83</c:v>
                </c:pt>
                <c:pt idx="30403">
                  <c:v>244.93</c:v>
                </c:pt>
                <c:pt idx="30404">
                  <c:v>134.27000000000001</c:v>
                </c:pt>
                <c:pt idx="30405">
                  <c:v>134.27000000000001</c:v>
                </c:pt>
                <c:pt idx="30406">
                  <c:v>72.58</c:v>
                </c:pt>
                <c:pt idx="30407">
                  <c:v>61.67</c:v>
                </c:pt>
                <c:pt idx="30408">
                  <c:v>61.67</c:v>
                </c:pt>
                <c:pt idx="30409">
                  <c:v>72.55</c:v>
                </c:pt>
                <c:pt idx="30410">
                  <c:v>121.48</c:v>
                </c:pt>
                <c:pt idx="30411">
                  <c:v>121.48</c:v>
                </c:pt>
                <c:pt idx="30412">
                  <c:v>113.97</c:v>
                </c:pt>
                <c:pt idx="30413">
                  <c:v>123.45</c:v>
                </c:pt>
                <c:pt idx="30414">
                  <c:v>115.03</c:v>
                </c:pt>
                <c:pt idx="30415">
                  <c:v>70.98</c:v>
                </c:pt>
                <c:pt idx="30416">
                  <c:v>104.97</c:v>
                </c:pt>
                <c:pt idx="30417">
                  <c:v>110.97</c:v>
                </c:pt>
                <c:pt idx="30418">
                  <c:v>108.95</c:v>
                </c:pt>
                <c:pt idx="30419">
                  <c:v>129.97</c:v>
                </c:pt>
                <c:pt idx="30420">
                  <c:v>84.87</c:v>
                </c:pt>
                <c:pt idx="30421">
                  <c:v>160.96</c:v>
                </c:pt>
                <c:pt idx="30422">
                  <c:v>94.98</c:v>
                </c:pt>
                <c:pt idx="30423">
                  <c:v>95.98</c:v>
                </c:pt>
                <c:pt idx="30424">
                  <c:v>89.98</c:v>
                </c:pt>
                <c:pt idx="30425">
                  <c:v>110.98</c:v>
                </c:pt>
                <c:pt idx="30426">
                  <c:v>100.98</c:v>
                </c:pt>
                <c:pt idx="30427">
                  <c:v>99.43</c:v>
                </c:pt>
                <c:pt idx="30428">
                  <c:v>51.96</c:v>
                </c:pt>
                <c:pt idx="30429">
                  <c:v>59.98</c:v>
                </c:pt>
                <c:pt idx="30430">
                  <c:v>123.16</c:v>
                </c:pt>
                <c:pt idx="30431">
                  <c:v>84.99</c:v>
                </c:pt>
                <c:pt idx="30432">
                  <c:v>98.98</c:v>
                </c:pt>
                <c:pt idx="30433">
                  <c:v>181.89</c:v>
                </c:pt>
                <c:pt idx="30434">
                  <c:v>244.53</c:v>
                </c:pt>
                <c:pt idx="30435">
                  <c:v>98.98</c:v>
                </c:pt>
                <c:pt idx="30436">
                  <c:v>82.17</c:v>
                </c:pt>
                <c:pt idx="30437">
                  <c:v>95.98</c:v>
                </c:pt>
                <c:pt idx="30438">
                  <c:v>95.98</c:v>
                </c:pt>
                <c:pt idx="30439">
                  <c:v>244.53</c:v>
                </c:pt>
                <c:pt idx="30440">
                  <c:v>84.93</c:v>
                </c:pt>
                <c:pt idx="30441">
                  <c:v>84.99</c:v>
                </c:pt>
                <c:pt idx="30442">
                  <c:v>82.17</c:v>
                </c:pt>
                <c:pt idx="30443">
                  <c:v>84.93</c:v>
                </c:pt>
                <c:pt idx="30444">
                  <c:v>193.94</c:v>
                </c:pt>
                <c:pt idx="30445">
                  <c:v>121.48</c:v>
                </c:pt>
                <c:pt idx="30446">
                  <c:v>193.94</c:v>
                </c:pt>
                <c:pt idx="30447">
                  <c:v>84.99</c:v>
                </c:pt>
                <c:pt idx="30448">
                  <c:v>84.99</c:v>
                </c:pt>
                <c:pt idx="30449">
                  <c:v>84.99</c:v>
                </c:pt>
                <c:pt idx="30450">
                  <c:v>84.99</c:v>
                </c:pt>
                <c:pt idx="30451">
                  <c:v>84.99</c:v>
                </c:pt>
                <c:pt idx="30452">
                  <c:v>79.05</c:v>
                </c:pt>
                <c:pt idx="30453">
                  <c:v>84.99</c:v>
                </c:pt>
                <c:pt idx="30454">
                  <c:v>79.05</c:v>
                </c:pt>
                <c:pt idx="30455">
                  <c:v>181.89</c:v>
                </c:pt>
                <c:pt idx="30456">
                  <c:v>121.48</c:v>
                </c:pt>
                <c:pt idx="30457">
                  <c:v>120.97</c:v>
                </c:pt>
                <c:pt idx="30458">
                  <c:v>51.49</c:v>
                </c:pt>
                <c:pt idx="30459">
                  <c:v>60.98</c:v>
                </c:pt>
                <c:pt idx="30460">
                  <c:v>120.97</c:v>
                </c:pt>
                <c:pt idx="30461">
                  <c:v>120.97</c:v>
                </c:pt>
                <c:pt idx="30462">
                  <c:v>120.97</c:v>
                </c:pt>
                <c:pt idx="30463">
                  <c:v>16.489999999999998</c:v>
                </c:pt>
                <c:pt idx="30464">
                  <c:v>120.97</c:v>
                </c:pt>
                <c:pt idx="30465">
                  <c:v>60.99</c:v>
                </c:pt>
                <c:pt idx="30466">
                  <c:v>256.89</c:v>
                </c:pt>
                <c:pt idx="30467">
                  <c:v>60.99</c:v>
                </c:pt>
                <c:pt idx="30468">
                  <c:v>60.99</c:v>
                </c:pt>
                <c:pt idx="30469">
                  <c:v>159.97999999999999</c:v>
                </c:pt>
                <c:pt idx="30470">
                  <c:v>143.97999999999999</c:v>
                </c:pt>
                <c:pt idx="30471">
                  <c:v>60.99</c:v>
                </c:pt>
                <c:pt idx="30472">
                  <c:v>143.97999999999999</c:v>
                </c:pt>
                <c:pt idx="30473">
                  <c:v>143.97999999999999</c:v>
                </c:pt>
                <c:pt idx="30474">
                  <c:v>54.89</c:v>
                </c:pt>
                <c:pt idx="30475">
                  <c:v>60.99</c:v>
                </c:pt>
                <c:pt idx="30476">
                  <c:v>223.96</c:v>
                </c:pt>
                <c:pt idx="30477">
                  <c:v>67.78</c:v>
                </c:pt>
                <c:pt idx="30478">
                  <c:v>147.22</c:v>
                </c:pt>
                <c:pt idx="30479">
                  <c:v>83.98</c:v>
                </c:pt>
                <c:pt idx="30480">
                  <c:v>149.97999999999999</c:v>
                </c:pt>
                <c:pt idx="30481">
                  <c:v>135.97999999999999</c:v>
                </c:pt>
                <c:pt idx="30482">
                  <c:v>148.53</c:v>
                </c:pt>
                <c:pt idx="30483">
                  <c:v>129.97999999999999</c:v>
                </c:pt>
                <c:pt idx="30484">
                  <c:v>60.99</c:v>
                </c:pt>
                <c:pt idx="30485">
                  <c:v>31.48</c:v>
                </c:pt>
                <c:pt idx="30486">
                  <c:v>50.98</c:v>
                </c:pt>
                <c:pt idx="30487">
                  <c:v>70.98</c:v>
                </c:pt>
                <c:pt idx="30488">
                  <c:v>75.98</c:v>
                </c:pt>
                <c:pt idx="30489">
                  <c:v>51.98</c:v>
                </c:pt>
                <c:pt idx="30490">
                  <c:v>121.96</c:v>
                </c:pt>
                <c:pt idx="30491">
                  <c:v>60.92</c:v>
                </c:pt>
                <c:pt idx="30492">
                  <c:v>72.55</c:v>
                </c:pt>
                <c:pt idx="30493">
                  <c:v>122.98</c:v>
                </c:pt>
                <c:pt idx="30494">
                  <c:v>122.97</c:v>
                </c:pt>
                <c:pt idx="30495">
                  <c:v>134.97</c:v>
                </c:pt>
                <c:pt idx="30496">
                  <c:v>179.96</c:v>
                </c:pt>
                <c:pt idx="30497">
                  <c:v>179.96</c:v>
                </c:pt>
                <c:pt idx="30498">
                  <c:v>98.98</c:v>
                </c:pt>
                <c:pt idx="30499">
                  <c:v>93.06</c:v>
                </c:pt>
                <c:pt idx="30500">
                  <c:v>179.96</c:v>
                </c:pt>
                <c:pt idx="30501">
                  <c:v>167.66</c:v>
                </c:pt>
                <c:pt idx="30502">
                  <c:v>123.96</c:v>
                </c:pt>
                <c:pt idx="30503">
                  <c:v>179.96</c:v>
                </c:pt>
                <c:pt idx="30504">
                  <c:v>179.96</c:v>
                </c:pt>
                <c:pt idx="30505">
                  <c:v>172.88</c:v>
                </c:pt>
                <c:pt idx="30506">
                  <c:v>111.96</c:v>
                </c:pt>
                <c:pt idx="30507">
                  <c:v>164.96</c:v>
                </c:pt>
                <c:pt idx="30508">
                  <c:v>179.96</c:v>
                </c:pt>
                <c:pt idx="30509">
                  <c:v>134.97</c:v>
                </c:pt>
                <c:pt idx="30510">
                  <c:v>77.459999999999994</c:v>
                </c:pt>
                <c:pt idx="30511">
                  <c:v>122.97</c:v>
                </c:pt>
                <c:pt idx="30512">
                  <c:v>41.49</c:v>
                </c:pt>
                <c:pt idx="30513">
                  <c:v>53.97</c:v>
                </c:pt>
                <c:pt idx="30514">
                  <c:v>68.98</c:v>
                </c:pt>
                <c:pt idx="30515">
                  <c:v>62.99</c:v>
                </c:pt>
                <c:pt idx="30516">
                  <c:v>59.96</c:v>
                </c:pt>
                <c:pt idx="30517">
                  <c:v>63.96</c:v>
                </c:pt>
                <c:pt idx="30518">
                  <c:v>50.86</c:v>
                </c:pt>
                <c:pt idx="30519">
                  <c:v>70.98</c:v>
                </c:pt>
                <c:pt idx="30520">
                  <c:v>213.95</c:v>
                </c:pt>
                <c:pt idx="30521">
                  <c:v>283.93</c:v>
                </c:pt>
                <c:pt idx="30522">
                  <c:v>294.68</c:v>
                </c:pt>
                <c:pt idx="30523">
                  <c:v>206.97</c:v>
                </c:pt>
                <c:pt idx="30524">
                  <c:v>221.96</c:v>
                </c:pt>
                <c:pt idx="30525">
                  <c:v>84.99</c:v>
                </c:pt>
                <c:pt idx="30526">
                  <c:v>256.89</c:v>
                </c:pt>
                <c:pt idx="30527">
                  <c:v>119.96</c:v>
                </c:pt>
                <c:pt idx="30528">
                  <c:v>62.97</c:v>
                </c:pt>
                <c:pt idx="30529">
                  <c:v>70.13</c:v>
                </c:pt>
                <c:pt idx="30530">
                  <c:v>63.11</c:v>
                </c:pt>
                <c:pt idx="30531">
                  <c:v>110.97</c:v>
                </c:pt>
                <c:pt idx="30532">
                  <c:v>110.97</c:v>
                </c:pt>
                <c:pt idx="30533">
                  <c:v>112.96</c:v>
                </c:pt>
                <c:pt idx="30534">
                  <c:v>258.52999999999997</c:v>
                </c:pt>
                <c:pt idx="30535">
                  <c:v>222.09</c:v>
                </c:pt>
                <c:pt idx="30536">
                  <c:v>224.96</c:v>
                </c:pt>
                <c:pt idx="30537">
                  <c:v>194.95</c:v>
                </c:pt>
                <c:pt idx="30538">
                  <c:v>171.97</c:v>
                </c:pt>
                <c:pt idx="30539">
                  <c:v>202.95</c:v>
                </c:pt>
                <c:pt idx="30540">
                  <c:v>291.54000000000002</c:v>
                </c:pt>
                <c:pt idx="30541">
                  <c:v>234.85</c:v>
                </c:pt>
                <c:pt idx="30542">
                  <c:v>66.540000000000006</c:v>
                </c:pt>
                <c:pt idx="30543">
                  <c:v>66.540000000000006</c:v>
                </c:pt>
                <c:pt idx="30544">
                  <c:v>133.08000000000001</c:v>
                </c:pt>
                <c:pt idx="30545">
                  <c:v>133.08000000000001</c:v>
                </c:pt>
                <c:pt idx="30546">
                  <c:v>133.08000000000001</c:v>
                </c:pt>
                <c:pt idx="30547">
                  <c:v>133.08000000000001</c:v>
                </c:pt>
                <c:pt idx="30548">
                  <c:v>133.06</c:v>
                </c:pt>
                <c:pt idx="30549">
                  <c:v>133.06</c:v>
                </c:pt>
                <c:pt idx="30550">
                  <c:v>84.99</c:v>
                </c:pt>
                <c:pt idx="30551">
                  <c:v>57.96</c:v>
                </c:pt>
                <c:pt idx="30552">
                  <c:v>83.98</c:v>
                </c:pt>
                <c:pt idx="30553">
                  <c:v>169.98</c:v>
                </c:pt>
                <c:pt idx="30554">
                  <c:v>93.97</c:v>
                </c:pt>
                <c:pt idx="30555">
                  <c:v>159.97999999999999</c:v>
                </c:pt>
                <c:pt idx="30556">
                  <c:v>55.97</c:v>
                </c:pt>
                <c:pt idx="30557">
                  <c:v>67.98</c:v>
                </c:pt>
                <c:pt idx="30558">
                  <c:v>114.94</c:v>
                </c:pt>
                <c:pt idx="30559">
                  <c:v>60.32</c:v>
                </c:pt>
                <c:pt idx="30560">
                  <c:v>235.9</c:v>
                </c:pt>
                <c:pt idx="30561">
                  <c:v>137.97999999999999</c:v>
                </c:pt>
                <c:pt idx="30562">
                  <c:v>84.99</c:v>
                </c:pt>
                <c:pt idx="30563">
                  <c:v>339.96</c:v>
                </c:pt>
                <c:pt idx="30564">
                  <c:v>84.99</c:v>
                </c:pt>
                <c:pt idx="30565">
                  <c:v>65.989999999999995</c:v>
                </c:pt>
                <c:pt idx="30566">
                  <c:v>884.32</c:v>
                </c:pt>
                <c:pt idx="30567">
                  <c:v>131.96</c:v>
                </c:pt>
                <c:pt idx="30568">
                  <c:v>133.05000000000001</c:v>
                </c:pt>
                <c:pt idx="30569">
                  <c:v>133.05000000000001</c:v>
                </c:pt>
                <c:pt idx="30570">
                  <c:v>133.05000000000001</c:v>
                </c:pt>
                <c:pt idx="30571">
                  <c:v>56.97</c:v>
                </c:pt>
                <c:pt idx="30572">
                  <c:v>62.57</c:v>
                </c:pt>
                <c:pt idx="30573">
                  <c:v>57.57</c:v>
                </c:pt>
                <c:pt idx="30574">
                  <c:v>64.989999999999995</c:v>
                </c:pt>
                <c:pt idx="30575">
                  <c:v>66.489999999999995</c:v>
                </c:pt>
                <c:pt idx="30576">
                  <c:v>66.489999999999995</c:v>
                </c:pt>
                <c:pt idx="30577">
                  <c:v>132.97999999999999</c:v>
                </c:pt>
                <c:pt idx="30578">
                  <c:v>73.19</c:v>
                </c:pt>
                <c:pt idx="30579">
                  <c:v>159.97999999999999</c:v>
                </c:pt>
                <c:pt idx="30580">
                  <c:v>137.97999999999999</c:v>
                </c:pt>
                <c:pt idx="30581">
                  <c:v>169.98</c:v>
                </c:pt>
                <c:pt idx="30582">
                  <c:v>122.97</c:v>
                </c:pt>
                <c:pt idx="30583">
                  <c:v>131.97999999999999</c:v>
                </c:pt>
                <c:pt idx="30584">
                  <c:v>169.98</c:v>
                </c:pt>
                <c:pt idx="30585">
                  <c:v>131.97999999999999</c:v>
                </c:pt>
                <c:pt idx="30586">
                  <c:v>169.98</c:v>
                </c:pt>
                <c:pt idx="30587">
                  <c:v>211.38</c:v>
                </c:pt>
                <c:pt idx="30588">
                  <c:v>169.98</c:v>
                </c:pt>
                <c:pt idx="30589">
                  <c:v>64.98</c:v>
                </c:pt>
                <c:pt idx="30590">
                  <c:v>60.33</c:v>
                </c:pt>
                <c:pt idx="30591">
                  <c:v>51.49</c:v>
                </c:pt>
                <c:pt idx="30592">
                  <c:v>122.37</c:v>
                </c:pt>
                <c:pt idx="30593">
                  <c:v>159.69999999999999</c:v>
                </c:pt>
                <c:pt idx="30594">
                  <c:v>214.11</c:v>
                </c:pt>
                <c:pt idx="30595">
                  <c:v>79.849999999999994</c:v>
                </c:pt>
                <c:pt idx="30596">
                  <c:v>177.83</c:v>
                </c:pt>
                <c:pt idx="30597">
                  <c:v>149.97</c:v>
                </c:pt>
                <c:pt idx="30598">
                  <c:v>72.55</c:v>
                </c:pt>
                <c:pt idx="30599">
                  <c:v>159.69999999999999</c:v>
                </c:pt>
                <c:pt idx="30600">
                  <c:v>293.95999999999998</c:v>
                </c:pt>
                <c:pt idx="30601">
                  <c:v>159.69999999999999</c:v>
                </c:pt>
                <c:pt idx="30602">
                  <c:v>195.97</c:v>
                </c:pt>
                <c:pt idx="30603">
                  <c:v>195.97</c:v>
                </c:pt>
                <c:pt idx="30604">
                  <c:v>183.87</c:v>
                </c:pt>
                <c:pt idx="30605">
                  <c:v>159.69999999999999</c:v>
                </c:pt>
                <c:pt idx="30606">
                  <c:v>123.98</c:v>
                </c:pt>
                <c:pt idx="30607">
                  <c:v>84.66</c:v>
                </c:pt>
                <c:pt idx="30608">
                  <c:v>177.83</c:v>
                </c:pt>
                <c:pt idx="30609">
                  <c:v>159.69999999999999</c:v>
                </c:pt>
                <c:pt idx="30610">
                  <c:v>176.37</c:v>
                </c:pt>
                <c:pt idx="30611">
                  <c:v>56.18</c:v>
                </c:pt>
                <c:pt idx="30612">
                  <c:v>21.58</c:v>
                </c:pt>
                <c:pt idx="30613">
                  <c:v>89.97</c:v>
                </c:pt>
                <c:pt idx="30614">
                  <c:v>71.959999999999994</c:v>
                </c:pt>
                <c:pt idx="30615">
                  <c:v>18.88</c:v>
                </c:pt>
                <c:pt idx="30616">
                  <c:v>104.14</c:v>
                </c:pt>
                <c:pt idx="30617">
                  <c:v>119.98</c:v>
                </c:pt>
                <c:pt idx="30618">
                  <c:v>181.45</c:v>
                </c:pt>
                <c:pt idx="30619">
                  <c:v>297.52</c:v>
                </c:pt>
                <c:pt idx="30620">
                  <c:v>221.39</c:v>
                </c:pt>
                <c:pt idx="30621">
                  <c:v>160.61000000000001</c:v>
                </c:pt>
                <c:pt idx="30622">
                  <c:v>316.88</c:v>
                </c:pt>
                <c:pt idx="30623">
                  <c:v>147.6</c:v>
                </c:pt>
                <c:pt idx="30624">
                  <c:v>146.37</c:v>
                </c:pt>
                <c:pt idx="30625">
                  <c:v>82.26</c:v>
                </c:pt>
                <c:pt idx="30626">
                  <c:v>141.51</c:v>
                </c:pt>
                <c:pt idx="30627">
                  <c:v>290.68</c:v>
                </c:pt>
                <c:pt idx="30628">
                  <c:v>209.33</c:v>
                </c:pt>
                <c:pt idx="30629">
                  <c:v>144.56</c:v>
                </c:pt>
                <c:pt idx="30630">
                  <c:v>169.23</c:v>
                </c:pt>
                <c:pt idx="30631">
                  <c:v>119.97</c:v>
                </c:pt>
                <c:pt idx="30632">
                  <c:v>119.97</c:v>
                </c:pt>
                <c:pt idx="30633">
                  <c:v>119.97</c:v>
                </c:pt>
                <c:pt idx="30634">
                  <c:v>59.98</c:v>
                </c:pt>
                <c:pt idx="30635">
                  <c:v>59.98</c:v>
                </c:pt>
                <c:pt idx="30636">
                  <c:v>59.98</c:v>
                </c:pt>
                <c:pt idx="30637">
                  <c:v>59.98</c:v>
                </c:pt>
                <c:pt idx="30638">
                  <c:v>59.98</c:v>
                </c:pt>
                <c:pt idx="30639">
                  <c:v>59.98</c:v>
                </c:pt>
                <c:pt idx="30640">
                  <c:v>59.98</c:v>
                </c:pt>
                <c:pt idx="30641">
                  <c:v>59.98</c:v>
                </c:pt>
                <c:pt idx="30642">
                  <c:v>111.12</c:v>
                </c:pt>
                <c:pt idx="30643">
                  <c:v>84.99</c:v>
                </c:pt>
                <c:pt idx="30644">
                  <c:v>83.14</c:v>
                </c:pt>
                <c:pt idx="30645">
                  <c:v>84.99</c:v>
                </c:pt>
                <c:pt idx="30646">
                  <c:v>99.98</c:v>
                </c:pt>
                <c:pt idx="30647">
                  <c:v>84.99</c:v>
                </c:pt>
                <c:pt idx="30648">
                  <c:v>99.98</c:v>
                </c:pt>
                <c:pt idx="30649">
                  <c:v>99.98</c:v>
                </c:pt>
                <c:pt idx="30650">
                  <c:v>99.98</c:v>
                </c:pt>
                <c:pt idx="30651">
                  <c:v>65.19</c:v>
                </c:pt>
                <c:pt idx="30652">
                  <c:v>79.98</c:v>
                </c:pt>
                <c:pt idx="30653">
                  <c:v>96.84</c:v>
                </c:pt>
                <c:pt idx="30654">
                  <c:v>79.989999999999995</c:v>
                </c:pt>
                <c:pt idx="30655">
                  <c:v>83.99</c:v>
                </c:pt>
                <c:pt idx="30656">
                  <c:v>97.98</c:v>
                </c:pt>
                <c:pt idx="30657">
                  <c:v>80.39</c:v>
                </c:pt>
                <c:pt idx="30658">
                  <c:v>79.98</c:v>
                </c:pt>
                <c:pt idx="30659">
                  <c:v>89.98</c:v>
                </c:pt>
                <c:pt idx="30660">
                  <c:v>127.56</c:v>
                </c:pt>
                <c:pt idx="30661">
                  <c:v>96.28</c:v>
                </c:pt>
                <c:pt idx="30662">
                  <c:v>99.98</c:v>
                </c:pt>
                <c:pt idx="30663">
                  <c:v>89.98</c:v>
                </c:pt>
                <c:pt idx="30664">
                  <c:v>79.989999999999995</c:v>
                </c:pt>
                <c:pt idx="30665">
                  <c:v>74.97</c:v>
                </c:pt>
                <c:pt idx="30666">
                  <c:v>77.180000000000007</c:v>
                </c:pt>
                <c:pt idx="30667">
                  <c:v>99.98</c:v>
                </c:pt>
                <c:pt idx="30668">
                  <c:v>79.98</c:v>
                </c:pt>
                <c:pt idx="30669">
                  <c:v>71.98</c:v>
                </c:pt>
                <c:pt idx="30670">
                  <c:v>99.98</c:v>
                </c:pt>
                <c:pt idx="30671">
                  <c:v>59.98</c:v>
                </c:pt>
                <c:pt idx="30672">
                  <c:v>59.98</c:v>
                </c:pt>
                <c:pt idx="30673">
                  <c:v>59.98</c:v>
                </c:pt>
                <c:pt idx="30674">
                  <c:v>59.98</c:v>
                </c:pt>
                <c:pt idx="30675">
                  <c:v>119.96</c:v>
                </c:pt>
                <c:pt idx="30676">
                  <c:v>119.96</c:v>
                </c:pt>
                <c:pt idx="30677">
                  <c:v>111.47</c:v>
                </c:pt>
                <c:pt idx="30678">
                  <c:v>67.11</c:v>
                </c:pt>
                <c:pt idx="30679">
                  <c:v>119.98</c:v>
                </c:pt>
                <c:pt idx="30680">
                  <c:v>137.97999999999999</c:v>
                </c:pt>
                <c:pt idx="30681">
                  <c:v>64.64</c:v>
                </c:pt>
                <c:pt idx="30682">
                  <c:v>163.01</c:v>
                </c:pt>
                <c:pt idx="30683">
                  <c:v>213.97</c:v>
                </c:pt>
                <c:pt idx="30684">
                  <c:v>126.37</c:v>
                </c:pt>
                <c:pt idx="30685">
                  <c:v>168.27</c:v>
                </c:pt>
                <c:pt idx="30686">
                  <c:v>209.69</c:v>
                </c:pt>
                <c:pt idx="30687">
                  <c:v>60.33</c:v>
                </c:pt>
                <c:pt idx="30688">
                  <c:v>129.69</c:v>
                </c:pt>
                <c:pt idx="30689">
                  <c:v>89.98</c:v>
                </c:pt>
                <c:pt idx="30690">
                  <c:v>66.44</c:v>
                </c:pt>
                <c:pt idx="30691">
                  <c:v>226.86</c:v>
                </c:pt>
                <c:pt idx="30692">
                  <c:v>119.98</c:v>
                </c:pt>
                <c:pt idx="30693">
                  <c:v>119.95</c:v>
                </c:pt>
                <c:pt idx="30694">
                  <c:v>119.96</c:v>
                </c:pt>
                <c:pt idx="30695">
                  <c:v>51.48</c:v>
                </c:pt>
                <c:pt idx="30696">
                  <c:v>59.98</c:v>
                </c:pt>
                <c:pt idx="30697">
                  <c:v>119.96</c:v>
                </c:pt>
                <c:pt idx="30698">
                  <c:v>26.49</c:v>
                </c:pt>
                <c:pt idx="30699">
                  <c:v>16.489999999999998</c:v>
                </c:pt>
                <c:pt idx="30700">
                  <c:v>41.48</c:v>
                </c:pt>
                <c:pt idx="30701">
                  <c:v>69.97</c:v>
                </c:pt>
                <c:pt idx="30702">
                  <c:v>59.97</c:v>
                </c:pt>
                <c:pt idx="30703">
                  <c:v>59.97</c:v>
                </c:pt>
                <c:pt idx="30704">
                  <c:v>147.96</c:v>
                </c:pt>
                <c:pt idx="30705">
                  <c:v>131.97999999999999</c:v>
                </c:pt>
                <c:pt idx="30706">
                  <c:v>142.96</c:v>
                </c:pt>
                <c:pt idx="30707">
                  <c:v>59.99</c:v>
                </c:pt>
                <c:pt idx="30708">
                  <c:v>59.99</c:v>
                </c:pt>
                <c:pt idx="30709">
                  <c:v>119.95</c:v>
                </c:pt>
                <c:pt idx="30710">
                  <c:v>41.48</c:v>
                </c:pt>
                <c:pt idx="30711">
                  <c:v>69.97</c:v>
                </c:pt>
                <c:pt idx="30712">
                  <c:v>31.48</c:v>
                </c:pt>
                <c:pt idx="30713">
                  <c:v>102.97</c:v>
                </c:pt>
                <c:pt idx="30714">
                  <c:v>119.97</c:v>
                </c:pt>
                <c:pt idx="30715">
                  <c:v>59.97</c:v>
                </c:pt>
                <c:pt idx="30716">
                  <c:v>59.97</c:v>
                </c:pt>
                <c:pt idx="30717">
                  <c:v>114.97</c:v>
                </c:pt>
                <c:pt idx="30718">
                  <c:v>99.98</c:v>
                </c:pt>
                <c:pt idx="30719">
                  <c:v>69.97</c:v>
                </c:pt>
                <c:pt idx="30720">
                  <c:v>74.62</c:v>
                </c:pt>
                <c:pt idx="30721">
                  <c:v>114.97</c:v>
                </c:pt>
                <c:pt idx="30722">
                  <c:v>99.98</c:v>
                </c:pt>
                <c:pt idx="30723">
                  <c:v>99.97</c:v>
                </c:pt>
                <c:pt idx="30724">
                  <c:v>89.98</c:v>
                </c:pt>
                <c:pt idx="30725">
                  <c:v>84.99</c:v>
                </c:pt>
                <c:pt idx="30726">
                  <c:v>94.98</c:v>
                </c:pt>
                <c:pt idx="30727">
                  <c:v>84.99</c:v>
                </c:pt>
                <c:pt idx="30728">
                  <c:v>129.96</c:v>
                </c:pt>
                <c:pt idx="30729">
                  <c:v>65.989999999999995</c:v>
                </c:pt>
                <c:pt idx="30730">
                  <c:v>74.989999999999995</c:v>
                </c:pt>
                <c:pt idx="30731">
                  <c:v>59.98</c:v>
                </c:pt>
                <c:pt idx="30732">
                  <c:v>59.98</c:v>
                </c:pt>
                <c:pt idx="30733">
                  <c:v>59.98</c:v>
                </c:pt>
                <c:pt idx="30734">
                  <c:v>59.98</c:v>
                </c:pt>
                <c:pt idx="30735">
                  <c:v>59.98</c:v>
                </c:pt>
                <c:pt idx="30736">
                  <c:v>59.98</c:v>
                </c:pt>
                <c:pt idx="30737">
                  <c:v>59.98</c:v>
                </c:pt>
                <c:pt idx="30738">
                  <c:v>119.96</c:v>
                </c:pt>
                <c:pt idx="30739">
                  <c:v>119.96</c:v>
                </c:pt>
                <c:pt idx="30740">
                  <c:v>59.98</c:v>
                </c:pt>
                <c:pt idx="30741">
                  <c:v>59.98</c:v>
                </c:pt>
                <c:pt idx="30742">
                  <c:v>119.96</c:v>
                </c:pt>
                <c:pt idx="30743">
                  <c:v>119.96</c:v>
                </c:pt>
                <c:pt idx="30744">
                  <c:v>76.47</c:v>
                </c:pt>
                <c:pt idx="30745">
                  <c:v>76.47</c:v>
                </c:pt>
                <c:pt idx="30746">
                  <c:v>161.94999999999999</c:v>
                </c:pt>
                <c:pt idx="30747">
                  <c:v>115.97</c:v>
                </c:pt>
                <c:pt idx="30748">
                  <c:v>94.07</c:v>
                </c:pt>
                <c:pt idx="30749">
                  <c:v>80.95</c:v>
                </c:pt>
                <c:pt idx="30750">
                  <c:v>345.92</c:v>
                </c:pt>
                <c:pt idx="30751">
                  <c:v>227.92</c:v>
                </c:pt>
                <c:pt idx="30752">
                  <c:v>133.96</c:v>
                </c:pt>
                <c:pt idx="30753">
                  <c:v>81.650000000000006</c:v>
                </c:pt>
                <c:pt idx="30754">
                  <c:v>244.65</c:v>
                </c:pt>
                <c:pt idx="30755">
                  <c:v>159.66</c:v>
                </c:pt>
                <c:pt idx="30756">
                  <c:v>69.98</c:v>
                </c:pt>
                <c:pt idx="30757">
                  <c:v>135.68</c:v>
                </c:pt>
                <c:pt idx="30758">
                  <c:v>118.96</c:v>
                </c:pt>
                <c:pt idx="30759">
                  <c:v>59.98</c:v>
                </c:pt>
                <c:pt idx="30760">
                  <c:v>59.98</c:v>
                </c:pt>
                <c:pt idx="30761">
                  <c:v>59.98</c:v>
                </c:pt>
                <c:pt idx="30762">
                  <c:v>59.98</c:v>
                </c:pt>
                <c:pt idx="30763">
                  <c:v>59.98</c:v>
                </c:pt>
                <c:pt idx="30764">
                  <c:v>59.98</c:v>
                </c:pt>
                <c:pt idx="30765">
                  <c:v>59.98</c:v>
                </c:pt>
                <c:pt idx="30766">
                  <c:v>59.98</c:v>
                </c:pt>
                <c:pt idx="30767">
                  <c:v>119.96</c:v>
                </c:pt>
                <c:pt idx="30768">
                  <c:v>59.98</c:v>
                </c:pt>
                <c:pt idx="30769">
                  <c:v>59.98</c:v>
                </c:pt>
                <c:pt idx="30770">
                  <c:v>59.98</c:v>
                </c:pt>
                <c:pt idx="30771">
                  <c:v>59.98</c:v>
                </c:pt>
                <c:pt idx="30772">
                  <c:v>59.98</c:v>
                </c:pt>
                <c:pt idx="30773">
                  <c:v>59.98</c:v>
                </c:pt>
                <c:pt idx="30774">
                  <c:v>119.96</c:v>
                </c:pt>
                <c:pt idx="30775">
                  <c:v>89.45</c:v>
                </c:pt>
                <c:pt idx="30776">
                  <c:v>62.97</c:v>
                </c:pt>
                <c:pt idx="30777">
                  <c:v>141.33000000000001</c:v>
                </c:pt>
                <c:pt idx="30778">
                  <c:v>93.96</c:v>
                </c:pt>
                <c:pt idx="30779">
                  <c:v>104.95</c:v>
                </c:pt>
                <c:pt idx="30780">
                  <c:v>93.96</c:v>
                </c:pt>
                <c:pt idx="30781">
                  <c:v>98.96</c:v>
                </c:pt>
                <c:pt idx="30782">
                  <c:v>112.97</c:v>
                </c:pt>
                <c:pt idx="30783">
                  <c:v>91.77</c:v>
                </c:pt>
                <c:pt idx="30784">
                  <c:v>110.18</c:v>
                </c:pt>
                <c:pt idx="30785">
                  <c:v>117.95</c:v>
                </c:pt>
                <c:pt idx="30786">
                  <c:v>112.97</c:v>
                </c:pt>
                <c:pt idx="30787">
                  <c:v>125.94</c:v>
                </c:pt>
                <c:pt idx="30788">
                  <c:v>131.93</c:v>
                </c:pt>
                <c:pt idx="30789">
                  <c:v>116.87</c:v>
                </c:pt>
                <c:pt idx="30790">
                  <c:v>62.97</c:v>
                </c:pt>
                <c:pt idx="30791">
                  <c:v>98.98</c:v>
                </c:pt>
                <c:pt idx="30792">
                  <c:v>77.959999999999994</c:v>
                </c:pt>
                <c:pt idx="30793">
                  <c:v>143.94999999999999</c:v>
                </c:pt>
                <c:pt idx="30794">
                  <c:v>72.03</c:v>
                </c:pt>
                <c:pt idx="30795">
                  <c:v>111.82</c:v>
                </c:pt>
                <c:pt idx="30796">
                  <c:v>114.95</c:v>
                </c:pt>
                <c:pt idx="30797">
                  <c:v>77.97</c:v>
                </c:pt>
                <c:pt idx="30798">
                  <c:v>145.94</c:v>
                </c:pt>
                <c:pt idx="30799">
                  <c:v>153.52000000000001</c:v>
                </c:pt>
                <c:pt idx="30800">
                  <c:v>119.96</c:v>
                </c:pt>
                <c:pt idx="30801">
                  <c:v>54.98</c:v>
                </c:pt>
                <c:pt idx="30802">
                  <c:v>52.23</c:v>
                </c:pt>
                <c:pt idx="30803">
                  <c:v>51.48</c:v>
                </c:pt>
                <c:pt idx="30804">
                  <c:v>59.98</c:v>
                </c:pt>
                <c:pt idx="30805">
                  <c:v>119.92</c:v>
                </c:pt>
                <c:pt idx="30806">
                  <c:v>51.48</c:v>
                </c:pt>
                <c:pt idx="30807">
                  <c:v>59.98</c:v>
                </c:pt>
                <c:pt idx="30808">
                  <c:v>56.97</c:v>
                </c:pt>
                <c:pt idx="30809">
                  <c:v>59.95</c:v>
                </c:pt>
                <c:pt idx="30810">
                  <c:v>59.97</c:v>
                </c:pt>
                <c:pt idx="30811">
                  <c:v>55.98</c:v>
                </c:pt>
                <c:pt idx="30812">
                  <c:v>84.98</c:v>
                </c:pt>
                <c:pt idx="30813">
                  <c:v>55.98</c:v>
                </c:pt>
                <c:pt idx="30814">
                  <c:v>95.17</c:v>
                </c:pt>
                <c:pt idx="30815">
                  <c:v>58.98</c:v>
                </c:pt>
                <c:pt idx="30816">
                  <c:v>65.98</c:v>
                </c:pt>
                <c:pt idx="30817">
                  <c:v>55.72</c:v>
                </c:pt>
                <c:pt idx="30818">
                  <c:v>79.180000000000007</c:v>
                </c:pt>
                <c:pt idx="30819">
                  <c:v>61.97</c:v>
                </c:pt>
                <c:pt idx="30820">
                  <c:v>65.98</c:v>
                </c:pt>
                <c:pt idx="30821">
                  <c:v>84.98</c:v>
                </c:pt>
                <c:pt idx="30822">
                  <c:v>51.76</c:v>
                </c:pt>
                <c:pt idx="30823">
                  <c:v>63.88</c:v>
                </c:pt>
                <c:pt idx="30824">
                  <c:v>50.98</c:v>
                </c:pt>
                <c:pt idx="30825">
                  <c:v>57.43</c:v>
                </c:pt>
                <c:pt idx="30826">
                  <c:v>72.239999999999995</c:v>
                </c:pt>
                <c:pt idx="30827">
                  <c:v>65.989999999999995</c:v>
                </c:pt>
                <c:pt idx="30828">
                  <c:v>89.98</c:v>
                </c:pt>
                <c:pt idx="30829">
                  <c:v>63.97</c:v>
                </c:pt>
                <c:pt idx="30830">
                  <c:v>50.38</c:v>
                </c:pt>
                <c:pt idx="30831">
                  <c:v>50.98</c:v>
                </c:pt>
                <c:pt idx="30832">
                  <c:v>72.239999999999995</c:v>
                </c:pt>
                <c:pt idx="30833">
                  <c:v>120.96</c:v>
                </c:pt>
                <c:pt idx="30834">
                  <c:v>59.87</c:v>
                </c:pt>
                <c:pt idx="30835">
                  <c:v>59.96</c:v>
                </c:pt>
                <c:pt idx="30836">
                  <c:v>59.96</c:v>
                </c:pt>
                <c:pt idx="30837">
                  <c:v>59.96</c:v>
                </c:pt>
                <c:pt idx="30838">
                  <c:v>59.96</c:v>
                </c:pt>
                <c:pt idx="30839">
                  <c:v>59.96</c:v>
                </c:pt>
                <c:pt idx="30840">
                  <c:v>59.96</c:v>
                </c:pt>
                <c:pt idx="30841">
                  <c:v>89.98</c:v>
                </c:pt>
                <c:pt idx="30842">
                  <c:v>59.96</c:v>
                </c:pt>
                <c:pt idx="30843">
                  <c:v>59.96</c:v>
                </c:pt>
                <c:pt idx="30844">
                  <c:v>89.98</c:v>
                </c:pt>
                <c:pt idx="30845">
                  <c:v>59.96</c:v>
                </c:pt>
                <c:pt idx="30846">
                  <c:v>59.95</c:v>
                </c:pt>
                <c:pt idx="30847">
                  <c:v>59.95</c:v>
                </c:pt>
                <c:pt idx="30848">
                  <c:v>59.96</c:v>
                </c:pt>
                <c:pt idx="30849">
                  <c:v>59.95</c:v>
                </c:pt>
                <c:pt idx="30850">
                  <c:v>52.07</c:v>
                </c:pt>
                <c:pt idx="30851">
                  <c:v>79.97</c:v>
                </c:pt>
                <c:pt idx="30852">
                  <c:v>131.97999999999999</c:v>
                </c:pt>
                <c:pt idx="30853">
                  <c:v>148.88999999999999</c:v>
                </c:pt>
                <c:pt idx="30854">
                  <c:v>84.99</c:v>
                </c:pt>
                <c:pt idx="30855">
                  <c:v>74.97</c:v>
                </c:pt>
                <c:pt idx="30856">
                  <c:v>28.48</c:v>
                </c:pt>
                <c:pt idx="30857">
                  <c:v>131.97999999999999</c:v>
                </c:pt>
                <c:pt idx="30858">
                  <c:v>123.85</c:v>
                </c:pt>
                <c:pt idx="30859">
                  <c:v>59.98</c:v>
                </c:pt>
                <c:pt idx="30860">
                  <c:v>70.52</c:v>
                </c:pt>
                <c:pt idx="30861">
                  <c:v>103.97</c:v>
                </c:pt>
                <c:pt idx="30862">
                  <c:v>59.98</c:v>
                </c:pt>
                <c:pt idx="30863">
                  <c:v>84.99</c:v>
                </c:pt>
                <c:pt idx="30864">
                  <c:v>61.48</c:v>
                </c:pt>
                <c:pt idx="30865">
                  <c:v>59.98</c:v>
                </c:pt>
                <c:pt idx="30866">
                  <c:v>59.98</c:v>
                </c:pt>
                <c:pt idx="30867">
                  <c:v>150.97</c:v>
                </c:pt>
                <c:pt idx="30868">
                  <c:v>103.98</c:v>
                </c:pt>
                <c:pt idx="30869">
                  <c:v>84.99</c:v>
                </c:pt>
                <c:pt idx="30870">
                  <c:v>141.96</c:v>
                </c:pt>
                <c:pt idx="30871">
                  <c:v>84.99</c:v>
                </c:pt>
                <c:pt idx="30872">
                  <c:v>84.99</c:v>
                </c:pt>
                <c:pt idx="30873">
                  <c:v>59.98</c:v>
                </c:pt>
                <c:pt idx="30874">
                  <c:v>59.98</c:v>
                </c:pt>
                <c:pt idx="30875">
                  <c:v>84.99</c:v>
                </c:pt>
                <c:pt idx="30876">
                  <c:v>93.97</c:v>
                </c:pt>
                <c:pt idx="30877">
                  <c:v>59.95</c:v>
                </c:pt>
                <c:pt idx="30878">
                  <c:v>59.95</c:v>
                </c:pt>
                <c:pt idx="30879">
                  <c:v>59.95</c:v>
                </c:pt>
                <c:pt idx="30880">
                  <c:v>59.95</c:v>
                </c:pt>
                <c:pt idx="30881">
                  <c:v>119.9</c:v>
                </c:pt>
                <c:pt idx="30882">
                  <c:v>84.62</c:v>
                </c:pt>
                <c:pt idx="30883">
                  <c:v>23.48</c:v>
                </c:pt>
                <c:pt idx="30884">
                  <c:v>23.48</c:v>
                </c:pt>
                <c:pt idx="30885">
                  <c:v>24.23</c:v>
                </c:pt>
                <c:pt idx="30886">
                  <c:v>0</c:v>
                </c:pt>
                <c:pt idx="30887">
                  <c:v>23.48</c:v>
                </c:pt>
                <c:pt idx="30888">
                  <c:v>70.98</c:v>
                </c:pt>
                <c:pt idx="30889">
                  <c:v>50.98</c:v>
                </c:pt>
                <c:pt idx="30890">
                  <c:v>97.09</c:v>
                </c:pt>
                <c:pt idx="30891">
                  <c:v>97.09</c:v>
                </c:pt>
                <c:pt idx="30892">
                  <c:v>116.97</c:v>
                </c:pt>
                <c:pt idx="30893">
                  <c:v>116.97</c:v>
                </c:pt>
                <c:pt idx="30894">
                  <c:v>69.98</c:v>
                </c:pt>
                <c:pt idx="30895">
                  <c:v>79.98</c:v>
                </c:pt>
                <c:pt idx="30896">
                  <c:v>69.98</c:v>
                </c:pt>
                <c:pt idx="30897">
                  <c:v>98.56</c:v>
                </c:pt>
                <c:pt idx="30898">
                  <c:v>54.81</c:v>
                </c:pt>
                <c:pt idx="30899">
                  <c:v>54.81</c:v>
                </c:pt>
                <c:pt idx="30900">
                  <c:v>70.47</c:v>
                </c:pt>
                <c:pt idx="30901">
                  <c:v>98.56</c:v>
                </c:pt>
                <c:pt idx="30902">
                  <c:v>123.4</c:v>
                </c:pt>
                <c:pt idx="30903">
                  <c:v>123.4</c:v>
                </c:pt>
                <c:pt idx="30904">
                  <c:v>171.94</c:v>
                </c:pt>
                <c:pt idx="30905">
                  <c:v>68.959999999999994</c:v>
                </c:pt>
                <c:pt idx="30906">
                  <c:v>79.98</c:v>
                </c:pt>
                <c:pt idx="30907">
                  <c:v>70.47</c:v>
                </c:pt>
                <c:pt idx="30908">
                  <c:v>68.959999999999994</c:v>
                </c:pt>
                <c:pt idx="30909">
                  <c:v>171.94</c:v>
                </c:pt>
                <c:pt idx="30910">
                  <c:v>32.85</c:v>
                </c:pt>
                <c:pt idx="30911">
                  <c:v>41.28</c:v>
                </c:pt>
                <c:pt idx="30912">
                  <c:v>71.97</c:v>
                </c:pt>
                <c:pt idx="30913">
                  <c:v>104.54</c:v>
                </c:pt>
                <c:pt idx="30914">
                  <c:v>55.46</c:v>
                </c:pt>
                <c:pt idx="30915">
                  <c:v>4.99</c:v>
                </c:pt>
                <c:pt idx="30916">
                  <c:v>64.78</c:v>
                </c:pt>
                <c:pt idx="30917">
                  <c:v>62.99</c:v>
                </c:pt>
                <c:pt idx="30918">
                  <c:v>63.96</c:v>
                </c:pt>
                <c:pt idx="30919">
                  <c:v>63.96</c:v>
                </c:pt>
                <c:pt idx="30920">
                  <c:v>130.94</c:v>
                </c:pt>
                <c:pt idx="30921">
                  <c:v>73.989999999999995</c:v>
                </c:pt>
                <c:pt idx="30922">
                  <c:v>64.34</c:v>
                </c:pt>
                <c:pt idx="30923">
                  <c:v>62.09</c:v>
                </c:pt>
                <c:pt idx="30924">
                  <c:v>84.14</c:v>
                </c:pt>
                <c:pt idx="30925">
                  <c:v>68.3</c:v>
                </c:pt>
                <c:pt idx="30926">
                  <c:v>58.64</c:v>
                </c:pt>
                <c:pt idx="30927">
                  <c:v>83.98</c:v>
                </c:pt>
                <c:pt idx="30928">
                  <c:v>135.76</c:v>
                </c:pt>
                <c:pt idx="30929">
                  <c:v>71.989999999999995</c:v>
                </c:pt>
                <c:pt idx="30930">
                  <c:v>131.32</c:v>
                </c:pt>
                <c:pt idx="30931">
                  <c:v>68.989999999999995</c:v>
                </c:pt>
                <c:pt idx="30932">
                  <c:v>82.98</c:v>
                </c:pt>
                <c:pt idx="30933">
                  <c:v>121.99</c:v>
                </c:pt>
                <c:pt idx="30934">
                  <c:v>136.83000000000001</c:v>
                </c:pt>
                <c:pt idx="30935">
                  <c:v>64.34</c:v>
                </c:pt>
                <c:pt idx="30936">
                  <c:v>163.63999999999999</c:v>
                </c:pt>
                <c:pt idx="30937">
                  <c:v>169.98</c:v>
                </c:pt>
                <c:pt idx="30938">
                  <c:v>140.97</c:v>
                </c:pt>
                <c:pt idx="30939">
                  <c:v>148.47</c:v>
                </c:pt>
                <c:pt idx="30940">
                  <c:v>82.92</c:v>
                </c:pt>
                <c:pt idx="30941">
                  <c:v>113.47</c:v>
                </c:pt>
                <c:pt idx="30942">
                  <c:v>84.99</c:v>
                </c:pt>
                <c:pt idx="30943">
                  <c:v>59.99</c:v>
                </c:pt>
                <c:pt idx="30944">
                  <c:v>59.99</c:v>
                </c:pt>
                <c:pt idx="30945">
                  <c:v>32.630000000000003</c:v>
                </c:pt>
                <c:pt idx="30946">
                  <c:v>33.229999999999997</c:v>
                </c:pt>
                <c:pt idx="30947">
                  <c:v>32.630000000000003</c:v>
                </c:pt>
                <c:pt idx="30948">
                  <c:v>151.97999999999999</c:v>
                </c:pt>
                <c:pt idx="30949">
                  <c:v>65.989999999999995</c:v>
                </c:pt>
                <c:pt idx="30950">
                  <c:v>101.98</c:v>
                </c:pt>
                <c:pt idx="30951">
                  <c:v>65.989999999999995</c:v>
                </c:pt>
                <c:pt idx="30952">
                  <c:v>99.98</c:v>
                </c:pt>
                <c:pt idx="30953">
                  <c:v>100.98</c:v>
                </c:pt>
                <c:pt idx="30954">
                  <c:v>65.989999999999995</c:v>
                </c:pt>
                <c:pt idx="30955">
                  <c:v>84.99</c:v>
                </c:pt>
                <c:pt idx="30956">
                  <c:v>83.98</c:v>
                </c:pt>
                <c:pt idx="30957">
                  <c:v>84.99</c:v>
                </c:pt>
                <c:pt idx="30958">
                  <c:v>65.989999999999995</c:v>
                </c:pt>
                <c:pt idx="30959">
                  <c:v>84.99</c:v>
                </c:pt>
                <c:pt idx="30960">
                  <c:v>99.98</c:v>
                </c:pt>
                <c:pt idx="30961">
                  <c:v>131.87</c:v>
                </c:pt>
                <c:pt idx="30962">
                  <c:v>131.87</c:v>
                </c:pt>
                <c:pt idx="30963">
                  <c:v>54.98</c:v>
                </c:pt>
                <c:pt idx="30964">
                  <c:v>131.85</c:v>
                </c:pt>
                <c:pt idx="30965">
                  <c:v>121.47</c:v>
                </c:pt>
                <c:pt idx="30966">
                  <c:v>69.989999999999995</c:v>
                </c:pt>
                <c:pt idx="30967">
                  <c:v>16.489999999999998</c:v>
                </c:pt>
                <c:pt idx="30968">
                  <c:v>59.96</c:v>
                </c:pt>
                <c:pt idx="30969">
                  <c:v>59.36</c:v>
                </c:pt>
                <c:pt idx="30970">
                  <c:v>122.19</c:v>
                </c:pt>
                <c:pt idx="30971">
                  <c:v>76.489999999999995</c:v>
                </c:pt>
                <c:pt idx="30972">
                  <c:v>62.69</c:v>
                </c:pt>
                <c:pt idx="30973">
                  <c:v>65.989999999999995</c:v>
                </c:pt>
                <c:pt idx="30974">
                  <c:v>84.98</c:v>
                </c:pt>
                <c:pt idx="30975">
                  <c:v>84.99</c:v>
                </c:pt>
                <c:pt idx="30976">
                  <c:v>68.98</c:v>
                </c:pt>
                <c:pt idx="30977">
                  <c:v>58.21</c:v>
                </c:pt>
                <c:pt idx="30978">
                  <c:v>84.99</c:v>
                </c:pt>
                <c:pt idx="30979">
                  <c:v>59.39</c:v>
                </c:pt>
                <c:pt idx="30980">
                  <c:v>65.989999999999995</c:v>
                </c:pt>
                <c:pt idx="30981">
                  <c:v>113.98</c:v>
                </c:pt>
                <c:pt idx="30982">
                  <c:v>84.99</c:v>
                </c:pt>
                <c:pt idx="30983">
                  <c:v>65.989999999999995</c:v>
                </c:pt>
                <c:pt idx="30984">
                  <c:v>65.989999999999995</c:v>
                </c:pt>
                <c:pt idx="30985">
                  <c:v>74.650000000000006</c:v>
                </c:pt>
                <c:pt idx="30986">
                  <c:v>61.67</c:v>
                </c:pt>
                <c:pt idx="30987">
                  <c:v>60.46</c:v>
                </c:pt>
                <c:pt idx="30988">
                  <c:v>69.97</c:v>
                </c:pt>
                <c:pt idx="30989">
                  <c:v>51.27</c:v>
                </c:pt>
                <c:pt idx="30990">
                  <c:v>101.27</c:v>
                </c:pt>
                <c:pt idx="30991">
                  <c:v>130.38</c:v>
                </c:pt>
                <c:pt idx="30992">
                  <c:v>118.98</c:v>
                </c:pt>
                <c:pt idx="30993">
                  <c:v>84.99</c:v>
                </c:pt>
                <c:pt idx="30994">
                  <c:v>169.98</c:v>
                </c:pt>
                <c:pt idx="30995">
                  <c:v>65.989999999999995</c:v>
                </c:pt>
                <c:pt idx="30996">
                  <c:v>84.99</c:v>
                </c:pt>
                <c:pt idx="30997">
                  <c:v>69.98</c:v>
                </c:pt>
                <c:pt idx="30998">
                  <c:v>65.989999999999995</c:v>
                </c:pt>
                <c:pt idx="30999">
                  <c:v>88.22</c:v>
                </c:pt>
                <c:pt idx="31000">
                  <c:v>171.48</c:v>
                </c:pt>
                <c:pt idx="31001">
                  <c:v>105.98</c:v>
                </c:pt>
                <c:pt idx="31002">
                  <c:v>169.98</c:v>
                </c:pt>
                <c:pt idx="31003">
                  <c:v>84.99</c:v>
                </c:pt>
                <c:pt idx="31004">
                  <c:v>266.98</c:v>
                </c:pt>
                <c:pt idx="31005">
                  <c:v>84.99</c:v>
                </c:pt>
                <c:pt idx="31006">
                  <c:v>156.78</c:v>
                </c:pt>
                <c:pt idx="31007">
                  <c:v>169.98</c:v>
                </c:pt>
                <c:pt idx="31008">
                  <c:v>194.96</c:v>
                </c:pt>
                <c:pt idx="31009">
                  <c:v>153.96</c:v>
                </c:pt>
                <c:pt idx="31010">
                  <c:v>118.97</c:v>
                </c:pt>
                <c:pt idx="31011">
                  <c:v>118.97</c:v>
                </c:pt>
                <c:pt idx="31012">
                  <c:v>119.98</c:v>
                </c:pt>
                <c:pt idx="31013">
                  <c:v>29.98</c:v>
                </c:pt>
                <c:pt idx="31014">
                  <c:v>92.89</c:v>
                </c:pt>
                <c:pt idx="31015">
                  <c:v>119.97</c:v>
                </c:pt>
                <c:pt idx="31016">
                  <c:v>119.97</c:v>
                </c:pt>
                <c:pt idx="31017">
                  <c:v>80.98</c:v>
                </c:pt>
                <c:pt idx="31018">
                  <c:v>119.97</c:v>
                </c:pt>
                <c:pt idx="31019">
                  <c:v>119.97</c:v>
                </c:pt>
                <c:pt idx="31020">
                  <c:v>59.98</c:v>
                </c:pt>
                <c:pt idx="31021">
                  <c:v>59.98</c:v>
                </c:pt>
                <c:pt idx="31022">
                  <c:v>50.48</c:v>
                </c:pt>
                <c:pt idx="31023">
                  <c:v>119.96</c:v>
                </c:pt>
                <c:pt idx="31024">
                  <c:v>59.98</c:v>
                </c:pt>
                <c:pt idx="31025">
                  <c:v>59.98</c:v>
                </c:pt>
                <c:pt idx="31026">
                  <c:v>119.96</c:v>
                </c:pt>
                <c:pt idx="31027">
                  <c:v>119.96</c:v>
                </c:pt>
                <c:pt idx="31028">
                  <c:v>59.98</c:v>
                </c:pt>
                <c:pt idx="31029">
                  <c:v>59.98</c:v>
                </c:pt>
                <c:pt idx="31030">
                  <c:v>119.96</c:v>
                </c:pt>
                <c:pt idx="31031">
                  <c:v>122.96</c:v>
                </c:pt>
                <c:pt idx="31032">
                  <c:v>198.95</c:v>
                </c:pt>
                <c:pt idx="31033">
                  <c:v>143.96</c:v>
                </c:pt>
                <c:pt idx="31034">
                  <c:v>143.96</c:v>
                </c:pt>
                <c:pt idx="31035">
                  <c:v>103.96</c:v>
                </c:pt>
                <c:pt idx="31036">
                  <c:v>107.97</c:v>
                </c:pt>
                <c:pt idx="31037">
                  <c:v>143.96</c:v>
                </c:pt>
                <c:pt idx="31038">
                  <c:v>183.96</c:v>
                </c:pt>
                <c:pt idx="31039">
                  <c:v>-1.5</c:v>
                </c:pt>
                <c:pt idx="31040">
                  <c:v>183.96</c:v>
                </c:pt>
                <c:pt idx="31041">
                  <c:v>37.49</c:v>
                </c:pt>
                <c:pt idx="31042">
                  <c:v>119.96</c:v>
                </c:pt>
                <c:pt idx="31043">
                  <c:v>119.96</c:v>
                </c:pt>
                <c:pt idx="31044">
                  <c:v>120.97</c:v>
                </c:pt>
                <c:pt idx="31045">
                  <c:v>119.9</c:v>
                </c:pt>
                <c:pt idx="31046">
                  <c:v>14.48</c:v>
                </c:pt>
                <c:pt idx="31047">
                  <c:v>59.98</c:v>
                </c:pt>
                <c:pt idx="31048">
                  <c:v>60.96</c:v>
                </c:pt>
                <c:pt idx="31049">
                  <c:v>118.85</c:v>
                </c:pt>
                <c:pt idx="31050">
                  <c:v>65.989999999999995</c:v>
                </c:pt>
                <c:pt idx="31051">
                  <c:v>65.989999999999995</c:v>
                </c:pt>
                <c:pt idx="31052">
                  <c:v>65.989999999999995</c:v>
                </c:pt>
                <c:pt idx="31053">
                  <c:v>65.989999999999995</c:v>
                </c:pt>
                <c:pt idx="31054">
                  <c:v>65.989999999999995</c:v>
                </c:pt>
                <c:pt idx="31055">
                  <c:v>65.989999999999995</c:v>
                </c:pt>
                <c:pt idx="31056">
                  <c:v>65.989999999999995</c:v>
                </c:pt>
                <c:pt idx="31057">
                  <c:v>65.989999999999995</c:v>
                </c:pt>
                <c:pt idx="31058">
                  <c:v>67.489999999999995</c:v>
                </c:pt>
                <c:pt idx="31059">
                  <c:v>65.989999999999995</c:v>
                </c:pt>
                <c:pt idx="31060">
                  <c:v>56.09</c:v>
                </c:pt>
                <c:pt idx="31061">
                  <c:v>65.989999999999995</c:v>
                </c:pt>
                <c:pt idx="31062">
                  <c:v>67.489999999999995</c:v>
                </c:pt>
                <c:pt idx="31063">
                  <c:v>67.489999999999995</c:v>
                </c:pt>
                <c:pt idx="31064">
                  <c:v>67.489999999999995</c:v>
                </c:pt>
                <c:pt idx="31065">
                  <c:v>65.989999999999995</c:v>
                </c:pt>
                <c:pt idx="31066">
                  <c:v>65.989999999999995</c:v>
                </c:pt>
                <c:pt idx="31067">
                  <c:v>67.489999999999995</c:v>
                </c:pt>
                <c:pt idx="31068">
                  <c:v>65.989999999999995</c:v>
                </c:pt>
                <c:pt idx="31069">
                  <c:v>67.39</c:v>
                </c:pt>
                <c:pt idx="31070">
                  <c:v>65.989999999999995</c:v>
                </c:pt>
                <c:pt idx="31071">
                  <c:v>65.989999999999995</c:v>
                </c:pt>
                <c:pt idx="31072">
                  <c:v>67.489999999999995</c:v>
                </c:pt>
                <c:pt idx="31073">
                  <c:v>65.989999999999995</c:v>
                </c:pt>
                <c:pt idx="31074">
                  <c:v>65.989999999999995</c:v>
                </c:pt>
                <c:pt idx="31075">
                  <c:v>65.989999999999995</c:v>
                </c:pt>
                <c:pt idx="31076">
                  <c:v>67.489999999999995</c:v>
                </c:pt>
                <c:pt idx="31077">
                  <c:v>65.989999999999995</c:v>
                </c:pt>
                <c:pt idx="31078">
                  <c:v>56.09</c:v>
                </c:pt>
                <c:pt idx="31079">
                  <c:v>131.97999999999999</c:v>
                </c:pt>
                <c:pt idx="31080">
                  <c:v>65.989999999999995</c:v>
                </c:pt>
                <c:pt idx="31081">
                  <c:v>69.290000000000006</c:v>
                </c:pt>
                <c:pt idx="31082">
                  <c:v>49.99</c:v>
                </c:pt>
                <c:pt idx="31083">
                  <c:v>67.489999999999995</c:v>
                </c:pt>
                <c:pt idx="31084">
                  <c:v>115.98</c:v>
                </c:pt>
                <c:pt idx="31085">
                  <c:v>65.989999999999995</c:v>
                </c:pt>
                <c:pt idx="31086">
                  <c:v>67.489999999999995</c:v>
                </c:pt>
                <c:pt idx="31087">
                  <c:v>65.989999999999995</c:v>
                </c:pt>
                <c:pt idx="31088">
                  <c:v>120.9</c:v>
                </c:pt>
                <c:pt idx="31089">
                  <c:v>65.94</c:v>
                </c:pt>
                <c:pt idx="31090">
                  <c:v>54.95</c:v>
                </c:pt>
                <c:pt idx="31091">
                  <c:v>121.95</c:v>
                </c:pt>
                <c:pt idx="31092">
                  <c:v>68.52</c:v>
                </c:pt>
                <c:pt idx="31093">
                  <c:v>118.5</c:v>
                </c:pt>
                <c:pt idx="31094">
                  <c:v>65.989999999999995</c:v>
                </c:pt>
                <c:pt idx="31095">
                  <c:v>131.97999999999999</c:v>
                </c:pt>
                <c:pt idx="31096">
                  <c:v>65.989999999999995</c:v>
                </c:pt>
                <c:pt idx="31097">
                  <c:v>131.97999999999999</c:v>
                </c:pt>
                <c:pt idx="31098">
                  <c:v>64.67</c:v>
                </c:pt>
                <c:pt idx="31099">
                  <c:v>131.28</c:v>
                </c:pt>
                <c:pt idx="31100">
                  <c:v>63.66</c:v>
                </c:pt>
                <c:pt idx="31101">
                  <c:v>215.46</c:v>
                </c:pt>
                <c:pt idx="31102">
                  <c:v>136.31</c:v>
                </c:pt>
                <c:pt idx="31103">
                  <c:v>65.989999999999995</c:v>
                </c:pt>
                <c:pt idx="31104">
                  <c:v>131.18</c:v>
                </c:pt>
                <c:pt idx="31105">
                  <c:v>129.97999999999999</c:v>
                </c:pt>
                <c:pt idx="31106">
                  <c:v>120.46</c:v>
                </c:pt>
                <c:pt idx="31107">
                  <c:v>71.98</c:v>
                </c:pt>
                <c:pt idx="31108">
                  <c:v>38.49</c:v>
                </c:pt>
                <c:pt idx="31109">
                  <c:v>129.94</c:v>
                </c:pt>
                <c:pt idx="31110">
                  <c:v>24.48</c:v>
                </c:pt>
                <c:pt idx="31111">
                  <c:v>47.75</c:v>
                </c:pt>
                <c:pt idx="31112">
                  <c:v>68.930000000000007</c:v>
                </c:pt>
                <c:pt idx="31113">
                  <c:v>62.68</c:v>
                </c:pt>
                <c:pt idx="31114">
                  <c:v>55.98</c:v>
                </c:pt>
                <c:pt idx="31115">
                  <c:v>20.98</c:v>
                </c:pt>
                <c:pt idx="31116">
                  <c:v>64.95</c:v>
                </c:pt>
                <c:pt idx="31117">
                  <c:v>62.57</c:v>
                </c:pt>
                <c:pt idx="31118">
                  <c:v>141.94999999999999</c:v>
                </c:pt>
                <c:pt idx="31119">
                  <c:v>125.96</c:v>
                </c:pt>
                <c:pt idx="31120">
                  <c:v>131.96</c:v>
                </c:pt>
                <c:pt idx="31121">
                  <c:v>197.94</c:v>
                </c:pt>
                <c:pt idx="31122">
                  <c:v>201.94</c:v>
                </c:pt>
                <c:pt idx="31123">
                  <c:v>197.94</c:v>
                </c:pt>
                <c:pt idx="31124">
                  <c:v>115.96</c:v>
                </c:pt>
                <c:pt idx="31125">
                  <c:v>123.96</c:v>
                </c:pt>
                <c:pt idx="31126">
                  <c:v>56.97</c:v>
                </c:pt>
                <c:pt idx="31127">
                  <c:v>136.94</c:v>
                </c:pt>
                <c:pt idx="31128">
                  <c:v>237.44</c:v>
                </c:pt>
                <c:pt idx="31129">
                  <c:v>131.96</c:v>
                </c:pt>
                <c:pt idx="31130">
                  <c:v>92.97</c:v>
                </c:pt>
                <c:pt idx="31131">
                  <c:v>92.97</c:v>
                </c:pt>
                <c:pt idx="31132">
                  <c:v>152.80000000000001</c:v>
                </c:pt>
                <c:pt idx="31133">
                  <c:v>84.97</c:v>
                </c:pt>
                <c:pt idx="31134">
                  <c:v>160.31</c:v>
                </c:pt>
                <c:pt idx="31135">
                  <c:v>133.96</c:v>
                </c:pt>
                <c:pt idx="31136">
                  <c:v>123.96</c:v>
                </c:pt>
                <c:pt idx="31137">
                  <c:v>127.96</c:v>
                </c:pt>
                <c:pt idx="31138">
                  <c:v>52.98</c:v>
                </c:pt>
                <c:pt idx="31139">
                  <c:v>67.48</c:v>
                </c:pt>
                <c:pt idx="31140">
                  <c:v>120.45</c:v>
                </c:pt>
                <c:pt idx="31141">
                  <c:v>108.86</c:v>
                </c:pt>
                <c:pt idx="31142">
                  <c:v>84.99</c:v>
                </c:pt>
                <c:pt idx="31143">
                  <c:v>84.99</c:v>
                </c:pt>
                <c:pt idx="31144">
                  <c:v>65.989999999999995</c:v>
                </c:pt>
                <c:pt idx="31145">
                  <c:v>123.58</c:v>
                </c:pt>
                <c:pt idx="31146">
                  <c:v>131.97999999999999</c:v>
                </c:pt>
                <c:pt idx="31147">
                  <c:v>73.98</c:v>
                </c:pt>
                <c:pt idx="31148">
                  <c:v>170.95</c:v>
                </c:pt>
                <c:pt idx="31149">
                  <c:v>152.01</c:v>
                </c:pt>
                <c:pt idx="31150">
                  <c:v>62.97</c:v>
                </c:pt>
                <c:pt idx="31151">
                  <c:v>185.43</c:v>
                </c:pt>
                <c:pt idx="31152">
                  <c:v>144.97</c:v>
                </c:pt>
                <c:pt idx="31153">
                  <c:v>121.98</c:v>
                </c:pt>
                <c:pt idx="31154">
                  <c:v>121.98</c:v>
                </c:pt>
                <c:pt idx="31155">
                  <c:v>65.319999999999993</c:v>
                </c:pt>
                <c:pt idx="31156">
                  <c:v>65.319999999999993</c:v>
                </c:pt>
                <c:pt idx="31157">
                  <c:v>130.63999999999999</c:v>
                </c:pt>
                <c:pt idx="31158">
                  <c:v>130.63</c:v>
                </c:pt>
                <c:pt idx="31159">
                  <c:v>50.38</c:v>
                </c:pt>
                <c:pt idx="31160">
                  <c:v>61.28</c:v>
                </c:pt>
                <c:pt idx="31161">
                  <c:v>65.3</c:v>
                </c:pt>
                <c:pt idx="31162">
                  <c:v>65.3</c:v>
                </c:pt>
                <c:pt idx="31163">
                  <c:v>52.16</c:v>
                </c:pt>
                <c:pt idx="31164">
                  <c:v>65.989999999999995</c:v>
                </c:pt>
                <c:pt idx="31165">
                  <c:v>100.27</c:v>
                </c:pt>
                <c:pt idx="31166">
                  <c:v>146.65</c:v>
                </c:pt>
                <c:pt idx="31167">
                  <c:v>131.97999999999999</c:v>
                </c:pt>
                <c:pt idx="31168">
                  <c:v>189.96</c:v>
                </c:pt>
                <c:pt idx="31169">
                  <c:v>162.96</c:v>
                </c:pt>
                <c:pt idx="31170">
                  <c:v>162.96</c:v>
                </c:pt>
                <c:pt idx="31171">
                  <c:v>94.25</c:v>
                </c:pt>
                <c:pt idx="31172">
                  <c:v>94.25</c:v>
                </c:pt>
                <c:pt idx="31173">
                  <c:v>146.65</c:v>
                </c:pt>
                <c:pt idx="31174">
                  <c:v>115.98</c:v>
                </c:pt>
                <c:pt idx="31175">
                  <c:v>132.37</c:v>
                </c:pt>
                <c:pt idx="31176">
                  <c:v>132.37</c:v>
                </c:pt>
                <c:pt idx="31177">
                  <c:v>115.98</c:v>
                </c:pt>
                <c:pt idx="31178">
                  <c:v>75.87</c:v>
                </c:pt>
                <c:pt idx="31179">
                  <c:v>131.97999999999999</c:v>
                </c:pt>
                <c:pt idx="31180">
                  <c:v>131.97999999999999</c:v>
                </c:pt>
                <c:pt idx="31181">
                  <c:v>75.87</c:v>
                </c:pt>
                <c:pt idx="31182">
                  <c:v>131.97999999999999</c:v>
                </c:pt>
                <c:pt idx="31183">
                  <c:v>189.96</c:v>
                </c:pt>
                <c:pt idx="31184">
                  <c:v>120.98</c:v>
                </c:pt>
                <c:pt idx="31185">
                  <c:v>131.97999999999999</c:v>
                </c:pt>
                <c:pt idx="31186">
                  <c:v>118.78</c:v>
                </c:pt>
                <c:pt idx="31187">
                  <c:v>118.78</c:v>
                </c:pt>
                <c:pt idx="31188">
                  <c:v>95.38</c:v>
                </c:pt>
                <c:pt idx="31189">
                  <c:v>95.38</c:v>
                </c:pt>
                <c:pt idx="31190">
                  <c:v>154.77000000000001</c:v>
                </c:pt>
                <c:pt idx="31191">
                  <c:v>154.77000000000001</c:v>
                </c:pt>
                <c:pt idx="31192">
                  <c:v>84.98</c:v>
                </c:pt>
                <c:pt idx="31193">
                  <c:v>131.97999999999999</c:v>
                </c:pt>
                <c:pt idx="31194">
                  <c:v>84.98</c:v>
                </c:pt>
                <c:pt idx="31195">
                  <c:v>142.51</c:v>
                </c:pt>
                <c:pt idx="31196">
                  <c:v>142.51</c:v>
                </c:pt>
                <c:pt idx="31197">
                  <c:v>120.88</c:v>
                </c:pt>
                <c:pt idx="31198">
                  <c:v>120.88</c:v>
                </c:pt>
                <c:pt idx="31199">
                  <c:v>120.98</c:v>
                </c:pt>
                <c:pt idx="31200">
                  <c:v>41.49</c:v>
                </c:pt>
                <c:pt idx="31201">
                  <c:v>195.03</c:v>
                </c:pt>
                <c:pt idx="31202">
                  <c:v>195.03</c:v>
                </c:pt>
                <c:pt idx="31203">
                  <c:v>41.49</c:v>
                </c:pt>
                <c:pt idx="31204">
                  <c:v>118.08</c:v>
                </c:pt>
                <c:pt idx="31205">
                  <c:v>111.27</c:v>
                </c:pt>
                <c:pt idx="31206">
                  <c:v>117.97</c:v>
                </c:pt>
                <c:pt idx="31207">
                  <c:v>117.97</c:v>
                </c:pt>
                <c:pt idx="31208">
                  <c:v>117.96</c:v>
                </c:pt>
                <c:pt idx="31209">
                  <c:v>54.99</c:v>
                </c:pt>
                <c:pt idx="31210">
                  <c:v>21.24</c:v>
                </c:pt>
                <c:pt idx="31211">
                  <c:v>117.97</c:v>
                </c:pt>
                <c:pt idx="31212">
                  <c:v>131.97999999999999</c:v>
                </c:pt>
                <c:pt idx="31213">
                  <c:v>131.97999999999999</c:v>
                </c:pt>
                <c:pt idx="31214">
                  <c:v>121.98</c:v>
                </c:pt>
                <c:pt idx="31215">
                  <c:v>66.98</c:v>
                </c:pt>
                <c:pt idx="31216">
                  <c:v>131.97999999999999</c:v>
                </c:pt>
                <c:pt idx="31217">
                  <c:v>131.97999999999999</c:v>
                </c:pt>
                <c:pt idx="31218">
                  <c:v>169.98</c:v>
                </c:pt>
                <c:pt idx="31219">
                  <c:v>99.98</c:v>
                </c:pt>
                <c:pt idx="31220">
                  <c:v>169.98</c:v>
                </c:pt>
                <c:pt idx="31221">
                  <c:v>169.98</c:v>
                </c:pt>
                <c:pt idx="31222">
                  <c:v>84.99</c:v>
                </c:pt>
                <c:pt idx="31223">
                  <c:v>99.98</c:v>
                </c:pt>
                <c:pt idx="31224">
                  <c:v>131.97999999999999</c:v>
                </c:pt>
                <c:pt idx="31225">
                  <c:v>59.96</c:v>
                </c:pt>
                <c:pt idx="31226">
                  <c:v>45.24</c:v>
                </c:pt>
                <c:pt idx="31227">
                  <c:v>51.98</c:v>
                </c:pt>
                <c:pt idx="31228">
                  <c:v>65.989999999999995</c:v>
                </c:pt>
                <c:pt idx="31229">
                  <c:v>61.98</c:v>
                </c:pt>
                <c:pt idx="31230">
                  <c:v>55.98</c:v>
                </c:pt>
                <c:pt idx="31231">
                  <c:v>58.48</c:v>
                </c:pt>
                <c:pt idx="31232">
                  <c:v>59.97</c:v>
                </c:pt>
                <c:pt idx="31233">
                  <c:v>19.489999999999998</c:v>
                </c:pt>
                <c:pt idx="31234">
                  <c:v>84.98</c:v>
                </c:pt>
                <c:pt idx="31235">
                  <c:v>77.86</c:v>
                </c:pt>
                <c:pt idx="31236">
                  <c:v>131.97999999999999</c:v>
                </c:pt>
                <c:pt idx="31237">
                  <c:v>111.6</c:v>
                </c:pt>
                <c:pt idx="31238">
                  <c:v>105.98</c:v>
                </c:pt>
                <c:pt idx="31239">
                  <c:v>131.97999999999999</c:v>
                </c:pt>
                <c:pt idx="31240">
                  <c:v>156.66</c:v>
                </c:pt>
                <c:pt idx="31241">
                  <c:v>24.08</c:v>
                </c:pt>
                <c:pt idx="31242">
                  <c:v>83.98</c:v>
                </c:pt>
                <c:pt idx="31243">
                  <c:v>131.97999999999999</c:v>
                </c:pt>
                <c:pt idx="31244">
                  <c:v>131.97999999999999</c:v>
                </c:pt>
                <c:pt idx="31245">
                  <c:v>131.97999999999999</c:v>
                </c:pt>
                <c:pt idx="31246">
                  <c:v>79.98</c:v>
                </c:pt>
                <c:pt idx="31247">
                  <c:v>127.47</c:v>
                </c:pt>
                <c:pt idx="31248">
                  <c:v>102.59</c:v>
                </c:pt>
                <c:pt idx="31249">
                  <c:v>119.98</c:v>
                </c:pt>
                <c:pt idx="31250">
                  <c:v>119.98</c:v>
                </c:pt>
                <c:pt idx="31251">
                  <c:v>119.98</c:v>
                </c:pt>
                <c:pt idx="31252">
                  <c:v>119.98</c:v>
                </c:pt>
                <c:pt idx="31253">
                  <c:v>59.99</c:v>
                </c:pt>
                <c:pt idx="31254">
                  <c:v>59.99</c:v>
                </c:pt>
                <c:pt idx="31255">
                  <c:v>119.97</c:v>
                </c:pt>
                <c:pt idx="31256">
                  <c:v>64.98</c:v>
                </c:pt>
                <c:pt idx="31257">
                  <c:v>59.39</c:v>
                </c:pt>
                <c:pt idx="31258">
                  <c:v>84.99</c:v>
                </c:pt>
                <c:pt idx="31259">
                  <c:v>146.97</c:v>
                </c:pt>
                <c:pt idx="31260">
                  <c:v>65.989999999999995</c:v>
                </c:pt>
                <c:pt idx="31261">
                  <c:v>108.17</c:v>
                </c:pt>
                <c:pt idx="31262">
                  <c:v>65.989999999999995</c:v>
                </c:pt>
                <c:pt idx="31263">
                  <c:v>65.989999999999995</c:v>
                </c:pt>
                <c:pt idx="31264">
                  <c:v>79.650000000000006</c:v>
                </c:pt>
                <c:pt idx="31265">
                  <c:v>84.99</c:v>
                </c:pt>
                <c:pt idx="31266">
                  <c:v>73.489999999999995</c:v>
                </c:pt>
                <c:pt idx="31267">
                  <c:v>65.989999999999995</c:v>
                </c:pt>
                <c:pt idx="31268">
                  <c:v>84.99</c:v>
                </c:pt>
                <c:pt idx="31269">
                  <c:v>72.239999999999995</c:v>
                </c:pt>
                <c:pt idx="31270">
                  <c:v>63.98</c:v>
                </c:pt>
                <c:pt idx="31271">
                  <c:v>65.989999999999995</c:v>
                </c:pt>
                <c:pt idx="31272">
                  <c:v>84.99</c:v>
                </c:pt>
                <c:pt idx="31273">
                  <c:v>84.99</c:v>
                </c:pt>
                <c:pt idx="31274">
                  <c:v>93.98</c:v>
                </c:pt>
                <c:pt idx="31275">
                  <c:v>53.96</c:v>
                </c:pt>
                <c:pt idx="31276">
                  <c:v>63.96</c:v>
                </c:pt>
                <c:pt idx="31277">
                  <c:v>59.98</c:v>
                </c:pt>
                <c:pt idx="31278">
                  <c:v>59.98</c:v>
                </c:pt>
                <c:pt idx="31279">
                  <c:v>59.98</c:v>
                </c:pt>
                <c:pt idx="31280">
                  <c:v>61.98</c:v>
                </c:pt>
                <c:pt idx="31281">
                  <c:v>57.98</c:v>
                </c:pt>
                <c:pt idx="31282">
                  <c:v>107.97</c:v>
                </c:pt>
                <c:pt idx="31283">
                  <c:v>51.98</c:v>
                </c:pt>
                <c:pt idx="31284">
                  <c:v>61.97</c:v>
                </c:pt>
                <c:pt idx="31285">
                  <c:v>150.97</c:v>
                </c:pt>
                <c:pt idx="31286">
                  <c:v>58.98</c:v>
                </c:pt>
                <c:pt idx="31287">
                  <c:v>50.58</c:v>
                </c:pt>
                <c:pt idx="31288">
                  <c:v>63.98</c:v>
                </c:pt>
                <c:pt idx="31289">
                  <c:v>63.98</c:v>
                </c:pt>
                <c:pt idx="31290">
                  <c:v>71.97</c:v>
                </c:pt>
                <c:pt idx="31291">
                  <c:v>64.98</c:v>
                </c:pt>
                <c:pt idx="31292">
                  <c:v>69.58</c:v>
                </c:pt>
                <c:pt idx="31293">
                  <c:v>71.959999999999994</c:v>
                </c:pt>
                <c:pt idx="31294">
                  <c:v>55.96</c:v>
                </c:pt>
                <c:pt idx="31295">
                  <c:v>119.96</c:v>
                </c:pt>
                <c:pt idx="31296">
                  <c:v>119.96</c:v>
                </c:pt>
                <c:pt idx="31297">
                  <c:v>41.29</c:v>
                </c:pt>
                <c:pt idx="31298">
                  <c:v>69.98</c:v>
                </c:pt>
                <c:pt idx="31299">
                  <c:v>119.96</c:v>
                </c:pt>
                <c:pt idx="31300">
                  <c:v>119.96</c:v>
                </c:pt>
                <c:pt idx="31301">
                  <c:v>119.96</c:v>
                </c:pt>
                <c:pt idx="31302">
                  <c:v>263.95999999999998</c:v>
                </c:pt>
                <c:pt idx="31303">
                  <c:v>263.95999999999998</c:v>
                </c:pt>
                <c:pt idx="31304">
                  <c:v>199.95</c:v>
                </c:pt>
                <c:pt idx="31305">
                  <c:v>199.95</c:v>
                </c:pt>
                <c:pt idx="31306">
                  <c:v>104.33</c:v>
                </c:pt>
                <c:pt idx="31307">
                  <c:v>128.04</c:v>
                </c:pt>
                <c:pt idx="31308">
                  <c:v>263.95999999999998</c:v>
                </c:pt>
                <c:pt idx="31309">
                  <c:v>51.29</c:v>
                </c:pt>
                <c:pt idx="31310">
                  <c:v>51.28</c:v>
                </c:pt>
                <c:pt idx="31311">
                  <c:v>89.96</c:v>
                </c:pt>
                <c:pt idx="31312">
                  <c:v>21.29</c:v>
                </c:pt>
                <c:pt idx="31313">
                  <c:v>50.98</c:v>
                </c:pt>
                <c:pt idx="31314">
                  <c:v>68.959999999999994</c:v>
                </c:pt>
                <c:pt idx="31315">
                  <c:v>16.29</c:v>
                </c:pt>
                <c:pt idx="31316">
                  <c:v>26.29</c:v>
                </c:pt>
                <c:pt idx="31317">
                  <c:v>51.29</c:v>
                </c:pt>
                <c:pt idx="31318">
                  <c:v>48.78</c:v>
                </c:pt>
                <c:pt idx="31319">
                  <c:v>62.47</c:v>
                </c:pt>
                <c:pt idx="31320">
                  <c:v>72.55</c:v>
                </c:pt>
                <c:pt idx="31321">
                  <c:v>59.96</c:v>
                </c:pt>
                <c:pt idx="31322">
                  <c:v>75.959999999999994</c:v>
                </c:pt>
                <c:pt idx="31323">
                  <c:v>59.96</c:v>
                </c:pt>
                <c:pt idx="31324">
                  <c:v>46.92</c:v>
                </c:pt>
                <c:pt idx="31325">
                  <c:v>59.96</c:v>
                </c:pt>
                <c:pt idx="31326">
                  <c:v>59.96</c:v>
                </c:pt>
                <c:pt idx="31327">
                  <c:v>74.81</c:v>
                </c:pt>
                <c:pt idx="31328">
                  <c:v>81.97</c:v>
                </c:pt>
                <c:pt idx="31329">
                  <c:v>84.99</c:v>
                </c:pt>
                <c:pt idx="31330">
                  <c:v>142.16</c:v>
                </c:pt>
                <c:pt idx="31331">
                  <c:v>96.1</c:v>
                </c:pt>
                <c:pt idx="31332">
                  <c:v>84.99</c:v>
                </c:pt>
                <c:pt idx="31333">
                  <c:v>99.98</c:v>
                </c:pt>
                <c:pt idx="31334">
                  <c:v>150.97</c:v>
                </c:pt>
                <c:pt idx="31335">
                  <c:v>100.98</c:v>
                </c:pt>
                <c:pt idx="31336">
                  <c:v>131.97999999999999</c:v>
                </c:pt>
                <c:pt idx="31337">
                  <c:v>61.25</c:v>
                </c:pt>
                <c:pt idx="31338">
                  <c:v>185.97</c:v>
                </c:pt>
                <c:pt idx="31339">
                  <c:v>105.98</c:v>
                </c:pt>
                <c:pt idx="31340">
                  <c:v>134.97999999999999</c:v>
                </c:pt>
                <c:pt idx="31341">
                  <c:v>134.97999999999999</c:v>
                </c:pt>
                <c:pt idx="31342">
                  <c:v>83.51</c:v>
                </c:pt>
                <c:pt idx="31343">
                  <c:v>137.96</c:v>
                </c:pt>
                <c:pt idx="31344">
                  <c:v>96.45</c:v>
                </c:pt>
                <c:pt idx="31345">
                  <c:v>84.99</c:v>
                </c:pt>
                <c:pt idx="31346">
                  <c:v>84.99</c:v>
                </c:pt>
                <c:pt idx="31347">
                  <c:v>148.94999999999999</c:v>
                </c:pt>
                <c:pt idx="31348">
                  <c:v>59.96</c:v>
                </c:pt>
                <c:pt idx="31349">
                  <c:v>59.96</c:v>
                </c:pt>
                <c:pt idx="31350">
                  <c:v>59.96</c:v>
                </c:pt>
                <c:pt idx="31351">
                  <c:v>59.96</c:v>
                </c:pt>
                <c:pt idx="31352">
                  <c:v>59.96</c:v>
                </c:pt>
                <c:pt idx="31353">
                  <c:v>59.96</c:v>
                </c:pt>
                <c:pt idx="31354">
                  <c:v>127.96</c:v>
                </c:pt>
                <c:pt idx="31355">
                  <c:v>-61.98</c:v>
                </c:pt>
                <c:pt idx="31356">
                  <c:v>127.96</c:v>
                </c:pt>
                <c:pt idx="31357">
                  <c:v>115.16</c:v>
                </c:pt>
                <c:pt idx="31358">
                  <c:v>-61.98</c:v>
                </c:pt>
                <c:pt idx="31359">
                  <c:v>127.96</c:v>
                </c:pt>
                <c:pt idx="31360">
                  <c:v>115.16</c:v>
                </c:pt>
                <c:pt idx="31361">
                  <c:v>-61.98</c:v>
                </c:pt>
                <c:pt idx="31362">
                  <c:v>115.16</c:v>
                </c:pt>
                <c:pt idx="31363">
                  <c:v>55.78</c:v>
                </c:pt>
                <c:pt idx="31364">
                  <c:v>61.98</c:v>
                </c:pt>
                <c:pt idx="31365">
                  <c:v>-127.96</c:v>
                </c:pt>
                <c:pt idx="31366">
                  <c:v>-127.96</c:v>
                </c:pt>
                <c:pt idx="31367">
                  <c:v>55.78</c:v>
                </c:pt>
                <c:pt idx="31368">
                  <c:v>-127.96</c:v>
                </c:pt>
                <c:pt idx="31369">
                  <c:v>55.78</c:v>
                </c:pt>
                <c:pt idx="31370">
                  <c:v>55.78</c:v>
                </c:pt>
                <c:pt idx="31371">
                  <c:v>55.78</c:v>
                </c:pt>
                <c:pt idx="31372">
                  <c:v>61.98</c:v>
                </c:pt>
                <c:pt idx="31373">
                  <c:v>55.78</c:v>
                </c:pt>
                <c:pt idx="31374">
                  <c:v>61.98</c:v>
                </c:pt>
                <c:pt idx="31375">
                  <c:v>61.98</c:v>
                </c:pt>
                <c:pt idx="31376">
                  <c:v>61.98</c:v>
                </c:pt>
                <c:pt idx="31377">
                  <c:v>61.98</c:v>
                </c:pt>
                <c:pt idx="31378">
                  <c:v>117.76</c:v>
                </c:pt>
                <c:pt idx="31379">
                  <c:v>119.47</c:v>
                </c:pt>
                <c:pt idx="31380">
                  <c:v>128.96</c:v>
                </c:pt>
                <c:pt idx="31381">
                  <c:v>117.76</c:v>
                </c:pt>
                <c:pt idx="31382">
                  <c:v>117.76</c:v>
                </c:pt>
                <c:pt idx="31383">
                  <c:v>117.76</c:v>
                </c:pt>
                <c:pt idx="31384">
                  <c:v>117.76</c:v>
                </c:pt>
                <c:pt idx="31385">
                  <c:v>117.76</c:v>
                </c:pt>
                <c:pt idx="31386">
                  <c:v>239.92</c:v>
                </c:pt>
                <c:pt idx="31387">
                  <c:v>239.92</c:v>
                </c:pt>
                <c:pt idx="31388">
                  <c:v>269.91000000000003</c:v>
                </c:pt>
                <c:pt idx="31389">
                  <c:v>209.93</c:v>
                </c:pt>
                <c:pt idx="31390">
                  <c:v>149.94999999999999</c:v>
                </c:pt>
                <c:pt idx="31391">
                  <c:v>302.89999999999998</c:v>
                </c:pt>
                <c:pt idx="31392">
                  <c:v>149.94999999999999</c:v>
                </c:pt>
                <c:pt idx="31393">
                  <c:v>254.92</c:v>
                </c:pt>
                <c:pt idx="31394">
                  <c:v>233.92</c:v>
                </c:pt>
                <c:pt idx="31395">
                  <c:v>119.96</c:v>
                </c:pt>
                <c:pt idx="31396">
                  <c:v>65.989999999999995</c:v>
                </c:pt>
                <c:pt idx="31397">
                  <c:v>-65.989999999999995</c:v>
                </c:pt>
                <c:pt idx="31398">
                  <c:v>118.76</c:v>
                </c:pt>
                <c:pt idx="31399">
                  <c:v>90.74</c:v>
                </c:pt>
                <c:pt idx="31400">
                  <c:v>65.989999999999995</c:v>
                </c:pt>
                <c:pt idx="31401">
                  <c:v>67.709999999999994</c:v>
                </c:pt>
                <c:pt idx="31402">
                  <c:v>62.04</c:v>
                </c:pt>
                <c:pt idx="31403">
                  <c:v>10.26</c:v>
                </c:pt>
                <c:pt idx="31404">
                  <c:v>129.69</c:v>
                </c:pt>
                <c:pt idx="31405">
                  <c:v>203.06</c:v>
                </c:pt>
                <c:pt idx="31406">
                  <c:v>248.94</c:v>
                </c:pt>
                <c:pt idx="31407">
                  <c:v>95.97</c:v>
                </c:pt>
                <c:pt idx="31408">
                  <c:v>178.45</c:v>
                </c:pt>
                <c:pt idx="31409">
                  <c:v>175.96</c:v>
                </c:pt>
                <c:pt idx="31410">
                  <c:v>212.96</c:v>
                </c:pt>
                <c:pt idx="31411">
                  <c:v>64.09</c:v>
                </c:pt>
                <c:pt idx="31412">
                  <c:v>41.7</c:v>
                </c:pt>
                <c:pt idx="31413">
                  <c:v>118.36</c:v>
                </c:pt>
                <c:pt idx="31414">
                  <c:v>129.43</c:v>
                </c:pt>
                <c:pt idx="31415">
                  <c:v>129.43</c:v>
                </c:pt>
                <c:pt idx="31416">
                  <c:v>129.43</c:v>
                </c:pt>
                <c:pt idx="31417">
                  <c:v>65.989999999999995</c:v>
                </c:pt>
                <c:pt idx="31418">
                  <c:v>31.29</c:v>
                </c:pt>
                <c:pt idx="31419">
                  <c:v>139.96</c:v>
                </c:pt>
                <c:pt idx="31420">
                  <c:v>121.96</c:v>
                </c:pt>
                <c:pt idx="31421">
                  <c:v>164.97</c:v>
                </c:pt>
                <c:pt idx="31422">
                  <c:v>169.98</c:v>
                </c:pt>
                <c:pt idx="31423">
                  <c:v>158.91</c:v>
                </c:pt>
                <c:pt idx="31424">
                  <c:v>63.98</c:v>
                </c:pt>
                <c:pt idx="31425">
                  <c:v>99.98</c:v>
                </c:pt>
                <c:pt idx="31426">
                  <c:v>66.98</c:v>
                </c:pt>
                <c:pt idx="31427">
                  <c:v>75.98</c:v>
                </c:pt>
                <c:pt idx="31428">
                  <c:v>80.97</c:v>
                </c:pt>
                <c:pt idx="31429">
                  <c:v>82.98</c:v>
                </c:pt>
                <c:pt idx="31430">
                  <c:v>137.97999999999999</c:v>
                </c:pt>
                <c:pt idx="31431">
                  <c:v>230.7</c:v>
                </c:pt>
                <c:pt idx="31432">
                  <c:v>131.97999999999999</c:v>
                </c:pt>
                <c:pt idx="31433">
                  <c:v>135.24</c:v>
                </c:pt>
                <c:pt idx="31434">
                  <c:v>65.400000000000006</c:v>
                </c:pt>
                <c:pt idx="31435">
                  <c:v>138.97</c:v>
                </c:pt>
                <c:pt idx="31436">
                  <c:v>77.98</c:v>
                </c:pt>
                <c:pt idx="31437">
                  <c:v>139.96</c:v>
                </c:pt>
                <c:pt idx="31438">
                  <c:v>139.96</c:v>
                </c:pt>
                <c:pt idx="31439">
                  <c:v>52.2</c:v>
                </c:pt>
                <c:pt idx="31440">
                  <c:v>64.95</c:v>
                </c:pt>
                <c:pt idx="31441">
                  <c:v>71.349999999999994</c:v>
                </c:pt>
                <c:pt idx="31442">
                  <c:v>71.349999999999994</c:v>
                </c:pt>
                <c:pt idx="31443">
                  <c:v>129.30000000000001</c:v>
                </c:pt>
                <c:pt idx="31444">
                  <c:v>129.30000000000001</c:v>
                </c:pt>
                <c:pt idx="31445">
                  <c:v>51.49</c:v>
                </c:pt>
                <c:pt idx="31446">
                  <c:v>56.98</c:v>
                </c:pt>
                <c:pt idx="31447">
                  <c:v>38.49</c:v>
                </c:pt>
                <c:pt idx="31448">
                  <c:v>69.98</c:v>
                </c:pt>
                <c:pt idx="31449">
                  <c:v>169.98</c:v>
                </c:pt>
                <c:pt idx="31450">
                  <c:v>169.98</c:v>
                </c:pt>
                <c:pt idx="31451">
                  <c:v>84.99</c:v>
                </c:pt>
                <c:pt idx="31452">
                  <c:v>169.98</c:v>
                </c:pt>
                <c:pt idx="31453">
                  <c:v>169.98</c:v>
                </c:pt>
                <c:pt idx="31454">
                  <c:v>169.98</c:v>
                </c:pt>
                <c:pt idx="31455">
                  <c:v>169.88</c:v>
                </c:pt>
                <c:pt idx="31456">
                  <c:v>169.98</c:v>
                </c:pt>
                <c:pt idx="31457">
                  <c:v>169.98</c:v>
                </c:pt>
                <c:pt idx="31458">
                  <c:v>169.98</c:v>
                </c:pt>
                <c:pt idx="31459">
                  <c:v>169.98</c:v>
                </c:pt>
                <c:pt idx="31460">
                  <c:v>169.98</c:v>
                </c:pt>
                <c:pt idx="31461">
                  <c:v>169.98</c:v>
                </c:pt>
                <c:pt idx="31462">
                  <c:v>169.98</c:v>
                </c:pt>
                <c:pt idx="31463">
                  <c:v>159.97999999999999</c:v>
                </c:pt>
                <c:pt idx="31464">
                  <c:v>54.98</c:v>
                </c:pt>
                <c:pt idx="31465">
                  <c:v>61.97</c:v>
                </c:pt>
                <c:pt idx="31466">
                  <c:v>116.97</c:v>
                </c:pt>
                <c:pt idx="31467">
                  <c:v>116.94</c:v>
                </c:pt>
                <c:pt idx="31468">
                  <c:v>69.989999999999995</c:v>
                </c:pt>
                <c:pt idx="31469">
                  <c:v>13.49</c:v>
                </c:pt>
                <c:pt idx="31470">
                  <c:v>13.49</c:v>
                </c:pt>
                <c:pt idx="31471">
                  <c:v>16.489999999999998</c:v>
                </c:pt>
                <c:pt idx="31472">
                  <c:v>17.239999999999998</c:v>
                </c:pt>
                <c:pt idx="31473">
                  <c:v>16.489999999999998</c:v>
                </c:pt>
                <c:pt idx="31474">
                  <c:v>17.239999999999998</c:v>
                </c:pt>
                <c:pt idx="31475">
                  <c:v>69.989999999999995</c:v>
                </c:pt>
                <c:pt idx="31476">
                  <c:v>98.26</c:v>
                </c:pt>
                <c:pt idx="31477">
                  <c:v>56.98</c:v>
                </c:pt>
                <c:pt idx="31478">
                  <c:v>59.98</c:v>
                </c:pt>
                <c:pt idx="31479">
                  <c:v>91.86</c:v>
                </c:pt>
                <c:pt idx="31480">
                  <c:v>17.489999999999998</c:v>
                </c:pt>
                <c:pt idx="31481">
                  <c:v>118.97</c:v>
                </c:pt>
                <c:pt idx="31482">
                  <c:v>62.99</c:v>
                </c:pt>
                <c:pt idx="31483">
                  <c:v>64.489999999999995</c:v>
                </c:pt>
                <c:pt idx="31484">
                  <c:v>84.99</c:v>
                </c:pt>
                <c:pt idx="31485">
                  <c:v>65.989999999999995</c:v>
                </c:pt>
                <c:pt idx="31486">
                  <c:v>84.99</c:v>
                </c:pt>
                <c:pt idx="31487">
                  <c:v>92.12</c:v>
                </c:pt>
                <c:pt idx="31488">
                  <c:v>81.97</c:v>
                </c:pt>
                <c:pt idx="31489">
                  <c:v>84.99</c:v>
                </c:pt>
                <c:pt idx="31490">
                  <c:v>124.37</c:v>
                </c:pt>
                <c:pt idx="31491">
                  <c:v>84.99</c:v>
                </c:pt>
                <c:pt idx="31492">
                  <c:v>72.239999999999995</c:v>
                </c:pt>
                <c:pt idx="31493">
                  <c:v>58.98</c:v>
                </c:pt>
                <c:pt idx="31494">
                  <c:v>118.97</c:v>
                </c:pt>
                <c:pt idx="31495">
                  <c:v>66.98</c:v>
                </c:pt>
                <c:pt idx="31496">
                  <c:v>51.98</c:v>
                </c:pt>
                <c:pt idx="31497">
                  <c:v>118.96</c:v>
                </c:pt>
                <c:pt idx="31498">
                  <c:v>97.97</c:v>
                </c:pt>
                <c:pt idx="31499">
                  <c:v>118.96</c:v>
                </c:pt>
                <c:pt idx="31500">
                  <c:v>97.97</c:v>
                </c:pt>
                <c:pt idx="31501">
                  <c:v>61.98</c:v>
                </c:pt>
                <c:pt idx="31502">
                  <c:v>98.98</c:v>
                </c:pt>
                <c:pt idx="31503">
                  <c:v>11.28</c:v>
                </c:pt>
                <c:pt idx="31504">
                  <c:v>50.98</c:v>
                </c:pt>
                <c:pt idx="31505">
                  <c:v>50.98</c:v>
                </c:pt>
                <c:pt idx="31506">
                  <c:v>8.2899999999999991</c:v>
                </c:pt>
                <c:pt idx="31507">
                  <c:v>52.98</c:v>
                </c:pt>
                <c:pt idx="31508">
                  <c:v>60.48</c:v>
                </c:pt>
                <c:pt idx="31509">
                  <c:v>99.81</c:v>
                </c:pt>
                <c:pt idx="31510">
                  <c:v>155.94</c:v>
                </c:pt>
                <c:pt idx="31511">
                  <c:v>103.96</c:v>
                </c:pt>
                <c:pt idx="31512">
                  <c:v>155.94</c:v>
                </c:pt>
                <c:pt idx="31513">
                  <c:v>103.96</c:v>
                </c:pt>
                <c:pt idx="31514">
                  <c:v>77.97</c:v>
                </c:pt>
                <c:pt idx="31515">
                  <c:v>149.94999999999999</c:v>
                </c:pt>
                <c:pt idx="31516">
                  <c:v>155.94</c:v>
                </c:pt>
                <c:pt idx="31517">
                  <c:v>155.94</c:v>
                </c:pt>
                <c:pt idx="31518">
                  <c:v>89.97</c:v>
                </c:pt>
                <c:pt idx="31519">
                  <c:v>179.94</c:v>
                </c:pt>
                <c:pt idx="31520">
                  <c:v>75.97</c:v>
                </c:pt>
                <c:pt idx="31521">
                  <c:v>119.96</c:v>
                </c:pt>
                <c:pt idx="31522">
                  <c:v>119.96</c:v>
                </c:pt>
                <c:pt idx="31523">
                  <c:v>133.94999999999999</c:v>
                </c:pt>
                <c:pt idx="31524">
                  <c:v>119.96</c:v>
                </c:pt>
                <c:pt idx="31525">
                  <c:v>119.81</c:v>
                </c:pt>
                <c:pt idx="31526">
                  <c:v>119.96</c:v>
                </c:pt>
                <c:pt idx="31527">
                  <c:v>89.97</c:v>
                </c:pt>
                <c:pt idx="31528">
                  <c:v>89.97</c:v>
                </c:pt>
                <c:pt idx="31529">
                  <c:v>129.94999999999999</c:v>
                </c:pt>
                <c:pt idx="31530">
                  <c:v>63.97</c:v>
                </c:pt>
                <c:pt idx="31531">
                  <c:v>119.98</c:v>
                </c:pt>
                <c:pt idx="31532">
                  <c:v>119.96</c:v>
                </c:pt>
                <c:pt idx="31533">
                  <c:v>50.19</c:v>
                </c:pt>
                <c:pt idx="31534">
                  <c:v>50.19</c:v>
                </c:pt>
                <c:pt idx="31535">
                  <c:v>127.95</c:v>
                </c:pt>
                <c:pt idx="31536">
                  <c:v>55.98</c:v>
                </c:pt>
                <c:pt idx="31537">
                  <c:v>63.96</c:v>
                </c:pt>
                <c:pt idx="31538">
                  <c:v>117.76</c:v>
                </c:pt>
                <c:pt idx="31539">
                  <c:v>117.76</c:v>
                </c:pt>
                <c:pt idx="31540">
                  <c:v>117.76</c:v>
                </c:pt>
                <c:pt idx="31541">
                  <c:v>62.98</c:v>
                </c:pt>
                <c:pt idx="31542">
                  <c:v>62.98</c:v>
                </c:pt>
                <c:pt idx="31543">
                  <c:v>68.989999999999995</c:v>
                </c:pt>
                <c:pt idx="31544">
                  <c:v>84.17</c:v>
                </c:pt>
                <c:pt idx="31545">
                  <c:v>124.18</c:v>
                </c:pt>
                <c:pt idx="31546">
                  <c:v>79.44</c:v>
                </c:pt>
                <c:pt idx="31547">
                  <c:v>199.65</c:v>
                </c:pt>
                <c:pt idx="31548">
                  <c:v>84.99</c:v>
                </c:pt>
                <c:pt idx="31549">
                  <c:v>104.97</c:v>
                </c:pt>
                <c:pt idx="31550">
                  <c:v>89.98</c:v>
                </c:pt>
                <c:pt idx="31551">
                  <c:v>99.98</c:v>
                </c:pt>
                <c:pt idx="31552">
                  <c:v>103.98</c:v>
                </c:pt>
                <c:pt idx="31553">
                  <c:v>56.67</c:v>
                </c:pt>
                <c:pt idx="31554">
                  <c:v>95.48</c:v>
                </c:pt>
                <c:pt idx="31555">
                  <c:v>103.98</c:v>
                </c:pt>
                <c:pt idx="31556">
                  <c:v>78.02</c:v>
                </c:pt>
                <c:pt idx="31557">
                  <c:v>155.66</c:v>
                </c:pt>
                <c:pt idx="31558">
                  <c:v>143.41999999999999</c:v>
                </c:pt>
                <c:pt idx="31559">
                  <c:v>63.77</c:v>
                </c:pt>
                <c:pt idx="31560">
                  <c:v>54.99</c:v>
                </c:pt>
                <c:pt idx="31561">
                  <c:v>68.98</c:v>
                </c:pt>
                <c:pt idx="31562">
                  <c:v>128.46</c:v>
                </c:pt>
                <c:pt idx="31563">
                  <c:v>65.989999999999995</c:v>
                </c:pt>
                <c:pt idx="31564">
                  <c:v>65.989999999999995</c:v>
                </c:pt>
                <c:pt idx="31565">
                  <c:v>80.98</c:v>
                </c:pt>
                <c:pt idx="31566">
                  <c:v>54.98</c:v>
                </c:pt>
                <c:pt idx="31567">
                  <c:v>65.989999999999995</c:v>
                </c:pt>
                <c:pt idx="31568">
                  <c:v>65.989999999999995</c:v>
                </c:pt>
                <c:pt idx="31569">
                  <c:v>41.49</c:v>
                </c:pt>
                <c:pt idx="31570">
                  <c:v>65.989999999999995</c:v>
                </c:pt>
                <c:pt idx="31571">
                  <c:v>65.989999999999995</c:v>
                </c:pt>
                <c:pt idx="31572">
                  <c:v>118.36</c:v>
                </c:pt>
                <c:pt idx="31573">
                  <c:v>88.91</c:v>
                </c:pt>
                <c:pt idx="31574">
                  <c:v>29.97</c:v>
                </c:pt>
                <c:pt idx="31575">
                  <c:v>53.97</c:v>
                </c:pt>
                <c:pt idx="31576">
                  <c:v>51.96</c:v>
                </c:pt>
                <c:pt idx="31577">
                  <c:v>128.24</c:v>
                </c:pt>
                <c:pt idx="31578">
                  <c:v>128.24</c:v>
                </c:pt>
                <c:pt idx="31579">
                  <c:v>128.24</c:v>
                </c:pt>
                <c:pt idx="31580">
                  <c:v>65.319999999999993</c:v>
                </c:pt>
                <c:pt idx="31581">
                  <c:v>62.9</c:v>
                </c:pt>
                <c:pt idx="31582">
                  <c:v>70.63</c:v>
                </c:pt>
                <c:pt idx="31583">
                  <c:v>128.21</c:v>
                </c:pt>
                <c:pt idx="31584">
                  <c:v>128.19999999999999</c:v>
                </c:pt>
                <c:pt idx="31585">
                  <c:v>58.98</c:v>
                </c:pt>
                <c:pt idx="31586">
                  <c:v>116.06</c:v>
                </c:pt>
                <c:pt idx="31587">
                  <c:v>115.98</c:v>
                </c:pt>
                <c:pt idx="31588">
                  <c:v>107.48</c:v>
                </c:pt>
                <c:pt idx="31589">
                  <c:v>54.99</c:v>
                </c:pt>
                <c:pt idx="31590">
                  <c:v>61.98</c:v>
                </c:pt>
                <c:pt idx="31591">
                  <c:v>104.97</c:v>
                </c:pt>
                <c:pt idx="31592">
                  <c:v>218.93</c:v>
                </c:pt>
                <c:pt idx="31593">
                  <c:v>47.48</c:v>
                </c:pt>
                <c:pt idx="31594">
                  <c:v>59.98</c:v>
                </c:pt>
                <c:pt idx="31595">
                  <c:v>115.98</c:v>
                </c:pt>
                <c:pt idx="31596">
                  <c:v>57.98</c:v>
                </c:pt>
                <c:pt idx="31597">
                  <c:v>107.03</c:v>
                </c:pt>
                <c:pt idx="31598">
                  <c:v>20.97</c:v>
                </c:pt>
                <c:pt idx="31599">
                  <c:v>116.96</c:v>
                </c:pt>
                <c:pt idx="31600">
                  <c:v>115.97</c:v>
                </c:pt>
                <c:pt idx="31601">
                  <c:v>55.98</c:v>
                </c:pt>
                <c:pt idx="31602">
                  <c:v>59.98</c:v>
                </c:pt>
                <c:pt idx="31603">
                  <c:v>117.97</c:v>
                </c:pt>
                <c:pt idx="31604">
                  <c:v>131.97999999999999</c:v>
                </c:pt>
                <c:pt idx="31605">
                  <c:v>225.95</c:v>
                </c:pt>
                <c:pt idx="31606">
                  <c:v>131.97999999999999</c:v>
                </c:pt>
                <c:pt idx="31607">
                  <c:v>109.28</c:v>
                </c:pt>
                <c:pt idx="31608">
                  <c:v>62.98</c:v>
                </c:pt>
                <c:pt idx="31609">
                  <c:v>54.98</c:v>
                </c:pt>
                <c:pt idx="31610">
                  <c:v>118.97</c:v>
                </c:pt>
                <c:pt idx="31611">
                  <c:v>91.68</c:v>
                </c:pt>
                <c:pt idx="31612">
                  <c:v>96.97</c:v>
                </c:pt>
                <c:pt idx="31613">
                  <c:v>121.98</c:v>
                </c:pt>
                <c:pt idx="31614">
                  <c:v>99.98</c:v>
                </c:pt>
                <c:pt idx="31615">
                  <c:v>110.16</c:v>
                </c:pt>
                <c:pt idx="31616">
                  <c:v>117.76</c:v>
                </c:pt>
                <c:pt idx="31617">
                  <c:v>117.76</c:v>
                </c:pt>
                <c:pt idx="31618">
                  <c:v>56.97</c:v>
                </c:pt>
                <c:pt idx="31619">
                  <c:v>57.98</c:v>
                </c:pt>
                <c:pt idx="31620">
                  <c:v>169.98</c:v>
                </c:pt>
                <c:pt idx="31621">
                  <c:v>254.97</c:v>
                </c:pt>
                <c:pt idx="31622">
                  <c:v>131.97999999999999</c:v>
                </c:pt>
                <c:pt idx="31623">
                  <c:v>55.96</c:v>
                </c:pt>
                <c:pt idx="31624">
                  <c:v>169.98</c:v>
                </c:pt>
                <c:pt idx="31625">
                  <c:v>84.99</c:v>
                </c:pt>
                <c:pt idx="31626">
                  <c:v>238.16</c:v>
                </c:pt>
                <c:pt idx="31627">
                  <c:v>91.96</c:v>
                </c:pt>
                <c:pt idx="31628">
                  <c:v>164.98</c:v>
                </c:pt>
                <c:pt idx="31629">
                  <c:v>159.96</c:v>
                </c:pt>
                <c:pt idx="31630">
                  <c:v>100.98</c:v>
                </c:pt>
                <c:pt idx="31631">
                  <c:v>169.98</c:v>
                </c:pt>
                <c:pt idx="31632">
                  <c:v>72.010000000000005</c:v>
                </c:pt>
                <c:pt idx="31633">
                  <c:v>57.97</c:v>
                </c:pt>
                <c:pt idx="31634">
                  <c:v>107.96</c:v>
                </c:pt>
                <c:pt idx="31635">
                  <c:v>77.98</c:v>
                </c:pt>
                <c:pt idx="31636">
                  <c:v>61.98</c:v>
                </c:pt>
                <c:pt idx="31637">
                  <c:v>99.98</c:v>
                </c:pt>
                <c:pt idx="31638">
                  <c:v>76.98</c:v>
                </c:pt>
                <c:pt idx="31639">
                  <c:v>55.96</c:v>
                </c:pt>
                <c:pt idx="31640">
                  <c:v>68.930000000000007</c:v>
                </c:pt>
                <c:pt idx="31641">
                  <c:v>41.29</c:v>
                </c:pt>
                <c:pt idx="31642">
                  <c:v>65.3</c:v>
                </c:pt>
                <c:pt idx="31643">
                  <c:v>63.44</c:v>
                </c:pt>
                <c:pt idx="31644">
                  <c:v>56.24</c:v>
                </c:pt>
                <c:pt idx="31645">
                  <c:v>47.15</c:v>
                </c:pt>
                <c:pt idx="31646">
                  <c:v>169.98</c:v>
                </c:pt>
                <c:pt idx="31647">
                  <c:v>121.94</c:v>
                </c:pt>
                <c:pt idx="31648">
                  <c:v>169.98</c:v>
                </c:pt>
                <c:pt idx="31649">
                  <c:v>195.96</c:v>
                </c:pt>
                <c:pt idx="31650">
                  <c:v>148.94</c:v>
                </c:pt>
                <c:pt idx="31651">
                  <c:v>132.94999999999999</c:v>
                </c:pt>
                <c:pt idx="31652">
                  <c:v>177.94</c:v>
                </c:pt>
                <c:pt idx="31653">
                  <c:v>117.95</c:v>
                </c:pt>
                <c:pt idx="31654">
                  <c:v>50.97</c:v>
                </c:pt>
                <c:pt idx="31655">
                  <c:v>131.97999999999999</c:v>
                </c:pt>
                <c:pt idx="31656">
                  <c:v>147.97</c:v>
                </c:pt>
                <c:pt idx="31657">
                  <c:v>123.86</c:v>
                </c:pt>
                <c:pt idx="31658">
                  <c:v>120.95</c:v>
                </c:pt>
                <c:pt idx="31659">
                  <c:v>59.38</c:v>
                </c:pt>
                <c:pt idx="31660">
                  <c:v>79.98</c:v>
                </c:pt>
                <c:pt idx="31661">
                  <c:v>41.48</c:v>
                </c:pt>
                <c:pt idx="31662">
                  <c:v>65.19</c:v>
                </c:pt>
                <c:pt idx="31663">
                  <c:v>51.97</c:v>
                </c:pt>
                <c:pt idx="31664">
                  <c:v>127.03</c:v>
                </c:pt>
                <c:pt idx="31665">
                  <c:v>49.47</c:v>
                </c:pt>
                <c:pt idx="31666">
                  <c:v>48.47</c:v>
                </c:pt>
                <c:pt idx="31667">
                  <c:v>127.03</c:v>
                </c:pt>
                <c:pt idx="31668">
                  <c:v>127.01</c:v>
                </c:pt>
                <c:pt idx="31669">
                  <c:v>161.96</c:v>
                </c:pt>
                <c:pt idx="31670">
                  <c:v>159.97999999999999</c:v>
                </c:pt>
                <c:pt idx="31671">
                  <c:v>165.94</c:v>
                </c:pt>
                <c:pt idx="31672">
                  <c:v>214.95</c:v>
                </c:pt>
                <c:pt idx="31673">
                  <c:v>145.97</c:v>
                </c:pt>
                <c:pt idx="31674">
                  <c:v>176.95</c:v>
                </c:pt>
                <c:pt idx="31675">
                  <c:v>199.96</c:v>
                </c:pt>
                <c:pt idx="31676">
                  <c:v>149.97</c:v>
                </c:pt>
                <c:pt idx="31677">
                  <c:v>125.95</c:v>
                </c:pt>
                <c:pt idx="31678">
                  <c:v>126.99</c:v>
                </c:pt>
                <c:pt idx="31679">
                  <c:v>126.99</c:v>
                </c:pt>
                <c:pt idx="31680">
                  <c:v>125.93</c:v>
                </c:pt>
                <c:pt idx="31681">
                  <c:v>65.3</c:v>
                </c:pt>
                <c:pt idx="31682">
                  <c:v>115.98</c:v>
                </c:pt>
                <c:pt idx="31683">
                  <c:v>114.97</c:v>
                </c:pt>
                <c:pt idx="31684">
                  <c:v>119.97</c:v>
                </c:pt>
                <c:pt idx="31685">
                  <c:v>71.98</c:v>
                </c:pt>
                <c:pt idx="31686">
                  <c:v>150.47999999999999</c:v>
                </c:pt>
                <c:pt idx="31687">
                  <c:v>169.98</c:v>
                </c:pt>
                <c:pt idx="31688">
                  <c:v>45.74</c:v>
                </c:pt>
                <c:pt idx="31689">
                  <c:v>169.98</c:v>
                </c:pt>
                <c:pt idx="31690">
                  <c:v>169.96</c:v>
                </c:pt>
                <c:pt idx="31691">
                  <c:v>170.48</c:v>
                </c:pt>
                <c:pt idx="31692">
                  <c:v>119.97</c:v>
                </c:pt>
                <c:pt idx="31693">
                  <c:v>115.96</c:v>
                </c:pt>
                <c:pt idx="31694">
                  <c:v>149.97</c:v>
                </c:pt>
                <c:pt idx="31695">
                  <c:v>79.98</c:v>
                </c:pt>
                <c:pt idx="31696">
                  <c:v>169.98</c:v>
                </c:pt>
                <c:pt idx="31697">
                  <c:v>119.97</c:v>
                </c:pt>
                <c:pt idx="31698">
                  <c:v>149.97</c:v>
                </c:pt>
                <c:pt idx="31699">
                  <c:v>79.98</c:v>
                </c:pt>
                <c:pt idx="31700">
                  <c:v>115.97</c:v>
                </c:pt>
                <c:pt idx="31701">
                  <c:v>58.98</c:v>
                </c:pt>
                <c:pt idx="31702">
                  <c:v>55.98</c:v>
                </c:pt>
                <c:pt idx="31703">
                  <c:v>38.229999999999997</c:v>
                </c:pt>
                <c:pt idx="31704">
                  <c:v>63.98</c:v>
                </c:pt>
                <c:pt idx="31705">
                  <c:v>114.98</c:v>
                </c:pt>
                <c:pt idx="31706">
                  <c:v>99.98</c:v>
                </c:pt>
                <c:pt idx="31707">
                  <c:v>99.98</c:v>
                </c:pt>
                <c:pt idx="31708">
                  <c:v>114.98</c:v>
                </c:pt>
                <c:pt idx="31709">
                  <c:v>114.98</c:v>
                </c:pt>
                <c:pt idx="31710">
                  <c:v>43.48</c:v>
                </c:pt>
                <c:pt idx="31711">
                  <c:v>97.97</c:v>
                </c:pt>
                <c:pt idx="31712">
                  <c:v>29.49</c:v>
                </c:pt>
                <c:pt idx="31713">
                  <c:v>32.49</c:v>
                </c:pt>
                <c:pt idx="31714">
                  <c:v>27.49</c:v>
                </c:pt>
                <c:pt idx="31715">
                  <c:v>130.66</c:v>
                </c:pt>
                <c:pt idx="31716">
                  <c:v>175.96</c:v>
                </c:pt>
                <c:pt idx="31717">
                  <c:v>152.94999999999999</c:v>
                </c:pt>
                <c:pt idx="31718">
                  <c:v>146.31</c:v>
                </c:pt>
                <c:pt idx="31719">
                  <c:v>126.7</c:v>
                </c:pt>
                <c:pt idx="31720">
                  <c:v>179.46</c:v>
                </c:pt>
                <c:pt idx="31721">
                  <c:v>65.989999999999995</c:v>
                </c:pt>
                <c:pt idx="31722">
                  <c:v>80.98</c:v>
                </c:pt>
                <c:pt idx="31723">
                  <c:v>63.86</c:v>
                </c:pt>
                <c:pt idx="31724">
                  <c:v>51.49</c:v>
                </c:pt>
                <c:pt idx="31725">
                  <c:v>46.49</c:v>
                </c:pt>
                <c:pt idx="31726">
                  <c:v>55.96</c:v>
                </c:pt>
                <c:pt idx="31727">
                  <c:v>58.98</c:v>
                </c:pt>
                <c:pt idx="31728">
                  <c:v>51.49</c:v>
                </c:pt>
                <c:pt idx="31729">
                  <c:v>54.98</c:v>
                </c:pt>
                <c:pt idx="31730">
                  <c:v>106.47</c:v>
                </c:pt>
                <c:pt idx="31731">
                  <c:v>31.49</c:v>
                </c:pt>
                <c:pt idx="31732">
                  <c:v>74.98</c:v>
                </c:pt>
                <c:pt idx="31733">
                  <c:v>59.98</c:v>
                </c:pt>
                <c:pt idx="31734">
                  <c:v>59.96</c:v>
                </c:pt>
                <c:pt idx="31735">
                  <c:v>59.96</c:v>
                </c:pt>
                <c:pt idx="31736">
                  <c:v>138.96</c:v>
                </c:pt>
                <c:pt idx="31737">
                  <c:v>59.98</c:v>
                </c:pt>
                <c:pt idx="31738">
                  <c:v>54.98</c:v>
                </c:pt>
                <c:pt idx="31739">
                  <c:v>116.95</c:v>
                </c:pt>
                <c:pt idx="31740">
                  <c:v>59.97</c:v>
                </c:pt>
                <c:pt idx="31741">
                  <c:v>56.97</c:v>
                </c:pt>
                <c:pt idx="31742">
                  <c:v>59.96</c:v>
                </c:pt>
                <c:pt idx="31743">
                  <c:v>56.97</c:v>
                </c:pt>
                <c:pt idx="31744">
                  <c:v>115.92</c:v>
                </c:pt>
                <c:pt idx="31745">
                  <c:v>28.49</c:v>
                </c:pt>
                <c:pt idx="31746">
                  <c:v>17.489999999999998</c:v>
                </c:pt>
                <c:pt idx="31747">
                  <c:v>43.48</c:v>
                </c:pt>
                <c:pt idx="31748">
                  <c:v>59.96</c:v>
                </c:pt>
                <c:pt idx="31749">
                  <c:v>46.47</c:v>
                </c:pt>
                <c:pt idx="31750">
                  <c:v>56.97</c:v>
                </c:pt>
                <c:pt idx="31751">
                  <c:v>59.96</c:v>
                </c:pt>
                <c:pt idx="31752">
                  <c:v>169.92</c:v>
                </c:pt>
                <c:pt idx="31753">
                  <c:v>227.43</c:v>
                </c:pt>
                <c:pt idx="31754">
                  <c:v>223.92</c:v>
                </c:pt>
                <c:pt idx="31755">
                  <c:v>313.89999999999998</c:v>
                </c:pt>
                <c:pt idx="31756">
                  <c:v>195.26</c:v>
                </c:pt>
                <c:pt idx="31757">
                  <c:v>263.91000000000003</c:v>
                </c:pt>
                <c:pt idx="31758">
                  <c:v>137.31</c:v>
                </c:pt>
                <c:pt idx="31759">
                  <c:v>155.30000000000001</c:v>
                </c:pt>
                <c:pt idx="31760">
                  <c:v>58.47</c:v>
                </c:pt>
                <c:pt idx="31761">
                  <c:v>58.47</c:v>
                </c:pt>
                <c:pt idx="31762">
                  <c:v>54.96</c:v>
                </c:pt>
                <c:pt idx="31763">
                  <c:v>51.98</c:v>
                </c:pt>
                <c:pt idx="31764">
                  <c:v>62.88</c:v>
                </c:pt>
                <c:pt idx="31765">
                  <c:v>114.71</c:v>
                </c:pt>
                <c:pt idx="31766">
                  <c:v>59.98</c:v>
                </c:pt>
                <c:pt idx="31767">
                  <c:v>-6</c:v>
                </c:pt>
                <c:pt idx="31768">
                  <c:v>59.98</c:v>
                </c:pt>
                <c:pt idx="31769">
                  <c:v>76.13</c:v>
                </c:pt>
                <c:pt idx="31770">
                  <c:v>65.989999999999995</c:v>
                </c:pt>
                <c:pt idx="31771">
                  <c:v>97.97</c:v>
                </c:pt>
                <c:pt idx="31772">
                  <c:v>65.989999999999995</c:v>
                </c:pt>
                <c:pt idx="31773">
                  <c:v>79.98</c:v>
                </c:pt>
                <c:pt idx="31774">
                  <c:v>65.989999999999995</c:v>
                </c:pt>
                <c:pt idx="31775">
                  <c:v>65.989999999999995</c:v>
                </c:pt>
                <c:pt idx="31776">
                  <c:v>41.49</c:v>
                </c:pt>
                <c:pt idx="31777">
                  <c:v>58.98</c:v>
                </c:pt>
                <c:pt idx="31778">
                  <c:v>79.98</c:v>
                </c:pt>
                <c:pt idx="31779">
                  <c:v>94.98</c:v>
                </c:pt>
                <c:pt idx="31780">
                  <c:v>81.98</c:v>
                </c:pt>
                <c:pt idx="31781">
                  <c:v>60.98</c:v>
                </c:pt>
                <c:pt idx="31782">
                  <c:v>79.98</c:v>
                </c:pt>
                <c:pt idx="31783">
                  <c:v>14.09</c:v>
                </c:pt>
                <c:pt idx="31784">
                  <c:v>79.98</c:v>
                </c:pt>
                <c:pt idx="31785">
                  <c:v>65.989999999999995</c:v>
                </c:pt>
                <c:pt idx="31786">
                  <c:v>65.989999999999995</c:v>
                </c:pt>
                <c:pt idx="31787">
                  <c:v>148.97</c:v>
                </c:pt>
                <c:pt idx="31788">
                  <c:v>69.989999999999995</c:v>
                </c:pt>
                <c:pt idx="31789">
                  <c:v>46.73</c:v>
                </c:pt>
                <c:pt idx="31790">
                  <c:v>56.97</c:v>
                </c:pt>
                <c:pt idx="31791">
                  <c:v>51.76</c:v>
                </c:pt>
                <c:pt idx="31792">
                  <c:v>64.86</c:v>
                </c:pt>
                <c:pt idx="31793">
                  <c:v>56.98</c:v>
                </c:pt>
                <c:pt idx="31794">
                  <c:v>57.56</c:v>
                </c:pt>
                <c:pt idx="31795">
                  <c:v>116.55</c:v>
                </c:pt>
                <c:pt idx="31796">
                  <c:v>196.94</c:v>
                </c:pt>
                <c:pt idx="31797">
                  <c:v>89.07</c:v>
                </c:pt>
                <c:pt idx="31798">
                  <c:v>104.98</c:v>
                </c:pt>
                <c:pt idx="31799">
                  <c:v>106.98</c:v>
                </c:pt>
                <c:pt idx="31800">
                  <c:v>174.95</c:v>
                </c:pt>
                <c:pt idx="31801">
                  <c:v>169.98</c:v>
                </c:pt>
                <c:pt idx="31802">
                  <c:v>106.98</c:v>
                </c:pt>
                <c:pt idx="31803">
                  <c:v>54.99</c:v>
                </c:pt>
                <c:pt idx="31804">
                  <c:v>134.97</c:v>
                </c:pt>
                <c:pt idx="31805">
                  <c:v>104.98</c:v>
                </c:pt>
                <c:pt idx="31806">
                  <c:v>216.96</c:v>
                </c:pt>
                <c:pt idx="31807">
                  <c:v>84.99</c:v>
                </c:pt>
                <c:pt idx="31808">
                  <c:v>179.96</c:v>
                </c:pt>
                <c:pt idx="31809">
                  <c:v>84.99</c:v>
                </c:pt>
                <c:pt idx="31810">
                  <c:v>166.27</c:v>
                </c:pt>
                <c:pt idx="31811">
                  <c:v>116.45</c:v>
                </c:pt>
                <c:pt idx="31812">
                  <c:v>72.489999999999995</c:v>
                </c:pt>
                <c:pt idx="31813">
                  <c:v>60.96</c:v>
                </c:pt>
                <c:pt idx="31814">
                  <c:v>65.989999999999995</c:v>
                </c:pt>
                <c:pt idx="31815">
                  <c:v>94.31</c:v>
                </c:pt>
                <c:pt idx="31816">
                  <c:v>229.47</c:v>
                </c:pt>
                <c:pt idx="31817">
                  <c:v>286.95</c:v>
                </c:pt>
                <c:pt idx="31818">
                  <c:v>464.93</c:v>
                </c:pt>
                <c:pt idx="31819">
                  <c:v>254.9</c:v>
                </c:pt>
                <c:pt idx="31820">
                  <c:v>386.58</c:v>
                </c:pt>
                <c:pt idx="31821">
                  <c:v>335.94</c:v>
                </c:pt>
                <c:pt idx="31822">
                  <c:v>424.92</c:v>
                </c:pt>
                <c:pt idx="31823">
                  <c:v>366.51</c:v>
                </c:pt>
                <c:pt idx="31824">
                  <c:v>68.17</c:v>
                </c:pt>
                <c:pt idx="31825">
                  <c:v>37.49</c:v>
                </c:pt>
                <c:pt idx="31826">
                  <c:v>72.97</c:v>
                </c:pt>
                <c:pt idx="31827">
                  <c:v>72.97</c:v>
                </c:pt>
                <c:pt idx="31828">
                  <c:v>124.98</c:v>
                </c:pt>
                <c:pt idx="31829">
                  <c:v>50.74</c:v>
                </c:pt>
                <c:pt idx="31830">
                  <c:v>45.74</c:v>
                </c:pt>
                <c:pt idx="31831">
                  <c:v>116.07</c:v>
                </c:pt>
                <c:pt idx="31832">
                  <c:v>160.83000000000001</c:v>
                </c:pt>
                <c:pt idx="31833">
                  <c:v>131.97999999999999</c:v>
                </c:pt>
                <c:pt idx="31834">
                  <c:v>85.98</c:v>
                </c:pt>
                <c:pt idx="31835">
                  <c:v>105.94</c:v>
                </c:pt>
                <c:pt idx="31836">
                  <c:v>100.97</c:v>
                </c:pt>
                <c:pt idx="31837">
                  <c:v>129</c:v>
                </c:pt>
                <c:pt idx="31838">
                  <c:v>119.97</c:v>
                </c:pt>
                <c:pt idx="31839">
                  <c:v>69.97</c:v>
                </c:pt>
                <c:pt idx="31840">
                  <c:v>59.99</c:v>
                </c:pt>
                <c:pt idx="31841">
                  <c:v>114.97</c:v>
                </c:pt>
                <c:pt idx="31842">
                  <c:v>113.97</c:v>
                </c:pt>
                <c:pt idx="31843">
                  <c:v>59.98</c:v>
                </c:pt>
                <c:pt idx="31844">
                  <c:v>53.98</c:v>
                </c:pt>
                <c:pt idx="31845">
                  <c:v>53.98</c:v>
                </c:pt>
                <c:pt idx="31846">
                  <c:v>59.98</c:v>
                </c:pt>
                <c:pt idx="31847">
                  <c:v>59.98</c:v>
                </c:pt>
                <c:pt idx="31848">
                  <c:v>53.98</c:v>
                </c:pt>
                <c:pt idx="31849">
                  <c:v>62.98</c:v>
                </c:pt>
                <c:pt idx="31850">
                  <c:v>50.98</c:v>
                </c:pt>
                <c:pt idx="31851">
                  <c:v>79.98</c:v>
                </c:pt>
                <c:pt idx="31852">
                  <c:v>99.98</c:v>
                </c:pt>
                <c:pt idx="31853">
                  <c:v>99.98</c:v>
                </c:pt>
                <c:pt idx="31854">
                  <c:v>79.98</c:v>
                </c:pt>
                <c:pt idx="31855">
                  <c:v>75.97</c:v>
                </c:pt>
                <c:pt idx="31856">
                  <c:v>91.77</c:v>
                </c:pt>
                <c:pt idx="31857">
                  <c:v>77.58</c:v>
                </c:pt>
                <c:pt idx="31858">
                  <c:v>97.48</c:v>
                </c:pt>
                <c:pt idx="31859">
                  <c:v>79.98</c:v>
                </c:pt>
                <c:pt idx="31860">
                  <c:v>75.22</c:v>
                </c:pt>
                <c:pt idx="31861">
                  <c:v>99.18</c:v>
                </c:pt>
                <c:pt idx="31862">
                  <c:v>99.98</c:v>
                </c:pt>
                <c:pt idx="31863">
                  <c:v>98.98</c:v>
                </c:pt>
                <c:pt idx="31864">
                  <c:v>89.98</c:v>
                </c:pt>
                <c:pt idx="31865">
                  <c:v>89.98</c:v>
                </c:pt>
                <c:pt idx="31866">
                  <c:v>82.98</c:v>
                </c:pt>
                <c:pt idx="31867">
                  <c:v>85.98</c:v>
                </c:pt>
                <c:pt idx="31868">
                  <c:v>80.540000000000006</c:v>
                </c:pt>
                <c:pt idx="31869">
                  <c:v>79.98</c:v>
                </c:pt>
                <c:pt idx="31870">
                  <c:v>99.98</c:v>
                </c:pt>
                <c:pt idx="31871">
                  <c:v>98.98</c:v>
                </c:pt>
                <c:pt idx="31872">
                  <c:v>81.98</c:v>
                </c:pt>
                <c:pt idx="31873">
                  <c:v>94.07</c:v>
                </c:pt>
                <c:pt idx="31874">
                  <c:v>74.98</c:v>
                </c:pt>
                <c:pt idx="31875">
                  <c:v>71.98</c:v>
                </c:pt>
                <c:pt idx="31876">
                  <c:v>71.98</c:v>
                </c:pt>
                <c:pt idx="31877">
                  <c:v>114.95</c:v>
                </c:pt>
                <c:pt idx="31878">
                  <c:v>17.489999999999998</c:v>
                </c:pt>
                <c:pt idx="31879">
                  <c:v>87.97</c:v>
                </c:pt>
                <c:pt idx="31880">
                  <c:v>107.28</c:v>
                </c:pt>
                <c:pt idx="31881">
                  <c:v>113.97</c:v>
                </c:pt>
                <c:pt idx="31882">
                  <c:v>64.98</c:v>
                </c:pt>
                <c:pt idx="31883">
                  <c:v>50.98</c:v>
                </c:pt>
                <c:pt idx="31884">
                  <c:v>55.98</c:v>
                </c:pt>
                <c:pt idx="31885">
                  <c:v>59.98</c:v>
                </c:pt>
                <c:pt idx="31886">
                  <c:v>57.98</c:v>
                </c:pt>
                <c:pt idx="31887">
                  <c:v>57.98</c:v>
                </c:pt>
                <c:pt idx="31888">
                  <c:v>115.96</c:v>
                </c:pt>
                <c:pt idx="31889">
                  <c:v>169.98</c:v>
                </c:pt>
                <c:pt idx="31890">
                  <c:v>75.180000000000007</c:v>
                </c:pt>
                <c:pt idx="31891">
                  <c:v>84.99</c:v>
                </c:pt>
                <c:pt idx="31892">
                  <c:v>131.97999999999999</c:v>
                </c:pt>
                <c:pt idx="31893">
                  <c:v>92.24</c:v>
                </c:pt>
                <c:pt idx="31894">
                  <c:v>131.97999999999999</c:v>
                </c:pt>
                <c:pt idx="31895">
                  <c:v>183.97</c:v>
                </c:pt>
                <c:pt idx="31896">
                  <c:v>134.94</c:v>
                </c:pt>
                <c:pt idx="31897">
                  <c:v>121.98</c:v>
                </c:pt>
                <c:pt idx="31898">
                  <c:v>84.99</c:v>
                </c:pt>
                <c:pt idx="31899">
                  <c:v>149.97999999999999</c:v>
                </c:pt>
                <c:pt idx="31900">
                  <c:v>169.91</c:v>
                </c:pt>
                <c:pt idx="31901">
                  <c:v>49.99</c:v>
                </c:pt>
                <c:pt idx="31902">
                  <c:v>169.98</c:v>
                </c:pt>
                <c:pt idx="31903">
                  <c:v>84.99</c:v>
                </c:pt>
                <c:pt idx="31904">
                  <c:v>76.489999999999995</c:v>
                </c:pt>
                <c:pt idx="31905">
                  <c:v>169.98</c:v>
                </c:pt>
                <c:pt idx="31906">
                  <c:v>148.97</c:v>
                </c:pt>
                <c:pt idx="31907">
                  <c:v>169.98</c:v>
                </c:pt>
                <c:pt idx="31908">
                  <c:v>53.98</c:v>
                </c:pt>
                <c:pt idx="31909">
                  <c:v>59.98</c:v>
                </c:pt>
                <c:pt idx="31910">
                  <c:v>53.98</c:v>
                </c:pt>
                <c:pt idx="31911">
                  <c:v>59.98</c:v>
                </c:pt>
                <c:pt idx="31912">
                  <c:v>53.98</c:v>
                </c:pt>
                <c:pt idx="31913">
                  <c:v>59.98</c:v>
                </c:pt>
                <c:pt idx="31914">
                  <c:v>59.98</c:v>
                </c:pt>
                <c:pt idx="31915">
                  <c:v>53.98</c:v>
                </c:pt>
                <c:pt idx="31916">
                  <c:v>53.98</c:v>
                </c:pt>
                <c:pt idx="31917">
                  <c:v>59.98</c:v>
                </c:pt>
                <c:pt idx="31918">
                  <c:v>164.93</c:v>
                </c:pt>
                <c:pt idx="31919">
                  <c:v>152.97999999999999</c:v>
                </c:pt>
                <c:pt idx="31920">
                  <c:v>169.98</c:v>
                </c:pt>
                <c:pt idx="31921">
                  <c:v>164.56</c:v>
                </c:pt>
                <c:pt idx="31922">
                  <c:v>166.58</c:v>
                </c:pt>
                <c:pt idx="31923">
                  <c:v>169.98</c:v>
                </c:pt>
                <c:pt idx="31924">
                  <c:v>169.98</c:v>
                </c:pt>
                <c:pt idx="31925">
                  <c:v>163.28</c:v>
                </c:pt>
                <c:pt idx="31926">
                  <c:v>169.98</c:v>
                </c:pt>
                <c:pt idx="31927">
                  <c:v>164.88</c:v>
                </c:pt>
                <c:pt idx="31928">
                  <c:v>159.97999999999999</c:v>
                </c:pt>
                <c:pt idx="31929">
                  <c:v>169.98</c:v>
                </c:pt>
                <c:pt idx="31930">
                  <c:v>169.98</c:v>
                </c:pt>
                <c:pt idx="31931">
                  <c:v>201.96</c:v>
                </c:pt>
                <c:pt idx="31932">
                  <c:v>55.98</c:v>
                </c:pt>
                <c:pt idx="31933">
                  <c:v>31.93</c:v>
                </c:pt>
                <c:pt idx="31934">
                  <c:v>70.97</c:v>
                </c:pt>
                <c:pt idx="31935">
                  <c:v>116.97</c:v>
                </c:pt>
                <c:pt idx="31936">
                  <c:v>53.98</c:v>
                </c:pt>
                <c:pt idx="31937">
                  <c:v>51.48</c:v>
                </c:pt>
                <c:pt idx="31938">
                  <c:v>62.9</c:v>
                </c:pt>
                <c:pt idx="31939">
                  <c:v>62.9</c:v>
                </c:pt>
                <c:pt idx="31940">
                  <c:v>26.29</c:v>
                </c:pt>
                <c:pt idx="31941">
                  <c:v>113.94</c:v>
                </c:pt>
                <c:pt idx="31942">
                  <c:v>116.96</c:v>
                </c:pt>
                <c:pt idx="31943">
                  <c:v>324.02</c:v>
                </c:pt>
                <c:pt idx="31944">
                  <c:v>376.14</c:v>
                </c:pt>
                <c:pt idx="31945">
                  <c:v>131.97999999999999</c:v>
                </c:pt>
                <c:pt idx="31946">
                  <c:v>339.96</c:v>
                </c:pt>
                <c:pt idx="31947">
                  <c:v>297.47000000000003</c:v>
                </c:pt>
                <c:pt idx="31948">
                  <c:v>305.95999999999998</c:v>
                </c:pt>
                <c:pt idx="31949">
                  <c:v>172.97</c:v>
                </c:pt>
                <c:pt idx="31950">
                  <c:v>125.79</c:v>
                </c:pt>
                <c:pt idx="31951">
                  <c:v>125.79</c:v>
                </c:pt>
                <c:pt idx="31952">
                  <c:v>116.95</c:v>
                </c:pt>
                <c:pt idx="31953">
                  <c:v>125.79</c:v>
                </c:pt>
                <c:pt idx="31954">
                  <c:v>55.97</c:v>
                </c:pt>
                <c:pt idx="31955">
                  <c:v>49.47</c:v>
                </c:pt>
                <c:pt idx="31956">
                  <c:v>59.96</c:v>
                </c:pt>
                <c:pt idx="31957">
                  <c:v>61.96</c:v>
                </c:pt>
                <c:pt idx="31958">
                  <c:v>135.5</c:v>
                </c:pt>
                <c:pt idx="31959">
                  <c:v>147.6</c:v>
                </c:pt>
                <c:pt idx="31960">
                  <c:v>147.6</c:v>
                </c:pt>
                <c:pt idx="31961">
                  <c:v>147.6</c:v>
                </c:pt>
                <c:pt idx="31962">
                  <c:v>147.6</c:v>
                </c:pt>
                <c:pt idx="31963">
                  <c:v>147.6</c:v>
                </c:pt>
                <c:pt idx="31964">
                  <c:v>147.6</c:v>
                </c:pt>
                <c:pt idx="31965">
                  <c:v>147.6</c:v>
                </c:pt>
                <c:pt idx="31966">
                  <c:v>147.6</c:v>
                </c:pt>
                <c:pt idx="31967">
                  <c:v>137.43</c:v>
                </c:pt>
                <c:pt idx="31968">
                  <c:v>100.39</c:v>
                </c:pt>
                <c:pt idx="31969">
                  <c:v>75.87</c:v>
                </c:pt>
                <c:pt idx="31970">
                  <c:v>49.59</c:v>
                </c:pt>
                <c:pt idx="31971">
                  <c:v>66.540000000000006</c:v>
                </c:pt>
                <c:pt idx="31972">
                  <c:v>59.97</c:v>
                </c:pt>
                <c:pt idx="31973">
                  <c:v>59.97</c:v>
                </c:pt>
                <c:pt idx="31974">
                  <c:v>84.99</c:v>
                </c:pt>
                <c:pt idx="31975">
                  <c:v>84.99</c:v>
                </c:pt>
                <c:pt idx="31976">
                  <c:v>53.76</c:v>
                </c:pt>
                <c:pt idx="31977">
                  <c:v>53.76</c:v>
                </c:pt>
                <c:pt idx="31978">
                  <c:v>46.49</c:v>
                </c:pt>
                <c:pt idx="31979">
                  <c:v>55.98</c:v>
                </c:pt>
                <c:pt idx="31980">
                  <c:v>57.98</c:v>
                </c:pt>
                <c:pt idx="31981">
                  <c:v>55.98</c:v>
                </c:pt>
                <c:pt idx="31982">
                  <c:v>46.49</c:v>
                </c:pt>
                <c:pt idx="31983">
                  <c:v>57.98</c:v>
                </c:pt>
                <c:pt idx="31984">
                  <c:v>62.47</c:v>
                </c:pt>
                <c:pt idx="31985">
                  <c:v>62.98</c:v>
                </c:pt>
                <c:pt idx="31986">
                  <c:v>125.19</c:v>
                </c:pt>
                <c:pt idx="31987">
                  <c:v>61.69</c:v>
                </c:pt>
                <c:pt idx="31988">
                  <c:v>63.5</c:v>
                </c:pt>
                <c:pt idx="31989">
                  <c:v>50.48</c:v>
                </c:pt>
                <c:pt idx="31990">
                  <c:v>54.38</c:v>
                </c:pt>
                <c:pt idx="31991">
                  <c:v>46.29</c:v>
                </c:pt>
                <c:pt idx="31992">
                  <c:v>292.68</c:v>
                </c:pt>
                <c:pt idx="31993">
                  <c:v>128.24</c:v>
                </c:pt>
                <c:pt idx="31994">
                  <c:v>287.93</c:v>
                </c:pt>
                <c:pt idx="31995">
                  <c:v>274.61</c:v>
                </c:pt>
                <c:pt idx="31996">
                  <c:v>260.13</c:v>
                </c:pt>
                <c:pt idx="31997">
                  <c:v>389.45</c:v>
                </c:pt>
                <c:pt idx="31998">
                  <c:v>125.08</c:v>
                </c:pt>
                <c:pt idx="31999">
                  <c:v>69.27</c:v>
                </c:pt>
                <c:pt idx="32000">
                  <c:v>51.98</c:v>
                </c:pt>
                <c:pt idx="32001">
                  <c:v>123.96</c:v>
                </c:pt>
                <c:pt idx="32002">
                  <c:v>114.17</c:v>
                </c:pt>
                <c:pt idx="32003">
                  <c:v>114.37</c:v>
                </c:pt>
                <c:pt idx="32004">
                  <c:v>79.98</c:v>
                </c:pt>
                <c:pt idx="32005">
                  <c:v>59.97</c:v>
                </c:pt>
                <c:pt idx="32006">
                  <c:v>55.16</c:v>
                </c:pt>
                <c:pt idx="32007">
                  <c:v>82.07</c:v>
                </c:pt>
                <c:pt idx="32008">
                  <c:v>80.05</c:v>
                </c:pt>
                <c:pt idx="32009">
                  <c:v>67.98</c:v>
                </c:pt>
                <c:pt idx="32010">
                  <c:v>107.97</c:v>
                </c:pt>
                <c:pt idx="32011">
                  <c:v>85.98</c:v>
                </c:pt>
                <c:pt idx="32012">
                  <c:v>58.25</c:v>
                </c:pt>
                <c:pt idx="32013">
                  <c:v>65.989999999999995</c:v>
                </c:pt>
                <c:pt idx="32014">
                  <c:v>51.98</c:v>
                </c:pt>
                <c:pt idx="32015">
                  <c:v>59.98</c:v>
                </c:pt>
                <c:pt idx="32016">
                  <c:v>65.989999999999995</c:v>
                </c:pt>
                <c:pt idx="32017">
                  <c:v>64.98</c:v>
                </c:pt>
                <c:pt idx="32018">
                  <c:v>58.97</c:v>
                </c:pt>
                <c:pt idx="32019">
                  <c:v>57.65</c:v>
                </c:pt>
                <c:pt idx="32020">
                  <c:v>84.98</c:v>
                </c:pt>
                <c:pt idx="32021">
                  <c:v>65.989999999999995</c:v>
                </c:pt>
                <c:pt idx="32022">
                  <c:v>65.989999999999995</c:v>
                </c:pt>
                <c:pt idx="32023">
                  <c:v>54.97</c:v>
                </c:pt>
                <c:pt idx="32024">
                  <c:v>72.98</c:v>
                </c:pt>
                <c:pt idx="32025">
                  <c:v>68.989999999999995</c:v>
                </c:pt>
                <c:pt idx="32026">
                  <c:v>62.89</c:v>
                </c:pt>
                <c:pt idx="32027">
                  <c:v>98.97</c:v>
                </c:pt>
                <c:pt idx="32028">
                  <c:v>79.98</c:v>
                </c:pt>
                <c:pt idx="32029">
                  <c:v>26.38</c:v>
                </c:pt>
                <c:pt idx="32030">
                  <c:v>42.73</c:v>
                </c:pt>
                <c:pt idx="32031">
                  <c:v>21.49</c:v>
                </c:pt>
                <c:pt idx="32032">
                  <c:v>113.97</c:v>
                </c:pt>
                <c:pt idx="32033">
                  <c:v>114.98</c:v>
                </c:pt>
                <c:pt idx="32034">
                  <c:v>59.98</c:v>
                </c:pt>
                <c:pt idx="32035">
                  <c:v>53.98</c:v>
                </c:pt>
                <c:pt idx="32036">
                  <c:v>114.97</c:v>
                </c:pt>
                <c:pt idx="32037">
                  <c:v>74.989999999999995</c:v>
                </c:pt>
                <c:pt idx="32038">
                  <c:v>60.99</c:v>
                </c:pt>
                <c:pt idx="32039">
                  <c:v>159.97999999999999</c:v>
                </c:pt>
                <c:pt idx="32040">
                  <c:v>91.77</c:v>
                </c:pt>
                <c:pt idx="32041">
                  <c:v>60.99</c:v>
                </c:pt>
                <c:pt idx="32042">
                  <c:v>60.99</c:v>
                </c:pt>
                <c:pt idx="32043">
                  <c:v>79.989999999999995</c:v>
                </c:pt>
                <c:pt idx="32044">
                  <c:v>99.98</c:v>
                </c:pt>
                <c:pt idx="32045">
                  <c:v>149.97999999999999</c:v>
                </c:pt>
                <c:pt idx="32046">
                  <c:v>161.86000000000001</c:v>
                </c:pt>
                <c:pt idx="32047">
                  <c:v>65.989999999999995</c:v>
                </c:pt>
                <c:pt idx="32048">
                  <c:v>98.98</c:v>
                </c:pt>
                <c:pt idx="32049">
                  <c:v>79.989999999999995</c:v>
                </c:pt>
                <c:pt idx="32050">
                  <c:v>156.96</c:v>
                </c:pt>
                <c:pt idx="32051">
                  <c:v>79.989999999999995</c:v>
                </c:pt>
                <c:pt idx="32052">
                  <c:v>60.99</c:v>
                </c:pt>
                <c:pt idx="32053">
                  <c:v>79.989999999999995</c:v>
                </c:pt>
                <c:pt idx="32054">
                  <c:v>79.989999999999995</c:v>
                </c:pt>
                <c:pt idx="32055">
                  <c:v>147.47</c:v>
                </c:pt>
                <c:pt idx="32056">
                  <c:v>109.97</c:v>
                </c:pt>
                <c:pt idx="32057">
                  <c:v>79.989999999999995</c:v>
                </c:pt>
                <c:pt idx="32058">
                  <c:v>79.989999999999995</c:v>
                </c:pt>
                <c:pt idx="32059">
                  <c:v>55.44</c:v>
                </c:pt>
                <c:pt idx="32060">
                  <c:v>154.97999999999999</c:v>
                </c:pt>
                <c:pt idx="32061">
                  <c:v>114.97</c:v>
                </c:pt>
                <c:pt idx="32062">
                  <c:v>106.28</c:v>
                </c:pt>
                <c:pt idx="32063">
                  <c:v>51.29</c:v>
                </c:pt>
                <c:pt idx="32064">
                  <c:v>46.29</c:v>
                </c:pt>
                <c:pt idx="32065">
                  <c:v>46.29</c:v>
                </c:pt>
                <c:pt idx="32066">
                  <c:v>51.29</c:v>
                </c:pt>
                <c:pt idx="32067">
                  <c:v>31.28</c:v>
                </c:pt>
                <c:pt idx="32068">
                  <c:v>112.97</c:v>
                </c:pt>
                <c:pt idx="32069">
                  <c:v>60.83</c:v>
                </c:pt>
                <c:pt idx="32070">
                  <c:v>84.99</c:v>
                </c:pt>
                <c:pt idx="32071">
                  <c:v>84.99</c:v>
                </c:pt>
                <c:pt idx="32072">
                  <c:v>98.98</c:v>
                </c:pt>
                <c:pt idx="32073">
                  <c:v>65.989999999999995</c:v>
                </c:pt>
                <c:pt idx="32074">
                  <c:v>131.97999999999999</c:v>
                </c:pt>
                <c:pt idx="32075">
                  <c:v>59.39</c:v>
                </c:pt>
                <c:pt idx="32076">
                  <c:v>105.98</c:v>
                </c:pt>
                <c:pt idx="32077">
                  <c:v>98.32</c:v>
                </c:pt>
                <c:pt idx="32078">
                  <c:v>99.98</c:v>
                </c:pt>
                <c:pt idx="32079">
                  <c:v>84.99</c:v>
                </c:pt>
                <c:pt idx="32080">
                  <c:v>95.97</c:v>
                </c:pt>
                <c:pt idx="32081">
                  <c:v>59.96</c:v>
                </c:pt>
                <c:pt idx="32082">
                  <c:v>54.98</c:v>
                </c:pt>
                <c:pt idx="32083">
                  <c:v>112.96</c:v>
                </c:pt>
                <c:pt idx="32084">
                  <c:v>51.49</c:v>
                </c:pt>
                <c:pt idx="32085">
                  <c:v>44.27</c:v>
                </c:pt>
                <c:pt idx="32086">
                  <c:v>59.96</c:v>
                </c:pt>
                <c:pt idx="32087">
                  <c:v>40.229999999999997</c:v>
                </c:pt>
                <c:pt idx="32088">
                  <c:v>58.96</c:v>
                </c:pt>
                <c:pt idx="32089">
                  <c:v>53.97</c:v>
                </c:pt>
                <c:pt idx="32090">
                  <c:v>56.97</c:v>
                </c:pt>
                <c:pt idx="32091">
                  <c:v>69.989999999999995</c:v>
                </c:pt>
                <c:pt idx="32092">
                  <c:v>63.88</c:v>
                </c:pt>
                <c:pt idx="32093">
                  <c:v>67.84</c:v>
                </c:pt>
                <c:pt idx="32094">
                  <c:v>195.47</c:v>
                </c:pt>
                <c:pt idx="32095">
                  <c:v>279.85000000000002</c:v>
                </c:pt>
                <c:pt idx="32096">
                  <c:v>62.9</c:v>
                </c:pt>
                <c:pt idx="32097">
                  <c:v>61.69</c:v>
                </c:pt>
                <c:pt idx="32098">
                  <c:v>124.59</c:v>
                </c:pt>
                <c:pt idx="32099">
                  <c:v>124.59</c:v>
                </c:pt>
                <c:pt idx="32100">
                  <c:v>124.57</c:v>
                </c:pt>
                <c:pt idx="32101">
                  <c:v>70.98</c:v>
                </c:pt>
                <c:pt idx="32102">
                  <c:v>42.99</c:v>
                </c:pt>
                <c:pt idx="32103">
                  <c:v>49.47</c:v>
                </c:pt>
                <c:pt idx="32104">
                  <c:v>5.98</c:v>
                </c:pt>
                <c:pt idx="32105">
                  <c:v>54.98</c:v>
                </c:pt>
                <c:pt idx="32106">
                  <c:v>52.98</c:v>
                </c:pt>
                <c:pt idx="32107">
                  <c:v>65.3</c:v>
                </c:pt>
                <c:pt idx="32108">
                  <c:v>241.95</c:v>
                </c:pt>
                <c:pt idx="32109">
                  <c:v>200.82</c:v>
                </c:pt>
                <c:pt idx="32110">
                  <c:v>152.44</c:v>
                </c:pt>
                <c:pt idx="32111">
                  <c:v>171.76</c:v>
                </c:pt>
                <c:pt idx="32112">
                  <c:v>214.77</c:v>
                </c:pt>
                <c:pt idx="32113">
                  <c:v>193.55</c:v>
                </c:pt>
                <c:pt idx="32114">
                  <c:v>152.91</c:v>
                </c:pt>
                <c:pt idx="32115">
                  <c:v>56.97</c:v>
                </c:pt>
                <c:pt idx="32116">
                  <c:v>58.48</c:v>
                </c:pt>
                <c:pt idx="32117">
                  <c:v>55.97</c:v>
                </c:pt>
                <c:pt idx="32118">
                  <c:v>112.48</c:v>
                </c:pt>
                <c:pt idx="32119">
                  <c:v>112.46</c:v>
                </c:pt>
                <c:pt idx="32120">
                  <c:v>84.99</c:v>
                </c:pt>
                <c:pt idx="32121">
                  <c:v>60.83</c:v>
                </c:pt>
                <c:pt idx="32122">
                  <c:v>84.99</c:v>
                </c:pt>
                <c:pt idx="32123">
                  <c:v>15.29</c:v>
                </c:pt>
                <c:pt idx="32124">
                  <c:v>85.98</c:v>
                </c:pt>
                <c:pt idx="32125">
                  <c:v>59.99</c:v>
                </c:pt>
                <c:pt idx="32126">
                  <c:v>75.09</c:v>
                </c:pt>
                <c:pt idx="32127">
                  <c:v>65.989999999999995</c:v>
                </c:pt>
                <c:pt idx="32128">
                  <c:v>84.99</c:v>
                </c:pt>
                <c:pt idx="32129">
                  <c:v>84.99</c:v>
                </c:pt>
                <c:pt idx="32130">
                  <c:v>84.99</c:v>
                </c:pt>
                <c:pt idx="32131">
                  <c:v>84.99</c:v>
                </c:pt>
                <c:pt idx="32132">
                  <c:v>31.28</c:v>
                </c:pt>
                <c:pt idx="32133">
                  <c:v>103.37</c:v>
                </c:pt>
                <c:pt idx="32134">
                  <c:v>112.32</c:v>
                </c:pt>
                <c:pt idx="32135">
                  <c:v>122.97</c:v>
                </c:pt>
                <c:pt idx="32136">
                  <c:v>59.99</c:v>
                </c:pt>
                <c:pt idx="32137">
                  <c:v>59.99</c:v>
                </c:pt>
                <c:pt idx="32138">
                  <c:v>59.98</c:v>
                </c:pt>
                <c:pt idx="32139">
                  <c:v>59.98</c:v>
                </c:pt>
                <c:pt idx="32140">
                  <c:v>53.99</c:v>
                </c:pt>
                <c:pt idx="32141">
                  <c:v>243.96</c:v>
                </c:pt>
                <c:pt idx="32142">
                  <c:v>159.97999999999999</c:v>
                </c:pt>
                <c:pt idx="32143">
                  <c:v>159.97999999999999</c:v>
                </c:pt>
                <c:pt idx="32144">
                  <c:v>173.97</c:v>
                </c:pt>
                <c:pt idx="32145">
                  <c:v>93.98</c:v>
                </c:pt>
                <c:pt idx="32146">
                  <c:v>182.37</c:v>
                </c:pt>
                <c:pt idx="32147">
                  <c:v>173.97</c:v>
                </c:pt>
                <c:pt idx="32148">
                  <c:v>159.97999999999999</c:v>
                </c:pt>
                <c:pt idx="32149">
                  <c:v>159.97999999999999</c:v>
                </c:pt>
                <c:pt idx="32150">
                  <c:v>132.34</c:v>
                </c:pt>
                <c:pt idx="32151">
                  <c:v>159.97999999999999</c:v>
                </c:pt>
                <c:pt idx="32152">
                  <c:v>121.98</c:v>
                </c:pt>
                <c:pt idx="32153">
                  <c:v>113.97</c:v>
                </c:pt>
                <c:pt idx="32154">
                  <c:v>113.97</c:v>
                </c:pt>
                <c:pt idx="32155">
                  <c:v>113.97</c:v>
                </c:pt>
                <c:pt idx="32156">
                  <c:v>53.98</c:v>
                </c:pt>
                <c:pt idx="32157">
                  <c:v>177.24</c:v>
                </c:pt>
                <c:pt idx="32158">
                  <c:v>183.92</c:v>
                </c:pt>
                <c:pt idx="32159">
                  <c:v>259.37</c:v>
                </c:pt>
                <c:pt idx="32160">
                  <c:v>176.79</c:v>
                </c:pt>
                <c:pt idx="32161">
                  <c:v>274.89</c:v>
                </c:pt>
                <c:pt idx="32162">
                  <c:v>183.92</c:v>
                </c:pt>
                <c:pt idx="32163">
                  <c:v>183.92</c:v>
                </c:pt>
                <c:pt idx="32164">
                  <c:v>160.93</c:v>
                </c:pt>
                <c:pt idx="32165">
                  <c:v>269.91000000000003</c:v>
                </c:pt>
                <c:pt idx="32166">
                  <c:v>269.91000000000003</c:v>
                </c:pt>
                <c:pt idx="32167">
                  <c:v>112.96</c:v>
                </c:pt>
                <c:pt idx="32168">
                  <c:v>53.98</c:v>
                </c:pt>
                <c:pt idx="32169">
                  <c:v>59.98</c:v>
                </c:pt>
                <c:pt idx="32170">
                  <c:v>51.99</c:v>
                </c:pt>
                <c:pt idx="32171">
                  <c:v>19.940000000000001</c:v>
                </c:pt>
                <c:pt idx="32172">
                  <c:v>19.940000000000001</c:v>
                </c:pt>
                <c:pt idx="32173">
                  <c:v>51.99</c:v>
                </c:pt>
                <c:pt idx="32174">
                  <c:v>51.99</c:v>
                </c:pt>
                <c:pt idx="32175">
                  <c:v>42.5</c:v>
                </c:pt>
                <c:pt idx="32176">
                  <c:v>42.5</c:v>
                </c:pt>
                <c:pt idx="32177">
                  <c:v>19.940000000000001</c:v>
                </c:pt>
                <c:pt idx="32178">
                  <c:v>19.940000000000001</c:v>
                </c:pt>
                <c:pt idx="32179">
                  <c:v>51.99</c:v>
                </c:pt>
                <c:pt idx="32180">
                  <c:v>20.29</c:v>
                </c:pt>
                <c:pt idx="32181">
                  <c:v>42.5</c:v>
                </c:pt>
                <c:pt idx="32182">
                  <c:v>20.29</c:v>
                </c:pt>
                <c:pt idx="32183">
                  <c:v>20.29</c:v>
                </c:pt>
                <c:pt idx="32184">
                  <c:v>42.5</c:v>
                </c:pt>
                <c:pt idx="32185">
                  <c:v>20.29</c:v>
                </c:pt>
                <c:pt idx="32186">
                  <c:v>70.47</c:v>
                </c:pt>
                <c:pt idx="32187">
                  <c:v>19.989999999999998</c:v>
                </c:pt>
                <c:pt idx="32188">
                  <c:v>65.989999999999995</c:v>
                </c:pt>
                <c:pt idx="32189">
                  <c:v>56.97</c:v>
                </c:pt>
                <c:pt idx="32190">
                  <c:v>111.96</c:v>
                </c:pt>
                <c:pt idx="32191">
                  <c:v>59.97</c:v>
                </c:pt>
                <c:pt idx="32192">
                  <c:v>56.97</c:v>
                </c:pt>
                <c:pt idx="32193">
                  <c:v>55.98</c:v>
                </c:pt>
                <c:pt idx="32194">
                  <c:v>55.98</c:v>
                </c:pt>
                <c:pt idx="32195">
                  <c:v>177.83</c:v>
                </c:pt>
                <c:pt idx="32196">
                  <c:v>184.97</c:v>
                </c:pt>
                <c:pt idx="32197">
                  <c:v>209.29</c:v>
                </c:pt>
                <c:pt idx="32198">
                  <c:v>129.96</c:v>
                </c:pt>
                <c:pt idx="32199">
                  <c:v>87.1</c:v>
                </c:pt>
                <c:pt idx="32200">
                  <c:v>-184.97</c:v>
                </c:pt>
                <c:pt idx="32201">
                  <c:v>159.69999999999999</c:v>
                </c:pt>
                <c:pt idx="32202">
                  <c:v>56.97</c:v>
                </c:pt>
                <c:pt idx="32203">
                  <c:v>55.98</c:v>
                </c:pt>
                <c:pt idx="32204">
                  <c:v>55.98</c:v>
                </c:pt>
                <c:pt idx="32205">
                  <c:v>111.96</c:v>
                </c:pt>
                <c:pt idx="32206">
                  <c:v>111.96</c:v>
                </c:pt>
                <c:pt idx="32207">
                  <c:v>55.98</c:v>
                </c:pt>
                <c:pt idx="32208">
                  <c:v>55.98</c:v>
                </c:pt>
                <c:pt idx="32209">
                  <c:v>55.98</c:v>
                </c:pt>
                <c:pt idx="32210">
                  <c:v>55.98</c:v>
                </c:pt>
                <c:pt idx="32211">
                  <c:v>113.94</c:v>
                </c:pt>
                <c:pt idx="32212">
                  <c:v>168.28</c:v>
                </c:pt>
                <c:pt idx="32213">
                  <c:v>56.09</c:v>
                </c:pt>
                <c:pt idx="32214">
                  <c:v>99.19</c:v>
                </c:pt>
                <c:pt idx="32215">
                  <c:v>65.989999999999995</c:v>
                </c:pt>
                <c:pt idx="32216">
                  <c:v>64.39</c:v>
                </c:pt>
                <c:pt idx="32217">
                  <c:v>169.98</c:v>
                </c:pt>
                <c:pt idx="32218">
                  <c:v>168.08</c:v>
                </c:pt>
                <c:pt idx="32219">
                  <c:v>168.97</c:v>
                </c:pt>
                <c:pt idx="32220">
                  <c:v>111.95</c:v>
                </c:pt>
                <c:pt idx="32221">
                  <c:v>54.98</c:v>
                </c:pt>
                <c:pt idx="32222">
                  <c:v>59.97</c:v>
                </c:pt>
                <c:pt idx="32223">
                  <c:v>27.48</c:v>
                </c:pt>
                <c:pt idx="32224">
                  <c:v>75.98</c:v>
                </c:pt>
                <c:pt idx="32225">
                  <c:v>59.96</c:v>
                </c:pt>
                <c:pt idx="32226">
                  <c:v>59.96</c:v>
                </c:pt>
                <c:pt idx="32227">
                  <c:v>59.96</c:v>
                </c:pt>
                <c:pt idx="32228">
                  <c:v>59.96</c:v>
                </c:pt>
                <c:pt idx="32229">
                  <c:v>59.96</c:v>
                </c:pt>
                <c:pt idx="32230">
                  <c:v>54.98</c:v>
                </c:pt>
                <c:pt idx="32231">
                  <c:v>59.95</c:v>
                </c:pt>
                <c:pt idx="32232">
                  <c:v>55.97</c:v>
                </c:pt>
                <c:pt idx="32233">
                  <c:v>47.48</c:v>
                </c:pt>
                <c:pt idx="32234">
                  <c:v>47.48</c:v>
                </c:pt>
                <c:pt idx="32235">
                  <c:v>55.97</c:v>
                </c:pt>
                <c:pt idx="32236">
                  <c:v>20.49</c:v>
                </c:pt>
                <c:pt idx="32237">
                  <c:v>65.989999999999995</c:v>
                </c:pt>
                <c:pt idx="32238">
                  <c:v>65.989999999999995</c:v>
                </c:pt>
                <c:pt idx="32239">
                  <c:v>65.989999999999995</c:v>
                </c:pt>
                <c:pt idx="32240">
                  <c:v>10.49</c:v>
                </c:pt>
                <c:pt idx="32241">
                  <c:v>55.97</c:v>
                </c:pt>
                <c:pt idx="32242">
                  <c:v>62.97</c:v>
                </c:pt>
                <c:pt idx="32243">
                  <c:v>84.98</c:v>
                </c:pt>
                <c:pt idx="32244">
                  <c:v>49.15</c:v>
                </c:pt>
                <c:pt idx="32245">
                  <c:v>68.98</c:v>
                </c:pt>
                <c:pt idx="32246">
                  <c:v>65.989999999999995</c:v>
                </c:pt>
                <c:pt idx="32247">
                  <c:v>39.479999999999997</c:v>
                </c:pt>
                <c:pt idx="32248">
                  <c:v>65.989999999999995</c:v>
                </c:pt>
                <c:pt idx="32249">
                  <c:v>65.989999999999995</c:v>
                </c:pt>
                <c:pt idx="32250">
                  <c:v>111.96</c:v>
                </c:pt>
                <c:pt idx="32251">
                  <c:v>59.96</c:v>
                </c:pt>
                <c:pt idx="32252">
                  <c:v>53.96</c:v>
                </c:pt>
                <c:pt idx="32253">
                  <c:v>33.28</c:v>
                </c:pt>
                <c:pt idx="32254">
                  <c:v>59.98</c:v>
                </c:pt>
                <c:pt idx="32255">
                  <c:v>111.96</c:v>
                </c:pt>
                <c:pt idx="32256">
                  <c:v>19.489999999999998</c:v>
                </c:pt>
                <c:pt idx="32257">
                  <c:v>19.489999999999998</c:v>
                </c:pt>
                <c:pt idx="32258">
                  <c:v>19.489999999999998</c:v>
                </c:pt>
                <c:pt idx="32259">
                  <c:v>59.96</c:v>
                </c:pt>
                <c:pt idx="32260">
                  <c:v>43.48</c:v>
                </c:pt>
                <c:pt idx="32261">
                  <c:v>55.96</c:v>
                </c:pt>
                <c:pt idx="32262">
                  <c:v>55.96</c:v>
                </c:pt>
                <c:pt idx="32263">
                  <c:v>79.98</c:v>
                </c:pt>
                <c:pt idx="32264">
                  <c:v>112.96</c:v>
                </c:pt>
                <c:pt idx="32265">
                  <c:v>77.38</c:v>
                </c:pt>
                <c:pt idx="32266">
                  <c:v>51.49</c:v>
                </c:pt>
                <c:pt idx="32267">
                  <c:v>50.46</c:v>
                </c:pt>
                <c:pt idx="32268">
                  <c:v>50.46</c:v>
                </c:pt>
                <c:pt idx="32269">
                  <c:v>51.49</c:v>
                </c:pt>
                <c:pt idx="32270">
                  <c:v>51.76</c:v>
                </c:pt>
                <c:pt idx="32271">
                  <c:v>51.76</c:v>
                </c:pt>
                <c:pt idx="32272">
                  <c:v>123.38</c:v>
                </c:pt>
                <c:pt idx="32273">
                  <c:v>123.38</c:v>
                </c:pt>
                <c:pt idx="32274">
                  <c:v>65.98</c:v>
                </c:pt>
                <c:pt idx="32275">
                  <c:v>111.57</c:v>
                </c:pt>
                <c:pt idx="32276">
                  <c:v>111.56</c:v>
                </c:pt>
                <c:pt idx="32277">
                  <c:v>65.989999999999995</c:v>
                </c:pt>
                <c:pt idx="32278">
                  <c:v>89.97</c:v>
                </c:pt>
                <c:pt idx="32279">
                  <c:v>84.99</c:v>
                </c:pt>
                <c:pt idx="32280">
                  <c:v>84.99</c:v>
                </c:pt>
                <c:pt idx="32281">
                  <c:v>84.99</c:v>
                </c:pt>
                <c:pt idx="32282">
                  <c:v>89.97</c:v>
                </c:pt>
                <c:pt idx="32283">
                  <c:v>100.98</c:v>
                </c:pt>
                <c:pt idx="32284">
                  <c:v>47.49</c:v>
                </c:pt>
                <c:pt idx="32285">
                  <c:v>99.98</c:v>
                </c:pt>
                <c:pt idx="32286">
                  <c:v>105.98</c:v>
                </c:pt>
                <c:pt idx="32287">
                  <c:v>164.28</c:v>
                </c:pt>
                <c:pt idx="32288">
                  <c:v>99.98</c:v>
                </c:pt>
                <c:pt idx="32289">
                  <c:v>169.98</c:v>
                </c:pt>
                <c:pt idx="32290">
                  <c:v>217.46</c:v>
                </c:pt>
                <c:pt idx="32291">
                  <c:v>84.99</c:v>
                </c:pt>
                <c:pt idx="32292">
                  <c:v>89.97</c:v>
                </c:pt>
                <c:pt idx="32293">
                  <c:v>89.97</c:v>
                </c:pt>
                <c:pt idx="32294">
                  <c:v>74.38</c:v>
                </c:pt>
                <c:pt idx="32295">
                  <c:v>89.97</c:v>
                </c:pt>
                <c:pt idx="32296">
                  <c:v>89.97</c:v>
                </c:pt>
                <c:pt idx="32297">
                  <c:v>123.97</c:v>
                </c:pt>
                <c:pt idx="32298">
                  <c:v>89.97</c:v>
                </c:pt>
                <c:pt idx="32299">
                  <c:v>80.98</c:v>
                </c:pt>
                <c:pt idx="32300">
                  <c:v>127.96</c:v>
                </c:pt>
                <c:pt idx="32301">
                  <c:v>123.12</c:v>
                </c:pt>
                <c:pt idx="32302">
                  <c:v>111.47</c:v>
                </c:pt>
                <c:pt idx="32303">
                  <c:v>61.39</c:v>
                </c:pt>
                <c:pt idx="32304">
                  <c:v>51.98</c:v>
                </c:pt>
                <c:pt idx="32305">
                  <c:v>51.45</c:v>
                </c:pt>
                <c:pt idx="32306">
                  <c:v>59.96</c:v>
                </c:pt>
                <c:pt idx="32307">
                  <c:v>147.96</c:v>
                </c:pt>
                <c:pt idx="32308">
                  <c:v>58.02</c:v>
                </c:pt>
                <c:pt idx="32309">
                  <c:v>97.98</c:v>
                </c:pt>
                <c:pt idx="32310">
                  <c:v>121.98</c:v>
                </c:pt>
                <c:pt idx="32311">
                  <c:v>101.07</c:v>
                </c:pt>
                <c:pt idx="32312">
                  <c:v>108.75</c:v>
                </c:pt>
                <c:pt idx="32313">
                  <c:v>84.98</c:v>
                </c:pt>
                <c:pt idx="32314">
                  <c:v>76.489999999999995</c:v>
                </c:pt>
                <c:pt idx="32315">
                  <c:v>107.03</c:v>
                </c:pt>
                <c:pt idx="32316">
                  <c:v>97.98</c:v>
                </c:pt>
                <c:pt idx="32317">
                  <c:v>84.99</c:v>
                </c:pt>
                <c:pt idx="32318">
                  <c:v>110.97</c:v>
                </c:pt>
                <c:pt idx="32319">
                  <c:v>97.34</c:v>
                </c:pt>
                <c:pt idx="32320">
                  <c:v>147.96</c:v>
                </c:pt>
                <c:pt idx="32321">
                  <c:v>145.97</c:v>
                </c:pt>
                <c:pt idx="32322">
                  <c:v>56.97</c:v>
                </c:pt>
                <c:pt idx="32323">
                  <c:v>64.989999999999995</c:v>
                </c:pt>
                <c:pt idx="32324">
                  <c:v>55.92</c:v>
                </c:pt>
                <c:pt idx="32325">
                  <c:v>55.92</c:v>
                </c:pt>
                <c:pt idx="32326">
                  <c:v>53.98</c:v>
                </c:pt>
                <c:pt idx="32327">
                  <c:v>67.97</c:v>
                </c:pt>
                <c:pt idx="32328">
                  <c:v>59.94</c:v>
                </c:pt>
                <c:pt idx="32329">
                  <c:v>51.38</c:v>
                </c:pt>
                <c:pt idx="32330">
                  <c:v>64.989999999999995</c:v>
                </c:pt>
                <c:pt idx="32331">
                  <c:v>59.99</c:v>
                </c:pt>
                <c:pt idx="32332">
                  <c:v>65.989999999999995</c:v>
                </c:pt>
                <c:pt idx="32333">
                  <c:v>125.38</c:v>
                </c:pt>
                <c:pt idx="32334">
                  <c:v>65.989999999999995</c:v>
                </c:pt>
                <c:pt idx="32335">
                  <c:v>65.989999999999995</c:v>
                </c:pt>
                <c:pt idx="32336">
                  <c:v>99.52</c:v>
                </c:pt>
                <c:pt idx="32337">
                  <c:v>65.989999999999995</c:v>
                </c:pt>
                <c:pt idx="32338">
                  <c:v>65.989999999999995</c:v>
                </c:pt>
                <c:pt idx="32339">
                  <c:v>91.97</c:v>
                </c:pt>
                <c:pt idx="32340">
                  <c:v>78.17</c:v>
                </c:pt>
                <c:pt idx="32341">
                  <c:v>103.97</c:v>
                </c:pt>
                <c:pt idx="32342">
                  <c:v>99.98</c:v>
                </c:pt>
                <c:pt idx="32343">
                  <c:v>56.97</c:v>
                </c:pt>
                <c:pt idx="32344">
                  <c:v>121.67</c:v>
                </c:pt>
                <c:pt idx="32345">
                  <c:v>53.98</c:v>
                </c:pt>
                <c:pt idx="32346">
                  <c:v>58.98</c:v>
                </c:pt>
                <c:pt idx="32347">
                  <c:v>52.98</c:v>
                </c:pt>
                <c:pt idx="32348">
                  <c:v>58.98</c:v>
                </c:pt>
                <c:pt idx="32349">
                  <c:v>254.97</c:v>
                </c:pt>
                <c:pt idx="32350">
                  <c:v>150.18</c:v>
                </c:pt>
                <c:pt idx="32351">
                  <c:v>188.96</c:v>
                </c:pt>
                <c:pt idx="32352">
                  <c:v>213.96</c:v>
                </c:pt>
                <c:pt idx="32353">
                  <c:v>339.95</c:v>
                </c:pt>
                <c:pt idx="32354">
                  <c:v>257.18</c:v>
                </c:pt>
                <c:pt idx="32355">
                  <c:v>339.95</c:v>
                </c:pt>
                <c:pt idx="32356">
                  <c:v>254.97</c:v>
                </c:pt>
                <c:pt idx="32357">
                  <c:v>177.95</c:v>
                </c:pt>
                <c:pt idx="32358">
                  <c:v>55.96</c:v>
                </c:pt>
                <c:pt idx="32359">
                  <c:v>55.99</c:v>
                </c:pt>
                <c:pt idx="32360">
                  <c:v>51.49</c:v>
                </c:pt>
                <c:pt idx="32361">
                  <c:v>50.98</c:v>
                </c:pt>
                <c:pt idx="32362">
                  <c:v>110.98</c:v>
                </c:pt>
                <c:pt idx="32363">
                  <c:v>110.95</c:v>
                </c:pt>
                <c:pt idx="32364">
                  <c:v>43.99</c:v>
                </c:pt>
                <c:pt idx="32365">
                  <c:v>58.48</c:v>
                </c:pt>
                <c:pt idx="32366">
                  <c:v>27.98</c:v>
                </c:pt>
                <c:pt idx="32367">
                  <c:v>24.48</c:v>
                </c:pt>
                <c:pt idx="32368">
                  <c:v>54.97</c:v>
                </c:pt>
                <c:pt idx="32369">
                  <c:v>73.98</c:v>
                </c:pt>
                <c:pt idx="32370">
                  <c:v>50.98</c:v>
                </c:pt>
                <c:pt idx="32371">
                  <c:v>59.98</c:v>
                </c:pt>
                <c:pt idx="32372">
                  <c:v>39.1</c:v>
                </c:pt>
                <c:pt idx="32373">
                  <c:v>41.94</c:v>
                </c:pt>
                <c:pt idx="32374">
                  <c:v>-1.5</c:v>
                </c:pt>
                <c:pt idx="32375">
                  <c:v>36.49</c:v>
                </c:pt>
                <c:pt idx="32376">
                  <c:v>75.959999999999994</c:v>
                </c:pt>
                <c:pt idx="32377">
                  <c:v>51.49</c:v>
                </c:pt>
                <c:pt idx="32378">
                  <c:v>14.49</c:v>
                </c:pt>
                <c:pt idx="32379">
                  <c:v>19.489999999999998</c:v>
                </c:pt>
                <c:pt idx="32380">
                  <c:v>59.95</c:v>
                </c:pt>
                <c:pt idx="32381">
                  <c:v>50.97</c:v>
                </c:pt>
                <c:pt idx="32382">
                  <c:v>55.78</c:v>
                </c:pt>
                <c:pt idx="32383">
                  <c:v>55.98</c:v>
                </c:pt>
                <c:pt idx="32384">
                  <c:v>61.17</c:v>
                </c:pt>
                <c:pt idx="32385">
                  <c:v>129.34</c:v>
                </c:pt>
                <c:pt idx="32386">
                  <c:v>128.68</c:v>
                </c:pt>
                <c:pt idx="32387">
                  <c:v>131.97999999999999</c:v>
                </c:pt>
                <c:pt idx="32388">
                  <c:v>130.66</c:v>
                </c:pt>
                <c:pt idx="32389">
                  <c:v>128.68</c:v>
                </c:pt>
                <c:pt idx="32390">
                  <c:v>179.94</c:v>
                </c:pt>
                <c:pt idx="32391">
                  <c:v>65.989999999999995</c:v>
                </c:pt>
                <c:pt idx="32392">
                  <c:v>59.39</c:v>
                </c:pt>
                <c:pt idx="32393">
                  <c:v>131.97999999999999</c:v>
                </c:pt>
                <c:pt idx="32394">
                  <c:v>59.39</c:v>
                </c:pt>
                <c:pt idx="32395">
                  <c:v>122.19</c:v>
                </c:pt>
                <c:pt idx="32396">
                  <c:v>122.17</c:v>
                </c:pt>
                <c:pt idx="32397">
                  <c:v>122.17</c:v>
                </c:pt>
                <c:pt idx="32398">
                  <c:v>57.58</c:v>
                </c:pt>
                <c:pt idx="32399">
                  <c:v>84.99</c:v>
                </c:pt>
                <c:pt idx="32400">
                  <c:v>84.99</c:v>
                </c:pt>
                <c:pt idx="32401">
                  <c:v>75.98</c:v>
                </c:pt>
                <c:pt idx="32402">
                  <c:v>8.2899999999999991</c:v>
                </c:pt>
                <c:pt idx="32403">
                  <c:v>84.99</c:v>
                </c:pt>
                <c:pt idx="32404">
                  <c:v>84.99</c:v>
                </c:pt>
                <c:pt idx="32405">
                  <c:v>84.99</c:v>
                </c:pt>
                <c:pt idx="32406">
                  <c:v>88.98</c:v>
                </c:pt>
                <c:pt idx="32407">
                  <c:v>56.98</c:v>
                </c:pt>
                <c:pt idx="32408">
                  <c:v>65.989999999999995</c:v>
                </c:pt>
                <c:pt idx="32409">
                  <c:v>22.29</c:v>
                </c:pt>
                <c:pt idx="32410">
                  <c:v>84.99</c:v>
                </c:pt>
                <c:pt idx="32411">
                  <c:v>89.98</c:v>
                </c:pt>
                <c:pt idx="32412">
                  <c:v>16.29</c:v>
                </c:pt>
                <c:pt idx="32413">
                  <c:v>68.989999999999995</c:v>
                </c:pt>
                <c:pt idx="32414">
                  <c:v>124.97</c:v>
                </c:pt>
                <c:pt idx="32415">
                  <c:v>68.989999999999995</c:v>
                </c:pt>
                <c:pt idx="32416">
                  <c:v>84.99</c:v>
                </c:pt>
                <c:pt idx="32417">
                  <c:v>51.29</c:v>
                </c:pt>
                <c:pt idx="32418">
                  <c:v>68.989999999999995</c:v>
                </c:pt>
                <c:pt idx="32419">
                  <c:v>68.989999999999995</c:v>
                </c:pt>
                <c:pt idx="32420">
                  <c:v>65.19</c:v>
                </c:pt>
                <c:pt idx="32421">
                  <c:v>84.99</c:v>
                </c:pt>
                <c:pt idx="32422">
                  <c:v>12.76</c:v>
                </c:pt>
                <c:pt idx="32423">
                  <c:v>65.989999999999995</c:v>
                </c:pt>
                <c:pt idx="32424">
                  <c:v>94.98</c:v>
                </c:pt>
                <c:pt idx="32425">
                  <c:v>84.99</c:v>
                </c:pt>
                <c:pt idx="32426">
                  <c:v>112.46</c:v>
                </c:pt>
                <c:pt idx="32427">
                  <c:v>59.96</c:v>
                </c:pt>
                <c:pt idx="32428">
                  <c:v>54.98</c:v>
                </c:pt>
                <c:pt idx="32429">
                  <c:v>55.98</c:v>
                </c:pt>
                <c:pt idx="32430">
                  <c:v>120.97</c:v>
                </c:pt>
                <c:pt idx="32431">
                  <c:v>120.97</c:v>
                </c:pt>
                <c:pt idx="32432">
                  <c:v>120.96</c:v>
                </c:pt>
                <c:pt idx="32433">
                  <c:v>59.98</c:v>
                </c:pt>
                <c:pt idx="32434">
                  <c:v>50.48</c:v>
                </c:pt>
                <c:pt idx="32435">
                  <c:v>79.98</c:v>
                </c:pt>
                <c:pt idx="32436">
                  <c:v>53.98</c:v>
                </c:pt>
                <c:pt idx="32437">
                  <c:v>65.989999999999995</c:v>
                </c:pt>
                <c:pt idx="32438">
                  <c:v>79.849999999999994</c:v>
                </c:pt>
                <c:pt idx="32439">
                  <c:v>79.260000000000005</c:v>
                </c:pt>
                <c:pt idx="32440">
                  <c:v>94.98</c:v>
                </c:pt>
                <c:pt idx="32441">
                  <c:v>53.98</c:v>
                </c:pt>
                <c:pt idx="32442">
                  <c:v>57.58</c:v>
                </c:pt>
                <c:pt idx="32443">
                  <c:v>113.97</c:v>
                </c:pt>
                <c:pt idx="32444">
                  <c:v>94.98</c:v>
                </c:pt>
                <c:pt idx="32445">
                  <c:v>-84.99</c:v>
                </c:pt>
                <c:pt idx="32446">
                  <c:v>68.989999999999995</c:v>
                </c:pt>
                <c:pt idx="32447">
                  <c:v>84.99</c:v>
                </c:pt>
                <c:pt idx="32448">
                  <c:v>50.22</c:v>
                </c:pt>
                <c:pt idx="32449">
                  <c:v>43.42</c:v>
                </c:pt>
                <c:pt idx="32450">
                  <c:v>63.98</c:v>
                </c:pt>
                <c:pt idx="32451">
                  <c:v>48.47</c:v>
                </c:pt>
                <c:pt idx="32452">
                  <c:v>172.97</c:v>
                </c:pt>
                <c:pt idx="32453">
                  <c:v>53.98</c:v>
                </c:pt>
                <c:pt idx="32454">
                  <c:v>124.98</c:v>
                </c:pt>
                <c:pt idx="32455">
                  <c:v>68.989999999999995</c:v>
                </c:pt>
                <c:pt idx="32456">
                  <c:v>104.48</c:v>
                </c:pt>
                <c:pt idx="32457">
                  <c:v>84.13</c:v>
                </c:pt>
                <c:pt idx="32458">
                  <c:v>98.98</c:v>
                </c:pt>
                <c:pt idx="32459">
                  <c:v>84.99</c:v>
                </c:pt>
                <c:pt idx="32460">
                  <c:v>110.98</c:v>
                </c:pt>
                <c:pt idx="32461">
                  <c:v>105.95</c:v>
                </c:pt>
                <c:pt idx="32462">
                  <c:v>58.49</c:v>
                </c:pt>
                <c:pt idx="32463">
                  <c:v>17.489999999999998</c:v>
                </c:pt>
                <c:pt idx="32464">
                  <c:v>57.45</c:v>
                </c:pt>
                <c:pt idx="32465">
                  <c:v>52.98</c:v>
                </c:pt>
                <c:pt idx="32466">
                  <c:v>52.48</c:v>
                </c:pt>
                <c:pt idx="32467">
                  <c:v>49.48</c:v>
                </c:pt>
                <c:pt idx="32468">
                  <c:v>18.48</c:v>
                </c:pt>
                <c:pt idx="32469">
                  <c:v>48.98</c:v>
                </c:pt>
                <c:pt idx="32470">
                  <c:v>111.32</c:v>
                </c:pt>
                <c:pt idx="32471">
                  <c:v>59.38</c:v>
                </c:pt>
                <c:pt idx="32472">
                  <c:v>50.98</c:v>
                </c:pt>
                <c:pt idx="32473">
                  <c:v>89.95</c:v>
                </c:pt>
                <c:pt idx="32474">
                  <c:v>107.94</c:v>
                </c:pt>
                <c:pt idx="32475">
                  <c:v>107.94</c:v>
                </c:pt>
                <c:pt idx="32476">
                  <c:v>147.93</c:v>
                </c:pt>
                <c:pt idx="32477">
                  <c:v>107.94</c:v>
                </c:pt>
                <c:pt idx="32478">
                  <c:v>137.91999999999999</c:v>
                </c:pt>
                <c:pt idx="32479">
                  <c:v>107.94</c:v>
                </c:pt>
                <c:pt idx="32480">
                  <c:v>79.98</c:v>
                </c:pt>
                <c:pt idx="32481">
                  <c:v>99.97</c:v>
                </c:pt>
                <c:pt idx="32482">
                  <c:v>44.18</c:v>
                </c:pt>
                <c:pt idx="32483">
                  <c:v>66.13</c:v>
                </c:pt>
                <c:pt idx="32484">
                  <c:v>56.16</c:v>
                </c:pt>
                <c:pt idx="32485">
                  <c:v>92.84</c:v>
                </c:pt>
                <c:pt idx="32486">
                  <c:v>54.99</c:v>
                </c:pt>
                <c:pt idx="32487">
                  <c:v>84.99</c:v>
                </c:pt>
                <c:pt idx="32488">
                  <c:v>49.99</c:v>
                </c:pt>
                <c:pt idx="32489">
                  <c:v>84.99</c:v>
                </c:pt>
                <c:pt idx="32490">
                  <c:v>84.99</c:v>
                </c:pt>
                <c:pt idx="32491">
                  <c:v>65.989999999999995</c:v>
                </c:pt>
                <c:pt idx="32492">
                  <c:v>84.99</c:v>
                </c:pt>
                <c:pt idx="32493">
                  <c:v>105.98</c:v>
                </c:pt>
                <c:pt idx="32494">
                  <c:v>84.99</c:v>
                </c:pt>
                <c:pt idx="32495">
                  <c:v>84.99</c:v>
                </c:pt>
                <c:pt idx="32496">
                  <c:v>80.98</c:v>
                </c:pt>
                <c:pt idx="32497">
                  <c:v>99.98</c:v>
                </c:pt>
                <c:pt idx="32498">
                  <c:v>84.99</c:v>
                </c:pt>
                <c:pt idx="32499">
                  <c:v>84.99</c:v>
                </c:pt>
                <c:pt idx="32500">
                  <c:v>84.99</c:v>
                </c:pt>
                <c:pt idx="32501">
                  <c:v>84.99</c:v>
                </c:pt>
                <c:pt idx="32502">
                  <c:v>80.98</c:v>
                </c:pt>
                <c:pt idx="32503">
                  <c:v>59.98</c:v>
                </c:pt>
                <c:pt idx="32504">
                  <c:v>84.99</c:v>
                </c:pt>
                <c:pt idx="32505">
                  <c:v>65.989999999999995</c:v>
                </c:pt>
                <c:pt idx="32506">
                  <c:v>80.98</c:v>
                </c:pt>
                <c:pt idx="32507">
                  <c:v>84.99</c:v>
                </c:pt>
                <c:pt idx="32508">
                  <c:v>84.99</c:v>
                </c:pt>
                <c:pt idx="32509">
                  <c:v>84.99</c:v>
                </c:pt>
                <c:pt idx="32510">
                  <c:v>80.98</c:v>
                </c:pt>
                <c:pt idx="32511">
                  <c:v>84.99</c:v>
                </c:pt>
                <c:pt idx="32512">
                  <c:v>84.99</c:v>
                </c:pt>
                <c:pt idx="32513">
                  <c:v>84.99</c:v>
                </c:pt>
                <c:pt idx="32514">
                  <c:v>84.99</c:v>
                </c:pt>
                <c:pt idx="32515">
                  <c:v>67.06</c:v>
                </c:pt>
                <c:pt idx="32516">
                  <c:v>84.99</c:v>
                </c:pt>
                <c:pt idx="32517">
                  <c:v>65.989999999999995</c:v>
                </c:pt>
                <c:pt idx="32518">
                  <c:v>111.96</c:v>
                </c:pt>
                <c:pt idx="32519">
                  <c:v>59.98</c:v>
                </c:pt>
                <c:pt idx="32520">
                  <c:v>110.97</c:v>
                </c:pt>
                <c:pt idx="32521">
                  <c:v>110.97</c:v>
                </c:pt>
                <c:pt idx="32522">
                  <c:v>54.97</c:v>
                </c:pt>
                <c:pt idx="32523">
                  <c:v>56.97</c:v>
                </c:pt>
                <c:pt idx="32524">
                  <c:v>54.99</c:v>
                </c:pt>
                <c:pt idx="32525">
                  <c:v>109.98</c:v>
                </c:pt>
                <c:pt idx="32526">
                  <c:v>19.940000000000001</c:v>
                </c:pt>
                <c:pt idx="32527">
                  <c:v>24.28</c:v>
                </c:pt>
                <c:pt idx="32528">
                  <c:v>37.28</c:v>
                </c:pt>
                <c:pt idx="32529">
                  <c:v>84.99</c:v>
                </c:pt>
                <c:pt idx="32530">
                  <c:v>65.989999999999995</c:v>
                </c:pt>
                <c:pt idx="32531">
                  <c:v>124.98</c:v>
                </c:pt>
                <c:pt idx="32532">
                  <c:v>84.99</c:v>
                </c:pt>
                <c:pt idx="32533">
                  <c:v>50.98</c:v>
                </c:pt>
                <c:pt idx="32534">
                  <c:v>113.47</c:v>
                </c:pt>
                <c:pt idx="32535">
                  <c:v>169.98</c:v>
                </c:pt>
                <c:pt idx="32536">
                  <c:v>152.97999999999999</c:v>
                </c:pt>
                <c:pt idx="32537">
                  <c:v>134.97999999999999</c:v>
                </c:pt>
                <c:pt idx="32538">
                  <c:v>84.99</c:v>
                </c:pt>
                <c:pt idx="32539">
                  <c:v>52.97</c:v>
                </c:pt>
                <c:pt idx="32540">
                  <c:v>58.95</c:v>
                </c:pt>
                <c:pt idx="32541">
                  <c:v>109.98</c:v>
                </c:pt>
                <c:pt idx="32542">
                  <c:v>59.99</c:v>
                </c:pt>
                <c:pt idx="32543">
                  <c:v>41.49</c:v>
                </c:pt>
                <c:pt idx="32544">
                  <c:v>109.97</c:v>
                </c:pt>
                <c:pt idx="32545">
                  <c:v>59.96</c:v>
                </c:pt>
                <c:pt idx="32546">
                  <c:v>54.98</c:v>
                </c:pt>
                <c:pt idx="32547">
                  <c:v>54.98</c:v>
                </c:pt>
                <c:pt idx="32548">
                  <c:v>92.97</c:v>
                </c:pt>
                <c:pt idx="32549">
                  <c:v>55.98</c:v>
                </c:pt>
                <c:pt idx="32550">
                  <c:v>53.98</c:v>
                </c:pt>
                <c:pt idx="32551">
                  <c:v>72.97</c:v>
                </c:pt>
                <c:pt idx="32552">
                  <c:v>195.87</c:v>
                </c:pt>
                <c:pt idx="32553">
                  <c:v>95.92</c:v>
                </c:pt>
                <c:pt idx="32554">
                  <c:v>257.3</c:v>
                </c:pt>
                <c:pt idx="32555">
                  <c:v>151.9</c:v>
                </c:pt>
                <c:pt idx="32556">
                  <c:v>67.42</c:v>
                </c:pt>
                <c:pt idx="32557">
                  <c:v>221.88</c:v>
                </c:pt>
                <c:pt idx="32558">
                  <c:v>151.9</c:v>
                </c:pt>
                <c:pt idx="32559">
                  <c:v>95.92</c:v>
                </c:pt>
                <c:pt idx="32560">
                  <c:v>131.91</c:v>
                </c:pt>
                <c:pt idx="32561">
                  <c:v>95.92</c:v>
                </c:pt>
                <c:pt idx="32562">
                  <c:v>186.89</c:v>
                </c:pt>
                <c:pt idx="32563">
                  <c:v>101.93</c:v>
                </c:pt>
                <c:pt idx="32564">
                  <c:v>255.84</c:v>
                </c:pt>
                <c:pt idx="32565">
                  <c:v>109.96</c:v>
                </c:pt>
                <c:pt idx="32566">
                  <c:v>109.98</c:v>
                </c:pt>
                <c:pt idx="32567">
                  <c:v>109.98</c:v>
                </c:pt>
                <c:pt idx="32568">
                  <c:v>109.98</c:v>
                </c:pt>
                <c:pt idx="32569">
                  <c:v>109.95</c:v>
                </c:pt>
                <c:pt idx="32570">
                  <c:v>282.95</c:v>
                </c:pt>
                <c:pt idx="32571">
                  <c:v>244.7</c:v>
                </c:pt>
                <c:pt idx="32572">
                  <c:v>169.98</c:v>
                </c:pt>
                <c:pt idx="32573">
                  <c:v>339.96</c:v>
                </c:pt>
                <c:pt idx="32574">
                  <c:v>162.33000000000001</c:v>
                </c:pt>
                <c:pt idx="32575">
                  <c:v>101.48</c:v>
                </c:pt>
                <c:pt idx="32576">
                  <c:v>109.98</c:v>
                </c:pt>
                <c:pt idx="32577">
                  <c:v>194.97</c:v>
                </c:pt>
                <c:pt idx="32578">
                  <c:v>-84.99</c:v>
                </c:pt>
                <c:pt idx="32579">
                  <c:v>109.98</c:v>
                </c:pt>
                <c:pt idx="32580">
                  <c:v>109.97</c:v>
                </c:pt>
                <c:pt idx="32581">
                  <c:v>54.99</c:v>
                </c:pt>
                <c:pt idx="32582">
                  <c:v>54.99</c:v>
                </c:pt>
                <c:pt idx="32583">
                  <c:v>67.47</c:v>
                </c:pt>
                <c:pt idx="32584">
                  <c:v>109.97</c:v>
                </c:pt>
                <c:pt idx="32585">
                  <c:v>67.47</c:v>
                </c:pt>
                <c:pt idx="32586">
                  <c:v>169.98</c:v>
                </c:pt>
                <c:pt idx="32587">
                  <c:v>303.58</c:v>
                </c:pt>
                <c:pt idx="32588">
                  <c:v>229.93</c:v>
                </c:pt>
                <c:pt idx="32589">
                  <c:v>168.34</c:v>
                </c:pt>
                <c:pt idx="32590">
                  <c:v>84.99</c:v>
                </c:pt>
                <c:pt idx="32591">
                  <c:v>212.97</c:v>
                </c:pt>
                <c:pt idx="32592">
                  <c:v>279.95</c:v>
                </c:pt>
                <c:pt idx="32593">
                  <c:v>119.96</c:v>
                </c:pt>
                <c:pt idx="32594">
                  <c:v>249.95</c:v>
                </c:pt>
                <c:pt idx="32595">
                  <c:v>26.49</c:v>
                </c:pt>
                <c:pt idx="32596">
                  <c:v>26.49</c:v>
                </c:pt>
                <c:pt idx="32597">
                  <c:v>31.49</c:v>
                </c:pt>
                <c:pt idx="32598">
                  <c:v>109.97</c:v>
                </c:pt>
                <c:pt idx="32599">
                  <c:v>109.98</c:v>
                </c:pt>
                <c:pt idx="32600">
                  <c:v>109.97</c:v>
                </c:pt>
                <c:pt idx="32601">
                  <c:v>54.98</c:v>
                </c:pt>
                <c:pt idx="32602">
                  <c:v>46.49</c:v>
                </c:pt>
                <c:pt idx="32603">
                  <c:v>51.48</c:v>
                </c:pt>
                <c:pt idx="32604">
                  <c:v>41.47</c:v>
                </c:pt>
                <c:pt idx="32605">
                  <c:v>109.96</c:v>
                </c:pt>
                <c:pt idx="32606">
                  <c:v>54.98</c:v>
                </c:pt>
                <c:pt idx="32607">
                  <c:v>54.98</c:v>
                </c:pt>
                <c:pt idx="32608">
                  <c:v>169.98</c:v>
                </c:pt>
                <c:pt idx="32609">
                  <c:v>169.98</c:v>
                </c:pt>
                <c:pt idx="32610">
                  <c:v>52.23</c:v>
                </c:pt>
                <c:pt idx="32611">
                  <c:v>169.98</c:v>
                </c:pt>
                <c:pt idx="32612">
                  <c:v>84.99</c:v>
                </c:pt>
                <c:pt idx="32613">
                  <c:v>52.23</c:v>
                </c:pt>
                <c:pt idx="32614">
                  <c:v>84.99</c:v>
                </c:pt>
                <c:pt idx="32615">
                  <c:v>169.98</c:v>
                </c:pt>
                <c:pt idx="32616">
                  <c:v>159.97999999999999</c:v>
                </c:pt>
                <c:pt idx="32617">
                  <c:v>169.98</c:v>
                </c:pt>
                <c:pt idx="32618">
                  <c:v>158.80000000000001</c:v>
                </c:pt>
                <c:pt idx="32619">
                  <c:v>169.98</c:v>
                </c:pt>
                <c:pt idx="32620">
                  <c:v>169.98</c:v>
                </c:pt>
                <c:pt idx="32621">
                  <c:v>64.95</c:v>
                </c:pt>
                <c:pt idx="32622">
                  <c:v>169.98</c:v>
                </c:pt>
                <c:pt idx="32623">
                  <c:v>64.95</c:v>
                </c:pt>
                <c:pt idx="32624">
                  <c:v>169.98</c:v>
                </c:pt>
                <c:pt idx="32625">
                  <c:v>159.28</c:v>
                </c:pt>
                <c:pt idx="32626">
                  <c:v>169.98</c:v>
                </c:pt>
                <c:pt idx="32627">
                  <c:v>75.959999999999994</c:v>
                </c:pt>
                <c:pt idx="32628">
                  <c:v>158.80000000000001</c:v>
                </c:pt>
                <c:pt idx="32629">
                  <c:v>254.97</c:v>
                </c:pt>
                <c:pt idx="32630">
                  <c:v>159.28</c:v>
                </c:pt>
                <c:pt idx="32631">
                  <c:v>169.98</c:v>
                </c:pt>
                <c:pt idx="32632">
                  <c:v>169.98</c:v>
                </c:pt>
                <c:pt idx="32633">
                  <c:v>169.98</c:v>
                </c:pt>
                <c:pt idx="32634">
                  <c:v>169.98</c:v>
                </c:pt>
                <c:pt idx="32635">
                  <c:v>254.97</c:v>
                </c:pt>
                <c:pt idx="32636">
                  <c:v>159.97999999999999</c:v>
                </c:pt>
                <c:pt idx="32637">
                  <c:v>75.959999999999994</c:v>
                </c:pt>
                <c:pt idx="32638">
                  <c:v>41.48</c:v>
                </c:pt>
                <c:pt idx="32639">
                  <c:v>59.97</c:v>
                </c:pt>
                <c:pt idx="32640">
                  <c:v>75.959999999999994</c:v>
                </c:pt>
                <c:pt idx="32641">
                  <c:v>21.24</c:v>
                </c:pt>
                <c:pt idx="32642">
                  <c:v>16.489999999999998</c:v>
                </c:pt>
                <c:pt idx="32643">
                  <c:v>17.239999999999998</c:v>
                </c:pt>
                <c:pt idx="32644">
                  <c:v>54.98</c:v>
                </c:pt>
                <c:pt idx="32645">
                  <c:v>63.97</c:v>
                </c:pt>
                <c:pt idx="32646">
                  <c:v>37.47</c:v>
                </c:pt>
                <c:pt idx="32647">
                  <c:v>21.48</c:v>
                </c:pt>
                <c:pt idx="32648">
                  <c:v>21.48</c:v>
                </c:pt>
                <c:pt idx="32649">
                  <c:v>11.49</c:v>
                </c:pt>
                <c:pt idx="32650">
                  <c:v>21.48</c:v>
                </c:pt>
                <c:pt idx="32651">
                  <c:v>21.48</c:v>
                </c:pt>
                <c:pt idx="32652">
                  <c:v>21.48</c:v>
                </c:pt>
                <c:pt idx="32653">
                  <c:v>21.48</c:v>
                </c:pt>
                <c:pt idx="32654">
                  <c:v>11.49</c:v>
                </c:pt>
                <c:pt idx="32655">
                  <c:v>109.78</c:v>
                </c:pt>
                <c:pt idx="32656">
                  <c:v>100.95</c:v>
                </c:pt>
                <c:pt idx="32657">
                  <c:v>84.14</c:v>
                </c:pt>
                <c:pt idx="32658">
                  <c:v>114.97</c:v>
                </c:pt>
                <c:pt idx="32659">
                  <c:v>155.36000000000001</c:v>
                </c:pt>
                <c:pt idx="32660">
                  <c:v>191.94</c:v>
                </c:pt>
                <c:pt idx="32661">
                  <c:v>84.99</c:v>
                </c:pt>
                <c:pt idx="32662">
                  <c:v>83.29</c:v>
                </c:pt>
                <c:pt idx="32663">
                  <c:v>252.45</c:v>
                </c:pt>
                <c:pt idx="32664">
                  <c:v>169.13</c:v>
                </c:pt>
                <c:pt idx="32665">
                  <c:v>167.43</c:v>
                </c:pt>
                <c:pt idx="32666">
                  <c:v>129.96</c:v>
                </c:pt>
                <c:pt idx="32667">
                  <c:v>84.14</c:v>
                </c:pt>
                <c:pt idx="32668">
                  <c:v>65.989999999999995</c:v>
                </c:pt>
                <c:pt idx="32669">
                  <c:v>191.94</c:v>
                </c:pt>
                <c:pt idx="32670">
                  <c:v>83.37</c:v>
                </c:pt>
                <c:pt idx="32671">
                  <c:v>246.94</c:v>
                </c:pt>
                <c:pt idx="32672">
                  <c:v>169.98</c:v>
                </c:pt>
                <c:pt idx="32673">
                  <c:v>110.67</c:v>
                </c:pt>
                <c:pt idx="32674">
                  <c:v>32.51</c:v>
                </c:pt>
                <c:pt idx="32675">
                  <c:v>79.06</c:v>
                </c:pt>
                <c:pt idx="32676">
                  <c:v>61.18</c:v>
                </c:pt>
                <c:pt idx="32677">
                  <c:v>40.49</c:v>
                </c:pt>
                <c:pt idx="32678">
                  <c:v>120.99</c:v>
                </c:pt>
                <c:pt idx="32679">
                  <c:v>120.99</c:v>
                </c:pt>
                <c:pt idx="32680">
                  <c:v>120.99</c:v>
                </c:pt>
                <c:pt idx="32681">
                  <c:v>65.989999999999995</c:v>
                </c:pt>
                <c:pt idx="32682">
                  <c:v>29.48</c:v>
                </c:pt>
                <c:pt idx="32683">
                  <c:v>65.989999999999995</c:v>
                </c:pt>
                <c:pt idx="32684">
                  <c:v>65.989999999999995</c:v>
                </c:pt>
                <c:pt idx="32685">
                  <c:v>65.989999999999995</c:v>
                </c:pt>
                <c:pt idx="32686">
                  <c:v>65.989999999999995</c:v>
                </c:pt>
                <c:pt idx="32687">
                  <c:v>93.97</c:v>
                </c:pt>
                <c:pt idx="32688">
                  <c:v>49.99</c:v>
                </c:pt>
                <c:pt idx="32689">
                  <c:v>49.99</c:v>
                </c:pt>
                <c:pt idx="32690">
                  <c:v>65.989999999999995</c:v>
                </c:pt>
                <c:pt idx="32691">
                  <c:v>65.989999999999995</c:v>
                </c:pt>
                <c:pt idx="32692">
                  <c:v>65.989999999999995</c:v>
                </c:pt>
                <c:pt idx="32693">
                  <c:v>65.989999999999995</c:v>
                </c:pt>
                <c:pt idx="32694">
                  <c:v>65.989999999999995</c:v>
                </c:pt>
                <c:pt idx="32695">
                  <c:v>41.49</c:v>
                </c:pt>
                <c:pt idx="32696">
                  <c:v>65.989999999999995</c:v>
                </c:pt>
                <c:pt idx="32697">
                  <c:v>65.989999999999995</c:v>
                </c:pt>
                <c:pt idx="32698">
                  <c:v>65.989999999999995</c:v>
                </c:pt>
                <c:pt idx="32699">
                  <c:v>65.989999999999995</c:v>
                </c:pt>
                <c:pt idx="32700">
                  <c:v>41.49</c:v>
                </c:pt>
                <c:pt idx="32701">
                  <c:v>65.989999999999995</c:v>
                </c:pt>
                <c:pt idx="32702">
                  <c:v>59.99</c:v>
                </c:pt>
                <c:pt idx="32703">
                  <c:v>65.989999999999995</c:v>
                </c:pt>
                <c:pt idx="32704">
                  <c:v>21.34</c:v>
                </c:pt>
                <c:pt idx="32705">
                  <c:v>67.489999999999995</c:v>
                </c:pt>
                <c:pt idx="32706">
                  <c:v>25.08</c:v>
                </c:pt>
                <c:pt idx="32707">
                  <c:v>65.989999999999995</c:v>
                </c:pt>
                <c:pt idx="32708">
                  <c:v>65.989999999999995</c:v>
                </c:pt>
                <c:pt idx="32709">
                  <c:v>65.989999999999995</c:v>
                </c:pt>
                <c:pt idx="32710">
                  <c:v>120.98</c:v>
                </c:pt>
                <c:pt idx="32711">
                  <c:v>119.98</c:v>
                </c:pt>
                <c:pt idx="32712">
                  <c:v>119.98</c:v>
                </c:pt>
                <c:pt idx="32713">
                  <c:v>59.99</c:v>
                </c:pt>
                <c:pt idx="32714">
                  <c:v>103.98</c:v>
                </c:pt>
                <c:pt idx="32715">
                  <c:v>103.98</c:v>
                </c:pt>
                <c:pt idx="32716">
                  <c:v>59.99</c:v>
                </c:pt>
                <c:pt idx="32717">
                  <c:v>59.99</c:v>
                </c:pt>
                <c:pt idx="32718">
                  <c:v>59.99</c:v>
                </c:pt>
                <c:pt idx="32719">
                  <c:v>120.98</c:v>
                </c:pt>
                <c:pt idx="32720">
                  <c:v>111.48</c:v>
                </c:pt>
                <c:pt idx="32721">
                  <c:v>160.88999999999999</c:v>
                </c:pt>
                <c:pt idx="32722">
                  <c:v>159.69999999999999</c:v>
                </c:pt>
                <c:pt idx="32723">
                  <c:v>159.69999999999999</c:v>
                </c:pt>
                <c:pt idx="32724">
                  <c:v>148.79</c:v>
                </c:pt>
                <c:pt idx="32725">
                  <c:v>118.39</c:v>
                </c:pt>
                <c:pt idx="32726">
                  <c:v>159.69999999999999</c:v>
                </c:pt>
                <c:pt idx="32727">
                  <c:v>159.69999999999999</c:v>
                </c:pt>
                <c:pt idx="32728">
                  <c:v>177.83</c:v>
                </c:pt>
                <c:pt idx="32729">
                  <c:v>159.69999999999999</c:v>
                </c:pt>
                <c:pt idx="32730">
                  <c:v>159.69999999999999</c:v>
                </c:pt>
                <c:pt idx="32731">
                  <c:v>160.88999999999999</c:v>
                </c:pt>
                <c:pt idx="32732">
                  <c:v>148.79</c:v>
                </c:pt>
                <c:pt idx="32733">
                  <c:v>160.88999999999999</c:v>
                </c:pt>
                <c:pt idx="32734">
                  <c:v>122.17</c:v>
                </c:pt>
                <c:pt idx="32735">
                  <c:v>135.74</c:v>
                </c:pt>
                <c:pt idx="32736">
                  <c:v>160.88999999999999</c:v>
                </c:pt>
                <c:pt idx="32737">
                  <c:v>160.88999999999999</c:v>
                </c:pt>
                <c:pt idx="32738">
                  <c:v>120.96</c:v>
                </c:pt>
                <c:pt idx="32739">
                  <c:v>119.96</c:v>
                </c:pt>
                <c:pt idx="32740">
                  <c:v>119.96</c:v>
                </c:pt>
                <c:pt idx="32741">
                  <c:v>50.49</c:v>
                </c:pt>
                <c:pt idx="32742">
                  <c:v>50.49</c:v>
                </c:pt>
                <c:pt idx="32743">
                  <c:v>119.96</c:v>
                </c:pt>
                <c:pt idx="32744">
                  <c:v>100.96</c:v>
                </c:pt>
                <c:pt idx="32745">
                  <c:v>169.98</c:v>
                </c:pt>
                <c:pt idx="32746">
                  <c:v>62.98</c:v>
                </c:pt>
                <c:pt idx="32747">
                  <c:v>130.06</c:v>
                </c:pt>
                <c:pt idx="32748">
                  <c:v>169.98</c:v>
                </c:pt>
                <c:pt idx="32749">
                  <c:v>84.99</c:v>
                </c:pt>
                <c:pt idx="32750">
                  <c:v>84.99</c:v>
                </c:pt>
                <c:pt idx="32751">
                  <c:v>152.72999999999999</c:v>
                </c:pt>
                <c:pt idx="32752">
                  <c:v>43.48</c:v>
                </c:pt>
                <c:pt idx="32753">
                  <c:v>131.37</c:v>
                </c:pt>
                <c:pt idx="32754">
                  <c:v>70.98</c:v>
                </c:pt>
                <c:pt idx="32755">
                  <c:v>84.99</c:v>
                </c:pt>
                <c:pt idx="32756">
                  <c:v>75.09</c:v>
                </c:pt>
                <c:pt idx="32757">
                  <c:v>74.989999999999995</c:v>
                </c:pt>
                <c:pt idx="32758">
                  <c:v>118.78</c:v>
                </c:pt>
                <c:pt idx="32759">
                  <c:v>173.97</c:v>
                </c:pt>
                <c:pt idx="32760">
                  <c:v>184.97</c:v>
                </c:pt>
                <c:pt idx="32761">
                  <c:v>134.97999999999999</c:v>
                </c:pt>
                <c:pt idx="32762">
                  <c:v>166.16</c:v>
                </c:pt>
                <c:pt idx="32763">
                  <c:v>131.86000000000001</c:v>
                </c:pt>
                <c:pt idx="32764">
                  <c:v>87.47</c:v>
                </c:pt>
                <c:pt idx="32765">
                  <c:v>59.97</c:v>
                </c:pt>
                <c:pt idx="32766">
                  <c:v>59.97</c:v>
                </c:pt>
                <c:pt idx="32767">
                  <c:v>51.97</c:v>
                </c:pt>
                <c:pt idx="32768">
                  <c:v>67.959999999999994</c:v>
                </c:pt>
                <c:pt idx="32769">
                  <c:v>119.9</c:v>
                </c:pt>
                <c:pt idx="32770">
                  <c:v>20.48</c:v>
                </c:pt>
                <c:pt idx="32771">
                  <c:v>40.46</c:v>
                </c:pt>
                <c:pt idx="32772">
                  <c:v>30.47</c:v>
                </c:pt>
                <c:pt idx="32773">
                  <c:v>67.48</c:v>
                </c:pt>
                <c:pt idx="32774">
                  <c:v>120.85</c:v>
                </c:pt>
                <c:pt idx="32775">
                  <c:v>68.989999999999995</c:v>
                </c:pt>
                <c:pt idx="32776">
                  <c:v>145.97</c:v>
                </c:pt>
                <c:pt idx="32777">
                  <c:v>68.989999999999995</c:v>
                </c:pt>
                <c:pt idx="32778">
                  <c:v>88.98</c:v>
                </c:pt>
                <c:pt idx="32779">
                  <c:v>81.38</c:v>
                </c:pt>
                <c:pt idx="32780">
                  <c:v>206.97</c:v>
                </c:pt>
                <c:pt idx="32781">
                  <c:v>58.21</c:v>
                </c:pt>
                <c:pt idx="32782">
                  <c:v>62.98</c:v>
                </c:pt>
                <c:pt idx="32783">
                  <c:v>63.33</c:v>
                </c:pt>
                <c:pt idx="32784">
                  <c:v>63.97</c:v>
                </c:pt>
                <c:pt idx="32785">
                  <c:v>84.97</c:v>
                </c:pt>
                <c:pt idx="32786">
                  <c:v>69.98</c:v>
                </c:pt>
                <c:pt idx="32787">
                  <c:v>167.97</c:v>
                </c:pt>
                <c:pt idx="32788">
                  <c:v>79.790000000000006</c:v>
                </c:pt>
                <c:pt idx="32789">
                  <c:v>131.97999999999999</c:v>
                </c:pt>
                <c:pt idx="32790">
                  <c:v>67.12</c:v>
                </c:pt>
                <c:pt idx="32791">
                  <c:v>84.99</c:v>
                </c:pt>
                <c:pt idx="32792">
                  <c:v>85.89</c:v>
                </c:pt>
                <c:pt idx="32793">
                  <c:v>25.39</c:v>
                </c:pt>
                <c:pt idx="32794">
                  <c:v>51.39</c:v>
                </c:pt>
                <c:pt idx="32795">
                  <c:v>58.98</c:v>
                </c:pt>
                <c:pt idx="32796">
                  <c:v>50.36</c:v>
                </c:pt>
                <c:pt idx="32797">
                  <c:v>48.35</c:v>
                </c:pt>
                <c:pt idx="32798">
                  <c:v>54.98</c:v>
                </c:pt>
                <c:pt idx="32799">
                  <c:v>42.24</c:v>
                </c:pt>
                <c:pt idx="32800">
                  <c:v>28.23</c:v>
                </c:pt>
                <c:pt idx="32801">
                  <c:v>68.97</c:v>
                </c:pt>
                <c:pt idx="32802">
                  <c:v>31.49</c:v>
                </c:pt>
                <c:pt idx="32803">
                  <c:v>69.98</c:v>
                </c:pt>
                <c:pt idx="32804">
                  <c:v>65.989999999999995</c:v>
                </c:pt>
                <c:pt idx="32805">
                  <c:v>65.989999999999995</c:v>
                </c:pt>
                <c:pt idx="32806">
                  <c:v>85.98</c:v>
                </c:pt>
                <c:pt idx="32807">
                  <c:v>65.989999999999995</c:v>
                </c:pt>
                <c:pt idx="32808">
                  <c:v>65.989999999999995</c:v>
                </c:pt>
                <c:pt idx="32809">
                  <c:v>85.98</c:v>
                </c:pt>
                <c:pt idx="32810">
                  <c:v>85.98</c:v>
                </c:pt>
                <c:pt idx="32811">
                  <c:v>65.989999999999995</c:v>
                </c:pt>
                <c:pt idx="32812">
                  <c:v>65.989999999999995</c:v>
                </c:pt>
                <c:pt idx="32813">
                  <c:v>65.989999999999995</c:v>
                </c:pt>
                <c:pt idx="32814">
                  <c:v>47.16</c:v>
                </c:pt>
                <c:pt idx="32815">
                  <c:v>65.989999999999995</c:v>
                </c:pt>
                <c:pt idx="32816">
                  <c:v>59.39</c:v>
                </c:pt>
                <c:pt idx="32817">
                  <c:v>59.97</c:v>
                </c:pt>
                <c:pt idx="32818">
                  <c:v>65.989999999999995</c:v>
                </c:pt>
                <c:pt idx="32819">
                  <c:v>1.5</c:v>
                </c:pt>
                <c:pt idx="32820">
                  <c:v>65.989999999999995</c:v>
                </c:pt>
                <c:pt idx="32821">
                  <c:v>65.989999999999995</c:v>
                </c:pt>
                <c:pt idx="32822">
                  <c:v>65.989999999999995</c:v>
                </c:pt>
                <c:pt idx="32823">
                  <c:v>58.85</c:v>
                </c:pt>
                <c:pt idx="32824">
                  <c:v>65.989999999999995</c:v>
                </c:pt>
                <c:pt idx="32825">
                  <c:v>65.989999999999995</c:v>
                </c:pt>
                <c:pt idx="32826">
                  <c:v>65.989999999999995</c:v>
                </c:pt>
                <c:pt idx="32827">
                  <c:v>60.51</c:v>
                </c:pt>
                <c:pt idx="32828">
                  <c:v>65.989999999999995</c:v>
                </c:pt>
                <c:pt idx="32829">
                  <c:v>21.49</c:v>
                </c:pt>
                <c:pt idx="32830">
                  <c:v>65.989999999999995</c:v>
                </c:pt>
                <c:pt idx="32831">
                  <c:v>65.989999999999995</c:v>
                </c:pt>
                <c:pt idx="32832">
                  <c:v>45.06</c:v>
                </c:pt>
                <c:pt idx="32833">
                  <c:v>46.76</c:v>
                </c:pt>
                <c:pt idx="32834">
                  <c:v>20.49</c:v>
                </c:pt>
                <c:pt idx="32835">
                  <c:v>80.95</c:v>
                </c:pt>
                <c:pt idx="32836">
                  <c:v>-46.76</c:v>
                </c:pt>
                <c:pt idx="32837">
                  <c:v>111.96</c:v>
                </c:pt>
                <c:pt idx="32838">
                  <c:v>89.97</c:v>
                </c:pt>
                <c:pt idx="32839">
                  <c:v>110.97</c:v>
                </c:pt>
                <c:pt idx="32840">
                  <c:v>89.97</c:v>
                </c:pt>
                <c:pt idx="32841">
                  <c:v>110.97</c:v>
                </c:pt>
                <c:pt idx="32842">
                  <c:v>55.98</c:v>
                </c:pt>
                <c:pt idx="32843">
                  <c:v>46.29</c:v>
                </c:pt>
                <c:pt idx="32844">
                  <c:v>56.97</c:v>
                </c:pt>
                <c:pt idx="32845">
                  <c:v>53.98</c:v>
                </c:pt>
                <c:pt idx="32846">
                  <c:v>54.99</c:v>
                </c:pt>
                <c:pt idx="32847">
                  <c:v>54.99</c:v>
                </c:pt>
                <c:pt idx="32848">
                  <c:v>60.99</c:v>
                </c:pt>
                <c:pt idx="32849">
                  <c:v>60.99</c:v>
                </c:pt>
                <c:pt idx="32850">
                  <c:v>60.99</c:v>
                </c:pt>
                <c:pt idx="32851">
                  <c:v>60.99</c:v>
                </c:pt>
                <c:pt idx="32852">
                  <c:v>60.99</c:v>
                </c:pt>
                <c:pt idx="32853">
                  <c:v>60.99</c:v>
                </c:pt>
                <c:pt idx="32854">
                  <c:v>38.24</c:v>
                </c:pt>
                <c:pt idx="32855">
                  <c:v>60.99</c:v>
                </c:pt>
                <c:pt idx="32856">
                  <c:v>60.99</c:v>
                </c:pt>
                <c:pt idx="32857">
                  <c:v>119.21</c:v>
                </c:pt>
                <c:pt idx="32858">
                  <c:v>121.98</c:v>
                </c:pt>
                <c:pt idx="32859">
                  <c:v>60.99</c:v>
                </c:pt>
                <c:pt idx="32860">
                  <c:v>60.99</c:v>
                </c:pt>
                <c:pt idx="32861">
                  <c:v>60.99</c:v>
                </c:pt>
                <c:pt idx="32862">
                  <c:v>121.98</c:v>
                </c:pt>
                <c:pt idx="32863">
                  <c:v>55.75</c:v>
                </c:pt>
                <c:pt idx="32864">
                  <c:v>121.98</c:v>
                </c:pt>
                <c:pt idx="32865">
                  <c:v>109.98</c:v>
                </c:pt>
                <c:pt idx="32866">
                  <c:v>56.97</c:v>
                </c:pt>
                <c:pt idx="32867">
                  <c:v>68.36</c:v>
                </c:pt>
                <c:pt idx="32868">
                  <c:v>56.97</c:v>
                </c:pt>
                <c:pt idx="32869">
                  <c:v>53.97</c:v>
                </c:pt>
                <c:pt idx="32870">
                  <c:v>53.97</c:v>
                </c:pt>
                <c:pt idx="32871">
                  <c:v>68.36</c:v>
                </c:pt>
                <c:pt idx="32872">
                  <c:v>110.95</c:v>
                </c:pt>
                <c:pt idx="32873">
                  <c:v>46.29</c:v>
                </c:pt>
                <c:pt idx="32874">
                  <c:v>16.29</c:v>
                </c:pt>
                <c:pt idx="32875">
                  <c:v>109.96</c:v>
                </c:pt>
                <c:pt idx="32876">
                  <c:v>50.98</c:v>
                </c:pt>
                <c:pt idx="32877">
                  <c:v>59.96</c:v>
                </c:pt>
                <c:pt idx="32878">
                  <c:v>50.97</c:v>
                </c:pt>
                <c:pt idx="32879">
                  <c:v>58.97</c:v>
                </c:pt>
                <c:pt idx="32880">
                  <c:v>339.9</c:v>
                </c:pt>
                <c:pt idx="32881">
                  <c:v>160.88999999999999</c:v>
                </c:pt>
                <c:pt idx="32882">
                  <c:v>154.66</c:v>
                </c:pt>
                <c:pt idx="32883">
                  <c:v>148.76</c:v>
                </c:pt>
                <c:pt idx="32884">
                  <c:v>160.88999999999999</c:v>
                </c:pt>
                <c:pt idx="32885">
                  <c:v>160.88999999999999</c:v>
                </c:pt>
                <c:pt idx="32886">
                  <c:v>204.7</c:v>
                </c:pt>
                <c:pt idx="32887">
                  <c:v>322.02999999999997</c:v>
                </c:pt>
                <c:pt idx="32888">
                  <c:v>150.91</c:v>
                </c:pt>
                <c:pt idx="32889">
                  <c:v>148.22</c:v>
                </c:pt>
                <c:pt idx="32890">
                  <c:v>188.72</c:v>
                </c:pt>
                <c:pt idx="32891">
                  <c:v>54.98</c:v>
                </c:pt>
                <c:pt idx="32892">
                  <c:v>54.98</c:v>
                </c:pt>
                <c:pt idx="32893">
                  <c:v>53.98</c:v>
                </c:pt>
                <c:pt idx="32894">
                  <c:v>54.98</c:v>
                </c:pt>
                <c:pt idx="32895">
                  <c:v>108.97</c:v>
                </c:pt>
                <c:pt idx="32896">
                  <c:v>111.87</c:v>
                </c:pt>
                <c:pt idx="32897">
                  <c:v>108.97</c:v>
                </c:pt>
                <c:pt idx="32898">
                  <c:v>31.49</c:v>
                </c:pt>
                <c:pt idx="32899">
                  <c:v>31.49</c:v>
                </c:pt>
                <c:pt idx="32900">
                  <c:v>20.49</c:v>
                </c:pt>
                <c:pt idx="32901">
                  <c:v>55.98</c:v>
                </c:pt>
                <c:pt idx="32902">
                  <c:v>16.239999999999998</c:v>
                </c:pt>
                <c:pt idx="32903">
                  <c:v>57.98</c:v>
                </c:pt>
                <c:pt idx="32904">
                  <c:v>50.95</c:v>
                </c:pt>
                <c:pt idx="32905">
                  <c:v>108.87</c:v>
                </c:pt>
                <c:pt idx="32906">
                  <c:v>108.78</c:v>
                </c:pt>
                <c:pt idx="32907">
                  <c:v>108.78</c:v>
                </c:pt>
                <c:pt idx="32908">
                  <c:v>57.98</c:v>
                </c:pt>
                <c:pt idx="32909">
                  <c:v>118.97</c:v>
                </c:pt>
                <c:pt idx="32910">
                  <c:v>50.97</c:v>
                </c:pt>
                <c:pt idx="32911">
                  <c:v>38.979999999999997</c:v>
                </c:pt>
                <c:pt idx="32912">
                  <c:v>118.85</c:v>
                </c:pt>
                <c:pt idx="32913">
                  <c:v>397.9</c:v>
                </c:pt>
                <c:pt idx="32914">
                  <c:v>218.94</c:v>
                </c:pt>
                <c:pt idx="32915">
                  <c:v>319.95999999999998</c:v>
                </c:pt>
                <c:pt idx="32916">
                  <c:v>253.94</c:v>
                </c:pt>
                <c:pt idx="32917">
                  <c:v>233.06</c:v>
                </c:pt>
                <c:pt idx="32918">
                  <c:v>250.09</c:v>
                </c:pt>
                <c:pt idx="32919">
                  <c:v>334.95</c:v>
                </c:pt>
                <c:pt idx="32920">
                  <c:v>119.77</c:v>
                </c:pt>
                <c:pt idx="32921">
                  <c:v>79.989999999999995</c:v>
                </c:pt>
                <c:pt idx="32922">
                  <c:v>119.75</c:v>
                </c:pt>
                <c:pt idx="32923">
                  <c:v>25.39</c:v>
                </c:pt>
                <c:pt idx="32924">
                  <c:v>84.68</c:v>
                </c:pt>
                <c:pt idx="32925">
                  <c:v>178.74</c:v>
                </c:pt>
                <c:pt idx="32926">
                  <c:v>164.02</c:v>
                </c:pt>
                <c:pt idx="32927">
                  <c:v>162.66999999999999</c:v>
                </c:pt>
                <c:pt idx="32928">
                  <c:v>52.34</c:v>
                </c:pt>
                <c:pt idx="32929">
                  <c:v>59.38</c:v>
                </c:pt>
                <c:pt idx="32930">
                  <c:v>59.38</c:v>
                </c:pt>
                <c:pt idx="32931">
                  <c:v>312.45999999999998</c:v>
                </c:pt>
                <c:pt idx="32932">
                  <c:v>222.24</c:v>
                </c:pt>
                <c:pt idx="32933">
                  <c:v>278.89999999999998</c:v>
                </c:pt>
                <c:pt idx="32934">
                  <c:v>358.8</c:v>
                </c:pt>
                <c:pt idx="32935">
                  <c:v>134.94</c:v>
                </c:pt>
                <c:pt idx="32936">
                  <c:v>167.94</c:v>
                </c:pt>
                <c:pt idx="32937">
                  <c:v>139.94999999999999</c:v>
                </c:pt>
                <c:pt idx="32938">
                  <c:v>335.88</c:v>
                </c:pt>
                <c:pt idx="32939">
                  <c:v>65.3</c:v>
                </c:pt>
                <c:pt idx="32940">
                  <c:v>56.97</c:v>
                </c:pt>
                <c:pt idx="32941">
                  <c:v>51.27</c:v>
                </c:pt>
                <c:pt idx="32942">
                  <c:v>51.27</c:v>
                </c:pt>
                <c:pt idx="32943">
                  <c:v>56.97</c:v>
                </c:pt>
                <c:pt idx="32944">
                  <c:v>56.97</c:v>
                </c:pt>
                <c:pt idx="32945">
                  <c:v>62.87</c:v>
                </c:pt>
                <c:pt idx="32946">
                  <c:v>56.07</c:v>
                </c:pt>
                <c:pt idx="32947">
                  <c:v>108.13</c:v>
                </c:pt>
                <c:pt idx="32948">
                  <c:v>116.44</c:v>
                </c:pt>
                <c:pt idx="32949">
                  <c:v>188.53</c:v>
                </c:pt>
                <c:pt idx="32950">
                  <c:v>181.46</c:v>
                </c:pt>
                <c:pt idx="32951">
                  <c:v>199.6</c:v>
                </c:pt>
                <c:pt idx="32952">
                  <c:v>18.13</c:v>
                </c:pt>
                <c:pt idx="32953">
                  <c:v>134.27000000000001</c:v>
                </c:pt>
                <c:pt idx="32954">
                  <c:v>164.76</c:v>
                </c:pt>
                <c:pt idx="32955">
                  <c:v>97.99</c:v>
                </c:pt>
                <c:pt idx="32956">
                  <c:v>191.14</c:v>
                </c:pt>
                <c:pt idx="32957">
                  <c:v>109.98</c:v>
                </c:pt>
                <c:pt idx="32958">
                  <c:v>109.98</c:v>
                </c:pt>
                <c:pt idx="32959">
                  <c:v>109.98</c:v>
                </c:pt>
                <c:pt idx="32960">
                  <c:v>109.98</c:v>
                </c:pt>
                <c:pt idx="32961">
                  <c:v>54.99</c:v>
                </c:pt>
                <c:pt idx="32962">
                  <c:v>54.99</c:v>
                </c:pt>
                <c:pt idx="32963">
                  <c:v>109.97</c:v>
                </c:pt>
                <c:pt idx="32964">
                  <c:v>69.989999999999995</c:v>
                </c:pt>
                <c:pt idx="32965">
                  <c:v>31.29</c:v>
                </c:pt>
                <c:pt idx="32966">
                  <c:v>163.96</c:v>
                </c:pt>
                <c:pt idx="32967">
                  <c:v>177.95</c:v>
                </c:pt>
                <c:pt idx="32968">
                  <c:v>91.96</c:v>
                </c:pt>
                <c:pt idx="32969">
                  <c:v>144.97</c:v>
                </c:pt>
                <c:pt idx="32970">
                  <c:v>93.95</c:v>
                </c:pt>
                <c:pt idx="32971">
                  <c:v>149.97</c:v>
                </c:pt>
                <c:pt idx="32972">
                  <c:v>185.93</c:v>
                </c:pt>
                <c:pt idx="32973">
                  <c:v>55.96</c:v>
                </c:pt>
                <c:pt idx="32974">
                  <c:v>149.97</c:v>
                </c:pt>
                <c:pt idx="32975">
                  <c:v>149.97</c:v>
                </c:pt>
                <c:pt idx="32976">
                  <c:v>186.38</c:v>
                </c:pt>
                <c:pt idx="32977">
                  <c:v>134.97</c:v>
                </c:pt>
                <c:pt idx="32978">
                  <c:v>77.97</c:v>
                </c:pt>
                <c:pt idx="32979">
                  <c:v>131.34</c:v>
                </c:pt>
                <c:pt idx="32980">
                  <c:v>205.93</c:v>
                </c:pt>
                <c:pt idx="32981">
                  <c:v>177.95</c:v>
                </c:pt>
                <c:pt idx="32982">
                  <c:v>84.98</c:v>
                </c:pt>
                <c:pt idx="32983">
                  <c:v>109.96</c:v>
                </c:pt>
                <c:pt idx="32984">
                  <c:v>54.98</c:v>
                </c:pt>
                <c:pt idx="32985">
                  <c:v>54.98</c:v>
                </c:pt>
                <c:pt idx="32986">
                  <c:v>109.96</c:v>
                </c:pt>
                <c:pt idx="32987">
                  <c:v>43.89</c:v>
                </c:pt>
                <c:pt idx="32988">
                  <c:v>109.95</c:v>
                </c:pt>
                <c:pt idx="32989">
                  <c:v>60.97</c:v>
                </c:pt>
                <c:pt idx="32990">
                  <c:v>40.28</c:v>
                </c:pt>
                <c:pt idx="32991">
                  <c:v>42.33</c:v>
                </c:pt>
                <c:pt idx="32992">
                  <c:v>42.33</c:v>
                </c:pt>
                <c:pt idx="32993">
                  <c:v>141.96</c:v>
                </c:pt>
                <c:pt idx="32994">
                  <c:v>169.98</c:v>
                </c:pt>
                <c:pt idx="32995">
                  <c:v>415.92</c:v>
                </c:pt>
                <c:pt idx="32996">
                  <c:v>229.97</c:v>
                </c:pt>
                <c:pt idx="32997">
                  <c:v>349.95</c:v>
                </c:pt>
                <c:pt idx="32998">
                  <c:v>339.96</c:v>
                </c:pt>
                <c:pt idx="32999">
                  <c:v>216.27</c:v>
                </c:pt>
                <c:pt idx="33000">
                  <c:v>254.97</c:v>
                </c:pt>
                <c:pt idx="33001">
                  <c:v>19.29</c:v>
                </c:pt>
                <c:pt idx="33002">
                  <c:v>53.97</c:v>
                </c:pt>
                <c:pt idx="33003">
                  <c:v>53.97</c:v>
                </c:pt>
                <c:pt idx="33004">
                  <c:v>19.29</c:v>
                </c:pt>
                <c:pt idx="33005">
                  <c:v>19.29</c:v>
                </c:pt>
                <c:pt idx="33006">
                  <c:v>19.29</c:v>
                </c:pt>
                <c:pt idx="33007">
                  <c:v>19.29</c:v>
                </c:pt>
                <c:pt idx="33008">
                  <c:v>19.29</c:v>
                </c:pt>
                <c:pt idx="33009">
                  <c:v>55.98</c:v>
                </c:pt>
                <c:pt idx="33010">
                  <c:v>52.98</c:v>
                </c:pt>
                <c:pt idx="33011">
                  <c:v>54.96</c:v>
                </c:pt>
                <c:pt idx="33012">
                  <c:v>54.96</c:v>
                </c:pt>
                <c:pt idx="33013">
                  <c:v>109.9</c:v>
                </c:pt>
                <c:pt idx="33014">
                  <c:v>107.97</c:v>
                </c:pt>
                <c:pt idx="33015">
                  <c:v>107.96</c:v>
                </c:pt>
                <c:pt idx="33016">
                  <c:v>53.98</c:v>
                </c:pt>
                <c:pt idx="33017">
                  <c:v>269.95999999999998</c:v>
                </c:pt>
                <c:pt idx="33018">
                  <c:v>171.48</c:v>
                </c:pt>
                <c:pt idx="33019">
                  <c:v>254.97</c:v>
                </c:pt>
                <c:pt idx="33020">
                  <c:v>353.67</c:v>
                </c:pt>
                <c:pt idx="33021">
                  <c:v>321.72000000000003</c:v>
                </c:pt>
                <c:pt idx="33022">
                  <c:v>169.98</c:v>
                </c:pt>
                <c:pt idx="33023">
                  <c:v>219.97</c:v>
                </c:pt>
                <c:pt idx="33024">
                  <c:v>82.97</c:v>
                </c:pt>
                <c:pt idx="33025">
                  <c:v>169.98</c:v>
                </c:pt>
                <c:pt idx="33026">
                  <c:v>254.97</c:v>
                </c:pt>
                <c:pt idx="33027">
                  <c:v>51.96</c:v>
                </c:pt>
                <c:pt idx="33028">
                  <c:v>39.479999999999997</c:v>
                </c:pt>
                <c:pt idx="33029">
                  <c:v>51.49</c:v>
                </c:pt>
                <c:pt idx="33030">
                  <c:v>107.97</c:v>
                </c:pt>
                <c:pt idx="33031">
                  <c:v>98.19</c:v>
                </c:pt>
                <c:pt idx="33032">
                  <c:v>326.45999999999998</c:v>
                </c:pt>
                <c:pt idx="33033">
                  <c:v>334.96</c:v>
                </c:pt>
                <c:pt idx="33034">
                  <c:v>169.98</c:v>
                </c:pt>
                <c:pt idx="33035">
                  <c:v>329.94</c:v>
                </c:pt>
                <c:pt idx="33036">
                  <c:v>419.95</c:v>
                </c:pt>
                <c:pt idx="33037">
                  <c:v>87.97</c:v>
                </c:pt>
                <c:pt idx="33038">
                  <c:v>339.96</c:v>
                </c:pt>
                <c:pt idx="33039">
                  <c:v>314.95999999999998</c:v>
                </c:pt>
                <c:pt idx="33040">
                  <c:v>79.98</c:v>
                </c:pt>
                <c:pt idx="33041">
                  <c:v>15.24</c:v>
                </c:pt>
                <c:pt idx="33042">
                  <c:v>99.47</c:v>
                </c:pt>
                <c:pt idx="33043">
                  <c:v>107.94</c:v>
                </c:pt>
                <c:pt idx="33044">
                  <c:v>53.98</c:v>
                </c:pt>
                <c:pt idx="33045">
                  <c:v>53.98</c:v>
                </c:pt>
                <c:pt idx="33046">
                  <c:v>53.98</c:v>
                </c:pt>
                <c:pt idx="33047">
                  <c:v>53.98</c:v>
                </c:pt>
                <c:pt idx="33048">
                  <c:v>53.97</c:v>
                </c:pt>
                <c:pt idx="33049">
                  <c:v>53.97</c:v>
                </c:pt>
                <c:pt idx="33050">
                  <c:v>254.97</c:v>
                </c:pt>
                <c:pt idx="33051">
                  <c:v>109.98</c:v>
                </c:pt>
                <c:pt idx="33052">
                  <c:v>424.95</c:v>
                </c:pt>
                <c:pt idx="33053">
                  <c:v>254.97</c:v>
                </c:pt>
                <c:pt idx="33054">
                  <c:v>65.94</c:v>
                </c:pt>
                <c:pt idx="33055">
                  <c:v>320.91000000000003</c:v>
                </c:pt>
                <c:pt idx="33056">
                  <c:v>159.97999999999999</c:v>
                </c:pt>
                <c:pt idx="33057">
                  <c:v>361.94</c:v>
                </c:pt>
                <c:pt idx="33058">
                  <c:v>184.97</c:v>
                </c:pt>
                <c:pt idx="33059">
                  <c:v>169.98</c:v>
                </c:pt>
                <c:pt idx="33060">
                  <c:v>-115.16</c:v>
                </c:pt>
                <c:pt idx="33061">
                  <c:v>115.16</c:v>
                </c:pt>
                <c:pt idx="33062">
                  <c:v>108.86</c:v>
                </c:pt>
                <c:pt idx="33063">
                  <c:v>53.97</c:v>
                </c:pt>
                <c:pt idx="33064">
                  <c:v>53.97</c:v>
                </c:pt>
                <c:pt idx="33065">
                  <c:v>57.98</c:v>
                </c:pt>
                <c:pt idx="33066">
                  <c:v>42.46</c:v>
                </c:pt>
                <c:pt idx="33067">
                  <c:v>107.91</c:v>
                </c:pt>
                <c:pt idx="33068">
                  <c:v>109.77</c:v>
                </c:pt>
                <c:pt idx="33069">
                  <c:v>37.29</c:v>
                </c:pt>
                <c:pt idx="33070">
                  <c:v>37.29</c:v>
                </c:pt>
                <c:pt idx="33071">
                  <c:v>70.98</c:v>
                </c:pt>
                <c:pt idx="33072">
                  <c:v>68.98</c:v>
                </c:pt>
                <c:pt idx="33073">
                  <c:v>129.97999999999999</c:v>
                </c:pt>
                <c:pt idx="33074">
                  <c:v>60.99</c:v>
                </c:pt>
                <c:pt idx="33075">
                  <c:v>93.98</c:v>
                </c:pt>
                <c:pt idx="33076">
                  <c:v>98.98</c:v>
                </c:pt>
                <c:pt idx="33077">
                  <c:v>219.56</c:v>
                </c:pt>
                <c:pt idx="33078">
                  <c:v>60.99</c:v>
                </c:pt>
                <c:pt idx="33079">
                  <c:v>237.86</c:v>
                </c:pt>
                <c:pt idx="33080">
                  <c:v>159.97999999999999</c:v>
                </c:pt>
                <c:pt idx="33081">
                  <c:v>60.99</c:v>
                </c:pt>
                <c:pt idx="33082">
                  <c:v>151.87</c:v>
                </c:pt>
                <c:pt idx="33083">
                  <c:v>59.98</c:v>
                </c:pt>
                <c:pt idx="33084">
                  <c:v>76.099999999999994</c:v>
                </c:pt>
                <c:pt idx="33085">
                  <c:v>108.93</c:v>
                </c:pt>
                <c:pt idx="33086">
                  <c:v>111.98</c:v>
                </c:pt>
                <c:pt idx="33087">
                  <c:v>399.95</c:v>
                </c:pt>
                <c:pt idx="33088">
                  <c:v>157.97</c:v>
                </c:pt>
                <c:pt idx="33089">
                  <c:v>159.97999999999999</c:v>
                </c:pt>
                <c:pt idx="33090">
                  <c:v>90.98</c:v>
                </c:pt>
                <c:pt idx="33091">
                  <c:v>50.92</c:v>
                </c:pt>
                <c:pt idx="33092">
                  <c:v>56.92</c:v>
                </c:pt>
                <c:pt idx="33093">
                  <c:v>51.98</c:v>
                </c:pt>
                <c:pt idx="33094">
                  <c:v>65.3</c:v>
                </c:pt>
                <c:pt idx="33095">
                  <c:v>117.16</c:v>
                </c:pt>
                <c:pt idx="33096">
                  <c:v>107.6</c:v>
                </c:pt>
                <c:pt idx="33097">
                  <c:v>-117.16</c:v>
                </c:pt>
                <c:pt idx="33098">
                  <c:v>46.27</c:v>
                </c:pt>
                <c:pt idx="33099">
                  <c:v>54.54</c:v>
                </c:pt>
                <c:pt idx="33100">
                  <c:v>197.97</c:v>
                </c:pt>
                <c:pt idx="33101">
                  <c:v>164.01</c:v>
                </c:pt>
                <c:pt idx="33102">
                  <c:v>147.97</c:v>
                </c:pt>
                <c:pt idx="33103">
                  <c:v>294.94</c:v>
                </c:pt>
                <c:pt idx="33104">
                  <c:v>172.97</c:v>
                </c:pt>
                <c:pt idx="33105">
                  <c:v>147.97</c:v>
                </c:pt>
                <c:pt idx="33106">
                  <c:v>131.97999999999999</c:v>
                </c:pt>
                <c:pt idx="33107">
                  <c:v>197.97</c:v>
                </c:pt>
                <c:pt idx="33108">
                  <c:v>197.97</c:v>
                </c:pt>
                <c:pt idx="33109">
                  <c:v>107.6</c:v>
                </c:pt>
                <c:pt idx="33110">
                  <c:v>117.74</c:v>
                </c:pt>
                <c:pt idx="33111">
                  <c:v>31.09</c:v>
                </c:pt>
                <c:pt idx="33112">
                  <c:v>59.98</c:v>
                </c:pt>
                <c:pt idx="33113">
                  <c:v>49.98</c:v>
                </c:pt>
                <c:pt idx="33114">
                  <c:v>195.94</c:v>
                </c:pt>
                <c:pt idx="33115">
                  <c:v>170.53</c:v>
                </c:pt>
                <c:pt idx="33116">
                  <c:v>192.31</c:v>
                </c:pt>
                <c:pt idx="33117">
                  <c:v>182.67</c:v>
                </c:pt>
                <c:pt idx="33118">
                  <c:v>160.88999999999999</c:v>
                </c:pt>
                <c:pt idx="33119">
                  <c:v>125.8</c:v>
                </c:pt>
                <c:pt idx="33120">
                  <c:v>195.95</c:v>
                </c:pt>
                <c:pt idx="33121">
                  <c:v>127.9</c:v>
                </c:pt>
                <c:pt idx="33122">
                  <c:v>208.08</c:v>
                </c:pt>
                <c:pt idx="33123">
                  <c:v>107.44</c:v>
                </c:pt>
                <c:pt idx="33124">
                  <c:v>64.11</c:v>
                </c:pt>
                <c:pt idx="33125">
                  <c:v>54.49</c:v>
                </c:pt>
                <c:pt idx="33126">
                  <c:v>74.959999999999994</c:v>
                </c:pt>
                <c:pt idx="33127">
                  <c:v>39.229999999999997</c:v>
                </c:pt>
                <c:pt idx="33128">
                  <c:v>62.58</c:v>
                </c:pt>
                <c:pt idx="33129">
                  <c:v>54.98</c:v>
                </c:pt>
                <c:pt idx="33130">
                  <c:v>118.54</c:v>
                </c:pt>
                <c:pt idx="33131">
                  <c:v>118.54</c:v>
                </c:pt>
                <c:pt idx="33132">
                  <c:v>118.54</c:v>
                </c:pt>
                <c:pt idx="33133">
                  <c:v>118.53</c:v>
                </c:pt>
                <c:pt idx="33134">
                  <c:v>29.98</c:v>
                </c:pt>
                <c:pt idx="33135">
                  <c:v>79.98</c:v>
                </c:pt>
                <c:pt idx="33136">
                  <c:v>62.94</c:v>
                </c:pt>
                <c:pt idx="33137">
                  <c:v>50.97</c:v>
                </c:pt>
                <c:pt idx="33138">
                  <c:v>114.95</c:v>
                </c:pt>
                <c:pt idx="33139">
                  <c:v>151.06</c:v>
                </c:pt>
                <c:pt idx="33140">
                  <c:v>107.5</c:v>
                </c:pt>
                <c:pt idx="33141">
                  <c:v>59.96</c:v>
                </c:pt>
                <c:pt idx="33142">
                  <c:v>116.98</c:v>
                </c:pt>
                <c:pt idx="33143">
                  <c:v>74.95</c:v>
                </c:pt>
                <c:pt idx="33144">
                  <c:v>69.959999999999994</c:v>
                </c:pt>
                <c:pt idx="33145">
                  <c:v>112.95</c:v>
                </c:pt>
                <c:pt idx="33146">
                  <c:v>87.65</c:v>
                </c:pt>
                <c:pt idx="33147">
                  <c:v>135.94999999999999</c:v>
                </c:pt>
                <c:pt idx="33148">
                  <c:v>107.12</c:v>
                </c:pt>
                <c:pt idx="33149">
                  <c:v>87.52</c:v>
                </c:pt>
                <c:pt idx="33150">
                  <c:v>43.54</c:v>
                </c:pt>
                <c:pt idx="33151">
                  <c:v>65.3</c:v>
                </c:pt>
                <c:pt idx="33152">
                  <c:v>83.47</c:v>
                </c:pt>
                <c:pt idx="33153">
                  <c:v>25.37</c:v>
                </c:pt>
                <c:pt idx="33154">
                  <c:v>56.97</c:v>
                </c:pt>
                <c:pt idx="33155">
                  <c:v>109.98</c:v>
                </c:pt>
                <c:pt idx="33156">
                  <c:v>109.98</c:v>
                </c:pt>
                <c:pt idx="33157">
                  <c:v>109.98</c:v>
                </c:pt>
                <c:pt idx="33158">
                  <c:v>34.99</c:v>
                </c:pt>
                <c:pt idx="33159">
                  <c:v>84.68</c:v>
                </c:pt>
                <c:pt idx="33160">
                  <c:v>108.98</c:v>
                </c:pt>
                <c:pt idx="33161">
                  <c:v>107.95</c:v>
                </c:pt>
                <c:pt idx="33162">
                  <c:v>24.99</c:v>
                </c:pt>
                <c:pt idx="33163">
                  <c:v>108.97</c:v>
                </c:pt>
                <c:pt idx="33164">
                  <c:v>53.98</c:v>
                </c:pt>
                <c:pt idx="33165">
                  <c:v>54.98</c:v>
                </c:pt>
                <c:pt idx="33166">
                  <c:v>108.96</c:v>
                </c:pt>
                <c:pt idx="33167">
                  <c:v>40.28</c:v>
                </c:pt>
                <c:pt idx="33168">
                  <c:v>23.28</c:v>
                </c:pt>
                <c:pt idx="33169">
                  <c:v>26.94</c:v>
                </c:pt>
                <c:pt idx="33170">
                  <c:v>56.97</c:v>
                </c:pt>
                <c:pt idx="33171">
                  <c:v>51.96</c:v>
                </c:pt>
                <c:pt idx="33172">
                  <c:v>106.97</c:v>
                </c:pt>
                <c:pt idx="33173">
                  <c:v>59.98</c:v>
                </c:pt>
                <c:pt idx="33174">
                  <c:v>197.97</c:v>
                </c:pt>
                <c:pt idx="33175">
                  <c:v>84.99</c:v>
                </c:pt>
                <c:pt idx="33176">
                  <c:v>124.37</c:v>
                </c:pt>
                <c:pt idx="33177">
                  <c:v>169.98</c:v>
                </c:pt>
                <c:pt idx="33178">
                  <c:v>260.93</c:v>
                </c:pt>
                <c:pt idx="33179">
                  <c:v>272.52999999999997</c:v>
                </c:pt>
                <c:pt idx="33180">
                  <c:v>168.66</c:v>
                </c:pt>
                <c:pt idx="33181">
                  <c:v>169.98</c:v>
                </c:pt>
                <c:pt idx="33182">
                  <c:v>301.91000000000003</c:v>
                </c:pt>
                <c:pt idx="33183">
                  <c:v>106.97</c:v>
                </c:pt>
                <c:pt idx="33184">
                  <c:v>106.97</c:v>
                </c:pt>
                <c:pt idx="33185">
                  <c:v>106.97</c:v>
                </c:pt>
                <c:pt idx="33186">
                  <c:v>106.97</c:v>
                </c:pt>
                <c:pt idx="33187">
                  <c:v>106.97</c:v>
                </c:pt>
                <c:pt idx="33188">
                  <c:v>59.99</c:v>
                </c:pt>
                <c:pt idx="33189">
                  <c:v>59.99</c:v>
                </c:pt>
                <c:pt idx="33190">
                  <c:v>41.49</c:v>
                </c:pt>
                <c:pt idx="33191">
                  <c:v>56.97</c:v>
                </c:pt>
                <c:pt idx="33192">
                  <c:v>60.52</c:v>
                </c:pt>
                <c:pt idx="33193">
                  <c:v>221.94</c:v>
                </c:pt>
                <c:pt idx="33194">
                  <c:v>199.96</c:v>
                </c:pt>
                <c:pt idx="33195">
                  <c:v>205.94</c:v>
                </c:pt>
                <c:pt idx="33196">
                  <c:v>58.33</c:v>
                </c:pt>
                <c:pt idx="33197">
                  <c:v>255.91</c:v>
                </c:pt>
                <c:pt idx="33198">
                  <c:v>88.95</c:v>
                </c:pt>
                <c:pt idx="33199">
                  <c:v>191.2</c:v>
                </c:pt>
                <c:pt idx="33200">
                  <c:v>169.98</c:v>
                </c:pt>
                <c:pt idx="33201">
                  <c:v>107.86</c:v>
                </c:pt>
                <c:pt idx="33202">
                  <c:v>69.989999999999995</c:v>
                </c:pt>
                <c:pt idx="33203">
                  <c:v>96.98</c:v>
                </c:pt>
                <c:pt idx="33204">
                  <c:v>43.47</c:v>
                </c:pt>
                <c:pt idx="33205">
                  <c:v>9.66</c:v>
                </c:pt>
                <c:pt idx="33206">
                  <c:v>13.29</c:v>
                </c:pt>
                <c:pt idx="33207">
                  <c:v>43.54</c:v>
                </c:pt>
                <c:pt idx="33208">
                  <c:v>13.29</c:v>
                </c:pt>
                <c:pt idx="33209">
                  <c:v>13.24</c:v>
                </c:pt>
                <c:pt idx="33210">
                  <c:v>11.39</c:v>
                </c:pt>
                <c:pt idx="33211">
                  <c:v>60.97</c:v>
                </c:pt>
                <c:pt idx="33212">
                  <c:v>193.41</c:v>
                </c:pt>
                <c:pt idx="33213">
                  <c:v>14.89</c:v>
                </c:pt>
                <c:pt idx="33214">
                  <c:v>20.98</c:v>
                </c:pt>
                <c:pt idx="33215">
                  <c:v>61.98</c:v>
                </c:pt>
                <c:pt idx="33216">
                  <c:v>72.58</c:v>
                </c:pt>
                <c:pt idx="33217">
                  <c:v>83.98</c:v>
                </c:pt>
                <c:pt idx="33218">
                  <c:v>68.23</c:v>
                </c:pt>
                <c:pt idx="33219">
                  <c:v>62.35</c:v>
                </c:pt>
                <c:pt idx="33220">
                  <c:v>65.989999999999995</c:v>
                </c:pt>
                <c:pt idx="33221">
                  <c:v>50.98</c:v>
                </c:pt>
                <c:pt idx="33222">
                  <c:v>73.97</c:v>
                </c:pt>
                <c:pt idx="33223">
                  <c:v>51.29</c:v>
                </c:pt>
                <c:pt idx="33224">
                  <c:v>56.97</c:v>
                </c:pt>
                <c:pt idx="33225">
                  <c:v>51.27</c:v>
                </c:pt>
                <c:pt idx="33226">
                  <c:v>56.97</c:v>
                </c:pt>
                <c:pt idx="33227">
                  <c:v>56.97</c:v>
                </c:pt>
                <c:pt idx="33228">
                  <c:v>51.27</c:v>
                </c:pt>
                <c:pt idx="33229">
                  <c:v>55.96</c:v>
                </c:pt>
                <c:pt idx="33230">
                  <c:v>50.36</c:v>
                </c:pt>
                <c:pt idx="33231">
                  <c:v>65.97</c:v>
                </c:pt>
                <c:pt idx="33232">
                  <c:v>50.32</c:v>
                </c:pt>
                <c:pt idx="33233">
                  <c:v>106.17</c:v>
                </c:pt>
                <c:pt idx="33234">
                  <c:v>52.97</c:v>
                </c:pt>
                <c:pt idx="33235">
                  <c:v>106.16</c:v>
                </c:pt>
                <c:pt idx="33236">
                  <c:v>51.98</c:v>
                </c:pt>
                <c:pt idx="33237">
                  <c:v>45.68</c:v>
                </c:pt>
                <c:pt idx="33238">
                  <c:v>121.98</c:v>
                </c:pt>
                <c:pt idx="33239">
                  <c:v>169.98</c:v>
                </c:pt>
                <c:pt idx="33240">
                  <c:v>169.98</c:v>
                </c:pt>
                <c:pt idx="33241">
                  <c:v>169.98</c:v>
                </c:pt>
                <c:pt idx="33242">
                  <c:v>169.98</c:v>
                </c:pt>
                <c:pt idx="33243">
                  <c:v>131.97999999999999</c:v>
                </c:pt>
                <c:pt idx="33244">
                  <c:v>136.97</c:v>
                </c:pt>
                <c:pt idx="33245">
                  <c:v>131.97999999999999</c:v>
                </c:pt>
                <c:pt idx="33246">
                  <c:v>169.98</c:v>
                </c:pt>
                <c:pt idx="33247">
                  <c:v>131.97999999999999</c:v>
                </c:pt>
                <c:pt idx="33248">
                  <c:v>167.98</c:v>
                </c:pt>
                <c:pt idx="33249">
                  <c:v>187.97</c:v>
                </c:pt>
                <c:pt idx="33250">
                  <c:v>169.98</c:v>
                </c:pt>
                <c:pt idx="33251">
                  <c:v>223.96</c:v>
                </c:pt>
                <c:pt idx="33252">
                  <c:v>62.98</c:v>
                </c:pt>
                <c:pt idx="33253">
                  <c:v>153.97999999999999</c:v>
                </c:pt>
                <c:pt idx="33254">
                  <c:v>7.99</c:v>
                </c:pt>
                <c:pt idx="33255">
                  <c:v>65.989999999999995</c:v>
                </c:pt>
                <c:pt idx="33256">
                  <c:v>25.47</c:v>
                </c:pt>
                <c:pt idx="33257">
                  <c:v>107.97</c:v>
                </c:pt>
                <c:pt idx="33258">
                  <c:v>107.97</c:v>
                </c:pt>
                <c:pt idx="33259">
                  <c:v>172.97</c:v>
                </c:pt>
                <c:pt idx="33260">
                  <c:v>254.97</c:v>
                </c:pt>
                <c:pt idx="33261">
                  <c:v>254.97</c:v>
                </c:pt>
                <c:pt idx="33262">
                  <c:v>-254.97</c:v>
                </c:pt>
                <c:pt idx="33263">
                  <c:v>254.97</c:v>
                </c:pt>
                <c:pt idx="33264">
                  <c:v>254.97</c:v>
                </c:pt>
                <c:pt idx="33265">
                  <c:v>229.97</c:v>
                </c:pt>
                <c:pt idx="33266">
                  <c:v>254.97</c:v>
                </c:pt>
                <c:pt idx="33267">
                  <c:v>254.97</c:v>
                </c:pt>
                <c:pt idx="33268">
                  <c:v>32.630000000000003</c:v>
                </c:pt>
                <c:pt idx="33269">
                  <c:v>107.96</c:v>
                </c:pt>
                <c:pt idx="33270">
                  <c:v>20.29</c:v>
                </c:pt>
                <c:pt idx="33271">
                  <c:v>20.29</c:v>
                </c:pt>
                <c:pt idx="33272">
                  <c:v>41.29</c:v>
                </c:pt>
                <c:pt idx="33273">
                  <c:v>107.94</c:v>
                </c:pt>
                <c:pt idx="33274">
                  <c:v>107.94</c:v>
                </c:pt>
                <c:pt idx="33275">
                  <c:v>53.97</c:v>
                </c:pt>
                <c:pt idx="33276">
                  <c:v>53.97</c:v>
                </c:pt>
                <c:pt idx="33277">
                  <c:v>107.94</c:v>
                </c:pt>
                <c:pt idx="33278">
                  <c:v>53.97</c:v>
                </c:pt>
                <c:pt idx="33279">
                  <c:v>65.959999999999994</c:v>
                </c:pt>
                <c:pt idx="33280">
                  <c:v>65.959999999999994</c:v>
                </c:pt>
                <c:pt idx="33281">
                  <c:v>65.959999999999994</c:v>
                </c:pt>
                <c:pt idx="33282">
                  <c:v>48.28</c:v>
                </c:pt>
                <c:pt idx="33283">
                  <c:v>50.97</c:v>
                </c:pt>
                <c:pt idx="33284">
                  <c:v>107.94</c:v>
                </c:pt>
                <c:pt idx="33285">
                  <c:v>21.29</c:v>
                </c:pt>
                <c:pt idx="33286">
                  <c:v>49.28</c:v>
                </c:pt>
                <c:pt idx="33287">
                  <c:v>11.29</c:v>
                </c:pt>
                <c:pt idx="33288">
                  <c:v>29.99</c:v>
                </c:pt>
                <c:pt idx="33289">
                  <c:v>31.49</c:v>
                </c:pt>
                <c:pt idx="33290">
                  <c:v>31.49</c:v>
                </c:pt>
                <c:pt idx="33291">
                  <c:v>53.94</c:v>
                </c:pt>
                <c:pt idx="33292">
                  <c:v>53.94</c:v>
                </c:pt>
                <c:pt idx="33293">
                  <c:v>105.98</c:v>
                </c:pt>
                <c:pt idx="33294">
                  <c:v>105.98</c:v>
                </c:pt>
                <c:pt idx="33295">
                  <c:v>105.95</c:v>
                </c:pt>
                <c:pt idx="33296">
                  <c:v>105.95</c:v>
                </c:pt>
                <c:pt idx="33297">
                  <c:v>104.97</c:v>
                </c:pt>
                <c:pt idx="33298">
                  <c:v>104.97</c:v>
                </c:pt>
                <c:pt idx="33299">
                  <c:v>63.47</c:v>
                </c:pt>
                <c:pt idx="33300">
                  <c:v>195.82</c:v>
                </c:pt>
                <c:pt idx="33301">
                  <c:v>158.38</c:v>
                </c:pt>
                <c:pt idx="33302">
                  <c:v>157.13999999999999</c:v>
                </c:pt>
                <c:pt idx="33303">
                  <c:v>112.37</c:v>
                </c:pt>
                <c:pt idx="33304">
                  <c:v>157.91</c:v>
                </c:pt>
                <c:pt idx="33305">
                  <c:v>169.98</c:v>
                </c:pt>
                <c:pt idx="33306">
                  <c:v>37.47</c:v>
                </c:pt>
                <c:pt idx="33307">
                  <c:v>59.99</c:v>
                </c:pt>
                <c:pt idx="33308">
                  <c:v>88.96</c:v>
                </c:pt>
                <c:pt idx="33309">
                  <c:v>60.97</c:v>
                </c:pt>
                <c:pt idx="33310">
                  <c:v>54.99</c:v>
                </c:pt>
                <c:pt idx="33311">
                  <c:v>19.739999999999998</c:v>
                </c:pt>
                <c:pt idx="33312">
                  <c:v>81.97</c:v>
                </c:pt>
                <c:pt idx="33313">
                  <c:v>53.97</c:v>
                </c:pt>
                <c:pt idx="33314">
                  <c:v>51.82</c:v>
                </c:pt>
                <c:pt idx="33315">
                  <c:v>59.96</c:v>
                </c:pt>
                <c:pt idx="33316">
                  <c:v>50.97</c:v>
                </c:pt>
                <c:pt idx="33317">
                  <c:v>57.56</c:v>
                </c:pt>
                <c:pt idx="33318">
                  <c:v>51.98</c:v>
                </c:pt>
                <c:pt idx="33319">
                  <c:v>51.98</c:v>
                </c:pt>
                <c:pt idx="33320">
                  <c:v>12</c:v>
                </c:pt>
                <c:pt idx="33321">
                  <c:v>55.98</c:v>
                </c:pt>
                <c:pt idx="33322">
                  <c:v>50.38</c:v>
                </c:pt>
                <c:pt idx="33323">
                  <c:v>55.98</c:v>
                </c:pt>
                <c:pt idx="33324">
                  <c:v>50.38</c:v>
                </c:pt>
                <c:pt idx="33325">
                  <c:v>50.38</c:v>
                </c:pt>
                <c:pt idx="33326">
                  <c:v>50.38</c:v>
                </c:pt>
                <c:pt idx="33327">
                  <c:v>190.93</c:v>
                </c:pt>
                <c:pt idx="33328">
                  <c:v>237.95</c:v>
                </c:pt>
                <c:pt idx="33329">
                  <c:v>110.18</c:v>
                </c:pt>
                <c:pt idx="33330">
                  <c:v>164.96</c:v>
                </c:pt>
                <c:pt idx="33331">
                  <c:v>179.96</c:v>
                </c:pt>
                <c:pt idx="33332">
                  <c:v>69.989999999999995</c:v>
                </c:pt>
                <c:pt idx="33333">
                  <c:v>114.97</c:v>
                </c:pt>
                <c:pt idx="33334">
                  <c:v>56.55</c:v>
                </c:pt>
                <c:pt idx="33335">
                  <c:v>185.97</c:v>
                </c:pt>
                <c:pt idx="33336">
                  <c:v>184.97</c:v>
                </c:pt>
                <c:pt idx="33337">
                  <c:v>121.98</c:v>
                </c:pt>
                <c:pt idx="33338">
                  <c:v>38.909999999999997</c:v>
                </c:pt>
                <c:pt idx="33339">
                  <c:v>57.98</c:v>
                </c:pt>
                <c:pt idx="33340">
                  <c:v>47.68</c:v>
                </c:pt>
                <c:pt idx="33341">
                  <c:v>59.49</c:v>
                </c:pt>
                <c:pt idx="33342">
                  <c:v>105.26</c:v>
                </c:pt>
                <c:pt idx="33343">
                  <c:v>33.08</c:v>
                </c:pt>
                <c:pt idx="33344">
                  <c:v>55.98</c:v>
                </c:pt>
                <c:pt idx="33345">
                  <c:v>106.16</c:v>
                </c:pt>
                <c:pt idx="33346">
                  <c:v>15.71</c:v>
                </c:pt>
                <c:pt idx="33347">
                  <c:v>66.39</c:v>
                </c:pt>
                <c:pt idx="33348">
                  <c:v>107.07</c:v>
                </c:pt>
                <c:pt idx="33349">
                  <c:v>107.07</c:v>
                </c:pt>
                <c:pt idx="33350">
                  <c:v>107.06</c:v>
                </c:pt>
                <c:pt idx="33351">
                  <c:v>124.18</c:v>
                </c:pt>
                <c:pt idx="33352">
                  <c:v>169.98</c:v>
                </c:pt>
                <c:pt idx="33353">
                  <c:v>137.97999999999999</c:v>
                </c:pt>
                <c:pt idx="33354">
                  <c:v>254.97</c:v>
                </c:pt>
                <c:pt idx="33355">
                  <c:v>139.97999999999999</c:v>
                </c:pt>
                <c:pt idx="33356">
                  <c:v>73.239999999999995</c:v>
                </c:pt>
                <c:pt idx="33357">
                  <c:v>98.98</c:v>
                </c:pt>
                <c:pt idx="33358">
                  <c:v>99.98</c:v>
                </c:pt>
                <c:pt idx="33359">
                  <c:v>84.99</c:v>
                </c:pt>
                <c:pt idx="33360">
                  <c:v>73.069999999999993</c:v>
                </c:pt>
                <c:pt idx="33361">
                  <c:v>326.85000000000002</c:v>
                </c:pt>
                <c:pt idx="33362">
                  <c:v>135.97</c:v>
                </c:pt>
                <c:pt idx="33363">
                  <c:v>99.96</c:v>
                </c:pt>
                <c:pt idx="33364">
                  <c:v>83.48</c:v>
                </c:pt>
                <c:pt idx="33365">
                  <c:v>107.06</c:v>
                </c:pt>
                <c:pt idx="33366">
                  <c:v>116.14</c:v>
                </c:pt>
                <c:pt idx="33367">
                  <c:v>87.85</c:v>
                </c:pt>
                <c:pt idx="33368">
                  <c:v>106.97</c:v>
                </c:pt>
                <c:pt idx="33369">
                  <c:v>106.97</c:v>
                </c:pt>
                <c:pt idx="33370">
                  <c:v>106.97</c:v>
                </c:pt>
                <c:pt idx="33371">
                  <c:v>106.96</c:v>
                </c:pt>
                <c:pt idx="33372">
                  <c:v>111.96</c:v>
                </c:pt>
                <c:pt idx="33373">
                  <c:v>111.96</c:v>
                </c:pt>
                <c:pt idx="33374">
                  <c:v>111.96</c:v>
                </c:pt>
                <c:pt idx="33375">
                  <c:v>89.97</c:v>
                </c:pt>
                <c:pt idx="33376">
                  <c:v>139.94999999999999</c:v>
                </c:pt>
                <c:pt idx="33377">
                  <c:v>111.96</c:v>
                </c:pt>
                <c:pt idx="33378">
                  <c:v>85.97</c:v>
                </c:pt>
                <c:pt idx="33379">
                  <c:v>25.99</c:v>
                </c:pt>
                <c:pt idx="33380">
                  <c:v>117.96</c:v>
                </c:pt>
                <c:pt idx="33381">
                  <c:v>59.98</c:v>
                </c:pt>
                <c:pt idx="33382">
                  <c:v>111.96</c:v>
                </c:pt>
                <c:pt idx="33383">
                  <c:v>151.31</c:v>
                </c:pt>
                <c:pt idx="33384">
                  <c:v>137.94999999999999</c:v>
                </c:pt>
                <c:pt idx="33385">
                  <c:v>59.98</c:v>
                </c:pt>
                <c:pt idx="33386">
                  <c:v>59.98</c:v>
                </c:pt>
                <c:pt idx="33387">
                  <c:v>131.96</c:v>
                </c:pt>
                <c:pt idx="33388">
                  <c:v>95.96</c:v>
                </c:pt>
                <c:pt idx="33389">
                  <c:v>131.96</c:v>
                </c:pt>
                <c:pt idx="33390">
                  <c:v>86.97</c:v>
                </c:pt>
                <c:pt idx="33391">
                  <c:v>29.99</c:v>
                </c:pt>
                <c:pt idx="33392">
                  <c:v>51.98</c:v>
                </c:pt>
                <c:pt idx="33393">
                  <c:v>167.94</c:v>
                </c:pt>
                <c:pt idx="33394">
                  <c:v>131.96</c:v>
                </c:pt>
                <c:pt idx="33395">
                  <c:v>83.97</c:v>
                </c:pt>
                <c:pt idx="33396">
                  <c:v>51.98</c:v>
                </c:pt>
                <c:pt idx="33397">
                  <c:v>59.98</c:v>
                </c:pt>
                <c:pt idx="33398">
                  <c:v>89.97</c:v>
                </c:pt>
                <c:pt idx="33399">
                  <c:v>54.99</c:v>
                </c:pt>
                <c:pt idx="33400">
                  <c:v>33.93</c:v>
                </c:pt>
                <c:pt idx="33401">
                  <c:v>26.29</c:v>
                </c:pt>
                <c:pt idx="33402">
                  <c:v>33.29</c:v>
                </c:pt>
                <c:pt idx="33403">
                  <c:v>21.28</c:v>
                </c:pt>
                <c:pt idx="33404">
                  <c:v>55.98</c:v>
                </c:pt>
                <c:pt idx="33405">
                  <c:v>105.98</c:v>
                </c:pt>
                <c:pt idx="33406">
                  <c:v>47.48</c:v>
                </c:pt>
                <c:pt idx="33407">
                  <c:v>40.58</c:v>
                </c:pt>
                <c:pt idx="33408">
                  <c:v>54.96</c:v>
                </c:pt>
                <c:pt idx="33409">
                  <c:v>114.98</c:v>
                </c:pt>
                <c:pt idx="33410">
                  <c:v>118.99</c:v>
                </c:pt>
                <c:pt idx="33411">
                  <c:v>65.989999999999995</c:v>
                </c:pt>
                <c:pt idx="33412">
                  <c:v>181.97</c:v>
                </c:pt>
                <c:pt idx="33413">
                  <c:v>154.97999999999999</c:v>
                </c:pt>
                <c:pt idx="33414">
                  <c:v>181.97</c:v>
                </c:pt>
                <c:pt idx="33415">
                  <c:v>149.47</c:v>
                </c:pt>
                <c:pt idx="33416">
                  <c:v>76.489999999999995</c:v>
                </c:pt>
                <c:pt idx="33417">
                  <c:v>84.99</c:v>
                </c:pt>
                <c:pt idx="33418">
                  <c:v>181.97</c:v>
                </c:pt>
                <c:pt idx="33419">
                  <c:v>169.98</c:v>
                </c:pt>
                <c:pt idx="33420">
                  <c:v>59.39</c:v>
                </c:pt>
                <c:pt idx="33421">
                  <c:v>74.989999999999995</c:v>
                </c:pt>
                <c:pt idx="33422">
                  <c:v>121.98</c:v>
                </c:pt>
                <c:pt idx="33423">
                  <c:v>65.989999999999995</c:v>
                </c:pt>
                <c:pt idx="33424">
                  <c:v>87.98</c:v>
                </c:pt>
                <c:pt idx="33425">
                  <c:v>114.97</c:v>
                </c:pt>
                <c:pt idx="33426">
                  <c:v>104.97</c:v>
                </c:pt>
                <c:pt idx="33427">
                  <c:v>54.98</c:v>
                </c:pt>
                <c:pt idx="33428">
                  <c:v>59.98</c:v>
                </c:pt>
                <c:pt idx="33429">
                  <c:v>92.22</c:v>
                </c:pt>
                <c:pt idx="33430">
                  <c:v>54.98</c:v>
                </c:pt>
                <c:pt idx="33431">
                  <c:v>41.49</c:v>
                </c:pt>
                <c:pt idx="33432">
                  <c:v>-1.5</c:v>
                </c:pt>
                <c:pt idx="33433">
                  <c:v>64.989999999999995</c:v>
                </c:pt>
                <c:pt idx="33434">
                  <c:v>41.49</c:v>
                </c:pt>
                <c:pt idx="33435">
                  <c:v>66.540000000000006</c:v>
                </c:pt>
                <c:pt idx="33436">
                  <c:v>145.16</c:v>
                </c:pt>
                <c:pt idx="33437">
                  <c:v>193.55</c:v>
                </c:pt>
                <c:pt idx="33438">
                  <c:v>281.87</c:v>
                </c:pt>
                <c:pt idx="33439">
                  <c:v>256.47000000000003</c:v>
                </c:pt>
                <c:pt idx="33440">
                  <c:v>207.21</c:v>
                </c:pt>
                <c:pt idx="33441">
                  <c:v>115.41</c:v>
                </c:pt>
                <c:pt idx="33442">
                  <c:v>182.67</c:v>
                </c:pt>
                <c:pt idx="33443">
                  <c:v>181.45</c:v>
                </c:pt>
                <c:pt idx="33444">
                  <c:v>104.98</c:v>
                </c:pt>
                <c:pt idx="33445">
                  <c:v>104.98</c:v>
                </c:pt>
                <c:pt idx="33446">
                  <c:v>104.98</c:v>
                </c:pt>
                <c:pt idx="33447">
                  <c:v>104.98</c:v>
                </c:pt>
                <c:pt idx="33448">
                  <c:v>53.97</c:v>
                </c:pt>
                <c:pt idx="33449">
                  <c:v>41.48</c:v>
                </c:pt>
                <c:pt idx="33450">
                  <c:v>54.98</c:v>
                </c:pt>
                <c:pt idx="33451">
                  <c:v>104.98</c:v>
                </c:pt>
                <c:pt idx="33452">
                  <c:v>104.97</c:v>
                </c:pt>
                <c:pt idx="33453">
                  <c:v>104.97</c:v>
                </c:pt>
                <c:pt idx="33454">
                  <c:v>53.98</c:v>
                </c:pt>
                <c:pt idx="33455">
                  <c:v>45.91</c:v>
                </c:pt>
                <c:pt idx="33456">
                  <c:v>69.959999999999994</c:v>
                </c:pt>
                <c:pt idx="33457">
                  <c:v>93.3</c:v>
                </c:pt>
                <c:pt idx="33458">
                  <c:v>121.96</c:v>
                </c:pt>
                <c:pt idx="33459">
                  <c:v>-0.5</c:v>
                </c:pt>
                <c:pt idx="33460">
                  <c:v>78.95</c:v>
                </c:pt>
                <c:pt idx="33461">
                  <c:v>150.88999999999999</c:v>
                </c:pt>
                <c:pt idx="33462">
                  <c:v>149.96</c:v>
                </c:pt>
                <c:pt idx="33463">
                  <c:v>114.98</c:v>
                </c:pt>
                <c:pt idx="33464">
                  <c:v>169.95</c:v>
                </c:pt>
                <c:pt idx="33465">
                  <c:v>32.24</c:v>
                </c:pt>
                <c:pt idx="33466">
                  <c:v>32.24</c:v>
                </c:pt>
                <c:pt idx="33467">
                  <c:v>59.98</c:v>
                </c:pt>
                <c:pt idx="33468">
                  <c:v>114.93</c:v>
                </c:pt>
                <c:pt idx="33469">
                  <c:v>41.49</c:v>
                </c:pt>
                <c:pt idx="33470">
                  <c:v>54.98</c:v>
                </c:pt>
                <c:pt idx="33471">
                  <c:v>39.479999999999997</c:v>
                </c:pt>
                <c:pt idx="33472">
                  <c:v>56.97</c:v>
                </c:pt>
                <c:pt idx="33473">
                  <c:v>39.479999999999997</c:v>
                </c:pt>
                <c:pt idx="33474">
                  <c:v>56.97</c:v>
                </c:pt>
                <c:pt idx="33475">
                  <c:v>47.22</c:v>
                </c:pt>
                <c:pt idx="33476">
                  <c:v>32.229999999999997</c:v>
                </c:pt>
                <c:pt idx="33477">
                  <c:v>42.24</c:v>
                </c:pt>
                <c:pt idx="33478">
                  <c:v>32.229999999999997</c:v>
                </c:pt>
                <c:pt idx="33479">
                  <c:v>42.24</c:v>
                </c:pt>
                <c:pt idx="33480">
                  <c:v>47.22</c:v>
                </c:pt>
                <c:pt idx="33481">
                  <c:v>104.93</c:v>
                </c:pt>
                <c:pt idx="33482">
                  <c:v>104.93</c:v>
                </c:pt>
                <c:pt idx="33483">
                  <c:v>239.97</c:v>
                </c:pt>
                <c:pt idx="33484">
                  <c:v>159.97999999999999</c:v>
                </c:pt>
                <c:pt idx="33485">
                  <c:v>159.97999999999999</c:v>
                </c:pt>
                <c:pt idx="33486">
                  <c:v>159.97999999999999</c:v>
                </c:pt>
                <c:pt idx="33487">
                  <c:v>149.97999999999999</c:v>
                </c:pt>
                <c:pt idx="33488">
                  <c:v>179.97</c:v>
                </c:pt>
                <c:pt idx="33489">
                  <c:v>149.97999999999999</c:v>
                </c:pt>
                <c:pt idx="33490">
                  <c:v>154.75</c:v>
                </c:pt>
                <c:pt idx="33491">
                  <c:v>159.97999999999999</c:v>
                </c:pt>
                <c:pt idx="33492">
                  <c:v>96.97</c:v>
                </c:pt>
                <c:pt idx="33493">
                  <c:v>141.34</c:v>
                </c:pt>
                <c:pt idx="33494">
                  <c:v>91.98</c:v>
                </c:pt>
                <c:pt idx="33495">
                  <c:v>159.97999999999999</c:v>
                </c:pt>
                <c:pt idx="33496">
                  <c:v>159.97999999999999</c:v>
                </c:pt>
                <c:pt idx="33497">
                  <c:v>51.49</c:v>
                </c:pt>
                <c:pt idx="33498">
                  <c:v>41.49</c:v>
                </c:pt>
                <c:pt idx="33499">
                  <c:v>55.96</c:v>
                </c:pt>
                <c:pt idx="33500">
                  <c:v>49.08</c:v>
                </c:pt>
                <c:pt idx="33501">
                  <c:v>50.08</c:v>
                </c:pt>
                <c:pt idx="33502">
                  <c:v>37.479999999999997</c:v>
                </c:pt>
                <c:pt idx="33503">
                  <c:v>55.98</c:v>
                </c:pt>
                <c:pt idx="33504">
                  <c:v>98.28</c:v>
                </c:pt>
                <c:pt idx="33505">
                  <c:v>51.46</c:v>
                </c:pt>
                <c:pt idx="33506">
                  <c:v>50.32</c:v>
                </c:pt>
                <c:pt idx="33507">
                  <c:v>4.99</c:v>
                </c:pt>
                <c:pt idx="33508">
                  <c:v>84.14</c:v>
                </c:pt>
                <c:pt idx="33509">
                  <c:v>76.489999999999995</c:v>
                </c:pt>
                <c:pt idx="33510">
                  <c:v>159.46</c:v>
                </c:pt>
                <c:pt idx="33511">
                  <c:v>152.97999999999999</c:v>
                </c:pt>
                <c:pt idx="33512">
                  <c:v>67.989999999999995</c:v>
                </c:pt>
                <c:pt idx="33513">
                  <c:v>114.36</c:v>
                </c:pt>
                <c:pt idx="33514">
                  <c:v>45.41</c:v>
                </c:pt>
                <c:pt idx="33515">
                  <c:v>46.01</c:v>
                </c:pt>
                <c:pt idx="33516">
                  <c:v>9.66</c:v>
                </c:pt>
                <c:pt idx="33517">
                  <c:v>104.36</c:v>
                </c:pt>
                <c:pt idx="33518">
                  <c:v>67.459999999999994</c:v>
                </c:pt>
                <c:pt idx="33519">
                  <c:v>-67.459999999999994</c:v>
                </c:pt>
                <c:pt idx="33520">
                  <c:v>279.95</c:v>
                </c:pt>
                <c:pt idx="33521">
                  <c:v>234.95</c:v>
                </c:pt>
                <c:pt idx="33522">
                  <c:v>186.34</c:v>
                </c:pt>
                <c:pt idx="33523">
                  <c:v>187.94</c:v>
                </c:pt>
                <c:pt idx="33524">
                  <c:v>115.98</c:v>
                </c:pt>
                <c:pt idx="33525">
                  <c:v>106.17</c:v>
                </c:pt>
                <c:pt idx="33526">
                  <c:v>95.96</c:v>
                </c:pt>
                <c:pt idx="33527">
                  <c:v>55.98</c:v>
                </c:pt>
                <c:pt idx="33528">
                  <c:v>152.94</c:v>
                </c:pt>
                <c:pt idx="33529">
                  <c:v>159.94999999999999</c:v>
                </c:pt>
                <c:pt idx="33530">
                  <c:v>113.97</c:v>
                </c:pt>
                <c:pt idx="33531">
                  <c:v>196.58</c:v>
                </c:pt>
                <c:pt idx="33532">
                  <c:v>113.97</c:v>
                </c:pt>
                <c:pt idx="33533">
                  <c:v>117.96</c:v>
                </c:pt>
                <c:pt idx="33534">
                  <c:v>100.95</c:v>
                </c:pt>
                <c:pt idx="33535">
                  <c:v>101.96</c:v>
                </c:pt>
                <c:pt idx="33536">
                  <c:v>187.94</c:v>
                </c:pt>
                <c:pt idx="33537">
                  <c:v>113.97</c:v>
                </c:pt>
                <c:pt idx="33538">
                  <c:v>66.13</c:v>
                </c:pt>
                <c:pt idx="33539">
                  <c:v>68.97</c:v>
                </c:pt>
                <c:pt idx="33540">
                  <c:v>111.96</c:v>
                </c:pt>
                <c:pt idx="33541">
                  <c:v>113.97</c:v>
                </c:pt>
                <c:pt idx="33542">
                  <c:v>113.97</c:v>
                </c:pt>
                <c:pt idx="33543">
                  <c:v>103.39</c:v>
                </c:pt>
                <c:pt idx="33544">
                  <c:v>89.97</c:v>
                </c:pt>
                <c:pt idx="33545">
                  <c:v>105.97</c:v>
                </c:pt>
                <c:pt idx="33546">
                  <c:v>105.96</c:v>
                </c:pt>
                <c:pt idx="33547">
                  <c:v>105.96</c:v>
                </c:pt>
                <c:pt idx="33548">
                  <c:v>105.95</c:v>
                </c:pt>
                <c:pt idx="33549">
                  <c:v>39.29</c:v>
                </c:pt>
                <c:pt idx="33550">
                  <c:v>20.29</c:v>
                </c:pt>
                <c:pt idx="33551">
                  <c:v>20.29</c:v>
                </c:pt>
                <c:pt idx="33552">
                  <c:v>53.97</c:v>
                </c:pt>
                <c:pt idx="33553">
                  <c:v>51.96</c:v>
                </c:pt>
                <c:pt idx="33554">
                  <c:v>54.98</c:v>
                </c:pt>
                <c:pt idx="33555">
                  <c:v>132.77000000000001</c:v>
                </c:pt>
                <c:pt idx="33556">
                  <c:v>39.99</c:v>
                </c:pt>
                <c:pt idx="33557">
                  <c:v>131.97999999999999</c:v>
                </c:pt>
                <c:pt idx="33558">
                  <c:v>121.98</c:v>
                </c:pt>
                <c:pt idx="33559">
                  <c:v>124.98</c:v>
                </c:pt>
                <c:pt idx="33560">
                  <c:v>220.55</c:v>
                </c:pt>
                <c:pt idx="33561">
                  <c:v>145.97</c:v>
                </c:pt>
                <c:pt idx="33562">
                  <c:v>126.29</c:v>
                </c:pt>
                <c:pt idx="33563">
                  <c:v>179.46</c:v>
                </c:pt>
                <c:pt idx="33564">
                  <c:v>131.97999999999999</c:v>
                </c:pt>
                <c:pt idx="33565">
                  <c:v>62.47</c:v>
                </c:pt>
                <c:pt idx="33566">
                  <c:v>64.98</c:v>
                </c:pt>
                <c:pt idx="33567">
                  <c:v>30.48</c:v>
                </c:pt>
                <c:pt idx="33568">
                  <c:v>104.97</c:v>
                </c:pt>
                <c:pt idx="33569">
                  <c:v>104.97</c:v>
                </c:pt>
                <c:pt idx="33570">
                  <c:v>51.98</c:v>
                </c:pt>
                <c:pt idx="33571">
                  <c:v>52.98</c:v>
                </c:pt>
                <c:pt idx="33572">
                  <c:v>43.54</c:v>
                </c:pt>
                <c:pt idx="33573">
                  <c:v>71.37</c:v>
                </c:pt>
                <c:pt idx="33574">
                  <c:v>114.91</c:v>
                </c:pt>
                <c:pt idx="33575">
                  <c:v>145.15</c:v>
                </c:pt>
                <c:pt idx="33576">
                  <c:v>193.55</c:v>
                </c:pt>
                <c:pt idx="33577">
                  <c:v>183.61</c:v>
                </c:pt>
                <c:pt idx="33578">
                  <c:v>193.55</c:v>
                </c:pt>
                <c:pt idx="33579">
                  <c:v>278.33999999999997</c:v>
                </c:pt>
                <c:pt idx="33580">
                  <c:v>239.54</c:v>
                </c:pt>
                <c:pt idx="33581">
                  <c:v>312.33</c:v>
                </c:pt>
                <c:pt idx="33582">
                  <c:v>319.39</c:v>
                </c:pt>
                <c:pt idx="33583">
                  <c:v>319.39</c:v>
                </c:pt>
                <c:pt idx="33584">
                  <c:v>56.97</c:v>
                </c:pt>
                <c:pt idx="33585">
                  <c:v>56.97</c:v>
                </c:pt>
                <c:pt idx="33586">
                  <c:v>114.89</c:v>
                </c:pt>
                <c:pt idx="33587">
                  <c:v>50.21</c:v>
                </c:pt>
                <c:pt idx="33588">
                  <c:v>59.96</c:v>
                </c:pt>
                <c:pt idx="33589">
                  <c:v>53.96</c:v>
                </c:pt>
                <c:pt idx="33590">
                  <c:v>64.11</c:v>
                </c:pt>
                <c:pt idx="33591">
                  <c:v>37.479999999999997</c:v>
                </c:pt>
                <c:pt idx="33592">
                  <c:v>61.98</c:v>
                </c:pt>
                <c:pt idx="33593">
                  <c:v>33.49</c:v>
                </c:pt>
                <c:pt idx="33594">
                  <c:v>103.96</c:v>
                </c:pt>
                <c:pt idx="33595">
                  <c:v>95.97</c:v>
                </c:pt>
                <c:pt idx="33596">
                  <c:v>101.97</c:v>
                </c:pt>
                <c:pt idx="33597">
                  <c:v>69.7</c:v>
                </c:pt>
                <c:pt idx="33598">
                  <c:v>103.98</c:v>
                </c:pt>
                <c:pt idx="33599">
                  <c:v>103.98</c:v>
                </c:pt>
                <c:pt idx="33600">
                  <c:v>84.99</c:v>
                </c:pt>
                <c:pt idx="33601">
                  <c:v>84.99</c:v>
                </c:pt>
                <c:pt idx="33602">
                  <c:v>84.99</c:v>
                </c:pt>
                <c:pt idx="33603">
                  <c:v>103.98</c:v>
                </c:pt>
                <c:pt idx="33604">
                  <c:v>84.99</c:v>
                </c:pt>
                <c:pt idx="33605">
                  <c:v>84.99</c:v>
                </c:pt>
                <c:pt idx="33606">
                  <c:v>84.99</c:v>
                </c:pt>
                <c:pt idx="33607">
                  <c:v>103.98</c:v>
                </c:pt>
                <c:pt idx="33608">
                  <c:v>49.99</c:v>
                </c:pt>
                <c:pt idx="33609">
                  <c:v>53.98</c:v>
                </c:pt>
                <c:pt idx="33610">
                  <c:v>103.98</c:v>
                </c:pt>
                <c:pt idx="33611">
                  <c:v>103.96</c:v>
                </c:pt>
                <c:pt idx="33612">
                  <c:v>103.96</c:v>
                </c:pt>
                <c:pt idx="33613">
                  <c:v>86.96</c:v>
                </c:pt>
                <c:pt idx="33614">
                  <c:v>117.94</c:v>
                </c:pt>
                <c:pt idx="33615">
                  <c:v>103.96</c:v>
                </c:pt>
                <c:pt idx="33616">
                  <c:v>31.49</c:v>
                </c:pt>
                <c:pt idx="33617">
                  <c:v>55.48</c:v>
                </c:pt>
                <c:pt idx="33618">
                  <c:v>103.96</c:v>
                </c:pt>
                <c:pt idx="33619">
                  <c:v>51.98</c:v>
                </c:pt>
                <c:pt idx="33620">
                  <c:v>51.98</c:v>
                </c:pt>
                <c:pt idx="33621">
                  <c:v>95.44</c:v>
                </c:pt>
                <c:pt idx="33622">
                  <c:v>37.47</c:v>
                </c:pt>
                <c:pt idx="33623">
                  <c:v>49.46</c:v>
                </c:pt>
                <c:pt idx="33624">
                  <c:v>73.48</c:v>
                </c:pt>
                <c:pt idx="33625">
                  <c:v>73.48</c:v>
                </c:pt>
                <c:pt idx="33626">
                  <c:v>253.96</c:v>
                </c:pt>
                <c:pt idx="33627">
                  <c:v>41.49</c:v>
                </c:pt>
                <c:pt idx="33628">
                  <c:v>45.09</c:v>
                </c:pt>
                <c:pt idx="33629">
                  <c:v>79.989999999999995</c:v>
                </c:pt>
                <c:pt idx="33630">
                  <c:v>51.98</c:v>
                </c:pt>
                <c:pt idx="33631">
                  <c:v>51.98</c:v>
                </c:pt>
                <c:pt idx="33632">
                  <c:v>51.98</c:v>
                </c:pt>
                <c:pt idx="33633">
                  <c:v>51.98</c:v>
                </c:pt>
                <c:pt idx="33634">
                  <c:v>144.68</c:v>
                </c:pt>
                <c:pt idx="33635">
                  <c:v>201.96</c:v>
                </c:pt>
                <c:pt idx="33636">
                  <c:v>79.98</c:v>
                </c:pt>
                <c:pt idx="33637">
                  <c:v>117.25</c:v>
                </c:pt>
                <c:pt idx="33638">
                  <c:v>23.62</c:v>
                </c:pt>
                <c:pt idx="33639">
                  <c:v>145.97</c:v>
                </c:pt>
                <c:pt idx="33640">
                  <c:v>-13.99</c:v>
                </c:pt>
                <c:pt idx="33641">
                  <c:v>100.98</c:v>
                </c:pt>
                <c:pt idx="33642">
                  <c:v>60.99</c:v>
                </c:pt>
                <c:pt idx="33643">
                  <c:v>100.98</c:v>
                </c:pt>
                <c:pt idx="33644">
                  <c:v>121.98</c:v>
                </c:pt>
                <c:pt idx="33645">
                  <c:v>103.48</c:v>
                </c:pt>
                <c:pt idx="33646">
                  <c:v>103.48</c:v>
                </c:pt>
                <c:pt idx="33647">
                  <c:v>51.49</c:v>
                </c:pt>
                <c:pt idx="33648">
                  <c:v>49.99</c:v>
                </c:pt>
                <c:pt idx="33649">
                  <c:v>103.46</c:v>
                </c:pt>
                <c:pt idx="33650">
                  <c:v>103.46</c:v>
                </c:pt>
                <c:pt idx="33651">
                  <c:v>52.16</c:v>
                </c:pt>
                <c:pt idx="33652">
                  <c:v>92.48</c:v>
                </c:pt>
                <c:pt idx="33653">
                  <c:v>279.93</c:v>
                </c:pt>
                <c:pt idx="33654">
                  <c:v>178.93</c:v>
                </c:pt>
                <c:pt idx="33655">
                  <c:v>137.97</c:v>
                </c:pt>
                <c:pt idx="33656">
                  <c:v>172.97</c:v>
                </c:pt>
                <c:pt idx="33657">
                  <c:v>92.48</c:v>
                </c:pt>
                <c:pt idx="33658">
                  <c:v>106.97</c:v>
                </c:pt>
                <c:pt idx="33659">
                  <c:v>227.46</c:v>
                </c:pt>
                <c:pt idx="33660">
                  <c:v>142.47</c:v>
                </c:pt>
                <c:pt idx="33661">
                  <c:v>134.97999999999999</c:v>
                </c:pt>
                <c:pt idx="33662">
                  <c:v>142.47</c:v>
                </c:pt>
                <c:pt idx="33663">
                  <c:v>163.07</c:v>
                </c:pt>
                <c:pt idx="33664">
                  <c:v>103.37</c:v>
                </c:pt>
                <c:pt idx="33665">
                  <c:v>32.83</c:v>
                </c:pt>
                <c:pt idx="33666">
                  <c:v>104.98</c:v>
                </c:pt>
                <c:pt idx="33667">
                  <c:v>104.98</c:v>
                </c:pt>
                <c:pt idx="33668">
                  <c:v>78.97</c:v>
                </c:pt>
                <c:pt idx="33669">
                  <c:v>89.98</c:v>
                </c:pt>
                <c:pt idx="33670">
                  <c:v>86.07</c:v>
                </c:pt>
                <c:pt idx="33671">
                  <c:v>89.98</c:v>
                </c:pt>
                <c:pt idx="33672">
                  <c:v>89.98</c:v>
                </c:pt>
                <c:pt idx="33673">
                  <c:v>84.99</c:v>
                </c:pt>
                <c:pt idx="33674">
                  <c:v>89.98</c:v>
                </c:pt>
                <c:pt idx="33675">
                  <c:v>89.98</c:v>
                </c:pt>
                <c:pt idx="33676">
                  <c:v>65.989999999999995</c:v>
                </c:pt>
                <c:pt idx="33677">
                  <c:v>65.989999999999995</c:v>
                </c:pt>
                <c:pt idx="33678">
                  <c:v>89.98</c:v>
                </c:pt>
                <c:pt idx="33679">
                  <c:v>89.98</c:v>
                </c:pt>
                <c:pt idx="33680">
                  <c:v>79.98</c:v>
                </c:pt>
                <c:pt idx="33681">
                  <c:v>89.98</c:v>
                </c:pt>
                <c:pt idx="33682">
                  <c:v>89.98</c:v>
                </c:pt>
                <c:pt idx="33683">
                  <c:v>65.989999999999995</c:v>
                </c:pt>
                <c:pt idx="33684">
                  <c:v>89.98</c:v>
                </c:pt>
                <c:pt idx="33685">
                  <c:v>104.98</c:v>
                </c:pt>
                <c:pt idx="33686">
                  <c:v>104.98</c:v>
                </c:pt>
                <c:pt idx="33687">
                  <c:v>104.97</c:v>
                </c:pt>
                <c:pt idx="33688">
                  <c:v>93.98</c:v>
                </c:pt>
                <c:pt idx="33689">
                  <c:v>112.97</c:v>
                </c:pt>
                <c:pt idx="33690">
                  <c:v>112.97</c:v>
                </c:pt>
                <c:pt idx="33691">
                  <c:v>104.97</c:v>
                </c:pt>
                <c:pt idx="33692">
                  <c:v>21.99</c:v>
                </c:pt>
                <c:pt idx="33693">
                  <c:v>86.14</c:v>
                </c:pt>
                <c:pt idx="33694">
                  <c:v>115.94</c:v>
                </c:pt>
                <c:pt idx="33695">
                  <c:v>128.97</c:v>
                </c:pt>
                <c:pt idx="33696">
                  <c:v>129.96</c:v>
                </c:pt>
                <c:pt idx="33697">
                  <c:v>84.99</c:v>
                </c:pt>
                <c:pt idx="33698">
                  <c:v>124.97</c:v>
                </c:pt>
                <c:pt idx="33699">
                  <c:v>69.98</c:v>
                </c:pt>
                <c:pt idx="33700">
                  <c:v>143.94999999999999</c:v>
                </c:pt>
                <c:pt idx="33701">
                  <c:v>150.96</c:v>
                </c:pt>
                <c:pt idx="33702">
                  <c:v>127.96</c:v>
                </c:pt>
                <c:pt idx="33703">
                  <c:v>104.97</c:v>
                </c:pt>
                <c:pt idx="33704">
                  <c:v>104.97</c:v>
                </c:pt>
                <c:pt idx="33705">
                  <c:v>112.96</c:v>
                </c:pt>
                <c:pt idx="33706">
                  <c:v>59.98</c:v>
                </c:pt>
                <c:pt idx="33707">
                  <c:v>31.94</c:v>
                </c:pt>
                <c:pt idx="33708">
                  <c:v>112.96</c:v>
                </c:pt>
                <c:pt idx="33709">
                  <c:v>56.29</c:v>
                </c:pt>
                <c:pt idx="33710">
                  <c:v>36.29</c:v>
                </c:pt>
                <c:pt idx="33711">
                  <c:v>51.28</c:v>
                </c:pt>
                <c:pt idx="33712">
                  <c:v>16.29</c:v>
                </c:pt>
                <c:pt idx="33713">
                  <c:v>54.99</c:v>
                </c:pt>
                <c:pt idx="33714">
                  <c:v>16.29</c:v>
                </c:pt>
                <c:pt idx="33715">
                  <c:v>84.99</c:v>
                </c:pt>
                <c:pt idx="33716">
                  <c:v>84.99</c:v>
                </c:pt>
                <c:pt idx="33717">
                  <c:v>169.98</c:v>
                </c:pt>
                <c:pt idx="33718">
                  <c:v>183.97</c:v>
                </c:pt>
                <c:pt idx="33719">
                  <c:v>62.57</c:v>
                </c:pt>
                <c:pt idx="33720">
                  <c:v>65.989999999999995</c:v>
                </c:pt>
                <c:pt idx="33721">
                  <c:v>131.97999999999999</c:v>
                </c:pt>
                <c:pt idx="33722">
                  <c:v>152.06</c:v>
                </c:pt>
                <c:pt idx="33723">
                  <c:v>169.98</c:v>
                </c:pt>
                <c:pt idx="33724">
                  <c:v>169.98</c:v>
                </c:pt>
                <c:pt idx="33725">
                  <c:v>14.99</c:v>
                </c:pt>
                <c:pt idx="33726">
                  <c:v>98.98</c:v>
                </c:pt>
                <c:pt idx="33727">
                  <c:v>152.06</c:v>
                </c:pt>
                <c:pt idx="33728">
                  <c:v>76.709999999999994</c:v>
                </c:pt>
                <c:pt idx="33729">
                  <c:v>73.48</c:v>
                </c:pt>
                <c:pt idx="33730">
                  <c:v>52.97</c:v>
                </c:pt>
                <c:pt idx="33731">
                  <c:v>59.98</c:v>
                </c:pt>
                <c:pt idx="33732">
                  <c:v>36.479999999999997</c:v>
                </c:pt>
                <c:pt idx="33733">
                  <c:v>66.98</c:v>
                </c:pt>
                <c:pt idx="33734">
                  <c:v>41.93</c:v>
                </c:pt>
                <c:pt idx="33735">
                  <c:v>41.93</c:v>
                </c:pt>
                <c:pt idx="33736">
                  <c:v>50.96</c:v>
                </c:pt>
                <c:pt idx="33737">
                  <c:v>53.98</c:v>
                </c:pt>
                <c:pt idx="33738">
                  <c:v>41.29</c:v>
                </c:pt>
                <c:pt idx="33739">
                  <c:v>16.29</c:v>
                </c:pt>
                <c:pt idx="33740">
                  <c:v>16.940000000000001</c:v>
                </c:pt>
                <c:pt idx="33741">
                  <c:v>56.97</c:v>
                </c:pt>
                <c:pt idx="33742">
                  <c:v>197.88</c:v>
                </c:pt>
                <c:pt idx="33743">
                  <c:v>159.69999999999999</c:v>
                </c:pt>
                <c:pt idx="33744">
                  <c:v>159.69999999999999</c:v>
                </c:pt>
                <c:pt idx="33745">
                  <c:v>203.22</c:v>
                </c:pt>
                <c:pt idx="33746">
                  <c:v>159.69999999999999</c:v>
                </c:pt>
                <c:pt idx="33747">
                  <c:v>205.64</c:v>
                </c:pt>
                <c:pt idx="33748">
                  <c:v>104.94</c:v>
                </c:pt>
                <c:pt idx="33749">
                  <c:v>33.93</c:v>
                </c:pt>
                <c:pt idx="33750">
                  <c:v>14.29</c:v>
                </c:pt>
                <c:pt idx="33751">
                  <c:v>27.28</c:v>
                </c:pt>
                <c:pt idx="33752">
                  <c:v>14.29</c:v>
                </c:pt>
                <c:pt idx="33753">
                  <c:v>14.29</c:v>
                </c:pt>
                <c:pt idx="33754">
                  <c:v>142.72999999999999</c:v>
                </c:pt>
                <c:pt idx="33755">
                  <c:v>220.15</c:v>
                </c:pt>
                <c:pt idx="33756">
                  <c:v>93.12</c:v>
                </c:pt>
                <c:pt idx="33757">
                  <c:v>88.29</c:v>
                </c:pt>
                <c:pt idx="33758">
                  <c:v>105.45</c:v>
                </c:pt>
                <c:pt idx="33759">
                  <c:v>148.25</c:v>
                </c:pt>
                <c:pt idx="33760">
                  <c:v>370.13</c:v>
                </c:pt>
                <c:pt idx="33761">
                  <c:v>76.959999999999994</c:v>
                </c:pt>
                <c:pt idx="33762">
                  <c:v>17.489999999999998</c:v>
                </c:pt>
                <c:pt idx="33763">
                  <c:v>102.97</c:v>
                </c:pt>
                <c:pt idx="33764">
                  <c:v>39.99</c:v>
                </c:pt>
                <c:pt idx="33765">
                  <c:v>0</c:v>
                </c:pt>
                <c:pt idx="33766">
                  <c:v>69.989999999999995</c:v>
                </c:pt>
                <c:pt idx="33767">
                  <c:v>29.48</c:v>
                </c:pt>
                <c:pt idx="33768">
                  <c:v>64.989999999999995</c:v>
                </c:pt>
                <c:pt idx="33769">
                  <c:v>102.97</c:v>
                </c:pt>
                <c:pt idx="33770">
                  <c:v>104.02</c:v>
                </c:pt>
                <c:pt idx="33771">
                  <c:v>159.97999999999999</c:v>
                </c:pt>
                <c:pt idx="33772">
                  <c:v>159.6</c:v>
                </c:pt>
                <c:pt idx="33773">
                  <c:v>84.99</c:v>
                </c:pt>
                <c:pt idx="33774">
                  <c:v>150.37</c:v>
                </c:pt>
                <c:pt idx="33775">
                  <c:v>84.99</c:v>
                </c:pt>
                <c:pt idx="33776">
                  <c:v>144.22</c:v>
                </c:pt>
                <c:pt idx="33777">
                  <c:v>73.989999999999995</c:v>
                </c:pt>
                <c:pt idx="33778">
                  <c:v>84.99</c:v>
                </c:pt>
                <c:pt idx="33779">
                  <c:v>99.98</c:v>
                </c:pt>
                <c:pt idx="33780">
                  <c:v>169.98</c:v>
                </c:pt>
                <c:pt idx="33781">
                  <c:v>84.99</c:v>
                </c:pt>
                <c:pt idx="33782">
                  <c:v>119.96</c:v>
                </c:pt>
                <c:pt idx="33783">
                  <c:v>108.97</c:v>
                </c:pt>
                <c:pt idx="33784">
                  <c:v>99.98</c:v>
                </c:pt>
                <c:pt idx="33785">
                  <c:v>134.97999999999999</c:v>
                </c:pt>
                <c:pt idx="33786">
                  <c:v>129.96</c:v>
                </c:pt>
                <c:pt idx="33787">
                  <c:v>169.98</c:v>
                </c:pt>
                <c:pt idx="33788">
                  <c:v>68.989999999999995</c:v>
                </c:pt>
                <c:pt idx="33789">
                  <c:v>154.97</c:v>
                </c:pt>
                <c:pt idx="33790">
                  <c:v>84.99</c:v>
                </c:pt>
                <c:pt idx="33791">
                  <c:v>84.99</c:v>
                </c:pt>
                <c:pt idx="33792">
                  <c:v>54.99</c:v>
                </c:pt>
                <c:pt idx="33793">
                  <c:v>54.99</c:v>
                </c:pt>
                <c:pt idx="33794">
                  <c:v>54.99</c:v>
                </c:pt>
                <c:pt idx="33795">
                  <c:v>54.99</c:v>
                </c:pt>
                <c:pt idx="33796">
                  <c:v>49.48</c:v>
                </c:pt>
                <c:pt idx="33797">
                  <c:v>103.46</c:v>
                </c:pt>
                <c:pt idx="33798">
                  <c:v>134.97</c:v>
                </c:pt>
                <c:pt idx="33799">
                  <c:v>192.23</c:v>
                </c:pt>
                <c:pt idx="33800">
                  <c:v>189.96</c:v>
                </c:pt>
                <c:pt idx="33801">
                  <c:v>129.96</c:v>
                </c:pt>
                <c:pt idx="33802">
                  <c:v>282.75</c:v>
                </c:pt>
                <c:pt idx="33803">
                  <c:v>164.95</c:v>
                </c:pt>
                <c:pt idx="33804">
                  <c:v>196.96</c:v>
                </c:pt>
                <c:pt idx="33805">
                  <c:v>167.19</c:v>
                </c:pt>
                <c:pt idx="33806">
                  <c:v>192.96</c:v>
                </c:pt>
                <c:pt idx="33807">
                  <c:v>154.96</c:v>
                </c:pt>
                <c:pt idx="33808">
                  <c:v>94.33</c:v>
                </c:pt>
                <c:pt idx="33809">
                  <c:v>113.23</c:v>
                </c:pt>
                <c:pt idx="33810">
                  <c:v>53.97</c:v>
                </c:pt>
                <c:pt idx="33811">
                  <c:v>53.94</c:v>
                </c:pt>
                <c:pt idx="33812">
                  <c:v>28.33</c:v>
                </c:pt>
                <c:pt idx="33813">
                  <c:v>24.48</c:v>
                </c:pt>
                <c:pt idx="33814">
                  <c:v>32.67</c:v>
                </c:pt>
                <c:pt idx="33815">
                  <c:v>39.479999999999997</c:v>
                </c:pt>
                <c:pt idx="33816">
                  <c:v>67.959999999999994</c:v>
                </c:pt>
                <c:pt idx="33817">
                  <c:v>103.96</c:v>
                </c:pt>
                <c:pt idx="33818">
                  <c:v>56.4</c:v>
                </c:pt>
                <c:pt idx="33819">
                  <c:v>13.99</c:v>
                </c:pt>
                <c:pt idx="33820">
                  <c:v>56.97</c:v>
                </c:pt>
                <c:pt idx="33821">
                  <c:v>46.49</c:v>
                </c:pt>
                <c:pt idx="33822">
                  <c:v>41.49</c:v>
                </c:pt>
                <c:pt idx="33823">
                  <c:v>32.26</c:v>
                </c:pt>
                <c:pt idx="33824">
                  <c:v>20.49</c:v>
                </c:pt>
                <c:pt idx="33825">
                  <c:v>51.29</c:v>
                </c:pt>
                <c:pt idx="33826">
                  <c:v>49.99</c:v>
                </c:pt>
                <c:pt idx="33827">
                  <c:v>25.97</c:v>
                </c:pt>
                <c:pt idx="33828">
                  <c:v>72.59</c:v>
                </c:pt>
                <c:pt idx="33829">
                  <c:v>63.97</c:v>
                </c:pt>
                <c:pt idx="33830">
                  <c:v>26.23</c:v>
                </c:pt>
                <c:pt idx="33831">
                  <c:v>159.69999999999999</c:v>
                </c:pt>
                <c:pt idx="33832">
                  <c:v>159.69999999999999</c:v>
                </c:pt>
                <c:pt idx="33833">
                  <c:v>159.69999999999999</c:v>
                </c:pt>
                <c:pt idx="33834">
                  <c:v>109.8</c:v>
                </c:pt>
                <c:pt idx="33835">
                  <c:v>147.6</c:v>
                </c:pt>
                <c:pt idx="33836">
                  <c:v>159.69999999999999</c:v>
                </c:pt>
                <c:pt idx="33837">
                  <c:v>147.6</c:v>
                </c:pt>
                <c:pt idx="33838">
                  <c:v>103.98</c:v>
                </c:pt>
                <c:pt idx="33839">
                  <c:v>103.98</c:v>
                </c:pt>
                <c:pt idx="33840">
                  <c:v>103.97</c:v>
                </c:pt>
                <c:pt idx="33841">
                  <c:v>103.97</c:v>
                </c:pt>
                <c:pt idx="33842">
                  <c:v>72.95</c:v>
                </c:pt>
                <c:pt idx="33843">
                  <c:v>103.96</c:v>
                </c:pt>
                <c:pt idx="33844">
                  <c:v>103.96</c:v>
                </c:pt>
                <c:pt idx="33845">
                  <c:v>72.95</c:v>
                </c:pt>
                <c:pt idx="33846">
                  <c:v>44.29</c:v>
                </c:pt>
                <c:pt idx="33847">
                  <c:v>52.18</c:v>
                </c:pt>
                <c:pt idx="33848">
                  <c:v>52.18</c:v>
                </c:pt>
                <c:pt idx="33849">
                  <c:v>80.510000000000005</c:v>
                </c:pt>
                <c:pt idx="33850">
                  <c:v>57.98</c:v>
                </c:pt>
                <c:pt idx="33851">
                  <c:v>57.98</c:v>
                </c:pt>
                <c:pt idx="33852">
                  <c:v>80.510000000000005</c:v>
                </c:pt>
                <c:pt idx="33853">
                  <c:v>57.98</c:v>
                </c:pt>
                <c:pt idx="33854">
                  <c:v>52.18</c:v>
                </c:pt>
                <c:pt idx="33855">
                  <c:v>122.08</c:v>
                </c:pt>
                <c:pt idx="33856">
                  <c:v>168.27</c:v>
                </c:pt>
                <c:pt idx="33857">
                  <c:v>131.97999999999999</c:v>
                </c:pt>
                <c:pt idx="33858">
                  <c:v>172.97</c:v>
                </c:pt>
                <c:pt idx="33859">
                  <c:v>131.97999999999999</c:v>
                </c:pt>
                <c:pt idx="33860">
                  <c:v>252.3</c:v>
                </c:pt>
                <c:pt idx="33861">
                  <c:v>49.26</c:v>
                </c:pt>
                <c:pt idx="33862">
                  <c:v>19.28</c:v>
                </c:pt>
                <c:pt idx="33863">
                  <c:v>20.29</c:v>
                </c:pt>
                <c:pt idx="33864">
                  <c:v>19.28</c:v>
                </c:pt>
                <c:pt idx="33865">
                  <c:v>10.29</c:v>
                </c:pt>
                <c:pt idx="33866">
                  <c:v>51.96</c:v>
                </c:pt>
                <c:pt idx="33867">
                  <c:v>102.97</c:v>
                </c:pt>
                <c:pt idx="33868">
                  <c:v>108.8</c:v>
                </c:pt>
                <c:pt idx="33869">
                  <c:v>49.99</c:v>
                </c:pt>
                <c:pt idx="33870">
                  <c:v>65.989999999999995</c:v>
                </c:pt>
                <c:pt idx="33871">
                  <c:v>131.97999999999999</c:v>
                </c:pt>
                <c:pt idx="33872">
                  <c:v>53.97</c:v>
                </c:pt>
                <c:pt idx="33873">
                  <c:v>89.98</c:v>
                </c:pt>
                <c:pt idx="33874">
                  <c:v>65.989999999999995</c:v>
                </c:pt>
                <c:pt idx="33875">
                  <c:v>79.98</c:v>
                </c:pt>
                <c:pt idx="33876">
                  <c:v>65.989999999999995</c:v>
                </c:pt>
                <c:pt idx="33877">
                  <c:v>84.98</c:v>
                </c:pt>
                <c:pt idx="33878">
                  <c:v>134.97</c:v>
                </c:pt>
                <c:pt idx="33879">
                  <c:v>19.489999999999998</c:v>
                </c:pt>
                <c:pt idx="33880">
                  <c:v>65.989999999999995</c:v>
                </c:pt>
                <c:pt idx="33881">
                  <c:v>65.989999999999995</c:v>
                </c:pt>
                <c:pt idx="33882">
                  <c:v>131.97999999999999</c:v>
                </c:pt>
                <c:pt idx="33883">
                  <c:v>79.98</c:v>
                </c:pt>
                <c:pt idx="33884">
                  <c:v>67.98</c:v>
                </c:pt>
                <c:pt idx="33885">
                  <c:v>37.49</c:v>
                </c:pt>
                <c:pt idx="33886">
                  <c:v>85.47</c:v>
                </c:pt>
                <c:pt idx="33887">
                  <c:v>83.98</c:v>
                </c:pt>
                <c:pt idx="33888">
                  <c:v>38.229999999999997</c:v>
                </c:pt>
                <c:pt idx="33889">
                  <c:v>65.989999999999995</c:v>
                </c:pt>
                <c:pt idx="33890">
                  <c:v>135.28</c:v>
                </c:pt>
                <c:pt idx="33891">
                  <c:v>89.98</c:v>
                </c:pt>
                <c:pt idx="33892">
                  <c:v>131.97999999999999</c:v>
                </c:pt>
                <c:pt idx="33893">
                  <c:v>16.09</c:v>
                </c:pt>
                <c:pt idx="33894">
                  <c:v>69.989999999999995</c:v>
                </c:pt>
                <c:pt idx="33895">
                  <c:v>101.97</c:v>
                </c:pt>
                <c:pt idx="33896">
                  <c:v>101.97</c:v>
                </c:pt>
                <c:pt idx="33897">
                  <c:v>101.97</c:v>
                </c:pt>
                <c:pt idx="33898">
                  <c:v>101.96</c:v>
                </c:pt>
                <c:pt idx="33899">
                  <c:v>101.96</c:v>
                </c:pt>
                <c:pt idx="33900">
                  <c:v>50.97</c:v>
                </c:pt>
                <c:pt idx="33901">
                  <c:v>50.98</c:v>
                </c:pt>
                <c:pt idx="33902">
                  <c:v>99.98</c:v>
                </c:pt>
                <c:pt idx="33903">
                  <c:v>149.97</c:v>
                </c:pt>
                <c:pt idx="33904">
                  <c:v>168.95</c:v>
                </c:pt>
                <c:pt idx="33905">
                  <c:v>139.97</c:v>
                </c:pt>
                <c:pt idx="33906">
                  <c:v>127.47</c:v>
                </c:pt>
                <c:pt idx="33907">
                  <c:v>37.99</c:v>
                </c:pt>
                <c:pt idx="33908">
                  <c:v>101.94</c:v>
                </c:pt>
                <c:pt idx="33909">
                  <c:v>74.98</c:v>
                </c:pt>
                <c:pt idx="33910">
                  <c:v>18.489999999999998</c:v>
                </c:pt>
                <c:pt idx="33911">
                  <c:v>101.96</c:v>
                </c:pt>
                <c:pt idx="33912">
                  <c:v>101.93</c:v>
                </c:pt>
                <c:pt idx="33913">
                  <c:v>50.93</c:v>
                </c:pt>
                <c:pt idx="33914">
                  <c:v>50.93</c:v>
                </c:pt>
                <c:pt idx="33915">
                  <c:v>101.77</c:v>
                </c:pt>
                <c:pt idx="33916">
                  <c:v>-89.99</c:v>
                </c:pt>
                <c:pt idx="33917">
                  <c:v>193.46</c:v>
                </c:pt>
                <c:pt idx="33918">
                  <c:v>77.97</c:v>
                </c:pt>
                <c:pt idx="33919">
                  <c:v>116.97</c:v>
                </c:pt>
                <c:pt idx="33920">
                  <c:v>71.790000000000006</c:v>
                </c:pt>
                <c:pt idx="33921">
                  <c:v>51.29</c:v>
                </c:pt>
                <c:pt idx="33922">
                  <c:v>65.989999999999995</c:v>
                </c:pt>
                <c:pt idx="33923">
                  <c:v>136.96</c:v>
                </c:pt>
                <c:pt idx="33924">
                  <c:v>84.99</c:v>
                </c:pt>
                <c:pt idx="33925">
                  <c:v>69.98</c:v>
                </c:pt>
                <c:pt idx="33926">
                  <c:v>84.99</c:v>
                </c:pt>
                <c:pt idx="33927">
                  <c:v>116.97</c:v>
                </c:pt>
                <c:pt idx="33928">
                  <c:v>51.29</c:v>
                </c:pt>
                <c:pt idx="33929">
                  <c:v>84.99</c:v>
                </c:pt>
                <c:pt idx="33930">
                  <c:v>65.989999999999995</c:v>
                </c:pt>
                <c:pt idx="33931">
                  <c:v>92.98</c:v>
                </c:pt>
                <c:pt idx="33932">
                  <c:v>65.989999999999995</c:v>
                </c:pt>
                <c:pt idx="33933">
                  <c:v>84.99</c:v>
                </c:pt>
                <c:pt idx="33934">
                  <c:v>67.03</c:v>
                </c:pt>
                <c:pt idx="33935">
                  <c:v>99.98</c:v>
                </c:pt>
                <c:pt idx="33936">
                  <c:v>79.98</c:v>
                </c:pt>
                <c:pt idx="33937">
                  <c:v>103.44</c:v>
                </c:pt>
                <c:pt idx="33938">
                  <c:v>49.57</c:v>
                </c:pt>
                <c:pt idx="33939">
                  <c:v>43.54</c:v>
                </c:pt>
                <c:pt idx="33940">
                  <c:v>59.98</c:v>
                </c:pt>
                <c:pt idx="33941">
                  <c:v>51.28</c:v>
                </c:pt>
                <c:pt idx="33942">
                  <c:v>101.46</c:v>
                </c:pt>
                <c:pt idx="33943">
                  <c:v>101.46</c:v>
                </c:pt>
                <c:pt idx="33944">
                  <c:v>52.18</c:v>
                </c:pt>
                <c:pt idx="33945">
                  <c:v>50.98</c:v>
                </c:pt>
                <c:pt idx="33946">
                  <c:v>15.89</c:v>
                </c:pt>
                <c:pt idx="33947">
                  <c:v>26.49</c:v>
                </c:pt>
                <c:pt idx="33948">
                  <c:v>33.479999999999997</c:v>
                </c:pt>
                <c:pt idx="33949">
                  <c:v>41.49</c:v>
                </c:pt>
                <c:pt idx="33950">
                  <c:v>121.98</c:v>
                </c:pt>
                <c:pt idx="33951">
                  <c:v>79.98</c:v>
                </c:pt>
                <c:pt idx="33952">
                  <c:v>131.97999999999999</c:v>
                </c:pt>
                <c:pt idx="33953">
                  <c:v>197.97</c:v>
                </c:pt>
                <c:pt idx="33954">
                  <c:v>188.67</c:v>
                </c:pt>
                <c:pt idx="33955">
                  <c:v>41.49</c:v>
                </c:pt>
                <c:pt idx="33956">
                  <c:v>204.1</c:v>
                </c:pt>
                <c:pt idx="33957">
                  <c:v>121.97</c:v>
                </c:pt>
                <c:pt idx="33958">
                  <c:v>131.97999999999999</c:v>
                </c:pt>
                <c:pt idx="33959">
                  <c:v>99.98</c:v>
                </c:pt>
                <c:pt idx="33960">
                  <c:v>197.97</c:v>
                </c:pt>
                <c:pt idx="33961">
                  <c:v>197.97</c:v>
                </c:pt>
                <c:pt idx="33962">
                  <c:v>197.97</c:v>
                </c:pt>
                <c:pt idx="33963">
                  <c:v>197.97</c:v>
                </c:pt>
                <c:pt idx="33964">
                  <c:v>131.97999999999999</c:v>
                </c:pt>
                <c:pt idx="33965">
                  <c:v>62.99</c:v>
                </c:pt>
                <c:pt idx="33966">
                  <c:v>110.97</c:v>
                </c:pt>
                <c:pt idx="33967">
                  <c:v>51.96</c:v>
                </c:pt>
                <c:pt idx="33968">
                  <c:v>111.78</c:v>
                </c:pt>
                <c:pt idx="33969">
                  <c:v>102.97</c:v>
                </c:pt>
                <c:pt idx="33970">
                  <c:v>102.97</c:v>
                </c:pt>
                <c:pt idx="33971">
                  <c:v>101.97</c:v>
                </c:pt>
                <c:pt idx="33972">
                  <c:v>116.14</c:v>
                </c:pt>
                <c:pt idx="33973">
                  <c:v>159.69999999999999</c:v>
                </c:pt>
                <c:pt idx="33974">
                  <c:v>185.09</c:v>
                </c:pt>
                <c:pt idx="33975">
                  <c:v>185.09</c:v>
                </c:pt>
                <c:pt idx="33976">
                  <c:v>55.07</c:v>
                </c:pt>
                <c:pt idx="33977">
                  <c:v>49.98</c:v>
                </c:pt>
                <c:pt idx="33978">
                  <c:v>39.479999999999997</c:v>
                </c:pt>
                <c:pt idx="33979">
                  <c:v>100.98</c:v>
                </c:pt>
                <c:pt idx="33980">
                  <c:v>100.97</c:v>
                </c:pt>
                <c:pt idx="33981">
                  <c:v>100.98</c:v>
                </c:pt>
                <c:pt idx="33982">
                  <c:v>100.98</c:v>
                </c:pt>
                <c:pt idx="33983">
                  <c:v>65.98</c:v>
                </c:pt>
                <c:pt idx="33984">
                  <c:v>118.3</c:v>
                </c:pt>
                <c:pt idx="33985">
                  <c:v>113.97</c:v>
                </c:pt>
                <c:pt idx="33986">
                  <c:v>71.98</c:v>
                </c:pt>
                <c:pt idx="33987">
                  <c:v>52.97</c:v>
                </c:pt>
                <c:pt idx="33988">
                  <c:v>64.11</c:v>
                </c:pt>
                <c:pt idx="33989">
                  <c:v>98.97</c:v>
                </c:pt>
                <c:pt idx="33990">
                  <c:v>65.98</c:v>
                </c:pt>
                <c:pt idx="33991">
                  <c:v>107.31</c:v>
                </c:pt>
                <c:pt idx="33992">
                  <c:v>98.97</c:v>
                </c:pt>
                <c:pt idx="33993">
                  <c:v>79.98</c:v>
                </c:pt>
                <c:pt idx="33994">
                  <c:v>83.97</c:v>
                </c:pt>
                <c:pt idx="33995">
                  <c:v>73.98</c:v>
                </c:pt>
                <c:pt idx="33996">
                  <c:v>73.98</c:v>
                </c:pt>
                <c:pt idx="33997">
                  <c:v>73.98</c:v>
                </c:pt>
                <c:pt idx="33998">
                  <c:v>73.98</c:v>
                </c:pt>
                <c:pt idx="33999">
                  <c:v>83.97</c:v>
                </c:pt>
                <c:pt idx="34000">
                  <c:v>89.97</c:v>
                </c:pt>
                <c:pt idx="34001">
                  <c:v>81.39</c:v>
                </c:pt>
                <c:pt idx="34002">
                  <c:v>69.98</c:v>
                </c:pt>
                <c:pt idx="34003">
                  <c:v>73.98</c:v>
                </c:pt>
                <c:pt idx="34004">
                  <c:v>77.28</c:v>
                </c:pt>
                <c:pt idx="34005">
                  <c:v>73.98</c:v>
                </c:pt>
                <c:pt idx="34006">
                  <c:v>68.69</c:v>
                </c:pt>
                <c:pt idx="34007">
                  <c:v>73.98</c:v>
                </c:pt>
                <c:pt idx="34008">
                  <c:v>98.97</c:v>
                </c:pt>
                <c:pt idx="34009">
                  <c:v>100.98</c:v>
                </c:pt>
                <c:pt idx="34010">
                  <c:v>37.24</c:v>
                </c:pt>
                <c:pt idx="34011">
                  <c:v>36.49</c:v>
                </c:pt>
                <c:pt idx="34012">
                  <c:v>47.48</c:v>
                </c:pt>
                <c:pt idx="34013">
                  <c:v>100.97</c:v>
                </c:pt>
                <c:pt idx="34014">
                  <c:v>30.23</c:v>
                </c:pt>
                <c:pt idx="34015">
                  <c:v>57.97</c:v>
                </c:pt>
                <c:pt idx="34016">
                  <c:v>100.97</c:v>
                </c:pt>
                <c:pt idx="34017">
                  <c:v>-23</c:v>
                </c:pt>
                <c:pt idx="34018">
                  <c:v>54.99</c:v>
                </c:pt>
                <c:pt idx="34019">
                  <c:v>65.98</c:v>
                </c:pt>
                <c:pt idx="34020">
                  <c:v>26.49</c:v>
                </c:pt>
                <c:pt idx="34021">
                  <c:v>35.049999999999997</c:v>
                </c:pt>
                <c:pt idx="34022">
                  <c:v>24.18</c:v>
                </c:pt>
                <c:pt idx="34023">
                  <c:v>220.95</c:v>
                </c:pt>
                <c:pt idx="34024">
                  <c:v>199.95</c:v>
                </c:pt>
                <c:pt idx="34025">
                  <c:v>94.97</c:v>
                </c:pt>
                <c:pt idx="34026">
                  <c:v>105.98</c:v>
                </c:pt>
                <c:pt idx="34027">
                  <c:v>94.98</c:v>
                </c:pt>
                <c:pt idx="34028">
                  <c:v>151.01</c:v>
                </c:pt>
                <c:pt idx="34029">
                  <c:v>242.21</c:v>
                </c:pt>
                <c:pt idx="34030">
                  <c:v>128.97</c:v>
                </c:pt>
                <c:pt idx="34031">
                  <c:v>119.96</c:v>
                </c:pt>
                <c:pt idx="34032">
                  <c:v>11.29</c:v>
                </c:pt>
                <c:pt idx="34033">
                  <c:v>64.56</c:v>
                </c:pt>
                <c:pt idx="34034">
                  <c:v>161.97</c:v>
                </c:pt>
                <c:pt idx="34035">
                  <c:v>118.47</c:v>
                </c:pt>
                <c:pt idx="34036">
                  <c:v>69.97</c:v>
                </c:pt>
                <c:pt idx="34037">
                  <c:v>79.98</c:v>
                </c:pt>
                <c:pt idx="34038">
                  <c:v>27.43</c:v>
                </c:pt>
                <c:pt idx="34039">
                  <c:v>193.06</c:v>
                </c:pt>
                <c:pt idx="34040">
                  <c:v>115.97</c:v>
                </c:pt>
                <c:pt idx="34041">
                  <c:v>104.97</c:v>
                </c:pt>
                <c:pt idx="34042">
                  <c:v>128.82</c:v>
                </c:pt>
                <c:pt idx="34043">
                  <c:v>119.97</c:v>
                </c:pt>
                <c:pt idx="34044">
                  <c:v>111.3</c:v>
                </c:pt>
                <c:pt idx="34045">
                  <c:v>100.76</c:v>
                </c:pt>
                <c:pt idx="34046">
                  <c:v>111.28</c:v>
                </c:pt>
                <c:pt idx="34047">
                  <c:v>48.57</c:v>
                </c:pt>
                <c:pt idx="34048">
                  <c:v>53.97</c:v>
                </c:pt>
                <c:pt idx="34049">
                  <c:v>77.64</c:v>
                </c:pt>
                <c:pt idx="34050">
                  <c:v>84.99</c:v>
                </c:pt>
                <c:pt idx="34051">
                  <c:v>131.97999999999999</c:v>
                </c:pt>
                <c:pt idx="34052">
                  <c:v>131.97999999999999</c:v>
                </c:pt>
                <c:pt idx="34053">
                  <c:v>131.97999999999999</c:v>
                </c:pt>
                <c:pt idx="34054">
                  <c:v>131.97999999999999</c:v>
                </c:pt>
                <c:pt idx="34055">
                  <c:v>84.99</c:v>
                </c:pt>
                <c:pt idx="34056">
                  <c:v>119.98</c:v>
                </c:pt>
                <c:pt idx="34057">
                  <c:v>84.99</c:v>
                </c:pt>
                <c:pt idx="34058">
                  <c:v>169.98</c:v>
                </c:pt>
                <c:pt idx="34059">
                  <c:v>73.959999999999994</c:v>
                </c:pt>
                <c:pt idx="34060">
                  <c:v>84.99</c:v>
                </c:pt>
                <c:pt idx="34061">
                  <c:v>103.37</c:v>
                </c:pt>
                <c:pt idx="34062">
                  <c:v>26.29</c:v>
                </c:pt>
                <c:pt idx="34063">
                  <c:v>26.29</c:v>
                </c:pt>
                <c:pt idx="34064">
                  <c:v>111.04</c:v>
                </c:pt>
                <c:pt idx="34065">
                  <c:v>111.04</c:v>
                </c:pt>
                <c:pt idx="34066">
                  <c:v>51.97</c:v>
                </c:pt>
                <c:pt idx="34067">
                  <c:v>39.96</c:v>
                </c:pt>
                <c:pt idx="34068">
                  <c:v>109.98</c:v>
                </c:pt>
                <c:pt idx="34069">
                  <c:v>100.48</c:v>
                </c:pt>
                <c:pt idx="34070">
                  <c:v>62.48</c:v>
                </c:pt>
                <c:pt idx="34071">
                  <c:v>69.989999999999995</c:v>
                </c:pt>
                <c:pt idx="34072">
                  <c:v>30.48</c:v>
                </c:pt>
                <c:pt idx="34073">
                  <c:v>14.49</c:v>
                </c:pt>
                <c:pt idx="34074">
                  <c:v>62.46</c:v>
                </c:pt>
                <c:pt idx="34075">
                  <c:v>109.95</c:v>
                </c:pt>
                <c:pt idx="34076">
                  <c:v>79.98</c:v>
                </c:pt>
                <c:pt idx="34077">
                  <c:v>169.98</c:v>
                </c:pt>
                <c:pt idx="34078">
                  <c:v>179.94</c:v>
                </c:pt>
                <c:pt idx="34079">
                  <c:v>84.99</c:v>
                </c:pt>
                <c:pt idx="34080">
                  <c:v>156.96</c:v>
                </c:pt>
                <c:pt idx="34081">
                  <c:v>242.95</c:v>
                </c:pt>
                <c:pt idx="34082">
                  <c:v>238.97</c:v>
                </c:pt>
                <c:pt idx="34083">
                  <c:v>134.97999999999999</c:v>
                </c:pt>
                <c:pt idx="34084">
                  <c:v>169.98</c:v>
                </c:pt>
                <c:pt idx="34085">
                  <c:v>176.97</c:v>
                </c:pt>
                <c:pt idx="34086">
                  <c:v>92.79</c:v>
                </c:pt>
                <c:pt idx="34087">
                  <c:v>195.57</c:v>
                </c:pt>
                <c:pt idx="34088">
                  <c:v>84.99</c:v>
                </c:pt>
                <c:pt idx="34089">
                  <c:v>55.96</c:v>
                </c:pt>
                <c:pt idx="34090">
                  <c:v>110.81</c:v>
                </c:pt>
                <c:pt idx="34091">
                  <c:v>50.13</c:v>
                </c:pt>
                <c:pt idx="34092">
                  <c:v>50.97</c:v>
                </c:pt>
                <c:pt idx="34093">
                  <c:v>101.97</c:v>
                </c:pt>
                <c:pt idx="34094">
                  <c:v>101.97</c:v>
                </c:pt>
                <c:pt idx="34095">
                  <c:v>82.84</c:v>
                </c:pt>
                <c:pt idx="34096">
                  <c:v>101.97</c:v>
                </c:pt>
                <c:pt idx="34097">
                  <c:v>101.97</c:v>
                </c:pt>
                <c:pt idx="34098">
                  <c:v>101.97</c:v>
                </c:pt>
                <c:pt idx="34099">
                  <c:v>99.98</c:v>
                </c:pt>
                <c:pt idx="34100">
                  <c:v>99.98</c:v>
                </c:pt>
                <c:pt idx="34101">
                  <c:v>78.180000000000007</c:v>
                </c:pt>
                <c:pt idx="34102">
                  <c:v>99.98</c:v>
                </c:pt>
                <c:pt idx="34103">
                  <c:v>74.290000000000006</c:v>
                </c:pt>
                <c:pt idx="34104">
                  <c:v>69.98</c:v>
                </c:pt>
                <c:pt idx="34105">
                  <c:v>70.98</c:v>
                </c:pt>
                <c:pt idx="34106">
                  <c:v>99.98</c:v>
                </c:pt>
                <c:pt idx="34107">
                  <c:v>101.28</c:v>
                </c:pt>
                <c:pt idx="34108">
                  <c:v>99.98</c:v>
                </c:pt>
                <c:pt idx="34109">
                  <c:v>97.85</c:v>
                </c:pt>
                <c:pt idx="34110">
                  <c:v>33.28</c:v>
                </c:pt>
                <c:pt idx="34111">
                  <c:v>101.97</c:v>
                </c:pt>
                <c:pt idx="34112">
                  <c:v>-103.27</c:v>
                </c:pt>
                <c:pt idx="34113">
                  <c:v>101.97</c:v>
                </c:pt>
                <c:pt idx="34114">
                  <c:v>103.27</c:v>
                </c:pt>
                <c:pt idx="34115">
                  <c:v>101.97</c:v>
                </c:pt>
                <c:pt idx="34116">
                  <c:v>50.98</c:v>
                </c:pt>
                <c:pt idx="34117">
                  <c:v>50.98</c:v>
                </c:pt>
                <c:pt idx="34118">
                  <c:v>100.17</c:v>
                </c:pt>
                <c:pt idx="34119">
                  <c:v>50.98</c:v>
                </c:pt>
                <c:pt idx="34120">
                  <c:v>50.96</c:v>
                </c:pt>
                <c:pt idx="34121">
                  <c:v>100.06</c:v>
                </c:pt>
                <c:pt idx="34122">
                  <c:v>73.48</c:v>
                </c:pt>
                <c:pt idx="34123">
                  <c:v>73.48</c:v>
                </c:pt>
                <c:pt idx="34124">
                  <c:v>100.06</c:v>
                </c:pt>
                <c:pt idx="34125">
                  <c:v>49.59</c:v>
                </c:pt>
                <c:pt idx="34126">
                  <c:v>41.81</c:v>
                </c:pt>
                <c:pt idx="34127">
                  <c:v>99.99</c:v>
                </c:pt>
                <c:pt idx="34128">
                  <c:v>56.97</c:v>
                </c:pt>
                <c:pt idx="34129">
                  <c:v>121.98</c:v>
                </c:pt>
                <c:pt idx="34130">
                  <c:v>131.97999999999999</c:v>
                </c:pt>
                <c:pt idx="34131">
                  <c:v>131.97999999999999</c:v>
                </c:pt>
                <c:pt idx="34132">
                  <c:v>121.98</c:v>
                </c:pt>
                <c:pt idx="34133">
                  <c:v>131.97999999999999</c:v>
                </c:pt>
                <c:pt idx="34134">
                  <c:v>84.99</c:v>
                </c:pt>
                <c:pt idx="34135">
                  <c:v>131.97999999999999</c:v>
                </c:pt>
                <c:pt idx="34136">
                  <c:v>56.97</c:v>
                </c:pt>
                <c:pt idx="34137">
                  <c:v>99.99</c:v>
                </c:pt>
                <c:pt idx="34138">
                  <c:v>99.99</c:v>
                </c:pt>
                <c:pt idx="34139">
                  <c:v>99.98</c:v>
                </c:pt>
                <c:pt idx="34140">
                  <c:v>99.98</c:v>
                </c:pt>
                <c:pt idx="34141">
                  <c:v>99.98</c:v>
                </c:pt>
                <c:pt idx="34142">
                  <c:v>99.98</c:v>
                </c:pt>
                <c:pt idx="34143">
                  <c:v>99.98</c:v>
                </c:pt>
                <c:pt idx="34144">
                  <c:v>99.98</c:v>
                </c:pt>
                <c:pt idx="34145">
                  <c:v>64.67</c:v>
                </c:pt>
                <c:pt idx="34146">
                  <c:v>188.97</c:v>
                </c:pt>
                <c:pt idx="34147">
                  <c:v>188.97</c:v>
                </c:pt>
                <c:pt idx="34148">
                  <c:v>37.58</c:v>
                </c:pt>
                <c:pt idx="34149">
                  <c:v>130.75</c:v>
                </c:pt>
                <c:pt idx="34150">
                  <c:v>167.43</c:v>
                </c:pt>
                <c:pt idx="34151">
                  <c:v>99.98</c:v>
                </c:pt>
                <c:pt idx="34152">
                  <c:v>99.98</c:v>
                </c:pt>
                <c:pt idx="34153">
                  <c:v>99.98</c:v>
                </c:pt>
                <c:pt idx="34154">
                  <c:v>99.98</c:v>
                </c:pt>
                <c:pt idx="34155">
                  <c:v>99.98</c:v>
                </c:pt>
                <c:pt idx="34156">
                  <c:v>99.98</c:v>
                </c:pt>
                <c:pt idx="34157">
                  <c:v>99.98</c:v>
                </c:pt>
                <c:pt idx="34158">
                  <c:v>99.98</c:v>
                </c:pt>
                <c:pt idx="34159">
                  <c:v>99.98</c:v>
                </c:pt>
                <c:pt idx="34160">
                  <c:v>99.98</c:v>
                </c:pt>
                <c:pt idx="34161">
                  <c:v>17.97</c:v>
                </c:pt>
                <c:pt idx="34162">
                  <c:v>65.989999999999995</c:v>
                </c:pt>
                <c:pt idx="34163">
                  <c:v>65.989999999999995</c:v>
                </c:pt>
                <c:pt idx="34164">
                  <c:v>62.21</c:v>
                </c:pt>
                <c:pt idx="34165">
                  <c:v>65.989999999999995</c:v>
                </c:pt>
                <c:pt idx="34166">
                  <c:v>65.989999999999995</c:v>
                </c:pt>
                <c:pt idx="34167">
                  <c:v>141.83000000000001</c:v>
                </c:pt>
                <c:pt idx="34168">
                  <c:v>65.989999999999995</c:v>
                </c:pt>
                <c:pt idx="34169">
                  <c:v>65.989999999999995</c:v>
                </c:pt>
                <c:pt idx="34170">
                  <c:v>99.98</c:v>
                </c:pt>
                <c:pt idx="34171">
                  <c:v>99.98</c:v>
                </c:pt>
                <c:pt idx="34172">
                  <c:v>99.99</c:v>
                </c:pt>
                <c:pt idx="34173">
                  <c:v>99.98</c:v>
                </c:pt>
                <c:pt idx="34174">
                  <c:v>99.99</c:v>
                </c:pt>
                <c:pt idx="34175">
                  <c:v>99.98</c:v>
                </c:pt>
                <c:pt idx="34176">
                  <c:v>149.97</c:v>
                </c:pt>
                <c:pt idx="34177">
                  <c:v>174.97</c:v>
                </c:pt>
                <c:pt idx="34178">
                  <c:v>74.58</c:v>
                </c:pt>
                <c:pt idx="34179">
                  <c:v>79.98</c:v>
                </c:pt>
                <c:pt idx="34180">
                  <c:v>172.97</c:v>
                </c:pt>
                <c:pt idx="34181">
                  <c:v>65.989999999999995</c:v>
                </c:pt>
                <c:pt idx="34182">
                  <c:v>144.15</c:v>
                </c:pt>
                <c:pt idx="34183">
                  <c:v>197.97</c:v>
                </c:pt>
                <c:pt idx="34184">
                  <c:v>120.97</c:v>
                </c:pt>
                <c:pt idx="34185">
                  <c:v>146.97</c:v>
                </c:pt>
                <c:pt idx="34186">
                  <c:v>131.97999999999999</c:v>
                </c:pt>
                <c:pt idx="34187">
                  <c:v>181.97</c:v>
                </c:pt>
                <c:pt idx="34188">
                  <c:v>159.5</c:v>
                </c:pt>
                <c:pt idx="34189">
                  <c:v>94.22</c:v>
                </c:pt>
                <c:pt idx="34190">
                  <c:v>188.96</c:v>
                </c:pt>
                <c:pt idx="34191">
                  <c:v>65.989999999999995</c:v>
                </c:pt>
                <c:pt idx="34192">
                  <c:v>59.96</c:v>
                </c:pt>
                <c:pt idx="34193">
                  <c:v>57.99</c:v>
                </c:pt>
                <c:pt idx="34194">
                  <c:v>178.17</c:v>
                </c:pt>
                <c:pt idx="34195">
                  <c:v>71.98</c:v>
                </c:pt>
                <c:pt idx="34196">
                  <c:v>-131.97999999999999</c:v>
                </c:pt>
                <c:pt idx="34197">
                  <c:v>65.989999999999995</c:v>
                </c:pt>
                <c:pt idx="34198">
                  <c:v>99.98</c:v>
                </c:pt>
                <c:pt idx="34199">
                  <c:v>99.98</c:v>
                </c:pt>
                <c:pt idx="34200">
                  <c:v>99.98</c:v>
                </c:pt>
                <c:pt idx="34201">
                  <c:v>99.98</c:v>
                </c:pt>
                <c:pt idx="34202">
                  <c:v>99.98</c:v>
                </c:pt>
                <c:pt idx="34203">
                  <c:v>54.98</c:v>
                </c:pt>
                <c:pt idx="34204">
                  <c:v>36.49</c:v>
                </c:pt>
                <c:pt idx="34205">
                  <c:v>99.99</c:v>
                </c:pt>
                <c:pt idx="34206">
                  <c:v>99.98</c:v>
                </c:pt>
                <c:pt idx="34207">
                  <c:v>99.98</c:v>
                </c:pt>
                <c:pt idx="34208">
                  <c:v>91.47</c:v>
                </c:pt>
                <c:pt idx="34209">
                  <c:v>155.93</c:v>
                </c:pt>
                <c:pt idx="34210">
                  <c:v>169.98</c:v>
                </c:pt>
                <c:pt idx="34211">
                  <c:v>99.98</c:v>
                </c:pt>
                <c:pt idx="34212">
                  <c:v>51.29</c:v>
                </c:pt>
                <c:pt idx="34213">
                  <c:v>152.97999999999999</c:v>
                </c:pt>
                <c:pt idx="34214">
                  <c:v>190.97</c:v>
                </c:pt>
                <c:pt idx="34215">
                  <c:v>126.48</c:v>
                </c:pt>
                <c:pt idx="34216">
                  <c:v>92.98</c:v>
                </c:pt>
                <c:pt idx="34217">
                  <c:v>152.97999999999999</c:v>
                </c:pt>
                <c:pt idx="34218">
                  <c:v>169.98</c:v>
                </c:pt>
                <c:pt idx="34219">
                  <c:v>169.98</c:v>
                </c:pt>
                <c:pt idx="34220">
                  <c:v>190.97</c:v>
                </c:pt>
                <c:pt idx="34221">
                  <c:v>155.97</c:v>
                </c:pt>
                <c:pt idx="34222">
                  <c:v>180.97</c:v>
                </c:pt>
                <c:pt idx="34223">
                  <c:v>169.98</c:v>
                </c:pt>
                <c:pt idx="34224">
                  <c:v>99.98</c:v>
                </c:pt>
                <c:pt idx="34225">
                  <c:v>99.98</c:v>
                </c:pt>
                <c:pt idx="34226">
                  <c:v>6.33</c:v>
                </c:pt>
                <c:pt idx="34227">
                  <c:v>38.979999999999997</c:v>
                </c:pt>
                <c:pt idx="34228">
                  <c:v>67.84</c:v>
                </c:pt>
                <c:pt idx="34229">
                  <c:v>-1.2</c:v>
                </c:pt>
                <c:pt idx="34230">
                  <c:v>99.96</c:v>
                </c:pt>
                <c:pt idx="34231">
                  <c:v>99.96</c:v>
                </c:pt>
                <c:pt idx="34232">
                  <c:v>99.98</c:v>
                </c:pt>
                <c:pt idx="34233">
                  <c:v>99.98</c:v>
                </c:pt>
                <c:pt idx="34234">
                  <c:v>99.98</c:v>
                </c:pt>
                <c:pt idx="34235">
                  <c:v>99.98</c:v>
                </c:pt>
                <c:pt idx="34236">
                  <c:v>99.98</c:v>
                </c:pt>
                <c:pt idx="34237">
                  <c:v>157.97999999999999</c:v>
                </c:pt>
                <c:pt idx="34238">
                  <c:v>169.98</c:v>
                </c:pt>
                <c:pt idx="34239">
                  <c:v>215.85</c:v>
                </c:pt>
                <c:pt idx="34240">
                  <c:v>168.18</c:v>
                </c:pt>
                <c:pt idx="34241">
                  <c:v>213.85</c:v>
                </c:pt>
                <c:pt idx="34242">
                  <c:v>210.96</c:v>
                </c:pt>
                <c:pt idx="34243">
                  <c:v>105.97</c:v>
                </c:pt>
                <c:pt idx="34244">
                  <c:v>134.68</c:v>
                </c:pt>
                <c:pt idx="34245">
                  <c:v>124.93</c:v>
                </c:pt>
                <c:pt idx="34246">
                  <c:v>132.38</c:v>
                </c:pt>
                <c:pt idx="34247">
                  <c:v>151.96</c:v>
                </c:pt>
                <c:pt idx="34248">
                  <c:v>179.83</c:v>
                </c:pt>
                <c:pt idx="34249">
                  <c:v>82.98</c:v>
                </c:pt>
                <c:pt idx="34250">
                  <c:v>99.98</c:v>
                </c:pt>
                <c:pt idx="34251">
                  <c:v>99.98</c:v>
                </c:pt>
                <c:pt idx="34252">
                  <c:v>99.98</c:v>
                </c:pt>
                <c:pt idx="34253">
                  <c:v>99.98</c:v>
                </c:pt>
                <c:pt idx="34254">
                  <c:v>99.98</c:v>
                </c:pt>
                <c:pt idx="34255">
                  <c:v>288.97000000000003</c:v>
                </c:pt>
                <c:pt idx="34256">
                  <c:v>217.95</c:v>
                </c:pt>
                <c:pt idx="34257">
                  <c:v>266.95999999999998</c:v>
                </c:pt>
                <c:pt idx="34258">
                  <c:v>-65.989999999999995</c:v>
                </c:pt>
                <c:pt idx="34259">
                  <c:v>169.98</c:v>
                </c:pt>
                <c:pt idx="34260">
                  <c:v>134.38999999999999</c:v>
                </c:pt>
                <c:pt idx="34261">
                  <c:v>169.98</c:v>
                </c:pt>
                <c:pt idx="34262">
                  <c:v>217.95</c:v>
                </c:pt>
                <c:pt idx="34263">
                  <c:v>184.97</c:v>
                </c:pt>
                <c:pt idx="34264">
                  <c:v>314.95999999999998</c:v>
                </c:pt>
                <c:pt idx="34265">
                  <c:v>132.46</c:v>
                </c:pt>
                <c:pt idx="34266">
                  <c:v>52.24</c:v>
                </c:pt>
                <c:pt idx="34267">
                  <c:v>26.49</c:v>
                </c:pt>
                <c:pt idx="34268">
                  <c:v>99.97</c:v>
                </c:pt>
                <c:pt idx="34269">
                  <c:v>91.47</c:v>
                </c:pt>
                <c:pt idx="34270">
                  <c:v>99.96</c:v>
                </c:pt>
                <c:pt idx="34271">
                  <c:v>91.46</c:v>
                </c:pt>
                <c:pt idx="34272">
                  <c:v>99.96</c:v>
                </c:pt>
                <c:pt idx="34273">
                  <c:v>99.96</c:v>
                </c:pt>
                <c:pt idx="34274">
                  <c:v>99.96</c:v>
                </c:pt>
                <c:pt idx="34275">
                  <c:v>99.96</c:v>
                </c:pt>
                <c:pt idx="34276">
                  <c:v>84.99</c:v>
                </c:pt>
                <c:pt idx="34277">
                  <c:v>102.98</c:v>
                </c:pt>
                <c:pt idx="34278">
                  <c:v>163.96</c:v>
                </c:pt>
                <c:pt idx="34279">
                  <c:v>102.98</c:v>
                </c:pt>
                <c:pt idx="34280">
                  <c:v>64.58</c:v>
                </c:pt>
                <c:pt idx="34281">
                  <c:v>127.24</c:v>
                </c:pt>
                <c:pt idx="34282">
                  <c:v>169.98</c:v>
                </c:pt>
                <c:pt idx="34283">
                  <c:v>84.99</c:v>
                </c:pt>
                <c:pt idx="34284">
                  <c:v>167.96</c:v>
                </c:pt>
                <c:pt idx="34285">
                  <c:v>144.47999999999999</c:v>
                </c:pt>
                <c:pt idx="34286">
                  <c:v>169.98</c:v>
                </c:pt>
                <c:pt idx="34287">
                  <c:v>131.97999999999999</c:v>
                </c:pt>
                <c:pt idx="34288">
                  <c:v>84.99</c:v>
                </c:pt>
                <c:pt idx="34289">
                  <c:v>164.02</c:v>
                </c:pt>
                <c:pt idx="34290">
                  <c:v>99.96</c:v>
                </c:pt>
                <c:pt idx="34291">
                  <c:v>32.22</c:v>
                </c:pt>
                <c:pt idx="34292">
                  <c:v>42.21</c:v>
                </c:pt>
                <c:pt idx="34293">
                  <c:v>31.48</c:v>
                </c:pt>
                <c:pt idx="34294">
                  <c:v>59.96</c:v>
                </c:pt>
                <c:pt idx="34295">
                  <c:v>58.97</c:v>
                </c:pt>
                <c:pt idx="34296">
                  <c:v>50.39</c:v>
                </c:pt>
                <c:pt idx="34297">
                  <c:v>76.180000000000007</c:v>
                </c:pt>
                <c:pt idx="34298">
                  <c:v>101.47</c:v>
                </c:pt>
                <c:pt idx="34299">
                  <c:v>38.090000000000003</c:v>
                </c:pt>
                <c:pt idx="34300">
                  <c:v>38.090000000000003</c:v>
                </c:pt>
                <c:pt idx="34301">
                  <c:v>101.46</c:v>
                </c:pt>
                <c:pt idx="34302">
                  <c:v>209.93</c:v>
                </c:pt>
                <c:pt idx="34303">
                  <c:v>150.94999999999999</c:v>
                </c:pt>
                <c:pt idx="34304">
                  <c:v>179.94</c:v>
                </c:pt>
                <c:pt idx="34305">
                  <c:v>155.96</c:v>
                </c:pt>
                <c:pt idx="34306">
                  <c:v>210.95</c:v>
                </c:pt>
                <c:pt idx="34307">
                  <c:v>110.07</c:v>
                </c:pt>
                <c:pt idx="34308">
                  <c:v>49.48</c:v>
                </c:pt>
                <c:pt idx="34309">
                  <c:v>109.93</c:v>
                </c:pt>
                <c:pt idx="34310">
                  <c:v>79.98</c:v>
                </c:pt>
                <c:pt idx="34311">
                  <c:v>19.489999999999998</c:v>
                </c:pt>
                <c:pt idx="34312">
                  <c:v>41.98</c:v>
                </c:pt>
                <c:pt idx="34313">
                  <c:v>62.97</c:v>
                </c:pt>
                <c:pt idx="34314">
                  <c:v>56.98</c:v>
                </c:pt>
                <c:pt idx="34315">
                  <c:v>51.97</c:v>
                </c:pt>
                <c:pt idx="34316">
                  <c:v>95.98</c:v>
                </c:pt>
                <c:pt idx="34317">
                  <c:v>114.97</c:v>
                </c:pt>
                <c:pt idx="34318">
                  <c:v>51.29</c:v>
                </c:pt>
                <c:pt idx="34319">
                  <c:v>332.95</c:v>
                </c:pt>
                <c:pt idx="34320">
                  <c:v>339.96</c:v>
                </c:pt>
                <c:pt idx="34321">
                  <c:v>191.96</c:v>
                </c:pt>
                <c:pt idx="34322">
                  <c:v>191.96</c:v>
                </c:pt>
                <c:pt idx="34323">
                  <c:v>49.48</c:v>
                </c:pt>
                <c:pt idx="34324">
                  <c:v>108.87</c:v>
                </c:pt>
                <c:pt idx="34325">
                  <c:v>108.87</c:v>
                </c:pt>
                <c:pt idx="34326">
                  <c:v>108.86</c:v>
                </c:pt>
                <c:pt idx="34327">
                  <c:v>85.97</c:v>
                </c:pt>
                <c:pt idx="34328">
                  <c:v>135.97</c:v>
                </c:pt>
                <c:pt idx="34329">
                  <c:v>169.98</c:v>
                </c:pt>
                <c:pt idx="34330">
                  <c:v>99.38</c:v>
                </c:pt>
                <c:pt idx="34331">
                  <c:v>229.94</c:v>
                </c:pt>
                <c:pt idx="34332">
                  <c:v>209.97</c:v>
                </c:pt>
                <c:pt idx="34333">
                  <c:v>163.75</c:v>
                </c:pt>
                <c:pt idx="34334">
                  <c:v>89.97</c:v>
                </c:pt>
                <c:pt idx="34335">
                  <c:v>207.94</c:v>
                </c:pt>
                <c:pt idx="34336">
                  <c:v>169.98</c:v>
                </c:pt>
                <c:pt idx="34337">
                  <c:v>76.489999999999995</c:v>
                </c:pt>
                <c:pt idx="34338">
                  <c:v>184.97</c:v>
                </c:pt>
                <c:pt idx="34339">
                  <c:v>171.49</c:v>
                </c:pt>
                <c:pt idx="34340">
                  <c:v>84.98</c:v>
                </c:pt>
                <c:pt idx="34341">
                  <c:v>227.96</c:v>
                </c:pt>
                <c:pt idx="34342">
                  <c:v>221.96</c:v>
                </c:pt>
                <c:pt idx="34343">
                  <c:v>100.98</c:v>
                </c:pt>
                <c:pt idx="34344">
                  <c:v>39.94</c:v>
                </c:pt>
                <c:pt idx="34345">
                  <c:v>39.29</c:v>
                </c:pt>
                <c:pt idx="34346">
                  <c:v>39.93</c:v>
                </c:pt>
                <c:pt idx="34347">
                  <c:v>39.28</c:v>
                </c:pt>
                <c:pt idx="34348">
                  <c:v>100.94</c:v>
                </c:pt>
                <c:pt idx="34349">
                  <c:v>178.95</c:v>
                </c:pt>
                <c:pt idx="34350">
                  <c:v>84.99</c:v>
                </c:pt>
                <c:pt idx="34351">
                  <c:v>15.49</c:v>
                </c:pt>
                <c:pt idx="34352">
                  <c:v>84.99</c:v>
                </c:pt>
                <c:pt idx="34353">
                  <c:v>197.96</c:v>
                </c:pt>
                <c:pt idx="34354">
                  <c:v>214.96</c:v>
                </c:pt>
                <c:pt idx="34355">
                  <c:v>153.97999999999999</c:v>
                </c:pt>
                <c:pt idx="34356">
                  <c:v>169.98</c:v>
                </c:pt>
                <c:pt idx="34357">
                  <c:v>79.98</c:v>
                </c:pt>
                <c:pt idx="34358">
                  <c:v>68.53</c:v>
                </c:pt>
                <c:pt idx="34359">
                  <c:v>84.99</c:v>
                </c:pt>
                <c:pt idx="34360">
                  <c:v>98.98</c:v>
                </c:pt>
                <c:pt idx="34361">
                  <c:v>65.98</c:v>
                </c:pt>
                <c:pt idx="34362">
                  <c:v>94.98</c:v>
                </c:pt>
                <c:pt idx="34363">
                  <c:v>84.99</c:v>
                </c:pt>
                <c:pt idx="34364">
                  <c:v>281.01</c:v>
                </c:pt>
                <c:pt idx="34365">
                  <c:v>84.99</c:v>
                </c:pt>
                <c:pt idx="34366">
                  <c:v>121.98</c:v>
                </c:pt>
                <c:pt idx="34367">
                  <c:v>65.989999999999995</c:v>
                </c:pt>
                <c:pt idx="34368">
                  <c:v>84.99</c:v>
                </c:pt>
                <c:pt idx="34369">
                  <c:v>99.98</c:v>
                </c:pt>
                <c:pt idx="34370">
                  <c:v>71.58</c:v>
                </c:pt>
                <c:pt idx="34371">
                  <c:v>99.98</c:v>
                </c:pt>
                <c:pt idx="34372">
                  <c:v>99.97</c:v>
                </c:pt>
                <c:pt idx="34373">
                  <c:v>99.96</c:v>
                </c:pt>
                <c:pt idx="34374">
                  <c:v>99.96</c:v>
                </c:pt>
                <c:pt idx="34375">
                  <c:v>99.95</c:v>
                </c:pt>
                <c:pt idx="34376">
                  <c:v>40.49</c:v>
                </c:pt>
                <c:pt idx="34377">
                  <c:v>75.98</c:v>
                </c:pt>
                <c:pt idx="34378">
                  <c:v>169.98</c:v>
                </c:pt>
                <c:pt idx="34379">
                  <c:v>53.97</c:v>
                </c:pt>
                <c:pt idx="34380">
                  <c:v>36.479999999999997</c:v>
                </c:pt>
                <c:pt idx="34381">
                  <c:v>71.98</c:v>
                </c:pt>
                <c:pt idx="34382">
                  <c:v>49.48</c:v>
                </c:pt>
                <c:pt idx="34383">
                  <c:v>49.48</c:v>
                </c:pt>
                <c:pt idx="34384">
                  <c:v>71.98</c:v>
                </c:pt>
                <c:pt idx="34385">
                  <c:v>99.88</c:v>
                </c:pt>
                <c:pt idx="34386">
                  <c:v>98.97</c:v>
                </c:pt>
                <c:pt idx="34387">
                  <c:v>98.98</c:v>
                </c:pt>
                <c:pt idx="34388">
                  <c:v>98.97</c:v>
                </c:pt>
                <c:pt idx="34389">
                  <c:v>110.96</c:v>
                </c:pt>
                <c:pt idx="34390">
                  <c:v>99.98</c:v>
                </c:pt>
                <c:pt idx="34391">
                  <c:v>139.97</c:v>
                </c:pt>
                <c:pt idx="34392">
                  <c:v>79.98</c:v>
                </c:pt>
                <c:pt idx="34393">
                  <c:v>113.97</c:v>
                </c:pt>
                <c:pt idx="34394">
                  <c:v>99.98</c:v>
                </c:pt>
                <c:pt idx="34395">
                  <c:v>99.98</c:v>
                </c:pt>
                <c:pt idx="34396">
                  <c:v>119.97</c:v>
                </c:pt>
                <c:pt idx="34397">
                  <c:v>124.94</c:v>
                </c:pt>
                <c:pt idx="34398">
                  <c:v>99.98</c:v>
                </c:pt>
                <c:pt idx="34399">
                  <c:v>99.98</c:v>
                </c:pt>
                <c:pt idx="34400">
                  <c:v>65.989999999999995</c:v>
                </c:pt>
                <c:pt idx="34401">
                  <c:v>98.98</c:v>
                </c:pt>
                <c:pt idx="34402">
                  <c:v>98.97</c:v>
                </c:pt>
                <c:pt idx="34403">
                  <c:v>66.97</c:v>
                </c:pt>
                <c:pt idx="34404">
                  <c:v>23.48</c:v>
                </c:pt>
                <c:pt idx="34405">
                  <c:v>25.97</c:v>
                </c:pt>
                <c:pt idx="34406">
                  <c:v>59.25</c:v>
                </c:pt>
                <c:pt idx="34407">
                  <c:v>39.99</c:v>
                </c:pt>
                <c:pt idx="34408">
                  <c:v>63.98</c:v>
                </c:pt>
                <c:pt idx="34409">
                  <c:v>109</c:v>
                </c:pt>
                <c:pt idx="34410">
                  <c:v>64.03</c:v>
                </c:pt>
                <c:pt idx="34411">
                  <c:v>52.28</c:v>
                </c:pt>
                <c:pt idx="34412">
                  <c:v>169.98</c:v>
                </c:pt>
                <c:pt idx="34413">
                  <c:v>63.98</c:v>
                </c:pt>
                <c:pt idx="34414">
                  <c:v>65.989999999999995</c:v>
                </c:pt>
                <c:pt idx="34415">
                  <c:v>65.989999999999995</c:v>
                </c:pt>
                <c:pt idx="34416">
                  <c:v>79.98</c:v>
                </c:pt>
                <c:pt idx="34417">
                  <c:v>169.98</c:v>
                </c:pt>
                <c:pt idx="34418">
                  <c:v>119.82</c:v>
                </c:pt>
                <c:pt idx="34419">
                  <c:v>65.989999999999995</c:v>
                </c:pt>
                <c:pt idx="34420">
                  <c:v>79.98</c:v>
                </c:pt>
                <c:pt idx="34421">
                  <c:v>78.959999999999994</c:v>
                </c:pt>
                <c:pt idx="34422">
                  <c:v>79.98</c:v>
                </c:pt>
                <c:pt idx="34423">
                  <c:v>158.28</c:v>
                </c:pt>
                <c:pt idx="34424">
                  <c:v>64.67</c:v>
                </c:pt>
                <c:pt idx="34425">
                  <c:v>63.73</c:v>
                </c:pt>
                <c:pt idx="34426">
                  <c:v>64.290000000000006</c:v>
                </c:pt>
                <c:pt idx="34427">
                  <c:v>64.53</c:v>
                </c:pt>
                <c:pt idx="34428">
                  <c:v>64.77</c:v>
                </c:pt>
                <c:pt idx="34429">
                  <c:v>169.32</c:v>
                </c:pt>
                <c:pt idx="34430">
                  <c:v>109</c:v>
                </c:pt>
                <c:pt idx="34431">
                  <c:v>51.96</c:v>
                </c:pt>
                <c:pt idx="34432">
                  <c:v>98.69</c:v>
                </c:pt>
                <c:pt idx="34433">
                  <c:v>90.78</c:v>
                </c:pt>
                <c:pt idx="34434">
                  <c:v>108.88</c:v>
                </c:pt>
                <c:pt idx="34435">
                  <c:v>108.88</c:v>
                </c:pt>
                <c:pt idx="34436">
                  <c:v>108.88</c:v>
                </c:pt>
                <c:pt idx="34437">
                  <c:v>108.88</c:v>
                </c:pt>
                <c:pt idx="34438">
                  <c:v>108.88</c:v>
                </c:pt>
                <c:pt idx="34439">
                  <c:v>108.88</c:v>
                </c:pt>
                <c:pt idx="34440">
                  <c:v>370.86</c:v>
                </c:pt>
                <c:pt idx="34441">
                  <c:v>335.86</c:v>
                </c:pt>
                <c:pt idx="34442">
                  <c:v>183.92</c:v>
                </c:pt>
                <c:pt idx="34443">
                  <c:v>119.94</c:v>
                </c:pt>
                <c:pt idx="34444">
                  <c:v>210.22</c:v>
                </c:pt>
                <c:pt idx="34445">
                  <c:v>269.89999999999998</c:v>
                </c:pt>
                <c:pt idx="34446">
                  <c:v>94.96</c:v>
                </c:pt>
                <c:pt idx="34447">
                  <c:v>249.91</c:v>
                </c:pt>
                <c:pt idx="34448">
                  <c:v>134.93</c:v>
                </c:pt>
                <c:pt idx="34449">
                  <c:v>553.28</c:v>
                </c:pt>
                <c:pt idx="34450">
                  <c:v>108.88</c:v>
                </c:pt>
                <c:pt idx="34451">
                  <c:v>108.88</c:v>
                </c:pt>
                <c:pt idx="34452">
                  <c:v>108.88</c:v>
                </c:pt>
                <c:pt idx="34453">
                  <c:v>108.88</c:v>
                </c:pt>
                <c:pt idx="34454">
                  <c:v>107.97</c:v>
                </c:pt>
                <c:pt idx="34455">
                  <c:v>108.86</c:v>
                </c:pt>
                <c:pt idx="34456">
                  <c:v>108.86</c:v>
                </c:pt>
                <c:pt idx="34457">
                  <c:v>109.97</c:v>
                </c:pt>
                <c:pt idx="34458">
                  <c:v>205.92</c:v>
                </c:pt>
                <c:pt idx="34459">
                  <c:v>148.96</c:v>
                </c:pt>
                <c:pt idx="34460">
                  <c:v>251.94</c:v>
                </c:pt>
                <c:pt idx="34461">
                  <c:v>204.95</c:v>
                </c:pt>
                <c:pt idx="34462">
                  <c:v>80.739999999999995</c:v>
                </c:pt>
                <c:pt idx="34463">
                  <c:v>144.97</c:v>
                </c:pt>
                <c:pt idx="34464">
                  <c:v>190.84</c:v>
                </c:pt>
                <c:pt idx="34465">
                  <c:v>173.94</c:v>
                </c:pt>
                <c:pt idx="34466">
                  <c:v>307.92</c:v>
                </c:pt>
                <c:pt idx="34467">
                  <c:v>220.35</c:v>
                </c:pt>
                <c:pt idx="34468">
                  <c:v>117.41</c:v>
                </c:pt>
                <c:pt idx="34469">
                  <c:v>239.31</c:v>
                </c:pt>
                <c:pt idx="34470">
                  <c:v>108.86</c:v>
                </c:pt>
                <c:pt idx="34471">
                  <c:v>108.86</c:v>
                </c:pt>
                <c:pt idx="34472">
                  <c:v>108.86</c:v>
                </c:pt>
                <c:pt idx="34473">
                  <c:v>108.86</c:v>
                </c:pt>
                <c:pt idx="34474">
                  <c:v>108.86</c:v>
                </c:pt>
                <c:pt idx="34475">
                  <c:v>108.86</c:v>
                </c:pt>
                <c:pt idx="34476">
                  <c:v>107.95</c:v>
                </c:pt>
                <c:pt idx="34477">
                  <c:v>39.28</c:v>
                </c:pt>
                <c:pt idx="34478">
                  <c:v>121.97</c:v>
                </c:pt>
                <c:pt idx="34479">
                  <c:v>65.989999999999995</c:v>
                </c:pt>
                <c:pt idx="34480">
                  <c:v>84.99</c:v>
                </c:pt>
                <c:pt idx="34481">
                  <c:v>111.64</c:v>
                </c:pt>
                <c:pt idx="34482">
                  <c:v>54.89</c:v>
                </c:pt>
                <c:pt idx="34483">
                  <c:v>197.96</c:v>
                </c:pt>
                <c:pt idx="34484">
                  <c:v>204.97</c:v>
                </c:pt>
                <c:pt idx="34485">
                  <c:v>186.95</c:v>
                </c:pt>
                <c:pt idx="34486">
                  <c:v>37.28</c:v>
                </c:pt>
                <c:pt idx="34487">
                  <c:v>39.28</c:v>
                </c:pt>
                <c:pt idx="34488">
                  <c:v>117.97</c:v>
                </c:pt>
                <c:pt idx="34489">
                  <c:v>197.96</c:v>
                </c:pt>
                <c:pt idx="34490">
                  <c:v>39.28</c:v>
                </c:pt>
                <c:pt idx="34491">
                  <c:v>60.99</c:v>
                </c:pt>
                <c:pt idx="34492">
                  <c:v>35.19</c:v>
                </c:pt>
                <c:pt idx="34493">
                  <c:v>56.97</c:v>
                </c:pt>
                <c:pt idx="34494">
                  <c:v>150.26</c:v>
                </c:pt>
                <c:pt idx="34495">
                  <c:v>37.24</c:v>
                </c:pt>
                <c:pt idx="34496">
                  <c:v>31.48</c:v>
                </c:pt>
                <c:pt idx="34497">
                  <c:v>40.369999999999997</c:v>
                </c:pt>
                <c:pt idx="34498">
                  <c:v>50.97</c:v>
                </c:pt>
                <c:pt idx="34499">
                  <c:v>47.48</c:v>
                </c:pt>
                <c:pt idx="34500">
                  <c:v>34.479999999999997</c:v>
                </c:pt>
                <c:pt idx="34501">
                  <c:v>358.13</c:v>
                </c:pt>
                <c:pt idx="34502">
                  <c:v>107.96</c:v>
                </c:pt>
                <c:pt idx="34503">
                  <c:v>99.99</c:v>
                </c:pt>
                <c:pt idx="34504">
                  <c:v>99.99</c:v>
                </c:pt>
                <c:pt idx="34505">
                  <c:v>99.99</c:v>
                </c:pt>
                <c:pt idx="34506">
                  <c:v>99.99</c:v>
                </c:pt>
                <c:pt idx="34507">
                  <c:v>99.99</c:v>
                </c:pt>
                <c:pt idx="34508">
                  <c:v>99.99</c:v>
                </c:pt>
                <c:pt idx="34509">
                  <c:v>99.99</c:v>
                </c:pt>
                <c:pt idx="34510">
                  <c:v>99.99</c:v>
                </c:pt>
                <c:pt idx="34511">
                  <c:v>99.99</c:v>
                </c:pt>
                <c:pt idx="34512">
                  <c:v>65.86</c:v>
                </c:pt>
                <c:pt idx="34513">
                  <c:v>61.67</c:v>
                </c:pt>
                <c:pt idx="34514">
                  <c:v>108.83</c:v>
                </c:pt>
                <c:pt idx="34515">
                  <c:v>92.32</c:v>
                </c:pt>
                <c:pt idx="34516">
                  <c:v>122.19</c:v>
                </c:pt>
                <c:pt idx="34517">
                  <c:v>131.51</c:v>
                </c:pt>
                <c:pt idx="34518">
                  <c:v>104.04</c:v>
                </c:pt>
                <c:pt idx="34519">
                  <c:v>81.05</c:v>
                </c:pt>
                <c:pt idx="34520">
                  <c:v>136.68</c:v>
                </c:pt>
                <c:pt idx="34521">
                  <c:v>67.739999999999995</c:v>
                </c:pt>
                <c:pt idx="34522">
                  <c:v>99.99</c:v>
                </c:pt>
                <c:pt idx="34523">
                  <c:v>99.98</c:v>
                </c:pt>
                <c:pt idx="34524">
                  <c:v>99.98</c:v>
                </c:pt>
                <c:pt idx="34525">
                  <c:v>99.98</c:v>
                </c:pt>
                <c:pt idx="34526">
                  <c:v>99.98</c:v>
                </c:pt>
                <c:pt idx="34527">
                  <c:v>99.98</c:v>
                </c:pt>
                <c:pt idx="34528">
                  <c:v>99.98</c:v>
                </c:pt>
                <c:pt idx="34529">
                  <c:v>99.98</c:v>
                </c:pt>
                <c:pt idx="34530">
                  <c:v>105.97</c:v>
                </c:pt>
                <c:pt idx="34531">
                  <c:v>58.97</c:v>
                </c:pt>
                <c:pt idx="34532">
                  <c:v>153.96</c:v>
                </c:pt>
                <c:pt idx="34533">
                  <c:v>141.97</c:v>
                </c:pt>
                <c:pt idx="34534">
                  <c:v>163.96</c:v>
                </c:pt>
                <c:pt idx="34535">
                  <c:v>105.97</c:v>
                </c:pt>
                <c:pt idx="34536">
                  <c:v>137.96</c:v>
                </c:pt>
                <c:pt idx="34537">
                  <c:v>99.95</c:v>
                </c:pt>
                <c:pt idx="34538">
                  <c:v>105.97</c:v>
                </c:pt>
                <c:pt idx="34539">
                  <c:v>171.96</c:v>
                </c:pt>
                <c:pt idx="34540">
                  <c:v>99.98</c:v>
                </c:pt>
                <c:pt idx="34541">
                  <c:v>99.98</c:v>
                </c:pt>
                <c:pt idx="34542">
                  <c:v>99.98</c:v>
                </c:pt>
                <c:pt idx="34543">
                  <c:v>99.98</c:v>
                </c:pt>
                <c:pt idx="34544">
                  <c:v>99.98</c:v>
                </c:pt>
                <c:pt idx="34545">
                  <c:v>20.49</c:v>
                </c:pt>
                <c:pt idx="34546">
                  <c:v>92.49</c:v>
                </c:pt>
                <c:pt idx="34547">
                  <c:v>106.98</c:v>
                </c:pt>
                <c:pt idx="34548">
                  <c:v>84.98</c:v>
                </c:pt>
                <c:pt idx="34549">
                  <c:v>65.19</c:v>
                </c:pt>
                <c:pt idx="34550">
                  <c:v>169.97</c:v>
                </c:pt>
                <c:pt idx="34551">
                  <c:v>78.819999999999993</c:v>
                </c:pt>
                <c:pt idx="34552">
                  <c:v>71.98</c:v>
                </c:pt>
                <c:pt idx="34553">
                  <c:v>103.98</c:v>
                </c:pt>
                <c:pt idx="34554">
                  <c:v>64.16</c:v>
                </c:pt>
                <c:pt idx="34555">
                  <c:v>105.48</c:v>
                </c:pt>
                <c:pt idx="34556">
                  <c:v>87.99</c:v>
                </c:pt>
                <c:pt idx="34557">
                  <c:v>86.49</c:v>
                </c:pt>
                <c:pt idx="34558">
                  <c:v>106.98</c:v>
                </c:pt>
                <c:pt idx="34559">
                  <c:v>87.98</c:v>
                </c:pt>
                <c:pt idx="34560">
                  <c:v>68.989999999999995</c:v>
                </c:pt>
                <c:pt idx="34561">
                  <c:v>99.98</c:v>
                </c:pt>
                <c:pt idx="34562">
                  <c:v>99.98</c:v>
                </c:pt>
                <c:pt idx="34563">
                  <c:v>99.98</c:v>
                </c:pt>
                <c:pt idx="34564">
                  <c:v>99.98</c:v>
                </c:pt>
                <c:pt idx="34565">
                  <c:v>99.98</c:v>
                </c:pt>
                <c:pt idx="34566">
                  <c:v>99.98</c:v>
                </c:pt>
                <c:pt idx="34567">
                  <c:v>99.98</c:v>
                </c:pt>
                <c:pt idx="34568">
                  <c:v>99.98</c:v>
                </c:pt>
                <c:pt idx="34569">
                  <c:v>99.98</c:v>
                </c:pt>
                <c:pt idx="34570">
                  <c:v>99.98</c:v>
                </c:pt>
                <c:pt idx="34571">
                  <c:v>139.91999999999999</c:v>
                </c:pt>
                <c:pt idx="34572">
                  <c:v>679.92</c:v>
                </c:pt>
                <c:pt idx="34573">
                  <c:v>339.96</c:v>
                </c:pt>
                <c:pt idx="34574">
                  <c:v>697.91</c:v>
                </c:pt>
                <c:pt idx="34575">
                  <c:v>15.92</c:v>
                </c:pt>
                <c:pt idx="34576">
                  <c:v>377.94</c:v>
                </c:pt>
                <c:pt idx="34577">
                  <c:v>55.97</c:v>
                </c:pt>
                <c:pt idx="34578">
                  <c:v>159.96</c:v>
                </c:pt>
                <c:pt idx="34579">
                  <c:v>29.28</c:v>
                </c:pt>
                <c:pt idx="34580">
                  <c:v>99.98</c:v>
                </c:pt>
                <c:pt idx="34581">
                  <c:v>99.98</c:v>
                </c:pt>
                <c:pt idx="34582">
                  <c:v>99.97</c:v>
                </c:pt>
                <c:pt idx="34583">
                  <c:v>69.98</c:v>
                </c:pt>
                <c:pt idx="34584">
                  <c:v>21.29</c:v>
                </c:pt>
                <c:pt idx="34585">
                  <c:v>99.96</c:v>
                </c:pt>
                <c:pt idx="34586">
                  <c:v>99.96</c:v>
                </c:pt>
                <c:pt idx="34587">
                  <c:v>80.97</c:v>
                </c:pt>
                <c:pt idx="34588">
                  <c:v>99.96</c:v>
                </c:pt>
                <c:pt idx="34589">
                  <c:v>99.96</c:v>
                </c:pt>
                <c:pt idx="34590">
                  <c:v>80.97</c:v>
                </c:pt>
                <c:pt idx="34591">
                  <c:v>65.989999999999995</c:v>
                </c:pt>
                <c:pt idx="34592">
                  <c:v>65.989999999999995</c:v>
                </c:pt>
                <c:pt idx="34593">
                  <c:v>65.989999999999995</c:v>
                </c:pt>
                <c:pt idx="34594">
                  <c:v>65.989999999999995</c:v>
                </c:pt>
                <c:pt idx="34595">
                  <c:v>66.03</c:v>
                </c:pt>
                <c:pt idx="34596">
                  <c:v>65.989999999999995</c:v>
                </c:pt>
                <c:pt idx="34597">
                  <c:v>65.989999999999995</c:v>
                </c:pt>
                <c:pt idx="34598">
                  <c:v>95.07</c:v>
                </c:pt>
                <c:pt idx="34599">
                  <c:v>68.989999999999995</c:v>
                </c:pt>
                <c:pt idx="34600">
                  <c:v>79.98</c:v>
                </c:pt>
                <c:pt idx="34601">
                  <c:v>127.14</c:v>
                </c:pt>
                <c:pt idx="34602">
                  <c:v>99.96</c:v>
                </c:pt>
                <c:pt idx="34603">
                  <c:v>91.26</c:v>
                </c:pt>
                <c:pt idx="34604">
                  <c:v>41.28</c:v>
                </c:pt>
                <c:pt idx="34605">
                  <c:v>41.28</c:v>
                </c:pt>
                <c:pt idx="34606">
                  <c:v>41.28</c:v>
                </c:pt>
                <c:pt idx="34607">
                  <c:v>53.97</c:v>
                </c:pt>
                <c:pt idx="34608">
                  <c:v>37.28</c:v>
                </c:pt>
                <c:pt idx="34609">
                  <c:v>74.849999999999994</c:v>
                </c:pt>
                <c:pt idx="34610">
                  <c:v>75.459999999999994</c:v>
                </c:pt>
                <c:pt idx="34611">
                  <c:v>75.89</c:v>
                </c:pt>
                <c:pt idx="34612">
                  <c:v>77.97</c:v>
                </c:pt>
                <c:pt idx="34613">
                  <c:v>77.97</c:v>
                </c:pt>
                <c:pt idx="34614">
                  <c:v>77.97</c:v>
                </c:pt>
                <c:pt idx="34615">
                  <c:v>103.96</c:v>
                </c:pt>
                <c:pt idx="34616">
                  <c:v>103.96</c:v>
                </c:pt>
                <c:pt idx="34617">
                  <c:v>77.97</c:v>
                </c:pt>
                <c:pt idx="34618">
                  <c:v>77.97</c:v>
                </c:pt>
                <c:pt idx="34619">
                  <c:v>77.97</c:v>
                </c:pt>
                <c:pt idx="34620">
                  <c:v>77.97</c:v>
                </c:pt>
                <c:pt idx="34621">
                  <c:v>66.53</c:v>
                </c:pt>
                <c:pt idx="34622">
                  <c:v>56.97</c:v>
                </c:pt>
                <c:pt idx="34623">
                  <c:v>77.97</c:v>
                </c:pt>
                <c:pt idx="34624">
                  <c:v>77.97</c:v>
                </c:pt>
                <c:pt idx="34625">
                  <c:v>67.97</c:v>
                </c:pt>
                <c:pt idx="34626">
                  <c:v>56.97</c:v>
                </c:pt>
                <c:pt idx="34627">
                  <c:v>65.33</c:v>
                </c:pt>
                <c:pt idx="34628">
                  <c:v>77.97</c:v>
                </c:pt>
                <c:pt idx="34629">
                  <c:v>77.97</c:v>
                </c:pt>
                <c:pt idx="34630">
                  <c:v>77.97</c:v>
                </c:pt>
                <c:pt idx="34631">
                  <c:v>51.98</c:v>
                </c:pt>
                <c:pt idx="34632">
                  <c:v>77.97</c:v>
                </c:pt>
                <c:pt idx="34633">
                  <c:v>77.97</c:v>
                </c:pt>
                <c:pt idx="34634">
                  <c:v>77.97</c:v>
                </c:pt>
                <c:pt idx="34635">
                  <c:v>51.98</c:v>
                </c:pt>
                <c:pt idx="34636">
                  <c:v>77.97</c:v>
                </c:pt>
                <c:pt idx="34637">
                  <c:v>59.96</c:v>
                </c:pt>
                <c:pt idx="34638">
                  <c:v>31.28</c:v>
                </c:pt>
                <c:pt idx="34639">
                  <c:v>99.93</c:v>
                </c:pt>
                <c:pt idx="34640">
                  <c:v>98.17</c:v>
                </c:pt>
                <c:pt idx="34641">
                  <c:v>64.98</c:v>
                </c:pt>
                <c:pt idx="34642">
                  <c:v>36.479999999999997</c:v>
                </c:pt>
                <c:pt idx="34643">
                  <c:v>36.479999999999997</c:v>
                </c:pt>
                <c:pt idx="34644">
                  <c:v>47.49</c:v>
                </c:pt>
                <c:pt idx="34645">
                  <c:v>64.98</c:v>
                </c:pt>
                <c:pt idx="34646">
                  <c:v>47.49</c:v>
                </c:pt>
                <c:pt idx="34647">
                  <c:v>64.98</c:v>
                </c:pt>
                <c:pt idx="34648">
                  <c:v>53.08</c:v>
                </c:pt>
                <c:pt idx="34649">
                  <c:v>53.08</c:v>
                </c:pt>
                <c:pt idx="34650">
                  <c:v>53.08</c:v>
                </c:pt>
                <c:pt idx="34651">
                  <c:v>36.479999999999997</c:v>
                </c:pt>
                <c:pt idx="34652">
                  <c:v>47.49</c:v>
                </c:pt>
                <c:pt idx="34653">
                  <c:v>11.49</c:v>
                </c:pt>
                <c:pt idx="34654">
                  <c:v>97.97</c:v>
                </c:pt>
                <c:pt idx="34655">
                  <c:v>97.96</c:v>
                </c:pt>
                <c:pt idx="34656">
                  <c:v>26.49</c:v>
                </c:pt>
                <c:pt idx="34657">
                  <c:v>62.98</c:v>
                </c:pt>
                <c:pt idx="34658">
                  <c:v>97.98</c:v>
                </c:pt>
                <c:pt idx="34659">
                  <c:v>97.98</c:v>
                </c:pt>
                <c:pt idx="34660">
                  <c:v>97.98</c:v>
                </c:pt>
                <c:pt idx="34661">
                  <c:v>97.97</c:v>
                </c:pt>
                <c:pt idx="34662">
                  <c:v>51.49</c:v>
                </c:pt>
                <c:pt idx="34663">
                  <c:v>-1.5</c:v>
                </c:pt>
                <c:pt idx="34664">
                  <c:v>20.49</c:v>
                </c:pt>
                <c:pt idx="34665">
                  <c:v>10.49</c:v>
                </c:pt>
                <c:pt idx="34666">
                  <c:v>131.97999999999999</c:v>
                </c:pt>
                <c:pt idx="34667">
                  <c:v>84.99</c:v>
                </c:pt>
                <c:pt idx="34668">
                  <c:v>131.97999999999999</c:v>
                </c:pt>
                <c:pt idx="34669">
                  <c:v>131.97999999999999</c:v>
                </c:pt>
                <c:pt idx="34670">
                  <c:v>84.99</c:v>
                </c:pt>
                <c:pt idx="34671">
                  <c:v>70.97</c:v>
                </c:pt>
                <c:pt idx="34672">
                  <c:v>92.58</c:v>
                </c:pt>
                <c:pt idx="34673">
                  <c:v>139.97</c:v>
                </c:pt>
                <c:pt idx="34674">
                  <c:v>73.989999999999995</c:v>
                </c:pt>
                <c:pt idx="34675">
                  <c:v>85.97</c:v>
                </c:pt>
                <c:pt idx="34676">
                  <c:v>84.99</c:v>
                </c:pt>
                <c:pt idx="34677">
                  <c:v>131.97999999999999</c:v>
                </c:pt>
                <c:pt idx="34678">
                  <c:v>40.229999999999997</c:v>
                </c:pt>
                <c:pt idx="34679">
                  <c:v>36.49</c:v>
                </c:pt>
                <c:pt idx="34680">
                  <c:v>80.959999999999994</c:v>
                </c:pt>
                <c:pt idx="34681">
                  <c:v>99.66</c:v>
                </c:pt>
                <c:pt idx="34682">
                  <c:v>47.15</c:v>
                </c:pt>
                <c:pt idx="34683">
                  <c:v>59.66</c:v>
                </c:pt>
                <c:pt idx="34684">
                  <c:v>31.28</c:v>
                </c:pt>
                <c:pt idx="34685">
                  <c:v>68.989999999999995</c:v>
                </c:pt>
                <c:pt idx="34686">
                  <c:v>84.99</c:v>
                </c:pt>
                <c:pt idx="34687">
                  <c:v>84.99</c:v>
                </c:pt>
                <c:pt idx="34688">
                  <c:v>78.989999999999995</c:v>
                </c:pt>
                <c:pt idx="34689">
                  <c:v>65.989999999999995</c:v>
                </c:pt>
                <c:pt idx="34690">
                  <c:v>77.989999999999995</c:v>
                </c:pt>
                <c:pt idx="34691">
                  <c:v>65.989999999999995</c:v>
                </c:pt>
                <c:pt idx="34692">
                  <c:v>84.99</c:v>
                </c:pt>
                <c:pt idx="34693">
                  <c:v>84.99</c:v>
                </c:pt>
                <c:pt idx="34694">
                  <c:v>84.99</c:v>
                </c:pt>
                <c:pt idx="34695">
                  <c:v>65.989999999999995</c:v>
                </c:pt>
                <c:pt idx="34696">
                  <c:v>84.99</c:v>
                </c:pt>
                <c:pt idx="34697">
                  <c:v>65.989999999999995</c:v>
                </c:pt>
                <c:pt idx="34698">
                  <c:v>84.99</c:v>
                </c:pt>
                <c:pt idx="34699">
                  <c:v>65.989999999999995</c:v>
                </c:pt>
                <c:pt idx="34700">
                  <c:v>84.99</c:v>
                </c:pt>
                <c:pt idx="34701">
                  <c:v>65.989999999999995</c:v>
                </c:pt>
                <c:pt idx="34702">
                  <c:v>84.99</c:v>
                </c:pt>
                <c:pt idx="34703">
                  <c:v>73.48</c:v>
                </c:pt>
                <c:pt idx="34704">
                  <c:v>169.98</c:v>
                </c:pt>
                <c:pt idx="34705">
                  <c:v>65.989999999999995</c:v>
                </c:pt>
                <c:pt idx="34706">
                  <c:v>169.98</c:v>
                </c:pt>
                <c:pt idx="34707">
                  <c:v>84.99</c:v>
                </c:pt>
                <c:pt idx="34708">
                  <c:v>84.99</c:v>
                </c:pt>
                <c:pt idx="34709">
                  <c:v>84.99</c:v>
                </c:pt>
                <c:pt idx="34710">
                  <c:v>169.98</c:v>
                </c:pt>
                <c:pt idx="34711">
                  <c:v>84.99</c:v>
                </c:pt>
                <c:pt idx="34712">
                  <c:v>50.97</c:v>
                </c:pt>
                <c:pt idx="34713">
                  <c:v>46.77</c:v>
                </c:pt>
                <c:pt idx="34714">
                  <c:v>50.97</c:v>
                </c:pt>
                <c:pt idx="34715">
                  <c:v>-50.97</c:v>
                </c:pt>
                <c:pt idx="34716">
                  <c:v>99.42</c:v>
                </c:pt>
                <c:pt idx="34717">
                  <c:v>106.97</c:v>
                </c:pt>
                <c:pt idx="34718">
                  <c:v>46.74</c:v>
                </c:pt>
                <c:pt idx="34719">
                  <c:v>36.49</c:v>
                </c:pt>
                <c:pt idx="34720">
                  <c:v>-10.9</c:v>
                </c:pt>
                <c:pt idx="34721">
                  <c:v>108.97</c:v>
                </c:pt>
                <c:pt idx="34722">
                  <c:v>35.99</c:v>
                </c:pt>
                <c:pt idx="34723">
                  <c:v>72.58</c:v>
                </c:pt>
                <c:pt idx="34724">
                  <c:v>49.48</c:v>
                </c:pt>
                <c:pt idx="34725">
                  <c:v>97.55</c:v>
                </c:pt>
                <c:pt idx="34726">
                  <c:v>189.44</c:v>
                </c:pt>
                <c:pt idx="34727">
                  <c:v>164.96</c:v>
                </c:pt>
                <c:pt idx="34728">
                  <c:v>84.99</c:v>
                </c:pt>
                <c:pt idx="34729">
                  <c:v>99.98</c:v>
                </c:pt>
                <c:pt idx="34730">
                  <c:v>108.97</c:v>
                </c:pt>
                <c:pt idx="34731">
                  <c:v>84.99</c:v>
                </c:pt>
                <c:pt idx="34732">
                  <c:v>99.98</c:v>
                </c:pt>
                <c:pt idx="34733">
                  <c:v>84.99</c:v>
                </c:pt>
                <c:pt idx="34734">
                  <c:v>102.97</c:v>
                </c:pt>
                <c:pt idx="34735">
                  <c:v>84.99</c:v>
                </c:pt>
                <c:pt idx="34736">
                  <c:v>84.99</c:v>
                </c:pt>
                <c:pt idx="34737">
                  <c:v>114.97</c:v>
                </c:pt>
                <c:pt idx="34738">
                  <c:v>84.99</c:v>
                </c:pt>
                <c:pt idx="34739">
                  <c:v>84.99</c:v>
                </c:pt>
                <c:pt idx="34740">
                  <c:v>123.97</c:v>
                </c:pt>
                <c:pt idx="34741">
                  <c:v>99.98</c:v>
                </c:pt>
                <c:pt idx="34742">
                  <c:v>64.98</c:v>
                </c:pt>
                <c:pt idx="34743">
                  <c:v>149.97</c:v>
                </c:pt>
                <c:pt idx="34744">
                  <c:v>114.97</c:v>
                </c:pt>
                <c:pt idx="34745">
                  <c:v>99.98</c:v>
                </c:pt>
                <c:pt idx="34746">
                  <c:v>98.37</c:v>
                </c:pt>
                <c:pt idx="34747">
                  <c:v>98.37</c:v>
                </c:pt>
                <c:pt idx="34748">
                  <c:v>107.67</c:v>
                </c:pt>
                <c:pt idx="34749">
                  <c:v>107.65</c:v>
                </c:pt>
                <c:pt idx="34750">
                  <c:v>99.96</c:v>
                </c:pt>
                <c:pt idx="34751">
                  <c:v>99.96</c:v>
                </c:pt>
                <c:pt idx="34752">
                  <c:v>99.95</c:v>
                </c:pt>
                <c:pt idx="34753">
                  <c:v>98.98</c:v>
                </c:pt>
                <c:pt idx="34754">
                  <c:v>98.98</c:v>
                </c:pt>
                <c:pt idx="34755">
                  <c:v>98.97</c:v>
                </c:pt>
                <c:pt idx="34756">
                  <c:v>20.94</c:v>
                </c:pt>
                <c:pt idx="34757">
                  <c:v>51.94</c:v>
                </c:pt>
                <c:pt idx="34758">
                  <c:v>98.96</c:v>
                </c:pt>
                <c:pt idx="34759">
                  <c:v>123.96</c:v>
                </c:pt>
                <c:pt idx="34760">
                  <c:v>78.739999999999995</c:v>
                </c:pt>
                <c:pt idx="34761">
                  <c:v>82.6</c:v>
                </c:pt>
                <c:pt idx="34762">
                  <c:v>84.99</c:v>
                </c:pt>
                <c:pt idx="34763">
                  <c:v>65.989999999999995</c:v>
                </c:pt>
                <c:pt idx="34764">
                  <c:v>123.96</c:v>
                </c:pt>
                <c:pt idx="34765">
                  <c:v>65.989999999999995</c:v>
                </c:pt>
                <c:pt idx="34766">
                  <c:v>123.96</c:v>
                </c:pt>
                <c:pt idx="34767">
                  <c:v>65.989999999999995</c:v>
                </c:pt>
                <c:pt idx="34768">
                  <c:v>65.989999999999995</c:v>
                </c:pt>
                <c:pt idx="34769">
                  <c:v>84.99</c:v>
                </c:pt>
                <c:pt idx="34770">
                  <c:v>68.989999999999995</c:v>
                </c:pt>
                <c:pt idx="34771">
                  <c:v>119.96</c:v>
                </c:pt>
                <c:pt idx="34772">
                  <c:v>59.47</c:v>
                </c:pt>
                <c:pt idx="34773">
                  <c:v>65.989999999999995</c:v>
                </c:pt>
                <c:pt idx="34774">
                  <c:v>89.97</c:v>
                </c:pt>
                <c:pt idx="34775">
                  <c:v>85.33</c:v>
                </c:pt>
                <c:pt idx="34776">
                  <c:v>168.86</c:v>
                </c:pt>
                <c:pt idx="34777">
                  <c:v>123.96</c:v>
                </c:pt>
                <c:pt idx="34778">
                  <c:v>84.99</c:v>
                </c:pt>
                <c:pt idx="34779">
                  <c:v>84.99</c:v>
                </c:pt>
                <c:pt idx="34780">
                  <c:v>64.900000000000006</c:v>
                </c:pt>
                <c:pt idx="34781">
                  <c:v>65.989999999999995</c:v>
                </c:pt>
                <c:pt idx="34782">
                  <c:v>36.49</c:v>
                </c:pt>
                <c:pt idx="34783">
                  <c:v>107.18</c:v>
                </c:pt>
                <c:pt idx="34784">
                  <c:v>90.98</c:v>
                </c:pt>
                <c:pt idx="34785">
                  <c:v>110.97</c:v>
                </c:pt>
                <c:pt idx="34786">
                  <c:v>78.540000000000006</c:v>
                </c:pt>
                <c:pt idx="34787">
                  <c:v>110.97</c:v>
                </c:pt>
                <c:pt idx="34788">
                  <c:v>156.97</c:v>
                </c:pt>
                <c:pt idx="34789">
                  <c:v>146.97</c:v>
                </c:pt>
                <c:pt idx="34790">
                  <c:v>176.96</c:v>
                </c:pt>
                <c:pt idx="34791">
                  <c:v>135.96</c:v>
                </c:pt>
                <c:pt idx="34792">
                  <c:v>96.98</c:v>
                </c:pt>
                <c:pt idx="34793">
                  <c:v>96.96</c:v>
                </c:pt>
                <c:pt idx="34794">
                  <c:v>56.97</c:v>
                </c:pt>
                <c:pt idx="34795">
                  <c:v>31.48</c:v>
                </c:pt>
                <c:pt idx="34796">
                  <c:v>106.16</c:v>
                </c:pt>
                <c:pt idx="34797">
                  <c:v>98.57</c:v>
                </c:pt>
                <c:pt idx="34798">
                  <c:v>20.29</c:v>
                </c:pt>
                <c:pt idx="34799">
                  <c:v>105.98</c:v>
                </c:pt>
                <c:pt idx="34800">
                  <c:v>105.96</c:v>
                </c:pt>
                <c:pt idx="34801">
                  <c:v>53.98</c:v>
                </c:pt>
                <c:pt idx="34802">
                  <c:v>101.99</c:v>
                </c:pt>
                <c:pt idx="34803">
                  <c:v>65.989999999999995</c:v>
                </c:pt>
                <c:pt idx="34804">
                  <c:v>99.97</c:v>
                </c:pt>
                <c:pt idx="34805">
                  <c:v>95.38</c:v>
                </c:pt>
                <c:pt idx="34806">
                  <c:v>127.98</c:v>
                </c:pt>
                <c:pt idx="34807">
                  <c:v>150.97</c:v>
                </c:pt>
                <c:pt idx="34808">
                  <c:v>65.989999999999995</c:v>
                </c:pt>
                <c:pt idx="34809">
                  <c:v>148.96</c:v>
                </c:pt>
                <c:pt idx="34810">
                  <c:v>144.97</c:v>
                </c:pt>
                <c:pt idx="34811">
                  <c:v>130.97999999999999</c:v>
                </c:pt>
                <c:pt idx="34812">
                  <c:v>131.97999999999999</c:v>
                </c:pt>
                <c:pt idx="34813">
                  <c:v>121.98</c:v>
                </c:pt>
                <c:pt idx="34814">
                  <c:v>105.98</c:v>
                </c:pt>
                <c:pt idx="34815">
                  <c:v>19.489999999999998</c:v>
                </c:pt>
                <c:pt idx="34816">
                  <c:v>45.88</c:v>
                </c:pt>
                <c:pt idx="34817">
                  <c:v>45.88</c:v>
                </c:pt>
                <c:pt idx="34818">
                  <c:v>79.180000000000007</c:v>
                </c:pt>
                <c:pt idx="34819">
                  <c:v>79.180000000000007</c:v>
                </c:pt>
                <c:pt idx="34820">
                  <c:v>45.19</c:v>
                </c:pt>
                <c:pt idx="34821">
                  <c:v>45.19</c:v>
                </c:pt>
                <c:pt idx="34822">
                  <c:v>45.19</c:v>
                </c:pt>
                <c:pt idx="34823">
                  <c:v>45.88</c:v>
                </c:pt>
                <c:pt idx="34824">
                  <c:v>79.180000000000007</c:v>
                </c:pt>
                <c:pt idx="34825">
                  <c:v>51.28</c:v>
                </c:pt>
                <c:pt idx="34826">
                  <c:v>51.28</c:v>
                </c:pt>
                <c:pt idx="34827">
                  <c:v>51.28</c:v>
                </c:pt>
                <c:pt idx="34828">
                  <c:v>38.229999999999997</c:v>
                </c:pt>
                <c:pt idx="34829">
                  <c:v>37.479999999999997</c:v>
                </c:pt>
                <c:pt idx="34830">
                  <c:v>97.98</c:v>
                </c:pt>
                <c:pt idx="34831">
                  <c:v>214.54</c:v>
                </c:pt>
                <c:pt idx="34832">
                  <c:v>84.99</c:v>
                </c:pt>
                <c:pt idx="34833">
                  <c:v>168.63</c:v>
                </c:pt>
                <c:pt idx="34834">
                  <c:v>169.98</c:v>
                </c:pt>
                <c:pt idx="34835">
                  <c:v>136.47999999999999</c:v>
                </c:pt>
                <c:pt idx="34836">
                  <c:v>171.97</c:v>
                </c:pt>
                <c:pt idx="34837">
                  <c:v>99.98</c:v>
                </c:pt>
                <c:pt idx="34838">
                  <c:v>131.04</c:v>
                </c:pt>
                <c:pt idx="34839">
                  <c:v>197.96</c:v>
                </c:pt>
                <c:pt idx="34840">
                  <c:v>158.96</c:v>
                </c:pt>
                <c:pt idx="34841">
                  <c:v>93.97</c:v>
                </c:pt>
                <c:pt idx="34842">
                  <c:v>97.98</c:v>
                </c:pt>
                <c:pt idx="34843">
                  <c:v>97.98</c:v>
                </c:pt>
                <c:pt idx="34844">
                  <c:v>97.98</c:v>
                </c:pt>
                <c:pt idx="34845">
                  <c:v>97.97</c:v>
                </c:pt>
                <c:pt idx="34846">
                  <c:v>34.29</c:v>
                </c:pt>
                <c:pt idx="34847">
                  <c:v>46.29</c:v>
                </c:pt>
                <c:pt idx="34848">
                  <c:v>55.98</c:v>
                </c:pt>
                <c:pt idx="34849">
                  <c:v>33.28</c:v>
                </c:pt>
                <c:pt idx="34850">
                  <c:v>97.95</c:v>
                </c:pt>
                <c:pt idx="34851">
                  <c:v>169.98</c:v>
                </c:pt>
                <c:pt idx="34852">
                  <c:v>169.98</c:v>
                </c:pt>
                <c:pt idx="34853">
                  <c:v>169.98</c:v>
                </c:pt>
                <c:pt idx="34854">
                  <c:v>131.97999999999999</c:v>
                </c:pt>
                <c:pt idx="34855">
                  <c:v>183.94</c:v>
                </c:pt>
                <c:pt idx="34856">
                  <c:v>86.95</c:v>
                </c:pt>
                <c:pt idx="34857">
                  <c:v>169.98</c:v>
                </c:pt>
                <c:pt idx="34858">
                  <c:v>208.95</c:v>
                </c:pt>
                <c:pt idx="34859">
                  <c:v>164.49</c:v>
                </c:pt>
                <c:pt idx="34860">
                  <c:v>169.98</c:v>
                </c:pt>
                <c:pt idx="34861">
                  <c:v>169.98</c:v>
                </c:pt>
                <c:pt idx="34862">
                  <c:v>134.58000000000001</c:v>
                </c:pt>
                <c:pt idx="34863">
                  <c:v>164.75</c:v>
                </c:pt>
                <c:pt idx="34864">
                  <c:v>119.94</c:v>
                </c:pt>
                <c:pt idx="34865">
                  <c:v>169.98</c:v>
                </c:pt>
                <c:pt idx="34866">
                  <c:v>31.28</c:v>
                </c:pt>
                <c:pt idx="34867">
                  <c:v>57.98</c:v>
                </c:pt>
                <c:pt idx="34868">
                  <c:v>31.44</c:v>
                </c:pt>
                <c:pt idx="34869">
                  <c:v>65.3</c:v>
                </c:pt>
                <c:pt idx="34870">
                  <c:v>97.86</c:v>
                </c:pt>
                <c:pt idx="34871">
                  <c:v>97.86</c:v>
                </c:pt>
                <c:pt idx="34872">
                  <c:v>97.86</c:v>
                </c:pt>
                <c:pt idx="34873">
                  <c:v>453.04</c:v>
                </c:pt>
                <c:pt idx="34874">
                  <c:v>731.88</c:v>
                </c:pt>
                <c:pt idx="34875">
                  <c:v>37.47</c:v>
                </c:pt>
                <c:pt idx="34876">
                  <c:v>49.59</c:v>
                </c:pt>
                <c:pt idx="34877">
                  <c:v>96.95</c:v>
                </c:pt>
                <c:pt idx="34878">
                  <c:v>95.96</c:v>
                </c:pt>
                <c:pt idx="34879">
                  <c:v>-76.489999999999995</c:v>
                </c:pt>
                <c:pt idx="34880">
                  <c:v>139.96</c:v>
                </c:pt>
                <c:pt idx="34881">
                  <c:v>112.18</c:v>
                </c:pt>
                <c:pt idx="34882">
                  <c:v>131.97999999999999</c:v>
                </c:pt>
                <c:pt idx="34883">
                  <c:v>76.489999999999995</c:v>
                </c:pt>
                <c:pt idx="34884">
                  <c:v>172.97</c:v>
                </c:pt>
                <c:pt idx="34885">
                  <c:v>169.98</c:v>
                </c:pt>
                <c:pt idx="34886">
                  <c:v>84.99</c:v>
                </c:pt>
                <c:pt idx="34887">
                  <c:v>149.97</c:v>
                </c:pt>
                <c:pt idx="34888">
                  <c:v>84.99</c:v>
                </c:pt>
                <c:pt idx="34889">
                  <c:v>70.2</c:v>
                </c:pt>
                <c:pt idx="34890">
                  <c:v>95.98</c:v>
                </c:pt>
                <c:pt idx="34891">
                  <c:v>87.48</c:v>
                </c:pt>
                <c:pt idx="34892">
                  <c:v>95.96</c:v>
                </c:pt>
                <c:pt idx="34893">
                  <c:v>69.989999999999995</c:v>
                </c:pt>
                <c:pt idx="34894">
                  <c:v>17.489999999999998</c:v>
                </c:pt>
                <c:pt idx="34895">
                  <c:v>20.49</c:v>
                </c:pt>
                <c:pt idx="34896">
                  <c:v>20.49</c:v>
                </c:pt>
                <c:pt idx="34897">
                  <c:v>29.49</c:v>
                </c:pt>
                <c:pt idx="34898">
                  <c:v>17.489999999999998</c:v>
                </c:pt>
                <c:pt idx="34899">
                  <c:v>29.48</c:v>
                </c:pt>
                <c:pt idx="34900">
                  <c:v>57.96</c:v>
                </c:pt>
                <c:pt idx="34901">
                  <c:v>95.96</c:v>
                </c:pt>
                <c:pt idx="34902">
                  <c:v>95.94</c:v>
                </c:pt>
                <c:pt idx="34903">
                  <c:v>39.479999999999997</c:v>
                </c:pt>
                <c:pt idx="34904">
                  <c:v>39.479999999999997</c:v>
                </c:pt>
                <c:pt idx="34905">
                  <c:v>134.97999999999999</c:v>
                </c:pt>
                <c:pt idx="34906">
                  <c:v>159.76</c:v>
                </c:pt>
                <c:pt idx="34907">
                  <c:v>68.52</c:v>
                </c:pt>
                <c:pt idx="34908">
                  <c:v>89.98</c:v>
                </c:pt>
                <c:pt idx="34909">
                  <c:v>152.97999999999999</c:v>
                </c:pt>
                <c:pt idx="34910">
                  <c:v>-18.989999999999998</c:v>
                </c:pt>
                <c:pt idx="34911">
                  <c:v>59.98</c:v>
                </c:pt>
                <c:pt idx="34912">
                  <c:v>70.989999999999995</c:v>
                </c:pt>
                <c:pt idx="34913">
                  <c:v>118.78</c:v>
                </c:pt>
                <c:pt idx="34914">
                  <c:v>115.98</c:v>
                </c:pt>
                <c:pt idx="34915">
                  <c:v>105.97</c:v>
                </c:pt>
                <c:pt idx="34916">
                  <c:v>119.98</c:v>
                </c:pt>
                <c:pt idx="34917">
                  <c:v>65.989999999999995</c:v>
                </c:pt>
                <c:pt idx="34918">
                  <c:v>65.989999999999995</c:v>
                </c:pt>
                <c:pt idx="34919">
                  <c:v>68.989999999999995</c:v>
                </c:pt>
                <c:pt idx="34920">
                  <c:v>63.93</c:v>
                </c:pt>
                <c:pt idx="34921">
                  <c:v>105.98</c:v>
                </c:pt>
                <c:pt idx="34922">
                  <c:v>91.98</c:v>
                </c:pt>
                <c:pt idx="34923">
                  <c:v>105.98</c:v>
                </c:pt>
                <c:pt idx="34924">
                  <c:v>85.98</c:v>
                </c:pt>
                <c:pt idx="34925">
                  <c:v>131.97999999999999</c:v>
                </c:pt>
                <c:pt idx="34926">
                  <c:v>190.97</c:v>
                </c:pt>
                <c:pt idx="34927">
                  <c:v>69.989999999999995</c:v>
                </c:pt>
                <c:pt idx="34928">
                  <c:v>114.97</c:v>
                </c:pt>
                <c:pt idx="34929">
                  <c:v>104.97</c:v>
                </c:pt>
                <c:pt idx="34930">
                  <c:v>131.97999999999999</c:v>
                </c:pt>
                <c:pt idx="34931">
                  <c:v>159.94999999999999</c:v>
                </c:pt>
                <c:pt idx="34932">
                  <c:v>131.97999999999999</c:v>
                </c:pt>
                <c:pt idx="34933">
                  <c:v>105.58</c:v>
                </c:pt>
                <c:pt idx="34934">
                  <c:v>121.98</c:v>
                </c:pt>
                <c:pt idx="34935">
                  <c:v>44.99</c:v>
                </c:pt>
                <c:pt idx="34936">
                  <c:v>145.97</c:v>
                </c:pt>
                <c:pt idx="34937">
                  <c:v>131.97999999999999</c:v>
                </c:pt>
                <c:pt idx="34938">
                  <c:v>105.84</c:v>
                </c:pt>
                <c:pt idx="34939">
                  <c:v>25.49</c:v>
                </c:pt>
                <c:pt idx="34940">
                  <c:v>43.99</c:v>
                </c:pt>
                <c:pt idx="34941">
                  <c:v>49.88</c:v>
                </c:pt>
                <c:pt idx="34942">
                  <c:v>41.94</c:v>
                </c:pt>
                <c:pt idx="34943">
                  <c:v>42.5</c:v>
                </c:pt>
                <c:pt idx="34944">
                  <c:v>58.02</c:v>
                </c:pt>
                <c:pt idx="34945">
                  <c:v>76.87</c:v>
                </c:pt>
                <c:pt idx="34946">
                  <c:v>31.23</c:v>
                </c:pt>
                <c:pt idx="34947">
                  <c:v>51.98</c:v>
                </c:pt>
                <c:pt idx="34948">
                  <c:v>51.98</c:v>
                </c:pt>
                <c:pt idx="34949">
                  <c:v>31.23</c:v>
                </c:pt>
                <c:pt idx="34950">
                  <c:v>76.87</c:v>
                </c:pt>
                <c:pt idx="34951">
                  <c:v>112.97</c:v>
                </c:pt>
                <c:pt idx="34952">
                  <c:v>126.17</c:v>
                </c:pt>
                <c:pt idx="34953">
                  <c:v>131.97999999999999</c:v>
                </c:pt>
                <c:pt idx="34954">
                  <c:v>183.97</c:v>
                </c:pt>
                <c:pt idx="34955">
                  <c:v>89.98</c:v>
                </c:pt>
                <c:pt idx="34956">
                  <c:v>112.97</c:v>
                </c:pt>
                <c:pt idx="34957">
                  <c:v>104.97</c:v>
                </c:pt>
                <c:pt idx="34958">
                  <c:v>80.98</c:v>
                </c:pt>
                <c:pt idx="34959">
                  <c:v>53.96</c:v>
                </c:pt>
                <c:pt idx="34960">
                  <c:v>84.99</c:v>
                </c:pt>
                <c:pt idx="34961">
                  <c:v>137.94</c:v>
                </c:pt>
                <c:pt idx="34962">
                  <c:v>84.13</c:v>
                </c:pt>
                <c:pt idx="34963">
                  <c:v>159.97999999999999</c:v>
                </c:pt>
                <c:pt idx="34964">
                  <c:v>122.15</c:v>
                </c:pt>
                <c:pt idx="34965">
                  <c:v>105.6</c:v>
                </c:pt>
                <c:pt idx="34966">
                  <c:v>97.16</c:v>
                </c:pt>
                <c:pt idx="34967">
                  <c:v>97.16</c:v>
                </c:pt>
                <c:pt idx="34968">
                  <c:v>68.930000000000007</c:v>
                </c:pt>
                <c:pt idx="34969">
                  <c:v>37.979999999999997</c:v>
                </c:pt>
                <c:pt idx="34970">
                  <c:v>50.98</c:v>
                </c:pt>
                <c:pt idx="34971">
                  <c:v>59.99</c:v>
                </c:pt>
                <c:pt idx="34972">
                  <c:v>41.29</c:v>
                </c:pt>
                <c:pt idx="34973">
                  <c:v>112.57</c:v>
                </c:pt>
                <c:pt idx="34974">
                  <c:v>53.96</c:v>
                </c:pt>
                <c:pt idx="34975">
                  <c:v>41.29</c:v>
                </c:pt>
                <c:pt idx="34976">
                  <c:v>51.48</c:v>
                </c:pt>
                <c:pt idx="34977">
                  <c:v>59.99</c:v>
                </c:pt>
                <c:pt idx="34978">
                  <c:v>51.48</c:v>
                </c:pt>
                <c:pt idx="34979">
                  <c:v>41.29</c:v>
                </c:pt>
                <c:pt idx="34980">
                  <c:v>63.98</c:v>
                </c:pt>
                <c:pt idx="34981">
                  <c:v>51.48</c:v>
                </c:pt>
                <c:pt idx="34982">
                  <c:v>51.48</c:v>
                </c:pt>
                <c:pt idx="34983">
                  <c:v>55.27</c:v>
                </c:pt>
                <c:pt idx="34984">
                  <c:v>52.97</c:v>
                </c:pt>
                <c:pt idx="34985">
                  <c:v>62.46</c:v>
                </c:pt>
                <c:pt idx="34986">
                  <c:v>50.98</c:v>
                </c:pt>
                <c:pt idx="34987">
                  <c:v>51.97</c:v>
                </c:pt>
                <c:pt idx="34988">
                  <c:v>53.98</c:v>
                </c:pt>
                <c:pt idx="34989">
                  <c:v>59.99</c:v>
                </c:pt>
                <c:pt idx="34990">
                  <c:v>51.48</c:v>
                </c:pt>
                <c:pt idx="34991">
                  <c:v>51.48</c:v>
                </c:pt>
                <c:pt idx="34992">
                  <c:v>63.98</c:v>
                </c:pt>
                <c:pt idx="34993">
                  <c:v>51.98</c:v>
                </c:pt>
                <c:pt idx="34994">
                  <c:v>49.48</c:v>
                </c:pt>
                <c:pt idx="34995">
                  <c:v>24.99</c:v>
                </c:pt>
                <c:pt idx="34996">
                  <c:v>74.98</c:v>
                </c:pt>
                <c:pt idx="34997">
                  <c:v>42.99</c:v>
                </c:pt>
                <c:pt idx="34998">
                  <c:v>45.24</c:v>
                </c:pt>
                <c:pt idx="34999">
                  <c:v>96.18</c:v>
                </c:pt>
                <c:pt idx="35000">
                  <c:v>96.98</c:v>
                </c:pt>
                <c:pt idx="35001">
                  <c:v>96.97</c:v>
                </c:pt>
                <c:pt idx="35002">
                  <c:v>96.97</c:v>
                </c:pt>
                <c:pt idx="35003">
                  <c:v>102.97</c:v>
                </c:pt>
                <c:pt idx="35004">
                  <c:v>81.88</c:v>
                </c:pt>
                <c:pt idx="35005">
                  <c:v>159.97</c:v>
                </c:pt>
                <c:pt idx="35006">
                  <c:v>50.48</c:v>
                </c:pt>
                <c:pt idx="35007">
                  <c:v>105.98</c:v>
                </c:pt>
                <c:pt idx="35008">
                  <c:v>169.98</c:v>
                </c:pt>
                <c:pt idx="35009">
                  <c:v>145.97</c:v>
                </c:pt>
                <c:pt idx="35010">
                  <c:v>96.97</c:v>
                </c:pt>
                <c:pt idx="35011">
                  <c:v>105.23</c:v>
                </c:pt>
                <c:pt idx="35012">
                  <c:v>96.97</c:v>
                </c:pt>
                <c:pt idx="35013">
                  <c:v>37.93</c:v>
                </c:pt>
                <c:pt idx="35014">
                  <c:v>16.79</c:v>
                </c:pt>
                <c:pt idx="35015">
                  <c:v>69.989999999999995</c:v>
                </c:pt>
                <c:pt idx="35016">
                  <c:v>9.66</c:v>
                </c:pt>
                <c:pt idx="35017">
                  <c:v>85.75</c:v>
                </c:pt>
                <c:pt idx="35018">
                  <c:v>94.98</c:v>
                </c:pt>
                <c:pt idx="35019">
                  <c:v>94.97</c:v>
                </c:pt>
                <c:pt idx="35020">
                  <c:v>94.97</c:v>
                </c:pt>
                <c:pt idx="35021">
                  <c:v>94.97</c:v>
                </c:pt>
                <c:pt idx="35022">
                  <c:v>94.98</c:v>
                </c:pt>
                <c:pt idx="35023">
                  <c:v>94.98</c:v>
                </c:pt>
                <c:pt idx="35024">
                  <c:v>129.97999999999999</c:v>
                </c:pt>
                <c:pt idx="35025">
                  <c:v>76.489999999999995</c:v>
                </c:pt>
                <c:pt idx="35026">
                  <c:v>117.98</c:v>
                </c:pt>
                <c:pt idx="35027">
                  <c:v>169.98</c:v>
                </c:pt>
                <c:pt idx="35028">
                  <c:v>49.98</c:v>
                </c:pt>
                <c:pt idx="35029">
                  <c:v>149.97999999999999</c:v>
                </c:pt>
                <c:pt idx="35030">
                  <c:v>208.96</c:v>
                </c:pt>
                <c:pt idx="35031">
                  <c:v>45.98</c:v>
                </c:pt>
                <c:pt idx="35032">
                  <c:v>111.97</c:v>
                </c:pt>
                <c:pt idx="35033">
                  <c:v>169.97</c:v>
                </c:pt>
                <c:pt idx="35034">
                  <c:v>104.97</c:v>
                </c:pt>
                <c:pt idx="35035">
                  <c:v>114.98</c:v>
                </c:pt>
                <c:pt idx="35036">
                  <c:v>169.97</c:v>
                </c:pt>
                <c:pt idx="35037">
                  <c:v>99.98</c:v>
                </c:pt>
                <c:pt idx="35038">
                  <c:v>159.96</c:v>
                </c:pt>
                <c:pt idx="35039">
                  <c:v>104.36</c:v>
                </c:pt>
                <c:pt idx="35040">
                  <c:v>64.989999999999995</c:v>
                </c:pt>
                <c:pt idx="35041">
                  <c:v>127.98</c:v>
                </c:pt>
                <c:pt idx="35042">
                  <c:v>99.98</c:v>
                </c:pt>
                <c:pt idx="35043">
                  <c:v>49.99</c:v>
                </c:pt>
                <c:pt idx="35044">
                  <c:v>94.98</c:v>
                </c:pt>
                <c:pt idx="35045">
                  <c:v>94.98</c:v>
                </c:pt>
                <c:pt idx="35046">
                  <c:v>86.48</c:v>
                </c:pt>
                <c:pt idx="35047">
                  <c:v>94.96</c:v>
                </c:pt>
                <c:pt idx="35048">
                  <c:v>20.49</c:v>
                </c:pt>
                <c:pt idx="35049">
                  <c:v>22.49</c:v>
                </c:pt>
                <c:pt idx="35050">
                  <c:v>94.95</c:v>
                </c:pt>
                <c:pt idx="35051">
                  <c:v>77.97</c:v>
                </c:pt>
                <c:pt idx="35052">
                  <c:v>94.97</c:v>
                </c:pt>
                <c:pt idx="35053">
                  <c:v>184.97</c:v>
                </c:pt>
                <c:pt idx="35054">
                  <c:v>84.98</c:v>
                </c:pt>
                <c:pt idx="35055">
                  <c:v>169.98</c:v>
                </c:pt>
                <c:pt idx="35056">
                  <c:v>177.61</c:v>
                </c:pt>
                <c:pt idx="35057">
                  <c:v>169.98</c:v>
                </c:pt>
                <c:pt idx="35058">
                  <c:v>197.97</c:v>
                </c:pt>
                <c:pt idx="35059">
                  <c:v>103.98</c:v>
                </c:pt>
                <c:pt idx="35060">
                  <c:v>31.49</c:v>
                </c:pt>
                <c:pt idx="35061">
                  <c:v>54.98</c:v>
                </c:pt>
                <c:pt idx="35062">
                  <c:v>86.47</c:v>
                </c:pt>
                <c:pt idx="35063">
                  <c:v>26.49</c:v>
                </c:pt>
                <c:pt idx="35064">
                  <c:v>59.98</c:v>
                </c:pt>
                <c:pt idx="35065">
                  <c:v>94.95</c:v>
                </c:pt>
                <c:pt idx="35066">
                  <c:v>31.48</c:v>
                </c:pt>
                <c:pt idx="35067">
                  <c:v>26.49</c:v>
                </c:pt>
                <c:pt idx="35068">
                  <c:v>51.48</c:v>
                </c:pt>
                <c:pt idx="35069">
                  <c:v>119.97</c:v>
                </c:pt>
                <c:pt idx="35070">
                  <c:v>134.97999999999999</c:v>
                </c:pt>
                <c:pt idx="35071">
                  <c:v>168.95</c:v>
                </c:pt>
                <c:pt idx="35072">
                  <c:v>127.96</c:v>
                </c:pt>
                <c:pt idx="35073">
                  <c:v>136.80000000000001</c:v>
                </c:pt>
                <c:pt idx="35074">
                  <c:v>208.18</c:v>
                </c:pt>
                <c:pt idx="35075">
                  <c:v>119.97</c:v>
                </c:pt>
                <c:pt idx="35076">
                  <c:v>134.07</c:v>
                </c:pt>
                <c:pt idx="35077">
                  <c:v>29.48</c:v>
                </c:pt>
                <c:pt idx="35078">
                  <c:v>210.87</c:v>
                </c:pt>
                <c:pt idx="35079">
                  <c:v>148.97</c:v>
                </c:pt>
                <c:pt idx="35080">
                  <c:v>283.89999999999998</c:v>
                </c:pt>
                <c:pt idx="35081">
                  <c:v>148.87</c:v>
                </c:pt>
                <c:pt idx="35082">
                  <c:v>213.92</c:v>
                </c:pt>
                <c:pt idx="35083">
                  <c:v>143.96</c:v>
                </c:pt>
                <c:pt idx="35084">
                  <c:v>94.95</c:v>
                </c:pt>
                <c:pt idx="35085">
                  <c:v>103.97</c:v>
                </c:pt>
                <c:pt idx="35086">
                  <c:v>103.96</c:v>
                </c:pt>
                <c:pt idx="35087">
                  <c:v>31.48</c:v>
                </c:pt>
                <c:pt idx="35088">
                  <c:v>46.47</c:v>
                </c:pt>
                <c:pt idx="35089">
                  <c:v>18.23</c:v>
                </c:pt>
                <c:pt idx="35090">
                  <c:v>27.48</c:v>
                </c:pt>
                <c:pt idx="35091">
                  <c:v>40.17</c:v>
                </c:pt>
                <c:pt idx="35092">
                  <c:v>39.479999999999997</c:v>
                </c:pt>
                <c:pt idx="35093">
                  <c:v>62.09</c:v>
                </c:pt>
                <c:pt idx="35094">
                  <c:v>124.2</c:v>
                </c:pt>
                <c:pt idx="35095">
                  <c:v>99.98</c:v>
                </c:pt>
                <c:pt idx="35096">
                  <c:v>253.95</c:v>
                </c:pt>
                <c:pt idx="35097">
                  <c:v>79.98</c:v>
                </c:pt>
                <c:pt idx="35098">
                  <c:v>134.97999999999999</c:v>
                </c:pt>
                <c:pt idx="35099">
                  <c:v>184.97</c:v>
                </c:pt>
                <c:pt idx="35100">
                  <c:v>257.64999999999998</c:v>
                </c:pt>
                <c:pt idx="35101">
                  <c:v>129.97</c:v>
                </c:pt>
                <c:pt idx="35102">
                  <c:v>134.97999999999999</c:v>
                </c:pt>
                <c:pt idx="35103">
                  <c:v>127.98</c:v>
                </c:pt>
                <c:pt idx="35104">
                  <c:v>99.98</c:v>
                </c:pt>
                <c:pt idx="35105">
                  <c:v>105.98</c:v>
                </c:pt>
                <c:pt idx="35106">
                  <c:v>130.97999999999999</c:v>
                </c:pt>
                <c:pt idx="35107">
                  <c:v>169.98</c:v>
                </c:pt>
                <c:pt idx="35108">
                  <c:v>97.16</c:v>
                </c:pt>
                <c:pt idx="35109">
                  <c:v>20.49</c:v>
                </c:pt>
                <c:pt idx="35110">
                  <c:v>16.489999999999998</c:v>
                </c:pt>
                <c:pt idx="35111">
                  <c:v>22.29</c:v>
                </c:pt>
                <c:pt idx="35112">
                  <c:v>52.49</c:v>
                </c:pt>
                <c:pt idx="35113">
                  <c:v>94.57</c:v>
                </c:pt>
                <c:pt idx="35114">
                  <c:v>68.36</c:v>
                </c:pt>
                <c:pt idx="35115">
                  <c:v>95.37</c:v>
                </c:pt>
                <c:pt idx="35116">
                  <c:v>95.37</c:v>
                </c:pt>
                <c:pt idx="35117">
                  <c:v>68.36</c:v>
                </c:pt>
                <c:pt idx="35118">
                  <c:v>47.22</c:v>
                </c:pt>
                <c:pt idx="35119">
                  <c:v>136.97</c:v>
                </c:pt>
                <c:pt idx="35120">
                  <c:v>46.47</c:v>
                </c:pt>
                <c:pt idx="35121">
                  <c:v>121.98</c:v>
                </c:pt>
                <c:pt idx="35122">
                  <c:v>105.27</c:v>
                </c:pt>
                <c:pt idx="35123">
                  <c:v>121.98</c:v>
                </c:pt>
                <c:pt idx="35124">
                  <c:v>136.97</c:v>
                </c:pt>
                <c:pt idx="35125">
                  <c:v>121.98</c:v>
                </c:pt>
                <c:pt idx="35126">
                  <c:v>26.48</c:v>
                </c:pt>
                <c:pt idx="35127">
                  <c:v>111.98</c:v>
                </c:pt>
                <c:pt idx="35128">
                  <c:v>16.489999999999998</c:v>
                </c:pt>
                <c:pt idx="35129">
                  <c:v>54.99</c:v>
                </c:pt>
                <c:pt idx="35130">
                  <c:v>121.98</c:v>
                </c:pt>
                <c:pt idx="35131">
                  <c:v>60.99</c:v>
                </c:pt>
                <c:pt idx="35132">
                  <c:v>94.48</c:v>
                </c:pt>
                <c:pt idx="35133">
                  <c:v>94.48</c:v>
                </c:pt>
                <c:pt idx="35134">
                  <c:v>26.98</c:v>
                </c:pt>
                <c:pt idx="35135">
                  <c:v>58.97</c:v>
                </c:pt>
                <c:pt idx="35136">
                  <c:v>34.39</c:v>
                </c:pt>
                <c:pt idx="35137">
                  <c:v>59.98</c:v>
                </c:pt>
                <c:pt idx="35138">
                  <c:v>95.17</c:v>
                </c:pt>
                <c:pt idx="35139">
                  <c:v>95.98</c:v>
                </c:pt>
                <c:pt idx="35140">
                  <c:v>94.27</c:v>
                </c:pt>
                <c:pt idx="35141">
                  <c:v>185.07</c:v>
                </c:pt>
                <c:pt idx="35142">
                  <c:v>239.54</c:v>
                </c:pt>
                <c:pt idx="35143">
                  <c:v>489.95</c:v>
                </c:pt>
                <c:pt idx="35144">
                  <c:v>20.49</c:v>
                </c:pt>
                <c:pt idx="35145">
                  <c:v>104.04</c:v>
                </c:pt>
                <c:pt idx="35146">
                  <c:v>104.04</c:v>
                </c:pt>
                <c:pt idx="35147">
                  <c:v>94.98</c:v>
                </c:pt>
                <c:pt idx="35148">
                  <c:v>94.98</c:v>
                </c:pt>
                <c:pt idx="35149">
                  <c:v>94.97</c:v>
                </c:pt>
                <c:pt idx="35150">
                  <c:v>94.96</c:v>
                </c:pt>
                <c:pt idx="35151">
                  <c:v>84.99</c:v>
                </c:pt>
                <c:pt idx="35152">
                  <c:v>118.78</c:v>
                </c:pt>
                <c:pt idx="35153">
                  <c:v>169.98</c:v>
                </c:pt>
                <c:pt idx="35154">
                  <c:v>169.98</c:v>
                </c:pt>
                <c:pt idx="35155">
                  <c:v>84.99</c:v>
                </c:pt>
                <c:pt idx="35156">
                  <c:v>169.98</c:v>
                </c:pt>
                <c:pt idx="35157">
                  <c:v>30.27</c:v>
                </c:pt>
                <c:pt idx="35158">
                  <c:v>99.98</c:v>
                </c:pt>
                <c:pt idx="35159">
                  <c:v>184.97</c:v>
                </c:pt>
                <c:pt idx="35160">
                  <c:v>65.989999999999995</c:v>
                </c:pt>
                <c:pt idx="35161">
                  <c:v>136.97</c:v>
                </c:pt>
                <c:pt idx="35162">
                  <c:v>137.97999999999999</c:v>
                </c:pt>
                <c:pt idx="35163">
                  <c:v>84.99</c:v>
                </c:pt>
                <c:pt idx="35164">
                  <c:v>175.96</c:v>
                </c:pt>
                <c:pt idx="35165">
                  <c:v>99.98</c:v>
                </c:pt>
                <c:pt idx="35166">
                  <c:v>131.97999999999999</c:v>
                </c:pt>
                <c:pt idx="35167">
                  <c:v>-94.95</c:v>
                </c:pt>
                <c:pt idx="35168">
                  <c:v>94.95</c:v>
                </c:pt>
                <c:pt idx="35169">
                  <c:v>94.95</c:v>
                </c:pt>
                <c:pt idx="35170">
                  <c:v>46.49</c:v>
                </c:pt>
                <c:pt idx="35171">
                  <c:v>44.99</c:v>
                </c:pt>
                <c:pt idx="35172">
                  <c:v>82.07</c:v>
                </c:pt>
                <c:pt idx="35173">
                  <c:v>102.96</c:v>
                </c:pt>
                <c:pt idx="35174">
                  <c:v>93.97</c:v>
                </c:pt>
                <c:pt idx="35175">
                  <c:v>59.98</c:v>
                </c:pt>
                <c:pt idx="35176">
                  <c:v>25.49</c:v>
                </c:pt>
                <c:pt idx="35177">
                  <c:v>93.96</c:v>
                </c:pt>
                <c:pt idx="35178">
                  <c:v>93.98</c:v>
                </c:pt>
                <c:pt idx="35179">
                  <c:v>73.98</c:v>
                </c:pt>
                <c:pt idx="35180">
                  <c:v>11.49</c:v>
                </c:pt>
                <c:pt idx="35181">
                  <c:v>42.33</c:v>
                </c:pt>
                <c:pt idx="35182">
                  <c:v>42.33</c:v>
                </c:pt>
                <c:pt idx="35183">
                  <c:v>38.700000000000003</c:v>
                </c:pt>
                <c:pt idx="35184">
                  <c:v>45.96</c:v>
                </c:pt>
                <c:pt idx="35185">
                  <c:v>93.97</c:v>
                </c:pt>
                <c:pt idx="35186">
                  <c:v>38.47</c:v>
                </c:pt>
                <c:pt idx="35187">
                  <c:v>38.47</c:v>
                </c:pt>
                <c:pt idx="35188">
                  <c:v>86.78</c:v>
                </c:pt>
                <c:pt idx="35189">
                  <c:v>93.75</c:v>
                </c:pt>
                <c:pt idx="35190">
                  <c:v>31.24</c:v>
                </c:pt>
                <c:pt idx="35191">
                  <c:v>53.98</c:v>
                </c:pt>
                <c:pt idx="35192">
                  <c:v>159.96</c:v>
                </c:pt>
                <c:pt idx="35193">
                  <c:v>119.96</c:v>
                </c:pt>
                <c:pt idx="35194">
                  <c:v>177.97</c:v>
                </c:pt>
                <c:pt idx="35195">
                  <c:v>215.95</c:v>
                </c:pt>
                <c:pt idx="35196">
                  <c:v>135</c:v>
                </c:pt>
                <c:pt idx="35197">
                  <c:v>295.93</c:v>
                </c:pt>
                <c:pt idx="35198">
                  <c:v>185.4</c:v>
                </c:pt>
                <c:pt idx="35199">
                  <c:v>250.95</c:v>
                </c:pt>
                <c:pt idx="35200">
                  <c:v>229.96</c:v>
                </c:pt>
                <c:pt idx="35201">
                  <c:v>94.47</c:v>
                </c:pt>
                <c:pt idx="35202">
                  <c:v>85.17</c:v>
                </c:pt>
                <c:pt idx="35203">
                  <c:v>94.47</c:v>
                </c:pt>
                <c:pt idx="35204">
                  <c:v>93.57</c:v>
                </c:pt>
                <c:pt idx="35205">
                  <c:v>85.97</c:v>
                </c:pt>
                <c:pt idx="35206">
                  <c:v>169.98</c:v>
                </c:pt>
                <c:pt idx="35207">
                  <c:v>215.41</c:v>
                </c:pt>
                <c:pt idx="35208">
                  <c:v>164.74</c:v>
                </c:pt>
                <c:pt idx="35209">
                  <c:v>182.27</c:v>
                </c:pt>
                <c:pt idx="35210">
                  <c:v>131.97999999999999</c:v>
                </c:pt>
                <c:pt idx="35211">
                  <c:v>169.98</c:v>
                </c:pt>
                <c:pt idx="35212">
                  <c:v>129.79</c:v>
                </c:pt>
                <c:pt idx="35213">
                  <c:v>169.98</c:v>
                </c:pt>
                <c:pt idx="35214">
                  <c:v>169.98</c:v>
                </c:pt>
                <c:pt idx="35215">
                  <c:v>164.77</c:v>
                </c:pt>
                <c:pt idx="35216">
                  <c:v>169.98</c:v>
                </c:pt>
                <c:pt idx="35217">
                  <c:v>112.18</c:v>
                </c:pt>
                <c:pt idx="35218">
                  <c:v>93.47</c:v>
                </c:pt>
                <c:pt idx="35219">
                  <c:v>95.92</c:v>
                </c:pt>
                <c:pt idx="35220">
                  <c:v>22.97</c:v>
                </c:pt>
                <c:pt idx="35221">
                  <c:v>94.98</c:v>
                </c:pt>
                <c:pt idx="35222">
                  <c:v>86.29</c:v>
                </c:pt>
                <c:pt idx="35223">
                  <c:v>51.49</c:v>
                </c:pt>
                <c:pt idx="35224">
                  <c:v>51.49</c:v>
                </c:pt>
                <c:pt idx="35225">
                  <c:v>59.98</c:v>
                </c:pt>
                <c:pt idx="35226">
                  <c:v>59.98</c:v>
                </c:pt>
                <c:pt idx="35227">
                  <c:v>60.58</c:v>
                </c:pt>
                <c:pt idx="35228">
                  <c:v>169.98</c:v>
                </c:pt>
                <c:pt idx="35229">
                  <c:v>169.98</c:v>
                </c:pt>
                <c:pt idx="35230">
                  <c:v>84.99</c:v>
                </c:pt>
                <c:pt idx="35231">
                  <c:v>62.97</c:v>
                </c:pt>
                <c:pt idx="35232">
                  <c:v>62.97</c:v>
                </c:pt>
                <c:pt idx="35233">
                  <c:v>169.98</c:v>
                </c:pt>
                <c:pt idx="35234">
                  <c:v>169.98</c:v>
                </c:pt>
                <c:pt idx="35235">
                  <c:v>76.87</c:v>
                </c:pt>
                <c:pt idx="35236">
                  <c:v>159.27000000000001</c:v>
                </c:pt>
                <c:pt idx="35237">
                  <c:v>70.98</c:v>
                </c:pt>
                <c:pt idx="35238">
                  <c:v>112.96</c:v>
                </c:pt>
                <c:pt idx="35239">
                  <c:v>62.97</c:v>
                </c:pt>
                <c:pt idx="35240">
                  <c:v>130.38</c:v>
                </c:pt>
                <c:pt idx="35241">
                  <c:v>84.99</c:v>
                </c:pt>
                <c:pt idx="35242">
                  <c:v>159.97999999999999</c:v>
                </c:pt>
                <c:pt idx="35243">
                  <c:v>164.35</c:v>
                </c:pt>
                <c:pt idx="35244">
                  <c:v>62.97</c:v>
                </c:pt>
                <c:pt idx="35245">
                  <c:v>94.98</c:v>
                </c:pt>
                <c:pt idx="35246">
                  <c:v>94.98</c:v>
                </c:pt>
                <c:pt idx="35247">
                  <c:v>94.98</c:v>
                </c:pt>
                <c:pt idx="35248">
                  <c:v>94.98</c:v>
                </c:pt>
                <c:pt idx="35249">
                  <c:v>94.97</c:v>
                </c:pt>
                <c:pt idx="35250">
                  <c:v>21.49</c:v>
                </c:pt>
                <c:pt idx="35251">
                  <c:v>16.940000000000001</c:v>
                </c:pt>
                <c:pt idx="35252">
                  <c:v>94.95</c:v>
                </c:pt>
                <c:pt idx="35253">
                  <c:v>144.97</c:v>
                </c:pt>
                <c:pt idx="35254">
                  <c:v>74.97</c:v>
                </c:pt>
                <c:pt idx="35255">
                  <c:v>89.97</c:v>
                </c:pt>
                <c:pt idx="35256">
                  <c:v>89.97</c:v>
                </c:pt>
                <c:pt idx="35257">
                  <c:v>144.94</c:v>
                </c:pt>
                <c:pt idx="35258">
                  <c:v>174.96</c:v>
                </c:pt>
                <c:pt idx="35259">
                  <c:v>151.96</c:v>
                </c:pt>
                <c:pt idx="35260">
                  <c:v>164.95</c:v>
                </c:pt>
                <c:pt idx="35261">
                  <c:v>95.96</c:v>
                </c:pt>
                <c:pt idx="35262">
                  <c:v>64.98</c:v>
                </c:pt>
                <c:pt idx="35263">
                  <c:v>59.98</c:v>
                </c:pt>
                <c:pt idx="35264">
                  <c:v>144.97</c:v>
                </c:pt>
                <c:pt idx="35265">
                  <c:v>89.97</c:v>
                </c:pt>
                <c:pt idx="35266">
                  <c:v>57.98</c:v>
                </c:pt>
                <c:pt idx="35267">
                  <c:v>144.96</c:v>
                </c:pt>
                <c:pt idx="35268">
                  <c:v>134.96</c:v>
                </c:pt>
                <c:pt idx="35269">
                  <c:v>112.97</c:v>
                </c:pt>
                <c:pt idx="35270">
                  <c:v>125.97</c:v>
                </c:pt>
                <c:pt idx="35271">
                  <c:v>94.95</c:v>
                </c:pt>
                <c:pt idx="35272">
                  <c:v>94.95</c:v>
                </c:pt>
                <c:pt idx="35273">
                  <c:v>34.28</c:v>
                </c:pt>
                <c:pt idx="35274">
                  <c:v>43.28</c:v>
                </c:pt>
                <c:pt idx="35275">
                  <c:v>62.9</c:v>
                </c:pt>
                <c:pt idx="35276">
                  <c:v>30.56</c:v>
                </c:pt>
                <c:pt idx="35277">
                  <c:v>30.56</c:v>
                </c:pt>
                <c:pt idx="35278">
                  <c:v>30.56</c:v>
                </c:pt>
                <c:pt idx="35279">
                  <c:v>30.56</c:v>
                </c:pt>
                <c:pt idx="35280">
                  <c:v>62.9</c:v>
                </c:pt>
                <c:pt idx="35281">
                  <c:v>93.97</c:v>
                </c:pt>
                <c:pt idx="35282">
                  <c:v>93.97</c:v>
                </c:pt>
                <c:pt idx="35283">
                  <c:v>96.78</c:v>
                </c:pt>
                <c:pt idx="35284">
                  <c:v>66.08</c:v>
                </c:pt>
                <c:pt idx="35285">
                  <c:v>87.65</c:v>
                </c:pt>
                <c:pt idx="35286">
                  <c:v>67.87</c:v>
                </c:pt>
                <c:pt idx="35287">
                  <c:v>37.49</c:v>
                </c:pt>
                <c:pt idx="35288">
                  <c:v>87.05</c:v>
                </c:pt>
                <c:pt idx="35289">
                  <c:v>67.67</c:v>
                </c:pt>
                <c:pt idx="35290">
                  <c:v>81.61</c:v>
                </c:pt>
                <c:pt idx="35291">
                  <c:v>132.97</c:v>
                </c:pt>
                <c:pt idx="35292">
                  <c:v>101.6</c:v>
                </c:pt>
                <c:pt idx="35293">
                  <c:v>102.83</c:v>
                </c:pt>
                <c:pt idx="35294">
                  <c:v>102.83</c:v>
                </c:pt>
                <c:pt idx="35295">
                  <c:v>102.83</c:v>
                </c:pt>
                <c:pt idx="35296">
                  <c:v>102.83</c:v>
                </c:pt>
                <c:pt idx="35297">
                  <c:v>102.83</c:v>
                </c:pt>
                <c:pt idx="35298">
                  <c:v>102.83</c:v>
                </c:pt>
                <c:pt idx="35299">
                  <c:v>102.83</c:v>
                </c:pt>
                <c:pt idx="35300">
                  <c:v>81.08</c:v>
                </c:pt>
                <c:pt idx="35301">
                  <c:v>304.86</c:v>
                </c:pt>
                <c:pt idx="35302">
                  <c:v>319.39</c:v>
                </c:pt>
                <c:pt idx="35303">
                  <c:v>319.39</c:v>
                </c:pt>
                <c:pt idx="35304">
                  <c:v>159.69999999999999</c:v>
                </c:pt>
                <c:pt idx="35305">
                  <c:v>101.97</c:v>
                </c:pt>
                <c:pt idx="35306">
                  <c:v>102.81</c:v>
                </c:pt>
                <c:pt idx="35307">
                  <c:v>101.96</c:v>
                </c:pt>
                <c:pt idx="35308">
                  <c:v>101.96</c:v>
                </c:pt>
                <c:pt idx="35309">
                  <c:v>16.23</c:v>
                </c:pt>
                <c:pt idx="35310">
                  <c:v>13.98</c:v>
                </c:pt>
                <c:pt idx="35311">
                  <c:v>43.48</c:v>
                </c:pt>
                <c:pt idx="35312">
                  <c:v>61.65</c:v>
                </c:pt>
                <c:pt idx="35313">
                  <c:v>92.98</c:v>
                </c:pt>
                <c:pt idx="35314">
                  <c:v>103.28</c:v>
                </c:pt>
                <c:pt idx="35315">
                  <c:v>229.97</c:v>
                </c:pt>
                <c:pt idx="35316">
                  <c:v>114.98</c:v>
                </c:pt>
                <c:pt idx="35317">
                  <c:v>192.04</c:v>
                </c:pt>
                <c:pt idx="35318">
                  <c:v>254.97</c:v>
                </c:pt>
                <c:pt idx="35319">
                  <c:v>109.15</c:v>
                </c:pt>
                <c:pt idx="35320">
                  <c:v>254.97</c:v>
                </c:pt>
                <c:pt idx="35321">
                  <c:v>84.99</c:v>
                </c:pt>
                <c:pt idx="35322">
                  <c:v>241.67</c:v>
                </c:pt>
                <c:pt idx="35323">
                  <c:v>339.96</c:v>
                </c:pt>
                <c:pt idx="35324">
                  <c:v>254.97</c:v>
                </c:pt>
                <c:pt idx="35325">
                  <c:v>92.98</c:v>
                </c:pt>
                <c:pt idx="35326">
                  <c:v>75.989999999999995</c:v>
                </c:pt>
                <c:pt idx="35327">
                  <c:v>93.13</c:v>
                </c:pt>
                <c:pt idx="35328">
                  <c:v>92.97</c:v>
                </c:pt>
                <c:pt idx="35329">
                  <c:v>92.98</c:v>
                </c:pt>
                <c:pt idx="35330">
                  <c:v>92.98</c:v>
                </c:pt>
                <c:pt idx="35331">
                  <c:v>92.98</c:v>
                </c:pt>
                <c:pt idx="35332">
                  <c:v>92.98</c:v>
                </c:pt>
                <c:pt idx="35333">
                  <c:v>92.98</c:v>
                </c:pt>
                <c:pt idx="35334">
                  <c:v>51.97</c:v>
                </c:pt>
                <c:pt idx="35335">
                  <c:v>50.12</c:v>
                </c:pt>
                <c:pt idx="35336">
                  <c:v>138.97</c:v>
                </c:pt>
                <c:pt idx="35337">
                  <c:v>8.43</c:v>
                </c:pt>
                <c:pt idx="35338">
                  <c:v>84.68</c:v>
                </c:pt>
                <c:pt idx="35339">
                  <c:v>92.95</c:v>
                </c:pt>
                <c:pt idx="35340">
                  <c:v>92.94</c:v>
                </c:pt>
                <c:pt idx="35341">
                  <c:v>20.49</c:v>
                </c:pt>
                <c:pt idx="35342">
                  <c:v>13.49</c:v>
                </c:pt>
                <c:pt idx="35343">
                  <c:v>33.479999999999997</c:v>
                </c:pt>
                <c:pt idx="35344">
                  <c:v>94.55</c:v>
                </c:pt>
                <c:pt idx="35345">
                  <c:v>94.48</c:v>
                </c:pt>
                <c:pt idx="35346">
                  <c:v>169.98</c:v>
                </c:pt>
                <c:pt idx="35347">
                  <c:v>179.96</c:v>
                </c:pt>
                <c:pt idx="35348">
                  <c:v>169.98</c:v>
                </c:pt>
                <c:pt idx="35349">
                  <c:v>341.15</c:v>
                </c:pt>
                <c:pt idx="35350">
                  <c:v>67.98</c:v>
                </c:pt>
                <c:pt idx="35351">
                  <c:v>-42.3</c:v>
                </c:pt>
                <c:pt idx="35352">
                  <c:v>159.77000000000001</c:v>
                </c:pt>
                <c:pt idx="35353">
                  <c:v>94.44</c:v>
                </c:pt>
                <c:pt idx="35354">
                  <c:v>102.33</c:v>
                </c:pt>
                <c:pt idx="35355">
                  <c:v>101.46</c:v>
                </c:pt>
                <c:pt idx="35356">
                  <c:v>101.46</c:v>
                </c:pt>
                <c:pt idx="35357">
                  <c:v>81.28</c:v>
                </c:pt>
                <c:pt idx="35358">
                  <c:v>33.68</c:v>
                </c:pt>
                <c:pt idx="35359">
                  <c:v>50.98</c:v>
                </c:pt>
                <c:pt idx="35360">
                  <c:v>94.98</c:v>
                </c:pt>
                <c:pt idx="35361">
                  <c:v>123.26</c:v>
                </c:pt>
                <c:pt idx="35362">
                  <c:v>88.74</c:v>
                </c:pt>
                <c:pt idx="35363">
                  <c:v>203.38</c:v>
                </c:pt>
                <c:pt idx="35364">
                  <c:v>88.54</c:v>
                </c:pt>
                <c:pt idx="35365">
                  <c:v>136.96</c:v>
                </c:pt>
                <c:pt idx="35366">
                  <c:v>118.42</c:v>
                </c:pt>
                <c:pt idx="35367">
                  <c:v>117.35</c:v>
                </c:pt>
                <c:pt idx="35368">
                  <c:v>118.67</c:v>
                </c:pt>
                <c:pt idx="35369">
                  <c:v>139.03</c:v>
                </c:pt>
                <c:pt idx="35370">
                  <c:v>94.95</c:v>
                </c:pt>
                <c:pt idx="35371">
                  <c:v>84.98</c:v>
                </c:pt>
                <c:pt idx="35372">
                  <c:v>93.97</c:v>
                </c:pt>
                <c:pt idx="35373">
                  <c:v>30.23</c:v>
                </c:pt>
                <c:pt idx="35374">
                  <c:v>54.98</c:v>
                </c:pt>
                <c:pt idx="35375">
                  <c:v>197.97</c:v>
                </c:pt>
                <c:pt idx="35376">
                  <c:v>225.6</c:v>
                </c:pt>
                <c:pt idx="35377">
                  <c:v>152.97999999999999</c:v>
                </c:pt>
                <c:pt idx="35378">
                  <c:v>64.989999999999995</c:v>
                </c:pt>
                <c:pt idx="35379">
                  <c:v>100.98</c:v>
                </c:pt>
                <c:pt idx="35380">
                  <c:v>100.98</c:v>
                </c:pt>
                <c:pt idx="35381">
                  <c:v>10.86</c:v>
                </c:pt>
                <c:pt idx="35382">
                  <c:v>62.29</c:v>
                </c:pt>
                <c:pt idx="35383">
                  <c:v>92.97</c:v>
                </c:pt>
                <c:pt idx="35384">
                  <c:v>44.99</c:v>
                </c:pt>
                <c:pt idx="35385">
                  <c:v>53.98</c:v>
                </c:pt>
                <c:pt idx="35386">
                  <c:v>54.98</c:v>
                </c:pt>
                <c:pt idx="35387">
                  <c:v>101.62</c:v>
                </c:pt>
                <c:pt idx="35388">
                  <c:v>395.94</c:v>
                </c:pt>
                <c:pt idx="35389">
                  <c:v>535.01</c:v>
                </c:pt>
                <c:pt idx="35390">
                  <c:v>509.94</c:v>
                </c:pt>
                <c:pt idx="35391">
                  <c:v>263.95999999999998</c:v>
                </c:pt>
                <c:pt idx="35392">
                  <c:v>33.18</c:v>
                </c:pt>
                <c:pt idx="35393">
                  <c:v>339.96</c:v>
                </c:pt>
                <c:pt idx="35394">
                  <c:v>51.97</c:v>
                </c:pt>
                <c:pt idx="35395">
                  <c:v>101.62</c:v>
                </c:pt>
                <c:pt idx="35396">
                  <c:v>101.6</c:v>
                </c:pt>
                <c:pt idx="35397">
                  <c:v>93.58</c:v>
                </c:pt>
                <c:pt idx="35398">
                  <c:v>93.58</c:v>
                </c:pt>
                <c:pt idx="35399">
                  <c:v>93.58</c:v>
                </c:pt>
                <c:pt idx="35400">
                  <c:v>80.98</c:v>
                </c:pt>
                <c:pt idx="35401">
                  <c:v>80.98</c:v>
                </c:pt>
                <c:pt idx="35402">
                  <c:v>91.96</c:v>
                </c:pt>
                <c:pt idx="35403">
                  <c:v>93.58</c:v>
                </c:pt>
                <c:pt idx="35404">
                  <c:v>106.95</c:v>
                </c:pt>
                <c:pt idx="35405">
                  <c:v>95.96</c:v>
                </c:pt>
                <c:pt idx="35406">
                  <c:v>90.96</c:v>
                </c:pt>
                <c:pt idx="35407">
                  <c:v>90.96</c:v>
                </c:pt>
                <c:pt idx="35408">
                  <c:v>85.96</c:v>
                </c:pt>
                <c:pt idx="35409">
                  <c:v>83.96</c:v>
                </c:pt>
                <c:pt idx="35410">
                  <c:v>79.89</c:v>
                </c:pt>
                <c:pt idx="35411">
                  <c:v>74.97</c:v>
                </c:pt>
                <c:pt idx="35412">
                  <c:v>83.96</c:v>
                </c:pt>
                <c:pt idx="35413">
                  <c:v>79.959999999999994</c:v>
                </c:pt>
                <c:pt idx="35414">
                  <c:v>75.959999999999994</c:v>
                </c:pt>
                <c:pt idx="35415">
                  <c:v>116.37</c:v>
                </c:pt>
                <c:pt idx="35416">
                  <c:v>91.29</c:v>
                </c:pt>
                <c:pt idx="35417">
                  <c:v>16.489999999999998</c:v>
                </c:pt>
                <c:pt idx="35418">
                  <c:v>66.98</c:v>
                </c:pt>
                <c:pt idx="35419">
                  <c:v>91.95</c:v>
                </c:pt>
                <c:pt idx="35420">
                  <c:v>91.95</c:v>
                </c:pt>
                <c:pt idx="35421">
                  <c:v>91.94</c:v>
                </c:pt>
                <c:pt idx="35422">
                  <c:v>92.67</c:v>
                </c:pt>
                <c:pt idx="35423">
                  <c:v>100.98</c:v>
                </c:pt>
                <c:pt idx="35424">
                  <c:v>65.989999999999995</c:v>
                </c:pt>
                <c:pt idx="35425">
                  <c:v>75.98</c:v>
                </c:pt>
                <c:pt idx="35426">
                  <c:v>65.989999999999995</c:v>
                </c:pt>
                <c:pt idx="35427">
                  <c:v>69.98</c:v>
                </c:pt>
                <c:pt idx="35428">
                  <c:v>85.98</c:v>
                </c:pt>
                <c:pt idx="35429">
                  <c:v>65.989999999999995</c:v>
                </c:pt>
                <c:pt idx="35430">
                  <c:v>99.97</c:v>
                </c:pt>
                <c:pt idx="35431">
                  <c:v>120.97</c:v>
                </c:pt>
                <c:pt idx="35432">
                  <c:v>89.96</c:v>
                </c:pt>
                <c:pt idx="35433">
                  <c:v>99.97</c:v>
                </c:pt>
                <c:pt idx="35434">
                  <c:v>91.77</c:v>
                </c:pt>
                <c:pt idx="35435">
                  <c:v>51.98</c:v>
                </c:pt>
                <c:pt idx="35436">
                  <c:v>31.49</c:v>
                </c:pt>
                <c:pt idx="35437">
                  <c:v>93.03</c:v>
                </c:pt>
                <c:pt idx="35438">
                  <c:v>91.37</c:v>
                </c:pt>
                <c:pt idx="35439">
                  <c:v>92.98</c:v>
                </c:pt>
                <c:pt idx="35440">
                  <c:v>339.96</c:v>
                </c:pt>
                <c:pt idx="35441">
                  <c:v>258.68</c:v>
                </c:pt>
                <c:pt idx="35442">
                  <c:v>227.33</c:v>
                </c:pt>
                <c:pt idx="35443">
                  <c:v>261.32</c:v>
                </c:pt>
                <c:pt idx="35444">
                  <c:v>263.95999999999998</c:v>
                </c:pt>
                <c:pt idx="35445">
                  <c:v>254.97</c:v>
                </c:pt>
                <c:pt idx="35446">
                  <c:v>261.32</c:v>
                </c:pt>
                <c:pt idx="35447">
                  <c:v>92.98</c:v>
                </c:pt>
                <c:pt idx="35448">
                  <c:v>92.98</c:v>
                </c:pt>
                <c:pt idx="35449">
                  <c:v>92.98</c:v>
                </c:pt>
                <c:pt idx="35450">
                  <c:v>92.98</c:v>
                </c:pt>
                <c:pt idx="35451">
                  <c:v>92.97</c:v>
                </c:pt>
                <c:pt idx="35452">
                  <c:v>91.35</c:v>
                </c:pt>
                <c:pt idx="35453">
                  <c:v>92.95</c:v>
                </c:pt>
                <c:pt idx="35454">
                  <c:v>131.97999999999999</c:v>
                </c:pt>
                <c:pt idx="35455">
                  <c:v>131.97999999999999</c:v>
                </c:pt>
                <c:pt idx="35456">
                  <c:v>131.97999999999999</c:v>
                </c:pt>
                <c:pt idx="35457">
                  <c:v>131.97999999999999</c:v>
                </c:pt>
                <c:pt idx="35458">
                  <c:v>131.97999999999999</c:v>
                </c:pt>
                <c:pt idx="35459">
                  <c:v>100.44</c:v>
                </c:pt>
                <c:pt idx="35460">
                  <c:v>131.97999999999999</c:v>
                </c:pt>
                <c:pt idx="35461">
                  <c:v>131.97999999999999</c:v>
                </c:pt>
                <c:pt idx="35462">
                  <c:v>131.97999999999999</c:v>
                </c:pt>
                <c:pt idx="35463">
                  <c:v>131.97999999999999</c:v>
                </c:pt>
                <c:pt idx="35464">
                  <c:v>99.99</c:v>
                </c:pt>
                <c:pt idx="35465">
                  <c:v>-18.28</c:v>
                </c:pt>
                <c:pt idx="35466">
                  <c:v>18.28</c:v>
                </c:pt>
                <c:pt idx="35467">
                  <c:v>-159.46</c:v>
                </c:pt>
                <c:pt idx="35468">
                  <c:v>159.46</c:v>
                </c:pt>
                <c:pt idx="35469">
                  <c:v>52.49</c:v>
                </c:pt>
                <c:pt idx="35470">
                  <c:v>83.98</c:v>
                </c:pt>
                <c:pt idx="35471">
                  <c:v>144.94999999999999</c:v>
                </c:pt>
                <c:pt idx="35472">
                  <c:v>199.31</c:v>
                </c:pt>
                <c:pt idx="35473">
                  <c:v>126.98</c:v>
                </c:pt>
                <c:pt idx="35474">
                  <c:v>142.96</c:v>
                </c:pt>
                <c:pt idx="35475">
                  <c:v>114.01</c:v>
                </c:pt>
                <c:pt idx="35476">
                  <c:v>149.94999999999999</c:v>
                </c:pt>
                <c:pt idx="35477">
                  <c:v>149.94999999999999</c:v>
                </c:pt>
                <c:pt idx="35478">
                  <c:v>199.31</c:v>
                </c:pt>
                <c:pt idx="35479">
                  <c:v>119.96</c:v>
                </c:pt>
                <c:pt idx="35480">
                  <c:v>144.94999999999999</c:v>
                </c:pt>
                <c:pt idx="35481">
                  <c:v>59.98</c:v>
                </c:pt>
                <c:pt idx="35482">
                  <c:v>126.98</c:v>
                </c:pt>
                <c:pt idx="35483">
                  <c:v>119.96</c:v>
                </c:pt>
                <c:pt idx="35484">
                  <c:v>88.52</c:v>
                </c:pt>
                <c:pt idx="35485">
                  <c:v>53.98</c:v>
                </c:pt>
                <c:pt idx="35486">
                  <c:v>53.98</c:v>
                </c:pt>
                <c:pt idx="35487">
                  <c:v>119.96</c:v>
                </c:pt>
                <c:pt idx="35488">
                  <c:v>59.98</c:v>
                </c:pt>
                <c:pt idx="35489">
                  <c:v>119.96</c:v>
                </c:pt>
                <c:pt idx="35490">
                  <c:v>88.52</c:v>
                </c:pt>
                <c:pt idx="35491">
                  <c:v>159.24</c:v>
                </c:pt>
                <c:pt idx="35492">
                  <c:v>59.98</c:v>
                </c:pt>
                <c:pt idx="35493">
                  <c:v>114.01</c:v>
                </c:pt>
                <c:pt idx="35494">
                  <c:v>29.99</c:v>
                </c:pt>
                <c:pt idx="35495">
                  <c:v>159.24</c:v>
                </c:pt>
                <c:pt idx="35496">
                  <c:v>126.98</c:v>
                </c:pt>
                <c:pt idx="35497">
                  <c:v>116.98</c:v>
                </c:pt>
                <c:pt idx="35498">
                  <c:v>116.98</c:v>
                </c:pt>
                <c:pt idx="35499">
                  <c:v>29.99</c:v>
                </c:pt>
                <c:pt idx="35500">
                  <c:v>119.96</c:v>
                </c:pt>
                <c:pt idx="35501">
                  <c:v>126.98</c:v>
                </c:pt>
                <c:pt idx="35502">
                  <c:v>142.96</c:v>
                </c:pt>
                <c:pt idx="35503">
                  <c:v>119.96</c:v>
                </c:pt>
                <c:pt idx="35504">
                  <c:v>119.96</c:v>
                </c:pt>
                <c:pt idx="35505">
                  <c:v>119.96</c:v>
                </c:pt>
                <c:pt idx="35506">
                  <c:v>119.96</c:v>
                </c:pt>
                <c:pt idx="35507">
                  <c:v>119.96</c:v>
                </c:pt>
                <c:pt idx="35508">
                  <c:v>59.98</c:v>
                </c:pt>
                <c:pt idx="35509">
                  <c:v>99.98</c:v>
                </c:pt>
                <c:pt idx="35510">
                  <c:v>99.98</c:v>
                </c:pt>
                <c:pt idx="35511">
                  <c:v>99.98</c:v>
                </c:pt>
                <c:pt idx="35512">
                  <c:v>99.98</c:v>
                </c:pt>
                <c:pt idx="35513">
                  <c:v>99.98</c:v>
                </c:pt>
                <c:pt idx="35514">
                  <c:v>99.98</c:v>
                </c:pt>
                <c:pt idx="35515">
                  <c:v>99.98</c:v>
                </c:pt>
                <c:pt idx="35516">
                  <c:v>99.98</c:v>
                </c:pt>
                <c:pt idx="35517">
                  <c:v>76.97</c:v>
                </c:pt>
                <c:pt idx="35518">
                  <c:v>17.989999999999998</c:v>
                </c:pt>
                <c:pt idx="35519">
                  <c:v>105.98</c:v>
                </c:pt>
                <c:pt idx="35520">
                  <c:v>134.97999999999999</c:v>
                </c:pt>
                <c:pt idx="35521">
                  <c:v>131.97999999999999</c:v>
                </c:pt>
                <c:pt idx="35522">
                  <c:v>169.98</c:v>
                </c:pt>
                <c:pt idx="35523">
                  <c:v>121.48</c:v>
                </c:pt>
                <c:pt idx="35524">
                  <c:v>166.97</c:v>
                </c:pt>
                <c:pt idx="35525">
                  <c:v>134.97999999999999</c:v>
                </c:pt>
                <c:pt idx="35526">
                  <c:v>134.97999999999999</c:v>
                </c:pt>
                <c:pt idx="35527">
                  <c:v>134.97999999999999</c:v>
                </c:pt>
                <c:pt idx="35528">
                  <c:v>134.97999999999999</c:v>
                </c:pt>
                <c:pt idx="35529">
                  <c:v>134.97999999999999</c:v>
                </c:pt>
                <c:pt idx="35530">
                  <c:v>134.97999999999999</c:v>
                </c:pt>
                <c:pt idx="35531">
                  <c:v>95.38</c:v>
                </c:pt>
                <c:pt idx="35532">
                  <c:v>89.98</c:v>
                </c:pt>
                <c:pt idx="35533">
                  <c:v>134.97999999999999</c:v>
                </c:pt>
                <c:pt idx="35534">
                  <c:v>121.98</c:v>
                </c:pt>
                <c:pt idx="35535">
                  <c:v>99.96</c:v>
                </c:pt>
                <c:pt idx="35536">
                  <c:v>83.96</c:v>
                </c:pt>
                <c:pt idx="35537">
                  <c:v>36.47</c:v>
                </c:pt>
                <c:pt idx="35538">
                  <c:v>92.83</c:v>
                </c:pt>
                <c:pt idx="35539">
                  <c:v>25.78</c:v>
                </c:pt>
                <c:pt idx="35540">
                  <c:v>60.96</c:v>
                </c:pt>
                <c:pt idx="35541">
                  <c:v>92.72</c:v>
                </c:pt>
                <c:pt idx="35542">
                  <c:v>119.97</c:v>
                </c:pt>
                <c:pt idx="35543">
                  <c:v>139.94999999999999</c:v>
                </c:pt>
                <c:pt idx="35544">
                  <c:v>169.98</c:v>
                </c:pt>
                <c:pt idx="35545">
                  <c:v>74.97</c:v>
                </c:pt>
                <c:pt idx="35546">
                  <c:v>197.97</c:v>
                </c:pt>
                <c:pt idx="35547">
                  <c:v>214.96</c:v>
                </c:pt>
                <c:pt idx="35548">
                  <c:v>254.97</c:v>
                </c:pt>
                <c:pt idx="35549">
                  <c:v>90.98</c:v>
                </c:pt>
                <c:pt idx="35550">
                  <c:v>91.77</c:v>
                </c:pt>
                <c:pt idx="35551">
                  <c:v>82.48</c:v>
                </c:pt>
                <c:pt idx="35552">
                  <c:v>51.48</c:v>
                </c:pt>
                <c:pt idx="35553">
                  <c:v>50.98</c:v>
                </c:pt>
                <c:pt idx="35554">
                  <c:v>31.49</c:v>
                </c:pt>
                <c:pt idx="35555">
                  <c:v>31.49</c:v>
                </c:pt>
                <c:pt idx="35556">
                  <c:v>50.98</c:v>
                </c:pt>
                <c:pt idx="35557">
                  <c:v>51.48</c:v>
                </c:pt>
                <c:pt idx="35558">
                  <c:v>65.989999999999995</c:v>
                </c:pt>
                <c:pt idx="35559">
                  <c:v>66.180000000000007</c:v>
                </c:pt>
                <c:pt idx="35560">
                  <c:v>105.97</c:v>
                </c:pt>
                <c:pt idx="35561">
                  <c:v>65.989999999999995</c:v>
                </c:pt>
                <c:pt idx="35562">
                  <c:v>74.98</c:v>
                </c:pt>
                <c:pt idx="35563">
                  <c:v>191.96</c:v>
                </c:pt>
                <c:pt idx="35564">
                  <c:v>125.97</c:v>
                </c:pt>
                <c:pt idx="35565">
                  <c:v>75.95</c:v>
                </c:pt>
                <c:pt idx="35566">
                  <c:v>185.96</c:v>
                </c:pt>
                <c:pt idx="35567">
                  <c:v>65.989999999999995</c:v>
                </c:pt>
                <c:pt idx="35568">
                  <c:v>95.98</c:v>
                </c:pt>
                <c:pt idx="35569">
                  <c:v>65.989999999999995</c:v>
                </c:pt>
                <c:pt idx="35570">
                  <c:v>90.97</c:v>
                </c:pt>
                <c:pt idx="35571">
                  <c:v>90.95</c:v>
                </c:pt>
                <c:pt idx="35572">
                  <c:v>100.41</c:v>
                </c:pt>
                <c:pt idx="35573">
                  <c:v>100.41</c:v>
                </c:pt>
                <c:pt idx="35574">
                  <c:v>100.41</c:v>
                </c:pt>
                <c:pt idx="35575">
                  <c:v>100.39</c:v>
                </c:pt>
                <c:pt idx="35576">
                  <c:v>254.97</c:v>
                </c:pt>
                <c:pt idx="35577">
                  <c:v>254.97</c:v>
                </c:pt>
                <c:pt idx="35578">
                  <c:v>254.97</c:v>
                </c:pt>
                <c:pt idx="35579">
                  <c:v>169.98</c:v>
                </c:pt>
                <c:pt idx="35580">
                  <c:v>238.08</c:v>
                </c:pt>
                <c:pt idx="35581">
                  <c:v>310.93</c:v>
                </c:pt>
                <c:pt idx="35582">
                  <c:v>282.95</c:v>
                </c:pt>
                <c:pt idx="35583">
                  <c:v>225.27</c:v>
                </c:pt>
                <c:pt idx="35584">
                  <c:v>151.41</c:v>
                </c:pt>
                <c:pt idx="35585">
                  <c:v>100.39</c:v>
                </c:pt>
                <c:pt idx="35586">
                  <c:v>100.39</c:v>
                </c:pt>
                <c:pt idx="35587">
                  <c:v>100.39</c:v>
                </c:pt>
                <c:pt idx="35588">
                  <c:v>100.38</c:v>
                </c:pt>
                <c:pt idx="35589">
                  <c:v>20.55</c:v>
                </c:pt>
                <c:pt idx="35590">
                  <c:v>-1.2</c:v>
                </c:pt>
                <c:pt idx="35591">
                  <c:v>81.02</c:v>
                </c:pt>
                <c:pt idx="35592">
                  <c:v>53.97</c:v>
                </c:pt>
                <c:pt idx="35593">
                  <c:v>29.99</c:v>
                </c:pt>
                <c:pt idx="35594">
                  <c:v>13.99</c:v>
                </c:pt>
                <c:pt idx="35595">
                  <c:v>90.71</c:v>
                </c:pt>
                <c:pt idx="35596">
                  <c:v>90.71</c:v>
                </c:pt>
                <c:pt idx="35597">
                  <c:v>90.71</c:v>
                </c:pt>
                <c:pt idx="35598">
                  <c:v>90.71</c:v>
                </c:pt>
                <c:pt idx="35599">
                  <c:v>90.78</c:v>
                </c:pt>
                <c:pt idx="35600">
                  <c:v>81.040000000000006</c:v>
                </c:pt>
                <c:pt idx="35601">
                  <c:v>81.040000000000006</c:v>
                </c:pt>
                <c:pt idx="35602">
                  <c:v>18.78</c:v>
                </c:pt>
                <c:pt idx="35603">
                  <c:v>70.98</c:v>
                </c:pt>
                <c:pt idx="35604">
                  <c:v>40.47</c:v>
                </c:pt>
                <c:pt idx="35605">
                  <c:v>51.96</c:v>
                </c:pt>
                <c:pt idx="35606">
                  <c:v>-1.5</c:v>
                </c:pt>
                <c:pt idx="35607">
                  <c:v>65.989999999999995</c:v>
                </c:pt>
                <c:pt idx="35608">
                  <c:v>65.989999999999995</c:v>
                </c:pt>
                <c:pt idx="35609">
                  <c:v>65.989999999999995</c:v>
                </c:pt>
                <c:pt idx="35610">
                  <c:v>65.989999999999995</c:v>
                </c:pt>
                <c:pt idx="35611">
                  <c:v>65.989999999999995</c:v>
                </c:pt>
                <c:pt idx="35612">
                  <c:v>65.989999999999995</c:v>
                </c:pt>
                <c:pt idx="35613">
                  <c:v>84.98</c:v>
                </c:pt>
                <c:pt idx="35614">
                  <c:v>65.989999999999995</c:v>
                </c:pt>
                <c:pt idx="35615">
                  <c:v>65.989999999999995</c:v>
                </c:pt>
                <c:pt idx="35616">
                  <c:v>84.98</c:v>
                </c:pt>
                <c:pt idx="35617">
                  <c:v>65.989999999999995</c:v>
                </c:pt>
                <c:pt idx="35618">
                  <c:v>59.39</c:v>
                </c:pt>
                <c:pt idx="35619">
                  <c:v>84.98</c:v>
                </c:pt>
                <c:pt idx="35620">
                  <c:v>65.989999999999995</c:v>
                </c:pt>
                <c:pt idx="35621">
                  <c:v>65.989999999999995</c:v>
                </c:pt>
                <c:pt idx="35622">
                  <c:v>84.98</c:v>
                </c:pt>
                <c:pt idx="35623">
                  <c:v>65.989999999999995</c:v>
                </c:pt>
                <c:pt idx="35624">
                  <c:v>65.989999999999995</c:v>
                </c:pt>
                <c:pt idx="35625">
                  <c:v>65.989999999999995</c:v>
                </c:pt>
                <c:pt idx="35626">
                  <c:v>65.27</c:v>
                </c:pt>
                <c:pt idx="35627">
                  <c:v>33.72</c:v>
                </c:pt>
                <c:pt idx="35628">
                  <c:v>72.849999999999994</c:v>
                </c:pt>
                <c:pt idx="35629">
                  <c:v>116.97</c:v>
                </c:pt>
                <c:pt idx="35630">
                  <c:v>169.98</c:v>
                </c:pt>
                <c:pt idx="35631">
                  <c:v>134.97999999999999</c:v>
                </c:pt>
                <c:pt idx="35632">
                  <c:v>169.98</c:v>
                </c:pt>
                <c:pt idx="35633">
                  <c:v>154.97999999999999</c:v>
                </c:pt>
                <c:pt idx="35634">
                  <c:v>89.98</c:v>
                </c:pt>
                <c:pt idx="35635">
                  <c:v>89.98</c:v>
                </c:pt>
                <c:pt idx="35636">
                  <c:v>134.97999999999999</c:v>
                </c:pt>
                <c:pt idx="35637">
                  <c:v>129.97999999999999</c:v>
                </c:pt>
                <c:pt idx="35638">
                  <c:v>169.98</c:v>
                </c:pt>
                <c:pt idx="35639">
                  <c:v>129.97999999999999</c:v>
                </c:pt>
                <c:pt idx="35640">
                  <c:v>154.97999999999999</c:v>
                </c:pt>
                <c:pt idx="35641">
                  <c:v>235.96</c:v>
                </c:pt>
                <c:pt idx="35642">
                  <c:v>116.97</c:v>
                </c:pt>
                <c:pt idx="35643">
                  <c:v>65.989999999999995</c:v>
                </c:pt>
                <c:pt idx="35644">
                  <c:v>185.97</c:v>
                </c:pt>
                <c:pt idx="35645">
                  <c:v>192.97</c:v>
                </c:pt>
                <c:pt idx="35646">
                  <c:v>185.97</c:v>
                </c:pt>
                <c:pt idx="35647">
                  <c:v>155.97</c:v>
                </c:pt>
                <c:pt idx="35648">
                  <c:v>84.99</c:v>
                </c:pt>
                <c:pt idx="35649">
                  <c:v>199.97</c:v>
                </c:pt>
                <c:pt idx="35650">
                  <c:v>155.97</c:v>
                </c:pt>
                <c:pt idx="35651">
                  <c:v>84.99</c:v>
                </c:pt>
                <c:pt idx="35652">
                  <c:v>84.99</c:v>
                </c:pt>
                <c:pt idx="35653">
                  <c:v>199.97</c:v>
                </c:pt>
                <c:pt idx="35654">
                  <c:v>84.99</c:v>
                </c:pt>
                <c:pt idx="35655">
                  <c:v>79.989999999999995</c:v>
                </c:pt>
                <c:pt idx="35656">
                  <c:v>79.989999999999995</c:v>
                </c:pt>
                <c:pt idx="35657">
                  <c:v>120.96</c:v>
                </c:pt>
                <c:pt idx="35658">
                  <c:v>120.96</c:v>
                </c:pt>
                <c:pt idx="35659">
                  <c:v>171.08</c:v>
                </c:pt>
                <c:pt idx="35660">
                  <c:v>171.08</c:v>
                </c:pt>
                <c:pt idx="35661">
                  <c:v>149.97</c:v>
                </c:pt>
                <c:pt idx="35662">
                  <c:v>149.97</c:v>
                </c:pt>
                <c:pt idx="35663">
                  <c:v>169.98</c:v>
                </c:pt>
                <c:pt idx="35664">
                  <c:v>84.99</c:v>
                </c:pt>
                <c:pt idx="35665">
                  <c:v>235.96</c:v>
                </c:pt>
                <c:pt idx="35666">
                  <c:v>84.99</c:v>
                </c:pt>
                <c:pt idx="35667">
                  <c:v>192.97</c:v>
                </c:pt>
                <c:pt idx="35668">
                  <c:v>65.989999999999995</c:v>
                </c:pt>
                <c:pt idx="35669">
                  <c:v>98.97</c:v>
                </c:pt>
                <c:pt idx="35670">
                  <c:v>98.97</c:v>
                </c:pt>
                <c:pt idx="35671">
                  <c:v>91.96</c:v>
                </c:pt>
                <c:pt idx="35672">
                  <c:v>98.96</c:v>
                </c:pt>
                <c:pt idx="35673">
                  <c:v>15.49</c:v>
                </c:pt>
                <c:pt idx="35674">
                  <c:v>54.97</c:v>
                </c:pt>
                <c:pt idx="35675">
                  <c:v>91.92</c:v>
                </c:pt>
                <c:pt idx="35676">
                  <c:v>-11.99</c:v>
                </c:pt>
                <c:pt idx="35677">
                  <c:v>169.98</c:v>
                </c:pt>
                <c:pt idx="35678">
                  <c:v>170.95</c:v>
                </c:pt>
                <c:pt idx="35679">
                  <c:v>69.959999999999994</c:v>
                </c:pt>
                <c:pt idx="35680">
                  <c:v>255.94</c:v>
                </c:pt>
                <c:pt idx="35681">
                  <c:v>135.96</c:v>
                </c:pt>
                <c:pt idx="35682">
                  <c:v>229.96</c:v>
                </c:pt>
                <c:pt idx="35683">
                  <c:v>219.16</c:v>
                </c:pt>
                <c:pt idx="35684">
                  <c:v>73.959999999999994</c:v>
                </c:pt>
                <c:pt idx="35685">
                  <c:v>131.97999999999999</c:v>
                </c:pt>
                <c:pt idx="35686">
                  <c:v>91.77</c:v>
                </c:pt>
                <c:pt idx="35687">
                  <c:v>56.97</c:v>
                </c:pt>
                <c:pt idx="35688">
                  <c:v>24.68</c:v>
                </c:pt>
                <c:pt idx="35689">
                  <c:v>50.19</c:v>
                </c:pt>
                <c:pt idx="35690">
                  <c:v>25.39</c:v>
                </c:pt>
                <c:pt idx="35691">
                  <c:v>37.47</c:v>
                </c:pt>
                <c:pt idx="35692">
                  <c:v>37.47</c:v>
                </c:pt>
                <c:pt idx="35693">
                  <c:v>38.07</c:v>
                </c:pt>
                <c:pt idx="35694">
                  <c:v>38.07</c:v>
                </c:pt>
                <c:pt idx="35695">
                  <c:v>57.95</c:v>
                </c:pt>
                <c:pt idx="35696">
                  <c:v>237.56</c:v>
                </c:pt>
                <c:pt idx="35697">
                  <c:v>59.95</c:v>
                </c:pt>
                <c:pt idx="35698">
                  <c:v>70.98</c:v>
                </c:pt>
                <c:pt idx="35699">
                  <c:v>78.94</c:v>
                </c:pt>
                <c:pt idx="35700">
                  <c:v>48.46</c:v>
                </c:pt>
                <c:pt idx="35701">
                  <c:v>405.91</c:v>
                </c:pt>
                <c:pt idx="35702">
                  <c:v>-2.25</c:v>
                </c:pt>
                <c:pt idx="35703">
                  <c:v>22.24</c:v>
                </c:pt>
                <c:pt idx="35704">
                  <c:v>128.94999999999999</c:v>
                </c:pt>
                <c:pt idx="35705">
                  <c:v>237.93</c:v>
                </c:pt>
                <c:pt idx="35706">
                  <c:v>89.98</c:v>
                </c:pt>
                <c:pt idx="35707">
                  <c:v>89.98</c:v>
                </c:pt>
                <c:pt idx="35708">
                  <c:v>89.98</c:v>
                </c:pt>
                <c:pt idx="35709">
                  <c:v>89.98</c:v>
                </c:pt>
                <c:pt idx="35710">
                  <c:v>89.98</c:v>
                </c:pt>
                <c:pt idx="35711">
                  <c:v>184.97</c:v>
                </c:pt>
                <c:pt idx="35712">
                  <c:v>119.97</c:v>
                </c:pt>
                <c:pt idx="35713">
                  <c:v>184.97</c:v>
                </c:pt>
                <c:pt idx="35714">
                  <c:v>234.96</c:v>
                </c:pt>
                <c:pt idx="35715">
                  <c:v>39.99</c:v>
                </c:pt>
                <c:pt idx="35716">
                  <c:v>101.83</c:v>
                </c:pt>
                <c:pt idx="35717">
                  <c:v>234.96</c:v>
                </c:pt>
                <c:pt idx="35718">
                  <c:v>169.98</c:v>
                </c:pt>
                <c:pt idx="35719">
                  <c:v>166.47</c:v>
                </c:pt>
                <c:pt idx="35720">
                  <c:v>269.95999999999998</c:v>
                </c:pt>
                <c:pt idx="35721">
                  <c:v>184.97</c:v>
                </c:pt>
                <c:pt idx="35722">
                  <c:v>89.98</c:v>
                </c:pt>
                <c:pt idx="35723">
                  <c:v>89.98</c:v>
                </c:pt>
                <c:pt idx="35724">
                  <c:v>89.98</c:v>
                </c:pt>
                <c:pt idx="35725">
                  <c:v>89.98</c:v>
                </c:pt>
                <c:pt idx="35726">
                  <c:v>89.97</c:v>
                </c:pt>
                <c:pt idx="35727">
                  <c:v>269.91000000000003</c:v>
                </c:pt>
                <c:pt idx="35728">
                  <c:v>257.41000000000003</c:v>
                </c:pt>
                <c:pt idx="35729">
                  <c:v>269.91000000000003</c:v>
                </c:pt>
                <c:pt idx="35730">
                  <c:v>149.94999999999999</c:v>
                </c:pt>
                <c:pt idx="35731">
                  <c:v>149.94999999999999</c:v>
                </c:pt>
                <c:pt idx="35732">
                  <c:v>284.91000000000003</c:v>
                </c:pt>
                <c:pt idx="35733">
                  <c:v>209.93</c:v>
                </c:pt>
                <c:pt idx="35734">
                  <c:v>119.96</c:v>
                </c:pt>
                <c:pt idx="35735">
                  <c:v>171.99</c:v>
                </c:pt>
                <c:pt idx="35736">
                  <c:v>149.94999999999999</c:v>
                </c:pt>
                <c:pt idx="35737">
                  <c:v>74.97</c:v>
                </c:pt>
                <c:pt idx="35738">
                  <c:v>89.99</c:v>
                </c:pt>
                <c:pt idx="35739">
                  <c:v>89.97</c:v>
                </c:pt>
                <c:pt idx="35740">
                  <c:v>89.97</c:v>
                </c:pt>
                <c:pt idx="35741">
                  <c:v>89.99</c:v>
                </c:pt>
                <c:pt idx="35742">
                  <c:v>89.97</c:v>
                </c:pt>
                <c:pt idx="35743">
                  <c:v>89.99</c:v>
                </c:pt>
                <c:pt idx="35744">
                  <c:v>89.97</c:v>
                </c:pt>
                <c:pt idx="35745">
                  <c:v>89.97</c:v>
                </c:pt>
                <c:pt idx="35746">
                  <c:v>89.97</c:v>
                </c:pt>
                <c:pt idx="35747">
                  <c:v>121.98</c:v>
                </c:pt>
                <c:pt idx="35748">
                  <c:v>159.97999999999999</c:v>
                </c:pt>
                <c:pt idx="35749">
                  <c:v>111.98</c:v>
                </c:pt>
                <c:pt idx="35750">
                  <c:v>158.38</c:v>
                </c:pt>
                <c:pt idx="35751">
                  <c:v>159.97999999999999</c:v>
                </c:pt>
                <c:pt idx="35752">
                  <c:v>159.97999999999999</c:v>
                </c:pt>
                <c:pt idx="35753">
                  <c:v>159.97999999999999</c:v>
                </c:pt>
                <c:pt idx="35754">
                  <c:v>159.97999999999999</c:v>
                </c:pt>
                <c:pt idx="35755">
                  <c:v>121.98</c:v>
                </c:pt>
                <c:pt idx="35756">
                  <c:v>121.98</c:v>
                </c:pt>
                <c:pt idx="35757">
                  <c:v>150.91</c:v>
                </c:pt>
                <c:pt idx="35758">
                  <c:v>159.97999999999999</c:v>
                </c:pt>
                <c:pt idx="35759">
                  <c:v>159.97999999999999</c:v>
                </c:pt>
                <c:pt idx="35760">
                  <c:v>159.97999999999999</c:v>
                </c:pt>
                <c:pt idx="35761">
                  <c:v>-159.97999999999999</c:v>
                </c:pt>
                <c:pt idx="35762">
                  <c:v>89.97</c:v>
                </c:pt>
                <c:pt idx="35763">
                  <c:v>89.97</c:v>
                </c:pt>
                <c:pt idx="35764">
                  <c:v>89.97</c:v>
                </c:pt>
                <c:pt idx="35765">
                  <c:v>89.99</c:v>
                </c:pt>
                <c:pt idx="35766">
                  <c:v>89.98</c:v>
                </c:pt>
                <c:pt idx="35767">
                  <c:v>89.98</c:v>
                </c:pt>
                <c:pt idx="35768">
                  <c:v>89.98</c:v>
                </c:pt>
                <c:pt idx="35769">
                  <c:v>78.959999999999994</c:v>
                </c:pt>
                <c:pt idx="35770">
                  <c:v>104.96</c:v>
                </c:pt>
                <c:pt idx="35771">
                  <c:v>164.95</c:v>
                </c:pt>
                <c:pt idx="35772">
                  <c:v>254.97</c:v>
                </c:pt>
                <c:pt idx="35773">
                  <c:v>136.94999999999999</c:v>
                </c:pt>
                <c:pt idx="35774">
                  <c:v>203.94</c:v>
                </c:pt>
                <c:pt idx="35775">
                  <c:v>104.98</c:v>
                </c:pt>
                <c:pt idx="35776">
                  <c:v>121.98</c:v>
                </c:pt>
                <c:pt idx="35777">
                  <c:v>137.97999999999999</c:v>
                </c:pt>
                <c:pt idx="35778">
                  <c:v>169.98</c:v>
                </c:pt>
                <c:pt idx="35779">
                  <c:v>185.96</c:v>
                </c:pt>
                <c:pt idx="35780">
                  <c:v>81.489999999999995</c:v>
                </c:pt>
                <c:pt idx="35781">
                  <c:v>81.489999999999995</c:v>
                </c:pt>
                <c:pt idx="35782">
                  <c:v>89.98</c:v>
                </c:pt>
                <c:pt idx="35783">
                  <c:v>89.98</c:v>
                </c:pt>
                <c:pt idx="35784">
                  <c:v>89.98</c:v>
                </c:pt>
                <c:pt idx="35785">
                  <c:v>89.98</c:v>
                </c:pt>
                <c:pt idx="35786">
                  <c:v>89.98</c:v>
                </c:pt>
                <c:pt idx="35787">
                  <c:v>89.98</c:v>
                </c:pt>
                <c:pt idx="35788">
                  <c:v>89.98</c:v>
                </c:pt>
                <c:pt idx="35789">
                  <c:v>0</c:v>
                </c:pt>
                <c:pt idx="35790">
                  <c:v>89.98</c:v>
                </c:pt>
                <c:pt idx="35791">
                  <c:v>89.98</c:v>
                </c:pt>
                <c:pt idx="35792">
                  <c:v>51.49</c:v>
                </c:pt>
                <c:pt idx="35793">
                  <c:v>89.97</c:v>
                </c:pt>
                <c:pt idx="35794">
                  <c:v>89.97</c:v>
                </c:pt>
                <c:pt idx="35795">
                  <c:v>89.97</c:v>
                </c:pt>
                <c:pt idx="35796">
                  <c:v>18.239999999999998</c:v>
                </c:pt>
                <c:pt idx="35797">
                  <c:v>58.98</c:v>
                </c:pt>
                <c:pt idx="35798">
                  <c:v>59.99</c:v>
                </c:pt>
                <c:pt idx="35799">
                  <c:v>79.989999999999995</c:v>
                </c:pt>
                <c:pt idx="35800">
                  <c:v>79.989999999999995</c:v>
                </c:pt>
                <c:pt idx="35801">
                  <c:v>79.989999999999995</c:v>
                </c:pt>
                <c:pt idx="35802">
                  <c:v>79.989999999999995</c:v>
                </c:pt>
                <c:pt idx="35803">
                  <c:v>79.989999999999995</c:v>
                </c:pt>
                <c:pt idx="35804">
                  <c:v>79.989999999999995</c:v>
                </c:pt>
                <c:pt idx="35805">
                  <c:v>79.989999999999995</c:v>
                </c:pt>
                <c:pt idx="35806">
                  <c:v>79.989999999999995</c:v>
                </c:pt>
                <c:pt idx="35807">
                  <c:v>79.989999999999995</c:v>
                </c:pt>
                <c:pt idx="35808">
                  <c:v>79.989999999999995</c:v>
                </c:pt>
                <c:pt idx="35809">
                  <c:v>79.989999999999995</c:v>
                </c:pt>
                <c:pt idx="35810">
                  <c:v>79.989999999999995</c:v>
                </c:pt>
                <c:pt idx="35811">
                  <c:v>79.989999999999995</c:v>
                </c:pt>
                <c:pt idx="35812">
                  <c:v>79.989999999999995</c:v>
                </c:pt>
                <c:pt idx="35813">
                  <c:v>79.989999999999995</c:v>
                </c:pt>
                <c:pt idx="35814">
                  <c:v>79.989999999999995</c:v>
                </c:pt>
                <c:pt idx="35815">
                  <c:v>79.989999999999995</c:v>
                </c:pt>
                <c:pt idx="35816">
                  <c:v>67.989999999999995</c:v>
                </c:pt>
                <c:pt idx="35817">
                  <c:v>79.989999999999995</c:v>
                </c:pt>
                <c:pt idx="35818">
                  <c:v>79.989999999999995</c:v>
                </c:pt>
                <c:pt idx="35819">
                  <c:v>79.989999999999995</c:v>
                </c:pt>
                <c:pt idx="35820">
                  <c:v>79.989999999999995</c:v>
                </c:pt>
                <c:pt idx="35821">
                  <c:v>79.989999999999995</c:v>
                </c:pt>
                <c:pt idx="35822">
                  <c:v>79.989999999999995</c:v>
                </c:pt>
                <c:pt idx="35823">
                  <c:v>79.989999999999995</c:v>
                </c:pt>
                <c:pt idx="35824">
                  <c:v>89.97</c:v>
                </c:pt>
                <c:pt idx="35825">
                  <c:v>89.97</c:v>
                </c:pt>
                <c:pt idx="35826">
                  <c:v>89.97</c:v>
                </c:pt>
                <c:pt idx="35827">
                  <c:v>89.97</c:v>
                </c:pt>
                <c:pt idx="35828">
                  <c:v>89.97</c:v>
                </c:pt>
                <c:pt idx="35829">
                  <c:v>72.97</c:v>
                </c:pt>
                <c:pt idx="35830">
                  <c:v>89.97</c:v>
                </c:pt>
                <c:pt idx="35831">
                  <c:v>89.97</c:v>
                </c:pt>
                <c:pt idx="35832">
                  <c:v>26.49</c:v>
                </c:pt>
                <c:pt idx="35833">
                  <c:v>46.48</c:v>
                </c:pt>
                <c:pt idx="35834">
                  <c:v>509.94</c:v>
                </c:pt>
                <c:pt idx="35835">
                  <c:v>551.91999999999996</c:v>
                </c:pt>
                <c:pt idx="35836">
                  <c:v>86.07</c:v>
                </c:pt>
                <c:pt idx="35837">
                  <c:v>395.94</c:v>
                </c:pt>
                <c:pt idx="35838">
                  <c:v>509.94</c:v>
                </c:pt>
                <c:pt idx="35839">
                  <c:v>89.97</c:v>
                </c:pt>
                <c:pt idx="35840">
                  <c:v>89.96</c:v>
                </c:pt>
                <c:pt idx="35841">
                  <c:v>89.94</c:v>
                </c:pt>
                <c:pt idx="35842">
                  <c:v>59.98</c:v>
                </c:pt>
                <c:pt idx="35843">
                  <c:v>21.98</c:v>
                </c:pt>
                <c:pt idx="35844">
                  <c:v>89.95</c:v>
                </c:pt>
                <c:pt idx="35845">
                  <c:v>91.47</c:v>
                </c:pt>
                <c:pt idx="35846">
                  <c:v>91.47</c:v>
                </c:pt>
                <c:pt idx="35847">
                  <c:v>91.47</c:v>
                </c:pt>
                <c:pt idx="35848">
                  <c:v>91.47</c:v>
                </c:pt>
                <c:pt idx="35849">
                  <c:v>158.1</c:v>
                </c:pt>
                <c:pt idx="35850">
                  <c:v>159.69999999999999</c:v>
                </c:pt>
                <c:pt idx="35851">
                  <c:v>159.69999999999999</c:v>
                </c:pt>
                <c:pt idx="35852">
                  <c:v>147.6</c:v>
                </c:pt>
                <c:pt idx="35853">
                  <c:v>159.69999999999999</c:v>
                </c:pt>
                <c:pt idx="35854">
                  <c:v>125.16</c:v>
                </c:pt>
                <c:pt idx="35855">
                  <c:v>157.08000000000001</c:v>
                </c:pt>
                <c:pt idx="35856">
                  <c:v>159.69999999999999</c:v>
                </c:pt>
                <c:pt idx="35857">
                  <c:v>159.69999999999999</c:v>
                </c:pt>
                <c:pt idx="35858">
                  <c:v>153.31</c:v>
                </c:pt>
                <c:pt idx="35859">
                  <c:v>120.98</c:v>
                </c:pt>
                <c:pt idx="35860">
                  <c:v>99.2</c:v>
                </c:pt>
                <c:pt idx="35861">
                  <c:v>99.2</c:v>
                </c:pt>
                <c:pt idx="35862">
                  <c:v>99.18</c:v>
                </c:pt>
                <c:pt idx="35863">
                  <c:v>99.18</c:v>
                </c:pt>
                <c:pt idx="35864">
                  <c:v>30.28</c:v>
                </c:pt>
                <c:pt idx="35865">
                  <c:v>50.98</c:v>
                </c:pt>
                <c:pt idx="35866">
                  <c:v>91.97</c:v>
                </c:pt>
                <c:pt idx="35867">
                  <c:v>91.95</c:v>
                </c:pt>
                <c:pt idx="35868">
                  <c:v>98.98</c:v>
                </c:pt>
                <c:pt idx="35869">
                  <c:v>68.989999999999995</c:v>
                </c:pt>
                <c:pt idx="35870">
                  <c:v>68.989999999999995</c:v>
                </c:pt>
                <c:pt idx="35871">
                  <c:v>98.98</c:v>
                </c:pt>
                <c:pt idx="35872">
                  <c:v>59.39</c:v>
                </c:pt>
                <c:pt idx="35873">
                  <c:v>89.98</c:v>
                </c:pt>
                <c:pt idx="35874">
                  <c:v>96.96</c:v>
                </c:pt>
                <c:pt idx="35875">
                  <c:v>99.98</c:v>
                </c:pt>
                <c:pt idx="35876">
                  <c:v>59.39</c:v>
                </c:pt>
                <c:pt idx="35877">
                  <c:v>65.989999999999995</c:v>
                </c:pt>
                <c:pt idx="35878">
                  <c:v>89.98</c:v>
                </c:pt>
                <c:pt idx="35879">
                  <c:v>96.96</c:v>
                </c:pt>
                <c:pt idx="35880">
                  <c:v>99.98</c:v>
                </c:pt>
                <c:pt idx="35881">
                  <c:v>65.989999999999995</c:v>
                </c:pt>
                <c:pt idx="35882">
                  <c:v>79.790000000000006</c:v>
                </c:pt>
                <c:pt idx="35883">
                  <c:v>97.94</c:v>
                </c:pt>
                <c:pt idx="35884">
                  <c:v>45.88</c:v>
                </c:pt>
                <c:pt idx="35885">
                  <c:v>49.99</c:v>
                </c:pt>
                <c:pt idx="35886">
                  <c:v>84.99</c:v>
                </c:pt>
                <c:pt idx="35887">
                  <c:v>136.94999999999999</c:v>
                </c:pt>
                <c:pt idx="35888">
                  <c:v>136.94999999999999</c:v>
                </c:pt>
                <c:pt idx="35889">
                  <c:v>89.98</c:v>
                </c:pt>
                <c:pt idx="35890">
                  <c:v>16.28</c:v>
                </c:pt>
                <c:pt idx="35891">
                  <c:v>90.86</c:v>
                </c:pt>
                <c:pt idx="35892">
                  <c:v>89.23</c:v>
                </c:pt>
                <c:pt idx="35893">
                  <c:v>89.22</c:v>
                </c:pt>
                <c:pt idx="35894">
                  <c:v>89.98</c:v>
                </c:pt>
                <c:pt idx="35895">
                  <c:v>89.98</c:v>
                </c:pt>
                <c:pt idx="35896">
                  <c:v>89.98</c:v>
                </c:pt>
                <c:pt idx="35897">
                  <c:v>89.98</c:v>
                </c:pt>
                <c:pt idx="35898">
                  <c:v>89.98</c:v>
                </c:pt>
                <c:pt idx="35899">
                  <c:v>89.98</c:v>
                </c:pt>
                <c:pt idx="35900">
                  <c:v>214.96</c:v>
                </c:pt>
                <c:pt idx="35901">
                  <c:v>226.95</c:v>
                </c:pt>
                <c:pt idx="35902">
                  <c:v>164.97</c:v>
                </c:pt>
                <c:pt idx="35903">
                  <c:v>241.9</c:v>
                </c:pt>
                <c:pt idx="35904">
                  <c:v>139.97</c:v>
                </c:pt>
                <c:pt idx="35905">
                  <c:v>101.98</c:v>
                </c:pt>
                <c:pt idx="35906">
                  <c:v>196.96</c:v>
                </c:pt>
                <c:pt idx="35907">
                  <c:v>169.96</c:v>
                </c:pt>
                <c:pt idx="35908">
                  <c:v>134.97</c:v>
                </c:pt>
                <c:pt idx="35909">
                  <c:v>84.97</c:v>
                </c:pt>
                <c:pt idx="35910">
                  <c:v>134.97</c:v>
                </c:pt>
                <c:pt idx="35911">
                  <c:v>174.94</c:v>
                </c:pt>
                <c:pt idx="35912">
                  <c:v>264.95</c:v>
                </c:pt>
                <c:pt idx="35913">
                  <c:v>139.94</c:v>
                </c:pt>
                <c:pt idx="35914">
                  <c:v>89.98</c:v>
                </c:pt>
                <c:pt idx="35915">
                  <c:v>89.97</c:v>
                </c:pt>
                <c:pt idx="35916">
                  <c:v>90.77</c:v>
                </c:pt>
                <c:pt idx="35917">
                  <c:v>89.97</c:v>
                </c:pt>
                <c:pt idx="35918">
                  <c:v>89.97</c:v>
                </c:pt>
                <c:pt idx="35919">
                  <c:v>89.95</c:v>
                </c:pt>
                <c:pt idx="35920">
                  <c:v>89.94</c:v>
                </c:pt>
                <c:pt idx="35921">
                  <c:v>82.19</c:v>
                </c:pt>
                <c:pt idx="35922">
                  <c:v>119.98</c:v>
                </c:pt>
                <c:pt idx="35923">
                  <c:v>119.3</c:v>
                </c:pt>
                <c:pt idx="35924">
                  <c:v>64.06</c:v>
                </c:pt>
                <c:pt idx="35925">
                  <c:v>13.89</c:v>
                </c:pt>
                <c:pt idx="35926">
                  <c:v>70.13</c:v>
                </c:pt>
                <c:pt idx="35927">
                  <c:v>88.98</c:v>
                </c:pt>
                <c:pt idx="35928">
                  <c:v>88.98</c:v>
                </c:pt>
                <c:pt idx="35929">
                  <c:v>88.98</c:v>
                </c:pt>
                <c:pt idx="35930">
                  <c:v>88.96</c:v>
                </c:pt>
                <c:pt idx="35931">
                  <c:v>88.96</c:v>
                </c:pt>
                <c:pt idx="35932">
                  <c:v>88.98</c:v>
                </c:pt>
                <c:pt idx="35933">
                  <c:v>88.98</c:v>
                </c:pt>
                <c:pt idx="35934">
                  <c:v>188.69</c:v>
                </c:pt>
                <c:pt idx="35935">
                  <c:v>125.79</c:v>
                </c:pt>
                <c:pt idx="35936">
                  <c:v>157.24</c:v>
                </c:pt>
                <c:pt idx="35937">
                  <c:v>125.79</c:v>
                </c:pt>
                <c:pt idx="35938">
                  <c:v>125.79</c:v>
                </c:pt>
                <c:pt idx="35939">
                  <c:v>147.57</c:v>
                </c:pt>
                <c:pt idx="35940">
                  <c:v>157.24</c:v>
                </c:pt>
                <c:pt idx="35941">
                  <c:v>188.69</c:v>
                </c:pt>
                <c:pt idx="35942">
                  <c:v>303.47000000000003</c:v>
                </c:pt>
                <c:pt idx="35943">
                  <c:v>125.79</c:v>
                </c:pt>
                <c:pt idx="35944">
                  <c:v>51.48</c:v>
                </c:pt>
                <c:pt idx="35945">
                  <c:v>20.49</c:v>
                </c:pt>
                <c:pt idx="35946">
                  <c:v>16.489999999999998</c:v>
                </c:pt>
                <c:pt idx="35947">
                  <c:v>88.97</c:v>
                </c:pt>
                <c:pt idx="35948">
                  <c:v>98.23</c:v>
                </c:pt>
                <c:pt idx="35949">
                  <c:v>41.26</c:v>
                </c:pt>
                <c:pt idx="35950">
                  <c:v>31.87</c:v>
                </c:pt>
                <c:pt idx="35951">
                  <c:v>88.85</c:v>
                </c:pt>
                <c:pt idx="35952">
                  <c:v>97.99</c:v>
                </c:pt>
                <c:pt idx="35953">
                  <c:v>97.99</c:v>
                </c:pt>
                <c:pt idx="35954">
                  <c:v>90.56</c:v>
                </c:pt>
                <c:pt idx="35955">
                  <c:v>142.97999999999999</c:v>
                </c:pt>
                <c:pt idx="35956">
                  <c:v>98.98</c:v>
                </c:pt>
                <c:pt idx="35957">
                  <c:v>152.97999999999999</c:v>
                </c:pt>
                <c:pt idx="35958">
                  <c:v>84.99</c:v>
                </c:pt>
                <c:pt idx="35959">
                  <c:v>158.09</c:v>
                </c:pt>
                <c:pt idx="35960">
                  <c:v>84.99</c:v>
                </c:pt>
                <c:pt idx="35961">
                  <c:v>76.489999999999995</c:v>
                </c:pt>
                <c:pt idx="35962">
                  <c:v>84.99</c:v>
                </c:pt>
                <c:pt idx="35963">
                  <c:v>65.989999999999995</c:v>
                </c:pt>
                <c:pt idx="35964">
                  <c:v>42.62</c:v>
                </c:pt>
                <c:pt idx="35965">
                  <c:v>65.989999999999995</c:v>
                </c:pt>
                <c:pt idx="35966">
                  <c:v>65.989999999999995</c:v>
                </c:pt>
                <c:pt idx="35967">
                  <c:v>65.989999999999995</c:v>
                </c:pt>
                <c:pt idx="35968">
                  <c:v>65.989999999999995</c:v>
                </c:pt>
                <c:pt idx="35969">
                  <c:v>100.07</c:v>
                </c:pt>
                <c:pt idx="35970">
                  <c:v>84.99</c:v>
                </c:pt>
                <c:pt idx="35971">
                  <c:v>84.99</c:v>
                </c:pt>
                <c:pt idx="35972">
                  <c:v>97.71</c:v>
                </c:pt>
                <c:pt idx="35973">
                  <c:v>82.2</c:v>
                </c:pt>
                <c:pt idx="35974">
                  <c:v>84.99</c:v>
                </c:pt>
                <c:pt idx="35975">
                  <c:v>84.99</c:v>
                </c:pt>
                <c:pt idx="35976">
                  <c:v>84.99</c:v>
                </c:pt>
                <c:pt idx="35977">
                  <c:v>49.59</c:v>
                </c:pt>
                <c:pt idx="35978">
                  <c:v>49.59</c:v>
                </c:pt>
                <c:pt idx="35979">
                  <c:v>97.99</c:v>
                </c:pt>
                <c:pt idx="35980">
                  <c:v>97.99</c:v>
                </c:pt>
                <c:pt idx="35981">
                  <c:v>97.99</c:v>
                </c:pt>
                <c:pt idx="35982">
                  <c:v>97.99</c:v>
                </c:pt>
                <c:pt idx="35983">
                  <c:v>97.99</c:v>
                </c:pt>
                <c:pt idx="35984">
                  <c:v>97.97</c:v>
                </c:pt>
                <c:pt idx="35985">
                  <c:v>97.96</c:v>
                </c:pt>
                <c:pt idx="35986">
                  <c:v>-88.27</c:v>
                </c:pt>
                <c:pt idx="35987">
                  <c:v>88.27</c:v>
                </c:pt>
                <c:pt idx="35988">
                  <c:v>97.96</c:v>
                </c:pt>
                <c:pt idx="35989">
                  <c:v>97.95</c:v>
                </c:pt>
                <c:pt idx="35990">
                  <c:v>63.49</c:v>
                </c:pt>
                <c:pt idx="35991">
                  <c:v>70.98</c:v>
                </c:pt>
                <c:pt idx="35992">
                  <c:v>70.98</c:v>
                </c:pt>
                <c:pt idx="35993">
                  <c:v>99.83</c:v>
                </c:pt>
                <c:pt idx="35994">
                  <c:v>1.5</c:v>
                </c:pt>
                <c:pt idx="35995">
                  <c:v>88.57</c:v>
                </c:pt>
                <c:pt idx="35996">
                  <c:v>88.57</c:v>
                </c:pt>
                <c:pt idx="35997">
                  <c:v>89.99</c:v>
                </c:pt>
                <c:pt idx="35998">
                  <c:v>187.97</c:v>
                </c:pt>
                <c:pt idx="35999">
                  <c:v>254.97</c:v>
                </c:pt>
                <c:pt idx="36000">
                  <c:v>254.97</c:v>
                </c:pt>
                <c:pt idx="36001">
                  <c:v>197.97</c:v>
                </c:pt>
                <c:pt idx="36002">
                  <c:v>167.96</c:v>
                </c:pt>
                <c:pt idx="36003">
                  <c:v>169.98</c:v>
                </c:pt>
                <c:pt idx="36004">
                  <c:v>159.97999999999999</c:v>
                </c:pt>
                <c:pt idx="36005">
                  <c:v>237.25</c:v>
                </c:pt>
                <c:pt idx="36006">
                  <c:v>169.98</c:v>
                </c:pt>
                <c:pt idx="36007">
                  <c:v>153.16999999999999</c:v>
                </c:pt>
                <c:pt idx="36008">
                  <c:v>89.99</c:v>
                </c:pt>
                <c:pt idx="36009">
                  <c:v>89.98</c:v>
                </c:pt>
                <c:pt idx="36010">
                  <c:v>263.95999999999998</c:v>
                </c:pt>
                <c:pt idx="36011">
                  <c:v>99.98</c:v>
                </c:pt>
                <c:pt idx="36012">
                  <c:v>254.97</c:v>
                </c:pt>
                <c:pt idx="36013">
                  <c:v>263.95999999999998</c:v>
                </c:pt>
                <c:pt idx="36014">
                  <c:v>229.47</c:v>
                </c:pt>
                <c:pt idx="36015">
                  <c:v>89.98</c:v>
                </c:pt>
                <c:pt idx="36016">
                  <c:v>89.98</c:v>
                </c:pt>
                <c:pt idx="36017">
                  <c:v>89.98</c:v>
                </c:pt>
                <c:pt idx="36018">
                  <c:v>89.98</c:v>
                </c:pt>
                <c:pt idx="36019">
                  <c:v>89.98</c:v>
                </c:pt>
                <c:pt idx="36020">
                  <c:v>89.98</c:v>
                </c:pt>
                <c:pt idx="36021">
                  <c:v>120.97</c:v>
                </c:pt>
                <c:pt idx="36022">
                  <c:v>202.45</c:v>
                </c:pt>
                <c:pt idx="36023">
                  <c:v>134.97999999999999</c:v>
                </c:pt>
                <c:pt idx="36024">
                  <c:v>88.52</c:v>
                </c:pt>
                <c:pt idx="36025">
                  <c:v>197.97</c:v>
                </c:pt>
                <c:pt idx="36026">
                  <c:v>131.97999999999999</c:v>
                </c:pt>
                <c:pt idx="36027">
                  <c:v>148.97</c:v>
                </c:pt>
                <c:pt idx="36028">
                  <c:v>131.19999999999999</c:v>
                </c:pt>
                <c:pt idx="36029">
                  <c:v>58.02</c:v>
                </c:pt>
                <c:pt idx="36030">
                  <c:v>148.56</c:v>
                </c:pt>
                <c:pt idx="36031">
                  <c:v>89.98</c:v>
                </c:pt>
                <c:pt idx="36032">
                  <c:v>89.98</c:v>
                </c:pt>
                <c:pt idx="36033">
                  <c:v>89.98</c:v>
                </c:pt>
                <c:pt idx="36034">
                  <c:v>89.98</c:v>
                </c:pt>
                <c:pt idx="36035">
                  <c:v>89.98</c:v>
                </c:pt>
                <c:pt idx="36036">
                  <c:v>89.98</c:v>
                </c:pt>
                <c:pt idx="36037">
                  <c:v>89.98</c:v>
                </c:pt>
                <c:pt idx="36038">
                  <c:v>89.98</c:v>
                </c:pt>
                <c:pt idx="36039">
                  <c:v>131.97999999999999</c:v>
                </c:pt>
                <c:pt idx="36040">
                  <c:v>131.97999999999999</c:v>
                </c:pt>
                <c:pt idx="36041">
                  <c:v>131.97999999999999</c:v>
                </c:pt>
                <c:pt idx="36042">
                  <c:v>83.48</c:v>
                </c:pt>
                <c:pt idx="36043">
                  <c:v>131.97999999999999</c:v>
                </c:pt>
                <c:pt idx="36044">
                  <c:v>121.98</c:v>
                </c:pt>
                <c:pt idx="36045">
                  <c:v>69.989999999999995</c:v>
                </c:pt>
                <c:pt idx="36046">
                  <c:v>131.97999999999999</c:v>
                </c:pt>
                <c:pt idx="36047">
                  <c:v>131.97999999999999</c:v>
                </c:pt>
                <c:pt idx="36048">
                  <c:v>89.98</c:v>
                </c:pt>
                <c:pt idx="36049">
                  <c:v>89.97</c:v>
                </c:pt>
                <c:pt idx="36050">
                  <c:v>89.98</c:v>
                </c:pt>
                <c:pt idx="36051">
                  <c:v>89.97</c:v>
                </c:pt>
                <c:pt idx="36052">
                  <c:v>89.98</c:v>
                </c:pt>
                <c:pt idx="36053">
                  <c:v>339.96</c:v>
                </c:pt>
                <c:pt idx="36054">
                  <c:v>254.97</c:v>
                </c:pt>
                <c:pt idx="36055">
                  <c:v>299.94</c:v>
                </c:pt>
                <c:pt idx="36056">
                  <c:v>339.96</c:v>
                </c:pt>
                <c:pt idx="36057">
                  <c:v>299.94</c:v>
                </c:pt>
                <c:pt idx="36058">
                  <c:v>254.97</c:v>
                </c:pt>
                <c:pt idx="36059">
                  <c:v>339.96</c:v>
                </c:pt>
                <c:pt idx="36060">
                  <c:v>299.94</c:v>
                </c:pt>
                <c:pt idx="36061">
                  <c:v>339.96</c:v>
                </c:pt>
                <c:pt idx="36062">
                  <c:v>509.94</c:v>
                </c:pt>
                <c:pt idx="36063">
                  <c:v>92.98</c:v>
                </c:pt>
                <c:pt idx="36064">
                  <c:v>92.98</c:v>
                </c:pt>
                <c:pt idx="36065">
                  <c:v>113.97</c:v>
                </c:pt>
                <c:pt idx="36066">
                  <c:v>113.97</c:v>
                </c:pt>
                <c:pt idx="36067">
                  <c:v>299.94</c:v>
                </c:pt>
                <c:pt idx="36068">
                  <c:v>509.94</c:v>
                </c:pt>
                <c:pt idx="36069">
                  <c:v>89.97</c:v>
                </c:pt>
                <c:pt idx="36070">
                  <c:v>89.97</c:v>
                </c:pt>
                <c:pt idx="36071">
                  <c:v>89.97</c:v>
                </c:pt>
                <c:pt idx="36072">
                  <c:v>89.97</c:v>
                </c:pt>
                <c:pt idx="36073">
                  <c:v>89.97</c:v>
                </c:pt>
                <c:pt idx="36074">
                  <c:v>89.98</c:v>
                </c:pt>
                <c:pt idx="36075">
                  <c:v>89.96</c:v>
                </c:pt>
                <c:pt idx="36076">
                  <c:v>203.93</c:v>
                </c:pt>
                <c:pt idx="36077">
                  <c:v>162.65</c:v>
                </c:pt>
                <c:pt idx="36078">
                  <c:v>118.96</c:v>
                </c:pt>
                <c:pt idx="36079">
                  <c:v>119.96</c:v>
                </c:pt>
                <c:pt idx="36080">
                  <c:v>119.96</c:v>
                </c:pt>
                <c:pt idx="36081">
                  <c:v>79.97</c:v>
                </c:pt>
                <c:pt idx="36082">
                  <c:v>51.68</c:v>
                </c:pt>
                <c:pt idx="36083">
                  <c:v>89.97</c:v>
                </c:pt>
                <c:pt idx="36084">
                  <c:v>51.48</c:v>
                </c:pt>
                <c:pt idx="36085">
                  <c:v>236.07</c:v>
                </c:pt>
                <c:pt idx="36086">
                  <c:v>92.97</c:v>
                </c:pt>
                <c:pt idx="36087">
                  <c:v>309.89999999999998</c:v>
                </c:pt>
                <c:pt idx="36088">
                  <c:v>214.93</c:v>
                </c:pt>
                <c:pt idx="36089">
                  <c:v>89.96</c:v>
                </c:pt>
                <c:pt idx="36090">
                  <c:v>89.96</c:v>
                </c:pt>
                <c:pt idx="36091">
                  <c:v>89.95</c:v>
                </c:pt>
                <c:pt idx="36092">
                  <c:v>89.95</c:v>
                </c:pt>
                <c:pt idx="36093">
                  <c:v>89.94</c:v>
                </c:pt>
                <c:pt idx="36094">
                  <c:v>254.97</c:v>
                </c:pt>
                <c:pt idx="36095">
                  <c:v>96.98</c:v>
                </c:pt>
                <c:pt idx="36096">
                  <c:v>111.98</c:v>
                </c:pt>
                <c:pt idx="36097">
                  <c:v>131.97999999999999</c:v>
                </c:pt>
                <c:pt idx="36098">
                  <c:v>169.98</c:v>
                </c:pt>
                <c:pt idx="36099">
                  <c:v>65.989999999999995</c:v>
                </c:pt>
                <c:pt idx="36100">
                  <c:v>131.97999999999999</c:v>
                </c:pt>
                <c:pt idx="36101">
                  <c:v>79.98</c:v>
                </c:pt>
                <c:pt idx="36102">
                  <c:v>339.96</c:v>
                </c:pt>
                <c:pt idx="36103">
                  <c:v>187.19</c:v>
                </c:pt>
                <c:pt idx="36104">
                  <c:v>254.97</c:v>
                </c:pt>
                <c:pt idx="36105">
                  <c:v>365.49</c:v>
                </c:pt>
                <c:pt idx="36106">
                  <c:v>59.98</c:v>
                </c:pt>
                <c:pt idx="36107">
                  <c:v>59.95</c:v>
                </c:pt>
                <c:pt idx="36108">
                  <c:v>21.29</c:v>
                </c:pt>
                <c:pt idx="36109">
                  <c:v>88.37</c:v>
                </c:pt>
                <c:pt idx="36110">
                  <c:v>88.98</c:v>
                </c:pt>
                <c:pt idx="36111">
                  <c:v>35.49</c:v>
                </c:pt>
                <c:pt idx="36112">
                  <c:v>88.17</c:v>
                </c:pt>
                <c:pt idx="36113">
                  <c:v>88.18</c:v>
                </c:pt>
                <c:pt idx="36114">
                  <c:v>80.98</c:v>
                </c:pt>
                <c:pt idx="36115">
                  <c:v>105.47</c:v>
                </c:pt>
                <c:pt idx="36116">
                  <c:v>157.08000000000001</c:v>
                </c:pt>
                <c:pt idx="36117">
                  <c:v>169.98</c:v>
                </c:pt>
                <c:pt idx="36118">
                  <c:v>169.98</c:v>
                </c:pt>
                <c:pt idx="36119">
                  <c:v>144.47999999999999</c:v>
                </c:pt>
                <c:pt idx="36120">
                  <c:v>122.97</c:v>
                </c:pt>
                <c:pt idx="36121">
                  <c:v>187.97</c:v>
                </c:pt>
                <c:pt idx="36122">
                  <c:v>141.97999999999999</c:v>
                </c:pt>
                <c:pt idx="36123">
                  <c:v>169.98</c:v>
                </c:pt>
                <c:pt idx="36124">
                  <c:v>84.99</c:v>
                </c:pt>
                <c:pt idx="36125">
                  <c:v>169.98</c:v>
                </c:pt>
                <c:pt idx="36126">
                  <c:v>148.97</c:v>
                </c:pt>
                <c:pt idx="36127">
                  <c:v>207.96</c:v>
                </c:pt>
                <c:pt idx="36128">
                  <c:v>80.98</c:v>
                </c:pt>
                <c:pt idx="36129">
                  <c:v>87.97</c:v>
                </c:pt>
                <c:pt idx="36130">
                  <c:v>87.97</c:v>
                </c:pt>
                <c:pt idx="36131">
                  <c:v>87.97</c:v>
                </c:pt>
                <c:pt idx="36132">
                  <c:v>79.48</c:v>
                </c:pt>
                <c:pt idx="36133">
                  <c:v>27.49</c:v>
                </c:pt>
                <c:pt idx="36134">
                  <c:v>51.98</c:v>
                </c:pt>
                <c:pt idx="36135">
                  <c:v>79.47</c:v>
                </c:pt>
                <c:pt idx="36136">
                  <c:v>87.98</c:v>
                </c:pt>
                <c:pt idx="36137">
                  <c:v>209.29</c:v>
                </c:pt>
                <c:pt idx="36138">
                  <c:v>287.93</c:v>
                </c:pt>
                <c:pt idx="36139">
                  <c:v>239.52</c:v>
                </c:pt>
                <c:pt idx="36140">
                  <c:v>239.54</c:v>
                </c:pt>
                <c:pt idx="36141">
                  <c:v>239.54</c:v>
                </c:pt>
                <c:pt idx="36142">
                  <c:v>279.41000000000003</c:v>
                </c:pt>
                <c:pt idx="36143">
                  <c:v>239.54</c:v>
                </c:pt>
                <c:pt idx="36144">
                  <c:v>268.33</c:v>
                </c:pt>
                <c:pt idx="36145">
                  <c:v>87.98</c:v>
                </c:pt>
                <c:pt idx="36146">
                  <c:v>87.97</c:v>
                </c:pt>
                <c:pt idx="36147">
                  <c:v>87.97</c:v>
                </c:pt>
                <c:pt idx="36148">
                  <c:v>49.99</c:v>
                </c:pt>
                <c:pt idx="36149">
                  <c:v>20.239999999999998</c:v>
                </c:pt>
                <c:pt idx="36150">
                  <c:v>-49.99</c:v>
                </c:pt>
                <c:pt idx="36151">
                  <c:v>54.99</c:v>
                </c:pt>
                <c:pt idx="36152">
                  <c:v>87.96</c:v>
                </c:pt>
                <c:pt idx="36153">
                  <c:v>39.49</c:v>
                </c:pt>
                <c:pt idx="36154">
                  <c:v>31.48</c:v>
                </c:pt>
                <c:pt idx="36155">
                  <c:v>87.94</c:v>
                </c:pt>
                <c:pt idx="36156">
                  <c:v>96.27</c:v>
                </c:pt>
                <c:pt idx="36157">
                  <c:v>13.09</c:v>
                </c:pt>
                <c:pt idx="36158">
                  <c:v>142.96</c:v>
                </c:pt>
                <c:pt idx="36159">
                  <c:v>131.97999999999999</c:v>
                </c:pt>
                <c:pt idx="36160">
                  <c:v>84.99</c:v>
                </c:pt>
                <c:pt idx="36161">
                  <c:v>147.97</c:v>
                </c:pt>
                <c:pt idx="36162">
                  <c:v>269.95999999999998</c:v>
                </c:pt>
                <c:pt idx="36163">
                  <c:v>99.98</c:v>
                </c:pt>
                <c:pt idx="36164">
                  <c:v>204.95</c:v>
                </c:pt>
                <c:pt idx="36165">
                  <c:v>254.97</c:v>
                </c:pt>
                <c:pt idx="36166">
                  <c:v>184.97</c:v>
                </c:pt>
                <c:pt idx="36167">
                  <c:v>64.88</c:v>
                </c:pt>
                <c:pt idx="36168">
                  <c:v>147.97</c:v>
                </c:pt>
                <c:pt idx="36169">
                  <c:v>137.97999999999999</c:v>
                </c:pt>
                <c:pt idx="36170">
                  <c:v>221.96</c:v>
                </c:pt>
                <c:pt idx="36171">
                  <c:v>181.95</c:v>
                </c:pt>
                <c:pt idx="36172">
                  <c:v>24.49</c:v>
                </c:pt>
                <c:pt idx="36173">
                  <c:v>96.79</c:v>
                </c:pt>
                <c:pt idx="36174">
                  <c:v>96.79</c:v>
                </c:pt>
                <c:pt idx="36175">
                  <c:v>96.78</c:v>
                </c:pt>
                <c:pt idx="36176">
                  <c:v>339.96</c:v>
                </c:pt>
                <c:pt idx="36177">
                  <c:v>110.96</c:v>
                </c:pt>
                <c:pt idx="36178">
                  <c:v>224.37</c:v>
                </c:pt>
                <c:pt idx="36179">
                  <c:v>339.96</c:v>
                </c:pt>
                <c:pt idx="36180">
                  <c:v>329.95</c:v>
                </c:pt>
                <c:pt idx="36181">
                  <c:v>215.36</c:v>
                </c:pt>
                <c:pt idx="36182">
                  <c:v>458.95</c:v>
                </c:pt>
                <c:pt idx="36183">
                  <c:v>49.59</c:v>
                </c:pt>
                <c:pt idx="36184">
                  <c:v>96.78</c:v>
                </c:pt>
                <c:pt idx="36185">
                  <c:v>49.59</c:v>
                </c:pt>
                <c:pt idx="36186">
                  <c:v>96.78</c:v>
                </c:pt>
                <c:pt idx="36187">
                  <c:v>96.78</c:v>
                </c:pt>
                <c:pt idx="36188">
                  <c:v>96.78</c:v>
                </c:pt>
                <c:pt idx="36189">
                  <c:v>96.78</c:v>
                </c:pt>
                <c:pt idx="36190">
                  <c:v>96.78</c:v>
                </c:pt>
                <c:pt idx="36191">
                  <c:v>96.78</c:v>
                </c:pt>
                <c:pt idx="36192">
                  <c:v>96.78</c:v>
                </c:pt>
                <c:pt idx="36193">
                  <c:v>96.78</c:v>
                </c:pt>
                <c:pt idx="36194">
                  <c:v>96.78</c:v>
                </c:pt>
                <c:pt idx="36195">
                  <c:v>33.04</c:v>
                </c:pt>
                <c:pt idx="36196">
                  <c:v>112.48</c:v>
                </c:pt>
                <c:pt idx="36197">
                  <c:v>182.11</c:v>
                </c:pt>
                <c:pt idx="36198">
                  <c:v>243.96</c:v>
                </c:pt>
                <c:pt idx="36199">
                  <c:v>85.49</c:v>
                </c:pt>
                <c:pt idx="36200">
                  <c:v>94.04</c:v>
                </c:pt>
                <c:pt idx="36201">
                  <c:v>226.92</c:v>
                </c:pt>
                <c:pt idx="36202">
                  <c:v>84.95</c:v>
                </c:pt>
                <c:pt idx="36203">
                  <c:v>96.78</c:v>
                </c:pt>
                <c:pt idx="36204">
                  <c:v>89.98</c:v>
                </c:pt>
                <c:pt idx="36205">
                  <c:v>96.78</c:v>
                </c:pt>
                <c:pt idx="36206">
                  <c:v>96.78</c:v>
                </c:pt>
                <c:pt idx="36207">
                  <c:v>96.78</c:v>
                </c:pt>
                <c:pt idx="36208">
                  <c:v>96.78</c:v>
                </c:pt>
                <c:pt idx="36209">
                  <c:v>199.96</c:v>
                </c:pt>
                <c:pt idx="36210">
                  <c:v>117.45</c:v>
                </c:pt>
                <c:pt idx="36211">
                  <c:v>84.99</c:v>
                </c:pt>
                <c:pt idx="36212">
                  <c:v>84.99</c:v>
                </c:pt>
                <c:pt idx="36213">
                  <c:v>59.96</c:v>
                </c:pt>
                <c:pt idx="36214">
                  <c:v>69.97</c:v>
                </c:pt>
                <c:pt idx="36215">
                  <c:v>65.989999999999995</c:v>
                </c:pt>
                <c:pt idx="36216">
                  <c:v>59.96</c:v>
                </c:pt>
                <c:pt idx="36217">
                  <c:v>56.71</c:v>
                </c:pt>
                <c:pt idx="36218">
                  <c:v>64.73</c:v>
                </c:pt>
                <c:pt idx="36219">
                  <c:v>161.96</c:v>
                </c:pt>
                <c:pt idx="36220">
                  <c:v>54.89</c:v>
                </c:pt>
                <c:pt idx="36221">
                  <c:v>96.75</c:v>
                </c:pt>
                <c:pt idx="36222">
                  <c:v>96.75</c:v>
                </c:pt>
                <c:pt idx="36223">
                  <c:v>38.479999999999997</c:v>
                </c:pt>
                <c:pt idx="36224">
                  <c:v>38.479999999999997</c:v>
                </c:pt>
                <c:pt idx="36225">
                  <c:v>96.74</c:v>
                </c:pt>
                <c:pt idx="36226">
                  <c:v>96.74</c:v>
                </c:pt>
                <c:pt idx="36227">
                  <c:v>-2.4</c:v>
                </c:pt>
                <c:pt idx="36228">
                  <c:v>99.13</c:v>
                </c:pt>
                <c:pt idx="36229">
                  <c:v>89.08</c:v>
                </c:pt>
                <c:pt idx="36230">
                  <c:v>89.06</c:v>
                </c:pt>
                <c:pt idx="36231">
                  <c:v>-18.989999999999998</c:v>
                </c:pt>
                <c:pt idx="36232">
                  <c:v>106.46</c:v>
                </c:pt>
                <c:pt idx="36233">
                  <c:v>87.47</c:v>
                </c:pt>
                <c:pt idx="36234">
                  <c:v>181.41</c:v>
                </c:pt>
                <c:pt idx="36235">
                  <c:v>155.47</c:v>
                </c:pt>
                <c:pt idx="36236">
                  <c:v>250.76</c:v>
                </c:pt>
                <c:pt idx="36237">
                  <c:v>87.47</c:v>
                </c:pt>
                <c:pt idx="36238">
                  <c:v>88.98</c:v>
                </c:pt>
                <c:pt idx="36239">
                  <c:v>88.98</c:v>
                </c:pt>
                <c:pt idx="36240">
                  <c:v>64.98</c:v>
                </c:pt>
                <c:pt idx="36241">
                  <c:v>15.29</c:v>
                </c:pt>
                <c:pt idx="36242">
                  <c:v>9.2899999999999991</c:v>
                </c:pt>
                <c:pt idx="36243">
                  <c:v>70.98</c:v>
                </c:pt>
                <c:pt idx="36244">
                  <c:v>71.569999999999993</c:v>
                </c:pt>
                <c:pt idx="36245">
                  <c:v>71.56</c:v>
                </c:pt>
                <c:pt idx="36246">
                  <c:v>54.97</c:v>
                </c:pt>
                <c:pt idx="36247">
                  <c:v>25.28</c:v>
                </c:pt>
                <c:pt idx="36248">
                  <c:v>-38.97</c:v>
                </c:pt>
                <c:pt idx="36249">
                  <c:v>63.37</c:v>
                </c:pt>
                <c:pt idx="36250">
                  <c:v>62.87</c:v>
                </c:pt>
                <c:pt idx="36251">
                  <c:v>37.28</c:v>
                </c:pt>
                <c:pt idx="36252">
                  <c:v>34.28</c:v>
                </c:pt>
                <c:pt idx="36253">
                  <c:v>87.94</c:v>
                </c:pt>
                <c:pt idx="36254">
                  <c:v>86.97</c:v>
                </c:pt>
                <c:pt idx="36255">
                  <c:v>86.97</c:v>
                </c:pt>
                <c:pt idx="36256">
                  <c:v>84.99</c:v>
                </c:pt>
                <c:pt idx="36257">
                  <c:v>20.309999999999999</c:v>
                </c:pt>
                <c:pt idx="36258">
                  <c:v>65.989999999999995</c:v>
                </c:pt>
                <c:pt idx="36259">
                  <c:v>84.99</c:v>
                </c:pt>
                <c:pt idx="36260">
                  <c:v>79.63</c:v>
                </c:pt>
                <c:pt idx="36261">
                  <c:v>51.29</c:v>
                </c:pt>
                <c:pt idx="36262">
                  <c:v>84.99</c:v>
                </c:pt>
                <c:pt idx="36263">
                  <c:v>84.99</c:v>
                </c:pt>
                <c:pt idx="36264">
                  <c:v>21.94</c:v>
                </c:pt>
                <c:pt idx="36265">
                  <c:v>59.11</c:v>
                </c:pt>
                <c:pt idx="36266">
                  <c:v>65.989999999999995</c:v>
                </c:pt>
                <c:pt idx="36267">
                  <c:v>65.989999999999995</c:v>
                </c:pt>
                <c:pt idx="36268">
                  <c:v>61.82</c:v>
                </c:pt>
                <c:pt idx="36269">
                  <c:v>65.989999999999995</c:v>
                </c:pt>
                <c:pt idx="36270">
                  <c:v>21</c:v>
                </c:pt>
                <c:pt idx="36271">
                  <c:v>68.989999999999995</c:v>
                </c:pt>
                <c:pt idx="36272">
                  <c:v>86.98</c:v>
                </c:pt>
                <c:pt idx="36273">
                  <c:v>86.95</c:v>
                </c:pt>
                <c:pt idx="36274">
                  <c:v>79.989999999999995</c:v>
                </c:pt>
                <c:pt idx="36275">
                  <c:v>86.94</c:v>
                </c:pt>
                <c:pt idx="36276">
                  <c:v>86.96</c:v>
                </c:pt>
                <c:pt idx="36277">
                  <c:v>79.98</c:v>
                </c:pt>
                <c:pt idx="36278">
                  <c:v>86.96</c:v>
                </c:pt>
                <c:pt idx="36279">
                  <c:v>99.98</c:v>
                </c:pt>
                <c:pt idx="36280">
                  <c:v>79.959999999999994</c:v>
                </c:pt>
                <c:pt idx="36281">
                  <c:v>169.98</c:v>
                </c:pt>
                <c:pt idx="36282">
                  <c:v>66.13</c:v>
                </c:pt>
                <c:pt idx="36283">
                  <c:v>254.97</c:v>
                </c:pt>
                <c:pt idx="36284">
                  <c:v>241.97</c:v>
                </c:pt>
                <c:pt idx="36285">
                  <c:v>158.47</c:v>
                </c:pt>
                <c:pt idx="36286">
                  <c:v>189.96</c:v>
                </c:pt>
                <c:pt idx="36287">
                  <c:v>254.97</c:v>
                </c:pt>
                <c:pt idx="36288">
                  <c:v>229.47</c:v>
                </c:pt>
                <c:pt idx="36289">
                  <c:v>129.96</c:v>
                </c:pt>
                <c:pt idx="36290">
                  <c:v>159.46</c:v>
                </c:pt>
                <c:pt idx="36291">
                  <c:v>254.97</c:v>
                </c:pt>
                <c:pt idx="36292">
                  <c:v>6.29</c:v>
                </c:pt>
                <c:pt idx="36293">
                  <c:v>25.78</c:v>
                </c:pt>
                <c:pt idx="36294">
                  <c:v>94.99</c:v>
                </c:pt>
                <c:pt idx="36295">
                  <c:v>94.98</c:v>
                </c:pt>
                <c:pt idx="36296">
                  <c:v>94.98</c:v>
                </c:pt>
                <c:pt idx="36297">
                  <c:v>169.98</c:v>
                </c:pt>
                <c:pt idx="36298">
                  <c:v>169.98</c:v>
                </c:pt>
                <c:pt idx="36299">
                  <c:v>169.98</c:v>
                </c:pt>
                <c:pt idx="36300">
                  <c:v>243.46</c:v>
                </c:pt>
                <c:pt idx="36301">
                  <c:v>206.97</c:v>
                </c:pt>
                <c:pt idx="36302">
                  <c:v>248.65</c:v>
                </c:pt>
                <c:pt idx="36303">
                  <c:v>94.98</c:v>
                </c:pt>
                <c:pt idx="36304">
                  <c:v>94.96</c:v>
                </c:pt>
                <c:pt idx="36305">
                  <c:v>20.53</c:v>
                </c:pt>
                <c:pt idx="36306">
                  <c:v>88.14</c:v>
                </c:pt>
                <c:pt idx="36307">
                  <c:v>51.97</c:v>
                </c:pt>
                <c:pt idx="36308">
                  <c:v>101.28</c:v>
                </c:pt>
                <c:pt idx="36309">
                  <c:v>136.96</c:v>
                </c:pt>
                <c:pt idx="36310">
                  <c:v>104.98</c:v>
                </c:pt>
                <c:pt idx="36311">
                  <c:v>169.98</c:v>
                </c:pt>
                <c:pt idx="36312">
                  <c:v>65.989999999999995</c:v>
                </c:pt>
                <c:pt idx="36313">
                  <c:v>55.98</c:v>
                </c:pt>
                <c:pt idx="36314">
                  <c:v>108.97</c:v>
                </c:pt>
                <c:pt idx="36315">
                  <c:v>84.99</c:v>
                </c:pt>
                <c:pt idx="36316">
                  <c:v>104.98</c:v>
                </c:pt>
                <c:pt idx="36317">
                  <c:v>84.99</c:v>
                </c:pt>
                <c:pt idx="36318">
                  <c:v>66.98</c:v>
                </c:pt>
                <c:pt idx="36319">
                  <c:v>77.97</c:v>
                </c:pt>
                <c:pt idx="36320">
                  <c:v>28.07</c:v>
                </c:pt>
                <c:pt idx="36321">
                  <c:v>62.08</c:v>
                </c:pt>
                <c:pt idx="36322">
                  <c:v>29.99</c:v>
                </c:pt>
                <c:pt idx="36323">
                  <c:v>87.98</c:v>
                </c:pt>
                <c:pt idx="36324">
                  <c:v>87.98</c:v>
                </c:pt>
                <c:pt idx="36325">
                  <c:v>87.97</c:v>
                </c:pt>
                <c:pt idx="36326">
                  <c:v>84.99</c:v>
                </c:pt>
                <c:pt idx="36327">
                  <c:v>84.99</c:v>
                </c:pt>
                <c:pt idx="36328">
                  <c:v>84.99</c:v>
                </c:pt>
                <c:pt idx="36329">
                  <c:v>65.989999999999995</c:v>
                </c:pt>
                <c:pt idx="36330">
                  <c:v>84.99</c:v>
                </c:pt>
                <c:pt idx="36331">
                  <c:v>29.28</c:v>
                </c:pt>
                <c:pt idx="36332">
                  <c:v>74.650000000000006</c:v>
                </c:pt>
                <c:pt idx="36333">
                  <c:v>169.98</c:v>
                </c:pt>
                <c:pt idx="36334">
                  <c:v>84.99</c:v>
                </c:pt>
                <c:pt idx="36335">
                  <c:v>84.99</c:v>
                </c:pt>
                <c:pt idx="36336">
                  <c:v>84.99</c:v>
                </c:pt>
                <c:pt idx="36337">
                  <c:v>65.989999999999995</c:v>
                </c:pt>
                <c:pt idx="36338">
                  <c:v>84.99</c:v>
                </c:pt>
                <c:pt idx="36339">
                  <c:v>84.99</c:v>
                </c:pt>
                <c:pt idx="36340">
                  <c:v>65.989999999999995</c:v>
                </c:pt>
                <c:pt idx="36341">
                  <c:v>79.98</c:v>
                </c:pt>
                <c:pt idx="36342">
                  <c:v>110.97</c:v>
                </c:pt>
                <c:pt idx="36343">
                  <c:v>76.489999999999995</c:v>
                </c:pt>
                <c:pt idx="36344">
                  <c:v>123.17</c:v>
                </c:pt>
                <c:pt idx="36345">
                  <c:v>87.97</c:v>
                </c:pt>
                <c:pt idx="36346">
                  <c:v>87.96</c:v>
                </c:pt>
                <c:pt idx="36347">
                  <c:v>58.98</c:v>
                </c:pt>
                <c:pt idx="36348">
                  <c:v>46.94</c:v>
                </c:pt>
                <c:pt idx="36349">
                  <c:v>52.97</c:v>
                </c:pt>
                <c:pt idx="36350">
                  <c:v>66.53</c:v>
                </c:pt>
                <c:pt idx="36351">
                  <c:v>51.29</c:v>
                </c:pt>
                <c:pt idx="36352">
                  <c:v>19.14</c:v>
                </c:pt>
                <c:pt idx="36353">
                  <c:v>158.36000000000001</c:v>
                </c:pt>
                <c:pt idx="36354">
                  <c:v>156.08000000000001</c:v>
                </c:pt>
                <c:pt idx="36355">
                  <c:v>59.41</c:v>
                </c:pt>
                <c:pt idx="36356">
                  <c:v>199.57</c:v>
                </c:pt>
                <c:pt idx="36357">
                  <c:v>208.07</c:v>
                </c:pt>
                <c:pt idx="36358">
                  <c:v>159.69999999999999</c:v>
                </c:pt>
                <c:pt idx="36359">
                  <c:v>79.849999999999994</c:v>
                </c:pt>
                <c:pt idx="36360">
                  <c:v>87.08</c:v>
                </c:pt>
                <c:pt idx="36361">
                  <c:v>159.69999999999999</c:v>
                </c:pt>
                <c:pt idx="36362">
                  <c:v>55.62</c:v>
                </c:pt>
                <c:pt idx="36363">
                  <c:v>86.16</c:v>
                </c:pt>
                <c:pt idx="36364">
                  <c:v>51.76</c:v>
                </c:pt>
                <c:pt idx="36365">
                  <c:v>27.18</c:v>
                </c:pt>
                <c:pt idx="36366">
                  <c:v>65.319999999999993</c:v>
                </c:pt>
                <c:pt idx="36367">
                  <c:v>30.99</c:v>
                </c:pt>
                <c:pt idx="36368">
                  <c:v>86.07</c:v>
                </c:pt>
                <c:pt idx="36369">
                  <c:v>103.98</c:v>
                </c:pt>
                <c:pt idx="36370">
                  <c:v>103.98</c:v>
                </c:pt>
                <c:pt idx="36371">
                  <c:v>144.97999999999999</c:v>
                </c:pt>
                <c:pt idx="36372">
                  <c:v>84.99</c:v>
                </c:pt>
                <c:pt idx="36373">
                  <c:v>84.99</c:v>
                </c:pt>
                <c:pt idx="36374">
                  <c:v>65.989999999999995</c:v>
                </c:pt>
                <c:pt idx="36375">
                  <c:v>84.99</c:v>
                </c:pt>
                <c:pt idx="36376">
                  <c:v>84.99</c:v>
                </c:pt>
                <c:pt idx="36377">
                  <c:v>68.989999999999995</c:v>
                </c:pt>
                <c:pt idx="36378">
                  <c:v>84.99</c:v>
                </c:pt>
                <c:pt idx="36379">
                  <c:v>83.98</c:v>
                </c:pt>
                <c:pt idx="36380">
                  <c:v>84.99</c:v>
                </c:pt>
                <c:pt idx="36381">
                  <c:v>59.39</c:v>
                </c:pt>
                <c:pt idx="36382">
                  <c:v>67.13</c:v>
                </c:pt>
                <c:pt idx="36383">
                  <c:v>54.99</c:v>
                </c:pt>
                <c:pt idx="36384">
                  <c:v>65.989999999999995</c:v>
                </c:pt>
                <c:pt idx="36385">
                  <c:v>84.99</c:v>
                </c:pt>
                <c:pt idx="36386">
                  <c:v>103.98</c:v>
                </c:pt>
                <c:pt idx="36387">
                  <c:v>84.99</c:v>
                </c:pt>
                <c:pt idx="36388">
                  <c:v>84.99</c:v>
                </c:pt>
                <c:pt idx="36389">
                  <c:v>65.989999999999995</c:v>
                </c:pt>
                <c:pt idx="36390">
                  <c:v>102.98</c:v>
                </c:pt>
                <c:pt idx="36391">
                  <c:v>84.99</c:v>
                </c:pt>
                <c:pt idx="36392">
                  <c:v>68.989999999999995</c:v>
                </c:pt>
                <c:pt idx="36393">
                  <c:v>85.98</c:v>
                </c:pt>
                <c:pt idx="36394">
                  <c:v>85.97</c:v>
                </c:pt>
                <c:pt idx="36395">
                  <c:v>85.98</c:v>
                </c:pt>
                <c:pt idx="36396">
                  <c:v>-151.96</c:v>
                </c:pt>
                <c:pt idx="36397">
                  <c:v>151.96</c:v>
                </c:pt>
                <c:pt idx="36398">
                  <c:v>85.97</c:v>
                </c:pt>
                <c:pt idx="36399">
                  <c:v>85.98</c:v>
                </c:pt>
                <c:pt idx="36400">
                  <c:v>44.48</c:v>
                </c:pt>
                <c:pt idx="36401">
                  <c:v>87.47</c:v>
                </c:pt>
                <c:pt idx="36402">
                  <c:v>85.97</c:v>
                </c:pt>
                <c:pt idx="36403">
                  <c:v>199.96</c:v>
                </c:pt>
                <c:pt idx="36404">
                  <c:v>64.98</c:v>
                </c:pt>
                <c:pt idx="36405">
                  <c:v>199.96</c:v>
                </c:pt>
                <c:pt idx="36406">
                  <c:v>199.96</c:v>
                </c:pt>
                <c:pt idx="36407">
                  <c:v>199.96</c:v>
                </c:pt>
                <c:pt idx="36408">
                  <c:v>181.36</c:v>
                </c:pt>
                <c:pt idx="36409">
                  <c:v>199.96</c:v>
                </c:pt>
                <c:pt idx="36410">
                  <c:v>199.96</c:v>
                </c:pt>
                <c:pt idx="36411">
                  <c:v>199.96</c:v>
                </c:pt>
                <c:pt idx="36412">
                  <c:v>84.98</c:v>
                </c:pt>
                <c:pt idx="36413">
                  <c:v>79.98</c:v>
                </c:pt>
                <c:pt idx="36414">
                  <c:v>199.96</c:v>
                </c:pt>
                <c:pt idx="36415">
                  <c:v>85.97</c:v>
                </c:pt>
                <c:pt idx="36416">
                  <c:v>21.48</c:v>
                </c:pt>
                <c:pt idx="36417">
                  <c:v>47.48</c:v>
                </c:pt>
                <c:pt idx="36418">
                  <c:v>87.46</c:v>
                </c:pt>
                <c:pt idx="36419">
                  <c:v>19.47</c:v>
                </c:pt>
                <c:pt idx="36420">
                  <c:v>35</c:v>
                </c:pt>
                <c:pt idx="36421">
                  <c:v>35</c:v>
                </c:pt>
                <c:pt idx="36422">
                  <c:v>66.98</c:v>
                </c:pt>
                <c:pt idx="36423">
                  <c:v>66.98</c:v>
                </c:pt>
                <c:pt idx="36424">
                  <c:v>85.86</c:v>
                </c:pt>
                <c:pt idx="36425">
                  <c:v>85.86</c:v>
                </c:pt>
                <c:pt idx="36426">
                  <c:v>78.98</c:v>
                </c:pt>
                <c:pt idx="36427">
                  <c:v>73.06</c:v>
                </c:pt>
                <c:pt idx="36428">
                  <c:v>84.97</c:v>
                </c:pt>
                <c:pt idx="36429">
                  <c:v>206.97</c:v>
                </c:pt>
                <c:pt idx="36430">
                  <c:v>84.29</c:v>
                </c:pt>
                <c:pt idx="36431">
                  <c:v>67.290000000000006</c:v>
                </c:pt>
                <c:pt idx="36432">
                  <c:v>150.18</c:v>
                </c:pt>
                <c:pt idx="36433">
                  <c:v>59.64</c:v>
                </c:pt>
                <c:pt idx="36434">
                  <c:v>85.61</c:v>
                </c:pt>
                <c:pt idx="36435">
                  <c:v>85.14</c:v>
                </c:pt>
                <c:pt idx="36436">
                  <c:v>196.94</c:v>
                </c:pt>
                <c:pt idx="36437">
                  <c:v>186.76</c:v>
                </c:pt>
                <c:pt idx="36438">
                  <c:v>-23.98</c:v>
                </c:pt>
                <c:pt idx="36439">
                  <c:v>130</c:v>
                </c:pt>
                <c:pt idx="36440">
                  <c:v>87.26</c:v>
                </c:pt>
                <c:pt idx="36441">
                  <c:v>86.47</c:v>
                </c:pt>
                <c:pt idx="36442">
                  <c:v>87.97</c:v>
                </c:pt>
                <c:pt idx="36443">
                  <c:v>75.180000000000007</c:v>
                </c:pt>
                <c:pt idx="36444">
                  <c:v>87.97</c:v>
                </c:pt>
                <c:pt idx="36445">
                  <c:v>75.180000000000007</c:v>
                </c:pt>
                <c:pt idx="36446">
                  <c:v>30.38</c:v>
                </c:pt>
                <c:pt idx="36447">
                  <c:v>46.74</c:v>
                </c:pt>
                <c:pt idx="36448">
                  <c:v>130.63999999999999</c:v>
                </c:pt>
                <c:pt idx="36449">
                  <c:v>96.78</c:v>
                </c:pt>
                <c:pt idx="36450">
                  <c:v>85.89</c:v>
                </c:pt>
                <c:pt idx="36451">
                  <c:v>65.3</c:v>
                </c:pt>
                <c:pt idx="36452">
                  <c:v>115.41</c:v>
                </c:pt>
                <c:pt idx="36453">
                  <c:v>141.51</c:v>
                </c:pt>
                <c:pt idx="36454">
                  <c:v>67.84</c:v>
                </c:pt>
                <c:pt idx="36455">
                  <c:v>-34.99</c:v>
                </c:pt>
                <c:pt idx="36456">
                  <c:v>53.98</c:v>
                </c:pt>
                <c:pt idx="36457">
                  <c:v>67.97</c:v>
                </c:pt>
                <c:pt idx="36458">
                  <c:v>93.58</c:v>
                </c:pt>
                <c:pt idx="36459">
                  <c:v>94.36</c:v>
                </c:pt>
                <c:pt idx="36460">
                  <c:v>86.95</c:v>
                </c:pt>
                <c:pt idx="36461">
                  <c:v>53.97</c:v>
                </c:pt>
                <c:pt idx="36462">
                  <c:v>53.97</c:v>
                </c:pt>
                <c:pt idx="36463">
                  <c:v>86.95</c:v>
                </c:pt>
                <c:pt idx="36464">
                  <c:v>79.98</c:v>
                </c:pt>
                <c:pt idx="36465">
                  <c:v>114.16</c:v>
                </c:pt>
                <c:pt idx="36466">
                  <c:v>19.98</c:v>
                </c:pt>
                <c:pt idx="36467">
                  <c:v>119.84</c:v>
                </c:pt>
                <c:pt idx="36468">
                  <c:v>79.98</c:v>
                </c:pt>
                <c:pt idx="36469">
                  <c:v>93.97</c:v>
                </c:pt>
                <c:pt idx="36470">
                  <c:v>92.98</c:v>
                </c:pt>
                <c:pt idx="36471">
                  <c:v>164.15</c:v>
                </c:pt>
                <c:pt idx="36472">
                  <c:v>118.96</c:v>
                </c:pt>
                <c:pt idx="36473">
                  <c:v>149.85</c:v>
                </c:pt>
                <c:pt idx="36474">
                  <c:v>93.58</c:v>
                </c:pt>
                <c:pt idx="36475">
                  <c:v>86.95</c:v>
                </c:pt>
                <c:pt idx="36476">
                  <c:v>94.36</c:v>
                </c:pt>
                <c:pt idx="36477">
                  <c:v>93.58</c:v>
                </c:pt>
                <c:pt idx="36478">
                  <c:v>86.94</c:v>
                </c:pt>
                <c:pt idx="36479">
                  <c:v>94.34</c:v>
                </c:pt>
                <c:pt idx="36480">
                  <c:v>94.34</c:v>
                </c:pt>
                <c:pt idx="36481">
                  <c:v>94.34</c:v>
                </c:pt>
                <c:pt idx="36482">
                  <c:v>58.98</c:v>
                </c:pt>
                <c:pt idx="36483">
                  <c:v>58.98</c:v>
                </c:pt>
                <c:pt idx="36484">
                  <c:v>9.2899999999999991</c:v>
                </c:pt>
                <c:pt idx="36485">
                  <c:v>9.2899999999999991</c:v>
                </c:pt>
                <c:pt idx="36486">
                  <c:v>59.53</c:v>
                </c:pt>
                <c:pt idx="36487">
                  <c:v>174.97</c:v>
                </c:pt>
                <c:pt idx="36488">
                  <c:v>97.49</c:v>
                </c:pt>
                <c:pt idx="36489">
                  <c:v>247.44</c:v>
                </c:pt>
                <c:pt idx="36490">
                  <c:v>79.989999999999995</c:v>
                </c:pt>
                <c:pt idx="36491">
                  <c:v>163.19</c:v>
                </c:pt>
                <c:pt idx="36492">
                  <c:v>98.97</c:v>
                </c:pt>
                <c:pt idx="36493">
                  <c:v>183.97</c:v>
                </c:pt>
                <c:pt idx="36494">
                  <c:v>79.98</c:v>
                </c:pt>
                <c:pt idx="36495">
                  <c:v>144.32</c:v>
                </c:pt>
                <c:pt idx="36496">
                  <c:v>84</c:v>
                </c:pt>
                <c:pt idx="36497">
                  <c:v>76.69</c:v>
                </c:pt>
                <c:pt idx="36498">
                  <c:v>145.69999999999999</c:v>
                </c:pt>
                <c:pt idx="36499">
                  <c:v>75.98</c:v>
                </c:pt>
                <c:pt idx="36500">
                  <c:v>79.38</c:v>
                </c:pt>
                <c:pt idx="36501">
                  <c:v>88.18</c:v>
                </c:pt>
                <c:pt idx="36502">
                  <c:v>98.13</c:v>
                </c:pt>
                <c:pt idx="36503">
                  <c:v>157.72</c:v>
                </c:pt>
                <c:pt idx="36504">
                  <c:v>86.16</c:v>
                </c:pt>
                <c:pt idx="36505">
                  <c:v>54.98</c:v>
                </c:pt>
                <c:pt idx="36506">
                  <c:v>34.99</c:v>
                </c:pt>
                <c:pt idx="36507">
                  <c:v>54.99</c:v>
                </c:pt>
                <c:pt idx="36508">
                  <c:v>85.98</c:v>
                </c:pt>
                <c:pt idx="36509">
                  <c:v>85.98</c:v>
                </c:pt>
                <c:pt idx="36510">
                  <c:v>85.98</c:v>
                </c:pt>
                <c:pt idx="36511">
                  <c:v>85.98</c:v>
                </c:pt>
                <c:pt idx="36512">
                  <c:v>131.97999999999999</c:v>
                </c:pt>
                <c:pt idx="36513">
                  <c:v>131.97999999999999</c:v>
                </c:pt>
                <c:pt idx="36514">
                  <c:v>0.98</c:v>
                </c:pt>
                <c:pt idx="36515">
                  <c:v>179.46</c:v>
                </c:pt>
                <c:pt idx="36516">
                  <c:v>134.96</c:v>
                </c:pt>
                <c:pt idx="36517">
                  <c:v>76.989999999999995</c:v>
                </c:pt>
                <c:pt idx="36518">
                  <c:v>131.97999999999999</c:v>
                </c:pt>
                <c:pt idx="36519">
                  <c:v>159.97999999999999</c:v>
                </c:pt>
                <c:pt idx="36520">
                  <c:v>105.98</c:v>
                </c:pt>
                <c:pt idx="36521">
                  <c:v>89.97</c:v>
                </c:pt>
                <c:pt idx="36522">
                  <c:v>169.98</c:v>
                </c:pt>
                <c:pt idx="36523">
                  <c:v>169.98</c:v>
                </c:pt>
                <c:pt idx="36524">
                  <c:v>85.98</c:v>
                </c:pt>
                <c:pt idx="36525">
                  <c:v>85.98</c:v>
                </c:pt>
                <c:pt idx="36526">
                  <c:v>58.97</c:v>
                </c:pt>
                <c:pt idx="36527">
                  <c:v>85.06</c:v>
                </c:pt>
                <c:pt idx="36528">
                  <c:v>93.94</c:v>
                </c:pt>
                <c:pt idx="36529">
                  <c:v>84.99</c:v>
                </c:pt>
                <c:pt idx="36530">
                  <c:v>84.99</c:v>
                </c:pt>
                <c:pt idx="36531">
                  <c:v>84.99</c:v>
                </c:pt>
                <c:pt idx="36532">
                  <c:v>84.99</c:v>
                </c:pt>
                <c:pt idx="36533">
                  <c:v>84.99</c:v>
                </c:pt>
                <c:pt idx="36534">
                  <c:v>84.99</c:v>
                </c:pt>
                <c:pt idx="36535">
                  <c:v>84.99</c:v>
                </c:pt>
                <c:pt idx="36536">
                  <c:v>99.95</c:v>
                </c:pt>
                <c:pt idx="36537">
                  <c:v>252.59</c:v>
                </c:pt>
                <c:pt idx="36538">
                  <c:v>84.99</c:v>
                </c:pt>
                <c:pt idx="36539">
                  <c:v>79.17</c:v>
                </c:pt>
                <c:pt idx="36540">
                  <c:v>178.57</c:v>
                </c:pt>
                <c:pt idx="36541">
                  <c:v>84.99</c:v>
                </c:pt>
                <c:pt idx="36542">
                  <c:v>84.99</c:v>
                </c:pt>
                <c:pt idx="36543">
                  <c:v>169.98</c:v>
                </c:pt>
                <c:pt idx="36544">
                  <c:v>80.739999999999995</c:v>
                </c:pt>
                <c:pt idx="36545">
                  <c:v>64.98</c:v>
                </c:pt>
                <c:pt idx="36546">
                  <c:v>84.99</c:v>
                </c:pt>
                <c:pt idx="36547">
                  <c:v>138.96</c:v>
                </c:pt>
                <c:pt idx="36548">
                  <c:v>153.97</c:v>
                </c:pt>
                <c:pt idx="36549">
                  <c:v>134.97999999999999</c:v>
                </c:pt>
                <c:pt idx="36550">
                  <c:v>139.97999999999999</c:v>
                </c:pt>
                <c:pt idx="36551">
                  <c:v>169.98</c:v>
                </c:pt>
                <c:pt idx="36552">
                  <c:v>84.99</c:v>
                </c:pt>
                <c:pt idx="36553">
                  <c:v>84.99</c:v>
                </c:pt>
                <c:pt idx="36554">
                  <c:v>84.98</c:v>
                </c:pt>
                <c:pt idx="36555">
                  <c:v>146.22999999999999</c:v>
                </c:pt>
                <c:pt idx="36556">
                  <c:v>61.98</c:v>
                </c:pt>
                <c:pt idx="36557">
                  <c:v>149.94999999999999</c:v>
                </c:pt>
                <c:pt idx="36558">
                  <c:v>69.98</c:v>
                </c:pt>
                <c:pt idx="36559">
                  <c:v>84.99</c:v>
                </c:pt>
                <c:pt idx="36560">
                  <c:v>84.99</c:v>
                </c:pt>
                <c:pt idx="36561">
                  <c:v>83.49</c:v>
                </c:pt>
                <c:pt idx="36562">
                  <c:v>68.989999999999995</c:v>
                </c:pt>
                <c:pt idx="36563">
                  <c:v>78.98</c:v>
                </c:pt>
                <c:pt idx="36564">
                  <c:v>84.99</c:v>
                </c:pt>
                <c:pt idx="36565">
                  <c:v>83.98</c:v>
                </c:pt>
                <c:pt idx="36566">
                  <c:v>68.14</c:v>
                </c:pt>
                <c:pt idx="36567">
                  <c:v>75.5</c:v>
                </c:pt>
                <c:pt idx="36568">
                  <c:v>61.98</c:v>
                </c:pt>
                <c:pt idx="36569">
                  <c:v>74.989999999999995</c:v>
                </c:pt>
                <c:pt idx="36570">
                  <c:v>68.989999999999995</c:v>
                </c:pt>
                <c:pt idx="36571">
                  <c:v>83.98</c:v>
                </c:pt>
                <c:pt idx="36572">
                  <c:v>80.98</c:v>
                </c:pt>
                <c:pt idx="36573">
                  <c:v>96.18</c:v>
                </c:pt>
                <c:pt idx="36574">
                  <c:v>68.989999999999995</c:v>
                </c:pt>
                <c:pt idx="36575">
                  <c:v>61.98</c:v>
                </c:pt>
                <c:pt idx="36576">
                  <c:v>68.989999999999995</c:v>
                </c:pt>
                <c:pt idx="36577">
                  <c:v>65.989999999999995</c:v>
                </c:pt>
                <c:pt idx="36578">
                  <c:v>68.989999999999995</c:v>
                </c:pt>
                <c:pt idx="36579">
                  <c:v>82.87</c:v>
                </c:pt>
                <c:pt idx="36580">
                  <c:v>62.81</c:v>
                </c:pt>
                <c:pt idx="36581">
                  <c:v>65.989999999999995</c:v>
                </c:pt>
                <c:pt idx="36582">
                  <c:v>83.45</c:v>
                </c:pt>
                <c:pt idx="36583">
                  <c:v>68.989999999999995</c:v>
                </c:pt>
                <c:pt idx="36584">
                  <c:v>63.29</c:v>
                </c:pt>
                <c:pt idx="36585">
                  <c:v>80.98</c:v>
                </c:pt>
                <c:pt idx="36586">
                  <c:v>59.39</c:v>
                </c:pt>
                <c:pt idx="36587">
                  <c:v>59.98</c:v>
                </c:pt>
                <c:pt idx="36588">
                  <c:v>61.98</c:v>
                </c:pt>
                <c:pt idx="36589">
                  <c:v>67.45</c:v>
                </c:pt>
                <c:pt idx="36590">
                  <c:v>65.989999999999995</c:v>
                </c:pt>
                <c:pt idx="36591">
                  <c:v>84.99</c:v>
                </c:pt>
                <c:pt idx="36592">
                  <c:v>84.99</c:v>
                </c:pt>
                <c:pt idx="36593">
                  <c:v>84.99</c:v>
                </c:pt>
                <c:pt idx="36594">
                  <c:v>84.99</c:v>
                </c:pt>
                <c:pt idx="36595">
                  <c:v>84.99</c:v>
                </c:pt>
                <c:pt idx="36596">
                  <c:v>84.99</c:v>
                </c:pt>
                <c:pt idx="36597">
                  <c:v>84.99</c:v>
                </c:pt>
                <c:pt idx="36598">
                  <c:v>19.28</c:v>
                </c:pt>
                <c:pt idx="36599">
                  <c:v>19.28</c:v>
                </c:pt>
                <c:pt idx="36600">
                  <c:v>84.99</c:v>
                </c:pt>
                <c:pt idx="36601">
                  <c:v>18.239999999999998</c:v>
                </c:pt>
                <c:pt idx="36602">
                  <c:v>18.239999999999998</c:v>
                </c:pt>
                <c:pt idx="36603">
                  <c:v>84.99</c:v>
                </c:pt>
                <c:pt idx="36604">
                  <c:v>84.99</c:v>
                </c:pt>
                <c:pt idx="36605">
                  <c:v>84.99</c:v>
                </c:pt>
                <c:pt idx="36606">
                  <c:v>83.61</c:v>
                </c:pt>
                <c:pt idx="36607">
                  <c:v>85.98</c:v>
                </c:pt>
                <c:pt idx="36608">
                  <c:v>114.96</c:v>
                </c:pt>
                <c:pt idx="36609">
                  <c:v>85.98</c:v>
                </c:pt>
                <c:pt idx="36610">
                  <c:v>85.98</c:v>
                </c:pt>
                <c:pt idx="36611">
                  <c:v>140.96</c:v>
                </c:pt>
                <c:pt idx="36612">
                  <c:v>168.04</c:v>
                </c:pt>
                <c:pt idx="36613">
                  <c:v>79.38</c:v>
                </c:pt>
                <c:pt idx="36614">
                  <c:v>85.98</c:v>
                </c:pt>
                <c:pt idx="36615">
                  <c:v>56.72</c:v>
                </c:pt>
                <c:pt idx="36616">
                  <c:v>105.97</c:v>
                </c:pt>
                <c:pt idx="36617">
                  <c:v>104.22</c:v>
                </c:pt>
                <c:pt idx="36618">
                  <c:v>152.15</c:v>
                </c:pt>
                <c:pt idx="36619">
                  <c:v>84.99</c:v>
                </c:pt>
                <c:pt idx="36620">
                  <c:v>84.99</c:v>
                </c:pt>
                <c:pt idx="36621">
                  <c:v>84.99</c:v>
                </c:pt>
                <c:pt idx="36622">
                  <c:v>84.99</c:v>
                </c:pt>
                <c:pt idx="36623">
                  <c:v>84.97</c:v>
                </c:pt>
                <c:pt idx="36624">
                  <c:v>84.99</c:v>
                </c:pt>
                <c:pt idx="36625">
                  <c:v>84.99</c:v>
                </c:pt>
                <c:pt idx="36626">
                  <c:v>84.99</c:v>
                </c:pt>
                <c:pt idx="36627">
                  <c:v>84.99</c:v>
                </c:pt>
                <c:pt idx="36628">
                  <c:v>315.86</c:v>
                </c:pt>
                <c:pt idx="36629">
                  <c:v>248.83</c:v>
                </c:pt>
                <c:pt idx="36630">
                  <c:v>114.1</c:v>
                </c:pt>
                <c:pt idx="36631">
                  <c:v>261.45999999999998</c:v>
                </c:pt>
                <c:pt idx="36632">
                  <c:v>84.99</c:v>
                </c:pt>
                <c:pt idx="36633">
                  <c:v>84.99</c:v>
                </c:pt>
                <c:pt idx="36634">
                  <c:v>84.99</c:v>
                </c:pt>
                <c:pt idx="36635">
                  <c:v>84.99</c:v>
                </c:pt>
                <c:pt idx="36636">
                  <c:v>84.99</c:v>
                </c:pt>
                <c:pt idx="36637">
                  <c:v>77.790000000000006</c:v>
                </c:pt>
                <c:pt idx="36638">
                  <c:v>84.99</c:v>
                </c:pt>
                <c:pt idx="36639">
                  <c:v>84.99</c:v>
                </c:pt>
                <c:pt idx="36640">
                  <c:v>84.99</c:v>
                </c:pt>
                <c:pt idx="36641">
                  <c:v>84.99</c:v>
                </c:pt>
                <c:pt idx="36642">
                  <c:v>59.98</c:v>
                </c:pt>
                <c:pt idx="36643">
                  <c:v>69.98</c:v>
                </c:pt>
                <c:pt idx="36644">
                  <c:v>63.99</c:v>
                </c:pt>
                <c:pt idx="36645">
                  <c:v>69.98</c:v>
                </c:pt>
                <c:pt idx="36646">
                  <c:v>73.97</c:v>
                </c:pt>
                <c:pt idx="36647">
                  <c:v>84.99</c:v>
                </c:pt>
                <c:pt idx="36648">
                  <c:v>84.99</c:v>
                </c:pt>
                <c:pt idx="36649">
                  <c:v>109.98</c:v>
                </c:pt>
                <c:pt idx="36650">
                  <c:v>31.29</c:v>
                </c:pt>
                <c:pt idx="36651">
                  <c:v>70.989999999999995</c:v>
                </c:pt>
                <c:pt idx="36652">
                  <c:v>68.98</c:v>
                </c:pt>
                <c:pt idx="36653">
                  <c:v>83.97</c:v>
                </c:pt>
                <c:pt idx="36654">
                  <c:v>72.97</c:v>
                </c:pt>
                <c:pt idx="36655">
                  <c:v>109.98</c:v>
                </c:pt>
                <c:pt idx="36656">
                  <c:v>93.97</c:v>
                </c:pt>
                <c:pt idx="36657">
                  <c:v>99.17</c:v>
                </c:pt>
                <c:pt idx="36658">
                  <c:v>68.98</c:v>
                </c:pt>
                <c:pt idx="36659">
                  <c:v>68.98</c:v>
                </c:pt>
                <c:pt idx="36660">
                  <c:v>-10</c:v>
                </c:pt>
                <c:pt idx="36661">
                  <c:v>93.97</c:v>
                </c:pt>
                <c:pt idx="36662">
                  <c:v>124.97</c:v>
                </c:pt>
                <c:pt idx="36663">
                  <c:v>169.98</c:v>
                </c:pt>
                <c:pt idx="36664">
                  <c:v>84.99</c:v>
                </c:pt>
                <c:pt idx="36665">
                  <c:v>84.99</c:v>
                </c:pt>
                <c:pt idx="36666">
                  <c:v>84.99</c:v>
                </c:pt>
                <c:pt idx="36667">
                  <c:v>84.99</c:v>
                </c:pt>
                <c:pt idx="36668">
                  <c:v>84.99</c:v>
                </c:pt>
                <c:pt idx="36669">
                  <c:v>84.99</c:v>
                </c:pt>
                <c:pt idx="36670">
                  <c:v>84.99</c:v>
                </c:pt>
                <c:pt idx="36671">
                  <c:v>84.99</c:v>
                </c:pt>
                <c:pt idx="36672">
                  <c:v>84.99</c:v>
                </c:pt>
                <c:pt idx="36673">
                  <c:v>84.99</c:v>
                </c:pt>
                <c:pt idx="36674">
                  <c:v>84.99</c:v>
                </c:pt>
                <c:pt idx="36675">
                  <c:v>65.989999999999995</c:v>
                </c:pt>
                <c:pt idx="36676">
                  <c:v>131.97999999999999</c:v>
                </c:pt>
                <c:pt idx="36677">
                  <c:v>65.989999999999995</c:v>
                </c:pt>
                <c:pt idx="36678">
                  <c:v>65.989999999999995</c:v>
                </c:pt>
                <c:pt idx="36679">
                  <c:v>65.989999999999995</c:v>
                </c:pt>
                <c:pt idx="36680">
                  <c:v>80.98</c:v>
                </c:pt>
                <c:pt idx="36681">
                  <c:v>129.97</c:v>
                </c:pt>
                <c:pt idx="36682">
                  <c:v>65.989999999999995</c:v>
                </c:pt>
                <c:pt idx="36683">
                  <c:v>79.98</c:v>
                </c:pt>
                <c:pt idx="36684">
                  <c:v>65.989999999999995</c:v>
                </c:pt>
                <c:pt idx="36685">
                  <c:v>131.97999999999999</c:v>
                </c:pt>
                <c:pt idx="36686">
                  <c:v>135.97</c:v>
                </c:pt>
                <c:pt idx="36687">
                  <c:v>134.33000000000001</c:v>
                </c:pt>
                <c:pt idx="36688">
                  <c:v>65.989999999999995</c:v>
                </c:pt>
                <c:pt idx="36689">
                  <c:v>131.97999999999999</c:v>
                </c:pt>
                <c:pt idx="36690">
                  <c:v>65.989999999999995</c:v>
                </c:pt>
                <c:pt idx="36691">
                  <c:v>65.989999999999995</c:v>
                </c:pt>
                <c:pt idx="36692">
                  <c:v>65.989999999999995</c:v>
                </c:pt>
                <c:pt idx="36693">
                  <c:v>65.989999999999995</c:v>
                </c:pt>
                <c:pt idx="36694">
                  <c:v>93.97</c:v>
                </c:pt>
                <c:pt idx="36695">
                  <c:v>91.97</c:v>
                </c:pt>
                <c:pt idx="36696">
                  <c:v>99.98</c:v>
                </c:pt>
                <c:pt idx="36697">
                  <c:v>65.989999999999995</c:v>
                </c:pt>
                <c:pt idx="36698">
                  <c:v>65.989999999999995</c:v>
                </c:pt>
                <c:pt idx="36699">
                  <c:v>65.989999999999995</c:v>
                </c:pt>
                <c:pt idx="36700">
                  <c:v>65.989999999999995</c:v>
                </c:pt>
                <c:pt idx="36701">
                  <c:v>86.47</c:v>
                </c:pt>
                <c:pt idx="36702">
                  <c:v>84.98</c:v>
                </c:pt>
                <c:pt idx="36703">
                  <c:v>84.98</c:v>
                </c:pt>
                <c:pt idx="36704">
                  <c:v>84.98</c:v>
                </c:pt>
                <c:pt idx="36705">
                  <c:v>84.98</c:v>
                </c:pt>
                <c:pt idx="36706">
                  <c:v>84.98</c:v>
                </c:pt>
                <c:pt idx="36707">
                  <c:v>84.98</c:v>
                </c:pt>
                <c:pt idx="36708">
                  <c:v>58.98</c:v>
                </c:pt>
                <c:pt idx="36709">
                  <c:v>160.96</c:v>
                </c:pt>
                <c:pt idx="36710">
                  <c:v>148.46</c:v>
                </c:pt>
                <c:pt idx="36711">
                  <c:v>151.81</c:v>
                </c:pt>
                <c:pt idx="36712">
                  <c:v>135.97999999999999</c:v>
                </c:pt>
                <c:pt idx="36713">
                  <c:v>163.46</c:v>
                </c:pt>
                <c:pt idx="36714">
                  <c:v>131.97999999999999</c:v>
                </c:pt>
                <c:pt idx="36715">
                  <c:v>146.97</c:v>
                </c:pt>
                <c:pt idx="36716">
                  <c:v>136.63999999999999</c:v>
                </c:pt>
                <c:pt idx="36717">
                  <c:v>151.96</c:v>
                </c:pt>
                <c:pt idx="36718">
                  <c:v>136.97</c:v>
                </c:pt>
                <c:pt idx="36719">
                  <c:v>146.97</c:v>
                </c:pt>
                <c:pt idx="36720">
                  <c:v>118.78</c:v>
                </c:pt>
                <c:pt idx="36721">
                  <c:v>132.27000000000001</c:v>
                </c:pt>
                <c:pt idx="36722">
                  <c:v>131.97999999999999</c:v>
                </c:pt>
                <c:pt idx="36723">
                  <c:v>84.98</c:v>
                </c:pt>
                <c:pt idx="36724">
                  <c:v>84.98</c:v>
                </c:pt>
                <c:pt idx="36725">
                  <c:v>84.97</c:v>
                </c:pt>
                <c:pt idx="36726">
                  <c:v>84.98</c:v>
                </c:pt>
                <c:pt idx="36727">
                  <c:v>84.98</c:v>
                </c:pt>
                <c:pt idx="36728">
                  <c:v>84.98</c:v>
                </c:pt>
                <c:pt idx="36729">
                  <c:v>84.97</c:v>
                </c:pt>
                <c:pt idx="36730">
                  <c:v>74.97</c:v>
                </c:pt>
                <c:pt idx="36731">
                  <c:v>74.97</c:v>
                </c:pt>
                <c:pt idx="36732">
                  <c:v>84.97</c:v>
                </c:pt>
                <c:pt idx="36733">
                  <c:v>99.98</c:v>
                </c:pt>
                <c:pt idx="36734">
                  <c:v>131.97999999999999</c:v>
                </c:pt>
                <c:pt idx="36735">
                  <c:v>131.97999999999999</c:v>
                </c:pt>
                <c:pt idx="36736">
                  <c:v>64.86</c:v>
                </c:pt>
                <c:pt idx="36737">
                  <c:v>124.46</c:v>
                </c:pt>
                <c:pt idx="36738">
                  <c:v>114.66</c:v>
                </c:pt>
                <c:pt idx="36739">
                  <c:v>149.97</c:v>
                </c:pt>
                <c:pt idx="36740">
                  <c:v>153.69</c:v>
                </c:pt>
                <c:pt idx="36741">
                  <c:v>64.98</c:v>
                </c:pt>
                <c:pt idx="36742">
                  <c:v>152.97</c:v>
                </c:pt>
                <c:pt idx="36743">
                  <c:v>131.97999999999999</c:v>
                </c:pt>
                <c:pt idx="36744">
                  <c:v>131.97999999999999</c:v>
                </c:pt>
                <c:pt idx="36745">
                  <c:v>131.97999999999999</c:v>
                </c:pt>
                <c:pt idx="36746">
                  <c:v>131.97999999999999</c:v>
                </c:pt>
                <c:pt idx="36747">
                  <c:v>131.97999999999999</c:v>
                </c:pt>
                <c:pt idx="36748">
                  <c:v>131.97999999999999</c:v>
                </c:pt>
                <c:pt idx="36749">
                  <c:v>118.78</c:v>
                </c:pt>
                <c:pt idx="36750">
                  <c:v>89.97</c:v>
                </c:pt>
                <c:pt idx="36751">
                  <c:v>54.98</c:v>
                </c:pt>
                <c:pt idx="36752">
                  <c:v>54.98</c:v>
                </c:pt>
                <c:pt idx="36753">
                  <c:v>89.97</c:v>
                </c:pt>
                <c:pt idx="36754">
                  <c:v>-89.97</c:v>
                </c:pt>
                <c:pt idx="36755">
                  <c:v>-89.97</c:v>
                </c:pt>
                <c:pt idx="36756">
                  <c:v>84.97</c:v>
                </c:pt>
                <c:pt idx="36757">
                  <c:v>84.97</c:v>
                </c:pt>
                <c:pt idx="36758">
                  <c:v>32.24</c:v>
                </c:pt>
                <c:pt idx="36759">
                  <c:v>31.49</c:v>
                </c:pt>
                <c:pt idx="36760">
                  <c:v>21.49</c:v>
                </c:pt>
                <c:pt idx="36761">
                  <c:v>54.99</c:v>
                </c:pt>
                <c:pt idx="36762">
                  <c:v>84.96</c:v>
                </c:pt>
                <c:pt idx="36763">
                  <c:v>76.47</c:v>
                </c:pt>
                <c:pt idx="36764">
                  <c:v>84.96</c:v>
                </c:pt>
                <c:pt idx="36765">
                  <c:v>92.98</c:v>
                </c:pt>
                <c:pt idx="36766">
                  <c:v>92.98</c:v>
                </c:pt>
                <c:pt idx="36767">
                  <c:v>92.98</c:v>
                </c:pt>
                <c:pt idx="36768">
                  <c:v>61.67</c:v>
                </c:pt>
                <c:pt idx="36769">
                  <c:v>159.69999999999999</c:v>
                </c:pt>
                <c:pt idx="36770">
                  <c:v>79.849999999999994</c:v>
                </c:pt>
                <c:pt idx="36771">
                  <c:v>90.71</c:v>
                </c:pt>
                <c:pt idx="36772">
                  <c:v>183.88</c:v>
                </c:pt>
                <c:pt idx="36773">
                  <c:v>203.23</c:v>
                </c:pt>
                <c:pt idx="36774">
                  <c:v>159.69999999999999</c:v>
                </c:pt>
                <c:pt idx="36775">
                  <c:v>96.78</c:v>
                </c:pt>
                <c:pt idx="36776">
                  <c:v>44.73</c:v>
                </c:pt>
                <c:pt idx="36777">
                  <c:v>159.69999999999999</c:v>
                </c:pt>
                <c:pt idx="36778">
                  <c:v>159.69999999999999</c:v>
                </c:pt>
                <c:pt idx="36779">
                  <c:v>92.98</c:v>
                </c:pt>
                <c:pt idx="36780">
                  <c:v>92.98</c:v>
                </c:pt>
                <c:pt idx="36781">
                  <c:v>92.97</c:v>
                </c:pt>
                <c:pt idx="36782">
                  <c:v>93.63</c:v>
                </c:pt>
                <c:pt idx="36783">
                  <c:v>84.67</c:v>
                </c:pt>
                <c:pt idx="36784">
                  <c:v>85.98</c:v>
                </c:pt>
                <c:pt idx="36785">
                  <c:v>85.98</c:v>
                </c:pt>
                <c:pt idx="36786">
                  <c:v>85.97</c:v>
                </c:pt>
                <c:pt idx="36787">
                  <c:v>85.97</c:v>
                </c:pt>
                <c:pt idx="36788">
                  <c:v>85.97</c:v>
                </c:pt>
                <c:pt idx="36789">
                  <c:v>136.97</c:v>
                </c:pt>
                <c:pt idx="36790">
                  <c:v>131.97999999999999</c:v>
                </c:pt>
                <c:pt idx="36791">
                  <c:v>131.97999999999999</c:v>
                </c:pt>
                <c:pt idx="36792">
                  <c:v>121.98</c:v>
                </c:pt>
                <c:pt idx="36793">
                  <c:v>121.98</c:v>
                </c:pt>
                <c:pt idx="36794">
                  <c:v>131.97999999999999</c:v>
                </c:pt>
                <c:pt idx="36795">
                  <c:v>145.97</c:v>
                </c:pt>
                <c:pt idx="36796">
                  <c:v>169.98</c:v>
                </c:pt>
                <c:pt idx="36797">
                  <c:v>145.97</c:v>
                </c:pt>
                <c:pt idx="36798">
                  <c:v>159.97999999999999</c:v>
                </c:pt>
                <c:pt idx="36799">
                  <c:v>131.97999999999999</c:v>
                </c:pt>
                <c:pt idx="36800">
                  <c:v>169.98</c:v>
                </c:pt>
                <c:pt idx="36801">
                  <c:v>131.97999999999999</c:v>
                </c:pt>
                <c:pt idx="36802">
                  <c:v>131.97999999999999</c:v>
                </c:pt>
                <c:pt idx="36803">
                  <c:v>136.97</c:v>
                </c:pt>
                <c:pt idx="36804">
                  <c:v>169.98</c:v>
                </c:pt>
                <c:pt idx="36805">
                  <c:v>159.97999999999999</c:v>
                </c:pt>
                <c:pt idx="36806">
                  <c:v>169.98</c:v>
                </c:pt>
                <c:pt idx="36807">
                  <c:v>65.989999999999995</c:v>
                </c:pt>
                <c:pt idx="36808">
                  <c:v>169.98</c:v>
                </c:pt>
                <c:pt idx="36809">
                  <c:v>169.98</c:v>
                </c:pt>
                <c:pt idx="36810">
                  <c:v>169.98</c:v>
                </c:pt>
                <c:pt idx="36811">
                  <c:v>169.98</c:v>
                </c:pt>
                <c:pt idx="36812">
                  <c:v>169.98</c:v>
                </c:pt>
                <c:pt idx="36813">
                  <c:v>169.98</c:v>
                </c:pt>
                <c:pt idx="36814">
                  <c:v>65.989999999999995</c:v>
                </c:pt>
                <c:pt idx="36815">
                  <c:v>169.98</c:v>
                </c:pt>
                <c:pt idx="36816">
                  <c:v>169.98</c:v>
                </c:pt>
                <c:pt idx="36817">
                  <c:v>149.27000000000001</c:v>
                </c:pt>
                <c:pt idx="36818">
                  <c:v>149.27000000000001</c:v>
                </c:pt>
                <c:pt idx="36819">
                  <c:v>85.96</c:v>
                </c:pt>
                <c:pt idx="36820">
                  <c:v>85.95</c:v>
                </c:pt>
                <c:pt idx="36821">
                  <c:v>84.47</c:v>
                </c:pt>
                <c:pt idx="36822">
                  <c:v>31.49</c:v>
                </c:pt>
                <c:pt idx="36823">
                  <c:v>32.24</c:v>
                </c:pt>
                <c:pt idx="36824">
                  <c:v>13.89</c:v>
                </c:pt>
                <c:pt idx="36825">
                  <c:v>72.23</c:v>
                </c:pt>
                <c:pt idx="36826">
                  <c:v>68.989999999999995</c:v>
                </c:pt>
                <c:pt idx="36827">
                  <c:v>81.08</c:v>
                </c:pt>
                <c:pt idx="36828">
                  <c:v>79.459999999999994</c:v>
                </c:pt>
                <c:pt idx="36829">
                  <c:v>55.98</c:v>
                </c:pt>
                <c:pt idx="36830">
                  <c:v>19.489999999999998</c:v>
                </c:pt>
                <c:pt idx="36831">
                  <c:v>59.99</c:v>
                </c:pt>
                <c:pt idx="36832">
                  <c:v>59.49</c:v>
                </c:pt>
                <c:pt idx="36833">
                  <c:v>68.989999999999995</c:v>
                </c:pt>
                <c:pt idx="36834">
                  <c:v>59.98</c:v>
                </c:pt>
                <c:pt idx="36835">
                  <c:v>65.989999999999995</c:v>
                </c:pt>
                <c:pt idx="36836">
                  <c:v>99.98</c:v>
                </c:pt>
                <c:pt idx="36837">
                  <c:v>65.989999999999995</c:v>
                </c:pt>
                <c:pt idx="36838">
                  <c:v>84.99</c:v>
                </c:pt>
                <c:pt idx="36839">
                  <c:v>65.989999999999995</c:v>
                </c:pt>
                <c:pt idx="36840">
                  <c:v>83.18</c:v>
                </c:pt>
                <c:pt idx="36841">
                  <c:v>84.99</c:v>
                </c:pt>
                <c:pt idx="36842">
                  <c:v>65.989999999999995</c:v>
                </c:pt>
                <c:pt idx="36843">
                  <c:v>79.98</c:v>
                </c:pt>
                <c:pt idx="36844">
                  <c:v>84.99</c:v>
                </c:pt>
                <c:pt idx="36845">
                  <c:v>50.98</c:v>
                </c:pt>
                <c:pt idx="36846">
                  <c:v>68.989999999999995</c:v>
                </c:pt>
                <c:pt idx="36847">
                  <c:v>115.98</c:v>
                </c:pt>
                <c:pt idx="36848">
                  <c:v>93.13</c:v>
                </c:pt>
                <c:pt idx="36849">
                  <c:v>93.12</c:v>
                </c:pt>
                <c:pt idx="36850">
                  <c:v>84.97</c:v>
                </c:pt>
                <c:pt idx="36851">
                  <c:v>84.97</c:v>
                </c:pt>
                <c:pt idx="36852">
                  <c:v>93.01</c:v>
                </c:pt>
                <c:pt idx="36853">
                  <c:v>93.01</c:v>
                </c:pt>
                <c:pt idx="36854">
                  <c:v>85.67</c:v>
                </c:pt>
                <c:pt idx="36855">
                  <c:v>85.67</c:v>
                </c:pt>
                <c:pt idx="36856">
                  <c:v>85.67</c:v>
                </c:pt>
                <c:pt idx="36857">
                  <c:v>56.95</c:v>
                </c:pt>
                <c:pt idx="36858">
                  <c:v>36.97</c:v>
                </c:pt>
                <c:pt idx="36859">
                  <c:v>65.989999999999995</c:v>
                </c:pt>
                <c:pt idx="36860">
                  <c:v>85.48</c:v>
                </c:pt>
                <c:pt idx="36861">
                  <c:v>85.48</c:v>
                </c:pt>
                <c:pt idx="36862">
                  <c:v>85.48</c:v>
                </c:pt>
                <c:pt idx="36863">
                  <c:v>83.98</c:v>
                </c:pt>
                <c:pt idx="36864">
                  <c:v>-35.979999999999997</c:v>
                </c:pt>
                <c:pt idx="36865">
                  <c:v>388.84</c:v>
                </c:pt>
                <c:pt idx="36866">
                  <c:v>349.93</c:v>
                </c:pt>
                <c:pt idx="36867">
                  <c:v>84.95</c:v>
                </c:pt>
                <c:pt idx="36868">
                  <c:v>64.09</c:v>
                </c:pt>
                <c:pt idx="36869">
                  <c:v>83.98</c:v>
                </c:pt>
                <c:pt idx="36870">
                  <c:v>83.97</c:v>
                </c:pt>
                <c:pt idx="36871">
                  <c:v>83.98</c:v>
                </c:pt>
                <c:pt idx="36872">
                  <c:v>37.49</c:v>
                </c:pt>
                <c:pt idx="36873">
                  <c:v>30.74</c:v>
                </c:pt>
                <c:pt idx="36874">
                  <c:v>83.98</c:v>
                </c:pt>
                <c:pt idx="36875">
                  <c:v>83.95</c:v>
                </c:pt>
                <c:pt idx="36876">
                  <c:v>372.93</c:v>
                </c:pt>
                <c:pt idx="36877">
                  <c:v>162.97</c:v>
                </c:pt>
                <c:pt idx="36878">
                  <c:v>246.14</c:v>
                </c:pt>
                <c:pt idx="36879">
                  <c:v>254.97</c:v>
                </c:pt>
                <c:pt idx="36880">
                  <c:v>339.96</c:v>
                </c:pt>
                <c:pt idx="36881">
                  <c:v>279.95999999999998</c:v>
                </c:pt>
                <c:pt idx="36882">
                  <c:v>254.97</c:v>
                </c:pt>
                <c:pt idx="36883">
                  <c:v>279.95999999999998</c:v>
                </c:pt>
                <c:pt idx="36884">
                  <c:v>229.97</c:v>
                </c:pt>
                <c:pt idx="36885">
                  <c:v>83.96</c:v>
                </c:pt>
                <c:pt idx="36886">
                  <c:v>63.14</c:v>
                </c:pt>
                <c:pt idx="36887">
                  <c:v>50.97</c:v>
                </c:pt>
                <c:pt idx="36888">
                  <c:v>24.49</c:v>
                </c:pt>
                <c:pt idx="36889">
                  <c:v>24.49</c:v>
                </c:pt>
                <c:pt idx="36890">
                  <c:v>50.97</c:v>
                </c:pt>
                <c:pt idx="36891">
                  <c:v>63.14</c:v>
                </c:pt>
                <c:pt idx="36892">
                  <c:v>83.96</c:v>
                </c:pt>
                <c:pt idx="36893">
                  <c:v>33.479999999999997</c:v>
                </c:pt>
                <c:pt idx="36894">
                  <c:v>33.479999999999997</c:v>
                </c:pt>
                <c:pt idx="36895">
                  <c:v>33.72</c:v>
                </c:pt>
                <c:pt idx="36896">
                  <c:v>39.869999999999997</c:v>
                </c:pt>
                <c:pt idx="36897">
                  <c:v>83.93</c:v>
                </c:pt>
                <c:pt idx="36898">
                  <c:v>83.93</c:v>
                </c:pt>
                <c:pt idx="36899">
                  <c:v>83.87</c:v>
                </c:pt>
                <c:pt idx="36900">
                  <c:v>63.98</c:v>
                </c:pt>
                <c:pt idx="36901">
                  <c:v>68.98</c:v>
                </c:pt>
                <c:pt idx="36902">
                  <c:v>75.959999999999994</c:v>
                </c:pt>
                <c:pt idx="36903">
                  <c:v>64.97</c:v>
                </c:pt>
                <c:pt idx="36904">
                  <c:v>56.97</c:v>
                </c:pt>
                <c:pt idx="36905">
                  <c:v>110.97</c:v>
                </c:pt>
                <c:pt idx="36906">
                  <c:v>67.98</c:v>
                </c:pt>
                <c:pt idx="36907">
                  <c:v>62.93</c:v>
                </c:pt>
                <c:pt idx="36908">
                  <c:v>85.95</c:v>
                </c:pt>
                <c:pt idx="36909">
                  <c:v>89.98</c:v>
                </c:pt>
                <c:pt idx="36910">
                  <c:v>56.97</c:v>
                </c:pt>
                <c:pt idx="36911">
                  <c:v>72.97</c:v>
                </c:pt>
                <c:pt idx="36912">
                  <c:v>59.96</c:v>
                </c:pt>
                <c:pt idx="36913">
                  <c:v>92.54</c:v>
                </c:pt>
                <c:pt idx="36914">
                  <c:v>92.53</c:v>
                </c:pt>
                <c:pt idx="36915">
                  <c:v>92.54</c:v>
                </c:pt>
                <c:pt idx="36916">
                  <c:v>92.54</c:v>
                </c:pt>
                <c:pt idx="36917">
                  <c:v>91.68</c:v>
                </c:pt>
                <c:pt idx="36918">
                  <c:v>91.68</c:v>
                </c:pt>
                <c:pt idx="36919">
                  <c:v>83.67</c:v>
                </c:pt>
                <c:pt idx="36920">
                  <c:v>59.98</c:v>
                </c:pt>
                <c:pt idx="36921">
                  <c:v>89.97</c:v>
                </c:pt>
                <c:pt idx="36922">
                  <c:v>59.98</c:v>
                </c:pt>
                <c:pt idx="36923">
                  <c:v>59.98</c:v>
                </c:pt>
                <c:pt idx="36924">
                  <c:v>79.97</c:v>
                </c:pt>
                <c:pt idx="36925">
                  <c:v>59.98</c:v>
                </c:pt>
                <c:pt idx="36926">
                  <c:v>89.97</c:v>
                </c:pt>
                <c:pt idx="36927">
                  <c:v>59.98</c:v>
                </c:pt>
                <c:pt idx="36928">
                  <c:v>59.98</c:v>
                </c:pt>
                <c:pt idx="36929">
                  <c:v>84.37</c:v>
                </c:pt>
                <c:pt idx="36930">
                  <c:v>54.93</c:v>
                </c:pt>
                <c:pt idx="36931">
                  <c:v>59.98</c:v>
                </c:pt>
                <c:pt idx="36932">
                  <c:v>59.98</c:v>
                </c:pt>
                <c:pt idx="36933">
                  <c:v>59.98</c:v>
                </c:pt>
                <c:pt idx="36934">
                  <c:v>59.98</c:v>
                </c:pt>
                <c:pt idx="36935">
                  <c:v>59.98</c:v>
                </c:pt>
                <c:pt idx="36936">
                  <c:v>109.96</c:v>
                </c:pt>
                <c:pt idx="36937">
                  <c:v>84.99</c:v>
                </c:pt>
                <c:pt idx="36938">
                  <c:v>84.99</c:v>
                </c:pt>
                <c:pt idx="36939">
                  <c:v>84.99</c:v>
                </c:pt>
                <c:pt idx="36940">
                  <c:v>99.98</c:v>
                </c:pt>
                <c:pt idx="36941">
                  <c:v>169.98</c:v>
                </c:pt>
                <c:pt idx="36942">
                  <c:v>162.07</c:v>
                </c:pt>
                <c:pt idx="36943">
                  <c:v>128.94</c:v>
                </c:pt>
                <c:pt idx="36944">
                  <c:v>129.94</c:v>
                </c:pt>
                <c:pt idx="36945">
                  <c:v>293.92</c:v>
                </c:pt>
                <c:pt idx="36946">
                  <c:v>69.95</c:v>
                </c:pt>
                <c:pt idx="36947">
                  <c:v>183.97</c:v>
                </c:pt>
                <c:pt idx="36948">
                  <c:v>158.9</c:v>
                </c:pt>
                <c:pt idx="36949">
                  <c:v>84.99</c:v>
                </c:pt>
                <c:pt idx="36950">
                  <c:v>84.99</c:v>
                </c:pt>
                <c:pt idx="36951">
                  <c:v>84.99</c:v>
                </c:pt>
                <c:pt idx="36952">
                  <c:v>84.99</c:v>
                </c:pt>
                <c:pt idx="36953">
                  <c:v>84.99</c:v>
                </c:pt>
                <c:pt idx="36954">
                  <c:v>84.99</c:v>
                </c:pt>
                <c:pt idx="36955">
                  <c:v>84.99</c:v>
                </c:pt>
                <c:pt idx="36956">
                  <c:v>84.99</c:v>
                </c:pt>
                <c:pt idx="36957">
                  <c:v>84.99</c:v>
                </c:pt>
                <c:pt idx="36958">
                  <c:v>84.99</c:v>
                </c:pt>
                <c:pt idx="36959">
                  <c:v>23.48</c:v>
                </c:pt>
                <c:pt idx="36960">
                  <c:v>90.05</c:v>
                </c:pt>
                <c:pt idx="36961">
                  <c:v>145.97</c:v>
                </c:pt>
                <c:pt idx="36962">
                  <c:v>153.97999999999999</c:v>
                </c:pt>
                <c:pt idx="36963">
                  <c:v>246.73</c:v>
                </c:pt>
                <c:pt idx="36964">
                  <c:v>23.48</c:v>
                </c:pt>
                <c:pt idx="36965">
                  <c:v>95.98</c:v>
                </c:pt>
                <c:pt idx="36966">
                  <c:v>175.46</c:v>
                </c:pt>
                <c:pt idx="36967">
                  <c:v>74.98</c:v>
                </c:pt>
                <c:pt idx="36968">
                  <c:v>41.49</c:v>
                </c:pt>
                <c:pt idx="36969">
                  <c:v>145.97</c:v>
                </c:pt>
                <c:pt idx="36970">
                  <c:v>84.99</c:v>
                </c:pt>
                <c:pt idx="36971">
                  <c:v>152.36000000000001</c:v>
                </c:pt>
                <c:pt idx="36972">
                  <c:v>79.98</c:v>
                </c:pt>
                <c:pt idx="36973">
                  <c:v>106.97</c:v>
                </c:pt>
                <c:pt idx="36974">
                  <c:v>95.98</c:v>
                </c:pt>
                <c:pt idx="36975">
                  <c:v>180.97</c:v>
                </c:pt>
                <c:pt idx="36976">
                  <c:v>95.98</c:v>
                </c:pt>
                <c:pt idx="36977">
                  <c:v>84.99</c:v>
                </c:pt>
                <c:pt idx="36978">
                  <c:v>84.99</c:v>
                </c:pt>
                <c:pt idx="36979">
                  <c:v>84.99</c:v>
                </c:pt>
                <c:pt idx="36980">
                  <c:v>84.99</c:v>
                </c:pt>
                <c:pt idx="36981">
                  <c:v>84.99</c:v>
                </c:pt>
                <c:pt idx="36982">
                  <c:v>84.99</c:v>
                </c:pt>
                <c:pt idx="36983">
                  <c:v>84.99</c:v>
                </c:pt>
                <c:pt idx="36984">
                  <c:v>84.99</c:v>
                </c:pt>
                <c:pt idx="36985">
                  <c:v>159.97999999999999</c:v>
                </c:pt>
                <c:pt idx="36986">
                  <c:v>172.76</c:v>
                </c:pt>
                <c:pt idx="36987">
                  <c:v>254.97</c:v>
                </c:pt>
                <c:pt idx="36988">
                  <c:v>130.41999999999999</c:v>
                </c:pt>
                <c:pt idx="36989">
                  <c:v>269.95999999999998</c:v>
                </c:pt>
                <c:pt idx="36990">
                  <c:v>120.66</c:v>
                </c:pt>
                <c:pt idx="36991">
                  <c:v>84.99</c:v>
                </c:pt>
                <c:pt idx="36992">
                  <c:v>95.97</c:v>
                </c:pt>
                <c:pt idx="36993">
                  <c:v>286.95</c:v>
                </c:pt>
                <c:pt idx="36994">
                  <c:v>250.64</c:v>
                </c:pt>
                <c:pt idx="36995">
                  <c:v>84.99</c:v>
                </c:pt>
                <c:pt idx="36996">
                  <c:v>196.65</c:v>
                </c:pt>
                <c:pt idx="36997">
                  <c:v>84.99</c:v>
                </c:pt>
                <c:pt idx="36998">
                  <c:v>84.99</c:v>
                </c:pt>
                <c:pt idx="36999">
                  <c:v>84.99</c:v>
                </c:pt>
                <c:pt idx="37000">
                  <c:v>84.99</c:v>
                </c:pt>
                <c:pt idx="37001">
                  <c:v>84.99</c:v>
                </c:pt>
                <c:pt idx="37002">
                  <c:v>84.99</c:v>
                </c:pt>
                <c:pt idx="37003">
                  <c:v>84.99</c:v>
                </c:pt>
                <c:pt idx="37004">
                  <c:v>84.99</c:v>
                </c:pt>
                <c:pt idx="37005">
                  <c:v>84.99</c:v>
                </c:pt>
                <c:pt idx="37006">
                  <c:v>84.99</c:v>
                </c:pt>
                <c:pt idx="37007">
                  <c:v>152.97999999999999</c:v>
                </c:pt>
                <c:pt idx="37008">
                  <c:v>116.48</c:v>
                </c:pt>
                <c:pt idx="37009">
                  <c:v>112.18</c:v>
                </c:pt>
                <c:pt idx="37010">
                  <c:v>152.97999999999999</c:v>
                </c:pt>
                <c:pt idx="37011">
                  <c:v>116.48</c:v>
                </c:pt>
                <c:pt idx="37012">
                  <c:v>152.97999999999999</c:v>
                </c:pt>
                <c:pt idx="37013">
                  <c:v>116.48</c:v>
                </c:pt>
                <c:pt idx="37014">
                  <c:v>112.18</c:v>
                </c:pt>
                <c:pt idx="37015">
                  <c:v>116.48</c:v>
                </c:pt>
                <c:pt idx="37016">
                  <c:v>152.97999999999999</c:v>
                </c:pt>
                <c:pt idx="37017">
                  <c:v>144.47999999999999</c:v>
                </c:pt>
                <c:pt idx="37018">
                  <c:v>144.47999999999999</c:v>
                </c:pt>
                <c:pt idx="37019">
                  <c:v>112.18</c:v>
                </c:pt>
                <c:pt idx="37020">
                  <c:v>144.47999999999999</c:v>
                </c:pt>
                <c:pt idx="37021">
                  <c:v>169.98</c:v>
                </c:pt>
                <c:pt idx="37022">
                  <c:v>169.98</c:v>
                </c:pt>
                <c:pt idx="37023">
                  <c:v>169.98</c:v>
                </c:pt>
                <c:pt idx="37024">
                  <c:v>169.98</c:v>
                </c:pt>
                <c:pt idx="37025">
                  <c:v>152.97999999999999</c:v>
                </c:pt>
                <c:pt idx="37026">
                  <c:v>152.97999999999999</c:v>
                </c:pt>
                <c:pt idx="37027">
                  <c:v>152.97999999999999</c:v>
                </c:pt>
                <c:pt idx="37028">
                  <c:v>152.97999999999999</c:v>
                </c:pt>
                <c:pt idx="37029">
                  <c:v>112.18</c:v>
                </c:pt>
                <c:pt idx="37030">
                  <c:v>144.47999999999999</c:v>
                </c:pt>
                <c:pt idx="37031">
                  <c:v>152.97999999999999</c:v>
                </c:pt>
                <c:pt idx="37032">
                  <c:v>136.83000000000001</c:v>
                </c:pt>
                <c:pt idx="37033">
                  <c:v>152.97999999999999</c:v>
                </c:pt>
                <c:pt idx="37034">
                  <c:v>152.97999999999999</c:v>
                </c:pt>
                <c:pt idx="37035">
                  <c:v>152.97999999999999</c:v>
                </c:pt>
                <c:pt idx="37036">
                  <c:v>136.83000000000001</c:v>
                </c:pt>
                <c:pt idx="37037">
                  <c:v>136.83000000000001</c:v>
                </c:pt>
                <c:pt idx="37038">
                  <c:v>136.83000000000001</c:v>
                </c:pt>
                <c:pt idx="37039">
                  <c:v>152.97999999999999</c:v>
                </c:pt>
                <c:pt idx="37040">
                  <c:v>152.97999999999999</c:v>
                </c:pt>
                <c:pt idx="37041">
                  <c:v>152.97999999999999</c:v>
                </c:pt>
                <c:pt idx="37042">
                  <c:v>152.97999999999999</c:v>
                </c:pt>
                <c:pt idx="37043">
                  <c:v>84.99</c:v>
                </c:pt>
                <c:pt idx="37044">
                  <c:v>84.99</c:v>
                </c:pt>
                <c:pt idx="37045">
                  <c:v>84.99</c:v>
                </c:pt>
                <c:pt idx="37046">
                  <c:v>84.99</c:v>
                </c:pt>
                <c:pt idx="37047">
                  <c:v>84.99</c:v>
                </c:pt>
                <c:pt idx="37048">
                  <c:v>84.99</c:v>
                </c:pt>
                <c:pt idx="37049">
                  <c:v>84.98</c:v>
                </c:pt>
                <c:pt idx="37050">
                  <c:v>84.98</c:v>
                </c:pt>
                <c:pt idx="37051">
                  <c:v>84.98</c:v>
                </c:pt>
                <c:pt idx="37052">
                  <c:v>84.98</c:v>
                </c:pt>
                <c:pt idx="37053">
                  <c:v>84.98</c:v>
                </c:pt>
                <c:pt idx="37054">
                  <c:v>84.98</c:v>
                </c:pt>
                <c:pt idx="37055">
                  <c:v>84.97</c:v>
                </c:pt>
                <c:pt idx="37056">
                  <c:v>84.97</c:v>
                </c:pt>
                <c:pt idx="37057">
                  <c:v>113.47</c:v>
                </c:pt>
                <c:pt idx="37058">
                  <c:v>267.08</c:v>
                </c:pt>
                <c:pt idx="37059">
                  <c:v>196.96</c:v>
                </c:pt>
                <c:pt idx="37060">
                  <c:v>212.96</c:v>
                </c:pt>
                <c:pt idx="37061">
                  <c:v>197.97</c:v>
                </c:pt>
                <c:pt idx="37062">
                  <c:v>154.84</c:v>
                </c:pt>
                <c:pt idx="37063">
                  <c:v>344.94</c:v>
                </c:pt>
                <c:pt idx="37064">
                  <c:v>197.97</c:v>
                </c:pt>
                <c:pt idx="37065">
                  <c:v>79.98</c:v>
                </c:pt>
                <c:pt idx="37066">
                  <c:v>171.97</c:v>
                </c:pt>
                <c:pt idx="37067">
                  <c:v>187.96</c:v>
                </c:pt>
                <c:pt idx="37068">
                  <c:v>84.97</c:v>
                </c:pt>
                <c:pt idx="37069">
                  <c:v>84.97</c:v>
                </c:pt>
                <c:pt idx="37070">
                  <c:v>21.29</c:v>
                </c:pt>
                <c:pt idx="37071">
                  <c:v>46.29</c:v>
                </c:pt>
                <c:pt idx="37072">
                  <c:v>84.96</c:v>
                </c:pt>
                <c:pt idx="37073">
                  <c:v>84.96</c:v>
                </c:pt>
                <c:pt idx="37074">
                  <c:v>83.48</c:v>
                </c:pt>
                <c:pt idx="37075">
                  <c:v>31.93</c:v>
                </c:pt>
                <c:pt idx="37076">
                  <c:v>31.28</c:v>
                </c:pt>
                <c:pt idx="37077">
                  <c:v>99.98</c:v>
                </c:pt>
                <c:pt idx="37078">
                  <c:v>84.99</c:v>
                </c:pt>
                <c:pt idx="37079">
                  <c:v>99.98</c:v>
                </c:pt>
                <c:pt idx="37080">
                  <c:v>84.98</c:v>
                </c:pt>
                <c:pt idx="37081">
                  <c:v>99.98</c:v>
                </c:pt>
                <c:pt idx="37082">
                  <c:v>64.98</c:v>
                </c:pt>
                <c:pt idx="37083">
                  <c:v>84.99</c:v>
                </c:pt>
                <c:pt idx="37084">
                  <c:v>80.739999999999995</c:v>
                </c:pt>
                <c:pt idx="37085">
                  <c:v>84.99</c:v>
                </c:pt>
                <c:pt idx="37086">
                  <c:v>87.98</c:v>
                </c:pt>
                <c:pt idx="37087">
                  <c:v>94.98</c:v>
                </c:pt>
                <c:pt idx="37088">
                  <c:v>99.98</c:v>
                </c:pt>
                <c:pt idx="37089">
                  <c:v>64.77</c:v>
                </c:pt>
                <c:pt idx="37090">
                  <c:v>99.98</c:v>
                </c:pt>
                <c:pt idx="37091">
                  <c:v>99.98</c:v>
                </c:pt>
                <c:pt idx="37092">
                  <c:v>103.47</c:v>
                </c:pt>
                <c:pt idx="37093">
                  <c:v>89.98</c:v>
                </c:pt>
                <c:pt idx="37094">
                  <c:v>16.28</c:v>
                </c:pt>
                <c:pt idx="37095">
                  <c:v>91.98</c:v>
                </c:pt>
                <c:pt idx="37096">
                  <c:v>58.98</c:v>
                </c:pt>
                <c:pt idx="37097">
                  <c:v>80.98</c:v>
                </c:pt>
                <c:pt idx="37098">
                  <c:v>84.99</c:v>
                </c:pt>
                <c:pt idx="37099">
                  <c:v>76.489999999999995</c:v>
                </c:pt>
                <c:pt idx="37100">
                  <c:v>39.28</c:v>
                </c:pt>
                <c:pt idx="37101">
                  <c:v>28.27</c:v>
                </c:pt>
                <c:pt idx="37102">
                  <c:v>354.26</c:v>
                </c:pt>
                <c:pt idx="37103">
                  <c:v>315.39</c:v>
                </c:pt>
                <c:pt idx="37104">
                  <c:v>299.93</c:v>
                </c:pt>
                <c:pt idx="37105">
                  <c:v>253.3</c:v>
                </c:pt>
                <c:pt idx="37106">
                  <c:v>230.35</c:v>
                </c:pt>
                <c:pt idx="37107">
                  <c:v>219.97</c:v>
                </c:pt>
                <c:pt idx="37108">
                  <c:v>237.94</c:v>
                </c:pt>
                <c:pt idx="37109">
                  <c:v>193.96</c:v>
                </c:pt>
                <c:pt idx="37110">
                  <c:v>91.94</c:v>
                </c:pt>
                <c:pt idx="37111">
                  <c:v>91.94</c:v>
                </c:pt>
                <c:pt idx="37112">
                  <c:v>83.97</c:v>
                </c:pt>
                <c:pt idx="37113">
                  <c:v>83.97</c:v>
                </c:pt>
                <c:pt idx="37114">
                  <c:v>91.92</c:v>
                </c:pt>
                <c:pt idx="37115">
                  <c:v>83.95</c:v>
                </c:pt>
                <c:pt idx="37116">
                  <c:v>91.9</c:v>
                </c:pt>
                <c:pt idx="37117">
                  <c:v>76.48</c:v>
                </c:pt>
                <c:pt idx="37118">
                  <c:v>133.81</c:v>
                </c:pt>
                <c:pt idx="37119">
                  <c:v>65.989999999999995</c:v>
                </c:pt>
                <c:pt idx="37120">
                  <c:v>82.43</c:v>
                </c:pt>
                <c:pt idx="37121">
                  <c:v>65.989999999999995</c:v>
                </c:pt>
                <c:pt idx="37122">
                  <c:v>65.989999999999995</c:v>
                </c:pt>
                <c:pt idx="37123">
                  <c:v>64.67</c:v>
                </c:pt>
                <c:pt idx="37124">
                  <c:v>65.989999999999995</c:v>
                </c:pt>
                <c:pt idx="37125">
                  <c:v>84.99</c:v>
                </c:pt>
                <c:pt idx="37126">
                  <c:v>71.989999999999995</c:v>
                </c:pt>
                <c:pt idx="37127">
                  <c:v>87.98</c:v>
                </c:pt>
                <c:pt idx="37128">
                  <c:v>83.29</c:v>
                </c:pt>
                <c:pt idx="37129">
                  <c:v>84.14</c:v>
                </c:pt>
                <c:pt idx="37130">
                  <c:v>84.99</c:v>
                </c:pt>
                <c:pt idx="37131">
                  <c:v>97.97</c:v>
                </c:pt>
                <c:pt idx="37132">
                  <c:v>63.31</c:v>
                </c:pt>
                <c:pt idx="37133">
                  <c:v>69.97</c:v>
                </c:pt>
                <c:pt idx="37134">
                  <c:v>65.989999999999995</c:v>
                </c:pt>
                <c:pt idx="37135">
                  <c:v>120.97</c:v>
                </c:pt>
                <c:pt idx="37136">
                  <c:v>65.989999999999995</c:v>
                </c:pt>
                <c:pt idx="37137">
                  <c:v>82.06</c:v>
                </c:pt>
                <c:pt idx="37138">
                  <c:v>84.99</c:v>
                </c:pt>
                <c:pt idx="37139">
                  <c:v>65.989999999999995</c:v>
                </c:pt>
                <c:pt idx="37140">
                  <c:v>65.989999999999995</c:v>
                </c:pt>
                <c:pt idx="37141">
                  <c:v>84.99</c:v>
                </c:pt>
                <c:pt idx="37142">
                  <c:v>80.709999999999994</c:v>
                </c:pt>
                <c:pt idx="37143">
                  <c:v>84.99</c:v>
                </c:pt>
                <c:pt idx="37144">
                  <c:v>120.46</c:v>
                </c:pt>
                <c:pt idx="37145">
                  <c:v>68.989999999999995</c:v>
                </c:pt>
                <c:pt idx="37146">
                  <c:v>91.8</c:v>
                </c:pt>
                <c:pt idx="37147">
                  <c:v>84.58</c:v>
                </c:pt>
                <c:pt idx="37148">
                  <c:v>68.930000000000007</c:v>
                </c:pt>
                <c:pt idx="37149">
                  <c:v>13.29</c:v>
                </c:pt>
                <c:pt idx="37150">
                  <c:v>89.98</c:v>
                </c:pt>
                <c:pt idx="37151">
                  <c:v>134.97999999999999</c:v>
                </c:pt>
                <c:pt idx="37152">
                  <c:v>134.97999999999999</c:v>
                </c:pt>
                <c:pt idx="37153">
                  <c:v>212.97</c:v>
                </c:pt>
                <c:pt idx="37154">
                  <c:v>164.96</c:v>
                </c:pt>
                <c:pt idx="37155">
                  <c:v>171.08</c:v>
                </c:pt>
                <c:pt idx="37156">
                  <c:v>179.96</c:v>
                </c:pt>
                <c:pt idx="37157">
                  <c:v>125.97</c:v>
                </c:pt>
                <c:pt idx="37158">
                  <c:v>125.77</c:v>
                </c:pt>
                <c:pt idx="37159">
                  <c:v>131.97999999999999</c:v>
                </c:pt>
                <c:pt idx="37160">
                  <c:v>154.97999999999999</c:v>
                </c:pt>
                <c:pt idx="37161">
                  <c:v>184.97</c:v>
                </c:pt>
                <c:pt idx="37162">
                  <c:v>56.98</c:v>
                </c:pt>
                <c:pt idx="37163">
                  <c:v>29.99</c:v>
                </c:pt>
                <c:pt idx="37164">
                  <c:v>90.93</c:v>
                </c:pt>
                <c:pt idx="37165">
                  <c:v>84.46</c:v>
                </c:pt>
                <c:pt idx="37166">
                  <c:v>82.98</c:v>
                </c:pt>
                <c:pt idx="37167">
                  <c:v>82.98</c:v>
                </c:pt>
                <c:pt idx="37168">
                  <c:v>82.97</c:v>
                </c:pt>
                <c:pt idx="37169">
                  <c:v>82.98</c:v>
                </c:pt>
                <c:pt idx="37170">
                  <c:v>46.21</c:v>
                </c:pt>
                <c:pt idx="37171">
                  <c:v>111.28</c:v>
                </c:pt>
                <c:pt idx="37172">
                  <c:v>79.81</c:v>
                </c:pt>
                <c:pt idx="37173">
                  <c:v>67.709999999999994</c:v>
                </c:pt>
                <c:pt idx="37174">
                  <c:v>147.6</c:v>
                </c:pt>
                <c:pt idx="37175">
                  <c:v>62.87</c:v>
                </c:pt>
                <c:pt idx="37176">
                  <c:v>67.709999999999994</c:v>
                </c:pt>
                <c:pt idx="37177">
                  <c:v>91.92</c:v>
                </c:pt>
                <c:pt idx="37178">
                  <c:v>67.709999999999994</c:v>
                </c:pt>
                <c:pt idx="37179">
                  <c:v>159.69999999999999</c:v>
                </c:pt>
                <c:pt idx="37180">
                  <c:v>120.98</c:v>
                </c:pt>
                <c:pt idx="37181">
                  <c:v>159.69999999999999</c:v>
                </c:pt>
                <c:pt idx="37182">
                  <c:v>32.630000000000003</c:v>
                </c:pt>
                <c:pt idx="37183">
                  <c:v>82.78</c:v>
                </c:pt>
                <c:pt idx="37184">
                  <c:v>84.99</c:v>
                </c:pt>
                <c:pt idx="37185">
                  <c:v>84.97</c:v>
                </c:pt>
                <c:pt idx="37186">
                  <c:v>84.18</c:v>
                </c:pt>
                <c:pt idx="37187">
                  <c:v>59.96</c:v>
                </c:pt>
                <c:pt idx="37188">
                  <c:v>95.91</c:v>
                </c:pt>
                <c:pt idx="37189">
                  <c:v>73.87</c:v>
                </c:pt>
                <c:pt idx="37190">
                  <c:v>169.98</c:v>
                </c:pt>
                <c:pt idx="37191">
                  <c:v>96.78</c:v>
                </c:pt>
                <c:pt idx="37192">
                  <c:v>169.98</c:v>
                </c:pt>
                <c:pt idx="37193">
                  <c:v>249.97</c:v>
                </c:pt>
                <c:pt idx="37194">
                  <c:v>56.97</c:v>
                </c:pt>
                <c:pt idx="37195">
                  <c:v>169.98</c:v>
                </c:pt>
                <c:pt idx="37196">
                  <c:v>115.95</c:v>
                </c:pt>
                <c:pt idx="37197">
                  <c:v>214.94</c:v>
                </c:pt>
                <c:pt idx="37198">
                  <c:v>21.28</c:v>
                </c:pt>
                <c:pt idx="37199">
                  <c:v>42.5</c:v>
                </c:pt>
                <c:pt idx="37200">
                  <c:v>32.86</c:v>
                </c:pt>
                <c:pt idx="37201">
                  <c:v>75.98</c:v>
                </c:pt>
                <c:pt idx="37202">
                  <c:v>83.98</c:v>
                </c:pt>
                <c:pt idx="37203">
                  <c:v>83.98</c:v>
                </c:pt>
                <c:pt idx="37204">
                  <c:v>-1.2</c:v>
                </c:pt>
                <c:pt idx="37205">
                  <c:v>12.49</c:v>
                </c:pt>
                <c:pt idx="37206">
                  <c:v>79.84</c:v>
                </c:pt>
                <c:pt idx="37207">
                  <c:v>82.96</c:v>
                </c:pt>
                <c:pt idx="37208">
                  <c:v>-82.96</c:v>
                </c:pt>
                <c:pt idx="37209">
                  <c:v>31.02</c:v>
                </c:pt>
                <c:pt idx="37210">
                  <c:v>30.27</c:v>
                </c:pt>
                <c:pt idx="37211">
                  <c:v>254.97</c:v>
                </c:pt>
                <c:pt idx="37212">
                  <c:v>307.95999999999998</c:v>
                </c:pt>
                <c:pt idx="37213">
                  <c:v>62.47</c:v>
                </c:pt>
                <c:pt idx="37214">
                  <c:v>187.46</c:v>
                </c:pt>
                <c:pt idx="37215">
                  <c:v>202.95</c:v>
                </c:pt>
                <c:pt idx="37216">
                  <c:v>94.96</c:v>
                </c:pt>
                <c:pt idx="37217">
                  <c:v>55.98</c:v>
                </c:pt>
                <c:pt idx="37218">
                  <c:v>19.27</c:v>
                </c:pt>
                <c:pt idx="37219">
                  <c:v>83.94</c:v>
                </c:pt>
                <c:pt idx="37220">
                  <c:v>83.94</c:v>
                </c:pt>
                <c:pt idx="37221">
                  <c:v>74.47</c:v>
                </c:pt>
                <c:pt idx="37222">
                  <c:v>82.98</c:v>
                </c:pt>
                <c:pt idx="37223">
                  <c:v>82.98</c:v>
                </c:pt>
                <c:pt idx="37224">
                  <c:v>169.96</c:v>
                </c:pt>
                <c:pt idx="37225">
                  <c:v>82.98</c:v>
                </c:pt>
                <c:pt idx="37226">
                  <c:v>90.74</c:v>
                </c:pt>
                <c:pt idx="37227">
                  <c:v>90.74</c:v>
                </c:pt>
                <c:pt idx="37228">
                  <c:v>90.73</c:v>
                </c:pt>
                <c:pt idx="37229">
                  <c:v>89.98</c:v>
                </c:pt>
                <c:pt idx="37230">
                  <c:v>55.23</c:v>
                </c:pt>
                <c:pt idx="37231">
                  <c:v>69.98</c:v>
                </c:pt>
                <c:pt idx="37232">
                  <c:v>104.98</c:v>
                </c:pt>
                <c:pt idx="37233">
                  <c:v>51.29</c:v>
                </c:pt>
                <c:pt idx="37234">
                  <c:v>54.03</c:v>
                </c:pt>
                <c:pt idx="37235">
                  <c:v>69.98</c:v>
                </c:pt>
                <c:pt idx="37236">
                  <c:v>69.98</c:v>
                </c:pt>
                <c:pt idx="37237">
                  <c:v>51.29</c:v>
                </c:pt>
                <c:pt idx="37238">
                  <c:v>54.99</c:v>
                </c:pt>
                <c:pt idx="37239">
                  <c:v>55.23</c:v>
                </c:pt>
                <c:pt idx="37240">
                  <c:v>69.98</c:v>
                </c:pt>
                <c:pt idx="37241">
                  <c:v>54.03</c:v>
                </c:pt>
                <c:pt idx="37242">
                  <c:v>90.08</c:v>
                </c:pt>
                <c:pt idx="37243">
                  <c:v>54.99</c:v>
                </c:pt>
                <c:pt idx="37244">
                  <c:v>69.98</c:v>
                </c:pt>
                <c:pt idx="37245">
                  <c:v>69.98</c:v>
                </c:pt>
                <c:pt idx="37246">
                  <c:v>104.98</c:v>
                </c:pt>
                <c:pt idx="37247">
                  <c:v>90.08</c:v>
                </c:pt>
                <c:pt idx="37248">
                  <c:v>94.98</c:v>
                </c:pt>
                <c:pt idx="37249">
                  <c:v>94.98</c:v>
                </c:pt>
                <c:pt idx="37250">
                  <c:v>52.98</c:v>
                </c:pt>
                <c:pt idx="37251">
                  <c:v>52.98</c:v>
                </c:pt>
                <c:pt idx="37252">
                  <c:v>94.98</c:v>
                </c:pt>
                <c:pt idx="37253">
                  <c:v>31.28</c:v>
                </c:pt>
                <c:pt idx="37254">
                  <c:v>94.98</c:v>
                </c:pt>
                <c:pt idx="37255">
                  <c:v>31.28</c:v>
                </c:pt>
                <c:pt idx="37256">
                  <c:v>90.73</c:v>
                </c:pt>
                <c:pt idx="37257">
                  <c:v>90.73</c:v>
                </c:pt>
                <c:pt idx="37258">
                  <c:v>89.98</c:v>
                </c:pt>
                <c:pt idx="37259">
                  <c:v>89.98</c:v>
                </c:pt>
                <c:pt idx="37260">
                  <c:v>89.98</c:v>
                </c:pt>
                <c:pt idx="37261">
                  <c:v>90.73</c:v>
                </c:pt>
                <c:pt idx="37262">
                  <c:v>89.98</c:v>
                </c:pt>
                <c:pt idx="37263">
                  <c:v>89.97</c:v>
                </c:pt>
                <c:pt idx="37264">
                  <c:v>89.97</c:v>
                </c:pt>
                <c:pt idx="37265">
                  <c:v>29.28</c:v>
                </c:pt>
                <c:pt idx="37266">
                  <c:v>99.98</c:v>
                </c:pt>
                <c:pt idx="37267">
                  <c:v>51.94</c:v>
                </c:pt>
                <c:pt idx="37268">
                  <c:v>108.74</c:v>
                </c:pt>
                <c:pt idx="37269">
                  <c:v>113.97</c:v>
                </c:pt>
                <c:pt idx="37270">
                  <c:v>84.99</c:v>
                </c:pt>
                <c:pt idx="37271">
                  <c:v>89.98</c:v>
                </c:pt>
                <c:pt idx="37272">
                  <c:v>43.28</c:v>
                </c:pt>
                <c:pt idx="37273">
                  <c:v>99.98</c:v>
                </c:pt>
                <c:pt idx="37274">
                  <c:v>29.28</c:v>
                </c:pt>
                <c:pt idx="37275">
                  <c:v>80.88</c:v>
                </c:pt>
                <c:pt idx="37276">
                  <c:v>84.99</c:v>
                </c:pt>
                <c:pt idx="37277">
                  <c:v>63.98</c:v>
                </c:pt>
                <c:pt idx="37278">
                  <c:v>99.98</c:v>
                </c:pt>
                <c:pt idx="37279">
                  <c:v>113.91</c:v>
                </c:pt>
                <c:pt idx="37280">
                  <c:v>15.29</c:v>
                </c:pt>
                <c:pt idx="37281">
                  <c:v>49.88</c:v>
                </c:pt>
                <c:pt idx="37282">
                  <c:v>84.99</c:v>
                </c:pt>
                <c:pt idx="37283">
                  <c:v>29.28</c:v>
                </c:pt>
                <c:pt idx="37284">
                  <c:v>15.29</c:v>
                </c:pt>
                <c:pt idx="37285">
                  <c:v>99.98</c:v>
                </c:pt>
                <c:pt idx="37286">
                  <c:v>63.98</c:v>
                </c:pt>
                <c:pt idx="37287">
                  <c:v>63.98</c:v>
                </c:pt>
                <c:pt idx="37288">
                  <c:v>41.29</c:v>
                </c:pt>
                <c:pt idx="37289">
                  <c:v>99.98</c:v>
                </c:pt>
                <c:pt idx="37290">
                  <c:v>93.55</c:v>
                </c:pt>
                <c:pt idx="37291">
                  <c:v>98.81</c:v>
                </c:pt>
                <c:pt idx="37292">
                  <c:v>99.98</c:v>
                </c:pt>
                <c:pt idx="37293">
                  <c:v>89.97</c:v>
                </c:pt>
                <c:pt idx="37294">
                  <c:v>89.97</c:v>
                </c:pt>
                <c:pt idx="37295">
                  <c:v>89.97</c:v>
                </c:pt>
                <c:pt idx="37296">
                  <c:v>89.97</c:v>
                </c:pt>
                <c:pt idx="37297">
                  <c:v>89.97</c:v>
                </c:pt>
                <c:pt idx="37298">
                  <c:v>80.48</c:v>
                </c:pt>
                <c:pt idx="37299">
                  <c:v>80.48</c:v>
                </c:pt>
                <c:pt idx="37300">
                  <c:v>121.46</c:v>
                </c:pt>
                <c:pt idx="37301">
                  <c:v>179.95</c:v>
                </c:pt>
                <c:pt idx="37302">
                  <c:v>89.96</c:v>
                </c:pt>
                <c:pt idx="37303">
                  <c:v>20.74</c:v>
                </c:pt>
                <c:pt idx="37304">
                  <c:v>40.74</c:v>
                </c:pt>
                <c:pt idx="37305">
                  <c:v>64.98</c:v>
                </c:pt>
                <c:pt idx="37306">
                  <c:v>15.49</c:v>
                </c:pt>
                <c:pt idx="37307">
                  <c:v>90.71</c:v>
                </c:pt>
                <c:pt idx="37308">
                  <c:v>90.71</c:v>
                </c:pt>
                <c:pt idx="37309">
                  <c:v>64.98</c:v>
                </c:pt>
                <c:pt idx="37310">
                  <c:v>15.49</c:v>
                </c:pt>
                <c:pt idx="37311">
                  <c:v>90.71</c:v>
                </c:pt>
                <c:pt idx="37312">
                  <c:v>87.08</c:v>
                </c:pt>
                <c:pt idx="37313">
                  <c:v>177.83</c:v>
                </c:pt>
                <c:pt idx="37314">
                  <c:v>123.38</c:v>
                </c:pt>
                <c:pt idx="37315">
                  <c:v>39.99</c:v>
                </c:pt>
                <c:pt idx="37316">
                  <c:v>128.24</c:v>
                </c:pt>
                <c:pt idx="37317">
                  <c:v>148.79</c:v>
                </c:pt>
                <c:pt idx="37318">
                  <c:v>158.46</c:v>
                </c:pt>
                <c:pt idx="37319">
                  <c:v>116.14</c:v>
                </c:pt>
                <c:pt idx="37320">
                  <c:v>87.07</c:v>
                </c:pt>
                <c:pt idx="37321">
                  <c:v>150.71</c:v>
                </c:pt>
                <c:pt idx="37322">
                  <c:v>174.2</c:v>
                </c:pt>
                <c:pt idx="37323">
                  <c:v>126.38</c:v>
                </c:pt>
                <c:pt idx="37324">
                  <c:v>114.13</c:v>
                </c:pt>
                <c:pt idx="37325">
                  <c:v>66.53</c:v>
                </c:pt>
                <c:pt idx="37326">
                  <c:v>111.28</c:v>
                </c:pt>
                <c:pt idx="37327">
                  <c:v>110.06</c:v>
                </c:pt>
                <c:pt idx="37328">
                  <c:v>90.69</c:v>
                </c:pt>
                <c:pt idx="37329">
                  <c:v>89.9</c:v>
                </c:pt>
                <c:pt idx="37330">
                  <c:v>81.05</c:v>
                </c:pt>
                <c:pt idx="37331">
                  <c:v>81.05</c:v>
                </c:pt>
                <c:pt idx="37332">
                  <c:v>81.05</c:v>
                </c:pt>
                <c:pt idx="37333">
                  <c:v>181.97</c:v>
                </c:pt>
                <c:pt idx="37334">
                  <c:v>223.85</c:v>
                </c:pt>
                <c:pt idx="37335">
                  <c:v>353.94</c:v>
                </c:pt>
                <c:pt idx="37336">
                  <c:v>357.93</c:v>
                </c:pt>
                <c:pt idx="37337">
                  <c:v>9.66</c:v>
                </c:pt>
                <c:pt idx="37338">
                  <c:v>48.78</c:v>
                </c:pt>
                <c:pt idx="37339">
                  <c:v>17.29</c:v>
                </c:pt>
                <c:pt idx="37340">
                  <c:v>63.28</c:v>
                </c:pt>
                <c:pt idx="37341">
                  <c:v>81.97</c:v>
                </c:pt>
                <c:pt idx="37342">
                  <c:v>63.28</c:v>
                </c:pt>
                <c:pt idx="37343">
                  <c:v>79.989999999999995</c:v>
                </c:pt>
                <c:pt idx="37344">
                  <c:v>71.92</c:v>
                </c:pt>
                <c:pt idx="37345">
                  <c:v>34.99</c:v>
                </c:pt>
                <c:pt idx="37346">
                  <c:v>79.989999999999995</c:v>
                </c:pt>
                <c:pt idx="37347">
                  <c:v>35.479999999999997</c:v>
                </c:pt>
                <c:pt idx="37348">
                  <c:v>79.989999999999995</c:v>
                </c:pt>
                <c:pt idx="37349">
                  <c:v>79.989999999999995</c:v>
                </c:pt>
                <c:pt idx="37350">
                  <c:v>-1.5</c:v>
                </c:pt>
                <c:pt idx="37351">
                  <c:v>117.96</c:v>
                </c:pt>
                <c:pt idx="37352">
                  <c:v>97.98</c:v>
                </c:pt>
                <c:pt idx="37353">
                  <c:v>79.989999999999995</c:v>
                </c:pt>
                <c:pt idx="37354">
                  <c:v>79.989999999999995</c:v>
                </c:pt>
                <c:pt idx="37355">
                  <c:v>60.99</c:v>
                </c:pt>
                <c:pt idx="37356">
                  <c:v>111.97</c:v>
                </c:pt>
                <c:pt idx="37357">
                  <c:v>79.989999999999995</c:v>
                </c:pt>
                <c:pt idx="37358">
                  <c:v>79.989999999999995</c:v>
                </c:pt>
                <c:pt idx="37359">
                  <c:v>50.98</c:v>
                </c:pt>
                <c:pt idx="37360">
                  <c:v>65.959999999999994</c:v>
                </c:pt>
                <c:pt idx="37361">
                  <c:v>182.97</c:v>
                </c:pt>
                <c:pt idx="37362">
                  <c:v>51.47</c:v>
                </c:pt>
                <c:pt idx="37363">
                  <c:v>89.38</c:v>
                </c:pt>
                <c:pt idx="37364">
                  <c:v>113.97</c:v>
                </c:pt>
                <c:pt idx="37365">
                  <c:v>-1.5</c:v>
                </c:pt>
                <c:pt idx="37366">
                  <c:v>79.989999999999995</c:v>
                </c:pt>
                <c:pt idx="37367">
                  <c:v>81.97</c:v>
                </c:pt>
                <c:pt idx="37368">
                  <c:v>81.97</c:v>
                </c:pt>
                <c:pt idx="37369">
                  <c:v>81.97</c:v>
                </c:pt>
                <c:pt idx="37370">
                  <c:v>73.459999999999994</c:v>
                </c:pt>
                <c:pt idx="37371">
                  <c:v>81.97</c:v>
                </c:pt>
                <c:pt idx="37372">
                  <c:v>71.33</c:v>
                </c:pt>
                <c:pt idx="37373">
                  <c:v>81.88</c:v>
                </c:pt>
                <c:pt idx="37374">
                  <c:v>90.36</c:v>
                </c:pt>
                <c:pt idx="37375">
                  <c:v>171.97</c:v>
                </c:pt>
                <c:pt idx="37376">
                  <c:v>84.99</c:v>
                </c:pt>
                <c:pt idx="37377">
                  <c:v>78.540000000000006</c:v>
                </c:pt>
                <c:pt idx="37378">
                  <c:v>169.98</c:v>
                </c:pt>
                <c:pt idx="37379">
                  <c:v>68.989999999999995</c:v>
                </c:pt>
                <c:pt idx="37380">
                  <c:v>124.97</c:v>
                </c:pt>
                <c:pt idx="37381">
                  <c:v>188.97</c:v>
                </c:pt>
                <c:pt idx="37382">
                  <c:v>150.97</c:v>
                </c:pt>
                <c:pt idx="37383">
                  <c:v>84.99</c:v>
                </c:pt>
                <c:pt idx="37384">
                  <c:v>131.97999999999999</c:v>
                </c:pt>
                <c:pt idx="37385">
                  <c:v>169.98</c:v>
                </c:pt>
                <c:pt idx="37386">
                  <c:v>107.65</c:v>
                </c:pt>
                <c:pt idx="37387">
                  <c:v>156.97</c:v>
                </c:pt>
                <c:pt idx="37388">
                  <c:v>19.34</c:v>
                </c:pt>
                <c:pt idx="37389">
                  <c:v>37.47</c:v>
                </c:pt>
                <c:pt idx="37390">
                  <c:v>14.99</c:v>
                </c:pt>
                <c:pt idx="37391">
                  <c:v>30.81</c:v>
                </c:pt>
                <c:pt idx="37392">
                  <c:v>30.81</c:v>
                </c:pt>
                <c:pt idx="37393">
                  <c:v>22.27</c:v>
                </c:pt>
                <c:pt idx="37394">
                  <c:v>69.180000000000007</c:v>
                </c:pt>
                <c:pt idx="37395">
                  <c:v>69.180000000000007</c:v>
                </c:pt>
                <c:pt idx="37396">
                  <c:v>142.94999999999999</c:v>
                </c:pt>
                <c:pt idx="37397">
                  <c:v>169.98</c:v>
                </c:pt>
                <c:pt idx="37398">
                  <c:v>99.9</c:v>
                </c:pt>
                <c:pt idx="37399">
                  <c:v>172.97</c:v>
                </c:pt>
                <c:pt idx="37400">
                  <c:v>169.98</c:v>
                </c:pt>
                <c:pt idx="37401">
                  <c:v>169.98</c:v>
                </c:pt>
                <c:pt idx="37402">
                  <c:v>56.97</c:v>
                </c:pt>
                <c:pt idx="37403">
                  <c:v>275.95999999999998</c:v>
                </c:pt>
                <c:pt idx="37404">
                  <c:v>190.77</c:v>
                </c:pt>
                <c:pt idx="37405">
                  <c:v>65.989999999999995</c:v>
                </c:pt>
                <c:pt idx="37406">
                  <c:v>73.180000000000007</c:v>
                </c:pt>
                <c:pt idx="37407">
                  <c:v>82.98</c:v>
                </c:pt>
                <c:pt idx="37408">
                  <c:v>82.97</c:v>
                </c:pt>
                <c:pt idx="37409">
                  <c:v>59.98</c:v>
                </c:pt>
                <c:pt idx="37410">
                  <c:v>59.98</c:v>
                </c:pt>
                <c:pt idx="37411">
                  <c:v>41.29</c:v>
                </c:pt>
                <c:pt idx="37412">
                  <c:v>41.29</c:v>
                </c:pt>
                <c:pt idx="37413">
                  <c:v>82.96</c:v>
                </c:pt>
                <c:pt idx="37414">
                  <c:v>84.99</c:v>
                </c:pt>
                <c:pt idx="37415">
                  <c:v>96.98</c:v>
                </c:pt>
                <c:pt idx="37416">
                  <c:v>96.98</c:v>
                </c:pt>
                <c:pt idx="37417">
                  <c:v>84.99</c:v>
                </c:pt>
                <c:pt idx="37418">
                  <c:v>96.98</c:v>
                </c:pt>
                <c:pt idx="37419">
                  <c:v>84.99</c:v>
                </c:pt>
                <c:pt idx="37420">
                  <c:v>169.98</c:v>
                </c:pt>
                <c:pt idx="37421">
                  <c:v>120.96</c:v>
                </c:pt>
                <c:pt idx="37422">
                  <c:v>96.98</c:v>
                </c:pt>
                <c:pt idx="37423">
                  <c:v>96.98</c:v>
                </c:pt>
                <c:pt idx="37424">
                  <c:v>84.99</c:v>
                </c:pt>
                <c:pt idx="37425">
                  <c:v>96.98</c:v>
                </c:pt>
                <c:pt idx="37426">
                  <c:v>96.98</c:v>
                </c:pt>
                <c:pt idx="37427">
                  <c:v>193.96</c:v>
                </c:pt>
                <c:pt idx="37428">
                  <c:v>96.98</c:v>
                </c:pt>
                <c:pt idx="37429">
                  <c:v>193.96</c:v>
                </c:pt>
                <c:pt idx="37430">
                  <c:v>96.98</c:v>
                </c:pt>
                <c:pt idx="37431">
                  <c:v>84.99</c:v>
                </c:pt>
                <c:pt idx="37432">
                  <c:v>96.98</c:v>
                </c:pt>
                <c:pt idx="37433">
                  <c:v>74.97</c:v>
                </c:pt>
                <c:pt idx="37434">
                  <c:v>82.76</c:v>
                </c:pt>
                <c:pt idx="37435">
                  <c:v>89.76</c:v>
                </c:pt>
                <c:pt idx="37436">
                  <c:v>81.97</c:v>
                </c:pt>
                <c:pt idx="37437">
                  <c:v>25.49</c:v>
                </c:pt>
                <c:pt idx="37438">
                  <c:v>53.98</c:v>
                </c:pt>
                <c:pt idx="37439">
                  <c:v>88.95</c:v>
                </c:pt>
                <c:pt idx="37440">
                  <c:v>89.52</c:v>
                </c:pt>
                <c:pt idx="37441">
                  <c:v>89.52</c:v>
                </c:pt>
                <c:pt idx="37442">
                  <c:v>89.5</c:v>
                </c:pt>
                <c:pt idx="37443">
                  <c:v>89.5</c:v>
                </c:pt>
                <c:pt idx="37444">
                  <c:v>18.79</c:v>
                </c:pt>
                <c:pt idx="37445">
                  <c:v>46.28</c:v>
                </c:pt>
                <c:pt idx="37446">
                  <c:v>80.98</c:v>
                </c:pt>
                <c:pt idx="37447">
                  <c:v>208.85</c:v>
                </c:pt>
                <c:pt idx="37448">
                  <c:v>126.97</c:v>
                </c:pt>
                <c:pt idx="37449">
                  <c:v>95.96</c:v>
                </c:pt>
                <c:pt idx="37450">
                  <c:v>228.96</c:v>
                </c:pt>
                <c:pt idx="37451">
                  <c:v>211.95</c:v>
                </c:pt>
                <c:pt idx="37452">
                  <c:v>179.96</c:v>
                </c:pt>
                <c:pt idx="37453">
                  <c:v>80.97</c:v>
                </c:pt>
                <c:pt idx="37454">
                  <c:v>80.98</c:v>
                </c:pt>
                <c:pt idx="37455">
                  <c:v>80.98</c:v>
                </c:pt>
                <c:pt idx="37456">
                  <c:v>80.959999999999994</c:v>
                </c:pt>
                <c:pt idx="37457">
                  <c:v>80.98</c:v>
                </c:pt>
                <c:pt idx="37458">
                  <c:v>80.98</c:v>
                </c:pt>
                <c:pt idx="37459">
                  <c:v>80.98</c:v>
                </c:pt>
                <c:pt idx="37460">
                  <c:v>80.959999999999994</c:v>
                </c:pt>
                <c:pt idx="37461">
                  <c:v>65.989999999999995</c:v>
                </c:pt>
                <c:pt idx="37462">
                  <c:v>103.97</c:v>
                </c:pt>
                <c:pt idx="37463">
                  <c:v>65.989999999999995</c:v>
                </c:pt>
                <c:pt idx="37464">
                  <c:v>65.989999999999995</c:v>
                </c:pt>
                <c:pt idx="37465">
                  <c:v>65.989999999999995</c:v>
                </c:pt>
                <c:pt idx="37466">
                  <c:v>79.98</c:v>
                </c:pt>
                <c:pt idx="37467">
                  <c:v>75.98</c:v>
                </c:pt>
                <c:pt idx="37468">
                  <c:v>117.89</c:v>
                </c:pt>
                <c:pt idx="37469">
                  <c:v>59.98</c:v>
                </c:pt>
                <c:pt idx="37470">
                  <c:v>172.96</c:v>
                </c:pt>
                <c:pt idx="37471">
                  <c:v>99.88</c:v>
                </c:pt>
                <c:pt idx="37472">
                  <c:v>169.96</c:v>
                </c:pt>
                <c:pt idx="37473">
                  <c:v>84.98</c:v>
                </c:pt>
                <c:pt idx="37474">
                  <c:v>59.73</c:v>
                </c:pt>
                <c:pt idx="37475">
                  <c:v>148.97</c:v>
                </c:pt>
                <c:pt idx="37476">
                  <c:v>56.97</c:v>
                </c:pt>
                <c:pt idx="37477">
                  <c:v>95.98</c:v>
                </c:pt>
                <c:pt idx="37478">
                  <c:v>80.98</c:v>
                </c:pt>
                <c:pt idx="37479">
                  <c:v>80.97</c:v>
                </c:pt>
                <c:pt idx="37480">
                  <c:v>80.97</c:v>
                </c:pt>
                <c:pt idx="37481">
                  <c:v>54.99</c:v>
                </c:pt>
                <c:pt idx="37482">
                  <c:v>17.489999999999998</c:v>
                </c:pt>
                <c:pt idx="37483">
                  <c:v>19.489999999999998</c:v>
                </c:pt>
                <c:pt idx="37484">
                  <c:v>19.489999999999998</c:v>
                </c:pt>
                <c:pt idx="37485">
                  <c:v>16.489999999999998</c:v>
                </c:pt>
                <c:pt idx="37486">
                  <c:v>16.489999999999998</c:v>
                </c:pt>
                <c:pt idx="37487">
                  <c:v>19.489999999999998</c:v>
                </c:pt>
                <c:pt idx="37488">
                  <c:v>19.489999999999998</c:v>
                </c:pt>
                <c:pt idx="37489">
                  <c:v>19.489999999999998</c:v>
                </c:pt>
                <c:pt idx="37490">
                  <c:v>19.489999999999998</c:v>
                </c:pt>
                <c:pt idx="37491">
                  <c:v>19.489999999999998</c:v>
                </c:pt>
                <c:pt idx="37492">
                  <c:v>19.489999999999998</c:v>
                </c:pt>
                <c:pt idx="37493">
                  <c:v>80.94</c:v>
                </c:pt>
                <c:pt idx="37494">
                  <c:v>80.95</c:v>
                </c:pt>
                <c:pt idx="37495">
                  <c:v>125.34</c:v>
                </c:pt>
                <c:pt idx="37496">
                  <c:v>68.97</c:v>
                </c:pt>
                <c:pt idx="37497">
                  <c:v>52.96</c:v>
                </c:pt>
                <c:pt idx="37498">
                  <c:v>89.97</c:v>
                </c:pt>
                <c:pt idx="37499">
                  <c:v>79.98</c:v>
                </c:pt>
                <c:pt idx="37500">
                  <c:v>109.96</c:v>
                </c:pt>
                <c:pt idx="37501">
                  <c:v>84.99</c:v>
                </c:pt>
                <c:pt idx="37502">
                  <c:v>118.97</c:v>
                </c:pt>
                <c:pt idx="37503">
                  <c:v>82.96</c:v>
                </c:pt>
                <c:pt idx="37504">
                  <c:v>26.58</c:v>
                </c:pt>
                <c:pt idx="37505">
                  <c:v>24.18</c:v>
                </c:pt>
                <c:pt idx="37506">
                  <c:v>81.97</c:v>
                </c:pt>
                <c:pt idx="37507">
                  <c:v>81.97</c:v>
                </c:pt>
                <c:pt idx="37508">
                  <c:v>81.97</c:v>
                </c:pt>
                <c:pt idx="37509">
                  <c:v>81.97</c:v>
                </c:pt>
                <c:pt idx="37510">
                  <c:v>149.97</c:v>
                </c:pt>
                <c:pt idx="37511">
                  <c:v>184.97</c:v>
                </c:pt>
                <c:pt idx="37512">
                  <c:v>131.97999999999999</c:v>
                </c:pt>
                <c:pt idx="37513">
                  <c:v>127.98</c:v>
                </c:pt>
                <c:pt idx="37514">
                  <c:v>95.97</c:v>
                </c:pt>
                <c:pt idx="37515">
                  <c:v>79.98</c:v>
                </c:pt>
                <c:pt idx="37516">
                  <c:v>44.29</c:v>
                </c:pt>
                <c:pt idx="37517">
                  <c:v>84.99</c:v>
                </c:pt>
                <c:pt idx="37518">
                  <c:v>119.97</c:v>
                </c:pt>
                <c:pt idx="37519">
                  <c:v>134.97999999999999</c:v>
                </c:pt>
                <c:pt idx="37520">
                  <c:v>169.98</c:v>
                </c:pt>
                <c:pt idx="37521">
                  <c:v>169.98</c:v>
                </c:pt>
                <c:pt idx="37522">
                  <c:v>36.49</c:v>
                </c:pt>
                <c:pt idx="37523">
                  <c:v>168.37</c:v>
                </c:pt>
                <c:pt idx="37524">
                  <c:v>169.98</c:v>
                </c:pt>
                <c:pt idx="37525">
                  <c:v>169.98</c:v>
                </c:pt>
                <c:pt idx="37526">
                  <c:v>119.97</c:v>
                </c:pt>
                <c:pt idx="37527">
                  <c:v>62.84</c:v>
                </c:pt>
                <c:pt idx="37528">
                  <c:v>81.97</c:v>
                </c:pt>
                <c:pt idx="37529">
                  <c:v>62.82</c:v>
                </c:pt>
                <c:pt idx="37530">
                  <c:v>88.91</c:v>
                </c:pt>
                <c:pt idx="37531">
                  <c:v>37.479999999999997</c:v>
                </c:pt>
                <c:pt idx="37532">
                  <c:v>34.5</c:v>
                </c:pt>
                <c:pt idx="37533">
                  <c:v>88.86</c:v>
                </c:pt>
                <c:pt idx="37534">
                  <c:v>73.98</c:v>
                </c:pt>
                <c:pt idx="37535">
                  <c:v>55.98</c:v>
                </c:pt>
                <c:pt idx="37536">
                  <c:v>87.97</c:v>
                </c:pt>
                <c:pt idx="37537">
                  <c:v>87.96</c:v>
                </c:pt>
                <c:pt idx="37538">
                  <c:v>114.98</c:v>
                </c:pt>
                <c:pt idx="37539">
                  <c:v>79.98</c:v>
                </c:pt>
                <c:pt idx="37540">
                  <c:v>114.98</c:v>
                </c:pt>
                <c:pt idx="37541">
                  <c:v>84.99</c:v>
                </c:pt>
                <c:pt idx="37542">
                  <c:v>84.99</c:v>
                </c:pt>
                <c:pt idx="37543">
                  <c:v>159.96</c:v>
                </c:pt>
                <c:pt idx="37544">
                  <c:v>105.97</c:v>
                </c:pt>
                <c:pt idx="37545">
                  <c:v>95.98</c:v>
                </c:pt>
                <c:pt idx="37546">
                  <c:v>84.99</c:v>
                </c:pt>
                <c:pt idx="37547">
                  <c:v>68.989999999999995</c:v>
                </c:pt>
                <c:pt idx="37548">
                  <c:v>84.99</c:v>
                </c:pt>
                <c:pt idx="37549">
                  <c:v>156.94</c:v>
                </c:pt>
                <c:pt idx="37550">
                  <c:v>108.98</c:v>
                </c:pt>
                <c:pt idx="37551">
                  <c:v>144.97</c:v>
                </c:pt>
                <c:pt idx="37552">
                  <c:v>69.98</c:v>
                </c:pt>
                <c:pt idx="37553">
                  <c:v>95.97</c:v>
                </c:pt>
                <c:pt idx="37554">
                  <c:v>74.97</c:v>
                </c:pt>
                <c:pt idx="37555">
                  <c:v>79.98</c:v>
                </c:pt>
                <c:pt idx="37556">
                  <c:v>106.98</c:v>
                </c:pt>
                <c:pt idx="37557">
                  <c:v>80.98</c:v>
                </c:pt>
                <c:pt idx="37558">
                  <c:v>87.86</c:v>
                </c:pt>
                <c:pt idx="37559">
                  <c:v>16.920000000000002</c:v>
                </c:pt>
                <c:pt idx="37560">
                  <c:v>61.17</c:v>
                </c:pt>
                <c:pt idx="37561">
                  <c:v>81.569999999999993</c:v>
                </c:pt>
                <c:pt idx="37562">
                  <c:v>81.569999999999993</c:v>
                </c:pt>
                <c:pt idx="37563">
                  <c:v>61.17</c:v>
                </c:pt>
                <c:pt idx="37564">
                  <c:v>80.08</c:v>
                </c:pt>
                <c:pt idx="37565">
                  <c:v>106.16</c:v>
                </c:pt>
                <c:pt idx="37566">
                  <c:v>144.94</c:v>
                </c:pt>
                <c:pt idx="37567">
                  <c:v>175.59</c:v>
                </c:pt>
                <c:pt idx="37568">
                  <c:v>195.55</c:v>
                </c:pt>
                <c:pt idx="37569">
                  <c:v>152.16</c:v>
                </c:pt>
                <c:pt idx="37570">
                  <c:v>248.89</c:v>
                </c:pt>
                <c:pt idx="37571">
                  <c:v>349.92</c:v>
                </c:pt>
                <c:pt idx="37572">
                  <c:v>133.96</c:v>
                </c:pt>
                <c:pt idx="37573">
                  <c:v>187.16</c:v>
                </c:pt>
                <c:pt idx="37574">
                  <c:v>146.76</c:v>
                </c:pt>
                <c:pt idx="37575">
                  <c:v>189.27</c:v>
                </c:pt>
                <c:pt idx="37576">
                  <c:v>142.94999999999999</c:v>
                </c:pt>
                <c:pt idx="37577">
                  <c:v>170.06</c:v>
                </c:pt>
                <c:pt idx="37578">
                  <c:v>79.989999999999995</c:v>
                </c:pt>
                <c:pt idx="37579">
                  <c:v>79.989999999999995</c:v>
                </c:pt>
                <c:pt idx="37580">
                  <c:v>79.98</c:v>
                </c:pt>
                <c:pt idx="37581">
                  <c:v>-1.5</c:v>
                </c:pt>
                <c:pt idx="37582">
                  <c:v>81.48</c:v>
                </c:pt>
                <c:pt idx="37583">
                  <c:v>79.98</c:v>
                </c:pt>
                <c:pt idx="37584">
                  <c:v>79.98</c:v>
                </c:pt>
                <c:pt idx="37585">
                  <c:v>79.98</c:v>
                </c:pt>
                <c:pt idx="37586">
                  <c:v>404.88</c:v>
                </c:pt>
                <c:pt idx="37587">
                  <c:v>399.9</c:v>
                </c:pt>
                <c:pt idx="37588">
                  <c:v>359.91</c:v>
                </c:pt>
                <c:pt idx="37589">
                  <c:v>395.94</c:v>
                </c:pt>
                <c:pt idx="37590">
                  <c:v>79.98</c:v>
                </c:pt>
                <c:pt idx="37591">
                  <c:v>79.98</c:v>
                </c:pt>
                <c:pt idx="37592">
                  <c:v>79.98</c:v>
                </c:pt>
                <c:pt idx="37593">
                  <c:v>79.98</c:v>
                </c:pt>
                <c:pt idx="37594">
                  <c:v>71.489999999999995</c:v>
                </c:pt>
                <c:pt idx="37595">
                  <c:v>79.98</c:v>
                </c:pt>
                <c:pt idx="37596">
                  <c:v>237.54</c:v>
                </c:pt>
                <c:pt idx="37597">
                  <c:v>194.36</c:v>
                </c:pt>
                <c:pt idx="37598">
                  <c:v>350.93</c:v>
                </c:pt>
                <c:pt idx="37599">
                  <c:v>79.989999999999995</c:v>
                </c:pt>
                <c:pt idx="37600">
                  <c:v>79.989999999999995</c:v>
                </c:pt>
                <c:pt idx="37601">
                  <c:v>79.989999999999995</c:v>
                </c:pt>
                <c:pt idx="37602">
                  <c:v>79.989999999999995</c:v>
                </c:pt>
                <c:pt idx="37603">
                  <c:v>79.97</c:v>
                </c:pt>
                <c:pt idx="37604">
                  <c:v>62.98</c:v>
                </c:pt>
                <c:pt idx="37605">
                  <c:v>79.989999999999995</c:v>
                </c:pt>
                <c:pt idx="37606">
                  <c:v>204.43</c:v>
                </c:pt>
                <c:pt idx="37607">
                  <c:v>240.42</c:v>
                </c:pt>
                <c:pt idx="37608">
                  <c:v>435.35</c:v>
                </c:pt>
                <c:pt idx="37609">
                  <c:v>242.42</c:v>
                </c:pt>
                <c:pt idx="37610">
                  <c:v>300.39999999999998</c:v>
                </c:pt>
                <c:pt idx="37611">
                  <c:v>230.62</c:v>
                </c:pt>
                <c:pt idx="37612">
                  <c:v>242.42</c:v>
                </c:pt>
                <c:pt idx="37613">
                  <c:v>270.41000000000003</c:v>
                </c:pt>
                <c:pt idx="37614">
                  <c:v>449.82</c:v>
                </c:pt>
                <c:pt idx="37615">
                  <c:v>-435.35</c:v>
                </c:pt>
                <c:pt idx="37616">
                  <c:v>88.31</c:v>
                </c:pt>
                <c:pt idx="37617">
                  <c:v>79.98</c:v>
                </c:pt>
                <c:pt idx="37618">
                  <c:v>79.98</c:v>
                </c:pt>
                <c:pt idx="37619">
                  <c:v>79.98</c:v>
                </c:pt>
                <c:pt idx="37620">
                  <c:v>31.49</c:v>
                </c:pt>
                <c:pt idx="37621">
                  <c:v>27.24</c:v>
                </c:pt>
                <c:pt idx="37622">
                  <c:v>79.98</c:v>
                </c:pt>
                <c:pt idx="37623">
                  <c:v>100.97</c:v>
                </c:pt>
                <c:pt idx="37624">
                  <c:v>58.59</c:v>
                </c:pt>
                <c:pt idx="37625">
                  <c:v>102.95</c:v>
                </c:pt>
                <c:pt idx="37626">
                  <c:v>59.96</c:v>
                </c:pt>
                <c:pt idx="37627">
                  <c:v>88.31</c:v>
                </c:pt>
                <c:pt idx="37628">
                  <c:v>79.98</c:v>
                </c:pt>
                <c:pt idx="37629">
                  <c:v>79.98</c:v>
                </c:pt>
                <c:pt idx="37630">
                  <c:v>79.98</c:v>
                </c:pt>
                <c:pt idx="37631">
                  <c:v>79.98</c:v>
                </c:pt>
                <c:pt idx="37632">
                  <c:v>79.98</c:v>
                </c:pt>
                <c:pt idx="37633">
                  <c:v>79.98</c:v>
                </c:pt>
                <c:pt idx="37634">
                  <c:v>32.24</c:v>
                </c:pt>
                <c:pt idx="37635">
                  <c:v>26.49</c:v>
                </c:pt>
                <c:pt idx="37636">
                  <c:v>424.95</c:v>
                </c:pt>
                <c:pt idx="37637">
                  <c:v>467.74</c:v>
                </c:pt>
                <c:pt idx="37638">
                  <c:v>594.92999999999995</c:v>
                </c:pt>
                <c:pt idx="37639">
                  <c:v>79.98</c:v>
                </c:pt>
                <c:pt idx="37640">
                  <c:v>27.24</c:v>
                </c:pt>
                <c:pt idx="37641">
                  <c:v>27.24</c:v>
                </c:pt>
                <c:pt idx="37642">
                  <c:v>79.98</c:v>
                </c:pt>
                <c:pt idx="37643">
                  <c:v>16.489999999999998</c:v>
                </c:pt>
                <c:pt idx="37644">
                  <c:v>54.98</c:v>
                </c:pt>
                <c:pt idx="37645">
                  <c:v>79.98</c:v>
                </c:pt>
                <c:pt idx="37646">
                  <c:v>79.98</c:v>
                </c:pt>
                <c:pt idx="37647">
                  <c:v>54.48</c:v>
                </c:pt>
                <c:pt idx="37648">
                  <c:v>123.54</c:v>
                </c:pt>
                <c:pt idx="37649">
                  <c:v>115.05</c:v>
                </c:pt>
                <c:pt idx="37650">
                  <c:v>104.04</c:v>
                </c:pt>
                <c:pt idx="37651">
                  <c:v>159.69999999999999</c:v>
                </c:pt>
                <c:pt idx="37652">
                  <c:v>108.86</c:v>
                </c:pt>
                <c:pt idx="37653">
                  <c:v>71.48</c:v>
                </c:pt>
                <c:pt idx="37654">
                  <c:v>79.98</c:v>
                </c:pt>
                <c:pt idx="37655">
                  <c:v>79.97</c:v>
                </c:pt>
                <c:pt idx="37656">
                  <c:v>79.97</c:v>
                </c:pt>
                <c:pt idx="37657">
                  <c:v>114.97</c:v>
                </c:pt>
                <c:pt idx="37658">
                  <c:v>169.98</c:v>
                </c:pt>
                <c:pt idx="37659">
                  <c:v>83.48</c:v>
                </c:pt>
                <c:pt idx="37660">
                  <c:v>184.97</c:v>
                </c:pt>
                <c:pt idx="37661">
                  <c:v>89.01</c:v>
                </c:pt>
                <c:pt idx="37662">
                  <c:v>154.97999999999999</c:v>
                </c:pt>
                <c:pt idx="37663">
                  <c:v>169.98</c:v>
                </c:pt>
                <c:pt idx="37664">
                  <c:v>65.989999999999995</c:v>
                </c:pt>
                <c:pt idx="37665">
                  <c:v>169.98</c:v>
                </c:pt>
                <c:pt idx="37666">
                  <c:v>99.98</c:v>
                </c:pt>
                <c:pt idx="37667">
                  <c:v>131.97999999999999</c:v>
                </c:pt>
                <c:pt idx="37668">
                  <c:v>169.98</c:v>
                </c:pt>
                <c:pt idx="37669">
                  <c:v>61.36</c:v>
                </c:pt>
                <c:pt idx="37670">
                  <c:v>169.98</c:v>
                </c:pt>
                <c:pt idx="37671">
                  <c:v>169.98</c:v>
                </c:pt>
                <c:pt idx="37672">
                  <c:v>99.98</c:v>
                </c:pt>
                <c:pt idx="37673">
                  <c:v>79.97</c:v>
                </c:pt>
                <c:pt idx="37674">
                  <c:v>41.48</c:v>
                </c:pt>
                <c:pt idx="37675">
                  <c:v>79.959999999999994</c:v>
                </c:pt>
                <c:pt idx="37676">
                  <c:v>62.96</c:v>
                </c:pt>
                <c:pt idx="37677">
                  <c:v>88.28</c:v>
                </c:pt>
                <c:pt idx="37678">
                  <c:v>79.959999999999994</c:v>
                </c:pt>
                <c:pt idx="37679">
                  <c:v>21.49</c:v>
                </c:pt>
                <c:pt idx="37680">
                  <c:v>41.48</c:v>
                </c:pt>
                <c:pt idx="37681">
                  <c:v>20.29</c:v>
                </c:pt>
                <c:pt idx="37682">
                  <c:v>234.68</c:v>
                </c:pt>
                <c:pt idx="37683">
                  <c:v>150.72999999999999</c:v>
                </c:pt>
                <c:pt idx="37684">
                  <c:v>232.87</c:v>
                </c:pt>
                <c:pt idx="37685">
                  <c:v>188.97</c:v>
                </c:pt>
                <c:pt idx="37686">
                  <c:v>20.29</c:v>
                </c:pt>
                <c:pt idx="37687">
                  <c:v>216.72</c:v>
                </c:pt>
                <c:pt idx="37688">
                  <c:v>244.21</c:v>
                </c:pt>
                <c:pt idx="37689">
                  <c:v>84.99</c:v>
                </c:pt>
                <c:pt idx="37690">
                  <c:v>254.97</c:v>
                </c:pt>
                <c:pt idx="37691">
                  <c:v>87.98</c:v>
                </c:pt>
                <c:pt idx="37692">
                  <c:v>84.99</c:v>
                </c:pt>
                <c:pt idx="37693">
                  <c:v>28.38</c:v>
                </c:pt>
                <c:pt idx="37694">
                  <c:v>79.95</c:v>
                </c:pt>
                <c:pt idx="37695">
                  <c:v>79.95</c:v>
                </c:pt>
                <c:pt idx="37696">
                  <c:v>79.95</c:v>
                </c:pt>
                <c:pt idx="37697">
                  <c:v>79.95</c:v>
                </c:pt>
                <c:pt idx="37698">
                  <c:v>62.94</c:v>
                </c:pt>
                <c:pt idx="37699">
                  <c:v>79.87</c:v>
                </c:pt>
                <c:pt idx="37700">
                  <c:v>79.87</c:v>
                </c:pt>
                <c:pt idx="37701">
                  <c:v>81.98</c:v>
                </c:pt>
                <c:pt idx="37702">
                  <c:v>76.98</c:v>
                </c:pt>
                <c:pt idx="37703">
                  <c:v>84.99</c:v>
                </c:pt>
                <c:pt idx="37704">
                  <c:v>47.57</c:v>
                </c:pt>
                <c:pt idx="37705">
                  <c:v>49.74</c:v>
                </c:pt>
                <c:pt idx="37706">
                  <c:v>85.99</c:v>
                </c:pt>
                <c:pt idx="37707">
                  <c:v>56.09</c:v>
                </c:pt>
                <c:pt idx="37708">
                  <c:v>84.14</c:v>
                </c:pt>
                <c:pt idx="37709">
                  <c:v>54.99</c:v>
                </c:pt>
                <c:pt idx="37710">
                  <c:v>50.98</c:v>
                </c:pt>
                <c:pt idx="37711">
                  <c:v>69.98</c:v>
                </c:pt>
                <c:pt idx="37712">
                  <c:v>99.98</c:v>
                </c:pt>
                <c:pt idx="37713">
                  <c:v>50.98</c:v>
                </c:pt>
                <c:pt idx="37714">
                  <c:v>50.98</c:v>
                </c:pt>
                <c:pt idx="37715">
                  <c:v>75.290000000000006</c:v>
                </c:pt>
                <c:pt idx="37716">
                  <c:v>84.99</c:v>
                </c:pt>
                <c:pt idx="37717">
                  <c:v>50.98</c:v>
                </c:pt>
                <c:pt idx="37718">
                  <c:v>84.99</c:v>
                </c:pt>
                <c:pt idx="37719">
                  <c:v>50.48</c:v>
                </c:pt>
                <c:pt idx="37720">
                  <c:v>152.06</c:v>
                </c:pt>
                <c:pt idx="37721">
                  <c:v>19.34</c:v>
                </c:pt>
                <c:pt idx="37722">
                  <c:v>49.59</c:v>
                </c:pt>
                <c:pt idx="37723">
                  <c:v>80.98</c:v>
                </c:pt>
                <c:pt idx="37724">
                  <c:v>80.98</c:v>
                </c:pt>
                <c:pt idx="37725">
                  <c:v>80.98</c:v>
                </c:pt>
                <c:pt idx="37726">
                  <c:v>101.28</c:v>
                </c:pt>
                <c:pt idx="37727">
                  <c:v>119.98</c:v>
                </c:pt>
                <c:pt idx="37728">
                  <c:v>106.58</c:v>
                </c:pt>
                <c:pt idx="37729">
                  <c:v>87.59</c:v>
                </c:pt>
                <c:pt idx="37730">
                  <c:v>128.97</c:v>
                </c:pt>
                <c:pt idx="37731">
                  <c:v>207.96</c:v>
                </c:pt>
                <c:pt idx="37732">
                  <c:v>201.69</c:v>
                </c:pt>
                <c:pt idx="37733">
                  <c:v>207.96</c:v>
                </c:pt>
                <c:pt idx="37734">
                  <c:v>175.96</c:v>
                </c:pt>
                <c:pt idx="37735">
                  <c:v>135.94</c:v>
                </c:pt>
                <c:pt idx="37736">
                  <c:v>162.83000000000001</c:v>
                </c:pt>
                <c:pt idx="37737">
                  <c:v>87.59</c:v>
                </c:pt>
                <c:pt idx="37738">
                  <c:v>30.28</c:v>
                </c:pt>
                <c:pt idx="37739">
                  <c:v>122.97</c:v>
                </c:pt>
                <c:pt idx="37740">
                  <c:v>194.73</c:v>
                </c:pt>
                <c:pt idx="37741">
                  <c:v>80.97</c:v>
                </c:pt>
                <c:pt idx="37742">
                  <c:v>80.97</c:v>
                </c:pt>
                <c:pt idx="37743">
                  <c:v>80.97</c:v>
                </c:pt>
                <c:pt idx="37744">
                  <c:v>15.29</c:v>
                </c:pt>
                <c:pt idx="37745">
                  <c:v>43.94</c:v>
                </c:pt>
                <c:pt idx="37746">
                  <c:v>26.29</c:v>
                </c:pt>
                <c:pt idx="37747">
                  <c:v>14.29</c:v>
                </c:pt>
                <c:pt idx="37748">
                  <c:v>14.29</c:v>
                </c:pt>
                <c:pt idx="37749">
                  <c:v>43.92</c:v>
                </c:pt>
                <c:pt idx="37750">
                  <c:v>87.11</c:v>
                </c:pt>
                <c:pt idx="37751">
                  <c:v>17.29</c:v>
                </c:pt>
                <c:pt idx="37752">
                  <c:v>141.94999999999999</c:v>
                </c:pt>
                <c:pt idx="37753">
                  <c:v>102.26</c:v>
                </c:pt>
                <c:pt idx="37754">
                  <c:v>215.42</c:v>
                </c:pt>
                <c:pt idx="37755">
                  <c:v>119.96</c:v>
                </c:pt>
                <c:pt idx="37756">
                  <c:v>119.14</c:v>
                </c:pt>
                <c:pt idx="37757">
                  <c:v>219.69</c:v>
                </c:pt>
                <c:pt idx="37758">
                  <c:v>193.6</c:v>
                </c:pt>
                <c:pt idx="37759">
                  <c:v>172.58</c:v>
                </c:pt>
                <c:pt idx="37760">
                  <c:v>188.22</c:v>
                </c:pt>
                <c:pt idx="37761">
                  <c:v>185.56</c:v>
                </c:pt>
                <c:pt idx="37762">
                  <c:v>221.22</c:v>
                </c:pt>
                <c:pt idx="37763">
                  <c:v>54.98</c:v>
                </c:pt>
                <c:pt idx="37764">
                  <c:v>16.489999999999998</c:v>
                </c:pt>
                <c:pt idx="37765">
                  <c:v>62.96</c:v>
                </c:pt>
                <c:pt idx="37766">
                  <c:v>65.53</c:v>
                </c:pt>
                <c:pt idx="37767">
                  <c:v>86.97</c:v>
                </c:pt>
                <c:pt idx="37768">
                  <c:v>86.96</c:v>
                </c:pt>
                <c:pt idx="37769">
                  <c:v>150.96</c:v>
                </c:pt>
                <c:pt idx="37770">
                  <c:v>144.96</c:v>
                </c:pt>
                <c:pt idx="37771">
                  <c:v>144.96</c:v>
                </c:pt>
                <c:pt idx="37772">
                  <c:v>157.96</c:v>
                </c:pt>
                <c:pt idx="37773">
                  <c:v>150.96</c:v>
                </c:pt>
                <c:pt idx="37774">
                  <c:v>49.99</c:v>
                </c:pt>
                <c:pt idx="37775">
                  <c:v>49.99</c:v>
                </c:pt>
                <c:pt idx="37776">
                  <c:v>83.96</c:v>
                </c:pt>
                <c:pt idx="37777">
                  <c:v>83.96</c:v>
                </c:pt>
                <c:pt idx="37778">
                  <c:v>-150.96</c:v>
                </c:pt>
                <c:pt idx="37779">
                  <c:v>91.97</c:v>
                </c:pt>
                <c:pt idx="37780">
                  <c:v>-150.96</c:v>
                </c:pt>
                <c:pt idx="37781">
                  <c:v>150.96</c:v>
                </c:pt>
                <c:pt idx="37782">
                  <c:v>150.96</c:v>
                </c:pt>
                <c:pt idx="37783">
                  <c:v>91.97</c:v>
                </c:pt>
                <c:pt idx="37784">
                  <c:v>99.98</c:v>
                </c:pt>
                <c:pt idx="37785">
                  <c:v>82.37</c:v>
                </c:pt>
                <c:pt idx="37786">
                  <c:v>82.37</c:v>
                </c:pt>
                <c:pt idx="37787">
                  <c:v>157.96</c:v>
                </c:pt>
                <c:pt idx="37788">
                  <c:v>181.74</c:v>
                </c:pt>
                <c:pt idx="37789">
                  <c:v>181.74</c:v>
                </c:pt>
                <c:pt idx="37790">
                  <c:v>99.98</c:v>
                </c:pt>
                <c:pt idx="37791">
                  <c:v>222.2</c:v>
                </c:pt>
                <c:pt idx="37792">
                  <c:v>222.2</c:v>
                </c:pt>
                <c:pt idx="37793">
                  <c:v>80.709999999999994</c:v>
                </c:pt>
                <c:pt idx="37794">
                  <c:v>79.989999999999995</c:v>
                </c:pt>
                <c:pt idx="37795">
                  <c:v>65.989999999999995</c:v>
                </c:pt>
                <c:pt idx="37796">
                  <c:v>55.78</c:v>
                </c:pt>
                <c:pt idx="37797">
                  <c:v>54.99</c:v>
                </c:pt>
                <c:pt idx="37798">
                  <c:v>65.989999999999995</c:v>
                </c:pt>
                <c:pt idx="37799">
                  <c:v>65.989999999999995</c:v>
                </c:pt>
                <c:pt idx="37800">
                  <c:v>65.989999999999995</c:v>
                </c:pt>
                <c:pt idx="37801">
                  <c:v>110.39</c:v>
                </c:pt>
                <c:pt idx="37802">
                  <c:v>89.98</c:v>
                </c:pt>
                <c:pt idx="37803">
                  <c:v>89.98</c:v>
                </c:pt>
                <c:pt idx="37804">
                  <c:v>86.97</c:v>
                </c:pt>
                <c:pt idx="37805">
                  <c:v>89.98</c:v>
                </c:pt>
                <c:pt idx="37806">
                  <c:v>85.98</c:v>
                </c:pt>
                <c:pt idx="37807">
                  <c:v>79.98</c:v>
                </c:pt>
                <c:pt idx="37808">
                  <c:v>79.98</c:v>
                </c:pt>
                <c:pt idx="37809">
                  <c:v>79.98</c:v>
                </c:pt>
                <c:pt idx="37810">
                  <c:v>79.98</c:v>
                </c:pt>
                <c:pt idx="37811">
                  <c:v>79.98</c:v>
                </c:pt>
                <c:pt idx="37812">
                  <c:v>79.98</c:v>
                </c:pt>
                <c:pt idx="37813">
                  <c:v>79.98</c:v>
                </c:pt>
                <c:pt idx="37814">
                  <c:v>79.959999999999994</c:v>
                </c:pt>
                <c:pt idx="37815">
                  <c:v>99.98</c:v>
                </c:pt>
                <c:pt idx="37816">
                  <c:v>329.95</c:v>
                </c:pt>
                <c:pt idx="37817">
                  <c:v>344.94</c:v>
                </c:pt>
                <c:pt idx="37818">
                  <c:v>254.97</c:v>
                </c:pt>
                <c:pt idx="37819">
                  <c:v>57.98</c:v>
                </c:pt>
                <c:pt idx="37820">
                  <c:v>57.98</c:v>
                </c:pt>
                <c:pt idx="37821">
                  <c:v>57.98</c:v>
                </c:pt>
                <c:pt idx="37822">
                  <c:v>99.98</c:v>
                </c:pt>
                <c:pt idx="37823">
                  <c:v>57.98</c:v>
                </c:pt>
                <c:pt idx="37824">
                  <c:v>329.95</c:v>
                </c:pt>
                <c:pt idx="37825">
                  <c:v>254.97</c:v>
                </c:pt>
                <c:pt idx="37826">
                  <c:v>493.92</c:v>
                </c:pt>
                <c:pt idx="37827">
                  <c:v>57.98</c:v>
                </c:pt>
                <c:pt idx="37828">
                  <c:v>493.92</c:v>
                </c:pt>
                <c:pt idx="37829">
                  <c:v>57.98</c:v>
                </c:pt>
                <c:pt idx="37830">
                  <c:v>344.94</c:v>
                </c:pt>
                <c:pt idx="37831">
                  <c:v>31.44</c:v>
                </c:pt>
                <c:pt idx="37832">
                  <c:v>32.04</c:v>
                </c:pt>
                <c:pt idx="37833">
                  <c:v>37.479999999999997</c:v>
                </c:pt>
                <c:pt idx="37834">
                  <c:v>12.59</c:v>
                </c:pt>
                <c:pt idx="37835">
                  <c:v>32.75</c:v>
                </c:pt>
                <c:pt idx="37836">
                  <c:v>13.29</c:v>
                </c:pt>
                <c:pt idx="37837">
                  <c:v>78.97</c:v>
                </c:pt>
                <c:pt idx="37838">
                  <c:v>145.97</c:v>
                </c:pt>
                <c:pt idx="37839">
                  <c:v>168.03</c:v>
                </c:pt>
                <c:pt idx="37840">
                  <c:v>194.96</c:v>
                </c:pt>
                <c:pt idx="37841">
                  <c:v>166.97</c:v>
                </c:pt>
                <c:pt idx="37842">
                  <c:v>178.44</c:v>
                </c:pt>
                <c:pt idx="37843">
                  <c:v>194.78</c:v>
                </c:pt>
                <c:pt idx="37844">
                  <c:v>169.98</c:v>
                </c:pt>
                <c:pt idx="37845">
                  <c:v>166.58</c:v>
                </c:pt>
                <c:pt idx="37846">
                  <c:v>153.97999999999999</c:v>
                </c:pt>
                <c:pt idx="37847">
                  <c:v>134.97999999999999</c:v>
                </c:pt>
                <c:pt idx="37848">
                  <c:v>205.95</c:v>
                </c:pt>
                <c:pt idx="37849">
                  <c:v>200.85</c:v>
                </c:pt>
                <c:pt idx="37850">
                  <c:v>78.97</c:v>
                </c:pt>
                <c:pt idx="37851">
                  <c:v>78.959999999999994</c:v>
                </c:pt>
                <c:pt idx="37852">
                  <c:v>78.98</c:v>
                </c:pt>
                <c:pt idx="37853">
                  <c:v>78.97</c:v>
                </c:pt>
                <c:pt idx="37854">
                  <c:v>78.97</c:v>
                </c:pt>
                <c:pt idx="37855">
                  <c:v>87.11</c:v>
                </c:pt>
                <c:pt idx="37856">
                  <c:v>87.11</c:v>
                </c:pt>
                <c:pt idx="37857">
                  <c:v>87.1</c:v>
                </c:pt>
                <c:pt idx="37858">
                  <c:v>64.930000000000007</c:v>
                </c:pt>
                <c:pt idx="37859">
                  <c:v>131.97999999999999</c:v>
                </c:pt>
                <c:pt idx="37860">
                  <c:v>129.34</c:v>
                </c:pt>
                <c:pt idx="37861">
                  <c:v>130.66</c:v>
                </c:pt>
                <c:pt idx="37862">
                  <c:v>105.98</c:v>
                </c:pt>
                <c:pt idx="37863">
                  <c:v>64.27</c:v>
                </c:pt>
                <c:pt idx="37864">
                  <c:v>131.97999999999999</c:v>
                </c:pt>
                <c:pt idx="37865">
                  <c:v>65.989999999999995</c:v>
                </c:pt>
                <c:pt idx="37866">
                  <c:v>131.97999999999999</c:v>
                </c:pt>
                <c:pt idx="37867">
                  <c:v>87.1</c:v>
                </c:pt>
                <c:pt idx="37868">
                  <c:v>87.1</c:v>
                </c:pt>
                <c:pt idx="37869">
                  <c:v>87.1</c:v>
                </c:pt>
                <c:pt idx="37870">
                  <c:v>87.1</c:v>
                </c:pt>
                <c:pt idx="37871">
                  <c:v>80.97</c:v>
                </c:pt>
                <c:pt idx="37872">
                  <c:v>87.08</c:v>
                </c:pt>
                <c:pt idx="37873">
                  <c:v>78.87</c:v>
                </c:pt>
                <c:pt idx="37874">
                  <c:v>87.07</c:v>
                </c:pt>
                <c:pt idx="37875">
                  <c:v>106.97</c:v>
                </c:pt>
                <c:pt idx="37876">
                  <c:v>77.95</c:v>
                </c:pt>
                <c:pt idx="37877">
                  <c:v>95.97</c:v>
                </c:pt>
                <c:pt idx="37878">
                  <c:v>79.989999999999995</c:v>
                </c:pt>
                <c:pt idx="37879">
                  <c:v>61.98</c:v>
                </c:pt>
                <c:pt idx="37880">
                  <c:v>61.98</c:v>
                </c:pt>
                <c:pt idx="37881">
                  <c:v>58.7</c:v>
                </c:pt>
                <c:pt idx="37882">
                  <c:v>89.9</c:v>
                </c:pt>
                <c:pt idx="37883">
                  <c:v>134.97</c:v>
                </c:pt>
                <c:pt idx="37884">
                  <c:v>98.97</c:v>
                </c:pt>
                <c:pt idx="37885">
                  <c:v>94.98</c:v>
                </c:pt>
                <c:pt idx="37886">
                  <c:v>79.98</c:v>
                </c:pt>
                <c:pt idx="37887">
                  <c:v>79.98</c:v>
                </c:pt>
                <c:pt idx="37888">
                  <c:v>98.97</c:v>
                </c:pt>
                <c:pt idx="37889">
                  <c:v>94.98</c:v>
                </c:pt>
                <c:pt idx="37890">
                  <c:v>87.07</c:v>
                </c:pt>
                <c:pt idx="37891">
                  <c:v>86.34</c:v>
                </c:pt>
                <c:pt idx="37892">
                  <c:v>78.72</c:v>
                </c:pt>
                <c:pt idx="37893">
                  <c:v>78.72</c:v>
                </c:pt>
                <c:pt idx="37894">
                  <c:v>79.989999999999995</c:v>
                </c:pt>
                <c:pt idx="37895">
                  <c:v>79.989999999999995</c:v>
                </c:pt>
                <c:pt idx="37896">
                  <c:v>79.989999999999995</c:v>
                </c:pt>
                <c:pt idx="37897">
                  <c:v>79.989999999999995</c:v>
                </c:pt>
                <c:pt idx="37898">
                  <c:v>79.989999999999995</c:v>
                </c:pt>
                <c:pt idx="37899">
                  <c:v>79.989999999999995</c:v>
                </c:pt>
                <c:pt idx="37900">
                  <c:v>79.989999999999995</c:v>
                </c:pt>
                <c:pt idx="37901">
                  <c:v>-79.989999999999995</c:v>
                </c:pt>
                <c:pt idx="37902">
                  <c:v>79.989999999999995</c:v>
                </c:pt>
                <c:pt idx="37903">
                  <c:v>79.989999999999995</c:v>
                </c:pt>
                <c:pt idx="37904">
                  <c:v>79.98</c:v>
                </c:pt>
                <c:pt idx="37905">
                  <c:v>79.98</c:v>
                </c:pt>
                <c:pt idx="37906">
                  <c:v>159.69999999999999</c:v>
                </c:pt>
                <c:pt idx="37907">
                  <c:v>159.69999999999999</c:v>
                </c:pt>
                <c:pt idx="37908">
                  <c:v>159.69999999999999</c:v>
                </c:pt>
                <c:pt idx="37909">
                  <c:v>159.69999999999999</c:v>
                </c:pt>
                <c:pt idx="37910">
                  <c:v>189.69</c:v>
                </c:pt>
                <c:pt idx="37911">
                  <c:v>159.69999999999999</c:v>
                </c:pt>
                <c:pt idx="37912">
                  <c:v>159.69999999999999</c:v>
                </c:pt>
                <c:pt idx="37913">
                  <c:v>160.88999999999999</c:v>
                </c:pt>
                <c:pt idx="37914">
                  <c:v>246.77</c:v>
                </c:pt>
                <c:pt idx="37915">
                  <c:v>79.98</c:v>
                </c:pt>
                <c:pt idx="37916">
                  <c:v>79.98</c:v>
                </c:pt>
                <c:pt idx="37917">
                  <c:v>79.98</c:v>
                </c:pt>
                <c:pt idx="37918">
                  <c:v>71.290000000000006</c:v>
                </c:pt>
                <c:pt idx="37919">
                  <c:v>53.89</c:v>
                </c:pt>
                <c:pt idx="37920">
                  <c:v>62.59</c:v>
                </c:pt>
                <c:pt idx="37921">
                  <c:v>84.99</c:v>
                </c:pt>
                <c:pt idx="37922">
                  <c:v>96.98</c:v>
                </c:pt>
                <c:pt idx="37923">
                  <c:v>79.989999999999995</c:v>
                </c:pt>
                <c:pt idx="37924">
                  <c:v>84.99</c:v>
                </c:pt>
                <c:pt idx="37925">
                  <c:v>96.98</c:v>
                </c:pt>
                <c:pt idx="37926">
                  <c:v>60.99</c:v>
                </c:pt>
                <c:pt idx="37927">
                  <c:v>96.98</c:v>
                </c:pt>
                <c:pt idx="37928">
                  <c:v>96.98</c:v>
                </c:pt>
                <c:pt idx="37929">
                  <c:v>96.98</c:v>
                </c:pt>
                <c:pt idx="37930">
                  <c:v>77.98</c:v>
                </c:pt>
                <c:pt idx="37931">
                  <c:v>49.99</c:v>
                </c:pt>
                <c:pt idx="37932">
                  <c:v>77.98</c:v>
                </c:pt>
                <c:pt idx="37933">
                  <c:v>65.989999999999995</c:v>
                </c:pt>
                <c:pt idx="37934">
                  <c:v>84.99</c:v>
                </c:pt>
                <c:pt idx="37935">
                  <c:v>65.989999999999995</c:v>
                </c:pt>
                <c:pt idx="37936">
                  <c:v>73.97</c:v>
                </c:pt>
                <c:pt idx="37937">
                  <c:v>81.2</c:v>
                </c:pt>
                <c:pt idx="37938">
                  <c:v>96.98</c:v>
                </c:pt>
                <c:pt idx="37939">
                  <c:v>84.99</c:v>
                </c:pt>
                <c:pt idx="37940">
                  <c:v>79.98</c:v>
                </c:pt>
                <c:pt idx="37941">
                  <c:v>79.98</c:v>
                </c:pt>
                <c:pt idx="37942">
                  <c:v>44.73</c:v>
                </c:pt>
                <c:pt idx="37943">
                  <c:v>22.97</c:v>
                </c:pt>
                <c:pt idx="37944">
                  <c:v>79.98</c:v>
                </c:pt>
                <c:pt idx="37945">
                  <c:v>62.59</c:v>
                </c:pt>
                <c:pt idx="37946">
                  <c:v>71.290000000000006</c:v>
                </c:pt>
                <c:pt idx="37947">
                  <c:v>151.96</c:v>
                </c:pt>
                <c:pt idx="37948">
                  <c:v>151.69999999999999</c:v>
                </c:pt>
                <c:pt idx="37949">
                  <c:v>145.97</c:v>
                </c:pt>
                <c:pt idx="37950">
                  <c:v>79.98</c:v>
                </c:pt>
                <c:pt idx="37951">
                  <c:v>79.98</c:v>
                </c:pt>
                <c:pt idx="37952">
                  <c:v>79.98</c:v>
                </c:pt>
                <c:pt idx="37953">
                  <c:v>229.96</c:v>
                </c:pt>
                <c:pt idx="37954">
                  <c:v>248.56</c:v>
                </c:pt>
                <c:pt idx="37955">
                  <c:v>277.95</c:v>
                </c:pt>
                <c:pt idx="37956">
                  <c:v>243.9</c:v>
                </c:pt>
                <c:pt idx="37957">
                  <c:v>146.16999999999999</c:v>
                </c:pt>
                <c:pt idx="37958">
                  <c:v>277.95</c:v>
                </c:pt>
                <c:pt idx="37959">
                  <c:v>131.97999999999999</c:v>
                </c:pt>
                <c:pt idx="37960">
                  <c:v>237.96</c:v>
                </c:pt>
                <c:pt idx="37961">
                  <c:v>131.97999999999999</c:v>
                </c:pt>
                <c:pt idx="37962">
                  <c:v>169.98</c:v>
                </c:pt>
                <c:pt idx="37963">
                  <c:v>267.95</c:v>
                </c:pt>
                <c:pt idx="37964">
                  <c:v>79.97</c:v>
                </c:pt>
                <c:pt idx="37965">
                  <c:v>79.97</c:v>
                </c:pt>
                <c:pt idx="37966">
                  <c:v>79.959999999999994</c:v>
                </c:pt>
                <c:pt idx="37967">
                  <c:v>21.29</c:v>
                </c:pt>
                <c:pt idx="37968">
                  <c:v>41.28</c:v>
                </c:pt>
                <c:pt idx="37969">
                  <c:v>21.29</c:v>
                </c:pt>
                <c:pt idx="37970">
                  <c:v>41.28</c:v>
                </c:pt>
                <c:pt idx="37971">
                  <c:v>21.94</c:v>
                </c:pt>
                <c:pt idx="37972">
                  <c:v>21.94</c:v>
                </c:pt>
                <c:pt idx="37973">
                  <c:v>147.58000000000001</c:v>
                </c:pt>
                <c:pt idx="37974">
                  <c:v>128.24</c:v>
                </c:pt>
                <c:pt idx="37975">
                  <c:v>182.67</c:v>
                </c:pt>
                <c:pt idx="37976">
                  <c:v>128.24</c:v>
                </c:pt>
                <c:pt idx="37977">
                  <c:v>139.11000000000001</c:v>
                </c:pt>
                <c:pt idx="37978">
                  <c:v>185.09</c:v>
                </c:pt>
                <c:pt idx="37979">
                  <c:v>172.99</c:v>
                </c:pt>
                <c:pt idx="37980">
                  <c:v>153.63</c:v>
                </c:pt>
                <c:pt idx="37981">
                  <c:v>79.95</c:v>
                </c:pt>
                <c:pt idx="37982">
                  <c:v>51.98</c:v>
                </c:pt>
                <c:pt idx="37983">
                  <c:v>51.98</c:v>
                </c:pt>
                <c:pt idx="37984">
                  <c:v>67.709999999999994</c:v>
                </c:pt>
                <c:pt idx="37985">
                  <c:v>67.709999999999994</c:v>
                </c:pt>
                <c:pt idx="37986">
                  <c:v>86.73</c:v>
                </c:pt>
                <c:pt idx="37987">
                  <c:v>67.709999999999994</c:v>
                </c:pt>
                <c:pt idx="37988">
                  <c:v>86.73</c:v>
                </c:pt>
                <c:pt idx="37989">
                  <c:v>51.98</c:v>
                </c:pt>
                <c:pt idx="37990">
                  <c:v>86.73</c:v>
                </c:pt>
                <c:pt idx="37991">
                  <c:v>85.98</c:v>
                </c:pt>
                <c:pt idx="37992">
                  <c:v>85.98</c:v>
                </c:pt>
                <c:pt idx="37993">
                  <c:v>79.180000000000007</c:v>
                </c:pt>
                <c:pt idx="37994">
                  <c:v>54.83</c:v>
                </c:pt>
                <c:pt idx="37995">
                  <c:v>16.29</c:v>
                </c:pt>
                <c:pt idx="37996">
                  <c:v>185.96</c:v>
                </c:pt>
                <c:pt idx="37997">
                  <c:v>84.99</c:v>
                </c:pt>
                <c:pt idx="37998">
                  <c:v>134.97999999999999</c:v>
                </c:pt>
                <c:pt idx="37999">
                  <c:v>142.55000000000001</c:v>
                </c:pt>
                <c:pt idx="38000">
                  <c:v>190.41</c:v>
                </c:pt>
                <c:pt idx="38001">
                  <c:v>98.98</c:v>
                </c:pt>
                <c:pt idx="38002">
                  <c:v>138.57</c:v>
                </c:pt>
                <c:pt idx="38003">
                  <c:v>243.46</c:v>
                </c:pt>
                <c:pt idx="38004">
                  <c:v>229.97</c:v>
                </c:pt>
                <c:pt idx="38005">
                  <c:v>154.44999999999999</c:v>
                </c:pt>
                <c:pt idx="38006">
                  <c:v>125.96</c:v>
                </c:pt>
                <c:pt idx="38007">
                  <c:v>99.98</c:v>
                </c:pt>
                <c:pt idx="38008">
                  <c:v>79.02</c:v>
                </c:pt>
                <c:pt idx="38009">
                  <c:v>78.97</c:v>
                </c:pt>
                <c:pt idx="38010">
                  <c:v>78.97</c:v>
                </c:pt>
                <c:pt idx="38011">
                  <c:v>78.97</c:v>
                </c:pt>
                <c:pt idx="38012">
                  <c:v>64.98</c:v>
                </c:pt>
                <c:pt idx="38013">
                  <c:v>-51.98</c:v>
                </c:pt>
                <c:pt idx="38014">
                  <c:v>-64.98</c:v>
                </c:pt>
                <c:pt idx="38015">
                  <c:v>51.98</c:v>
                </c:pt>
                <c:pt idx="38016">
                  <c:v>78.959999999999994</c:v>
                </c:pt>
                <c:pt idx="38017">
                  <c:v>78.959999999999994</c:v>
                </c:pt>
                <c:pt idx="38018">
                  <c:v>78.260000000000005</c:v>
                </c:pt>
                <c:pt idx="38019">
                  <c:v>71.98</c:v>
                </c:pt>
                <c:pt idx="38020">
                  <c:v>169.98</c:v>
                </c:pt>
                <c:pt idx="38021">
                  <c:v>169.98</c:v>
                </c:pt>
                <c:pt idx="38022">
                  <c:v>215.87</c:v>
                </c:pt>
                <c:pt idx="38023">
                  <c:v>130.54</c:v>
                </c:pt>
                <c:pt idx="38024">
                  <c:v>134.97</c:v>
                </c:pt>
                <c:pt idx="38025">
                  <c:v>169.98</c:v>
                </c:pt>
                <c:pt idx="38026">
                  <c:v>131.97999999999999</c:v>
                </c:pt>
                <c:pt idx="38027">
                  <c:v>60.97</c:v>
                </c:pt>
                <c:pt idx="38028">
                  <c:v>60.97</c:v>
                </c:pt>
                <c:pt idx="38029">
                  <c:v>78.17</c:v>
                </c:pt>
                <c:pt idx="38030">
                  <c:v>64.08</c:v>
                </c:pt>
                <c:pt idx="38031">
                  <c:v>79.459999999999994</c:v>
                </c:pt>
                <c:pt idx="38032">
                  <c:v>15.49</c:v>
                </c:pt>
                <c:pt idx="38033">
                  <c:v>45.47</c:v>
                </c:pt>
                <c:pt idx="38034">
                  <c:v>169.98</c:v>
                </c:pt>
                <c:pt idx="38035">
                  <c:v>119.98</c:v>
                </c:pt>
                <c:pt idx="38036">
                  <c:v>104.98</c:v>
                </c:pt>
                <c:pt idx="38037">
                  <c:v>169.98</c:v>
                </c:pt>
                <c:pt idx="38038">
                  <c:v>105.98</c:v>
                </c:pt>
                <c:pt idx="38039">
                  <c:v>84.99</c:v>
                </c:pt>
                <c:pt idx="38040">
                  <c:v>169.98</c:v>
                </c:pt>
                <c:pt idx="38041">
                  <c:v>84.98</c:v>
                </c:pt>
                <c:pt idx="38042">
                  <c:v>169.98</c:v>
                </c:pt>
                <c:pt idx="38043">
                  <c:v>124.97</c:v>
                </c:pt>
                <c:pt idx="38044">
                  <c:v>104.98</c:v>
                </c:pt>
                <c:pt idx="38045">
                  <c:v>169.98</c:v>
                </c:pt>
                <c:pt idx="38046">
                  <c:v>163.96</c:v>
                </c:pt>
                <c:pt idx="38047">
                  <c:v>84.99</c:v>
                </c:pt>
                <c:pt idx="38048">
                  <c:v>153.97999999999999</c:v>
                </c:pt>
                <c:pt idx="38049">
                  <c:v>77.97</c:v>
                </c:pt>
                <c:pt idx="38050">
                  <c:v>77.97</c:v>
                </c:pt>
                <c:pt idx="38051">
                  <c:v>-25.98</c:v>
                </c:pt>
                <c:pt idx="38052">
                  <c:v>52.97</c:v>
                </c:pt>
                <c:pt idx="38053">
                  <c:v>50.97</c:v>
                </c:pt>
                <c:pt idx="38054">
                  <c:v>77.94</c:v>
                </c:pt>
                <c:pt idx="38055">
                  <c:v>79.98</c:v>
                </c:pt>
                <c:pt idx="38056">
                  <c:v>259.95999999999998</c:v>
                </c:pt>
                <c:pt idx="38057">
                  <c:v>59.99</c:v>
                </c:pt>
                <c:pt idx="38058">
                  <c:v>206.94</c:v>
                </c:pt>
                <c:pt idx="38059">
                  <c:v>292.12</c:v>
                </c:pt>
                <c:pt idx="38060">
                  <c:v>522.5</c:v>
                </c:pt>
                <c:pt idx="38061">
                  <c:v>98.98</c:v>
                </c:pt>
                <c:pt idx="38062">
                  <c:v>454.93</c:v>
                </c:pt>
                <c:pt idx="38063">
                  <c:v>391.93</c:v>
                </c:pt>
                <c:pt idx="38064">
                  <c:v>79.98</c:v>
                </c:pt>
                <c:pt idx="38065">
                  <c:v>79.97</c:v>
                </c:pt>
                <c:pt idx="38066">
                  <c:v>86.01</c:v>
                </c:pt>
                <c:pt idx="38067">
                  <c:v>85.99</c:v>
                </c:pt>
                <c:pt idx="38068">
                  <c:v>85.99</c:v>
                </c:pt>
                <c:pt idx="38069">
                  <c:v>189.96</c:v>
                </c:pt>
                <c:pt idx="38070">
                  <c:v>86.36</c:v>
                </c:pt>
                <c:pt idx="38071">
                  <c:v>197.97</c:v>
                </c:pt>
                <c:pt idx="38072">
                  <c:v>157.96</c:v>
                </c:pt>
                <c:pt idx="38073">
                  <c:v>189.96</c:v>
                </c:pt>
                <c:pt idx="38074">
                  <c:v>158.16</c:v>
                </c:pt>
                <c:pt idx="38075">
                  <c:v>85.89</c:v>
                </c:pt>
                <c:pt idx="38076">
                  <c:v>85.89</c:v>
                </c:pt>
                <c:pt idx="38077">
                  <c:v>85.89</c:v>
                </c:pt>
                <c:pt idx="38078">
                  <c:v>85.87</c:v>
                </c:pt>
                <c:pt idx="38079">
                  <c:v>37.24</c:v>
                </c:pt>
                <c:pt idx="38080">
                  <c:v>19.489999999999998</c:v>
                </c:pt>
                <c:pt idx="38081">
                  <c:v>85.74</c:v>
                </c:pt>
                <c:pt idx="38082">
                  <c:v>169.96</c:v>
                </c:pt>
                <c:pt idx="38083">
                  <c:v>153.97999999999999</c:v>
                </c:pt>
                <c:pt idx="38084">
                  <c:v>153.97</c:v>
                </c:pt>
                <c:pt idx="38085">
                  <c:v>197.97</c:v>
                </c:pt>
                <c:pt idx="38086">
                  <c:v>167.49</c:v>
                </c:pt>
                <c:pt idx="38087">
                  <c:v>148.11000000000001</c:v>
                </c:pt>
                <c:pt idx="38088">
                  <c:v>267.61</c:v>
                </c:pt>
                <c:pt idx="38089">
                  <c:v>156.97</c:v>
                </c:pt>
                <c:pt idx="38090">
                  <c:v>170.26</c:v>
                </c:pt>
                <c:pt idx="38091">
                  <c:v>169.98</c:v>
                </c:pt>
                <c:pt idx="38092">
                  <c:v>84.99</c:v>
                </c:pt>
                <c:pt idx="38093">
                  <c:v>84.99</c:v>
                </c:pt>
                <c:pt idx="38094">
                  <c:v>84.99</c:v>
                </c:pt>
                <c:pt idx="38095">
                  <c:v>158.94999999999999</c:v>
                </c:pt>
                <c:pt idx="38096">
                  <c:v>159.96</c:v>
                </c:pt>
                <c:pt idx="38097">
                  <c:v>153.97</c:v>
                </c:pt>
                <c:pt idx="38098">
                  <c:v>131.96</c:v>
                </c:pt>
                <c:pt idx="38099">
                  <c:v>132.28</c:v>
                </c:pt>
                <c:pt idx="38100">
                  <c:v>84.99</c:v>
                </c:pt>
                <c:pt idx="38101">
                  <c:v>84.99</c:v>
                </c:pt>
                <c:pt idx="38102">
                  <c:v>84.99</c:v>
                </c:pt>
                <c:pt idx="38103">
                  <c:v>84.99</c:v>
                </c:pt>
                <c:pt idx="38104">
                  <c:v>84.99</c:v>
                </c:pt>
                <c:pt idx="38105">
                  <c:v>84.99</c:v>
                </c:pt>
                <c:pt idx="38106">
                  <c:v>84.99</c:v>
                </c:pt>
                <c:pt idx="38107">
                  <c:v>84.99</c:v>
                </c:pt>
                <c:pt idx="38108">
                  <c:v>84.99</c:v>
                </c:pt>
                <c:pt idx="38109">
                  <c:v>84.99</c:v>
                </c:pt>
                <c:pt idx="38110">
                  <c:v>78.959999999999994</c:v>
                </c:pt>
                <c:pt idx="38111">
                  <c:v>84.98</c:v>
                </c:pt>
                <c:pt idx="38112">
                  <c:v>84.97</c:v>
                </c:pt>
                <c:pt idx="38113">
                  <c:v>59.98</c:v>
                </c:pt>
                <c:pt idx="38114">
                  <c:v>48.23</c:v>
                </c:pt>
                <c:pt idx="38115">
                  <c:v>4.24</c:v>
                </c:pt>
                <c:pt idx="38116">
                  <c:v>58.98</c:v>
                </c:pt>
                <c:pt idx="38117">
                  <c:v>98.8</c:v>
                </c:pt>
                <c:pt idx="38118">
                  <c:v>49.87</c:v>
                </c:pt>
                <c:pt idx="38119">
                  <c:v>53.94</c:v>
                </c:pt>
                <c:pt idx="38120">
                  <c:v>53.94</c:v>
                </c:pt>
                <c:pt idx="38121">
                  <c:v>55.89</c:v>
                </c:pt>
                <c:pt idx="38122">
                  <c:v>67.97</c:v>
                </c:pt>
                <c:pt idx="38123">
                  <c:v>58.98</c:v>
                </c:pt>
                <c:pt idx="38124">
                  <c:v>50.97</c:v>
                </c:pt>
                <c:pt idx="38125">
                  <c:v>53.4</c:v>
                </c:pt>
                <c:pt idx="38126">
                  <c:v>67.97</c:v>
                </c:pt>
                <c:pt idx="38127">
                  <c:v>58.98</c:v>
                </c:pt>
                <c:pt idx="38128">
                  <c:v>74.510000000000005</c:v>
                </c:pt>
                <c:pt idx="38129">
                  <c:v>49.99</c:v>
                </c:pt>
                <c:pt idx="38130">
                  <c:v>58.98</c:v>
                </c:pt>
                <c:pt idx="38131">
                  <c:v>58.98</c:v>
                </c:pt>
                <c:pt idx="38132">
                  <c:v>53.94</c:v>
                </c:pt>
                <c:pt idx="38133">
                  <c:v>58.98</c:v>
                </c:pt>
                <c:pt idx="38134">
                  <c:v>59.98</c:v>
                </c:pt>
                <c:pt idx="38135">
                  <c:v>58.98</c:v>
                </c:pt>
                <c:pt idx="38136">
                  <c:v>56.96</c:v>
                </c:pt>
                <c:pt idx="38137">
                  <c:v>56.94</c:v>
                </c:pt>
                <c:pt idx="38138">
                  <c:v>58.96</c:v>
                </c:pt>
                <c:pt idx="38139">
                  <c:v>58.98</c:v>
                </c:pt>
                <c:pt idx="38140">
                  <c:v>54.93</c:v>
                </c:pt>
                <c:pt idx="38141">
                  <c:v>50.04</c:v>
                </c:pt>
                <c:pt idx="38142">
                  <c:v>78.87</c:v>
                </c:pt>
                <c:pt idx="38143">
                  <c:v>77.47</c:v>
                </c:pt>
                <c:pt idx="38144">
                  <c:v>56.83</c:v>
                </c:pt>
                <c:pt idx="38145">
                  <c:v>77.38</c:v>
                </c:pt>
                <c:pt idx="38146">
                  <c:v>50.19</c:v>
                </c:pt>
                <c:pt idx="38147">
                  <c:v>19.989999999999998</c:v>
                </c:pt>
                <c:pt idx="38148">
                  <c:v>59.98</c:v>
                </c:pt>
                <c:pt idx="38149">
                  <c:v>77.37</c:v>
                </c:pt>
                <c:pt idx="38150">
                  <c:v>84.55</c:v>
                </c:pt>
                <c:pt idx="38151">
                  <c:v>77.099999999999994</c:v>
                </c:pt>
                <c:pt idx="38152">
                  <c:v>169.98</c:v>
                </c:pt>
                <c:pt idx="38153">
                  <c:v>171.28</c:v>
                </c:pt>
                <c:pt idx="38154">
                  <c:v>104.98</c:v>
                </c:pt>
                <c:pt idx="38155">
                  <c:v>169.98</c:v>
                </c:pt>
                <c:pt idx="38156">
                  <c:v>186.68</c:v>
                </c:pt>
                <c:pt idx="38157">
                  <c:v>93.94</c:v>
                </c:pt>
                <c:pt idx="38158">
                  <c:v>51.97</c:v>
                </c:pt>
                <c:pt idx="38159">
                  <c:v>76.97</c:v>
                </c:pt>
                <c:pt idx="38160">
                  <c:v>76.959999999999994</c:v>
                </c:pt>
                <c:pt idx="38161">
                  <c:v>76.97</c:v>
                </c:pt>
                <c:pt idx="38162">
                  <c:v>76.95</c:v>
                </c:pt>
                <c:pt idx="38163">
                  <c:v>64.98</c:v>
                </c:pt>
                <c:pt idx="38164">
                  <c:v>14.99</c:v>
                </c:pt>
                <c:pt idx="38165">
                  <c:v>55.17</c:v>
                </c:pt>
                <c:pt idx="38166">
                  <c:v>55.59</c:v>
                </c:pt>
                <c:pt idx="38167">
                  <c:v>214.09</c:v>
                </c:pt>
                <c:pt idx="38168">
                  <c:v>134.24</c:v>
                </c:pt>
                <c:pt idx="38169">
                  <c:v>239.5</c:v>
                </c:pt>
                <c:pt idx="38170">
                  <c:v>65.27</c:v>
                </c:pt>
                <c:pt idx="38171">
                  <c:v>120.2</c:v>
                </c:pt>
                <c:pt idx="38172">
                  <c:v>24.79</c:v>
                </c:pt>
                <c:pt idx="38173">
                  <c:v>65.27</c:v>
                </c:pt>
                <c:pt idx="38174">
                  <c:v>134.24</c:v>
                </c:pt>
                <c:pt idx="38175">
                  <c:v>55.59</c:v>
                </c:pt>
                <c:pt idx="38176">
                  <c:v>192.33</c:v>
                </c:pt>
                <c:pt idx="38177">
                  <c:v>214.09</c:v>
                </c:pt>
                <c:pt idx="38178">
                  <c:v>101.56</c:v>
                </c:pt>
                <c:pt idx="38179">
                  <c:v>65.27</c:v>
                </c:pt>
                <c:pt idx="38180">
                  <c:v>84.9</c:v>
                </c:pt>
                <c:pt idx="38181">
                  <c:v>76.87</c:v>
                </c:pt>
                <c:pt idx="38182">
                  <c:v>76.87</c:v>
                </c:pt>
                <c:pt idx="38183">
                  <c:v>84.69</c:v>
                </c:pt>
                <c:pt idx="38184">
                  <c:v>84.68</c:v>
                </c:pt>
                <c:pt idx="38185">
                  <c:v>84.68</c:v>
                </c:pt>
                <c:pt idx="38186">
                  <c:v>131.97999999999999</c:v>
                </c:pt>
                <c:pt idx="38187">
                  <c:v>125.38</c:v>
                </c:pt>
                <c:pt idx="38188">
                  <c:v>121.98</c:v>
                </c:pt>
                <c:pt idx="38189">
                  <c:v>131.97999999999999</c:v>
                </c:pt>
                <c:pt idx="38190">
                  <c:v>84.68</c:v>
                </c:pt>
                <c:pt idx="38191">
                  <c:v>84.68</c:v>
                </c:pt>
                <c:pt idx="38192">
                  <c:v>83.98</c:v>
                </c:pt>
                <c:pt idx="38193">
                  <c:v>84.68</c:v>
                </c:pt>
                <c:pt idx="38194">
                  <c:v>84.68</c:v>
                </c:pt>
                <c:pt idx="38195">
                  <c:v>84.68</c:v>
                </c:pt>
                <c:pt idx="38196">
                  <c:v>84.66</c:v>
                </c:pt>
                <c:pt idx="38197">
                  <c:v>94.98</c:v>
                </c:pt>
                <c:pt idx="38198">
                  <c:v>134.97999999999999</c:v>
                </c:pt>
                <c:pt idx="38199">
                  <c:v>99.98</c:v>
                </c:pt>
                <c:pt idx="38200">
                  <c:v>169.98</c:v>
                </c:pt>
                <c:pt idx="38201">
                  <c:v>134.97999999999999</c:v>
                </c:pt>
                <c:pt idx="38202">
                  <c:v>118.97</c:v>
                </c:pt>
                <c:pt idx="38203">
                  <c:v>188.97</c:v>
                </c:pt>
                <c:pt idx="38204">
                  <c:v>134.97999999999999</c:v>
                </c:pt>
                <c:pt idx="38205">
                  <c:v>68.98</c:v>
                </c:pt>
                <c:pt idx="38206">
                  <c:v>84.99</c:v>
                </c:pt>
                <c:pt idx="38207">
                  <c:v>10.82</c:v>
                </c:pt>
                <c:pt idx="38208">
                  <c:v>238.96</c:v>
                </c:pt>
                <c:pt idx="38209">
                  <c:v>118.97</c:v>
                </c:pt>
                <c:pt idx="38210">
                  <c:v>77.319999999999993</c:v>
                </c:pt>
                <c:pt idx="38211">
                  <c:v>84.64</c:v>
                </c:pt>
                <c:pt idx="38212">
                  <c:v>77.98</c:v>
                </c:pt>
                <c:pt idx="38213">
                  <c:v>77.98</c:v>
                </c:pt>
                <c:pt idx="38214">
                  <c:v>131.97999999999999</c:v>
                </c:pt>
                <c:pt idx="38215">
                  <c:v>169.98</c:v>
                </c:pt>
                <c:pt idx="38216">
                  <c:v>169.46</c:v>
                </c:pt>
                <c:pt idx="38217">
                  <c:v>153.11000000000001</c:v>
                </c:pt>
                <c:pt idx="38218">
                  <c:v>169.98</c:v>
                </c:pt>
                <c:pt idx="38219">
                  <c:v>169.98</c:v>
                </c:pt>
                <c:pt idx="38220">
                  <c:v>73.48</c:v>
                </c:pt>
                <c:pt idx="38221">
                  <c:v>169.98</c:v>
                </c:pt>
                <c:pt idx="38222">
                  <c:v>169.98</c:v>
                </c:pt>
                <c:pt idx="38223">
                  <c:v>68.989999999999995</c:v>
                </c:pt>
                <c:pt idx="38224">
                  <c:v>169.98</c:v>
                </c:pt>
                <c:pt idx="38225">
                  <c:v>131.97999999999999</c:v>
                </c:pt>
                <c:pt idx="38226">
                  <c:v>118.98</c:v>
                </c:pt>
                <c:pt idx="38227">
                  <c:v>77.98</c:v>
                </c:pt>
                <c:pt idx="38228">
                  <c:v>77.98</c:v>
                </c:pt>
                <c:pt idx="38229">
                  <c:v>77.98</c:v>
                </c:pt>
                <c:pt idx="38230">
                  <c:v>77.97</c:v>
                </c:pt>
                <c:pt idx="38231">
                  <c:v>77.959999999999994</c:v>
                </c:pt>
                <c:pt idx="38232">
                  <c:v>77.97</c:v>
                </c:pt>
                <c:pt idx="38233">
                  <c:v>77.95</c:v>
                </c:pt>
                <c:pt idx="38234">
                  <c:v>122.9</c:v>
                </c:pt>
                <c:pt idx="38235">
                  <c:v>123.96</c:v>
                </c:pt>
                <c:pt idx="38236">
                  <c:v>65.989999999999995</c:v>
                </c:pt>
                <c:pt idx="38237">
                  <c:v>65.989999999999995</c:v>
                </c:pt>
                <c:pt idx="38238">
                  <c:v>123.95</c:v>
                </c:pt>
                <c:pt idx="38239">
                  <c:v>105.97</c:v>
                </c:pt>
                <c:pt idx="38240">
                  <c:v>105.97</c:v>
                </c:pt>
                <c:pt idx="38241">
                  <c:v>85.98</c:v>
                </c:pt>
                <c:pt idx="38242">
                  <c:v>105.97</c:v>
                </c:pt>
                <c:pt idx="38243">
                  <c:v>65.989999999999995</c:v>
                </c:pt>
                <c:pt idx="38244">
                  <c:v>65.989999999999995</c:v>
                </c:pt>
                <c:pt idx="38245">
                  <c:v>105.97</c:v>
                </c:pt>
                <c:pt idx="38246">
                  <c:v>120.96</c:v>
                </c:pt>
                <c:pt idx="38247">
                  <c:v>85.98</c:v>
                </c:pt>
                <c:pt idx="38248">
                  <c:v>151.97</c:v>
                </c:pt>
                <c:pt idx="38249">
                  <c:v>104.96</c:v>
                </c:pt>
                <c:pt idx="38250">
                  <c:v>105.97</c:v>
                </c:pt>
                <c:pt idx="38251">
                  <c:v>65.989999999999995</c:v>
                </c:pt>
                <c:pt idx="38252">
                  <c:v>105.97</c:v>
                </c:pt>
                <c:pt idx="38253">
                  <c:v>65.989999999999995</c:v>
                </c:pt>
                <c:pt idx="38254">
                  <c:v>49.99</c:v>
                </c:pt>
                <c:pt idx="38255">
                  <c:v>77.94</c:v>
                </c:pt>
                <c:pt idx="38256">
                  <c:v>77.94</c:v>
                </c:pt>
                <c:pt idx="38257">
                  <c:v>15.49</c:v>
                </c:pt>
                <c:pt idx="38258">
                  <c:v>40.24</c:v>
                </c:pt>
                <c:pt idx="38259">
                  <c:v>76.489999999999995</c:v>
                </c:pt>
                <c:pt idx="38260">
                  <c:v>76.489999999999995</c:v>
                </c:pt>
                <c:pt idx="38261">
                  <c:v>76.489999999999995</c:v>
                </c:pt>
                <c:pt idx="38262">
                  <c:v>76.489999999999995</c:v>
                </c:pt>
                <c:pt idx="38263">
                  <c:v>76.489999999999995</c:v>
                </c:pt>
                <c:pt idx="38264">
                  <c:v>84.99</c:v>
                </c:pt>
                <c:pt idx="38265">
                  <c:v>84.99</c:v>
                </c:pt>
                <c:pt idx="38266">
                  <c:v>52.24</c:v>
                </c:pt>
                <c:pt idx="38267">
                  <c:v>52.24</c:v>
                </c:pt>
                <c:pt idx="38268">
                  <c:v>52.24</c:v>
                </c:pt>
                <c:pt idx="38269">
                  <c:v>84.99</c:v>
                </c:pt>
                <c:pt idx="38270">
                  <c:v>41.49</c:v>
                </c:pt>
                <c:pt idx="38271">
                  <c:v>65.989999999999995</c:v>
                </c:pt>
                <c:pt idx="38272">
                  <c:v>84.99</c:v>
                </c:pt>
                <c:pt idx="38273">
                  <c:v>52.24</c:v>
                </c:pt>
                <c:pt idx="38274">
                  <c:v>51.49</c:v>
                </c:pt>
                <c:pt idx="38275">
                  <c:v>51.49</c:v>
                </c:pt>
                <c:pt idx="38276">
                  <c:v>73.989999999999995</c:v>
                </c:pt>
                <c:pt idx="38277">
                  <c:v>41.49</c:v>
                </c:pt>
                <c:pt idx="38278">
                  <c:v>41.49</c:v>
                </c:pt>
                <c:pt idx="38279">
                  <c:v>31.49</c:v>
                </c:pt>
                <c:pt idx="38280">
                  <c:v>65.989999999999995</c:v>
                </c:pt>
                <c:pt idx="38281">
                  <c:v>-84.99</c:v>
                </c:pt>
                <c:pt idx="38282">
                  <c:v>84.99</c:v>
                </c:pt>
                <c:pt idx="38283">
                  <c:v>31.49</c:v>
                </c:pt>
                <c:pt idx="38284">
                  <c:v>42.24</c:v>
                </c:pt>
                <c:pt idx="38285">
                  <c:v>51.49</c:v>
                </c:pt>
                <c:pt idx="38286">
                  <c:v>84.99</c:v>
                </c:pt>
                <c:pt idx="38287">
                  <c:v>52.24</c:v>
                </c:pt>
                <c:pt idx="38288">
                  <c:v>42.24</c:v>
                </c:pt>
                <c:pt idx="38289">
                  <c:v>46.49</c:v>
                </c:pt>
                <c:pt idx="38290">
                  <c:v>42.99</c:v>
                </c:pt>
                <c:pt idx="38291">
                  <c:v>42.24</c:v>
                </c:pt>
                <c:pt idx="38292">
                  <c:v>84.99</c:v>
                </c:pt>
                <c:pt idx="38293">
                  <c:v>31.49</c:v>
                </c:pt>
                <c:pt idx="38294">
                  <c:v>51.49</c:v>
                </c:pt>
                <c:pt idx="38295">
                  <c:v>51.49</c:v>
                </c:pt>
                <c:pt idx="38296">
                  <c:v>76.48</c:v>
                </c:pt>
                <c:pt idx="38297">
                  <c:v>76.489999999999995</c:v>
                </c:pt>
                <c:pt idx="38298">
                  <c:v>76.47</c:v>
                </c:pt>
                <c:pt idx="38299">
                  <c:v>76.47</c:v>
                </c:pt>
                <c:pt idx="38300">
                  <c:v>76.47</c:v>
                </c:pt>
                <c:pt idx="38301">
                  <c:v>83.68</c:v>
                </c:pt>
                <c:pt idx="38302">
                  <c:v>26.66</c:v>
                </c:pt>
                <c:pt idx="38303">
                  <c:v>29.28</c:v>
                </c:pt>
                <c:pt idx="38304">
                  <c:v>76.98</c:v>
                </c:pt>
                <c:pt idx="38305">
                  <c:v>221.39</c:v>
                </c:pt>
                <c:pt idx="38306">
                  <c:v>130.63</c:v>
                </c:pt>
                <c:pt idx="38307">
                  <c:v>186.29</c:v>
                </c:pt>
                <c:pt idx="38308">
                  <c:v>11.29</c:v>
                </c:pt>
                <c:pt idx="38309">
                  <c:v>57.58</c:v>
                </c:pt>
                <c:pt idx="38310">
                  <c:v>76.87</c:v>
                </c:pt>
                <c:pt idx="38311">
                  <c:v>76.87</c:v>
                </c:pt>
                <c:pt idx="38312">
                  <c:v>76.87</c:v>
                </c:pt>
                <c:pt idx="38313">
                  <c:v>63.13</c:v>
                </c:pt>
                <c:pt idx="38314">
                  <c:v>69.989999999999995</c:v>
                </c:pt>
                <c:pt idx="38315">
                  <c:v>69.989999999999995</c:v>
                </c:pt>
                <c:pt idx="38316">
                  <c:v>77.38</c:v>
                </c:pt>
                <c:pt idx="38317">
                  <c:v>69.95</c:v>
                </c:pt>
                <c:pt idx="38318">
                  <c:v>129.44999999999999</c:v>
                </c:pt>
                <c:pt idx="38319">
                  <c:v>135.97</c:v>
                </c:pt>
                <c:pt idx="38320">
                  <c:v>60.99</c:v>
                </c:pt>
                <c:pt idx="38321">
                  <c:v>60.99</c:v>
                </c:pt>
                <c:pt idx="38322">
                  <c:v>110.01</c:v>
                </c:pt>
                <c:pt idx="38323">
                  <c:v>79.989999999999995</c:v>
                </c:pt>
                <c:pt idx="38324">
                  <c:v>60.99</c:v>
                </c:pt>
                <c:pt idx="38325">
                  <c:v>60.99</c:v>
                </c:pt>
                <c:pt idx="38326">
                  <c:v>157.97</c:v>
                </c:pt>
                <c:pt idx="38327">
                  <c:v>74.98</c:v>
                </c:pt>
                <c:pt idx="38328">
                  <c:v>58.97</c:v>
                </c:pt>
                <c:pt idx="38329">
                  <c:v>63.73</c:v>
                </c:pt>
                <c:pt idx="38330">
                  <c:v>60.99</c:v>
                </c:pt>
                <c:pt idx="38331">
                  <c:v>75.98</c:v>
                </c:pt>
                <c:pt idx="38332">
                  <c:v>75.97</c:v>
                </c:pt>
                <c:pt idx="38333">
                  <c:v>67.48</c:v>
                </c:pt>
                <c:pt idx="38334">
                  <c:v>75.98</c:v>
                </c:pt>
                <c:pt idx="38335">
                  <c:v>75.959999999999994</c:v>
                </c:pt>
                <c:pt idx="38336">
                  <c:v>75.97</c:v>
                </c:pt>
                <c:pt idx="38337">
                  <c:v>75.98</c:v>
                </c:pt>
                <c:pt idx="38338">
                  <c:v>75.97</c:v>
                </c:pt>
                <c:pt idx="38339">
                  <c:v>59.96</c:v>
                </c:pt>
                <c:pt idx="38340">
                  <c:v>314.89999999999998</c:v>
                </c:pt>
                <c:pt idx="38341">
                  <c:v>399.92</c:v>
                </c:pt>
                <c:pt idx="38342">
                  <c:v>339.89</c:v>
                </c:pt>
                <c:pt idx="38343">
                  <c:v>75.959999999999994</c:v>
                </c:pt>
                <c:pt idx="38344">
                  <c:v>24.49</c:v>
                </c:pt>
                <c:pt idx="38345">
                  <c:v>34.479999999999997</c:v>
                </c:pt>
                <c:pt idx="38346">
                  <c:v>26.48</c:v>
                </c:pt>
                <c:pt idx="38347">
                  <c:v>32.49</c:v>
                </c:pt>
                <c:pt idx="38348">
                  <c:v>24.49</c:v>
                </c:pt>
                <c:pt idx="38349">
                  <c:v>34.479999999999997</c:v>
                </c:pt>
                <c:pt idx="38350">
                  <c:v>75.959999999999994</c:v>
                </c:pt>
                <c:pt idx="38351">
                  <c:v>-6</c:v>
                </c:pt>
                <c:pt idx="38352">
                  <c:v>83.98</c:v>
                </c:pt>
                <c:pt idx="38353">
                  <c:v>75.959999999999994</c:v>
                </c:pt>
                <c:pt idx="38354">
                  <c:v>77.98</c:v>
                </c:pt>
                <c:pt idx="38355">
                  <c:v>84.99</c:v>
                </c:pt>
                <c:pt idx="38356">
                  <c:v>65.19</c:v>
                </c:pt>
                <c:pt idx="38357">
                  <c:v>221.96</c:v>
                </c:pt>
                <c:pt idx="38358">
                  <c:v>130.38</c:v>
                </c:pt>
                <c:pt idx="38359">
                  <c:v>55.96</c:v>
                </c:pt>
                <c:pt idx="38360">
                  <c:v>78.64</c:v>
                </c:pt>
                <c:pt idx="38361">
                  <c:v>83.34</c:v>
                </c:pt>
                <c:pt idx="38362">
                  <c:v>137.97999999999999</c:v>
                </c:pt>
                <c:pt idx="38363">
                  <c:v>122.97</c:v>
                </c:pt>
                <c:pt idx="38364">
                  <c:v>68.989999999999995</c:v>
                </c:pt>
                <c:pt idx="38365">
                  <c:v>75.959999999999994</c:v>
                </c:pt>
                <c:pt idx="38366">
                  <c:v>32.49</c:v>
                </c:pt>
                <c:pt idx="38367">
                  <c:v>26.49</c:v>
                </c:pt>
                <c:pt idx="38368">
                  <c:v>13.27</c:v>
                </c:pt>
                <c:pt idx="38369">
                  <c:v>60.96</c:v>
                </c:pt>
                <c:pt idx="38370">
                  <c:v>75.87</c:v>
                </c:pt>
                <c:pt idx="38371">
                  <c:v>10.99</c:v>
                </c:pt>
                <c:pt idx="38372">
                  <c:v>67.48</c:v>
                </c:pt>
                <c:pt idx="38373">
                  <c:v>73.28</c:v>
                </c:pt>
                <c:pt idx="38374">
                  <c:v>122.98</c:v>
                </c:pt>
                <c:pt idx="38375">
                  <c:v>89.1</c:v>
                </c:pt>
                <c:pt idx="38376">
                  <c:v>174.97</c:v>
                </c:pt>
                <c:pt idx="38377">
                  <c:v>79.989999999999995</c:v>
                </c:pt>
                <c:pt idx="38378">
                  <c:v>79.989999999999995</c:v>
                </c:pt>
                <c:pt idx="38379">
                  <c:v>79.989999999999995</c:v>
                </c:pt>
                <c:pt idx="38380">
                  <c:v>94.98</c:v>
                </c:pt>
                <c:pt idx="38381">
                  <c:v>122.98</c:v>
                </c:pt>
                <c:pt idx="38382">
                  <c:v>71.989999999999995</c:v>
                </c:pt>
                <c:pt idx="38383">
                  <c:v>79.989999999999995</c:v>
                </c:pt>
                <c:pt idx="38384">
                  <c:v>79.989999999999995</c:v>
                </c:pt>
                <c:pt idx="38385">
                  <c:v>76.180000000000007</c:v>
                </c:pt>
                <c:pt idx="38386">
                  <c:v>159.97999999999999</c:v>
                </c:pt>
                <c:pt idx="38387">
                  <c:v>93.98</c:v>
                </c:pt>
                <c:pt idx="38388">
                  <c:v>85.48</c:v>
                </c:pt>
                <c:pt idx="38389">
                  <c:v>100.28</c:v>
                </c:pt>
                <c:pt idx="38390">
                  <c:v>64.98</c:v>
                </c:pt>
                <c:pt idx="38391">
                  <c:v>143.97999999999999</c:v>
                </c:pt>
                <c:pt idx="38392">
                  <c:v>149.97999999999999</c:v>
                </c:pt>
                <c:pt idx="38393">
                  <c:v>77.099999999999994</c:v>
                </c:pt>
                <c:pt idx="38394">
                  <c:v>82.98</c:v>
                </c:pt>
                <c:pt idx="38395">
                  <c:v>82.97</c:v>
                </c:pt>
                <c:pt idx="38396">
                  <c:v>76.97</c:v>
                </c:pt>
                <c:pt idx="38397">
                  <c:v>59.96</c:v>
                </c:pt>
                <c:pt idx="38398">
                  <c:v>76.97</c:v>
                </c:pt>
                <c:pt idx="38399">
                  <c:v>59.57</c:v>
                </c:pt>
                <c:pt idx="38400">
                  <c:v>76.959999999999994</c:v>
                </c:pt>
                <c:pt idx="38401">
                  <c:v>20.29</c:v>
                </c:pt>
                <c:pt idx="38402">
                  <c:v>56.97</c:v>
                </c:pt>
                <c:pt idx="38403">
                  <c:v>23.28</c:v>
                </c:pt>
                <c:pt idx="38404">
                  <c:v>36.28</c:v>
                </c:pt>
                <c:pt idx="38405">
                  <c:v>23.28</c:v>
                </c:pt>
                <c:pt idx="38406">
                  <c:v>36.28</c:v>
                </c:pt>
                <c:pt idx="38407">
                  <c:v>83.47</c:v>
                </c:pt>
                <c:pt idx="38408">
                  <c:v>83.47</c:v>
                </c:pt>
                <c:pt idx="38409">
                  <c:v>83.47</c:v>
                </c:pt>
                <c:pt idx="38410">
                  <c:v>65.989999999999995</c:v>
                </c:pt>
                <c:pt idx="38411">
                  <c:v>65.989999999999995</c:v>
                </c:pt>
                <c:pt idx="38412">
                  <c:v>65.989999999999995</c:v>
                </c:pt>
                <c:pt idx="38413">
                  <c:v>65.989999999999995</c:v>
                </c:pt>
                <c:pt idx="38414">
                  <c:v>60.21</c:v>
                </c:pt>
                <c:pt idx="38415">
                  <c:v>65.989999999999995</c:v>
                </c:pt>
                <c:pt idx="38416">
                  <c:v>65.989999999999995</c:v>
                </c:pt>
                <c:pt idx="38417">
                  <c:v>65.989999999999995</c:v>
                </c:pt>
                <c:pt idx="38418">
                  <c:v>65.989999999999995</c:v>
                </c:pt>
                <c:pt idx="38419">
                  <c:v>51.49</c:v>
                </c:pt>
                <c:pt idx="38420">
                  <c:v>65.989999999999995</c:v>
                </c:pt>
                <c:pt idx="38421">
                  <c:v>65.989999999999995</c:v>
                </c:pt>
                <c:pt idx="38422">
                  <c:v>62.69</c:v>
                </c:pt>
                <c:pt idx="38423">
                  <c:v>65.989999999999995</c:v>
                </c:pt>
                <c:pt idx="38424">
                  <c:v>65.989999999999995</c:v>
                </c:pt>
                <c:pt idx="38425">
                  <c:v>65.989999999999995</c:v>
                </c:pt>
                <c:pt idx="38426">
                  <c:v>65.989999999999995</c:v>
                </c:pt>
                <c:pt idx="38427">
                  <c:v>59.75</c:v>
                </c:pt>
                <c:pt idx="38428">
                  <c:v>83.47</c:v>
                </c:pt>
                <c:pt idx="38429">
                  <c:v>83.47</c:v>
                </c:pt>
                <c:pt idx="38430">
                  <c:v>83.45</c:v>
                </c:pt>
                <c:pt idx="38431">
                  <c:v>83.33</c:v>
                </c:pt>
                <c:pt idx="38432">
                  <c:v>73.77</c:v>
                </c:pt>
                <c:pt idx="38433">
                  <c:v>95.97</c:v>
                </c:pt>
                <c:pt idx="38434">
                  <c:v>94.98</c:v>
                </c:pt>
                <c:pt idx="38435">
                  <c:v>99.98</c:v>
                </c:pt>
                <c:pt idx="38436">
                  <c:v>131.97999999999999</c:v>
                </c:pt>
                <c:pt idx="38437">
                  <c:v>73.77</c:v>
                </c:pt>
                <c:pt idx="38438">
                  <c:v>73.75</c:v>
                </c:pt>
                <c:pt idx="38439">
                  <c:v>73.75</c:v>
                </c:pt>
                <c:pt idx="38440">
                  <c:v>75.98</c:v>
                </c:pt>
                <c:pt idx="38441">
                  <c:v>75.98</c:v>
                </c:pt>
                <c:pt idx="38442">
                  <c:v>75.98</c:v>
                </c:pt>
                <c:pt idx="38443">
                  <c:v>49.98</c:v>
                </c:pt>
                <c:pt idx="38444">
                  <c:v>46.28</c:v>
                </c:pt>
                <c:pt idx="38445">
                  <c:v>76.489999999999995</c:v>
                </c:pt>
                <c:pt idx="38446">
                  <c:v>76.489999999999995</c:v>
                </c:pt>
                <c:pt idx="38447">
                  <c:v>76.489999999999995</c:v>
                </c:pt>
                <c:pt idx="38448">
                  <c:v>76.489999999999995</c:v>
                </c:pt>
                <c:pt idx="38449">
                  <c:v>76.489999999999995</c:v>
                </c:pt>
                <c:pt idx="38450">
                  <c:v>76.489999999999995</c:v>
                </c:pt>
                <c:pt idx="38451">
                  <c:v>76.489999999999995</c:v>
                </c:pt>
                <c:pt idx="38452">
                  <c:v>76.489999999999995</c:v>
                </c:pt>
                <c:pt idx="38453">
                  <c:v>76.48</c:v>
                </c:pt>
                <c:pt idx="38454">
                  <c:v>76.459999999999994</c:v>
                </c:pt>
                <c:pt idx="38455">
                  <c:v>102.74</c:v>
                </c:pt>
                <c:pt idx="38456">
                  <c:v>85.97</c:v>
                </c:pt>
                <c:pt idx="38457">
                  <c:v>21.49</c:v>
                </c:pt>
                <c:pt idx="38458">
                  <c:v>74.98</c:v>
                </c:pt>
                <c:pt idx="38459">
                  <c:v>41.49</c:v>
                </c:pt>
                <c:pt idx="38460">
                  <c:v>55.98</c:v>
                </c:pt>
                <c:pt idx="38461">
                  <c:v>92.98</c:v>
                </c:pt>
                <c:pt idx="38462">
                  <c:v>49.99</c:v>
                </c:pt>
                <c:pt idx="38463">
                  <c:v>50.98</c:v>
                </c:pt>
                <c:pt idx="38464">
                  <c:v>137.94999999999999</c:v>
                </c:pt>
                <c:pt idx="38465">
                  <c:v>65.98</c:v>
                </c:pt>
                <c:pt idx="38466">
                  <c:v>135.96</c:v>
                </c:pt>
                <c:pt idx="38467">
                  <c:v>119.97</c:v>
                </c:pt>
                <c:pt idx="38468">
                  <c:v>99.97</c:v>
                </c:pt>
                <c:pt idx="38469">
                  <c:v>71.930000000000007</c:v>
                </c:pt>
                <c:pt idx="38470">
                  <c:v>137.96</c:v>
                </c:pt>
                <c:pt idx="38471">
                  <c:v>19.989999999999998</c:v>
                </c:pt>
                <c:pt idx="38472">
                  <c:v>54.98</c:v>
                </c:pt>
                <c:pt idx="38473">
                  <c:v>74.98</c:v>
                </c:pt>
                <c:pt idx="38474">
                  <c:v>75.09</c:v>
                </c:pt>
                <c:pt idx="38475">
                  <c:v>74.98</c:v>
                </c:pt>
                <c:pt idx="38476">
                  <c:v>99.98</c:v>
                </c:pt>
                <c:pt idx="38477">
                  <c:v>84.99</c:v>
                </c:pt>
                <c:pt idx="38478">
                  <c:v>99.98</c:v>
                </c:pt>
                <c:pt idx="38479">
                  <c:v>94.96</c:v>
                </c:pt>
                <c:pt idx="38480">
                  <c:v>84.99</c:v>
                </c:pt>
                <c:pt idx="38481">
                  <c:v>95.97</c:v>
                </c:pt>
                <c:pt idx="38482">
                  <c:v>80.98</c:v>
                </c:pt>
                <c:pt idx="38483">
                  <c:v>90.79</c:v>
                </c:pt>
                <c:pt idx="38484">
                  <c:v>99.98</c:v>
                </c:pt>
                <c:pt idx="38485">
                  <c:v>75.09</c:v>
                </c:pt>
                <c:pt idx="38486">
                  <c:v>75.09</c:v>
                </c:pt>
                <c:pt idx="38487">
                  <c:v>65.989999999999995</c:v>
                </c:pt>
                <c:pt idx="38488">
                  <c:v>69.989999999999995</c:v>
                </c:pt>
                <c:pt idx="38489">
                  <c:v>80.98</c:v>
                </c:pt>
                <c:pt idx="38490">
                  <c:v>74.98</c:v>
                </c:pt>
                <c:pt idx="38491">
                  <c:v>74.98</c:v>
                </c:pt>
                <c:pt idx="38492">
                  <c:v>49.49</c:v>
                </c:pt>
                <c:pt idx="38493">
                  <c:v>74.989999999999995</c:v>
                </c:pt>
                <c:pt idx="38494">
                  <c:v>66.48</c:v>
                </c:pt>
                <c:pt idx="38495">
                  <c:v>74.989999999999995</c:v>
                </c:pt>
                <c:pt idx="38496">
                  <c:v>74.97</c:v>
                </c:pt>
                <c:pt idx="38497">
                  <c:v>74.97</c:v>
                </c:pt>
                <c:pt idx="38498">
                  <c:v>252.42</c:v>
                </c:pt>
                <c:pt idx="38499">
                  <c:v>202.27</c:v>
                </c:pt>
                <c:pt idx="38500">
                  <c:v>254.97</c:v>
                </c:pt>
                <c:pt idx="38501">
                  <c:v>219.97</c:v>
                </c:pt>
                <c:pt idx="38502">
                  <c:v>224.29</c:v>
                </c:pt>
                <c:pt idx="38503">
                  <c:v>329.95</c:v>
                </c:pt>
                <c:pt idx="38504">
                  <c:v>252.42</c:v>
                </c:pt>
                <c:pt idx="38505">
                  <c:v>131.97999999999999</c:v>
                </c:pt>
                <c:pt idx="38506">
                  <c:v>74.97</c:v>
                </c:pt>
                <c:pt idx="38507">
                  <c:v>57.98</c:v>
                </c:pt>
                <c:pt idx="38508">
                  <c:v>74.97</c:v>
                </c:pt>
                <c:pt idx="38509">
                  <c:v>74.97</c:v>
                </c:pt>
                <c:pt idx="38510">
                  <c:v>74.97</c:v>
                </c:pt>
                <c:pt idx="38511">
                  <c:v>74.98</c:v>
                </c:pt>
                <c:pt idx="38512">
                  <c:v>74.98</c:v>
                </c:pt>
                <c:pt idx="38513">
                  <c:v>74.98</c:v>
                </c:pt>
                <c:pt idx="38514">
                  <c:v>151.97</c:v>
                </c:pt>
                <c:pt idx="38515">
                  <c:v>65.989999999999995</c:v>
                </c:pt>
                <c:pt idx="38516">
                  <c:v>121.98</c:v>
                </c:pt>
                <c:pt idx="38517">
                  <c:v>259.8</c:v>
                </c:pt>
                <c:pt idx="38518">
                  <c:v>141.97</c:v>
                </c:pt>
                <c:pt idx="38519">
                  <c:v>151.97</c:v>
                </c:pt>
                <c:pt idx="38520">
                  <c:v>59.37</c:v>
                </c:pt>
                <c:pt idx="38521">
                  <c:v>74.98</c:v>
                </c:pt>
                <c:pt idx="38522">
                  <c:v>74.98</c:v>
                </c:pt>
                <c:pt idx="38523">
                  <c:v>74.97</c:v>
                </c:pt>
                <c:pt idx="38524">
                  <c:v>74.97</c:v>
                </c:pt>
                <c:pt idx="38525">
                  <c:v>66.48</c:v>
                </c:pt>
                <c:pt idx="38526">
                  <c:v>108.86</c:v>
                </c:pt>
                <c:pt idx="38527">
                  <c:v>220.96</c:v>
                </c:pt>
                <c:pt idx="38528">
                  <c:v>225.94</c:v>
                </c:pt>
                <c:pt idx="38529">
                  <c:v>209.95</c:v>
                </c:pt>
                <c:pt idx="38530">
                  <c:v>124.97</c:v>
                </c:pt>
                <c:pt idx="38531">
                  <c:v>70.959999999999994</c:v>
                </c:pt>
                <c:pt idx="38532">
                  <c:v>173.95</c:v>
                </c:pt>
                <c:pt idx="38533">
                  <c:v>169.98</c:v>
                </c:pt>
                <c:pt idx="38534">
                  <c:v>-15.99</c:v>
                </c:pt>
                <c:pt idx="38535">
                  <c:v>102.05</c:v>
                </c:pt>
                <c:pt idx="38536">
                  <c:v>74.97</c:v>
                </c:pt>
                <c:pt idx="38537">
                  <c:v>74.98</c:v>
                </c:pt>
                <c:pt idx="38538">
                  <c:v>74.97</c:v>
                </c:pt>
                <c:pt idx="38539">
                  <c:v>32.24</c:v>
                </c:pt>
                <c:pt idx="38540">
                  <c:v>17.239999999999998</c:v>
                </c:pt>
                <c:pt idx="38541">
                  <c:v>74.97</c:v>
                </c:pt>
                <c:pt idx="38542">
                  <c:v>74.97</c:v>
                </c:pt>
                <c:pt idx="38543">
                  <c:v>74.97</c:v>
                </c:pt>
                <c:pt idx="38544">
                  <c:v>74.97</c:v>
                </c:pt>
                <c:pt idx="38545">
                  <c:v>74.97</c:v>
                </c:pt>
                <c:pt idx="38546">
                  <c:v>161.96</c:v>
                </c:pt>
                <c:pt idx="38547">
                  <c:v>131.97999999999999</c:v>
                </c:pt>
                <c:pt idx="38548">
                  <c:v>171.97</c:v>
                </c:pt>
                <c:pt idx="38549">
                  <c:v>194.45</c:v>
                </c:pt>
                <c:pt idx="38550">
                  <c:v>61.58</c:v>
                </c:pt>
                <c:pt idx="38551">
                  <c:v>138.49</c:v>
                </c:pt>
                <c:pt idx="38552">
                  <c:v>74.97</c:v>
                </c:pt>
                <c:pt idx="38553">
                  <c:v>74.97</c:v>
                </c:pt>
                <c:pt idx="38554">
                  <c:v>74.97</c:v>
                </c:pt>
                <c:pt idx="38555">
                  <c:v>50.97</c:v>
                </c:pt>
                <c:pt idx="38556">
                  <c:v>50.97</c:v>
                </c:pt>
                <c:pt idx="38557">
                  <c:v>22.24</c:v>
                </c:pt>
                <c:pt idx="38558">
                  <c:v>31.48</c:v>
                </c:pt>
                <c:pt idx="38559">
                  <c:v>74.95</c:v>
                </c:pt>
                <c:pt idx="38560">
                  <c:v>74.95</c:v>
                </c:pt>
                <c:pt idx="38561">
                  <c:v>82.74</c:v>
                </c:pt>
                <c:pt idx="38562">
                  <c:v>75.569999999999993</c:v>
                </c:pt>
                <c:pt idx="38563">
                  <c:v>103.77</c:v>
                </c:pt>
                <c:pt idx="38564">
                  <c:v>84.14</c:v>
                </c:pt>
                <c:pt idx="38565">
                  <c:v>73.989999999999995</c:v>
                </c:pt>
                <c:pt idx="38566">
                  <c:v>224.17</c:v>
                </c:pt>
                <c:pt idx="38567">
                  <c:v>83.93</c:v>
                </c:pt>
                <c:pt idx="38568">
                  <c:v>70.989999999999995</c:v>
                </c:pt>
                <c:pt idx="38569">
                  <c:v>84.99</c:v>
                </c:pt>
                <c:pt idx="38570">
                  <c:v>131.96</c:v>
                </c:pt>
                <c:pt idx="38571">
                  <c:v>84.99</c:v>
                </c:pt>
                <c:pt idx="38572">
                  <c:v>82.73</c:v>
                </c:pt>
                <c:pt idx="38573">
                  <c:v>87.28</c:v>
                </c:pt>
                <c:pt idx="38574">
                  <c:v>84.99</c:v>
                </c:pt>
                <c:pt idx="38575">
                  <c:v>82.73</c:v>
                </c:pt>
                <c:pt idx="38576">
                  <c:v>82.73</c:v>
                </c:pt>
                <c:pt idx="38577">
                  <c:v>72.489999999999995</c:v>
                </c:pt>
                <c:pt idx="38578">
                  <c:v>51.99</c:v>
                </c:pt>
                <c:pt idx="38579">
                  <c:v>21.99</c:v>
                </c:pt>
                <c:pt idx="38580">
                  <c:v>75.98</c:v>
                </c:pt>
                <c:pt idx="38581">
                  <c:v>75.98</c:v>
                </c:pt>
                <c:pt idx="38582">
                  <c:v>84.14</c:v>
                </c:pt>
                <c:pt idx="38583">
                  <c:v>78.849999999999994</c:v>
                </c:pt>
                <c:pt idx="38584">
                  <c:v>84.33</c:v>
                </c:pt>
                <c:pt idx="38585">
                  <c:v>56.98</c:v>
                </c:pt>
                <c:pt idx="38586">
                  <c:v>87.12</c:v>
                </c:pt>
                <c:pt idx="38587">
                  <c:v>105.32</c:v>
                </c:pt>
                <c:pt idx="38588">
                  <c:v>84.14</c:v>
                </c:pt>
                <c:pt idx="38589">
                  <c:v>64.33</c:v>
                </c:pt>
                <c:pt idx="38590">
                  <c:v>75.09</c:v>
                </c:pt>
                <c:pt idx="38591">
                  <c:v>84.14</c:v>
                </c:pt>
                <c:pt idx="38592">
                  <c:v>131.59</c:v>
                </c:pt>
                <c:pt idx="38593">
                  <c:v>84.99</c:v>
                </c:pt>
                <c:pt idx="38594">
                  <c:v>84.99</c:v>
                </c:pt>
                <c:pt idx="38595">
                  <c:v>84.99</c:v>
                </c:pt>
                <c:pt idx="38596">
                  <c:v>114.97</c:v>
                </c:pt>
                <c:pt idx="38597">
                  <c:v>65.19</c:v>
                </c:pt>
                <c:pt idx="38598">
                  <c:v>84.13</c:v>
                </c:pt>
                <c:pt idx="38599">
                  <c:v>84.14</c:v>
                </c:pt>
                <c:pt idx="38600">
                  <c:v>84.14</c:v>
                </c:pt>
                <c:pt idx="38601">
                  <c:v>83.29</c:v>
                </c:pt>
                <c:pt idx="38602">
                  <c:v>75.98</c:v>
                </c:pt>
                <c:pt idx="38603">
                  <c:v>75.98</c:v>
                </c:pt>
                <c:pt idx="38604">
                  <c:v>75.98</c:v>
                </c:pt>
                <c:pt idx="38605">
                  <c:v>75.97</c:v>
                </c:pt>
                <c:pt idx="38606">
                  <c:v>75.97</c:v>
                </c:pt>
                <c:pt idx="38607">
                  <c:v>75.959999999999994</c:v>
                </c:pt>
                <c:pt idx="38608">
                  <c:v>75.959999999999994</c:v>
                </c:pt>
                <c:pt idx="38609">
                  <c:v>114.97</c:v>
                </c:pt>
                <c:pt idx="38610">
                  <c:v>153.97999999999999</c:v>
                </c:pt>
                <c:pt idx="38611">
                  <c:v>86.36</c:v>
                </c:pt>
                <c:pt idx="38612">
                  <c:v>236.94</c:v>
                </c:pt>
                <c:pt idx="38613">
                  <c:v>29.05</c:v>
                </c:pt>
                <c:pt idx="38614">
                  <c:v>364.92</c:v>
                </c:pt>
                <c:pt idx="38615">
                  <c:v>114.97</c:v>
                </c:pt>
                <c:pt idx="38616">
                  <c:v>75.959999999999994</c:v>
                </c:pt>
                <c:pt idx="38617">
                  <c:v>75.959999999999994</c:v>
                </c:pt>
                <c:pt idx="38618">
                  <c:v>75.959999999999994</c:v>
                </c:pt>
                <c:pt idx="38619">
                  <c:v>75.959999999999994</c:v>
                </c:pt>
                <c:pt idx="38620">
                  <c:v>75.959999999999994</c:v>
                </c:pt>
                <c:pt idx="38621">
                  <c:v>75.959999999999994</c:v>
                </c:pt>
                <c:pt idx="38622">
                  <c:v>75.959999999999994</c:v>
                </c:pt>
                <c:pt idx="38623">
                  <c:v>75.959999999999994</c:v>
                </c:pt>
                <c:pt idx="38624">
                  <c:v>169.98</c:v>
                </c:pt>
                <c:pt idx="38625">
                  <c:v>39.99</c:v>
                </c:pt>
                <c:pt idx="38626">
                  <c:v>164.35</c:v>
                </c:pt>
                <c:pt idx="38627">
                  <c:v>249.96</c:v>
                </c:pt>
                <c:pt idx="38628">
                  <c:v>82.97</c:v>
                </c:pt>
                <c:pt idx="38629">
                  <c:v>57.98</c:v>
                </c:pt>
                <c:pt idx="38630">
                  <c:v>133.04</c:v>
                </c:pt>
                <c:pt idx="38631">
                  <c:v>124.18</c:v>
                </c:pt>
                <c:pt idx="38632">
                  <c:v>169.98</c:v>
                </c:pt>
                <c:pt idx="38633">
                  <c:v>130.28</c:v>
                </c:pt>
                <c:pt idx="38634">
                  <c:v>169.98</c:v>
                </c:pt>
                <c:pt idx="38635">
                  <c:v>223.95</c:v>
                </c:pt>
                <c:pt idx="38636">
                  <c:v>169.98</c:v>
                </c:pt>
                <c:pt idx="38637">
                  <c:v>241.94</c:v>
                </c:pt>
                <c:pt idx="38638">
                  <c:v>91.95</c:v>
                </c:pt>
                <c:pt idx="38639">
                  <c:v>50.95</c:v>
                </c:pt>
                <c:pt idx="38640">
                  <c:v>7.29</c:v>
                </c:pt>
                <c:pt idx="38641">
                  <c:v>7.29</c:v>
                </c:pt>
                <c:pt idx="38642">
                  <c:v>13.28</c:v>
                </c:pt>
                <c:pt idx="38643">
                  <c:v>13.28</c:v>
                </c:pt>
                <c:pt idx="38644">
                  <c:v>75.87</c:v>
                </c:pt>
                <c:pt idx="38645">
                  <c:v>75.87</c:v>
                </c:pt>
                <c:pt idx="38646">
                  <c:v>82.26</c:v>
                </c:pt>
                <c:pt idx="38647">
                  <c:v>82.26</c:v>
                </c:pt>
                <c:pt idx="38648">
                  <c:v>82.24</c:v>
                </c:pt>
                <c:pt idx="38649">
                  <c:v>82.23</c:v>
                </c:pt>
                <c:pt idx="38650">
                  <c:v>149.97</c:v>
                </c:pt>
                <c:pt idx="38651">
                  <c:v>141.96</c:v>
                </c:pt>
                <c:pt idx="38652">
                  <c:v>119.97</c:v>
                </c:pt>
                <c:pt idx="38653">
                  <c:v>151.06</c:v>
                </c:pt>
                <c:pt idx="38654">
                  <c:v>81.98</c:v>
                </c:pt>
                <c:pt idx="38655">
                  <c:v>179.46</c:v>
                </c:pt>
                <c:pt idx="38656">
                  <c:v>114.97</c:v>
                </c:pt>
                <c:pt idx="38657">
                  <c:v>131.97999999999999</c:v>
                </c:pt>
                <c:pt idx="38658">
                  <c:v>131.97999999999999</c:v>
                </c:pt>
                <c:pt idx="38659">
                  <c:v>99.98</c:v>
                </c:pt>
                <c:pt idx="38660">
                  <c:v>104.97</c:v>
                </c:pt>
                <c:pt idx="38661">
                  <c:v>145.97</c:v>
                </c:pt>
                <c:pt idx="38662">
                  <c:v>99.98</c:v>
                </c:pt>
                <c:pt idx="38663">
                  <c:v>82.23</c:v>
                </c:pt>
                <c:pt idx="38664">
                  <c:v>11.49</c:v>
                </c:pt>
                <c:pt idx="38665">
                  <c:v>54.99</c:v>
                </c:pt>
                <c:pt idx="38666">
                  <c:v>11.28</c:v>
                </c:pt>
                <c:pt idx="38667">
                  <c:v>62.98</c:v>
                </c:pt>
                <c:pt idx="38668">
                  <c:v>3.49</c:v>
                </c:pt>
                <c:pt idx="38669">
                  <c:v>81.47</c:v>
                </c:pt>
                <c:pt idx="38670">
                  <c:v>74.989999999999995</c:v>
                </c:pt>
                <c:pt idx="38671">
                  <c:v>74.98</c:v>
                </c:pt>
                <c:pt idx="38672">
                  <c:v>131.97999999999999</c:v>
                </c:pt>
                <c:pt idx="38673">
                  <c:v>169.98</c:v>
                </c:pt>
                <c:pt idx="38674">
                  <c:v>103.94</c:v>
                </c:pt>
                <c:pt idx="38675">
                  <c:v>169.98</c:v>
                </c:pt>
                <c:pt idx="38676">
                  <c:v>163.41999999999999</c:v>
                </c:pt>
                <c:pt idx="38677">
                  <c:v>84.99</c:v>
                </c:pt>
                <c:pt idx="38678">
                  <c:v>169.98</c:v>
                </c:pt>
                <c:pt idx="38679">
                  <c:v>159.97999999999999</c:v>
                </c:pt>
                <c:pt idx="38680">
                  <c:v>169.98</c:v>
                </c:pt>
                <c:pt idx="38681">
                  <c:v>169.98</c:v>
                </c:pt>
                <c:pt idx="38682">
                  <c:v>157.88999999999999</c:v>
                </c:pt>
                <c:pt idx="38683">
                  <c:v>84.99</c:v>
                </c:pt>
                <c:pt idx="38684">
                  <c:v>118.78</c:v>
                </c:pt>
                <c:pt idx="38685">
                  <c:v>82.35</c:v>
                </c:pt>
                <c:pt idx="38686">
                  <c:v>169.98</c:v>
                </c:pt>
                <c:pt idx="38687">
                  <c:v>74.98</c:v>
                </c:pt>
                <c:pt idx="38688">
                  <c:v>74.97</c:v>
                </c:pt>
                <c:pt idx="38689">
                  <c:v>74.680000000000007</c:v>
                </c:pt>
                <c:pt idx="38690">
                  <c:v>73.98</c:v>
                </c:pt>
                <c:pt idx="38691">
                  <c:v>159.58000000000001</c:v>
                </c:pt>
                <c:pt idx="38692">
                  <c:v>152.97999999999999</c:v>
                </c:pt>
                <c:pt idx="38693">
                  <c:v>152.97999999999999</c:v>
                </c:pt>
                <c:pt idx="38694">
                  <c:v>144.47999999999999</c:v>
                </c:pt>
                <c:pt idx="38695">
                  <c:v>156.97999999999999</c:v>
                </c:pt>
                <c:pt idx="38696">
                  <c:v>131.08000000000001</c:v>
                </c:pt>
                <c:pt idx="38697">
                  <c:v>144.47999999999999</c:v>
                </c:pt>
                <c:pt idx="38698">
                  <c:v>152.97999999999999</c:v>
                </c:pt>
                <c:pt idx="38699">
                  <c:v>124.96</c:v>
                </c:pt>
                <c:pt idx="38700">
                  <c:v>166.97</c:v>
                </c:pt>
                <c:pt idx="38701">
                  <c:v>152.97999999999999</c:v>
                </c:pt>
                <c:pt idx="38702">
                  <c:v>89.98</c:v>
                </c:pt>
                <c:pt idx="38703">
                  <c:v>149.30000000000001</c:v>
                </c:pt>
                <c:pt idx="38704">
                  <c:v>73.98</c:v>
                </c:pt>
                <c:pt idx="38705">
                  <c:v>73.98</c:v>
                </c:pt>
                <c:pt idx="38706">
                  <c:v>73.98</c:v>
                </c:pt>
                <c:pt idx="38707">
                  <c:v>73.98</c:v>
                </c:pt>
                <c:pt idx="38708">
                  <c:v>73.98</c:v>
                </c:pt>
                <c:pt idx="38709">
                  <c:v>73.98</c:v>
                </c:pt>
                <c:pt idx="38710">
                  <c:v>73.98</c:v>
                </c:pt>
                <c:pt idx="38711">
                  <c:v>73.98</c:v>
                </c:pt>
                <c:pt idx="38712">
                  <c:v>73.98</c:v>
                </c:pt>
                <c:pt idx="38713">
                  <c:v>187.95</c:v>
                </c:pt>
                <c:pt idx="38714">
                  <c:v>79.97</c:v>
                </c:pt>
                <c:pt idx="38715">
                  <c:v>59.98</c:v>
                </c:pt>
                <c:pt idx="38716">
                  <c:v>56.99</c:v>
                </c:pt>
                <c:pt idx="38717">
                  <c:v>55.36</c:v>
                </c:pt>
                <c:pt idx="38718">
                  <c:v>59.98</c:v>
                </c:pt>
                <c:pt idx="38719">
                  <c:v>157.97</c:v>
                </c:pt>
                <c:pt idx="38720">
                  <c:v>59.98</c:v>
                </c:pt>
                <c:pt idx="38721">
                  <c:v>59.98</c:v>
                </c:pt>
                <c:pt idx="38722">
                  <c:v>89.97</c:v>
                </c:pt>
                <c:pt idx="38723">
                  <c:v>59.98</c:v>
                </c:pt>
                <c:pt idx="38724">
                  <c:v>59.98</c:v>
                </c:pt>
                <c:pt idx="38725">
                  <c:v>59.98</c:v>
                </c:pt>
                <c:pt idx="38726">
                  <c:v>73.97</c:v>
                </c:pt>
                <c:pt idx="38727">
                  <c:v>73.97</c:v>
                </c:pt>
                <c:pt idx="38728">
                  <c:v>73.98</c:v>
                </c:pt>
                <c:pt idx="38729">
                  <c:v>73.98</c:v>
                </c:pt>
                <c:pt idx="38730">
                  <c:v>11.48</c:v>
                </c:pt>
                <c:pt idx="38731">
                  <c:v>53.99</c:v>
                </c:pt>
                <c:pt idx="38732">
                  <c:v>80.98</c:v>
                </c:pt>
                <c:pt idx="38733">
                  <c:v>56.97</c:v>
                </c:pt>
                <c:pt idx="38734">
                  <c:v>65.989999999999995</c:v>
                </c:pt>
                <c:pt idx="38735">
                  <c:v>77.97</c:v>
                </c:pt>
                <c:pt idx="38736">
                  <c:v>154.96</c:v>
                </c:pt>
                <c:pt idx="38737">
                  <c:v>56.97</c:v>
                </c:pt>
                <c:pt idx="38738">
                  <c:v>94.96</c:v>
                </c:pt>
                <c:pt idx="38739">
                  <c:v>46.5</c:v>
                </c:pt>
                <c:pt idx="38740">
                  <c:v>58.98</c:v>
                </c:pt>
                <c:pt idx="38741">
                  <c:v>117.97</c:v>
                </c:pt>
                <c:pt idx="38742">
                  <c:v>65.989999999999995</c:v>
                </c:pt>
                <c:pt idx="38743">
                  <c:v>79.989999999999995</c:v>
                </c:pt>
                <c:pt idx="38744">
                  <c:v>65.989999999999995</c:v>
                </c:pt>
                <c:pt idx="38745">
                  <c:v>16.489999999999998</c:v>
                </c:pt>
                <c:pt idx="38746">
                  <c:v>54.99</c:v>
                </c:pt>
                <c:pt idx="38747">
                  <c:v>80.97</c:v>
                </c:pt>
                <c:pt idx="38748">
                  <c:v>80.98</c:v>
                </c:pt>
                <c:pt idx="38749">
                  <c:v>26.73</c:v>
                </c:pt>
                <c:pt idx="38750">
                  <c:v>25.74</c:v>
                </c:pt>
                <c:pt idx="38751">
                  <c:v>84.98</c:v>
                </c:pt>
                <c:pt idx="38752">
                  <c:v>79.98</c:v>
                </c:pt>
                <c:pt idx="38753">
                  <c:v>51.28</c:v>
                </c:pt>
                <c:pt idx="38754">
                  <c:v>98.98</c:v>
                </c:pt>
                <c:pt idx="38755">
                  <c:v>93.98</c:v>
                </c:pt>
                <c:pt idx="38756">
                  <c:v>97.98</c:v>
                </c:pt>
                <c:pt idx="38757">
                  <c:v>104.93</c:v>
                </c:pt>
                <c:pt idx="38758">
                  <c:v>122.97</c:v>
                </c:pt>
                <c:pt idx="38759">
                  <c:v>112.97</c:v>
                </c:pt>
                <c:pt idx="38760">
                  <c:v>71.98</c:v>
                </c:pt>
                <c:pt idx="38761">
                  <c:v>90.98</c:v>
                </c:pt>
                <c:pt idx="38762">
                  <c:v>83.28</c:v>
                </c:pt>
                <c:pt idx="38763">
                  <c:v>71.959999999999994</c:v>
                </c:pt>
                <c:pt idx="38764">
                  <c:v>73.760000000000005</c:v>
                </c:pt>
                <c:pt idx="38765">
                  <c:v>73.77</c:v>
                </c:pt>
                <c:pt idx="38766">
                  <c:v>73.77</c:v>
                </c:pt>
                <c:pt idx="38767">
                  <c:v>74.989999999999995</c:v>
                </c:pt>
                <c:pt idx="38768">
                  <c:v>74.989999999999995</c:v>
                </c:pt>
                <c:pt idx="38769">
                  <c:v>74.989999999999995</c:v>
                </c:pt>
                <c:pt idx="38770">
                  <c:v>79.989999999999995</c:v>
                </c:pt>
                <c:pt idx="38771">
                  <c:v>77.930000000000007</c:v>
                </c:pt>
                <c:pt idx="38772">
                  <c:v>79.989999999999995</c:v>
                </c:pt>
                <c:pt idx="38773">
                  <c:v>58.55</c:v>
                </c:pt>
                <c:pt idx="38774">
                  <c:v>79.19</c:v>
                </c:pt>
                <c:pt idx="38775">
                  <c:v>79.989999999999995</c:v>
                </c:pt>
                <c:pt idx="38776">
                  <c:v>79.989999999999995</c:v>
                </c:pt>
                <c:pt idx="38777">
                  <c:v>78.39</c:v>
                </c:pt>
                <c:pt idx="38778">
                  <c:v>79.19</c:v>
                </c:pt>
                <c:pt idx="38779">
                  <c:v>60.99</c:v>
                </c:pt>
                <c:pt idx="38780">
                  <c:v>79.19</c:v>
                </c:pt>
                <c:pt idx="38781">
                  <c:v>79.989999999999995</c:v>
                </c:pt>
                <c:pt idx="38782">
                  <c:v>79.989999999999995</c:v>
                </c:pt>
                <c:pt idx="38783">
                  <c:v>60.99</c:v>
                </c:pt>
                <c:pt idx="38784">
                  <c:v>60.99</c:v>
                </c:pt>
                <c:pt idx="38785">
                  <c:v>79.989999999999995</c:v>
                </c:pt>
                <c:pt idx="38786">
                  <c:v>60.38</c:v>
                </c:pt>
                <c:pt idx="38787">
                  <c:v>79.38</c:v>
                </c:pt>
                <c:pt idx="38788">
                  <c:v>79.19</c:v>
                </c:pt>
                <c:pt idx="38789">
                  <c:v>79.989999999999995</c:v>
                </c:pt>
                <c:pt idx="38790">
                  <c:v>79.989999999999995</c:v>
                </c:pt>
                <c:pt idx="38791">
                  <c:v>79.989999999999995</c:v>
                </c:pt>
                <c:pt idx="38792">
                  <c:v>45.09</c:v>
                </c:pt>
                <c:pt idx="38793">
                  <c:v>79.989999999999995</c:v>
                </c:pt>
                <c:pt idx="38794">
                  <c:v>74.989999999999995</c:v>
                </c:pt>
                <c:pt idx="38795">
                  <c:v>74.989999999999995</c:v>
                </c:pt>
                <c:pt idx="38796">
                  <c:v>74.989999999999995</c:v>
                </c:pt>
                <c:pt idx="38797">
                  <c:v>74.989999999999995</c:v>
                </c:pt>
                <c:pt idx="38798">
                  <c:v>74.98</c:v>
                </c:pt>
                <c:pt idx="38799">
                  <c:v>57.59</c:v>
                </c:pt>
                <c:pt idx="38800">
                  <c:v>57.59</c:v>
                </c:pt>
                <c:pt idx="38801">
                  <c:v>56.97</c:v>
                </c:pt>
                <c:pt idx="38802">
                  <c:v>74.98</c:v>
                </c:pt>
                <c:pt idx="38803">
                  <c:v>74.98</c:v>
                </c:pt>
                <c:pt idx="38804">
                  <c:v>48.89</c:v>
                </c:pt>
                <c:pt idx="38805">
                  <c:v>74.98</c:v>
                </c:pt>
                <c:pt idx="38806">
                  <c:v>74.97</c:v>
                </c:pt>
                <c:pt idx="38807">
                  <c:v>94.97</c:v>
                </c:pt>
                <c:pt idx="38808">
                  <c:v>149.97</c:v>
                </c:pt>
                <c:pt idx="38809">
                  <c:v>145.97</c:v>
                </c:pt>
                <c:pt idx="38810">
                  <c:v>281.45999999999998</c:v>
                </c:pt>
                <c:pt idx="38811">
                  <c:v>203.54</c:v>
                </c:pt>
                <c:pt idx="38812">
                  <c:v>221.47</c:v>
                </c:pt>
                <c:pt idx="38813">
                  <c:v>123.97</c:v>
                </c:pt>
                <c:pt idx="38814">
                  <c:v>74.97</c:v>
                </c:pt>
                <c:pt idx="38815">
                  <c:v>34.93</c:v>
                </c:pt>
                <c:pt idx="38816">
                  <c:v>34.93</c:v>
                </c:pt>
                <c:pt idx="38817">
                  <c:v>74.97</c:v>
                </c:pt>
                <c:pt idx="38818">
                  <c:v>74.97</c:v>
                </c:pt>
                <c:pt idx="38819">
                  <c:v>74.97</c:v>
                </c:pt>
                <c:pt idx="38820">
                  <c:v>74.97</c:v>
                </c:pt>
                <c:pt idx="38821">
                  <c:v>74.97</c:v>
                </c:pt>
                <c:pt idx="38822">
                  <c:v>74.95</c:v>
                </c:pt>
                <c:pt idx="38823">
                  <c:v>109.95</c:v>
                </c:pt>
                <c:pt idx="38824">
                  <c:v>119.96</c:v>
                </c:pt>
                <c:pt idx="38825">
                  <c:v>89.97</c:v>
                </c:pt>
                <c:pt idx="38826">
                  <c:v>119.96</c:v>
                </c:pt>
                <c:pt idx="38827">
                  <c:v>119.96</c:v>
                </c:pt>
                <c:pt idx="38828">
                  <c:v>119.96</c:v>
                </c:pt>
                <c:pt idx="38829">
                  <c:v>119.96</c:v>
                </c:pt>
                <c:pt idx="38830">
                  <c:v>119.96</c:v>
                </c:pt>
                <c:pt idx="38831">
                  <c:v>110.97</c:v>
                </c:pt>
                <c:pt idx="38832">
                  <c:v>119.96</c:v>
                </c:pt>
                <c:pt idx="38833">
                  <c:v>159.24</c:v>
                </c:pt>
                <c:pt idx="38834">
                  <c:v>114.96</c:v>
                </c:pt>
                <c:pt idx="38835">
                  <c:v>111.14</c:v>
                </c:pt>
                <c:pt idx="38836">
                  <c:v>99.95</c:v>
                </c:pt>
                <c:pt idx="38837">
                  <c:v>112.47</c:v>
                </c:pt>
                <c:pt idx="38838">
                  <c:v>119.96</c:v>
                </c:pt>
                <c:pt idx="38839">
                  <c:v>73.569999999999993</c:v>
                </c:pt>
                <c:pt idx="38840">
                  <c:v>73.48</c:v>
                </c:pt>
                <c:pt idx="38841">
                  <c:v>5.97</c:v>
                </c:pt>
                <c:pt idx="38842">
                  <c:v>5.97</c:v>
                </c:pt>
                <c:pt idx="38843">
                  <c:v>73.48</c:v>
                </c:pt>
                <c:pt idx="38844">
                  <c:v>73.48</c:v>
                </c:pt>
                <c:pt idx="38845">
                  <c:v>73.48</c:v>
                </c:pt>
                <c:pt idx="38846">
                  <c:v>73.48</c:v>
                </c:pt>
                <c:pt idx="38847">
                  <c:v>73.48</c:v>
                </c:pt>
                <c:pt idx="38848">
                  <c:v>81.05</c:v>
                </c:pt>
                <c:pt idx="38849">
                  <c:v>169.98</c:v>
                </c:pt>
                <c:pt idx="38850">
                  <c:v>169.98</c:v>
                </c:pt>
                <c:pt idx="38851">
                  <c:v>169.98</c:v>
                </c:pt>
                <c:pt idx="38852">
                  <c:v>84.99</c:v>
                </c:pt>
                <c:pt idx="38853">
                  <c:v>84.99</c:v>
                </c:pt>
                <c:pt idx="38854">
                  <c:v>84.99</c:v>
                </c:pt>
                <c:pt idx="38855">
                  <c:v>169.98</c:v>
                </c:pt>
                <c:pt idx="38856">
                  <c:v>169.98</c:v>
                </c:pt>
                <c:pt idx="38857">
                  <c:v>169.98</c:v>
                </c:pt>
                <c:pt idx="38858">
                  <c:v>84.99</c:v>
                </c:pt>
                <c:pt idx="38859">
                  <c:v>84.99</c:v>
                </c:pt>
                <c:pt idx="38860">
                  <c:v>84.99</c:v>
                </c:pt>
                <c:pt idx="38861">
                  <c:v>169.98</c:v>
                </c:pt>
                <c:pt idx="38862">
                  <c:v>163.34</c:v>
                </c:pt>
                <c:pt idx="38863">
                  <c:v>163.34</c:v>
                </c:pt>
                <c:pt idx="38864">
                  <c:v>68.989999999999995</c:v>
                </c:pt>
                <c:pt idx="38865">
                  <c:v>68.989999999999995</c:v>
                </c:pt>
                <c:pt idx="38866">
                  <c:v>169.98</c:v>
                </c:pt>
                <c:pt idx="38867">
                  <c:v>84.99</c:v>
                </c:pt>
                <c:pt idx="38868">
                  <c:v>169.98</c:v>
                </c:pt>
                <c:pt idx="38869">
                  <c:v>84.99</c:v>
                </c:pt>
                <c:pt idx="38870">
                  <c:v>132.34</c:v>
                </c:pt>
                <c:pt idx="38871">
                  <c:v>169.98</c:v>
                </c:pt>
                <c:pt idx="38872">
                  <c:v>169.98</c:v>
                </c:pt>
                <c:pt idx="38873">
                  <c:v>169.98</c:v>
                </c:pt>
                <c:pt idx="38874">
                  <c:v>169.98</c:v>
                </c:pt>
                <c:pt idx="38875">
                  <c:v>169.98</c:v>
                </c:pt>
                <c:pt idx="38876">
                  <c:v>169.98</c:v>
                </c:pt>
                <c:pt idx="38877">
                  <c:v>169.98</c:v>
                </c:pt>
                <c:pt idx="38878">
                  <c:v>169.98</c:v>
                </c:pt>
                <c:pt idx="38879">
                  <c:v>132.34</c:v>
                </c:pt>
                <c:pt idx="38880">
                  <c:v>169.98</c:v>
                </c:pt>
                <c:pt idx="38881">
                  <c:v>81.03</c:v>
                </c:pt>
                <c:pt idx="38882">
                  <c:v>81.02</c:v>
                </c:pt>
                <c:pt idx="38883">
                  <c:v>81.02</c:v>
                </c:pt>
                <c:pt idx="38884">
                  <c:v>73.98</c:v>
                </c:pt>
                <c:pt idx="38885">
                  <c:v>67.47</c:v>
                </c:pt>
                <c:pt idx="38886">
                  <c:v>73.98</c:v>
                </c:pt>
                <c:pt idx="38887">
                  <c:v>73.98</c:v>
                </c:pt>
                <c:pt idx="38888">
                  <c:v>73.98</c:v>
                </c:pt>
                <c:pt idx="38889">
                  <c:v>73.98</c:v>
                </c:pt>
                <c:pt idx="38890">
                  <c:v>73.97</c:v>
                </c:pt>
                <c:pt idx="38891">
                  <c:v>73.959999999999994</c:v>
                </c:pt>
                <c:pt idx="38892">
                  <c:v>169.98</c:v>
                </c:pt>
                <c:pt idx="38893">
                  <c:v>131.97999999999999</c:v>
                </c:pt>
                <c:pt idx="38894">
                  <c:v>75.459999999999994</c:v>
                </c:pt>
                <c:pt idx="38895">
                  <c:v>169.98</c:v>
                </c:pt>
                <c:pt idx="38896">
                  <c:v>169.98</c:v>
                </c:pt>
                <c:pt idx="38897">
                  <c:v>84.99</c:v>
                </c:pt>
                <c:pt idx="38898">
                  <c:v>84.99</c:v>
                </c:pt>
                <c:pt idx="38899">
                  <c:v>111.98</c:v>
                </c:pt>
                <c:pt idx="38900">
                  <c:v>32.24</c:v>
                </c:pt>
                <c:pt idx="38901">
                  <c:v>28.68</c:v>
                </c:pt>
                <c:pt idx="38902">
                  <c:v>73.17</c:v>
                </c:pt>
                <c:pt idx="38903">
                  <c:v>51.49</c:v>
                </c:pt>
                <c:pt idx="38904">
                  <c:v>19.489999999999998</c:v>
                </c:pt>
                <c:pt idx="38905">
                  <c:v>79.989999999999995</c:v>
                </c:pt>
                <c:pt idx="38906">
                  <c:v>65.989999999999995</c:v>
                </c:pt>
                <c:pt idx="38907">
                  <c:v>65.989999999999995</c:v>
                </c:pt>
                <c:pt idx="38908">
                  <c:v>48.88</c:v>
                </c:pt>
                <c:pt idx="38909">
                  <c:v>65.989999999999995</c:v>
                </c:pt>
                <c:pt idx="38910">
                  <c:v>8.98</c:v>
                </c:pt>
                <c:pt idx="38911">
                  <c:v>52.99</c:v>
                </c:pt>
                <c:pt idx="38912">
                  <c:v>58.97</c:v>
                </c:pt>
                <c:pt idx="38913">
                  <c:v>67.489999999999995</c:v>
                </c:pt>
                <c:pt idx="38914">
                  <c:v>69.98</c:v>
                </c:pt>
                <c:pt idx="38915">
                  <c:v>65.989999999999995</c:v>
                </c:pt>
                <c:pt idx="38916">
                  <c:v>65.989999999999995</c:v>
                </c:pt>
                <c:pt idx="38917">
                  <c:v>72.25</c:v>
                </c:pt>
                <c:pt idx="38918">
                  <c:v>88.98</c:v>
                </c:pt>
                <c:pt idx="38919">
                  <c:v>67.75</c:v>
                </c:pt>
                <c:pt idx="38920">
                  <c:v>79.98</c:v>
                </c:pt>
                <c:pt idx="38921">
                  <c:v>79.98</c:v>
                </c:pt>
                <c:pt idx="38922">
                  <c:v>66.180000000000007</c:v>
                </c:pt>
                <c:pt idx="38923">
                  <c:v>59.97</c:v>
                </c:pt>
                <c:pt idx="38924">
                  <c:v>82.98</c:v>
                </c:pt>
                <c:pt idx="38925">
                  <c:v>68.989999999999995</c:v>
                </c:pt>
                <c:pt idx="38926">
                  <c:v>91.18</c:v>
                </c:pt>
                <c:pt idx="38927">
                  <c:v>99.98</c:v>
                </c:pt>
                <c:pt idx="38928">
                  <c:v>63.77</c:v>
                </c:pt>
                <c:pt idx="38929">
                  <c:v>79.989999999999995</c:v>
                </c:pt>
                <c:pt idx="38930">
                  <c:v>79.989999999999995</c:v>
                </c:pt>
                <c:pt idx="38931">
                  <c:v>74.98</c:v>
                </c:pt>
                <c:pt idx="38932">
                  <c:v>79.98</c:v>
                </c:pt>
                <c:pt idx="38933">
                  <c:v>65.989999999999995</c:v>
                </c:pt>
                <c:pt idx="38934">
                  <c:v>171.97</c:v>
                </c:pt>
                <c:pt idx="38935">
                  <c:v>131.97999999999999</c:v>
                </c:pt>
                <c:pt idx="38936">
                  <c:v>131.97999999999999</c:v>
                </c:pt>
                <c:pt idx="38937">
                  <c:v>131.97999999999999</c:v>
                </c:pt>
                <c:pt idx="38938">
                  <c:v>155.96</c:v>
                </c:pt>
                <c:pt idx="38939">
                  <c:v>155.96</c:v>
                </c:pt>
                <c:pt idx="38940">
                  <c:v>121.98</c:v>
                </c:pt>
                <c:pt idx="38941">
                  <c:v>131.97999999999999</c:v>
                </c:pt>
                <c:pt idx="38942">
                  <c:v>131.97999999999999</c:v>
                </c:pt>
                <c:pt idx="38943">
                  <c:v>131.97999999999999</c:v>
                </c:pt>
                <c:pt idx="38944">
                  <c:v>134.37</c:v>
                </c:pt>
                <c:pt idx="38945">
                  <c:v>79.98</c:v>
                </c:pt>
                <c:pt idx="38946">
                  <c:v>79.98</c:v>
                </c:pt>
                <c:pt idx="38947">
                  <c:v>79.98</c:v>
                </c:pt>
                <c:pt idx="38948">
                  <c:v>79.98</c:v>
                </c:pt>
                <c:pt idx="38949">
                  <c:v>60.98</c:v>
                </c:pt>
                <c:pt idx="38950">
                  <c:v>249.97</c:v>
                </c:pt>
                <c:pt idx="38951">
                  <c:v>189.97</c:v>
                </c:pt>
                <c:pt idx="38952">
                  <c:v>351.94</c:v>
                </c:pt>
                <c:pt idx="38953">
                  <c:v>170.96</c:v>
                </c:pt>
                <c:pt idx="38954">
                  <c:v>159.97999999999999</c:v>
                </c:pt>
                <c:pt idx="38955">
                  <c:v>180.97</c:v>
                </c:pt>
                <c:pt idx="38956">
                  <c:v>103.98</c:v>
                </c:pt>
                <c:pt idx="38957">
                  <c:v>244.97</c:v>
                </c:pt>
                <c:pt idx="38958">
                  <c:v>148.37</c:v>
                </c:pt>
                <c:pt idx="38959">
                  <c:v>274.95999999999998</c:v>
                </c:pt>
                <c:pt idx="38960">
                  <c:v>79.97</c:v>
                </c:pt>
                <c:pt idx="38961">
                  <c:v>79.95</c:v>
                </c:pt>
                <c:pt idx="38962">
                  <c:v>40.479999999999997</c:v>
                </c:pt>
                <c:pt idx="38963">
                  <c:v>20.49</c:v>
                </c:pt>
                <c:pt idx="38964">
                  <c:v>13.89</c:v>
                </c:pt>
                <c:pt idx="38965">
                  <c:v>38.07</c:v>
                </c:pt>
                <c:pt idx="38966">
                  <c:v>72.98</c:v>
                </c:pt>
                <c:pt idx="38967">
                  <c:v>103.98</c:v>
                </c:pt>
                <c:pt idx="38968">
                  <c:v>55.75</c:v>
                </c:pt>
                <c:pt idx="38969">
                  <c:v>134.97999999999999</c:v>
                </c:pt>
                <c:pt idx="38970">
                  <c:v>142.94999999999999</c:v>
                </c:pt>
                <c:pt idx="38971">
                  <c:v>84.99</c:v>
                </c:pt>
                <c:pt idx="38972">
                  <c:v>86.88</c:v>
                </c:pt>
                <c:pt idx="38973">
                  <c:v>80.760000000000005</c:v>
                </c:pt>
                <c:pt idx="38974">
                  <c:v>117.95</c:v>
                </c:pt>
                <c:pt idx="38975">
                  <c:v>68.989999999999995</c:v>
                </c:pt>
                <c:pt idx="38976">
                  <c:v>97.42</c:v>
                </c:pt>
                <c:pt idx="38977">
                  <c:v>90.09</c:v>
                </c:pt>
                <c:pt idx="38978">
                  <c:v>72.97</c:v>
                </c:pt>
                <c:pt idx="38979">
                  <c:v>49.99</c:v>
                </c:pt>
                <c:pt idx="38980">
                  <c:v>72.97</c:v>
                </c:pt>
                <c:pt idx="38981">
                  <c:v>72.97</c:v>
                </c:pt>
                <c:pt idx="38982">
                  <c:v>72.97</c:v>
                </c:pt>
                <c:pt idx="38983">
                  <c:v>72.97</c:v>
                </c:pt>
                <c:pt idx="38984">
                  <c:v>-192.75</c:v>
                </c:pt>
                <c:pt idx="38985">
                  <c:v>192.75</c:v>
                </c:pt>
                <c:pt idx="38986">
                  <c:v>25.48</c:v>
                </c:pt>
                <c:pt idx="38987">
                  <c:v>25.48</c:v>
                </c:pt>
                <c:pt idx="38988">
                  <c:v>25.48</c:v>
                </c:pt>
                <c:pt idx="38989">
                  <c:v>26.23</c:v>
                </c:pt>
                <c:pt idx="38990">
                  <c:v>25.48</c:v>
                </c:pt>
                <c:pt idx="38991">
                  <c:v>26.23</c:v>
                </c:pt>
                <c:pt idx="38992">
                  <c:v>169.98</c:v>
                </c:pt>
                <c:pt idx="38993">
                  <c:v>166.58</c:v>
                </c:pt>
                <c:pt idx="38994">
                  <c:v>179.97</c:v>
                </c:pt>
                <c:pt idx="38995">
                  <c:v>169.98</c:v>
                </c:pt>
                <c:pt idx="38996">
                  <c:v>169.98</c:v>
                </c:pt>
                <c:pt idx="38997">
                  <c:v>131.97999999999999</c:v>
                </c:pt>
                <c:pt idx="38998">
                  <c:v>168.28</c:v>
                </c:pt>
                <c:pt idx="38999">
                  <c:v>126.47</c:v>
                </c:pt>
                <c:pt idx="39000">
                  <c:v>131.97999999999999</c:v>
                </c:pt>
                <c:pt idx="39001">
                  <c:v>47.57</c:v>
                </c:pt>
                <c:pt idx="39002">
                  <c:v>188.64</c:v>
                </c:pt>
                <c:pt idx="39003">
                  <c:v>166.96</c:v>
                </c:pt>
                <c:pt idx="39004">
                  <c:v>68.48</c:v>
                </c:pt>
                <c:pt idx="39005">
                  <c:v>55.96</c:v>
                </c:pt>
                <c:pt idx="39006">
                  <c:v>106.67</c:v>
                </c:pt>
                <c:pt idx="39007">
                  <c:v>-106.67</c:v>
                </c:pt>
                <c:pt idx="39008">
                  <c:v>17.489999999999998</c:v>
                </c:pt>
                <c:pt idx="39009">
                  <c:v>34.229999999999997</c:v>
                </c:pt>
                <c:pt idx="39010">
                  <c:v>55.98</c:v>
                </c:pt>
                <c:pt idx="39011">
                  <c:v>55.98</c:v>
                </c:pt>
                <c:pt idx="39012">
                  <c:v>72.88</c:v>
                </c:pt>
                <c:pt idx="39013">
                  <c:v>73.48</c:v>
                </c:pt>
                <c:pt idx="39014">
                  <c:v>73.48</c:v>
                </c:pt>
                <c:pt idx="39015">
                  <c:v>309.45999999999998</c:v>
                </c:pt>
                <c:pt idx="39016">
                  <c:v>254.97</c:v>
                </c:pt>
                <c:pt idx="39017">
                  <c:v>339.96</c:v>
                </c:pt>
                <c:pt idx="39018">
                  <c:v>80.36</c:v>
                </c:pt>
                <c:pt idx="39019">
                  <c:v>73.98</c:v>
                </c:pt>
                <c:pt idx="39020">
                  <c:v>55.96</c:v>
                </c:pt>
                <c:pt idx="39021">
                  <c:v>55.96</c:v>
                </c:pt>
                <c:pt idx="39022">
                  <c:v>73.98</c:v>
                </c:pt>
                <c:pt idx="39023">
                  <c:v>73.98</c:v>
                </c:pt>
                <c:pt idx="39024">
                  <c:v>73.97</c:v>
                </c:pt>
                <c:pt idx="39025">
                  <c:v>73.97</c:v>
                </c:pt>
                <c:pt idx="39026">
                  <c:v>65.28</c:v>
                </c:pt>
                <c:pt idx="39027">
                  <c:v>131.97999999999999</c:v>
                </c:pt>
                <c:pt idx="39028">
                  <c:v>194.16</c:v>
                </c:pt>
                <c:pt idx="39029">
                  <c:v>147.97</c:v>
                </c:pt>
                <c:pt idx="39030">
                  <c:v>191.78</c:v>
                </c:pt>
                <c:pt idx="39031">
                  <c:v>131.97999999999999</c:v>
                </c:pt>
                <c:pt idx="39032">
                  <c:v>13.28</c:v>
                </c:pt>
                <c:pt idx="39033">
                  <c:v>51.97</c:v>
                </c:pt>
                <c:pt idx="39034">
                  <c:v>32.51</c:v>
                </c:pt>
                <c:pt idx="39035">
                  <c:v>73.83</c:v>
                </c:pt>
                <c:pt idx="39036">
                  <c:v>80.08</c:v>
                </c:pt>
                <c:pt idx="39037">
                  <c:v>26.48</c:v>
                </c:pt>
                <c:pt idx="39038">
                  <c:v>24.73</c:v>
                </c:pt>
                <c:pt idx="39039">
                  <c:v>74.95</c:v>
                </c:pt>
                <c:pt idx="39040">
                  <c:v>254.97</c:v>
                </c:pt>
                <c:pt idx="39041">
                  <c:v>104.93</c:v>
                </c:pt>
                <c:pt idx="39042">
                  <c:v>107.94</c:v>
                </c:pt>
                <c:pt idx="39043">
                  <c:v>188.94</c:v>
                </c:pt>
                <c:pt idx="39044">
                  <c:v>120.97</c:v>
                </c:pt>
                <c:pt idx="39045">
                  <c:v>94.95</c:v>
                </c:pt>
                <c:pt idx="39046">
                  <c:v>150.02000000000001</c:v>
                </c:pt>
                <c:pt idx="39047">
                  <c:v>195.57</c:v>
                </c:pt>
                <c:pt idx="39048">
                  <c:v>107.94</c:v>
                </c:pt>
                <c:pt idx="39049">
                  <c:v>162.47999999999999</c:v>
                </c:pt>
                <c:pt idx="39050">
                  <c:v>107.94</c:v>
                </c:pt>
                <c:pt idx="39051">
                  <c:v>74.95</c:v>
                </c:pt>
                <c:pt idx="39052">
                  <c:v>207.92</c:v>
                </c:pt>
                <c:pt idx="39053">
                  <c:v>72.97</c:v>
                </c:pt>
                <c:pt idx="39054">
                  <c:v>72.97</c:v>
                </c:pt>
                <c:pt idx="39055">
                  <c:v>61.96</c:v>
                </c:pt>
                <c:pt idx="39056">
                  <c:v>98.98</c:v>
                </c:pt>
                <c:pt idx="39057">
                  <c:v>98.98</c:v>
                </c:pt>
                <c:pt idx="39058">
                  <c:v>158.96</c:v>
                </c:pt>
                <c:pt idx="39059">
                  <c:v>112.97</c:v>
                </c:pt>
                <c:pt idx="39060">
                  <c:v>112.97</c:v>
                </c:pt>
                <c:pt idx="39061">
                  <c:v>169.98</c:v>
                </c:pt>
                <c:pt idx="39062">
                  <c:v>56.09</c:v>
                </c:pt>
                <c:pt idx="39063">
                  <c:v>93.97</c:v>
                </c:pt>
                <c:pt idx="39064">
                  <c:v>158.97999999999999</c:v>
                </c:pt>
                <c:pt idx="39065">
                  <c:v>93.97</c:v>
                </c:pt>
                <c:pt idx="39066">
                  <c:v>155.94999999999999</c:v>
                </c:pt>
                <c:pt idx="39067">
                  <c:v>98.98</c:v>
                </c:pt>
                <c:pt idx="39068">
                  <c:v>79.849999999999994</c:v>
                </c:pt>
                <c:pt idx="39069">
                  <c:v>79.849999999999994</c:v>
                </c:pt>
                <c:pt idx="39070">
                  <c:v>79.849999999999994</c:v>
                </c:pt>
                <c:pt idx="39071">
                  <c:v>79.849999999999994</c:v>
                </c:pt>
                <c:pt idx="39072">
                  <c:v>79.849999999999994</c:v>
                </c:pt>
                <c:pt idx="39073">
                  <c:v>79.849999999999994</c:v>
                </c:pt>
                <c:pt idx="39074">
                  <c:v>79.849999999999994</c:v>
                </c:pt>
                <c:pt idx="39075">
                  <c:v>84.99</c:v>
                </c:pt>
                <c:pt idx="39076">
                  <c:v>131.97999999999999</c:v>
                </c:pt>
                <c:pt idx="39077">
                  <c:v>123.97</c:v>
                </c:pt>
                <c:pt idx="39078">
                  <c:v>65.989999999999995</c:v>
                </c:pt>
                <c:pt idx="39079">
                  <c:v>93.74</c:v>
                </c:pt>
                <c:pt idx="39080">
                  <c:v>105.98</c:v>
                </c:pt>
                <c:pt idx="39081">
                  <c:v>115.97</c:v>
                </c:pt>
                <c:pt idx="39082">
                  <c:v>84.99</c:v>
                </c:pt>
                <c:pt idx="39083">
                  <c:v>100.98</c:v>
                </c:pt>
                <c:pt idx="39084">
                  <c:v>84.99</c:v>
                </c:pt>
                <c:pt idx="39085">
                  <c:v>79.98</c:v>
                </c:pt>
                <c:pt idx="39086">
                  <c:v>85.98</c:v>
                </c:pt>
                <c:pt idx="39087">
                  <c:v>128.62</c:v>
                </c:pt>
                <c:pt idx="39088">
                  <c:v>84.99</c:v>
                </c:pt>
                <c:pt idx="39089">
                  <c:v>79.849999999999994</c:v>
                </c:pt>
                <c:pt idx="39090">
                  <c:v>79.849999999999994</c:v>
                </c:pt>
                <c:pt idx="39091">
                  <c:v>79.849999999999994</c:v>
                </c:pt>
                <c:pt idx="39092">
                  <c:v>79.849999999999994</c:v>
                </c:pt>
                <c:pt idx="39093">
                  <c:v>79.849999999999994</c:v>
                </c:pt>
                <c:pt idx="39094">
                  <c:v>79.849999999999994</c:v>
                </c:pt>
                <c:pt idx="39095">
                  <c:v>79.849999999999994</c:v>
                </c:pt>
                <c:pt idx="39096">
                  <c:v>79.849999999999994</c:v>
                </c:pt>
                <c:pt idx="39097">
                  <c:v>79.849999999999994</c:v>
                </c:pt>
                <c:pt idx="39098">
                  <c:v>79.849999999999994</c:v>
                </c:pt>
                <c:pt idx="39099">
                  <c:v>295.95</c:v>
                </c:pt>
                <c:pt idx="39100">
                  <c:v>84.99</c:v>
                </c:pt>
                <c:pt idx="39101">
                  <c:v>95.98</c:v>
                </c:pt>
                <c:pt idx="39102">
                  <c:v>-84.99</c:v>
                </c:pt>
                <c:pt idx="39103">
                  <c:v>169.98</c:v>
                </c:pt>
                <c:pt idx="39104">
                  <c:v>141.97</c:v>
                </c:pt>
                <c:pt idx="39105">
                  <c:v>198.27</c:v>
                </c:pt>
                <c:pt idx="39106">
                  <c:v>79.98</c:v>
                </c:pt>
                <c:pt idx="39107">
                  <c:v>95.98</c:v>
                </c:pt>
                <c:pt idx="39108">
                  <c:v>93.97</c:v>
                </c:pt>
                <c:pt idx="39109">
                  <c:v>84.99</c:v>
                </c:pt>
                <c:pt idx="39110">
                  <c:v>165.96</c:v>
                </c:pt>
                <c:pt idx="39111">
                  <c:v>84.99</c:v>
                </c:pt>
                <c:pt idx="39112">
                  <c:v>79.849999999999994</c:v>
                </c:pt>
                <c:pt idx="39113">
                  <c:v>79.849999999999994</c:v>
                </c:pt>
                <c:pt idx="39114">
                  <c:v>79.849999999999994</c:v>
                </c:pt>
                <c:pt idx="39115">
                  <c:v>79.849999999999994</c:v>
                </c:pt>
                <c:pt idx="39116">
                  <c:v>79.849999999999994</c:v>
                </c:pt>
                <c:pt idx="39117">
                  <c:v>79.849999999999994</c:v>
                </c:pt>
                <c:pt idx="39118">
                  <c:v>79.849999999999994</c:v>
                </c:pt>
                <c:pt idx="39119">
                  <c:v>79.849999999999994</c:v>
                </c:pt>
                <c:pt idx="39120">
                  <c:v>79.84</c:v>
                </c:pt>
                <c:pt idx="39121">
                  <c:v>84.98</c:v>
                </c:pt>
                <c:pt idx="39122">
                  <c:v>99.98</c:v>
                </c:pt>
                <c:pt idx="39123">
                  <c:v>119.96</c:v>
                </c:pt>
                <c:pt idx="39124">
                  <c:v>99.98</c:v>
                </c:pt>
                <c:pt idx="39125">
                  <c:v>99.98</c:v>
                </c:pt>
                <c:pt idx="39126">
                  <c:v>79.98</c:v>
                </c:pt>
                <c:pt idx="39127">
                  <c:v>99.98</c:v>
                </c:pt>
                <c:pt idx="39128">
                  <c:v>89.98</c:v>
                </c:pt>
                <c:pt idx="39129">
                  <c:v>71.98</c:v>
                </c:pt>
                <c:pt idx="39130">
                  <c:v>79.98</c:v>
                </c:pt>
                <c:pt idx="39131">
                  <c:v>99.98</c:v>
                </c:pt>
                <c:pt idx="39132">
                  <c:v>90.74</c:v>
                </c:pt>
                <c:pt idx="39133">
                  <c:v>89.98</c:v>
                </c:pt>
                <c:pt idx="39134">
                  <c:v>69.98</c:v>
                </c:pt>
                <c:pt idx="39135">
                  <c:v>79.84</c:v>
                </c:pt>
                <c:pt idx="39136">
                  <c:v>79.84</c:v>
                </c:pt>
                <c:pt idx="39137">
                  <c:v>79.84</c:v>
                </c:pt>
                <c:pt idx="39138">
                  <c:v>73.56</c:v>
                </c:pt>
                <c:pt idx="39139">
                  <c:v>79.17</c:v>
                </c:pt>
                <c:pt idx="39140">
                  <c:v>79.819999999999993</c:v>
                </c:pt>
                <c:pt idx="39141">
                  <c:v>79.819999999999993</c:v>
                </c:pt>
                <c:pt idx="39142">
                  <c:v>79.819999999999993</c:v>
                </c:pt>
                <c:pt idx="39143">
                  <c:v>72.88</c:v>
                </c:pt>
                <c:pt idx="39144">
                  <c:v>72.239999999999995</c:v>
                </c:pt>
                <c:pt idx="39145">
                  <c:v>55.41</c:v>
                </c:pt>
                <c:pt idx="39146">
                  <c:v>55.41</c:v>
                </c:pt>
                <c:pt idx="39147">
                  <c:v>72.239999999999995</c:v>
                </c:pt>
                <c:pt idx="39148">
                  <c:v>89.94</c:v>
                </c:pt>
                <c:pt idx="39149">
                  <c:v>165.94</c:v>
                </c:pt>
                <c:pt idx="39150">
                  <c:v>72.239999999999995</c:v>
                </c:pt>
                <c:pt idx="39151">
                  <c:v>73.48</c:v>
                </c:pt>
                <c:pt idx="39152">
                  <c:v>73.48</c:v>
                </c:pt>
                <c:pt idx="39153">
                  <c:v>103.98</c:v>
                </c:pt>
                <c:pt idx="39154">
                  <c:v>59.39</c:v>
                </c:pt>
                <c:pt idx="39155">
                  <c:v>169.98</c:v>
                </c:pt>
                <c:pt idx="39156">
                  <c:v>135.91999999999999</c:v>
                </c:pt>
                <c:pt idx="39157">
                  <c:v>169.98</c:v>
                </c:pt>
                <c:pt idx="39158">
                  <c:v>131.97999999999999</c:v>
                </c:pt>
                <c:pt idx="39159">
                  <c:v>151.58000000000001</c:v>
                </c:pt>
                <c:pt idx="39160">
                  <c:v>153.97999999999999</c:v>
                </c:pt>
                <c:pt idx="39161">
                  <c:v>65.989999999999995</c:v>
                </c:pt>
                <c:pt idx="39162">
                  <c:v>131.97999999999999</c:v>
                </c:pt>
                <c:pt idx="39163">
                  <c:v>75.78</c:v>
                </c:pt>
                <c:pt idx="39164">
                  <c:v>120.97</c:v>
                </c:pt>
                <c:pt idx="39165">
                  <c:v>131.9</c:v>
                </c:pt>
                <c:pt idx="39166">
                  <c:v>79.7</c:v>
                </c:pt>
                <c:pt idx="39167">
                  <c:v>29.62</c:v>
                </c:pt>
                <c:pt idx="39168">
                  <c:v>14.73</c:v>
                </c:pt>
                <c:pt idx="39169">
                  <c:v>-1.2</c:v>
                </c:pt>
                <c:pt idx="39170">
                  <c:v>47.15</c:v>
                </c:pt>
                <c:pt idx="39171">
                  <c:v>24.18</c:v>
                </c:pt>
                <c:pt idx="39172">
                  <c:v>59.97</c:v>
                </c:pt>
                <c:pt idx="39173">
                  <c:v>19.989999999999998</c:v>
                </c:pt>
                <c:pt idx="39174">
                  <c:v>78.98</c:v>
                </c:pt>
                <c:pt idx="39175">
                  <c:v>78.98</c:v>
                </c:pt>
                <c:pt idx="39176">
                  <c:v>73.98</c:v>
                </c:pt>
                <c:pt idx="39177">
                  <c:v>20.55</c:v>
                </c:pt>
                <c:pt idx="39178">
                  <c:v>39.89</c:v>
                </c:pt>
                <c:pt idx="39179">
                  <c:v>159.97999999999999</c:v>
                </c:pt>
                <c:pt idx="39180">
                  <c:v>169.98</c:v>
                </c:pt>
                <c:pt idx="39181">
                  <c:v>169.98</c:v>
                </c:pt>
                <c:pt idx="39182">
                  <c:v>99.25</c:v>
                </c:pt>
                <c:pt idx="39183">
                  <c:v>164.88</c:v>
                </c:pt>
                <c:pt idx="39184">
                  <c:v>164.88</c:v>
                </c:pt>
                <c:pt idx="39185">
                  <c:v>68.38</c:v>
                </c:pt>
                <c:pt idx="39186">
                  <c:v>70.97</c:v>
                </c:pt>
                <c:pt idx="39187">
                  <c:v>167.34</c:v>
                </c:pt>
                <c:pt idx="39188">
                  <c:v>131.97999999999999</c:v>
                </c:pt>
                <c:pt idx="39189">
                  <c:v>70.97</c:v>
                </c:pt>
                <c:pt idx="39190">
                  <c:v>68.38</c:v>
                </c:pt>
                <c:pt idx="39191">
                  <c:v>131.97999999999999</c:v>
                </c:pt>
                <c:pt idx="39192">
                  <c:v>63.98</c:v>
                </c:pt>
                <c:pt idx="39193">
                  <c:v>63.98</c:v>
                </c:pt>
                <c:pt idx="39194">
                  <c:v>169.98</c:v>
                </c:pt>
                <c:pt idx="39195">
                  <c:v>169.98</c:v>
                </c:pt>
                <c:pt idx="39196">
                  <c:v>169.98</c:v>
                </c:pt>
                <c:pt idx="39197">
                  <c:v>169.98</c:v>
                </c:pt>
                <c:pt idx="39198">
                  <c:v>99.25</c:v>
                </c:pt>
                <c:pt idx="39199">
                  <c:v>163.18</c:v>
                </c:pt>
                <c:pt idx="39200">
                  <c:v>159.97999999999999</c:v>
                </c:pt>
                <c:pt idx="39201">
                  <c:v>54.97</c:v>
                </c:pt>
                <c:pt idx="39202">
                  <c:v>169.98</c:v>
                </c:pt>
                <c:pt idx="39203">
                  <c:v>169.98</c:v>
                </c:pt>
                <c:pt idx="39204">
                  <c:v>54.97</c:v>
                </c:pt>
                <c:pt idx="39205">
                  <c:v>169.98</c:v>
                </c:pt>
                <c:pt idx="39206">
                  <c:v>169.98</c:v>
                </c:pt>
                <c:pt idx="39207">
                  <c:v>166.58</c:v>
                </c:pt>
                <c:pt idx="39208">
                  <c:v>166.58</c:v>
                </c:pt>
                <c:pt idx="39209">
                  <c:v>131.97999999999999</c:v>
                </c:pt>
                <c:pt idx="39210">
                  <c:v>131.97999999999999</c:v>
                </c:pt>
                <c:pt idx="39211">
                  <c:v>99.16</c:v>
                </c:pt>
                <c:pt idx="39212">
                  <c:v>167.34</c:v>
                </c:pt>
                <c:pt idx="39213">
                  <c:v>163.18</c:v>
                </c:pt>
                <c:pt idx="39214">
                  <c:v>99.16</c:v>
                </c:pt>
                <c:pt idx="39215">
                  <c:v>71.98</c:v>
                </c:pt>
                <c:pt idx="39216">
                  <c:v>71.98</c:v>
                </c:pt>
                <c:pt idx="39217">
                  <c:v>71.989999999999995</c:v>
                </c:pt>
                <c:pt idx="39218">
                  <c:v>71.97</c:v>
                </c:pt>
                <c:pt idx="39219">
                  <c:v>71.97</c:v>
                </c:pt>
                <c:pt idx="39220">
                  <c:v>169.98</c:v>
                </c:pt>
                <c:pt idx="39221">
                  <c:v>65.989999999999995</c:v>
                </c:pt>
                <c:pt idx="39222">
                  <c:v>131.97999999999999</c:v>
                </c:pt>
                <c:pt idx="39223">
                  <c:v>84.99</c:v>
                </c:pt>
                <c:pt idx="39224">
                  <c:v>65.989999999999995</c:v>
                </c:pt>
                <c:pt idx="39225">
                  <c:v>153.97999999999999</c:v>
                </c:pt>
                <c:pt idx="39226">
                  <c:v>65.989999999999995</c:v>
                </c:pt>
                <c:pt idx="39227">
                  <c:v>65.989999999999995</c:v>
                </c:pt>
                <c:pt idx="39228">
                  <c:v>84.99</c:v>
                </c:pt>
                <c:pt idx="39229">
                  <c:v>65.989999999999995</c:v>
                </c:pt>
                <c:pt idx="39230">
                  <c:v>169.98</c:v>
                </c:pt>
                <c:pt idx="39231">
                  <c:v>65.989999999999995</c:v>
                </c:pt>
                <c:pt idx="39232">
                  <c:v>105.98</c:v>
                </c:pt>
                <c:pt idx="39233">
                  <c:v>84.99</c:v>
                </c:pt>
                <c:pt idx="39234">
                  <c:v>84.99</c:v>
                </c:pt>
                <c:pt idx="39235">
                  <c:v>65.989999999999995</c:v>
                </c:pt>
                <c:pt idx="39236">
                  <c:v>65.989999999999995</c:v>
                </c:pt>
                <c:pt idx="39237">
                  <c:v>84.99</c:v>
                </c:pt>
                <c:pt idx="39238">
                  <c:v>105.98</c:v>
                </c:pt>
                <c:pt idx="39239">
                  <c:v>169.98</c:v>
                </c:pt>
                <c:pt idx="39240">
                  <c:v>65.989999999999995</c:v>
                </c:pt>
                <c:pt idx="39241">
                  <c:v>71.98</c:v>
                </c:pt>
                <c:pt idx="39242">
                  <c:v>71.98</c:v>
                </c:pt>
                <c:pt idx="39243">
                  <c:v>71.959999999999994</c:v>
                </c:pt>
                <c:pt idx="39244">
                  <c:v>101.98</c:v>
                </c:pt>
                <c:pt idx="39245">
                  <c:v>229.97</c:v>
                </c:pt>
                <c:pt idx="39246">
                  <c:v>121.98</c:v>
                </c:pt>
                <c:pt idx="39247">
                  <c:v>71.989999999999995</c:v>
                </c:pt>
                <c:pt idx="39248">
                  <c:v>137.97999999999999</c:v>
                </c:pt>
                <c:pt idx="39249">
                  <c:v>82.4</c:v>
                </c:pt>
                <c:pt idx="39250">
                  <c:v>125.6</c:v>
                </c:pt>
                <c:pt idx="39251">
                  <c:v>84.99</c:v>
                </c:pt>
                <c:pt idx="39252">
                  <c:v>95.86</c:v>
                </c:pt>
                <c:pt idx="39253">
                  <c:v>71.97</c:v>
                </c:pt>
                <c:pt idx="39254">
                  <c:v>71.97</c:v>
                </c:pt>
                <c:pt idx="39255">
                  <c:v>71.959999999999994</c:v>
                </c:pt>
                <c:pt idx="39256">
                  <c:v>71.959999999999994</c:v>
                </c:pt>
                <c:pt idx="39257">
                  <c:v>26.49</c:v>
                </c:pt>
                <c:pt idx="39258">
                  <c:v>159.97</c:v>
                </c:pt>
                <c:pt idx="39259">
                  <c:v>79.98</c:v>
                </c:pt>
                <c:pt idx="39260">
                  <c:v>83.85</c:v>
                </c:pt>
                <c:pt idx="39261">
                  <c:v>126.47</c:v>
                </c:pt>
                <c:pt idx="39262">
                  <c:v>84.99</c:v>
                </c:pt>
                <c:pt idx="39263">
                  <c:v>112.97</c:v>
                </c:pt>
                <c:pt idx="39264">
                  <c:v>87.99</c:v>
                </c:pt>
                <c:pt idx="39265">
                  <c:v>71.959999999999994</c:v>
                </c:pt>
                <c:pt idx="39266">
                  <c:v>71.959999999999994</c:v>
                </c:pt>
                <c:pt idx="39267">
                  <c:v>71.959999999999994</c:v>
                </c:pt>
                <c:pt idx="39268">
                  <c:v>71.959999999999994</c:v>
                </c:pt>
                <c:pt idx="39269">
                  <c:v>71.94</c:v>
                </c:pt>
                <c:pt idx="39270">
                  <c:v>73.17</c:v>
                </c:pt>
                <c:pt idx="39271">
                  <c:v>65.989999999999995</c:v>
                </c:pt>
                <c:pt idx="39272">
                  <c:v>65.989999999999995</c:v>
                </c:pt>
                <c:pt idx="39273">
                  <c:v>65.989999999999995</c:v>
                </c:pt>
                <c:pt idx="39274">
                  <c:v>149.94999999999999</c:v>
                </c:pt>
                <c:pt idx="39275">
                  <c:v>238.97</c:v>
                </c:pt>
                <c:pt idx="39276">
                  <c:v>-29.99</c:v>
                </c:pt>
                <c:pt idx="39277">
                  <c:v>169.25</c:v>
                </c:pt>
                <c:pt idx="39278">
                  <c:v>173.44</c:v>
                </c:pt>
                <c:pt idx="39279">
                  <c:v>326.92</c:v>
                </c:pt>
                <c:pt idx="39280">
                  <c:v>209.97</c:v>
                </c:pt>
                <c:pt idx="39281">
                  <c:v>203.93</c:v>
                </c:pt>
                <c:pt idx="39282">
                  <c:v>106.96</c:v>
                </c:pt>
                <c:pt idx="39283">
                  <c:v>114.96</c:v>
                </c:pt>
                <c:pt idx="39284">
                  <c:v>65.98</c:v>
                </c:pt>
                <c:pt idx="39285">
                  <c:v>46.89</c:v>
                </c:pt>
                <c:pt idx="39286">
                  <c:v>72.97</c:v>
                </c:pt>
                <c:pt idx="39287">
                  <c:v>72.97</c:v>
                </c:pt>
                <c:pt idx="39288">
                  <c:v>72.97</c:v>
                </c:pt>
                <c:pt idx="39289">
                  <c:v>54.99</c:v>
                </c:pt>
                <c:pt idx="39290">
                  <c:v>72.959999999999994</c:v>
                </c:pt>
                <c:pt idx="39291">
                  <c:v>43.74</c:v>
                </c:pt>
                <c:pt idx="39292">
                  <c:v>91.97</c:v>
                </c:pt>
                <c:pt idx="39293">
                  <c:v>81.97</c:v>
                </c:pt>
                <c:pt idx="39294">
                  <c:v>79.98</c:v>
                </c:pt>
                <c:pt idx="39295">
                  <c:v>91.97</c:v>
                </c:pt>
                <c:pt idx="39296">
                  <c:v>105.98</c:v>
                </c:pt>
                <c:pt idx="39297">
                  <c:v>96.96</c:v>
                </c:pt>
                <c:pt idx="39298">
                  <c:v>69.98</c:v>
                </c:pt>
                <c:pt idx="39299">
                  <c:v>64.98</c:v>
                </c:pt>
                <c:pt idx="39300">
                  <c:v>111.37</c:v>
                </c:pt>
                <c:pt idx="39301">
                  <c:v>55.57</c:v>
                </c:pt>
                <c:pt idx="39302">
                  <c:v>72.95</c:v>
                </c:pt>
                <c:pt idx="39303">
                  <c:v>36.29</c:v>
                </c:pt>
                <c:pt idx="39304">
                  <c:v>19.28</c:v>
                </c:pt>
                <c:pt idx="39305">
                  <c:v>71.680000000000007</c:v>
                </c:pt>
                <c:pt idx="39306">
                  <c:v>71.680000000000007</c:v>
                </c:pt>
                <c:pt idx="39307">
                  <c:v>39.299999999999997</c:v>
                </c:pt>
                <c:pt idx="39308">
                  <c:v>30.24</c:v>
                </c:pt>
                <c:pt idx="39309">
                  <c:v>41.49</c:v>
                </c:pt>
                <c:pt idx="39310">
                  <c:v>70.989999999999995</c:v>
                </c:pt>
                <c:pt idx="39311">
                  <c:v>85.18</c:v>
                </c:pt>
                <c:pt idx="39312">
                  <c:v>95.38</c:v>
                </c:pt>
                <c:pt idx="39313">
                  <c:v>84.99</c:v>
                </c:pt>
                <c:pt idx="39314">
                  <c:v>71.989999999999995</c:v>
                </c:pt>
                <c:pt idx="39315">
                  <c:v>56.09</c:v>
                </c:pt>
                <c:pt idx="39316">
                  <c:v>119.98</c:v>
                </c:pt>
                <c:pt idx="39317">
                  <c:v>59.39</c:v>
                </c:pt>
                <c:pt idx="39318">
                  <c:v>66.97</c:v>
                </c:pt>
                <c:pt idx="39319">
                  <c:v>68.989999999999995</c:v>
                </c:pt>
                <c:pt idx="39320">
                  <c:v>76.489999999999995</c:v>
                </c:pt>
                <c:pt idx="39321">
                  <c:v>84.99</c:v>
                </c:pt>
                <c:pt idx="39322">
                  <c:v>181.96</c:v>
                </c:pt>
                <c:pt idx="39323">
                  <c:v>53.29</c:v>
                </c:pt>
                <c:pt idx="39324">
                  <c:v>-133.96</c:v>
                </c:pt>
                <c:pt idx="39325">
                  <c:v>78.27</c:v>
                </c:pt>
                <c:pt idx="39326">
                  <c:v>133.96</c:v>
                </c:pt>
                <c:pt idx="39327">
                  <c:v>71.98</c:v>
                </c:pt>
                <c:pt idx="39328">
                  <c:v>52.18</c:v>
                </c:pt>
                <c:pt idx="39329">
                  <c:v>71.98</c:v>
                </c:pt>
                <c:pt idx="39330">
                  <c:v>52.18</c:v>
                </c:pt>
                <c:pt idx="39331">
                  <c:v>71.98</c:v>
                </c:pt>
                <c:pt idx="39332">
                  <c:v>71.37</c:v>
                </c:pt>
                <c:pt idx="39333">
                  <c:v>84.99</c:v>
                </c:pt>
                <c:pt idx="39334">
                  <c:v>59.98</c:v>
                </c:pt>
                <c:pt idx="39335">
                  <c:v>84.99</c:v>
                </c:pt>
                <c:pt idx="39336">
                  <c:v>84.99</c:v>
                </c:pt>
                <c:pt idx="39337">
                  <c:v>84.99</c:v>
                </c:pt>
                <c:pt idx="39338">
                  <c:v>99.98</c:v>
                </c:pt>
                <c:pt idx="39339">
                  <c:v>79.98</c:v>
                </c:pt>
                <c:pt idx="39340">
                  <c:v>59.98</c:v>
                </c:pt>
                <c:pt idx="39341">
                  <c:v>84.99</c:v>
                </c:pt>
                <c:pt idx="39342">
                  <c:v>84.99</c:v>
                </c:pt>
                <c:pt idx="39343">
                  <c:v>84.99</c:v>
                </c:pt>
                <c:pt idx="39344">
                  <c:v>74.97</c:v>
                </c:pt>
                <c:pt idx="39345">
                  <c:v>89.97</c:v>
                </c:pt>
                <c:pt idx="39346">
                  <c:v>84.99</c:v>
                </c:pt>
                <c:pt idx="39347">
                  <c:v>99.98</c:v>
                </c:pt>
                <c:pt idx="39348">
                  <c:v>59.98</c:v>
                </c:pt>
                <c:pt idx="39349">
                  <c:v>39.479999999999997</c:v>
                </c:pt>
                <c:pt idx="39350">
                  <c:v>119.96</c:v>
                </c:pt>
                <c:pt idx="39351">
                  <c:v>84.99</c:v>
                </c:pt>
                <c:pt idx="39352">
                  <c:v>68.989999999999995</c:v>
                </c:pt>
                <c:pt idx="39353">
                  <c:v>74.97</c:v>
                </c:pt>
                <c:pt idx="39354">
                  <c:v>68.989999999999995</c:v>
                </c:pt>
                <c:pt idx="39355">
                  <c:v>84.99</c:v>
                </c:pt>
                <c:pt idx="39356">
                  <c:v>89.97</c:v>
                </c:pt>
                <c:pt idx="39357">
                  <c:v>59.98</c:v>
                </c:pt>
                <c:pt idx="39358">
                  <c:v>71.959999999999994</c:v>
                </c:pt>
                <c:pt idx="39359">
                  <c:v>70.13</c:v>
                </c:pt>
                <c:pt idx="39360">
                  <c:v>8.99</c:v>
                </c:pt>
                <c:pt idx="39361">
                  <c:v>53.76</c:v>
                </c:pt>
                <c:pt idx="39362">
                  <c:v>9.49</c:v>
                </c:pt>
                <c:pt idx="39363">
                  <c:v>78.64</c:v>
                </c:pt>
                <c:pt idx="39364">
                  <c:v>78.64</c:v>
                </c:pt>
                <c:pt idx="39365">
                  <c:v>78.64</c:v>
                </c:pt>
                <c:pt idx="39366">
                  <c:v>78.64</c:v>
                </c:pt>
                <c:pt idx="39367">
                  <c:v>184.97</c:v>
                </c:pt>
                <c:pt idx="39368">
                  <c:v>114.82</c:v>
                </c:pt>
                <c:pt idx="39369">
                  <c:v>104.66</c:v>
                </c:pt>
                <c:pt idx="39370">
                  <c:v>49.66</c:v>
                </c:pt>
                <c:pt idx="39371">
                  <c:v>85.99</c:v>
                </c:pt>
                <c:pt idx="39372">
                  <c:v>130.82</c:v>
                </c:pt>
                <c:pt idx="39373">
                  <c:v>129.6</c:v>
                </c:pt>
                <c:pt idx="39374">
                  <c:v>78.64</c:v>
                </c:pt>
                <c:pt idx="39375">
                  <c:v>78.63</c:v>
                </c:pt>
                <c:pt idx="39376">
                  <c:v>78.63</c:v>
                </c:pt>
                <c:pt idx="39377">
                  <c:v>78.63</c:v>
                </c:pt>
                <c:pt idx="39378">
                  <c:v>78.63</c:v>
                </c:pt>
                <c:pt idx="39379">
                  <c:v>78.63</c:v>
                </c:pt>
                <c:pt idx="39380">
                  <c:v>78.63</c:v>
                </c:pt>
                <c:pt idx="39381">
                  <c:v>78.63</c:v>
                </c:pt>
                <c:pt idx="39382">
                  <c:v>78.63</c:v>
                </c:pt>
                <c:pt idx="39383">
                  <c:v>150.94999999999999</c:v>
                </c:pt>
                <c:pt idx="39384">
                  <c:v>77.97</c:v>
                </c:pt>
                <c:pt idx="39385">
                  <c:v>78.59</c:v>
                </c:pt>
                <c:pt idx="39386">
                  <c:v>71.08</c:v>
                </c:pt>
                <c:pt idx="39387">
                  <c:v>71.06</c:v>
                </c:pt>
                <c:pt idx="39388">
                  <c:v>239.97</c:v>
                </c:pt>
                <c:pt idx="39389">
                  <c:v>189.95</c:v>
                </c:pt>
                <c:pt idx="39390">
                  <c:v>207.96</c:v>
                </c:pt>
                <c:pt idx="39391">
                  <c:v>159.97999999999999</c:v>
                </c:pt>
                <c:pt idx="39392">
                  <c:v>159.97999999999999</c:v>
                </c:pt>
                <c:pt idx="39393">
                  <c:v>139.97</c:v>
                </c:pt>
                <c:pt idx="39394">
                  <c:v>70.98</c:v>
                </c:pt>
                <c:pt idx="39395">
                  <c:v>70.98</c:v>
                </c:pt>
                <c:pt idx="39396">
                  <c:v>70.98</c:v>
                </c:pt>
                <c:pt idx="39397">
                  <c:v>70.98</c:v>
                </c:pt>
                <c:pt idx="39398">
                  <c:v>70.97</c:v>
                </c:pt>
                <c:pt idx="39399">
                  <c:v>70.98</c:v>
                </c:pt>
                <c:pt idx="39400">
                  <c:v>226.27</c:v>
                </c:pt>
                <c:pt idx="39401">
                  <c:v>159.69999999999999</c:v>
                </c:pt>
                <c:pt idx="39402">
                  <c:v>114.9</c:v>
                </c:pt>
                <c:pt idx="39403">
                  <c:v>227.43</c:v>
                </c:pt>
                <c:pt idx="39404">
                  <c:v>239.54</c:v>
                </c:pt>
                <c:pt idx="39405">
                  <c:v>239.54</c:v>
                </c:pt>
                <c:pt idx="39406">
                  <c:v>36.78</c:v>
                </c:pt>
                <c:pt idx="39407">
                  <c:v>232.61</c:v>
                </c:pt>
                <c:pt idx="39408">
                  <c:v>239.54</c:v>
                </c:pt>
                <c:pt idx="39409">
                  <c:v>239.54</c:v>
                </c:pt>
                <c:pt idx="39410">
                  <c:v>254.05</c:v>
                </c:pt>
                <c:pt idx="39411">
                  <c:v>29.98</c:v>
                </c:pt>
                <c:pt idx="39412">
                  <c:v>227.56</c:v>
                </c:pt>
                <c:pt idx="39413">
                  <c:v>70.98</c:v>
                </c:pt>
                <c:pt idx="39414">
                  <c:v>70.98</c:v>
                </c:pt>
                <c:pt idx="39415">
                  <c:v>70.98</c:v>
                </c:pt>
                <c:pt idx="39416">
                  <c:v>70.98</c:v>
                </c:pt>
                <c:pt idx="39417">
                  <c:v>70.98</c:v>
                </c:pt>
                <c:pt idx="39418">
                  <c:v>70.98</c:v>
                </c:pt>
                <c:pt idx="39419">
                  <c:v>70.98</c:v>
                </c:pt>
                <c:pt idx="39420">
                  <c:v>70.98</c:v>
                </c:pt>
                <c:pt idx="39421">
                  <c:v>70.98</c:v>
                </c:pt>
                <c:pt idx="39422">
                  <c:v>70.98</c:v>
                </c:pt>
                <c:pt idx="39423">
                  <c:v>128.47</c:v>
                </c:pt>
                <c:pt idx="39424">
                  <c:v>193.94</c:v>
                </c:pt>
                <c:pt idx="39425">
                  <c:v>70.959999999999994</c:v>
                </c:pt>
                <c:pt idx="39426">
                  <c:v>31.44</c:v>
                </c:pt>
                <c:pt idx="39427">
                  <c:v>27.81</c:v>
                </c:pt>
                <c:pt idx="39428">
                  <c:v>27.48</c:v>
                </c:pt>
                <c:pt idx="39429">
                  <c:v>26.49</c:v>
                </c:pt>
                <c:pt idx="39430">
                  <c:v>50.98</c:v>
                </c:pt>
                <c:pt idx="39431">
                  <c:v>63.38</c:v>
                </c:pt>
                <c:pt idx="39432">
                  <c:v>161.91</c:v>
                </c:pt>
                <c:pt idx="39433">
                  <c:v>50.97</c:v>
                </c:pt>
                <c:pt idx="39434">
                  <c:v>194.89</c:v>
                </c:pt>
                <c:pt idx="39435">
                  <c:v>99.69</c:v>
                </c:pt>
                <c:pt idx="39436">
                  <c:v>194.89</c:v>
                </c:pt>
                <c:pt idx="39437">
                  <c:v>179.9</c:v>
                </c:pt>
                <c:pt idx="39438">
                  <c:v>107.94</c:v>
                </c:pt>
                <c:pt idx="39439">
                  <c:v>167.75</c:v>
                </c:pt>
                <c:pt idx="39440">
                  <c:v>125.93</c:v>
                </c:pt>
                <c:pt idx="39441">
                  <c:v>269.85000000000002</c:v>
                </c:pt>
                <c:pt idx="39442">
                  <c:v>156.21</c:v>
                </c:pt>
                <c:pt idx="39443">
                  <c:v>71.989999999999995</c:v>
                </c:pt>
                <c:pt idx="39444">
                  <c:v>52.85</c:v>
                </c:pt>
                <c:pt idx="39445">
                  <c:v>71.97</c:v>
                </c:pt>
                <c:pt idx="39446">
                  <c:v>71.97</c:v>
                </c:pt>
                <c:pt idx="39447">
                  <c:v>71.97</c:v>
                </c:pt>
                <c:pt idx="39448">
                  <c:v>71.959999999999994</c:v>
                </c:pt>
                <c:pt idx="39449">
                  <c:v>67.97</c:v>
                </c:pt>
                <c:pt idx="39450">
                  <c:v>71.959999999999994</c:v>
                </c:pt>
                <c:pt idx="39451">
                  <c:v>71.959999999999994</c:v>
                </c:pt>
                <c:pt idx="39452">
                  <c:v>71.959999999999994</c:v>
                </c:pt>
                <c:pt idx="39453">
                  <c:v>71.959999999999994</c:v>
                </c:pt>
                <c:pt idx="39454">
                  <c:v>71.959999999999994</c:v>
                </c:pt>
                <c:pt idx="39455">
                  <c:v>341.16</c:v>
                </c:pt>
                <c:pt idx="39456">
                  <c:v>665.63</c:v>
                </c:pt>
                <c:pt idx="39457">
                  <c:v>105.34</c:v>
                </c:pt>
                <c:pt idx="39458">
                  <c:v>186.3</c:v>
                </c:pt>
                <c:pt idx="39459">
                  <c:v>479.09</c:v>
                </c:pt>
                <c:pt idx="39460">
                  <c:v>270.52</c:v>
                </c:pt>
                <c:pt idx="39461">
                  <c:v>134.01</c:v>
                </c:pt>
                <c:pt idx="39462">
                  <c:v>248.25</c:v>
                </c:pt>
                <c:pt idx="39463">
                  <c:v>71.94</c:v>
                </c:pt>
                <c:pt idx="39464">
                  <c:v>71.94</c:v>
                </c:pt>
                <c:pt idx="39465">
                  <c:v>71.94</c:v>
                </c:pt>
                <c:pt idx="39466">
                  <c:v>64.98</c:v>
                </c:pt>
                <c:pt idx="39467">
                  <c:v>64.98</c:v>
                </c:pt>
                <c:pt idx="39468">
                  <c:v>78</c:v>
                </c:pt>
                <c:pt idx="39469">
                  <c:v>41.98</c:v>
                </c:pt>
                <c:pt idx="39470">
                  <c:v>49.98</c:v>
                </c:pt>
                <c:pt idx="39471">
                  <c:v>94.96</c:v>
                </c:pt>
                <c:pt idx="39472">
                  <c:v>111.48</c:v>
                </c:pt>
                <c:pt idx="39473">
                  <c:v>197.97</c:v>
                </c:pt>
                <c:pt idx="39474">
                  <c:v>197.97</c:v>
                </c:pt>
                <c:pt idx="39475">
                  <c:v>151.97</c:v>
                </c:pt>
                <c:pt idx="39476">
                  <c:v>135.96</c:v>
                </c:pt>
                <c:pt idx="39477">
                  <c:v>153.46</c:v>
                </c:pt>
                <c:pt idx="39478">
                  <c:v>71.680000000000007</c:v>
                </c:pt>
                <c:pt idx="39479">
                  <c:v>71.680000000000007</c:v>
                </c:pt>
                <c:pt idx="39480">
                  <c:v>70.98</c:v>
                </c:pt>
                <c:pt idx="39481">
                  <c:v>70.98</c:v>
                </c:pt>
                <c:pt idx="39482">
                  <c:v>51.49</c:v>
                </c:pt>
                <c:pt idx="39483">
                  <c:v>70.98</c:v>
                </c:pt>
                <c:pt idx="39484">
                  <c:v>51.49</c:v>
                </c:pt>
                <c:pt idx="39485">
                  <c:v>70.98</c:v>
                </c:pt>
                <c:pt idx="39486">
                  <c:v>70.98</c:v>
                </c:pt>
                <c:pt idx="39487">
                  <c:v>70.98</c:v>
                </c:pt>
                <c:pt idx="39488">
                  <c:v>28.41</c:v>
                </c:pt>
                <c:pt idx="39489">
                  <c:v>25.39</c:v>
                </c:pt>
                <c:pt idx="39490">
                  <c:v>51.29</c:v>
                </c:pt>
                <c:pt idx="39491">
                  <c:v>69.52</c:v>
                </c:pt>
                <c:pt idx="39492">
                  <c:v>156.96</c:v>
                </c:pt>
                <c:pt idx="39493">
                  <c:v>65.989999999999995</c:v>
                </c:pt>
                <c:pt idx="39494">
                  <c:v>56.09</c:v>
                </c:pt>
                <c:pt idx="39495">
                  <c:v>31.94</c:v>
                </c:pt>
                <c:pt idx="39496">
                  <c:v>29.99</c:v>
                </c:pt>
                <c:pt idx="39497">
                  <c:v>52.35</c:v>
                </c:pt>
                <c:pt idx="39498">
                  <c:v>70.16</c:v>
                </c:pt>
                <c:pt idx="39499">
                  <c:v>15.99</c:v>
                </c:pt>
                <c:pt idx="39500">
                  <c:v>185.97</c:v>
                </c:pt>
                <c:pt idx="39501">
                  <c:v>61.02</c:v>
                </c:pt>
                <c:pt idx="39502">
                  <c:v>77.5</c:v>
                </c:pt>
                <c:pt idx="39503">
                  <c:v>137.97</c:v>
                </c:pt>
                <c:pt idx="39504">
                  <c:v>65.989999999999995</c:v>
                </c:pt>
                <c:pt idx="39505">
                  <c:v>54.99</c:v>
                </c:pt>
                <c:pt idx="39506">
                  <c:v>77.42</c:v>
                </c:pt>
                <c:pt idx="39507">
                  <c:v>77.42</c:v>
                </c:pt>
                <c:pt idx="39508">
                  <c:v>77.42</c:v>
                </c:pt>
                <c:pt idx="39509">
                  <c:v>77.42</c:v>
                </c:pt>
                <c:pt idx="39510">
                  <c:v>77.400000000000006</c:v>
                </c:pt>
                <c:pt idx="39511">
                  <c:v>131.97999999999999</c:v>
                </c:pt>
                <c:pt idx="39512">
                  <c:v>188.1</c:v>
                </c:pt>
                <c:pt idx="39513">
                  <c:v>-1.5</c:v>
                </c:pt>
                <c:pt idx="39514">
                  <c:v>197.96</c:v>
                </c:pt>
                <c:pt idx="39515">
                  <c:v>144.47999999999999</c:v>
                </c:pt>
                <c:pt idx="39516">
                  <c:v>218.66</c:v>
                </c:pt>
                <c:pt idx="39517">
                  <c:v>29.48</c:v>
                </c:pt>
                <c:pt idx="39518">
                  <c:v>223.96</c:v>
                </c:pt>
                <c:pt idx="39519">
                  <c:v>169.98</c:v>
                </c:pt>
                <c:pt idx="39520">
                  <c:v>169.98</c:v>
                </c:pt>
                <c:pt idx="39521">
                  <c:v>178.16</c:v>
                </c:pt>
                <c:pt idx="39522">
                  <c:v>197.96</c:v>
                </c:pt>
                <c:pt idx="39523">
                  <c:v>77.39</c:v>
                </c:pt>
                <c:pt idx="39524">
                  <c:v>77.39</c:v>
                </c:pt>
                <c:pt idx="39525">
                  <c:v>77.39</c:v>
                </c:pt>
                <c:pt idx="39526">
                  <c:v>77.39</c:v>
                </c:pt>
                <c:pt idx="39527">
                  <c:v>77.39</c:v>
                </c:pt>
                <c:pt idx="39528">
                  <c:v>27.18</c:v>
                </c:pt>
                <c:pt idx="39529">
                  <c:v>27.18</c:v>
                </c:pt>
                <c:pt idx="39530">
                  <c:v>63.97</c:v>
                </c:pt>
                <c:pt idx="39531">
                  <c:v>6.99</c:v>
                </c:pt>
                <c:pt idx="39532">
                  <c:v>76.87</c:v>
                </c:pt>
                <c:pt idx="39533">
                  <c:v>-7.87</c:v>
                </c:pt>
                <c:pt idx="39534">
                  <c:v>67.72</c:v>
                </c:pt>
                <c:pt idx="39535">
                  <c:v>9.98</c:v>
                </c:pt>
                <c:pt idx="39536">
                  <c:v>60.98</c:v>
                </c:pt>
                <c:pt idx="39537">
                  <c:v>60.99</c:v>
                </c:pt>
                <c:pt idx="39538">
                  <c:v>37.19</c:v>
                </c:pt>
                <c:pt idx="39539">
                  <c:v>62.09</c:v>
                </c:pt>
                <c:pt idx="39540">
                  <c:v>115.97</c:v>
                </c:pt>
                <c:pt idx="39541">
                  <c:v>69.989999999999995</c:v>
                </c:pt>
                <c:pt idx="39542">
                  <c:v>69.989999999999995</c:v>
                </c:pt>
                <c:pt idx="39543">
                  <c:v>69.989999999999995</c:v>
                </c:pt>
                <c:pt idx="39544">
                  <c:v>69.989999999999995</c:v>
                </c:pt>
                <c:pt idx="39545">
                  <c:v>69.98</c:v>
                </c:pt>
                <c:pt idx="39546">
                  <c:v>69.98</c:v>
                </c:pt>
                <c:pt idx="39547">
                  <c:v>77.290000000000006</c:v>
                </c:pt>
                <c:pt idx="39548">
                  <c:v>69.98</c:v>
                </c:pt>
                <c:pt idx="39549">
                  <c:v>59.98</c:v>
                </c:pt>
                <c:pt idx="39550">
                  <c:v>54.18</c:v>
                </c:pt>
                <c:pt idx="39551">
                  <c:v>89.07</c:v>
                </c:pt>
                <c:pt idx="39552">
                  <c:v>57.98</c:v>
                </c:pt>
                <c:pt idx="39553">
                  <c:v>59.98</c:v>
                </c:pt>
                <c:pt idx="39554">
                  <c:v>68.97</c:v>
                </c:pt>
                <c:pt idx="39555">
                  <c:v>55.4</c:v>
                </c:pt>
                <c:pt idx="39556">
                  <c:v>61.98</c:v>
                </c:pt>
                <c:pt idx="39557">
                  <c:v>59.42</c:v>
                </c:pt>
                <c:pt idx="39558">
                  <c:v>71.97</c:v>
                </c:pt>
                <c:pt idx="39559">
                  <c:v>59.98</c:v>
                </c:pt>
                <c:pt idx="39560">
                  <c:v>66.22</c:v>
                </c:pt>
                <c:pt idx="39561">
                  <c:v>59.98</c:v>
                </c:pt>
                <c:pt idx="39562">
                  <c:v>59.38</c:v>
                </c:pt>
                <c:pt idx="39563">
                  <c:v>68.97</c:v>
                </c:pt>
                <c:pt idx="39564">
                  <c:v>59.98</c:v>
                </c:pt>
                <c:pt idx="39565">
                  <c:v>60.28</c:v>
                </c:pt>
                <c:pt idx="39566">
                  <c:v>55.98</c:v>
                </c:pt>
                <c:pt idx="39567">
                  <c:v>88.59</c:v>
                </c:pt>
                <c:pt idx="39568">
                  <c:v>89.07</c:v>
                </c:pt>
                <c:pt idx="39569">
                  <c:v>92.97</c:v>
                </c:pt>
                <c:pt idx="39570">
                  <c:v>59.98</c:v>
                </c:pt>
                <c:pt idx="39571">
                  <c:v>55.98</c:v>
                </c:pt>
                <c:pt idx="39572">
                  <c:v>99.96</c:v>
                </c:pt>
                <c:pt idx="39573">
                  <c:v>66.75</c:v>
                </c:pt>
                <c:pt idx="39574">
                  <c:v>59.38</c:v>
                </c:pt>
                <c:pt idx="39575">
                  <c:v>119.96</c:v>
                </c:pt>
                <c:pt idx="39576">
                  <c:v>59.98</c:v>
                </c:pt>
                <c:pt idx="39577">
                  <c:v>58.78</c:v>
                </c:pt>
                <c:pt idx="39578">
                  <c:v>54.98</c:v>
                </c:pt>
                <c:pt idx="39579">
                  <c:v>77.290000000000006</c:v>
                </c:pt>
                <c:pt idx="39580">
                  <c:v>69.98</c:v>
                </c:pt>
                <c:pt idx="39581">
                  <c:v>69.98</c:v>
                </c:pt>
                <c:pt idx="39582">
                  <c:v>69.98</c:v>
                </c:pt>
                <c:pt idx="39583">
                  <c:v>69.98</c:v>
                </c:pt>
                <c:pt idx="39584">
                  <c:v>69.98</c:v>
                </c:pt>
                <c:pt idx="39585">
                  <c:v>69.98</c:v>
                </c:pt>
                <c:pt idx="39586">
                  <c:v>69.98</c:v>
                </c:pt>
                <c:pt idx="39587">
                  <c:v>69.98</c:v>
                </c:pt>
                <c:pt idx="39588">
                  <c:v>44.49</c:v>
                </c:pt>
                <c:pt idx="39589">
                  <c:v>182.97</c:v>
                </c:pt>
                <c:pt idx="39590">
                  <c:v>69.989999999999995</c:v>
                </c:pt>
                <c:pt idx="39591">
                  <c:v>214.95</c:v>
                </c:pt>
                <c:pt idx="39592">
                  <c:v>69.989999999999995</c:v>
                </c:pt>
                <c:pt idx="39593">
                  <c:v>71.98</c:v>
                </c:pt>
                <c:pt idx="39594">
                  <c:v>215.94</c:v>
                </c:pt>
                <c:pt idx="39595">
                  <c:v>214.95</c:v>
                </c:pt>
                <c:pt idx="39596">
                  <c:v>49.47</c:v>
                </c:pt>
                <c:pt idx="39597">
                  <c:v>182.97</c:v>
                </c:pt>
                <c:pt idx="39598">
                  <c:v>153.96</c:v>
                </c:pt>
                <c:pt idx="39599">
                  <c:v>33.479999999999997</c:v>
                </c:pt>
                <c:pt idx="39600">
                  <c:v>69.98</c:v>
                </c:pt>
                <c:pt idx="39601">
                  <c:v>69.989999999999995</c:v>
                </c:pt>
                <c:pt idx="39602">
                  <c:v>69.989999999999995</c:v>
                </c:pt>
                <c:pt idx="39603">
                  <c:v>69.989999999999995</c:v>
                </c:pt>
                <c:pt idx="39604">
                  <c:v>79.989999999999995</c:v>
                </c:pt>
                <c:pt idx="39605">
                  <c:v>79.989999999999995</c:v>
                </c:pt>
                <c:pt idx="39606">
                  <c:v>79.989999999999995</c:v>
                </c:pt>
                <c:pt idx="39607">
                  <c:v>79.989999999999995</c:v>
                </c:pt>
                <c:pt idx="39608">
                  <c:v>79.92</c:v>
                </c:pt>
                <c:pt idx="39609">
                  <c:v>79.989999999999995</c:v>
                </c:pt>
                <c:pt idx="39610">
                  <c:v>91.98</c:v>
                </c:pt>
                <c:pt idx="39611">
                  <c:v>79.989999999999995</c:v>
                </c:pt>
                <c:pt idx="39612">
                  <c:v>81.36</c:v>
                </c:pt>
                <c:pt idx="39613">
                  <c:v>79.989999999999995</c:v>
                </c:pt>
                <c:pt idx="39614">
                  <c:v>91.98</c:v>
                </c:pt>
                <c:pt idx="39615">
                  <c:v>69.97</c:v>
                </c:pt>
                <c:pt idx="39616">
                  <c:v>71.239999999999995</c:v>
                </c:pt>
                <c:pt idx="39617">
                  <c:v>79.989999999999995</c:v>
                </c:pt>
                <c:pt idx="39618">
                  <c:v>51.84</c:v>
                </c:pt>
                <c:pt idx="39619">
                  <c:v>100.25</c:v>
                </c:pt>
                <c:pt idx="39620">
                  <c:v>71.459999999999994</c:v>
                </c:pt>
                <c:pt idx="39621">
                  <c:v>72.98</c:v>
                </c:pt>
                <c:pt idx="39622">
                  <c:v>79.989999999999995</c:v>
                </c:pt>
                <c:pt idx="39623">
                  <c:v>91.98</c:v>
                </c:pt>
                <c:pt idx="39624">
                  <c:v>79.989999999999995</c:v>
                </c:pt>
                <c:pt idx="39625">
                  <c:v>79.989999999999995</c:v>
                </c:pt>
                <c:pt idx="39626">
                  <c:v>79.989999999999995</c:v>
                </c:pt>
                <c:pt idx="39627">
                  <c:v>69.989999999999995</c:v>
                </c:pt>
                <c:pt idx="39628">
                  <c:v>69.989999999999995</c:v>
                </c:pt>
                <c:pt idx="39629">
                  <c:v>69.989999999999995</c:v>
                </c:pt>
                <c:pt idx="39630">
                  <c:v>69.989999999999995</c:v>
                </c:pt>
                <c:pt idx="39631">
                  <c:v>69.989999999999995</c:v>
                </c:pt>
                <c:pt idx="39632">
                  <c:v>69.989999999999995</c:v>
                </c:pt>
                <c:pt idx="39633">
                  <c:v>69.989999999999995</c:v>
                </c:pt>
                <c:pt idx="39634">
                  <c:v>69.989999999999995</c:v>
                </c:pt>
                <c:pt idx="39635">
                  <c:v>69.989999999999995</c:v>
                </c:pt>
                <c:pt idx="39636">
                  <c:v>203.95</c:v>
                </c:pt>
                <c:pt idx="39637">
                  <c:v>256.47000000000003</c:v>
                </c:pt>
                <c:pt idx="39638">
                  <c:v>208.08</c:v>
                </c:pt>
                <c:pt idx="39639">
                  <c:v>250.42</c:v>
                </c:pt>
                <c:pt idx="39640">
                  <c:v>355.68</c:v>
                </c:pt>
                <c:pt idx="39641">
                  <c:v>127</c:v>
                </c:pt>
                <c:pt idx="39642">
                  <c:v>199.15</c:v>
                </c:pt>
                <c:pt idx="39643">
                  <c:v>272.19</c:v>
                </c:pt>
                <c:pt idx="39644">
                  <c:v>346</c:v>
                </c:pt>
                <c:pt idx="39645">
                  <c:v>239.54</c:v>
                </c:pt>
                <c:pt idx="39646">
                  <c:v>69.989999999999995</c:v>
                </c:pt>
                <c:pt idx="39647">
                  <c:v>69.989999999999995</c:v>
                </c:pt>
                <c:pt idx="39648">
                  <c:v>69.989999999999995</c:v>
                </c:pt>
                <c:pt idx="39649">
                  <c:v>61.48</c:v>
                </c:pt>
                <c:pt idx="39650">
                  <c:v>69.97</c:v>
                </c:pt>
                <c:pt idx="39651">
                  <c:v>69.989999999999995</c:v>
                </c:pt>
                <c:pt idx="39652">
                  <c:v>69.989999999999995</c:v>
                </c:pt>
                <c:pt idx="39653">
                  <c:v>69.989999999999995</c:v>
                </c:pt>
                <c:pt idx="39654">
                  <c:v>69.989999999999995</c:v>
                </c:pt>
                <c:pt idx="39655">
                  <c:v>69.989999999999995</c:v>
                </c:pt>
                <c:pt idx="39656">
                  <c:v>396.93</c:v>
                </c:pt>
                <c:pt idx="39657">
                  <c:v>267.95</c:v>
                </c:pt>
                <c:pt idx="39658">
                  <c:v>311.94</c:v>
                </c:pt>
                <c:pt idx="39659">
                  <c:v>199.45</c:v>
                </c:pt>
                <c:pt idx="39660">
                  <c:v>216.64</c:v>
                </c:pt>
                <c:pt idx="39661">
                  <c:v>69.989999999999995</c:v>
                </c:pt>
                <c:pt idx="39662">
                  <c:v>69.989999999999995</c:v>
                </c:pt>
                <c:pt idx="39663">
                  <c:v>69.98</c:v>
                </c:pt>
                <c:pt idx="39664">
                  <c:v>69.98</c:v>
                </c:pt>
                <c:pt idx="39665">
                  <c:v>69.98</c:v>
                </c:pt>
                <c:pt idx="39666">
                  <c:v>69.98</c:v>
                </c:pt>
                <c:pt idx="39667">
                  <c:v>69.98</c:v>
                </c:pt>
                <c:pt idx="39668">
                  <c:v>69.959999999999994</c:v>
                </c:pt>
                <c:pt idx="39669">
                  <c:v>59.97</c:v>
                </c:pt>
                <c:pt idx="39670">
                  <c:v>55.77</c:v>
                </c:pt>
                <c:pt idx="39671">
                  <c:v>54.87</c:v>
                </c:pt>
                <c:pt idx="39672">
                  <c:v>58.87</c:v>
                </c:pt>
                <c:pt idx="39673">
                  <c:v>67.459999999999994</c:v>
                </c:pt>
                <c:pt idx="39674">
                  <c:v>59.97</c:v>
                </c:pt>
                <c:pt idx="39675">
                  <c:v>53.97</c:v>
                </c:pt>
                <c:pt idx="39676">
                  <c:v>53.52</c:v>
                </c:pt>
                <c:pt idx="39677">
                  <c:v>52.67</c:v>
                </c:pt>
                <c:pt idx="39678">
                  <c:v>26.49</c:v>
                </c:pt>
                <c:pt idx="39679">
                  <c:v>26.49</c:v>
                </c:pt>
                <c:pt idx="39680">
                  <c:v>69.98</c:v>
                </c:pt>
                <c:pt idx="39681">
                  <c:v>69.959999999999994</c:v>
                </c:pt>
                <c:pt idx="39682">
                  <c:v>61.49</c:v>
                </c:pt>
                <c:pt idx="39683">
                  <c:v>69.98</c:v>
                </c:pt>
                <c:pt idx="39684">
                  <c:v>61.48</c:v>
                </c:pt>
                <c:pt idx="39685">
                  <c:v>44.48</c:v>
                </c:pt>
                <c:pt idx="39686">
                  <c:v>66.97</c:v>
                </c:pt>
                <c:pt idx="39687">
                  <c:v>50.98</c:v>
                </c:pt>
                <c:pt idx="39688">
                  <c:v>71.959999999999994</c:v>
                </c:pt>
                <c:pt idx="39689">
                  <c:v>50.98</c:v>
                </c:pt>
                <c:pt idx="39690">
                  <c:v>21.49</c:v>
                </c:pt>
                <c:pt idx="39691">
                  <c:v>71.959999999999994</c:v>
                </c:pt>
                <c:pt idx="39692">
                  <c:v>21.49</c:v>
                </c:pt>
                <c:pt idx="39693">
                  <c:v>66.97</c:v>
                </c:pt>
                <c:pt idx="39694">
                  <c:v>44.48</c:v>
                </c:pt>
                <c:pt idx="39695">
                  <c:v>61.48</c:v>
                </c:pt>
                <c:pt idx="39696">
                  <c:v>51.48</c:v>
                </c:pt>
                <c:pt idx="39697">
                  <c:v>51.48</c:v>
                </c:pt>
                <c:pt idx="39698">
                  <c:v>61.48</c:v>
                </c:pt>
                <c:pt idx="39699">
                  <c:v>61.48</c:v>
                </c:pt>
                <c:pt idx="39700">
                  <c:v>69.97</c:v>
                </c:pt>
                <c:pt idx="39701">
                  <c:v>69.97</c:v>
                </c:pt>
                <c:pt idx="39702">
                  <c:v>69.98</c:v>
                </c:pt>
                <c:pt idx="39703">
                  <c:v>69.97</c:v>
                </c:pt>
                <c:pt idx="39704">
                  <c:v>69.959999999999994</c:v>
                </c:pt>
                <c:pt idx="39705">
                  <c:v>69.959999999999994</c:v>
                </c:pt>
                <c:pt idx="39706">
                  <c:v>16.489999999999998</c:v>
                </c:pt>
                <c:pt idx="39707">
                  <c:v>36.49</c:v>
                </c:pt>
                <c:pt idx="39708">
                  <c:v>169.98</c:v>
                </c:pt>
                <c:pt idx="39709">
                  <c:v>197.97</c:v>
                </c:pt>
                <c:pt idx="39710">
                  <c:v>161.93</c:v>
                </c:pt>
                <c:pt idx="39711">
                  <c:v>169.98</c:v>
                </c:pt>
                <c:pt idx="39712">
                  <c:v>131.97999999999999</c:v>
                </c:pt>
                <c:pt idx="39713">
                  <c:v>169.98</c:v>
                </c:pt>
                <c:pt idx="39714">
                  <c:v>169.98</c:v>
                </c:pt>
                <c:pt idx="39715">
                  <c:v>169.98</c:v>
                </c:pt>
                <c:pt idx="39716">
                  <c:v>169.98</c:v>
                </c:pt>
                <c:pt idx="39717">
                  <c:v>161.47999999999999</c:v>
                </c:pt>
                <c:pt idx="39718">
                  <c:v>134.97999999999999</c:v>
                </c:pt>
                <c:pt idx="39719">
                  <c:v>130.66</c:v>
                </c:pt>
                <c:pt idx="39720">
                  <c:v>26.49</c:v>
                </c:pt>
                <c:pt idx="39721">
                  <c:v>26.49</c:v>
                </c:pt>
                <c:pt idx="39722">
                  <c:v>26.49</c:v>
                </c:pt>
                <c:pt idx="39723">
                  <c:v>26.49</c:v>
                </c:pt>
                <c:pt idx="39724">
                  <c:v>69.95</c:v>
                </c:pt>
                <c:pt idx="39725">
                  <c:v>61.46</c:v>
                </c:pt>
                <c:pt idx="39726">
                  <c:v>69.95</c:v>
                </c:pt>
                <c:pt idx="39727">
                  <c:v>69.959999999999994</c:v>
                </c:pt>
                <c:pt idx="39728">
                  <c:v>69.959999999999994</c:v>
                </c:pt>
                <c:pt idx="39729">
                  <c:v>11.49</c:v>
                </c:pt>
                <c:pt idx="39730">
                  <c:v>16.489999999999998</c:v>
                </c:pt>
                <c:pt idx="39731">
                  <c:v>16.489999999999998</c:v>
                </c:pt>
                <c:pt idx="39732">
                  <c:v>-31.19</c:v>
                </c:pt>
                <c:pt idx="39733">
                  <c:v>-31.19</c:v>
                </c:pt>
                <c:pt idx="39734">
                  <c:v>29.99</c:v>
                </c:pt>
                <c:pt idx="39735">
                  <c:v>31.19</c:v>
                </c:pt>
                <c:pt idx="39736">
                  <c:v>31.19</c:v>
                </c:pt>
                <c:pt idx="39737">
                  <c:v>31.79</c:v>
                </c:pt>
                <c:pt idx="39738">
                  <c:v>62.96</c:v>
                </c:pt>
                <c:pt idx="39739">
                  <c:v>109.46</c:v>
                </c:pt>
                <c:pt idx="39740">
                  <c:v>71.069999999999993</c:v>
                </c:pt>
                <c:pt idx="39741">
                  <c:v>76.489999999999995</c:v>
                </c:pt>
                <c:pt idx="39742">
                  <c:v>76.489999999999995</c:v>
                </c:pt>
                <c:pt idx="39743">
                  <c:v>71.680000000000007</c:v>
                </c:pt>
                <c:pt idx="39744">
                  <c:v>70.98</c:v>
                </c:pt>
                <c:pt idx="39745">
                  <c:v>70.98</c:v>
                </c:pt>
                <c:pt idx="39746">
                  <c:v>70.98</c:v>
                </c:pt>
                <c:pt idx="39747">
                  <c:v>70.98</c:v>
                </c:pt>
                <c:pt idx="39748">
                  <c:v>70.98</c:v>
                </c:pt>
                <c:pt idx="39749">
                  <c:v>70.98</c:v>
                </c:pt>
                <c:pt idx="39750">
                  <c:v>70.98</c:v>
                </c:pt>
                <c:pt idx="39751">
                  <c:v>141.96</c:v>
                </c:pt>
                <c:pt idx="39752">
                  <c:v>157.25</c:v>
                </c:pt>
                <c:pt idx="39753">
                  <c:v>171.77</c:v>
                </c:pt>
                <c:pt idx="39754">
                  <c:v>131.24</c:v>
                </c:pt>
                <c:pt idx="39755">
                  <c:v>-141.96</c:v>
                </c:pt>
                <c:pt idx="39756">
                  <c:v>195.97</c:v>
                </c:pt>
                <c:pt idx="39757">
                  <c:v>188.7</c:v>
                </c:pt>
                <c:pt idx="39758">
                  <c:v>120.35</c:v>
                </c:pt>
                <c:pt idx="39759">
                  <c:v>211.69</c:v>
                </c:pt>
                <c:pt idx="39760">
                  <c:v>147.88</c:v>
                </c:pt>
                <c:pt idx="39761">
                  <c:v>204.43</c:v>
                </c:pt>
                <c:pt idx="39762">
                  <c:v>131.19</c:v>
                </c:pt>
                <c:pt idx="39763">
                  <c:v>70.97</c:v>
                </c:pt>
                <c:pt idx="39764">
                  <c:v>48.36</c:v>
                </c:pt>
                <c:pt idx="39765">
                  <c:v>69.67</c:v>
                </c:pt>
                <c:pt idx="39766">
                  <c:v>76.8</c:v>
                </c:pt>
                <c:pt idx="39767">
                  <c:v>24.99</c:v>
                </c:pt>
                <c:pt idx="39768">
                  <c:v>115.95</c:v>
                </c:pt>
                <c:pt idx="39769">
                  <c:v>116.97</c:v>
                </c:pt>
                <c:pt idx="39770">
                  <c:v>115.95</c:v>
                </c:pt>
                <c:pt idx="39771">
                  <c:v>146.94999999999999</c:v>
                </c:pt>
                <c:pt idx="39772">
                  <c:v>105.97</c:v>
                </c:pt>
                <c:pt idx="39773">
                  <c:v>115.95</c:v>
                </c:pt>
                <c:pt idx="39774">
                  <c:v>65.989999999999995</c:v>
                </c:pt>
                <c:pt idx="39775">
                  <c:v>99.97</c:v>
                </c:pt>
                <c:pt idx="39776">
                  <c:v>104.97</c:v>
                </c:pt>
                <c:pt idx="39777">
                  <c:v>85.98</c:v>
                </c:pt>
                <c:pt idx="39778">
                  <c:v>99.97</c:v>
                </c:pt>
                <c:pt idx="39779">
                  <c:v>148.94999999999999</c:v>
                </c:pt>
                <c:pt idx="39780">
                  <c:v>69.98</c:v>
                </c:pt>
                <c:pt idx="39781">
                  <c:v>108.97</c:v>
                </c:pt>
                <c:pt idx="39782">
                  <c:v>56.09</c:v>
                </c:pt>
                <c:pt idx="39783">
                  <c:v>69.989999999999995</c:v>
                </c:pt>
                <c:pt idx="39784">
                  <c:v>69.989999999999995</c:v>
                </c:pt>
                <c:pt idx="39785">
                  <c:v>69.989999999999995</c:v>
                </c:pt>
                <c:pt idx="39786">
                  <c:v>69.98</c:v>
                </c:pt>
                <c:pt idx="39787">
                  <c:v>62.29</c:v>
                </c:pt>
                <c:pt idx="39788">
                  <c:v>123.94</c:v>
                </c:pt>
                <c:pt idx="39789">
                  <c:v>99.95</c:v>
                </c:pt>
                <c:pt idx="39790">
                  <c:v>99.98</c:v>
                </c:pt>
                <c:pt idx="39791">
                  <c:v>79.959999999999994</c:v>
                </c:pt>
                <c:pt idx="39792">
                  <c:v>105.97</c:v>
                </c:pt>
                <c:pt idx="39793">
                  <c:v>79.959999999999994</c:v>
                </c:pt>
                <c:pt idx="39794">
                  <c:v>103.94</c:v>
                </c:pt>
                <c:pt idx="39795">
                  <c:v>103.95</c:v>
                </c:pt>
                <c:pt idx="39796">
                  <c:v>111.56</c:v>
                </c:pt>
                <c:pt idx="39797">
                  <c:v>79.959999999999994</c:v>
                </c:pt>
                <c:pt idx="39798">
                  <c:v>79.959999999999994</c:v>
                </c:pt>
                <c:pt idx="39799">
                  <c:v>103.95</c:v>
                </c:pt>
                <c:pt idx="39800">
                  <c:v>69.98</c:v>
                </c:pt>
                <c:pt idx="39801">
                  <c:v>69.98</c:v>
                </c:pt>
                <c:pt idx="39802">
                  <c:v>69.98</c:v>
                </c:pt>
                <c:pt idx="39803">
                  <c:v>69.98</c:v>
                </c:pt>
                <c:pt idx="39804">
                  <c:v>69.98</c:v>
                </c:pt>
                <c:pt idx="39805">
                  <c:v>62.29</c:v>
                </c:pt>
                <c:pt idx="39806">
                  <c:v>62.29</c:v>
                </c:pt>
                <c:pt idx="39807">
                  <c:v>69.98</c:v>
                </c:pt>
                <c:pt idx="39808">
                  <c:v>69.98</c:v>
                </c:pt>
                <c:pt idx="39809">
                  <c:v>69.98</c:v>
                </c:pt>
                <c:pt idx="39810">
                  <c:v>164.97</c:v>
                </c:pt>
                <c:pt idx="39811">
                  <c:v>83.29</c:v>
                </c:pt>
                <c:pt idx="39812">
                  <c:v>83.67</c:v>
                </c:pt>
                <c:pt idx="39813">
                  <c:v>84.99</c:v>
                </c:pt>
                <c:pt idx="39814">
                  <c:v>84.99</c:v>
                </c:pt>
                <c:pt idx="39815">
                  <c:v>83.29</c:v>
                </c:pt>
                <c:pt idx="39816">
                  <c:v>110.47</c:v>
                </c:pt>
                <c:pt idx="39817">
                  <c:v>65.989999999999995</c:v>
                </c:pt>
                <c:pt idx="39818">
                  <c:v>47.49</c:v>
                </c:pt>
                <c:pt idx="39819">
                  <c:v>84.99</c:v>
                </c:pt>
                <c:pt idx="39820">
                  <c:v>83.29</c:v>
                </c:pt>
                <c:pt idx="39821">
                  <c:v>83.29</c:v>
                </c:pt>
                <c:pt idx="39822">
                  <c:v>62.71</c:v>
                </c:pt>
                <c:pt idx="39823">
                  <c:v>84.99</c:v>
                </c:pt>
                <c:pt idx="39824">
                  <c:v>65.989999999999995</c:v>
                </c:pt>
                <c:pt idx="39825">
                  <c:v>75.09</c:v>
                </c:pt>
                <c:pt idx="39826">
                  <c:v>84.99</c:v>
                </c:pt>
                <c:pt idx="39827">
                  <c:v>76.489999999999995</c:v>
                </c:pt>
                <c:pt idx="39828">
                  <c:v>137.97999999999999</c:v>
                </c:pt>
                <c:pt idx="39829">
                  <c:v>84.99</c:v>
                </c:pt>
                <c:pt idx="39830">
                  <c:v>65.989999999999995</c:v>
                </c:pt>
                <c:pt idx="39831">
                  <c:v>62.29</c:v>
                </c:pt>
                <c:pt idx="39832">
                  <c:v>62.29</c:v>
                </c:pt>
                <c:pt idx="39833">
                  <c:v>75.98</c:v>
                </c:pt>
                <c:pt idx="39834">
                  <c:v>75.98</c:v>
                </c:pt>
                <c:pt idx="39835">
                  <c:v>-18.489999999999998</c:v>
                </c:pt>
                <c:pt idx="39836">
                  <c:v>18.489999999999998</c:v>
                </c:pt>
                <c:pt idx="39837">
                  <c:v>66.48</c:v>
                </c:pt>
                <c:pt idx="39838">
                  <c:v>75.97</c:v>
                </c:pt>
                <c:pt idx="39839">
                  <c:v>69.97</c:v>
                </c:pt>
                <c:pt idx="39840">
                  <c:v>75.97</c:v>
                </c:pt>
                <c:pt idx="39841">
                  <c:v>75.97</c:v>
                </c:pt>
                <c:pt idx="39842">
                  <c:v>111.98</c:v>
                </c:pt>
                <c:pt idx="39843">
                  <c:v>121.98</c:v>
                </c:pt>
                <c:pt idx="39844">
                  <c:v>74.98</c:v>
                </c:pt>
                <c:pt idx="39845">
                  <c:v>93.98</c:v>
                </c:pt>
                <c:pt idx="39846">
                  <c:v>79.989999999999995</c:v>
                </c:pt>
                <c:pt idx="39847">
                  <c:v>79.989999999999995</c:v>
                </c:pt>
                <c:pt idx="39848">
                  <c:v>79.989999999999995</c:v>
                </c:pt>
                <c:pt idx="39849">
                  <c:v>93.98</c:v>
                </c:pt>
                <c:pt idx="39850">
                  <c:v>104.73</c:v>
                </c:pt>
                <c:pt idx="39851">
                  <c:v>58.76</c:v>
                </c:pt>
                <c:pt idx="39852">
                  <c:v>60.99</c:v>
                </c:pt>
                <c:pt idx="39853">
                  <c:v>79.989999999999995</c:v>
                </c:pt>
                <c:pt idx="39854">
                  <c:v>79.989999999999995</c:v>
                </c:pt>
                <c:pt idx="39855">
                  <c:v>79.989999999999995</c:v>
                </c:pt>
                <c:pt idx="39856">
                  <c:v>60.99</c:v>
                </c:pt>
                <c:pt idx="39857">
                  <c:v>88.97</c:v>
                </c:pt>
                <c:pt idx="39858">
                  <c:v>66.08</c:v>
                </c:pt>
                <c:pt idx="39859">
                  <c:v>74.98</c:v>
                </c:pt>
                <c:pt idx="39860">
                  <c:v>93.98</c:v>
                </c:pt>
                <c:pt idx="39861">
                  <c:v>79.989999999999995</c:v>
                </c:pt>
                <c:pt idx="39862">
                  <c:v>73.83</c:v>
                </c:pt>
                <c:pt idx="39863">
                  <c:v>93.98</c:v>
                </c:pt>
                <c:pt idx="39864">
                  <c:v>83.67</c:v>
                </c:pt>
                <c:pt idx="39865">
                  <c:v>74.98</c:v>
                </c:pt>
                <c:pt idx="39866">
                  <c:v>75.959999999999994</c:v>
                </c:pt>
                <c:pt idx="39867">
                  <c:v>75.959999999999994</c:v>
                </c:pt>
                <c:pt idx="39868">
                  <c:v>75.959999999999994</c:v>
                </c:pt>
                <c:pt idx="39869">
                  <c:v>75.87</c:v>
                </c:pt>
                <c:pt idx="39870">
                  <c:v>75.87</c:v>
                </c:pt>
                <c:pt idx="39871">
                  <c:v>70.47</c:v>
                </c:pt>
                <c:pt idx="39872">
                  <c:v>76.22</c:v>
                </c:pt>
                <c:pt idx="39873">
                  <c:v>79.849999999999994</c:v>
                </c:pt>
                <c:pt idx="39874">
                  <c:v>79.849999999999994</c:v>
                </c:pt>
                <c:pt idx="39875">
                  <c:v>79.849999999999994</c:v>
                </c:pt>
                <c:pt idx="39876">
                  <c:v>97.99</c:v>
                </c:pt>
                <c:pt idx="39877">
                  <c:v>79.849999999999994</c:v>
                </c:pt>
                <c:pt idx="39878">
                  <c:v>85.89</c:v>
                </c:pt>
                <c:pt idx="39879">
                  <c:v>74.27</c:v>
                </c:pt>
                <c:pt idx="39880">
                  <c:v>79.849999999999994</c:v>
                </c:pt>
                <c:pt idx="39881">
                  <c:v>81.650000000000006</c:v>
                </c:pt>
                <c:pt idx="39882">
                  <c:v>79.849999999999994</c:v>
                </c:pt>
                <c:pt idx="39883">
                  <c:v>79.849999999999994</c:v>
                </c:pt>
                <c:pt idx="39884">
                  <c:v>97.99</c:v>
                </c:pt>
                <c:pt idx="39885">
                  <c:v>97.99</c:v>
                </c:pt>
                <c:pt idx="39886">
                  <c:v>97.99</c:v>
                </c:pt>
                <c:pt idx="39887">
                  <c:v>76.22</c:v>
                </c:pt>
                <c:pt idx="39888">
                  <c:v>76.209999999999994</c:v>
                </c:pt>
                <c:pt idx="39889">
                  <c:v>76.209999999999994</c:v>
                </c:pt>
                <c:pt idx="39890">
                  <c:v>76.209999999999994</c:v>
                </c:pt>
                <c:pt idx="39891">
                  <c:v>76.209999999999994</c:v>
                </c:pt>
                <c:pt idx="39892">
                  <c:v>169.98</c:v>
                </c:pt>
                <c:pt idx="39893">
                  <c:v>169.98</c:v>
                </c:pt>
                <c:pt idx="39894">
                  <c:v>169.98</c:v>
                </c:pt>
                <c:pt idx="39895">
                  <c:v>169.98</c:v>
                </c:pt>
                <c:pt idx="39896">
                  <c:v>169.98</c:v>
                </c:pt>
                <c:pt idx="39897">
                  <c:v>169.98</c:v>
                </c:pt>
                <c:pt idx="39898">
                  <c:v>169.98</c:v>
                </c:pt>
                <c:pt idx="39899">
                  <c:v>169.98</c:v>
                </c:pt>
                <c:pt idx="39900">
                  <c:v>169.98</c:v>
                </c:pt>
                <c:pt idx="39901">
                  <c:v>192.97</c:v>
                </c:pt>
                <c:pt idx="39902">
                  <c:v>169.98</c:v>
                </c:pt>
                <c:pt idx="39903">
                  <c:v>76.19</c:v>
                </c:pt>
                <c:pt idx="39904">
                  <c:v>76.2</c:v>
                </c:pt>
                <c:pt idx="39905">
                  <c:v>68.98</c:v>
                </c:pt>
                <c:pt idx="39906">
                  <c:v>68.98</c:v>
                </c:pt>
                <c:pt idx="39907">
                  <c:v>68.989999999999995</c:v>
                </c:pt>
                <c:pt idx="39908">
                  <c:v>68.989999999999995</c:v>
                </c:pt>
                <c:pt idx="39909">
                  <c:v>68.97</c:v>
                </c:pt>
                <c:pt idx="39910">
                  <c:v>65.989999999999995</c:v>
                </c:pt>
                <c:pt idx="39911">
                  <c:v>200.97</c:v>
                </c:pt>
                <c:pt idx="39912">
                  <c:v>205.47</c:v>
                </c:pt>
                <c:pt idx="39913">
                  <c:v>126.93</c:v>
                </c:pt>
                <c:pt idx="39914">
                  <c:v>153.97</c:v>
                </c:pt>
                <c:pt idx="39915">
                  <c:v>152.97</c:v>
                </c:pt>
                <c:pt idx="39916">
                  <c:v>193.96</c:v>
                </c:pt>
                <c:pt idx="39917">
                  <c:v>153.97</c:v>
                </c:pt>
                <c:pt idx="39918">
                  <c:v>94.78</c:v>
                </c:pt>
                <c:pt idx="39919">
                  <c:v>172.46</c:v>
                </c:pt>
                <c:pt idx="39920">
                  <c:v>68.989999999999995</c:v>
                </c:pt>
                <c:pt idx="39921">
                  <c:v>68.989999999999995</c:v>
                </c:pt>
                <c:pt idx="39922">
                  <c:v>68.989999999999995</c:v>
                </c:pt>
                <c:pt idx="39923">
                  <c:v>68.989999999999995</c:v>
                </c:pt>
                <c:pt idx="39924">
                  <c:v>68.989999999999995</c:v>
                </c:pt>
                <c:pt idx="39925">
                  <c:v>68.97</c:v>
                </c:pt>
                <c:pt idx="39926">
                  <c:v>68.97</c:v>
                </c:pt>
                <c:pt idx="39927">
                  <c:v>68.97</c:v>
                </c:pt>
                <c:pt idx="39928">
                  <c:v>68.989999999999995</c:v>
                </c:pt>
                <c:pt idx="39929">
                  <c:v>68.98</c:v>
                </c:pt>
                <c:pt idx="39930">
                  <c:v>151.46</c:v>
                </c:pt>
                <c:pt idx="39931">
                  <c:v>59.98</c:v>
                </c:pt>
                <c:pt idx="39932">
                  <c:v>79.989999999999995</c:v>
                </c:pt>
                <c:pt idx="39933">
                  <c:v>74.97</c:v>
                </c:pt>
                <c:pt idx="39934">
                  <c:v>59.98</c:v>
                </c:pt>
                <c:pt idx="39935">
                  <c:v>207.95</c:v>
                </c:pt>
                <c:pt idx="39936">
                  <c:v>128.97</c:v>
                </c:pt>
                <c:pt idx="39937">
                  <c:v>59.98</c:v>
                </c:pt>
                <c:pt idx="39938">
                  <c:v>59.98</c:v>
                </c:pt>
                <c:pt idx="39939">
                  <c:v>169.98</c:v>
                </c:pt>
                <c:pt idx="39940">
                  <c:v>0</c:v>
                </c:pt>
                <c:pt idx="39941">
                  <c:v>62.09</c:v>
                </c:pt>
                <c:pt idx="39942">
                  <c:v>80.97</c:v>
                </c:pt>
                <c:pt idx="39943">
                  <c:v>154.96</c:v>
                </c:pt>
                <c:pt idx="39944">
                  <c:v>125.17</c:v>
                </c:pt>
                <c:pt idx="39945">
                  <c:v>59.98</c:v>
                </c:pt>
                <c:pt idx="39946">
                  <c:v>59.98</c:v>
                </c:pt>
                <c:pt idx="39947">
                  <c:v>224.93</c:v>
                </c:pt>
                <c:pt idx="39948">
                  <c:v>75.97</c:v>
                </c:pt>
                <c:pt idx="39949">
                  <c:v>60.99</c:v>
                </c:pt>
                <c:pt idx="39950">
                  <c:v>59.98</c:v>
                </c:pt>
                <c:pt idx="39951">
                  <c:v>68.98</c:v>
                </c:pt>
                <c:pt idx="39952">
                  <c:v>68.98</c:v>
                </c:pt>
                <c:pt idx="39953">
                  <c:v>68.959999999999994</c:v>
                </c:pt>
                <c:pt idx="39954">
                  <c:v>68.98</c:v>
                </c:pt>
                <c:pt idx="39955">
                  <c:v>70.17</c:v>
                </c:pt>
                <c:pt idx="39956">
                  <c:v>70.180000000000007</c:v>
                </c:pt>
                <c:pt idx="39957">
                  <c:v>60.48</c:v>
                </c:pt>
                <c:pt idx="39958">
                  <c:v>68.97</c:v>
                </c:pt>
                <c:pt idx="39959">
                  <c:v>62.07</c:v>
                </c:pt>
                <c:pt idx="39960">
                  <c:v>-62.07</c:v>
                </c:pt>
                <c:pt idx="39961">
                  <c:v>165.97</c:v>
                </c:pt>
                <c:pt idx="39962">
                  <c:v>171.97</c:v>
                </c:pt>
                <c:pt idx="39963">
                  <c:v>131.97999999999999</c:v>
                </c:pt>
                <c:pt idx="39964">
                  <c:v>11.47</c:v>
                </c:pt>
                <c:pt idx="39965">
                  <c:v>66.510000000000005</c:v>
                </c:pt>
                <c:pt idx="39966">
                  <c:v>76.06</c:v>
                </c:pt>
                <c:pt idx="39967">
                  <c:v>69.989999999999995</c:v>
                </c:pt>
                <c:pt idx="39968">
                  <c:v>69.989999999999995</c:v>
                </c:pt>
                <c:pt idx="39969">
                  <c:v>69.989999999999995</c:v>
                </c:pt>
                <c:pt idx="39970">
                  <c:v>84.99</c:v>
                </c:pt>
                <c:pt idx="39971">
                  <c:v>84.99</c:v>
                </c:pt>
                <c:pt idx="39972">
                  <c:v>65.989999999999995</c:v>
                </c:pt>
                <c:pt idx="39973">
                  <c:v>84.99</c:v>
                </c:pt>
                <c:pt idx="39974">
                  <c:v>84.99</c:v>
                </c:pt>
                <c:pt idx="39975">
                  <c:v>36.49</c:v>
                </c:pt>
                <c:pt idx="39976">
                  <c:v>104.98</c:v>
                </c:pt>
                <c:pt idx="39977">
                  <c:v>100.98</c:v>
                </c:pt>
                <c:pt idx="39978">
                  <c:v>84.99</c:v>
                </c:pt>
                <c:pt idx="39979">
                  <c:v>84.99</c:v>
                </c:pt>
                <c:pt idx="39980">
                  <c:v>81.98</c:v>
                </c:pt>
                <c:pt idx="39981">
                  <c:v>65.989999999999995</c:v>
                </c:pt>
                <c:pt idx="39982">
                  <c:v>84.99</c:v>
                </c:pt>
                <c:pt idx="39983">
                  <c:v>59.39</c:v>
                </c:pt>
                <c:pt idx="39984">
                  <c:v>84.99</c:v>
                </c:pt>
                <c:pt idx="39985">
                  <c:v>84.99</c:v>
                </c:pt>
                <c:pt idx="39986">
                  <c:v>84.99</c:v>
                </c:pt>
                <c:pt idx="39987">
                  <c:v>65.989999999999995</c:v>
                </c:pt>
                <c:pt idx="39988">
                  <c:v>84.99</c:v>
                </c:pt>
                <c:pt idx="39989">
                  <c:v>84.99</c:v>
                </c:pt>
                <c:pt idx="39990">
                  <c:v>110.06</c:v>
                </c:pt>
                <c:pt idx="39991">
                  <c:v>76.59</c:v>
                </c:pt>
                <c:pt idx="39992">
                  <c:v>84.99</c:v>
                </c:pt>
                <c:pt idx="39993">
                  <c:v>69.989999999999995</c:v>
                </c:pt>
                <c:pt idx="39994">
                  <c:v>69.989999999999995</c:v>
                </c:pt>
                <c:pt idx="39995">
                  <c:v>69.989999999999995</c:v>
                </c:pt>
                <c:pt idx="39996">
                  <c:v>69.989999999999995</c:v>
                </c:pt>
                <c:pt idx="39997">
                  <c:v>69.989999999999995</c:v>
                </c:pt>
                <c:pt idx="39998">
                  <c:v>69.989999999999995</c:v>
                </c:pt>
                <c:pt idx="39999">
                  <c:v>92.96</c:v>
                </c:pt>
                <c:pt idx="40000">
                  <c:v>77.97</c:v>
                </c:pt>
                <c:pt idx="40001">
                  <c:v>79.959999999999994</c:v>
                </c:pt>
                <c:pt idx="40002">
                  <c:v>84.98</c:v>
                </c:pt>
                <c:pt idx="40003">
                  <c:v>69.989999999999995</c:v>
                </c:pt>
                <c:pt idx="40004">
                  <c:v>69.989999999999995</c:v>
                </c:pt>
                <c:pt idx="40005">
                  <c:v>69.989999999999995</c:v>
                </c:pt>
                <c:pt idx="40006">
                  <c:v>69.989999999999995</c:v>
                </c:pt>
                <c:pt idx="40007">
                  <c:v>69.989999999999995</c:v>
                </c:pt>
                <c:pt idx="40008">
                  <c:v>69.989999999999995</c:v>
                </c:pt>
                <c:pt idx="40009">
                  <c:v>69.989999999999995</c:v>
                </c:pt>
                <c:pt idx="40010">
                  <c:v>69.989999999999995</c:v>
                </c:pt>
                <c:pt idx="40011">
                  <c:v>69.989999999999995</c:v>
                </c:pt>
                <c:pt idx="40012">
                  <c:v>84.99</c:v>
                </c:pt>
                <c:pt idx="40013">
                  <c:v>100.98</c:v>
                </c:pt>
                <c:pt idx="40014">
                  <c:v>56.16</c:v>
                </c:pt>
                <c:pt idx="40015">
                  <c:v>100.98</c:v>
                </c:pt>
                <c:pt idx="40016">
                  <c:v>91.97</c:v>
                </c:pt>
                <c:pt idx="40017">
                  <c:v>159.96</c:v>
                </c:pt>
                <c:pt idx="40018">
                  <c:v>86.96</c:v>
                </c:pt>
                <c:pt idx="40019">
                  <c:v>66.98</c:v>
                </c:pt>
                <c:pt idx="40020">
                  <c:v>52.98</c:v>
                </c:pt>
                <c:pt idx="40021">
                  <c:v>65.989999999999995</c:v>
                </c:pt>
                <c:pt idx="40022">
                  <c:v>75.97</c:v>
                </c:pt>
                <c:pt idx="40023">
                  <c:v>84.99</c:v>
                </c:pt>
                <c:pt idx="40024">
                  <c:v>120.97</c:v>
                </c:pt>
                <c:pt idx="40025">
                  <c:v>69.989999999999995</c:v>
                </c:pt>
                <c:pt idx="40026">
                  <c:v>69.989999999999995</c:v>
                </c:pt>
                <c:pt idx="40027">
                  <c:v>69.989999999999995</c:v>
                </c:pt>
                <c:pt idx="40028">
                  <c:v>119.98</c:v>
                </c:pt>
                <c:pt idx="40029">
                  <c:v>-49.99</c:v>
                </c:pt>
                <c:pt idx="40030">
                  <c:v>69.98</c:v>
                </c:pt>
                <c:pt idx="40031">
                  <c:v>169.98</c:v>
                </c:pt>
                <c:pt idx="40032">
                  <c:v>169.98</c:v>
                </c:pt>
                <c:pt idx="40033">
                  <c:v>169.98</c:v>
                </c:pt>
                <c:pt idx="40034">
                  <c:v>185.97</c:v>
                </c:pt>
                <c:pt idx="40035">
                  <c:v>149.97</c:v>
                </c:pt>
                <c:pt idx="40036">
                  <c:v>169.98</c:v>
                </c:pt>
                <c:pt idx="40037">
                  <c:v>185.97</c:v>
                </c:pt>
                <c:pt idx="40038">
                  <c:v>101.98</c:v>
                </c:pt>
                <c:pt idx="40039">
                  <c:v>254.97</c:v>
                </c:pt>
                <c:pt idx="40040">
                  <c:v>169.98</c:v>
                </c:pt>
                <c:pt idx="40041">
                  <c:v>177.95</c:v>
                </c:pt>
                <c:pt idx="40042">
                  <c:v>69.98</c:v>
                </c:pt>
                <c:pt idx="40043">
                  <c:v>69.98</c:v>
                </c:pt>
                <c:pt idx="40044">
                  <c:v>61.29</c:v>
                </c:pt>
                <c:pt idx="40045">
                  <c:v>69.97</c:v>
                </c:pt>
                <c:pt idx="40046">
                  <c:v>65.989999999999995</c:v>
                </c:pt>
                <c:pt idx="40047">
                  <c:v>102.98</c:v>
                </c:pt>
                <c:pt idx="40048">
                  <c:v>169.98</c:v>
                </c:pt>
                <c:pt idx="40049">
                  <c:v>65.989999999999995</c:v>
                </c:pt>
                <c:pt idx="40050">
                  <c:v>150.18</c:v>
                </c:pt>
                <c:pt idx="40051">
                  <c:v>135.43</c:v>
                </c:pt>
                <c:pt idx="40052">
                  <c:v>84.99</c:v>
                </c:pt>
                <c:pt idx="40053">
                  <c:v>169.98</c:v>
                </c:pt>
                <c:pt idx="40054">
                  <c:v>65.989999999999995</c:v>
                </c:pt>
                <c:pt idx="40055">
                  <c:v>65.989999999999995</c:v>
                </c:pt>
                <c:pt idx="40056">
                  <c:v>169.98</c:v>
                </c:pt>
                <c:pt idx="40057">
                  <c:v>169.98</c:v>
                </c:pt>
                <c:pt idx="40058">
                  <c:v>79.69</c:v>
                </c:pt>
                <c:pt idx="40059">
                  <c:v>183.19</c:v>
                </c:pt>
                <c:pt idx="40060">
                  <c:v>65.989999999999995</c:v>
                </c:pt>
                <c:pt idx="40061">
                  <c:v>169.98</c:v>
                </c:pt>
                <c:pt idx="40062">
                  <c:v>84.99</c:v>
                </c:pt>
                <c:pt idx="40063">
                  <c:v>69.97</c:v>
                </c:pt>
                <c:pt idx="40064">
                  <c:v>69.97</c:v>
                </c:pt>
                <c:pt idx="40065">
                  <c:v>69.97</c:v>
                </c:pt>
                <c:pt idx="40066">
                  <c:v>50.84</c:v>
                </c:pt>
                <c:pt idx="40067">
                  <c:v>61.28</c:v>
                </c:pt>
                <c:pt idx="40068">
                  <c:v>69.97</c:v>
                </c:pt>
                <c:pt idx="40069">
                  <c:v>69.97</c:v>
                </c:pt>
                <c:pt idx="40070">
                  <c:v>128.05000000000001</c:v>
                </c:pt>
                <c:pt idx="40071">
                  <c:v>52.44</c:v>
                </c:pt>
                <c:pt idx="40072">
                  <c:v>87.97</c:v>
                </c:pt>
                <c:pt idx="40073">
                  <c:v>-17.96</c:v>
                </c:pt>
                <c:pt idx="40074">
                  <c:v>98.98</c:v>
                </c:pt>
                <c:pt idx="40075">
                  <c:v>50.98</c:v>
                </c:pt>
                <c:pt idx="40076">
                  <c:v>68.989999999999995</c:v>
                </c:pt>
                <c:pt idx="40077">
                  <c:v>106.97</c:v>
                </c:pt>
                <c:pt idx="40078">
                  <c:v>63.63</c:v>
                </c:pt>
                <c:pt idx="40079">
                  <c:v>99.96</c:v>
                </c:pt>
                <c:pt idx="40080">
                  <c:v>82.98</c:v>
                </c:pt>
                <c:pt idx="40081">
                  <c:v>109.14</c:v>
                </c:pt>
                <c:pt idx="40082">
                  <c:v>60.98</c:v>
                </c:pt>
                <c:pt idx="40083">
                  <c:v>93.65</c:v>
                </c:pt>
                <c:pt idx="40084">
                  <c:v>97.95</c:v>
                </c:pt>
                <c:pt idx="40085">
                  <c:v>98.98</c:v>
                </c:pt>
                <c:pt idx="40086">
                  <c:v>53.98</c:v>
                </c:pt>
                <c:pt idx="40087">
                  <c:v>69.959999999999994</c:v>
                </c:pt>
                <c:pt idx="40088">
                  <c:v>26.29</c:v>
                </c:pt>
                <c:pt idx="40089">
                  <c:v>26.29</c:v>
                </c:pt>
                <c:pt idx="40090">
                  <c:v>16.940000000000001</c:v>
                </c:pt>
                <c:pt idx="40091">
                  <c:v>21.28</c:v>
                </c:pt>
                <c:pt idx="40092">
                  <c:v>31.28</c:v>
                </c:pt>
                <c:pt idx="40093">
                  <c:v>36.270000000000003</c:v>
                </c:pt>
                <c:pt idx="40094">
                  <c:v>16.29</c:v>
                </c:pt>
                <c:pt idx="40095">
                  <c:v>54.66</c:v>
                </c:pt>
                <c:pt idx="40096">
                  <c:v>87.97</c:v>
                </c:pt>
                <c:pt idx="40097">
                  <c:v>72.97</c:v>
                </c:pt>
                <c:pt idx="40098">
                  <c:v>142.05000000000001</c:v>
                </c:pt>
                <c:pt idx="40099">
                  <c:v>146.97</c:v>
                </c:pt>
                <c:pt idx="40100">
                  <c:v>115.96</c:v>
                </c:pt>
                <c:pt idx="40101">
                  <c:v>125.96</c:v>
                </c:pt>
                <c:pt idx="40102">
                  <c:v>129.96</c:v>
                </c:pt>
                <c:pt idx="40103">
                  <c:v>102.97</c:v>
                </c:pt>
                <c:pt idx="40104">
                  <c:v>74.989999999999995</c:v>
                </c:pt>
                <c:pt idx="40105">
                  <c:v>74.98</c:v>
                </c:pt>
                <c:pt idx="40106">
                  <c:v>74.98</c:v>
                </c:pt>
                <c:pt idx="40107">
                  <c:v>74.98</c:v>
                </c:pt>
                <c:pt idx="40108">
                  <c:v>74.98</c:v>
                </c:pt>
                <c:pt idx="40109">
                  <c:v>55.99</c:v>
                </c:pt>
                <c:pt idx="40110">
                  <c:v>74.98</c:v>
                </c:pt>
                <c:pt idx="40111">
                  <c:v>62.98</c:v>
                </c:pt>
                <c:pt idx="40112">
                  <c:v>51.29</c:v>
                </c:pt>
                <c:pt idx="40113">
                  <c:v>159.96</c:v>
                </c:pt>
                <c:pt idx="40114">
                  <c:v>149.83000000000001</c:v>
                </c:pt>
                <c:pt idx="40115">
                  <c:v>248.22</c:v>
                </c:pt>
                <c:pt idx="40116">
                  <c:v>249.95</c:v>
                </c:pt>
                <c:pt idx="40117">
                  <c:v>199.96</c:v>
                </c:pt>
                <c:pt idx="40118">
                  <c:v>159.94999999999999</c:v>
                </c:pt>
                <c:pt idx="40119">
                  <c:v>249.95</c:v>
                </c:pt>
                <c:pt idx="40120">
                  <c:v>74.97</c:v>
                </c:pt>
                <c:pt idx="40121">
                  <c:v>74.97</c:v>
                </c:pt>
                <c:pt idx="40122">
                  <c:v>74.97</c:v>
                </c:pt>
                <c:pt idx="40123">
                  <c:v>74.97</c:v>
                </c:pt>
                <c:pt idx="40124">
                  <c:v>74.97</c:v>
                </c:pt>
                <c:pt idx="40125">
                  <c:v>25.49</c:v>
                </c:pt>
                <c:pt idx="40126">
                  <c:v>30.49</c:v>
                </c:pt>
                <c:pt idx="40127">
                  <c:v>259.95999999999998</c:v>
                </c:pt>
                <c:pt idx="40128">
                  <c:v>169.98</c:v>
                </c:pt>
                <c:pt idx="40129">
                  <c:v>169.98</c:v>
                </c:pt>
                <c:pt idx="40130">
                  <c:v>234.93</c:v>
                </c:pt>
                <c:pt idx="40131">
                  <c:v>54.95</c:v>
                </c:pt>
                <c:pt idx="40132">
                  <c:v>219.97</c:v>
                </c:pt>
                <c:pt idx="40133">
                  <c:v>99.98</c:v>
                </c:pt>
                <c:pt idx="40134">
                  <c:v>219.97</c:v>
                </c:pt>
                <c:pt idx="40135">
                  <c:v>153.97999999999999</c:v>
                </c:pt>
                <c:pt idx="40136">
                  <c:v>169.98</c:v>
                </c:pt>
                <c:pt idx="40137">
                  <c:v>219.97</c:v>
                </c:pt>
                <c:pt idx="40138">
                  <c:v>68.97</c:v>
                </c:pt>
                <c:pt idx="40139">
                  <c:v>51.47</c:v>
                </c:pt>
                <c:pt idx="40140">
                  <c:v>51.47</c:v>
                </c:pt>
                <c:pt idx="40141">
                  <c:v>68.97</c:v>
                </c:pt>
                <c:pt idx="40142">
                  <c:v>68.97</c:v>
                </c:pt>
                <c:pt idx="40143">
                  <c:v>68.37</c:v>
                </c:pt>
                <c:pt idx="40144">
                  <c:v>68.36</c:v>
                </c:pt>
                <c:pt idx="40145">
                  <c:v>68.36</c:v>
                </c:pt>
                <c:pt idx="40146">
                  <c:v>72.989999999999995</c:v>
                </c:pt>
                <c:pt idx="40147">
                  <c:v>169.98</c:v>
                </c:pt>
                <c:pt idx="40148">
                  <c:v>157.97999999999999</c:v>
                </c:pt>
                <c:pt idx="40149">
                  <c:v>169.98</c:v>
                </c:pt>
                <c:pt idx="40150">
                  <c:v>190.97</c:v>
                </c:pt>
                <c:pt idx="40151">
                  <c:v>108.98</c:v>
                </c:pt>
                <c:pt idx="40152">
                  <c:v>192.46</c:v>
                </c:pt>
                <c:pt idx="40153">
                  <c:v>76.489999999999995</c:v>
                </c:pt>
                <c:pt idx="40154">
                  <c:v>38.99</c:v>
                </c:pt>
                <c:pt idx="40155">
                  <c:v>180.97</c:v>
                </c:pt>
                <c:pt idx="40156">
                  <c:v>127.98</c:v>
                </c:pt>
                <c:pt idx="40157">
                  <c:v>150.18</c:v>
                </c:pt>
                <c:pt idx="40158">
                  <c:v>176.51</c:v>
                </c:pt>
                <c:pt idx="40159">
                  <c:v>84.3</c:v>
                </c:pt>
                <c:pt idx="40160">
                  <c:v>170.01</c:v>
                </c:pt>
                <c:pt idx="40161">
                  <c:v>69.989999999999995</c:v>
                </c:pt>
                <c:pt idx="40162">
                  <c:v>69.989999999999995</c:v>
                </c:pt>
                <c:pt idx="40163">
                  <c:v>69.98</c:v>
                </c:pt>
                <c:pt idx="40164">
                  <c:v>13.29</c:v>
                </c:pt>
                <c:pt idx="40165">
                  <c:v>38.090000000000003</c:v>
                </c:pt>
                <c:pt idx="40166">
                  <c:v>61.16</c:v>
                </c:pt>
                <c:pt idx="40167">
                  <c:v>305.94</c:v>
                </c:pt>
                <c:pt idx="40168">
                  <c:v>339.96</c:v>
                </c:pt>
                <c:pt idx="40169">
                  <c:v>229.46</c:v>
                </c:pt>
                <c:pt idx="40170">
                  <c:v>175.72</c:v>
                </c:pt>
                <c:pt idx="40171">
                  <c:v>361.68</c:v>
                </c:pt>
                <c:pt idx="40172">
                  <c:v>169.98</c:v>
                </c:pt>
                <c:pt idx="40173">
                  <c:v>68.069999999999993</c:v>
                </c:pt>
                <c:pt idx="40174">
                  <c:v>75.12</c:v>
                </c:pt>
                <c:pt idx="40175">
                  <c:v>75.12</c:v>
                </c:pt>
                <c:pt idx="40176">
                  <c:v>67.98</c:v>
                </c:pt>
                <c:pt idx="40177">
                  <c:v>84.99</c:v>
                </c:pt>
                <c:pt idx="40178">
                  <c:v>84.99</c:v>
                </c:pt>
                <c:pt idx="40179">
                  <c:v>84.99</c:v>
                </c:pt>
                <c:pt idx="40180">
                  <c:v>68.989999999999995</c:v>
                </c:pt>
                <c:pt idx="40181">
                  <c:v>84.99</c:v>
                </c:pt>
                <c:pt idx="40182">
                  <c:v>54.99</c:v>
                </c:pt>
                <c:pt idx="40183">
                  <c:v>84.99</c:v>
                </c:pt>
                <c:pt idx="40184">
                  <c:v>84.99</c:v>
                </c:pt>
                <c:pt idx="40185">
                  <c:v>85.98</c:v>
                </c:pt>
                <c:pt idx="40186">
                  <c:v>80.88</c:v>
                </c:pt>
                <c:pt idx="40187">
                  <c:v>99.98</c:v>
                </c:pt>
                <c:pt idx="40188">
                  <c:v>82.09</c:v>
                </c:pt>
                <c:pt idx="40189">
                  <c:v>84.99</c:v>
                </c:pt>
                <c:pt idx="40190">
                  <c:v>59.39</c:v>
                </c:pt>
                <c:pt idx="40191">
                  <c:v>84.99</c:v>
                </c:pt>
                <c:pt idx="40192">
                  <c:v>79.040000000000006</c:v>
                </c:pt>
                <c:pt idx="40193">
                  <c:v>84.99</c:v>
                </c:pt>
                <c:pt idx="40194">
                  <c:v>84.99</c:v>
                </c:pt>
                <c:pt idx="40195">
                  <c:v>84.99</c:v>
                </c:pt>
                <c:pt idx="40196">
                  <c:v>169.98</c:v>
                </c:pt>
                <c:pt idx="40197">
                  <c:v>68.989999999999995</c:v>
                </c:pt>
                <c:pt idx="40198">
                  <c:v>97.98</c:v>
                </c:pt>
                <c:pt idx="40199">
                  <c:v>67.98</c:v>
                </c:pt>
                <c:pt idx="40200">
                  <c:v>67.97</c:v>
                </c:pt>
                <c:pt idx="40201">
                  <c:v>67.97</c:v>
                </c:pt>
                <c:pt idx="40202">
                  <c:v>67.98</c:v>
                </c:pt>
                <c:pt idx="40203">
                  <c:v>67.98</c:v>
                </c:pt>
                <c:pt idx="40204">
                  <c:v>67.98</c:v>
                </c:pt>
                <c:pt idx="40205">
                  <c:v>67.98</c:v>
                </c:pt>
                <c:pt idx="40206">
                  <c:v>67.98</c:v>
                </c:pt>
                <c:pt idx="40207">
                  <c:v>73.27</c:v>
                </c:pt>
                <c:pt idx="40208">
                  <c:v>51.97</c:v>
                </c:pt>
                <c:pt idx="40209">
                  <c:v>184.97</c:v>
                </c:pt>
                <c:pt idx="40210">
                  <c:v>169.98</c:v>
                </c:pt>
                <c:pt idx="40211">
                  <c:v>159.97999999999999</c:v>
                </c:pt>
                <c:pt idx="40212">
                  <c:v>89.98</c:v>
                </c:pt>
                <c:pt idx="40213">
                  <c:v>122.97</c:v>
                </c:pt>
                <c:pt idx="40214">
                  <c:v>198.84</c:v>
                </c:pt>
                <c:pt idx="40215">
                  <c:v>210.95</c:v>
                </c:pt>
                <c:pt idx="40216">
                  <c:v>84.99</c:v>
                </c:pt>
                <c:pt idx="40217">
                  <c:v>134.97999999999999</c:v>
                </c:pt>
                <c:pt idx="40218">
                  <c:v>67.97</c:v>
                </c:pt>
                <c:pt idx="40219">
                  <c:v>41.49</c:v>
                </c:pt>
                <c:pt idx="40220">
                  <c:v>41.49</c:v>
                </c:pt>
                <c:pt idx="40221">
                  <c:v>-70.489999999999995</c:v>
                </c:pt>
                <c:pt idx="40222">
                  <c:v>67.97</c:v>
                </c:pt>
                <c:pt idx="40223">
                  <c:v>67.97</c:v>
                </c:pt>
                <c:pt idx="40224">
                  <c:v>70.489999999999995</c:v>
                </c:pt>
                <c:pt idx="40225">
                  <c:v>-70.489999999999995</c:v>
                </c:pt>
                <c:pt idx="40226">
                  <c:v>70.489999999999995</c:v>
                </c:pt>
                <c:pt idx="40227">
                  <c:v>67.97</c:v>
                </c:pt>
                <c:pt idx="40228">
                  <c:v>67.959999999999994</c:v>
                </c:pt>
                <c:pt idx="40229">
                  <c:v>67.959999999999994</c:v>
                </c:pt>
                <c:pt idx="40230">
                  <c:v>67.959999999999994</c:v>
                </c:pt>
                <c:pt idx="40231">
                  <c:v>75</c:v>
                </c:pt>
                <c:pt idx="40232">
                  <c:v>84.99</c:v>
                </c:pt>
                <c:pt idx="40233">
                  <c:v>84.99</c:v>
                </c:pt>
                <c:pt idx="40234">
                  <c:v>83.98</c:v>
                </c:pt>
                <c:pt idx="40235">
                  <c:v>124.39</c:v>
                </c:pt>
                <c:pt idx="40236">
                  <c:v>65.989999999999995</c:v>
                </c:pt>
                <c:pt idx="40237">
                  <c:v>84.99</c:v>
                </c:pt>
                <c:pt idx="40238">
                  <c:v>99.98</c:v>
                </c:pt>
                <c:pt idx="40239">
                  <c:v>84.99</c:v>
                </c:pt>
                <c:pt idx="40240">
                  <c:v>65.989999999999995</c:v>
                </c:pt>
                <c:pt idx="40241">
                  <c:v>84.99</c:v>
                </c:pt>
                <c:pt idx="40242">
                  <c:v>65.989999999999995</c:v>
                </c:pt>
                <c:pt idx="40243">
                  <c:v>84.99</c:v>
                </c:pt>
                <c:pt idx="40244">
                  <c:v>84.99</c:v>
                </c:pt>
                <c:pt idx="40245">
                  <c:v>65.989999999999995</c:v>
                </c:pt>
                <c:pt idx="40246">
                  <c:v>75</c:v>
                </c:pt>
                <c:pt idx="40247">
                  <c:v>74.98</c:v>
                </c:pt>
                <c:pt idx="40248">
                  <c:v>67.86</c:v>
                </c:pt>
                <c:pt idx="40249">
                  <c:v>20.09</c:v>
                </c:pt>
                <c:pt idx="40250">
                  <c:v>26.38</c:v>
                </c:pt>
                <c:pt idx="40251">
                  <c:v>68.989999999999995</c:v>
                </c:pt>
                <c:pt idx="40252">
                  <c:v>68.989999999999995</c:v>
                </c:pt>
                <c:pt idx="40253">
                  <c:v>68.989999999999995</c:v>
                </c:pt>
                <c:pt idx="40254">
                  <c:v>68.989999999999995</c:v>
                </c:pt>
                <c:pt idx="40255">
                  <c:v>68.989999999999995</c:v>
                </c:pt>
                <c:pt idx="40256">
                  <c:v>68.989999999999995</c:v>
                </c:pt>
                <c:pt idx="40257">
                  <c:v>159.97999999999999</c:v>
                </c:pt>
                <c:pt idx="40258">
                  <c:v>159.97999999999999</c:v>
                </c:pt>
                <c:pt idx="40259">
                  <c:v>118.46</c:v>
                </c:pt>
                <c:pt idx="40260">
                  <c:v>159.97999999999999</c:v>
                </c:pt>
                <c:pt idx="40261">
                  <c:v>159.97999999999999</c:v>
                </c:pt>
                <c:pt idx="40262">
                  <c:v>159.97999999999999</c:v>
                </c:pt>
                <c:pt idx="40263">
                  <c:v>139.97999999999999</c:v>
                </c:pt>
                <c:pt idx="40264">
                  <c:v>135.97999999999999</c:v>
                </c:pt>
                <c:pt idx="40265">
                  <c:v>33.090000000000003</c:v>
                </c:pt>
                <c:pt idx="40266">
                  <c:v>149.97999999999999</c:v>
                </c:pt>
                <c:pt idx="40267">
                  <c:v>169.98</c:v>
                </c:pt>
                <c:pt idx="40268">
                  <c:v>159.97999999999999</c:v>
                </c:pt>
                <c:pt idx="40269">
                  <c:v>159.97999999999999</c:v>
                </c:pt>
                <c:pt idx="40270">
                  <c:v>68.98</c:v>
                </c:pt>
                <c:pt idx="40271">
                  <c:v>68.98</c:v>
                </c:pt>
                <c:pt idx="40272">
                  <c:v>68.98</c:v>
                </c:pt>
                <c:pt idx="40273">
                  <c:v>68.98</c:v>
                </c:pt>
                <c:pt idx="40274">
                  <c:v>68.98</c:v>
                </c:pt>
                <c:pt idx="40275">
                  <c:v>68.98</c:v>
                </c:pt>
                <c:pt idx="40276">
                  <c:v>68.98</c:v>
                </c:pt>
                <c:pt idx="40277">
                  <c:v>68.98</c:v>
                </c:pt>
                <c:pt idx="40278">
                  <c:v>68.98</c:v>
                </c:pt>
                <c:pt idx="40279">
                  <c:v>68.98</c:v>
                </c:pt>
                <c:pt idx="40280">
                  <c:v>119.92</c:v>
                </c:pt>
                <c:pt idx="40281">
                  <c:v>89.94</c:v>
                </c:pt>
                <c:pt idx="40282">
                  <c:v>85.44</c:v>
                </c:pt>
                <c:pt idx="40283">
                  <c:v>142.55000000000001</c:v>
                </c:pt>
                <c:pt idx="40284">
                  <c:v>191.12</c:v>
                </c:pt>
                <c:pt idx="40285">
                  <c:v>68.97</c:v>
                </c:pt>
                <c:pt idx="40286">
                  <c:v>68.959999999999994</c:v>
                </c:pt>
                <c:pt idx="40287">
                  <c:v>68.28</c:v>
                </c:pt>
                <c:pt idx="40288">
                  <c:v>17.489999999999998</c:v>
                </c:pt>
                <c:pt idx="40289">
                  <c:v>28.72</c:v>
                </c:pt>
                <c:pt idx="40290">
                  <c:v>8.2899999999999991</c:v>
                </c:pt>
                <c:pt idx="40291">
                  <c:v>73.98</c:v>
                </c:pt>
                <c:pt idx="40292">
                  <c:v>73.97</c:v>
                </c:pt>
                <c:pt idx="40293">
                  <c:v>73.95</c:v>
                </c:pt>
                <c:pt idx="40294">
                  <c:v>67.489999999999995</c:v>
                </c:pt>
                <c:pt idx="40295">
                  <c:v>67.48</c:v>
                </c:pt>
                <c:pt idx="40296">
                  <c:v>67.48</c:v>
                </c:pt>
                <c:pt idx="40297">
                  <c:v>67.47</c:v>
                </c:pt>
                <c:pt idx="40298">
                  <c:v>67.47</c:v>
                </c:pt>
                <c:pt idx="40299">
                  <c:v>152.44999999999999</c:v>
                </c:pt>
                <c:pt idx="40300">
                  <c:v>150.96</c:v>
                </c:pt>
                <c:pt idx="40301">
                  <c:v>195.95</c:v>
                </c:pt>
                <c:pt idx="40302">
                  <c:v>152.44999999999999</c:v>
                </c:pt>
                <c:pt idx="40303">
                  <c:v>152.44999999999999</c:v>
                </c:pt>
                <c:pt idx="40304">
                  <c:v>70.17</c:v>
                </c:pt>
                <c:pt idx="40305">
                  <c:v>188.95</c:v>
                </c:pt>
                <c:pt idx="40306">
                  <c:v>150.96</c:v>
                </c:pt>
                <c:pt idx="40307">
                  <c:v>121.96</c:v>
                </c:pt>
                <c:pt idx="40308">
                  <c:v>103.67</c:v>
                </c:pt>
                <c:pt idx="40309">
                  <c:v>129.46</c:v>
                </c:pt>
                <c:pt idx="40310">
                  <c:v>181.45</c:v>
                </c:pt>
                <c:pt idx="40311">
                  <c:v>121.96</c:v>
                </c:pt>
                <c:pt idx="40312">
                  <c:v>121.96</c:v>
                </c:pt>
                <c:pt idx="40313">
                  <c:v>152.44999999999999</c:v>
                </c:pt>
                <c:pt idx="40314">
                  <c:v>91.97</c:v>
                </c:pt>
                <c:pt idx="40315">
                  <c:v>67.47</c:v>
                </c:pt>
                <c:pt idx="40316">
                  <c:v>67.459999999999994</c:v>
                </c:pt>
                <c:pt idx="40317">
                  <c:v>67.98</c:v>
                </c:pt>
                <c:pt idx="40318">
                  <c:v>67.98</c:v>
                </c:pt>
                <c:pt idx="40319">
                  <c:v>27.38</c:v>
                </c:pt>
                <c:pt idx="40320">
                  <c:v>27.38</c:v>
                </c:pt>
                <c:pt idx="40321">
                  <c:v>74.23</c:v>
                </c:pt>
                <c:pt idx="40322">
                  <c:v>231.94</c:v>
                </c:pt>
                <c:pt idx="40323">
                  <c:v>186.95</c:v>
                </c:pt>
                <c:pt idx="40324">
                  <c:v>241.94</c:v>
                </c:pt>
                <c:pt idx="40325">
                  <c:v>155.94999999999999</c:v>
                </c:pt>
                <c:pt idx="40326">
                  <c:v>241.94</c:v>
                </c:pt>
                <c:pt idx="40327">
                  <c:v>131.96</c:v>
                </c:pt>
                <c:pt idx="40328">
                  <c:v>169.15</c:v>
                </c:pt>
                <c:pt idx="40329">
                  <c:v>200.95</c:v>
                </c:pt>
                <c:pt idx="40330">
                  <c:v>241.94</c:v>
                </c:pt>
                <c:pt idx="40331">
                  <c:v>68.38</c:v>
                </c:pt>
                <c:pt idx="40332">
                  <c:v>68.37</c:v>
                </c:pt>
                <c:pt idx="40333">
                  <c:v>59.85</c:v>
                </c:pt>
                <c:pt idx="40334">
                  <c:v>59.84</c:v>
                </c:pt>
                <c:pt idx="40335">
                  <c:v>74.03</c:v>
                </c:pt>
                <c:pt idx="40336">
                  <c:v>74.03</c:v>
                </c:pt>
                <c:pt idx="40337">
                  <c:v>74</c:v>
                </c:pt>
                <c:pt idx="40338">
                  <c:v>68.17</c:v>
                </c:pt>
                <c:pt idx="40339">
                  <c:v>66.97</c:v>
                </c:pt>
                <c:pt idx="40340">
                  <c:v>89.97</c:v>
                </c:pt>
                <c:pt idx="40341">
                  <c:v>82.96</c:v>
                </c:pt>
                <c:pt idx="40342">
                  <c:v>89.97</c:v>
                </c:pt>
                <c:pt idx="40343">
                  <c:v>74.97</c:v>
                </c:pt>
                <c:pt idx="40344">
                  <c:v>68.97</c:v>
                </c:pt>
                <c:pt idx="40345">
                  <c:v>83.97</c:v>
                </c:pt>
                <c:pt idx="40346">
                  <c:v>68.97</c:v>
                </c:pt>
                <c:pt idx="40347">
                  <c:v>68.97</c:v>
                </c:pt>
                <c:pt idx="40348">
                  <c:v>74.94</c:v>
                </c:pt>
                <c:pt idx="40349">
                  <c:v>49.08</c:v>
                </c:pt>
                <c:pt idx="40350">
                  <c:v>83.97</c:v>
                </c:pt>
                <c:pt idx="40351">
                  <c:v>86.98</c:v>
                </c:pt>
                <c:pt idx="40352">
                  <c:v>84.62</c:v>
                </c:pt>
                <c:pt idx="40353">
                  <c:v>78.959999999999994</c:v>
                </c:pt>
                <c:pt idx="40354">
                  <c:v>68.97</c:v>
                </c:pt>
                <c:pt idx="40355">
                  <c:v>83.97</c:v>
                </c:pt>
                <c:pt idx="40356">
                  <c:v>89.97</c:v>
                </c:pt>
                <c:pt idx="40357">
                  <c:v>50.97</c:v>
                </c:pt>
                <c:pt idx="40358">
                  <c:v>65.98</c:v>
                </c:pt>
                <c:pt idx="40359">
                  <c:v>92.95</c:v>
                </c:pt>
                <c:pt idx="40360">
                  <c:v>50.38</c:v>
                </c:pt>
                <c:pt idx="40361">
                  <c:v>89.97</c:v>
                </c:pt>
                <c:pt idx="40362">
                  <c:v>84.57</c:v>
                </c:pt>
                <c:pt idx="40363">
                  <c:v>89.97</c:v>
                </c:pt>
                <c:pt idx="40364">
                  <c:v>89.97</c:v>
                </c:pt>
                <c:pt idx="40365">
                  <c:v>65.97</c:v>
                </c:pt>
                <c:pt idx="40366">
                  <c:v>66.98</c:v>
                </c:pt>
                <c:pt idx="40367">
                  <c:v>66.98</c:v>
                </c:pt>
                <c:pt idx="40368">
                  <c:v>66.97</c:v>
                </c:pt>
                <c:pt idx="40369">
                  <c:v>67.47</c:v>
                </c:pt>
                <c:pt idx="40370">
                  <c:v>23.38</c:v>
                </c:pt>
                <c:pt idx="40371">
                  <c:v>27.28</c:v>
                </c:pt>
                <c:pt idx="40372">
                  <c:v>73.8</c:v>
                </c:pt>
                <c:pt idx="40373">
                  <c:v>254.97</c:v>
                </c:pt>
                <c:pt idx="40374">
                  <c:v>153.97</c:v>
                </c:pt>
                <c:pt idx="40375">
                  <c:v>169.98</c:v>
                </c:pt>
                <c:pt idx="40376">
                  <c:v>134.97999999999999</c:v>
                </c:pt>
                <c:pt idx="40377">
                  <c:v>169.98</c:v>
                </c:pt>
                <c:pt idx="40378">
                  <c:v>169.98</c:v>
                </c:pt>
                <c:pt idx="40379">
                  <c:v>169.98</c:v>
                </c:pt>
                <c:pt idx="40380">
                  <c:v>199.96</c:v>
                </c:pt>
                <c:pt idx="40381">
                  <c:v>169.98</c:v>
                </c:pt>
                <c:pt idx="40382">
                  <c:v>169.98</c:v>
                </c:pt>
                <c:pt idx="40383">
                  <c:v>68.98</c:v>
                </c:pt>
                <c:pt idx="40384">
                  <c:v>169.98</c:v>
                </c:pt>
                <c:pt idx="40385">
                  <c:v>196.93</c:v>
                </c:pt>
                <c:pt idx="40386">
                  <c:v>73.8</c:v>
                </c:pt>
                <c:pt idx="40387">
                  <c:v>73.8</c:v>
                </c:pt>
                <c:pt idx="40388">
                  <c:v>73.790000000000006</c:v>
                </c:pt>
                <c:pt idx="40389">
                  <c:v>73.790000000000006</c:v>
                </c:pt>
                <c:pt idx="40390">
                  <c:v>73.790000000000006</c:v>
                </c:pt>
                <c:pt idx="40391">
                  <c:v>67.98</c:v>
                </c:pt>
                <c:pt idx="40392">
                  <c:v>67.98</c:v>
                </c:pt>
                <c:pt idx="40393">
                  <c:v>143.96</c:v>
                </c:pt>
                <c:pt idx="40394">
                  <c:v>93.96</c:v>
                </c:pt>
                <c:pt idx="40395">
                  <c:v>61.97</c:v>
                </c:pt>
                <c:pt idx="40396">
                  <c:v>73.98</c:v>
                </c:pt>
                <c:pt idx="40397">
                  <c:v>89.97</c:v>
                </c:pt>
                <c:pt idx="40398">
                  <c:v>59.98</c:v>
                </c:pt>
                <c:pt idx="40399">
                  <c:v>89.97</c:v>
                </c:pt>
                <c:pt idx="40400">
                  <c:v>119.96</c:v>
                </c:pt>
                <c:pt idx="40401">
                  <c:v>157.94999999999999</c:v>
                </c:pt>
                <c:pt idx="40402">
                  <c:v>69.98</c:v>
                </c:pt>
                <c:pt idx="40403">
                  <c:v>59.98</c:v>
                </c:pt>
                <c:pt idx="40404">
                  <c:v>137.96</c:v>
                </c:pt>
                <c:pt idx="40405">
                  <c:v>98.35</c:v>
                </c:pt>
                <c:pt idx="40406">
                  <c:v>67.98</c:v>
                </c:pt>
                <c:pt idx="40407">
                  <c:v>119.96</c:v>
                </c:pt>
                <c:pt idx="40408">
                  <c:v>89.97</c:v>
                </c:pt>
                <c:pt idx="40409">
                  <c:v>106.97</c:v>
                </c:pt>
                <c:pt idx="40410">
                  <c:v>119.96</c:v>
                </c:pt>
                <c:pt idx="40411">
                  <c:v>89.97</c:v>
                </c:pt>
                <c:pt idx="40412">
                  <c:v>105.04</c:v>
                </c:pt>
                <c:pt idx="40413">
                  <c:v>119.96</c:v>
                </c:pt>
                <c:pt idx="40414">
                  <c:v>67.98</c:v>
                </c:pt>
                <c:pt idx="40415">
                  <c:v>67.98</c:v>
                </c:pt>
                <c:pt idx="40416">
                  <c:v>67.98</c:v>
                </c:pt>
                <c:pt idx="40417">
                  <c:v>41.88</c:v>
                </c:pt>
                <c:pt idx="40418">
                  <c:v>67.959999999999994</c:v>
                </c:pt>
                <c:pt idx="40419">
                  <c:v>67.959999999999994</c:v>
                </c:pt>
                <c:pt idx="40420">
                  <c:v>25.28</c:v>
                </c:pt>
                <c:pt idx="40421">
                  <c:v>84.99</c:v>
                </c:pt>
                <c:pt idx="40422">
                  <c:v>54.99</c:v>
                </c:pt>
                <c:pt idx="40423">
                  <c:v>84.99</c:v>
                </c:pt>
                <c:pt idx="40424">
                  <c:v>36.29</c:v>
                </c:pt>
                <c:pt idx="40425">
                  <c:v>74.98</c:v>
                </c:pt>
                <c:pt idx="40426">
                  <c:v>84.99</c:v>
                </c:pt>
                <c:pt idx="40427">
                  <c:v>58.98</c:v>
                </c:pt>
                <c:pt idx="40428">
                  <c:v>84.99</c:v>
                </c:pt>
                <c:pt idx="40429">
                  <c:v>79.98</c:v>
                </c:pt>
                <c:pt idx="40430">
                  <c:v>139.97999999999999</c:v>
                </c:pt>
                <c:pt idx="40431">
                  <c:v>54.99</c:v>
                </c:pt>
                <c:pt idx="40432">
                  <c:v>46.29</c:v>
                </c:pt>
                <c:pt idx="40433">
                  <c:v>54.99</c:v>
                </c:pt>
                <c:pt idx="40434">
                  <c:v>84.99</c:v>
                </c:pt>
                <c:pt idx="40435">
                  <c:v>68.989999999999995</c:v>
                </c:pt>
                <c:pt idx="40436">
                  <c:v>109.98</c:v>
                </c:pt>
                <c:pt idx="40437">
                  <c:v>89.98</c:v>
                </c:pt>
                <c:pt idx="40438">
                  <c:v>31.25</c:v>
                </c:pt>
                <c:pt idx="40439">
                  <c:v>25.26</c:v>
                </c:pt>
                <c:pt idx="40440">
                  <c:v>25.26</c:v>
                </c:pt>
                <c:pt idx="40441">
                  <c:v>25.26</c:v>
                </c:pt>
                <c:pt idx="40442">
                  <c:v>25.26</c:v>
                </c:pt>
                <c:pt idx="40443">
                  <c:v>64.09</c:v>
                </c:pt>
                <c:pt idx="40444">
                  <c:v>79.78</c:v>
                </c:pt>
                <c:pt idx="40445">
                  <c:v>118.98</c:v>
                </c:pt>
                <c:pt idx="40446">
                  <c:v>84.99</c:v>
                </c:pt>
                <c:pt idx="40447">
                  <c:v>137.97999999999999</c:v>
                </c:pt>
                <c:pt idx="40448">
                  <c:v>84.99</c:v>
                </c:pt>
                <c:pt idx="40449">
                  <c:v>145.97</c:v>
                </c:pt>
                <c:pt idx="40450">
                  <c:v>84.99</c:v>
                </c:pt>
                <c:pt idx="40451">
                  <c:v>117.97</c:v>
                </c:pt>
                <c:pt idx="40452">
                  <c:v>131.97999999999999</c:v>
                </c:pt>
                <c:pt idx="40453">
                  <c:v>150.18</c:v>
                </c:pt>
                <c:pt idx="40454">
                  <c:v>131.97999999999999</c:v>
                </c:pt>
                <c:pt idx="40455">
                  <c:v>72.98</c:v>
                </c:pt>
                <c:pt idx="40456">
                  <c:v>66.58</c:v>
                </c:pt>
                <c:pt idx="40457">
                  <c:v>66.56</c:v>
                </c:pt>
                <c:pt idx="40458">
                  <c:v>67.12</c:v>
                </c:pt>
                <c:pt idx="40459">
                  <c:v>51.83</c:v>
                </c:pt>
                <c:pt idx="40460">
                  <c:v>65.989999999999995</c:v>
                </c:pt>
                <c:pt idx="40461">
                  <c:v>119.97</c:v>
                </c:pt>
                <c:pt idx="40462">
                  <c:v>52.48</c:v>
                </c:pt>
                <c:pt idx="40463">
                  <c:v>65.989999999999995</c:v>
                </c:pt>
                <c:pt idx="40464">
                  <c:v>115.98</c:v>
                </c:pt>
                <c:pt idx="40465">
                  <c:v>52.83</c:v>
                </c:pt>
                <c:pt idx="40466">
                  <c:v>65.989999999999995</c:v>
                </c:pt>
                <c:pt idx="40467">
                  <c:v>99.98</c:v>
                </c:pt>
                <c:pt idx="40468">
                  <c:v>124.97</c:v>
                </c:pt>
                <c:pt idx="40469">
                  <c:v>55.99</c:v>
                </c:pt>
                <c:pt idx="40470">
                  <c:v>49.99</c:v>
                </c:pt>
                <c:pt idx="40471">
                  <c:v>-1.5</c:v>
                </c:pt>
                <c:pt idx="40472">
                  <c:v>12.49</c:v>
                </c:pt>
                <c:pt idx="40473">
                  <c:v>111.37</c:v>
                </c:pt>
                <c:pt idx="40474">
                  <c:v>222.95</c:v>
                </c:pt>
                <c:pt idx="40475">
                  <c:v>86.98</c:v>
                </c:pt>
                <c:pt idx="40476">
                  <c:v>125.05</c:v>
                </c:pt>
                <c:pt idx="40477">
                  <c:v>65.989999999999995</c:v>
                </c:pt>
                <c:pt idx="40478">
                  <c:v>83.98</c:v>
                </c:pt>
                <c:pt idx="40479">
                  <c:v>76.180000000000007</c:v>
                </c:pt>
                <c:pt idx="40480">
                  <c:v>69.98</c:v>
                </c:pt>
                <c:pt idx="40481">
                  <c:v>18.989999999999998</c:v>
                </c:pt>
                <c:pt idx="40482">
                  <c:v>67.489999999999995</c:v>
                </c:pt>
                <c:pt idx="40483">
                  <c:v>67.489999999999995</c:v>
                </c:pt>
                <c:pt idx="40484">
                  <c:v>67.48</c:v>
                </c:pt>
                <c:pt idx="40485">
                  <c:v>128.24</c:v>
                </c:pt>
                <c:pt idx="40486">
                  <c:v>159.69999999999999</c:v>
                </c:pt>
                <c:pt idx="40487">
                  <c:v>159.69999999999999</c:v>
                </c:pt>
                <c:pt idx="40488">
                  <c:v>159.69999999999999</c:v>
                </c:pt>
                <c:pt idx="40489">
                  <c:v>209.29</c:v>
                </c:pt>
                <c:pt idx="40490">
                  <c:v>159.69999999999999</c:v>
                </c:pt>
                <c:pt idx="40491">
                  <c:v>183.88</c:v>
                </c:pt>
                <c:pt idx="40492">
                  <c:v>159.69999999999999</c:v>
                </c:pt>
                <c:pt idx="40493">
                  <c:v>47.15</c:v>
                </c:pt>
                <c:pt idx="40494">
                  <c:v>79.849999999999994</c:v>
                </c:pt>
                <c:pt idx="40495">
                  <c:v>164.4</c:v>
                </c:pt>
                <c:pt idx="40496">
                  <c:v>239.54</c:v>
                </c:pt>
                <c:pt idx="40497">
                  <c:v>239.54</c:v>
                </c:pt>
                <c:pt idx="40498">
                  <c:v>67.47</c:v>
                </c:pt>
                <c:pt idx="40499">
                  <c:v>60.99</c:v>
                </c:pt>
                <c:pt idx="40500">
                  <c:v>67.459999999999994</c:v>
                </c:pt>
                <c:pt idx="40501">
                  <c:v>144.49</c:v>
                </c:pt>
                <c:pt idx="40502">
                  <c:v>184.97</c:v>
                </c:pt>
                <c:pt idx="40503">
                  <c:v>84.99</c:v>
                </c:pt>
                <c:pt idx="40504">
                  <c:v>154.97999999999999</c:v>
                </c:pt>
                <c:pt idx="40505">
                  <c:v>114.97</c:v>
                </c:pt>
                <c:pt idx="40506">
                  <c:v>84.99</c:v>
                </c:pt>
                <c:pt idx="40507">
                  <c:v>84.99</c:v>
                </c:pt>
                <c:pt idx="40508">
                  <c:v>84.99</c:v>
                </c:pt>
                <c:pt idx="40509">
                  <c:v>153.97999999999999</c:v>
                </c:pt>
                <c:pt idx="40510">
                  <c:v>84.99</c:v>
                </c:pt>
                <c:pt idx="40511">
                  <c:v>84.99</c:v>
                </c:pt>
                <c:pt idx="40512">
                  <c:v>84.99</c:v>
                </c:pt>
                <c:pt idx="40513">
                  <c:v>84.99</c:v>
                </c:pt>
                <c:pt idx="40514">
                  <c:v>131.5</c:v>
                </c:pt>
                <c:pt idx="40515">
                  <c:v>62.47</c:v>
                </c:pt>
                <c:pt idx="40516">
                  <c:v>66.13</c:v>
                </c:pt>
                <c:pt idx="40517">
                  <c:v>31.49</c:v>
                </c:pt>
                <c:pt idx="40518">
                  <c:v>29.99</c:v>
                </c:pt>
                <c:pt idx="40519">
                  <c:v>31.49</c:v>
                </c:pt>
                <c:pt idx="40520">
                  <c:v>29.99</c:v>
                </c:pt>
                <c:pt idx="40521">
                  <c:v>66.58</c:v>
                </c:pt>
                <c:pt idx="40522">
                  <c:v>65.989999999999995</c:v>
                </c:pt>
                <c:pt idx="40523">
                  <c:v>65.989999999999995</c:v>
                </c:pt>
                <c:pt idx="40524">
                  <c:v>115.98</c:v>
                </c:pt>
                <c:pt idx="40525">
                  <c:v>139.96</c:v>
                </c:pt>
                <c:pt idx="40526">
                  <c:v>131.96</c:v>
                </c:pt>
                <c:pt idx="40527">
                  <c:v>60.92</c:v>
                </c:pt>
                <c:pt idx="40528">
                  <c:v>84.99</c:v>
                </c:pt>
                <c:pt idx="40529">
                  <c:v>124.97</c:v>
                </c:pt>
                <c:pt idx="40530">
                  <c:v>89.97</c:v>
                </c:pt>
                <c:pt idx="40531">
                  <c:v>118.07</c:v>
                </c:pt>
                <c:pt idx="40532">
                  <c:v>100.98</c:v>
                </c:pt>
                <c:pt idx="40533">
                  <c:v>119.98</c:v>
                </c:pt>
                <c:pt idx="40534">
                  <c:v>124.97</c:v>
                </c:pt>
                <c:pt idx="40535">
                  <c:v>104.98</c:v>
                </c:pt>
                <c:pt idx="40536">
                  <c:v>74.97</c:v>
                </c:pt>
                <c:pt idx="40537">
                  <c:v>205.69</c:v>
                </c:pt>
                <c:pt idx="40538">
                  <c:v>53.98</c:v>
                </c:pt>
                <c:pt idx="40539">
                  <c:v>89.97</c:v>
                </c:pt>
                <c:pt idx="40540">
                  <c:v>138.37</c:v>
                </c:pt>
                <c:pt idx="40541">
                  <c:v>65.989999999999995</c:v>
                </c:pt>
                <c:pt idx="40542">
                  <c:v>65.989999999999995</c:v>
                </c:pt>
                <c:pt idx="40543">
                  <c:v>65.989999999999995</c:v>
                </c:pt>
                <c:pt idx="40544">
                  <c:v>65.989999999999995</c:v>
                </c:pt>
                <c:pt idx="40545">
                  <c:v>65.989999999999995</c:v>
                </c:pt>
                <c:pt idx="40546">
                  <c:v>65.989999999999995</c:v>
                </c:pt>
                <c:pt idx="40547">
                  <c:v>65.989999999999995</c:v>
                </c:pt>
                <c:pt idx="40548">
                  <c:v>65.989999999999995</c:v>
                </c:pt>
                <c:pt idx="40549">
                  <c:v>65.989999999999995</c:v>
                </c:pt>
                <c:pt idx="40550">
                  <c:v>65.989999999999995</c:v>
                </c:pt>
                <c:pt idx="40551">
                  <c:v>65.989999999999995</c:v>
                </c:pt>
                <c:pt idx="40552">
                  <c:v>65.989999999999995</c:v>
                </c:pt>
                <c:pt idx="40553">
                  <c:v>65.98</c:v>
                </c:pt>
                <c:pt idx="40554">
                  <c:v>65.98</c:v>
                </c:pt>
                <c:pt idx="40555">
                  <c:v>65.98</c:v>
                </c:pt>
                <c:pt idx="40556">
                  <c:v>65.98</c:v>
                </c:pt>
                <c:pt idx="40557">
                  <c:v>65.98</c:v>
                </c:pt>
                <c:pt idx="40558">
                  <c:v>164.95</c:v>
                </c:pt>
                <c:pt idx="40559">
                  <c:v>97.52</c:v>
                </c:pt>
                <c:pt idx="40560">
                  <c:v>105.97</c:v>
                </c:pt>
                <c:pt idx="40561">
                  <c:v>178.97</c:v>
                </c:pt>
                <c:pt idx="40562">
                  <c:v>95.37</c:v>
                </c:pt>
                <c:pt idx="40563">
                  <c:v>59.47</c:v>
                </c:pt>
                <c:pt idx="40564">
                  <c:v>167.88</c:v>
                </c:pt>
                <c:pt idx="40565">
                  <c:v>182.22</c:v>
                </c:pt>
                <c:pt idx="40566">
                  <c:v>148.97999999999999</c:v>
                </c:pt>
                <c:pt idx="40567">
                  <c:v>164.98</c:v>
                </c:pt>
                <c:pt idx="40568">
                  <c:v>104.98</c:v>
                </c:pt>
                <c:pt idx="40569">
                  <c:v>150.96</c:v>
                </c:pt>
                <c:pt idx="40570">
                  <c:v>69.83</c:v>
                </c:pt>
                <c:pt idx="40571">
                  <c:v>65.959999999999994</c:v>
                </c:pt>
                <c:pt idx="40572">
                  <c:v>146.97</c:v>
                </c:pt>
                <c:pt idx="40573">
                  <c:v>197.73</c:v>
                </c:pt>
                <c:pt idx="40574">
                  <c:v>65.98</c:v>
                </c:pt>
                <c:pt idx="40575">
                  <c:v>65.98</c:v>
                </c:pt>
                <c:pt idx="40576">
                  <c:v>65.98</c:v>
                </c:pt>
                <c:pt idx="40577">
                  <c:v>65.98</c:v>
                </c:pt>
                <c:pt idx="40578">
                  <c:v>65.989999999999995</c:v>
                </c:pt>
                <c:pt idx="40579">
                  <c:v>65.989999999999995</c:v>
                </c:pt>
                <c:pt idx="40580">
                  <c:v>-73.959999999999994</c:v>
                </c:pt>
                <c:pt idx="40581">
                  <c:v>51.58</c:v>
                </c:pt>
                <c:pt idx="40582">
                  <c:v>336.78</c:v>
                </c:pt>
                <c:pt idx="40583">
                  <c:v>239.54</c:v>
                </c:pt>
                <c:pt idx="40584">
                  <c:v>114.89</c:v>
                </c:pt>
                <c:pt idx="40585">
                  <c:v>245.8</c:v>
                </c:pt>
                <c:pt idx="40586">
                  <c:v>153.62</c:v>
                </c:pt>
                <c:pt idx="40587">
                  <c:v>90.73</c:v>
                </c:pt>
                <c:pt idx="40588">
                  <c:v>239.54</c:v>
                </c:pt>
                <c:pt idx="40589">
                  <c:v>188.69</c:v>
                </c:pt>
                <c:pt idx="40590">
                  <c:v>133.08000000000001</c:v>
                </c:pt>
                <c:pt idx="40591">
                  <c:v>65.98</c:v>
                </c:pt>
                <c:pt idx="40592">
                  <c:v>65.959999999999994</c:v>
                </c:pt>
                <c:pt idx="40593">
                  <c:v>65.98</c:v>
                </c:pt>
                <c:pt idx="40594">
                  <c:v>65.98</c:v>
                </c:pt>
                <c:pt idx="40595">
                  <c:v>65.959999999999994</c:v>
                </c:pt>
                <c:pt idx="40596">
                  <c:v>57.47</c:v>
                </c:pt>
                <c:pt idx="40597">
                  <c:v>17.489999999999998</c:v>
                </c:pt>
                <c:pt idx="40598">
                  <c:v>31.49</c:v>
                </c:pt>
                <c:pt idx="40599">
                  <c:v>65.98</c:v>
                </c:pt>
                <c:pt idx="40600">
                  <c:v>65.98</c:v>
                </c:pt>
                <c:pt idx="40601">
                  <c:v>65.98</c:v>
                </c:pt>
                <c:pt idx="40602">
                  <c:v>238.96</c:v>
                </c:pt>
                <c:pt idx="40603">
                  <c:v>319.88</c:v>
                </c:pt>
                <c:pt idx="40604">
                  <c:v>263.95999999999998</c:v>
                </c:pt>
                <c:pt idx="40605">
                  <c:v>238.96</c:v>
                </c:pt>
                <c:pt idx="40606">
                  <c:v>69.959999999999994</c:v>
                </c:pt>
                <c:pt idx="40607">
                  <c:v>313.94</c:v>
                </c:pt>
                <c:pt idx="40608">
                  <c:v>242.31</c:v>
                </c:pt>
                <c:pt idx="40609">
                  <c:v>65.98</c:v>
                </c:pt>
                <c:pt idx="40610">
                  <c:v>65.97</c:v>
                </c:pt>
                <c:pt idx="40611">
                  <c:v>65.959999999999994</c:v>
                </c:pt>
                <c:pt idx="40612">
                  <c:v>65.97</c:v>
                </c:pt>
                <c:pt idx="40613">
                  <c:v>65.97</c:v>
                </c:pt>
                <c:pt idx="40614">
                  <c:v>79.95</c:v>
                </c:pt>
                <c:pt idx="40615">
                  <c:v>-79.95</c:v>
                </c:pt>
                <c:pt idx="40616">
                  <c:v>82.5</c:v>
                </c:pt>
                <c:pt idx="40617">
                  <c:v>104.95</c:v>
                </c:pt>
                <c:pt idx="40618">
                  <c:v>55.98</c:v>
                </c:pt>
                <c:pt idx="40619">
                  <c:v>58.47</c:v>
                </c:pt>
                <c:pt idx="40620">
                  <c:v>77.98</c:v>
                </c:pt>
                <c:pt idx="40621">
                  <c:v>65.98</c:v>
                </c:pt>
                <c:pt idx="40622">
                  <c:v>55.98</c:v>
                </c:pt>
                <c:pt idx="40623">
                  <c:v>74.97</c:v>
                </c:pt>
                <c:pt idx="40624">
                  <c:v>70.97</c:v>
                </c:pt>
                <c:pt idx="40625">
                  <c:v>50.98</c:v>
                </c:pt>
                <c:pt idx="40626">
                  <c:v>65.94</c:v>
                </c:pt>
                <c:pt idx="40627">
                  <c:v>65.94</c:v>
                </c:pt>
                <c:pt idx="40628">
                  <c:v>37.26</c:v>
                </c:pt>
                <c:pt idx="40629">
                  <c:v>37.26</c:v>
                </c:pt>
                <c:pt idx="40630">
                  <c:v>66.98</c:v>
                </c:pt>
                <c:pt idx="40631">
                  <c:v>66.98</c:v>
                </c:pt>
                <c:pt idx="40632">
                  <c:v>11.47</c:v>
                </c:pt>
                <c:pt idx="40633">
                  <c:v>16.920000000000002</c:v>
                </c:pt>
                <c:pt idx="40634">
                  <c:v>10.87</c:v>
                </c:pt>
                <c:pt idx="40635">
                  <c:v>66.97</c:v>
                </c:pt>
                <c:pt idx="40636">
                  <c:v>66.97</c:v>
                </c:pt>
                <c:pt idx="40637">
                  <c:v>80.95</c:v>
                </c:pt>
                <c:pt idx="40638">
                  <c:v>82.98</c:v>
                </c:pt>
                <c:pt idx="40639">
                  <c:v>169.98</c:v>
                </c:pt>
                <c:pt idx="40640">
                  <c:v>101.95</c:v>
                </c:pt>
                <c:pt idx="40641">
                  <c:v>65.680000000000007</c:v>
                </c:pt>
                <c:pt idx="40642">
                  <c:v>82.59</c:v>
                </c:pt>
                <c:pt idx="40643">
                  <c:v>73.3</c:v>
                </c:pt>
                <c:pt idx="40644">
                  <c:v>228.48</c:v>
                </c:pt>
                <c:pt idx="40645">
                  <c:v>150.18</c:v>
                </c:pt>
                <c:pt idx="40646">
                  <c:v>84.98</c:v>
                </c:pt>
                <c:pt idx="40647">
                  <c:v>169.98</c:v>
                </c:pt>
                <c:pt idx="40648">
                  <c:v>66.92</c:v>
                </c:pt>
                <c:pt idx="40649">
                  <c:v>98.98</c:v>
                </c:pt>
                <c:pt idx="40650">
                  <c:v>93.48</c:v>
                </c:pt>
                <c:pt idx="40651">
                  <c:v>75.09</c:v>
                </c:pt>
                <c:pt idx="40652">
                  <c:v>79.98</c:v>
                </c:pt>
                <c:pt idx="40653">
                  <c:v>64.84</c:v>
                </c:pt>
                <c:pt idx="40654">
                  <c:v>116.96</c:v>
                </c:pt>
                <c:pt idx="40655">
                  <c:v>130.94999999999999</c:v>
                </c:pt>
                <c:pt idx="40656">
                  <c:v>72.59</c:v>
                </c:pt>
                <c:pt idx="40657">
                  <c:v>72.59</c:v>
                </c:pt>
                <c:pt idx="40658">
                  <c:v>72.59</c:v>
                </c:pt>
                <c:pt idx="40659">
                  <c:v>72.59</c:v>
                </c:pt>
                <c:pt idx="40660">
                  <c:v>72.58</c:v>
                </c:pt>
                <c:pt idx="40661">
                  <c:v>119.96</c:v>
                </c:pt>
                <c:pt idx="40662">
                  <c:v>119.96</c:v>
                </c:pt>
                <c:pt idx="40663">
                  <c:v>174.96</c:v>
                </c:pt>
                <c:pt idx="40664">
                  <c:v>64.98</c:v>
                </c:pt>
                <c:pt idx="40665">
                  <c:v>99.8</c:v>
                </c:pt>
                <c:pt idx="40666">
                  <c:v>111.97</c:v>
                </c:pt>
                <c:pt idx="40667">
                  <c:v>124.97</c:v>
                </c:pt>
                <c:pt idx="40668">
                  <c:v>84.99</c:v>
                </c:pt>
                <c:pt idx="40669">
                  <c:v>139.96</c:v>
                </c:pt>
                <c:pt idx="40670">
                  <c:v>205.95</c:v>
                </c:pt>
                <c:pt idx="40671">
                  <c:v>131.97999999999999</c:v>
                </c:pt>
                <c:pt idx="40672">
                  <c:v>125.97</c:v>
                </c:pt>
                <c:pt idx="40673">
                  <c:v>72.58</c:v>
                </c:pt>
                <c:pt idx="40674">
                  <c:v>72.58</c:v>
                </c:pt>
                <c:pt idx="40675">
                  <c:v>72.58</c:v>
                </c:pt>
                <c:pt idx="40676">
                  <c:v>72.58</c:v>
                </c:pt>
                <c:pt idx="40677">
                  <c:v>72.58</c:v>
                </c:pt>
                <c:pt idx="40678">
                  <c:v>72.58</c:v>
                </c:pt>
                <c:pt idx="40679">
                  <c:v>31.44</c:v>
                </c:pt>
                <c:pt idx="40680">
                  <c:v>72.58</c:v>
                </c:pt>
                <c:pt idx="40681">
                  <c:v>72.58</c:v>
                </c:pt>
                <c:pt idx="40682">
                  <c:v>31.44</c:v>
                </c:pt>
                <c:pt idx="40683">
                  <c:v>121.01</c:v>
                </c:pt>
                <c:pt idx="40684">
                  <c:v>118.78</c:v>
                </c:pt>
                <c:pt idx="40685">
                  <c:v>117.38</c:v>
                </c:pt>
                <c:pt idx="40686">
                  <c:v>87.98</c:v>
                </c:pt>
                <c:pt idx="40687">
                  <c:v>112.18</c:v>
                </c:pt>
                <c:pt idx="40688">
                  <c:v>131.97999999999999</c:v>
                </c:pt>
                <c:pt idx="40689">
                  <c:v>100.98</c:v>
                </c:pt>
                <c:pt idx="40690">
                  <c:v>137.77000000000001</c:v>
                </c:pt>
                <c:pt idx="40691">
                  <c:v>79.98</c:v>
                </c:pt>
                <c:pt idx="40692">
                  <c:v>93.35</c:v>
                </c:pt>
                <c:pt idx="40693">
                  <c:v>127.76</c:v>
                </c:pt>
                <c:pt idx="40694">
                  <c:v>72.58</c:v>
                </c:pt>
                <c:pt idx="40695">
                  <c:v>72.58</c:v>
                </c:pt>
                <c:pt idx="40696">
                  <c:v>72.58</c:v>
                </c:pt>
                <c:pt idx="40697">
                  <c:v>72.58</c:v>
                </c:pt>
                <c:pt idx="40698">
                  <c:v>72.58</c:v>
                </c:pt>
                <c:pt idx="40699">
                  <c:v>72.58</c:v>
                </c:pt>
                <c:pt idx="40700">
                  <c:v>72.58</c:v>
                </c:pt>
                <c:pt idx="40701">
                  <c:v>72.58</c:v>
                </c:pt>
                <c:pt idx="40702">
                  <c:v>72.58</c:v>
                </c:pt>
                <c:pt idx="40703">
                  <c:v>72.58</c:v>
                </c:pt>
                <c:pt idx="40704">
                  <c:v>201.96</c:v>
                </c:pt>
                <c:pt idx="40705">
                  <c:v>167.43</c:v>
                </c:pt>
                <c:pt idx="40706">
                  <c:v>152.97999999999999</c:v>
                </c:pt>
                <c:pt idx="40707">
                  <c:v>175.85</c:v>
                </c:pt>
                <c:pt idx="40708">
                  <c:v>-18</c:v>
                </c:pt>
                <c:pt idx="40709">
                  <c:v>168.28</c:v>
                </c:pt>
                <c:pt idx="40710">
                  <c:v>168.18</c:v>
                </c:pt>
                <c:pt idx="40711">
                  <c:v>84.99</c:v>
                </c:pt>
                <c:pt idx="40712">
                  <c:v>147.97</c:v>
                </c:pt>
                <c:pt idx="40713">
                  <c:v>201.96</c:v>
                </c:pt>
                <c:pt idx="40714">
                  <c:v>153.47999999999999</c:v>
                </c:pt>
                <c:pt idx="40715">
                  <c:v>139.97999999999999</c:v>
                </c:pt>
                <c:pt idx="40716">
                  <c:v>97.97</c:v>
                </c:pt>
                <c:pt idx="40717">
                  <c:v>71.98</c:v>
                </c:pt>
                <c:pt idx="40718">
                  <c:v>72.58</c:v>
                </c:pt>
                <c:pt idx="40719">
                  <c:v>72.58</c:v>
                </c:pt>
                <c:pt idx="40720">
                  <c:v>72.58</c:v>
                </c:pt>
                <c:pt idx="40721">
                  <c:v>72.58</c:v>
                </c:pt>
                <c:pt idx="40722">
                  <c:v>72.58</c:v>
                </c:pt>
                <c:pt idx="40723">
                  <c:v>72.58</c:v>
                </c:pt>
                <c:pt idx="40724">
                  <c:v>64.39</c:v>
                </c:pt>
                <c:pt idx="40725">
                  <c:v>65.989999999999995</c:v>
                </c:pt>
                <c:pt idx="40726">
                  <c:v>82.86</c:v>
                </c:pt>
                <c:pt idx="40727">
                  <c:v>68.989999999999995</c:v>
                </c:pt>
                <c:pt idx="40728">
                  <c:v>56.09</c:v>
                </c:pt>
                <c:pt idx="40729">
                  <c:v>79.98</c:v>
                </c:pt>
                <c:pt idx="40730">
                  <c:v>79.319999999999993</c:v>
                </c:pt>
                <c:pt idx="40731">
                  <c:v>72.56</c:v>
                </c:pt>
                <c:pt idx="40732">
                  <c:v>71.959999999999994</c:v>
                </c:pt>
                <c:pt idx="40733">
                  <c:v>72.56</c:v>
                </c:pt>
                <c:pt idx="40734">
                  <c:v>72.56</c:v>
                </c:pt>
                <c:pt idx="40735">
                  <c:v>72.56</c:v>
                </c:pt>
                <c:pt idx="40736">
                  <c:v>51.07</c:v>
                </c:pt>
                <c:pt idx="40737">
                  <c:v>72.56</c:v>
                </c:pt>
                <c:pt idx="40738">
                  <c:v>119.96</c:v>
                </c:pt>
                <c:pt idx="40739">
                  <c:v>74.97</c:v>
                </c:pt>
                <c:pt idx="40740">
                  <c:v>72.56</c:v>
                </c:pt>
                <c:pt idx="40741">
                  <c:v>72.56</c:v>
                </c:pt>
                <c:pt idx="40742">
                  <c:v>72.56</c:v>
                </c:pt>
                <c:pt idx="40743">
                  <c:v>72.56</c:v>
                </c:pt>
                <c:pt idx="40744">
                  <c:v>71.959999999999994</c:v>
                </c:pt>
                <c:pt idx="40745">
                  <c:v>72.56</c:v>
                </c:pt>
                <c:pt idx="40746">
                  <c:v>72.56</c:v>
                </c:pt>
                <c:pt idx="40747">
                  <c:v>72.55</c:v>
                </c:pt>
                <c:pt idx="40748">
                  <c:v>72.55</c:v>
                </c:pt>
                <c:pt idx="40749">
                  <c:v>72.55</c:v>
                </c:pt>
                <c:pt idx="40750">
                  <c:v>72.55</c:v>
                </c:pt>
                <c:pt idx="40751">
                  <c:v>72.55</c:v>
                </c:pt>
                <c:pt idx="40752">
                  <c:v>72.55</c:v>
                </c:pt>
                <c:pt idx="40753">
                  <c:v>72.55</c:v>
                </c:pt>
                <c:pt idx="40754">
                  <c:v>72.55</c:v>
                </c:pt>
                <c:pt idx="40755">
                  <c:v>84.99</c:v>
                </c:pt>
                <c:pt idx="40756">
                  <c:v>69.55</c:v>
                </c:pt>
                <c:pt idx="40757">
                  <c:v>81.98</c:v>
                </c:pt>
                <c:pt idx="40758">
                  <c:v>84.99</c:v>
                </c:pt>
                <c:pt idx="40759">
                  <c:v>81.98</c:v>
                </c:pt>
                <c:pt idx="40760">
                  <c:v>99.98</c:v>
                </c:pt>
                <c:pt idx="40761">
                  <c:v>56.09</c:v>
                </c:pt>
                <c:pt idx="40762">
                  <c:v>50.99</c:v>
                </c:pt>
                <c:pt idx="40763">
                  <c:v>65.989999999999995</c:v>
                </c:pt>
                <c:pt idx="40764">
                  <c:v>117.76</c:v>
                </c:pt>
                <c:pt idx="40765">
                  <c:v>100.98</c:v>
                </c:pt>
                <c:pt idx="40766">
                  <c:v>48.98</c:v>
                </c:pt>
                <c:pt idx="40767">
                  <c:v>81.98</c:v>
                </c:pt>
                <c:pt idx="40768">
                  <c:v>100.98</c:v>
                </c:pt>
                <c:pt idx="40769">
                  <c:v>81.98</c:v>
                </c:pt>
                <c:pt idx="40770">
                  <c:v>84.99</c:v>
                </c:pt>
                <c:pt idx="40771">
                  <c:v>100.98</c:v>
                </c:pt>
                <c:pt idx="40772">
                  <c:v>72.540000000000006</c:v>
                </c:pt>
                <c:pt idx="40773">
                  <c:v>71.94</c:v>
                </c:pt>
                <c:pt idx="40774">
                  <c:v>71.92</c:v>
                </c:pt>
                <c:pt idx="40775">
                  <c:v>65.67</c:v>
                </c:pt>
                <c:pt idx="40776">
                  <c:v>31.48</c:v>
                </c:pt>
                <c:pt idx="40777">
                  <c:v>136.28</c:v>
                </c:pt>
                <c:pt idx="40778">
                  <c:v>277.92</c:v>
                </c:pt>
                <c:pt idx="40779">
                  <c:v>318.93</c:v>
                </c:pt>
                <c:pt idx="40780">
                  <c:v>77.349999999999994</c:v>
                </c:pt>
                <c:pt idx="40781">
                  <c:v>132.88999999999999</c:v>
                </c:pt>
                <c:pt idx="40782">
                  <c:v>57.48</c:v>
                </c:pt>
                <c:pt idx="40783">
                  <c:v>66.58</c:v>
                </c:pt>
                <c:pt idx="40784">
                  <c:v>66.58</c:v>
                </c:pt>
                <c:pt idx="40785">
                  <c:v>65.989999999999995</c:v>
                </c:pt>
                <c:pt idx="40786">
                  <c:v>65.989999999999995</c:v>
                </c:pt>
                <c:pt idx="40787">
                  <c:v>68.989999999999995</c:v>
                </c:pt>
                <c:pt idx="40788">
                  <c:v>84.99</c:v>
                </c:pt>
                <c:pt idx="40789">
                  <c:v>64.010000000000005</c:v>
                </c:pt>
                <c:pt idx="40790">
                  <c:v>68.989999999999995</c:v>
                </c:pt>
                <c:pt idx="40791">
                  <c:v>84.99</c:v>
                </c:pt>
                <c:pt idx="40792">
                  <c:v>84.99</c:v>
                </c:pt>
                <c:pt idx="40793">
                  <c:v>76.489999999999995</c:v>
                </c:pt>
                <c:pt idx="40794">
                  <c:v>65.989999999999995</c:v>
                </c:pt>
                <c:pt idx="40795">
                  <c:v>64.81</c:v>
                </c:pt>
                <c:pt idx="40796">
                  <c:v>65.989999999999995</c:v>
                </c:pt>
                <c:pt idx="40797">
                  <c:v>65.989999999999995</c:v>
                </c:pt>
                <c:pt idx="40798">
                  <c:v>65.989999999999995</c:v>
                </c:pt>
                <c:pt idx="40799">
                  <c:v>65.989999999999995</c:v>
                </c:pt>
                <c:pt idx="40800">
                  <c:v>65.989999999999995</c:v>
                </c:pt>
                <c:pt idx="40801">
                  <c:v>65.989999999999995</c:v>
                </c:pt>
                <c:pt idx="40802">
                  <c:v>65.989999999999995</c:v>
                </c:pt>
                <c:pt idx="40803">
                  <c:v>65.989999999999995</c:v>
                </c:pt>
                <c:pt idx="40804">
                  <c:v>65.989999999999995</c:v>
                </c:pt>
                <c:pt idx="40805">
                  <c:v>95.17</c:v>
                </c:pt>
                <c:pt idx="40806">
                  <c:v>134.97</c:v>
                </c:pt>
                <c:pt idx="40807">
                  <c:v>122.47</c:v>
                </c:pt>
                <c:pt idx="40808">
                  <c:v>5.19</c:v>
                </c:pt>
                <c:pt idx="40809">
                  <c:v>171.48</c:v>
                </c:pt>
                <c:pt idx="40810">
                  <c:v>121.98</c:v>
                </c:pt>
                <c:pt idx="40811">
                  <c:v>131.97999999999999</c:v>
                </c:pt>
                <c:pt idx="40812">
                  <c:v>20.49</c:v>
                </c:pt>
                <c:pt idx="40813">
                  <c:v>161.96</c:v>
                </c:pt>
                <c:pt idx="40814">
                  <c:v>131.97999999999999</c:v>
                </c:pt>
                <c:pt idx="40815">
                  <c:v>22.93</c:v>
                </c:pt>
                <c:pt idx="40816">
                  <c:v>87.98</c:v>
                </c:pt>
                <c:pt idx="40817">
                  <c:v>115.98</c:v>
                </c:pt>
                <c:pt idx="40818">
                  <c:v>37.479999999999997</c:v>
                </c:pt>
                <c:pt idx="40819">
                  <c:v>197.97</c:v>
                </c:pt>
                <c:pt idx="40820">
                  <c:v>40.1</c:v>
                </c:pt>
                <c:pt idx="40821">
                  <c:v>131.97999999999999</c:v>
                </c:pt>
                <c:pt idx="40822">
                  <c:v>31.48</c:v>
                </c:pt>
                <c:pt idx="40823">
                  <c:v>65.989999999999995</c:v>
                </c:pt>
                <c:pt idx="40824">
                  <c:v>46.47</c:v>
                </c:pt>
                <c:pt idx="40825">
                  <c:v>31.48</c:v>
                </c:pt>
                <c:pt idx="40826">
                  <c:v>59.98</c:v>
                </c:pt>
                <c:pt idx="40827">
                  <c:v>59.98</c:v>
                </c:pt>
                <c:pt idx="40828">
                  <c:v>59.98</c:v>
                </c:pt>
                <c:pt idx="40829">
                  <c:v>65.19</c:v>
                </c:pt>
                <c:pt idx="40830">
                  <c:v>59.97</c:v>
                </c:pt>
                <c:pt idx="40831">
                  <c:v>59.96</c:v>
                </c:pt>
                <c:pt idx="40832">
                  <c:v>59.96</c:v>
                </c:pt>
                <c:pt idx="40833">
                  <c:v>169.98</c:v>
                </c:pt>
                <c:pt idx="40834">
                  <c:v>217.96</c:v>
                </c:pt>
                <c:pt idx="40835">
                  <c:v>91.98</c:v>
                </c:pt>
                <c:pt idx="40836">
                  <c:v>131.97999999999999</c:v>
                </c:pt>
                <c:pt idx="40837">
                  <c:v>184.97</c:v>
                </c:pt>
                <c:pt idx="40838">
                  <c:v>156.66999999999999</c:v>
                </c:pt>
                <c:pt idx="40839">
                  <c:v>174.97</c:v>
                </c:pt>
                <c:pt idx="40840">
                  <c:v>184.97</c:v>
                </c:pt>
                <c:pt idx="40841">
                  <c:v>169.98</c:v>
                </c:pt>
                <c:pt idx="40842">
                  <c:v>134.97999999999999</c:v>
                </c:pt>
                <c:pt idx="40843">
                  <c:v>104.97</c:v>
                </c:pt>
                <c:pt idx="40844">
                  <c:v>159.61000000000001</c:v>
                </c:pt>
                <c:pt idx="40845">
                  <c:v>59.96</c:v>
                </c:pt>
                <c:pt idx="40846">
                  <c:v>71.97</c:v>
                </c:pt>
                <c:pt idx="40847">
                  <c:v>71.86</c:v>
                </c:pt>
                <c:pt idx="40848">
                  <c:v>71.86</c:v>
                </c:pt>
                <c:pt idx="40849">
                  <c:v>71.86</c:v>
                </c:pt>
                <c:pt idx="40850">
                  <c:v>71.86</c:v>
                </c:pt>
                <c:pt idx="40851">
                  <c:v>71.86</c:v>
                </c:pt>
                <c:pt idx="40852">
                  <c:v>71.86</c:v>
                </c:pt>
                <c:pt idx="40853">
                  <c:v>71.86</c:v>
                </c:pt>
                <c:pt idx="40854">
                  <c:v>71.86</c:v>
                </c:pt>
                <c:pt idx="40855">
                  <c:v>71.86</c:v>
                </c:pt>
                <c:pt idx="40856">
                  <c:v>64.989999999999995</c:v>
                </c:pt>
                <c:pt idx="40857">
                  <c:v>64.989999999999995</c:v>
                </c:pt>
                <c:pt idx="40858">
                  <c:v>64.989999999999995</c:v>
                </c:pt>
                <c:pt idx="40859">
                  <c:v>139.13999999999999</c:v>
                </c:pt>
                <c:pt idx="40860">
                  <c:v>99.98</c:v>
                </c:pt>
                <c:pt idx="40861">
                  <c:v>46.45</c:v>
                </c:pt>
                <c:pt idx="40862">
                  <c:v>147.66999999999999</c:v>
                </c:pt>
                <c:pt idx="40863">
                  <c:v>80.47</c:v>
                </c:pt>
                <c:pt idx="40864">
                  <c:v>130.96</c:v>
                </c:pt>
                <c:pt idx="40865">
                  <c:v>65.989999999999995</c:v>
                </c:pt>
                <c:pt idx="40866">
                  <c:v>65.989999999999995</c:v>
                </c:pt>
                <c:pt idx="40867">
                  <c:v>98.42</c:v>
                </c:pt>
                <c:pt idx="40868">
                  <c:v>81.98</c:v>
                </c:pt>
                <c:pt idx="40869">
                  <c:v>105.98</c:v>
                </c:pt>
                <c:pt idx="40870">
                  <c:v>64.989999999999995</c:v>
                </c:pt>
                <c:pt idx="40871">
                  <c:v>52.24</c:v>
                </c:pt>
                <c:pt idx="40872">
                  <c:v>52.24</c:v>
                </c:pt>
                <c:pt idx="40873">
                  <c:v>52.24</c:v>
                </c:pt>
                <c:pt idx="40874">
                  <c:v>52.24</c:v>
                </c:pt>
                <c:pt idx="40875">
                  <c:v>64.98</c:v>
                </c:pt>
                <c:pt idx="40876">
                  <c:v>52.24</c:v>
                </c:pt>
                <c:pt idx="40877">
                  <c:v>84.99</c:v>
                </c:pt>
                <c:pt idx="40878">
                  <c:v>29.67</c:v>
                </c:pt>
                <c:pt idx="40879">
                  <c:v>128.96</c:v>
                </c:pt>
                <c:pt idx="40880">
                  <c:v>111.96</c:v>
                </c:pt>
                <c:pt idx="40881">
                  <c:v>242.92</c:v>
                </c:pt>
                <c:pt idx="40882">
                  <c:v>114.97</c:v>
                </c:pt>
                <c:pt idx="40883">
                  <c:v>64.98</c:v>
                </c:pt>
                <c:pt idx="40884">
                  <c:v>99.98</c:v>
                </c:pt>
                <c:pt idx="40885">
                  <c:v>99.98</c:v>
                </c:pt>
                <c:pt idx="40886">
                  <c:v>84.98</c:v>
                </c:pt>
                <c:pt idx="40887">
                  <c:v>113.96</c:v>
                </c:pt>
                <c:pt idx="40888">
                  <c:v>54.98</c:v>
                </c:pt>
                <c:pt idx="40889">
                  <c:v>117.96</c:v>
                </c:pt>
                <c:pt idx="40890">
                  <c:v>99.98</c:v>
                </c:pt>
                <c:pt idx="40891">
                  <c:v>84.99</c:v>
                </c:pt>
                <c:pt idx="40892">
                  <c:v>85.06</c:v>
                </c:pt>
                <c:pt idx="40893">
                  <c:v>46.48</c:v>
                </c:pt>
                <c:pt idx="40894">
                  <c:v>84.99</c:v>
                </c:pt>
                <c:pt idx="40895">
                  <c:v>84.99</c:v>
                </c:pt>
                <c:pt idx="40896">
                  <c:v>84.99</c:v>
                </c:pt>
                <c:pt idx="40897">
                  <c:v>99.98</c:v>
                </c:pt>
                <c:pt idx="40898">
                  <c:v>64.98</c:v>
                </c:pt>
                <c:pt idx="40899">
                  <c:v>64.98</c:v>
                </c:pt>
                <c:pt idx="40900">
                  <c:v>64.98</c:v>
                </c:pt>
                <c:pt idx="40901">
                  <c:v>64.989999999999995</c:v>
                </c:pt>
                <c:pt idx="40902">
                  <c:v>52.24</c:v>
                </c:pt>
                <c:pt idx="40903">
                  <c:v>64.989999999999995</c:v>
                </c:pt>
                <c:pt idx="40904">
                  <c:v>64.989999999999995</c:v>
                </c:pt>
                <c:pt idx="40905">
                  <c:v>131.97999999999999</c:v>
                </c:pt>
                <c:pt idx="40906">
                  <c:v>87.97</c:v>
                </c:pt>
                <c:pt idx="40907">
                  <c:v>65.989999999999995</c:v>
                </c:pt>
                <c:pt idx="40908">
                  <c:v>129.57</c:v>
                </c:pt>
                <c:pt idx="40909">
                  <c:v>80.98</c:v>
                </c:pt>
                <c:pt idx="40910">
                  <c:v>117.28</c:v>
                </c:pt>
                <c:pt idx="40911">
                  <c:v>79.040000000000006</c:v>
                </c:pt>
                <c:pt idx="40912">
                  <c:v>121.98</c:v>
                </c:pt>
                <c:pt idx="40913">
                  <c:v>131.46</c:v>
                </c:pt>
                <c:pt idx="40914">
                  <c:v>92.67</c:v>
                </c:pt>
                <c:pt idx="40915">
                  <c:v>94.98</c:v>
                </c:pt>
                <c:pt idx="40916">
                  <c:v>114.97</c:v>
                </c:pt>
                <c:pt idx="40917">
                  <c:v>113.86</c:v>
                </c:pt>
                <c:pt idx="40918">
                  <c:v>84.99</c:v>
                </c:pt>
                <c:pt idx="40919">
                  <c:v>84.99</c:v>
                </c:pt>
                <c:pt idx="40920">
                  <c:v>65.989999999999995</c:v>
                </c:pt>
                <c:pt idx="40921">
                  <c:v>95.46</c:v>
                </c:pt>
                <c:pt idx="40922">
                  <c:v>76.27</c:v>
                </c:pt>
                <c:pt idx="40923">
                  <c:v>65.989999999999995</c:v>
                </c:pt>
                <c:pt idx="40924">
                  <c:v>64.989999999999995</c:v>
                </c:pt>
                <c:pt idx="40925">
                  <c:v>64.989999999999995</c:v>
                </c:pt>
                <c:pt idx="40926">
                  <c:v>52.24</c:v>
                </c:pt>
                <c:pt idx="40927">
                  <c:v>64.989999999999995</c:v>
                </c:pt>
                <c:pt idx="40928">
                  <c:v>52.24</c:v>
                </c:pt>
                <c:pt idx="40929">
                  <c:v>52.24</c:v>
                </c:pt>
                <c:pt idx="40930">
                  <c:v>64.989999999999995</c:v>
                </c:pt>
                <c:pt idx="40931">
                  <c:v>52.24</c:v>
                </c:pt>
                <c:pt idx="40932">
                  <c:v>64.98</c:v>
                </c:pt>
                <c:pt idx="40933">
                  <c:v>54.99</c:v>
                </c:pt>
                <c:pt idx="40934">
                  <c:v>77.98</c:v>
                </c:pt>
                <c:pt idx="40935">
                  <c:v>104.98</c:v>
                </c:pt>
                <c:pt idx="40936">
                  <c:v>105.96</c:v>
                </c:pt>
                <c:pt idx="40937">
                  <c:v>67.88</c:v>
                </c:pt>
                <c:pt idx="40938">
                  <c:v>77.2</c:v>
                </c:pt>
                <c:pt idx="40939">
                  <c:v>129.97</c:v>
                </c:pt>
                <c:pt idx="40940">
                  <c:v>72.97</c:v>
                </c:pt>
                <c:pt idx="40941">
                  <c:v>54.99</c:v>
                </c:pt>
                <c:pt idx="40942">
                  <c:v>74.98</c:v>
                </c:pt>
                <c:pt idx="40943">
                  <c:v>71.989999999999995</c:v>
                </c:pt>
                <c:pt idx="40944">
                  <c:v>120.18</c:v>
                </c:pt>
                <c:pt idx="40945">
                  <c:v>54.3</c:v>
                </c:pt>
                <c:pt idx="40946">
                  <c:v>104.24</c:v>
                </c:pt>
                <c:pt idx="40947">
                  <c:v>145.97</c:v>
                </c:pt>
                <c:pt idx="40948">
                  <c:v>108.96</c:v>
                </c:pt>
                <c:pt idx="40949">
                  <c:v>84.99</c:v>
                </c:pt>
                <c:pt idx="40950">
                  <c:v>84.99</c:v>
                </c:pt>
                <c:pt idx="40951">
                  <c:v>89.96</c:v>
                </c:pt>
                <c:pt idx="40952">
                  <c:v>84.99</c:v>
                </c:pt>
                <c:pt idx="40953">
                  <c:v>53.98</c:v>
                </c:pt>
                <c:pt idx="40954">
                  <c:v>84.99</c:v>
                </c:pt>
                <c:pt idx="40955">
                  <c:v>59.98</c:v>
                </c:pt>
                <c:pt idx="40956">
                  <c:v>52.24</c:v>
                </c:pt>
                <c:pt idx="40957">
                  <c:v>64.97</c:v>
                </c:pt>
                <c:pt idx="40958">
                  <c:v>52.24</c:v>
                </c:pt>
                <c:pt idx="40959">
                  <c:v>64.98</c:v>
                </c:pt>
                <c:pt idx="40960">
                  <c:v>64.98</c:v>
                </c:pt>
                <c:pt idx="40961">
                  <c:v>64.98</c:v>
                </c:pt>
                <c:pt idx="40962">
                  <c:v>64.98</c:v>
                </c:pt>
                <c:pt idx="40963">
                  <c:v>64.98</c:v>
                </c:pt>
                <c:pt idx="40964">
                  <c:v>64.98</c:v>
                </c:pt>
                <c:pt idx="40965">
                  <c:v>64.98</c:v>
                </c:pt>
                <c:pt idx="40966">
                  <c:v>64.98</c:v>
                </c:pt>
                <c:pt idx="40967">
                  <c:v>41.29</c:v>
                </c:pt>
                <c:pt idx="40968">
                  <c:v>99.98</c:v>
                </c:pt>
                <c:pt idx="40969">
                  <c:v>99.98</c:v>
                </c:pt>
                <c:pt idx="40970">
                  <c:v>149.97</c:v>
                </c:pt>
                <c:pt idx="40971">
                  <c:v>64.98</c:v>
                </c:pt>
                <c:pt idx="40972">
                  <c:v>64.98</c:v>
                </c:pt>
                <c:pt idx="40973">
                  <c:v>64.98</c:v>
                </c:pt>
                <c:pt idx="40974">
                  <c:v>30.24</c:v>
                </c:pt>
                <c:pt idx="40975">
                  <c:v>56.49</c:v>
                </c:pt>
                <c:pt idx="40976">
                  <c:v>64.98</c:v>
                </c:pt>
                <c:pt idx="40977">
                  <c:v>52.23</c:v>
                </c:pt>
                <c:pt idx="40978">
                  <c:v>80.739999999999995</c:v>
                </c:pt>
                <c:pt idx="40979">
                  <c:v>65.989999999999995</c:v>
                </c:pt>
                <c:pt idx="40980">
                  <c:v>84.99</c:v>
                </c:pt>
                <c:pt idx="40981">
                  <c:v>68.989999999999995</c:v>
                </c:pt>
                <c:pt idx="40982">
                  <c:v>84.99</c:v>
                </c:pt>
                <c:pt idx="40983">
                  <c:v>84.99</c:v>
                </c:pt>
                <c:pt idx="40984">
                  <c:v>84.99</c:v>
                </c:pt>
                <c:pt idx="40985">
                  <c:v>84.99</c:v>
                </c:pt>
                <c:pt idx="40986">
                  <c:v>84.99</c:v>
                </c:pt>
                <c:pt idx="40987">
                  <c:v>68.989999999999995</c:v>
                </c:pt>
                <c:pt idx="40988">
                  <c:v>84.99</c:v>
                </c:pt>
                <c:pt idx="40989">
                  <c:v>84.99</c:v>
                </c:pt>
                <c:pt idx="40990">
                  <c:v>84.99</c:v>
                </c:pt>
                <c:pt idx="40991">
                  <c:v>84.99</c:v>
                </c:pt>
                <c:pt idx="40992">
                  <c:v>84.99</c:v>
                </c:pt>
                <c:pt idx="40993">
                  <c:v>84.99</c:v>
                </c:pt>
                <c:pt idx="40994">
                  <c:v>79.040000000000006</c:v>
                </c:pt>
                <c:pt idx="40995">
                  <c:v>49.99</c:v>
                </c:pt>
                <c:pt idx="40996">
                  <c:v>84.99</c:v>
                </c:pt>
                <c:pt idx="40997">
                  <c:v>94.98</c:v>
                </c:pt>
                <c:pt idx="40998">
                  <c:v>84.99</c:v>
                </c:pt>
                <c:pt idx="40999">
                  <c:v>81.56</c:v>
                </c:pt>
                <c:pt idx="41000">
                  <c:v>65.989999999999995</c:v>
                </c:pt>
                <c:pt idx="41001">
                  <c:v>65.989999999999995</c:v>
                </c:pt>
                <c:pt idx="41002">
                  <c:v>65.989999999999995</c:v>
                </c:pt>
                <c:pt idx="41003">
                  <c:v>65.989999999999995</c:v>
                </c:pt>
                <c:pt idx="41004">
                  <c:v>65.989999999999995</c:v>
                </c:pt>
                <c:pt idx="41005">
                  <c:v>130.9</c:v>
                </c:pt>
                <c:pt idx="41006">
                  <c:v>130.66</c:v>
                </c:pt>
                <c:pt idx="41007">
                  <c:v>66.650000000000006</c:v>
                </c:pt>
                <c:pt idx="41008">
                  <c:v>24.99</c:v>
                </c:pt>
                <c:pt idx="41009">
                  <c:v>119.16</c:v>
                </c:pt>
                <c:pt idx="41010">
                  <c:v>130.66</c:v>
                </c:pt>
                <c:pt idx="41011">
                  <c:v>89.62</c:v>
                </c:pt>
                <c:pt idx="41012">
                  <c:v>131.07</c:v>
                </c:pt>
                <c:pt idx="41013">
                  <c:v>24.99</c:v>
                </c:pt>
                <c:pt idx="41014">
                  <c:v>104.16</c:v>
                </c:pt>
                <c:pt idx="41015">
                  <c:v>89.41</c:v>
                </c:pt>
                <c:pt idx="41016">
                  <c:v>153.63999999999999</c:v>
                </c:pt>
                <c:pt idx="41017">
                  <c:v>106.96</c:v>
                </c:pt>
                <c:pt idx="41018">
                  <c:v>90.98</c:v>
                </c:pt>
                <c:pt idx="41019">
                  <c:v>65.98</c:v>
                </c:pt>
                <c:pt idx="41020">
                  <c:v>65.98</c:v>
                </c:pt>
                <c:pt idx="41021">
                  <c:v>65.98</c:v>
                </c:pt>
                <c:pt idx="41022">
                  <c:v>103.63</c:v>
                </c:pt>
                <c:pt idx="41023">
                  <c:v>83.94</c:v>
                </c:pt>
                <c:pt idx="41024">
                  <c:v>84.99</c:v>
                </c:pt>
                <c:pt idx="41025">
                  <c:v>132.09</c:v>
                </c:pt>
                <c:pt idx="41026">
                  <c:v>99.98</c:v>
                </c:pt>
                <c:pt idx="41027">
                  <c:v>86.48</c:v>
                </c:pt>
                <c:pt idx="41028">
                  <c:v>133.91999999999999</c:v>
                </c:pt>
                <c:pt idx="41029">
                  <c:v>84.99</c:v>
                </c:pt>
                <c:pt idx="41030">
                  <c:v>84.99</c:v>
                </c:pt>
                <c:pt idx="41031">
                  <c:v>84.99</c:v>
                </c:pt>
                <c:pt idx="41032">
                  <c:v>50.14</c:v>
                </c:pt>
                <c:pt idx="41033">
                  <c:v>134.97999999999999</c:v>
                </c:pt>
                <c:pt idx="41034">
                  <c:v>79.040000000000006</c:v>
                </c:pt>
                <c:pt idx="41035">
                  <c:v>104.13</c:v>
                </c:pt>
                <c:pt idx="41036">
                  <c:v>84.99</c:v>
                </c:pt>
                <c:pt idx="41037">
                  <c:v>134.96</c:v>
                </c:pt>
                <c:pt idx="41038">
                  <c:v>64.98</c:v>
                </c:pt>
                <c:pt idx="41039">
                  <c:v>118.98</c:v>
                </c:pt>
                <c:pt idx="41040">
                  <c:v>79.2</c:v>
                </c:pt>
                <c:pt idx="41041">
                  <c:v>67.14</c:v>
                </c:pt>
                <c:pt idx="41042">
                  <c:v>65.98</c:v>
                </c:pt>
                <c:pt idx="41043">
                  <c:v>65.98</c:v>
                </c:pt>
                <c:pt idx="41044">
                  <c:v>65.98</c:v>
                </c:pt>
                <c:pt idx="41045">
                  <c:v>65.98</c:v>
                </c:pt>
                <c:pt idx="41046">
                  <c:v>65.98</c:v>
                </c:pt>
                <c:pt idx="41047">
                  <c:v>57.28</c:v>
                </c:pt>
                <c:pt idx="41048">
                  <c:v>65.959999999999994</c:v>
                </c:pt>
                <c:pt idx="41049">
                  <c:v>84.99</c:v>
                </c:pt>
                <c:pt idx="41050">
                  <c:v>104.98</c:v>
                </c:pt>
                <c:pt idx="41051">
                  <c:v>68.989999999999995</c:v>
                </c:pt>
                <c:pt idx="41052">
                  <c:v>96.48</c:v>
                </c:pt>
                <c:pt idx="41053">
                  <c:v>146.96</c:v>
                </c:pt>
                <c:pt idx="41054">
                  <c:v>111.98</c:v>
                </c:pt>
                <c:pt idx="41055">
                  <c:v>99.44</c:v>
                </c:pt>
                <c:pt idx="41056">
                  <c:v>79.98</c:v>
                </c:pt>
                <c:pt idx="41057">
                  <c:v>103.98</c:v>
                </c:pt>
                <c:pt idx="41058">
                  <c:v>104.98</c:v>
                </c:pt>
                <c:pt idx="41059">
                  <c:v>84.99</c:v>
                </c:pt>
                <c:pt idx="41060">
                  <c:v>90.98</c:v>
                </c:pt>
                <c:pt idx="41061">
                  <c:v>123.08</c:v>
                </c:pt>
                <c:pt idx="41062">
                  <c:v>84.99</c:v>
                </c:pt>
                <c:pt idx="41063">
                  <c:v>79.33</c:v>
                </c:pt>
                <c:pt idx="41064">
                  <c:v>84.99</c:v>
                </c:pt>
                <c:pt idx="41065">
                  <c:v>65.959999999999994</c:v>
                </c:pt>
                <c:pt idx="41066">
                  <c:v>65.959999999999994</c:v>
                </c:pt>
                <c:pt idx="41067">
                  <c:v>65.959999999999994</c:v>
                </c:pt>
                <c:pt idx="41068">
                  <c:v>65.959999999999994</c:v>
                </c:pt>
                <c:pt idx="41069">
                  <c:v>65.959999999999994</c:v>
                </c:pt>
                <c:pt idx="41070">
                  <c:v>70.98</c:v>
                </c:pt>
                <c:pt idx="41071">
                  <c:v>219.91</c:v>
                </c:pt>
                <c:pt idx="41072">
                  <c:v>198.37</c:v>
                </c:pt>
                <c:pt idx="41073">
                  <c:v>198.37</c:v>
                </c:pt>
                <c:pt idx="41074">
                  <c:v>148.77000000000001</c:v>
                </c:pt>
                <c:pt idx="41075">
                  <c:v>189.88</c:v>
                </c:pt>
                <c:pt idx="41076">
                  <c:v>216.53</c:v>
                </c:pt>
                <c:pt idx="41077">
                  <c:v>248.29</c:v>
                </c:pt>
                <c:pt idx="41078">
                  <c:v>97.99</c:v>
                </c:pt>
                <c:pt idx="41079">
                  <c:v>65.95</c:v>
                </c:pt>
                <c:pt idx="41080">
                  <c:v>70.98</c:v>
                </c:pt>
                <c:pt idx="41081">
                  <c:v>65.94</c:v>
                </c:pt>
                <c:pt idx="41082">
                  <c:v>65.94</c:v>
                </c:pt>
                <c:pt idx="41083">
                  <c:v>70.97</c:v>
                </c:pt>
                <c:pt idx="41084">
                  <c:v>20.49</c:v>
                </c:pt>
                <c:pt idx="41085">
                  <c:v>20.49</c:v>
                </c:pt>
                <c:pt idx="41086">
                  <c:v>70.97</c:v>
                </c:pt>
                <c:pt idx="41087">
                  <c:v>20.49</c:v>
                </c:pt>
                <c:pt idx="41088">
                  <c:v>20.49</c:v>
                </c:pt>
                <c:pt idx="41089">
                  <c:v>70.959999999999994</c:v>
                </c:pt>
                <c:pt idx="41090">
                  <c:v>143.69</c:v>
                </c:pt>
                <c:pt idx="41091">
                  <c:v>149.46</c:v>
                </c:pt>
                <c:pt idx="41092">
                  <c:v>135.47</c:v>
                </c:pt>
                <c:pt idx="41093">
                  <c:v>-149.99</c:v>
                </c:pt>
                <c:pt idx="41094">
                  <c:v>98.12</c:v>
                </c:pt>
                <c:pt idx="41095">
                  <c:v>131.41</c:v>
                </c:pt>
                <c:pt idx="41096">
                  <c:v>203.21</c:v>
                </c:pt>
                <c:pt idx="41097">
                  <c:v>84.64</c:v>
                </c:pt>
                <c:pt idx="41098">
                  <c:v>149.99</c:v>
                </c:pt>
                <c:pt idx="41099">
                  <c:v>101.6</c:v>
                </c:pt>
                <c:pt idx="41100">
                  <c:v>203.21</c:v>
                </c:pt>
                <c:pt idx="41101">
                  <c:v>200.16</c:v>
                </c:pt>
                <c:pt idx="41102">
                  <c:v>135.44</c:v>
                </c:pt>
                <c:pt idx="41103">
                  <c:v>135.47</c:v>
                </c:pt>
                <c:pt idx="41104">
                  <c:v>187.49</c:v>
                </c:pt>
                <c:pt idx="41105">
                  <c:v>149.99</c:v>
                </c:pt>
                <c:pt idx="41106">
                  <c:v>135.47</c:v>
                </c:pt>
                <c:pt idx="41107">
                  <c:v>187.49</c:v>
                </c:pt>
                <c:pt idx="41108">
                  <c:v>64.78</c:v>
                </c:pt>
                <c:pt idx="41109">
                  <c:v>64.760000000000005</c:v>
                </c:pt>
                <c:pt idx="41110">
                  <c:v>71.37</c:v>
                </c:pt>
                <c:pt idx="41111">
                  <c:v>71.37</c:v>
                </c:pt>
                <c:pt idx="41112">
                  <c:v>79.849999999999994</c:v>
                </c:pt>
                <c:pt idx="41113">
                  <c:v>76.569999999999993</c:v>
                </c:pt>
                <c:pt idx="41114">
                  <c:v>114.91</c:v>
                </c:pt>
                <c:pt idx="41115">
                  <c:v>79.849999999999994</c:v>
                </c:pt>
                <c:pt idx="41116">
                  <c:v>79.849999999999994</c:v>
                </c:pt>
                <c:pt idx="41117">
                  <c:v>108.86</c:v>
                </c:pt>
                <c:pt idx="41118">
                  <c:v>107.91</c:v>
                </c:pt>
                <c:pt idx="41119">
                  <c:v>95.56</c:v>
                </c:pt>
                <c:pt idx="41120">
                  <c:v>96.78</c:v>
                </c:pt>
                <c:pt idx="41121">
                  <c:v>125.8</c:v>
                </c:pt>
                <c:pt idx="41122">
                  <c:v>71.37</c:v>
                </c:pt>
                <c:pt idx="41123">
                  <c:v>71.349999999999994</c:v>
                </c:pt>
                <c:pt idx="41124">
                  <c:v>71.349999999999994</c:v>
                </c:pt>
                <c:pt idx="41125">
                  <c:v>65.67</c:v>
                </c:pt>
                <c:pt idx="41126">
                  <c:v>61.69</c:v>
                </c:pt>
                <c:pt idx="41127">
                  <c:v>61.69</c:v>
                </c:pt>
                <c:pt idx="41128">
                  <c:v>61.69</c:v>
                </c:pt>
                <c:pt idx="41129">
                  <c:v>61.69</c:v>
                </c:pt>
                <c:pt idx="41130">
                  <c:v>61.67</c:v>
                </c:pt>
                <c:pt idx="41131">
                  <c:v>64.48</c:v>
                </c:pt>
                <c:pt idx="41132">
                  <c:v>61.65</c:v>
                </c:pt>
                <c:pt idx="41133">
                  <c:v>64.459999999999994</c:v>
                </c:pt>
                <c:pt idx="41134">
                  <c:v>64.98</c:v>
                </c:pt>
                <c:pt idx="41135">
                  <c:v>64.98</c:v>
                </c:pt>
                <c:pt idx="41136">
                  <c:v>169.98</c:v>
                </c:pt>
                <c:pt idx="41137">
                  <c:v>164.24</c:v>
                </c:pt>
                <c:pt idx="41138">
                  <c:v>146.85</c:v>
                </c:pt>
                <c:pt idx="41139">
                  <c:v>229.97</c:v>
                </c:pt>
                <c:pt idx="41140">
                  <c:v>64.98</c:v>
                </c:pt>
                <c:pt idx="41141">
                  <c:v>-7.2</c:v>
                </c:pt>
                <c:pt idx="41142">
                  <c:v>65.989999999999995</c:v>
                </c:pt>
                <c:pt idx="41143">
                  <c:v>64.760000000000005</c:v>
                </c:pt>
                <c:pt idx="41144">
                  <c:v>58.98</c:v>
                </c:pt>
                <c:pt idx="41145">
                  <c:v>70.77</c:v>
                </c:pt>
                <c:pt idx="41146">
                  <c:v>299.93</c:v>
                </c:pt>
                <c:pt idx="41147">
                  <c:v>284.95</c:v>
                </c:pt>
                <c:pt idx="41148">
                  <c:v>307.93</c:v>
                </c:pt>
                <c:pt idx="41149">
                  <c:v>310.31</c:v>
                </c:pt>
                <c:pt idx="41150">
                  <c:v>168.46</c:v>
                </c:pt>
                <c:pt idx="41151">
                  <c:v>384.91</c:v>
                </c:pt>
                <c:pt idx="41152">
                  <c:v>70.760000000000005</c:v>
                </c:pt>
                <c:pt idx="41153">
                  <c:v>70.760000000000005</c:v>
                </c:pt>
                <c:pt idx="41154">
                  <c:v>65.19</c:v>
                </c:pt>
                <c:pt idx="41155">
                  <c:v>63.98</c:v>
                </c:pt>
                <c:pt idx="41156">
                  <c:v>63.98</c:v>
                </c:pt>
                <c:pt idx="41157">
                  <c:v>51.09</c:v>
                </c:pt>
                <c:pt idx="41158">
                  <c:v>63.98</c:v>
                </c:pt>
                <c:pt idx="41159">
                  <c:v>63.98</c:v>
                </c:pt>
                <c:pt idx="41160">
                  <c:v>51.09</c:v>
                </c:pt>
                <c:pt idx="41161">
                  <c:v>94.97</c:v>
                </c:pt>
                <c:pt idx="41162">
                  <c:v>179.99</c:v>
                </c:pt>
                <c:pt idx="41163">
                  <c:v>190.84</c:v>
                </c:pt>
                <c:pt idx="41164">
                  <c:v>197.97</c:v>
                </c:pt>
                <c:pt idx="41165">
                  <c:v>195.99</c:v>
                </c:pt>
                <c:pt idx="41166">
                  <c:v>131.97999999999999</c:v>
                </c:pt>
                <c:pt idx="41167">
                  <c:v>169.64</c:v>
                </c:pt>
                <c:pt idx="41168">
                  <c:v>167.97</c:v>
                </c:pt>
                <c:pt idx="41169">
                  <c:v>303.95</c:v>
                </c:pt>
                <c:pt idx="41170">
                  <c:v>63.98</c:v>
                </c:pt>
                <c:pt idx="41171">
                  <c:v>63.98</c:v>
                </c:pt>
                <c:pt idx="41172">
                  <c:v>63.98</c:v>
                </c:pt>
                <c:pt idx="41173">
                  <c:v>63.97</c:v>
                </c:pt>
                <c:pt idx="41174">
                  <c:v>63.97</c:v>
                </c:pt>
                <c:pt idx="41175">
                  <c:v>63.98</c:v>
                </c:pt>
                <c:pt idx="41176">
                  <c:v>63.98</c:v>
                </c:pt>
                <c:pt idx="41177">
                  <c:v>119.96</c:v>
                </c:pt>
                <c:pt idx="41178">
                  <c:v>119.96</c:v>
                </c:pt>
                <c:pt idx="41179">
                  <c:v>65.64</c:v>
                </c:pt>
                <c:pt idx="41180">
                  <c:v>119.96</c:v>
                </c:pt>
                <c:pt idx="41181">
                  <c:v>111.86</c:v>
                </c:pt>
                <c:pt idx="41182">
                  <c:v>-29.99</c:v>
                </c:pt>
                <c:pt idx="41183">
                  <c:v>119.96</c:v>
                </c:pt>
                <c:pt idx="41184">
                  <c:v>109.96</c:v>
                </c:pt>
                <c:pt idx="41185">
                  <c:v>111.96</c:v>
                </c:pt>
                <c:pt idx="41186">
                  <c:v>69.97</c:v>
                </c:pt>
                <c:pt idx="41187">
                  <c:v>109.96</c:v>
                </c:pt>
                <c:pt idx="41188">
                  <c:v>58.68</c:v>
                </c:pt>
                <c:pt idx="41189">
                  <c:v>105.97</c:v>
                </c:pt>
                <c:pt idx="41190">
                  <c:v>79.959999999999994</c:v>
                </c:pt>
                <c:pt idx="41191">
                  <c:v>54.99</c:v>
                </c:pt>
                <c:pt idx="41192">
                  <c:v>119.96</c:v>
                </c:pt>
                <c:pt idx="41193">
                  <c:v>119.96</c:v>
                </c:pt>
                <c:pt idx="41194">
                  <c:v>59.98</c:v>
                </c:pt>
                <c:pt idx="41195">
                  <c:v>59.94</c:v>
                </c:pt>
                <c:pt idx="41196">
                  <c:v>116.36</c:v>
                </c:pt>
                <c:pt idx="41197">
                  <c:v>63.96</c:v>
                </c:pt>
                <c:pt idx="41198">
                  <c:v>63.96</c:v>
                </c:pt>
                <c:pt idx="41199">
                  <c:v>63.98</c:v>
                </c:pt>
                <c:pt idx="41200">
                  <c:v>63.96</c:v>
                </c:pt>
                <c:pt idx="41201">
                  <c:v>63.96</c:v>
                </c:pt>
                <c:pt idx="41202">
                  <c:v>63.98</c:v>
                </c:pt>
                <c:pt idx="41203">
                  <c:v>63.96</c:v>
                </c:pt>
                <c:pt idx="41204">
                  <c:v>63.97</c:v>
                </c:pt>
                <c:pt idx="41205">
                  <c:v>55.48</c:v>
                </c:pt>
                <c:pt idx="41206">
                  <c:v>50.95</c:v>
                </c:pt>
                <c:pt idx="41207">
                  <c:v>59.95</c:v>
                </c:pt>
                <c:pt idx="41208">
                  <c:v>51.96</c:v>
                </c:pt>
                <c:pt idx="41209">
                  <c:v>89.96</c:v>
                </c:pt>
                <c:pt idx="41210">
                  <c:v>69.95</c:v>
                </c:pt>
                <c:pt idx="41211">
                  <c:v>63.96</c:v>
                </c:pt>
                <c:pt idx="41212">
                  <c:v>63.97</c:v>
                </c:pt>
                <c:pt idx="41213">
                  <c:v>55.47</c:v>
                </c:pt>
                <c:pt idx="41214">
                  <c:v>63.96</c:v>
                </c:pt>
                <c:pt idx="41215">
                  <c:v>63.96</c:v>
                </c:pt>
                <c:pt idx="41216">
                  <c:v>55.46</c:v>
                </c:pt>
                <c:pt idx="41217">
                  <c:v>149.94999999999999</c:v>
                </c:pt>
                <c:pt idx="41218">
                  <c:v>89.97</c:v>
                </c:pt>
                <c:pt idx="41219">
                  <c:v>58.68</c:v>
                </c:pt>
                <c:pt idx="41220">
                  <c:v>166.94</c:v>
                </c:pt>
                <c:pt idx="41221">
                  <c:v>144.55000000000001</c:v>
                </c:pt>
                <c:pt idx="41222">
                  <c:v>149.94999999999999</c:v>
                </c:pt>
                <c:pt idx="41223">
                  <c:v>131.97999999999999</c:v>
                </c:pt>
                <c:pt idx="41224">
                  <c:v>155.74</c:v>
                </c:pt>
                <c:pt idx="41225">
                  <c:v>59.98</c:v>
                </c:pt>
                <c:pt idx="41226">
                  <c:v>59.98</c:v>
                </c:pt>
                <c:pt idx="41227">
                  <c:v>59.98</c:v>
                </c:pt>
                <c:pt idx="41228">
                  <c:v>107.96</c:v>
                </c:pt>
                <c:pt idx="41229">
                  <c:v>119.96</c:v>
                </c:pt>
                <c:pt idx="41230">
                  <c:v>59.98</c:v>
                </c:pt>
                <c:pt idx="41231">
                  <c:v>162.97999999999999</c:v>
                </c:pt>
                <c:pt idx="41232">
                  <c:v>161.94</c:v>
                </c:pt>
                <c:pt idx="41233">
                  <c:v>65.56</c:v>
                </c:pt>
                <c:pt idx="41234">
                  <c:v>69.989999999999995</c:v>
                </c:pt>
                <c:pt idx="41235">
                  <c:v>69.989999999999995</c:v>
                </c:pt>
                <c:pt idx="41236">
                  <c:v>69.989999999999995</c:v>
                </c:pt>
                <c:pt idx="41237">
                  <c:v>76.95</c:v>
                </c:pt>
                <c:pt idx="41238">
                  <c:v>129.94999999999999</c:v>
                </c:pt>
                <c:pt idx="41239">
                  <c:v>77.94</c:v>
                </c:pt>
                <c:pt idx="41240">
                  <c:v>90.98</c:v>
                </c:pt>
                <c:pt idx="41241">
                  <c:v>51.96</c:v>
                </c:pt>
                <c:pt idx="41242">
                  <c:v>90.98</c:v>
                </c:pt>
                <c:pt idx="41243">
                  <c:v>131.97999999999999</c:v>
                </c:pt>
                <c:pt idx="41244">
                  <c:v>128.96</c:v>
                </c:pt>
                <c:pt idx="41245">
                  <c:v>129.01</c:v>
                </c:pt>
                <c:pt idx="41246">
                  <c:v>113.53</c:v>
                </c:pt>
                <c:pt idx="41247">
                  <c:v>51.96</c:v>
                </c:pt>
                <c:pt idx="41248">
                  <c:v>63.96</c:v>
                </c:pt>
                <c:pt idx="41249">
                  <c:v>69.98</c:v>
                </c:pt>
                <c:pt idx="41250">
                  <c:v>60.49</c:v>
                </c:pt>
                <c:pt idx="41251">
                  <c:v>56.24</c:v>
                </c:pt>
                <c:pt idx="41252">
                  <c:v>56.24</c:v>
                </c:pt>
                <c:pt idx="41253">
                  <c:v>60.99</c:v>
                </c:pt>
                <c:pt idx="41254">
                  <c:v>60.48</c:v>
                </c:pt>
                <c:pt idx="41255">
                  <c:v>81.47</c:v>
                </c:pt>
                <c:pt idx="41256">
                  <c:v>99.98</c:v>
                </c:pt>
                <c:pt idx="41257">
                  <c:v>65.989999999999995</c:v>
                </c:pt>
                <c:pt idx="41258">
                  <c:v>49.99</c:v>
                </c:pt>
                <c:pt idx="41259">
                  <c:v>60.48</c:v>
                </c:pt>
                <c:pt idx="41260">
                  <c:v>60.48</c:v>
                </c:pt>
                <c:pt idx="41261">
                  <c:v>60.48</c:v>
                </c:pt>
                <c:pt idx="41262">
                  <c:v>60.48</c:v>
                </c:pt>
                <c:pt idx="41263">
                  <c:v>60.48</c:v>
                </c:pt>
                <c:pt idx="41264">
                  <c:v>60.48</c:v>
                </c:pt>
                <c:pt idx="41265">
                  <c:v>60.48</c:v>
                </c:pt>
                <c:pt idx="41266">
                  <c:v>69.97</c:v>
                </c:pt>
                <c:pt idx="41267">
                  <c:v>79.95</c:v>
                </c:pt>
                <c:pt idx="41268">
                  <c:v>95.94</c:v>
                </c:pt>
                <c:pt idx="41269">
                  <c:v>36.29</c:v>
                </c:pt>
                <c:pt idx="41270">
                  <c:v>79.959999999999994</c:v>
                </c:pt>
                <c:pt idx="41271">
                  <c:v>149.94</c:v>
                </c:pt>
                <c:pt idx="41272">
                  <c:v>63.88</c:v>
                </c:pt>
                <c:pt idx="41273">
                  <c:v>63.88</c:v>
                </c:pt>
                <c:pt idx="41274">
                  <c:v>30.48</c:v>
                </c:pt>
                <c:pt idx="41275">
                  <c:v>15.74</c:v>
                </c:pt>
                <c:pt idx="41276">
                  <c:v>63.88</c:v>
                </c:pt>
                <c:pt idx="41277">
                  <c:v>64.989999999999995</c:v>
                </c:pt>
                <c:pt idx="41278">
                  <c:v>128.97</c:v>
                </c:pt>
                <c:pt idx="41279">
                  <c:v>159.97</c:v>
                </c:pt>
                <c:pt idx="41280">
                  <c:v>79.25</c:v>
                </c:pt>
                <c:pt idx="41281">
                  <c:v>97.98</c:v>
                </c:pt>
                <c:pt idx="41282">
                  <c:v>94.97</c:v>
                </c:pt>
                <c:pt idx="41283">
                  <c:v>104.98</c:v>
                </c:pt>
                <c:pt idx="41284">
                  <c:v>169.98</c:v>
                </c:pt>
                <c:pt idx="41285">
                  <c:v>157.27000000000001</c:v>
                </c:pt>
                <c:pt idx="41286">
                  <c:v>104.97</c:v>
                </c:pt>
                <c:pt idx="41287">
                  <c:v>128.97</c:v>
                </c:pt>
                <c:pt idx="41288">
                  <c:v>152.12</c:v>
                </c:pt>
                <c:pt idx="41289">
                  <c:v>79.59</c:v>
                </c:pt>
                <c:pt idx="41290">
                  <c:v>104.98</c:v>
                </c:pt>
                <c:pt idx="41291">
                  <c:v>139.97999999999999</c:v>
                </c:pt>
                <c:pt idx="41292">
                  <c:v>206.26</c:v>
                </c:pt>
                <c:pt idx="41293">
                  <c:v>95.97</c:v>
                </c:pt>
                <c:pt idx="41294">
                  <c:v>141.28</c:v>
                </c:pt>
                <c:pt idx="41295">
                  <c:v>64.989999999999995</c:v>
                </c:pt>
                <c:pt idx="41296">
                  <c:v>64.989999999999995</c:v>
                </c:pt>
                <c:pt idx="41297">
                  <c:v>64.989999999999995</c:v>
                </c:pt>
                <c:pt idx="41298">
                  <c:v>64.989999999999995</c:v>
                </c:pt>
                <c:pt idx="41299">
                  <c:v>64.989999999999995</c:v>
                </c:pt>
                <c:pt idx="41300">
                  <c:v>64.989999999999995</c:v>
                </c:pt>
                <c:pt idx="41301">
                  <c:v>64.989999999999995</c:v>
                </c:pt>
                <c:pt idx="41302">
                  <c:v>69.709999999999994</c:v>
                </c:pt>
                <c:pt idx="41303">
                  <c:v>89.23</c:v>
                </c:pt>
                <c:pt idx="41304">
                  <c:v>84.99</c:v>
                </c:pt>
                <c:pt idx="41305">
                  <c:v>67.930000000000007</c:v>
                </c:pt>
                <c:pt idx="41306">
                  <c:v>75.98</c:v>
                </c:pt>
                <c:pt idx="41307">
                  <c:v>100.91</c:v>
                </c:pt>
                <c:pt idx="41308">
                  <c:v>68.3</c:v>
                </c:pt>
                <c:pt idx="41309">
                  <c:v>98.44</c:v>
                </c:pt>
                <c:pt idx="41310">
                  <c:v>137.13</c:v>
                </c:pt>
                <c:pt idx="41311">
                  <c:v>99.98</c:v>
                </c:pt>
                <c:pt idx="41312">
                  <c:v>55.98</c:v>
                </c:pt>
                <c:pt idx="41313">
                  <c:v>84.99</c:v>
                </c:pt>
                <c:pt idx="41314">
                  <c:v>76.489999999999995</c:v>
                </c:pt>
                <c:pt idx="41315">
                  <c:v>31.45</c:v>
                </c:pt>
                <c:pt idx="41316">
                  <c:v>98.6</c:v>
                </c:pt>
                <c:pt idx="41317">
                  <c:v>79.98</c:v>
                </c:pt>
                <c:pt idx="41318">
                  <c:v>83.14</c:v>
                </c:pt>
                <c:pt idx="41319">
                  <c:v>126.98</c:v>
                </c:pt>
                <c:pt idx="41320">
                  <c:v>99.98</c:v>
                </c:pt>
                <c:pt idx="41321">
                  <c:v>69.98</c:v>
                </c:pt>
                <c:pt idx="41322">
                  <c:v>70.989999999999995</c:v>
                </c:pt>
                <c:pt idx="41323">
                  <c:v>84.99</c:v>
                </c:pt>
                <c:pt idx="41324">
                  <c:v>64.989999999999995</c:v>
                </c:pt>
                <c:pt idx="41325">
                  <c:v>64.989999999999995</c:v>
                </c:pt>
                <c:pt idx="41326">
                  <c:v>64.989999999999995</c:v>
                </c:pt>
                <c:pt idx="41327">
                  <c:v>64.989999999999995</c:v>
                </c:pt>
                <c:pt idx="41328">
                  <c:v>64.989999999999995</c:v>
                </c:pt>
                <c:pt idx="41329">
                  <c:v>135.96</c:v>
                </c:pt>
                <c:pt idx="41330">
                  <c:v>120.96</c:v>
                </c:pt>
                <c:pt idx="41331">
                  <c:v>134.97</c:v>
                </c:pt>
                <c:pt idx="41332">
                  <c:v>257.25</c:v>
                </c:pt>
                <c:pt idx="41333">
                  <c:v>153.97</c:v>
                </c:pt>
                <c:pt idx="41334">
                  <c:v>155.96</c:v>
                </c:pt>
                <c:pt idx="41335">
                  <c:v>84.99</c:v>
                </c:pt>
                <c:pt idx="41336">
                  <c:v>155.97</c:v>
                </c:pt>
                <c:pt idx="41337">
                  <c:v>64.98</c:v>
                </c:pt>
                <c:pt idx="41338">
                  <c:v>51.94</c:v>
                </c:pt>
                <c:pt idx="41339">
                  <c:v>64.98</c:v>
                </c:pt>
                <c:pt idx="41340">
                  <c:v>64.98</c:v>
                </c:pt>
                <c:pt idx="41341">
                  <c:v>53.97</c:v>
                </c:pt>
                <c:pt idx="41342">
                  <c:v>53.97</c:v>
                </c:pt>
                <c:pt idx="41343">
                  <c:v>53.97</c:v>
                </c:pt>
                <c:pt idx="41344">
                  <c:v>53.97</c:v>
                </c:pt>
                <c:pt idx="41345">
                  <c:v>53.97</c:v>
                </c:pt>
                <c:pt idx="41346">
                  <c:v>53.97</c:v>
                </c:pt>
                <c:pt idx="41347">
                  <c:v>53.97</c:v>
                </c:pt>
                <c:pt idx="41348">
                  <c:v>53.97</c:v>
                </c:pt>
                <c:pt idx="41349">
                  <c:v>53.97</c:v>
                </c:pt>
                <c:pt idx="41350">
                  <c:v>49.65</c:v>
                </c:pt>
                <c:pt idx="41351">
                  <c:v>53.97</c:v>
                </c:pt>
                <c:pt idx="41352">
                  <c:v>53.97</c:v>
                </c:pt>
                <c:pt idx="41353">
                  <c:v>53.97</c:v>
                </c:pt>
                <c:pt idx="41354">
                  <c:v>53.97</c:v>
                </c:pt>
                <c:pt idx="41355">
                  <c:v>53.97</c:v>
                </c:pt>
                <c:pt idx="41356">
                  <c:v>53.97</c:v>
                </c:pt>
                <c:pt idx="41357">
                  <c:v>53.97</c:v>
                </c:pt>
                <c:pt idx="41358">
                  <c:v>71.959999999999994</c:v>
                </c:pt>
                <c:pt idx="41359">
                  <c:v>71.959999999999994</c:v>
                </c:pt>
                <c:pt idx="41360">
                  <c:v>44.7</c:v>
                </c:pt>
                <c:pt idx="41361">
                  <c:v>53.97</c:v>
                </c:pt>
                <c:pt idx="41362">
                  <c:v>64.98</c:v>
                </c:pt>
                <c:pt idx="41363">
                  <c:v>64.98</c:v>
                </c:pt>
                <c:pt idx="41364">
                  <c:v>64.98</c:v>
                </c:pt>
                <c:pt idx="41365">
                  <c:v>64.98</c:v>
                </c:pt>
                <c:pt idx="41366">
                  <c:v>64.98</c:v>
                </c:pt>
                <c:pt idx="41367">
                  <c:v>51.93</c:v>
                </c:pt>
                <c:pt idx="41368">
                  <c:v>51.93</c:v>
                </c:pt>
                <c:pt idx="41369">
                  <c:v>127.98</c:v>
                </c:pt>
                <c:pt idx="41370">
                  <c:v>124.98</c:v>
                </c:pt>
                <c:pt idx="41371">
                  <c:v>103.97</c:v>
                </c:pt>
                <c:pt idx="41372">
                  <c:v>115.18</c:v>
                </c:pt>
                <c:pt idx="41373">
                  <c:v>65.989999999999995</c:v>
                </c:pt>
                <c:pt idx="41374">
                  <c:v>131.97999999999999</c:v>
                </c:pt>
                <c:pt idx="41375">
                  <c:v>84.99</c:v>
                </c:pt>
                <c:pt idx="41376">
                  <c:v>89.98</c:v>
                </c:pt>
                <c:pt idx="41377">
                  <c:v>84.99</c:v>
                </c:pt>
                <c:pt idx="41378">
                  <c:v>79.98</c:v>
                </c:pt>
                <c:pt idx="41379">
                  <c:v>59.39</c:v>
                </c:pt>
                <c:pt idx="41380">
                  <c:v>57.98</c:v>
                </c:pt>
                <c:pt idx="41381">
                  <c:v>117.48</c:v>
                </c:pt>
                <c:pt idx="41382">
                  <c:v>255.96</c:v>
                </c:pt>
                <c:pt idx="41383">
                  <c:v>73.48</c:v>
                </c:pt>
                <c:pt idx="41384">
                  <c:v>169.98</c:v>
                </c:pt>
                <c:pt idx="41385">
                  <c:v>64.97</c:v>
                </c:pt>
                <c:pt idx="41386">
                  <c:v>51.93</c:v>
                </c:pt>
                <c:pt idx="41387">
                  <c:v>16.29</c:v>
                </c:pt>
                <c:pt idx="41388">
                  <c:v>31.28</c:v>
                </c:pt>
                <c:pt idx="41389">
                  <c:v>31.28</c:v>
                </c:pt>
                <c:pt idx="41390">
                  <c:v>16.29</c:v>
                </c:pt>
                <c:pt idx="41391">
                  <c:v>109.78</c:v>
                </c:pt>
                <c:pt idx="41392">
                  <c:v>155.94</c:v>
                </c:pt>
                <c:pt idx="41393">
                  <c:v>119.54</c:v>
                </c:pt>
                <c:pt idx="41394">
                  <c:v>121.98</c:v>
                </c:pt>
                <c:pt idx="41395">
                  <c:v>159.97999999999999</c:v>
                </c:pt>
                <c:pt idx="41396">
                  <c:v>159.97999999999999</c:v>
                </c:pt>
                <c:pt idx="41397">
                  <c:v>64.86</c:v>
                </c:pt>
                <c:pt idx="41398">
                  <c:v>63.72</c:v>
                </c:pt>
                <c:pt idx="41399">
                  <c:v>64.760000000000005</c:v>
                </c:pt>
                <c:pt idx="41400">
                  <c:v>205.95</c:v>
                </c:pt>
                <c:pt idx="41401">
                  <c:v>59.95</c:v>
                </c:pt>
                <c:pt idx="41402">
                  <c:v>84.99</c:v>
                </c:pt>
                <c:pt idx="41403">
                  <c:v>79.989999999999995</c:v>
                </c:pt>
                <c:pt idx="41404">
                  <c:v>54.99</c:v>
                </c:pt>
                <c:pt idx="41405">
                  <c:v>159.94</c:v>
                </c:pt>
                <c:pt idx="41406">
                  <c:v>120.96</c:v>
                </c:pt>
                <c:pt idx="41407">
                  <c:v>76.13</c:v>
                </c:pt>
                <c:pt idx="41408">
                  <c:v>121.98</c:v>
                </c:pt>
                <c:pt idx="41409">
                  <c:v>121.98</c:v>
                </c:pt>
                <c:pt idx="41410">
                  <c:v>79.989999999999995</c:v>
                </c:pt>
                <c:pt idx="41411">
                  <c:v>63.58</c:v>
                </c:pt>
                <c:pt idx="41412">
                  <c:v>58.49</c:v>
                </c:pt>
                <c:pt idx="41413">
                  <c:v>70.16</c:v>
                </c:pt>
                <c:pt idx="41414">
                  <c:v>70.16</c:v>
                </c:pt>
                <c:pt idx="41415">
                  <c:v>70.16</c:v>
                </c:pt>
                <c:pt idx="41416">
                  <c:v>70.16</c:v>
                </c:pt>
                <c:pt idx="41417">
                  <c:v>70.16</c:v>
                </c:pt>
                <c:pt idx="41418">
                  <c:v>70.16</c:v>
                </c:pt>
                <c:pt idx="41419">
                  <c:v>70.16</c:v>
                </c:pt>
                <c:pt idx="41420">
                  <c:v>70.16</c:v>
                </c:pt>
                <c:pt idx="41421">
                  <c:v>70.16</c:v>
                </c:pt>
                <c:pt idx="41422">
                  <c:v>70.16</c:v>
                </c:pt>
                <c:pt idx="41423">
                  <c:v>70.14</c:v>
                </c:pt>
                <c:pt idx="41424">
                  <c:v>79.97</c:v>
                </c:pt>
                <c:pt idx="41425">
                  <c:v>114.97</c:v>
                </c:pt>
                <c:pt idx="41426">
                  <c:v>134.96</c:v>
                </c:pt>
                <c:pt idx="41427">
                  <c:v>60.47</c:v>
                </c:pt>
                <c:pt idx="41428">
                  <c:v>99.98</c:v>
                </c:pt>
                <c:pt idx="41429">
                  <c:v>114.97</c:v>
                </c:pt>
                <c:pt idx="41430">
                  <c:v>99.98</c:v>
                </c:pt>
                <c:pt idx="41431">
                  <c:v>154.96</c:v>
                </c:pt>
                <c:pt idx="41432">
                  <c:v>144.96</c:v>
                </c:pt>
                <c:pt idx="41433">
                  <c:v>134.96</c:v>
                </c:pt>
                <c:pt idx="41434">
                  <c:v>79.97</c:v>
                </c:pt>
                <c:pt idx="41435">
                  <c:v>70.14</c:v>
                </c:pt>
                <c:pt idx="41436">
                  <c:v>70.14</c:v>
                </c:pt>
                <c:pt idx="41437">
                  <c:v>70.13</c:v>
                </c:pt>
                <c:pt idx="41438">
                  <c:v>63.47</c:v>
                </c:pt>
                <c:pt idx="41439">
                  <c:v>63.47</c:v>
                </c:pt>
                <c:pt idx="41440">
                  <c:v>14.99</c:v>
                </c:pt>
                <c:pt idx="41441">
                  <c:v>31.48</c:v>
                </c:pt>
                <c:pt idx="41442">
                  <c:v>206.93</c:v>
                </c:pt>
                <c:pt idx="41443">
                  <c:v>169.98</c:v>
                </c:pt>
                <c:pt idx="41444">
                  <c:v>133.96</c:v>
                </c:pt>
                <c:pt idx="41445">
                  <c:v>40</c:v>
                </c:pt>
                <c:pt idx="41446">
                  <c:v>164.05</c:v>
                </c:pt>
                <c:pt idx="41447">
                  <c:v>169.98</c:v>
                </c:pt>
                <c:pt idx="41448">
                  <c:v>131.97999999999999</c:v>
                </c:pt>
                <c:pt idx="41449">
                  <c:v>64.510000000000005</c:v>
                </c:pt>
                <c:pt idx="41450">
                  <c:v>64.48</c:v>
                </c:pt>
                <c:pt idx="41451">
                  <c:v>64.48</c:v>
                </c:pt>
                <c:pt idx="41452">
                  <c:v>33.96</c:v>
                </c:pt>
                <c:pt idx="41453">
                  <c:v>16.920000000000002</c:v>
                </c:pt>
                <c:pt idx="41454">
                  <c:v>64.48</c:v>
                </c:pt>
                <c:pt idx="41455">
                  <c:v>51.79</c:v>
                </c:pt>
                <c:pt idx="41456">
                  <c:v>84.99</c:v>
                </c:pt>
                <c:pt idx="41457">
                  <c:v>149.96</c:v>
                </c:pt>
                <c:pt idx="41458">
                  <c:v>62.29</c:v>
                </c:pt>
                <c:pt idx="41459">
                  <c:v>79.98</c:v>
                </c:pt>
                <c:pt idx="41460">
                  <c:v>65.989999999999995</c:v>
                </c:pt>
                <c:pt idx="41461">
                  <c:v>134.97999999999999</c:v>
                </c:pt>
                <c:pt idx="41462">
                  <c:v>76.86</c:v>
                </c:pt>
                <c:pt idx="41463">
                  <c:v>80.11</c:v>
                </c:pt>
                <c:pt idx="41464">
                  <c:v>87.97</c:v>
                </c:pt>
                <c:pt idx="41465">
                  <c:v>53.16</c:v>
                </c:pt>
                <c:pt idx="41466">
                  <c:v>167.45</c:v>
                </c:pt>
                <c:pt idx="41467">
                  <c:v>95.98</c:v>
                </c:pt>
                <c:pt idx="41468">
                  <c:v>80.34</c:v>
                </c:pt>
                <c:pt idx="41469">
                  <c:v>55.97</c:v>
                </c:pt>
                <c:pt idx="41470">
                  <c:v>118.97</c:v>
                </c:pt>
                <c:pt idx="41471">
                  <c:v>65.959999999999994</c:v>
                </c:pt>
                <c:pt idx="41472">
                  <c:v>128.97999999999999</c:v>
                </c:pt>
                <c:pt idx="41473">
                  <c:v>91.98</c:v>
                </c:pt>
                <c:pt idx="41474">
                  <c:v>84.98</c:v>
                </c:pt>
                <c:pt idx="41475">
                  <c:v>51.78</c:v>
                </c:pt>
                <c:pt idx="41476">
                  <c:v>149.9</c:v>
                </c:pt>
                <c:pt idx="41477">
                  <c:v>665.78</c:v>
                </c:pt>
                <c:pt idx="41478">
                  <c:v>587.88</c:v>
                </c:pt>
                <c:pt idx="41479">
                  <c:v>-115.57</c:v>
                </c:pt>
                <c:pt idx="41480">
                  <c:v>675.04</c:v>
                </c:pt>
                <c:pt idx="41481">
                  <c:v>69.650000000000006</c:v>
                </c:pt>
                <c:pt idx="41482">
                  <c:v>69.069999999999993</c:v>
                </c:pt>
                <c:pt idx="41483">
                  <c:v>57.98</c:v>
                </c:pt>
                <c:pt idx="41484">
                  <c:v>68.989999999999995</c:v>
                </c:pt>
                <c:pt idx="41485">
                  <c:v>62.99</c:v>
                </c:pt>
                <c:pt idx="41486">
                  <c:v>62.99</c:v>
                </c:pt>
                <c:pt idx="41487">
                  <c:v>68.98</c:v>
                </c:pt>
                <c:pt idx="41488">
                  <c:v>68.98</c:v>
                </c:pt>
                <c:pt idx="41489">
                  <c:v>68.98</c:v>
                </c:pt>
                <c:pt idx="41490">
                  <c:v>62.98</c:v>
                </c:pt>
                <c:pt idx="41491">
                  <c:v>62.97</c:v>
                </c:pt>
                <c:pt idx="41492">
                  <c:v>62.97</c:v>
                </c:pt>
                <c:pt idx="41493">
                  <c:v>62.99</c:v>
                </c:pt>
                <c:pt idx="41494">
                  <c:v>68.97</c:v>
                </c:pt>
                <c:pt idx="41495">
                  <c:v>94.89</c:v>
                </c:pt>
                <c:pt idx="41496">
                  <c:v>57.98</c:v>
                </c:pt>
                <c:pt idx="41497">
                  <c:v>145.94999999999999</c:v>
                </c:pt>
                <c:pt idx="41498">
                  <c:v>91.96</c:v>
                </c:pt>
                <c:pt idx="41499">
                  <c:v>220.46</c:v>
                </c:pt>
                <c:pt idx="41500">
                  <c:v>140.96</c:v>
                </c:pt>
                <c:pt idx="41501">
                  <c:v>69.959999999999994</c:v>
                </c:pt>
                <c:pt idx="41502">
                  <c:v>121.96</c:v>
                </c:pt>
                <c:pt idx="41503">
                  <c:v>125.96</c:v>
                </c:pt>
                <c:pt idx="41504">
                  <c:v>169.97</c:v>
                </c:pt>
                <c:pt idx="41505">
                  <c:v>147.94999999999999</c:v>
                </c:pt>
                <c:pt idx="41506">
                  <c:v>79.97</c:v>
                </c:pt>
                <c:pt idx="41507">
                  <c:v>84.99</c:v>
                </c:pt>
                <c:pt idx="41508">
                  <c:v>132</c:v>
                </c:pt>
                <c:pt idx="41509">
                  <c:v>99.98</c:v>
                </c:pt>
                <c:pt idx="41510">
                  <c:v>63.97</c:v>
                </c:pt>
                <c:pt idx="41511">
                  <c:v>149.97</c:v>
                </c:pt>
                <c:pt idx="41512">
                  <c:v>71.97</c:v>
                </c:pt>
                <c:pt idx="41513">
                  <c:v>62.97</c:v>
                </c:pt>
                <c:pt idx="41514">
                  <c:v>62.98</c:v>
                </c:pt>
                <c:pt idx="41515">
                  <c:v>62.98</c:v>
                </c:pt>
                <c:pt idx="41516">
                  <c:v>62.98</c:v>
                </c:pt>
                <c:pt idx="41517">
                  <c:v>62.98</c:v>
                </c:pt>
                <c:pt idx="41518">
                  <c:v>62.98</c:v>
                </c:pt>
                <c:pt idx="41519">
                  <c:v>220.83</c:v>
                </c:pt>
                <c:pt idx="41520">
                  <c:v>197.97</c:v>
                </c:pt>
                <c:pt idx="41521">
                  <c:v>168.47</c:v>
                </c:pt>
                <c:pt idx="41522">
                  <c:v>158.82</c:v>
                </c:pt>
                <c:pt idx="41523">
                  <c:v>62.98</c:v>
                </c:pt>
                <c:pt idx="41524">
                  <c:v>62.98</c:v>
                </c:pt>
                <c:pt idx="41525">
                  <c:v>42.49</c:v>
                </c:pt>
                <c:pt idx="41526">
                  <c:v>7.49</c:v>
                </c:pt>
                <c:pt idx="41527">
                  <c:v>62.98</c:v>
                </c:pt>
                <c:pt idx="41528">
                  <c:v>34.49</c:v>
                </c:pt>
                <c:pt idx="41529">
                  <c:v>11.49</c:v>
                </c:pt>
                <c:pt idx="41530">
                  <c:v>62.97</c:v>
                </c:pt>
                <c:pt idx="41531">
                  <c:v>62.97</c:v>
                </c:pt>
                <c:pt idx="41532">
                  <c:v>62.97</c:v>
                </c:pt>
                <c:pt idx="41533">
                  <c:v>67.72</c:v>
                </c:pt>
                <c:pt idx="41534">
                  <c:v>52.09</c:v>
                </c:pt>
                <c:pt idx="41535">
                  <c:v>67.36</c:v>
                </c:pt>
                <c:pt idx="41536">
                  <c:v>121.91</c:v>
                </c:pt>
                <c:pt idx="41537">
                  <c:v>96.75</c:v>
                </c:pt>
                <c:pt idx="41538">
                  <c:v>62.97</c:v>
                </c:pt>
                <c:pt idx="41539">
                  <c:v>62.97</c:v>
                </c:pt>
                <c:pt idx="41540">
                  <c:v>62.97</c:v>
                </c:pt>
                <c:pt idx="41541">
                  <c:v>62.96</c:v>
                </c:pt>
                <c:pt idx="41542">
                  <c:v>62.96</c:v>
                </c:pt>
                <c:pt idx="41543">
                  <c:v>16.489999999999998</c:v>
                </c:pt>
                <c:pt idx="41544">
                  <c:v>50.21</c:v>
                </c:pt>
                <c:pt idx="41545">
                  <c:v>89.98</c:v>
                </c:pt>
                <c:pt idx="41546">
                  <c:v>89.98</c:v>
                </c:pt>
                <c:pt idx="41547">
                  <c:v>249.37</c:v>
                </c:pt>
                <c:pt idx="41548">
                  <c:v>254.96</c:v>
                </c:pt>
                <c:pt idx="41549">
                  <c:v>84.99</c:v>
                </c:pt>
                <c:pt idx="41550">
                  <c:v>183.97</c:v>
                </c:pt>
                <c:pt idx="41551">
                  <c:v>169.98</c:v>
                </c:pt>
                <c:pt idx="41552">
                  <c:v>152.97999999999999</c:v>
                </c:pt>
                <c:pt idx="41553">
                  <c:v>169.98</c:v>
                </c:pt>
                <c:pt idx="41554">
                  <c:v>272.95</c:v>
                </c:pt>
                <c:pt idx="41555">
                  <c:v>152.96</c:v>
                </c:pt>
                <c:pt idx="41556">
                  <c:v>50.21</c:v>
                </c:pt>
                <c:pt idx="41557">
                  <c:v>50.21</c:v>
                </c:pt>
                <c:pt idx="41558">
                  <c:v>63.47</c:v>
                </c:pt>
                <c:pt idx="41559">
                  <c:v>47.97</c:v>
                </c:pt>
                <c:pt idx="41560">
                  <c:v>63.98</c:v>
                </c:pt>
                <c:pt idx="41561">
                  <c:v>63.98</c:v>
                </c:pt>
                <c:pt idx="41562">
                  <c:v>63.98</c:v>
                </c:pt>
                <c:pt idx="41563">
                  <c:v>169.98</c:v>
                </c:pt>
                <c:pt idx="41564">
                  <c:v>200.26</c:v>
                </c:pt>
                <c:pt idx="41565">
                  <c:v>206.97</c:v>
                </c:pt>
                <c:pt idx="41566">
                  <c:v>206.97</c:v>
                </c:pt>
                <c:pt idx="41567">
                  <c:v>195.57</c:v>
                </c:pt>
                <c:pt idx="41568">
                  <c:v>159.43</c:v>
                </c:pt>
                <c:pt idx="41569">
                  <c:v>56.97</c:v>
                </c:pt>
                <c:pt idx="41570">
                  <c:v>146.94</c:v>
                </c:pt>
                <c:pt idx="41571">
                  <c:v>56.97</c:v>
                </c:pt>
                <c:pt idx="41572">
                  <c:v>63.98</c:v>
                </c:pt>
                <c:pt idx="41573">
                  <c:v>63.98</c:v>
                </c:pt>
                <c:pt idx="41574">
                  <c:v>63.98</c:v>
                </c:pt>
                <c:pt idx="41575">
                  <c:v>63.98</c:v>
                </c:pt>
                <c:pt idx="41576">
                  <c:v>63.98</c:v>
                </c:pt>
                <c:pt idx="41577">
                  <c:v>63.98</c:v>
                </c:pt>
                <c:pt idx="41578">
                  <c:v>63.98</c:v>
                </c:pt>
                <c:pt idx="41579">
                  <c:v>84.99</c:v>
                </c:pt>
                <c:pt idx="41580">
                  <c:v>131.97999999999999</c:v>
                </c:pt>
                <c:pt idx="41581">
                  <c:v>65.989999999999995</c:v>
                </c:pt>
                <c:pt idx="41582">
                  <c:v>165.3</c:v>
                </c:pt>
                <c:pt idx="41583">
                  <c:v>51.29</c:v>
                </c:pt>
                <c:pt idx="41584">
                  <c:v>54.99</c:v>
                </c:pt>
                <c:pt idx="41585">
                  <c:v>82.98</c:v>
                </c:pt>
                <c:pt idx="41586">
                  <c:v>106.98</c:v>
                </c:pt>
                <c:pt idx="41587">
                  <c:v>64.98</c:v>
                </c:pt>
                <c:pt idx="41588">
                  <c:v>109.98</c:v>
                </c:pt>
                <c:pt idx="41589">
                  <c:v>84.99</c:v>
                </c:pt>
                <c:pt idx="41590">
                  <c:v>65.64</c:v>
                </c:pt>
                <c:pt idx="41591">
                  <c:v>86.14</c:v>
                </c:pt>
                <c:pt idx="41592">
                  <c:v>87.98</c:v>
                </c:pt>
                <c:pt idx="41593">
                  <c:v>92.98</c:v>
                </c:pt>
                <c:pt idx="41594">
                  <c:v>54.99</c:v>
                </c:pt>
                <c:pt idx="41595">
                  <c:v>63.97</c:v>
                </c:pt>
                <c:pt idx="41596">
                  <c:v>63.96</c:v>
                </c:pt>
                <c:pt idx="41597">
                  <c:v>71.98</c:v>
                </c:pt>
                <c:pt idx="41598">
                  <c:v>67.95</c:v>
                </c:pt>
                <c:pt idx="41599">
                  <c:v>61.98</c:v>
                </c:pt>
                <c:pt idx="41600">
                  <c:v>65.78</c:v>
                </c:pt>
                <c:pt idx="41601">
                  <c:v>55.1</c:v>
                </c:pt>
                <c:pt idx="41602">
                  <c:v>56.42</c:v>
                </c:pt>
                <c:pt idx="41603">
                  <c:v>63.98</c:v>
                </c:pt>
                <c:pt idx="41604">
                  <c:v>118.96</c:v>
                </c:pt>
                <c:pt idx="41605">
                  <c:v>87.36</c:v>
                </c:pt>
                <c:pt idx="41606">
                  <c:v>57.82</c:v>
                </c:pt>
                <c:pt idx="41607">
                  <c:v>114.95</c:v>
                </c:pt>
                <c:pt idx="41608">
                  <c:v>151.94999999999999</c:v>
                </c:pt>
                <c:pt idx="41609">
                  <c:v>65.180000000000007</c:v>
                </c:pt>
                <c:pt idx="41610">
                  <c:v>59.22</c:v>
                </c:pt>
                <c:pt idx="41611">
                  <c:v>59.98</c:v>
                </c:pt>
                <c:pt idx="41612">
                  <c:v>87.97</c:v>
                </c:pt>
                <c:pt idx="41613">
                  <c:v>62.98</c:v>
                </c:pt>
                <c:pt idx="41614">
                  <c:v>61.98</c:v>
                </c:pt>
                <c:pt idx="41615">
                  <c:v>75.31</c:v>
                </c:pt>
                <c:pt idx="41616">
                  <c:v>95.97</c:v>
                </c:pt>
                <c:pt idx="41617">
                  <c:v>85.37</c:v>
                </c:pt>
                <c:pt idx="41618">
                  <c:v>163.66999999999999</c:v>
                </c:pt>
                <c:pt idx="41619">
                  <c:v>57.6</c:v>
                </c:pt>
                <c:pt idx="41620">
                  <c:v>64.98</c:v>
                </c:pt>
                <c:pt idx="41621">
                  <c:v>63.96</c:v>
                </c:pt>
                <c:pt idx="41622">
                  <c:v>63.96</c:v>
                </c:pt>
                <c:pt idx="41623">
                  <c:v>63.96</c:v>
                </c:pt>
                <c:pt idx="41624">
                  <c:v>63.96</c:v>
                </c:pt>
                <c:pt idx="41625">
                  <c:v>63.96</c:v>
                </c:pt>
                <c:pt idx="41626">
                  <c:v>20.29</c:v>
                </c:pt>
                <c:pt idx="41627">
                  <c:v>26.28</c:v>
                </c:pt>
                <c:pt idx="41628">
                  <c:v>63.96</c:v>
                </c:pt>
                <c:pt idx="41629">
                  <c:v>63.96</c:v>
                </c:pt>
                <c:pt idx="41630">
                  <c:v>83.97</c:v>
                </c:pt>
                <c:pt idx="41631">
                  <c:v>95.97</c:v>
                </c:pt>
                <c:pt idx="41632">
                  <c:v>95.97</c:v>
                </c:pt>
                <c:pt idx="41633">
                  <c:v>113.97</c:v>
                </c:pt>
                <c:pt idx="41634">
                  <c:v>111.96</c:v>
                </c:pt>
                <c:pt idx="41635">
                  <c:v>95.97</c:v>
                </c:pt>
                <c:pt idx="41636">
                  <c:v>98.97</c:v>
                </c:pt>
                <c:pt idx="41637">
                  <c:v>51.97</c:v>
                </c:pt>
                <c:pt idx="41638">
                  <c:v>95.97</c:v>
                </c:pt>
                <c:pt idx="41639">
                  <c:v>63.97</c:v>
                </c:pt>
                <c:pt idx="41640">
                  <c:v>98.97</c:v>
                </c:pt>
                <c:pt idx="41641">
                  <c:v>127.96</c:v>
                </c:pt>
                <c:pt idx="41642">
                  <c:v>88.97</c:v>
                </c:pt>
                <c:pt idx="41643">
                  <c:v>95.97</c:v>
                </c:pt>
                <c:pt idx="41644">
                  <c:v>59.98</c:v>
                </c:pt>
                <c:pt idx="41645">
                  <c:v>85.91</c:v>
                </c:pt>
                <c:pt idx="41646">
                  <c:v>81.97</c:v>
                </c:pt>
                <c:pt idx="41647">
                  <c:v>71.97</c:v>
                </c:pt>
                <c:pt idx="41648">
                  <c:v>83.97</c:v>
                </c:pt>
                <c:pt idx="41649">
                  <c:v>137.94999999999999</c:v>
                </c:pt>
                <c:pt idx="41650">
                  <c:v>95.97</c:v>
                </c:pt>
                <c:pt idx="41651">
                  <c:v>84.99</c:v>
                </c:pt>
                <c:pt idx="41652">
                  <c:v>84.99</c:v>
                </c:pt>
                <c:pt idx="41653">
                  <c:v>84.99</c:v>
                </c:pt>
                <c:pt idx="41654">
                  <c:v>99.98</c:v>
                </c:pt>
                <c:pt idx="41655">
                  <c:v>95.68</c:v>
                </c:pt>
                <c:pt idx="41656">
                  <c:v>59.98</c:v>
                </c:pt>
                <c:pt idx="41657">
                  <c:v>84.99</c:v>
                </c:pt>
                <c:pt idx="41658">
                  <c:v>84.99</c:v>
                </c:pt>
                <c:pt idx="41659">
                  <c:v>84.99</c:v>
                </c:pt>
                <c:pt idx="41660">
                  <c:v>84.99</c:v>
                </c:pt>
                <c:pt idx="41661">
                  <c:v>84.99</c:v>
                </c:pt>
                <c:pt idx="41662">
                  <c:v>84.99</c:v>
                </c:pt>
                <c:pt idx="41663">
                  <c:v>84.99</c:v>
                </c:pt>
                <c:pt idx="41664">
                  <c:v>84.99</c:v>
                </c:pt>
                <c:pt idx="41665">
                  <c:v>99.98</c:v>
                </c:pt>
                <c:pt idx="41666">
                  <c:v>109.72</c:v>
                </c:pt>
                <c:pt idx="41667">
                  <c:v>87.48</c:v>
                </c:pt>
                <c:pt idx="41668">
                  <c:v>99.98</c:v>
                </c:pt>
                <c:pt idx="41669">
                  <c:v>84.99</c:v>
                </c:pt>
                <c:pt idx="41670">
                  <c:v>95.58</c:v>
                </c:pt>
                <c:pt idx="41671">
                  <c:v>84.99</c:v>
                </c:pt>
                <c:pt idx="41672">
                  <c:v>62.57</c:v>
                </c:pt>
                <c:pt idx="41673">
                  <c:v>68.489999999999995</c:v>
                </c:pt>
                <c:pt idx="41674">
                  <c:v>63.58</c:v>
                </c:pt>
                <c:pt idx="41675">
                  <c:v>49.73</c:v>
                </c:pt>
                <c:pt idx="41676">
                  <c:v>62.98</c:v>
                </c:pt>
                <c:pt idx="41677">
                  <c:v>62.98</c:v>
                </c:pt>
                <c:pt idx="41678">
                  <c:v>68.95</c:v>
                </c:pt>
                <c:pt idx="41679">
                  <c:v>68.95</c:v>
                </c:pt>
                <c:pt idx="41680">
                  <c:v>68.95</c:v>
                </c:pt>
                <c:pt idx="41681">
                  <c:v>62.97</c:v>
                </c:pt>
                <c:pt idx="41682">
                  <c:v>84.99</c:v>
                </c:pt>
                <c:pt idx="41683">
                  <c:v>134.97999999999999</c:v>
                </c:pt>
                <c:pt idx="41684">
                  <c:v>84.99</c:v>
                </c:pt>
                <c:pt idx="41685">
                  <c:v>131.97999999999999</c:v>
                </c:pt>
                <c:pt idx="41686">
                  <c:v>134.97999999999999</c:v>
                </c:pt>
                <c:pt idx="41687">
                  <c:v>84.99</c:v>
                </c:pt>
                <c:pt idx="41688">
                  <c:v>84.99</c:v>
                </c:pt>
                <c:pt idx="41689">
                  <c:v>84.99</c:v>
                </c:pt>
                <c:pt idx="41690">
                  <c:v>114.73</c:v>
                </c:pt>
                <c:pt idx="41691">
                  <c:v>68.989999999999995</c:v>
                </c:pt>
                <c:pt idx="41692">
                  <c:v>84.99</c:v>
                </c:pt>
                <c:pt idx="41693">
                  <c:v>134.97999999999999</c:v>
                </c:pt>
                <c:pt idx="41694">
                  <c:v>68.989999999999995</c:v>
                </c:pt>
                <c:pt idx="41695">
                  <c:v>65.989999999999995</c:v>
                </c:pt>
                <c:pt idx="41696">
                  <c:v>65.989999999999995</c:v>
                </c:pt>
                <c:pt idx="41697">
                  <c:v>84.99</c:v>
                </c:pt>
                <c:pt idx="41698">
                  <c:v>131.97999999999999</c:v>
                </c:pt>
                <c:pt idx="41699">
                  <c:v>84.99</c:v>
                </c:pt>
                <c:pt idx="41700">
                  <c:v>84.99</c:v>
                </c:pt>
                <c:pt idx="41701">
                  <c:v>84.99</c:v>
                </c:pt>
                <c:pt idx="41702">
                  <c:v>68.930000000000007</c:v>
                </c:pt>
                <c:pt idx="41703">
                  <c:v>68.930000000000007</c:v>
                </c:pt>
                <c:pt idx="41704">
                  <c:v>68.930000000000007</c:v>
                </c:pt>
                <c:pt idx="41705">
                  <c:v>68.930000000000007</c:v>
                </c:pt>
                <c:pt idx="41706">
                  <c:v>68.930000000000007</c:v>
                </c:pt>
                <c:pt idx="41707">
                  <c:v>68.930000000000007</c:v>
                </c:pt>
                <c:pt idx="41708">
                  <c:v>68.930000000000007</c:v>
                </c:pt>
                <c:pt idx="41709">
                  <c:v>68.930000000000007</c:v>
                </c:pt>
                <c:pt idx="41710">
                  <c:v>68.930000000000007</c:v>
                </c:pt>
                <c:pt idx="41711">
                  <c:v>68.930000000000007</c:v>
                </c:pt>
                <c:pt idx="41712">
                  <c:v>129.96</c:v>
                </c:pt>
                <c:pt idx="41713">
                  <c:v>65.989999999999995</c:v>
                </c:pt>
                <c:pt idx="41714">
                  <c:v>21.24</c:v>
                </c:pt>
                <c:pt idx="41715">
                  <c:v>21.48</c:v>
                </c:pt>
                <c:pt idx="41716">
                  <c:v>65.989999999999995</c:v>
                </c:pt>
                <c:pt idx="41717">
                  <c:v>65.989999999999995</c:v>
                </c:pt>
                <c:pt idx="41718">
                  <c:v>65.989999999999995</c:v>
                </c:pt>
                <c:pt idx="41719">
                  <c:v>129.96</c:v>
                </c:pt>
                <c:pt idx="41720">
                  <c:v>1.5</c:v>
                </c:pt>
                <c:pt idx="41721">
                  <c:v>124.57</c:v>
                </c:pt>
                <c:pt idx="41722">
                  <c:v>21.48</c:v>
                </c:pt>
                <c:pt idx="41723">
                  <c:v>1.5</c:v>
                </c:pt>
                <c:pt idx="41724">
                  <c:v>65.989999999999995</c:v>
                </c:pt>
                <c:pt idx="41725">
                  <c:v>65.989999999999995</c:v>
                </c:pt>
                <c:pt idx="41726">
                  <c:v>124.57</c:v>
                </c:pt>
                <c:pt idx="41727">
                  <c:v>21.24</c:v>
                </c:pt>
                <c:pt idx="41728">
                  <c:v>31.48</c:v>
                </c:pt>
                <c:pt idx="41729">
                  <c:v>65.989999999999995</c:v>
                </c:pt>
                <c:pt idx="41730">
                  <c:v>65.989999999999995</c:v>
                </c:pt>
                <c:pt idx="41731">
                  <c:v>78.760000000000005</c:v>
                </c:pt>
                <c:pt idx="41732">
                  <c:v>65.989999999999995</c:v>
                </c:pt>
                <c:pt idx="41733">
                  <c:v>65.989999999999995</c:v>
                </c:pt>
                <c:pt idx="41734">
                  <c:v>65.989999999999995</c:v>
                </c:pt>
                <c:pt idx="41735">
                  <c:v>65.989999999999995</c:v>
                </c:pt>
                <c:pt idx="41736">
                  <c:v>21.48</c:v>
                </c:pt>
                <c:pt idx="41737">
                  <c:v>-99.98</c:v>
                </c:pt>
                <c:pt idx="41738">
                  <c:v>21.48</c:v>
                </c:pt>
                <c:pt idx="41739">
                  <c:v>65.989999999999995</c:v>
                </c:pt>
                <c:pt idx="41740">
                  <c:v>31.48</c:v>
                </c:pt>
                <c:pt idx="41741">
                  <c:v>65.989999999999995</c:v>
                </c:pt>
                <c:pt idx="41742">
                  <c:v>78.760000000000005</c:v>
                </c:pt>
                <c:pt idx="41743">
                  <c:v>65.989999999999995</c:v>
                </c:pt>
                <c:pt idx="41744">
                  <c:v>39.479999999999997</c:v>
                </c:pt>
                <c:pt idx="41745">
                  <c:v>65.989999999999995</c:v>
                </c:pt>
                <c:pt idx="41746">
                  <c:v>65.989999999999995</c:v>
                </c:pt>
                <c:pt idx="41747">
                  <c:v>-99.98</c:v>
                </c:pt>
                <c:pt idx="41748">
                  <c:v>39.479999999999997</c:v>
                </c:pt>
                <c:pt idx="41749">
                  <c:v>65.989999999999995</c:v>
                </c:pt>
                <c:pt idx="41750">
                  <c:v>68.930000000000007</c:v>
                </c:pt>
                <c:pt idx="41751">
                  <c:v>68.930000000000007</c:v>
                </c:pt>
                <c:pt idx="41752">
                  <c:v>68.930000000000007</c:v>
                </c:pt>
                <c:pt idx="41753">
                  <c:v>68.930000000000007</c:v>
                </c:pt>
                <c:pt idx="41754">
                  <c:v>63.47</c:v>
                </c:pt>
                <c:pt idx="41755">
                  <c:v>63.98</c:v>
                </c:pt>
                <c:pt idx="41756">
                  <c:v>63.97</c:v>
                </c:pt>
                <c:pt idx="41757">
                  <c:v>108.17</c:v>
                </c:pt>
                <c:pt idx="41758">
                  <c:v>59.98</c:v>
                </c:pt>
                <c:pt idx="41759">
                  <c:v>84.99</c:v>
                </c:pt>
                <c:pt idx="41760">
                  <c:v>84.99</c:v>
                </c:pt>
                <c:pt idx="41761">
                  <c:v>59.98</c:v>
                </c:pt>
                <c:pt idx="41762">
                  <c:v>89.97</c:v>
                </c:pt>
                <c:pt idx="41763">
                  <c:v>46.29</c:v>
                </c:pt>
                <c:pt idx="41764">
                  <c:v>98.28</c:v>
                </c:pt>
                <c:pt idx="41765">
                  <c:v>68.989999999999995</c:v>
                </c:pt>
                <c:pt idx="41766">
                  <c:v>50.97</c:v>
                </c:pt>
                <c:pt idx="41767">
                  <c:v>59.98</c:v>
                </c:pt>
                <c:pt idx="41768">
                  <c:v>93.18</c:v>
                </c:pt>
                <c:pt idx="41769">
                  <c:v>159.97999999999999</c:v>
                </c:pt>
                <c:pt idx="41770">
                  <c:v>102.98</c:v>
                </c:pt>
                <c:pt idx="41771">
                  <c:v>80.3</c:v>
                </c:pt>
                <c:pt idx="41772">
                  <c:v>114.98</c:v>
                </c:pt>
                <c:pt idx="41773">
                  <c:v>169.98</c:v>
                </c:pt>
                <c:pt idx="41774">
                  <c:v>77.989999999999995</c:v>
                </c:pt>
                <c:pt idx="41775">
                  <c:v>59.98</c:v>
                </c:pt>
                <c:pt idx="41776">
                  <c:v>129.97999999999999</c:v>
                </c:pt>
                <c:pt idx="41777">
                  <c:v>54.98</c:v>
                </c:pt>
                <c:pt idx="41778">
                  <c:v>102.98</c:v>
                </c:pt>
                <c:pt idx="41779">
                  <c:v>63.96</c:v>
                </c:pt>
                <c:pt idx="41780">
                  <c:v>59.25</c:v>
                </c:pt>
                <c:pt idx="41781">
                  <c:v>59.24</c:v>
                </c:pt>
                <c:pt idx="41782">
                  <c:v>63.86</c:v>
                </c:pt>
                <c:pt idx="41783">
                  <c:v>68.069999999999993</c:v>
                </c:pt>
                <c:pt idx="41784">
                  <c:v>62.09</c:v>
                </c:pt>
                <c:pt idx="41785">
                  <c:v>67.709999999999994</c:v>
                </c:pt>
                <c:pt idx="41786">
                  <c:v>86.03</c:v>
                </c:pt>
                <c:pt idx="41787">
                  <c:v>159.69999999999999</c:v>
                </c:pt>
                <c:pt idx="41788">
                  <c:v>30.21</c:v>
                </c:pt>
                <c:pt idx="41789">
                  <c:v>206.87</c:v>
                </c:pt>
                <c:pt idx="41790">
                  <c:v>138.91</c:v>
                </c:pt>
                <c:pt idx="41791">
                  <c:v>84.92</c:v>
                </c:pt>
                <c:pt idx="41792">
                  <c:v>174.2</c:v>
                </c:pt>
                <c:pt idx="41793">
                  <c:v>146.38999999999999</c:v>
                </c:pt>
                <c:pt idx="41794">
                  <c:v>68.72</c:v>
                </c:pt>
                <c:pt idx="41795">
                  <c:v>79.849999999999994</c:v>
                </c:pt>
                <c:pt idx="41796">
                  <c:v>74.489999999999995</c:v>
                </c:pt>
                <c:pt idx="41797">
                  <c:v>67.87</c:v>
                </c:pt>
                <c:pt idx="41798">
                  <c:v>143.72</c:v>
                </c:pt>
                <c:pt idx="41799">
                  <c:v>86.37</c:v>
                </c:pt>
                <c:pt idx="41800">
                  <c:v>147.6</c:v>
                </c:pt>
                <c:pt idx="41801">
                  <c:v>150.34</c:v>
                </c:pt>
                <c:pt idx="41802">
                  <c:v>160.88</c:v>
                </c:pt>
                <c:pt idx="41803">
                  <c:v>67.97</c:v>
                </c:pt>
                <c:pt idx="41804">
                  <c:v>18.48</c:v>
                </c:pt>
                <c:pt idx="41805">
                  <c:v>30.49</c:v>
                </c:pt>
                <c:pt idx="41806">
                  <c:v>67.95</c:v>
                </c:pt>
                <c:pt idx="41807">
                  <c:v>61.98</c:v>
                </c:pt>
                <c:pt idx="41808">
                  <c:v>119.96</c:v>
                </c:pt>
                <c:pt idx="41809">
                  <c:v>127.96</c:v>
                </c:pt>
                <c:pt idx="41810">
                  <c:v>188.95</c:v>
                </c:pt>
                <c:pt idx="41811">
                  <c:v>143.96</c:v>
                </c:pt>
                <c:pt idx="41812">
                  <c:v>141.96</c:v>
                </c:pt>
                <c:pt idx="41813">
                  <c:v>73.98</c:v>
                </c:pt>
                <c:pt idx="41814">
                  <c:v>145.96</c:v>
                </c:pt>
                <c:pt idx="41815">
                  <c:v>178.95</c:v>
                </c:pt>
                <c:pt idx="41816">
                  <c:v>61.98</c:v>
                </c:pt>
                <c:pt idx="41817">
                  <c:v>123.96</c:v>
                </c:pt>
                <c:pt idx="41818">
                  <c:v>94.05</c:v>
                </c:pt>
                <c:pt idx="41819">
                  <c:v>154.94999999999999</c:v>
                </c:pt>
                <c:pt idx="41820">
                  <c:v>154.94999999999999</c:v>
                </c:pt>
                <c:pt idx="41821">
                  <c:v>73.98</c:v>
                </c:pt>
                <c:pt idx="41822">
                  <c:v>73.98</c:v>
                </c:pt>
                <c:pt idx="41823">
                  <c:v>113.97</c:v>
                </c:pt>
                <c:pt idx="41824">
                  <c:v>61.97</c:v>
                </c:pt>
                <c:pt idx="41825">
                  <c:v>43.28</c:v>
                </c:pt>
                <c:pt idx="41826">
                  <c:v>61.98</c:v>
                </c:pt>
                <c:pt idx="41827">
                  <c:v>61.96</c:v>
                </c:pt>
                <c:pt idx="41828">
                  <c:v>61.98</c:v>
                </c:pt>
                <c:pt idx="41829">
                  <c:v>61.98</c:v>
                </c:pt>
                <c:pt idx="41830">
                  <c:v>61.97</c:v>
                </c:pt>
                <c:pt idx="41831">
                  <c:v>87.47</c:v>
                </c:pt>
                <c:pt idx="41832">
                  <c:v>112.97</c:v>
                </c:pt>
                <c:pt idx="41833">
                  <c:v>220.92</c:v>
                </c:pt>
                <c:pt idx="41834">
                  <c:v>165.96</c:v>
                </c:pt>
                <c:pt idx="41835">
                  <c:v>192.13</c:v>
                </c:pt>
                <c:pt idx="41836">
                  <c:v>152.06</c:v>
                </c:pt>
                <c:pt idx="41837">
                  <c:v>187.11</c:v>
                </c:pt>
                <c:pt idx="41838">
                  <c:v>169.98</c:v>
                </c:pt>
                <c:pt idx="41839">
                  <c:v>84.99</c:v>
                </c:pt>
                <c:pt idx="41840">
                  <c:v>79.98</c:v>
                </c:pt>
                <c:pt idx="41841">
                  <c:v>197.96</c:v>
                </c:pt>
                <c:pt idx="41842">
                  <c:v>49.22</c:v>
                </c:pt>
                <c:pt idx="41843">
                  <c:v>49.22</c:v>
                </c:pt>
                <c:pt idx="41844">
                  <c:v>61.96</c:v>
                </c:pt>
                <c:pt idx="41845">
                  <c:v>61.96</c:v>
                </c:pt>
                <c:pt idx="41846">
                  <c:v>61.96</c:v>
                </c:pt>
                <c:pt idx="41847">
                  <c:v>56.97</c:v>
                </c:pt>
                <c:pt idx="41848">
                  <c:v>62.99</c:v>
                </c:pt>
                <c:pt idx="41849">
                  <c:v>62.99</c:v>
                </c:pt>
                <c:pt idx="41850">
                  <c:v>62.99</c:v>
                </c:pt>
                <c:pt idx="41851">
                  <c:v>62.98</c:v>
                </c:pt>
                <c:pt idx="41852">
                  <c:v>62.98</c:v>
                </c:pt>
                <c:pt idx="41853">
                  <c:v>62.98</c:v>
                </c:pt>
                <c:pt idx="41854">
                  <c:v>62.98</c:v>
                </c:pt>
                <c:pt idx="41855">
                  <c:v>62.98</c:v>
                </c:pt>
                <c:pt idx="41856">
                  <c:v>62.98</c:v>
                </c:pt>
                <c:pt idx="41857">
                  <c:v>62.98</c:v>
                </c:pt>
                <c:pt idx="41858">
                  <c:v>131.97999999999999</c:v>
                </c:pt>
                <c:pt idx="41859">
                  <c:v>62.97</c:v>
                </c:pt>
                <c:pt idx="41860">
                  <c:v>62.97</c:v>
                </c:pt>
                <c:pt idx="41861">
                  <c:v>49.93</c:v>
                </c:pt>
                <c:pt idx="41862">
                  <c:v>62.97</c:v>
                </c:pt>
                <c:pt idx="41863">
                  <c:v>49.92</c:v>
                </c:pt>
                <c:pt idx="41864">
                  <c:v>62.96</c:v>
                </c:pt>
                <c:pt idx="41865">
                  <c:v>24.78</c:v>
                </c:pt>
                <c:pt idx="41866">
                  <c:v>19.489999999999998</c:v>
                </c:pt>
                <c:pt idx="41867">
                  <c:v>36.869999999999997</c:v>
                </c:pt>
                <c:pt idx="41868">
                  <c:v>184.97</c:v>
                </c:pt>
                <c:pt idx="41869">
                  <c:v>99.98</c:v>
                </c:pt>
                <c:pt idx="41870">
                  <c:v>57.98</c:v>
                </c:pt>
                <c:pt idx="41871">
                  <c:v>99.98</c:v>
                </c:pt>
                <c:pt idx="41872">
                  <c:v>76.59</c:v>
                </c:pt>
                <c:pt idx="41873">
                  <c:v>114.97</c:v>
                </c:pt>
                <c:pt idx="41874">
                  <c:v>84.99</c:v>
                </c:pt>
                <c:pt idx="41875">
                  <c:v>174.97</c:v>
                </c:pt>
                <c:pt idx="41876">
                  <c:v>-1.95</c:v>
                </c:pt>
                <c:pt idx="41877">
                  <c:v>84.99</c:v>
                </c:pt>
                <c:pt idx="41878">
                  <c:v>206.97</c:v>
                </c:pt>
                <c:pt idx="41879">
                  <c:v>44.94</c:v>
                </c:pt>
                <c:pt idx="41880">
                  <c:v>64.98</c:v>
                </c:pt>
                <c:pt idx="41881">
                  <c:v>123.97</c:v>
                </c:pt>
                <c:pt idx="41882">
                  <c:v>169.98</c:v>
                </c:pt>
                <c:pt idx="41883">
                  <c:v>164.98</c:v>
                </c:pt>
                <c:pt idx="41884">
                  <c:v>187.3</c:v>
                </c:pt>
                <c:pt idx="41885">
                  <c:v>29.34</c:v>
                </c:pt>
                <c:pt idx="41886">
                  <c:v>15.49</c:v>
                </c:pt>
                <c:pt idx="41887">
                  <c:v>58.65</c:v>
                </c:pt>
                <c:pt idx="41888">
                  <c:v>58.65</c:v>
                </c:pt>
                <c:pt idx="41889">
                  <c:v>53.82</c:v>
                </c:pt>
                <c:pt idx="41890">
                  <c:v>229.96</c:v>
                </c:pt>
                <c:pt idx="41891">
                  <c:v>259.95</c:v>
                </c:pt>
                <c:pt idx="41892">
                  <c:v>134.97</c:v>
                </c:pt>
                <c:pt idx="41893">
                  <c:v>229.96</c:v>
                </c:pt>
                <c:pt idx="41894">
                  <c:v>65.45</c:v>
                </c:pt>
                <c:pt idx="41895">
                  <c:v>55.96</c:v>
                </c:pt>
                <c:pt idx="41896">
                  <c:v>59.98</c:v>
                </c:pt>
                <c:pt idx="41897">
                  <c:v>103.94</c:v>
                </c:pt>
                <c:pt idx="41898">
                  <c:v>59.98</c:v>
                </c:pt>
                <c:pt idx="41899">
                  <c:v>73.95</c:v>
                </c:pt>
                <c:pt idx="41900">
                  <c:v>34.270000000000003</c:v>
                </c:pt>
                <c:pt idx="41901">
                  <c:v>251.94</c:v>
                </c:pt>
                <c:pt idx="41902">
                  <c:v>27.98</c:v>
                </c:pt>
                <c:pt idx="41903">
                  <c:v>29.28</c:v>
                </c:pt>
                <c:pt idx="41904">
                  <c:v>67.489999999999995</c:v>
                </c:pt>
                <c:pt idx="41905">
                  <c:v>67.48</c:v>
                </c:pt>
                <c:pt idx="41906">
                  <c:v>84.99</c:v>
                </c:pt>
                <c:pt idx="41907">
                  <c:v>84.99</c:v>
                </c:pt>
                <c:pt idx="41908">
                  <c:v>84.99</c:v>
                </c:pt>
                <c:pt idx="41909">
                  <c:v>84.99</c:v>
                </c:pt>
                <c:pt idx="41910">
                  <c:v>89.98</c:v>
                </c:pt>
                <c:pt idx="41911">
                  <c:v>74.010000000000005</c:v>
                </c:pt>
                <c:pt idx="41912">
                  <c:v>74.010000000000005</c:v>
                </c:pt>
                <c:pt idx="41913">
                  <c:v>273.93</c:v>
                </c:pt>
                <c:pt idx="41914">
                  <c:v>159.97999999999999</c:v>
                </c:pt>
                <c:pt idx="41915">
                  <c:v>84.99</c:v>
                </c:pt>
                <c:pt idx="41916">
                  <c:v>273.93</c:v>
                </c:pt>
                <c:pt idx="41917">
                  <c:v>84.99</c:v>
                </c:pt>
                <c:pt idx="41918">
                  <c:v>159.97999999999999</c:v>
                </c:pt>
                <c:pt idx="41919">
                  <c:v>159.97999999999999</c:v>
                </c:pt>
                <c:pt idx="41920">
                  <c:v>159.97999999999999</c:v>
                </c:pt>
                <c:pt idx="41921">
                  <c:v>89.98</c:v>
                </c:pt>
                <c:pt idx="41922">
                  <c:v>12.49</c:v>
                </c:pt>
                <c:pt idx="41923">
                  <c:v>32.08</c:v>
                </c:pt>
                <c:pt idx="41924">
                  <c:v>62.08</c:v>
                </c:pt>
                <c:pt idx="41925">
                  <c:v>62.57</c:v>
                </c:pt>
                <c:pt idx="41926">
                  <c:v>67.87</c:v>
                </c:pt>
                <c:pt idx="41927">
                  <c:v>61.98</c:v>
                </c:pt>
                <c:pt idx="41928">
                  <c:v>118.59</c:v>
                </c:pt>
                <c:pt idx="41929">
                  <c:v>233.47</c:v>
                </c:pt>
                <c:pt idx="41930">
                  <c:v>179.04</c:v>
                </c:pt>
                <c:pt idx="41931">
                  <c:v>180.46</c:v>
                </c:pt>
                <c:pt idx="41932">
                  <c:v>61.98</c:v>
                </c:pt>
                <c:pt idx="41933">
                  <c:v>61.98</c:v>
                </c:pt>
                <c:pt idx="41934">
                  <c:v>61.98</c:v>
                </c:pt>
                <c:pt idx="41935">
                  <c:v>62.47</c:v>
                </c:pt>
                <c:pt idx="41936">
                  <c:v>62.47</c:v>
                </c:pt>
                <c:pt idx="41937">
                  <c:v>62.47</c:v>
                </c:pt>
                <c:pt idx="41938">
                  <c:v>62.47</c:v>
                </c:pt>
                <c:pt idx="41939">
                  <c:v>62.45</c:v>
                </c:pt>
                <c:pt idx="41940">
                  <c:v>79.989999999999995</c:v>
                </c:pt>
                <c:pt idx="41941">
                  <c:v>79.989999999999995</c:v>
                </c:pt>
                <c:pt idx="41942">
                  <c:v>60.99</c:v>
                </c:pt>
                <c:pt idx="41943">
                  <c:v>79.989999999999995</c:v>
                </c:pt>
                <c:pt idx="41944">
                  <c:v>79.989999999999995</c:v>
                </c:pt>
                <c:pt idx="41945">
                  <c:v>51.84</c:v>
                </c:pt>
                <c:pt idx="41946">
                  <c:v>93.22</c:v>
                </c:pt>
                <c:pt idx="41947">
                  <c:v>77.59</c:v>
                </c:pt>
                <c:pt idx="41948">
                  <c:v>79.989999999999995</c:v>
                </c:pt>
                <c:pt idx="41949">
                  <c:v>79.989999999999995</c:v>
                </c:pt>
                <c:pt idx="41950">
                  <c:v>79.989999999999995</c:v>
                </c:pt>
                <c:pt idx="41951">
                  <c:v>75.599999999999994</c:v>
                </c:pt>
                <c:pt idx="41952">
                  <c:v>76.98</c:v>
                </c:pt>
                <c:pt idx="41953">
                  <c:v>72.63</c:v>
                </c:pt>
                <c:pt idx="41954">
                  <c:v>79.989999999999995</c:v>
                </c:pt>
                <c:pt idx="41955">
                  <c:v>79.989999999999995</c:v>
                </c:pt>
                <c:pt idx="41956">
                  <c:v>99.98</c:v>
                </c:pt>
                <c:pt idx="41957">
                  <c:v>99.98</c:v>
                </c:pt>
                <c:pt idx="41958">
                  <c:v>79.989999999999995</c:v>
                </c:pt>
                <c:pt idx="41959">
                  <c:v>67.989999999999995</c:v>
                </c:pt>
                <c:pt idx="41960">
                  <c:v>79.989999999999995</c:v>
                </c:pt>
                <c:pt idx="41961">
                  <c:v>95.98</c:v>
                </c:pt>
                <c:pt idx="41962">
                  <c:v>67.75</c:v>
                </c:pt>
                <c:pt idx="41963">
                  <c:v>67.739999999999995</c:v>
                </c:pt>
                <c:pt idx="41964">
                  <c:v>67.739999999999995</c:v>
                </c:pt>
                <c:pt idx="41965">
                  <c:v>67.739999999999995</c:v>
                </c:pt>
                <c:pt idx="41966">
                  <c:v>67.739999999999995</c:v>
                </c:pt>
                <c:pt idx="41967">
                  <c:v>67.739999999999995</c:v>
                </c:pt>
                <c:pt idx="41968">
                  <c:v>67.739999999999995</c:v>
                </c:pt>
                <c:pt idx="41969">
                  <c:v>67.739999999999995</c:v>
                </c:pt>
                <c:pt idx="41970">
                  <c:v>55.64</c:v>
                </c:pt>
                <c:pt idx="41971">
                  <c:v>67.739999999999995</c:v>
                </c:pt>
                <c:pt idx="41972">
                  <c:v>67.739999999999995</c:v>
                </c:pt>
                <c:pt idx="41973">
                  <c:v>55.64</c:v>
                </c:pt>
                <c:pt idx="41974">
                  <c:v>58.97</c:v>
                </c:pt>
                <c:pt idx="41975">
                  <c:v>67.739999999999995</c:v>
                </c:pt>
                <c:pt idx="41976">
                  <c:v>62.98</c:v>
                </c:pt>
                <c:pt idx="41977">
                  <c:v>67.739999999999995</c:v>
                </c:pt>
                <c:pt idx="41978">
                  <c:v>67.739999999999995</c:v>
                </c:pt>
                <c:pt idx="41979">
                  <c:v>67.739999999999995</c:v>
                </c:pt>
                <c:pt idx="41980">
                  <c:v>67.739999999999995</c:v>
                </c:pt>
                <c:pt idx="41981">
                  <c:v>67.72</c:v>
                </c:pt>
                <c:pt idx="41982">
                  <c:v>67.72</c:v>
                </c:pt>
                <c:pt idx="41983">
                  <c:v>67.72</c:v>
                </c:pt>
                <c:pt idx="41984">
                  <c:v>133.96</c:v>
                </c:pt>
                <c:pt idx="41985">
                  <c:v>91.98</c:v>
                </c:pt>
                <c:pt idx="41986">
                  <c:v>159.97999999999999</c:v>
                </c:pt>
                <c:pt idx="41987">
                  <c:v>143.94999999999999</c:v>
                </c:pt>
                <c:pt idx="41988">
                  <c:v>137.97999999999999</c:v>
                </c:pt>
                <c:pt idx="41989">
                  <c:v>-1.3</c:v>
                </c:pt>
                <c:pt idx="41990">
                  <c:v>49.27</c:v>
                </c:pt>
                <c:pt idx="41991">
                  <c:v>67.72</c:v>
                </c:pt>
                <c:pt idx="41992">
                  <c:v>67.72</c:v>
                </c:pt>
                <c:pt idx="41993">
                  <c:v>67.709999999999994</c:v>
                </c:pt>
                <c:pt idx="41994">
                  <c:v>67.709999999999994</c:v>
                </c:pt>
                <c:pt idx="41995">
                  <c:v>67.709999999999994</c:v>
                </c:pt>
                <c:pt idx="41996">
                  <c:v>67.709999999999994</c:v>
                </c:pt>
                <c:pt idx="41997">
                  <c:v>67.709999999999994</c:v>
                </c:pt>
                <c:pt idx="41998">
                  <c:v>67.709999999999994</c:v>
                </c:pt>
                <c:pt idx="41999">
                  <c:v>43.47</c:v>
                </c:pt>
                <c:pt idx="42000">
                  <c:v>50.99</c:v>
                </c:pt>
                <c:pt idx="42001">
                  <c:v>254.97</c:v>
                </c:pt>
                <c:pt idx="42002">
                  <c:v>73.48</c:v>
                </c:pt>
                <c:pt idx="42003">
                  <c:v>128.79</c:v>
                </c:pt>
                <c:pt idx="42004">
                  <c:v>66.98</c:v>
                </c:pt>
                <c:pt idx="42005">
                  <c:v>24.68</c:v>
                </c:pt>
                <c:pt idx="42006">
                  <c:v>19.489999999999998</c:v>
                </c:pt>
                <c:pt idx="42007">
                  <c:v>57.47</c:v>
                </c:pt>
                <c:pt idx="42008">
                  <c:v>67.489999999999995</c:v>
                </c:pt>
                <c:pt idx="42009">
                  <c:v>79.3</c:v>
                </c:pt>
                <c:pt idx="42010">
                  <c:v>99.98</c:v>
                </c:pt>
                <c:pt idx="42011">
                  <c:v>114.97</c:v>
                </c:pt>
                <c:pt idx="42012">
                  <c:v>83.67</c:v>
                </c:pt>
                <c:pt idx="42013">
                  <c:v>130.36000000000001</c:v>
                </c:pt>
                <c:pt idx="42014">
                  <c:v>158.28</c:v>
                </c:pt>
                <c:pt idx="42015">
                  <c:v>156.47</c:v>
                </c:pt>
                <c:pt idx="42016">
                  <c:v>41.28</c:v>
                </c:pt>
                <c:pt idx="42017">
                  <c:v>169.13</c:v>
                </c:pt>
                <c:pt idx="42018">
                  <c:v>108.98</c:v>
                </c:pt>
                <c:pt idx="42019">
                  <c:v>194.94</c:v>
                </c:pt>
                <c:pt idx="42020">
                  <c:v>41.12</c:v>
                </c:pt>
                <c:pt idx="42021">
                  <c:v>7.24</c:v>
                </c:pt>
                <c:pt idx="42022">
                  <c:v>62.09</c:v>
                </c:pt>
                <c:pt idx="42023">
                  <c:v>62.08</c:v>
                </c:pt>
                <c:pt idx="42024">
                  <c:v>62.08</c:v>
                </c:pt>
                <c:pt idx="42025">
                  <c:v>62.08</c:v>
                </c:pt>
                <c:pt idx="42026">
                  <c:v>74.81</c:v>
                </c:pt>
                <c:pt idx="42027">
                  <c:v>55.98</c:v>
                </c:pt>
                <c:pt idx="42028">
                  <c:v>62.07</c:v>
                </c:pt>
                <c:pt idx="42029">
                  <c:v>60.98</c:v>
                </c:pt>
                <c:pt idx="42030">
                  <c:v>60.98</c:v>
                </c:pt>
                <c:pt idx="42031">
                  <c:v>60.98</c:v>
                </c:pt>
                <c:pt idx="42032">
                  <c:v>60.98</c:v>
                </c:pt>
                <c:pt idx="42033">
                  <c:v>60.98</c:v>
                </c:pt>
                <c:pt idx="42034">
                  <c:v>181.57</c:v>
                </c:pt>
                <c:pt idx="42035">
                  <c:v>169.98</c:v>
                </c:pt>
                <c:pt idx="42036">
                  <c:v>169.98</c:v>
                </c:pt>
                <c:pt idx="42037">
                  <c:v>169.98</c:v>
                </c:pt>
                <c:pt idx="42038">
                  <c:v>59.96</c:v>
                </c:pt>
                <c:pt idx="42039">
                  <c:v>76.489999999999995</c:v>
                </c:pt>
                <c:pt idx="42040">
                  <c:v>114.97</c:v>
                </c:pt>
                <c:pt idx="42041">
                  <c:v>269.95999999999998</c:v>
                </c:pt>
                <c:pt idx="42042">
                  <c:v>84.39</c:v>
                </c:pt>
                <c:pt idx="42043">
                  <c:v>169.98</c:v>
                </c:pt>
                <c:pt idx="42044">
                  <c:v>308.7</c:v>
                </c:pt>
                <c:pt idx="42045">
                  <c:v>60.97</c:v>
                </c:pt>
                <c:pt idx="42046">
                  <c:v>52.47</c:v>
                </c:pt>
                <c:pt idx="42047">
                  <c:v>60.97</c:v>
                </c:pt>
                <c:pt idx="42048">
                  <c:v>60.97</c:v>
                </c:pt>
                <c:pt idx="42049">
                  <c:v>61.98</c:v>
                </c:pt>
                <c:pt idx="42050">
                  <c:v>61.98</c:v>
                </c:pt>
                <c:pt idx="42051">
                  <c:v>68.989999999999995</c:v>
                </c:pt>
                <c:pt idx="42052">
                  <c:v>201.33</c:v>
                </c:pt>
                <c:pt idx="42053">
                  <c:v>118.78</c:v>
                </c:pt>
                <c:pt idx="42054">
                  <c:v>96.98</c:v>
                </c:pt>
                <c:pt idx="42055">
                  <c:v>110.86</c:v>
                </c:pt>
                <c:pt idx="42056">
                  <c:v>168.85</c:v>
                </c:pt>
                <c:pt idx="42057">
                  <c:v>84.99</c:v>
                </c:pt>
                <c:pt idx="42058">
                  <c:v>84.99</c:v>
                </c:pt>
                <c:pt idx="42059">
                  <c:v>98.98</c:v>
                </c:pt>
                <c:pt idx="42060">
                  <c:v>84.99</c:v>
                </c:pt>
                <c:pt idx="42061">
                  <c:v>79.98</c:v>
                </c:pt>
                <c:pt idx="42062">
                  <c:v>84.13</c:v>
                </c:pt>
                <c:pt idx="42063">
                  <c:v>153.97999999999999</c:v>
                </c:pt>
                <c:pt idx="42064">
                  <c:v>79.98</c:v>
                </c:pt>
                <c:pt idx="42065">
                  <c:v>61.98</c:v>
                </c:pt>
                <c:pt idx="42066">
                  <c:v>61.98</c:v>
                </c:pt>
                <c:pt idx="42067">
                  <c:v>61.98</c:v>
                </c:pt>
                <c:pt idx="42068">
                  <c:v>61.98</c:v>
                </c:pt>
                <c:pt idx="42069">
                  <c:v>61.98</c:v>
                </c:pt>
                <c:pt idx="42070">
                  <c:v>61.98</c:v>
                </c:pt>
                <c:pt idx="42071">
                  <c:v>61.98</c:v>
                </c:pt>
                <c:pt idx="42072">
                  <c:v>61.97</c:v>
                </c:pt>
                <c:pt idx="42073">
                  <c:v>42.84</c:v>
                </c:pt>
                <c:pt idx="42074">
                  <c:v>159.97999999999999</c:v>
                </c:pt>
                <c:pt idx="42075">
                  <c:v>159.32</c:v>
                </c:pt>
                <c:pt idx="42076">
                  <c:v>169.98</c:v>
                </c:pt>
                <c:pt idx="42077">
                  <c:v>84.99</c:v>
                </c:pt>
                <c:pt idx="42078">
                  <c:v>84.99</c:v>
                </c:pt>
                <c:pt idx="42079">
                  <c:v>84.99</c:v>
                </c:pt>
                <c:pt idx="42080">
                  <c:v>121.98</c:v>
                </c:pt>
                <c:pt idx="42081">
                  <c:v>169.98</c:v>
                </c:pt>
                <c:pt idx="42082">
                  <c:v>131.97999999999999</c:v>
                </c:pt>
                <c:pt idx="42083">
                  <c:v>84.99</c:v>
                </c:pt>
                <c:pt idx="42084">
                  <c:v>65.989999999999995</c:v>
                </c:pt>
                <c:pt idx="42085">
                  <c:v>61.96</c:v>
                </c:pt>
                <c:pt idx="42086">
                  <c:v>61.96</c:v>
                </c:pt>
                <c:pt idx="42087">
                  <c:v>61.94</c:v>
                </c:pt>
                <c:pt idx="42088">
                  <c:v>55.98</c:v>
                </c:pt>
                <c:pt idx="42089">
                  <c:v>55.97</c:v>
                </c:pt>
                <c:pt idx="42090">
                  <c:v>53.87</c:v>
                </c:pt>
                <c:pt idx="42091">
                  <c:v>65.989999999999995</c:v>
                </c:pt>
                <c:pt idx="42092">
                  <c:v>62.9</c:v>
                </c:pt>
                <c:pt idx="42093">
                  <c:v>54.99</c:v>
                </c:pt>
                <c:pt idx="42094">
                  <c:v>68.989999999999995</c:v>
                </c:pt>
                <c:pt idx="42095">
                  <c:v>75.81</c:v>
                </c:pt>
                <c:pt idx="42096">
                  <c:v>57.36</c:v>
                </c:pt>
                <c:pt idx="42097">
                  <c:v>68.989999999999995</c:v>
                </c:pt>
                <c:pt idx="42098">
                  <c:v>59.98</c:v>
                </c:pt>
                <c:pt idx="42099">
                  <c:v>68.989999999999995</c:v>
                </c:pt>
                <c:pt idx="42100">
                  <c:v>59.98</c:v>
                </c:pt>
                <c:pt idx="42101">
                  <c:v>79.989999999999995</c:v>
                </c:pt>
                <c:pt idx="42102">
                  <c:v>65.989999999999995</c:v>
                </c:pt>
                <c:pt idx="42103">
                  <c:v>88.38</c:v>
                </c:pt>
                <c:pt idx="42104">
                  <c:v>65.989999999999995</c:v>
                </c:pt>
                <c:pt idx="42105">
                  <c:v>68.989999999999995</c:v>
                </c:pt>
                <c:pt idx="42106">
                  <c:v>61.18</c:v>
                </c:pt>
                <c:pt idx="42107">
                  <c:v>52.58</c:v>
                </c:pt>
                <c:pt idx="42108">
                  <c:v>48.23</c:v>
                </c:pt>
                <c:pt idx="42109">
                  <c:v>140.97</c:v>
                </c:pt>
                <c:pt idx="42110">
                  <c:v>204.96</c:v>
                </c:pt>
                <c:pt idx="42111">
                  <c:v>159.97</c:v>
                </c:pt>
                <c:pt idx="42112">
                  <c:v>99.96</c:v>
                </c:pt>
                <c:pt idx="42113">
                  <c:v>119.96</c:v>
                </c:pt>
                <c:pt idx="42114">
                  <c:v>89.47</c:v>
                </c:pt>
                <c:pt idx="42115">
                  <c:v>84.99</c:v>
                </c:pt>
                <c:pt idx="42116">
                  <c:v>144.97</c:v>
                </c:pt>
                <c:pt idx="42117">
                  <c:v>209.97</c:v>
                </c:pt>
                <c:pt idx="42118">
                  <c:v>59.97</c:v>
                </c:pt>
                <c:pt idx="42119">
                  <c:v>119.96</c:v>
                </c:pt>
                <c:pt idx="42120">
                  <c:v>169.98</c:v>
                </c:pt>
                <c:pt idx="42121">
                  <c:v>84.99</c:v>
                </c:pt>
                <c:pt idx="42122">
                  <c:v>156.96</c:v>
                </c:pt>
                <c:pt idx="42123">
                  <c:v>158.97999999999999</c:v>
                </c:pt>
                <c:pt idx="42124">
                  <c:v>94.98</c:v>
                </c:pt>
                <c:pt idx="42125">
                  <c:v>66.819999999999993</c:v>
                </c:pt>
                <c:pt idx="42126">
                  <c:v>60.99</c:v>
                </c:pt>
                <c:pt idx="42127">
                  <c:v>60.98</c:v>
                </c:pt>
                <c:pt idx="42128">
                  <c:v>60.98</c:v>
                </c:pt>
                <c:pt idx="42129">
                  <c:v>142.62</c:v>
                </c:pt>
                <c:pt idx="42130">
                  <c:v>183.78</c:v>
                </c:pt>
                <c:pt idx="42131">
                  <c:v>142.62</c:v>
                </c:pt>
                <c:pt idx="42132">
                  <c:v>158.47</c:v>
                </c:pt>
                <c:pt idx="42133">
                  <c:v>183.78</c:v>
                </c:pt>
                <c:pt idx="42134">
                  <c:v>202.01</c:v>
                </c:pt>
                <c:pt idx="42135">
                  <c:v>79.7</c:v>
                </c:pt>
                <c:pt idx="42136">
                  <c:v>168.15</c:v>
                </c:pt>
                <c:pt idx="42137">
                  <c:v>202.01</c:v>
                </c:pt>
                <c:pt idx="42138">
                  <c:v>79.7</c:v>
                </c:pt>
                <c:pt idx="42139">
                  <c:v>168.15</c:v>
                </c:pt>
                <c:pt idx="42140">
                  <c:v>191.01</c:v>
                </c:pt>
                <c:pt idx="42141">
                  <c:v>191.01</c:v>
                </c:pt>
                <c:pt idx="42142">
                  <c:v>158.47</c:v>
                </c:pt>
                <c:pt idx="42143">
                  <c:v>61.48</c:v>
                </c:pt>
                <c:pt idx="42144">
                  <c:v>61.47</c:v>
                </c:pt>
                <c:pt idx="42145">
                  <c:v>61.98</c:v>
                </c:pt>
                <c:pt idx="42146">
                  <c:v>364.93</c:v>
                </c:pt>
                <c:pt idx="42147">
                  <c:v>361.61</c:v>
                </c:pt>
                <c:pt idx="42148">
                  <c:v>65.989999999999995</c:v>
                </c:pt>
                <c:pt idx="42149">
                  <c:v>65.989999999999995</c:v>
                </c:pt>
                <c:pt idx="42150">
                  <c:v>329.95</c:v>
                </c:pt>
                <c:pt idx="42151">
                  <c:v>65.989999999999995</c:v>
                </c:pt>
                <c:pt idx="42152">
                  <c:v>65.989999999999995</c:v>
                </c:pt>
                <c:pt idx="42153">
                  <c:v>329.95</c:v>
                </c:pt>
                <c:pt idx="42154">
                  <c:v>66.540000000000006</c:v>
                </c:pt>
                <c:pt idx="42155">
                  <c:v>66.540000000000006</c:v>
                </c:pt>
                <c:pt idx="42156">
                  <c:v>66.540000000000006</c:v>
                </c:pt>
                <c:pt idx="42157">
                  <c:v>66.540000000000006</c:v>
                </c:pt>
                <c:pt idx="42158">
                  <c:v>66.540000000000006</c:v>
                </c:pt>
                <c:pt idx="42159">
                  <c:v>65.989999999999995</c:v>
                </c:pt>
                <c:pt idx="42160">
                  <c:v>66.540000000000006</c:v>
                </c:pt>
                <c:pt idx="42161">
                  <c:v>169.98</c:v>
                </c:pt>
                <c:pt idx="42162">
                  <c:v>211.96</c:v>
                </c:pt>
                <c:pt idx="42163">
                  <c:v>169.98</c:v>
                </c:pt>
                <c:pt idx="42164">
                  <c:v>99.98</c:v>
                </c:pt>
                <c:pt idx="42165">
                  <c:v>124.98</c:v>
                </c:pt>
                <c:pt idx="42166">
                  <c:v>94.97</c:v>
                </c:pt>
                <c:pt idx="42167">
                  <c:v>131.97999999999999</c:v>
                </c:pt>
                <c:pt idx="42168">
                  <c:v>66.53</c:v>
                </c:pt>
                <c:pt idx="42169">
                  <c:v>66.53</c:v>
                </c:pt>
                <c:pt idx="42170">
                  <c:v>66.53</c:v>
                </c:pt>
                <c:pt idx="42171">
                  <c:v>66.53</c:v>
                </c:pt>
                <c:pt idx="42172">
                  <c:v>66.53</c:v>
                </c:pt>
                <c:pt idx="42173">
                  <c:v>79.849999999999994</c:v>
                </c:pt>
                <c:pt idx="42174">
                  <c:v>159.69999999999999</c:v>
                </c:pt>
                <c:pt idx="42175">
                  <c:v>75.849999999999994</c:v>
                </c:pt>
                <c:pt idx="42176">
                  <c:v>159.69999999999999</c:v>
                </c:pt>
                <c:pt idx="42177">
                  <c:v>79.849999999999994</c:v>
                </c:pt>
                <c:pt idx="42178">
                  <c:v>79.849999999999994</c:v>
                </c:pt>
                <c:pt idx="42179">
                  <c:v>73.459999999999994</c:v>
                </c:pt>
                <c:pt idx="42180">
                  <c:v>79.849999999999994</c:v>
                </c:pt>
                <c:pt idx="42181">
                  <c:v>75.06</c:v>
                </c:pt>
                <c:pt idx="42182">
                  <c:v>49.59</c:v>
                </c:pt>
                <c:pt idx="42183">
                  <c:v>79.849999999999994</c:v>
                </c:pt>
                <c:pt idx="42184">
                  <c:v>79.849999999999994</c:v>
                </c:pt>
                <c:pt idx="42185">
                  <c:v>123.4</c:v>
                </c:pt>
                <c:pt idx="42186">
                  <c:v>79.849999999999994</c:v>
                </c:pt>
                <c:pt idx="42187">
                  <c:v>79.849999999999994</c:v>
                </c:pt>
                <c:pt idx="42188">
                  <c:v>158.1</c:v>
                </c:pt>
                <c:pt idx="42189">
                  <c:v>72.98</c:v>
                </c:pt>
                <c:pt idx="42190">
                  <c:v>159.69999999999999</c:v>
                </c:pt>
                <c:pt idx="42191">
                  <c:v>79.849999999999994</c:v>
                </c:pt>
                <c:pt idx="42192">
                  <c:v>159.69999999999999</c:v>
                </c:pt>
                <c:pt idx="42193">
                  <c:v>79.849999999999994</c:v>
                </c:pt>
                <c:pt idx="42194">
                  <c:v>66.53</c:v>
                </c:pt>
                <c:pt idx="42195">
                  <c:v>66.53</c:v>
                </c:pt>
                <c:pt idx="42196">
                  <c:v>66.53</c:v>
                </c:pt>
                <c:pt idx="42197">
                  <c:v>66.53</c:v>
                </c:pt>
                <c:pt idx="42198">
                  <c:v>66.53</c:v>
                </c:pt>
                <c:pt idx="42199">
                  <c:v>66.53</c:v>
                </c:pt>
                <c:pt idx="42200">
                  <c:v>65.98</c:v>
                </c:pt>
                <c:pt idx="42201">
                  <c:v>66.53</c:v>
                </c:pt>
                <c:pt idx="42202">
                  <c:v>66.53</c:v>
                </c:pt>
                <c:pt idx="42203">
                  <c:v>96.71</c:v>
                </c:pt>
                <c:pt idx="42204">
                  <c:v>187.07</c:v>
                </c:pt>
                <c:pt idx="42205">
                  <c:v>64.489999999999995</c:v>
                </c:pt>
                <c:pt idx="42206">
                  <c:v>126.47</c:v>
                </c:pt>
                <c:pt idx="42207">
                  <c:v>59.93</c:v>
                </c:pt>
                <c:pt idx="42208">
                  <c:v>121.06</c:v>
                </c:pt>
                <c:pt idx="42209">
                  <c:v>149.51</c:v>
                </c:pt>
                <c:pt idx="42210">
                  <c:v>137.47</c:v>
                </c:pt>
                <c:pt idx="42211">
                  <c:v>98.26</c:v>
                </c:pt>
                <c:pt idx="42212">
                  <c:v>82.48</c:v>
                </c:pt>
                <c:pt idx="42213">
                  <c:v>110.46</c:v>
                </c:pt>
                <c:pt idx="42214">
                  <c:v>84.99</c:v>
                </c:pt>
                <c:pt idx="42215">
                  <c:v>173.87</c:v>
                </c:pt>
                <c:pt idx="42216">
                  <c:v>121.47</c:v>
                </c:pt>
                <c:pt idx="42217">
                  <c:v>65.97</c:v>
                </c:pt>
                <c:pt idx="42218">
                  <c:v>65.959999999999994</c:v>
                </c:pt>
                <c:pt idx="42219">
                  <c:v>65.959999999999994</c:v>
                </c:pt>
                <c:pt idx="42220">
                  <c:v>66.510000000000005</c:v>
                </c:pt>
                <c:pt idx="42221">
                  <c:v>66.510000000000005</c:v>
                </c:pt>
                <c:pt idx="42222">
                  <c:v>66.489999999999995</c:v>
                </c:pt>
                <c:pt idx="42223">
                  <c:v>243.61</c:v>
                </c:pt>
                <c:pt idx="42224">
                  <c:v>199.96</c:v>
                </c:pt>
                <c:pt idx="42225">
                  <c:v>234.95</c:v>
                </c:pt>
                <c:pt idx="42226">
                  <c:v>169.98</c:v>
                </c:pt>
                <c:pt idx="42227">
                  <c:v>299.94</c:v>
                </c:pt>
                <c:pt idx="42228">
                  <c:v>199.96</c:v>
                </c:pt>
                <c:pt idx="42229">
                  <c:v>172.84</c:v>
                </c:pt>
                <c:pt idx="42230">
                  <c:v>222.95</c:v>
                </c:pt>
                <c:pt idx="42231">
                  <c:v>137.97999999999999</c:v>
                </c:pt>
                <c:pt idx="42232">
                  <c:v>56.85</c:v>
                </c:pt>
                <c:pt idx="42233">
                  <c:v>61.19</c:v>
                </c:pt>
                <c:pt idx="42234">
                  <c:v>61.18</c:v>
                </c:pt>
                <c:pt idx="42235">
                  <c:v>66.38</c:v>
                </c:pt>
                <c:pt idx="42236">
                  <c:v>56.83</c:v>
                </c:pt>
                <c:pt idx="42237">
                  <c:v>61.17</c:v>
                </c:pt>
                <c:pt idx="42238">
                  <c:v>28.47</c:v>
                </c:pt>
                <c:pt idx="42239">
                  <c:v>111.96</c:v>
                </c:pt>
                <c:pt idx="42240">
                  <c:v>184.97</c:v>
                </c:pt>
                <c:pt idx="42241">
                  <c:v>156.33000000000001</c:v>
                </c:pt>
                <c:pt idx="42242">
                  <c:v>75.98</c:v>
                </c:pt>
                <c:pt idx="42243">
                  <c:v>84.99</c:v>
                </c:pt>
                <c:pt idx="42244">
                  <c:v>117.96</c:v>
                </c:pt>
                <c:pt idx="42245">
                  <c:v>50.37</c:v>
                </c:pt>
                <c:pt idx="42246">
                  <c:v>103.98</c:v>
                </c:pt>
                <c:pt idx="42247">
                  <c:v>158.96</c:v>
                </c:pt>
                <c:pt idx="42248">
                  <c:v>0</c:v>
                </c:pt>
                <c:pt idx="42249">
                  <c:v>84.99</c:v>
                </c:pt>
                <c:pt idx="42250">
                  <c:v>0</c:v>
                </c:pt>
                <c:pt idx="42251">
                  <c:v>58.98</c:v>
                </c:pt>
                <c:pt idx="42252">
                  <c:v>84.99</c:v>
                </c:pt>
                <c:pt idx="42253">
                  <c:v>134.97999999999999</c:v>
                </c:pt>
                <c:pt idx="42254">
                  <c:v>83.9</c:v>
                </c:pt>
                <c:pt idx="42255">
                  <c:v>102.97</c:v>
                </c:pt>
                <c:pt idx="42256">
                  <c:v>78.92</c:v>
                </c:pt>
                <c:pt idx="42257">
                  <c:v>71.38</c:v>
                </c:pt>
                <c:pt idx="42258">
                  <c:v>139.97</c:v>
                </c:pt>
                <c:pt idx="42259">
                  <c:v>49.99</c:v>
                </c:pt>
                <c:pt idx="42260">
                  <c:v>79.38</c:v>
                </c:pt>
                <c:pt idx="42261">
                  <c:v>59.99</c:v>
                </c:pt>
                <c:pt idx="42262">
                  <c:v>59.99</c:v>
                </c:pt>
                <c:pt idx="42263">
                  <c:v>84.99</c:v>
                </c:pt>
                <c:pt idx="42264">
                  <c:v>62.69</c:v>
                </c:pt>
                <c:pt idx="42265">
                  <c:v>64.67</c:v>
                </c:pt>
                <c:pt idx="42266">
                  <c:v>84.99</c:v>
                </c:pt>
                <c:pt idx="42267">
                  <c:v>84.99</c:v>
                </c:pt>
                <c:pt idx="42268">
                  <c:v>72.239999999999995</c:v>
                </c:pt>
                <c:pt idx="42269">
                  <c:v>65.989999999999995</c:v>
                </c:pt>
                <c:pt idx="42270">
                  <c:v>65.33</c:v>
                </c:pt>
                <c:pt idx="42271">
                  <c:v>83.29</c:v>
                </c:pt>
                <c:pt idx="42272">
                  <c:v>62.09</c:v>
                </c:pt>
                <c:pt idx="42273">
                  <c:v>65.33</c:v>
                </c:pt>
                <c:pt idx="42274">
                  <c:v>84.99</c:v>
                </c:pt>
                <c:pt idx="42275">
                  <c:v>139.38999999999999</c:v>
                </c:pt>
                <c:pt idx="42276">
                  <c:v>59.39</c:v>
                </c:pt>
                <c:pt idx="42277">
                  <c:v>64.010000000000005</c:v>
                </c:pt>
                <c:pt idx="42278">
                  <c:v>59.98</c:v>
                </c:pt>
                <c:pt idx="42279">
                  <c:v>59.98</c:v>
                </c:pt>
                <c:pt idx="42280">
                  <c:v>59.98</c:v>
                </c:pt>
                <c:pt idx="42281">
                  <c:v>59.98</c:v>
                </c:pt>
                <c:pt idx="42282">
                  <c:v>59.98</c:v>
                </c:pt>
                <c:pt idx="42283">
                  <c:v>59.98</c:v>
                </c:pt>
                <c:pt idx="42284">
                  <c:v>51.49</c:v>
                </c:pt>
                <c:pt idx="42285">
                  <c:v>167.91</c:v>
                </c:pt>
                <c:pt idx="42286">
                  <c:v>107.94</c:v>
                </c:pt>
                <c:pt idx="42287">
                  <c:v>171.94</c:v>
                </c:pt>
                <c:pt idx="42288">
                  <c:v>119.94</c:v>
                </c:pt>
                <c:pt idx="42289">
                  <c:v>99.95</c:v>
                </c:pt>
                <c:pt idx="42290">
                  <c:v>169.98</c:v>
                </c:pt>
                <c:pt idx="42291">
                  <c:v>124.97</c:v>
                </c:pt>
                <c:pt idx="42292">
                  <c:v>131.93</c:v>
                </c:pt>
                <c:pt idx="42293">
                  <c:v>99.98</c:v>
                </c:pt>
                <c:pt idx="42294">
                  <c:v>269.93</c:v>
                </c:pt>
                <c:pt idx="42295">
                  <c:v>74.819999999999993</c:v>
                </c:pt>
                <c:pt idx="42296">
                  <c:v>84.99</c:v>
                </c:pt>
                <c:pt idx="42297">
                  <c:v>176.94</c:v>
                </c:pt>
                <c:pt idx="42298">
                  <c:v>156.94999999999999</c:v>
                </c:pt>
                <c:pt idx="42299">
                  <c:v>111.94</c:v>
                </c:pt>
                <c:pt idx="42300">
                  <c:v>56.35</c:v>
                </c:pt>
                <c:pt idx="42301">
                  <c:v>59.98</c:v>
                </c:pt>
                <c:pt idx="42302">
                  <c:v>59.98</c:v>
                </c:pt>
                <c:pt idx="42303">
                  <c:v>59.98</c:v>
                </c:pt>
                <c:pt idx="42304">
                  <c:v>59.98</c:v>
                </c:pt>
                <c:pt idx="42305">
                  <c:v>59.98</c:v>
                </c:pt>
                <c:pt idx="42306">
                  <c:v>59.98</c:v>
                </c:pt>
                <c:pt idx="42307">
                  <c:v>59.98</c:v>
                </c:pt>
                <c:pt idx="42308">
                  <c:v>59.98</c:v>
                </c:pt>
                <c:pt idx="42309">
                  <c:v>142.97</c:v>
                </c:pt>
                <c:pt idx="42310">
                  <c:v>65.989999999999995</c:v>
                </c:pt>
                <c:pt idx="42311">
                  <c:v>142.97</c:v>
                </c:pt>
                <c:pt idx="42312">
                  <c:v>197.96</c:v>
                </c:pt>
                <c:pt idx="42313">
                  <c:v>118.45</c:v>
                </c:pt>
                <c:pt idx="42314">
                  <c:v>152.97</c:v>
                </c:pt>
                <c:pt idx="42315">
                  <c:v>131.97999999999999</c:v>
                </c:pt>
                <c:pt idx="42316">
                  <c:v>133.96</c:v>
                </c:pt>
                <c:pt idx="42317">
                  <c:v>51.49</c:v>
                </c:pt>
                <c:pt idx="42318">
                  <c:v>59.98</c:v>
                </c:pt>
                <c:pt idx="42319">
                  <c:v>59.98</c:v>
                </c:pt>
                <c:pt idx="42320">
                  <c:v>59.98</c:v>
                </c:pt>
                <c:pt idx="42321">
                  <c:v>59.98</c:v>
                </c:pt>
                <c:pt idx="42322">
                  <c:v>59.98</c:v>
                </c:pt>
                <c:pt idx="42323">
                  <c:v>59.98</c:v>
                </c:pt>
                <c:pt idx="42324">
                  <c:v>59.98</c:v>
                </c:pt>
                <c:pt idx="42325">
                  <c:v>59.98</c:v>
                </c:pt>
                <c:pt idx="42326">
                  <c:v>68.97</c:v>
                </c:pt>
                <c:pt idx="42327">
                  <c:v>68.97</c:v>
                </c:pt>
                <c:pt idx="42328">
                  <c:v>68.97</c:v>
                </c:pt>
                <c:pt idx="42329">
                  <c:v>55.37</c:v>
                </c:pt>
                <c:pt idx="42330">
                  <c:v>68.97</c:v>
                </c:pt>
                <c:pt idx="42331">
                  <c:v>68.97</c:v>
                </c:pt>
                <c:pt idx="42332">
                  <c:v>65.98</c:v>
                </c:pt>
                <c:pt idx="42333">
                  <c:v>68.97</c:v>
                </c:pt>
                <c:pt idx="42334">
                  <c:v>68.97</c:v>
                </c:pt>
                <c:pt idx="42335">
                  <c:v>68.97</c:v>
                </c:pt>
                <c:pt idx="42336">
                  <c:v>68.97</c:v>
                </c:pt>
                <c:pt idx="42337">
                  <c:v>68.97</c:v>
                </c:pt>
                <c:pt idx="42338">
                  <c:v>68.97</c:v>
                </c:pt>
                <c:pt idx="42339">
                  <c:v>68.97</c:v>
                </c:pt>
                <c:pt idx="42340">
                  <c:v>68.97</c:v>
                </c:pt>
                <c:pt idx="42341">
                  <c:v>71.459999999999994</c:v>
                </c:pt>
                <c:pt idx="42342">
                  <c:v>68.97</c:v>
                </c:pt>
                <c:pt idx="42343">
                  <c:v>4.49</c:v>
                </c:pt>
                <c:pt idx="42344">
                  <c:v>68.97</c:v>
                </c:pt>
                <c:pt idx="42345">
                  <c:v>68.97</c:v>
                </c:pt>
                <c:pt idx="42346">
                  <c:v>68.97</c:v>
                </c:pt>
                <c:pt idx="42347">
                  <c:v>68.97</c:v>
                </c:pt>
                <c:pt idx="42348">
                  <c:v>65.98</c:v>
                </c:pt>
                <c:pt idx="42349">
                  <c:v>68.97</c:v>
                </c:pt>
                <c:pt idx="42350">
                  <c:v>47.48</c:v>
                </c:pt>
                <c:pt idx="42351">
                  <c:v>68.97</c:v>
                </c:pt>
                <c:pt idx="42352">
                  <c:v>59.98</c:v>
                </c:pt>
                <c:pt idx="42353">
                  <c:v>59.98</c:v>
                </c:pt>
                <c:pt idx="42354">
                  <c:v>59.98</c:v>
                </c:pt>
                <c:pt idx="42355">
                  <c:v>51.49</c:v>
                </c:pt>
                <c:pt idx="42356">
                  <c:v>51.49</c:v>
                </c:pt>
                <c:pt idx="42357">
                  <c:v>59.98</c:v>
                </c:pt>
                <c:pt idx="42358">
                  <c:v>59.98</c:v>
                </c:pt>
                <c:pt idx="42359">
                  <c:v>59.98</c:v>
                </c:pt>
                <c:pt idx="42360">
                  <c:v>59.98</c:v>
                </c:pt>
                <c:pt idx="42361">
                  <c:v>51.49</c:v>
                </c:pt>
                <c:pt idx="42362">
                  <c:v>207.92</c:v>
                </c:pt>
                <c:pt idx="42363">
                  <c:v>181.93</c:v>
                </c:pt>
                <c:pt idx="42364">
                  <c:v>181.93</c:v>
                </c:pt>
                <c:pt idx="42365">
                  <c:v>181.93</c:v>
                </c:pt>
                <c:pt idx="42366">
                  <c:v>190.43</c:v>
                </c:pt>
                <c:pt idx="42367">
                  <c:v>233.91</c:v>
                </c:pt>
                <c:pt idx="42368">
                  <c:v>157.94</c:v>
                </c:pt>
                <c:pt idx="42369">
                  <c:v>59.98</c:v>
                </c:pt>
                <c:pt idx="42370">
                  <c:v>51.49</c:v>
                </c:pt>
                <c:pt idx="42371">
                  <c:v>59.98</c:v>
                </c:pt>
                <c:pt idx="42372">
                  <c:v>136.36000000000001</c:v>
                </c:pt>
                <c:pt idx="42373">
                  <c:v>-136.36000000000001</c:v>
                </c:pt>
                <c:pt idx="42374">
                  <c:v>59.98</c:v>
                </c:pt>
                <c:pt idx="42375">
                  <c:v>59.98</c:v>
                </c:pt>
                <c:pt idx="42376">
                  <c:v>59.98</c:v>
                </c:pt>
                <c:pt idx="42377">
                  <c:v>59.98</c:v>
                </c:pt>
                <c:pt idx="42378">
                  <c:v>59.98</c:v>
                </c:pt>
                <c:pt idx="42379">
                  <c:v>59.98</c:v>
                </c:pt>
                <c:pt idx="42380">
                  <c:v>51.49</c:v>
                </c:pt>
                <c:pt idx="42381">
                  <c:v>185.97</c:v>
                </c:pt>
                <c:pt idx="42382">
                  <c:v>197.97</c:v>
                </c:pt>
                <c:pt idx="42383">
                  <c:v>339.96</c:v>
                </c:pt>
                <c:pt idx="42384">
                  <c:v>254.97</c:v>
                </c:pt>
                <c:pt idx="42385">
                  <c:v>155.96</c:v>
                </c:pt>
                <c:pt idx="42386">
                  <c:v>218.12</c:v>
                </c:pt>
                <c:pt idx="42387">
                  <c:v>159.96</c:v>
                </c:pt>
                <c:pt idx="42388">
                  <c:v>229.97</c:v>
                </c:pt>
                <c:pt idx="42389">
                  <c:v>51.49</c:v>
                </c:pt>
                <c:pt idx="42390">
                  <c:v>47.24</c:v>
                </c:pt>
                <c:pt idx="42391">
                  <c:v>156.97</c:v>
                </c:pt>
                <c:pt idx="42392">
                  <c:v>49.98</c:v>
                </c:pt>
                <c:pt idx="42393">
                  <c:v>99.97</c:v>
                </c:pt>
                <c:pt idx="42394">
                  <c:v>99.97</c:v>
                </c:pt>
                <c:pt idx="42395">
                  <c:v>49.98</c:v>
                </c:pt>
                <c:pt idx="42396">
                  <c:v>77.97</c:v>
                </c:pt>
                <c:pt idx="42397">
                  <c:v>77.97</c:v>
                </c:pt>
                <c:pt idx="42398">
                  <c:v>84.99</c:v>
                </c:pt>
                <c:pt idx="42399">
                  <c:v>24.99</c:v>
                </c:pt>
                <c:pt idx="42400">
                  <c:v>24.99</c:v>
                </c:pt>
                <c:pt idx="42401">
                  <c:v>131.97999999999999</c:v>
                </c:pt>
                <c:pt idx="42402">
                  <c:v>84.99</c:v>
                </c:pt>
                <c:pt idx="42403">
                  <c:v>404.87</c:v>
                </c:pt>
                <c:pt idx="42404">
                  <c:v>169.98</c:v>
                </c:pt>
                <c:pt idx="42405">
                  <c:v>262.92</c:v>
                </c:pt>
                <c:pt idx="42406">
                  <c:v>404.87</c:v>
                </c:pt>
                <c:pt idx="42407">
                  <c:v>195.96</c:v>
                </c:pt>
                <c:pt idx="42408">
                  <c:v>131.97999999999999</c:v>
                </c:pt>
                <c:pt idx="42409">
                  <c:v>169.98</c:v>
                </c:pt>
                <c:pt idx="42410">
                  <c:v>262.92</c:v>
                </c:pt>
                <c:pt idx="42411">
                  <c:v>195.96</c:v>
                </c:pt>
                <c:pt idx="42412">
                  <c:v>156.97</c:v>
                </c:pt>
                <c:pt idx="42413">
                  <c:v>54.98</c:v>
                </c:pt>
                <c:pt idx="42414">
                  <c:v>54.98</c:v>
                </c:pt>
                <c:pt idx="42415">
                  <c:v>51.49</c:v>
                </c:pt>
                <c:pt idx="42416">
                  <c:v>51.49</c:v>
                </c:pt>
                <c:pt idx="42417">
                  <c:v>59.99</c:v>
                </c:pt>
                <c:pt idx="42418">
                  <c:v>47.24</c:v>
                </c:pt>
                <c:pt idx="42419">
                  <c:v>51.49</c:v>
                </c:pt>
                <c:pt idx="42420">
                  <c:v>59.99</c:v>
                </c:pt>
                <c:pt idx="42421">
                  <c:v>59.97</c:v>
                </c:pt>
                <c:pt idx="42422">
                  <c:v>54.98</c:v>
                </c:pt>
                <c:pt idx="42423">
                  <c:v>54.98</c:v>
                </c:pt>
                <c:pt idx="42424">
                  <c:v>59.97</c:v>
                </c:pt>
                <c:pt idx="42425">
                  <c:v>59.97</c:v>
                </c:pt>
                <c:pt idx="42426">
                  <c:v>47.24</c:v>
                </c:pt>
                <c:pt idx="42427">
                  <c:v>98.96</c:v>
                </c:pt>
                <c:pt idx="42428">
                  <c:v>129.94999999999999</c:v>
                </c:pt>
                <c:pt idx="42429">
                  <c:v>53.98</c:v>
                </c:pt>
                <c:pt idx="42430">
                  <c:v>65.47</c:v>
                </c:pt>
                <c:pt idx="42431">
                  <c:v>31.29</c:v>
                </c:pt>
                <c:pt idx="42432">
                  <c:v>37.270000000000003</c:v>
                </c:pt>
                <c:pt idx="42433">
                  <c:v>59.98</c:v>
                </c:pt>
                <c:pt idx="42434">
                  <c:v>51.49</c:v>
                </c:pt>
                <c:pt idx="42435">
                  <c:v>59.99</c:v>
                </c:pt>
                <c:pt idx="42436">
                  <c:v>59.99</c:v>
                </c:pt>
                <c:pt idx="42437">
                  <c:v>51.49</c:v>
                </c:pt>
                <c:pt idx="42438">
                  <c:v>59.99</c:v>
                </c:pt>
                <c:pt idx="42439">
                  <c:v>59.99</c:v>
                </c:pt>
                <c:pt idx="42440">
                  <c:v>162.09</c:v>
                </c:pt>
                <c:pt idx="42441">
                  <c:v>162.09</c:v>
                </c:pt>
                <c:pt idx="42442">
                  <c:v>162.09</c:v>
                </c:pt>
                <c:pt idx="42443">
                  <c:v>183.67</c:v>
                </c:pt>
                <c:pt idx="42444">
                  <c:v>162.09</c:v>
                </c:pt>
                <c:pt idx="42445">
                  <c:v>51.49</c:v>
                </c:pt>
                <c:pt idx="42446">
                  <c:v>47.24</c:v>
                </c:pt>
                <c:pt idx="42447">
                  <c:v>47.24</c:v>
                </c:pt>
                <c:pt idx="42448">
                  <c:v>51.49</c:v>
                </c:pt>
                <c:pt idx="42449">
                  <c:v>59.99</c:v>
                </c:pt>
                <c:pt idx="42450">
                  <c:v>47.24</c:v>
                </c:pt>
                <c:pt idx="42451">
                  <c:v>59.99</c:v>
                </c:pt>
                <c:pt idx="42452">
                  <c:v>51.49</c:v>
                </c:pt>
                <c:pt idx="42453">
                  <c:v>51.49</c:v>
                </c:pt>
                <c:pt idx="42454">
                  <c:v>59.99</c:v>
                </c:pt>
                <c:pt idx="42455">
                  <c:v>163.22999999999999</c:v>
                </c:pt>
                <c:pt idx="42456">
                  <c:v>55.96</c:v>
                </c:pt>
                <c:pt idx="42457">
                  <c:v>54.99</c:v>
                </c:pt>
                <c:pt idx="42458">
                  <c:v>84.99</c:v>
                </c:pt>
                <c:pt idx="42459">
                  <c:v>254.97</c:v>
                </c:pt>
                <c:pt idx="42460">
                  <c:v>395.92</c:v>
                </c:pt>
                <c:pt idx="42461">
                  <c:v>130.94999999999999</c:v>
                </c:pt>
                <c:pt idx="42462">
                  <c:v>244.97</c:v>
                </c:pt>
                <c:pt idx="42463">
                  <c:v>55.96</c:v>
                </c:pt>
                <c:pt idx="42464">
                  <c:v>51.49</c:v>
                </c:pt>
                <c:pt idx="42465">
                  <c:v>59.97</c:v>
                </c:pt>
                <c:pt idx="42466">
                  <c:v>59.99</c:v>
                </c:pt>
                <c:pt idx="42467">
                  <c:v>51.49</c:v>
                </c:pt>
                <c:pt idx="42468">
                  <c:v>51.49</c:v>
                </c:pt>
                <c:pt idx="42469">
                  <c:v>51.49</c:v>
                </c:pt>
                <c:pt idx="42470">
                  <c:v>59.99</c:v>
                </c:pt>
                <c:pt idx="42471">
                  <c:v>51.49</c:v>
                </c:pt>
                <c:pt idx="42472">
                  <c:v>51.49</c:v>
                </c:pt>
                <c:pt idx="42473">
                  <c:v>59.99</c:v>
                </c:pt>
                <c:pt idx="42474">
                  <c:v>399.95</c:v>
                </c:pt>
                <c:pt idx="42475">
                  <c:v>361.93</c:v>
                </c:pt>
                <c:pt idx="42476">
                  <c:v>275.95999999999998</c:v>
                </c:pt>
                <c:pt idx="42477">
                  <c:v>279.95999999999998</c:v>
                </c:pt>
                <c:pt idx="42478">
                  <c:v>243.92</c:v>
                </c:pt>
                <c:pt idx="42479">
                  <c:v>51.49</c:v>
                </c:pt>
                <c:pt idx="42480">
                  <c:v>51.49</c:v>
                </c:pt>
                <c:pt idx="42481">
                  <c:v>59.99</c:v>
                </c:pt>
                <c:pt idx="42482">
                  <c:v>51.49</c:v>
                </c:pt>
                <c:pt idx="42483">
                  <c:v>51.49</c:v>
                </c:pt>
                <c:pt idx="42484">
                  <c:v>51.49</c:v>
                </c:pt>
                <c:pt idx="42485">
                  <c:v>59.97</c:v>
                </c:pt>
                <c:pt idx="42486">
                  <c:v>340.89</c:v>
                </c:pt>
                <c:pt idx="42487">
                  <c:v>188.94</c:v>
                </c:pt>
                <c:pt idx="42488">
                  <c:v>293.61</c:v>
                </c:pt>
                <c:pt idx="42489">
                  <c:v>179.94</c:v>
                </c:pt>
                <c:pt idx="42490">
                  <c:v>238.92</c:v>
                </c:pt>
                <c:pt idx="42491">
                  <c:v>449.85</c:v>
                </c:pt>
                <c:pt idx="42492">
                  <c:v>389.87</c:v>
                </c:pt>
                <c:pt idx="42493">
                  <c:v>59.98</c:v>
                </c:pt>
                <c:pt idx="42494">
                  <c:v>59.98</c:v>
                </c:pt>
                <c:pt idx="42495">
                  <c:v>59.98</c:v>
                </c:pt>
                <c:pt idx="42496">
                  <c:v>59.98</c:v>
                </c:pt>
                <c:pt idx="42497">
                  <c:v>59.98</c:v>
                </c:pt>
                <c:pt idx="42498">
                  <c:v>59.98</c:v>
                </c:pt>
                <c:pt idx="42499">
                  <c:v>59.98</c:v>
                </c:pt>
                <c:pt idx="42500">
                  <c:v>59.98</c:v>
                </c:pt>
                <c:pt idx="42501">
                  <c:v>169.98</c:v>
                </c:pt>
                <c:pt idx="42502">
                  <c:v>169.98</c:v>
                </c:pt>
                <c:pt idx="42503">
                  <c:v>154.03</c:v>
                </c:pt>
                <c:pt idx="42504">
                  <c:v>46.47</c:v>
                </c:pt>
                <c:pt idx="42505">
                  <c:v>169.98</c:v>
                </c:pt>
                <c:pt idx="42506">
                  <c:v>84.99</c:v>
                </c:pt>
                <c:pt idx="42507">
                  <c:v>84.99</c:v>
                </c:pt>
                <c:pt idx="42508">
                  <c:v>169.98</c:v>
                </c:pt>
                <c:pt idx="42509">
                  <c:v>201.46</c:v>
                </c:pt>
                <c:pt idx="42510">
                  <c:v>84.99</c:v>
                </c:pt>
                <c:pt idx="42511">
                  <c:v>79.89</c:v>
                </c:pt>
                <c:pt idx="42512">
                  <c:v>84.99</c:v>
                </c:pt>
                <c:pt idx="42513">
                  <c:v>84.99</c:v>
                </c:pt>
                <c:pt idx="42514">
                  <c:v>169.98</c:v>
                </c:pt>
                <c:pt idx="42515">
                  <c:v>169.98</c:v>
                </c:pt>
                <c:pt idx="42516">
                  <c:v>59.98</c:v>
                </c:pt>
                <c:pt idx="42517">
                  <c:v>59.98</c:v>
                </c:pt>
                <c:pt idx="42518">
                  <c:v>59.98</c:v>
                </c:pt>
                <c:pt idx="42519">
                  <c:v>59.98</c:v>
                </c:pt>
                <c:pt idx="42520">
                  <c:v>59.98</c:v>
                </c:pt>
                <c:pt idx="42521">
                  <c:v>59.98</c:v>
                </c:pt>
                <c:pt idx="42522">
                  <c:v>59.98</c:v>
                </c:pt>
                <c:pt idx="42523">
                  <c:v>59.98</c:v>
                </c:pt>
                <c:pt idx="42524">
                  <c:v>59.98</c:v>
                </c:pt>
                <c:pt idx="42525">
                  <c:v>59.98</c:v>
                </c:pt>
                <c:pt idx="42526">
                  <c:v>196.96</c:v>
                </c:pt>
                <c:pt idx="42527">
                  <c:v>146.97</c:v>
                </c:pt>
                <c:pt idx="42528">
                  <c:v>131.97999999999999</c:v>
                </c:pt>
                <c:pt idx="42529">
                  <c:v>109.97</c:v>
                </c:pt>
                <c:pt idx="42530">
                  <c:v>89.22</c:v>
                </c:pt>
                <c:pt idx="42531">
                  <c:v>99.98</c:v>
                </c:pt>
                <c:pt idx="42532">
                  <c:v>179.97</c:v>
                </c:pt>
                <c:pt idx="42533">
                  <c:v>80.98</c:v>
                </c:pt>
                <c:pt idx="42534">
                  <c:v>169.98</c:v>
                </c:pt>
                <c:pt idx="42535">
                  <c:v>99.98</c:v>
                </c:pt>
                <c:pt idx="42536">
                  <c:v>131.97999999999999</c:v>
                </c:pt>
                <c:pt idx="42537">
                  <c:v>172.97</c:v>
                </c:pt>
                <c:pt idx="42538">
                  <c:v>149.97999999999999</c:v>
                </c:pt>
                <c:pt idx="42539">
                  <c:v>159.97999999999999</c:v>
                </c:pt>
                <c:pt idx="42540">
                  <c:v>109.97</c:v>
                </c:pt>
                <c:pt idx="42541">
                  <c:v>59.98</c:v>
                </c:pt>
                <c:pt idx="42542">
                  <c:v>59.98</c:v>
                </c:pt>
                <c:pt idx="42543">
                  <c:v>59.98</c:v>
                </c:pt>
                <c:pt idx="42544">
                  <c:v>59.98</c:v>
                </c:pt>
                <c:pt idx="42545">
                  <c:v>59.98</c:v>
                </c:pt>
                <c:pt idx="42546">
                  <c:v>59.98</c:v>
                </c:pt>
                <c:pt idx="42547">
                  <c:v>59.98</c:v>
                </c:pt>
                <c:pt idx="42548">
                  <c:v>59.98</c:v>
                </c:pt>
                <c:pt idx="42549">
                  <c:v>59.98</c:v>
                </c:pt>
                <c:pt idx="42550">
                  <c:v>59.98</c:v>
                </c:pt>
                <c:pt idx="42551">
                  <c:v>59.98</c:v>
                </c:pt>
                <c:pt idx="42552">
                  <c:v>59.98</c:v>
                </c:pt>
                <c:pt idx="42553">
                  <c:v>59.98</c:v>
                </c:pt>
                <c:pt idx="42554">
                  <c:v>59.98</c:v>
                </c:pt>
                <c:pt idx="42555">
                  <c:v>59.98</c:v>
                </c:pt>
                <c:pt idx="42556">
                  <c:v>59.98</c:v>
                </c:pt>
                <c:pt idx="42557">
                  <c:v>59.96</c:v>
                </c:pt>
                <c:pt idx="42558">
                  <c:v>59.98</c:v>
                </c:pt>
                <c:pt idx="42559">
                  <c:v>51.03</c:v>
                </c:pt>
                <c:pt idx="42560">
                  <c:v>117.25</c:v>
                </c:pt>
                <c:pt idx="42561">
                  <c:v>268.33999999999997</c:v>
                </c:pt>
                <c:pt idx="42562">
                  <c:v>164.96</c:v>
                </c:pt>
                <c:pt idx="42563">
                  <c:v>259.63</c:v>
                </c:pt>
                <c:pt idx="42564">
                  <c:v>127.53</c:v>
                </c:pt>
                <c:pt idx="42565">
                  <c:v>89.97</c:v>
                </c:pt>
                <c:pt idx="42566">
                  <c:v>264.93</c:v>
                </c:pt>
                <c:pt idx="42567">
                  <c:v>312.89</c:v>
                </c:pt>
                <c:pt idx="42568">
                  <c:v>59.98</c:v>
                </c:pt>
                <c:pt idx="42569">
                  <c:v>59.98</c:v>
                </c:pt>
                <c:pt idx="42570">
                  <c:v>59.98</c:v>
                </c:pt>
                <c:pt idx="42571">
                  <c:v>59.98</c:v>
                </c:pt>
                <c:pt idx="42572">
                  <c:v>59.98</c:v>
                </c:pt>
                <c:pt idx="42573">
                  <c:v>59.98</c:v>
                </c:pt>
                <c:pt idx="42574">
                  <c:v>59.98</c:v>
                </c:pt>
                <c:pt idx="42575">
                  <c:v>59.98</c:v>
                </c:pt>
                <c:pt idx="42576">
                  <c:v>59.98</c:v>
                </c:pt>
                <c:pt idx="42577">
                  <c:v>59.98</c:v>
                </c:pt>
                <c:pt idx="42578">
                  <c:v>79.989999999999995</c:v>
                </c:pt>
                <c:pt idx="42579">
                  <c:v>72.790000000000006</c:v>
                </c:pt>
                <c:pt idx="42580">
                  <c:v>79.989999999999995</c:v>
                </c:pt>
                <c:pt idx="42581">
                  <c:v>79.989999999999995</c:v>
                </c:pt>
                <c:pt idx="42582">
                  <c:v>79.989999999999995</c:v>
                </c:pt>
                <c:pt idx="42583">
                  <c:v>79.989999999999995</c:v>
                </c:pt>
                <c:pt idx="42584">
                  <c:v>74.39</c:v>
                </c:pt>
                <c:pt idx="42585">
                  <c:v>71.989999999999995</c:v>
                </c:pt>
                <c:pt idx="42586">
                  <c:v>79.989999999999995</c:v>
                </c:pt>
                <c:pt idx="42587">
                  <c:v>79.989999999999995</c:v>
                </c:pt>
                <c:pt idx="42588">
                  <c:v>79.989999999999995</c:v>
                </c:pt>
                <c:pt idx="42589">
                  <c:v>79.989999999999995</c:v>
                </c:pt>
                <c:pt idx="42590">
                  <c:v>79.989999999999995</c:v>
                </c:pt>
                <c:pt idx="42591">
                  <c:v>79.989999999999995</c:v>
                </c:pt>
                <c:pt idx="42592">
                  <c:v>79.989999999999995</c:v>
                </c:pt>
                <c:pt idx="42593">
                  <c:v>79.989999999999995</c:v>
                </c:pt>
                <c:pt idx="42594">
                  <c:v>79.989999999999995</c:v>
                </c:pt>
                <c:pt idx="42595">
                  <c:v>79.989999999999995</c:v>
                </c:pt>
                <c:pt idx="42596">
                  <c:v>79.989999999999995</c:v>
                </c:pt>
                <c:pt idx="42597">
                  <c:v>79.989999999999995</c:v>
                </c:pt>
                <c:pt idx="42598">
                  <c:v>79.989999999999995</c:v>
                </c:pt>
                <c:pt idx="42599">
                  <c:v>59.98</c:v>
                </c:pt>
                <c:pt idx="42600">
                  <c:v>59.98</c:v>
                </c:pt>
                <c:pt idx="42601">
                  <c:v>59.98</c:v>
                </c:pt>
                <c:pt idx="42602">
                  <c:v>59.98</c:v>
                </c:pt>
                <c:pt idx="42603">
                  <c:v>59.98</c:v>
                </c:pt>
                <c:pt idx="42604">
                  <c:v>59.98</c:v>
                </c:pt>
                <c:pt idx="42605">
                  <c:v>59.98</c:v>
                </c:pt>
                <c:pt idx="42606">
                  <c:v>59.98</c:v>
                </c:pt>
                <c:pt idx="42607">
                  <c:v>59.98</c:v>
                </c:pt>
                <c:pt idx="42608">
                  <c:v>59.98</c:v>
                </c:pt>
                <c:pt idx="42609">
                  <c:v>62.69</c:v>
                </c:pt>
                <c:pt idx="42610">
                  <c:v>89.96</c:v>
                </c:pt>
                <c:pt idx="42611">
                  <c:v>64.97</c:v>
                </c:pt>
                <c:pt idx="42612">
                  <c:v>71.959999999999994</c:v>
                </c:pt>
                <c:pt idx="42613">
                  <c:v>69.97</c:v>
                </c:pt>
                <c:pt idx="42614">
                  <c:v>64.97</c:v>
                </c:pt>
                <c:pt idx="42615">
                  <c:v>89.96</c:v>
                </c:pt>
                <c:pt idx="42616">
                  <c:v>50.97</c:v>
                </c:pt>
                <c:pt idx="42617">
                  <c:v>64.97</c:v>
                </c:pt>
                <c:pt idx="42618">
                  <c:v>64.97</c:v>
                </c:pt>
                <c:pt idx="42619">
                  <c:v>59.98</c:v>
                </c:pt>
                <c:pt idx="42620">
                  <c:v>59.98</c:v>
                </c:pt>
                <c:pt idx="42621">
                  <c:v>59.98</c:v>
                </c:pt>
                <c:pt idx="42622">
                  <c:v>59.98</c:v>
                </c:pt>
                <c:pt idx="42623">
                  <c:v>59.98</c:v>
                </c:pt>
                <c:pt idx="42624">
                  <c:v>59.98</c:v>
                </c:pt>
                <c:pt idx="42625">
                  <c:v>59.96</c:v>
                </c:pt>
                <c:pt idx="42626">
                  <c:v>22.49</c:v>
                </c:pt>
                <c:pt idx="42627">
                  <c:v>20.49</c:v>
                </c:pt>
                <c:pt idx="42628">
                  <c:v>59.98</c:v>
                </c:pt>
                <c:pt idx="42629">
                  <c:v>59.98</c:v>
                </c:pt>
                <c:pt idx="42630">
                  <c:v>91.18</c:v>
                </c:pt>
                <c:pt idx="42631">
                  <c:v>74.98</c:v>
                </c:pt>
                <c:pt idx="42632">
                  <c:v>99.98</c:v>
                </c:pt>
                <c:pt idx="42633">
                  <c:v>99.98</c:v>
                </c:pt>
                <c:pt idx="42634">
                  <c:v>18.29</c:v>
                </c:pt>
                <c:pt idx="42635">
                  <c:v>99.98</c:v>
                </c:pt>
                <c:pt idx="42636">
                  <c:v>99.98</c:v>
                </c:pt>
                <c:pt idx="42637">
                  <c:v>99.98</c:v>
                </c:pt>
                <c:pt idx="42638">
                  <c:v>99.98</c:v>
                </c:pt>
                <c:pt idx="42639">
                  <c:v>64.98</c:v>
                </c:pt>
                <c:pt idx="42640">
                  <c:v>99.98</c:v>
                </c:pt>
                <c:pt idx="42641">
                  <c:v>99.98</c:v>
                </c:pt>
                <c:pt idx="42642">
                  <c:v>99.98</c:v>
                </c:pt>
                <c:pt idx="42643">
                  <c:v>99.98</c:v>
                </c:pt>
                <c:pt idx="42644">
                  <c:v>-1.3</c:v>
                </c:pt>
                <c:pt idx="42645">
                  <c:v>90.86</c:v>
                </c:pt>
                <c:pt idx="42646">
                  <c:v>79.98</c:v>
                </c:pt>
                <c:pt idx="42647">
                  <c:v>99.98</c:v>
                </c:pt>
                <c:pt idx="42648">
                  <c:v>64.98</c:v>
                </c:pt>
                <c:pt idx="42649">
                  <c:v>64.98</c:v>
                </c:pt>
                <c:pt idx="42650">
                  <c:v>99.98</c:v>
                </c:pt>
                <c:pt idx="42651">
                  <c:v>99.98</c:v>
                </c:pt>
                <c:pt idx="42652">
                  <c:v>64.98</c:v>
                </c:pt>
                <c:pt idx="42653">
                  <c:v>99.98</c:v>
                </c:pt>
                <c:pt idx="42654">
                  <c:v>54.98</c:v>
                </c:pt>
                <c:pt idx="42655">
                  <c:v>54.98</c:v>
                </c:pt>
                <c:pt idx="42656">
                  <c:v>51.48</c:v>
                </c:pt>
                <c:pt idx="42657">
                  <c:v>59.96</c:v>
                </c:pt>
                <c:pt idx="42658">
                  <c:v>59.97</c:v>
                </c:pt>
                <c:pt idx="42659">
                  <c:v>59.97</c:v>
                </c:pt>
                <c:pt idx="42660">
                  <c:v>139.47</c:v>
                </c:pt>
                <c:pt idx="42661">
                  <c:v>123.98</c:v>
                </c:pt>
                <c:pt idx="42662">
                  <c:v>211.04</c:v>
                </c:pt>
                <c:pt idx="42663">
                  <c:v>207.44</c:v>
                </c:pt>
                <c:pt idx="42664">
                  <c:v>120.94</c:v>
                </c:pt>
                <c:pt idx="42665">
                  <c:v>193.34</c:v>
                </c:pt>
                <c:pt idx="42666">
                  <c:v>145.94999999999999</c:v>
                </c:pt>
                <c:pt idx="42667">
                  <c:v>231.93</c:v>
                </c:pt>
                <c:pt idx="42668">
                  <c:v>147.94999999999999</c:v>
                </c:pt>
                <c:pt idx="42669">
                  <c:v>131.96</c:v>
                </c:pt>
                <c:pt idx="42670">
                  <c:v>208.46</c:v>
                </c:pt>
                <c:pt idx="42671">
                  <c:v>59.97</c:v>
                </c:pt>
                <c:pt idx="42672">
                  <c:v>59.96</c:v>
                </c:pt>
                <c:pt idx="42673">
                  <c:v>59.97</c:v>
                </c:pt>
                <c:pt idx="42674">
                  <c:v>59.97</c:v>
                </c:pt>
                <c:pt idx="42675">
                  <c:v>59.96</c:v>
                </c:pt>
                <c:pt idx="42676">
                  <c:v>59.96</c:v>
                </c:pt>
                <c:pt idx="42677">
                  <c:v>59.97</c:v>
                </c:pt>
                <c:pt idx="42678">
                  <c:v>59.97</c:v>
                </c:pt>
                <c:pt idx="42679">
                  <c:v>59.96</c:v>
                </c:pt>
                <c:pt idx="42680">
                  <c:v>59.96</c:v>
                </c:pt>
                <c:pt idx="42681">
                  <c:v>51.48</c:v>
                </c:pt>
                <c:pt idx="42682">
                  <c:v>51.48</c:v>
                </c:pt>
                <c:pt idx="42683">
                  <c:v>51.48</c:v>
                </c:pt>
                <c:pt idx="42684">
                  <c:v>51.48</c:v>
                </c:pt>
                <c:pt idx="42685">
                  <c:v>51.48</c:v>
                </c:pt>
                <c:pt idx="42686">
                  <c:v>51.48</c:v>
                </c:pt>
                <c:pt idx="42687">
                  <c:v>59.96</c:v>
                </c:pt>
                <c:pt idx="42688">
                  <c:v>51.48</c:v>
                </c:pt>
                <c:pt idx="42689">
                  <c:v>51.48</c:v>
                </c:pt>
                <c:pt idx="42690">
                  <c:v>185.97</c:v>
                </c:pt>
                <c:pt idx="42691">
                  <c:v>104.98</c:v>
                </c:pt>
                <c:pt idx="42692">
                  <c:v>183.86</c:v>
                </c:pt>
                <c:pt idx="42693">
                  <c:v>161.97999999999999</c:v>
                </c:pt>
                <c:pt idx="42694">
                  <c:v>165.97</c:v>
                </c:pt>
                <c:pt idx="42695">
                  <c:v>79.98</c:v>
                </c:pt>
                <c:pt idx="42696">
                  <c:v>169.98</c:v>
                </c:pt>
                <c:pt idx="42697">
                  <c:v>99.98</c:v>
                </c:pt>
                <c:pt idx="42698">
                  <c:v>99.98</c:v>
                </c:pt>
                <c:pt idx="42699">
                  <c:v>139.96</c:v>
                </c:pt>
                <c:pt idx="42700">
                  <c:v>99.98</c:v>
                </c:pt>
                <c:pt idx="42701">
                  <c:v>189.97</c:v>
                </c:pt>
                <c:pt idx="42702">
                  <c:v>89.98</c:v>
                </c:pt>
                <c:pt idx="42703">
                  <c:v>51.48</c:v>
                </c:pt>
                <c:pt idx="42704">
                  <c:v>51.48</c:v>
                </c:pt>
                <c:pt idx="42705">
                  <c:v>51.48</c:v>
                </c:pt>
                <c:pt idx="42706">
                  <c:v>51.48</c:v>
                </c:pt>
                <c:pt idx="42707">
                  <c:v>59.97</c:v>
                </c:pt>
                <c:pt idx="42708">
                  <c:v>59.96</c:v>
                </c:pt>
                <c:pt idx="42709">
                  <c:v>59.96</c:v>
                </c:pt>
                <c:pt idx="42710">
                  <c:v>59.96</c:v>
                </c:pt>
                <c:pt idx="42711">
                  <c:v>67.98</c:v>
                </c:pt>
                <c:pt idx="42712">
                  <c:v>99.98</c:v>
                </c:pt>
                <c:pt idx="42713">
                  <c:v>94.97</c:v>
                </c:pt>
                <c:pt idx="42714">
                  <c:v>169.98</c:v>
                </c:pt>
                <c:pt idx="42715">
                  <c:v>99.98</c:v>
                </c:pt>
                <c:pt idx="42716">
                  <c:v>99.98</c:v>
                </c:pt>
                <c:pt idx="42717">
                  <c:v>180.96</c:v>
                </c:pt>
                <c:pt idx="42718">
                  <c:v>118.97</c:v>
                </c:pt>
                <c:pt idx="42719">
                  <c:v>113.96</c:v>
                </c:pt>
                <c:pt idx="42720">
                  <c:v>169.98</c:v>
                </c:pt>
                <c:pt idx="42721">
                  <c:v>79.98</c:v>
                </c:pt>
                <c:pt idx="42722">
                  <c:v>99.98</c:v>
                </c:pt>
                <c:pt idx="42723">
                  <c:v>99.98</c:v>
                </c:pt>
                <c:pt idx="42724">
                  <c:v>99.98</c:v>
                </c:pt>
                <c:pt idx="42725">
                  <c:v>123.97</c:v>
                </c:pt>
                <c:pt idx="42726">
                  <c:v>21.49</c:v>
                </c:pt>
                <c:pt idx="42727">
                  <c:v>59.96</c:v>
                </c:pt>
                <c:pt idx="42728">
                  <c:v>59.96</c:v>
                </c:pt>
                <c:pt idx="42729">
                  <c:v>59.96</c:v>
                </c:pt>
                <c:pt idx="42730">
                  <c:v>59.96</c:v>
                </c:pt>
                <c:pt idx="42731">
                  <c:v>161.91</c:v>
                </c:pt>
                <c:pt idx="42732">
                  <c:v>49.56</c:v>
                </c:pt>
                <c:pt idx="42733">
                  <c:v>241.95</c:v>
                </c:pt>
                <c:pt idx="42734">
                  <c:v>149.97</c:v>
                </c:pt>
                <c:pt idx="42735">
                  <c:v>155.9</c:v>
                </c:pt>
                <c:pt idx="42736">
                  <c:v>157.38999999999999</c:v>
                </c:pt>
                <c:pt idx="42737">
                  <c:v>99.95</c:v>
                </c:pt>
                <c:pt idx="42738">
                  <c:v>59.96</c:v>
                </c:pt>
                <c:pt idx="42739">
                  <c:v>59.96</c:v>
                </c:pt>
                <c:pt idx="42740">
                  <c:v>59.96</c:v>
                </c:pt>
                <c:pt idx="42741">
                  <c:v>59.96</c:v>
                </c:pt>
                <c:pt idx="42742">
                  <c:v>59.96</c:v>
                </c:pt>
                <c:pt idx="42743">
                  <c:v>59.96</c:v>
                </c:pt>
                <c:pt idx="42744">
                  <c:v>59.96</c:v>
                </c:pt>
                <c:pt idx="42745">
                  <c:v>67.98</c:v>
                </c:pt>
                <c:pt idx="42746">
                  <c:v>59.97</c:v>
                </c:pt>
                <c:pt idx="42747">
                  <c:v>94.97</c:v>
                </c:pt>
                <c:pt idx="42748">
                  <c:v>59.97</c:v>
                </c:pt>
                <c:pt idx="42749">
                  <c:v>59.96</c:v>
                </c:pt>
                <c:pt idx="42750">
                  <c:v>59.96</c:v>
                </c:pt>
                <c:pt idx="42751">
                  <c:v>59.96</c:v>
                </c:pt>
                <c:pt idx="42752">
                  <c:v>59.96</c:v>
                </c:pt>
                <c:pt idx="42753">
                  <c:v>59.96</c:v>
                </c:pt>
                <c:pt idx="42754">
                  <c:v>59.96</c:v>
                </c:pt>
                <c:pt idx="42755">
                  <c:v>59.96</c:v>
                </c:pt>
                <c:pt idx="42756">
                  <c:v>564.92999999999995</c:v>
                </c:pt>
                <c:pt idx="42757">
                  <c:v>305.95999999999998</c:v>
                </c:pt>
                <c:pt idx="42758">
                  <c:v>169.98</c:v>
                </c:pt>
                <c:pt idx="42759">
                  <c:v>229.47</c:v>
                </c:pt>
                <c:pt idx="42760">
                  <c:v>54.99</c:v>
                </c:pt>
                <c:pt idx="42761">
                  <c:v>216.72</c:v>
                </c:pt>
                <c:pt idx="42762">
                  <c:v>129.72999999999999</c:v>
                </c:pt>
                <c:pt idx="42763">
                  <c:v>59.96</c:v>
                </c:pt>
                <c:pt idx="42764">
                  <c:v>21.49</c:v>
                </c:pt>
                <c:pt idx="42765">
                  <c:v>21.49</c:v>
                </c:pt>
                <c:pt idx="42766">
                  <c:v>26.49</c:v>
                </c:pt>
                <c:pt idx="42767">
                  <c:v>26.49</c:v>
                </c:pt>
                <c:pt idx="42768">
                  <c:v>59.95</c:v>
                </c:pt>
                <c:pt idx="42769">
                  <c:v>59.95</c:v>
                </c:pt>
                <c:pt idx="42770">
                  <c:v>458.95</c:v>
                </c:pt>
                <c:pt idx="42771">
                  <c:v>411.93</c:v>
                </c:pt>
                <c:pt idx="42772">
                  <c:v>356.35</c:v>
                </c:pt>
                <c:pt idx="42773">
                  <c:v>263.95999999999998</c:v>
                </c:pt>
                <c:pt idx="42774">
                  <c:v>224.37</c:v>
                </c:pt>
                <c:pt idx="42775">
                  <c:v>121.98</c:v>
                </c:pt>
                <c:pt idx="42776">
                  <c:v>59.95</c:v>
                </c:pt>
                <c:pt idx="42777">
                  <c:v>59.95</c:v>
                </c:pt>
                <c:pt idx="42778">
                  <c:v>59.95</c:v>
                </c:pt>
                <c:pt idx="42779">
                  <c:v>59.95</c:v>
                </c:pt>
                <c:pt idx="42780">
                  <c:v>59.95</c:v>
                </c:pt>
                <c:pt idx="42781">
                  <c:v>59.95</c:v>
                </c:pt>
                <c:pt idx="42782">
                  <c:v>59.95</c:v>
                </c:pt>
                <c:pt idx="42783">
                  <c:v>60.99</c:v>
                </c:pt>
                <c:pt idx="42784">
                  <c:v>59.94</c:v>
                </c:pt>
                <c:pt idx="42785">
                  <c:v>162.96</c:v>
                </c:pt>
                <c:pt idx="42786">
                  <c:v>159.97999999999999</c:v>
                </c:pt>
                <c:pt idx="42787">
                  <c:v>216.86</c:v>
                </c:pt>
                <c:pt idx="42788">
                  <c:v>116.98</c:v>
                </c:pt>
                <c:pt idx="42789">
                  <c:v>174.91</c:v>
                </c:pt>
                <c:pt idx="42790">
                  <c:v>59.95</c:v>
                </c:pt>
                <c:pt idx="42791">
                  <c:v>60.98</c:v>
                </c:pt>
                <c:pt idx="42792">
                  <c:v>60.98</c:v>
                </c:pt>
                <c:pt idx="42793">
                  <c:v>47.94</c:v>
                </c:pt>
                <c:pt idx="42794">
                  <c:v>60.98</c:v>
                </c:pt>
                <c:pt idx="42795">
                  <c:v>60.98</c:v>
                </c:pt>
                <c:pt idx="42796">
                  <c:v>99.98</c:v>
                </c:pt>
                <c:pt idx="42797">
                  <c:v>99.98</c:v>
                </c:pt>
                <c:pt idx="42798">
                  <c:v>62.85</c:v>
                </c:pt>
                <c:pt idx="42799">
                  <c:v>99.98</c:v>
                </c:pt>
                <c:pt idx="42800">
                  <c:v>45.63</c:v>
                </c:pt>
                <c:pt idx="42801">
                  <c:v>65.989999999999995</c:v>
                </c:pt>
                <c:pt idx="42802">
                  <c:v>84.99</c:v>
                </c:pt>
                <c:pt idx="42803">
                  <c:v>65.989999999999995</c:v>
                </c:pt>
                <c:pt idx="42804">
                  <c:v>84.39</c:v>
                </c:pt>
                <c:pt idx="42805">
                  <c:v>99.13</c:v>
                </c:pt>
                <c:pt idx="42806">
                  <c:v>83.99</c:v>
                </c:pt>
                <c:pt idx="42807">
                  <c:v>99.98</c:v>
                </c:pt>
                <c:pt idx="42808">
                  <c:v>83.14</c:v>
                </c:pt>
                <c:pt idx="42809">
                  <c:v>97.13</c:v>
                </c:pt>
                <c:pt idx="42810">
                  <c:v>84.99</c:v>
                </c:pt>
                <c:pt idx="42811">
                  <c:v>60.98</c:v>
                </c:pt>
                <c:pt idx="42812">
                  <c:v>60.98</c:v>
                </c:pt>
                <c:pt idx="42813">
                  <c:v>60.98</c:v>
                </c:pt>
                <c:pt idx="42814">
                  <c:v>60.98</c:v>
                </c:pt>
                <c:pt idx="42815">
                  <c:v>60.97</c:v>
                </c:pt>
                <c:pt idx="42816">
                  <c:v>19.940000000000001</c:v>
                </c:pt>
                <c:pt idx="42817">
                  <c:v>19.29</c:v>
                </c:pt>
                <c:pt idx="42818">
                  <c:v>60.96</c:v>
                </c:pt>
                <c:pt idx="42819">
                  <c:v>77.97</c:v>
                </c:pt>
                <c:pt idx="42820">
                  <c:v>54.98</c:v>
                </c:pt>
                <c:pt idx="42821">
                  <c:v>53.98</c:v>
                </c:pt>
                <c:pt idx="42822">
                  <c:v>84.99</c:v>
                </c:pt>
                <c:pt idx="42823">
                  <c:v>84.99</c:v>
                </c:pt>
                <c:pt idx="42824">
                  <c:v>53.98</c:v>
                </c:pt>
                <c:pt idx="42825">
                  <c:v>169.98</c:v>
                </c:pt>
                <c:pt idx="42826">
                  <c:v>64.98</c:v>
                </c:pt>
                <c:pt idx="42827">
                  <c:v>68.989999999999995</c:v>
                </c:pt>
                <c:pt idx="42828">
                  <c:v>84.99</c:v>
                </c:pt>
                <c:pt idx="42829">
                  <c:v>84.99</c:v>
                </c:pt>
                <c:pt idx="42830">
                  <c:v>49.99</c:v>
                </c:pt>
                <c:pt idx="42831">
                  <c:v>52.24</c:v>
                </c:pt>
                <c:pt idx="42832">
                  <c:v>59.87</c:v>
                </c:pt>
                <c:pt idx="42833">
                  <c:v>54.99</c:v>
                </c:pt>
                <c:pt idx="42834">
                  <c:v>54.98</c:v>
                </c:pt>
                <c:pt idx="42835">
                  <c:v>54.98</c:v>
                </c:pt>
                <c:pt idx="42836">
                  <c:v>54.98</c:v>
                </c:pt>
                <c:pt idx="42837">
                  <c:v>60.28</c:v>
                </c:pt>
                <c:pt idx="42838">
                  <c:v>17.239999999999998</c:v>
                </c:pt>
                <c:pt idx="42839">
                  <c:v>17.239999999999998</c:v>
                </c:pt>
                <c:pt idx="42840">
                  <c:v>65.91</c:v>
                </c:pt>
                <c:pt idx="42841">
                  <c:v>65.989999999999995</c:v>
                </c:pt>
                <c:pt idx="42842">
                  <c:v>65.989999999999995</c:v>
                </c:pt>
                <c:pt idx="42843">
                  <c:v>84.98</c:v>
                </c:pt>
                <c:pt idx="42844">
                  <c:v>65.989999999999995</c:v>
                </c:pt>
                <c:pt idx="42845">
                  <c:v>65.989999999999995</c:v>
                </c:pt>
                <c:pt idx="42846">
                  <c:v>68.98</c:v>
                </c:pt>
                <c:pt idx="42847">
                  <c:v>85.98</c:v>
                </c:pt>
                <c:pt idx="42848">
                  <c:v>65.989999999999995</c:v>
                </c:pt>
                <c:pt idx="42849">
                  <c:v>65.989999999999995</c:v>
                </c:pt>
                <c:pt idx="42850">
                  <c:v>65.989999999999995</c:v>
                </c:pt>
                <c:pt idx="42851">
                  <c:v>65.989999999999995</c:v>
                </c:pt>
                <c:pt idx="42852">
                  <c:v>65.989999999999995</c:v>
                </c:pt>
                <c:pt idx="42853">
                  <c:v>65.989999999999995</c:v>
                </c:pt>
                <c:pt idx="42854">
                  <c:v>65.989999999999995</c:v>
                </c:pt>
                <c:pt idx="42855">
                  <c:v>47.24</c:v>
                </c:pt>
                <c:pt idx="42856">
                  <c:v>51.49</c:v>
                </c:pt>
                <c:pt idx="42857">
                  <c:v>51.48</c:v>
                </c:pt>
                <c:pt idx="42858">
                  <c:v>51.48</c:v>
                </c:pt>
                <c:pt idx="42859">
                  <c:v>72.97</c:v>
                </c:pt>
                <c:pt idx="42860">
                  <c:v>104.97</c:v>
                </c:pt>
                <c:pt idx="42861">
                  <c:v>104.97</c:v>
                </c:pt>
                <c:pt idx="42862">
                  <c:v>99.97</c:v>
                </c:pt>
                <c:pt idx="42863">
                  <c:v>65.98</c:v>
                </c:pt>
                <c:pt idx="42864">
                  <c:v>69.98</c:v>
                </c:pt>
                <c:pt idx="42865">
                  <c:v>71.98</c:v>
                </c:pt>
                <c:pt idx="42866">
                  <c:v>65.98</c:v>
                </c:pt>
                <c:pt idx="42867">
                  <c:v>61.98</c:v>
                </c:pt>
                <c:pt idx="42868">
                  <c:v>147.96</c:v>
                </c:pt>
                <c:pt idx="42869">
                  <c:v>117.96</c:v>
                </c:pt>
                <c:pt idx="42870">
                  <c:v>69.98</c:v>
                </c:pt>
                <c:pt idx="42871">
                  <c:v>114.21</c:v>
                </c:pt>
                <c:pt idx="42872">
                  <c:v>107.97</c:v>
                </c:pt>
                <c:pt idx="42873">
                  <c:v>69.98</c:v>
                </c:pt>
                <c:pt idx="42874">
                  <c:v>68.98</c:v>
                </c:pt>
                <c:pt idx="42875">
                  <c:v>81.97</c:v>
                </c:pt>
                <c:pt idx="42876">
                  <c:v>93.61</c:v>
                </c:pt>
                <c:pt idx="42877">
                  <c:v>69.98</c:v>
                </c:pt>
                <c:pt idx="42878">
                  <c:v>65.19</c:v>
                </c:pt>
                <c:pt idx="42879">
                  <c:v>59.99</c:v>
                </c:pt>
                <c:pt idx="42880">
                  <c:v>59.99</c:v>
                </c:pt>
                <c:pt idx="42881">
                  <c:v>84.99</c:v>
                </c:pt>
                <c:pt idx="42882">
                  <c:v>84.99</c:v>
                </c:pt>
                <c:pt idx="42883">
                  <c:v>104.82</c:v>
                </c:pt>
                <c:pt idx="42884">
                  <c:v>179.95</c:v>
                </c:pt>
                <c:pt idx="42885">
                  <c:v>64.98</c:v>
                </c:pt>
                <c:pt idx="42886">
                  <c:v>149.97</c:v>
                </c:pt>
                <c:pt idx="42887">
                  <c:v>67.98</c:v>
                </c:pt>
                <c:pt idx="42888">
                  <c:v>229.97</c:v>
                </c:pt>
                <c:pt idx="42889">
                  <c:v>79.98</c:v>
                </c:pt>
                <c:pt idx="42890">
                  <c:v>99.98</c:v>
                </c:pt>
                <c:pt idx="42891">
                  <c:v>64.98</c:v>
                </c:pt>
                <c:pt idx="42892">
                  <c:v>67.98</c:v>
                </c:pt>
                <c:pt idx="42893">
                  <c:v>99.98</c:v>
                </c:pt>
                <c:pt idx="42894">
                  <c:v>84.99</c:v>
                </c:pt>
                <c:pt idx="42895">
                  <c:v>139.97999999999999</c:v>
                </c:pt>
                <c:pt idx="42896">
                  <c:v>68.989999999999995</c:v>
                </c:pt>
                <c:pt idx="42897">
                  <c:v>84.99</c:v>
                </c:pt>
                <c:pt idx="42898">
                  <c:v>59.98</c:v>
                </c:pt>
                <c:pt idx="42899">
                  <c:v>59.98</c:v>
                </c:pt>
                <c:pt idx="42900">
                  <c:v>59.98</c:v>
                </c:pt>
                <c:pt idx="42901">
                  <c:v>59.98</c:v>
                </c:pt>
                <c:pt idx="42902">
                  <c:v>59.98</c:v>
                </c:pt>
                <c:pt idx="42903">
                  <c:v>59.98</c:v>
                </c:pt>
                <c:pt idx="42904">
                  <c:v>59.98</c:v>
                </c:pt>
                <c:pt idx="42905">
                  <c:v>59.98</c:v>
                </c:pt>
                <c:pt idx="42906">
                  <c:v>59.98</c:v>
                </c:pt>
                <c:pt idx="42907">
                  <c:v>59.98</c:v>
                </c:pt>
                <c:pt idx="42908">
                  <c:v>59.98</c:v>
                </c:pt>
                <c:pt idx="42909">
                  <c:v>76.95</c:v>
                </c:pt>
                <c:pt idx="42910">
                  <c:v>87.96</c:v>
                </c:pt>
                <c:pt idx="42911">
                  <c:v>208.95</c:v>
                </c:pt>
                <c:pt idx="42912">
                  <c:v>191.95</c:v>
                </c:pt>
                <c:pt idx="42913">
                  <c:v>186.96</c:v>
                </c:pt>
                <c:pt idx="42914">
                  <c:v>51.98</c:v>
                </c:pt>
                <c:pt idx="42915">
                  <c:v>51.96</c:v>
                </c:pt>
                <c:pt idx="42916">
                  <c:v>76.489999999999995</c:v>
                </c:pt>
                <c:pt idx="42917">
                  <c:v>195.96</c:v>
                </c:pt>
                <c:pt idx="42918">
                  <c:v>80.94</c:v>
                </c:pt>
                <c:pt idx="42919">
                  <c:v>162.29</c:v>
                </c:pt>
                <c:pt idx="42920">
                  <c:v>219.96</c:v>
                </c:pt>
                <c:pt idx="42921">
                  <c:v>182.12</c:v>
                </c:pt>
                <c:pt idx="42922">
                  <c:v>52.46</c:v>
                </c:pt>
                <c:pt idx="42923">
                  <c:v>189.95</c:v>
                </c:pt>
                <c:pt idx="42924">
                  <c:v>59.98</c:v>
                </c:pt>
                <c:pt idx="42925">
                  <c:v>59.98</c:v>
                </c:pt>
                <c:pt idx="42926">
                  <c:v>59.98</c:v>
                </c:pt>
                <c:pt idx="42927">
                  <c:v>59.98</c:v>
                </c:pt>
                <c:pt idx="42928">
                  <c:v>59.98</c:v>
                </c:pt>
                <c:pt idx="42929">
                  <c:v>59.97</c:v>
                </c:pt>
                <c:pt idx="42930">
                  <c:v>59.97</c:v>
                </c:pt>
                <c:pt idx="42931">
                  <c:v>59.97</c:v>
                </c:pt>
                <c:pt idx="42932">
                  <c:v>114.94</c:v>
                </c:pt>
                <c:pt idx="42933">
                  <c:v>313.24</c:v>
                </c:pt>
                <c:pt idx="42934">
                  <c:v>120.98</c:v>
                </c:pt>
                <c:pt idx="42935">
                  <c:v>159.69999999999999</c:v>
                </c:pt>
                <c:pt idx="42936">
                  <c:v>209.29</c:v>
                </c:pt>
                <c:pt idx="42937">
                  <c:v>159.69999999999999</c:v>
                </c:pt>
                <c:pt idx="42938">
                  <c:v>59.97</c:v>
                </c:pt>
                <c:pt idx="42939">
                  <c:v>59.97</c:v>
                </c:pt>
                <c:pt idx="42940">
                  <c:v>59.96</c:v>
                </c:pt>
                <c:pt idx="42941">
                  <c:v>47.78</c:v>
                </c:pt>
                <c:pt idx="42942">
                  <c:v>523.48</c:v>
                </c:pt>
                <c:pt idx="42943">
                  <c:v>229.97</c:v>
                </c:pt>
                <c:pt idx="42944">
                  <c:v>569.92999999999995</c:v>
                </c:pt>
                <c:pt idx="42945">
                  <c:v>209.9</c:v>
                </c:pt>
                <c:pt idx="42946">
                  <c:v>79.64</c:v>
                </c:pt>
                <c:pt idx="42947">
                  <c:v>339.96</c:v>
                </c:pt>
                <c:pt idx="42948">
                  <c:v>54.99</c:v>
                </c:pt>
                <c:pt idx="42949">
                  <c:v>84.99</c:v>
                </c:pt>
                <c:pt idx="42950">
                  <c:v>30.28</c:v>
                </c:pt>
                <c:pt idx="42951">
                  <c:v>23.98</c:v>
                </c:pt>
                <c:pt idx="42952">
                  <c:v>59.38</c:v>
                </c:pt>
                <c:pt idx="42953">
                  <c:v>59.38</c:v>
                </c:pt>
                <c:pt idx="42954">
                  <c:v>59.36</c:v>
                </c:pt>
                <c:pt idx="42955">
                  <c:v>64.989999999999995</c:v>
                </c:pt>
                <c:pt idx="42956">
                  <c:v>64.989999999999995</c:v>
                </c:pt>
                <c:pt idx="42957">
                  <c:v>19.84</c:v>
                </c:pt>
                <c:pt idx="42958">
                  <c:v>26.57</c:v>
                </c:pt>
                <c:pt idx="42959">
                  <c:v>169.98</c:v>
                </c:pt>
                <c:pt idx="42960">
                  <c:v>110.98</c:v>
                </c:pt>
                <c:pt idx="42961">
                  <c:v>145.94</c:v>
                </c:pt>
                <c:pt idx="42962">
                  <c:v>129.97999999999999</c:v>
                </c:pt>
                <c:pt idx="42963">
                  <c:v>127.79</c:v>
                </c:pt>
                <c:pt idx="42964">
                  <c:v>215.05</c:v>
                </c:pt>
                <c:pt idx="42965">
                  <c:v>122.97</c:v>
                </c:pt>
                <c:pt idx="42966">
                  <c:v>115.96</c:v>
                </c:pt>
                <c:pt idx="42967">
                  <c:v>69.98</c:v>
                </c:pt>
                <c:pt idx="42968">
                  <c:v>64.98</c:v>
                </c:pt>
                <c:pt idx="42969">
                  <c:v>64.98</c:v>
                </c:pt>
                <c:pt idx="42970">
                  <c:v>64.98</c:v>
                </c:pt>
                <c:pt idx="42971">
                  <c:v>50.74</c:v>
                </c:pt>
                <c:pt idx="42972">
                  <c:v>64.98</c:v>
                </c:pt>
                <c:pt idx="42973">
                  <c:v>50.73</c:v>
                </c:pt>
                <c:pt idx="42974">
                  <c:v>55.48</c:v>
                </c:pt>
                <c:pt idx="42975">
                  <c:v>64.97</c:v>
                </c:pt>
                <c:pt idx="42976">
                  <c:v>64.180000000000007</c:v>
                </c:pt>
                <c:pt idx="42977">
                  <c:v>149.47</c:v>
                </c:pt>
                <c:pt idx="42978">
                  <c:v>78.66</c:v>
                </c:pt>
                <c:pt idx="42979">
                  <c:v>119.62</c:v>
                </c:pt>
                <c:pt idx="42980">
                  <c:v>83.2</c:v>
                </c:pt>
                <c:pt idx="42981">
                  <c:v>99.98</c:v>
                </c:pt>
                <c:pt idx="42982">
                  <c:v>37.49</c:v>
                </c:pt>
                <c:pt idx="42983">
                  <c:v>55.98</c:v>
                </c:pt>
                <c:pt idx="42984">
                  <c:v>86.48</c:v>
                </c:pt>
                <c:pt idx="42985">
                  <c:v>50.73</c:v>
                </c:pt>
                <c:pt idx="42986">
                  <c:v>55.48</c:v>
                </c:pt>
                <c:pt idx="42987">
                  <c:v>65.33</c:v>
                </c:pt>
                <c:pt idx="42988">
                  <c:v>52.61</c:v>
                </c:pt>
                <c:pt idx="42989">
                  <c:v>143.72</c:v>
                </c:pt>
                <c:pt idx="42990">
                  <c:v>159.69999999999999</c:v>
                </c:pt>
                <c:pt idx="42991">
                  <c:v>200.8</c:v>
                </c:pt>
                <c:pt idx="42992">
                  <c:v>65.319999999999993</c:v>
                </c:pt>
                <c:pt idx="42993">
                  <c:v>65.319999999999993</c:v>
                </c:pt>
                <c:pt idx="42994">
                  <c:v>65.319999999999993</c:v>
                </c:pt>
                <c:pt idx="42995">
                  <c:v>65.319999999999993</c:v>
                </c:pt>
                <c:pt idx="42996">
                  <c:v>65.319999999999993</c:v>
                </c:pt>
                <c:pt idx="42997">
                  <c:v>65.319999999999993</c:v>
                </c:pt>
                <c:pt idx="42998">
                  <c:v>65.319999999999993</c:v>
                </c:pt>
                <c:pt idx="42999">
                  <c:v>65.319999999999993</c:v>
                </c:pt>
                <c:pt idx="43000">
                  <c:v>65.319999999999993</c:v>
                </c:pt>
                <c:pt idx="43001">
                  <c:v>59.16</c:v>
                </c:pt>
                <c:pt idx="43002">
                  <c:v>65.319999999999993</c:v>
                </c:pt>
                <c:pt idx="43003">
                  <c:v>65.319999999999993</c:v>
                </c:pt>
                <c:pt idx="43004">
                  <c:v>65.3</c:v>
                </c:pt>
                <c:pt idx="43005">
                  <c:v>65.3</c:v>
                </c:pt>
                <c:pt idx="43006">
                  <c:v>65.3</c:v>
                </c:pt>
                <c:pt idx="43007">
                  <c:v>65.3</c:v>
                </c:pt>
                <c:pt idx="43008">
                  <c:v>65.3</c:v>
                </c:pt>
                <c:pt idx="43009">
                  <c:v>131.97999999999999</c:v>
                </c:pt>
                <c:pt idx="43010">
                  <c:v>169.98</c:v>
                </c:pt>
                <c:pt idx="43011">
                  <c:v>169.98</c:v>
                </c:pt>
                <c:pt idx="43012">
                  <c:v>169.98</c:v>
                </c:pt>
                <c:pt idx="43013">
                  <c:v>169.98</c:v>
                </c:pt>
                <c:pt idx="43014">
                  <c:v>131.97999999999999</c:v>
                </c:pt>
                <c:pt idx="43015">
                  <c:v>80.98</c:v>
                </c:pt>
                <c:pt idx="43016">
                  <c:v>169.98</c:v>
                </c:pt>
                <c:pt idx="43017">
                  <c:v>65.290000000000006</c:v>
                </c:pt>
                <c:pt idx="43018">
                  <c:v>65.290000000000006</c:v>
                </c:pt>
                <c:pt idx="43019">
                  <c:v>65.27</c:v>
                </c:pt>
                <c:pt idx="43020">
                  <c:v>65.27</c:v>
                </c:pt>
                <c:pt idx="43021">
                  <c:v>55.64</c:v>
                </c:pt>
                <c:pt idx="43022">
                  <c:v>55.64</c:v>
                </c:pt>
                <c:pt idx="43023">
                  <c:v>55.64</c:v>
                </c:pt>
                <c:pt idx="43024">
                  <c:v>118.78</c:v>
                </c:pt>
                <c:pt idx="43025">
                  <c:v>79.98</c:v>
                </c:pt>
                <c:pt idx="43026">
                  <c:v>131.97999999999999</c:v>
                </c:pt>
                <c:pt idx="43027">
                  <c:v>131.97999999999999</c:v>
                </c:pt>
                <c:pt idx="43028">
                  <c:v>121.28</c:v>
                </c:pt>
                <c:pt idx="43029">
                  <c:v>131.97999999999999</c:v>
                </c:pt>
                <c:pt idx="43030">
                  <c:v>118.78</c:v>
                </c:pt>
                <c:pt idx="43031">
                  <c:v>128.02000000000001</c:v>
                </c:pt>
                <c:pt idx="43032">
                  <c:v>131.97999999999999</c:v>
                </c:pt>
                <c:pt idx="43033">
                  <c:v>131.97999999999999</c:v>
                </c:pt>
                <c:pt idx="43034">
                  <c:v>131.97999999999999</c:v>
                </c:pt>
                <c:pt idx="43035">
                  <c:v>131.97999999999999</c:v>
                </c:pt>
                <c:pt idx="43036">
                  <c:v>118.02</c:v>
                </c:pt>
                <c:pt idx="43037">
                  <c:v>121.98</c:v>
                </c:pt>
                <c:pt idx="43038">
                  <c:v>65.989999999999995</c:v>
                </c:pt>
                <c:pt idx="43039">
                  <c:v>55.64</c:v>
                </c:pt>
                <c:pt idx="43040">
                  <c:v>55.64</c:v>
                </c:pt>
                <c:pt idx="43041">
                  <c:v>55.64</c:v>
                </c:pt>
                <c:pt idx="43042">
                  <c:v>55.64</c:v>
                </c:pt>
                <c:pt idx="43043">
                  <c:v>55.64</c:v>
                </c:pt>
                <c:pt idx="43044">
                  <c:v>55.64</c:v>
                </c:pt>
                <c:pt idx="43045">
                  <c:v>55.64</c:v>
                </c:pt>
                <c:pt idx="43046">
                  <c:v>55.64</c:v>
                </c:pt>
                <c:pt idx="43047">
                  <c:v>55.64</c:v>
                </c:pt>
                <c:pt idx="43048">
                  <c:v>55.64</c:v>
                </c:pt>
                <c:pt idx="43049">
                  <c:v>121.96</c:v>
                </c:pt>
                <c:pt idx="43050">
                  <c:v>55.64</c:v>
                </c:pt>
                <c:pt idx="43051">
                  <c:v>55.64</c:v>
                </c:pt>
                <c:pt idx="43052">
                  <c:v>55.62</c:v>
                </c:pt>
                <c:pt idx="43053">
                  <c:v>55.62</c:v>
                </c:pt>
                <c:pt idx="43054">
                  <c:v>55.61</c:v>
                </c:pt>
                <c:pt idx="43055">
                  <c:v>65.150000000000006</c:v>
                </c:pt>
                <c:pt idx="43056">
                  <c:v>58.98</c:v>
                </c:pt>
                <c:pt idx="43057">
                  <c:v>58.98</c:v>
                </c:pt>
                <c:pt idx="43058">
                  <c:v>113.7</c:v>
                </c:pt>
                <c:pt idx="43059">
                  <c:v>159.69999999999999</c:v>
                </c:pt>
                <c:pt idx="43060">
                  <c:v>178.43</c:v>
                </c:pt>
                <c:pt idx="43061">
                  <c:v>49.59</c:v>
                </c:pt>
                <c:pt idx="43062">
                  <c:v>59.98</c:v>
                </c:pt>
                <c:pt idx="43063">
                  <c:v>159.69999999999999</c:v>
                </c:pt>
                <c:pt idx="43064">
                  <c:v>18.13</c:v>
                </c:pt>
                <c:pt idx="43065">
                  <c:v>128.24</c:v>
                </c:pt>
                <c:pt idx="43066">
                  <c:v>159.69999999999999</c:v>
                </c:pt>
                <c:pt idx="43067">
                  <c:v>128.24</c:v>
                </c:pt>
                <c:pt idx="43068">
                  <c:v>58.98</c:v>
                </c:pt>
                <c:pt idx="43069">
                  <c:v>58.98</c:v>
                </c:pt>
                <c:pt idx="43070">
                  <c:v>50.48</c:v>
                </c:pt>
                <c:pt idx="43071">
                  <c:v>58.98</c:v>
                </c:pt>
                <c:pt idx="43072">
                  <c:v>58.98</c:v>
                </c:pt>
                <c:pt idx="43073">
                  <c:v>58.98</c:v>
                </c:pt>
                <c:pt idx="43074">
                  <c:v>179.96</c:v>
                </c:pt>
                <c:pt idx="43075">
                  <c:v>148.96</c:v>
                </c:pt>
                <c:pt idx="43076">
                  <c:v>131.97999999999999</c:v>
                </c:pt>
                <c:pt idx="43077">
                  <c:v>131.97999999999999</c:v>
                </c:pt>
                <c:pt idx="43078">
                  <c:v>153.69</c:v>
                </c:pt>
                <c:pt idx="43079">
                  <c:v>150.97</c:v>
                </c:pt>
                <c:pt idx="43080">
                  <c:v>193.07</c:v>
                </c:pt>
                <c:pt idx="43081">
                  <c:v>105.97</c:v>
                </c:pt>
                <c:pt idx="43082">
                  <c:v>216.96</c:v>
                </c:pt>
                <c:pt idx="43083">
                  <c:v>112.18</c:v>
                </c:pt>
                <c:pt idx="43084">
                  <c:v>50.47</c:v>
                </c:pt>
                <c:pt idx="43085">
                  <c:v>58.98</c:v>
                </c:pt>
                <c:pt idx="43086">
                  <c:v>58.98</c:v>
                </c:pt>
                <c:pt idx="43087">
                  <c:v>59.99</c:v>
                </c:pt>
                <c:pt idx="43088">
                  <c:v>89.96</c:v>
                </c:pt>
                <c:pt idx="43089">
                  <c:v>74.97</c:v>
                </c:pt>
                <c:pt idx="43090">
                  <c:v>119.94</c:v>
                </c:pt>
                <c:pt idx="43091">
                  <c:v>124.94</c:v>
                </c:pt>
                <c:pt idx="43092">
                  <c:v>76.260000000000005</c:v>
                </c:pt>
                <c:pt idx="43093">
                  <c:v>59.99</c:v>
                </c:pt>
                <c:pt idx="43094">
                  <c:v>59.99</c:v>
                </c:pt>
                <c:pt idx="43095">
                  <c:v>59.99</c:v>
                </c:pt>
                <c:pt idx="43096">
                  <c:v>59.77</c:v>
                </c:pt>
                <c:pt idx="43097">
                  <c:v>60.99</c:v>
                </c:pt>
                <c:pt idx="43098">
                  <c:v>79.989999999999995</c:v>
                </c:pt>
                <c:pt idx="43099">
                  <c:v>76.319999999999993</c:v>
                </c:pt>
                <c:pt idx="43100">
                  <c:v>70.88</c:v>
                </c:pt>
                <c:pt idx="43101">
                  <c:v>78.39</c:v>
                </c:pt>
                <c:pt idx="43102">
                  <c:v>99.98</c:v>
                </c:pt>
                <c:pt idx="43103">
                  <c:v>60.99</c:v>
                </c:pt>
                <c:pt idx="43104">
                  <c:v>59.77</c:v>
                </c:pt>
                <c:pt idx="43105">
                  <c:v>59.77</c:v>
                </c:pt>
                <c:pt idx="43106">
                  <c:v>59.61</c:v>
                </c:pt>
                <c:pt idx="43107">
                  <c:v>60.99</c:v>
                </c:pt>
                <c:pt idx="43108">
                  <c:v>67.989999999999995</c:v>
                </c:pt>
                <c:pt idx="43109">
                  <c:v>67.989999999999995</c:v>
                </c:pt>
                <c:pt idx="43110">
                  <c:v>79.989999999999995</c:v>
                </c:pt>
                <c:pt idx="43111">
                  <c:v>79.989999999999995</c:v>
                </c:pt>
                <c:pt idx="43112">
                  <c:v>79.989999999999995</c:v>
                </c:pt>
                <c:pt idx="43113">
                  <c:v>95.98</c:v>
                </c:pt>
                <c:pt idx="43114">
                  <c:v>129.97</c:v>
                </c:pt>
                <c:pt idx="43115">
                  <c:v>59.99</c:v>
                </c:pt>
                <c:pt idx="43116">
                  <c:v>59.99</c:v>
                </c:pt>
                <c:pt idx="43117">
                  <c:v>59.99</c:v>
                </c:pt>
                <c:pt idx="43118">
                  <c:v>59.99</c:v>
                </c:pt>
                <c:pt idx="43119">
                  <c:v>59.99</c:v>
                </c:pt>
                <c:pt idx="43120">
                  <c:v>59.99</c:v>
                </c:pt>
                <c:pt idx="43121">
                  <c:v>50.47</c:v>
                </c:pt>
                <c:pt idx="43122">
                  <c:v>232.26</c:v>
                </c:pt>
                <c:pt idx="43123">
                  <c:v>399.24</c:v>
                </c:pt>
                <c:pt idx="43124">
                  <c:v>152.66</c:v>
                </c:pt>
                <c:pt idx="43125">
                  <c:v>205.65</c:v>
                </c:pt>
                <c:pt idx="43126">
                  <c:v>174.25</c:v>
                </c:pt>
                <c:pt idx="43127">
                  <c:v>271.48</c:v>
                </c:pt>
                <c:pt idx="43128">
                  <c:v>108.85</c:v>
                </c:pt>
                <c:pt idx="43129">
                  <c:v>120.98</c:v>
                </c:pt>
                <c:pt idx="43130">
                  <c:v>299.57</c:v>
                </c:pt>
                <c:pt idx="43131">
                  <c:v>-1.2</c:v>
                </c:pt>
                <c:pt idx="43132">
                  <c:v>91.94</c:v>
                </c:pt>
                <c:pt idx="43133">
                  <c:v>62.87</c:v>
                </c:pt>
                <c:pt idx="43134">
                  <c:v>-13.2</c:v>
                </c:pt>
                <c:pt idx="43135">
                  <c:v>151.87</c:v>
                </c:pt>
                <c:pt idx="43136">
                  <c:v>59.98</c:v>
                </c:pt>
                <c:pt idx="43137">
                  <c:v>84.99</c:v>
                </c:pt>
                <c:pt idx="43138">
                  <c:v>84.99</c:v>
                </c:pt>
                <c:pt idx="43139">
                  <c:v>65.989999999999995</c:v>
                </c:pt>
                <c:pt idx="43140">
                  <c:v>84.99</c:v>
                </c:pt>
                <c:pt idx="43141">
                  <c:v>68.989999999999995</c:v>
                </c:pt>
                <c:pt idx="43142">
                  <c:v>84.99</c:v>
                </c:pt>
                <c:pt idx="43143">
                  <c:v>101.48</c:v>
                </c:pt>
                <c:pt idx="43144">
                  <c:v>65.989999999999995</c:v>
                </c:pt>
                <c:pt idx="43145">
                  <c:v>84.99</c:v>
                </c:pt>
                <c:pt idx="43146">
                  <c:v>65.989999999999995</c:v>
                </c:pt>
                <c:pt idx="43147">
                  <c:v>104.98</c:v>
                </c:pt>
                <c:pt idx="43148">
                  <c:v>104.98</c:v>
                </c:pt>
                <c:pt idx="43149">
                  <c:v>84.99</c:v>
                </c:pt>
                <c:pt idx="43150">
                  <c:v>84.99</c:v>
                </c:pt>
                <c:pt idx="43151">
                  <c:v>109.98</c:v>
                </c:pt>
                <c:pt idx="43152">
                  <c:v>79.98</c:v>
                </c:pt>
                <c:pt idx="43153">
                  <c:v>92.66</c:v>
                </c:pt>
                <c:pt idx="43154">
                  <c:v>109.98</c:v>
                </c:pt>
                <c:pt idx="43155">
                  <c:v>79.98</c:v>
                </c:pt>
                <c:pt idx="43156">
                  <c:v>59.98</c:v>
                </c:pt>
                <c:pt idx="43157">
                  <c:v>51.29</c:v>
                </c:pt>
                <c:pt idx="43158">
                  <c:v>59.98</c:v>
                </c:pt>
                <c:pt idx="43159">
                  <c:v>59.98</c:v>
                </c:pt>
                <c:pt idx="43160">
                  <c:v>46.94</c:v>
                </c:pt>
                <c:pt idx="43161">
                  <c:v>51.29</c:v>
                </c:pt>
                <c:pt idx="43162">
                  <c:v>51.29</c:v>
                </c:pt>
                <c:pt idx="43163">
                  <c:v>51.29</c:v>
                </c:pt>
                <c:pt idx="43164">
                  <c:v>51.29</c:v>
                </c:pt>
                <c:pt idx="43165">
                  <c:v>205.64</c:v>
                </c:pt>
                <c:pt idx="43166">
                  <c:v>68.95</c:v>
                </c:pt>
                <c:pt idx="43167">
                  <c:v>148.49</c:v>
                </c:pt>
                <c:pt idx="43168">
                  <c:v>220.18</c:v>
                </c:pt>
                <c:pt idx="43169">
                  <c:v>73.88</c:v>
                </c:pt>
                <c:pt idx="43170">
                  <c:v>96.78</c:v>
                </c:pt>
                <c:pt idx="43171">
                  <c:v>-28.49</c:v>
                </c:pt>
                <c:pt idx="43172">
                  <c:v>96.78</c:v>
                </c:pt>
                <c:pt idx="43173">
                  <c:v>189.16</c:v>
                </c:pt>
                <c:pt idx="43174">
                  <c:v>182.67</c:v>
                </c:pt>
                <c:pt idx="43175">
                  <c:v>96.78</c:v>
                </c:pt>
                <c:pt idx="43176">
                  <c:v>159.69999999999999</c:v>
                </c:pt>
                <c:pt idx="43177">
                  <c:v>68.930000000000007</c:v>
                </c:pt>
                <c:pt idx="43178">
                  <c:v>189.56</c:v>
                </c:pt>
                <c:pt idx="43179">
                  <c:v>159.69999999999999</c:v>
                </c:pt>
                <c:pt idx="43180">
                  <c:v>49.92</c:v>
                </c:pt>
                <c:pt idx="43181">
                  <c:v>96.78</c:v>
                </c:pt>
                <c:pt idx="43182">
                  <c:v>46.94</c:v>
                </c:pt>
                <c:pt idx="43183">
                  <c:v>59.98</c:v>
                </c:pt>
                <c:pt idx="43184">
                  <c:v>59.98</c:v>
                </c:pt>
                <c:pt idx="43185">
                  <c:v>51.29</c:v>
                </c:pt>
                <c:pt idx="43186">
                  <c:v>51.29</c:v>
                </c:pt>
                <c:pt idx="43187">
                  <c:v>59.98</c:v>
                </c:pt>
                <c:pt idx="43188">
                  <c:v>59.98</c:v>
                </c:pt>
                <c:pt idx="43189">
                  <c:v>59.98</c:v>
                </c:pt>
                <c:pt idx="43190">
                  <c:v>59.98</c:v>
                </c:pt>
                <c:pt idx="43191">
                  <c:v>108.97</c:v>
                </c:pt>
                <c:pt idx="43192">
                  <c:v>132.94999999999999</c:v>
                </c:pt>
                <c:pt idx="43193">
                  <c:v>65.989999999999995</c:v>
                </c:pt>
                <c:pt idx="43194">
                  <c:v>108.97</c:v>
                </c:pt>
                <c:pt idx="43195">
                  <c:v>132.94999999999999</c:v>
                </c:pt>
                <c:pt idx="43196">
                  <c:v>108.97</c:v>
                </c:pt>
                <c:pt idx="43197">
                  <c:v>163.95</c:v>
                </c:pt>
                <c:pt idx="43198">
                  <c:v>84.99</c:v>
                </c:pt>
                <c:pt idx="43199">
                  <c:v>101.96</c:v>
                </c:pt>
                <c:pt idx="43200">
                  <c:v>75.09</c:v>
                </c:pt>
                <c:pt idx="43201">
                  <c:v>11.99</c:v>
                </c:pt>
                <c:pt idx="43202">
                  <c:v>128.96</c:v>
                </c:pt>
                <c:pt idx="43203">
                  <c:v>101.96</c:v>
                </c:pt>
                <c:pt idx="43204">
                  <c:v>81.98</c:v>
                </c:pt>
                <c:pt idx="43205">
                  <c:v>63.97</c:v>
                </c:pt>
                <c:pt idx="43206">
                  <c:v>120.96</c:v>
                </c:pt>
                <c:pt idx="43207">
                  <c:v>87.08</c:v>
                </c:pt>
                <c:pt idx="43208">
                  <c:v>128.96</c:v>
                </c:pt>
                <c:pt idx="43209">
                  <c:v>59.98</c:v>
                </c:pt>
                <c:pt idx="43210">
                  <c:v>116.97</c:v>
                </c:pt>
                <c:pt idx="43211">
                  <c:v>200.56</c:v>
                </c:pt>
                <c:pt idx="43212">
                  <c:v>180.95</c:v>
                </c:pt>
                <c:pt idx="43213">
                  <c:v>209.93</c:v>
                </c:pt>
                <c:pt idx="43214">
                  <c:v>239.92</c:v>
                </c:pt>
                <c:pt idx="43215">
                  <c:v>197.94</c:v>
                </c:pt>
                <c:pt idx="43216">
                  <c:v>230.93</c:v>
                </c:pt>
                <c:pt idx="43217">
                  <c:v>59.98</c:v>
                </c:pt>
                <c:pt idx="43218">
                  <c:v>59.98</c:v>
                </c:pt>
                <c:pt idx="43219">
                  <c:v>114.96</c:v>
                </c:pt>
                <c:pt idx="43220">
                  <c:v>76.98</c:v>
                </c:pt>
                <c:pt idx="43221">
                  <c:v>60.99</c:v>
                </c:pt>
                <c:pt idx="43222">
                  <c:v>99.98</c:v>
                </c:pt>
                <c:pt idx="43223">
                  <c:v>60.99</c:v>
                </c:pt>
                <c:pt idx="43224">
                  <c:v>99.98</c:v>
                </c:pt>
                <c:pt idx="43225">
                  <c:v>100.78</c:v>
                </c:pt>
                <c:pt idx="43226">
                  <c:v>60.99</c:v>
                </c:pt>
                <c:pt idx="43227">
                  <c:v>127.97</c:v>
                </c:pt>
                <c:pt idx="43228">
                  <c:v>79.989999999999995</c:v>
                </c:pt>
                <c:pt idx="43229">
                  <c:v>121.98</c:v>
                </c:pt>
                <c:pt idx="43230">
                  <c:v>130.97</c:v>
                </c:pt>
                <c:pt idx="43231">
                  <c:v>194.97</c:v>
                </c:pt>
                <c:pt idx="43232">
                  <c:v>59.98</c:v>
                </c:pt>
                <c:pt idx="43233">
                  <c:v>59.98</c:v>
                </c:pt>
                <c:pt idx="43234">
                  <c:v>59.98</c:v>
                </c:pt>
                <c:pt idx="43235">
                  <c:v>51.29</c:v>
                </c:pt>
                <c:pt idx="43236">
                  <c:v>51.29</c:v>
                </c:pt>
                <c:pt idx="43237">
                  <c:v>51.29</c:v>
                </c:pt>
                <c:pt idx="43238">
                  <c:v>59.98</c:v>
                </c:pt>
                <c:pt idx="43239">
                  <c:v>59.98</c:v>
                </c:pt>
                <c:pt idx="43240">
                  <c:v>51.29</c:v>
                </c:pt>
                <c:pt idx="43241">
                  <c:v>59.98</c:v>
                </c:pt>
                <c:pt idx="43242">
                  <c:v>134.97999999999999</c:v>
                </c:pt>
                <c:pt idx="43243">
                  <c:v>84.99</c:v>
                </c:pt>
                <c:pt idx="43244">
                  <c:v>149.97</c:v>
                </c:pt>
                <c:pt idx="43245">
                  <c:v>65.989999999999995</c:v>
                </c:pt>
                <c:pt idx="43246">
                  <c:v>120.98</c:v>
                </c:pt>
                <c:pt idx="43247">
                  <c:v>65.989999999999995</c:v>
                </c:pt>
                <c:pt idx="43248">
                  <c:v>79.98</c:v>
                </c:pt>
                <c:pt idx="43249">
                  <c:v>65.989999999999995</c:v>
                </c:pt>
                <c:pt idx="43250">
                  <c:v>65.989999999999995</c:v>
                </c:pt>
                <c:pt idx="43251">
                  <c:v>137.97</c:v>
                </c:pt>
                <c:pt idx="43252">
                  <c:v>99.98</c:v>
                </c:pt>
                <c:pt idx="43253">
                  <c:v>36.03</c:v>
                </c:pt>
                <c:pt idx="43254">
                  <c:v>68.989999999999995</c:v>
                </c:pt>
                <c:pt idx="43255">
                  <c:v>142.34</c:v>
                </c:pt>
                <c:pt idx="43256">
                  <c:v>84.99</c:v>
                </c:pt>
                <c:pt idx="43257">
                  <c:v>65.989999999999995</c:v>
                </c:pt>
                <c:pt idx="43258">
                  <c:v>84.99</c:v>
                </c:pt>
                <c:pt idx="43259">
                  <c:v>94.97</c:v>
                </c:pt>
                <c:pt idx="43260">
                  <c:v>120.97</c:v>
                </c:pt>
                <c:pt idx="43261">
                  <c:v>51.29</c:v>
                </c:pt>
                <c:pt idx="43262">
                  <c:v>51.29</c:v>
                </c:pt>
                <c:pt idx="43263">
                  <c:v>59.98</c:v>
                </c:pt>
                <c:pt idx="43264">
                  <c:v>59.98</c:v>
                </c:pt>
                <c:pt idx="43265">
                  <c:v>51.29</c:v>
                </c:pt>
                <c:pt idx="43266">
                  <c:v>51.29</c:v>
                </c:pt>
                <c:pt idx="43267">
                  <c:v>51.29</c:v>
                </c:pt>
                <c:pt idx="43268">
                  <c:v>51.29</c:v>
                </c:pt>
                <c:pt idx="43269">
                  <c:v>51.29</c:v>
                </c:pt>
                <c:pt idx="43270">
                  <c:v>51.29</c:v>
                </c:pt>
                <c:pt idx="43271">
                  <c:v>104.98</c:v>
                </c:pt>
                <c:pt idx="43272">
                  <c:v>59.85</c:v>
                </c:pt>
                <c:pt idx="43273">
                  <c:v>83.94</c:v>
                </c:pt>
                <c:pt idx="43274">
                  <c:v>84.99</c:v>
                </c:pt>
                <c:pt idx="43275">
                  <c:v>84.96</c:v>
                </c:pt>
                <c:pt idx="43276">
                  <c:v>104.98</c:v>
                </c:pt>
                <c:pt idx="43277">
                  <c:v>82.88</c:v>
                </c:pt>
                <c:pt idx="43278">
                  <c:v>84.99</c:v>
                </c:pt>
                <c:pt idx="43279">
                  <c:v>121.97</c:v>
                </c:pt>
                <c:pt idx="43280">
                  <c:v>59.98</c:v>
                </c:pt>
                <c:pt idx="43281">
                  <c:v>84.99</c:v>
                </c:pt>
                <c:pt idx="43282">
                  <c:v>84.99</c:v>
                </c:pt>
                <c:pt idx="43283">
                  <c:v>101.57</c:v>
                </c:pt>
                <c:pt idx="43284">
                  <c:v>91.97</c:v>
                </c:pt>
                <c:pt idx="43285">
                  <c:v>89.98</c:v>
                </c:pt>
                <c:pt idx="43286">
                  <c:v>68.989999999999995</c:v>
                </c:pt>
                <c:pt idx="43287">
                  <c:v>21.99</c:v>
                </c:pt>
                <c:pt idx="43288">
                  <c:v>84.99</c:v>
                </c:pt>
                <c:pt idx="43289">
                  <c:v>51.29</c:v>
                </c:pt>
                <c:pt idx="43290">
                  <c:v>59.98</c:v>
                </c:pt>
                <c:pt idx="43291">
                  <c:v>59.98</c:v>
                </c:pt>
                <c:pt idx="43292">
                  <c:v>51.29</c:v>
                </c:pt>
                <c:pt idx="43293">
                  <c:v>59.98</c:v>
                </c:pt>
                <c:pt idx="43294">
                  <c:v>51.29</c:v>
                </c:pt>
                <c:pt idx="43295">
                  <c:v>51.29</c:v>
                </c:pt>
                <c:pt idx="43296">
                  <c:v>59.98</c:v>
                </c:pt>
                <c:pt idx="43297">
                  <c:v>51.29</c:v>
                </c:pt>
                <c:pt idx="43298">
                  <c:v>35.29</c:v>
                </c:pt>
                <c:pt idx="43299">
                  <c:v>35.29</c:v>
                </c:pt>
                <c:pt idx="43300">
                  <c:v>51.29</c:v>
                </c:pt>
                <c:pt idx="43301">
                  <c:v>51.29</c:v>
                </c:pt>
                <c:pt idx="43302">
                  <c:v>147.6</c:v>
                </c:pt>
                <c:pt idx="43303">
                  <c:v>135.5</c:v>
                </c:pt>
                <c:pt idx="43304">
                  <c:v>141.69</c:v>
                </c:pt>
                <c:pt idx="43305">
                  <c:v>59.98</c:v>
                </c:pt>
                <c:pt idx="43306">
                  <c:v>59.97</c:v>
                </c:pt>
                <c:pt idx="43307">
                  <c:v>59.97</c:v>
                </c:pt>
                <c:pt idx="43308">
                  <c:v>131.97999999999999</c:v>
                </c:pt>
                <c:pt idx="43309">
                  <c:v>131.97999999999999</c:v>
                </c:pt>
                <c:pt idx="43310">
                  <c:v>226.05</c:v>
                </c:pt>
                <c:pt idx="43311">
                  <c:v>259.93</c:v>
                </c:pt>
                <c:pt idx="43312">
                  <c:v>59.97</c:v>
                </c:pt>
                <c:pt idx="43313">
                  <c:v>59.97</c:v>
                </c:pt>
                <c:pt idx="43314">
                  <c:v>59.97</c:v>
                </c:pt>
                <c:pt idx="43315">
                  <c:v>59.97</c:v>
                </c:pt>
                <c:pt idx="43316">
                  <c:v>59.97</c:v>
                </c:pt>
                <c:pt idx="43317">
                  <c:v>59.97</c:v>
                </c:pt>
                <c:pt idx="43318">
                  <c:v>59.97</c:v>
                </c:pt>
                <c:pt idx="43319">
                  <c:v>51.28</c:v>
                </c:pt>
                <c:pt idx="43320">
                  <c:v>84.99</c:v>
                </c:pt>
                <c:pt idx="43321">
                  <c:v>84.99</c:v>
                </c:pt>
                <c:pt idx="43322">
                  <c:v>84.99</c:v>
                </c:pt>
                <c:pt idx="43323">
                  <c:v>84.99</c:v>
                </c:pt>
                <c:pt idx="43324">
                  <c:v>104.98</c:v>
                </c:pt>
                <c:pt idx="43325">
                  <c:v>69.98</c:v>
                </c:pt>
                <c:pt idx="43326">
                  <c:v>128.97</c:v>
                </c:pt>
                <c:pt idx="43327">
                  <c:v>84.99</c:v>
                </c:pt>
                <c:pt idx="43328">
                  <c:v>84.99</c:v>
                </c:pt>
                <c:pt idx="43329">
                  <c:v>104.98</c:v>
                </c:pt>
                <c:pt idx="43330">
                  <c:v>79.98</c:v>
                </c:pt>
                <c:pt idx="43331">
                  <c:v>98.97</c:v>
                </c:pt>
                <c:pt idx="43332">
                  <c:v>119.97</c:v>
                </c:pt>
                <c:pt idx="43333">
                  <c:v>84.99</c:v>
                </c:pt>
                <c:pt idx="43334">
                  <c:v>84.99</c:v>
                </c:pt>
                <c:pt idx="43335">
                  <c:v>84.99</c:v>
                </c:pt>
                <c:pt idx="43336">
                  <c:v>79.03</c:v>
                </c:pt>
                <c:pt idx="43337">
                  <c:v>84.99</c:v>
                </c:pt>
                <c:pt idx="43338">
                  <c:v>146.97</c:v>
                </c:pt>
                <c:pt idx="43339">
                  <c:v>51.28</c:v>
                </c:pt>
                <c:pt idx="43340">
                  <c:v>51.28</c:v>
                </c:pt>
                <c:pt idx="43341">
                  <c:v>51.28</c:v>
                </c:pt>
                <c:pt idx="43342">
                  <c:v>59.97</c:v>
                </c:pt>
                <c:pt idx="43343">
                  <c:v>50.45</c:v>
                </c:pt>
                <c:pt idx="43344">
                  <c:v>59.97</c:v>
                </c:pt>
                <c:pt idx="43345">
                  <c:v>59.97</c:v>
                </c:pt>
                <c:pt idx="43346">
                  <c:v>59.97</c:v>
                </c:pt>
                <c:pt idx="43347">
                  <c:v>59.96</c:v>
                </c:pt>
                <c:pt idx="43348">
                  <c:v>77.98</c:v>
                </c:pt>
                <c:pt idx="43349">
                  <c:v>51.98</c:v>
                </c:pt>
                <c:pt idx="43350">
                  <c:v>77.98</c:v>
                </c:pt>
                <c:pt idx="43351">
                  <c:v>60.99</c:v>
                </c:pt>
                <c:pt idx="43352">
                  <c:v>60.99</c:v>
                </c:pt>
                <c:pt idx="43353">
                  <c:v>55.99</c:v>
                </c:pt>
                <c:pt idx="43354">
                  <c:v>77.98</c:v>
                </c:pt>
                <c:pt idx="43355">
                  <c:v>65.989999999999995</c:v>
                </c:pt>
                <c:pt idx="43356">
                  <c:v>65.989999999999995</c:v>
                </c:pt>
                <c:pt idx="43357">
                  <c:v>77.98</c:v>
                </c:pt>
                <c:pt idx="43358">
                  <c:v>68.430000000000007</c:v>
                </c:pt>
                <c:pt idx="43359">
                  <c:v>77.98</c:v>
                </c:pt>
                <c:pt idx="43360">
                  <c:v>77.98</c:v>
                </c:pt>
                <c:pt idx="43361">
                  <c:v>72.98</c:v>
                </c:pt>
                <c:pt idx="43362">
                  <c:v>72.98</c:v>
                </c:pt>
                <c:pt idx="43363">
                  <c:v>77.98</c:v>
                </c:pt>
                <c:pt idx="43364">
                  <c:v>65.989999999999995</c:v>
                </c:pt>
                <c:pt idx="43365">
                  <c:v>77.98</c:v>
                </c:pt>
                <c:pt idx="43366">
                  <c:v>96.98</c:v>
                </c:pt>
                <c:pt idx="43367">
                  <c:v>60.99</c:v>
                </c:pt>
                <c:pt idx="43368">
                  <c:v>77.98</c:v>
                </c:pt>
                <c:pt idx="43369">
                  <c:v>21.29</c:v>
                </c:pt>
                <c:pt idx="43370">
                  <c:v>21.29</c:v>
                </c:pt>
                <c:pt idx="43371">
                  <c:v>59.96</c:v>
                </c:pt>
                <c:pt idx="43372">
                  <c:v>21.94</c:v>
                </c:pt>
                <c:pt idx="43373">
                  <c:v>16.29</c:v>
                </c:pt>
                <c:pt idx="43374">
                  <c:v>59.96</c:v>
                </c:pt>
                <c:pt idx="43375">
                  <c:v>59.96</c:v>
                </c:pt>
                <c:pt idx="43376">
                  <c:v>21.29</c:v>
                </c:pt>
                <c:pt idx="43377">
                  <c:v>21.29</c:v>
                </c:pt>
                <c:pt idx="43378">
                  <c:v>69.98</c:v>
                </c:pt>
                <c:pt idx="43379">
                  <c:v>54.99</c:v>
                </c:pt>
                <c:pt idx="43380">
                  <c:v>63.72</c:v>
                </c:pt>
                <c:pt idx="43381">
                  <c:v>94.97</c:v>
                </c:pt>
                <c:pt idx="43382">
                  <c:v>74.98</c:v>
                </c:pt>
                <c:pt idx="43383">
                  <c:v>54.98</c:v>
                </c:pt>
                <c:pt idx="43384">
                  <c:v>78.97</c:v>
                </c:pt>
                <c:pt idx="43385">
                  <c:v>96.98</c:v>
                </c:pt>
                <c:pt idx="43386">
                  <c:v>78.41</c:v>
                </c:pt>
                <c:pt idx="43387">
                  <c:v>88.96</c:v>
                </c:pt>
                <c:pt idx="43388">
                  <c:v>51.97</c:v>
                </c:pt>
                <c:pt idx="43389">
                  <c:v>72.61</c:v>
                </c:pt>
                <c:pt idx="43390">
                  <c:v>59.98</c:v>
                </c:pt>
                <c:pt idx="43391">
                  <c:v>134.97</c:v>
                </c:pt>
                <c:pt idx="43392">
                  <c:v>65.19</c:v>
                </c:pt>
                <c:pt idx="43393">
                  <c:v>54.99</c:v>
                </c:pt>
                <c:pt idx="43394">
                  <c:v>84.99</c:v>
                </c:pt>
                <c:pt idx="43395">
                  <c:v>52.85</c:v>
                </c:pt>
                <c:pt idx="43396">
                  <c:v>59.96</c:v>
                </c:pt>
                <c:pt idx="43397">
                  <c:v>59.96</c:v>
                </c:pt>
                <c:pt idx="43398">
                  <c:v>59.96</c:v>
                </c:pt>
                <c:pt idx="43399">
                  <c:v>59.96</c:v>
                </c:pt>
                <c:pt idx="43400">
                  <c:v>59.95</c:v>
                </c:pt>
                <c:pt idx="43401">
                  <c:v>58.92</c:v>
                </c:pt>
                <c:pt idx="43402">
                  <c:v>59.96</c:v>
                </c:pt>
                <c:pt idx="43403">
                  <c:v>59.96</c:v>
                </c:pt>
                <c:pt idx="43404">
                  <c:v>59.96</c:v>
                </c:pt>
                <c:pt idx="43405">
                  <c:v>94.98</c:v>
                </c:pt>
                <c:pt idx="43406">
                  <c:v>79.989999999999995</c:v>
                </c:pt>
                <c:pt idx="43407">
                  <c:v>126.05</c:v>
                </c:pt>
                <c:pt idx="43408">
                  <c:v>54.89</c:v>
                </c:pt>
                <c:pt idx="43409">
                  <c:v>121.98</c:v>
                </c:pt>
                <c:pt idx="43410">
                  <c:v>106.97</c:v>
                </c:pt>
                <c:pt idx="43411">
                  <c:v>79.989999999999995</c:v>
                </c:pt>
                <c:pt idx="43412">
                  <c:v>75.97</c:v>
                </c:pt>
                <c:pt idx="43413">
                  <c:v>106.97</c:v>
                </c:pt>
                <c:pt idx="43414">
                  <c:v>79.989999999999995</c:v>
                </c:pt>
                <c:pt idx="43415">
                  <c:v>54.89</c:v>
                </c:pt>
                <c:pt idx="43416">
                  <c:v>79.989999999999995</c:v>
                </c:pt>
                <c:pt idx="43417">
                  <c:v>75.97</c:v>
                </c:pt>
                <c:pt idx="43418">
                  <c:v>126.05</c:v>
                </c:pt>
                <c:pt idx="43419">
                  <c:v>121.98</c:v>
                </c:pt>
                <c:pt idx="43420">
                  <c:v>79.989999999999995</c:v>
                </c:pt>
                <c:pt idx="43421">
                  <c:v>137.97</c:v>
                </c:pt>
                <c:pt idx="43422">
                  <c:v>94.98</c:v>
                </c:pt>
                <c:pt idx="43423">
                  <c:v>137.97</c:v>
                </c:pt>
                <c:pt idx="43424">
                  <c:v>79.989999999999995</c:v>
                </c:pt>
                <c:pt idx="43425">
                  <c:v>114.98</c:v>
                </c:pt>
                <c:pt idx="43426">
                  <c:v>114.98</c:v>
                </c:pt>
                <c:pt idx="43427">
                  <c:v>79.989999999999995</c:v>
                </c:pt>
                <c:pt idx="43428">
                  <c:v>-60.99</c:v>
                </c:pt>
                <c:pt idx="43429">
                  <c:v>79.989999999999995</c:v>
                </c:pt>
                <c:pt idx="43430">
                  <c:v>79.989999999999995</c:v>
                </c:pt>
                <c:pt idx="43431">
                  <c:v>54.89</c:v>
                </c:pt>
                <c:pt idx="43432">
                  <c:v>159.97999999999999</c:v>
                </c:pt>
                <c:pt idx="43433">
                  <c:v>159.97999999999999</c:v>
                </c:pt>
                <c:pt idx="43434">
                  <c:v>79.989999999999995</c:v>
                </c:pt>
                <c:pt idx="43435">
                  <c:v>79.989999999999995</c:v>
                </c:pt>
                <c:pt idx="43436">
                  <c:v>114.98</c:v>
                </c:pt>
                <c:pt idx="43437">
                  <c:v>79.989999999999995</c:v>
                </c:pt>
                <c:pt idx="43438">
                  <c:v>54.89</c:v>
                </c:pt>
                <c:pt idx="43439">
                  <c:v>72.010000000000005</c:v>
                </c:pt>
                <c:pt idx="43440">
                  <c:v>54.89</c:v>
                </c:pt>
                <c:pt idx="43441">
                  <c:v>54.89</c:v>
                </c:pt>
                <c:pt idx="43442">
                  <c:v>72.010000000000005</c:v>
                </c:pt>
                <c:pt idx="43443">
                  <c:v>-60.99</c:v>
                </c:pt>
                <c:pt idx="43444">
                  <c:v>114.98</c:v>
                </c:pt>
                <c:pt idx="43445">
                  <c:v>59.96</c:v>
                </c:pt>
                <c:pt idx="43446">
                  <c:v>59.96</c:v>
                </c:pt>
                <c:pt idx="43447">
                  <c:v>59.96</c:v>
                </c:pt>
                <c:pt idx="43448">
                  <c:v>59.96</c:v>
                </c:pt>
                <c:pt idx="43449">
                  <c:v>59.96</c:v>
                </c:pt>
                <c:pt idx="43450">
                  <c:v>59.96</c:v>
                </c:pt>
                <c:pt idx="43451">
                  <c:v>59.96</c:v>
                </c:pt>
                <c:pt idx="43452">
                  <c:v>59.96</c:v>
                </c:pt>
                <c:pt idx="43453">
                  <c:v>59.96</c:v>
                </c:pt>
                <c:pt idx="43454">
                  <c:v>72.58</c:v>
                </c:pt>
                <c:pt idx="43455">
                  <c:v>143.97</c:v>
                </c:pt>
                <c:pt idx="43456">
                  <c:v>69.98</c:v>
                </c:pt>
                <c:pt idx="43457">
                  <c:v>163.31</c:v>
                </c:pt>
                <c:pt idx="43458">
                  <c:v>110.07</c:v>
                </c:pt>
                <c:pt idx="43459">
                  <c:v>166.16</c:v>
                </c:pt>
                <c:pt idx="43460">
                  <c:v>136.69</c:v>
                </c:pt>
                <c:pt idx="43461">
                  <c:v>82.42</c:v>
                </c:pt>
                <c:pt idx="43462">
                  <c:v>139.11000000000001</c:v>
                </c:pt>
                <c:pt idx="43463">
                  <c:v>116.91</c:v>
                </c:pt>
                <c:pt idx="43464">
                  <c:v>59.94</c:v>
                </c:pt>
                <c:pt idx="43465">
                  <c:v>59.94</c:v>
                </c:pt>
                <c:pt idx="43466">
                  <c:v>59.39</c:v>
                </c:pt>
                <c:pt idx="43467">
                  <c:v>254.97</c:v>
                </c:pt>
                <c:pt idx="43468">
                  <c:v>174.22</c:v>
                </c:pt>
                <c:pt idx="43469">
                  <c:v>28.38</c:v>
                </c:pt>
                <c:pt idx="43470">
                  <c:v>63.96</c:v>
                </c:pt>
                <c:pt idx="43471">
                  <c:v>59.98</c:v>
                </c:pt>
                <c:pt idx="43472">
                  <c:v>79.98</c:v>
                </c:pt>
                <c:pt idx="43473">
                  <c:v>-289.95999999999998</c:v>
                </c:pt>
                <c:pt idx="43474">
                  <c:v>338.91</c:v>
                </c:pt>
                <c:pt idx="43475">
                  <c:v>289.95999999999998</c:v>
                </c:pt>
                <c:pt idx="43476">
                  <c:v>89.98</c:v>
                </c:pt>
                <c:pt idx="43477">
                  <c:v>197.97</c:v>
                </c:pt>
                <c:pt idx="43478">
                  <c:v>21.15</c:v>
                </c:pt>
                <c:pt idx="43479">
                  <c:v>53.98</c:v>
                </c:pt>
                <c:pt idx="43480">
                  <c:v>53.96</c:v>
                </c:pt>
                <c:pt idx="43481">
                  <c:v>64.77</c:v>
                </c:pt>
                <c:pt idx="43482">
                  <c:v>58.64</c:v>
                </c:pt>
                <c:pt idx="43483">
                  <c:v>105.95</c:v>
                </c:pt>
                <c:pt idx="43484">
                  <c:v>171.73</c:v>
                </c:pt>
                <c:pt idx="43485">
                  <c:v>55.96</c:v>
                </c:pt>
                <c:pt idx="43486">
                  <c:v>43.47</c:v>
                </c:pt>
                <c:pt idx="43487">
                  <c:v>327.92</c:v>
                </c:pt>
                <c:pt idx="43488">
                  <c:v>177.95</c:v>
                </c:pt>
                <c:pt idx="43489">
                  <c:v>76.56</c:v>
                </c:pt>
                <c:pt idx="43490">
                  <c:v>140.54</c:v>
                </c:pt>
                <c:pt idx="43491">
                  <c:v>46.09</c:v>
                </c:pt>
                <c:pt idx="43492">
                  <c:v>46.09</c:v>
                </c:pt>
                <c:pt idx="43493">
                  <c:v>46.07</c:v>
                </c:pt>
                <c:pt idx="43494">
                  <c:v>58.49</c:v>
                </c:pt>
                <c:pt idx="43495">
                  <c:v>84.99</c:v>
                </c:pt>
                <c:pt idx="43496">
                  <c:v>169.98</c:v>
                </c:pt>
                <c:pt idx="43497">
                  <c:v>84.99</c:v>
                </c:pt>
                <c:pt idx="43498">
                  <c:v>68.989999999999995</c:v>
                </c:pt>
                <c:pt idx="43499">
                  <c:v>162.74</c:v>
                </c:pt>
                <c:pt idx="43500">
                  <c:v>104.98</c:v>
                </c:pt>
                <c:pt idx="43501">
                  <c:v>104.98</c:v>
                </c:pt>
                <c:pt idx="43502">
                  <c:v>84.99</c:v>
                </c:pt>
                <c:pt idx="43503">
                  <c:v>24.99</c:v>
                </c:pt>
                <c:pt idx="43504">
                  <c:v>84.99</c:v>
                </c:pt>
                <c:pt idx="43505">
                  <c:v>68.989999999999995</c:v>
                </c:pt>
                <c:pt idx="43506">
                  <c:v>83.89</c:v>
                </c:pt>
                <c:pt idx="43507">
                  <c:v>84.99</c:v>
                </c:pt>
                <c:pt idx="43508">
                  <c:v>68.489999999999995</c:v>
                </c:pt>
                <c:pt idx="43509">
                  <c:v>84.99</c:v>
                </c:pt>
                <c:pt idx="43510">
                  <c:v>107.09</c:v>
                </c:pt>
                <c:pt idx="43511">
                  <c:v>59.98</c:v>
                </c:pt>
                <c:pt idx="43512">
                  <c:v>58.49</c:v>
                </c:pt>
                <c:pt idx="43513">
                  <c:v>58.49</c:v>
                </c:pt>
                <c:pt idx="43514">
                  <c:v>58.48</c:v>
                </c:pt>
                <c:pt idx="43515">
                  <c:v>58.98</c:v>
                </c:pt>
                <c:pt idx="43516">
                  <c:v>58.98</c:v>
                </c:pt>
                <c:pt idx="43517">
                  <c:v>58.48</c:v>
                </c:pt>
                <c:pt idx="43518">
                  <c:v>58.98</c:v>
                </c:pt>
                <c:pt idx="43519">
                  <c:v>150.18</c:v>
                </c:pt>
                <c:pt idx="43520">
                  <c:v>99.98</c:v>
                </c:pt>
                <c:pt idx="43521">
                  <c:v>131.97999999999999</c:v>
                </c:pt>
                <c:pt idx="43522">
                  <c:v>208.85</c:v>
                </c:pt>
                <c:pt idx="43523">
                  <c:v>157.96</c:v>
                </c:pt>
                <c:pt idx="43524">
                  <c:v>121.98</c:v>
                </c:pt>
                <c:pt idx="43525">
                  <c:v>112.18</c:v>
                </c:pt>
                <c:pt idx="43526">
                  <c:v>172.3</c:v>
                </c:pt>
                <c:pt idx="43527">
                  <c:v>150.18</c:v>
                </c:pt>
                <c:pt idx="43528">
                  <c:v>51.2</c:v>
                </c:pt>
                <c:pt idx="43529">
                  <c:v>196.86</c:v>
                </c:pt>
                <c:pt idx="43530">
                  <c:v>131.97999999999999</c:v>
                </c:pt>
                <c:pt idx="43531">
                  <c:v>153.12</c:v>
                </c:pt>
                <c:pt idx="43532">
                  <c:v>58.48</c:v>
                </c:pt>
                <c:pt idx="43533">
                  <c:v>58.98</c:v>
                </c:pt>
                <c:pt idx="43534">
                  <c:v>59.47</c:v>
                </c:pt>
                <c:pt idx="43535">
                  <c:v>59.99</c:v>
                </c:pt>
                <c:pt idx="43536">
                  <c:v>59.99</c:v>
                </c:pt>
                <c:pt idx="43537">
                  <c:v>40.47</c:v>
                </c:pt>
                <c:pt idx="43538">
                  <c:v>131.97999999999999</c:v>
                </c:pt>
                <c:pt idx="43539">
                  <c:v>131.97999999999999</c:v>
                </c:pt>
                <c:pt idx="43540">
                  <c:v>131.97999999999999</c:v>
                </c:pt>
                <c:pt idx="43541">
                  <c:v>154.77000000000001</c:v>
                </c:pt>
                <c:pt idx="43542">
                  <c:v>51.19</c:v>
                </c:pt>
                <c:pt idx="43543">
                  <c:v>59.98</c:v>
                </c:pt>
                <c:pt idx="43544">
                  <c:v>63.98</c:v>
                </c:pt>
                <c:pt idx="43545">
                  <c:v>59.98</c:v>
                </c:pt>
                <c:pt idx="43546">
                  <c:v>59.98</c:v>
                </c:pt>
                <c:pt idx="43547">
                  <c:v>50.19</c:v>
                </c:pt>
                <c:pt idx="43548">
                  <c:v>59.98</c:v>
                </c:pt>
                <c:pt idx="43549">
                  <c:v>-55.98</c:v>
                </c:pt>
                <c:pt idx="43550">
                  <c:v>100.98</c:v>
                </c:pt>
                <c:pt idx="43551">
                  <c:v>83.64</c:v>
                </c:pt>
                <c:pt idx="43552">
                  <c:v>55.98</c:v>
                </c:pt>
                <c:pt idx="43553">
                  <c:v>84.33</c:v>
                </c:pt>
                <c:pt idx="43554">
                  <c:v>59.98</c:v>
                </c:pt>
                <c:pt idx="43555">
                  <c:v>63.98</c:v>
                </c:pt>
                <c:pt idx="43556">
                  <c:v>59.98</c:v>
                </c:pt>
                <c:pt idx="43557">
                  <c:v>51.19</c:v>
                </c:pt>
                <c:pt idx="43558">
                  <c:v>50.19</c:v>
                </c:pt>
                <c:pt idx="43559">
                  <c:v>111.98</c:v>
                </c:pt>
                <c:pt idx="43560">
                  <c:v>169.97</c:v>
                </c:pt>
                <c:pt idx="43561">
                  <c:v>169.98</c:v>
                </c:pt>
                <c:pt idx="43562">
                  <c:v>169.98</c:v>
                </c:pt>
                <c:pt idx="43563">
                  <c:v>112.18</c:v>
                </c:pt>
                <c:pt idx="43564">
                  <c:v>222.16</c:v>
                </c:pt>
                <c:pt idx="43565">
                  <c:v>131.97999999999999</c:v>
                </c:pt>
                <c:pt idx="43566">
                  <c:v>112.18</c:v>
                </c:pt>
                <c:pt idx="43567">
                  <c:v>271.95</c:v>
                </c:pt>
                <c:pt idx="43568">
                  <c:v>59.97</c:v>
                </c:pt>
                <c:pt idx="43569">
                  <c:v>59.97</c:v>
                </c:pt>
                <c:pt idx="43570">
                  <c:v>63.96</c:v>
                </c:pt>
                <c:pt idx="43571">
                  <c:v>63.96</c:v>
                </c:pt>
                <c:pt idx="43572">
                  <c:v>59.96</c:v>
                </c:pt>
                <c:pt idx="43573">
                  <c:v>50.17</c:v>
                </c:pt>
                <c:pt idx="43574">
                  <c:v>54.47</c:v>
                </c:pt>
                <c:pt idx="43575">
                  <c:v>163.04</c:v>
                </c:pt>
                <c:pt idx="43576">
                  <c:v>191.66</c:v>
                </c:pt>
                <c:pt idx="43577">
                  <c:v>51.17</c:v>
                </c:pt>
                <c:pt idx="43578">
                  <c:v>63.96</c:v>
                </c:pt>
                <c:pt idx="43579">
                  <c:v>63.96</c:v>
                </c:pt>
                <c:pt idx="43580">
                  <c:v>63.96</c:v>
                </c:pt>
                <c:pt idx="43581">
                  <c:v>50.15</c:v>
                </c:pt>
                <c:pt idx="43582">
                  <c:v>59.38</c:v>
                </c:pt>
                <c:pt idx="43583">
                  <c:v>119.94</c:v>
                </c:pt>
                <c:pt idx="43584">
                  <c:v>51.26</c:v>
                </c:pt>
                <c:pt idx="43585">
                  <c:v>119.94</c:v>
                </c:pt>
                <c:pt idx="43586">
                  <c:v>119.94</c:v>
                </c:pt>
                <c:pt idx="43587">
                  <c:v>121.92</c:v>
                </c:pt>
                <c:pt idx="43588">
                  <c:v>93.16</c:v>
                </c:pt>
                <c:pt idx="43589">
                  <c:v>101.95</c:v>
                </c:pt>
                <c:pt idx="43590">
                  <c:v>59.38</c:v>
                </c:pt>
                <c:pt idx="43591">
                  <c:v>59.38</c:v>
                </c:pt>
                <c:pt idx="43592">
                  <c:v>59.38</c:v>
                </c:pt>
                <c:pt idx="43593">
                  <c:v>59.38</c:v>
                </c:pt>
                <c:pt idx="43594">
                  <c:v>59.38</c:v>
                </c:pt>
                <c:pt idx="43595">
                  <c:v>33.479999999999997</c:v>
                </c:pt>
                <c:pt idx="43596">
                  <c:v>33.479999999999997</c:v>
                </c:pt>
                <c:pt idx="43597">
                  <c:v>59.37</c:v>
                </c:pt>
                <c:pt idx="43598">
                  <c:v>63.87</c:v>
                </c:pt>
                <c:pt idx="43599">
                  <c:v>354.93</c:v>
                </c:pt>
                <c:pt idx="43600">
                  <c:v>229.97</c:v>
                </c:pt>
                <c:pt idx="43601">
                  <c:v>186.96</c:v>
                </c:pt>
                <c:pt idx="43602">
                  <c:v>249.72</c:v>
                </c:pt>
                <c:pt idx="43603">
                  <c:v>254.97</c:v>
                </c:pt>
                <c:pt idx="43604">
                  <c:v>163.01</c:v>
                </c:pt>
                <c:pt idx="43605">
                  <c:v>64.11</c:v>
                </c:pt>
                <c:pt idx="43606">
                  <c:v>139.9</c:v>
                </c:pt>
                <c:pt idx="43607">
                  <c:v>79.98</c:v>
                </c:pt>
                <c:pt idx="43608">
                  <c:v>334.8</c:v>
                </c:pt>
                <c:pt idx="43609">
                  <c:v>267.36</c:v>
                </c:pt>
                <c:pt idx="43610">
                  <c:v>202.2</c:v>
                </c:pt>
                <c:pt idx="43611">
                  <c:v>279.8</c:v>
                </c:pt>
                <c:pt idx="43612">
                  <c:v>199.36</c:v>
                </c:pt>
                <c:pt idx="43613">
                  <c:v>279.8</c:v>
                </c:pt>
                <c:pt idx="43614">
                  <c:v>64.11</c:v>
                </c:pt>
                <c:pt idx="43615">
                  <c:v>64.11</c:v>
                </c:pt>
                <c:pt idx="43616">
                  <c:v>64.069999999999993</c:v>
                </c:pt>
                <c:pt idx="43617">
                  <c:v>57.98</c:v>
                </c:pt>
                <c:pt idx="43618">
                  <c:v>57.98</c:v>
                </c:pt>
                <c:pt idx="43619">
                  <c:v>45.24</c:v>
                </c:pt>
                <c:pt idx="43620">
                  <c:v>45.24</c:v>
                </c:pt>
                <c:pt idx="43621">
                  <c:v>57.97</c:v>
                </c:pt>
                <c:pt idx="43622">
                  <c:v>45.23</c:v>
                </c:pt>
                <c:pt idx="43623">
                  <c:v>179.94</c:v>
                </c:pt>
                <c:pt idx="43624">
                  <c:v>254.28</c:v>
                </c:pt>
                <c:pt idx="43625">
                  <c:v>255.92</c:v>
                </c:pt>
                <c:pt idx="43626">
                  <c:v>229.45</c:v>
                </c:pt>
                <c:pt idx="43627">
                  <c:v>227.94</c:v>
                </c:pt>
                <c:pt idx="43628">
                  <c:v>230.93</c:v>
                </c:pt>
                <c:pt idx="43629">
                  <c:v>303.92</c:v>
                </c:pt>
                <c:pt idx="43630">
                  <c:v>16.239999999999998</c:v>
                </c:pt>
                <c:pt idx="43631">
                  <c:v>57.98</c:v>
                </c:pt>
                <c:pt idx="43632">
                  <c:v>57.98</c:v>
                </c:pt>
                <c:pt idx="43633">
                  <c:v>57.98</c:v>
                </c:pt>
                <c:pt idx="43634">
                  <c:v>57.96</c:v>
                </c:pt>
                <c:pt idx="43635">
                  <c:v>57.98</c:v>
                </c:pt>
                <c:pt idx="43636">
                  <c:v>57.96</c:v>
                </c:pt>
                <c:pt idx="43637">
                  <c:v>57.98</c:v>
                </c:pt>
                <c:pt idx="43638">
                  <c:v>57.96</c:v>
                </c:pt>
                <c:pt idx="43639">
                  <c:v>58.98</c:v>
                </c:pt>
                <c:pt idx="43640">
                  <c:v>58.98</c:v>
                </c:pt>
                <c:pt idx="43641">
                  <c:v>45.94</c:v>
                </c:pt>
                <c:pt idx="43642">
                  <c:v>58.98</c:v>
                </c:pt>
                <c:pt idx="43643">
                  <c:v>58.98</c:v>
                </c:pt>
                <c:pt idx="43644">
                  <c:v>58.98</c:v>
                </c:pt>
                <c:pt idx="43645">
                  <c:v>57.96</c:v>
                </c:pt>
                <c:pt idx="43646">
                  <c:v>58.98</c:v>
                </c:pt>
                <c:pt idx="43647">
                  <c:v>58.98</c:v>
                </c:pt>
                <c:pt idx="43648">
                  <c:v>58.98</c:v>
                </c:pt>
                <c:pt idx="43649">
                  <c:v>20.49</c:v>
                </c:pt>
                <c:pt idx="43650">
                  <c:v>57.96</c:v>
                </c:pt>
                <c:pt idx="43651">
                  <c:v>50.28</c:v>
                </c:pt>
                <c:pt idx="43652">
                  <c:v>65.989999999999995</c:v>
                </c:pt>
                <c:pt idx="43653">
                  <c:v>84.99</c:v>
                </c:pt>
                <c:pt idx="43654">
                  <c:v>68.989999999999995</c:v>
                </c:pt>
                <c:pt idx="43655">
                  <c:v>82.21</c:v>
                </c:pt>
                <c:pt idx="43656">
                  <c:v>93.07</c:v>
                </c:pt>
                <c:pt idx="43657">
                  <c:v>58.97</c:v>
                </c:pt>
                <c:pt idx="43658">
                  <c:v>58.97</c:v>
                </c:pt>
                <c:pt idx="43659">
                  <c:v>58.97</c:v>
                </c:pt>
                <c:pt idx="43660">
                  <c:v>49.47</c:v>
                </c:pt>
                <c:pt idx="43661">
                  <c:v>23.29</c:v>
                </c:pt>
                <c:pt idx="43662">
                  <c:v>15.29</c:v>
                </c:pt>
                <c:pt idx="43663">
                  <c:v>26.29</c:v>
                </c:pt>
                <c:pt idx="43664">
                  <c:v>58.95</c:v>
                </c:pt>
                <c:pt idx="43665">
                  <c:v>159.69999999999999</c:v>
                </c:pt>
                <c:pt idx="43666">
                  <c:v>123.4</c:v>
                </c:pt>
                <c:pt idx="43667">
                  <c:v>159.69999999999999</c:v>
                </c:pt>
                <c:pt idx="43668">
                  <c:v>153.31</c:v>
                </c:pt>
                <c:pt idx="43669">
                  <c:v>159.69999999999999</c:v>
                </c:pt>
                <c:pt idx="43670">
                  <c:v>152.02000000000001</c:v>
                </c:pt>
                <c:pt idx="43671">
                  <c:v>135.74</c:v>
                </c:pt>
                <c:pt idx="43672">
                  <c:v>159.69999999999999</c:v>
                </c:pt>
                <c:pt idx="43673">
                  <c:v>159.69999999999999</c:v>
                </c:pt>
                <c:pt idx="43674">
                  <c:v>159.69999999999999</c:v>
                </c:pt>
                <c:pt idx="43675">
                  <c:v>57.76</c:v>
                </c:pt>
                <c:pt idx="43676">
                  <c:v>34.99</c:v>
                </c:pt>
                <c:pt idx="43677">
                  <c:v>210.96</c:v>
                </c:pt>
                <c:pt idx="43678">
                  <c:v>57.76</c:v>
                </c:pt>
                <c:pt idx="43679">
                  <c:v>53.08</c:v>
                </c:pt>
                <c:pt idx="43680">
                  <c:v>58.71</c:v>
                </c:pt>
                <c:pt idx="43681">
                  <c:v>45.24</c:v>
                </c:pt>
                <c:pt idx="43682">
                  <c:v>45.24</c:v>
                </c:pt>
                <c:pt idx="43683">
                  <c:v>171.28</c:v>
                </c:pt>
                <c:pt idx="43684">
                  <c:v>187.27</c:v>
                </c:pt>
                <c:pt idx="43685">
                  <c:v>171.28</c:v>
                </c:pt>
                <c:pt idx="43686">
                  <c:v>172.84</c:v>
                </c:pt>
                <c:pt idx="43687">
                  <c:v>172.84</c:v>
                </c:pt>
                <c:pt idx="43688">
                  <c:v>169.98</c:v>
                </c:pt>
                <c:pt idx="43689">
                  <c:v>34.840000000000003</c:v>
                </c:pt>
                <c:pt idx="43690">
                  <c:v>203.26</c:v>
                </c:pt>
                <c:pt idx="43691">
                  <c:v>169.98</c:v>
                </c:pt>
                <c:pt idx="43692">
                  <c:v>123.58</c:v>
                </c:pt>
                <c:pt idx="43693">
                  <c:v>57.58</c:v>
                </c:pt>
                <c:pt idx="43694">
                  <c:v>57.57</c:v>
                </c:pt>
                <c:pt idx="43695">
                  <c:v>57.56</c:v>
                </c:pt>
                <c:pt idx="43696">
                  <c:v>49.87</c:v>
                </c:pt>
                <c:pt idx="43697">
                  <c:v>65.989999999999995</c:v>
                </c:pt>
                <c:pt idx="43698">
                  <c:v>161.74</c:v>
                </c:pt>
                <c:pt idx="43699">
                  <c:v>84.99</c:v>
                </c:pt>
                <c:pt idx="43700">
                  <c:v>131.97999999999999</c:v>
                </c:pt>
                <c:pt idx="43701">
                  <c:v>65.989999999999995</c:v>
                </c:pt>
                <c:pt idx="43702">
                  <c:v>184.97</c:v>
                </c:pt>
                <c:pt idx="43703">
                  <c:v>169.98</c:v>
                </c:pt>
                <c:pt idx="43704">
                  <c:v>143.97999999999999</c:v>
                </c:pt>
                <c:pt idx="43705">
                  <c:v>151.96</c:v>
                </c:pt>
                <c:pt idx="43706">
                  <c:v>184.97</c:v>
                </c:pt>
                <c:pt idx="43707">
                  <c:v>62.98</c:v>
                </c:pt>
                <c:pt idx="43708">
                  <c:v>62.98</c:v>
                </c:pt>
                <c:pt idx="43709">
                  <c:v>62.98</c:v>
                </c:pt>
                <c:pt idx="43710">
                  <c:v>62.98</c:v>
                </c:pt>
                <c:pt idx="43711">
                  <c:v>62.98</c:v>
                </c:pt>
                <c:pt idx="43712">
                  <c:v>62.98</c:v>
                </c:pt>
                <c:pt idx="43713">
                  <c:v>62.98</c:v>
                </c:pt>
                <c:pt idx="43714">
                  <c:v>62.98</c:v>
                </c:pt>
                <c:pt idx="43715">
                  <c:v>57.98</c:v>
                </c:pt>
                <c:pt idx="43716">
                  <c:v>57.98</c:v>
                </c:pt>
                <c:pt idx="43717">
                  <c:v>57.98</c:v>
                </c:pt>
                <c:pt idx="43718">
                  <c:v>57.98</c:v>
                </c:pt>
                <c:pt idx="43719">
                  <c:v>57.98</c:v>
                </c:pt>
                <c:pt idx="43720">
                  <c:v>247</c:v>
                </c:pt>
                <c:pt idx="43721">
                  <c:v>161.94999999999999</c:v>
                </c:pt>
                <c:pt idx="43722">
                  <c:v>124.97</c:v>
                </c:pt>
                <c:pt idx="43723">
                  <c:v>199.96</c:v>
                </c:pt>
                <c:pt idx="43724">
                  <c:v>192.96</c:v>
                </c:pt>
                <c:pt idx="43725">
                  <c:v>135.96</c:v>
                </c:pt>
                <c:pt idx="43726">
                  <c:v>199.96</c:v>
                </c:pt>
                <c:pt idx="43727">
                  <c:v>210.95</c:v>
                </c:pt>
                <c:pt idx="43728">
                  <c:v>191.96</c:v>
                </c:pt>
                <c:pt idx="43729">
                  <c:v>141.94999999999999</c:v>
                </c:pt>
                <c:pt idx="43730">
                  <c:v>57.97</c:v>
                </c:pt>
                <c:pt idx="43731">
                  <c:v>58.49</c:v>
                </c:pt>
                <c:pt idx="43732">
                  <c:v>48.98</c:v>
                </c:pt>
                <c:pt idx="43733">
                  <c:v>58.48</c:v>
                </c:pt>
                <c:pt idx="43734">
                  <c:v>58.48</c:v>
                </c:pt>
                <c:pt idx="43735">
                  <c:v>58.48</c:v>
                </c:pt>
                <c:pt idx="43736">
                  <c:v>48.98</c:v>
                </c:pt>
                <c:pt idx="43737">
                  <c:v>58.98</c:v>
                </c:pt>
                <c:pt idx="43738">
                  <c:v>84.98</c:v>
                </c:pt>
                <c:pt idx="43739">
                  <c:v>131.97999999999999</c:v>
                </c:pt>
                <c:pt idx="43740">
                  <c:v>65.989999999999995</c:v>
                </c:pt>
                <c:pt idx="43741">
                  <c:v>84.98</c:v>
                </c:pt>
                <c:pt idx="43742">
                  <c:v>59.39</c:v>
                </c:pt>
                <c:pt idx="43743">
                  <c:v>103.37</c:v>
                </c:pt>
                <c:pt idx="43744">
                  <c:v>65.989999999999995</c:v>
                </c:pt>
                <c:pt idx="43745">
                  <c:v>57.5</c:v>
                </c:pt>
                <c:pt idx="43746">
                  <c:v>65.989999999999995</c:v>
                </c:pt>
                <c:pt idx="43747">
                  <c:v>65.989999999999995</c:v>
                </c:pt>
                <c:pt idx="43748">
                  <c:v>65.989999999999995</c:v>
                </c:pt>
                <c:pt idx="43749">
                  <c:v>65.989999999999995</c:v>
                </c:pt>
                <c:pt idx="43750">
                  <c:v>59.39</c:v>
                </c:pt>
                <c:pt idx="43751">
                  <c:v>65.989999999999995</c:v>
                </c:pt>
                <c:pt idx="43752">
                  <c:v>65.989999999999995</c:v>
                </c:pt>
                <c:pt idx="43753">
                  <c:v>65.989999999999995</c:v>
                </c:pt>
                <c:pt idx="43754">
                  <c:v>65.989999999999995</c:v>
                </c:pt>
                <c:pt idx="43755">
                  <c:v>58.98</c:v>
                </c:pt>
                <c:pt idx="43756">
                  <c:v>58.98</c:v>
                </c:pt>
                <c:pt idx="43757">
                  <c:v>122.98</c:v>
                </c:pt>
                <c:pt idx="43758">
                  <c:v>136.97</c:v>
                </c:pt>
                <c:pt idx="43759">
                  <c:v>71.98</c:v>
                </c:pt>
                <c:pt idx="43760">
                  <c:v>65.989999999999995</c:v>
                </c:pt>
                <c:pt idx="43761">
                  <c:v>152.97</c:v>
                </c:pt>
                <c:pt idx="43762">
                  <c:v>99.98</c:v>
                </c:pt>
                <c:pt idx="43763">
                  <c:v>99.98</c:v>
                </c:pt>
                <c:pt idx="43764">
                  <c:v>59.32</c:v>
                </c:pt>
                <c:pt idx="43765">
                  <c:v>79.98</c:v>
                </c:pt>
                <c:pt idx="43766">
                  <c:v>114.97</c:v>
                </c:pt>
                <c:pt idx="43767">
                  <c:v>83.98</c:v>
                </c:pt>
                <c:pt idx="43768">
                  <c:v>99.98</c:v>
                </c:pt>
                <c:pt idx="43769">
                  <c:v>187.96</c:v>
                </c:pt>
                <c:pt idx="43770">
                  <c:v>74.38</c:v>
                </c:pt>
                <c:pt idx="43771">
                  <c:v>118.97</c:v>
                </c:pt>
                <c:pt idx="43772">
                  <c:v>99.98</c:v>
                </c:pt>
                <c:pt idx="43773">
                  <c:v>84.99</c:v>
                </c:pt>
                <c:pt idx="43774">
                  <c:v>99.98</c:v>
                </c:pt>
                <c:pt idx="43775">
                  <c:v>57.22</c:v>
                </c:pt>
                <c:pt idx="43776">
                  <c:v>63.14</c:v>
                </c:pt>
                <c:pt idx="43777">
                  <c:v>63.14</c:v>
                </c:pt>
                <c:pt idx="43778">
                  <c:v>63.14</c:v>
                </c:pt>
                <c:pt idx="43779">
                  <c:v>62.59</c:v>
                </c:pt>
                <c:pt idx="43780">
                  <c:v>169.98</c:v>
                </c:pt>
                <c:pt idx="43781">
                  <c:v>84.99</c:v>
                </c:pt>
                <c:pt idx="43782">
                  <c:v>-19.760000000000002</c:v>
                </c:pt>
                <c:pt idx="43783">
                  <c:v>254.97</c:v>
                </c:pt>
                <c:pt idx="43784">
                  <c:v>178.25</c:v>
                </c:pt>
                <c:pt idx="43785">
                  <c:v>197.97</c:v>
                </c:pt>
                <c:pt idx="43786">
                  <c:v>240.47</c:v>
                </c:pt>
                <c:pt idx="43787">
                  <c:v>164.98</c:v>
                </c:pt>
                <c:pt idx="43788">
                  <c:v>62.57</c:v>
                </c:pt>
                <c:pt idx="43789">
                  <c:v>57.58</c:v>
                </c:pt>
                <c:pt idx="43790">
                  <c:v>62.48</c:v>
                </c:pt>
                <c:pt idx="43791">
                  <c:v>49.78</c:v>
                </c:pt>
                <c:pt idx="43792">
                  <c:v>56.98</c:v>
                </c:pt>
                <c:pt idx="43793">
                  <c:v>56.97</c:v>
                </c:pt>
                <c:pt idx="43794">
                  <c:v>50.97</c:v>
                </c:pt>
                <c:pt idx="43795">
                  <c:v>239.89</c:v>
                </c:pt>
                <c:pt idx="43796">
                  <c:v>205.07</c:v>
                </c:pt>
                <c:pt idx="43797">
                  <c:v>89.01</c:v>
                </c:pt>
                <c:pt idx="43798">
                  <c:v>243.87</c:v>
                </c:pt>
                <c:pt idx="43799">
                  <c:v>182.08</c:v>
                </c:pt>
                <c:pt idx="43800">
                  <c:v>183</c:v>
                </c:pt>
                <c:pt idx="43801">
                  <c:v>229.9</c:v>
                </c:pt>
                <c:pt idx="43802">
                  <c:v>289.67</c:v>
                </c:pt>
                <c:pt idx="43803">
                  <c:v>56.97</c:v>
                </c:pt>
                <c:pt idx="43804">
                  <c:v>57.98</c:v>
                </c:pt>
                <c:pt idx="43805">
                  <c:v>57.98</c:v>
                </c:pt>
                <c:pt idx="43806">
                  <c:v>57.98</c:v>
                </c:pt>
                <c:pt idx="43807">
                  <c:v>57.98</c:v>
                </c:pt>
                <c:pt idx="43808">
                  <c:v>56.97</c:v>
                </c:pt>
                <c:pt idx="43809">
                  <c:v>57.98</c:v>
                </c:pt>
                <c:pt idx="43810">
                  <c:v>44.94</c:v>
                </c:pt>
                <c:pt idx="43811">
                  <c:v>57.98</c:v>
                </c:pt>
                <c:pt idx="43812">
                  <c:v>44.94</c:v>
                </c:pt>
                <c:pt idx="43813">
                  <c:v>0</c:v>
                </c:pt>
                <c:pt idx="43814">
                  <c:v>57.98</c:v>
                </c:pt>
                <c:pt idx="43815">
                  <c:v>57.98</c:v>
                </c:pt>
                <c:pt idx="43816">
                  <c:v>56.97</c:v>
                </c:pt>
                <c:pt idx="43817">
                  <c:v>56.97</c:v>
                </c:pt>
                <c:pt idx="43818">
                  <c:v>57.98</c:v>
                </c:pt>
                <c:pt idx="43819">
                  <c:v>56.97</c:v>
                </c:pt>
                <c:pt idx="43820">
                  <c:v>57.98</c:v>
                </c:pt>
                <c:pt idx="43821">
                  <c:v>57.98</c:v>
                </c:pt>
                <c:pt idx="43822">
                  <c:v>56.97</c:v>
                </c:pt>
                <c:pt idx="43823">
                  <c:v>56.97</c:v>
                </c:pt>
                <c:pt idx="43824">
                  <c:v>56.97</c:v>
                </c:pt>
                <c:pt idx="43825">
                  <c:v>57.98</c:v>
                </c:pt>
                <c:pt idx="43826">
                  <c:v>49.28</c:v>
                </c:pt>
                <c:pt idx="43827">
                  <c:v>144.47999999999999</c:v>
                </c:pt>
                <c:pt idx="43828">
                  <c:v>131.97999999999999</c:v>
                </c:pt>
                <c:pt idx="43829">
                  <c:v>307.92</c:v>
                </c:pt>
                <c:pt idx="43830">
                  <c:v>169.98</c:v>
                </c:pt>
                <c:pt idx="43831">
                  <c:v>57.97</c:v>
                </c:pt>
                <c:pt idx="43832">
                  <c:v>49.28</c:v>
                </c:pt>
                <c:pt idx="43833">
                  <c:v>57.97</c:v>
                </c:pt>
                <c:pt idx="43834">
                  <c:v>56.97</c:v>
                </c:pt>
                <c:pt idx="43835">
                  <c:v>65.19</c:v>
                </c:pt>
                <c:pt idx="43836">
                  <c:v>137.97999999999999</c:v>
                </c:pt>
                <c:pt idx="43837">
                  <c:v>84.99</c:v>
                </c:pt>
                <c:pt idx="43838">
                  <c:v>179.97</c:v>
                </c:pt>
                <c:pt idx="43839">
                  <c:v>148.97999999999999</c:v>
                </c:pt>
                <c:pt idx="43840">
                  <c:v>126.35</c:v>
                </c:pt>
                <c:pt idx="43841">
                  <c:v>169.98</c:v>
                </c:pt>
                <c:pt idx="43842">
                  <c:v>80.67</c:v>
                </c:pt>
                <c:pt idx="43843">
                  <c:v>99.98</c:v>
                </c:pt>
                <c:pt idx="43844">
                  <c:v>111.98</c:v>
                </c:pt>
                <c:pt idx="43845">
                  <c:v>20.29</c:v>
                </c:pt>
                <c:pt idx="43846">
                  <c:v>56.97</c:v>
                </c:pt>
                <c:pt idx="43847">
                  <c:v>56.97</c:v>
                </c:pt>
                <c:pt idx="43848">
                  <c:v>79.78</c:v>
                </c:pt>
                <c:pt idx="43849">
                  <c:v>147.6</c:v>
                </c:pt>
                <c:pt idx="43850">
                  <c:v>79.849999999999994</c:v>
                </c:pt>
                <c:pt idx="43851">
                  <c:v>159.69999999999999</c:v>
                </c:pt>
                <c:pt idx="43852">
                  <c:v>79.849999999999994</c:v>
                </c:pt>
                <c:pt idx="43853">
                  <c:v>79.849999999999994</c:v>
                </c:pt>
                <c:pt idx="43854">
                  <c:v>90.71</c:v>
                </c:pt>
                <c:pt idx="43855">
                  <c:v>217.75</c:v>
                </c:pt>
                <c:pt idx="43856">
                  <c:v>79.849999999999994</c:v>
                </c:pt>
                <c:pt idx="43857">
                  <c:v>73.13</c:v>
                </c:pt>
                <c:pt idx="43858">
                  <c:v>56.97</c:v>
                </c:pt>
                <c:pt idx="43859">
                  <c:v>56.97</c:v>
                </c:pt>
                <c:pt idx="43860">
                  <c:v>56.97</c:v>
                </c:pt>
                <c:pt idx="43861">
                  <c:v>20.29</c:v>
                </c:pt>
                <c:pt idx="43862">
                  <c:v>20.29</c:v>
                </c:pt>
                <c:pt idx="43863">
                  <c:v>56.97</c:v>
                </c:pt>
                <c:pt idx="43864">
                  <c:v>56.97</c:v>
                </c:pt>
                <c:pt idx="43865">
                  <c:v>56.97</c:v>
                </c:pt>
                <c:pt idx="43866">
                  <c:v>56.97</c:v>
                </c:pt>
                <c:pt idx="43867">
                  <c:v>56.97</c:v>
                </c:pt>
                <c:pt idx="43868">
                  <c:v>49.27</c:v>
                </c:pt>
                <c:pt idx="43869">
                  <c:v>84.99</c:v>
                </c:pt>
                <c:pt idx="43870">
                  <c:v>79.98</c:v>
                </c:pt>
                <c:pt idx="43871">
                  <c:v>111.07</c:v>
                </c:pt>
                <c:pt idx="43872">
                  <c:v>84.99</c:v>
                </c:pt>
                <c:pt idx="43873">
                  <c:v>131.97999999999999</c:v>
                </c:pt>
                <c:pt idx="43874">
                  <c:v>153.97999999999999</c:v>
                </c:pt>
                <c:pt idx="43875">
                  <c:v>184.97</c:v>
                </c:pt>
                <c:pt idx="43876">
                  <c:v>76.19</c:v>
                </c:pt>
                <c:pt idx="43877">
                  <c:v>73.17</c:v>
                </c:pt>
                <c:pt idx="43878">
                  <c:v>169.98</c:v>
                </c:pt>
                <c:pt idx="43879">
                  <c:v>57.96</c:v>
                </c:pt>
                <c:pt idx="43880">
                  <c:v>57.96</c:v>
                </c:pt>
                <c:pt idx="43881">
                  <c:v>54.98</c:v>
                </c:pt>
                <c:pt idx="43882">
                  <c:v>54.98</c:v>
                </c:pt>
                <c:pt idx="43883">
                  <c:v>56.97</c:v>
                </c:pt>
                <c:pt idx="43884">
                  <c:v>62.9</c:v>
                </c:pt>
                <c:pt idx="43885">
                  <c:v>56.97</c:v>
                </c:pt>
                <c:pt idx="43886">
                  <c:v>56.97</c:v>
                </c:pt>
                <c:pt idx="43887">
                  <c:v>56.97</c:v>
                </c:pt>
                <c:pt idx="43888">
                  <c:v>56.97</c:v>
                </c:pt>
                <c:pt idx="43889">
                  <c:v>56.97</c:v>
                </c:pt>
                <c:pt idx="43890">
                  <c:v>56.97</c:v>
                </c:pt>
                <c:pt idx="43891">
                  <c:v>138.47999999999999</c:v>
                </c:pt>
                <c:pt idx="43892">
                  <c:v>146.83000000000001</c:v>
                </c:pt>
                <c:pt idx="43893">
                  <c:v>62.9</c:v>
                </c:pt>
                <c:pt idx="43894">
                  <c:v>62.9</c:v>
                </c:pt>
                <c:pt idx="43895">
                  <c:v>62.9</c:v>
                </c:pt>
                <c:pt idx="43896">
                  <c:v>62.9</c:v>
                </c:pt>
                <c:pt idx="43897">
                  <c:v>57.96</c:v>
                </c:pt>
                <c:pt idx="43898">
                  <c:v>56.97</c:v>
                </c:pt>
                <c:pt idx="43899">
                  <c:v>56.97</c:v>
                </c:pt>
                <c:pt idx="43900">
                  <c:v>56.97</c:v>
                </c:pt>
                <c:pt idx="43901">
                  <c:v>56.97</c:v>
                </c:pt>
                <c:pt idx="43902">
                  <c:v>56.97</c:v>
                </c:pt>
                <c:pt idx="43903">
                  <c:v>166.93</c:v>
                </c:pt>
                <c:pt idx="43904">
                  <c:v>209.28</c:v>
                </c:pt>
                <c:pt idx="43905">
                  <c:v>176.62</c:v>
                </c:pt>
                <c:pt idx="43906">
                  <c:v>195.97</c:v>
                </c:pt>
                <c:pt idx="43907">
                  <c:v>203.07</c:v>
                </c:pt>
                <c:pt idx="43908">
                  <c:v>152.22</c:v>
                </c:pt>
                <c:pt idx="43909">
                  <c:v>183.87</c:v>
                </c:pt>
                <c:pt idx="43910">
                  <c:v>56.97</c:v>
                </c:pt>
                <c:pt idx="43911">
                  <c:v>56.97</c:v>
                </c:pt>
                <c:pt idx="43912">
                  <c:v>62.9</c:v>
                </c:pt>
                <c:pt idx="43913">
                  <c:v>62.9</c:v>
                </c:pt>
                <c:pt idx="43914">
                  <c:v>-62.9</c:v>
                </c:pt>
                <c:pt idx="43915">
                  <c:v>62.9</c:v>
                </c:pt>
                <c:pt idx="43916">
                  <c:v>56.97</c:v>
                </c:pt>
                <c:pt idx="43917">
                  <c:v>56.97</c:v>
                </c:pt>
                <c:pt idx="43918">
                  <c:v>56.97</c:v>
                </c:pt>
                <c:pt idx="43919">
                  <c:v>62.9</c:v>
                </c:pt>
                <c:pt idx="43920">
                  <c:v>62.9</c:v>
                </c:pt>
                <c:pt idx="43921">
                  <c:v>56.97</c:v>
                </c:pt>
                <c:pt idx="43922">
                  <c:v>131.97999999999999</c:v>
                </c:pt>
                <c:pt idx="43923">
                  <c:v>160.94999999999999</c:v>
                </c:pt>
                <c:pt idx="43924">
                  <c:v>131.97999999999999</c:v>
                </c:pt>
                <c:pt idx="43925">
                  <c:v>131.97999999999999</c:v>
                </c:pt>
                <c:pt idx="43926">
                  <c:v>121.98</c:v>
                </c:pt>
                <c:pt idx="43927">
                  <c:v>131.97999999999999</c:v>
                </c:pt>
                <c:pt idx="43928">
                  <c:v>62.9</c:v>
                </c:pt>
                <c:pt idx="43929">
                  <c:v>49.27</c:v>
                </c:pt>
                <c:pt idx="43930">
                  <c:v>62.9</c:v>
                </c:pt>
                <c:pt idx="43931">
                  <c:v>56.97</c:v>
                </c:pt>
                <c:pt idx="43932">
                  <c:v>56.97</c:v>
                </c:pt>
                <c:pt idx="43933">
                  <c:v>56.97</c:v>
                </c:pt>
                <c:pt idx="43934">
                  <c:v>143.97999999999999</c:v>
                </c:pt>
                <c:pt idx="43935">
                  <c:v>239.97</c:v>
                </c:pt>
                <c:pt idx="43936">
                  <c:v>149.97999999999999</c:v>
                </c:pt>
                <c:pt idx="43937">
                  <c:v>159.97999999999999</c:v>
                </c:pt>
                <c:pt idx="43938">
                  <c:v>159.97999999999999</c:v>
                </c:pt>
                <c:pt idx="43939">
                  <c:v>159.97999999999999</c:v>
                </c:pt>
                <c:pt idx="43940">
                  <c:v>159.97999999999999</c:v>
                </c:pt>
                <c:pt idx="43941">
                  <c:v>159.97999999999999</c:v>
                </c:pt>
                <c:pt idx="43942">
                  <c:v>215.97</c:v>
                </c:pt>
                <c:pt idx="43943">
                  <c:v>159.97999999999999</c:v>
                </c:pt>
                <c:pt idx="43944">
                  <c:v>149.97999999999999</c:v>
                </c:pt>
                <c:pt idx="43945">
                  <c:v>149.97999999999999</c:v>
                </c:pt>
                <c:pt idx="43946">
                  <c:v>62.88</c:v>
                </c:pt>
                <c:pt idx="43947">
                  <c:v>62.88</c:v>
                </c:pt>
                <c:pt idx="43948">
                  <c:v>49.26</c:v>
                </c:pt>
                <c:pt idx="43949">
                  <c:v>56.95</c:v>
                </c:pt>
                <c:pt idx="43950">
                  <c:v>62.87</c:v>
                </c:pt>
                <c:pt idx="43951">
                  <c:v>62.87</c:v>
                </c:pt>
                <c:pt idx="43952">
                  <c:v>151.97</c:v>
                </c:pt>
                <c:pt idx="43953">
                  <c:v>65.989999999999995</c:v>
                </c:pt>
                <c:pt idx="43954">
                  <c:v>167.11</c:v>
                </c:pt>
                <c:pt idx="43955">
                  <c:v>250.95</c:v>
                </c:pt>
                <c:pt idx="43956">
                  <c:v>199.96</c:v>
                </c:pt>
                <c:pt idx="43957">
                  <c:v>201.97</c:v>
                </c:pt>
                <c:pt idx="43958">
                  <c:v>340.81</c:v>
                </c:pt>
                <c:pt idx="43959">
                  <c:v>270.95999999999998</c:v>
                </c:pt>
                <c:pt idx="43960">
                  <c:v>172.97</c:v>
                </c:pt>
                <c:pt idx="43961">
                  <c:v>197.97</c:v>
                </c:pt>
                <c:pt idx="43962">
                  <c:v>56.86</c:v>
                </c:pt>
                <c:pt idx="43963">
                  <c:v>8.94</c:v>
                </c:pt>
                <c:pt idx="43964">
                  <c:v>27.18</c:v>
                </c:pt>
                <c:pt idx="43965">
                  <c:v>53.22</c:v>
                </c:pt>
                <c:pt idx="43966">
                  <c:v>53.22</c:v>
                </c:pt>
                <c:pt idx="43967">
                  <c:v>53.22</c:v>
                </c:pt>
                <c:pt idx="43968">
                  <c:v>53.19</c:v>
                </c:pt>
                <c:pt idx="43969">
                  <c:v>229.96</c:v>
                </c:pt>
                <c:pt idx="43970">
                  <c:v>179.97</c:v>
                </c:pt>
                <c:pt idx="43971">
                  <c:v>124.96</c:v>
                </c:pt>
                <c:pt idx="43972">
                  <c:v>179.96</c:v>
                </c:pt>
                <c:pt idx="43973">
                  <c:v>239.97</c:v>
                </c:pt>
                <c:pt idx="43974">
                  <c:v>62.63</c:v>
                </c:pt>
                <c:pt idx="43975">
                  <c:v>62.09</c:v>
                </c:pt>
                <c:pt idx="43976">
                  <c:v>62.09</c:v>
                </c:pt>
                <c:pt idx="43977">
                  <c:v>19.39</c:v>
                </c:pt>
                <c:pt idx="43978">
                  <c:v>19.39</c:v>
                </c:pt>
                <c:pt idx="43979">
                  <c:v>56.68</c:v>
                </c:pt>
                <c:pt idx="43980">
                  <c:v>56.68</c:v>
                </c:pt>
                <c:pt idx="43981">
                  <c:v>-58.49</c:v>
                </c:pt>
                <c:pt idx="43982">
                  <c:v>58.49</c:v>
                </c:pt>
                <c:pt idx="43983">
                  <c:v>48.97</c:v>
                </c:pt>
                <c:pt idx="43984">
                  <c:v>62.06</c:v>
                </c:pt>
                <c:pt idx="43985">
                  <c:v>193.55</c:v>
                </c:pt>
                <c:pt idx="43986">
                  <c:v>169.36</c:v>
                </c:pt>
                <c:pt idx="43987">
                  <c:v>203</c:v>
                </c:pt>
                <c:pt idx="43988">
                  <c:v>120.55</c:v>
                </c:pt>
                <c:pt idx="43989">
                  <c:v>116.12</c:v>
                </c:pt>
                <c:pt idx="43990">
                  <c:v>179.04</c:v>
                </c:pt>
                <c:pt idx="43991">
                  <c:v>49.99</c:v>
                </c:pt>
                <c:pt idx="43992">
                  <c:v>145.16</c:v>
                </c:pt>
                <c:pt idx="43993">
                  <c:v>145.15</c:v>
                </c:pt>
                <c:pt idx="43994">
                  <c:v>208.08</c:v>
                </c:pt>
                <c:pt idx="43995">
                  <c:v>56.67</c:v>
                </c:pt>
                <c:pt idx="43996">
                  <c:v>31.49</c:v>
                </c:pt>
                <c:pt idx="43997">
                  <c:v>8.49</c:v>
                </c:pt>
                <c:pt idx="43998">
                  <c:v>44.23</c:v>
                </c:pt>
                <c:pt idx="43999">
                  <c:v>61.98</c:v>
                </c:pt>
                <c:pt idx="44000">
                  <c:v>61.98</c:v>
                </c:pt>
                <c:pt idx="44001">
                  <c:v>61.98</c:v>
                </c:pt>
                <c:pt idx="44002">
                  <c:v>66.98</c:v>
                </c:pt>
                <c:pt idx="44003">
                  <c:v>84.99</c:v>
                </c:pt>
                <c:pt idx="44004">
                  <c:v>84.99</c:v>
                </c:pt>
                <c:pt idx="44005">
                  <c:v>84.73</c:v>
                </c:pt>
                <c:pt idx="44006">
                  <c:v>119.98</c:v>
                </c:pt>
                <c:pt idx="44007">
                  <c:v>84.99</c:v>
                </c:pt>
                <c:pt idx="44008">
                  <c:v>84.99</c:v>
                </c:pt>
                <c:pt idx="44009">
                  <c:v>84.99</c:v>
                </c:pt>
                <c:pt idx="44010">
                  <c:v>65.989999999999995</c:v>
                </c:pt>
                <c:pt idx="44011">
                  <c:v>65.989999999999995</c:v>
                </c:pt>
                <c:pt idx="44012">
                  <c:v>100.98</c:v>
                </c:pt>
                <c:pt idx="44013">
                  <c:v>84.99</c:v>
                </c:pt>
                <c:pt idx="44014">
                  <c:v>65.989999999999995</c:v>
                </c:pt>
                <c:pt idx="44015">
                  <c:v>65.98</c:v>
                </c:pt>
                <c:pt idx="44016">
                  <c:v>84.99</c:v>
                </c:pt>
                <c:pt idx="44017">
                  <c:v>65.98</c:v>
                </c:pt>
                <c:pt idx="44018">
                  <c:v>57.58</c:v>
                </c:pt>
                <c:pt idx="44019">
                  <c:v>57.58</c:v>
                </c:pt>
                <c:pt idx="44020">
                  <c:v>133.96</c:v>
                </c:pt>
                <c:pt idx="44021">
                  <c:v>157.30000000000001</c:v>
                </c:pt>
                <c:pt idx="44022">
                  <c:v>51.98</c:v>
                </c:pt>
                <c:pt idx="44023">
                  <c:v>56.98</c:v>
                </c:pt>
                <c:pt idx="44024">
                  <c:v>56.98</c:v>
                </c:pt>
                <c:pt idx="44025">
                  <c:v>56.98</c:v>
                </c:pt>
                <c:pt idx="44026">
                  <c:v>56.97</c:v>
                </c:pt>
                <c:pt idx="44027">
                  <c:v>56.97</c:v>
                </c:pt>
                <c:pt idx="44028">
                  <c:v>56.97</c:v>
                </c:pt>
                <c:pt idx="44029">
                  <c:v>56.97</c:v>
                </c:pt>
                <c:pt idx="44030">
                  <c:v>56.97</c:v>
                </c:pt>
                <c:pt idx="44031">
                  <c:v>56.97</c:v>
                </c:pt>
                <c:pt idx="44032">
                  <c:v>48.78</c:v>
                </c:pt>
                <c:pt idx="44033">
                  <c:v>48.78</c:v>
                </c:pt>
                <c:pt idx="44034">
                  <c:v>62.28</c:v>
                </c:pt>
                <c:pt idx="44035">
                  <c:v>97.06</c:v>
                </c:pt>
                <c:pt idx="44036">
                  <c:v>131.97999999999999</c:v>
                </c:pt>
                <c:pt idx="44037">
                  <c:v>120.95</c:v>
                </c:pt>
                <c:pt idx="44038">
                  <c:v>131.97999999999999</c:v>
                </c:pt>
                <c:pt idx="44039">
                  <c:v>62.28</c:v>
                </c:pt>
                <c:pt idx="44040">
                  <c:v>161.96</c:v>
                </c:pt>
                <c:pt idx="44041">
                  <c:v>199.96</c:v>
                </c:pt>
                <c:pt idx="44042">
                  <c:v>171.97</c:v>
                </c:pt>
                <c:pt idx="44043">
                  <c:v>215.46</c:v>
                </c:pt>
                <c:pt idx="44044">
                  <c:v>47.77</c:v>
                </c:pt>
                <c:pt idx="44045">
                  <c:v>62.05</c:v>
                </c:pt>
                <c:pt idx="44046">
                  <c:v>182.95</c:v>
                </c:pt>
                <c:pt idx="44047">
                  <c:v>96.98</c:v>
                </c:pt>
                <c:pt idx="44048">
                  <c:v>115.97</c:v>
                </c:pt>
                <c:pt idx="44049">
                  <c:v>108.95</c:v>
                </c:pt>
                <c:pt idx="44050">
                  <c:v>179.97</c:v>
                </c:pt>
                <c:pt idx="44051">
                  <c:v>97.98</c:v>
                </c:pt>
                <c:pt idx="44052">
                  <c:v>159.97999999999999</c:v>
                </c:pt>
                <c:pt idx="44053">
                  <c:v>159.97999999999999</c:v>
                </c:pt>
                <c:pt idx="44054">
                  <c:v>96.98</c:v>
                </c:pt>
                <c:pt idx="44055">
                  <c:v>159.97999999999999</c:v>
                </c:pt>
                <c:pt idx="44056">
                  <c:v>57.12</c:v>
                </c:pt>
                <c:pt idx="44057">
                  <c:v>53.98</c:v>
                </c:pt>
                <c:pt idx="44058">
                  <c:v>2.99</c:v>
                </c:pt>
                <c:pt idx="44059">
                  <c:v>24.99</c:v>
                </c:pt>
                <c:pt idx="44060">
                  <c:v>26.29</c:v>
                </c:pt>
                <c:pt idx="44061">
                  <c:v>404.36</c:v>
                </c:pt>
                <c:pt idx="44062">
                  <c:v>164.94</c:v>
                </c:pt>
                <c:pt idx="44063">
                  <c:v>387.44</c:v>
                </c:pt>
                <c:pt idx="44064">
                  <c:v>338.31</c:v>
                </c:pt>
                <c:pt idx="44065">
                  <c:v>61.35</c:v>
                </c:pt>
                <c:pt idx="44066">
                  <c:v>56.98</c:v>
                </c:pt>
                <c:pt idx="44067">
                  <c:v>56.98</c:v>
                </c:pt>
                <c:pt idx="44068">
                  <c:v>99.95</c:v>
                </c:pt>
                <c:pt idx="44069">
                  <c:v>233.88</c:v>
                </c:pt>
                <c:pt idx="44070">
                  <c:v>195.9</c:v>
                </c:pt>
                <c:pt idx="44071">
                  <c:v>194.9</c:v>
                </c:pt>
                <c:pt idx="44072">
                  <c:v>194.9</c:v>
                </c:pt>
                <c:pt idx="44073">
                  <c:v>56.97</c:v>
                </c:pt>
                <c:pt idx="44074">
                  <c:v>55.98</c:v>
                </c:pt>
                <c:pt idx="44075">
                  <c:v>56.97</c:v>
                </c:pt>
                <c:pt idx="44076">
                  <c:v>56.97</c:v>
                </c:pt>
                <c:pt idx="44077">
                  <c:v>97.97</c:v>
                </c:pt>
                <c:pt idx="44078">
                  <c:v>119.96</c:v>
                </c:pt>
                <c:pt idx="44079">
                  <c:v>29.99</c:v>
                </c:pt>
                <c:pt idx="44080">
                  <c:v>119.96</c:v>
                </c:pt>
                <c:pt idx="44081">
                  <c:v>119.96</c:v>
                </c:pt>
                <c:pt idx="44082">
                  <c:v>108.63</c:v>
                </c:pt>
                <c:pt idx="44083">
                  <c:v>89.22</c:v>
                </c:pt>
                <c:pt idx="44084">
                  <c:v>119.96</c:v>
                </c:pt>
                <c:pt idx="44085">
                  <c:v>70.13</c:v>
                </c:pt>
                <c:pt idx="44086">
                  <c:v>64.459999999999994</c:v>
                </c:pt>
                <c:pt idx="44087">
                  <c:v>60.97</c:v>
                </c:pt>
                <c:pt idx="44088">
                  <c:v>89.97</c:v>
                </c:pt>
                <c:pt idx="44089">
                  <c:v>74.98</c:v>
                </c:pt>
                <c:pt idx="44090">
                  <c:v>101.97</c:v>
                </c:pt>
                <c:pt idx="44091">
                  <c:v>97.86</c:v>
                </c:pt>
                <c:pt idx="44092">
                  <c:v>89.97</c:v>
                </c:pt>
                <c:pt idx="44093">
                  <c:v>62.52</c:v>
                </c:pt>
                <c:pt idx="44094">
                  <c:v>74.22</c:v>
                </c:pt>
                <c:pt idx="44095">
                  <c:v>118.16</c:v>
                </c:pt>
                <c:pt idx="44096">
                  <c:v>114.96</c:v>
                </c:pt>
                <c:pt idx="44097">
                  <c:v>56.97</c:v>
                </c:pt>
                <c:pt idx="44098">
                  <c:v>56.97</c:v>
                </c:pt>
                <c:pt idx="44099">
                  <c:v>56.97</c:v>
                </c:pt>
                <c:pt idx="44100">
                  <c:v>56.97</c:v>
                </c:pt>
                <c:pt idx="44101">
                  <c:v>56.97</c:v>
                </c:pt>
                <c:pt idx="44102">
                  <c:v>43.93</c:v>
                </c:pt>
                <c:pt idx="44103">
                  <c:v>55.98</c:v>
                </c:pt>
                <c:pt idx="44104">
                  <c:v>56.97</c:v>
                </c:pt>
                <c:pt idx="44105">
                  <c:v>56.97</c:v>
                </c:pt>
                <c:pt idx="44106">
                  <c:v>56.97</c:v>
                </c:pt>
                <c:pt idx="44107">
                  <c:v>149.16999999999999</c:v>
                </c:pt>
                <c:pt idx="44108">
                  <c:v>166.47</c:v>
                </c:pt>
                <c:pt idx="44109">
                  <c:v>169.98</c:v>
                </c:pt>
                <c:pt idx="44110">
                  <c:v>74.98</c:v>
                </c:pt>
                <c:pt idx="44111">
                  <c:v>109.98</c:v>
                </c:pt>
                <c:pt idx="44112">
                  <c:v>94.98</c:v>
                </c:pt>
                <c:pt idx="44113">
                  <c:v>99.98</c:v>
                </c:pt>
                <c:pt idx="44114">
                  <c:v>119.97</c:v>
                </c:pt>
                <c:pt idx="44115">
                  <c:v>169.98</c:v>
                </c:pt>
                <c:pt idx="44116">
                  <c:v>109.98</c:v>
                </c:pt>
                <c:pt idx="44117">
                  <c:v>165.96</c:v>
                </c:pt>
                <c:pt idx="44118">
                  <c:v>164.97</c:v>
                </c:pt>
                <c:pt idx="44119">
                  <c:v>164.97</c:v>
                </c:pt>
                <c:pt idx="44120">
                  <c:v>158.22</c:v>
                </c:pt>
                <c:pt idx="44121">
                  <c:v>56.97</c:v>
                </c:pt>
                <c:pt idx="44122">
                  <c:v>55.98</c:v>
                </c:pt>
                <c:pt idx="44123">
                  <c:v>56.97</c:v>
                </c:pt>
                <c:pt idx="44124">
                  <c:v>55.98</c:v>
                </c:pt>
                <c:pt idx="44125">
                  <c:v>56.97</c:v>
                </c:pt>
                <c:pt idx="44126">
                  <c:v>55.98</c:v>
                </c:pt>
                <c:pt idx="44127">
                  <c:v>56.97</c:v>
                </c:pt>
                <c:pt idx="44128">
                  <c:v>56.97</c:v>
                </c:pt>
                <c:pt idx="44129">
                  <c:v>55.98</c:v>
                </c:pt>
                <c:pt idx="44130">
                  <c:v>56.97</c:v>
                </c:pt>
                <c:pt idx="44131">
                  <c:v>237.65</c:v>
                </c:pt>
                <c:pt idx="44132">
                  <c:v>229.47</c:v>
                </c:pt>
                <c:pt idx="44133">
                  <c:v>229.47</c:v>
                </c:pt>
                <c:pt idx="44134">
                  <c:v>50.98</c:v>
                </c:pt>
                <c:pt idx="44135">
                  <c:v>300.55</c:v>
                </c:pt>
                <c:pt idx="44136">
                  <c:v>53.97</c:v>
                </c:pt>
                <c:pt idx="44137">
                  <c:v>263.93</c:v>
                </c:pt>
                <c:pt idx="44138">
                  <c:v>113.97</c:v>
                </c:pt>
                <c:pt idx="44139">
                  <c:v>56.97</c:v>
                </c:pt>
                <c:pt idx="44140">
                  <c:v>56.97</c:v>
                </c:pt>
                <c:pt idx="44141">
                  <c:v>55.98</c:v>
                </c:pt>
                <c:pt idx="44142">
                  <c:v>56.97</c:v>
                </c:pt>
                <c:pt idx="44143">
                  <c:v>56.97</c:v>
                </c:pt>
                <c:pt idx="44144">
                  <c:v>55.98</c:v>
                </c:pt>
                <c:pt idx="44145">
                  <c:v>43.93</c:v>
                </c:pt>
                <c:pt idx="44146">
                  <c:v>56.97</c:v>
                </c:pt>
                <c:pt idx="44147">
                  <c:v>55.98</c:v>
                </c:pt>
                <c:pt idx="44148">
                  <c:v>56.97</c:v>
                </c:pt>
                <c:pt idx="44149">
                  <c:v>49.47</c:v>
                </c:pt>
                <c:pt idx="44150">
                  <c:v>83.95</c:v>
                </c:pt>
                <c:pt idx="44151">
                  <c:v>474.89</c:v>
                </c:pt>
                <c:pt idx="44152">
                  <c:v>159.94999999999999</c:v>
                </c:pt>
                <c:pt idx="44153">
                  <c:v>204.95</c:v>
                </c:pt>
                <c:pt idx="44154">
                  <c:v>69.98</c:v>
                </c:pt>
                <c:pt idx="44155">
                  <c:v>89.97</c:v>
                </c:pt>
                <c:pt idx="44156">
                  <c:v>364.92</c:v>
                </c:pt>
                <c:pt idx="44157">
                  <c:v>55.98</c:v>
                </c:pt>
                <c:pt idx="44158">
                  <c:v>56.97</c:v>
                </c:pt>
                <c:pt idx="44159">
                  <c:v>56.97</c:v>
                </c:pt>
                <c:pt idx="44160">
                  <c:v>55.98</c:v>
                </c:pt>
                <c:pt idx="44161">
                  <c:v>55.98</c:v>
                </c:pt>
                <c:pt idx="44162">
                  <c:v>55.98</c:v>
                </c:pt>
                <c:pt idx="44163">
                  <c:v>55.98</c:v>
                </c:pt>
                <c:pt idx="44164">
                  <c:v>55.97</c:v>
                </c:pt>
                <c:pt idx="44165">
                  <c:v>55.97</c:v>
                </c:pt>
                <c:pt idx="44166">
                  <c:v>126.98</c:v>
                </c:pt>
                <c:pt idx="44167">
                  <c:v>126.98</c:v>
                </c:pt>
                <c:pt idx="44168">
                  <c:v>-1.5</c:v>
                </c:pt>
                <c:pt idx="44169">
                  <c:v>23.49</c:v>
                </c:pt>
                <c:pt idx="44170">
                  <c:v>53.98</c:v>
                </c:pt>
                <c:pt idx="44171">
                  <c:v>126.98</c:v>
                </c:pt>
                <c:pt idx="44172">
                  <c:v>100.98</c:v>
                </c:pt>
                <c:pt idx="44173">
                  <c:v>126.98</c:v>
                </c:pt>
                <c:pt idx="44174">
                  <c:v>100.98</c:v>
                </c:pt>
                <c:pt idx="44175">
                  <c:v>-19.05</c:v>
                </c:pt>
                <c:pt idx="44176">
                  <c:v>65.989999999999995</c:v>
                </c:pt>
                <c:pt idx="44177">
                  <c:v>80.98</c:v>
                </c:pt>
                <c:pt idx="44178">
                  <c:v>60.99</c:v>
                </c:pt>
                <c:pt idx="44179">
                  <c:v>63.97</c:v>
                </c:pt>
                <c:pt idx="44180">
                  <c:v>60.99</c:v>
                </c:pt>
                <c:pt idx="44181">
                  <c:v>61.11</c:v>
                </c:pt>
                <c:pt idx="44182">
                  <c:v>75.98</c:v>
                </c:pt>
                <c:pt idx="44183">
                  <c:v>126.98</c:v>
                </c:pt>
                <c:pt idx="44184">
                  <c:v>52.99</c:v>
                </c:pt>
                <c:pt idx="44185">
                  <c:v>100.98</c:v>
                </c:pt>
                <c:pt idx="44186">
                  <c:v>65.989999999999995</c:v>
                </c:pt>
                <c:pt idx="44187">
                  <c:v>126.98</c:v>
                </c:pt>
                <c:pt idx="44188">
                  <c:v>88.92</c:v>
                </c:pt>
                <c:pt idx="44189">
                  <c:v>117.98</c:v>
                </c:pt>
                <c:pt idx="44190">
                  <c:v>56.96</c:v>
                </c:pt>
                <c:pt idx="44191">
                  <c:v>48.27</c:v>
                </c:pt>
                <c:pt idx="44192">
                  <c:v>55.97</c:v>
                </c:pt>
                <c:pt idx="44193">
                  <c:v>47.48</c:v>
                </c:pt>
                <c:pt idx="44194">
                  <c:v>55.97</c:v>
                </c:pt>
                <c:pt idx="44195">
                  <c:v>47.48</c:v>
                </c:pt>
                <c:pt idx="44196">
                  <c:v>56.96</c:v>
                </c:pt>
                <c:pt idx="44197">
                  <c:v>55.97</c:v>
                </c:pt>
                <c:pt idx="44198">
                  <c:v>85.98</c:v>
                </c:pt>
                <c:pt idx="44199">
                  <c:v>85.98</c:v>
                </c:pt>
                <c:pt idx="44200">
                  <c:v>85.98</c:v>
                </c:pt>
                <c:pt idx="44201">
                  <c:v>65.989999999999995</c:v>
                </c:pt>
                <c:pt idx="44202">
                  <c:v>85.98</c:v>
                </c:pt>
                <c:pt idx="44203">
                  <c:v>65.989999999999995</c:v>
                </c:pt>
                <c:pt idx="44204">
                  <c:v>82.38</c:v>
                </c:pt>
                <c:pt idx="44205">
                  <c:v>85.98</c:v>
                </c:pt>
                <c:pt idx="44206">
                  <c:v>65.989999999999995</c:v>
                </c:pt>
                <c:pt idx="44207">
                  <c:v>55.98</c:v>
                </c:pt>
                <c:pt idx="44208">
                  <c:v>55.97</c:v>
                </c:pt>
                <c:pt idx="44209">
                  <c:v>55.98</c:v>
                </c:pt>
                <c:pt idx="44210">
                  <c:v>55.96</c:v>
                </c:pt>
                <c:pt idx="44211">
                  <c:v>55.98</c:v>
                </c:pt>
                <c:pt idx="44212">
                  <c:v>55.98</c:v>
                </c:pt>
                <c:pt idx="44213">
                  <c:v>55.98</c:v>
                </c:pt>
                <c:pt idx="44214">
                  <c:v>55.98</c:v>
                </c:pt>
                <c:pt idx="44215">
                  <c:v>55.98</c:v>
                </c:pt>
                <c:pt idx="44216">
                  <c:v>84.99</c:v>
                </c:pt>
                <c:pt idx="44217">
                  <c:v>101.96</c:v>
                </c:pt>
                <c:pt idx="44218">
                  <c:v>59.97</c:v>
                </c:pt>
                <c:pt idx="44219">
                  <c:v>87.95</c:v>
                </c:pt>
                <c:pt idx="44220">
                  <c:v>59.97</c:v>
                </c:pt>
                <c:pt idx="44221">
                  <c:v>64.98</c:v>
                </c:pt>
                <c:pt idx="44222">
                  <c:v>211.95</c:v>
                </c:pt>
                <c:pt idx="44223">
                  <c:v>239.95</c:v>
                </c:pt>
                <c:pt idx="44224">
                  <c:v>108.91</c:v>
                </c:pt>
                <c:pt idx="44225">
                  <c:v>169.98</c:v>
                </c:pt>
                <c:pt idx="44226">
                  <c:v>55.95</c:v>
                </c:pt>
                <c:pt idx="44227">
                  <c:v>55.97</c:v>
                </c:pt>
                <c:pt idx="44228">
                  <c:v>55.97</c:v>
                </c:pt>
                <c:pt idx="44229">
                  <c:v>55.97</c:v>
                </c:pt>
                <c:pt idx="44230">
                  <c:v>55.96</c:v>
                </c:pt>
                <c:pt idx="44231">
                  <c:v>55.97</c:v>
                </c:pt>
                <c:pt idx="44232">
                  <c:v>163.94</c:v>
                </c:pt>
                <c:pt idx="44233">
                  <c:v>55.96</c:v>
                </c:pt>
                <c:pt idx="44234">
                  <c:v>55.96</c:v>
                </c:pt>
                <c:pt idx="44235">
                  <c:v>55.96</c:v>
                </c:pt>
                <c:pt idx="44236">
                  <c:v>25.48</c:v>
                </c:pt>
                <c:pt idx="44237">
                  <c:v>13.49</c:v>
                </c:pt>
                <c:pt idx="44238">
                  <c:v>55.96</c:v>
                </c:pt>
                <c:pt idx="44239">
                  <c:v>55.96</c:v>
                </c:pt>
                <c:pt idx="44240">
                  <c:v>291.92</c:v>
                </c:pt>
                <c:pt idx="44241">
                  <c:v>183.96</c:v>
                </c:pt>
                <c:pt idx="44242">
                  <c:v>179.95</c:v>
                </c:pt>
                <c:pt idx="44243">
                  <c:v>239.94</c:v>
                </c:pt>
                <c:pt idx="44244">
                  <c:v>213.92</c:v>
                </c:pt>
                <c:pt idx="44245">
                  <c:v>55.94</c:v>
                </c:pt>
                <c:pt idx="44246">
                  <c:v>55.96</c:v>
                </c:pt>
                <c:pt idx="44247">
                  <c:v>61.69</c:v>
                </c:pt>
                <c:pt idx="44248">
                  <c:v>61.69</c:v>
                </c:pt>
                <c:pt idx="44249">
                  <c:v>169.98</c:v>
                </c:pt>
                <c:pt idx="44250">
                  <c:v>137.97999999999999</c:v>
                </c:pt>
                <c:pt idx="44251">
                  <c:v>84.99</c:v>
                </c:pt>
                <c:pt idx="44252">
                  <c:v>144.47999999999999</c:v>
                </c:pt>
                <c:pt idx="44253">
                  <c:v>169.98</c:v>
                </c:pt>
                <c:pt idx="44254">
                  <c:v>169.98</c:v>
                </c:pt>
                <c:pt idx="44255">
                  <c:v>159.97999999999999</c:v>
                </c:pt>
                <c:pt idx="44256">
                  <c:v>84.99</c:v>
                </c:pt>
                <c:pt idx="44257">
                  <c:v>254.97</c:v>
                </c:pt>
                <c:pt idx="44258">
                  <c:v>169.98</c:v>
                </c:pt>
                <c:pt idx="44259">
                  <c:v>61.67</c:v>
                </c:pt>
                <c:pt idx="44260">
                  <c:v>61.67</c:v>
                </c:pt>
                <c:pt idx="44261">
                  <c:v>61.67</c:v>
                </c:pt>
                <c:pt idx="44262">
                  <c:v>61.67</c:v>
                </c:pt>
                <c:pt idx="44263">
                  <c:v>61.67</c:v>
                </c:pt>
                <c:pt idx="44264">
                  <c:v>61.67</c:v>
                </c:pt>
                <c:pt idx="44265">
                  <c:v>21.76</c:v>
                </c:pt>
                <c:pt idx="44266">
                  <c:v>61.67</c:v>
                </c:pt>
                <c:pt idx="44267">
                  <c:v>61.67</c:v>
                </c:pt>
                <c:pt idx="44268">
                  <c:v>21.76</c:v>
                </c:pt>
                <c:pt idx="44269">
                  <c:v>61.67</c:v>
                </c:pt>
                <c:pt idx="44270">
                  <c:v>61.67</c:v>
                </c:pt>
                <c:pt idx="44271">
                  <c:v>109.98</c:v>
                </c:pt>
                <c:pt idx="44272">
                  <c:v>159.96</c:v>
                </c:pt>
                <c:pt idx="44273">
                  <c:v>109.98</c:v>
                </c:pt>
                <c:pt idx="44274">
                  <c:v>54.99</c:v>
                </c:pt>
                <c:pt idx="44275">
                  <c:v>84.99</c:v>
                </c:pt>
                <c:pt idx="44276">
                  <c:v>175.32</c:v>
                </c:pt>
                <c:pt idx="44277">
                  <c:v>139.96</c:v>
                </c:pt>
                <c:pt idx="44278">
                  <c:v>189.97</c:v>
                </c:pt>
                <c:pt idx="44279">
                  <c:v>61.66</c:v>
                </c:pt>
                <c:pt idx="44280">
                  <c:v>61.65</c:v>
                </c:pt>
                <c:pt idx="44281">
                  <c:v>48.07</c:v>
                </c:pt>
                <c:pt idx="44282">
                  <c:v>51.99</c:v>
                </c:pt>
                <c:pt idx="44283">
                  <c:v>56.67</c:v>
                </c:pt>
                <c:pt idx="44284">
                  <c:v>74.98</c:v>
                </c:pt>
                <c:pt idx="44285">
                  <c:v>78.44</c:v>
                </c:pt>
                <c:pt idx="44286">
                  <c:v>79.989999999999995</c:v>
                </c:pt>
                <c:pt idx="44287">
                  <c:v>73.28</c:v>
                </c:pt>
                <c:pt idx="44288">
                  <c:v>93.98</c:v>
                </c:pt>
                <c:pt idx="44289">
                  <c:v>79.989999999999995</c:v>
                </c:pt>
                <c:pt idx="44290">
                  <c:v>78.180000000000007</c:v>
                </c:pt>
                <c:pt idx="44291">
                  <c:v>79.989999999999995</c:v>
                </c:pt>
                <c:pt idx="44292">
                  <c:v>79.989999999999995</c:v>
                </c:pt>
                <c:pt idx="44293">
                  <c:v>79.989999999999995</c:v>
                </c:pt>
                <c:pt idx="44294">
                  <c:v>93.98</c:v>
                </c:pt>
                <c:pt idx="44295">
                  <c:v>93.98</c:v>
                </c:pt>
                <c:pt idx="44296">
                  <c:v>147.47</c:v>
                </c:pt>
                <c:pt idx="44297">
                  <c:v>72.06</c:v>
                </c:pt>
                <c:pt idx="44298">
                  <c:v>79.989999999999995</c:v>
                </c:pt>
                <c:pt idx="44299">
                  <c:v>82.97</c:v>
                </c:pt>
                <c:pt idx="44300">
                  <c:v>69.88</c:v>
                </c:pt>
                <c:pt idx="44301">
                  <c:v>79.989999999999995</c:v>
                </c:pt>
                <c:pt idx="44302">
                  <c:v>79.989999999999995</c:v>
                </c:pt>
                <c:pt idx="44303">
                  <c:v>79.989999999999995</c:v>
                </c:pt>
                <c:pt idx="44304">
                  <c:v>42.49</c:v>
                </c:pt>
                <c:pt idx="44305">
                  <c:v>79.260000000000005</c:v>
                </c:pt>
                <c:pt idx="44306">
                  <c:v>60.97</c:v>
                </c:pt>
                <c:pt idx="44307">
                  <c:v>55.98</c:v>
                </c:pt>
                <c:pt idx="44308">
                  <c:v>-64.98</c:v>
                </c:pt>
                <c:pt idx="44309">
                  <c:v>64.98</c:v>
                </c:pt>
                <c:pt idx="44310">
                  <c:v>55.98</c:v>
                </c:pt>
                <c:pt idx="44311">
                  <c:v>134.97999999999999</c:v>
                </c:pt>
                <c:pt idx="44312">
                  <c:v>84.99</c:v>
                </c:pt>
                <c:pt idx="44313">
                  <c:v>148.97</c:v>
                </c:pt>
                <c:pt idx="44314">
                  <c:v>57.98</c:v>
                </c:pt>
                <c:pt idx="44315">
                  <c:v>140.47</c:v>
                </c:pt>
                <c:pt idx="44316">
                  <c:v>169.98</c:v>
                </c:pt>
                <c:pt idx="44317">
                  <c:v>148.97</c:v>
                </c:pt>
                <c:pt idx="44318">
                  <c:v>96.47</c:v>
                </c:pt>
                <c:pt idx="44319">
                  <c:v>54.98</c:v>
                </c:pt>
                <c:pt idx="44320">
                  <c:v>152.26</c:v>
                </c:pt>
                <c:pt idx="44321">
                  <c:v>104.98</c:v>
                </c:pt>
                <c:pt idx="44322">
                  <c:v>86.49</c:v>
                </c:pt>
                <c:pt idx="44323">
                  <c:v>84.99</c:v>
                </c:pt>
                <c:pt idx="44324">
                  <c:v>86.49</c:v>
                </c:pt>
                <c:pt idx="44325">
                  <c:v>55.98</c:v>
                </c:pt>
                <c:pt idx="44326">
                  <c:v>55.98</c:v>
                </c:pt>
                <c:pt idx="44327">
                  <c:v>55.98</c:v>
                </c:pt>
                <c:pt idx="44328">
                  <c:v>55.98</c:v>
                </c:pt>
                <c:pt idx="44329">
                  <c:v>55.98</c:v>
                </c:pt>
                <c:pt idx="44330">
                  <c:v>47.58</c:v>
                </c:pt>
                <c:pt idx="44331">
                  <c:v>55.98</c:v>
                </c:pt>
                <c:pt idx="44332">
                  <c:v>47.58</c:v>
                </c:pt>
                <c:pt idx="44333">
                  <c:v>55.98</c:v>
                </c:pt>
                <c:pt idx="44334">
                  <c:v>55.98</c:v>
                </c:pt>
                <c:pt idx="44335">
                  <c:v>55.98</c:v>
                </c:pt>
                <c:pt idx="44336">
                  <c:v>55.98</c:v>
                </c:pt>
                <c:pt idx="44337">
                  <c:v>118.78</c:v>
                </c:pt>
                <c:pt idx="44338">
                  <c:v>118.78</c:v>
                </c:pt>
                <c:pt idx="44339">
                  <c:v>100.19</c:v>
                </c:pt>
                <c:pt idx="44340">
                  <c:v>191.31</c:v>
                </c:pt>
                <c:pt idx="44341">
                  <c:v>163.96</c:v>
                </c:pt>
                <c:pt idx="44342">
                  <c:v>199.96</c:v>
                </c:pt>
                <c:pt idx="44343">
                  <c:v>181.93</c:v>
                </c:pt>
                <c:pt idx="44344">
                  <c:v>256.86</c:v>
                </c:pt>
                <c:pt idx="44345">
                  <c:v>201.97</c:v>
                </c:pt>
                <c:pt idx="44346">
                  <c:v>55.98</c:v>
                </c:pt>
                <c:pt idx="44347">
                  <c:v>56.97</c:v>
                </c:pt>
                <c:pt idx="44348">
                  <c:v>55.97</c:v>
                </c:pt>
                <c:pt idx="44349">
                  <c:v>56.97</c:v>
                </c:pt>
                <c:pt idx="44350">
                  <c:v>55.96</c:v>
                </c:pt>
                <c:pt idx="44351">
                  <c:v>55.96</c:v>
                </c:pt>
                <c:pt idx="44352">
                  <c:v>56.92</c:v>
                </c:pt>
                <c:pt idx="44353">
                  <c:v>50.97</c:v>
                </c:pt>
                <c:pt idx="44354">
                  <c:v>77.790000000000006</c:v>
                </c:pt>
                <c:pt idx="44355">
                  <c:v>52.45</c:v>
                </c:pt>
                <c:pt idx="44356">
                  <c:v>52.19</c:v>
                </c:pt>
                <c:pt idx="44357">
                  <c:v>58.14</c:v>
                </c:pt>
                <c:pt idx="44358">
                  <c:v>65.97</c:v>
                </c:pt>
                <c:pt idx="44359">
                  <c:v>63.96</c:v>
                </c:pt>
                <c:pt idx="44360">
                  <c:v>52.45</c:v>
                </c:pt>
                <c:pt idx="44361">
                  <c:v>65.44</c:v>
                </c:pt>
                <c:pt idx="44362">
                  <c:v>52.98</c:v>
                </c:pt>
                <c:pt idx="44363">
                  <c:v>69.08</c:v>
                </c:pt>
                <c:pt idx="44364">
                  <c:v>65.31</c:v>
                </c:pt>
                <c:pt idx="44365">
                  <c:v>52.32</c:v>
                </c:pt>
                <c:pt idx="44366">
                  <c:v>52.98</c:v>
                </c:pt>
                <c:pt idx="44367">
                  <c:v>63.44</c:v>
                </c:pt>
                <c:pt idx="44368">
                  <c:v>62.34</c:v>
                </c:pt>
                <c:pt idx="44369">
                  <c:v>49.18</c:v>
                </c:pt>
                <c:pt idx="44370">
                  <c:v>65.180000000000007</c:v>
                </c:pt>
                <c:pt idx="44371">
                  <c:v>59.39</c:v>
                </c:pt>
                <c:pt idx="44372">
                  <c:v>78.319999999999993</c:v>
                </c:pt>
                <c:pt idx="44373">
                  <c:v>319.39</c:v>
                </c:pt>
                <c:pt idx="44374">
                  <c:v>319.39</c:v>
                </c:pt>
                <c:pt idx="44375">
                  <c:v>319.39</c:v>
                </c:pt>
                <c:pt idx="44376">
                  <c:v>296.76</c:v>
                </c:pt>
                <c:pt idx="44377">
                  <c:v>319.39</c:v>
                </c:pt>
                <c:pt idx="44378">
                  <c:v>60.96</c:v>
                </c:pt>
                <c:pt idx="44379">
                  <c:v>60.94</c:v>
                </c:pt>
                <c:pt idx="44380">
                  <c:v>50.88</c:v>
                </c:pt>
                <c:pt idx="44381">
                  <c:v>129.97</c:v>
                </c:pt>
                <c:pt idx="44382">
                  <c:v>84.99</c:v>
                </c:pt>
                <c:pt idx="44383">
                  <c:v>154.96</c:v>
                </c:pt>
                <c:pt idx="44384">
                  <c:v>179.94</c:v>
                </c:pt>
                <c:pt idx="44385">
                  <c:v>183.92</c:v>
                </c:pt>
                <c:pt idx="44386">
                  <c:v>84.97</c:v>
                </c:pt>
                <c:pt idx="44387">
                  <c:v>120.86</c:v>
                </c:pt>
                <c:pt idx="44388">
                  <c:v>165.39</c:v>
                </c:pt>
                <c:pt idx="44389">
                  <c:v>109.98</c:v>
                </c:pt>
                <c:pt idx="44390">
                  <c:v>129.97</c:v>
                </c:pt>
                <c:pt idx="44391">
                  <c:v>78.45</c:v>
                </c:pt>
                <c:pt idx="44392">
                  <c:v>104.98</c:v>
                </c:pt>
                <c:pt idx="44393">
                  <c:v>84.99</c:v>
                </c:pt>
                <c:pt idx="44394">
                  <c:v>103.2</c:v>
                </c:pt>
                <c:pt idx="44395">
                  <c:v>141.96</c:v>
                </c:pt>
                <c:pt idx="44396">
                  <c:v>46.54</c:v>
                </c:pt>
                <c:pt idx="44397">
                  <c:v>20.29</c:v>
                </c:pt>
                <c:pt idx="44398">
                  <c:v>19.489999999999998</c:v>
                </c:pt>
                <c:pt idx="44399">
                  <c:v>55.98</c:v>
                </c:pt>
                <c:pt idx="44400">
                  <c:v>55.98</c:v>
                </c:pt>
                <c:pt idx="44401">
                  <c:v>81.98</c:v>
                </c:pt>
                <c:pt idx="44402">
                  <c:v>88.97</c:v>
                </c:pt>
                <c:pt idx="44403">
                  <c:v>117.96</c:v>
                </c:pt>
                <c:pt idx="44404">
                  <c:v>81.98</c:v>
                </c:pt>
                <c:pt idx="44405">
                  <c:v>114.97</c:v>
                </c:pt>
                <c:pt idx="44406">
                  <c:v>67.25</c:v>
                </c:pt>
                <c:pt idx="44407">
                  <c:v>81.98</c:v>
                </c:pt>
                <c:pt idx="44408">
                  <c:v>84.99</c:v>
                </c:pt>
                <c:pt idx="44409">
                  <c:v>100.98</c:v>
                </c:pt>
                <c:pt idx="44410">
                  <c:v>125.95</c:v>
                </c:pt>
                <c:pt idx="44411">
                  <c:v>105.96</c:v>
                </c:pt>
                <c:pt idx="44412">
                  <c:v>81.98</c:v>
                </c:pt>
                <c:pt idx="44413">
                  <c:v>55.98</c:v>
                </c:pt>
                <c:pt idx="44414">
                  <c:v>55.98</c:v>
                </c:pt>
                <c:pt idx="44415">
                  <c:v>55.98</c:v>
                </c:pt>
                <c:pt idx="44416">
                  <c:v>55.98</c:v>
                </c:pt>
                <c:pt idx="44417">
                  <c:v>55.98</c:v>
                </c:pt>
                <c:pt idx="44418">
                  <c:v>55.98</c:v>
                </c:pt>
                <c:pt idx="44419">
                  <c:v>55.98</c:v>
                </c:pt>
                <c:pt idx="44420">
                  <c:v>55.98</c:v>
                </c:pt>
                <c:pt idx="44421">
                  <c:v>55.98</c:v>
                </c:pt>
                <c:pt idx="44422">
                  <c:v>84.99</c:v>
                </c:pt>
                <c:pt idx="44423">
                  <c:v>59.49</c:v>
                </c:pt>
                <c:pt idx="44424">
                  <c:v>96.98</c:v>
                </c:pt>
                <c:pt idx="44425">
                  <c:v>84.99</c:v>
                </c:pt>
                <c:pt idx="44426">
                  <c:v>96.98</c:v>
                </c:pt>
                <c:pt idx="44427">
                  <c:v>68.989999999999995</c:v>
                </c:pt>
                <c:pt idx="44428">
                  <c:v>65.989999999999995</c:v>
                </c:pt>
                <c:pt idx="44429">
                  <c:v>76.489999999999995</c:v>
                </c:pt>
                <c:pt idx="44430">
                  <c:v>91.68</c:v>
                </c:pt>
                <c:pt idx="44431">
                  <c:v>65.19</c:v>
                </c:pt>
                <c:pt idx="44432">
                  <c:v>132.52000000000001</c:v>
                </c:pt>
                <c:pt idx="44433">
                  <c:v>65.989999999999995</c:v>
                </c:pt>
                <c:pt idx="44434">
                  <c:v>96.98</c:v>
                </c:pt>
                <c:pt idx="44435">
                  <c:v>96.98</c:v>
                </c:pt>
                <c:pt idx="44436">
                  <c:v>84.99</c:v>
                </c:pt>
                <c:pt idx="44437">
                  <c:v>47.29</c:v>
                </c:pt>
                <c:pt idx="44438">
                  <c:v>84.99</c:v>
                </c:pt>
                <c:pt idx="44439">
                  <c:v>84.99</c:v>
                </c:pt>
                <c:pt idx="44440">
                  <c:v>68.97</c:v>
                </c:pt>
                <c:pt idx="44441">
                  <c:v>76.489999999999995</c:v>
                </c:pt>
                <c:pt idx="44442">
                  <c:v>95.98</c:v>
                </c:pt>
                <c:pt idx="44443">
                  <c:v>96.98</c:v>
                </c:pt>
                <c:pt idx="44444">
                  <c:v>55.98</c:v>
                </c:pt>
                <c:pt idx="44445">
                  <c:v>55.98</c:v>
                </c:pt>
                <c:pt idx="44446">
                  <c:v>55.97</c:v>
                </c:pt>
                <c:pt idx="44447">
                  <c:v>55.97</c:v>
                </c:pt>
                <c:pt idx="44448">
                  <c:v>47.28</c:v>
                </c:pt>
                <c:pt idx="44449">
                  <c:v>55.97</c:v>
                </c:pt>
                <c:pt idx="44450">
                  <c:v>55.97</c:v>
                </c:pt>
                <c:pt idx="44451">
                  <c:v>19.29</c:v>
                </c:pt>
                <c:pt idx="44452">
                  <c:v>159.97999999999999</c:v>
                </c:pt>
                <c:pt idx="44453">
                  <c:v>159.97999999999999</c:v>
                </c:pt>
                <c:pt idx="44454">
                  <c:v>159.97999999999999</c:v>
                </c:pt>
                <c:pt idx="44455">
                  <c:v>187.97</c:v>
                </c:pt>
                <c:pt idx="44456">
                  <c:v>156.78</c:v>
                </c:pt>
                <c:pt idx="44457">
                  <c:v>159.97999999999999</c:v>
                </c:pt>
                <c:pt idx="44458">
                  <c:v>187.97</c:v>
                </c:pt>
                <c:pt idx="44459">
                  <c:v>154.34</c:v>
                </c:pt>
                <c:pt idx="44460">
                  <c:v>54.99</c:v>
                </c:pt>
                <c:pt idx="44461">
                  <c:v>54.99</c:v>
                </c:pt>
                <c:pt idx="44462">
                  <c:v>54.99</c:v>
                </c:pt>
                <c:pt idx="44463">
                  <c:v>54.99</c:v>
                </c:pt>
                <c:pt idx="44464">
                  <c:v>54.99</c:v>
                </c:pt>
                <c:pt idx="44465">
                  <c:v>55.96</c:v>
                </c:pt>
                <c:pt idx="44466">
                  <c:v>54.99</c:v>
                </c:pt>
                <c:pt idx="44467">
                  <c:v>54.99</c:v>
                </c:pt>
                <c:pt idx="44468">
                  <c:v>54.99</c:v>
                </c:pt>
                <c:pt idx="44469">
                  <c:v>231.3</c:v>
                </c:pt>
                <c:pt idx="44470">
                  <c:v>159.97999999999999</c:v>
                </c:pt>
                <c:pt idx="44471">
                  <c:v>159.97999999999999</c:v>
                </c:pt>
                <c:pt idx="44472">
                  <c:v>169.98</c:v>
                </c:pt>
                <c:pt idx="44473">
                  <c:v>129.97999999999999</c:v>
                </c:pt>
                <c:pt idx="44474">
                  <c:v>272.93</c:v>
                </c:pt>
                <c:pt idx="44475">
                  <c:v>153.97999999999999</c:v>
                </c:pt>
                <c:pt idx="44476">
                  <c:v>54.99</c:v>
                </c:pt>
                <c:pt idx="44477">
                  <c:v>54.99</c:v>
                </c:pt>
                <c:pt idx="44478">
                  <c:v>54.99</c:v>
                </c:pt>
                <c:pt idx="44479">
                  <c:v>54.99</c:v>
                </c:pt>
                <c:pt idx="44480">
                  <c:v>54.98</c:v>
                </c:pt>
                <c:pt idx="44481">
                  <c:v>55.96</c:v>
                </c:pt>
                <c:pt idx="44482">
                  <c:v>54.98</c:v>
                </c:pt>
                <c:pt idx="44483">
                  <c:v>42.24</c:v>
                </c:pt>
                <c:pt idx="44484">
                  <c:v>83.47</c:v>
                </c:pt>
                <c:pt idx="44485">
                  <c:v>151.72</c:v>
                </c:pt>
                <c:pt idx="44486">
                  <c:v>159.69999999999999</c:v>
                </c:pt>
                <c:pt idx="44487">
                  <c:v>148.66</c:v>
                </c:pt>
                <c:pt idx="44488">
                  <c:v>111.3</c:v>
                </c:pt>
                <c:pt idx="44489">
                  <c:v>95.57</c:v>
                </c:pt>
                <c:pt idx="44490">
                  <c:v>147.6</c:v>
                </c:pt>
                <c:pt idx="44491">
                  <c:v>99.2</c:v>
                </c:pt>
                <c:pt idx="44492">
                  <c:v>76.19</c:v>
                </c:pt>
                <c:pt idx="44493">
                  <c:v>74.86</c:v>
                </c:pt>
                <c:pt idx="44494">
                  <c:v>95.57</c:v>
                </c:pt>
                <c:pt idx="44495">
                  <c:v>138.27000000000001</c:v>
                </c:pt>
                <c:pt idx="44496">
                  <c:v>172.99</c:v>
                </c:pt>
                <c:pt idx="44497">
                  <c:v>136.02000000000001</c:v>
                </c:pt>
                <c:pt idx="44498">
                  <c:v>176.93</c:v>
                </c:pt>
                <c:pt idx="44499">
                  <c:v>147.6</c:v>
                </c:pt>
                <c:pt idx="44500">
                  <c:v>54.98</c:v>
                </c:pt>
                <c:pt idx="44501">
                  <c:v>55.96</c:v>
                </c:pt>
                <c:pt idx="44502">
                  <c:v>42.24</c:v>
                </c:pt>
                <c:pt idx="44503">
                  <c:v>46.49</c:v>
                </c:pt>
                <c:pt idx="44504">
                  <c:v>54.98</c:v>
                </c:pt>
                <c:pt idx="44505">
                  <c:v>55.96</c:v>
                </c:pt>
                <c:pt idx="44506">
                  <c:v>55.96</c:v>
                </c:pt>
                <c:pt idx="44507">
                  <c:v>137.97999999999999</c:v>
                </c:pt>
                <c:pt idx="44508">
                  <c:v>169.98</c:v>
                </c:pt>
                <c:pt idx="44509">
                  <c:v>131.97999999999999</c:v>
                </c:pt>
                <c:pt idx="44510">
                  <c:v>131.97999999999999</c:v>
                </c:pt>
                <c:pt idx="44511">
                  <c:v>84.99</c:v>
                </c:pt>
                <c:pt idx="44512">
                  <c:v>169.98</c:v>
                </c:pt>
                <c:pt idx="44513">
                  <c:v>169.98</c:v>
                </c:pt>
                <c:pt idx="44514">
                  <c:v>54.98</c:v>
                </c:pt>
                <c:pt idx="44515">
                  <c:v>55.96</c:v>
                </c:pt>
                <c:pt idx="44516">
                  <c:v>46.49</c:v>
                </c:pt>
                <c:pt idx="44517">
                  <c:v>46.49</c:v>
                </c:pt>
                <c:pt idx="44518">
                  <c:v>54.98</c:v>
                </c:pt>
                <c:pt idx="44519">
                  <c:v>55.96</c:v>
                </c:pt>
                <c:pt idx="44520">
                  <c:v>46.49</c:v>
                </c:pt>
                <c:pt idx="44521">
                  <c:v>46.49</c:v>
                </c:pt>
                <c:pt idx="44522">
                  <c:v>173.56</c:v>
                </c:pt>
                <c:pt idx="44523">
                  <c:v>209.97</c:v>
                </c:pt>
                <c:pt idx="44524">
                  <c:v>41.49</c:v>
                </c:pt>
                <c:pt idx="44525">
                  <c:v>169.98</c:v>
                </c:pt>
                <c:pt idx="44526">
                  <c:v>169.98</c:v>
                </c:pt>
                <c:pt idx="44527">
                  <c:v>169.98</c:v>
                </c:pt>
                <c:pt idx="44528">
                  <c:v>84.99</c:v>
                </c:pt>
                <c:pt idx="44529">
                  <c:v>72.239999999999995</c:v>
                </c:pt>
                <c:pt idx="44530">
                  <c:v>107.67</c:v>
                </c:pt>
                <c:pt idx="44531">
                  <c:v>208.56</c:v>
                </c:pt>
                <c:pt idx="44532">
                  <c:v>154.01</c:v>
                </c:pt>
                <c:pt idx="44533">
                  <c:v>169.98</c:v>
                </c:pt>
                <c:pt idx="44534">
                  <c:v>54.99</c:v>
                </c:pt>
                <c:pt idx="44535">
                  <c:v>69.97</c:v>
                </c:pt>
                <c:pt idx="44536">
                  <c:v>98.97</c:v>
                </c:pt>
                <c:pt idx="44537">
                  <c:v>75.97</c:v>
                </c:pt>
                <c:pt idx="44538">
                  <c:v>75.97</c:v>
                </c:pt>
                <c:pt idx="44539">
                  <c:v>65.98</c:v>
                </c:pt>
                <c:pt idx="44540">
                  <c:v>65.98</c:v>
                </c:pt>
                <c:pt idx="44541">
                  <c:v>65.98</c:v>
                </c:pt>
                <c:pt idx="44542">
                  <c:v>56.98</c:v>
                </c:pt>
                <c:pt idx="44543">
                  <c:v>98.97</c:v>
                </c:pt>
                <c:pt idx="44544">
                  <c:v>55.97</c:v>
                </c:pt>
                <c:pt idx="44545">
                  <c:v>61.71</c:v>
                </c:pt>
                <c:pt idx="44546">
                  <c:v>65.98</c:v>
                </c:pt>
                <c:pt idx="44547">
                  <c:v>98.97</c:v>
                </c:pt>
                <c:pt idx="44548">
                  <c:v>58.19</c:v>
                </c:pt>
                <c:pt idx="44549">
                  <c:v>65.98</c:v>
                </c:pt>
                <c:pt idx="44550">
                  <c:v>93.36</c:v>
                </c:pt>
                <c:pt idx="44551">
                  <c:v>68.97</c:v>
                </c:pt>
                <c:pt idx="44552">
                  <c:v>65.98</c:v>
                </c:pt>
                <c:pt idx="44553">
                  <c:v>-62.98</c:v>
                </c:pt>
                <c:pt idx="44554">
                  <c:v>65.98</c:v>
                </c:pt>
                <c:pt idx="44555">
                  <c:v>62.98</c:v>
                </c:pt>
                <c:pt idx="44556">
                  <c:v>65.98</c:v>
                </c:pt>
                <c:pt idx="44557">
                  <c:v>65.98</c:v>
                </c:pt>
                <c:pt idx="44558">
                  <c:v>65.98</c:v>
                </c:pt>
                <c:pt idx="44559">
                  <c:v>65.98</c:v>
                </c:pt>
                <c:pt idx="44560">
                  <c:v>65.98</c:v>
                </c:pt>
                <c:pt idx="44561">
                  <c:v>46.49</c:v>
                </c:pt>
                <c:pt idx="44562">
                  <c:v>46.49</c:v>
                </c:pt>
                <c:pt idx="44563">
                  <c:v>54.99</c:v>
                </c:pt>
                <c:pt idx="44564">
                  <c:v>54.99</c:v>
                </c:pt>
                <c:pt idx="44565">
                  <c:v>54.99</c:v>
                </c:pt>
                <c:pt idx="44566">
                  <c:v>136.46</c:v>
                </c:pt>
                <c:pt idx="44567">
                  <c:v>-136.46</c:v>
                </c:pt>
                <c:pt idx="44568">
                  <c:v>54.99</c:v>
                </c:pt>
                <c:pt idx="44569">
                  <c:v>54.99</c:v>
                </c:pt>
                <c:pt idx="44570">
                  <c:v>54.99</c:v>
                </c:pt>
                <c:pt idx="44571">
                  <c:v>42.24</c:v>
                </c:pt>
                <c:pt idx="44572">
                  <c:v>54.99</c:v>
                </c:pt>
                <c:pt idx="44573">
                  <c:v>74.97</c:v>
                </c:pt>
                <c:pt idx="44574">
                  <c:v>104.96</c:v>
                </c:pt>
                <c:pt idx="44575">
                  <c:v>152.97</c:v>
                </c:pt>
                <c:pt idx="44576">
                  <c:v>84.99</c:v>
                </c:pt>
                <c:pt idx="44577">
                  <c:v>173.96</c:v>
                </c:pt>
                <c:pt idx="44578">
                  <c:v>126.97</c:v>
                </c:pt>
                <c:pt idx="44579">
                  <c:v>75.98</c:v>
                </c:pt>
                <c:pt idx="44580">
                  <c:v>141.97999999999999</c:v>
                </c:pt>
                <c:pt idx="44581">
                  <c:v>133.37</c:v>
                </c:pt>
                <c:pt idx="44582">
                  <c:v>152.97</c:v>
                </c:pt>
                <c:pt idx="44583">
                  <c:v>83.98</c:v>
                </c:pt>
                <c:pt idx="44584">
                  <c:v>152.97</c:v>
                </c:pt>
                <c:pt idx="44585">
                  <c:v>42.23</c:v>
                </c:pt>
                <c:pt idx="44586">
                  <c:v>54.99</c:v>
                </c:pt>
                <c:pt idx="44587">
                  <c:v>54.99</c:v>
                </c:pt>
                <c:pt idx="44588">
                  <c:v>54.99</c:v>
                </c:pt>
                <c:pt idx="44589">
                  <c:v>42.24</c:v>
                </c:pt>
                <c:pt idx="44590">
                  <c:v>46.49</c:v>
                </c:pt>
                <c:pt idx="44591">
                  <c:v>54.99</c:v>
                </c:pt>
                <c:pt idx="44592">
                  <c:v>54.99</c:v>
                </c:pt>
                <c:pt idx="44593">
                  <c:v>54.97</c:v>
                </c:pt>
                <c:pt idx="44594">
                  <c:v>203.05</c:v>
                </c:pt>
                <c:pt idx="44595">
                  <c:v>111.49</c:v>
                </c:pt>
                <c:pt idx="44596">
                  <c:v>246.92</c:v>
                </c:pt>
                <c:pt idx="44597">
                  <c:v>206.45</c:v>
                </c:pt>
                <c:pt idx="44598">
                  <c:v>180.52</c:v>
                </c:pt>
                <c:pt idx="44599">
                  <c:v>159.97999999999999</c:v>
                </c:pt>
                <c:pt idx="44600">
                  <c:v>149.9</c:v>
                </c:pt>
                <c:pt idx="44601">
                  <c:v>254.96</c:v>
                </c:pt>
                <c:pt idx="44602">
                  <c:v>187.96</c:v>
                </c:pt>
                <c:pt idx="44603">
                  <c:v>54.99</c:v>
                </c:pt>
                <c:pt idx="44604">
                  <c:v>54.99</c:v>
                </c:pt>
                <c:pt idx="44605">
                  <c:v>54.99</c:v>
                </c:pt>
                <c:pt idx="44606">
                  <c:v>54.99</c:v>
                </c:pt>
                <c:pt idx="44607">
                  <c:v>54.99</c:v>
                </c:pt>
                <c:pt idx="44608">
                  <c:v>54.97</c:v>
                </c:pt>
                <c:pt idx="44609">
                  <c:v>46.49</c:v>
                </c:pt>
                <c:pt idx="44610">
                  <c:v>54.99</c:v>
                </c:pt>
                <c:pt idx="44611">
                  <c:v>83.94</c:v>
                </c:pt>
                <c:pt idx="44612">
                  <c:v>83.94</c:v>
                </c:pt>
                <c:pt idx="44613">
                  <c:v>83.1</c:v>
                </c:pt>
                <c:pt idx="44614">
                  <c:v>80.86</c:v>
                </c:pt>
                <c:pt idx="44615">
                  <c:v>83.94</c:v>
                </c:pt>
                <c:pt idx="44616">
                  <c:v>83.94</c:v>
                </c:pt>
                <c:pt idx="44617">
                  <c:v>83.94</c:v>
                </c:pt>
                <c:pt idx="44618">
                  <c:v>83.94</c:v>
                </c:pt>
                <c:pt idx="44619">
                  <c:v>79.739999999999995</c:v>
                </c:pt>
                <c:pt idx="44620">
                  <c:v>83.94</c:v>
                </c:pt>
                <c:pt idx="44621">
                  <c:v>83.94</c:v>
                </c:pt>
                <c:pt idx="44622">
                  <c:v>83.1</c:v>
                </c:pt>
                <c:pt idx="44623">
                  <c:v>82.26</c:v>
                </c:pt>
                <c:pt idx="44624">
                  <c:v>69.95</c:v>
                </c:pt>
                <c:pt idx="44625">
                  <c:v>83.94</c:v>
                </c:pt>
                <c:pt idx="44626">
                  <c:v>83.94</c:v>
                </c:pt>
                <c:pt idx="44627">
                  <c:v>83.94</c:v>
                </c:pt>
                <c:pt idx="44628">
                  <c:v>83.94</c:v>
                </c:pt>
                <c:pt idx="44629">
                  <c:v>83.94</c:v>
                </c:pt>
                <c:pt idx="44630">
                  <c:v>83.94</c:v>
                </c:pt>
                <c:pt idx="44631">
                  <c:v>82.26</c:v>
                </c:pt>
                <c:pt idx="44632">
                  <c:v>69.95</c:v>
                </c:pt>
                <c:pt idx="44633">
                  <c:v>83.1</c:v>
                </c:pt>
                <c:pt idx="44634">
                  <c:v>54.98</c:v>
                </c:pt>
                <c:pt idx="44635">
                  <c:v>54.98</c:v>
                </c:pt>
                <c:pt idx="44636">
                  <c:v>54.98</c:v>
                </c:pt>
                <c:pt idx="44637">
                  <c:v>54.98</c:v>
                </c:pt>
                <c:pt idx="44638">
                  <c:v>97.87</c:v>
                </c:pt>
                <c:pt idx="44639">
                  <c:v>78.77</c:v>
                </c:pt>
                <c:pt idx="44640">
                  <c:v>120.52</c:v>
                </c:pt>
                <c:pt idx="44641">
                  <c:v>123.23</c:v>
                </c:pt>
                <c:pt idx="44642">
                  <c:v>118.72</c:v>
                </c:pt>
                <c:pt idx="44643">
                  <c:v>159.96</c:v>
                </c:pt>
                <c:pt idx="44644">
                  <c:v>54.98</c:v>
                </c:pt>
                <c:pt idx="44645">
                  <c:v>54.98</c:v>
                </c:pt>
                <c:pt idx="44646">
                  <c:v>54.98</c:v>
                </c:pt>
                <c:pt idx="44647">
                  <c:v>54.98</c:v>
                </c:pt>
                <c:pt idx="44648">
                  <c:v>54.98</c:v>
                </c:pt>
                <c:pt idx="44649">
                  <c:v>54.98</c:v>
                </c:pt>
                <c:pt idx="44650">
                  <c:v>54.98</c:v>
                </c:pt>
                <c:pt idx="44651">
                  <c:v>54.98</c:v>
                </c:pt>
                <c:pt idx="44652">
                  <c:v>54.98</c:v>
                </c:pt>
                <c:pt idx="44653">
                  <c:v>54.98</c:v>
                </c:pt>
                <c:pt idx="44654">
                  <c:v>46.48</c:v>
                </c:pt>
                <c:pt idx="44655">
                  <c:v>54.98</c:v>
                </c:pt>
                <c:pt idx="44656">
                  <c:v>-36.99</c:v>
                </c:pt>
                <c:pt idx="44657">
                  <c:v>91.97</c:v>
                </c:pt>
                <c:pt idx="44658">
                  <c:v>46.48</c:v>
                </c:pt>
                <c:pt idx="44659">
                  <c:v>65.989999999999995</c:v>
                </c:pt>
                <c:pt idx="44660">
                  <c:v>84.99</c:v>
                </c:pt>
                <c:pt idx="44661">
                  <c:v>84.99</c:v>
                </c:pt>
                <c:pt idx="44662">
                  <c:v>65.989999999999995</c:v>
                </c:pt>
                <c:pt idx="44663">
                  <c:v>65.989999999999995</c:v>
                </c:pt>
                <c:pt idx="44664">
                  <c:v>-68.55</c:v>
                </c:pt>
                <c:pt idx="44665">
                  <c:v>84.99</c:v>
                </c:pt>
                <c:pt idx="44666">
                  <c:v>65.989999999999995</c:v>
                </c:pt>
                <c:pt idx="44667">
                  <c:v>110.87</c:v>
                </c:pt>
                <c:pt idx="44668">
                  <c:v>65.989999999999995</c:v>
                </c:pt>
                <c:pt idx="44669">
                  <c:v>84.99</c:v>
                </c:pt>
                <c:pt idx="44670">
                  <c:v>84.99</c:v>
                </c:pt>
                <c:pt idx="44671">
                  <c:v>84.99</c:v>
                </c:pt>
                <c:pt idx="44672">
                  <c:v>84.99</c:v>
                </c:pt>
                <c:pt idx="44673">
                  <c:v>68.55</c:v>
                </c:pt>
                <c:pt idx="44674">
                  <c:v>84.99</c:v>
                </c:pt>
                <c:pt idx="44675">
                  <c:v>72.099999999999994</c:v>
                </c:pt>
                <c:pt idx="44676">
                  <c:v>51.94</c:v>
                </c:pt>
                <c:pt idx="44677">
                  <c:v>54.96</c:v>
                </c:pt>
                <c:pt idx="44678">
                  <c:v>54.95</c:v>
                </c:pt>
                <c:pt idx="44679">
                  <c:v>54.96</c:v>
                </c:pt>
                <c:pt idx="44680">
                  <c:v>46.47</c:v>
                </c:pt>
                <c:pt idx="44681">
                  <c:v>16.489999999999998</c:v>
                </c:pt>
                <c:pt idx="44682">
                  <c:v>17.239999999999998</c:v>
                </c:pt>
                <c:pt idx="44683">
                  <c:v>46.47</c:v>
                </c:pt>
                <c:pt idx="44684">
                  <c:v>46.47</c:v>
                </c:pt>
                <c:pt idx="44685">
                  <c:v>46.47</c:v>
                </c:pt>
                <c:pt idx="44686">
                  <c:v>54.95</c:v>
                </c:pt>
                <c:pt idx="44687">
                  <c:v>54.95</c:v>
                </c:pt>
                <c:pt idx="44688">
                  <c:v>84.98</c:v>
                </c:pt>
                <c:pt idx="44689">
                  <c:v>79.98</c:v>
                </c:pt>
                <c:pt idx="44690">
                  <c:v>140.97</c:v>
                </c:pt>
                <c:pt idx="44691">
                  <c:v>63.98</c:v>
                </c:pt>
                <c:pt idx="44692">
                  <c:v>129.97</c:v>
                </c:pt>
                <c:pt idx="44693">
                  <c:v>98.98</c:v>
                </c:pt>
                <c:pt idx="44694">
                  <c:v>103.97</c:v>
                </c:pt>
                <c:pt idx="44695">
                  <c:v>139.97</c:v>
                </c:pt>
                <c:pt idx="44696">
                  <c:v>105.98</c:v>
                </c:pt>
                <c:pt idx="44697">
                  <c:v>62.97</c:v>
                </c:pt>
                <c:pt idx="44698">
                  <c:v>99.98</c:v>
                </c:pt>
                <c:pt idx="44699">
                  <c:v>45.51</c:v>
                </c:pt>
                <c:pt idx="44700">
                  <c:v>89.98</c:v>
                </c:pt>
                <c:pt idx="44701">
                  <c:v>99.98</c:v>
                </c:pt>
                <c:pt idx="44702">
                  <c:v>65.989999999999995</c:v>
                </c:pt>
                <c:pt idx="44703">
                  <c:v>-89.98</c:v>
                </c:pt>
                <c:pt idx="44704">
                  <c:v>65.989999999999995</c:v>
                </c:pt>
                <c:pt idx="44705">
                  <c:v>59.99</c:v>
                </c:pt>
                <c:pt idx="44706">
                  <c:v>54.95</c:v>
                </c:pt>
                <c:pt idx="44707">
                  <c:v>54.95</c:v>
                </c:pt>
                <c:pt idx="44708">
                  <c:v>54.95</c:v>
                </c:pt>
                <c:pt idx="44709">
                  <c:v>60.66</c:v>
                </c:pt>
                <c:pt idx="44710">
                  <c:v>101.46</c:v>
                </c:pt>
                <c:pt idx="44711">
                  <c:v>55.78</c:v>
                </c:pt>
                <c:pt idx="44712">
                  <c:v>55.78</c:v>
                </c:pt>
                <c:pt idx="44713">
                  <c:v>55.76</c:v>
                </c:pt>
                <c:pt idx="44714">
                  <c:v>59.99</c:v>
                </c:pt>
                <c:pt idx="44715">
                  <c:v>49.22</c:v>
                </c:pt>
                <c:pt idx="44716">
                  <c:v>129.97</c:v>
                </c:pt>
                <c:pt idx="44717">
                  <c:v>172.97</c:v>
                </c:pt>
                <c:pt idx="44718">
                  <c:v>49.22</c:v>
                </c:pt>
                <c:pt idx="44719">
                  <c:v>131.97999999999999</c:v>
                </c:pt>
                <c:pt idx="44720">
                  <c:v>65.989999999999995</c:v>
                </c:pt>
                <c:pt idx="44721">
                  <c:v>197.97</c:v>
                </c:pt>
                <c:pt idx="44722">
                  <c:v>131.97999999999999</c:v>
                </c:pt>
                <c:pt idx="44723">
                  <c:v>197.97</c:v>
                </c:pt>
                <c:pt idx="44724">
                  <c:v>90.98</c:v>
                </c:pt>
                <c:pt idx="44725">
                  <c:v>101.96</c:v>
                </c:pt>
                <c:pt idx="44726">
                  <c:v>65.97</c:v>
                </c:pt>
                <c:pt idx="44727">
                  <c:v>-49.22</c:v>
                </c:pt>
                <c:pt idx="44728">
                  <c:v>131.97999999999999</c:v>
                </c:pt>
                <c:pt idx="44729">
                  <c:v>50.49</c:v>
                </c:pt>
                <c:pt idx="44730">
                  <c:v>45.74</c:v>
                </c:pt>
                <c:pt idx="44731">
                  <c:v>50.49</c:v>
                </c:pt>
                <c:pt idx="44732">
                  <c:v>81.94</c:v>
                </c:pt>
                <c:pt idx="44733">
                  <c:v>96.93</c:v>
                </c:pt>
                <c:pt idx="44734">
                  <c:v>164.9</c:v>
                </c:pt>
                <c:pt idx="44735">
                  <c:v>107.96</c:v>
                </c:pt>
                <c:pt idx="44736">
                  <c:v>59.98</c:v>
                </c:pt>
                <c:pt idx="44737">
                  <c:v>50.49</c:v>
                </c:pt>
                <c:pt idx="44738">
                  <c:v>50.38</c:v>
                </c:pt>
                <c:pt idx="44739">
                  <c:v>169.98</c:v>
                </c:pt>
                <c:pt idx="44740">
                  <c:v>176.97</c:v>
                </c:pt>
                <c:pt idx="44741">
                  <c:v>163.02000000000001</c:v>
                </c:pt>
                <c:pt idx="44742">
                  <c:v>63.96</c:v>
                </c:pt>
                <c:pt idx="44743">
                  <c:v>63.96</c:v>
                </c:pt>
                <c:pt idx="44744">
                  <c:v>178.97</c:v>
                </c:pt>
                <c:pt idx="44745">
                  <c:v>166.56</c:v>
                </c:pt>
                <c:pt idx="44746">
                  <c:v>59.98</c:v>
                </c:pt>
                <c:pt idx="44747">
                  <c:v>59.98</c:v>
                </c:pt>
                <c:pt idx="44748">
                  <c:v>59.98</c:v>
                </c:pt>
                <c:pt idx="44749">
                  <c:v>59.98</c:v>
                </c:pt>
                <c:pt idx="44750">
                  <c:v>59.98</c:v>
                </c:pt>
                <c:pt idx="44751">
                  <c:v>59.98</c:v>
                </c:pt>
                <c:pt idx="44752">
                  <c:v>50.49</c:v>
                </c:pt>
                <c:pt idx="44753">
                  <c:v>59.98</c:v>
                </c:pt>
                <c:pt idx="44754">
                  <c:v>159.96</c:v>
                </c:pt>
                <c:pt idx="44755">
                  <c:v>231.57</c:v>
                </c:pt>
                <c:pt idx="44756">
                  <c:v>286.92</c:v>
                </c:pt>
                <c:pt idx="44757">
                  <c:v>297.93</c:v>
                </c:pt>
                <c:pt idx="44758">
                  <c:v>50.49</c:v>
                </c:pt>
                <c:pt idx="44759">
                  <c:v>50.49</c:v>
                </c:pt>
                <c:pt idx="44760">
                  <c:v>50.49</c:v>
                </c:pt>
                <c:pt idx="44761">
                  <c:v>50.49</c:v>
                </c:pt>
                <c:pt idx="44762">
                  <c:v>59.98</c:v>
                </c:pt>
                <c:pt idx="44763">
                  <c:v>50.49</c:v>
                </c:pt>
                <c:pt idx="44764">
                  <c:v>59.98</c:v>
                </c:pt>
                <c:pt idx="44765">
                  <c:v>50.49</c:v>
                </c:pt>
                <c:pt idx="44766">
                  <c:v>50.49</c:v>
                </c:pt>
                <c:pt idx="44767">
                  <c:v>50.49</c:v>
                </c:pt>
                <c:pt idx="44768">
                  <c:v>110.97</c:v>
                </c:pt>
                <c:pt idx="44769">
                  <c:v>188.86</c:v>
                </c:pt>
                <c:pt idx="44770">
                  <c:v>85.98</c:v>
                </c:pt>
                <c:pt idx="44771">
                  <c:v>84.99</c:v>
                </c:pt>
                <c:pt idx="44772">
                  <c:v>76.86</c:v>
                </c:pt>
                <c:pt idx="44773">
                  <c:v>50.98</c:v>
                </c:pt>
                <c:pt idx="44774">
                  <c:v>169.98</c:v>
                </c:pt>
                <c:pt idx="44775">
                  <c:v>105.98</c:v>
                </c:pt>
                <c:pt idx="44776">
                  <c:v>65.989999999999995</c:v>
                </c:pt>
                <c:pt idx="44777">
                  <c:v>64.930000000000007</c:v>
                </c:pt>
                <c:pt idx="44778">
                  <c:v>169.98</c:v>
                </c:pt>
                <c:pt idx="44779">
                  <c:v>114.73</c:v>
                </c:pt>
                <c:pt idx="44780">
                  <c:v>134.97999999999999</c:v>
                </c:pt>
                <c:pt idx="44781">
                  <c:v>169.98</c:v>
                </c:pt>
                <c:pt idx="44782">
                  <c:v>41.49</c:v>
                </c:pt>
                <c:pt idx="44783">
                  <c:v>153.97999999999999</c:v>
                </c:pt>
                <c:pt idx="44784">
                  <c:v>50.48</c:v>
                </c:pt>
                <c:pt idx="44785">
                  <c:v>59.97</c:v>
                </c:pt>
                <c:pt idx="44786">
                  <c:v>59.97</c:v>
                </c:pt>
                <c:pt idx="44787">
                  <c:v>50.48</c:v>
                </c:pt>
                <c:pt idx="44788">
                  <c:v>50.48</c:v>
                </c:pt>
                <c:pt idx="44789">
                  <c:v>169.98</c:v>
                </c:pt>
                <c:pt idx="44790">
                  <c:v>169.98</c:v>
                </c:pt>
                <c:pt idx="44791">
                  <c:v>169.98</c:v>
                </c:pt>
                <c:pt idx="44792">
                  <c:v>131.97999999999999</c:v>
                </c:pt>
                <c:pt idx="44793">
                  <c:v>131.97999999999999</c:v>
                </c:pt>
                <c:pt idx="44794">
                  <c:v>159.96</c:v>
                </c:pt>
                <c:pt idx="44795">
                  <c:v>169.98</c:v>
                </c:pt>
                <c:pt idx="44796">
                  <c:v>159.97999999999999</c:v>
                </c:pt>
                <c:pt idx="44797">
                  <c:v>131.97999999999999</c:v>
                </c:pt>
                <c:pt idx="44798">
                  <c:v>131.97999999999999</c:v>
                </c:pt>
                <c:pt idx="44799">
                  <c:v>169.98</c:v>
                </c:pt>
                <c:pt idx="44800">
                  <c:v>144.47999999999999</c:v>
                </c:pt>
                <c:pt idx="44801">
                  <c:v>131.97999999999999</c:v>
                </c:pt>
                <c:pt idx="44802">
                  <c:v>50.48</c:v>
                </c:pt>
                <c:pt idx="44803">
                  <c:v>59.97</c:v>
                </c:pt>
                <c:pt idx="44804">
                  <c:v>59.96</c:v>
                </c:pt>
                <c:pt idx="44805">
                  <c:v>59.96</c:v>
                </c:pt>
                <c:pt idx="44806">
                  <c:v>59.95</c:v>
                </c:pt>
                <c:pt idx="44807">
                  <c:v>59.95</c:v>
                </c:pt>
                <c:pt idx="44808">
                  <c:v>59.95</c:v>
                </c:pt>
                <c:pt idx="44809">
                  <c:v>81.05</c:v>
                </c:pt>
                <c:pt idx="44810">
                  <c:v>56.24</c:v>
                </c:pt>
                <c:pt idx="44811">
                  <c:v>81.05</c:v>
                </c:pt>
                <c:pt idx="44812">
                  <c:v>70.56</c:v>
                </c:pt>
                <c:pt idx="44813">
                  <c:v>81.05</c:v>
                </c:pt>
                <c:pt idx="44814">
                  <c:v>81.05</c:v>
                </c:pt>
                <c:pt idx="44815">
                  <c:v>81.05</c:v>
                </c:pt>
                <c:pt idx="44816">
                  <c:v>56.24</c:v>
                </c:pt>
                <c:pt idx="44817">
                  <c:v>81.05</c:v>
                </c:pt>
                <c:pt idx="44818">
                  <c:v>16.489999999999998</c:v>
                </c:pt>
                <c:pt idx="44819">
                  <c:v>24.48</c:v>
                </c:pt>
                <c:pt idx="44820">
                  <c:v>59.95</c:v>
                </c:pt>
                <c:pt idx="44821">
                  <c:v>50.78</c:v>
                </c:pt>
                <c:pt idx="44822">
                  <c:v>46.49</c:v>
                </c:pt>
                <c:pt idx="44823">
                  <c:v>46.49</c:v>
                </c:pt>
                <c:pt idx="44824">
                  <c:v>86.15</c:v>
                </c:pt>
                <c:pt idx="44825">
                  <c:v>90.69</c:v>
                </c:pt>
                <c:pt idx="44826">
                  <c:v>90.69</c:v>
                </c:pt>
                <c:pt idx="44827">
                  <c:v>90.69</c:v>
                </c:pt>
                <c:pt idx="44828">
                  <c:v>90.69</c:v>
                </c:pt>
                <c:pt idx="44829">
                  <c:v>90.69</c:v>
                </c:pt>
                <c:pt idx="44830">
                  <c:v>87.6</c:v>
                </c:pt>
                <c:pt idx="44831">
                  <c:v>90.69</c:v>
                </c:pt>
                <c:pt idx="44832">
                  <c:v>90.69</c:v>
                </c:pt>
                <c:pt idx="44833">
                  <c:v>54.99</c:v>
                </c:pt>
                <c:pt idx="44834">
                  <c:v>54.99</c:v>
                </c:pt>
                <c:pt idx="44835">
                  <c:v>54.99</c:v>
                </c:pt>
                <c:pt idx="44836">
                  <c:v>54.99</c:v>
                </c:pt>
                <c:pt idx="44837">
                  <c:v>54.99</c:v>
                </c:pt>
                <c:pt idx="44838">
                  <c:v>54.99</c:v>
                </c:pt>
                <c:pt idx="44839">
                  <c:v>54.99</c:v>
                </c:pt>
                <c:pt idx="44840">
                  <c:v>54.99</c:v>
                </c:pt>
                <c:pt idx="44841">
                  <c:v>145.97</c:v>
                </c:pt>
                <c:pt idx="44842">
                  <c:v>135.96</c:v>
                </c:pt>
                <c:pt idx="44843">
                  <c:v>84.99</c:v>
                </c:pt>
                <c:pt idx="44844">
                  <c:v>119.97</c:v>
                </c:pt>
                <c:pt idx="44845">
                  <c:v>186.96</c:v>
                </c:pt>
                <c:pt idx="44846">
                  <c:v>142.77000000000001</c:v>
                </c:pt>
                <c:pt idx="44847">
                  <c:v>197.96</c:v>
                </c:pt>
                <c:pt idx="44848">
                  <c:v>169.98</c:v>
                </c:pt>
                <c:pt idx="44849">
                  <c:v>99.96</c:v>
                </c:pt>
                <c:pt idx="44850">
                  <c:v>183.97</c:v>
                </c:pt>
                <c:pt idx="44851">
                  <c:v>161.71</c:v>
                </c:pt>
                <c:pt idx="44852">
                  <c:v>68.98</c:v>
                </c:pt>
                <c:pt idx="44853">
                  <c:v>55.96</c:v>
                </c:pt>
                <c:pt idx="44854">
                  <c:v>54.98</c:v>
                </c:pt>
                <c:pt idx="44855">
                  <c:v>54.98</c:v>
                </c:pt>
                <c:pt idx="44856">
                  <c:v>54.98</c:v>
                </c:pt>
                <c:pt idx="44857">
                  <c:v>54.98</c:v>
                </c:pt>
                <c:pt idx="44858">
                  <c:v>54.98</c:v>
                </c:pt>
                <c:pt idx="44859">
                  <c:v>54.98</c:v>
                </c:pt>
                <c:pt idx="44860">
                  <c:v>84.99</c:v>
                </c:pt>
                <c:pt idx="44861">
                  <c:v>68.989999999999995</c:v>
                </c:pt>
                <c:pt idx="44862">
                  <c:v>77.98</c:v>
                </c:pt>
                <c:pt idx="44863">
                  <c:v>61.98</c:v>
                </c:pt>
                <c:pt idx="44864">
                  <c:v>124.97</c:v>
                </c:pt>
                <c:pt idx="44865">
                  <c:v>127.15</c:v>
                </c:pt>
                <c:pt idx="44866">
                  <c:v>133.97</c:v>
                </c:pt>
                <c:pt idx="44867">
                  <c:v>143.97</c:v>
                </c:pt>
                <c:pt idx="44868">
                  <c:v>143.97</c:v>
                </c:pt>
                <c:pt idx="44869">
                  <c:v>143.97</c:v>
                </c:pt>
                <c:pt idx="44870">
                  <c:v>105.98</c:v>
                </c:pt>
                <c:pt idx="44871">
                  <c:v>143.97</c:v>
                </c:pt>
                <c:pt idx="44872">
                  <c:v>54.97</c:v>
                </c:pt>
                <c:pt idx="44873">
                  <c:v>55.39</c:v>
                </c:pt>
                <c:pt idx="44874">
                  <c:v>158.96</c:v>
                </c:pt>
                <c:pt idx="44875">
                  <c:v>158.96</c:v>
                </c:pt>
                <c:pt idx="44876">
                  <c:v>158.96</c:v>
                </c:pt>
                <c:pt idx="44877">
                  <c:v>136.97</c:v>
                </c:pt>
                <c:pt idx="44878">
                  <c:v>129.96</c:v>
                </c:pt>
                <c:pt idx="44879">
                  <c:v>170.95</c:v>
                </c:pt>
                <c:pt idx="44880">
                  <c:v>125.6</c:v>
                </c:pt>
                <c:pt idx="44881">
                  <c:v>158.96</c:v>
                </c:pt>
                <c:pt idx="44882">
                  <c:v>71.98</c:v>
                </c:pt>
                <c:pt idx="44883">
                  <c:v>158.96</c:v>
                </c:pt>
                <c:pt idx="44884">
                  <c:v>95.98</c:v>
                </c:pt>
                <c:pt idx="44885">
                  <c:v>129.96</c:v>
                </c:pt>
                <c:pt idx="44886">
                  <c:v>151.52000000000001</c:v>
                </c:pt>
                <c:pt idx="44887">
                  <c:v>143.96</c:v>
                </c:pt>
                <c:pt idx="44888">
                  <c:v>54.86</c:v>
                </c:pt>
                <c:pt idx="44889">
                  <c:v>-59.96</c:v>
                </c:pt>
                <c:pt idx="44890">
                  <c:v>59.96</c:v>
                </c:pt>
                <c:pt idx="44891">
                  <c:v>50.05</c:v>
                </c:pt>
                <c:pt idx="44892">
                  <c:v>59.49</c:v>
                </c:pt>
                <c:pt idx="44893">
                  <c:v>49.99</c:v>
                </c:pt>
                <c:pt idx="44894">
                  <c:v>60.99</c:v>
                </c:pt>
                <c:pt idx="44895">
                  <c:v>78.95</c:v>
                </c:pt>
                <c:pt idx="44896">
                  <c:v>59.56</c:v>
                </c:pt>
                <c:pt idx="44897">
                  <c:v>121.96</c:v>
                </c:pt>
                <c:pt idx="44898">
                  <c:v>60.38</c:v>
                </c:pt>
                <c:pt idx="44899">
                  <c:v>60.38</c:v>
                </c:pt>
                <c:pt idx="44900">
                  <c:v>67.37</c:v>
                </c:pt>
                <c:pt idx="44901">
                  <c:v>60.99</c:v>
                </c:pt>
                <c:pt idx="44902">
                  <c:v>59.67</c:v>
                </c:pt>
                <c:pt idx="44903">
                  <c:v>60.99</c:v>
                </c:pt>
                <c:pt idx="44904">
                  <c:v>60.38</c:v>
                </c:pt>
                <c:pt idx="44905">
                  <c:v>60.38</c:v>
                </c:pt>
                <c:pt idx="44906">
                  <c:v>60.99</c:v>
                </c:pt>
                <c:pt idx="44907">
                  <c:v>60.38</c:v>
                </c:pt>
                <c:pt idx="44908">
                  <c:v>60.38</c:v>
                </c:pt>
                <c:pt idx="44909">
                  <c:v>58.95</c:v>
                </c:pt>
                <c:pt idx="44910">
                  <c:v>60.38</c:v>
                </c:pt>
                <c:pt idx="44911">
                  <c:v>81.98</c:v>
                </c:pt>
                <c:pt idx="44912">
                  <c:v>60.99</c:v>
                </c:pt>
                <c:pt idx="44913">
                  <c:v>60.99</c:v>
                </c:pt>
                <c:pt idx="44914">
                  <c:v>60.99</c:v>
                </c:pt>
                <c:pt idx="44915">
                  <c:v>60.38</c:v>
                </c:pt>
                <c:pt idx="44916">
                  <c:v>60.99</c:v>
                </c:pt>
                <c:pt idx="44917">
                  <c:v>60.99</c:v>
                </c:pt>
                <c:pt idx="44918">
                  <c:v>81.98</c:v>
                </c:pt>
                <c:pt idx="44919">
                  <c:v>60.99</c:v>
                </c:pt>
                <c:pt idx="44920">
                  <c:v>84.99</c:v>
                </c:pt>
                <c:pt idx="44921">
                  <c:v>77.98</c:v>
                </c:pt>
                <c:pt idx="44922">
                  <c:v>84.99</c:v>
                </c:pt>
                <c:pt idx="44923">
                  <c:v>84.99</c:v>
                </c:pt>
                <c:pt idx="44924">
                  <c:v>119.98</c:v>
                </c:pt>
                <c:pt idx="44925">
                  <c:v>84.99</c:v>
                </c:pt>
                <c:pt idx="44926">
                  <c:v>84.99</c:v>
                </c:pt>
                <c:pt idx="44927">
                  <c:v>84.99</c:v>
                </c:pt>
                <c:pt idx="44928">
                  <c:v>79.98</c:v>
                </c:pt>
                <c:pt idx="44929">
                  <c:v>84.99</c:v>
                </c:pt>
                <c:pt idx="44930">
                  <c:v>77.98</c:v>
                </c:pt>
                <c:pt idx="44931">
                  <c:v>169.98</c:v>
                </c:pt>
                <c:pt idx="44932">
                  <c:v>84.99</c:v>
                </c:pt>
                <c:pt idx="44933">
                  <c:v>131.97999999999999</c:v>
                </c:pt>
                <c:pt idx="44934">
                  <c:v>59.85</c:v>
                </c:pt>
                <c:pt idx="44935">
                  <c:v>61.96</c:v>
                </c:pt>
                <c:pt idx="44936">
                  <c:v>84.99</c:v>
                </c:pt>
                <c:pt idx="44937">
                  <c:v>132.97999999999999</c:v>
                </c:pt>
                <c:pt idx="44938">
                  <c:v>197.76</c:v>
                </c:pt>
                <c:pt idx="44939">
                  <c:v>136.6</c:v>
                </c:pt>
                <c:pt idx="44940">
                  <c:v>51.93</c:v>
                </c:pt>
                <c:pt idx="44941">
                  <c:v>135.07</c:v>
                </c:pt>
                <c:pt idx="44942">
                  <c:v>142.16</c:v>
                </c:pt>
                <c:pt idx="44943">
                  <c:v>137.97999999999999</c:v>
                </c:pt>
                <c:pt idx="44944">
                  <c:v>150.18</c:v>
                </c:pt>
                <c:pt idx="44945">
                  <c:v>157.22</c:v>
                </c:pt>
                <c:pt idx="44946">
                  <c:v>152.96</c:v>
                </c:pt>
                <c:pt idx="44947">
                  <c:v>137.97999999999999</c:v>
                </c:pt>
                <c:pt idx="44948">
                  <c:v>53.94</c:v>
                </c:pt>
                <c:pt idx="44949">
                  <c:v>49.76</c:v>
                </c:pt>
                <c:pt idx="44950">
                  <c:v>54.99</c:v>
                </c:pt>
                <c:pt idx="44951">
                  <c:v>79.97</c:v>
                </c:pt>
                <c:pt idx="44952">
                  <c:v>129.96</c:v>
                </c:pt>
                <c:pt idx="44953">
                  <c:v>146.44999999999999</c:v>
                </c:pt>
                <c:pt idx="44954">
                  <c:v>112.96</c:v>
                </c:pt>
                <c:pt idx="44955">
                  <c:v>91.96</c:v>
                </c:pt>
                <c:pt idx="44956">
                  <c:v>49.98</c:v>
                </c:pt>
                <c:pt idx="44957">
                  <c:v>61.48</c:v>
                </c:pt>
                <c:pt idx="44958">
                  <c:v>154.44999999999999</c:v>
                </c:pt>
                <c:pt idx="44959">
                  <c:v>77.489999999999995</c:v>
                </c:pt>
                <c:pt idx="44960">
                  <c:v>52.98</c:v>
                </c:pt>
                <c:pt idx="44961">
                  <c:v>54.99</c:v>
                </c:pt>
                <c:pt idx="44962">
                  <c:v>54.99</c:v>
                </c:pt>
                <c:pt idx="44963">
                  <c:v>54.99</c:v>
                </c:pt>
                <c:pt idx="44964">
                  <c:v>54.99</c:v>
                </c:pt>
                <c:pt idx="44965">
                  <c:v>54.99</c:v>
                </c:pt>
                <c:pt idx="44966">
                  <c:v>54.99</c:v>
                </c:pt>
                <c:pt idx="44967">
                  <c:v>54.99</c:v>
                </c:pt>
                <c:pt idx="44968">
                  <c:v>54.12</c:v>
                </c:pt>
                <c:pt idx="44969">
                  <c:v>86.33</c:v>
                </c:pt>
                <c:pt idx="44970">
                  <c:v>54.99</c:v>
                </c:pt>
                <c:pt idx="44971">
                  <c:v>54.99</c:v>
                </c:pt>
                <c:pt idx="44972">
                  <c:v>54.99</c:v>
                </c:pt>
                <c:pt idx="44973">
                  <c:v>54.99</c:v>
                </c:pt>
                <c:pt idx="44974">
                  <c:v>54.99</c:v>
                </c:pt>
                <c:pt idx="44975">
                  <c:v>54.99</c:v>
                </c:pt>
                <c:pt idx="44976">
                  <c:v>54.99</c:v>
                </c:pt>
                <c:pt idx="44977">
                  <c:v>72.98</c:v>
                </c:pt>
                <c:pt idx="44978">
                  <c:v>197.96</c:v>
                </c:pt>
                <c:pt idx="44979">
                  <c:v>168</c:v>
                </c:pt>
                <c:pt idx="44980">
                  <c:v>189.52</c:v>
                </c:pt>
                <c:pt idx="44981">
                  <c:v>199.76</c:v>
                </c:pt>
                <c:pt idx="44982">
                  <c:v>129.97999999999999</c:v>
                </c:pt>
                <c:pt idx="44983">
                  <c:v>135.97</c:v>
                </c:pt>
                <c:pt idx="44984">
                  <c:v>145.97</c:v>
                </c:pt>
                <c:pt idx="44985">
                  <c:v>54.99</c:v>
                </c:pt>
                <c:pt idx="44986">
                  <c:v>54.99</c:v>
                </c:pt>
                <c:pt idx="44987">
                  <c:v>54.99</c:v>
                </c:pt>
                <c:pt idx="44988">
                  <c:v>54.99</c:v>
                </c:pt>
                <c:pt idx="44989">
                  <c:v>54.99</c:v>
                </c:pt>
                <c:pt idx="44990">
                  <c:v>54.99</c:v>
                </c:pt>
                <c:pt idx="44991">
                  <c:v>45.35</c:v>
                </c:pt>
                <c:pt idx="44992">
                  <c:v>68.14</c:v>
                </c:pt>
                <c:pt idx="44993">
                  <c:v>84.3</c:v>
                </c:pt>
                <c:pt idx="44994">
                  <c:v>84.14</c:v>
                </c:pt>
                <c:pt idx="44995">
                  <c:v>84.14</c:v>
                </c:pt>
                <c:pt idx="44996">
                  <c:v>83.08</c:v>
                </c:pt>
                <c:pt idx="44997">
                  <c:v>83.29</c:v>
                </c:pt>
                <c:pt idx="44998">
                  <c:v>168.62</c:v>
                </c:pt>
                <c:pt idx="44999">
                  <c:v>105.13</c:v>
                </c:pt>
                <c:pt idx="45000">
                  <c:v>82.44</c:v>
                </c:pt>
                <c:pt idx="45001">
                  <c:v>152.36000000000001</c:v>
                </c:pt>
                <c:pt idx="45002">
                  <c:v>49.41</c:v>
                </c:pt>
                <c:pt idx="45003">
                  <c:v>84.99</c:v>
                </c:pt>
                <c:pt idx="45004">
                  <c:v>54.99</c:v>
                </c:pt>
                <c:pt idx="45005">
                  <c:v>76.489999999999995</c:v>
                </c:pt>
                <c:pt idx="45006">
                  <c:v>84.14</c:v>
                </c:pt>
                <c:pt idx="45007">
                  <c:v>84.99</c:v>
                </c:pt>
                <c:pt idx="45008">
                  <c:v>84.99</c:v>
                </c:pt>
                <c:pt idx="45009">
                  <c:v>54.98</c:v>
                </c:pt>
                <c:pt idx="45010">
                  <c:v>54.98</c:v>
                </c:pt>
                <c:pt idx="45011">
                  <c:v>54.98</c:v>
                </c:pt>
                <c:pt idx="45012">
                  <c:v>46.29</c:v>
                </c:pt>
                <c:pt idx="45013">
                  <c:v>145.15</c:v>
                </c:pt>
                <c:pt idx="45014">
                  <c:v>159.69999999999999</c:v>
                </c:pt>
                <c:pt idx="45015">
                  <c:v>54.98</c:v>
                </c:pt>
                <c:pt idx="45016">
                  <c:v>54.98</c:v>
                </c:pt>
                <c:pt idx="45017">
                  <c:v>54.98</c:v>
                </c:pt>
                <c:pt idx="45018">
                  <c:v>54.98</c:v>
                </c:pt>
                <c:pt idx="45019">
                  <c:v>54.98</c:v>
                </c:pt>
                <c:pt idx="45020">
                  <c:v>11.29</c:v>
                </c:pt>
                <c:pt idx="45021">
                  <c:v>11.29</c:v>
                </c:pt>
                <c:pt idx="45022">
                  <c:v>96.46</c:v>
                </c:pt>
                <c:pt idx="45023">
                  <c:v>89.98</c:v>
                </c:pt>
                <c:pt idx="45024">
                  <c:v>33.479999999999997</c:v>
                </c:pt>
                <c:pt idx="45025">
                  <c:v>7.49</c:v>
                </c:pt>
                <c:pt idx="45026">
                  <c:v>39.03</c:v>
                </c:pt>
                <c:pt idx="45027">
                  <c:v>41.94</c:v>
                </c:pt>
                <c:pt idx="45028">
                  <c:v>54.98</c:v>
                </c:pt>
                <c:pt idx="45029">
                  <c:v>54.98</c:v>
                </c:pt>
                <c:pt idx="45030">
                  <c:v>54.98</c:v>
                </c:pt>
                <c:pt idx="45031">
                  <c:v>159.97999999999999</c:v>
                </c:pt>
                <c:pt idx="45032">
                  <c:v>169.98</c:v>
                </c:pt>
                <c:pt idx="45033">
                  <c:v>59.95</c:v>
                </c:pt>
                <c:pt idx="45034">
                  <c:v>169.98</c:v>
                </c:pt>
                <c:pt idx="45035">
                  <c:v>160.22999999999999</c:v>
                </c:pt>
                <c:pt idx="45036">
                  <c:v>134.97999999999999</c:v>
                </c:pt>
                <c:pt idx="45037">
                  <c:v>59.95</c:v>
                </c:pt>
                <c:pt idx="45038">
                  <c:v>200.95</c:v>
                </c:pt>
                <c:pt idx="45039">
                  <c:v>54.98</c:v>
                </c:pt>
                <c:pt idx="45040">
                  <c:v>54.98</c:v>
                </c:pt>
                <c:pt idx="45041">
                  <c:v>46.29</c:v>
                </c:pt>
                <c:pt idx="45042">
                  <c:v>54.98</c:v>
                </c:pt>
                <c:pt idx="45043">
                  <c:v>46.29</c:v>
                </c:pt>
                <c:pt idx="45044">
                  <c:v>46.29</c:v>
                </c:pt>
                <c:pt idx="45045">
                  <c:v>54.98</c:v>
                </c:pt>
                <c:pt idx="45046">
                  <c:v>46.29</c:v>
                </c:pt>
                <c:pt idx="45047">
                  <c:v>46.29</c:v>
                </c:pt>
                <c:pt idx="45048">
                  <c:v>54.98</c:v>
                </c:pt>
                <c:pt idx="45049">
                  <c:v>59.96</c:v>
                </c:pt>
                <c:pt idx="45050">
                  <c:v>263.95999999999998</c:v>
                </c:pt>
                <c:pt idx="45051">
                  <c:v>195.33</c:v>
                </c:pt>
                <c:pt idx="45052">
                  <c:v>59.96</c:v>
                </c:pt>
                <c:pt idx="45053">
                  <c:v>236.32</c:v>
                </c:pt>
                <c:pt idx="45054">
                  <c:v>261.98</c:v>
                </c:pt>
                <c:pt idx="45055">
                  <c:v>192.69</c:v>
                </c:pt>
                <c:pt idx="45056">
                  <c:v>41.94</c:v>
                </c:pt>
                <c:pt idx="45057">
                  <c:v>54.98</c:v>
                </c:pt>
                <c:pt idx="45058">
                  <c:v>46.29</c:v>
                </c:pt>
                <c:pt idx="45059">
                  <c:v>41.94</c:v>
                </c:pt>
                <c:pt idx="45060">
                  <c:v>46.29</c:v>
                </c:pt>
                <c:pt idx="45061">
                  <c:v>46.29</c:v>
                </c:pt>
                <c:pt idx="45062">
                  <c:v>46.29</c:v>
                </c:pt>
                <c:pt idx="45063">
                  <c:v>129.91</c:v>
                </c:pt>
                <c:pt idx="45064">
                  <c:v>66.849999999999994</c:v>
                </c:pt>
                <c:pt idx="45065">
                  <c:v>459.91</c:v>
                </c:pt>
                <c:pt idx="45066">
                  <c:v>75.87</c:v>
                </c:pt>
                <c:pt idx="45067">
                  <c:v>46.28</c:v>
                </c:pt>
                <c:pt idx="45068">
                  <c:v>41.93</c:v>
                </c:pt>
                <c:pt idx="45069">
                  <c:v>45.33</c:v>
                </c:pt>
                <c:pt idx="45070">
                  <c:v>16.29</c:v>
                </c:pt>
                <c:pt idx="45071">
                  <c:v>21.29</c:v>
                </c:pt>
                <c:pt idx="45072">
                  <c:v>54.96</c:v>
                </c:pt>
                <c:pt idx="45073">
                  <c:v>46.27</c:v>
                </c:pt>
                <c:pt idx="45074">
                  <c:v>46.27</c:v>
                </c:pt>
                <c:pt idx="45075">
                  <c:v>54.96</c:v>
                </c:pt>
                <c:pt idx="45076">
                  <c:v>114.73</c:v>
                </c:pt>
                <c:pt idx="45077">
                  <c:v>368.96</c:v>
                </c:pt>
                <c:pt idx="45078">
                  <c:v>62.09</c:v>
                </c:pt>
                <c:pt idx="45079">
                  <c:v>169.46</c:v>
                </c:pt>
                <c:pt idx="45080">
                  <c:v>68.739999999999995</c:v>
                </c:pt>
                <c:pt idx="45081">
                  <c:v>216.72</c:v>
                </c:pt>
                <c:pt idx="45082">
                  <c:v>280.95999999999998</c:v>
                </c:pt>
                <c:pt idx="45083">
                  <c:v>259.45</c:v>
                </c:pt>
                <c:pt idx="45084">
                  <c:v>382.46</c:v>
                </c:pt>
                <c:pt idx="45085">
                  <c:v>46.27</c:v>
                </c:pt>
                <c:pt idx="45086">
                  <c:v>41.91</c:v>
                </c:pt>
                <c:pt idx="45087">
                  <c:v>53.98</c:v>
                </c:pt>
                <c:pt idx="45088">
                  <c:v>180.97</c:v>
                </c:pt>
                <c:pt idx="45089">
                  <c:v>159.97999999999999</c:v>
                </c:pt>
                <c:pt idx="45090">
                  <c:v>180.96</c:v>
                </c:pt>
                <c:pt idx="45091">
                  <c:v>143.96</c:v>
                </c:pt>
                <c:pt idx="45092">
                  <c:v>180.97</c:v>
                </c:pt>
                <c:pt idx="45093">
                  <c:v>137.66999999999999</c:v>
                </c:pt>
                <c:pt idx="45094">
                  <c:v>159.97999999999999</c:v>
                </c:pt>
                <c:pt idx="45095">
                  <c:v>121.98</c:v>
                </c:pt>
                <c:pt idx="45096">
                  <c:v>161.97</c:v>
                </c:pt>
                <c:pt idx="45097">
                  <c:v>159.97999999999999</c:v>
                </c:pt>
                <c:pt idx="45098">
                  <c:v>19.920000000000002</c:v>
                </c:pt>
                <c:pt idx="45099">
                  <c:v>13.28</c:v>
                </c:pt>
                <c:pt idx="45100">
                  <c:v>53.98</c:v>
                </c:pt>
                <c:pt idx="45101">
                  <c:v>54.94</c:v>
                </c:pt>
                <c:pt idx="45102">
                  <c:v>53.98</c:v>
                </c:pt>
                <c:pt idx="45103">
                  <c:v>53.98</c:v>
                </c:pt>
                <c:pt idx="45104">
                  <c:v>53.98</c:v>
                </c:pt>
                <c:pt idx="45105">
                  <c:v>53.98</c:v>
                </c:pt>
                <c:pt idx="45106">
                  <c:v>129.97999999999999</c:v>
                </c:pt>
                <c:pt idx="45107">
                  <c:v>127.81</c:v>
                </c:pt>
                <c:pt idx="45108">
                  <c:v>84.99</c:v>
                </c:pt>
                <c:pt idx="45109">
                  <c:v>153.96</c:v>
                </c:pt>
                <c:pt idx="45110">
                  <c:v>98.98</c:v>
                </c:pt>
                <c:pt idx="45111">
                  <c:v>84.99</c:v>
                </c:pt>
                <c:pt idx="45112">
                  <c:v>152.08000000000001</c:v>
                </c:pt>
                <c:pt idx="45113">
                  <c:v>57.98</c:v>
                </c:pt>
                <c:pt idx="45114">
                  <c:v>84.99</c:v>
                </c:pt>
                <c:pt idx="45115">
                  <c:v>125.3</c:v>
                </c:pt>
                <c:pt idx="45116">
                  <c:v>25.47</c:v>
                </c:pt>
                <c:pt idx="45117">
                  <c:v>25.47</c:v>
                </c:pt>
                <c:pt idx="45118">
                  <c:v>53.97</c:v>
                </c:pt>
                <c:pt idx="45119">
                  <c:v>134.97999999999999</c:v>
                </c:pt>
                <c:pt idx="45120">
                  <c:v>134.97999999999999</c:v>
                </c:pt>
                <c:pt idx="45121">
                  <c:v>84.99</c:v>
                </c:pt>
                <c:pt idx="45122">
                  <c:v>84.99</c:v>
                </c:pt>
                <c:pt idx="45123">
                  <c:v>70.349999999999994</c:v>
                </c:pt>
                <c:pt idx="45124">
                  <c:v>84.99</c:v>
                </c:pt>
                <c:pt idx="45125">
                  <c:v>84.99</c:v>
                </c:pt>
                <c:pt idx="45126">
                  <c:v>84.99</c:v>
                </c:pt>
                <c:pt idx="45127">
                  <c:v>84.99</c:v>
                </c:pt>
                <c:pt idx="45128">
                  <c:v>99.98</c:v>
                </c:pt>
                <c:pt idx="45129">
                  <c:v>68.989999999999995</c:v>
                </c:pt>
                <c:pt idx="45130">
                  <c:v>128.97999999999999</c:v>
                </c:pt>
                <c:pt idx="45131">
                  <c:v>79.989999999999995</c:v>
                </c:pt>
                <c:pt idx="45132">
                  <c:v>84.99</c:v>
                </c:pt>
                <c:pt idx="45133">
                  <c:v>84.99</c:v>
                </c:pt>
                <c:pt idx="45134">
                  <c:v>84.99</c:v>
                </c:pt>
                <c:pt idx="45135">
                  <c:v>76.489999999999995</c:v>
                </c:pt>
                <c:pt idx="45136">
                  <c:v>41.24</c:v>
                </c:pt>
                <c:pt idx="45137">
                  <c:v>41.24</c:v>
                </c:pt>
                <c:pt idx="45138">
                  <c:v>-77.98</c:v>
                </c:pt>
                <c:pt idx="45139">
                  <c:v>77.98</c:v>
                </c:pt>
                <c:pt idx="45140">
                  <c:v>53.97</c:v>
                </c:pt>
                <c:pt idx="45141">
                  <c:v>53.97</c:v>
                </c:pt>
                <c:pt idx="45142">
                  <c:v>9.49</c:v>
                </c:pt>
                <c:pt idx="45143">
                  <c:v>9.49</c:v>
                </c:pt>
                <c:pt idx="45144">
                  <c:v>53.97</c:v>
                </c:pt>
                <c:pt idx="45145">
                  <c:v>53.97</c:v>
                </c:pt>
                <c:pt idx="45146">
                  <c:v>53.97</c:v>
                </c:pt>
                <c:pt idx="45147">
                  <c:v>53.97</c:v>
                </c:pt>
                <c:pt idx="45148">
                  <c:v>77.97</c:v>
                </c:pt>
                <c:pt idx="45149">
                  <c:v>55.97</c:v>
                </c:pt>
                <c:pt idx="45150">
                  <c:v>101.95</c:v>
                </c:pt>
                <c:pt idx="45151">
                  <c:v>149.94999999999999</c:v>
                </c:pt>
                <c:pt idx="45152">
                  <c:v>55.96</c:v>
                </c:pt>
                <c:pt idx="45153">
                  <c:v>119.96</c:v>
                </c:pt>
                <c:pt idx="45154">
                  <c:v>107.84</c:v>
                </c:pt>
                <c:pt idx="45155">
                  <c:v>113.95</c:v>
                </c:pt>
                <c:pt idx="45156">
                  <c:v>119.96</c:v>
                </c:pt>
                <c:pt idx="45157">
                  <c:v>119.96</c:v>
                </c:pt>
                <c:pt idx="45158">
                  <c:v>119.96</c:v>
                </c:pt>
                <c:pt idx="45159">
                  <c:v>119.96</c:v>
                </c:pt>
                <c:pt idx="45160">
                  <c:v>99.96</c:v>
                </c:pt>
                <c:pt idx="45161">
                  <c:v>107.96</c:v>
                </c:pt>
                <c:pt idx="45162">
                  <c:v>101.95</c:v>
                </c:pt>
                <c:pt idx="45163">
                  <c:v>124.95</c:v>
                </c:pt>
                <c:pt idx="45164">
                  <c:v>119.97</c:v>
                </c:pt>
                <c:pt idx="45165">
                  <c:v>119.96</c:v>
                </c:pt>
                <c:pt idx="45166">
                  <c:v>53.97</c:v>
                </c:pt>
                <c:pt idx="45167">
                  <c:v>53.98</c:v>
                </c:pt>
                <c:pt idx="45168">
                  <c:v>53.98</c:v>
                </c:pt>
                <c:pt idx="45169">
                  <c:v>53.98</c:v>
                </c:pt>
                <c:pt idx="45170">
                  <c:v>53.98</c:v>
                </c:pt>
                <c:pt idx="45171">
                  <c:v>53.98</c:v>
                </c:pt>
                <c:pt idx="45172">
                  <c:v>53.98</c:v>
                </c:pt>
                <c:pt idx="45173">
                  <c:v>53.98</c:v>
                </c:pt>
                <c:pt idx="45174">
                  <c:v>53.98</c:v>
                </c:pt>
                <c:pt idx="45175">
                  <c:v>53.98</c:v>
                </c:pt>
                <c:pt idx="45176">
                  <c:v>53.98</c:v>
                </c:pt>
                <c:pt idx="45177">
                  <c:v>53.98</c:v>
                </c:pt>
                <c:pt idx="45178">
                  <c:v>53.98</c:v>
                </c:pt>
                <c:pt idx="45179">
                  <c:v>53.98</c:v>
                </c:pt>
                <c:pt idx="45180">
                  <c:v>53.98</c:v>
                </c:pt>
                <c:pt idx="45181">
                  <c:v>53.98</c:v>
                </c:pt>
                <c:pt idx="45182">
                  <c:v>53.98</c:v>
                </c:pt>
                <c:pt idx="45183">
                  <c:v>53.98</c:v>
                </c:pt>
                <c:pt idx="45184">
                  <c:v>53.98</c:v>
                </c:pt>
                <c:pt idx="45185">
                  <c:v>53.98</c:v>
                </c:pt>
                <c:pt idx="45186">
                  <c:v>53.98</c:v>
                </c:pt>
                <c:pt idx="45187">
                  <c:v>53.98</c:v>
                </c:pt>
                <c:pt idx="45188">
                  <c:v>368.88</c:v>
                </c:pt>
                <c:pt idx="45189">
                  <c:v>453.59</c:v>
                </c:pt>
                <c:pt idx="45190">
                  <c:v>362.88</c:v>
                </c:pt>
                <c:pt idx="45191">
                  <c:v>302.38</c:v>
                </c:pt>
                <c:pt idx="45192">
                  <c:v>362.88</c:v>
                </c:pt>
                <c:pt idx="45193">
                  <c:v>53.98</c:v>
                </c:pt>
                <c:pt idx="45194">
                  <c:v>53.98</c:v>
                </c:pt>
                <c:pt idx="45195">
                  <c:v>53.98</c:v>
                </c:pt>
                <c:pt idx="45196">
                  <c:v>53.98</c:v>
                </c:pt>
                <c:pt idx="45197">
                  <c:v>53.98</c:v>
                </c:pt>
                <c:pt idx="45198">
                  <c:v>53.98</c:v>
                </c:pt>
                <c:pt idx="45199">
                  <c:v>53.98</c:v>
                </c:pt>
                <c:pt idx="45200">
                  <c:v>51.98</c:v>
                </c:pt>
                <c:pt idx="45201">
                  <c:v>51.98</c:v>
                </c:pt>
                <c:pt idx="45202">
                  <c:v>53.98</c:v>
                </c:pt>
                <c:pt idx="45203">
                  <c:v>53.98</c:v>
                </c:pt>
                <c:pt idx="45204">
                  <c:v>53.98</c:v>
                </c:pt>
                <c:pt idx="45205">
                  <c:v>127.46</c:v>
                </c:pt>
                <c:pt idx="45206">
                  <c:v>73.94</c:v>
                </c:pt>
                <c:pt idx="45207">
                  <c:v>59.98</c:v>
                </c:pt>
                <c:pt idx="45208">
                  <c:v>72.98</c:v>
                </c:pt>
                <c:pt idx="45209">
                  <c:v>161.94999999999999</c:v>
                </c:pt>
                <c:pt idx="45210">
                  <c:v>115.96</c:v>
                </c:pt>
                <c:pt idx="45211">
                  <c:v>121.95</c:v>
                </c:pt>
                <c:pt idx="45212">
                  <c:v>89.97</c:v>
                </c:pt>
                <c:pt idx="45213">
                  <c:v>55.98</c:v>
                </c:pt>
                <c:pt idx="45214">
                  <c:v>136.74</c:v>
                </c:pt>
                <c:pt idx="45215">
                  <c:v>272.75</c:v>
                </c:pt>
                <c:pt idx="45216">
                  <c:v>101.96</c:v>
                </c:pt>
                <c:pt idx="45217">
                  <c:v>147</c:v>
                </c:pt>
                <c:pt idx="45218">
                  <c:v>55.98</c:v>
                </c:pt>
                <c:pt idx="45219">
                  <c:v>55.98</c:v>
                </c:pt>
                <c:pt idx="45220">
                  <c:v>53.97</c:v>
                </c:pt>
                <c:pt idx="45221">
                  <c:v>53.96</c:v>
                </c:pt>
                <c:pt idx="45222">
                  <c:v>53.97</c:v>
                </c:pt>
                <c:pt idx="45223">
                  <c:v>53.97</c:v>
                </c:pt>
                <c:pt idx="45224">
                  <c:v>53.97</c:v>
                </c:pt>
                <c:pt idx="45225">
                  <c:v>53.97</c:v>
                </c:pt>
                <c:pt idx="45226">
                  <c:v>53.97</c:v>
                </c:pt>
                <c:pt idx="45227">
                  <c:v>117.96</c:v>
                </c:pt>
                <c:pt idx="45228">
                  <c:v>163.95</c:v>
                </c:pt>
                <c:pt idx="45229">
                  <c:v>183.96</c:v>
                </c:pt>
                <c:pt idx="45230">
                  <c:v>147.96</c:v>
                </c:pt>
                <c:pt idx="45231">
                  <c:v>128.97</c:v>
                </c:pt>
                <c:pt idx="45232">
                  <c:v>109.98</c:v>
                </c:pt>
                <c:pt idx="45233">
                  <c:v>109.98</c:v>
                </c:pt>
                <c:pt idx="45234">
                  <c:v>111.96</c:v>
                </c:pt>
                <c:pt idx="45235">
                  <c:v>92.97</c:v>
                </c:pt>
                <c:pt idx="45236">
                  <c:v>183.96</c:v>
                </c:pt>
                <c:pt idx="45237">
                  <c:v>198.89</c:v>
                </c:pt>
                <c:pt idx="45238">
                  <c:v>157.94999999999999</c:v>
                </c:pt>
                <c:pt idx="45239">
                  <c:v>109.98</c:v>
                </c:pt>
                <c:pt idx="45240">
                  <c:v>53.97</c:v>
                </c:pt>
                <c:pt idx="45241">
                  <c:v>53.97</c:v>
                </c:pt>
                <c:pt idx="45242">
                  <c:v>53.97</c:v>
                </c:pt>
                <c:pt idx="45243">
                  <c:v>53.97</c:v>
                </c:pt>
                <c:pt idx="45244">
                  <c:v>-6.89</c:v>
                </c:pt>
                <c:pt idx="45245">
                  <c:v>59.96</c:v>
                </c:pt>
                <c:pt idx="45246">
                  <c:v>53.97</c:v>
                </c:pt>
                <c:pt idx="45247">
                  <c:v>53.97</c:v>
                </c:pt>
                <c:pt idx="45248">
                  <c:v>53.97</c:v>
                </c:pt>
                <c:pt idx="45249">
                  <c:v>53.97</c:v>
                </c:pt>
                <c:pt idx="45250">
                  <c:v>53.96</c:v>
                </c:pt>
                <c:pt idx="45251">
                  <c:v>48.35</c:v>
                </c:pt>
                <c:pt idx="45252">
                  <c:v>159.69999999999999</c:v>
                </c:pt>
                <c:pt idx="45253">
                  <c:v>-12.48</c:v>
                </c:pt>
                <c:pt idx="45254">
                  <c:v>176.62</c:v>
                </c:pt>
                <c:pt idx="45255">
                  <c:v>120.98</c:v>
                </c:pt>
                <c:pt idx="45256">
                  <c:v>159.69999999999999</c:v>
                </c:pt>
                <c:pt idx="45257">
                  <c:v>147.72</c:v>
                </c:pt>
                <c:pt idx="45258">
                  <c:v>283.04000000000002</c:v>
                </c:pt>
                <c:pt idx="45259">
                  <c:v>53.96</c:v>
                </c:pt>
                <c:pt idx="45260">
                  <c:v>53.94</c:v>
                </c:pt>
                <c:pt idx="45261">
                  <c:v>53.95</c:v>
                </c:pt>
                <c:pt idx="45262">
                  <c:v>53.95</c:v>
                </c:pt>
                <c:pt idx="45263">
                  <c:v>54.88</c:v>
                </c:pt>
                <c:pt idx="45264">
                  <c:v>53.91</c:v>
                </c:pt>
                <c:pt idx="45265">
                  <c:v>58.98</c:v>
                </c:pt>
                <c:pt idx="45266">
                  <c:v>58.98</c:v>
                </c:pt>
                <c:pt idx="45267">
                  <c:v>299.89999999999998</c:v>
                </c:pt>
                <c:pt idx="45268">
                  <c:v>239.92</c:v>
                </c:pt>
                <c:pt idx="45269">
                  <c:v>159.97999999999999</c:v>
                </c:pt>
                <c:pt idx="45270">
                  <c:v>149.94999999999999</c:v>
                </c:pt>
                <c:pt idx="45271">
                  <c:v>179.94</c:v>
                </c:pt>
                <c:pt idx="45272">
                  <c:v>289.89999999999998</c:v>
                </c:pt>
                <c:pt idx="45273">
                  <c:v>174.56</c:v>
                </c:pt>
                <c:pt idx="45274">
                  <c:v>111.97</c:v>
                </c:pt>
                <c:pt idx="45275">
                  <c:v>40.94</c:v>
                </c:pt>
                <c:pt idx="45276">
                  <c:v>-9.4499999999999993</c:v>
                </c:pt>
                <c:pt idx="45277">
                  <c:v>62.98</c:v>
                </c:pt>
                <c:pt idx="45278">
                  <c:v>41.59</c:v>
                </c:pt>
                <c:pt idx="45279">
                  <c:v>119.96</c:v>
                </c:pt>
                <c:pt idx="45280">
                  <c:v>99.96</c:v>
                </c:pt>
                <c:pt idx="45281">
                  <c:v>119.96</c:v>
                </c:pt>
                <c:pt idx="45282">
                  <c:v>105.26</c:v>
                </c:pt>
                <c:pt idx="45283">
                  <c:v>84.97</c:v>
                </c:pt>
                <c:pt idx="45284">
                  <c:v>119.96</c:v>
                </c:pt>
                <c:pt idx="45285">
                  <c:v>89.97</c:v>
                </c:pt>
                <c:pt idx="45286">
                  <c:v>114.96</c:v>
                </c:pt>
                <c:pt idx="45287">
                  <c:v>119.96</c:v>
                </c:pt>
                <c:pt idx="45288">
                  <c:v>109.96</c:v>
                </c:pt>
                <c:pt idx="45289">
                  <c:v>119.96</c:v>
                </c:pt>
                <c:pt idx="45290">
                  <c:v>119.96</c:v>
                </c:pt>
                <c:pt idx="45291">
                  <c:v>119.96</c:v>
                </c:pt>
                <c:pt idx="45292">
                  <c:v>119.96</c:v>
                </c:pt>
                <c:pt idx="45293">
                  <c:v>41.51</c:v>
                </c:pt>
                <c:pt idx="45294">
                  <c:v>54.99</c:v>
                </c:pt>
                <c:pt idx="45295">
                  <c:v>49.59</c:v>
                </c:pt>
                <c:pt idx="45296">
                  <c:v>102.97</c:v>
                </c:pt>
                <c:pt idx="45297">
                  <c:v>161.94999999999999</c:v>
                </c:pt>
                <c:pt idx="45298">
                  <c:v>67.98</c:v>
                </c:pt>
                <c:pt idx="45299">
                  <c:v>124.97</c:v>
                </c:pt>
                <c:pt idx="45300">
                  <c:v>212.92</c:v>
                </c:pt>
                <c:pt idx="45301">
                  <c:v>99.98</c:v>
                </c:pt>
                <c:pt idx="45302">
                  <c:v>99.98</c:v>
                </c:pt>
                <c:pt idx="45303">
                  <c:v>119.97</c:v>
                </c:pt>
                <c:pt idx="45304">
                  <c:v>149.97</c:v>
                </c:pt>
                <c:pt idx="45305">
                  <c:v>23.57</c:v>
                </c:pt>
                <c:pt idx="45306">
                  <c:v>99.98</c:v>
                </c:pt>
                <c:pt idx="45307">
                  <c:v>140.96</c:v>
                </c:pt>
                <c:pt idx="45308">
                  <c:v>100.33</c:v>
                </c:pt>
                <c:pt idx="45309">
                  <c:v>49.59</c:v>
                </c:pt>
                <c:pt idx="45310">
                  <c:v>49.59</c:v>
                </c:pt>
                <c:pt idx="45311">
                  <c:v>49.59</c:v>
                </c:pt>
                <c:pt idx="45312">
                  <c:v>49.59</c:v>
                </c:pt>
                <c:pt idx="45313">
                  <c:v>49.59</c:v>
                </c:pt>
                <c:pt idx="45314">
                  <c:v>54.98</c:v>
                </c:pt>
                <c:pt idx="45315">
                  <c:v>54.48</c:v>
                </c:pt>
                <c:pt idx="45316">
                  <c:v>49.57</c:v>
                </c:pt>
                <c:pt idx="45317">
                  <c:v>49.57</c:v>
                </c:pt>
                <c:pt idx="45318">
                  <c:v>49.57</c:v>
                </c:pt>
                <c:pt idx="45319">
                  <c:v>49.57</c:v>
                </c:pt>
                <c:pt idx="45320">
                  <c:v>53.98</c:v>
                </c:pt>
                <c:pt idx="45321">
                  <c:v>53.98</c:v>
                </c:pt>
                <c:pt idx="45322">
                  <c:v>85.47</c:v>
                </c:pt>
                <c:pt idx="45323">
                  <c:v>89.97</c:v>
                </c:pt>
                <c:pt idx="45324">
                  <c:v>89.97</c:v>
                </c:pt>
                <c:pt idx="45325">
                  <c:v>89.97</c:v>
                </c:pt>
                <c:pt idx="45326">
                  <c:v>53.98</c:v>
                </c:pt>
                <c:pt idx="45327">
                  <c:v>84.97</c:v>
                </c:pt>
                <c:pt idx="45328">
                  <c:v>59.98</c:v>
                </c:pt>
                <c:pt idx="45329">
                  <c:v>59.98</c:v>
                </c:pt>
                <c:pt idx="45330">
                  <c:v>89.97</c:v>
                </c:pt>
                <c:pt idx="45331">
                  <c:v>89.97</c:v>
                </c:pt>
                <c:pt idx="45332">
                  <c:v>89.97</c:v>
                </c:pt>
                <c:pt idx="45333">
                  <c:v>89.97</c:v>
                </c:pt>
                <c:pt idx="45334">
                  <c:v>59.98</c:v>
                </c:pt>
                <c:pt idx="45335">
                  <c:v>89.97</c:v>
                </c:pt>
                <c:pt idx="45336">
                  <c:v>89.97</c:v>
                </c:pt>
                <c:pt idx="45337">
                  <c:v>89.97</c:v>
                </c:pt>
                <c:pt idx="45338">
                  <c:v>89.97</c:v>
                </c:pt>
                <c:pt idx="45339">
                  <c:v>91.47</c:v>
                </c:pt>
                <c:pt idx="45340">
                  <c:v>53.98</c:v>
                </c:pt>
                <c:pt idx="45341">
                  <c:v>46.15</c:v>
                </c:pt>
                <c:pt idx="45342">
                  <c:v>53.97</c:v>
                </c:pt>
                <c:pt idx="45343">
                  <c:v>53.97</c:v>
                </c:pt>
                <c:pt idx="45344">
                  <c:v>53.97</c:v>
                </c:pt>
                <c:pt idx="45345">
                  <c:v>53.97</c:v>
                </c:pt>
                <c:pt idx="45346">
                  <c:v>118.76</c:v>
                </c:pt>
                <c:pt idx="45347">
                  <c:v>89.97</c:v>
                </c:pt>
                <c:pt idx="45348">
                  <c:v>119.96</c:v>
                </c:pt>
                <c:pt idx="45349">
                  <c:v>89.97</c:v>
                </c:pt>
                <c:pt idx="45350">
                  <c:v>119.96</c:v>
                </c:pt>
                <c:pt idx="45351">
                  <c:v>119.96</c:v>
                </c:pt>
                <c:pt idx="45352">
                  <c:v>116.41</c:v>
                </c:pt>
                <c:pt idx="45353">
                  <c:v>117.56</c:v>
                </c:pt>
                <c:pt idx="45354">
                  <c:v>119.96</c:v>
                </c:pt>
                <c:pt idx="45355">
                  <c:v>119.96</c:v>
                </c:pt>
                <c:pt idx="45356">
                  <c:v>119.96</c:v>
                </c:pt>
                <c:pt idx="45357">
                  <c:v>29.99</c:v>
                </c:pt>
                <c:pt idx="45358">
                  <c:v>74.97</c:v>
                </c:pt>
                <c:pt idx="45359">
                  <c:v>99.96</c:v>
                </c:pt>
                <c:pt idx="45360">
                  <c:v>113.96</c:v>
                </c:pt>
                <c:pt idx="45361">
                  <c:v>53.96</c:v>
                </c:pt>
                <c:pt idx="45362">
                  <c:v>53.49</c:v>
                </c:pt>
                <c:pt idx="45363">
                  <c:v>53.94</c:v>
                </c:pt>
                <c:pt idx="45364">
                  <c:v>58.55</c:v>
                </c:pt>
                <c:pt idx="45365">
                  <c:v>58.49</c:v>
                </c:pt>
                <c:pt idx="45366">
                  <c:v>68.98</c:v>
                </c:pt>
                <c:pt idx="45367">
                  <c:v>191.95</c:v>
                </c:pt>
                <c:pt idx="45368">
                  <c:v>158.97</c:v>
                </c:pt>
                <c:pt idx="45369">
                  <c:v>228.19</c:v>
                </c:pt>
                <c:pt idx="45370">
                  <c:v>134.97999999999999</c:v>
                </c:pt>
                <c:pt idx="45371">
                  <c:v>134.97999999999999</c:v>
                </c:pt>
                <c:pt idx="45372">
                  <c:v>155.97</c:v>
                </c:pt>
                <c:pt idx="45373">
                  <c:v>29.99</c:v>
                </c:pt>
                <c:pt idx="45374">
                  <c:v>62.98</c:v>
                </c:pt>
                <c:pt idx="45375">
                  <c:v>118.97</c:v>
                </c:pt>
                <c:pt idx="45376">
                  <c:v>99.98</c:v>
                </c:pt>
                <c:pt idx="45377">
                  <c:v>114.98</c:v>
                </c:pt>
                <c:pt idx="45378">
                  <c:v>143.97</c:v>
                </c:pt>
                <c:pt idx="45379">
                  <c:v>68.989999999999995</c:v>
                </c:pt>
                <c:pt idx="45380">
                  <c:v>84.99</c:v>
                </c:pt>
                <c:pt idx="45381">
                  <c:v>58.48</c:v>
                </c:pt>
                <c:pt idx="45382">
                  <c:v>58.46</c:v>
                </c:pt>
                <c:pt idx="45383">
                  <c:v>20.29</c:v>
                </c:pt>
                <c:pt idx="45384">
                  <c:v>100.98</c:v>
                </c:pt>
                <c:pt idx="45385">
                  <c:v>218.92</c:v>
                </c:pt>
                <c:pt idx="45386">
                  <c:v>288.38</c:v>
                </c:pt>
                <c:pt idx="45387">
                  <c:v>148.46</c:v>
                </c:pt>
                <c:pt idx="45388">
                  <c:v>173.97</c:v>
                </c:pt>
                <c:pt idx="45389">
                  <c:v>211.52</c:v>
                </c:pt>
                <c:pt idx="45390">
                  <c:v>175.95</c:v>
                </c:pt>
                <c:pt idx="45391">
                  <c:v>58.77</c:v>
                </c:pt>
                <c:pt idx="45392">
                  <c:v>169.98</c:v>
                </c:pt>
                <c:pt idx="45393">
                  <c:v>79.98</c:v>
                </c:pt>
                <c:pt idx="45394">
                  <c:v>169.98</c:v>
                </c:pt>
                <c:pt idx="45395">
                  <c:v>79.98</c:v>
                </c:pt>
                <c:pt idx="45396">
                  <c:v>84.99</c:v>
                </c:pt>
                <c:pt idx="45397">
                  <c:v>195.97</c:v>
                </c:pt>
                <c:pt idx="45398">
                  <c:v>134.97999999999999</c:v>
                </c:pt>
                <c:pt idx="45399">
                  <c:v>84.99</c:v>
                </c:pt>
                <c:pt idx="45400">
                  <c:v>139.97999999999999</c:v>
                </c:pt>
                <c:pt idx="45401">
                  <c:v>214.97</c:v>
                </c:pt>
                <c:pt idx="45402">
                  <c:v>84.99</c:v>
                </c:pt>
                <c:pt idx="45403">
                  <c:v>179.97</c:v>
                </c:pt>
                <c:pt idx="45404">
                  <c:v>164.98</c:v>
                </c:pt>
                <c:pt idx="45405">
                  <c:v>45.37</c:v>
                </c:pt>
                <c:pt idx="45406">
                  <c:v>41.09</c:v>
                </c:pt>
                <c:pt idx="45407">
                  <c:v>41.09</c:v>
                </c:pt>
                <c:pt idx="45408">
                  <c:v>41.08</c:v>
                </c:pt>
                <c:pt idx="45409">
                  <c:v>53.08</c:v>
                </c:pt>
                <c:pt idx="45410">
                  <c:v>159.97999999999999</c:v>
                </c:pt>
                <c:pt idx="45411">
                  <c:v>65.989999999999995</c:v>
                </c:pt>
                <c:pt idx="45412">
                  <c:v>67.98</c:v>
                </c:pt>
                <c:pt idx="45413">
                  <c:v>68.989999999999995</c:v>
                </c:pt>
                <c:pt idx="45414">
                  <c:v>84.99</c:v>
                </c:pt>
                <c:pt idx="45415">
                  <c:v>76.489999999999995</c:v>
                </c:pt>
                <c:pt idx="45416">
                  <c:v>74.989999999999995</c:v>
                </c:pt>
                <c:pt idx="45417">
                  <c:v>84.99</c:v>
                </c:pt>
                <c:pt idx="45418">
                  <c:v>84.99</c:v>
                </c:pt>
                <c:pt idx="45419">
                  <c:v>65.989999999999995</c:v>
                </c:pt>
                <c:pt idx="45420">
                  <c:v>85.98</c:v>
                </c:pt>
                <c:pt idx="45421">
                  <c:v>68.989999999999995</c:v>
                </c:pt>
                <c:pt idx="45422">
                  <c:v>85.98</c:v>
                </c:pt>
                <c:pt idx="45423">
                  <c:v>84.99</c:v>
                </c:pt>
                <c:pt idx="45424">
                  <c:v>99.98</c:v>
                </c:pt>
                <c:pt idx="45425">
                  <c:v>62.11</c:v>
                </c:pt>
                <c:pt idx="45426">
                  <c:v>65.989999999999995</c:v>
                </c:pt>
                <c:pt idx="45427">
                  <c:v>84.99</c:v>
                </c:pt>
                <c:pt idx="45428">
                  <c:v>53.07</c:v>
                </c:pt>
                <c:pt idx="45429">
                  <c:v>53.06</c:v>
                </c:pt>
                <c:pt idx="45430">
                  <c:v>53.99</c:v>
                </c:pt>
                <c:pt idx="45431">
                  <c:v>84.99</c:v>
                </c:pt>
                <c:pt idx="45432">
                  <c:v>120.26</c:v>
                </c:pt>
                <c:pt idx="45433">
                  <c:v>79.98</c:v>
                </c:pt>
                <c:pt idx="45434">
                  <c:v>105.96</c:v>
                </c:pt>
                <c:pt idx="45435">
                  <c:v>188.97</c:v>
                </c:pt>
                <c:pt idx="45436">
                  <c:v>84.99</c:v>
                </c:pt>
                <c:pt idx="45437">
                  <c:v>157.58000000000001</c:v>
                </c:pt>
                <c:pt idx="45438">
                  <c:v>135.97</c:v>
                </c:pt>
                <c:pt idx="45439">
                  <c:v>99.98</c:v>
                </c:pt>
                <c:pt idx="45440">
                  <c:v>201.96</c:v>
                </c:pt>
                <c:pt idx="45441">
                  <c:v>139.97999999999999</c:v>
                </c:pt>
                <c:pt idx="45442">
                  <c:v>169.98</c:v>
                </c:pt>
                <c:pt idx="45443">
                  <c:v>53.98</c:v>
                </c:pt>
                <c:pt idx="45444">
                  <c:v>53.98</c:v>
                </c:pt>
                <c:pt idx="45445">
                  <c:v>53.98</c:v>
                </c:pt>
                <c:pt idx="45446">
                  <c:v>53.98</c:v>
                </c:pt>
                <c:pt idx="45447">
                  <c:v>53.98</c:v>
                </c:pt>
                <c:pt idx="45448">
                  <c:v>59.36</c:v>
                </c:pt>
                <c:pt idx="45449">
                  <c:v>84.19</c:v>
                </c:pt>
                <c:pt idx="45450">
                  <c:v>59.2</c:v>
                </c:pt>
                <c:pt idx="45451">
                  <c:v>59.96</c:v>
                </c:pt>
                <c:pt idx="45452">
                  <c:v>73.77</c:v>
                </c:pt>
                <c:pt idx="45453">
                  <c:v>75.959999999999994</c:v>
                </c:pt>
                <c:pt idx="45454">
                  <c:v>51.97</c:v>
                </c:pt>
                <c:pt idx="45455">
                  <c:v>53.97</c:v>
                </c:pt>
                <c:pt idx="45456">
                  <c:v>53.97</c:v>
                </c:pt>
                <c:pt idx="45457">
                  <c:v>53.97</c:v>
                </c:pt>
                <c:pt idx="45458">
                  <c:v>53.97</c:v>
                </c:pt>
                <c:pt idx="45459">
                  <c:v>53.97</c:v>
                </c:pt>
                <c:pt idx="45460">
                  <c:v>53.97</c:v>
                </c:pt>
                <c:pt idx="45461">
                  <c:v>217.52</c:v>
                </c:pt>
                <c:pt idx="45462">
                  <c:v>141.75</c:v>
                </c:pt>
                <c:pt idx="45463">
                  <c:v>88.55</c:v>
                </c:pt>
                <c:pt idx="45464">
                  <c:v>142.97</c:v>
                </c:pt>
                <c:pt idx="45465">
                  <c:v>53.98</c:v>
                </c:pt>
                <c:pt idx="45466">
                  <c:v>27.88</c:v>
                </c:pt>
                <c:pt idx="45467">
                  <c:v>53.97</c:v>
                </c:pt>
                <c:pt idx="45468">
                  <c:v>53.97</c:v>
                </c:pt>
                <c:pt idx="45469">
                  <c:v>53.97</c:v>
                </c:pt>
                <c:pt idx="45470">
                  <c:v>53.97</c:v>
                </c:pt>
                <c:pt idx="45471">
                  <c:v>27.99</c:v>
                </c:pt>
                <c:pt idx="45472">
                  <c:v>59.98</c:v>
                </c:pt>
                <c:pt idx="45473">
                  <c:v>111.96</c:v>
                </c:pt>
                <c:pt idx="45474">
                  <c:v>55.98</c:v>
                </c:pt>
                <c:pt idx="45475">
                  <c:v>83.97</c:v>
                </c:pt>
                <c:pt idx="45476">
                  <c:v>77.97</c:v>
                </c:pt>
                <c:pt idx="45477">
                  <c:v>158.94</c:v>
                </c:pt>
                <c:pt idx="45478">
                  <c:v>55.98</c:v>
                </c:pt>
                <c:pt idx="45479">
                  <c:v>77.209999999999994</c:v>
                </c:pt>
                <c:pt idx="45480">
                  <c:v>83.97</c:v>
                </c:pt>
                <c:pt idx="45481">
                  <c:v>55.98</c:v>
                </c:pt>
                <c:pt idx="45482">
                  <c:v>59.98</c:v>
                </c:pt>
                <c:pt idx="45483">
                  <c:v>55.98</c:v>
                </c:pt>
                <c:pt idx="45484">
                  <c:v>55.98</c:v>
                </c:pt>
                <c:pt idx="45485">
                  <c:v>53.96</c:v>
                </c:pt>
                <c:pt idx="45486">
                  <c:v>53.96</c:v>
                </c:pt>
                <c:pt idx="45487">
                  <c:v>53.97</c:v>
                </c:pt>
                <c:pt idx="45488">
                  <c:v>53.96</c:v>
                </c:pt>
                <c:pt idx="45489">
                  <c:v>53.96</c:v>
                </c:pt>
                <c:pt idx="45490">
                  <c:v>17.28</c:v>
                </c:pt>
                <c:pt idx="45491">
                  <c:v>19.29</c:v>
                </c:pt>
                <c:pt idx="45492">
                  <c:v>842.88</c:v>
                </c:pt>
                <c:pt idx="45493">
                  <c:v>842.88</c:v>
                </c:pt>
                <c:pt idx="45494">
                  <c:v>53.96</c:v>
                </c:pt>
                <c:pt idx="45495">
                  <c:v>84.99</c:v>
                </c:pt>
                <c:pt idx="45496">
                  <c:v>65.989999999999995</c:v>
                </c:pt>
                <c:pt idx="45497">
                  <c:v>84.99</c:v>
                </c:pt>
                <c:pt idx="45498">
                  <c:v>84.99</c:v>
                </c:pt>
                <c:pt idx="45499">
                  <c:v>65.989999999999995</c:v>
                </c:pt>
                <c:pt idx="45500">
                  <c:v>84.99</c:v>
                </c:pt>
                <c:pt idx="45501">
                  <c:v>84.99</c:v>
                </c:pt>
                <c:pt idx="45502">
                  <c:v>84.99</c:v>
                </c:pt>
                <c:pt idx="45503">
                  <c:v>65.989999999999995</c:v>
                </c:pt>
                <c:pt idx="45504">
                  <c:v>79.98</c:v>
                </c:pt>
                <c:pt idx="45505">
                  <c:v>84.99</c:v>
                </c:pt>
                <c:pt idx="45506">
                  <c:v>82.44</c:v>
                </c:pt>
                <c:pt idx="45507">
                  <c:v>84.99</c:v>
                </c:pt>
                <c:pt idx="45508">
                  <c:v>84.99</c:v>
                </c:pt>
                <c:pt idx="45509">
                  <c:v>65.989999999999995</c:v>
                </c:pt>
                <c:pt idx="45510">
                  <c:v>80.3</c:v>
                </c:pt>
                <c:pt idx="45511">
                  <c:v>84.99</c:v>
                </c:pt>
                <c:pt idx="45512">
                  <c:v>41.49</c:v>
                </c:pt>
                <c:pt idx="45513">
                  <c:v>169.98</c:v>
                </c:pt>
                <c:pt idx="45514">
                  <c:v>79.040000000000006</c:v>
                </c:pt>
                <c:pt idx="45515">
                  <c:v>84.99</c:v>
                </c:pt>
                <c:pt idx="45516">
                  <c:v>53.94</c:v>
                </c:pt>
                <c:pt idx="45517">
                  <c:v>53.94</c:v>
                </c:pt>
                <c:pt idx="45518">
                  <c:v>53.94</c:v>
                </c:pt>
                <c:pt idx="45519">
                  <c:v>52.98</c:v>
                </c:pt>
                <c:pt idx="45520">
                  <c:v>44.49</c:v>
                </c:pt>
                <c:pt idx="45521">
                  <c:v>96.97</c:v>
                </c:pt>
                <c:pt idx="45522">
                  <c:v>167.18</c:v>
                </c:pt>
                <c:pt idx="45523">
                  <c:v>96.98</c:v>
                </c:pt>
                <c:pt idx="45524">
                  <c:v>193.96</c:v>
                </c:pt>
                <c:pt idx="45525">
                  <c:v>96.98</c:v>
                </c:pt>
                <c:pt idx="45526">
                  <c:v>74.98</c:v>
                </c:pt>
                <c:pt idx="45527">
                  <c:v>122.97</c:v>
                </c:pt>
                <c:pt idx="45528">
                  <c:v>218.96</c:v>
                </c:pt>
                <c:pt idx="45529">
                  <c:v>96.98</c:v>
                </c:pt>
                <c:pt idx="45530">
                  <c:v>181.97</c:v>
                </c:pt>
                <c:pt idx="45531">
                  <c:v>136.97</c:v>
                </c:pt>
                <c:pt idx="45532">
                  <c:v>96.98</c:v>
                </c:pt>
                <c:pt idx="45533">
                  <c:v>44.49</c:v>
                </c:pt>
                <c:pt idx="45534">
                  <c:v>52.98</c:v>
                </c:pt>
                <c:pt idx="45535">
                  <c:v>40.24</c:v>
                </c:pt>
                <c:pt idx="45536">
                  <c:v>52.97</c:v>
                </c:pt>
                <c:pt idx="45537">
                  <c:v>44.49</c:v>
                </c:pt>
                <c:pt idx="45538">
                  <c:v>44.49</c:v>
                </c:pt>
                <c:pt idx="45539">
                  <c:v>52.97</c:v>
                </c:pt>
                <c:pt idx="45540">
                  <c:v>44.49</c:v>
                </c:pt>
                <c:pt idx="45541">
                  <c:v>52.97</c:v>
                </c:pt>
                <c:pt idx="45542">
                  <c:v>61.69</c:v>
                </c:pt>
                <c:pt idx="45543">
                  <c:v>79.849999999999994</c:v>
                </c:pt>
                <c:pt idx="45544">
                  <c:v>79.849999999999994</c:v>
                </c:pt>
                <c:pt idx="45545">
                  <c:v>79.849999999999994</c:v>
                </c:pt>
                <c:pt idx="45546">
                  <c:v>79.849999999999994</c:v>
                </c:pt>
                <c:pt idx="45547">
                  <c:v>65.989999999999995</c:v>
                </c:pt>
                <c:pt idx="45548">
                  <c:v>56.85</c:v>
                </c:pt>
                <c:pt idx="45549">
                  <c:v>73.8</c:v>
                </c:pt>
                <c:pt idx="45550">
                  <c:v>124.59</c:v>
                </c:pt>
                <c:pt idx="45551">
                  <c:v>79.849999999999994</c:v>
                </c:pt>
                <c:pt idx="45552">
                  <c:v>159.69999999999999</c:v>
                </c:pt>
                <c:pt idx="45553">
                  <c:v>82.86</c:v>
                </c:pt>
                <c:pt idx="45554">
                  <c:v>111.79</c:v>
                </c:pt>
                <c:pt idx="45555">
                  <c:v>159.66999999999999</c:v>
                </c:pt>
                <c:pt idx="45556">
                  <c:v>24.18</c:v>
                </c:pt>
                <c:pt idx="45557">
                  <c:v>106.56</c:v>
                </c:pt>
                <c:pt idx="45558">
                  <c:v>79.849999999999994</c:v>
                </c:pt>
                <c:pt idx="45559">
                  <c:v>52.97</c:v>
                </c:pt>
                <c:pt idx="45560">
                  <c:v>40.229999999999997</c:v>
                </c:pt>
                <c:pt idx="45561">
                  <c:v>40.229999999999997</c:v>
                </c:pt>
                <c:pt idx="45562">
                  <c:v>40.229999999999997</c:v>
                </c:pt>
                <c:pt idx="45563">
                  <c:v>40.229999999999997</c:v>
                </c:pt>
                <c:pt idx="45564">
                  <c:v>44.47</c:v>
                </c:pt>
                <c:pt idx="45565">
                  <c:v>15.49</c:v>
                </c:pt>
                <c:pt idx="45566">
                  <c:v>16.239999999999998</c:v>
                </c:pt>
                <c:pt idx="45567">
                  <c:v>52.96</c:v>
                </c:pt>
                <c:pt idx="45568">
                  <c:v>99.98</c:v>
                </c:pt>
                <c:pt idx="45569">
                  <c:v>131.97999999999999</c:v>
                </c:pt>
                <c:pt idx="45570">
                  <c:v>145.97</c:v>
                </c:pt>
                <c:pt idx="45571">
                  <c:v>121.98</c:v>
                </c:pt>
                <c:pt idx="45572">
                  <c:v>131.97999999999999</c:v>
                </c:pt>
                <c:pt idx="45573">
                  <c:v>197.97</c:v>
                </c:pt>
                <c:pt idx="45574">
                  <c:v>55.02</c:v>
                </c:pt>
                <c:pt idx="45575">
                  <c:v>84.98</c:v>
                </c:pt>
                <c:pt idx="45576">
                  <c:v>131.97999999999999</c:v>
                </c:pt>
                <c:pt idx="45577">
                  <c:v>52.98</c:v>
                </c:pt>
                <c:pt idx="45578">
                  <c:v>52.97</c:v>
                </c:pt>
                <c:pt idx="45579">
                  <c:v>52.97</c:v>
                </c:pt>
                <c:pt idx="45580">
                  <c:v>52.97</c:v>
                </c:pt>
                <c:pt idx="45581">
                  <c:v>57.98</c:v>
                </c:pt>
                <c:pt idx="45582">
                  <c:v>57.98</c:v>
                </c:pt>
                <c:pt idx="45583">
                  <c:v>48.89</c:v>
                </c:pt>
                <c:pt idx="45584">
                  <c:v>57.98</c:v>
                </c:pt>
                <c:pt idx="45585">
                  <c:v>84.99</c:v>
                </c:pt>
                <c:pt idx="45586">
                  <c:v>168.96</c:v>
                </c:pt>
                <c:pt idx="45587">
                  <c:v>172.97</c:v>
                </c:pt>
                <c:pt idx="45588">
                  <c:v>199.96</c:v>
                </c:pt>
                <c:pt idx="45589">
                  <c:v>288.97000000000003</c:v>
                </c:pt>
                <c:pt idx="45590">
                  <c:v>248.36</c:v>
                </c:pt>
                <c:pt idx="45591">
                  <c:v>174.95</c:v>
                </c:pt>
                <c:pt idx="45592">
                  <c:v>305.95999999999998</c:v>
                </c:pt>
                <c:pt idx="45593">
                  <c:v>57.98</c:v>
                </c:pt>
                <c:pt idx="45594">
                  <c:v>57.98</c:v>
                </c:pt>
                <c:pt idx="45595">
                  <c:v>44.14</c:v>
                </c:pt>
                <c:pt idx="45596">
                  <c:v>57.98</c:v>
                </c:pt>
                <c:pt idx="45597">
                  <c:v>44.14</c:v>
                </c:pt>
                <c:pt idx="45598">
                  <c:v>57.98</c:v>
                </c:pt>
                <c:pt idx="45599">
                  <c:v>57.98</c:v>
                </c:pt>
                <c:pt idx="45600">
                  <c:v>483.88</c:v>
                </c:pt>
                <c:pt idx="45601">
                  <c:v>145.16</c:v>
                </c:pt>
                <c:pt idx="45602">
                  <c:v>48.48</c:v>
                </c:pt>
                <c:pt idx="45603">
                  <c:v>57.96</c:v>
                </c:pt>
                <c:pt idx="45604">
                  <c:v>57.96</c:v>
                </c:pt>
                <c:pt idx="45605">
                  <c:v>52.93</c:v>
                </c:pt>
                <c:pt idx="45606">
                  <c:v>53.76</c:v>
                </c:pt>
                <c:pt idx="45607">
                  <c:v>53.71</c:v>
                </c:pt>
                <c:pt idx="45608">
                  <c:v>73.599999999999994</c:v>
                </c:pt>
                <c:pt idx="45609">
                  <c:v>171.97</c:v>
                </c:pt>
                <c:pt idx="45610">
                  <c:v>77.959999999999994</c:v>
                </c:pt>
                <c:pt idx="45611">
                  <c:v>275.79000000000002</c:v>
                </c:pt>
                <c:pt idx="45612">
                  <c:v>50.97</c:v>
                </c:pt>
                <c:pt idx="45613">
                  <c:v>79.989999999999995</c:v>
                </c:pt>
                <c:pt idx="45614">
                  <c:v>79.989999999999995</c:v>
                </c:pt>
                <c:pt idx="45615">
                  <c:v>105.96</c:v>
                </c:pt>
                <c:pt idx="45616">
                  <c:v>153.41999999999999</c:v>
                </c:pt>
                <c:pt idx="45617">
                  <c:v>159.97999999999999</c:v>
                </c:pt>
                <c:pt idx="45618">
                  <c:v>67.98</c:v>
                </c:pt>
                <c:pt idx="45619">
                  <c:v>135.94</c:v>
                </c:pt>
                <c:pt idx="45620">
                  <c:v>53.08</c:v>
                </c:pt>
                <c:pt idx="45621">
                  <c:v>53.08</c:v>
                </c:pt>
                <c:pt idx="45622">
                  <c:v>44.49</c:v>
                </c:pt>
                <c:pt idx="45623">
                  <c:v>139.97999999999999</c:v>
                </c:pt>
                <c:pt idx="45624">
                  <c:v>84.99</c:v>
                </c:pt>
                <c:pt idx="45625">
                  <c:v>65.989999999999995</c:v>
                </c:pt>
                <c:pt idx="45626">
                  <c:v>65.989999999999995</c:v>
                </c:pt>
                <c:pt idx="45627">
                  <c:v>65.989999999999995</c:v>
                </c:pt>
                <c:pt idx="45628">
                  <c:v>152.97999999999999</c:v>
                </c:pt>
                <c:pt idx="45629">
                  <c:v>84.99</c:v>
                </c:pt>
                <c:pt idx="45630">
                  <c:v>161.66999999999999</c:v>
                </c:pt>
                <c:pt idx="45631">
                  <c:v>169.98</c:v>
                </c:pt>
                <c:pt idx="45632">
                  <c:v>169.98</c:v>
                </c:pt>
                <c:pt idx="45633">
                  <c:v>169.98</c:v>
                </c:pt>
                <c:pt idx="45634">
                  <c:v>169.98</c:v>
                </c:pt>
                <c:pt idx="45635">
                  <c:v>81.31</c:v>
                </c:pt>
                <c:pt idx="45636">
                  <c:v>169.98</c:v>
                </c:pt>
                <c:pt idx="45637">
                  <c:v>53.97</c:v>
                </c:pt>
                <c:pt idx="45638">
                  <c:v>57.56</c:v>
                </c:pt>
                <c:pt idx="45639">
                  <c:v>241.47</c:v>
                </c:pt>
                <c:pt idx="45640">
                  <c:v>215.97</c:v>
                </c:pt>
                <c:pt idx="45641">
                  <c:v>300.36</c:v>
                </c:pt>
                <c:pt idx="45642">
                  <c:v>239.97</c:v>
                </c:pt>
                <c:pt idx="45643">
                  <c:v>178.97</c:v>
                </c:pt>
                <c:pt idx="45644">
                  <c:v>239.97</c:v>
                </c:pt>
                <c:pt idx="45645">
                  <c:v>239.97</c:v>
                </c:pt>
                <c:pt idx="45646">
                  <c:v>53.48</c:v>
                </c:pt>
                <c:pt idx="45647">
                  <c:v>48.38</c:v>
                </c:pt>
                <c:pt idx="45648">
                  <c:v>48.35</c:v>
                </c:pt>
                <c:pt idx="45649">
                  <c:v>76.41</c:v>
                </c:pt>
                <c:pt idx="45650">
                  <c:v>169.98</c:v>
                </c:pt>
                <c:pt idx="45651">
                  <c:v>84.99</c:v>
                </c:pt>
                <c:pt idx="45652">
                  <c:v>144.94999999999999</c:v>
                </c:pt>
                <c:pt idx="45653">
                  <c:v>99.98</c:v>
                </c:pt>
                <c:pt idx="45654">
                  <c:v>100.98</c:v>
                </c:pt>
                <c:pt idx="45655">
                  <c:v>99.98</c:v>
                </c:pt>
                <c:pt idx="45656">
                  <c:v>99.98</c:v>
                </c:pt>
                <c:pt idx="45657">
                  <c:v>84.99</c:v>
                </c:pt>
                <c:pt idx="45658">
                  <c:v>108.97</c:v>
                </c:pt>
                <c:pt idx="45659">
                  <c:v>84.99</c:v>
                </c:pt>
                <c:pt idx="45660">
                  <c:v>99.98</c:v>
                </c:pt>
                <c:pt idx="45661">
                  <c:v>119.98</c:v>
                </c:pt>
                <c:pt idx="45662">
                  <c:v>131.97999999999999</c:v>
                </c:pt>
                <c:pt idx="45663">
                  <c:v>53.76</c:v>
                </c:pt>
                <c:pt idx="45664">
                  <c:v>53.15</c:v>
                </c:pt>
                <c:pt idx="45665">
                  <c:v>52.18</c:v>
                </c:pt>
                <c:pt idx="45666">
                  <c:v>154.22</c:v>
                </c:pt>
                <c:pt idx="45667">
                  <c:v>232.25</c:v>
                </c:pt>
                <c:pt idx="45668">
                  <c:v>136.06</c:v>
                </c:pt>
                <c:pt idx="45669">
                  <c:v>52.18</c:v>
                </c:pt>
                <c:pt idx="45670">
                  <c:v>52.18</c:v>
                </c:pt>
                <c:pt idx="45671">
                  <c:v>52.16</c:v>
                </c:pt>
                <c:pt idx="45672">
                  <c:v>119.66</c:v>
                </c:pt>
                <c:pt idx="45673">
                  <c:v>119.66</c:v>
                </c:pt>
                <c:pt idx="45674">
                  <c:v>89.97</c:v>
                </c:pt>
                <c:pt idx="45675">
                  <c:v>89.97</c:v>
                </c:pt>
                <c:pt idx="45676">
                  <c:v>86.97</c:v>
                </c:pt>
                <c:pt idx="45677">
                  <c:v>57.64</c:v>
                </c:pt>
                <c:pt idx="45678">
                  <c:v>74.97</c:v>
                </c:pt>
                <c:pt idx="45679">
                  <c:v>89.97</c:v>
                </c:pt>
                <c:pt idx="45680">
                  <c:v>89.97</c:v>
                </c:pt>
                <c:pt idx="45681">
                  <c:v>74.97</c:v>
                </c:pt>
                <c:pt idx="45682">
                  <c:v>92.97</c:v>
                </c:pt>
                <c:pt idx="45683">
                  <c:v>96.97</c:v>
                </c:pt>
                <c:pt idx="45684">
                  <c:v>92.97</c:v>
                </c:pt>
                <c:pt idx="45685">
                  <c:v>57.64</c:v>
                </c:pt>
                <c:pt idx="45686">
                  <c:v>96.97</c:v>
                </c:pt>
                <c:pt idx="45687">
                  <c:v>86.97</c:v>
                </c:pt>
                <c:pt idx="45688">
                  <c:v>101.96</c:v>
                </c:pt>
                <c:pt idx="45689">
                  <c:v>84.99</c:v>
                </c:pt>
                <c:pt idx="45690">
                  <c:v>84.99</c:v>
                </c:pt>
                <c:pt idx="45691">
                  <c:v>89.97</c:v>
                </c:pt>
                <c:pt idx="45692">
                  <c:v>89.97</c:v>
                </c:pt>
                <c:pt idx="45693">
                  <c:v>89.97</c:v>
                </c:pt>
                <c:pt idx="45694">
                  <c:v>101.96</c:v>
                </c:pt>
                <c:pt idx="45695">
                  <c:v>89.97</c:v>
                </c:pt>
                <c:pt idx="45696">
                  <c:v>19.489999999999998</c:v>
                </c:pt>
                <c:pt idx="45697">
                  <c:v>11.24</c:v>
                </c:pt>
                <c:pt idx="45698">
                  <c:v>44.29</c:v>
                </c:pt>
                <c:pt idx="45699">
                  <c:v>52.98</c:v>
                </c:pt>
                <c:pt idx="45700">
                  <c:v>44.29</c:v>
                </c:pt>
                <c:pt idx="45701">
                  <c:v>52.98</c:v>
                </c:pt>
                <c:pt idx="45702">
                  <c:v>239.54</c:v>
                </c:pt>
                <c:pt idx="45703">
                  <c:v>239.54</c:v>
                </c:pt>
                <c:pt idx="45704">
                  <c:v>104.02</c:v>
                </c:pt>
                <c:pt idx="45705">
                  <c:v>303.32</c:v>
                </c:pt>
                <c:pt idx="45706">
                  <c:v>239.54</c:v>
                </c:pt>
                <c:pt idx="45707">
                  <c:v>182.67</c:v>
                </c:pt>
                <c:pt idx="45708">
                  <c:v>239.54</c:v>
                </c:pt>
                <c:pt idx="45709">
                  <c:v>52.98</c:v>
                </c:pt>
                <c:pt idx="45710">
                  <c:v>52.98</c:v>
                </c:pt>
                <c:pt idx="45711">
                  <c:v>52.98</c:v>
                </c:pt>
                <c:pt idx="45712">
                  <c:v>52.98</c:v>
                </c:pt>
                <c:pt idx="45713">
                  <c:v>44.29</c:v>
                </c:pt>
                <c:pt idx="45714">
                  <c:v>44.29</c:v>
                </c:pt>
                <c:pt idx="45715">
                  <c:v>52.97</c:v>
                </c:pt>
                <c:pt idx="45716">
                  <c:v>39.93</c:v>
                </c:pt>
                <c:pt idx="45717">
                  <c:v>39.93</c:v>
                </c:pt>
                <c:pt idx="45718">
                  <c:v>165.95</c:v>
                </c:pt>
                <c:pt idx="45719">
                  <c:v>216.85</c:v>
                </c:pt>
                <c:pt idx="45720">
                  <c:v>69.98</c:v>
                </c:pt>
                <c:pt idx="45721">
                  <c:v>219.97</c:v>
                </c:pt>
                <c:pt idx="45722">
                  <c:v>48.25</c:v>
                </c:pt>
                <c:pt idx="45723">
                  <c:v>39.93</c:v>
                </c:pt>
                <c:pt idx="45724">
                  <c:v>39.93</c:v>
                </c:pt>
                <c:pt idx="45725">
                  <c:v>39.93</c:v>
                </c:pt>
                <c:pt idx="45726">
                  <c:v>39.93</c:v>
                </c:pt>
                <c:pt idx="45727">
                  <c:v>52.97</c:v>
                </c:pt>
                <c:pt idx="45728">
                  <c:v>52.97</c:v>
                </c:pt>
                <c:pt idx="45729">
                  <c:v>52.97</c:v>
                </c:pt>
                <c:pt idx="45730">
                  <c:v>52.97</c:v>
                </c:pt>
                <c:pt idx="45731">
                  <c:v>152.97999999999999</c:v>
                </c:pt>
                <c:pt idx="45732">
                  <c:v>139.97999999999999</c:v>
                </c:pt>
                <c:pt idx="45733">
                  <c:v>169.98</c:v>
                </c:pt>
                <c:pt idx="45734">
                  <c:v>47.49</c:v>
                </c:pt>
                <c:pt idx="45735">
                  <c:v>56.97</c:v>
                </c:pt>
                <c:pt idx="45736">
                  <c:v>56.97</c:v>
                </c:pt>
                <c:pt idx="45737">
                  <c:v>56.97</c:v>
                </c:pt>
                <c:pt idx="45738">
                  <c:v>148.47</c:v>
                </c:pt>
                <c:pt idx="45739">
                  <c:v>51.84</c:v>
                </c:pt>
                <c:pt idx="45740">
                  <c:v>166.84</c:v>
                </c:pt>
                <c:pt idx="45741">
                  <c:v>164.98</c:v>
                </c:pt>
                <c:pt idx="45742">
                  <c:v>169.98</c:v>
                </c:pt>
                <c:pt idx="45743">
                  <c:v>126.98</c:v>
                </c:pt>
                <c:pt idx="45744">
                  <c:v>121.75</c:v>
                </c:pt>
                <c:pt idx="45745">
                  <c:v>138.13999999999999</c:v>
                </c:pt>
                <c:pt idx="45746">
                  <c:v>200.15</c:v>
                </c:pt>
                <c:pt idx="45747">
                  <c:v>62.96</c:v>
                </c:pt>
                <c:pt idx="45748">
                  <c:v>56.97</c:v>
                </c:pt>
                <c:pt idx="45749">
                  <c:v>56.97</c:v>
                </c:pt>
                <c:pt idx="45750">
                  <c:v>56.97</c:v>
                </c:pt>
                <c:pt idx="45751">
                  <c:v>56.97</c:v>
                </c:pt>
                <c:pt idx="45752">
                  <c:v>56.97</c:v>
                </c:pt>
                <c:pt idx="45753">
                  <c:v>56.97</c:v>
                </c:pt>
                <c:pt idx="45754">
                  <c:v>56.97</c:v>
                </c:pt>
                <c:pt idx="45755">
                  <c:v>56.97</c:v>
                </c:pt>
                <c:pt idx="45756">
                  <c:v>56.97</c:v>
                </c:pt>
                <c:pt idx="45757">
                  <c:v>84.95</c:v>
                </c:pt>
                <c:pt idx="45758">
                  <c:v>84.95</c:v>
                </c:pt>
                <c:pt idx="45759">
                  <c:v>41.1</c:v>
                </c:pt>
                <c:pt idx="45760">
                  <c:v>59.96</c:v>
                </c:pt>
                <c:pt idx="45761">
                  <c:v>50.99</c:v>
                </c:pt>
                <c:pt idx="45762">
                  <c:v>59.97</c:v>
                </c:pt>
                <c:pt idx="45763">
                  <c:v>41.1</c:v>
                </c:pt>
                <c:pt idx="45764">
                  <c:v>70.05</c:v>
                </c:pt>
                <c:pt idx="45765">
                  <c:v>99.95</c:v>
                </c:pt>
                <c:pt idx="45766">
                  <c:v>59.96</c:v>
                </c:pt>
                <c:pt idx="45767">
                  <c:v>61.28</c:v>
                </c:pt>
                <c:pt idx="45768">
                  <c:v>50.99</c:v>
                </c:pt>
                <c:pt idx="45769">
                  <c:v>52.46</c:v>
                </c:pt>
                <c:pt idx="45770">
                  <c:v>99.95</c:v>
                </c:pt>
                <c:pt idx="45771">
                  <c:v>61.28</c:v>
                </c:pt>
                <c:pt idx="45772">
                  <c:v>70.05</c:v>
                </c:pt>
                <c:pt idx="45773">
                  <c:v>69.95</c:v>
                </c:pt>
                <c:pt idx="45774">
                  <c:v>69.95</c:v>
                </c:pt>
                <c:pt idx="45775">
                  <c:v>59.97</c:v>
                </c:pt>
                <c:pt idx="45776">
                  <c:v>52.46</c:v>
                </c:pt>
                <c:pt idx="45777">
                  <c:v>56.96</c:v>
                </c:pt>
                <c:pt idx="45778">
                  <c:v>51.98</c:v>
                </c:pt>
                <c:pt idx="45779">
                  <c:v>51.98</c:v>
                </c:pt>
                <c:pt idx="45780">
                  <c:v>51.98</c:v>
                </c:pt>
                <c:pt idx="45781">
                  <c:v>51.98</c:v>
                </c:pt>
                <c:pt idx="45782">
                  <c:v>51.98</c:v>
                </c:pt>
                <c:pt idx="45783">
                  <c:v>51.98</c:v>
                </c:pt>
                <c:pt idx="45784">
                  <c:v>51.97</c:v>
                </c:pt>
                <c:pt idx="45785">
                  <c:v>51.98</c:v>
                </c:pt>
                <c:pt idx="45786">
                  <c:v>51.96</c:v>
                </c:pt>
                <c:pt idx="45787">
                  <c:v>138.96</c:v>
                </c:pt>
                <c:pt idx="45788">
                  <c:v>73.569999999999993</c:v>
                </c:pt>
                <c:pt idx="45789">
                  <c:v>107.96</c:v>
                </c:pt>
                <c:pt idx="45790">
                  <c:v>65.98</c:v>
                </c:pt>
                <c:pt idx="45791">
                  <c:v>68.98</c:v>
                </c:pt>
                <c:pt idx="45792">
                  <c:v>109.61</c:v>
                </c:pt>
                <c:pt idx="45793">
                  <c:v>55.97</c:v>
                </c:pt>
                <c:pt idx="45794">
                  <c:v>55.43</c:v>
                </c:pt>
                <c:pt idx="45795">
                  <c:v>118.96</c:v>
                </c:pt>
                <c:pt idx="45796">
                  <c:v>50.98</c:v>
                </c:pt>
                <c:pt idx="45797">
                  <c:v>131.96</c:v>
                </c:pt>
                <c:pt idx="45798">
                  <c:v>68.23</c:v>
                </c:pt>
                <c:pt idx="45799">
                  <c:v>53.98</c:v>
                </c:pt>
                <c:pt idx="45800">
                  <c:v>102.97</c:v>
                </c:pt>
                <c:pt idx="45801">
                  <c:v>102.97</c:v>
                </c:pt>
                <c:pt idx="45802">
                  <c:v>99.98</c:v>
                </c:pt>
                <c:pt idx="45803">
                  <c:v>65.98</c:v>
                </c:pt>
                <c:pt idx="45804">
                  <c:v>69.98</c:v>
                </c:pt>
                <c:pt idx="45805">
                  <c:v>50.56</c:v>
                </c:pt>
                <c:pt idx="45806">
                  <c:v>55.56</c:v>
                </c:pt>
                <c:pt idx="45807">
                  <c:v>69.989999999999995</c:v>
                </c:pt>
                <c:pt idx="45808">
                  <c:v>69.989999999999995</c:v>
                </c:pt>
                <c:pt idx="45809">
                  <c:v>33.28</c:v>
                </c:pt>
                <c:pt idx="45810">
                  <c:v>43.48</c:v>
                </c:pt>
                <c:pt idx="45811">
                  <c:v>51.96</c:v>
                </c:pt>
                <c:pt idx="45812">
                  <c:v>51.96</c:v>
                </c:pt>
                <c:pt idx="45813">
                  <c:v>51.96</c:v>
                </c:pt>
                <c:pt idx="45814">
                  <c:v>51.96</c:v>
                </c:pt>
                <c:pt idx="45815">
                  <c:v>51.96</c:v>
                </c:pt>
                <c:pt idx="45816">
                  <c:v>71.739999999999995</c:v>
                </c:pt>
                <c:pt idx="45817">
                  <c:v>109.98</c:v>
                </c:pt>
                <c:pt idx="45818">
                  <c:v>199.95</c:v>
                </c:pt>
                <c:pt idx="45819">
                  <c:v>74.95</c:v>
                </c:pt>
                <c:pt idx="45820">
                  <c:v>73.98</c:v>
                </c:pt>
                <c:pt idx="45821">
                  <c:v>69.260000000000005</c:v>
                </c:pt>
                <c:pt idx="45822">
                  <c:v>103.95</c:v>
                </c:pt>
                <c:pt idx="45823">
                  <c:v>51.96</c:v>
                </c:pt>
                <c:pt idx="45824">
                  <c:v>51.96</c:v>
                </c:pt>
                <c:pt idx="45825">
                  <c:v>51.96</c:v>
                </c:pt>
                <c:pt idx="45826">
                  <c:v>51.96</c:v>
                </c:pt>
                <c:pt idx="45827">
                  <c:v>51.97</c:v>
                </c:pt>
                <c:pt idx="45828">
                  <c:v>51.97</c:v>
                </c:pt>
                <c:pt idx="45829">
                  <c:v>51.96</c:v>
                </c:pt>
                <c:pt idx="45830">
                  <c:v>51.96</c:v>
                </c:pt>
                <c:pt idx="45831">
                  <c:v>51.96</c:v>
                </c:pt>
                <c:pt idx="45832">
                  <c:v>151.55000000000001</c:v>
                </c:pt>
                <c:pt idx="45833">
                  <c:v>264.31</c:v>
                </c:pt>
                <c:pt idx="45834">
                  <c:v>310.89</c:v>
                </c:pt>
                <c:pt idx="45835">
                  <c:v>480.34</c:v>
                </c:pt>
                <c:pt idx="45836">
                  <c:v>150.94999999999999</c:v>
                </c:pt>
                <c:pt idx="45837">
                  <c:v>90.72</c:v>
                </c:pt>
                <c:pt idx="45838">
                  <c:v>51.96</c:v>
                </c:pt>
                <c:pt idx="45839">
                  <c:v>51.87</c:v>
                </c:pt>
                <c:pt idx="45840">
                  <c:v>243.96</c:v>
                </c:pt>
                <c:pt idx="45841">
                  <c:v>219.56</c:v>
                </c:pt>
                <c:pt idx="45842">
                  <c:v>99.98</c:v>
                </c:pt>
                <c:pt idx="45843">
                  <c:v>243.96</c:v>
                </c:pt>
                <c:pt idx="45844">
                  <c:v>313.92</c:v>
                </c:pt>
                <c:pt idx="45845">
                  <c:v>243.96</c:v>
                </c:pt>
                <c:pt idx="45846">
                  <c:v>243.96</c:v>
                </c:pt>
                <c:pt idx="45847">
                  <c:v>51.82</c:v>
                </c:pt>
                <c:pt idx="45848">
                  <c:v>44.03</c:v>
                </c:pt>
                <c:pt idx="45849">
                  <c:v>51.76</c:v>
                </c:pt>
                <c:pt idx="45850">
                  <c:v>56.68</c:v>
                </c:pt>
                <c:pt idx="45851">
                  <c:v>51.76</c:v>
                </c:pt>
                <c:pt idx="45852">
                  <c:v>59.98</c:v>
                </c:pt>
                <c:pt idx="45853">
                  <c:v>83.97</c:v>
                </c:pt>
                <c:pt idx="45854">
                  <c:v>92.96</c:v>
                </c:pt>
                <c:pt idx="45855">
                  <c:v>64.97</c:v>
                </c:pt>
                <c:pt idx="45856">
                  <c:v>74.959999999999994</c:v>
                </c:pt>
                <c:pt idx="45857">
                  <c:v>62.97</c:v>
                </c:pt>
                <c:pt idx="45858">
                  <c:v>59.98</c:v>
                </c:pt>
                <c:pt idx="45859">
                  <c:v>92.96</c:v>
                </c:pt>
                <c:pt idx="45860">
                  <c:v>74.48</c:v>
                </c:pt>
                <c:pt idx="45861">
                  <c:v>87.96</c:v>
                </c:pt>
                <c:pt idx="45862">
                  <c:v>57.68</c:v>
                </c:pt>
                <c:pt idx="45863">
                  <c:v>62.97</c:v>
                </c:pt>
                <c:pt idx="45864">
                  <c:v>92.96</c:v>
                </c:pt>
                <c:pt idx="45865">
                  <c:v>101.96</c:v>
                </c:pt>
                <c:pt idx="45866">
                  <c:v>62.97</c:v>
                </c:pt>
                <c:pt idx="45867">
                  <c:v>52.22</c:v>
                </c:pt>
                <c:pt idx="45868">
                  <c:v>90.97</c:v>
                </c:pt>
                <c:pt idx="45869">
                  <c:v>92.96</c:v>
                </c:pt>
                <c:pt idx="45870">
                  <c:v>78.13</c:v>
                </c:pt>
                <c:pt idx="45871">
                  <c:v>62.97</c:v>
                </c:pt>
                <c:pt idx="45872">
                  <c:v>44.19</c:v>
                </c:pt>
                <c:pt idx="45873">
                  <c:v>43.79</c:v>
                </c:pt>
                <c:pt idx="45874">
                  <c:v>163.57</c:v>
                </c:pt>
                <c:pt idx="45875">
                  <c:v>51.29</c:v>
                </c:pt>
                <c:pt idx="45876">
                  <c:v>137.97999999999999</c:v>
                </c:pt>
                <c:pt idx="45877">
                  <c:v>245.2</c:v>
                </c:pt>
                <c:pt idx="45878">
                  <c:v>68.98</c:v>
                </c:pt>
                <c:pt idx="45879">
                  <c:v>159.97999999999999</c:v>
                </c:pt>
                <c:pt idx="45880">
                  <c:v>169.98</c:v>
                </c:pt>
                <c:pt idx="45881">
                  <c:v>99.98</c:v>
                </c:pt>
                <c:pt idx="45882">
                  <c:v>169.98</c:v>
                </c:pt>
                <c:pt idx="45883">
                  <c:v>99.98</c:v>
                </c:pt>
                <c:pt idx="45884">
                  <c:v>169.98</c:v>
                </c:pt>
                <c:pt idx="45885">
                  <c:v>99.98</c:v>
                </c:pt>
                <c:pt idx="45886">
                  <c:v>127.83</c:v>
                </c:pt>
                <c:pt idx="45887">
                  <c:v>149.97</c:v>
                </c:pt>
                <c:pt idx="45888">
                  <c:v>51.98</c:v>
                </c:pt>
                <c:pt idx="45889">
                  <c:v>51.98</c:v>
                </c:pt>
                <c:pt idx="45890">
                  <c:v>51.97</c:v>
                </c:pt>
                <c:pt idx="45891">
                  <c:v>51.97</c:v>
                </c:pt>
                <c:pt idx="45892">
                  <c:v>51.96</c:v>
                </c:pt>
                <c:pt idx="45893">
                  <c:v>51.96</c:v>
                </c:pt>
                <c:pt idx="45894">
                  <c:v>51.96</c:v>
                </c:pt>
                <c:pt idx="45895">
                  <c:v>51.96</c:v>
                </c:pt>
                <c:pt idx="45896">
                  <c:v>51.48</c:v>
                </c:pt>
                <c:pt idx="45897">
                  <c:v>84.99</c:v>
                </c:pt>
                <c:pt idx="45898">
                  <c:v>65.989999999999995</c:v>
                </c:pt>
                <c:pt idx="45899">
                  <c:v>58.98</c:v>
                </c:pt>
                <c:pt idx="45900">
                  <c:v>84.99</c:v>
                </c:pt>
                <c:pt idx="45901">
                  <c:v>169.98</c:v>
                </c:pt>
                <c:pt idx="45902">
                  <c:v>84.99</c:v>
                </c:pt>
                <c:pt idx="45903">
                  <c:v>65.989999999999995</c:v>
                </c:pt>
                <c:pt idx="45904">
                  <c:v>84.99</c:v>
                </c:pt>
                <c:pt idx="45905">
                  <c:v>65.989999999999995</c:v>
                </c:pt>
                <c:pt idx="45906">
                  <c:v>84.99</c:v>
                </c:pt>
                <c:pt idx="45907">
                  <c:v>184.97</c:v>
                </c:pt>
                <c:pt idx="45908">
                  <c:v>84.99</c:v>
                </c:pt>
                <c:pt idx="45909">
                  <c:v>65.989999999999995</c:v>
                </c:pt>
                <c:pt idx="45910">
                  <c:v>84.99</c:v>
                </c:pt>
                <c:pt idx="45911">
                  <c:v>51.47</c:v>
                </c:pt>
                <c:pt idx="45912">
                  <c:v>46.86</c:v>
                </c:pt>
                <c:pt idx="45913">
                  <c:v>47.17</c:v>
                </c:pt>
                <c:pt idx="45914">
                  <c:v>47.15</c:v>
                </c:pt>
                <c:pt idx="45915">
                  <c:v>47.15</c:v>
                </c:pt>
                <c:pt idx="45916">
                  <c:v>51.76</c:v>
                </c:pt>
                <c:pt idx="45917">
                  <c:v>51.27</c:v>
                </c:pt>
                <c:pt idx="45918">
                  <c:v>52.18</c:v>
                </c:pt>
                <c:pt idx="45919">
                  <c:v>52.18</c:v>
                </c:pt>
                <c:pt idx="45920">
                  <c:v>52.18</c:v>
                </c:pt>
                <c:pt idx="45921">
                  <c:v>65.989999999999995</c:v>
                </c:pt>
                <c:pt idx="45922">
                  <c:v>67.98</c:v>
                </c:pt>
                <c:pt idx="45923">
                  <c:v>65.989999999999995</c:v>
                </c:pt>
                <c:pt idx="45924">
                  <c:v>84.99</c:v>
                </c:pt>
                <c:pt idx="45925">
                  <c:v>102.98</c:v>
                </c:pt>
                <c:pt idx="45926">
                  <c:v>122.97</c:v>
                </c:pt>
                <c:pt idx="45927">
                  <c:v>73.989999999999995</c:v>
                </c:pt>
                <c:pt idx="45928">
                  <c:v>49.99</c:v>
                </c:pt>
                <c:pt idx="45929">
                  <c:v>84.99</c:v>
                </c:pt>
                <c:pt idx="45930">
                  <c:v>84.99</c:v>
                </c:pt>
                <c:pt idx="45931">
                  <c:v>76.3</c:v>
                </c:pt>
                <c:pt idx="45932">
                  <c:v>86.98</c:v>
                </c:pt>
                <c:pt idx="45933">
                  <c:v>56.97</c:v>
                </c:pt>
                <c:pt idx="45934">
                  <c:v>99.98</c:v>
                </c:pt>
                <c:pt idx="45935">
                  <c:v>51.27</c:v>
                </c:pt>
                <c:pt idx="45936">
                  <c:v>51.27</c:v>
                </c:pt>
                <c:pt idx="45937">
                  <c:v>51.27</c:v>
                </c:pt>
                <c:pt idx="45938">
                  <c:v>136.33000000000001</c:v>
                </c:pt>
                <c:pt idx="45939">
                  <c:v>137.97999999999999</c:v>
                </c:pt>
                <c:pt idx="45940">
                  <c:v>107.75</c:v>
                </c:pt>
                <c:pt idx="45941">
                  <c:v>51.47</c:v>
                </c:pt>
                <c:pt idx="45942">
                  <c:v>72.239999999999995</c:v>
                </c:pt>
                <c:pt idx="45943">
                  <c:v>169.98</c:v>
                </c:pt>
                <c:pt idx="45944">
                  <c:v>91.97</c:v>
                </c:pt>
                <c:pt idx="45945">
                  <c:v>56.56</c:v>
                </c:pt>
                <c:pt idx="45946">
                  <c:v>56.56</c:v>
                </c:pt>
                <c:pt idx="45947">
                  <c:v>170.02</c:v>
                </c:pt>
                <c:pt idx="45948">
                  <c:v>102.91</c:v>
                </c:pt>
                <c:pt idx="45949">
                  <c:v>92.67</c:v>
                </c:pt>
                <c:pt idx="45950">
                  <c:v>122.96</c:v>
                </c:pt>
                <c:pt idx="45951">
                  <c:v>149.94999999999999</c:v>
                </c:pt>
                <c:pt idx="45952">
                  <c:v>79.95</c:v>
                </c:pt>
                <c:pt idx="45953">
                  <c:v>119.38</c:v>
                </c:pt>
                <c:pt idx="45954">
                  <c:v>102.97</c:v>
                </c:pt>
                <c:pt idx="45955">
                  <c:v>102.97</c:v>
                </c:pt>
                <c:pt idx="45956">
                  <c:v>71.98</c:v>
                </c:pt>
                <c:pt idx="45957">
                  <c:v>111.46</c:v>
                </c:pt>
                <c:pt idx="45958">
                  <c:v>88</c:v>
                </c:pt>
                <c:pt idx="45959">
                  <c:v>130.94999999999999</c:v>
                </c:pt>
                <c:pt idx="45960">
                  <c:v>94.47</c:v>
                </c:pt>
                <c:pt idx="45961">
                  <c:v>142.65</c:v>
                </c:pt>
                <c:pt idx="45962">
                  <c:v>55.98</c:v>
                </c:pt>
                <c:pt idx="45963">
                  <c:v>55.97</c:v>
                </c:pt>
                <c:pt idx="45964">
                  <c:v>55.97</c:v>
                </c:pt>
                <c:pt idx="45965">
                  <c:v>18.489999999999998</c:v>
                </c:pt>
                <c:pt idx="45966">
                  <c:v>18.489999999999998</c:v>
                </c:pt>
                <c:pt idx="45967">
                  <c:v>55.96</c:v>
                </c:pt>
                <c:pt idx="45968">
                  <c:v>55.96</c:v>
                </c:pt>
                <c:pt idx="45969">
                  <c:v>55.96</c:v>
                </c:pt>
                <c:pt idx="45970">
                  <c:v>55.96</c:v>
                </c:pt>
                <c:pt idx="45971">
                  <c:v>55.96</c:v>
                </c:pt>
                <c:pt idx="45972">
                  <c:v>50.73</c:v>
                </c:pt>
                <c:pt idx="45973">
                  <c:v>51.98</c:v>
                </c:pt>
                <c:pt idx="45974">
                  <c:v>27.75</c:v>
                </c:pt>
                <c:pt idx="45975">
                  <c:v>51.98</c:v>
                </c:pt>
                <c:pt idx="45976">
                  <c:v>169.98</c:v>
                </c:pt>
                <c:pt idx="45977">
                  <c:v>163.47999999999999</c:v>
                </c:pt>
                <c:pt idx="45978">
                  <c:v>59.98</c:v>
                </c:pt>
                <c:pt idx="45979">
                  <c:v>169.98</c:v>
                </c:pt>
                <c:pt idx="45980">
                  <c:v>169.98</c:v>
                </c:pt>
                <c:pt idx="45981">
                  <c:v>219.97</c:v>
                </c:pt>
                <c:pt idx="45982">
                  <c:v>139.28</c:v>
                </c:pt>
                <c:pt idx="45983">
                  <c:v>137.97999999999999</c:v>
                </c:pt>
                <c:pt idx="45984">
                  <c:v>131.97999999999999</c:v>
                </c:pt>
                <c:pt idx="45985">
                  <c:v>169.98</c:v>
                </c:pt>
                <c:pt idx="45986">
                  <c:v>89.98</c:v>
                </c:pt>
                <c:pt idx="45987">
                  <c:v>89.98</c:v>
                </c:pt>
                <c:pt idx="45988">
                  <c:v>51.98</c:v>
                </c:pt>
                <c:pt idx="45989">
                  <c:v>51.98</c:v>
                </c:pt>
                <c:pt idx="45990">
                  <c:v>51.98</c:v>
                </c:pt>
                <c:pt idx="45991">
                  <c:v>51.98</c:v>
                </c:pt>
                <c:pt idx="45992">
                  <c:v>51.98</c:v>
                </c:pt>
                <c:pt idx="45993">
                  <c:v>51.27</c:v>
                </c:pt>
                <c:pt idx="45994">
                  <c:v>51.98</c:v>
                </c:pt>
                <c:pt idx="45995">
                  <c:v>51.27</c:v>
                </c:pt>
                <c:pt idx="45996">
                  <c:v>51.98</c:v>
                </c:pt>
                <c:pt idx="45997">
                  <c:v>51.98</c:v>
                </c:pt>
                <c:pt idx="45998">
                  <c:v>180.5</c:v>
                </c:pt>
                <c:pt idx="45999">
                  <c:v>309.89999999999998</c:v>
                </c:pt>
                <c:pt idx="46000">
                  <c:v>154.94999999999999</c:v>
                </c:pt>
                <c:pt idx="46001">
                  <c:v>171.99</c:v>
                </c:pt>
                <c:pt idx="46002">
                  <c:v>185.94</c:v>
                </c:pt>
                <c:pt idx="46003">
                  <c:v>185.94</c:v>
                </c:pt>
                <c:pt idx="46004">
                  <c:v>185.94</c:v>
                </c:pt>
                <c:pt idx="46005">
                  <c:v>185.94</c:v>
                </c:pt>
                <c:pt idx="46006">
                  <c:v>167.35</c:v>
                </c:pt>
                <c:pt idx="46007">
                  <c:v>185.94</c:v>
                </c:pt>
                <c:pt idx="46008">
                  <c:v>51.97</c:v>
                </c:pt>
                <c:pt idx="46009">
                  <c:v>51.97</c:v>
                </c:pt>
                <c:pt idx="46010">
                  <c:v>51.97</c:v>
                </c:pt>
                <c:pt idx="46011">
                  <c:v>65.97</c:v>
                </c:pt>
                <c:pt idx="46012">
                  <c:v>52.79</c:v>
                </c:pt>
                <c:pt idx="46013">
                  <c:v>54.98</c:v>
                </c:pt>
                <c:pt idx="46014">
                  <c:v>65.94</c:v>
                </c:pt>
                <c:pt idx="46015">
                  <c:v>91.95</c:v>
                </c:pt>
                <c:pt idx="46016">
                  <c:v>114.96</c:v>
                </c:pt>
                <c:pt idx="46017">
                  <c:v>51.97</c:v>
                </c:pt>
                <c:pt idx="46018">
                  <c:v>51.97</c:v>
                </c:pt>
                <c:pt idx="46019">
                  <c:v>28.84</c:v>
                </c:pt>
                <c:pt idx="46020">
                  <c:v>28.84</c:v>
                </c:pt>
                <c:pt idx="46021">
                  <c:v>51.96</c:v>
                </c:pt>
                <c:pt idx="46022">
                  <c:v>51.96</c:v>
                </c:pt>
                <c:pt idx="46023">
                  <c:v>51.96</c:v>
                </c:pt>
                <c:pt idx="46024">
                  <c:v>51.96</c:v>
                </c:pt>
                <c:pt idx="46025">
                  <c:v>51.96</c:v>
                </c:pt>
                <c:pt idx="46026">
                  <c:v>169.98</c:v>
                </c:pt>
                <c:pt idx="46027">
                  <c:v>84.99</c:v>
                </c:pt>
                <c:pt idx="46028">
                  <c:v>169.98</c:v>
                </c:pt>
                <c:pt idx="46029">
                  <c:v>84.99</c:v>
                </c:pt>
                <c:pt idx="46030">
                  <c:v>169.98</c:v>
                </c:pt>
                <c:pt idx="46031">
                  <c:v>189.97</c:v>
                </c:pt>
                <c:pt idx="46032">
                  <c:v>169.98</c:v>
                </c:pt>
                <c:pt idx="46033">
                  <c:v>76.489999999999995</c:v>
                </c:pt>
                <c:pt idx="46034">
                  <c:v>169.98</c:v>
                </c:pt>
                <c:pt idx="46035">
                  <c:v>84.99</c:v>
                </c:pt>
                <c:pt idx="46036">
                  <c:v>179.97</c:v>
                </c:pt>
                <c:pt idx="46037">
                  <c:v>51.96</c:v>
                </c:pt>
                <c:pt idx="46038">
                  <c:v>51.96</c:v>
                </c:pt>
                <c:pt idx="46039">
                  <c:v>51.96</c:v>
                </c:pt>
                <c:pt idx="46040">
                  <c:v>51.96</c:v>
                </c:pt>
                <c:pt idx="46041">
                  <c:v>145.16</c:v>
                </c:pt>
                <c:pt idx="46042">
                  <c:v>176.62</c:v>
                </c:pt>
                <c:pt idx="46043">
                  <c:v>96.78</c:v>
                </c:pt>
                <c:pt idx="46044">
                  <c:v>-48.39</c:v>
                </c:pt>
                <c:pt idx="46045">
                  <c:v>124.87</c:v>
                </c:pt>
                <c:pt idx="46046">
                  <c:v>50.98</c:v>
                </c:pt>
                <c:pt idx="46047">
                  <c:v>25.49</c:v>
                </c:pt>
                <c:pt idx="46048">
                  <c:v>50.99</c:v>
                </c:pt>
                <c:pt idx="46049">
                  <c:v>50.98</c:v>
                </c:pt>
                <c:pt idx="46050">
                  <c:v>50.98</c:v>
                </c:pt>
                <c:pt idx="46051">
                  <c:v>50.98</c:v>
                </c:pt>
                <c:pt idx="46052">
                  <c:v>50.98</c:v>
                </c:pt>
                <c:pt idx="46053">
                  <c:v>112.96</c:v>
                </c:pt>
                <c:pt idx="46054">
                  <c:v>89.97</c:v>
                </c:pt>
                <c:pt idx="46055">
                  <c:v>119.96</c:v>
                </c:pt>
                <c:pt idx="46056">
                  <c:v>99.96</c:v>
                </c:pt>
                <c:pt idx="46057">
                  <c:v>104.07</c:v>
                </c:pt>
                <c:pt idx="46058">
                  <c:v>113.96</c:v>
                </c:pt>
                <c:pt idx="46059">
                  <c:v>96.87</c:v>
                </c:pt>
                <c:pt idx="46060">
                  <c:v>74.97</c:v>
                </c:pt>
                <c:pt idx="46061">
                  <c:v>109.96</c:v>
                </c:pt>
                <c:pt idx="46062">
                  <c:v>84.97</c:v>
                </c:pt>
                <c:pt idx="46063">
                  <c:v>119.97</c:v>
                </c:pt>
                <c:pt idx="46064">
                  <c:v>160.97</c:v>
                </c:pt>
                <c:pt idx="46065">
                  <c:v>87.96</c:v>
                </c:pt>
                <c:pt idx="46066">
                  <c:v>119.96</c:v>
                </c:pt>
                <c:pt idx="46067">
                  <c:v>119.95</c:v>
                </c:pt>
                <c:pt idx="46068">
                  <c:v>73.97</c:v>
                </c:pt>
                <c:pt idx="46069">
                  <c:v>107.96</c:v>
                </c:pt>
                <c:pt idx="46070">
                  <c:v>50.98</c:v>
                </c:pt>
                <c:pt idx="46071">
                  <c:v>38.24</c:v>
                </c:pt>
                <c:pt idx="46072">
                  <c:v>50.97</c:v>
                </c:pt>
                <c:pt idx="46073">
                  <c:v>50.97</c:v>
                </c:pt>
                <c:pt idx="46074">
                  <c:v>50.97</c:v>
                </c:pt>
                <c:pt idx="46075">
                  <c:v>50.98</c:v>
                </c:pt>
                <c:pt idx="46076">
                  <c:v>50.98</c:v>
                </c:pt>
                <c:pt idx="46077">
                  <c:v>50.98</c:v>
                </c:pt>
                <c:pt idx="46078">
                  <c:v>191.98</c:v>
                </c:pt>
                <c:pt idx="46079">
                  <c:v>159.97999999999999</c:v>
                </c:pt>
                <c:pt idx="46080">
                  <c:v>149.97</c:v>
                </c:pt>
                <c:pt idx="46081">
                  <c:v>124.97</c:v>
                </c:pt>
                <c:pt idx="46082">
                  <c:v>197.97</c:v>
                </c:pt>
                <c:pt idx="46083">
                  <c:v>159.97999999999999</c:v>
                </c:pt>
                <c:pt idx="46084">
                  <c:v>174.99</c:v>
                </c:pt>
                <c:pt idx="46085">
                  <c:v>73.39</c:v>
                </c:pt>
                <c:pt idx="46086">
                  <c:v>79.989999999999995</c:v>
                </c:pt>
                <c:pt idx="46087">
                  <c:v>50.98</c:v>
                </c:pt>
                <c:pt idx="46088">
                  <c:v>50.98</c:v>
                </c:pt>
                <c:pt idx="46089">
                  <c:v>50.98</c:v>
                </c:pt>
                <c:pt idx="46090">
                  <c:v>50.97</c:v>
                </c:pt>
                <c:pt idx="46091">
                  <c:v>50.98</c:v>
                </c:pt>
                <c:pt idx="46092">
                  <c:v>50.97</c:v>
                </c:pt>
                <c:pt idx="46093">
                  <c:v>50.97</c:v>
                </c:pt>
                <c:pt idx="46094">
                  <c:v>50.98</c:v>
                </c:pt>
                <c:pt idx="46095">
                  <c:v>50.97</c:v>
                </c:pt>
                <c:pt idx="46096">
                  <c:v>50.97</c:v>
                </c:pt>
                <c:pt idx="46097">
                  <c:v>78.98</c:v>
                </c:pt>
                <c:pt idx="46098">
                  <c:v>99.98</c:v>
                </c:pt>
                <c:pt idx="46099">
                  <c:v>119.97</c:v>
                </c:pt>
                <c:pt idx="46100">
                  <c:v>135.97</c:v>
                </c:pt>
                <c:pt idx="46101">
                  <c:v>46.49</c:v>
                </c:pt>
                <c:pt idx="46102">
                  <c:v>83.98</c:v>
                </c:pt>
                <c:pt idx="46103">
                  <c:v>84.99</c:v>
                </c:pt>
                <c:pt idx="46104">
                  <c:v>99.96</c:v>
                </c:pt>
                <c:pt idx="46105">
                  <c:v>13.34</c:v>
                </c:pt>
                <c:pt idx="46106">
                  <c:v>16.489999999999998</c:v>
                </c:pt>
                <c:pt idx="46107">
                  <c:v>84.99</c:v>
                </c:pt>
                <c:pt idx="46108">
                  <c:v>35.590000000000003</c:v>
                </c:pt>
                <c:pt idx="46109">
                  <c:v>25.48</c:v>
                </c:pt>
                <c:pt idx="46110">
                  <c:v>44.37</c:v>
                </c:pt>
                <c:pt idx="46111">
                  <c:v>79.75</c:v>
                </c:pt>
                <c:pt idx="46112">
                  <c:v>26.48</c:v>
                </c:pt>
                <c:pt idx="46113">
                  <c:v>50.97</c:v>
                </c:pt>
                <c:pt idx="46114">
                  <c:v>50.97</c:v>
                </c:pt>
                <c:pt idx="46115">
                  <c:v>50.97</c:v>
                </c:pt>
                <c:pt idx="46116">
                  <c:v>50.97</c:v>
                </c:pt>
                <c:pt idx="46117">
                  <c:v>38.229999999999997</c:v>
                </c:pt>
                <c:pt idx="46118">
                  <c:v>50.97</c:v>
                </c:pt>
                <c:pt idx="46119">
                  <c:v>50.98</c:v>
                </c:pt>
                <c:pt idx="46120">
                  <c:v>50.98</c:v>
                </c:pt>
                <c:pt idx="46121">
                  <c:v>14.49</c:v>
                </c:pt>
                <c:pt idx="46122">
                  <c:v>15.24</c:v>
                </c:pt>
                <c:pt idx="46123">
                  <c:v>238.72</c:v>
                </c:pt>
                <c:pt idx="46124">
                  <c:v>179.94</c:v>
                </c:pt>
                <c:pt idx="46125">
                  <c:v>119.96</c:v>
                </c:pt>
                <c:pt idx="46126">
                  <c:v>269.88</c:v>
                </c:pt>
                <c:pt idx="46127">
                  <c:v>324.49</c:v>
                </c:pt>
                <c:pt idx="46128">
                  <c:v>86.37</c:v>
                </c:pt>
                <c:pt idx="46129">
                  <c:v>114.58</c:v>
                </c:pt>
                <c:pt idx="46130">
                  <c:v>119.96</c:v>
                </c:pt>
                <c:pt idx="46131">
                  <c:v>119.96</c:v>
                </c:pt>
                <c:pt idx="46132">
                  <c:v>299.89999999999998</c:v>
                </c:pt>
                <c:pt idx="46133">
                  <c:v>50.97</c:v>
                </c:pt>
                <c:pt idx="46134">
                  <c:v>50.97</c:v>
                </c:pt>
                <c:pt idx="46135">
                  <c:v>50.97</c:v>
                </c:pt>
                <c:pt idx="46136">
                  <c:v>38.229999999999997</c:v>
                </c:pt>
                <c:pt idx="46137">
                  <c:v>50.97</c:v>
                </c:pt>
                <c:pt idx="46138">
                  <c:v>50.97</c:v>
                </c:pt>
                <c:pt idx="46139">
                  <c:v>50.97</c:v>
                </c:pt>
                <c:pt idx="46140">
                  <c:v>68.930000000000007</c:v>
                </c:pt>
                <c:pt idx="46141">
                  <c:v>153.19999999999999</c:v>
                </c:pt>
                <c:pt idx="46142">
                  <c:v>182.65</c:v>
                </c:pt>
                <c:pt idx="46143">
                  <c:v>183.84</c:v>
                </c:pt>
                <c:pt idx="46144">
                  <c:v>107.65</c:v>
                </c:pt>
                <c:pt idx="46145">
                  <c:v>215.31</c:v>
                </c:pt>
                <c:pt idx="46146">
                  <c:v>121.21</c:v>
                </c:pt>
                <c:pt idx="46147">
                  <c:v>243.13</c:v>
                </c:pt>
                <c:pt idx="46148">
                  <c:v>114.27</c:v>
                </c:pt>
                <c:pt idx="46149">
                  <c:v>100.38</c:v>
                </c:pt>
                <c:pt idx="46150">
                  <c:v>81.89</c:v>
                </c:pt>
                <c:pt idx="46151">
                  <c:v>192.33</c:v>
                </c:pt>
                <c:pt idx="46152">
                  <c:v>50.96</c:v>
                </c:pt>
                <c:pt idx="46153">
                  <c:v>38.21</c:v>
                </c:pt>
                <c:pt idx="46154">
                  <c:v>50.96</c:v>
                </c:pt>
                <c:pt idx="46155">
                  <c:v>50.95</c:v>
                </c:pt>
                <c:pt idx="46156">
                  <c:v>39.090000000000003</c:v>
                </c:pt>
                <c:pt idx="46157">
                  <c:v>50.94</c:v>
                </c:pt>
                <c:pt idx="46158">
                  <c:v>39.08</c:v>
                </c:pt>
                <c:pt idx="46159">
                  <c:v>144.47999999999999</c:v>
                </c:pt>
                <c:pt idx="46160">
                  <c:v>131.97999999999999</c:v>
                </c:pt>
                <c:pt idx="46161">
                  <c:v>169.98</c:v>
                </c:pt>
                <c:pt idx="46162">
                  <c:v>122.97</c:v>
                </c:pt>
                <c:pt idx="46163">
                  <c:v>169.98</c:v>
                </c:pt>
                <c:pt idx="46164">
                  <c:v>169.98</c:v>
                </c:pt>
                <c:pt idx="46165">
                  <c:v>169.98</c:v>
                </c:pt>
                <c:pt idx="46166">
                  <c:v>131.97999999999999</c:v>
                </c:pt>
                <c:pt idx="46167">
                  <c:v>169.98</c:v>
                </c:pt>
                <c:pt idx="46168">
                  <c:v>121.98</c:v>
                </c:pt>
                <c:pt idx="46169">
                  <c:v>169.98</c:v>
                </c:pt>
                <c:pt idx="46170">
                  <c:v>50.93</c:v>
                </c:pt>
                <c:pt idx="46171">
                  <c:v>50.93</c:v>
                </c:pt>
                <c:pt idx="46172">
                  <c:v>51.76</c:v>
                </c:pt>
                <c:pt idx="46173">
                  <c:v>51.76</c:v>
                </c:pt>
                <c:pt idx="46174">
                  <c:v>51.76</c:v>
                </c:pt>
                <c:pt idx="46175">
                  <c:v>52.18</c:v>
                </c:pt>
                <c:pt idx="46176">
                  <c:v>91.98</c:v>
                </c:pt>
                <c:pt idx="46177">
                  <c:v>183.96</c:v>
                </c:pt>
                <c:pt idx="46178">
                  <c:v>229.95</c:v>
                </c:pt>
                <c:pt idx="46179">
                  <c:v>229.95</c:v>
                </c:pt>
                <c:pt idx="46180">
                  <c:v>93.98</c:v>
                </c:pt>
                <c:pt idx="46181">
                  <c:v>93.47</c:v>
                </c:pt>
                <c:pt idx="46182">
                  <c:v>183.96</c:v>
                </c:pt>
                <c:pt idx="46183">
                  <c:v>181.76</c:v>
                </c:pt>
                <c:pt idx="46184">
                  <c:v>217.35</c:v>
                </c:pt>
                <c:pt idx="46185">
                  <c:v>137.97</c:v>
                </c:pt>
                <c:pt idx="46186">
                  <c:v>50.82</c:v>
                </c:pt>
                <c:pt idx="46187">
                  <c:v>41.7</c:v>
                </c:pt>
                <c:pt idx="46188">
                  <c:v>51.98</c:v>
                </c:pt>
                <c:pt idx="46189">
                  <c:v>47.67</c:v>
                </c:pt>
                <c:pt idx="46190">
                  <c:v>47.67</c:v>
                </c:pt>
                <c:pt idx="46191">
                  <c:v>51.98</c:v>
                </c:pt>
                <c:pt idx="46192">
                  <c:v>51.97</c:v>
                </c:pt>
                <c:pt idx="46193">
                  <c:v>99.96</c:v>
                </c:pt>
                <c:pt idx="46194">
                  <c:v>99.96</c:v>
                </c:pt>
                <c:pt idx="46195">
                  <c:v>363.87</c:v>
                </c:pt>
                <c:pt idx="46196">
                  <c:v>71.98</c:v>
                </c:pt>
                <c:pt idx="46197">
                  <c:v>129.9</c:v>
                </c:pt>
                <c:pt idx="46198">
                  <c:v>254.97</c:v>
                </c:pt>
                <c:pt idx="46199">
                  <c:v>339.96</c:v>
                </c:pt>
                <c:pt idx="46200">
                  <c:v>254.97</c:v>
                </c:pt>
                <c:pt idx="46201">
                  <c:v>169.98</c:v>
                </c:pt>
                <c:pt idx="46202">
                  <c:v>84.99</c:v>
                </c:pt>
                <c:pt idx="46203">
                  <c:v>51.96</c:v>
                </c:pt>
                <c:pt idx="46204">
                  <c:v>51.96</c:v>
                </c:pt>
                <c:pt idx="46205">
                  <c:v>51.48</c:v>
                </c:pt>
                <c:pt idx="46206">
                  <c:v>51.48</c:v>
                </c:pt>
                <c:pt idx="46207">
                  <c:v>50.98</c:v>
                </c:pt>
                <c:pt idx="46208">
                  <c:v>50.98</c:v>
                </c:pt>
                <c:pt idx="46209">
                  <c:v>50.98</c:v>
                </c:pt>
                <c:pt idx="46210">
                  <c:v>50.97</c:v>
                </c:pt>
                <c:pt idx="46211">
                  <c:v>50.45</c:v>
                </c:pt>
                <c:pt idx="46212">
                  <c:v>79.989999999999995</c:v>
                </c:pt>
                <c:pt idx="46213">
                  <c:v>79.989999999999995</c:v>
                </c:pt>
                <c:pt idx="46214">
                  <c:v>84.99</c:v>
                </c:pt>
                <c:pt idx="46215">
                  <c:v>79.989999999999995</c:v>
                </c:pt>
                <c:pt idx="46216">
                  <c:v>84.99</c:v>
                </c:pt>
                <c:pt idx="46217">
                  <c:v>79.989999999999995</c:v>
                </c:pt>
                <c:pt idx="46218">
                  <c:v>79.989999999999995</c:v>
                </c:pt>
                <c:pt idx="46219">
                  <c:v>72.34</c:v>
                </c:pt>
                <c:pt idx="46220">
                  <c:v>84.99</c:v>
                </c:pt>
                <c:pt idx="46221">
                  <c:v>84.99</c:v>
                </c:pt>
                <c:pt idx="46222">
                  <c:v>84.99</c:v>
                </c:pt>
                <c:pt idx="46223">
                  <c:v>79.989999999999995</c:v>
                </c:pt>
                <c:pt idx="46224">
                  <c:v>84.99</c:v>
                </c:pt>
                <c:pt idx="46225">
                  <c:v>70.39</c:v>
                </c:pt>
                <c:pt idx="46226">
                  <c:v>79.989999999999995</c:v>
                </c:pt>
                <c:pt idx="46227">
                  <c:v>84.99</c:v>
                </c:pt>
                <c:pt idx="46228">
                  <c:v>79.989999999999995</c:v>
                </c:pt>
                <c:pt idx="46229">
                  <c:v>84.99</c:v>
                </c:pt>
                <c:pt idx="46230">
                  <c:v>84.99</c:v>
                </c:pt>
                <c:pt idx="46231">
                  <c:v>79.989999999999995</c:v>
                </c:pt>
                <c:pt idx="46232">
                  <c:v>50.42</c:v>
                </c:pt>
                <c:pt idx="46233">
                  <c:v>50.38</c:v>
                </c:pt>
                <c:pt idx="46234">
                  <c:v>51.27</c:v>
                </c:pt>
                <c:pt idx="46235">
                  <c:v>51.27</c:v>
                </c:pt>
                <c:pt idx="46236">
                  <c:v>51.27</c:v>
                </c:pt>
                <c:pt idx="46237">
                  <c:v>50.37</c:v>
                </c:pt>
                <c:pt idx="46238">
                  <c:v>99.98</c:v>
                </c:pt>
                <c:pt idx="46239">
                  <c:v>99.98</c:v>
                </c:pt>
                <c:pt idx="46240">
                  <c:v>99.98</c:v>
                </c:pt>
                <c:pt idx="46241">
                  <c:v>37.28</c:v>
                </c:pt>
                <c:pt idx="46242">
                  <c:v>99.98</c:v>
                </c:pt>
                <c:pt idx="46243">
                  <c:v>99.98</c:v>
                </c:pt>
                <c:pt idx="46244">
                  <c:v>99.98</c:v>
                </c:pt>
                <c:pt idx="46245">
                  <c:v>89.98</c:v>
                </c:pt>
                <c:pt idx="46246">
                  <c:v>149.97</c:v>
                </c:pt>
                <c:pt idx="46247">
                  <c:v>99.98</c:v>
                </c:pt>
                <c:pt idx="46248">
                  <c:v>117.97</c:v>
                </c:pt>
                <c:pt idx="46249">
                  <c:v>99.98</c:v>
                </c:pt>
                <c:pt idx="46250">
                  <c:v>99.98</c:v>
                </c:pt>
                <c:pt idx="46251">
                  <c:v>199.96</c:v>
                </c:pt>
                <c:pt idx="46252">
                  <c:v>99.98</c:v>
                </c:pt>
                <c:pt idx="46253">
                  <c:v>50.38</c:v>
                </c:pt>
                <c:pt idx="46254">
                  <c:v>51.26</c:v>
                </c:pt>
                <c:pt idx="46255">
                  <c:v>50.38</c:v>
                </c:pt>
                <c:pt idx="46256">
                  <c:v>50.38</c:v>
                </c:pt>
                <c:pt idx="46257">
                  <c:v>50.37</c:v>
                </c:pt>
                <c:pt idx="46258">
                  <c:v>50.36</c:v>
                </c:pt>
                <c:pt idx="46259">
                  <c:v>50.36</c:v>
                </c:pt>
                <c:pt idx="46260">
                  <c:v>99.98</c:v>
                </c:pt>
                <c:pt idx="46261">
                  <c:v>170.97</c:v>
                </c:pt>
                <c:pt idx="46262">
                  <c:v>91.26</c:v>
                </c:pt>
                <c:pt idx="46263">
                  <c:v>100.98</c:v>
                </c:pt>
                <c:pt idx="46264">
                  <c:v>50.34</c:v>
                </c:pt>
                <c:pt idx="46265">
                  <c:v>50.31</c:v>
                </c:pt>
                <c:pt idx="46266">
                  <c:v>55.51</c:v>
                </c:pt>
                <c:pt idx="46267">
                  <c:v>69.989999999999995</c:v>
                </c:pt>
                <c:pt idx="46268">
                  <c:v>99.98</c:v>
                </c:pt>
                <c:pt idx="46269">
                  <c:v>87.98</c:v>
                </c:pt>
                <c:pt idx="46270">
                  <c:v>99.98</c:v>
                </c:pt>
                <c:pt idx="46271">
                  <c:v>99.98</c:v>
                </c:pt>
                <c:pt idx="46272">
                  <c:v>69.989999999999995</c:v>
                </c:pt>
                <c:pt idx="46273">
                  <c:v>99.98</c:v>
                </c:pt>
                <c:pt idx="46274">
                  <c:v>149.97</c:v>
                </c:pt>
                <c:pt idx="46275">
                  <c:v>99.98</c:v>
                </c:pt>
                <c:pt idx="46276">
                  <c:v>45.96</c:v>
                </c:pt>
                <c:pt idx="46277">
                  <c:v>45.96</c:v>
                </c:pt>
                <c:pt idx="46278">
                  <c:v>55.49</c:v>
                </c:pt>
                <c:pt idx="46279">
                  <c:v>54.99</c:v>
                </c:pt>
                <c:pt idx="46280">
                  <c:v>169.98</c:v>
                </c:pt>
                <c:pt idx="46281">
                  <c:v>137.97999999999999</c:v>
                </c:pt>
                <c:pt idx="46282">
                  <c:v>131.97999999999999</c:v>
                </c:pt>
                <c:pt idx="46283">
                  <c:v>79.98</c:v>
                </c:pt>
                <c:pt idx="46284">
                  <c:v>79.98</c:v>
                </c:pt>
                <c:pt idx="46285">
                  <c:v>59.98</c:v>
                </c:pt>
                <c:pt idx="46286">
                  <c:v>79.98</c:v>
                </c:pt>
                <c:pt idx="46287">
                  <c:v>69.98</c:v>
                </c:pt>
                <c:pt idx="46288">
                  <c:v>79.98</c:v>
                </c:pt>
                <c:pt idx="46289">
                  <c:v>64.98</c:v>
                </c:pt>
                <c:pt idx="46290">
                  <c:v>79.98</c:v>
                </c:pt>
                <c:pt idx="46291">
                  <c:v>99.98</c:v>
                </c:pt>
                <c:pt idx="46292">
                  <c:v>98.97</c:v>
                </c:pt>
                <c:pt idx="46293">
                  <c:v>169.98</c:v>
                </c:pt>
                <c:pt idx="46294">
                  <c:v>169.98</c:v>
                </c:pt>
                <c:pt idx="46295">
                  <c:v>54.99</c:v>
                </c:pt>
                <c:pt idx="46296">
                  <c:v>54.99</c:v>
                </c:pt>
                <c:pt idx="46297">
                  <c:v>54.99</c:v>
                </c:pt>
                <c:pt idx="46298">
                  <c:v>54.99</c:v>
                </c:pt>
                <c:pt idx="46299">
                  <c:v>54.99</c:v>
                </c:pt>
                <c:pt idx="46300">
                  <c:v>54.99</c:v>
                </c:pt>
                <c:pt idx="46301">
                  <c:v>54.99</c:v>
                </c:pt>
                <c:pt idx="46302">
                  <c:v>54.99</c:v>
                </c:pt>
                <c:pt idx="46303">
                  <c:v>54.98</c:v>
                </c:pt>
                <c:pt idx="46304">
                  <c:v>45.49</c:v>
                </c:pt>
                <c:pt idx="46305">
                  <c:v>54.99</c:v>
                </c:pt>
                <c:pt idx="46306">
                  <c:v>74.98</c:v>
                </c:pt>
                <c:pt idx="46307">
                  <c:v>109.98</c:v>
                </c:pt>
                <c:pt idx="46308">
                  <c:v>73.599999999999994</c:v>
                </c:pt>
                <c:pt idx="46309">
                  <c:v>126.22</c:v>
                </c:pt>
                <c:pt idx="46310">
                  <c:v>84.99</c:v>
                </c:pt>
                <c:pt idx="46311">
                  <c:v>54.99</c:v>
                </c:pt>
                <c:pt idx="46312">
                  <c:v>74.98</c:v>
                </c:pt>
                <c:pt idx="46313">
                  <c:v>16.489999999999998</c:v>
                </c:pt>
                <c:pt idx="46314">
                  <c:v>107.28</c:v>
                </c:pt>
                <c:pt idx="46315">
                  <c:v>67.89</c:v>
                </c:pt>
                <c:pt idx="46316">
                  <c:v>54.24</c:v>
                </c:pt>
                <c:pt idx="46317">
                  <c:v>84.99</c:v>
                </c:pt>
                <c:pt idx="46318">
                  <c:v>69.98</c:v>
                </c:pt>
                <c:pt idx="46319">
                  <c:v>139.97999999999999</c:v>
                </c:pt>
                <c:pt idx="46320">
                  <c:v>93.48</c:v>
                </c:pt>
                <c:pt idx="46321">
                  <c:v>68.989999999999995</c:v>
                </c:pt>
                <c:pt idx="46322">
                  <c:v>54.99</c:v>
                </c:pt>
                <c:pt idx="46323">
                  <c:v>79.98</c:v>
                </c:pt>
                <c:pt idx="46324">
                  <c:v>63.43</c:v>
                </c:pt>
                <c:pt idx="46325">
                  <c:v>53.69</c:v>
                </c:pt>
                <c:pt idx="46326">
                  <c:v>54.99</c:v>
                </c:pt>
                <c:pt idx="46327">
                  <c:v>54.98</c:v>
                </c:pt>
                <c:pt idx="46328">
                  <c:v>54.98</c:v>
                </c:pt>
                <c:pt idx="46329">
                  <c:v>54.98</c:v>
                </c:pt>
                <c:pt idx="46330">
                  <c:v>54.98</c:v>
                </c:pt>
                <c:pt idx="46331">
                  <c:v>54.98</c:v>
                </c:pt>
                <c:pt idx="46332">
                  <c:v>52.98</c:v>
                </c:pt>
                <c:pt idx="46333">
                  <c:v>-52.98</c:v>
                </c:pt>
                <c:pt idx="46334">
                  <c:v>54.98</c:v>
                </c:pt>
                <c:pt idx="46335">
                  <c:v>45.47</c:v>
                </c:pt>
                <c:pt idx="46336">
                  <c:v>54.96</c:v>
                </c:pt>
                <c:pt idx="46337">
                  <c:v>45.47</c:v>
                </c:pt>
                <c:pt idx="46338">
                  <c:v>192.15</c:v>
                </c:pt>
                <c:pt idx="46339">
                  <c:v>149.97</c:v>
                </c:pt>
                <c:pt idx="46340">
                  <c:v>299.94</c:v>
                </c:pt>
                <c:pt idx="46341">
                  <c:v>131.97999999999999</c:v>
                </c:pt>
                <c:pt idx="46342">
                  <c:v>128.02000000000001</c:v>
                </c:pt>
                <c:pt idx="46343">
                  <c:v>131.97999999999999</c:v>
                </c:pt>
                <c:pt idx="46344">
                  <c:v>130.66</c:v>
                </c:pt>
                <c:pt idx="46345">
                  <c:v>121.98</c:v>
                </c:pt>
                <c:pt idx="46346">
                  <c:v>197.97</c:v>
                </c:pt>
                <c:pt idx="46347">
                  <c:v>54.95</c:v>
                </c:pt>
                <c:pt idx="46348">
                  <c:v>54.95</c:v>
                </c:pt>
                <c:pt idx="46349">
                  <c:v>41.67</c:v>
                </c:pt>
                <c:pt idx="46350">
                  <c:v>50.98</c:v>
                </c:pt>
                <c:pt idx="46351">
                  <c:v>50.98</c:v>
                </c:pt>
                <c:pt idx="46352">
                  <c:v>95.97</c:v>
                </c:pt>
                <c:pt idx="46353">
                  <c:v>99.98</c:v>
                </c:pt>
                <c:pt idx="46354">
                  <c:v>119.97</c:v>
                </c:pt>
                <c:pt idx="46355">
                  <c:v>79.98</c:v>
                </c:pt>
                <c:pt idx="46356">
                  <c:v>99.98</c:v>
                </c:pt>
                <c:pt idx="46357">
                  <c:v>99.98</c:v>
                </c:pt>
                <c:pt idx="46358">
                  <c:v>99.98</c:v>
                </c:pt>
                <c:pt idx="46359">
                  <c:v>65.98</c:v>
                </c:pt>
                <c:pt idx="46360">
                  <c:v>84.98</c:v>
                </c:pt>
                <c:pt idx="46361">
                  <c:v>99.98</c:v>
                </c:pt>
                <c:pt idx="46362">
                  <c:v>64.98</c:v>
                </c:pt>
                <c:pt idx="46363">
                  <c:v>80.58</c:v>
                </c:pt>
                <c:pt idx="46364">
                  <c:v>99.98</c:v>
                </c:pt>
                <c:pt idx="46365">
                  <c:v>79.98</c:v>
                </c:pt>
                <c:pt idx="46366">
                  <c:v>99.98</c:v>
                </c:pt>
                <c:pt idx="46367">
                  <c:v>99.98</c:v>
                </c:pt>
                <c:pt idx="46368">
                  <c:v>65.98</c:v>
                </c:pt>
                <c:pt idx="46369">
                  <c:v>50.98</c:v>
                </c:pt>
                <c:pt idx="46370">
                  <c:v>50.98</c:v>
                </c:pt>
                <c:pt idx="46371">
                  <c:v>50.98</c:v>
                </c:pt>
                <c:pt idx="46372">
                  <c:v>50.98</c:v>
                </c:pt>
                <c:pt idx="46373">
                  <c:v>50.98</c:v>
                </c:pt>
                <c:pt idx="46374">
                  <c:v>50.98</c:v>
                </c:pt>
                <c:pt idx="46375">
                  <c:v>50.98</c:v>
                </c:pt>
                <c:pt idx="46376">
                  <c:v>310.91000000000003</c:v>
                </c:pt>
                <c:pt idx="46377">
                  <c:v>256.47000000000003</c:v>
                </c:pt>
                <c:pt idx="46378">
                  <c:v>225.01</c:v>
                </c:pt>
                <c:pt idx="46379">
                  <c:v>50.98</c:v>
                </c:pt>
                <c:pt idx="46380">
                  <c:v>50.97</c:v>
                </c:pt>
                <c:pt idx="46381">
                  <c:v>50.97</c:v>
                </c:pt>
                <c:pt idx="46382">
                  <c:v>50.97</c:v>
                </c:pt>
                <c:pt idx="46383">
                  <c:v>79.959999999999994</c:v>
                </c:pt>
                <c:pt idx="46384">
                  <c:v>169.98</c:v>
                </c:pt>
                <c:pt idx="46385">
                  <c:v>169.98</c:v>
                </c:pt>
                <c:pt idx="46386">
                  <c:v>88.97</c:v>
                </c:pt>
                <c:pt idx="46387">
                  <c:v>109.96</c:v>
                </c:pt>
                <c:pt idx="46388">
                  <c:v>20.84</c:v>
                </c:pt>
                <c:pt idx="46389">
                  <c:v>84.27</c:v>
                </c:pt>
                <c:pt idx="46390">
                  <c:v>130.28</c:v>
                </c:pt>
                <c:pt idx="46391">
                  <c:v>84.99</c:v>
                </c:pt>
                <c:pt idx="46392">
                  <c:v>50.97</c:v>
                </c:pt>
                <c:pt idx="46393">
                  <c:v>50.97</c:v>
                </c:pt>
                <c:pt idx="46394">
                  <c:v>50.97</c:v>
                </c:pt>
                <c:pt idx="46395">
                  <c:v>58.98</c:v>
                </c:pt>
                <c:pt idx="46396">
                  <c:v>69.95</c:v>
                </c:pt>
                <c:pt idx="46397">
                  <c:v>41.97</c:v>
                </c:pt>
                <c:pt idx="46398">
                  <c:v>55.96</c:v>
                </c:pt>
                <c:pt idx="46399">
                  <c:v>29.98</c:v>
                </c:pt>
                <c:pt idx="46400">
                  <c:v>69.95</c:v>
                </c:pt>
                <c:pt idx="46401">
                  <c:v>69.95</c:v>
                </c:pt>
                <c:pt idx="46402">
                  <c:v>54.77</c:v>
                </c:pt>
                <c:pt idx="46403">
                  <c:v>55.96</c:v>
                </c:pt>
                <c:pt idx="46404">
                  <c:v>55.96</c:v>
                </c:pt>
                <c:pt idx="46405">
                  <c:v>69.95</c:v>
                </c:pt>
                <c:pt idx="46406">
                  <c:v>6.11</c:v>
                </c:pt>
                <c:pt idx="46407">
                  <c:v>104.18</c:v>
                </c:pt>
                <c:pt idx="46408">
                  <c:v>103.97</c:v>
                </c:pt>
                <c:pt idx="46409">
                  <c:v>69.95</c:v>
                </c:pt>
                <c:pt idx="46410">
                  <c:v>59.96</c:v>
                </c:pt>
                <c:pt idx="46411">
                  <c:v>71.94</c:v>
                </c:pt>
                <c:pt idx="46412">
                  <c:v>50.46</c:v>
                </c:pt>
                <c:pt idx="46413">
                  <c:v>50.97</c:v>
                </c:pt>
                <c:pt idx="46414">
                  <c:v>50.97</c:v>
                </c:pt>
                <c:pt idx="46415">
                  <c:v>50.97</c:v>
                </c:pt>
                <c:pt idx="46416">
                  <c:v>19.940000000000001</c:v>
                </c:pt>
                <c:pt idx="46417">
                  <c:v>9.2899999999999991</c:v>
                </c:pt>
                <c:pt idx="46418">
                  <c:v>50.96</c:v>
                </c:pt>
                <c:pt idx="46419">
                  <c:v>50.95</c:v>
                </c:pt>
                <c:pt idx="46420">
                  <c:v>67.97</c:v>
                </c:pt>
                <c:pt idx="46421">
                  <c:v>162.96</c:v>
                </c:pt>
                <c:pt idx="46422">
                  <c:v>50.94</c:v>
                </c:pt>
                <c:pt idx="46423">
                  <c:v>50.93</c:v>
                </c:pt>
                <c:pt idx="46424">
                  <c:v>26.58</c:v>
                </c:pt>
                <c:pt idx="46425">
                  <c:v>49.99</c:v>
                </c:pt>
                <c:pt idx="46426">
                  <c:v>79.989999999999995</c:v>
                </c:pt>
                <c:pt idx="46427">
                  <c:v>108.97</c:v>
                </c:pt>
                <c:pt idx="46428">
                  <c:v>79.989999999999995</c:v>
                </c:pt>
                <c:pt idx="46429">
                  <c:v>79.989999999999995</c:v>
                </c:pt>
                <c:pt idx="46430">
                  <c:v>79.989999999999995</c:v>
                </c:pt>
                <c:pt idx="46431">
                  <c:v>79.989999999999995</c:v>
                </c:pt>
                <c:pt idx="46432">
                  <c:v>79.989999999999995</c:v>
                </c:pt>
                <c:pt idx="46433">
                  <c:v>105.97</c:v>
                </c:pt>
                <c:pt idx="46434">
                  <c:v>64.48</c:v>
                </c:pt>
                <c:pt idx="46435">
                  <c:v>79.989999999999995</c:v>
                </c:pt>
                <c:pt idx="46436">
                  <c:v>86.88</c:v>
                </c:pt>
                <c:pt idx="46437">
                  <c:v>83.24</c:v>
                </c:pt>
                <c:pt idx="46438">
                  <c:v>79.989999999999995</c:v>
                </c:pt>
                <c:pt idx="46439">
                  <c:v>60.99</c:v>
                </c:pt>
                <c:pt idx="46440">
                  <c:v>93.98</c:v>
                </c:pt>
                <c:pt idx="46441">
                  <c:v>79.989999999999995</c:v>
                </c:pt>
                <c:pt idx="46442">
                  <c:v>89.98</c:v>
                </c:pt>
                <c:pt idx="46443">
                  <c:v>79.989999999999995</c:v>
                </c:pt>
                <c:pt idx="46444">
                  <c:v>121.98</c:v>
                </c:pt>
                <c:pt idx="46445">
                  <c:v>77.45</c:v>
                </c:pt>
                <c:pt idx="46446">
                  <c:v>79.989999999999995</c:v>
                </c:pt>
                <c:pt idx="46447">
                  <c:v>37.24</c:v>
                </c:pt>
                <c:pt idx="46448">
                  <c:v>41.49</c:v>
                </c:pt>
                <c:pt idx="46449">
                  <c:v>41.49</c:v>
                </c:pt>
                <c:pt idx="46450">
                  <c:v>41.49</c:v>
                </c:pt>
                <c:pt idx="46451">
                  <c:v>41.49</c:v>
                </c:pt>
                <c:pt idx="46452">
                  <c:v>131.97999999999999</c:v>
                </c:pt>
                <c:pt idx="46453">
                  <c:v>131.97999999999999</c:v>
                </c:pt>
                <c:pt idx="46454">
                  <c:v>131.97999999999999</c:v>
                </c:pt>
                <c:pt idx="46455">
                  <c:v>126.21</c:v>
                </c:pt>
                <c:pt idx="46456">
                  <c:v>180.95</c:v>
                </c:pt>
                <c:pt idx="46457">
                  <c:v>41.48</c:v>
                </c:pt>
                <c:pt idx="46458">
                  <c:v>41.49</c:v>
                </c:pt>
                <c:pt idx="46459">
                  <c:v>41.49</c:v>
                </c:pt>
                <c:pt idx="46460">
                  <c:v>41.49</c:v>
                </c:pt>
                <c:pt idx="46461">
                  <c:v>41.49</c:v>
                </c:pt>
                <c:pt idx="46462">
                  <c:v>37.24</c:v>
                </c:pt>
                <c:pt idx="46463">
                  <c:v>37.24</c:v>
                </c:pt>
                <c:pt idx="46464">
                  <c:v>159.96</c:v>
                </c:pt>
                <c:pt idx="46465">
                  <c:v>229.94</c:v>
                </c:pt>
                <c:pt idx="46466">
                  <c:v>75.28</c:v>
                </c:pt>
                <c:pt idx="46467">
                  <c:v>31.48</c:v>
                </c:pt>
                <c:pt idx="46468">
                  <c:v>64.98</c:v>
                </c:pt>
                <c:pt idx="46469">
                  <c:v>94.97</c:v>
                </c:pt>
                <c:pt idx="46470">
                  <c:v>129.96</c:v>
                </c:pt>
                <c:pt idx="46471">
                  <c:v>199.96</c:v>
                </c:pt>
                <c:pt idx="46472">
                  <c:v>277.94</c:v>
                </c:pt>
                <c:pt idx="46473">
                  <c:v>279.92</c:v>
                </c:pt>
                <c:pt idx="46474">
                  <c:v>33.479999999999997</c:v>
                </c:pt>
                <c:pt idx="46475">
                  <c:v>37.24</c:v>
                </c:pt>
                <c:pt idx="46476">
                  <c:v>41.49</c:v>
                </c:pt>
                <c:pt idx="46477">
                  <c:v>41.48</c:v>
                </c:pt>
                <c:pt idx="46478">
                  <c:v>41.48</c:v>
                </c:pt>
                <c:pt idx="46479">
                  <c:v>41.49</c:v>
                </c:pt>
                <c:pt idx="46480">
                  <c:v>41.48</c:v>
                </c:pt>
                <c:pt idx="46481">
                  <c:v>41.49</c:v>
                </c:pt>
                <c:pt idx="46482">
                  <c:v>41.49</c:v>
                </c:pt>
                <c:pt idx="46483">
                  <c:v>41.49</c:v>
                </c:pt>
                <c:pt idx="46484">
                  <c:v>37.24</c:v>
                </c:pt>
                <c:pt idx="46485">
                  <c:v>169.98</c:v>
                </c:pt>
                <c:pt idx="46486">
                  <c:v>72.239999999999995</c:v>
                </c:pt>
                <c:pt idx="46487">
                  <c:v>84.99</c:v>
                </c:pt>
                <c:pt idx="46488">
                  <c:v>84.99</c:v>
                </c:pt>
                <c:pt idx="46489">
                  <c:v>87.96</c:v>
                </c:pt>
                <c:pt idx="46490">
                  <c:v>129.96</c:v>
                </c:pt>
                <c:pt idx="46491">
                  <c:v>76.489999999999995</c:v>
                </c:pt>
                <c:pt idx="46492">
                  <c:v>81.95</c:v>
                </c:pt>
                <c:pt idx="46493">
                  <c:v>121.98</c:v>
                </c:pt>
                <c:pt idx="46494">
                  <c:v>104.98</c:v>
                </c:pt>
                <c:pt idx="46495">
                  <c:v>41.49</c:v>
                </c:pt>
                <c:pt idx="46496">
                  <c:v>41.49</c:v>
                </c:pt>
                <c:pt idx="46497">
                  <c:v>16.489999999999998</c:v>
                </c:pt>
                <c:pt idx="46498">
                  <c:v>16.489999999999998</c:v>
                </c:pt>
                <c:pt idx="46499">
                  <c:v>41.48</c:v>
                </c:pt>
                <c:pt idx="46500">
                  <c:v>50.85</c:v>
                </c:pt>
                <c:pt idx="46501">
                  <c:v>41.48</c:v>
                </c:pt>
                <c:pt idx="46502">
                  <c:v>16.489999999999998</c:v>
                </c:pt>
                <c:pt idx="46503">
                  <c:v>16.489999999999998</c:v>
                </c:pt>
                <c:pt idx="46504">
                  <c:v>50.37</c:v>
                </c:pt>
                <c:pt idx="46505">
                  <c:v>131.97999999999999</c:v>
                </c:pt>
                <c:pt idx="46506">
                  <c:v>131.97999999999999</c:v>
                </c:pt>
                <c:pt idx="46507">
                  <c:v>131.97999999999999</c:v>
                </c:pt>
                <c:pt idx="46508">
                  <c:v>197.97</c:v>
                </c:pt>
                <c:pt idx="46509">
                  <c:v>131.97999999999999</c:v>
                </c:pt>
                <c:pt idx="46510">
                  <c:v>197.97</c:v>
                </c:pt>
                <c:pt idx="46511">
                  <c:v>42.07</c:v>
                </c:pt>
                <c:pt idx="46512">
                  <c:v>50.64</c:v>
                </c:pt>
                <c:pt idx="46513">
                  <c:v>16.489999999999998</c:v>
                </c:pt>
                <c:pt idx="46514">
                  <c:v>16.489999999999998</c:v>
                </c:pt>
                <c:pt idx="46515">
                  <c:v>37.229999999999997</c:v>
                </c:pt>
                <c:pt idx="46516">
                  <c:v>41.49</c:v>
                </c:pt>
                <c:pt idx="46517">
                  <c:v>41.49</c:v>
                </c:pt>
                <c:pt idx="46518">
                  <c:v>115.98</c:v>
                </c:pt>
                <c:pt idx="46519">
                  <c:v>122.08</c:v>
                </c:pt>
                <c:pt idx="46520">
                  <c:v>131.97999999999999</c:v>
                </c:pt>
                <c:pt idx="46521">
                  <c:v>65.989999999999995</c:v>
                </c:pt>
                <c:pt idx="46522">
                  <c:v>199.47</c:v>
                </c:pt>
                <c:pt idx="46523">
                  <c:v>133.47999999999999</c:v>
                </c:pt>
                <c:pt idx="46524">
                  <c:v>41.79</c:v>
                </c:pt>
                <c:pt idx="46525">
                  <c:v>41.79</c:v>
                </c:pt>
                <c:pt idx="46526">
                  <c:v>41.79</c:v>
                </c:pt>
                <c:pt idx="46527">
                  <c:v>41.79</c:v>
                </c:pt>
                <c:pt idx="46528">
                  <c:v>50.47</c:v>
                </c:pt>
                <c:pt idx="46529">
                  <c:v>50.47</c:v>
                </c:pt>
                <c:pt idx="46530">
                  <c:v>50.46</c:v>
                </c:pt>
                <c:pt idx="46531">
                  <c:v>86.07</c:v>
                </c:pt>
                <c:pt idx="46532">
                  <c:v>169.98</c:v>
                </c:pt>
                <c:pt idx="46533">
                  <c:v>158.37</c:v>
                </c:pt>
                <c:pt idx="46534">
                  <c:v>173.97</c:v>
                </c:pt>
                <c:pt idx="46535">
                  <c:v>137.97999999999999</c:v>
                </c:pt>
                <c:pt idx="46536">
                  <c:v>114.93</c:v>
                </c:pt>
                <c:pt idx="46537">
                  <c:v>131.97999999999999</c:v>
                </c:pt>
                <c:pt idx="46538">
                  <c:v>183.97</c:v>
                </c:pt>
                <c:pt idx="46539">
                  <c:v>131.97999999999999</c:v>
                </c:pt>
                <c:pt idx="46540">
                  <c:v>118.78</c:v>
                </c:pt>
                <c:pt idx="46541">
                  <c:v>50.38</c:v>
                </c:pt>
                <c:pt idx="46542">
                  <c:v>50.37</c:v>
                </c:pt>
                <c:pt idx="46543">
                  <c:v>50.37</c:v>
                </c:pt>
                <c:pt idx="46544">
                  <c:v>51.98</c:v>
                </c:pt>
                <c:pt idx="46545">
                  <c:v>51.98</c:v>
                </c:pt>
                <c:pt idx="46546">
                  <c:v>50.37</c:v>
                </c:pt>
                <c:pt idx="46547">
                  <c:v>50.37</c:v>
                </c:pt>
                <c:pt idx="46548">
                  <c:v>50.37</c:v>
                </c:pt>
                <c:pt idx="46549">
                  <c:v>50.36</c:v>
                </c:pt>
                <c:pt idx="46550">
                  <c:v>50.36</c:v>
                </c:pt>
                <c:pt idx="46551">
                  <c:v>49.49</c:v>
                </c:pt>
                <c:pt idx="46552">
                  <c:v>49.47</c:v>
                </c:pt>
                <c:pt idx="46553">
                  <c:v>49.48</c:v>
                </c:pt>
                <c:pt idx="46554">
                  <c:v>49.48</c:v>
                </c:pt>
                <c:pt idx="46555">
                  <c:v>49.46</c:v>
                </c:pt>
                <c:pt idx="46556">
                  <c:v>49.44</c:v>
                </c:pt>
                <c:pt idx="46557">
                  <c:v>54.5</c:v>
                </c:pt>
                <c:pt idx="46558">
                  <c:v>149.94999999999999</c:v>
                </c:pt>
                <c:pt idx="46559">
                  <c:v>60.99</c:v>
                </c:pt>
                <c:pt idx="46560">
                  <c:v>123.48</c:v>
                </c:pt>
                <c:pt idx="46561">
                  <c:v>98.41</c:v>
                </c:pt>
                <c:pt idx="46562">
                  <c:v>144.94999999999999</c:v>
                </c:pt>
                <c:pt idx="46563">
                  <c:v>79.989999999999995</c:v>
                </c:pt>
                <c:pt idx="46564">
                  <c:v>73.98</c:v>
                </c:pt>
                <c:pt idx="46565">
                  <c:v>154.97</c:v>
                </c:pt>
                <c:pt idx="46566">
                  <c:v>117.71</c:v>
                </c:pt>
                <c:pt idx="46567">
                  <c:v>74.97</c:v>
                </c:pt>
                <c:pt idx="46568">
                  <c:v>79.989999999999995</c:v>
                </c:pt>
                <c:pt idx="46569">
                  <c:v>124.95</c:v>
                </c:pt>
                <c:pt idx="46570">
                  <c:v>111.98</c:v>
                </c:pt>
                <c:pt idx="46571">
                  <c:v>29.99</c:v>
                </c:pt>
                <c:pt idx="46572">
                  <c:v>182.96</c:v>
                </c:pt>
                <c:pt idx="46573">
                  <c:v>59.98</c:v>
                </c:pt>
                <c:pt idx="46574">
                  <c:v>80.97</c:v>
                </c:pt>
                <c:pt idx="46575">
                  <c:v>60.99</c:v>
                </c:pt>
                <c:pt idx="46576">
                  <c:v>53.98</c:v>
                </c:pt>
                <c:pt idx="46577">
                  <c:v>53.98</c:v>
                </c:pt>
                <c:pt idx="46578">
                  <c:v>53.98</c:v>
                </c:pt>
                <c:pt idx="46579">
                  <c:v>53.98</c:v>
                </c:pt>
                <c:pt idx="46580">
                  <c:v>53.98</c:v>
                </c:pt>
                <c:pt idx="46581">
                  <c:v>230.92</c:v>
                </c:pt>
                <c:pt idx="46582">
                  <c:v>57.97</c:v>
                </c:pt>
                <c:pt idx="46583">
                  <c:v>279.57</c:v>
                </c:pt>
                <c:pt idx="46584">
                  <c:v>59.46</c:v>
                </c:pt>
                <c:pt idx="46585">
                  <c:v>243.9</c:v>
                </c:pt>
                <c:pt idx="46586">
                  <c:v>203.92</c:v>
                </c:pt>
                <c:pt idx="46587">
                  <c:v>90.95</c:v>
                </c:pt>
                <c:pt idx="46588">
                  <c:v>144.47999999999999</c:v>
                </c:pt>
                <c:pt idx="46589">
                  <c:v>55.96</c:v>
                </c:pt>
                <c:pt idx="46590">
                  <c:v>112.97</c:v>
                </c:pt>
                <c:pt idx="46591">
                  <c:v>176.35</c:v>
                </c:pt>
                <c:pt idx="46592">
                  <c:v>84.99</c:v>
                </c:pt>
                <c:pt idx="46593">
                  <c:v>53.97</c:v>
                </c:pt>
                <c:pt idx="46594">
                  <c:v>53.97</c:v>
                </c:pt>
                <c:pt idx="46595">
                  <c:v>44.48</c:v>
                </c:pt>
                <c:pt idx="46596">
                  <c:v>157.97</c:v>
                </c:pt>
                <c:pt idx="46597">
                  <c:v>22.48</c:v>
                </c:pt>
                <c:pt idx="46598">
                  <c:v>239.97</c:v>
                </c:pt>
                <c:pt idx="46599">
                  <c:v>68.569999999999993</c:v>
                </c:pt>
                <c:pt idx="46600">
                  <c:v>65.11</c:v>
                </c:pt>
                <c:pt idx="46601">
                  <c:v>239.97</c:v>
                </c:pt>
                <c:pt idx="46602">
                  <c:v>239.97</c:v>
                </c:pt>
                <c:pt idx="46603">
                  <c:v>41.93</c:v>
                </c:pt>
                <c:pt idx="46604">
                  <c:v>-3.98</c:v>
                </c:pt>
                <c:pt idx="46605">
                  <c:v>98.98</c:v>
                </c:pt>
                <c:pt idx="46606">
                  <c:v>98.98</c:v>
                </c:pt>
                <c:pt idx="46607">
                  <c:v>84.99</c:v>
                </c:pt>
                <c:pt idx="46608">
                  <c:v>84.99</c:v>
                </c:pt>
                <c:pt idx="46609">
                  <c:v>60.32</c:v>
                </c:pt>
                <c:pt idx="46610">
                  <c:v>98.98</c:v>
                </c:pt>
                <c:pt idx="46611">
                  <c:v>99.98</c:v>
                </c:pt>
                <c:pt idx="46612">
                  <c:v>131.97999999999999</c:v>
                </c:pt>
                <c:pt idx="46613">
                  <c:v>84.99</c:v>
                </c:pt>
                <c:pt idx="46614">
                  <c:v>44.72</c:v>
                </c:pt>
                <c:pt idx="46615">
                  <c:v>41.29</c:v>
                </c:pt>
                <c:pt idx="46616">
                  <c:v>41.29</c:v>
                </c:pt>
                <c:pt idx="46617">
                  <c:v>41.29</c:v>
                </c:pt>
                <c:pt idx="46618">
                  <c:v>54.99</c:v>
                </c:pt>
                <c:pt idx="46619">
                  <c:v>91.97</c:v>
                </c:pt>
                <c:pt idx="46620">
                  <c:v>56.97</c:v>
                </c:pt>
                <c:pt idx="46621">
                  <c:v>125.85</c:v>
                </c:pt>
                <c:pt idx="46622">
                  <c:v>65.86</c:v>
                </c:pt>
                <c:pt idx="46623">
                  <c:v>70.86</c:v>
                </c:pt>
                <c:pt idx="46624">
                  <c:v>73.959999999999994</c:v>
                </c:pt>
                <c:pt idx="46625">
                  <c:v>62.97</c:v>
                </c:pt>
                <c:pt idx="46626">
                  <c:v>170.93</c:v>
                </c:pt>
                <c:pt idx="46627">
                  <c:v>90.97</c:v>
                </c:pt>
                <c:pt idx="46628">
                  <c:v>83.48</c:v>
                </c:pt>
                <c:pt idx="46629">
                  <c:v>151.94999999999999</c:v>
                </c:pt>
                <c:pt idx="46630">
                  <c:v>62.97</c:v>
                </c:pt>
                <c:pt idx="46631">
                  <c:v>49.98</c:v>
                </c:pt>
                <c:pt idx="46632">
                  <c:v>41.29</c:v>
                </c:pt>
                <c:pt idx="46633">
                  <c:v>41.29</c:v>
                </c:pt>
                <c:pt idx="46634">
                  <c:v>41.29</c:v>
                </c:pt>
                <c:pt idx="46635">
                  <c:v>41.29</c:v>
                </c:pt>
                <c:pt idx="46636">
                  <c:v>219.96</c:v>
                </c:pt>
                <c:pt idx="46637">
                  <c:v>41.29</c:v>
                </c:pt>
                <c:pt idx="46638">
                  <c:v>41.29</c:v>
                </c:pt>
                <c:pt idx="46639">
                  <c:v>41.29</c:v>
                </c:pt>
                <c:pt idx="46640">
                  <c:v>41.29</c:v>
                </c:pt>
                <c:pt idx="46641">
                  <c:v>41.29</c:v>
                </c:pt>
                <c:pt idx="46642">
                  <c:v>41.28</c:v>
                </c:pt>
                <c:pt idx="46643">
                  <c:v>55.96</c:v>
                </c:pt>
                <c:pt idx="46644">
                  <c:v>125.47</c:v>
                </c:pt>
                <c:pt idx="46645">
                  <c:v>65.989999999999995</c:v>
                </c:pt>
                <c:pt idx="46646">
                  <c:v>129.96</c:v>
                </c:pt>
                <c:pt idx="46647">
                  <c:v>110.96</c:v>
                </c:pt>
                <c:pt idx="46648">
                  <c:v>136.94999999999999</c:v>
                </c:pt>
                <c:pt idx="46649">
                  <c:v>84.99</c:v>
                </c:pt>
                <c:pt idx="46650">
                  <c:v>96.96</c:v>
                </c:pt>
                <c:pt idx="46651">
                  <c:v>125.95</c:v>
                </c:pt>
                <c:pt idx="46652">
                  <c:v>138.96</c:v>
                </c:pt>
                <c:pt idx="46653">
                  <c:v>93.96</c:v>
                </c:pt>
                <c:pt idx="46654">
                  <c:v>224.94</c:v>
                </c:pt>
                <c:pt idx="46655">
                  <c:v>139.94</c:v>
                </c:pt>
                <c:pt idx="46656">
                  <c:v>41.28</c:v>
                </c:pt>
                <c:pt idx="46657">
                  <c:v>41.28</c:v>
                </c:pt>
                <c:pt idx="46658">
                  <c:v>41.28</c:v>
                </c:pt>
                <c:pt idx="46659">
                  <c:v>41.28</c:v>
                </c:pt>
                <c:pt idx="46660">
                  <c:v>41.28</c:v>
                </c:pt>
                <c:pt idx="46661">
                  <c:v>100.78</c:v>
                </c:pt>
                <c:pt idx="46662">
                  <c:v>104.24</c:v>
                </c:pt>
                <c:pt idx="46663">
                  <c:v>157.88</c:v>
                </c:pt>
                <c:pt idx="46664">
                  <c:v>119.95</c:v>
                </c:pt>
                <c:pt idx="46665">
                  <c:v>89.97</c:v>
                </c:pt>
                <c:pt idx="46666">
                  <c:v>111.96</c:v>
                </c:pt>
                <c:pt idx="46667">
                  <c:v>111.96</c:v>
                </c:pt>
                <c:pt idx="46668">
                  <c:v>65.989999999999995</c:v>
                </c:pt>
                <c:pt idx="46669">
                  <c:v>87.97</c:v>
                </c:pt>
                <c:pt idx="46670">
                  <c:v>80.959999999999994</c:v>
                </c:pt>
                <c:pt idx="46671">
                  <c:v>41.27</c:v>
                </c:pt>
                <c:pt idx="46672">
                  <c:v>53.76</c:v>
                </c:pt>
                <c:pt idx="46673">
                  <c:v>53.76</c:v>
                </c:pt>
                <c:pt idx="46674">
                  <c:v>41.25</c:v>
                </c:pt>
                <c:pt idx="46675">
                  <c:v>49.48</c:v>
                </c:pt>
                <c:pt idx="46676">
                  <c:v>49.48</c:v>
                </c:pt>
                <c:pt idx="46677">
                  <c:v>41.2</c:v>
                </c:pt>
                <c:pt idx="46678">
                  <c:v>44.6</c:v>
                </c:pt>
                <c:pt idx="46679">
                  <c:v>19.989999999999998</c:v>
                </c:pt>
                <c:pt idx="46680">
                  <c:v>25.39</c:v>
                </c:pt>
                <c:pt idx="46681">
                  <c:v>36.229999999999997</c:v>
                </c:pt>
                <c:pt idx="46682">
                  <c:v>134.97999999999999</c:v>
                </c:pt>
                <c:pt idx="46683">
                  <c:v>152.97999999999999</c:v>
                </c:pt>
                <c:pt idx="46684">
                  <c:v>169.98</c:v>
                </c:pt>
                <c:pt idx="46685">
                  <c:v>254.97</c:v>
                </c:pt>
                <c:pt idx="46686">
                  <c:v>204.96</c:v>
                </c:pt>
                <c:pt idx="46687">
                  <c:v>-152.97999999999999</c:v>
                </c:pt>
                <c:pt idx="46688">
                  <c:v>187.96</c:v>
                </c:pt>
                <c:pt idx="46689">
                  <c:v>303.95999999999998</c:v>
                </c:pt>
                <c:pt idx="46690">
                  <c:v>19.489999999999998</c:v>
                </c:pt>
                <c:pt idx="46691">
                  <c:v>41.19</c:v>
                </c:pt>
                <c:pt idx="46692">
                  <c:v>36.79</c:v>
                </c:pt>
                <c:pt idx="46693">
                  <c:v>41.19</c:v>
                </c:pt>
                <c:pt idx="46694">
                  <c:v>41.18</c:v>
                </c:pt>
                <c:pt idx="46695">
                  <c:v>16.190000000000001</c:v>
                </c:pt>
                <c:pt idx="46696">
                  <c:v>16.190000000000001</c:v>
                </c:pt>
                <c:pt idx="46697">
                  <c:v>284.95</c:v>
                </c:pt>
                <c:pt idx="46698">
                  <c:v>261.94</c:v>
                </c:pt>
                <c:pt idx="46699">
                  <c:v>76.75</c:v>
                </c:pt>
                <c:pt idx="46700">
                  <c:v>131.47</c:v>
                </c:pt>
                <c:pt idx="46701">
                  <c:v>235.93</c:v>
                </c:pt>
                <c:pt idx="46702">
                  <c:v>152.96</c:v>
                </c:pt>
                <c:pt idx="46703">
                  <c:v>266.89999999999998</c:v>
                </c:pt>
                <c:pt idx="46704">
                  <c:v>249.95</c:v>
                </c:pt>
                <c:pt idx="46705">
                  <c:v>49.48</c:v>
                </c:pt>
                <c:pt idx="46706">
                  <c:v>49.48</c:v>
                </c:pt>
                <c:pt idx="46707">
                  <c:v>49.48</c:v>
                </c:pt>
                <c:pt idx="46708">
                  <c:v>49.48</c:v>
                </c:pt>
                <c:pt idx="46709">
                  <c:v>49.01</c:v>
                </c:pt>
                <c:pt idx="46710">
                  <c:v>97.93</c:v>
                </c:pt>
                <c:pt idx="46711">
                  <c:v>69.95</c:v>
                </c:pt>
                <c:pt idx="46712">
                  <c:v>69.95</c:v>
                </c:pt>
                <c:pt idx="46713">
                  <c:v>83.94</c:v>
                </c:pt>
                <c:pt idx="46714">
                  <c:v>69.95</c:v>
                </c:pt>
                <c:pt idx="46715">
                  <c:v>69.95</c:v>
                </c:pt>
                <c:pt idx="46716">
                  <c:v>111.92</c:v>
                </c:pt>
                <c:pt idx="46717">
                  <c:v>83.94</c:v>
                </c:pt>
                <c:pt idx="46718">
                  <c:v>85.25</c:v>
                </c:pt>
                <c:pt idx="46719">
                  <c:v>97.93</c:v>
                </c:pt>
                <c:pt idx="46720">
                  <c:v>83.94</c:v>
                </c:pt>
                <c:pt idx="46721">
                  <c:v>128.93</c:v>
                </c:pt>
                <c:pt idx="46722">
                  <c:v>55.96</c:v>
                </c:pt>
                <c:pt idx="46723">
                  <c:v>69.95</c:v>
                </c:pt>
                <c:pt idx="46724">
                  <c:v>43.27</c:v>
                </c:pt>
                <c:pt idx="46725">
                  <c:v>97.93</c:v>
                </c:pt>
                <c:pt idx="46726">
                  <c:v>53.07</c:v>
                </c:pt>
                <c:pt idx="46727">
                  <c:v>52.98</c:v>
                </c:pt>
                <c:pt idx="46728">
                  <c:v>43.49</c:v>
                </c:pt>
                <c:pt idx="46729">
                  <c:v>43.49</c:v>
                </c:pt>
                <c:pt idx="46730">
                  <c:v>299.89999999999998</c:v>
                </c:pt>
                <c:pt idx="46731">
                  <c:v>299.89999999999998</c:v>
                </c:pt>
                <c:pt idx="46732">
                  <c:v>293.77999999999997</c:v>
                </c:pt>
                <c:pt idx="46733">
                  <c:v>29.99</c:v>
                </c:pt>
                <c:pt idx="46734">
                  <c:v>269.91000000000003</c:v>
                </c:pt>
                <c:pt idx="46735">
                  <c:v>29.99</c:v>
                </c:pt>
                <c:pt idx="46736">
                  <c:v>59.98</c:v>
                </c:pt>
                <c:pt idx="46737">
                  <c:v>167.33</c:v>
                </c:pt>
                <c:pt idx="46738">
                  <c:v>125.94</c:v>
                </c:pt>
                <c:pt idx="46739">
                  <c:v>43.49</c:v>
                </c:pt>
                <c:pt idx="46740">
                  <c:v>52.98</c:v>
                </c:pt>
                <c:pt idx="46741">
                  <c:v>52.97</c:v>
                </c:pt>
                <c:pt idx="46742">
                  <c:v>84.99</c:v>
                </c:pt>
                <c:pt idx="46743">
                  <c:v>84.99</c:v>
                </c:pt>
                <c:pt idx="46744">
                  <c:v>84.99</c:v>
                </c:pt>
                <c:pt idx="46745">
                  <c:v>65.989999999999995</c:v>
                </c:pt>
                <c:pt idx="46746">
                  <c:v>84.99</c:v>
                </c:pt>
                <c:pt idx="46747">
                  <c:v>84.99</c:v>
                </c:pt>
                <c:pt idx="46748">
                  <c:v>84.99</c:v>
                </c:pt>
                <c:pt idx="46749">
                  <c:v>68.989999999999995</c:v>
                </c:pt>
                <c:pt idx="46750">
                  <c:v>54.99</c:v>
                </c:pt>
                <c:pt idx="46751">
                  <c:v>84.99</c:v>
                </c:pt>
                <c:pt idx="46752">
                  <c:v>65.989999999999995</c:v>
                </c:pt>
                <c:pt idx="46753">
                  <c:v>89.97</c:v>
                </c:pt>
                <c:pt idx="46754">
                  <c:v>78.989999999999995</c:v>
                </c:pt>
                <c:pt idx="46755">
                  <c:v>65.989999999999995</c:v>
                </c:pt>
                <c:pt idx="46756">
                  <c:v>84.99</c:v>
                </c:pt>
                <c:pt idx="46757">
                  <c:v>84.99</c:v>
                </c:pt>
                <c:pt idx="46758">
                  <c:v>65.989999999999995</c:v>
                </c:pt>
                <c:pt idx="46759">
                  <c:v>78.540000000000006</c:v>
                </c:pt>
                <c:pt idx="46760">
                  <c:v>109.98</c:v>
                </c:pt>
                <c:pt idx="46761">
                  <c:v>105.98</c:v>
                </c:pt>
                <c:pt idx="46762">
                  <c:v>84.99</c:v>
                </c:pt>
                <c:pt idx="46763">
                  <c:v>38.729999999999997</c:v>
                </c:pt>
                <c:pt idx="46764">
                  <c:v>52.97</c:v>
                </c:pt>
                <c:pt idx="46765">
                  <c:v>14.99</c:v>
                </c:pt>
                <c:pt idx="46766">
                  <c:v>16.34</c:v>
                </c:pt>
                <c:pt idx="46767">
                  <c:v>49.01</c:v>
                </c:pt>
                <c:pt idx="46768">
                  <c:v>35.94</c:v>
                </c:pt>
                <c:pt idx="46769">
                  <c:v>35.94</c:v>
                </c:pt>
                <c:pt idx="46770">
                  <c:v>40.29</c:v>
                </c:pt>
                <c:pt idx="46771">
                  <c:v>169.98</c:v>
                </c:pt>
                <c:pt idx="46772">
                  <c:v>99.98</c:v>
                </c:pt>
                <c:pt idx="46773">
                  <c:v>184.97</c:v>
                </c:pt>
                <c:pt idx="46774">
                  <c:v>106.97</c:v>
                </c:pt>
                <c:pt idx="46775">
                  <c:v>214.95</c:v>
                </c:pt>
                <c:pt idx="46776">
                  <c:v>169.98</c:v>
                </c:pt>
                <c:pt idx="46777">
                  <c:v>169.98</c:v>
                </c:pt>
                <c:pt idx="46778">
                  <c:v>173.27</c:v>
                </c:pt>
                <c:pt idx="46779">
                  <c:v>199.96</c:v>
                </c:pt>
                <c:pt idx="46780">
                  <c:v>159.97999999999999</c:v>
                </c:pt>
                <c:pt idx="46781">
                  <c:v>40.29</c:v>
                </c:pt>
                <c:pt idx="46782">
                  <c:v>43.54</c:v>
                </c:pt>
                <c:pt idx="46783">
                  <c:v>43.54</c:v>
                </c:pt>
                <c:pt idx="46784">
                  <c:v>43.54</c:v>
                </c:pt>
                <c:pt idx="46785">
                  <c:v>43.54</c:v>
                </c:pt>
                <c:pt idx="46786">
                  <c:v>43.51</c:v>
                </c:pt>
                <c:pt idx="46787">
                  <c:v>43.51</c:v>
                </c:pt>
                <c:pt idx="46788">
                  <c:v>133.96</c:v>
                </c:pt>
                <c:pt idx="46789">
                  <c:v>37.5</c:v>
                </c:pt>
                <c:pt idx="46790">
                  <c:v>69.98</c:v>
                </c:pt>
                <c:pt idx="46791">
                  <c:v>48.42</c:v>
                </c:pt>
                <c:pt idx="46792">
                  <c:v>39.479999999999997</c:v>
                </c:pt>
                <c:pt idx="46793">
                  <c:v>39.479999999999997</c:v>
                </c:pt>
                <c:pt idx="46794">
                  <c:v>20.49</c:v>
                </c:pt>
                <c:pt idx="46795">
                  <c:v>-1.5</c:v>
                </c:pt>
                <c:pt idx="46796">
                  <c:v>20.49</c:v>
                </c:pt>
                <c:pt idx="46797">
                  <c:v>35.24</c:v>
                </c:pt>
                <c:pt idx="46798">
                  <c:v>39.479999999999997</c:v>
                </c:pt>
                <c:pt idx="46799">
                  <c:v>10.49</c:v>
                </c:pt>
                <c:pt idx="46800">
                  <c:v>20.49</c:v>
                </c:pt>
                <c:pt idx="46801">
                  <c:v>39.479999999999997</c:v>
                </c:pt>
                <c:pt idx="46802">
                  <c:v>84.99</c:v>
                </c:pt>
                <c:pt idx="46803">
                  <c:v>256.92</c:v>
                </c:pt>
                <c:pt idx="46804">
                  <c:v>238.95</c:v>
                </c:pt>
                <c:pt idx="46805">
                  <c:v>217.46</c:v>
                </c:pt>
                <c:pt idx="46806">
                  <c:v>274.95999999999998</c:v>
                </c:pt>
                <c:pt idx="46807">
                  <c:v>160.96</c:v>
                </c:pt>
                <c:pt idx="46808">
                  <c:v>339.96</c:v>
                </c:pt>
                <c:pt idx="46809">
                  <c:v>67.98</c:v>
                </c:pt>
                <c:pt idx="46810">
                  <c:v>121.98</c:v>
                </c:pt>
                <c:pt idx="46811">
                  <c:v>39.479999999999997</c:v>
                </c:pt>
                <c:pt idx="46812">
                  <c:v>39.479999999999997</c:v>
                </c:pt>
                <c:pt idx="46813">
                  <c:v>39.479999999999997</c:v>
                </c:pt>
                <c:pt idx="46814">
                  <c:v>35.22</c:v>
                </c:pt>
                <c:pt idx="46815">
                  <c:v>15.89</c:v>
                </c:pt>
                <c:pt idx="46816">
                  <c:v>15.09</c:v>
                </c:pt>
                <c:pt idx="46817">
                  <c:v>48.57</c:v>
                </c:pt>
                <c:pt idx="46818">
                  <c:v>65.989999999999995</c:v>
                </c:pt>
                <c:pt idx="46819">
                  <c:v>65.989999999999995</c:v>
                </c:pt>
                <c:pt idx="46820">
                  <c:v>49.99</c:v>
                </c:pt>
                <c:pt idx="46821">
                  <c:v>131.97999999999999</c:v>
                </c:pt>
                <c:pt idx="46822">
                  <c:v>65.989999999999995</c:v>
                </c:pt>
                <c:pt idx="46823">
                  <c:v>49.99</c:v>
                </c:pt>
                <c:pt idx="46824">
                  <c:v>65.989999999999995</c:v>
                </c:pt>
                <c:pt idx="46825">
                  <c:v>65.989999999999995</c:v>
                </c:pt>
                <c:pt idx="46826">
                  <c:v>65.989999999999995</c:v>
                </c:pt>
                <c:pt idx="46827">
                  <c:v>84.98</c:v>
                </c:pt>
                <c:pt idx="46828">
                  <c:v>48.57</c:v>
                </c:pt>
                <c:pt idx="46829">
                  <c:v>35.229999999999997</c:v>
                </c:pt>
                <c:pt idx="46830">
                  <c:v>39.479999999999997</c:v>
                </c:pt>
                <c:pt idx="46831">
                  <c:v>39.479999999999997</c:v>
                </c:pt>
                <c:pt idx="46832">
                  <c:v>52.18</c:v>
                </c:pt>
                <c:pt idx="46833">
                  <c:v>52.18</c:v>
                </c:pt>
                <c:pt idx="46834">
                  <c:v>116.43</c:v>
                </c:pt>
                <c:pt idx="46835">
                  <c:v>79.959999999999994</c:v>
                </c:pt>
                <c:pt idx="46836">
                  <c:v>89.97</c:v>
                </c:pt>
                <c:pt idx="46837">
                  <c:v>147.94999999999999</c:v>
                </c:pt>
                <c:pt idx="46838">
                  <c:v>123.96</c:v>
                </c:pt>
                <c:pt idx="46839">
                  <c:v>82.96</c:v>
                </c:pt>
                <c:pt idx="46840">
                  <c:v>91.96</c:v>
                </c:pt>
                <c:pt idx="46841">
                  <c:v>179.94</c:v>
                </c:pt>
                <c:pt idx="46842">
                  <c:v>119.96</c:v>
                </c:pt>
                <c:pt idx="46843">
                  <c:v>95.96</c:v>
                </c:pt>
                <c:pt idx="46844">
                  <c:v>179.94</c:v>
                </c:pt>
                <c:pt idx="46845">
                  <c:v>91.96</c:v>
                </c:pt>
                <c:pt idx="46846">
                  <c:v>89.97</c:v>
                </c:pt>
                <c:pt idx="46847">
                  <c:v>52.17</c:v>
                </c:pt>
                <c:pt idx="46848">
                  <c:v>48.42</c:v>
                </c:pt>
                <c:pt idx="46849">
                  <c:v>52.06</c:v>
                </c:pt>
                <c:pt idx="46850">
                  <c:v>38.090000000000003</c:v>
                </c:pt>
                <c:pt idx="46851">
                  <c:v>135.41999999999999</c:v>
                </c:pt>
                <c:pt idx="46852">
                  <c:v>143.91</c:v>
                </c:pt>
                <c:pt idx="46853">
                  <c:v>114.88</c:v>
                </c:pt>
                <c:pt idx="46854">
                  <c:v>56.82</c:v>
                </c:pt>
                <c:pt idx="46855">
                  <c:v>106.43</c:v>
                </c:pt>
                <c:pt idx="46856">
                  <c:v>101.57</c:v>
                </c:pt>
                <c:pt idx="46857">
                  <c:v>77.400000000000006</c:v>
                </c:pt>
                <c:pt idx="46858">
                  <c:v>67.709999999999994</c:v>
                </c:pt>
                <c:pt idx="46859">
                  <c:v>97.95</c:v>
                </c:pt>
                <c:pt idx="46860">
                  <c:v>94.31</c:v>
                </c:pt>
                <c:pt idx="46861">
                  <c:v>111.26</c:v>
                </c:pt>
                <c:pt idx="46862">
                  <c:v>62.87</c:v>
                </c:pt>
                <c:pt idx="46863">
                  <c:v>52.42</c:v>
                </c:pt>
                <c:pt idx="46864">
                  <c:v>51.98</c:v>
                </c:pt>
                <c:pt idx="46865">
                  <c:v>51.98</c:v>
                </c:pt>
                <c:pt idx="46866">
                  <c:v>51.98</c:v>
                </c:pt>
                <c:pt idx="46867">
                  <c:v>51.98</c:v>
                </c:pt>
                <c:pt idx="46868">
                  <c:v>51.98</c:v>
                </c:pt>
                <c:pt idx="46869">
                  <c:v>51.98</c:v>
                </c:pt>
                <c:pt idx="46870">
                  <c:v>51.98</c:v>
                </c:pt>
                <c:pt idx="46871">
                  <c:v>79.989999999999995</c:v>
                </c:pt>
                <c:pt idx="46872">
                  <c:v>17.489999999999998</c:v>
                </c:pt>
                <c:pt idx="46873">
                  <c:v>52.96</c:v>
                </c:pt>
                <c:pt idx="46874">
                  <c:v>64.98</c:v>
                </c:pt>
                <c:pt idx="46875">
                  <c:v>59.98</c:v>
                </c:pt>
                <c:pt idx="46876">
                  <c:v>118.96</c:v>
                </c:pt>
                <c:pt idx="46877">
                  <c:v>50.97</c:v>
                </c:pt>
                <c:pt idx="46878">
                  <c:v>35.06</c:v>
                </c:pt>
                <c:pt idx="46879">
                  <c:v>50.32</c:v>
                </c:pt>
                <c:pt idx="46880">
                  <c:v>65.91</c:v>
                </c:pt>
                <c:pt idx="46881">
                  <c:v>51.97</c:v>
                </c:pt>
                <c:pt idx="46882">
                  <c:v>51.96</c:v>
                </c:pt>
                <c:pt idx="46883">
                  <c:v>51.96</c:v>
                </c:pt>
                <c:pt idx="46884">
                  <c:v>171.97</c:v>
                </c:pt>
                <c:pt idx="46885">
                  <c:v>132.71</c:v>
                </c:pt>
                <c:pt idx="46886">
                  <c:v>114.92</c:v>
                </c:pt>
                <c:pt idx="46887">
                  <c:v>131.97999999999999</c:v>
                </c:pt>
                <c:pt idx="46888">
                  <c:v>215.94</c:v>
                </c:pt>
                <c:pt idx="46889">
                  <c:v>135.97</c:v>
                </c:pt>
                <c:pt idx="46890">
                  <c:v>178.96</c:v>
                </c:pt>
                <c:pt idx="46891">
                  <c:v>124.95</c:v>
                </c:pt>
                <c:pt idx="46892">
                  <c:v>51.76</c:v>
                </c:pt>
                <c:pt idx="46893">
                  <c:v>35.020000000000003</c:v>
                </c:pt>
                <c:pt idx="46894">
                  <c:v>179.96</c:v>
                </c:pt>
                <c:pt idx="46895">
                  <c:v>33.22</c:v>
                </c:pt>
                <c:pt idx="46896">
                  <c:v>74.98</c:v>
                </c:pt>
                <c:pt idx="46897">
                  <c:v>129.97</c:v>
                </c:pt>
                <c:pt idx="46898">
                  <c:v>119.96</c:v>
                </c:pt>
                <c:pt idx="46899">
                  <c:v>23.49</c:v>
                </c:pt>
                <c:pt idx="46900">
                  <c:v>129.97</c:v>
                </c:pt>
                <c:pt idx="46901">
                  <c:v>159.96</c:v>
                </c:pt>
                <c:pt idx="46902">
                  <c:v>39.28</c:v>
                </c:pt>
                <c:pt idx="46903">
                  <c:v>39.28</c:v>
                </c:pt>
                <c:pt idx="46904">
                  <c:v>39.28</c:v>
                </c:pt>
                <c:pt idx="46905">
                  <c:v>39.28</c:v>
                </c:pt>
                <c:pt idx="46906">
                  <c:v>39.28</c:v>
                </c:pt>
                <c:pt idx="46907">
                  <c:v>60.53</c:v>
                </c:pt>
                <c:pt idx="46908">
                  <c:v>95.98</c:v>
                </c:pt>
                <c:pt idx="46909">
                  <c:v>65.989999999999995</c:v>
                </c:pt>
                <c:pt idx="46910">
                  <c:v>82.51</c:v>
                </c:pt>
                <c:pt idx="46911">
                  <c:v>79.98</c:v>
                </c:pt>
                <c:pt idx="46912">
                  <c:v>65.989999999999995</c:v>
                </c:pt>
                <c:pt idx="46913">
                  <c:v>65.989999999999995</c:v>
                </c:pt>
                <c:pt idx="46914">
                  <c:v>65.989999999999995</c:v>
                </c:pt>
                <c:pt idx="46915">
                  <c:v>65.989999999999995</c:v>
                </c:pt>
                <c:pt idx="46916">
                  <c:v>65.489999999999995</c:v>
                </c:pt>
                <c:pt idx="46917">
                  <c:v>65.989999999999995</c:v>
                </c:pt>
                <c:pt idx="46918">
                  <c:v>49.99</c:v>
                </c:pt>
                <c:pt idx="46919">
                  <c:v>63.52</c:v>
                </c:pt>
                <c:pt idx="46920">
                  <c:v>64.010000000000005</c:v>
                </c:pt>
                <c:pt idx="46921">
                  <c:v>105.32</c:v>
                </c:pt>
                <c:pt idx="46922">
                  <c:v>65.989999999999995</c:v>
                </c:pt>
                <c:pt idx="46923">
                  <c:v>79.98</c:v>
                </c:pt>
                <c:pt idx="46924">
                  <c:v>39.28</c:v>
                </c:pt>
                <c:pt idx="46925">
                  <c:v>34.93</c:v>
                </c:pt>
                <c:pt idx="46926">
                  <c:v>39.28</c:v>
                </c:pt>
                <c:pt idx="46927">
                  <c:v>51.48</c:v>
                </c:pt>
                <c:pt idx="46928">
                  <c:v>34.229999999999997</c:v>
                </c:pt>
                <c:pt idx="46929">
                  <c:v>65.989999999999995</c:v>
                </c:pt>
                <c:pt idx="46930">
                  <c:v>70.98</c:v>
                </c:pt>
                <c:pt idx="46931">
                  <c:v>93.47</c:v>
                </c:pt>
                <c:pt idx="46932">
                  <c:v>59.98</c:v>
                </c:pt>
                <c:pt idx="46933">
                  <c:v>59.98</c:v>
                </c:pt>
                <c:pt idx="46934">
                  <c:v>51.61</c:v>
                </c:pt>
                <c:pt idx="46935">
                  <c:v>54.99</c:v>
                </c:pt>
                <c:pt idx="46936">
                  <c:v>67.489999999999995</c:v>
                </c:pt>
                <c:pt idx="46937">
                  <c:v>61.48</c:v>
                </c:pt>
                <c:pt idx="46938">
                  <c:v>74.98</c:v>
                </c:pt>
                <c:pt idx="46939">
                  <c:v>85.97</c:v>
                </c:pt>
                <c:pt idx="46940">
                  <c:v>54.99</c:v>
                </c:pt>
                <c:pt idx="46941">
                  <c:v>62.86</c:v>
                </c:pt>
                <c:pt idx="46942">
                  <c:v>28.5</c:v>
                </c:pt>
                <c:pt idx="46943">
                  <c:v>34.229999999999997</c:v>
                </c:pt>
                <c:pt idx="46944">
                  <c:v>38.479999999999997</c:v>
                </c:pt>
                <c:pt idx="46945">
                  <c:v>38.479999999999997</c:v>
                </c:pt>
                <c:pt idx="46946">
                  <c:v>47.67</c:v>
                </c:pt>
                <c:pt idx="46947">
                  <c:v>46.78</c:v>
                </c:pt>
                <c:pt idx="46948">
                  <c:v>84.99</c:v>
                </c:pt>
                <c:pt idx="46949">
                  <c:v>127.83</c:v>
                </c:pt>
                <c:pt idx="46950">
                  <c:v>84.99</c:v>
                </c:pt>
                <c:pt idx="46951">
                  <c:v>84.99</c:v>
                </c:pt>
                <c:pt idx="46952">
                  <c:v>84.99</c:v>
                </c:pt>
                <c:pt idx="46953">
                  <c:v>84.99</c:v>
                </c:pt>
                <c:pt idx="46954">
                  <c:v>150.97</c:v>
                </c:pt>
                <c:pt idx="46955">
                  <c:v>84.99</c:v>
                </c:pt>
                <c:pt idx="46956">
                  <c:v>162.52000000000001</c:v>
                </c:pt>
                <c:pt idx="46957">
                  <c:v>84.99</c:v>
                </c:pt>
                <c:pt idx="46958">
                  <c:v>65.989999999999995</c:v>
                </c:pt>
                <c:pt idx="46959">
                  <c:v>65.989999999999995</c:v>
                </c:pt>
                <c:pt idx="46960">
                  <c:v>131.97999999999999</c:v>
                </c:pt>
                <c:pt idx="46961">
                  <c:v>169.98</c:v>
                </c:pt>
                <c:pt idx="46962">
                  <c:v>84.99</c:v>
                </c:pt>
                <c:pt idx="46963">
                  <c:v>169.98</c:v>
                </c:pt>
                <c:pt idx="46964">
                  <c:v>103.98</c:v>
                </c:pt>
                <c:pt idx="46965">
                  <c:v>46.78</c:v>
                </c:pt>
                <c:pt idx="46966">
                  <c:v>46.73</c:v>
                </c:pt>
                <c:pt idx="46967">
                  <c:v>38.49</c:v>
                </c:pt>
                <c:pt idx="46968">
                  <c:v>46.47</c:v>
                </c:pt>
                <c:pt idx="46969">
                  <c:v>46.47</c:v>
                </c:pt>
                <c:pt idx="46970">
                  <c:v>47.22</c:v>
                </c:pt>
                <c:pt idx="46971">
                  <c:v>46.47</c:v>
                </c:pt>
                <c:pt idx="46972">
                  <c:v>31.48</c:v>
                </c:pt>
                <c:pt idx="46973">
                  <c:v>47.22</c:v>
                </c:pt>
                <c:pt idx="46974">
                  <c:v>46.47</c:v>
                </c:pt>
                <c:pt idx="46975">
                  <c:v>47.22</c:v>
                </c:pt>
                <c:pt idx="46976">
                  <c:v>38.49</c:v>
                </c:pt>
                <c:pt idx="46977">
                  <c:v>38.49</c:v>
                </c:pt>
                <c:pt idx="46978">
                  <c:v>38.49</c:v>
                </c:pt>
                <c:pt idx="46979">
                  <c:v>38.49</c:v>
                </c:pt>
                <c:pt idx="46980">
                  <c:v>36.74</c:v>
                </c:pt>
                <c:pt idx="46981">
                  <c:v>50.98</c:v>
                </c:pt>
                <c:pt idx="46982">
                  <c:v>54.99</c:v>
                </c:pt>
                <c:pt idx="46983">
                  <c:v>-54.99</c:v>
                </c:pt>
                <c:pt idx="46984">
                  <c:v>30.49</c:v>
                </c:pt>
                <c:pt idx="46985">
                  <c:v>30.49</c:v>
                </c:pt>
                <c:pt idx="46986">
                  <c:v>50.98</c:v>
                </c:pt>
                <c:pt idx="46987">
                  <c:v>50.98</c:v>
                </c:pt>
                <c:pt idx="46988">
                  <c:v>50.98</c:v>
                </c:pt>
                <c:pt idx="46989">
                  <c:v>50.98</c:v>
                </c:pt>
                <c:pt idx="46990">
                  <c:v>50.97</c:v>
                </c:pt>
                <c:pt idx="46991">
                  <c:v>112.49</c:v>
                </c:pt>
                <c:pt idx="46992">
                  <c:v>78.98</c:v>
                </c:pt>
                <c:pt idx="46993">
                  <c:v>79.849999999999994</c:v>
                </c:pt>
                <c:pt idx="46994">
                  <c:v>50.97</c:v>
                </c:pt>
                <c:pt idx="46995">
                  <c:v>50.96</c:v>
                </c:pt>
                <c:pt idx="46996">
                  <c:v>74.97</c:v>
                </c:pt>
                <c:pt idx="46997">
                  <c:v>144.94999999999999</c:v>
                </c:pt>
                <c:pt idx="46998">
                  <c:v>62.97</c:v>
                </c:pt>
                <c:pt idx="46999">
                  <c:v>52.98</c:v>
                </c:pt>
                <c:pt idx="47000">
                  <c:v>130.97</c:v>
                </c:pt>
                <c:pt idx="47001">
                  <c:v>52.98</c:v>
                </c:pt>
                <c:pt idx="47002">
                  <c:v>190.97</c:v>
                </c:pt>
                <c:pt idx="47003">
                  <c:v>53.96</c:v>
                </c:pt>
                <c:pt idx="47004">
                  <c:v>169.98</c:v>
                </c:pt>
                <c:pt idx="47005">
                  <c:v>68.97</c:v>
                </c:pt>
                <c:pt idx="47006">
                  <c:v>65.959999999999994</c:v>
                </c:pt>
                <c:pt idx="47007">
                  <c:v>50.74</c:v>
                </c:pt>
                <c:pt idx="47008">
                  <c:v>38.28</c:v>
                </c:pt>
                <c:pt idx="47009">
                  <c:v>38.28</c:v>
                </c:pt>
                <c:pt idx="47010">
                  <c:v>119.96</c:v>
                </c:pt>
                <c:pt idx="47011">
                  <c:v>59.98</c:v>
                </c:pt>
                <c:pt idx="47012">
                  <c:v>114.58</c:v>
                </c:pt>
                <c:pt idx="47013">
                  <c:v>119.96</c:v>
                </c:pt>
                <c:pt idx="47014">
                  <c:v>119.96</c:v>
                </c:pt>
                <c:pt idx="47015">
                  <c:v>89.97</c:v>
                </c:pt>
                <c:pt idx="47016">
                  <c:v>67.61</c:v>
                </c:pt>
                <c:pt idx="47017">
                  <c:v>84.97</c:v>
                </c:pt>
                <c:pt idx="47018">
                  <c:v>59.98</c:v>
                </c:pt>
                <c:pt idx="47019">
                  <c:v>119.96</c:v>
                </c:pt>
                <c:pt idx="47020">
                  <c:v>84.94</c:v>
                </c:pt>
                <c:pt idx="47021">
                  <c:v>59.98</c:v>
                </c:pt>
                <c:pt idx="47022">
                  <c:v>89.97</c:v>
                </c:pt>
                <c:pt idx="47023">
                  <c:v>59.98</c:v>
                </c:pt>
                <c:pt idx="47024">
                  <c:v>76.489999999999995</c:v>
                </c:pt>
                <c:pt idx="47025">
                  <c:v>50.47</c:v>
                </c:pt>
                <c:pt idx="47026">
                  <c:v>50.38</c:v>
                </c:pt>
                <c:pt idx="47027">
                  <c:v>50.36</c:v>
                </c:pt>
                <c:pt idx="47028">
                  <c:v>20.49</c:v>
                </c:pt>
                <c:pt idx="47029">
                  <c:v>65.989999999999995</c:v>
                </c:pt>
                <c:pt idx="47030">
                  <c:v>84.99</c:v>
                </c:pt>
                <c:pt idx="47031">
                  <c:v>84.99</c:v>
                </c:pt>
                <c:pt idx="47032">
                  <c:v>84.99</c:v>
                </c:pt>
                <c:pt idx="47033">
                  <c:v>84.99</c:v>
                </c:pt>
                <c:pt idx="47034">
                  <c:v>76.489999999999995</c:v>
                </c:pt>
                <c:pt idx="47035">
                  <c:v>84.99</c:v>
                </c:pt>
                <c:pt idx="47036">
                  <c:v>65.989999999999995</c:v>
                </c:pt>
                <c:pt idx="47037">
                  <c:v>84.99</c:v>
                </c:pt>
                <c:pt idx="47038">
                  <c:v>84.99</c:v>
                </c:pt>
                <c:pt idx="47039">
                  <c:v>78.95</c:v>
                </c:pt>
                <c:pt idx="47040">
                  <c:v>84.99</c:v>
                </c:pt>
                <c:pt idx="47041">
                  <c:v>84.99</c:v>
                </c:pt>
                <c:pt idx="47042">
                  <c:v>84.99</c:v>
                </c:pt>
                <c:pt idx="47043">
                  <c:v>84.99</c:v>
                </c:pt>
                <c:pt idx="47044">
                  <c:v>84.99</c:v>
                </c:pt>
                <c:pt idx="47045">
                  <c:v>47.29</c:v>
                </c:pt>
                <c:pt idx="47046">
                  <c:v>169.98</c:v>
                </c:pt>
                <c:pt idx="47047">
                  <c:v>76.38</c:v>
                </c:pt>
                <c:pt idx="47048">
                  <c:v>37.49</c:v>
                </c:pt>
                <c:pt idx="47049">
                  <c:v>37.479999999999997</c:v>
                </c:pt>
                <c:pt idx="47050">
                  <c:v>46.77</c:v>
                </c:pt>
                <c:pt idx="47051">
                  <c:v>37.47</c:v>
                </c:pt>
                <c:pt idx="47052">
                  <c:v>37.47</c:v>
                </c:pt>
                <c:pt idx="47053">
                  <c:v>37.46</c:v>
                </c:pt>
                <c:pt idx="47054">
                  <c:v>344.2</c:v>
                </c:pt>
                <c:pt idx="47055">
                  <c:v>354.91</c:v>
                </c:pt>
                <c:pt idx="47056">
                  <c:v>408.95</c:v>
                </c:pt>
                <c:pt idx="47057">
                  <c:v>84.99</c:v>
                </c:pt>
                <c:pt idx="47058">
                  <c:v>157.75</c:v>
                </c:pt>
                <c:pt idx="47059">
                  <c:v>111.92</c:v>
                </c:pt>
                <c:pt idx="47060">
                  <c:v>90.78</c:v>
                </c:pt>
                <c:pt idx="47061">
                  <c:v>46.73</c:v>
                </c:pt>
                <c:pt idx="47062">
                  <c:v>41.1</c:v>
                </c:pt>
                <c:pt idx="47063">
                  <c:v>41.1</c:v>
                </c:pt>
                <c:pt idx="47064">
                  <c:v>45.87</c:v>
                </c:pt>
                <c:pt idx="47065">
                  <c:v>45.86</c:v>
                </c:pt>
                <c:pt idx="47066">
                  <c:v>33.78</c:v>
                </c:pt>
                <c:pt idx="47067">
                  <c:v>256.16000000000003</c:v>
                </c:pt>
                <c:pt idx="47068">
                  <c:v>33.479999999999997</c:v>
                </c:pt>
                <c:pt idx="47069">
                  <c:v>131.97999999999999</c:v>
                </c:pt>
                <c:pt idx="47070">
                  <c:v>71.97</c:v>
                </c:pt>
                <c:pt idx="47071">
                  <c:v>179.96</c:v>
                </c:pt>
                <c:pt idx="47072">
                  <c:v>203.44</c:v>
                </c:pt>
                <c:pt idx="47073">
                  <c:v>131.97999999999999</c:v>
                </c:pt>
                <c:pt idx="47074">
                  <c:v>197.97</c:v>
                </c:pt>
                <c:pt idx="47075">
                  <c:v>197.97</c:v>
                </c:pt>
                <c:pt idx="47076">
                  <c:v>121.98</c:v>
                </c:pt>
                <c:pt idx="47077">
                  <c:v>40.49</c:v>
                </c:pt>
                <c:pt idx="47078">
                  <c:v>40.49</c:v>
                </c:pt>
                <c:pt idx="47079">
                  <c:v>40.49</c:v>
                </c:pt>
                <c:pt idx="47080">
                  <c:v>40.479999999999997</c:v>
                </c:pt>
                <c:pt idx="47081">
                  <c:v>40.479999999999997</c:v>
                </c:pt>
                <c:pt idx="47082">
                  <c:v>44.99</c:v>
                </c:pt>
                <c:pt idx="47083">
                  <c:v>75.09</c:v>
                </c:pt>
                <c:pt idx="47084">
                  <c:v>82.1</c:v>
                </c:pt>
                <c:pt idx="47085">
                  <c:v>68.989999999999995</c:v>
                </c:pt>
                <c:pt idx="47086">
                  <c:v>120.63</c:v>
                </c:pt>
                <c:pt idx="47087">
                  <c:v>116.98</c:v>
                </c:pt>
                <c:pt idx="47088">
                  <c:v>74.98</c:v>
                </c:pt>
                <c:pt idx="47089">
                  <c:v>98.98</c:v>
                </c:pt>
                <c:pt idx="47090">
                  <c:v>112.97</c:v>
                </c:pt>
                <c:pt idx="47091">
                  <c:v>135</c:v>
                </c:pt>
                <c:pt idx="47092">
                  <c:v>84.14</c:v>
                </c:pt>
                <c:pt idx="47093">
                  <c:v>90.48</c:v>
                </c:pt>
                <c:pt idx="47094">
                  <c:v>44.99</c:v>
                </c:pt>
                <c:pt idx="47095">
                  <c:v>68.989999999999995</c:v>
                </c:pt>
                <c:pt idx="47096">
                  <c:v>71.98</c:v>
                </c:pt>
                <c:pt idx="47097">
                  <c:v>67.989999999999995</c:v>
                </c:pt>
                <c:pt idx="47098">
                  <c:v>58.98</c:v>
                </c:pt>
                <c:pt idx="47099">
                  <c:v>84.99</c:v>
                </c:pt>
                <c:pt idx="47100">
                  <c:v>90.48</c:v>
                </c:pt>
                <c:pt idx="47101">
                  <c:v>76.489999999999995</c:v>
                </c:pt>
                <c:pt idx="47102">
                  <c:v>98.98</c:v>
                </c:pt>
                <c:pt idx="47103">
                  <c:v>32.82</c:v>
                </c:pt>
                <c:pt idx="47104">
                  <c:v>34.08</c:v>
                </c:pt>
                <c:pt idx="47105">
                  <c:v>45.88</c:v>
                </c:pt>
                <c:pt idx="47106">
                  <c:v>45.38</c:v>
                </c:pt>
                <c:pt idx="47107">
                  <c:v>162.99</c:v>
                </c:pt>
                <c:pt idx="47108">
                  <c:v>131.97999999999999</c:v>
                </c:pt>
                <c:pt idx="47109">
                  <c:v>146.97</c:v>
                </c:pt>
                <c:pt idx="47110">
                  <c:v>131.97999999999999</c:v>
                </c:pt>
                <c:pt idx="47111">
                  <c:v>169.98</c:v>
                </c:pt>
                <c:pt idx="47112">
                  <c:v>59.96</c:v>
                </c:pt>
                <c:pt idx="47113">
                  <c:v>32.229999999999997</c:v>
                </c:pt>
                <c:pt idx="47114">
                  <c:v>89.94</c:v>
                </c:pt>
                <c:pt idx="47115">
                  <c:v>74.95</c:v>
                </c:pt>
                <c:pt idx="47116">
                  <c:v>145.94</c:v>
                </c:pt>
                <c:pt idx="47117">
                  <c:v>140.94</c:v>
                </c:pt>
                <c:pt idx="47118">
                  <c:v>145.94</c:v>
                </c:pt>
                <c:pt idx="47119">
                  <c:v>140.94</c:v>
                </c:pt>
                <c:pt idx="47120">
                  <c:v>89.94</c:v>
                </c:pt>
                <c:pt idx="47121">
                  <c:v>63.12</c:v>
                </c:pt>
                <c:pt idx="47122">
                  <c:v>149.9</c:v>
                </c:pt>
                <c:pt idx="47123">
                  <c:v>63.26</c:v>
                </c:pt>
                <c:pt idx="47124">
                  <c:v>140.94</c:v>
                </c:pt>
                <c:pt idx="47125">
                  <c:v>89.94</c:v>
                </c:pt>
                <c:pt idx="47126">
                  <c:v>37.28</c:v>
                </c:pt>
                <c:pt idx="47127">
                  <c:v>49.48</c:v>
                </c:pt>
                <c:pt idx="47128">
                  <c:v>49.48</c:v>
                </c:pt>
                <c:pt idx="47129">
                  <c:v>263.95999999999998</c:v>
                </c:pt>
                <c:pt idx="47130">
                  <c:v>197.97</c:v>
                </c:pt>
                <c:pt idx="47131">
                  <c:v>263.95999999999998</c:v>
                </c:pt>
                <c:pt idx="47132">
                  <c:v>197.97</c:v>
                </c:pt>
                <c:pt idx="47133">
                  <c:v>131.97999999999999</c:v>
                </c:pt>
                <c:pt idx="47134">
                  <c:v>263.95999999999998</c:v>
                </c:pt>
                <c:pt idx="47135">
                  <c:v>263.95999999999998</c:v>
                </c:pt>
                <c:pt idx="47136">
                  <c:v>37.28</c:v>
                </c:pt>
                <c:pt idx="47137">
                  <c:v>37.28</c:v>
                </c:pt>
                <c:pt idx="47138">
                  <c:v>37.28</c:v>
                </c:pt>
                <c:pt idx="47139">
                  <c:v>37.270000000000003</c:v>
                </c:pt>
                <c:pt idx="47140">
                  <c:v>37.270000000000003</c:v>
                </c:pt>
                <c:pt idx="47141">
                  <c:v>10.29</c:v>
                </c:pt>
                <c:pt idx="47142">
                  <c:v>139.96</c:v>
                </c:pt>
                <c:pt idx="47143">
                  <c:v>114.71</c:v>
                </c:pt>
                <c:pt idx="47144">
                  <c:v>34.99</c:v>
                </c:pt>
                <c:pt idx="47145">
                  <c:v>251.93</c:v>
                </c:pt>
                <c:pt idx="47146">
                  <c:v>209.94</c:v>
                </c:pt>
                <c:pt idx="47147">
                  <c:v>62.98</c:v>
                </c:pt>
                <c:pt idx="47148">
                  <c:v>139.96</c:v>
                </c:pt>
                <c:pt idx="47149">
                  <c:v>94.47</c:v>
                </c:pt>
                <c:pt idx="47150">
                  <c:v>133.36000000000001</c:v>
                </c:pt>
                <c:pt idx="47151">
                  <c:v>59.48</c:v>
                </c:pt>
                <c:pt idx="47152">
                  <c:v>66.48</c:v>
                </c:pt>
                <c:pt idx="47153">
                  <c:v>219.94</c:v>
                </c:pt>
                <c:pt idx="47154">
                  <c:v>45.86</c:v>
                </c:pt>
                <c:pt idx="47155">
                  <c:v>36.58</c:v>
                </c:pt>
                <c:pt idx="47156">
                  <c:v>45.86</c:v>
                </c:pt>
                <c:pt idx="47157">
                  <c:v>18.989999999999998</c:v>
                </c:pt>
                <c:pt idx="47158">
                  <c:v>20.29</c:v>
                </c:pt>
                <c:pt idx="47159">
                  <c:v>61.98</c:v>
                </c:pt>
                <c:pt idx="47160">
                  <c:v>123.96</c:v>
                </c:pt>
                <c:pt idx="47161">
                  <c:v>117.96</c:v>
                </c:pt>
                <c:pt idx="47162">
                  <c:v>113.96</c:v>
                </c:pt>
                <c:pt idx="47163">
                  <c:v>94.97</c:v>
                </c:pt>
                <c:pt idx="47164">
                  <c:v>92.97</c:v>
                </c:pt>
                <c:pt idx="47165">
                  <c:v>89.97</c:v>
                </c:pt>
                <c:pt idx="47166">
                  <c:v>77.98</c:v>
                </c:pt>
                <c:pt idx="47167">
                  <c:v>92.97</c:v>
                </c:pt>
                <c:pt idx="47168">
                  <c:v>59.98</c:v>
                </c:pt>
                <c:pt idx="47169">
                  <c:v>100.97</c:v>
                </c:pt>
                <c:pt idx="47170">
                  <c:v>53.98</c:v>
                </c:pt>
                <c:pt idx="47171">
                  <c:v>52.39</c:v>
                </c:pt>
                <c:pt idx="47172">
                  <c:v>86.69</c:v>
                </c:pt>
                <c:pt idx="47173">
                  <c:v>92.97</c:v>
                </c:pt>
                <c:pt idx="47174">
                  <c:v>89.97</c:v>
                </c:pt>
                <c:pt idx="47175">
                  <c:v>54.98</c:v>
                </c:pt>
                <c:pt idx="47176">
                  <c:v>89.97</c:v>
                </c:pt>
                <c:pt idx="47177">
                  <c:v>98.96</c:v>
                </c:pt>
                <c:pt idx="47178">
                  <c:v>32.24</c:v>
                </c:pt>
                <c:pt idx="47179">
                  <c:v>32.24</c:v>
                </c:pt>
                <c:pt idx="47180">
                  <c:v>32.24</c:v>
                </c:pt>
                <c:pt idx="47181">
                  <c:v>32.24</c:v>
                </c:pt>
                <c:pt idx="47182">
                  <c:v>36.49</c:v>
                </c:pt>
                <c:pt idx="47183">
                  <c:v>79.97</c:v>
                </c:pt>
                <c:pt idx="47184">
                  <c:v>-35.729999999999997</c:v>
                </c:pt>
                <c:pt idx="47185">
                  <c:v>119.97</c:v>
                </c:pt>
                <c:pt idx="47186">
                  <c:v>99.98</c:v>
                </c:pt>
                <c:pt idx="47187">
                  <c:v>134.97</c:v>
                </c:pt>
                <c:pt idx="47188">
                  <c:v>129.94999999999999</c:v>
                </c:pt>
                <c:pt idx="47189">
                  <c:v>119.97</c:v>
                </c:pt>
                <c:pt idx="47190">
                  <c:v>149.97</c:v>
                </c:pt>
                <c:pt idx="47191">
                  <c:v>79.260000000000005</c:v>
                </c:pt>
                <c:pt idx="47192">
                  <c:v>139.96</c:v>
                </c:pt>
                <c:pt idx="47193">
                  <c:v>32.24</c:v>
                </c:pt>
                <c:pt idx="47194">
                  <c:v>32.24</c:v>
                </c:pt>
                <c:pt idx="47195">
                  <c:v>32.24</c:v>
                </c:pt>
                <c:pt idx="47196">
                  <c:v>36.49</c:v>
                </c:pt>
                <c:pt idx="47197">
                  <c:v>32.24</c:v>
                </c:pt>
                <c:pt idx="47198">
                  <c:v>36.49</c:v>
                </c:pt>
                <c:pt idx="47199">
                  <c:v>36.49</c:v>
                </c:pt>
                <c:pt idx="47200">
                  <c:v>32.24</c:v>
                </c:pt>
                <c:pt idx="47201">
                  <c:v>69.989999999999995</c:v>
                </c:pt>
                <c:pt idx="47202">
                  <c:v>137.97</c:v>
                </c:pt>
                <c:pt idx="47203">
                  <c:v>243.96</c:v>
                </c:pt>
                <c:pt idx="47204">
                  <c:v>184.81</c:v>
                </c:pt>
                <c:pt idx="47205">
                  <c:v>243.96</c:v>
                </c:pt>
                <c:pt idx="47206">
                  <c:v>198.96</c:v>
                </c:pt>
                <c:pt idx="47207">
                  <c:v>243.96</c:v>
                </c:pt>
                <c:pt idx="47208">
                  <c:v>36.479999999999997</c:v>
                </c:pt>
                <c:pt idx="47209">
                  <c:v>32.24</c:v>
                </c:pt>
                <c:pt idx="47210">
                  <c:v>32.24</c:v>
                </c:pt>
                <c:pt idx="47211">
                  <c:v>32.24</c:v>
                </c:pt>
                <c:pt idx="47212">
                  <c:v>32.24</c:v>
                </c:pt>
                <c:pt idx="47213">
                  <c:v>32.24</c:v>
                </c:pt>
                <c:pt idx="47214">
                  <c:v>32.24</c:v>
                </c:pt>
                <c:pt idx="47215">
                  <c:v>32.24</c:v>
                </c:pt>
                <c:pt idx="47216">
                  <c:v>32.24</c:v>
                </c:pt>
                <c:pt idx="47217">
                  <c:v>36.49</c:v>
                </c:pt>
                <c:pt idx="47218">
                  <c:v>36.49</c:v>
                </c:pt>
                <c:pt idx="47219">
                  <c:v>36.49</c:v>
                </c:pt>
                <c:pt idx="47220">
                  <c:v>35.29</c:v>
                </c:pt>
                <c:pt idx="47221">
                  <c:v>36.49</c:v>
                </c:pt>
                <c:pt idx="47222">
                  <c:v>36.49</c:v>
                </c:pt>
                <c:pt idx="47223">
                  <c:v>36.49</c:v>
                </c:pt>
                <c:pt idx="47224">
                  <c:v>32.229999999999997</c:v>
                </c:pt>
                <c:pt idx="47225">
                  <c:v>32.229999999999997</c:v>
                </c:pt>
                <c:pt idx="47226">
                  <c:v>14.99</c:v>
                </c:pt>
                <c:pt idx="47227">
                  <c:v>20.73</c:v>
                </c:pt>
                <c:pt idx="47228">
                  <c:v>32.229999999999997</c:v>
                </c:pt>
                <c:pt idx="47229">
                  <c:v>32.229999999999997</c:v>
                </c:pt>
                <c:pt idx="47230">
                  <c:v>19.48</c:v>
                </c:pt>
                <c:pt idx="47231">
                  <c:v>36.479999999999997</c:v>
                </c:pt>
                <c:pt idx="47232">
                  <c:v>53.96</c:v>
                </c:pt>
                <c:pt idx="47233">
                  <c:v>59.95</c:v>
                </c:pt>
                <c:pt idx="47234">
                  <c:v>58.03</c:v>
                </c:pt>
                <c:pt idx="47235">
                  <c:v>113.95</c:v>
                </c:pt>
                <c:pt idx="47236">
                  <c:v>59.35</c:v>
                </c:pt>
                <c:pt idx="47237">
                  <c:v>58.93</c:v>
                </c:pt>
                <c:pt idx="47238">
                  <c:v>56.95</c:v>
                </c:pt>
                <c:pt idx="47239">
                  <c:v>-47.37</c:v>
                </c:pt>
                <c:pt idx="47240">
                  <c:v>71.06</c:v>
                </c:pt>
                <c:pt idx="47241">
                  <c:v>87.35</c:v>
                </c:pt>
                <c:pt idx="47242">
                  <c:v>101.36</c:v>
                </c:pt>
                <c:pt idx="47243">
                  <c:v>118.78</c:v>
                </c:pt>
                <c:pt idx="47244">
                  <c:v>65.989999999999995</c:v>
                </c:pt>
                <c:pt idx="47245">
                  <c:v>89.97</c:v>
                </c:pt>
                <c:pt idx="47246">
                  <c:v>54.99</c:v>
                </c:pt>
                <c:pt idx="47247">
                  <c:v>37.19</c:v>
                </c:pt>
                <c:pt idx="47248">
                  <c:v>39.909999999999997</c:v>
                </c:pt>
                <c:pt idx="47249">
                  <c:v>39.89</c:v>
                </c:pt>
                <c:pt idx="47250">
                  <c:v>39.89</c:v>
                </c:pt>
                <c:pt idx="47251">
                  <c:v>39.89</c:v>
                </c:pt>
                <c:pt idx="47252">
                  <c:v>39.89</c:v>
                </c:pt>
                <c:pt idx="47253">
                  <c:v>254.97</c:v>
                </c:pt>
                <c:pt idx="47254">
                  <c:v>254.97</c:v>
                </c:pt>
                <c:pt idx="47255">
                  <c:v>254.97</c:v>
                </c:pt>
                <c:pt idx="47256">
                  <c:v>254.97</c:v>
                </c:pt>
                <c:pt idx="47257">
                  <c:v>288.97000000000003</c:v>
                </c:pt>
                <c:pt idx="47258">
                  <c:v>154.87</c:v>
                </c:pt>
                <c:pt idx="47259">
                  <c:v>32.24</c:v>
                </c:pt>
                <c:pt idx="47260">
                  <c:v>32.24</c:v>
                </c:pt>
                <c:pt idx="47261">
                  <c:v>32.229999999999997</c:v>
                </c:pt>
                <c:pt idx="47262">
                  <c:v>39.47</c:v>
                </c:pt>
                <c:pt idx="47263">
                  <c:v>36.49</c:v>
                </c:pt>
                <c:pt idx="47264">
                  <c:v>36.49</c:v>
                </c:pt>
                <c:pt idx="47265">
                  <c:v>347.84</c:v>
                </c:pt>
                <c:pt idx="47266">
                  <c:v>-34.18</c:v>
                </c:pt>
                <c:pt idx="47267">
                  <c:v>327.67</c:v>
                </c:pt>
                <c:pt idx="47268">
                  <c:v>239.92</c:v>
                </c:pt>
                <c:pt idx="47269">
                  <c:v>208.9</c:v>
                </c:pt>
                <c:pt idx="47270">
                  <c:v>39.19</c:v>
                </c:pt>
                <c:pt idx="47271">
                  <c:v>13.64</c:v>
                </c:pt>
                <c:pt idx="47272">
                  <c:v>13.64</c:v>
                </c:pt>
                <c:pt idx="47273">
                  <c:v>33.08</c:v>
                </c:pt>
                <c:pt idx="47274">
                  <c:v>33.08</c:v>
                </c:pt>
                <c:pt idx="47275">
                  <c:v>8.2200000000000006</c:v>
                </c:pt>
                <c:pt idx="47276">
                  <c:v>34.22</c:v>
                </c:pt>
                <c:pt idx="47277">
                  <c:v>48.42</c:v>
                </c:pt>
                <c:pt idx="47278">
                  <c:v>79.849999999999994</c:v>
                </c:pt>
                <c:pt idx="47279">
                  <c:v>79.849999999999994</c:v>
                </c:pt>
                <c:pt idx="47280">
                  <c:v>79.849999999999994</c:v>
                </c:pt>
                <c:pt idx="47281">
                  <c:v>79.849999999999994</c:v>
                </c:pt>
                <c:pt idx="47282">
                  <c:v>79.849999999999994</c:v>
                </c:pt>
                <c:pt idx="47283">
                  <c:v>79.849999999999994</c:v>
                </c:pt>
                <c:pt idx="47284">
                  <c:v>79.849999999999994</c:v>
                </c:pt>
                <c:pt idx="47285">
                  <c:v>79.849999999999994</c:v>
                </c:pt>
                <c:pt idx="47286">
                  <c:v>79.849999999999994</c:v>
                </c:pt>
                <c:pt idx="47287">
                  <c:v>79.849999999999994</c:v>
                </c:pt>
                <c:pt idx="47288">
                  <c:v>79.849999999999994</c:v>
                </c:pt>
                <c:pt idx="47289">
                  <c:v>79.849999999999994</c:v>
                </c:pt>
                <c:pt idx="47290">
                  <c:v>79.849999999999994</c:v>
                </c:pt>
                <c:pt idx="47291">
                  <c:v>79.849999999999994</c:v>
                </c:pt>
                <c:pt idx="47292">
                  <c:v>79.849999999999994</c:v>
                </c:pt>
                <c:pt idx="47293">
                  <c:v>75.849999999999994</c:v>
                </c:pt>
                <c:pt idx="47294">
                  <c:v>75.849999999999994</c:v>
                </c:pt>
                <c:pt idx="47295">
                  <c:v>-79.849999999999994</c:v>
                </c:pt>
                <c:pt idx="47296">
                  <c:v>-79.849999999999994</c:v>
                </c:pt>
                <c:pt idx="47297">
                  <c:v>79.849999999999994</c:v>
                </c:pt>
                <c:pt idx="47298">
                  <c:v>79.849999999999994</c:v>
                </c:pt>
                <c:pt idx="47299">
                  <c:v>79.849999999999994</c:v>
                </c:pt>
                <c:pt idx="47300">
                  <c:v>79.849999999999994</c:v>
                </c:pt>
                <c:pt idx="47301">
                  <c:v>79.849999999999994</c:v>
                </c:pt>
                <c:pt idx="47302">
                  <c:v>79.849999999999994</c:v>
                </c:pt>
                <c:pt idx="47303">
                  <c:v>79.849999999999994</c:v>
                </c:pt>
                <c:pt idx="47304">
                  <c:v>79.849999999999994</c:v>
                </c:pt>
                <c:pt idx="47305">
                  <c:v>79.849999999999994</c:v>
                </c:pt>
                <c:pt idx="47306">
                  <c:v>79.849999999999994</c:v>
                </c:pt>
                <c:pt idx="47307">
                  <c:v>79.849999999999994</c:v>
                </c:pt>
                <c:pt idx="47308">
                  <c:v>79.849999999999994</c:v>
                </c:pt>
                <c:pt idx="47309">
                  <c:v>79.849999999999994</c:v>
                </c:pt>
                <c:pt idx="47310">
                  <c:v>79.849999999999994</c:v>
                </c:pt>
                <c:pt idx="47311">
                  <c:v>79.849999999999994</c:v>
                </c:pt>
                <c:pt idx="47312">
                  <c:v>79.849999999999994</c:v>
                </c:pt>
                <c:pt idx="47313">
                  <c:v>79.849999999999994</c:v>
                </c:pt>
                <c:pt idx="47314">
                  <c:v>79.849999999999994</c:v>
                </c:pt>
                <c:pt idx="47315">
                  <c:v>79.849999999999994</c:v>
                </c:pt>
                <c:pt idx="47316">
                  <c:v>79.849999999999994</c:v>
                </c:pt>
                <c:pt idx="47317">
                  <c:v>79.849999999999994</c:v>
                </c:pt>
                <c:pt idx="47318">
                  <c:v>79.849999999999994</c:v>
                </c:pt>
                <c:pt idx="47319">
                  <c:v>79.849999999999994</c:v>
                </c:pt>
                <c:pt idx="47320">
                  <c:v>79.849999999999994</c:v>
                </c:pt>
                <c:pt idx="47321">
                  <c:v>146.37</c:v>
                </c:pt>
                <c:pt idx="47322">
                  <c:v>146.37</c:v>
                </c:pt>
                <c:pt idx="47323">
                  <c:v>79.849999999999994</c:v>
                </c:pt>
                <c:pt idx="47324">
                  <c:v>79.849999999999994</c:v>
                </c:pt>
                <c:pt idx="47325">
                  <c:v>79.849999999999994</c:v>
                </c:pt>
                <c:pt idx="47326">
                  <c:v>36.29</c:v>
                </c:pt>
                <c:pt idx="47327">
                  <c:v>36.29</c:v>
                </c:pt>
                <c:pt idx="47328">
                  <c:v>36.29</c:v>
                </c:pt>
                <c:pt idx="47329">
                  <c:v>36.29</c:v>
                </c:pt>
                <c:pt idx="47330">
                  <c:v>36.29</c:v>
                </c:pt>
                <c:pt idx="47331">
                  <c:v>36.29</c:v>
                </c:pt>
                <c:pt idx="47332">
                  <c:v>36.29</c:v>
                </c:pt>
                <c:pt idx="47333">
                  <c:v>36.29</c:v>
                </c:pt>
                <c:pt idx="47334">
                  <c:v>36.29</c:v>
                </c:pt>
                <c:pt idx="47335">
                  <c:v>31.93</c:v>
                </c:pt>
                <c:pt idx="47336">
                  <c:v>31.92</c:v>
                </c:pt>
                <c:pt idx="47337">
                  <c:v>31.92</c:v>
                </c:pt>
                <c:pt idx="47338">
                  <c:v>34.46</c:v>
                </c:pt>
                <c:pt idx="47339">
                  <c:v>37.11</c:v>
                </c:pt>
                <c:pt idx="47340">
                  <c:v>34.46</c:v>
                </c:pt>
                <c:pt idx="47341">
                  <c:v>37.11</c:v>
                </c:pt>
                <c:pt idx="47342">
                  <c:v>35.49</c:v>
                </c:pt>
                <c:pt idx="47343">
                  <c:v>35.49</c:v>
                </c:pt>
                <c:pt idx="47344">
                  <c:v>99.98</c:v>
                </c:pt>
                <c:pt idx="47345">
                  <c:v>84.99</c:v>
                </c:pt>
                <c:pt idx="47346">
                  <c:v>84.99</c:v>
                </c:pt>
                <c:pt idx="47347">
                  <c:v>97.98</c:v>
                </c:pt>
                <c:pt idx="47348">
                  <c:v>84.99</c:v>
                </c:pt>
                <c:pt idx="47349">
                  <c:v>84.99</c:v>
                </c:pt>
                <c:pt idx="47350">
                  <c:v>65.989999999999995</c:v>
                </c:pt>
                <c:pt idx="47351">
                  <c:v>75.09</c:v>
                </c:pt>
                <c:pt idx="47352">
                  <c:v>92.15</c:v>
                </c:pt>
                <c:pt idx="47353">
                  <c:v>100.97</c:v>
                </c:pt>
                <c:pt idx="47354">
                  <c:v>65.97</c:v>
                </c:pt>
                <c:pt idx="47355">
                  <c:v>35.49</c:v>
                </c:pt>
                <c:pt idx="47356">
                  <c:v>35.479999999999997</c:v>
                </c:pt>
                <c:pt idx="47357">
                  <c:v>35.49</c:v>
                </c:pt>
                <c:pt idx="47358">
                  <c:v>38.479999999999997</c:v>
                </c:pt>
                <c:pt idx="47359">
                  <c:v>38.479999999999997</c:v>
                </c:pt>
                <c:pt idx="47360">
                  <c:v>38.479999999999997</c:v>
                </c:pt>
                <c:pt idx="47361">
                  <c:v>59.98</c:v>
                </c:pt>
                <c:pt idx="47362">
                  <c:v>89.97</c:v>
                </c:pt>
                <c:pt idx="47363">
                  <c:v>59.98</c:v>
                </c:pt>
                <c:pt idx="47364">
                  <c:v>59.98</c:v>
                </c:pt>
                <c:pt idx="47365">
                  <c:v>59.98</c:v>
                </c:pt>
                <c:pt idx="47366">
                  <c:v>54.98</c:v>
                </c:pt>
                <c:pt idx="47367">
                  <c:v>59.98</c:v>
                </c:pt>
                <c:pt idx="47368">
                  <c:v>54.98</c:v>
                </c:pt>
                <c:pt idx="47369">
                  <c:v>59.98</c:v>
                </c:pt>
                <c:pt idx="47370">
                  <c:v>89.97</c:v>
                </c:pt>
                <c:pt idx="47371">
                  <c:v>50.98</c:v>
                </c:pt>
                <c:pt idx="47372">
                  <c:v>84.97</c:v>
                </c:pt>
                <c:pt idx="47373">
                  <c:v>59.98</c:v>
                </c:pt>
                <c:pt idx="47374">
                  <c:v>59.98</c:v>
                </c:pt>
                <c:pt idx="47375">
                  <c:v>29.99</c:v>
                </c:pt>
                <c:pt idx="47376">
                  <c:v>51.23</c:v>
                </c:pt>
                <c:pt idx="47377">
                  <c:v>179.94</c:v>
                </c:pt>
                <c:pt idx="47378">
                  <c:v>54.98</c:v>
                </c:pt>
                <c:pt idx="47379">
                  <c:v>119.96</c:v>
                </c:pt>
                <c:pt idx="47380">
                  <c:v>59.98</c:v>
                </c:pt>
                <c:pt idx="47381">
                  <c:v>36.17</c:v>
                </c:pt>
                <c:pt idx="47382">
                  <c:v>21.49</c:v>
                </c:pt>
                <c:pt idx="47383">
                  <c:v>38.700000000000003</c:v>
                </c:pt>
                <c:pt idx="47384">
                  <c:v>38.700000000000003</c:v>
                </c:pt>
                <c:pt idx="47385">
                  <c:v>31.13</c:v>
                </c:pt>
                <c:pt idx="47386">
                  <c:v>70.180000000000007</c:v>
                </c:pt>
                <c:pt idx="47387">
                  <c:v>84.99</c:v>
                </c:pt>
                <c:pt idx="47388">
                  <c:v>71.38</c:v>
                </c:pt>
                <c:pt idx="47389">
                  <c:v>168.28</c:v>
                </c:pt>
                <c:pt idx="47390">
                  <c:v>83.29</c:v>
                </c:pt>
                <c:pt idx="47391">
                  <c:v>54.99</c:v>
                </c:pt>
                <c:pt idx="47392">
                  <c:v>54.98</c:v>
                </c:pt>
                <c:pt idx="47393">
                  <c:v>79.19</c:v>
                </c:pt>
                <c:pt idx="47394">
                  <c:v>54.99</c:v>
                </c:pt>
                <c:pt idx="47395">
                  <c:v>81.38</c:v>
                </c:pt>
                <c:pt idx="47396">
                  <c:v>63.77</c:v>
                </c:pt>
                <c:pt idx="47397">
                  <c:v>59.39</c:v>
                </c:pt>
                <c:pt idx="47398">
                  <c:v>84.14</c:v>
                </c:pt>
                <c:pt idx="47399">
                  <c:v>83.64</c:v>
                </c:pt>
                <c:pt idx="47400">
                  <c:v>65.989999999999995</c:v>
                </c:pt>
                <c:pt idx="47401">
                  <c:v>169.98</c:v>
                </c:pt>
                <c:pt idx="47402">
                  <c:v>76.489999999999995</c:v>
                </c:pt>
                <c:pt idx="47403">
                  <c:v>74.14</c:v>
                </c:pt>
                <c:pt idx="47404">
                  <c:v>84.02</c:v>
                </c:pt>
                <c:pt idx="47405">
                  <c:v>96.13</c:v>
                </c:pt>
                <c:pt idx="47406">
                  <c:v>48.58</c:v>
                </c:pt>
                <c:pt idx="47407">
                  <c:v>-5.38</c:v>
                </c:pt>
                <c:pt idx="47408">
                  <c:v>43.33</c:v>
                </c:pt>
                <c:pt idx="47409">
                  <c:v>32.090000000000003</c:v>
                </c:pt>
                <c:pt idx="47410">
                  <c:v>26.81</c:v>
                </c:pt>
                <c:pt idx="47411">
                  <c:v>35.28</c:v>
                </c:pt>
                <c:pt idx="47412">
                  <c:v>66.650000000000006</c:v>
                </c:pt>
                <c:pt idx="47413">
                  <c:v>106.03</c:v>
                </c:pt>
                <c:pt idx="47414">
                  <c:v>34.57</c:v>
                </c:pt>
                <c:pt idx="47415">
                  <c:v>30.24</c:v>
                </c:pt>
                <c:pt idx="47416">
                  <c:v>30.24</c:v>
                </c:pt>
                <c:pt idx="47417">
                  <c:v>34.49</c:v>
                </c:pt>
                <c:pt idx="47418">
                  <c:v>209.97</c:v>
                </c:pt>
                <c:pt idx="47419">
                  <c:v>209.97</c:v>
                </c:pt>
                <c:pt idx="47420">
                  <c:v>209.97</c:v>
                </c:pt>
                <c:pt idx="47421">
                  <c:v>169.98</c:v>
                </c:pt>
                <c:pt idx="47422">
                  <c:v>169.98</c:v>
                </c:pt>
                <c:pt idx="47423">
                  <c:v>269.95999999999998</c:v>
                </c:pt>
                <c:pt idx="47424">
                  <c:v>269.95999999999998</c:v>
                </c:pt>
                <c:pt idx="47425">
                  <c:v>169.98</c:v>
                </c:pt>
                <c:pt idx="47426">
                  <c:v>235.17</c:v>
                </c:pt>
                <c:pt idx="47427">
                  <c:v>235.17</c:v>
                </c:pt>
                <c:pt idx="47428">
                  <c:v>269.95999999999998</c:v>
                </c:pt>
                <c:pt idx="47429">
                  <c:v>235.17</c:v>
                </c:pt>
                <c:pt idx="47430">
                  <c:v>34.49</c:v>
                </c:pt>
                <c:pt idx="47431">
                  <c:v>34.49</c:v>
                </c:pt>
                <c:pt idx="47432">
                  <c:v>34.49</c:v>
                </c:pt>
                <c:pt idx="47433">
                  <c:v>34.49</c:v>
                </c:pt>
                <c:pt idx="47434">
                  <c:v>30.23</c:v>
                </c:pt>
                <c:pt idx="47435">
                  <c:v>30.23</c:v>
                </c:pt>
                <c:pt idx="47436">
                  <c:v>30.23</c:v>
                </c:pt>
                <c:pt idx="47437">
                  <c:v>30.23</c:v>
                </c:pt>
                <c:pt idx="47438">
                  <c:v>52.97</c:v>
                </c:pt>
                <c:pt idx="47439">
                  <c:v>146.6</c:v>
                </c:pt>
                <c:pt idx="47440">
                  <c:v>159.97999999999999</c:v>
                </c:pt>
                <c:pt idx="47441">
                  <c:v>184.97</c:v>
                </c:pt>
                <c:pt idx="47442">
                  <c:v>68.989999999999995</c:v>
                </c:pt>
                <c:pt idx="47443">
                  <c:v>203.97</c:v>
                </c:pt>
                <c:pt idx="47444">
                  <c:v>52.97</c:v>
                </c:pt>
                <c:pt idx="47445">
                  <c:v>96.95</c:v>
                </c:pt>
                <c:pt idx="47446">
                  <c:v>156.53</c:v>
                </c:pt>
                <c:pt idx="47447">
                  <c:v>52.97</c:v>
                </c:pt>
                <c:pt idx="47448">
                  <c:v>159.97999999999999</c:v>
                </c:pt>
                <c:pt idx="47449">
                  <c:v>30.23</c:v>
                </c:pt>
                <c:pt idx="47450">
                  <c:v>34.47</c:v>
                </c:pt>
                <c:pt idx="47451">
                  <c:v>33.11</c:v>
                </c:pt>
                <c:pt idx="47452">
                  <c:v>33.11</c:v>
                </c:pt>
                <c:pt idx="47453">
                  <c:v>32.729999999999997</c:v>
                </c:pt>
                <c:pt idx="47454">
                  <c:v>37.479999999999997</c:v>
                </c:pt>
                <c:pt idx="47455">
                  <c:v>9.49</c:v>
                </c:pt>
                <c:pt idx="47456">
                  <c:v>12.24</c:v>
                </c:pt>
                <c:pt idx="47457">
                  <c:v>192.36</c:v>
                </c:pt>
                <c:pt idx="47458">
                  <c:v>169.98</c:v>
                </c:pt>
                <c:pt idx="47459">
                  <c:v>169.98</c:v>
                </c:pt>
                <c:pt idx="47460">
                  <c:v>169.98</c:v>
                </c:pt>
                <c:pt idx="47461">
                  <c:v>111.98</c:v>
                </c:pt>
                <c:pt idx="47462">
                  <c:v>144.47999999999999</c:v>
                </c:pt>
                <c:pt idx="47463">
                  <c:v>131.97999999999999</c:v>
                </c:pt>
                <c:pt idx="47464">
                  <c:v>161.96</c:v>
                </c:pt>
                <c:pt idx="47465">
                  <c:v>240.77</c:v>
                </c:pt>
                <c:pt idx="47466">
                  <c:v>30.23</c:v>
                </c:pt>
                <c:pt idx="47467">
                  <c:v>34.479999999999997</c:v>
                </c:pt>
                <c:pt idx="47468">
                  <c:v>34.479999999999997</c:v>
                </c:pt>
                <c:pt idx="47469">
                  <c:v>37.49</c:v>
                </c:pt>
                <c:pt idx="47470">
                  <c:v>37.49</c:v>
                </c:pt>
                <c:pt idx="47471">
                  <c:v>37.49</c:v>
                </c:pt>
                <c:pt idx="47472">
                  <c:v>37.49</c:v>
                </c:pt>
                <c:pt idx="47473">
                  <c:v>71.95</c:v>
                </c:pt>
                <c:pt idx="47474">
                  <c:v>79.959999999999994</c:v>
                </c:pt>
                <c:pt idx="47475">
                  <c:v>83.05</c:v>
                </c:pt>
                <c:pt idx="47476">
                  <c:v>56.97</c:v>
                </c:pt>
                <c:pt idx="47477">
                  <c:v>60.97</c:v>
                </c:pt>
                <c:pt idx="47478">
                  <c:v>56.97</c:v>
                </c:pt>
                <c:pt idx="47479">
                  <c:v>104.05</c:v>
                </c:pt>
                <c:pt idx="47480">
                  <c:v>76.87</c:v>
                </c:pt>
                <c:pt idx="47481">
                  <c:v>37.47</c:v>
                </c:pt>
                <c:pt idx="47482">
                  <c:v>37.47</c:v>
                </c:pt>
                <c:pt idx="47483">
                  <c:v>37.47</c:v>
                </c:pt>
                <c:pt idx="47484">
                  <c:v>37.47</c:v>
                </c:pt>
                <c:pt idx="47485">
                  <c:v>42.5</c:v>
                </c:pt>
                <c:pt idx="47486">
                  <c:v>34.44</c:v>
                </c:pt>
                <c:pt idx="47487">
                  <c:v>33.880000000000003</c:v>
                </c:pt>
                <c:pt idx="47488">
                  <c:v>33.78</c:v>
                </c:pt>
                <c:pt idx="47489">
                  <c:v>18.989999999999998</c:v>
                </c:pt>
                <c:pt idx="47490">
                  <c:v>37.979999999999997</c:v>
                </c:pt>
                <c:pt idx="47491">
                  <c:v>56.97</c:v>
                </c:pt>
                <c:pt idx="47492">
                  <c:v>33.28</c:v>
                </c:pt>
                <c:pt idx="47493">
                  <c:v>66.959999999999994</c:v>
                </c:pt>
                <c:pt idx="47494">
                  <c:v>85.98</c:v>
                </c:pt>
                <c:pt idx="47495">
                  <c:v>56.97</c:v>
                </c:pt>
                <c:pt idx="47496">
                  <c:v>56.97</c:v>
                </c:pt>
                <c:pt idx="47497">
                  <c:v>29.4</c:v>
                </c:pt>
                <c:pt idx="47498">
                  <c:v>31.09</c:v>
                </c:pt>
                <c:pt idx="47499">
                  <c:v>16.89</c:v>
                </c:pt>
                <c:pt idx="47500">
                  <c:v>34.29</c:v>
                </c:pt>
                <c:pt idx="47501">
                  <c:v>29.93</c:v>
                </c:pt>
                <c:pt idx="47502">
                  <c:v>25.62</c:v>
                </c:pt>
                <c:pt idx="47503">
                  <c:v>34.28</c:v>
                </c:pt>
                <c:pt idx="47504">
                  <c:v>199.93</c:v>
                </c:pt>
                <c:pt idx="47505">
                  <c:v>214.93</c:v>
                </c:pt>
                <c:pt idx="47506">
                  <c:v>339.96</c:v>
                </c:pt>
                <c:pt idx="47507">
                  <c:v>94.96</c:v>
                </c:pt>
                <c:pt idx="47508">
                  <c:v>214.95</c:v>
                </c:pt>
                <c:pt idx="47509">
                  <c:v>327.61</c:v>
                </c:pt>
                <c:pt idx="47510">
                  <c:v>387.92</c:v>
                </c:pt>
                <c:pt idx="47511">
                  <c:v>36.49</c:v>
                </c:pt>
                <c:pt idx="47512">
                  <c:v>33.479999999999997</c:v>
                </c:pt>
                <c:pt idx="47513">
                  <c:v>33.479999999999997</c:v>
                </c:pt>
                <c:pt idx="47514">
                  <c:v>33.479999999999997</c:v>
                </c:pt>
                <c:pt idx="47515">
                  <c:v>33.479999999999997</c:v>
                </c:pt>
                <c:pt idx="47516">
                  <c:v>33.479999999999997</c:v>
                </c:pt>
                <c:pt idx="47517">
                  <c:v>79.98</c:v>
                </c:pt>
                <c:pt idx="47518">
                  <c:v>16.489999999999998</c:v>
                </c:pt>
                <c:pt idx="47519">
                  <c:v>169.98</c:v>
                </c:pt>
                <c:pt idx="47520">
                  <c:v>162</c:v>
                </c:pt>
                <c:pt idx="47521">
                  <c:v>99.98</c:v>
                </c:pt>
                <c:pt idx="47522">
                  <c:v>157.97999999999999</c:v>
                </c:pt>
                <c:pt idx="47523">
                  <c:v>99.98</c:v>
                </c:pt>
                <c:pt idx="47524">
                  <c:v>174.97</c:v>
                </c:pt>
                <c:pt idx="47525">
                  <c:v>134.97999999999999</c:v>
                </c:pt>
                <c:pt idx="47526">
                  <c:v>114.97</c:v>
                </c:pt>
                <c:pt idx="47527">
                  <c:v>107.47</c:v>
                </c:pt>
                <c:pt idx="47528">
                  <c:v>184.97</c:v>
                </c:pt>
                <c:pt idx="47529">
                  <c:v>23.28</c:v>
                </c:pt>
                <c:pt idx="47530">
                  <c:v>33.479999999999997</c:v>
                </c:pt>
                <c:pt idx="47531">
                  <c:v>33.479999999999997</c:v>
                </c:pt>
                <c:pt idx="47532">
                  <c:v>33.479999999999997</c:v>
                </c:pt>
                <c:pt idx="47533">
                  <c:v>4.99</c:v>
                </c:pt>
                <c:pt idx="47534">
                  <c:v>1.49</c:v>
                </c:pt>
                <c:pt idx="47535">
                  <c:v>4.99</c:v>
                </c:pt>
                <c:pt idx="47536">
                  <c:v>239.97</c:v>
                </c:pt>
                <c:pt idx="47537">
                  <c:v>282.83999999999997</c:v>
                </c:pt>
                <c:pt idx="47538">
                  <c:v>4.99</c:v>
                </c:pt>
                <c:pt idx="47539">
                  <c:v>33.479999999999997</c:v>
                </c:pt>
                <c:pt idx="47540">
                  <c:v>45.88</c:v>
                </c:pt>
                <c:pt idx="47541">
                  <c:v>284.95</c:v>
                </c:pt>
                <c:pt idx="47542">
                  <c:v>131.97999999999999</c:v>
                </c:pt>
                <c:pt idx="47543">
                  <c:v>154.93</c:v>
                </c:pt>
                <c:pt idx="47544">
                  <c:v>263.95999999999998</c:v>
                </c:pt>
                <c:pt idx="47545">
                  <c:v>254.97</c:v>
                </c:pt>
                <c:pt idx="47546">
                  <c:v>197.97</c:v>
                </c:pt>
                <c:pt idx="47547">
                  <c:v>191.8</c:v>
                </c:pt>
                <c:pt idx="47548">
                  <c:v>33.68</c:v>
                </c:pt>
                <c:pt idx="47549">
                  <c:v>33.68</c:v>
                </c:pt>
                <c:pt idx="47550">
                  <c:v>36.14</c:v>
                </c:pt>
                <c:pt idx="47551">
                  <c:v>13.29</c:v>
                </c:pt>
                <c:pt idx="47552">
                  <c:v>13.29</c:v>
                </c:pt>
                <c:pt idx="47553">
                  <c:v>33.29</c:v>
                </c:pt>
                <c:pt idx="47554">
                  <c:v>-38.49</c:v>
                </c:pt>
                <c:pt idx="47555">
                  <c:v>38.49</c:v>
                </c:pt>
                <c:pt idx="47556">
                  <c:v>32.99</c:v>
                </c:pt>
                <c:pt idx="47557">
                  <c:v>99.98</c:v>
                </c:pt>
                <c:pt idx="47558">
                  <c:v>84.99</c:v>
                </c:pt>
                <c:pt idx="47559">
                  <c:v>78.89</c:v>
                </c:pt>
                <c:pt idx="47560">
                  <c:v>78.64</c:v>
                </c:pt>
                <c:pt idx="47561">
                  <c:v>101.48</c:v>
                </c:pt>
                <c:pt idx="47562">
                  <c:v>84.99</c:v>
                </c:pt>
                <c:pt idx="47563">
                  <c:v>67.98</c:v>
                </c:pt>
                <c:pt idx="47564">
                  <c:v>84.99</c:v>
                </c:pt>
                <c:pt idx="47565">
                  <c:v>84.99</c:v>
                </c:pt>
                <c:pt idx="47566">
                  <c:v>84.99</c:v>
                </c:pt>
                <c:pt idx="47567">
                  <c:v>84.99</c:v>
                </c:pt>
                <c:pt idx="47568">
                  <c:v>101.48</c:v>
                </c:pt>
                <c:pt idx="47569">
                  <c:v>-3</c:v>
                </c:pt>
                <c:pt idx="47570">
                  <c:v>84.99</c:v>
                </c:pt>
                <c:pt idx="47571">
                  <c:v>84.99</c:v>
                </c:pt>
                <c:pt idx="47572">
                  <c:v>87.99</c:v>
                </c:pt>
                <c:pt idx="47573">
                  <c:v>24.99</c:v>
                </c:pt>
                <c:pt idx="47574">
                  <c:v>84.99</c:v>
                </c:pt>
                <c:pt idx="47575">
                  <c:v>35.49</c:v>
                </c:pt>
                <c:pt idx="47576">
                  <c:v>30.74</c:v>
                </c:pt>
                <c:pt idx="47577">
                  <c:v>35.49</c:v>
                </c:pt>
                <c:pt idx="47578">
                  <c:v>35.49</c:v>
                </c:pt>
                <c:pt idx="47579">
                  <c:v>131.97999999999999</c:v>
                </c:pt>
                <c:pt idx="47580">
                  <c:v>169.95</c:v>
                </c:pt>
                <c:pt idx="47581">
                  <c:v>186.27</c:v>
                </c:pt>
                <c:pt idx="47582">
                  <c:v>111.98</c:v>
                </c:pt>
                <c:pt idx="47583">
                  <c:v>127.76</c:v>
                </c:pt>
                <c:pt idx="47584">
                  <c:v>124.18</c:v>
                </c:pt>
                <c:pt idx="47585">
                  <c:v>124.18</c:v>
                </c:pt>
                <c:pt idx="47586">
                  <c:v>127.76</c:v>
                </c:pt>
                <c:pt idx="47587">
                  <c:v>124.18</c:v>
                </c:pt>
                <c:pt idx="47588">
                  <c:v>111.98</c:v>
                </c:pt>
                <c:pt idx="47589">
                  <c:v>124.18</c:v>
                </c:pt>
                <c:pt idx="47590">
                  <c:v>127.76</c:v>
                </c:pt>
                <c:pt idx="47591">
                  <c:v>114.93</c:v>
                </c:pt>
                <c:pt idx="47592">
                  <c:v>186.27</c:v>
                </c:pt>
                <c:pt idx="47593">
                  <c:v>186.27</c:v>
                </c:pt>
                <c:pt idx="47594">
                  <c:v>131.97999999999999</c:v>
                </c:pt>
                <c:pt idx="47595">
                  <c:v>131.97999999999999</c:v>
                </c:pt>
                <c:pt idx="47596">
                  <c:v>124.18</c:v>
                </c:pt>
                <c:pt idx="47597">
                  <c:v>124.18</c:v>
                </c:pt>
                <c:pt idx="47598">
                  <c:v>58.64</c:v>
                </c:pt>
                <c:pt idx="47599">
                  <c:v>124.18</c:v>
                </c:pt>
                <c:pt idx="47600">
                  <c:v>124.18</c:v>
                </c:pt>
                <c:pt idx="47601">
                  <c:v>58.64</c:v>
                </c:pt>
                <c:pt idx="47602">
                  <c:v>58.64</c:v>
                </c:pt>
                <c:pt idx="47603">
                  <c:v>114.93</c:v>
                </c:pt>
                <c:pt idx="47604">
                  <c:v>169.95</c:v>
                </c:pt>
                <c:pt idx="47605">
                  <c:v>124.18</c:v>
                </c:pt>
                <c:pt idx="47606">
                  <c:v>124.18</c:v>
                </c:pt>
                <c:pt idx="47607">
                  <c:v>124.18</c:v>
                </c:pt>
                <c:pt idx="47608">
                  <c:v>111.98</c:v>
                </c:pt>
                <c:pt idx="47609">
                  <c:v>169.95</c:v>
                </c:pt>
                <c:pt idx="47610">
                  <c:v>152.97999999999999</c:v>
                </c:pt>
                <c:pt idx="47611">
                  <c:v>152.97999999999999</c:v>
                </c:pt>
                <c:pt idx="47612">
                  <c:v>124.18</c:v>
                </c:pt>
                <c:pt idx="47613">
                  <c:v>152.97999999999999</c:v>
                </c:pt>
                <c:pt idx="47614">
                  <c:v>114.93</c:v>
                </c:pt>
                <c:pt idx="47615">
                  <c:v>32.49</c:v>
                </c:pt>
                <c:pt idx="47616">
                  <c:v>32.479999999999997</c:v>
                </c:pt>
                <c:pt idx="47617">
                  <c:v>32.49</c:v>
                </c:pt>
                <c:pt idx="47618">
                  <c:v>32.479999999999997</c:v>
                </c:pt>
                <c:pt idx="47619">
                  <c:v>28.13</c:v>
                </c:pt>
                <c:pt idx="47620">
                  <c:v>65.98</c:v>
                </c:pt>
                <c:pt idx="47621">
                  <c:v>72.78</c:v>
                </c:pt>
                <c:pt idx="47622">
                  <c:v>59.98</c:v>
                </c:pt>
                <c:pt idx="47623">
                  <c:v>51.98</c:v>
                </c:pt>
                <c:pt idx="47624">
                  <c:v>89.97</c:v>
                </c:pt>
                <c:pt idx="47625">
                  <c:v>74.22</c:v>
                </c:pt>
                <c:pt idx="47626">
                  <c:v>74.97</c:v>
                </c:pt>
                <c:pt idx="47627">
                  <c:v>61.95</c:v>
                </c:pt>
                <c:pt idx="47628">
                  <c:v>52.28</c:v>
                </c:pt>
                <c:pt idx="47629">
                  <c:v>84.99</c:v>
                </c:pt>
                <c:pt idx="47630">
                  <c:v>59.98</c:v>
                </c:pt>
                <c:pt idx="47631">
                  <c:v>119.96</c:v>
                </c:pt>
                <c:pt idx="47632">
                  <c:v>65.930000000000007</c:v>
                </c:pt>
                <c:pt idx="47633">
                  <c:v>61.98</c:v>
                </c:pt>
                <c:pt idx="47634">
                  <c:v>53.98</c:v>
                </c:pt>
                <c:pt idx="47635">
                  <c:v>50.05</c:v>
                </c:pt>
                <c:pt idx="47636">
                  <c:v>99.87</c:v>
                </c:pt>
                <c:pt idx="47637">
                  <c:v>88.97</c:v>
                </c:pt>
                <c:pt idx="47638">
                  <c:v>74.98</c:v>
                </c:pt>
                <c:pt idx="47639">
                  <c:v>84.97</c:v>
                </c:pt>
                <c:pt idx="47640">
                  <c:v>22.29</c:v>
                </c:pt>
                <c:pt idx="47641">
                  <c:v>28.24</c:v>
                </c:pt>
                <c:pt idx="47642">
                  <c:v>28.23</c:v>
                </c:pt>
                <c:pt idx="47643">
                  <c:v>9.66</c:v>
                </c:pt>
                <c:pt idx="47644">
                  <c:v>32.49</c:v>
                </c:pt>
                <c:pt idx="47645">
                  <c:v>35.049999999999997</c:v>
                </c:pt>
                <c:pt idx="47646">
                  <c:v>32.29</c:v>
                </c:pt>
                <c:pt idx="47647">
                  <c:v>263.95999999999998</c:v>
                </c:pt>
                <c:pt idx="47648">
                  <c:v>249.95</c:v>
                </c:pt>
                <c:pt idx="47649">
                  <c:v>269.95999999999998</c:v>
                </c:pt>
                <c:pt idx="47650">
                  <c:v>169.98</c:v>
                </c:pt>
                <c:pt idx="47651">
                  <c:v>152.97999999999999</c:v>
                </c:pt>
                <c:pt idx="47652">
                  <c:v>75.13</c:v>
                </c:pt>
                <c:pt idx="47653">
                  <c:v>79.98</c:v>
                </c:pt>
                <c:pt idx="47654">
                  <c:v>159.97999999999999</c:v>
                </c:pt>
                <c:pt idx="47655">
                  <c:v>135.97999999999999</c:v>
                </c:pt>
                <c:pt idx="47656">
                  <c:v>199.96</c:v>
                </c:pt>
                <c:pt idx="47657">
                  <c:v>65.989999999999995</c:v>
                </c:pt>
                <c:pt idx="47658">
                  <c:v>32.29</c:v>
                </c:pt>
                <c:pt idx="47659">
                  <c:v>32.29</c:v>
                </c:pt>
                <c:pt idx="47660">
                  <c:v>32.28</c:v>
                </c:pt>
                <c:pt idx="47661">
                  <c:v>34.49</c:v>
                </c:pt>
                <c:pt idx="47662">
                  <c:v>29.09</c:v>
                </c:pt>
                <c:pt idx="47663">
                  <c:v>238.97</c:v>
                </c:pt>
                <c:pt idx="47664">
                  <c:v>84.99</c:v>
                </c:pt>
                <c:pt idx="47665">
                  <c:v>169.98</c:v>
                </c:pt>
                <c:pt idx="47666">
                  <c:v>84.99</c:v>
                </c:pt>
                <c:pt idx="47667">
                  <c:v>169.98</c:v>
                </c:pt>
                <c:pt idx="47668">
                  <c:v>150.18</c:v>
                </c:pt>
                <c:pt idx="47669">
                  <c:v>68.98</c:v>
                </c:pt>
                <c:pt idx="47670">
                  <c:v>159.97999999999999</c:v>
                </c:pt>
                <c:pt idx="47671">
                  <c:v>84.99</c:v>
                </c:pt>
                <c:pt idx="47672">
                  <c:v>144.79</c:v>
                </c:pt>
                <c:pt idx="47673">
                  <c:v>31.49</c:v>
                </c:pt>
                <c:pt idx="47674">
                  <c:v>31.49</c:v>
                </c:pt>
                <c:pt idx="47675">
                  <c:v>27.24</c:v>
                </c:pt>
                <c:pt idx="47676">
                  <c:v>31.49</c:v>
                </c:pt>
                <c:pt idx="47677">
                  <c:v>31.49</c:v>
                </c:pt>
                <c:pt idx="47678">
                  <c:v>31.49</c:v>
                </c:pt>
                <c:pt idx="47679">
                  <c:v>31.49</c:v>
                </c:pt>
                <c:pt idx="47680">
                  <c:v>31.49</c:v>
                </c:pt>
                <c:pt idx="47681">
                  <c:v>61.43</c:v>
                </c:pt>
                <c:pt idx="47682">
                  <c:v>31.49</c:v>
                </c:pt>
                <c:pt idx="47683">
                  <c:v>27.24</c:v>
                </c:pt>
                <c:pt idx="47684">
                  <c:v>31.48</c:v>
                </c:pt>
                <c:pt idx="47685">
                  <c:v>31.49</c:v>
                </c:pt>
                <c:pt idx="47686">
                  <c:v>31.49</c:v>
                </c:pt>
                <c:pt idx="47687">
                  <c:v>31.48</c:v>
                </c:pt>
                <c:pt idx="47688">
                  <c:v>89.97</c:v>
                </c:pt>
                <c:pt idx="47689">
                  <c:v>89.97</c:v>
                </c:pt>
                <c:pt idx="47690">
                  <c:v>86.47</c:v>
                </c:pt>
                <c:pt idx="47691">
                  <c:v>84.99</c:v>
                </c:pt>
                <c:pt idx="47692">
                  <c:v>89.97</c:v>
                </c:pt>
                <c:pt idx="47693">
                  <c:v>82.49</c:v>
                </c:pt>
                <c:pt idx="47694">
                  <c:v>62.09</c:v>
                </c:pt>
                <c:pt idx="47695">
                  <c:v>95.98</c:v>
                </c:pt>
                <c:pt idx="47696">
                  <c:v>66.650000000000006</c:v>
                </c:pt>
                <c:pt idx="47697">
                  <c:v>84.99</c:v>
                </c:pt>
                <c:pt idx="47698">
                  <c:v>79.98</c:v>
                </c:pt>
                <c:pt idx="47699">
                  <c:v>89.97</c:v>
                </c:pt>
                <c:pt idx="47700">
                  <c:v>89.97</c:v>
                </c:pt>
                <c:pt idx="47701">
                  <c:v>89.97</c:v>
                </c:pt>
                <c:pt idx="47702">
                  <c:v>89.97</c:v>
                </c:pt>
                <c:pt idx="47703">
                  <c:v>84.99</c:v>
                </c:pt>
                <c:pt idx="47704">
                  <c:v>89.97</c:v>
                </c:pt>
                <c:pt idx="47705">
                  <c:v>89.97</c:v>
                </c:pt>
                <c:pt idx="47706">
                  <c:v>84.97</c:v>
                </c:pt>
                <c:pt idx="47707">
                  <c:v>77.77</c:v>
                </c:pt>
                <c:pt idx="47708">
                  <c:v>89.97</c:v>
                </c:pt>
                <c:pt idx="47709">
                  <c:v>27.24</c:v>
                </c:pt>
                <c:pt idx="47710">
                  <c:v>31.48</c:v>
                </c:pt>
                <c:pt idx="47711">
                  <c:v>27.24</c:v>
                </c:pt>
                <c:pt idx="47712">
                  <c:v>31.49</c:v>
                </c:pt>
                <c:pt idx="47713">
                  <c:v>31.49</c:v>
                </c:pt>
                <c:pt idx="47714">
                  <c:v>31.48</c:v>
                </c:pt>
                <c:pt idx="47715">
                  <c:v>31.49</c:v>
                </c:pt>
                <c:pt idx="47716">
                  <c:v>99.98</c:v>
                </c:pt>
                <c:pt idx="47717">
                  <c:v>96.1</c:v>
                </c:pt>
                <c:pt idx="47718">
                  <c:v>95.97</c:v>
                </c:pt>
                <c:pt idx="47719">
                  <c:v>63.98</c:v>
                </c:pt>
                <c:pt idx="47720">
                  <c:v>107.98</c:v>
                </c:pt>
                <c:pt idx="47721">
                  <c:v>99.98</c:v>
                </c:pt>
                <c:pt idx="47722">
                  <c:v>99.98</c:v>
                </c:pt>
                <c:pt idx="47723">
                  <c:v>79.98</c:v>
                </c:pt>
                <c:pt idx="47724">
                  <c:v>113.97</c:v>
                </c:pt>
                <c:pt idx="47725">
                  <c:v>99.98</c:v>
                </c:pt>
                <c:pt idx="47726">
                  <c:v>63.98</c:v>
                </c:pt>
                <c:pt idx="47727">
                  <c:v>74.98</c:v>
                </c:pt>
                <c:pt idx="47728">
                  <c:v>69.98</c:v>
                </c:pt>
                <c:pt idx="47729">
                  <c:v>31.48</c:v>
                </c:pt>
                <c:pt idx="47730">
                  <c:v>31.48</c:v>
                </c:pt>
                <c:pt idx="47731">
                  <c:v>31.48</c:v>
                </c:pt>
                <c:pt idx="47732">
                  <c:v>31.48</c:v>
                </c:pt>
                <c:pt idx="47733">
                  <c:v>31.48</c:v>
                </c:pt>
                <c:pt idx="47734">
                  <c:v>31.48</c:v>
                </c:pt>
                <c:pt idx="47735">
                  <c:v>31.48</c:v>
                </c:pt>
                <c:pt idx="47736">
                  <c:v>31.45</c:v>
                </c:pt>
                <c:pt idx="47737">
                  <c:v>53.98</c:v>
                </c:pt>
                <c:pt idx="47738">
                  <c:v>54.99</c:v>
                </c:pt>
                <c:pt idx="47739">
                  <c:v>89.98</c:v>
                </c:pt>
                <c:pt idx="47740">
                  <c:v>84.98</c:v>
                </c:pt>
                <c:pt idx="47741">
                  <c:v>53.98</c:v>
                </c:pt>
                <c:pt idx="47742">
                  <c:v>84.99</c:v>
                </c:pt>
                <c:pt idx="47743">
                  <c:v>54.99</c:v>
                </c:pt>
                <c:pt idx="47744">
                  <c:v>84.99</c:v>
                </c:pt>
                <c:pt idx="47745">
                  <c:v>65.989999999999995</c:v>
                </c:pt>
                <c:pt idx="47746">
                  <c:v>89.98</c:v>
                </c:pt>
                <c:pt idx="47747">
                  <c:v>69.98</c:v>
                </c:pt>
                <c:pt idx="47748">
                  <c:v>84.99</c:v>
                </c:pt>
                <c:pt idx="47749">
                  <c:v>84.99</c:v>
                </c:pt>
                <c:pt idx="47750">
                  <c:v>54.99</c:v>
                </c:pt>
                <c:pt idx="47751">
                  <c:v>84.99</c:v>
                </c:pt>
                <c:pt idx="47752">
                  <c:v>84.99</c:v>
                </c:pt>
                <c:pt idx="47753">
                  <c:v>84.99</c:v>
                </c:pt>
                <c:pt idx="47754">
                  <c:v>84.99</c:v>
                </c:pt>
                <c:pt idx="47755">
                  <c:v>68.989999999999995</c:v>
                </c:pt>
                <c:pt idx="47756">
                  <c:v>84.99</c:v>
                </c:pt>
                <c:pt idx="47757">
                  <c:v>84.99</c:v>
                </c:pt>
                <c:pt idx="47758">
                  <c:v>89.98</c:v>
                </c:pt>
                <c:pt idx="47759">
                  <c:v>31.49</c:v>
                </c:pt>
                <c:pt idx="47760">
                  <c:v>31.49</c:v>
                </c:pt>
                <c:pt idx="47761">
                  <c:v>31.49</c:v>
                </c:pt>
                <c:pt idx="47762">
                  <c:v>31.49</c:v>
                </c:pt>
                <c:pt idx="47763">
                  <c:v>31.48</c:v>
                </c:pt>
                <c:pt idx="47764">
                  <c:v>31.48</c:v>
                </c:pt>
                <c:pt idx="47765">
                  <c:v>203.95</c:v>
                </c:pt>
                <c:pt idx="47766">
                  <c:v>65.989999999999995</c:v>
                </c:pt>
                <c:pt idx="47767">
                  <c:v>131.97999999999999</c:v>
                </c:pt>
                <c:pt idx="47768">
                  <c:v>131.97999999999999</c:v>
                </c:pt>
                <c:pt idx="47769">
                  <c:v>120.87</c:v>
                </c:pt>
                <c:pt idx="47770">
                  <c:v>121.98</c:v>
                </c:pt>
                <c:pt idx="47771">
                  <c:v>131.97999999999999</c:v>
                </c:pt>
                <c:pt idx="47772">
                  <c:v>263.95999999999998</c:v>
                </c:pt>
                <c:pt idx="47773">
                  <c:v>99.98</c:v>
                </c:pt>
                <c:pt idx="47774">
                  <c:v>121.98</c:v>
                </c:pt>
                <c:pt idx="47775">
                  <c:v>131.97999999999999</c:v>
                </c:pt>
                <c:pt idx="47776">
                  <c:v>147.97</c:v>
                </c:pt>
                <c:pt idx="47777">
                  <c:v>21.49</c:v>
                </c:pt>
                <c:pt idx="47778">
                  <c:v>10.99</c:v>
                </c:pt>
                <c:pt idx="47779">
                  <c:v>27.13</c:v>
                </c:pt>
                <c:pt idx="47780">
                  <c:v>31.18</c:v>
                </c:pt>
                <c:pt idx="47781">
                  <c:v>33.96</c:v>
                </c:pt>
                <c:pt idx="47782">
                  <c:v>33.86</c:v>
                </c:pt>
                <c:pt idx="47783">
                  <c:v>79.98</c:v>
                </c:pt>
                <c:pt idx="47784">
                  <c:v>158.08000000000001</c:v>
                </c:pt>
                <c:pt idx="47785">
                  <c:v>69.98</c:v>
                </c:pt>
                <c:pt idx="47786">
                  <c:v>29.48</c:v>
                </c:pt>
                <c:pt idx="47787">
                  <c:v>128.47</c:v>
                </c:pt>
                <c:pt idx="47788">
                  <c:v>21.49</c:v>
                </c:pt>
                <c:pt idx="47789">
                  <c:v>158.08000000000001</c:v>
                </c:pt>
                <c:pt idx="47790">
                  <c:v>21.49</c:v>
                </c:pt>
                <c:pt idx="47791">
                  <c:v>128.47</c:v>
                </c:pt>
                <c:pt idx="47792">
                  <c:v>59.99</c:v>
                </c:pt>
                <c:pt idx="47793">
                  <c:v>69.98</c:v>
                </c:pt>
                <c:pt idx="47794">
                  <c:v>59.99</c:v>
                </c:pt>
                <c:pt idx="47795">
                  <c:v>29.48</c:v>
                </c:pt>
                <c:pt idx="47796">
                  <c:v>29.48</c:v>
                </c:pt>
                <c:pt idx="47797">
                  <c:v>20.49</c:v>
                </c:pt>
                <c:pt idx="47798">
                  <c:v>20.49</c:v>
                </c:pt>
                <c:pt idx="47799">
                  <c:v>169.98</c:v>
                </c:pt>
                <c:pt idx="47800">
                  <c:v>80.44</c:v>
                </c:pt>
                <c:pt idx="47801">
                  <c:v>88.04</c:v>
                </c:pt>
                <c:pt idx="47802">
                  <c:v>88.04</c:v>
                </c:pt>
                <c:pt idx="47803">
                  <c:v>29.48</c:v>
                </c:pt>
                <c:pt idx="47804">
                  <c:v>66.599999999999994</c:v>
                </c:pt>
                <c:pt idx="47805">
                  <c:v>68.989999999999995</c:v>
                </c:pt>
                <c:pt idx="47806">
                  <c:v>169.98</c:v>
                </c:pt>
                <c:pt idx="47807">
                  <c:v>80.44</c:v>
                </c:pt>
                <c:pt idx="47808">
                  <c:v>169.98</c:v>
                </c:pt>
                <c:pt idx="47809">
                  <c:v>93.17</c:v>
                </c:pt>
                <c:pt idx="47810">
                  <c:v>109.98</c:v>
                </c:pt>
                <c:pt idx="47811">
                  <c:v>109.98</c:v>
                </c:pt>
                <c:pt idx="47812">
                  <c:v>93.17</c:v>
                </c:pt>
                <c:pt idx="47813">
                  <c:v>68.989999999999995</c:v>
                </c:pt>
                <c:pt idx="47814">
                  <c:v>66.599999999999994</c:v>
                </c:pt>
                <c:pt idx="47815">
                  <c:v>89.98</c:v>
                </c:pt>
                <c:pt idx="47816">
                  <c:v>89.98</c:v>
                </c:pt>
                <c:pt idx="47817">
                  <c:v>169.98</c:v>
                </c:pt>
                <c:pt idx="47818">
                  <c:v>79.98</c:v>
                </c:pt>
                <c:pt idx="47819">
                  <c:v>31.29</c:v>
                </c:pt>
                <c:pt idx="47820">
                  <c:v>31.29</c:v>
                </c:pt>
                <c:pt idx="47821">
                  <c:v>31.29</c:v>
                </c:pt>
                <c:pt idx="47822">
                  <c:v>31.29</c:v>
                </c:pt>
                <c:pt idx="47823">
                  <c:v>26.94</c:v>
                </c:pt>
                <c:pt idx="47824">
                  <c:v>31.29</c:v>
                </c:pt>
                <c:pt idx="47825">
                  <c:v>110.97</c:v>
                </c:pt>
                <c:pt idx="47826">
                  <c:v>172.49</c:v>
                </c:pt>
                <c:pt idx="47827">
                  <c:v>138.94999999999999</c:v>
                </c:pt>
                <c:pt idx="47828">
                  <c:v>258.94</c:v>
                </c:pt>
                <c:pt idx="47829">
                  <c:v>176.71</c:v>
                </c:pt>
                <c:pt idx="47830">
                  <c:v>136.93</c:v>
                </c:pt>
                <c:pt idx="47831">
                  <c:v>179.94</c:v>
                </c:pt>
                <c:pt idx="47832">
                  <c:v>177.92</c:v>
                </c:pt>
                <c:pt idx="47833">
                  <c:v>110.97</c:v>
                </c:pt>
                <c:pt idx="47834">
                  <c:v>165.25</c:v>
                </c:pt>
                <c:pt idx="47835">
                  <c:v>191.85</c:v>
                </c:pt>
                <c:pt idx="47836">
                  <c:v>31.29</c:v>
                </c:pt>
                <c:pt idx="47837">
                  <c:v>31.29</c:v>
                </c:pt>
                <c:pt idx="47838">
                  <c:v>31.29</c:v>
                </c:pt>
                <c:pt idx="47839">
                  <c:v>31.29</c:v>
                </c:pt>
                <c:pt idx="47840">
                  <c:v>108.86</c:v>
                </c:pt>
                <c:pt idx="47841">
                  <c:v>96.76</c:v>
                </c:pt>
                <c:pt idx="47842">
                  <c:v>67.739999999999995</c:v>
                </c:pt>
                <c:pt idx="47843">
                  <c:v>153.32</c:v>
                </c:pt>
                <c:pt idx="47844">
                  <c:v>94.34</c:v>
                </c:pt>
                <c:pt idx="47845">
                  <c:v>96.41</c:v>
                </c:pt>
                <c:pt idx="47846">
                  <c:v>145.15</c:v>
                </c:pt>
                <c:pt idx="47847">
                  <c:v>113.55</c:v>
                </c:pt>
                <c:pt idx="47848">
                  <c:v>108.85</c:v>
                </c:pt>
                <c:pt idx="47849">
                  <c:v>108.86</c:v>
                </c:pt>
                <c:pt idx="47850">
                  <c:v>62.9</c:v>
                </c:pt>
                <c:pt idx="47851">
                  <c:v>97.97</c:v>
                </c:pt>
                <c:pt idx="47852">
                  <c:v>94.34</c:v>
                </c:pt>
                <c:pt idx="47853">
                  <c:v>104.02</c:v>
                </c:pt>
                <c:pt idx="47854">
                  <c:v>125.79</c:v>
                </c:pt>
                <c:pt idx="47855">
                  <c:v>108.86</c:v>
                </c:pt>
                <c:pt idx="47856">
                  <c:v>142.72999999999999</c:v>
                </c:pt>
                <c:pt idx="47857">
                  <c:v>31.28</c:v>
                </c:pt>
                <c:pt idx="47858">
                  <c:v>31.28</c:v>
                </c:pt>
                <c:pt idx="47859">
                  <c:v>31.28</c:v>
                </c:pt>
                <c:pt idx="47860">
                  <c:v>31.28</c:v>
                </c:pt>
                <c:pt idx="47861">
                  <c:v>-107.45</c:v>
                </c:pt>
                <c:pt idx="47862">
                  <c:v>31.28</c:v>
                </c:pt>
                <c:pt idx="47863">
                  <c:v>107.45</c:v>
                </c:pt>
                <c:pt idx="47864">
                  <c:v>31.28</c:v>
                </c:pt>
                <c:pt idx="47865">
                  <c:v>13.88</c:v>
                </c:pt>
                <c:pt idx="47866">
                  <c:v>77.98</c:v>
                </c:pt>
                <c:pt idx="47867">
                  <c:v>49.97</c:v>
                </c:pt>
                <c:pt idx="47868">
                  <c:v>65.989999999999995</c:v>
                </c:pt>
                <c:pt idx="47869">
                  <c:v>65.989999999999995</c:v>
                </c:pt>
                <c:pt idx="47870">
                  <c:v>82.97</c:v>
                </c:pt>
                <c:pt idx="47871">
                  <c:v>77.98</c:v>
                </c:pt>
                <c:pt idx="47872">
                  <c:v>77.98</c:v>
                </c:pt>
                <c:pt idx="47873">
                  <c:v>65.989999999999995</c:v>
                </c:pt>
                <c:pt idx="47874">
                  <c:v>77.98</c:v>
                </c:pt>
                <c:pt idx="47875">
                  <c:v>65.989999999999995</c:v>
                </c:pt>
                <c:pt idx="47876">
                  <c:v>65.989999999999995</c:v>
                </c:pt>
                <c:pt idx="47877">
                  <c:v>173.14</c:v>
                </c:pt>
                <c:pt idx="47878">
                  <c:v>65.989999999999995</c:v>
                </c:pt>
                <c:pt idx="47879">
                  <c:v>65.989999999999995</c:v>
                </c:pt>
                <c:pt idx="47880">
                  <c:v>-29.98</c:v>
                </c:pt>
                <c:pt idx="47881">
                  <c:v>62.85</c:v>
                </c:pt>
                <c:pt idx="47882">
                  <c:v>65.989999999999995</c:v>
                </c:pt>
                <c:pt idx="47883">
                  <c:v>77.98</c:v>
                </c:pt>
                <c:pt idx="47884">
                  <c:v>65.989999999999995</c:v>
                </c:pt>
                <c:pt idx="47885">
                  <c:v>64.67</c:v>
                </c:pt>
                <c:pt idx="47886">
                  <c:v>64.67</c:v>
                </c:pt>
                <c:pt idx="47887">
                  <c:v>64.67</c:v>
                </c:pt>
                <c:pt idx="47888">
                  <c:v>56.09</c:v>
                </c:pt>
                <c:pt idx="47889">
                  <c:v>31.28</c:v>
                </c:pt>
                <c:pt idx="47890">
                  <c:v>31.28</c:v>
                </c:pt>
                <c:pt idx="47891">
                  <c:v>31.28</c:v>
                </c:pt>
                <c:pt idx="47892">
                  <c:v>31.28</c:v>
                </c:pt>
                <c:pt idx="47893">
                  <c:v>31.27</c:v>
                </c:pt>
                <c:pt idx="47894">
                  <c:v>11.29</c:v>
                </c:pt>
                <c:pt idx="47895">
                  <c:v>11.29</c:v>
                </c:pt>
                <c:pt idx="47896">
                  <c:v>99.98</c:v>
                </c:pt>
                <c:pt idx="47897">
                  <c:v>100.97</c:v>
                </c:pt>
                <c:pt idx="47898">
                  <c:v>110.96</c:v>
                </c:pt>
                <c:pt idx="47899">
                  <c:v>33.47</c:v>
                </c:pt>
                <c:pt idx="47900">
                  <c:v>33.47</c:v>
                </c:pt>
                <c:pt idx="47901">
                  <c:v>33.72</c:v>
                </c:pt>
                <c:pt idx="47902">
                  <c:v>26.23</c:v>
                </c:pt>
                <c:pt idx="47903">
                  <c:v>31.19</c:v>
                </c:pt>
                <c:pt idx="47904">
                  <c:v>31.19</c:v>
                </c:pt>
                <c:pt idx="47905">
                  <c:v>50.98</c:v>
                </c:pt>
                <c:pt idx="47906">
                  <c:v>59.98</c:v>
                </c:pt>
                <c:pt idx="47907">
                  <c:v>99.98</c:v>
                </c:pt>
                <c:pt idx="47908">
                  <c:v>84.99</c:v>
                </c:pt>
                <c:pt idx="47909">
                  <c:v>39.49</c:v>
                </c:pt>
                <c:pt idx="47910">
                  <c:v>78.98</c:v>
                </c:pt>
                <c:pt idx="47911">
                  <c:v>83.44</c:v>
                </c:pt>
                <c:pt idx="47912">
                  <c:v>15.49</c:v>
                </c:pt>
                <c:pt idx="47913">
                  <c:v>62.14</c:v>
                </c:pt>
                <c:pt idx="47914">
                  <c:v>119.17</c:v>
                </c:pt>
                <c:pt idx="47915">
                  <c:v>59.48</c:v>
                </c:pt>
                <c:pt idx="47916">
                  <c:v>69.98</c:v>
                </c:pt>
                <c:pt idx="47917">
                  <c:v>57.28</c:v>
                </c:pt>
                <c:pt idx="47918">
                  <c:v>79.98</c:v>
                </c:pt>
                <c:pt idx="47919">
                  <c:v>43.99</c:v>
                </c:pt>
                <c:pt idx="47920">
                  <c:v>99.98</c:v>
                </c:pt>
                <c:pt idx="47921">
                  <c:v>88.98</c:v>
                </c:pt>
                <c:pt idx="47922">
                  <c:v>53.98</c:v>
                </c:pt>
                <c:pt idx="47923">
                  <c:v>104.98</c:v>
                </c:pt>
                <c:pt idx="47924">
                  <c:v>69.13</c:v>
                </c:pt>
                <c:pt idx="47925">
                  <c:v>83.79</c:v>
                </c:pt>
                <c:pt idx="47926">
                  <c:v>96.33</c:v>
                </c:pt>
                <c:pt idx="47927">
                  <c:v>17.489999999999998</c:v>
                </c:pt>
                <c:pt idx="47928">
                  <c:v>31.18</c:v>
                </c:pt>
                <c:pt idx="47929">
                  <c:v>31.18</c:v>
                </c:pt>
                <c:pt idx="47930">
                  <c:v>21.97</c:v>
                </c:pt>
                <c:pt idx="47931">
                  <c:v>30.38</c:v>
                </c:pt>
                <c:pt idx="47932">
                  <c:v>32.880000000000003</c:v>
                </c:pt>
                <c:pt idx="47933">
                  <c:v>28.39</c:v>
                </c:pt>
                <c:pt idx="47934">
                  <c:v>32.880000000000003</c:v>
                </c:pt>
                <c:pt idx="47935">
                  <c:v>30.49</c:v>
                </c:pt>
                <c:pt idx="47936">
                  <c:v>30.49</c:v>
                </c:pt>
                <c:pt idx="47937">
                  <c:v>32.49</c:v>
                </c:pt>
                <c:pt idx="47938">
                  <c:v>32.49</c:v>
                </c:pt>
                <c:pt idx="47939">
                  <c:v>27.74</c:v>
                </c:pt>
                <c:pt idx="47940">
                  <c:v>32.479999999999997</c:v>
                </c:pt>
                <c:pt idx="47941">
                  <c:v>54.58</c:v>
                </c:pt>
                <c:pt idx="47942">
                  <c:v>119.96</c:v>
                </c:pt>
                <c:pt idx="47943">
                  <c:v>99.96</c:v>
                </c:pt>
                <c:pt idx="47944">
                  <c:v>74.97</c:v>
                </c:pt>
                <c:pt idx="47945">
                  <c:v>59.98</c:v>
                </c:pt>
                <c:pt idx="47946">
                  <c:v>52.78</c:v>
                </c:pt>
                <c:pt idx="47947">
                  <c:v>59.98</c:v>
                </c:pt>
                <c:pt idx="47948">
                  <c:v>59.98</c:v>
                </c:pt>
                <c:pt idx="47949">
                  <c:v>119.96</c:v>
                </c:pt>
                <c:pt idx="47950">
                  <c:v>59.98</c:v>
                </c:pt>
                <c:pt idx="47951">
                  <c:v>32.479999999999997</c:v>
                </c:pt>
                <c:pt idx="47952">
                  <c:v>59.98</c:v>
                </c:pt>
                <c:pt idx="47953">
                  <c:v>51.98</c:v>
                </c:pt>
                <c:pt idx="47954">
                  <c:v>55.98</c:v>
                </c:pt>
                <c:pt idx="47955">
                  <c:v>59.98</c:v>
                </c:pt>
                <c:pt idx="47956">
                  <c:v>59.98</c:v>
                </c:pt>
                <c:pt idx="47957">
                  <c:v>119.36</c:v>
                </c:pt>
                <c:pt idx="47958">
                  <c:v>58.78</c:v>
                </c:pt>
                <c:pt idx="47959">
                  <c:v>119.96</c:v>
                </c:pt>
                <c:pt idx="47960">
                  <c:v>115.25</c:v>
                </c:pt>
                <c:pt idx="47961">
                  <c:v>32.479999999999997</c:v>
                </c:pt>
                <c:pt idx="47962">
                  <c:v>32.479999999999997</c:v>
                </c:pt>
                <c:pt idx="47963">
                  <c:v>25.94</c:v>
                </c:pt>
                <c:pt idx="47964">
                  <c:v>25.94</c:v>
                </c:pt>
                <c:pt idx="47965">
                  <c:v>30.28</c:v>
                </c:pt>
                <c:pt idx="47966">
                  <c:v>32.75</c:v>
                </c:pt>
                <c:pt idx="47967">
                  <c:v>32.65</c:v>
                </c:pt>
                <c:pt idx="47968">
                  <c:v>32.65</c:v>
                </c:pt>
                <c:pt idx="47969">
                  <c:v>32.630000000000003</c:v>
                </c:pt>
                <c:pt idx="47970">
                  <c:v>32.630000000000003</c:v>
                </c:pt>
                <c:pt idx="47971">
                  <c:v>30.18</c:v>
                </c:pt>
                <c:pt idx="47972">
                  <c:v>32.51</c:v>
                </c:pt>
                <c:pt idx="47973">
                  <c:v>29.49</c:v>
                </c:pt>
                <c:pt idx="47974">
                  <c:v>29.49</c:v>
                </c:pt>
                <c:pt idx="47975">
                  <c:v>51.98</c:v>
                </c:pt>
                <c:pt idx="47976">
                  <c:v>18.989999999999998</c:v>
                </c:pt>
                <c:pt idx="47977">
                  <c:v>114.97</c:v>
                </c:pt>
                <c:pt idx="47978">
                  <c:v>68.33</c:v>
                </c:pt>
                <c:pt idx="47979">
                  <c:v>125.57</c:v>
                </c:pt>
                <c:pt idx="47980">
                  <c:v>83.49</c:v>
                </c:pt>
                <c:pt idx="47981">
                  <c:v>102.2</c:v>
                </c:pt>
                <c:pt idx="47982">
                  <c:v>89.96</c:v>
                </c:pt>
                <c:pt idx="47983">
                  <c:v>117.77</c:v>
                </c:pt>
                <c:pt idx="47984">
                  <c:v>59.98</c:v>
                </c:pt>
                <c:pt idx="47985">
                  <c:v>21.99</c:v>
                </c:pt>
                <c:pt idx="47986">
                  <c:v>94.45</c:v>
                </c:pt>
                <c:pt idx="47987">
                  <c:v>39.99</c:v>
                </c:pt>
                <c:pt idx="47988">
                  <c:v>109.96</c:v>
                </c:pt>
                <c:pt idx="47989">
                  <c:v>55.58</c:v>
                </c:pt>
                <c:pt idx="47990">
                  <c:v>94.37</c:v>
                </c:pt>
                <c:pt idx="47991">
                  <c:v>29.49</c:v>
                </c:pt>
                <c:pt idx="47992">
                  <c:v>29.49</c:v>
                </c:pt>
                <c:pt idx="47993">
                  <c:v>29.49</c:v>
                </c:pt>
                <c:pt idx="47994">
                  <c:v>29.48</c:v>
                </c:pt>
                <c:pt idx="47995">
                  <c:v>29.48</c:v>
                </c:pt>
                <c:pt idx="47996">
                  <c:v>29.48</c:v>
                </c:pt>
                <c:pt idx="47997">
                  <c:v>123.56</c:v>
                </c:pt>
                <c:pt idx="47998">
                  <c:v>67.97</c:v>
                </c:pt>
                <c:pt idx="47999">
                  <c:v>31.98</c:v>
                </c:pt>
                <c:pt idx="48000">
                  <c:v>27.2</c:v>
                </c:pt>
                <c:pt idx="48001">
                  <c:v>27.2</c:v>
                </c:pt>
                <c:pt idx="48002">
                  <c:v>77.97</c:v>
                </c:pt>
                <c:pt idx="48003">
                  <c:v>74.11</c:v>
                </c:pt>
                <c:pt idx="48004">
                  <c:v>103.96</c:v>
                </c:pt>
                <c:pt idx="48005">
                  <c:v>77.930000000000007</c:v>
                </c:pt>
                <c:pt idx="48006">
                  <c:v>76.150000000000006</c:v>
                </c:pt>
                <c:pt idx="48007">
                  <c:v>103.96</c:v>
                </c:pt>
                <c:pt idx="48008">
                  <c:v>103.96</c:v>
                </c:pt>
                <c:pt idx="48009">
                  <c:v>98.7</c:v>
                </c:pt>
                <c:pt idx="48010">
                  <c:v>45.68</c:v>
                </c:pt>
                <c:pt idx="48011">
                  <c:v>129.94999999999999</c:v>
                </c:pt>
                <c:pt idx="48012">
                  <c:v>103.96</c:v>
                </c:pt>
                <c:pt idx="48013">
                  <c:v>77.97</c:v>
                </c:pt>
                <c:pt idx="48014">
                  <c:v>51.98</c:v>
                </c:pt>
                <c:pt idx="48015">
                  <c:v>108.95</c:v>
                </c:pt>
                <c:pt idx="48016">
                  <c:v>77.97</c:v>
                </c:pt>
                <c:pt idx="48017">
                  <c:v>99.23</c:v>
                </c:pt>
                <c:pt idx="48018">
                  <c:v>77.97</c:v>
                </c:pt>
                <c:pt idx="48019">
                  <c:v>103.18</c:v>
                </c:pt>
                <c:pt idx="48020">
                  <c:v>103.96</c:v>
                </c:pt>
                <c:pt idx="48021">
                  <c:v>24.74</c:v>
                </c:pt>
                <c:pt idx="48022">
                  <c:v>27.04</c:v>
                </c:pt>
                <c:pt idx="48023">
                  <c:v>28.94</c:v>
                </c:pt>
                <c:pt idx="48024">
                  <c:v>29.29</c:v>
                </c:pt>
                <c:pt idx="48025">
                  <c:v>29.29</c:v>
                </c:pt>
                <c:pt idx="48026">
                  <c:v>29.29</c:v>
                </c:pt>
                <c:pt idx="48027">
                  <c:v>197.96</c:v>
                </c:pt>
                <c:pt idx="48028">
                  <c:v>121.98</c:v>
                </c:pt>
                <c:pt idx="48029">
                  <c:v>121.98</c:v>
                </c:pt>
                <c:pt idx="48030">
                  <c:v>148.32</c:v>
                </c:pt>
                <c:pt idx="48031">
                  <c:v>121.98</c:v>
                </c:pt>
                <c:pt idx="48032">
                  <c:v>182.97</c:v>
                </c:pt>
                <c:pt idx="48033">
                  <c:v>179.95</c:v>
                </c:pt>
                <c:pt idx="48034">
                  <c:v>29.29</c:v>
                </c:pt>
                <c:pt idx="48035">
                  <c:v>29.29</c:v>
                </c:pt>
                <c:pt idx="48036">
                  <c:v>29.28</c:v>
                </c:pt>
                <c:pt idx="48037">
                  <c:v>24.74</c:v>
                </c:pt>
                <c:pt idx="48038">
                  <c:v>31.44</c:v>
                </c:pt>
                <c:pt idx="48039">
                  <c:v>31.44</c:v>
                </c:pt>
                <c:pt idx="48040">
                  <c:v>59.96</c:v>
                </c:pt>
                <c:pt idx="48041">
                  <c:v>77.58</c:v>
                </c:pt>
                <c:pt idx="48042">
                  <c:v>159.97999999999999</c:v>
                </c:pt>
                <c:pt idx="48043">
                  <c:v>121.98</c:v>
                </c:pt>
                <c:pt idx="48044">
                  <c:v>236.74</c:v>
                </c:pt>
                <c:pt idx="48045">
                  <c:v>-23.66</c:v>
                </c:pt>
                <c:pt idx="48046">
                  <c:v>159.97999999999999</c:v>
                </c:pt>
                <c:pt idx="48047">
                  <c:v>263.14999999999998</c:v>
                </c:pt>
                <c:pt idx="48048">
                  <c:v>31.44</c:v>
                </c:pt>
                <c:pt idx="48049">
                  <c:v>31.44</c:v>
                </c:pt>
                <c:pt idx="48050">
                  <c:v>31.44</c:v>
                </c:pt>
                <c:pt idx="48051">
                  <c:v>28.49</c:v>
                </c:pt>
                <c:pt idx="48052">
                  <c:v>28.49</c:v>
                </c:pt>
                <c:pt idx="48053">
                  <c:v>10.87</c:v>
                </c:pt>
                <c:pt idx="48054">
                  <c:v>10.87</c:v>
                </c:pt>
                <c:pt idx="48055">
                  <c:v>24.23</c:v>
                </c:pt>
                <c:pt idx="48056">
                  <c:v>206.97</c:v>
                </c:pt>
                <c:pt idx="48057">
                  <c:v>144.47999999999999</c:v>
                </c:pt>
                <c:pt idx="48058">
                  <c:v>179.96</c:v>
                </c:pt>
                <c:pt idx="48059">
                  <c:v>96.86</c:v>
                </c:pt>
                <c:pt idx="48060">
                  <c:v>124.18</c:v>
                </c:pt>
                <c:pt idx="48061">
                  <c:v>169.98</c:v>
                </c:pt>
                <c:pt idx="48062">
                  <c:v>169.98</c:v>
                </c:pt>
                <c:pt idx="48063">
                  <c:v>87.24</c:v>
                </c:pt>
                <c:pt idx="48064">
                  <c:v>169.98</c:v>
                </c:pt>
                <c:pt idx="48065">
                  <c:v>24.23</c:v>
                </c:pt>
                <c:pt idx="48066">
                  <c:v>28.47</c:v>
                </c:pt>
                <c:pt idx="48067">
                  <c:v>28.47</c:v>
                </c:pt>
                <c:pt idx="48068">
                  <c:v>28.38</c:v>
                </c:pt>
                <c:pt idx="48069">
                  <c:v>26.09</c:v>
                </c:pt>
                <c:pt idx="48070">
                  <c:v>26.09</c:v>
                </c:pt>
                <c:pt idx="48071">
                  <c:v>26.09</c:v>
                </c:pt>
                <c:pt idx="48072">
                  <c:v>254.97</c:v>
                </c:pt>
                <c:pt idx="48073">
                  <c:v>257.95999999999998</c:v>
                </c:pt>
                <c:pt idx="48074">
                  <c:v>254.97</c:v>
                </c:pt>
                <c:pt idx="48075">
                  <c:v>254.97</c:v>
                </c:pt>
                <c:pt idx="48076">
                  <c:v>254.97</c:v>
                </c:pt>
                <c:pt idx="48077">
                  <c:v>254.97</c:v>
                </c:pt>
                <c:pt idx="48078">
                  <c:v>28.38</c:v>
                </c:pt>
                <c:pt idx="48079">
                  <c:v>26.99</c:v>
                </c:pt>
                <c:pt idx="48080">
                  <c:v>203.94</c:v>
                </c:pt>
                <c:pt idx="48081">
                  <c:v>381.49</c:v>
                </c:pt>
                <c:pt idx="48082">
                  <c:v>284.44</c:v>
                </c:pt>
                <c:pt idx="48083">
                  <c:v>325.52999999999997</c:v>
                </c:pt>
                <c:pt idx="48084">
                  <c:v>265.44</c:v>
                </c:pt>
                <c:pt idx="48085">
                  <c:v>30.49</c:v>
                </c:pt>
                <c:pt idx="48086">
                  <c:v>25.99</c:v>
                </c:pt>
                <c:pt idx="48087">
                  <c:v>25.99</c:v>
                </c:pt>
                <c:pt idx="48088">
                  <c:v>25.99</c:v>
                </c:pt>
                <c:pt idx="48089">
                  <c:v>84.99</c:v>
                </c:pt>
                <c:pt idx="48090">
                  <c:v>84.99</c:v>
                </c:pt>
                <c:pt idx="48091">
                  <c:v>65.989999999999995</c:v>
                </c:pt>
                <c:pt idx="48092">
                  <c:v>75.09</c:v>
                </c:pt>
                <c:pt idx="48093">
                  <c:v>54.98</c:v>
                </c:pt>
                <c:pt idx="48094">
                  <c:v>113.47</c:v>
                </c:pt>
                <c:pt idx="48095">
                  <c:v>65.989999999999995</c:v>
                </c:pt>
                <c:pt idx="48096">
                  <c:v>99.98</c:v>
                </c:pt>
                <c:pt idx="48097">
                  <c:v>100.98</c:v>
                </c:pt>
                <c:pt idx="48098">
                  <c:v>169.98</c:v>
                </c:pt>
                <c:pt idx="48099">
                  <c:v>84.99</c:v>
                </c:pt>
                <c:pt idx="48100">
                  <c:v>116.23</c:v>
                </c:pt>
                <c:pt idx="48101">
                  <c:v>114.98</c:v>
                </c:pt>
                <c:pt idx="48102">
                  <c:v>84.99</c:v>
                </c:pt>
                <c:pt idx="48103">
                  <c:v>95.98</c:v>
                </c:pt>
                <c:pt idx="48104">
                  <c:v>84.99</c:v>
                </c:pt>
                <c:pt idx="48105">
                  <c:v>25.99</c:v>
                </c:pt>
                <c:pt idx="48106">
                  <c:v>25.99</c:v>
                </c:pt>
                <c:pt idx="48107">
                  <c:v>30.49</c:v>
                </c:pt>
                <c:pt idx="48108">
                  <c:v>30.49</c:v>
                </c:pt>
                <c:pt idx="48109">
                  <c:v>30.49</c:v>
                </c:pt>
                <c:pt idx="48110">
                  <c:v>30.49</c:v>
                </c:pt>
                <c:pt idx="48111">
                  <c:v>30.48</c:v>
                </c:pt>
                <c:pt idx="48112">
                  <c:v>30.48</c:v>
                </c:pt>
                <c:pt idx="48113">
                  <c:v>17.850000000000001</c:v>
                </c:pt>
                <c:pt idx="48114">
                  <c:v>28.28</c:v>
                </c:pt>
                <c:pt idx="48115">
                  <c:v>28.28</c:v>
                </c:pt>
                <c:pt idx="48116">
                  <c:v>28.27</c:v>
                </c:pt>
                <c:pt idx="48117">
                  <c:v>254.96</c:v>
                </c:pt>
                <c:pt idx="48118">
                  <c:v>187.91</c:v>
                </c:pt>
                <c:pt idx="48119">
                  <c:v>190.96</c:v>
                </c:pt>
                <c:pt idx="48120">
                  <c:v>149.97</c:v>
                </c:pt>
                <c:pt idx="48121">
                  <c:v>60.98</c:v>
                </c:pt>
                <c:pt idx="48122">
                  <c:v>124.07</c:v>
                </c:pt>
                <c:pt idx="48123">
                  <c:v>184.95</c:v>
                </c:pt>
                <c:pt idx="48124">
                  <c:v>77.959999999999994</c:v>
                </c:pt>
                <c:pt idx="48125">
                  <c:v>184.97</c:v>
                </c:pt>
                <c:pt idx="48126">
                  <c:v>135.07</c:v>
                </c:pt>
                <c:pt idx="48127">
                  <c:v>28.18</c:v>
                </c:pt>
                <c:pt idx="48128">
                  <c:v>30.23</c:v>
                </c:pt>
                <c:pt idx="48129">
                  <c:v>30.23</c:v>
                </c:pt>
                <c:pt idx="48130">
                  <c:v>98.57</c:v>
                </c:pt>
                <c:pt idx="48131">
                  <c:v>226.04</c:v>
                </c:pt>
                <c:pt idx="48132">
                  <c:v>221.97</c:v>
                </c:pt>
                <c:pt idx="48133">
                  <c:v>147.94999999999999</c:v>
                </c:pt>
                <c:pt idx="48134">
                  <c:v>201.93</c:v>
                </c:pt>
                <c:pt idx="48135">
                  <c:v>132.78</c:v>
                </c:pt>
                <c:pt idx="48136">
                  <c:v>209.63</c:v>
                </c:pt>
                <c:pt idx="48137">
                  <c:v>-32.42</c:v>
                </c:pt>
                <c:pt idx="48138">
                  <c:v>209.93</c:v>
                </c:pt>
                <c:pt idx="48139">
                  <c:v>183.92</c:v>
                </c:pt>
                <c:pt idx="48140">
                  <c:v>169.94</c:v>
                </c:pt>
                <c:pt idx="48141">
                  <c:v>30.23</c:v>
                </c:pt>
                <c:pt idx="48142">
                  <c:v>30.21</c:v>
                </c:pt>
                <c:pt idx="48143">
                  <c:v>30.21</c:v>
                </c:pt>
                <c:pt idx="48144">
                  <c:v>30.19</c:v>
                </c:pt>
                <c:pt idx="48145">
                  <c:v>27.49</c:v>
                </c:pt>
                <c:pt idx="48146">
                  <c:v>27.49</c:v>
                </c:pt>
                <c:pt idx="48147">
                  <c:v>23.24</c:v>
                </c:pt>
                <c:pt idx="48148">
                  <c:v>73.97</c:v>
                </c:pt>
                <c:pt idx="48149">
                  <c:v>240.66</c:v>
                </c:pt>
                <c:pt idx="48150">
                  <c:v>318.29000000000002</c:v>
                </c:pt>
                <c:pt idx="48151">
                  <c:v>110.44</c:v>
                </c:pt>
                <c:pt idx="48152">
                  <c:v>73.48</c:v>
                </c:pt>
                <c:pt idx="48153">
                  <c:v>159.97999999999999</c:v>
                </c:pt>
                <c:pt idx="48154">
                  <c:v>91.98</c:v>
                </c:pt>
                <c:pt idx="48155">
                  <c:v>27.48</c:v>
                </c:pt>
                <c:pt idx="48156">
                  <c:v>27.48</c:v>
                </c:pt>
                <c:pt idx="48157">
                  <c:v>27.48</c:v>
                </c:pt>
                <c:pt idx="48158">
                  <c:v>27.48</c:v>
                </c:pt>
                <c:pt idx="48159">
                  <c:v>27.38</c:v>
                </c:pt>
                <c:pt idx="48160">
                  <c:v>25.09</c:v>
                </c:pt>
                <c:pt idx="48161">
                  <c:v>80.739999999999995</c:v>
                </c:pt>
                <c:pt idx="48162">
                  <c:v>65.989999999999995</c:v>
                </c:pt>
                <c:pt idx="48163">
                  <c:v>76.489999999999995</c:v>
                </c:pt>
                <c:pt idx="48164">
                  <c:v>65.989999999999995</c:v>
                </c:pt>
                <c:pt idx="48165">
                  <c:v>65.989999999999995</c:v>
                </c:pt>
                <c:pt idx="48166">
                  <c:v>65.989999999999995</c:v>
                </c:pt>
                <c:pt idx="48167">
                  <c:v>65.989999999999995</c:v>
                </c:pt>
                <c:pt idx="48168">
                  <c:v>64.989999999999995</c:v>
                </c:pt>
                <c:pt idx="48169">
                  <c:v>84.99</c:v>
                </c:pt>
                <c:pt idx="48170">
                  <c:v>79.89</c:v>
                </c:pt>
                <c:pt idx="48171">
                  <c:v>84.99</c:v>
                </c:pt>
                <c:pt idx="48172">
                  <c:v>76.260000000000005</c:v>
                </c:pt>
                <c:pt idx="48173">
                  <c:v>76.489999999999995</c:v>
                </c:pt>
                <c:pt idx="48174">
                  <c:v>76.489999999999995</c:v>
                </c:pt>
                <c:pt idx="48175">
                  <c:v>65.989999999999995</c:v>
                </c:pt>
                <c:pt idx="48176">
                  <c:v>65.989999999999995</c:v>
                </c:pt>
                <c:pt idx="48177">
                  <c:v>72.239999999999995</c:v>
                </c:pt>
                <c:pt idx="48178">
                  <c:v>76.489999999999995</c:v>
                </c:pt>
                <c:pt idx="48179">
                  <c:v>72.239999999999995</c:v>
                </c:pt>
                <c:pt idx="48180">
                  <c:v>84.99</c:v>
                </c:pt>
                <c:pt idx="48181">
                  <c:v>18.36</c:v>
                </c:pt>
                <c:pt idx="48182">
                  <c:v>27.38</c:v>
                </c:pt>
                <c:pt idx="48183">
                  <c:v>24.73</c:v>
                </c:pt>
                <c:pt idx="48184">
                  <c:v>26.98</c:v>
                </c:pt>
                <c:pt idx="48185">
                  <c:v>24.78</c:v>
                </c:pt>
                <c:pt idx="48186">
                  <c:v>-24.78</c:v>
                </c:pt>
                <c:pt idx="48187">
                  <c:v>24.78</c:v>
                </c:pt>
                <c:pt idx="48188">
                  <c:v>24.78</c:v>
                </c:pt>
                <c:pt idx="48189">
                  <c:v>101.95</c:v>
                </c:pt>
                <c:pt idx="48190">
                  <c:v>115.96</c:v>
                </c:pt>
                <c:pt idx="48191">
                  <c:v>78.959999999999994</c:v>
                </c:pt>
                <c:pt idx="48192">
                  <c:v>72.959999999999994</c:v>
                </c:pt>
                <c:pt idx="48193">
                  <c:v>91.96</c:v>
                </c:pt>
                <c:pt idx="48194">
                  <c:v>91.96</c:v>
                </c:pt>
                <c:pt idx="48195">
                  <c:v>88.95</c:v>
                </c:pt>
                <c:pt idx="48196">
                  <c:v>59.97</c:v>
                </c:pt>
                <c:pt idx="48197">
                  <c:v>80.97</c:v>
                </c:pt>
                <c:pt idx="48198">
                  <c:v>68.97</c:v>
                </c:pt>
                <c:pt idx="48199">
                  <c:v>47.97</c:v>
                </c:pt>
                <c:pt idx="48200">
                  <c:v>123.47</c:v>
                </c:pt>
                <c:pt idx="48201">
                  <c:v>68.97</c:v>
                </c:pt>
                <c:pt idx="48202">
                  <c:v>68.97</c:v>
                </c:pt>
                <c:pt idx="48203">
                  <c:v>53.18</c:v>
                </c:pt>
                <c:pt idx="48204">
                  <c:v>50.38</c:v>
                </c:pt>
                <c:pt idx="48205">
                  <c:v>73.77</c:v>
                </c:pt>
                <c:pt idx="48206">
                  <c:v>91.96</c:v>
                </c:pt>
                <c:pt idx="48207">
                  <c:v>101.95</c:v>
                </c:pt>
                <c:pt idx="48208">
                  <c:v>68.97</c:v>
                </c:pt>
                <c:pt idx="48209">
                  <c:v>68.97</c:v>
                </c:pt>
                <c:pt idx="48210">
                  <c:v>53.97</c:v>
                </c:pt>
                <c:pt idx="48211">
                  <c:v>75.569999999999993</c:v>
                </c:pt>
                <c:pt idx="48212">
                  <c:v>26.29</c:v>
                </c:pt>
                <c:pt idx="48213">
                  <c:v>26.29</c:v>
                </c:pt>
                <c:pt idx="48214">
                  <c:v>27.29</c:v>
                </c:pt>
                <c:pt idx="48215">
                  <c:v>27.29</c:v>
                </c:pt>
                <c:pt idx="48216">
                  <c:v>27.28</c:v>
                </c:pt>
                <c:pt idx="48217">
                  <c:v>27.28</c:v>
                </c:pt>
                <c:pt idx="48218">
                  <c:v>27.28</c:v>
                </c:pt>
                <c:pt idx="48219">
                  <c:v>117.96</c:v>
                </c:pt>
                <c:pt idx="48220">
                  <c:v>117.96</c:v>
                </c:pt>
                <c:pt idx="48221">
                  <c:v>198.72</c:v>
                </c:pt>
                <c:pt idx="48222">
                  <c:v>198.72</c:v>
                </c:pt>
                <c:pt idx="48223">
                  <c:v>27.18</c:v>
                </c:pt>
                <c:pt idx="48224">
                  <c:v>27.18</c:v>
                </c:pt>
                <c:pt idx="48225">
                  <c:v>-2.79</c:v>
                </c:pt>
                <c:pt idx="48226">
                  <c:v>29.48</c:v>
                </c:pt>
                <c:pt idx="48227">
                  <c:v>29.25</c:v>
                </c:pt>
                <c:pt idx="48228">
                  <c:v>22.24</c:v>
                </c:pt>
                <c:pt idx="48229">
                  <c:v>26.49</c:v>
                </c:pt>
                <c:pt idx="48230">
                  <c:v>22.24</c:v>
                </c:pt>
                <c:pt idx="48231">
                  <c:v>26.49</c:v>
                </c:pt>
                <c:pt idx="48232">
                  <c:v>26.49</c:v>
                </c:pt>
                <c:pt idx="48233">
                  <c:v>159.69999999999999</c:v>
                </c:pt>
                <c:pt idx="48234">
                  <c:v>159.69999999999999</c:v>
                </c:pt>
                <c:pt idx="48235">
                  <c:v>159.69999999999999</c:v>
                </c:pt>
                <c:pt idx="48236">
                  <c:v>96.78</c:v>
                </c:pt>
                <c:pt idx="48237">
                  <c:v>96.78</c:v>
                </c:pt>
                <c:pt idx="48238">
                  <c:v>96.78</c:v>
                </c:pt>
                <c:pt idx="48239">
                  <c:v>26.49</c:v>
                </c:pt>
                <c:pt idx="48240">
                  <c:v>26.49</c:v>
                </c:pt>
                <c:pt idx="48241">
                  <c:v>26.49</c:v>
                </c:pt>
                <c:pt idx="48242">
                  <c:v>26.49</c:v>
                </c:pt>
                <c:pt idx="48243">
                  <c:v>26.49</c:v>
                </c:pt>
                <c:pt idx="48244">
                  <c:v>26.49</c:v>
                </c:pt>
                <c:pt idx="48245">
                  <c:v>12.49</c:v>
                </c:pt>
                <c:pt idx="48246">
                  <c:v>15.49</c:v>
                </c:pt>
                <c:pt idx="48247">
                  <c:v>12.49</c:v>
                </c:pt>
                <c:pt idx="48248">
                  <c:v>12.49</c:v>
                </c:pt>
                <c:pt idx="48249">
                  <c:v>26.49</c:v>
                </c:pt>
                <c:pt idx="48250">
                  <c:v>26.49</c:v>
                </c:pt>
                <c:pt idx="48251">
                  <c:v>26.49</c:v>
                </c:pt>
                <c:pt idx="48252">
                  <c:v>15.49</c:v>
                </c:pt>
                <c:pt idx="48253">
                  <c:v>15.49</c:v>
                </c:pt>
                <c:pt idx="48254">
                  <c:v>26.49</c:v>
                </c:pt>
                <c:pt idx="48255">
                  <c:v>96.98</c:v>
                </c:pt>
                <c:pt idx="48256">
                  <c:v>189.97</c:v>
                </c:pt>
                <c:pt idx="48257">
                  <c:v>214.66</c:v>
                </c:pt>
                <c:pt idx="48258">
                  <c:v>115.48</c:v>
                </c:pt>
                <c:pt idx="48259">
                  <c:v>84.99</c:v>
                </c:pt>
                <c:pt idx="48260">
                  <c:v>84.99</c:v>
                </c:pt>
                <c:pt idx="48261">
                  <c:v>96.98</c:v>
                </c:pt>
                <c:pt idx="48262">
                  <c:v>104.98</c:v>
                </c:pt>
                <c:pt idx="48263">
                  <c:v>104.98</c:v>
                </c:pt>
                <c:pt idx="48264">
                  <c:v>84.99</c:v>
                </c:pt>
                <c:pt idx="48265">
                  <c:v>65.989999999999995</c:v>
                </c:pt>
                <c:pt idx="48266">
                  <c:v>104.98</c:v>
                </c:pt>
                <c:pt idx="48267">
                  <c:v>189.97</c:v>
                </c:pt>
                <c:pt idx="48268">
                  <c:v>107.98</c:v>
                </c:pt>
                <c:pt idx="48269">
                  <c:v>22.24</c:v>
                </c:pt>
                <c:pt idx="48270">
                  <c:v>22.24</c:v>
                </c:pt>
                <c:pt idx="48271">
                  <c:v>22.24</c:v>
                </c:pt>
                <c:pt idx="48272">
                  <c:v>26.49</c:v>
                </c:pt>
                <c:pt idx="48273">
                  <c:v>26.49</c:v>
                </c:pt>
                <c:pt idx="48274">
                  <c:v>26.49</c:v>
                </c:pt>
                <c:pt idx="48275">
                  <c:v>323.95999999999998</c:v>
                </c:pt>
                <c:pt idx="48276">
                  <c:v>134.97</c:v>
                </c:pt>
                <c:pt idx="48277">
                  <c:v>97.88</c:v>
                </c:pt>
                <c:pt idx="48278">
                  <c:v>80.98</c:v>
                </c:pt>
                <c:pt idx="48279">
                  <c:v>199.96</c:v>
                </c:pt>
                <c:pt idx="48280">
                  <c:v>87.64</c:v>
                </c:pt>
                <c:pt idx="48281">
                  <c:v>89.98</c:v>
                </c:pt>
                <c:pt idx="48282">
                  <c:v>26.49</c:v>
                </c:pt>
                <c:pt idx="48283">
                  <c:v>26.49</c:v>
                </c:pt>
                <c:pt idx="48284">
                  <c:v>26.49</c:v>
                </c:pt>
                <c:pt idx="48285">
                  <c:v>26.49</c:v>
                </c:pt>
                <c:pt idx="48286">
                  <c:v>26.48</c:v>
                </c:pt>
                <c:pt idx="48287">
                  <c:v>26.49</c:v>
                </c:pt>
                <c:pt idx="48288">
                  <c:v>26.49</c:v>
                </c:pt>
                <c:pt idx="48289">
                  <c:v>26.49</c:v>
                </c:pt>
                <c:pt idx="48290">
                  <c:v>22.74</c:v>
                </c:pt>
                <c:pt idx="48291">
                  <c:v>22.74</c:v>
                </c:pt>
                <c:pt idx="48292">
                  <c:v>26.49</c:v>
                </c:pt>
                <c:pt idx="48293">
                  <c:v>26.49</c:v>
                </c:pt>
                <c:pt idx="48294">
                  <c:v>26.49</c:v>
                </c:pt>
                <c:pt idx="48295">
                  <c:v>170.95</c:v>
                </c:pt>
                <c:pt idx="48296">
                  <c:v>45.07</c:v>
                </c:pt>
                <c:pt idx="48297">
                  <c:v>26.48</c:v>
                </c:pt>
                <c:pt idx="48298">
                  <c:v>22.23</c:v>
                </c:pt>
                <c:pt idx="48299">
                  <c:v>26.48</c:v>
                </c:pt>
                <c:pt idx="48300">
                  <c:v>27.08</c:v>
                </c:pt>
                <c:pt idx="48301">
                  <c:v>29.02</c:v>
                </c:pt>
                <c:pt idx="48302">
                  <c:v>26.49</c:v>
                </c:pt>
                <c:pt idx="48303">
                  <c:v>28.49</c:v>
                </c:pt>
                <c:pt idx="48304">
                  <c:v>9.49</c:v>
                </c:pt>
                <c:pt idx="48305">
                  <c:v>28.48</c:v>
                </c:pt>
                <c:pt idx="48306">
                  <c:v>169.98</c:v>
                </c:pt>
                <c:pt idx="48307">
                  <c:v>178.96</c:v>
                </c:pt>
                <c:pt idx="48308">
                  <c:v>135.97999999999999</c:v>
                </c:pt>
                <c:pt idx="48309">
                  <c:v>131.97999999999999</c:v>
                </c:pt>
                <c:pt idx="48310">
                  <c:v>158.97999999999999</c:v>
                </c:pt>
                <c:pt idx="48311">
                  <c:v>169.98</c:v>
                </c:pt>
                <c:pt idx="48312">
                  <c:v>169.98</c:v>
                </c:pt>
                <c:pt idx="48313">
                  <c:v>159.97999999999999</c:v>
                </c:pt>
                <c:pt idx="48314">
                  <c:v>203.97</c:v>
                </c:pt>
                <c:pt idx="48315">
                  <c:v>131.97999999999999</c:v>
                </c:pt>
                <c:pt idx="48316">
                  <c:v>-2.39</c:v>
                </c:pt>
                <c:pt idx="48317">
                  <c:v>25.94</c:v>
                </c:pt>
                <c:pt idx="48318">
                  <c:v>21.94</c:v>
                </c:pt>
                <c:pt idx="48319">
                  <c:v>21.94</c:v>
                </c:pt>
                <c:pt idx="48320">
                  <c:v>126.75</c:v>
                </c:pt>
                <c:pt idx="48321">
                  <c:v>131.97999999999999</c:v>
                </c:pt>
                <c:pt idx="48322">
                  <c:v>131.94999999999999</c:v>
                </c:pt>
                <c:pt idx="48323">
                  <c:v>131.97999999999999</c:v>
                </c:pt>
                <c:pt idx="48324">
                  <c:v>131.97999999999999</c:v>
                </c:pt>
                <c:pt idx="48325">
                  <c:v>121.98</c:v>
                </c:pt>
                <c:pt idx="48326">
                  <c:v>21.94</c:v>
                </c:pt>
                <c:pt idx="48327">
                  <c:v>26.29</c:v>
                </c:pt>
                <c:pt idx="48328">
                  <c:v>26.29</c:v>
                </c:pt>
                <c:pt idx="48329">
                  <c:v>26.29</c:v>
                </c:pt>
                <c:pt idx="48330">
                  <c:v>26.29</c:v>
                </c:pt>
                <c:pt idx="48331">
                  <c:v>26.29</c:v>
                </c:pt>
                <c:pt idx="48332">
                  <c:v>26.29</c:v>
                </c:pt>
                <c:pt idx="48333">
                  <c:v>128.22999999999999</c:v>
                </c:pt>
                <c:pt idx="48334">
                  <c:v>166.58</c:v>
                </c:pt>
                <c:pt idx="48335">
                  <c:v>169.98</c:v>
                </c:pt>
                <c:pt idx="48336">
                  <c:v>79.98</c:v>
                </c:pt>
                <c:pt idx="48337">
                  <c:v>197.96</c:v>
                </c:pt>
                <c:pt idx="48338">
                  <c:v>159.97999999999999</c:v>
                </c:pt>
                <c:pt idx="48339">
                  <c:v>169.98</c:v>
                </c:pt>
                <c:pt idx="48340">
                  <c:v>79.98</c:v>
                </c:pt>
                <c:pt idx="48341">
                  <c:v>164.77</c:v>
                </c:pt>
                <c:pt idx="48342">
                  <c:v>26.29</c:v>
                </c:pt>
                <c:pt idx="48343">
                  <c:v>26.29</c:v>
                </c:pt>
                <c:pt idx="48344">
                  <c:v>26.29</c:v>
                </c:pt>
                <c:pt idx="48345">
                  <c:v>26.29</c:v>
                </c:pt>
                <c:pt idx="48346">
                  <c:v>21.94</c:v>
                </c:pt>
                <c:pt idx="48347">
                  <c:v>26.28</c:v>
                </c:pt>
                <c:pt idx="48348">
                  <c:v>26.28</c:v>
                </c:pt>
                <c:pt idx="48349">
                  <c:v>26.28</c:v>
                </c:pt>
                <c:pt idx="48350">
                  <c:v>93.98</c:v>
                </c:pt>
                <c:pt idx="48351">
                  <c:v>159.97999999999999</c:v>
                </c:pt>
                <c:pt idx="48352">
                  <c:v>87.97</c:v>
                </c:pt>
                <c:pt idx="48353">
                  <c:v>277.95</c:v>
                </c:pt>
                <c:pt idx="48354">
                  <c:v>131.96</c:v>
                </c:pt>
                <c:pt idx="48355">
                  <c:v>197.96</c:v>
                </c:pt>
                <c:pt idx="48356">
                  <c:v>28.41</c:v>
                </c:pt>
                <c:pt idx="48357">
                  <c:v>21.93</c:v>
                </c:pt>
                <c:pt idx="48358">
                  <c:v>23.57</c:v>
                </c:pt>
                <c:pt idx="48359">
                  <c:v>23.55</c:v>
                </c:pt>
                <c:pt idx="48360">
                  <c:v>26.19</c:v>
                </c:pt>
                <c:pt idx="48361">
                  <c:v>26.19</c:v>
                </c:pt>
                <c:pt idx="48362">
                  <c:v>65.989999999999995</c:v>
                </c:pt>
                <c:pt idx="48363">
                  <c:v>169.98</c:v>
                </c:pt>
                <c:pt idx="48364">
                  <c:v>160.91999999999999</c:v>
                </c:pt>
                <c:pt idx="48365">
                  <c:v>65.989999999999995</c:v>
                </c:pt>
                <c:pt idx="48366">
                  <c:v>149.97999999999999</c:v>
                </c:pt>
                <c:pt idx="48367">
                  <c:v>169.98</c:v>
                </c:pt>
                <c:pt idx="48368">
                  <c:v>169.98</c:v>
                </c:pt>
                <c:pt idx="48369">
                  <c:v>131.97999999999999</c:v>
                </c:pt>
                <c:pt idx="48370">
                  <c:v>169.98</c:v>
                </c:pt>
                <c:pt idx="48371">
                  <c:v>159.97999999999999</c:v>
                </c:pt>
                <c:pt idx="48372">
                  <c:v>131.97999999999999</c:v>
                </c:pt>
                <c:pt idx="48373">
                  <c:v>65.989999999999995</c:v>
                </c:pt>
                <c:pt idx="48374">
                  <c:v>25.49</c:v>
                </c:pt>
                <c:pt idx="48375">
                  <c:v>21.24</c:v>
                </c:pt>
                <c:pt idx="48376">
                  <c:v>25.48</c:v>
                </c:pt>
                <c:pt idx="48377">
                  <c:v>25.49</c:v>
                </c:pt>
                <c:pt idx="48378">
                  <c:v>25.48</c:v>
                </c:pt>
                <c:pt idx="48379">
                  <c:v>25.48</c:v>
                </c:pt>
                <c:pt idx="48380">
                  <c:v>25.48</c:v>
                </c:pt>
                <c:pt idx="48381">
                  <c:v>76.97</c:v>
                </c:pt>
                <c:pt idx="48382">
                  <c:v>55.98</c:v>
                </c:pt>
                <c:pt idx="48383">
                  <c:v>21.24</c:v>
                </c:pt>
                <c:pt idx="48384">
                  <c:v>21.24</c:v>
                </c:pt>
                <c:pt idx="48385">
                  <c:v>27.79</c:v>
                </c:pt>
                <c:pt idx="48386">
                  <c:v>27.79</c:v>
                </c:pt>
                <c:pt idx="48387">
                  <c:v>151.97999999999999</c:v>
                </c:pt>
                <c:pt idx="48388">
                  <c:v>133.97999999999999</c:v>
                </c:pt>
                <c:pt idx="48389">
                  <c:v>122.97</c:v>
                </c:pt>
                <c:pt idx="48390">
                  <c:v>137.97999999999999</c:v>
                </c:pt>
                <c:pt idx="48391">
                  <c:v>137.97999999999999</c:v>
                </c:pt>
                <c:pt idx="48392">
                  <c:v>197.96</c:v>
                </c:pt>
                <c:pt idx="48393">
                  <c:v>136.32</c:v>
                </c:pt>
                <c:pt idx="48394">
                  <c:v>117.34</c:v>
                </c:pt>
                <c:pt idx="48395">
                  <c:v>84.99</c:v>
                </c:pt>
                <c:pt idx="48396">
                  <c:v>130.38</c:v>
                </c:pt>
                <c:pt idx="48397">
                  <c:v>141.97999999999999</c:v>
                </c:pt>
                <c:pt idx="48398">
                  <c:v>127.32</c:v>
                </c:pt>
                <c:pt idx="48399">
                  <c:v>25.08</c:v>
                </c:pt>
                <c:pt idx="48400">
                  <c:v>25.08</c:v>
                </c:pt>
                <c:pt idx="48401">
                  <c:v>35.28</c:v>
                </c:pt>
                <c:pt idx="48402">
                  <c:v>-1.3</c:v>
                </c:pt>
                <c:pt idx="48403">
                  <c:v>68.33</c:v>
                </c:pt>
                <c:pt idx="48404">
                  <c:v>73.989999999999995</c:v>
                </c:pt>
                <c:pt idx="48405">
                  <c:v>80.98</c:v>
                </c:pt>
                <c:pt idx="48406">
                  <c:v>68.989999999999995</c:v>
                </c:pt>
                <c:pt idx="48407">
                  <c:v>68.989999999999995</c:v>
                </c:pt>
                <c:pt idx="48408">
                  <c:v>55.98</c:v>
                </c:pt>
                <c:pt idx="48409">
                  <c:v>80.98</c:v>
                </c:pt>
                <c:pt idx="48410">
                  <c:v>62.39</c:v>
                </c:pt>
                <c:pt idx="48411">
                  <c:v>64.52</c:v>
                </c:pt>
                <c:pt idx="48412">
                  <c:v>68.989999999999995</c:v>
                </c:pt>
                <c:pt idx="48413">
                  <c:v>84.99</c:v>
                </c:pt>
                <c:pt idx="48414">
                  <c:v>66.36</c:v>
                </c:pt>
                <c:pt idx="48415">
                  <c:v>84.3</c:v>
                </c:pt>
                <c:pt idx="48416">
                  <c:v>99.98</c:v>
                </c:pt>
                <c:pt idx="48417">
                  <c:v>65.19</c:v>
                </c:pt>
                <c:pt idx="48418">
                  <c:v>65.989999999999995</c:v>
                </c:pt>
                <c:pt idx="48419">
                  <c:v>83.45</c:v>
                </c:pt>
                <c:pt idx="48420">
                  <c:v>68.989999999999995</c:v>
                </c:pt>
                <c:pt idx="48421">
                  <c:v>68.989999999999995</c:v>
                </c:pt>
                <c:pt idx="48422">
                  <c:v>84.99</c:v>
                </c:pt>
                <c:pt idx="48423">
                  <c:v>25.29</c:v>
                </c:pt>
                <c:pt idx="48424">
                  <c:v>20.94</c:v>
                </c:pt>
                <c:pt idx="48425">
                  <c:v>20.94</c:v>
                </c:pt>
                <c:pt idx="48426">
                  <c:v>20.94</c:v>
                </c:pt>
                <c:pt idx="48427">
                  <c:v>20.94</c:v>
                </c:pt>
                <c:pt idx="48428">
                  <c:v>20.94</c:v>
                </c:pt>
                <c:pt idx="48429">
                  <c:v>25.29</c:v>
                </c:pt>
                <c:pt idx="48430">
                  <c:v>10.29</c:v>
                </c:pt>
                <c:pt idx="48431">
                  <c:v>-10.29</c:v>
                </c:pt>
                <c:pt idx="48432">
                  <c:v>20.94</c:v>
                </c:pt>
                <c:pt idx="48433">
                  <c:v>25.29</c:v>
                </c:pt>
                <c:pt idx="48434">
                  <c:v>25.29</c:v>
                </c:pt>
                <c:pt idx="48435">
                  <c:v>89.98</c:v>
                </c:pt>
                <c:pt idx="48436">
                  <c:v>258.70999999999998</c:v>
                </c:pt>
                <c:pt idx="48437">
                  <c:v>120.98</c:v>
                </c:pt>
                <c:pt idx="48438">
                  <c:v>161.94999999999999</c:v>
                </c:pt>
                <c:pt idx="48439">
                  <c:v>295.22000000000003</c:v>
                </c:pt>
                <c:pt idx="48440">
                  <c:v>171.94</c:v>
                </c:pt>
                <c:pt idx="48441">
                  <c:v>296.94</c:v>
                </c:pt>
                <c:pt idx="48442">
                  <c:v>25.28</c:v>
                </c:pt>
                <c:pt idx="48443">
                  <c:v>24.88</c:v>
                </c:pt>
                <c:pt idx="48444">
                  <c:v>25.26</c:v>
                </c:pt>
                <c:pt idx="48445">
                  <c:v>8.49</c:v>
                </c:pt>
                <c:pt idx="48446">
                  <c:v>82.98</c:v>
                </c:pt>
                <c:pt idx="48447">
                  <c:v>20.239999999999998</c:v>
                </c:pt>
                <c:pt idx="48448">
                  <c:v>24.49</c:v>
                </c:pt>
                <c:pt idx="48449">
                  <c:v>158.93</c:v>
                </c:pt>
                <c:pt idx="48450">
                  <c:v>270.95999999999998</c:v>
                </c:pt>
                <c:pt idx="48451">
                  <c:v>24.49</c:v>
                </c:pt>
                <c:pt idx="48452">
                  <c:v>24.49</c:v>
                </c:pt>
                <c:pt idx="48453">
                  <c:v>24.49</c:v>
                </c:pt>
                <c:pt idx="48454">
                  <c:v>20.239999999999998</c:v>
                </c:pt>
                <c:pt idx="48455">
                  <c:v>24.49</c:v>
                </c:pt>
                <c:pt idx="48456">
                  <c:v>20.23</c:v>
                </c:pt>
                <c:pt idx="48457">
                  <c:v>26.47</c:v>
                </c:pt>
                <c:pt idx="48458">
                  <c:v>24.49</c:v>
                </c:pt>
                <c:pt idx="48459">
                  <c:v>79.989999999999995</c:v>
                </c:pt>
                <c:pt idx="48460">
                  <c:v>97.08</c:v>
                </c:pt>
                <c:pt idx="48461">
                  <c:v>60.99</c:v>
                </c:pt>
                <c:pt idx="48462">
                  <c:v>239.97</c:v>
                </c:pt>
                <c:pt idx="48463">
                  <c:v>79.989999999999995</c:v>
                </c:pt>
                <c:pt idx="48464">
                  <c:v>26.38</c:v>
                </c:pt>
                <c:pt idx="48465">
                  <c:v>26.38</c:v>
                </c:pt>
                <c:pt idx="48466">
                  <c:v>26.6</c:v>
                </c:pt>
                <c:pt idx="48467">
                  <c:v>26.6</c:v>
                </c:pt>
                <c:pt idx="48468">
                  <c:v>24.48</c:v>
                </c:pt>
                <c:pt idx="48469">
                  <c:v>24.29</c:v>
                </c:pt>
                <c:pt idx="48470">
                  <c:v>24.29</c:v>
                </c:pt>
                <c:pt idx="48471">
                  <c:v>53.98</c:v>
                </c:pt>
                <c:pt idx="48472">
                  <c:v>81.98</c:v>
                </c:pt>
                <c:pt idx="48473">
                  <c:v>65.989999999999995</c:v>
                </c:pt>
                <c:pt idx="48474">
                  <c:v>67.489999999999995</c:v>
                </c:pt>
                <c:pt idx="48475">
                  <c:v>24.29</c:v>
                </c:pt>
                <c:pt idx="48476">
                  <c:v>24.29</c:v>
                </c:pt>
                <c:pt idx="48477">
                  <c:v>24.29</c:v>
                </c:pt>
                <c:pt idx="48478">
                  <c:v>24.29</c:v>
                </c:pt>
                <c:pt idx="48479">
                  <c:v>24.29</c:v>
                </c:pt>
                <c:pt idx="48480">
                  <c:v>263.95999999999998</c:v>
                </c:pt>
                <c:pt idx="48481">
                  <c:v>19.93</c:v>
                </c:pt>
                <c:pt idx="48482">
                  <c:v>19.78</c:v>
                </c:pt>
                <c:pt idx="48483">
                  <c:v>21.13</c:v>
                </c:pt>
                <c:pt idx="48484">
                  <c:v>23.48</c:v>
                </c:pt>
                <c:pt idx="48485">
                  <c:v>20.74</c:v>
                </c:pt>
                <c:pt idx="48486">
                  <c:v>137.08000000000001</c:v>
                </c:pt>
                <c:pt idx="48487">
                  <c:v>593.91</c:v>
                </c:pt>
                <c:pt idx="48488">
                  <c:v>137.08000000000001</c:v>
                </c:pt>
                <c:pt idx="48489">
                  <c:v>39.99</c:v>
                </c:pt>
                <c:pt idx="48490">
                  <c:v>521.89</c:v>
                </c:pt>
                <c:pt idx="48491">
                  <c:v>129.93</c:v>
                </c:pt>
                <c:pt idx="48492">
                  <c:v>129.93</c:v>
                </c:pt>
                <c:pt idx="48493">
                  <c:v>374.89</c:v>
                </c:pt>
                <c:pt idx="48494">
                  <c:v>39.99</c:v>
                </c:pt>
                <c:pt idx="48495">
                  <c:v>89.96</c:v>
                </c:pt>
                <c:pt idx="48496">
                  <c:v>374.89</c:v>
                </c:pt>
                <c:pt idx="48497">
                  <c:v>521.89</c:v>
                </c:pt>
                <c:pt idx="48498">
                  <c:v>89.96</c:v>
                </c:pt>
                <c:pt idx="48499">
                  <c:v>593.91</c:v>
                </c:pt>
                <c:pt idx="48500">
                  <c:v>25.49</c:v>
                </c:pt>
                <c:pt idx="48501">
                  <c:v>25.49</c:v>
                </c:pt>
                <c:pt idx="48502">
                  <c:v>20.73</c:v>
                </c:pt>
                <c:pt idx="48503">
                  <c:v>20.73</c:v>
                </c:pt>
                <c:pt idx="48504">
                  <c:v>84.98</c:v>
                </c:pt>
                <c:pt idx="48505">
                  <c:v>65.989999999999995</c:v>
                </c:pt>
                <c:pt idx="48506">
                  <c:v>65.989999999999995</c:v>
                </c:pt>
                <c:pt idx="48507">
                  <c:v>78.97</c:v>
                </c:pt>
                <c:pt idx="48508">
                  <c:v>65.19</c:v>
                </c:pt>
                <c:pt idx="48509">
                  <c:v>65.989999999999995</c:v>
                </c:pt>
                <c:pt idx="48510">
                  <c:v>75.98</c:v>
                </c:pt>
                <c:pt idx="48511">
                  <c:v>49.99</c:v>
                </c:pt>
                <c:pt idx="48512">
                  <c:v>84.99</c:v>
                </c:pt>
                <c:pt idx="48513">
                  <c:v>59.98</c:v>
                </c:pt>
                <c:pt idx="48514">
                  <c:v>75.510000000000005</c:v>
                </c:pt>
                <c:pt idx="48515">
                  <c:v>49.99</c:v>
                </c:pt>
                <c:pt idx="48516">
                  <c:v>84.99</c:v>
                </c:pt>
                <c:pt idx="48517">
                  <c:v>65.989999999999995</c:v>
                </c:pt>
                <c:pt idx="48518">
                  <c:v>79.28</c:v>
                </c:pt>
                <c:pt idx="48519">
                  <c:v>68.989999999999995</c:v>
                </c:pt>
                <c:pt idx="48520">
                  <c:v>65.989999999999995</c:v>
                </c:pt>
                <c:pt idx="48521">
                  <c:v>69.98</c:v>
                </c:pt>
                <c:pt idx="48522">
                  <c:v>78.97</c:v>
                </c:pt>
                <c:pt idx="48523">
                  <c:v>65.989999999999995</c:v>
                </c:pt>
                <c:pt idx="48524">
                  <c:v>65.989999999999995</c:v>
                </c:pt>
                <c:pt idx="48525">
                  <c:v>23.78</c:v>
                </c:pt>
                <c:pt idx="48526">
                  <c:v>23.77</c:v>
                </c:pt>
                <c:pt idx="48527">
                  <c:v>68.989999999999995</c:v>
                </c:pt>
                <c:pt idx="48528">
                  <c:v>103.98</c:v>
                </c:pt>
                <c:pt idx="48529">
                  <c:v>87.98</c:v>
                </c:pt>
                <c:pt idx="48530">
                  <c:v>94.98</c:v>
                </c:pt>
                <c:pt idx="48531">
                  <c:v>84.99</c:v>
                </c:pt>
                <c:pt idx="48532">
                  <c:v>84.99</c:v>
                </c:pt>
                <c:pt idx="48533">
                  <c:v>84.99</c:v>
                </c:pt>
                <c:pt idx="48534">
                  <c:v>84.99</c:v>
                </c:pt>
                <c:pt idx="48535">
                  <c:v>68.98</c:v>
                </c:pt>
                <c:pt idx="48536">
                  <c:v>103.98</c:v>
                </c:pt>
                <c:pt idx="48537">
                  <c:v>65.989999999999995</c:v>
                </c:pt>
                <c:pt idx="48538">
                  <c:v>84.99</c:v>
                </c:pt>
                <c:pt idx="48539">
                  <c:v>149.96</c:v>
                </c:pt>
                <c:pt idx="48540">
                  <c:v>68.98</c:v>
                </c:pt>
                <c:pt idx="48541">
                  <c:v>84.99</c:v>
                </c:pt>
                <c:pt idx="48542">
                  <c:v>84.99</c:v>
                </c:pt>
                <c:pt idx="48543">
                  <c:v>84.99</c:v>
                </c:pt>
                <c:pt idx="48544">
                  <c:v>25.39</c:v>
                </c:pt>
                <c:pt idx="48545">
                  <c:v>25.39</c:v>
                </c:pt>
                <c:pt idx="48546">
                  <c:v>20.55</c:v>
                </c:pt>
                <c:pt idx="48547">
                  <c:v>20.55</c:v>
                </c:pt>
                <c:pt idx="48548">
                  <c:v>25.39</c:v>
                </c:pt>
                <c:pt idx="48549">
                  <c:v>25.39</c:v>
                </c:pt>
                <c:pt idx="48550">
                  <c:v>25.39</c:v>
                </c:pt>
                <c:pt idx="48551">
                  <c:v>25.39</c:v>
                </c:pt>
                <c:pt idx="48552">
                  <c:v>25.39</c:v>
                </c:pt>
                <c:pt idx="48553">
                  <c:v>25.39</c:v>
                </c:pt>
                <c:pt idx="48554">
                  <c:v>25.39</c:v>
                </c:pt>
                <c:pt idx="48555">
                  <c:v>25.39</c:v>
                </c:pt>
                <c:pt idx="48556">
                  <c:v>25.39</c:v>
                </c:pt>
                <c:pt idx="48557">
                  <c:v>25.39</c:v>
                </c:pt>
                <c:pt idx="48558">
                  <c:v>25.39</c:v>
                </c:pt>
                <c:pt idx="48559">
                  <c:v>25.39</c:v>
                </c:pt>
                <c:pt idx="48560">
                  <c:v>25.37</c:v>
                </c:pt>
                <c:pt idx="48561">
                  <c:v>25.37</c:v>
                </c:pt>
                <c:pt idx="48562">
                  <c:v>25.37</c:v>
                </c:pt>
                <c:pt idx="48563">
                  <c:v>25.37</c:v>
                </c:pt>
                <c:pt idx="48564">
                  <c:v>23.09</c:v>
                </c:pt>
                <c:pt idx="48565">
                  <c:v>77.97</c:v>
                </c:pt>
                <c:pt idx="48566">
                  <c:v>91.47</c:v>
                </c:pt>
                <c:pt idx="48567">
                  <c:v>91.47</c:v>
                </c:pt>
                <c:pt idx="48568">
                  <c:v>77.97</c:v>
                </c:pt>
                <c:pt idx="48569">
                  <c:v>91.47</c:v>
                </c:pt>
                <c:pt idx="48570">
                  <c:v>79.02</c:v>
                </c:pt>
                <c:pt idx="48571">
                  <c:v>91.47</c:v>
                </c:pt>
                <c:pt idx="48572">
                  <c:v>-15.99</c:v>
                </c:pt>
                <c:pt idx="48573">
                  <c:v>91.47</c:v>
                </c:pt>
                <c:pt idx="48574">
                  <c:v>74.069999999999993</c:v>
                </c:pt>
                <c:pt idx="48575">
                  <c:v>95.94</c:v>
                </c:pt>
                <c:pt idx="48576">
                  <c:v>91.47</c:v>
                </c:pt>
                <c:pt idx="48577">
                  <c:v>91.47</c:v>
                </c:pt>
                <c:pt idx="48578">
                  <c:v>91.47</c:v>
                </c:pt>
                <c:pt idx="48579">
                  <c:v>91.47</c:v>
                </c:pt>
                <c:pt idx="48580">
                  <c:v>91.47</c:v>
                </c:pt>
                <c:pt idx="48581">
                  <c:v>99.96</c:v>
                </c:pt>
                <c:pt idx="48582">
                  <c:v>91.47</c:v>
                </c:pt>
                <c:pt idx="48583">
                  <c:v>23.29</c:v>
                </c:pt>
                <c:pt idx="48584">
                  <c:v>23.28</c:v>
                </c:pt>
                <c:pt idx="48585">
                  <c:v>23.28</c:v>
                </c:pt>
                <c:pt idx="48586">
                  <c:v>21.09</c:v>
                </c:pt>
                <c:pt idx="48587">
                  <c:v>63.96</c:v>
                </c:pt>
                <c:pt idx="48588">
                  <c:v>163.96</c:v>
                </c:pt>
                <c:pt idx="48589">
                  <c:v>69.989999999999995</c:v>
                </c:pt>
                <c:pt idx="48590">
                  <c:v>58.97</c:v>
                </c:pt>
                <c:pt idx="48591">
                  <c:v>65.989999999999995</c:v>
                </c:pt>
                <c:pt idx="48592">
                  <c:v>60.04</c:v>
                </c:pt>
                <c:pt idx="48593">
                  <c:v>33.479999999999997</c:v>
                </c:pt>
                <c:pt idx="48594">
                  <c:v>99.98</c:v>
                </c:pt>
                <c:pt idx="48595">
                  <c:v>194.96</c:v>
                </c:pt>
                <c:pt idx="48596">
                  <c:v>217.94</c:v>
                </c:pt>
                <c:pt idx="48597">
                  <c:v>33.479999999999997</c:v>
                </c:pt>
                <c:pt idx="48598">
                  <c:v>134.94999999999999</c:v>
                </c:pt>
                <c:pt idx="48599">
                  <c:v>195.94</c:v>
                </c:pt>
                <c:pt idx="48600">
                  <c:v>69.88</c:v>
                </c:pt>
                <c:pt idx="48601">
                  <c:v>49.47</c:v>
                </c:pt>
                <c:pt idx="48602">
                  <c:v>18.440000000000001</c:v>
                </c:pt>
                <c:pt idx="48603">
                  <c:v>19.940000000000001</c:v>
                </c:pt>
                <c:pt idx="48604">
                  <c:v>19.940000000000001</c:v>
                </c:pt>
                <c:pt idx="48605">
                  <c:v>18.239999999999998</c:v>
                </c:pt>
                <c:pt idx="48606">
                  <c:v>22.49</c:v>
                </c:pt>
                <c:pt idx="48607">
                  <c:v>18.239999999999998</c:v>
                </c:pt>
                <c:pt idx="48608">
                  <c:v>18.23</c:v>
                </c:pt>
                <c:pt idx="48609">
                  <c:v>119.97</c:v>
                </c:pt>
                <c:pt idx="48610">
                  <c:v>79.98</c:v>
                </c:pt>
                <c:pt idx="48611">
                  <c:v>121.96</c:v>
                </c:pt>
                <c:pt idx="48612">
                  <c:v>95.97</c:v>
                </c:pt>
                <c:pt idx="48613">
                  <c:v>95.96</c:v>
                </c:pt>
                <c:pt idx="48614">
                  <c:v>22.49</c:v>
                </c:pt>
                <c:pt idx="48615">
                  <c:v>22.43</c:v>
                </c:pt>
                <c:pt idx="48616">
                  <c:v>18.239999999999998</c:v>
                </c:pt>
                <c:pt idx="48617">
                  <c:v>18.239999999999998</c:v>
                </c:pt>
                <c:pt idx="48618">
                  <c:v>24.18</c:v>
                </c:pt>
                <c:pt idx="48619">
                  <c:v>159.69999999999999</c:v>
                </c:pt>
                <c:pt idx="48620">
                  <c:v>149.4</c:v>
                </c:pt>
                <c:pt idx="48621">
                  <c:v>147.6</c:v>
                </c:pt>
                <c:pt idx="48622">
                  <c:v>57.09</c:v>
                </c:pt>
                <c:pt idx="48623">
                  <c:v>78.81</c:v>
                </c:pt>
                <c:pt idx="48624">
                  <c:v>118.53</c:v>
                </c:pt>
                <c:pt idx="48625">
                  <c:v>141.94</c:v>
                </c:pt>
                <c:pt idx="48626">
                  <c:v>148.79</c:v>
                </c:pt>
                <c:pt idx="48627">
                  <c:v>162.33000000000001</c:v>
                </c:pt>
                <c:pt idx="48628">
                  <c:v>159.69999999999999</c:v>
                </c:pt>
                <c:pt idx="48629">
                  <c:v>163.31</c:v>
                </c:pt>
                <c:pt idx="48630">
                  <c:v>116.12</c:v>
                </c:pt>
                <c:pt idx="48631">
                  <c:v>134.29</c:v>
                </c:pt>
                <c:pt idx="48632">
                  <c:v>24.18</c:v>
                </c:pt>
                <c:pt idx="48633">
                  <c:v>24.18</c:v>
                </c:pt>
                <c:pt idx="48634">
                  <c:v>24.18</c:v>
                </c:pt>
                <c:pt idx="48635">
                  <c:v>24.18</c:v>
                </c:pt>
                <c:pt idx="48636">
                  <c:v>24.18</c:v>
                </c:pt>
                <c:pt idx="48637">
                  <c:v>22.29</c:v>
                </c:pt>
                <c:pt idx="48638">
                  <c:v>17.940000000000001</c:v>
                </c:pt>
                <c:pt idx="48639">
                  <c:v>17.940000000000001</c:v>
                </c:pt>
                <c:pt idx="48640">
                  <c:v>17.940000000000001</c:v>
                </c:pt>
                <c:pt idx="48641">
                  <c:v>23.68</c:v>
                </c:pt>
                <c:pt idx="48642">
                  <c:v>18.739999999999998</c:v>
                </c:pt>
                <c:pt idx="48643">
                  <c:v>18.739999999999998</c:v>
                </c:pt>
                <c:pt idx="48644">
                  <c:v>23.49</c:v>
                </c:pt>
                <c:pt idx="48645">
                  <c:v>79.98</c:v>
                </c:pt>
                <c:pt idx="48646">
                  <c:v>79.98</c:v>
                </c:pt>
                <c:pt idx="48647">
                  <c:v>46.29</c:v>
                </c:pt>
                <c:pt idx="48648">
                  <c:v>79.98</c:v>
                </c:pt>
                <c:pt idx="48649">
                  <c:v>53.98</c:v>
                </c:pt>
                <c:pt idx="48650">
                  <c:v>131.97999999999999</c:v>
                </c:pt>
                <c:pt idx="48651">
                  <c:v>79.98</c:v>
                </c:pt>
                <c:pt idx="48652">
                  <c:v>79.98</c:v>
                </c:pt>
                <c:pt idx="48653">
                  <c:v>79.98</c:v>
                </c:pt>
                <c:pt idx="48654">
                  <c:v>65.989999999999995</c:v>
                </c:pt>
                <c:pt idx="48655">
                  <c:v>68.709999999999994</c:v>
                </c:pt>
                <c:pt idx="48656">
                  <c:v>21.49</c:v>
                </c:pt>
                <c:pt idx="48657">
                  <c:v>21.49</c:v>
                </c:pt>
                <c:pt idx="48658">
                  <c:v>21.49</c:v>
                </c:pt>
                <c:pt idx="48659">
                  <c:v>21.49</c:v>
                </c:pt>
                <c:pt idx="48660">
                  <c:v>17.239999999999998</c:v>
                </c:pt>
                <c:pt idx="48661">
                  <c:v>21.49</c:v>
                </c:pt>
                <c:pt idx="48662">
                  <c:v>21.49</c:v>
                </c:pt>
                <c:pt idx="48663">
                  <c:v>21.49</c:v>
                </c:pt>
                <c:pt idx="48664">
                  <c:v>73.98</c:v>
                </c:pt>
                <c:pt idx="48665">
                  <c:v>104.97</c:v>
                </c:pt>
                <c:pt idx="48666">
                  <c:v>73.98</c:v>
                </c:pt>
                <c:pt idx="48667">
                  <c:v>62.88</c:v>
                </c:pt>
                <c:pt idx="48668">
                  <c:v>107.82</c:v>
                </c:pt>
                <c:pt idx="48669">
                  <c:v>67.69</c:v>
                </c:pt>
                <c:pt idx="48670">
                  <c:v>72.87</c:v>
                </c:pt>
                <c:pt idx="48671">
                  <c:v>73.239999999999995</c:v>
                </c:pt>
                <c:pt idx="48672">
                  <c:v>90.75</c:v>
                </c:pt>
                <c:pt idx="48673">
                  <c:v>110.97</c:v>
                </c:pt>
                <c:pt idx="48674">
                  <c:v>110.97</c:v>
                </c:pt>
                <c:pt idx="48675">
                  <c:v>70.28</c:v>
                </c:pt>
                <c:pt idx="48676">
                  <c:v>73.239999999999995</c:v>
                </c:pt>
                <c:pt idx="48677">
                  <c:v>110.97</c:v>
                </c:pt>
                <c:pt idx="48678">
                  <c:v>73.98</c:v>
                </c:pt>
                <c:pt idx="48679">
                  <c:v>110.97</c:v>
                </c:pt>
                <c:pt idx="48680">
                  <c:v>73.98</c:v>
                </c:pt>
                <c:pt idx="48681">
                  <c:v>73.98</c:v>
                </c:pt>
                <c:pt idx="48682">
                  <c:v>110.97</c:v>
                </c:pt>
                <c:pt idx="48683">
                  <c:v>110.97</c:v>
                </c:pt>
                <c:pt idx="48684">
                  <c:v>21.49</c:v>
                </c:pt>
                <c:pt idx="48685">
                  <c:v>21.49</c:v>
                </c:pt>
                <c:pt idx="48686">
                  <c:v>21.49</c:v>
                </c:pt>
                <c:pt idx="48687">
                  <c:v>21.49</c:v>
                </c:pt>
                <c:pt idx="48688">
                  <c:v>171.48</c:v>
                </c:pt>
                <c:pt idx="48689">
                  <c:v>63.88</c:v>
                </c:pt>
                <c:pt idx="48690">
                  <c:v>82.77</c:v>
                </c:pt>
                <c:pt idx="48691">
                  <c:v>157.47</c:v>
                </c:pt>
                <c:pt idx="48692">
                  <c:v>171.48</c:v>
                </c:pt>
                <c:pt idx="48693">
                  <c:v>130.88</c:v>
                </c:pt>
                <c:pt idx="48694">
                  <c:v>171.48</c:v>
                </c:pt>
                <c:pt idx="48695">
                  <c:v>130.88</c:v>
                </c:pt>
                <c:pt idx="48696">
                  <c:v>191.42</c:v>
                </c:pt>
                <c:pt idx="48697">
                  <c:v>63.88</c:v>
                </c:pt>
                <c:pt idx="48698">
                  <c:v>157.47</c:v>
                </c:pt>
                <c:pt idx="48699">
                  <c:v>137.97999999999999</c:v>
                </c:pt>
                <c:pt idx="48700">
                  <c:v>137.97999999999999</c:v>
                </c:pt>
                <c:pt idx="48701">
                  <c:v>82.77</c:v>
                </c:pt>
                <c:pt idx="48702">
                  <c:v>211.65</c:v>
                </c:pt>
                <c:pt idx="48703">
                  <c:v>48.99</c:v>
                </c:pt>
                <c:pt idx="48704">
                  <c:v>171.48</c:v>
                </c:pt>
                <c:pt idx="48705">
                  <c:v>151.76</c:v>
                </c:pt>
                <c:pt idx="48706">
                  <c:v>43.99</c:v>
                </c:pt>
                <c:pt idx="48707">
                  <c:v>43.99</c:v>
                </c:pt>
                <c:pt idx="48708">
                  <c:v>103.98</c:v>
                </c:pt>
                <c:pt idx="48709">
                  <c:v>151.76</c:v>
                </c:pt>
                <c:pt idx="48710">
                  <c:v>211.65</c:v>
                </c:pt>
                <c:pt idx="48711">
                  <c:v>191.42</c:v>
                </c:pt>
                <c:pt idx="48712">
                  <c:v>152.97999999999999</c:v>
                </c:pt>
                <c:pt idx="48713">
                  <c:v>48.99</c:v>
                </c:pt>
                <c:pt idx="48714">
                  <c:v>152.97999999999999</c:v>
                </c:pt>
                <c:pt idx="48715">
                  <c:v>103.98</c:v>
                </c:pt>
                <c:pt idx="48716">
                  <c:v>17.239999999999998</c:v>
                </c:pt>
                <c:pt idx="48717">
                  <c:v>21.49</c:v>
                </c:pt>
                <c:pt idx="48718">
                  <c:v>21.48</c:v>
                </c:pt>
                <c:pt idx="48719">
                  <c:v>21.49</c:v>
                </c:pt>
                <c:pt idx="48720">
                  <c:v>21.49</c:v>
                </c:pt>
                <c:pt idx="48721">
                  <c:v>21.49</c:v>
                </c:pt>
                <c:pt idx="48722">
                  <c:v>21.48</c:v>
                </c:pt>
                <c:pt idx="48723">
                  <c:v>21.48</c:v>
                </c:pt>
                <c:pt idx="48724">
                  <c:v>21.48</c:v>
                </c:pt>
                <c:pt idx="48725">
                  <c:v>134.97999999999999</c:v>
                </c:pt>
                <c:pt idx="48726">
                  <c:v>290.25</c:v>
                </c:pt>
                <c:pt idx="48727">
                  <c:v>169.98</c:v>
                </c:pt>
                <c:pt idx="48728">
                  <c:v>276.52</c:v>
                </c:pt>
                <c:pt idx="48729">
                  <c:v>128.24</c:v>
                </c:pt>
                <c:pt idx="48730">
                  <c:v>145.13</c:v>
                </c:pt>
                <c:pt idx="48731">
                  <c:v>124.98</c:v>
                </c:pt>
                <c:pt idx="48732">
                  <c:v>21.48</c:v>
                </c:pt>
                <c:pt idx="48733">
                  <c:v>17.239999999999998</c:v>
                </c:pt>
                <c:pt idx="48734">
                  <c:v>17.239999999999998</c:v>
                </c:pt>
                <c:pt idx="48735">
                  <c:v>17.239999999999998</c:v>
                </c:pt>
                <c:pt idx="48736">
                  <c:v>59.39</c:v>
                </c:pt>
                <c:pt idx="48737">
                  <c:v>84.99</c:v>
                </c:pt>
                <c:pt idx="48738">
                  <c:v>83.67</c:v>
                </c:pt>
                <c:pt idx="48739">
                  <c:v>100.98</c:v>
                </c:pt>
                <c:pt idx="48740">
                  <c:v>76.489999999999995</c:v>
                </c:pt>
                <c:pt idx="48741">
                  <c:v>79.58</c:v>
                </c:pt>
                <c:pt idx="48742">
                  <c:v>65.989999999999995</c:v>
                </c:pt>
                <c:pt idx="48743">
                  <c:v>64.989999999999995</c:v>
                </c:pt>
                <c:pt idx="48744">
                  <c:v>80.98</c:v>
                </c:pt>
                <c:pt idx="48745">
                  <c:v>68.989999999999995</c:v>
                </c:pt>
                <c:pt idx="48746">
                  <c:v>72.239999999999995</c:v>
                </c:pt>
                <c:pt idx="48747">
                  <c:v>63.37</c:v>
                </c:pt>
                <c:pt idx="48748">
                  <c:v>97.27</c:v>
                </c:pt>
                <c:pt idx="48749">
                  <c:v>84.99</c:v>
                </c:pt>
                <c:pt idx="48750">
                  <c:v>84.99</c:v>
                </c:pt>
                <c:pt idx="48751">
                  <c:v>82.44</c:v>
                </c:pt>
                <c:pt idx="48752">
                  <c:v>185.97</c:v>
                </c:pt>
                <c:pt idx="48753">
                  <c:v>21.49</c:v>
                </c:pt>
                <c:pt idx="48754">
                  <c:v>21.49</c:v>
                </c:pt>
                <c:pt idx="48755">
                  <c:v>21.49</c:v>
                </c:pt>
                <c:pt idx="48756">
                  <c:v>21.49</c:v>
                </c:pt>
                <c:pt idx="48757">
                  <c:v>21.48</c:v>
                </c:pt>
                <c:pt idx="48758">
                  <c:v>21.48</c:v>
                </c:pt>
                <c:pt idx="48759">
                  <c:v>65.989999999999995</c:v>
                </c:pt>
                <c:pt idx="48760">
                  <c:v>65.989999999999995</c:v>
                </c:pt>
                <c:pt idx="48761">
                  <c:v>65.989999999999995</c:v>
                </c:pt>
                <c:pt idx="48762">
                  <c:v>65.989999999999995</c:v>
                </c:pt>
                <c:pt idx="48763">
                  <c:v>65.989999999999995</c:v>
                </c:pt>
                <c:pt idx="48764">
                  <c:v>79.98</c:v>
                </c:pt>
                <c:pt idx="48765">
                  <c:v>65.989999999999995</c:v>
                </c:pt>
                <c:pt idx="48766">
                  <c:v>74.989999999999995</c:v>
                </c:pt>
                <c:pt idx="48767">
                  <c:v>51.47</c:v>
                </c:pt>
                <c:pt idx="48768">
                  <c:v>65.989999999999995</c:v>
                </c:pt>
                <c:pt idx="48769">
                  <c:v>65.989999999999995</c:v>
                </c:pt>
                <c:pt idx="48770">
                  <c:v>65.989999999999995</c:v>
                </c:pt>
                <c:pt idx="48771">
                  <c:v>21.29</c:v>
                </c:pt>
                <c:pt idx="48772">
                  <c:v>16.940000000000001</c:v>
                </c:pt>
                <c:pt idx="48773">
                  <c:v>16.940000000000001</c:v>
                </c:pt>
                <c:pt idx="48774">
                  <c:v>16.940000000000001</c:v>
                </c:pt>
                <c:pt idx="48775">
                  <c:v>16.940000000000001</c:v>
                </c:pt>
                <c:pt idx="48776">
                  <c:v>21.29</c:v>
                </c:pt>
                <c:pt idx="48777">
                  <c:v>21.29</c:v>
                </c:pt>
                <c:pt idx="48778">
                  <c:v>55.98</c:v>
                </c:pt>
                <c:pt idx="48779">
                  <c:v>109.98</c:v>
                </c:pt>
                <c:pt idx="48780">
                  <c:v>122.33</c:v>
                </c:pt>
                <c:pt idx="48781">
                  <c:v>114.98</c:v>
                </c:pt>
                <c:pt idx="48782">
                  <c:v>84.99</c:v>
                </c:pt>
                <c:pt idx="48783">
                  <c:v>84.99</c:v>
                </c:pt>
                <c:pt idx="48784">
                  <c:v>58.98</c:v>
                </c:pt>
                <c:pt idx="48785">
                  <c:v>63.87</c:v>
                </c:pt>
                <c:pt idx="48786">
                  <c:v>128.32</c:v>
                </c:pt>
                <c:pt idx="48787">
                  <c:v>85.97</c:v>
                </c:pt>
                <c:pt idx="48788">
                  <c:v>59.98</c:v>
                </c:pt>
                <c:pt idx="48789">
                  <c:v>109.98</c:v>
                </c:pt>
                <c:pt idx="48790">
                  <c:v>93.45</c:v>
                </c:pt>
                <c:pt idx="48791">
                  <c:v>89.98</c:v>
                </c:pt>
                <c:pt idx="48792">
                  <c:v>169.98</c:v>
                </c:pt>
                <c:pt idx="48793">
                  <c:v>55.98</c:v>
                </c:pt>
                <c:pt idx="48794">
                  <c:v>79.97</c:v>
                </c:pt>
                <c:pt idx="48795">
                  <c:v>21.29</c:v>
                </c:pt>
                <c:pt idx="48796">
                  <c:v>19.78</c:v>
                </c:pt>
                <c:pt idx="48797">
                  <c:v>-19.78</c:v>
                </c:pt>
                <c:pt idx="48798">
                  <c:v>21.29</c:v>
                </c:pt>
                <c:pt idx="48799">
                  <c:v>21.29</c:v>
                </c:pt>
                <c:pt idx="48800">
                  <c:v>21.29</c:v>
                </c:pt>
                <c:pt idx="48801">
                  <c:v>21.29</c:v>
                </c:pt>
                <c:pt idx="48802">
                  <c:v>21.29</c:v>
                </c:pt>
                <c:pt idx="48803">
                  <c:v>21.29</c:v>
                </c:pt>
                <c:pt idx="48804">
                  <c:v>21.29</c:v>
                </c:pt>
                <c:pt idx="48805">
                  <c:v>236.96</c:v>
                </c:pt>
                <c:pt idx="48806">
                  <c:v>124.91</c:v>
                </c:pt>
                <c:pt idx="48807">
                  <c:v>71.959999999999994</c:v>
                </c:pt>
                <c:pt idx="48808">
                  <c:v>93.94</c:v>
                </c:pt>
                <c:pt idx="48809">
                  <c:v>54.95</c:v>
                </c:pt>
                <c:pt idx="48810">
                  <c:v>159.97999999999999</c:v>
                </c:pt>
                <c:pt idx="48811">
                  <c:v>69.650000000000006</c:v>
                </c:pt>
                <c:pt idx="48812">
                  <c:v>47.48</c:v>
                </c:pt>
                <c:pt idx="48813">
                  <c:v>394.9</c:v>
                </c:pt>
                <c:pt idx="48814">
                  <c:v>84.99</c:v>
                </c:pt>
                <c:pt idx="48815">
                  <c:v>47.48</c:v>
                </c:pt>
                <c:pt idx="48816">
                  <c:v>68.95</c:v>
                </c:pt>
                <c:pt idx="48817">
                  <c:v>99.98</c:v>
                </c:pt>
                <c:pt idx="48818">
                  <c:v>164.98</c:v>
                </c:pt>
                <c:pt idx="48819">
                  <c:v>22.97</c:v>
                </c:pt>
                <c:pt idx="48820">
                  <c:v>22.97</c:v>
                </c:pt>
                <c:pt idx="48821">
                  <c:v>22.97</c:v>
                </c:pt>
                <c:pt idx="48822">
                  <c:v>22.97</c:v>
                </c:pt>
                <c:pt idx="48823">
                  <c:v>22.97</c:v>
                </c:pt>
                <c:pt idx="48824">
                  <c:v>22.97</c:v>
                </c:pt>
                <c:pt idx="48825">
                  <c:v>22.95</c:v>
                </c:pt>
                <c:pt idx="48826">
                  <c:v>22.95</c:v>
                </c:pt>
                <c:pt idx="48827">
                  <c:v>22.95</c:v>
                </c:pt>
                <c:pt idx="48828">
                  <c:v>131.97999999999999</c:v>
                </c:pt>
                <c:pt idx="48829">
                  <c:v>339.96</c:v>
                </c:pt>
                <c:pt idx="48830">
                  <c:v>238.96</c:v>
                </c:pt>
                <c:pt idx="48831">
                  <c:v>263.95999999999998</c:v>
                </c:pt>
                <c:pt idx="48832">
                  <c:v>339.96</c:v>
                </c:pt>
                <c:pt idx="48833">
                  <c:v>21.19</c:v>
                </c:pt>
                <c:pt idx="48834">
                  <c:v>21.19</c:v>
                </c:pt>
                <c:pt idx="48835">
                  <c:v>21.19</c:v>
                </c:pt>
                <c:pt idx="48836">
                  <c:v>21.18</c:v>
                </c:pt>
                <c:pt idx="48837">
                  <c:v>291.39999999999998</c:v>
                </c:pt>
                <c:pt idx="48838">
                  <c:v>377.93</c:v>
                </c:pt>
                <c:pt idx="48839">
                  <c:v>404.91</c:v>
                </c:pt>
                <c:pt idx="48840">
                  <c:v>134.97</c:v>
                </c:pt>
                <c:pt idx="48841">
                  <c:v>218.94</c:v>
                </c:pt>
                <c:pt idx="48842">
                  <c:v>20.49</c:v>
                </c:pt>
                <c:pt idx="48843">
                  <c:v>20.49</c:v>
                </c:pt>
                <c:pt idx="48844">
                  <c:v>16.239999999999998</c:v>
                </c:pt>
                <c:pt idx="48845">
                  <c:v>206.97</c:v>
                </c:pt>
                <c:pt idx="48846">
                  <c:v>179.96</c:v>
                </c:pt>
                <c:pt idx="48847">
                  <c:v>264.94</c:v>
                </c:pt>
                <c:pt idx="48848">
                  <c:v>79.959999999999994</c:v>
                </c:pt>
                <c:pt idx="48849">
                  <c:v>289.94</c:v>
                </c:pt>
                <c:pt idx="48850">
                  <c:v>169.98</c:v>
                </c:pt>
                <c:pt idx="48851">
                  <c:v>139.96</c:v>
                </c:pt>
                <c:pt idx="48852">
                  <c:v>159.88999999999999</c:v>
                </c:pt>
                <c:pt idx="48853">
                  <c:v>20.49</c:v>
                </c:pt>
                <c:pt idx="48854">
                  <c:v>20.49</c:v>
                </c:pt>
                <c:pt idx="48855">
                  <c:v>20.49</c:v>
                </c:pt>
                <c:pt idx="48856">
                  <c:v>20.49</c:v>
                </c:pt>
                <c:pt idx="48857">
                  <c:v>20.49</c:v>
                </c:pt>
                <c:pt idx="48858">
                  <c:v>20.49</c:v>
                </c:pt>
                <c:pt idx="48859">
                  <c:v>20.49</c:v>
                </c:pt>
                <c:pt idx="48860">
                  <c:v>97.94</c:v>
                </c:pt>
                <c:pt idx="48861">
                  <c:v>92.96</c:v>
                </c:pt>
                <c:pt idx="48862">
                  <c:v>57.6</c:v>
                </c:pt>
                <c:pt idx="48863">
                  <c:v>99.98</c:v>
                </c:pt>
                <c:pt idx="48864">
                  <c:v>106.95</c:v>
                </c:pt>
                <c:pt idx="48865">
                  <c:v>116.97</c:v>
                </c:pt>
                <c:pt idx="48866">
                  <c:v>20.49</c:v>
                </c:pt>
                <c:pt idx="48867">
                  <c:v>20.49</c:v>
                </c:pt>
                <c:pt idx="48868">
                  <c:v>20.49</c:v>
                </c:pt>
                <c:pt idx="48869">
                  <c:v>20.49</c:v>
                </c:pt>
                <c:pt idx="48870">
                  <c:v>20.79</c:v>
                </c:pt>
                <c:pt idx="48871">
                  <c:v>20.46</c:v>
                </c:pt>
                <c:pt idx="48872">
                  <c:v>17.52</c:v>
                </c:pt>
                <c:pt idx="48873">
                  <c:v>84.99</c:v>
                </c:pt>
                <c:pt idx="48874">
                  <c:v>84.99</c:v>
                </c:pt>
                <c:pt idx="48875">
                  <c:v>84.99</c:v>
                </c:pt>
                <c:pt idx="48876">
                  <c:v>84.14</c:v>
                </c:pt>
                <c:pt idx="48877">
                  <c:v>16.29</c:v>
                </c:pt>
                <c:pt idx="48878">
                  <c:v>84.99</c:v>
                </c:pt>
                <c:pt idx="48879">
                  <c:v>16.940000000000001</c:v>
                </c:pt>
                <c:pt idx="48880">
                  <c:v>84.99</c:v>
                </c:pt>
                <c:pt idx="48881">
                  <c:v>75.98</c:v>
                </c:pt>
                <c:pt idx="48882">
                  <c:v>84.99</c:v>
                </c:pt>
                <c:pt idx="48883">
                  <c:v>84.99</c:v>
                </c:pt>
                <c:pt idx="48884">
                  <c:v>84.99</c:v>
                </c:pt>
                <c:pt idx="48885">
                  <c:v>79.989999999999995</c:v>
                </c:pt>
                <c:pt idx="48886">
                  <c:v>83.13</c:v>
                </c:pt>
                <c:pt idx="48887">
                  <c:v>84.99</c:v>
                </c:pt>
                <c:pt idx="48888">
                  <c:v>84.99</c:v>
                </c:pt>
                <c:pt idx="48889">
                  <c:v>84.99</c:v>
                </c:pt>
                <c:pt idx="48890">
                  <c:v>84.99</c:v>
                </c:pt>
                <c:pt idx="48891">
                  <c:v>76.19</c:v>
                </c:pt>
                <c:pt idx="48892">
                  <c:v>84.99</c:v>
                </c:pt>
                <c:pt idx="48893">
                  <c:v>20.49</c:v>
                </c:pt>
                <c:pt idx="48894">
                  <c:v>20.49</c:v>
                </c:pt>
                <c:pt idx="48895">
                  <c:v>20.49</c:v>
                </c:pt>
                <c:pt idx="48896">
                  <c:v>20.49</c:v>
                </c:pt>
                <c:pt idx="48897">
                  <c:v>20.49</c:v>
                </c:pt>
                <c:pt idx="48898">
                  <c:v>199.96</c:v>
                </c:pt>
                <c:pt idx="48899">
                  <c:v>107.57</c:v>
                </c:pt>
                <c:pt idx="48900">
                  <c:v>159.96</c:v>
                </c:pt>
                <c:pt idx="48901">
                  <c:v>20.29</c:v>
                </c:pt>
                <c:pt idx="48902">
                  <c:v>20.29</c:v>
                </c:pt>
                <c:pt idx="48903">
                  <c:v>15.94</c:v>
                </c:pt>
                <c:pt idx="48904">
                  <c:v>15.94</c:v>
                </c:pt>
                <c:pt idx="48905">
                  <c:v>15.94</c:v>
                </c:pt>
                <c:pt idx="48906">
                  <c:v>15.94</c:v>
                </c:pt>
                <c:pt idx="48907">
                  <c:v>20.29</c:v>
                </c:pt>
                <c:pt idx="48908">
                  <c:v>20.29</c:v>
                </c:pt>
                <c:pt idx="48909">
                  <c:v>201.97</c:v>
                </c:pt>
                <c:pt idx="48910">
                  <c:v>59.98</c:v>
                </c:pt>
                <c:pt idx="48911">
                  <c:v>180.95</c:v>
                </c:pt>
                <c:pt idx="48912">
                  <c:v>181.45</c:v>
                </c:pt>
                <c:pt idx="48913">
                  <c:v>159.9</c:v>
                </c:pt>
                <c:pt idx="48914">
                  <c:v>76.98</c:v>
                </c:pt>
                <c:pt idx="48915">
                  <c:v>161.96</c:v>
                </c:pt>
                <c:pt idx="48916">
                  <c:v>-159.9</c:v>
                </c:pt>
                <c:pt idx="48917">
                  <c:v>154.19</c:v>
                </c:pt>
                <c:pt idx="48918">
                  <c:v>63.96</c:v>
                </c:pt>
                <c:pt idx="48919">
                  <c:v>63.78</c:v>
                </c:pt>
                <c:pt idx="48920">
                  <c:v>83.48</c:v>
                </c:pt>
                <c:pt idx="48921">
                  <c:v>153.26</c:v>
                </c:pt>
                <c:pt idx="48922">
                  <c:v>20.29</c:v>
                </c:pt>
                <c:pt idx="48923">
                  <c:v>20.29</c:v>
                </c:pt>
                <c:pt idx="48924">
                  <c:v>20.29</c:v>
                </c:pt>
                <c:pt idx="48925">
                  <c:v>21.49</c:v>
                </c:pt>
                <c:pt idx="48926">
                  <c:v>20.190000000000001</c:v>
                </c:pt>
                <c:pt idx="48927">
                  <c:v>169.98</c:v>
                </c:pt>
                <c:pt idx="48928">
                  <c:v>84.99</c:v>
                </c:pt>
                <c:pt idx="48929">
                  <c:v>98.98</c:v>
                </c:pt>
                <c:pt idx="48930">
                  <c:v>15.29</c:v>
                </c:pt>
                <c:pt idx="48931">
                  <c:v>137.97999999999999</c:v>
                </c:pt>
                <c:pt idx="48932">
                  <c:v>169.98</c:v>
                </c:pt>
                <c:pt idx="48933">
                  <c:v>229.97</c:v>
                </c:pt>
                <c:pt idx="48934">
                  <c:v>169.98</c:v>
                </c:pt>
                <c:pt idx="48935">
                  <c:v>183.97</c:v>
                </c:pt>
                <c:pt idx="48936">
                  <c:v>15.29</c:v>
                </c:pt>
                <c:pt idx="48937">
                  <c:v>171.28</c:v>
                </c:pt>
                <c:pt idx="48938">
                  <c:v>84.99</c:v>
                </c:pt>
                <c:pt idx="48939">
                  <c:v>20.190000000000001</c:v>
                </c:pt>
                <c:pt idx="48940">
                  <c:v>15.44</c:v>
                </c:pt>
                <c:pt idx="48941">
                  <c:v>15.24</c:v>
                </c:pt>
                <c:pt idx="48942">
                  <c:v>19.489999999999998</c:v>
                </c:pt>
                <c:pt idx="48943">
                  <c:v>19.489999999999998</c:v>
                </c:pt>
                <c:pt idx="48944">
                  <c:v>234.68</c:v>
                </c:pt>
                <c:pt idx="48945">
                  <c:v>193.54</c:v>
                </c:pt>
                <c:pt idx="48946">
                  <c:v>241.94</c:v>
                </c:pt>
                <c:pt idx="48947">
                  <c:v>24.18</c:v>
                </c:pt>
                <c:pt idx="48948">
                  <c:v>290.33</c:v>
                </c:pt>
                <c:pt idx="48949">
                  <c:v>387.1</c:v>
                </c:pt>
                <c:pt idx="48950">
                  <c:v>241.94</c:v>
                </c:pt>
                <c:pt idx="48951">
                  <c:v>19.489999999999998</c:v>
                </c:pt>
                <c:pt idx="48952">
                  <c:v>19.48</c:v>
                </c:pt>
                <c:pt idx="48953">
                  <c:v>19.489999999999998</c:v>
                </c:pt>
                <c:pt idx="48954">
                  <c:v>19.489999999999998</c:v>
                </c:pt>
                <c:pt idx="48955">
                  <c:v>19.489999999999998</c:v>
                </c:pt>
                <c:pt idx="48956">
                  <c:v>19.48</c:v>
                </c:pt>
                <c:pt idx="48957">
                  <c:v>19.489999999999998</c:v>
                </c:pt>
                <c:pt idx="48958">
                  <c:v>71.97</c:v>
                </c:pt>
                <c:pt idx="48959">
                  <c:v>92.98</c:v>
                </c:pt>
                <c:pt idx="48960">
                  <c:v>109.98</c:v>
                </c:pt>
                <c:pt idx="48961">
                  <c:v>129.97</c:v>
                </c:pt>
                <c:pt idx="48962">
                  <c:v>71.97</c:v>
                </c:pt>
                <c:pt idx="48963">
                  <c:v>107.96</c:v>
                </c:pt>
                <c:pt idx="48964">
                  <c:v>73.98</c:v>
                </c:pt>
                <c:pt idx="48965">
                  <c:v>84.99</c:v>
                </c:pt>
                <c:pt idx="48966">
                  <c:v>71.97</c:v>
                </c:pt>
                <c:pt idx="48967">
                  <c:v>61.98</c:v>
                </c:pt>
                <c:pt idx="48968">
                  <c:v>53.98</c:v>
                </c:pt>
                <c:pt idx="48969">
                  <c:v>84.99</c:v>
                </c:pt>
                <c:pt idx="48970">
                  <c:v>71.97</c:v>
                </c:pt>
                <c:pt idx="48971">
                  <c:v>93.35</c:v>
                </c:pt>
                <c:pt idx="48972">
                  <c:v>71.97</c:v>
                </c:pt>
                <c:pt idx="48973">
                  <c:v>77.239999999999995</c:v>
                </c:pt>
                <c:pt idx="48974">
                  <c:v>73.739999999999995</c:v>
                </c:pt>
                <c:pt idx="48975">
                  <c:v>19.48</c:v>
                </c:pt>
                <c:pt idx="48976">
                  <c:v>19.48</c:v>
                </c:pt>
                <c:pt idx="48977">
                  <c:v>19.47</c:v>
                </c:pt>
                <c:pt idx="48978">
                  <c:v>15.24</c:v>
                </c:pt>
                <c:pt idx="48979">
                  <c:v>19.38</c:v>
                </c:pt>
                <c:pt idx="48980">
                  <c:v>19.489999999999998</c:v>
                </c:pt>
                <c:pt idx="48981">
                  <c:v>9.99</c:v>
                </c:pt>
                <c:pt idx="48982">
                  <c:v>10.49</c:v>
                </c:pt>
                <c:pt idx="48983">
                  <c:v>79.98</c:v>
                </c:pt>
                <c:pt idx="48984">
                  <c:v>108.89</c:v>
                </c:pt>
                <c:pt idx="48985">
                  <c:v>59.61</c:v>
                </c:pt>
                <c:pt idx="48986">
                  <c:v>65.989999999999995</c:v>
                </c:pt>
                <c:pt idx="48987">
                  <c:v>65.989999999999995</c:v>
                </c:pt>
                <c:pt idx="48988">
                  <c:v>67.489999999999995</c:v>
                </c:pt>
                <c:pt idx="48989">
                  <c:v>65.989999999999995</c:v>
                </c:pt>
                <c:pt idx="48990">
                  <c:v>70.88</c:v>
                </c:pt>
                <c:pt idx="48991">
                  <c:v>65.989999999999995</c:v>
                </c:pt>
                <c:pt idx="48992">
                  <c:v>67.489999999999995</c:v>
                </c:pt>
                <c:pt idx="48993">
                  <c:v>133.97</c:v>
                </c:pt>
                <c:pt idx="48994">
                  <c:v>47.49</c:v>
                </c:pt>
                <c:pt idx="48995">
                  <c:v>58.99</c:v>
                </c:pt>
                <c:pt idx="48996">
                  <c:v>65.989999999999995</c:v>
                </c:pt>
                <c:pt idx="48997">
                  <c:v>79.98</c:v>
                </c:pt>
                <c:pt idx="48998">
                  <c:v>99.98</c:v>
                </c:pt>
                <c:pt idx="48999">
                  <c:v>76.53</c:v>
                </c:pt>
                <c:pt idx="49000">
                  <c:v>65.989999999999995</c:v>
                </c:pt>
                <c:pt idx="49001">
                  <c:v>65.989999999999995</c:v>
                </c:pt>
                <c:pt idx="49002">
                  <c:v>65.989999999999995</c:v>
                </c:pt>
                <c:pt idx="49003">
                  <c:v>19.29</c:v>
                </c:pt>
                <c:pt idx="49004">
                  <c:v>19.29</c:v>
                </c:pt>
                <c:pt idx="49005">
                  <c:v>19.29</c:v>
                </c:pt>
                <c:pt idx="49006">
                  <c:v>19.29</c:v>
                </c:pt>
                <c:pt idx="49007">
                  <c:v>19.29</c:v>
                </c:pt>
                <c:pt idx="49008">
                  <c:v>19.28</c:v>
                </c:pt>
                <c:pt idx="49009">
                  <c:v>19.28</c:v>
                </c:pt>
                <c:pt idx="49010">
                  <c:v>19.27</c:v>
                </c:pt>
                <c:pt idx="49011">
                  <c:v>19.27</c:v>
                </c:pt>
                <c:pt idx="49012">
                  <c:v>156.30000000000001</c:v>
                </c:pt>
                <c:pt idx="49013">
                  <c:v>169.98</c:v>
                </c:pt>
                <c:pt idx="49014">
                  <c:v>166.58</c:v>
                </c:pt>
                <c:pt idx="49015">
                  <c:v>114.97</c:v>
                </c:pt>
                <c:pt idx="49016">
                  <c:v>169.98</c:v>
                </c:pt>
                <c:pt idx="49017">
                  <c:v>162.15</c:v>
                </c:pt>
                <c:pt idx="49018">
                  <c:v>169.98</c:v>
                </c:pt>
                <c:pt idx="49019">
                  <c:v>186.27</c:v>
                </c:pt>
                <c:pt idx="49020">
                  <c:v>197.95</c:v>
                </c:pt>
                <c:pt idx="49021">
                  <c:v>169.98</c:v>
                </c:pt>
                <c:pt idx="49022">
                  <c:v>20.79</c:v>
                </c:pt>
                <c:pt idx="49023">
                  <c:v>20.79</c:v>
                </c:pt>
                <c:pt idx="49024">
                  <c:v>20.79</c:v>
                </c:pt>
                <c:pt idx="49025">
                  <c:v>20.79</c:v>
                </c:pt>
                <c:pt idx="49026">
                  <c:v>20.79</c:v>
                </c:pt>
                <c:pt idx="49027">
                  <c:v>20.79</c:v>
                </c:pt>
                <c:pt idx="49028">
                  <c:v>20.79</c:v>
                </c:pt>
                <c:pt idx="49029">
                  <c:v>20.79</c:v>
                </c:pt>
                <c:pt idx="49030">
                  <c:v>20.79</c:v>
                </c:pt>
                <c:pt idx="49031">
                  <c:v>20.49</c:v>
                </c:pt>
                <c:pt idx="49032">
                  <c:v>20.49</c:v>
                </c:pt>
                <c:pt idx="49033">
                  <c:v>15.74</c:v>
                </c:pt>
                <c:pt idx="49034">
                  <c:v>20.49</c:v>
                </c:pt>
                <c:pt idx="49035">
                  <c:v>84.99</c:v>
                </c:pt>
                <c:pt idx="49036">
                  <c:v>84.99</c:v>
                </c:pt>
                <c:pt idx="49037">
                  <c:v>103.98</c:v>
                </c:pt>
                <c:pt idx="49038">
                  <c:v>84.99</c:v>
                </c:pt>
                <c:pt idx="49039">
                  <c:v>113.97</c:v>
                </c:pt>
                <c:pt idx="49040">
                  <c:v>103.98</c:v>
                </c:pt>
                <c:pt idx="49041">
                  <c:v>84.99</c:v>
                </c:pt>
                <c:pt idx="49042">
                  <c:v>79.98</c:v>
                </c:pt>
                <c:pt idx="49043">
                  <c:v>51.49</c:v>
                </c:pt>
                <c:pt idx="49044">
                  <c:v>68.989999999999995</c:v>
                </c:pt>
                <c:pt idx="49045">
                  <c:v>78.209999999999994</c:v>
                </c:pt>
                <c:pt idx="49046">
                  <c:v>84.99</c:v>
                </c:pt>
                <c:pt idx="49047">
                  <c:v>84.99</c:v>
                </c:pt>
                <c:pt idx="49048">
                  <c:v>84.99</c:v>
                </c:pt>
                <c:pt idx="49049">
                  <c:v>84.99</c:v>
                </c:pt>
                <c:pt idx="49050">
                  <c:v>84.99</c:v>
                </c:pt>
                <c:pt idx="49051">
                  <c:v>84.99</c:v>
                </c:pt>
                <c:pt idx="49052">
                  <c:v>20.49</c:v>
                </c:pt>
                <c:pt idx="49053">
                  <c:v>20.49</c:v>
                </c:pt>
                <c:pt idx="49054">
                  <c:v>20.49</c:v>
                </c:pt>
                <c:pt idx="49055">
                  <c:v>19.190000000000001</c:v>
                </c:pt>
                <c:pt idx="49056">
                  <c:v>20.55</c:v>
                </c:pt>
                <c:pt idx="49057">
                  <c:v>20.55</c:v>
                </c:pt>
                <c:pt idx="49058">
                  <c:v>20.55</c:v>
                </c:pt>
                <c:pt idx="49059">
                  <c:v>20.55</c:v>
                </c:pt>
                <c:pt idx="49060">
                  <c:v>20.55</c:v>
                </c:pt>
                <c:pt idx="49061">
                  <c:v>20.55</c:v>
                </c:pt>
                <c:pt idx="49062">
                  <c:v>-16.29</c:v>
                </c:pt>
                <c:pt idx="49063">
                  <c:v>37.49</c:v>
                </c:pt>
                <c:pt idx="49064">
                  <c:v>14.24</c:v>
                </c:pt>
                <c:pt idx="49065">
                  <c:v>153.16999999999999</c:v>
                </c:pt>
                <c:pt idx="49066">
                  <c:v>171.65</c:v>
                </c:pt>
                <c:pt idx="49067">
                  <c:v>8.99</c:v>
                </c:pt>
                <c:pt idx="49068">
                  <c:v>10.49</c:v>
                </c:pt>
                <c:pt idx="49069">
                  <c:v>18.28</c:v>
                </c:pt>
                <c:pt idx="49070">
                  <c:v>15.1</c:v>
                </c:pt>
                <c:pt idx="49071">
                  <c:v>149.97999999999999</c:v>
                </c:pt>
                <c:pt idx="49072">
                  <c:v>159.97999999999999</c:v>
                </c:pt>
                <c:pt idx="49073">
                  <c:v>120.71</c:v>
                </c:pt>
                <c:pt idx="49074">
                  <c:v>142.76</c:v>
                </c:pt>
                <c:pt idx="49075">
                  <c:v>122.9</c:v>
                </c:pt>
                <c:pt idx="49076">
                  <c:v>159.97999999999999</c:v>
                </c:pt>
                <c:pt idx="49077">
                  <c:v>158.38</c:v>
                </c:pt>
                <c:pt idx="49078">
                  <c:v>153.58000000000001</c:v>
                </c:pt>
                <c:pt idx="49079">
                  <c:v>13.94</c:v>
                </c:pt>
                <c:pt idx="49080">
                  <c:v>18.29</c:v>
                </c:pt>
                <c:pt idx="49081">
                  <c:v>18.29</c:v>
                </c:pt>
                <c:pt idx="49082">
                  <c:v>19.489999999999998</c:v>
                </c:pt>
                <c:pt idx="49083">
                  <c:v>19.489999999999998</c:v>
                </c:pt>
                <c:pt idx="49084">
                  <c:v>19.489999999999998</c:v>
                </c:pt>
                <c:pt idx="49085">
                  <c:v>19.489999999999998</c:v>
                </c:pt>
                <c:pt idx="49086">
                  <c:v>108.88</c:v>
                </c:pt>
                <c:pt idx="49087">
                  <c:v>65.319999999999993</c:v>
                </c:pt>
                <c:pt idx="49088">
                  <c:v>352.05</c:v>
                </c:pt>
                <c:pt idx="49089">
                  <c:v>97.97</c:v>
                </c:pt>
                <c:pt idx="49090">
                  <c:v>97.97</c:v>
                </c:pt>
                <c:pt idx="49091">
                  <c:v>286.70999999999998</c:v>
                </c:pt>
                <c:pt idx="49092">
                  <c:v>19.489999999999998</c:v>
                </c:pt>
                <c:pt idx="49093">
                  <c:v>17.68</c:v>
                </c:pt>
                <c:pt idx="49094">
                  <c:v>19.34</c:v>
                </c:pt>
                <c:pt idx="49095">
                  <c:v>97.97</c:v>
                </c:pt>
                <c:pt idx="49096">
                  <c:v>81.97</c:v>
                </c:pt>
                <c:pt idx="49097">
                  <c:v>131.97999999999999</c:v>
                </c:pt>
                <c:pt idx="49098">
                  <c:v>90.59</c:v>
                </c:pt>
                <c:pt idx="49099">
                  <c:v>147.97</c:v>
                </c:pt>
                <c:pt idx="49100">
                  <c:v>19.34</c:v>
                </c:pt>
                <c:pt idx="49101">
                  <c:v>13.24</c:v>
                </c:pt>
                <c:pt idx="49102">
                  <c:v>131.97999999999999</c:v>
                </c:pt>
                <c:pt idx="49103">
                  <c:v>65.989999999999995</c:v>
                </c:pt>
                <c:pt idx="49104">
                  <c:v>65.989999999999995</c:v>
                </c:pt>
                <c:pt idx="49105">
                  <c:v>65.989999999999995</c:v>
                </c:pt>
                <c:pt idx="49106">
                  <c:v>65.989999999999995</c:v>
                </c:pt>
                <c:pt idx="49107">
                  <c:v>17.489999999999998</c:v>
                </c:pt>
                <c:pt idx="49108">
                  <c:v>17.489999999999998</c:v>
                </c:pt>
                <c:pt idx="49109">
                  <c:v>17.489999999999998</c:v>
                </c:pt>
                <c:pt idx="49110">
                  <c:v>17.489999999999998</c:v>
                </c:pt>
                <c:pt idx="49111">
                  <c:v>17.489999999999998</c:v>
                </c:pt>
                <c:pt idx="49112">
                  <c:v>17.489999999999998</c:v>
                </c:pt>
                <c:pt idx="49113">
                  <c:v>17.489999999999998</c:v>
                </c:pt>
                <c:pt idx="49114">
                  <c:v>17.489999999999998</c:v>
                </c:pt>
                <c:pt idx="49115">
                  <c:v>17.489999999999998</c:v>
                </c:pt>
                <c:pt idx="49116">
                  <c:v>59.98</c:v>
                </c:pt>
                <c:pt idx="49117">
                  <c:v>113.95</c:v>
                </c:pt>
                <c:pt idx="49118">
                  <c:v>59.98</c:v>
                </c:pt>
                <c:pt idx="49119">
                  <c:v>84.99</c:v>
                </c:pt>
                <c:pt idx="49120">
                  <c:v>84.99</c:v>
                </c:pt>
                <c:pt idx="49121">
                  <c:v>130.38</c:v>
                </c:pt>
                <c:pt idx="49122">
                  <c:v>104.98</c:v>
                </c:pt>
                <c:pt idx="49123">
                  <c:v>58.64</c:v>
                </c:pt>
                <c:pt idx="49124">
                  <c:v>104.98</c:v>
                </c:pt>
                <c:pt idx="49125">
                  <c:v>177.66</c:v>
                </c:pt>
                <c:pt idx="49126">
                  <c:v>31.48</c:v>
                </c:pt>
                <c:pt idx="49127">
                  <c:v>130.38</c:v>
                </c:pt>
                <c:pt idx="49128">
                  <c:v>177.66</c:v>
                </c:pt>
                <c:pt idx="49129">
                  <c:v>140.02000000000001</c:v>
                </c:pt>
                <c:pt idx="49130">
                  <c:v>63.15</c:v>
                </c:pt>
                <c:pt idx="49131">
                  <c:v>58.64</c:v>
                </c:pt>
                <c:pt idx="49132">
                  <c:v>31.48</c:v>
                </c:pt>
                <c:pt idx="49133">
                  <c:v>29.6</c:v>
                </c:pt>
                <c:pt idx="49134">
                  <c:v>29.6</c:v>
                </c:pt>
                <c:pt idx="49135">
                  <c:v>141.97</c:v>
                </c:pt>
                <c:pt idx="49136">
                  <c:v>63.15</c:v>
                </c:pt>
                <c:pt idx="49137">
                  <c:v>113.95</c:v>
                </c:pt>
                <c:pt idx="49138">
                  <c:v>59.98</c:v>
                </c:pt>
                <c:pt idx="49139">
                  <c:v>141.97</c:v>
                </c:pt>
                <c:pt idx="49140">
                  <c:v>59.98</c:v>
                </c:pt>
                <c:pt idx="49141">
                  <c:v>113.95</c:v>
                </c:pt>
                <c:pt idx="49142">
                  <c:v>140.02000000000001</c:v>
                </c:pt>
                <c:pt idx="49143">
                  <c:v>152.97</c:v>
                </c:pt>
                <c:pt idx="49144">
                  <c:v>152.97</c:v>
                </c:pt>
                <c:pt idx="49145">
                  <c:v>113.95</c:v>
                </c:pt>
                <c:pt idx="49146">
                  <c:v>1.5</c:v>
                </c:pt>
                <c:pt idx="49147">
                  <c:v>1.5</c:v>
                </c:pt>
                <c:pt idx="49148">
                  <c:v>17.489999999999998</c:v>
                </c:pt>
                <c:pt idx="49149">
                  <c:v>17.489999999999998</c:v>
                </c:pt>
                <c:pt idx="49150">
                  <c:v>17.489999999999998</c:v>
                </c:pt>
                <c:pt idx="49151">
                  <c:v>17.489999999999998</c:v>
                </c:pt>
                <c:pt idx="49152">
                  <c:v>17.489999999999998</c:v>
                </c:pt>
                <c:pt idx="49153">
                  <c:v>17.489999999999998</c:v>
                </c:pt>
                <c:pt idx="49154">
                  <c:v>17.489999999999998</c:v>
                </c:pt>
                <c:pt idx="49155">
                  <c:v>17.489999999999998</c:v>
                </c:pt>
                <c:pt idx="49156">
                  <c:v>17.48</c:v>
                </c:pt>
                <c:pt idx="49157">
                  <c:v>69.98</c:v>
                </c:pt>
                <c:pt idx="49158">
                  <c:v>162.4</c:v>
                </c:pt>
                <c:pt idx="49159">
                  <c:v>84.98</c:v>
                </c:pt>
                <c:pt idx="49160">
                  <c:v>84.99</c:v>
                </c:pt>
                <c:pt idx="49161">
                  <c:v>92.42</c:v>
                </c:pt>
                <c:pt idx="49162">
                  <c:v>59.39</c:v>
                </c:pt>
                <c:pt idx="49163">
                  <c:v>143.97999999999999</c:v>
                </c:pt>
                <c:pt idx="49164">
                  <c:v>84.97</c:v>
                </c:pt>
                <c:pt idx="49165">
                  <c:v>107.8</c:v>
                </c:pt>
                <c:pt idx="49166">
                  <c:v>65.989999999999995</c:v>
                </c:pt>
                <c:pt idx="49167">
                  <c:v>65.19</c:v>
                </c:pt>
                <c:pt idx="49168">
                  <c:v>54.99</c:v>
                </c:pt>
                <c:pt idx="49169">
                  <c:v>108.97</c:v>
                </c:pt>
                <c:pt idx="49170">
                  <c:v>115.98</c:v>
                </c:pt>
                <c:pt idx="49171">
                  <c:v>69.98</c:v>
                </c:pt>
                <c:pt idx="49172">
                  <c:v>17.46</c:v>
                </c:pt>
                <c:pt idx="49173">
                  <c:v>17.489999999999998</c:v>
                </c:pt>
                <c:pt idx="49174">
                  <c:v>17.489999999999998</c:v>
                </c:pt>
                <c:pt idx="49175">
                  <c:v>17.489999999999998</c:v>
                </c:pt>
                <c:pt idx="49176">
                  <c:v>17.489999999999998</c:v>
                </c:pt>
                <c:pt idx="49177">
                  <c:v>17.48</c:v>
                </c:pt>
                <c:pt idx="49178">
                  <c:v>50.97</c:v>
                </c:pt>
                <c:pt idx="49179">
                  <c:v>159.35</c:v>
                </c:pt>
                <c:pt idx="49180">
                  <c:v>85.95</c:v>
                </c:pt>
                <c:pt idx="49181">
                  <c:v>63.96</c:v>
                </c:pt>
                <c:pt idx="49182">
                  <c:v>263.95999999999998</c:v>
                </c:pt>
                <c:pt idx="49183">
                  <c:v>13.74</c:v>
                </c:pt>
                <c:pt idx="49184">
                  <c:v>63.99</c:v>
                </c:pt>
                <c:pt idx="49185">
                  <c:v>183.11</c:v>
                </c:pt>
                <c:pt idx="49186">
                  <c:v>99.98</c:v>
                </c:pt>
                <c:pt idx="49187">
                  <c:v>99.98</c:v>
                </c:pt>
                <c:pt idx="49188">
                  <c:v>84.99</c:v>
                </c:pt>
                <c:pt idx="49189">
                  <c:v>84.99</c:v>
                </c:pt>
                <c:pt idx="49190">
                  <c:v>59.96</c:v>
                </c:pt>
                <c:pt idx="49191">
                  <c:v>99.98</c:v>
                </c:pt>
                <c:pt idx="49192">
                  <c:v>99.98</c:v>
                </c:pt>
                <c:pt idx="49193">
                  <c:v>99.98</c:v>
                </c:pt>
                <c:pt idx="49194">
                  <c:v>84.99</c:v>
                </c:pt>
                <c:pt idx="49195">
                  <c:v>79.97</c:v>
                </c:pt>
                <c:pt idx="49196">
                  <c:v>99.98</c:v>
                </c:pt>
                <c:pt idx="49197">
                  <c:v>131.97999999999999</c:v>
                </c:pt>
                <c:pt idx="49198">
                  <c:v>99.98</c:v>
                </c:pt>
                <c:pt idx="49199">
                  <c:v>99.98</c:v>
                </c:pt>
                <c:pt idx="49200">
                  <c:v>62.47</c:v>
                </c:pt>
                <c:pt idx="49201">
                  <c:v>13.89</c:v>
                </c:pt>
                <c:pt idx="49202">
                  <c:v>18.48</c:v>
                </c:pt>
                <c:pt idx="49203">
                  <c:v>87.97</c:v>
                </c:pt>
                <c:pt idx="49204">
                  <c:v>53.71</c:v>
                </c:pt>
                <c:pt idx="49205">
                  <c:v>84.98</c:v>
                </c:pt>
                <c:pt idx="49206">
                  <c:v>27.29</c:v>
                </c:pt>
                <c:pt idx="49207">
                  <c:v>54.99</c:v>
                </c:pt>
                <c:pt idx="49208">
                  <c:v>67.37</c:v>
                </c:pt>
                <c:pt idx="49209">
                  <c:v>54.98</c:v>
                </c:pt>
                <c:pt idx="49210">
                  <c:v>20.29</c:v>
                </c:pt>
                <c:pt idx="49211">
                  <c:v>69.790000000000006</c:v>
                </c:pt>
                <c:pt idx="49212">
                  <c:v>79.45</c:v>
                </c:pt>
                <c:pt idx="49213">
                  <c:v>84.43</c:v>
                </c:pt>
                <c:pt idx="49214">
                  <c:v>84.99</c:v>
                </c:pt>
                <c:pt idx="49215">
                  <c:v>122.97</c:v>
                </c:pt>
                <c:pt idx="49216">
                  <c:v>54.99</c:v>
                </c:pt>
                <c:pt idx="49217">
                  <c:v>54.98</c:v>
                </c:pt>
                <c:pt idx="49218">
                  <c:v>46.29</c:v>
                </c:pt>
                <c:pt idx="49219">
                  <c:v>18.29</c:v>
                </c:pt>
                <c:pt idx="49220">
                  <c:v>54.99</c:v>
                </c:pt>
                <c:pt idx="49221">
                  <c:v>18.29</c:v>
                </c:pt>
                <c:pt idx="49222">
                  <c:v>27.29</c:v>
                </c:pt>
                <c:pt idx="49223">
                  <c:v>68.989999999999995</c:v>
                </c:pt>
                <c:pt idx="49224">
                  <c:v>91.96</c:v>
                </c:pt>
                <c:pt idx="49225">
                  <c:v>49.49</c:v>
                </c:pt>
                <c:pt idx="49226">
                  <c:v>51.98</c:v>
                </c:pt>
                <c:pt idx="49227">
                  <c:v>56.29</c:v>
                </c:pt>
                <c:pt idx="49228">
                  <c:v>65.19</c:v>
                </c:pt>
                <c:pt idx="49229">
                  <c:v>17.29</c:v>
                </c:pt>
                <c:pt idx="49230">
                  <c:v>17.29</c:v>
                </c:pt>
                <c:pt idx="49231">
                  <c:v>17.29</c:v>
                </c:pt>
                <c:pt idx="49232">
                  <c:v>17.29</c:v>
                </c:pt>
                <c:pt idx="49233">
                  <c:v>17.29</c:v>
                </c:pt>
                <c:pt idx="49234">
                  <c:v>17.29</c:v>
                </c:pt>
                <c:pt idx="49235">
                  <c:v>17.29</c:v>
                </c:pt>
                <c:pt idx="49236">
                  <c:v>17.29</c:v>
                </c:pt>
                <c:pt idx="49237">
                  <c:v>17.29</c:v>
                </c:pt>
                <c:pt idx="49238">
                  <c:v>46.29</c:v>
                </c:pt>
                <c:pt idx="49239">
                  <c:v>89.98</c:v>
                </c:pt>
                <c:pt idx="49240">
                  <c:v>89.98</c:v>
                </c:pt>
                <c:pt idx="49241">
                  <c:v>89.98</c:v>
                </c:pt>
                <c:pt idx="49242">
                  <c:v>89.98</c:v>
                </c:pt>
                <c:pt idx="49243">
                  <c:v>79.41</c:v>
                </c:pt>
                <c:pt idx="49244">
                  <c:v>89.98</c:v>
                </c:pt>
                <c:pt idx="49245">
                  <c:v>89.98</c:v>
                </c:pt>
                <c:pt idx="49246">
                  <c:v>179.96</c:v>
                </c:pt>
                <c:pt idx="49247">
                  <c:v>89.98</c:v>
                </c:pt>
                <c:pt idx="49248">
                  <c:v>46.29</c:v>
                </c:pt>
                <c:pt idx="49249">
                  <c:v>61.98</c:v>
                </c:pt>
                <c:pt idx="49250">
                  <c:v>84.68</c:v>
                </c:pt>
                <c:pt idx="49251">
                  <c:v>179.96</c:v>
                </c:pt>
                <c:pt idx="49252">
                  <c:v>89.98</c:v>
                </c:pt>
                <c:pt idx="49253">
                  <c:v>89.98</c:v>
                </c:pt>
                <c:pt idx="49254">
                  <c:v>94.98</c:v>
                </c:pt>
                <c:pt idx="49255">
                  <c:v>89.98</c:v>
                </c:pt>
                <c:pt idx="49256">
                  <c:v>17.260000000000002</c:v>
                </c:pt>
                <c:pt idx="49257">
                  <c:v>17.190000000000001</c:v>
                </c:pt>
                <c:pt idx="49258">
                  <c:v>197.97</c:v>
                </c:pt>
                <c:pt idx="49259">
                  <c:v>197.97</c:v>
                </c:pt>
                <c:pt idx="49260">
                  <c:v>178.17</c:v>
                </c:pt>
                <c:pt idx="49261">
                  <c:v>76.87</c:v>
                </c:pt>
                <c:pt idx="49262">
                  <c:v>58.98</c:v>
                </c:pt>
                <c:pt idx="49263">
                  <c:v>51.49</c:v>
                </c:pt>
                <c:pt idx="49264">
                  <c:v>172.97</c:v>
                </c:pt>
                <c:pt idx="49265">
                  <c:v>196.86</c:v>
                </c:pt>
                <c:pt idx="49266">
                  <c:v>169.98</c:v>
                </c:pt>
                <c:pt idx="49267">
                  <c:v>134.97999999999999</c:v>
                </c:pt>
                <c:pt idx="49268">
                  <c:v>18.13</c:v>
                </c:pt>
                <c:pt idx="49269">
                  <c:v>18.13</c:v>
                </c:pt>
                <c:pt idx="49270">
                  <c:v>18.13</c:v>
                </c:pt>
                <c:pt idx="49271">
                  <c:v>-18.11</c:v>
                </c:pt>
                <c:pt idx="49272">
                  <c:v>18.11</c:v>
                </c:pt>
                <c:pt idx="49273">
                  <c:v>18.11</c:v>
                </c:pt>
                <c:pt idx="49274">
                  <c:v>54.89</c:v>
                </c:pt>
                <c:pt idx="49275">
                  <c:v>71.989999999999995</c:v>
                </c:pt>
                <c:pt idx="49276">
                  <c:v>79.989999999999995</c:v>
                </c:pt>
                <c:pt idx="49277">
                  <c:v>119.98</c:v>
                </c:pt>
                <c:pt idx="49278">
                  <c:v>71.989999999999995</c:v>
                </c:pt>
                <c:pt idx="49279">
                  <c:v>79.989999999999995</c:v>
                </c:pt>
                <c:pt idx="49280">
                  <c:v>71.989999999999995</c:v>
                </c:pt>
                <c:pt idx="49281">
                  <c:v>70.87</c:v>
                </c:pt>
                <c:pt idx="49282">
                  <c:v>72.87</c:v>
                </c:pt>
                <c:pt idx="49283">
                  <c:v>92.18</c:v>
                </c:pt>
                <c:pt idx="49284">
                  <c:v>94.98</c:v>
                </c:pt>
                <c:pt idx="49285">
                  <c:v>121.98</c:v>
                </c:pt>
                <c:pt idx="49286">
                  <c:v>79.989999999999995</c:v>
                </c:pt>
                <c:pt idx="49287">
                  <c:v>122.98</c:v>
                </c:pt>
                <c:pt idx="49288">
                  <c:v>84.99</c:v>
                </c:pt>
                <c:pt idx="49289">
                  <c:v>60.28</c:v>
                </c:pt>
                <c:pt idx="49290">
                  <c:v>79.989999999999995</c:v>
                </c:pt>
                <c:pt idx="49291">
                  <c:v>71.989999999999995</c:v>
                </c:pt>
                <c:pt idx="49292">
                  <c:v>75.150000000000006</c:v>
                </c:pt>
                <c:pt idx="49293">
                  <c:v>16.489999999999998</c:v>
                </c:pt>
                <c:pt idx="49294">
                  <c:v>16.489999999999998</c:v>
                </c:pt>
                <c:pt idx="49295">
                  <c:v>16.489999999999998</c:v>
                </c:pt>
                <c:pt idx="49296">
                  <c:v>12.24</c:v>
                </c:pt>
                <c:pt idx="49297">
                  <c:v>16.489999999999998</c:v>
                </c:pt>
                <c:pt idx="49298">
                  <c:v>16.489999999999998</c:v>
                </c:pt>
                <c:pt idx="49299">
                  <c:v>50.98</c:v>
                </c:pt>
                <c:pt idx="49300">
                  <c:v>47.46</c:v>
                </c:pt>
                <c:pt idx="49301">
                  <c:v>58.48</c:v>
                </c:pt>
                <c:pt idx="49302">
                  <c:v>64.98</c:v>
                </c:pt>
                <c:pt idx="49303">
                  <c:v>31.93</c:v>
                </c:pt>
                <c:pt idx="49304">
                  <c:v>59.98</c:v>
                </c:pt>
                <c:pt idx="49305">
                  <c:v>-1.95</c:v>
                </c:pt>
                <c:pt idx="49306">
                  <c:v>54.98</c:v>
                </c:pt>
                <c:pt idx="49307">
                  <c:v>49.99</c:v>
                </c:pt>
                <c:pt idx="49308">
                  <c:v>50.98</c:v>
                </c:pt>
                <c:pt idx="49309">
                  <c:v>129.96</c:v>
                </c:pt>
                <c:pt idx="49310">
                  <c:v>106.97</c:v>
                </c:pt>
                <c:pt idx="49311">
                  <c:v>50.98</c:v>
                </c:pt>
                <c:pt idx="49312">
                  <c:v>129.96</c:v>
                </c:pt>
                <c:pt idx="49313">
                  <c:v>16.489999999999998</c:v>
                </c:pt>
                <c:pt idx="49314">
                  <c:v>16.489999999999998</c:v>
                </c:pt>
                <c:pt idx="49315">
                  <c:v>169.98</c:v>
                </c:pt>
                <c:pt idx="49316">
                  <c:v>118.61</c:v>
                </c:pt>
                <c:pt idx="49317">
                  <c:v>207.96</c:v>
                </c:pt>
                <c:pt idx="49318">
                  <c:v>131.97999999999999</c:v>
                </c:pt>
                <c:pt idx="49319">
                  <c:v>131.97999999999999</c:v>
                </c:pt>
                <c:pt idx="49320">
                  <c:v>84.97</c:v>
                </c:pt>
                <c:pt idx="49321">
                  <c:v>131.97999999999999</c:v>
                </c:pt>
                <c:pt idx="49322">
                  <c:v>131.97999999999999</c:v>
                </c:pt>
                <c:pt idx="49323">
                  <c:v>131.97999999999999</c:v>
                </c:pt>
                <c:pt idx="49324">
                  <c:v>121.98</c:v>
                </c:pt>
                <c:pt idx="49325">
                  <c:v>169.98</c:v>
                </c:pt>
                <c:pt idx="49326">
                  <c:v>16.489999999999998</c:v>
                </c:pt>
                <c:pt idx="49327">
                  <c:v>16.489999999999998</c:v>
                </c:pt>
                <c:pt idx="49328">
                  <c:v>16.489999999999998</c:v>
                </c:pt>
                <c:pt idx="49329">
                  <c:v>16.489999999999998</c:v>
                </c:pt>
                <c:pt idx="49330">
                  <c:v>16.489999999999998</c:v>
                </c:pt>
                <c:pt idx="49331">
                  <c:v>16.489999999999998</c:v>
                </c:pt>
                <c:pt idx="49332">
                  <c:v>16.489999999999998</c:v>
                </c:pt>
                <c:pt idx="49333">
                  <c:v>16.489999999999998</c:v>
                </c:pt>
                <c:pt idx="49334">
                  <c:v>16.489999999999998</c:v>
                </c:pt>
                <c:pt idx="49335">
                  <c:v>16.489999999999998</c:v>
                </c:pt>
                <c:pt idx="49336">
                  <c:v>16.489999999999998</c:v>
                </c:pt>
                <c:pt idx="49337">
                  <c:v>16.489999999999998</c:v>
                </c:pt>
                <c:pt idx="49338">
                  <c:v>16.489999999999998</c:v>
                </c:pt>
                <c:pt idx="49339">
                  <c:v>16.489999999999998</c:v>
                </c:pt>
                <c:pt idx="49340">
                  <c:v>16.489999999999998</c:v>
                </c:pt>
                <c:pt idx="49341">
                  <c:v>16.489999999999998</c:v>
                </c:pt>
                <c:pt idx="49342">
                  <c:v>129.96</c:v>
                </c:pt>
                <c:pt idx="49343">
                  <c:v>101.96</c:v>
                </c:pt>
                <c:pt idx="49344">
                  <c:v>120.33</c:v>
                </c:pt>
                <c:pt idx="49345">
                  <c:v>129.96</c:v>
                </c:pt>
                <c:pt idx="49346">
                  <c:v>101.96</c:v>
                </c:pt>
                <c:pt idx="49347">
                  <c:v>120.33</c:v>
                </c:pt>
                <c:pt idx="49348">
                  <c:v>184.97</c:v>
                </c:pt>
                <c:pt idx="49349">
                  <c:v>172.96</c:v>
                </c:pt>
                <c:pt idx="49350">
                  <c:v>167.95</c:v>
                </c:pt>
                <c:pt idx="49351">
                  <c:v>167.95</c:v>
                </c:pt>
                <c:pt idx="49352">
                  <c:v>172.96</c:v>
                </c:pt>
                <c:pt idx="49353">
                  <c:v>109.97</c:v>
                </c:pt>
                <c:pt idx="49354">
                  <c:v>184.97</c:v>
                </c:pt>
                <c:pt idx="49355">
                  <c:v>165.94</c:v>
                </c:pt>
                <c:pt idx="49356">
                  <c:v>79.98</c:v>
                </c:pt>
                <c:pt idx="49357">
                  <c:v>109.97</c:v>
                </c:pt>
                <c:pt idx="49358">
                  <c:v>165.94</c:v>
                </c:pt>
                <c:pt idx="49359">
                  <c:v>79.98</c:v>
                </c:pt>
                <c:pt idx="49360">
                  <c:v>12.24</c:v>
                </c:pt>
                <c:pt idx="49361">
                  <c:v>16.489999999999998</c:v>
                </c:pt>
                <c:pt idx="49362">
                  <c:v>16.489999999999998</c:v>
                </c:pt>
                <c:pt idx="49363">
                  <c:v>16.489999999999998</c:v>
                </c:pt>
                <c:pt idx="49364">
                  <c:v>16.489999999999998</c:v>
                </c:pt>
                <c:pt idx="49365">
                  <c:v>110.96</c:v>
                </c:pt>
                <c:pt idx="49366">
                  <c:v>277.93</c:v>
                </c:pt>
                <c:pt idx="49367">
                  <c:v>257.54000000000002</c:v>
                </c:pt>
                <c:pt idx="49368">
                  <c:v>173.23</c:v>
                </c:pt>
                <c:pt idx="49369">
                  <c:v>113.97</c:v>
                </c:pt>
                <c:pt idx="49370">
                  <c:v>16.29</c:v>
                </c:pt>
                <c:pt idx="49371">
                  <c:v>11.94</c:v>
                </c:pt>
                <c:pt idx="49372">
                  <c:v>16.29</c:v>
                </c:pt>
                <c:pt idx="49373">
                  <c:v>16.29</c:v>
                </c:pt>
                <c:pt idx="49374">
                  <c:v>16.29</c:v>
                </c:pt>
                <c:pt idx="49375">
                  <c:v>92.98</c:v>
                </c:pt>
                <c:pt idx="49376">
                  <c:v>126.26</c:v>
                </c:pt>
                <c:pt idx="49377">
                  <c:v>68.989999999999995</c:v>
                </c:pt>
                <c:pt idx="49378">
                  <c:v>65.73</c:v>
                </c:pt>
                <c:pt idx="49379">
                  <c:v>65.989999999999995</c:v>
                </c:pt>
                <c:pt idx="49380">
                  <c:v>131.97999999999999</c:v>
                </c:pt>
                <c:pt idx="49381">
                  <c:v>16.29</c:v>
                </c:pt>
                <c:pt idx="49382">
                  <c:v>16.29</c:v>
                </c:pt>
                <c:pt idx="49383">
                  <c:v>16.29</c:v>
                </c:pt>
                <c:pt idx="49384">
                  <c:v>16.29</c:v>
                </c:pt>
                <c:pt idx="49385">
                  <c:v>16.29</c:v>
                </c:pt>
                <c:pt idx="49386">
                  <c:v>16.29</c:v>
                </c:pt>
                <c:pt idx="49387">
                  <c:v>16.29</c:v>
                </c:pt>
                <c:pt idx="49388">
                  <c:v>11.93</c:v>
                </c:pt>
                <c:pt idx="49389">
                  <c:v>16.190000000000001</c:v>
                </c:pt>
                <c:pt idx="49390">
                  <c:v>16.190000000000001</c:v>
                </c:pt>
                <c:pt idx="49391">
                  <c:v>252.96</c:v>
                </c:pt>
                <c:pt idx="49392">
                  <c:v>277.13</c:v>
                </c:pt>
                <c:pt idx="49393">
                  <c:v>69.989999999999995</c:v>
                </c:pt>
                <c:pt idx="49394">
                  <c:v>251.95</c:v>
                </c:pt>
                <c:pt idx="49395">
                  <c:v>69.989999999999995</c:v>
                </c:pt>
                <c:pt idx="49396">
                  <c:v>166.96</c:v>
                </c:pt>
                <c:pt idx="49397">
                  <c:v>169.98</c:v>
                </c:pt>
                <c:pt idx="49398">
                  <c:v>15.49</c:v>
                </c:pt>
                <c:pt idx="49399">
                  <c:v>15.49</c:v>
                </c:pt>
                <c:pt idx="49400">
                  <c:v>15.49</c:v>
                </c:pt>
                <c:pt idx="49401">
                  <c:v>15.49</c:v>
                </c:pt>
                <c:pt idx="49402">
                  <c:v>15.49</c:v>
                </c:pt>
                <c:pt idx="49403">
                  <c:v>16.920000000000002</c:v>
                </c:pt>
                <c:pt idx="49404">
                  <c:v>218.45</c:v>
                </c:pt>
                <c:pt idx="49405">
                  <c:v>179.95</c:v>
                </c:pt>
                <c:pt idx="49406">
                  <c:v>129.97</c:v>
                </c:pt>
                <c:pt idx="49407">
                  <c:v>92.97</c:v>
                </c:pt>
                <c:pt idx="49408">
                  <c:v>109.97</c:v>
                </c:pt>
                <c:pt idx="49409">
                  <c:v>147.1</c:v>
                </c:pt>
                <c:pt idx="49410">
                  <c:v>102.43</c:v>
                </c:pt>
                <c:pt idx="49411">
                  <c:v>84.52</c:v>
                </c:pt>
                <c:pt idx="49412">
                  <c:v>67.989999999999995</c:v>
                </c:pt>
                <c:pt idx="49413">
                  <c:v>157.46</c:v>
                </c:pt>
                <c:pt idx="49414">
                  <c:v>174.95</c:v>
                </c:pt>
                <c:pt idx="49415">
                  <c:v>130.04</c:v>
                </c:pt>
                <c:pt idx="49416">
                  <c:v>16.920000000000002</c:v>
                </c:pt>
                <c:pt idx="49417">
                  <c:v>16.920000000000002</c:v>
                </c:pt>
                <c:pt idx="49418">
                  <c:v>16.920000000000002</c:v>
                </c:pt>
                <c:pt idx="49419">
                  <c:v>16.920000000000002</c:v>
                </c:pt>
                <c:pt idx="49420">
                  <c:v>16.920000000000002</c:v>
                </c:pt>
                <c:pt idx="49421">
                  <c:v>16.920000000000002</c:v>
                </c:pt>
                <c:pt idx="49422">
                  <c:v>15.69</c:v>
                </c:pt>
                <c:pt idx="49423">
                  <c:v>169.98</c:v>
                </c:pt>
                <c:pt idx="49424">
                  <c:v>84.99</c:v>
                </c:pt>
                <c:pt idx="49425">
                  <c:v>187.97</c:v>
                </c:pt>
                <c:pt idx="49426">
                  <c:v>169.98</c:v>
                </c:pt>
                <c:pt idx="49427">
                  <c:v>169.98</c:v>
                </c:pt>
                <c:pt idx="49428">
                  <c:v>169.98</c:v>
                </c:pt>
                <c:pt idx="49429">
                  <c:v>169.17</c:v>
                </c:pt>
                <c:pt idx="49430">
                  <c:v>47.24</c:v>
                </c:pt>
                <c:pt idx="49431">
                  <c:v>169.98</c:v>
                </c:pt>
                <c:pt idx="49432">
                  <c:v>15.69</c:v>
                </c:pt>
                <c:pt idx="49433">
                  <c:v>15.49</c:v>
                </c:pt>
                <c:pt idx="49434">
                  <c:v>15.49</c:v>
                </c:pt>
                <c:pt idx="49435">
                  <c:v>12.01</c:v>
                </c:pt>
                <c:pt idx="49436">
                  <c:v>-14.09</c:v>
                </c:pt>
                <c:pt idx="49437">
                  <c:v>14.09</c:v>
                </c:pt>
                <c:pt idx="49438">
                  <c:v>14.09</c:v>
                </c:pt>
                <c:pt idx="49439">
                  <c:v>291.56</c:v>
                </c:pt>
                <c:pt idx="49440">
                  <c:v>102.83</c:v>
                </c:pt>
                <c:pt idx="49441">
                  <c:v>163.81</c:v>
                </c:pt>
                <c:pt idx="49442">
                  <c:v>159.69999999999999</c:v>
                </c:pt>
                <c:pt idx="49443">
                  <c:v>159.69999999999999</c:v>
                </c:pt>
                <c:pt idx="49444">
                  <c:v>147.6</c:v>
                </c:pt>
                <c:pt idx="49445">
                  <c:v>239.54</c:v>
                </c:pt>
                <c:pt idx="49446">
                  <c:v>159.69999999999999</c:v>
                </c:pt>
                <c:pt idx="49447">
                  <c:v>181.46</c:v>
                </c:pt>
                <c:pt idx="49448">
                  <c:v>16.61</c:v>
                </c:pt>
                <c:pt idx="49449">
                  <c:v>15.29</c:v>
                </c:pt>
                <c:pt idx="49450">
                  <c:v>15.29</c:v>
                </c:pt>
                <c:pt idx="49451">
                  <c:v>15.29</c:v>
                </c:pt>
                <c:pt idx="49452">
                  <c:v>15.29</c:v>
                </c:pt>
                <c:pt idx="49453">
                  <c:v>15.29</c:v>
                </c:pt>
                <c:pt idx="49454">
                  <c:v>14.99</c:v>
                </c:pt>
                <c:pt idx="49455">
                  <c:v>14.99</c:v>
                </c:pt>
                <c:pt idx="49456">
                  <c:v>11.59</c:v>
                </c:pt>
                <c:pt idx="49457">
                  <c:v>11.47</c:v>
                </c:pt>
                <c:pt idx="49458">
                  <c:v>84.99</c:v>
                </c:pt>
                <c:pt idx="49459">
                  <c:v>79.98</c:v>
                </c:pt>
                <c:pt idx="49460">
                  <c:v>84.14</c:v>
                </c:pt>
                <c:pt idx="49461">
                  <c:v>84.99</c:v>
                </c:pt>
                <c:pt idx="49462">
                  <c:v>98.26</c:v>
                </c:pt>
                <c:pt idx="49463">
                  <c:v>84.99</c:v>
                </c:pt>
                <c:pt idx="49464">
                  <c:v>42.23</c:v>
                </c:pt>
                <c:pt idx="49465">
                  <c:v>124.13</c:v>
                </c:pt>
                <c:pt idx="49466">
                  <c:v>76.489999999999995</c:v>
                </c:pt>
                <c:pt idx="49467">
                  <c:v>41.49</c:v>
                </c:pt>
                <c:pt idx="49468">
                  <c:v>65.989999999999995</c:v>
                </c:pt>
                <c:pt idx="49469">
                  <c:v>61.35</c:v>
                </c:pt>
                <c:pt idx="49470">
                  <c:v>82.89</c:v>
                </c:pt>
                <c:pt idx="49471">
                  <c:v>73.48</c:v>
                </c:pt>
                <c:pt idx="49472">
                  <c:v>41.49</c:v>
                </c:pt>
                <c:pt idx="49473">
                  <c:v>84.99</c:v>
                </c:pt>
                <c:pt idx="49474">
                  <c:v>83.59</c:v>
                </c:pt>
                <c:pt idx="49475">
                  <c:v>14.79</c:v>
                </c:pt>
                <c:pt idx="49476">
                  <c:v>14.79</c:v>
                </c:pt>
                <c:pt idx="49477">
                  <c:v>14.79</c:v>
                </c:pt>
                <c:pt idx="49478">
                  <c:v>10.24</c:v>
                </c:pt>
                <c:pt idx="49479">
                  <c:v>14.49</c:v>
                </c:pt>
                <c:pt idx="49480">
                  <c:v>14.49</c:v>
                </c:pt>
                <c:pt idx="49481">
                  <c:v>14.49</c:v>
                </c:pt>
                <c:pt idx="49482">
                  <c:v>14.49</c:v>
                </c:pt>
                <c:pt idx="49483">
                  <c:v>14.49</c:v>
                </c:pt>
                <c:pt idx="49484">
                  <c:v>10.210000000000001</c:v>
                </c:pt>
                <c:pt idx="49485">
                  <c:v>2.99</c:v>
                </c:pt>
                <c:pt idx="49486">
                  <c:v>15.71</c:v>
                </c:pt>
                <c:pt idx="49487">
                  <c:v>15.49</c:v>
                </c:pt>
                <c:pt idx="49488">
                  <c:v>15.49</c:v>
                </c:pt>
                <c:pt idx="49489">
                  <c:v>15.49</c:v>
                </c:pt>
                <c:pt idx="49490">
                  <c:v>84.99</c:v>
                </c:pt>
                <c:pt idx="49491">
                  <c:v>244.97</c:v>
                </c:pt>
                <c:pt idx="49492">
                  <c:v>169.98</c:v>
                </c:pt>
                <c:pt idx="49493">
                  <c:v>84.99</c:v>
                </c:pt>
                <c:pt idx="49494">
                  <c:v>169.98</c:v>
                </c:pt>
                <c:pt idx="49495">
                  <c:v>164.98</c:v>
                </c:pt>
                <c:pt idx="49496">
                  <c:v>152.97999999999999</c:v>
                </c:pt>
                <c:pt idx="49497">
                  <c:v>249.97</c:v>
                </c:pt>
                <c:pt idx="49498">
                  <c:v>10.74</c:v>
                </c:pt>
                <c:pt idx="49499">
                  <c:v>15.49</c:v>
                </c:pt>
                <c:pt idx="49500">
                  <c:v>15.49</c:v>
                </c:pt>
                <c:pt idx="49501">
                  <c:v>15.47</c:v>
                </c:pt>
                <c:pt idx="49502">
                  <c:v>13.09</c:v>
                </c:pt>
                <c:pt idx="49503">
                  <c:v>63.28</c:v>
                </c:pt>
                <c:pt idx="49504">
                  <c:v>62.48</c:v>
                </c:pt>
                <c:pt idx="49505">
                  <c:v>67.48</c:v>
                </c:pt>
                <c:pt idx="49506">
                  <c:v>62.48</c:v>
                </c:pt>
                <c:pt idx="49507">
                  <c:v>123.26</c:v>
                </c:pt>
                <c:pt idx="49508">
                  <c:v>62.98</c:v>
                </c:pt>
                <c:pt idx="49509">
                  <c:v>97.47</c:v>
                </c:pt>
                <c:pt idx="49510">
                  <c:v>63.28</c:v>
                </c:pt>
                <c:pt idx="49511">
                  <c:v>62.98</c:v>
                </c:pt>
                <c:pt idx="49512">
                  <c:v>97.47</c:v>
                </c:pt>
                <c:pt idx="49513">
                  <c:v>54.98</c:v>
                </c:pt>
                <c:pt idx="49514">
                  <c:v>97.47</c:v>
                </c:pt>
                <c:pt idx="49515">
                  <c:v>63.28</c:v>
                </c:pt>
                <c:pt idx="49516">
                  <c:v>27.49</c:v>
                </c:pt>
                <c:pt idx="49517">
                  <c:v>9.94</c:v>
                </c:pt>
                <c:pt idx="49518">
                  <c:v>14.29</c:v>
                </c:pt>
                <c:pt idx="49519">
                  <c:v>9.7899999999999991</c:v>
                </c:pt>
                <c:pt idx="49520">
                  <c:v>14.89</c:v>
                </c:pt>
                <c:pt idx="49521">
                  <c:v>134.97999999999999</c:v>
                </c:pt>
                <c:pt idx="49522">
                  <c:v>135.96</c:v>
                </c:pt>
                <c:pt idx="49523">
                  <c:v>95.98</c:v>
                </c:pt>
                <c:pt idx="49524">
                  <c:v>135.96</c:v>
                </c:pt>
                <c:pt idx="49525">
                  <c:v>80.97</c:v>
                </c:pt>
                <c:pt idx="49526">
                  <c:v>80.510000000000005</c:v>
                </c:pt>
                <c:pt idx="49527">
                  <c:v>95.98</c:v>
                </c:pt>
                <c:pt idx="49528">
                  <c:v>84.99</c:v>
                </c:pt>
                <c:pt idx="49529">
                  <c:v>84.99</c:v>
                </c:pt>
                <c:pt idx="49530">
                  <c:v>84.99</c:v>
                </c:pt>
                <c:pt idx="49531">
                  <c:v>134.97999999999999</c:v>
                </c:pt>
                <c:pt idx="49532">
                  <c:v>122.97</c:v>
                </c:pt>
                <c:pt idx="49533">
                  <c:v>80.510000000000005</c:v>
                </c:pt>
                <c:pt idx="49534">
                  <c:v>95.98</c:v>
                </c:pt>
                <c:pt idx="49535">
                  <c:v>95.98</c:v>
                </c:pt>
                <c:pt idx="49536">
                  <c:v>84.99</c:v>
                </c:pt>
                <c:pt idx="49537">
                  <c:v>95.98</c:v>
                </c:pt>
                <c:pt idx="49538">
                  <c:v>95.98</c:v>
                </c:pt>
                <c:pt idx="49539">
                  <c:v>122.97</c:v>
                </c:pt>
                <c:pt idx="49540">
                  <c:v>95.98</c:v>
                </c:pt>
                <c:pt idx="49541">
                  <c:v>95.98</c:v>
                </c:pt>
                <c:pt idx="49542">
                  <c:v>95.98</c:v>
                </c:pt>
                <c:pt idx="49543">
                  <c:v>80.97</c:v>
                </c:pt>
                <c:pt idx="49544">
                  <c:v>95.98</c:v>
                </c:pt>
                <c:pt idx="49545">
                  <c:v>9.24</c:v>
                </c:pt>
                <c:pt idx="49546">
                  <c:v>13.49</c:v>
                </c:pt>
                <c:pt idx="49547">
                  <c:v>13.49</c:v>
                </c:pt>
                <c:pt idx="49548">
                  <c:v>13.49</c:v>
                </c:pt>
                <c:pt idx="49549">
                  <c:v>103.48</c:v>
                </c:pt>
                <c:pt idx="49550">
                  <c:v>50.49</c:v>
                </c:pt>
                <c:pt idx="49551">
                  <c:v>40.49</c:v>
                </c:pt>
                <c:pt idx="49552">
                  <c:v>85.49</c:v>
                </c:pt>
                <c:pt idx="49553">
                  <c:v>84.99</c:v>
                </c:pt>
                <c:pt idx="49554">
                  <c:v>98.96</c:v>
                </c:pt>
                <c:pt idx="49555">
                  <c:v>109.98</c:v>
                </c:pt>
                <c:pt idx="49556">
                  <c:v>170.48</c:v>
                </c:pt>
                <c:pt idx="49557">
                  <c:v>89.27</c:v>
                </c:pt>
                <c:pt idx="49558">
                  <c:v>-40.49</c:v>
                </c:pt>
                <c:pt idx="49559">
                  <c:v>87.49</c:v>
                </c:pt>
                <c:pt idx="49560">
                  <c:v>84.99</c:v>
                </c:pt>
                <c:pt idx="49561">
                  <c:v>106.97</c:v>
                </c:pt>
                <c:pt idx="49562">
                  <c:v>134.97999999999999</c:v>
                </c:pt>
                <c:pt idx="49563">
                  <c:v>84.99</c:v>
                </c:pt>
                <c:pt idx="49564">
                  <c:v>85.49</c:v>
                </c:pt>
                <c:pt idx="49565">
                  <c:v>87.49</c:v>
                </c:pt>
                <c:pt idx="49566">
                  <c:v>153.97999999999999</c:v>
                </c:pt>
                <c:pt idx="49567">
                  <c:v>14.49</c:v>
                </c:pt>
                <c:pt idx="49568">
                  <c:v>14.49</c:v>
                </c:pt>
                <c:pt idx="49569">
                  <c:v>14.49</c:v>
                </c:pt>
                <c:pt idx="49570">
                  <c:v>14.49</c:v>
                </c:pt>
                <c:pt idx="49571">
                  <c:v>14.49</c:v>
                </c:pt>
                <c:pt idx="49572">
                  <c:v>13.49</c:v>
                </c:pt>
                <c:pt idx="49573">
                  <c:v>14.5</c:v>
                </c:pt>
                <c:pt idx="49574">
                  <c:v>13.29</c:v>
                </c:pt>
                <c:pt idx="49575">
                  <c:v>13.29</c:v>
                </c:pt>
                <c:pt idx="49576">
                  <c:v>13.28</c:v>
                </c:pt>
                <c:pt idx="49577">
                  <c:v>65.989999999999995</c:v>
                </c:pt>
                <c:pt idx="49578">
                  <c:v>65.989999999999995</c:v>
                </c:pt>
                <c:pt idx="49579">
                  <c:v>67.489999999999995</c:v>
                </c:pt>
                <c:pt idx="49580">
                  <c:v>53.66</c:v>
                </c:pt>
                <c:pt idx="49581">
                  <c:v>103.92</c:v>
                </c:pt>
                <c:pt idx="49582">
                  <c:v>103.92</c:v>
                </c:pt>
                <c:pt idx="49583">
                  <c:v>65.989999999999995</c:v>
                </c:pt>
                <c:pt idx="49584">
                  <c:v>135.91999999999999</c:v>
                </c:pt>
                <c:pt idx="49585">
                  <c:v>51.49</c:v>
                </c:pt>
                <c:pt idx="49586">
                  <c:v>65.989999999999995</c:v>
                </c:pt>
                <c:pt idx="49587">
                  <c:v>103.92</c:v>
                </c:pt>
                <c:pt idx="49588">
                  <c:v>65.989999999999995</c:v>
                </c:pt>
                <c:pt idx="49589">
                  <c:v>67.489999999999995</c:v>
                </c:pt>
                <c:pt idx="49590">
                  <c:v>103.92</c:v>
                </c:pt>
                <c:pt idx="49591">
                  <c:v>140.96</c:v>
                </c:pt>
                <c:pt idx="49592">
                  <c:v>135.91999999999999</c:v>
                </c:pt>
                <c:pt idx="49593">
                  <c:v>245.81</c:v>
                </c:pt>
                <c:pt idx="49594">
                  <c:v>140.96</c:v>
                </c:pt>
                <c:pt idx="49595">
                  <c:v>81.45</c:v>
                </c:pt>
                <c:pt idx="49596">
                  <c:v>101.94</c:v>
                </c:pt>
                <c:pt idx="49597">
                  <c:v>65.989999999999995</c:v>
                </c:pt>
                <c:pt idx="49598">
                  <c:v>65.989999999999995</c:v>
                </c:pt>
                <c:pt idx="49599">
                  <c:v>101.94</c:v>
                </c:pt>
                <c:pt idx="49600">
                  <c:v>65.989999999999995</c:v>
                </c:pt>
                <c:pt idx="49601">
                  <c:v>81.45</c:v>
                </c:pt>
                <c:pt idx="49602">
                  <c:v>65.989999999999995</c:v>
                </c:pt>
                <c:pt idx="49603">
                  <c:v>79.98</c:v>
                </c:pt>
                <c:pt idx="49604">
                  <c:v>51.49</c:v>
                </c:pt>
                <c:pt idx="49605">
                  <c:v>11.99</c:v>
                </c:pt>
                <c:pt idx="49606">
                  <c:v>53.66</c:v>
                </c:pt>
                <c:pt idx="49607">
                  <c:v>131.97999999999999</c:v>
                </c:pt>
                <c:pt idx="49608">
                  <c:v>131.97999999999999</c:v>
                </c:pt>
                <c:pt idx="49609">
                  <c:v>65.989999999999995</c:v>
                </c:pt>
                <c:pt idx="49610">
                  <c:v>245.81</c:v>
                </c:pt>
                <c:pt idx="49611">
                  <c:v>11.99</c:v>
                </c:pt>
                <c:pt idx="49612">
                  <c:v>79.98</c:v>
                </c:pt>
                <c:pt idx="49613">
                  <c:v>13.28</c:v>
                </c:pt>
                <c:pt idx="49614">
                  <c:v>9.0500000000000007</c:v>
                </c:pt>
                <c:pt idx="49615">
                  <c:v>79.849999999999994</c:v>
                </c:pt>
                <c:pt idx="49616">
                  <c:v>159.69999999999999</c:v>
                </c:pt>
                <c:pt idx="49617">
                  <c:v>159.69999999999999</c:v>
                </c:pt>
                <c:pt idx="49618">
                  <c:v>8.24</c:v>
                </c:pt>
                <c:pt idx="49619">
                  <c:v>8.74</c:v>
                </c:pt>
                <c:pt idx="49620">
                  <c:v>12.49</c:v>
                </c:pt>
                <c:pt idx="49621">
                  <c:v>12.49</c:v>
                </c:pt>
                <c:pt idx="49622">
                  <c:v>131.97999999999999</c:v>
                </c:pt>
                <c:pt idx="49623">
                  <c:v>131.97999999999999</c:v>
                </c:pt>
                <c:pt idx="49624">
                  <c:v>116.96</c:v>
                </c:pt>
                <c:pt idx="49625">
                  <c:v>94.2</c:v>
                </c:pt>
                <c:pt idx="49626">
                  <c:v>172.97</c:v>
                </c:pt>
                <c:pt idx="49627">
                  <c:v>197.97</c:v>
                </c:pt>
                <c:pt idx="49628">
                  <c:v>115.98</c:v>
                </c:pt>
                <c:pt idx="49629">
                  <c:v>224.94</c:v>
                </c:pt>
                <c:pt idx="49630">
                  <c:v>13.49</c:v>
                </c:pt>
                <c:pt idx="49631">
                  <c:v>13.29</c:v>
                </c:pt>
                <c:pt idx="49632">
                  <c:v>13.29</c:v>
                </c:pt>
                <c:pt idx="49633">
                  <c:v>13.29</c:v>
                </c:pt>
                <c:pt idx="49634">
                  <c:v>13.29</c:v>
                </c:pt>
                <c:pt idx="49635">
                  <c:v>180.16</c:v>
                </c:pt>
                <c:pt idx="49636">
                  <c:v>69.98</c:v>
                </c:pt>
                <c:pt idx="49637">
                  <c:v>149.97</c:v>
                </c:pt>
                <c:pt idx="49638">
                  <c:v>113.01</c:v>
                </c:pt>
                <c:pt idx="49639">
                  <c:v>132.01</c:v>
                </c:pt>
                <c:pt idx="49640">
                  <c:v>235.94</c:v>
                </c:pt>
                <c:pt idx="49641">
                  <c:v>145.96</c:v>
                </c:pt>
                <c:pt idx="49642">
                  <c:v>165.34</c:v>
                </c:pt>
                <c:pt idx="49643">
                  <c:v>135.96</c:v>
                </c:pt>
                <c:pt idx="49644">
                  <c:v>13.29</c:v>
                </c:pt>
                <c:pt idx="49645">
                  <c:v>13.27</c:v>
                </c:pt>
                <c:pt idx="49646">
                  <c:v>12.29</c:v>
                </c:pt>
                <c:pt idx="49647">
                  <c:v>12.29</c:v>
                </c:pt>
                <c:pt idx="49648">
                  <c:v>11.09</c:v>
                </c:pt>
                <c:pt idx="49649">
                  <c:v>138.58000000000001</c:v>
                </c:pt>
                <c:pt idx="49650">
                  <c:v>108.15</c:v>
                </c:pt>
                <c:pt idx="49651">
                  <c:v>84.99</c:v>
                </c:pt>
                <c:pt idx="49652">
                  <c:v>76.489999999999995</c:v>
                </c:pt>
                <c:pt idx="49653">
                  <c:v>99.97</c:v>
                </c:pt>
                <c:pt idx="49654">
                  <c:v>79.98</c:v>
                </c:pt>
                <c:pt idx="49655">
                  <c:v>84.99</c:v>
                </c:pt>
                <c:pt idx="49656">
                  <c:v>65.989999999999995</c:v>
                </c:pt>
                <c:pt idx="49657">
                  <c:v>155.96</c:v>
                </c:pt>
                <c:pt idx="49658">
                  <c:v>124.18</c:v>
                </c:pt>
                <c:pt idx="49659">
                  <c:v>63.33</c:v>
                </c:pt>
                <c:pt idx="49660">
                  <c:v>164.06</c:v>
                </c:pt>
                <c:pt idx="49661">
                  <c:v>11.49</c:v>
                </c:pt>
                <c:pt idx="49662">
                  <c:v>11.49</c:v>
                </c:pt>
                <c:pt idx="49663">
                  <c:v>11.49</c:v>
                </c:pt>
                <c:pt idx="49664">
                  <c:v>11.49</c:v>
                </c:pt>
                <c:pt idx="49665">
                  <c:v>11.49</c:v>
                </c:pt>
                <c:pt idx="49666">
                  <c:v>96.78</c:v>
                </c:pt>
                <c:pt idx="49667">
                  <c:v>96.78</c:v>
                </c:pt>
                <c:pt idx="49668">
                  <c:v>96.78</c:v>
                </c:pt>
                <c:pt idx="49669">
                  <c:v>96.78</c:v>
                </c:pt>
                <c:pt idx="49670">
                  <c:v>96.78</c:v>
                </c:pt>
                <c:pt idx="49671">
                  <c:v>78.62</c:v>
                </c:pt>
                <c:pt idx="49672">
                  <c:v>96.78</c:v>
                </c:pt>
                <c:pt idx="49673">
                  <c:v>96.78</c:v>
                </c:pt>
                <c:pt idx="49674">
                  <c:v>11.49</c:v>
                </c:pt>
                <c:pt idx="49675">
                  <c:v>11.49</c:v>
                </c:pt>
                <c:pt idx="49676">
                  <c:v>11.49</c:v>
                </c:pt>
                <c:pt idx="49677">
                  <c:v>11.49</c:v>
                </c:pt>
                <c:pt idx="49678">
                  <c:v>11.49</c:v>
                </c:pt>
                <c:pt idx="49679">
                  <c:v>11.49</c:v>
                </c:pt>
                <c:pt idx="49680">
                  <c:v>11.49</c:v>
                </c:pt>
                <c:pt idx="49681">
                  <c:v>11.49</c:v>
                </c:pt>
                <c:pt idx="49682">
                  <c:v>89.98</c:v>
                </c:pt>
                <c:pt idx="49683">
                  <c:v>110.98</c:v>
                </c:pt>
                <c:pt idx="49684">
                  <c:v>75.97</c:v>
                </c:pt>
                <c:pt idx="49685">
                  <c:v>96.98</c:v>
                </c:pt>
                <c:pt idx="49686">
                  <c:v>104.97</c:v>
                </c:pt>
                <c:pt idx="49687">
                  <c:v>140.97</c:v>
                </c:pt>
                <c:pt idx="49688">
                  <c:v>103.97</c:v>
                </c:pt>
                <c:pt idx="49689">
                  <c:v>74.98</c:v>
                </c:pt>
                <c:pt idx="49690">
                  <c:v>63.98</c:v>
                </c:pt>
                <c:pt idx="49691">
                  <c:v>199.05</c:v>
                </c:pt>
                <c:pt idx="49692">
                  <c:v>89.98</c:v>
                </c:pt>
                <c:pt idx="49693">
                  <c:v>162.94999999999999</c:v>
                </c:pt>
                <c:pt idx="49694">
                  <c:v>65.98</c:v>
                </c:pt>
                <c:pt idx="49695">
                  <c:v>11.29</c:v>
                </c:pt>
                <c:pt idx="49696">
                  <c:v>11.29</c:v>
                </c:pt>
                <c:pt idx="49697">
                  <c:v>11.29</c:v>
                </c:pt>
                <c:pt idx="49698">
                  <c:v>11.29</c:v>
                </c:pt>
                <c:pt idx="49699">
                  <c:v>95.98</c:v>
                </c:pt>
                <c:pt idx="49700">
                  <c:v>84.99</c:v>
                </c:pt>
                <c:pt idx="49701">
                  <c:v>54.98</c:v>
                </c:pt>
                <c:pt idx="49702">
                  <c:v>149.97</c:v>
                </c:pt>
                <c:pt idx="49703">
                  <c:v>84.99</c:v>
                </c:pt>
                <c:pt idx="49704">
                  <c:v>169.98</c:v>
                </c:pt>
                <c:pt idx="49705">
                  <c:v>99.98</c:v>
                </c:pt>
                <c:pt idx="49706">
                  <c:v>99.98</c:v>
                </c:pt>
                <c:pt idx="49707">
                  <c:v>139.97999999999999</c:v>
                </c:pt>
                <c:pt idx="49708">
                  <c:v>134.18</c:v>
                </c:pt>
                <c:pt idx="49709">
                  <c:v>84.99</c:v>
                </c:pt>
                <c:pt idx="49710">
                  <c:v>84.99</c:v>
                </c:pt>
                <c:pt idx="49711">
                  <c:v>99.98</c:v>
                </c:pt>
                <c:pt idx="49712">
                  <c:v>114.98</c:v>
                </c:pt>
                <c:pt idx="49713">
                  <c:v>121.48</c:v>
                </c:pt>
                <c:pt idx="49714">
                  <c:v>12.08</c:v>
                </c:pt>
                <c:pt idx="49715">
                  <c:v>12.08</c:v>
                </c:pt>
                <c:pt idx="49716">
                  <c:v>12.08</c:v>
                </c:pt>
                <c:pt idx="49717">
                  <c:v>11.49</c:v>
                </c:pt>
                <c:pt idx="49718">
                  <c:v>11.49</c:v>
                </c:pt>
                <c:pt idx="49719">
                  <c:v>11.49</c:v>
                </c:pt>
                <c:pt idx="49720">
                  <c:v>10.49</c:v>
                </c:pt>
                <c:pt idx="49721">
                  <c:v>10.49</c:v>
                </c:pt>
                <c:pt idx="49722">
                  <c:v>91.98</c:v>
                </c:pt>
                <c:pt idx="49723">
                  <c:v>113.97</c:v>
                </c:pt>
                <c:pt idx="49724">
                  <c:v>153.9</c:v>
                </c:pt>
                <c:pt idx="49725">
                  <c:v>56.98</c:v>
                </c:pt>
                <c:pt idx="49726">
                  <c:v>71.98</c:v>
                </c:pt>
                <c:pt idx="49727">
                  <c:v>71.98</c:v>
                </c:pt>
                <c:pt idx="49728">
                  <c:v>71.98</c:v>
                </c:pt>
                <c:pt idx="49729">
                  <c:v>159.97999999999999</c:v>
                </c:pt>
                <c:pt idx="49730">
                  <c:v>115.98</c:v>
                </c:pt>
                <c:pt idx="49731">
                  <c:v>107.97</c:v>
                </c:pt>
                <c:pt idx="49732">
                  <c:v>137.97</c:v>
                </c:pt>
                <c:pt idx="49733">
                  <c:v>159.97999999999999</c:v>
                </c:pt>
                <c:pt idx="49734">
                  <c:v>10.48</c:v>
                </c:pt>
                <c:pt idx="49735">
                  <c:v>10.49</c:v>
                </c:pt>
                <c:pt idx="49736">
                  <c:v>10.29</c:v>
                </c:pt>
                <c:pt idx="49737">
                  <c:v>83.97</c:v>
                </c:pt>
                <c:pt idx="49738">
                  <c:v>61.48</c:v>
                </c:pt>
                <c:pt idx="49739">
                  <c:v>60.48</c:v>
                </c:pt>
                <c:pt idx="49740">
                  <c:v>61.98</c:v>
                </c:pt>
                <c:pt idx="49741">
                  <c:v>59.48</c:v>
                </c:pt>
                <c:pt idx="49742">
                  <c:v>99.62</c:v>
                </c:pt>
                <c:pt idx="49743">
                  <c:v>113.96</c:v>
                </c:pt>
                <c:pt idx="49744">
                  <c:v>67.08</c:v>
                </c:pt>
                <c:pt idx="49745">
                  <c:v>55.98</c:v>
                </c:pt>
                <c:pt idx="49746">
                  <c:v>81.2</c:v>
                </c:pt>
                <c:pt idx="49747">
                  <c:v>123.96</c:v>
                </c:pt>
                <c:pt idx="49748">
                  <c:v>188.04</c:v>
                </c:pt>
                <c:pt idx="49749">
                  <c:v>115.96</c:v>
                </c:pt>
                <c:pt idx="49750">
                  <c:v>92.97</c:v>
                </c:pt>
                <c:pt idx="49751">
                  <c:v>83.97</c:v>
                </c:pt>
                <c:pt idx="49752">
                  <c:v>86.97</c:v>
                </c:pt>
                <c:pt idx="49753">
                  <c:v>59.98</c:v>
                </c:pt>
                <c:pt idx="49754">
                  <c:v>145.44999999999999</c:v>
                </c:pt>
                <c:pt idx="49755">
                  <c:v>10.29</c:v>
                </c:pt>
                <c:pt idx="49756">
                  <c:v>10.29</c:v>
                </c:pt>
                <c:pt idx="49757">
                  <c:v>10.29</c:v>
                </c:pt>
                <c:pt idx="49758">
                  <c:v>10.29</c:v>
                </c:pt>
                <c:pt idx="49759">
                  <c:v>170.95</c:v>
                </c:pt>
                <c:pt idx="49760">
                  <c:v>149.97</c:v>
                </c:pt>
                <c:pt idx="49761">
                  <c:v>152.11000000000001</c:v>
                </c:pt>
                <c:pt idx="49762">
                  <c:v>185.95</c:v>
                </c:pt>
                <c:pt idx="49763">
                  <c:v>218.94</c:v>
                </c:pt>
                <c:pt idx="49764">
                  <c:v>152.96</c:v>
                </c:pt>
                <c:pt idx="49765">
                  <c:v>134.97</c:v>
                </c:pt>
                <c:pt idx="49766">
                  <c:v>10.87</c:v>
                </c:pt>
                <c:pt idx="49767">
                  <c:v>10.87</c:v>
                </c:pt>
                <c:pt idx="49768">
                  <c:v>10.87</c:v>
                </c:pt>
                <c:pt idx="49769">
                  <c:v>10.85</c:v>
                </c:pt>
                <c:pt idx="49770">
                  <c:v>10.49</c:v>
                </c:pt>
                <c:pt idx="49771">
                  <c:v>10.49</c:v>
                </c:pt>
                <c:pt idx="49772">
                  <c:v>10.49</c:v>
                </c:pt>
                <c:pt idx="49773">
                  <c:v>62.97</c:v>
                </c:pt>
                <c:pt idx="49774">
                  <c:v>84.99</c:v>
                </c:pt>
                <c:pt idx="49775">
                  <c:v>59.98</c:v>
                </c:pt>
                <c:pt idx="49776">
                  <c:v>26.29</c:v>
                </c:pt>
                <c:pt idx="49777">
                  <c:v>84.99</c:v>
                </c:pt>
                <c:pt idx="49778">
                  <c:v>77.95</c:v>
                </c:pt>
                <c:pt idx="49779">
                  <c:v>90.98</c:v>
                </c:pt>
                <c:pt idx="49780">
                  <c:v>134.97</c:v>
                </c:pt>
                <c:pt idx="49781">
                  <c:v>84.99</c:v>
                </c:pt>
                <c:pt idx="49782">
                  <c:v>84.99</c:v>
                </c:pt>
                <c:pt idx="49783">
                  <c:v>59.7</c:v>
                </c:pt>
                <c:pt idx="49784">
                  <c:v>84.99</c:v>
                </c:pt>
                <c:pt idx="49785">
                  <c:v>9.49</c:v>
                </c:pt>
                <c:pt idx="49786">
                  <c:v>9.49</c:v>
                </c:pt>
                <c:pt idx="49787">
                  <c:v>9.49</c:v>
                </c:pt>
                <c:pt idx="49788">
                  <c:v>9.49</c:v>
                </c:pt>
                <c:pt idx="49789">
                  <c:v>9.49</c:v>
                </c:pt>
                <c:pt idx="49790">
                  <c:v>84.99</c:v>
                </c:pt>
                <c:pt idx="49791">
                  <c:v>114.97</c:v>
                </c:pt>
                <c:pt idx="49792">
                  <c:v>128.96</c:v>
                </c:pt>
                <c:pt idx="49793">
                  <c:v>137.97999999999999</c:v>
                </c:pt>
                <c:pt idx="49794">
                  <c:v>96.47</c:v>
                </c:pt>
                <c:pt idx="49795">
                  <c:v>129.96</c:v>
                </c:pt>
                <c:pt idx="49796">
                  <c:v>158.78</c:v>
                </c:pt>
                <c:pt idx="49797">
                  <c:v>169.98</c:v>
                </c:pt>
                <c:pt idx="49798">
                  <c:v>169.98</c:v>
                </c:pt>
                <c:pt idx="49799">
                  <c:v>138.55000000000001</c:v>
                </c:pt>
                <c:pt idx="49800">
                  <c:v>169.98</c:v>
                </c:pt>
                <c:pt idx="49801">
                  <c:v>9.49</c:v>
                </c:pt>
                <c:pt idx="49802">
                  <c:v>9.49</c:v>
                </c:pt>
                <c:pt idx="49803">
                  <c:v>9.49</c:v>
                </c:pt>
                <c:pt idx="49804">
                  <c:v>9.2899999999999991</c:v>
                </c:pt>
                <c:pt idx="49805">
                  <c:v>9.2899999999999991</c:v>
                </c:pt>
                <c:pt idx="49806">
                  <c:v>9.2899999999999991</c:v>
                </c:pt>
                <c:pt idx="49807">
                  <c:v>41.29</c:v>
                </c:pt>
                <c:pt idx="49808">
                  <c:v>41.29</c:v>
                </c:pt>
                <c:pt idx="49809">
                  <c:v>120.98</c:v>
                </c:pt>
                <c:pt idx="49810">
                  <c:v>9.2899999999999991</c:v>
                </c:pt>
                <c:pt idx="49811">
                  <c:v>9.2899999999999991</c:v>
                </c:pt>
                <c:pt idx="49812">
                  <c:v>9.2899999999999991</c:v>
                </c:pt>
                <c:pt idx="49813">
                  <c:v>9.2899999999999991</c:v>
                </c:pt>
                <c:pt idx="49814">
                  <c:v>179.96</c:v>
                </c:pt>
                <c:pt idx="49815">
                  <c:v>134.97</c:v>
                </c:pt>
                <c:pt idx="49816">
                  <c:v>179.96</c:v>
                </c:pt>
                <c:pt idx="49817">
                  <c:v>137.26</c:v>
                </c:pt>
                <c:pt idx="49818">
                  <c:v>43.28</c:v>
                </c:pt>
                <c:pt idx="49819">
                  <c:v>85.21</c:v>
                </c:pt>
                <c:pt idx="49820">
                  <c:v>134.97</c:v>
                </c:pt>
                <c:pt idx="49821">
                  <c:v>105.26</c:v>
                </c:pt>
                <c:pt idx="49822">
                  <c:v>69.98</c:v>
                </c:pt>
                <c:pt idx="49823">
                  <c:v>79.98</c:v>
                </c:pt>
                <c:pt idx="49824">
                  <c:v>89.98</c:v>
                </c:pt>
                <c:pt idx="49825">
                  <c:v>89.98</c:v>
                </c:pt>
                <c:pt idx="49826">
                  <c:v>134.97</c:v>
                </c:pt>
                <c:pt idx="49827">
                  <c:v>89.98</c:v>
                </c:pt>
                <c:pt idx="49828">
                  <c:v>134.97</c:v>
                </c:pt>
                <c:pt idx="49829">
                  <c:v>9.66</c:v>
                </c:pt>
                <c:pt idx="49830">
                  <c:v>9.66</c:v>
                </c:pt>
                <c:pt idx="49831">
                  <c:v>9.66</c:v>
                </c:pt>
                <c:pt idx="49832">
                  <c:v>9.66</c:v>
                </c:pt>
                <c:pt idx="49833">
                  <c:v>44.99</c:v>
                </c:pt>
                <c:pt idx="49834">
                  <c:v>164.96</c:v>
                </c:pt>
                <c:pt idx="49835">
                  <c:v>159.94</c:v>
                </c:pt>
                <c:pt idx="49836">
                  <c:v>238.96</c:v>
                </c:pt>
                <c:pt idx="49837">
                  <c:v>65.989999999999995</c:v>
                </c:pt>
                <c:pt idx="49838">
                  <c:v>80.98</c:v>
                </c:pt>
                <c:pt idx="49839">
                  <c:v>8.49</c:v>
                </c:pt>
                <c:pt idx="49840">
                  <c:v>8.49</c:v>
                </c:pt>
                <c:pt idx="49841">
                  <c:v>8.49</c:v>
                </c:pt>
                <c:pt idx="49842">
                  <c:v>8.49</c:v>
                </c:pt>
                <c:pt idx="49843">
                  <c:v>8.49</c:v>
                </c:pt>
                <c:pt idx="49844">
                  <c:v>8.49</c:v>
                </c:pt>
                <c:pt idx="49845">
                  <c:v>8.2899999999999991</c:v>
                </c:pt>
                <c:pt idx="49846">
                  <c:v>8.2899999999999991</c:v>
                </c:pt>
                <c:pt idx="49847">
                  <c:v>8.2899999999999991</c:v>
                </c:pt>
                <c:pt idx="49848">
                  <c:v>159.69999999999999</c:v>
                </c:pt>
                <c:pt idx="49849">
                  <c:v>163.75</c:v>
                </c:pt>
                <c:pt idx="49850">
                  <c:v>159.69999999999999</c:v>
                </c:pt>
                <c:pt idx="49851">
                  <c:v>159.69999999999999</c:v>
                </c:pt>
                <c:pt idx="49852">
                  <c:v>159.69999999999999</c:v>
                </c:pt>
                <c:pt idx="49853">
                  <c:v>181.46</c:v>
                </c:pt>
                <c:pt idx="49854">
                  <c:v>159.69999999999999</c:v>
                </c:pt>
                <c:pt idx="49855">
                  <c:v>78.62</c:v>
                </c:pt>
                <c:pt idx="49856">
                  <c:v>8.49</c:v>
                </c:pt>
                <c:pt idx="49857">
                  <c:v>8.49</c:v>
                </c:pt>
                <c:pt idx="49858">
                  <c:v>7.99</c:v>
                </c:pt>
                <c:pt idx="49859">
                  <c:v>7.46</c:v>
                </c:pt>
                <c:pt idx="49860">
                  <c:v>7.69</c:v>
                </c:pt>
                <c:pt idx="49861">
                  <c:v>7.24</c:v>
                </c:pt>
                <c:pt idx="49862">
                  <c:v>13.24</c:v>
                </c:pt>
                <c:pt idx="49863">
                  <c:v>-10.99</c:v>
                </c:pt>
                <c:pt idx="49864">
                  <c:v>6.49</c:v>
                </c:pt>
                <c:pt idx="49865">
                  <c:v>6.49</c:v>
                </c:pt>
                <c:pt idx="49866">
                  <c:v>119.97</c:v>
                </c:pt>
                <c:pt idx="49867">
                  <c:v>59.98</c:v>
                </c:pt>
                <c:pt idx="49868">
                  <c:v>147.94999999999999</c:v>
                </c:pt>
                <c:pt idx="49869">
                  <c:v>190.96</c:v>
                </c:pt>
                <c:pt idx="49870">
                  <c:v>59.97</c:v>
                </c:pt>
                <c:pt idx="49871">
                  <c:v>84.97</c:v>
                </c:pt>
                <c:pt idx="49872">
                  <c:v>64.97</c:v>
                </c:pt>
                <c:pt idx="49873">
                  <c:v>119.97</c:v>
                </c:pt>
                <c:pt idx="49874">
                  <c:v>93.97</c:v>
                </c:pt>
                <c:pt idx="49875">
                  <c:v>-59.96</c:v>
                </c:pt>
                <c:pt idx="49876">
                  <c:v>74.95</c:v>
                </c:pt>
                <c:pt idx="49877">
                  <c:v>6.28</c:v>
                </c:pt>
                <c:pt idx="49878">
                  <c:v>5.48</c:v>
                </c:pt>
                <c:pt idx="49879">
                  <c:v>16.739999999999998</c:v>
                </c:pt>
                <c:pt idx="49880">
                  <c:v>-15.99</c:v>
                </c:pt>
                <c:pt idx="49881">
                  <c:v>106.56</c:v>
                </c:pt>
                <c:pt idx="49882">
                  <c:v>132.83000000000001</c:v>
                </c:pt>
                <c:pt idx="49883">
                  <c:v>205.63</c:v>
                </c:pt>
                <c:pt idx="49884">
                  <c:v>137.56</c:v>
                </c:pt>
                <c:pt idx="49885">
                  <c:v>229.82</c:v>
                </c:pt>
                <c:pt idx="49886">
                  <c:v>131.84</c:v>
                </c:pt>
                <c:pt idx="49887">
                  <c:v>147.6</c:v>
                </c:pt>
                <c:pt idx="49888">
                  <c:v>132.83000000000001</c:v>
                </c:pt>
                <c:pt idx="49889">
                  <c:v>5.18</c:v>
                </c:pt>
                <c:pt idx="49890">
                  <c:v>54.95</c:v>
                </c:pt>
                <c:pt idx="49891">
                  <c:v>54.95</c:v>
                </c:pt>
                <c:pt idx="49892">
                  <c:v>23.28</c:v>
                </c:pt>
                <c:pt idx="49893">
                  <c:v>23.28</c:v>
                </c:pt>
                <c:pt idx="49894">
                  <c:v>54.95</c:v>
                </c:pt>
                <c:pt idx="49895">
                  <c:v>57.96</c:v>
                </c:pt>
                <c:pt idx="49896">
                  <c:v>50.44</c:v>
                </c:pt>
                <c:pt idx="49897">
                  <c:v>50.44</c:v>
                </c:pt>
                <c:pt idx="49898">
                  <c:v>57.96</c:v>
                </c:pt>
                <c:pt idx="49899">
                  <c:v>54.95</c:v>
                </c:pt>
                <c:pt idx="49900">
                  <c:v>54.95</c:v>
                </c:pt>
                <c:pt idx="49901">
                  <c:v>45.26</c:v>
                </c:pt>
                <c:pt idx="49902">
                  <c:v>54.95</c:v>
                </c:pt>
                <c:pt idx="49903">
                  <c:v>45.26</c:v>
                </c:pt>
                <c:pt idx="49904">
                  <c:v>54.95</c:v>
                </c:pt>
                <c:pt idx="49905">
                  <c:v>54.95</c:v>
                </c:pt>
                <c:pt idx="49906">
                  <c:v>54.95</c:v>
                </c:pt>
                <c:pt idx="49907">
                  <c:v>49.94</c:v>
                </c:pt>
                <c:pt idx="49908">
                  <c:v>49.94</c:v>
                </c:pt>
                <c:pt idx="49909">
                  <c:v>59.96</c:v>
                </c:pt>
                <c:pt idx="49910">
                  <c:v>60.99</c:v>
                </c:pt>
                <c:pt idx="49911">
                  <c:v>60.99</c:v>
                </c:pt>
                <c:pt idx="49912">
                  <c:v>54.95</c:v>
                </c:pt>
                <c:pt idx="49913">
                  <c:v>59.96</c:v>
                </c:pt>
                <c:pt idx="49914">
                  <c:v>59.96</c:v>
                </c:pt>
                <c:pt idx="49915">
                  <c:v>54.95</c:v>
                </c:pt>
                <c:pt idx="49916">
                  <c:v>54.95</c:v>
                </c:pt>
                <c:pt idx="49917">
                  <c:v>54.95</c:v>
                </c:pt>
                <c:pt idx="49918">
                  <c:v>59.96</c:v>
                </c:pt>
                <c:pt idx="49919">
                  <c:v>54.95</c:v>
                </c:pt>
                <c:pt idx="49920">
                  <c:v>54.95</c:v>
                </c:pt>
                <c:pt idx="49921">
                  <c:v>54.95</c:v>
                </c:pt>
                <c:pt idx="49922">
                  <c:v>54.95</c:v>
                </c:pt>
                <c:pt idx="49923">
                  <c:v>54.95</c:v>
                </c:pt>
                <c:pt idx="49924">
                  <c:v>2.79</c:v>
                </c:pt>
                <c:pt idx="49925">
                  <c:v>88.24</c:v>
                </c:pt>
                <c:pt idx="49926">
                  <c:v>88.17</c:v>
                </c:pt>
                <c:pt idx="49927">
                  <c:v>80.97</c:v>
                </c:pt>
                <c:pt idx="49928">
                  <c:v>87.87</c:v>
                </c:pt>
                <c:pt idx="49929">
                  <c:v>82.14</c:v>
                </c:pt>
                <c:pt idx="49930">
                  <c:v>88.59</c:v>
                </c:pt>
                <c:pt idx="49931">
                  <c:v>88.77</c:v>
                </c:pt>
                <c:pt idx="49932">
                  <c:v>81.84</c:v>
                </c:pt>
                <c:pt idx="49933">
                  <c:v>89.97</c:v>
                </c:pt>
                <c:pt idx="49934">
                  <c:v>119.96</c:v>
                </c:pt>
                <c:pt idx="49935">
                  <c:v>79.069999999999993</c:v>
                </c:pt>
                <c:pt idx="49936">
                  <c:v>112.18</c:v>
                </c:pt>
                <c:pt idx="49937">
                  <c:v>84.17</c:v>
                </c:pt>
                <c:pt idx="49938">
                  <c:v>89.97</c:v>
                </c:pt>
                <c:pt idx="49939">
                  <c:v>89.97</c:v>
                </c:pt>
                <c:pt idx="49940">
                  <c:v>137.94999999999999</c:v>
                </c:pt>
                <c:pt idx="49941">
                  <c:v>119.06</c:v>
                </c:pt>
                <c:pt idx="49942">
                  <c:v>77.12</c:v>
                </c:pt>
                <c:pt idx="49943">
                  <c:v>12.08</c:v>
                </c:pt>
                <c:pt idx="49944">
                  <c:v>8.99</c:v>
                </c:pt>
                <c:pt idx="49945">
                  <c:v>-12.08</c:v>
                </c:pt>
                <c:pt idx="49946">
                  <c:v>104.97</c:v>
                </c:pt>
                <c:pt idx="49947">
                  <c:v>-89.97</c:v>
                </c:pt>
                <c:pt idx="49948">
                  <c:v>89.97</c:v>
                </c:pt>
                <c:pt idx="49949">
                  <c:v>46.49</c:v>
                </c:pt>
                <c:pt idx="49950">
                  <c:v>-46.49</c:v>
                </c:pt>
                <c:pt idx="49951">
                  <c:v>-40.229999999999997</c:v>
                </c:pt>
                <c:pt idx="49952">
                  <c:v>40.229999999999997</c:v>
                </c:pt>
                <c:pt idx="49953">
                  <c:v>69.97</c:v>
                </c:pt>
                <c:pt idx="49954">
                  <c:v>61.48</c:v>
                </c:pt>
                <c:pt idx="49955">
                  <c:v>51.96</c:v>
                </c:pt>
                <c:pt idx="49956">
                  <c:v>49.93</c:v>
                </c:pt>
                <c:pt idx="49957">
                  <c:v>49.99</c:v>
                </c:pt>
                <c:pt idx="49958">
                  <c:v>65.989999999999995</c:v>
                </c:pt>
                <c:pt idx="49959">
                  <c:v>161.94999999999999</c:v>
                </c:pt>
                <c:pt idx="49960">
                  <c:v>61.98</c:v>
                </c:pt>
                <c:pt idx="49961">
                  <c:v>49.99</c:v>
                </c:pt>
                <c:pt idx="49962">
                  <c:v>168.47</c:v>
                </c:pt>
                <c:pt idx="49963">
                  <c:v>77.959999999999994</c:v>
                </c:pt>
                <c:pt idx="49964">
                  <c:v>46.49</c:v>
                </c:pt>
                <c:pt idx="49965">
                  <c:v>62.98</c:v>
                </c:pt>
                <c:pt idx="49966">
                  <c:v>61.98</c:v>
                </c:pt>
                <c:pt idx="49967">
                  <c:v>50.98</c:v>
                </c:pt>
                <c:pt idx="49968">
                  <c:v>33.96</c:v>
                </c:pt>
                <c:pt idx="49969">
                  <c:v>53.96</c:v>
                </c:pt>
                <c:pt idx="49970">
                  <c:v>113.7</c:v>
                </c:pt>
                <c:pt idx="49971">
                  <c:v>55.98</c:v>
                </c:pt>
                <c:pt idx="49972">
                  <c:v>61.98</c:v>
                </c:pt>
                <c:pt idx="49973">
                  <c:v>68.87</c:v>
                </c:pt>
                <c:pt idx="49974">
                  <c:v>64.09</c:v>
                </c:pt>
                <c:pt idx="49975">
                  <c:v>94.33</c:v>
                </c:pt>
                <c:pt idx="49976">
                  <c:v>79.84</c:v>
                </c:pt>
                <c:pt idx="49977">
                  <c:v>61.98</c:v>
                </c:pt>
                <c:pt idx="49978">
                  <c:v>65.989999999999995</c:v>
                </c:pt>
                <c:pt idx="49979">
                  <c:v>53.98</c:v>
                </c:pt>
                <c:pt idx="49980">
                  <c:v>132.96</c:v>
                </c:pt>
                <c:pt idx="49981">
                  <c:v>57.98</c:v>
                </c:pt>
                <c:pt idx="49982">
                  <c:v>31.29</c:v>
                </c:pt>
                <c:pt idx="49983">
                  <c:v>84.66</c:v>
                </c:pt>
                <c:pt idx="49984">
                  <c:v>71.97</c:v>
                </c:pt>
                <c:pt idx="49985">
                  <c:v>68.959999999999994</c:v>
                </c:pt>
                <c:pt idx="49986">
                  <c:v>-74.98</c:v>
                </c:pt>
                <c:pt idx="49987">
                  <c:v>25.49</c:v>
                </c:pt>
                <c:pt idx="49988">
                  <c:v>55.42</c:v>
                </c:pt>
                <c:pt idx="49989">
                  <c:v>52.98</c:v>
                </c:pt>
                <c:pt idx="49990">
                  <c:v>119.96</c:v>
                </c:pt>
                <c:pt idx="49991">
                  <c:v>58.98</c:v>
                </c:pt>
                <c:pt idx="49992">
                  <c:v>109</c:v>
                </c:pt>
                <c:pt idx="49993">
                  <c:v>79.849999999999994</c:v>
                </c:pt>
                <c:pt idx="49994">
                  <c:v>77.97</c:v>
                </c:pt>
                <c:pt idx="49995">
                  <c:v>64.97</c:v>
                </c:pt>
                <c:pt idx="49996">
                  <c:v>85.89</c:v>
                </c:pt>
                <c:pt idx="49997">
                  <c:v>173.94</c:v>
                </c:pt>
                <c:pt idx="49998">
                  <c:v>150.97999999999999</c:v>
                </c:pt>
                <c:pt idx="49999">
                  <c:v>61.98</c:v>
                </c:pt>
                <c:pt idx="50000">
                  <c:v>22.23</c:v>
                </c:pt>
                <c:pt idx="50001">
                  <c:v>61.98</c:v>
                </c:pt>
                <c:pt idx="50002">
                  <c:v>-78.27</c:v>
                </c:pt>
                <c:pt idx="50003">
                  <c:v>119.96</c:v>
                </c:pt>
                <c:pt idx="50004">
                  <c:v>151.74</c:v>
                </c:pt>
                <c:pt idx="50005">
                  <c:v>74.98</c:v>
                </c:pt>
                <c:pt idx="50006">
                  <c:v>57.76</c:v>
                </c:pt>
                <c:pt idx="50007">
                  <c:v>59.98</c:v>
                </c:pt>
                <c:pt idx="50008">
                  <c:v>50.19</c:v>
                </c:pt>
                <c:pt idx="50009">
                  <c:v>83.97</c:v>
                </c:pt>
                <c:pt idx="50010">
                  <c:v>52.34</c:v>
                </c:pt>
                <c:pt idx="50011">
                  <c:v>51.98</c:v>
                </c:pt>
                <c:pt idx="50012">
                  <c:v>119.96</c:v>
                </c:pt>
                <c:pt idx="50013">
                  <c:v>59.98</c:v>
                </c:pt>
                <c:pt idx="50014">
                  <c:v>51.98</c:v>
                </c:pt>
                <c:pt idx="50015">
                  <c:v>71.97</c:v>
                </c:pt>
                <c:pt idx="50016">
                  <c:v>65.989999999999995</c:v>
                </c:pt>
                <c:pt idx="50017">
                  <c:v>89.97</c:v>
                </c:pt>
                <c:pt idx="50018">
                  <c:v>80.98</c:v>
                </c:pt>
                <c:pt idx="50019">
                  <c:v>199.97</c:v>
                </c:pt>
                <c:pt idx="50020">
                  <c:v>83.47</c:v>
                </c:pt>
                <c:pt idx="50021">
                  <c:v>53.98</c:v>
                </c:pt>
                <c:pt idx="50022">
                  <c:v>84.98</c:v>
                </c:pt>
                <c:pt idx="50023">
                  <c:v>104.95</c:v>
                </c:pt>
                <c:pt idx="50024">
                  <c:v>58.98</c:v>
                </c:pt>
                <c:pt idx="50025">
                  <c:v>71.97</c:v>
                </c:pt>
                <c:pt idx="50026">
                  <c:v>81.47</c:v>
                </c:pt>
                <c:pt idx="50027">
                  <c:v>100.98</c:v>
                </c:pt>
                <c:pt idx="50028">
                  <c:v>89.79</c:v>
                </c:pt>
                <c:pt idx="50029">
                  <c:v>140.37</c:v>
                </c:pt>
                <c:pt idx="50030">
                  <c:v>59.98</c:v>
                </c:pt>
                <c:pt idx="50031">
                  <c:v>41.49</c:v>
                </c:pt>
                <c:pt idx="50032">
                  <c:v>69.989999999999995</c:v>
                </c:pt>
                <c:pt idx="50033">
                  <c:v>138.19</c:v>
                </c:pt>
                <c:pt idx="50034">
                  <c:v>111.96</c:v>
                </c:pt>
                <c:pt idx="50035">
                  <c:v>55.98</c:v>
                </c:pt>
                <c:pt idx="50036">
                  <c:v>58.98</c:v>
                </c:pt>
                <c:pt idx="50037">
                  <c:v>83.97</c:v>
                </c:pt>
                <c:pt idx="50038">
                  <c:v>92.97</c:v>
                </c:pt>
                <c:pt idx="50039">
                  <c:v>95.38</c:v>
                </c:pt>
                <c:pt idx="50040">
                  <c:v>95.96</c:v>
                </c:pt>
                <c:pt idx="50041">
                  <c:v>32.49</c:v>
                </c:pt>
                <c:pt idx="50042">
                  <c:v>93.96</c:v>
                </c:pt>
                <c:pt idx="50043">
                  <c:v>21.49</c:v>
                </c:pt>
                <c:pt idx="50044">
                  <c:v>19.489999999999998</c:v>
                </c:pt>
                <c:pt idx="50045">
                  <c:v>70.16</c:v>
                </c:pt>
                <c:pt idx="50046">
                  <c:v>101.96</c:v>
                </c:pt>
                <c:pt idx="50047">
                  <c:v>120.46</c:v>
                </c:pt>
                <c:pt idx="50048">
                  <c:v>55.98</c:v>
                </c:pt>
                <c:pt idx="50049">
                  <c:v>31.49</c:v>
                </c:pt>
                <c:pt idx="50050">
                  <c:v>54.95</c:v>
                </c:pt>
                <c:pt idx="50051">
                  <c:v>65.98</c:v>
                </c:pt>
                <c:pt idx="50052">
                  <c:v>61.32</c:v>
                </c:pt>
                <c:pt idx="50053">
                  <c:v>52.98</c:v>
                </c:pt>
                <c:pt idx="50054">
                  <c:v>54.98</c:v>
                </c:pt>
                <c:pt idx="50055">
                  <c:v>84.68</c:v>
                </c:pt>
                <c:pt idx="50056">
                  <c:v>207.92</c:v>
                </c:pt>
                <c:pt idx="50057">
                  <c:v>38.700000000000003</c:v>
                </c:pt>
                <c:pt idx="50058">
                  <c:v>179.94</c:v>
                </c:pt>
                <c:pt idx="50059">
                  <c:v>123.96</c:v>
                </c:pt>
                <c:pt idx="50060">
                  <c:v>83.97</c:v>
                </c:pt>
                <c:pt idx="50061">
                  <c:v>49.99</c:v>
                </c:pt>
                <c:pt idx="50062">
                  <c:v>61.98</c:v>
                </c:pt>
                <c:pt idx="50063">
                  <c:v>119.96</c:v>
                </c:pt>
                <c:pt idx="50064">
                  <c:v>70.14</c:v>
                </c:pt>
                <c:pt idx="50065">
                  <c:v>120.97</c:v>
                </c:pt>
                <c:pt idx="50066">
                  <c:v>155.94</c:v>
                </c:pt>
                <c:pt idx="50067">
                  <c:v>206.86</c:v>
                </c:pt>
                <c:pt idx="50068">
                  <c:v>55.98</c:v>
                </c:pt>
                <c:pt idx="50069">
                  <c:v>65.989999999999995</c:v>
                </c:pt>
                <c:pt idx="50070">
                  <c:v>29.49</c:v>
                </c:pt>
                <c:pt idx="50071">
                  <c:v>76.959999999999994</c:v>
                </c:pt>
                <c:pt idx="50072">
                  <c:v>135.97</c:v>
                </c:pt>
                <c:pt idx="50073">
                  <c:v>34.479999999999997</c:v>
                </c:pt>
                <c:pt idx="50074">
                  <c:v>64.959999999999994</c:v>
                </c:pt>
                <c:pt idx="50075">
                  <c:v>188.93</c:v>
                </c:pt>
                <c:pt idx="50076">
                  <c:v>129.94999999999999</c:v>
                </c:pt>
                <c:pt idx="50077">
                  <c:v>83.97</c:v>
                </c:pt>
                <c:pt idx="50078">
                  <c:v>55.98</c:v>
                </c:pt>
                <c:pt idx="50079">
                  <c:v>53.98</c:v>
                </c:pt>
                <c:pt idx="50080">
                  <c:v>17.29</c:v>
                </c:pt>
                <c:pt idx="50081">
                  <c:v>-51.98</c:v>
                </c:pt>
                <c:pt idx="50082">
                  <c:v>55.98</c:v>
                </c:pt>
                <c:pt idx="50083">
                  <c:v>50.94</c:v>
                </c:pt>
                <c:pt idx="50084">
                  <c:v>149.94999999999999</c:v>
                </c:pt>
                <c:pt idx="50085">
                  <c:v>84.98</c:v>
                </c:pt>
                <c:pt idx="50086">
                  <c:v>74.98</c:v>
                </c:pt>
                <c:pt idx="50087">
                  <c:v>56.95</c:v>
                </c:pt>
                <c:pt idx="50088">
                  <c:v>46.89</c:v>
                </c:pt>
                <c:pt idx="50089">
                  <c:v>53.98</c:v>
                </c:pt>
                <c:pt idx="50090">
                  <c:v>167.94</c:v>
                </c:pt>
                <c:pt idx="50091">
                  <c:v>299.89999999999998</c:v>
                </c:pt>
                <c:pt idx="50092">
                  <c:v>30.49</c:v>
                </c:pt>
                <c:pt idx="50093">
                  <c:v>139.97</c:v>
                </c:pt>
                <c:pt idx="50094">
                  <c:v>68.069999999999993</c:v>
                </c:pt>
                <c:pt idx="50095">
                  <c:v>106.97</c:v>
                </c:pt>
                <c:pt idx="50096">
                  <c:v>59.98</c:v>
                </c:pt>
                <c:pt idx="50097">
                  <c:v>55.98</c:v>
                </c:pt>
                <c:pt idx="50098">
                  <c:v>86.27</c:v>
                </c:pt>
                <c:pt idx="50099">
                  <c:v>53.88</c:v>
                </c:pt>
                <c:pt idx="50100">
                  <c:v>662.75</c:v>
                </c:pt>
                <c:pt idx="50101">
                  <c:v>120.46</c:v>
                </c:pt>
                <c:pt idx="50102">
                  <c:v>108.97</c:v>
                </c:pt>
                <c:pt idx="50103">
                  <c:v>116.06</c:v>
                </c:pt>
                <c:pt idx="50104">
                  <c:v>89.97</c:v>
                </c:pt>
                <c:pt idx="50105">
                  <c:v>123.96</c:v>
                </c:pt>
                <c:pt idx="50106">
                  <c:v>169.98</c:v>
                </c:pt>
                <c:pt idx="50107">
                  <c:v>-79.98</c:v>
                </c:pt>
                <c:pt idx="50108">
                  <c:v>69.12</c:v>
                </c:pt>
                <c:pt idx="50109">
                  <c:v>99.98</c:v>
                </c:pt>
                <c:pt idx="50110">
                  <c:v>137.94999999999999</c:v>
                </c:pt>
                <c:pt idx="50111">
                  <c:v>0</c:v>
                </c:pt>
                <c:pt idx="50112">
                  <c:v>59.98</c:v>
                </c:pt>
                <c:pt idx="50113">
                  <c:v>64.98</c:v>
                </c:pt>
                <c:pt idx="50114">
                  <c:v>56.48</c:v>
                </c:pt>
                <c:pt idx="50115">
                  <c:v>32.29</c:v>
                </c:pt>
                <c:pt idx="50116">
                  <c:v>185.94</c:v>
                </c:pt>
                <c:pt idx="50117">
                  <c:v>0</c:v>
                </c:pt>
                <c:pt idx="50118">
                  <c:v>18.239999999999998</c:v>
                </c:pt>
                <c:pt idx="50119">
                  <c:v>-64.98</c:v>
                </c:pt>
                <c:pt idx="50120">
                  <c:v>119.96</c:v>
                </c:pt>
                <c:pt idx="50121">
                  <c:v>173.95</c:v>
                </c:pt>
                <c:pt idx="50122">
                  <c:v>121.95</c:v>
                </c:pt>
                <c:pt idx="50123">
                  <c:v>187.13</c:v>
                </c:pt>
                <c:pt idx="50124">
                  <c:v>131.97999999999999</c:v>
                </c:pt>
                <c:pt idx="50125">
                  <c:v>79.97</c:v>
                </c:pt>
                <c:pt idx="50126">
                  <c:v>171.65</c:v>
                </c:pt>
                <c:pt idx="50127">
                  <c:v>89.97</c:v>
                </c:pt>
                <c:pt idx="50128">
                  <c:v>-15</c:v>
                </c:pt>
                <c:pt idx="50129">
                  <c:v>155.94</c:v>
                </c:pt>
                <c:pt idx="50130">
                  <c:v>65.989999999999995</c:v>
                </c:pt>
                <c:pt idx="50131">
                  <c:v>61.98</c:v>
                </c:pt>
                <c:pt idx="50132">
                  <c:v>61.98</c:v>
                </c:pt>
                <c:pt idx="50133">
                  <c:v>51.98</c:v>
                </c:pt>
                <c:pt idx="50134">
                  <c:v>84.66</c:v>
                </c:pt>
                <c:pt idx="50135">
                  <c:v>63.98</c:v>
                </c:pt>
                <c:pt idx="50136">
                  <c:v>79.02</c:v>
                </c:pt>
                <c:pt idx="50137">
                  <c:v>94.97</c:v>
                </c:pt>
                <c:pt idx="50138">
                  <c:v>16.489999999999998</c:v>
                </c:pt>
                <c:pt idx="50139">
                  <c:v>95.94</c:v>
                </c:pt>
                <c:pt idx="50140">
                  <c:v>69.98</c:v>
                </c:pt>
                <c:pt idx="50141">
                  <c:v>85.97</c:v>
                </c:pt>
                <c:pt idx="50142">
                  <c:v>51.29</c:v>
                </c:pt>
                <c:pt idx="50143">
                  <c:v>42.49</c:v>
                </c:pt>
                <c:pt idx="50144">
                  <c:v>89.97</c:v>
                </c:pt>
                <c:pt idx="50145">
                  <c:v>137.94999999999999</c:v>
                </c:pt>
                <c:pt idx="50146">
                  <c:v>17.489999999999998</c:v>
                </c:pt>
                <c:pt idx="50147">
                  <c:v>68.97</c:v>
                </c:pt>
                <c:pt idx="50148">
                  <c:v>94.95</c:v>
                </c:pt>
                <c:pt idx="50149">
                  <c:v>64.98</c:v>
                </c:pt>
                <c:pt idx="50150">
                  <c:v>92.97</c:v>
                </c:pt>
                <c:pt idx="50151">
                  <c:v>30.24</c:v>
                </c:pt>
                <c:pt idx="50152">
                  <c:v>49.88</c:v>
                </c:pt>
                <c:pt idx="50153">
                  <c:v>89.97</c:v>
                </c:pt>
                <c:pt idx="50154">
                  <c:v>60.47</c:v>
                </c:pt>
                <c:pt idx="50155">
                  <c:v>49.98</c:v>
                </c:pt>
                <c:pt idx="50156">
                  <c:v>51.98</c:v>
                </c:pt>
                <c:pt idx="50157">
                  <c:v>95.97</c:v>
                </c:pt>
                <c:pt idx="50158">
                  <c:v>83.38</c:v>
                </c:pt>
                <c:pt idx="50159">
                  <c:v>56.93</c:v>
                </c:pt>
                <c:pt idx="50160">
                  <c:v>61.95</c:v>
                </c:pt>
                <c:pt idx="50161">
                  <c:v>23.24</c:v>
                </c:pt>
                <c:pt idx="50162">
                  <c:v>-54.99</c:v>
                </c:pt>
                <c:pt idx="50163">
                  <c:v>111.96</c:v>
                </c:pt>
                <c:pt idx="50164">
                  <c:v>114.55</c:v>
                </c:pt>
                <c:pt idx="50165">
                  <c:v>89.97</c:v>
                </c:pt>
                <c:pt idx="50166">
                  <c:v>31.48</c:v>
                </c:pt>
                <c:pt idx="50167">
                  <c:v>64.48</c:v>
                </c:pt>
                <c:pt idx="50168">
                  <c:v>65.3</c:v>
                </c:pt>
                <c:pt idx="50169">
                  <c:v>89.98</c:v>
                </c:pt>
                <c:pt idx="50170">
                  <c:v>37.47</c:v>
                </c:pt>
                <c:pt idx="50171">
                  <c:v>77.97</c:v>
                </c:pt>
                <c:pt idx="50172">
                  <c:v>66.27</c:v>
                </c:pt>
                <c:pt idx="50173">
                  <c:v>74.98</c:v>
                </c:pt>
                <c:pt idx="50174">
                  <c:v>28.29</c:v>
                </c:pt>
                <c:pt idx="50175">
                  <c:v>67.97</c:v>
                </c:pt>
                <c:pt idx="50176">
                  <c:v>263.95999999999998</c:v>
                </c:pt>
                <c:pt idx="50177">
                  <c:v>59.98</c:v>
                </c:pt>
                <c:pt idx="50178">
                  <c:v>29.28</c:v>
                </c:pt>
                <c:pt idx="50179">
                  <c:v>188.69</c:v>
                </c:pt>
                <c:pt idx="50180">
                  <c:v>59.98</c:v>
                </c:pt>
                <c:pt idx="50181">
                  <c:v>115.98</c:v>
                </c:pt>
                <c:pt idx="50182">
                  <c:v>89.97</c:v>
                </c:pt>
                <c:pt idx="50183">
                  <c:v>119.96</c:v>
                </c:pt>
                <c:pt idx="50184">
                  <c:v>55.98</c:v>
                </c:pt>
                <c:pt idx="50185">
                  <c:v>77.459999999999994</c:v>
                </c:pt>
                <c:pt idx="50186">
                  <c:v>178.14</c:v>
                </c:pt>
                <c:pt idx="50187">
                  <c:v>81.97</c:v>
                </c:pt>
                <c:pt idx="50188">
                  <c:v>39.909999999999997</c:v>
                </c:pt>
                <c:pt idx="50189">
                  <c:v>94.97</c:v>
                </c:pt>
                <c:pt idx="50190">
                  <c:v>59.96</c:v>
                </c:pt>
                <c:pt idx="50191">
                  <c:v>65.989999999999995</c:v>
                </c:pt>
                <c:pt idx="50192">
                  <c:v>92.97</c:v>
                </c:pt>
                <c:pt idx="50193">
                  <c:v>118.78</c:v>
                </c:pt>
                <c:pt idx="50194">
                  <c:v>79.95</c:v>
                </c:pt>
                <c:pt idx="50195">
                  <c:v>86.98</c:v>
                </c:pt>
                <c:pt idx="50196">
                  <c:v>61.98</c:v>
                </c:pt>
                <c:pt idx="50197">
                  <c:v>71.959999999999994</c:v>
                </c:pt>
                <c:pt idx="50198">
                  <c:v>64.98</c:v>
                </c:pt>
                <c:pt idx="50199">
                  <c:v>65.94</c:v>
                </c:pt>
                <c:pt idx="50200">
                  <c:v>66.959999999999994</c:v>
                </c:pt>
                <c:pt idx="50201">
                  <c:v>72.58</c:v>
                </c:pt>
                <c:pt idx="50202">
                  <c:v>88.56</c:v>
                </c:pt>
                <c:pt idx="50203">
                  <c:v>74.95</c:v>
                </c:pt>
                <c:pt idx="50204">
                  <c:v>89.97</c:v>
                </c:pt>
                <c:pt idx="50205">
                  <c:v>75.98</c:v>
                </c:pt>
                <c:pt idx="50206">
                  <c:v>55.98</c:v>
                </c:pt>
                <c:pt idx="50207">
                  <c:v>89.97</c:v>
                </c:pt>
                <c:pt idx="50208">
                  <c:v>159.69999999999999</c:v>
                </c:pt>
                <c:pt idx="50209">
                  <c:v>37.479999999999997</c:v>
                </c:pt>
                <c:pt idx="50210">
                  <c:v>154.82</c:v>
                </c:pt>
                <c:pt idx="50211">
                  <c:v>29.08</c:v>
                </c:pt>
                <c:pt idx="50212">
                  <c:v>95.17</c:v>
                </c:pt>
                <c:pt idx="50213">
                  <c:v>84.97</c:v>
                </c:pt>
                <c:pt idx="50214">
                  <c:v>120.97</c:v>
                </c:pt>
                <c:pt idx="50215">
                  <c:v>83.97</c:v>
                </c:pt>
                <c:pt idx="50216">
                  <c:v>136.94999999999999</c:v>
                </c:pt>
                <c:pt idx="50217">
                  <c:v>277.66000000000003</c:v>
                </c:pt>
                <c:pt idx="50218">
                  <c:v>89.97</c:v>
                </c:pt>
                <c:pt idx="50219">
                  <c:v>148.97</c:v>
                </c:pt>
                <c:pt idx="50220">
                  <c:v>61.69</c:v>
                </c:pt>
                <c:pt idx="50221">
                  <c:v>143.94999999999999</c:v>
                </c:pt>
                <c:pt idx="50222">
                  <c:v>103.96</c:v>
                </c:pt>
                <c:pt idx="50223">
                  <c:v>101.97</c:v>
                </c:pt>
                <c:pt idx="50224">
                  <c:v>131.97999999999999</c:v>
                </c:pt>
                <c:pt idx="50225">
                  <c:v>59.33</c:v>
                </c:pt>
                <c:pt idx="50226">
                  <c:v>249.42</c:v>
                </c:pt>
                <c:pt idx="50227">
                  <c:v>114.95</c:v>
                </c:pt>
                <c:pt idx="50228">
                  <c:v>167.94</c:v>
                </c:pt>
                <c:pt idx="50229">
                  <c:v>28.38</c:v>
                </c:pt>
                <c:pt idx="50230">
                  <c:v>31.49</c:v>
                </c:pt>
                <c:pt idx="50231">
                  <c:v>53.98</c:v>
                </c:pt>
                <c:pt idx="50232">
                  <c:v>55.62</c:v>
                </c:pt>
                <c:pt idx="50233">
                  <c:v>56.98</c:v>
                </c:pt>
                <c:pt idx="50234">
                  <c:v>41.46</c:v>
                </c:pt>
                <c:pt idx="50235">
                  <c:v>79.98</c:v>
                </c:pt>
                <c:pt idx="50236">
                  <c:v>107.66</c:v>
                </c:pt>
                <c:pt idx="50237">
                  <c:v>134.97</c:v>
                </c:pt>
                <c:pt idx="50238">
                  <c:v>59.98</c:v>
                </c:pt>
                <c:pt idx="50239">
                  <c:v>207.92</c:v>
                </c:pt>
                <c:pt idx="50240">
                  <c:v>72.55</c:v>
                </c:pt>
                <c:pt idx="50241">
                  <c:v>43.28</c:v>
                </c:pt>
                <c:pt idx="50242">
                  <c:v>47.48</c:v>
                </c:pt>
                <c:pt idx="50243">
                  <c:v>55.98</c:v>
                </c:pt>
                <c:pt idx="50244">
                  <c:v>59.96</c:v>
                </c:pt>
                <c:pt idx="50245">
                  <c:v>65.989999999999995</c:v>
                </c:pt>
                <c:pt idx="50246">
                  <c:v>22.07</c:v>
                </c:pt>
                <c:pt idx="50247">
                  <c:v>121.76</c:v>
                </c:pt>
                <c:pt idx="50248">
                  <c:v>145.16</c:v>
                </c:pt>
                <c:pt idx="50249">
                  <c:v>25.68</c:v>
                </c:pt>
                <c:pt idx="50250">
                  <c:v>72.55</c:v>
                </c:pt>
                <c:pt idx="50251">
                  <c:v>83.97</c:v>
                </c:pt>
                <c:pt idx="50252">
                  <c:v>55.78</c:v>
                </c:pt>
                <c:pt idx="50253">
                  <c:v>72.97</c:v>
                </c:pt>
                <c:pt idx="50254">
                  <c:v>50.98</c:v>
                </c:pt>
                <c:pt idx="50255">
                  <c:v>11.49</c:v>
                </c:pt>
                <c:pt idx="50256">
                  <c:v>66.98</c:v>
                </c:pt>
                <c:pt idx="50257">
                  <c:v>68.959999999999994</c:v>
                </c:pt>
                <c:pt idx="50258">
                  <c:v>26.48</c:v>
                </c:pt>
                <c:pt idx="50259">
                  <c:v>89.98</c:v>
                </c:pt>
                <c:pt idx="50260">
                  <c:v>63.61</c:v>
                </c:pt>
                <c:pt idx="50261">
                  <c:v>152.15</c:v>
                </c:pt>
                <c:pt idx="50262">
                  <c:v>65.989999999999995</c:v>
                </c:pt>
                <c:pt idx="50263">
                  <c:v>55.98</c:v>
                </c:pt>
                <c:pt idx="50264">
                  <c:v>95.96</c:v>
                </c:pt>
                <c:pt idx="50265">
                  <c:v>52.98</c:v>
                </c:pt>
                <c:pt idx="50266">
                  <c:v>70.98</c:v>
                </c:pt>
                <c:pt idx="50267">
                  <c:v>95.94</c:v>
                </c:pt>
                <c:pt idx="50268">
                  <c:v>61.98</c:v>
                </c:pt>
                <c:pt idx="50269">
                  <c:v>59.96</c:v>
                </c:pt>
                <c:pt idx="50270">
                  <c:v>65.790000000000006</c:v>
                </c:pt>
                <c:pt idx="50271">
                  <c:v>56.09</c:v>
                </c:pt>
                <c:pt idx="50272">
                  <c:v>82.98</c:v>
                </c:pt>
                <c:pt idx="50273">
                  <c:v>59.98</c:v>
                </c:pt>
                <c:pt idx="50274">
                  <c:v>99.98</c:v>
                </c:pt>
                <c:pt idx="50275">
                  <c:v>55.77</c:v>
                </c:pt>
                <c:pt idx="50276">
                  <c:v>20.49</c:v>
                </c:pt>
                <c:pt idx="50277">
                  <c:v>27.49</c:v>
                </c:pt>
                <c:pt idx="50278">
                  <c:v>17.29</c:v>
                </c:pt>
                <c:pt idx="50279">
                  <c:v>61.98</c:v>
                </c:pt>
                <c:pt idx="50280">
                  <c:v>58.98</c:v>
                </c:pt>
                <c:pt idx="50281">
                  <c:v>26.49</c:v>
                </c:pt>
                <c:pt idx="50282">
                  <c:v>77.97</c:v>
                </c:pt>
                <c:pt idx="50283">
                  <c:v>102.45</c:v>
                </c:pt>
                <c:pt idx="50284">
                  <c:v>25.49</c:v>
                </c:pt>
                <c:pt idx="50285">
                  <c:v>59.96</c:v>
                </c:pt>
                <c:pt idx="50286">
                  <c:v>54.97</c:v>
                </c:pt>
                <c:pt idx="50287">
                  <c:v>24.68</c:v>
                </c:pt>
                <c:pt idx="50288">
                  <c:v>72.55</c:v>
                </c:pt>
                <c:pt idx="50289">
                  <c:v>31.28</c:v>
                </c:pt>
                <c:pt idx="50290">
                  <c:v>65.989999999999995</c:v>
                </c:pt>
                <c:pt idx="50291">
                  <c:v>123.9</c:v>
                </c:pt>
                <c:pt idx="50292">
                  <c:v>55.98</c:v>
                </c:pt>
                <c:pt idx="50293">
                  <c:v>207.92</c:v>
                </c:pt>
                <c:pt idx="50294">
                  <c:v>55.98</c:v>
                </c:pt>
                <c:pt idx="50295">
                  <c:v>131.97999999999999</c:v>
                </c:pt>
                <c:pt idx="50296">
                  <c:v>51.98</c:v>
                </c:pt>
                <c:pt idx="50297">
                  <c:v>119.88</c:v>
                </c:pt>
                <c:pt idx="50298">
                  <c:v>100.09</c:v>
                </c:pt>
                <c:pt idx="50299">
                  <c:v>55.98</c:v>
                </c:pt>
                <c:pt idx="50300">
                  <c:v>99.96</c:v>
                </c:pt>
                <c:pt idx="50301">
                  <c:v>117.7</c:v>
                </c:pt>
                <c:pt idx="50302">
                  <c:v>55.64</c:v>
                </c:pt>
                <c:pt idx="50303">
                  <c:v>63.74</c:v>
                </c:pt>
                <c:pt idx="50304">
                  <c:v>27.49</c:v>
                </c:pt>
                <c:pt idx="50305">
                  <c:v>185.94</c:v>
                </c:pt>
                <c:pt idx="50306">
                  <c:v>59.96</c:v>
                </c:pt>
                <c:pt idx="50307">
                  <c:v>65.989999999999995</c:v>
                </c:pt>
                <c:pt idx="50308">
                  <c:v>101.59</c:v>
                </c:pt>
                <c:pt idx="50309">
                  <c:v>61.98</c:v>
                </c:pt>
                <c:pt idx="50310">
                  <c:v>167.94</c:v>
                </c:pt>
                <c:pt idx="50311">
                  <c:v>55.96</c:v>
                </c:pt>
                <c:pt idx="50312">
                  <c:v>27.49</c:v>
                </c:pt>
                <c:pt idx="50313">
                  <c:v>192.69</c:v>
                </c:pt>
                <c:pt idx="50314">
                  <c:v>25.99</c:v>
                </c:pt>
                <c:pt idx="50315">
                  <c:v>61.98</c:v>
                </c:pt>
                <c:pt idx="50316">
                  <c:v>119.95</c:v>
                </c:pt>
                <c:pt idx="50317">
                  <c:v>142.75</c:v>
                </c:pt>
                <c:pt idx="50318">
                  <c:v>15.49</c:v>
                </c:pt>
                <c:pt idx="50319">
                  <c:v>55.98</c:v>
                </c:pt>
                <c:pt idx="50320">
                  <c:v>40.479999999999997</c:v>
                </c:pt>
                <c:pt idx="50321">
                  <c:v>33.86</c:v>
                </c:pt>
                <c:pt idx="50322">
                  <c:v>34.28</c:v>
                </c:pt>
                <c:pt idx="50323">
                  <c:v>59.98</c:v>
                </c:pt>
                <c:pt idx="50324">
                  <c:v>89.98</c:v>
                </c:pt>
                <c:pt idx="50325">
                  <c:v>53.98</c:v>
                </c:pt>
                <c:pt idx="50326">
                  <c:v>105.98</c:v>
                </c:pt>
                <c:pt idx="50327">
                  <c:v>46.94</c:v>
                </c:pt>
                <c:pt idx="50328">
                  <c:v>21.28</c:v>
                </c:pt>
                <c:pt idx="50329">
                  <c:v>20.49</c:v>
                </c:pt>
                <c:pt idx="50330">
                  <c:v>65.989999999999995</c:v>
                </c:pt>
                <c:pt idx="50331">
                  <c:v>134.97999999999999</c:v>
                </c:pt>
                <c:pt idx="50332">
                  <c:v>283.89999999999998</c:v>
                </c:pt>
                <c:pt idx="50333">
                  <c:v>299.89999999999998</c:v>
                </c:pt>
                <c:pt idx="50334">
                  <c:v>17.489999999999998</c:v>
                </c:pt>
                <c:pt idx="50335">
                  <c:v>58.97</c:v>
                </c:pt>
                <c:pt idx="50336">
                  <c:v>89.95</c:v>
                </c:pt>
                <c:pt idx="50337">
                  <c:v>86.97</c:v>
                </c:pt>
                <c:pt idx="50338">
                  <c:v>25.94</c:v>
                </c:pt>
                <c:pt idx="50339">
                  <c:v>59.98</c:v>
                </c:pt>
                <c:pt idx="50340">
                  <c:v>80.98</c:v>
                </c:pt>
                <c:pt idx="50341">
                  <c:v>53.98</c:v>
                </c:pt>
                <c:pt idx="50342">
                  <c:v>131.97999999999999</c:v>
                </c:pt>
                <c:pt idx="50343">
                  <c:v>247.92</c:v>
                </c:pt>
                <c:pt idx="50344">
                  <c:v>10.87</c:v>
                </c:pt>
                <c:pt idx="50345">
                  <c:v>59.98</c:v>
                </c:pt>
                <c:pt idx="50346">
                  <c:v>178.17</c:v>
                </c:pt>
                <c:pt idx="50347">
                  <c:v>65.989999999999995</c:v>
                </c:pt>
                <c:pt idx="50348">
                  <c:v>61.92</c:v>
                </c:pt>
                <c:pt idx="50349">
                  <c:v>57.98</c:v>
                </c:pt>
                <c:pt idx="50350">
                  <c:v>63.68</c:v>
                </c:pt>
                <c:pt idx="50351">
                  <c:v>114.95</c:v>
                </c:pt>
                <c:pt idx="50352">
                  <c:v>129.16999999999999</c:v>
                </c:pt>
                <c:pt idx="50353">
                  <c:v>64.77</c:v>
                </c:pt>
                <c:pt idx="50354">
                  <c:v>59.39</c:v>
                </c:pt>
                <c:pt idx="50355">
                  <c:v>55.78</c:v>
                </c:pt>
                <c:pt idx="50356">
                  <c:v>33.32</c:v>
                </c:pt>
                <c:pt idx="50357">
                  <c:v>51.98</c:v>
                </c:pt>
                <c:pt idx="50358">
                  <c:v>54.98</c:v>
                </c:pt>
                <c:pt idx="50359">
                  <c:v>134.96</c:v>
                </c:pt>
                <c:pt idx="50360">
                  <c:v>198.5</c:v>
                </c:pt>
                <c:pt idx="50361">
                  <c:v>84.98</c:v>
                </c:pt>
                <c:pt idx="50362">
                  <c:v>63.96</c:v>
                </c:pt>
                <c:pt idx="50363">
                  <c:v>111.96</c:v>
                </c:pt>
                <c:pt idx="50364">
                  <c:v>59.98</c:v>
                </c:pt>
                <c:pt idx="50365">
                  <c:v>233.91</c:v>
                </c:pt>
                <c:pt idx="50366">
                  <c:v>61.98</c:v>
                </c:pt>
                <c:pt idx="50367">
                  <c:v>77.97</c:v>
                </c:pt>
                <c:pt idx="50368">
                  <c:v>74.97</c:v>
                </c:pt>
                <c:pt idx="50369">
                  <c:v>119.96</c:v>
                </c:pt>
                <c:pt idx="50370">
                  <c:v>176.59</c:v>
                </c:pt>
                <c:pt idx="50371">
                  <c:v>144.94</c:v>
                </c:pt>
                <c:pt idx="50372">
                  <c:v>55.98</c:v>
                </c:pt>
                <c:pt idx="50373">
                  <c:v>53.98</c:v>
                </c:pt>
                <c:pt idx="50374">
                  <c:v>749.75</c:v>
                </c:pt>
                <c:pt idx="50375">
                  <c:v>149.47</c:v>
                </c:pt>
                <c:pt idx="50376">
                  <c:v>161.94</c:v>
                </c:pt>
                <c:pt idx="50377">
                  <c:v>31.29</c:v>
                </c:pt>
                <c:pt idx="50378">
                  <c:v>82.97</c:v>
                </c:pt>
                <c:pt idx="50379">
                  <c:v>59.98</c:v>
                </c:pt>
                <c:pt idx="50380">
                  <c:v>239.54</c:v>
                </c:pt>
                <c:pt idx="50381">
                  <c:v>51.98</c:v>
                </c:pt>
                <c:pt idx="50382">
                  <c:v>75.13</c:v>
                </c:pt>
                <c:pt idx="50383">
                  <c:v>27.58</c:v>
                </c:pt>
                <c:pt idx="50384">
                  <c:v>55.98</c:v>
                </c:pt>
                <c:pt idx="50385">
                  <c:v>58.98</c:v>
                </c:pt>
                <c:pt idx="50386">
                  <c:v>56.97</c:v>
                </c:pt>
                <c:pt idx="50387">
                  <c:v>53.98</c:v>
                </c:pt>
                <c:pt idx="50388">
                  <c:v>82.95</c:v>
                </c:pt>
                <c:pt idx="50389">
                  <c:v>103.96</c:v>
                </c:pt>
                <c:pt idx="50390">
                  <c:v>67.97</c:v>
                </c:pt>
                <c:pt idx="50391">
                  <c:v>87.97</c:v>
                </c:pt>
                <c:pt idx="50392">
                  <c:v>208.08</c:v>
                </c:pt>
                <c:pt idx="50393">
                  <c:v>97.08</c:v>
                </c:pt>
                <c:pt idx="50394">
                  <c:v>28.49</c:v>
                </c:pt>
                <c:pt idx="50395">
                  <c:v>65.33</c:v>
                </c:pt>
                <c:pt idx="50396">
                  <c:v>137.77000000000001</c:v>
                </c:pt>
                <c:pt idx="50397">
                  <c:v>63.96</c:v>
                </c:pt>
                <c:pt idx="50398">
                  <c:v>55.48</c:v>
                </c:pt>
                <c:pt idx="50399">
                  <c:v>107.9</c:v>
                </c:pt>
                <c:pt idx="50400">
                  <c:v>53.98</c:v>
                </c:pt>
                <c:pt idx="50401">
                  <c:v>51.96</c:v>
                </c:pt>
                <c:pt idx="50402">
                  <c:v>49.99</c:v>
                </c:pt>
                <c:pt idx="50403">
                  <c:v>95.17</c:v>
                </c:pt>
                <c:pt idx="50404">
                  <c:v>59.98</c:v>
                </c:pt>
                <c:pt idx="50405">
                  <c:v>80.97</c:v>
                </c:pt>
                <c:pt idx="50406">
                  <c:v>126.98</c:v>
                </c:pt>
                <c:pt idx="50407">
                  <c:v>64.48</c:v>
                </c:pt>
                <c:pt idx="50408">
                  <c:v>49</c:v>
                </c:pt>
                <c:pt idx="50409">
                  <c:v>56.97</c:v>
                </c:pt>
                <c:pt idx="50410">
                  <c:v>84.95</c:v>
                </c:pt>
                <c:pt idx="50411">
                  <c:v>68.959999999999994</c:v>
                </c:pt>
                <c:pt idx="50412">
                  <c:v>55.98</c:v>
                </c:pt>
                <c:pt idx="50413">
                  <c:v>58.98</c:v>
                </c:pt>
                <c:pt idx="50414">
                  <c:v>69.98</c:v>
                </c:pt>
                <c:pt idx="50415">
                  <c:v>83.27</c:v>
                </c:pt>
                <c:pt idx="50416">
                  <c:v>32.49</c:v>
                </c:pt>
                <c:pt idx="50417">
                  <c:v>85.98</c:v>
                </c:pt>
                <c:pt idx="50418">
                  <c:v>52.46</c:v>
                </c:pt>
                <c:pt idx="50419">
                  <c:v>76.099999999999994</c:v>
                </c:pt>
                <c:pt idx="50420">
                  <c:v>55.98</c:v>
                </c:pt>
                <c:pt idx="50421">
                  <c:v>50.98</c:v>
                </c:pt>
                <c:pt idx="50422">
                  <c:v>55.39</c:v>
                </c:pt>
                <c:pt idx="50423">
                  <c:v>59.98</c:v>
                </c:pt>
                <c:pt idx="50424">
                  <c:v>31.28</c:v>
                </c:pt>
                <c:pt idx="50425">
                  <c:v>59.98</c:v>
                </c:pt>
                <c:pt idx="50426">
                  <c:v>84.98</c:v>
                </c:pt>
                <c:pt idx="50427">
                  <c:v>61.98</c:v>
                </c:pt>
                <c:pt idx="50428">
                  <c:v>68.97</c:v>
                </c:pt>
                <c:pt idx="50429">
                  <c:v>83.97</c:v>
                </c:pt>
                <c:pt idx="50430">
                  <c:v>55.98</c:v>
                </c:pt>
                <c:pt idx="50431">
                  <c:v>56.98</c:v>
                </c:pt>
                <c:pt idx="50432">
                  <c:v>54.99</c:v>
                </c:pt>
                <c:pt idx="50433">
                  <c:v>77.98</c:v>
                </c:pt>
                <c:pt idx="50434">
                  <c:v>64.77</c:v>
                </c:pt>
                <c:pt idx="50435">
                  <c:v>119.96</c:v>
                </c:pt>
                <c:pt idx="50436">
                  <c:v>63.96</c:v>
                </c:pt>
                <c:pt idx="50437">
                  <c:v>42.24</c:v>
                </c:pt>
                <c:pt idx="50438">
                  <c:v>131.97999999999999</c:v>
                </c:pt>
                <c:pt idx="50439">
                  <c:v>107.95</c:v>
                </c:pt>
                <c:pt idx="50440">
                  <c:v>31.94</c:v>
                </c:pt>
                <c:pt idx="50441">
                  <c:v>28.29</c:v>
                </c:pt>
                <c:pt idx="50442">
                  <c:v>59.98</c:v>
                </c:pt>
                <c:pt idx="50443">
                  <c:v>51.98</c:v>
                </c:pt>
                <c:pt idx="50444">
                  <c:v>195.93</c:v>
                </c:pt>
                <c:pt idx="50445">
                  <c:v>87.97</c:v>
                </c:pt>
                <c:pt idx="50446">
                  <c:v>221.96</c:v>
                </c:pt>
                <c:pt idx="50447">
                  <c:v>642.77</c:v>
                </c:pt>
                <c:pt idx="50448">
                  <c:v>24.49</c:v>
                </c:pt>
                <c:pt idx="50449">
                  <c:v>75.98</c:v>
                </c:pt>
                <c:pt idx="50450">
                  <c:v>22.29</c:v>
                </c:pt>
                <c:pt idx="50451">
                  <c:v>56.01</c:v>
                </c:pt>
                <c:pt idx="50452">
                  <c:v>-31.49</c:v>
                </c:pt>
                <c:pt idx="50453">
                  <c:v>49.38</c:v>
                </c:pt>
                <c:pt idx="50454">
                  <c:v>59.98</c:v>
                </c:pt>
                <c:pt idx="50455">
                  <c:v>71.97</c:v>
                </c:pt>
                <c:pt idx="50456">
                  <c:v>69.95</c:v>
                </c:pt>
                <c:pt idx="50457">
                  <c:v>27.49</c:v>
                </c:pt>
                <c:pt idx="50458">
                  <c:v>77.98</c:v>
                </c:pt>
                <c:pt idx="50459">
                  <c:v>25.29</c:v>
                </c:pt>
                <c:pt idx="50460">
                  <c:v>52.9</c:v>
                </c:pt>
                <c:pt idx="50461">
                  <c:v>64.98</c:v>
                </c:pt>
                <c:pt idx="50462">
                  <c:v>67.489999999999995</c:v>
                </c:pt>
                <c:pt idx="50463">
                  <c:v>64.97</c:v>
                </c:pt>
                <c:pt idx="50464">
                  <c:v>55.98</c:v>
                </c:pt>
                <c:pt idx="50465">
                  <c:v>119.95</c:v>
                </c:pt>
                <c:pt idx="50466">
                  <c:v>50.98</c:v>
                </c:pt>
                <c:pt idx="50467">
                  <c:v>45.28</c:v>
                </c:pt>
                <c:pt idx="50468">
                  <c:v>56.97</c:v>
                </c:pt>
                <c:pt idx="50469">
                  <c:v>28.49</c:v>
                </c:pt>
                <c:pt idx="50470">
                  <c:v>150.97</c:v>
                </c:pt>
                <c:pt idx="50471">
                  <c:v>51.98</c:v>
                </c:pt>
                <c:pt idx="50472">
                  <c:v>59.96</c:v>
                </c:pt>
                <c:pt idx="50473">
                  <c:v>59.99</c:v>
                </c:pt>
                <c:pt idx="50474">
                  <c:v>58.97</c:v>
                </c:pt>
                <c:pt idx="50475">
                  <c:v>43.93</c:v>
                </c:pt>
                <c:pt idx="50476">
                  <c:v>106.97</c:v>
                </c:pt>
                <c:pt idx="50477">
                  <c:v>65.989999999999995</c:v>
                </c:pt>
                <c:pt idx="50478">
                  <c:v>57.98</c:v>
                </c:pt>
                <c:pt idx="50479">
                  <c:v>89.97</c:v>
                </c:pt>
                <c:pt idx="50480">
                  <c:v>16.489999999999998</c:v>
                </c:pt>
                <c:pt idx="50481">
                  <c:v>29.49</c:v>
                </c:pt>
                <c:pt idx="50482">
                  <c:v>49.99</c:v>
                </c:pt>
                <c:pt idx="50483">
                  <c:v>109.78</c:v>
                </c:pt>
                <c:pt idx="50484">
                  <c:v>55.98</c:v>
                </c:pt>
                <c:pt idx="50485">
                  <c:v>83.97</c:v>
                </c:pt>
                <c:pt idx="50486">
                  <c:v>131.97999999999999</c:v>
                </c:pt>
                <c:pt idx="50487">
                  <c:v>67.709999999999994</c:v>
                </c:pt>
                <c:pt idx="50488">
                  <c:v>49.48</c:v>
                </c:pt>
                <c:pt idx="50489">
                  <c:v>159.94999999999999</c:v>
                </c:pt>
                <c:pt idx="50490">
                  <c:v>47.48</c:v>
                </c:pt>
                <c:pt idx="50491">
                  <c:v>55.98</c:v>
                </c:pt>
                <c:pt idx="50492">
                  <c:v>59.98</c:v>
                </c:pt>
                <c:pt idx="50493">
                  <c:v>134.96</c:v>
                </c:pt>
                <c:pt idx="50494">
                  <c:v>59.98</c:v>
                </c:pt>
                <c:pt idx="50495">
                  <c:v>55.98</c:v>
                </c:pt>
                <c:pt idx="50496">
                  <c:v>52.98</c:v>
                </c:pt>
                <c:pt idx="50497">
                  <c:v>67.98</c:v>
                </c:pt>
                <c:pt idx="50498">
                  <c:v>41.49</c:v>
                </c:pt>
                <c:pt idx="50499">
                  <c:v>53.98</c:v>
                </c:pt>
                <c:pt idx="50500">
                  <c:v>149.94999999999999</c:v>
                </c:pt>
                <c:pt idx="50501">
                  <c:v>134.06</c:v>
                </c:pt>
                <c:pt idx="50502">
                  <c:v>71.959999999999994</c:v>
                </c:pt>
                <c:pt idx="50503">
                  <c:v>263.95999999999998</c:v>
                </c:pt>
                <c:pt idx="50504">
                  <c:v>59.98</c:v>
                </c:pt>
                <c:pt idx="50505">
                  <c:v>49.08</c:v>
                </c:pt>
                <c:pt idx="50506">
                  <c:v>89.97</c:v>
                </c:pt>
                <c:pt idx="50507">
                  <c:v>239.92</c:v>
                </c:pt>
                <c:pt idx="50508">
                  <c:v>54.99</c:v>
                </c:pt>
                <c:pt idx="50509">
                  <c:v>65.989999999999995</c:v>
                </c:pt>
                <c:pt idx="50510">
                  <c:v>55.98</c:v>
                </c:pt>
                <c:pt idx="50511">
                  <c:v>65.989999999999995</c:v>
                </c:pt>
                <c:pt idx="50512">
                  <c:v>27.48</c:v>
                </c:pt>
                <c:pt idx="50513">
                  <c:v>55.98</c:v>
                </c:pt>
                <c:pt idx="50514">
                  <c:v>95.97</c:v>
                </c:pt>
                <c:pt idx="50515">
                  <c:v>72.97</c:v>
                </c:pt>
                <c:pt idx="50516">
                  <c:v>55.98</c:v>
                </c:pt>
                <c:pt idx="50517">
                  <c:v>89.97</c:v>
                </c:pt>
                <c:pt idx="50518">
                  <c:v>9.3800000000000008</c:v>
                </c:pt>
                <c:pt idx="50519">
                  <c:v>56.98</c:v>
                </c:pt>
                <c:pt idx="50520">
                  <c:v>89.97</c:v>
                </c:pt>
                <c:pt idx="50521">
                  <c:v>73.97</c:v>
                </c:pt>
                <c:pt idx="50522">
                  <c:v>142.75</c:v>
                </c:pt>
                <c:pt idx="50523">
                  <c:v>139.08000000000001</c:v>
                </c:pt>
                <c:pt idx="50524">
                  <c:v>41.29</c:v>
                </c:pt>
                <c:pt idx="50525">
                  <c:v>131.97999999999999</c:v>
                </c:pt>
                <c:pt idx="50526">
                  <c:v>113.94</c:v>
                </c:pt>
                <c:pt idx="50527">
                  <c:v>281.39999999999998</c:v>
                </c:pt>
                <c:pt idx="50528">
                  <c:v>59.48</c:v>
                </c:pt>
                <c:pt idx="50529">
                  <c:v>59.98</c:v>
                </c:pt>
                <c:pt idx="50530">
                  <c:v>119.97</c:v>
                </c:pt>
                <c:pt idx="50531">
                  <c:v>41.29</c:v>
                </c:pt>
                <c:pt idx="50532">
                  <c:v>53.98</c:v>
                </c:pt>
                <c:pt idx="50533">
                  <c:v>89.97</c:v>
                </c:pt>
                <c:pt idx="50534">
                  <c:v>77.19</c:v>
                </c:pt>
                <c:pt idx="50535">
                  <c:v>59.98</c:v>
                </c:pt>
                <c:pt idx="50536">
                  <c:v>-12.65</c:v>
                </c:pt>
                <c:pt idx="50537">
                  <c:v>65.989999999999995</c:v>
                </c:pt>
                <c:pt idx="50538">
                  <c:v>128.37</c:v>
                </c:pt>
                <c:pt idx="50539">
                  <c:v>113.96</c:v>
                </c:pt>
                <c:pt idx="50540">
                  <c:v>63.98</c:v>
                </c:pt>
                <c:pt idx="50541">
                  <c:v>12.49</c:v>
                </c:pt>
                <c:pt idx="50542">
                  <c:v>122.19</c:v>
                </c:pt>
                <c:pt idx="50543">
                  <c:v>90.55</c:v>
                </c:pt>
                <c:pt idx="50544">
                  <c:v>25.37</c:v>
                </c:pt>
                <c:pt idx="50545">
                  <c:v>-5.49</c:v>
                </c:pt>
                <c:pt idx="50546">
                  <c:v>49.59</c:v>
                </c:pt>
                <c:pt idx="50547">
                  <c:v>30.41</c:v>
                </c:pt>
                <c:pt idx="50548">
                  <c:v>17.489999999999998</c:v>
                </c:pt>
                <c:pt idx="50549">
                  <c:v>21.94</c:v>
                </c:pt>
                <c:pt idx="50550">
                  <c:v>76.47</c:v>
                </c:pt>
                <c:pt idx="50551">
                  <c:v>99.99</c:v>
                </c:pt>
                <c:pt idx="50552">
                  <c:v>71.97</c:v>
                </c:pt>
                <c:pt idx="50553">
                  <c:v>111.96</c:v>
                </c:pt>
                <c:pt idx="50554">
                  <c:v>299.20999999999998</c:v>
                </c:pt>
                <c:pt idx="50555">
                  <c:v>49.18</c:v>
                </c:pt>
                <c:pt idx="50556">
                  <c:v>54.98</c:v>
                </c:pt>
                <c:pt idx="50557">
                  <c:v>63.96</c:v>
                </c:pt>
                <c:pt idx="50558">
                  <c:v>96.96</c:v>
                </c:pt>
                <c:pt idx="50559">
                  <c:v>54.98</c:v>
                </c:pt>
                <c:pt idx="50560">
                  <c:v>53.98</c:v>
                </c:pt>
                <c:pt idx="50561">
                  <c:v>59.98</c:v>
                </c:pt>
                <c:pt idx="50562">
                  <c:v>51.98</c:v>
                </c:pt>
                <c:pt idx="50563">
                  <c:v>84.98</c:v>
                </c:pt>
                <c:pt idx="50564">
                  <c:v>50.98</c:v>
                </c:pt>
                <c:pt idx="50565">
                  <c:v>36.49</c:v>
                </c:pt>
                <c:pt idx="50566">
                  <c:v>124.06</c:v>
                </c:pt>
                <c:pt idx="50567">
                  <c:v>110.46</c:v>
                </c:pt>
                <c:pt idx="50568">
                  <c:v>56.97</c:v>
                </c:pt>
                <c:pt idx="50569">
                  <c:v>31.29</c:v>
                </c:pt>
                <c:pt idx="50570">
                  <c:v>46.49</c:v>
                </c:pt>
                <c:pt idx="50571">
                  <c:v>89.98</c:v>
                </c:pt>
                <c:pt idx="50572">
                  <c:v>71.97</c:v>
                </c:pt>
                <c:pt idx="50573">
                  <c:v>27.99</c:v>
                </c:pt>
                <c:pt idx="50574">
                  <c:v>110.78</c:v>
                </c:pt>
                <c:pt idx="50575">
                  <c:v>225.89</c:v>
                </c:pt>
                <c:pt idx="50576">
                  <c:v>95.96</c:v>
                </c:pt>
                <c:pt idx="50577">
                  <c:v>69.650000000000006</c:v>
                </c:pt>
                <c:pt idx="50578">
                  <c:v>97.97</c:v>
                </c:pt>
                <c:pt idx="50579">
                  <c:v>10.48</c:v>
                </c:pt>
                <c:pt idx="50580">
                  <c:v>53.18</c:v>
                </c:pt>
                <c:pt idx="50581">
                  <c:v>95.96</c:v>
                </c:pt>
                <c:pt idx="50582">
                  <c:v>103.96</c:v>
                </c:pt>
                <c:pt idx="50583">
                  <c:v>186.22</c:v>
                </c:pt>
                <c:pt idx="50584">
                  <c:v>95.96</c:v>
                </c:pt>
                <c:pt idx="50585">
                  <c:v>136.96</c:v>
                </c:pt>
                <c:pt idx="50586">
                  <c:v>68.97</c:v>
                </c:pt>
                <c:pt idx="50587">
                  <c:v>55.98</c:v>
                </c:pt>
                <c:pt idx="50588">
                  <c:v>48.48</c:v>
                </c:pt>
                <c:pt idx="50589">
                  <c:v>51.98</c:v>
                </c:pt>
                <c:pt idx="50590">
                  <c:v>57.96</c:v>
                </c:pt>
                <c:pt idx="50591">
                  <c:v>55.98</c:v>
                </c:pt>
                <c:pt idx="50592">
                  <c:v>89.97</c:v>
                </c:pt>
                <c:pt idx="50593">
                  <c:v>89.97</c:v>
                </c:pt>
                <c:pt idx="50594">
                  <c:v>35.590000000000003</c:v>
                </c:pt>
                <c:pt idx="50595">
                  <c:v>119.96</c:v>
                </c:pt>
                <c:pt idx="50596">
                  <c:v>59.96</c:v>
                </c:pt>
                <c:pt idx="50597">
                  <c:v>80.98</c:v>
                </c:pt>
                <c:pt idx="50598">
                  <c:v>65.989999999999995</c:v>
                </c:pt>
                <c:pt idx="50599">
                  <c:v>79.849999999999994</c:v>
                </c:pt>
                <c:pt idx="50600">
                  <c:v>27.98</c:v>
                </c:pt>
                <c:pt idx="50601">
                  <c:v>283.41000000000003</c:v>
                </c:pt>
                <c:pt idx="50602">
                  <c:v>55.98</c:v>
                </c:pt>
                <c:pt idx="50603">
                  <c:v>53.98</c:v>
                </c:pt>
                <c:pt idx="50604">
                  <c:v>131.97999999999999</c:v>
                </c:pt>
                <c:pt idx="50605">
                  <c:v>83.97</c:v>
                </c:pt>
                <c:pt idx="50606">
                  <c:v>75.97</c:v>
                </c:pt>
                <c:pt idx="50607">
                  <c:v>16.29</c:v>
                </c:pt>
                <c:pt idx="50608">
                  <c:v>197.93</c:v>
                </c:pt>
                <c:pt idx="50609">
                  <c:v>259.89999999999998</c:v>
                </c:pt>
                <c:pt idx="50610">
                  <c:v>64.98</c:v>
                </c:pt>
                <c:pt idx="50611">
                  <c:v>91.96</c:v>
                </c:pt>
                <c:pt idx="50612">
                  <c:v>55.98</c:v>
                </c:pt>
                <c:pt idx="50613">
                  <c:v>59.38</c:v>
                </c:pt>
                <c:pt idx="50614">
                  <c:v>55.98</c:v>
                </c:pt>
                <c:pt idx="50615">
                  <c:v>90.96</c:v>
                </c:pt>
                <c:pt idx="50616">
                  <c:v>108.88</c:v>
                </c:pt>
                <c:pt idx="50617">
                  <c:v>59.08</c:v>
                </c:pt>
                <c:pt idx="50618">
                  <c:v>147.44</c:v>
                </c:pt>
                <c:pt idx="50619">
                  <c:v>93.97</c:v>
                </c:pt>
                <c:pt idx="50620">
                  <c:v>31.49</c:v>
                </c:pt>
                <c:pt idx="50621">
                  <c:v>239.92</c:v>
                </c:pt>
                <c:pt idx="50622">
                  <c:v>31.48</c:v>
                </c:pt>
                <c:pt idx="50623">
                  <c:v>28.23</c:v>
                </c:pt>
                <c:pt idx="50624">
                  <c:v>158.94</c:v>
                </c:pt>
                <c:pt idx="50625">
                  <c:v>239.9</c:v>
                </c:pt>
                <c:pt idx="50626">
                  <c:v>159.96</c:v>
                </c:pt>
                <c:pt idx="50627">
                  <c:v>36.29</c:v>
                </c:pt>
                <c:pt idx="50628">
                  <c:v>59.98</c:v>
                </c:pt>
                <c:pt idx="50629">
                  <c:v>29.49</c:v>
                </c:pt>
                <c:pt idx="50630">
                  <c:v>26.45</c:v>
                </c:pt>
                <c:pt idx="50631">
                  <c:v>55.97</c:v>
                </c:pt>
                <c:pt idx="50632">
                  <c:v>77.97</c:v>
                </c:pt>
                <c:pt idx="50633">
                  <c:v>59.98</c:v>
                </c:pt>
                <c:pt idx="50634">
                  <c:v>63.98</c:v>
                </c:pt>
                <c:pt idx="50635">
                  <c:v>59.98</c:v>
                </c:pt>
                <c:pt idx="50636">
                  <c:v>131.97999999999999</c:v>
                </c:pt>
                <c:pt idx="50637">
                  <c:v>55.98</c:v>
                </c:pt>
                <c:pt idx="50638">
                  <c:v>63.98</c:v>
                </c:pt>
                <c:pt idx="50639">
                  <c:v>83.97</c:v>
                </c:pt>
                <c:pt idx="50640">
                  <c:v>52.43</c:v>
                </c:pt>
                <c:pt idx="50641">
                  <c:v>98.96</c:v>
                </c:pt>
                <c:pt idx="50642">
                  <c:v>59.98</c:v>
                </c:pt>
                <c:pt idx="50643">
                  <c:v>59.98</c:v>
                </c:pt>
                <c:pt idx="50644">
                  <c:v>20.49</c:v>
                </c:pt>
                <c:pt idx="50645">
                  <c:v>89.96</c:v>
                </c:pt>
                <c:pt idx="50646">
                  <c:v>53.98</c:v>
                </c:pt>
                <c:pt idx="50647">
                  <c:v>55.98</c:v>
                </c:pt>
                <c:pt idx="50648">
                  <c:v>74.98</c:v>
                </c:pt>
                <c:pt idx="50649">
                  <c:v>59.97</c:v>
                </c:pt>
                <c:pt idx="50650">
                  <c:v>118.78</c:v>
                </c:pt>
                <c:pt idx="50651">
                  <c:v>44.98</c:v>
                </c:pt>
                <c:pt idx="50652">
                  <c:v>49.48</c:v>
                </c:pt>
                <c:pt idx="50653">
                  <c:v>20.49</c:v>
                </c:pt>
                <c:pt idx="50654">
                  <c:v>56.98</c:v>
                </c:pt>
                <c:pt idx="50655">
                  <c:v>135.06</c:v>
                </c:pt>
                <c:pt idx="50656">
                  <c:v>104.94</c:v>
                </c:pt>
                <c:pt idx="50657">
                  <c:v>42.33</c:v>
                </c:pt>
                <c:pt idx="50658">
                  <c:v>53.98</c:v>
                </c:pt>
                <c:pt idx="50659">
                  <c:v>40.29</c:v>
                </c:pt>
                <c:pt idx="50660">
                  <c:v>118.43</c:v>
                </c:pt>
                <c:pt idx="50661">
                  <c:v>133.06</c:v>
                </c:pt>
                <c:pt idx="50662">
                  <c:v>41.49</c:v>
                </c:pt>
                <c:pt idx="50663">
                  <c:v>119.96</c:v>
                </c:pt>
                <c:pt idx="50664">
                  <c:v>53.94</c:v>
                </c:pt>
                <c:pt idx="50665">
                  <c:v>55.98</c:v>
                </c:pt>
                <c:pt idx="50666">
                  <c:v>41.28</c:v>
                </c:pt>
                <c:pt idx="50667">
                  <c:v>103.96</c:v>
                </c:pt>
                <c:pt idx="50668">
                  <c:v>113.47</c:v>
                </c:pt>
                <c:pt idx="50669">
                  <c:v>65.319999999999993</c:v>
                </c:pt>
                <c:pt idx="50670">
                  <c:v>93.16</c:v>
                </c:pt>
                <c:pt idx="50671">
                  <c:v>33.72</c:v>
                </c:pt>
                <c:pt idx="50672">
                  <c:v>51.98</c:v>
                </c:pt>
                <c:pt idx="50673">
                  <c:v>113.96</c:v>
                </c:pt>
                <c:pt idx="50674">
                  <c:v>79.84</c:v>
                </c:pt>
                <c:pt idx="50675">
                  <c:v>55.39</c:v>
                </c:pt>
                <c:pt idx="50676">
                  <c:v>79.98</c:v>
                </c:pt>
                <c:pt idx="50677">
                  <c:v>21.49</c:v>
                </c:pt>
                <c:pt idx="50678">
                  <c:v>46.29</c:v>
                </c:pt>
                <c:pt idx="50679">
                  <c:v>44.98</c:v>
                </c:pt>
                <c:pt idx="50680">
                  <c:v>55.98</c:v>
                </c:pt>
                <c:pt idx="50681">
                  <c:v>83.97</c:v>
                </c:pt>
                <c:pt idx="50682">
                  <c:v>33.479999999999997</c:v>
                </c:pt>
                <c:pt idx="50683">
                  <c:v>59.98</c:v>
                </c:pt>
                <c:pt idx="50684">
                  <c:v>31.49</c:v>
                </c:pt>
                <c:pt idx="50685">
                  <c:v>55.98</c:v>
                </c:pt>
                <c:pt idx="50686">
                  <c:v>95.96</c:v>
                </c:pt>
                <c:pt idx="50687">
                  <c:v>40.270000000000003</c:v>
                </c:pt>
                <c:pt idx="50688">
                  <c:v>59.99</c:v>
                </c:pt>
                <c:pt idx="50689">
                  <c:v>61.69</c:v>
                </c:pt>
                <c:pt idx="50690">
                  <c:v>236.62</c:v>
                </c:pt>
                <c:pt idx="50691">
                  <c:v>71.97</c:v>
                </c:pt>
                <c:pt idx="50692">
                  <c:v>53.97</c:v>
                </c:pt>
                <c:pt idx="50693">
                  <c:v>86.97</c:v>
                </c:pt>
                <c:pt idx="50694">
                  <c:v>74.97</c:v>
                </c:pt>
                <c:pt idx="50695">
                  <c:v>31.49</c:v>
                </c:pt>
                <c:pt idx="50696">
                  <c:v>49.48</c:v>
                </c:pt>
                <c:pt idx="50697">
                  <c:v>55.98</c:v>
                </c:pt>
                <c:pt idx="50698">
                  <c:v>117.95</c:v>
                </c:pt>
                <c:pt idx="50699">
                  <c:v>35.89</c:v>
                </c:pt>
                <c:pt idx="50700">
                  <c:v>49.48</c:v>
                </c:pt>
                <c:pt idx="50701">
                  <c:v>75.97</c:v>
                </c:pt>
                <c:pt idx="50702">
                  <c:v>131.97999999999999</c:v>
                </c:pt>
                <c:pt idx="50703">
                  <c:v>54.98</c:v>
                </c:pt>
                <c:pt idx="50704">
                  <c:v>88.57</c:v>
                </c:pt>
                <c:pt idx="50705">
                  <c:v>24.49</c:v>
                </c:pt>
                <c:pt idx="50706">
                  <c:v>79.97</c:v>
                </c:pt>
                <c:pt idx="50707">
                  <c:v>29.49</c:v>
                </c:pt>
                <c:pt idx="50708">
                  <c:v>51.98</c:v>
                </c:pt>
                <c:pt idx="50709">
                  <c:v>55.98</c:v>
                </c:pt>
                <c:pt idx="50710">
                  <c:v>89.97</c:v>
                </c:pt>
                <c:pt idx="50711">
                  <c:v>53.98</c:v>
                </c:pt>
                <c:pt idx="50712">
                  <c:v>78.97</c:v>
                </c:pt>
                <c:pt idx="50713">
                  <c:v>42.3</c:v>
                </c:pt>
                <c:pt idx="50714">
                  <c:v>65.989999999999995</c:v>
                </c:pt>
                <c:pt idx="50715">
                  <c:v>120.98</c:v>
                </c:pt>
                <c:pt idx="50716">
                  <c:v>54.99</c:v>
                </c:pt>
                <c:pt idx="50717">
                  <c:v>57.98</c:v>
                </c:pt>
                <c:pt idx="50718">
                  <c:v>121.97</c:v>
                </c:pt>
                <c:pt idx="50719">
                  <c:v>39.49</c:v>
                </c:pt>
                <c:pt idx="50720">
                  <c:v>82.86</c:v>
                </c:pt>
                <c:pt idx="50721">
                  <c:v>71.97</c:v>
                </c:pt>
                <c:pt idx="50722">
                  <c:v>139.94999999999999</c:v>
                </c:pt>
                <c:pt idx="50723">
                  <c:v>55.64</c:v>
                </c:pt>
                <c:pt idx="50724">
                  <c:v>79.989999999999995</c:v>
                </c:pt>
                <c:pt idx="50725">
                  <c:v>111.96</c:v>
                </c:pt>
                <c:pt idx="50726">
                  <c:v>59.98</c:v>
                </c:pt>
                <c:pt idx="50727">
                  <c:v>28.27</c:v>
                </c:pt>
                <c:pt idx="50728">
                  <c:v>81.05</c:v>
                </c:pt>
                <c:pt idx="50729">
                  <c:v>71.97</c:v>
                </c:pt>
                <c:pt idx="50730">
                  <c:v>77.97</c:v>
                </c:pt>
                <c:pt idx="50731">
                  <c:v>116.42</c:v>
                </c:pt>
                <c:pt idx="50732">
                  <c:v>32.65</c:v>
                </c:pt>
                <c:pt idx="50733">
                  <c:v>89.97</c:v>
                </c:pt>
                <c:pt idx="50734">
                  <c:v>53.98</c:v>
                </c:pt>
                <c:pt idx="50735">
                  <c:v>65.989999999999995</c:v>
                </c:pt>
                <c:pt idx="50736">
                  <c:v>31.49</c:v>
                </c:pt>
                <c:pt idx="50737">
                  <c:v>55.98</c:v>
                </c:pt>
                <c:pt idx="50738">
                  <c:v>61.69</c:v>
                </c:pt>
                <c:pt idx="50739">
                  <c:v>89.97</c:v>
                </c:pt>
                <c:pt idx="50740">
                  <c:v>157.44</c:v>
                </c:pt>
                <c:pt idx="50741">
                  <c:v>85.47</c:v>
                </c:pt>
                <c:pt idx="50742">
                  <c:v>56.98</c:v>
                </c:pt>
                <c:pt idx="50743">
                  <c:v>31.48</c:v>
                </c:pt>
                <c:pt idx="50744">
                  <c:v>119.96</c:v>
                </c:pt>
                <c:pt idx="50745">
                  <c:v>51.29</c:v>
                </c:pt>
                <c:pt idx="50746">
                  <c:v>-65.989999999999995</c:v>
                </c:pt>
                <c:pt idx="50747">
                  <c:v>146.94999999999999</c:v>
                </c:pt>
                <c:pt idx="50748">
                  <c:v>109.94</c:v>
                </c:pt>
                <c:pt idx="50749">
                  <c:v>53.98</c:v>
                </c:pt>
                <c:pt idx="50750">
                  <c:v>92.96</c:v>
                </c:pt>
                <c:pt idx="50751">
                  <c:v>85.47</c:v>
                </c:pt>
                <c:pt idx="50752">
                  <c:v>40.49</c:v>
                </c:pt>
                <c:pt idx="50753">
                  <c:v>58.97</c:v>
                </c:pt>
                <c:pt idx="50754">
                  <c:v>-68.959999999999994</c:v>
                </c:pt>
                <c:pt idx="50755">
                  <c:v>76.209999999999994</c:v>
                </c:pt>
                <c:pt idx="50756">
                  <c:v>49.58</c:v>
                </c:pt>
                <c:pt idx="50757">
                  <c:v>50.98</c:v>
                </c:pt>
                <c:pt idx="50758">
                  <c:v>55.98</c:v>
                </c:pt>
                <c:pt idx="50759">
                  <c:v>51.98</c:v>
                </c:pt>
                <c:pt idx="50760">
                  <c:v>133.47</c:v>
                </c:pt>
                <c:pt idx="50761">
                  <c:v>111.96</c:v>
                </c:pt>
                <c:pt idx="50762">
                  <c:v>102.94</c:v>
                </c:pt>
                <c:pt idx="50763">
                  <c:v>63.78</c:v>
                </c:pt>
                <c:pt idx="50764">
                  <c:v>16.489999999999998</c:v>
                </c:pt>
                <c:pt idx="50765">
                  <c:v>149.94999999999999</c:v>
                </c:pt>
                <c:pt idx="50766">
                  <c:v>170.56</c:v>
                </c:pt>
                <c:pt idx="50767">
                  <c:v>101.97</c:v>
                </c:pt>
                <c:pt idx="50768">
                  <c:v>103.65</c:v>
                </c:pt>
                <c:pt idx="50769">
                  <c:v>96.97</c:v>
                </c:pt>
                <c:pt idx="50770">
                  <c:v>83.97</c:v>
                </c:pt>
                <c:pt idx="50771">
                  <c:v>131.97999999999999</c:v>
                </c:pt>
                <c:pt idx="50772">
                  <c:v>39.29</c:v>
                </c:pt>
                <c:pt idx="50773">
                  <c:v>69.989999999999995</c:v>
                </c:pt>
                <c:pt idx="50774">
                  <c:v>51.98</c:v>
                </c:pt>
                <c:pt idx="50775">
                  <c:v>51.98</c:v>
                </c:pt>
                <c:pt idx="50776">
                  <c:v>65.989999999999995</c:v>
                </c:pt>
                <c:pt idx="50777">
                  <c:v>233.91</c:v>
                </c:pt>
                <c:pt idx="50778">
                  <c:v>59.98</c:v>
                </c:pt>
                <c:pt idx="50779">
                  <c:v>66.53</c:v>
                </c:pt>
                <c:pt idx="50780">
                  <c:v>28.49</c:v>
                </c:pt>
                <c:pt idx="50781">
                  <c:v>65.7</c:v>
                </c:pt>
                <c:pt idx="50782">
                  <c:v>111.96</c:v>
                </c:pt>
                <c:pt idx="50783">
                  <c:v>105.96</c:v>
                </c:pt>
                <c:pt idx="50784">
                  <c:v>30.23</c:v>
                </c:pt>
                <c:pt idx="50785">
                  <c:v>111.96</c:v>
                </c:pt>
                <c:pt idx="50786">
                  <c:v>79.849999999999994</c:v>
                </c:pt>
                <c:pt idx="50787">
                  <c:v>83.98</c:v>
                </c:pt>
                <c:pt idx="50788">
                  <c:v>119.96</c:v>
                </c:pt>
                <c:pt idx="50789">
                  <c:v>116.96</c:v>
                </c:pt>
                <c:pt idx="50790">
                  <c:v>25.74</c:v>
                </c:pt>
                <c:pt idx="50791">
                  <c:v>17.489999999999998</c:v>
                </c:pt>
                <c:pt idx="50792">
                  <c:v>77.48</c:v>
                </c:pt>
                <c:pt idx="50793">
                  <c:v>115.97</c:v>
                </c:pt>
                <c:pt idx="50794">
                  <c:v>50.98</c:v>
                </c:pt>
                <c:pt idx="50795">
                  <c:v>103.96</c:v>
                </c:pt>
                <c:pt idx="50796">
                  <c:v>59.97</c:v>
                </c:pt>
                <c:pt idx="50797">
                  <c:v>117.71</c:v>
                </c:pt>
                <c:pt idx="50798">
                  <c:v>49.28</c:v>
                </c:pt>
                <c:pt idx="50799">
                  <c:v>19.27</c:v>
                </c:pt>
                <c:pt idx="50800">
                  <c:v>103.96</c:v>
                </c:pt>
                <c:pt idx="50801">
                  <c:v>106.95</c:v>
                </c:pt>
                <c:pt idx="50802">
                  <c:v>74.67</c:v>
                </c:pt>
                <c:pt idx="50803">
                  <c:v>71.37</c:v>
                </c:pt>
                <c:pt idx="50804">
                  <c:v>26.69</c:v>
                </c:pt>
                <c:pt idx="50805">
                  <c:v>52.69</c:v>
                </c:pt>
                <c:pt idx="50806">
                  <c:v>107.77</c:v>
                </c:pt>
                <c:pt idx="50807">
                  <c:v>50.98</c:v>
                </c:pt>
                <c:pt idx="50808">
                  <c:v>91.95</c:v>
                </c:pt>
                <c:pt idx="50809">
                  <c:v>79.98</c:v>
                </c:pt>
                <c:pt idx="50810">
                  <c:v>89.98</c:v>
                </c:pt>
                <c:pt idx="50811">
                  <c:v>59.39</c:v>
                </c:pt>
                <c:pt idx="50812">
                  <c:v>65.989999999999995</c:v>
                </c:pt>
                <c:pt idx="50813">
                  <c:v>59.98</c:v>
                </c:pt>
                <c:pt idx="50814">
                  <c:v>59.98</c:v>
                </c:pt>
                <c:pt idx="50815">
                  <c:v>90.73</c:v>
                </c:pt>
                <c:pt idx="50816">
                  <c:v>139.94999999999999</c:v>
                </c:pt>
                <c:pt idx="50817">
                  <c:v>70.400000000000006</c:v>
                </c:pt>
                <c:pt idx="50818">
                  <c:v>55.97</c:v>
                </c:pt>
                <c:pt idx="50819">
                  <c:v>83.97</c:v>
                </c:pt>
                <c:pt idx="50820">
                  <c:v>37.47</c:v>
                </c:pt>
                <c:pt idx="50821">
                  <c:v>33.86</c:v>
                </c:pt>
                <c:pt idx="50822">
                  <c:v>49.99</c:v>
                </c:pt>
                <c:pt idx="50823">
                  <c:v>152.13999999999999</c:v>
                </c:pt>
                <c:pt idx="50824">
                  <c:v>55.39</c:v>
                </c:pt>
                <c:pt idx="50825">
                  <c:v>29.49</c:v>
                </c:pt>
                <c:pt idx="50826">
                  <c:v>99.98</c:v>
                </c:pt>
                <c:pt idx="50827">
                  <c:v>16.920000000000002</c:v>
                </c:pt>
                <c:pt idx="50828">
                  <c:v>115.96</c:v>
                </c:pt>
                <c:pt idx="50829">
                  <c:v>16.29</c:v>
                </c:pt>
                <c:pt idx="50830">
                  <c:v>61.53</c:v>
                </c:pt>
                <c:pt idx="50831">
                  <c:v>78.62</c:v>
                </c:pt>
                <c:pt idx="50832">
                  <c:v>115.96</c:v>
                </c:pt>
                <c:pt idx="50833">
                  <c:v>139.11000000000001</c:v>
                </c:pt>
                <c:pt idx="50834">
                  <c:v>59.99</c:v>
                </c:pt>
                <c:pt idx="50835">
                  <c:v>61.98</c:v>
                </c:pt>
                <c:pt idx="50836">
                  <c:v>36.49</c:v>
                </c:pt>
                <c:pt idx="50837">
                  <c:v>95.94</c:v>
                </c:pt>
                <c:pt idx="50838">
                  <c:v>120.98</c:v>
                </c:pt>
                <c:pt idx="50839">
                  <c:v>64.48</c:v>
                </c:pt>
                <c:pt idx="50840">
                  <c:v>28.29</c:v>
                </c:pt>
                <c:pt idx="50841">
                  <c:v>56.97</c:v>
                </c:pt>
                <c:pt idx="50842">
                  <c:v>107.94</c:v>
                </c:pt>
                <c:pt idx="50843">
                  <c:v>131.97999999999999</c:v>
                </c:pt>
                <c:pt idx="50844">
                  <c:v>89.98</c:v>
                </c:pt>
                <c:pt idx="50845">
                  <c:v>51.98</c:v>
                </c:pt>
                <c:pt idx="50846">
                  <c:v>16.29</c:v>
                </c:pt>
                <c:pt idx="50847">
                  <c:v>64.98</c:v>
                </c:pt>
                <c:pt idx="50848">
                  <c:v>89.97</c:v>
                </c:pt>
                <c:pt idx="50849">
                  <c:v>26.69</c:v>
                </c:pt>
                <c:pt idx="50850">
                  <c:v>58.28</c:v>
                </c:pt>
                <c:pt idx="50851">
                  <c:v>103.61</c:v>
                </c:pt>
                <c:pt idx="50852">
                  <c:v>163.91</c:v>
                </c:pt>
                <c:pt idx="50853">
                  <c:v>51.96</c:v>
                </c:pt>
                <c:pt idx="50854">
                  <c:v>54.98</c:v>
                </c:pt>
                <c:pt idx="50855">
                  <c:v>319.91000000000003</c:v>
                </c:pt>
                <c:pt idx="50856">
                  <c:v>119.96</c:v>
                </c:pt>
                <c:pt idx="50857">
                  <c:v>65.989999999999995</c:v>
                </c:pt>
                <c:pt idx="50858">
                  <c:v>50.98</c:v>
                </c:pt>
                <c:pt idx="50859">
                  <c:v>78.98</c:v>
                </c:pt>
                <c:pt idx="50860">
                  <c:v>156.51</c:v>
                </c:pt>
                <c:pt idx="50861">
                  <c:v>135.97999999999999</c:v>
                </c:pt>
                <c:pt idx="50862">
                  <c:v>46.49</c:v>
                </c:pt>
                <c:pt idx="50863">
                  <c:v>89.97</c:v>
                </c:pt>
                <c:pt idx="50864">
                  <c:v>59.98</c:v>
                </c:pt>
                <c:pt idx="50865">
                  <c:v>156.97</c:v>
                </c:pt>
                <c:pt idx="50866">
                  <c:v>126.99</c:v>
                </c:pt>
                <c:pt idx="50867">
                  <c:v>127.16</c:v>
                </c:pt>
                <c:pt idx="50868">
                  <c:v>233.91</c:v>
                </c:pt>
                <c:pt idx="50869">
                  <c:v>87.97</c:v>
                </c:pt>
                <c:pt idx="50870">
                  <c:v>159.69999999999999</c:v>
                </c:pt>
                <c:pt idx="50871">
                  <c:v>55.98</c:v>
                </c:pt>
                <c:pt idx="50872">
                  <c:v>27.49</c:v>
                </c:pt>
                <c:pt idx="50873">
                  <c:v>112.18</c:v>
                </c:pt>
                <c:pt idx="50874">
                  <c:v>55.61</c:v>
                </c:pt>
                <c:pt idx="50875">
                  <c:v>131.97999999999999</c:v>
                </c:pt>
                <c:pt idx="50876">
                  <c:v>54.99</c:v>
                </c:pt>
                <c:pt idx="50877">
                  <c:v>65.989999999999995</c:v>
                </c:pt>
                <c:pt idx="50878">
                  <c:v>400.44</c:v>
                </c:pt>
                <c:pt idx="50879">
                  <c:v>94.94</c:v>
                </c:pt>
                <c:pt idx="50880">
                  <c:v>83.97</c:v>
                </c:pt>
                <c:pt idx="50881">
                  <c:v>55.98</c:v>
                </c:pt>
                <c:pt idx="50882">
                  <c:v>51.98</c:v>
                </c:pt>
                <c:pt idx="50883">
                  <c:v>119.96</c:v>
                </c:pt>
                <c:pt idx="50884">
                  <c:v>99.99</c:v>
                </c:pt>
                <c:pt idx="50885">
                  <c:v>207.92</c:v>
                </c:pt>
                <c:pt idx="50886">
                  <c:v>51.98</c:v>
                </c:pt>
                <c:pt idx="50887">
                  <c:v>119.96</c:v>
                </c:pt>
                <c:pt idx="50888">
                  <c:v>53.94</c:v>
                </c:pt>
                <c:pt idx="50889">
                  <c:v>203.92</c:v>
                </c:pt>
                <c:pt idx="50890">
                  <c:v>84.68</c:v>
                </c:pt>
                <c:pt idx="50891">
                  <c:v>74.959999999999994</c:v>
                </c:pt>
                <c:pt idx="50892">
                  <c:v>53.98</c:v>
                </c:pt>
                <c:pt idx="50893">
                  <c:v>49.27</c:v>
                </c:pt>
                <c:pt idx="50894">
                  <c:v>91.47</c:v>
                </c:pt>
                <c:pt idx="50895">
                  <c:v>40.29</c:v>
                </c:pt>
                <c:pt idx="50896">
                  <c:v>51.96</c:v>
                </c:pt>
                <c:pt idx="50897">
                  <c:v>158.46</c:v>
                </c:pt>
                <c:pt idx="50898">
                  <c:v>54.99</c:v>
                </c:pt>
                <c:pt idx="50899">
                  <c:v>55.64</c:v>
                </c:pt>
                <c:pt idx="50900">
                  <c:v>62.97</c:v>
                </c:pt>
                <c:pt idx="50901">
                  <c:v>103.78</c:v>
                </c:pt>
                <c:pt idx="50902">
                  <c:v>49.48</c:v>
                </c:pt>
                <c:pt idx="50903">
                  <c:v>79.989999999999995</c:v>
                </c:pt>
                <c:pt idx="50904">
                  <c:v>55.98</c:v>
                </c:pt>
                <c:pt idx="50905">
                  <c:v>134.47</c:v>
                </c:pt>
                <c:pt idx="50906">
                  <c:v>77.97</c:v>
                </c:pt>
                <c:pt idx="50907">
                  <c:v>14.29</c:v>
                </c:pt>
                <c:pt idx="50908">
                  <c:v>54.99</c:v>
                </c:pt>
                <c:pt idx="50909">
                  <c:v>111.96</c:v>
                </c:pt>
                <c:pt idx="50910">
                  <c:v>60.99</c:v>
                </c:pt>
                <c:pt idx="50911">
                  <c:v>48.58</c:v>
                </c:pt>
                <c:pt idx="50912">
                  <c:v>44.73</c:v>
                </c:pt>
                <c:pt idx="50913">
                  <c:v>278.92</c:v>
                </c:pt>
                <c:pt idx="50914">
                  <c:v>18.11</c:v>
                </c:pt>
                <c:pt idx="50915">
                  <c:v>55.98</c:v>
                </c:pt>
                <c:pt idx="50916">
                  <c:v>79.989999999999995</c:v>
                </c:pt>
                <c:pt idx="50917">
                  <c:v>53.98</c:v>
                </c:pt>
                <c:pt idx="50918">
                  <c:v>53.98</c:v>
                </c:pt>
                <c:pt idx="50919">
                  <c:v>77.97</c:v>
                </c:pt>
                <c:pt idx="50920">
                  <c:v>55.98</c:v>
                </c:pt>
                <c:pt idx="50921">
                  <c:v>72.58</c:v>
                </c:pt>
                <c:pt idx="50922">
                  <c:v>59.98</c:v>
                </c:pt>
                <c:pt idx="50923">
                  <c:v>123.46</c:v>
                </c:pt>
                <c:pt idx="50924">
                  <c:v>163.04</c:v>
                </c:pt>
                <c:pt idx="50925">
                  <c:v>59.98</c:v>
                </c:pt>
                <c:pt idx="50926">
                  <c:v>59.96</c:v>
                </c:pt>
                <c:pt idx="50927">
                  <c:v>55.98</c:v>
                </c:pt>
                <c:pt idx="50928">
                  <c:v>180.93</c:v>
                </c:pt>
                <c:pt idx="50929">
                  <c:v>120.98</c:v>
                </c:pt>
                <c:pt idx="50930">
                  <c:v>61.69</c:v>
                </c:pt>
                <c:pt idx="50931">
                  <c:v>131.97999999999999</c:v>
                </c:pt>
                <c:pt idx="50932">
                  <c:v>49.48</c:v>
                </c:pt>
                <c:pt idx="50933">
                  <c:v>109.78</c:v>
                </c:pt>
                <c:pt idx="50934">
                  <c:v>41.49</c:v>
                </c:pt>
                <c:pt idx="50935">
                  <c:v>83.96</c:v>
                </c:pt>
                <c:pt idx="50936">
                  <c:v>43.52</c:v>
                </c:pt>
                <c:pt idx="50937">
                  <c:v>56.97</c:v>
                </c:pt>
                <c:pt idx="50938">
                  <c:v>274.33</c:v>
                </c:pt>
                <c:pt idx="50939">
                  <c:v>139.96</c:v>
                </c:pt>
                <c:pt idx="50940">
                  <c:v>229.06</c:v>
                </c:pt>
                <c:pt idx="50941">
                  <c:v>52.98</c:v>
                </c:pt>
                <c:pt idx="50942">
                  <c:v>75.959999999999994</c:v>
                </c:pt>
                <c:pt idx="50943">
                  <c:v>55.39</c:v>
                </c:pt>
                <c:pt idx="50944">
                  <c:v>102.83</c:v>
                </c:pt>
                <c:pt idx="50945">
                  <c:v>96.46</c:v>
                </c:pt>
                <c:pt idx="50946">
                  <c:v>59.99</c:v>
                </c:pt>
                <c:pt idx="50947">
                  <c:v>48.28</c:v>
                </c:pt>
                <c:pt idx="50948">
                  <c:v>134.29</c:v>
                </c:pt>
                <c:pt idx="50949">
                  <c:v>65.33</c:v>
                </c:pt>
                <c:pt idx="50950">
                  <c:v>65.459999999999994</c:v>
                </c:pt>
                <c:pt idx="50951">
                  <c:v>133.94999999999999</c:v>
                </c:pt>
                <c:pt idx="50952">
                  <c:v>119.96</c:v>
                </c:pt>
                <c:pt idx="50953">
                  <c:v>130.94</c:v>
                </c:pt>
                <c:pt idx="50954">
                  <c:v>107.96</c:v>
                </c:pt>
                <c:pt idx="50955">
                  <c:v>16.489999999999998</c:v>
                </c:pt>
                <c:pt idx="50956">
                  <c:v>51.98</c:v>
                </c:pt>
                <c:pt idx="50957">
                  <c:v>65.989999999999995</c:v>
                </c:pt>
                <c:pt idx="50958">
                  <c:v>16.489999999999998</c:v>
                </c:pt>
                <c:pt idx="50959">
                  <c:v>69.95</c:v>
                </c:pt>
                <c:pt idx="50960">
                  <c:v>77.400000000000006</c:v>
                </c:pt>
                <c:pt idx="50961">
                  <c:v>105.98</c:v>
                </c:pt>
                <c:pt idx="50962">
                  <c:v>31.49</c:v>
                </c:pt>
                <c:pt idx="50963">
                  <c:v>65.989999999999995</c:v>
                </c:pt>
                <c:pt idx="50964">
                  <c:v>75.16</c:v>
                </c:pt>
                <c:pt idx="50965">
                  <c:v>53.98</c:v>
                </c:pt>
                <c:pt idx="50966">
                  <c:v>65.989999999999995</c:v>
                </c:pt>
                <c:pt idx="50967">
                  <c:v>185.95</c:v>
                </c:pt>
                <c:pt idx="50968">
                  <c:v>16.940000000000001</c:v>
                </c:pt>
                <c:pt idx="50969">
                  <c:v>31.44</c:v>
                </c:pt>
                <c:pt idx="50970">
                  <c:v>74.069999999999993</c:v>
                </c:pt>
                <c:pt idx="50971">
                  <c:v>31.49</c:v>
                </c:pt>
                <c:pt idx="50972">
                  <c:v>51.98</c:v>
                </c:pt>
                <c:pt idx="50973">
                  <c:v>33.86</c:v>
                </c:pt>
                <c:pt idx="50974">
                  <c:v>107.91</c:v>
                </c:pt>
                <c:pt idx="50975">
                  <c:v>16.489999999999998</c:v>
                </c:pt>
                <c:pt idx="50976">
                  <c:v>102.83</c:v>
                </c:pt>
                <c:pt idx="50977">
                  <c:v>64.48</c:v>
                </c:pt>
                <c:pt idx="50978">
                  <c:v>54.96</c:v>
                </c:pt>
                <c:pt idx="50979">
                  <c:v>59.95</c:v>
                </c:pt>
                <c:pt idx="50980">
                  <c:v>94.34</c:v>
                </c:pt>
                <c:pt idx="50981">
                  <c:v>59.98</c:v>
                </c:pt>
                <c:pt idx="50982">
                  <c:v>167.94</c:v>
                </c:pt>
                <c:pt idx="50983">
                  <c:v>141.46</c:v>
                </c:pt>
                <c:pt idx="50984">
                  <c:v>119.96</c:v>
                </c:pt>
                <c:pt idx="50985">
                  <c:v>99.98</c:v>
                </c:pt>
                <c:pt idx="50986">
                  <c:v>49.48</c:v>
                </c:pt>
                <c:pt idx="50987">
                  <c:v>156.11000000000001</c:v>
                </c:pt>
                <c:pt idx="50988">
                  <c:v>49.38</c:v>
                </c:pt>
                <c:pt idx="50989">
                  <c:v>57.98</c:v>
                </c:pt>
                <c:pt idx="50990">
                  <c:v>59.97</c:v>
                </c:pt>
                <c:pt idx="50991">
                  <c:v>115.13</c:v>
                </c:pt>
                <c:pt idx="50992">
                  <c:v>56.97</c:v>
                </c:pt>
                <c:pt idx="50993">
                  <c:v>55.42</c:v>
                </c:pt>
                <c:pt idx="50994">
                  <c:v>111.96</c:v>
                </c:pt>
                <c:pt idx="50995">
                  <c:v>91.47</c:v>
                </c:pt>
                <c:pt idx="50996">
                  <c:v>71.63</c:v>
                </c:pt>
                <c:pt idx="50997">
                  <c:v>82.97</c:v>
                </c:pt>
                <c:pt idx="50998">
                  <c:v>59.98</c:v>
                </c:pt>
                <c:pt idx="50999">
                  <c:v>36.08</c:v>
                </c:pt>
                <c:pt idx="51000">
                  <c:v>34.979999999999997</c:v>
                </c:pt>
                <c:pt idx="51001">
                  <c:v>51.98</c:v>
                </c:pt>
                <c:pt idx="51002">
                  <c:v>55.98</c:v>
                </c:pt>
                <c:pt idx="51003">
                  <c:v>66.98</c:v>
                </c:pt>
                <c:pt idx="51004">
                  <c:v>65.989999999999995</c:v>
                </c:pt>
                <c:pt idx="51005">
                  <c:v>77.94</c:v>
                </c:pt>
                <c:pt idx="51006">
                  <c:v>74.98</c:v>
                </c:pt>
                <c:pt idx="51007">
                  <c:v>89.97</c:v>
                </c:pt>
                <c:pt idx="51008">
                  <c:v>85.97</c:v>
                </c:pt>
                <c:pt idx="51009">
                  <c:v>71.349999999999994</c:v>
                </c:pt>
                <c:pt idx="51010">
                  <c:v>-16.29</c:v>
                </c:pt>
                <c:pt idx="51011">
                  <c:v>71.97</c:v>
                </c:pt>
                <c:pt idx="51012">
                  <c:v>79.989999999999995</c:v>
                </c:pt>
                <c:pt idx="51013">
                  <c:v>67.739999999999995</c:v>
                </c:pt>
                <c:pt idx="51014">
                  <c:v>48.98</c:v>
                </c:pt>
                <c:pt idx="51015">
                  <c:v>71.97</c:v>
                </c:pt>
                <c:pt idx="51016">
                  <c:v>-23.81</c:v>
                </c:pt>
                <c:pt idx="51017">
                  <c:v>206.94</c:v>
                </c:pt>
                <c:pt idx="51018">
                  <c:v>49.48</c:v>
                </c:pt>
                <c:pt idx="51019">
                  <c:v>137.94999999999999</c:v>
                </c:pt>
                <c:pt idx="51020">
                  <c:v>89.97</c:v>
                </c:pt>
                <c:pt idx="51021">
                  <c:v>57.98</c:v>
                </c:pt>
                <c:pt idx="51022">
                  <c:v>107.91</c:v>
                </c:pt>
                <c:pt idx="51023">
                  <c:v>62.47</c:v>
                </c:pt>
                <c:pt idx="51024">
                  <c:v>26.49</c:v>
                </c:pt>
                <c:pt idx="51025">
                  <c:v>62.58</c:v>
                </c:pt>
                <c:pt idx="51026">
                  <c:v>43.54</c:v>
                </c:pt>
                <c:pt idx="51027">
                  <c:v>52.12</c:v>
                </c:pt>
                <c:pt idx="51028">
                  <c:v>31.49</c:v>
                </c:pt>
                <c:pt idx="51029">
                  <c:v>99.42</c:v>
                </c:pt>
                <c:pt idx="51030">
                  <c:v>68.48</c:v>
                </c:pt>
                <c:pt idx="51031">
                  <c:v>56.98</c:v>
                </c:pt>
                <c:pt idx="51032">
                  <c:v>103.96</c:v>
                </c:pt>
                <c:pt idx="51033">
                  <c:v>95.96</c:v>
                </c:pt>
                <c:pt idx="51034">
                  <c:v>-55.96</c:v>
                </c:pt>
                <c:pt idx="51035">
                  <c:v>55.98</c:v>
                </c:pt>
                <c:pt idx="51036">
                  <c:v>22.49</c:v>
                </c:pt>
                <c:pt idx="51037">
                  <c:v>97.96</c:v>
                </c:pt>
                <c:pt idx="51038">
                  <c:v>51.98</c:v>
                </c:pt>
                <c:pt idx="51039">
                  <c:v>59.98</c:v>
                </c:pt>
                <c:pt idx="51040">
                  <c:v>138.94999999999999</c:v>
                </c:pt>
                <c:pt idx="51041">
                  <c:v>563.9</c:v>
                </c:pt>
                <c:pt idx="51042">
                  <c:v>55.98</c:v>
                </c:pt>
                <c:pt idx="51043">
                  <c:v>30.49</c:v>
                </c:pt>
                <c:pt idx="51044">
                  <c:v>55.98</c:v>
                </c:pt>
                <c:pt idx="51045">
                  <c:v>55.98</c:v>
                </c:pt>
                <c:pt idx="51046">
                  <c:v>89.94</c:v>
                </c:pt>
                <c:pt idx="51047">
                  <c:v>53.97</c:v>
                </c:pt>
                <c:pt idx="51048">
                  <c:v>199.92</c:v>
                </c:pt>
                <c:pt idx="51049">
                  <c:v>124.95</c:v>
                </c:pt>
                <c:pt idx="51050">
                  <c:v>78.62</c:v>
                </c:pt>
                <c:pt idx="51051">
                  <c:v>77.97</c:v>
                </c:pt>
                <c:pt idx="51052">
                  <c:v>119.98</c:v>
                </c:pt>
                <c:pt idx="51053">
                  <c:v>36.49</c:v>
                </c:pt>
                <c:pt idx="51054">
                  <c:v>56.97</c:v>
                </c:pt>
                <c:pt idx="51055">
                  <c:v>34.18</c:v>
                </c:pt>
                <c:pt idx="51056">
                  <c:v>96.98</c:v>
                </c:pt>
                <c:pt idx="51057">
                  <c:v>26.69</c:v>
                </c:pt>
                <c:pt idx="51058">
                  <c:v>57.98</c:v>
                </c:pt>
                <c:pt idx="51059">
                  <c:v>52.48</c:v>
                </c:pt>
                <c:pt idx="51060">
                  <c:v>31.09</c:v>
                </c:pt>
                <c:pt idx="51061">
                  <c:v>89.95</c:v>
                </c:pt>
                <c:pt idx="51062">
                  <c:v>71.989999999999995</c:v>
                </c:pt>
                <c:pt idx="51063">
                  <c:v>57.97</c:v>
                </c:pt>
                <c:pt idx="51064">
                  <c:v>14.17</c:v>
                </c:pt>
                <c:pt idx="51065">
                  <c:v>89.98</c:v>
                </c:pt>
                <c:pt idx="51066">
                  <c:v>70.17</c:v>
                </c:pt>
                <c:pt idx="51067">
                  <c:v>65.989999999999995</c:v>
                </c:pt>
                <c:pt idx="51068">
                  <c:v>51.96</c:v>
                </c:pt>
                <c:pt idx="51069">
                  <c:v>51.98</c:v>
                </c:pt>
                <c:pt idx="51070">
                  <c:v>68.97</c:v>
                </c:pt>
                <c:pt idx="51071">
                  <c:v>64.98</c:v>
                </c:pt>
                <c:pt idx="51072">
                  <c:v>107.96</c:v>
                </c:pt>
                <c:pt idx="51073">
                  <c:v>115.96</c:v>
                </c:pt>
                <c:pt idx="51074">
                  <c:v>28.29</c:v>
                </c:pt>
                <c:pt idx="51075">
                  <c:v>72.58</c:v>
                </c:pt>
                <c:pt idx="51076">
                  <c:v>31.94</c:v>
                </c:pt>
                <c:pt idx="51077">
                  <c:v>25.28</c:v>
                </c:pt>
                <c:pt idx="51078">
                  <c:v>46.28</c:v>
                </c:pt>
                <c:pt idx="51079">
                  <c:v>84.98</c:v>
                </c:pt>
                <c:pt idx="51080">
                  <c:v>94.34</c:v>
                </c:pt>
                <c:pt idx="51081">
                  <c:v>152.46</c:v>
                </c:pt>
                <c:pt idx="51082">
                  <c:v>53.98</c:v>
                </c:pt>
                <c:pt idx="51083">
                  <c:v>53.98</c:v>
                </c:pt>
                <c:pt idx="51084">
                  <c:v>57.76</c:v>
                </c:pt>
                <c:pt idx="51085">
                  <c:v>55.39</c:v>
                </c:pt>
                <c:pt idx="51086">
                  <c:v>53.98</c:v>
                </c:pt>
                <c:pt idx="51087">
                  <c:v>91.93</c:v>
                </c:pt>
                <c:pt idx="51088">
                  <c:v>99.98</c:v>
                </c:pt>
                <c:pt idx="51089">
                  <c:v>181.93</c:v>
                </c:pt>
                <c:pt idx="51090">
                  <c:v>59.98</c:v>
                </c:pt>
                <c:pt idx="51091">
                  <c:v>59.98</c:v>
                </c:pt>
                <c:pt idx="51092">
                  <c:v>31.48</c:v>
                </c:pt>
                <c:pt idx="51093">
                  <c:v>55.98</c:v>
                </c:pt>
                <c:pt idx="51094">
                  <c:v>58.93</c:v>
                </c:pt>
                <c:pt idx="51095">
                  <c:v>214.13</c:v>
                </c:pt>
                <c:pt idx="51096">
                  <c:v>82.62</c:v>
                </c:pt>
                <c:pt idx="51097">
                  <c:v>63.97</c:v>
                </c:pt>
                <c:pt idx="51098">
                  <c:v>60.99</c:v>
                </c:pt>
                <c:pt idx="51099">
                  <c:v>197.97</c:v>
                </c:pt>
                <c:pt idx="51100">
                  <c:v>131.97999999999999</c:v>
                </c:pt>
                <c:pt idx="51101">
                  <c:v>60.97</c:v>
                </c:pt>
                <c:pt idx="51102">
                  <c:v>54.65</c:v>
                </c:pt>
                <c:pt idx="51103">
                  <c:v>83.97</c:v>
                </c:pt>
                <c:pt idx="51104">
                  <c:v>55.98</c:v>
                </c:pt>
                <c:pt idx="51105">
                  <c:v>69.98</c:v>
                </c:pt>
                <c:pt idx="51106">
                  <c:v>59.47</c:v>
                </c:pt>
                <c:pt idx="51107">
                  <c:v>49.99</c:v>
                </c:pt>
                <c:pt idx="51108">
                  <c:v>71.98</c:v>
                </c:pt>
                <c:pt idx="51109">
                  <c:v>107.96</c:v>
                </c:pt>
                <c:pt idx="51110">
                  <c:v>43.28</c:v>
                </c:pt>
                <c:pt idx="51111">
                  <c:v>197.97</c:v>
                </c:pt>
                <c:pt idx="51112">
                  <c:v>119.96</c:v>
                </c:pt>
                <c:pt idx="51113">
                  <c:v>65.989999999999995</c:v>
                </c:pt>
                <c:pt idx="51114">
                  <c:v>79.930000000000007</c:v>
                </c:pt>
                <c:pt idx="51115">
                  <c:v>259.89999999999998</c:v>
                </c:pt>
                <c:pt idx="51116">
                  <c:v>57.98</c:v>
                </c:pt>
                <c:pt idx="51117">
                  <c:v>89.97</c:v>
                </c:pt>
                <c:pt idx="51118">
                  <c:v>61.98</c:v>
                </c:pt>
                <c:pt idx="51119">
                  <c:v>131.97999999999999</c:v>
                </c:pt>
                <c:pt idx="51120">
                  <c:v>69.150000000000006</c:v>
                </c:pt>
                <c:pt idx="51121">
                  <c:v>65.989999999999995</c:v>
                </c:pt>
                <c:pt idx="51122">
                  <c:v>161.93</c:v>
                </c:pt>
                <c:pt idx="51123">
                  <c:v>103.96</c:v>
                </c:pt>
                <c:pt idx="51124">
                  <c:v>103.96</c:v>
                </c:pt>
                <c:pt idx="51125">
                  <c:v>89.97</c:v>
                </c:pt>
                <c:pt idx="51126">
                  <c:v>64.98</c:v>
                </c:pt>
                <c:pt idx="51127">
                  <c:v>143.94</c:v>
                </c:pt>
                <c:pt idx="51128">
                  <c:v>111.96</c:v>
                </c:pt>
                <c:pt idx="51129">
                  <c:v>127.96</c:v>
                </c:pt>
                <c:pt idx="51130">
                  <c:v>82.47</c:v>
                </c:pt>
                <c:pt idx="51131">
                  <c:v>55.98</c:v>
                </c:pt>
                <c:pt idx="51132">
                  <c:v>119.96</c:v>
                </c:pt>
                <c:pt idx="51133">
                  <c:v>50.97</c:v>
                </c:pt>
                <c:pt idx="51134">
                  <c:v>110.98</c:v>
                </c:pt>
                <c:pt idx="51135">
                  <c:v>75.98</c:v>
                </c:pt>
                <c:pt idx="51136">
                  <c:v>69.989999999999995</c:v>
                </c:pt>
                <c:pt idx="51137">
                  <c:v>119.96</c:v>
                </c:pt>
                <c:pt idx="51138">
                  <c:v>64.09</c:v>
                </c:pt>
                <c:pt idx="51139">
                  <c:v>89.97</c:v>
                </c:pt>
                <c:pt idx="51140">
                  <c:v>54.28</c:v>
                </c:pt>
                <c:pt idx="51141">
                  <c:v>41.97</c:v>
                </c:pt>
                <c:pt idx="51142">
                  <c:v>59.98</c:v>
                </c:pt>
                <c:pt idx="51143">
                  <c:v>31.49</c:v>
                </c:pt>
                <c:pt idx="51144">
                  <c:v>11.48</c:v>
                </c:pt>
                <c:pt idx="51145">
                  <c:v>90.98</c:v>
                </c:pt>
                <c:pt idx="51146">
                  <c:v>78.02</c:v>
                </c:pt>
                <c:pt idx="51147">
                  <c:v>111.96</c:v>
                </c:pt>
                <c:pt idx="51148">
                  <c:v>83.97</c:v>
                </c:pt>
                <c:pt idx="51149">
                  <c:v>102.46</c:v>
                </c:pt>
                <c:pt idx="51150">
                  <c:v>53.97</c:v>
                </c:pt>
                <c:pt idx="51151">
                  <c:v>223.89</c:v>
                </c:pt>
                <c:pt idx="51152">
                  <c:v>59.98</c:v>
                </c:pt>
                <c:pt idx="51153">
                  <c:v>179.93</c:v>
                </c:pt>
                <c:pt idx="51154">
                  <c:v>43.47</c:v>
                </c:pt>
                <c:pt idx="51155">
                  <c:v>92.12</c:v>
                </c:pt>
                <c:pt idx="51156">
                  <c:v>131.97999999999999</c:v>
                </c:pt>
                <c:pt idx="51157">
                  <c:v>30.23</c:v>
                </c:pt>
                <c:pt idx="51158">
                  <c:v>59.98</c:v>
                </c:pt>
                <c:pt idx="51159">
                  <c:v>35.29</c:v>
                </c:pt>
                <c:pt idx="51160">
                  <c:v>50.97</c:v>
                </c:pt>
                <c:pt idx="51161">
                  <c:v>59.98</c:v>
                </c:pt>
                <c:pt idx="51162">
                  <c:v>82.23</c:v>
                </c:pt>
                <c:pt idx="51163">
                  <c:v>94.99</c:v>
                </c:pt>
                <c:pt idx="51164">
                  <c:v>83.97</c:v>
                </c:pt>
                <c:pt idx="51165">
                  <c:v>40.96</c:v>
                </c:pt>
                <c:pt idx="51166">
                  <c:v>263.95999999999998</c:v>
                </c:pt>
                <c:pt idx="51167">
                  <c:v>50.98</c:v>
                </c:pt>
                <c:pt idx="51168">
                  <c:v>156.93</c:v>
                </c:pt>
                <c:pt idx="51169">
                  <c:v>41.49</c:v>
                </c:pt>
                <c:pt idx="51170">
                  <c:v>25.99</c:v>
                </c:pt>
                <c:pt idx="51171">
                  <c:v>18.989999999999998</c:v>
                </c:pt>
                <c:pt idx="51172">
                  <c:v>243.91</c:v>
                </c:pt>
                <c:pt idx="51173">
                  <c:v>59.98</c:v>
                </c:pt>
                <c:pt idx="51174">
                  <c:v>65.989999999999995</c:v>
                </c:pt>
                <c:pt idx="51175">
                  <c:v>83.97</c:v>
                </c:pt>
                <c:pt idx="51176">
                  <c:v>59.98</c:v>
                </c:pt>
                <c:pt idx="51177">
                  <c:v>100.41</c:v>
                </c:pt>
                <c:pt idx="51178">
                  <c:v>89.97</c:v>
                </c:pt>
                <c:pt idx="51179">
                  <c:v>29.49</c:v>
                </c:pt>
                <c:pt idx="51180">
                  <c:v>79.58</c:v>
                </c:pt>
                <c:pt idx="51181">
                  <c:v>51.98</c:v>
                </c:pt>
                <c:pt idx="51182">
                  <c:v>64.98</c:v>
                </c:pt>
                <c:pt idx="51183">
                  <c:v>82.97</c:v>
                </c:pt>
                <c:pt idx="51184">
                  <c:v>81.42</c:v>
                </c:pt>
                <c:pt idx="51185">
                  <c:v>31.49</c:v>
                </c:pt>
                <c:pt idx="51186">
                  <c:v>53.98</c:v>
                </c:pt>
                <c:pt idx="51187">
                  <c:v>83.97</c:v>
                </c:pt>
                <c:pt idx="51188">
                  <c:v>131.97999999999999</c:v>
                </c:pt>
                <c:pt idx="51189">
                  <c:v>74.34</c:v>
                </c:pt>
                <c:pt idx="51190">
                  <c:v>56.98</c:v>
                </c:pt>
                <c:pt idx="51191">
                  <c:v>56.98</c:v>
                </c:pt>
                <c:pt idx="51192">
                  <c:v>71.98</c:v>
                </c:pt>
                <c:pt idx="51193">
                  <c:v>61.98</c:v>
                </c:pt>
                <c:pt idx="51194">
                  <c:v>97.06</c:v>
                </c:pt>
                <c:pt idx="51195">
                  <c:v>179.94</c:v>
                </c:pt>
                <c:pt idx="51196">
                  <c:v>54.99</c:v>
                </c:pt>
                <c:pt idx="51197">
                  <c:v>54.98</c:v>
                </c:pt>
                <c:pt idx="51198">
                  <c:v>139.94999999999999</c:v>
                </c:pt>
                <c:pt idx="51199">
                  <c:v>92.96</c:v>
                </c:pt>
                <c:pt idx="51200">
                  <c:v>35.28</c:v>
                </c:pt>
                <c:pt idx="51201">
                  <c:v>41.1</c:v>
                </c:pt>
                <c:pt idx="51202">
                  <c:v>135.46</c:v>
                </c:pt>
                <c:pt idx="51203">
                  <c:v>107.97</c:v>
                </c:pt>
                <c:pt idx="51204">
                  <c:v>94.34</c:v>
                </c:pt>
                <c:pt idx="51205">
                  <c:v>71.97</c:v>
                </c:pt>
                <c:pt idx="51206">
                  <c:v>171.97</c:v>
                </c:pt>
                <c:pt idx="51207">
                  <c:v>104.97</c:v>
                </c:pt>
                <c:pt idx="51208">
                  <c:v>61.69</c:v>
                </c:pt>
                <c:pt idx="51209">
                  <c:v>51.29</c:v>
                </c:pt>
                <c:pt idx="51210">
                  <c:v>16.920000000000002</c:v>
                </c:pt>
                <c:pt idx="51211">
                  <c:v>35.229999999999997</c:v>
                </c:pt>
                <c:pt idx="51212">
                  <c:v>49.28</c:v>
                </c:pt>
                <c:pt idx="51213">
                  <c:v>59.98</c:v>
                </c:pt>
                <c:pt idx="51214">
                  <c:v>59.97</c:v>
                </c:pt>
                <c:pt idx="51215">
                  <c:v>75.959999999999994</c:v>
                </c:pt>
                <c:pt idx="51216">
                  <c:v>209.97</c:v>
                </c:pt>
                <c:pt idx="51217">
                  <c:v>122.45</c:v>
                </c:pt>
                <c:pt idx="51218">
                  <c:v>89.97</c:v>
                </c:pt>
                <c:pt idx="51219">
                  <c:v>65.989999999999995</c:v>
                </c:pt>
                <c:pt idx="51220">
                  <c:v>73.48</c:v>
                </c:pt>
                <c:pt idx="51221">
                  <c:v>68.95</c:v>
                </c:pt>
                <c:pt idx="51222">
                  <c:v>89.98</c:v>
                </c:pt>
                <c:pt idx="51223">
                  <c:v>239.9</c:v>
                </c:pt>
                <c:pt idx="51224">
                  <c:v>69.95</c:v>
                </c:pt>
                <c:pt idx="51225">
                  <c:v>197.97</c:v>
                </c:pt>
                <c:pt idx="51226">
                  <c:v>49.99</c:v>
                </c:pt>
                <c:pt idx="51227">
                  <c:v>35.49</c:v>
                </c:pt>
                <c:pt idx="51228">
                  <c:v>103.97</c:v>
                </c:pt>
                <c:pt idx="51229">
                  <c:v>143.94999999999999</c:v>
                </c:pt>
                <c:pt idx="51230">
                  <c:v>55.98</c:v>
                </c:pt>
                <c:pt idx="51231">
                  <c:v>83.48</c:v>
                </c:pt>
                <c:pt idx="51232">
                  <c:v>57.98</c:v>
                </c:pt>
                <c:pt idx="51233">
                  <c:v>114.98</c:v>
                </c:pt>
                <c:pt idx="51234">
                  <c:v>92.97</c:v>
                </c:pt>
                <c:pt idx="51235">
                  <c:v>61.98</c:v>
                </c:pt>
                <c:pt idx="51236">
                  <c:v>174.94</c:v>
                </c:pt>
                <c:pt idx="51237">
                  <c:v>54.82</c:v>
                </c:pt>
                <c:pt idx="51238">
                  <c:v>54.37</c:v>
                </c:pt>
                <c:pt idx="51239">
                  <c:v>72.22</c:v>
                </c:pt>
                <c:pt idx="51240">
                  <c:v>65.959999999999994</c:v>
                </c:pt>
                <c:pt idx="51241">
                  <c:v>100.76</c:v>
                </c:pt>
                <c:pt idx="51242">
                  <c:v>86.36</c:v>
                </c:pt>
                <c:pt idx="51243">
                  <c:v>31.49</c:v>
                </c:pt>
                <c:pt idx="51244">
                  <c:v>89.97</c:v>
                </c:pt>
                <c:pt idx="51245">
                  <c:v>50.98</c:v>
                </c:pt>
                <c:pt idx="51246">
                  <c:v>-49</c:v>
                </c:pt>
                <c:pt idx="51247">
                  <c:v>83.97</c:v>
                </c:pt>
                <c:pt idx="51248">
                  <c:v>55.97</c:v>
                </c:pt>
                <c:pt idx="51249">
                  <c:v>22.49</c:v>
                </c:pt>
                <c:pt idx="51250">
                  <c:v>29.49</c:v>
                </c:pt>
                <c:pt idx="51251">
                  <c:v>41.29</c:v>
                </c:pt>
                <c:pt idx="51252">
                  <c:v>25.39</c:v>
                </c:pt>
                <c:pt idx="51253">
                  <c:v>123.96</c:v>
                </c:pt>
                <c:pt idx="51254">
                  <c:v>34.28</c:v>
                </c:pt>
                <c:pt idx="51255">
                  <c:v>20.49</c:v>
                </c:pt>
                <c:pt idx="51256">
                  <c:v>71.97</c:v>
                </c:pt>
                <c:pt idx="51257">
                  <c:v>53.98</c:v>
                </c:pt>
                <c:pt idx="51258">
                  <c:v>51.98</c:v>
                </c:pt>
                <c:pt idx="51259">
                  <c:v>74.47</c:v>
                </c:pt>
                <c:pt idx="51260">
                  <c:v>63.97</c:v>
                </c:pt>
                <c:pt idx="51261">
                  <c:v>55.98</c:v>
                </c:pt>
                <c:pt idx="51262">
                  <c:v>58.36</c:v>
                </c:pt>
                <c:pt idx="51263">
                  <c:v>59.96</c:v>
                </c:pt>
                <c:pt idx="51264">
                  <c:v>54.3</c:v>
                </c:pt>
                <c:pt idx="51265">
                  <c:v>32.49</c:v>
                </c:pt>
                <c:pt idx="51266">
                  <c:v>131.97999999999999</c:v>
                </c:pt>
                <c:pt idx="51267">
                  <c:v>55.98</c:v>
                </c:pt>
                <c:pt idx="51268">
                  <c:v>48.58</c:v>
                </c:pt>
                <c:pt idx="51269">
                  <c:v>78.02</c:v>
                </c:pt>
                <c:pt idx="51270">
                  <c:v>78.98</c:v>
                </c:pt>
                <c:pt idx="51271">
                  <c:v>43.48</c:v>
                </c:pt>
                <c:pt idx="51272">
                  <c:v>170.95</c:v>
                </c:pt>
                <c:pt idx="51273">
                  <c:v>258.95999999999998</c:v>
                </c:pt>
                <c:pt idx="51274">
                  <c:v>78.97</c:v>
                </c:pt>
                <c:pt idx="51275">
                  <c:v>57.98</c:v>
                </c:pt>
                <c:pt idx="51276">
                  <c:v>83.97</c:v>
                </c:pt>
                <c:pt idx="51277">
                  <c:v>41.49</c:v>
                </c:pt>
                <c:pt idx="51278">
                  <c:v>151.96</c:v>
                </c:pt>
                <c:pt idx="51279">
                  <c:v>84.98</c:v>
                </c:pt>
                <c:pt idx="51280">
                  <c:v>64.98</c:v>
                </c:pt>
                <c:pt idx="51281">
                  <c:v>28.24</c:v>
                </c:pt>
                <c:pt idx="51282">
                  <c:v>65.989999999999995</c:v>
                </c:pt>
                <c:pt idx="51283">
                  <c:v>7.28</c:v>
                </c:pt>
                <c:pt idx="51284">
                  <c:v>55.98</c:v>
                </c:pt>
                <c:pt idx="51285">
                  <c:v>51.98</c:v>
                </c:pt>
                <c:pt idx="51286">
                  <c:v>105.98</c:v>
                </c:pt>
                <c:pt idx="51287">
                  <c:v>52.16</c:v>
                </c:pt>
                <c:pt idx="51288">
                  <c:v>145.44999999999999</c:v>
                </c:pt>
                <c:pt idx="51289">
                  <c:v>142.94999999999999</c:v>
                </c:pt>
                <c:pt idx="51290">
                  <c:v>123.94</c:v>
                </c:pt>
                <c:pt idx="51291">
                  <c:v>13.29</c:v>
                </c:pt>
                <c:pt idx="51292">
                  <c:v>101.59</c:v>
                </c:pt>
                <c:pt idx="51293">
                  <c:v>61.98</c:v>
                </c:pt>
                <c:pt idx="51294">
                  <c:v>95.9</c:v>
                </c:pt>
                <c:pt idx="51295">
                  <c:v>45.39</c:v>
                </c:pt>
                <c:pt idx="51296">
                  <c:v>120.99</c:v>
                </c:pt>
                <c:pt idx="51297">
                  <c:v>203.6</c:v>
                </c:pt>
                <c:pt idx="51298">
                  <c:v>419.85</c:v>
                </c:pt>
                <c:pt idx="51299">
                  <c:v>65.989999999999995</c:v>
                </c:pt>
                <c:pt idx="51300">
                  <c:v>49.99</c:v>
                </c:pt>
                <c:pt idx="51301">
                  <c:v>89.97</c:v>
                </c:pt>
                <c:pt idx="51302">
                  <c:v>61.23</c:v>
                </c:pt>
                <c:pt idx="51303">
                  <c:v>59.96</c:v>
                </c:pt>
                <c:pt idx="51304">
                  <c:v>66.53</c:v>
                </c:pt>
                <c:pt idx="51305">
                  <c:v>61.98</c:v>
                </c:pt>
                <c:pt idx="51306">
                  <c:v>84.98</c:v>
                </c:pt>
                <c:pt idx="51307">
                  <c:v>156.63</c:v>
                </c:pt>
                <c:pt idx="51308">
                  <c:v>53.98</c:v>
                </c:pt>
                <c:pt idx="51309">
                  <c:v>71.97</c:v>
                </c:pt>
                <c:pt idx="51310">
                  <c:v>61.98</c:v>
                </c:pt>
                <c:pt idx="51311">
                  <c:v>239.54</c:v>
                </c:pt>
                <c:pt idx="51312">
                  <c:v>83.15</c:v>
                </c:pt>
                <c:pt idx="51313">
                  <c:v>55.96</c:v>
                </c:pt>
                <c:pt idx="51314">
                  <c:v>71.97</c:v>
                </c:pt>
                <c:pt idx="51315">
                  <c:v>55.78</c:v>
                </c:pt>
                <c:pt idx="51316">
                  <c:v>198.94</c:v>
                </c:pt>
                <c:pt idx="51317">
                  <c:v>77.97</c:v>
                </c:pt>
                <c:pt idx="51318">
                  <c:v>71.84</c:v>
                </c:pt>
                <c:pt idx="51319">
                  <c:v>25.29</c:v>
                </c:pt>
                <c:pt idx="51320">
                  <c:v>24.98</c:v>
                </c:pt>
                <c:pt idx="51321">
                  <c:v>51.98</c:v>
                </c:pt>
                <c:pt idx="51322">
                  <c:v>49.99</c:v>
                </c:pt>
                <c:pt idx="51323">
                  <c:v>52.97</c:v>
                </c:pt>
                <c:pt idx="51324">
                  <c:v>94.97</c:v>
                </c:pt>
                <c:pt idx="51325">
                  <c:v>53.98</c:v>
                </c:pt>
                <c:pt idx="51326">
                  <c:v>25.24</c:v>
                </c:pt>
                <c:pt idx="51327">
                  <c:v>128.83000000000001</c:v>
                </c:pt>
                <c:pt idx="51328">
                  <c:v>63.97</c:v>
                </c:pt>
                <c:pt idx="51329">
                  <c:v>53.14</c:v>
                </c:pt>
                <c:pt idx="51330">
                  <c:v>61.98</c:v>
                </c:pt>
                <c:pt idx="51331">
                  <c:v>71.97</c:v>
                </c:pt>
                <c:pt idx="51332">
                  <c:v>78.98</c:v>
                </c:pt>
                <c:pt idx="51333">
                  <c:v>51.98</c:v>
                </c:pt>
                <c:pt idx="51334">
                  <c:v>111.96</c:v>
                </c:pt>
                <c:pt idx="51335">
                  <c:v>46.29</c:v>
                </c:pt>
                <c:pt idx="51336">
                  <c:v>55.98</c:v>
                </c:pt>
                <c:pt idx="51337">
                  <c:v>59.96</c:v>
                </c:pt>
                <c:pt idx="51338">
                  <c:v>55.98</c:v>
                </c:pt>
                <c:pt idx="51339">
                  <c:v>62.97</c:v>
                </c:pt>
                <c:pt idx="51340">
                  <c:v>10.87</c:v>
                </c:pt>
                <c:pt idx="51341">
                  <c:v>127.46</c:v>
                </c:pt>
                <c:pt idx="51342">
                  <c:v>36.49</c:v>
                </c:pt>
                <c:pt idx="51343">
                  <c:v>51.98</c:v>
                </c:pt>
                <c:pt idx="51344">
                  <c:v>51.98</c:v>
                </c:pt>
                <c:pt idx="51345">
                  <c:v>41.29</c:v>
                </c:pt>
                <c:pt idx="51346">
                  <c:v>107.93</c:v>
                </c:pt>
                <c:pt idx="51347">
                  <c:v>55.98</c:v>
                </c:pt>
                <c:pt idx="51348">
                  <c:v>55.64</c:v>
                </c:pt>
                <c:pt idx="51349">
                  <c:v>111.96</c:v>
                </c:pt>
                <c:pt idx="51350">
                  <c:v>54.99</c:v>
                </c:pt>
                <c:pt idx="51351">
                  <c:v>72.58</c:v>
                </c:pt>
                <c:pt idx="51352">
                  <c:v>102.83</c:v>
                </c:pt>
                <c:pt idx="51353">
                  <c:v>111.96</c:v>
                </c:pt>
                <c:pt idx="51354">
                  <c:v>92.97</c:v>
                </c:pt>
                <c:pt idx="51355">
                  <c:v>17.489999999999998</c:v>
                </c:pt>
                <c:pt idx="51356">
                  <c:v>107.96</c:v>
                </c:pt>
                <c:pt idx="51357">
                  <c:v>119.96</c:v>
                </c:pt>
                <c:pt idx="51358">
                  <c:v>55.97</c:v>
                </c:pt>
                <c:pt idx="51359">
                  <c:v>32.29</c:v>
                </c:pt>
                <c:pt idx="51360">
                  <c:v>79.97</c:v>
                </c:pt>
                <c:pt idx="51361">
                  <c:v>64.98</c:v>
                </c:pt>
                <c:pt idx="51362">
                  <c:v>155.94</c:v>
                </c:pt>
                <c:pt idx="51363">
                  <c:v>16.29</c:v>
                </c:pt>
                <c:pt idx="51364">
                  <c:v>89.97</c:v>
                </c:pt>
                <c:pt idx="51365">
                  <c:v>131.97999999999999</c:v>
                </c:pt>
                <c:pt idx="51366">
                  <c:v>45.94</c:v>
                </c:pt>
                <c:pt idx="51367">
                  <c:v>131.97999999999999</c:v>
                </c:pt>
                <c:pt idx="51368">
                  <c:v>55.98</c:v>
                </c:pt>
                <c:pt idx="51369">
                  <c:v>131.97999999999999</c:v>
                </c:pt>
                <c:pt idx="51370">
                  <c:v>76.150000000000006</c:v>
                </c:pt>
                <c:pt idx="51371">
                  <c:v>103.96</c:v>
                </c:pt>
                <c:pt idx="51372">
                  <c:v>131.97999999999999</c:v>
                </c:pt>
                <c:pt idx="51373">
                  <c:v>69.98</c:v>
                </c:pt>
                <c:pt idx="51374">
                  <c:v>55.98</c:v>
                </c:pt>
                <c:pt idx="51375">
                  <c:v>95.96</c:v>
                </c:pt>
                <c:pt idx="51376">
                  <c:v>49.98</c:v>
                </c:pt>
                <c:pt idx="51377">
                  <c:v>119.96</c:v>
                </c:pt>
                <c:pt idx="51378">
                  <c:v>71.97</c:v>
                </c:pt>
                <c:pt idx="51379">
                  <c:v>108.96</c:v>
                </c:pt>
                <c:pt idx="51380">
                  <c:v>50.89</c:v>
                </c:pt>
                <c:pt idx="51381">
                  <c:v>84.98</c:v>
                </c:pt>
                <c:pt idx="51382">
                  <c:v>107.96</c:v>
                </c:pt>
                <c:pt idx="51383">
                  <c:v>47.28</c:v>
                </c:pt>
                <c:pt idx="51384">
                  <c:v>71.97</c:v>
                </c:pt>
                <c:pt idx="51385">
                  <c:v>110.97</c:v>
                </c:pt>
                <c:pt idx="51386">
                  <c:v>48.48</c:v>
                </c:pt>
                <c:pt idx="51387">
                  <c:v>95.97</c:v>
                </c:pt>
                <c:pt idx="51388">
                  <c:v>218.92</c:v>
                </c:pt>
                <c:pt idx="51389">
                  <c:v>59.98</c:v>
                </c:pt>
                <c:pt idx="51390">
                  <c:v>55.39</c:v>
                </c:pt>
                <c:pt idx="51391">
                  <c:v>15.49</c:v>
                </c:pt>
                <c:pt idx="51392">
                  <c:v>83.48</c:v>
                </c:pt>
                <c:pt idx="51393">
                  <c:v>71.97</c:v>
                </c:pt>
                <c:pt idx="51394">
                  <c:v>59.98</c:v>
                </c:pt>
                <c:pt idx="51395">
                  <c:v>55.98</c:v>
                </c:pt>
                <c:pt idx="51396">
                  <c:v>55.98</c:v>
                </c:pt>
                <c:pt idx="51397">
                  <c:v>109.94</c:v>
                </c:pt>
                <c:pt idx="51398">
                  <c:v>50.75</c:v>
                </c:pt>
                <c:pt idx="51399">
                  <c:v>55.39</c:v>
                </c:pt>
                <c:pt idx="51400">
                  <c:v>66.510000000000005</c:v>
                </c:pt>
                <c:pt idx="51401">
                  <c:v>55.98</c:v>
                </c:pt>
                <c:pt idx="51402">
                  <c:v>78.98</c:v>
                </c:pt>
                <c:pt idx="51403">
                  <c:v>55.98</c:v>
                </c:pt>
                <c:pt idx="51404">
                  <c:v>94.99</c:v>
                </c:pt>
                <c:pt idx="51405">
                  <c:v>51.98</c:v>
                </c:pt>
                <c:pt idx="51406">
                  <c:v>111.03</c:v>
                </c:pt>
                <c:pt idx="51407">
                  <c:v>83.48</c:v>
                </c:pt>
                <c:pt idx="51408">
                  <c:v>102.57</c:v>
                </c:pt>
                <c:pt idx="51409">
                  <c:v>59.99</c:v>
                </c:pt>
                <c:pt idx="51410">
                  <c:v>119.96</c:v>
                </c:pt>
                <c:pt idx="51411">
                  <c:v>65.989999999999995</c:v>
                </c:pt>
                <c:pt idx="51412">
                  <c:v>25.49</c:v>
                </c:pt>
                <c:pt idx="51413">
                  <c:v>71.97</c:v>
                </c:pt>
                <c:pt idx="51414">
                  <c:v>59.97</c:v>
                </c:pt>
                <c:pt idx="51415">
                  <c:v>60.98</c:v>
                </c:pt>
                <c:pt idx="51416">
                  <c:v>106.97</c:v>
                </c:pt>
                <c:pt idx="51417">
                  <c:v>39.479999999999997</c:v>
                </c:pt>
                <c:pt idx="51418">
                  <c:v>14.29</c:v>
                </c:pt>
                <c:pt idx="51419">
                  <c:v>48.98</c:v>
                </c:pt>
                <c:pt idx="51420">
                  <c:v>72.59</c:v>
                </c:pt>
                <c:pt idx="51421">
                  <c:v>57.98</c:v>
                </c:pt>
                <c:pt idx="51422">
                  <c:v>84.98</c:v>
                </c:pt>
                <c:pt idx="51423">
                  <c:v>111.96</c:v>
                </c:pt>
                <c:pt idx="51424">
                  <c:v>59.98</c:v>
                </c:pt>
                <c:pt idx="51425">
                  <c:v>55.98</c:v>
                </c:pt>
                <c:pt idx="51426">
                  <c:v>55.98</c:v>
                </c:pt>
                <c:pt idx="51427">
                  <c:v>180.83</c:v>
                </c:pt>
                <c:pt idx="51428">
                  <c:v>126.76</c:v>
                </c:pt>
                <c:pt idx="51429">
                  <c:v>41.48</c:v>
                </c:pt>
                <c:pt idx="51430">
                  <c:v>40.49</c:v>
                </c:pt>
                <c:pt idx="51431">
                  <c:v>56.97</c:v>
                </c:pt>
                <c:pt idx="51432">
                  <c:v>28.94</c:v>
                </c:pt>
                <c:pt idx="51433">
                  <c:v>83.97</c:v>
                </c:pt>
                <c:pt idx="51434">
                  <c:v>49.08</c:v>
                </c:pt>
                <c:pt idx="51435">
                  <c:v>64.98</c:v>
                </c:pt>
                <c:pt idx="51436">
                  <c:v>30</c:v>
                </c:pt>
                <c:pt idx="51437">
                  <c:v>29.49</c:v>
                </c:pt>
                <c:pt idx="51438">
                  <c:v>54.34</c:v>
                </c:pt>
                <c:pt idx="51439">
                  <c:v>220.38</c:v>
                </c:pt>
                <c:pt idx="51440">
                  <c:v>13.87</c:v>
                </c:pt>
                <c:pt idx="51441">
                  <c:v>131.97999999999999</c:v>
                </c:pt>
                <c:pt idx="51442">
                  <c:v>112.96</c:v>
                </c:pt>
                <c:pt idx="51443">
                  <c:v>205.84</c:v>
                </c:pt>
                <c:pt idx="51444">
                  <c:v>98.57</c:v>
                </c:pt>
                <c:pt idx="51445">
                  <c:v>197.97</c:v>
                </c:pt>
                <c:pt idx="51446">
                  <c:v>52.18</c:v>
                </c:pt>
                <c:pt idx="51447">
                  <c:v>107.94</c:v>
                </c:pt>
                <c:pt idx="51448">
                  <c:v>78.180000000000007</c:v>
                </c:pt>
                <c:pt idx="51449">
                  <c:v>215.93</c:v>
                </c:pt>
                <c:pt idx="51450">
                  <c:v>104.95</c:v>
                </c:pt>
                <c:pt idx="51451">
                  <c:v>83.48</c:v>
                </c:pt>
                <c:pt idx="51452">
                  <c:v>139.94999999999999</c:v>
                </c:pt>
                <c:pt idx="51453">
                  <c:v>83.97</c:v>
                </c:pt>
                <c:pt idx="51454">
                  <c:v>205.93</c:v>
                </c:pt>
                <c:pt idx="51455">
                  <c:v>55.97</c:v>
                </c:pt>
                <c:pt idx="51456">
                  <c:v>83.48</c:v>
                </c:pt>
                <c:pt idx="51457">
                  <c:v>59.39</c:v>
                </c:pt>
                <c:pt idx="51458">
                  <c:v>72.55</c:v>
                </c:pt>
                <c:pt idx="51459">
                  <c:v>73.91</c:v>
                </c:pt>
                <c:pt idx="51460">
                  <c:v>143.94999999999999</c:v>
                </c:pt>
                <c:pt idx="51461">
                  <c:v>139.94999999999999</c:v>
                </c:pt>
                <c:pt idx="51462">
                  <c:v>59.98</c:v>
                </c:pt>
                <c:pt idx="51463">
                  <c:v>84.98</c:v>
                </c:pt>
                <c:pt idx="51464">
                  <c:v>24.99</c:v>
                </c:pt>
                <c:pt idx="51465">
                  <c:v>68.97</c:v>
                </c:pt>
                <c:pt idx="51466">
                  <c:v>48.38</c:v>
                </c:pt>
                <c:pt idx="51467">
                  <c:v>65.989999999999995</c:v>
                </c:pt>
                <c:pt idx="51468">
                  <c:v>95.48</c:v>
                </c:pt>
                <c:pt idx="51469">
                  <c:v>170.92</c:v>
                </c:pt>
                <c:pt idx="51470">
                  <c:v>51.98</c:v>
                </c:pt>
                <c:pt idx="51471">
                  <c:v>67.739999999999995</c:v>
                </c:pt>
                <c:pt idx="51472">
                  <c:v>131.97999999999999</c:v>
                </c:pt>
                <c:pt idx="51473">
                  <c:v>31.49</c:v>
                </c:pt>
                <c:pt idx="51474">
                  <c:v>152.94</c:v>
                </c:pt>
                <c:pt idx="51475">
                  <c:v>60.97</c:v>
                </c:pt>
                <c:pt idx="51476">
                  <c:v>139.94999999999999</c:v>
                </c:pt>
                <c:pt idx="51477">
                  <c:v>52.48</c:v>
                </c:pt>
                <c:pt idx="51478">
                  <c:v>54.99</c:v>
                </c:pt>
                <c:pt idx="51479">
                  <c:v>58.45</c:v>
                </c:pt>
                <c:pt idx="51480">
                  <c:v>231.67</c:v>
                </c:pt>
                <c:pt idx="51481">
                  <c:v>52.97</c:v>
                </c:pt>
                <c:pt idx="51482">
                  <c:v>58.97</c:v>
                </c:pt>
                <c:pt idx="51483">
                  <c:v>131.97999999999999</c:v>
                </c:pt>
                <c:pt idx="51484">
                  <c:v>149.94999999999999</c:v>
                </c:pt>
                <c:pt idx="51485">
                  <c:v>59.98</c:v>
                </c:pt>
                <c:pt idx="51486">
                  <c:v>50</c:v>
                </c:pt>
                <c:pt idx="51487">
                  <c:v>31.49</c:v>
                </c:pt>
                <c:pt idx="51488">
                  <c:v>41.28</c:v>
                </c:pt>
                <c:pt idx="51489">
                  <c:v>24.49</c:v>
                </c:pt>
                <c:pt idx="51490">
                  <c:v>77.97</c:v>
                </c:pt>
                <c:pt idx="51491">
                  <c:v>32.24</c:v>
                </c:pt>
                <c:pt idx="51492">
                  <c:v>120.94</c:v>
                </c:pt>
                <c:pt idx="51493">
                  <c:v>60.99</c:v>
                </c:pt>
                <c:pt idx="51494">
                  <c:v>111.96</c:v>
                </c:pt>
                <c:pt idx="51495">
                  <c:v>106.44</c:v>
                </c:pt>
                <c:pt idx="51496">
                  <c:v>-1.3</c:v>
                </c:pt>
                <c:pt idx="51497">
                  <c:v>84.98</c:v>
                </c:pt>
                <c:pt idx="51498">
                  <c:v>-7.24</c:v>
                </c:pt>
                <c:pt idx="51499">
                  <c:v>162.94</c:v>
                </c:pt>
                <c:pt idx="51500">
                  <c:v>65.97</c:v>
                </c:pt>
                <c:pt idx="51501">
                  <c:v>77.97</c:v>
                </c:pt>
                <c:pt idx="51502">
                  <c:v>25.99</c:v>
                </c:pt>
                <c:pt idx="51503">
                  <c:v>51.98</c:v>
                </c:pt>
                <c:pt idx="51504">
                  <c:v>89.97</c:v>
                </c:pt>
                <c:pt idx="51505">
                  <c:v>51.98</c:v>
                </c:pt>
                <c:pt idx="51506">
                  <c:v>99.95</c:v>
                </c:pt>
                <c:pt idx="51507">
                  <c:v>83.97</c:v>
                </c:pt>
                <c:pt idx="51508">
                  <c:v>113.96</c:v>
                </c:pt>
                <c:pt idx="51509">
                  <c:v>74.98</c:v>
                </c:pt>
                <c:pt idx="51510">
                  <c:v>32.479999999999997</c:v>
                </c:pt>
                <c:pt idx="51511">
                  <c:v>121.45</c:v>
                </c:pt>
                <c:pt idx="51512">
                  <c:v>59.98</c:v>
                </c:pt>
                <c:pt idx="51513">
                  <c:v>79.47</c:v>
                </c:pt>
                <c:pt idx="51514">
                  <c:v>105.98</c:v>
                </c:pt>
                <c:pt idx="51515">
                  <c:v>59.98</c:v>
                </c:pt>
                <c:pt idx="51516">
                  <c:v>64.98</c:v>
                </c:pt>
                <c:pt idx="51517">
                  <c:v>29.49</c:v>
                </c:pt>
                <c:pt idx="51518">
                  <c:v>84.98</c:v>
                </c:pt>
                <c:pt idx="51519">
                  <c:v>14.49</c:v>
                </c:pt>
                <c:pt idx="51520">
                  <c:v>115.97</c:v>
                </c:pt>
                <c:pt idx="51521">
                  <c:v>17.489999999999998</c:v>
                </c:pt>
                <c:pt idx="51522">
                  <c:v>100.38</c:v>
                </c:pt>
                <c:pt idx="51523">
                  <c:v>96.74</c:v>
                </c:pt>
                <c:pt idx="51524">
                  <c:v>51.96</c:v>
                </c:pt>
                <c:pt idx="51525">
                  <c:v>65.989999999999995</c:v>
                </c:pt>
                <c:pt idx="51526">
                  <c:v>94.98</c:v>
                </c:pt>
                <c:pt idx="51527">
                  <c:v>72.97</c:v>
                </c:pt>
                <c:pt idx="51528">
                  <c:v>117.26</c:v>
                </c:pt>
                <c:pt idx="51529">
                  <c:v>56.47</c:v>
                </c:pt>
                <c:pt idx="51530">
                  <c:v>98.38</c:v>
                </c:pt>
                <c:pt idx="51531">
                  <c:v>39.54</c:v>
                </c:pt>
                <c:pt idx="51532">
                  <c:v>-84.98</c:v>
                </c:pt>
                <c:pt idx="51533">
                  <c:v>89.97</c:v>
                </c:pt>
                <c:pt idx="51534">
                  <c:v>56.67</c:v>
                </c:pt>
                <c:pt idx="51535">
                  <c:v>46.49</c:v>
                </c:pt>
                <c:pt idx="51536">
                  <c:v>119.96</c:v>
                </c:pt>
                <c:pt idx="51537">
                  <c:v>73.97</c:v>
                </c:pt>
                <c:pt idx="51538">
                  <c:v>31.49</c:v>
                </c:pt>
                <c:pt idx="51539">
                  <c:v>63.88</c:v>
                </c:pt>
                <c:pt idx="51540">
                  <c:v>56.97</c:v>
                </c:pt>
                <c:pt idx="51541">
                  <c:v>79.98</c:v>
                </c:pt>
                <c:pt idx="51542">
                  <c:v>83.97</c:v>
                </c:pt>
                <c:pt idx="51543">
                  <c:v>49.28</c:v>
                </c:pt>
                <c:pt idx="51544">
                  <c:v>335.88</c:v>
                </c:pt>
                <c:pt idx="51545">
                  <c:v>82.97</c:v>
                </c:pt>
                <c:pt idx="51546">
                  <c:v>229.94</c:v>
                </c:pt>
                <c:pt idx="51547">
                  <c:v>305.89</c:v>
                </c:pt>
                <c:pt idx="51548">
                  <c:v>41.48</c:v>
                </c:pt>
                <c:pt idx="51549">
                  <c:v>38.729999999999997</c:v>
                </c:pt>
                <c:pt idx="51550">
                  <c:v>61.1</c:v>
                </c:pt>
                <c:pt idx="51551">
                  <c:v>6.49</c:v>
                </c:pt>
                <c:pt idx="51552">
                  <c:v>18.11</c:v>
                </c:pt>
                <c:pt idx="51553">
                  <c:v>103.96</c:v>
                </c:pt>
                <c:pt idx="51554">
                  <c:v>84.97</c:v>
                </c:pt>
                <c:pt idx="51555">
                  <c:v>35.049999999999997</c:v>
                </c:pt>
                <c:pt idx="51556">
                  <c:v>51.96</c:v>
                </c:pt>
                <c:pt idx="51557">
                  <c:v>83.97</c:v>
                </c:pt>
                <c:pt idx="51558">
                  <c:v>109.26</c:v>
                </c:pt>
                <c:pt idx="51559">
                  <c:v>79.98</c:v>
                </c:pt>
                <c:pt idx="51560">
                  <c:v>259.89999999999998</c:v>
                </c:pt>
                <c:pt idx="51561">
                  <c:v>161.94999999999999</c:v>
                </c:pt>
                <c:pt idx="51562">
                  <c:v>59.94</c:v>
                </c:pt>
                <c:pt idx="51563">
                  <c:v>54.7</c:v>
                </c:pt>
                <c:pt idx="51564">
                  <c:v>48.57</c:v>
                </c:pt>
                <c:pt idx="51565">
                  <c:v>123.96</c:v>
                </c:pt>
                <c:pt idx="51566">
                  <c:v>62.36</c:v>
                </c:pt>
                <c:pt idx="51567">
                  <c:v>41.49</c:v>
                </c:pt>
                <c:pt idx="51568">
                  <c:v>56.97</c:v>
                </c:pt>
                <c:pt idx="51569">
                  <c:v>55.98</c:v>
                </c:pt>
                <c:pt idx="51570">
                  <c:v>53.98</c:v>
                </c:pt>
                <c:pt idx="51571">
                  <c:v>64.98</c:v>
                </c:pt>
                <c:pt idx="51572">
                  <c:v>59.97</c:v>
                </c:pt>
                <c:pt idx="51573">
                  <c:v>69.97</c:v>
                </c:pt>
                <c:pt idx="51574">
                  <c:v>12.49</c:v>
                </c:pt>
                <c:pt idx="51575">
                  <c:v>55.98</c:v>
                </c:pt>
                <c:pt idx="51576">
                  <c:v>50.97</c:v>
                </c:pt>
                <c:pt idx="51577">
                  <c:v>6.29</c:v>
                </c:pt>
                <c:pt idx="51578">
                  <c:v>103.37</c:v>
                </c:pt>
                <c:pt idx="51579">
                  <c:v>49.48</c:v>
                </c:pt>
                <c:pt idx="51580">
                  <c:v>26.69</c:v>
                </c:pt>
                <c:pt idx="51581">
                  <c:v>20.73</c:v>
                </c:pt>
                <c:pt idx="51582">
                  <c:v>50.37</c:v>
                </c:pt>
                <c:pt idx="51583">
                  <c:v>71.97</c:v>
                </c:pt>
                <c:pt idx="51584">
                  <c:v>54.88</c:v>
                </c:pt>
                <c:pt idx="51585">
                  <c:v>65.989999999999995</c:v>
                </c:pt>
                <c:pt idx="51586">
                  <c:v>64.98</c:v>
                </c:pt>
                <c:pt idx="51587">
                  <c:v>59.98</c:v>
                </c:pt>
                <c:pt idx="51588">
                  <c:v>64.98</c:v>
                </c:pt>
                <c:pt idx="51589">
                  <c:v>59.98</c:v>
                </c:pt>
                <c:pt idx="51590">
                  <c:v>57.23</c:v>
                </c:pt>
                <c:pt idx="51591">
                  <c:v>83.97</c:v>
                </c:pt>
                <c:pt idx="51592">
                  <c:v>80.31</c:v>
                </c:pt>
                <c:pt idx="51593">
                  <c:v>66.98</c:v>
                </c:pt>
                <c:pt idx="51594">
                  <c:v>59.95</c:v>
                </c:pt>
                <c:pt idx="51595">
                  <c:v>93.97</c:v>
                </c:pt>
                <c:pt idx="51596">
                  <c:v>61.48</c:v>
                </c:pt>
                <c:pt idx="51597">
                  <c:v>128.24</c:v>
                </c:pt>
                <c:pt idx="51598">
                  <c:v>29.19</c:v>
                </c:pt>
                <c:pt idx="51599">
                  <c:v>94.97</c:v>
                </c:pt>
                <c:pt idx="51600">
                  <c:v>84.69</c:v>
                </c:pt>
                <c:pt idx="51601">
                  <c:v>46.48</c:v>
                </c:pt>
                <c:pt idx="51602">
                  <c:v>78.98</c:v>
                </c:pt>
                <c:pt idx="51603">
                  <c:v>65.989999999999995</c:v>
                </c:pt>
                <c:pt idx="51604">
                  <c:v>156.94999999999999</c:v>
                </c:pt>
                <c:pt idx="51605">
                  <c:v>59.98</c:v>
                </c:pt>
                <c:pt idx="51606">
                  <c:v>199.96</c:v>
                </c:pt>
                <c:pt idx="51607">
                  <c:v>89.97</c:v>
                </c:pt>
                <c:pt idx="51608">
                  <c:v>59.98</c:v>
                </c:pt>
                <c:pt idx="51609">
                  <c:v>-47.28</c:v>
                </c:pt>
                <c:pt idx="51610">
                  <c:v>83.97</c:v>
                </c:pt>
                <c:pt idx="51611">
                  <c:v>65.989999999999995</c:v>
                </c:pt>
                <c:pt idx="51612">
                  <c:v>36.479999999999997</c:v>
                </c:pt>
                <c:pt idx="51613">
                  <c:v>70.97</c:v>
                </c:pt>
                <c:pt idx="51614">
                  <c:v>69.989999999999995</c:v>
                </c:pt>
                <c:pt idx="51615">
                  <c:v>73.97</c:v>
                </c:pt>
                <c:pt idx="51616">
                  <c:v>103.75</c:v>
                </c:pt>
                <c:pt idx="51617">
                  <c:v>55.98</c:v>
                </c:pt>
                <c:pt idx="51618">
                  <c:v>59.98</c:v>
                </c:pt>
                <c:pt idx="51619">
                  <c:v>55.98</c:v>
                </c:pt>
                <c:pt idx="51620">
                  <c:v>55.98</c:v>
                </c:pt>
                <c:pt idx="51621">
                  <c:v>119.96</c:v>
                </c:pt>
                <c:pt idx="51622">
                  <c:v>22.59</c:v>
                </c:pt>
                <c:pt idx="51623">
                  <c:v>54.98</c:v>
                </c:pt>
                <c:pt idx="51624">
                  <c:v>26.29</c:v>
                </c:pt>
                <c:pt idx="51625">
                  <c:v>59.98</c:v>
                </c:pt>
                <c:pt idx="51626">
                  <c:v>57.97</c:v>
                </c:pt>
                <c:pt idx="51627">
                  <c:v>59.98</c:v>
                </c:pt>
                <c:pt idx="51628">
                  <c:v>51.98</c:v>
                </c:pt>
                <c:pt idx="51629">
                  <c:v>97.47</c:v>
                </c:pt>
                <c:pt idx="51630">
                  <c:v>59.99</c:v>
                </c:pt>
                <c:pt idx="51631">
                  <c:v>55.97</c:v>
                </c:pt>
                <c:pt idx="51632">
                  <c:v>84.99</c:v>
                </c:pt>
                <c:pt idx="51633">
                  <c:v>55.48</c:v>
                </c:pt>
                <c:pt idx="51634">
                  <c:v>49.99</c:v>
                </c:pt>
                <c:pt idx="51635">
                  <c:v>201.9</c:v>
                </c:pt>
                <c:pt idx="51636">
                  <c:v>115.96</c:v>
                </c:pt>
                <c:pt idx="51637">
                  <c:v>123.96</c:v>
                </c:pt>
                <c:pt idx="51638">
                  <c:v>59.39</c:v>
                </c:pt>
                <c:pt idx="51639">
                  <c:v>191.92</c:v>
                </c:pt>
                <c:pt idx="51640">
                  <c:v>29.28</c:v>
                </c:pt>
                <c:pt idx="51641">
                  <c:v>34.479999999999997</c:v>
                </c:pt>
                <c:pt idx="51642">
                  <c:v>29.49</c:v>
                </c:pt>
                <c:pt idx="51643">
                  <c:v>29.01</c:v>
                </c:pt>
                <c:pt idx="51644">
                  <c:v>62.98</c:v>
                </c:pt>
                <c:pt idx="51645">
                  <c:v>19.489999999999998</c:v>
                </c:pt>
                <c:pt idx="51646">
                  <c:v>50.47</c:v>
                </c:pt>
                <c:pt idx="51647">
                  <c:v>55.96</c:v>
                </c:pt>
                <c:pt idx="51648">
                  <c:v>158.1</c:v>
                </c:pt>
                <c:pt idx="51649">
                  <c:v>124.97</c:v>
                </c:pt>
                <c:pt idx="51650">
                  <c:v>37.22</c:v>
                </c:pt>
                <c:pt idx="51651">
                  <c:v>27.49</c:v>
                </c:pt>
                <c:pt idx="51652">
                  <c:v>65.989999999999995</c:v>
                </c:pt>
                <c:pt idx="51653">
                  <c:v>53.97</c:v>
                </c:pt>
                <c:pt idx="51654">
                  <c:v>86.36</c:v>
                </c:pt>
                <c:pt idx="51655">
                  <c:v>56.98</c:v>
                </c:pt>
                <c:pt idx="51656">
                  <c:v>51.98</c:v>
                </c:pt>
                <c:pt idx="51657">
                  <c:v>137.94</c:v>
                </c:pt>
                <c:pt idx="51658">
                  <c:v>55.98</c:v>
                </c:pt>
                <c:pt idx="51659">
                  <c:v>116.96</c:v>
                </c:pt>
                <c:pt idx="51660">
                  <c:v>44.29</c:v>
                </c:pt>
                <c:pt idx="51661">
                  <c:v>83.97</c:v>
                </c:pt>
                <c:pt idx="51662">
                  <c:v>51.29</c:v>
                </c:pt>
                <c:pt idx="51663">
                  <c:v>32.65</c:v>
                </c:pt>
                <c:pt idx="51664">
                  <c:v>72.58</c:v>
                </c:pt>
                <c:pt idx="51665">
                  <c:v>32.49</c:v>
                </c:pt>
                <c:pt idx="51666">
                  <c:v>68.97</c:v>
                </c:pt>
                <c:pt idx="51667">
                  <c:v>49.48</c:v>
                </c:pt>
                <c:pt idx="51668">
                  <c:v>49.99</c:v>
                </c:pt>
                <c:pt idx="51669">
                  <c:v>18.13</c:v>
                </c:pt>
                <c:pt idx="51670">
                  <c:v>22.95</c:v>
                </c:pt>
                <c:pt idx="51671">
                  <c:v>55.97</c:v>
                </c:pt>
                <c:pt idx="51672">
                  <c:v>169.98</c:v>
                </c:pt>
                <c:pt idx="51673">
                  <c:v>12.29</c:v>
                </c:pt>
                <c:pt idx="51674">
                  <c:v>77.42</c:v>
                </c:pt>
                <c:pt idx="51675">
                  <c:v>61.98</c:v>
                </c:pt>
                <c:pt idx="51676">
                  <c:v>64.98</c:v>
                </c:pt>
                <c:pt idx="51677">
                  <c:v>159.69999999999999</c:v>
                </c:pt>
                <c:pt idx="51678">
                  <c:v>103.96</c:v>
                </c:pt>
                <c:pt idx="51679">
                  <c:v>91.96</c:v>
                </c:pt>
                <c:pt idx="51680">
                  <c:v>103.96</c:v>
                </c:pt>
                <c:pt idx="51681">
                  <c:v>51.98</c:v>
                </c:pt>
                <c:pt idx="51682">
                  <c:v>111.96</c:v>
                </c:pt>
                <c:pt idx="51683">
                  <c:v>51.98</c:v>
                </c:pt>
                <c:pt idx="51684">
                  <c:v>123.96</c:v>
                </c:pt>
                <c:pt idx="51685">
                  <c:v>135.47</c:v>
                </c:pt>
                <c:pt idx="51686">
                  <c:v>55.97</c:v>
                </c:pt>
                <c:pt idx="51687">
                  <c:v>62.98</c:v>
                </c:pt>
                <c:pt idx="51688">
                  <c:v>79.47</c:v>
                </c:pt>
                <c:pt idx="51689">
                  <c:v>63.98</c:v>
                </c:pt>
                <c:pt idx="51690">
                  <c:v>127.97</c:v>
                </c:pt>
                <c:pt idx="51691">
                  <c:v>61.98</c:v>
                </c:pt>
                <c:pt idx="51692">
                  <c:v>117.96</c:v>
                </c:pt>
                <c:pt idx="51693">
                  <c:v>58.98</c:v>
                </c:pt>
                <c:pt idx="51694">
                  <c:v>54.99</c:v>
                </c:pt>
                <c:pt idx="51695">
                  <c:v>43.09</c:v>
                </c:pt>
                <c:pt idx="51696">
                  <c:v>61.98</c:v>
                </c:pt>
                <c:pt idx="51697">
                  <c:v>45.49</c:v>
                </c:pt>
                <c:pt idx="51698">
                  <c:v>129.94999999999999</c:v>
                </c:pt>
                <c:pt idx="51699">
                  <c:v>121.96</c:v>
                </c:pt>
                <c:pt idx="51700">
                  <c:v>60.46</c:v>
                </c:pt>
                <c:pt idx="51701">
                  <c:v>83.97</c:v>
                </c:pt>
                <c:pt idx="51702">
                  <c:v>103.37</c:v>
                </c:pt>
                <c:pt idx="51703">
                  <c:v>56.97</c:v>
                </c:pt>
                <c:pt idx="51704">
                  <c:v>97.97</c:v>
                </c:pt>
                <c:pt idx="51705">
                  <c:v>36.49</c:v>
                </c:pt>
                <c:pt idx="51706">
                  <c:v>70.17</c:v>
                </c:pt>
                <c:pt idx="51707">
                  <c:v>74.27</c:v>
                </c:pt>
                <c:pt idx="51708">
                  <c:v>61.98</c:v>
                </c:pt>
                <c:pt idx="51709">
                  <c:v>31.48</c:v>
                </c:pt>
                <c:pt idx="51710">
                  <c:v>51.98</c:v>
                </c:pt>
                <c:pt idx="51711">
                  <c:v>107.96</c:v>
                </c:pt>
                <c:pt idx="51712">
                  <c:v>24.18</c:v>
                </c:pt>
                <c:pt idx="51713">
                  <c:v>51.98</c:v>
                </c:pt>
                <c:pt idx="51714">
                  <c:v>50.98</c:v>
                </c:pt>
                <c:pt idx="51715">
                  <c:v>300.94</c:v>
                </c:pt>
                <c:pt idx="51716">
                  <c:v>8.49</c:v>
                </c:pt>
                <c:pt idx="51717">
                  <c:v>55.98</c:v>
                </c:pt>
                <c:pt idx="51718">
                  <c:v>309.27999999999997</c:v>
                </c:pt>
                <c:pt idx="51719">
                  <c:v>164.98</c:v>
                </c:pt>
                <c:pt idx="51720">
                  <c:v>116.37</c:v>
                </c:pt>
                <c:pt idx="51721">
                  <c:v>89.97</c:v>
                </c:pt>
                <c:pt idx="51722">
                  <c:v>133.94999999999999</c:v>
                </c:pt>
                <c:pt idx="51723">
                  <c:v>72.17</c:v>
                </c:pt>
                <c:pt idx="51724">
                  <c:v>89.97</c:v>
                </c:pt>
                <c:pt idx="51725">
                  <c:v>142.97</c:v>
                </c:pt>
                <c:pt idx="51726">
                  <c:v>119.94</c:v>
                </c:pt>
                <c:pt idx="51727">
                  <c:v>85.98</c:v>
                </c:pt>
                <c:pt idx="51728">
                  <c:v>103.96</c:v>
                </c:pt>
                <c:pt idx="51729">
                  <c:v>58.98</c:v>
                </c:pt>
                <c:pt idx="51730">
                  <c:v>47.48</c:v>
                </c:pt>
                <c:pt idx="51731">
                  <c:v>107.07</c:v>
                </c:pt>
                <c:pt idx="51732">
                  <c:v>55.97</c:v>
                </c:pt>
                <c:pt idx="51733">
                  <c:v>111.56</c:v>
                </c:pt>
                <c:pt idx="51734">
                  <c:v>73.98</c:v>
                </c:pt>
                <c:pt idx="51735">
                  <c:v>62.98</c:v>
                </c:pt>
                <c:pt idx="51736">
                  <c:v>65.989999999999995</c:v>
                </c:pt>
                <c:pt idx="51737">
                  <c:v>29.49</c:v>
                </c:pt>
                <c:pt idx="51738">
                  <c:v>34.479999999999997</c:v>
                </c:pt>
                <c:pt idx="51739">
                  <c:v>86.29</c:v>
                </c:pt>
                <c:pt idx="51740">
                  <c:v>28.49</c:v>
                </c:pt>
                <c:pt idx="51741">
                  <c:v>54.3</c:v>
                </c:pt>
                <c:pt idx="51742">
                  <c:v>49.48</c:v>
                </c:pt>
                <c:pt idx="51743">
                  <c:v>134.93</c:v>
                </c:pt>
                <c:pt idx="51744">
                  <c:v>59.96</c:v>
                </c:pt>
                <c:pt idx="51745">
                  <c:v>61.42</c:v>
                </c:pt>
                <c:pt idx="51746">
                  <c:v>339.96</c:v>
                </c:pt>
                <c:pt idx="51747">
                  <c:v>111.96</c:v>
                </c:pt>
                <c:pt idx="51748">
                  <c:v>43.78</c:v>
                </c:pt>
                <c:pt idx="51749">
                  <c:v>90.69</c:v>
                </c:pt>
                <c:pt idx="51750">
                  <c:v>73.459999999999994</c:v>
                </c:pt>
                <c:pt idx="51751">
                  <c:v>51.98</c:v>
                </c:pt>
                <c:pt idx="51752">
                  <c:v>30.48</c:v>
                </c:pt>
                <c:pt idx="51753">
                  <c:v>63.98</c:v>
                </c:pt>
                <c:pt idx="51754">
                  <c:v>87.08</c:v>
                </c:pt>
                <c:pt idx="51755">
                  <c:v>55.98</c:v>
                </c:pt>
                <c:pt idx="51756">
                  <c:v>145.18</c:v>
                </c:pt>
                <c:pt idx="51757">
                  <c:v>86.53</c:v>
                </c:pt>
                <c:pt idx="51758">
                  <c:v>202.94</c:v>
                </c:pt>
                <c:pt idx="51759">
                  <c:v>94.98</c:v>
                </c:pt>
                <c:pt idx="51760">
                  <c:v>55.97</c:v>
                </c:pt>
                <c:pt idx="51761">
                  <c:v>103.96</c:v>
                </c:pt>
                <c:pt idx="51762">
                  <c:v>125.78</c:v>
                </c:pt>
                <c:pt idx="51763">
                  <c:v>91.96</c:v>
                </c:pt>
                <c:pt idx="51764">
                  <c:v>50.99</c:v>
                </c:pt>
                <c:pt idx="51765">
                  <c:v>59.98</c:v>
                </c:pt>
                <c:pt idx="51766">
                  <c:v>76.209999999999994</c:v>
                </c:pt>
                <c:pt idx="51767">
                  <c:v>54.95</c:v>
                </c:pt>
                <c:pt idx="51768">
                  <c:v>-86.97</c:v>
                </c:pt>
                <c:pt idx="51769">
                  <c:v>26.97</c:v>
                </c:pt>
                <c:pt idx="51770">
                  <c:v>119.46</c:v>
                </c:pt>
                <c:pt idx="51771">
                  <c:v>16.29</c:v>
                </c:pt>
                <c:pt idx="51772">
                  <c:v>104.98</c:v>
                </c:pt>
                <c:pt idx="51773">
                  <c:v>41.29</c:v>
                </c:pt>
                <c:pt idx="51774">
                  <c:v>62.97</c:v>
                </c:pt>
                <c:pt idx="51775">
                  <c:v>55.98</c:v>
                </c:pt>
                <c:pt idx="51776">
                  <c:v>61.98</c:v>
                </c:pt>
                <c:pt idx="51777">
                  <c:v>89.97</c:v>
                </c:pt>
                <c:pt idx="51778">
                  <c:v>123.96</c:v>
                </c:pt>
                <c:pt idx="51779">
                  <c:v>55.97</c:v>
                </c:pt>
                <c:pt idx="51780">
                  <c:v>50.96</c:v>
                </c:pt>
                <c:pt idx="51781">
                  <c:v>656.8</c:v>
                </c:pt>
                <c:pt idx="51782">
                  <c:v>89.97</c:v>
                </c:pt>
                <c:pt idx="51783">
                  <c:v>9.99</c:v>
                </c:pt>
                <c:pt idx="51784">
                  <c:v>96.78</c:v>
                </c:pt>
                <c:pt idx="51785">
                  <c:v>59.99</c:v>
                </c:pt>
                <c:pt idx="51786">
                  <c:v>134.97</c:v>
                </c:pt>
                <c:pt idx="51787">
                  <c:v>117.96</c:v>
                </c:pt>
                <c:pt idx="51788">
                  <c:v>50.08</c:v>
                </c:pt>
                <c:pt idx="51789">
                  <c:v>227.42</c:v>
                </c:pt>
                <c:pt idx="51790">
                  <c:v>61.97</c:v>
                </c:pt>
                <c:pt idx="51791">
                  <c:v>76.459999999999994</c:v>
                </c:pt>
                <c:pt idx="51792">
                  <c:v>55.96</c:v>
                </c:pt>
                <c:pt idx="51793">
                  <c:v>110.96</c:v>
                </c:pt>
                <c:pt idx="51794">
                  <c:v>71.97</c:v>
                </c:pt>
                <c:pt idx="51795">
                  <c:v>65.959999999999994</c:v>
                </c:pt>
                <c:pt idx="51796">
                  <c:v>74.98</c:v>
                </c:pt>
                <c:pt idx="51797">
                  <c:v>51.96</c:v>
                </c:pt>
                <c:pt idx="51798">
                  <c:v>79.98</c:v>
                </c:pt>
                <c:pt idx="51799">
                  <c:v>191.96</c:v>
                </c:pt>
                <c:pt idx="51800">
                  <c:v>84.97</c:v>
                </c:pt>
                <c:pt idx="51801">
                  <c:v>32.49</c:v>
                </c:pt>
                <c:pt idx="51802">
                  <c:v>84.98</c:v>
                </c:pt>
                <c:pt idx="51803">
                  <c:v>16.29</c:v>
                </c:pt>
                <c:pt idx="51804">
                  <c:v>100.96</c:v>
                </c:pt>
                <c:pt idx="51805">
                  <c:v>34.270000000000003</c:v>
                </c:pt>
                <c:pt idx="51806">
                  <c:v>123.96</c:v>
                </c:pt>
                <c:pt idx="51807">
                  <c:v>61.98</c:v>
                </c:pt>
                <c:pt idx="51808">
                  <c:v>89.98</c:v>
                </c:pt>
                <c:pt idx="51809">
                  <c:v>53.98</c:v>
                </c:pt>
                <c:pt idx="51810">
                  <c:v>61.98</c:v>
                </c:pt>
                <c:pt idx="51811">
                  <c:v>96.78</c:v>
                </c:pt>
                <c:pt idx="51812">
                  <c:v>97.38</c:v>
                </c:pt>
                <c:pt idx="51813">
                  <c:v>55.98</c:v>
                </c:pt>
                <c:pt idx="51814">
                  <c:v>83.97</c:v>
                </c:pt>
                <c:pt idx="51815">
                  <c:v>234.52</c:v>
                </c:pt>
                <c:pt idx="51816">
                  <c:v>152.94999999999999</c:v>
                </c:pt>
                <c:pt idx="51817">
                  <c:v>135.96</c:v>
                </c:pt>
                <c:pt idx="51818">
                  <c:v>55.98</c:v>
                </c:pt>
                <c:pt idx="51819">
                  <c:v>67.989999999999995</c:v>
                </c:pt>
                <c:pt idx="51820">
                  <c:v>10.29</c:v>
                </c:pt>
                <c:pt idx="51821">
                  <c:v>121.97</c:v>
                </c:pt>
                <c:pt idx="51822">
                  <c:v>122.95</c:v>
                </c:pt>
                <c:pt idx="51823">
                  <c:v>15.49</c:v>
                </c:pt>
                <c:pt idx="51824">
                  <c:v>-73.48</c:v>
                </c:pt>
                <c:pt idx="51825">
                  <c:v>61.98</c:v>
                </c:pt>
                <c:pt idx="51826">
                  <c:v>83.97</c:v>
                </c:pt>
                <c:pt idx="51827">
                  <c:v>64.98</c:v>
                </c:pt>
                <c:pt idx="51828">
                  <c:v>68.97</c:v>
                </c:pt>
                <c:pt idx="51829">
                  <c:v>79.98</c:v>
                </c:pt>
                <c:pt idx="51830">
                  <c:v>77.39</c:v>
                </c:pt>
                <c:pt idx="51831">
                  <c:v>34.28</c:v>
                </c:pt>
                <c:pt idx="51832">
                  <c:v>29.02</c:v>
                </c:pt>
                <c:pt idx="51833">
                  <c:v>55.98</c:v>
                </c:pt>
                <c:pt idx="51834">
                  <c:v>47.48</c:v>
                </c:pt>
                <c:pt idx="51835">
                  <c:v>71.97</c:v>
                </c:pt>
                <c:pt idx="51836">
                  <c:v>54.99</c:v>
                </c:pt>
                <c:pt idx="51837">
                  <c:v>39.479999999999997</c:v>
                </c:pt>
                <c:pt idx="51838">
                  <c:v>48.35</c:v>
                </c:pt>
                <c:pt idx="51839">
                  <c:v>51.48</c:v>
                </c:pt>
                <c:pt idx="51840">
                  <c:v>71.97</c:v>
                </c:pt>
                <c:pt idx="51841">
                  <c:v>37.28</c:v>
                </c:pt>
                <c:pt idx="51842">
                  <c:v>94.97</c:v>
                </c:pt>
                <c:pt idx="51843">
                  <c:v>-20.29</c:v>
                </c:pt>
                <c:pt idx="51844">
                  <c:v>32.49</c:v>
                </c:pt>
                <c:pt idx="51845">
                  <c:v>89.97</c:v>
                </c:pt>
                <c:pt idx="51846">
                  <c:v>47.48</c:v>
                </c:pt>
                <c:pt idx="51847">
                  <c:v>115.98</c:v>
                </c:pt>
                <c:pt idx="51848">
                  <c:v>32.49</c:v>
                </c:pt>
                <c:pt idx="51849">
                  <c:v>31.44</c:v>
                </c:pt>
                <c:pt idx="51850">
                  <c:v>11.49</c:v>
                </c:pt>
                <c:pt idx="51851">
                  <c:v>94.96</c:v>
                </c:pt>
                <c:pt idx="51852">
                  <c:v>27.49</c:v>
                </c:pt>
                <c:pt idx="51853">
                  <c:v>195.93</c:v>
                </c:pt>
                <c:pt idx="51854">
                  <c:v>55.98</c:v>
                </c:pt>
                <c:pt idx="51855">
                  <c:v>31.47</c:v>
                </c:pt>
                <c:pt idx="51856">
                  <c:v>111.96</c:v>
                </c:pt>
                <c:pt idx="51857">
                  <c:v>59.98</c:v>
                </c:pt>
                <c:pt idx="51858">
                  <c:v>96.96</c:v>
                </c:pt>
                <c:pt idx="51859">
                  <c:v>120.96</c:v>
                </c:pt>
                <c:pt idx="51860">
                  <c:v>29.49</c:v>
                </c:pt>
                <c:pt idx="51861">
                  <c:v>91.32</c:v>
                </c:pt>
                <c:pt idx="51862">
                  <c:v>21.29</c:v>
                </c:pt>
                <c:pt idx="51863">
                  <c:v>57.98</c:v>
                </c:pt>
                <c:pt idx="51864">
                  <c:v>150.9</c:v>
                </c:pt>
                <c:pt idx="51865">
                  <c:v>37.28</c:v>
                </c:pt>
                <c:pt idx="51866">
                  <c:v>27.29</c:v>
                </c:pt>
                <c:pt idx="51867">
                  <c:v>41.1</c:v>
                </c:pt>
                <c:pt idx="51868">
                  <c:v>83.97</c:v>
                </c:pt>
                <c:pt idx="51869">
                  <c:v>47.48</c:v>
                </c:pt>
                <c:pt idx="51870">
                  <c:v>51.98</c:v>
                </c:pt>
                <c:pt idx="51871">
                  <c:v>89.94</c:v>
                </c:pt>
                <c:pt idx="51872">
                  <c:v>79.97</c:v>
                </c:pt>
                <c:pt idx="51873">
                  <c:v>58.98</c:v>
                </c:pt>
                <c:pt idx="51874">
                  <c:v>61.98</c:v>
                </c:pt>
                <c:pt idx="51875">
                  <c:v>55.96</c:v>
                </c:pt>
                <c:pt idx="51876">
                  <c:v>92.48</c:v>
                </c:pt>
                <c:pt idx="51877">
                  <c:v>91.47</c:v>
                </c:pt>
                <c:pt idx="51878">
                  <c:v>-1.5</c:v>
                </c:pt>
                <c:pt idx="51879">
                  <c:v>51.96</c:v>
                </c:pt>
                <c:pt idx="51880">
                  <c:v>335.88</c:v>
                </c:pt>
                <c:pt idx="51881">
                  <c:v>175.44</c:v>
                </c:pt>
                <c:pt idx="51882">
                  <c:v>83.41</c:v>
                </c:pt>
                <c:pt idx="51883">
                  <c:v>58.98</c:v>
                </c:pt>
                <c:pt idx="51884">
                  <c:v>329.91</c:v>
                </c:pt>
                <c:pt idx="51885">
                  <c:v>119.94</c:v>
                </c:pt>
                <c:pt idx="51886">
                  <c:v>74.97</c:v>
                </c:pt>
                <c:pt idx="51887">
                  <c:v>51.98</c:v>
                </c:pt>
                <c:pt idx="51888">
                  <c:v>32.49</c:v>
                </c:pt>
                <c:pt idx="51889">
                  <c:v>55.98</c:v>
                </c:pt>
                <c:pt idx="51890">
                  <c:v>118.96</c:v>
                </c:pt>
                <c:pt idx="51891">
                  <c:v>109.76</c:v>
                </c:pt>
                <c:pt idx="51892">
                  <c:v>61.98</c:v>
                </c:pt>
                <c:pt idx="51893">
                  <c:v>59.96</c:v>
                </c:pt>
                <c:pt idx="51894">
                  <c:v>31.49</c:v>
                </c:pt>
                <c:pt idx="51895">
                  <c:v>99.98</c:v>
                </c:pt>
                <c:pt idx="51896">
                  <c:v>56.98</c:v>
                </c:pt>
                <c:pt idx="51897">
                  <c:v>41.04</c:v>
                </c:pt>
                <c:pt idx="51898">
                  <c:v>63.96</c:v>
                </c:pt>
                <c:pt idx="51899">
                  <c:v>135.46</c:v>
                </c:pt>
                <c:pt idx="51900">
                  <c:v>55.97</c:v>
                </c:pt>
                <c:pt idx="51901">
                  <c:v>61.98</c:v>
                </c:pt>
                <c:pt idx="51902">
                  <c:v>51.29</c:v>
                </c:pt>
                <c:pt idx="51903">
                  <c:v>58.98</c:v>
                </c:pt>
                <c:pt idx="51904">
                  <c:v>58.97</c:v>
                </c:pt>
                <c:pt idx="51905">
                  <c:v>55.98</c:v>
                </c:pt>
                <c:pt idx="51906">
                  <c:v>55.33</c:v>
                </c:pt>
                <c:pt idx="51907">
                  <c:v>62.98</c:v>
                </c:pt>
                <c:pt idx="51908">
                  <c:v>55.98</c:v>
                </c:pt>
                <c:pt idx="51909">
                  <c:v>93.94</c:v>
                </c:pt>
                <c:pt idx="51910">
                  <c:v>108.88</c:v>
                </c:pt>
                <c:pt idx="51911">
                  <c:v>57.96</c:v>
                </c:pt>
                <c:pt idx="51912">
                  <c:v>21.49</c:v>
                </c:pt>
                <c:pt idx="51913">
                  <c:v>13.99</c:v>
                </c:pt>
                <c:pt idx="51914">
                  <c:v>59.98</c:v>
                </c:pt>
                <c:pt idx="51915">
                  <c:v>50.13</c:v>
                </c:pt>
                <c:pt idx="51916">
                  <c:v>16.489999999999998</c:v>
                </c:pt>
                <c:pt idx="51917">
                  <c:v>148.47</c:v>
                </c:pt>
                <c:pt idx="51918">
                  <c:v>16.489999999999998</c:v>
                </c:pt>
                <c:pt idx="51919">
                  <c:v>77.97</c:v>
                </c:pt>
                <c:pt idx="51920">
                  <c:v>59.98</c:v>
                </c:pt>
                <c:pt idx="51921">
                  <c:v>82.95</c:v>
                </c:pt>
                <c:pt idx="51922">
                  <c:v>54.99</c:v>
                </c:pt>
                <c:pt idx="51923">
                  <c:v>51.98</c:v>
                </c:pt>
                <c:pt idx="51924">
                  <c:v>56.97</c:v>
                </c:pt>
                <c:pt idx="51925">
                  <c:v>19.489999999999998</c:v>
                </c:pt>
                <c:pt idx="51926">
                  <c:v>53.98</c:v>
                </c:pt>
                <c:pt idx="51927">
                  <c:v>12.29</c:v>
                </c:pt>
                <c:pt idx="51928">
                  <c:v>51.29</c:v>
                </c:pt>
                <c:pt idx="51929">
                  <c:v>83.97</c:v>
                </c:pt>
                <c:pt idx="51930">
                  <c:v>51.97</c:v>
                </c:pt>
                <c:pt idx="51931">
                  <c:v>66.37</c:v>
                </c:pt>
                <c:pt idx="51932">
                  <c:v>72.97</c:v>
                </c:pt>
                <c:pt idx="51933">
                  <c:v>70.98</c:v>
                </c:pt>
                <c:pt idx="51934">
                  <c:v>129.94999999999999</c:v>
                </c:pt>
                <c:pt idx="51935">
                  <c:v>99.98</c:v>
                </c:pt>
                <c:pt idx="51936">
                  <c:v>59.98</c:v>
                </c:pt>
                <c:pt idx="51937">
                  <c:v>44.72</c:v>
                </c:pt>
                <c:pt idx="51938">
                  <c:v>76.48</c:v>
                </c:pt>
                <c:pt idx="51939">
                  <c:v>61.98</c:v>
                </c:pt>
                <c:pt idx="51940">
                  <c:v>-1.3</c:v>
                </c:pt>
                <c:pt idx="51941">
                  <c:v>-1.3</c:v>
                </c:pt>
                <c:pt idx="51942">
                  <c:v>64.09</c:v>
                </c:pt>
                <c:pt idx="51943">
                  <c:v>84.99</c:v>
                </c:pt>
                <c:pt idx="51944">
                  <c:v>73.97</c:v>
                </c:pt>
                <c:pt idx="51945">
                  <c:v>81.96</c:v>
                </c:pt>
                <c:pt idx="51946">
                  <c:v>25.07</c:v>
                </c:pt>
                <c:pt idx="51947">
                  <c:v>92.97</c:v>
                </c:pt>
                <c:pt idx="51948">
                  <c:v>55.98</c:v>
                </c:pt>
                <c:pt idx="51949">
                  <c:v>32.880000000000003</c:v>
                </c:pt>
                <c:pt idx="51950">
                  <c:v>53.98</c:v>
                </c:pt>
                <c:pt idx="51951">
                  <c:v>51.98</c:v>
                </c:pt>
                <c:pt idx="51952">
                  <c:v>55.98</c:v>
                </c:pt>
                <c:pt idx="51953">
                  <c:v>297.88</c:v>
                </c:pt>
                <c:pt idx="51954">
                  <c:v>58.97</c:v>
                </c:pt>
                <c:pt idx="51955">
                  <c:v>83.94</c:v>
                </c:pt>
                <c:pt idx="51956">
                  <c:v>61.98</c:v>
                </c:pt>
                <c:pt idx="51957">
                  <c:v>21.07</c:v>
                </c:pt>
                <c:pt idx="51958">
                  <c:v>207.92</c:v>
                </c:pt>
                <c:pt idx="51959">
                  <c:v>86.97</c:v>
                </c:pt>
                <c:pt idx="51960">
                  <c:v>129.94999999999999</c:v>
                </c:pt>
                <c:pt idx="51961">
                  <c:v>51.29</c:v>
                </c:pt>
                <c:pt idx="51962">
                  <c:v>20.29</c:v>
                </c:pt>
                <c:pt idx="51963">
                  <c:v>69.989999999999995</c:v>
                </c:pt>
                <c:pt idx="51964">
                  <c:v>31.49</c:v>
                </c:pt>
                <c:pt idx="51965">
                  <c:v>77.97</c:v>
                </c:pt>
                <c:pt idx="51966">
                  <c:v>84.99</c:v>
                </c:pt>
                <c:pt idx="51967">
                  <c:v>110.95</c:v>
                </c:pt>
                <c:pt idx="51968">
                  <c:v>73.77</c:v>
                </c:pt>
                <c:pt idx="51969">
                  <c:v>15.29</c:v>
                </c:pt>
                <c:pt idx="51970">
                  <c:v>55.97</c:v>
                </c:pt>
                <c:pt idx="51971">
                  <c:v>79.97</c:v>
                </c:pt>
                <c:pt idx="51972">
                  <c:v>11.29</c:v>
                </c:pt>
                <c:pt idx="51973">
                  <c:v>68.97</c:v>
                </c:pt>
                <c:pt idx="51974">
                  <c:v>241.94</c:v>
                </c:pt>
                <c:pt idx="51975">
                  <c:v>49.59</c:v>
                </c:pt>
                <c:pt idx="51976">
                  <c:v>111.96</c:v>
                </c:pt>
                <c:pt idx="51977">
                  <c:v>61.98</c:v>
                </c:pt>
                <c:pt idx="51978">
                  <c:v>135.94</c:v>
                </c:pt>
                <c:pt idx="51979">
                  <c:v>157.94999999999999</c:v>
                </c:pt>
                <c:pt idx="51980">
                  <c:v>81.459999999999994</c:v>
                </c:pt>
                <c:pt idx="51981">
                  <c:v>215.92</c:v>
                </c:pt>
                <c:pt idx="51982">
                  <c:v>57.56</c:v>
                </c:pt>
                <c:pt idx="51983">
                  <c:v>20.55</c:v>
                </c:pt>
                <c:pt idx="51984">
                  <c:v>83.97</c:v>
                </c:pt>
                <c:pt idx="51985">
                  <c:v>32.49</c:v>
                </c:pt>
                <c:pt idx="51986">
                  <c:v>49.38</c:v>
                </c:pt>
                <c:pt idx="51987">
                  <c:v>61.98</c:v>
                </c:pt>
                <c:pt idx="51988">
                  <c:v>83.97</c:v>
                </c:pt>
                <c:pt idx="51989">
                  <c:v>79.97</c:v>
                </c:pt>
                <c:pt idx="51990">
                  <c:v>41.49</c:v>
                </c:pt>
                <c:pt idx="51991">
                  <c:v>57.48</c:v>
                </c:pt>
                <c:pt idx="51992">
                  <c:v>112.97</c:v>
                </c:pt>
                <c:pt idx="51993">
                  <c:v>71.98</c:v>
                </c:pt>
                <c:pt idx="51994">
                  <c:v>179.49</c:v>
                </c:pt>
                <c:pt idx="51995">
                  <c:v>79.98</c:v>
                </c:pt>
                <c:pt idx="51996">
                  <c:v>21.24</c:v>
                </c:pt>
                <c:pt idx="51997">
                  <c:v>105.96</c:v>
                </c:pt>
                <c:pt idx="51998">
                  <c:v>55.98</c:v>
                </c:pt>
                <c:pt idx="51999">
                  <c:v>22.24</c:v>
                </c:pt>
                <c:pt idx="52000">
                  <c:v>113.95</c:v>
                </c:pt>
                <c:pt idx="52001">
                  <c:v>71.97</c:v>
                </c:pt>
                <c:pt idx="52002">
                  <c:v>65.98</c:v>
                </c:pt>
                <c:pt idx="52003">
                  <c:v>99.99</c:v>
                </c:pt>
                <c:pt idx="52004">
                  <c:v>79.459999999999994</c:v>
                </c:pt>
                <c:pt idx="52005">
                  <c:v>79.989999999999995</c:v>
                </c:pt>
                <c:pt idx="52006">
                  <c:v>27.94</c:v>
                </c:pt>
                <c:pt idx="52007">
                  <c:v>139.94999999999999</c:v>
                </c:pt>
                <c:pt idx="52008">
                  <c:v>120.96</c:v>
                </c:pt>
                <c:pt idx="52009">
                  <c:v>145.97</c:v>
                </c:pt>
                <c:pt idx="52010">
                  <c:v>53.96</c:v>
                </c:pt>
                <c:pt idx="52011">
                  <c:v>48.58</c:v>
                </c:pt>
                <c:pt idx="52012">
                  <c:v>62.97</c:v>
                </c:pt>
                <c:pt idx="52013">
                  <c:v>53.97</c:v>
                </c:pt>
                <c:pt idx="52014">
                  <c:v>65.989999999999995</c:v>
                </c:pt>
                <c:pt idx="52015">
                  <c:v>56.92</c:v>
                </c:pt>
                <c:pt idx="52016">
                  <c:v>119.96</c:v>
                </c:pt>
                <c:pt idx="52017">
                  <c:v>63.97</c:v>
                </c:pt>
                <c:pt idx="52018">
                  <c:v>79.98</c:v>
                </c:pt>
                <c:pt idx="52019">
                  <c:v>29.99</c:v>
                </c:pt>
                <c:pt idx="52020">
                  <c:v>31.48</c:v>
                </c:pt>
                <c:pt idx="52021">
                  <c:v>11.48</c:v>
                </c:pt>
                <c:pt idx="52022">
                  <c:v>81.96</c:v>
                </c:pt>
                <c:pt idx="52023">
                  <c:v>61.98</c:v>
                </c:pt>
                <c:pt idx="52024">
                  <c:v>15.46</c:v>
                </c:pt>
                <c:pt idx="52025">
                  <c:v>54.98</c:v>
                </c:pt>
                <c:pt idx="52026">
                  <c:v>54.99</c:v>
                </c:pt>
                <c:pt idx="52027">
                  <c:v>51.98</c:v>
                </c:pt>
                <c:pt idx="52028">
                  <c:v>110.96</c:v>
                </c:pt>
                <c:pt idx="52029">
                  <c:v>49.48</c:v>
                </c:pt>
                <c:pt idx="52030">
                  <c:v>251.49</c:v>
                </c:pt>
                <c:pt idx="52031">
                  <c:v>25.29</c:v>
                </c:pt>
                <c:pt idx="52032">
                  <c:v>17.489999999999998</c:v>
                </c:pt>
                <c:pt idx="52033">
                  <c:v>92.97</c:v>
                </c:pt>
                <c:pt idx="52034">
                  <c:v>88.35</c:v>
                </c:pt>
                <c:pt idx="52035">
                  <c:v>58.46</c:v>
                </c:pt>
                <c:pt idx="52036">
                  <c:v>61.98</c:v>
                </c:pt>
                <c:pt idx="52037">
                  <c:v>54.98</c:v>
                </c:pt>
                <c:pt idx="52038">
                  <c:v>463.82</c:v>
                </c:pt>
                <c:pt idx="52039">
                  <c:v>88.97</c:v>
                </c:pt>
                <c:pt idx="52040">
                  <c:v>463.03</c:v>
                </c:pt>
                <c:pt idx="52041">
                  <c:v>88.29</c:v>
                </c:pt>
                <c:pt idx="52042">
                  <c:v>32.49</c:v>
                </c:pt>
                <c:pt idx="52043">
                  <c:v>183.92</c:v>
                </c:pt>
                <c:pt idx="52044">
                  <c:v>139.94999999999999</c:v>
                </c:pt>
                <c:pt idx="52045">
                  <c:v>133.05000000000001</c:v>
                </c:pt>
                <c:pt idx="52046">
                  <c:v>55.98</c:v>
                </c:pt>
                <c:pt idx="52047">
                  <c:v>55.97</c:v>
                </c:pt>
                <c:pt idx="52048">
                  <c:v>68.989999999999995</c:v>
                </c:pt>
                <c:pt idx="52049">
                  <c:v>82.21</c:v>
                </c:pt>
                <c:pt idx="52050">
                  <c:v>131.97999999999999</c:v>
                </c:pt>
                <c:pt idx="52051">
                  <c:v>119.96</c:v>
                </c:pt>
                <c:pt idx="52052">
                  <c:v>79.959999999999994</c:v>
                </c:pt>
                <c:pt idx="52053">
                  <c:v>31.48</c:v>
                </c:pt>
                <c:pt idx="52054">
                  <c:v>88.95</c:v>
                </c:pt>
                <c:pt idx="52055">
                  <c:v>84.98</c:v>
                </c:pt>
                <c:pt idx="52056">
                  <c:v>75.98</c:v>
                </c:pt>
                <c:pt idx="52057">
                  <c:v>79.98</c:v>
                </c:pt>
                <c:pt idx="52058">
                  <c:v>69.98</c:v>
                </c:pt>
                <c:pt idx="52059">
                  <c:v>137.46</c:v>
                </c:pt>
                <c:pt idx="52060">
                  <c:v>53.98</c:v>
                </c:pt>
                <c:pt idx="52061">
                  <c:v>55.98</c:v>
                </c:pt>
                <c:pt idx="52062">
                  <c:v>67.540000000000006</c:v>
                </c:pt>
                <c:pt idx="52063">
                  <c:v>60.98</c:v>
                </c:pt>
                <c:pt idx="52064">
                  <c:v>61.98</c:v>
                </c:pt>
                <c:pt idx="52065">
                  <c:v>54.97</c:v>
                </c:pt>
                <c:pt idx="52066">
                  <c:v>32.49</c:v>
                </c:pt>
                <c:pt idx="52067">
                  <c:v>17.489999999999998</c:v>
                </c:pt>
                <c:pt idx="52068">
                  <c:v>92.97</c:v>
                </c:pt>
                <c:pt idx="52069">
                  <c:v>123.96</c:v>
                </c:pt>
                <c:pt idx="52070">
                  <c:v>89.97</c:v>
                </c:pt>
                <c:pt idx="52071">
                  <c:v>123.96</c:v>
                </c:pt>
                <c:pt idx="52072">
                  <c:v>58.57</c:v>
                </c:pt>
                <c:pt idx="52073">
                  <c:v>50.97</c:v>
                </c:pt>
                <c:pt idx="52074">
                  <c:v>79.98</c:v>
                </c:pt>
                <c:pt idx="52075">
                  <c:v>136.75</c:v>
                </c:pt>
                <c:pt idx="52076">
                  <c:v>69.989999999999995</c:v>
                </c:pt>
                <c:pt idx="52077">
                  <c:v>55.98</c:v>
                </c:pt>
                <c:pt idx="52078">
                  <c:v>60.98</c:v>
                </c:pt>
                <c:pt idx="52079">
                  <c:v>12.29</c:v>
                </c:pt>
                <c:pt idx="52080">
                  <c:v>37.479999999999997</c:v>
                </c:pt>
                <c:pt idx="52081">
                  <c:v>131.97999999999999</c:v>
                </c:pt>
                <c:pt idx="52082">
                  <c:v>95.54</c:v>
                </c:pt>
                <c:pt idx="52083">
                  <c:v>76.48</c:v>
                </c:pt>
                <c:pt idx="52084">
                  <c:v>53.58</c:v>
                </c:pt>
                <c:pt idx="52085">
                  <c:v>66.5</c:v>
                </c:pt>
                <c:pt idx="52086">
                  <c:v>123.96</c:v>
                </c:pt>
                <c:pt idx="52087">
                  <c:v>59.97</c:v>
                </c:pt>
                <c:pt idx="52088">
                  <c:v>116.14</c:v>
                </c:pt>
                <c:pt idx="52089">
                  <c:v>21.49</c:v>
                </c:pt>
                <c:pt idx="52090">
                  <c:v>61.98</c:v>
                </c:pt>
                <c:pt idx="52091">
                  <c:v>53.98</c:v>
                </c:pt>
                <c:pt idx="52092">
                  <c:v>27.49</c:v>
                </c:pt>
                <c:pt idx="52093">
                  <c:v>51.98</c:v>
                </c:pt>
                <c:pt idx="52094">
                  <c:v>65.98</c:v>
                </c:pt>
                <c:pt idx="52095">
                  <c:v>114.96</c:v>
                </c:pt>
                <c:pt idx="52096">
                  <c:v>93.96</c:v>
                </c:pt>
                <c:pt idx="52097">
                  <c:v>119.97</c:v>
                </c:pt>
                <c:pt idx="52098">
                  <c:v>83.97</c:v>
                </c:pt>
                <c:pt idx="52099">
                  <c:v>127.76</c:v>
                </c:pt>
                <c:pt idx="52100">
                  <c:v>86.28</c:v>
                </c:pt>
                <c:pt idx="52101">
                  <c:v>239.54</c:v>
                </c:pt>
                <c:pt idx="52102">
                  <c:v>55.98</c:v>
                </c:pt>
                <c:pt idx="52103">
                  <c:v>139.47</c:v>
                </c:pt>
                <c:pt idx="52104">
                  <c:v>110.12</c:v>
                </c:pt>
                <c:pt idx="52105">
                  <c:v>65.959999999999994</c:v>
                </c:pt>
                <c:pt idx="52106">
                  <c:v>61.98</c:v>
                </c:pt>
                <c:pt idx="52107">
                  <c:v>194.94</c:v>
                </c:pt>
                <c:pt idx="52108">
                  <c:v>237.08</c:v>
                </c:pt>
                <c:pt idx="52109">
                  <c:v>32.49</c:v>
                </c:pt>
                <c:pt idx="52110">
                  <c:v>11.49</c:v>
                </c:pt>
                <c:pt idx="52111">
                  <c:v>59.98</c:v>
                </c:pt>
                <c:pt idx="52112">
                  <c:v>75</c:v>
                </c:pt>
                <c:pt idx="52113">
                  <c:v>108.88</c:v>
                </c:pt>
                <c:pt idx="52114">
                  <c:v>53.97</c:v>
                </c:pt>
                <c:pt idx="52115">
                  <c:v>14.5</c:v>
                </c:pt>
                <c:pt idx="52116">
                  <c:v>134.97</c:v>
                </c:pt>
                <c:pt idx="52117">
                  <c:v>8.2899999999999991</c:v>
                </c:pt>
                <c:pt idx="52118">
                  <c:v>47.28</c:v>
                </c:pt>
                <c:pt idx="52119">
                  <c:v>59.96</c:v>
                </c:pt>
                <c:pt idx="52120">
                  <c:v>129.94999999999999</c:v>
                </c:pt>
                <c:pt idx="52121">
                  <c:v>67.47</c:v>
                </c:pt>
                <c:pt idx="52122">
                  <c:v>66.53</c:v>
                </c:pt>
                <c:pt idx="52123">
                  <c:v>96.78</c:v>
                </c:pt>
                <c:pt idx="52124">
                  <c:v>16.29</c:v>
                </c:pt>
                <c:pt idx="52125">
                  <c:v>-5.74</c:v>
                </c:pt>
                <c:pt idx="52126">
                  <c:v>309.83999999999997</c:v>
                </c:pt>
                <c:pt idx="52127">
                  <c:v>21.48</c:v>
                </c:pt>
                <c:pt idx="52128">
                  <c:v>69.989999999999995</c:v>
                </c:pt>
                <c:pt idx="52129">
                  <c:v>74.959999999999994</c:v>
                </c:pt>
                <c:pt idx="52130">
                  <c:v>17.489999999999998</c:v>
                </c:pt>
                <c:pt idx="52131">
                  <c:v>46.09</c:v>
                </c:pt>
                <c:pt idx="52132">
                  <c:v>29.91</c:v>
                </c:pt>
                <c:pt idx="52133">
                  <c:v>99.96</c:v>
                </c:pt>
                <c:pt idx="52134">
                  <c:v>75.959999999999994</c:v>
                </c:pt>
                <c:pt idx="52135">
                  <c:v>140.32</c:v>
                </c:pt>
                <c:pt idx="52136">
                  <c:v>85.96</c:v>
                </c:pt>
                <c:pt idx="52137">
                  <c:v>38.68</c:v>
                </c:pt>
                <c:pt idx="52138">
                  <c:v>32.49</c:v>
                </c:pt>
                <c:pt idx="52139">
                  <c:v>60.98</c:v>
                </c:pt>
                <c:pt idx="52140">
                  <c:v>55.98</c:v>
                </c:pt>
                <c:pt idx="52141">
                  <c:v>174.05</c:v>
                </c:pt>
                <c:pt idx="52142">
                  <c:v>34.28</c:v>
                </c:pt>
                <c:pt idx="52143">
                  <c:v>72.97</c:v>
                </c:pt>
                <c:pt idx="52144">
                  <c:v>55.97</c:v>
                </c:pt>
                <c:pt idx="52145">
                  <c:v>26.69</c:v>
                </c:pt>
                <c:pt idx="52146">
                  <c:v>65.989999999999995</c:v>
                </c:pt>
                <c:pt idx="52147">
                  <c:v>10.29</c:v>
                </c:pt>
                <c:pt idx="52148">
                  <c:v>47.28</c:v>
                </c:pt>
                <c:pt idx="52149">
                  <c:v>104.95</c:v>
                </c:pt>
                <c:pt idx="52150">
                  <c:v>55.39</c:v>
                </c:pt>
                <c:pt idx="52151">
                  <c:v>61.98</c:v>
                </c:pt>
                <c:pt idx="52152">
                  <c:v>155.94</c:v>
                </c:pt>
                <c:pt idx="52153">
                  <c:v>69.95</c:v>
                </c:pt>
                <c:pt idx="52154">
                  <c:v>15.49</c:v>
                </c:pt>
                <c:pt idx="52155">
                  <c:v>24.49</c:v>
                </c:pt>
                <c:pt idx="52156">
                  <c:v>34.29</c:v>
                </c:pt>
                <c:pt idx="52157">
                  <c:v>84.99</c:v>
                </c:pt>
                <c:pt idx="52158">
                  <c:v>70.959999999999994</c:v>
                </c:pt>
                <c:pt idx="52159">
                  <c:v>16.29</c:v>
                </c:pt>
                <c:pt idx="52160">
                  <c:v>111.96</c:v>
                </c:pt>
                <c:pt idx="52161">
                  <c:v>167.93</c:v>
                </c:pt>
                <c:pt idx="52162">
                  <c:v>29.49</c:v>
                </c:pt>
                <c:pt idx="52163">
                  <c:v>76.98</c:v>
                </c:pt>
                <c:pt idx="52164">
                  <c:v>51.98</c:v>
                </c:pt>
                <c:pt idx="52165">
                  <c:v>56.97</c:v>
                </c:pt>
                <c:pt idx="52166">
                  <c:v>101.95</c:v>
                </c:pt>
                <c:pt idx="52167">
                  <c:v>54.98</c:v>
                </c:pt>
                <c:pt idx="52168">
                  <c:v>51.96</c:v>
                </c:pt>
                <c:pt idx="52169">
                  <c:v>74.98</c:v>
                </c:pt>
                <c:pt idx="52170">
                  <c:v>55.98</c:v>
                </c:pt>
                <c:pt idx="52171">
                  <c:v>119.96</c:v>
                </c:pt>
                <c:pt idx="52172">
                  <c:v>82.26</c:v>
                </c:pt>
                <c:pt idx="52173">
                  <c:v>55.97</c:v>
                </c:pt>
                <c:pt idx="52174">
                  <c:v>124.97</c:v>
                </c:pt>
                <c:pt idx="52175">
                  <c:v>61.98</c:v>
                </c:pt>
                <c:pt idx="52176">
                  <c:v>32.49</c:v>
                </c:pt>
                <c:pt idx="52177">
                  <c:v>91.98</c:v>
                </c:pt>
                <c:pt idx="52178">
                  <c:v>19.48</c:v>
                </c:pt>
                <c:pt idx="52179">
                  <c:v>61.69</c:v>
                </c:pt>
                <c:pt idx="52180">
                  <c:v>55.78</c:v>
                </c:pt>
                <c:pt idx="52181">
                  <c:v>89.97</c:v>
                </c:pt>
                <c:pt idx="52182">
                  <c:v>55.98</c:v>
                </c:pt>
                <c:pt idx="52183">
                  <c:v>65.989999999999995</c:v>
                </c:pt>
                <c:pt idx="52184">
                  <c:v>48.48</c:v>
                </c:pt>
                <c:pt idx="52185">
                  <c:v>88.77</c:v>
                </c:pt>
                <c:pt idx="52186">
                  <c:v>195.95</c:v>
                </c:pt>
                <c:pt idx="52187">
                  <c:v>53.98</c:v>
                </c:pt>
                <c:pt idx="52188">
                  <c:v>32.49</c:v>
                </c:pt>
                <c:pt idx="52189">
                  <c:v>119.98</c:v>
                </c:pt>
                <c:pt idx="52190">
                  <c:v>56.7</c:v>
                </c:pt>
                <c:pt idx="52191">
                  <c:v>102.96</c:v>
                </c:pt>
                <c:pt idx="52192">
                  <c:v>89.98</c:v>
                </c:pt>
                <c:pt idx="52193">
                  <c:v>71.97</c:v>
                </c:pt>
                <c:pt idx="52194">
                  <c:v>61.96</c:v>
                </c:pt>
                <c:pt idx="52195">
                  <c:v>49.99</c:v>
                </c:pt>
                <c:pt idx="52196">
                  <c:v>139.94999999999999</c:v>
                </c:pt>
                <c:pt idx="52197">
                  <c:v>143.72</c:v>
                </c:pt>
                <c:pt idx="52198">
                  <c:v>115.14</c:v>
                </c:pt>
                <c:pt idx="52199">
                  <c:v>55.97</c:v>
                </c:pt>
                <c:pt idx="52200">
                  <c:v>31.48</c:v>
                </c:pt>
                <c:pt idx="52201">
                  <c:v>79.989999999999995</c:v>
                </c:pt>
                <c:pt idx="52202">
                  <c:v>59.96</c:v>
                </c:pt>
                <c:pt idx="52203">
                  <c:v>24.29</c:v>
                </c:pt>
                <c:pt idx="52204">
                  <c:v>63.98</c:v>
                </c:pt>
                <c:pt idx="52205">
                  <c:v>37.270000000000003</c:v>
                </c:pt>
                <c:pt idx="52206">
                  <c:v>65.989999999999995</c:v>
                </c:pt>
                <c:pt idx="52207">
                  <c:v>-50.47</c:v>
                </c:pt>
                <c:pt idx="52208">
                  <c:v>111.96</c:v>
                </c:pt>
                <c:pt idx="52209">
                  <c:v>27.49</c:v>
                </c:pt>
                <c:pt idx="52210">
                  <c:v>53.98</c:v>
                </c:pt>
                <c:pt idx="52211">
                  <c:v>149.05000000000001</c:v>
                </c:pt>
                <c:pt idx="52212">
                  <c:v>107.96</c:v>
                </c:pt>
                <c:pt idx="52213">
                  <c:v>99.95</c:v>
                </c:pt>
                <c:pt idx="52214">
                  <c:v>50.97</c:v>
                </c:pt>
                <c:pt idx="52215">
                  <c:v>135.94999999999999</c:v>
                </c:pt>
                <c:pt idx="52216">
                  <c:v>41.29</c:v>
                </c:pt>
                <c:pt idx="52217">
                  <c:v>59.98</c:v>
                </c:pt>
                <c:pt idx="52218">
                  <c:v>72.55</c:v>
                </c:pt>
                <c:pt idx="52219">
                  <c:v>57.98</c:v>
                </c:pt>
                <c:pt idx="52220">
                  <c:v>161.94</c:v>
                </c:pt>
                <c:pt idx="52221">
                  <c:v>79.849999999999994</c:v>
                </c:pt>
                <c:pt idx="52222">
                  <c:v>24.98</c:v>
                </c:pt>
                <c:pt idx="52223">
                  <c:v>61.98</c:v>
                </c:pt>
                <c:pt idx="52224">
                  <c:v>80.97</c:v>
                </c:pt>
                <c:pt idx="52225">
                  <c:v>16.29</c:v>
                </c:pt>
                <c:pt idx="52226">
                  <c:v>78.97</c:v>
                </c:pt>
                <c:pt idx="52227">
                  <c:v>37.47</c:v>
                </c:pt>
                <c:pt idx="52228">
                  <c:v>25.39</c:v>
                </c:pt>
                <c:pt idx="52229">
                  <c:v>84.99</c:v>
                </c:pt>
                <c:pt idx="52230">
                  <c:v>55.98</c:v>
                </c:pt>
                <c:pt idx="52231">
                  <c:v>41.49</c:v>
                </c:pt>
                <c:pt idx="52232">
                  <c:v>58.98</c:v>
                </c:pt>
                <c:pt idx="52233">
                  <c:v>10.49</c:v>
                </c:pt>
                <c:pt idx="52234">
                  <c:v>25.49</c:v>
                </c:pt>
                <c:pt idx="52235">
                  <c:v>203.21</c:v>
                </c:pt>
                <c:pt idx="52236">
                  <c:v>65.989999999999995</c:v>
                </c:pt>
                <c:pt idx="52237">
                  <c:v>65.989999999999995</c:v>
                </c:pt>
                <c:pt idx="52238">
                  <c:v>18.11</c:v>
                </c:pt>
                <c:pt idx="52239">
                  <c:v>9.99</c:v>
                </c:pt>
                <c:pt idx="52240">
                  <c:v>-61.98</c:v>
                </c:pt>
                <c:pt idx="52241">
                  <c:v>78.97</c:v>
                </c:pt>
                <c:pt idx="52242">
                  <c:v>54.98</c:v>
                </c:pt>
                <c:pt idx="52243">
                  <c:v>112.96</c:v>
                </c:pt>
                <c:pt idx="52244">
                  <c:v>83.96</c:v>
                </c:pt>
                <c:pt idx="52245">
                  <c:v>40.49</c:v>
                </c:pt>
                <c:pt idx="52246">
                  <c:v>64.98</c:v>
                </c:pt>
                <c:pt idx="52247">
                  <c:v>131.97999999999999</c:v>
                </c:pt>
                <c:pt idx="52248">
                  <c:v>107.96</c:v>
                </c:pt>
                <c:pt idx="52249">
                  <c:v>199.96</c:v>
                </c:pt>
                <c:pt idx="52250">
                  <c:v>84.99</c:v>
                </c:pt>
                <c:pt idx="52251">
                  <c:v>41.28</c:v>
                </c:pt>
                <c:pt idx="52252">
                  <c:v>76.47</c:v>
                </c:pt>
                <c:pt idx="52253">
                  <c:v>63.97</c:v>
                </c:pt>
                <c:pt idx="52254">
                  <c:v>139.94999999999999</c:v>
                </c:pt>
                <c:pt idx="52255">
                  <c:v>149.94999999999999</c:v>
                </c:pt>
                <c:pt idx="52256">
                  <c:v>50.74</c:v>
                </c:pt>
                <c:pt idx="52257">
                  <c:v>51.98</c:v>
                </c:pt>
                <c:pt idx="52258">
                  <c:v>178.9</c:v>
                </c:pt>
                <c:pt idx="52259">
                  <c:v>80.680000000000007</c:v>
                </c:pt>
                <c:pt idx="52260">
                  <c:v>166.96</c:v>
                </c:pt>
                <c:pt idx="52261">
                  <c:v>50.38</c:v>
                </c:pt>
                <c:pt idx="52262">
                  <c:v>70.16</c:v>
                </c:pt>
                <c:pt idx="52263">
                  <c:v>64.06</c:v>
                </c:pt>
                <c:pt idx="52264">
                  <c:v>56.38</c:v>
                </c:pt>
                <c:pt idx="52265">
                  <c:v>197.97</c:v>
                </c:pt>
                <c:pt idx="52266">
                  <c:v>51.76</c:v>
                </c:pt>
                <c:pt idx="52267">
                  <c:v>55.98</c:v>
                </c:pt>
                <c:pt idx="52268">
                  <c:v>61.98</c:v>
                </c:pt>
                <c:pt idx="52269">
                  <c:v>52.97</c:v>
                </c:pt>
                <c:pt idx="52270">
                  <c:v>55.98</c:v>
                </c:pt>
                <c:pt idx="52271">
                  <c:v>79.989999999999995</c:v>
                </c:pt>
                <c:pt idx="52272">
                  <c:v>51.98</c:v>
                </c:pt>
                <c:pt idx="52273">
                  <c:v>86.97</c:v>
                </c:pt>
                <c:pt idx="52274">
                  <c:v>107.96</c:v>
                </c:pt>
                <c:pt idx="52275">
                  <c:v>100.96</c:v>
                </c:pt>
                <c:pt idx="52276">
                  <c:v>114.95</c:v>
                </c:pt>
                <c:pt idx="52277">
                  <c:v>70.98</c:v>
                </c:pt>
                <c:pt idx="52278">
                  <c:v>34.479999999999997</c:v>
                </c:pt>
                <c:pt idx="52279">
                  <c:v>95.96</c:v>
                </c:pt>
                <c:pt idx="52280">
                  <c:v>149.43</c:v>
                </c:pt>
                <c:pt idx="52281">
                  <c:v>44.94</c:v>
                </c:pt>
                <c:pt idx="52282">
                  <c:v>230.96</c:v>
                </c:pt>
                <c:pt idx="52283">
                  <c:v>59.98</c:v>
                </c:pt>
                <c:pt idx="52284">
                  <c:v>87.98</c:v>
                </c:pt>
                <c:pt idx="52285">
                  <c:v>198.17</c:v>
                </c:pt>
                <c:pt idx="52286">
                  <c:v>55.98</c:v>
                </c:pt>
                <c:pt idx="52287">
                  <c:v>52.48</c:v>
                </c:pt>
                <c:pt idx="52288">
                  <c:v>77.97</c:v>
                </c:pt>
                <c:pt idx="52289">
                  <c:v>44.29</c:v>
                </c:pt>
                <c:pt idx="52290">
                  <c:v>75</c:v>
                </c:pt>
                <c:pt idx="52291">
                  <c:v>121.96</c:v>
                </c:pt>
                <c:pt idx="52292">
                  <c:v>61.98</c:v>
                </c:pt>
                <c:pt idx="52293">
                  <c:v>135.93</c:v>
                </c:pt>
                <c:pt idx="52294">
                  <c:v>105.46</c:v>
                </c:pt>
                <c:pt idx="52295">
                  <c:v>239.92</c:v>
                </c:pt>
                <c:pt idx="52296">
                  <c:v>33.479999999999997</c:v>
                </c:pt>
                <c:pt idx="52297">
                  <c:v>10.09</c:v>
                </c:pt>
                <c:pt idx="52298">
                  <c:v>96.78</c:v>
                </c:pt>
                <c:pt idx="52299">
                  <c:v>46.27</c:v>
                </c:pt>
                <c:pt idx="52300">
                  <c:v>55.52</c:v>
                </c:pt>
                <c:pt idx="52301">
                  <c:v>255.73</c:v>
                </c:pt>
                <c:pt idx="52302">
                  <c:v>61.98</c:v>
                </c:pt>
                <c:pt idx="52303">
                  <c:v>113.96</c:v>
                </c:pt>
                <c:pt idx="52304">
                  <c:v>68.97</c:v>
                </c:pt>
                <c:pt idx="52305">
                  <c:v>106.95</c:v>
                </c:pt>
                <c:pt idx="52306">
                  <c:v>25.28</c:v>
                </c:pt>
                <c:pt idx="52307">
                  <c:v>61.96</c:v>
                </c:pt>
                <c:pt idx="52308">
                  <c:v>84.97</c:v>
                </c:pt>
                <c:pt idx="52309">
                  <c:v>299.89999999999998</c:v>
                </c:pt>
                <c:pt idx="52310">
                  <c:v>76.47</c:v>
                </c:pt>
                <c:pt idx="52311">
                  <c:v>55.97</c:v>
                </c:pt>
                <c:pt idx="52312">
                  <c:v>61.98</c:v>
                </c:pt>
                <c:pt idx="52313">
                  <c:v>58.98</c:v>
                </c:pt>
                <c:pt idx="52314">
                  <c:v>88.37</c:v>
                </c:pt>
                <c:pt idx="52315">
                  <c:v>102.97</c:v>
                </c:pt>
                <c:pt idx="52316">
                  <c:v>47.68</c:v>
                </c:pt>
                <c:pt idx="52317">
                  <c:v>72.59</c:v>
                </c:pt>
                <c:pt idx="52318">
                  <c:v>86.97</c:v>
                </c:pt>
                <c:pt idx="52319">
                  <c:v>123.96</c:v>
                </c:pt>
                <c:pt idx="52320">
                  <c:v>143.91999999999999</c:v>
                </c:pt>
                <c:pt idx="52321">
                  <c:v>59.96</c:v>
                </c:pt>
                <c:pt idx="52322">
                  <c:v>55.39</c:v>
                </c:pt>
                <c:pt idx="52323">
                  <c:v>65.290000000000006</c:v>
                </c:pt>
                <c:pt idx="52324">
                  <c:v>8.49</c:v>
                </c:pt>
                <c:pt idx="52325">
                  <c:v>71.37</c:v>
                </c:pt>
                <c:pt idx="52326">
                  <c:v>83.97</c:v>
                </c:pt>
                <c:pt idx="52327">
                  <c:v>223.92</c:v>
                </c:pt>
                <c:pt idx="52328">
                  <c:v>61.98</c:v>
                </c:pt>
                <c:pt idx="52329">
                  <c:v>109.96</c:v>
                </c:pt>
                <c:pt idx="52330">
                  <c:v>84.65</c:v>
                </c:pt>
                <c:pt idx="52331">
                  <c:v>57.98</c:v>
                </c:pt>
                <c:pt idx="52332">
                  <c:v>27.49</c:v>
                </c:pt>
                <c:pt idx="52333">
                  <c:v>159.69999999999999</c:v>
                </c:pt>
                <c:pt idx="52334">
                  <c:v>119.96</c:v>
                </c:pt>
                <c:pt idx="52335">
                  <c:v>108.62</c:v>
                </c:pt>
                <c:pt idx="52336">
                  <c:v>34.479999999999997</c:v>
                </c:pt>
                <c:pt idx="52337">
                  <c:v>61.98</c:v>
                </c:pt>
                <c:pt idx="52338">
                  <c:v>44.28</c:v>
                </c:pt>
                <c:pt idx="52339">
                  <c:v>61.98</c:v>
                </c:pt>
                <c:pt idx="52340">
                  <c:v>44.99</c:v>
                </c:pt>
                <c:pt idx="52341">
                  <c:v>51.96</c:v>
                </c:pt>
                <c:pt idx="52342">
                  <c:v>249.93</c:v>
                </c:pt>
                <c:pt idx="52343">
                  <c:v>129.97</c:v>
                </c:pt>
                <c:pt idx="52344">
                  <c:v>114.96</c:v>
                </c:pt>
                <c:pt idx="52345">
                  <c:v>109.97</c:v>
                </c:pt>
                <c:pt idx="52346">
                  <c:v>233.91</c:v>
                </c:pt>
                <c:pt idx="52347">
                  <c:v>97.97</c:v>
                </c:pt>
                <c:pt idx="52348">
                  <c:v>91.47</c:v>
                </c:pt>
                <c:pt idx="52349">
                  <c:v>55.98</c:v>
                </c:pt>
                <c:pt idx="52350">
                  <c:v>84.98</c:v>
                </c:pt>
                <c:pt idx="52351">
                  <c:v>131.97999999999999</c:v>
                </c:pt>
                <c:pt idx="52352">
                  <c:v>25.98</c:v>
                </c:pt>
                <c:pt idx="52353">
                  <c:v>98.58</c:v>
                </c:pt>
                <c:pt idx="52354">
                  <c:v>56.96</c:v>
                </c:pt>
                <c:pt idx="52355">
                  <c:v>24.94</c:v>
                </c:pt>
                <c:pt idx="52356">
                  <c:v>164.96</c:v>
                </c:pt>
                <c:pt idx="52357">
                  <c:v>68.97</c:v>
                </c:pt>
                <c:pt idx="52358">
                  <c:v>111.96</c:v>
                </c:pt>
                <c:pt idx="52359">
                  <c:v>64.48</c:v>
                </c:pt>
                <c:pt idx="52360">
                  <c:v>141.94999999999999</c:v>
                </c:pt>
                <c:pt idx="52361">
                  <c:v>107.96</c:v>
                </c:pt>
                <c:pt idx="52362">
                  <c:v>91.91</c:v>
                </c:pt>
                <c:pt idx="52363">
                  <c:v>69.98</c:v>
                </c:pt>
                <c:pt idx="52364">
                  <c:v>59.24</c:v>
                </c:pt>
                <c:pt idx="52365">
                  <c:v>59.99</c:v>
                </c:pt>
                <c:pt idx="52366">
                  <c:v>20.29</c:v>
                </c:pt>
                <c:pt idx="52367">
                  <c:v>59.98</c:v>
                </c:pt>
                <c:pt idx="52368">
                  <c:v>94.95</c:v>
                </c:pt>
                <c:pt idx="52369">
                  <c:v>54.99</c:v>
                </c:pt>
                <c:pt idx="52370">
                  <c:v>54.98</c:v>
                </c:pt>
                <c:pt idx="52371">
                  <c:v>83.97</c:v>
                </c:pt>
                <c:pt idx="52372">
                  <c:v>87.07</c:v>
                </c:pt>
                <c:pt idx="52373">
                  <c:v>54.99</c:v>
                </c:pt>
                <c:pt idx="52374">
                  <c:v>84.99</c:v>
                </c:pt>
                <c:pt idx="52375">
                  <c:v>25.49</c:v>
                </c:pt>
                <c:pt idx="52376">
                  <c:v>36.28</c:v>
                </c:pt>
                <c:pt idx="52377">
                  <c:v>59.98</c:v>
                </c:pt>
                <c:pt idx="52378">
                  <c:v>55.98</c:v>
                </c:pt>
                <c:pt idx="52379">
                  <c:v>55.98</c:v>
                </c:pt>
                <c:pt idx="52380">
                  <c:v>71.92</c:v>
                </c:pt>
                <c:pt idx="52381">
                  <c:v>55.98</c:v>
                </c:pt>
                <c:pt idx="52382">
                  <c:v>79.98</c:v>
                </c:pt>
                <c:pt idx="52383">
                  <c:v>49.99</c:v>
                </c:pt>
                <c:pt idx="52384">
                  <c:v>-29.49</c:v>
                </c:pt>
                <c:pt idx="52385">
                  <c:v>-54.99</c:v>
                </c:pt>
                <c:pt idx="52386">
                  <c:v>11.49</c:v>
                </c:pt>
                <c:pt idx="52387">
                  <c:v>53.46</c:v>
                </c:pt>
                <c:pt idx="52388">
                  <c:v>101.21</c:v>
                </c:pt>
                <c:pt idx="52389">
                  <c:v>20.48</c:v>
                </c:pt>
                <c:pt idx="52390">
                  <c:v>84.99</c:v>
                </c:pt>
                <c:pt idx="52391">
                  <c:v>34.99</c:v>
                </c:pt>
                <c:pt idx="52392">
                  <c:v>207.92</c:v>
                </c:pt>
                <c:pt idx="52393">
                  <c:v>84.99</c:v>
                </c:pt>
                <c:pt idx="52394">
                  <c:v>94.97</c:v>
                </c:pt>
                <c:pt idx="52395">
                  <c:v>273.14</c:v>
                </c:pt>
                <c:pt idx="52396">
                  <c:v>57.98</c:v>
                </c:pt>
                <c:pt idx="52397">
                  <c:v>69.989999999999995</c:v>
                </c:pt>
                <c:pt idx="52398">
                  <c:v>125.96</c:v>
                </c:pt>
                <c:pt idx="52399">
                  <c:v>174.54</c:v>
                </c:pt>
                <c:pt idx="52400">
                  <c:v>55.97</c:v>
                </c:pt>
                <c:pt idx="52401">
                  <c:v>68.989999999999995</c:v>
                </c:pt>
                <c:pt idx="52402">
                  <c:v>59.98</c:v>
                </c:pt>
                <c:pt idx="52403">
                  <c:v>34.86</c:v>
                </c:pt>
                <c:pt idx="52404">
                  <c:v>82.97</c:v>
                </c:pt>
                <c:pt idx="52405">
                  <c:v>68.37</c:v>
                </c:pt>
                <c:pt idx="52406">
                  <c:v>13.49</c:v>
                </c:pt>
                <c:pt idx="52407">
                  <c:v>54.21</c:v>
                </c:pt>
                <c:pt idx="52408">
                  <c:v>115.98</c:v>
                </c:pt>
                <c:pt idx="52409">
                  <c:v>50.72</c:v>
                </c:pt>
                <c:pt idx="52410">
                  <c:v>44.49</c:v>
                </c:pt>
                <c:pt idx="52411">
                  <c:v>6.49</c:v>
                </c:pt>
                <c:pt idx="52412">
                  <c:v>49.98</c:v>
                </c:pt>
                <c:pt idx="52413">
                  <c:v>50.97</c:v>
                </c:pt>
                <c:pt idx="52414">
                  <c:v>62.97</c:v>
                </c:pt>
                <c:pt idx="52415">
                  <c:v>50.97</c:v>
                </c:pt>
                <c:pt idx="52416">
                  <c:v>111.96</c:v>
                </c:pt>
                <c:pt idx="52417">
                  <c:v>79.98</c:v>
                </c:pt>
                <c:pt idx="52418">
                  <c:v>64.77</c:v>
                </c:pt>
                <c:pt idx="52419">
                  <c:v>58.98</c:v>
                </c:pt>
                <c:pt idx="52420">
                  <c:v>133.97</c:v>
                </c:pt>
                <c:pt idx="52421">
                  <c:v>223.12</c:v>
                </c:pt>
                <c:pt idx="52422">
                  <c:v>75.48</c:v>
                </c:pt>
                <c:pt idx="52423">
                  <c:v>25.49</c:v>
                </c:pt>
                <c:pt idx="52424">
                  <c:v>179.94</c:v>
                </c:pt>
                <c:pt idx="52425">
                  <c:v>307.27999999999997</c:v>
                </c:pt>
                <c:pt idx="52426">
                  <c:v>61.98</c:v>
                </c:pt>
                <c:pt idx="52427">
                  <c:v>56.06</c:v>
                </c:pt>
                <c:pt idx="52428">
                  <c:v>61.98</c:v>
                </c:pt>
                <c:pt idx="52429">
                  <c:v>53.17</c:v>
                </c:pt>
                <c:pt idx="52430">
                  <c:v>91.96</c:v>
                </c:pt>
                <c:pt idx="52431">
                  <c:v>79.989999999999995</c:v>
                </c:pt>
                <c:pt idx="52432">
                  <c:v>145.13999999999999</c:v>
                </c:pt>
                <c:pt idx="52433">
                  <c:v>149.02000000000001</c:v>
                </c:pt>
                <c:pt idx="52434">
                  <c:v>83.67</c:v>
                </c:pt>
                <c:pt idx="52435">
                  <c:v>89.97</c:v>
                </c:pt>
                <c:pt idx="52436">
                  <c:v>84.98</c:v>
                </c:pt>
                <c:pt idx="52437">
                  <c:v>124.06</c:v>
                </c:pt>
                <c:pt idx="52438">
                  <c:v>100.76</c:v>
                </c:pt>
                <c:pt idx="52439">
                  <c:v>133.47</c:v>
                </c:pt>
                <c:pt idx="52440">
                  <c:v>165.96</c:v>
                </c:pt>
                <c:pt idx="52441">
                  <c:v>84.99</c:v>
                </c:pt>
                <c:pt idx="52442">
                  <c:v>155.94</c:v>
                </c:pt>
                <c:pt idx="52443">
                  <c:v>92.97</c:v>
                </c:pt>
                <c:pt idx="52444">
                  <c:v>58.48</c:v>
                </c:pt>
                <c:pt idx="52445">
                  <c:v>21.15</c:v>
                </c:pt>
                <c:pt idx="52446">
                  <c:v>55.98</c:v>
                </c:pt>
                <c:pt idx="52447">
                  <c:v>50.49</c:v>
                </c:pt>
                <c:pt idx="52448">
                  <c:v>107.94</c:v>
                </c:pt>
                <c:pt idx="52449">
                  <c:v>61.98</c:v>
                </c:pt>
                <c:pt idx="52450">
                  <c:v>155.94</c:v>
                </c:pt>
                <c:pt idx="52451">
                  <c:v>136.47999999999999</c:v>
                </c:pt>
                <c:pt idx="52452">
                  <c:v>57.48</c:v>
                </c:pt>
                <c:pt idx="52453">
                  <c:v>103.96</c:v>
                </c:pt>
                <c:pt idx="52454">
                  <c:v>79.98</c:v>
                </c:pt>
                <c:pt idx="52455">
                  <c:v>49.28</c:v>
                </c:pt>
                <c:pt idx="52456">
                  <c:v>89.98</c:v>
                </c:pt>
                <c:pt idx="52457">
                  <c:v>83.97</c:v>
                </c:pt>
                <c:pt idx="52458">
                  <c:v>49.99</c:v>
                </c:pt>
                <c:pt idx="52459">
                  <c:v>91.47</c:v>
                </c:pt>
                <c:pt idx="52460">
                  <c:v>128.75</c:v>
                </c:pt>
                <c:pt idx="52461">
                  <c:v>59.38</c:v>
                </c:pt>
                <c:pt idx="52462">
                  <c:v>61.97</c:v>
                </c:pt>
                <c:pt idx="52463">
                  <c:v>99.98</c:v>
                </c:pt>
                <c:pt idx="52464">
                  <c:v>119.96</c:v>
                </c:pt>
                <c:pt idx="52465">
                  <c:v>69.27</c:v>
                </c:pt>
                <c:pt idx="52466">
                  <c:v>155.94</c:v>
                </c:pt>
                <c:pt idx="52467">
                  <c:v>53.97</c:v>
                </c:pt>
                <c:pt idx="52468">
                  <c:v>55.96</c:v>
                </c:pt>
                <c:pt idx="52469">
                  <c:v>17.489999999999998</c:v>
                </c:pt>
                <c:pt idx="52470">
                  <c:v>61.98</c:v>
                </c:pt>
                <c:pt idx="52471">
                  <c:v>14.5</c:v>
                </c:pt>
                <c:pt idx="52472">
                  <c:v>34.479999999999997</c:v>
                </c:pt>
                <c:pt idx="52473">
                  <c:v>95.96</c:v>
                </c:pt>
                <c:pt idx="52474">
                  <c:v>36.49</c:v>
                </c:pt>
                <c:pt idx="52475">
                  <c:v>11.49</c:v>
                </c:pt>
                <c:pt idx="52476">
                  <c:v>89.98</c:v>
                </c:pt>
                <c:pt idx="52477">
                  <c:v>109.98</c:v>
                </c:pt>
                <c:pt idx="52478">
                  <c:v>51.98</c:v>
                </c:pt>
                <c:pt idx="52479">
                  <c:v>82.97</c:v>
                </c:pt>
                <c:pt idx="52480">
                  <c:v>51.19</c:v>
                </c:pt>
                <c:pt idx="52481">
                  <c:v>31.47</c:v>
                </c:pt>
                <c:pt idx="52482">
                  <c:v>8.49</c:v>
                </c:pt>
                <c:pt idx="52483">
                  <c:v>24.18</c:v>
                </c:pt>
                <c:pt idx="52484">
                  <c:v>123.16</c:v>
                </c:pt>
                <c:pt idx="52485">
                  <c:v>171.97</c:v>
                </c:pt>
                <c:pt idx="52486">
                  <c:v>14.77</c:v>
                </c:pt>
                <c:pt idx="52487">
                  <c:v>68.97</c:v>
                </c:pt>
                <c:pt idx="52488">
                  <c:v>29.29</c:v>
                </c:pt>
                <c:pt idx="52489">
                  <c:v>339.96</c:v>
                </c:pt>
                <c:pt idx="52490">
                  <c:v>51.29</c:v>
                </c:pt>
                <c:pt idx="52491">
                  <c:v>50.98</c:v>
                </c:pt>
                <c:pt idx="52492">
                  <c:v>79.98</c:v>
                </c:pt>
                <c:pt idx="52493">
                  <c:v>46.49</c:v>
                </c:pt>
                <c:pt idx="52494">
                  <c:v>46.29</c:v>
                </c:pt>
                <c:pt idx="52495">
                  <c:v>51.98</c:v>
                </c:pt>
                <c:pt idx="52496">
                  <c:v>159.97999999999999</c:v>
                </c:pt>
                <c:pt idx="52497">
                  <c:v>32.49</c:v>
                </c:pt>
                <c:pt idx="52498">
                  <c:v>83.97</c:v>
                </c:pt>
                <c:pt idx="52499">
                  <c:v>59.98</c:v>
                </c:pt>
                <c:pt idx="52500">
                  <c:v>38.68</c:v>
                </c:pt>
                <c:pt idx="52501">
                  <c:v>16.920000000000002</c:v>
                </c:pt>
                <c:pt idx="52502">
                  <c:v>66.98</c:v>
                </c:pt>
                <c:pt idx="52503">
                  <c:v>259.89999999999998</c:v>
                </c:pt>
                <c:pt idx="52504">
                  <c:v>101.95</c:v>
                </c:pt>
                <c:pt idx="52505">
                  <c:v>54.99</c:v>
                </c:pt>
                <c:pt idx="52506">
                  <c:v>75.959999999999994</c:v>
                </c:pt>
                <c:pt idx="52507">
                  <c:v>219.92</c:v>
                </c:pt>
                <c:pt idx="52508">
                  <c:v>124.97</c:v>
                </c:pt>
                <c:pt idx="52509">
                  <c:v>61.69</c:v>
                </c:pt>
                <c:pt idx="52510">
                  <c:v>259.89999999999998</c:v>
                </c:pt>
                <c:pt idx="52511">
                  <c:v>57.47</c:v>
                </c:pt>
                <c:pt idx="52512">
                  <c:v>74.97</c:v>
                </c:pt>
                <c:pt idx="52513">
                  <c:v>50.98</c:v>
                </c:pt>
                <c:pt idx="52514">
                  <c:v>90.98</c:v>
                </c:pt>
                <c:pt idx="52515">
                  <c:v>57.98</c:v>
                </c:pt>
                <c:pt idx="52516">
                  <c:v>47.48</c:v>
                </c:pt>
                <c:pt idx="52517">
                  <c:v>219.97</c:v>
                </c:pt>
                <c:pt idx="52518">
                  <c:v>84.99</c:v>
                </c:pt>
                <c:pt idx="52519">
                  <c:v>95.95</c:v>
                </c:pt>
                <c:pt idx="52520">
                  <c:v>88.57</c:v>
                </c:pt>
                <c:pt idx="52521">
                  <c:v>59.98</c:v>
                </c:pt>
                <c:pt idx="52522">
                  <c:v>50.97</c:v>
                </c:pt>
                <c:pt idx="52523">
                  <c:v>83.48</c:v>
                </c:pt>
                <c:pt idx="52524">
                  <c:v>64.97</c:v>
                </c:pt>
                <c:pt idx="52525">
                  <c:v>139.94</c:v>
                </c:pt>
                <c:pt idx="52526">
                  <c:v>50.98</c:v>
                </c:pt>
                <c:pt idx="52527">
                  <c:v>17.489999999999998</c:v>
                </c:pt>
                <c:pt idx="52528">
                  <c:v>59.98</c:v>
                </c:pt>
                <c:pt idx="52529">
                  <c:v>86.97</c:v>
                </c:pt>
                <c:pt idx="52530">
                  <c:v>89.97</c:v>
                </c:pt>
                <c:pt idx="52531">
                  <c:v>90.29</c:v>
                </c:pt>
                <c:pt idx="52532">
                  <c:v>64.98</c:v>
                </c:pt>
                <c:pt idx="52533">
                  <c:v>83.97</c:v>
                </c:pt>
                <c:pt idx="52534">
                  <c:v>84.99</c:v>
                </c:pt>
                <c:pt idx="52535">
                  <c:v>89.98</c:v>
                </c:pt>
                <c:pt idx="52536">
                  <c:v>55.98</c:v>
                </c:pt>
                <c:pt idx="52537">
                  <c:v>83.97</c:v>
                </c:pt>
                <c:pt idx="52538">
                  <c:v>-10.5</c:v>
                </c:pt>
                <c:pt idx="52539">
                  <c:v>71.47</c:v>
                </c:pt>
                <c:pt idx="52540">
                  <c:v>108.88</c:v>
                </c:pt>
                <c:pt idx="52541">
                  <c:v>113.96</c:v>
                </c:pt>
                <c:pt idx="52542">
                  <c:v>167.94</c:v>
                </c:pt>
                <c:pt idx="52543">
                  <c:v>137.97999999999999</c:v>
                </c:pt>
                <c:pt idx="52544">
                  <c:v>83.97</c:v>
                </c:pt>
                <c:pt idx="52545">
                  <c:v>32.49</c:v>
                </c:pt>
                <c:pt idx="52546">
                  <c:v>59.98</c:v>
                </c:pt>
                <c:pt idx="52547">
                  <c:v>57.98</c:v>
                </c:pt>
                <c:pt idx="52548">
                  <c:v>55.98</c:v>
                </c:pt>
                <c:pt idx="52549">
                  <c:v>28.49</c:v>
                </c:pt>
                <c:pt idx="52550">
                  <c:v>61.98</c:v>
                </c:pt>
                <c:pt idx="52551">
                  <c:v>55.98</c:v>
                </c:pt>
                <c:pt idx="52552">
                  <c:v>32.479999999999997</c:v>
                </c:pt>
                <c:pt idx="52553">
                  <c:v>71.97</c:v>
                </c:pt>
                <c:pt idx="52554">
                  <c:v>55.98</c:v>
                </c:pt>
                <c:pt idx="52555">
                  <c:v>71.97</c:v>
                </c:pt>
                <c:pt idx="52556">
                  <c:v>152.97</c:v>
                </c:pt>
                <c:pt idx="52557">
                  <c:v>55.98</c:v>
                </c:pt>
                <c:pt idx="52558">
                  <c:v>25.99</c:v>
                </c:pt>
                <c:pt idx="52559">
                  <c:v>19.989999999999998</c:v>
                </c:pt>
                <c:pt idx="52560">
                  <c:v>79.989999999999995</c:v>
                </c:pt>
                <c:pt idx="52561">
                  <c:v>83.48</c:v>
                </c:pt>
                <c:pt idx="52562">
                  <c:v>61.98</c:v>
                </c:pt>
                <c:pt idx="52563">
                  <c:v>65.3</c:v>
                </c:pt>
                <c:pt idx="52564">
                  <c:v>59.98</c:v>
                </c:pt>
                <c:pt idx="52565">
                  <c:v>229.92</c:v>
                </c:pt>
                <c:pt idx="52566">
                  <c:v>25.04</c:v>
                </c:pt>
                <c:pt idx="52567">
                  <c:v>142.74</c:v>
                </c:pt>
                <c:pt idx="52568">
                  <c:v>54.38</c:v>
                </c:pt>
                <c:pt idx="52569">
                  <c:v>51.98</c:v>
                </c:pt>
                <c:pt idx="52570">
                  <c:v>73.97</c:v>
                </c:pt>
                <c:pt idx="52571">
                  <c:v>17.489999999999998</c:v>
                </c:pt>
                <c:pt idx="52572">
                  <c:v>63.96</c:v>
                </c:pt>
                <c:pt idx="52573">
                  <c:v>166.36</c:v>
                </c:pt>
                <c:pt idx="52574">
                  <c:v>25.49</c:v>
                </c:pt>
                <c:pt idx="52575">
                  <c:v>55.94</c:v>
                </c:pt>
                <c:pt idx="52576">
                  <c:v>75.13</c:v>
                </c:pt>
                <c:pt idx="52577">
                  <c:v>55.98</c:v>
                </c:pt>
                <c:pt idx="52578">
                  <c:v>58.95</c:v>
                </c:pt>
                <c:pt idx="52579">
                  <c:v>58.98</c:v>
                </c:pt>
                <c:pt idx="52580">
                  <c:v>88.37</c:v>
                </c:pt>
                <c:pt idx="52581">
                  <c:v>131.97999999999999</c:v>
                </c:pt>
                <c:pt idx="52582">
                  <c:v>16.47</c:v>
                </c:pt>
                <c:pt idx="52583">
                  <c:v>65.989999999999995</c:v>
                </c:pt>
                <c:pt idx="52584">
                  <c:v>20.29</c:v>
                </c:pt>
                <c:pt idx="52585">
                  <c:v>55.98</c:v>
                </c:pt>
                <c:pt idx="52586">
                  <c:v>79.849999999999994</c:v>
                </c:pt>
                <c:pt idx="52587">
                  <c:v>49.09</c:v>
                </c:pt>
                <c:pt idx="52588">
                  <c:v>29.49</c:v>
                </c:pt>
                <c:pt idx="52589">
                  <c:v>74.97</c:v>
                </c:pt>
                <c:pt idx="52590">
                  <c:v>28.49</c:v>
                </c:pt>
                <c:pt idx="52591">
                  <c:v>167.94</c:v>
                </c:pt>
                <c:pt idx="52592">
                  <c:v>59.98</c:v>
                </c:pt>
                <c:pt idx="52593">
                  <c:v>46.82</c:v>
                </c:pt>
                <c:pt idx="52594">
                  <c:v>83.97</c:v>
                </c:pt>
                <c:pt idx="52595">
                  <c:v>56.58</c:v>
                </c:pt>
                <c:pt idx="52596">
                  <c:v>88.29</c:v>
                </c:pt>
                <c:pt idx="52597">
                  <c:v>55.98</c:v>
                </c:pt>
                <c:pt idx="52598">
                  <c:v>175.84</c:v>
                </c:pt>
                <c:pt idx="52599">
                  <c:v>61.26</c:v>
                </c:pt>
                <c:pt idx="52600">
                  <c:v>62.96</c:v>
                </c:pt>
                <c:pt idx="52601">
                  <c:v>84.98</c:v>
                </c:pt>
                <c:pt idx="52602">
                  <c:v>119.96</c:v>
                </c:pt>
                <c:pt idx="52603">
                  <c:v>165.64</c:v>
                </c:pt>
                <c:pt idx="52604">
                  <c:v>106.68</c:v>
                </c:pt>
                <c:pt idx="52605">
                  <c:v>65.989999999999995</c:v>
                </c:pt>
                <c:pt idx="52606">
                  <c:v>25.24</c:v>
                </c:pt>
                <c:pt idx="52607">
                  <c:v>55.97</c:v>
                </c:pt>
                <c:pt idx="52608">
                  <c:v>78.97</c:v>
                </c:pt>
                <c:pt idx="52609">
                  <c:v>55.97</c:v>
                </c:pt>
                <c:pt idx="52610">
                  <c:v>169.98</c:v>
                </c:pt>
                <c:pt idx="52611">
                  <c:v>68.97</c:v>
                </c:pt>
                <c:pt idx="52612">
                  <c:v>49.99</c:v>
                </c:pt>
                <c:pt idx="52613">
                  <c:v>6.49</c:v>
                </c:pt>
                <c:pt idx="52614">
                  <c:v>65.98</c:v>
                </c:pt>
                <c:pt idx="52615">
                  <c:v>73.48</c:v>
                </c:pt>
                <c:pt idx="52616">
                  <c:v>55.98</c:v>
                </c:pt>
                <c:pt idx="52617">
                  <c:v>74.95</c:v>
                </c:pt>
                <c:pt idx="52618">
                  <c:v>111.96</c:v>
                </c:pt>
                <c:pt idx="52619">
                  <c:v>107.96</c:v>
                </c:pt>
                <c:pt idx="52620">
                  <c:v>125.8</c:v>
                </c:pt>
                <c:pt idx="52621">
                  <c:v>83.95</c:v>
                </c:pt>
                <c:pt idx="52622">
                  <c:v>74.02</c:v>
                </c:pt>
                <c:pt idx="52623">
                  <c:v>34.49</c:v>
                </c:pt>
                <c:pt idx="52624">
                  <c:v>122.96</c:v>
                </c:pt>
                <c:pt idx="52625">
                  <c:v>84.99</c:v>
                </c:pt>
                <c:pt idx="52626">
                  <c:v>69.97</c:v>
                </c:pt>
                <c:pt idx="52627">
                  <c:v>53.98</c:v>
                </c:pt>
                <c:pt idx="52628">
                  <c:v>39.28</c:v>
                </c:pt>
                <c:pt idx="52629">
                  <c:v>61.98</c:v>
                </c:pt>
                <c:pt idx="52630">
                  <c:v>68.97</c:v>
                </c:pt>
                <c:pt idx="52631">
                  <c:v>51.98</c:v>
                </c:pt>
                <c:pt idx="52632">
                  <c:v>111.96</c:v>
                </c:pt>
                <c:pt idx="52633">
                  <c:v>42.49</c:v>
                </c:pt>
                <c:pt idx="52634">
                  <c:v>82.98</c:v>
                </c:pt>
                <c:pt idx="52635">
                  <c:v>33.28</c:v>
                </c:pt>
                <c:pt idx="52636">
                  <c:v>55.97</c:v>
                </c:pt>
                <c:pt idx="52637">
                  <c:v>59.97</c:v>
                </c:pt>
                <c:pt idx="52638">
                  <c:v>61.98</c:v>
                </c:pt>
                <c:pt idx="52639">
                  <c:v>55.98</c:v>
                </c:pt>
                <c:pt idx="52640">
                  <c:v>61.98</c:v>
                </c:pt>
                <c:pt idx="52641">
                  <c:v>51.98</c:v>
                </c:pt>
                <c:pt idx="52642">
                  <c:v>84.94</c:v>
                </c:pt>
                <c:pt idx="52643">
                  <c:v>209.93</c:v>
                </c:pt>
                <c:pt idx="52644">
                  <c:v>36.49</c:v>
                </c:pt>
                <c:pt idx="52645">
                  <c:v>105.23</c:v>
                </c:pt>
                <c:pt idx="52646">
                  <c:v>121.97</c:v>
                </c:pt>
                <c:pt idx="52647">
                  <c:v>54.99</c:v>
                </c:pt>
                <c:pt idx="52648">
                  <c:v>122.97</c:v>
                </c:pt>
                <c:pt idx="52649">
                  <c:v>84.99</c:v>
                </c:pt>
                <c:pt idx="52650">
                  <c:v>59.96</c:v>
                </c:pt>
                <c:pt idx="52651">
                  <c:v>155.94</c:v>
                </c:pt>
                <c:pt idx="52652">
                  <c:v>69.97</c:v>
                </c:pt>
                <c:pt idx="52653">
                  <c:v>37.29</c:v>
                </c:pt>
                <c:pt idx="52654">
                  <c:v>111.56</c:v>
                </c:pt>
                <c:pt idx="52655">
                  <c:v>92.96</c:v>
                </c:pt>
                <c:pt idx="52656">
                  <c:v>51.98</c:v>
                </c:pt>
                <c:pt idx="52657">
                  <c:v>65.98</c:v>
                </c:pt>
                <c:pt idx="52658">
                  <c:v>74.98</c:v>
                </c:pt>
                <c:pt idx="52659">
                  <c:v>124.06</c:v>
                </c:pt>
                <c:pt idx="52660">
                  <c:v>61.98</c:v>
                </c:pt>
                <c:pt idx="52661">
                  <c:v>56.97</c:v>
                </c:pt>
                <c:pt idx="52662">
                  <c:v>51.48</c:v>
                </c:pt>
                <c:pt idx="52663">
                  <c:v>55.97</c:v>
                </c:pt>
                <c:pt idx="52664">
                  <c:v>95.97</c:v>
                </c:pt>
                <c:pt idx="52665">
                  <c:v>65.989999999999995</c:v>
                </c:pt>
                <c:pt idx="52666">
                  <c:v>27.79</c:v>
                </c:pt>
                <c:pt idx="52667">
                  <c:v>50.38</c:v>
                </c:pt>
                <c:pt idx="52668">
                  <c:v>55.96</c:v>
                </c:pt>
                <c:pt idx="52669">
                  <c:v>-55.97</c:v>
                </c:pt>
                <c:pt idx="52670">
                  <c:v>12.29</c:v>
                </c:pt>
                <c:pt idx="52671">
                  <c:v>249.95</c:v>
                </c:pt>
                <c:pt idx="52672">
                  <c:v>79.959999999999994</c:v>
                </c:pt>
                <c:pt idx="52673">
                  <c:v>53.98</c:v>
                </c:pt>
                <c:pt idx="52674">
                  <c:v>232.22</c:v>
                </c:pt>
                <c:pt idx="52675">
                  <c:v>119.97</c:v>
                </c:pt>
                <c:pt idx="52676">
                  <c:v>98.97</c:v>
                </c:pt>
                <c:pt idx="52677">
                  <c:v>124.98</c:v>
                </c:pt>
                <c:pt idx="52678">
                  <c:v>101.96</c:v>
                </c:pt>
                <c:pt idx="52679">
                  <c:v>49.28</c:v>
                </c:pt>
                <c:pt idx="52680">
                  <c:v>59.96</c:v>
                </c:pt>
                <c:pt idx="52681">
                  <c:v>130.94999999999999</c:v>
                </c:pt>
                <c:pt idx="52682">
                  <c:v>68.87</c:v>
                </c:pt>
                <c:pt idx="52683">
                  <c:v>65.98</c:v>
                </c:pt>
                <c:pt idx="52684">
                  <c:v>36.49</c:v>
                </c:pt>
                <c:pt idx="52685">
                  <c:v>96.96</c:v>
                </c:pt>
                <c:pt idx="52686">
                  <c:v>52.01</c:v>
                </c:pt>
                <c:pt idx="52687">
                  <c:v>45.49</c:v>
                </c:pt>
                <c:pt idx="52688">
                  <c:v>39.29</c:v>
                </c:pt>
                <c:pt idx="52689">
                  <c:v>59.98</c:v>
                </c:pt>
                <c:pt idx="52690">
                  <c:v>224.93</c:v>
                </c:pt>
                <c:pt idx="52691">
                  <c:v>187.45</c:v>
                </c:pt>
                <c:pt idx="52692">
                  <c:v>84.69</c:v>
                </c:pt>
                <c:pt idx="52693">
                  <c:v>55.98</c:v>
                </c:pt>
                <c:pt idx="52694">
                  <c:v>60.98</c:v>
                </c:pt>
                <c:pt idx="52695">
                  <c:v>78.959999999999994</c:v>
                </c:pt>
                <c:pt idx="52696">
                  <c:v>34.28</c:v>
                </c:pt>
                <c:pt idx="52697">
                  <c:v>83.46</c:v>
                </c:pt>
                <c:pt idx="52698">
                  <c:v>65.290000000000006</c:v>
                </c:pt>
                <c:pt idx="52699">
                  <c:v>52.01</c:v>
                </c:pt>
                <c:pt idx="52700">
                  <c:v>148.94999999999999</c:v>
                </c:pt>
                <c:pt idx="52701">
                  <c:v>69.989999999999995</c:v>
                </c:pt>
                <c:pt idx="52702">
                  <c:v>61.98</c:v>
                </c:pt>
                <c:pt idx="52703">
                  <c:v>72.56</c:v>
                </c:pt>
                <c:pt idx="52704">
                  <c:v>50.43</c:v>
                </c:pt>
                <c:pt idx="52705">
                  <c:v>95.79</c:v>
                </c:pt>
                <c:pt idx="52706">
                  <c:v>107.96</c:v>
                </c:pt>
                <c:pt idx="52707">
                  <c:v>50.98</c:v>
                </c:pt>
                <c:pt idx="52708">
                  <c:v>149.93</c:v>
                </c:pt>
                <c:pt idx="52709">
                  <c:v>53.98</c:v>
                </c:pt>
                <c:pt idx="52710">
                  <c:v>131.96</c:v>
                </c:pt>
                <c:pt idx="52711">
                  <c:v>79.989999999999995</c:v>
                </c:pt>
                <c:pt idx="52712">
                  <c:v>89.97</c:v>
                </c:pt>
                <c:pt idx="52713">
                  <c:v>21.48</c:v>
                </c:pt>
                <c:pt idx="52714">
                  <c:v>112.97</c:v>
                </c:pt>
                <c:pt idx="52715">
                  <c:v>63.98</c:v>
                </c:pt>
                <c:pt idx="52716">
                  <c:v>61.98</c:v>
                </c:pt>
                <c:pt idx="52717">
                  <c:v>89.95</c:v>
                </c:pt>
                <c:pt idx="52718">
                  <c:v>98.16</c:v>
                </c:pt>
                <c:pt idx="52719">
                  <c:v>33.479999999999997</c:v>
                </c:pt>
                <c:pt idx="52720">
                  <c:v>118.97</c:v>
                </c:pt>
                <c:pt idx="52721">
                  <c:v>63.96</c:v>
                </c:pt>
                <c:pt idx="52722">
                  <c:v>-526.17999999999995</c:v>
                </c:pt>
                <c:pt idx="52723">
                  <c:v>-526.17999999999995</c:v>
                </c:pt>
                <c:pt idx="52724">
                  <c:v>118.78</c:v>
                </c:pt>
                <c:pt idx="52725">
                  <c:v>16.489999999999998</c:v>
                </c:pt>
                <c:pt idx="52726">
                  <c:v>65.98</c:v>
                </c:pt>
                <c:pt idx="52727">
                  <c:v>39.49</c:v>
                </c:pt>
                <c:pt idx="52728">
                  <c:v>46.49</c:v>
                </c:pt>
                <c:pt idx="52729">
                  <c:v>33.99</c:v>
                </c:pt>
                <c:pt idx="52730">
                  <c:v>62.87</c:v>
                </c:pt>
                <c:pt idx="52731">
                  <c:v>129.96</c:v>
                </c:pt>
                <c:pt idx="52732">
                  <c:v>43.97</c:v>
                </c:pt>
                <c:pt idx="52733">
                  <c:v>54.99</c:v>
                </c:pt>
                <c:pt idx="52734">
                  <c:v>51.98</c:v>
                </c:pt>
                <c:pt idx="52735">
                  <c:v>67.739999999999995</c:v>
                </c:pt>
                <c:pt idx="52736">
                  <c:v>31.23</c:v>
                </c:pt>
                <c:pt idx="52737">
                  <c:v>53.98</c:v>
                </c:pt>
                <c:pt idx="52738">
                  <c:v>201.93</c:v>
                </c:pt>
                <c:pt idx="52739">
                  <c:v>65.98</c:v>
                </c:pt>
                <c:pt idx="52740">
                  <c:v>56.45</c:v>
                </c:pt>
                <c:pt idx="52741">
                  <c:v>52.01</c:v>
                </c:pt>
                <c:pt idx="52742">
                  <c:v>150.94999999999999</c:v>
                </c:pt>
                <c:pt idx="52743">
                  <c:v>91.11</c:v>
                </c:pt>
                <c:pt idx="52744">
                  <c:v>59.98</c:v>
                </c:pt>
                <c:pt idx="52745">
                  <c:v>43.48</c:v>
                </c:pt>
                <c:pt idx="52746">
                  <c:v>65.98</c:v>
                </c:pt>
                <c:pt idx="52747">
                  <c:v>34.49</c:v>
                </c:pt>
                <c:pt idx="52748">
                  <c:v>55.97</c:v>
                </c:pt>
                <c:pt idx="52749">
                  <c:v>105.25</c:v>
                </c:pt>
                <c:pt idx="52750">
                  <c:v>73.97</c:v>
                </c:pt>
                <c:pt idx="52751">
                  <c:v>89.97</c:v>
                </c:pt>
                <c:pt idx="52752">
                  <c:v>61.98</c:v>
                </c:pt>
                <c:pt idx="52753">
                  <c:v>29.49</c:v>
                </c:pt>
                <c:pt idx="52754">
                  <c:v>21.48</c:v>
                </c:pt>
                <c:pt idx="52755">
                  <c:v>56.97</c:v>
                </c:pt>
                <c:pt idx="52756">
                  <c:v>126.97</c:v>
                </c:pt>
                <c:pt idx="52757">
                  <c:v>215.92</c:v>
                </c:pt>
                <c:pt idx="52758">
                  <c:v>149.97</c:v>
                </c:pt>
                <c:pt idx="52759">
                  <c:v>77.38</c:v>
                </c:pt>
                <c:pt idx="52760">
                  <c:v>87.97</c:v>
                </c:pt>
                <c:pt idx="52761">
                  <c:v>65.98</c:v>
                </c:pt>
                <c:pt idx="52762">
                  <c:v>24.18</c:v>
                </c:pt>
                <c:pt idx="52763">
                  <c:v>53.47</c:v>
                </c:pt>
                <c:pt idx="52764">
                  <c:v>111.16</c:v>
                </c:pt>
                <c:pt idx="52765">
                  <c:v>79.709999999999994</c:v>
                </c:pt>
                <c:pt idx="52766">
                  <c:v>68.97</c:v>
                </c:pt>
                <c:pt idx="52767">
                  <c:v>83.98</c:v>
                </c:pt>
                <c:pt idx="52768">
                  <c:v>61.98</c:v>
                </c:pt>
                <c:pt idx="52769">
                  <c:v>83.97</c:v>
                </c:pt>
                <c:pt idx="52770">
                  <c:v>62.88</c:v>
                </c:pt>
                <c:pt idx="52771">
                  <c:v>61.98</c:v>
                </c:pt>
                <c:pt idx="52772">
                  <c:v>179.9</c:v>
                </c:pt>
                <c:pt idx="52773">
                  <c:v>41.12</c:v>
                </c:pt>
                <c:pt idx="52774">
                  <c:v>65.97</c:v>
                </c:pt>
                <c:pt idx="52775">
                  <c:v>68.97</c:v>
                </c:pt>
                <c:pt idx="52776">
                  <c:v>55.98</c:v>
                </c:pt>
                <c:pt idx="52777">
                  <c:v>71.97</c:v>
                </c:pt>
                <c:pt idx="52778">
                  <c:v>62.98</c:v>
                </c:pt>
                <c:pt idx="52779">
                  <c:v>119.96</c:v>
                </c:pt>
                <c:pt idx="52780">
                  <c:v>56.08</c:v>
                </c:pt>
                <c:pt idx="52781">
                  <c:v>59.98</c:v>
                </c:pt>
                <c:pt idx="52782">
                  <c:v>89.98</c:v>
                </c:pt>
                <c:pt idx="52783">
                  <c:v>67.97</c:v>
                </c:pt>
                <c:pt idx="52784">
                  <c:v>53.98</c:v>
                </c:pt>
                <c:pt idx="52785">
                  <c:v>55.98</c:v>
                </c:pt>
                <c:pt idx="52786">
                  <c:v>55.98</c:v>
                </c:pt>
                <c:pt idx="52787">
                  <c:v>69.989999999999995</c:v>
                </c:pt>
                <c:pt idx="52788">
                  <c:v>123.97</c:v>
                </c:pt>
                <c:pt idx="52789">
                  <c:v>58.98</c:v>
                </c:pt>
                <c:pt idx="52790">
                  <c:v>63.98</c:v>
                </c:pt>
                <c:pt idx="52791">
                  <c:v>142.94999999999999</c:v>
                </c:pt>
                <c:pt idx="52792">
                  <c:v>89.94</c:v>
                </c:pt>
                <c:pt idx="52793">
                  <c:v>35.979999999999997</c:v>
                </c:pt>
                <c:pt idx="52794">
                  <c:v>79.849999999999994</c:v>
                </c:pt>
                <c:pt idx="52795">
                  <c:v>59.99</c:v>
                </c:pt>
                <c:pt idx="52796">
                  <c:v>50.97</c:v>
                </c:pt>
                <c:pt idx="52797">
                  <c:v>246.65</c:v>
                </c:pt>
                <c:pt idx="52798">
                  <c:v>71.489999999999995</c:v>
                </c:pt>
                <c:pt idx="52799">
                  <c:v>93.97</c:v>
                </c:pt>
                <c:pt idx="52800">
                  <c:v>62.98</c:v>
                </c:pt>
                <c:pt idx="52801">
                  <c:v>59.98</c:v>
                </c:pt>
                <c:pt idx="52802">
                  <c:v>159.97999999999999</c:v>
                </c:pt>
                <c:pt idx="52803">
                  <c:v>22.49</c:v>
                </c:pt>
                <c:pt idx="52804">
                  <c:v>92.97</c:v>
                </c:pt>
                <c:pt idx="52805">
                  <c:v>73.47</c:v>
                </c:pt>
                <c:pt idx="52806">
                  <c:v>65.3</c:v>
                </c:pt>
                <c:pt idx="52807">
                  <c:v>55.52</c:v>
                </c:pt>
                <c:pt idx="52808">
                  <c:v>39.49</c:v>
                </c:pt>
                <c:pt idx="52809">
                  <c:v>53.98</c:v>
                </c:pt>
                <c:pt idx="52810">
                  <c:v>55.97</c:v>
                </c:pt>
                <c:pt idx="52811">
                  <c:v>61.98</c:v>
                </c:pt>
                <c:pt idx="52812">
                  <c:v>211.94</c:v>
                </c:pt>
                <c:pt idx="52813">
                  <c:v>51.98</c:v>
                </c:pt>
                <c:pt idx="52814">
                  <c:v>120.98</c:v>
                </c:pt>
                <c:pt idx="52815">
                  <c:v>67.48</c:v>
                </c:pt>
                <c:pt idx="52816">
                  <c:v>71.84</c:v>
                </c:pt>
                <c:pt idx="52817">
                  <c:v>63.98</c:v>
                </c:pt>
                <c:pt idx="52818">
                  <c:v>127.87</c:v>
                </c:pt>
                <c:pt idx="52819">
                  <c:v>24.49</c:v>
                </c:pt>
                <c:pt idx="52820">
                  <c:v>47.28</c:v>
                </c:pt>
                <c:pt idx="52821">
                  <c:v>31.29</c:v>
                </c:pt>
                <c:pt idx="52822">
                  <c:v>53.98</c:v>
                </c:pt>
                <c:pt idx="52823">
                  <c:v>17.29</c:v>
                </c:pt>
                <c:pt idx="52824">
                  <c:v>65.98</c:v>
                </c:pt>
                <c:pt idx="52825">
                  <c:v>34.479999999999997</c:v>
                </c:pt>
                <c:pt idx="52826">
                  <c:v>83.97</c:v>
                </c:pt>
                <c:pt idx="52827">
                  <c:v>89.97</c:v>
                </c:pt>
                <c:pt idx="52828">
                  <c:v>94.02</c:v>
                </c:pt>
                <c:pt idx="52829">
                  <c:v>61.98</c:v>
                </c:pt>
                <c:pt idx="52830">
                  <c:v>196.43</c:v>
                </c:pt>
                <c:pt idx="52831">
                  <c:v>62.47</c:v>
                </c:pt>
                <c:pt idx="52832">
                  <c:v>98.97</c:v>
                </c:pt>
                <c:pt idx="52833">
                  <c:v>99.06</c:v>
                </c:pt>
                <c:pt idx="52834">
                  <c:v>103.96</c:v>
                </c:pt>
                <c:pt idx="52835">
                  <c:v>61.98</c:v>
                </c:pt>
                <c:pt idx="52836">
                  <c:v>50.98</c:v>
                </c:pt>
                <c:pt idx="52837">
                  <c:v>59.98</c:v>
                </c:pt>
                <c:pt idx="52838">
                  <c:v>73.48</c:v>
                </c:pt>
                <c:pt idx="52839">
                  <c:v>92.97</c:v>
                </c:pt>
                <c:pt idx="52840">
                  <c:v>31.47</c:v>
                </c:pt>
                <c:pt idx="52841">
                  <c:v>65.98</c:v>
                </c:pt>
                <c:pt idx="52842">
                  <c:v>191.93</c:v>
                </c:pt>
                <c:pt idx="52843">
                  <c:v>119.96</c:v>
                </c:pt>
                <c:pt idx="52844">
                  <c:v>63.98</c:v>
                </c:pt>
                <c:pt idx="52845">
                  <c:v>49.48</c:v>
                </c:pt>
                <c:pt idx="52846">
                  <c:v>69.98</c:v>
                </c:pt>
                <c:pt idx="52847">
                  <c:v>65.98</c:v>
                </c:pt>
                <c:pt idx="52848">
                  <c:v>65.98</c:v>
                </c:pt>
                <c:pt idx="52849">
                  <c:v>95.78</c:v>
                </c:pt>
                <c:pt idx="52850">
                  <c:v>55.98</c:v>
                </c:pt>
                <c:pt idx="52851">
                  <c:v>54.98</c:v>
                </c:pt>
                <c:pt idx="52852">
                  <c:v>149.94999999999999</c:v>
                </c:pt>
                <c:pt idx="52853">
                  <c:v>61.98</c:v>
                </c:pt>
                <c:pt idx="52854">
                  <c:v>65.98</c:v>
                </c:pt>
                <c:pt idx="52855">
                  <c:v>67.87</c:v>
                </c:pt>
                <c:pt idx="52856">
                  <c:v>48.29</c:v>
                </c:pt>
                <c:pt idx="52857">
                  <c:v>55.98</c:v>
                </c:pt>
                <c:pt idx="52858">
                  <c:v>34.49</c:v>
                </c:pt>
                <c:pt idx="52859">
                  <c:v>91.96</c:v>
                </c:pt>
                <c:pt idx="52860">
                  <c:v>67.98</c:v>
                </c:pt>
                <c:pt idx="52861">
                  <c:v>29.02</c:v>
                </c:pt>
                <c:pt idx="52862">
                  <c:v>94.97</c:v>
                </c:pt>
                <c:pt idx="52863">
                  <c:v>83.96</c:v>
                </c:pt>
                <c:pt idx="52864">
                  <c:v>47.48</c:v>
                </c:pt>
                <c:pt idx="52865">
                  <c:v>261.39999999999998</c:v>
                </c:pt>
                <c:pt idx="52866">
                  <c:v>167.94</c:v>
                </c:pt>
                <c:pt idx="52867">
                  <c:v>131.96</c:v>
                </c:pt>
                <c:pt idx="52868">
                  <c:v>183.56</c:v>
                </c:pt>
                <c:pt idx="52869">
                  <c:v>61.48</c:v>
                </c:pt>
                <c:pt idx="52870">
                  <c:v>128.96</c:v>
                </c:pt>
                <c:pt idx="52871">
                  <c:v>101.97</c:v>
                </c:pt>
                <c:pt idx="52872">
                  <c:v>233.93</c:v>
                </c:pt>
                <c:pt idx="52873">
                  <c:v>21.29</c:v>
                </c:pt>
                <c:pt idx="52874">
                  <c:v>51.98</c:v>
                </c:pt>
                <c:pt idx="52875">
                  <c:v>96.98</c:v>
                </c:pt>
                <c:pt idx="52876">
                  <c:v>86.97</c:v>
                </c:pt>
                <c:pt idx="52877">
                  <c:v>61.98</c:v>
                </c:pt>
                <c:pt idx="52878">
                  <c:v>38.479999999999997</c:v>
                </c:pt>
                <c:pt idx="52879">
                  <c:v>49.98</c:v>
                </c:pt>
                <c:pt idx="52880">
                  <c:v>128.21</c:v>
                </c:pt>
                <c:pt idx="52881">
                  <c:v>37.29</c:v>
                </c:pt>
                <c:pt idx="52882">
                  <c:v>127.96</c:v>
                </c:pt>
                <c:pt idx="52883">
                  <c:v>117.58</c:v>
                </c:pt>
                <c:pt idx="52884">
                  <c:v>107.96</c:v>
                </c:pt>
                <c:pt idx="52885">
                  <c:v>84.99</c:v>
                </c:pt>
                <c:pt idx="52886">
                  <c:v>83.43</c:v>
                </c:pt>
                <c:pt idx="52887">
                  <c:v>-24.49</c:v>
                </c:pt>
                <c:pt idx="52888">
                  <c:v>63.93</c:v>
                </c:pt>
                <c:pt idx="52889">
                  <c:v>83.97</c:v>
                </c:pt>
                <c:pt idx="52890">
                  <c:v>59.98</c:v>
                </c:pt>
                <c:pt idx="52891">
                  <c:v>65.98</c:v>
                </c:pt>
                <c:pt idx="52892">
                  <c:v>28.49</c:v>
                </c:pt>
                <c:pt idx="52893">
                  <c:v>65.98</c:v>
                </c:pt>
                <c:pt idx="52894">
                  <c:v>89.97</c:v>
                </c:pt>
                <c:pt idx="52895">
                  <c:v>58.98</c:v>
                </c:pt>
                <c:pt idx="52896">
                  <c:v>115.96</c:v>
                </c:pt>
                <c:pt idx="52897">
                  <c:v>56.98</c:v>
                </c:pt>
                <c:pt idx="52898">
                  <c:v>98.06</c:v>
                </c:pt>
                <c:pt idx="52899">
                  <c:v>63.98</c:v>
                </c:pt>
                <c:pt idx="52900">
                  <c:v>65.989999999999995</c:v>
                </c:pt>
                <c:pt idx="52901">
                  <c:v>60.99</c:v>
                </c:pt>
                <c:pt idx="52902">
                  <c:v>55.96</c:v>
                </c:pt>
                <c:pt idx="52903">
                  <c:v>160.93</c:v>
                </c:pt>
                <c:pt idx="52904">
                  <c:v>65.98</c:v>
                </c:pt>
                <c:pt idx="52905">
                  <c:v>51.98</c:v>
                </c:pt>
                <c:pt idx="52906">
                  <c:v>91.96</c:v>
                </c:pt>
                <c:pt idx="52907">
                  <c:v>39.96</c:v>
                </c:pt>
                <c:pt idx="52908">
                  <c:v>83.97</c:v>
                </c:pt>
                <c:pt idx="52909">
                  <c:v>219.97</c:v>
                </c:pt>
                <c:pt idx="52910">
                  <c:v>20.29</c:v>
                </c:pt>
                <c:pt idx="52911">
                  <c:v>31.49</c:v>
                </c:pt>
                <c:pt idx="52912">
                  <c:v>32.49</c:v>
                </c:pt>
                <c:pt idx="52913">
                  <c:v>90.73</c:v>
                </c:pt>
                <c:pt idx="52914">
                  <c:v>53.96</c:v>
                </c:pt>
                <c:pt idx="52915">
                  <c:v>64.97</c:v>
                </c:pt>
                <c:pt idx="52916">
                  <c:v>60.18</c:v>
                </c:pt>
                <c:pt idx="52917">
                  <c:v>164.95</c:v>
                </c:pt>
                <c:pt idx="52918">
                  <c:v>11.29</c:v>
                </c:pt>
                <c:pt idx="52919">
                  <c:v>21.49</c:v>
                </c:pt>
                <c:pt idx="52920">
                  <c:v>23.28</c:v>
                </c:pt>
                <c:pt idx="52921">
                  <c:v>93.97</c:v>
                </c:pt>
                <c:pt idx="52922">
                  <c:v>59.96</c:v>
                </c:pt>
                <c:pt idx="52923">
                  <c:v>75</c:v>
                </c:pt>
                <c:pt idx="52924">
                  <c:v>69.989999999999995</c:v>
                </c:pt>
                <c:pt idx="52925">
                  <c:v>131.96</c:v>
                </c:pt>
                <c:pt idx="52926">
                  <c:v>103.96</c:v>
                </c:pt>
                <c:pt idx="52927">
                  <c:v>111.96</c:v>
                </c:pt>
                <c:pt idx="52928">
                  <c:v>65.42</c:v>
                </c:pt>
                <c:pt idx="52929">
                  <c:v>34.49</c:v>
                </c:pt>
                <c:pt idx="52930">
                  <c:v>95.96</c:v>
                </c:pt>
                <c:pt idx="52931">
                  <c:v>55.98</c:v>
                </c:pt>
                <c:pt idx="52932">
                  <c:v>178.15</c:v>
                </c:pt>
                <c:pt idx="52933">
                  <c:v>55.98</c:v>
                </c:pt>
                <c:pt idx="52934">
                  <c:v>53.98</c:v>
                </c:pt>
                <c:pt idx="52935">
                  <c:v>65.98</c:v>
                </c:pt>
                <c:pt idx="52936">
                  <c:v>31.48</c:v>
                </c:pt>
                <c:pt idx="52937">
                  <c:v>53.98</c:v>
                </c:pt>
                <c:pt idx="52938">
                  <c:v>68.97</c:v>
                </c:pt>
                <c:pt idx="52939">
                  <c:v>53.96</c:v>
                </c:pt>
                <c:pt idx="52940">
                  <c:v>32.49</c:v>
                </c:pt>
                <c:pt idx="52941">
                  <c:v>64.09</c:v>
                </c:pt>
                <c:pt idx="52942">
                  <c:v>51.95</c:v>
                </c:pt>
                <c:pt idx="52943">
                  <c:v>31.28</c:v>
                </c:pt>
                <c:pt idx="52944">
                  <c:v>29.48</c:v>
                </c:pt>
                <c:pt idx="52945">
                  <c:v>58.98</c:v>
                </c:pt>
                <c:pt idx="52946">
                  <c:v>65.98</c:v>
                </c:pt>
                <c:pt idx="52947">
                  <c:v>52.96</c:v>
                </c:pt>
                <c:pt idx="52948">
                  <c:v>75.959999999999994</c:v>
                </c:pt>
                <c:pt idx="52949">
                  <c:v>71.97</c:v>
                </c:pt>
                <c:pt idx="52950">
                  <c:v>61.98</c:v>
                </c:pt>
                <c:pt idx="52951">
                  <c:v>-101.97</c:v>
                </c:pt>
                <c:pt idx="52952">
                  <c:v>109.96</c:v>
                </c:pt>
                <c:pt idx="52953">
                  <c:v>-54.98</c:v>
                </c:pt>
                <c:pt idx="52954">
                  <c:v>30.48</c:v>
                </c:pt>
                <c:pt idx="52955">
                  <c:v>111.56</c:v>
                </c:pt>
                <c:pt idx="52956">
                  <c:v>92.97</c:v>
                </c:pt>
                <c:pt idx="52957">
                  <c:v>56.03</c:v>
                </c:pt>
                <c:pt idx="52958">
                  <c:v>16.29</c:v>
                </c:pt>
                <c:pt idx="52959">
                  <c:v>79.989999999999995</c:v>
                </c:pt>
                <c:pt idx="52960">
                  <c:v>68.97</c:v>
                </c:pt>
                <c:pt idx="52961">
                  <c:v>111.94</c:v>
                </c:pt>
                <c:pt idx="52962">
                  <c:v>52.96</c:v>
                </c:pt>
                <c:pt idx="52963">
                  <c:v>99.96</c:v>
                </c:pt>
                <c:pt idx="52964">
                  <c:v>53.98</c:v>
                </c:pt>
                <c:pt idx="52965">
                  <c:v>92.97</c:v>
                </c:pt>
                <c:pt idx="52966">
                  <c:v>70.98</c:v>
                </c:pt>
                <c:pt idx="52967">
                  <c:v>139.97999999999999</c:v>
                </c:pt>
                <c:pt idx="52968">
                  <c:v>55.98</c:v>
                </c:pt>
                <c:pt idx="52969">
                  <c:v>61.98</c:v>
                </c:pt>
                <c:pt idx="52970">
                  <c:v>195.79</c:v>
                </c:pt>
                <c:pt idx="52971">
                  <c:v>56.98</c:v>
                </c:pt>
                <c:pt idx="52972">
                  <c:v>53.98</c:v>
                </c:pt>
                <c:pt idx="52973">
                  <c:v>39.89</c:v>
                </c:pt>
                <c:pt idx="52974">
                  <c:v>65.98</c:v>
                </c:pt>
                <c:pt idx="52975">
                  <c:v>91.8</c:v>
                </c:pt>
                <c:pt idx="52976">
                  <c:v>65.98</c:v>
                </c:pt>
                <c:pt idx="52977">
                  <c:v>143.96</c:v>
                </c:pt>
                <c:pt idx="52978">
                  <c:v>55.98</c:v>
                </c:pt>
                <c:pt idx="52979">
                  <c:v>65.94</c:v>
                </c:pt>
                <c:pt idx="52980">
                  <c:v>55.97</c:v>
                </c:pt>
                <c:pt idx="52981">
                  <c:v>83.97</c:v>
                </c:pt>
                <c:pt idx="52982">
                  <c:v>104.93</c:v>
                </c:pt>
                <c:pt idx="52983">
                  <c:v>65.989999999999995</c:v>
                </c:pt>
                <c:pt idx="52984">
                  <c:v>51.98</c:v>
                </c:pt>
                <c:pt idx="52985">
                  <c:v>190.93</c:v>
                </c:pt>
                <c:pt idx="52986">
                  <c:v>61.98</c:v>
                </c:pt>
                <c:pt idx="52987">
                  <c:v>279.97000000000003</c:v>
                </c:pt>
                <c:pt idx="52988">
                  <c:v>53.98</c:v>
                </c:pt>
                <c:pt idx="52989">
                  <c:v>83.67</c:v>
                </c:pt>
                <c:pt idx="52990">
                  <c:v>159.96</c:v>
                </c:pt>
                <c:pt idx="52991">
                  <c:v>104.96</c:v>
                </c:pt>
                <c:pt idx="52992">
                  <c:v>157.94</c:v>
                </c:pt>
                <c:pt idx="52993">
                  <c:v>105.23</c:v>
                </c:pt>
                <c:pt idx="52994">
                  <c:v>51.98</c:v>
                </c:pt>
                <c:pt idx="52995">
                  <c:v>160.96</c:v>
                </c:pt>
                <c:pt idx="52996">
                  <c:v>16.29</c:v>
                </c:pt>
                <c:pt idx="52997">
                  <c:v>92.97</c:v>
                </c:pt>
                <c:pt idx="52998">
                  <c:v>51.87</c:v>
                </c:pt>
                <c:pt idx="52999">
                  <c:v>20.53</c:v>
                </c:pt>
                <c:pt idx="53000">
                  <c:v>29.49</c:v>
                </c:pt>
                <c:pt idx="53001">
                  <c:v>50.38</c:v>
                </c:pt>
                <c:pt idx="53002">
                  <c:v>55.98</c:v>
                </c:pt>
                <c:pt idx="53003">
                  <c:v>55.95</c:v>
                </c:pt>
                <c:pt idx="53004">
                  <c:v>61.98</c:v>
                </c:pt>
                <c:pt idx="53005">
                  <c:v>89.97</c:v>
                </c:pt>
                <c:pt idx="53006">
                  <c:v>98.97</c:v>
                </c:pt>
                <c:pt idx="53007">
                  <c:v>13.7</c:v>
                </c:pt>
                <c:pt idx="53008">
                  <c:v>169.98</c:v>
                </c:pt>
                <c:pt idx="53009">
                  <c:v>84.66</c:v>
                </c:pt>
                <c:pt idx="53010">
                  <c:v>34.29</c:v>
                </c:pt>
                <c:pt idx="53011">
                  <c:v>54.87</c:v>
                </c:pt>
                <c:pt idx="53012">
                  <c:v>53.35</c:v>
                </c:pt>
                <c:pt idx="53013">
                  <c:v>61.98</c:v>
                </c:pt>
                <c:pt idx="53014">
                  <c:v>70.959999999999994</c:v>
                </c:pt>
                <c:pt idx="53015">
                  <c:v>39.08</c:v>
                </c:pt>
                <c:pt idx="53016">
                  <c:v>29.28</c:v>
                </c:pt>
                <c:pt idx="53017">
                  <c:v>77.760000000000005</c:v>
                </c:pt>
                <c:pt idx="53018">
                  <c:v>98.97</c:v>
                </c:pt>
                <c:pt idx="53019">
                  <c:v>63.48</c:v>
                </c:pt>
                <c:pt idx="53020">
                  <c:v>56.98</c:v>
                </c:pt>
                <c:pt idx="53021">
                  <c:v>98.97</c:v>
                </c:pt>
                <c:pt idx="53022">
                  <c:v>65.989999999999995</c:v>
                </c:pt>
                <c:pt idx="53023">
                  <c:v>95.54</c:v>
                </c:pt>
                <c:pt idx="53024">
                  <c:v>16.489999999999998</c:v>
                </c:pt>
                <c:pt idx="53025">
                  <c:v>123.29</c:v>
                </c:pt>
                <c:pt idx="53026">
                  <c:v>88.97</c:v>
                </c:pt>
                <c:pt idx="53027">
                  <c:v>234.96</c:v>
                </c:pt>
                <c:pt idx="53028">
                  <c:v>43.29</c:v>
                </c:pt>
                <c:pt idx="53029">
                  <c:v>134.96</c:v>
                </c:pt>
                <c:pt idx="53030">
                  <c:v>107.96</c:v>
                </c:pt>
                <c:pt idx="53031">
                  <c:v>12.49</c:v>
                </c:pt>
                <c:pt idx="53032">
                  <c:v>193.83</c:v>
                </c:pt>
                <c:pt idx="53033">
                  <c:v>29.49</c:v>
                </c:pt>
                <c:pt idx="53034">
                  <c:v>87.97</c:v>
                </c:pt>
                <c:pt idx="53035">
                  <c:v>96.97</c:v>
                </c:pt>
                <c:pt idx="53036">
                  <c:v>98.97</c:v>
                </c:pt>
                <c:pt idx="53037">
                  <c:v>65.98</c:v>
                </c:pt>
                <c:pt idx="53038">
                  <c:v>32.49</c:v>
                </c:pt>
                <c:pt idx="53039">
                  <c:v>67.739999999999995</c:v>
                </c:pt>
                <c:pt idx="53040">
                  <c:v>19.489999999999998</c:v>
                </c:pt>
                <c:pt idx="53041">
                  <c:v>62.07</c:v>
                </c:pt>
                <c:pt idx="53042">
                  <c:v>61.98</c:v>
                </c:pt>
                <c:pt idx="53043">
                  <c:v>65.98</c:v>
                </c:pt>
                <c:pt idx="53044">
                  <c:v>75</c:v>
                </c:pt>
                <c:pt idx="53045">
                  <c:v>55.78</c:v>
                </c:pt>
                <c:pt idx="53046">
                  <c:v>125.82</c:v>
                </c:pt>
                <c:pt idx="53047">
                  <c:v>65.989999999999995</c:v>
                </c:pt>
                <c:pt idx="53048">
                  <c:v>34.29</c:v>
                </c:pt>
                <c:pt idx="53049">
                  <c:v>145.15</c:v>
                </c:pt>
                <c:pt idx="53050">
                  <c:v>21.24</c:v>
                </c:pt>
                <c:pt idx="53051">
                  <c:v>27.49</c:v>
                </c:pt>
                <c:pt idx="53052">
                  <c:v>63.97</c:v>
                </c:pt>
                <c:pt idx="53053">
                  <c:v>291.91000000000003</c:v>
                </c:pt>
                <c:pt idx="53054">
                  <c:v>79.98</c:v>
                </c:pt>
                <c:pt idx="53055">
                  <c:v>53.98</c:v>
                </c:pt>
                <c:pt idx="53056">
                  <c:v>-75.13</c:v>
                </c:pt>
                <c:pt idx="53057">
                  <c:v>55.98</c:v>
                </c:pt>
                <c:pt idx="53058">
                  <c:v>-12.49</c:v>
                </c:pt>
                <c:pt idx="53059">
                  <c:v>-60.98</c:v>
                </c:pt>
                <c:pt idx="53060">
                  <c:v>169.98</c:v>
                </c:pt>
                <c:pt idx="53061">
                  <c:v>50.38</c:v>
                </c:pt>
                <c:pt idx="53062">
                  <c:v>55.96</c:v>
                </c:pt>
                <c:pt idx="53063">
                  <c:v>139.94999999999999</c:v>
                </c:pt>
                <c:pt idx="53064">
                  <c:v>79.7</c:v>
                </c:pt>
                <c:pt idx="53065">
                  <c:v>56.98</c:v>
                </c:pt>
                <c:pt idx="53066">
                  <c:v>48.49</c:v>
                </c:pt>
                <c:pt idx="53067">
                  <c:v>60.82</c:v>
                </c:pt>
                <c:pt idx="53068">
                  <c:v>73.05</c:v>
                </c:pt>
                <c:pt idx="53069">
                  <c:v>34.49</c:v>
                </c:pt>
                <c:pt idx="53070">
                  <c:v>417.5</c:v>
                </c:pt>
                <c:pt idx="53071">
                  <c:v>24.49</c:v>
                </c:pt>
                <c:pt idx="53072">
                  <c:v>39.49</c:v>
                </c:pt>
                <c:pt idx="53073">
                  <c:v>279.89999999999998</c:v>
                </c:pt>
                <c:pt idx="53074">
                  <c:v>55.98</c:v>
                </c:pt>
                <c:pt idx="53075">
                  <c:v>67.98</c:v>
                </c:pt>
                <c:pt idx="53076">
                  <c:v>188.97</c:v>
                </c:pt>
                <c:pt idx="53077">
                  <c:v>50.37</c:v>
                </c:pt>
                <c:pt idx="53078">
                  <c:v>139.94999999999999</c:v>
                </c:pt>
                <c:pt idx="53079">
                  <c:v>24.49</c:v>
                </c:pt>
                <c:pt idx="53080">
                  <c:v>79.98</c:v>
                </c:pt>
                <c:pt idx="53081">
                  <c:v>102.97</c:v>
                </c:pt>
                <c:pt idx="53082">
                  <c:v>83.97</c:v>
                </c:pt>
                <c:pt idx="53083">
                  <c:v>87.1</c:v>
                </c:pt>
                <c:pt idx="53084">
                  <c:v>39.56</c:v>
                </c:pt>
                <c:pt idx="53085">
                  <c:v>124.06</c:v>
                </c:pt>
                <c:pt idx="53086">
                  <c:v>28.49</c:v>
                </c:pt>
                <c:pt idx="53087">
                  <c:v>14.29</c:v>
                </c:pt>
                <c:pt idx="53088">
                  <c:v>136.71</c:v>
                </c:pt>
                <c:pt idx="53089">
                  <c:v>154.94999999999999</c:v>
                </c:pt>
                <c:pt idx="53090">
                  <c:v>25.18</c:v>
                </c:pt>
                <c:pt idx="53091">
                  <c:v>27.38</c:v>
                </c:pt>
                <c:pt idx="53092">
                  <c:v>92.95</c:v>
                </c:pt>
                <c:pt idx="53093">
                  <c:v>62.98</c:v>
                </c:pt>
                <c:pt idx="53094">
                  <c:v>304.89999999999998</c:v>
                </c:pt>
                <c:pt idx="53095">
                  <c:v>34.99</c:v>
                </c:pt>
                <c:pt idx="53096">
                  <c:v>83.97</c:v>
                </c:pt>
                <c:pt idx="53097">
                  <c:v>155.94</c:v>
                </c:pt>
                <c:pt idx="53098">
                  <c:v>61.98</c:v>
                </c:pt>
                <c:pt idx="53099">
                  <c:v>53.07</c:v>
                </c:pt>
                <c:pt idx="53100">
                  <c:v>55.98</c:v>
                </c:pt>
                <c:pt idx="53101">
                  <c:v>-44.97</c:v>
                </c:pt>
                <c:pt idx="53102">
                  <c:v>94.98</c:v>
                </c:pt>
                <c:pt idx="53103">
                  <c:v>51.29</c:v>
                </c:pt>
                <c:pt idx="53104">
                  <c:v>67.98</c:v>
                </c:pt>
                <c:pt idx="53105">
                  <c:v>119.97</c:v>
                </c:pt>
                <c:pt idx="53106">
                  <c:v>53.98</c:v>
                </c:pt>
                <c:pt idx="53107">
                  <c:v>-12.29</c:v>
                </c:pt>
                <c:pt idx="53108">
                  <c:v>51.98</c:v>
                </c:pt>
                <c:pt idx="53109">
                  <c:v>119.98</c:v>
                </c:pt>
                <c:pt idx="53110">
                  <c:v>51.98</c:v>
                </c:pt>
                <c:pt idx="53111">
                  <c:v>87.47</c:v>
                </c:pt>
                <c:pt idx="53112">
                  <c:v>173.94</c:v>
                </c:pt>
                <c:pt idx="53113">
                  <c:v>49.49</c:v>
                </c:pt>
                <c:pt idx="53114">
                  <c:v>53.06</c:v>
                </c:pt>
                <c:pt idx="53115">
                  <c:v>51.98</c:v>
                </c:pt>
                <c:pt idx="53116">
                  <c:v>123.96</c:v>
                </c:pt>
                <c:pt idx="53117">
                  <c:v>79.97</c:v>
                </c:pt>
                <c:pt idx="53118">
                  <c:v>119.96</c:v>
                </c:pt>
                <c:pt idx="53119">
                  <c:v>51.98</c:v>
                </c:pt>
                <c:pt idx="53120">
                  <c:v>2.4900000000000002</c:v>
                </c:pt>
                <c:pt idx="53121">
                  <c:v>51.29</c:v>
                </c:pt>
                <c:pt idx="53122">
                  <c:v>110.96</c:v>
                </c:pt>
                <c:pt idx="53123">
                  <c:v>111.96</c:v>
                </c:pt>
                <c:pt idx="53124">
                  <c:v>124.06</c:v>
                </c:pt>
                <c:pt idx="53125">
                  <c:v>68.97</c:v>
                </c:pt>
                <c:pt idx="53126">
                  <c:v>139.94999999999999</c:v>
                </c:pt>
                <c:pt idx="53127">
                  <c:v>155.94</c:v>
                </c:pt>
                <c:pt idx="53128">
                  <c:v>74.98</c:v>
                </c:pt>
                <c:pt idx="53129">
                  <c:v>61.98</c:v>
                </c:pt>
                <c:pt idx="53130">
                  <c:v>55.98</c:v>
                </c:pt>
                <c:pt idx="53131">
                  <c:v>111.96</c:v>
                </c:pt>
                <c:pt idx="53132">
                  <c:v>49.27</c:v>
                </c:pt>
                <c:pt idx="53133">
                  <c:v>107.94</c:v>
                </c:pt>
                <c:pt idx="53134">
                  <c:v>123.97</c:v>
                </c:pt>
                <c:pt idx="53135">
                  <c:v>60.98</c:v>
                </c:pt>
                <c:pt idx="53136">
                  <c:v>55.98</c:v>
                </c:pt>
                <c:pt idx="53137">
                  <c:v>19.29</c:v>
                </c:pt>
                <c:pt idx="53138">
                  <c:v>79.97</c:v>
                </c:pt>
                <c:pt idx="53139">
                  <c:v>22.48</c:v>
                </c:pt>
                <c:pt idx="53140">
                  <c:v>26.49</c:v>
                </c:pt>
                <c:pt idx="53141">
                  <c:v>61.98</c:v>
                </c:pt>
                <c:pt idx="53142">
                  <c:v>189.93</c:v>
                </c:pt>
                <c:pt idx="53143">
                  <c:v>71.97</c:v>
                </c:pt>
                <c:pt idx="53144">
                  <c:v>73.98</c:v>
                </c:pt>
                <c:pt idx="53145">
                  <c:v>92.97</c:v>
                </c:pt>
                <c:pt idx="53146">
                  <c:v>97.96</c:v>
                </c:pt>
                <c:pt idx="53147">
                  <c:v>85.98</c:v>
                </c:pt>
                <c:pt idx="53148">
                  <c:v>156.55000000000001</c:v>
                </c:pt>
                <c:pt idx="53149">
                  <c:v>105.98</c:v>
                </c:pt>
                <c:pt idx="53150">
                  <c:v>81.87</c:v>
                </c:pt>
                <c:pt idx="53151">
                  <c:v>239.92</c:v>
                </c:pt>
                <c:pt idx="53152">
                  <c:v>47.48</c:v>
                </c:pt>
                <c:pt idx="53153">
                  <c:v>119.96</c:v>
                </c:pt>
                <c:pt idx="53154">
                  <c:v>54.98</c:v>
                </c:pt>
                <c:pt idx="53155">
                  <c:v>62.97</c:v>
                </c:pt>
                <c:pt idx="53156">
                  <c:v>107.96</c:v>
                </c:pt>
                <c:pt idx="53157">
                  <c:v>69.98</c:v>
                </c:pt>
                <c:pt idx="53158">
                  <c:v>76.489999999999995</c:v>
                </c:pt>
                <c:pt idx="53159">
                  <c:v>-53.97</c:v>
                </c:pt>
                <c:pt idx="53160">
                  <c:v>68.97</c:v>
                </c:pt>
                <c:pt idx="53161">
                  <c:v>73.97</c:v>
                </c:pt>
                <c:pt idx="53162">
                  <c:v>51.98</c:v>
                </c:pt>
                <c:pt idx="53163">
                  <c:v>119.96</c:v>
                </c:pt>
                <c:pt idx="53164">
                  <c:v>139.97999999999999</c:v>
                </c:pt>
                <c:pt idx="53165">
                  <c:v>68.97</c:v>
                </c:pt>
                <c:pt idx="53166">
                  <c:v>84.98</c:v>
                </c:pt>
                <c:pt idx="53167">
                  <c:v>161.94</c:v>
                </c:pt>
                <c:pt idx="53168">
                  <c:v>58.48</c:v>
                </c:pt>
                <c:pt idx="53169">
                  <c:v>119.96</c:v>
                </c:pt>
                <c:pt idx="53170">
                  <c:v>526.17999999999995</c:v>
                </c:pt>
                <c:pt idx="53171">
                  <c:v>55.97</c:v>
                </c:pt>
                <c:pt idx="53172">
                  <c:v>82.98</c:v>
                </c:pt>
                <c:pt idx="53173">
                  <c:v>65.989999999999995</c:v>
                </c:pt>
                <c:pt idx="53174">
                  <c:v>187.93</c:v>
                </c:pt>
                <c:pt idx="53175">
                  <c:v>61.98</c:v>
                </c:pt>
                <c:pt idx="53176">
                  <c:v>55.98</c:v>
                </c:pt>
                <c:pt idx="53177">
                  <c:v>152.97999999999999</c:v>
                </c:pt>
                <c:pt idx="53178">
                  <c:v>50.97</c:v>
                </c:pt>
                <c:pt idx="53179">
                  <c:v>76.489999999999995</c:v>
                </c:pt>
                <c:pt idx="53180">
                  <c:v>24.29</c:v>
                </c:pt>
                <c:pt idx="53181">
                  <c:v>55.98</c:v>
                </c:pt>
                <c:pt idx="53182">
                  <c:v>65.989999999999995</c:v>
                </c:pt>
                <c:pt idx="53183">
                  <c:v>55.98</c:v>
                </c:pt>
                <c:pt idx="53184">
                  <c:v>49.99</c:v>
                </c:pt>
                <c:pt idx="53185">
                  <c:v>56.97</c:v>
                </c:pt>
                <c:pt idx="53186">
                  <c:v>61.98</c:v>
                </c:pt>
                <c:pt idx="53187">
                  <c:v>259.89999999999998</c:v>
                </c:pt>
                <c:pt idx="53188">
                  <c:v>95.96</c:v>
                </c:pt>
                <c:pt idx="53189">
                  <c:v>64.95</c:v>
                </c:pt>
                <c:pt idx="53190">
                  <c:v>55.98</c:v>
                </c:pt>
                <c:pt idx="53191">
                  <c:v>51.98</c:v>
                </c:pt>
                <c:pt idx="53192">
                  <c:v>59.99</c:v>
                </c:pt>
                <c:pt idx="53193">
                  <c:v>60.97</c:v>
                </c:pt>
                <c:pt idx="53194">
                  <c:v>74.959999999999994</c:v>
                </c:pt>
                <c:pt idx="53195">
                  <c:v>64.97</c:v>
                </c:pt>
                <c:pt idx="53196">
                  <c:v>50.97</c:v>
                </c:pt>
                <c:pt idx="53197">
                  <c:v>49.57</c:v>
                </c:pt>
                <c:pt idx="53198">
                  <c:v>34.9</c:v>
                </c:pt>
                <c:pt idx="53199">
                  <c:v>85.97</c:v>
                </c:pt>
                <c:pt idx="53200">
                  <c:v>53.98</c:v>
                </c:pt>
                <c:pt idx="53201">
                  <c:v>153.04</c:v>
                </c:pt>
                <c:pt idx="53202">
                  <c:v>51.67</c:v>
                </c:pt>
                <c:pt idx="53203">
                  <c:v>99.98</c:v>
                </c:pt>
                <c:pt idx="53204">
                  <c:v>99.98</c:v>
                </c:pt>
                <c:pt idx="53205">
                  <c:v>149.94999999999999</c:v>
                </c:pt>
                <c:pt idx="53206">
                  <c:v>10.29</c:v>
                </c:pt>
                <c:pt idx="53207">
                  <c:v>122.95</c:v>
                </c:pt>
                <c:pt idx="53208">
                  <c:v>526.17999999999995</c:v>
                </c:pt>
                <c:pt idx="53209">
                  <c:v>24.49</c:v>
                </c:pt>
                <c:pt idx="53210">
                  <c:v>389.85</c:v>
                </c:pt>
                <c:pt idx="53211">
                  <c:v>61.98</c:v>
                </c:pt>
                <c:pt idx="53212">
                  <c:v>47.03</c:v>
                </c:pt>
                <c:pt idx="53213">
                  <c:v>65.98</c:v>
                </c:pt>
                <c:pt idx="53214">
                  <c:v>61.98</c:v>
                </c:pt>
                <c:pt idx="53215">
                  <c:v>49.99</c:v>
                </c:pt>
                <c:pt idx="53216">
                  <c:v>76.97</c:v>
                </c:pt>
                <c:pt idx="53217">
                  <c:v>69.989999999999995</c:v>
                </c:pt>
                <c:pt idx="53218">
                  <c:v>92.97</c:v>
                </c:pt>
                <c:pt idx="53219">
                  <c:v>86.95</c:v>
                </c:pt>
                <c:pt idx="53220">
                  <c:v>131.97999999999999</c:v>
                </c:pt>
                <c:pt idx="53221">
                  <c:v>45.49</c:v>
                </c:pt>
                <c:pt idx="53222">
                  <c:v>80.98</c:v>
                </c:pt>
                <c:pt idx="53223">
                  <c:v>143.72</c:v>
                </c:pt>
                <c:pt idx="53224">
                  <c:v>37.28</c:v>
                </c:pt>
                <c:pt idx="53225">
                  <c:v>128.24</c:v>
                </c:pt>
                <c:pt idx="53226">
                  <c:v>49.99</c:v>
                </c:pt>
                <c:pt idx="53227">
                  <c:v>69.989999999999995</c:v>
                </c:pt>
                <c:pt idx="53228">
                  <c:v>84.97</c:v>
                </c:pt>
                <c:pt idx="53229">
                  <c:v>59.98</c:v>
                </c:pt>
                <c:pt idx="53230">
                  <c:v>50.97</c:v>
                </c:pt>
                <c:pt idx="53231">
                  <c:v>199.96</c:v>
                </c:pt>
                <c:pt idx="53232">
                  <c:v>114.95</c:v>
                </c:pt>
                <c:pt idx="53233">
                  <c:v>16.489999999999998</c:v>
                </c:pt>
                <c:pt idx="53234">
                  <c:v>15.69</c:v>
                </c:pt>
                <c:pt idx="53235">
                  <c:v>64.77</c:v>
                </c:pt>
                <c:pt idx="53236">
                  <c:v>51.29</c:v>
                </c:pt>
                <c:pt idx="53237">
                  <c:v>41.1</c:v>
                </c:pt>
                <c:pt idx="53238">
                  <c:v>50.98</c:v>
                </c:pt>
                <c:pt idx="53239">
                  <c:v>11.29</c:v>
                </c:pt>
                <c:pt idx="53240">
                  <c:v>61.98</c:v>
                </c:pt>
                <c:pt idx="53241">
                  <c:v>123.96</c:v>
                </c:pt>
                <c:pt idx="53242">
                  <c:v>95.96</c:v>
                </c:pt>
                <c:pt idx="53243">
                  <c:v>65.98</c:v>
                </c:pt>
                <c:pt idx="53244">
                  <c:v>123.96</c:v>
                </c:pt>
                <c:pt idx="53245">
                  <c:v>90.87</c:v>
                </c:pt>
                <c:pt idx="53246">
                  <c:v>55.98</c:v>
                </c:pt>
                <c:pt idx="53247">
                  <c:v>84.99</c:v>
                </c:pt>
                <c:pt idx="53248">
                  <c:v>51.98</c:v>
                </c:pt>
                <c:pt idx="53249">
                  <c:v>61.98</c:v>
                </c:pt>
                <c:pt idx="53250">
                  <c:v>89.97</c:v>
                </c:pt>
                <c:pt idx="53251">
                  <c:v>65.989999999999995</c:v>
                </c:pt>
                <c:pt idx="53252">
                  <c:v>72.58</c:v>
                </c:pt>
                <c:pt idx="53253">
                  <c:v>83.97</c:v>
                </c:pt>
                <c:pt idx="53254">
                  <c:v>51.96</c:v>
                </c:pt>
                <c:pt idx="53255">
                  <c:v>79.98</c:v>
                </c:pt>
                <c:pt idx="53256">
                  <c:v>121.67</c:v>
                </c:pt>
                <c:pt idx="53257">
                  <c:v>73.459999999999994</c:v>
                </c:pt>
                <c:pt idx="53258">
                  <c:v>94.98</c:v>
                </c:pt>
                <c:pt idx="53259">
                  <c:v>73.47</c:v>
                </c:pt>
                <c:pt idx="53260">
                  <c:v>174.92</c:v>
                </c:pt>
                <c:pt idx="53261">
                  <c:v>123.16</c:v>
                </c:pt>
                <c:pt idx="53262">
                  <c:v>104.35</c:v>
                </c:pt>
                <c:pt idx="53263">
                  <c:v>100.95</c:v>
                </c:pt>
                <c:pt idx="53264">
                  <c:v>84.98</c:v>
                </c:pt>
                <c:pt idx="53265">
                  <c:v>72.97</c:v>
                </c:pt>
                <c:pt idx="53266">
                  <c:v>50.49</c:v>
                </c:pt>
                <c:pt idx="53267">
                  <c:v>61.98</c:v>
                </c:pt>
                <c:pt idx="53268">
                  <c:v>92.97</c:v>
                </c:pt>
                <c:pt idx="53269">
                  <c:v>55.98</c:v>
                </c:pt>
                <c:pt idx="53270">
                  <c:v>79.989999999999995</c:v>
                </c:pt>
                <c:pt idx="53271">
                  <c:v>28.49</c:v>
                </c:pt>
                <c:pt idx="53272">
                  <c:v>24.49</c:v>
                </c:pt>
                <c:pt idx="53273">
                  <c:v>92.97</c:v>
                </c:pt>
                <c:pt idx="53274">
                  <c:v>51.98</c:v>
                </c:pt>
                <c:pt idx="53275">
                  <c:v>61.98</c:v>
                </c:pt>
                <c:pt idx="53276">
                  <c:v>71.959999999999994</c:v>
                </c:pt>
                <c:pt idx="53277">
                  <c:v>53.97</c:v>
                </c:pt>
                <c:pt idx="53278">
                  <c:v>102.83</c:v>
                </c:pt>
                <c:pt idx="53279">
                  <c:v>31.48</c:v>
                </c:pt>
                <c:pt idx="53280">
                  <c:v>155.94</c:v>
                </c:pt>
                <c:pt idx="53281">
                  <c:v>17.489999999999998</c:v>
                </c:pt>
                <c:pt idx="53282">
                  <c:v>49.99</c:v>
                </c:pt>
                <c:pt idx="53283">
                  <c:v>46.29</c:v>
                </c:pt>
                <c:pt idx="53284">
                  <c:v>59.99</c:v>
                </c:pt>
                <c:pt idx="53285">
                  <c:v>51.77</c:v>
                </c:pt>
                <c:pt idx="53286">
                  <c:v>77.400000000000006</c:v>
                </c:pt>
                <c:pt idx="53287">
                  <c:v>41.1</c:v>
                </c:pt>
                <c:pt idx="53288">
                  <c:v>102.57</c:v>
                </c:pt>
                <c:pt idx="53289">
                  <c:v>111.96</c:v>
                </c:pt>
                <c:pt idx="53290">
                  <c:v>69.47</c:v>
                </c:pt>
                <c:pt idx="53291">
                  <c:v>31.86</c:v>
                </c:pt>
                <c:pt idx="53292">
                  <c:v>60.97</c:v>
                </c:pt>
                <c:pt idx="53293">
                  <c:v>70.900000000000006</c:v>
                </c:pt>
                <c:pt idx="53294">
                  <c:v>-94.98</c:v>
                </c:pt>
                <c:pt idx="53295">
                  <c:v>55.98</c:v>
                </c:pt>
                <c:pt idx="53296">
                  <c:v>52.2</c:v>
                </c:pt>
                <c:pt idx="53297">
                  <c:v>51.98</c:v>
                </c:pt>
                <c:pt idx="53298">
                  <c:v>119.96</c:v>
                </c:pt>
                <c:pt idx="53299">
                  <c:v>92.39</c:v>
                </c:pt>
                <c:pt idx="53300">
                  <c:v>55.98</c:v>
                </c:pt>
                <c:pt idx="53301">
                  <c:v>54.86</c:v>
                </c:pt>
                <c:pt idx="53302">
                  <c:v>109.96</c:v>
                </c:pt>
                <c:pt idx="53303">
                  <c:v>57.96</c:v>
                </c:pt>
                <c:pt idx="53304">
                  <c:v>79.989999999999995</c:v>
                </c:pt>
                <c:pt idx="53305">
                  <c:v>147.94</c:v>
                </c:pt>
                <c:pt idx="53306">
                  <c:v>61.98</c:v>
                </c:pt>
                <c:pt idx="53307">
                  <c:v>151.94999999999999</c:v>
                </c:pt>
                <c:pt idx="53308">
                  <c:v>25.48</c:v>
                </c:pt>
                <c:pt idx="53309">
                  <c:v>53.97</c:v>
                </c:pt>
                <c:pt idx="53310">
                  <c:v>54.95</c:v>
                </c:pt>
                <c:pt idx="53311">
                  <c:v>78.959999999999994</c:v>
                </c:pt>
                <c:pt idx="53312">
                  <c:v>96.78</c:v>
                </c:pt>
                <c:pt idx="53313">
                  <c:v>25.6</c:v>
                </c:pt>
                <c:pt idx="53314">
                  <c:v>33.24</c:v>
                </c:pt>
                <c:pt idx="53315">
                  <c:v>55.98</c:v>
                </c:pt>
                <c:pt idx="53316">
                  <c:v>90.96</c:v>
                </c:pt>
                <c:pt idx="53317">
                  <c:v>46.47</c:v>
                </c:pt>
                <c:pt idx="53318">
                  <c:v>71.430000000000007</c:v>
                </c:pt>
                <c:pt idx="53319">
                  <c:v>88.77</c:v>
                </c:pt>
                <c:pt idx="53320">
                  <c:v>131.97999999999999</c:v>
                </c:pt>
                <c:pt idx="53321">
                  <c:v>84.99</c:v>
                </c:pt>
                <c:pt idx="53322">
                  <c:v>175.94</c:v>
                </c:pt>
                <c:pt idx="53323">
                  <c:v>167.93</c:v>
                </c:pt>
                <c:pt idx="53324">
                  <c:v>101.6</c:v>
                </c:pt>
                <c:pt idx="53325">
                  <c:v>96.76</c:v>
                </c:pt>
                <c:pt idx="53326">
                  <c:v>68.989999999999995</c:v>
                </c:pt>
                <c:pt idx="53327">
                  <c:v>55.98</c:v>
                </c:pt>
                <c:pt idx="53328">
                  <c:v>46.49</c:v>
                </c:pt>
                <c:pt idx="53329">
                  <c:v>56.98</c:v>
                </c:pt>
                <c:pt idx="53330">
                  <c:v>53.97</c:v>
                </c:pt>
                <c:pt idx="53331">
                  <c:v>81.569999999999993</c:v>
                </c:pt>
                <c:pt idx="53332">
                  <c:v>80.97</c:v>
                </c:pt>
                <c:pt idx="53333">
                  <c:v>167.94</c:v>
                </c:pt>
                <c:pt idx="53334">
                  <c:v>65.989999999999995</c:v>
                </c:pt>
                <c:pt idx="53335">
                  <c:v>119.96</c:v>
                </c:pt>
                <c:pt idx="53336">
                  <c:v>119.97</c:v>
                </c:pt>
                <c:pt idx="53337">
                  <c:v>41.29</c:v>
                </c:pt>
                <c:pt idx="53338">
                  <c:v>154.94999999999999</c:v>
                </c:pt>
                <c:pt idx="53339">
                  <c:v>55.98</c:v>
                </c:pt>
                <c:pt idx="53340">
                  <c:v>54.97</c:v>
                </c:pt>
                <c:pt idx="53341">
                  <c:v>50.97</c:v>
                </c:pt>
                <c:pt idx="53342">
                  <c:v>71.97</c:v>
                </c:pt>
                <c:pt idx="53343">
                  <c:v>167.96</c:v>
                </c:pt>
                <c:pt idx="53344">
                  <c:v>72.97</c:v>
                </c:pt>
                <c:pt idx="53345">
                  <c:v>32.630000000000003</c:v>
                </c:pt>
                <c:pt idx="53346">
                  <c:v>59.35</c:v>
                </c:pt>
                <c:pt idx="53347">
                  <c:v>55.98</c:v>
                </c:pt>
                <c:pt idx="53348">
                  <c:v>69.56</c:v>
                </c:pt>
                <c:pt idx="53349">
                  <c:v>47.15</c:v>
                </c:pt>
                <c:pt idx="53350">
                  <c:v>51.48</c:v>
                </c:pt>
                <c:pt idx="53351">
                  <c:v>19.190000000000001</c:v>
                </c:pt>
                <c:pt idx="53352">
                  <c:v>111.96</c:v>
                </c:pt>
                <c:pt idx="53353">
                  <c:v>223.92</c:v>
                </c:pt>
                <c:pt idx="53354">
                  <c:v>114.96</c:v>
                </c:pt>
                <c:pt idx="53355">
                  <c:v>114.95</c:v>
                </c:pt>
                <c:pt idx="53356">
                  <c:v>572.79</c:v>
                </c:pt>
                <c:pt idx="53357">
                  <c:v>69.97</c:v>
                </c:pt>
                <c:pt idx="53358">
                  <c:v>92.97</c:v>
                </c:pt>
                <c:pt idx="53359">
                  <c:v>48.29</c:v>
                </c:pt>
                <c:pt idx="53360">
                  <c:v>319.88</c:v>
                </c:pt>
                <c:pt idx="53361">
                  <c:v>263.95999999999998</c:v>
                </c:pt>
                <c:pt idx="53362">
                  <c:v>31.49</c:v>
                </c:pt>
                <c:pt idx="53363">
                  <c:v>56.97</c:v>
                </c:pt>
                <c:pt idx="53364">
                  <c:v>68.97</c:v>
                </c:pt>
                <c:pt idx="53365">
                  <c:v>29.49</c:v>
                </c:pt>
                <c:pt idx="53366">
                  <c:v>53.82</c:v>
                </c:pt>
                <c:pt idx="53367">
                  <c:v>48.48</c:v>
                </c:pt>
                <c:pt idx="53368">
                  <c:v>129.97</c:v>
                </c:pt>
                <c:pt idx="53369">
                  <c:v>47.48</c:v>
                </c:pt>
                <c:pt idx="53370">
                  <c:v>56.97</c:v>
                </c:pt>
                <c:pt idx="53371">
                  <c:v>89.98</c:v>
                </c:pt>
                <c:pt idx="53372">
                  <c:v>47.15</c:v>
                </c:pt>
                <c:pt idx="53373">
                  <c:v>74.97</c:v>
                </c:pt>
                <c:pt idx="53374">
                  <c:v>12.29</c:v>
                </c:pt>
                <c:pt idx="53375">
                  <c:v>29.38</c:v>
                </c:pt>
                <c:pt idx="53376">
                  <c:v>67.459999999999994</c:v>
                </c:pt>
                <c:pt idx="53377">
                  <c:v>55.98</c:v>
                </c:pt>
                <c:pt idx="53378">
                  <c:v>58.97</c:v>
                </c:pt>
                <c:pt idx="53379">
                  <c:v>92.97</c:v>
                </c:pt>
                <c:pt idx="53380">
                  <c:v>123.96</c:v>
                </c:pt>
                <c:pt idx="53381">
                  <c:v>80.98</c:v>
                </c:pt>
                <c:pt idx="53382">
                  <c:v>40.49</c:v>
                </c:pt>
                <c:pt idx="53383">
                  <c:v>63.98</c:v>
                </c:pt>
                <c:pt idx="53384">
                  <c:v>31.48</c:v>
                </c:pt>
                <c:pt idx="53385">
                  <c:v>64.98</c:v>
                </c:pt>
                <c:pt idx="53386">
                  <c:v>64.989999999999995</c:v>
                </c:pt>
                <c:pt idx="53387">
                  <c:v>79.760000000000005</c:v>
                </c:pt>
                <c:pt idx="53388">
                  <c:v>319.95</c:v>
                </c:pt>
                <c:pt idx="53389">
                  <c:v>92.97</c:v>
                </c:pt>
                <c:pt idx="53390">
                  <c:v>58.97</c:v>
                </c:pt>
                <c:pt idx="53391">
                  <c:v>89.97</c:v>
                </c:pt>
                <c:pt idx="53392">
                  <c:v>55.97</c:v>
                </c:pt>
                <c:pt idx="53393">
                  <c:v>53.98</c:v>
                </c:pt>
                <c:pt idx="53394">
                  <c:v>162.85</c:v>
                </c:pt>
                <c:pt idx="53395">
                  <c:v>92.98</c:v>
                </c:pt>
                <c:pt idx="53396">
                  <c:v>50.38</c:v>
                </c:pt>
                <c:pt idx="53397">
                  <c:v>32.49</c:v>
                </c:pt>
                <c:pt idx="53398">
                  <c:v>161.94</c:v>
                </c:pt>
                <c:pt idx="53399">
                  <c:v>55.78</c:v>
                </c:pt>
                <c:pt idx="53400">
                  <c:v>55.98</c:v>
                </c:pt>
                <c:pt idx="53401">
                  <c:v>50.28</c:v>
                </c:pt>
                <c:pt idx="53402">
                  <c:v>78.97</c:v>
                </c:pt>
                <c:pt idx="53403">
                  <c:v>38.47</c:v>
                </c:pt>
                <c:pt idx="53404">
                  <c:v>49.16</c:v>
                </c:pt>
                <c:pt idx="53405">
                  <c:v>155.47</c:v>
                </c:pt>
                <c:pt idx="53406">
                  <c:v>29.49</c:v>
                </c:pt>
                <c:pt idx="53407">
                  <c:v>17.239999999999998</c:v>
                </c:pt>
                <c:pt idx="53408">
                  <c:v>129.94999999999999</c:v>
                </c:pt>
                <c:pt idx="53409">
                  <c:v>68.97</c:v>
                </c:pt>
                <c:pt idx="53410">
                  <c:v>61.98</c:v>
                </c:pt>
                <c:pt idx="53411">
                  <c:v>111.96</c:v>
                </c:pt>
                <c:pt idx="53412">
                  <c:v>77.97</c:v>
                </c:pt>
                <c:pt idx="53413">
                  <c:v>62.98</c:v>
                </c:pt>
                <c:pt idx="53414">
                  <c:v>395.92</c:v>
                </c:pt>
                <c:pt idx="53415">
                  <c:v>207.92</c:v>
                </c:pt>
                <c:pt idx="53416">
                  <c:v>69.989999999999995</c:v>
                </c:pt>
                <c:pt idx="53417">
                  <c:v>115.96</c:v>
                </c:pt>
                <c:pt idx="53418">
                  <c:v>31.49</c:v>
                </c:pt>
                <c:pt idx="53419">
                  <c:v>145.71</c:v>
                </c:pt>
                <c:pt idx="53420">
                  <c:v>104.97</c:v>
                </c:pt>
                <c:pt idx="53421">
                  <c:v>118.95</c:v>
                </c:pt>
                <c:pt idx="53422">
                  <c:v>61.98</c:v>
                </c:pt>
                <c:pt idx="53423">
                  <c:v>92.97</c:v>
                </c:pt>
                <c:pt idx="53424">
                  <c:v>65.98</c:v>
                </c:pt>
                <c:pt idx="53425">
                  <c:v>76.209999999999994</c:v>
                </c:pt>
                <c:pt idx="53426">
                  <c:v>121.94</c:v>
                </c:pt>
                <c:pt idx="53427">
                  <c:v>56.97</c:v>
                </c:pt>
                <c:pt idx="53428">
                  <c:v>55.98</c:v>
                </c:pt>
                <c:pt idx="53429">
                  <c:v>100.98</c:v>
                </c:pt>
                <c:pt idx="53430">
                  <c:v>59.98</c:v>
                </c:pt>
                <c:pt idx="53431">
                  <c:v>99.98</c:v>
                </c:pt>
                <c:pt idx="53432">
                  <c:v>106.97</c:v>
                </c:pt>
                <c:pt idx="53433">
                  <c:v>63.97</c:v>
                </c:pt>
                <c:pt idx="53434">
                  <c:v>289.95</c:v>
                </c:pt>
                <c:pt idx="53435">
                  <c:v>91.97</c:v>
                </c:pt>
                <c:pt idx="53436">
                  <c:v>99.98</c:v>
                </c:pt>
                <c:pt idx="53437">
                  <c:v>167.94</c:v>
                </c:pt>
                <c:pt idx="53438">
                  <c:v>61.98</c:v>
                </c:pt>
                <c:pt idx="53439">
                  <c:v>60.98</c:v>
                </c:pt>
                <c:pt idx="53440">
                  <c:v>50.98</c:v>
                </c:pt>
                <c:pt idx="53441">
                  <c:v>98.97</c:v>
                </c:pt>
                <c:pt idx="53442">
                  <c:v>100.97</c:v>
                </c:pt>
                <c:pt idx="53443">
                  <c:v>64.09</c:v>
                </c:pt>
                <c:pt idx="53444">
                  <c:v>324.95999999999998</c:v>
                </c:pt>
                <c:pt idx="53445">
                  <c:v>88.97</c:v>
                </c:pt>
                <c:pt idx="53446">
                  <c:v>63.96</c:v>
                </c:pt>
                <c:pt idx="53447">
                  <c:v>65.98</c:v>
                </c:pt>
                <c:pt idx="53448">
                  <c:v>106.98</c:v>
                </c:pt>
                <c:pt idx="53449">
                  <c:v>123.96</c:v>
                </c:pt>
                <c:pt idx="53450">
                  <c:v>64.67</c:v>
                </c:pt>
                <c:pt idx="53451">
                  <c:v>138.97</c:v>
                </c:pt>
                <c:pt idx="53452">
                  <c:v>99.97</c:v>
                </c:pt>
                <c:pt idx="53453">
                  <c:v>83.97</c:v>
                </c:pt>
                <c:pt idx="53454">
                  <c:v>126.96</c:v>
                </c:pt>
                <c:pt idx="53455">
                  <c:v>99.98</c:v>
                </c:pt>
                <c:pt idx="53456">
                  <c:v>329.89</c:v>
                </c:pt>
                <c:pt idx="53457">
                  <c:v>50.28</c:v>
                </c:pt>
                <c:pt idx="53458">
                  <c:v>94.96</c:v>
                </c:pt>
                <c:pt idx="53459">
                  <c:v>59.98</c:v>
                </c:pt>
                <c:pt idx="53460">
                  <c:v>104.68</c:v>
                </c:pt>
                <c:pt idx="53461">
                  <c:v>85.89</c:v>
                </c:pt>
                <c:pt idx="53462">
                  <c:v>91.96</c:v>
                </c:pt>
                <c:pt idx="53463">
                  <c:v>29.25</c:v>
                </c:pt>
                <c:pt idx="53464">
                  <c:v>62.47</c:v>
                </c:pt>
                <c:pt idx="53465">
                  <c:v>125.86</c:v>
                </c:pt>
                <c:pt idx="53466">
                  <c:v>57.58</c:v>
                </c:pt>
                <c:pt idx="53467">
                  <c:v>61.69</c:v>
                </c:pt>
                <c:pt idx="53468">
                  <c:v>111.27</c:v>
                </c:pt>
                <c:pt idx="53469">
                  <c:v>19.489999999999998</c:v>
                </c:pt>
                <c:pt idx="53470">
                  <c:v>71.239999999999995</c:v>
                </c:pt>
                <c:pt idx="53471">
                  <c:v>59.96</c:v>
                </c:pt>
                <c:pt idx="53472">
                  <c:v>89.97</c:v>
                </c:pt>
                <c:pt idx="53473">
                  <c:v>50.98</c:v>
                </c:pt>
                <c:pt idx="53474">
                  <c:v>15.99</c:v>
                </c:pt>
                <c:pt idx="53475">
                  <c:v>24.49</c:v>
                </c:pt>
                <c:pt idx="53476">
                  <c:v>62.99</c:v>
                </c:pt>
                <c:pt idx="53477">
                  <c:v>82.26</c:v>
                </c:pt>
                <c:pt idx="53478">
                  <c:v>143.94</c:v>
                </c:pt>
                <c:pt idx="53479">
                  <c:v>71.97</c:v>
                </c:pt>
                <c:pt idx="53480">
                  <c:v>110.98</c:v>
                </c:pt>
                <c:pt idx="53481">
                  <c:v>66.25</c:v>
                </c:pt>
                <c:pt idx="53482">
                  <c:v>41.29</c:v>
                </c:pt>
                <c:pt idx="53483">
                  <c:v>51.98</c:v>
                </c:pt>
                <c:pt idx="53484">
                  <c:v>47.48</c:v>
                </c:pt>
                <c:pt idx="53485">
                  <c:v>207.92</c:v>
                </c:pt>
                <c:pt idx="53486">
                  <c:v>65.67</c:v>
                </c:pt>
                <c:pt idx="53487">
                  <c:v>79.989999999999995</c:v>
                </c:pt>
                <c:pt idx="53488">
                  <c:v>51.96</c:v>
                </c:pt>
                <c:pt idx="53489">
                  <c:v>53.98</c:v>
                </c:pt>
                <c:pt idx="53490">
                  <c:v>89.98</c:v>
                </c:pt>
                <c:pt idx="53491">
                  <c:v>55.98</c:v>
                </c:pt>
                <c:pt idx="53492">
                  <c:v>20.74</c:v>
                </c:pt>
                <c:pt idx="53493">
                  <c:v>84.99</c:v>
                </c:pt>
                <c:pt idx="53494">
                  <c:v>79.98</c:v>
                </c:pt>
                <c:pt idx="53495">
                  <c:v>66.53</c:v>
                </c:pt>
                <c:pt idx="53496">
                  <c:v>122.95</c:v>
                </c:pt>
                <c:pt idx="53497">
                  <c:v>53.98</c:v>
                </c:pt>
                <c:pt idx="53498">
                  <c:v>19.28</c:v>
                </c:pt>
                <c:pt idx="53499">
                  <c:v>119.97</c:v>
                </c:pt>
                <c:pt idx="53500">
                  <c:v>47.48</c:v>
                </c:pt>
                <c:pt idx="53501">
                  <c:v>50.97</c:v>
                </c:pt>
                <c:pt idx="53502">
                  <c:v>-29.49</c:v>
                </c:pt>
                <c:pt idx="53503">
                  <c:v>-49.48</c:v>
                </c:pt>
                <c:pt idx="53504">
                  <c:v>112.96</c:v>
                </c:pt>
                <c:pt idx="53505">
                  <c:v>128.97999999999999</c:v>
                </c:pt>
                <c:pt idx="53506">
                  <c:v>63.98</c:v>
                </c:pt>
                <c:pt idx="53507">
                  <c:v>59.98</c:v>
                </c:pt>
                <c:pt idx="53508">
                  <c:v>128.97</c:v>
                </c:pt>
                <c:pt idx="53509">
                  <c:v>129.94999999999999</c:v>
                </c:pt>
                <c:pt idx="53510">
                  <c:v>-96.74</c:v>
                </c:pt>
                <c:pt idx="53511">
                  <c:v>94.97</c:v>
                </c:pt>
                <c:pt idx="53512">
                  <c:v>56.98</c:v>
                </c:pt>
                <c:pt idx="53513">
                  <c:v>53.97</c:v>
                </c:pt>
                <c:pt idx="53514">
                  <c:v>-43.96</c:v>
                </c:pt>
                <c:pt idx="53515">
                  <c:v>66.98</c:v>
                </c:pt>
                <c:pt idx="53516">
                  <c:v>55.97</c:v>
                </c:pt>
                <c:pt idx="53517">
                  <c:v>-58.98</c:v>
                </c:pt>
                <c:pt idx="53518">
                  <c:v>32.630000000000003</c:v>
                </c:pt>
                <c:pt idx="53519">
                  <c:v>90.87</c:v>
                </c:pt>
                <c:pt idx="53520">
                  <c:v>21.28</c:v>
                </c:pt>
                <c:pt idx="53521">
                  <c:v>30.99</c:v>
                </c:pt>
                <c:pt idx="53522">
                  <c:v>79.81</c:v>
                </c:pt>
                <c:pt idx="53523">
                  <c:v>81.95</c:v>
                </c:pt>
                <c:pt idx="53524">
                  <c:v>154.94999999999999</c:v>
                </c:pt>
                <c:pt idx="53525">
                  <c:v>127.47</c:v>
                </c:pt>
                <c:pt idx="53526">
                  <c:v>76.48</c:v>
                </c:pt>
                <c:pt idx="53527">
                  <c:v>79.989999999999995</c:v>
                </c:pt>
                <c:pt idx="53528">
                  <c:v>182.94</c:v>
                </c:pt>
                <c:pt idx="53529">
                  <c:v>87.94</c:v>
                </c:pt>
                <c:pt idx="53530">
                  <c:v>61.66</c:v>
                </c:pt>
                <c:pt idx="53531">
                  <c:v>107.8</c:v>
                </c:pt>
                <c:pt idx="53532">
                  <c:v>59.95</c:v>
                </c:pt>
                <c:pt idx="53533">
                  <c:v>51.98</c:v>
                </c:pt>
                <c:pt idx="53534">
                  <c:v>92.97</c:v>
                </c:pt>
                <c:pt idx="53535">
                  <c:v>31.29</c:v>
                </c:pt>
                <c:pt idx="53536">
                  <c:v>50.47</c:v>
                </c:pt>
                <c:pt idx="53537">
                  <c:v>42.7</c:v>
                </c:pt>
                <c:pt idx="53538">
                  <c:v>46.48</c:v>
                </c:pt>
                <c:pt idx="53539">
                  <c:v>104.95</c:v>
                </c:pt>
                <c:pt idx="53540">
                  <c:v>59.98</c:v>
                </c:pt>
                <c:pt idx="53541">
                  <c:v>72.58</c:v>
                </c:pt>
                <c:pt idx="53542">
                  <c:v>82.96</c:v>
                </c:pt>
                <c:pt idx="53543">
                  <c:v>29.49</c:v>
                </c:pt>
                <c:pt idx="53544">
                  <c:v>91.96</c:v>
                </c:pt>
                <c:pt idx="53545">
                  <c:v>24.89</c:v>
                </c:pt>
                <c:pt idx="53546">
                  <c:v>99.98</c:v>
                </c:pt>
                <c:pt idx="53547">
                  <c:v>114.96</c:v>
                </c:pt>
                <c:pt idx="53548">
                  <c:v>22.48</c:v>
                </c:pt>
                <c:pt idx="53549">
                  <c:v>65.989999999999995</c:v>
                </c:pt>
                <c:pt idx="53550">
                  <c:v>155.43</c:v>
                </c:pt>
                <c:pt idx="53551">
                  <c:v>70.16</c:v>
                </c:pt>
                <c:pt idx="53552">
                  <c:v>102.96</c:v>
                </c:pt>
                <c:pt idx="53553">
                  <c:v>65.98</c:v>
                </c:pt>
                <c:pt idx="53554">
                  <c:v>80.98</c:v>
                </c:pt>
                <c:pt idx="53555">
                  <c:v>55.98</c:v>
                </c:pt>
                <c:pt idx="53556">
                  <c:v>224.89</c:v>
                </c:pt>
                <c:pt idx="53557">
                  <c:v>29.48</c:v>
                </c:pt>
                <c:pt idx="53558">
                  <c:v>55.98</c:v>
                </c:pt>
                <c:pt idx="53559">
                  <c:v>92.97</c:v>
                </c:pt>
                <c:pt idx="53560">
                  <c:v>258.25</c:v>
                </c:pt>
                <c:pt idx="53561">
                  <c:v>63.96</c:v>
                </c:pt>
                <c:pt idx="53562">
                  <c:v>76.489999999999995</c:v>
                </c:pt>
                <c:pt idx="53563">
                  <c:v>61.98</c:v>
                </c:pt>
                <c:pt idx="53564">
                  <c:v>77.42</c:v>
                </c:pt>
                <c:pt idx="53565">
                  <c:v>55.98</c:v>
                </c:pt>
                <c:pt idx="53566">
                  <c:v>35.299999999999997</c:v>
                </c:pt>
                <c:pt idx="53567">
                  <c:v>46.29</c:v>
                </c:pt>
                <c:pt idx="53568">
                  <c:v>15.99</c:v>
                </c:pt>
                <c:pt idx="53569">
                  <c:v>61.98</c:v>
                </c:pt>
                <c:pt idx="53570">
                  <c:v>55.38</c:v>
                </c:pt>
                <c:pt idx="53571">
                  <c:v>99.98</c:v>
                </c:pt>
                <c:pt idx="53572">
                  <c:v>26.49</c:v>
                </c:pt>
                <c:pt idx="53573">
                  <c:v>95.96</c:v>
                </c:pt>
                <c:pt idx="53574">
                  <c:v>55.97</c:v>
                </c:pt>
                <c:pt idx="53575">
                  <c:v>83.96</c:v>
                </c:pt>
                <c:pt idx="53576">
                  <c:v>119.9</c:v>
                </c:pt>
                <c:pt idx="53577">
                  <c:v>41.09</c:v>
                </c:pt>
                <c:pt idx="53578">
                  <c:v>169.98</c:v>
                </c:pt>
                <c:pt idx="53579">
                  <c:v>86.95</c:v>
                </c:pt>
                <c:pt idx="53580">
                  <c:v>25.48</c:v>
                </c:pt>
                <c:pt idx="53581">
                  <c:v>19.489999999999998</c:v>
                </c:pt>
                <c:pt idx="53582">
                  <c:v>105.98</c:v>
                </c:pt>
                <c:pt idx="53583">
                  <c:v>89.97</c:v>
                </c:pt>
                <c:pt idx="53584">
                  <c:v>46.49</c:v>
                </c:pt>
                <c:pt idx="53585">
                  <c:v>90.69</c:v>
                </c:pt>
                <c:pt idx="53586">
                  <c:v>73.48</c:v>
                </c:pt>
                <c:pt idx="53587">
                  <c:v>136.46</c:v>
                </c:pt>
                <c:pt idx="53588">
                  <c:v>168.47</c:v>
                </c:pt>
                <c:pt idx="53589">
                  <c:v>166.25</c:v>
                </c:pt>
                <c:pt idx="53590">
                  <c:v>74.98</c:v>
                </c:pt>
                <c:pt idx="53591">
                  <c:v>87.05</c:v>
                </c:pt>
                <c:pt idx="53592">
                  <c:v>169.98</c:v>
                </c:pt>
                <c:pt idx="53593">
                  <c:v>112.47</c:v>
                </c:pt>
                <c:pt idx="53594">
                  <c:v>125.8</c:v>
                </c:pt>
                <c:pt idx="53595">
                  <c:v>615.84</c:v>
                </c:pt>
                <c:pt idx="53596">
                  <c:v>50.69</c:v>
                </c:pt>
                <c:pt idx="53597">
                  <c:v>13.29</c:v>
                </c:pt>
                <c:pt idx="53598">
                  <c:v>64.09</c:v>
                </c:pt>
                <c:pt idx="53599">
                  <c:v>119.96</c:v>
                </c:pt>
                <c:pt idx="53600">
                  <c:v>61.98</c:v>
                </c:pt>
                <c:pt idx="53601">
                  <c:v>64.95</c:v>
                </c:pt>
                <c:pt idx="53602">
                  <c:v>95.96</c:v>
                </c:pt>
                <c:pt idx="53603">
                  <c:v>114.96</c:v>
                </c:pt>
                <c:pt idx="53604">
                  <c:v>55.96</c:v>
                </c:pt>
                <c:pt idx="53605">
                  <c:v>114.38</c:v>
                </c:pt>
                <c:pt idx="53606">
                  <c:v>59.98</c:v>
                </c:pt>
                <c:pt idx="53607">
                  <c:v>7.49</c:v>
                </c:pt>
                <c:pt idx="53608">
                  <c:v>42.3</c:v>
                </c:pt>
                <c:pt idx="53609">
                  <c:v>54.99</c:v>
                </c:pt>
                <c:pt idx="53610">
                  <c:v>168.75</c:v>
                </c:pt>
                <c:pt idx="53611">
                  <c:v>68.989999999999995</c:v>
                </c:pt>
                <c:pt idx="53612">
                  <c:v>54.99</c:v>
                </c:pt>
                <c:pt idx="53613">
                  <c:v>31.48</c:v>
                </c:pt>
                <c:pt idx="53614">
                  <c:v>128.57</c:v>
                </c:pt>
                <c:pt idx="53615">
                  <c:v>163.46</c:v>
                </c:pt>
                <c:pt idx="53616">
                  <c:v>55.98</c:v>
                </c:pt>
                <c:pt idx="53617">
                  <c:v>92.97</c:v>
                </c:pt>
                <c:pt idx="53618">
                  <c:v>61.98</c:v>
                </c:pt>
                <c:pt idx="53619">
                  <c:v>51.98</c:v>
                </c:pt>
                <c:pt idx="53620">
                  <c:v>93.95</c:v>
                </c:pt>
                <c:pt idx="53621">
                  <c:v>111.96</c:v>
                </c:pt>
                <c:pt idx="53622">
                  <c:v>59.95</c:v>
                </c:pt>
                <c:pt idx="53623">
                  <c:v>267.89999999999998</c:v>
                </c:pt>
                <c:pt idx="53624">
                  <c:v>16.489999999999998</c:v>
                </c:pt>
                <c:pt idx="53625">
                  <c:v>118.98</c:v>
                </c:pt>
                <c:pt idx="53626">
                  <c:v>111.96</c:v>
                </c:pt>
                <c:pt idx="53627">
                  <c:v>11.49</c:v>
                </c:pt>
                <c:pt idx="53628">
                  <c:v>84.99</c:v>
                </c:pt>
                <c:pt idx="53629">
                  <c:v>58.98</c:v>
                </c:pt>
                <c:pt idx="53630">
                  <c:v>84.98</c:v>
                </c:pt>
                <c:pt idx="53631">
                  <c:v>55.96</c:v>
                </c:pt>
                <c:pt idx="53632">
                  <c:v>80.97</c:v>
                </c:pt>
                <c:pt idx="53633">
                  <c:v>61.98</c:v>
                </c:pt>
                <c:pt idx="53634">
                  <c:v>184.59</c:v>
                </c:pt>
                <c:pt idx="53635">
                  <c:v>114.96</c:v>
                </c:pt>
                <c:pt idx="53636">
                  <c:v>137.91</c:v>
                </c:pt>
                <c:pt idx="53637">
                  <c:v>174.55</c:v>
                </c:pt>
                <c:pt idx="53638">
                  <c:v>119.96</c:v>
                </c:pt>
                <c:pt idx="53639">
                  <c:v>79.98</c:v>
                </c:pt>
                <c:pt idx="53640">
                  <c:v>61.98</c:v>
                </c:pt>
                <c:pt idx="53641">
                  <c:v>19.489999999999998</c:v>
                </c:pt>
                <c:pt idx="53642">
                  <c:v>116.96</c:v>
                </c:pt>
                <c:pt idx="53643">
                  <c:v>51.98</c:v>
                </c:pt>
                <c:pt idx="53644">
                  <c:v>52.97</c:v>
                </c:pt>
                <c:pt idx="53645">
                  <c:v>25.34</c:v>
                </c:pt>
                <c:pt idx="53646">
                  <c:v>79.97</c:v>
                </c:pt>
                <c:pt idx="53647">
                  <c:v>106.67</c:v>
                </c:pt>
                <c:pt idx="53648">
                  <c:v>53.98</c:v>
                </c:pt>
                <c:pt idx="53649">
                  <c:v>47.48</c:v>
                </c:pt>
                <c:pt idx="53650">
                  <c:v>23.48</c:v>
                </c:pt>
                <c:pt idx="53651">
                  <c:v>64.97</c:v>
                </c:pt>
                <c:pt idx="53652">
                  <c:v>85.47</c:v>
                </c:pt>
                <c:pt idx="53653">
                  <c:v>54.98</c:v>
                </c:pt>
                <c:pt idx="53654">
                  <c:v>103.96</c:v>
                </c:pt>
                <c:pt idx="53655">
                  <c:v>92.97</c:v>
                </c:pt>
                <c:pt idx="53656">
                  <c:v>56.98</c:v>
                </c:pt>
                <c:pt idx="53657">
                  <c:v>132.04</c:v>
                </c:pt>
                <c:pt idx="53658">
                  <c:v>65.989999999999995</c:v>
                </c:pt>
                <c:pt idx="53659">
                  <c:v>67.78</c:v>
                </c:pt>
                <c:pt idx="53660">
                  <c:v>55.98</c:v>
                </c:pt>
                <c:pt idx="53661">
                  <c:v>178.44</c:v>
                </c:pt>
                <c:pt idx="53662">
                  <c:v>96.97</c:v>
                </c:pt>
                <c:pt idx="53663">
                  <c:v>25.99</c:v>
                </c:pt>
                <c:pt idx="53664">
                  <c:v>105.96</c:v>
                </c:pt>
                <c:pt idx="53665">
                  <c:v>103.96</c:v>
                </c:pt>
                <c:pt idx="53666">
                  <c:v>28.29</c:v>
                </c:pt>
                <c:pt idx="53667">
                  <c:v>89.97</c:v>
                </c:pt>
                <c:pt idx="53668">
                  <c:v>61.98</c:v>
                </c:pt>
                <c:pt idx="53669">
                  <c:v>79.989999999999995</c:v>
                </c:pt>
                <c:pt idx="53670">
                  <c:v>96.97</c:v>
                </c:pt>
                <c:pt idx="53671">
                  <c:v>289.44</c:v>
                </c:pt>
                <c:pt idx="53672">
                  <c:v>17.29</c:v>
                </c:pt>
                <c:pt idx="53673">
                  <c:v>122.16</c:v>
                </c:pt>
                <c:pt idx="53674">
                  <c:v>67.819999999999993</c:v>
                </c:pt>
                <c:pt idx="53675">
                  <c:v>59.95</c:v>
                </c:pt>
                <c:pt idx="53676">
                  <c:v>61.98</c:v>
                </c:pt>
                <c:pt idx="53677">
                  <c:v>107.63</c:v>
                </c:pt>
                <c:pt idx="53678">
                  <c:v>59.98</c:v>
                </c:pt>
                <c:pt idx="53679">
                  <c:v>154.66999999999999</c:v>
                </c:pt>
                <c:pt idx="53680">
                  <c:v>71.290000000000006</c:v>
                </c:pt>
                <c:pt idx="53681">
                  <c:v>187.49</c:v>
                </c:pt>
                <c:pt idx="53682">
                  <c:v>52.68</c:v>
                </c:pt>
                <c:pt idx="53683">
                  <c:v>31.28</c:v>
                </c:pt>
                <c:pt idx="53684">
                  <c:v>84.96</c:v>
                </c:pt>
                <c:pt idx="53685">
                  <c:v>91.91</c:v>
                </c:pt>
                <c:pt idx="53686">
                  <c:v>83.97</c:v>
                </c:pt>
                <c:pt idx="53687">
                  <c:v>111.96</c:v>
                </c:pt>
                <c:pt idx="53688">
                  <c:v>167.58</c:v>
                </c:pt>
                <c:pt idx="53689">
                  <c:v>108.86</c:v>
                </c:pt>
                <c:pt idx="53690">
                  <c:v>73.48</c:v>
                </c:pt>
                <c:pt idx="53691">
                  <c:v>41.47</c:v>
                </c:pt>
                <c:pt idx="53692">
                  <c:v>81.88</c:v>
                </c:pt>
                <c:pt idx="53693">
                  <c:v>90.47</c:v>
                </c:pt>
                <c:pt idx="53694">
                  <c:v>80.97</c:v>
                </c:pt>
                <c:pt idx="53695">
                  <c:v>61.98</c:v>
                </c:pt>
                <c:pt idx="53696">
                  <c:v>59.24</c:v>
                </c:pt>
                <c:pt idx="53697">
                  <c:v>92.97</c:v>
                </c:pt>
                <c:pt idx="53698">
                  <c:v>83.97</c:v>
                </c:pt>
                <c:pt idx="53699">
                  <c:v>59.98</c:v>
                </c:pt>
                <c:pt idx="53700">
                  <c:v>99.19</c:v>
                </c:pt>
                <c:pt idx="53701">
                  <c:v>29.49</c:v>
                </c:pt>
                <c:pt idx="53702">
                  <c:v>32.29</c:v>
                </c:pt>
                <c:pt idx="53703">
                  <c:v>101.97</c:v>
                </c:pt>
                <c:pt idx="53704">
                  <c:v>59.98</c:v>
                </c:pt>
                <c:pt idx="53705">
                  <c:v>59.98</c:v>
                </c:pt>
                <c:pt idx="53706">
                  <c:v>59.97</c:v>
                </c:pt>
                <c:pt idx="53707">
                  <c:v>111.96</c:v>
                </c:pt>
                <c:pt idx="53708">
                  <c:v>139.97</c:v>
                </c:pt>
                <c:pt idx="53709">
                  <c:v>92.97</c:v>
                </c:pt>
                <c:pt idx="53710">
                  <c:v>0</c:v>
                </c:pt>
                <c:pt idx="53711">
                  <c:v>53.98</c:v>
                </c:pt>
                <c:pt idx="53712">
                  <c:v>86.97</c:v>
                </c:pt>
                <c:pt idx="53713">
                  <c:v>54.58</c:v>
                </c:pt>
                <c:pt idx="53714">
                  <c:v>16.489999999999998</c:v>
                </c:pt>
                <c:pt idx="53715">
                  <c:v>36.28</c:v>
                </c:pt>
                <c:pt idx="53716">
                  <c:v>63.95</c:v>
                </c:pt>
                <c:pt idx="53717">
                  <c:v>86.06</c:v>
                </c:pt>
                <c:pt idx="53718">
                  <c:v>46.49</c:v>
                </c:pt>
                <c:pt idx="53719">
                  <c:v>49.38</c:v>
                </c:pt>
                <c:pt idx="53720">
                  <c:v>251.9</c:v>
                </c:pt>
                <c:pt idx="53721">
                  <c:v>156.94</c:v>
                </c:pt>
                <c:pt idx="53722">
                  <c:v>53.97</c:v>
                </c:pt>
                <c:pt idx="53723">
                  <c:v>33.83</c:v>
                </c:pt>
                <c:pt idx="53724">
                  <c:v>77.97</c:v>
                </c:pt>
                <c:pt idx="53725">
                  <c:v>55.98</c:v>
                </c:pt>
                <c:pt idx="53726">
                  <c:v>59.98</c:v>
                </c:pt>
                <c:pt idx="53727">
                  <c:v>99.99</c:v>
                </c:pt>
                <c:pt idx="53728">
                  <c:v>64.150000000000006</c:v>
                </c:pt>
                <c:pt idx="53729">
                  <c:v>362.93</c:v>
                </c:pt>
                <c:pt idx="53730">
                  <c:v>251.91</c:v>
                </c:pt>
                <c:pt idx="53731">
                  <c:v>87.1</c:v>
                </c:pt>
                <c:pt idx="53732">
                  <c:v>61.98</c:v>
                </c:pt>
                <c:pt idx="53733">
                  <c:v>88.97</c:v>
                </c:pt>
                <c:pt idx="53734">
                  <c:v>103.98</c:v>
                </c:pt>
                <c:pt idx="53735">
                  <c:v>-48.38</c:v>
                </c:pt>
                <c:pt idx="53736">
                  <c:v>58.98</c:v>
                </c:pt>
                <c:pt idx="53737">
                  <c:v>52.97</c:v>
                </c:pt>
                <c:pt idx="53738">
                  <c:v>86.46</c:v>
                </c:pt>
                <c:pt idx="53739">
                  <c:v>119.95</c:v>
                </c:pt>
                <c:pt idx="53740">
                  <c:v>84.99</c:v>
                </c:pt>
                <c:pt idx="53741">
                  <c:v>155.97</c:v>
                </c:pt>
                <c:pt idx="53742">
                  <c:v>62.97</c:v>
                </c:pt>
                <c:pt idx="53743">
                  <c:v>137.94999999999999</c:v>
                </c:pt>
                <c:pt idx="53744">
                  <c:v>51.98</c:v>
                </c:pt>
                <c:pt idx="53745">
                  <c:v>46.09</c:v>
                </c:pt>
                <c:pt idx="53746">
                  <c:v>111.94</c:v>
                </c:pt>
                <c:pt idx="53747">
                  <c:v>32.49</c:v>
                </c:pt>
                <c:pt idx="53748">
                  <c:v>136.46</c:v>
                </c:pt>
                <c:pt idx="53749">
                  <c:v>49.99</c:v>
                </c:pt>
                <c:pt idx="53750">
                  <c:v>55.96</c:v>
                </c:pt>
                <c:pt idx="53751">
                  <c:v>88.86</c:v>
                </c:pt>
                <c:pt idx="53752">
                  <c:v>73.959999999999994</c:v>
                </c:pt>
                <c:pt idx="53753">
                  <c:v>117.96</c:v>
                </c:pt>
                <c:pt idx="53754">
                  <c:v>49.28</c:v>
                </c:pt>
                <c:pt idx="53755">
                  <c:v>64.98</c:v>
                </c:pt>
                <c:pt idx="53756">
                  <c:v>55.98</c:v>
                </c:pt>
                <c:pt idx="53757">
                  <c:v>170.94</c:v>
                </c:pt>
                <c:pt idx="53758">
                  <c:v>86.17</c:v>
                </c:pt>
                <c:pt idx="53759">
                  <c:v>50.97</c:v>
                </c:pt>
                <c:pt idx="53760">
                  <c:v>39.99</c:v>
                </c:pt>
                <c:pt idx="53761">
                  <c:v>53.98</c:v>
                </c:pt>
                <c:pt idx="53762">
                  <c:v>50.97</c:v>
                </c:pt>
                <c:pt idx="53763">
                  <c:v>55.98</c:v>
                </c:pt>
                <c:pt idx="53764">
                  <c:v>103.37</c:v>
                </c:pt>
                <c:pt idx="53765">
                  <c:v>83.48</c:v>
                </c:pt>
                <c:pt idx="53766">
                  <c:v>150.11000000000001</c:v>
                </c:pt>
                <c:pt idx="53767">
                  <c:v>14.5</c:v>
                </c:pt>
                <c:pt idx="53768">
                  <c:v>146.96</c:v>
                </c:pt>
                <c:pt idx="53769">
                  <c:v>89.97</c:v>
                </c:pt>
                <c:pt idx="53770">
                  <c:v>34.99</c:v>
                </c:pt>
                <c:pt idx="53771">
                  <c:v>105.98</c:v>
                </c:pt>
                <c:pt idx="53772">
                  <c:v>53.98</c:v>
                </c:pt>
                <c:pt idx="53773">
                  <c:v>31.49</c:v>
                </c:pt>
                <c:pt idx="53774">
                  <c:v>52.16</c:v>
                </c:pt>
                <c:pt idx="53775">
                  <c:v>51.98</c:v>
                </c:pt>
                <c:pt idx="53776">
                  <c:v>135.97</c:v>
                </c:pt>
                <c:pt idx="53777">
                  <c:v>29.48</c:v>
                </c:pt>
                <c:pt idx="53778">
                  <c:v>83.67</c:v>
                </c:pt>
                <c:pt idx="53779">
                  <c:v>107.64</c:v>
                </c:pt>
                <c:pt idx="53780">
                  <c:v>68.959999999999994</c:v>
                </c:pt>
                <c:pt idx="53781">
                  <c:v>55.98</c:v>
                </c:pt>
                <c:pt idx="53782">
                  <c:v>84.99</c:v>
                </c:pt>
                <c:pt idx="53783">
                  <c:v>79.81</c:v>
                </c:pt>
                <c:pt idx="53784">
                  <c:v>129.96</c:v>
                </c:pt>
                <c:pt idx="53785">
                  <c:v>68.17</c:v>
                </c:pt>
                <c:pt idx="53786">
                  <c:v>59.95</c:v>
                </c:pt>
                <c:pt idx="53787">
                  <c:v>62.47</c:v>
                </c:pt>
                <c:pt idx="53788">
                  <c:v>169.98</c:v>
                </c:pt>
                <c:pt idx="53789">
                  <c:v>108.88</c:v>
                </c:pt>
                <c:pt idx="53790">
                  <c:v>55.98</c:v>
                </c:pt>
                <c:pt idx="53791">
                  <c:v>155.94</c:v>
                </c:pt>
                <c:pt idx="53792">
                  <c:v>97.97</c:v>
                </c:pt>
                <c:pt idx="53793">
                  <c:v>95.96</c:v>
                </c:pt>
                <c:pt idx="53794">
                  <c:v>113.94</c:v>
                </c:pt>
                <c:pt idx="53795">
                  <c:v>47.98</c:v>
                </c:pt>
                <c:pt idx="53796">
                  <c:v>64.97</c:v>
                </c:pt>
                <c:pt idx="53797">
                  <c:v>79.58</c:v>
                </c:pt>
                <c:pt idx="53798">
                  <c:v>55.98</c:v>
                </c:pt>
                <c:pt idx="53799">
                  <c:v>175.91</c:v>
                </c:pt>
                <c:pt idx="53800">
                  <c:v>84.98</c:v>
                </c:pt>
                <c:pt idx="53801">
                  <c:v>33.35</c:v>
                </c:pt>
                <c:pt idx="53802">
                  <c:v>110.96</c:v>
                </c:pt>
                <c:pt idx="53803">
                  <c:v>29.28</c:v>
                </c:pt>
                <c:pt idx="53804">
                  <c:v>50.98</c:v>
                </c:pt>
                <c:pt idx="53805">
                  <c:v>53.98</c:v>
                </c:pt>
                <c:pt idx="53806">
                  <c:v>37.28</c:v>
                </c:pt>
                <c:pt idx="53807">
                  <c:v>59.37</c:v>
                </c:pt>
                <c:pt idx="53808">
                  <c:v>77.97</c:v>
                </c:pt>
                <c:pt idx="53809">
                  <c:v>129.9</c:v>
                </c:pt>
                <c:pt idx="53810">
                  <c:v>55.98</c:v>
                </c:pt>
                <c:pt idx="53811">
                  <c:v>66.97</c:v>
                </c:pt>
                <c:pt idx="53812">
                  <c:v>55.96</c:v>
                </c:pt>
                <c:pt idx="53813">
                  <c:v>119.98</c:v>
                </c:pt>
                <c:pt idx="53814">
                  <c:v>133.15</c:v>
                </c:pt>
                <c:pt idx="53815">
                  <c:v>54.98</c:v>
                </c:pt>
                <c:pt idx="53816">
                  <c:v>124.06</c:v>
                </c:pt>
                <c:pt idx="53817">
                  <c:v>169.98</c:v>
                </c:pt>
                <c:pt idx="53818">
                  <c:v>59.98</c:v>
                </c:pt>
                <c:pt idx="53819">
                  <c:v>79.849999999999994</c:v>
                </c:pt>
                <c:pt idx="53820">
                  <c:v>55.97</c:v>
                </c:pt>
                <c:pt idx="53821">
                  <c:v>100.26</c:v>
                </c:pt>
                <c:pt idx="53822">
                  <c:v>16.29</c:v>
                </c:pt>
                <c:pt idx="53823">
                  <c:v>119.96</c:v>
                </c:pt>
                <c:pt idx="53824">
                  <c:v>59.98</c:v>
                </c:pt>
                <c:pt idx="53825">
                  <c:v>89.97</c:v>
                </c:pt>
                <c:pt idx="53826">
                  <c:v>107.94</c:v>
                </c:pt>
                <c:pt idx="53827">
                  <c:v>60.98</c:v>
                </c:pt>
                <c:pt idx="53828">
                  <c:v>185.94</c:v>
                </c:pt>
                <c:pt idx="53829">
                  <c:v>-5.99</c:v>
                </c:pt>
                <c:pt idx="53830">
                  <c:v>55.98</c:v>
                </c:pt>
                <c:pt idx="53831">
                  <c:v>85.97</c:v>
                </c:pt>
                <c:pt idx="53832">
                  <c:v>129.94999999999999</c:v>
                </c:pt>
                <c:pt idx="53833">
                  <c:v>87.56</c:v>
                </c:pt>
                <c:pt idx="53834">
                  <c:v>55.98</c:v>
                </c:pt>
                <c:pt idx="53835">
                  <c:v>-0.5</c:v>
                </c:pt>
                <c:pt idx="53836">
                  <c:v>79.959999999999994</c:v>
                </c:pt>
                <c:pt idx="53837">
                  <c:v>48.78</c:v>
                </c:pt>
                <c:pt idx="53838">
                  <c:v>59.98</c:v>
                </c:pt>
                <c:pt idx="53839">
                  <c:v>92.97</c:v>
                </c:pt>
                <c:pt idx="53840">
                  <c:v>75.38</c:v>
                </c:pt>
                <c:pt idx="53841">
                  <c:v>29.49</c:v>
                </c:pt>
                <c:pt idx="53842">
                  <c:v>65.97</c:v>
                </c:pt>
                <c:pt idx="53843">
                  <c:v>65.989999999999995</c:v>
                </c:pt>
                <c:pt idx="53844">
                  <c:v>163.94</c:v>
                </c:pt>
                <c:pt idx="53845">
                  <c:v>20.29</c:v>
                </c:pt>
                <c:pt idx="53846">
                  <c:v>80.959999999999994</c:v>
                </c:pt>
                <c:pt idx="53847">
                  <c:v>19.489999999999998</c:v>
                </c:pt>
                <c:pt idx="53848">
                  <c:v>147.93</c:v>
                </c:pt>
                <c:pt idx="53849">
                  <c:v>46.27</c:v>
                </c:pt>
                <c:pt idx="53850">
                  <c:v>83.97</c:v>
                </c:pt>
                <c:pt idx="53851">
                  <c:v>41.49</c:v>
                </c:pt>
                <c:pt idx="53852">
                  <c:v>59.24</c:v>
                </c:pt>
                <c:pt idx="53853">
                  <c:v>72.56</c:v>
                </c:pt>
                <c:pt idx="53854">
                  <c:v>99.98</c:v>
                </c:pt>
                <c:pt idx="53855">
                  <c:v>175.94</c:v>
                </c:pt>
                <c:pt idx="53856">
                  <c:v>199.89</c:v>
                </c:pt>
                <c:pt idx="53857">
                  <c:v>101.46</c:v>
                </c:pt>
                <c:pt idx="53858">
                  <c:v>11.09</c:v>
                </c:pt>
                <c:pt idx="53859">
                  <c:v>74.98</c:v>
                </c:pt>
                <c:pt idx="53860">
                  <c:v>55.98</c:v>
                </c:pt>
                <c:pt idx="53861">
                  <c:v>54.99</c:v>
                </c:pt>
                <c:pt idx="53862">
                  <c:v>37.28</c:v>
                </c:pt>
                <c:pt idx="53863">
                  <c:v>177.97</c:v>
                </c:pt>
                <c:pt idx="53864">
                  <c:v>77.97</c:v>
                </c:pt>
                <c:pt idx="53865">
                  <c:v>101.96</c:v>
                </c:pt>
                <c:pt idx="53866">
                  <c:v>32.29</c:v>
                </c:pt>
                <c:pt idx="53867">
                  <c:v>83.97</c:v>
                </c:pt>
                <c:pt idx="53868">
                  <c:v>58.98</c:v>
                </c:pt>
                <c:pt idx="53869">
                  <c:v>77.97</c:v>
                </c:pt>
                <c:pt idx="53870">
                  <c:v>55.98</c:v>
                </c:pt>
                <c:pt idx="53871">
                  <c:v>25.39</c:v>
                </c:pt>
                <c:pt idx="53872">
                  <c:v>49.97</c:v>
                </c:pt>
                <c:pt idx="53873">
                  <c:v>233.91</c:v>
                </c:pt>
                <c:pt idx="53874">
                  <c:v>20.29</c:v>
                </c:pt>
                <c:pt idx="53875">
                  <c:v>73.48</c:v>
                </c:pt>
                <c:pt idx="53876">
                  <c:v>159.97</c:v>
                </c:pt>
                <c:pt idx="53877">
                  <c:v>15.29</c:v>
                </c:pt>
                <c:pt idx="53878">
                  <c:v>213.44</c:v>
                </c:pt>
                <c:pt idx="53879">
                  <c:v>55.39</c:v>
                </c:pt>
                <c:pt idx="53880">
                  <c:v>55.97</c:v>
                </c:pt>
                <c:pt idx="53881">
                  <c:v>55.98</c:v>
                </c:pt>
                <c:pt idx="53882">
                  <c:v>121.46</c:v>
                </c:pt>
                <c:pt idx="53883">
                  <c:v>18.98</c:v>
                </c:pt>
                <c:pt idx="53884">
                  <c:v>53.98</c:v>
                </c:pt>
                <c:pt idx="53885">
                  <c:v>193.11</c:v>
                </c:pt>
                <c:pt idx="53886">
                  <c:v>52.48</c:v>
                </c:pt>
                <c:pt idx="53887">
                  <c:v>61.98</c:v>
                </c:pt>
                <c:pt idx="53888">
                  <c:v>79.989999999999995</c:v>
                </c:pt>
                <c:pt idx="53889">
                  <c:v>79.849999999999994</c:v>
                </c:pt>
                <c:pt idx="53890">
                  <c:v>32.49</c:v>
                </c:pt>
                <c:pt idx="53891">
                  <c:v>61.98</c:v>
                </c:pt>
                <c:pt idx="53892">
                  <c:v>61.98</c:v>
                </c:pt>
                <c:pt idx="53893">
                  <c:v>76.47</c:v>
                </c:pt>
                <c:pt idx="53894">
                  <c:v>53.97</c:v>
                </c:pt>
                <c:pt idx="53895">
                  <c:v>49.99</c:v>
                </c:pt>
                <c:pt idx="53896">
                  <c:v>169.98</c:v>
                </c:pt>
                <c:pt idx="53897">
                  <c:v>55.98</c:v>
                </c:pt>
                <c:pt idx="53898">
                  <c:v>102.79</c:v>
                </c:pt>
                <c:pt idx="53899">
                  <c:v>31.28</c:v>
                </c:pt>
                <c:pt idx="53900">
                  <c:v>55.48</c:v>
                </c:pt>
                <c:pt idx="53901">
                  <c:v>41.29</c:v>
                </c:pt>
                <c:pt idx="53902">
                  <c:v>59.98</c:v>
                </c:pt>
                <c:pt idx="53903">
                  <c:v>59.96</c:v>
                </c:pt>
                <c:pt idx="53904">
                  <c:v>59.99</c:v>
                </c:pt>
                <c:pt idx="53905">
                  <c:v>61.98</c:v>
                </c:pt>
                <c:pt idx="53906">
                  <c:v>107.96</c:v>
                </c:pt>
                <c:pt idx="53907">
                  <c:v>85.47</c:v>
                </c:pt>
                <c:pt idx="53908">
                  <c:v>111.96</c:v>
                </c:pt>
                <c:pt idx="53909">
                  <c:v>79.989999999999995</c:v>
                </c:pt>
                <c:pt idx="53910">
                  <c:v>54.99</c:v>
                </c:pt>
                <c:pt idx="53911">
                  <c:v>18.989999999999998</c:v>
                </c:pt>
                <c:pt idx="53912">
                  <c:v>23.98</c:v>
                </c:pt>
                <c:pt idx="53913">
                  <c:v>30.48</c:v>
                </c:pt>
                <c:pt idx="53914">
                  <c:v>27.49</c:v>
                </c:pt>
                <c:pt idx="53915">
                  <c:v>61.98</c:v>
                </c:pt>
                <c:pt idx="53916">
                  <c:v>84.98</c:v>
                </c:pt>
                <c:pt idx="53917">
                  <c:v>24.49</c:v>
                </c:pt>
                <c:pt idx="53918">
                  <c:v>29.49</c:v>
                </c:pt>
                <c:pt idx="53919">
                  <c:v>17.489999999999998</c:v>
                </c:pt>
                <c:pt idx="53920">
                  <c:v>61.98</c:v>
                </c:pt>
                <c:pt idx="53921">
                  <c:v>60.97</c:v>
                </c:pt>
                <c:pt idx="53922">
                  <c:v>27.49</c:v>
                </c:pt>
                <c:pt idx="53923">
                  <c:v>199.36</c:v>
                </c:pt>
                <c:pt idx="53924">
                  <c:v>123.96</c:v>
                </c:pt>
                <c:pt idx="53925">
                  <c:v>50.98</c:v>
                </c:pt>
                <c:pt idx="53926">
                  <c:v>52.16</c:v>
                </c:pt>
                <c:pt idx="53927">
                  <c:v>61.98</c:v>
                </c:pt>
                <c:pt idx="53928">
                  <c:v>111.97</c:v>
                </c:pt>
                <c:pt idx="53929">
                  <c:v>103.96</c:v>
                </c:pt>
                <c:pt idx="53930">
                  <c:v>65.989999999999995</c:v>
                </c:pt>
                <c:pt idx="53931">
                  <c:v>20.49</c:v>
                </c:pt>
                <c:pt idx="53932">
                  <c:v>94.72</c:v>
                </c:pt>
                <c:pt idx="53933">
                  <c:v>25.48</c:v>
                </c:pt>
                <c:pt idx="53934">
                  <c:v>54.99</c:v>
                </c:pt>
                <c:pt idx="53935">
                  <c:v>55.96</c:v>
                </c:pt>
                <c:pt idx="53936">
                  <c:v>109.93</c:v>
                </c:pt>
                <c:pt idx="53937">
                  <c:v>21.49</c:v>
                </c:pt>
                <c:pt idx="53938">
                  <c:v>26.29</c:v>
                </c:pt>
                <c:pt idx="53939">
                  <c:v>49.99</c:v>
                </c:pt>
                <c:pt idx="53940">
                  <c:v>431.81</c:v>
                </c:pt>
                <c:pt idx="53941">
                  <c:v>88.96</c:v>
                </c:pt>
                <c:pt idx="53942">
                  <c:v>158.59</c:v>
                </c:pt>
                <c:pt idx="53943">
                  <c:v>21.49</c:v>
                </c:pt>
                <c:pt idx="53944">
                  <c:v>47.38</c:v>
                </c:pt>
                <c:pt idx="53945">
                  <c:v>139.94999999999999</c:v>
                </c:pt>
                <c:pt idx="53946">
                  <c:v>61.98</c:v>
                </c:pt>
                <c:pt idx="53947">
                  <c:v>27.48</c:v>
                </c:pt>
                <c:pt idx="53948">
                  <c:v>25.26</c:v>
                </c:pt>
                <c:pt idx="53949">
                  <c:v>92.97</c:v>
                </c:pt>
                <c:pt idx="53950">
                  <c:v>79.98</c:v>
                </c:pt>
                <c:pt idx="53951">
                  <c:v>199.9</c:v>
                </c:pt>
                <c:pt idx="53952">
                  <c:v>55.96</c:v>
                </c:pt>
                <c:pt idx="53953">
                  <c:v>25.49</c:v>
                </c:pt>
                <c:pt idx="53954">
                  <c:v>69.989999999999995</c:v>
                </c:pt>
                <c:pt idx="53955">
                  <c:v>256.77999999999997</c:v>
                </c:pt>
                <c:pt idx="53956">
                  <c:v>17.489999999999998</c:v>
                </c:pt>
                <c:pt idx="53957">
                  <c:v>55.98</c:v>
                </c:pt>
                <c:pt idx="53958">
                  <c:v>63.96</c:v>
                </c:pt>
                <c:pt idx="53959">
                  <c:v>111.56</c:v>
                </c:pt>
                <c:pt idx="53960">
                  <c:v>61.98</c:v>
                </c:pt>
                <c:pt idx="53961">
                  <c:v>85.96</c:v>
                </c:pt>
                <c:pt idx="53962">
                  <c:v>64.98</c:v>
                </c:pt>
                <c:pt idx="53963">
                  <c:v>148.36000000000001</c:v>
                </c:pt>
                <c:pt idx="53964">
                  <c:v>51.98</c:v>
                </c:pt>
                <c:pt idx="53965">
                  <c:v>61.98</c:v>
                </c:pt>
                <c:pt idx="53966">
                  <c:v>51.29</c:v>
                </c:pt>
                <c:pt idx="53967">
                  <c:v>61.98</c:v>
                </c:pt>
                <c:pt idx="53968">
                  <c:v>32.29</c:v>
                </c:pt>
                <c:pt idx="53969">
                  <c:v>92.97</c:v>
                </c:pt>
                <c:pt idx="53970">
                  <c:v>62.95</c:v>
                </c:pt>
                <c:pt idx="53971">
                  <c:v>155.94</c:v>
                </c:pt>
                <c:pt idx="53972">
                  <c:v>123.96</c:v>
                </c:pt>
                <c:pt idx="53973">
                  <c:v>96.74</c:v>
                </c:pt>
                <c:pt idx="53974">
                  <c:v>118.95</c:v>
                </c:pt>
                <c:pt idx="53975">
                  <c:v>99.99</c:v>
                </c:pt>
                <c:pt idx="53976">
                  <c:v>49.98</c:v>
                </c:pt>
                <c:pt idx="53977">
                  <c:v>49.92</c:v>
                </c:pt>
                <c:pt idx="53978">
                  <c:v>73.97</c:v>
                </c:pt>
                <c:pt idx="53979">
                  <c:v>95.96</c:v>
                </c:pt>
                <c:pt idx="53980">
                  <c:v>54.98</c:v>
                </c:pt>
                <c:pt idx="53981">
                  <c:v>49.99</c:v>
                </c:pt>
                <c:pt idx="53982">
                  <c:v>102.33</c:v>
                </c:pt>
                <c:pt idx="53983">
                  <c:v>55.98</c:v>
                </c:pt>
                <c:pt idx="53984">
                  <c:v>54.98</c:v>
                </c:pt>
                <c:pt idx="53985">
                  <c:v>75.97</c:v>
                </c:pt>
                <c:pt idx="53986">
                  <c:v>41.48</c:v>
                </c:pt>
                <c:pt idx="53987">
                  <c:v>65.98</c:v>
                </c:pt>
                <c:pt idx="53988">
                  <c:v>61.98</c:v>
                </c:pt>
                <c:pt idx="53989">
                  <c:v>55.98</c:v>
                </c:pt>
                <c:pt idx="53990">
                  <c:v>59.98</c:v>
                </c:pt>
                <c:pt idx="53991">
                  <c:v>51.98</c:v>
                </c:pt>
                <c:pt idx="53992">
                  <c:v>68.97</c:v>
                </c:pt>
                <c:pt idx="53993">
                  <c:v>51.29</c:v>
                </c:pt>
                <c:pt idx="53994">
                  <c:v>83.97</c:v>
                </c:pt>
                <c:pt idx="53995">
                  <c:v>80.97</c:v>
                </c:pt>
                <c:pt idx="53996">
                  <c:v>99.98</c:v>
                </c:pt>
                <c:pt idx="53997">
                  <c:v>57.98</c:v>
                </c:pt>
                <c:pt idx="53998">
                  <c:v>167.94</c:v>
                </c:pt>
                <c:pt idx="53999">
                  <c:v>69.97</c:v>
                </c:pt>
                <c:pt idx="54000">
                  <c:v>59.97</c:v>
                </c:pt>
                <c:pt idx="54001">
                  <c:v>61.98</c:v>
                </c:pt>
                <c:pt idx="54002">
                  <c:v>55.98</c:v>
                </c:pt>
                <c:pt idx="54003">
                  <c:v>89.95</c:v>
                </c:pt>
                <c:pt idx="54004">
                  <c:v>83.97</c:v>
                </c:pt>
                <c:pt idx="54005">
                  <c:v>49.48</c:v>
                </c:pt>
                <c:pt idx="54006">
                  <c:v>101.97</c:v>
                </c:pt>
                <c:pt idx="54007">
                  <c:v>55.98</c:v>
                </c:pt>
                <c:pt idx="54008">
                  <c:v>254.61</c:v>
                </c:pt>
                <c:pt idx="54009">
                  <c:v>103.96</c:v>
                </c:pt>
                <c:pt idx="54010">
                  <c:v>62.58</c:v>
                </c:pt>
                <c:pt idx="54011">
                  <c:v>84.66</c:v>
                </c:pt>
                <c:pt idx="54012">
                  <c:v>232.86</c:v>
                </c:pt>
                <c:pt idx="54013">
                  <c:v>126.02</c:v>
                </c:pt>
                <c:pt idx="54014">
                  <c:v>206.44</c:v>
                </c:pt>
                <c:pt idx="54015">
                  <c:v>55.98</c:v>
                </c:pt>
                <c:pt idx="54016">
                  <c:v>59.98</c:v>
                </c:pt>
                <c:pt idx="54017">
                  <c:v>103.96</c:v>
                </c:pt>
                <c:pt idx="54018">
                  <c:v>75.849999999999994</c:v>
                </c:pt>
                <c:pt idx="54019">
                  <c:v>31.49</c:v>
                </c:pt>
                <c:pt idx="54020">
                  <c:v>51.48</c:v>
                </c:pt>
                <c:pt idx="54021">
                  <c:v>63.48</c:v>
                </c:pt>
                <c:pt idx="54022">
                  <c:v>78.97</c:v>
                </c:pt>
                <c:pt idx="54023">
                  <c:v>185.94</c:v>
                </c:pt>
                <c:pt idx="54024">
                  <c:v>195.93</c:v>
                </c:pt>
                <c:pt idx="54025">
                  <c:v>37.479999999999997</c:v>
                </c:pt>
                <c:pt idx="54026">
                  <c:v>119.96</c:v>
                </c:pt>
                <c:pt idx="54027">
                  <c:v>9.66</c:v>
                </c:pt>
                <c:pt idx="54028">
                  <c:v>68.98</c:v>
                </c:pt>
                <c:pt idx="54029">
                  <c:v>81.98</c:v>
                </c:pt>
                <c:pt idx="54030">
                  <c:v>49.99</c:v>
                </c:pt>
                <c:pt idx="54031">
                  <c:v>53.98</c:v>
                </c:pt>
                <c:pt idx="54032">
                  <c:v>31.48</c:v>
                </c:pt>
                <c:pt idx="54033">
                  <c:v>94.99</c:v>
                </c:pt>
                <c:pt idx="54034">
                  <c:v>59.98</c:v>
                </c:pt>
                <c:pt idx="54035">
                  <c:v>89.98</c:v>
                </c:pt>
                <c:pt idx="54036">
                  <c:v>27.28</c:v>
                </c:pt>
                <c:pt idx="54037">
                  <c:v>75.62</c:v>
                </c:pt>
                <c:pt idx="54038">
                  <c:v>58.98</c:v>
                </c:pt>
                <c:pt idx="54039">
                  <c:v>155.94</c:v>
                </c:pt>
                <c:pt idx="54040">
                  <c:v>78.47</c:v>
                </c:pt>
                <c:pt idx="54041">
                  <c:v>57.86</c:v>
                </c:pt>
                <c:pt idx="54042">
                  <c:v>79.989999999999995</c:v>
                </c:pt>
                <c:pt idx="54043">
                  <c:v>247.92</c:v>
                </c:pt>
                <c:pt idx="54044">
                  <c:v>69.98</c:v>
                </c:pt>
                <c:pt idx="54045">
                  <c:v>87.97</c:v>
                </c:pt>
                <c:pt idx="54046">
                  <c:v>114.95</c:v>
                </c:pt>
                <c:pt idx="54047">
                  <c:v>139.94999999999999</c:v>
                </c:pt>
                <c:pt idx="54048">
                  <c:v>21.29</c:v>
                </c:pt>
                <c:pt idx="54049">
                  <c:v>49.38</c:v>
                </c:pt>
                <c:pt idx="54050">
                  <c:v>94.34</c:v>
                </c:pt>
                <c:pt idx="54051">
                  <c:v>59.98</c:v>
                </c:pt>
                <c:pt idx="54052">
                  <c:v>69.989999999999995</c:v>
                </c:pt>
                <c:pt idx="54053">
                  <c:v>69.98</c:v>
                </c:pt>
                <c:pt idx="54054">
                  <c:v>53.98</c:v>
                </c:pt>
                <c:pt idx="54055">
                  <c:v>215.91</c:v>
                </c:pt>
                <c:pt idx="54056">
                  <c:v>65.989999999999995</c:v>
                </c:pt>
                <c:pt idx="54057">
                  <c:v>83.48</c:v>
                </c:pt>
                <c:pt idx="54058">
                  <c:v>32.49</c:v>
                </c:pt>
                <c:pt idx="54059">
                  <c:v>309.89999999999998</c:v>
                </c:pt>
                <c:pt idx="54060">
                  <c:v>55.98</c:v>
                </c:pt>
                <c:pt idx="54061">
                  <c:v>50.98</c:v>
                </c:pt>
                <c:pt idx="54062">
                  <c:v>153.85</c:v>
                </c:pt>
                <c:pt idx="54063">
                  <c:v>83.97</c:v>
                </c:pt>
                <c:pt idx="54064">
                  <c:v>20.49</c:v>
                </c:pt>
                <c:pt idx="54065">
                  <c:v>149.94999999999999</c:v>
                </c:pt>
                <c:pt idx="54066">
                  <c:v>55.96</c:v>
                </c:pt>
                <c:pt idx="54067">
                  <c:v>21.49</c:v>
                </c:pt>
                <c:pt idx="54068">
                  <c:v>19.940000000000001</c:v>
                </c:pt>
                <c:pt idx="54069">
                  <c:v>94.96</c:v>
                </c:pt>
                <c:pt idx="54070">
                  <c:v>179.94</c:v>
                </c:pt>
                <c:pt idx="54071">
                  <c:v>74.98</c:v>
                </c:pt>
                <c:pt idx="54072">
                  <c:v>91.97</c:v>
                </c:pt>
                <c:pt idx="54073">
                  <c:v>64.98</c:v>
                </c:pt>
                <c:pt idx="54074">
                  <c:v>134.97999999999999</c:v>
                </c:pt>
                <c:pt idx="54075">
                  <c:v>32.49</c:v>
                </c:pt>
                <c:pt idx="54076">
                  <c:v>55.98</c:v>
                </c:pt>
                <c:pt idx="54077">
                  <c:v>59.39</c:v>
                </c:pt>
                <c:pt idx="54078">
                  <c:v>239.92</c:v>
                </c:pt>
                <c:pt idx="54079">
                  <c:v>106.44</c:v>
                </c:pt>
                <c:pt idx="54080">
                  <c:v>92.97</c:v>
                </c:pt>
                <c:pt idx="54081">
                  <c:v>62.96</c:v>
                </c:pt>
                <c:pt idx="54082">
                  <c:v>84.99</c:v>
                </c:pt>
                <c:pt idx="54083">
                  <c:v>73.95</c:v>
                </c:pt>
                <c:pt idx="54084">
                  <c:v>28.49</c:v>
                </c:pt>
                <c:pt idx="54085">
                  <c:v>59.98</c:v>
                </c:pt>
                <c:pt idx="54086">
                  <c:v>58.98</c:v>
                </c:pt>
                <c:pt idx="54087">
                  <c:v>156.44999999999999</c:v>
                </c:pt>
                <c:pt idx="54088">
                  <c:v>92.97</c:v>
                </c:pt>
                <c:pt idx="54089">
                  <c:v>66.53</c:v>
                </c:pt>
                <c:pt idx="54090">
                  <c:v>60.98</c:v>
                </c:pt>
                <c:pt idx="54091">
                  <c:v>48.48</c:v>
                </c:pt>
                <c:pt idx="54092">
                  <c:v>99.98</c:v>
                </c:pt>
                <c:pt idx="54093">
                  <c:v>92.97</c:v>
                </c:pt>
                <c:pt idx="54094">
                  <c:v>220.47</c:v>
                </c:pt>
                <c:pt idx="54095">
                  <c:v>51.42</c:v>
                </c:pt>
                <c:pt idx="54096">
                  <c:v>79.849999999999994</c:v>
                </c:pt>
                <c:pt idx="54097">
                  <c:v>84.99</c:v>
                </c:pt>
                <c:pt idx="54098">
                  <c:v>119.95</c:v>
                </c:pt>
                <c:pt idx="54099">
                  <c:v>29.49</c:v>
                </c:pt>
                <c:pt idx="54100">
                  <c:v>53.98</c:v>
                </c:pt>
                <c:pt idx="54101">
                  <c:v>95.96</c:v>
                </c:pt>
                <c:pt idx="54102">
                  <c:v>55.96</c:v>
                </c:pt>
                <c:pt idx="54103">
                  <c:v>68.069999999999993</c:v>
                </c:pt>
                <c:pt idx="54104">
                  <c:v>63.47</c:v>
                </c:pt>
                <c:pt idx="54105">
                  <c:v>84.99</c:v>
                </c:pt>
                <c:pt idx="54106">
                  <c:v>83.67</c:v>
                </c:pt>
                <c:pt idx="54107">
                  <c:v>59.99</c:v>
                </c:pt>
                <c:pt idx="54108">
                  <c:v>54.98</c:v>
                </c:pt>
                <c:pt idx="54109">
                  <c:v>53.98</c:v>
                </c:pt>
                <c:pt idx="54110">
                  <c:v>68.989999999999995</c:v>
                </c:pt>
                <c:pt idx="54111">
                  <c:v>55.94</c:v>
                </c:pt>
                <c:pt idx="54112">
                  <c:v>99.99</c:v>
                </c:pt>
                <c:pt idx="54113">
                  <c:v>75.97</c:v>
                </c:pt>
                <c:pt idx="54114">
                  <c:v>56.97</c:v>
                </c:pt>
                <c:pt idx="54115">
                  <c:v>119.95</c:v>
                </c:pt>
                <c:pt idx="54116">
                  <c:v>110.96</c:v>
                </c:pt>
                <c:pt idx="54117">
                  <c:v>123.16</c:v>
                </c:pt>
                <c:pt idx="54118">
                  <c:v>17.489999999999998</c:v>
                </c:pt>
                <c:pt idx="54119">
                  <c:v>-63.47</c:v>
                </c:pt>
                <c:pt idx="54120">
                  <c:v>74.98</c:v>
                </c:pt>
                <c:pt idx="54121">
                  <c:v>123.96</c:v>
                </c:pt>
                <c:pt idx="54122">
                  <c:v>50.98</c:v>
                </c:pt>
                <c:pt idx="54123">
                  <c:v>57.98</c:v>
                </c:pt>
                <c:pt idx="54124">
                  <c:v>-51.98</c:v>
                </c:pt>
                <c:pt idx="54125">
                  <c:v>61.98</c:v>
                </c:pt>
                <c:pt idx="54126">
                  <c:v>21.29</c:v>
                </c:pt>
                <c:pt idx="54127">
                  <c:v>55.98</c:v>
                </c:pt>
                <c:pt idx="54128">
                  <c:v>36.26</c:v>
                </c:pt>
                <c:pt idx="54129">
                  <c:v>56.97</c:v>
                </c:pt>
                <c:pt idx="54130">
                  <c:v>10.49</c:v>
                </c:pt>
                <c:pt idx="54131">
                  <c:v>126.99</c:v>
                </c:pt>
                <c:pt idx="54132">
                  <c:v>427.39</c:v>
                </c:pt>
                <c:pt idx="54133">
                  <c:v>59.96</c:v>
                </c:pt>
                <c:pt idx="54134">
                  <c:v>35.53</c:v>
                </c:pt>
                <c:pt idx="54135">
                  <c:v>61.98</c:v>
                </c:pt>
                <c:pt idx="54136">
                  <c:v>55.98</c:v>
                </c:pt>
                <c:pt idx="54137">
                  <c:v>89.27</c:v>
                </c:pt>
                <c:pt idx="54138">
                  <c:v>60.33</c:v>
                </c:pt>
                <c:pt idx="54139">
                  <c:v>84.99</c:v>
                </c:pt>
                <c:pt idx="54140">
                  <c:v>66.28</c:v>
                </c:pt>
                <c:pt idx="54141">
                  <c:v>35.049999999999997</c:v>
                </c:pt>
                <c:pt idx="54142">
                  <c:v>71.98</c:v>
                </c:pt>
                <c:pt idx="54143">
                  <c:v>59.96</c:v>
                </c:pt>
                <c:pt idx="54144">
                  <c:v>68.989999999999995</c:v>
                </c:pt>
                <c:pt idx="54145">
                  <c:v>355.01</c:v>
                </c:pt>
                <c:pt idx="54146">
                  <c:v>27.49</c:v>
                </c:pt>
                <c:pt idx="54147">
                  <c:v>111.96</c:v>
                </c:pt>
                <c:pt idx="54148">
                  <c:v>126.06</c:v>
                </c:pt>
                <c:pt idx="54149">
                  <c:v>61.98</c:v>
                </c:pt>
                <c:pt idx="54150">
                  <c:v>165.94</c:v>
                </c:pt>
                <c:pt idx="54151">
                  <c:v>49.59</c:v>
                </c:pt>
                <c:pt idx="54152">
                  <c:v>79.98</c:v>
                </c:pt>
                <c:pt idx="54153">
                  <c:v>123.96</c:v>
                </c:pt>
                <c:pt idx="54154">
                  <c:v>61.98</c:v>
                </c:pt>
                <c:pt idx="54155">
                  <c:v>94.98</c:v>
                </c:pt>
                <c:pt idx="54156">
                  <c:v>87.97</c:v>
                </c:pt>
                <c:pt idx="54157">
                  <c:v>47.48</c:v>
                </c:pt>
                <c:pt idx="54158">
                  <c:v>143.94</c:v>
                </c:pt>
                <c:pt idx="54159">
                  <c:v>62.98</c:v>
                </c:pt>
                <c:pt idx="54160">
                  <c:v>61.98</c:v>
                </c:pt>
                <c:pt idx="54161">
                  <c:v>61.98</c:v>
                </c:pt>
                <c:pt idx="54162">
                  <c:v>61.98</c:v>
                </c:pt>
                <c:pt idx="54163">
                  <c:v>59.99</c:v>
                </c:pt>
                <c:pt idx="54164">
                  <c:v>16.489999999999998</c:v>
                </c:pt>
                <c:pt idx="54165">
                  <c:v>54.99</c:v>
                </c:pt>
                <c:pt idx="54166">
                  <c:v>57.96</c:v>
                </c:pt>
                <c:pt idx="54167">
                  <c:v>55.98</c:v>
                </c:pt>
                <c:pt idx="54168">
                  <c:v>87.08</c:v>
                </c:pt>
                <c:pt idx="54169">
                  <c:v>89.97</c:v>
                </c:pt>
                <c:pt idx="54170">
                  <c:v>84.97</c:v>
                </c:pt>
                <c:pt idx="54171">
                  <c:v>86.98</c:v>
                </c:pt>
                <c:pt idx="54172">
                  <c:v>96.78</c:v>
                </c:pt>
                <c:pt idx="54173">
                  <c:v>57.95</c:v>
                </c:pt>
                <c:pt idx="54174">
                  <c:v>92.96</c:v>
                </c:pt>
                <c:pt idx="54175">
                  <c:v>111.96</c:v>
                </c:pt>
                <c:pt idx="54176">
                  <c:v>31.48</c:v>
                </c:pt>
                <c:pt idx="54177">
                  <c:v>92.97</c:v>
                </c:pt>
                <c:pt idx="54178">
                  <c:v>46.49</c:v>
                </c:pt>
                <c:pt idx="54179">
                  <c:v>32.49</c:v>
                </c:pt>
                <c:pt idx="54180">
                  <c:v>123.96</c:v>
                </c:pt>
                <c:pt idx="54181">
                  <c:v>153.93</c:v>
                </c:pt>
                <c:pt idx="54182">
                  <c:v>55.61</c:v>
                </c:pt>
                <c:pt idx="54183">
                  <c:v>61.98</c:v>
                </c:pt>
                <c:pt idx="54184">
                  <c:v>140.31</c:v>
                </c:pt>
                <c:pt idx="54185">
                  <c:v>60.02</c:v>
                </c:pt>
                <c:pt idx="54186">
                  <c:v>195.96</c:v>
                </c:pt>
                <c:pt idx="54187">
                  <c:v>31.48</c:v>
                </c:pt>
                <c:pt idx="54188">
                  <c:v>89.98</c:v>
                </c:pt>
                <c:pt idx="54189">
                  <c:v>67.739999999999995</c:v>
                </c:pt>
                <c:pt idx="54190">
                  <c:v>120.46</c:v>
                </c:pt>
                <c:pt idx="54191">
                  <c:v>308.97000000000003</c:v>
                </c:pt>
                <c:pt idx="54192">
                  <c:v>125.96</c:v>
                </c:pt>
                <c:pt idx="54193">
                  <c:v>51.98</c:v>
                </c:pt>
                <c:pt idx="54194">
                  <c:v>51.98</c:v>
                </c:pt>
                <c:pt idx="54195">
                  <c:v>43.5</c:v>
                </c:pt>
                <c:pt idx="54196">
                  <c:v>54.95</c:v>
                </c:pt>
                <c:pt idx="54197">
                  <c:v>161.94</c:v>
                </c:pt>
                <c:pt idx="54198">
                  <c:v>42.28</c:v>
                </c:pt>
                <c:pt idx="54199">
                  <c:v>66.680000000000007</c:v>
                </c:pt>
                <c:pt idx="54200">
                  <c:v>51.2</c:v>
                </c:pt>
                <c:pt idx="54201">
                  <c:v>66.98</c:v>
                </c:pt>
                <c:pt idx="54202">
                  <c:v>114.96</c:v>
                </c:pt>
                <c:pt idx="54203">
                  <c:v>58.98</c:v>
                </c:pt>
                <c:pt idx="54204">
                  <c:v>233.91</c:v>
                </c:pt>
                <c:pt idx="54205">
                  <c:v>77.400000000000006</c:v>
                </c:pt>
                <c:pt idx="54206">
                  <c:v>64.48</c:v>
                </c:pt>
                <c:pt idx="54207">
                  <c:v>76.98</c:v>
                </c:pt>
                <c:pt idx="54208">
                  <c:v>89.94</c:v>
                </c:pt>
                <c:pt idx="54209">
                  <c:v>82.97</c:v>
                </c:pt>
                <c:pt idx="54210">
                  <c:v>55.78</c:v>
                </c:pt>
                <c:pt idx="54211">
                  <c:v>70.98</c:v>
                </c:pt>
                <c:pt idx="54212">
                  <c:v>13.87</c:v>
                </c:pt>
                <c:pt idx="54213">
                  <c:v>105.34</c:v>
                </c:pt>
                <c:pt idx="54214">
                  <c:v>114.95</c:v>
                </c:pt>
                <c:pt idx="54215">
                  <c:v>56.98</c:v>
                </c:pt>
                <c:pt idx="54216">
                  <c:v>72.97</c:v>
                </c:pt>
                <c:pt idx="54217">
                  <c:v>18.489999999999998</c:v>
                </c:pt>
                <c:pt idx="54218">
                  <c:v>32.49</c:v>
                </c:pt>
                <c:pt idx="54219">
                  <c:v>87.98</c:v>
                </c:pt>
                <c:pt idx="54220">
                  <c:v>132.31</c:v>
                </c:pt>
                <c:pt idx="54221">
                  <c:v>86.97</c:v>
                </c:pt>
                <c:pt idx="54222">
                  <c:v>56.86</c:v>
                </c:pt>
                <c:pt idx="54223">
                  <c:v>89.94</c:v>
                </c:pt>
                <c:pt idx="54224">
                  <c:v>51.98</c:v>
                </c:pt>
                <c:pt idx="54225">
                  <c:v>110.02</c:v>
                </c:pt>
                <c:pt idx="54226">
                  <c:v>118.04</c:v>
                </c:pt>
                <c:pt idx="54227">
                  <c:v>31.48</c:v>
                </c:pt>
                <c:pt idx="54228">
                  <c:v>48.76</c:v>
                </c:pt>
                <c:pt idx="54229">
                  <c:v>113.02</c:v>
                </c:pt>
                <c:pt idx="54230">
                  <c:v>59.96</c:v>
                </c:pt>
                <c:pt idx="54231">
                  <c:v>167.35</c:v>
                </c:pt>
                <c:pt idx="54232">
                  <c:v>65.989999999999995</c:v>
                </c:pt>
                <c:pt idx="54233">
                  <c:v>89.96</c:v>
                </c:pt>
                <c:pt idx="54234">
                  <c:v>56.97</c:v>
                </c:pt>
                <c:pt idx="54235">
                  <c:v>55.98</c:v>
                </c:pt>
                <c:pt idx="54236">
                  <c:v>61.98</c:v>
                </c:pt>
                <c:pt idx="54237">
                  <c:v>239.94</c:v>
                </c:pt>
                <c:pt idx="54238">
                  <c:v>45.46</c:v>
                </c:pt>
                <c:pt idx="54239">
                  <c:v>51.29</c:v>
                </c:pt>
                <c:pt idx="54240">
                  <c:v>59.96</c:v>
                </c:pt>
                <c:pt idx="54241">
                  <c:v>57.96</c:v>
                </c:pt>
                <c:pt idx="54242">
                  <c:v>87.97</c:v>
                </c:pt>
                <c:pt idx="54243">
                  <c:v>65.33</c:v>
                </c:pt>
                <c:pt idx="54244">
                  <c:v>78.23</c:v>
                </c:pt>
                <c:pt idx="54245">
                  <c:v>95.96</c:v>
                </c:pt>
                <c:pt idx="54246">
                  <c:v>27.19</c:v>
                </c:pt>
                <c:pt idx="54247">
                  <c:v>223.92</c:v>
                </c:pt>
                <c:pt idx="54248">
                  <c:v>75.98</c:v>
                </c:pt>
                <c:pt idx="54249">
                  <c:v>51.98</c:v>
                </c:pt>
                <c:pt idx="54250">
                  <c:v>37.28</c:v>
                </c:pt>
                <c:pt idx="54251">
                  <c:v>56.98</c:v>
                </c:pt>
                <c:pt idx="54252">
                  <c:v>77.97</c:v>
                </c:pt>
                <c:pt idx="54253">
                  <c:v>51.94</c:v>
                </c:pt>
                <c:pt idx="54254">
                  <c:v>61.98</c:v>
                </c:pt>
                <c:pt idx="54255">
                  <c:v>408.91</c:v>
                </c:pt>
                <c:pt idx="54256">
                  <c:v>32.49</c:v>
                </c:pt>
                <c:pt idx="54257">
                  <c:v>76.98</c:v>
                </c:pt>
                <c:pt idx="54258">
                  <c:v>10.85</c:v>
                </c:pt>
                <c:pt idx="54259">
                  <c:v>89.97</c:v>
                </c:pt>
                <c:pt idx="54260">
                  <c:v>50.98</c:v>
                </c:pt>
                <c:pt idx="54261">
                  <c:v>92.97</c:v>
                </c:pt>
                <c:pt idx="54262">
                  <c:v>49.99</c:v>
                </c:pt>
                <c:pt idx="54263">
                  <c:v>51.98</c:v>
                </c:pt>
                <c:pt idx="54264">
                  <c:v>80.97</c:v>
                </c:pt>
                <c:pt idx="54265">
                  <c:v>87.47</c:v>
                </c:pt>
                <c:pt idx="54266">
                  <c:v>76.47</c:v>
                </c:pt>
                <c:pt idx="54267">
                  <c:v>61.98</c:v>
                </c:pt>
                <c:pt idx="54268">
                  <c:v>112.13</c:v>
                </c:pt>
                <c:pt idx="54269">
                  <c:v>61.69</c:v>
                </c:pt>
                <c:pt idx="54270">
                  <c:v>31.04</c:v>
                </c:pt>
                <c:pt idx="54271">
                  <c:v>20.55</c:v>
                </c:pt>
                <c:pt idx="54272">
                  <c:v>64.09</c:v>
                </c:pt>
                <c:pt idx="54273">
                  <c:v>59.99</c:v>
                </c:pt>
                <c:pt idx="54274">
                  <c:v>97.97</c:v>
                </c:pt>
                <c:pt idx="54275">
                  <c:v>83.96</c:v>
                </c:pt>
                <c:pt idx="54276">
                  <c:v>147.6</c:v>
                </c:pt>
                <c:pt idx="54277">
                  <c:v>51.98</c:v>
                </c:pt>
                <c:pt idx="54278">
                  <c:v>63.58</c:v>
                </c:pt>
                <c:pt idx="54279">
                  <c:v>48.98</c:v>
                </c:pt>
                <c:pt idx="54280">
                  <c:v>61.98</c:v>
                </c:pt>
                <c:pt idx="54281">
                  <c:v>276.3</c:v>
                </c:pt>
                <c:pt idx="54282">
                  <c:v>92.97</c:v>
                </c:pt>
                <c:pt idx="54283">
                  <c:v>51.98</c:v>
                </c:pt>
                <c:pt idx="54284">
                  <c:v>51.93</c:v>
                </c:pt>
                <c:pt idx="54285">
                  <c:v>15.99</c:v>
                </c:pt>
                <c:pt idx="54286">
                  <c:v>35.659999999999997</c:v>
                </c:pt>
                <c:pt idx="54287">
                  <c:v>59.98</c:v>
                </c:pt>
                <c:pt idx="54288">
                  <c:v>97.98</c:v>
                </c:pt>
                <c:pt idx="54289">
                  <c:v>84.99</c:v>
                </c:pt>
                <c:pt idx="54290">
                  <c:v>23.48</c:v>
                </c:pt>
                <c:pt idx="54291">
                  <c:v>158.43</c:v>
                </c:pt>
                <c:pt idx="54292">
                  <c:v>119.96</c:v>
                </c:pt>
                <c:pt idx="54293">
                  <c:v>37.119999999999997</c:v>
                </c:pt>
                <c:pt idx="54294">
                  <c:v>-51.98</c:v>
                </c:pt>
                <c:pt idx="54295">
                  <c:v>55.98</c:v>
                </c:pt>
                <c:pt idx="54296">
                  <c:v>131.97999999999999</c:v>
                </c:pt>
                <c:pt idx="54297">
                  <c:v>49.98</c:v>
                </c:pt>
                <c:pt idx="54298">
                  <c:v>77.97</c:v>
                </c:pt>
                <c:pt idx="54299">
                  <c:v>32.49</c:v>
                </c:pt>
                <c:pt idx="54300">
                  <c:v>32.49</c:v>
                </c:pt>
                <c:pt idx="54301">
                  <c:v>78.260000000000005</c:v>
                </c:pt>
                <c:pt idx="54302">
                  <c:v>54.95</c:v>
                </c:pt>
                <c:pt idx="54303">
                  <c:v>92.97</c:v>
                </c:pt>
                <c:pt idx="54304">
                  <c:v>55.98</c:v>
                </c:pt>
                <c:pt idx="54305">
                  <c:v>34.979999999999997</c:v>
                </c:pt>
                <c:pt idx="54306">
                  <c:v>48.48</c:v>
                </c:pt>
                <c:pt idx="54307">
                  <c:v>53.98</c:v>
                </c:pt>
                <c:pt idx="54308">
                  <c:v>89.97</c:v>
                </c:pt>
                <c:pt idx="54309">
                  <c:v>55.98</c:v>
                </c:pt>
                <c:pt idx="54310">
                  <c:v>10.49</c:v>
                </c:pt>
                <c:pt idx="54311">
                  <c:v>61.98</c:v>
                </c:pt>
                <c:pt idx="54312">
                  <c:v>55.98</c:v>
                </c:pt>
                <c:pt idx="54313">
                  <c:v>49.99</c:v>
                </c:pt>
                <c:pt idx="54314">
                  <c:v>78.959999999999994</c:v>
                </c:pt>
                <c:pt idx="54315">
                  <c:v>48.27</c:v>
                </c:pt>
                <c:pt idx="54316">
                  <c:v>45.26</c:v>
                </c:pt>
                <c:pt idx="54317">
                  <c:v>133.57</c:v>
                </c:pt>
                <c:pt idx="54318">
                  <c:v>82.53</c:v>
                </c:pt>
                <c:pt idx="54319">
                  <c:v>111.96</c:v>
                </c:pt>
                <c:pt idx="54320">
                  <c:v>34.49</c:v>
                </c:pt>
                <c:pt idx="54321">
                  <c:v>273.91000000000003</c:v>
                </c:pt>
                <c:pt idx="54322">
                  <c:v>33.479999999999997</c:v>
                </c:pt>
                <c:pt idx="54323">
                  <c:v>51.98</c:v>
                </c:pt>
                <c:pt idx="54324">
                  <c:v>50.98</c:v>
                </c:pt>
                <c:pt idx="54325">
                  <c:v>20.55</c:v>
                </c:pt>
                <c:pt idx="54326">
                  <c:v>120.37</c:v>
                </c:pt>
                <c:pt idx="54327">
                  <c:v>32.49</c:v>
                </c:pt>
                <c:pt idx="54328">
                  <c:v>53.52</c:v>
                </c:pt>
                <c:pt idx="54329">
                  <c:v>51.96</c:v>
                </c:pt>
                <c:pt idx="54330">
                  <c:v>79.989999999999995</c:v>
                </c:pt>
                <c:pt idx="54331">
                  <c:v>99.9</c:v>
                </c:pt>
                <c:pt idx="54332">
                  <c:v>16.489999999999998</c:v>
                </c:pt>
                <c:pt idx="54333">
                  <c:v>86.08</c:v>
                </c:pt>
                <c:pt idx="54334">
                  <c:v>72.58</c:v>
                </c:pt>
                <c:pt idx="54335">
                  <c:v>15.29</c:v>
                </c:pt>
                <c:pt idx="54336">
                  <c:v>76.47</c:v>
                </c:pt>
                <c:pt idx="54337">
                  <c:v>223.92</c:v>
                </c:pt>
                <c:pt idx="54338">
                  <c:v>150.96</c:v>
                </c:pt>
                <c:pt idx="54339">
                  <c:v>29.49</c:v>
                </c:pt>
                <c:pt idx="54340">
                  <c:v>55.98</c:v>
                </c:pt>
                <c:pt idx="54341">
                  <c:v>254.97</c:v>
                </c:pt>
                <c:pt idx="54342">
                  <c:v>99.47</c:v>
                </c:pt>
                <c:pt idx="54343">
                  <c:v>169.98</c:v>
                </c:pt>
                <c:pt idx="54344">
                  <c:v>69.989999999999995</c:v>
                </c:pt>
                <c:pt idx="54345">
                  <c:v>43.47</c:v>
                </c:pt>
                <c:pt idx="54346">
                  <c:v>13.29</c:v>
                </c:pt>
                <c:pt idx="54347">
                  <c:v>77.989999999999995</c:v>
                </c:pt>
                <c:pt idx="54348">
                  <c:v>51.98</c:v>
                </c:pt>
                <c:pt idx="54349">
                  <c:v>92.97</c:v>
                </c:pt>
                <c:pt idx="54350">
                  <c:v>106.36</c:v>
                </c:pt>
                <c:pt idx="54351">
                  <c:v>103.96</c:v>
                </c:pt>
                <c:pt idx="54352">
                  <c:v>78.17</c:v>
                </c:pt>
                <c:pt idx="54353">
                  <c:v>72.58</c:v>
                </c:pt>
                <c:pt idx="54354">
                  <c:v>48.28</c:v>
                </c:pt>
                <c:pt idx="54355">
                  <c:v>22.49</c:v>
                </c:pt>
                <c:pt idx="54356">
                  <c:v>259.89999999999998</c:v>
                </c:pt>
                <c:pt idx="54357">
                  <c:v>113.96</c:v>
                </c:pt>
                <c:pt idx="54358">
                  <c:v>128.24</c:v>
                </c:pt>
                <c:pt idx="54359">
                  <c:v>135.46</c:v>
                </c:pt>
                <c:pt idx="54360">
                  <c:v>51.98</c:v>
                </c:pt>
                <c:pt idx="54361">
                  <c:v>125.06</c:v>
                </c:pt>
                <c:pt idx="54362">
                  <c:v>46.99</c:v>
                </c:pt>
                <c:pt idx="54363">
                  <c:v>55.98</c:v>
                </c:pt>
                <c:pt idx="54364">
                  <c:v>55.98</c:v>
                </c:pt>
                <c:pt idx="54365">
                  <c:v>30.24</c:v>
                </c:pt>
                <c:pt idx="54366">
                  <c:v>67.72</c:v>
                </c:pt>
                <c:pt idx="54367">
                  <c:v>79.97</c:v>
                </c:pt>
                <c:pt idx="54368">
                  <c:v>111.96</c:v>
                </c:pt>
                <c:pt idx="54369">
                  <c:v>80.739999999999995</c:v>
                </c:pt>
                <c:pt idx="54370">
                  <c:v>89.97</c:v>
                </c:pt>
                <c:pt idx="54371">
                  <c:v>26.49</c:v>
                </c:pt>
                <c:pt idx="54372">
                  <c:v>55.98</c:v>
                </c:pt>
                <c:pt idx="54373">
                  <c:v>36.49</c:v>
                </c:pt>
                <c:pt idx="54374">
                  <c:v>89.97</c:v>
                </c:pt>
                <c:pt idx="54375">
                  <c:v>-233.91</c:v>
                </c:pt>
                <c:pt idx="54376">
                  <c:v>79.98</c:v>
                </c:pt>
                <c:pt idx="54377">
                  <c:v>74.98</c:v>
                </c:pt>
                <c:pt idx="54378">
                  <c:v>109.95</c:v>
                </c:pt>
                <c:pt idx="54379">
                  <c:v>65.83</c:v>
                </c:pt>
                <c:pt idx="54380">
                  <c:v>25.29</c:v>
                </c:pt>
                <c:pt idx="54381">
                  <c:v>37.49</c:v>
                </c:pt>
                <c:pt idx="54382">
                  <c:v>81.52</c:v>
                </c:pt>
                <c:pt idx="54383">
                  <c:v>29.49</c:v>
                </c:pt>
                <c:pt idx="54384">
                  <c:v>73.319999999999993</c:v>
                </c:pt>
                <c:pt idx="54385">
                  <c:v>55.98</c:v>
                </c:pt>
                <c:pt idx="54386">
                  <c:v>53.98</c:v>
                </c:pt>
                <c:pt idx="54387">
                  <c:v>59.97</c:v>
                </c:pt>
                <c:pt idx="54388">
                  <c:v>55.98</c:v>
                </c:pt>
                <c:pt idx="54389">
                  <c:v>49.49</c:v>
                </c:pt>
                <c:pt idx="54390">
                  <c:v>56.98</c:v>
                </c:pt>
                <c:pt idx="54391">
                  <c:v>56.96</c:v>
                </c:pt>
                <c:pt idx="54392">
                  <c:v>76.489999999999995</c:v>
                </c:pt>
                <c:pt idx="54393">
                  <c:v>41.98</c:v>
                </c:pt>
                <c:pt idx="54394">
                  <c:v>59.95</c:v>
                </c:pt>
                <c:pt idx="54395">
                  <c:v>203.45</c:v>
                </c:pt>
                <c:pt idx="54396">
                  <c:v>81.96</c:v>
                </c:pt>
                <c:pt idx="54397">
                  <c:v>138.65</c:v>
                </c:pt>
                <c:pt idx="54398">
                  <c:v>118.98</c:v>
                </c:pt>
                <c:pt idx="54399">
                  <c:v>55.98</c:v>
                </c:pt>
                <c:pt idx="54400">
                  <c:v>69.98</c:v>
                </c:pt>
                <c:pt idx="54401">
                  <c:v>40.479999999999997</c:v>
                </c:pt>
                <c:pt idx="54402">
                  <c:v>9.49</c:v>
                </c:pt>
                <c:pt idx="54403">
                  <c:v>31.48</c:v>
                </c:pt>
                <c:pt idx="54404">
                  <c:v>-112.49</c:v>
                </c:pt>
                <c:pt idx="54405">
                  <c:v>235.73</c:v>
                </c:pt>
                <c:pt idx="54406">
                  <c:v>120.96</c:v>
                </c:pt>
                <c:pt idx="54407">
                  <c:v>61.98</c:v>
                </c:pt>
                <c:pt idx="54408">
                  <c:v>17.29</c:v>
                </c:pt>
                <c:pt idx="54409">
                  <c:v>96.27</c:v>
                </c:pt>
                <c:pt idx="54410">
                  <c:v>57.98</c:v>
                </c:pt>
                <c:pt idx="54411">
                  <c:v>55.98</c:v>
                </c:pt>
                <c:pt idx="54412">
                  <c:v>61.98</c:v>
                </c:pt>
                <c:pt idx="54413">
                  <c:v>119.96</c:v>
                </c:pt>
                <c:pt idx="54414">
                  <c:v>64.58</c:v>
                </c:pt>
                <c:pt idx="54415">
                  <c:v>266.94</c:v>
                </c:pt>
                <c:pt idx="54416">
                  <c:v>71.3</c:v>
                </c:pt>
                <c:pt idx="54417">
                  <c:v>55.98</c:v>
                </c:pt>
                <c:pt idx="54418">
                  <c:v>89.97</c:v>
                </c:pt>
                <c:pt idx="54419">
                  <c:v>78.150000000000006</c:v>
                </c:pt>
                <c:pt idx="54420">
                  <c:v>40.72</c:v>
                </c:pt>
                <c:pt idx="54421">
                  <c:v>99.98</c:v>
                </c:pt>
                <c:pt idx="54422">
                  <c:v>186.47</c:v>
                </c:pt>
                <c:pt idx="54423">
                  <c:v>61.98</c:v>
                </c:pt>
                <c:pt idx="54424">
                  <c:v>157.94</c:v>
                </c:pt>
                <c:pt idx="54425">
                  <c:v>61.98</c:v>
                </c:pt>
                <c:pt idx="54426">
                  <c:v>61.98</c:v>
                </c:pt>
                <c:pt idx="54427">
                  <c:v>148.44999999999999</c:v>
                </c:pt>
                <c:pt idx="54428">
                  <c:v>129.94999999999999</c:v>
                </c:pt>
                <c:pt idx="54429">
                  <c:v>60.98</c:v>
                </c:pt>
                <c:pt idx="54430">
                  <c:v>229.47</c:v>
                </c:pt>
                <c:pt idx="54431">
                  <c:v>21.28</c:v>
                </c:pt>
                <c:pt idx="54432">
                  <c:v>117.28</c:v>
                </c:pt>
                <c:pt idx="54433">
                  <c:v>48.88</c:v>
                </c:pt>
                <c:pt idx="54434">
                  <c:v>59.97</c:v>
                </c:pt>
                <c:pt idx="54435">
                  <c:v>61.98</c:v>
                </c:pt>
                <c:pt idx="54436">
                  <c:v>79.98</c:v>
                </c:pt>
                <c:pt idx="54437">
                  <c:v>20.55</c:v>
                </c:pt>
                <c:pt idx="54438">
                  <c:v>94.98</c:v>
                </c:pt>
                <c:pt idx="54439">
                  <c:v>260.87</c:v>
                </c:pt>
                <c:pt idx="54440">
                  <c:v>114.97</c:v>
                </c:pt>
                <c:pt idx="54441">
                  <c:v>79.97</c:v>
                </c:pt>
                <c:pt idx="54442">
                  <c:v>103.96</c:v>
                </c:pt>
                <c:pt idx="54443">
                  <c:v>213.96</c:v>
                </c:pt>
                <c:pt idx="54444">
                  <c:v>-355.01</c:v>
                </c:pt>
                <c:pt idx="54445">
                  <c:v>61.98</c:v>
                </c:pt>
                <c:pt idx="54446">
                  <c:v>30.12</c:v>
                </c:pt>
                <c:pt idx="54447">
                  <c:v>16.489999999999998</c:v>
                </c:pt>
                <c:pt idx="54448">
                  <c:v>59.99</c:v>
                </c:pt>
                <c:pt idx="54449">
                  <c:v>89.97</c:v>
                </c:pt>
                <c:pt idx="54450">
                  <c:v>91.96</c:v>
                </c:pt>
                <c:pt idx="54451">
                  <c:v>77.97</c:v>
                </c:pt>
                <c:pt idx="54452">
                  <c:v>51.98</c:v>
                </c:pt>
                <c:pt idx="54453">
                  <c:v>49.49</c:v>
                </c:pt>
                <c:pt idx="54454">
                  <c:v>83.98</c:v>
                </c:pt>
                <c:pt idx="54455">
                  <c:v>35.479999999999997</c:v>
                </c:pt>
                <c:pt idx="54456">
                  <c:v>127.95</c:v>
                </c:pt>
                <c:pt idx="54457">
                  <c:v>223.92</c:v>
                </c:pt>
                <c:pt idx="54458">
                  <c:v>599.34</c:v>
                </c:pt>
                <c:pt idx="54459">
                  <c:v>110.96</c:v>
                </c:pt>
                <c:pt idx="54460">
                  <c:v>61.98</c:v>
                </c:pt>
                <c:pt idx="54461">
                  <c:v>29.24</c:v>
                </c:pt>
                <c:pt idx="54462">
                  <c:v>47.98</c:v>
                </c:pt>
                <c:pt idx="54463">
                  <c:v>55.96</c:v>
                </c:pt>
                <c:pt idx="54464">
                  <c:v>62.97</c:v>
                </c:pt>
                <c:pt idx="54465">
                  <c:v>103.96</c:v>
                </c:pt>
                <c:pt idx="54466">
                  <c:v>31.89</c:v>
                </c:pt>
                <c:pt idx="54467">
                  <c:v>179.94</c:v>
                </c:pt>
                <c:pt idx="54468">
                  <c:v>61.98</c:v>
                </c:pt>
                <c:pt idx="54469">
                  <c:v>26.29</c:v>
                </c:pt>
                <c:pt idx="54470">
                  <c:v>106.97</c:v>
                </c:pt>
                <c:pt idx="54471">
                  <c:v>35.07</c:v>
                </c:pt>
                <c:pt idx="54472">
                  <c:v>51.29</c:v>
                </c:pt>
                <c:pt idx="54473">
                  <c:v>71.97</c:v>
                </c:pt>
                <c:pt idx="54474">
                  <c:v>69.98</c:v>
                </c:pt>
                <c:pt idx="54475">
                  <c:v>46.49</c:v>
                </c:pt>
                <c:pt idx="54476">
                  <c:v>41.48</c:v>
                </c:pt>
                <c:pt idx="54477">
                  <c:v>95.96</c:v>
                </c:pt>
                <c:pt idx="54478">
                  <c:v>61.98</c:v>
                </c:pt>
                <c:pt idx="54479">
                  <c:v>57.96</c:v>
                </c:pt>
                <c:pt idx="54480">
                  <c:v>72.53</c:v>
                </c:pt>
                <c:pt idx="54481">
                  <c:v>61.98</c:v>
                </c:pt>
                <c:pt idx="54482">
                  <c:v>65.319999999999993</c:v>
                </c:pt>
                <c:pt idx="54483">
                  <c:v>54.99</c:v>
                </c:pt>
                <c:pt idx="54484">
                  <c:v>56.97</c:v>
                </c:pt>
                <c:pt idx="54485">
                  <c:v>95.96</c:v>
                </c:pt>
                <c:pt idx="54486">
                  <c:v>55.98</c:v>
                </c:pt>
                <c:pt idx="54487">
                  <c:v>149.16999999999999</c:v>
                </c:pt>
                <c:pt idx="54488">
                  <c:v>51.98</c:v>
                </c:pt>
                <c:pt idx="54489">
                  <c:v>33.479999999999997</c:v>
                </c:pt>
                <c:pt idx="54490">
                  <c:v>73.97</c:v>
                </c:pt>
                <c:pt idx="54491">
                  <c:v>185.94</c:v>
                </c:pt>
                <c:pt idx="54492">
                  <c:v>54.99</c:v>
                </c:pt>
                <c:pt idx="54493">
                  <c:v>61.98</c:v>
                </c:pt>
                <c:pt idx="54494">
                  <c:v>142.16</c:v>
                </c:pt>
                <c:pt idx="54495">
                  <c:v>55.98</c:v>
                </c:pt>
                <c:pt idx="54496">
                  <c:v>79.98</c:v>
                </c:pt>
                <c:pt idx="54497">
                  <c:v>128.76</c:v>
                </c:pt>
                <c:pt idx="54498">
                  <c:v>49.59</c:v>
                </c:pt>
                <c:pt idx="54499">
                  <c:v>105.46</c:v>
                </c:pt>
                <c:pt idx="54500">
                  <c:v>103.98</c:v>
                </c:pt>
                <c:pt idx="54501">
                  <c:v>126.94</c:v>
                </c:pt>
                <c:pt idx="54502">
                  <c:v>53.15</c:v>
                </c:pt>
                <c:pt idx="54503">
                  <c:v>49.48</c:v>
                </c:pt>
                <c:pt idx="54504">
                  <c:v>87.98</c:v>
                </c:pt>
                <c:pt idx="54505">
                  <c:v>55.98</c:v>
                </c:pt>
                <c:pt idx="54506">
                  <c:v>123.96</c:v>
                </c:pt>
                <c:pt idx="54507">
                  <c:v>55.98</c:v>
                </c:pt>
                <c:pt idx="54508">
                  <c:v>111.96</c:v>
                </c:pt>
                <c:pt idx="54509">
                  <c:v>101.45</c:v>
                </c:pt>
                <c:pt idx="54510">
                  <c:v>29.49</c:v>
                </c:pt>
                <c:pt idx="54511">
                  <c:v>61.98</c:v>
                </c:pt>
                <c:pt idx="54512">
                  <c:v>103.98</c:v>
                </c:pt>
                <c:pt idx="54513">
                  <c:v>63.96</c:v>
                </c:pt>
                <c:pt idx="54514">
                  <c:v>49.99</c:v>
                </c:pt>
                <c:pt idx="54515">
                  <c:v>36.590000000000003</c:v>
                </c:pt>
                <c:pt idx="54516">
                  <c:v>49.08</c:v>
                </c:pt>
                <c:pt idx="54517">
                  <c:v>59.98</c:v>
                </c:pt>
                <c:pt idx="54518">
                  <c:v>35.49</c:v>
                </c:pt>
                <c:pt idx="54519">
                  <c:v>28.24</c:v>
                </c:pt>
                <c:pt idx="54520">
                  <c:v>73.98</c:v>
                </c:pt>
                <c:pt idx="54521">
                  <c:v>25.99</c:v>
                </c:pt>
                <c:pt idx="54522">
                  <c:v>84.97</c:v>
                </c:pt>
                <c:pt idx="54523">
                  <c:v>29.49</c:v>
                </c:pt>
                <c:pt idx="54524">
                  <c:v>239.94</c:v>
                </c:pt>
                <c:pt idx="54525">
                  <c:v>55.98</c:v>
                </c:pt>
                <c:pt idx="54526">
                  <c:v>3.99</c:v>
                </c:pt>
                <c:pt idx="54527">
                  <c:v>63.47</c:v>
                </c:pt>
                <c:pt idx="54528">
                  <c:v>83.97</c:v>
                </c:pt>
                <c:pt idx="54529">
                  <c:v>79.849999999999994</c:v>
                </c:pt>
                <c:pt idx="54530">
                  <c:v>61.98</c:v>
                </c:pt>
                <c:pt idx="54531">
                  <c:v>71.97</c:v>
                </c:pt>
                <c:pt idx="54532">
                  <c:v>84.99</c:v>
                </c:pt>
                <c:pt idx="54533">
                  <c:v>93.96</c:v>
                </c:pt>
                <c:pt idx="54534">
                  <c:v>28.49</c:v>
                </c:pt>
                <c:pt idx="54535">
                  <c:v>58.14</c:v>
                </c:pt>
                <c:pt idx="54536">
                  <c:v>239.9</c:v>
                </c:pt>
                <c:pt idx="54537">
                  <c:v>206.86</c:v>
                </c:pt>
                <c:pt idx="54538">
                  <c:v>55.98</c:v>
                </c:pt>
                <c:pt idx="54539">
                  <c:v>103.96</c:v>
                </c:pt>
                <c:pt idx="54540">
                  <c:v>92.97</c:v>
                </c:pt>
                <c:pt idx="54541">
                  <c:v>30.24</c:v>
                </c:pt>
                <c:pt idx="54542">
                  <c:v>55.98</c:v>
                </c:pt>
                <c:pt idx="54543">
                  <c:v>171.94</c:v>
                </c:pt>
                <c:pt idx="54544">
                  <c:v>33.479999999999997</c:v>
                </c:pt>
                <c:pt idx="54545">
                  <c:v>51.98</c:v>
                </c:pt>
                <c:pt idx="54546">
                  <c:v>7.95</c:v>
                </c:pt>
                <c:pt idx="54547">
                  <c:v>169.98</c:v>
                </c:pt>
                <c:pt idx="54548">
                  <c:v>50.38</c:v>
                </c:pt>
                <c:pt idx="54549">
                  <c:v>49.28</c:v>
                </c:pt>
                <c:pt idx="54550">
                  <c:v>61.98</c:v>
                </c:pt>
                <c:pt idx="54551">
                  <c:v>63.96</c:v>
                </c:pt>
                <c:pt idx="54552">
                  <c:v>75.569999999999993</c:v>
                </c:pt>
                <c:pt idx="54553">
                  <c:v>86.47</c:v>
                </c:pt>
                <c:pt idx="54554">
                  <c:v>223.92</c:v>
                </c:pt>
                <c:pt idx="54555">
                  <c:v>14.48</c:v>
                </c:pt>
                <c:pt idx="54556">
                  <c:v>80.069999999999993</c:v>
                </c:pt>
                <c:pt idx="54557">
                  <c:v>99.99</c:v>
                </c:pt>
                <c:pt idx="54558">
                  <c:v>46.49</c:v>
                </c:pt>
                <c:pt idx="54559">
                  <c:v>21.09</c:v>
                </c:pt>
                <c:pt idx="54560">
                  <c:v>62.97</c:v>
                </c:pt>
                <c:pt idx="54561">
                  <c:v>55.98</c:v>
                </c:pt>
                <c:pt idx="54562">
                  <c:v>12.29</c:v>
                </c:pt>
                <c:pt idx="54563">
                  <c:v>479.93</c:v>
                </c:pt>
                <c:pt idx="54564">
                  <c:v>10.83</c:v>
                </c:pt>
                <c:pt idx="54565">
                  <c:v>162.94999999999999</c:v>
                </c:pt>
                <c:pt idx="54566">
                  <c:v>106.97</c:v>
                </c:pt>
                <c:pt idx="54567">
                  <c:v>131.97999999999999</c:v>
                </c:pt>
                <c:pt idx="54568">
                  <c:v>74.98</c:v>
                </c:pt>
                <c:pt idx="54569">
                  <c:v>179.91</c:v>
                </c:pt>
                <c:pt idx="54570">
                  <c:v>73.98</c:v>
                </c:pt>
                <c:pt idx="54571">
                  <c:v>54.99</c:v>
                </c:pt>
                <c:pt idx="54572">
                  <c:v>65.989999999999995</c:v>
                </c:pt>
                <c:pt idx="54573">
                  <c:v>95.96</c:v>
                </c:pt>
                <c:pt idx="54574">
                  <c:v>57.98</c:v>
                </c:pt>
                <c:pt idx="54575">
                  <c:v>41.29</c:v>
                </c:pt>
                <c:pt idx="54576">
                  <c:v>-25.68</c:v>
                </c:pt>
                <c:pt idx="54577">
                  <c:v>83.48</c:v>
                </c:pt>
                <c:pt idx="54578">
                  <c:v>68.48</c:v>
                </c:pt>
                <c:pt idx="54579">
                  <c:v>53.98</c:v>
                </c:pt>
                <c:pt idx="54580">
                  <c:v>55.98</c:v>
                </c:pt>
                <c:pt idx="54581">
                  <c:v>68.98</c:v>
                </c:pt>
                <c:pt idx="54582">
                  <c:v>118.78</c:v>
                </c:pt>
                <c:pt idx="54583">
                  <c:v>83.96</c:v>
                </c:pt>
                <c:pt idx="54584">
                  <c:v>131.94999999999999</c:v>
                </c:pt>
                <c:pt idx="54585">
                  <c:v>53.98</c:v>
                </c:pt>
                <c:pt idx="54586">
                  <c:v>55.98</c:v>
                </c:pt>
                <c:pt idx="54587">
                  <c:v>65.989999999999995</c:v>
                </c:pt>
                <c:pt idx="54588">
                  <c:v>-51.98</c:v>
                </c:pt>
                <c:pt idx="54589">
                  <c:v>53.98</c:v>
                </c:pt>
                <c:pt idx="54590">
                  <c:v>82.8</c:v>
                </c:pt>
                <c:pt idx="54591">
                  <c:v>79.97</c:v>
                </c:pt>
                <c:pt idx="54592">
                  <c:v>87.47</c:v>
                </c:pt>
                <c:pt idx="54593">
                  <c:v>46.29</c:v>
                </c:pt>
                <c:pt idx="54594">
                  <c:v>129.97999999999999</c:v>
                </c:pt>
                <c:pt idx="54595">
                  <c:v>79.95</c:v>
                </c:pt>
                <c:pt idx="54596">
                  <c:v>59.97</c:v>
                </c:pt>
                <c:pt idx="54597">
                  <c:v>52.96</c:v>
                </c:pt>
                <c:pt idx="54598">
                  <c:v>79.98</c:v>
                </c:pt>
                <c:pt idx="54599">
                  <c:v>59.38</c:v>
                </c:pt>
                <c:pt idx="54600">
                  <c:v>65.989999999999995</c:v>
                </c:pt>
                <c:pt idx="54601">
                  <c:v>179.88</c:v>
                </c:pt>
                <c:pt idx="54602">
                  <c:v>20.28</c:v>
                </c:pt>
                <c:pt idx="54603">
                  <c:v>111.96</c:v>
                </c:pt>
                <c:pt idx="54604">
                  <c:v>14.48</c:v>
                </c:pt>
                <c:pt idx="54605">
                  <c:v>149.94999999999999</c:v>
                </c:pt>
                <c:pt idx="54606">
                  <c:v>149.94999999999999</c:v>
                </c:pt>
                <c:pt idx="54607">
                  <c:v>39.479999999999997</c:v>
                </c:pt>
                <c:pt idx="54608">
                  <c:v>49.59</c:v>
                </c:pt>
                <c:pt idx="54609">
                  <c:v>239.92</c:v>
                </c:pt>
                <c:pt idx="54610">
                  <c:v>51.98</c:v>
                </c:pt>
                <c:pt idx="54611">
                  <c:v>65.98</c:v>
                </c:pt>
                <c:pt idx="54612">
                  <c:v>51.98</c:v>
                </c:pt>
                <c:pt idx="54613">
                  <c:v>24.18</c:v>
                </c:pt>
                <c:pt idx="54614">
                  <c:v>56.58</c:v>
                </c:pt>
                <c:pt idx="54615">
                  <c:v>60.58</c:v>
                </c:pt>
                <c:pt idx="54616">
                  <c:v>121.94</c:v>
                </c:pt>
                <c:pt idx="54617">
                  <c:v>21.29</c:v>
                </c:pt>
                <c:pt idx="54618">
                  <c:v>59.98</c:v>
                </c:pt>
                <c:pt idx="54619">
                  <c:v>67.709999999999994</c:v>
                </c:pt>
                <c:pt idx="54620">
                  <c:v>51.98</c:v>
                </c:pt>
                <c:pt idx="54621">
                  <c:v>111.96</c:v>
                </c:pt>
                <c:pt idx="54622">
                  <c:v>56.98</c:v>
                </c:pt>
                <c:pt idx="54623">
                  <c:v>159.97999999999999</c:v>
                </c:pt>
                <c:pt idx="54624">
                  <c:v>288.97000000000003</c:v>
                </c:pt>
                <c:pt idx="54625">
                  <c:v>64.97</c:v>
                </c:pt>
                <c:pt idx="54626">
                  <c:v>75.849999999999994</c:v>
                </c:pt>
                <c:pt idx="54627">
                  <c:v>44.98</c:v>
                </c:pt>
                <c:pt idx="54628">
                  <c:v>55.98</c:v>
                </c:pt>
                <c:pt idx="54629">
                  <c:v>55.98</c:v>
                </c:pt>
                <c:pt idx="54630">
                  <c:v>90.93</c:v>
                </c:pt>
                <c:pt idx="54631">
                  <c:v>54.99</c:v>
                </c:pt>
                <c:pt idx="54632">
                  <c:v>15.99</c:v>
                </c:pt>
                <c:pt idx="54633">
                  <c:v>119.96</c:v>
                </c:pt>
                <c:pt idx="54634">
                  <c:v>83.98</c:v>
                </c:pt>
                <c:pt idx="54635">
                  <c:v>69.83</c:v>
                </c:pt>
                <c:pt idx="54636">
                  <c:v>56.95</c:v>
                </c:pt>
                <c:pt idx="54637">
                  <c:v>89.94</c:v>
                </c:pt>
                <c:pt idx="54638">
                  <c:v>127.98</c:v>
                </c:pt>
                <c:pt idx="54639">
                  <c:v>92.97</c:v>
                </c:pt>
                <c:pt idx="54640">
                  <c:v>155.97</c:v>
                </c:pt>
                <c:pt idx="54641">
                  <c:v>281.83</c:v>
                </c:pt>
                <c:pt idx="54642">
                  <c:v>29.28</c:v>
                </c:pt>
                <c:pt idx="54643">
                  <c:v>175.44</c:v>
                </c:pt>
                <c:pt idx="54644">
                  <c:v>179.94</c:v>
                </c:pt>
                <c:pt idx="54645">
                  <c:v>11.49</c:v>
                </c:pt>
                <c:pt idx="54646">
                  <c:v>91.47</c:v>
                </c:pt>
                <c:pt idx="54647">
                  <c:v>49.97</c:v>
                </c:pt>
                <c:pt idx="54648">
                  <c:v>113.96</c:v>
                </c:pt>
                <c:pt idx="54649">
                  <c:v>49.59</c:v>
                </c:pt>
                <c:pt idx="54650">
                  <c:v>87.08</c:v>
                </c:pt>
                <c:pt idx="54651">
                  <c:v>152.05000000000001</c:v>
                </c:pt>
                <c:pt idx="54652">
                  <c:v>129.97999999999999</c:v>
                </c:pt>
                <c:pt idx="54653">
                  <c:v>79.98</c:v>
                </c:pt>
                <c:pt idx="54654">
                  <c:v>85.97</c:v>
                </c:pt>
                <c:pt idx="54655">
                  <c:v>51.98</c:v>
                </c:pt>
                <c:pt idx="54656">
                  <c:v>-56.98</c:v>
                </c:pt>
                <c:pt idx="54657">
                  <c:v>50.12</c:v>
                </c:pt>
                <c:pt idx="54658">
                  <c:v>53.98</c:v>
                </c:pt>
                <c:pt idx="54659">
                  <c:v>-60.58</c:v>
                </c:pt>
                <c:pt idx="54660">
                  <c:v>-67.78</c:v>
                </c:pt>
                <c:pt idx="54661">
                  <c:v>29.49</c:v>
                </c:pt>
                <c:pt idx="54662">
                  <c:v>55.98</c:v>
                </c:pt>
                <c:pt idx="54663">
                  <c:v>97.98</c:v>
                </c:pt>
                <c:pt idx="54664">
                  <c:v>54.89</c:v>
                </c:pt>
                <c:pt idx="54665">
                  <c:v>105.97</c:v>
                </c:pt>
                <c:pt idx="54666">
                  <c:v>89.97</c:v>
                </c:pt>
                <c:pt idx="54667">
                  <c:v>129.94999999999999</c:v>
                </c:pt>
                <c:pt idx="54668">
                  <c:v>61.67</c:v>
                </c:pt>
                <c:pt idx="54669">
                  <c:v>143.94999999999999</c:v>
                </c:pt>
                <c:pt idx="54670">
                  <c:v>86.29</c:v>
                </c:pt>
                <c:pt idx="54671">
                  <c:v>78.97</c:v>
                </c:pt>
                <c:pt idx="54672">
                  <c:v>53.98</c:v>
                </c:pt>
                <c:pt idx="54673">
                  <c:v>155.94</c:v>
                </c:pt>
                <c:pt idx="54674">
                  <c:v>59.98</c:v>
                </c:pt>
                <c:pt idx="54675">
                  <c:v>139.96</c:v>
                </c:pt>
                <c:pt idx="54676">
                  <c:v>71.959999999999994</c:v>
                </c:pt>
                <c:pt idx="54677">
                  <c:v>94.98</c:v>
                </c:pt>
                <c:pt idx="54678">
                  <c:v>46.92</c:v>
                </c:pt>
                <c:pt idx="54679">
                  <c:v>119.96</c:v>
                </c:pt>
                <c:pt idx="54680">
                  <c:v>48.48</c:v>
                </c:pt>
                <c:pt idx="54681">
                  <c:v>111.96</c:v>
                </c:pt>
                <c:pt idx="54682">
                  <c:v>49.99</c:v>
                </c:pt>
                <c:pt idx="54683">
                  <c:v>129.94999999999999</c:v>
                </c:pt>
                <c:pt idx="54684">
                  <c:v>99.97</c:v>
                </c:pt>
                <c:pt idx="54685">
                  <c:v>84.99</c:v>
                </c:pt>
                <c:pt idx="54686">
                  <c:v>108.97</c:v>
                </c:pt>
                <c:pt idx="54687">
                  <c:v>169.44</c:v>
                </c:pt>
                <c:pt idx="54688">
                  <c:v>143.94</c:v>
                </c:pt>
                <c:pt idx="54689">
                  <c:v>83.33</c:v>
                </c:pt>
                <c:pt idx="54690">
                  <c:v>141.46</c:v>
                </c:pt>
                <c:pt idx="54691">
                  <c:v>53.97</c:v>
                </c:pt>
                <c:pt idx="54692">
                  <c:v>55.98</c:v>
                </c:pt>
                <c:pt idx="54693">
                  <c:v>31.48</c:v>
                </c:pt>
                <c:pt idx="54694">
                  <c:v>99.95</c:v>
                </c:pt>
                <c:pt idx="54695">
                  <c:v>65.989999999999995</c:v>
                </c:pt>
                <c:pt idx="54696">
                  <c:v>38.020000000000003</c:v>
                </c:pt>
                <c:pt idx="54697">
                  <c:v>7.44</c:v>
                </c:pt>
                <c:pt idx="54698">
                  <c:v>59.97</c:v>
                </c:pt>
                <c:pt idx="54699">
                  <c:v>155.97</c:v>
                </c:pt>
                <c:pt idx="54700">
                  <c:v>181.93</c:v>
                </c:pt>
                <c:pt idx="54701">
                  <c:v>49.99</c:v>
                </c:pt>
                <c:pt idx="54702">
                  <c:v>21.24</c:v>
                </c:pt>
                <c:pt idx="54703">
                  <c:v>53.08</c:v>
                </c:pt>
                <c:pt idx="54704">
                  <c:v>51.98</c:v>
                </c:pt>
                <c:pt idx="54705">
                  <c:v>282.39999999999998</c:v>
                </c:pt>
                <c:pt idx="54706">
                  <c:v>11.29</c:v>
                </c:pt>
                <c:pt idx="54707">
                  <c:v>84.97</c:v>
                </c:pt>
                <c:pt idx="54708">
                  <c:v>94.47</c:v>
                </c:pt>
                <c:pt idx="54709">
                  <c:v>99.99</c:v>
                </c:pt>
                <c:pt idx="54710">
                  <c:v>59.97</c:v>
                </c:pt>
                <c:pt idx="54711">
                  <c:v>61.98</c:v>
                </c:pt>
                <c:pt idx="54712">
                  <c:v>51.98</c:v>
                </c:pt>
                <c:pt idx="54713">
                  <c:v>74.98</c:v>
                </c:pt>
                <c:pt idx="54714">
                  <c:v>51.29</c:v>
                </c:pt>
                <c:pt idx="54715">
                  <c:v>61.98</c:v>
                </c:pt>
                <c:pt idx="54716">
                  <c:v>60.45</c:v>
                </c:pt>
                <c:pt idx="54717">
                  <c:v>123.96</c:v>
                </c:pt>
                <c:pt idx="54718">
                  <c:v>109.97</c:v>
                </c:pt>
                <c:pt idx="54719">
                  <c:v>31.48</c:v>
                </c:pt>
                <c:pt idx="54720">
                  <c:v>47.63</c:v>
                </c:pt>
                <c:pt idx="54721">
                  <c:v>111.16</c:v>
                </c:pt>
                <c:pt idx="54722">
                  <c:v>90.73</c:v>
                </c:pt>
                <c:pt idx="54723">
                  <c:v>89.95</c:v>
                </c:pt>
                <c:pt idx="54724">
                  <c:v>83.97</c:v>
                </c:pt>
                <c:pt idx="54725">
                  <c:v>99.96</c:v>
                </c:pt>
                <c:pt idx="54726">
                  <c:v>54.99</c:v>
                </c:pt>
                <c:pt idx="54727">
                  <c:v>59.99</c:v>
                </c:pt>
                <c:pt idx="54728">
                  <c:v>21.29</c:v>
                </c:pt>
                <c:pt idx="54729">
                  <c:v>68.319999999999993</c:v>
                </c:pt>
                <c:pt idx="54730">
                  <c:v>300.89999999999998</c:v>
                </c:pt>
                <c:pt idx="54731">
                  <c:v>183.86</c:v>
                </c:pt>
                <c:pt idx="54732">
                  <c:v>80.930000000000007</c:v>
                </c:pt>
                <c:pt idx="54733">
                  <c:v>119.96</c:v>
                </c:pt>
                <c:pt idx="54734">
                  <c:v>479.91</c:v>
                </c:pt>
                <c:pt idx="54735">
                  <c:v>55.98</c:v>
                </c:pt>
                <c:pt idx="54736">
                  <c:v>69.989999999999995</c:v>
                </c:pt>
                <c:pt idx="54737">
                  <c:v>44.99</c:v>
                </c:pt>
                <c:pt idx="54738">
                  <c:v>91.94</c:v>
                </c:pt>
                <c:pt idx="54739">
                  <c:v>141.96</c:v>
                </c:pt>
                <c:pt idx="54740">
                  <c:v>68.48</c:v>
                </c:pt>
                <c:pt idx="54741">
                  <c:v>51.98</c:v>
                </c:pt>
                <c:pt idx="54742">
                  <c:v>133.96</c:v>
                </c:pt>
                <c:pt idx="54743">
                  <c:v>51.98</c:v>
                </c:pt>
                <c:pt idx="54744">
                  <c:v>84.99</c:v>
                </c:pt>
                <c:pt idx="54745">
                  <c:v>111.96</c:v>
                </c:pt>
                <c:pt idx="54746">
                  <c:v>207.92</c:v>
                </c:pt>
                <c:pt idx="54747">
                  <c:v>55.98</c:v>
                </c:pt>
                <c:pt idx="54748">
                  <c:v>36.479999999999997</c:v>
                </c:pt>
                <c:pt idx="54749">
                  <c:v>51.98</c:v>
                </c:pt>
                <c:pt idx="54750">
                  <c:v>41.48</c:v>
                </c:pt>
                <c:pt idx="54751">
                  <c:v>61.17</c:v>
                </c:pt>
                <c:pt idx="54752">
                  <c:v>37.49</c:v>
                </c:pt>
                <c:pt idx="54753">
                  <c:v>120.96</c:v>
                </c:pt>
                <c:pt idx="54754">
                  <c:v>119.97</c:v>
                </c:pt>
                <c:pt idx="54755">
                  <c:v>56.97</c:v>
                </c:pt>
                <c:pt idx="54756">
                  <c:v>46.29</c:v>
                </c:pt>
                <c:pt idx="54757">
                  <c:v>215.88</c:v>
                </c:pt>
                <c:pt idx="54758">
                  <c:v>31.48</c:v>
                </c:pt>
                <c:pt idx="54759">
                  <c:v>48.48</c:v>
                </c:pt>
                <c:pt idx="54760">
                  <c:v>55.98</c:v>
                </c:pt>
                <c:pt idx="54761">
                  <c:v>55.98</c:v>
                </c:pt>
                <c:pt idx="54762">
                  <c:v>73.959999999999994</c:v>
                </c:pt>
                <c:pt idx="54763">
                  <c:v>59.96</c:v>
                </c:pt>
                <c:pt idx="54764">
                  <c:v>54.99</c:v>
                </c:pt>
                <c:pt idx="54765">
                  <c:v>54.99</c:v>
                </c:pt>
                <c:pt idx="54766">
                  <c:v>31.48</c:v>
                </c:pt>
                <c:pt idx="54767">
                  <c:v>29.49</c:v>
                </c:pt>
                <c:pt idx="54768">
                  <c:v>149.9</c:v>
                </c:pt>
                <c:pt idx="54769">
                  <c:v>52.98</c:v>
                </c:pt>
                <c:pt idx="54770">
                  <c:v>55.98</c:v>
                </c:pt>
                <c:pt idx="54771">
                  <c:v>44.49</c:v>
                </c:pt>
                <c:pt idx="54772">
                  <c:v>139.94999999999999</c:v>
                </c:pt>
                <c:pt idx="54773">
                  <c:v>161.97</c:v>
                </c:pt>
                <c:pt idx="54774">
                  <c:v>228.87</c:v>
                </c:pt>
                <c:pt idx="54775">
                  <c:v>58.48</c:v>
                </c:pt>
                <c:pt idx="54776">
                  <c:v>36.49</c:v>
                </c:pt>
                <c:pt idx="54777">
                  <c:v>169.92</c:v>
                </c:pt>
                <c:pt idx="54778">
                  <c:v>37.28</c:v>
                </c:pt>
                <c:pt idx="54779">
                  <c:v>10.89</c:v>
                </c:pt>
                <c:pt idx="54780">
                  <c:v>83.97</c:v>
                </c:pt>
                <c:pt idx="54781">
                  <c:v>27.84</c:v>
                </c:pt>
                <c:pt idx="54782">
                  <c:v>83.47</c:v>
                </c:pt>
                <c:pt idx="54783">
                  <c:v>45.47</c:v>
                </c:pt>
                <c:pt idx="54784">
                  <c:v>131.83000000000001</c:v>
                </c:pt>
                <c:pt idx="54785">
                  <c:v>55.98</c:v>
                </c:pt>
                <c:pt idx="54786">
                  <c:v>89.97</c:v>
                </c:pt>
                <c:pt idx="54787">
                  <c:v>115.98</c:v>
                </c:pt>
                <c:pt idx="54788">
                  <c:v>52.98</c:v>
                </c:pt>
                <c:pt idx="54789">
                  <c:v>54.99</c:v>
                </c:pt>
                <c:pt idx="54790">
                  <c:v>59.98</c:v>
                </c:pt>
                <c:pt idx="54791">
                  <c:v>130.94</c:v>
                </c:pt>
                <c:pt idx="54792">
                  <c:v>59.96</c:v>
                </c:pt>
                <c:pt idx="54793">
                  <c:v>24.49</c:v>
                </c:pt>
                <c:pt idx="54794">
                  <c:v>55.98</c:v>
                </c:pt>
                <c:pt idx="54795">
                  <c:v>65.319999999999993</c:v>
                </c:pt>
                <c:pt idx="54796">
                  <c:v>67.459999999999994</c:v>
                </c:pt>
                <c:pt idx="54797">
                  <c:v>62.69</c:v>
                </c:pt>
                <c:pt idx="54798">
                  <c:v>67.39</c:v>
                </c:pt>
                <c:pt idx="54799">
                  <c:v>169.94</c:v>
                </c:pt>
                <c:pt idx="54800">
                  <c:v>31.48</c:v>
                </c:pt>
                <c:pt idx="54801">
                  <c:v>119.96</c:v>
                </c:pt>
                <c:pt idx="54802">
                  <c:v>74.98</c:v>
                </c:pt>
                <c:pt idx="54803">
                  <c:v>39.28</c:v>
                </c:pt>
                <c:pt idx="54804">
                  <c:v>208.08</c:v>
                </c:pt>
                <c:pt idx="54805">
                  <c:v>32.49</c:v>
                </c:pt>
                <c:pt idx="54806">
                  <c:v>111.96</c:v>
                </c:pt>
                <c:pt idx="54807">
                  <c:v>55.98</c:v>
                </c:pt>
                <c:pt idx="54808">
                  <c:v>56.09</c:v>
                </c:pt>
                <c:pt idx="54809">
                  <c:v>20.49</c:v>
                </c:pt>
                <c:pt idx="54810">
                  <c:v>179.94</c:v>
                </c:pt>
                <c:pt idx="54811">
                  <c:v>54.98</c:v>
                </c:pt>
                <c:pt idx="54812">
                  <c:v>55.98</c:v>
                </c:pt>
                <c:pt idx="54813">
                  <c:v>58.98</c:v>
                </c:pt>
                <c:pt idx="54814">
                  <c:v>52.98</c:v>
                </c:pt>
                <c:pt idx="54815">
                  <c:v>84.98</c:v>
                </c:pt>
                <c:pt idx="54816">
                  <c:v>32.630000000000003</c:v>
                </c:pt>
                <c:pt idx="54817">
                  <c:v>75.959999999999994</c:v>
                </c:pt>
                <c:pt idx="54818">
                  <c:v>56.97</c:v>
                </c:pt>
                <c:pt idx="54819">
                  <c:v>29.49</c:v>
                </c:pt>
                <c:pt idx="54820">
                  <c:v>20.49</c:v>
                </c:pt>
                <c:pt idx="54821">
                  <c:v>57</c:v>
                </c:pt>
                <c:pt idx="54822">
                  <c:v>89.98</c:v>
                </c:pt>
                <c:pt idx="54823">
                  <c:v>106.97</c:v>
                </c:pt>
                <c:pt idx="54824">
                  <c:v>55.97</c:v>
                </c:pt>
                <c:pt idx="54825">
                  <c:v>107.96</c:v>
                </c:pt>
                <c:pt idx="54826">
                  <c:v>16.29</c:v>
                </c:pt>
                <c:pt idx="54827">
                  <c:v>84.99</c:v>
                </c:pt>
                <c:pt idx="54828">
                  <c:v>77.97</c:v>
                </c:pt>
                <c:pt idx="54829">
                  <c:v>197.97</c:v>
                </c:pt>
                <c:pt idx="54830">
                  <c:v>120.96</c:v>
                </c:pt>
                <c:pt idx="54831">
                  <c:v>117.95</c:v>
                </c:pt>
                <c:pt idx="54832">
                  <c:v>131.97999999999999</c:v>
                </c:pt>
                <c:pt idx="54833">
                  <c:v>131.96</c:v>
                </c:pt>
                <c:pt idx="54834">
                  <c:v>55.98</c:v>
                </c:pt>
                <c:pt idx="54835">
                  <c:v>86.97</c:v>
                </c:pt>
                <c:pt idx="54836">
                  <c:v>43.49</c:v>
                </c:pt>
                <c:pt idx="54837">
                  <c:v>172.45</c:v>
                </c:pt>
                <c:pt idx="54838">
                  <c:v>58.98</c:v>
                </c:pt>
                <c:pt idx="54839">
                  <c:v>47.48</c:v>
                </c:pt>
                <c:pt idx="54840">
                  <c:v>106.97</c:v>
                </c:pt>
                <c:pt idx="54841">
                  <c:v>96.76</c:v>
                </c:pt>
                <c:pt idx="54842">
                  <c:v>330.95</c:v>
                </c:pt>
                <c:pt idx="54843">
                  <c:v>60.97</c:v>
                </c:pt>
                <c:pt idx="54844">
                  <c:v>61.98</c:v>
                </c:pt>
                <c:pt idx="54845">
                  <c:v>59.96</c:v>
                </c:pt>
                <c:pt idx="54846">
                  <c:v>61.98</c:v>
                </c:pt>
                <c:pt idx="54847">
                  <c:v>41.49</c:v>
                </c:pt>
                <c:pt idx="54848">
                  <c:v>51.98</c:v>
                </c:pt>
                <c:pt idx="54849">
                  <c:v>61.98</c:v>
                </c:pt>
                <c:pt idx="54850">
                  <c:v>112.49</c:v>
                </c:pt>
                <c:pt idx="54851">
                  <c:v>84.98</c:v>
                </c:pt>
                <c:pt idx="54852">
                  <c:v>79.97</c:v>
                </c:pt>
                <c:pt idx="54853">
                  <c:v>61.98</c:v>
                </c:pt>
                <c:pt idx="54854">
                  <c:v>61.98</c:v>
                </c:pt>
                <c:pt idx="54855">
                  <c:v>92.97</c:v>
                </c:pt>
                <c:pt idx="54856">
                  <c:v>24.49</c:v>
                </c:pt>
                <c:pt idx="54857">
                  <c:v>11.49</c:v>
                </c:pt>
                <c:pt idx="54858">
                  <c:v>83.48</c:v>
                </c:pt>
                <c:pt idx="54859">
                  <c:v>103.96</c:v>
                </c:pt>
                <c:pt idx="54860">
                  <c:v>71.97</c:v>
                </c:pt>
                <c:pt idx="54861">
                  <c:v>68.959999999999994</c:v>
                </c:pt>
                <c:pt idx="54862">
                  <c:v>79.849999999999994</c:v>
                </c:pt>
                <c:pt idx="54863">
                  <c:v>95.96</c:v>
                </c:pt>
                <c:pt idx="54864">
                  <c:v>176.73</c:v>
                </c:pt>
                <c:pt idx="54865">
                  <c:v>24.49</c:v>
                </c:pt>
                <c:pt idx="54866">
                  <c:v>61.69</c:v>
                </c:pt>
                <c:pt idx="54867">
                  <c:v>44.99</c:v>
                </c:pt>
                <c:pt idx="54868">
                  <c:v>-63.97</c:v>
                </c:pt>
                <c:pt idx="54869">
                  <c:v>78.59</c:v>
                </c:pt>
                <c:pt idx="54870">
                  <c:v>51.29</c:v>
                </c:pt>
                <c:pt idx="54871">
                  <c:v>75.87</c:v>
                </c:pt>
                <c:pt idx="54872">
                  <c:v>109.78</c:v>
                </c:pt>
                <c:pt idx="54873">
                  <c:v>92.97</c:v>
                </c:pt>
                <c:pt idx="54874">
                  <c:v>61.98</c:v>
                </c:pt>
                <c:pt idx="54875">
                  <c:v>32.49</c:v>
                </c:pt>
                <c:pt idx="54876">
                  <c:v>155.94</c:v>
                </c:pt>
                <c:pt idx="54877">
                  <c:v>59.96</c:v>
                </c:pt>
                <c:pt idx="54878">
                  <c:v>114.89</c:v>
                </c:pt>
                <c:pt idx="54879">
                  <c:v>83.97</c:v>
                </c:pt>
                <c:pt idx="54880">
                  <c:v>46.29</c:v>
                </c:pt>
                <c:pt idx="54881">
                  <c:v>84.99</c:v>
                </c:pt>
                <c:pt idx="54882">
                  <c:v>101.95</c:v>
                </c:pt>
                <c:pt idx="54883">
                  <c:v>55.98</c:v>
                </c:pt>
                <c:pt idx="54884">
                  <c:v>56.97</c:v>
                </c:pt>
                <c:pt idx="54885">
                  <c:v>71.97</c:v>
                </c:pt>
                <c:pt idx="54886">
                  <c:v>119.96</c:v>
                </c:pt>
                <c:pt idx="54887">
                  <c:v>84.98</c:v>
                </c:pt>
                <c:pt idx="54888">
                  <c:v>55.96</c:v>
                </c:pt>
                <c:pt idx="54889">
                  <c:v>71.19</c:v>
                </c:pt>
                <c:pt idx="54890">
                  <c:v>27.49</c:v>
                </c:pt>
                <c:pt idx="54891">
                  <c:v>19.27</c:v>
                </c:pt>
                <c:pt idx="54892">
                  <c:v>84.97</c:v>
                </c:pt>
                <c:pt idx="54893">
                  <c:v>11.49</c:v>
                </c:pt>
                <c:pt idx="54894">
                  <c:v>79.989999999999995</c:v>
                </c:pt>
                <c:pt idx="54895">
                  <c:v>83.48</c:v>
                </c:pt>
                <c:pt idx="54896">
                  <c:v>54.98</c:v>
                </c:pt>
                <c:pt idx="54897">
                  <c:v>159.96</c:v>
                </c:pt>
                <c:pt idx="54898">
                  <c:v>32.49</c:v>
                </c:pt>
                <c:pt idx="54899">
                  <c:v>83.96</c:v>
                </c:pt>
                <c:pt idx="54900">
                  <c:v>50.97</c:v>
                </c:pt>
                <c:pt idx="54901">
                  <c:v>61.48</c:v>
                </c:pt>
                <c:pt idx="54902">
                  <c:v>43.49</c:v>
                </c:pt>
                <c:pt idx="54903">
                  <c:v>63.97</c:v>
                </c:pt>
                <c:pt idx="54904">
                  <c:v>50</c:v>
                </c:pt>
                <c:pt idx="54905">
                  <c:v>73.48</c:v>
                </c:pt>
                <c:pt idx="54906">
                  <c:v>124.06</c:v>
                </c:pt>
                <c:pt idx="54907">
                  <c:v>60.97</c:v>
                </c:pt>
                <c:pt idx="54908">
                  <c:v>69.98</c:v>
                </c:pt>
                <c:pt idx="54909">
                  <c:v>251.5</c:v>
                </c:pt>
                <c:pt idx="54910">
                  <c:v>63.96</c:v>
                </c:pt>
                <c:pt idx="54911">
                  <c:v>143.94</c:v>
                </c:pt>
                <c:pt idx="54912">
                  <c:v>65.540000000000006</c:v>
                </c:pt>
                <c:pt idx="54913">
                  <c:v>68.97</c:v>
                </c:pt>
                <c:pt idx="54914">
                  <c:v>53.98</c:v>
                </c:pt>
                <c:pt idx="54915">
                  <c:v>92.97</c:v>
                </c:pt>
                <c:pt idx="54916">
                  <c:v>105.37</c:v>
                </c:pt>
                <c:pt idx="54917">
                  <c:v>58.97</c:v>
                </c:pt>
                <c:pt idx="54918">
                  <c:v>56.4</c:v>
                </c:pt>
                <c:pt idx="54919">
                  <c:v>55.39</c:v>
                </c:pt>
                <c:pt idx="54920">
                  <c:v>86.32</c:v>
                </c:pt>
                <c:pt idx="54921">
                  <c:v>25.99</c:v>
                </c:pt>
                <c:pt idx="54922">
                  <c:v>123.96</c:v>
                </c:pt>
                <c:pt idx="54923">
                  <c:v>55.98</c:v>
                </c:pt>
                <c:pt idx="54924">
                  <c:v>59.98</c:v>
                </c:pt>
                <c:pt idx="54925">
                  <c:v>71.97</c:v>
                </c:pt>
                <c:pt idx="54926">
                  <c:v>54.89</c:v>
                </c:pt>
                <c:pt idx="54927">
                  <c:v>53.97</c:v>
                </c:pt>
                <c:pt idx="54928">
                  <c:v>79.98</c:v>
                </c:pt>
                <c:pt idx="54929">
                  <c:v>169.98</c:v>
                </c:pt>
                <c:pt idx="54930">
                  <c:v>49.48</c:v>
                </c:pt>
                <c:pt idx="54931">
                  <c:v>239.92</c:v>
                </c:pt>
                <c:pt idx="54932">
                  <c:v>97.08</c:v>
                </c:pt>
                <c:pt idx="54933">
                  <c:v>50.94</c:v>
                </c:pt>
                <c:pt idx="54934">
                  <c:v>89.97</c:v>
                </c:pt>
                <c:pt idx="54935">
                  <c:v>-25.29</c:v>
                </c:pt>
                <c:pt idx="54936">
                  <c:v>44.99</c:v>
                </c:pt>
                <c:pt idx="54937">
                  <c:v>119.97</c:v>
                </c:pt>
                <c:pt idx="54938">
                  <c:v>101.97</c:v>
                </c:pt>
                <c:pt idx="54939">
                  <c:v>55.96</c:v>
                </c:pt>
                <c:pt idx="54940">
                  <c:v>91.47</c:v>
                </c:pt>
                <c:pt idx="54941">
                  <c:v>40.229999999999997</c:v>
                </c:pt>
                <c:pt idx="54942">
                  <c:v>84.99</c:v>
                </c:pt>
                <c:pt idx="54943">
                  <c:v>263.95999999999998</c:v>
                </c:pt>
                <c:pt idx="54944">
                  <c:v>22.95</c:v>
                </c:pt>
                <c:pt idx="54945">
                  <c:v>21.29</c:v>
                </c:pt>
                <c:pt idx="54946">
                  <c:v>98.47</c:v>
                </c:pt>
                <c:pt idx="54947">
                  <c:v>20.49</c:v>
                </c:pt>
                <c:pt idx="54948">
                  <c:v>53.76</c:v>
                </c:pt>
                <c:pt idx="54949">
                  <c:v>195.93</c:v>
                </c:pt>
                <c:pt idx="54950">
                  <c:v>83.97</c:v>
                </c:pt>
                <c:pt idx="54951">
                  <c:v>51.98</c:v>
                </c:pt>
                <c:pt idx="54952">
                  <c:v>47.24</c:v>
                </c:pt>
                <c:pt idx="54953">
                  <c:v>53.97</c:v>
                </c:pt>
                <c:pt idx="54954">
                  <c:v>25.08</c:v>
                </c:pt>
                <c:pt idx="54955">
                  <c:v>59.98</c:v>
                </c:pt>
                <c:pt idx="54956">
                  <c:v>83.48</c:v>
                </c:pt>
                <c:pt idx="54957">
                  <c:v>44.29</c:v>
                </c:pt>
                <c:pt idx="54958">
                  <c:v>99.98</c:v>
                </c:pt>
                <c:pt idx="54959">
                  <c:v>89.97</c:v>
                </c:pt>
                <c:pt idx="54960">
                  <c:v>29.49</c:v>
                </c:pt>
                <c:pt idx="54961">
                  <c:v>58.58</c:v>
                </c:pt>
                <c:pt idx="54962">
                  <c:v>33.479999999999997</c:v>
                </c:pt>
                <c:pt idx="54963">
                  <c:v>193.54</c:v>
                </c:pt>
                <c:pt idx="54964">
                  <c:v>21.29</c:v>
                </c:pt>
                <c:pt idx="54965">
                  <c:v>83.97</c:v>
                </c:pt>
                <c:pt idx="54966">
                  <c:v>67.17</c:v>
                </c:pt>
                <c:pt idx="54967">
                  <c:v>55.98</c:v>
                </c:pt>
                <c:pt idx="54968">
                  <c:v>29.49</c:v>
                </c:pt>
                <c:pt idx="54969">
                  <c:v>149.94999999999999</c:v>
                </c:pt>
                <c:pt idx="54970">
                  <c:v>49.28</c:v>
                </c:pt>
                <c:pt idx="54971">
                  <c:v>66.959999999999994</c:v>
                </c:pt>
                <c:pt idx="54972">
                  <c:v>11.49</c:v>
                </c:pt>
                <c:pt idx="54973">
                  <c:v>55.98</c:v>
                </c:pt>
                <c:pt idx="54974">
                  <c:v>46.29</c:v>
                </c:pt>
                <c:pt idx="54975">
                  <c:v>120.85</c:v>
                </c:pt>
                <c:pt idx="54976">
                  <c:v>59.96</c:v>
                </c:pt>
                <c:pt idx="54977">
                  <c:v>55.98</c:v>
                </c:pt>
                <c:pt idx="54978">
                  <c:v>9.41</c:v>
                </c:pt>
                <c:pt idx="54979">
                  <c:v>65.989999999999995</c:v>
                </c:pt>
                <c:pt idx="54980">
                  <c:v>64.98</c:v>
                </c:pt>
                <c:pt idx="54981">
                  <c:v>21.29</c:v>
                </c:pt>
                <c:pt idx="54982">
                  <c:v>184.97</c:v>
                </c:pt>
                <c:pt idx="54983">
                  <c:v>38.479999999999997</c:v>
                </c:pt>
                <c:pt idx="54984">
                  <c:v>124.18</c:v>
                </c:pt>
                <c:pt idx="54985">
                  <c:v>103.37</c:v>
                </c:pt>
                <c:pt idx="54986">
                  <c:v>148.96</c:v>
                </c:pt>
                <c:pt idx="54987">
                  <c:v>59.98</c:v>
                </c:pt>
                <c:pt idx="54988">
                  <c:v>107.96</c:v>
                </c:pt>
                <c:pt idx="54989">
                  <c:v>63.97</c:v>
                </c:pt>
                <c:pt idx="54990">
                  <c:v>49.99</c:v>
                </c:pt>
                <c:pt idx="54991">
                  <c:v>83.48</c:v>
                </c:pt>
                <c:pt idx="54992">
                  <c:v>94.95</c:v>
                </c:pt>
                <c:pt idx="54993">
                  <c:v>71.97</c:v>
                </c:pt>
                <c:pt idx="54994">
                  <c:v>31.28</c:v>
                </c:pt>
                <c:pt idx="54995">
                  <c:v>77.39</c:v>
                </c:pt>
                <c:pt idx="54996">
                  <c:v>47.48</c:v>
                </c:pt>
                <c:pt idx="54997">
                  <c:v>16.29</c:v>
                </c:pt>
                <c:pt idx="54998">
                  <c:v>69.97</c:v>
                </c:pt>
                <c:pt idx="54999">
                  <c:v>59.99</c:v>
                </c:pt>
                <c:pt idx="55000">
                  <c:v>83.97</c:v>
                </c:pt>
                <c:pt idx="55001">
                  <c:v>88.95</c:v>
                </c:pt>
                <c:pt idx="55002">
                  <c:v>61.98</c:v>
                </c:pt>
                <c:pt idx="55003">
                  <c:v>55.97</c:v>
                </c:pt>
                <c:pt idx="55004">
                  <c:v>59.98</c:v>
                </c:pt>
                <c:pt idx="55005">
                  <c:v>102.83</c:v>
                </c:pt>
                <c:pt idx="55006">
                  <c:v>79.98</c:v>
                </c:pt>
                <c:pt idx="55007">
                  <c:v>75.959999999999994</c:v>
                </c:pt>
                <c:pt idx="55008">
                  <c:v>14.49</c:v>
                </c:pt>
                <c:pt idx="55009">
                  <c:v>107.96</c:v>
                </c:pt>
                <c:pt idx="55010">
                  <c:v>153.97</c:v>
                </c:pt>
                <c:pt idx="55011">
                  <c:v>92.97</c:v>
                </c:pt>
                <c:pt idx="55012">
                  <c:v>84.68</c:v>
                </c:pt>
                <c:pt idx="55013">
                  <c:v>484.9</c:v>
                </c:pt>
                <c:pt idx="55014">
                  <c:v>93.98</c:v>
                </c:pt>
                <c:pt idx="55015">
                  <c:v>29.49</c:v>
                </c:pt>
                <c:pt idx="55016">
                  <c:v>54.98</c:v>
                </c:pt>
                <c:pt idx="55017">
                  <c:v>148.97</c:v>
                </c:pt>
                <c:pt idx="55018">
                  <c:v>81.97</c:v>
                </c:pt>
                <c:pt idx="55019">
                  <c:v>97.93</c:v>
                </c:pt>
                <c:pt idx="55020">
                  <c:v>89.49</c:v>
                </c:pt>
                <c:pt idx="55021">
                  <c:v>23.98</c:v>
                </c:pt>
                <c:pt idx="55022">
                  <c:v>59.98</c:v>
                </c:pt>
                <c:pt idx="55023">
                  <c:v>89.97</c:v>
                </c:pt>
                <c:pt idx="55024">
                  <c:v>59.98</c:v>
                </c:pt>
                <c:pt idx="55025">
                  <c:v>53.98</c:v>
                </c:pt>
                <c:pt idx="55026">
                  <c:v>63.96</c:v>
                </c:pt>
                <c:pt idx="55027">
                  <c:v>190.91</c:v>
                </c:pt>
                <c:pt idx="55028">
                  <c:v>131.97999999999999</c:v>
                </c:pt>
                <c:pt idx="55029">
                  <c:v>56.85</c:v>
                </c:pt>
                <c:pt idx="55030">
                  <c:v>57.59</c:v>
                </c:pt>
                <c:pt idx="55031">
                  <c:v>78.959999999999994</c:v>
                </c:pt>
                <c:pt idx="55032">
                  <c:v>32.49</c:v>
                </c:pt>
                <c:pt idx="55033">
                  <c:v>48.58</c:v>
                </c:pt>
                <c:pt idx="55034">
                  <c:v>59.98</c:v>
                </c:pt>
                <c:pt idx="55035">
                  <c:v>150.97</c:v>
                </c:pt>
                <c:pt idx="55036">
                  <c:v>40.49</c:v>
                </c:pt>
                <c:pt idx="55037">
                  <c:v>84.98</c:v>
                </c:pt>
                <c:pt idx="55038">
                  <c:v>94.89</c:v>
                </c:pt>
                <c:pt idx="55039">
                  <c:v>181.17</c:v>
                </c:pt>
                <c:pt idx="55040">
                  <c:v>68.97</c:v>
                </c:pt>
                <c:pt idx="55041">
                  <c:v>80.97</c:v>
                </c:pt>
                <c:pt idx="55042">
                  <c:v>57.98</c:v>
                </c:pt>
                <c:pt idx="55043">
                  <c:v>86.95</c:v>
                </c:pt>
                <c:pt idx="55044">
                  <c:v>104.95</c:v>
                </c:pt>
                <c:pt idx="55045">
                  <c:v>59.97</c:v>
                </c:pt>
                <c:pt idx="55046">
                  <c:v>94.98</c:v>
                </c:pt>
                <c:pt idx="55047">
                  <c:v>27.48</c:v>
                </c:pt>
                <c:pt idx="55048">
                  <c:v>88.97</c:v>
                </c:pt>
                <c:pt idx="55049">
                  <c:v>84.47</c:v>
                </c:pt>
                <c:pt idx="55050">
                  <c:v>128.24</c:v>
                </c:pt>
                <c:pt idx="55051">
                  <c:v>91.97</c:v>
                </c:pt>
                <c:pt idx="55052">
                  <c:v>-64.98</c:v>
                </c:pt>
                <c:pt idx="55053">
                  <c:v>105.05</c:v>
                </c:pt>
                <c:pt idx="55054">
                  <c:v>54.58</c:v>
                </c:pt>
                <c:pt idx="55055">
                  <c:v>65.989999999999995</c:v>
                </c:pt>
                <c:pt idx="55056">
                  <c:v>25.49</c:v>
                </c:pt>
                <c:pt idx="55057">
                  <c:v>61.47</c:v>
                </c:pt>
                <c:pt idx="55058">
                  <c:v>51.98</c:v>
                </c:pt>
                <c:pt idx="55059">
                  <c:v>88.97</c:v>
                </c:pt>
                <c:pt idx="55060">
                  <c:v>25.49</c:v>
                </c:pt>
                <c:pt idx="55061">
                  <c:v>59.47</c:v>
                </c:pt>
                <c:pt idx="55062">
                  <c:v>107.96</c:v>
                </c:pt>
                <c:pt idx="55063">
                  <c:v>-50.99</c:v>
                </c:pt>
                <c:pt idx="55064">
                  <c:v>16.29</c:v>
                </c:pt>
                <c:pt idx="55065">
                  <c:v>31.49</c:v>
                </c:pt>
                <c:pt idx="55066">
                  <c:v>66.97</c:v>
                </c:pt>
                <c:pt idx="55067">
                  <c:v>84.99</c:v>
                </c:pt>
                <c:pt idx="55068">
                  <c:v>59.98</c:v>
                </c:pt>
                <c:pt idx="55069">
                  <c:v>59.98</c:v>
                </c:pt>
                <c:pt idx="55070">
                  <c:v>226</c:v>
                </c:pt>
                <c:pt idx="55071">
                  <c:v>55.98</c:v>
                </c:pt>
                <c:pt idx="55072">
                  <c:v>126.96</c:v>
                </c:pt>
                <c:pt idx="55073">
                  <c:v>31.48</c:v>
                </c:pt>
                <c:pt idx="55074">
                  <c:v>27.99</c:v>
                </c:pt>
                <c:pt idx="55075">
                  <c:v>130.63</c:v>
                </c:pt>
                <c:pt idx="55076">
                  <c:v>11.49</c:v>
                </c:pt>
                <c:pt idx="55077">
                  <c:v>254.97</c:v>
                </c:pt>
                <c:pt idx="55078">
                  <c:v>94.98</c:v>
                </c:pt>
                <c:pt idx="55079">
                  <c:v>31.79</c:v>
                </c:pt>
                <c:pt idx="55080">
                  <c:v>106.69</c:v>
                </c:pt>
                <c:pt idx="55081">
                  <c:v>89.95</c:v>
                </c:pt>
                <c:pt idx="55082">
                  <c:v>49.48</c:v>
                </c:pt>
                <c:pt idx="55083">
                  <c:v>663.54</c:v>
                </c:pt>
                <c:pt idx="55084">
                  <c:v>155.94</c:v>
                </c:pt>
                <c:pt idx="55085">
                  <c:v>71.97</c:v>
                </c:pt>
                <c:pt idx="55086">
                  <c:v>111.96</c:v>
                </c:pt>
                <c:pt idx="55087">
                  <c:v>110.94</c:v>
                </c:pt>
                <c:pt idx="55088">
                  <c:v>239.9</c:v>
                </c:pt>
                <c:pt idx="55089">
                  <c:v>129.94999999999999</c:v>
                </c:pt>
                <c:pt idx="55090">
                  <c:v>68.989999999999995</c:v>
                </c:pt>
                <c:pt idx="55091">
                  <c:v>95.17</c:v>
                </c:pt>
                <c:pt idx="55092">
                  <c:v>41.48</c:v>
                </c:pt>
                <c:pt idx="55093">
                  <c:v>70.98</c:v>
                </c:pt>
                <c:pt idx="55094">
                  <c:v>74.95</c:v>
                </c:pt>
                <c:pt idx="55095">
                  <c:v>124.97</c:v>
                </c:pt>
                <c:pt idx="55096">
                  <c:v>89.97</c:v>
                </c:pt>
                <c:pt idx="55097">
                  <c:v>92.97</c:v>
                </c:pt>
                <c:pt idx="55098">
                  <c:v>59.98</c:v>
                </c:pt>
                <c:pt idx="55099">
                  <c:v>32.630000000000003</c:v>
                </c:pt>
                <c:pt idx="55100">
                  <c:v>53.18</c:v>
                </c:pt>
                <c:pt idx="55101">
                  <c:v>89.94</c:v>
                </c:pt>
                <c:pt idx="55102">
                  <c:v>17.989999999999998</c:v>
                </c:pt>
                <c:pt idx="55103">
                  <c:v>11.49</c:v>
                </c:pt>
                <c:pt idx="55104">
                  <c:v>75.98</c:v>
                </c:pt>
                <c:pt idx="55105">
                  <c:v>49.99</c:v>
                </c:pt>
                <c:pt idx="55106">
                  <c:v>37.270000000000003</c:v>
                </c:pt>
                <c:pt idx="55107">
                  <c:v>143.94999999999999</c:v>
                </c:pt>
                <c:pt idx="55108">
                  <c:v>68.48</c:v>
                </c:pt>
                <c:pt idx="55109">
                  <c:v>89.9</c:v>
                </c:pt>
                <c:pt idx="55110">
                  <c:v>102.82</c:v>
                </c:pt>
                <c:pt idx="55111">
                  <c:v>58.98</c:v>
                </c:pt>
                <c:pt idx="55112">
                  <c:v>137.94999999999999</c:v>
                </c:pt>
                <c:pt idx="55113">
                  <c:v>83.97</c:v>
                </c:pt>
                <c:pt idx="55114">
                  <c:v>66.56</c:v>
                </c:pt>
                <c:pt idx="55115">
                  <c:v>83.97</c:v>
                </c:pt>
                <c:pt idx="55116">
                  <c:v>49.97</c:v>
                </c:pt>
                <c:pt idx="55117">
                  <c:v>89.95</c:v>
                </c:pt>
                <c:pt idx="55118">
                  <c:v>254.97</c:v>
                </c:pt>
                <c:pt idx="55119">
                  <c:v>51.98</c:v>
                </c:pt>
                <c:pt idx="55120">
                  <c:v>27.99</c:v>
                </c:pt>
                <c:pt idx="55121">
                  <c:v>26.99</c:v>
                </c:pt>
                <c:pt idx="55122">
                  <c:v>62.96</c:v>
                </c:pt>
                <c:pt idx="55123">
                  <c:v>97.95</c:v>
                </c:pt>
                <c:pt idx="55124">
                  <c:v>89.95</c:v>
                </c:pt>
                <c:pt idx="55125">
                  <c:v>77.97</c:v>
                </c:pt>
                <c:pt idx="55126">
                  <c:v>55.98</c:v>
                </c:pt>
                <c:pt idx="55127">
                  <c:v>205.65</c:v>
                </c:pt>
                <c:pt idx="55128">
                  <c:v>47.24</c:v>
                </c:pt>
                <c:pt idx="55129">
                  <c:v>45.49</c:v>
                </c:pt>
                <c:pt idx="55130">
                  <c:v>49.47</c:v>
                </c:pt>
                <c:pt idx="55131">
                  <c:v>159.91999999999999</c:v>
                </c:pt>
                <c:pt idx="55132">
                  <c:v>41.49</c:v>
                </c:pt>
                <c:pt idx="55133">
                  <c:v>59.96</c:v>
                </c:pt>
                <c:pt idx="55134">
                  <c:v>83.97</c:v>
                </c:pt>
                <c:pt idx="55135">
                  <c:v>111.12</c:v>
                </c:pt>
                <c:pt idx="55136">
                  <c:v>129.94999999999999</c:v>
                </c:pt>
                <c:pt idx="55137">
                  <c:v>31.48</c:v>
                </c:pt>
                <c:pt idx="55138">
                  <c:v>53.97</c:v>
                </c:pt>
                <c:pt idx="55139">
                  <c:v>55.97</c:v>
                </c:pt>
                <c:pt idx="55140">
                  <c:v>64.77</c:v>
                </c:pt>
                <c:pt idx="55141">
                  <c:v>64.97</c:v>
                </c:pt>
                <c:pt idx="55142">
                  <c:v>61.98</c:v>
                </c:pt>
                <c:pt idx="55143">
                  <c:v>53.98</c:v>
                </c:pt>
                <c:pt idx="55144">
                  <c:v>60.98</c:v>
                </c:pt>
                <c:pt idx="55145">
                  <c:v>123.96</c:v>
                </c:pt>
                <c:pt idx="55146">
                  <c:v>124.98</c:v>
                </c:pt>
                <c:pt idx="55147">
                  <c:v>55.98</c:v>
                </c:pt>
                <c:pt idx="55148">
                  <c:v>58.98</c:v>
                </c:pt>
                <c:pt idx="55149">
                  <c:v>99.94</c:v>
                </c:pt>
                <c:pt idx="55150">
                  <c:v>61.98</c:v>
                </c:pt>
                <c:pt idx="55151">
                  <c:v>69.959999999999994</c:v>
                </c:pt>
                <c:pt idx="55152">
                  <c:v>72.56</c:v>
                </c:pt>
                <c:pt idx="55153">
                  <c:v>83.97</c:v>
                </c:pt>
                <c:pt idx="55154">
                  <c:v>24.48</c:v>
                </c:pt>
                <c:pt idx="55155">
                  <c:v>67.959999999999994</c:v>
                </c:pt>
                <c:pt idx="55156">
                  <c:v>55.96</c:v>
                </c:pt>
                <c:pt idx="55157">
                  <c:v>33.28</c:v>
                </c:pt>
                <c:pt idx="55158">
                  <c:v>57.98</c:v>
                </c:pt>
                <c:pt idx="55159">
                  <c:v>30.23</c:v>
                </c:pt>
                <c:pt idx="55160">
                  <c:v>50.98</c:v>
                </c:pt>
                <c:pt idx="55161">
                  <c:v>34.479999999999997</c:v>
                </c:pt>
                <c:pt idx="55162">
                  <c:v>68.97</c:v>
                </c:pt>
                <c:pt idx="55163">
                  <c:v>49.97</c:v>
                </c:pt>
                <c:pt idx="55164">
                  <c:v>181.93</c:v>
                </c:pt>
                <c:pt idx="55165">
                  <c:v>58.99</c:v>
                </c:pt>
                <c:pt idx="55166">
                  <c:v>107.96</c:v>
                </c:pt>
                <c:pt idx="55167">
                  <c:v>77.97</c:v>
                </c:pt>
                <c:pt idx="55168">
                  <c:v>73.97</c:v>
                </c:pt>
                <c:pt idx="55169">
                  <c:v>158.47</c:v>
                </c:pt>
                <c:pt idx="55170">
                  <c:v>49.49</c:v>
                </c:pt>
                <c:pt idx="55171">
                  <c:v>76.98</c:v>
                </c:pt>
                <c:pt idx="55172">
                  <c:v>77.97</c:v>
                </c:pt>
                <c:pt idx="55173">
                  <c:v>901.82</c:v>
                </c:pt>
                <c:pt idx="55174">
                  <c:v>112.96</c:v>
                </c:pt>
                <c:pt idx="55175">
                  <c:v>61.98</c:v>
                </c:pt>
                <c:pt idx="55176">
                  <c:v>32.49</c:v>
                </c:pt>
                <c:pt idx="55177">
                  <c:v>83.97</c:v>
                </c:pt>
                <c:pt idx="55178">
                  <c:v>17.29</c:v>
                </c:pt>
                <c:pt idx="55179">
                  <c:v>146.37</c:v>
                </c:pt>
                <c:pt idx="55180">
                  <c:v>121.97</c:v>
                </c:pt>
                <c:pt idx="55181">
                  <c:v>68.819999999999993</c:v>
                </c:pt>
                <c:pt idx="55182">
                  <c:v>61.49</c:v>
                </c:pt>
                <c:pt idx="55183">
                  <c:v>642.83000000000004</c:v>
                </c:pt>
                <c:pt idx="55184">
                  <c:v>61.98</c:v>
                </c:pt>
                <c:pt idx="55185">
                  <c:v>131.94999999999999</c:v>
                </c:pt>
                <c:pt idx="55186">
                  <c:v>51.98</c:v>
                </c:pt>
                <c:pt idx="55187">
                  <c:v>17.489999999999998</c:v>
                </c:pt>
                <c:pt idx="55188">
                  <c:v>54.99</c:v>
                </c:pt>
                <c:pt idx="55189">
                  <c:v>111.12</c:v>
                </c:pt>
                <c:pt idx="55190">
                  <c:v>61.98</c:v>
                </c:pt>
                <c:pt idx="55191">
                  <c:v>83.97</c:v>
                </c:pt>
                <c:pt idx="55192">
                  <c:v>53.43</c:v>
                </c:pt>
                <c:pt idx="55193">
                  <c:v>54.99</c:v>
                </c:pt>
                <c:pt idx="55194">
                  <c:v>75</c:v>
                </c:pt>
                <c:pt idx="55195">
                  <c:v>51.98</c:v>
                </c:pt>
                <c:pt idx="55196">
                  <c:v>123.96</c:v>
                </c:pt>
                <c:pt idx="55197">
                  <c:v>41.18</c:v>
                </c:pt>
                <c:pt idx="55198">
                  <c:v>111.96</c:v>
                </c:pt>
                <c:pt idx="55199">
                  <c:v>94.97</c:v>
                </c:pt>
                <c:pt idx="55200">
                  <c:v>46.27</c:v>
                </c:pt>
                <c:pt idx="55201">
                  <c:v>84.99</c:v>
                </c:pt>
                <c:pt idx="55202">
                  <c:v>107.94</c:v>
                </c:pt>
                <c:pt idx="55203">
                  <c:v>68.48</c:v>
                </c:pt>
                <c:pt idx="55204">
                  <c:v>131.97999999999999</c:v>
                </c:pt>
                <c:pt idx="55205">
                  <c:v>94.98</c:v>
                </c:pt>
                <c:pt idx="55206">
                  <c:v>64.98</c:v>
                </c:pt>
                <c:pt idx="55207">
                  <c:v>50.99</c:v>
                </c:pt>
                <c:pt idx="55208">
                  <c:v>55.39</c:v>
                </c:pt>
                <c:pt idx="55209">
                  <c:v>59.97</c:v>
                </c:pt>
                <c:pt idx="55210">
                  <c:v>128.94</c:v>
                </c:pt>
                <c:pt idx="55211">
                  <c:v>50.98</c:v>
                </c:pt>
                <c:pt idx="55212">
                  <c:v>55.98</c:v>
                </c:pt>
                <c:pt idx="55213">
                  <c:v>84.98</c:v>
                </c:pt>
                <c:pt idx="55214">
                  <c:v>62.47</c:v>
                </c:pt>
                <c:pt idx="55215">
                  <c:v>70.97</c:v>
                </c:pt>
                <c:pt idx="55216">
                  <c:v>60.97</c:v>
                </c:pt>
                <c:pt idx="55217">
                  <c:v>79.98</c:v>
                </c:pt>
                <c:pt idx="55218">
                  <c:v>84.98</c:v>
                </c:pt>
                <c:pt idx="55219">
                  <c:v>102.83</c:v>
                </c:pt>
                <c:pt idx="55220">
                  <c:v>71.97</c:v>
                </c:pt>
                <c:pt idx="55221">
                  <c:v>51.98</c:v>
                </c:pt>
                <c:pt idx="55222">
                  <c:v>112.45</c:v>
                </c:pt>
                <c:pt idx="55223">
                  <c:v>89.97</c:v>
                </c:pt>
                <c:pt idx="55224">
                  <c:v>59.96</c:v>
                </c:pt>
                <c:pt idx="55225">
                  <c:v>41.28</c:v>
                </c:pt>
                <c:pt idx="55226">
                  <c:v>59.96</c:v>
                </c:pt>
                <c:pt idx="55227">
                  <c:v>124.58</c:v>
                </c:pt>
                <c:pt idx="55228">
                  <c:v>166.94</c:v>
                </c:pt>
                <c:pt idx="55229">
                  <c:v>31.48</c:v>
                </c:pt>
                <c:pt idx="55230">
                  <c:v>83.97</c:v>
                </c:pt>
                <c:pt idx="55231">
                  <c:v>171.96</c:v>
                </c:pt>
                <c:pt idx="55232">
                  <c:v>55.98</c:v>
                </c:pt>
                <c:pt idx="55233">
                  <c:v>115.98</c:v>
                </c:pt>
                <c:pt idx="55234">
                  <c:v>14.49</c:v>
                </c:pt>
                <c:pt idx="55235">
                  <c:v>31.28</c:v>
                </c:pt>
                <c:pt idx="55236">
                  <c:v>71.97</c:v>
                </c:pt>
                <c:pt idx="55237">
                  <c:v>53.98</c:v>
                </c:pt>
                <c:pt idx="55238">
                  <c:v>63.97</c:v>
                </c:pt>
                <c:pt idx="55239">
                  <c:v>149.1</c:v>
                </c:pt>
                <c:pt idx="55240">
                  <c:v>167.94</c:v>
                </c:pt>
                <c:pt idx="55241">
                  <c:v>55.98</c:v>
                </c:pt>
                <c:pt idx="55242">
                  <c:v>46.29</c:v>
                </c:pt>
                <c:pt idx="55243">
                  <c:v>46.49</c:v>
                </c:pt>
                <c:pt idx="55244">
                  <c:v>29.49</c:v>
                </c:pt>
                <c:pt idx="55245">
                  <c:v>132.47</c:v>
                </c:pt>
                <c:pt idx="55246">
                  <c:v>61.98</c:v>
                </c:pt>
                <c:pt idx="55247">
                  <c:v>84.98</c:v>
                </c:pt>
                <c:pt idx="55248">
                  <c:v>123.47</c:v>
                </c:pt>
                <c:pt idx="55249">
                  <c:v>61.17</c:v>
                </c:pt>
                <c:pt idx="55250">
                  <c:v>64.97</c:v>
                </c:pt>
                <c:pt idx="55251">
                  <c:v>73.97</c:v>
                </c:pt>
                <c:pt idx="55252">
                  <c:v>71.86</c:v>
                </c:pt>
                <c:pt idx="55253">
                  <c:v>55.36</c:v>
                </c:pt>
                <c:pt idx="55254">
                  <c:v>61.98</c:v>
                </c:pt>
                <c:pt idx="55255">
                  <c:v>61.98</c:v>
                </c:pt>
                <c:pt idx="55256">
                  <c:v>43.77</c:v>
                </c:pt>
                <c:pt idx="55257">
                  <c:v>179.96</c:v>
                </c:pt>
                <c:pt idx="55258">
                  <c:v>161.71</c:v>
                </c:pt>
                <c:pt idx="55259">
                  <c:v>68.97</c:v>
                </c:pt>
                <c:pt idx="55260">
                  <c:v>159.69999999999999</c:v>
                </c:pt>
                <c:pt idx="55261">
                  <c:v>50.38</c:v>
                </c:pt>
                <c:pt idx="55262">
                  <c:v>55.98</c:v>
                </c:pt>
                <c:pt idx="55263">
                  <c:v>54.98</c:v>
                </c:pt>
                <c:pt idx="55264">
                  <c:v>89.97</c:v>
                </c:pt>
                <c:pt idx="55265">
                  <c:v>61.98</c:v>
                </c:pt>
                <c:pt idx="55266">
                  <c:v>24.48</c:v>
                </c:pt>
                <c:pt idx="55267">
                  <c:v>55.98</c:v>
                </c:pt>
                <c:pt idx="55268">
                  <c:v>92.98</c:v>
                </c:pt>
                <c:pt idx="55269">
                  <c:v>64.98</c:v>
                </c:pt>
                <c:pt idx="55270">
                  <c:v>67.02</c:v>
                </c:pt>
                <c:pt idx="55271">
                  <c:v>39.89</c:v>
                </c:pt>
                <c:pt idx="55272">
                  <c:v>62.86</c:v>
                </c:pt>
                <c:pt idx="55273">
                  <c:v>52.48</c:v>
                </c:pt>
                <c:pt idx="55274">
                  <c:v>31.48</c:v>
                </c:pt>
                <c:pt idx="55275">
                  <c:v>60.96</c:v>
                </c:pt>
                <c:pt idx="55276">
                  <c:v>73.48</c:v>
                </c:pt>
                <c:pt idx="55277">
                  <c:v>71.97</c:v>
                </c:pt>
                <c:pt idx="55278">
                  <c:v>99.98</c:v>
                </c:pt>
                <c:pt idx="55279">
                  <c:v>59.96</c:v>
                </c:pt>
                <c:pt idx="55280">
                  <c:v>254.97</c:v>
                </c:pt>
                <c:pt idx="55281">
                  <c:v>89.97</c:v>
                </c:pt>
                <c:pt idx="55282">
                  <c:v>74.98</c:v>
                </c:pt>
                <c:pt idx="55283">
                  <c:v>88.69</c:v>
                </c:pt>
                <c:pt idx="55284">
                  <c:v>13.29</c:v>
                </c:pt>
                <c:pt idx="55285">
                  <c:v>120.57</c:v>
                </c:pt>
                <c:pt idx="55286">
                  <c:v>29.49</c:v>
                </c:pt>
                <c:pt idx="55287">
                  <c:v>155.9</c:v>
                </c:pt>
                <c:pt idx="55288">
                  <c:v>61.98</c:v>
                </c:pt>
                <c:pt idx="55289">
                  <c:v>27.58</c:v>
                </c:pt>
                <c:pt idx="55290">
                  <c:v>49.48</c:v>
                </c:pt>
                <c:pt idx="55291">
                  <c:v>95.96</c:v>
                </c:pt>
                <c:pt idx="55292">
                  <c:v>31.48</c:v>
                </c:pt>
                <c:pt idx="55293">
                  <c:v>63.48</c:v>
                </c:pt>
                <c:pt idx="55294">
                  <c:v>142.44</c:v>
                </c:pt>
                <c:pt idx="55295">
                  <c:v>159.75</c:v>
                </c:pt>
                <c:pt idx="55296">
                  <c:v>65.989999999999995</c:v>
                </c:pt>
                <c:pt idx="55297">
                  <c:v>64.37</c:v>
                </c:pt>
                <c:pt idx="55298">
                  <c:v>55.98</c:v>
                </c:pt>
                <c:pt idx="55299">
                  <c:v>92.97</c:v>
                </c:pt>
                <c:pt idx="55300">
                  <c:v>82.26</c:v>
                </c:pt>
                <c:pt idx="55301">
                  <c:v>116.97</c:v>
                </c:pt>
                <c:pt idx="55302">
                  <c:v>92.97</c:v>
                </c:pt>
                <c:pt idx="55303">
                  <c:v>83.97</c:v>
                </c:pt>
                <c:pt idx="55304">
                  <c:v>46.49</c:v>
                </c:pt>
                <c:pt idx="55305">
                  <c:v>41.49</c:v>
                </c:pt>
                <c:pt idx="55306">
                  <c:v>54.99</c:v>
                </c:pt>
                <c:pt idx="55307">
                  <c:v>70.17</c:v>
                </c:pt>
                <c:pt idx="55308">
                  <c:v>77.45</c:v>
                </c:pt>
                <c:pt idx="55309">
                  <c:v>89.97</c:v>
                </c:pt>
                <c:pt idx="55310">
                  <c:v>89.97</c:v>
                </c:pt>
                <c:pt idx="55311">
                  <c:v>59.98</c:v>
                </c:pt>
                <c:pt idx="55312">
                  <c:v>55.96</c:v>
                </c:pt>
                <c:pt idx="55313">
                  <c:v>84.98</c:v>
                </c:pt>
                <c:pt idx="55314">
                  <c:v>51.98</c:v>
                </c:pt>
                <c:pt idx="55315">
                  <c:v>59.99</c:v>
                </c:pt>
                <c:pt idx="55316">
                  <c:v>59.97</c:v>
                </c:pt>
                <c:pt idx="55317">
                  <c:v>55.98</c:v>
                </c:pt>
                <c:pt idx="55318">
                  <c:v>119.12</c:v>
                </c:pt>
                <c:pt idx="55319">
                  <c:v>67.02</c:v>
                </c:pt>
                <c:pt idx="55320">
                  <c:v>89.95</c:v>
                </c:pt>
                <c:pt idx="55321">
                  <c:v>64.069999999999993</c:v>
                </c:pt>
                <c:pt idx="55322">
                  <c:v>96.45</c:v>
                </c:pt>
                <c:pt idx="55323">
                  <c:v>106.97</c:v>
                </c:pt>
                <c:pt idx="55324">
                  <c:v>49.28</c:v>
                </c:pt>
                <c:pt idx="55325">
                  <c:v>19.489999999999998</c:v>
                </c:pt>
                <c:pt idx="55326">
                  <c:v>41.29</c:v>
                </c:pt>
                <c:pt idx="55327">
                  <c:v>29.49</c:v>
                </c:pt>
                <c:pt idx="55328">
                  <c:v>35.28</c:v>
                </c:pt>
                <c:pt idx="55329">
                  <c:v>58.98</c:v>
                </c:pt>
                <c:pt idx="55330">
                  <c:v>46.49</c:v>
                </c:pt>
                <c:pt idx="55331">
                  <c:v>143.72</c:v>
                </c:pt>
                <c:pt idx="55332">
                  <c:v>79.959999999999994</c:v>
                </c:pt>
                <c:pt idx="55333">
                  <c:v>59.98</c:v>
                </c:pt>
                <c:pt idx="55334">
                  <c:v>-89.22</c:v>
                </c:pt>
                <c:pt idx="55335">
                  <c:v>-128.24</c:v>
                </c:pt>
                <c:pt idx="55336">
                  <c:v>-79.84</c:v>
                </c:pt>
                <c:pt idx="55337">
                  <c:v>111.96</c:v>
                </c:pt>
                <c:pt idx="55338">
                  <c:v>49.49</c:v>
                </c:pt>
                <c:pt idx="55339">
                  <c:v>57.96</c:v>
                </c:pt>
                <c:pt idx="55340">
                  <c:v>51.98</c:v>
                </c:pt>
                <c:pt idx="55341">
                  <c:v>85.89</c:v>
                </c:pt>
                <c:pt idx="55342">
                  <c:v>64.849999999999994</c:v>
                </c:pt>
                <c:pt idx="55343">
                  <c:v>64.98</c:v>
                </c:pt>
                <c:pt idx="55344">
                  <c:v>142.72</c:v>
                </c:pt>
                <c:pt idx="55345">
                  <c:v>99.98</c:v>
                </c:pt>
                <c:pt idx="55346">
                  <c:v>23.28</c:v>
                </c:pt>
                <c:pt idx="55347">
                  <c:v>54.99</c:v>
                </c:pt>
                <c:pt idx="55348">
                  <c:v>20.29</c:v>
                </c:pt>
                <c:pt idx="55349">
                  <c:v>61.98</c:v>
                </c:pt>
                <c:pt idx="55350">
                  <c:v>21.49</c:v>
                </c:pt>
                <c:pt idx="55351">
                  <c:v>65.989999999999995</c:v>
                </c:pt>
                <c:pt idx="55352">
                  <c:v>49.99</c:v>
                </c:pt>
                <c:pt idx="55353">
                  <c:v>52.98</c:v>
                </c:pt>
                <c:pt idx="55354">
                  <c:v>54.98</c:v>
                </c:pt>
                <c:pt idx="55355">
                  <c:v>98.47</c:v>
                </c:pt>
                <c:pt idx="55356">
                  <c:v>59.98</c:v>
                </c:pt>
                <c:pt idx="55357">
                  <c:v>233.91</c:v>
                </c:pt>
                <c:pt idx="55358">
                  <c:v>50.98</c:v>
                </c:pt>
                <c:pt idx="55359">
                  <c:v>86.96</c:v>
                </c:pt>
                <c:pt idx="55360">
                  <c:v>111.96</c:v>
                </c:pt>
                <c:pt idx="55361">
                  <c:v>63.96</c:v>
                </c:pt>
                <c:pt idx="55362">
                  <c:v>64.98</c:v>
                </c:pt>
                <c:pt idx="55363">
                  <c:v>61.98</c:v>
                </c:pt>
                <c:pt idx="55364">
                  <c:v>63.96</c:v>
                </c:pt>
                <c:pt idx="55365">
                  <c:v>15.48</c:v>
                </c:pt>
                <c:pt idx="55366">
                  <c:v>68.48</c:v>
                </c:pt>
                <c:pt idx="55367">
                  <c:v>59.97</c:v>
                </c:pt>
                <c:pt idx="55368">
                  <c:v>49.99</c:v>
                </c:pt>
                <c:pt idx="55369">
                  <c:v>75.959999999999994</c:v>
                </c:pt>
                <c:pt idx="55370">
                  <c:v>35.49</c:v>
                </c:pt>
                <c:pt idx="55371">
                  <c:v>72.58</c:v>
                </c:pt>
                <c:pt idx="55372">
                  <c:v>106.96</c:v>
                </c:pt>
                <c:pt idx="55373">
                  <c:v>124.06</c:v>
                </c:pt>
                <c:pt idx="55374">
                  <c:v>25.29</c:v>
                </c:pt>
                <c:pt idx="55375">
                  <c:v>51.98</c:v>
                </c:pt>
                <c:pt idx="55376">
                  <c:v>66.569999999999993</c:v>
                </c:pt>
                <c:pt idx="55377">
                  <c:v>69.98</c:v>
                </c:pt>
                <c:pt idx="55378">
                  <c:v>64.98</c:v>
                </c:pt>
                <c:pt idx="55379">
                  <c:v>89.96</c:v>
                </c:pt>
                <c:pt idx="55380">
                  <c:v>77.97</c:v>
                </c:pt>
                <c:pt idx="55381">
                  <c:v>25.37</c:v>
                </c:pt>
                <c:pt idx="55382">
                  <c:v>178.95</c:v>
                </c:pt>
                <c:pt idx="55383">
                  <c:v>51.98</c:v>
                </c:pt>
                <c:pt idx="55384">
                  <c:v>84.98</c:v>
                </c:pt>
                <c:pt idx="55385">
                  <c:v>26.49</c:v>
                </c:pt>
                <c:pt idx="55386">
                  <c:v>61.98</c:v>
                </c:pt>
                <c:pt idx="55387">
                  <c:v>89.97</c:v>
                </c:pt>
                <c:pt idx="55388">
                  <c:v>67.959999999999994</c:v>
                </c:pt>
                <c:pt idx="55389">
                  <c:v>59.98</c:v>
                </c:pt>
                <c:pt idx="55390">
                  <c:v>29.28</c:v>
                </c:pt>
                <c:pt idx="55391">
                  <c:v>191.92</c:v>
                </c:pt>
                <c:pt idx="55392">
                  <c:v>29</c:v>
                </c:pt>
                <c:pt idx="55393">
                  <c:v>74.86</c:v>
                </c:pt>
                <c:pt idx="55394">
                  <c:v>30.38</c:v>
                </c:pt>
                <c:pt idx="55395">
                  <c:v>53.97</c:v>
                </c:pt>
                <c:pt idx="55396">
                  <c:v>63.98</c:v>
                </c:pt>
                <c:pt idx="55397">
                  <c:v>29.47</c:v>
                </c:pt>
                <c:pt idx="55398">
                  <c:v>76.28</c:v>
                </c:pt>
                <c:pt idx="55399">
                  <c:v>21.29</c:v>
                </c:pt>
                <c:pt idx="55400">
                  <c:v>60.98</c:v>
                </c:pt>
                <c:pt idx="55401">
                  <c:v>41.48</c:v>
                </c:pt>
                <c:pt idx="55402">
                  <c:v>77.97</c:v>
                </c:pt>
                <c:pt idx="55403">
                  <c:v>41.09</c:v>
                </c:pt>
                <c:pt idx="55404">
                  <c:v>206.61</c:v>
                </c:pt>
                <c:pt idx="55405">
                  <c:v>55.98</c:v>
                </c:pt>
                <c:pt idx="55406">
                  <c:v>59.96</c:v>
                </c:pt>
                <c:pt idx="55407">
                  <c:v>247.91</c:v>
                </c:pt>
                <c:pt idx="55408">
                  <c:v>65.319999999999993</c:v>
                </c:pt>
                <c:pt idx="55409">
                  <c:v>52.47</c:v>
                </c:pt>
                <c:pt idx="55410">
                  <c:v>83.97</c:v>
                </c:pt>
                <c:pt idx="55411">
                  <c:v>38.99</c:v>
                </c:pt>
                <c:pt idx="55412">
                  <c:v>32.49</c:v>
                </c:pt>
                <c:pt idx="55413">
                  <c:v>55.98</c:v>
                </c:pt>
                <c:pt idx="55414">
                  <c:v>103.46</c:v>
                </c:pt>
                <c:pt idx="55415">
                  <c:v>251.91</c:v>
                </c:pt>
                <c:pt idx="55416">
                  <c:v>55.39</c:v>
                </c:pt>
                <c:pt idx="55417">
                  <c:v>65.27</c:v>
                </c:pt>
                <c:pt idx="55418">
                  <c:v>56.98</c:v>
                </c:pt>
                <c:pt idx="55419">
                  <c:v>83.97</c:v>
                </c:pt>
                <c:pt idx="55420">
                  <c:v>135.96</c:v>
                </c:pt>
                <c:pt idx="55421">
                  <c:v>51.98</c:v>
                </c:pt>
                <c:pt idx="55422">
                  <c:v>13.29</c:v>
                </c:pt>
                <c:pt idx="55423">
                  <c:v>96.78</c:v>
                </c:pt>
                <c:pt idx="55424">
                  <c:v>56.76</c:v>
                </c:pt>
                <c:pt idx="55425">
                  <c:v>92.97</c:v>
                </c:pt>
                <c:pt idx="55426">
                  <c:v>96.78</c:v>
                </c:pt>
                <c:pt idx="55427">
                  <c:v>42.23</c:v>
                </c:pt>
                <c:pt idx="55428">
                  <c:v>69.959999999999994</c:v>
                </c:pt>
                <c:pt idx="55429">
                  <c:v>61.28</c:v>
                </c:pt>
                <c:pt idx="55430">
                  <c:v>51.98</c:v>
                </c:pt>
                <c:pt idx="55431">
                  <c:v>29.49</c:v>
                </c:pt>
                <c:pt idx="55432">
                  <c:v>49.28</c:v>
                </c:pt>
                <c:pt idx="55433">
                  <c:v>29.49</c:v>
                </c:pt>
                <c:pt idx="55434">
                  <c:v>31.48</c:v>
                </c:pt>
                <c:pt idx="55435">
                  <c:v>67.739999999999995</c:v>
                </c:pt>
                <c:pt idx="55436">
                  <c:v>14.99</c:v>
                </c:pt>
                <c:pt idx="55437">
                  <c:v>21.49</c:v>
                </c:pt>
                <c:pt idx="55438">
                  <c:v>184.39</c:v>
                </c:pt>
                <c:pt idx="55439">
                  <c:v>37.29</c:v>
                </c:pt>
                <c:pt idx="55440">
                  <c:v>49.48</c:v>
                </c:pt>
                <c:pt idx="55441">
                  <c:v>178.17</c:v>
                </c:pt>
                <c:pt idx="55442">
                  <c:v>55.98</c:v>
                </c:pt>
                <c:pt idx="55443">
                  <c:v>54.95</c:v>
                </c:pt>
                <c:pt idx="55444">
                  <c:v>83.94</c:v>
                </c:pt>
                <c:pt idx="55445">
                  <c:v>120.89</c:v>
                </c:pt>
                <c:pt idx="55446">
                  <c:v>179.94</c:v>
                </c:pt>
                <c:pt idx="55447">
                  <c:v>127.46</c:v>
                </c:pt>
                <c:pt idx="55448">
                  <c:v>10.87</c:v>
                </c:pt>
                <c:pt idx="55449">
                  <c:v>123.38</c:v>
                </c:pt>
                <c:pt idx="55450">
                  <c:v>89.95</c:v>
                </c:pt>
                <c:pt idx="55451">
                  <c:v>53.18</c:v>
                </c:pt>
                <c:pt idx="55452">
                  <c:v>58.98</c:v>
                </c:pt>
                <c:pt idx="55453">
                  <c:v>67.48</c:v>
                </c:pt>
                <c:pt idx="55454">
                  <c:v>479.94</c:v>
                </c:pt>
                <c:pt idx="55455">
                  <c:v>41.49</c:v>
                </c:pt>
                <c:pt idx="55456">
                  <c:v>55.64</c:v>
                </c:pt>
                <c:pt idx="55457">
                  <c:v>55.98</c:v>
                </c:pt>
                <c:pt idx="55458">
                  <c:v>117.96</c:v>
                </c:pt>
                <c:pt idx="55459">
                  <c:v>169.98</c:v>
                </c:pt>
                <c:pt idx="55460">
                  <c:v>131.97999999999999</c:v>
                </c:pt>
                <c:pt idx="55461">
                  <c:v>79.849999999999994</c:v>
                </c:pt>
                <c:pt idx="55462">
                  <c:v>59.98</c:v>
                </c:pt>
                <c:pt idx="55463">
                  <c:v>125.97</c:v>
                </c:pt>
                <c:pt idx="55464">
                  <c:v>51.98</c:v>
                </c:pt>
                <c:pt idx="55465">
                  <c:v>31.48</c:v>
                </c:pt>
                <c:pt idx="55466">
                  <c:v>141.41999999999999</c:v>
                </c:pt>
                <c:pt idx="55467">
                  <c:v>28.28</c:v>
                </c:pt>
                <c:pt idx="55468">
                  <c:v>104.95</c:v>
                </c:pt>
                <c:pt idx="55469">
                  <c:v>216.5</c:v>
                </c:pt>
                <c:pt idx="55470">
                  <c:v>119.96</c:v>
                </c:pt>
                <c:pt idx="55471">
                  <c:v>103.73</c:v>
                </c:pt>
                <c:pt idx="55472">
                  <c:v>55.98</c:v>
                </c:pt>
                <c:pt idx="55473">
                  <c:v>52.68</c:v>
                </c:pt>
                <c:pt idx="55474">
                  <c:v>78.95</c:v>
                </c:pt>
                <c:pt idx="55475">
                  <c:v>22.49</c:v>
                </c:pt>
                <c:pt idx="55476">
                  <c:v>108.47</c:v>
                </c:pt>
                <c:pt idx="55477">
                  <c:v>126.47</c:v>
                </c:pt>
                <c:pt idx="55478">
                  <c:v>111.96</c:v>
                </c:pt>
                <c:pt idx="55479">
                  <c:v>23.18</c:v>
                </c:pt>
                <c:pt idx="55480">
                  <c:v>83.97</c:v>
                </c:pt>
                <c:pt idx="55481">
                  <c:v>190.74</c:v>
                </c:pt>
                <c:pt idx="55482">
                  <c:v>32.49</c:v>
                </c:pt>
                <c:pt idx="55483">
                  <c:v>61.98</c:v>
                </c:pt>
                <c:pt idx="55484">
                  <c:v>207.92</c:v>
                </c:pt>
                <c:pt idx="55485">
                  <c:v>59.98</c:v>
                </c:pt>
                <c:pt idx="55486">
                  <c:v>32.49</c:v>
                </c:pt>
                <c:pt idx="55487">
                  <c:v>131.97999999999999</c:v>
                </c:pt>
                <c:pt idx="55488">
                  <c:v>46.49</c:v>
                </c:pt>
                <c:pt idx="55489">
                  <c:v>65.97</c:v>
                </c:pt>
                <c:pt idx="55490">
                  <c:v>163.96</c:v>
                </c:pt>
                <c:pt idx="55491">
                  <c:v>111.96</c:v>
                </c:pt>
                <c:pt idx="55492">
                  <c:v>61.98</c:v>
                </c:pt>
                <c:pt idx="55493">
                  <c:v>108.87</c:v>
                </c:pt>
                <c:pt idx="55494">
                  <c:v>131.44999999999999</c:v>
                </c:pt>
                <c:pt idx="55495">
                  <c:v>115.98</c:v>
                </c:pt>
                <c:pt idx="55496">
                  <c:v>32.479999999999997</c:v>
                </c:pt>
                <c:pt idx="55497">
                  <c:v>55.78</c:v>
                </c:pt>
                <c:pt idx="55498">
                  <c:v>100.98</c:v>
                </c:pt>
                <c:pt idx="55499">
                  <c:v>54.99</c:v>
                </c:pt>
                <c:pt idx="55500">
                  <c:v>180.93</c:v>
                </c:pt>
                <c:pt idx="55501">
                  <c:v>32.49</c:v>
                </c:pt>
                <c:pt idx="55502">
                  <c:v>15.49</c:v>
                </c:pt>
                <c:pt idx="55503">
                  <c:v>53.98</c:v>
                </c:pt>
                <c:pt idx="55504">
                  <c:v>59.97</c:v>
                </c:pt>
                <c:pt idx="55505">
                  <c:v>59.39</c:v>
                </c:pt>
                <c:pt idx="55506">
                  <c:v>88.96</c:v>
                </c:pt>
                <c:pt idx="55507">
                  <c:v>50.96</c:v>
                </c:pt>
                <c:pt idx="55508">
                  <c:v>217.83</c:v>
                </c:pt>
                <c:pt idx="55509">
                  <c:v>92.97</c:v>
                </c:pt>
                <c:pt idx="55510">
                  <c:v>101.44</c:v>
                </c:pt>
                <c:pt idx="55511">
                  <c:v>73.77</c:v>
                </c:pt>
                <c:pt idx="55512">
                  <c:v>47.5</c:v>
                </c:pt>
                <c:pt idx="55513">
                  <c:v>21.76</c:v>
                </c:pt>
                <c:pt idx="55514">
                  <c:v>61.98</c:v>
                </c:pt>
                <c:pt idx="55515">
                  <c:v>220.92</c:v>
                </c:pt>
                <c:pt idx="55516">
                  <c:v>31.49</c:v>
                </c:pt>
                <c:pt idx="55517">
                  <c:v>71.97</c:v>
                </c:pt>
                <c:pt idx="55518">
                  <c:v>59.98</c:v>
                </c:pt>
                <c:pt idx="55519">
                  <c:v>29.49</c:v>
                </c:pt>
                <c:pt idx="55520">
                  <c:v>61.98</c:v>
                </c:pt>
                <c:pt idx="55521">
                  <c:v>113.95</c:v>
                </c:pt>
                <c:pt idx="55522">
                  <c:v>154.94999999999999</c:v>
                </c:pt>
                <c:pt idx="55523">
                  <c:v>111.96</c:v>
                </c:pt>
                <c:pt idx="55524">
                  <c:v>123.27</c:v>
                </c:pt>
                <c:pt idx="55525">
                  <c:v>55.98</c:v>
                </c:pt>
                <c:pt idx="55526">
                  <c:v>125.95</c:v>
                </c:pt>
                <c:pt idx="55527">
                  <c:v>155.94</c:v>
                </c:pt>
                <c:pt idx="55528">
                  <c:v>59.99</c:v>
                </c:pt>
                <c:pt idx="55529">
                  <c:v>129.94999999999999</c:v>
                </c:pt>
                <c:pt idx="55530">
                  <c:v>-169.98</c:v>
                </c:pt>
                <c:pt idx="55531">
                  <c:v>67.48</c:v>
                </c:pt>
                <c:pt idx="55532">
                  <c:v>54.99</c:v>
                </c:pt>
                <c:pt idx="55533">
                  <c:v>21.48</c:v>
                </c:pt>
                <c:pt idx="55534">
                  <c:v>111.96</c:v>
                </c:pt>
                <c:pt idx="55535">
                  <c:v>171.96</c:v>
                </c:pt>
                <c:pt idx="55536">
                  <c:v>125.79</c:v>
                </c:pt>
                <c:pt idx="55537">
                  <c:v>98.58</c:v>
                </c:pt>
                <c:pt idx="55538">
                  <c:v>55.98</c:v>
                </c:pt>
                <c:pt idx="55539">
                  <c:v>106.46</c:v>
                </c:pt>
                <c:pt idx="55540">
                  <c:v>29.09</c:v>
                </c:pt>
                <c:pt idx="55541">
                  <c:v>51.98</c:v>
                </c:pt>
                <c:pt idx="55542">
                  <c:v>155.94</c:v>
                </c:pt>
                <c:pt idx="55543">
                  <c:v>11.19</c:v>
                </c:pt>
                <c:pt idx="55544">
                  <c:v>72.97</c:v>
                </c:pt>
                <c:pt idx="55545">
                  <c:v>30.28</c:v>
                </c:pt>
                <c:pt idx="55546">
                  <c:v>63.96</c:v>
                </c:pt>
                <c:pt idx="55547">
                  <c:v>63.98</c:v>
                </c:pt>
                <c:pt idx="55548">
                  <c:v>21.29</c:v>
                </c:pt>
                <c:pt idx="55549">
                  <c:v>51.98</c:v>
                </c:pt>
                <c:pt idx="55550">
                  <c:v>55.96</c:v>
                </c:pt>
                <c:pt idx="55551">
                  <c:v>131.97999999999999</c:v>
                </c:pt>
                <c:pt idx="55552">
                  <c:v>17.489999999999998</c:v>
                </c:pt>
                <c:pt idx="55553">
                  <c:v>19.489999999999998</c:v>
                </c:pt>
                <c:pt idx="55554">
                  <c:v>149.94999999999999</c:v>
                </c:pt>
                <c:pt idx="55555">
                  <c:v>51.96</c:v>
                </c:pt>
                <c:pt idx="55556">
                  <c:v>29.49</c:v>
                </c:pt>
                <c:pt idx="55557">
                  <c:v>49.99</c:v>
                </c:pt>
                <c:pt idx="55558">
                  <c:v>59.95</c:v>
                </c:pt>
                <c:pt idx="55559">
                  <c:v>32.49</c:v>
                </c:pt>
                <c:pt idx="55560">
                  <c:v>63.88</c:v>
                </c:pt>
                <c:pt idx="55561">
                  <c:v>85.98</c:v>
                </c:pt>
                <c:pt idx="55562">
                  <c:v>84.63</c:v>
                </c:pt>
                <c:pt idx="55563">
                  <c:v>120.96</c:v>
                </c:pt>
                <c:pt idx="55564">
                  <c:v>46.49</c:v>
                </c:pt>
                <c:pt idx="55565">
                  <c:v>13.29</c:v>
                </c:pt>
                <c:pt idx="55566">
                  <c:v>59.98</c:v>
                </c:pt>
                <c:pt idx="55567">
                  <c:v>108.86</c:v>
                </c:pt>
                <c:pt idx="55568">
                  <c:v>71.959999999999994</c:v>
                </c:pt>
                <c:pt idx="55569">
                  <c:v>50.48</c:v>
                </c:pt>
                <c:pt idx="55570">
                  <c:v>107.96</c:v>
                </c:pt>
                <c:pt idx="55571">
                  <c:v>111.96</c:v>
                </c:pt>
                <c:pt idx="55572">
                  <c:v>59.98</c:v>
                </c:pt>
                <c:pt idx="55573">
                  <c:v>69.98</c:v>
                </c:pt>
                <c:pt idx="55574">
                  <c:v>79.98</c:v>
                </c:pt>
                <c:pt idx="55575">
                  <c:v>84.27</c:v>
                </c:pt>
                <c:pt idx="55576">
                  <c:v>188.95</c:v>
                </c:pt>
                <c:pt idx="55577">
                  <c:v>49.99</c:v>
                </c:pt>
                <c:pt idx="55578">
                  <c:v>30.24</c:v>
                </c:pt>
                <c:pt idx="55579">
                  <c:v>39.89</c:v>
                </c:pt>
                <c:pt idx="55580">
                  <c:v>74.97</c:v>
                </c:pt>
                <c:pt idx="55581">
                  <c:v>101.96</c:v>
                </c:pt>
                <c:pt idx="55582">
                  <c:v>12.08</c:v>
                </c:pt>
                <c:pt idx="55583">
                  <c:v>82.97</c:v>
                </c:pt>
                <c:pt idx="55584">
                  <c:v>216.66</c:v>
                </c:pt>
                <c:pt idx="55585">
                  <c:v>155.94</c:v>
                </c:pt>
                <c:pt idx="55586">
                  <c:v>107.65</c:v>
                </c:pt>
                <c:pt idx="55587">
                  <c:v>151.21</c:v>
                </c:pt>
                <c:pt idx="55588">
                  <c:v>143.91</c:v>
                </c:pt>
                <c:pt idx="55589">
                  <c:v>60.99</c:v>
                </c:pt>
                <c:pt idx="55590">
                  <c:v>79.849999999999994</c:v>
                </c:pt>
                <c:pt idx="55591">
                  <c:v>59.96</c:v>
                </c:pt>
                <c:pt idx="55592">
                  <c:v>55.98</c:v>
                </c:pt>
                <c:pt idx="55593">
                  <c:v>424.52</c:v>
                </c:pt>
                <c:pt idx="55594">
                  <c:v>104.97</c:v>
                </c:pt>
                <c:pt idx="55595">
                  <c:v>55.98</c:v>
                </c:pt>
                <c:pt idx="55596">
                  <c:v>54.98</c:v>
                </c:pt>
                <c:pt idx="55597">
                  <c:v>33.46</c:v>
                </c:pt>
                <c:pt idx="55598">
                  <c:v>55.98</c:v>
                </c:pt>
                <c:pt idx="55599">
                  <c:v>71.97</c:v>
                </c:pt>
                <c:pt idx="55600">
                  <c:v>65.989999999999995</c:v>
                </c:pt>
                <c:pt idx="55601">
                  <c:v>48.48</c:v>
                </c:pt>
                <c:pt idx="55602">
                  <c:v>65.989999999999995</c:v>
                </c:pt>
                <c:pt idx="55603">
                  <c:v>59.98</c:v>
                </c:pt>
                <c:pt idx="55604">
                  <c:v>104.96</c:v>
                </c:pt>
                <c:pt idx="55605">
                  <c:v>178.94</c:v>
                </c:pt>
                <c:pt idx="55606">
                  <c:v>31.29</c:v>
                </c:pt>
                <c:pt idx="55607">
                  <c:v>63.96</c:v>
                </c:pt>
                <c:pt idx="55608">
                  <c:v>55.96</c:v>
                </c:pt>
                <c:pt idx="55609">
                  <c:v>55.64</c:v>
                </c:pt>
                <c:pt idx="55610">
                  <c:v>68.48</c:v>
                </c:pt>
                <c:pt idx="55611">
                  <c:v>235.97</c:v>
                </c:pt>
                <c:pt idx="55612">
                  <c:v>111.96</c:v>
                </c:pt>
                <c:pt idx="55613">
                  <c:v>118.78</c:v>
                </c:pt>
                <c:pt idx="55614">
                  <c:v>56.97</c:v>
                </c:pt>
                <c:pt idx="55615">
                  <c:v>131.94</c:v>
                </c:pt>
                <c:pt idx="55616">
                  <c:v>41.29</c:v>
                </c:pt>
                <c:pt idx="55617">
                  <c:v>120.46</c:v>
                </c:pt>
                <c:pt idx="55618">
                  <c:v>131.97999999999999</c:v>
                </c:pt>
                <c:pt idx="55619">
                  <c:v>89.97</c:v>
                </c:pt>
                <c:pt idx="55620">
                  <c:v>37.28</c:v>
                </c:pt>
                <c:pt idx="55621">
                  <c:v>51.98</c:v>
                </c:pt>
                <c:pt idx="55622">
                  <c:v>99.18</c:v>
                </c:pt>
                <c:pt idx="55623">
                  <c:v>56.98</c:v>
                </c:pt>
                <c:pt idx="55624">
                  <c:v>86.95</c:v>
                </c:pt>
                <c:pt idx="55625">
                  <c:v>65.97</c:v>
                </c:pt>
                <c:pt idx="55626">
                  <c:v>120.99</c:v>
                </c:pt>
                <c:pt idx="55627">
                  <c:v>60.25</c:v>
                </c:pt>
                <c:pt idx="55628">
                  <c:v>74.95</c:v>
                </c:pt>
                <c:pt idx="55629">
                  <c:v>204.43</c:v>
                </c:pt>
                <c:pt idx="55630">
                  <c:v>287</c:v>
                </c:pt>
                <c:pt idx="55631">
                  <c:v>58.98</c:v>
                </c:pt>
                <c:pt idx="55632">
                  <c:v>86.97</c:v>
                </c:pt>
                <c:pt idx="55633">
                  <c:v>127.36</c:v>
                </c:pt>
                <c:pt idx="55634">
                  <c:v>65.989999999999995</c:v>
                </c:pt>
                <c:pt idx="55635">
                  <c:v>103.96</c:v>
                </c:pt>
                <c:pt idx="55636">
                  <c:v>50.65</c:v>
                </c:pt>
                <c:pt idx="55637">
                  <c:v>83.97</c:v>
                </c:pt>
                <c:pt idx="55638">
                  <c:v>31.49</c:v>
                </c:pt>
                <c:pt idx="55639">
                  <c:v>115.98</c:v>
                </c:pt>
                <c:pt idx="55640">
                  <c:v>27.28</c:v>
                </c:pt>
                <c:pt idx="55641">
                  <c:v>71.97</c:v>
                </c:pt>
                <c:pt idx="55642">
                  <c:v>-122.06</c:v>
                </c:pt>
                <c:pt idx="55643">
                  <c:v>77.97</c:v>
                </c:pt>
                <c:pt idx="55644">
                  <c:v>56.97</c:v>
                </c:pt>
                <c:pt idx="55645">
                  <c:v>48.98</c:v>
                </c:pt>
                <c:pt idx="55646">
                  <c:v>-12.99</c:v>
                </c:pt>
                <c:pt idx="55647">
                  <c:v>26.99</c:v>
                </c:pt>
                <c:pt idx="55648">
                  <c:v>39.99</c:v>
                </c:pt>
                <c:pt idx="55649">
                  <c:v>227.88</c:v>
                </c:pt>
                <c:pt idx="55650">
                  <c:v>77.97</c:v>
                </c:pt>
                <c:pt idx="55651">
                  <c:v>59.98</c:v>
                </c:pt>
                <c:pt idx="55652">
                  <c:v>164.93</c:v>
                </c:pt>
                <c:pt idx="55653">
                  <c:v>116.96</c:v>
                </c:pt>
                <c:pt idx="55654">
                  <c:v>25.49</c:v>
                </c:pt>
                <c:pt idx="55655">
                  <c:v>65.989999999999995</c:v>
                </c:pt>
                <c:pt idx="55656">
                  <c:v>108.88</c:v>
                </c:pt>
                <c:pt idx="55657">
                  <c:v>79.98</c:v>
                </c:pt>
                <c:pt idx="55658">
                  <c:v>39.99</c:v>
                </c:pt>
                <c:pt idx="55659">
                  <c:v>41.49</c:v>
                </c:pt>
                <c:pt idx="55660">
                  <c:v>83.48</c:v>
                </c:pt>
                <c:pt idx="55661">
                  <c:v>53.48</c:v>
                </c:pt>
                <c:pt idx="55662">
                  <c:v>69.989999999999995</c:v>
                </c:pt>
                <c:pt idx="55663">
                  <c:v>115.98</c:v>
                </c:pt>
                <c:pt idx="55664">
                  <c:v>89.97</c:v>
                </c:pt>
                <c:pt idx="55665">
                  <c:v>58.98</c:v>
                </c:pt>
                <c:pt idx="55666">
                  <c:v>81.95</c:v>
                </c:pt>
                <c:pt idx="55667">
                  <c:v>31.49</c:v>
                </c:pt>
                <c:pt idx="55668">
                  <c:v>55.98</c:v>
                </c:pt>
                <c:pt idx="55669">
                  <c:v>55.98</c:v>
                </c:pt>
                <c:pt idx="55670">
                  <c:v>69.98</c:v>
                </c:pt>
                <c:pt idx="55671">
                  <c:v>56.97</c:v>
                </c:pt>
                <c:pt idx="55672">
                  <c:v>52.17</c:v>
                </c:pt>
                <c:pt idx="55673">
                  <c:v>67.739999999999995</c:v>
                </c:pt>
                <c:pt idx="55674">
                  <c:v>69.989999999999995</c:v>
                </c:pt>
                <c:pt idx="55675">
                  <c:v>147.97</c:v>
                </c:pt>
                <c:pt idx="55676">
                  <c:v>56.97</c:v>
                </c:pt>
                <c:pt idx="55677">
                  <c:v>59.95</c:v>
                </c:pt>
                <c:pt idx="55678">
                  <c:v>76.19</c:v>
                </c:pt>
                <c:pt idx="55679">
                  <c:v>62.45</c:v>
                </c:pt>
                <c:pt idx="55680">
                  <c:v>75.98</c:v>
                </c:pt>
                <c:pt idx="55681">
                  <c:v>59.99</c:v>
                </c:pt>
                <c:pt idx="55682">
                  <c:v>111.96</c:v>
                </c:pt>
                <c:pt idx="55683">
                  <c:v>119.97</c:v>
                </c:pt>
                <c:pt idx="55684">
                  <c:v>111.96</c:v>
                </c:pt>
                <c:pt idx="55685">
                  <c:v>106.96</c:v>
                </c:pt>
                <c:pt idx="55686">
                  <c:v>84.98</c:v>
                </c:pt>
                <c:pt idx="55687">
                  <c:v>54.98</c:v>
                </c:pt>
                <c:pt idx="55688">
                  <c:v>57.98</c:v>
                </c:pt>
                <c:pt idx="55689">
                  <c:v>77.97</c:v>
                </c:pt>
                <c:pt idx="55690">
                  <c:v>55.61</c:v>
                </c:pt>
                <c:pt idx="55691">
                  <c:v>49.95</c:v>
                </c:pt>
                <c:pt idx="55692">
                  <c:v>55.98</c:v>
                </c:pt>
                <c:pt idx="55693">
                  <c:v>57.07</c:v>
                </c:pt>
                <c:pt idx="55694">
                  <c:v>131.97999999999999</c:v>
                </c:pt>
                <c:pt idx="55695">
                  <c:v>56.97</c:v>
                </c:pt>
                <c:pt idx="55696">
                  <c:v>65.989999999999995</c:v>
                </c:pt>
                <c:pt idx="55697">
                  <c:v>59.96</c:v>
                </c:pt>
                <c:pt idx="55698">
                  <c:v>118.18</c:v>
                </c:pt>
                <c:pt idx="55699">
                  <c:v>55.78</c:v>
                </c:pt>
                <c:pt idx="55700">
                  <c:v>56.98</c:v>
                </c:pt>
                <c:pt idx="55701">
                  <c:v>65.3</c:v>
                </c:pt>
                <c:pt idx="55702">
                  <c:v>79.98</c:v>
                </c:pt>
                <c:pt idx="55703">
                  <c:v>85.47</c:v>
                </c:pt>
                <c:pt idx="55704">
                  <c:v>144.66</c:v>
                </c:pt>
                <c:pt idx="55705">
                  <c:v>65.989999999999995</c:v>
                </c:pt>
                <c:pt idx="55706">
                  <c:v>361.93</c:v>
                </c:pt>
                <c:pt idx="55707">
                  <c:v>-144.66</c:v>
                </c:pt>
                <c:pt idx="55708">
                  <c:v>126.23</c:v>
                </c:pt>
                <c:pt idx="55709">
                  <c:v>116.1</c:v>
                </c:pt>
                <c:pt idx="55710">
                  <c:v>70.97</c:v>
                </c:pt>
                <c:pt idx="55711">
                  <c:v>58.48</c:v>
                </c:pt>
                <c:pt idx="55712">
                  <c:v>76.19</c:v>
                </c:pt>
                <c:pt idx="55713">
                  <c:v>29.49</c:v>
                </c:pt>
                <c:pt idx="55714">
                  <c:v>65.989999999999995</c:v>
                </c:pt>
                <c:pt idx="55715">
                  <c:v>55.98</c:v>
                </c:pt>
                <c:pt idx="55716">
                  <c:v>172.96</c:v>
                </c:pt>
                <c:pt idx="55717">
                  <c:v>56.94</c:v>
                </c:pt>
                <c:pt idx="55718">
                  <c:v>83.97</c:v>
                </c:pt>
                <c:pt idx="55719">
                  <c:v>260.08999999999997</c:v>
                </c:pt>
                <c:pt idx="55720">
                  <c:v>9.41</c:v>
                </c:pt>
                <c:pt idx="55721">
                  <c:v>47.23</c:v>
                </c:pt>
                <c:pt idx="55722">
                  <c:v>122.06</c:v>
                </c:pt>
                <c:pt idx="55723">
                  <c:v>99.98</c:v>
                </c:pt>
                <c:pt idx="55724">
                  <c:v>99.98</c:v>
                </c:pt>
                <c:pt idx="55725">
                  <c:v>89.97</c:v>
                </c:pt>
                <c:pt idx="55726">
                  <c:v>111.96</c:v>
                </c:pt>
                <c:pt idx="55727">
                  <c:v>103.96</c:v>
                </c:pt>
                <c:pt idx="55728">
                  <c:v>111.27</c:v>
                </c:pt>
                <c:pt idx="55729">
                  <c:v>105.98</c:v>
                </c:pt>
                <c:pt idx="55730">
                  <c:v>111.96</c:v>
                </c:pt>
                <c:pt idx="55731">
                  <c:v>45.49</c:v>
                </c:pt>
                <c:pt idx="55732">
                  <c:v>113.97</c:v>
                </c:pt>
                <c:pt idx="55733">
                  <c:v>54.98</c:v>
                </c:pt>
                <c:pt idx="55734">
                  <c:v>186.29</c:v>
                </c:pt>
                <c:pt idx="55735">
                  <c:v>51.98</c:v>
                </c:pt>
                <c:pt idx="55736">
                  <c:v>48.97</c:v>
                </c:pt>
                <c:pt idx="55737">
                  <c:v>76.97</c:v>
                </c:pt>
                <c:pt idx="55738">
                  <c:v>54.98</c:v>
                </c:pt>
                <c:pt idx="55739">
                  <c:v>46.49</c:v>
                </c:pt>
                <c:pt idx="55740">
                  <c:v>81.97</c:v>
                </c:pt>
                <c:pt idx="55741">
                  <c:v>85.98</c:v>
                </c:pt>
                <c:pt idx="55742">
                  <c:v>46.48</c:v>
                </c:pt>
                <c:pt idx="55743">
                  <c:v>47.15</c:v>
                </c:pt>
                <c:pt idx="55744">
                  <c:v>74.95</c:v>
                </c:pt>
                <c:pt idx="55745">
                  <c:v>59.98</c:v>
                </c:pt>
                <c:pt idx="55746">
                  <c:v>61.97</c:v>
                </c:pt>
                <c:pt idx="55747">
                  <c:v>109.05</c:v>
                </c:pt>
                <c:pt idx="55748">
                  <c:v>55.98</c:v>
                </c:pt>
                <c:pt idx="55749">
                  <c:v>51.98</c:v>
                </c:pt>
                <c:pt idx="55750">
                  <c:v>55.98</c:v>
                </c:pt>
                <c:pt idx="55751">
                  <c:v>53.97</c:v>
                </c:pt>
                <c:pt idx="55752">
                  <c:v>87.47</c:v>
                </c:pt>
                <c:pt idx="55753">
                  <c:v>20.29</c:v>
                </c:pt>
                <c:pt idx="55754">
                  <c:v>73.48</c:v>
                </c:pt>
                <c:pt idx="55755">
                  <c:v>58.98</c:v>
                </c:pt>
                <c:pt idx="55756">
                  <c:v>51.47</c:v>
                </c:pt>
                <c:pt idx="55757">
                  <c:v>137.94</c:v>
                </c:pt>
                <c:pt idx="55758">
                  <c:v>114.91</c:v>
                </c:pt>
                <c:pt idx="55759">
                  <c:v>65.989999999999995</c:v>
                </c:pt>
                <c:pt idx="55760">
                  <c:v>75.66</c:v>
                </c:pt>
                <c:pt idx="55761">
                  <c:v>51.98</c:v>
                </c:pt>
                <c:pt idx="55762">
                  <c:v>27.29</c:v>
                </c:pt>
                <c:pt idx="55763">
                  <c:v>55.98</c:v>
                </c:pt>
                <c:pt idx="55764">
                  <c:v>65.97</c:v>
                </c:pt>
                <c:pt idx="55765">
                  <c:v>59.98</c:v>
                </c:pt>
                <c:pt idx="55766">
                  <c:v>153.46</c:v>
                </c:pt>
                <c:pt idx="55767">
                  <c:v>82.97</c:v>
                </c:pt>
                <c:pt idx="55768">
                  <c:v>79.97</c:v>
                </c:pt>
                <c:pt idx="55769">
                  <c:v>31.49</c:v>
                </c:pt>
                <c:pt idx="55770">
                  <c:v>138.94999999999999</c:v>
                </c:pt>
                <c:pt idx="55771">
                  <c:v>123.47</c:v>
                </c:pt>
                <c:pt idx="55772">
                  <c:v>26.29</c:v>
                </c:pt>
                <c:pt idx="55773">
                  <c:v>52.97</c:v>
                </c:pt>
                <c:pt idx="55774">
                  <c:v>69.98</c:v>
                </c:pt>
                <c:pt idx="55775">
                  <c:v>119.97</c:v>
                </c:pt>
                <c:pt idx="55776">
                  <c:v>64.48</c:v>
                </c:pt>
                <c:pt idx="55777">
                  <c:v>103.37</c:v>
                </c:pt>
                <c:pt idx="55778">
                  <c:v>103.97</c:v>
                </c:pt>
                <c:pt idx="55779">
                  <c:v>46.29</c:v>
                </c:pt>
                <c:pt idx="55780">
                  <c:v>50.45</c:v>
                </c:pt>
                <c:pt idx="55781">
                  <c:v>20.46</c:v>
                </c:pt>
                <c:pt idx="55782">
                  <c:v>52.18</c:v>
                </c:pt>
                <c:pt idx="55783">
                  <c:v>51.98</c:v>
                </c:pt>
                <c:pt idx="55784">
                  <c:v>164.51</c:v>
                </c:pt>
                <c:pt idx="55785">
                  <c:v>78.58</c:v>
                </c:pt>
                <c:pt idx="55786">
                  <c:v>107.97</c:v>
                </c:pt>
                <c:pt idx="55787">
                  <c:v>79.98</c:v>
                </c:pt>
                <c:pt idx="55788">
                  <c:v>106.44</c:v>
                </c:pt>
                <c:pt idx="55789">
                  <c:v>151.79</c:v>
                </c:pt>
                <c:pt idx="55790">
                  <c:v>51.98</c:v>
                </c:pt>
                <c:pt idx="55791">
                  <c:v>65.459999999999994</c:v>
                </c:pt>
                <c:pt idx="55792">
                  <c:v>104.93</c:v>
                </c:pt>
                <c:pt idx="55793">
                  <c:v>91.06</c:v>
                </c:pt>
                <c:pt idx="55794">
                  <c:v>223.11</c:v>
                </c:pt>
                <c:pt idx="55795">
                  <c:v>43.48</c:v>
                </c:pt>
                <c:pt idx="55796">
                  <c:v>99.9</c:v>
                </c:pt>
                <c:pt idx="55797">
                  <c:v>91.94</c:v>
                </c:pt>
                <c:pt idx="55798">
                  <c:v>-25</c:v>
                </c:pt>
                <c:pt idx="55799">
                  <c:v>97.99</c:v>
                </c:pt>
                <c:pt idx="55800">
                  <c:v>54.98</c:v>
                </c:pt>
                <c:pt idx="55801">
                  <c:v>74.95</c:v>
                </c:pt>
                <c:pt idx="55802">
                  <c:v>65.3</c:v>
                </c:pt>
                <c:pt idx="55803">
                  <c:v>49.48</c:v>
                </c:pt>
                <c:pt idx="55804">
                  <c:v>114.97</c:v>
                </c:pt>
                <c:pt idx="55805">
                  <c:v>56.68</c:v>
                </c:pt>
                <c:pt idx="55806">
                  <c:v>134.94999999999999</c:v>
                </c:pt>
                <c:pt idx="55807">
                  <c:v>263.95999999999998</c:v>
                </c:pt>
                <c:pt idx="55808">
                  <c:v>99.96</c:v>
                </c:pt>
                <c:pt idx="55809">
                  <c:v>120.99</c:v>
                </c:pt>
                <c:pt idx="55810">
                  <c:v>65.459999999999994</c:v>
                </c:pt>
                <c:pt idx="55811">
                  <c:v>77.42</c:v>
                </c:pt>
                <c:pt idx="55812">
                  <c:v>89.96</c:v>
                </c:pt>
                <c:pt idx="55813">
                  <c:v>103.95</c:v>
                </c:pt>
                <c:pt idx="55814">
                  <c:v>89.98</c:v>
                </c:pt>
                <c:pt idx="55815">
                  <c:v>13.29</c:v>
                </c:pt>
                <c:pt idx="55816">
                  <c:v>51.98</c:v>
                </c:pt>
                <c:pt idx="55817">
                  <c:v>49.99</c:v>
                </c:pt>
                <c:pt idx="55818">
                  <c:v>161.96</c:v>
                </c:pt>
                <c:pt idx="55819">
                  <c:v>50.96</c:v>
                </c:pt>
                <c:pt idx="55820">
                  <c:v>89.97</c:v>
                </c:pt>
                <c:pt idx="55821">
                  <c:v>55.42</c:v>
                </c:pt>
                <c:pt idx="55822">
                  <c:v>37.43</c:v>
                </c:pt>
                <c:pt idx="55823">
                  <c:v>65.459999999999994</c:v>
                </c:pt>
                <c:pt idx="55824">
                  <c:v>32.65</c:v>
                </c:pt>
                <c:pt idx="55825">
                  <c:v>59.98</c:v>
                </c:pt>
                <c:pt idx="55826">
                  <c:v>75.959999999999994</c:v>
                </c:pt>
                <c:pt idx="55827">
                  <c:v>62.99</c:v>
                </c:pt>
                <c:pt idx="55828">
                  <c:v>59.98</c:v>
                </c:pt>
                <c:pt idx="55829">
                  <c:v>50.97</c:v>
                </c:pt>
                <c:pt idx="55830">
                  <c:v>83.97</c:v>
                </c:pt>
                <c:pt idx="55831">
                  <c:v>26.29</c:v>
                </c:pt>
                <c:pt idx="55832">
                  <c:v>102.83</c:v>
                </c:pt>
                <c:pt idx="55833">
                  <c:v>24.99</c:v>
                </c:pt>
                <c:pt idx="55834">
                  <c:v>59.98</c:v>
                </c:pt>
                <c:pt idx="55835">
                  <c:v>59.96</c:v>
                </c:pt>
                <c:pt idx="55836">
                  <c:v>101.44</c:v>
                </c:pt>
                <c:pt idx="55837">
                  <c:v>106.95</c:v>
                </c:pt>
                <c:pt idx="55838">
                  <c:v>232.25</c:v>
                </c:pt>
                <c:pt idx="55839">
                  <c:v>68.48</c:v>
                </c:pt>
                <c:pt idx="55840">
                  <c:v>51.98</c:v>
                </c:pt>
                <c:pt idx="55841">
                  <c:v>54.57</c:v>
                </c:pt>
                <c:pt idx="55842">
                  <c:v>107.96</c:v>
                </c:pt>
                <c:pt idx="55843">
                  <c:v>103.94</c:v>
                </c:pt>
                <c:pt idx="55844">
                  <c:v>28.49</c:v>
                </c:pt>
                <c:pt idx="55845">
                  <c:v>63.96</c:v>
                </c:pt>
                <c:pt idx="55846">
                  <c:v>329.95</c:v>
                </c:pt>
                <c:pt idx="55847">
                  <c:v>53.98</c:v>
                </c:pt>
                <c:pt idx="55848">
                  <c:v>60.97</c:v>
                </c:pt>
                <c:pt idx="55849">
                  <c:v>59.98</c:v>
                </c:pt>
                <c:pt idx="55850">
                  <c:v>48.97</c:v>
                </c:pt>
                <c:pt idx="55851">
                  <c:v>77.97</c:v>
                </c:pt>
                <c:pt idx="55852">
                  <c:v>29.49</c:v>
                </c:pt>
                <c:pt idx="55853">
                  <c:v>145.97</c:v>
                </c:pt>
                <c:pt idx="55854">
                  <c:v>79.98</c:v>
                </c:pt>
                <c:pt idx="55855">
                  <c:v>82.98</c:v>
                </c:pt>
                <c:pt idx="55856">
                  <c:v>55.98</c:v>
                </c:pt>
                <c:pt idx="55857">
                  <c:v>59.98</c:v>
                </c:pt>
                <c:pt idx="55858">
                  <c:v>130.91999999999999</c:v>
                </c:pt>
                <c:pt idx="55859">
                  <c:v>105.98</c:v>
                </c:pt>
                <c:pt idx="55860">
                  <c:v>210.9</c:v>
                </c:pt>
                <c:pt idx="55861">
                  <c:v>28.38</c:v>
                </c:pt>
                <c:pt idx="55862">
                  <c:v>59.39</c:v>
                </c:pt>
                <c:pt idx="55863">
                  <c:v>148.94999999999999</c:v>
                </c:pt>
                <c:pt idx="55864">
                  <c:v>53.97</c:v>
                </c:pt>
                <c:pt idx="55865">
                  <c:v>25.73</c:v>
                </c:pt>
                <c:pt idx="55866">
                  <c:v>59.98</c:v>
                </c:pt>
                <c:pt idx="55867">
                  <c:v>83.97</c:v>
                </c:pt>
                <c:pt idx="55868">
                  <c:v>41.29</c:v>
                </c:pt>
                <c:pt idx="55869">
                  <c:v>221.96</c:v>
                </c:pt>
                <c:pt idx="55870">
                  <c:v>21.76</c:v>
                </c:pt>
                <c:pt idx="55871">
                  <c:v>263.95999999999998</c:v>
                </c:pt>
                <c:pt idx="55872">
                  <c:v>81.98</c:v>
                </c:pt>
                <c:pt idx="55873">
                  <c:v>55.98</c:v>
                </c:pt>
                <c:pt idx="55874">
                  <c:v>80.98</c:v>
                </c:pt>
                <c:pt idx="55875">
                  <c:v>55.98</c:v>
                </c:pt>
                <c:pt idx="55876">
                  <c:v>114.97</c:v>
                </c:pt>
                <c:pt idx="55877">
                  <c:v>59.98</c:v>
                </c:pt>
                <c:pt idx="55878">
                  <c:v>49.47</c:v>
                </c:pt>
                <c:pt idx="55879">
                  <c:v>137.96</c:v>
                </c:pt>
                <c:pt idx="55880">
                  <c:v>53.94</c:v>
                </c:pt>
                <c:pt idx="55881">
                  <c:v>51.96</c:v>
                </c:pt>
                <c:pt idx="55882">
                  <c:v>53.98</c:v>
                </c:pt>
                <c:pt idx="55883">
                  <c:v>33.28</c:v>
                </c:pt>
                <c:pt idx="55884">
                  <c:v>49.55</c:v>
                </c:pt>
                <c:pt idx="55885">
                  <c:v>79.98</c:v>
                </c:pt>
                <c:pt idx="55886">
                  <c:v>51.98</c:v>
                </c:pt>
                <c:pt idx="55887">
                  <c:v>37.49</c:v>
                </c:pt>
                <c:pt idx="55888">
                  <c:v>139.94999999999999</c:v>
                </c:pt>
                <c:pt idx="55889">
                  <c:v>84.96</c:v>
                </c:pt>
                <c:pt idx="55890">
                  <c:v>72.97</c:v>
                </c:pt>
                <c:pt idx="55891">
                  <c:v>51.98</c:v>
                </c:pt>
                <c:pt idx="55892">
                  <c:v>18.079999999999998</c:v>
                </c:pt>
                <c:pt idx="55893">
                  <c:v>46.47</c:v>
                </c:pt>
                <c:pt idx="55894">
                  <c:v>59.96</c:v>
                </c:pt>
                <c:pt idx="55895">
                  <c:v>20.49</c:v>
                </c:pt>
                <c:pt idx="55896">
                  <c:v>59.98</c:v>
                </c:pt>
                <c:pt idx="55897">
                  <c:v>69.98</c:v>
                </c:pt>
                <c:pt idx="55898">
                  <c:v>77.97</c:v>
                </c:pt>
                <c:pt idx="55899">
                  <c:v>89.84</c:v>
                </c:pt>
                <c:pt idx="55900">
                  <c:v>59.98</c:v>
                </c:pt>
                <c:pt idx="55901">
                  <c:v>83.97</c:v>
                </c:pt>
                <c:pt idx="55902">
                  <c:v>105.96</c:v>
                </c:pt>
                <c:pt idx="55903">
                  <c:v>104.96</c:v>
                </c:pt>
                <c:pt idx="55904">
                  <c:v>65.06</c:v>
                </c:pt>
                <c:pt idx="55905">
                  <c:v>121.97</c:v>
                </c:pt>
                <c:pt idx="55906">
                  <c:v>56.97</c:v>
                </c:pt>
                <c:pt idx="55907">
                  <c:v>109.97</c:v>
                </c:pt>
                <c:pt idx="55908">
                  <c:v>146.55000000000001</c:v>
                </c:pt>
                <c:pt idx="55909">
                  <c:v>44.48</c:v>
                </c:pt>
                <c:pt idx="55910">
                  <c:v>89.97</c:v>
                </c:pt>
                <c:pt idx="55911">
                  <c:v>68.97</c:v>
                </c:pt>
                <c:pt idx="55912">
                  <c:v>58.98</c:v>
                </c:pt>
                <c:pt idx="55913">
                  <c:v>76.97</c:v>
                </c:pt>
                <c:pt idx="55914">
                  <c:v>125.91</c:v>
                </c:pt>
                <c:pt idx="55915">
                  <c:v>95.97</c:v>
                </c:pt>
                <c:pt idx="55916">
                  <c:v>65.989999999999995</c:v>
                </c:pt>
                <c:pt idx="55917">
                  <c:v>84.68</c:v>
                </c:pt>
                <c:pt idx="55918">
                  <c:v>103.96</c:v>
                </c:pt>
                <c:pt idx="55919">
                  <c:v>55.98</c:v>
                </c:pt>
                <c:pt idx="55920">
                  <c:v>87.97</c:v>
                </c:pt>
                <c:pt idx="55921">
                  <c:v>62.97</c:v>
                </c:pt>
                <c:pt idx="55922">
                  <c:v>79.959999999999994</c:v>
                </c:pt>
                <c:pt idx="55923">
                  <c:v>131.97999999999999</c:v>
                </c:pt>
                <c:pt idx="55924">
                  <c:v>58.46</c:v>
                </c:pt>
                <c:pt idx="55925">
                  <c:v>83.97</c:v>
                </c:pt>
                <c:pt idx="55926">
                  <c:v>52.98</c:v>
                </c:pt>
                <c:pt idx="55927">
                  <c:v>103.96</c:v>
                </c:pt>
                <c:pt idx="55928">
                  <c:v>51.38</c:v>
                </c:pt>
                <c:pt idx="55929">
                  <c:v>59.98</c:v>
                </c:pt>
                <c:pt idx="55930">
                  <c:v>34.479999999999997</c:v>
                </c:pt>
                <c:pt idx="55931">
                  <c:v>60.36</c:v>
                </c:pt>
                <c:pt idx="55932">
                  <c:v>65.3</c:v>
                </c:pt>
                <c:pt idx="55933">
                  <c:v>151.97</c:v>
                </c:pt>
                <c:pt idx="55934">
                  <c:v>24.48</c:v>
                </c:pt>
                <c:pt idx="55935">
                  <c:v>86.97</c:v>
                </c:pt>
                <c:pt idx="55936">
                  <c:v>80.98</c:v>
                </c:pt>
                <c:pt idx="55937">
                  <c:v>54.98</c:v>
                </c:pt>
                <c:pt idx="55938">
                  <c:v>50.97</c:v>
                </c:pt>
                <c:pt idx="55939">
                  <c:v>258.91000000000003</c:v>
                </c:pt>
                <c:pt idx="55940">
                  <c:v>50.62</c:v>
                </c:pt>
                <c:pt idx="55941">
                  <c:v>89.98</c:v>
                </c:pt>
                <c:pt idx="55942">
                  <c:v>103.96</c:v>
                </c:pt>
                <c:pt idx="55943">
                  <c:v>96.78</c:v>
                </c:pt>
                <c:pt idx="55944">
                  <c:v>8.49</c:v>
                </c:pt>
                <c:pt idx="55945">
                  <c:v>56.94</c:v>
                </c:pt>
                <c:pt idx="55946">
                  <c:v>119.96</c:v>
                </c:pt>
                <c:pt idx="55947">
                  <c:v>131.97999999999999</c:v>
                </c:pt>
                <c:pt idx="55948">
                  <c:v>112.95</c:v>
                </c:pt>
                <c:pt idx="55949">
                  <c:v>108.47</c:v>
                </c:pt>
                <c:pt idx="55950">
                  <c:v>60.99</c:v>
                </c:pt>
                <c:pt idx="55951">
                  <c:v>54.48</c:v>
                </c:pt>
                <c:pt idx="55952">
                  <c:v>65.989999999999995</c:v>
                </c:pt>
                <c:pt idx="55953">
                  <c:v>79.849999999999994</c:v>
                </c:pt>
                <c:pt idx="55954">
                  <c:v>83.97</c:v>
                </c:pt>
                <c:pt idx="55955">
                  <c:v>31.29</c:v>
                </c:pt>
                <c:pt idx="55956">
                  <c:v>29.24</c:v>
                </c:pt>
                <c:pt idx="55957">
                  <c:v>57.91</c:v>
                </c:pt>
                <c:pt idx="55958">
                  <c:v>58.98</c:v>
                </c:pt>
                <c:pt idx="55959">
                  <c:v>51.98</c:v>
                </c:pt>
                <c:pt idx="55960">
                  <c:v>63.96</c:v>
                </c:pt>
                <c:pt idx="55961">
                  <c:v>29.49</c:v>
                </c:pt>
                <c:pt idx="55962">
                  <c:v>52.98</c:v>
                </c:pt>
                <c:pt idx="55963">
                  <c:v>269.52999999999997</c:v>
                </c:pt>
                <c:pt idx="55964">
                  <c:v>51.28</c:v>
                </c:pt>
                <c:pt idx="55965">
                  <c:v>59.98</c:v>
                </c:pt>
                <c:pt idx="55966">
                  <c:v>107.64</c:v>
                </c:pt>
                <c:pt idx="55967">
                  <c:v>82.97</c:v>
                </c:pt>
                <c:pt idx="55968">
                  <c:v>53.98</c:v>
                </c:pt>
                <c:pt idx="55969">
                  <c:v>31.49</c:v>
                </c:pt>
                <c:pt idx="55970">
                  <c:v>51.98</c:v>
                </c:pt>
                <c:pt idx="55971">
                  <c:v>75.87</c:v>
                </c:pt>
                <c:pt idx="55972">
                  <c:v>113.94</c:v>
                </c:pt>
                <c:pt idx="55973">
                  <c:v>34.28</c:v>
                </c:pt>
                <c:pt idx="55974">
                  <c:v>62.99</c:v>
                </c:pt>
                <c:pt idx="55975">
                  <c:v>178.94</c:v>
                </c:pt>
                <c:pt idx="55976">
                  <c:v>69.989999999999995</c:v>
                </c:pt>
                <c:pt idx="55977">
                  <c:v>87.47</c:v>
                </c:pt>
                <c:pt idx="55978">
                  <c:v>30</c:v>
                </c:pt>
                <c:pt idx="55979">
                  <c:v>78.97</c:v>
                </c:pt>
                <c:pt idx="55980">
                  <c:v>115.97</c:v>
                </c:pt>
                <c:pt idx="55981">
                  <c:v>152.06</c:v>
                </c:pt>
                <c:pt idx="55982">
                  <c:v>55.98</c:v>
                </c:pt>
                <c:pt idx="55983">
                  <c:v>52.48</c:v>
                </c:pt>
                <c:pt idx="55984">
                  <c:v>59.98</c:v>
                </c:pt>
                <c:pt idx="55985">
                  <c:v>75.959999999999994</c:v>
                </c:pt>
                <c:pt idx="55986">
                  <c:v>51.98</c:v>
                </c:pt>
                <c:pt idx="55987">
                  <c:v>75.98</c:v>
                </c:pt>
                <c:pt idx="55988">
                  <c:v>59.96</c:v>
                </c:pt>
                <c:pt idx="55989">
                  <c:v>56.49</c:v>
                </c:pt>
                <c:pt idx="55990">
                  <c:v>65.989999999999995</c:v>
                </c:pt>
                <c:pt idx="55991">
                  <c:v>51.98</c:v>
                </c:pt>
                <c:pt idx="55992">
                  <c:v>19.489999999999998</c:v>
                </c:pt>
                <c:pt idx="55993">
                  <c:v>65.989999999999995</c:v>
                </c:pt>
                <c:pt idx="55994">
                  <c:v>17.29</c:v>
                </c:pt>
                <c:pt idx="55995">
                  <c:v>86.97</c:v>
                </c:pt>
                <c:pt idx="55996">
                  <c:v>119.97</c:v>
                </c:pt>
                <c:pt idx="55997">
                  <c:v>16.29</c:v>
                </c:pt>
                <c:pt idx="55998">
                  <c:v>83.97</c:v>
                </c:pt>
                <c:pt idx="55999">
                  <c:v>55.98</c:v>
                </c:pt>
                <c:pt idx="56000">
                  <c:v>143.94999999999999</c:v>
                </c:pt>
                <c:pt idx="56001">
                  <c:v>58.98</c:v>
                </c:pt>
                <c:pt idx="56002">
                  <c:v>105.22</c:v>
                </c:pt>
                <c:pt idx="56003">
                  <c:v>41.29</c:v>
                </c:pt>
                <c:pt idx="56004">
                  <c:v>-37.49</c:v>
                </c:pt>
                <c:pt idx="56005">
                  <c:v>119.96</c:v>
                </c:pt>
                <c:pt idx="56006">
                  <c:v>65.989999999999995</c:v>
                </c:pt>
                <c:pt idx="56007">
                  <c:v>13.28</c:v>
                </c:pt>
                <c:pt idx="56008">
                  <c:v>16.489999999999998</c:v>
                </c:pt>
                <c:pt idx="56009">
                  <c:v>129.96</c:v>
                </c:pt>
                <c:pt idx="56010">
                  <c:v>0</c:v>
                </c:pt>
                <c:pt idx="56011">
                  <c:v>163.46</c:v>
                </c:pt>
                <c:pt idx="56012">
                  <c:v>124.95</c:v>
                </c:pt>
                <c:pt idx="56013">
                  <c:v>74.98</c:v>
                </c:pt>
                <c:pt idx="56014">
                  <c:v>90.46</c:v>
                </c:pt>
                <c:pt idx="56015">
                  <c:v>89.97</c:v>
                </c:pt>
                <c:pt idx="56016">
                  <c:v>66.58</c:v>
                </c:pt>
                <c:pt idx="56017">
                  <c:v>59.98</c:v>
                </c:pt>
                <c:pt idx="56018">
                  <c:v>63.98</c:v>
                </c:pt>
                <c:pt idx="56019">
                  <c:v>28.49</c:v>
                </c:pt>
                <c:pt idx="56020">
                  <c:v>86.37</c:v>
                </c:pt>
                <c:pt idx="56021">
                  <c:v>55.64</c:v>
                </c:pt>
                <c:pt idx="56022">
                  <c:v>31.49</c:v>
                </c:pt>
                <c:pt idx="56023">
                  <c:v>104.45</c:v>
                </c:pt>
                <c:pt idx="56024">
                  <c:v>117.96</c:v>
                </c:pt>
                <c:pt idx="56025">
                  <c:v>37.49</c:v>
                </c:pt>
                <c:pt idx="56026">
                  <c:v>55.98</c:v>
                </c:pt>
                <c:pt idx="56027">
                  <c:v>13.29</c:v>
                </c:pt>
                <c:pt idx="56028">
                  <c:v>59.98</c:v>
                </c:pt>
                <c:pt idx="56029">
                  <c:v>51.98</c:v>
                </c:pt>
                <c:pt idx="56030">
                  <c:v>49.49</c:v>
                </c:pt>
                <c:pt idx="56031">
                  <c:v>30.98</c:v>
                </c:pt>
                <c:pt idx="56032">
                  <c:v>46.49</c:v>
                </c:pt>
                <c:pt idx="56033">
                  <c:v>59.98</c:v>
                </c:pt>
                <c:pt idx="56034">
                  <c:v>212.89</c:v>
                </c:pt>
                <c:pt idx="56035">
                  <c:v>20.55</c:v>
                </c:pt>
                <c:pt idx="56036">
                  <c:v>134.47</c:v>
                </c:pt>
                <c:pt idx="56037">
                  <c:v>59.96</c:v>
                </c:pt>
                <c:pt idx="56038">
                  <c:v>68.98</c:v>
                </c:pt>
                <c:pt idx="56039">
                  <c:v>89.97</c:v>
                </c:pt>
                <c:pt idx="56040">
                  <c:v>179.96</c:v>
                </c:pt>
                <c:pt idx="56041">
                  <c:v>68.48</c:v>
                </c:pt>
                <c:pt idx="56042">
                  <c:v>55.98</c:v>
                </c:pt>
                <c:pt idx="56043">
                  <c:v>99.99</c:v>
                </c:pt>
                <c:pt idx="56044">
                  <c:v>31.29</c:v>
                </c:pt>
                <c:pt idx="56045">
                  <c:v>54.98</c:v>
                </c:pt>
                <c:pt idx="56046">
                  <c:v>68.98</c:v>
                </c:pt>
                <c:pt idx="56047">
                  <c:v>33.28</c:v>
                </c:pt>
                <c:pt idx="56048">
                  <c:v>19.489999999999998</c:v>
                </c:pt>
                <c:pt idx="56049">
                  <c:v>51.94</c:v>
                </c:pt>
                <c:pt idx="56050">
                  <c:v>83.97</c:v>
                </c:pt>
                <c:pt idx="56051">
                  <c:v>83.97</c:v>
                </c:pt>
                <c:pt idx="56052">
                  <c:v>71.97</c:v>
                </c:pt>
                <c:pt idx="56053">
                  <c:v>82.24</c:v>
                </c:pt>
                <c:pt idx="56054">
                  <c:v>51.97</c:v>
                </c:pt>
                <c:pt idx="56055">
                  <c:v>69.98</c:v>
                </c:pt>
                <c:pt idx="56056">
                  <c:v>95.97</c:v>
                </c:pt>
                <c:pt idx="56057">
                  <c:v>58.97</c:v>
                </c:pt>
                <c:pt idx="56058">
                  <c:v>159.69999999999999</c:v>
                </c:pt>
                <c:pt idx="56059">
                  <c:v>31.49</c:v>
                </c:pt>
                <c:pt idx="56060">
                  <c:v>127.95</c:v>
                </c:pt>
                <c:pt idx="56061">
                  <c:v>78.63</c:v>
                </c:pt>
                <c:pt idx="56062">
                  <c:v>95.96</c:v>
                </c:pt>
                <c:pt idx="56063">
                  <c:v>102.83</c:v>
                </c:pt>
                <c:pt idx="56064">
                  <c:v>59.37</c:v>
                </c:pt>
                <c:pt idx="56065">
                  <c:v>217.75</c:v>
                </c:pt>
                <c:pt idx="56066">
                  <c:v>63.98</c:v>
                </c:pt>
                <c:pt idx="56067">
                  <c:v>59.98</c:v>
                </c:pt>
                <c:pt idx="56068">
                  <c:v>82.85</c:v>
                </c:pt>
                <c:pt idx="56069">
                  <c:v>23.89</c:v>
                </c:pt>
                <c:pt idx="56070">
                  <c:v>48.48</c:v>
                </c:pt>
                <c:pt idx="56071">
                  <c:v>159.69999999999999</c:v>
                </c:pt>
                <c:pt idx="56072">
                  <c:v>95.96</c:v>
                </c:pt>
                <c:pt idx="56073">
                  <c:v>15.49</c:v>
                </c:pt>
                <c:pt idx="56074">
                  <c:v>65.989999999999995</c:v>
                </c:pt>
                <c:pt idx="56075">
                  <c:v>64.98</c:v>
                </c:pt>
                <c:pt idx="56076">
                  <c:v>88.44</c:v>
                </c:pt>
                <c:pt idx="56077">
                  <c:v>45.49</c:v>
                </c:pt>
                <c:pt idx="56078">
                  <c:v>59.97</c:v>
                </c:pt>
                <c:pt idx="56079">
                  <c:v>81.48</c:v>
                </c:pt>
                <c:pt idx="56080">
                  <c:v>263.95999999999998</c:v>
                </c:pt>
                <c:pt idx="56081">
                  <c:v>75.98</c:v>
                </c:pt>
                <c:pt idx="56082">
                  <c:v>284.93</c:v>
                </c:pt>
                <c:pt idx="56083">
                  <c:v>89.97</c:v>
                </c:pt>
                <c:pt idx="56084">
                  <c:v>103.37</c:v>
                </c:pt>
                <c:pt idx="56085">
                  <c:v>53.97</c:v>
                </c:pt>
                <c:pt idx="56086">
                  <c:v>99.97</c:v>
                </c:pt>
                <c:pt idx="56087">
                  <c:v>59.98</c:v>
                </c:pt>
                <c:pt idx="56088">
                  <c:v>99.98</c:v>
                </c:pt>
                <c:pt idx="56089">
                  <c:v>49.47</c:v>
                </c:pt>
                <c:pt idx="56090">
                  <c:v>129.97</c:v>
                </c:pt>
                <c:pt idx="56091">
                  <c:v>27.48</c:v>
                </c:pt>
                <c:pt idx="56092">
                  <c:v>59.98</c:v>
                </c:pt>
                <c:pt idx="56093">
                  <c:v>46.29</c:v>
                </c:pt>
                <c:pt idx="56094">
                  <c:v>0</c:v>
                </c:pt>
                <c:pt idx="56095">
                  <c:v>65.989999999999995</c:v>
                </c:pt>
                <c:pt idx="56096">
                  <c:v>79.98</c:v>
                </c:pt>
                <c:pt idx="56097">
                  <c:v>86.97</c:v>
                </c:pt>
                <c:pt idx="56098">
                  <c:v>14.29</c:v>
                </c:pt>
                <c:pt idx="56099">
                  <c:v>87.97</c:v>
                </c:pt>
                <c:pt idx="56100">
                  <c:v>106.95</c:v>
                </c:pt>
                <c:pt idx="56101">
                  <c:v>59.96</c:v>
                </c:pt>
                <c:pt idx="56102">
                  <c:v>79.849999999999994</c:v>
                </c:pt>
                <c:pt idx="56103">
                  <c:v>110.94</c:v>
                </c:pt>
                <c:pt idx="56104">
                  <c:v>71.98</c:v>
                </c:pt>
                <c:pt idx="56105">
                  <c:v>39.200000000000003</c:v>
                </c:pt>
                <c:pt idx="56106">
                  <c:v>254.23</c:v>
                </c:pt>
                <c:pt idx="56107">
                  <c:v>0</c:v>
                </c:pt>
                <c:pt idx="56108">
                  <c:v>55.98</c:v>
                </c:pt>
                <c:pt idx="56109">
                  <c:v>17.989999999999998</c:v>
                </c:pt>
                <c:pt idx="56110">
                  <c:v>73.97</c:v>
                </c:pt>
                <c:pt idx="56111">
                  <c:v>75.59</c:v>
                </c:pt>
                <c:pt idx="56112">
                  <c:v>64.61</c:v>
                </c:pt>
                <c:pt idx="56113">
                  <c:v>91.97</c:v>
                </c:pt>
                <c:pt idx="56114">
                  <c:v>62.17</c:v>
                </c:pt>
                <c:pt idx="56115">
                  <c:v>170.91</c:v>
                </c:pt>
                <c:pt idx="56116">
                  <c:v>114.44</c:v>
                </c:pt>
                <c:pt idx="56117">
                  <c:v>24.48</c:v>
                </c:pt>
                <c:pt idx="56118">
                  <c:v>119.96</c:v>
                </c:pt>
                <c:pt idx="56119">
                  <c:v>127.95</c:v>
                </c:pt>
                <c:pt idx="56120">
                  <c:v>104.98</c:v>
                </c:pt>
                <c:pt idx="56121">
                  <c:v>69.989999999999995</c:v>
                </c:pt>
                <c:pt idx="56122">
                  <c:v>41.49</c:v>
                </c:pt>
                <c:pt idx="56123">
                  <c:v>65.989999999999995</c:v>
                </c:pt>
                <c:pt idx="56124">
                  <c:v>59.98</c:v>
                </c:pt>
                <c:pt idx="56125">
                  <c:v>159.96</c:v>
                </c:pt>
                <c:pt idx="56126">
                  <c:v>207.92</c:v>
                </c:pt>
                <c:pt idx="56127">
                  <c:v>79.98</c:v>
                </c:pt>
                <c:pt idx="56128">
                  <c:v>85.09</c:v>
                </c:pt>
                <c:pt idx="56129">
                  <c:v>77.959999999999994</c:v>
                </c:pt>
                <c:pt idx="56130">
                  <c:v>65.989999999999995</c:v>
                </c:pt>
                <c:pt idx="56131">
                  <c:v>103.96</c:v>
                </c:pt>
                <c:pt idx="56132">
                  <c:v>86.07</c:v>
                </c:pt>
                <c:pt idx="56133">
                  <c:v>75.97</c:v>
                </c:pt>
                <c:pt idx="56134">
                  <c:v>13.99</c:v>
                </c:pt>
                <c:pt idx="56135">
                  <c:v>32.479999999999997</c:v>
                </c:pt>
                <c:pt idx="56136">
                  <c:v>76.48</c:v>
                </c:pt>
                <c:pt idx="56137">
                  <c:v>25.29</c:v>
                </c:pt>
                <c:pt idx="56138">
                  <c:v>58.98</c:v>
                </c:pt>
                <c:pt idx="56139">
                  <c:v>57.98</c:v>
                </c:pt>
                <c:pt idx="56140">
                  <c:v>75.959999999999994</c:v>
                </c:pt>
                <c:pt idx="56141">
                  <c:v>95.96</c:v>
                </c:pt>
                <c:pt idx="56142">
                  <c:v>53.98</c:v>
                </c:pt>
                <c:pt idx="56143">
                  <c:v>111.9</c:v>
                </c:pt>
                <c:pt idx="56144">
                  <c:v>51.98</c:v>
                </c:pt>
                <c:pt idx="56145">
                  <c:v>40.49</c:v>
                </c:pt>
                <c:pt idx="56146">
                  <c:v>67.98</c:v>
                </c:pt>
                <c:pt idx="56147">
                  <c:v>58.91</c:v>
                </c:pt>
                <c:pt idx="56148">
                  <c:v>124.06</c:v>
                </c:pt>
                <c:pt idx="56149">
                  <c:v>123.47</c:v>
                </c:pt>
                <c:pt idx="56150">
                  <c:v>53.96</c:v>
                </c:pt>
                <c:pt idx="56151">
                  <c:v>51.98</c:v>
                </c:pt>
                <c:pt idx="56152">
                  <c:v>67.260000000000005</c:v>
                </c:pt>
                <c:pt idx="56153">
                  <c:v>55.96</c:v>
                </c:pt>
                <c:pt idx="56154">
                  <c:v>10.49</c:v>
                </c:pt>
                <c:pt idx="56155">
                  <c:v>27.29</c:v>
                </c:pt>
                <c:pt idx="56156">
                  <c:v>53.97</c:v>
                </c:pt>
                <c:pt idx="56157">
                  <c:v>69.97</c:v>
                </c:pt>
                <c:pt idx="56158">
                  <c:v>59.98</c:v>
                </c:pt>
                <c:pt idx="56159">
                  <c:v>131.97999999999999</c:v>
                </c:pt>
                <c:pt idx="56160">
                  <c:v>69.98</c:v>
                </c:pt>
                <c:pt idx="56161">
                  <c:v>106.06</c:v>
                </c:pt>
                <c:pt idx="56162">
                  <c:v>27.49</c:v>
                </c:pt>
                <c:pt idx="56163">
                  <c:v>139.94999999999999</c:v>
                </c:pt>
                <c:pt idx="56164">
                  <c:v>257.63</c:v>
                </c:pt>
                <c:pt idx="56165">
                  <c:v>94.95</c:v>
                </c:pt>
                <c:pt idx="56166">
                  <c:v>251.91</c:v>
                </c:pt>
                <c:pt idx="56167">
                  <c:v>100.98</c:v>
                </c:pt>
                <c:pt idx="56168">
                  <c:v>54.98</c:v>
                </c:pt>
                <c:pt idx="56169">
                  <c:v>20.29</c:v>
                </c:pt>
                <c:pt idx="56170">
                  <c:v>51.98</c:v>
                </c:pt>
                <c:pt idx="56171">
                  <c:v>30.78</c:v>
                </c:pt>
                <c:pt idx="56172">
                  <c:v>89.97</c:v>
                </c:pt>
                <c:pt idx="56173">
                  <c:v>48.89</c:v>
                </c:pt>
                <c:pt idx="56174">
                  <c:v>89.95</c:v>
                </c:pt>
                <c:pt idx="56175">
                  <c:v>53.98</c:v>
                </c:pt>
                <c:pt idx="56176">
                  <c:v>59.96</c:v>
                </c:pt>
                <c:pt idx="56177">
                  <c:v>131.62</c:v>
                </c:pt>
                <c:pt idx="56178">
                  <c:v>63.96</c:v>
                </c:pt>
                <c:pt idx="56179">
                  <c:v>104.97</c:v>
                </c:pt>
                <c:pt idx="56180">
                  <c:v>89.98</c:v>
                </c:pt>
                <c:pt idx="56181">
                  <c:v>89.26</c:v>
                </c:pt>
                <c:pt idx="56182">
                  <c:v>65.3</c:v>
                </c:pt>
                <c:pt idx="56183">
                  <c:v>96.78</c:v>
                </c:pt>
                <c:pt idx="56184">
                  <c:v>69.97</c:v>
                </c:pt>
                <c:pt idx="56185">
                  <c:v>79.849999999999994</c:v>
                </c:pt>
                <c:pt idx="56186">
                  <c:v>95.96</c:v>
                </c:pt>
                <c:pt idx="56187">
                  <c:v>72.540000000000006</c:v>
                </c:pt>
                <c:pt idx="56188">
                  <c:v>36.29</c:v>
                </c:pt>
                <c:pt idx="56189">
                  <c:v>223.92</c:v>
                </c:pt>
                <c:pt idx="56190">
                  <c:v>59.98</c:v>
                </c:pt>
                <c:pt idx="56191">
                  <c:v>63.96</c:v>
                </c:pt>
                <c:pt idx="56192">
                  <c:v>59.98</c:v>
                </c:pt>
                <c:pt idx="56193">
                  <c:v>115.96</c:v>
                </c:pt>
                <c:pt idx="56194">
                  <c:v>40.49</c:v>
                </c:pt>
                <c:pt idx="56195">
                  <c:v>19.29</c:v>
                </c:pt>
                <c:pt idx="56196">
                  <c:v>24.49</c:v>
                </c:pt>
                <c:pt idx="56197">
                  <c:v>71.959999999999994</c:v>
                </c:pt>
                <c:pt idx="56198">
                  <c:v>56.97</c:v>
                </c:pt>
                <c:pt idx="56199">
                  <c:v>46.29</c:v>
                </c:pt>
                <c:pt idx="56200">
                  <c:v>25.18</c:v>
                </c:pt>
                <c:pt idx="56201">
                  <c:v>59.98</c:v>
                </c:pt>
                <c:pt idx="56202">
                  <c:v>89.97</c:v>
                </c:pt>
                <c:pt idx="56203">
                  <c:v>49.48</c:v>
                </c:pt>
                <c:pt idx="56204">
                  <c:v>63.98</c:v>
                </c:pt>
                <c:pt idx="56205">
                  <c:v>31.81</c:v>
                </c:pt>
                <c:pt idx="56206">
                  <c:v>53.98</c:v>
                </c:pt>
                <c:pt idx="56207">
                  <c:v>64.06</c:v>
                </c:pt>
                <c:pt idx="56208">
                  <c:v>295.61</c:v>
                </c:pt>
                <c:pt idx="56209">
                  <c:v>44.88</c:v>
                </c:pt>
                <c:pt idx="56210">
                  <c:v>59.98</c:v>
                </c:pt>
                <c:pt idx="56211">
                  <c:v>75.959999999999994</c:v>
                </c:pt>
                <c:pt idx="56212">
                  <c:v>40.49</c:v>
                </c:pt>
                <c:pt idx="56213">
                  <c:v>50.97</c:v>
                </c:pt>
                <c:pt idx="56214">
                  <c:v>29.52</c:v>
                </c:pt>
                <c:pt idx="56215">
                  <c:v>59.98</c:v>
                </c:pt>
                <c:pt idx="56216">
                  <c:v>103.96</c:v>
                </c:pt>
                <c:pt idx="56217">
                  <c:v>41.28</c:v>
                </c:pt>
                <c:pt idx="56218">
                  <c:v>116.1</c:v>
                </c:pt>
                <c:pt idx="56219">
                  <c:v>53.97</c:v>
                </c:pt>
                <c:pt idx="56220">
                  <c:v>23.48</c:v>
                </c:pt>
                <c:pt idx="56221">
                  <c:v>67.739999999999995</c:v>
                </c:pt>
                <c:pt idx="56222">
                  <c:v>55.43</c:v>
                </c:pt>
                <c:pt idx="56223">
                  <c:v>161.96</c:v>
                </c:pt>
                <c:pt idx="56224">
                  <c:v>31.28</c:v>
                </c:pt>
                <c:pt idx="56225">
                  <c:v>19.489999999999998</c:v>
                </c:pt>
                <c:pt idx="56226">
                  <c:v>51.22</c:v>
                </c:pt>
                <c:pt idx="56227">
                  <c:v>46.49</c:v>
                </c:pt>
                <c:pt idx="56228">
                  <c:v>59.98</c:v>
                </c:pt>
                <c:pt idx="56229">
                  <c:v>84.63</c:v>
                </c:pt>
                <c:pt idx="56230">
                  <c:v>71.959999999999994</c:v>
                </c:pt>
                <c:pt idx="56231">
                  <c:v>96.96</c:v>
                </c:pt>
                <c:pt idx="56232">
                  <c:v>278.83</c:v>
                </c:pt>
                <c:pt idx="56233">
                  <c:v>28.49</c:v>
                </c:pt>
                <c:pt idx="56234">
                  <c:v>59.98</c:v>
                </c:pt>
                <c:pt idx="56235">
                  <c:v>17.29</c:v>
                </c:pt>
                <c:pt idx="56236">
                  <c:v>104.97</c:v>
                </c:pt>
                <c:pt idx="56237">
                  <c:v>65.989999999999995</c:v>
                </c:pt>
                <c:pt idx="56238">
                  <c:v>263.95999999999998</c:v>
                </c:pt>
                <c:pt idx="56239">
                  <c:v>79.98</c:v>
                </c:pt>
                <c:pt idx="56240">
                  <c:v>46.29</c:v>
                </c:pt>
                <c:pt idx="56241">
                  <c:v>105.98</c:v>
                </c:pt>
                <c:pt idx="56242">
                  <c:v>74.97</c:v>
                </c:pt>
                <c:pt idx="56243">
                  <c:v>89.98</c:v>
                </c:pt>
                <c:pt idx="56244">
                  <c:v>55.98</c:v>
                </c:pt>
                <c:pt idx="56245">
                  <c:v>49.99</c:v>
                </c:pt>
                <c:pt idx="56246">
                  <c:v>72.97</c:v>
                </c:pt>
                <c:pt idx="56247">
                  <c:v>64.98</c:v>
                </c:pt>
                <c:pt idx="56248">
                  <c:v>103.96</c:v>
                </c:pt>
                <c:pt idx="56249">
                  <c:v>70.47</c:v>
                </c:pt>
                <c:pt idx="56250">
                  <c:v>59.98</c:v>
                </c:pt>
                <c:pt idx="56251">
                  <c:v>51.98</c:v>
                </c:pt>
                <c:pt idx="56252">
                  <c:v>97.08</c:v>
                </c:pt>
                <c:pt idx="56253">
                  <c:v>61.96</c:v>
                </c:pt>
                <c:pt idx="56254">
                  <c:v>34.479999999999997</c:v>
                </c:pt>
                <c:pt idx="56255">
                  <c:v>54.99</c:v>
                </c:pt>
                <c:pt idx="56256">
                  <c:v>152.91</c:v>
                </c:pt>
                <c:pt idx="56257">
                  <c:v>59.99</c:v>
                </c:pt>
                <c:pt idx="56258">
                  <c:v>6.48</c:v>
                </c:pt>
                <c:pt idx="56259">
                  <c:v>54.98</c:v>
                </c:pt>
                <c:pt idx="56260">
                  <c:v>77.97</c:v>
                </c:pt>
                <c:pt idx="56261">
                  <c:v>77.97</c:v>
                </c:pt>
                <c:pt idx="56262">
                  <c:v>59.98</c:v>
                </c:pt>
                <c:pt idx="56263">
                  <c:v>53.98</c:v>
                </c:pt>
                <c:pt idx="56264">
                  <c:v>41.29</c:v>
                </c:pt>
                <c:pt idx="56265">
                  <c:v>68.59</c:v>
                </c:pt>
                <c:pt idx="56266">
                  <c:v>59.96</c:v>
                </c:pt>
                <c:pt idx="56267">
                  <c:v>65.989999999999995</c:v>
                </c:pt>
                <c:pt idx="56268">
                  <c:v>55.97</c:v>
                </c:pt>
                <c:pt idx="56269">
                  <c:v>55.98</c:v>
                </c:pt>
                <c:pt idx="56270">
                  <c:v>81.400000000000006</c:v>
                </c:pt>
                <c:pt idx="56271">
                  <c:v>93.95</c:v>
                </c:pt>
                <c:pt idx="56272">
                  <c:v>79.98</c:v>
                </c:pt>
                <c:pt idx="56273">
                  <c:v>98.98</c:v>
                </c:pt>
                <c:pt idx="56274">
                  <c:v>23.48</c:v>
                </c:pt>
                <c:pt idx="56275">
                  <c:v>68.48</c:v>
                </c:pt>
                <c:pt idx="56276">
                  <c:v>19.489999999999998</c:v>
                </c:pt>
                <c:pt idx="56277">
                  <c:v>117.2</c:v>
                </c:pt>
                <c:pt idx="56278">
                  <c:v>155.96</c:v>
                </c:pt>
                <c:pt idx="56279">
                  <c:v>89.98</c:v>
                </c:pt>
                <c:pt idx="56280">
                  <c:v>60.91</c:v>
                </c:pt>
                <c:pt idx="56281">
                  <c:v>32.479999999999997</c:v>
                </c:pt>
                <c:pt idx="56282">
                  <c:v>121.98</c:v>
                </c:pt>
                <c:pt idx="56283">
                  <c:v>65.989999999999995</c:v>
                </c:pt>
                <c:pt idx="56284">
                  <c:v>119.96</c:v>
                </c:pt>
                <c:pt idx="56285">
                  <c:v>109.88</c:v>
                </c:pt>
                <c:pt idx="56286">
                  <c:v>118.92</c:v>
                </c:pt>
                <c:pt idx="56287">
                  <c:v>72.58</c:v>
                </c:pt>
                <c:pt idx="56288">
                  <c:v>65.98</c:v>
                </c:pt>
                <c:pt idx="56289">
                  <c:v>59.96</c:v>
                </c:pt>
                <c:pt idx="56290">
                  <c:v>55.42</c:v>
                </c:pt>
                <c:pt idx="56291">
                  <c:v>45.98</c:v>
                </c:pt>
                <c:pt idx="56292">
                  <c:v>53.97</c:v>
                </c:pt>
                <c:pt idx="56293">
                  <c:v>54.98</c:v>
                </c:pt>
                <c:pt idx="56294">
                  <c:v>85.67</c:v>
                </c:pt>
                <c:pt idx="56295">
                  <c:v>33.520000000000003</c:v>
                </c:pt>
                <c:pt idx="56296">
                  <c:v>103.96</c:v>
                </c:pt>
                <c:pt idx="56297">
                  <c:v>86.92</c:v>
                </c:pt>
                <c:pt idx="56298">
                  <c:v>96.97</c:v>
                </c:pt>
                <c:pt idx="56299">
                  <c:v>89.98</c:v>
                </c:pt>
                <c:pt idx="56300">
                  <c:v>41.49</c:v>
                </c:pt>
                <c:pt idx="56301">
                  <c:v>-36.79</c:v>
                </c:pt>
                <c:pt idx="56302">
                  <c:v>52.98</c:v>
                </c:pt>
                <c:pt idx="56303">
                  <c:v>127.96</c:v>
                </c:pt>
                <c:pt idx="56304">
                  <c:v>18.989999999999998</c:v>
                </c:pt>
                <c:pt idx="56305">
                  <c:v>95.96</c:v>
                </c:pt>
                <c:pt idx="56306">
                  <c:v>351.91</c:v>
                </c:pt>
                <c:pt idx="56307">
                  <c:v>18.489999999999998</c:v>
                </c:pt>
                <c:pt idx="56308">
                  <c:v>37.78</c:v>
                </c:pt>
                <c:pt idx="56309">
                  <c:v>59.98</c:v>
                </c:pt>
                <c:pt idx="56310">
                  <c:v>54.98</c:v>
                </c:pt>
                <c:pt idx="56311">
                  <c:v>149.97</c:v>
                </c:pt>
                <c:pt idx="56312">
                  <c:v>58.97</c:v>
                </c:pt>
                <c:pt idx="56313">
                  <c:v>77.069999999999993</c:v>
                </c:pt>
                <c:pt idx="56314">
                  <c:v>79.98</c:v>
                </c:pt>
                <c:pt idx="56315">
                  <c:v>26.38</c:v>
                </c:pt>
                <c:pt idx="56316">
                  <c:v>75.39</c:v>
                </c:pt>
                <c:pt idx="56317">
                  <c:v>59.96</c:v>
                </c:pt>
                <c:pt idx="56318">
                  <c:v>0</c:v>
                </c:pt>
                <c:pt idx="56319">
                  <c:v>79.47</c:v>
                </c:pt>
                <c:pt idx="56320">
                  <c:v>59.98</c:v>
                </c:pt>
                <c:pt idx="56321">
                  <c:v>334.92</c:v>
                </c:pt>
                <c:pt idx="56322">
                  <c:v>55.98</c:v>
                </c:pt>
                <c:pt idx="56323">
                  <c:v>55.97</c:v>
                </c:pt>
                <c:pt idx="56324">
                  <c:v>74.97</c:v>
                </c:pt>
                <c:pt idx="56325">
                  <c:v>31.48</c:v>
                </c:pt>
                <c:pt idx="56326">
                  <c:v>49.99</c:v>
                </c:pt>
                <c:pt idx="56327">
                  <c:v>80.81</c:v>
                </c:pt>
                <c:pt idx="56328">
                  <c:v>89.98</c:v>
                </c:pt>
                <c:pt idx="56329">
                  <c:v>46.49</c:v>
                </c:pt>
                <c:pt idx="56330">
                  <c:v>49.48</c:v>
                </c:pt>
                <c:pt idx="56331">
                  <c:v>53.89</c:v>
                </c:pt>
                <c:pt idx="56332">
                  <c:v>55.98</c:v>
                </c:pt>
                <c:pt idx="56333">
                  <c:v>55.96</c:v>
                </c:pt>
                <c:pt idx="56334">
                  <c:v>50.97</c:v>
                </c:pt>
                <c:pt idx="56335">
                  <c:v>58.48</c:v>
                </c:pt>
                <c:pt idx="56336">
                  <c:v>132.47999999999999</c:v>
                </c:pt>
                <c:pt idx="56337">
                  <c:v>68.08</c:v>
                </c:pt>
                <c:pt idx="56338">
                  <c:v>111.96</c:v>
                </c:pt>
                <c:pt idx="56339">
                  <c:v>11.49</c:v>
                </c:pt>
                <c:pt idx="56340">
                  <c:v>53.97</c:v>
                </c:pt>
                <c:pt idx="56341">
                  <c:v>39.479999999999997</c:v>
                </c:pt>
                <c:pt idx="56342">
                  <c:v>49.59</c:v>
                </c:pt>
                <c:pt idx="56343">
                  <c:v>87.26</c:v>
                </c:pt>
                <c:pt idx="56344">
                  <c:v>61.07</c:v>
                </c:pt>
                <c:pt idx="56345">
                  <c:v>61.98</c:v>
                </c:pt>
                <c:pt idx="56346">
                  <c:v>103.98</c:v>
                </c:pt>
                <c:pt idx="56347">
                  <c:v>60.44</c:v>
                </c:pt>
                <c:pt idx="56348">
                  <c:v>61.97</c:v>
                </c:pt>
                <c:pt idx="56349">
                  <c:v>53.98</c:v>
                </c:pt>
                <c:pt idx="56350">
                  <c:v>120.98</c:v>
                </c:pt>
                <c:pt idx="56351">
                  <c:v>53.98</c:v>
                </c:pt>
                <c:pt idx="56352">
                  <c:v>14.09</c:v>
                </c:pt>
                <c:pt idx="56353">
                  <c:v>87.57</c:v>
                </c:pt>
                <c:pt idx="56354">
                  <c:v>70.849999999999994</c:v>
                </c:pt>
                <c:pt idx="56355">
                  <c:v>79.17</c:v>
                </c:pt>
                <c:pt idx="56356">
                  <c:v>64.069999999999993</c:v>
                </c:pt>
                <c:pt idx="56357">
                  <c:v>55.98</c:v>
                </c:pt>
                <c:pt idx="56358">
                  <c:v>89.98</c:v>
                </c:pt>
                <c:pt idx="56359">
                  <c:v>31.49</c:v>
                </c:pt>
                <c:pt idx="56360">
                  <c:v>79.849999999999994</c:v>
                </c:pt>
                <c:pt idx="56361">
                  <c:v>216.15</c:v>
                </c:pt>
                <c:pt idx="56362">
                  <c:v>53.98</c:v>
                </c:pt>
                <c:pt idx="56363">
                  <c:v>19.489999999999998</c:v>
                </c:pt>
                <c:pt idx="56364">
                  <c:v>118.78</c:v>
                </c:pt>
                <c:pt idx="56365">
                  <c:v>79.98</c:v>
                </c:pt>
                <c:pt idx="56366">
                  <c:v>119.97</c:v>
                </c:pt>
                <c:pt idx="56367">
                  <c:v>59.39</c:v>
                </c:pt>
                <c:pt idx="56368">
                  <c:v>95.38</c:v>
                </c:pt>
                <c:pt idx="56369">
                  <c:v>186.9</c:v>
                </c:pt>
                <c:pt idx="56370">
                  <c:v>85.47</c:v>
                </c:pt>
                <c:pt idx="56371">
                  <c:v>89.97</c:v>
                </c:pt>
                <c:pt idx="56372">
                  <c:v>133.08000000000001</c:v>
                </c:pt>
                <c:pt idx="56373">
                  <c:v>41.29</c:v>
                </c:pt>
                <c:pt idx="56374">
                  <c:v>68.930000000000007</c:v>
                </c:pt>
                <c:pt idx="56375">
                  <c:v>213.73</c:v>
                </c:pt>
                <c:pt idx="56376">
                  <c:v>51.98</c:v>
                </c:pt>
                <c:pt idx="56377">
                  <c:v>69.989999999999995</c:v>
                </c:pt>
                <c:pt idx="56378">
                  <c:v>66.53</c:v>
                </c:pt>
                <c:pt idx="56379">
                  <c:v>131.94</c:v>
                </c:pt>
                <c:pt idx="56380">
                  <c:v>65.989999999999995</c:v>
                </c:pt>
                <c:pt idx="56381">
                  <c:v>103.96</c:v>
                </c:pt>
                <c:pt idx="56382">
                  <c:v>55.98</c:v>
                </c:pt>
                <c:pt idx="56383">
                  <c:v>55.98</c:v>
                </c:pt>
                <c:pt idx="56384">
                  <c:v>99.99</c:v>
                </c:pt>
                <c:pt idx="56385">
                  <c:v>58.98</c:v>
                </c:pt>
                <c:pt idx="56386">
                  <c:v>131.97999999999999</c:v>
                </c:pt>
                <c:pt idx="56387">
                  <c:v>105.98</c:v>
                </c:pt>
                <c:pt idx="56388">
                  <c:v>19.489999999999998</c:v>
                </c:pt>
                <c:pt idx="56389">
                  <c:v>51.96</c:v>
                </c:pt>
                <c:pt idx="56390">
                  <c:v>70.98</c:v>
                </c:pt>
                <c:pt idx="56391">
                  <c:v>29.29</c:v>
                </c:pt>
                <c:pt idx="56392">
                  <c:v>57.99</c:v>
                </c:pt>
                <c:pt idx="56393">
                  <c:v>159.69999999999999</c:v>
                </c:pt>
                <c:pt idx="56394">
                  <c:v>140.35</c:v>
                </c:pt>
                <c:pt idx="56395">
                  <c:v>65.989999999999995</c:v>
                </c:pt>
                <c:pt idx="56396">
                  <c:v>77.97</c:v>
                </c:pt>
                <c:pt idx="56397">
                  <c:v>31.73</c:v>
                </c:pt>
                <c:pt idx="56398">
                  <c:v>107.94</c:v>
                </c:pt>
                <c:pt idx="56399">
                  <c:v>94.47</c:v>
                </c:pt>
                <c:pt idx="56400">
                  <c:v>47.24</c:v>
                </c:pt>
                <c:pt idx="56401">
                  <c:v>79.97</c:v>
                </c:pt>
                <c:pt idx="56402">
                  <c:v>54.99</c:v>
                </c:pt>
                <c:pt idx="56403">
                  <c:v>75.97</c:v>
                </c:pt>
                <c:pt idx="56404">
                  <c:v>65.3</c:v>
                </c:pt>
                <c:pt idx="56405">
                  <c:v>109.97</c:v>
                </c:pt>
                <c:pt idx="56406">
                  <c:v>87.96</c:v>
                </c:pt>
                <c:pt idx="56407">
                  <c:v>122.54</c:v>
                </c:pt>
                <c:pt idx="56408">
                  <c:v>65.989999999999995</c:v>
                </c:pt>
                <c:pt idx="56409">
                  <c:v>131.97999999999999</c:v>
                </c:pt>
                <c:pt idx="56410">
                  <c:v>189.3</c:v>
                </c:pt>
                <c:pt idx="56411">
                  <c:v>79.91</c:v>
                </c:pt>
                <c:pt idx="56412">
                  <c:v>62.88</c:v>
                </c:pt>
                <c:pt idx="56413">
                  <c:v>90.73</c:v>
                </c:pt>
                <c:pt idx="56414">
                  <c:v>52.98</c:v>
                </c:pt>
                <c:pt idx="56415">
                  <c:v>25.49</c:v>
                </c:pt>
                <c:pt idx="56416">
                  <c:v>79.98</c:v>
                </c:pt>
                <c:pt idx="56417">
                  <c:v>111.12</c:v>
                </c:pt>
                <c:pt idx="56418">
                  <c:v>99.99</c:v>
                </c:pt>
                <c:pt idx="56419">
                  <c:v>33.479999999999997</c:v>
                </c:pt>
                <c:pt idx="56420">
                  <c:v>103.04</c:v>
                </c:pt>
                <c:pt idx="56421">
                  <c:v>44.99</c:v>
                </c:pt>
                <c:pt idx="56422">
                  <c:v>86.07</c:v>
                </c:pt>
                <c:pt idx="56423">
                  <c:v>59.98</c:v>
                </c:pt>
                <c:pt idx="56424">
                  <c:v>45.07</c:v>
                </c:pt>
                <c:pt idx="56425">
                  <c:v>58.98</c:v>
                </c:pt>
                <c:pt idx="56426">
                  <c:v>49.99</c:v>
                </c:pt>
                <c:pt idx="56427">
                  <c:v>51.96</c:v>
                </c:pt>
                <c:pt idx="56428">
                  <c:v>157.93</c:v>
                </c:pt>
                <c:pt idx="56429">
                  <c:v>49.48</c:v>
                </c:pt>
                <c:pt idx="56430">
                  <c:v>0</c:v>
                </c:pt>
                <c:pt idx="56431">
                  <c:v>55.98</c:v>
                </c:pt>
                <c:pt idx="56432">
                  <c:v>55.98</c:v>
                </c:pt>
                <c:pt idx="56433">
                  <c:v>147.6</c:v>
                </c:pt>
                <c:pt idx="56434">
                  <c:v>129.94999999999999</c:v>
                </c:pt>
                <c:pt idx="56435">
                  <c:v>53.96</c:v>
                </c:pt>
                <c:pt idx="56436">
                  <c:v>58.97</c:v>
                </c:pt>
                <c:pt idx="56437">
                  <c:v>62.97</c:v>
                </c:pt>
                <c:pt idx="56438">
                  <c:v>116.07</c:v>
                </c:pt>
                <c:pt idx="56439">
                  <c:v>151.07</c:v>
                </c:pt>
                <c:pt idx="56440">
                  <c:v>16.920000000000002</c:v>
                </c:pt>
                <c:pt idx="56441">
                  <c:v>161.96</c:v>
                </c:pt>
                <c:pt idx="56442">
                  <c:v>59.98</c:v>
                </c:pt>
                <c:pt idx="56443">
                  <c:v>58.95</c:v>
                </c:pt>
                <c:pt idx="56444">
                  <c:v>74.97</c:v>
                </c:pt>
                <c:pt idx="56445">
                  <c:v>70.760000000000005</c:v>
                </c:pt>
                <c:pt idx="56446">
                  <c:v>52.75</c:v>
                </c:pt>
                <c:pt idx="56447">
                  <c:v>84.98</c:v>
                </c:pt>
                <c:pt idx="56448">
                  <c:v>89.97</c:v>
                </c:pt>
                <c:pt idx="56449">
                  <c:v>65.989999999999995</c:v>
                </c:pt>
                <c:pt idx="56450">
                  <c:v>55.98</c:v>
                </c:pt>
                <c:pt idx="56451">
                  <c:v>21.49</c:v>
                </c:pt>
                <c:pt idx="56452">
                  <c:v>77.97</c:v>
                </c:pt>
                <c:pt idx="56453">
                  <c:v>59.96</c:v>
                </c:pt>
                <c:pt idx="56454">
                  <c:v>83.48</c:v>
                </c:pt>
                <c:pt idx="56455">
                  <c:v>40.479999999999997</c:v>
                </c:pt>
                <c:pt idx="56456">
                  <c:v>68.930000000000007</c:v>
                </c:pt>
                <c:pt idx="56457">
                  <c:v>31.29</c:v>
                </c:pt>
                <c:pt idx="56458">
                  <c:v>112.46</c:v>
                </c:pt>
                <c:pt idx="56459">
                  <c:v>65.989999999999995</c:v>
                </c:pt>
                <c:pt idx="56460">
                  <c:v>131.97999999999999</c:v>
                </c:pt>
                <c:pt idx="56461">
                  <c:v>182.11</c:v>
                </c:pt>
                <c:pt idx="56462">
                  <c:v>91.97</c:v>
                </c:pt>
                <c:pt idx="56463">
                  <c:v>59.98</c:v>
                </c:pt>
                <c:pt idx="56464">
                  <c:v>55.98</c:v>
                </c:pt>
                <c:pt idx="56465">
                  <c:v>48.48</c:v>
                </c:pt>
                <c:pt idx="56466">
                  <c:v>65.989999999999995</c:v>
                </c:pt>
                <c:pt idx="56467">
                  <c:v>99.98</c:v>
                </c:pt>
                <c:pt idx="56468">
                  <c:v>59.99</c:v>
                </c:pt>
                <c:pt idx="56469">
                  <c:v>59.73</c:v>
                </c:pt>
                <c:pt idx="56470">
                  <c:v>65.459999999999994</c:v>
                </c:pt>
                <c:pt idx="56471">
                  <c:v>51.98</c:v>
                </c:pt>
                <c:pt idx="56472">
                  <c:v>99.98</c:v>
                </c:pt>
                <c:pt idx="56473">
                  <c:v>88.17</c:v>
                </c:pt>
                <c:pt idx="56474">
                  <c:v>64.48</c:v>
                </c:pt>
                <c:pt idx="56475">
                  <c:v>28.49</c:v>
                </c:pt>
                <c:pt idx="56476">
                  <c:v>103.96</c:v>
                </c:pt>
                <c:pt idx="56477">
                  <c:v>29.28</c:v>
                </c:pt>
                <c:pt idx="56478">
                  <c:v>83.94</c:v>
                </c:pt>
                <c:pt idx="56479">
                  <c:v>29.49</c:v>
                </c:pt>
                <c:pt idx="56480">
                  <c:v>51.97</c:v>
                </c:pt>
                <c:pt idx="56481">
                  <c:v>83.95</c:v>
                </c:pt>
                <c:pt idx="56482">
                  <c:v>27.49</c:v>
                </c:pt>
                <c:pt idx="56483">
                  <c:v>18.61</c:v>
                </c:pt>
                <c:pt idx="56484">
                  <c:v>74.97</c:v>
                </c:pt>
                <c:pt idx="56485">
                  <c:v>59.98</c:v>
                </c:pt>
                <c:pt idx="56486">
                  <c:v>64.98</c:v>
                </c:pt>
                <c:pt idx="56487">
                  <c:v>8.74</c:v>
                </c:pt>
                <c:pt idx="56488">
                  <c:v>149.4</c:v>
                </c:pt>
                <c:pt idx="56489">
                  <c:v>37.99</c:v>
                </c:pt>
                <c:pt idx="56490">
                  <c:v>86.07</c:v>
                </c:pt>
                <c:pt idx="56491">
                  <c:v>259.89999999999998</c:v>
                </c:pt>
                <c:pt idx="56492">
                  <c:v>52.16</c:v>
                </c:pt>
                <c:pt idx="56493">
                  <c:v>40.479999999999997</c:v>
                </c:pt>
                <c:pt idx="56494">
                  <c:v>60.83</c:v>
                </c:pt>
                <c:pt idx="56495">
                  <c:v>53.97</c:v>
                </c:pt>
                <c:pt idx="56496">
                  <c:v>51.98</c:v>
                </c:pt>
                <c:pt idx="56497">
                  <c:v>66.39</c:v>
                </c:pt>
                <c:pt idx="56498">
                  <c:v>133.47</c:v>
                </c:pt>
                <c:pt idx="56499">
                  <c:v>107.96</c:v>
                </c:pt>
                <c:pt idx="56500">
                  <c:v>79.98</c:v>
                </c:pt>
                <c:pt idx="56501">
                  <c:v>95.96</c:v>
                </c:pt>
                <c:pt idx="56502">
                  <c:v>174.19</c:v>
                </c:pt>
                <c:pt idx="56503">
                  <c:v>78.63</c:v>
                </c:pt>
                <c:pt idx="56504">
                  <c:v>68.930000000000007</c:v>
                </c:pt>
                <c:pt idx="56505">
                  <c:v>108.02</c:v>
                </c:pt>
                <c:pt idx="56506">
                  <c:v>79.98</c:v>
                </c:pt>
                <c:pt idx="56507">
                  <c:v>129.94999999999999</c:v>
                </c:pt>
                <c:pt idx="56508">
                  <c:v>131.97999999999999</c:v>
                </c:pt>
                <c:pt idx="56509">
                  <c:v>99.98</c:v>
                </c:pt>
                <c:pt idx="56510">
                  <c:v>28.49</c:v>
                </c:pt>
                <c:pt idx="56511">
                  <c:v>61.98</c:v>
                </c:pt>
                <c:pt idx="56512">
                  <c:v>64.98</c:v>
                </c:pt>
                <c:pt idx="56513">
                  <c:v>59.98</c:v>
                </c:pt>
                <c:pt idx="56514">
                  <c:v>127.95</c:v>
                </c:pt>
                <c:pt idx="56515">
                  <c:v>52.18</c:v>
                </c:pt>
                <c:pt idx="56516">
                  <c:v>131.97999999999999</c:v>
                </c:pt>
                <c:pt idx="56517">
                  <c:v>59.98</c:v>
                </c:pt>
                <c:pt idx="56518">
                  <c:v>70.16</c:v>
                </c:pt>
                <c:pt idx="56519">
                  <c:v>71.959999999999994</c:v>
                </c:pt>
                <c:pt idx="56520">
                  <c:v>12.54</c:v>
                </c:pt>
                <c:pt idx="56521">
                  <c:v>77.97</c:v>
                </c:pt>
                <c:pt idx="56522">
                  <c:v>115.98</c:v>
                </c:pt>
                <c:pt idx="56523">
                  <c:v>211.96</c:v>
                </c:pt>
                <c:pt idx="56524">
                  <c:v>68.069999999999993</c:v>
                </c:pt>
                <c:pt idx="56525">
                  <c:v>79.98</c:v>
                </c:pt>
                <c:pt idx="56526">
                  <c:v>136.97</c:v>
                </c:pt>
                <c:pt idx="56527">
                  <c:v>59.98</c:v>
                </c:pt>
                <c:pt idx="56528">
                  <c:v>83.48</c:v>
                </c:pt>
                <c:pt idx="56529">
                  <c:v>103.96</c:v>
                </c:pt>
                <c:pt idx="56530">
                  <c:v>119.92</c:v>
                </c:pt>
                <c:pt idx="56531">
                  <c:v>58.97</c:v>
                </c:pt>
                <c:pt idx="56532">
                  <c:v>39.479999999999997</c:v>
                </c:pt>
                <c:pt idx="56533">
                  <c:v>51.98</c:v>
                </c:pt>
                <c:pt idx="56534">
                  <c:v>263.95999999999998</c:v>
                </c:pt>
                <c:pt idx="56535">
                  <c:v>36.49</c:v>
                </c:pt>
                <c:pt idx="56536">
                  <c:v>16.29</c:v>
                </c:pt>
                <c:pt idx="56537">
                  <c:v>131.97999999999999</c:v>
                </c:pt>
                <c:pt idx="56538">
                  <c:v>119.97</c:v>
                </c:pt>
                <c:pt idx="56539">
                  <c:v>79.989999999999995</c:v>
                </c:pt>
                <c:pt idx="56540">
                  <c:v>25.49</c:v>
                </c:pt>
                <c:pt idx="56541">
                  <c:v>95.97</c:v>
                </c:pt>
                <c:pt idx="56542">
                  <c:v>63.96</c:v>
                </c:pt>
                <c:pt idx="56543">
                  <c:v>111.96</c:v>
                </c:pt>
                <c:pt idx="56544">
                  <c:v>90.73</c:v>
                </c:pt>
                <c:pt idx="56545">
                  <c:v>88.97</c:v>
                </c:pt>
                <c:pt idx="56546">
                  <c:v>23.48</c:v>
                </c:pt>
                <c:pt idx="56547">
                  <c:v>129.94999999999999</c:v>
                </c:pt>
                <c:pt idx="56548">
                  <c:v>30.48</c:v>
                </c:pt>
                <c:pt idx="56549">
                  <c:v>49.99</c:v>
                </c:pt>
                <c:pt idx="56550">
                  <c:v>199.95</c:v>
                </c:pt>
                <c:pt idx="56551">
                  <c:v>59.99</c:v>
                </c:pt>
                <c:pt idx="56552">
                  <c:v>51.29</c:v>
                </c:pt>
                <c:pt idx="56553">
                  <c:v>53.98</c:v>
                </c:pt>
                <c:pt idx="56554">
                  <c:v>89.98</c:v>
                </c:pt>
                <c:pt idx="56555">
                  <c:v>41.29</c:v>
                </c:pt>
                <c:pt idx="56556">
                  <c:v>59.99</c:v>
                </c:pt>
                <c:pt idx="56557">
                  <c:v>26.49</c:v>
                </c:pt>
                <c:pt idx="56558">
                  <c:v>100.76</c:v>
                </c:pt>
                <c:pt idx="56559">
                  <c:v>27.49</c:v>
                </c:pt>
                <c:pt idx="56560">
                  <c:v>65.989999999999995</c:v>
                </c:pt>
                <c:pt idx="56561">
                  <c:v>64.48</c:v>
                </c:pt>
                <c:pt idx="56562">
                  <c:v>69.98</c:v>
                </c:pt>
                <c:pt idx="56563">
                  <c:v>24.49</c:v>
                </c:pt>
                <c:pt idx="56564">
                  <c:v>65.97</c:v>
                </c:pt>
                <c:pt idx="56565">
                  <c:v>114.97</c:v>
                </c:pt>
                <c:pt idx="56566">
                  <c:v>55.96</c:v>
                </c:pt>
                <c:pt idx="56567">
                  <c:v>50.49</c:v>
                </c:pt>
                <c:pt idx="56568">
                  <c:v>59.98</c:v>
                </c:pt>
                <c:pt idx="56569">
                  <c:v>109.97</c:v>
                </c:pt>
                <c:pt idx="56570">
                  <c:v>75.959999999999994</c:v>
                </c:pt>
                <c:pt idx="56571">
                  <c:v>53.98</c:v>
                </c:pt>
                <c:pt idx="56572">
                  <c:v>69.97</c:v>
                </c:pt>
                <c:pt idx="56573">
                  <c:v>31.95</c:v>
                </c:pt>
                <c:pt idx="56574">
                  <c:v>79.98</c:v>
                </c:pt>
                <c:pt idx="56575">
                  <c:v>95.97</c:v>
                </c:pt>
                <c:pt idx="56576">
                  <c:v>107.94</c:v>
                </c:pt>
                <c:pt idx="56577">
                  <c:v>69.98</c:v>
                </c:pt>
                <c:pt idx="56578">
                  <c:v>64.98</c:v>
                </c:pt>
                <c:pt idx="56579">
                  <c:v>65.989999999999995</c:v>
                </c:pt>
                <c:pt idx="56580">
                  <c:v>259.89999999999998</c:v>
                </c:pt>
                <c:pt idx="56581">
                  <c:v>89.94</c:v>
                </c:pt>
                <c:pt idx="56582">
                  <c:v>31.49</c:v>
                </c:pt>
                <c:pt idx="56583">
                  <c:v>55.98</c:v>
                </c:pt>
                <c:pt idx="56584">
                  <c:v>68.48</c:v>
                </c:pt>
                <c:pt idx="56585">
                  <c:v>131.97999999999999</c:v>
                </c:pt>
                <c:pt idx="56586">
                  <c:v>129.94999999999999</c:v>
                </c:pt>
                <c:pt idx="56587">
                  <c:v>197.97</c:v>
                </c:pt>
                <c:pt idx="56588">
                  <c:v>59.98</c:v>
                </c:pt>
                <c:pt idx="56589">
                  <c:v>65.989999999999995</c:v>
                </c:pt>
                <c:pt idx="56590">
                  <c:v>65.290000000000006</c:v>
                </c:pt>
                <c:pt idx="56591">
                  <c:v>65.989999999999995</c:v>
                </c:pt>
                <c:pt idx="56592">
                  <c:v>78.260000000000005</c:v>
                </c:pt>
                <c:pt idx="56593">
                  <c:v>80.98</c:v>
                </c:pt>
                <c:pt idx="56594">
                  <c:v>63.98</c:v>
                </c:pt>
                <c:pt idx="56595">
                  <c:v>65.989999999999995</c:v>
                </c:pt>
                <c:pt idx="56596">
                  <c:v>127.95</c:v>
                </c:pt>
                <c:pt idx="56597">
                  <c:v>59.97</c:v>
                </c:pt>
                <c:pt idx="56598">
                  <c:v>127.01</c:v>
                </c:pt>
                <c:pt idx="56599">
                  <c:v>79.98</c:v>
                </c:pt>
                <c:pt idx="56600">
                  <c:v>111.45</c:v>
                </c:pt>
                <c:pt idx="56601">
                  <c:v>31.49</c:v>
                </c:pt>
                <c:pt idx="56602">
                  <c:v>47.48</c:v>
                </c:pt>
                <c:pt idx="56603">
                  <c:v>93.96</c:v>
                </c:pt>
                <c:pt idx="56604">
                  <c:v>65.989999999999995</c:v>
                </c:pt>
                <c:pt idx="56605">
                  <c:v>174.94</c:v>
                </c:pt>
                <c:pt idx="56606">
                  <c:v>66.98</c:v>
                </c:pt>
                <c:pt idx="56607">
                  <c:v>79.180000000000007</c:v>
                </c:pt>
                <c:pt idx="56608">
                  <c:v>84.98</c:v>
                </c:pt>
                <c:pt idx="56609">
                  <c:v>131.97999999999999</c:v>
                </c:pt>
                <c:pt idx="56610">
                  <c:v>22.49</c:v>
                </c:pt>
                <c:pt idx="56611">
                  <c:v>153.94</c:v>
                </c:pt>
                <c:pt idx="56612">
                  <c:v>87.97</c:v>
                </c:pt>
                <c:pt idx="56613">
                  <c:v>95.96</c:v>
                </c:pt>
                <c:pt idx="56614">
                  <c:v>139.94999999999999</c:v>
                </c:pt>
                <c:pt idx="56615">
                  <c:v>49.47</c:v>
                </c:pt>
                <c:pt idx="56616">
                  <c:v>100.98</c:v>
                </c:pt>
                <c:pt idx="56617">
                  <c:v>103.96</c:v>
                </c:pt>
                <c:pt idx="56618">
                  <c:v>67.97</c:v>
                </c:pt>
                <c:pt idx="56619">
                  <c:v>39.99</c:v>
                </c:pt>
                <c:pt idx="56620">
                  <c:v>65.3</c:v>
                </c:pt>
                <c:pt idx="56621">
                  <c:v>59.98</c:v>
                </c:pt>
                <c:pt idx="56622">
                  <c:v>31.28</c:v>
                </c:pt>
                <c:pt idx="56623">
                  <c:v>79.98</c:v>
                </c:pt>
                <c:pt idx="56624">
                  <c:v>123.35</c:v>
                </c:pt>
                <c:pt idx="56625">
                  <c:v>103.96</c:v>
                </c:pt>
                <c:pt idx="56626">
                  <c:v>99.97</c:v>
                </c:pt>
                <c:pt idx="56627">
                  <c:v>55.96</c:v>
                </c:pt>
                <c:pt idx="56628">
                  <c:v>9.49</c:v>
                </c:pt>
                <c:pt idx="56629">
                  <c:v>23.48</c:v>
                </c:pt>
                <c:pt idx="56630">
                  <c:v>17.239999999999998</c:v>
                </c:pt>
                <c:pt idx="56631">
                  <c:v>51.98</c:v>
                </c:pt>
                <c:pt idx="56632">
                  <c:v>107.94</c:v>
                </c:pt>
                <c:pt idx="56633">
                  <c:v>241.93</c:v>
                </c:pt>
                <c:pt idx="56634">
                  <c:v>51.98</c:v>
                </c:pt>
                <c:pt idx="56635">
                  <c:v>159.65</c:v>
                </c:pt>
                <c:pt idx="56636">
                  <c:v>131.97999999999999</c:v>
                </c:pt>
                <c:pt idx="56637">
                  <c:v>131.96</c:v>
                </c:pt>
                <c:pt idx="56638">
                  <c:v>46.49</c:v>
                </c:pt>
                <c:pt idx="56639">
                  <c:v>53.98</c:v>
                </c:pt>
                <c:pt idx="56640">
                  <c:v>65.989999999999995</c:v>
                </c:pt>
                <c:pt idx="56641">
                  <c:v>59.98</c:v>
                </c:pt>
                <c:pt idx="56642">
                  <c:v>13.29</c:v>
                </c:pt>
                <c:pt idx="56643">
                  <c:v>85.98</c:v>
                </c:pt>
                <c:pt idx="56644">
                  <c:v>77.39</c:v>
                </c:pt>
                <c:pt idx="56645">
                  <c:v>27.49</c:v>
                </c:pt>
                <c:pt idx="56646">
                  <c:v>59.98</c:v>
                </c:pt>
                <c:pt idx="56647">
                  <c:v>55.98</c:v>
                </c:pt>
                <c:pt idx="56648">
                  <c:v>65.989999999999995</c:v>
                </c:pt>
                <c:pt idx="56649">
                  <c:v>158.91999999999999</c:v>
                </c:pt>
                <c:pt idx="56650">
                  <c:v>164.94</c:v>
                </c:pt>
                <c:pt idx="56651">
                  <c:v>84.27</c:v>
                </c:pt>
                <c:pt idx="56652">
                  <c:v>103.37</c:v>
                </c:pt>
                <c:pt idx="56653">
                  <c:v>55.98</c:v>
                </c:pt>
                <c:pt idx="56654">
                  <c:v>21.28</c:v>
                </c:pt>
                <c:pt idx="56655">
                  <c:v>131.97999999999999</c:v>
                </c:pt>
                <c:pt idx="56656">
                  <c:v>59.98</c:v>
                </c:pt>
                <c:pt idx="56657">
                  <c:v>57.96</c:v>
                </c:pt>
                <c:pt idx="56658">
                  <c:v>138.66</c:v>
                </c:pt>
                <c:pt idx="56659">
                  <c:v>108.86</c:v>
                </c:pt>
                <c:pt idx="56660">
                  <c:v>16.489999999999998</c:v>
                </c:pt>
                <c:pt idx="56661">
                  <c:v>119.96</c:v>
                </c:pt>
                <c:pt idx="56662">
                  <c:v>131.97999999999999</c:v>
                </c:pt>
                <c:pt idx="56663">
                  <c:v>59.97</c:v>
                </c:pt>
                <c:pt idx="56664">
                  <c:v>105.46</c:v>
                </c:pt>
                <c:pt idx="56665">
                  <c:v>263.95999999999998</c:v>
                </c:pt>
                <c:pt idx="56666">
                  <c:v>15.49</c:v>
                </c:pt>
                <c:pt idx="56667">
                  <c:v>73.98</c:v>
                </c:pt>
                <c:pt idx="56668">
                  <c:v>199.95</c:v>
                </c:pt>
                <c:pt idx="56669">
                  <c:v>62.97</c:v>
                </c:pt>
                <c:pt idx="56670">
                  <c:v>65.989999999999995</c:v>
                </c:pt>
                <c:pt idx="56671">
                  <c:v>55.98</c:v>
                </c:pt>
                <c:pt idx="56672">
                  <c:v>69.98</c:v>
                </c:pt>
                <c:pt idx="56673">
                  <c:v>146.65</c:v>
                </c:pt>
                <c:pt idx="56674">
                  <c:v>74.98</c:v>
                </c:pt>
                <c:pt idx="56675">
                  <c:v>51.98</c:v>
                </c:pt>
                <c:pt idx="56676">
                  <c:v>55.98</c:v>
                </c:pt>
                <c:pt idx="56677">
                  <c:v>46.41</c:v>
                </c:pt>
                <c:pt idx="56678">
                  <c:v>68.95</c:v>
                </c:pt>
                <c:pt idx="56679">
                  <c:v>59.94</c:v>
                </c:pt>
                <c:pt idx="56680">
                  <c:v>94.99</c:v>
                </c:pt>
                <c:pt idx="56681">
                  <c:v>103.96</c:v>
                </c:pt>
                <c:pt idx="56682">
                  <c:v>31.48</c:v>
                </c:pt>
                <c:pt idx="56683">
                  <c:v>65.989999999999995</c:v>
                </c:pt>
                <c:pt idx="56684">
                  <c:v>122.19</c:v>
                </c:pt>
                <c:pt idx="56685">
                  <c:v>107.96</c:v>
                </c:pt>
                <c:pt idx="56686">
                  <c:v>55.98</c:v>
                </c:pt>
                <c:pt idx="56687">
                  <c:v>65.989999999999995</c:v>
                </c:pt>
                <c:pt idx="56688">
                  <c:v>37.24</c:v>
                </c:pt>
                <c:pt idx="56689">
                  <c:v>83.48</c:v>
                </c:pt>
                <c:pt idx="56690">
                  <c:v>65.459999999999994</c:v>
                </c:pt>
                <c:pt idx="56691">
                  <c:v>13.29</c:v>
                </c:pt>
                <c:pt idx="56692">
                  <c:v>41.67</c:v>
                </c:pt>
                <c:pt idx="56693">
                  <c:v>57.58</c:v>
                </c:pt>
                <c:pt idx="56694">
                  <c:v>76.22</c:v>
                </c:pt>
                <c:pt idx="56695">
                  <c:v>85.97</c:v>
                </c:pt>
                <c:pt idx="56696">
                  <c:v>55.4</c:v>
                </c:pt>
                <c:pt idx="56697">
                  <c:v>119.96</c:v>
                </c:pt>
                <c:pt idx="56698">
                  <c:v>41.49</c:v>
                </c:pt>
                <c:pt idx="56699">
                  <c:v>54.87</c:v>
                </c:pt>
                <c:pt idx="56700">
                  <c:v>66.680000000000007</c:v>
                </c:pt>
                <c:pt idx="56701">
                  <c:v>100.58</c:v>
                </c:pt>
                <c:pt idx="56702">
                  <c:v>59.98</c:v>
                </c:pt>
                <c:pt idx="56703">
                  <c:v>56.97</c:v>
                </c:pt>
                <c:pt idx="56704">
                  <c:v>31.49</c:v>
                </c:pt>
                <c:pt idx="56705">
                  <c:v>21.48</c:v>
                </c:pt>
                <c:pt idx="56706">
                  <c:v>72.58</c:v>
                </c:pt>
                <c:pt idx="56707">
                  <c:v>39.28</c:v>
                </c:pt>
                <c:pt idx="56708">
                  <c:v>59.98</c:v>
                </c:pt>
                <c:pt idx="56709">
                  <c:v>79.98</c:v>
                </c:pt>
                <c:pt idx="56710">
                  <c:v>87.97</c:v>
                </c:pt>
                <c:pt idx="56711">
                  <c:v>68.930000000000007</c:v>
                </c:pt>
                <c:pt idx="56712">
                  <c:v>50.37</c:v>
                </c:pt>
                <c:pt idx="56713">
                  <c:v>59.98</c:v>
                </c:pt>
                <c:pt idx="56714">
                  <c:v>186.96</c:v>
                </c:pt>
                <c:pt idx="56715">
                  <c:v>22.23</c:v>
                </c:pt>
                <c:pt idx="56716">
                  <c:v>50.97</c:v>
                </c:pt>
                <c:pt idx="56717">
                  <c:v>53.97</c:v>
                </c:pt>
                <c:pt idx="56718">
                  <c:v>67.48</c:v>
                </c:pt>
                <c:pt idx="56719">
                  <c:v>79.98</c:v>
                </c:pt>
                <c:pt idx="56720">
                  <c:v>68.58</c:v>
                </c:pt>
                <c:pt idx="56721">
                  <c:v>10.97</c:v>
                </c:pt>
                <c:pt idx="56722">
                  <c:v>20.29</c:v>
                </c:pt>
                <c:pt idx="56723">
                  <c:v>57.98</c:v>
                </c:pt>
                <c:pt idx="56724">
                  <c:v>213.53</c:v>
                </c:pt>
                <c:pt idx="56725">
                  <c:v>54.99</c:v>
                </c:pt>
                <c:pt idx="56726">
                  <c:v>86.96</c:v>
                </c:pt>
                <c:pt idx="56727">
                  <c:v>86.96</c:v>
                </c:pt>
                <c:pt idx="56728">
                  <c:v>65.989999999999995</c:v>
                </c:pt>
                <c:pt idx="56729">
                  <c:v>50.97</c:v>
                </c:pt>
                <c:pt idx="56730">
                  <c:v>53.98</c:v>
                </c:pt>
                <c:pt idx="56731">
                  <c:v>191.94</c:v>
                </c:pt>
                <c:pt idx="56732">
                  <c:v>25.98</c:v>
                </c:pt>
                <c:pt idx="56733">
                  <c:v>118.51</c:v>
                </c:pt>
                <c:pt idx="56734">
                  <c:v>143.94999999999999</c:v>
                </c:pt>
                <c:pt idx="56735">
                  <c:v>84.98</c:v>
                </c:pt>
                <c:pt idx="56736">
                  <c:v>25.26</c:v>
                </c:pt>
                <c:pt idx="56737">
                  <c:v>88.15</c:v>
                </c:pt>
                <c:pt idx="56738">
                  <c:v>131.97999999999999</c:v>
                </c:pt>
                <c:pt idx="56739">
                  <c:v>17.489999999999998</c:v>
                </c:pt>
                <c:pt idx="56740">
                  <c:v>53.98</c:v>
                </c:pt>
                <c:pt idx="56741">
                  <c:v>106.44</c:v>
                </c:pt>
                <c:pt idx="56742">
                  <c:v>65.989999999999995</c:v>
                </c:pt>
                <c:pt idx="56743">
                  <c:v>106.44</c:v>
                </c:pt>
                <c:pt idx="56744">
                  <c:v>53.98</c:v>
                </c:pt>
                <c:pt idx="56745">
                  <c:v>114.91</c:v>
                </c:pt>
                <c:pt idx="56746">
                  <c:v>87.08</c:v>
                </c:pt>
                <c:pt idx="56747">
                  <c:v>66.53</c:v>
                </c:pt>
                <c:pt idx="56748">
                  <c:v>65.989999999999995</c:v>
                </c:pt>
                <c:pt idx="56749">
                  <c:v>20.49</c:v>
                </c:pt>
                <c:pt idx="56750">
                  <c:v>55.98</c:v>
                </c:pt>
                <c:pt idx="56751">
                  <c:v>55.98</c:v>
                </c:pt>
                <c:pt idx="56752">
                  <c:v>89.97</c:v>
                </c:pt>
                <c:pt idx="56753">
                  <c:v>196.65</c:v>
                </c:pt>
                <c:pt idx="56754">
                  <c:v>54.99</c:v>
                </c:pt>
                <c:pt idx="56755">
                  <c:v>103.96</c:v>
                </c:pt>
                <c:pt idx="56756">
                  <c:v>53.98</c:v>
                </c:pt>
                <c:pt idx="56757">
                  <c:v>135.47</c:v>
                </c:pt>
                <c:pt idx="56758">
                  <c:v>107.96</c:v>
                </c:pt>
                <c:pt idx="56759">
                  <c:v>54.99</c:v>
                </c:pt>
                <c:pt idx="56760">
                  <c:v>43.28</c:v>
                </c:pt>
                <c:pt idx="56761">
                  <c:v>53.45</c:v>
                </c:pt>
                <c:pt idx="56762">
                  <c:v>16.29</c:v>
                </c:pt>
                <c:pt idx="56763">
                  <c:v>72.53</c:v>
                </c:pt>
                <c:pt idx="56764">
                  <c:v>111.95</c:v>
                </c:pt>
                <c:pt idx="56765">
                  <c:v>69.48</c:v>
                </c:pt>
                <c:pt idx="56766">
                  <c:v>50.45</c:v>
                </c:pt>
                <c:pt idx="56767">
                  <c:v>36.49</c:v>
                </c:pt>
                <c:pt idx="56768">
                  <c:v>56.98</c:v>
                </c:pt>
                <c:pt idx="56769">
                  <c:v>59.98</c:v>
                </c:pt>
                <c:pt idx="56770">
                  <c:v>85.97</c:v>
                </c:pt>
                <c:pt idx="56771">
                  <c:v>63.98</c:v>
                </c:pt>
                <c:pt idx="56772">
                  <c:v>106.94</c:v>
                </c:pt>
                <c:pt idx="56773">
                  <c:v>97.96</c:v>
                </c:pt>
                <c:pt idx="56774">
                  <c:v>171.94</c:v>
                </c:pt>
                <c:pt idx="56775">
                  <c:v>55.98</c:v>
                </c:pt>
                <c:pt idx="56776">
                  <c:v>51.98</c:v>
                </c:pt>
                <c:pt idx="56777">
                  <c:v>16.489999999999998</c:v>
                </c:pt>
                <c:pt idx="56778">
                  <c:v>55.98</c:v>
                </c:pt>
                <c:pt idx="56779">
                  <c:v>118.53</c:v>
                </c:pt>
                <c:pt idx="56780">
                  <c:v>54.98</c:v>
                </c:pt>
                <c:pt idx="56781">
                  <c:v>56.97</c:v>
                </c:pt>
                <c:pt idx="56782">
                  <c:v>61.69</c:v>
                </c:pt>
                <c:pt idx="56783">
                  <c:v>55.98</c:v>
                </c:pt>
                <c:pt idx="56784">
                  <c:v>108.86</c:v>
                </c:pt>
                <c:pt idx="56785">
                  <c:v>51.98</c:v>
                </c:pt>
                <c:pt idx="56786">
                  <c:v>65.989999999999995</c:v>
                </c:pt>
                <c:pt idx="56787">
                  <c:v>61.98</c:v>
                </c:pt>
                <c:pt idx="56788">
                  <c:v>86.97</c:v>
                </c:pt>
                <c:pt idx="56789">
                  <c:v>13.49</c:v>
                </c:pt>
                <c:pt idx="56790">
                  <c:v>111.96</c:v>
                </c:pt>
                <c:pt idx="56791">
                  <c:v>55.98</c:v>
                </c:pt>
                <c:pt idx="56792">
                  <c:v>65.989999999999995</c:v>
                </c:pt>
                <c:pt idx="56793">
                  <c:v>32.479999999999997</c:v>
                </c:pt>
                <c:pt idx="56794">
                  <c:v>85.96</c:v>
                </c:pt>
                <c:pt idx="56795">
                  <c:v>59.39</c:v>
                </c:pt>
                <c:pt idx="56796">
                  <c:v>57.97</c:v>
                </c:pt>
                <c:pt idx="56797">
                  <c:v>58.97</c:v>
                </c:pt>
                <c:pt idx="56798">
                  <c:v>74.97</c:v>
                </c:pt>
                <c:pt idx="56799">
                  <c:v>17.29</c:v>
                </c:pt>
                <c:pt idx="56800">
                  <c:v>192.95</c:v>
                </c:pt>
                <c:pt idx="56801">
                  <c:v>66.98</c:v>
                </c:pt>
                <c:pt idx="56802">
                  <c:v>17.190000000000001</c:v>
                </c:pt>
                <c:pt idx="56803">
                  <c:v>85.98</c:v>
                </c:pt>
                <c:pt idx="56804">
                  <c:v>50.98</c:v>
                </c:pt>
                <c:pt idx="56805">
                  <c:v>92.96</c:v>
                </c:pt>
                <c:pt idx="56806">
                  <c:v>56.97</c:v>
                </c:pt>
                <c:pt idx="56807">
                  <c:v>50.98</c:v>
                </c:pt>
                <c:pt idx="56808">
                  <c:v>77.97</c:v>
                </c:pt>
                <c:pt idx="56809">
                  <c:v>59.98</c:v>
                </c:pt>
                <c:pt idx="56810">
                  <c:v>66.97</c:v>
                </c:pt>
                <c:pt idx="56811">
                  <c:v>55.98</c:v>
                </c:pt>
                <c:pt idx="56812">
                  <c:v>9.99</c:v>
                </c:pt>
                <c:pt idx="56813">
                  <c:v>59.98</c:v>
                </c:pt>
                <c:pt idx="56814">
                  <c:v>36.83</c:v>
                </c:pt>
                <c:pt idx="56815">
                  <c:v>16.29</c:v>
                </c:pt>
                <c:pt idx="56816">
                  <c:v>39.479999999999997</c:v>
                </c:pt>
                <c:pt idx="56817">
                  <c:v>223.92</c:v>
                </c:pt>
                <c:pt idx="56818">
                  <c:v>51.98</c:v>
                </c:pt>
                <c:pt idx="56819">
                  <c:v>84.97</c:v>
                </c:pt>
                <c:pt idx="56820">
                  <c:v>42.24</c:v>
                </c:pt>
                <c:pt idx="56821">
                  <c:v>65.989999999999995</c:v>
                </c:pt>
                <c:pt idx="56822">
                  <c:v>55.98</c:v>
                </c:pt>
                <c:pt idx="56823">
                  <c:v>80.98</c:v>
                </c:pt>
                <c:pt idx="56824">
                  <c:v>31.49</c:v>
                </c:pt>
                <c:pt idx="56825">
                  <c:v>131.97999999999999</c:v>
                </c:pt>
                <c:pt idx="56826">
                  <c:v>119.97</c:v>
                </c:pt>
                <c:pt idx="56827">
                  <c:v>131.97999999999999</c:v>
                </c:pt>
                <c:pt idx="56828">
                  <c:v>59.96</c:v>
                </c:pt>
                <c:pt idx="56829">
                  <c:v>85.97</c:v>
                </c:pt>
                <c:pt idx="56830">
                  <c:v>79.98</c:v>
                </c:pt>
                <c:pt idx="56831">
                  <c:v>50.98</c:v>
                </c:pt>
                <c:pt idx="56832">
                  <c:v>103.96</c:v>
                </c:pt>
                <c:pt idx="56833">
                  <c:v>51.98</c:v>
                </c:pt>
                <c:pt idx="56834">
                  <c:v>79.97</c:v>
                </c:pt>
                <c:pt idx="56835">
                  <c:v>59.98</c:v>
                </c:pt>
                <c:pt idx="56836">
                  <c:v>319.39</c:v>
                </c:pt>
                <c:pt idx="56837">
                  <c:v>259.89999999999998</c:v>
                </c:pt>
                <c:pt idx="56838">
                  <c:v>56.47</c:v>
                </c:pt>
                <c:pt idx="56839">
                  <c:v>65.989999999999995</c:v>
                </c:pt>
                <c:pt idx="56840">
                  <c:v>11.28</c:v>
                </c:pt>
                <c:pt idx="56841">
                  <c:v>5.29</c:v>
                </c:pt>
                <c:pt idx="56842">
                  <c:v>149.94999999999999</c:v>
                </c:pt>
                <c:pt idx="56843">
                  <c:v>53.98</c:v>
                </c:pt>
                <c:pt idx="56844">
                  <c:v>77.97</c:v>
                </c:pt>
                <c:pt idx="56845">
                  <c:v>98.97</c:v>
                </c:pt>
                <c:pt idx="56846">
                  <c:v>131.97999999999999</c:v>
                </c:pt>
                <c:pt idx="56847">
                  <c:v>50.97</c:v>
                </c:pt>
                <c:pt idx="56848">
                  <c:v>53.97</c:v>
                </c:pt>
                <c:pt idx="56849">
                  <c:v>123.95</c:v>
                </c:pt>
                <c:pt idx="56850">
                  <c:v>34.28</c:v>
                </c:pt>
                <c:pt idx="56851">
                  <c:v>59.98</c:v>
                </c:pt>
                <c:pt idx="56852">
                  <c:v>56.4</c:v>
                </c:pt>
                <c:pt idx="56853">
                  <c:v>59.98</c:v>
                </c:pt>
                <c:pt idx="56854">
                  <c:v>77.97</c:v>
                </c:pt>
                <c:pt idx="56855">
                  <c:v>53.98</c:v>
                </c:pt>
                <c:pt idx="56856">
                  <c:v>57.98</c:v>
                </c:pt>
                <c:pt idx="56857">
                  <c:v>104.96</c:v>
                </c:pt>
                <c:pt idx="56858">
                  <c:v>377.37</c:v>
                </c:pt>
                <c:pt idx="56859">
                  <c:v>83.97</c:v>
                </c:pt>
                <c:pt idx="56860">
                  <c:v>69.98</c:v>
                </c:pt>
                <c:pt idx="56861">
                  <c:v>59.98</c:v>
                </c:pt>
                <c:pt idx="56862">
                  <c:v>83.45</c:v>
                </c:pt>
                <c:pt idx="56863">
                  <c:v>59.98</c:v>
                </c:pt>
                <c:pt idx="56864">
                  <c:v>57.48</c:v>
                </c:pt>
                <c:pt idx="56865">
                  <c:v>139.97999999999999</c:v>
                </c:pt>
                <c:pt idx="56866">
                  <c:v>69.98</c:v>
                </c:pt>
                <c:pt idx="56867">
                  <c:v>120.72</c:v>
                </c:pt>
                <c:pt idx="56868">
                  <c:v>131.97999999999999</c:v>
                </c:pt>
                <c:pt idx="56869">
                  <c:v>49.06</c:v>
                </c:pt>
                <c:pt idx="56870">
                  <c:v>35.89</c:v>
                </c:pt>
                <c:pt idx="56871">
                  <c:v>41.49</c:v>
                </c:pt>
                <c:pt idx="56872">
                  <c:v>31.49</c:v>
                </c:pt>
                <c:pt idx="56873">
                  <c:v>51.97</c:v>
                </c:pt>
                <c:pt idx="56874">
                  <c:v>55.98</c:v>
                </c:pt>
                <c:pt idx="56875">
                  <c:v>59.98</c:v>
                </c:pt>
                <c:pt idx="56876">
                  <c:v>107.94</c:v>
                </c:pt>
                <c:pt idx="56877">
                  <c:v>154.94999999999999</c:v>
                </c:pt>
                <c:pt idx="56878">
                  <c:v>263.95999999999998</c:v>
                </c:pt>
                <c:pt idx="56879">
                  <c:v>56.97</c:v>
                </c:pt>
                <c:pt idx="56880">
                  <c:v>65.989999999999995</c:v>
                </c:pt>
                <c:pt idx="56881">
                  <c:v>64.09</c:v>
                </c:pt>
                <c:pt idx="56882">
                  <c:v>59.98</c:v>
                </c:pt>
                <c:pt idx="56883">
                  <c:v>53.97</c:v>
                </c:pt>
                <c:pt idx="56884">
                  <c:v>135.46</c:v>
                </c:pt>
                <c:pt idx="56885">
                  <c:v>89.95</c:v>
                </c:pt>
                <c:pt idx="56886">
                  <c:v>60.97</c:v>
                </c:pt>
                <c:pt idx="56887">
                  <c:v>83.98</c:v>
                </c:pt>
                <c:pt idx="56888">
                  <c:v>59.98</c:v>
                </c:pt>
                <c:pt idx="56889">
                  <c:v>105.98</c:v>
                </c:pt>
                <c:pt idx="56890">
                  <c:v>50.98</c:v>
                </c:pt>
                <c:pt idx="56891">
                  <c:v>32.49</c:v>
                </c:pt>
                <c:pt idx="56892">
                  <c:v>27.58</c:v>
                </c:pt>
                <c:pt idx="56893">
                  <c:v>79.98</c:v>
                </c:pt>
                <c:pt idx="56894">
                  <c:v>101.96</c:v>
                </c:pt>
                <c:pt idx="56895">
                  <c:v>55.61</c:v>
                </c:pt>
                <c:pt idx="56896">
                  <c:v>47.49</c:v>
                </c:pt>
                <c:pt idx="56897">
                  <c:v>139.94999999999999</c:v>
                </c:pt>
                <c:pt idx="56898">
                  <c:v>66.53</c:v>
                </c:pt>
                <c:pt idx="56899">
                  <c:v>51.99</c:v>
                </c:pt>
                <c:pt idx="56900">
                  <c:v>70.97</c:v>
                </c:pt>
                <c:pt idx="56901">
                  <c:v>65.989999999999995</c:v>
                </c:pt>
                <c:pt idx="56902">
                  <c:v>31.49</c:v>
                </c:pt>
                <c:pt idx="56903">
                  <c:v>125.97</c:v>
                </c:pt>
                <c:pt idx="56904">
                  <c:v>64.97</c:v>
                </c:pt>
                <c:pt idx="56905">
                  <c:v>22.97</c:v>
                </c:pt>
                <c:pt idx="56906">
                  <c:v>40.49</c:v>
                </c:pt>
                <c:pt idx="56907">
                  <c:v>120.56</c:v>
                </c:pt>
                <c:pt idx="56908">
                  <c:v>47.48</c:v>
                </c:pt>
                <c:pt idx="56909">
                  <c:v>111.96</c:v>
                </c:pt>
                <c:pt idx="56910">
                  <c:v>45.49</c:v>
                </c:pt>
                <c:pt idx="56911">
                  <c:v>31.78</c:v>
                </c:pt>
                <c:pt idx="56912">
                  <c:v>191.92</c:v>
                </c:pt>
                <c:pt idx="56913">
                  <c:v>96.79</c:v>
                </c:pt>
                <c:pt idx="56914">
                  <c:v>105.98</c:v>
                </c:pt>
                <c:pt idx="56915">
                  <c:v>78.63</c:v>
                </c:pt>
                <c:pt idx="56916">
                  <c:v>58.98</c:v>
                </c:pt>
                <c:pt idx="56917">
                  <c:v>110.98</c:v>
                </c:pt>
                <c:pt idx="56918">
                  <c:v>145.08000000000001</c:v>
                </c:pt>
                <c:pt idx="56919">
                  <c:v>59.98</c:v>
                </c:pt>
                <c:pt idx="56920">
                  <c:v>65.989999999999995</c:v>
                </c:pt>
                <c:pt idx="56921">
                  <c:v>64.09</c:v>
                </c:pt>
                <c:pt idx="56922">
                  <c:v>103.47</c:v>
                </c:pt>
                <c:pt idx="56923">
                  <c:v>63.96</c:v>
                </c:pt>
                <c:pt idx="56924">
                  <c:v>107.94</c:v>
                </c:pt>
                <c:pt idx="56925">
                  <c:v>31.48</c:v>
                </c:pt>
                <c:pt idx="56926">
                  <c:v>51.98</c:v>
                </c:pt>
                <c:pt idx="56927">
                  <c:v>216.52</c:v>
                </c:pt>
                <c:pt idx="56928">
                  <c:v>47.49</c:v>
                </c:pt>
                <c:pt idx="56929">
                  <c:v>112.96</c:v>
                </c:pt>
                <c:pt idx="56930">
                  <c:v>59.98</c:v>
                </c:pt>
                <c:pt idx="56931">
                  <c:v>53.97</c:v>
                </c:pt>
                <c:pt idx="56932">
                  <c:v>54.98</c:v>
                </c:pt>
                <c:pt idx="56933">
                  <c:v>55.96</c:v>
                </c:pt>
                <c:pt idx="56934">
                  <c:v>118.67</c:v>
                </c:pt>
                <c:pt idx="56935">
                  <c:v>65.989999999999995</c:v>
                </c:pt>
                <c:pt idx="56936">
                  <c:v>39.89</c:v>
                </c:pt>
                <c:pt idx="56937">
                  <c:v>50.69</c:v>
                </c:pt>
                <c:pt idx="56938">
                  <c:v>79.98</c:v>
                </c:pt>
                <c:pt idx="56939">
                  <c:v>67.739999999999995</c:v>
                </c:pt>
                <c:pt idx="56940">
                  <c:v>90.35</c:v>
                </c:pt>
                <c:pt idx="56941">
                  <c:v>83.97</c:v>
                </c:pt>
                <c:pt idx="56942">
                  <c:v>55.98</c:v>
                </c:pt>
                <c:pt idx="56943">
                  <c:v>55.98</c:v>
                </c:pt>
                <c:pt idx="56944">
                  <c:v>20.49</c:v>
                </c:pt>
                <c:pt idx="56945">
                  <c:v>119.97</c:v>
                </c:pt>
                <c:pt idx="56946">
                  <c:v>149.94999999999999</c:v>
                </c:pt>
                <c:pt idx="56947">
                  <c:v>30</c:v>
                </c:pt>
                <c:pt idx="56948">
                  <c:v>29.49</c:v>
                </c:pt>
                <c:pt idx="56949">
                  <c:v>84.98</c:v>
                </c:pt>
                <c:pt idx="56950">
                  <c:v>80.97</c:v>
                </c:pt>
                <c:pt idx="56951">
                  <c:v>17.66</c:v>
                </c:pt>
                <c:pt idx="56952">
                  <c:v>119.96</c:v>
                </c:pt>
                <c:pt idx="56953">
                  <c:v>79.98</c:v>
                </c:pt>
                <c:pt idx="56954">
                  <c:v>51.94</c:v>
                </c:pt>
                <c:pt idx="56955">
                  <c:v>131.97999999999999</c:v>
                </c:pt>
                <c:pt idx="56956">
                  <c:v>59.98</c:v>
                </c:pt>
                <c:pt idx="56957">
                  <c:v>28.48</c:v>
                </c:pt>
                <c:pt idx="56958">
                  <c:v>93.95</c:v>
                </c:pt>
                <c:pt idx="56959">
                  <c:v>55.98</c:v>
                </c:pt>
                <c:pt idx="56960">
                  <c:v>116.1</c:v>
                </c:pt>
                <c:pt idx="56961">
                  <c:v>54.99</c:v>
                </c:pt>
                <c:pt idx="56962">
                  <c:v>59.39</c:v>
                </c:pt>
                <c:pt idx="56963">
                  <c:v>51.96</c:v>
                </c:pt>
                <c:pt idx="56964">
                  <c:v>31.49</c:v>
                </c:pt>
                <c:pt idx="56965">
                  <c:v>36.49</c:v>
                </c:pt>
                <c:pt idx="56966">
                  <c:v>63.98</c:v>
                </c:pt>
                <c:pt idx="56967">
                  <c:v>83.97</c:v>
                </c:pt>
                <c:pt idx="56968">
                  <c:v>53.97</c:v>
                </c:pt>
                <c:pt idx="56969">
                  <c:v>58.98</c:v>
                </c:pt>
                <c:pt idx="56970">
                  <c:v>122.19</c:v>
                </c:pt>
                <c:pt idx="56971">
                  <c:v>69.98</c:v>
                </c:pt>
                <c:pt idx="56972">
                  <c:v>31.48</c:v>
                </c:pt>
                <c:pt idx="56973">
                  <c:v>60.99</c:v>
                </c:pt>
                <c:pt idx="56974">
                  <c:v>84.57</c:v>
                </c:pt>
                <c:pt idx="56975">
                  <c:v>58.97</c:v>
                </c:pt>
                <c:pt idx="56976">
                  <c:v>63.98</c:v>
                </c:pt>
                <c:pt idx="56977">
                  <c:v>65.989999999999995</c:v>
                </c:pt>
                <c:pt idx="56978">
                  <c:v>55.98</c:v>
                </c:pt>
                <c:pt idx="56979">
                  <c:v>14.49</c:v>
                </c:pt>
                <c:pt idx="56980">
                  <c:v>111.96</c:v>
                </c:pt>
                <c:pt idx="56981">
                  <c:v>53.98</c:v>
                </c:pt>
                <c:pt idx="56982">
                  <c:v>56.98</c:v>
                </c:pt>
                <c:pt idx="56983">
                  <c:v>53.98</c:v>
                </c:pt>
                <c:pt idx="56984">
                  <c:v>56.97</c:v>
                </c:pt>
                <c:pt idx="56985">
                  <c:v>269.91000000000003</c:v>
                </c:pt>
                <c:pt idx="56986">
                  <c:v>111.98</c:v>
                </c:pt>
                <c:pt idx="56987">
                  <c:v>51.98</c:v>
                </c:pt>
                <c:pt idx="56988">
                  <c:v>83.98</c:v>
                </c:pt>
                <c:pt idx="56989">
                  <c:v>172.97</c:v>
                </c:pt>
                <c:pt idx="56990">
                  <c:v>77.97</c:v>
                </c:pt>
                <c:pt idx="56991">
                  <c:v>60.99</c:v>
                </c:pt>
                <c:pt idx="56992">
                  <c:v>30.48</c:v>
                </c:pt>
                <c:pt idx="56993">
                  <c:v>48.48</c:v>
                </c:pt>
                <c:pt idx="56994">
                  <c:v>259.89999999999998</c:v>
                </c:pt>
                <c:pt idx="56995">
                  <c:v>69.98</c:v>
                </c:pt>
                <c:pt idx="56996">
                  <c:v>58.66</c:v>
                </c:pt>
                <c:pt idx="56997">
                  <c:v>33.479999999999997</c:v>
                </c:pt>
                <c:pt idx="56998">
                  <c:v>100.97</c:v>
                </c:pt>
                <c:pt idx="56999">
                  <c:v>149.94999999999999</c:v>
                </c:pt>
                <c:pt idx="57000">
                  <c:v>53.98</c:v>
                </c:pt>
                <c:pt idx="57001">
                  <c:v>59.98</c:v>
                </c:pt>
                <c:pt idx="57002">
                  <c:v>19.09</c:v>
                </c:pt>
                <c:pt idx="57003">
                  <c:v>107.01</c:v>
                </c:pt>
                <c:pt idx="57004">
                  <c:v>53.47</c:v>
                </c:pt>
                <c:pt idx="57005">
                  <c:v>129.15</c:v>
                </c:pt>
                <c:pt idx="57006">
                  <c:v>29.08</c:v>
                </c:pt>
                <c:pt idx="57007">
                  <c:v>93.13</c:v>
                </c:pt>
                <c:pt idx="57008">
                  <c:v>95.98</c:v>
                </c:pt>
                <c:pt idx="57009">
                  <c:v>135.41999999999999</c:v>
                </c:pt>
                <c:pt idx="57010">
                  <c:v>31.41</c:v>
                </c:pt>
                <c:pt idx="57011">
                  <c:v>125.34</c:v>
                </c:pt>
                <c:pt idx="57012">
                  <c:v>89.97</c:v>
                </c:pt>
                <c:pt idx="57013">
                  <c:v>167.36</c:v>
                </c:pt>
                <c:pt idx="57014">
                  <c:v>46.29</c:v>
                </c:pt>
                <c:pt idx="57015">
                  <c:v>11.49</c:v>
                </c:pt>
                <c:pt idx="57016">
                  <c:v>-97.99</c:v>
                </c:pt>
                <c:pt idx="57017">
                  <c:v>29.28</c:v>
                </c:pt>
                <c:pt idx="57018">
                  <c:v>65.989999999999995</c:v>
                </c:pt>
                <c:pt idx="57019">
                  <c:v>93.97</c:v>
                </c:pt>
                <c:pt idx="57020">
                  <c:v>59.98</c:v>
                </c:pt>
                <c:pt idx="57021">
                  <c:v>131.97999999999999</c:v>
                </c:pt>
                <c:pt idx="57022">
                  <c:v>165.27</c:v>
                </c:pt>
                <c:pt idx="57023">
                  <c:v>115.97</c:v>
                </c:pt>
                <c:pt idx="57024">
                  <c:v>56.97</c:v>
                </c:pt>
                <c:pt idx="57025">
                  <c:v>59.96</c:v>
                </c:pt>
                <c:pt idx="57026">
                  <c:v>16.489999999999998</c:v>
                </c:pt>
                <c:pt idx="57027">
                  <c:v>33.840000000000003</c:v>
                </c:pt>
                <c:pt idx="57028">
                  <c:v>55.98</c:v>
                </c:pt>
                <c:pt idx="57029">
                  <c:v>87.44</c:v>
                </c:pt>
                <c:pt idx="57030">
                  <c:v>59.98</c:v>
                </c:pt>
                <c:pt idx="57031">
                  <c:v>57.98</c:v>
                </c:pt>
                <c:pt idx="57032">
                  <c:v>71.959999999999994</c:v>
                </c:pt>
                <c:pt idx="57033">
                  <c:v>55.98</c:v>
                </c:pt>
                <c:pt idx="57034">
                  <c:v>83.48</c:v>
                </c:pt>
                <c:pt idx="57035">
                  <c:v>110.97</c:v>
                </c:pt>
                <c:pt idx="57036">
                  <c:v>177.95</c:v>
                </c:pt>
                <c:pt idx="57037">
                  <c:v>135.96</c:v>
                </c:pt>
                <c:pt idx="57038">
                  <c:v>65.989999999999995</c:v>
                </c:pt>
                <c:pt idx="57039">
                  <c:v>139.94999999999999</c:v>
                </c:pt>
                <c:pt idx="57040">
                  <c:v>56.97</c:v>
                </c:pt>
                <c:pt idx="57041">
                  <c:v>91.97</c:v>
                </c:pt>
                <c:pt idx="57042">
                  <c:v>122.96</c:v>
                </c:pt>
                <c:pt idx="57043">
                  <c:v>89.98</c:v>
                </c:pt>
                <c:pt idx="57044">
                  <c:v>51.98</c:v>
                </c:pt>
                <c:pt idx="57045">
                  <c:v>93.95</c:v>
                </c:pt>
                <c:pt idx="57046">
                  <c:v>72.56</c:v>
                </c:pt>
                <c:pt idx="57047">
                  <c:v>126.06</c:v>
                </c:pt>
                <c:pt idx="57048">
                  <c:v>68.48</c:v>
                </c:pt>
                <c:pt idx="57049">
                  <c:v>67.959999999999994</c:v>
                </c:pt>
                <c:pt idx="57050">
                  <c:v>67.739999999999995</c:v>
                </c:pt>
                <c:pt idx="57051">
                  <c:v>59.98</c:v>
                </c:pt>
                <c:pt idx="57052">
                  <c:v>197.97</c:v>
                </c:pt>
                <c:pt idx="57053">
                  <c:v>77.97</c:v>
                </c:pt>
                <c:pt idx="57054">
                  <c:v>77.42</c:v>
                </c:pt>
                <c:pt idx="57055">
                  <c:v>83.97</c:v>
                </c:pt>
                <c:pt idx="57056">
                  <c:v>79.98</c:v>
                </c:pt>
                <c:pt idx="57057">
                  <c:v>259.89999999999998</c:v>
                </c:pt>
                <c:pt idx="57058">
                  <c:v>55.64</c:v>
                </c:pt>
                <c:pt idx="57059">
                  <c:v>83.97</c:v>
                </c:pt>
                <c:pt idx="57060">
                  <c:v>57.98</c:v>
                </c:pt>
                <c:pt idx="57061">
                  <c:v>49.99</c:v>
                </c:pt>
                <c:pt idx="57062">
                  <c:v>113.96</c:v>
                </c:pt>
                <c:pt idx="57063">
                  <c:v>53.98</c:v>
                </c:pt>
                <c:pt idx="57064">
                  <c:v>67.069999999999993</c:v>
                </c:pt>
                <c:pt idx="57065">
                  <c:v>59.98</c:v>
                </c:pt>
                <c:pt idx="57066">
                  <c:v>53.97</c:v>
                </c:pt>
                <c:pt idx="57067">
                  <c:v>32.65</c:v>
                </c:pt>
                <c:pt idx="57068">
                  <c:v>127.94</c:v>
                </c:pt>
                <c:pt idx="57069">
                  <c:v>65.989999999999995</c:v>
                </c:pt>
                <c:pt idx="57070">
                  <c:v>171.94</c:v>
                </c:pt>
                <c:pt idx="57071">
                  <c:v>88.97</c:v>
                </c:pt>
                <c:pt idx="57072">
                  <c:v>59.98</c:v>
                </c:pt>
                <c:pt idx="57073">
                  <c:v>17.489999999999998</c:v>
                </c:pt>
                <c:pt idx="57074">
                  <c:v>56.98</c:v>
                </c:pt>
                <c:pt idx="57075">
                  <c:v>16.28</c:v>
                </c:pt>
                <c:pt idx="57076">
                  <c:v>55.98</c:v>
                </c:pt>
                <c:pt idx="57077">
                  <c:v>55.96</c:v>
                </c:pt>
                <c:pt idx="57078">
                  <c:v>94.34</c:v>
                </c:pt>
                <c:pt idx="57079">
                  <c:v>55.98</c:v>
                </c:pt>
                <c:pt idx="57080">
                  <c:v>131.97999999999999</c:v>
                </c:pt>
                <c:pt idx="57081">
                  <c:v>51.98</c:v>
                </c:pt>
                <c:pt idx="57082">
                  <c:v>36.29</c:v>
                </c:pt>
                <c:pt idx="57083">
                  <c:v>41.49</c:v>
                </c:pt>
                <c:pt idx="57084">
                  <c:v>27.48</c:v>
                </c:pt>
                <c:pt idx="57085">
                  <c:v>93.97</c:v>
                </c:pt>
                <c:pt idx="57086">
                  <c:v>111.96</c:v>
                </c:pt>
                <c:pt idx="57087">
                  <c:v>79.98</c:v>
                </c:pt>
                <c:pt idx="57088">
                  <c:v>44.99</c:v>
                </c:pt>
                <c:pt idx="57089">
                  <c:v>83.97</c:v>
                </c:pt>
                <c:pt idx="57090">
                  <c:v>109.97</c:v>
                </c:pt>
                <c:pt idx="57091">
                  <c:v>79.98</c:v>
                </c:pt>
                <c:pt idx="57092">
                  <c:v>119.96</c:v>
                </c:pt>
                <c:pt idx="57093">
                  <c:v>107.45</c:v>
                </c:pt>
                <c:pt idx="57094">
                  <c:v>65.989999999999995</c:v>
                </c:pt>
                <c:pt idx="57095">
                  <c:v>107.94</c:v>
                </c:pt>
                <c:pt idx="57096">
                  <c:v>84.66</c:v>
                </c:pt>
                <c:pt idx="57097">
                  <c:v>129.94999999999999</c:v>
                </c:pt>
                <c:pt idx="57098">
                  <c:v>65.989999999999995</c:v>
                </c:pt>
                <c:pt idx="57099">
                  <c:v>85.47</c:v>
                </c:pt>
                <c:pt idx="57100">
                  <c:v>109.96</c:v>
                </c:pt>
                <c:pt idx="57101">
                  <c:v>24.18</c:v>
                </c:pt>
                <c:pt idx="57102">
                  <c:v>55.96</c:v>
                </c:pt>
                <c:pt idx="57103">
                  <c:v>11.49</c:v>
                </c:pt>
                <c:pt idx="57104">
                  <c:v>65.989999999999995</c:v>
                </c:pt>
                <c:pt idx="57105">
                  <c:v>47.48</c:v>
                </c:pt>
                <c:pt idx="57106">
                  <c:v>159.69999999999999</c:v>
                </c:pt>
                <c:pt idx="57107">
                  <c:v>14.99</c:v>
                </c:pt>
                <c:pt idx="57108">
                  <c:v>119.27</c:v>
                </c:pt>
                <c:pt idx="57109">
                  <c:v>72.58</c:v>
                </c:pt>
                <c:pt idx="57110">
                  <c:v>55.98</c:v>
                </c:pt>
                <c:pt idx="57111">
                  <c:v>29.29</c:v>
                </c:pt>
                <c:pt idx="57112">
                  <c:v>54.98</c:v>
                </c:pt>
                <c:pt idx="57113">
                  <c:v>89.98</c:v>
                </c:pt>
                <c:pt idx="57114">
                  <c:v>69.98</c:v>
                </c:pt>
                <c:pt idx="57115">
                  <c:v>83.76</c:v>
                </c:pt>
                <c:pt idx="57116">
                  <c:v>49.98</c:v>
                </c:pt>
                <c:pt idx="57117">
                  <c:v>133.96</c:v>
                </c:pt>
                <c:pt idx="57118">
                  <c:v>141.94</c:v>
                </c:pt>
                <c:pt idx="57119">
                  <c:v>111.96</c:v>
                </c:pt>
                <c:pt idx="57120">
                  <c:v>162.93</c:v>
                </c:pt>
                <c:pt idx="57121">
                  <c:v>164.65</c:v>
                </c:pt>
                <c:pt idx="57122">
                  <c:v>81.96</c:v>
                </c:pt>
                <c:pt idx="57123">
                  <c:v>58.98</c:v>
                </c:pt>
                <c:pt idx="57124">
                  <c:v>55.96</c:v>
                </c:pt>
                <c:pt idx="57125">
                  <c:v>269.91000000000003</c:v>
                </c:pt>
                <c:pt idx="57126">
                  <c:v>79.98</c:v>
                </c:pt>
                <c:pt idx="57127">
                  <c:v>49.99</c:v>
                </c:pt>
                <c:pt idx="57128">
                  <c:v>83.48</c:v>
                </c:pt>
                <c:pt idx="57129">
                  <c:v>104.97</c:v>
                </c:pt>
                <c:pt idx="57130">
                  <c:v>89.97</c:v>
                </c:pt>
                <c:pt idx="57131">
                  <c:v>69.27</c:v>
                </c:pt>
                <c:pt idx="57132">
                  <c:v>41.48</c:v>
                </c:pt>
                <c:pt idx="57133">
                  <c:v>65.989999999999995</c:v>
                </c:pt>
                <c:pt idx="57134">
                  <c:v>126.76</c:v>
                </c:pt>
                <c:pt idx="57135">
                  <c:v>79.98</c:v>
                </c:pt>
                <c:pt idx="57136">
                  <c:v>63.96</c:v>
                </c:pt>
                <c:pt idx="57137">
                  <c:v>379.77</c:v>
                </c:pt>
                <c:pt idx="57138">
                  <c:v>117.95</c:v>
                </c:pt>
                <c:pt idx="57139">
                  <c:v>33.29</c:v>
                </c:pt>
                <c:pt idx="57140">
                  <c:v>122.95</c:v>
                </c:pt>
                <c:pt idx="57141">
                  <c:v>120.88</c:v>
                </c:pt>
                <c:pt idx="57142">
                  <c:v>97.82</c:v>
                </c:pt>
                <c:pt idx="57143">
                  <c:v>32.24</c:v>
                </c:pt>
                <c:pt idx="57144">
                  <c:v>131.97999999999999</c:v>
                </c:pt>
                <c:pt idx="57145">
                  <c:v>55.98</c:v>
                </c:pt>
                <c:pt idx="57146">
                  <c:v>86.07</c:v>
                </c:pt>
                <c:pt idx="57147">
                  <c:v>179.94</c:v>
                </c:pt>
                <c:pt idx="57148">
                  <c:v>58.97</c:v>
                </c:pt>
                <c:pt idx="57149">
                  <c:v>41.29</c:v>
                </c:pt>
                <c:pt idx="57150">
                  <c:v>41.49</c:v>
                </c:pt>
                <c:pt idx="57151">
                  <c:v>55.98</c:v>
                </c:pt>
                <c:pt idx="57152">
                  <c:v>95.97</c:v>
                </c:pt>
                <c:pt idx="57153">
                  <c:v>59.98</c:v>
                </c:pt>
                <c:pt idx="57154">
                  <c:v>53.98</c:v>
                </c:pt>
                <c:pt idx="57155">
                  <c:v>47.29</c:v>
                </c:pt>
                <c:pt idx="57156">
                  <c:v>65.989999999999995</c:v>
                </c:pt>
                <c:pt idx="57157">
                  <c:v>31.49</c:v>
                </c:pt>
                <c:pt idx="57158">
                  <c:v>57.97</c:v>
                </c:pt>
                <c:pt idx="57159">
                  <c:v>105.18</c:v>
                </c:pt>
                <c:pt idx="57160">
                  <c:v>93.96</c:v>
                </c:pt>
                <c:pt idx="57161">
                  <c:v>83.97</c:v>
                </c:pt>
                <c:pt idx="57162">
                  <c:v>69.98</c:v>
                </c:pt>
                <c:pt idx="57163">
                  <c:v>215.92</c:v>
                </c:pt>
                <c:pt idx="57164">
                  <c:v>130.63</c:v>
                </c:pt>
                <c:pt idx="57165">
                  <c:v>41.49</c:v>
                </c:pt>
                <c:pt idx="57166">
                  <c:v>55.98</c:v>
                </c:pt>
                <c:pt idx="57167">
                  <c:v>49.59</c:v>
                </c:pt>
                <c:pt idx="57168">
                  <c:v>14.49</c:v>
                </c:pt>
                <c:pt idx="57169">
                  <c:v>47.48</c:v>
                </c:pt>
                <c:pt idx="57170">
                  <c:v>58.98</c:v>
                </c:pt>
                <c:pt idx="57171">
                  <c:v>272.72000000000003</c:v>
                </c:pt>
                <c:pt idx="57172">
                  <c:v>55.98</c:v>
                </c:pt>
                <c:pt idx="57173">
                  <c:v>115.95</c:v>
                </c:pt>
                <c:pt idx="57174">
                  <c:v>38.479999999999997</c:v>
                </c:pt>
                <c:pt idx="57175">
                  <c:v>19.29</c:v>
                </c:pt>
                <c:pt idx="57176">
                  <c:v>62.97</c:v>
                </c:pt>
                <c:pt idx="57177">
                  <c:v>63.98</c:v>
                </c:pt>
                <c:pt idx="57178">
                  <c:v>177.97</c:v>
                </c:pt>
                <c:pt idx="57179">
                  <c:v>159.96</c:v>
                </c:pt>
                <c:pt idx="57180">
                  <c:v>67.97</c:v>
                </c:pt>
                <c:pt idx="57181">
                  <c:v>82.97</c:v>
                </c:pt>
                <c:pt idx="57182">
                  <c:v>33.479999999999997</c:v>
                </c:pt>
                <c:pt idx="57183">
                  <c:v>29.49</c:v>
                </c:pt>
                <c:pt idx="57184">
                  <c:v>30.28</c:v>
                </c:pt>
                <c:pt idx="57185">
                  <c:v>108.48</c:v>
                </c:pt>
                <c:pt idx="57186">
                  <c:v>103.96</c:v>
                </c:pt>
                <c:pt idx="57187">
                  <c:v>59.98</c:v>
                </c:pt>
                <c:pt idx="57188">
                  <c:v>70.14</c:v>
                </c:pt>
                <c:pt idx="57189">
                  <c:v>8.2899999999999991</c:v>
                </c:pt>
                <c:pt idx="57190">
                  <c:v>51.98</c:v>
                </c:pt>
                <c:pt idx="57191">
                  <c:v>64.77</c:v>
                </c:pt>
                <c:pt idx="57192">
                  <c:v>27.48</c:v>
                </c:pt>
                <c:pt idx="57193">
                  <c:v>83.97</c:v>
                </c:pt>
                <c:pt idx="57194">
                  <c:v>52.97</c:v>
                </c:pt>
                <c:pt idx="57195">
                  <c:v>36.29</c:v>
                </c:pt>
                <c:pt idx="57196">
                  <c:v>51.98</c:v>
                </c:pt>
                <c:pt idx="57197">
                  <c:v>83.97</c:v>
                </c:pt>
                <c:pt idx="57198">
                  <c:v>79.98</c:v>
                </c:pt>
                <c:pt idx="57199">
                  <c:v>95.51</c:v>
                </c:pt>
                <c:pt idx="57200">
                  <c:v>55.98</c:v>
                </c:pt>
                <c:pt idx="57201">
                  <c:v>19.309999999999999</c:v>
                </c:pt>
                <c:pt idx="57202">
                  <c:v>47.18</c:v>
                </c:pt>
                <c:pt idx="57203">
                  <c:v>50.97</c:v>
                </c:pt>
                <c:pt idx="57204">
                  <c:v>65.989999999999995</c:v>
                </c:pt>
                <c:pt idx="57205">
                  <c:v>575.01</c:v>
                </c:pt>
                <c:pt idx="57206">
                  <c:v>47.27</c:v>
                </c:pt>
                <c:pt idx="57207">
                  <c:v>56.98</c:v>
                </c:pt>
                <c:pt idx="57208">
                  <c:v>73.98</c:v>
                </c:pt>
                <c:pt idx="57209">
                  <c:v>61.98</c:v>
                </c:pt>
                <c:pt idx="57210">
                  <c:v>195.32</c:v>
                </c:pt>
                <c:pt idx="57211">
                  <c:v>29.49</c:v>
                </c:pt>
                <c:pt idx="57212">
                  <c:v>0</c:v>
                </c:pt>
                <c:pt idx="57213">
                  <c:v>58.96</c:v>
                </c:pt>
                <c:pt idx="57214">
                  <c:v>75.97</c:v>
                </c:pt>
                <c:pt idx="57215">
                  <c:v>72.87</c:v>
                </c:pt>
                <c:pt idx="57216">
                  <c:v>53.98</c:v>
                </c:pt>
                <c:pt idx="57217">
                  <c:v>31.29</c:v>
                </c:pt>
                <c:pt idx="57218">
                  <c:v>69.959999999999994</c:v>
                </c:pt>
                <c:pt idx="57219">
                  <c:v>59.98</c:v>
                </c:pt>
                <c:pt idx="57220">
                  <c:v>55.98</c:v>
                </c:pt>
                <c:pt idx="57221">
                  <c:v>25.37</c:v>
                </c:pt>
                <c:pt idx="57222">
                  <c:v>65.989999999999995</c:v>
                </c:pt>
                <c:pt idx="57223">
                  <c:v>84.98</c:v>
                </c:pt>
                <c:pt idx="57224">
                  <c:v>43.48</c:v>
                </c:pt>
                <c:pt idx="57225">
                  <c:v>31.49</c:v>
                </c:pt>
                <c:pt idx="57226">
                  <c:v>171.94</c:v>
                </c:pt>
                <c:pt idx="57227">
                  <c:v>55.98</c:v>
                </c:pt>
                <c:pt idx="57228">
                  <c:v>119.96</c:v>
                </c:pt>
                <c:pt idx="57229">
                  <c:v>49.99</c:v>
                </c:pt>
                <c:pt idx="57230">
                  <c:v>93.94</c:v>
                </c:pt>
                <c:pt idx="57231">
                  <c:v>63.98</c:v>
                </c:pt>
                <c:pt idx="57232">
                  <c:v>55.98</c:v>
                </c:pt>
                <c:pt idx="57233">
                  <c:v>65.989999999999995</c:v>
                </c:pt>
                <c:pt idx="57234">
                  <c:v>59.98</c:v>
                </c:pt>
                <c:pt idx="57235">
                  <c:v>59.98</c:v>
                </c:pt>
                <c:pt idx="57236">
                  <c:v>43.27</c:v>
                </c:pt>
                <c:pt idx="57237">
                  <c:v>80.47</c:v>
                </c:pt>
                <c:pt idx="57238">
                  <c:v>139.1</c:v>
                </c:pt>
                <c:pt idx="57239">
                  <c:v>47.98</c:v>
                </c:pt>
                <c:pt idx="57240">
                  <c:v>59.98</c:v>
                </c:pt>
                <c:pt idx="57241">
                  <c:v>58.47</c:v>
                </c:pt>
                <c:pt idx="57242">
                  <c:v>139.97</c:v>
                </c:pt>
                <c:pt idx="57243">
                  <c:v>54.98</c:v>
                </c:pt>
                <c:pt idx="57244">
                  <c:v>77.42</c:v>
                </c:pt>
                <c:pt idx="57245">
                  <c:v>26.98</c:v>
                </c:pt>
                <c:pt idx="57246">
                  <c:v>62.99</c:v>
                </c:pt>
                <c:pt idx="57247">
                  <c:v>71.959999999999994</c:v>
                </c:pt>
                <c:pt idx="57248">
                  <c:v>28.49</c:v>
                </c:pt>
                <c:pt idx="57249">
                  <c:v>56.97</c:v>
                </c:pt>
                <c:pt idx="57250">
                  <c:v>223.92</c:v>
                </c:pt>
                <c:pt idx="57251">
                  <c:v>55.98</c:v>
                </c:pt>
                <c:pt idx="57252">
                  <c:v>44.75</c:v>
                </c:pt>
                <c:pt idx="57253">
                  <c:v>106.97</c:v>
                </c:pt>
                <c:pt idx="57254">
                  <c:v>95.56</c:v>
                </c:pt>
                <c:pt idx="57255">
                  <c:v>108.86</c:v>
                </c:pt>
                <c:pt idx="57256">
                  <c:v>47.49</c:v>
                </c:pt>
                <c:pt idx="57257">
                  <c:v>59.99</c:v>
                </c:pt>
                <c:pt idx="57258">
                  <c:v>52.97</c:v>
                </c:pt>
                <c:pt idx="57259">
                  <c:v>49.99</c:v>
                </c:pt>
                <c:pt idx="57260">
                  <c:v>-131.97999999999999</c:v>
                </c:pt>
                <c:pt idx="57261">
                  <c:v>124.06</c:v>
                </c:pt>
                <c:pt idx="57262">
                  <c:v>60.99</c:v>
                </c:pt>
                <c:pt idx="57263">
                  <c:v>43.47</c:v>
                </c:pt>
                <c:pt idx="57264">
                  <c:v>139.94999999999999</c:v>
                </c:pt>
                <c:pt idx="57265">
                  <c:v>56.97</c:v>
                </c:pt>
                <c:pt idx="57266">
                  <c:v>20.55</c:v>
                </c:pt>
                <c:pt idx="57267">
                  <c:v>26.58</c:v>
                </c:pt>
                <c:pt idx="57268">
                  <c:v>87.97</c:v>
                </c:pt>
                <c:pt idx="57269">
                  <c:v>113.95</c:v>
                </c:pt>
                <c:pt idx="57270">
                  <c:v>65.989999999999995</c:v>
                </c:pt>
                <c:pt idx="57271">
                  <c:v>111.96</c:v>
                </c:pt>
                <c:pt idx="57272">
                  <c:v>59.98</c:v>
                </c:pt>
                <c:pt idx="57273">
                  <c:v>89.97</c:v>
                </c:pt>
                <c:pt idx="57274">
                  <c:v>14.99</c:v>
                </c:pt>
                <c:pt idx="57275">
                  <c:v>107.96</c:v>
                </c:pt>
                <c:pt idx="57276">
                  <c:v>79.989999999999995</c:v>
                </c:pt>
                <c:pt idx="57277">
                  <c:v>59.98</c:v>
                </c:pt>
                <c:pt idx="57278">
                  <c:v>35.07</c:v>
                </c:pt>
                <c:pt idx="57279">
                  <c:v>56.65</c:v>
                </c:pt>
                <c:pt idx="57280">
                  <c:v>59.98</c:v>
                </c:pt>
                <c:pt idx="57281">
                  <c:v>84.98</c:v>
                </c:pt>
                <c:pt idx="57282">
                  <c:v>127.92</c:v>
                </c:pt>
                <c:pt idx="57283">
                  <c:v>20.29</c:v>
                </c:pt>
                <c:pt idx="57284">
                  <c:v>55.98</c:v>
                </c:pt>
                <c:pt idx="57285">
                  <c:v>116.62</c:v>
                </c:pt>
                <c:pt idx="57286">
                  <c:v>189.96</c:v>
                </c:pt>
                <c:pt idx="57287">
                  <c:v>53.48</c:v>
                </c:pt>
                <c:pt idx="57288">
                  <c:v>30.38</c:v>
                </c:pt>
                <c:pt idx="57289">
                  <c:v>59.98</c:v>
                </c:pt>
                <c:pt idx="57290">
                  <c:v>62.96</c:v>
                </c:pt>
                <c:pt idx="57291">
                  <c:v>66.58</c:v>
                </c:pt>
                <c:pt idx="57292">
                  <c:v>37.479999999999997</c:v>
                </c:pt>
                <c:pt idx="57293">
                  <c:v>53.98</c:v>
                </c:pt>
                <c:pt idx="57294">
                  <c:v>284.85000000000002</c:v>
                </c:pt>
                <c:pt idx="57295">
                  <c:v>74.95</c:v>
                </c:pt>
                <c:pt idx="57296">
                  <c:v>65.989999999999995</c:v>
                </c:pt>
                <c:pt idx="57297">
                  <c:v>172.98</c:v>
                </c:pt>
                <c:pt idx="57298">
                  <c:v>52.89</c:v>
                </c:pt>
                <c:pt idx="57299">
                  <c:v>90.73</c:v>
                </c:pt>
                <c:pt idx="57300">
                  <c:v>59.98</c:v>
                </c:pt>
                <c:pt idx="57301">
                  <c:v>50.38</c:v>
                </c:pt>
                <c:pt idx="57302">
                  <c:v>116.96</c:v>
                </c:pt>
                <c:pt idx="57303">
                  <c:v>75.97</c:v>
                </c:pt>
                <c:pt idx="57304">
                  <c:v>68.91</c:v>
                </c:pt>
                <c:pt idx="57305">
                  <c:v>99.97</c:v>
                </c:pt>
                <c:pt idx="57306">
                  <c:v>54.98</c:v>
                </c:pt>
                <c:pt idx="57307">
                  <c:v>114.91</c:v>
                </c:pt>
                <c:pt idx="57308">
                  <c:v>13.49</c:v>
                </c:pt>
                <c:pt idx="57309">
                  <c:v>53.97</c:v>
                </c:pt>
                <c:pt idx="57310">
                  <c:v>69.98</c:v>
                </c:pt>
                <c:pt idx="57311">
                  <c:v>16.489999999999998</c:v>
                </c:pt>
                <c:pt idx="57312">
                  <c:v>95.97</c:v>
                </c:pt>
                <c:pt idx="57313">
                  <c:v>74.98</c:v>
                </c:pt>
                <c:pt idx="57314">
                  <c:v>103.96</c:v>
                </c:pt>
                <c:pt idx="57315">
                  <c:v>145.22</c:v>
                </c:pt>
                <c:pt idx="57316">
                  <c:v>59.98</c:v>
                </c:pt>
                <c:pt idx="57317">
                  <c:v>85.97</c:v>
                </c:pt>
                <c:pt idx="57318">
                  <c:v>89.98</c:v>
                </c:pt>
                <c:pt idx="57319">
                  <c:v>84.98</c:v>
                </c:pt>
                <c:pt idx="57320">
                  <c:v>20.49</c:v>
                </c:pt>
                <c:pt idx="57321">
                  <c:v>87.92</c:v>
                </c:pt>
                <c:pt idx="57322">
                  <c:v>97.48</c:v>
                </c:pt>
                <c:pt idx="57323">
                  <c:v>95.98</c:v>
                </c:pt>
                <c:pt idx="57324">
                  <c:v>87.47</c:v>
                </c:pt>
                <c:pt idx="57325">
                  <c:v>65.98</c:v>
                </c:pt>
                <c:pt idx="57326">
                  <c:v>51.98</c:v>
                </c:pt>
                <c:pt idx="57327">
                  <c:v>59.96</c:v>
                </c:pt>
                <c:pt idx="57328">
                  <c:v>150.97</c:v>
                </c:pt>
                <c:pt idx="57329">
                  <c:v>83.48</c:v>
                </c:pt>
                <c:pt idx="57330">
                  <c:v>34.28</c:v>
                </c:pt>
                <c:pt idx="57331">
                  <c:v>51.98</c:v>
                </c:pt>
                <c:pt idx="57332">
                  <c:v>50.98</c:v>
                </c:pt>
                <c:pt idx="57333">
                  <c:v>65.989999999999995</c:v>
                </c:pt>
                <c:pt idx="57334">
                  <c:v>50.95</c:v>
                </c:pt>
                <c:pt idx="57335">
                  <c:v>113.46</c:v>
                </c:pt>
                <c:pt idx="57336">
                  <c:v>95.95</c:v>
                </c:pt>
                <c:pt idx="57337">
                  <c:v>164.96</c:v>
                </c:pt>
                <c:pt idx="57338">
                  <c:v>47.97</c:v>
                </c:pt>
                <c:pt idx="57339">
                  <c:v>69.97</c:v>
                </c:pt>
                <c:pt idx="57340">
                  <c:v>46.49</c:v>
                </c:pt>
                <c:pt idx="57341">
                  <c:v>40.49</c:v>
                </c:pt>
                <c:pt idx="57342">
                  <c:v>103.96</c:v>
                </c:pt>
                <c:pt idx="57343">
                  <c:v>36.479999999999997</c:v>
                </c:pt>
                <c:pt idx="57344">
                  <c:v>39.479999999999997</c:v>
                </c:pt>
                <c:pt idx="57345">
                  <c:v>51.98</c:v>
                </c:pt>
                <c:pt idx="57346">
                  <c:v>17.29</c:v>
                </c:pt>
                <c:pt idx="57347">
                  <c:v>55.98</c:v>
                </c:pt>
                <c:pt idx="57348">
                  <c:v>83.97</c:v>
                </c:pt>
                <c:pt idx="57349">
                  <c:v>122.95</c:v>
                </c:pt>
                <c:pt idx="57350">
                  <c:v>77.97</c:v>
                </c:pt>
                <c:pt idx="57351">
                  <c:v>53.98</c:v>
                </c:pt>
                <c:pt idx="57352">
                  <c:v>25.99</c:v>
                </c:pt>
                <c:pt idx="57353">
                  <c:v>109.96</c:v>
                </c:pt>
                <c:pt idx="57354">
                  <c:v>-20</c:v>
                </c:pt>
                <c:pt idx="57355">
                  <c:v>-39.99</c:v>
                </c:pt>
                <c:pt idx="57356">
                  <c:v>69.319999999999993</c:v>
                </c:pt>
                <c:pt idx="57357">
                  <c:v>131.97999999999999</c:v>
                </c:pt>
                <c:pt idx="57358">
                  <c:v>51.42</c:v>
                </c:pt>
                <c:pt idx="57359">
                  <c:v>84.97</c:v>
                </c:pt>
                <c:pt idx="57360">
                  <c:v>197.97</c:v>
                </c:pt>
                <c:pt idx="57361">
                  <c:v>56.97</c:v>
                </c:pt>
                <c:pt idx="57362">
                  <c:v>57.98</c:v>
                </c:pt>
                <c:pt idx="57363">
                  <c:v>36.49</c:v>
                </c:pt>
                <c:pt idx="57364">
                  <c:v>56.97</c:v>
                </c:pt>
                <c:pt idx="57365">
                  <c:v>84.98</c:v>
                </c:pt>
                <c:pt idx="57366">
                  <c:v>95.96</c:v>
                </c:pt>
                <c:pt idx="57367">
                  <c:v>65.989999999999995</c:v>
                </c:pt>
                <c:pt idx="57368">
                  <c:v>47.39</c:v>
                </c:pt>
                <c:pt idx="57369">
                  <c:v>88.56</c:v>
                </c:pt>
                <c:pt idx="57370">
                  <c:v>41.29</c:v>
                </c:pt>
                <c:pt idx="57371">
                  <c:v>181.45</c:v>
                </c:pt>
                <c:pt idx="57372">
                  <c:v>81.97</c:v>
                </c:pt>
                <c:pt idx="57373">
                  <c:v>65.989999999999995</c:v>
                </c:pt>
                <c:pt idx="57374">
                  <c:v>120.46</c:v>
                </c:pt>
                <c:pt idx="57375">
                  <c:v>79.98</c:v>
                </c:pt>
                <c:pt idx="57376">
                  <c:v>13.27</c:v>
                </c:pt>
                <c:pt idx="57377">
                  <c:v>60.48</c:v>
                </c:pt>
                <c:pt idx="57378">
                  <c:v>137.86000000000001</c:v>
                </c:pt>
                <c:pt idx="57379">
                  <c:v>65.989999999999995</c:v>
                </c:pt>
                <c:pt idx="57380">
                  <c:v>130.97</c:v>
                </c:pt>
                <c:pt idx="57381">
                  <c:v>297.95999999999998</c:v>
                </c:pt>
                <c:pt idx="57382">
                  <c:v>56.47</c:v>
                </c:pt>
                <c:pt idx="57383">
                  <c:v>129.94999999999999</c:v>
                </c:pt>
                <c:pt idx="57384">
                  <c:v>41.28</c:v>
                </c:pt>
                <c:pt idx="57385">
                  <c:v>67.97</c:v>
                </c:pt>
                <c:pt idx="57386">
                  <c:v>51.96</c:v>
                </c:pt>
                <c:pt idx="57387">
                  <c:v>329.95</c:v>
                </c:pt>
                <c:pt idx="57388">
                  <c:v>55.97</c:v>
                </c:pt>
                <c:pt idx="57389">
                  <c:v>41.29</c:v>
                </c:pt>
                <c:pt idx="57390">
                  <c:v>95.96</c:v>
                </c:pt>
                <c:pt idx="57391">
                  <c:v>109.96</c:v>
                </c:pt>
                <c:pt idx="57392">
                  <c:v>59.98</c:v>
                </c:pt>
                <c:pt idx="57393">
                  <c:v>61.97</c:v>
                </c:pt>
                <c:pt idx="57394">
                  <c:v>69.98</c:v>
                </c:pt>
                <c:pt idx="57395">
                  <c:v>57.98</c:v>
                </c:pt>
                <c:pt idx="57396">
                  <c:v>75.930000000000007</c:v>
                </c:pt>
                <c:pt idx="57397">
                  <c:v>63.98</c:v>
                </c:pt>
                <c:pt idx="57398">
                  <c:v>107.96</c:v>
                </c:pt>
                <c:pt idx="57399">
                  <c:v>50.11</c:v>
                </c:pt>
                <c:pt idx="57400">
                  <c:v>55.96</c:v>
                </c:pt>
                <c:pt idx="57401">
                  <c:v>96.47</c:v>
                </c:pt>
                <c:pt idx="57402">
                  <c:v>30.23</c:v>
                </c:pt>
                <c:pt idx="57403">
                  <c:v>68.930000000000007</c:v>
                </c:pt>
                <c:pt idx="57404">
                  <c:v>79.849999999999994</c:v>
                </c:pt>
                <c:pt idx="57405">
                  <c:v>59.98</c:v>
                </c:pt>
                <c:pt idx="57406">
                  <c:v>59.98</c:v>
                </c:pt>
                <c:pt idx="57407">
                  <c:v>139.9</c:v>
                </c:pt>
                <c:pt idx="57408">
                  <c:v>77.97</c:v>
                </c:pt>
                <c:pt idx="57409">
                  <c:v>65.989999999999995</c:v>
                </c:pt>
                <c:pt idx="57410">
                  <c:v>50.28</c:v>
                </c:pt>
                <c:pt idx="57411">
                  <c:v>131.97999999999999</c:v>
                </c:pt>
                <c:pt idx="57412">
                  <c:v>43.48</c:v>
                </c:pt>
                <c:pt idx="57413">
                  <c:v>65.989999999999995</c:v>
                </c:pt>
                <c:pt idx="57414">
                  <c:v>27.99</c:v>
                </c:pt>
                <c:pt idx="57415">
                  <c:v>88.96</c:v>
                </c:pt>
                <c:pt idx="57416">
                  <c:v>16.920000000000002</c:v>
                </c:pt>
                <c:pt idx="57417">
                  <c:v>143.94</c:v>
                </c:pt>
                <c:pt idx="57418">
                  <c:v>95.97</c:v>
                </c:pt>
                <c:pt idx="57419">
                  <c:v>65.989999999999995</c:v>
                </c:pt>
                <c:pt idx="57420">
                  <c:v>90.96</c:v>
                </c:pt>
                <c:pt idx="57421">
                  <c:v>119.96</c:v>
                </c:pt>
                <c:pt idx="57422">
                  <c:v>89.97</c:v>
                </c:pt>
                <c:pt idx="57423">
                  <c:v>131.97999999999999</c:v>
                </c:pt>
                <c:pt idx="57424">
                  <c:v>83.96</c:v>
                </c:pt>
                <c:pt idx="57425">
                  <c:v>78.63</c:v>
                </c:pt>
                <c:pt idx="57426">
                  <c:v>79.849999999999994</c:v>
                </c:pt>
                <c:pt idx="57427">
                  <c:v>147.94999999999999</c:v>
                </c:pt>
                <c:pt idx="57428">
                  <c:v>66.53</c:v>
                </c:pt>
                <c:pt idx="57429">
                  <c:v>94.97</c:v>
                </c:pt>
                <c:pt idx="57430">
                  <c:v>28.29</c:v>
                </c:pt>
                <c:pt idx="57431">
                  <c:v>31.49</c:v>
                </c:pt>
                <c:pt idx="57432">
                  <c:v>395.94</c:v>
                </c:pt>
                <c:pt idx="57433">
                  <c:v>54.98</c:v>
                </c:pt>
                <c:pt idx="57434">
                  <c:v>99.97</c:v>
                </c:pt>
                <c:pt idx="57435">
                  <c:v>50.38</c:v>
                </c:pt>
                <c:pt idx="57436">
                  <c:v>41.29</c:v>
                </c:pt>
                <c:pt idx="57437">
                  <c:v>81.05</c:v>
                </c:pt>
                <c:pt idx="57438">
                  <c:v>56.97</c:v>
                </c:pt>
                <c:pt idx="57439">
                  <c:v>50.95</c:v>
                </c:pt>
                <c:pt idx="57440">
                  <c:v>81.98</c:v>
                </c:pt>
                <c:pt idx="57441">
                  <c:v>31.29</c:v>
                </c:pt>
                <c:pt idx="57442">
                  <c:v>179.46</c:v>
                </c:pt>
                <c:pt idx="57443">
                  <c:v>119.95</c:v>
                </c:pt>
                <c:pt idx="57444">
                  <c:v>48.77</c:v>
                </c:pt>
                <c:pt idx="57445">
                  <c:v>11.49</c:v>
                </c:pt>
                <c:pt idx="57446">
                  <c:v>117.96</c:v>
                </c:pt>
                <c:pt idx="57447">
                  <c:v>79.98</c:v>
                </c:pt>
                <c:pt idx="57448">
                  <c:v>187.97</c:v>
                </c:pt>
                <c:pt idx="57449">
                  <c:v>71.959999999999994</c:v>
                </c:pt>
                <c:pt idx="57450">
                  <c:v>89.97</c:v>
                </c:pt>
                <c:pt idx="57451">
                  <c:v>79.98</c:v>
                </c:pt>
                <c:pt idx="57452">
                  <c:v>59.98</c:v>
                </c:pt>
                <c:pt idx="57453">
                  <c:v>58.48</c:v>
                </c:pt>
                <c:pt idx="57454">
                  <c:v>65.319999999999993</c:v>
                </c:pt>
                <c:pt idx="57455">
                  <c:v>137.96</c:v>
                </c:pt>
                <c:pt idx="57456">
                  <c:v>45.49</c:v>
                </c:pt>
                <c:pt idx="57457">
                  <c:v>33.479999999999997</c:v>
                </c:pt>
                <c:pt idx="57458">
                  <c:v>7.49</c:v>
                </c:pt>
                <c:pt idx="57459">
                  <c:v>84.98</c:v>
                </c:pt>
                <c:pt idx="57460">
                  <c:v>119.97</c:v>
                </c:pt>
                <c:pt idx="57461">
                  <c:v>27.49</c:v>
                </c:pt>
                <c:pt idx="57462">
                  <c:v>119.96</c:v>
                </c:pt>
                <c:pt idx="57463">
                  <c:v>91.97</c:v>
                </c:pt>
                <c:pt idx="57464">
                  <c:v>56.97</c:v>
                </c:pt>
                <c:pt idx="57465">
                  <c:v>151.19999999999999</c:v>
                </c:pt>
                <c:pt idx="57466">
                  <c:v>32.49</c:v>
                </c:pt>
                <c:pt idx="57467">
                  <c:v>9.66</c:v>
                </c:pt>
                <c:pt idx="57468">
                  <c:v>52.46</c:v>
                </c:pt>
                <c:pt idx="57469">
                  <c:v>60.97</c:v>
                </c:pt>
                <c:pt idx="57470">
                  <c:v>78.61</c:v>
                </c:pt>
                <c:pt idx="57471">
                  <c:v>19.47</c:v>
                </c:pt>
                <c:pt idx="57472">
                  <c:v>62.97</c:v>
                </c:pt>
                <c:pt idx="57473">
                  <c:v>53.88</c:v>
                </c:pt>
                <c:pt idx="57474">
                  <c:v>87.97</c:v>
                </c:pt>
                <c:pt idx="57475">
                  <c:v>59.96</c:v>
                </c:pt>
                <c:pt idx="57476">
                  <c:v>51.98</c:v>
                </c:pt>
                <c:pt idx="57477">
                  <c:v>71.97</c:v>
                </c:pt>
                <c:pt idx="57478">
                  <c:v>111.93</c:v>
                </c:pt>
                <c:pt idx="57479">
                  <c:v>59.96</c:v>
                </c:pt>
                <c:pt idx="57480">
                  <c:v>41.49</c:v>
                </c:pt>
                <c:pt idx="57481">
                  <c:v>77.97</c:v>
                </c:pt>
                <c:pt idx="57482">
                  <c:v>84.96</c:v>
                </c:pt>
                <c:pt idx="57483">
                  <c:v>24.18</c:v>
                </c:pt>
                <c:pt idx="57484">
                  <c:v>108.86</c:v>
                </c:pt>
                <c:pt idx="57485">
                  <c:v>50.38</c:v>
                </c:pt>
                <c:pt idx="57486">
                  <c:v>18.48</c:v>
                </c:pt>
                <c:pt idx="57487">
                  <c:v>100.09</c:v>
                </c:pt>
                <c:pt idx="57488">
                  <c:v>59.98</c:v>
                </c:pt>
                <c:pt idx="57489">
                  <c:v>72.58</c:v>
                </c:pt>
                <c:pt idx="57490">
                  <c:v>159.69999999999999</c:v>
                </c:pt>
                <c:pt idx="57491">
                  <c:v>56.97</c:v>
                </c:pt>
                <c:pt idx="57492">
                  <c:v>59.98</c:v>
                </c:pt>
                <c:pt idx="57493">
                  <c:v>30.38</c:v>
                </c:pt>
                <c:pt idx="57494">
                  <c:v>169.94</c:v>
                </c:pt>
                <c:pt idx="57495">
                  <c:v>84.98</c:v>
                </c:pt>
                <c:pt idx="57496">
                  <c:v>110.98</c:v>
                </c:pt>
                <c:pt idx="57497">
                  <c:v>59.98</c:v>
                </c:pt>
                <c:pt idx="57498">
                  <c:v>47.49</c:v>
                </c:pt>
                <c:pt idx="57499">
                  <c:v>79.98</c:v>
                </c:pt>
                <c:pt idx="57500">
                  <c:v>124.97</c:v>
                </c:pt>
                <c:pt idx="57501">
                  <c:v>126.06</c:v>
                </c:pt>
                <c:pt idx="57502">
                  <c:v>55.98</c:v>
                </c:pt>
                <c:pt idx="57503">
                  <c:v>67.97</c:v>
                </c:pt>
                <c:pt idx="57504">
                  <c:v>30.18</c:v>
                </c:pt>
                <c:pt idx="57505">
                  <c:v>41.29</c:v>
                </c:pt>
                <c:pt idx="57506">
                  <c:v>56.97</c:v>
                </c:pt>
                <c:pt idx="57507">
                  <c:v>53.97</c:v>
                </c:pt>
                <c:pt idx="57508">
                  <c:v>178.43</c:v>
                </c:pt>
                <c:pt idx="57509">
                  <c:v>55.48</c:v>
                </c:pt>
                <c:pt idx="57510">
                  <c:v>85.35</c:v>
                </c:pt>
                <c:pt idx="57511">
                  <c:v>157.96</c:v>
                </c:pt>
                <c:pt idx="57512">
                  <c:v>41.49</c:v>
                </c:pt>
                <c:pt idx="57513">
                  <c:v>111.96</c:v>
                </c:pt>
                <c:pt idx="57514">
                  <c:v>131.97999999999999</c:v>
                </c:pt>
                <c:pt idx="57515">
                  <c:v>78.459999999999994</c:v>
                </c:pt>
                <c:pt idx="57516">
                  <c:v>65.989999999999995</c:v>
                </c:pt>
                <c:pt idx="57517">
                  <c:v>102.79</c:v>
                </c:pt>
                <c:pt idx="57518">
                  <c:v>29.93</c:v>
                </c:pt>
                <c:pt idx="57519">
                  <c:v>81.97</c:v>
                </c:pt>
                <c:pt idx="57520">
                  <c:v>197.97</c:v>
                </c:pt>
                <c:pt idx="57521">
                  <c:v>177.25</c:v>
                </c:pt>
                <c:pt idx="57522">
                  <c:v>46.49</c:v>
                </c:pt>
                <c:pt idx="57523">
                  <c:v>129.94999999999999</c:v>
                </c:pt>
                <c:pt idx="57524">
                  <c:v>20.49</c:v>
                </c:pt>
                <c:pt idx="57525">
                  <c:v>107.97</c:v>
                </c:pt>
                <c:pt idx="57526">
                  <c:v>159.96</c:v>
                </c:pt>
                <c:pt idx="57527">
                  <c:v>59.98</c:v>
                </c:pt>
                <c:pt idx="57528">
                  <c:v>78.97</c:v>
                </c:pt>
                <c:pt idx="57529">
                  <c:v>61.48</c:v>
                </c:pt>
                <c:pt idx="57530">
                  <c:v>111.96</c:v>
                </c:pt>
                <c:pt idx="57531">
                  <c:v>155.44999999999999</c:v>
                </c:pt>
                <c:pt idx="57532">
                  <c:v>97.96</c:v>
                </c:pt>
                <c:pt idx="57533">
                  <c:v>35.479999999999997</c:v>
                </c:pt>
                <c:pt idx="57534">
                  <c:v>119.96</c:v>
                </c:pt>
                <c:pt idx="57535">
                  <c:v>62.03</c:v>
                </c:pt>
                <c:pt idx="57536">
                  <c:v>72.58</c:v>
                </c:pt>
                <c:pt idx="57537">
                  <c:v>69.95</c:v>
                </c:pt>
                <c:pt idx="57538">
                  <c:v>94.98</c:v>
                </c:pt>
                <c:pt idx="57539">
                  <c:v>84.98</c:v>
                </c:pt>
                <c:pt idx="57540">
                  <c:v>80.97</c:v>
                </c:pt>
                <c:pt idx="57541">
                  <c:v>77.459999999999994</c:v>
                </c:pt>
                <c:pt idx="57542">
                  <c:v>108.85</c:v>
                </c:pt>
                <c:pt idx="57543">
                  <c:v>210.91</c:v>
                </c:pt>
                <c:pt idx="57544">
                  <c:v>31.28</c:v>
                </c:pt>
                <c:pt idx="57545">
                  <c:v>61.97</c:v>
                </c:pt>
                <c:pt idx="57546">
                  <c:v>207.92</c:v>
                </c:pt>
                <c:pt idx="57547">
                  <c:v>59.98</c:v>
                </c:pt>
                <c:pt idx="57548">
                  <c:v>83.97</c:v>
                </c:pt>
                <c:pt idx="57549">
                  <c:v>27.38</c:v>
                </c:pt>
                <c:pt idx="57550">
                  <c:v>91.97</c:v>
                </c:pt>
                <c:pt idx="57551">
                  <c:v>121.95</c:v>
                </c:pt>
                <c:pt idx="57552">
                  <c:v>79.98</c:v>
                </c:pt>
                <c:pt idx="57553">
                  <c:v>53.98</c:v>
                </c:pt>
                <c:pt idx="57554">
                  <c:v>25.37</c:v>
                </c:pt>
                <c:pt idx="57555">
                  <c:v>51.96</c:v>
                </c:pt>
                <c:pt idx="57556">
                  <c:v>63.96</c:v>
                </c:pt>
                <c:pt idx="57557">
                  <c:v>74.97</c:v>
                </c:pt>
                <c:pt idx="57558">
                  <c:v>197.97</c:v>
                </c:pt>
                <c:pt idx="57559">
                  <c:v>53.98</c:v>
                </c:pt>
                <c:pt idx="57560">
                  <c:v>36.49</c:v>
                </c:pt>
                <c:pt idx="57561">
                  <c:v>51.98</c:v>
                </c:pt>
                <c:pt idx="57562">
                  <c:v>277.95</c:v>
                </c:pt>
                <c:pt idx="57563">
                  <c:v>41.29</c:v>
                </c:pt>
                <c:pt idx="57564">
                  <c:v>79.989999999999995</c:v>
                </c:pt>
                <c:pt idx="57565">
                  <c:v>58.97</c:v>
                </c:pt>
                <c:pt idx="57566">
                  <c:v>108.86</c:v>
                </c:pt>
                <c:pt idx="57567">
                  <c:v>58.98</c:v>
                </c:pt>
                <c:pt idx="57568">
                  <c:v>65.989999999999995</c:v>
                </c:pt>
                <c:pt idx="57569">
                  <c:v>79.98</c:v>
                </c:pt>
                <c:pt idx="57570">
                  <c:v>56.97</c:v>
                </c:pt>
                <c:pt idx="57571">
                  <c:v>86.07</c:v>
                </c:pt>
                <c:pt idx="57572">
                  <c:v>51.27</c:v>
                </c:pt>
                <c:pt idx="57573">
                  <c:v>15.29</c:v>
                </c:pt>
                <c:pt idx="57574">
                  <c:v>18.13</c:v>
                </c:pt>
                <c:pt idx="57575">
                  <c:v>131.97999999999999</c:v>
                </c:pt>
                <c:pt idx="57576">
                  <c:v>82.24</c:v>
                </c:pt>
                <c:pt idx="57577">
                  <c:v>135.97</c:v>
                </c:pt>
                <c:pt idx="57578">
                  <c:v>149.94999999999999</c:v>
                </c:pt>
                <c:pt idx="57579">
                  <c:v>29.49</c:v>
                </c:pt>
                <c:pt idx="57580">
                  <c:v>101.95</c:v>
                </c:pt>
                <c:pt idx="57581">
                  <c:v>100.97</c:v>
                </c:pt>
                <c:pt idx="57582">
                  <c:v>56.97</c:v>
                </c:pt>
                <c:pt idx="57583">
                  <c:v>59.98</c:v>
                </c:pt>
                <c:pt idx="57584">
                  <c:v>69.94</c:v>
                </c:pt>
                <c:pt idx="57585">
                  <c:v>46.29</c:v>
                </c:pt>
                <c:pt idx="57586">
                  <c:v>65.97</c:v>
                </c:pt>
                <c:pt idx="57587">
                  <c:v>53.48</c:v>
                </c:pt>
                <c:pt idx="57588">
                  <c:v>78.97</c:v>
                </c:pt>
                <c:pt idx="57589">
                  <c:v>59.98</c:v>
                </c:pt>
                <c:pt idx="57590">
                  <c:v>103.96</c:v>
                </c:pt>
                <c:pt idx="57591">
                  <c:v>27.48</c:v>
                </c:pt>
                <c:pt idx="57592">
                  <c:v>321.77</c:v>
                </c:pt>
                <c:pt idx="57593">
                  <c:v>30.49</c:v>
                </c:pt>
                <c:pt idx="57594">
                  <c:v>55.61</c:v>
                </c:pt>
                <c:pt idx="57595">
                  <c:v>167.93</c:v>
                </c:pt>
                <c:pt idx="57596">
                  <c:v>67.7</c:v>
                </c:pt>
                <c:pt idx="57597">
                  <c:v>59.98</c:v>
                </c:pt>
                <c:pt idx="57598">
                  <c:v>48.58</c:v>
                </c:pt>
                <c:pt idx="57599">
                  <c:v>72.58</c:v>
                </c:pt>
                <c:pt idx="57600">
                  <c:v>105.15</c:v>
                </c:pt>
                <c:pt idx="57601">
                  <c:v>55.98</c:v>
                </c:pt>
                <c:pt idx="57602">
                  <c:v>56.98</c:v>
                </c:pt>
                <c:pt idx="57603">
                  <c:v>105.98</c:v>
                </c:pt>
                <c:pt idx="57604">
                  <c:v>109.98</c:v>
                </c:pt>
                <c:pt idx="57605">
                  <c:v>19.29</c:v>
                </c:pt>
                <c:pt idx="57606">
                  <c:v>21.29</c:v>
                </c:pt>
                <c:pt idx="57607">
                  <c:v>79.98</c:v>
                </c:pt>
                <c:pt idx="57608">
                  <c:v>31.49</c:v>
                </c:pt>
                <c:pt idx="57609">
                  <c:v>16.29</c:v>
                </c:pt>
                <c:pt idx="57610">
                  <c:v>50.17</c:v>
                </c:pt>
                <c:pt idx="57611">
                  <c:v>79.98</c:v>
                </c:pt>
                <c:pt idx="57612">
                  <c:v>106.96</c:v>
                </c:pt>
                <c:pt idx="57613">
                  <c:v>129.41999999999999</c:v>
                </c:pt>
                <c:pt idx="57614">
                  <c:v>65.989999999999995</c:v>
                </c:pt>
                <c:pt idx="57615">
                  <c:v>99.99</c:v>
                </c:pt>
                <c:pt idx="57616">
                  <c:v>35.74</c:v>
                </c:pt>
                <c:pt idx="57617">
                  <c:v>62.98</c:v>
                </c:pt>
                <c:pt idx="57618">
                  <c:v>55.98</c:v>
                </c:pt>
                <c:pt idx="57619">
                  <c:v>86.07</c:v>
                </c:pt>
                <c:pt idx="57620">
                  <c:v>68.930000000000007</c:v>
                </c:pt>
                <c:pt idx="57621">
                  <c:v>65.989999999999995</c:v>
                </c:pt>
                <c:pt idx="57622">
                  <c:v>65.319999999999993</c:v>
                </c:pt>
                <c:pt idx="57623">
                  <c:v>55.98</c:v>
                </c:pt>
                <c:pt idx="57624">
                  <c:v>66.98</c:v>
                </c:pt>
                <c:pt idx="57625">
                  <c:v>57.98</c:v>
                </c:pt>
                <c:pt idx="57626">
                  <c:v>85.91</c:v>
                </c:pt>
                <c:pt idx="57627">
                  <c:v>27.38</c:v>
                </c:pt>
                <c:pt idx="57628">
                  <c:v>113.47</c:v>
                </c:pt>
                <c:pt idx="57629">
                  <c:v>113.96</c:v>
                </c:pt>
                <c:pt idx="57630">
                  <c:v>71.97</c:v>
                </c:pt>
                <c:pt idx="57631">
                  <c:v>77.459999999999994</c:v>
                </c:pt>
                <c:pt idx="57632">
                  <c:v>89.95</c:v>
                </c:pt>
                <c:pt idx="57633">
                  <c:v>45.49</c:v>
                </c:pt>
                <c:pt idx="57634">
                  <c:v>79.989999999999995</c:v>
                </c:pt>
                <c:pt idx="57635">
                  <c:v>110.98</c:v>
                </c:pt>
                <c:pt idx="57636">
                  <c:v>103.37</c:v>
                </c:pt>
                <c:pt idx="57637">
                  <c:v>77.97</c:v>
                </c:pt>
                <c:pt idx="57638">
                  <c:v>102.21</c:v>
                </c:pt>
                <c:pt idx="57639">
                  <c:v>130.5</c:v>
                </c:pt>
                <c:pt idx="57640">
                  <c:v>48.89</c:v>
                </c:pt>
                <c:pt idx="57641">
                  <c:v>118.78</c:v>
                </c:pt>
                <c:pt idx="57642">
                  <c:v>72.98</c:v>
                </c:pt>
                <c:pt idx="57643">
                  <c:v>59.97</c:v>
                </c:pt>
                <c:pt idx="57644">
                  <c:v>68.48</c:v>
                </c:pt>
                <c:pt idx="57645">
                  <c:v>29.28</c:v>
                </c:pt>
                <c:pt idx="57646">
                  <c:v>56.98</c:v>
                </c:pt>
                <c:pt idx="57647">
                  <c:v>16.29</c:v>
                </c:pt>
                <c:pt idx="57648">
                  <c:v>65.989999999999995</c:v>
                </c:pt>
                <c:pt idx="57649">
                  <c:v>19.489999999999998</c:v>
                </c:pt>
                <c:pt idx="57650">
                  <c:v>55.98</c:v>
                </c:pt>
                <c:pt idx="57651">
                  <c:v>59.99</c:v>
                </c:pt>
                <c:pt idx="57652">
                  <c:v>79.98</c:v>
                </c:pt>
                <c:pt idx="57653">
                  <c:v>51.98</c:v>
                </c:pt>
                <c:pt idx="57654">
                  <c:v>65.989999999999995</c:v>
                </c:pt>
                <c:pt idx="57655">
                  <c:v>84.97</c:v>
                </c:pt>
                <c:pt idx="57656">
                  <c:v>90.96</c:v>
                </c:pt>
                <c:pt idx="57657">
                  <c:v>260.91000000000003</c:v>
                </c:pt>
                <c:pt idx="57658">
                  <c:v>7.59</c:v>
                </c:pt>
                <c:pt idx="57659">
                  <c:v>67.959999999999994</c:v>
                </c:pt>
                <c:pt idx="57660">
                  <c:v>251.91</c:v>
                </c:pt>
                <c:pt idx="57661">
                  <c:v>33.49</c:v>
                </c:pt>
                <c:pt idx="57662">
                  <c:v>111.96</c:v>
                </c:pt>
                <c:pt idx="57663">
                  <c:v>95.97</c:v>
                </c:pt>
                <c:pt idx="57664">
                  <c:v>65.989999999999995</c:v>
                </c:pt>
                <c:pt idx="57665">
                  <c:v>57.98</c:v>
                </c:pt>
                <c:pt idx="57666">
                  <c:v>132.94999999999999</c:v>
                </c:pt>
                <c:pt idx="57667">
                  <c:v>81.05</c:v>
                </c:pt>
                <c:pt idx="57668">
                  <c:v>83.97</c:v>
                </c:pt>
                <c:pt idx="57669">
                  <c:v>99.99</c:v>
                </c:pt>
                <c:pt idx="57670">
                  <c:v>199.95</c:v>
                </c:pt>
                <c:pt idx="57671">
                  <c:v>63.37</c:v>
                </c:pt>
                <c:pt idx="57672">
                  <c:v>56.14</c:v>
                </c:pt>
                <c:pt idx="57673">
                  <c:v>57.98</c:v>
                </c:pt>
                <c:pt idx="57674">
                  <c:v>155.44999999999999</c:v>
                </c:pt>
                <c:pt idx="57675">
                  <c:v>127.95</c:v>
                </c:pt>
                <c:pt idx="57676">
                  <c:v>127.01</c:v>
                </c:pt>
                <c:pt idx="57677">
                  <c:v>8.49</c:v>
                </c:pt>
                <c:pt idx="57678">
                  <c:v>15.49</c:v>
                </c:pt>
                <c:pt idx="57679">
                  <c:v>21.49</c:v>
                </c:pt>
                <c:pt idx="57680">
                  <c:v>20.99</c:v>
                </c:pt>
                <c:pt idx="57681">
                  <c:v>131.97999999999999</c:v>
                </c:pt>
                <c:pt idx="57682">
                  <c:v>26.49</c:v>
                </c:pt>
                <c:pt idx="57683">
                  <c:v>131.97999999999999</c:v>
                </c:pt>
                <c:pt idx="57684">
                  <c:v>65.989999999999995</c:v>
                </c:pt>
                <c:pt idx="57685">
                  <c:v>63.97</c:v>
                </c:pt>
                <c:pt idx="57686">
                  <c:v>14.24</c:v>
                </c:pt>
                <c:pt idx="57687">
                  <c:v>71.959999999999994</c:v>
                </c:pt>
                <c:pt idx="57688">
                  <c:v>71.959999999999994</c:v>
                </c:pt>
                <c:pt idx="57689">
                  <c:v>74.95</c:v>
                </c:pt>
                <c:pt idx="57690">
                  <c:v>187.97</c:v>
                </c:pt>
                <c:pt idx="57691">
                  <c:v>57.97</c:v>
                </c:pt>
                <c:pt idx="57692">
                  <c:v>50.98</c:v>
                </c:pt>
                <c:pt idx="57693">
                  <c:v>119.97</c:v>
                </c:pt>
                <c:pt idx="57694">
                  <c:v>69.989999999999995</c:v>
                </c:pt>
                <c:pt idx="57695">
                  <c:v>133.56</c:v>
                </c:pt>
                <c:pt idx="57696">
                  <c:v>97.97</c:v>
                </c:pt>
                <c:pt idx="57697">
                  <c:v>59.96</c:v>
                </c:pt>
                <c:pt idx="57698">
                  <c:v>54.88</c:v>
                </c:pt>
                <c:pt idx="57699">
                  <c:v>72.8</c:v>
                </c:pt>
                <c:pt idx="57700">
                  <c:v>54.98</c:v>
                </c:pt>
                <c:pt idx="57701">
                  <c:v>128.24</c:v>
                </c:pt>
                <c:pt idx="57702">
                  <c:v>64.95</c:v>
                </c:pt>
                <c:pt idx="57703">
                  <c:v>7.29</c:v>
                </c:pt>
                <c:pt idx="57704">
                  <c:v>167.94</c:v>
                </c:pt>
                <c:pt idx="57705">
                  <c:v>51.98</c:v>
                </c:pt>
                <c:pt idx="57706">
                  <c:v>69.97</c:v>
                </c:pt>
                <c:pt idx="57707">
                  <c:v>30</c:v>
                </c:pt>
                <c:pt idx="57708">
                  <c:v>30.98</c:v>
                </c:pt>
                <c:pt idx="57709">
                  <c:v>223.94</c:v>
                </c:pt>
                <c:pt idx="57710">
                  <c:v>53.96</c:v>
                </c:pt>
                <c:pt idx="57711">
                  <c:v>60.99</c:v>
                </c:pt>
                <c:pt idx="57712">
                  <c:v>52.47</c:v>
                </c:pt>
                <c:pt idx="57713">
                  <c:v>255.9</c:v>
                </c:pt>
                <c:pt idx="57714">
                  <c:v>57.23</c:v>
                </c:pt>
                <c:pt idx="57715">
                  <c:v>45.49</c:v>
                </c:pt>
                <c:pt idx="57716">
                  <c:v>315.48</c:v>
                </c:pt>
                <c:pt idx="57717">
                  <c:v>129.43</c:v>
                </c:pt>
                <c:pt idx="57718">
                  <c:v>33.159999999999997</c:v>
                </c:pt>
                <c:pt idx="57719">
                  <c:v>23.48</c:v>
                </c:pt>
                <c:pt idx="57720">
                  <c:v>135.47</c:v>
                </c:pt>
                <c:pt idx="57721">
                  <c:v>50.98</c:v>
                </c:pt>
                <c:pt idx="57722">
                  <c:v>106.94</c:v>
                </c:pt>
                <c:pt idx="57723">
                  <c:v>86.32</c:v>
                </c:pt>
                <c:pt idx="57724">
                  <c:v>59.99</c:v>
                </c:pt>
                <c:pt idx="57725">
                  <c:v>48.98</c:v>
                </c:pt>
                <c:pt idx="57726">
                  <c:v>79.98</c:v>
                </c:pt>
                <c:pt idx="57727">
                  <c:v>103.96</c:v>
                </c:pt>
                <c:pt idx="57728">
                  <c:v>57.98</c:v>
                </c:pt>
                <c:pt idx="57729">
                  <c:v>-31.28</c:v>
                </c:pt>
                <c:pt idx="57730">
                  <c:v>52.97</c:v>
                </c:pt>
                <c:pt idx="57731">
                  <c:v>32.880000000000003</c:v>
                </c:pt>
                <c:pt idx="57732">
                  <c:v>53.98</c:v>
                </c:pt>
                <c:pt idx="57733">
                  <c:v>71.37</c:v>
                </c:pt>
                <c:pt idx="57734">
                  <c:v>121.93</c:v>
                </c:pt>
                <c:pt idx="57735">
                  <c:v>79.98</c:v>
                </c:pt>
                <c:pt idx="57736">
                  <c:v>31.28</c:v>
                </c:pt>
                <c:pt idx="57737">
                  <c:v>67.489999999999995</c:v>
                </c:pt>
                <c:pt idx="57738">
                  <c:v>28.49</c:v>
                </c:pt>
                <c:pt idx="57739">
                  <c:v>43.46</c:v>
                </c:pt>
                <c:pt idx="57740">
                  <c:v>53.98</c:v>
                </c:pt>
                <c:pt idx="57741">
                  <c:v>166.05</c:v>
                </c:pt>
                <c:pt idx="57742">
                  <c:v>29.49</c:v>
                </c:pt>
                <c:pt idx="57743">
                  <c:v>74.680000000000007</c:v>
                </c:pt>
                <c:pt idx="57744">
                  <c:v>51.98</c:v>
                </c:pt>
                <c:pt idx="57745">
                  <c:v>180.94</c:v>
                </c:pt>
                <c:pt idx="57746">
                  <c:v>69.97</c:v>
                </c:pt>
                <c:pt idx="57747">
                  <c:v>84.96</c:v>
                </c:pt>
                <c:pt idx="57748">
                  <c:v>65.459999999999994</c:v>
                </c:pt>
                <c:pt idx="57749">
                  <c:v>59.98</c:v>
                </c:pt>
                <c:pt idx="57750">
                  <c:v>59.98</c:v>
                </c:pt>
                <c:pt idx="57751">
                  <c:v>20.29</c:v>
                </c:pt>
                <c:pt idx="57752">
                  <c:v>119.96</c:v>
                </c:pt>
                <c:pt idx="57753">
                  <c:v>105.98</c:v>
                </c:pt>
                <c:pt idx="57754">
                  <c:v>-226.92</c:v>
                </c:pt>
                <c:pt idx="57755">
                  <c:v>83.98</c:v>
                </c:pt>
                <c:pt idx="57756">
                  <c:v>36.47</c:v>
                </c:pt>
                <c:pt idx="57757">
                  <c:v>131.97999999999999</c:v>
                </c:pt>
                <c:pt idx="57758">
                  <c:v>65.959999999999994</c:v>
                </c:pt>
                <c:pt idx="57759">
                  <c:v>85.97</c:v>
                </c:pt>
                <c:pt idx="57760">
                  <c:v>48.84</c:v>
                </c:pt>
                <c:pt idx="57761">
                  <c:v>86.37</c:v>
                </c:pt>
                <c:pt idx="57762">
                  <c:v>125.97</c:v>
                </c:pt>
                <c:pt idx="57763">
                  <c:v>83.97</c:v>
                </c:pt>
                <c:pt idx="57764">
                  <c:v>50.98</c:v>
                </c:pt>
                <c:pt idx="57765">
                  <c:v>79.98</c:v>
                </c:pt>
                <c:pt idx="57766">
                  <c:v>41.28</c:v>
                </c:pt>
                <c:pt idx="57767">
                  <c:v>28.03</c:v>
                </c:pt>
                <c:pt idx="57768">
                  <c:v>146.93</c:v>
                </c:pt>
                <c:pt idx="57769">
                  <c:v>84.97</c:v>
                </c:pt>
                <c:pt idx="57770">
                  <c:v>16.22</c:v>
                </c:pt>
                <c:pt idx="57771">
                  <c:v>87.97</c:v>
                </c:pt>
                <c:pt idx="57772">
                  <c:v>79.989999999999995</c:v>
                </c:pt>
                <c:pt idx="57773">
                  <c:v>70.14</c:v>
                </c:pt>
                <c:pt idx="57774">
                  <c:v>69.959999999999994</c:v>
                </c:pt>
                <c:pt idx="57775">
                  <c:v>59.98</c:v>
                </c:pt>
                <c:pt idx="57776">
                  <c:v>87.96</c:v>
                </c:pt>
                <c:pt idx="57777">
                  <c:v>377.39</c:v>
                </c:pt>
                <c:pt idx="57778">
                  <c:v>49.27</c:v>
                </c:pt>
                <c:pt idx="57779">
                  <c:v>121.93</c:v>
                </c:pt>
                <c:pt idx="57780">
                  <c:v>34.28</c:v>
                </c:pt>
                <c:pt idx="57781">
                  <c:v>103.96</c:v>
                </c:pt>
                <c:pt idx="57782">
                  <c:v>59.97</c:v>
                </c:pt>
                <c:pt idx="57783">
                  <c:v>28.49</c:v>
                </c:pt>
                <c:pt idx="57784">
                  <c:v>54.38</c:v>
                </c:pt>
                <c:pt idx="57785">
                  <c:v>103.96</c:v>
                </c:pt>
                <c:pt idx="57786">
                  <c:v>138.11000000000001</c:v>
                </c:pt>
                <c:pt idx="57787">
                  <c:v>63.98</c:v>
                </c:pt>
                <c:pt idx="57788">
                  <c:v>20.49</c:v>
                </c:pt>
                <c:pt idx="57789">
                  <c:v>43.48</c:v>
                </c:pt>
                <c:pt idx="57790">
                  <c:v>59.96</c:v>
                </c:pt>
                <c:pt idx="57791">
                  <c:v>51.98</c:v>
                </c:pt>
                <c:pt idx="57792">
                  <c:v>83.97</c:v>
                </c:pt>
                <c:pt idx="57793">
                  <c:v>87.1</c:v>
                </c:pt>
                <c:pt idx="57794">
                  <c:v>62.97</c:v>
                </c:pt>
                <c:pt idx="57795">
                  <c:v>41.29</c:v>
                </c:pt>
                <c:pt idx="57796">
                  <c:v>79.98</c:v>
                </c:pt>
                <c:pt idx="57797">
                  <c:v>57.98</c:v>
                </c:pt>
                <c:pt idx="57798">
                  <c:v>36.79</c:v>
                </c:pt>
                <c:pt idx="57799">
                  <c:v>16.22</c:v>
                </c:pt>
                <c:pt idx="57800">
                  <c:v>86.06</c:v>
                </c:pt>
                <c:pt idx="57801">
                  <c:v>13.28</c:v>
                </c:pt>
                <c:pt idx="57802">
                  <c:v>31.29</c:v>
                </c:pt>
                <c:pt idx="57803">
                  <c:v>10.49</c:v>
                </c:pt>
                <c:pt idx="57804">
                  <c:v>50.38</c:v>
                </c:pt>
                <c:pt idx="57805">
                  <c:v>39.79</c:v>
                </c:pt>
                <c:pt idx="57806">
                  <c:v>59.97</c:v>
                </c:pt>
                <c:pt idx="57807">
                  <c:v>56.97</c:v>
                </c:pt>
                <c:pt idx="57808">
                  <c:v>311.7</c:v>
                </c:pt>
                <c:pt idx="57809">
                  <c:v>34.479999999999997</c:v>
                </c:pt>
                <c:pt idx="57810">
                  <c:v>65.989999999999995</c:v>
                </c:pt>
                <c:pt idx="57811">
                  <c:v>46.49</c:v>
                </c:pt>
                <c:pt idx="57812">
                  <c:v>71.37</c:v>
                </c:pt>
                <c:pt idx="57813">
                  <c:v>51.98</c:v>
                </c:pt>
                <c:pt idx="57814">
                  <c:v>111.96</c:v>
                </c:pt>
                <c:pt idx="57815">
                  <c:v>75.98</c:v>
                </c:pt>
                <c:pt idx="57816">
                  <c:v>59.96</c:v>
                </c:pt>
                <c:pt idx="57817">
                  <c:v>8.9600000000000009</c:v>
                </c:pt>
                <c:pt idx="57818">
                  <c:v>81.45</c:v>
                </c:pt>
                <c:pt idx="57819">
                  <c:v>69.97</c:v>
                </c:pt>
                <c:pt idx="57820">
                  <c:v>59.96</c:v>
                </c:pt>
                <c:pt idx="57821">
                  <c:v>139.94999999999999</c:v>
                </c:pt>
                <c:pt idx="57822">
                  <c:v>143.05000000000001</c:v>
                </c:pt>
                <c:pt idx="57823">
                  <c:v>49.99</c:v>
                </c:pt>
                <c:pt idx="57824">
                  <c:v>65.989999999999995</c:v>
                </c:pt>
                <c:pt idx="57825">
                  <c:v>31.28</c:v>
                </c:pt>
                <c:pt idx="57826">
                  <c:v>90.69</c:v>
                </c:pt>
                <c:pt idx="57827">
                  <c:v>40.49</c:v>
                </c:pt>
                <c:pt idx="57828">
                  <c:v>55.98</c:v>
                </c:pt>
                <c:pt idx="57829">
                  <c:v>55.98</c:v>
                </c:pt>
                <c:pt idx="57830">
                  <c:v>30.78</c:v>
                </c:pt>
                <c:pt idx="57831">
                  <c:v>102.83</c:v>
                </c:pt>
                <c:pt idx="57832">
                  <c:v>67.97</c:v>
                </c:pt>
                <c:pt idx="57833">
                  <c:v>26.29</c:v>
                </c:pt>
                <c:pt idx="57834">
                  <c:v>82.79</c:v>
                </c:pt>
                <c:pt idx="57835">
                  <c:v>65.989999999999995</c:v>
                </c:pt>
                <c:pt idx="57836">
                  <c:v>51.98</c:v>
                </c:pt>
                <c:pt idx="57837">
                  <c:v>55.98</c:v>
                </c:pt>
                <c:pt idx="57838">
                  <c:v>59.99</c:v>
                </c:pt>
                <c:pt idx="57839">
                  <c:v>79.98</c:v>
                </c:pt>
                <c:pt idx="57840">
                  <c:v>85.48</c:v>
                </c:pt>
                <c:pt idx="57841">
                  <c:v>77.42</c:v>
                </c:pt>
                <c:pt idx="57842">
                  <c:v>79.98</c:v>
                </c:pt>
                <c:pt idx="57843">
                  <c:v>77.97</c:v>
                </c:pt>
                <c:pt idx="57844">
                  <c:v>46.49</c:v>
                </c:pt>
                <c:pt idx="57845">
                  <c:v>71.040000000000006</c:v>
                </c:pt>
                <c:pt idx="57846">
                  <c:v>130.96</c:v>
                </c:pt>
                <c:pt idx="57847">
                  <c:v>55.98</c:v>
                </c:pt>
                <c:pt idx="57848">
                  <c:v>84.96</c:v>
                </c:pt>
                <c:pt idx="57849">
                  <c:v>65.67</c:v>
                </c:pt>
                <c:pt idx="57850">
                  <c:v>51.98</c:v>
                </c:pt>
                <c:pt idx="57851">
                  <c:v>89.97</c:v>
                </c:pt>
                <c:pt idx="57852">
                  <c:v>124.96</c:v>
                </c:pt>
                <c:pt idx="57853">
                  <c:v>51.98</c:v>
                </c:pt>
                <c:pt idx="57854">
                  <c:v>125.98</c:v>
                </c:pt>
                <c:pt idx="57855">
                  <c:v>102.83</c:v>
                </c:pt>
                <c:pt idx="57856">
                  <c:v>51.98</c:v>
                </c:pt>
                <c:pt idx="57857">
                  <c:v>90.73</c:v>
                </c:pt>
                <c:pt idx="57858">
                  <c:v>55.98</c:v>
                </c:pt>
                <c:pt idx="57859">
                  <c:v>263.95999999999998</c:v>
                </c:pt>
                <c:pt idx="57860">
                  <c:v>83.97</c:v>
                </c:pt>
                <c:pt idx="57861">
                  <c:v>99.99</c:v>
                </c:pt>
                <c:pt idx="57862">
                  <c:v>110.97</c:v>
                </c:pt>
                <c:pt idx="57863">
                  <c:v>57.98</c:v>
                </c:pt>
                <c:pt idx="57864">
                  <c:v>119.97</c:v>
                </c:pt>
                <c:pt idx="57865">
                  <c:v>78.02</c:v>
                </c:pt>
                <c:pt idx="57866">
                  <c:v>59.96</c:v>
                </c:pt>
                <c:pt idx="57867">
                  <c:v>151.96</c:v>
                </c:pt>
                <c:pt idx="57868">
                  <c:v>57.98</c:v>
                </c:pt>
                <c:pt idx="57869">
                  <c:v>28.49</c:v>
                </c:pt>
                <c:pt idx="57870">
                  <c:v>84.98</c:v>
                </c:pt>
                <c:pt idx="57871">
                  <c:v>65.989999999999995</c:v>
                </c:pt>
                <c:pt idx="57872">
                  <c:v>21.29</c:v>
                </c:pt>
                <c:pt idx="57873">
                  <c:v>105.23</c:v>
                </c:pt>
                <c:pt idx="57874">
                  <c:v>52.97</c:v>
                </c:pt>
                <c:pt idx="57875">
                  <c:v>115.71</c:v>
                </c:pt>
                <c:pt idx="57876">
                  <c:v>93.96</c:v>
                </c:pt>
                <c:pt idx="57877">
                  <c:v>49.98</c:v>
                </c:pt>
                <c:pt idx="57878">
                  <c:v>137.30000000000001</c:v>
                </c:pt>
                <c:pt idx="57879">
                  <c:v>87.98</c:v>
                </c:pt>
                <c:pt idx="57880">
                  <c:v>27.39</c:v>
                </c:pt>
                <c:pt idx="57881">
                  <c:v>108.83</c:v>
                </c:pt>
                <c:pt idx="57882">
                  <c:v>22.49</c:v>
                </c:pt>
                <c:pt idx="57883">
                  <c:v>89.97</c:v>
                </c:pt>
                <c:pt idx="57884">
                  <c:v>128.6</c:v>
                </c:pt>
                <c:pt idx="57885">
                  <c:v>186.97</c:v>
                </c:pt>
                <c:pt idx="57886">
                  <c:v>49.99</c:v>
                </c:pt>
                <c:pt idx="57887">
                  <c:v>59.99</c:v>
                </c:pt>
                <c:pt idx="57888">
                  <c:v>107.94</c:v>
                </c:pt>
                <c:pt idx="57889">
                  <c:v>49.98</c:v>
                </c:pt>
                <c:pt idx="57890">
                  <c:v>55.98</c:v>
                </c:pt>
                <c:pt idx="57891">
                  <c:v>89.98</c:v>
                </c:pt>
                <c:pt idx="57892">
                  <c:v>0</c:v>
                </c:pt>
                <c:pt idx="57893">
                  <c:v>58.98</c:v>
                </c:pt>
                <c:pt idx="57894">
                  <c:v>89.97</c:v>
                </c:pt>
                <c:pt idx="57895">
                  <c:v>139.94999999999999</c:v>
                </c:pt>
                <c:pt idx="57896">
                  <c:v>87.26</c:v>
                </c:pt>
                <c:pt idx="57897">
                  <c:v>84.34</c:v>
                </c:pt>
                <c:pt idx="57898">
                  <c:v>65.959999999999994</c:v>
                </c:pt>
                <c:pt idx="57899">
                  <c:v>53.97</c:v>
                </c:pt>
                <c:pt idx="57900">
                  <c:v>83.97</c:v>
                </c:pt>
                <c:pt idx="57901">
                  <c:v>78.97</c:v>
                </c:pt>
                <c:pt idx="57902">
                  <c:v>165.92</c:v>
                </c:pt>
                <c:pt idx="57903">
                  <c:v>58.98</c:v>
                </c:pt>
                <c:pt idx="57904">
                  <c:v>49.15</c:v>
                </c:pt>
                <c:pt idx="57905">
                  <c:v>46.29</c:v>
                </c:pt>
                <c:pt idx="57906">
                  <c:v>60.99</c:v>
                </c:pt>
                <c:pt idx="57907">
                  <c:v>59.99</c:v>
                </c:pt>
                <c:pt idx="57908">
                  <c:v>69.989999999999995</c:v>
                </c:pt>
                <c:pt idx="57909">
                  <c:v>50.38</c:v>
                </c:pt>
                <c:pt idx="57910">
                  <c:v>46.49</c:v>
                </c:pt>
                <c:pt idx="57911">
                  <c:v>119.97</c:v>
                </c:pt>
                <c:pt idx="57912">
                  <c:v>79.98</c:v>
                </c:pt>
                <c:pt idx="57913">
                  <c:v>40.49</c:v>
                </c:pt>
                <c:pt idx="57914">
                  <c:v>65.989999999999995</c:v>
                </c:pt>
                <c:pt idx="57915">
                  <c:v>65.989999999999995</c:v>
                </c:pt>
                <c:pt idx="57916">
                  <c:v>100.96</c:v>
                </c:pt>
                <c:pt idx="57917">
                  <c:v>51.98</c:v>
                </c:pt>
                <c:pt idx="57918">
                  <c:v>79.98</c:v>
                </c:pt>
                <c:pt idx="57919">
                  <c:v>87.87</c:v>
                </c:pt>
                <c:pt idx="57920">
                  <c:v>48.89</c:v>
                </c:pt>
                <c:pt idx="57921">
                  <c:v>48.89</c:v>
                </c:pt>
                <c:pt idx="57922">
                  <c:v>92.98</c:v>
                </c:pt>
                <c:pt idx="57923">
                  <c:v>149.99</c:v>
                </c:pt>
                <c:pt idx="57924">
                  <c:v>117.96</c:v>
                </c:pt>
                <c:pt idx="57925">
                  <c:v>18.489999999999998</c:v>
                </c:pt>
                <c:pt idx="57926">
                  <c:v>79.849999999999994</c:v>
                </c:pt>
                <c:pt idx="57927">
                  <c:v>78.260000000000005</c:v>
                </c:pt>
                <c:pt idx="57928">
                  <c:v>65.87</c:v>
                </c:pt>
                <c:pt idx="57929">
                  <c:v>52.98</c:v>
                </c:pt>
                <c:pt idx="57930">
                  <c:v>48.58</c:v>
                </c:pt>
                <c:pt idx="57931">
                  <c:v>77.97</c:v>
                </c:pt>
                <c:pt idx="57932">
                  <c:v>79.98</c:v>
                </c:pt>
                <c:pt idx="57933">
                  <c:v>72.959999999999994</c:v>
                </c:pt>
                <c:pt idx="57934">
                  <c:v>115.4</c:v>
                </c:pt>
                <c:pt idx="57935">
                  <c:v>13.49</c:v>
                </c:pt>
                <c:pt idx="57936">
                  <c:v>99.96</c:v>
                </c:pt>
                <c:pt idx="57937">
                  <c:v>73.98</c:v>
                </c:pt>
                <c:pt idx="57938">
                  <c:v>79.98</c:v>
                </c:pt>
                <c:pt idx="57939">
                  <c:v>55.96</c:v>
                </c:pt>
                <c:pt idx="57940">
                  <c:v>51.98</c:v>
                </c:pt>
                <c:pt idx="57941">
                  <c:v>34.369999999999997</c:v>
                </c:pt>
                <c:pt idx="57942">
                  <c:v>115.95</c:v>
                </c:pt>
                <c:pt idx="57943">
                  <c:v>104.95</c:v>
                </c:pt>
                <c:pt idx="57944">
                  <c:v>53.98</c:v>
                </c:pt>
                <c:pt idx="57945">
                  <c:v>95.47</c:v>
                </c:pt>
                <c:pt idx="57946">
                  <c:v>55.96</c:v>
                </c:pt>
                <c:pt idx="57947">
                  <c:v>119.97</c:v>
                </c:pt>
                <c:pt idx="57948">
                  <c:v>94.98</c:v>
                </c:pt>
                <c:pt idx="57949">
                  <c:v>30.49</c:v>
                </c:pt>
                <c:pt idx="57950">
                  <c:v>869.7</c:v>
                </c:pt>
                <c:pt idx="57951">
                  <c:v>45.48</c:v>
                </c:pt>
                <c:pt idx="57952">
                  <c:v>187.45</c:v>
                </c:pt>
                <c:pt idx="57953">
                  <c:v>133.05000000000001</c:v>
                </c:pt>
                <c:pt idx="57954">
                  <c:v>53.97</c:v>
                </c:pt>
                <c:pt idx="57955">
                  <c:v>59.98</c:v>
                </c:pt>
                <c:pt idx="57956">
                  <c:v>18.64</c:v>
                </c:pt>
                <c:pt idx="57957">
                  <c:v>65.989999999999995</c:v>
                </c:pt>
                <c:pt idx="57958">
                  <c:v>58.76</c:v>
                </c:pt>
                <c:pt idx="57959">
                  <c:v>65.27</c:v>
                </c:pt>
                <c:pt idx="57960">
                  <c:v>227.45</c:v>
                </c:pt>
                <c:pt idx="57961">
                  <c:v>131.97999999999999</c:v>
                </c:pt>
                <c:pt idx="57962">
                  <c:v>191.95</c:v>
                </c:pt>
                <c:pt idx="57963">
                  <c:v>21.29</c:v>
                </c:pt>
                <c:pt idx="57964">
                  <c:v>76.73</c:v>
                </c:pt>
                <c:pt idx="57965">
                  <c:v>32.89</c:v>
                </c:pt>
                <c:pt idx="57966">
                  <c:v>58.98</c:v>
                </c:pt>
                <c:pt idx="57967">
                  <c:v>51.98</c:v>
                </c:pt>
                <c:pt idx="57968">
                  <c:v>19.489999999999998</c:v>
                </c:pt>
                <c:pt idx="57969">
                  <c:v>79.98</c:v>
                </c:pt>
                <c:pt idx="57970">
                  <c:v>54.99</c:v>
                </c:pt>
                <c:pt idx="57971">
                  <c:v>71.069999999999993</c:v>
                </c:pt>
                <c:pt idx="57972">
                  <c:v>99.96</c:v>
                </c:pt>
                <c:pt idx="57973">
                  <c:v>36.79</c:v>
                </c:pt>
                <c:pt idx="57974">
                  <c:v>30.29</c:v>
                </c:pt>
                <c:pt idx="57975">
                  <c:v>54.98</c:v>
                </c:pt>
                <c:pt idx="57976">
                  <c:v>63.96</c:v>
                </c:pt>
                <c:pt idx="57977">
                  <c:v>109.97</c:v>
                </c:pt>
                <c:pt idx="57978">
                  <c:v>53.94</c:v>
                </c:pt>
                <c:pt idx="57979">
                  <c:v>60.28</c:v>
                </c:pt>
                <c:pt idx="57980">
                  <c:v>89.95</c:v>
                </c:pt>
                <c:pt idx="57981">
                  <c:v>90.96</c:v>
                </c:pt>
                <c:pt idx="57982">
                  <c:v>53.97</c:v>
                </c:pt>
                <c:pt idx="57983">
                  <c:v>30.29</c:v>
                </c:pt>
                <c:pt idx="57984">
                  <c:v>59.99</c:v>
                </c:pt>
                <c:pt idx="57985">
                  <c:v>19.29</c:v>
                </c:pt>
                <c:pt idx="57986">
                  <c:v>125.79</c:v>
                </c:pt>
                <c:pt idx="57987">
                  <c:v>59.96</c:v>
                </c:pt>
                <c:pt idx="57988">
                  <c:v>20.49</c:v>
                </c:pt>
                <c:pt idx="57989">
                  <c:v>79.98</c:v>
                </c:pt>
                <c:pt idx="57990">
                  <c:v>58.96</c:v>
                </c:pt>
                <c:pt idx="57991">
                  <c:v>65.319999999999993</c:v>
                </c:pt>
                <c:pt idx="57992">
                  <c:v>100.98</c:v>
                </c:pt>
                <c:pt idx="57993">
                  <c:v>64.98</c:v>
                </c:pt>
                <c:pt idx="57994">
                  <c:v>112.93</c:v>
                </c:pt>
                <c:pt idx="57995">
                  <c:v>34.36</c:v>
                </c:pt>
                <c:pt idx="57996">
                  <c:v>79.849999999999994</c:v>
                </c:pt>
                <c:pt idx="57997">
                  <c:v>27.49</c:v>
                </c:pt>
                <c:pt idx="57998">
                  <c:v>36.49</c:v>
                </c:pt>
                <c:pt idx="57999">
                  <c:v>39.29</c:v>
                </c:pt>
                <c:pt idx="58000">
                  <c:v>93.12</c:v>
                </c:pt>
                <c:pt idx="58001">
                  <c:v>233.91</c:v>
                </c:pt>
                <c:pt idx="58002">
                  <c:v>99.95</c:v>
                </c:pt>
                <c:pt idx="58003">
                  <c:v>120.97</c:v>
                </c:pt>
                <c:pt idx="58004">
                  <c:v>11.99</c:v>
                </c:pt>
                <c:pt idx="58005">
                  <c:v>29.98</c:v>
                </c:pt>
                <c:pt idx="58006">
                  <c:v>55.98</c:v>
                </c:pt>
                <c:pt idx="58007">
                  <c:v>69.989999999999995</c:v>
                </c:pt>
                <c:pt idx="58008">
                  <c:v>232.92</c:v>
                </c:pt>
                <c:pt idx="58009">
                  <c:v>120.96</c:v>
                </c:pt>
                <c:pt idx="58010">
                  <c:v>86.97</c:v>
                </c:pt>
                <c:pt idx="58011">
                  <c:v>131.97999999999999</c:v>
                </c:pt>
                <c:pt idx="58012">
                  <c:v>89.98</c:v>
                </c:pt>
                <c:pt idx="58013">
                  <c:v>16.489999999999998</c:v>
                </c:pt>
                <c:pt idx="58014">
                  <c:v>89.95</c:v>
                </c:pt>
                <c:pt idx="58015">
                  <c:v>59.99</c:v>
                </c:pt>
                <c:pt idx="58016">
                  <c:v>216.96</c:v>
                </c:pt>
                <c:pt idx="58017">
                  <c:v>159.69999999999999</c:v>
                </c:pt>
                <c:pt idx="58018">
                  <c:v>56.97</c:v>
                </c:pt>
                <c:pt idx="58019">
                  <c:v>145.97</c:v>
                </c:pt>
                <c:pt idx="58020">
                  <c:v>99.96</c:v>
                </c:pt>
                <c:pt idx="58021">
                  <c:v>95.97</c:v>
                </c:pt>
                <c:pt idx="58022">
                  <c:v>104.36</c:v>
                </c:pt>
                <c:pt idx="58023">
                  <c:v>239.54</c:v>
                </c:pt>
                <c:pt idx="58024">
                  <c:v>54.99</c:v>
                </c:pt>
                <c:pt idx="58025">
                  <c:v>125.79</c:v>
                </c:pt>
                <c:pt idx="58026">
                  <c:v>57.98</c:v>
                </c:pt>
                <c:pt idx="58027">
                  <c:v>63.96</c:v>
                </c:pt>
                <c:pt idx="58028">
                  <c:v>65.989999999999995</c:v>
                </c:pt>
                <c:pt idx="58029">
                  <c:v>54.98</c:v>
                </c:pt>
                <c:pt idx="58030">
                  <c:v>98.27</c:v>
                </c:pt>
                <c:pt idx="58031">
                  <c:v>-49.99</c:v>
                </c:pt>
                <c:pt idx="58032">
                  <c:v>43.47</c:v>
                </c:pt>
                <c:pt idx="58033">
                  <c:v>57.98</c:v>
                </c:pt>
                <c:pt idx="58034">
                  <c:v>38.479999999999997</c:v>
                </c:pt>
                <c:pt idx="58035">
                  <c:v>18.489999999999998</c:v>
                </c:pt>
                <c:pt idx="58036">
                  <c:v>131.97999999999999</c:v>
                </c:pt>
                <c:pt idx="58037">
                  <c:v>77.94</c:v>
                </c:pt>
                <c:pt idx="58038">
                  <c:v>64.98</c:v>
                </c:pt>
                <c:pt idx="58039">
                  <c:v>181.93</c:v>
                </c:pt>
                <c:pt idx="58040">
                  <c:v>55.98</c:v>
                </c:pt>
                <c:pt idx="58041">
                  <c:v>70.97</c:v>
                </c:pt>
                <c:pt idx="58042">
                  <c:v>63.98</c:v>
                </c:pt>
                <c:pt idx="58043">
                  <c:v>499.81</c:v>
                </c:pt>
                <c:pt idx="58044">
                  <c:v>64.98</c:v>
                </c:pt>
                <c:pt idx="58045">
                  <c:v>8.2899999999999991</c:v>
                </c:pt>
                <c:pt idx="58046">
                  <c:v>33.49</c:v>
                </c:pt>
                <c:pt idx="58047">
                  <c:v>138.96</c:v>
                </c:pt>
                <c:pt idx="58048">
                  <c:v>51.98</c:v>
                </c:pt>
                <c:pt idx="58049">
                  <c:v>123.97</c:v>
                </c:pt>
                <c:pt idx="58050">
                  <c:v>18.48</c:v>
                </c:pt>
                <c:pt idx="58051">
                  <c:v>68.37</c:v>
                </c:pt>
                <c:pt idx="58052">
                  <c:v>100.04</c:v>
                </c:pt>
                <c:pt idx="58053">
                  <c:v>70.97</c:v>
                </c:pt>
                <c:pt idx="58054">
                  <c:v>49.98</c:v>
                </c:pt>
                <c:pt idx="58055">
                  <c:v>49.98</c:v>
                </c:pt>
                <c:pt idx="58056">
                  <c:v>146.37</c:v>
                </c:pt>
                <c:pt idx="58057">
                  <c:v>86.97</c:v>
                </c:pt>
                <c:pt idx="58058">
                  <c:v>36.78</c:v>
                </c:pt>
                <c:pt idx="58059">
                  <c:v>20.49</c:v>
                </c:pt>
                <c:pt idx="58060">
                  <c:v>49.99</c:v>
                </c:pt>
                <c:pt idx="58061">
                  <c:v>50.98</c:v>
                </c:pt>
                <c:pt idx="58062">
                  <c:v>55.98</c:v>
                </c:pt>
                <c:pt idx="58063">
                  <c:v>101.91</c:v>
                </c:pt>
                <c:pt idx="58064">
                  <c:v>59.98</c:v>
                </c:pt>
                <c:pt idx="58065">
                  <c:v>100.06</c:v>
                </c:pt>
                <c:pt idx="58066">
                  <c:v>50.92</c:v>
                </c:pt>
                <c:pt idx="58067">
                  <c:v>57.98</c:v>
                </c:pt>
                <c:pt idx="58068">
                  <c:v>98.57</c:v>
                </c:pt>
                <c:pt idx="58069">
                  <c:v>66.040000000000006</c:v>
                </c:pt>
                <c:pt idx="58070">
                  <c:v>188.42</c:v>
                </c:pt>
                <c:pt idx="58071">
                  <c:v>118.37</c:v>
                </c:pt>
                <c:pt idx="58072">
                  <c:v>120.95</c:v>
                </c:pt>
                <c:pt idx="58073">
                  <c:v>59.98</c:v>
                </c:pt>
                <c:pt idx="58074">
                  <c:v>166.59</c:v>
                </c:pt>
                <c:pt idx="58075">
                  <c:v>49.14</c:v>
                </c:pt>
                <c:pt idx="58076">
                  <c:v>52.98</c:v>
                </c:pt>
                <c:pt idx="58077">
                  <c:v>95.97</c:v>
                </c:pt>
                <c:pt idx="58078">
                  <c:v>103.97</c:v>
                </c:pt>
                <c:pt idx="58079">
                  <c:v>77.97</c:v>
                </c:pt>
                <c:pt idx="58080">
                  <c:v>89.97</c:v>
                </c:pt>
                <c:pt idx="58081">
                  <c:v>72.58</c:v>
                </c:pt>
                <c:pt idx="58082">
                  <c:v>69.989999999999995</c:v>
                </c:pt>
                <c:pt idx="58083">
                  <c:v>79.98</c:v>
                </c:pt>
                <c:pt idx="58084">
                  <c:v>74.97</c:v>
                </c:pt>
                <c:pt idx="58085">
                  <c:v>125.96</c:v>
                </c:pt>
                <c:pt idx="58086">
                  <c:v>54.97</c:v>
                </c:pt>
                <c:pt idx="58087">
                  <c:v>111.96</c:v>
                </c:pt>
                <c:pt idx="58088">
                  <c:v>59.99</c:v>
                </c:pt>
                <c:pt idx="58089">
                  <c:v>51.98</c:v>
                </c:pt>
                <c:pt idx="58090">
                  <c:v>41.49</c:v>
                </c:pt>
                <c:pt idx="58091">
                  <c:v>51.98</c:v>
                </c:pt>
                <c:pt idx="58092">
                  <c:v>97.08</c:v>
                </c:pt>
                <c:pt idx="58093">
                  <c:v>159.94999999999999</c:v>
                </c:pt>
                <c:pt idx="58094">
                  <c:v>83.47</c:v>
                </c:pt>
                <c:pt idx="58095">
                  <c:v>65.989999999999995</c:v>
                </c:pt>
                <c:pt idx="58096">
                  <c:v>146.94999999999999</c:v>
                </c:pt>
                <c:pt idx="58097">
                  <c:v>74.95</c:v>
                </c:pt>
                <c:pt idx="58098">
                  <c:v>77.97</c:v>
                </c:pt>
                <c:pt idx="58099">
                  <c:v>149.4</c:v>
                </c:pt>
                <c:pt idx="58100">
                  <c:v>63.4</c:v>
                </c:pt>
                <c:pt idx="58101">
                  <c:v>48.88</c:v>
                </c:pt>
                <c:pt idx="58102">
                  <c:v>55.98</c:v>
                </c:pt>
                <c:pt idx="58103">
                  <c:v>27.49</c:v>
                </c:pt>
                <c:pt idx="58104">
                  <c:v>67.48</c:v>
                </c:pt>
                <c:pt idx="58105">
                  <c:v>119.96</c:v>
                </c:pt>
                <c:pt idx="58106">
                  <c:v>57.98</c:v>
                </c:pt>
                <c:pt idx="58107">
                  <c:v>79.849999999999994</c:v>
                </c:pt>
                <c:pt idx="58108">
                  <c:v>77.97</c:v>
                </c:pt>
                <c:pt idx="58109">
                  <c:v>109.57</c:v>
                </c:pt>
                <c:pt idx="58110">
                  <c:v>51.98</c:v>
                </c:pt>
                <c:pt idx="58111">
                  <c:v>119.97</c:v>
                </c:pt>
                <c:pt idx="58112">
                  <c:v>55.98</c:v>
                </c:pt>
                <c:pt idx="58113">
                  <c:v>93.73</c:v>
                </c:pt>
                <c:pt idx="58114">
                  <c:v>191.57</c:v>
                </c:pt>
                <c:pt idx="58115">
                  <c:v>149.47</c:v>
                </c:pt>
                <c:pt idx="58116">
                  <c:v>77.97</c:v>
                </c:pt>
                <c:pt idx="58117">
                  <c:v>79.98</c:v>
                </c:pt>
                <c:pt idx="58118">
                  <c:v>41.49</c:v>
                </c:pt>
                <c:pt idx="58119">
                  <c:v>26.48</c:v>
                </c:pt>
                <c:pt idx="58120">
                  <c:v>58.48</c:v>
                </c:pt>
                <c:pt idx="58121">
                  <c:v>54.98</c:v>
                </c:pt>
                <c:pt idx="58122">
                  <c:v>57.58</c:v>
                </c:pt>
                <c:pt idx="58123">
                  <c:v>59.96</c:v>
                </c:pt>
                <c:pt idx="58124">
                  <c:v>77.97</c:v>
                </c:pt>
                <c:pt idx="58125">
                  <c:v>118.85</c:v>
                </c:pt>
                <c:pt idx="58126">
                  <c:v>27.33</c:v>
                </c:pt>
                <c:pt idx="58127">
                  <c:v>79.98</c:v>
                </c:pt>
                <c:pt idx="58128">
                  <c:v>21.29</c:v>
                </c:pt>
                <c:pt idx="58129">
                  <c:v>80.489999999999995</c:v>
                </c:pt>
                <c:pt idx="58130">
                  <c:v>53.96</c:v>
                </c:pt>
                <c:pt idx="58131">
                  <c:v>63.98</c:v>
                </c:pt>
                <c:pt idx="58132">
                  <c:v>15.29</c:v>
                </c:pt>
                <c:pt idx="58133">
                  <c:v>83.98</c:v>
                </c:pt>
                <c:pt idx="58134">
                  <c:v>30.49</c:v>
                </c:pt>
                <c:pt idx="58135">
                  <c:v>32.28</c:v>
                </c:pt>
                <c:pt idx="58136">
                  <c:v>90.97</c:v>
                </c:pt>
                <c:pt idx="58137">
                  <c:v>103.96</c:v>
                </c:pt>
                <c:pt idx="58138">
                  <c:v>166.94</c:v>
                </c:pt>
                <c:pt idx="58139">
                  <c:v>65.989999999999995</c:v>
                </c:pt>
                <c:pt idx="58140">
                  <c:v>51.93</c:v>
                </c:pt>
                <c:pt idx="58141">
                  <c:v>50.98</c:v>
                </c:pt>
                <c:pt idx="58142">
                  <c:v>74.97</c:v>
                </c:pt>
                <c:pt idx="58143">
                  <c:v>154.82</c:v>
                </c:pt>
                <c:pt idx="58144">
                  <c:v>108.88</c:v>
                </c:pt>
                <c:pt idx="58145">
                  <c:v>63.98</c:v>
                </c:pt>
                <c:pt idx="58146">
                  <c:v>-59.98</c:v>
                </c:pt>
                <c:pt idx="58147">
                  <c:v>55.4</c:v>
                </c:pt>
                <c:pt idx="58148">
                  <c:v>54.99</c:v>
                </c:pt>
                <c:pt idx="58149">
                  <c:v>18.489999999999998</c:v>
                </c:pt>
                <c:pt idx="58150">
                  <c:v>69.47</c:v>
                </c:pt>
                <c:pt idx="58151">
                  <c:v>148.63</c:v>
                </c:pt>
                <c:pt idx="58152">
                  <c:v>59.96</c:v>
                </c:pt>
                <c:pt idx="58153">
                  <c:v>117.96</c:v>
                </c:pt>
                <c:pt idx="58154">
                  <c:v>59.98</c:v>
                </c:pt>
                <c:pt idx="58155">
                  <c:v>25.28</c:v>
                </c:pt>
                <c:pt idx="58156">
                  <c:v>89.95</c:v>
                </c:pt>
                <c:pt idx="58157">
                  <c:v>181.88</c:v>
                </c:pt>
                <c:pt idx="58158">
                  <c:v>94.98</c:v>
                </c:pt>
                <c:pt idx="58159">
                  <c:v>63.58</c:v>
                </c:pt>
                <c:pt idx="58160">
                  <c:v>103.96</c:v>
                </c:pt>
                <c:pt idx="58161">
                  <c:v>20.49</c:v>
                </c:pt>
                <c:pt idx="58162">
                  <c:v>85.47</c:v>
                </c:pt>
                <c:pt idx="58163">
                  <c:v>129.94999999999999</c:v>
                </c:pt>
                <c:pt idx="58164">
                  <c:v>59.98</c:v>
                </c:pt>
                <c:pt idx="58165">
                  <c:v>226.92</c:v>
                </c:pt>
                <c:pt idx="58166">
                  <c:v>148.96</c:v>
                </c:pt>
                <c:pt idx="58167">
                  <c:v>65.989999999999995</c:v>
                </c:pt>
                <c:pt idx="58168">
                  <c:v>95.78</c:v>
                </c:pt>
                <c:pt idx="58169">
                  <c:v>79.97</c:v>
                </c:pt>
                <c:pt idx="58170">
                  <c:v>79.98</c:v>
                </c:pt>
                <c:pt idx="58171">
                  <c:v>79.98</c:v>
                </c:pt>
                <c:pt idx="58172">
                  <c:v>63.97</c:v>
                </c:pt>
                <c:pt idx="58173">
                  <c:v>65.3</c:v>
                </c:pt>
                <c:pt idx="58174">
                  <c:v>56.97</c:v>
                </c:pt>
                <c:pt idx="58175">
                  <c:v>56.28</c:v>
                </c:pt>
                <c:pt idx="58176">
                  <c:v>20.29</c:v>
                </c:pt>
                <c:pt idx="58177">
                  <c:v>119.97</c:v>
                </c:pt>
                <c:pt idx="58178">
                  <c:v>33.49</c:v>
                </c:pt>
                <c:pt idx="58179">
                  <c:v>203.94</c:v>
                </c:pt>
                <c:pt idx="58180">
                  <c:v>55.98</c:v>
                </c:pt>
                <c:pt idx="58181">
                  <c:v>40.49</c:v>
                </c:pt>
                <c:pt idx="58182">
                  <c:v>55.98</c:v>
                </c:pt>
                <c:pt idx="58183">
                  <c:v>86.48</c:v>
                </c:pt>
                <c:pt idx="58184">
                  <c:v>131.97999999999999</c:v>
                </c:pt>
                <c:pt idx="58185">
                  <c:v>55.98</c:v>
                </c:pt>
                <c:pt idx="58186">
                  <c:v>63.4</c:v>
                </c:pt>
                <c:pt idx="58187">
                  <c:v>19.84</c:v>
                </c:pt>
                <c:pt idx="58188">
                  <c:v>55.98</c:v>
                </c:pt>
                <c:pt idx="58189">
                  <c:v>53.51</c:v>
                </c:pt>
                <c:pt idx="58190">
                  <c:v>84.98</c:v>
                </c:pt>
                <c:pt idx="58191">
                  <c:v>74.98</c:v>
                </c:pt>
                <c:pt idx="58192">
                  <c:v>86.97</c:v>
                </c:pt>
                <c:pt idx="58193">
                  <c:v>119.96</c:v>
                </c:pt>
                <c:pt idx="58194">
                  <c:v>33.479999999999997</c:v>
                </c:pt>
                <c:pt idx="58195">
                  <c:v>37.909999999999997</c:v>
                </c:pt>
                <c:pt idx="58196">
                  <c:v>131.97999999999999</c:v>
                </c:pt>
                <c:pt idx="58197">
                  <c:v>59.97</c:v>
                </c:pt>
                <c:pt idx="58198">
                  <c:v>211.93</c:v>
                </c:pt>
                <c:pt idx="58199">
                  <c:v>39.200000000000003</c:v>
                </c:pt>
                <c:pt idx="58200">
                  <c:v>74.97</c:v>
                </c:pt>
                <c:pt idx="58201">
                  <c:v>96.79</c:v>
                </c:pt>
                <c:pt idx="58202">
                  <c:v>235.95</c:v>
                </c:pt>
                <c:pt idx="58203">
                  <c:v>155.66</c:v>
                </c:pt>
                <c:pt idx="58204">
                  <c:v>91.35</c:v>
                </c:pt>
                <c:pt idx="58205">
                  <c:v>65.989999999999995</c:v>
                </c:pt>
                <c:pt idx="58206">
                  <c:v>23.29</c:v>
                </c:pt>
                <c:pt idx="58207">
                  <c:v>59.95</c:v>
                </c:pt>
                <c:pt idx="58208">
                  <c:v>51.98</c:v>
                </c:pt>
                <c:pt idx="58209">
                  <c:v>5.49</c:v>
                </c:pt>
                <c:pt idx="58210">
                  <c:v>65.989999999999995</c:v>
                </c:pt>
                <c:pt idx="58211">
                  <c:v>65.989999999999995</c:v>
                </c:pt>
                <c:pt idx="58212">
                  <c:v>30.98</c:v>
                </c:pt>
                <c:pt idx="58213">
                  <c:v>39.479999999999997</c:v>
                </c:pt>
                <c:pt idx="58214">
                  <c:v>79.98</c:v>
                </c:pt>
                <c:pt idx="58215">
                  <c:v>108.78</c:v>
                </c:pt>
                <c:pt idx="58216">
                  <c:v>65.989999999999995</c:v>
                </c:pt>
                <c:pt idx="58217">
                  <c:v>344.72</c:v>
                </c:pt>
                <c:pt idx="58218">
                  <c:v>61.26</c:v>
                </c:pt>
                <c:pt idx="58219">
                  <c:v>42.48</c:v>
                </c:pt>
                <c:pt idx="58220">
                  <c:v>134.65</c:v>
                </c:pt>
                <c:pt idx="58221">
                  <c:v>96.78</c:v>
                </c:pt>
                <c:pt idx="58222">
                  <c:v>79.989999999999995</c:v>
                </c:pt>
                <c:pt idx="58223">
                  <c:v>121.98</c:v>
                </c:pt>
                <c:pt idx="58224">
                  <c:v>41.29</c:v>
                </c:pt>
                <c:pt idx="58225">
                  <c:v>120.46</c:v>
                </c:pt>
                <c:pt idx="58226">
                  <c:v>127.06</c:v>
                </c:pt>
                <c:pt idx="58227">
                  <c:v>92.98</c:v>
                </c:pt>
                <c:pt idx="58228">
                  <c:v>65.87</c:v>
                </c:pt>
                <c:pt idx="58229">
                  <c:v>102.83</c:v>
                </c:pt>
                <c:pt idx="58230">
                  <c:v>100.46</c:v>
                </c:pt>
                <c:pt idx="58231">
                  <c:v>72.58</c:v>
                </c:pt>
                <c:pt idx="58232">
                  <c:v>84.98</c:v>
                </c:pt>
                <c:pt idx="58233">
                  <c:v>27.49</c:v>
                </c:pt>
                <c:pt idx="58234">
                  <c:v>55.98</c:v>
                </c:pt>
                <c:pt idx="58235">
                  <c:v>85.98</c:v>
                </c:pt>
                <c:pt idx="58236">
                  <c:v>84.98</c:v>
                </c:pt>
                <c:pt idx="58237">
                  <c:v>59.99</c:v>
                </c:pt>
                <c:pt idx="58238">
                  <c:v>83.98</c:v>
                </c:pt>
                <c:pt idx="58239">
                  <c:v>255.91</c:v>
                </c:pt>
                <c:pt idx="58240">
                  <c:v>53.97</c:v>
                </c:pt>
                <c:pt idx="58241">
                  <c:v>161.96</c:v>
                </c:pt>
                <c:pt idx="58242">
                  <c:v>84.96</c:v>
                </c:pt>
                <c:pt idx="58243">
                  <c:v>164.96</c:v>
                </c:pt>
                <c:pt idx="58244">
                  <c:v>103.96</c:v>
                </c:pt>
                <c:pt idx="58245">
                  <c:v>41.49</c:v>
                </c:pt>
                <c:pt idx="58246">
                  <c:v>12.59</c:v>
                </c:pt>
                <c:pt idx="58247">
                  <c:v>65.989999999999995</c:v>
                </c:pt>
                <c:pt idx="58248">
                  <c:v>42.24</c:v>
                </c:pt>
                <c:pt idx="58249">
                  <c:v>44.04</c:v>
                </c:pt>
                <c:pt idx="58250">
                  <c:v>91.28</c:v>
                </c:pt>
                <c:pt idx="58251">
                  <c:v>244.94</c:v>
                </c:pt>
                <c:pt idx="58252">
                  <c:v>11.29</c:v>
                </c:pt>
                <c:pt idx="58253">
                  <c:v>80.849999999999994</c:v>
                </c:pt>
                <c:pt idx="58254">
                  <c:v>55.96</c:v>
                </c:pt>
                <c:pt idx="58255">
                  <c:v>13.49</c:v>
                </c:pt>
                <c:pt idx="58256">
                  <c:v>114.91</c:v>
                </c:pt>
                <c:pt idx="58257">
                  <c:v>84.27</c:v>
                </c:pt>
                <c:pt idx="58258">
                  <c:v>131.97999999999999</c:v>
                </c:pt>
                <c:pt idx="58259">
                  <c:v>56.46</c:v>
                </c:pt>
                <c:pt idx="58260">
                  <c:v>65.989999999999995</c:v>
                </c:pt>
                <c:pt idx="58261">
                  <c:v>89.98</c:v>
                </c:pt>
                <c:pt idx="58262">
                  <c:v>82.97</c:v>
                </c:pt>
                <c:pt idx="58263">
                  <c:v>89.98</c:v>
                </c:pt>
                <c:pt idx="58264">
                  <c:v>259.89999999999998</c:v>
                </c:pt>
                <c:pt idx="58265">
                  <c:v>67.02</c:v>
                </c:pt>
                <c:pt idx="58266">
                  <c:v>96.78</c:v>
                </c:pt>
                <c:pt idx="58267">
                  <c:v>55.96</c:v>
                </c:pt>
                <c:pt idx="58268">
                  <c:v>46.29</c:v>
                </c:pt>
                <c:pt idx="58269">
                  <c:v>57.97</c:v>
                </c:pt>
                <c:pt idx="58270">
                  <c:v>134.97</c:v>
                </c:pt>
                <c:pt idx="58271">
                  <c:v>115.05</c:v>
                </c:pt>
                <c:pt idx="58272">
                  <c:v>89.97</c:v>
                </c:pt>
                <c:pt idx="58273">
                  <c:v>72.55</c:v>
                </c:pt>
                <c:pt idx="58274">
                  <c:v>99.98</c:v>
                </c:pt>
                <c:pt idx="58275">
                  <c:v>55.98</c:v>
                </c:pt>
                <c:pt idx="58276">
                  <c:v>9.49</c:v>
                </c:pt>
                <c:pt idx="58277">
                  <c:v>19.489999999999998</c:v>
                </c:pt>
                <c:pt idx="58278">
                  <c:v>59.96</c:v>
                </c:pt>
                <c:pt idx="58279">
                  <c:v>58.98</c:v>
                </c:pt>
                <c:pt idx="58280">
                  <c:v>229.95</c:v>
                </c:pt>
                <c:pt idx="58281">
                  <c:v>56.98</c:v>
                </c:pt>
                <c:pt idx="58282">
                  <c:v>77.37</c:v>
                </c:pt>
                <c:pt idx="58283">
                  <c:v>84.97</c:v>
                </c:pt>
                <c:pt idx="58284">
                  <c:v>54.97</c:v>
                </c:pt>
                <c:pt idx="58285">
                  <c:v>-60.88</c:v>
                </c:pt>
                <c:pt idx="58286">
                  <c:v>143.97</c:v>
                </c:pt>
                <c:pt idx="58287">
                  <c:v>51.98</c:v>
                </c:pt>
                <c:pt idx="58288">
                  <c:v>93.97</c:v>
                </c:pt>
                <c:pt idx="58289">
                  <c:v>55.98</c:v>
                </c:pt>
                <c:pt idx="58290">
                  <c:v>51.96</c:v>
                </c:pt>
                <c:pt idx="58291">
                  <c:v>55.96</c:v>
                </c:pt>
                <c:pt idx="58292">
                  <c:v>78.37</c:v>
                </c:pt>
                <c:pt idx="58293">
                  <c:v>55.98</c:v>
                </c:pt>
                <c:pt idx="58294">
                  <c:v>40.49</c:v>
                </c:pt>
                <c:pt idx="58295">
                  <c:v>50.98</c:v>
                </c:pt>
                <c:pt idx="58296">
                  <c:v>54.98</c:v>
                </c:pt>
                <c:pt idx="58297">
                  <c:v>111.96</c:v>
                </c:pt>
                <c:pt idx="58298">
                  <c:v>59.94</c:v>
                </c:pt>
                <c:pt idx="58299">
                  <c:v>129.96</c:v>
                </c:pt>
                <c:pt idx="58300">
                  <c:v>78.709999999999994</c:v>
                </c:pt>
                <c:pt idx="58301">
                  <c:v>66.98</c:v>
                </c:pt>
                <c:pt idx="58302">
                  <c:v>57.98</c:v>
                </c:pt>
                <c:pt idx="58303">
                  <c:v>60.88</c:v>
                </c:pt>
                <c:pt idx="58304">
                  <c:v>42.48</c:v>
                </c:pt>
                <c:pt idx="58305">
                  <c:v>164.55</c:v>
                </c:pt>
                <c:pt idx="58306">
                  <c:v>161.94999999999999</c:v>
                </c:pt>
                <c:pt idx="58307">
                  <c:v>65.959999999999994</c:v>
                </c:pt>
                <c:pt idx="58308">
                  <c:v>139.56</c:v>
                </c:pt>
                <c:pt idx="58309">
                  <c:v>395.88</c:v>
                </c:pt>
                <c:pt idx="58310">
                  <c:v>57.98</c:v>
                </c:pt>
                <c:pt idx="58311">
                  <c:v>67.98</c:v>
                </c:pt>
                <c:pt idx="58312">
                  <c:v>38.479999999999997</c:v>
                </c:pt>
                <c:pt idx="58313">
                  <c:v>408.46</c:v>
                </c:pt>
                <c:pt idx="58314">
                  <c:v>19.489999999999998</c:v>
                </c:pt>
                <c:pt idx="58315">
                  <c:v>59.98</c:v>
                </c:pt>
                <c:pt idx="58316">
                  <c:v>99.98</c:v>
                </c:pt>
                <c:pt idx="58317">
                  <c:v>20.29</c:v>
                </c:pt>
                <c:pt idx="58318">
                  <c:v>117.94</c:v>
                </c:pt>
                <c:pt idx="58319">
                  <c:v>162.09</c:v>
                </c:pt>
                <c:pt idx="58320">
                  <c:v>47.37</c:v>
                </c:pt>
                <c:pt idx="58321">
                  <c:v>59.96</c:v>
                </c:pt>
                <c:pt idx="58322">
                  <c:v>66.98</c:v>
                </c:pt>
                <c:pt idx="58323">
                  <c:v>41.49</c:v>
                </c:pt>
                <c:pt idx="58324">
                  <c:v>83.97</c:v>
                </c:pt>
                <c:pt idx="58325">
                  <c:v>8.98</c:v>
                </c:pt>
                <c:pt idx="58326">
                  <c:v>74.95</c:v>
                </c:pt>
                <c:pt idx="58327">
                  <c:v>51.29</c:v>
                </c:pt>
                <c:pt idx="58328">
                  <c:v>36.479999999999997</c:v>
                </c:pt>
                <c:pt idx="58329">
                  <c:v>21.49</c:v>
                </c:pt>
                <c:pt idx="58330">
                  <c:v>57.98</c:v>
                </c:pt>
                <c:pt idx="58331">
                  <c:v>55.98</c:v>
                </c:pt>
                <c:pt idx="58332">
                  <c:v>58.48</c:v>
                </c:pt>
                <c:pt idx="58333">
                  <c:v>92.97</c:v>
                </c:pt>
                <c:pt idx="58334">
                  <c:v>79.98</c:v>
                </c:pt>
                <c:pt idx="58335">
                  <c:v>52.18</c:v>
                </c:pt>
                <c:pt idx="58336">
                  <c:v>58.47</c:v>
                </c:pt>
                <c:pt idx="58337">
                  <c:v>44.48</c:v>
                </c:pt>
                <c:pt idx="58338">
                  <c:v>61.38</c:v>
                </c:pt>
                <c:pt idx="58339">
                  <c:v>65.989999999999995</c:v>
                </c:pt>
                <c:pt idx="58340">
                  <c:v>42.84</c:v>
                </c:pt>
                <c:pt idx="58341">
                  <c:v>105.98</c:v>
                </c:pt>
                <c:pt idx="58342">
                  <c:v>107.21</c:v>
                </c:pt>
                <c:pt idx="58343">
                  <c:v>115.96</c:v>
                </c:pt>
                <c:pt idx="58344">
                  <c:v>37.49</c:v>
                </c:pt>
                <c:pt idx="58345">
                  <c:v>77.98</c:v>
                </c:pt>
                <c:pt idx="58346">
                  <c:v>119.96</c:v>
                </c:pt>
                <c:pt idx="58347">
                  <c:v>79.98</c:v>
                </c:pt>
                <c:pt idx="58348">
                  <c:v>124.97</c:v>
                </c:pt>
                <c:pt idx="58349">
                  <c:v>71.989999999999995</c:v>
                </c:pt>
                <c:pt idx="58350">
                  <c:v>18.48</c:v>
                </c:pt>
                <c:pt idx="58351">
                  <c:v>147.63</c:v>
                </c:pt>
                <c:pt idx="58352">
                  <c:v>82.97</c:v>
                </c:pt>
                <c:pt idx="58353">
                  <c:v>-0.5</c:v>
                </c:pt>
                <c:pt idx="58354">
                  <c:v>119.97</c:v>
                </c:pt>
                <c:pt idx="58355">
                  <c:v>86.97</c:v>
                </c:pt>
                <c:pt idx="58356">
                  <c:v>77.97</c:v>
                </c:pt>
                <c:pt idx="58357">
                  <c:v>51.98</c:v>
                </c:pt>
                <c:pt idx="58358">
                  <c:v>65.989999999999995</c:v>
                </c:pt>
                <c:pt idx="58359">
                  <c:v>54.98</c:v>
                </c:pt>
                <c:pt idx="58360">
                  <c:v>79.98</c:v>
                </c:pt>
                <c:pt idx="58361">
                  <c:v>111.8</c:v>
                </c:pt>
                <c:pt idx="58362">
                  <c:v>59.36</c:v>
                </c:pt>
                <c:pt idx="58363">
                  <c:v>131.97999999999999</c:v>
                </c:pt>
                <c:pt idx="58364">
                  <c:v>95.97</c:v>
                </c:pt>
                <c:pt idx="58365">
                  <c:v>59.96</c:v>
                </c:pt>
                <c:pt idx="58366">
                  <c:v>169.94</c:v>
                </c:pt>
                <c:pt idx="58367">
                  <c:v>114.96</c:v>
                </c:pt>
                <c:pt idx="58368">
                  <c:v>185.95</c:v>
                </c:pt>
                <c:pt idx="58369">
                  <c:v>103.96</c:v>
                </c:pt>
                <c:pt idx="58370">
                  <c:v>100.76</c:v>
                </c:pt>
                <c:pt idx="58371">
                  <c:v>53.98</c:v>
                </c:pt>
                <c:pt idx="58372">
                  <c:v>119.97</c:v>
                </c:pt>
                <c:pt idx="58373">
                  <c:v>55.98</c:v>
                </c:pt>
                <c:pt idx="58374">
                  <c:v>57.98</c:v>
                </c:pt>
                <c:pt idx="58375">
                  <c:v>83.48</c:v>
                </c:pt>
                <c:pt idx="58376">
                  <c:v>36.479999999999997</c:v>
                </c:pt>
                <c:pt idx="58377">
                  <c:v>77.42</c:v>
                </c:pt>
                <c:pt idx="58378">
                  <c:v>60.97</c:v>
                </c:pt>
                <c:pt idx="58379">
                  <c:v>113.98</c:v>
                </c:pt>
                <c:pt idx="58380">
                  <c:v>173.91</c:v>
                </c:pt>
                <c:pt idx="58381">
                  <c:v>65.989999999999995</c:v>
                </c:pt>
                <c:pt idx="58382">
                  <c:v>107.96</c:v>
                </c:pt>
                <c:pt idx="58383">
                  <c:v>50.99</c:v>
                </c:pt>
                <c:pt idx="58384">
                  <c:v>129.94999999999999</c:v>
                </c:pt>
                <c:pt idx="58385">
                  <c:v>49.99</c:v>
                </c:pt>
                <c:pt idx="58386">
                  <c:v>72.55</c:v>
                </c:pt>
                <c:pt idx="58387">
                  <c:v>49.26</c:v>
                </c:pt>
                <c:pt idx="58388">
                  <c:v>79.98</c:v>
                </c:pt>
                <c:pt idx="58389">
                  <c:v>188.39</c:v>
                </c:pt>
                <c:pt idx="58390">
                  <c:v>51.98</c:v>
                </c:pt>
                <c:pt idx="58391">
                  <c:v>22.48</c:v>
                </c:pt>
                <c:pt idx="58392">
                  <c:v>82.26</c:v>
                </c:pt>
                <c:pt idx="58393">
                  <c:v>279.89999999999998</c:v>
                </c:pt>
                <c:pt idx="58394">
                  <c:v>54.99</c:v>
                </c:pt>
                <c:pt idx="58395">
                  <c:v>60.99</c:v>
                </c:pt>
                <c:pt idx="58396">
                  <c:v>140.96</c:v>
                </c:pt>
                <c:pt idx="58397">
                  <c:v>166.59</c:v>
                </c:pt>
                <c:pt idx="58398">
                  <c:v>106.45</c:v>
                </c:pt>
                <c:pt idx="58399">
                  <c:v>51.96</c:v>
                </c:pt>
                <c:pt idx="58400">
                  <c:v>55.98</c:v>
                </c:pt>
                <c:pt idx="58401">
                  <c:v>59.97</c:v>
                </c:pt>
                <c:pt idx="58402">
                  <c:v>66.33</c:v>
                </c:pt>
                <c:pt idx="58403">
                  <c:v>30.49</c:v>
                </c:pt>
                <c:pt idx="58404">
                  <c:v>66.680000000000007</c:v>
                </c:pt>
                <c:pt idx="58405">
                  <c:v>228.62</c:v>
                </c:pt>
                <c:pt idx="58406">
                  <c:v>59.98</c:v>
                </c:pt>
                <c:pt idx="58407">
                  <c:v>20.29</c:v>
                </c:pt>
                <c:pt idx="58408">
                  <c:v>74.98</c:v>
                </c:pt>
                <c:pt idx="58409">
                  <c:v>57.47</c:v>
                </c:pt>
                <c:pt idx="58410">
                  <c:v>67.739999999999995</c:v>
                </c:pt>
                <c:pt idx="58411">
                  <c:v>31.29</c:v>
                </c:pt>
                <c:pt idx="58412">
                  <c:v>58.03</c:v>
                </c:pt>
                <c:pt idx="58413">
                  <c:v>9.2899999999999991</c:v>
                </c:pt>
                <c:pt idx="58414">
                  <c:v>79.98</c:v>
                </c:pt>
                <c:pt idx="58415">
                  <c:v>225.95</c:v>
                </c:pt>
                <c:pt idx="58416">
                  <c:v>135.97999999999999</c:v>
                </c:pt>
                <c:pt idx="58417">
                  <c:v>74.95</c:v>
                </c:pt>
                <c:pt idx="58418">
                  <c:v>55.98</c:v>
                </c:pt>
                <c:pt idx="58419">
                  <c:v>80.97</c:v>
                </c:pt>
                <c:pt idx="58420">
                  <c:v>66.53</c:v>
                </c:pt>
                <c:pt idx="58421">
                  <c:v>106.97</c:v>
                </c:pt>
                <c:pt idx="58422">
                  <c:v>16.489999999999998</c:v>
                </c:pt>
                <c:pt idx="58423">
                  <c:v>28.99</c:v>
                </c:pt>
                <c:pt idx="58424">
                  <c:v>119.97</c:v>
                </c:pt>
                <c:pt idx="58425">
                  <c:v>24.48</c:v>
                </c:pt>
                <c:pt idx="58426">
                  <c:v>105.98</c:v>
                </c:pt>
                <c:pt idx="58427">
                  <c:v>15.49</c:v>
                </c:pt>
                <c:pt idx="58428">
                  <c:v>54.98</c:v>
                </c:pt>
                <c:pt idx="58429">
                  <c:v>99.98</c:v>
                </c:pt>
                <c:pt idx="58430">
                  <c:v>101.62</c:v>
                </c:pt>
                <c:pt idx="58431">
                  <c:v>100.39</c:v>
                </c:pt>
                <c:pt idx="58432">
                  <c:v>16.489999999999998</c:v>
                </c:pt>
                <c:pt idx="58433">
                  <c:v>54.21</c:v>
                </c:pt>
                <c:pt idx="58434">
                  <c:v>249.9</c:v>
                </c:pt>
                <c:pt idx="58435">
                  <c:v>52.77</c:v>
                </c:pt>
                <c:pt idx="58436">
                  <c:v>54.98</c:v>
                </c:pt>
                <c:pt idx="58437">
                  <c:v>159.69999999999999</c:v>
                </c:pt>
                <c:pt idx="58438">
                  <c:v>67.47</c:v>
                </c:pt>
                <c:pt idx="58439">
                  <c:v>79.98</c:v>
                </c:pt>
                <c:pt idx="58440">
                  <c:v>280.89999999999998</c:v>
                </c:pt>
                <c:pt idx="58441">
                  <c:v>39.47</c:v>
                </c:pt>
                <c:pt idx="58442">
                  <c:v>59.99</c:v>
                </c:pt>
                <c:pt idx="58443">
                  <c:v>121.46</c:v>
                </c:pt>
                <c:pt idx="58444">
                  <c:v>16.489999999999998</c:v>
                </c:pt>
                <c:pt idx="58445">
                  <c:v>54.99</c:v>
                </c:pt>
                <c:pt idx="58446">
                  <c:v>56.98</c:v>
                </c:pt>
                <c:pt idx="58447">
                  <c:v>82.33</c:v>
                </c:pt>
                <c:pt idx="58448">
                  <c:v>62.97</c:v>
                </c:pt>
                <c:pt idx="58449">
                  <c:v>55.98</c:v>
                </c:pt>
                <c:pt idx="58450">
                  <c:v>65.989999999999995</c:v>
                </c:pt>
                <c:pt idx="58451">
                  <c:v>60.99</c:v>
                </c:pt>
                <c:pt idx="58452">
                  <c:v>73.48</c:v>
                </c:pt>
                <c:pt idx="58453">
                  <c:v>53.66</c:v>
                </c:pt>
                <c:pt idx="58454">
                  <c:v>57.97</c:v>
                </c:pt>
                <c:pt idx="58455">
                  <c:v>10.49</c:v>
                </c:pt>
                <c:pt idx="58456">
                  <c:v>72.55</c:v>
                </c:pt>
                <c:pt idx="58457">
                  <c:v>21.26</c:v>
                </c:pt>
                <c:pt idx="58458">
                  <c:v>74.98</c:v>
                </c:pt>
                <c:pt idx="58459">
                  <c:v>45.49</c:v>
                </c:pt>
                <c:pt idx="58460">
                  <c:v>83.97</c:v>
                </c:pt>
                <c:pt idx="58461">
                  <c:v>89.97</c:v>
                </c:pt>
                <c:pt idx="58462">
                  <c:v>105.96</c:v>
                </c:pt>
                <c:pt idx="58463">
                  <c:v>66.260000000000005</c:v>
                </c:pt>
                <c:pt idx="58464">
                  <c:v>92.52</c:v>
                </c:pt>
                <c:pt idx="58465">
                  <c:v>65.33</c:v>
                </c:pt>
                <c:pt idx="58466">
                  <c:v>79.849999999999994</c:v>
                </c:pt>
                <c:pt idx="58467">
                  <c:v>60.28</c:v>
                </c:pt>
                <c:pt idx="58468">
                  <c:v>69.989999999999995</c:v>
                </c:pt>
                <c:pt idx="58469">
                  <c:v>55.98</c:v>
                </c:pt>
                <c:pt idx="58470">
                  <c:v>51.97</c:v>
                </c:pt>
                <c:pt idx="58471">
                  <c:v>77.97</c:v>
                </c:pt>
                <c:pt idx="58472">
                  <c:v>0</c:v>
                </c:pt>
                <c:pt idx="58473">
                  <c:v>51.98</c:v>
                </c:pt>
                <c:pt idx="58474">
                  <c:v>87.05</c:v>
                </c:pt>
                <c:pt idx="58475">
                  <c:v>65.989999999999995</c:v>
                </c:pt>
                <c:pt idx="58476">
                  <c:v>83.97</c:v>
                </c:pt>
                <c:pt idx="58477">
                  <c:v>0</c:v>
                </c:pt>
                <c:pt idx="58478">
                  <c:v>0</c:v>
                </c:pt>
                <c:pt idx="58479">
                  <c:v>131.97999999999999</c:v>
                </c:pt>
                <c:pt idx="58480">
                  <c:v>125.96</c:v>
                </c:pt>
                <c:pt idx="58481">
                  <c:v>85.32</c:v>
                </c:pt>
                <c:pt idx="58482">
                  <c:v>123.47</c:v>
                </c:pt>
                <c:pt idx="58483">
                  <c:v>75.98</c:v>
                </c:pt>
                <c:pt idx="58484">
                  <c:v>65.989999999999995</c:v>
                </c:pt>
                <c:pt idx="58485">
                  <c:v>136.94</c:v>
                </c:pt>
                <c:pt idx="58486">
                  <c:v>752.74</c:v>
                </c:pt>
                <c:pt idx="58487">
                  <c:v>119.96</c:v>
                </c:pt>
                <c:pt idx="58488">
                  <c:v>22.49</c:v>
                </c:pt>
                <c:pt idx="58489">
                  <c:v>14.29</c:v>
                </c:pt>
                <c:pt idx="58490">
                  <c:v>-75.87</c:v>
                </c:pt>
                <c:pt idx="58491">
                  <c:v>65.989999999999995</c:v>
                </c:pt>
                <c:pt idx="58492">
                  <c:v>54.98</c:v>
                </c:pt>
                <c:pt idx="58493">
                  <c:v>59.98</c:v>
                </c:pt>
                <c:pt idx="58494">
                  <c:v>77.97</c:v>
                </c:pt>
                <c:pt idx="58495">
                  <c:v>29.28</c:v>
                </c:pt>
                <c:pt idx="58496">
                  <c:v>174.14</c:v>
                </c:pt>
                <c:pt idx="58497">
                  <c:v>55.98</c:v>
                </c:pt>
                <c:pt idx="58498">
                  <c:v>46.49</c:v>
                </c:pt>
                <c:pt idx="58499">
                  <c:v>107.96</c:v>
                </c:pt>
                <c:pt idx="58500">
                  <c:v>25.48</c:v>
                </c:pt>
                <c:pt idx="58501">
                  <c:v>38.28</c:v>
                </c:pt>
                <c:pt idx="58502">
                  <c:v>59.39</c:v>
                </c:pt>
                <c:pt idx="58503">
                  <c:v>106.97</c:v>
                </c:pt>
                <c:pt idx="58504">
                  <c:v>51.96</c:v>
                </c:pt>
                <c:pt idx="58505">
                  <c:v>65.989999999999995</c:v>
                </c:pt>
                <c:pt idx="58506">
                  <c:v>30.78</c:v>
                </c:pt>
                <c:pt idx="58507">
                  <c:v>101.96</c:v>
                </c:pt>
                <c:pt idx="58508">
                  <c:v>27.28</c:v>
                </c:pt>
                <c:pt idx="58509">
                  <c:v>53.39</c:v>
                </c:pt>
                <c:pt idx="58510">
                  <c:v>55.98</c:v>
                </c:pt>
                <c:pt idx="58511">
                  <c:v>79.98</c:v>
                </c:pt>
                <c:pt idx="58512">
                  <c:v>51.98</c:v>
                </c:pt>
                <c:pt idx="58513">
                  <c:v>55.98</c:v>
                </c:pt>
                <c:pt idx="58514">
                  <c:v>65.47</c:v>
                </c:pt>
                <c:pt idx="58515">
                  <c:v>53.98</c:v>
                </c:pt>
                <c:pt idx="58516">
                  <c:v>76.97</c:v>
                </c:pt>
                <c:pt idx="58517">
                  <c:v>119.46</c:v>
                </c:pt>
                <c:pt idx="58518">
                  <c:v>21.29</c:v>
                </c:pt>
                <c:pt idx="58519">
                  <c:v>65.989999999999995</c:v>
                </c:pt>
                <c:pt idx="58520">
                  <c:v>55.98</c:v>
                </c:pt>
                <c:pt idx="58521">
                  <c:v>179.94</c:v>
                </c:pt>
                <c:pt idx="58522">
                  <c:v>68.97</c:v>
                </c:pt>
                <c:pt idx="58523">
                  <c:v>53.98</c:v>
                </c:pt>
                <c:pt idx="58524">
                  <c:v>34.36</c:v>
                </c:pt>
                <c:pt idx="58525">
                  <c:v>89.98</c:v>
                </c:pt>
                <c:pt idx="58526">
                  <c:v>64.48</c:v>
                </c:pt>
                <c:pt idx="58527">
                  <c:v>126.98</c:v>
                </c:pt>
                <c:pt idx="58528">
                  <c:v>53.97</c:v>
                </c:pt>
                <c:pt idx="58529">
                  <c:v>40.479999999999997</c:v>
                </c:pt>
                <c:pt idx="58530">
                  <c:v>54.99</c:v>
                </c:pt>
                <c:pt idx="58531">
                  <c:v>89.98</c:v>
                </c:pt>
                <c:pt idx="58532">
                  <c:v>125.78</c:v>
                </c:pt>
                <c:pt idx="58533">
                  <c:v>28.49</c:v>
                </c:pt>
                <c:pt idx="58534">
                  <c:v>134.97</c:v>
                </c:pt>
                <c:pt idx="58535">
                  <c:v>66.13</c:v>
                </c:pt>
                <c:pt idx="58536">
                  <c:v>15.49</c:v>
                </c:pt>
                <c:pt idx="58537">
                  <c:v>79.98</c:v>
                </c:pt>
                <c:pt idx="58538">
                  <c:v>41.29</c:v>
                </c:pt>
                <c:pt idx="58539">
                  <c:v>26.48</c:v>
                </c:pt>
                <c:pt idx="58540">
                  <c:v>89.97</c:v>
                </c:pt>
                <c:pt idx="58541">
                  <c:v>51.46</c:v>
                </c:pt>
                <c:pt idx="58542">
                  <c:v>78.63</c:v>
                </c:pt>
                <c:pt idx="58543">
                  <c:v>69.45</c:v>
                </c:pt>
                <c:pt idx="58544">
                  <c:v>48.89</c:v>
                </c:pt>
                <c:pt idx="58545">
                  <c:v>67.290000000000006</c:v>
                </c:pt>
                <c:pt idx="58546">
                  <c:v>65.989999999999995</c:v>
                </c:pt>
                <c:pt idx="58547">
                  <c:v>66.98</c:v>
                </c:pt>
                <c:pt idx="58548">
                  <c:v>85.99</c:v>
                </c:pt>
                <c:pt idx="58549">
                  <c:v>53.48</c:v>
                </c:pt>
                <c:pt idx="58550">
                  <c:v>65.989999999999995</c:v>
                </c:pt>
                <c:pt idx="58551">
                  <c:v>57.97</c:v>
                </c:pt>
                <c:pt idx="58552">
                  <c:v>53.98</c:v>
                </c:pt>
                <c:pt idx="58553">
                  <c:v>83.97</c:v>
                </c:pt>
                <c:pt idx="58554">
                  <c:v>51.98</c:v>
                </c:pt>
                <c:pt idx="58555">
                  <c:v>65.989999999999995</c:v>
                </c:pt>
                <c:pt idx="58556">
                  <c:v>55.56</c:v>
                </c:pt>
                <c:pt idx="58557">
                  <c:v>104.95</c:v>
                </c:pt>
                <c:pt idx="58558">
                  <c:v>73.08</c:v>
                </c:pt>
                <c:pt idx="58559">
                  <c:v>25.45</c:v>
                </c:pt>
                <c:pt idx="58560">
                  <c:v>83.97</c:v>
                </c:pt>
                <c:pt idx="58561">
                  <c:v>69.989999999999995</c:v>
                </c:pt>
                <c:pt idx="58562">
                  <c:v>217.73</c:v>
                </c:pt>
                <c:pt idx="58563">
                  <c:v>67.97</c:v>
                </c:pt>
                <c:pt idx="58564">
                  <c:v>52.51</c:v>
                </c:pt>
                <c:pt idx="58565">
                  <c:v>65.989999999999995</c:v>
                </c:pt>
                <c:pt idx="58566">
                  <c:v>59.39</c:v>
                </c:pt>
                <c:pt idx="58567">
                  <c:v>31.29</c:v>
                </c:pt>
                <c:pt idx="58568">
                  <c:v>67.739999999999995</c:v>
                </c:pt>
                <c:pt idx="58569">
                  <c:v>67.739999999999995</c:v>
                </c:pt>
                <c:pt idx="58570">
                  <c:v>32.06</c:v>
                </c:pt>
                <c:pt idx="58571">
                  <c:v>103.97</c:v>
                </c:pt>
                <c:pt idx="58572">
                  <c:v>40.49</c:v>
                </c:pt>
                <c:pt idx="58573">
                  <c:v>114.97</c:v>
                </c:pt>
                <c:pt idx="58574">
                  <c:v>29.49</c:v>
                </c:pt>
                <c:pt idx="58575">
                  <c:v>89.98</c:v>
                </c:pt>
                <c:pt idx="58576">
                  <c:v>127.96</c:v>
                </c:pt>
                <c:pt idx="58577">
                  <c:v>35.49</c:v>
                </c:pt>
                <c:pt idx="58578">
                  <c:v>57.97</c:v>
                </c:pt>
                <c:pt idx="58579">
                  <c:v>69.58</c:v>
                </c:pt>
                <c:pt idx="58580">
                  <c:v>83.13</c:v>
                </c:pt>
                <c:pt idx="58581">
                  <c:v>19.29</c:v>
                </c:pt>
                <c:pt idx="58582">
                  <c:v>89.95</c:v>
                </c:pt>
                <c:pt idx="58583">
                  <c:v>112.47</c:v>
                </c:pt>
                <c:pt idx="58584">
                  <c:v>65.459999999999994</c:v>
                </c:pt>
                <c:pt idx="58585">
                  <c:v>19.48</c:v>
                </c:pt>
                <c:pt idx="58586">
                  <c:v>116.97</c:v>
                </c:pt>
                <c:pt idx="58587">
                  <c:v>89.98</c:v>
                </c:pt>
                <c:pt idx="58588">
                  <c:v>91.47</c:v>
                </c:pt>
                <c:pt idx="58589">
                  <c:v>184.99</c:v>
                </c:pt>
                <c:pt idx="58590">
                  <c:v>26.38</c:v>
                </c:pt>
                <c:pt idx="58591">
                  <c:v>41.49</c:v>
                </c:pt>
                <c:pt idx="58592">
                  <c:v>81.98</c:v>
                </c:pt>
                <c:pt idx="58593">
                  <c:v>59.99</c:v>
                </c:pt>
                <c:pt idx="58594">
                  <c:v>134.96</c:v>
                </c:pt>
                <c:pt idx="58595">
                  <c:v>75.569999999999993</c:v>
                </c:pt>
                <c:pt idx="58596">
                  <c:v>152.86000000000001</c:v>
                </c:pt>
                <c:pt idx="58597">
                  <c:v>50.97</c:v>
                </c:pt>
                <c:pt idx="58598">
                  <c:v>197.97</c:v>
                </c:pt>
                <c:pt idx="58599">
                  <c:v>29.29</c:v>
                </c:pt>
                <c:pt idx="58600">
                  <c:v>83.97</c:v>
                </c:pt>
                <c:pt idx="58601">
                  <c:v>23.48</c:v>
                </c:pt>
                <c:pt idx="58602">
                  <c:v>194.95</c:v>
                </c:pt>
                <c:pt idx="58603">
                  <c:v>126.47</c:v>
                </c:pt>
                <c:pt idx="58604">
                  <c:v>64.98</c:v>
                </c:pt>
                <c:pt idx="58605">
                  <c:v>48.58</c:v>
                </c:pt>
                <c:pt idx="58606">
                  <c:v>83.97</c:v>
                </c:pt>
                <c:pt idx="58607">
                  <c:v>131.97999999999999</c:v>
                </c:pt>
                <c:pt idx="58608">
                  <c:v>79.98</c:v>
                </c:pt>
                <c:pt idx="58609">
                  <c:v>79.98</c:v>
                </c:pt>
                <c:pt idx="58610">
                  <c:v>95.44</c:v>
                </c:pt>
                <c:pt idx="58611">
                  <c:v>16.489999999999998</c:v>
                </c:pt>
                <c:pt idx="58612">
                  <c:v>65.459999999999994</c:v>
                </c:pt>
                <c:pt idx="58613">
                  <c:v>55.98</c:v>
                </c:pt>
                <c:pt idx="58614">
                  <c:v>119.97</c:v>
                </c:pt>
                <c:pt idx="58615">
                  <c:v>104.93</c:v>
                </c:pt>
                <c:pt idx="58616">
                  <c:v>59.96</c:v>
                </c:pt>
                <c:pt idx="58617">
                  <c:v>39.479999999999997</c:v>
                </c:pt>
                <c:pt idx="58618">
                  <c:v>51.97</c:v>
                </c:pt>
                <c:pt idx="58619">
                  <c:v>130.6</c:v>
                </c:pt>
                <c:pt idx="58620">
                  <c:v>1.31</c:v>
                </c:pt>
                <c:pt idx="58621">
                  <c:v>75.959999999999994</c:v>
                </c:pt>
                <c:pt idx="58622">
                  <c:v>28.49</c:v>
                </c:pt>
                <c:pt idx="58623">
                  <c:v>13.49</c:v>
                </c:pt>
                <c:pt idx="58624">
                  <c:v>74.97</c:v>
                </c:pt>
                <c:pt idx="58625">
                  <c:v>51.98</c:v>
                </c:pt>
                <c:pt idx="58626">
                  <c:v>131.25</c:v>
                </c:pt>
                <c:pt idx="58627">
                  <c:v>110.96</c:v>
                </c:pt>
                <c:pt idx="58628">
                  <c:v>66.53</c:v>
                </c:pt>
                <c:pt idx="58629">
                  <c:v>53.58</c:v>
                </c:pt>
                <c:pt idx="58630">
                  <c:v>64.48</c:v>
                </c:pt>
                <c:pt idx="58631">
                  <c:v>35.479999999999997</c:v>
                </c:pt>
                <c:pt idx="58632">
                  <c:v>27.48</c:v>
                </c:pt>
                <c:pt idx="58633">
                  <c:v>159.69999999999999</c:v>
                </c:pt>
                <c:pt idx="58634">
                  <c:v>65.459999999999994</c:v>
                </c:pt>
                <c:pt idx="58635">
                  <c:v>13.49</c:v>
                </c:pt>
                <c:pt idx="58636">
                  <c:v>89.98</c:v>
                </c:pt>
                <c:pt idx="58637">
                  <c:v>47.98</c:v>
                </c:pt>
                <c:pt idx="58638">
                  <c:v>15.29</c:v>
                </c:pt>
                <c:pt idx="58639">
                  <c:v>28.49</c:v>
                </c:pt>
                <c:pt idx="58640">
                  <c:v>72.58</c:v>
                </c:pt>
                <c:pt idx="58641">
                  <c:v>74.95</c:v>
                </c:pt>
                <c:pt idx="58642">
                  <c:v>26.73</c:v>
                </c:pt>
                <c:pt idx="58643">
                  <c:v>59.96</c:v>
                </c:pt>
                <c:pt idx="58644">
                  <c:v>71.98</c:v>
                </c:pt>
                <c:pt idx="58645">
                  <c:v>55.98</c:v>
                </c:pt>
                <c:pt idx="58646">
                  <c:v>77.97</c:v>
                </c:pt>
                <c:pt idx="58647">
                  <c:v>377.42</c:v>
                </c:pt>
                <c:pt idx="58648">
                  <c:v>115.95</c:v>
                </c:pt>
                <c:pt idx="58649">
                  <c:v>87.96</c:v>
                </c:pt>
                <c:pt idx="58650">
                  <c:v>43.47</c:v>
                </c:pt>
                <c:pt idx="58651">
                  <c:v>72.58</c:v>
                </c:pt>
                <c:pt idx="58652">
                  <c:v>59.96</c:v>
                </c:pt>
                <c:pt idx="58653">
                  <c:v>163.46</c:v>
                </c:pt>
                <c:pt idx="58654">
                  <c:v>51.98</c:v>
                </c:pt>
                <c:pt idx="58655">
                  <c:v>55.98</c:v>
                </c:pt>
                <c:pt idx="58656">
                  <c:v>50.34</c:v>
                </c:pt>
                <c:pt idx="58657">
                  <c:v>181.93</c:v>
                </c:pt>
                <c:pt idx="58658">
                  <c:v>21.26</c:v>
                </c:pt>
                <c:pt idx="58659">
                  <c:v>178.17</c:v>
                </c:pt>
                <c:pt idx="58660">
                  <c:v>66.97</c:v>
                </c:pt>
                <c:pt idx="58661">
                  <c:v>81.91</c:v>
                </c:pt>
                <c:pt idx="58662">
                  <c:v>97.08</c:v>
                </c:pt>
                <c:pt idx="58663">
                  <c:v>46.49</c:v>
                </c:pt>
                <c:pt idx="58664">
                  <c:v>53.97</c:v>
                </c:pt>
                <c:pt idx="58665">
                  <c:v>65.989999999999995</c:v>
                </c:pt>
                <c:pt idx="58666">
                  <c:v>125.19</c:v>
                </c:pt>
                <c:pt idx="58667">
                  <c:v>69.98</c:v>
                </c:pt>
                <c:pt idx="58668">
                  <c:v>99.98</c:v>
                </c:pt>
                <c:pt idx="58669">
                  <c:v>30</c:v>
                </c:pt>
                <c:pt idx="58670">
                  <c:v>124.06</c:v>
                </c:pt>
                <c:pt idx="58671">
                  <c:v>63.98</c:v>
                </c:pt>
                <c:pt idx="58672">
                  <c:v>76.069999999999993</c:v>
                </c:pt>
                <c:pt idx="58673">
                  <c:v>66.98</c:v>
                </c:pt>
                <c:pt idx="58674">
                  <c:v>19.489999999999998</c:v>
                </c:pt>
                <c:pt idx="58675">
                  <c:v>54.99</c:v>
                </c:pt>
                <c:pt idx="58676">
                  <c:v>63.98</c:v>
                </c:pt>
                <c:pt idx="58677">
                  <c:v>123.95</c:v>
                </c:pt>
                <c:pt idx="58678">
                  <c:v>57.98</c:v>
                </c:pt>
                <c:pt idx="58679">
                  <c:v>90.71</c:v>
                </c:pt>
                <c:pt idx="58680">
                  <c:v>79.98</c:v>
                </c:pt>
                <c:pt idx="58681">
                  <c:v>28.49</c:v>
                </c:pt>
                <c:pt idx="58682">
                  <c:v>227.93</c:v>
                </c:pt>
                <c:pt idx="58683">
                  <c:v>89.98</c:v>
                </c:pt>
                <c:pt idx="58684">
                  <c:v>52.98</c:v>
                </c:pt>
                <c:pt idx="58685">
                  <c:v>125.08</c:v>
                </c:pt>
                <c:pt idx="58686">
                  <c:v>70.760000000000005</c:v>
                </c:pt>
                <c:pt idx="58687">
                  <c:v>65.989999999999995</c:v>
                </c:pt>
                <c:pt idx="58688">
                  <c:v>83.48</c:v>
                </c:pt>
                <c:pt idx="58689">
                  <c:v>137.88999999999999</c:v>
                </c:pt>
                <c:pt idx="58690">
                  <c:v>18.64</c:v>
                </c:pt>
                <c:pt idx="58691">
                  <c:v>114.91</c:v>
                </c:pt>
                <c:pt idx="58692">
                  <c:v>105.98</c:v>
                </c:pt>
                <c:pt idx="58693">
                  <c:v>64.98</c:v>
                </c:pt>
                <c:pt idx="58694">
                  <c:v>93.96</c:v>
                </c:pt>
                <c:pt idx="58695">
                  <c:v>59.99</c:v>
                </c:pt>
                <c:pt idx="58696">
                  <c:v>70.16</c:v>
                </c:pt>
                <c:pt idx="58697">
                  <c:v>59.94</c:v>
                </c:pt>
                <c:pt idx="58698">
                  <c:v>102.56</c:v>
                </c:pt>
                <c:pt idx="58699">
                  <c:v>26.48</c:v>
                </c:pt>
                <c:pt idx="58700">
                  <c:v>83.95</c:v>
                </c:pt>
                <c:pt idx="58701">
                  <c:v>56.48</c:v>
                </c:pt>
                <c:pt idx="58702">
                  <c:v>27.49</c:v>
                </c:pt>
                <c:pt idx="58703">
                  <c:v>57.98</c:v>
                </c:pt>
                <c:pt idx="58704">
                  <c:v>93.96</c:v>
                </c:pt>
                <c:pt idx="58705">
                  <c:v>57.98</c:v>
                </c:pt>
                <c:pt idx="58706">
                  <c:v>88.17</c:v>
                </c:pt>
                <c:pt idx="58707">
                  <c:v>239.14</c:v>
                </c:pt>
                <c:pt idx="58708">
                  <c:v>86.97</c:v>
                </c:pt>
                <c:pt idx="58709">
                  <c:v>124.97</c:v>
                </c:pt>
                <c:pt idx="58710">
                  <c:v>65.33</c:v>
                </c:pt>
                <c:pt idx="58711">
                  <c:v>16.29</c:v>
                </c:pt>
                <c:pt idx="58712">
                  <c:v>24.49</c:v>
                </c:pt>
                <c:pt idx="58713">
                  <c:v>94.98</c:v>
                </c:pt>
                <c:pt idx="58714">
                  <c:v>53.98</c:v>
                </c:pt>
                <c:pt idx="58715">
                  <c:v>47.48</c:v>
                </c:pt>
                <c:pt idx="58716">
                  <c:v>53.98</c:v>
                </c:pt>
                <c:pt idx="58717">
                  <c:v>99.98</c:v>
                </c:pt>
                <c:pt idx="58718">
                  <c:v>40.270000000000003</c:v>
                </c:pt>
                <c:pt idx="58719">
                  <c:v>85.97</c:v>
                </c:pt>
                <c:pt idx="58720">
                  <c:v>55.98</c:v>
                </c:pt>
                <c:pt idx="58721">
                  <c:v>159.69999999999999</c:v>
                </c:pt>
                <c:pt idx="58722">
                  <c:v>34.49</c:v>
                </c:pt>
                <c:pt idx="58723">
                  <c:v>59.98</c:v>
                </c:pt>
                <c:pt idx="58724">
                  <c:v>56.97</c:v>
                </c:pt>
                <c:pt idx="58725">
                  <c:v>26.48</c:v>
                </c:pt>
                <c:pt idx="58726">
                  <c:v>81.97</c:v>
                </c:pt>
                <c:pt idx="58727">
                  <c:v>53.98</c:v>
                </c:pt>
                <c:pt idx="58728">
                  <c:v>41.29</c:v>
                </c:pt>
                <c:pt idx="58729">
                  <c:v>41.49</c:v>
                </c:pt>
                <c:pt idx="58730">
                  <c:v>62.97</c:v>
                </c:pt>
                <c:pt idx="58731">
                  <c:v>-41.49</c:v>
                </c:pt>
                <c:pt idx="58732">
                  <c:v>97.96</c:v>
                </c:pt>
                <c:pt idx="58733">
                  <c:v>119.9</c:v>
                </c:pt>
                <c:pt idx="58734">
                  <c:v>83.48</c:v>
                </c:pt>
                <c:pt idx="58735">
                  <c:v>52.97</c:v>
                </c:pt>
                <c:pt idx="58736">
                  <c:v>94.97</c:v>
                </c:pt>
                <c:pt idx="58737">
                  <c:v>46.94</c:v>
                </c:pt>
                <c:pt idx="58738">
                  <c:v>131.97999999999999</c:v>
                </c:pt>
                <c:pt idx="58739">
                  <c:v>69.97</c:v>
                </c:pt>
                <c:pt idx="58740">
                  <c:v>59.98</c:v>
                </c:pt>
                <c:pt idx="58741">
                  <c:v>65.989999999999995</c:v>
                </c:pt>
                <c:pt idx="58742">
                  <c:v>60.97</c:v>
                </c:pt>
                <c:pt idx="58743">
                  <c:v>59.36</c:v>
                </c:pt>
                <c:pt idx="58744">
                  <c:v>49.48</c:v>
                </c:pt>
                <c:pt idx="58745">
                  <c:v>79.98</c:v>
                </c:pt>
                <c:pt idx="58746">
                  <c:v>56.97</c:v>
                </c:pt>
                <c:pt idx="58747">
                  <c:v>57.98</c:v>
                </c:pt>
                <c:pt idx="58748">
                  <c:v>55.98</c:v>
                </c:pt>
                <c:pt idx="58749">
                  <c:v>51.98</c:v>
                </c:pt>
                <c:pt idx="58750">
                  <c:v>79.98</c:v>
                </c:pt>
                <c:pt idx="58751">
                  <c:v>150.97</c:v>
                </c:pt>
                <c:pt idx="58752">
                  <c:v>94.71</c:v>
                </c:pt>
                <c:pt idx="58753">
                  <c:v>13.28</c:v>
                </c:pt>
                <c:pt idx="58754">
                  <c:v>99.99</c:v>
                </c:pt>
                <c:pt idx="58755">
                  <c:v>53.34</c:v>
                </c:pt>
                <c:pt idx="58756">
                  <c:v>19.29</c:v>
                </c:pt>
                <c:pt idx="58757">
                  <c:v>267.95</c:v>
                </c:pt>
                <c:pt idx="58758">
                  <c:v>51.38</c:v>
                </c:pt>
                <c:pt idx="58759">
                  <c:v>36.79</c:v>
                </c:pt>
                <c:pt idx="58760">
                  <c:v>70.14</c:v>
                </c:pt>
                <c:pt idx="58761">
                  <c:v>59.39</c:v>
                </c:pt>
                <c:pt idx="58762">
                  <c:v>76.34</c:v>
                </c:pt>
                <c:pt idx="58763">
                  <c:v>72.47</c:v>
                </c:pt>
                <c:pt idx="58764">
                  <c:v>59.97</c:v>
                </c:pt>
                <c:pt idx="58765">
                  <c:v>83.97</c:v>
                </c:pt>
                <c:pt idx="58766">
                  <c:v>128.94999999999999</c:v>
                </c:pt>
                <c:pt idx="58767">
                  <c:v>59.36</c:v>
                </c:pt>
                <c:pt idx="58768">
                  <c:v>84.98</c:v>
                </c:pt>
                <c:pt idx="58769">
                  <c:v>58.97</c:v>
                </c:pt>
                <c:pt idx="58770">
                  <c:v>79.89</c:v>
                </c:pt>
                <c:pt idx="58771">
                  <c:v>333.95</c:v>
                </c:pt>
                <c:pt idx="58772">
                  <c:v>55.98</c:v>
                </c:pt>
                <c:pt idx="58773">
                  <c:v>127.04</c:v>
                </c:pt>
                <c:pt idx="58774">
                  <c:v>65.989999999999995</c:v>
                </c:pt>
                <c:pt idx="58775">
                  <c:v>199.95</c:v>
                </c:pt>
                <c:pt idx="58776">
                  <c:v>126.06</c:v>
                </c:pt>
                <c:pt idx="58777">
                  <c:v>85.89</c:v>
                </c:pt>
                <c:pt idx="58778">
                  <c:v>59.98</c:v>
                </c:pt>
                <c:pt idx="58779">
                  <c:v>25.49</c:v>
                </c:pt>
                <c:pt idx="58780">
                  <c:v>38.229999999999997</c:v>
                </c:pt>
                <c:pt idx="58781">
                  <c:v>79.98</c:v>
                </c:pt>
                <c:pt idx="58782">
                  <c:v>57.98</c:v>
                </c:pt>
                <c:pt idx="58783">
                  <c:v>15.49</c:v>
                </c:pt>
                <c:pt idx="58784">
                  <c:v>45.49</c:v>
                </c:pt>
                <c:pt idx="58785">
                  <c:v>89.97</c:v>
                </c:pt>
                <c:pt idx="58786">
                  <c:v>80.97</c:v>
                </c:pt>
                <c:pt idx="58787">
                  <c:v>55.98</c:v>
                </c:pt>
                <c:pt idx="58788">
                  <c:v>131.97999999999999</c:v>
                </c:pt>
                <c:pt idx="58789">
                  <c:v>53.96</c:v>
                </c:pt>
                <c:pt idx="58790">
                  <c:v>50.38</c:v>
                </c:pt>
                <c:pt idx="58791">
                  <c:v>187.93</c:v>
                </c:pt>
                <c:pt idx="58792">
                  <c:v>131.97999999999999</c:v>
                </c:pt>
                <c:pt idx="58793">
                  <c:v>25.49</c:v>
                </c:pt>
                <c:pt idx="58794">
                  <c:v>48.89</c:v>
                </c:pt>
                <c:pt idx="58795">
                  <c:v>16.489999999999998</c:v>
                </c:pt>
                <c:pt idx="58796">
                  <c:v>127.48</c:v>
                </c:pt>
                <c:pt idx="58797">
                  <c:v>89.97</c:v>
                </c:pt>
                <c:pt idx="58798">
                  <c:v>26.29</c:v>
                </c:pt>
                <c:pt idx="58799">
                  <c:v>178.94</c:v>
                </c:pt>
                <c:pt idx="58800">
                  <c:v>130.44999999999999</c:v>
                </c:pt>
                <c:pt idx="58801">
                  <c:v>58.97</c:v>
                </c:pt>
                <c:pt idx="58802">
                  <c:v>53.98</c:v>
                </c:pt>
                <c:pt idx="58803">
                  <c:v>79.989999999999995</c:v>
                </c:pt>
                <c:pt idx="58804">
                  <c:v>55.98</c:v>
                </c:pt>
                <c:pt idx="58805">
                  <c:v>94.97</c:v>
                </c:pt>
                <c:pt idx="58806">
                  <c:v>62.97</c:v>
                </c:pt>
                <c:pt idx="58807">
                  <c:v>29.49</c:v>
                </c:pt>
                <c:pt idx="58808">
                  <c:v>65.989999999999995</c:v>
                </c:pt>
                <c:pt idx="58809">
                  <c:v>72.97</c:v>
                </c:pt>
                <c:pt idx="58810">
                  <c:v>28.49</c:v>
                </c:pt>
                <c:pt idx="58811">
                  <c:v>75.959999999999994</c:v>
                </c:pt>
                <c:pt idx="58812">
                  <c:v>63.95</c:v>
                </c:pt>
                <c:pt idx="58813">
                  <c:v>54.98</c:v>
                </c:pt>
                <c:pt idx="58814">
                  <c:v>60.99</c:v>
                </c:pt>
                <c:pt idx="58815">
                  <c:v>260.39999999999998</c:v>
                </c:pt>
                <c:pt idx="58816">
                  <c:v>54.99</c:v>
                </c:pt>
                <c:pt idx="58817">
                  <c:v>51.98</c:v>
                </c:pt>
                <c:pt idx="58818">
                  <c:v>68.959999999999994</c:v>
                </c:pt>
                <c:pt idx="58819">
                  <c:v>65.989999999999995</c:v>
                </c:pt>
                <c:pt idx="58820">
                  <c:v>63.96</c:v>
                </c:pt>
                <c:pt idx="58821">
                  <c:v>144.94999999999999</c:v>
                </c:pt>
                <c:pt idx="58822">
                  <c:v>147.22</c:v>
                </c:pt>
                <c:pt idx="58823">
                  <c:v>63.96</c:v>
                </c:pt>
                <c:pt idx="58824">
                  <c:v>99.99</c:v>
                </c:pt>
                <c:pt idx="58825">
                  <c:v>74.98</c:v>
                </c:pt>
                <c:pt idx="58826">
                  <c:v>134.97</c:v>
                </c:pt>
                <c:pt idx="58827">
                  <c:v>119.97</c:v>
                </c:pt>
                <c:pt idx="58828">
                  <c:v>103.96</c:v>
                </c:pt>
                <c:pt idx="58829">
                  <c:v>90.98</c:v>
                </c:pt>
                <c:pt idx="58830">
                  <c:v>93.96</c:v>
                </c:pt>
                <c:pt idx="58831">
                  <c:v>79.98</c:v>
                </c:pt>
                <c:pt idx="58832">
                  <c:v>84.45</c:v>
                </c:pt>
                <c:pt idx="58833">
                  <c:v>55.96</c:v>
                </c:pt>
                <c:pt idx="58834">
                  <c:v>53.98</c:v>
                </c:pt>
                <c:pt idx="58835">
                  <c:v>31.28</c:v>
                </c:pt>
                <c:pt idx="58836">
                  <c:v>149.94999999999999</c:v>
                </c:pt>
                <c:pt idx="58837">
                  <c:v>46.46</c:v>
                </c:pt>
                <c:pt idx="58838">
                  <c:v>73.52</c:v>
                </c:pt>
                <c:pt idx="58839">
                  <c:v>26.29</c:v>
                </c:pt>
                <c:pt idx="58840">
                  <c:v>24.48</c:v>
                </c:pt>
                <c:pt idx="58841">
                  <c:v>38.479999999999997</c:v>
                </c:pt>
                <c:pt idx="58842">
                  <c:v>30.78</c:v>
                </c:pt>
                <c:pt idx="58843">
                  <c:v>58.98</c:v>
                </c:pt>
                <c:pt idx="58844">
                  <c:v>46.49</c:v>
                </c:pt>
                <c:pt idx="58845">
                  <c:v>116.36</c:v>
                </c:pt>
                <c:pt idx="58846">
                  <c:v>121.98</c:v>
                </c:pt>
                <c:pt idx="58847">
                  <c:v>134.97</c:v>
                </c:pt>
                <c:pt idx="58848">
                  <c:v>50.96</c:v>
                </c:pt>
                <c:pt idx="58849">
                  <c:v>31.48</c:v>
                </c:pt>
                <c:pt idx="58850">
                  <c:v>124.95</c:v>
                </c:pt>
                <c:pt idx="58851">
                  <c:v>81.98</c:v>
                </c:pt>
                <c:pt idx="58852">
                  <c:v>64.62</c:v>
                </c:pt>
                <c:pt idx="58853">
                  <c:v>66.489999999999995</c:v>
                </c:pt>
                <c:pt idx="58854">
                  <c:v>51.28</c:v>
                </c:pt>
                <c:pt idx="58855">
                  <c:v>62.97</c:v>
                </c:pt>
                <c:pt idx="58856">
                  <c:v>197.97</c:v>
                </c:pt>
                <c:pt idx="58857">
                  <c:v>70.66</c:v>
                </c:pt>
                <c:pt idx="58858">
                  <c:v>12.59</c:v>
                </c:pt>
                <c:pt idx="58859">
                  <c:v>62.98</c:v>
                </c:pt>
                <c:pt idx="58860">
                  <c:v>79.98</c:v>
                </c:pt>
                <c:pt idx="58861">
                  <c:v>62.06</c:v>
                </c:pt>
                <c:pt idx="58862">
                  <c:v>46.29</c:v>
                </c:pt>
                <c:pt idx="58863">
                  <c:v>28.48</c:v>
                </c:pt>
                <c:pt idx="58864">
                  <c:v>126.98</c:v>
                </c:pt>
                <c:pt idx="58865">
                  <c:v>71.599999999999994</c:v>
                </c:pt>
                <c:pt idx="58866">
                  <c:v>51.49</c:v>
                </c:pt>
                <c:pt idx="58867">
                  <c:v>-46.29</c:v>
                </c:pt>
                <c:pt idx="58868">
                  <c:v>56.98</c:v>
                </c:pt>
                <c:pt idx="58869">
                  <c:v>46.49</c:v>
                </c:pt>
                <c:pt idx="58870">
                  <c:v>61.96</c:v>
                </c:pt>
                <c:pt idx="58871">
                  <c:v>83.48</c:v>
                </c:pt>
                <c:pt idx="58872">
                  <c:v>29.49</c:v>
                </c:pt>
                <c:pt idx="58873">
                  <c:v>51.98</c:v>
                </c:pt>
                <c:pt idx="58874">
                  <c:v>70.98</c:v>
                </c:pt>
                <c:pt idx="58875">
                  <c:v>39.47</c:v>
                </c:pt>
                <c:pt idx="58876">
                  <c:v>-30.78</c:v>
                </c:pt>
                <c:pt idx="58877">
                  <c:v>29.49</c:v>
                </c:pt>
                <c:pt idx="58878">
                  <c:v>30.48</c:v>
                </c:pt>
                <c:pt idx="58879">
                  <c:v>30</c:v>
                </c:pt>
                <c:pt idx="58880">
                  <c:v>59.98</c:v>
                </c:pt>
                <c:pt idx="58881">
                  <c:v>31.48</c:v>
                </c:pt>
                <c:pt idx="58882">
                  <c:v>74.98</c:v>
                </c:pt>
                <c:pt idx="58883">
                  <c:v>55.96</c:v>
                </c:pt>
                <c:pt idx="58884">
                  <c:v>58.98</c:v>
                </c:pt>
                <c:pt idx="58885">
                  <c:v>55.98</c:v>
                </c:pt>
                <c:pt idx="58886">
                  <c:v>108.88</c:v>
                </c:pt>
                <c:pt idx="58887">
                  <c:v>149.94999999999999</c:v>
                </c:pt>
                <c:pt idx="58888">
                  <c:v>175.19</c:v>
                </c:pt>
                <c:pt idx="58889">
                  <c:v>145.16</c:v>
                </c:pt>
                <c:pt idx="58890">
                  <c:v>105.98</c:v>
                </c:pt>
                <c:pt idx="58891">
                  <c:v>201.52</c:v>
                </c:pt>
                <c:pt idx="58892">
                  <c:v>131.97999999999999</c:v>
                </c:pt>
                <c:pt idx="58893">
                  <c:v>104.95</c:v>
                </c:pt>
                <c:pt idx="58894">
                  <c:v>107.96</c:v>
                </c:pt>
                <c:pt idx="58895">
                  <c:v>77.97</c:v>
                </c:pt>
                <c:pt idx="58896">
                  <c:v>115.96</c:v>
                </c:pt>
                <c:pt idx="58897">
                  <c:v>71.959999999999994</c:v>
                </c:pt>
                <c:pt idx="58898">
                  <c:v>66.98</c:v>
                </c:pt>
                <c:pt idx="58899">
                  <c:v>59.37</c:v>
                </c:pt>
                <c:pt idx="58900">
                  <c:v>66.53</c:v>
                </c:pt>
                <c:pt idx="58901">
                  <c:v>152.96</c:v>
                </c:pt>
                <c:pt idx="58902">
                  <c:v>105.23</c:v>
                </c:pt>
                <c:pt idx="58903">
                  <c:v>53.97</c:v>
                </c:pt>
                <c:pt idx="58904">
                  <c:v>57.97</c:v>
                </c:pt>
                <c:pt idx="58905">
                  <c:v>66.97</c:v>
                </c:pt>
                <c:pt idx="58906">
                  <c:v>240.93</c:v>
                </c:pt>
                <c:pt idx="58907">
                  <c:v>43.47</c:v>
                </c:pt>
                <c:pt idx="58908">
                  <c:v>103.96</c:v>
                </c:pt>
                <c:pt idx="58909">
                  <c:v>67.47</c:v>
                </c:pt>
                <c:pt idx="58910">
                  <c:v>203.31</c:v>
                </c:pt>
                <c:pt idx="58911">
                  <c:v>79.849999999999994</c:v>
                </c:pt>
                <c:pt idx="58912">
                  <c:v>68.98</c:v>
                </c:pt>
                <c:pt idx="58913">
                  <c:v>147.94999999999999</c:v>
                </c:pt>
                <c:pt idx="58914">
                  <c:v>24.49</c:v>
                </c:pt>
                <c:pt idx="58915">
                  <c:v>22.48</c:v>
                </c:pt>
                <c:pt idx="58916">
                  <c:v>33.479999999999997</c:v>
                </c:pt>
                <c:pt idx="58917">
                  <c:v>119.96</c:v>
                </c:pt>
                <c:pt idx="58918">
                  <c:v>53.97</c:v>
                </c:pt>
                <c:pt idx="58919">
                  <c:v>65.959999999999994</c:v>
                </c:pt>
                <c:pt idx="58920">
                  <c:v>35.29</c:v>
                </c:pt>
                <c:pt idx="58921">
                  <c:v>50.97</c:v>
                </c:pt>
                <c:pt idx="58922">
                  <c:v>79.98</c:v>
                </c:pt>
                <c:pt idx="58923">
                  <c:v>98.96</c:v>
                </c:pt>
                <c:pt idx="58924">
                  <c:v>57.98</c:v>
                </c:pt>
                <c:pt idx="58925">
                  <c:v>59.98</c:v>
                </c:pt>
                <c:pt idx="58926">
                  <c:v>104.46</c:v>
                </c:pt>
                <c:pt idx="58927">
                  <c:v>131.97999999999999</c:v>
                </c:pt>
                <c:pt idx="58928">
                  <c:v>57.98</c:v>
                </c:pt>
                <c:pt idx="58929">
                  <c:v>57.58</c:v>
                </c:pt>
                <c:pt idx="58930">
                  <c:v>35.49</c:v>
                </c:pt>
                <c:pt idx="58931">
                  <c:v>13.49</c:v>
                </c:pt>
                <c:pt idx="58932">
                  <c:v>59.98</c:v>
                </c:pt>
                <c:pt idx="58933">
                  <c:v>147.56</c:v>
                </c:pt>
                <c:pt idx="58934">
                  <c:v>339.88</c:v>
                </c:pt>
                <c:pt idx="58935">
                  <c:v>60.37</c:v>
                </c:pt>
                <c:pt idx="58936">
                  <c:v>95.97</c:v>
                </c:pt>
                <c:pt idx="58937">
                  <c:v>127.06</c:v>
                </c:pt>
                <c:pt idx="58938">
                  <c:v>65.97</c:v>
                </c:pt>
                <c:pt idx="58939">
                  <c:v>362.82</c:v>
                </c:pt>
                <c:pt idx="58940">
                  <c:v>201.93</c:v>
                </c:pt>
                <c:pt idx="58941">
                  <c:v>69.98</c:v>
                </c:pt>
                <c:pt idx="58942">
                  <c:v>59.47</c:v>
                </c:pt>
                <c:pt idx="58943">
                  <c:v>67.98</c:v>
                </c:pt>
                <c:pt idx="58944">
                  <c:v>55.98</c:v>
                </c:pt>
                <c:pt idx="58945">
                  <c:v>95.26</c:v>
                </c:pt>
                <c:pt idx="58946">
                  <c:v>122.96</c:v>
                </c:pt>
                <c:pt idx="58947">
                  <c:v>69.95</c:v>
                </c:pt>
                <c:pt idx="58948">
                  <c:v>121.98</c:v>
                </c:pt>
                <c:pt idx="58949">
                  <c:v>55.98</c:v>
                </c:pt>
                <c:pt idx="58950">
                  <c:v>51.96</c:v>
                </c:pt>
                <c:pt idx="58951">
                  <c:v>131.97999999999999</c:v>
                </c:pt>
                <c:pt idx="58952">
                  <c:v>27.48</c:v>
                </c:pt>
                <c:pt idx="58953">
                  <c:v>54.28</c:v>
                </c:pt>
                <c:pt idx="58954">
                  <c:v>55.96</c:v>
                </c:pt>
                <c:pt idx="58955">
                  <c:v>59.96</c:v>
                </c:pt>
                <c:pt idx="58956">
                  <c:v>89.97</c:v>
                </c:pt>
                <c:pt idx="58957">
                  <c:v>26.99</c:v>
                </c:pt>
                <c:pt idx="58958">
                  <c:v>131.97999999999999</c:v>
                </c:pt>
                <c:pt idx="58959">
                  <c:v>51.98</c:v>
                </c:pt>
                <c:pt idx="58960">
                  <c:v>88.57</c:v>
                </c:pt>
                <c:pt idx="58961">
                  <c:v>131.97999999999999</c:v>
                </c:pt>
                <c:pt idx="58962">
                  <c:v>40.49</c:v>
                </c:pt>
                <c:pt idx="58963">
                  <c:v>30.48</c:v>
                </c:pt>
                <c:pt idx="58964">
                  <c:v>60.99</c:v>
                </c:pt>
                <c:pt idx="58965">
                  <c:v>48.48</c:v>
                </c:pt>
                <c:pt idx="58966">
                  <c:v>73.97</c:v>
                </c:pt>
                <c:pt idx="58967">
                  <c:v>56.98</c:v>
                </c:pt>
                <c:pt idx="58968">
                  <c:v>61.28</c:v>
                </c:pt>
                <c:pt idx="58969">
                  <c:v>166.93</c:v>
                </c:pt>
                <c:pt idx="58970">
                  <c:v>55.98</c:v>
                </c:pt>
                <c:pt idx="58971">
                  <c:v>111.95</c:v>
                </c:pt>
                <c:pt idx="58972">
                  <c:v>45.26</c:v>
                </c:pt>
                <c:pt idx="58973">
                  <c:v>83.97</c:v>
                </c:pt>
                <c:pt idx="58974">
                  <c:v>65.989999999999995</c:v>
                </c:pt>
                <c:pt idx="58975">
                  <c:v>62.58</c:v>
                </c:pt>
                <c:pt idx="58976">
                  <c:v>53.31</c:v>
                </c:pt>
                <c:pt idx="58977">
                  <c:v>88.16</c:v>
                </c:pt>
                <c:pt idx="58978">
                  <c:v>83.48</c:v>
                </c:pt>
                <c:pt idx="58979">
                  <c:v>37.979999999999997</c:v>
                </c:pt>
                <c:pt idx="58980">
                  <c:v>38.479999999999997</c:v>
                </c:pt>
                <c:pt idx="58981">
                  <c:v>129.94999999999999</c:v>
                </c:pt>
                <c:pt idx="58982">
                  <c:v>105.98</c:v>
                </c:pt>
                <c:pt idx="58983">
                  <c:v>24.48</c:v>
                </c:pt>
                <c:pt idx="58984">
                  <c:v>16.29</c:v>
                </c:pt>
                <c:pt idx="58985">
                  <c:v>126.79</c:v>
                </c:pt>
                <c:pt idx="58986">
                  <c:v>51.98</c:v>
                </c:pt>
                <c:pt idx="58987">
                  <c:v>53.97</c:v>
                </c:pt>
                <c:pt idx="58988">
                  <c:v>54.98</c:v>
                </c:pt>
                <c:pt idx="58989">
                  <c:v>55.98</c:v>
                </c:pt>
                <c:pt idx="58990">
                  <c:v>72.97</c:v>
                </c:pt>
                <c:pt idx="58991">
                  <c:v>111.96</c:v>
                </c:pt>
                <c:pt idx="58992">
                  <c:v>11.38</c:v>
                </c:pt>
                <c:pt idx="58993">
                  <c:v>10.29</c:v>
                </c:pt>
                <c:pt idx="58994">
                  <c:v>55.78</c:v>
                </c:pt>
                <c:pt idx="58995">
                  <c:v>65.989999999999995</c:v>
                </c:pt>
                <c:pt idx="58996">
                  <c:v>63.96</c:v>
                </c:pt>
                <c:pt idx="58997">
                  <c:v>126.06</c:v>
                </c:pt>
                <c:pt idx="58998">
                  <c:v>131.97999999999999</c:v>
                </c:pt>
                <c:pt idx="58999">
                  <c:v>84.27</c:v>
                </c:pt>
                <c:pt idx="59000">
                  <c:v>65.989999999999995</c:v>
                </c:pt>
                <c:pt idx="59001">
                  <c:v>76.98</c:v>
                </c:pt>
                <c:pt idx="59002">
                  <c:v>87.92</c:v>
                </c:pt>
                <c:pt idx="59003">
                  <c:v>53.98</c:v>
                </c:pt>
                <c:pt idx="59004">
                  <c:v>152.53</c:v>
                </c:pt>
                <c:pt idx="59005">
                  <c:v>50.97</c:v>
                </c:pt>
                <c:pt idx="59006">
                  <c:v>178.66</c:v>
                </c:pt>
                <c:pt idx="59007">
                  <c:v>55.98</c:v>
                </c:pt>
                <c:pt idx="59008">
                  <c:v>74.959999999999994</c:v>
                </c:pt>
                <c:pt idx="59009">
                  <c:v>54.94</c:v>
                </c:pt>
                <c:pt idx="59010">
                  <c:v>89.99</c:v>
                </c:pt>
                <c:pt idx="59011">
                  <c:v>64.959999999999994</c:v>
                </c:pt>
                <c:pt idx="59012">
                  <c:v>28.49</c:v>
                </c:pt>
                <c:pt idx="59013">
                  <c:v>117.94</c:v>
                </c:pt>
                <c:pt idx="59014">
                  <c:v>88.23</c:v>
                </c:pt>
                <c:pt idx="59015">
                  <c:v>115.96</c:v>
                </c:pt>
                <c:pt idx="59016">
                  <c:v>50.98</c:v>
                </c:pt>
                <c:pt idx="59017">
                  <c:v>16.489999999999998</c:v>
                </c:pt>
                <c:pt idx="59018">
                  <c:v>94.97</c:v>
                </c:pt>
                <c:pt idx="59019">
                  <c:v>31.28</c:v>
                </c:pt>
                <c:pt idx="59020">
                  <c:v>68.48</c:v>
                </c:pt>
                <c:pt idx="59021">
                  <c:v>25.28</c:v>
                </c:pt>
                <c:pt idx="59022">
                  <c:v>99.99</c:v>
                </c:pt>
                <c:pt idx="59023">
                  <c:v>142.94999999999999</c:v>
                </c:pt>
                <c:pt idx="59024">
                  <c:v>22.27</c:v>
                </c:pt>
                <c:pt idx="59025">
                  <c:v>77.97</c:v>
                </c:pt>
                <c:pt idx="59026">
                  <c:v>154.96</c:v>
                </c:pt>
                <c:pt idx="59027">
                  <c:v>57.97</c:v>
                </c:pt>
                <c:pt idx="59028">
                  <c:v>120.98</c:v>
                </c:pt>
                <c:pt idx="59029">
                  <c:v>316.95</c:v>
                </c:pt>
                <c:pt idx="59030">
                  <c:v>29.28</c:v>
                </c:pt>
                <c:pt idx="59031">
                  <c:v>83.97</c:v>
                </c:pt>
                <c:pt idx="59032">
                  <c:v>49.47</c:v>
                </c:pt>
                <c:pt idx="59033">
                  <c:v>-45.26</c:v>
                </c:pt>
                <c:pt idx="59034">
                  <c:v>55.98</c:v>
                </c:pt>
                <c:pt idx="59035">
                  <c:v>154.13</c:v>
                </c:pt>
                <c:pt idx="59036">
                  <c:v>75.97</c:v>
                </c:pt>
                <c:pt idx="59037">
                  <c:v>25.28</c:v>
                </c:pt>
                <c:pt idx="59038">
                  <c:v>117.95</c:v>
                </c:pt>
                <c:pt idx="59039">
                  <c:v>89.98</c:v>
                </c:pt>
                <c:pt idx="59040">
                  <c:v>95.96</c:v>
                </c:pt>
                <c:pt idx="59041">
                  <c:v>99.96</c:v>
                </c:pt>
                <c:pt idx="59042">
                  <c:v>51.48</c:v>
                </c:pt>
                <c:pt idx="59043">
                  <c:v>21.49</c:v>
                </c:pt>
                <c:pt idx="59044">
                  <c:v>77.42</c:v>
                </c:pt>
                <c:pt idx="59045">
                  <c:v>21.49</c:v>
                </c:pt>
                <c:pt idx="59046">
                  <c:v>84.27</c:v>
                </c:pt>
                <c:pt idx="59047">
                  <c:v>161.97</c:v>
                </c:pt>
                <c:pt idx="59048">
                  <c:v>51.98</c:v>
                </c:pt>
                <c:pt idx="59049">
                  <c:v>48.48</c:v>
                </c:pt>
                <c:pt idx="59050">
                  <c:v>89.97</c:v>
                </c:pt>
                <c:pt idx="59051">
                  <c:v>56.97</c:v>
                </c:pt>
                <c:pt idx="59052">
                  <c:v>55.98</c:v>
                </c:pt>
                <c:pt idx="59053">
                  <c:v>83.97</c:v>
                </c:pt>
                <c:pt idx="59054">
                  <c:v>176.59</c:v>
                </c:pt>
                <c:pt idx="59055">
                  <c:v>40.49</c:v>
                </c:pt>
                <c:pt idx="59056">
                  <c:v>55.99</c:v>
                </c:pt>
                <c:pt idx="59057">
                  <c:v>83.45</c:v>
                </c:pt>
                <c:pt idx="59058">
                  <c:v>50.97</c:v>
                </c:pt>
                <c:pt idx="59059">
                  <c:v>99.9</c:v>
                </c:pt>
                <c:pt idx="59060">
                  <c:v>97.96</c:v>
                </c:pt>
                <c:pt idx="59061">
                  <c:v>79.98</c:v>
                </c:pt>
                <c:pt idx="59062">
                  <c:v>56.97</c:v>
                </c:pt>
                <c:pt idx="59063">
                  <c:v>19.489999999999998</c:v>
                </c:pt>
                <c:pt idx="59064">
                  <c:v>159.57</c:v>
                </c:pt>
                <c:pt idx="59065">
                  <c:v>70.66</c:v>
                </c:pt>
                <c:pt idx="59066">
                  <c:v>30.48</c:v>
                </c:pt>
                <c:pt idx="59067">
                  <c:v>55.98</c:v>
                </c:pt>
                <c:pt idx="59068">
                  <c:v>65.989999999999995</c:v>
                </c:pt>
                <c:pt idx="59069">
                  <c:v>53.99</c:v>
                </c:pt>
                <c:pt idx="59070">
                  <c:v>171.94</c:v>
                </c:pt>
                <c:pt idx="59071">
                  <c:v>71.97</c:v>
                </c:pt>
                <c:pt idx="59072">
                  <c:v>65.989999999999995</c:v>
                </c:pt>
                <c:pt idx="59073">
                  <c:v>53.98</c:v>
                </c:pt>
                <c:pt idx="59074">
                  <c:v>144.96</c:v>
                </c:pt>
                <c:pt idx="59075">
                  <c:v>19.489999999999998</c:v>
                </c:pt>
                <c:pt idx="59076">
                  <c:v>64.06</c:v>
                </c:pt>
                <c:pt idx="59077">
                  <c:v>44.04</c:v>
                </c:pt>
                <c:pt idx="59078">
                  <c:v>58.98</c:v>
                </c:pt>
                <c:pt idx="59079">
                  <c:v>84.66</c:v>
                </c:pt>
                <c:pt idx="59080">
                  <c:v>57.98</c:v>
                </c:pt>
                <c:pt idx="59081">
                  <c:v>89.98</c:v>
                </c:pt>
                <c:pt idx="59082">
                  <c:v>155.93</c:v>
                </c:pt>
                <c:pt idx="59083">
                  <c:v>59.95</c:v>
                </c:pt>
                <c:pt idx="59084">
                  <c:v>79.989999999999995</c:v>
                </c:pt>
                <c:pt idx="59085">
                  <c:v>53.97</c:v>
                </c:pt>
                <c:pt idx="59086">
                  <c:v>131.97999999999999</c:v>
                </c:pt>
                <c:pt idx="59087">
                  <c:v>76.69</c:v>
                </c:pt>
                <c:pt idx="59088">
                  <c:v>83.98</c:v>
                </c:pt>
                <c:pt idx="59089">
                  <c:v>100.98</c:v>
                </c:pt>
                <c:pt idx="59090">
                  <c:v>30.78</c:v>
                </c:pt>
                <c:pt idx="59091">
                  <c:v>34.36</c:v>
                </c:pt>
                <c:pt idx="59092">
                  <c:v>26.48</c:v>
                </c:pt>
                <c:pt idx="59093">
                  <c:v>121.97</c:v>
                </c:pt>
                <c:pt idx="59094">
                  <c:v>15.49</c:v>
                </c:pt>
                <c:pt idx="59095">
                  <c:v>103.96</c:v>
                </c:pt>
                <c:pt idx="59096">
                  <c:v>26.49</c:v>
                </c:pt>
                <c:pt idx="59097">
                  <c:v>79.98</c:v>
                </c:pt>
                <c:pt idx="59098">
                  <c:v>102.83</c:v>
                </c:pt>
                <c:pt idx="59099">
                  <c:v>37.619999999999997</c:v>
                </c:pt>
                <c:pt idx="59100">
                  <c:v>119.97</c:v>
                </c:pt>
                <c:pt idx="59101">
                  <c:v>152.53</c:v>
                </c:pt>
                <c:pt idx="59102">
                  <c:v>25.29</c:v>
                </c:pt>
                <c:pt idx="59103">
                  <c:v>65.989999999999995</c:v>
                </c:pt>
                <c:pt idx="59104">
                  <c:v>231.94</c:v>
                </c:pt>
                <c:pt idx="59105">
                  <c:v>95.97</c:v>
                </c:pt>
                <c:pt idx="59106">
                  <c:v>225.88</c:v>
                </c:pt>
                <c:pt idx="59107">
                  <c:v>147.94</c:v>
                </c:pt>
                <c:pt idx="59108">
                  <c:v>159.96</c:v>
                </c:pt>
                <c:pt idx="59109">
                  <c:v>104.95</c:v>
                </c:pt>
                <c:pt idx="59110">
                  <c:v>55.98</c:v>
                </c:pt>
                <c:pt idx="59111">
                  <c:v>21.29</c:v>
                </c:pt>
                <c:pt idx="59112">
                  <c:v>80.97</c:v>
                </c:pt>
                <c:pt idx="59113">
                  <c:v>104.95</c:v>
                </c:pt>
                <c:pt idx="59114">
                  <c:v>103.96</c:v>
                </c:pt>
                <c:pt idx="59115">
                  <c:v>28.49</c:v>
                </c:pt>
                <c:pt idx="59116">
                  <c:v>53.98</c:v>
                </c:pt>
                <c:pt idx="59117">
                  <c:v>59.98</c:v>
                </c:pt>
                <c:pt idx="59118">
                  <c:v>157.86000000000001</c:v>
                </c:pt>
                <c:pt idx="59119">
                  <c:v>43.48</c:v>
                </c:pt>
                <c:pt idx="59120">
                  <c:v>129.54</c:v>
                </c:pt>
                <c:pt idx="59121">
                  <c:v>69.98</c:v>
                </c:pt>
                <c:pt idx="59122">
                  <c:v>65.989999999999995</c:v>
                </c:pt>
                <c:pt idx="59123">
                  <c:v>64.59</c:v>
                </c:pt>
                <c:pt idx="59124">
                  <c:v>17.29</c:v>
                </c:pt>
                <c:pt idx="59125">
                  <c:v>95.56</c:v>
                </c:pt>
                <c:pt idx="59126">
                  <c:v>57.98</c:v>
                </c:pt>
                <c:pt idx="59127">
                  <c:v>150.97</c:v>
                </c:pt>
                <c:pt idx="59128">
                  <c:v>34.36</c:v>
                </c:pt>
                <c:pt idx="59129">
                  <c:v>57.98</c:v>
                </c:pt>
                <c:pt idx="59130">
                  <c:v>255.84</c:v>
                </c:pt>
                <c:pt idx="59131">
                  <c:v>88.57</c:v>
                </c:pt>
                <c:pt idx="59132">
                  <c:v>68.97</c:v>
                </c:pt>
                <c:pt idx="59133">
                  <c:v>49.12</c:v>
                </c:pt>
                <c:pt idx="59134">
                  <c:v>52.98</c:v>
                </c:pt>
                <c:pt idx="59135">
                  <c:v>21.49</c:v>
                </c:pt>
                <c:pt idx="59136">
                  <c:v>68.930000000000007</c:v>
                </c:pt>
                <c:pt idx="59137">
                  <c:v>119.95</c:v>
                </c:pt>
                <c:pt idx="59138">
                  <c:v>27.49</c:v>
                </c:pt>
                <c:pt idx="59139">
                  <c:v>60.98</c:v>
                </c:pt>
                <c:pt idx="59140">
                  <c:v>49.99</c:v>
                </c:pt>
                <c:pt idx="59141">
                  <c:v>111.96</c:v>
                </c:pt>
                <c:pt idx="59142">
                  <c:v>59.98</c:v>
                </c:pt>
                <c:pt idx="59143">
                  <c:v>203.2</c:v>
                </c:pt>
                <c:pt idx="59144">
                  <c:v>99.97</c:v>
                </c:pt>
                <c:pt idx="59145">
                  <c:v>104.46</c:v>
                </c:pt>
                <c:pt idx="59146">
                  <c:v>179.94</c:v>
                </c:pt>
                <c:pt idx="59147">
                  <c:v>89.97</c:v>
                </c:pt>
                <c:pt idx="59148">
                  <c:v>165.94</c:v>
                </c:pt>
                <c:pt idx="59149">
                  <c:v>53.97</c:v>
                </c:pt>
                <c:pt idx="59150">
                  <c:v>63.4</c:v>
                </c:pt>
                <c:pt idx="59151">
                  <c:v>53.96</c:v>
                </c:pt>
                <c:pt idx="59152">
                  <c:v>55.98</c:v>
                </c:pt>
                <c:pt idx="59153">
                  <c:v>132.56</c:v>
                </c:pt>
                <c:pt idx="59154">
                  <c:v>68.069999999999993</c:v>
                </c:pt>
                <c:pt idx="59155">
                  <c:v>55.97</c:v>
                </c:pt>
                <c:pt idx="59156">
                  <c:v>110.94</c:v>
                </c:pt>
                <c:pt idx="59157">
                  <c:v>30.98</c:v>
                </c:pt>
                <c:pt idx="59158">
                  <c:v>53.97</c:v>
                </c:pt>
                <c:pt idx="59159">
                  <c:v>51.98</c:v>
                </c:pt>
                <c:pt idx="59160">
                  <c:v>79.98</c:v>
                </c:pt>
                <c:pt idx="59161">
                  <c:v>89.97</c:v>
                </c:pt>
                <c:pt idx="59162">
                  <c:v>59.98</c:v>
                </c:pt>
                <c:pt idx="59163">
                  <c:v>99.99</c:v>
                </c:pt>
                <c:pt idx="59164">
                  <c:v>62.93</c:v>
                </c:pt>
                <c:pt idx="59165">
                  <c:v>80.97</c:v>
                </c:pt>
                <c:pt idx="59166">
                  <c:v>85.98</c:v>
                </c:pt>
                <c:pt idx="59167">
                  <c:v>59.96</c:v>
                </c:pt>
                <c:pt idx="59168">
                  <c:v>13.93</c:v>
                </c:pt>
                <c:pt idx="59169">
                  <c:v>23.79</c:v>
                </c:pt>
                <c:pt idx="59170">
                  <c:v>59.96</c:v>
                </c:pt>
                <c:pt idx="59171">
                  <c:v>78.47</c:v>
                </c:pt>
                <c:pt idx="59172">
                  <c:v>55.98</c:v>
                </c:pt>
                <c:pt idx="59173">
                  <c:v>131.97999999999999</c:v>
                </c:pt>
                <c:pt idx="59174">
                  <c:v>52.48</c:v>
                </c:pt>
                <c:pt idx="59175">
                  <c:v>54.99</c:v>
                </c:pt>
                <c:pt idx="59176">
                  <c:v>79.989999999999995</c:v>
                </c:pt>
                <c:pt idx="59177">
                  <c:v>150.97</c:v>
                </c:pt>
                <c:pt idx="59178">
                  <c:v>81.05</c:v>
                </c:pt>
                <c:pt idx="59179">
                  <c:v>65.989999999999995</c:v>
                </c:pt>
                <c:pt idx="59180">
                  <c:v>21.49</c:v>
                </c:pt>
                <c:pt idx="59181">
                  <c:v>164.96</c:v>
                </c:pt>
                <c:pt idx="59182">
                  <c:v>17.91</c:v>
                </c:pt>
                <c:pt idx="59183">
                  <c:v>65.989999999999995</c:v>
                </c:pt>
                <c:pt idx="59184">
                  <c:v>101.6</c:v>
                </c:pt>
                <c:pt idx="59185">
                  <c:v>69.98</c:v>
                </c:pt>
                <c:pt idx="59186">
                  <c:v>67.97</c:v>
                </c:pt>
                <c:pt idx="59187">
                  <c:v>20.49</c:v>
                </c:pt>
                <c:pt idx="59188">
                  <c:v>91.95</c:v>
                </c:pt>
                <c:pt idx="59189">
                  <c:v>129.94999999999999</c:v>
                </c:pt>
                <c:pt idx="59190">
                  <c:v>59.96</c:v>
                </c:pt>
                <c:pt idx="59191">
                  <c:v>49.98</c:v>
                </c:pt>
                <c:pt idx="59192">
                  <c:v>77.97</c:v>
                </c:pt>
                <c:pt idx="59193">
                  <c:v>-56.97</c:v>
                </c:pt>
                <c:pt idx="59194">
                  <c:v>25.98</c:v>
                </c:pt>
                <c:pt idx="59195">
                  <c:v>55.98</c:v>
                </c:pt>
                <c:pt idx="59196">
                  <c:v>167.45</c:v>
                </c:pt>
                <c:pt idx="59197">
                  <c:v>77.97</c:v>
                </c:pt>
                <c:pt idx="59198">
                  <c:v>108.48</c:v>
                </c:pt>
                <c:pt idx="59199">
                  <c:v>109.96</c:v>
                </c:pt>
                <c:pt idx="59200">
                  <c:v>65.989999999999995</c:v>
                </c:pt>
                <c:pt idx="59201">
                  <c:v>448.91</c:v>
                </c:pt>
                <c:pt idx="59202">
                  <c:v>235.79</c:v>
                </c:pt>
                <c:pt idx="59203">
                  <c:v>57.98</c:v>
                </c:pt>
                <c:pt idx="59204">
                  <c:v>54.99</c:v>
                </c:pt>
                <c:pt idx="59205">
                  <c:v>97.08</c:v>
                </c:pt>
                <c:pt idx="59206">
                  <c:v>113.95</c:v>
                </c:pt>
                <c:pt idx="59207">
                  <c:v>131.97999999999999</c:v>
                </c:pt>
                <c:pt idx="59208">
                  <c:v>83.98</c:v>
                </c:pt>
                <c:pt idx="59209">
                  <c:v>27.03</c:v>
                </c:pt>
                <c:pt idx="59210">
                  <c:v>49.98</c:v>
                </c:pt>
                <c:pt idx="59211">
                  <c:v>41.29</c:v>
                </c:pt>
                <c:pt idx="59212">
                  <c:v>54.98</c:v>
                </c:pt>
                <c:pt idx="59213">
                  <c:v>57.98</c:v>
                </c:pt>
                <c:pt idx="59214">
                  <c:v>130.66</c:v>
                </c:pt>
                <c:pt idx="59215">
                  <c:v>77.97</c:v>
                </c:pt>
                <c:pt idx="59216">
                  <c:v>61.43</c:v>
                </c:pt>
                <c:pt idx="59217">
                  <c:v>7.96</c:v>
                </c:pt>
                <c:pt idx="59218">
                  <c:v>79.98</c:v>
                </c:pt>
                <c:pt idx="59219">
                  <c:v>65.989999999999995</c:v>
                </c:pt>
                <c:pt idx="59220">
                  <c:v>59.97</c:v>
                </c:pt>
                <c:pt idx="59221">
                  <c:v>30.49</c:v>
                </c:pt>
                <c:pt idx="59222">
                  <c:v>88.96</c:v>
                </c:pt>
                <c:pt idx="59223">
                  <c:v>55.98</c:v>
                </c:pt>
                <c:pt idx="59224">
                  <c:v>121.97</c:v>
                </c:pt>
                <c:pt idx="59225">
                  <c:v>53.98</c:v>
                </c:pt>
                <c:pt idx="59226">
                  <c:v>79.98</c:v>
                </c:pt>
                <c:pt idx="59227">
                  <c:v>107.96</c:v>
                </c:pt>
                <c:pt idx="59228">
                  <c:v>63.98</c:v>
                </c:pt>
                <c:pt idx="59229">
                  <c:v>254.89</c:v>
                </c:pt>
                <c:pt idx="59230">
                  <c:v>64.98</c:v>
                </c:pt>
                <c:pt idx="59231">
                  <c:v>51.98</c:v>
                </c:pt>
                <c:pt idx="59232">
                  <c:v>89.98</c:v>
                </c:pt>
                <c:pt idx="59233">
                  <c:v>65.319999999999993</c:v>
                </c:pt>
                <c:pt idx="59234">
                  <c:v>63.35</c:v>
                </c:pt>
                <c:pt idx="59235">
                  <c:v>86.96</c:v>
                </c:pt>
                <c:pt idx="59236">
                  <c:v>104.36</c:v>
                </c:pt>
                <c:pt idx="59237">
                  <c:v>84.68</c:v>
                </c:pt>
                <c:pt idx="59238">
                  <c:v>49.98</c:v>
                </c:pt>
                <c:pt idx="59239">
                  <c:v>60.97</c:v>
                </c:pt>
                <c:pt idx="59240">
                  <c:v>77.97</c:v>
                </c:pt>
                <c:pt idx="59241">
                  <c:v>79.98</c:v>
                </c:pt>
                <c:pt idx="59242">
                  <c:v>103.79</c:v>
                </c:pt>
                <c:pt idx="59243">
                  <c:v>65.989999999999995</c:v>
                </c:pt>
                <c:pt idx="59244">
                  <c:v>79.98</c:v>
                </c:pt>
                <c:pt idx="59245">
                  <c:v>79.98</c:v>
                </c:pt>
                <c:pt idx="59246">
                  <c:v>80.97</c:v>
                </c:pt>
                <c:pt idx="59247">
                  <c:v>75.959999999999994</c:v>
                </c:pt>
                <c:pt idx="59248">
                  <c:v>51.98</c:v>
                </c:pt>
                <c:pt idx="59249">
                  <c:v>35.49</c:v>
                </c:pt>
                <c:pt idx="59250">
                  <c:v>200.12</c:v>
                </c:pt>
                <c:pt idx="59251">
                  <c:v>209.94</c:v>
                </c:pt>
                <c:pt idx="59252">
                  <c:v>30.49</c:v>
                </c:pt>
                <c:pt idx="59253">
                  <c:v>71.98</c:v>
                </c:pt>
                <c:pt idx="59254">
                  <c:v>103.96</c:v>
                </c:pt>
                <c:pt idx="59255">
                  <c:v>63.98</c:v>
                </c:pt>
                <c:pt idx="59256">
                  <c:v>55.98</c:v>
                </c:pt>
                <c:pt idx="59257">
                  <c:v>79.98</c:v>
                </c:pt>
                <c:pt idx="59258">
                  <c:v>16.29</c:v>
                </c:pt>
                <c:pt idx="59259">
                  <c:v>78.27</c:v>
                </c:pt>
                <c:pt idx="59260">
                  <c:v>65.989999999999995</c:v>
                </c:pt>
                <c:pt idx="59261">
                  <c:v>249.19</c:v>
                </c:pt>
                <c:pt idx="59262">
                  <c:v>72.53</c:v>
                </c:pt>
                <c:pt idx="59263">
                  <c:v>16.29</c:v>
                </c:pt>
                <c:pt idx="59264">
                  <c:v>11.49</c:v>
                </c:pt>
                <c:pt idx="59265">
                  <c:v>57.98</c:v>
                </c:pt>
                <c:pt idx="59266">
                  <c:v>119.97</c:v>
                </c:pt>
                <c:pt idx="59267">
                  <c:v>71.97</c:v>
                </c:pt>
                <c:pt idx="59268">
                  <c:v>53.97</c:v>
                </c:pt>
                <c:pt idx="59269">
                  <c:v>143.91999999999999</c:v>
                </c:pt>
                <c:pt idx="59270">
                  <c:v>21.5</c:v>
                </c:pt>
                <c:pt idx="59271">
                  <c:v>87.08</c:v>
                </c:pt>
                <c:pt idx="59272">
                  <c:v>163.30000000000001</c:v>
                </c:pt>
                <c:pt idx="59273">
                  <c:v>16.14</c:v>
                </c:pt>
                <c:pt idx="59274">
                  <c:v>99.98</c:v>
                </c:pt>
                <c:pt idx="59275">
                  <c:v>63.98</c:v>
                </c:pt>
                <c:pt idx="59276">
                  <c:v>145.72999999999999</c:v>
                </c:pt>
                <c:pt idx="59277">
                  <c:v>28.49</c:v>
                </c:pt>
                <c:pt idx="59278">
                  <c:v>53.98</c:v>
                </c:pt>
                <c:pt idx="59279">
                  <c:v>175.95</c:v>
                </c:pt>
                <c:pt idx="59280">
                  <c:v>59.98</c:v>
                </c:pt>
                <c:pt idx="59281">
                  <c:v>81.05</c:v>
                </c:pt>
                <c:pt idx="59282">
                  <c:v>60.98</c:v>
                </c:pt>
                <c:pt idx="59283">
                  <c:v>8.9600000000000009</c:v>
                </c:pt>
                <c:pt idx="59284">
                  <c:v>53.97</c:v>
                </c:pt>
                <c:pt idx="59285">
                  <c:v>111.96</c:v>
                </c:pt>
                <c:pt idx="59286">
                  <c:v>55.98</c:v>
                </c:pt>
                <c:pt idx="59287">
                  <c:v>59.98</c:v>
                </c:pt>
                <c:pt idx="59288">
                  <c:v>103.96</c:v>
                </c:pt>
                <c:pt idx="59289">
                  <c:v>119.97</c:v>
                </c:pt>
                <c:pt idx="59290">
                  <c:v>41.94</c:v>
                </c:pt>
                <c:pt idx="59291">
                  <c:v>66.97</c:v>
                </c:pt>
                <c:pt idx="59292">
                  <c:v>39.200000000000003</c:v>
                </c:pt>
                <c:pt idx="59293">
                  <c:v>25.68</c:v>
                </c:pt>
                <c:pt idx="59294">
                  <c:v>63.96</c:v>
                </c:pt>
                <c:pt idx="59295">
                  <c:v>122.19</c:v>
                </c:pt>
                <c:pt idx="59296">
                  <c:v>55.98</c:v>
                </c:pt>
                <c:pt idx="59297">
                  <c:v>53.98</c:v>
                </c:pt>
                <c:pt idx="59298">
                  <c:v>54.98</c:v>
                </c:pt>
                <c:pt idx="59299">
                  <c:v>91.71</c:v>
                </c:pt>
                <c:pt idx="59300">
                  <c:v>111.96</c:v>
                </c:pt>
                <c:pt idx="59301">
                  <c:v>62.03</c:v>
                </c:pt>
                <c:pt idx="59302">
                  <c:v>136.97</c:v>
                </c:pt>
                <c:pt idx="59303">
                  <c:v>55.98</c:v>
                </c:pt>
                <c:pt idx="59304">
                  <c:v>201.42</c:v>
                </c:pt>
                <c:pt idx="59305">
                  <c:v>53.93</c:v>
                </c:pt>
                <c:pt idx="59306">
                  <c:v>150.94999999999999</c:v>
                </c:pt>
                <c:pt idx="59307">
                  <c:v>65.989999999999995</c:v>
                </c:pt>
                <c:pt idx="59308">
                  <c:v>56.41</c:v>
                </c:pt>
                <c:pt idx="59309">
                  <c:v>59.97</c:v>
                </c:pt>
                <c:pt idx="59310">
                  <c:v>34.479999999999997</c:v>
                </c:pt>
                <c:pt idx="59311">
                  <c:v>59.97</c:v>
                </c:pt>
                <c:pt idx="59312">
                  <c:v>50.97</c:v>
                </c:pt>
                <c:pt idx="59313">
                  <c:v>99.96</c:v>
                </c:pt>
                <c:pt idx="59314">
                  <c:v>185.96</c:v>
                </c:pt>
                <c:pt idx="59315">
                  <c:v>82.24</c:v>
                </c:pt>
                <c:pt idx="59316">
                  <c:v>18.489999999999998</c:v>
                </c:pt>
                <c:pt idx="59317">
                  <c:v>57.98</c:v>
                </c:pt>
                <c:pt idx="59318">
                  <c:v>100.97</c:v>
                </c:pt>
                <c:pt idx="59319">
                  <c:v>110.96</c:v>
                </c:pt>
                <c:pt idx="59320">
                  <c:v>113.96</c:v>
                </c:pt>
                <c:pt idx="59321">
                  <c:v>50.97</c:v>
                </c:pt>
                <c:pt idx="59322">
                  <c:v>53.46</c:v>
                </c:pt>
                <c:pt idx="59323">
                  <c:v>59.96</c:v>
                </c:pt>
                <c:pt idx="59324">
                  <c:v>55.98</c:v>
                </c:pt>
                <c:pt idx="59325">
                  <c:v>100.98</c:v>
                </c:pt>
                <c:pt idx="59326">
                  <c:v>61.96</c:v>
                </c:pt>
                <c:pt idx="59327">
                  <c:v>103.97</c:v>
                </c:pt>
                <c:pt idx="59328">
                  <c:v>57.98</c:v>
                </c:pt>
                <c:pt idx="59329">
                  <c:v>89.98</c:v>
                </c:pt>
                <c:pt idx="59330">
                  <c:v>51.98</c:v>
                </c:pt>
                <c:pt idx="59331">
                  <c:v>119.74</c:v>
                </c:pt>
                <c:pt idx="59332">
                  <c:v>80.48</c:v>
                </c:pt>
                <c:pt idx="59333">
                  <c:v>28.29</c:v>
                </c:pt>
                <c:pt idx="59334">
                  <c:v>63.98</c:v>
                </c:pt>
                <c:pt idx="59335">
                  <c:v>86.97</c:v>
                </c:pt>
                <c:pt idx="59336">
                  <c:v>75.58</c:v>
                </c:pt>
                <c:pt idx="59337">
                  <c:v>57.98</c:v>
                </c:pt>
                <c:pt idx="59338">
                  <c:v>65.989999999999995</c:v>
                </c:pt>
                <c:pt idx="59339">
                  <c:v>58.96</c:v>
                </c:pt>
                <c:pt idx="59340">
                  <c:v>73.97</c:v>
                </c:pt>
                <c:pt idx="59341">
                  <c:v>76.58</c:v>
                </c:pt>
                <c:pt idx="59342">
                  <c:v>108.88</c:v>
                </c:pt>
                <c:pt idx="59343">
                  <c:v>190.44</c:v>
                </c:pt>
                <c:pt idx="59344">
                  <c:v>79.98</c:v>
                </c:pt>
                <c:pt idx="59345">
                  <c:v>99.96</c:v>
                </c:pt>
                <c:pt idx="59346">
                  <c:v>109.95</c:v>
                </c:pt>
                <c:pt idx="59347">
                  <c:v>56.97</c:v>
                </c:pt>
                <c:pt idx="59348">
                  <c:v>54.48</c:v>
                </c:pt>
                <c:pt idx="59349">
                  <c:v>66.540000000000006</c:v>
                </c:pt>
                <c:pt idx="59350">
                  <c:v>96.78</c:v>
                </c:pt>
                <c:pt idx="59351">
                  <c:v>62.97</c:v>
                </c:pt>
                <c:pt idx="59352">
                  <c:v>289.39</c:v>
                </c:pt>
                <c:pt idx="59353">
                  <c:v>55.98</c:v>
                </c:pt>
                <c:pt idx="59354">
                  <c:v>84.95</c:v>
                </c:pt>
                <c:pt idx="59355">
                  <c:v>20.29</c:v>
                </c:pt>
                <c:pt idx="59356">
                  <c:v>56.98</c:v>
                </c:pt>
                <c:pt idx="59357">
                  <c:v>37.29</c:v>
                </c:pt>
                <c:pt idx="59358">
                  <c:v>59.98</c:v>
                </c:pt>
                <c:pt idx="59359">
                  <c:v>16.29</c:v>
                </c:pt>
                <c:pt idx="59360">
                  <c:v>15.49</c:v>
                </c:pt>
                <c:pt idx="59361">
                  <c:v>51.28</c:v>
                </c:pt>
                <c:pt idx="59362">
                  <c:v>199.96</c:v>
                </c:pt>
                <c:pt idx="59363">
                  <c:v>84.97</c:v>
                </c:pt>
                <c:pt idx="59364">
                  <c:v>131.97999999999999</c:v>
                </c:pt>
                <c:pt idx="59365">
                  <c:v>65.989999999999995</c:v>
                </c:pt>
                <c:pt idx="59366">
                  <c:v>110.58</c:v>
                </c:pt>
                <c:pt idx="59367">
                  <c:v>-58.03</c:v>
                </c:pt>
                <c:pt idx="59368">
                  <c:v>41.29</c:v>
                </c:pt>
                <c:pt idx="59369">
                  <c:v>49.99</c:v>
                </c:pt>
                <c:pt idx="59370">
                  <c:v>55.98</c:v>
                </c:pt>
                <c:pt idx="59371">
                  <c:v>30.29</c:v>
                </c:pt>
                <c:pt idx="59372">
                  <c:v>29.99</c:v>
                </c:pt>
                <c:pt idx="59373">
                  <c:v>57.98</c:v>
                </c:pt>
                <c:pt idx="59374">
                  <c:v>71.97</c:v>
                </c:pt>
                <c:pt idx="59375">
                  <c:v>59.98</c:v>
                </c:pt>
                <c:pt idx="59376">
                  <c:v>7.49</c:v>
                </c:pt>
                <c:pt idx="59377">
                  <c:v>94.95</c:v>
                </c:pt>
                <c:pt idx="59378">
                  <c:v>26.29</c:v>
                </c:pt>
                <c:pt idx="59379">
                  <c:v>64.48</c:v>
                </c:pt>
                <c:pt idx="59380">
                  <c:v>217.78</c:v>
                </c:pt>
                <c:pt idx="59381">
                  <c:v>65.989999999999995</c:v>
                </c:pt>
                <c:pt idx="59382">
                  <c:v>54.98</c:v>
                </c:pt>
                <c:pt idx="59383">
                  <c:v>29.49</c:v>
                </c:pt>
                <c:pt idx="59384">
                  <c:v>63.96</c:v>
                </c:pt>
                <c:pt idx="59385">
                  <c:v>83.45</c:v>
                </c:pt>
                <c:pt idx="59386">
                  <c:v>41.48</c:v>
                </c:pt>
                <c:pt idx="59387">
                  <c:v>105.23</c:v>
                </c:pt>
                <c:pt idx="59388">
                  <c:v>49.43</c:v>
                </c:pt>
                <c:pt idx="59389">
                  <c:v>163.96</c:v>
                </c:pt>
                <c:pt idx="59390">
                  <c:v>57.98</c:v>
                </c:pt>
                <c:pt idx="59391">
                  <c:v>54.98</c:v>
                </c:pt>
                <c:pt idx="59392">
                  <c:v>130.63</c:v>
                </c:pt>
                <c:pt idx="59393">
                  <c:v>59.99</c:v>
                </c:pt>
                <c:pt idx="59394">
                  <c:v>61.96</c:v>
                </c:pt>
                <c:pt idx="59395">
                  <c:v>127.33</c:v>
                </c:pt>
                <c:pt idx="59396">
                  <c:v>172.29</c:v>
                </c:pt>
                <c:pt idx="59397">
                  <c:v>79.97</c:v>
                </c:pt>
                <c:pt idx="59398">
                  <c:v>59.98</c:v>
                </c:pt>
                <c:pt idx="59399">
                  <c:v>55.98</c:v>
                </c:pt>
                <c:pt idx="59400">
                  <c:v>59.98</c:v>
                </c:pt>
                <c:pt idx="59401">
                  <c:v>24.69</c:v>
                </c:pt>
                <c:pt idx="59402">
                  <c:v>375.04</c:v>
                </c:pt>
                <c:pt idx="59403">
                  <c:v>91.92</c:v>
                </c:pt>
                <c:pt idx="59404">
                  <c:v>45.49</c:v>
                </c:pt>
                <c:pt idx="59405">
                  <c:v>48.89</c:v>
                </c:pt>
                <c:pt idx="59406">
                  <c:v>50.97</c:v>
                </c:pt>
                <c:pt idx="59407">
                  <c:v>95.96</c:v>
                </c:pt>
                <c:pt idx="59408">
                  <c:v>99.93</c:v>
                </c:pt>
                <c:pt idx="59409">
                  <c:v>58.98</c:v>
                </c:pt>
                <c:pt idx="59410">
                  <c:v>130.94999999999999</c:v>
                </c:pt>
                <c:pt idx="59411">
                  <c:v>53.98</c:v>
                </c:pt>
                <c:pt idx="59412">
                  <c:v>65.97</c:v>
                </c:pt>
                <c:pt idx="59413">
                  <c:v>45.25</c:v>
                </c:pt>
                <c:pt idx="59414">
                  <c:v>129.94999999999999</c:v>
                </c:pt>
                <c:pt idx="59415">
                  <c:v>55.98</c:v>
                </c:pt>
                <c:pt idx="59416">
                  <c:v>59.96</c:v>
                </c:pt>
                <c:pt idx="59417">
                  <c:v>65.989999999999995</c:v>
                </c:pt>
                <c:pt idx="59418">
                  <c:v>261.91000000000003</c:v>
                </c:pt>
                <c:pt idx="59419">
                  <c:v>40.479999999999997</c:v>
                </c:pt>
                <c:pt idx="59420">
                  <c:v>79.8</c:v>
                </c:pt>
                <c:pt idx="59421">
                  <c:v>103.96</c:v>
                </c:pt>
                <c:pt idx="59422">
                  <c:v>59.97</c:v>
                </c:pt>
                <c:pt idx="59423">
                  <c:v>40.630000000000003</c:v>
                </c:pt>
                <c:pt idx="59424">
                  <c:v>68.819999999999993</c:v>
                </c:pt>
                <c:pt idx="59425">
                  <c:v>83.48</c:v>
                </c:pt>
                <c:pt idx="59426">
                  <c:v>81.97</c:v>
                </c:pt>
                <c:pt idx="59427">
                  <c:v>45.49</c:v>
                </c:pt>
                <c:pt idx="59428">
                  <c:v>83.97</c:v>
                </c:pt>
                <c:pt idx="59429">
                  <c:v>119.74</c:v>
                </c:pt>
                <c:pt idx="59430">
                  <c:v>56.97</c:v>
                </c:pt>
                <c:pt idx="59431">
                  <c:v>119.97</c:v>
                </c:pt>
                <c:pt idx="59432">
                  <c:v>77.39</c:v>
                </c:pt>
                <c:pt idx="59433">
                  <c:v>222.9</c:v>
                </c:pt>
                <c:pt idx="59434">
                  <c:v>105.96</c:v>
                </c:pt>
                <c:pt idx="59435">
                  <c:v>197.97</c:v>
                </c:pt>
                <c:pt idx="59436">
                  <c:v>115.96</c:v>
                </c:pt>
                <c:pt idx="59437">
                  <c:v>84.97</c:v>
                </c:pt>
                <c:pt idx="59438">
                  <c:v>85.96</c:v>
                </c:pt>
                <c:pt idx="59439">
                  <c:v>80.97</c:v>
                </c:pt>
                <c:pt idx="59440">
                  <c:v>59.96</c:v>
                </c:pt>
                <c:pt idx="59441">
                  <c:v>183.88</c:v>
                </c:pt>
                <c:pt idx="59442">
                  <c:v>90.73</c:v>
                </c:pt>
                <c:pt idx="59443">
                  <c:v>30.94</c:v>
                </c:pt>
                <c:pt idx="59444">
                  <c:v>46.49</c:v>
                </c:pt>
                <c:pt idx="59445">
                  <c:v>47.98</c:v>
                </c:pt>
                <c:pt idx="59446">
                  <c:v>124.26</c:v>
                </c:pt>
                <c:pt idx="59447">
                  <c:v>31.28</c:v>
                </c:pt>
                <c:pt idx="59448">
                  <c:v>84.97</c:v>
                </c:pt>
                <c:pt idx="59449">
                  <c:v>94.95</c:v>
                </c:pt>
                <c:pt idx="59450">
                  <c:v>70.14</c:v>
                </c:pt>
                <c:pt idx="59451">
                  <c:v>86.97</c:v>
                </c:pt>
                <c:pt idx="59452">
                  <c:v>53.97</c:v>
                </c:pt>
                <c:pt idx="59453">
                  <c:v>73.48</c:v>
                </c:pt>
                <c:pt idx="59454">
                  <c:v>75.98</c:v>
                </c:pt>
                <c:pt idx="59455">
                  <c:v>67.489999999999995</c:v>
                </c:pt>
                <c:pt idx="59456">
                  <c:v>71.069999999999993</c:v>
                </c:pt>
                <c:pt idx="59457">
                  <c:v>65.989999999999995</c:v>
                </c:pt>
                <c:pt idx="59458">
                  <c:v>111.96</c:v>
                </c:pt>
                <c:pt idx="59459">
                  <c:v>40.49</c:v>
                </c:pt>
                <c:pt idx="59460">
                  <c:v>91.45</c:v>
                </c:pt>
                <c:pt idx="59461">
                  <c:v>92.97</c:v>
                </c:pt>
                <c:pt idx="59462">
                  <c:v>134.97</c:v>
                </c:pt>
                <c:pt idx="59463">
                  <c:v>27.48</c:v>
                </c:pt>
                <c:pt idx="59464">
                  <c:v>65.989999999999995</c:v>
                </c:pt>
                <c:pt idx="59465">
                  <c:v>18.489999999999998</c:v>
                </c:pt>
                <c:pt idx="59466">
                  <c:v>69.97</c:v>
                </c:pt>
                <c:pt idx="59467">
                  <c:v>71.98</c:v>
                </c:pt>
                <c:pt idx="59468">
                  <c:v>88.95</c:v>
                </c:pt>
                <c:pt idx="59469">
                  <c:v>57.98</c:v>
                </c:pt>
                <c:pt idx="59470">
                  <c:v>52.18</c:v>
                </c:pt>
                <c:pt idx="59471">
                  <c:v>211.96</c:v>
                </c:pt>
                <c:pt idx="59472">
                  <c:v>113.47</c:v>
                </c:pt>
                <c:pt idx="59473">
                  <c:v>65.989999999999995</c:v>
                </c:pt>
                <c:pt idx="59474">
                  <c:v>381.07</c:v>
                </c:pt>
                <c:pt idx="59475">
                  <c:v>121.98</c:v>
                </c:pt>
                <c:pt idx="59476">
                  <c:v>65.989999999999995</c:v>
                </c:pt>
                <c:pt idx="59477">
                  <c:v>45.49</c:v>
                </c:pt>
                <c:pt idx="59478">
                  <c:v>79.98</c:v>
                </c:pt>
                <c:pt idx="59479">
                  <c:v>91.97</c:v>
                </c:pt>
                <c:pt idx="59480">
                  <c:v>69.989999999999995</c:v>
                </c:pt>
                <c:pt idx="59481">
                  <c:v>29.49</c:v>
                </c:pt>
                <c:pt idx="59482">
                  <c:v>59.96</c:v>
                </c:pt>
                <c:pt idx="59483">
                  <c:v>84.98</c:v>
                </c:pt>
                <c:pt idx="59484">
                  <c:v>46.29</c:v>
                </c:pt>
                <c:pt idx="59485">
                  <c:v>55.98</c:v>
                </c:pt>
                <c:pt idx="59486">
                  <c:v>104.98</c:v>
                </c:pt>
                <c:pt idx="59487">
                  <c:v>26.38</c:v>
                </c:pt>
                <c:pt idx="59488">
                  <c:v>67.739999999999995</c:v>
                </c:pt>
                <c:pt idx="59489">
                  <c:v>71.069999999999993</c:v>
                </c:pt>
                <c:pt idx="59490">
                  <c:v>131.97999999999999</c:v>
                </c:pt>
                <c:pt idx="59491">
                  <c:v>216.96</c:v>
                </c:pt>
                <c:pt idx="59492">
                  <c:v>131.97999999999999</c:v>
                </c:pt>
                <c:pt idx="59493">
                  <c:v>70.14</c:v>
                </c:pt>
                <c:pt idx="59494">
                  <c:v>51.96</c:v>
                </c:pt>
                <c:pt idx="59495">
                  <c:v>145.16</c:v>
                </c:pt>
                <c:pt idx="59496">
                  <c:v>266.14</c:v>
                </c:pt>
                <c:pt idx="59497">
                  <c:v>89.98</c:v>
                </c:pt>
                <c:pt idx="59498">
                  <c:v>75.87</c:v>
                </c:pt>
                <c:pt idx="59499">
                  <c:v>85.97</c:v>
                </c:pt>
                <c:pt idx="59500">
                  <c:v>79.98</c:v>
                </c:pt>
                <c:pt idx="59501">
                  <c:v>89.57</c:v>
                </c:pt>
                <c:pt idx="59502">
                  <c:v>53.98</c:v>
                </c:pt>
                <c:pt idx="59503">
                  <c:v>93.97</c:v>
                </c:pt>
                <c:pt idx="59504">
                  <c:v>58.98</c:v>
                </c:pt>
                <c:pt idx="59505">
                  <c:v>71.069999999999993</c:v>
                </c:pt>
                <c:pt idx="59506">
                  <c:v>55.98</c:v>
                </c:pt>
                <c:pt idx="59507">
                  <c:v>53.98</c:v>
                </c:pt>
                <c:pt idx="59508">
                  <c:v>51.28</c:v>
                </c:pt>
                <c:pt idx="59509">
                  <c:v>41.29</c:v>
                </c:pt>
                <c:pt idx="59510">
                  <c:v>89.94</c:v>
                </c:pt>
                <c:pt idx="59511">
                  <c:v>142.94999999999999</c:v>
                </c:pt>
                <c:pt idx="59512">
                  <c:v>91.96</c:v>
                </c:pt>
                <c:pt idx="59513">
                  <c:v>111.96</c:v>
                </c:pt>
                <c:pt idx="59514">
                  <c:v>252.93</c:v>
                </c:pt>
                <c:pt idx="59515">
                  <c:v>94.96</c:v>
                </c:pt>
                <c:pt idx="59516">
                  <c:v>26.29</c:v>
                </c:pt>
                <c:pt idx="59517">
                  <c:v>53.97</c:v>
                </c:pt>
                <c:pt idx="59518">
                  <c:v>21.29</c:v>
                </c:pt>
                <c:pt idx="59519">
                  <c:v>65.989999999999995</c:v>
                </c:pt>
                <c:pt idx="59520">
                  <c:v>89.98</c:v>
                </c:pt>
                <c:pt idx="59521">
                  <c:v>126.46</c:v>
                </c:pt>
                <c:pt idx="59522">
                  <c:v>81.96</c:v>
                </c:pt>
                <c:pt idx="59523">
                  <c:v>123.9</c:v>
                </c:pt>
                <c:pt idx="59524">
                  <c:v>41.29</c:v>
                </c:pt>
                <c:pt idx="59525">
                  <c:v>56.97</c:v>
                </c:pt>
                <c:pt idx="59526">
                  <c:v>18.489999999999998</c:v>
                </c:pt>
                <c:pt idx="59527">
                  <c:v>53.98</c:v>
                </c:pt>
                <c:pt idx="59528">
                  <c:v>55.98</c:v>
                </c:pt>
                <c:pt idx="59529">
                  <c:v>19.28</c:v>
                </c:pt>
                <c:pt idx="59530">
                  <c:v>64.98</c:v>
                </c:pt>
                <c:pt idx="59531">
                  <c:v>79.959999999999994</c:v>
                </c:pt>
                <c:pt idx="59532">
                  <c:v>74.97</c:v>
                </c:pt>
                <c:pt idx="59533">
                  <c:v>31.29</c:v>
                </c:pt>
                <c:pt idx="59534">
                  <c:v>81.96</c:v>
                </c:pt>
                <c:pt idx="59535">
                  <c:v>65.989999999999995</c:v>
                </c:pt>
                <c:pt idx="59536">
                  <c:v>75.97</c:v>
                </c:pt>
                <c:pt idx="59537">
                  <c:v>58.98</c:v>
                </c:pt>
                <c:pt idx="59538">
                  <c:v>59.98</c:v>
                </c:pt>
                <c:pt idx="59539">
                  <c:v>51.98</c:v>
                </c:pt>
                <c:pt idx="59540">
                  <c:v>89.94</c:v>
                </c:pt>
                <c:pt idx="59541">
                  <c:v>83.97</c:v>
                </c:pt>
                <c:pt idx="59542">
                  <c:v>55.98</c:v>
                </c:pt>
                <c:pt idx="59543">
                  <c:v>91.94</c:v>
                </c:pt>
                <c:pt idx="59544">
                  <c:v>79.98</c:v>
                </c:pt>
                <c:pt idx="59545">
                  <c:v>36.479999999999997</c:v>
                </c:pt>
                <c:pt idx="59546">
                  <c:v>157.24</c:v>
                </c:pt>
                <c:pt idx="59547">
                  <c:v>57.98</c:v>
                </c:pt>
                <c:pt idx="59548">
                  <c:v>122.19</c:v>
                </c:pt>
                <c:pt idx="59549">
                  <c:v>105.98</c:v>
                </c:pt>
                <c:pt idx="59550">
                  <c:v>54.98</c:v>
                </c:pt>
                <c:pt idx="59551">
                  <c:v>123.47</c:v>
                </c:pt>
                <c:pt idx="59552">
                  <c:v>30.48</c:v>
                </c:pt>
                <c:pt idx="59553">
                  <c:v>53.98</c:v>
                </c:pt>
                <c:pt idx="59554">
                  <c:v>305.89</c:v>
                </c:pt>
                <c:pt idx="59555">
                  <c:v>29.28</c:v>
                </c:pt>
                <c:pt idx="59556">
                  <c:v>85.89</c:v>
                </c:pt>
                <c:pt idx="59557">
                  <c:v>71.959999999999994</c:v>
                </c:pt>
                <c:pt idx="59558">
                  <c:v>74.98</c:v>
                </c:pt>
                <c:pt idx="59559">
                  <c:v>218.83</c:v>
                </c:pt>
                <c:pt idx="59560">
                  <c:v>53.97</c:v>
                </c:pt>
                <c:pt idx="59561">
                  <c:v>-19.29</c:v>
                </c:pt>
                <c:pt idx="59562">
                  <c:v>63.96</c:v>
                </c:pt>
                <c:pt idx="59563">
                  <c:v>57.98</c:v>
                </c:pt>
                <c:pt idx="59564">
                  <c:v>51.98</c:v>
                </c:pt>
                <c:pt idx="59565">
                  <c:v>22.27</c:v>
                </c:pt>
                <c:pt idx="59566">
                  <c:v>81.96</c:v>
                </c:pt>
                <c:pt idx="59567">
                  <c:v>69.97</c:v>
                </c:pt>
                <c:pt idx="59568">
                  <c:v>55.98</c:v>
                </c:pt>
                <c:pt idx="59569">
                  <c:v>155.44999999999999</c:v>
                </c:pt>
                <c:pt idx="59570">
                  <c:v>134.97</c:v>
                </c:pt>
                <c:pt idx="59571">
                  <c:v>53.98</c:v>
                </c:pt>
                <c:pt idx="59572">
                  <c:v>99.97</c:v>
                </c:pt>
                <c:pt idx="59573">
                  <c:v>89.97</c:v>
                </c:pt>
                <c:pt idx="59574">
                  <c:v>87.47</c:v>
                </c:pt>
                <c:pt idx="59575">
                  <c:v>65.989999999999995</c:v>
                </c:pt>
                <c:pt idx="59576">
                  <c:v>51.98</c:v>
                </c:pt>
                <c:pt idx="59577">
                  <c:v>41.29</c:v>
                </c:pt>
                <c:pt idx="59578">
                  <c:v>84.96</c:v>
                </c:pt>
                <c:pt idx="59579">
                  <c:v>71.97</c:v>
                </c:pt>
                <c:pt idx="59580">
                  <c:v>87.83</c:v>
                </c:pt>
                <c:pt idx="59581">
                  <c:v>54.99</c:v>
                </c:pt>
                <c:pt idx="59582">
                  <c:v>70.17</c:v>
                </c:pt>
                <c:pt idx="59583">
                  <c:v>142.44999999999999</c:v>
                </c:pt>
                <c:pt idx="59584">
                  <c:v>197.97</c:v>
                </c:pt>
                <c:pt idx="59585">
                  <c:v>122.96</c:v>
                </c:pt>
                <c:pt idx="59586">
                  <c:v>58.98</c:v>
                </c:pt>
                <c:pt idx="59587">
                  <c:v>19.29</c:v>
                </c:pt>
                <c:pt idx="59588">
                  <c:v>96.78</c:v>
                </c:pt>
                <c:pt idx="59589">
                  <c:v>40.49</c:v>
                </c:pt>
                <c:pt idx="59590">
                  <c:v>56.97</c:v>
                </c:pt>
                <c:pt idx="59591">
                  <c:v>89.97</c:v>
                </c:pt>
                <c:pt idx="59592">
                  <c:v>41.49</c:v>
                </c:pt>
                <c:pt idx="59593">
                  <c:v>80.48</c:v>
                </c:pt>
                <c:pt idx="59594">
                  <c:v>64.97</c:v>
                </c:pt>
                <c:pt idx="59595">
                  <c:v>71.959999999999994</c:v>
                </c:pt>
                <c:pt idx="59596">
                  <c:v>30.98</c:v>
                </c:pt>
                <c:pt idx="59597">
                  <c:v>40.49</c:v>
                </c:pt>
                <c:pt idx="59598">
                  <c:v>97.15</c:v>
                </c:pt>
                <c:pt idx="59599">
                  <c:v>51.98</c:v>
                </c:pt>
                <c:pt idx="59600">
                  <c:v>77.97</c:v>
                </c:pt>
                <c:pt idx="59601">
                  <c:v>81.97</c:v>
                </c:pt>
                <c:pt idx="59602">
                  <c:v>53.98</c:v>
                </c:pt>
                <c:pt idx="59603">
                  <c:v>65.989999999999995</c:v>
                </c:pt>
                <c:pt idx="59604">
                  <c:v>66.540000000000006</c:v>
                </c:pt>
                <c:pt idx="59605">
                  <c:v>111.96</c:v>
                </c:pt>
                <c:pt idx="59606">
                  <c:v>40.49</c:v>
                </c:pt>
                <c:pt idx="59607">
                  <c:v>118.78</c:v>
                </c:pt>
                <c:pt idx="59608">
                  <c:v>80.98</c:v>
                </c:pt>
                <c:pt idx="59609">
                  <c:v>96.78</c:v>
                </c:pt>
                <c:pt idx="59610">
                  <c:v>52.63</c:v>
                </c:pt>
                <c:pt idx="59611">
                  <c:v>65.989999999999995</c:v>
                </c:pt>
                <c:pt idx="59612">
                  <c:v>74.97</c:v>
                </c:pt>
                <c:pt idx="59613">
                  <c:v>227.92</c:v>
                </c:pt>
                <c:pt idx="59614">
                  <c:v>66.53</c:v>
                </c:pt>
                <c:pt idx="59615">
                  <c:v>160.97</c:v>
                </c:pt>
                <c:pt idx="59616">
                  <c:v>49.98</c:v>
                </c:pt>
                <c:pt idx="59617">
                  <c:v>40.49</c:v>
                </c:pt>
                <c:pt idx="59618">
                  <c:v>100.95</c:v>
                </c:pt>
                <c:pt idx="59619">
                  <c:v>89.97</c:v>
                </c:pt>
                <c:pt idx="59620">
                  <c:v>641.77</c:v>
                </c:pt>
                <c:pt idx="59621">
                  <c:v>129.94999999999999</c:v>
                </c:pt>
                <c:pt idx="59622">
                  <c:v>111.96</c:v>
                </c:pt>
                <c:pt idx="59623">
                  <c:v>69.97</c:v>
                </c:pt>
                <c:pt idx="59624">
                  <c:v>54.98</c:v>
                </c:pt>
                <c:pt idx="59625">
                  <c:v>124.56</c:v>
                </c:pt>
                <c:pt idx="59626">
                  <c:v>56.48</c:v>
                </c:pt>
                <c:pt idx="59627">
                  <c:v>84.97</c:v>
                </c:pt>
                <c:pt idx="59628">
                  <c:v>94.97</c:v>
                </c:pt>
                <c:pt idx="59629">
                  <c:v>34.479999999999997</c:v>
                </c:pt>
                <c:pt idx="59630">
                  <c:v>30.49</c:v>
                </c:pt>
                <c:pt idx="59631">
                  <c:v>71.97</c:v>
                </c:pt>
                <c:pt idx="59632">
                  <c:v>-44.97</c:v>
                </c:pt>
                <c:pt idx="59633">
                  <c:v>188.72</c:v>
                </c:pt>
                <c:pt idx="59634">
                  <c:v>57.98</c:v>
                </c:pt>
                <c:pt idx="59635">
                  <c:v>54.98</c:v>
                </c:pt>
                <c:pt idx="59636">
                  <c:v>118.96</c:v>
                </c:pt>
                <c:pt idx="59637">
                  <c:v>33.49</c:v>
                </c:pt>
                <c:pt idx="59638">
                  <c:v>51.98</c:v>
                </c:pt>
                <c:pt idx="59639">
                  <c:v>78.02</c:v>
                </c:pt>
                <c:pt idx="59640">
                  <c:v>105.98</c:v>
                </c:pt>
                <c:pt idx="59641">
                  <c:v>65.989999999999995</c:v>
                </c:pt>
                <c:pt idx="59642">
                  <c:v>129.96</c:v>
                </c:pt>
                <c:pt idx="59643">
                  <c:v>71.069999999999993</c:v>
                </c:pt>
                <c:pt idx="59644">
                  <c:v>64.48</c:v>
                </c:pt>
                <c:pt idx="59645">
                  <c:v>18.489999999999998</c:v>
                </c:pt>
                <c:pt idx="59646">
                  <c:v>51.98</c:v>
                </c:pt>
                <c:pt idx="59647">
                  <c:v>79.97</c:v>
                </c:pt>
                <c:pt idx="59648">
                  <c:v>263.95999999999998</c:v>
                </c:pt>
                <c:pt idx="59649">
                  <c:v>71</c:v>
                </c:pt>
                <c:pt idx="59650">
                  <c:v>135.46</c:v>
                </c:pt>
                <c:pt idx="59651">
                  <c:v>57.98</c:v>
                </c:pt>
                <c:pt idx="59652">
                  <c:v>48.47</c:v>
                </c:pt>
                <c:pt idx="59653">
                  <c:v>29.49</c:v>
                </c:pt>
                <c:pt idx="59654">
                  <c:v>86.97</c:v>
                </c:pt>
                <c:pt idx="59655">
                  <c:v>57.35</c:v>
                </c:pt>
                <c:pt idx="59656">
                  <c:v>234.9</c:v>
                </c:pt>
                <c:pt idx="59657">
                  <c:v>100.97</c:v>
                </c:pt>
                <c:pt idx="59658">
                  <c:v>18.489999999999998</c:v>
                </c:pt>
                <c:pt idx="59659">
                  <c:v>59.98</c:v>
                </c:pt>
                <c:pt idx="59660">
                  <c:v>71.989999999999995</c:v>
                </c:pt>
                <c:pt idx="59661">
                  <c:v>35.49</c:v>
                </c:pt>
                <c:pt idx="59662">
                  <c:v>48.47</c:v>
                </c:pt>
                <c:pt idx="59663">
                  <c:v>115.95</c:v>
                </c:pt>
                <c:pt idx="59664">
                  <c:v>90.05</c:v>
                </c:pt>
                <c:pt idx="59665">
                  <c:v>131.97999999999999</c:v>
                </c:pt>
                <c:pt idx="59666">
                  <c:v>56.97</c:v>
                </c:pt>
                <c:pt idx="59667">
                  <c:v>8.2899999999999991</c:v>
                </c:pt>
                <c:pt idx="59668">
                  <c:v>36.29</c:v>
                </c:pt>
                <c:pt idx="59669">
                  <c:v>69.989999999999995</c:v>
                </c:pt>
                <c:pt idx="59670">
                  <c:v>28.48</c:v>
                </c:pt>
                <c:pt idx="59671">
                  <c:v>83.97</c:v>
                </c:pt>
                <c:pt idx="59672">
                  <c:v>89.98</c:v>
                </c:pt>
                <c:pt idx="59673">
                  <c:v>95.97</c:v>
                </c:pt>
                <c:pt idx="59674">
                  <c:v>72.58</c:v>
                </c:pt>
                <c:pt idx="59675">
                  <c:v>50.97</c:v>
                </c:pt>
                <c:pt idx="59676">
                  <c:v>182.04</c:v>
                </c:pt>
                <c:pt idx="59677">
                  <c:v>53.97</c:v>
                </c:pt>
                <c:pt idx="59678">
                  <c:v>54.98</c:v>
                </c:pt>
                <c:pt idx="59679">
                  <c:v>114.93</c:v>
                </c:pt>
                <c:pt idx="59680">
                  <c:v>47.48</c:v>
                </c:pt>
                <c:pt idx="59681">
                  <c:v>48.89</c:v>
                </c:pt>
                <c:pt idx="59682">
                  <c:v>96.78</c:v>
                </c:pt>
                <c:pt idx="59683">
                  <c:v>55.98</c:v>
                </c:pt>
                <c:pt idx="59684">
                  <c:v>101.57</c:v>
                </c:pt>
                <c:pt idx="59685">
                  <c:v>30.38</c:v>
                </c:pt>
                <c:pt idx="59686">
                  <c:v>51.98</c:v>
                </c:pt>
                <c:pt idx="59687">
                  <c:v>59.96</c:v>
                </c:pt>
                <c:pt idx="59688">
                  <c:v>62.99</c:v>
                </c:pt>
                <c:pt idx="59689">
                  <c:v>55.98</c:v>
                </c:pt>
                <c:pt idx="59690">
                  <c:v>119.95</c:v>
                </c:pt>
                <c:pt idx="59691">
                  <c:v>52.98</c:v>
                </c:pt>
                <c:pt idx="59692">
                  <c:v>62.05</c:v>
                </c:pt>
                <c:pt idx="59693">
                  <c:v>251.91</c:v>
                </c:pt>
                <c:pt idx="59694">
                  <c:v>94.98</c:v>
                </c:pt>
                <c:pt idx="59695">
                  <c:v>51.98</c:v>
                </c:pt>
                <c:pt idx="59696">
                  <c:v>64.09</c:v>
                </c:pt>
                <c:pt idx="59697">
                  <c:v>64.67</c:v>
                </c:pt>
                <c:pt idx="59698">
                  <c:v>59.98</c:v>
                </c:pt>
                <c:pt idx="59699">
                  <c:v>59.98</c:v>
                </c:pt>
                <c:pt idx="59700">
                  <c:v>60.99</c:v>
                </c:pt>
                <c:pt idx="59701">
                  <c:v>107.96</c:v>
                </c:pt>
                <c:pt idx="59702">
                  <c:v>203.93</c:v>
                </c:pt>
                <c:pt idx="59703">
                  <c:v>134.29</c:v>
                </c:pt>
                <c:pt idx="59704">
                  <c:v>97.46</c:v>
                </c:pt>
                <c:pt idx="59705">
                  <c:v>59.98</c:v>
                </c:pt>
                <c:pt idx="59706">
                  <c:v>89.97</c:v>
                </c:pt>
                <c:pt idx="59707">
                  <c:v>167.94</c:v>
                </c:pt>
                <c:pt idx="59708">
                  <c:v>99.96</c:v>
                </c:pt>
                <c:pt idx="59709">
                  <c:v>79.849999999999994</c:v>
                </c:pt>
                <c:pt idx="59710">
                  <c:v>49.49</c:v>
                </c:pt>
                <c:pt idx="59711">
                  <c:v>23.49</c:v>
                </c:pt>
                <c:pt idx="59712">
                  <c:v>28.49</c:v>
                </c:pt>
                <c:pt idx="59713">
                  <c:v>15.49</c:v>
                </c:pt>
                <c:pt idx="59714">
                  <c:v>13.29</c:v>
                </c:pt>
                <c:pt idx="59715">
                  <c:v>124.46</c:v>
                </c:pt>
                <c:pt idx="59716">
                  <c:v>79.98</c:v>
                </c:pt>
                <c:pt idx="59717">
                  <c:v>59.98</c:v>
                </c:pt>
                <c:pt idx="59718">
                  <c:v>89.97</c:v>
                </c:pt>
                <c:pt idx="59719">
                  <c:v>151.66</c:v>
                </c:pt>
                <c:pt idx="59720">
                  <c:v>49.48</c:v>
                </c:pt>
                <c:pt idx="59721">
                  <c:v>51.98</c:v>
                </c:pt>
                <c:pt idx="59722">
                  <c:v>184.47</c:v>
                </c:pt>
                <c:pt idx="59723">
                  <c:v>122.97</c:v>
                </c:pt>
                <c:pt idx="59724">
                  <c:v>54.99</c:v>
                </c:pt>
                <c:pt idx="59725">
                  <c:v>79.849999999999994</c:v>
                </c:pt>
                <c:pt idx="59726">
                  <c:v>29.48</c:v>
                </c:pt>
                <c:pt idx="59727">
                  <c:v>119.96</c:v>
                </c:pt>
                <c:pt idx="59728">
                  <c:v>185.95</c:v>
                </c:pt>
                <c:pt idx="59729">
                  <c:v>159.96</c:v>
                </c:pt>
                <c:pt idx="59730">
                  <c:v>170.94</c:v>
                </c:pt>
                <c:pt idx="59731">
                  <c:v>37.479999999999997</c:v>
                </c:pt>
                <c:pt idx="59732">
                  <c:v>68.569999999999993</c:v>
                </c:pt>
                <c:pt idx="59733">
                  <c:v>95.96</c:v>
                </c:pt>
                <c:pt idx="59734">
                  <c:v>65.989999999999995</c:v>
                </c:pt>
                <c:pt idx="59735">
                  <c:v>48.57</c:v>
                </c:pt>
                <c:pt idx="59736">
                  <c:v>17.489999999999998</c:v>
                </c:pt>
                <c:pt idx="59737">
                  <c:v>55.98</c:v>
                </c:pt>
                <c:pt idx="59738">
                  <c:v>88.57</c:v>
                </c:pt>
                <c:pt idx="59739">
                  <c:v>53.98</c:v>
                </c:pt>
                <c:pt idx="59740">
                  <c:v>79.819999999999993</c:v>
                </c:pt>
                <c:pt idx="59741">
                  <c:v>54.99</c:v>
                </c:pt>
                <c:pt idx="59742">
                  <c:v>77.39</c:v>
                </c:pt>
                <c:pt idx="59743">
                  <c:v>79.98</c:v>
                </c:pt>
                <c:pt idx="59744">
                  <c:v>70.98</c:v>
                </c:pt>
                <c:pt idx="59745">
                  <c:v>94.98</c:v>
                </c:pt>
                <c:pt idx="59746">
                  <c:v>55.98</c:v>
                </c:pt>
                <c:pt idx="59747">
                  <c:v>95.96</c:v>
                </c:pt>
                <c:pt idx="59748">
                  <c:v>105.98</c:v>
                </c:pt>
                <c:pt idx="59749">
                  <c:v>112.64</c:v>
                </c:pt>
                <c:pt idx="59750">
                  <c:v>46.47</c:v>
                </c:pt>
                <c:pt idx="59751">
                  <c:v>89.97</c:v>
                </c:pt>
                <c:pt idx="59752">
                  <c:v>19.34</c:v>
                </c:pt>
                <c:pt idx="59753">
                  <c:v>93.95</c:v>
                </c:pt>
                <c:pt idx="59754">
                  <c:v>72.97</c:v>
                </c:pt>
                <c:pt idx="59755">
                  <c:v>29.25</c:v>
                </c:pt>
                <c:pt idx="59756">
                  <c:v>28.29</c:v>
                </c:pt>
                <c:pt idx="59757">
                  <c:v>119.96</c:v>
                </c:pt>
                <c:pt idx="59758">
                  <c:v>50.08</c:v>
                </c:pt>
                <c:pt idx="59759">
                  <c:v>55.98</c:v>
                </c:pt>
                <c:pt idx="59760">
                  <c:v>58.98</c:v>
                </c:pt>
                <c:pt idx="59761">
                  <c:v>83.97</c:v>
                </c:pt>
                <c:pt idx="59762">
                  <c:v>20.49</c:v>
                </c:pt>
                <c:pt idx="59763">
                  <c:v>391.86</c:v>
                </c:pt>
                <c:pt idx="59764">
                  <c:v>67.459999999999994</c:v>
                </c:pt>
                <c:pt idx="59765">
                  <c:v>49.47</c:v>
                </c:pt>
                <c:pt idx="59766">
                  <c:v>139.94999999999999</c:v>
                </c:pt>
                <c:pt idx="59767">
                  <c:v>71.97</c:v>
                </c:pt>
                <c:pt idx="59768">
                  <c:v>6.61</c:v>
                </c:pt>
                <c:pt idx="59769">
                  <c:v>41.49</c:v>
                </c:pt>
                <c:pt idx="59770">
                  <c:v>239.92</c:v>
                </c:pt>
                <c:pt idx="59771">
                  <c:v>83.97</c:v>
                </c:pt>
                <c:pt idx="59772">
                  <c:v>53.98</c:v>
                </c:pt>
                <c:pt idx="59773">
                  <c:v>115.96</c:v>
                </c:pt>
                <c:pt idx="59774">
                  <c:v>55.98</c:v>
                </c:pt>
                <c:pt idx="59775">
                  <c:v>54.99</c:v>
                </c:pt>
                <c:pt idx="59776">
                  <c:v>111.96</c:v>
                </c:pt>
                <c:pt idx="59777">
                  <c:v>65.989999999999995</c:v>
                </c:pt>
                <c:pt idx="59778">
                  <c:v>85.47</c:v>
                </c:pt>
                <c:pt idx="59779">
                  <c:v>59.95</c:v>
                </c:pt>
                <c:pt idx="59780">
                  <c:v>77.97</c:v>
                </c:pt>
                <c:pt idx="59781">
                  <c:v>55.98</c:v>
                </c:pt>
                <c:pt idx="59782">
                  <c:v>69.989999999999995</c:v>
                </c:pt>
                <c:pt idx="59783">
                  <c:v>59.98</c:v>
                </c:pt>
                <c:pt idx="59784">
                  <c:v>82.93</c:v>
                </c:pt>
                <c:pt idx="59785">
                  <c:v>83.97</c:v>
                </c:pt>
                <c:pt idx="59786">
                  <c:v>46.29</c:v>
                </c:pt>
                <c:pt idx="59787">
                  <c:v>16.489999999999998</c:v>
                </c:pt>
                <c:pt idx="59788">
                  <c:v>59.96</c:v>
                </c:pt>
                <c:pt idx="59789">
                  <c:v>95.96</c:v>
                </c:pt>
                <c:pt idx="59790">
                  <c:v>209.62</c:v>
                </c:pt>
                <c:pt idx="59791">
                  <c:v>66.98</c:v>
                </c:pt>
                <c:pt idx="59792">
                  <c:v>111.28</c:v>
                </c:pt>
                <c:pt idx="59793">
                  <c:v>69.95</c:v>
                </c:pt>
                <c:pt idx="59794">
                  <c:v>159.96</c:v>
                </c:pt>
                <c:pt idx="59795">
                  <c:v>84.57</c:v>
                </c:pt>
                <c:pt idx="59796">
                  <c:v>55.98</c:v>
                </c:pt>
                <c:pt idx="59797">
                  <c:v>31.48</c:v>
                </c:pt>
                <c:pt idx="59798">
                  <c:v>64.97</c:v>
                </c:pt>
                <c:pt idx="59799">
                  <c:v>72.97</c:v>
                </c:pt>
                <c:pt idx="59800">
                  <c:v>80.97</c:v>
                </c:pt>
                <c:pt idx="59801">
                  <c:v>83.97</c:v>
                </c:pt>
                <c:pt idx="59802">
                  <c:v>51.98</c:v>
                </c:pt>
                <c:pt idx="59803">
                  <c:v>81.67</c:v>
                </c:pt>
                <c:pt idx="59804">
                  <c:v>59.98</c:v>
                </c:pt>
                <c:pt idx="59805">
                  <c:v>120.97</c:v>
                </c:pt>
                <c:pt idx="59806">
                  <c:v>55.98</c:v>
                </c:pt>
                <c:pt idx="59807">
                  <c:v>74.95</c:v>
                </c:pt>
                <c:pt idx="59808">
                  <c:v>163.77000000000001</c:v>
                </c:pt>
                <c:pt idx="59809">
                  <c:v>79.98</c:v>
                </c:pt>
                <c:pt idx="59810">
                  <c:v>107.92</c:v>
                </c:pt>
                <c:pt idx="59811">
                  <c:v>195.93</c:v>
                </c:pt>
                <c:pt idx="59812">
                  <c:v>33.479999999999997</c:v>
                </c:pt>
                <c:pt idx="59813">
                  <c:v>65.989999999999995</c:v>
                </c:pt>
                <c:pt idx="59814">
                  <c:v>31.49</c:v>
                </c:pt>
                <c:pt idx="59815">
                  <c:v>54.58</c:v>
                </c:pt>
                <c:pt idx="59816">
                  <c:v>59.98</c:v>
                </c:pt>
                <c:pt idx="59817">
                  <c:v>85.47</c:v>
                </c:pt>
                <c:pt idx="59818">
                  <c:v>127.96</c:v>
                </c:pt>
                <c:pt idx="59819">
                  <c:v>105.98</c:v>
                </c:pt>
                <c:pt idx="59820">
                  <c:v>76.48</c:v>
                </c:pt>
                <c:pt idx="59821">
                  <c:v>119.96</c:v>
                </c:pt>
                <c:pt idx="59822">
                  <c:v>16.920000000000002</c:v>
                </c:pt>
                <c:pt idx="59823">
                  <c:v>56.97</c:v>
                </c:pt>
                <c:pt idx="59824">
                  <c:v>77.97</c:v>
                </c:pt>
                <c:pt idx="59825">
                  <c:v>57.98</c:v>
                </c:pt>
                <c:pt idx="59826">
                  <c:v>154.77000000000001</c:v>
                </c:pt>
                <c:pt idx="59827">
                  <c:v>59.98</c:v>
                </c:pt>
                <c:pt idx="59828">
                  <c:v>55.98</c:v>
                </c:pt>
                <c:pt idx="59829">
                  <c:v>63.58</c:v>
                </c:pt>
                <c:pt idx="59830">
                  <c:v>137.44</c:v>
                </c:pt>
                <c:pt idx="59831">
                  <c:v>59.99</c:v>
                </c:pt>
                <c:pt idx="59832">
                  <c:v>96.78</c:v>
                </c:pt>
                <c:pt idx="59833">
                  <c:v>55.98</c:v>
                </c:pt>
                <c:pt idx="59834">
                  <c:v>59.98</c:v>
                </c:pt>
                <c:pt idx="59835">
                  <c:v>21.49</c:v>
                </c:pt>
                <c:pt idx="59836">
                  <c:v>60.98</c:v>
                </c:pt>
                <c:pt idx="59837">
                  <c:v>233.92</c:v>
                </c:pt>
                <c:pt idx="59838">
                  <c:v>55.98</c:v>
                </c:pt>
                <c:pt idx="59839">
                  <c:v>199.95</c:v>
                </c:pt>
                <c:pt idx="59840">
                  <c:v>85.5</c:v>
                </c:pt>
                <c:pt idx="59841">
                  <c:v>71.97</c:v>
                </c:pt>
                <c:pt idx="59842">
                  <c:v>83.67</c:v>
                </c:pt>
                <c:pt idx="59843">
                  <c:v>83.97</c:v>
                </c:pt>
                <c:pt idx="59844">
                  <c:v>116.95</c:v>
                </c:pt>
                <c:pt idx="59845">
                  <c:v>125.93</c:v>
                </c:pt>
                <c:pt idx="59846">
                  <c:v>67.98</c:v>
                </c:pt>
                <c:pt idx="59847">
                  <c:v>59.98</c:v>
                </c:pt>
                <c:pt idx="59848">
                  <c:v>85.97</c:v>
                </c:pt>
                <c:pt idx="59849">
                  <c:v>54.98</c:v>
                </c:pt>
                <c:pt idx="59850">
                  <c:v>84.98</c:v>
                </c:pt>
                <c:pt idx="59851">
                  <c:v>81.239999999999995</c:v>
                </c:pt>
                <c:pt idx="59852">
                  <c:v>46.09</c:v>
                </c:pt>
                <c:pt idx="59853">
                  <c:v>50.38</c:v>
                </c:pt>
                <c:pt idx="59854">
                  <c:v>143.05000000000001</c:v>
                </c:pt>
                <c:pt idx="59855">
                  <c:v>29.28</c:v>
                </c:pt>
                <c:pt idx="59856">
                  <c:v>149.94999999999999</c:v>
                </c:pt>
                <c:pt idx="59857">
                  <c:v>55.39</c:v>
                </c:pt>
                <c:pt idx="59858">
                  <c:v>33.96</c:v>
                </c:pt>
                <c:pt idx="59859">
                  <c:v>55.98</c:v>
                </c:pt>
                <c:pt idx="59860">
                  <c:v>55.98</c:v>
                </c:pt>
                <c:pt idx="59861">
                  <c:v>63.58</c:v>
                </c:pt>
                <c:pt idx="59862">
                  <c:v>55.39</c:v>
                </c:pt>
                <c:pt idx="59863">
                  <c:v>69.95</c:v>
                </c:pt>
                <c:pt idx="59864">
                  <c:v>126.29</c:v>
                </c:pt>
                <c:pt idx="59865">
                  <c:v>55.98</c:v>
                </c:pt>
                <c:pt idx="59866">
                  <c:v>120.95</c:v>
                </c:pt>
                <c:pt idx="59867">
                  <c:v>218.6</c:v>
                </c:pt>
                <c:pt idx="59868">
                  <c:v>111.96</c:v>
                </c:pt>
                <c:pt idx="59869">
                  <c:v>59.99</c:v>
                </c:pt>
                <c:pt idx="59870">
                  <c:v>31.48</c:v>
                </c:pt>
                <c:pt idx="59871">
                  <c:v>27.49</c:v>
                </c:pt>
                <c:pt idx="59872">
                  <c:v>53.97</c:v>
                </c:pt>
                <c:pt idx="59873">
                  <c:v>143.86000000000001</c:v>
                </c:pt>
                <c:pt idx="59874">
                  <c:v>51.29</c:v>
                </c:pt>
                <c:pt idx="59875">
                  <c:v>75.38</c:v>
                </c:pt>
                <c:pt idx="59876">
                  <c:v>53.98</c:v>
                </c:pt>
                <c:pt idx="59877">
                  <c:v>59.98</c:v>
                </c:pt>
                <c:pt idx="59878">
                  <c:v>65.989999999999995</c:v>
                </c:pt>
                <c:pt idx="59879">
                  <c:v>209.93</c:v>
                </c:pt>
                <c:pt idx="59880">
                  <c:v>119.96</c:v>
                </c:pt>
                <c:pt idx="59881">
                  <c:v>66.53</c:v>
                </c:pt>
                <c:pt idx="59882">
                  <c:v>105.98</c:v>
                </c:pt>
                <c:pt idx="59883">
                  <c:v>102.81</c:v>
                </c:pt>
                <c:pt idx="59884">
                  <c:v>77.97</c:v>
                </c:pt>
                <c:pt idx="59885">
                  <c:v>31.29</c:v>
                </c:pt>
                <c:pt idx="59886">
                  <c:v>73.790000000000006</c:v>
                </c:pt>
                <c:pt idx="59887">
                  <c:v>19.29</c:v>
                </c:pt>
                <c:pt idx="59888">
                  <c:v>13.27</c:v>
                </c:pt>
                <c:pt idx="59889">
                  <c:v>119.95</c:v>
                </c:pt>
                <c:pt idx="59890">
                  <c:v>16.489999999999998</c:v>
                </c:pt>
                <c:pt idx="59891">
                  <c:v>55.39</c:v>
                </c:pt>
                <c:pt idx="59892">
                  <c:v>76.209999999999994</c:v>
                </c:pt>
                <c:pt idx="59893">
                  <c:v>131.97999999999999</c:v>
                </c:pt>
                <c:pt idx="59894">
                  <c:v>207.92</c:v>
                </c:pt>
                <c:pt idx="59895">
                  <c:v>79.98</c:v>
                </c:pt>
                <c:pt idx="59896">
                  <c:v>59.99</c:v>
                </c:pt>
                <c:pt idx="59897">
                  <c:v>59.98</c:v>
                </c:pt>
                <c:pt idx="59898">
                  <c:v>24.89</c:v>
                </c:pt>
                <c:pt idx="59899">
                  <c:v>106.97</c:v>
                </c:pt>
                <c:pt idx="59900">
                  <c:v>59.99</c:v>
                </c:pt>
                <c:pt idx="59901">
                  <c:v>55.98</c:v>
                </c:pt>
                <c:pt idx="59902">
                  <c:v>117.96</c:v>
                </c:pt>
                <c:pt idx="59903">
                  <c:v>108.88</c:v>
                </c:pt>
                <c:pt idx="59904">
                  <c:v>77.97</c:v>
                </c:pt>
                <c:pt idx="59905">
                  <c:v>107.97</c:v>
                </c:pt>
                <c:pt idx="59906">
                  <c:v>79.989999999999995</c:v>
                </c:pt>
                <c:pt idx="59907">
                  <c:v>26.48</c:v>
                </c:pt>
                <c:pt idx="59908">
                  <c:v>103.96</c:v>
                </c:pt>
                <c:pt idx="59909">
                  <c:v>73.790000000000006</c:v>
                </c:pt>
                <c:pt idx="59910">
                  <c:v>55.98</c:v>
                </c:pt>
                <c:pt idx="59911">
                  <c:v>99.97</c:v>
                </c:pt>
                <c:pt idx="59912">
                  <c:v>135.94999999999999</c:v>
                </c:pt>
                <c:pt idx="59913">
                  <c:v>59.39</c:v>
                </c:pt>
                <c:pt idx="59914">
                  <c:v>55.98</c:v>
                </c:pt>
                <c:pt idx="59915">
                  <c:v>167.04</c:v>
                </c:pt>
                <c:pt idx="59916">
                  <c:v>59.95</c:v>
                </c:pt>
                <c:pt idx="59917">
                  <c:v>31.49</c:v>
                </c:pt>
                <c:pt idx="59918">
                  <c:v>251.49</c:v>
                </c:pt>
                <c:pt idx="59919">
                  <c:v>84.98</c:v>
                </c:pt>
                <c:pt idx="59920">
                  <c:v>101.86</c:v>
                </c:pt>
                <c:pt idx="59921">
                  <c:v>60.71</c:v>
                </c:pt>
                <c:pt idx="59922">
                  <c:v>77.97</c:v>
                </c:pt>
                <c:pt idx="59923">
                  <c:v>90.69</c:v>
                </c:pt>
                <c:pt idx="59924">
                  <c:v>65.989999999999995</c:v>
                </c:pt>
                <c:pt idx="59925">
                  <c:v>73.47</c:v>
                </c:pt>
                <c:pt idx="59926">
                  <c:v>87.87</c:v>
                </c:pt>
                <c:pt idx="59927">
                  <c:v>60.99</c:v>
                </c:pt>
                <c:pt idx="59928">
                  <c:v>125.37</c:v>
                </c:pt>
                <c:pt idx="59929">
                  <c:v>65.989999999999995</c:v>
                </c:pt>
                <c:pt idx="59930">
                  <c:v>83.97</c:v>
                </c:pt>
                <c:pt idx="59931">
                  <c:v>47.48</c:v>
                </c:pt>
                <c:pt idx="59932">
                  <c:v>-24.18</c:v>
                </c:pt>
                <c:pt idx="59933">
                  <c:v>119.96</c:v>
                </c:pt>
                <c:pt idx="59934">
                  <c:v>59.98</c:v>
                </c:pt>
                <c:pt idx="59935">
                  <c:v>159.69999999999999</c:v>
                </c:pt>
                <c:pt idx="59936">
                  <c:v>23.09</c:v>
                </c:pt>
                <c:pt idx="59937">
                  <c:v>59.98</c:v>
                </c:pt>
                <c:pt idx="59938">
                  <c:v>55.98</c:v>
                </c:pt>
                <c:pt idx="59939">
                  <c:v>103.96</c:v>
                </c:pt>
                <c:pt idx="59940">
                  <c:v>25.49</c:v>
                </c:pt>
                <c:pt idx="59941">
                  <c:v>64.959999999999994</c:v>
                </c:pt>
                <c:pt idx="59942">
                  <c:v>51.98</c:v>
                </c:pt>
                <c:pt idx="59943">
                  <c:v>121.98</c:v>
                </c:pt>
                <c:pt idx="59944">
                  <c:v>65.97</c:v>
                </c:pt>
                <c:pt idx="59945">
                  <c:v>79.98</c:v>
                </c:pt>
                <c:pt idx="59946">
                  <c:v>55.98</c:v>
                </c:pt>
                <c:pt idx="59947">
                  <c:v>106.97</c:v>
                </c:pt>
                <c:pt idx="59948">
                  <c:v>47.97</c:v>
                </c:pt>
                <c:pt idx="59949">
                  <c:v>59.98</c:v>
                </c:pt>
                <c:pt idx="59950">
                  <c:v>31.49</c:v>
                </c:pt>
                <c:pt idx="59951">
                  <c:v>119.96</c:v>
                </c:pt>
                <c:pt idx="59952">
                  <c:v>59.98</c:v>
                </c:pt>
                <c:pt idx="59953">
                  <c:v>114.91</c:v>
                </c:pt>
                <c:pt idx="59954">
                  <c:v>84.94</c:v>
                </c:pt>
                <c:pt idx="59955">
                  <c:v>83.97</c:v>
                </c:pt>
                <c:pt idx="59956">
                  <c:v>83.97</c:v>
                </c:pt>
                <c:pt idx="59957">
                  <c:v>155.94</c:v>
                </c:pt>
                <c:pt idx="59958">
                  <c:v>53.97</c:v>
                </c:pt>
                <c:pt idx="59959">
                  <c:v>145.16</c:v>
                </c:pt>
                <c:pt idx="59960">
                  <c:v>203.45</c:v>
                </c:pt>
                <c:pt idx="59961">
                  <c:v>14.49</c:v>
                </c:pt>
                <c:pt idx="59962">
                  <c:v>79.849999999999994</c:v>
                </c:pt>
                <c:pt idx="59963">
                  <c:v>229.82</c:v>
                </c:pt>
                <c:pt idx="59964">
                  <c:v>119.96</c:v>
                </c:pt>
                <c:pt idx="59965">
                  <c:v>65.989999999999995</c:v>
                </c:pt>
                <c:pt idx="59966">
                  <c:v>92.96</c:v>
                </c:pt>
                <c:pt idx="59967">
                  <c:v>61.96</c:v>
                </c:pt>
                <c:pt idx="59968">
                  <c:v>53.98</c:v>
                </c:pt>
                <c:pt idx="59969">
                  <c:v>55.98</c:v>
                </c:pt>
                <c:pt idx="59970">
                  <c:v>89.97</c:v>
                </c:pt>
                <c:pt idx="59971">
                  <c:v>52.97</c:v>
                </c:pt>
                <c:pt idx="59972">
                  <c:v>129.9</c:v>
                </c:pt>
                <c:pt idx="59973">
                  <c:v>143.36000000000001</c:v>
                </c:pt>
                <c:pt idx="59974">
                  <c:v>86.97</c:v>
                </c:pt>
                <c:pt idx="59975">
                  <c:v>14.94</c:v>
                </c:pt>
                <c:pt idx="59976">
                  <c:v>59.97</c:v>
                </c:pt>
                <c:pt idx="59977">
                  <c:v>129.94999999999999</c:v>
                </c:pt>
                <c:pt idx="59978">
                  <c:v>117.55</c:v>
                </c:pt>
                <c:pt idx="59979">
                  <c:v>51.98</c:v>
                </c:pt>
                <c:pt idx="59980">
                  <c:v>36.04</c:v>
                </c:pt>
                <c:pt idx="59981">
                  <c:v>206.93</c:v>
                </c:pt>
                <c:pt idx="59982">
                  <c:v>83.97</c:v>
                </c:pt>
                <c:pt idx="59983">
                  <c:v>111.96</c:v>
                </c:pt>
                <c:pt idx="59984">
                  <c:v>54.69</c:v>
                </c:pt>
                <c:pt idx="59985">
                  <c:v>133.83000000000001</c:v>
                </c:pt>
                <c:pt idx="59986">
                  <c:v>31.49</c:v>
                </c:pt>
                <c:pt idx="59987">
                  <c:v>123.96</c:v>
                </c:pt>
                <c:pt idx="59988">
                  <c:v>197.97</c:v>
                </c:pt>
                <c:pt idx="59989">
                  <c:v>59.39</c:v>
                </c:pt>
                <c:pt idx="59990">
                  <c:v>110.95</c:v>
                </c:pt>
                <c:pt idx="59991">
                  <c:v>263.95999999999998</c:v>
                </c:pt>
                <c:pt idx="59992">
                  <c:v>53.97</c:v>
                </c:pt>
                <c:pt idx="59993">
                  <c:v>55.98</c:v>
                </c:pt>
                <c:pt idx="59994">
                  <c:v>135.96</c:v>
                </c:pt>
                <c:pt idx="59995">
                  <c:v>121.97</c:v>
                </c:pt>
                <c:pt idx="59996">
                  <c:v>129.94999999999999</c:v>
                </c:pt>
                <c:pt idx="59997">
                  <c:v>242.95</c:v>
                </c:pt>
                <c:pt idx="59998">
                  <c:v>63.3</c:v>
                </c:pt>
                <c:pt idx="59999">
                  <c:v>65.989999999999995</c:v>
                </c:pt>
                <c:pt idx="60000">
                  <c:v>29.24</c:v>
                </c:pt>
                <c:pt idx="60001">
                  <c:v>83.48</c:v>
                </c:pt>
                <c:pt idx="60002">
                  <c:v>50.98</c:v>
                </c:pt>
                <c:pt idx="60003">
                  <c:v>26.99</c:v>
                </c:pt>
                <c:pt idx="60004">
                  <c:v>55.98</c:v>
                </c:pt>
                <c:pt idx="60005">
                  <c:v>197.97</c:v>
                </c:pt>
                <c:pt idx="60006">
                  <c:v>103.96</c:v>
                </c:pt>
                <c:pt idx="60007">
                  <c:v>107.96</c:v>
                </c:pt>
                <c:pt idx="60008">
                  <c:v>68.959999999999994</c:v>
                </c:pt>
                <c:pt idx="60009">
                  <c:v>131.97999999999999</c:v>
                </c:pt>
                <c:pt idx="60010">
                  <c:v>74.98</c:v>
                </c:pt>
                <c:pt idx="60011">
                  <c:v>157.24</c:v>
                </c:pt>
                <c:pt idx="60012">
                  <c:v>68.930000000000007</c:v>
                </c:pt>
                <c:pt idx="60013">
                  <c:v>74.98</c:v>
                </c:pt>
                <c:pt idx="60014">
                  <c:v>114.89</c:v>
                </c:pt>
                <c:pt idx="60015">
                  <c:v>197.93</c:v>
                </c:pt>
                <c:pt idx="60016">
                  <c:v>29.49</c:v>
                </c:pt>
                <c:pt idx="60017">
                  <c:v>55.98</c:v>
                </c:pt>
                <c:pt idx="60018">
                  <c:v>54.98</c:v>
                </c:pt>
                <c:pt idx="60019">
                  <c:v>28.29</c:v>
                </c:pt>
                <c:pt idx="60020">
                  <c:v>106.97</c:v>
                </c:pt>
                <c:pt idx="60021">
                  <c:v>114.89</c:v>
                </c:pt>
                <c:pt idx="60022">
                  <c:v>59.96</c:v>
                </c:pt>
                <c:pt idx="60023">
                  <c:v>89.97</c:v>
                </c:pt>
                <c:pt idx="60024">
                  <c:v>47.48</c:v>
                </c:pt>
                <c:pt idx="60025">
                  <c:v>57.48</c:v>
                </c:pt>
                <c:pt idx="60026">
                  <c:v>50.47</c:v>
                </c:pt>
                <c:pt idx="60027">
                  <c:v>16.09</c:v>
                </c:pt>
                <c:pt idx="60028">
                  <c:v>103.96</c:v>
                </c:pt>
                <c:pt idx="60029">
                  <c:v>131.97999999999999</c:v>
                </c:pt>
                <c:pt idx="60030">
                  <c:v>55.98</c:v>
                </c:pt>
                <c:pt idx="60031">
                  <c:v>105.98</c:v>
                </c:pt>
                <c:pt idx="60032">
                  <c:v>69.98</c:v>
                </c:pt>
                <c:pt idx="60033">
                  <c:v>59.98</c:v>
                </c:pt>
                <c:pt idx="60034">
                  <c:v>55.98</c:v>
                </c:pt>
                <c:pt idx="60035">
                  <c:v>79.98</c:v>
                </c:pt>
                <c:pt idx="60036">
                  <c:v>94.95</c:v>
                </c:pt>
                <c:pt idx="60037">
                  <c:v>179.94</c:v>
                </c:pt>
                <c:pt idx="60038">
                  <c:v>476.91</c:v>
                </c:pt>
                <c:pt idx="60039">
                  <c:v>72.48</c:v>
                </c:pt>
                <c:pt idx="60040">
                  <c:v>75.98</c:v>
                </c:pt>
                <c:pt idx="60041">
                  <c:v>50.36</c:v>
                </c:pt>
                <c:pt idx="60042">
                  <c:v>13.49</c:v>
                </c:pt>
                <c:pt idx="60043">
                  <c:v>59.98</c:v>
                </c:pt>
                <c:pt idx="60044">
                  <c:v>-4.99</c:v>
                </c:pt>
                <c:pt idx="60045">
                  <c:v>16.29</c:v>
                </c:pt>
                <c:pt idx="60046">
                  <c:v>233.91</c:v>
                </c:pt>
                <c:pt idx="60047">
                  <c:v>72.59</c:v>
                </c:pt>
                <c:pt idx="60048">
                  <c:v>59.99</c:v>
                </c:pt>
                <c:pt idx="60049">
                  <c:v>55.98</c:v>
                </c:pt>
                <c:pt idx="60050">
                  <c:v>55.98</c:v>
                </c:pt>
                <c:pt idx="60051">
                  <c:v>70.98</c:v>
                </c:pt>
                <c:pt idx="60052">
                  <c:v>143.94</c:v>
                </c:pt>
                <c:pt idx="60053">
                  <c:v>129.94999999999999</c:v>
                </c:pt>
                <c:pt idx="60054">
                  <c:v>49.57</c:v>
                </c:pt>
                <c:pt idx="60055">
                  <c:v>76.569999999999993</c:v>
                </c:pt>
                <c:pt idx="60056">
                  <c:v>130.61000000000001</c:v>
                </c:pt>
                <c:pt idx="60057">
                  <c:v>92.97</c:v>
                </c:pt>
                <c:pt idx="60058">
                  <c:v>55.98</c:v>
                </c:pt>
                <c:pt idx="60059">
                  <c:v>53.97</c:v>
                </c:pt>
                <c:pt idx="60060">
                  <c:v>36.49</c:v>
                </c:pt>
                <c:pt idx="60061">
                  <c:v>41.49</c:v>
                </c:pt>
                <c:pt idx="60062">
                  <c:v>56.97</c:v>
                </c:pt>
                <c:pt idx="60063">
                  <c:v>64.55</c:v>
                </c:pt>
                <c:pt idx="60064">
                  <c:v>89.97</c:v>
                </c:pt>
                <c:pt idx="60065">
                  <c:v>46.29</c:v>
                </c:pt>
                <c:pt idx="60066">
                  <c:v>79.98</c:v>
                </c:pt>
                <c:pt idx="60067">
                  <c:v>53.98</c:v>
                </c:pt>
                <c:pt idx="60068">
                  <c:v>19.489999999999998</c:v>
                </c:pt>
                <c:pt idx="60069">
                  <c:v>67.02</c:v>
                </c:pt>
                <c:pt idx="60070">
                  <c:v>119.96</c:v>
                </c:pt>
                <c:pt idx="60071">
                  <c:v>119.96</c:v>
                </c:pt>
                <c:pt idx="60072">
                  <c:v>72.88</c:v>
                </c:pt>
                <c:pt idx="60073">
                  <c:v>121.98</c:v>
                </c:pt>
                <c:pt idx="60074">
                  <c:v>42.87</c:v>
                </c:pt>
                <c:pt idx="60075">
                  <c:v>33.86</c:v>
                </c:pt>
                <c:pt idx="60076">
                  <c:v>59.98</c:v>
                </c:pt>
                <c:pt idx="60077">
                  <c:v>24.18</c:v>
                </c:pt>
                <c:pt idx="60078">
                  <c:v>79.98</c:v>
                </c:pt>
                <c:pt idx="60079">
                  <c:v>111.96</c:v>
                </c:pt>
                <c:pt idx="60080">
                  <c:v>58.98</c:v>
                </c:pt>
                <c:pt idx="60081">
                  <c:v>91.84</c:v>
                </c:pt>
                <c:pt idx="60082">
                  <c:v>53.97</c:v>
                </c:pt>
                <c:pt idx="60083">
                  <c:v>50.38</c:v>
                </c:pt>
                <c:pt idx="60084">
                  <c:v>225.95</c:v>
                </c:pt>
                <c:pt idx="60085">
                  <c:v>197.97</c:v>
                </c:pt>
                <c:pt idx="60086">
                  <c:v>55.98</c:v>
                </c:pt>
                <c:pt idx="60087">
                  <c:v>211.93</c:v>
                </c:pt>
                <c:pt idx="60088">
                  <c:v>80.98</c:v>
                </c:pt>
                <c:pt idx="60089">
                  <c:v>54.97</c:v>
                </c:pt>
                <c:pt idx="60090">
                  <c:v>54.48</c:v>
                </c:pt>
                <c:pt idx="60091">
                  <c:v>296.97000000000003</c:v>
                </c:pt>
                <c:pt idx="60092">
                  <c:v>97.94</c:v>
                </c:pt>
                <c:pt idx="60093">
                  <c:v>79.98</c:v>
                </c:pt>
                <c:pt idx="60094">
                  <c:v>143.94</c:v>
                </c:pt>
                <c:pt idx="60095">
                  <c:v>36.479999999999997</c:v>
                </c:pt>
                <c:pt idx="60096">
                  <c:v>66.25</c:v>
                </c:pt>
                <c:pt idx="60097">
                  <c:v>59.98</c:v>
                </c:pt>
                <c:pt idx="60098">
                  <c:v>41.29</c:v>
                </c:pt>
                <c:pt idx="60099">
                  <c:v>49.59</c:v>
                </c:pt>
                <c:pt idx="60100">
                  <c:v>45.47</c:v>
                </c:pt>
                <c:pt idx="60101">
                  <c:v>65.989999999999995</c:v>
                </c:pt>
                <c:pt idx="60102">
                  <c:v>51.46</c:v>
                </c:pt>
                <c:pt idx="60103">
                  <c:v>72.56</c:v>
                </c:pt>
                <c:pt idx="60104">
                  <c:v>89.97</c:v>
                </c:pt>
                <c:pt idx="60105">
                  <c:v>219.96</c:v>
                </c:pt>
                <c:pt idx="60106">
                  <c:v>155.94</c:v>
                </c:pt>
                <c:pt idx="60107">
                  <c:v>64.95</c:v>
                </c:pt>
                <c:pt idx="60108">
                  <c:v>46.94</c:v>
                </c:pt>
                <c:pt idx="60109">
                  <c:v>87.99</c:v>
                </c:pt>
                <c:pt idx="60110">
                  <c:v>80.98</c:v>
                </c:pt>
                <c:pt idx="60111">
                  <c:v>59.98</c:v>
                </c:pt>
                <c:pt idx="60112">
                  <c:v>83.96</c:v>
                </c:pt>
                <c:pt idx="60113">
                  <c:v>93.96</c:v>
                </c:pt>
                <c:pt idx="60114">
                  <c:v>89.97</c:v>
                </c:pt>
                <c:pt idx="60115">
                  <c:v>347.98</c:v>
                </c:pt>
                <c:pt idx="60116">
                  <c:v>57.97</c:v>
                </c:pt>
                <c:pt idx="60117">
                  <c:v>225.39</c:v>
                </c:pt>
                <c:pt idx="60118">
                  <c:v>57.7</c:v>
                </c:pt>
                <c:pt idx="60119">
                  <c:v>65.989999999999995</c:v>
                </c:pt>
                <c:pt idx="60120">
                  <c:v>-121.98</c:v>
                </c:pt>
                <c:pt idx="60121">
                  <c:v>55.98</c:v>
                </c:pt>
                <c:pt idx="60122">
                  <c:v>131.97999999999999</c:v>
                </c:pt>
                <c:pt idx="60123">
                  <c:v>73.47</c:v>
                </c:pt>
                <c:pt idx="60124">
                  <c:v>51.98</c:v>
                </c:pt>
                <c:pt idx="60125">
                  <c:v>133.05000000000001</c:v>
                </c:pt>
                <c:pt idx="60126">
                  <c:v>69.67</c:v>
                </c:pt>
                <c:pt idx="60127">
                  <c:v>-46.94</c:v>
                </c:pt>
                <c:pt idx="60128">
                  <c:v>21.29</c:v>
                </c:pt>
                <c:pt idx="60129">
                  <c:v>51.98</c:v>
                </c:pt>
                <c:pt idx="60130">
                  <c:v>51.98</c:v>
                </c:pt>
                <c:pt idx="60131">
                  <c:v>224.03</c:v>
                </c:pt>
                <c:pt idx="60132">
                  <c:v>147.54</c:v>
                </c:pt>
                <c:pt idx="60133">
                  <c:v>61.16</c:v>
                </c:pt>
                <c:pt idx="60134">
                  <c:v>129.19999999999999</c:v>
                </c:pt>
                <c:pt idx="60135">
                  <c:v>115.96</c:v>
                </c:pt>
                <c:pt idx="60136">
                  <c:v>49.99</c:v>
                </c:pt>
                <c:pt idx="60137">
                  <c:v>149.97</c:v>
                </c:pt>
                <c:pt idx="60138">
                  <c:v>52.97</c:v>
                </c:pt>
                <c:pt idx="60139">
                  <c:v>59.98</c:v>
                </c:pt>
                <c:pt idx="60140">
                  <c:v>64.77</c:v>
                </c:pt>
                <c:pt idx="60141">
                  <c:v>79.95</c:v>
                </c:pt>
                <c:pt idx="60142">
                  <c:v>55.98</c:v>
                </c:pt>
                <c:pt idx="60143">
                  <c:v>49.21</c:v>
                </c:pt>
                <c:pt idx="60144">
                  <c:v>55.98</c:v>
                </c:pt>
                <c:pt idx="60145">
                  <c:v>89.97</c:v>
                </c:pt>
                <c:pt idx="60146">
                  <c:v>224.37</c:v>
                </c:pt>
                <c:pt idx="60147">
                  <c:v>117.96</c:v>
                </c:pt>
                <c:pt idx="60148">
                  <c:v>16.489999999999998</c:v>
                </c:pt>
                <c:pt idx="60149">
                  <c:v>193.55</c:v>
                </c:pt>
                <c:pt idx="60150">
                  <c:v>123.47</c:v>
                </c:pt>
                <c:pt idx="60151">
                  <c:v>16.29</c:v>
                </c:pt>
                <c:pt idx="60152">
                  <c:v>61.96</c:v>
                </c:pt>
                <c:pt idx="60153">
                  <c:v>28.49</c:v>
                </c:pt>
                <c:pt idx="60154">
                  <c:v>209.27</c:v>
                </c:pt>
                <c:pt idx="60155">
                  <c:v>54.58</c:v>
                </c:pt>
                <c:pt idx="60156">
                  <c:v>50.68</c:v>
                </c:pt>
                <c:pt idx="60157">
                  <c:v>149.94999999999999</c:v>
                </c:pt>
                <c:pt idx="60158">
                  <c:v>326.32</c:v>
                </c:pt>
                <c:pt idx="60159">
                  <c:v>141.44999999999999</c:v>
                </c:pt>
                <c:pt idx="60160">
                  <c:v>67.069999999999993</c:v>
                </c:pt>
                <c:pt idx="60161">
                  <c:v>52.97</c:v>
                </c:pt>
                <c:pt idx="60162">
                  <c:v>59.98</c:v>
                </c:pt>
                <c:pt idx="60163">
                  <c:v>59.98</c:v>
                </c:pt>
                <c:pt idx="60164">
                  <c:v>51.99</c:v>
                </c:pt>
                <c:pt idx="60165">
                  <c:v>55.98</c:v>
                </c:pt>
                <c:pt idx="60166">
                  <c:v>19.09</c:v>
                </c:pt>
                <c:pt idx="60167">
                  <c:v>65.989999999999995</c:v>
                </c:pt>
                <c:pt idx="60168">
                  <c:v>31.49</c:v>
                </c:pt>
                <c:pt idx="60169">
                  <c:v>57.48</c:v>
                </c:pt>
                <c:pt idx="60170">
                  <c:v>61.69</c:v>
                </c:pt>
                <c:pt idx="60171">
                  <c:v>78.97</c:v>
                </c:pt>
                <c:pt idx="60172">
                  <c:v>61.64</c:v>
                </c:pt>
                <c:pt idx="60173">
                  <c:v>145.15</c:v>
                </c:pt>
                <c:pt idx="60174">
                  <c:v>59.98</c:v>
                </c:pt>
                <c:pt idx="60175">
                  <c:v>65.989999999999995</c:v>
                </c:pt>
                <c:pt idx="60176">
                  <c:v>111.96</c:v>
                </c:pt>
                <c:pt idx="60177">
                  <c:v>51.98</c:v>
                </c:pt>
                <c:pt idx="60178">
                  <c:v>111.96</c:v>
                </c:pt>
                <c:pt idx="60179">
                  <c:v>143.96</c:v>
                </c:pt>
                <c:pt idx="60180">
                  <c:v>79.98</c:v>
                </c:pt>
                <c:pt idx="60181">
                  <c:v>34.99</c:v>
                </c:pt>
                <c:pt idx="60182">
                  <c:v>49.59</c:v>
                </c:pt>
                <c:pt idx="60183">
                  <c:v>111.96</c:v>
                </c:pt>
                <c:pt idx="60184">
                  <c:v>57.98</c:v>
                </c:pt>
                <c:pt idx="60185">
                  <c:v>135.47</c:v>
                </c:pt>
                <c:pt idx="60186">
                  <c:v>61.98</c:v>
                </c:pt>
                <c:pt idx="60187">
                  <c:v>31.49</c:v>
                </c:pt>
                <c:pt idx="60188">
                  <c:v>148.81</c:v>
                </c:pt>
                <c:pt idx="60189">
                  <c:v>119.96</c:v>
                </c:pt>
                <c:pt idx="60190">
                  <c:v>77.97</c:v>
                </c:pt>
                <c:pt idx="60191">
                  <c:v>77.98</c:v>
                </c:pt>
                <c:pt idx="60192">
                  <c:v>89.95</c:v>
                </c:pt>
                <c:pt idx="60193">
                  <c:v>79.98</c:v>
                </c:pt>
                <c:pt idx="60194">
                  <c:v>49.99</c:v>
                </c:pt>
                <c:pt idx="60195">
                  <c:v>140.36000000000001</c:v>
                </c:pt>
                <c:pt idx="60196">
                  <c:v>66.53</c:v>
                </c:pt>
                <c:pt idx="60197">
                  <c:v>55.48</c:v>
                </c:pt>
                <c:pt idx="60198">
                  <c:v>105.94</c:v>
                </c:pt>
                <c:pt idx="60199">
                  <c:v>106.97</c:v>
                </c:pt>
                <c:pt idx="60200">
                  <c:v>118.54</c:v>
                </c:pt>
                <c:pt idx="60201">
                  <c:v>146.96</c:v>
                </c:pt>
                <c:pt idx="60202">
                  <c:v>83.97</c:v>
                </c:pt>
                <c:pt idx="60203">
                  <c:v>79.98</c:v>
                </c:pt>
                <c:pt idx="60204">
                  <c:v>55.39</c:v>
                </c:pt>
                <c:pt idx="60205">
                  <c:v>66.53</c:v>
                </c:pt>
                <c:pt idx="60206">
                  <c:v>59.98</c:v>
                </c:pt>
                <c:pt idx="60207">
                  <c:v>-1.5</c:v>
                </c:pt>
                <c:pt idx="60208">
                  <c:v>32.630000000000003</c:v>
                </c:pt>
                <c:pt idx="60209">
                  <c:v>49.48</c:v>
                </c:pt>
                <c:pt idx="60210">
                  <c:v>54.98</c:v>
                </c:pt>
                <c:pt idx="60211">
                  <c:v>61.69</c:v>
                </c:pt>
                <c:pt idx="60212">
                  <c:v>114.97</c:v>
                </c:pt>
                <c:pt idx="60213">
                  <c:v>101.6</c:v>
                </c:pt>
                <c:pt idx="60214">
                  <c:v>185.95</c:v>
                </c:pt>
                <c:pt idx="60215">
                  <c:v>59.99</c:v>
                </c:pt>
                <c:pt idx="60216">
                  <c:v>55.98</c:v>
                </c:pt>
                <c:pt idx="60217">
                  <c:v>107.94</c:v>
                </c:pt>
                <c:pt idx="60218">
                  <c:v>50.45</c:v>
                </c:pt>
                <c:pt idx="60219">
                  <c:v>175.45</c:v>
                </c:pt>
                <c:pt idx="60220">
                  <c:v>244.32</c:v>
                </c:pt>
                <c:pt idx="60221">
                  <c:v>119.43</c:v>
                </c:pt>
                <c:pt idx="60222">
                  <c:v>56.34</c:v>
                </c:pt>
                <c:pt idx="60223">
                  <c:v>51.98</c:v>
                </c:pt>
                <c:pt idx="60224">
                  <c:v>107.96</c:v>
                </c:pt>
                <c:pt idx="60225">
                  <c:v>65.510000000000005</c:v>
                </c:pt>
                <c:pt idx="60226">
                  <c:v>37.49</c:v>
                </c:pt>
                <c:pt idx="60227">
                  <c:v>134.97</c:v>
                </c:pt>
                <c:pt idx="60228">
                  <c:v>80.97</c:v>
                </c:pt>
                <c:pt idx="60229">
                  <c:v>55.98</c:v>
                </c:pt>
                <c:pt idx="60230">
                  <c:v>206.95</c:v>
                </c:pt>
                <c:pt idx="60231">
                  <c:v>149.94999999999999</c:v>
                </c:pt>
                <c:pt idx="60232">
                  <c:v>33.479999999999997</c:v>
                </c:pt>
                <c:pt idx="60233">
                  <c:v>111.96</c:v>
                </c:pt>
                <c:pt idx="60234">
                  <c:v>77.98</c:v>
                </c:pt>
                <c:pt idx="60235">
                  <c:v>59.99</c:v>
                </c:pt>
                <c:pt idx="60236">
                  <c:v>-111.92</c:v>
                </c:pt>
                <c:pt idx="60237">
                  <c:v>51.98</c:v>
                </c:pt>
                <c:pt idx="60238">
                  <c:v>107.96</c:v>
                </c:pt>
                <c:pt idx="60239">
                  <c:v>105.98</c:v>
                </c:pt>
                <c:pt idx="60240">
                  <c:v>65.989999999999995</c:v>
                </c:pt>
                <c:pt idx="60241">
                  <c:v>64.98</c:v>
                </c:pt>
                <c:pt idx="60242">
                  <c:v>95.94</c:v>
                </c:pt>
                <c:pt idx="60243">
                  <c:v>50.38</c:v>
                </c:pt>
                <c:pt idx="60244">
                  <c:v>65.989999999999995</c:v>
                </c:pt>
                <c:pt idx="60245">
                  <c:v>59.98</c:v>
                </c:pt>
                <c:pt idx="60246">
                  <c:v>53.98</c:v>
                </c:pt>
                <c:pt idx="60247">
                  <c:v>41.29</c:v>
                </c:pt>
                <c:pt idx="60248">
                  <c:v>77.959999999999994</c:v>
                </c:pt>
                <c:pt idx="60249">
                  <c:v>89.97</c:v>
                </c:pt>
                <c:pt idx="60250">
                  <c:v>109.95</c:v>
                </c:pt>
                <c:pt idx="60251">
                  <c:v>204.95</c:v>
                </c:pt>
                <c:pt idx="60252">
                  <c:v>74.98</c:v>
                </c:pt>
                <c:pt idx="60253">
                  <c:v>82.97</c:v>
                </c:pt>
                <c:pt idx="60254">
                  <c:v>51.98</c:v>
                </c:pt>
                <c:pt idx="60255">
                  <c:v>71.959999999999994</c:v>
                </c:pt>
                <c:pt idx="60256">
                  <c:v>27.98</c:v>
                </c:pt>
                <c:pt idx="60257">
                  <c:v>89.97</c:v>
                </c:pt>
                <c:pt idx="60258">
                  <c:v>50.97</c:v>
                </c:pt>
                <c:pt idx="60259">
                  <c:v>121.98</c:v>
                </c:pt>
                <c:pt idx="60260">
                  <c:v>67.72</c:v>
                </c:pt>
                <c:pt idx="60261">
                  <c:v>55.98</c:v>
                </c:pt>
                <c:pt idx="60262">
                  <c:v>271.95999999999998</c:v>
                </c:pt>
                <c:pt idx="60263">
                  <c:v>28.49</c:v>
                </c:pt>
                <c:pt idx="60264">
                  <c:v>55.98</c:v>
                </c:pt>
                <c:pt idx="60265">
                  <c:v>69.959999999999994</c:v>
                </c:pt>
                <c:pt idx="60266">
                  <c:v>53.98</c:v>
                </c:pt>
                <c:pt idx="60267">
                  <c:v>175.97</c:v>
                </c:pt>
                <c:pt idx="60268">
                  <c:v>51.98</c:v>
                </c:pt>
                <c:pt idx="60269">
                  <c:v>65.989999999999995</c:v>
                </c:pt>
                <c:pt idx="60270">
                  <c:v>93.96</c:v>
                </c:pt>
                <c:pt idx="60271">
                  <c:v>259.89999999999998</c:v>
                </c:pt>
                <c:pt idx="60272">
                  <c:v>139.46</c:v>
                </c:pt>
                <c:pt idx="60273">
                  <c:v>209.94</c:v>
                </c:pt>
                <c:pt idx="60274">
                  <c:v>55.98</c:v>
                </c:pt>
                <c:pt idx="60275">
                  <c:v>53.98</c:v>
                </c:pt>
                <c:pt idx="60276">
                  <c:v>137.97</c:v>
                </c:pt>
                <c:pt idx="60277">
                  <c:v>69.98</c:v>
                </c:pt>
                <c:pt idx="60278">
                  <c:v>80.97</c:v>
                </c:pt>
                <c:pt idx="60279">
                  <c:v>53.96</c:v>
                </c:pt>
                <c:pt idx="60280">
                  <c:v>89.13</c:v>
                </c:pt>
                <c:pt idx="60281">
                  <c:v>31.49</c:v>
                </c:pt>
                <c:pt idx="60282">
                  <c:v>57.98</c:v>
                </c:pt>
                <c:pt idx="60283">
                  <c:v>236.43</c:v>
                </c:pt>
                <c:pt idx="60284">
                  <c:v>33.479999999999997</c:v>
                </c:pt>
                <c:pt idx="60285">
                  <c:v>59.98</c:v>
                </c:pt>
                <c:pt idx="60286">
                  <c:v>39.479999999999997</c:v>
                </c:pt>
                <c:pt idx="60287">
                  <c:v>18.13</c:v>
                </c:pt>
                <c:pt idx="60288">
                  <c:v>113.96</c:v>
                </c:pt>
                <c:pt idx="60289">
                  <c:v>41.28</c:v>
                </c:pt>
                <c:pt idx="60290">
                  <c:v>89.97</c:v>
                </c:pt>
                <c:pt idx="60291">
                  <c:v>79.95</c:v>
                </c:pt>
                <c:pt idx="60292">
                  <c:v>16.489999999999998</c:v>
                </c:pt>
                <c:pt idx="60293">
                  <c:v>59.98</c:v>
                </c:pt>
                <c:pt idx="60294">
                  <c:v>55.98</c:v>
                </c:pt>
                <c:pt idx="60295">
                  <c:v>67.97</c:v>
                </c:pt>
                <c:pt idx="60296">
                  <c:v>145.97</c:v>
                </c:pt>
                <c:pt idx="60297">
                  <c:v>37.49</c:v>
                </c:pt>
                <c:pt idx="60298">
                  <c:v>149.94999999999999</c:v>
                </c:pt>
                <c:pt idx="60299">
                  <c:v>52.97</c:v>
                </c:pt>
                <c:pt idx="60300">
                  <c:v>53.98</c:v>
                </c:pt>
                <c:pt idx="60301">
                  <c:v>59.98</c:v>
                </c:pt>
                <c:pt idx="60302">
                  <c:v>75.959999999999994</c:v>
                </c:pt>
                <c:pt idx="60303">
                  <c:v>48.58</c:v>
                </c:pt>
                <c:pt idx="60304">
                  <c:v>195.95</c:v>
                </c:pt>
                <c:pt idx="60305">
                  <c:v>129.43</c:v>
                </c:pt>
                <c:pt idx="60306">
                  <c:v>14.49</c:v>
                </c:pt>
                <c:pt idx="60307">
                  <c:v>163.07</c:v>
                </c:pt>
                <c:pt idx="60308">
                  <c:v>66.98</c:v>
                </c:pt>
                <c:pt idx="60309">
                  <c:v>59.98</c:v>
                </c:pt>
                <c:pt idx="60310">
                  <c:v>40.49</c:v>
                </c:pt>
                <c:pt idx="60311">
                  <c:v>59.98</c:v>
                </c:pt>
                <c:pt idx="60312">
                  <c:v>65.989999999999995</c:v>
                </c:pt>
                <c:pt idx="60313">
                  <c:v>93.45</c:v>
                </c:pt>
                <c:pt idx="60314">
                  <c:v>50.49</c:v>
                </c:pt>
                <c:pt idx="60315">
                  <c:v>55.98</c:v>
                </c:pt>
                <c:pt idx="60316">
                  <c:v>53.96</c:v>
                </c:pt>
                <c:pt idx="60317">
                  <c:v>87.96</c:v>
                </c:pt>
                <c:pt idx="60318">
                  <c:v>103.96</c:v>
                </c:pt>
                <c:pt idx="60319">
                  <c:v>59.39</c:v>
                </c:pt>
                <c:pt idx="60320">
                  <c:v>83.97</c:v>
                </c:pt>
                <c:pt idx="60321">
                  <c:v>-54.98</c:v>
                </c:pt>
                <c:pt idx="60322">
                  <c:v>52.98</c:v>
                </c:pt>
                <c:pt idx="60323">
                  <c:v>51.29</c:v>
                </c:pt>
                <c:pt idx="60324">
                  <c:v>19.29</c:v>
                </c:pt>
                <c:pt idx="60325">
                  <c:v>64.98</c:v>
                </c:pt>
                <c:pt idx="60326">
                  <c:v>55.98</c:v>
                </c:pt>
                <c:pt idx="60327">
                  <c:v>78.36</c:v>
                </c:pt>
                <c:pt idx="60328">
                  <c:v>129.96</c:v>
                </c:pt>
                <c:pt idx="60329">
                  <c:v>53.98</c:v>
                </c:pt>
                <c:pt idx="60330">
                  <c:v>27.29</c:v>
                </c:pt>
                <c:pt idx="60331">
                  <c:v>66.97</c:v>
                </c:pt>
                <c:pt idx="60332">
                  <c:v>22.49</c:v>
                </c:pt>
                <c:pt idx="60333">
                  <c:v>121.98</c:v>
                </c:pt>
                <c:pt idx="60334">
                  <c:v>55.98</c:v>
                </c:pt>
                <c:pt idx="60335">
                  <c:v>69.959999999999994</c:v>
                </c:pt>
                <c:pt idx="60336">
                  <c:v>92.15</c:v>
                </c:pt>
                <c:pt idx="60337">
                  <c:v>55.98</c:v>
                </c:pt>
                <c:pt idx="60338">
                  <c:v>133.46</c:v>
                </c:pt>
                <c:pt idx="60339">
                  <c:v>147.1</c:v>
                </c:pt>
                <c:pt idx="60340">
                  <c:v>82.26</c:v>
                </c:pt>
                <c:pt idx="60341">
                  <c:v>29.49</c:v>
                </c:pt>
                <c:pt idx="60342">
                  <c:v>59.98</c:v>
                </c:pt>
                <c:pt idx="60343">
                  <c:v>53.98</c:v>
                </c:pt>
                <c:pt idx="60344">
                  <c:v>55.98</c:v>
                </c:pt>
                <c:pt idx="60345">
                  <c:v>56.97</c:v>
                </c:pt>
                <c:pt idx="60346">
                  <c:v>83.48</c:v>
                </c:pt>
                <c:pt idx="60347">
                  <c:v>125.98</c:v>
                </c:pt>
                <c:pt idx="60348">
                  <c:v>59.98</c:v>
                </c:pt>
                <c:pt idx="60349">
                  <c:v>66.540000000000006</c:v>
                </c:pt>
                <c:pt idx="60350">
                  <c:v>125.06</c:v>
                </c:pt>
                <c:pt idx="60351">
                  <c:v>137.66</c:v>
                </c:pt>
                <c:pt idx="60352">
                  <c:v>113.96</c:v>
                </c:pt>
                <c:pt idx="60353">
                  <c:v>105.25</c:v>
                </c:pt>
                <c:pt idx="60354">
                  <c:v>264.92</c:v>
                </c:pt>
                <c:pt idx="60355">
                  <c:v>134.85</c:v>
                </c:pt>
                <c:pt idx="60356">
                  <c:v>59.98</c:v>
                </c:pt>
                <c:pt idx="60357">
                  <c:v>188.93</c:v>
                </c:pt>
                <c:pt idx="60358">
                  <c:v>24.18</c:v>
                </c:pt>
                <c:pt idx="60359">
                  <c:v>56.98</c:v>
                </c:pt>
                <c:pt idx="60360">
                  <c:v>59.98</c:v>
                </c:pt>
                <c:pt idx="60361">
                  <c:v>207.92</c:v>
                </c:pt>
                <c:pt idx="60362">
                  <c:v>30.38</c:v>
                </c:pt>
                <c:pt idx="60363">
                  <c:v>59.98</c:v>
                </c:pt>
                <c:pt idx="60364">
                  <c:v>55.98</c:v>
                </c:pt>
                <c:pt idx="60365">
                  <c:v>17.489999999999998</c:v>
                </c:pt>
                <c:pt idx="60366">
                  <c:v>16.489999999999998</c:v>
                </c:pt>
                <c:pt idx="60367">
                  <c:v>121.98</c:v>
                </c:pt>
                <c:pt idx="60368">
                  <c:v>117.27</c:v>
                </c:pt>
                <c:pt idx="60369">
                  <c:v>70.73</c:v>
                </c:pt>
                <c:pt idx="60370">
                  <c:v>67.739999999999995</c:v>
                </c:pt>
                <c:pt idx="60371">
                  <c:v>49.49</c:v>
                </c:pt>
                <c:pt idx="60372">
                  <c:v>65.989999999999995</c:v>
                </c:pt>
                <c:pt idx="60373">
                  <c:v>70.98</c:v>
                </c:pt>
                <c:pt idx="60374">
                  <c:v>20.239999999999998</c:v>
                </c:pt>
                <c:pt idx="60375">
                  <c:v>25.49</c:v>
                </c:pt>
                <c:pt idx="60376">
                  <c:v>50.97</c:v>
                </c:pt>
                <c:pt idx="60377">
                  <c:v>65.989999999999995</c:v>
                </c:pt>
                <c:pt idx="60378">
                  <c:v>39.479999999999997</c:v>
                </c:pt>
                <c:pt idx="60379">
                  <c:v>94.96</c:v>
                </c:pt>
                <c:pt idx="60380">
                  <c:v>29.48</c:v>
                </c:pt>
                <c:pt idx="60381">
                  <c:v>31.29</c:v>
                </c:pt>
                <c:pt idx="60382">
                  <c:v>72.97</c:v>
                </c:pt>
                <c:pt idx="60383">
                  <c:v>89.97</c:v>
                </c:pt>
                <c:pt idx="60384">
                  <c:v>31.49</c:v>
                </c:pt>
                <c:pt idx="60385">
                  <c:v>70.17</c:v>
                </c:pt>
                <c:pt idx="60386">
                  <c:v>115.16</c:v>
                </c:pt>
                <c:pt idx="60387">
                  <c:v>52.46</c:v>
                </c:pt>
                <c:pt idx="60388">
                  <c:v>89.98</c:v>
                </c:pt>
                <c:pt idx="60389">
                  <c:v>55.98</c:v>
                </c:pt>
                <c:pt idx="60390">
                  <c:v>39.479999999999997</c:v>
                </c:pt>
                <c:pt idx="60391">
                  <c:v>94.96</c:v>
                </c:pt>
                <c:pt idx="60392">
                  <c:v>58.98</c:v>
                </c:pt>
                <c:pt idx="60393">
                  <c:v>55.98</c:v>
                </c:pt>
                <c:pt idx="60394">
                  <c:v>55.98</c:v>
                </c:pt>
                <c:pt idx="60395">
                  <c:v>60.99</c:v>
                </c:pt>
                <c:pt idx="60396">
                  <c:v>55.98</c:v>
                </c:pt>
                <c:pt idx="60397">
                  <c:v>50.38</c:v>
                </c:pt>
                <c:pt idx="60398">
                  <c:v>172.97</c:v>
                </c:pt>
                <c:pt idx="60399">
                  <c:v>56.75</c:v>
                </c:pt>
                <c:pt idx="60400">
                  <c:v>65.989999999999995</c:v>
                </c:pt>
                <c:pt idx="60401">
                  <c:v>56.7</c:v>
                </c:pt>
                <c:pt idx="60402">
                  <c:v>65.989999999999995</c:v>
                </c:pt>
                <c:pt idx="60403">
                  <c:v>67.97</c:v>
                </c:pt>
                <c:pt idx="60404">
                  <c:v>58.97</c:v>
                </c:pt>
                <c:pt idx="60405">
                  <c:v>55.98</c:v>
                </c:pt>
                <c:pt idx="60406">
                  <c:v>75.98</c:v>
                </c:pt>
                <c:pt idx="60407">
                  <c:v>55.77</c:v>
                </c:pt>
                <c:pt idx="60408">
                  <c:v>69.97</c:v>
                </c:pt>
                <c:pt idx="60409">
                  <c:v>99.97</c:v>
                </c:pt>
                <c:pt idx="60410">
                  <c:v>59.96</c:v>
                </c:pt>
                <c:pt idx="60411">
                  <c:v>60.18</c:v>
                </c:pt>
                <c:pt idx="60412">
                  <c:v>86.57</c:v>
                </c:pt>
                <c:pt idx="60413">
                  <c:v>119.96</c:v>
                </c:pt>
                <c:pt idx="60414">
                  <c:v>419.85</c:v>
                </c:pt>
                <c:pt idx="60415">
                  <c:v>48.04</c:v>
                </c:pt>
                <c:pt idx="60416">
                  <c:v>49.49</c:v>
                </c:pt>
                <c:pt idx="60417">
                  <c:v>54.99</c:v>
                </c:pt>
                <c:pt idx="60418">
                  <c:v>21.49</c:v>
                </c:pt>
                <c:pt idx="60419">
                  <c:v>71.97</c:v>
                </c:pt>
                <c:pt idx="60420">
                  <c:v>84.96</c:v>
                </c:pt>
                <c:pt idx="60421">
                  <c:v>83.47</c:v>
                </c:pt>
                <c:pt idx="60422">
                  <c:v>123.37</c:v>
                </c:pt>
                <c:pt idx="60423">
                  <c:v>172.97</c:v>
                </c:pt>
                <c:pt idx="60424">
                  <c:v>65.290000000000006</c:v>
                </c:pt>
                <c:pt idx="60425">
                  <c:v>56.98</c:v>
                </c:pt>
                <c:pt idx="60426">
                  <c:v>61.98</c:v>
                </c:pt>
                <c:pt idx="60427">
                  <c:v>105.98</c:v>
                </c:pt>
                <c:pt idx="60428">
                  <c:v>209.94</c:v>
                </c:pt>
                <c:pt idx="60429">
                  <c:v>139.94999999999999</c:v>
                </c:pt>
                <c:pt idx="60430">
                  <c:v>121.8</c:v>
                </c:pt>
                <c:pt idx="60431">
                  <c:v>26.99</c:v>
                </c:pt>
                <c:pt idx="60432">
                  <c:v>93.97</c:v>
                </c:pt>
                <c:pt idx="60433">
                  <c:v>-57.98</c:v>
                </c:pt>
                <c:pt idx="60434">
                  <c:v>83.97</c:v>
                </c:pt>
                <c:pt idx="60435">
                  <c:v>54.99</c:v>
                </c:pt>
                <c:pt idx="60436">
                  <c:v>223.92</c:v>
                </c:pt>
                <c:pt idx="60437">
                  <c:v>71.989999999999995</c:v>
                </c:pt>
                <c:pt idx="60438">
                  <c:v>99.9</c:v>
                </c:pt>
                <c:pt idx="60439">
                  <c:v>59.39</c:v>
                </c:pt>
                <c:pt idx="60440">
                  <c:v>77.97</c:v>
                </c:pt>
                <c:pt idx="60441">
                  <c:v>-59.98</c:v>
                </c:pt>
                <c:pt idx="60442">
                  <c:v>59.99</c:v>
                </c:pt>
                <c:pt idx="60443">
                  <c:v>51.98</c:v>
                </c:pt>
                <c:pt idx="60444">
                  <c:v>23.99</c:v>
                </c:pt>
                <c:pt idx="60445">
                  <c:v>41.09</c:v>
                </c:pt>
                <c:pt idx="60446">
                  <c:v>55.96</c:v>
                </c:pt>
                <c:pt idx="60447">
                  <c:v>35</c:v>
                </c:pt>
                <c:pt idx="60448">
                  <c:v>54.98</c:v>
                </c:pt>
                <c:pt idx="60449">
                  <c:v>121.98</c:v>
                </c:pt>
                <c:pt idx="60450">
                  <c:v>123.4</c:v>
                </c:pt>
                <c:pt idx="60451">
                  <c:v>107.94</c:v>
                </c:pt>
                <c:pt idx="60452">
                  <c:v>90.96</c:v>
                </c:pt>
                <c:pt idx="60453">
                  <c:v>78.63</c:v>
                </c:pt>
                <c:pt idx="60454">
                  <c:v>65.989999999999995</c:v>
                </c:pt>
                <c:pt idx="60455">
                  <c:v>55.98</c:v>
                </c:pt>
                <c:pt idx="60456">
                  <c:v>67.739999999999995</c:v>
                </c:pt>
                <c:pt idx="60457">
                  <c:v>121.98</c:v>
                </c:pt>
                <c:pt idx="60458">
                  <c:v>55.98</c:v>
                </c:pt>
                <c:pt idx="60459">
                  <c:v>59.98</c:v>
                </c:pt>
                <c:pt idx="60460">
                  <c:v>65.989999999999995</c:v>
                </c:pt>
                <c:pt idx="60461">
                  <c:v>149.94</c:v>
                </c:pt>
                <c:pt idx="60462">
                  <c:v>63.98</c:v>
                </c:pt>
                <c:pt idx="60463">
                  <c:v>86.07</c:v>
                </c:pt>
                <c:pt idx="60464">
                  <c:v>79.98</c:v>
                </c:pt>
                <c:pt idx="60465">
                  <c:v>79.98</c:v>
                </c:pt>
                <c:pt idx="60466">
                  <c:v>59.98</c:v>
                </c:pt>
                <c:pt idx="60467">
                  <c:v>59.98</c:v>
                </c:pt>
                <c:pt idx="60468">
                  <c:v>48.58</c:v>
                </c:pt>
                <c:pt idx="60469">
                  <c:v>167.8</c:v>
                </c:pt>
                <c:pt idx="60470">
                  <c:v>60.99</c:v>
                </c:pt>
                <c:pt idx="60471">
                  <c:v>77.97</c:v>
                </c:pt>
                <c:pt idx="60472">
                  <c:v>27.3</c:v>
                </c:pt>
                <c:pt idx="60473">
                  <c:v>117.94</c:v>
                </c:pt>
                <c:pt idx="60474">
                  <c:v>53.98</c:v>
                </c:pt>
                <c:pt idx="60475">
                  <c:v>51.27</c:v>
                </c:pt>
                <c:pt idx="60476">
                  <c:v>57.98</c:v>
                </c:pt>
                <c:pt idx="60477">
                  <c:v>59.98</c:v>
                </c:pt>
                <c:pt idx="60478">
                  <c:v>89.97</c:v>
                </c:pt>
                <c:pt idx="60479">
                  <c:v>41.49</c:v>
                </c:pt>
                <c:pt idx="60480">
                  <c:v>51.95</c:v>
                </c:pt>
                <c:pt idx="60481">
                  <c:v>65.989999999999995</c:v>
                </c:pt>
                <c:pt idx="60482">
                  <c:v>91.17</c:v>
                </c:pt>
                <c:pt idx="60483">
                  <c:v>86.97</c:v>
                </c:pt>
                <c:pt idx="60484">
                  <c:v>51.98</c:v>
                </c:pt>
                <c:pt idx="60485">
                  <c:v>11.09</c:v>
                </c:pt>
                <c:pt idx="60486">
                  <c:v>71.97</c:v>
                </c:pt>
                <c:pt idx="60487">
                  <c:v>-31.48</c:v>
                </c:pt>
                <c:pt idx="60488">
                  <c:v>117.97</c:v>
                </c:pt>
                <c:pt idx="60489">
                  <c:v>54.99</c:v>
                </c:pt>
                <c:pt idx="60490">
                  <c:v>-31.48</c:v>
                </c:pt>
                <c:pt idx="60491">
                  <c:v>31.48</c:v>
                </c:pt>
                <c:pt idx="60492">
                  <c:v>67.02</c:v>
                </c:pt>
                <c:pt idx="60493">
                  <c:v>241.42</c:v>
                </c:pt>
                <c:pt idx="60494">
                  <c:v>63.98</c:v>
                </c:pt>
                <c:pt idx="60495">
                  <c:v>71.97</c:v>
                </c:pt>
                <c:pt idx="60496">
                  <c:v>60.99</c:v>
                </c:pt>
                <c:pt idx="60497">
                  <c:v>58.98</c:v>
                </c:pt>
                <c:pt idx="60498">
                  <c:v>59.98</c:v>
                </c:pt>
                <c:pt idx="60499">
                  <c:v>121.98</c:v>
                </c:pt>
                <c:pt idx="60500">
                  <c:v>83.96</c:v>
                </c:pt>
                <c:pt idx="60501">
                  <c:v>64.95</c:v>
                </c:pt>
                <c:pt idx="60502">
                  <c:v>46.38</c:v>
                </c:pt>
                <c:pt idx="60503">
                  <c:v>65.989999999999995</c:v>
                </c:pt>
                <c:pt idx="60504">
                  <c:v>86.97</c:v>
                </c:pt>
                <c:pt idx="60505">
                  <c:v>84.98</c:v>
                </c:pt>
                <c:pt idx="60506">
                  <c:v>29.49</c:v>
                </c:pt>
                <c:pt idx="60507">
                  <c:v>83.97</c:v>
                </c:pt>
                <c:pt idx="60508">
                  <c:v>83.97</c:v>
                </c:pt>
                <c:pt idx="60509">
                  <c:v>55.98</c:v>
                </c:pt>
                <c:pt idx="60510">
                  <c:v>55.98</c:v>
                </c:pt>
                <c:pt idx="60511">
                  <c:v>56.97</c:v>
                </c:pt>
                <c:pt idx="60512">
                  <c:v>142.46</c:v>
                </c:pt>
                <c:pt idx="60513">
                  <c:v>63.97</c:v>
                </c:pt>
                <c:pt idx="60514">
                  <c:v>41.09</c:v>
                </c:pt>
                <c:pt idx="60515">
                  <c:v>72.55</c:v>
                </c:pt>
                <c:pt idx="60516">
                  <c:v>89.97</c:v>
                </c:pt>
                <c:pt idx="60517">
                  <c:v>119.96</c:v>
                </c:pt>
                <c:pt idx="60518">
                  <c:v>19.34</c:v>
                </c:pt>
                <c:pt idx="60519">
                  <c:v>151.15</c:v>
                </c:pt>
                <c:pt idx="60520">
                  <c:v>63.16</c:v>
                </c:pt>
                <c:pt idx="60521">
                  <c:v>62.97</c:v>
                </c:pt>
                <c:pt idx="60522">
                  <c:v>82.64</c:v>
                </c:pt>
                <c:pt idx="60523">
                  <c:v>66.069999999999993</c:v>
                </c:pt>
                <c:pt idx="60524">
                  <c:v>41.49</c:v>
                </c:pt>
                <c:pt idx="60525">
                  <c:v>7.24</c:v>
                </c:pt>
                <c:pt idx="60526">
                  <c:v>119.96</c:v>
                </c:pt>
                <c:pt idx="60527">
                  <c:v>22.97</c:v>
                </c:pt>
                <c:pt idx="60528">
                  <c:v>57.98</c:v>
                </c:pt>
                <c:pt idx="60529">
                  <c:v>121.98</c:v>
                </c:pt>
                <c:pt idx="60530">
                  <c:v>90.73</c:v>
                </c:pt>
                <c:pt idx="60531">
                  <c:v>62.06</c:v>
                </c:pt>
                <c:pt idx="60532">
                  <c:v>99.98</c:v>
                </c:pt>
                <c:pt idx="60533">
                  <c:v>84.98</c:v>
                </c:pt>
                <c:pt idx="60534">
                  <c:v>121.98</c:v>
                </c:pt>
                <c:pt idx="60535">
                  <c:v>72.97</c:v>
                </c:pt>
                <c:pt idx="60536">
                  <c:v>58.03</c:v>
                </c:pt>
                <c:pt idx="60537">
                  <c:v>77.97</c:v>
                </c:pt>
                <c:pt idx="60538">
                  <c:v>55.96</c:v>
                </c:pt>
                <c:pt idx="60539">
                  <c:v>69.989999999999995</c:v>
                </c:pt>
                <c:pt idx="60540">
                  <c:v>52.97</c:v>
                </c:pt>
                <c:pt idx="60541">
                  <c:v>59.98</c:v>
                </c:pt>
                <c:pt idx="60542">
                  <c:v>41.29</c:v>
                </c:pt>
                <c:pt idx="60543">
                  <c:v>64.78</c:v>
                </c:pt>
                <c:pt idx="60544">
                  <c:v>103.47</c:v>
                </c:pt>
                <c:pt idx="60545">
                  <c:v>83.97</c:v>
                </c:pt>
                <c:pt idx="60546">
                  <c:v>-44.99</c:v>
                </c:pt>
                <c:pt idx="60547">
                  <c:v>57.98</c:v>
                </c:pt>
                <c:pt idx="60548">
                  <c:v>25.99</c:v>
                </c:pt>
                <c:pt idx="60549">
                  <c:v>79.989999999999995</c:v>
                </c:pt>
                <c:pt idx="60550">
                  <c:v>84.97</c:v>
                </c:pt>
                <c:pt idx="60551">
                  <c:v>55.98</c:v>
                </c:pt>
                <c:pt idx="60552">
                  <c:v>201.96</c:v>
                </c:pt>
                <c:pt idx="60553">
                  <c:v>79.97</c:v>
                </c:pt>
                <c:pt idx="60554">
                  <c:v>103.96</c:v>
                </c:pt>
                <c:pt idx="60555">
                  <c:v>59.39</c:v>
                </c:pt>
                <c:pt idx="60556">
                  <c:v>111.96</c:v>
                </c:pt>
                <c:pt idx="60557">
                  <c:v>79.97</c:v>
                </c:pt>
                <c:pt idx="60558">
                  <c:v>51.98</c:v>
                </c:pt>
                <c:pt idx="60559">
                  <c:v>91.98</c:v>
                </c:pt>
                <c:pt idx="60560">
                  <c:v>53.48</c:v>
                </c:pt>
                <c:pt idx="60561">
                  <c:v>59.98</c:v>
                </c:pt>
                <c:pt idx="60562">
                  <c:v>50.38</c:v>
                </c:pt>
                <c:pt idx="60563">
                  <c:v>93.56</c:v>
                </c:pt>
                <c:pt idx="60564">
                  <c:v>107.96</c:v>
                </c:pt>
                <c:pt idx="60565">
                  <c:v>31.48</c:v>
                </c:pt>
                <c:pt idx="60566">
                  <c:v>51.98</c:v>
                </c:pt>
                <c:pt idx="60567">
                  <c:v>50.96</c:v>
                </c:pt>
                <c:pt idx="60568">
                  <c:v>49.99</c:v>
                </c:pt>
                <c:pt idx="60569">
                  <c:v>159.96</c:v>
                </c:pt>
                <c:pt idx="60570">
                  <c:v>121.98</c:v>
                </c:pt>
                <c:pt idx="60571">
                  <c:v>134.94999999999999</c:v>
                </c:pt>
                <c:pt idx="60572">
                  <c:v>100.98</c:v>
                </c:pt>
                <c:pt idx="60573">
                  <c:v>53.98</c:v>
                </c:pt>
                <c:pt idx="60574">
                  <c:v>125.79</c:v>
                </c:pt>
                <c:pt idx="60575">
                  <c:v>51.98</c:v>
                </c:pt>
                <c:pt idx="60576">
                  <c:v>119.97</c:v>
                </c:pt>
                <c:pt idx="60577">
                  <c:v>65.989999999999995</c:v>
                </c:pt>
                <c:pt idx="60578">
                  <c:v>65.989999999999995</c:v>
                </c:pt>
                <c:pt idx="60579">
                  <c:v>65.27</c:v>
                </c:pt>
                <c:pt idx="60580">
                  <c:v>116.97</c:v>
                </c:pt>
                <c:pt idx="60581">
                  <c:v>16.48</c:v>
                </c:pt>
                <c:pt idx="60582">
                  <c:v>85.47</c:v>
                </c:pt>
                <c:pt idx="60583">
                  <c:v>89.98</c:v>
                </c:pt>
                <c:pt idx="60584">
                  <c:v>71.97</c:v>
                </c:pt>
                <c:pt idx="60585">
                  <c:v>107.97</c:v>
                </c:pt>
                <c:pt idx="60586">
                  <c:v>95.94</c:v>
                </c:pt>
                <c:pt idx="60587">
                  <c:v>55.98</c:v>
                </c:pt>
                <c:pt idx="60588">
                  <c:v>191.95</c:v>
                </c:pt>
                <c:pt idx="60589">
                  <c:v>137.84</c:v>
                </c:pt>
                <c:pt idx="60590">
                  <c:v>51.48</c:v>
                </c:pt>
                <c:pt idx="60591">
                  <c:v>77.42</c:v>
                </c:pt>
                <c:pt idx="60592">
                  <c:v>67.97</c:v>
                </c:pt>
                <c:pt idx="60593">
                  <c:v>29.49</c:v>
                </c:pt>
                <c:pt idx="60594">
                  <c:v>55.98</c:v>
                </c:pt>
                <c:pt idx="60595">
                  <c:v>53.43</c:v>
                </c:pt>
                <c:pt idx="60596">
                  <c:v>52.98</c:v>
                </c:pt>
                <c:pt idx="60597">
                  <c:v>74.069999999999993</c:v>
                </c:pt>
                <c:pt idx="60598">
                  <c:v>55.98</c:v>
                </c:pt>
                <c:pt idx="60599">
                  <c:v>84.98</c:v>
                </c:pt>
                <c:pt idx="60600">
                  <c:v>269.89999999999998</c:v>
                </c:pt>
                <c:pt idx="60601">
                  <c:v>66.98</c:v>
                </c:pt>
                <c:pt idx="60602">
                  <c:v>70.760000000000005</c:v>
                </c:pt>
                <c:pt idx="60603">
                  <c:v>46.49</c:v>
                </c:pt>
                <c:pt idx="60604">
                  <c:v>251.91</c:v>
                </c:pt>
                <c:pt idx="60605">
                  <c:v>71.97</c:v>
                </c:pt>
                <c:pt idx="60606">
                  <c:v>135.47</c:v>
                </c:pt>
                <c:pt idx="60607">
                  <c:v>55.98</c:v>
                </c:pt>
                <c:pt idx="60608">
                  <c:v>118.52</c:v>
                </c:pt>
                <c:pt idx="60609">
                  <c:v>64.09</c:v>
                </c:pt>
                <c:pt idx="60610">
                  <c:v>39.28</c:v>
                </c:pt>
                <c:pt idx="60611">
                  <c:v>112.46</c:v>
                </c:pt>
                <c:pt idx="60612">
                  <c:v>75.569999999999993</c:v>
                </c:pt>
                <c:pt idx="60613">
                  <c:v>75.98</c:v>
                </c:pt>
                <c:pt idx="60614">
                  <c:v>99.78</c:v>
                </c:pt>
                <c:pt idx="60615">
                  <c:v>103.92</c:v>
                </c:pt>
                <c:pt idx="60616">
                  <c:v>75.97</c:v>
                </c:pt>
                <c:pt idx="60617">
                  <c:v>44.99</c:v>
                </c:pt>
                <c:pt idx="60618">
                  <c:v>55.98</c:v>
                </c:pt>
                <c:pt idx="60619">
                  <c:v>20.190000000000001</c:v>
                </c:pt>
                <c:pt idx="60620">
                  <c:v>121.98</c:v>
                </c:pt>
                <c:pt idx="60621">
                  <c:v>69.97</c:v>
                </c:pt>
                <c:pt idx="60622">
                  <c:v>53.53</c:v>
                </c:pt>
                <c:pt idx="60623">
                  <c:v>21.29</c:v>
                </c:pt>
                <c:pt idx="60624">
                  <c:v>92.97</c:v>
                </c:pt>
                <c:pt idx="60625">
                  <c:v>46.49</c:v>
                </c:pt>
                <c:pt idx="60626">
                  <c:v>59.98</c:v>
                </c:pt>
                <c:pt idx="60627">
                  <c:v>77.959999999999994</c:v>
                </c:pt>
                <c:pt idx="60628">
                  <c:v>83.97</c:v>
                </c:pt>
                <c:pt idx="60629">
                  <c:v>131.97999999999999</c:v>
                </c:pt>
                <c:pt idx="60630">
                  <c:v>55.75</c:v>
                </c:pt>
                <c:pt idx="60631">
                  <c:v>38.479999999999997</c:v>
                </c:pt>
                <c:pt idx="60632">
                  <c:v>34.49</c:v>
                </c:pt>
                <c:pt idx="60633">
                  <c:v>133.94999999999999</c:v>
                </c:pt>
                <c:pt idx="60634">
                  <c:v>121.98</c:v>
                </c:pt>
                <c:pt idx="60635">
                  <c:v>99.98</c:v>
                </c:pt>
                <c:pt idx="60636">
                  <c:v>49.48</c:v>
                </c:pt>
                <c:pt idx="60637">
                  <c:v>-203.93</c:v>
                </c:pt>
                <c:pt idx="60638">
                  <c:v>20.29</c:v>
                </c:pt>
                <c:pt idx="60639">
                  <c:v>80.97</c:v>
                </c:pt>
                <c:pt idx="60640">
                  <c:v>53.18</c:v>
                </c:pt>
                <c:pt idx="60641">
                  <c:v>64.319999999999993</c:v>
                </c:pt>
                <c:pt idx="60642">
                  <c:v>51.98</c:v>
                </c:pt>
                <c:pt idx="60643">
                  <c:v>54.98</c:v>
                </c:pt>
                <c:pt idx="60644">
                  <c:v>83.48</c:v>
                </c:pt>
                <c:pt idx="60645">
                  <c:v>77.39</c:v>
                </c:pt>
                <c:pt idx="60646">
                  <c:v>98.33</c:v>
                </c:pt>
                <c:pt idx="60647">
                  <c:v>55.98</c:v>
                </c:pt>
                <c:pt idx="60648">
                  <c:v>49.85</c:v>
                </c:pt>
                <c:pt idx="60649">
                  <c:v>135.5</c:v>
                </c:pt>
                <c:pt idx="60650">
                  <c:v>55.98</c:v>
                </c:pt>
                <c:pt idx="60651">
                  <c:v>89.97</c:v>
                </c:pt>
                <c:pt idx="60652">
                  <c:v>30.49</c:v>
                </c:pt>
                <c:pt idx="60653">
                  <c:v>58.24</c:v>
                </c:pt>
                <c:pt idx="60654">
                  <c:v>66.569999999999993</c:v>
                </c:pt>
                <c:pt idx="60655">
                  <c:v>56.4</c:v>
                </c:pt>
                <c:pt idx="60656">
                  <c:v>101.97</c:v>
                </c:pt>
                <c:pt idx="60657">
                  <c:v>38.479999999999997</c:v>
                </c:pt>
                <c:pt idx="60658">
                  <c:v>109.97</c:v>
                </c:pt>
                <c:pt idx="60659">
                  <c:v>74.95</c:v>
                </c:pt>
                <c:pt idx="60660">
                  <c:v>125.96</c:v>
                </c:pt>
                <c:pt idx="60661">
                  <c:v>121.98</c:v>
                </c:pt>
                <c:pt idx="60662">
                  <c:v>59.39</c:v>
                </c:pt>
                <c:pt idx="60663">
                  <c:v>100.76</c:v>
                </c:pt>
                <c:pt idx="60664">
                  <c:v>77.97</c:v>
                </c:pt>
                <c:pt idx="60665">
                  <c:v>167.94</c:v>
                </c:pt>
                <c:pt idx="60666">
                  <c:v>116.45</c:v>
                </c:pt>
                <c:pt idx="60667">
                  <c:v>129.94999999999999</c:v>
                </c:pt>
                <c:pt idx="60668">
                  <c:v>55.98</c:v>
                </c:pt>
                <c:pt idx="60669">
                  <c:v>77.56</c:v>
                </c:pt>
                <c:pt idx="60670">
                  <c:v>59.96</c:v>
                </c:pt>
                <c:pt idx="60671">
                  <c:v>55.61</c:v>
                </c:pt>
                <c:pt idx="60672">
                  <c:v>50.38</c:v>
                </c:pt>
                <c:pt idx="60673">
                  <c:v>138.57</c:v>
                </c:pt>
                <c:pt idx="60674">
                  <c:v>95.96</c:v>
                </c:pt>
                <c:pt idx="60675">
                  <c:v>55.98</c:v>
                </c:pt>
                <c:pt idx="60676">
                  <c:v>59.98</c:v>
                </c:pt>
                <c:pt idx="60677">
                  <c:v>37.47</c:v>
                </c:pt>
                <c:pt idx="60678">
                  <c:v>51.98</c:v>
                </c:pt>
                <c:pt idx="60679">
                  <c:v>49.57</c:v>
                </c:pt>
                <c:pt idx="60680">
                  <c:v>48.36</c:v>
                </c:pt>
                <c:pt idx="60681">
                  <c:v>39.89</c:v>
                </c:pt>
                <c:pt idx="60682">
                  <c:v>119.96</c:v>
                </c:pt>
                <c:pt idx="60683">
                  <c:v>106.97</c:v>
                </c:pt>
                <c:pt idx="60684">
                  <c:v>54.99</c:v>
                </c:pt>
                <c:pt idx="60685">
                  <c:v>62.97</c:v>
                </c:pt>
                <c:pt idx="60686">
                  <c:v>71.98</c:v>
                </c:pt>
                <c:pt idx="60687">
                  <c:v>89.95</c:v>
                </c:pt>
                <c:pt idx="60688">
                  <c:v>50.38</c:v>
                </c:pt>
                <c:pt idx="60689">
                  <c:v>113.96</c:v>
                </c:pt>
                <c:pt idx="60690">
                  <c:v>121.98</c:v>
                </c:pt>
                <c:pt idx="60691">
                  <c:v>57.48</c:v>
                </c:pt>
                <c:pt idx="60692">
                  <c:v>31.49</c:v>
                </c:pt>
                <c:pt idx="60693">
                  <c:v>121.98</c:v>
                </c:pt>
                <c:pt idx="60694">
                  <c:v>64.97</c:v>
                </c:pt>
                <c:pt idx="60695">
                  <c:v>76.569999999999993</c:v>
                </c:pt>
                <c:pt idx="60696">
                  <c:v>121.98</c:v>
                </c:pt>
                <c:pt idx="60697">
                  <c:v>80.97</c:v>
                </c:pt>
                <c:pt idx="60698">
                  <c:v>108.97</c:v>
                </c:pt>
                <c:pt idx="60699">
                  <c:v>54.98</c:v>
                </c:pt>
                <c:pt idx="60700">
                  <c:v>31.48</c:v>
                </c:pt>
                <c:pt idx="60701">
                  <c:v>54.99</c:v>
                </c:pt>
                <c:pt idx="60702">
                  <c:v>51.96</c:v>
                </c:pt>
                <c:pt idx="60703">
                  <c:v>103.96</c:v>
                </c:pt>
                <c:pt idx="60704">
                  <c:v>55.98</c:v>
                </c:pt>
                <c:pt idx="60705">
                  <c:v>57.96</c:v>
                </c:pt>
                <c:pt idx="60706">
                  <c:v>81.98</c:v>
                </c:pt>
                <c:pt idx="60707">
                  <c:v>96.78</c:v>
                </c:pt>
                <c:pt idx="60708">
                  <c:v>242.89</c:v>
                </c:pt>
                <c:pt idx="60709">
                  <c:v>55.98</c:v>
                </c:pt>
                <c:pt idx="60710">
                  <c:v>80.97</c:v>
                </c:pt>
                <c:pt idx="60711">
                  <c:v>16.489999999999998</c:v>
                </c:pt>
                <c:pt idx="60712">
                  <c:v>55.98</c:v>
                </c:pt>
                <c:pt idx="60713">
                  <c:v>55.98</c:v>
                </c:pt>
                <c:pt idx="60714">
                  <c:v>37.47</c:v>
                </c:pt>
                <c:pt idx="60715">
                  <c:v>147.6</c:v>
                </c:pt>
                <c:pt idx="60716">
                  <c:v>85.96</c:v>
                </c:pt>
                <c:pt idx="60717">
                  <c:v>54.98</c:v>
                </c:pt>
                <c:pt idx="60718">
                  <c:v>31.48</c:v>
                </c:pt>
                <c:pt idx="60719">
                  <c:v>59.98</c:v>
                </c:pt>
                <c:pt idx="60720">
                  <c:v>54.99</c:v>
                </c:pt>
                <c:pt idx="60721">
                  <c:v>189</c:v>
                </c:pt>
                <c:pt idx="60722">
                  <c:v>111.96</c:v>
                </c:pt>
                <c:pt idx="60723">
                  <c:v>90.98</c:v>
                </c:pt>
                <c:pt idx="60724">
                  <c:v>103.96</c:v>
                </c:pt>
                <c:pt idx="60725">
                  <c:v>69.989999999999995</c:v>
                </c:pt>
                <c:pt idx="60726">
                  <c:v>34.49</c:v>
                </c:pt>
                <c:pt idx="60727">
                  <c:v>89.97</c:v>
                </c:pt>
                <c:pt idx="60728">
                  <c:v>119.97</c:v>
                </c:pt>
                <c:pt idx="60729">
                  <c:v>53.97</c:v>
                </c:pt>
                <c:pt idx="60730">
                  <c:v>83.97</c:v>
                </c:pt>
                <c:pt idx="60731">
                  <c:v>31.49</c:v>
                </c:pt>
                <c:pt idx="60732">
                  <c:v>89.98</c:v>
                </c:pt>
                <c:pt idx="60733">
                  <c:v>24.49</c:v>
                </c:pt>
                <c:pt idx="60734">
                  <c:v>195.93</c:v>
                </c:pt>
                <c:pt idx="60735">
                  <c:v>62.98</c:v>
                </c:pt>
                <c:pt idx="60736">
                  <c:v>65.989999999999995</c:v>
                </c:pt>
                <c:pt idx="60737">
                  <c:v>99.98</c:v>
                </c:pt>
                <c:pt idx="60738">
                  <c:v>83.97</c:v>
                </c:pt>
                <c:pt idx="60739">
                  <c:v>95.14</c:v>
                </c:pt>
                <c:pt idx="60740">
                  <c:v>49.48</c:v>
                </c:pt>
                <c:pt idx="60741">
                  <c:v>58.55</c:v>
                </c:pt>
                <c:pt idx="60742">
                  <c:v>84.98</c:v>
                </c:pt>
                <c:pt idx="60743">
                  <c:v>104.95</c:v>
                </c:pt>
                <c:pt idx="60744">
                  <c:v>78.02</c:v>
                </c:pt>
                <c:pt idx="60745">
                  <c:v>52.98</c:v>
                </c:pt>
                <c:pt idx="60746">
                  <c:v>55.98</c:v>
                </c:pt>
                <c:pt idx="60747">
                  <c:v>94.95</c:v>
                </c:pt>
                <c:pt idx="60748">
                  <c:v>120.46</c:v>
                </c:pt>
                <c:pt idx="60749">
                  <c:v>277</c:v>
                </c:pt>
                <c:pt idx="60750">
                  <c:v>78.98</c:v>
                </c:pt>
                <c:pt idx="60751">
                  <c:v>65.989999999999995</c:v>
                </c:pt>
                <c:pt idx="60752">
                  <c:v>131.97999999999999</c:v>
                </c:pt>
                <c:pt idx="60753">
                  <c:v>61.98</c:v>
                </c:pt>
                <c:pt idx="60754">
                  <c:v>169.33</c:v>
                </c:pt>
                <c:pt idx="60755">
                  <c:v>143.94</c:v>
                </c:pt>
                <c:pt idx="60756">
                  <c:v>93.63</c:v>
                </c:pt>
                <c:pt idx="60757">
                  <c:v>55.98</c:v>
                </c:pt>
                <c:pt idx="60758">
                  <c:v>89.97</c:v>
                </c:pt>
                <c:pt idx="60759">
                  <c:v>62.97</c:v>
                </c:pt>
                <c:pt idx="60760">
                  <c:v>155.94</c:v>
                </c:pt>
                <c:pt idx="60761">
                  <c:v>149.94999999999999</c:v>
                </c:pt>
                <c:pt idx="60762">
                  <c:v>55.98</c:v>
                </c:pt>
                <c:pt idx="60763">
                  <c:v>110.96</c:v>
                </c:pt>
                <c:pt idx="60764">
                  <c:v>9.49</c:v>
                </c:pt>
                <c:pt idx="60765">
                  <c:v>106.05</c:v>
                </c:pt>
                <c:pt idx="60766">
                  <c:v>79.98</c:v>
                </c:pt>
                <c:pt idx="60767">
                  <c:v>119.97</c:v>
                </c:pt>
                <c:pt idx="60768">
                  <c:v>90.93</c:v>
                </c:pt>
                <c:pt idx="60769">
                  <c:v>67.98</c:v>
                </c:pt>
                <c:pt idx="60770">
                  <c:v>59.98</c:v>
                </c:pt>
                <c:pt idx="60771">
                  <c:v>63.98</c:v>
                </c:pt>
                <c:pt idx="60772">
                  <c:v>55.39</c:v>
                </c:pt>
                <c:pt idx="60773">
                  <c:v>59.98</c:v>
                </c:pt>
                <c:pt idx="60774">
                  <c:v>55.98</c:v>
                </c:pt>
                <c:pt idx="60775">
                  <c:v>51.98</c:v>
                </c:pt>
                <c:pt idx="60776">
                  <c:v>82.97</c:v>
                </c:pt>
                <c:pt idx="60777">
                  <c:v>65.989999999999995</c:v>
                </c:pt>
                <c:pt idx="60778">
                  <c:v>122.36</c:v>
                </c:pt>
                <c:pt idx="60779">
                  <c:v>54.99</c:v>
                </c:pt>
                <c:pt idx="60780">
                  <c:v>51.29</c:v>
                </c:pt>
                <c:pt idx="60781">
                  <c:v>56.97</c:v>
                </c:pt>
                <c:pt idx="60782">
                  <c:v>63.35</c:v>
                </c:pt>
                <c:pt idx="60783">
                  <c:v>60.96</c:v>
                </c:pt>
                <c:pt idx="60784">
                  <c:v>149.94999999999999</c:v>
                </c:pt>
                <c:pt idx="60785">
                  <c:v>51.96</c:v>
                </c:pt>
                <c:pt idx="60786">
                  <c:v>65.989999999999995</c:v>
                </c:pt>
                <c:pt idx="60787">
                  <c:v>43.27</c:v>
                </c:pt>
                <c:pt idx="60788">
                  <c:v>59.99</c:v>
                </c:pt>
                <c:pt idx="60789">
                  <c:v>54.97</c:v>
                </c:pt>
                <c:pt idx="60790">
                  <c:v>106.97</c:v>
                </c:pt>
                <c:pt idx="60791">
                  <c:v>115.97</c:v>
                </c:pt>
                <c:pt idx="60792">
                  <c:v>49.48</c:v>
                </c:pt>
                <c:pt idx="60793">
                  <c:v>110.97</c:v>
                </c:pt>
                <c:pt idx="60794">
                  <c:v>237.56</c:v>
                </c:pt>
                <c:pt idx="60795">
                  <c:v>26.45</c:v>
                </c:pt>
                <c:pt idx="60796">
                  <c:v>28.94</c:v>
                </c:pt>
                <c:pt idx="60797">
                  <c:v>78.97</c:v>
                </c:pt>
                <c:pt idx="60798">
                  <c:v>113.96</c:v>
                </c:pt>
                <c:pt idx="60799">
                  <c:v>65.989999999999995</c:v>
                </c:pt>
                <c:pt idx="60800">
                  <c:v>65.52</c:v>
                </c:pt>
                <c:pt idx="60801">
                  <c:v>65.989999999999995</c:v>
                </c:pt>
                <c:pt idx="60802">
                  <c:v>65.98</c:v>
                </c:pt>
                <c:pt idx="60803">
                  <c:v>83.48</c:v>
                </c:pt>
                <c:pt idx="60804">
                  <c:v>79.98</c:v>
                </c:pt>
                <c:pt idx="60805">
                  <c:v>16.489999999999998</c:v>
                </c:pt>
                <c:pt idx="60806">
                  <c:v>53.97</c:v>
                </c:pt>
                <c:pt idx="60807">
                  <c:v>279.89999999999998</c:v>
                </c:pt>
                <c:pt idx="60808">
                  <c:v>154.87</c:v>
                </c:pt>
                <c:pt idx="60809">
                  <c:v>10.19</c:v>
                </c:pt>
                <c:pt idx="60810">
                  <c:v>30.23</c:v>
                </c:pt>
                <c:pt idx="60811">
                  <c:v>65.989999999999995</c:v>
                </c:pt>
                <c:pt idx="60812">
                  <c:v>124.97</c:v>
                </c:pt>
                <c:pt idx="60813">
                  <c:v>38.479999999999997</c:v>
                </c:pt>
                <c:pt idx="60814">
                  <c:v>79.98</c:v>
                </c:pt>
                <c:pt idx="60815">
                  <c:v>65.3</c:v>
                </c:pt>
                <c:pt idx="60816">
                  <c:v>28.49</c:v>
                </c:pt>
                <c:pt idx="60817">
                  <c:v>41.49</c:v>
                </c:pt>
                <c:pt idx="60818">
                  <c:v>119.96</c:v>
                </c:pt>
                <c:pt idx="60819">
                  <c:v>111.96</c:v>
                </c:pt>
                <c:pt idx="60820">
                  <c:v>66.98</c:v>
                </c:pt>
                <c:pt idx="60821">
                  <c:v>55.97</c:v>
                </c:pt>
                <c:pt idx="60822">
                  <c:v>10.49</c:v>
                </c:pt>
                <c:pt idx="60823">
                  <c:v>89.97</c:v>
                </c:pt>
                <c:pt idx="60824">
                  <c:v>49.48</c:v>
                </c:pt>
                <c:pt idx="60825">
                  <c:v>31.49</c:v>
                </c:pt>
                <c:pt idx="60826">
                  <c:v>99.99</c:v>
                </c:pt>
                <c:pt idx="60827">
                  <c:v>83.96</c:v>
                </c:pt>
                <c:pt idx="60828">
                  <c:v>217.74</c:v>
                </c:pt>
                <c:pt idx="60829">
                  <c:v>76.930000000000007</c:v>
                </c:pt>
                <c:pt idx="60830">
                  <c:v>83.97</c:v>
                </c:pt>
                <c:pt idx="60831">
                  <c:v>70.959999999999994</c:v>
                </c:pt>
                <c:pt idx="60832">
                  <c:v>197.97</c:v>
                </c:pt>
                <c:pt idx="60833">
                  <c:v>83.48</c:v>
                </c:pt>
                <c:pt idx="60834">
                  <c:v>17.29</c:v>
                </c:pt>
                <c:pt idx="60835">
                  <c:v>248.97</c:v>
                </c:pt>
                <c:pt idx="60836">
                  <c:v>134.96</c:v>
                </c:pt>
                <c:pt idx="60837">
                  <c:v>89.97</c:v>
                </c:pt>
                <c:pt idx="60838">
                  <c:v>119.97</c:v>
                </c:pt>
                <c:pt idx="60839">
                  <c:v>74.05</c:v>
                </c:pt>
                <c:pt idx="60840">
                  <c:v>49.48</c:v>
                </c:pt>
                <c:pt idx="60841">
                  <c:v>131.97999999999999</c:v>
                </c:pt>
                <c:pt idx="60842">
                  <c:v>59.98</c:v>
                </c:pt>
                <c:pt idx="60843">
                  <c:v>52.35</c:v>
                </c:pt>
                <c:pt idx="60844">
                  <c:v>70.17</c:v>
                </c:pt>
                <c:pt idx="60845">
                  <c:v>65.989999999999995</c:v>
                </c:pt>
                <c:pt idx="60846">
                  <c:v>159.96</c:v>
                </c:pt>
                <c:pt idx="60847">
                  <c:v>99.99</c:v>
                </c:pt>
                <c:pt idx="60848">
                  <c:v>95.96</c:v>
                </c:pt>
                <c:pt idx="60849">
                  <c:v>149.94999999999999</c:v>
                </c:pt>
                <c:pt idx="60850">
                  <c:v>55.39</c:v>
                </c:pt>
                <c:pt idx="60851">
                  <c:v>55.98</c:v>
                </c:pt>
                <c:pt idx="60852">
                  <c:v>71.97</c:v>
                </c:pt>
                <c:pt idx="60853">
                  <c:v>69.98</c:v>
                </c:pt>
                <c:pt idx="60854">
                  <c:v>80.97</c:v>
                </c:pt>
                <c:pt idx="60855">
                  <c:v>21.88</c:v>
                </c:pt>
                <c:pt idx="60856">
                  <c:v>99.99</c:v>
                </c:pt>
                <c:pt idx="60857">
                  <c:v>59.99</c:v>
                </c:pt>
                <c:pt idx="60858">
                  <c:v>92.97</c:v>
                </c:pt>
                <c:pt idx="60859">
                  <c:v>88.98</c:v>
                </c:pt>
                <c:pt idx="60860">
                  <c:v>54.99</c:v>
                </c:pt>
                <c:pt idx="60861">
                  <c:v>79.98</c:v>
                </c:pt>
                <c:pt idx="60862">
                  <c:v>55.98</c:v>
                </c:pt>
                <c:pt idx="60863">
                  <c:v>73.97</c:v>
                </c:pt>
                <c:pt idx="60864">
                  <c:v>55.98</c:v>
                </c:pt>
                <c:pt idx="60865">
                  <c:v>31.28</c:v>
                </c:pt>
                <c:pt idx="60866">
                  <c:v>74.959999999999994</c:v>
                </c:pt>
                <c:pt idx="60867">
                  <c:v>18.489999999999998</c:v>
                </c:pt>
                <c:pt idx="60868">
                  <c:v>80.98</c:v>
                </c:pt>
                <c:pt idx="60869">
                  <c:v>81.02</c:v>
                </c:pt>
                <c:pt idx="60870">
                  <c:v>107.94</c:v>
                </c:pt>
                <c:pt idx="60871">
                  <c:v>51.98</c:v>
                </c:pt>
                <c:pt idx="60872">
                  <c:v>217.86</c:v>
                </c:pt>
                <c:pt idx="60873">
                  <c:v>83.95</c:v>
                </c:pt>
                <c:pt idx="60874">
                  <c:v>59.98</c:v>
                </c:pt>
                <c:pt idx="60875">
                  <c:v>89.97</c:v>
                </c:pt>
                <c:pt idx="60876">
                  <c:v>43.28</c:v>
                </c:pt>
                <c:pt idx="60877">
                  <c:v>65.099999999999994</c:v>
                </c:pt>
                <c:pt idx="60878">
                  <c:v>89.97</c:v>
                </c:pt>
                <c:pt idx="60879">
                  <c:v>51.98</c:v>
                </c:pt>
                <c:pt idx="60880">
                  <c:v>83.97</c:v>
                </c:pt>
                <c:pt idx="60881">
                  <c:v>49.97</c:v>
                </c:pt>
                <c:pt idx="60882">
                  <c:v>136.82</c:v>
                </c:pt>
                <c:pt idx="60883">
                  <c:v>139.97999999999999</c:v>
                </c:pt>
                <c:pt idx="60884">
                  <c:v>259.89999999999998</c:v>
                </c:pt>
                <c:pt idx="60885">
                  <c:v>59.98</c:v>
                </c:pt>
                <c:pt idx="60886">
                  <c:v>55.98</c:v>
                </c:pt>
                <c:pt idx="60887">
                  <c:v>14.49</c:v>
                </c:pt>
                <c:pt idx="60888">
                  <c:v>64.09</c:v>
                </c:pt>
                <c:pt idx="60889">
                  <c:v>119.96</c:v>
                </c:pt>
                <c:pt idx="60890">
                  <c:v>55.98</c:v>
                </c:pt>
                <c:pt idx="60891">
                  <c:v>71.97</c:v>
                </c:pt>
                <c:pt idx="60892">
                  <c:v>16.29</c:v>
                </c:pt>
                <c:pt idx="60893">
                  <c:v>89.97</c:v>
                </c:pt>
                <c:pt idx="60894">
                  <c:v>190.96</c:v>
                </c:pt>
                <c:pt idx="60895">
                  <c:v>83.97</c:v>
                </c:pt>
                <c:pt idx="60896">
                  <c:v>54.98</c:v>
                </c:pt>
                <c:pt idx="60897">
                  <c:v>65.98</c:v>
                </c:pt>
                <c:pt idx="60898">
                  <c:v>93.98</c:v>
                </c:pt>
                <c:pt idx="60899">
                  <c:v>30</c:v>
                </c:pt>
                <c:pt idx="60900">
                  <c:v>141.52000000000001</c:v>
                </c:pt>
                <c:pt idx="60901">
                  <c:v>31.29</c:v>
                </c:pt>
                <c:pt idx="60902">
                  <c:v>79.98</c:v>
                </c:pt>
                <c:pt idx="60903">
                  <c:v>68.959999999999994</c:v>
                </c:pt>
                <c:pt idx="60904">
                  <c:v>117.93</c:v>
                </c:pt>
                <c:pt idx="60905">
                  <c:v>59.98</c:v>
                </c:pt>
                <c:pt idx="60906">
                  <c:v>102.83</c:v>
                </c:pt>
                <c:pt idx="60907">
                  <c:v>39.479999999999997</c:v>
                </c:pt>
                <c:pt idx="60908">
                  <c:v>80.97</c:v>
                </c:pt>
                <c:pt idx="60909">
                  <c:v>65.959999999999994</c:v>
                </c:pt>
                <c:pt idx="60910">
                  <c:v>55.98</c:v>
                </c:pt>
                <c:pt idx="60911">
                  <c:v>103.96</c:v>
                </c:pt>
                <c:pt idx="60912">
                  <c:v>65.989999999999995</c:v>
                </c:pt>
                <c:pt idx="60913">
                  <c:v>55.39</c:v>
                </c:pt>
                <c:pt idx="60914">
                  <c:v>37.49</c:v>
                </c:pt>
                <c:pt idx="60915">
                  <c:v>151.94</c:v>
                </c:pt>
                <c:pt idx="60916">
                  <c:v>80.97</c:v>
                </c:pt>
                <c:pt idx="60917">
                  <c:v>57.93</c:v>
                </c:pt>
                <c:pt idx="60918">
                  <c:v>49.48</c:v>
                </c:pt>
                <c:pt idx="60919">
                  <c:v>71.97</c:v>
                </c:pt>
                <c:pt idx="60920">
                  <c:v>279.89999999999998</c:v>
                </c:pt>
                <c:pt idx="60921">
                  <c:v>89.97</c:v>
                </c:pt>
                <c:pt idx="60922">
                  <c:v>89.98</c:v>
                </c:pt>
                <c:pt idx="60923">
                  <c:v>147.94999999999999</c:v>
                </c:pt>
                <c:pt idx="60924">
                  <c:v>52.18</c:v>
                </c:pt>
                <c:pt idx="60925">
                  <c:v>111.96</c:v>
                </c:pt>
                <c:pt idx="60926">
                  <c:v>96.45</c:v>
                </c:pt>
                <c:pt idx="60927">
                  <c:v>-53.48</c:v>
                </c:pt>
                <c:pt idx="60928">
                  <c:v>131.97999999999999</c:v>
                </c:pt>
                <c:pt idx="60929">
                  <c:v>29.49</c:v>
                </c:pt>
                <c:pt idx="60930">
                  <c:v>28.43</c:v>
                </c:pt>
                <c:pt idx="60931">
                  <c:v>89.97</c:v>
                </c:pt>
                <c:pt idx="60932">
                  <c:v>131.97999999999999</c:v>
                </c:pt>
                <c:pt idx="60933">
                  <c:v>33.49</c:v>
                </c:pt>
                <c:pt idx="60934">
                  <c:v>16.489999999999998</c:v>
                </c:pt>
                <c:pt idx="60935">
                  <c:v>50.38</c:v>
                </c:pt>
                <c:pt idx="60936">
                  <c:v>17.29</c:v>
                </c:pt>
                <c:pt idx="60937">
                  <c:v>55.98</c:v>
                </c:pt>
                <c:pt idx="60938">
                  <c:v>55.98</c:v>
                </c:pt>
                <c:pt idx="60939">
                  <c:v>49.99</c:v>
                </c:pt>
                <c:pt idx="60940">
                  <c:v>55.39</c:v>
                </c:pt>
                <c:pt idx="60941">
                  <c:v>157.44</c:v>
                </c:pt>
                <c:pt idx="60942">
                  <c:v>118.78</c:v>
                </c:pt>
                <c:pt idx="60943">
                  <c:v>55.98</c:v>
                </c:pt>
                <c:pt idx="60944">
                  <c:v>51.98</c:v>
                </c:pt>
                <c:pt idx="60945">
                  <c:v>48.48</c:v>
                </c:pt>
                <c:pt idx="60946">
                  <c:v>129.94999999999999</c:v>
                </c:pt>
                <c:pt idx="60947">
                  <c:v>102.96</c:v>
                </c:pt>
                <c:pt idx="60948">
                  <c:v>55.98</c:v>
                </c:pt>
                <c:pt idx="60949">
                  <c:v>53.28</c:v>
                </c:pt>
                <c:pt idx="60950">
                  <c:v>99.98</c:v>
                </c:pt>
                <c:pt idx="60951">
                  <c:v>131.97999999999999</c:v>
                </c:pt>
                <c:pt idx="60952">
                  <c:v>51.98</c:v>
                </c:pt>
                <c:pt idx="60953">
                  <c:v>87.47</c:v>
                </c:pt>
                <c:pt idx="60954">
                  <c:v>30.29</c:v>
                </c:pt>
                <c:pt idx="60955">
                  <c:v>51.98</c:v>
                </c:pt>
                <c:pt idx="60956">
                  <c:v>239.9</c:v>
                </c:pt>
                <c:pt idx="60957">
                  <c:v>127.46</c:v>
                </c:pt>
                <c:pt idx="60958">
                  <c:v>56.07</c:v>
                </c:pt>
                <c:pt idx="60959">
                  <c:v>119.96</c:v>
                </c:pt>
                <c:pt idx="60960">
                  <c:v>131.97999999999999</c:v>
                </c:pt>
                <c:pt idx="60961">
                  <c:v>111.74</c:v>
                </c:pt>
                <c:pt idx="60962">
                  <c:v>246.27</c:v>
                </c:pt>
                <c:pt idx="60963">
                  <c:v>59.96</c:v>
                </c:pt>
                <c:pt idx="60964">
                  <c:v>53.48</c:v>
                </c:pt>
                <c:pt idx="60965">
                  <c:v>79.98</c:v>
                </c:pt>
                <c:pt idx="60966">
                  <c:v>89.98</c:v>
                </c:pt>
                <c:pt idx="60967">
                  <c:v>86.97</c:v>
                </c:pt>
                <c:pt idx="60968">
                  <c:v>23.23</c:v>
                </c:pt>
                <c:pt idx="60969">
                  <c:v>83.97</c:v>
                </c:pt>
                <c:pt idx="60970">
                  <c:v>68.97</c:v>
                </c:pt>
                <c:pt idx="60971">
                  <c:v>55.98</c:v>
                </c:pt>
                <c:pt idx="60972">
                  <c:v>140.31</c:v>
                </c:pt>
                <c:pt idx="60973">
                  <c:v>84.97</c:v>
                </c:pt>
                <c:pt idx="60974">
                  <c:v>55.98</c:v>
                </c:pt>
                <c:pt idx="60975">
                  <c:v>59.99</c:v>
                </c:pt>
                <c:pt idx="60976">
                  <c:v>69.97</c:v>
                </c:pt>
                <c:pt idx="60977">
                  <c:v>113.96</c:v>
                </c:pt>
                <c:pt idx="60978">
                  <c:v>58.48</c:v>
                </c:pt>
                <c:pt idx="60979">
                  <c:v>87.47</c:v>
                </c:pt>
                <c:pt idx="60980">
                  <c:v>81.97</c:v>
                </c:pt>
                <c:pt idx="60981">
                  <c:v>50.97</c:v>
                </c:pt>
                <c:pt idx="60982">
                  <c:v>69.959999999999994</c:v>
                </c:pt>
                <c:pt idx="60983">
                  <c:v>50.38</c:v>
                </c:pt>
                <c:pt idx="60984">
                  <c:v>184.95</c:v>
                </c:pt>
                <c:pt idx="60985">
                  <c:v>119.96</c:v>
                </c:pt>
                <c:pt idx="60986">
                  <c:v>74.069999999999993</c:v>
                </c:pt>
                <c:pt idx="60987">
                  <c:v>27.18</c:v>
                </c:pt>
                <c:pt idx="60988">
                  <c:v>33.28</c:v>
                </c:pt>
                <c:pt idx="60989">
                  <c:v>75.13</c:v>
                </c:pt>
                <c:pt idx="60990">
                  <c:v>94.99</c:v>
                </c:pt>
                <c:pt idx="60991">
                  <c:v>55.98</c:v>
                </c:pt>
                <c:pt idx="60992">
                  <c:v>131.97999999999999</c:v>
                </c:pt>
                <c:pt idx="60993">
                  <c:v>41.49</c:v>
                </c:pt>
                <c:pt idx="60994">
                  <c:v>55.98</c:v>
                </c:pt>
                <c:pt idx="60995">
                  <c:v>159.94999999999999</c:v>
                </c:pt>
                <c:pt idx="60996">
                  <c:v>62.97</c:v>
                </c:pt>
                <c:pt idx="60997">
                  <c:v>51.98</c:v>
                </c:pt>
                <c:pt idx="60998">
                  <c:v>80.97</c:v>
                </c:pt>
                <c:pt idx="60999">
                  <c:v>44.99</c:v>
                </c:pt>
                <c:pt idx="61000">
                  <c:v>16.29</c:v>
                </c:pt>
                <c:pt idx="61001">
                  <c:v>64.98</c:v>
                </c:pt>
                <c:pt idx="61002">
                  <c:v>50.97</c:v>
                </c:pt>
                <c:pt idx="61003">
                  <c:v>109.96</c:v>
                </c:pt>
                <c:pt idx="61004">
                  <c:v>27.48</c:v>
                </c:pt>
                <c:pt idx="61005">
                  <c:v>54.89</c:v>
                </c:pt>
                <c:pt idx="61006">
                  <c:v>54.99</c:v>
                </c:pt>
                <c:pt idx="61007">
                  <c:v>131.97999999999999</c:v>
                </c:pt>
                <c:pt idx="61008">
                  <c:v>347.93</c:v>
                </c:pt>
                <c:pt idx="61009">
                  <c:v>66.27</c:v>
                </c:pt>
                <c:pt idx="61010">
                  <c:v>89.47</c:v>
                </c:pt>
                <c:pt idx="61011">
                  <c:v>59.98</c:v>
                </c:pt>
                <c:pt idx="61012">
                  <c:v>55.98</c:v>
                </c:pt>
                <c:pt idx="61013">
                  <c:v>58.17</c:v>
                </c:pt>
                <c:pt idx="61014">
                  <c:v>65.989999999999995</c:v>
                </c:pt>
                <c:pt idx="61015">
                  <c:v>-37.49</c:v>
                </c:pt>
                <c:pt idx="61016">
                  <c:v>157.24</c:v>
                </c:pt>
                <c:pt idx="61017">
                  <c:v>65.989999999999995</c:v>
                </c:pt>
                <c:pt idx="61018">
                  <c:v>71.97</c:v>
                </c:pt>
                <c:pt idx="61019">
                  <c:v>59.98</c:v>
                </c:pt>
                <c:pt idx="61020">
                  <c:v>59.98</c:v>
                </c:pt>
                <c:pt idx="61021">
                  <c:v>123.47</c:v>
                </c:pt>
                <c:pt idx="61022">
                  <c:v>155.96</c:v>
                </c:pt>
                <c:pt idx="61023">
                  <c:v>79.97</c:v>
                </c:pt>
                <c:pt idx="61024">
                  <c:v>55.64</c:v>
                </c:pt>
                <c:pt idx="61025">
                  <c:v>93.71</c:v>
                </c:pt>
                <c:pt idx="61026">
                  <c:v>188.72</c:v>
                </c:pt>
                <c:pt idx="61027">
                  <c:v>69.989999999999995</c:v>
                </c:pt>
                <c:pt idx="61028">
                  <c:v>59.98</c:v>
                </c:pt>
                <c:pt idx="61029">
                  <c:v>47.15</c:v>
                </c:pt>
                <c:pt idx="61030">
                  <c:v>73.98</c:v>
                </c:pt>
                <c:pt idx="61031">
                  <c:v>77.98</c:v>
                </c:pt>
                <c:pt idx="61032">
                  <c:v>97.96</c:v>
                </c:pt>
                <c:pt idx="61033">
                  <c:v>119.96</c:v>
                </c:pt>
                <c:pt idx="61034">
                  <c:v>51.98</c:v>
                </c:pt>
                <c:pt idx="61035">
                  <c:v>124.06</c:v>
                </c:pt>
                <c:pt idx="61036">
                  <c:v>107.94</c:v>
                </c:pt>
                <c:pt idx="61037">
                  <c:v>80.98</c:v>
                </c:pt>
                <c:pt idx="61038">
                  <c:v>53.98</c:v>
                </c:pt>
                <c:pt idx="61039">
                  <c:v>108.96</c:v>
                </c:pt>
                <c:pt idx="61040">
                  <c:v>52.98</c:v>
                </c:pt>
                <c:pt idx="61041">
                  <c:v>87.97</c:v>
                </c:pt>
                <c:pt idx="61042">
                  <c:v>74.98</c:v>
                </c:pt>
                <c:pt idx="61043">
                  <c:v>19.29</c:v>
                </c:pt>
                <c:pt idx="61044">
                  <c:v>105.98</c:v>
                </c:pt>
                <c:pt idx="61045">
                  <c:v>59.98</c:v>
                </c:pt>
                <c:pt idx="61046">
                  <c:v>62.97</c:v>
                </c:pt>
                <c:pt idx="61047">
                  <c:v>49.99</c:v>
                </c:pt>
                <c:pt idx="61048">
                  <c:v>59.98</c:v>
                </c:pt>
                <c:pt idx="61049">
                  <c:v>55.98</c:v>
                </c:pt>
                <c:pt idx="61050">
                  <c:v>46.17</c:v>
                </c:pt>
                <c:pt idx="61051">
                  <c:v>77.97</c:v>
                </c:pt>
                <c:pt idx="61052">
                  <c:v>77.97</c:v>
                </c:pt>
                <c:pt idx="61053">
                  <c:v>89.98</c:v>
                </c:pt>
                <c:pt idx="61054">
                  <c:v>85.47</c:v>
                </c:pt>
                <c:pt idx="61055">
                  <c:v>83.48</c:v>
                </c:pt>
                <c:pt idx="61056">
                  <c:v>143.94</c:v>
                </c:pt>
                <c:pt idx="61057">
                  <c:v>50.38</c:v>
                </c:pt>
                <c:pt idx="61058">
                  <c:v>138.46</c:v>
                </c:pt>
                <c:pt idx="61059">
                  <c:v>83.96</c:v>
                </c:pt>
                <c:pt idx="61060">
                  <c:v>55.42</c:v>
                </c:pt>
                <c:pt idx="61061">
                  <c:v>63.98</c:v>
                </c:pt>
                <c:pt idx="61062">
                  <c:v>80.97</c:v>
                </c:pt>
                <c:pt idx="61063">
                  <c:v>59.98</c:v>
                </c:pt>
                <c:pt idx="61064">
                  <c:v>161.96</c:v>
                </c:pt>
                <c:pt idx="61065">
                  <c:v>96.78</c:v>
                </c:pt>
                <c:pt idx="61066">
                  <c:v>83.86</c:v>
                </c:pt>
                <c:pt idx="61067">
                  <c:v>55.98</c:v>
                </c:pt>
                <c:pt idx="61068">
                  <c:v>167.94</c:v>
                </c:pt>
                <c:pt idx="61069">
                  <c:v>75.959999999999994</c:v>
                </c:pt>
                <c:pt idx="61070">
                  <c:v>29.24</c:v>
                </c:pt>
                <c:pt idx="61071">
                  <c:v>58.98</c:v>
                </c:pt>
                <c:pt idx="61072">
                  <c:v>59.98</c:v>
                </c:pt>
                <c:pt idx="61073">
                  <c:v>61.48</c:v>
                </c:pt>
                <c:pt idx="61074">
                  <c:v>79.98</c:v>
                </c:pt>
                <c:pt idx="61075">
                  <c:v>59.98</c:v>
                </c:pt>
                <c:pt idx="61076">
                  <c:v>189.9</c:v>
                </c:pt>
                <c:pt idx="61077">
                  <c:v>83.97</c:v>
                </c:pt>
                <c:pt idx="61078">
                  <c:v>63.96</c:v>
                </c:pt>
                <c:pt idx="61079">
                  <c:v>58.21</c:v>
                </c:pt>
                <c:pt idx="61080">
                  <c:v>110.96</c:v>
                </c:pt>
                <c:pt idx="61081">
                  <c:v>31.78</c:v>
                </c:pt>
                <c:pt idx="61082">
                  <c:v>26.49</c:v>
                </c:pt>
                <c:pt idx="61083">
                  <c:v>69.989999999999995</c:v>
                </c:pt>
                <c:pt idx="61084">
                  <c:v>201.93</c:v>
                </c:pt>
                <c:pt idx="61085">
                  <c:v>54.99</c:v>
                </c:pt>
                <c:pt idx="61086">
                  <c:v>191.92</c:v>
                </c:pt>
                <c:pt idx="61087">
                  <c:v>11.48</c:v>
                </c:pt>
                <c:pt idx="61088">
                  <c:v>55.98</c:v>
                </c:pt>
                <c:pt idx="61089">
                  <c:v>77.97</c:v>
                </c:pt>
                <c:pt idx="61090">
                  <c:v>55.96</c:v>
                </c:pt>
                <c:pt idx="61091">
                  <c:v>85.97</c:v>
                </c:pt>
                <c:pt idx="61092">
                  <c:v>11.28</c:v>
                </c:pt>
                <c:pt idx="61093">
                  <c:v>63.95</c:v>
                </c:pt>
                <c:pt idx="61094">
                  <c:v>89.97</c:v>
                </c:pt>
                <c:pt idx="61095">
                  <c:v>111.96</c:v>
                </c:pt>
                <c:pt idx="61096">
                  <c:v>179.94</c:v>
                </c:pt>
                <c:pt idx="61097">
                  <c:v>81.709999999999994</c:v>
                </c:pt>
                <c:pt idx="61098">
                  <c:v>410.85</c:v>
                </c:pt>
                <c:pt idx="61099">
                  <c:v>52.18</c:v>
                </c:pt>
                <c:pt idx="61100">
                  <c:v>25.29</c:v>
                </c:pt>
                <c:pt idx="61101">
                  <c:v>50.38</c:v>
                </c:pt>
                <c:pt idx="61102">
                  <c:v>66.98</c:v>
                </c:pt>
                <c:pt idx="61103">
                  <c:v>55.98</c:v>
                </c:pt>
                <c:pt idx="61104">
                  <c:v>54.99</c:v>
                </c:pt>
                <c:pt idx="61105">
                  <c:v>58.98</c:v>
                </c:pt>
                <c:pt idx="61106">
                  <c:v>44.75</c:v>
                </c:pt>
                <c:pt idx="61107">
                  <c:v>17.48</c:v>
                </c:pt>
                <c:pt idx="61108">
                  <c:v>65.98</c:v>
                </c:pt>
                <c:pt idx="61109">
                  <c:v>63.98</c:v>
                </c:pt>
                <c:pt idx="61110">
                  <c:v>103.96</c:v>
                </c:pt>
                <c:pt idx="61111">
                  <c:v>14.29</c:v>
                </c:pt>
                <c:pt idx="61112">
                  <c:v>106.97</c:v>
                </c:pt>
                <c:pt idx="61113">
                  <c:v>135.46</c:v>
                </c:pt>
                <c:pt idx="61114">
                  <c:v>120.98</c:v>
                </c:pt>
                <c:pt idx="61115">
                  <c:v>65.98</c:v>
                </c:pt>
                <c:pt idx="61116">
                  <c:v>53.98</c:v>
                </c:pt>
                <c:pt idx="61117">
                  <c:v>53.97</c:v>
                </c:pt>
                <c:pt idx="61118">
                  <c:v>139.44999999999999</c:v>
                </c:pt>
                <c:pt idx="61119">
                  <c:v>104.98</c:v>
                </c:pt>
                <c:pt idx="61120">
                  <c:v>12.49</c:v>
                </c:pt>
                <c:pt idx="61121">
                  <c:v>54.77</c:v>
                </c:pt>
                <c:pt idx="61122">
                  <c:v>120.97</c:v>
                </c:pt>
                <c:pt idx="61123">
                  <c:v>69.97</c:v>
                </c:pt>
                <c:pt idx="61124">
                  <c:v>59.98</c:v>
                </c:pt>
                <c:pt idx="61125">
                  <c:v>28.29</c:v>
                </c:pt>
                <c:pt idx="61126">
                  <c:v>95.38</c:v>
                </c:pt>
                <c:pt idx="61127">
                  <c:v>56.97</c:v>
                </c:pt>
                <c:pt idx="61128">
                  <c:v>83.48</c:v>
                </c:pt>
                <c:pt idx="61129">
                  <c:v>63.96</c:v>
                </c:pt>
                <c:pt idx="61130">
                  <c:v>127.94</c:v>
                </c:pt>
                <c:pt idx="61131">
                  <c:v>83.97</c:v>
                </c:pt>
                <c:pt idx="61132">
                  <c:v>51.43</c:v>
                </c:pt>
                <c:pt idx="61133">
                  <c:v>86.96</c:v>
                </c:pt>
                <c:pt idx="61134">
                  <c:v>54.99</c:v>
                </c:pt>
                <c:pt idx="61135">
                  <c:v>30.29</c:v>
                </c:pt>
                <c:pt idx="61136">
                  <c:v>171.97</c:v>
                </c:pt>
                <c:pt idx="61137">
                  <c:v>105.46</c:v>
                </c:pt>
                <c:pt idx="61138">
                  <c:v>65.989999999999995</c:v>
                </c:pt>
                <c:pt idx="61139">
                  <c:v>223.92</c:v>
                </c:pt>
                <c:pt idx="61140">
                  <c:v>37.43</c:v>
                </c:pt>
                <c:pt idx="61141">
                  <c:v>119.96</c:v>
                </c:pt>
                <c:pt idx="61142">
                  <c:v>125.98</c:v>
                </c:pt>
                <c:pt idx="61143">
                  <c:v>131.96</c:v>
                </c:pt>
                <c:pt idx="61144">
                  <c:v>59.96</c:v>
                </c:pt>
                <c:pt idx="61145">
                  <c:v>145.16</c:v>
                </c:pt>
                <c:pt idx="61146">
                  <c:v>55.98</c:v>
                </c:pt>
                <c:pt idx="61147">
                  <c:v>111.96</c:v>
                </c:pt>
                <c:pt idx="61148">
                  <c:v>94.95</c:v>
                </c:pt>
                <c:pt idx="61149">
                  <c:v>50.41</c:v>
                </c:pt>
                <c:pt idx="61150">
                  <c:v>44.75</c:v>
                </c:pt>
                <c:pt idx="61151">
                  <c:v>77.98</c:v>
                </c:pt>
                <c:pt idx="61152">
                  <c:v>116.11</c:v>
                </c:pt>
                <c:pt idx="61153">
                  <c:v>55.98</c:v>
                </c:pt>
                <c:pt idx="61154">
                  <c:v>65.989999999999995</c:v>
                </c:pt>
                <c:pt idx="61155">
                  <c:v>104.02</c:v>
                </c:pt>
                <c:pt idx="61156">
                  <c:v>55.98</c:v>
                </c:pt>
                <c:pt idx="61157">
                  <c:v>166.04</c:v>
                </c:pt>
                <c:pt idx="61158">
                  <c:v>149.86000000000001</c:v>
                </c:pt>
                <c:pt idx="61159">
                  <c:v>40.479999999999997</c:v>
                </c:pt>
                <c:pt idx="61160">
                  <c:v>87.08</c:v>
                </c:pt>
                <c:pt idx="61161">
                  <c:v>131.97999999999999</c:v>
                </c:pt>
                <c:pt idx="61162">
                  <c:v>83.48</c:v>
                </c:pt>
                <c:pt idx="61163">
                  <c:v>79.959999999999994</c:v>
                </c:pt>
                <c:pt idx="61164">
                  <c:v>71.97</c:v>
                </c:pt>
                <c:pt idx="61165">
                  <c:v>172.76</c:v>
                </c:pt>
                <c:pt idx="61166">
                  <c:v>32.79</c:v>
                </c:pt>
                <c:pt idx="61167">
                  <c:v>51.98</c:v>
                </c:pt>
                <c:pt idx="61168">
                  <c:v>51.98</c:v>
                </c:pt>
                <c:pt idx="61169">
                  <c:v>89.97</c:v>
                </c:pt>
                <c:pt idx="61170">
                  <c:v>52.98</c:v>
                </c:pt>
                <c:pt idx="61171">
                  <c:v>71.97</c:v>
                </c:pt>
                <c:pt idx="61172">
                  <c:v>71.959999999999994</c:v>
                </c:pt>
                <c:pt idx="61173">
                  <c:v>131.97999999999999</c:v>
                </c:pt>
                <c:pt idx="61174">
                  <c:v>112.96</c:v>
                </c:pt>
                <c:pt idx="61175">
                  <c:v>65.989999999999995</c:v>
                </c:pt>
                <c:pt idx="61176">
                  <c:v>112.06</c:v>
                </c:pt>
                <c:pt idx="61177">
                  <c:v>25.49</c:v>
                </c:pt>
                <c:pt idx="61178">
                  <c:v>73.98</c:v>
                </c:pt>
                <c:pt idx="61179">
                  <c:v>55.98</c:v>
                </c:pt>
                <c:pt idx="61180">
                  <c:v>111.96</c:v>
                </c:pt>
                <c:pt idx="61181">
                  <c:v>131.44999999999999</c:v>
                </c:pt>
                <c:pt idx="61182">
                  <c:v>103.96</c:v>
                </c:pt>
                <c:pt idx="61183">
                  <c:v>53.98</c:v>
                </c:pt>
                <c:pt idx="61184">
                  <c:v>94.34</c:v>
                </c:pt>
                <c:pt idx="61185">
                  <c:v>51.96</c:v>
                </c:pt>
                <c:pt idx="61186">
                  <c:v>-24.98</c:v>
                </c:pt>
                <c:pt idx="61187">
                  <c:v>-46.48</c:v>
                </c:pt>
                <c:pt idx="61188">
                  <c:v>55.98</c:v>
                </c:pt>
                <c:pt idx="61189">
                  <c:v>108.88</c:v>
                </c:pt>
                <c:pt idx="61190">
                  <c:v>51.75</c:v>
                </c:pt>
                <c:pt idx="61191">
                  <c:v>349.21</c:v>
                </c:pt>
                <c:pt idx="61192">
                  <c:v>-73.98</c:v>
                </c:pt>
                <c:pt idx="61193">
                  <c:v>53.97</c:v>
                </c:pt>
                <c:pt idx="61194">
                  <c:v>103.96</c:v>
                </c:pt>
                <c:pt idx="61195">
                  <c:v>51.98</c:v>
                </c:pt>
                <c:pt idx="61196">
                  <c:v>103.95</c:v>
                </c:pt>
                <c:pt idx="61197">
                  <c:v>53.98</c:v>
                </c:pt>
                <c:pt idx="61198">
                  <c:v>19.29</c:v>
                </c:pt>
                <c:pt idx="61199">
                  <c:v>31.49</c:v>
                </c:pt>
                <c:pt idx="61200">
                  <c:v>88.96</c:v>
                </c:pt>
                <c:pt idx="61201">
                  <c:v>107.96</c:v>
                </c:pt>
                <c:pt idx="61202">
                  <c:v>170.2</c:v>
                </c:pt>
                <c:pt idx="61203">
                  <c:v>19.34</c:v>
                </c:pt>
                <c:pt idx="61204">
                  <c:v>77.97</c:v>
                </c:pt>
                <c:pt idx="61205">
                  <c:v>94.99</c:v>
                </c:pt>
                <c:pt idx="61206">
                  <c:v>122.15</c:v>
                </c:pt>
                <c:pt idx="61207">
                  <c:v>69.98</c:v>
                </c:pt>
                <c:pt idx="61208">
                  <c:v>145.44</c:v>
                </c:pt>
                <c:pt idx="61209">
                  <c:v>50.98</c:v>
                </c:pt>
                <c:pt idx="61210">
                  <c:v>76.930000000000007</c:v>
                </c:pt>
                <c:pt idx="61211">
                  <c:v>50.96</c:v>
                </c:pt>
                <c:pt idx="61212">
                  <c:v>59.96</c:v>
                </c:pt>
                <c:pt idx="61213">
                  <c:v>21.29</c:v>
                </c:pt>
                <c:pt idx="61214">
                  <c:v>65.989999999999995</c:v>
                </c:pt>
                <c:pt idx="61215">
                  <c:v>79.98</c:v>
                </c:pt>
                <c:pt idx="61216">
                  <c:v>20.49</c:v>
                </c:pt>
                <c:pt idx="61217">
                  <c:v>17.489999999999998</c:v>
                </c:pt>
                <c:pt idx="61218">
                  <c:v>170.93</c:v>
                </c:pt>
                <c:pt idx="61219">
                  <c:v>182.67</c:v>
                </c:pt>
                <c:pt idx="61220">
                  <c:v>46.48</c:v>
                </c:pt>
                <c:pt idx="61221">
                  <c:v>89.97</c:v>
                </c:pt>
                <c:pt idx="61222">
                  <c:v>79.849999999999994</c:v>
                </c:pt>
                <c:pt idx="61223">
                  <c:v>79.98</c:v>
                </c:pt>
                <c:pt idx="61224">
                  <c:v>55.98</c:v>
                </c:pt>
                <c:pt idx="61225">
                  <c:v>78.97</c:v>
                </c:pt>
                <c:pt idx="61226">
                  <c:v>170.57</c:v>
                </c:pt>
                <c:pt idx="61227">
                  <c:v>40.29</c:v>
                </c:pt>
                <c:pt idx="61228">
                  <c:v>93.56</c:v>
                </c:pt>
                <c:pt idx="61229">
                  <c:v>59.86</c:v>
                </c:pt>
                <c:pt idx="61230">
                  <c:v>207.92</c:v>
                </c:pt>
                <c:pt idx="61231">
                  <c:v>95.96</c:v>
                </c:pt>
                <c:pt idx="61232">
                  <c:v>88.97</c:v>
                </c:pt>
                <c:pt idx="61233">
                  <c:v>105.98</c:v>
                </c:pt>
                <c:pt idx="61234">
                  <c:v>52.98</c:v>
                </c:pt>
                <c:pt idx="61235">
                  <c:v>95.96</c:v>
                </c:pt>
                <c:pt idx="61236">
                  <c:v>53.96</c:v>
                </c:pt>
                <c:pt idx="61237">
                  <c:v>134.96</c:v>
                </c:pt>
                <c:pt idx="61238">
                  <c:v>114.95</c:v>
                </c:pt>
                <c:pt idx="61239">
                  <c:v>48.28</c:v>
                </c:pt>
                <c:pt idx="61240">
                  <c:v>197.97</c:v>
                </c:pt>
                <c:pt idx="61241">
                  <c:v>63.96</c:v>
                </c:pt>
                <c:pt idx="61242">
                  <c:v>49.98</c:v>
                </c:pt>
                <c:pt idx="61243">
                  <c:v>59.98</c:v>
                </c:pt>
                <c:pt idx="61244">
                  <c:v>211.92</c:v>
                </c:pt>
                <c:pt idx="61245">
                  <c:v>86.97</c:v>
                </c:pt>
                <c:pt idx="61246">
                  <c:v>59.98</c:v>
                </c:pt>
                <c:pt idx="61247">
                  <c:v>41.29</c:v>
                </c:pt>
                <c:pt idx="61248">
                  <c:v>115.38</c:v>
                </c:pt>
                <c:pt idx="61249">
                  <c:v>92.56</c:v>
                </c:pt>
                <c:pt idx="61250">
                  <c:v>217.94</c:v>
                </c:pt>
                <c:pt idx="61251">
                  <c:v>50.98</c:v>
                </c:pt>
                <c:pt idx="61252">
                  <c:v>78.02</c:v>
                </c:pt>
                <c:pt idx="61253">
                  <c:v>120.98</c:v>
                </c:pt>
                <c:pt idx="61254">
                  <c:v>149.97</c:v>
                </c:pt>
                <c:pt idx="61255">
                  <c:v>83.97</c:v>
                </c:pt>
                <c:pt idx="61256">
                  <c:v>71.48</c:v>
                </c:pt>
                <c:pt idx="61257">
                  <c:v>55.98</c:v>
                </c:pt>
                <c:pt idx="61258">
                  <c:v>77.97</c:v>
                </c:pt>
                <c:pt idx="61259">
                  <c:v>53.97</c:v>
                </c:pt>
                <c:pt idx="61260">
                  <c:v>138.47</c:v>
                </c:pt>
                <c:pt idx="61261">
                  <c:v>76.98</c:v>
                </c:pt>
                <c:pt idx="61262">
                  <c:v>53.98</c:v>
                </c:pt>
                <c:pt idx="61263">
                  <c:v>102.95</c:v>
                </c:pt>
                <c:pt idx="61264">
                  <c:v>99.97</c:v>
                </c:pt>
                <c:pt idx="61265">
                  <c:v>307.69</c:v>
                </c:pt>
                <c:pt idx="61266">
                  <c:v>103.96</c:v>
                </c:pt>
                <c:pt idx="61267">
                  <c:v>103.96</c:v>
                </c:pt>
                <c:pt idx="61268">
                  <c:v>47.49</c:v>
                </c:pt>
                <c:pt idx="61269">
                  <c:v>59.98</c:v>
                </c:pt>
                <c:pt idx="61270">
                  <c:v>58.8</c:v>
                </c:pt>
                <c:pt idx="61271">
                  <c:v>71.989999999999995</c:v>
                </c:pt>
                <c:pt idx="61272">
                  <c:v>29.02</c:v>
                </c:pt>
                <c:pt idx="61273">
                  <c:v>-24.49</c:v>
                </c:pt>
                <c:pt idx="61274">
                  <c:v>59.97</c:v>
                </c:pt>
                <c:pt idx="61275">
                  <c:v>51.98</c:v>
                </c:pt>
                <c:pt idx="61276">
                  <c:v>-49.59</c:v>
                </c:pt>
                <c:pt idx="61277">
                  <c:v>44.99</c:v>
                </c:pt>
                <c:pt idx="61278">
                  <c:v>82.97</c:v>
                </c:pt>
                <c:pt idx="61279">
                  <c:v>55.42</c:v>
                </c:pt>
                <c:pt idx="61280">
                  <c:v>31.49</c:v>
                </c:pt>
                <c:pt idx="61281">
                  <c:v>1816.26</c:v>
                </c:pt>
                <c:pt idx="61282">
                  <c:v>103.37</c:v>
                </c:pt>
                <c:pt idx="61283">
                  <c:v>41.48</c:v>
                </c:pt>
                <c:pt idx="61284">
                  <c:v>145.44999999999999</c:v>
                </c:pt>
                <c:pt idx="61285">
                  <c:v>54.98</c:v>
                </c:pt>
                <c:pt idx="61286">
                  <c:v>69.989999999999995</c:v>
                </c:pt>
                <c:pt idx="61287">
                  <c:v>48.55</c:v>
                </c:pt>
                <c:pt idx="61288">
                  <c:v>26.49</c:v>
                </c:pt>
                <c:pt idx="61289">
                  <c:v>59.98</c:v>
                </c:pt>
                <c:pt idx="61290">
                  <c:v>52.74</c:v>
                </c:pt>
                <c:pt idx="61291">
                  <c:v>154.97</c:v>
                </c:pt>
                <c:pt idx="61292">
                  <c:v>60.58</c:v>
                </c:pt>
                <c:pt idx="61293">
                  <c:v>65.989999999999995</c:v>
                </c:pt>
                <c:pt idx="61294">
                  <c:v>65.989999999999995</c:v>
                </c:pt>
                <c:pt idx="61295">
                  <c:v>120.98</c:v>
                </c:pt>
                <c:pt idx="61296">
                  <c:v>161.96</c:v>
                </c:pt>
                <c:pt idx="61297">
                  <c:v>64.48</c:v>
                </c:pt>
                <c:pt idx="61298">
                  <c:v>66.540000000000006</c:v>
                </c:pt>
                <c:pt idx="61299">
                  <c:v>50.46</c:v>
                </c:pt>
                <c:pt idx="61300">
                  <c:v>271.92</c:v>
                </c:pt>
                <c:pt idx="61301">
                  <c:v>119.96</c:v>
                </c:pt>
                <c:pt idx="61302">
                  <c:v>59.98</c:v>
                </c:pt>
                <c:pt idx="61303">
                  <c:v>55.98</c:v>
                </c:pt>
                <c:pt idx="61304">
                  <c:v>31.28</c:v>
                </c:pt>
                <c:pt idx="61305">
                  <c:v>55.98</c:v>
                </c:pt>
                <c:pt idx="61306">
                  <c:v>53.98</c:v>
                </c:pt>
                <c:pt idx="61307">
                  <c:v>39.479999999999997</c:v>
                </c:pt>
                <c:pt idx="61308">
                  <c:v>111.96</c:v>
                </c:pt>
                <c:pt idx="61309">
                  <c:v>319.07</c:v>
                </c:pt>
                <c:pt idx="61310">
                  <c:v>59.98</c:v>
                </c:pt>
                <c:pt idx="61311">
                  <c:v>20.55</c:v>
                </c:pt>
                <c:pt idx="61312">
                  <c:v>111.96</c:v>
                </c:pt>
                <c:pt idx="61313">
                  <c:v>59.98</c:v>
                </c:pt>
                <c:pt idx="61314">
                  <c:v>54.98</c:v>
                </c:pt>
                <c:pt idx="61315">
                  <c:v>89.98</c:v>
                </c:pt>
                <c:pt idx="61316">
                  <c:v>39.89</c:v>
                </c:pt>
                <c:pt idx="61317">
                  <c:v>81.03</c:v>
                </c:pt>
                <c:pt idx="61318">
                  <c:v>65.33</c:v>
                </c:pt>
                <c:pt idx="61319">
                  <c:v>16.29</c:v>
                </c:pt>
                <c:pt idx="61320">
                  <c:v>63.57</c:v>
                </c:pt>
                <c:pt idx="61321">
                  <c:v>54.99</c:v>
                </c:pt>
                <c:pt idx="61322">
                  <c:v>71.94</c:v>
                </c:pt>
                <c:pt idx="61323">
                  <c:v>156.55000000000001</c:v>
                </c:pt>
                <c:pt idx="61324">
                  <c:v>54.98</c:v>
                </c:pt>
                <c:pt idx="61325">
                  <c:v>75.03</c:v>
                </c:pt>
                <c:pt idx="61326">
                  <c:v>59.98</c:v>
                </c:pt>
                <c:pt idx="61327">
                  <c:v>59.98</c:v>
                </c:pt>
                <c:pt idx="61328">
                  <c:v>149.56</c:v>
                </c:pt>
                <c:pt idx="61329">
                  <c:v>27.24</c:v>
                </c:pt>
                <c:pt idx="61330">
                  <c:v>31.49</c:v>
                </c:pt>
                <c:pt idx="61331">
                  <c:v>119.96</c:v>
                </c:pt>
                <c:pt idx="61332">
                  <c:v>122.95</c:v>
                </c:pt>
                <c:pt idx="61333">
                  <c:v>41.49</c:v>
                </c:pt>
                <c:pt idx="61334">
                  <c:v>11.48</c:v>
                </c:pt>
                <c:pt idx="61335">
                  <c:v>69.97</c:v>
                </c:pt>
                <c:pt idx="61336">
                  <c:v>79.98</c:v>
                </c:pt>
                <c:pt idx="61337">
                  <c:v>221.92</c:v>
                </c:pt>
                <c:pt idx="61338">
                  <c:v>36.479999999999997</c:v>
                </c:pt>
                <c:pt idx="61339">
                  <c:v>69.95</c:v>
                </c:pt>
                <c:pt idx="61340">
                  <c:v>55.98</c:v>
                </c:pt>
                <c:pt idx="61341">
                  <c:v>205.84</c:v>
                </c:pt>
                <c:pt idx="61342">
                  <c:v>55.98</c:v>
                </c:pt>
                <c:pt idx="61343">
                  <c:v>55.98</c:v>
                </c:pt>
                <c:pt idx="61344">
                  <c:v>39.28</c:v>
                </c:pt>
                <c:pt idx="61345">
                  <c:v>7.17</c:v>
                </c:pt>
                <c:pt idx="61346">
                  <c:v>29.99</c:v>
                </c:pt>
                <c:pt idx="61347">
                  <c:v>55.98</c:v>
                </c:pt>
                <c:pt idx="61348">
                  <c:v>85.47</c:v>
                </c:pt>
                <c:pt idx="61349">
                  <c:v>143.94</c:v>
                </c:pt>
                <c:pt idx="61350">
                  <c:v>38.479999999999997</c:v>
                </c:pt>
                <c:pt idx="61351">
                  <c:v>62.47</c:v>
                </c:pt>
                <c:pt idx="61352">
                  <c:v>57.48</c:v>
                </c:pt>
                <c:pt idx="61353">
                  <c:v>80.97</c:v>
                </c:pt>
                <c:pt idx="61354">
                  <c:v>32.51</c:v>
                </c:pt>
                <c:pt idx="61355">
                  <c:v>89.97</c:v>
                </c:pt>
                <c:pt idx="61356">
                  <c:v>58.98</c:v>
                </c:pt>
                <c:pt idx="61357">
                  <c:v>131.97999999999999</c:v>
                </c:pt>
                <c:pt idx="61358">
                  <c:v>74.959999999999994</c:v>
                </c:pt>
                <c:pt idx="61359">
                  <c:v>-1</c:v>
                </c:pt>
                <c:pt idx="61360">
                  <c:v>51.96</c:v>
                </c:pt>
                <c:pt idx="61361">
                  <c:v>54.99</c:v>
                </c:pt>
                <c:pt idx="61362">
                  <c:v>83.97</c:v>
                </c:pt>
                <c:pt idx="61363">
                  <c:v>51.98</c:v>
                </c:pt>
                <c:pt idx="61364">
                  <c:v>59.96</c:v>
                </c:pt>
                <c:pt idx="61365">
                  <c:v>89.98</c:v>
                </c:pt>
                <c:pt idx="61366">
                  <c:v>-59.98</c:v>
                </c:pt>
                <c:pt idx="61367">
                  <c:v>55.98</c:v>
                </c:pt>
                <c:pt idx="61368">
                  <c:v>55.98</c:v>
                </c:pt>
                <c:pt idx="61369">
                  <c:v>-53.98</c:v>
                </c:pt>
                <c:pt idx="61370">
                  <c:v>19.489999999999998</c:v>
                </c:pt>
                <c:pt idx="61371">
                  <c:v>49.59</c:v>
                </c:pt>
                <c:pt idx="61372">
                  <c:v>59.98</c:v>
                </c:pt>
                <c:pt idx="61373">
                  <c:v>69.989999999999995</c:v>
                </c:pt>
                <c:pt idx="61374">
                  <c:v>59.96</c:v>
                </c:pt>
                <c:pt idx="61375">
                  <c:v>71.97</c:v>
                </c:pt>
                <c:pt idx="61376">
                  <c:v>55.98</c:v>
                </c:pt>
                <c:pt idx="61377">
                  <c:v>54.99</c:v>
                </c:pt>
                <c:pt idx="61378">
                  <c:v>259.89999999999998</c:v>
                </c:pt>
                <c:pt idx="61379">
                  <c:v>34.28</c:v>
                </c:pt>
                <c:pt idx="61380">
                  <c:v>79.989999999999995</c:v>
                </c:pt>
                <c:pt idx="61381">
                  <c:v>51.98</c:v>
                </c:pt>
                <c:pt idx="61382">
                  <c:v>53.98</c:v>
                </c:pt>
                <c:pt idx="61383">
                  <c:v>66.489999999999995</c:v>
                </c:pt>
                <c:pt idx="61384">
                  <c:v>155.97</c:v>
                </c:pt>
                <c:pt idx="61385">
                  <c:v>89.97</c:v>
                </c:pt>
                <c:pt idx="61386">
                  <c:v>52.53</c:v>
                </c:pt>
                <c:pt idx="61387">
                  <c:v>63.96</c:v>
                </c:pt>
                <c:pt idx="61388">
                  <c:v>108.88</c:v>
                </c:pt>
                <c:pt idx="61389">
                  <c:v>59.98</c:v>
                </c:pt>
                <c:pt idx="61390">
                  <c:v>57.15</c:v>
                </c:pt>
                <c:pt idx="61391">
                  <c:v>40.47</c:v>
                </c:pt>
                <c:pt idx="61392">
                  <c:v>10.210000000000001</c:v>
                </c:pt>
                <c:pt idx="61393">
                  <c:v>63.97</c:v>
                </c:pt>
                <c:pt idx="61394">
                  <c:v>89.97</c:v>
                </c:pt>
                <c:pt idx="61395">
                  <c:v>104.98</c:v>
                </c:pt>
                <c:pt idx="61396">
                  <c:v>54.99</c:v>
                </c:pt>
                <c:pt idx="61397">
                  <c:v>59.98</c:v>
                </c:pt>
                <c:pt idx="61398">
                  <c:v>31.49</c:v>
                </c:pt>
                <c:pt idx="61399">
                  <c:v>188.93</c:v>
                </c:pt>
                <c:pt idx="61400">
                  <c:v>55.98</c:v>
                </c:pt>
                <c:pt idx="61401">
                  <c:v>145.16</c:v>
                </c:pt>
                <c:pt idx="61402">
                  <c:v>105.09</c:v>
                </c:pt>
                <c:pt idx="61403">
                  <c:v>126.99</c:v>
                </c:pt>
                <c:pt idx="61404">
                  <c:v>152.94999999999999</c:v>
                </c:pt>
                <c:pt idx="61405">
                  <c:v>95.97</c:v>
                </c:pt>
                <c:pt idx="61406">
                  <c:v>39.479999999999997</c:v>
                </c:pt>
                <c:pt idx="61407">
                  <c:v>67.47</c:v>
                </c:pt>
                <c:pt idx="61408">
                  <c:v>100.39</c:v>
                </c:pt>
                <c:pt idx="61409">
                  <c:v>51.97</c:v>
                </c:pt>
                <c:pt idx="61410">
                  <c:v>161.91</c:v>
                </c:pt>
                <c:pt idx="61411">
                  <c:v>55.64</c:v>
                </c:pt>
                <c:pt idx="61412">
                  <c:v>31.49</c:v>
                </c:pt>
                <c:pt idx="61413">
                  <c:v>53.98</c:v>
                </c:pt>
                <c:pt idx="61414">
                  <c:v>111.96</c:v>
                </c:pt>
                <c:pt idx="61415">
                  <c:v>65.92</c:v>
                </c:pt>
                <c:pt idx="61416">
                  <c:v>35.26</c:v>
                </c:pt>
                <c:pt idx="61417">
                  <c:v>59.99</c:v>
                </c:pt>
                <c:pt idx="61418">
                  <c:v>103.96</c:v>
                </c:pt>
                <c:pt idx="61419">
                  <c:v>59.98</c:v>
                </c:pt>
                <c:pt idx="61420">
                  <c:v>83.48</c:v>
                </c:pt>
                <c:pt idx="61421">
                  <c:v>147.6</c:v>
                </c:pt>
                <c:pt idx="61422">
                  <c:v>8.49</c:v>
                </c:pt>
                <c:pt idx="61423">
                  <c:v>50.48</c:v>
                </c:pt>
                <c:pt idx="61424">
                  <c:v>80.06</c:v>
                </c:pt>
                <c:pt idx="61425">
                  <c:v>46.28</c:v>
                </c:pt>
                <c:pt idx="61426">
                  <c:v>59.99</c:v>
                </c:pt>
                <c:pt idx="61427">
                  <c:v>79.989999999999995</c:v>
                </c:pt>
                <c:pt idx="61428">
                  <c:v>22.49</c:v>
                </c:pt>
                <c:pt idx="61429">
                  <c:v>101.7</c:v>
                </c:pt>
                <c:pt idx="61430">
                  <c:v>83.97</c:v>
                </c:pt>
                <c:pt idx="61431">
                  <c:v>49.95</c:v>
                </c:pt>
                <c:pt idx="61432">
                  <c:v>97.97</c:v>
                </c:pt>
                <c:pt idx="61433">
                  <c:v>62.97</c:v>
                </c:pt>
                <c:pt idx="61434">
                  <c:v>24.49</c:v>
                </c:pt>
                <c:pt idx="61435">
                  <c:v>62.97</c:v>
                </c:pt>
                <c:pt idx="61436">
                  <c:v>58.48</c:v>
                </c:pt>
                <c:pt idx="61437">
                  <c:v>59.98</c:v>
                </c:pt>
                <c:pt idx="61438">
                  <c:v>169.14</c:v>
                </c:pt>
                <c:pt idx="61439">
                  <c:v>59.98</c:v>
                </c:pt>
                <c:pt idx="61440">
                  <c:v>51.98</c:v>
                </c:pt>
                <c:pt idx="61441">
                  <c:v>50.98</c:v>
                </c:pt>
                <c:pt idx="61442">
                  <c:v>51.98</c:v>
                </c:pt>
                <c:pt idx="61443">
                  <c:v>1.5</c:v>
                </c:pt>
                <c:pt idx="61444">
                  <c:v>110.96</c:v>
                </c:pt>
                <c:pt idx="61445">
                  <c:v>98.97</c:v>
                </c:pt>
                <c:pt idx="61446">
                  <c:v>96.28</c:v>
                </c:pt>
                <c:pt idx="61447">
                  <c:v>83.48</c:v>
                </c:pt>
                <c:pt idx="61448">
                  <c:v>96.27</c:v>
                </c:pt>
                <c:pt idx="61449">
                  <c:v>18.13</c:v>
                </c:pt>
                <c:pt idx="61450">
                  <c:v>81.03</c:v>
                </c:pt>
                <c:pt idx="61451">
                  <c:v>79.7</c:v>
                </c:pt>
                <c:pt idx="61452">
                  <c:v>92.66</c:v>
                </c:pt>
                <c:pt idx="61453">
                  <c:v>209.93</c:v>
                </c:pt>
                <c:pt idx="61454">
                  <c:v>109.96</c:v>
                </c:pt>
                <c:pt idx="61455">
                  <c:v>59.98</c:v>
                </c:pt>
                <c:pt idx="61456">
                  <c:v>121.71</c:v>
                </c:pt>
                <c:pt idx="61457">
                  <c:v>166.46</c:v>
                </c:pt>
                <c:pt idx="61458">
                  <c:v>119.96</c:v>
                </c:pt>
                <c:pt idx="61459">
                  <c:v>59.98</c:v>
                </c:pt>
                <c:pt idx="61460">
                  <c:v>69.97</c:v>
                </c:pt>
                <c:pt idx="61461">
                  <c:v>50.98</c:v>
                </c:pt>
                <c:pt idx="61462">
                  <c:v>53.98</c:v>
                </c:pt>
                <c:pt idx="61463">
                  <c:v>77.42</c:v>
                </c:pt>
                <c:pt idx="61464">
                  <c:v>139.94999999999999</c:v>
                </c:pt>
                <c:pt idx="61465">
                  <c:v>53.38</c:v>
                </c:pt>
                <c:pt idx="61466">
                  <c:v>131.97999999999999</c:v>
                </c:pt>
                <c:pt idx="61467">
                  <c:v>179.94</c:v>
                </c:pt>
                <c:pt idx="61468">
                  <c:v>263.95999999999998</c:v>
                </c:pt>
                <c:pt idx="61469">
                  <c:v>31.49</c:v>
                </c:pt>
                <c:pt idx="61470">
                  <c:v>84.97</c:v>
                </c:pt>
                <c:pt idx="61471">
                  <c:v>77.97</c:v>
                </c:pt>
                <c:pt idx="61472">
                  <c:v>239.92</c:v>
                </c:pt>
                <c:pt idx="61473">
                  <c:v>101.96</c:v>
                </c:pt>
                <c:pt idx="61474">
                  <c:v>67.97</c:v>
                </c:pt>
                <c:pt idx="61475">
                  <c:v>59.98</c:v>
                </c:pt>
                <c:pt idx="61476">
                  <c:v>149.51</c:v>
                </c:pt>
                <c:pt idx="61477">
                  <c:v>114.96</c:v>
                </c:pt>
                <c:pt idx="61478">
                  <c:v>83.97</c:v>
                </c:pt>
                <c:pt idx="61479">
                  <c:v>55.98</c:v>
                </c:pt>
                <c:pt idx="61480">
                  <c:v>142.44</c:v>
                </c:pt>
                <c:pt idx="61481">
                  <c:v>95.96</c:v>
                </c:pt>
                <c:pt idx="61482">
                  <c:v>193.93</c:v>
                </c:pt>
                <c:pt idx="61483">
                  <c:v>139.94999999999999</c:v>
                </c:pt>
                <c:pt idx="61484">
                  <c:v>86.07</c:v>
                </c:pt>
                <c:pt idx="61485">
                  <c:v>61.37</c:v>
                </c:pt>
                <c:pt idx="61486">
                  <c:v>55.39</c:v>
                </c:pt>
                <c:pt idx="61487">
                  <c:v>59.98</c:v>
                </c:pt>
                <c:pt idx="61488">
                  <c:v>61.98</c:v>
                </c:pt>
                <c:pt idx="61489">
                  <c:v>41.29</c:v>
                </c:pt>
                <c:pt idx="61490">
                  <c:v>65.319999999999993</c:v>
                </c:pt>
                <c:pt idx="61491">
                  <c:v>157.24</c:v>
                </c:pt>
                <c:pt idx="61492">
                  <c:v>59.98</c:v>
                </c:pt>
                <c:pt idx="61493">
                  <c:v>50.49</c:v>
                </c:pt>
                <c:pt idx="61494">
                  <c:v>77.97</c:v>
                </c:pt>
                <c:pt idx="61495">
                  <c:v>84.66</c:v>
                </c:pt>
                <c:pt idx="61496">
                  <c:v>83.97</c:v>
                </c:pt>
                <c:pt idx="61497">
                  <c:v>49.99</c:v>
                </c:pt>
                <c:pt idx="61498">
                  <c:v>59.98</c:v>
                </c:pt>
                <c:pt idx="61499">
                  <c:v>59.98</c:v>
                </c:pt>
                <c:pt idx="61500">
                  <c:v>171.97</c:v>
                </c:pt>
                <c:pt idx="61501">
                  <c:v>75.98</c:v>
                </c:pt>
                <c:pt idx="61502">
                  <c:v>95.96</c:v>
                </c:pt>
                <c:pt idx="61503">
                  <c:v>53.98</c:v>
                </c:pt>
                <c:pt idx="61504">
                  <c:v>94.34</c:v>
                </c:pt>
                <c:pt idx="61505">
                  <c:v>59.97</c:v>
                </c:pt>
                <c:pt idx="61506">
                  <c:v>79.97</c:v>
                </c:pt>
                <c:pt idx="61507">
                  <c:v>53.98</c:v>
                </c:pt>
                <c:pt idx="61508">
                  <c:v>120.46</c:v>
                </c:pt>
                <c:pt idx="61509">
                  <c:v>86.96</c:v>
                </c:pt>
                <c:pt idx="61510">
                  <c:v>239.9</c:v>
                </c:pt>
                <c:pt idx="61511">
                  <c:v>68.97</c:v>
                </c:pt>
                <c:pt idx="61512">
                  <c:v>55.98</c:v>
                </c:pt>
                <c:pt idx="61513">
                  <c:v>59.98</c:v>
                </c:pt>
                <c:pt idx="61514">
                  <c:v>28.29</c:v>
                </c:pt>
                <c:pt idx="61515">
                  <c:v>65.989999999999995</c:v>
                </c:pt>
                <c:pt idx="61516">
                  <c:v>85.87</c:v>
                </c:pt>
                <c:pt idx="61517">
                  <c:v>63.96</c:v>
                </c:pt>
                <c:pt idx="61518">
                  <c:v>46.29</c:v>
                </c:pt>
                <c:pt idx="61519">
                  <c:v>53.97</c:v>
                </c:pt>
                <c:pt idx="61520">
                  <c:v>65.989999999999995</c:v>
                </c:pt>
                <c:pt idx="61521">
                  <c:v>65.989999999999995</c:v>
                </c:pt>
                <c:pt idx="61522">
                  <c:v>51.93</c:v>
                </c:pt>
                <c:pt idx="61523">
                  <c:v>31.49</c:v>
                </c:pt>
                <c:pt idx="61524">
                  <c:v>59.98</c:v>
                </c:pt>
                <c:pt idx="61525">
                  <c:v>54.99</c:v>
                </c:pt>
                <c:pt idx="61526">
                  <c:v>119.96</c:v>
                </c:pt>
                <c:pt idx="61527">
                  <c:v>81.05</c:v>
                </c:pt>
                <c:pt idx="61528">
                  <c:v>62.07</c:v>
                </c:pt>
                <c:pt idx="61529">
                  <c:v>77.97</c:v>
                </c:pt>
                <c:pt idx="61530">
                  <c:v>11.29</c:v>
                </c:pt>
                <c:pt idx="61531">
                  <c:v>121.95</c:v>
                </c:pt>
                <c:pt idx="61532">
                  <c:v>223.92</c:v>
                </c:pt>
                <c:pt idx="61533">
                  <c:v>62.88</c:v>
                </c:pt>
                <c:pt idx="61534">
                  <c:v>83.97</c:v>
                </c:pt>
                <c:pt idx="61535">
                  <c:v>257.25</c:v>
                </c:pt>
                <c:pt idx="61536">
                  <c:v>59.99</c:v>
                </c:pt>
                <c:pt idx="61537">
                  <c:v>54.95</c:v>
                </c:pt>
                <c:pt idx="61538">
                  <c:v>65.989999999999995</c:v>
                </c:pt>
                <c:pt idx="61539">
                  <c:v>70.260000000000005</c:v>
                </c:pt>
                <c:pt idx="61540">
                  <c:v>111.95</c:v>
                </c:pt>
                <c:pt idx="61541">
                  <c:v>59.98</c:v>
                </c:pt>
                <c:pt idx="61542">
                  <c:v>55.98</c:v>
                </c:pt>
                <c:pt idx="61543">
                  <c:v>55.39</c:v>
                </c:pt>
                <c:pt idx="61544">
                  <c:v>66.58</c:v>
                </c:pt>
                <c:pt idx="61545">
                  <c:v>49.48</c:v>
                </c:pt>
                <c:pt idx="61546">
                  <c:v>167.94</c:v>
                </c:pt>
                <c:pt idx="61547">
                  <c:v>51.98</c:v>
                </c:pt>
                <c:pt idx="61548">
                  <c:v>85.98</c:v>
                </c:pt>
                <c:pt idx="61549">
                  <c:v>37.479999999999997</c:v>
                </c:pt>
                <c:pt idx="61550">
                  <c:v>119.96</c:v>
                </c:pt>
                <c:pt idx="61551">
                  <c:v>59.98</c:v>
                </c:pt>
                <c:pt idx="61552">
                  <c:v>221.94</c:v>
                </c:pt>
                <c:pt idx="61553">
                  <c:v>52.48</c:v>
                </c:pt>
                <c:pt idx="61554">
                  <c:v>139.91999999999999</c:v>
                </c:pt>
                <c:pt idx="61555">
                  <c:v>51.98</c:v>
                </c:pt>
                <c:pt idx="61556">
                  <c:v>93.96</c:v>
                </c:pt>
                <c:pt idx="61557">
                  <c:v>1.5</c:v>
                </c:pt>
                <c:pt idx="61558">
                  <c:v>111.96</c:v>
                </c:pt>
                <c:pt idx="61559">
                  <c:v>77.39</c:v>
                </c:pt>
                <c:pt idx="61560">
                  <c:v>55.98</c:v>
                </c:pt>
                <c:pt idx="61561">
                  <c:v>71.97</c:v>
                </c:pt>
                <c:pt idx="61562">
                  <c:v>130.94999999999999</c:v>
                </c:pt>
                <c:pt idx="61563">
                  <c:v>16.29</c:v>
                </c:pt>
                <c:pt idx="61564">
                  <c:v>33.29</c:v>
                </c:pt>
                <c:pt idx="61565">
                  <c:v>65.319999999999993</c:v>
                </c:pt>
                <c:pt idx="61566">
                  <c:v>39.89</c:v>
                </c:pt>
                <c:pt idx="61567">
                  <c:v>119.74</c:v>
                </c:pt>
                <c:pt idx="61568">
                  <c:v>51.96</c:v>
                </c:pt>
                <c:pt idx="61569">
                  <c:v>41.49</c:v>
                </c:pt>
                <c:pt idx="61570">
                  <c:v>131.97999999999999</c:v>
                </c:pt>
                <c:pt idx="61571">
                  <c:v>167.94</c:v>
                </c:pt>
                <c:pt idx="61572">
                  <c:v>89.97</c:v>
                </c:pt>
                <c:pt idx="61573">
                  <c:v>95.24</c:v>
                </c:pt>
                <c:pt idx="61574">
                  <c:v>51.98</c:v>
                </c:pt>
                <c:pt idx="61575">
                  <c:v>51.46</c:v>
                </c:pt>
                <c:pt idx="61576">
                  <c:v>111.02</c:v>
                </c:pt>
                <c:pt idx="61577">
                  <c:v>55.98</c:v>
                </c:pt>
                <c:pt idx="61578">
                  <c:v>108.88</c:v>
                </c:pt>
                <c:pt idx="61579">
                  <c:v>-2.99</c:v>
                </c:pt>
                <c:pt idx="61580">
                  <c:v>107.94</c:v>
                </c:pt>
                <c:pt idx="61581">
                  <c:v>57.97</c:v>
                </c:pt>
                <c:pt idx="61582">
                  <c:v>27.99</c:v>
                </c:pt>
                <c:pt idx="61583">
                  <c:v>130.91</c:v>
                </c:pt>
                <c:pt idx="61584">
                  <c:v>-34.17</c:v>
                </c:pt>
                <c:pt idx="61585">
                  <c:v>53.98</c:v>
                </c:pt>
                <c:pt idx="61586">
                  <c:v>26.28</c:v>
                </c:pt>
                <c:pt idx="61587">
                  <c:v>167.94</c:v>
                </c:pt>
                <c:pt idx="61588">
                  <c:v>119.96</c:v>
                </c:pt>
                <c:pt idx="61589">
                  <c:v>89.97</c:v>
                </c:pt>
                <c:pt idx="61590">
                  <c:v>328.1</c:v>
                </c:pt>
                <c:pt idx="61591">
                  <c:v>55.98</c:v>
                </c:pt>
                <c:pt idx="61592">
                  <c:v>51.98</c:v>
                </c:pt>
                <c:pt idx="61593">
                  <c:v>56.68</c:v>
                </c:pt>
                <c:pt idx="61594">
                  <c:v>59.98</c:v>
                </c:pt>
                <c:pt idx="61595">
                  <c:v>90.73</c:v>
                </c:pt>
                <c:pt idx="61596">
                  <c:v>72.58</c:v>
                </c:pt>
                <c:pt idx="61597">
                  <c:v>118.78</c:v>
                </c:pt>
                <c:pt idx="61598">
                  <c:v>89.97</c:v>
                </c:pt>
                <c:pt idx="61599">
                  <c:v>83.97</c:v>
                </c:pt>
                <c:pt idx="61600">
                  <c:v>131.97999999999999</c:v>
                </c:pt>
                <c:pt idx="61601">
                  <c:v>39.28</c:v>
                </c:pt>
                <c:pt idx="61602">
                  <c:v>65.3</c:v>
                </c:pt>
                <c:pt idx="61603">
                  <c:v>75.13</c:v>
                </c:pt>
                <c:pt idx="61604">
                  <c:v>16.489999999999998</c:v>
                </c:pt>
                <c:pt idx="61605">
                  <c:v>74.98</c:v>
                </c:pt>
                <c:pt idx="61606">
                  <c:v>60.99</c:v>
                </c:pt>
                <c:pt idx="61607">
                  <c:v>139.94999999999999</c:v>
                </c:pt>
                <c:pt idx="61608">
                  <c:v>59.98</c:v>
                </c:pt>
                <c:pt idx="61609">
                  <c:v>57.98</c:v>
                </c:pt>
                <c:pt idx="61610">
                  <c:v>50.83</c:v>
                </c:pt>
                <c:pt idx="61611">
                  <c:v>53.48</c:v>
                </c:pt>
                <c:pt idx="61612">
                  <c:v>59.98</c:v>
                </c:pt>
                <c:pt idx="61613">
                  <c:v>18.93</c:v>
                </c:pt>
                <c:pt idx="61614">
                  <c:v>72.58</c:v>
                </c:pt>
                <c:pt idx="61615">
                  <c:v>55.98</c:v>
                </c:pt>
                <c:pt idx="61616">
                  <c:v>63.98</c:v>
                </c:pt>
                <c:pt idx="61617">
                  <c:v>79.989999999999995</c:v>
                </c:pt>
                <c:pt idx="61618">
                  <c:v>55.98</c:v>
                </c:pt>
                <c:pt idx="61619">
                  <c:v>124.97</c:v>
                </c:pt>
                <c:pt idx="61620">
                  <c:v>28.49</c:v>
                </c:pt>
                <c:pt idx="61621">
                  <c:v>181.37</c:v>
                </c:pt>
                <c:pt idx="61622">
                  <c:v>65.319999999999993</c:v>
                </c:pt>
                <c:pt idx="61623">
                  <c:v>59.98</c:v>
                </c:pt>
                <c:pt idx="61624">
                  <c:v>84.98</c:v>
                </c:pt>
                <c:pt idx="61625">
                  <c:v>419.85</c:v>
                </c:pt>
                <c:pt idx="61626">
                  <c:v>59.98</c:v>
                </c:pt>
                <c:pt idx="61627">
                  <c:v>30.98</c:v>
                </c:pt>
                <c:pt idx="61628">
                  <c:v>163.85</c:v>
                </c:pt>
                <c:pt idx="61629">
                  <c:v>167.94</c:v>
                </c:pt>
                <c:pt idx="61630">
                  <c:v>42.48</c:v>
                </c:pt>
                <c:pt idx="61631">
                  <c:v>61.69</c:v>
                </c:pt>
                <c:pt idx="61632">
                  <c:v>88.47</c:v>
                </c:pt>
                <c:pt idx="61633">
                  <c:v>41.49</c:v>
                </c:pt>
                <c:pt idx="61634">
                  <c:v>108.17</c:v>
                </c:pt>
                <c:pt idx="61635">
                  <c:v>115.96</c:v>
                </c:pt>
                <c:pt idx="61636">
                  <c:v>55.98</c:v>
                </c:pt>
                <c:pt idx="61637">
                  <c:v>71.97</c:v>
                </c:pt>
                <c:pt idx="61638">
                  <c:v>29.02</c:v>
                </c:pt>
                <c:pt idx="61639">
                  <c:v>111.92</c:v>
                </c:pt>
                <c:pt idx="61640">
                  <c:v>31.49</c:v>
                </c:pt>
                <c:pt idx="61641">
                  <c:v>119.97</c:v>
                </c:pt>
                <c:pt idx="61642">
                  <c:v>59.98</c:v>
                </c:pt>
                <c:pt idx="61643">
                  <c:v>29.49</c:v>
                </c:pt>
                <c:pt idx="61644">
                  <c:v>101.96</c:v>
                </c:pt>
                <c:pt idx="61645">
                  <c:v>140.97</c:v>
                </c:pt>
                <c:pt idx="61646">
                  <c:v>131.97999999999999</c:v>
                </c:pt>
                <c:pt idx="61647">
                  <c:v>69.98</c:v>
                </c:pt>
                <c:pt idx="61648">
                  <c:v>89.97</c:v>
                </c:pt>
                <c:pt idx="61649">
                  <c:v>62.97</c:v>
                </c:pt>
                <c:pt idx="61650">
                  <c:v>126.06</c:v>
                </c:pt>
                <c:pt idx="61651">
                  <c:v>65.989999999999995</c:v>
                </c:pt>
                <c:pt idx="61652">
                  <c:v>59.98</c:v>
                </c:pt>
                <c:pt idx="61653">
                  <c:v>29.49</c:v>
                </c:pt>
                <c:pt idx="61654">
                  <c:v>140.94999999999999</c:v>
                </c:pt>
                <c:pt idx="61655">
                  <c:v>106.97</c:v>
                </c:pt>
                <c:pt idx="61656">
                  <c:v>84.97</c:v>
                </c:pt>
                <c:pt idx="61657">
                  <c:v>76.209999999999994</c:v>
                </c:pt>
                <c:pt idx="61658">
                  <c:v>102.8</c:v>
                </c:pt>
                <c:pt idx="61659">
                  <c:v>144.94</c:v>
                </c:pt>
                <c:pt idx="61660">
                  <c:v>59.98</c:v>
                </c:pt>
                <c:pt idx="61661">
                  <c:v>-1.5</c:v>
                </c:pt>
                <c:pt idx="61662">
                  <c:v>105.98</c:v>
                </c:pt>
                <c:pt idx="61663">
                  <c:v>134.96</c:v>
                </c:pt>
                <c:pt idx="61664">
                  <c:v>86.98</c:v>
                </c:pt>
                <c:pt idx="61665">
                  <c:v>127.92</c:v>
                </c:pt>
                <c:pt idx="61666">
                  <c:v>191.92</c:v>
                </c:pt>
                <c:pt idx="61667">
                  <c:v>111.98</c:v>
                </c:pt>
                <c:pt idx="61668">
                  <c:v>131.97999999999999</c:v>
                </c:pt>
                <c:pt idx="61669">
                  <c:v>81.27</c:v>
                </c:pt>
                <c:pt idx="61670">
                  <c:v>53.98</c:v>
                </c:pt>
                <c:pt idx="61671">
                  <c:v>197.75</c:v>
                </c:pt>
                <c:pt idx="61672">
                  <c:v>79.98</c:v>
                </c:pt>
                <c:pt idx="61673">
                  <c:v>51.98</c:v>
                </c:pt>
                <c:pt idx="61674">
                  <c:v>56.97</c:v>
                </c:pt>
                <c:pt idx="61675">
                  <c:v>59.98</c:v>
                </c:pt>
                <c:pt idx="61676">
                  <c:v>99.96</c:v>
                </c:pt>
                <c:pt idx="61677">
                  <c:v>89.97</c:v>
                </c:pt>
                <c:pt idx="61678">
                  <c:v>29.99</c:v>
                </c:pt>
                <c:pt idx="61679">
                  <c:v>75.569999999999993</c:v>
                </c:pt>
                <c:pt idx="61680">
                  <c:v>74.680000000000007</c:v>
                </c:pt>
                <c:pt idx="61681">
                  <c:v>59.99</c:v>
                </c:pt>
                <c:pt idx="61682">
                  <c:v>75.97</c:v>
                </c:pt>
                <c:pt idx="61683">
                  <c:v>53.98</c:v>
                </c:pt>
                <c:pt idx="61684">
                  <c:v>71.97</c:v>
                </c:pt>
                <c:pt idx="61685">
                  <c:v>31.49</c:v>
                </c:pt>
                <c:pt idx="61686">
                  <c:v>53.98</c:v>
                </c:pt>
                <c:pt idx="61687">
                  <c:v>54.99</c:v>
                </c:pt>
                <c:pt idx="61688">
                  <c:v>55.98</c:v>
                </c:pt>
                <c:pt idx="61689">
                  <c:v>96.78</c:v>
                </c:pt>
                <c:pt idx="61690">
                  <c:v>159.96</c:v>
                </c:pt>
                <c:pt idx="61691">
                  <c:v>89.97</c:v>
                </c:pt>
                <c:pt idx="61692">
                  <c:v>129.94999999999999</c:v>
                </c:pt>
                <c:pt idx="61693">
                  <c:v>52.24</c:v>
                </c:pt>
                <c:pt idx="61694">
                  <c:v>25.39</c:v>
                </c:pt>
                <c:pt idx="61695">
                  <c:v>51.27</c:v>
                </c:pt>
                <c:pt idx="61696">
                  <c:v>51.98</c:v>
                </c:pt>
                <c:pt idx="61697">
                  <c:v>84.65</c:v>
                </c:pt>
                <c:pt idx="61698">
                  <c:v>149.71</c:v>
                </c:pt>
                <c:pt idx="61699">
                  <c:v>131.97999999999999</c:v>
                </c:pt>
                <c:pt idx="61700">
                  <c:v>95.96</c:v>
                </c:pt>
                <c:pt idx="61701">
                  <c:v>55.98</c:v>
                </c:pt>
                <c:pt idx="61702">
                  <c:v>62.98</c:v>
                </c:pt>
                <c:pt idx="61703">
                  <c:v>280.89999999999998</c:v>
                </c:pt>
                <c:pt idx="61704">
                  <c:v>37.49</c:v>
                </c:pt>
                <c:pt idx="61705">
                  <c:v>77.42</c:v>
                </c:pt>
                <c:pt idx="61706">
                  <c:v>67.739999999999995</c:v>
                </c:pt>
                <c:pt idx="61707">
                  <c:v>55.98</c:v>
                </c:pt>
                <c:pt idx="61708">
                  <c:v>61.94</c:v>
                </c:pt>
                <c:pt idx="61709">
                  <c:v>167.94</c:v>
                </c:pt>
                <c:pt idx="61710">
                  <c:v>65.989999999999995</c:v>
                </c:pt>
                <c:pt idx="61711">
                  <c:v>59.98</c:v>
                </c:pt>
                <c:pt idx="61712">
                  <c:v>49.59</c:v>
                </c:pt>
                <c:pt idx="61713">
                  <c:v>150.96</c:v>
                </c:pt>
                <c:pt idx="61714">
                  <c:v>53.98</c:v>
                </c:pt>
                <c:pt idx="61715">
                  <c:v>131.97999999999999</c:v>
                </c:pt>
                <c:pt idx="61716">
                  <c:v>55.98</c:v>
                </c:pt>
                <c:pt idx="61717">
                  <c:v>25.49</c:v>
                </c:pt>
                <c:pt idx="61718">
                  <c:v>59.98</c:v>
                </c:pt>
                <c:pt idx="61719">
                  <c:v>59.98</c:v>
                </c:pt>
                <c:pt idx="61720">
                  <c:v>143.34</c:v>
                </c:pt>
                <c:pt idx="61721">
                  <c:v>59.98</c:v>
                </c:pt>
                <c:pt idx="61722">
                  <c:v>89.97</c:v>
                </c:pt>
                <c:pt idx="61723">
                  <c:v>41.49</c:v>
                </c:pt>
                <c:pt idx="61724">
                  <c:v>55.98</c:v>
                </c:pt>
                <c:pt idx="61725">
                  <c:v>61.69</c:v>
                </c:pt>
                <c:pt idx="61726">
                  <c:v>65.989999999999995</c:v>
                </c:pt>
                <c:pt idx="61727">
                  <c:v>108.16</c:v>
                </c:pt>
                <c:pt idx="61728">
                  <c:v>89.98</c:v>
                </c:pt>
                <c:pt idx="61729">
                  <c:v>83.97</c:v>
                </c:pt>
                <c:pt idx="61730">
                  <c:v>131.97999999999999</c:v>
                </c:pt>
                <c:pt idx="61731">
                  <c:v>77.97</c:v>
                </c:pt>
                <c:pt idx="61732">
                  <c:v>29.49</c:v>
                </c:pt>
                <c:pt idx="61733">
                  <c:v>80.56</c:v>
                </c:pt>
                <c:pt idx="61734">
                  <c:v>171.96</c:v>
                </c:pt>
                <c:pt idx="61735">
                  <c:v>187.13</c:v>
                </c:pt>
                <c:pt idx="61736">
                  <c:v>120.97</c:v>
                </c:pt>
                <c:pt idx="61737">
                  <c:v>59.98</c:v>
                </c:pt>
                <c:pt idx="61738">
                  <c:v>78.959999999999994</c:v>
                </c:pt>
                <c:pt idx="61739">
                  <c:v>39.89</c:v>
                </c:pt>
                <c:pt idx="61740">
                  <c:v>65.989999999999995</c:v>
                </c:pt>
                <c:pt idx="61741">
                  <c:v>83.48</c:v>
                </c:pt>
                <c:pt idx="61742">
                  <c:v>64.98</c:v>
                </c:pt>
                <c:pt idx="61743">
                  <c:v>65.37</c:v>
                </c:pt>
                <c:pt idx="61744">
                  <c:v>55.98</c:v>
                </c:pt>
                <c:pt idx="61745">
                  <c:v>125.66</c:v>
                </c:pt>
                <c:pt idx="61746">
                  <c:v>60.99</c:v>
                </c:pt>
                <c:pt idx="61747">
                  <c:v>65.989999999999995</c:v>
                </c:pt>
                <c:pt idx="61748">
                  <c:v>-50.95</c:v>
                </c:pt>
                <c:pt idx="61749">
                  <c:v>53.98</c:v>
                </c:pt>
                <c:pt idx="61750">
                  <c:v>54.98</c:v>
                </c:pt>
                <c:pt idx="61751">
                  <c:v>29.38</c:v>
                </c:pt>
                <c:pt idx="61752">
                  <c:v>79.98</c:v>
                </c:pt>
                <c:pt idx="61753">
                  <c:v>83.97</c:v>
                </c:pt>
                <c:pt idx="61754">
                  <c:v>137.94999999999999</c:v>
                </c:pt>
                <c:pt idx="61755">
                  <c:v>20.49</c:v>
                </c:pt>
                <c:pt idx="61756">
                  <c:v>101.16</c:v>
                </c:pt>
                <c:pt idx="61757">
                  <c:v>156.54</c:v>
                </c:pt>
                <c:pt idx="61758">
                  <c:v>57.98</c:v>
                </c:pt>
                <c:pt idx="61759">
                  <c:v>105.98</c:v>
                </c:pt>
                <c:pt idx="61760">
                  <c:v>80.959999999999994</c:v>
                </c:pt>
                <c:pt idx="61761">
                  <c:v>61.69</c:v>
                </c:pt>
                <c:pt idx="61762">
                  <c:v>37.479999999999997</c:v>
                </c:pt>
                <c:pt idx="61763">
                  <c:v>83.45</c:v>
                </c:pt>
                <c:pt idx="61764">
                  <c:v>65.989999999999995</c:v>
                </c:pt>
                <c:pt idx="61765">
                  <c:v>119.96</c:v>
                </c:pt>
                <c:pt idx="61766">
                  <c:v>155.96</c:v>
                </c:pt>
                <c:pt idx="61767">
                  <c:v>49.99</c:v>
                </c:pt>
                <c:pt idx="61768">
                  <c:v>51.19</c:v>
                </c:pt>
                <c:pt idx="61769">
                  <c:v>46.47</c:v>
                </c:pt>
                <c:pt idx="61770">
                  <c:v>99.99</c:v>
                </c:pt>
                <c:pt idx="61771">
                  <c:v>52.98</c:v>
                </c:pt>
                <c:pt idx="61772">
                  <c:v>59.98</c:v>
                </c:pt>
                <c:pt idx="61773">
                  <c:v>55.98</c:v>
                </c:pt>
                <c:pt idx="61774">
                  <c:v>79.98</c:v>
                </c:pt>
                <c:pt idx="61775">
                  <c:v>131.97999999999999</c:v>
                </c:pt>
                <c:pt idx="61776">
                  <c:v>65.989999999999995</c:v>
                </c:pt>
                <c:pt idx="61777">
                  <c:v>109.26</c:v>
                </c:pt>
                <c:pt idx="61778">
                  <c:v>65.989999999999995</c:v>
                </c:pt>
                <c:pt idx="61779">
                  <c:v>113.94</c:v>
                </c:pt>
                <c:pt idx="61780">
                  <c:v>89.97</c:v>
                </c:pt>
                <c:pt idx="61781">
                  <c:v>195.84</c:v>
                </c:pt>
                <c:pt idx="61782">
                  <c:v>51.98</c:v>
                </c:pt>
                <c:pt idx="61783">
                  <c:v>66.98</c:v>
                </c:pt>
                <c:pt idx="61784">
                  <c:v>77.42</c:v>
                </c:pt>
                <c:pt idx="61785">
                  <c:v>75.959999999999994</c:v>
                </c:pt>
                <c:pt idx="61786">
                  <c:v>131.91</c:v>
                </c:pt>
                <c:pt idx="61787">
                  <c:v>63.98</c:v>
                </c:pt>
                <c:pt idx="61788">
                  <c:v>55.98</c:v>
                </c:pt>
                <c:pt idx="61789">
                  <c:v>190.42</c:v>
                </c:pt>
                <c:pt idx="61790">
                  <c:v>66.540000000000006</c:v>
                </c:pt>
                <c:pt idx="61791">
                  <c:v>29.49</c:v>
                </c:pt>
                <c:pt idx="61792">
                  <c:v>57.57</c:v>
                </c:pt>
                <c:pt idx="61793">
                  <c:v>95.97</c:v>
                </c:pt>
                <c:pt idx="61794">
                  <c:v>68.45</c:v>
                </c:pt>
                <c:pt idx="61795">
                  <c:v>89.97</c:v>
                </c:pt>
                <c:pt idx="61796">
                  <c:v>25.47</c:v>
                </c:pt>
                <c:pt idx="61797">
                  <c:v>79.989999999999995</c:v>
                </c:pt>
                <c:pt idx="61798">
                  <c:v>112.27</c:v>
                </c:pt>
                <c:pt idx="61799">
                  <c:v>136.97</c:v>
                </c:pt>
                <c:pt idx="61800">
                  <c:v>31.49</c:v>
                </c:pt>
                <c:pt idx="61801">
                  <c:v>15.49</c:v>
                </c:pt>
                <c:pt idx="61802">
                  <c:v>65.989999999999995</c:v>
                </c:pt>
                <c:pt idx="61803">
                  <c:v>50.97</c:v>
                </c:pt>
                <c:pt idx="61804">
                  <c:v>36.49</c:v>
                </c:pt>
                <c:pt idx="61805">
                  <c:v>114.96</c:v>
                </c:pt>
                <c:pt idx="61806">
                  <c:v>211.92</c:v>
                </c:pt>
                <c:pt idx="61807">
                  <c:v>49.99</c:v>
                </c:pt>
                <c:pt idx="61808">
                  <c:v>91.97</c:v>
                </c:pt>
                <c:pt idx="61809">
                  <c:v>57.97</c:v>
                </c:pt>
                <c:pt idx="61810">
                  <c:v>92.96</c:v>
                </c:pt>
                <c:pt idx="61811">
                  <c:v>65.989999999999995</c:v>
                </c:pt>
                <c:pt idx="61812">
                  <c:v>73.08</c:v>
                </c:pt>
                <c:pt idx="61813">
                  <c:v>111.64</c:v>
                </c:pt>
                <c:pt idx="61814">
                  <c:v>31.49</c:v>
                </c:pt>
                <c:pt idx="61815">
                  <c:v>84.68</c:v>
                </c:pt>
                <c:pt idx="61816">
                  <c:v>122.94</c:v>
                </c:pt>
                <c:pt idx="61817">
                  <c:v>41.49</c:v>
                </c:pt>
                <c:pt idx="61818">
                  <c:v>83.97</c:v>
                </c:pt>
                <c:pt idx="61819">
                  <c:v>279.93</c:v>
                </c:pt>
                <c:pt idx="61820">
                  <c:v>179.94</c:v>
                </c:pt>
                <c:pt idx="61821">
                  <c:v>87.97</c:v>
                </c:pt>
                <c:pt idx="61822">
                  <c:v>55.98</c:v>
                </c:pt>
                <c:pt idx="61823">
                  <c:v>145.76</c:v>
                </c:pt>
                <c:pt idx="61824">
                  <c:v>103.45</c:v>
                </c:pt>
                <c:pt idx="61825">
                  <c:v>83.97</c:v>
                </c:pt>
                <c:pt idx="61826">
                  <c:v>59.96</c:v>
                </c:pt>
                <c:pt idx="61827">
                  <c:v>65.97</c:v>
                </c:pt>
                <c:pt idx="61828">
                  <c:v>62.87</c:v>
                </c:pt>
                <c:pt idx="61829">
                  <c:v>55.98</c:v>
                </c:pt>
                <c:pt idx="61830">
                  <c:v>88.07</c:v>
                </c:pt>
                <c:pt idx="61831">
                  <c:v>147.55000000000001</c:v>
                </c:pt>
                <c:pt idx="61832">
                  <c:v>279.89999999999998</c:v>
                </c:pt>
                <c:pt idx="61833">
                  <c:v>65.989999999999995</c:v>
                </c:pt>
                <c:pt idx="61834">
                  <c:v>106.97</c:v>
                </c:pt>
                <c:pt idx="61835">
                  <c:v>51.98</c:v>
                </c:pt>
                <c:pt idx="61836">
                  <c:v>89.95</c:v>
                </c:pt>
                <c:pt idx="61837">
                  <c:v>25.35</c:v>
                </c:pt>
                <c:pt idx="61838">
                  <c:v>131.97999999999999</c:v>
                </c:pt>
                <c:pt idx="61839">
                  <c:v>-4.99</c:v>
                </c:pt>
                <c:pt idx="61840">
                  <c:v>99.98</c:v>
                </c:pt>
                <c:pt idx="61841">
                  <c:v>58.98</c:v>
                </c:pt>
                <c:pt idx="61842">
                  <c:v>30</c:v>
                </c:pt>
                <c:pt idx="61843">
                  <c:v>79.92</c:v>
                </c:pt>
                <c:pt idx="61844">
                  <c:v>82.96</c:v>
                </c:pt>
                <c:pt idx="61845">
                  <c:v>1.5</c:v>
                </c:pt>
                <c:pt idx="61846">
                  <c:v>19.489999999999998</c:v>
                </c:pt>
                <c:pt idx="61847">
                  <c:v>49.57</c:v>
                </c:pt>
                <c:pt idx="61848">
                  <c:v>107.96</c:v>
                </c:pt>
                <c:pt idx="61849">
                  <c:v>54.86</c:v>
                </c:pt>
                <c:pt idx="61850">
                  <c:v>67.97</c:v>
                </c:pt>
                <c:pt idx="61851">
                  <c:v>59.98</c:v>
                </c:pt>
                <c:pt idx="61852">
                  <c:v>-114.96</c:v>
                </c:pt>
                <c:pt idx="61853">
                  <c:v>16.489999999999998</c:v>
                </c:pt>
                <c:pt idx="61854">
                  <c:v>169.95</c:v>
                </c:pt>
                <c:pt idx="61855">
                  <c:v>56.97</c:v>
                </c:pt>
                <c:pt idx="61856">
                  <c:v>57.98</c:v>
                </c:pt>
                <c:pt idx="61857">
                  <c:v>55.98</c:v>
                </c:pt>
                <c:pt idx="61858">
                  <c:v>61.48</c:v>
                </c:pt>
                <c:pt idx="61859">
                  <c:v>56.97</c:v>
                </c:pt>
                <c:pt idx="61860">
                  <c:v>59.97</c:v>
                </c:pt>
                <c:pt idx="61861">
                  <c:v>141.94</c:v>
                </c:pt>
                <c:pt idx="61862">
                  <c:v>50.95</c:v>
                </c:pt>
                <c:pt idx="61863">
                  <c:v>65.989999999999995</c:v>
                </c:pt>
                <c:pt idx="61864">
                  <c:v>105.98</c:v>
                </c:pt>
                <c:pt idx="61865">
                  <c:v>28.49</c:v>
                </c:pt>
                <c:pt idx="61866">
                  <c:v>29.49</c:v>
                </c:pt>
                <c:pt idx="61867">
                  <c:v>105.98</c:v>
                </c:pt>
                <c:pt idx="61868">
                  <c:v>83.97</c:v>
                </c:pt>
                <c:pt idx="61869">
                  <c:v>83.48</c:v>
                </c:pt>
                <c:pt idx="61870">
                  <c:v>55.98</c:v>
                </c:pt>
                <c:pt idx="61871">
                  <c:v>65.98</c:v>
                </c:pt>
                <c:pt idx="61872">
                  <c:v>68.930000000000007</c:v>
                </c:pt>
                <c:pt idx="61873">
                  <c:v>119.96</c:v>
                </c:pt>
                <c:pt idx="61874">
                  <c:v>55.97</c:v>
                </c:pt>
                <c:pt idx="61875">
                  <c:v>56.97</c:v>
                </c:pt>
                <c:pt idx="61876">
                  <c:v>121.98</c:v>
                </c:pt>
                <c:pt idx="61877">
                  <c:v>74.98</c:v>
                </c:pt>
                <c:pt idx="61878">
                  <c:v>159.96</c:v>
                </c:pt>
                <c:pt idx="61879">
                  <c:v>51.96</c:v>
                </c:pt>
                <c:pt idx="61880">
                  <c:v>65.989999999999995</c:v>
                </c:pt>
                <c:pt idx="61881">
                  <c:v>76.31</c:v>
                </c:pt>
                <c:pt idx="61882">
                  <c:v>48.48</c:v>
                </c:pt>
                <c:pt idx="61883">
                  <c:v>38.479999999999997</c:v>
                </c:pt>
                <c:pt idx="61884">
                  <c:v>36.49</c:v>
                </c:pt>
                <c:pt idx="61885">
                  <c:v>143.72</c:v>
                </c:pt>
                <c:pt idx="61886">
                  <c:v>105.46</c:v>
                </c:pt>
                <c:pt idx="61887">
                  <c:v>83.06</c:v>
                </c:pt>
                <c:pt idx="61888">
                  <c:v>53.98</c:v>
                </c:pt>
                <c:pt idx="61889">
                  <c:v>125.93</c:v>
                </c:pt>
                <c:pt idx="61890">
                  <c:v>151.44999999999999</c:v>
                </c:pt>
                <c:pt idx="61891">
                  <c:v>65.989999999999995</c:v>
                </c:pt>
                <c:pt idx="61892">
                  <c:v>47.49</c:v>
                </c:pt>
                <c:pt idx="61893">
                  <c:v>125.79</c:v>
                </c:pt>
                <c:pt idx="61894">
                  <c:v>62.98</c:v>
                </c:pt>
                <c:pt idx="61895">
                  <c:v>46.48</c:v>
                </c:pt>
                <c:pt idx="61896">
                  <c:v>55.98</c:v>
                </c:pt>
                <c:pt idx="61897">
                  <c:v>129.94999999999999</c:v>
                </c:pt>
                <c:pt idx="61898">
                  <c:v>33.479999999999997</c:v>
                </c:pt>
                <c:pt idx="61899">
                  <c:v>84.96</c:v>
                </c:pt>
                <c:pt idx="61900">
                  <c:v>49.98</c:v>
                </c:pt>
                <c:pt idx="61901">
                  <c:v>119.97</c:v>
                </c:pt>
                <c:pt idx="61902">
                  <c:v>175.45</c:v>
                </c:pt>
                <c:pt idx="61903">
                  <c:v>71.95</c:v>
                </c:pt>
                <c:pt idx="61904">
                  <c:v>33.29</c:v>
                </c:pt>
                <c:pt idx="61905">
                  <c:v>81.96</c:v>
                </c:pt>
                <c:pt idx="61906">
                  <c:v>103.97</c:v>
                </c:pt>
                <c:pt idx="61907">
                  <c:v>98.06</c:v>
                </c:pt>
                <c:pt idx="61908">
                  <c:v>65.989999999999995</c:v>
                </c:pt>
                <c:pt idx="61909">
                  <c:v>111.96</c:v>
                </c:pt>
                <c:pt idx="61910">
                  <c:v>62.97</c:v>
                </c:pt>
                <c:pt idx="61911">
                  <c:v>179.93</c:v>
                </c:pt>
                <c:pt idx="61912">
                  <c:v>403.91</c:v>
                </c:pt>
                <c:pt idx="61913">
                  <c:v>17.489999999999998</c:v>
                </c:pt>
                <c:pt idx="61914">
                  <c:v>148.66</c:v>
                </c:pt>
                <c:pt idx="61915">
                  <c:v>55.98</c:v>
                </c:pt>
                <c:pt idx="61916">
                  <c:v>37.93</c:v>
                </c:pt>
                <c:pt idx="61917">
                  <c:v>77.39</c:v>
                </c:pt>
                <c:pt idx="61918">
                  <c:v>117.94</c:v>
                </c:pt>
                <c:pt idx="61919">
                  <c:v>107.94</c:v>
                </c:pt>
                <c:pt idx="61920">
                  <c:v>30.24</c:v>
                </c:pt>
                <c:pt idx="61921">
                  <c:v>41.94</c:v>
                </c:pt>
                <c:pt idx="61922">
                  <c:v>74.459999999999994</c:v>
                </c:pt>
                <c:pt idx="61923">
                  <c:v>111.96</c:v>
                </c:pt>
                <c:pt idx="61924">
                  <c:v>13.29</c:v>
                </c:pt>
                <c:pt idx="61925">
                  <c:v>71.959999999999994</c:v>
                </c:pt>
                <c:pt idx="61926">
                  <c:v>89.97</c:v>
                </c:pt>
                <c:pt idx="61927">
                  <c:v>36.869999999999997</c:v>
                </c:pt>
                <c:pt idx="61928">
                  <c:v>154.94</c:v>
                </c:pt>
                <c:pt idx="61929">
                  <c:v>199.95</c:v>
                </c:pt>
                <c:pt idx="61930">
                  <c:v>64.09</c:v>
                </c:pt>
                <c:pt idx="61931">
                  <c:v>45.47</c:v>
                </c:pt>
                <c:pt idx="61932">
                  <c:v>111.96</c:v>
                </c:pt>
                <c:pt idx="61933">
                  <c:v>79.47</c:v>
                </c:pt>
                <c:pt idx="61934">
                  <c:v>149.97</c:v>
                </c:pt>
                <c:pt idx="61935">
                  <c:v>51.98</c:v>
                </c:pt>
                <c:pt idx="61936">
                  <c:v>63.96</c:v>
                </c:pt>
                <c:pt idx="61937">
                  <c:v>106.97</c:v>
                </c:pt>
                <c:pt idx="61938">
                  <c:v>49.48</c:v>
                </c:pt>
                <c:pt idx="61939">
                  <c:v>135.47</c:v>
                </c:pt>
                <c:pt idx="61940">
                  <c:v>29.49</c:v>
                </c:pt>
                <c:pt idx="61941">
                  <c:v>55.98</c:v>
                </c:pt>
                <c:pt idx="61942">
                  <c:v>131.97999999999999</c:v>
                </c:pt>
                <c:pt idx="61943">
                  <c:v>33.54</c:v>
                </c:pt>
                <c:pt idx="61944">
                  <c:v>81.48</c:v>
                </c:pt>
                <c:pt idx="61945">
                  <c:v>67.739999999999995</c:v>
                </c:pt>
                <c:pt idx="61946">
                  <c:v>48.77</c:v>
                </c:pt>
                <c:pt idx="61947">
                  <c:v>111.96</c:v>
                </c:pt>
                <c:pt idx="61948">
                  <c:v>100.44</c:v>
                </c:pt>
                <c:pt idx="61949">
                  <c:v>49.49</c:v>
                </c:pt>
                <c:pt idx="61950">
                  <c:v>83.97</c:v>
                </c:pt>
                <c:pt idx="61951">
                  <c:v>59.98</c:v>
                </c:pt>
                <c:pt idx="61952">
                  <c:v>157.94</c:v>
                </c:pt>
                <c:pt idx="61953">
                  <c:v>232.25</c:v>
                </c:pt>
                <c:pt idx="61954">
                  <c:v>69.98</c:v>
                </c:pt>
                <c:pt idx="61955">
                  <c:v>55.98</c:v>
                </c:pt>
                <c:pt idx="61956">
                  <c:v>65.989999999999995</c:v>
                </c:pt>
                <c:pt idx="61957">
                  <c:v>53.98</c:v>
                </c:pt>
                <c:pt idx="61958">
                  <c:v>26.29</c:v>
                </c:pt>
                <c:pt idx="61959">
                  <c:v>75.959999999999994</c:v>
                </c:pt>
                <c:pt idx="61960">
                  <c:v>59.98</c:v>
                </c:pt>
                <c:pt idx="61961">
                  <c:v>119.96</c:v>
                </c:pt>
                <c:pt idx="61962">
                  <c:v>28.29</c:v>
                </c:pt>
                <c:pt idx="61963">
                  <c:v>55.98</c:v>
                </c:pt>
                <c:pt idx="61964">
                  <c:v>65.989999999999995</c:v>
                </c:pt>
                <c:pt idx="61965">
                  <c:v>79.98</c:v>
                </c:pt>
                <c:pt idx="61966">
                  <c:v>10.28</c:v>
                </c:pt>
                <c:pt idx="61967">
                  <c:v>66.47</c:v>
                </c:pt>
                <c:pt idx="61968">
                  <c:v>131.97999999999999</c:v>
                </c:pt>
                <c:pt idx="61969">
                  <c:v>79.98</c:v>
                </c:pt>
                <c:pt idx="61970">
                  <c:v>59.96</c:v>
                </c:pt>
                <c:pt idx="61971">
                  <c:v>87.97</c:v>
                </c:pt>
                <c:pt idx="61972">
                  <c:v>93.56</c:v>
                </c:pt>
                <c:pt idx="61973">
                  <c:v>181.46</c:v>
                </c:pt>
                <c:pt idx="61974">
                  <c:v>111.96</c:v>
                </c:pt>
                <c:pt idx="61975">
                  <c:v>97.96</c:v>
                </c:pt>
                <c:pt idx="61976">
                  <c:v>181.97</c:v>
                </c:pt>
                <c:pt idx="61977">
                  <c:v>192.85</c:v>
                </c:pt>
                <c:pt idx="61978">
                  <c:v>280.67</c:v>
                </c:pt>
                <c:pt idx="61979">
                  <c:v>165.6</c:v>
                </c:pt>
                <c:pt idx="61980">
                  <c:v>31.49</c:v>
                </c:pt>
                <c:pt idx="61981">
                  <c:v>79.98</c:v>
                </c:pt>
                <c:pt idx="61982">
                  <c:v>65.98</c:v>
                </c:pt>
                <c:pt idx="61983">
                  <c:v>48.23</c:v>
                </c:pt>
                <c:pt idx="61984">
                  <c:v>55.98</c:v>
                </c:pt>
                <c:pt idx="61985">
                  <c:v>134.91</c:v>
                </c:pt>
                <c:pt idx="61986">
                  <c:v>53.98</c:v>
                </c:pt>
                <c:pt idx="61987">
                  <c:v>125.16</c:v>
                </c:pt>
                <c:pt idx="61988">
                  <c:v>143.93</c:v>
                </c:pt>
                <c:pt idx="61989">
                  <c:v>22.49</c:v>
                </c:pt>
                <c:pt idx="61990">
                  <c:v>57.68</c:v>
                </c:pt>
                <c:pt idx="61991">
                  <c:v>104.77</c:v>
                </c:pt>
                <c:pt idx="61992">
                  <c:v>51.98</c:v>
                </c:pt>
                <c:pt idx="61993">
                  <c:v>83.94</c:v>
                </c:pt>
                <c:pt idx="61994">
                  <c:v>59.98</c:v>
                </c:pt>
                <c:pt idx="61995">
                  <c:v>31.49</c:v>
                </c:pt>
                <c:pt idx="61996">
                  <c:v>59.97</c:v>
                </c:pt>
                <c:pt idx="61997">
                  <c:v>37.28</c:v>
                </c:pt>
                <c:pt idx="61998">
                  <c:v>85.97</c:v>
                </c:pt>
                <c:pt idx="61999">
                  <c:v>233.91</c:v>
                </c:pt>
                <c:pt idx="62000">
                  <c:v>83.97</c:v>
                </c:pt>
                <c:pt idx="62001">
                  <c:v>87.97</c:v>
                </c:pt>
                <c:pt idx="62002">
                  <c:v>159.06</c:v>
                </c:pt>
                <c:pt idx="62003">
                  <c:v>109.96</c:v>
                </c:pt>
                <c:pt idx="62004">
                  <c:v>105.98</c:v>
                </c:pt>
                <c:pt idx="62005">
                  <c:v>86.07</c:v>
                </c:pt>
                <c:pt idx="62006">
                  <c:v>41.49</c:v>
                </c:pt>
                <c:pt idx="62007">
                  <c:v>55.98</c:v>
                </c:pt>
                <c:pt idx="62008">
                  <c:v>22.49</c:v>
                </c:pt>
                <c:pt idx="62009">
                  <c:v>72.98</c:v>
                </c:pt>
                <c:pt idx="62010">
                  <c:v>56.98</c:v>
                </c:pt>
                <c:pt idx="62011">
                  <c:v>139.94</c:v>
                </c:pt>
                <c:pt idx="62012">
                  <c:v>70.87</c:v>
                </c:pt>
                <c:pt idx="62013">
                  <c:v>50.87</c:v>
                </c:pt>
                <c:pt idx="62014">
                  <c:v>59.98</c:v>
                </c:pt>
                <c:pt idx="62015">
                  <c:v>65.989999999999995</c:v>
                </c:pt>
                <c:pt idx="62016">
                  <c:v>27.99</c:v>
                </c:pt>
                <c:pt idx="62017">
                  <c:v>59.98</c:v>
                </c:pt>
                <c:pt idx="62018">
                  <c:v>99.98</c:v>
                </c:pt>
                <c:pt idx="62019">
                  <c:v>64.98</c:v>
                </c:pt>
                <c:pt idx="62020">
                  <c:v>149.94999999999999</c:v>
                </c:pt>
                <c:pt idx="62021">
                  <c:v>56.98</c:v>
                </c:pt>
                <c:pt idx="62022">
                  <c:v>-48.48</c:v>
                </c:pt>
                <c:pt idx="62023">
                  <c:v>13.49</c:v>
                </c:pt>
                <c:pt idx="62024">
                  <c:v>138.47</c:v>
                </c:pt>
                <c:pt idx="62025">
                  <c:v>53.98</c:v>
                </c:pt>
                <c:pt idx="62026">
                  <c:v>25.49</c:v>
                </c:pt>
                <c:pt idx="62027">
                  <c:v>79.98</c:v>
                </c:pt>
                <c:pt idx="62028">
                  <c:v>83.97</c:v>
                </c:pt>
                <c:pt idx="62029">
                  <c:v>65.989999999999995</c:v>
                </c:pt>
                <c:pt idx="62030">
                  <c:v>97.97</c:v>
                </c:pt>
                <c:pt idx="62031">
                  <c:v>28.48</c:v>
                </c:pt>
                <c:pt idx="62032">
                  <c:v>55.98</c:v>
                </c:pt>
                <c:pt idx="62033">
                  <c:v>-93.94</c:v>
                </c:pt>
                <c:pt idx="62034">
                  <c:v>19.28</c:v>
                </c:pt>
                <c:pt idx="62035">
                  <c:v>79.98</c:v>
                </c:pt>
                <c:pt idx="62036">
                  <c:v>66.680000000000007</c:v>
                </c:pt>
                <c:pt idx="62037">
                  <c:v>55.98</c:v>
                </c:pt>
                <c:pt idx="62038">
                  <c:v>41.29</c:v>
                </c:pt>
                <c:pt idx="62039">
                  <c:v>109.44</c:v>
                </c:pt>
                <c:pt idx="62040">
                  <c:v>114.96</c:v>
                </c:pt>
                <c:pt idx="62041">
                  <c:v>189.16</c:v>
                </c:pt>
                <c:pt idx="62042">
                  <c:v>60.98</c:v>
                </c:pt>
                <c:pt idx="62043">
                  <c:v>207.92</c:v>
                </c:pt>
                <c:pt idx="62044">
                  <c:v>72.58</c:v>
                </c:pt>
                <c:pt idx="62045">
                  <c:v>13.49</c:v>
                </c:pt>
                <c:pt idx="62046">
                  <c:v>56.97</c:v>
                </c:pt>
                <c:pt idx="62047">
                  <c:v>143.46</c:v>
                </c:pt>
                <c:pt idx="62048">
                  <c:v>102.96</c:v>
                </c:pt>
                <c:pt idx="62049">
                  <c:v>19.29</c:v>
                </c:pt>
                <c:pt idx="62050">
                  <c:v>119.96</c:v>
                </c:pt>
                <c:pt idx="62051">
                  <c:v>161.65</c:v>
                </c:pt>
                <c:pt idx="62052">
                  <c:v>29.49</c:v>
                </c:pt>
                <c:pt idx="62053">
                  <c:v>239.92</c:v>
                </c:pt>
                <c:pt idx="62054">
                  <c:v>125.93</c:v>
                </c:pt>
                <c:pt idx="62055">
                  <c:v>59.98</c:v>
                </c:pt>
                <c:pt idx="62056">
                  <c:v>55.98</c:v>
                </c:pt>
                <c:pt idx="62057">
                  <c:v>109.04</c:v>
                </c:pt>
                <c:pt idx="62058">
                  <c:v>71.97</c:v>
                </c:pt>
                <c:pt idx="62059">
                  <c:v>136.97</c:v>
                </c:pt>
                <c:pt idx="62060">
                  <c:v>100.98</c:v>
                </c:pt>
                <c:pt idx="62061">
                  <c:v>111.96</c:v>
                </c:pt>
                <c:pt idx="62062">
                  <c:v>16.489999999999998</c:v>
                </c:pt>
                <c:pt idx="62063">
                  <c:v>169.39</c:v>
                </c:pt>
                <c:pt idx="62064">
                  <c:v>55.98</c:v>
                </c:pt>
                <c:pt idx="62065">
                  <c:v>167.94</c:v>
                </c:pt>
                <c:pt idx="62066">
                  <c:v>91.97</c:v>
                </c:pt>
                <c:pt idx="62067">
                  <c:v>139.94999999999999</c:v>
                </c:pt>
                <c:pt idx="62068">
                  <c:v>129.94999999999999</c:v>
                </c:pt>
                <c:pt idx="62069">
                  <c:v>121.95</c:v>
                </c:pt>
                <c:pt idx="62070">
                  <c:v>121.98</c:v>
                </c:pt>
                <c:pt idx="62071">
                  <c:v>79.459999999999994</c:v>
                </c:pt>
                <c:pt idx="62072">
                  <c:v>31.49</c:v>
                </c:pt>
                <c:pt idx="62073">
                  <c:v>55.98</c:v>
                </c:pt>
                <c:pt idx="62074">
                  <c:v>59.96</c:v>
                </c:pt>
                <c:pt idx="62075">
                  <c:v>58.16</c:v>
                </c:pt>
                <c:pt idx="62076">
                  <c:v>121.98</c:v>
                </c:pt>
                <c:pt idx="62077">
                  <c:v>41.49</c:v>
                </c:pt>
                <c:pt idx="62078">
                  <c:v>92.54</c:v>
                </c:pt>
                <c:pt idx="62079">
                  <c:v>95.96</c:v>
                </c:pt>
                <c:pt idx="62080">
                  <c:v>111.97</c:v>
                </c:pt>
                <c:pt idx="62081">
                  <c:v>65.989999999999995</c:v>
                </c:pt>
                <c:pt idx="62082">
                  <c:v>54.99</c:v>
                </c:pt>
                <c:pt idx="62083">
                  <c:v>71.94</c:v>
                </c:pt>
                <c:pt idx="62084">
                  <c:v>121.98</c:v>
                </c:pt>
                <c:pt idx="62085">
                  <c:v>121.98</c:v>
                </c:pt>
                <c:pt idx="62086">
                  <c:v>55.98</c:v>
                </c:pt>
                <c:pt idx="62087">
                  <c:v>89.98</c:v>
                </c:pt>
                <c:pt idx="62088">
                  <c:v>193.44</c:v>
                </c:pt>
                <c:pt idx="62089">
                  <c:v>55.98</c:v>
                </c:pt>
                <c:pt idx="62090">
                  <c:v>31.28</c:v>
                </c:pt>
                <c:pt idx="62091">
                  <c:v>79.98</c:v>
                </c:pt>
                <c:pt idx="62092">
                  <c:v>36.29</c:v>
                </c:pt>
                <c:pt idx="62093">
                  <c:v>59.96</c:v>
                </c:pt>
                <c:pt idx="62094">
                  <c:v>89.97</c:v>
                </c:pt>
                <c:pt idx="62095">
                  <c:v>79.98</c:v>
                </c:pt>
                <c:pt idx="62096">
                  <c:v>78.97</c:v>
                </c:pt>
                <c:pt idx="62097">
                  <c:v>88.29</c:v>
                </c:pt>
                <c:pt idx="62098">
                  <c:v>65.97</c:v>
                </c:pt>
                <c:pt idx="62099">
                  <c:v>62.97</c:v>
                </c:pt>
                <c:pt idx="62100">
                  <c:v>55.98</c:v>
                </c:pt>
                <c:pt idx="62101">
                  <c:v>55.98</c:v>
                </c:pt>
                <c:pt idx="62102">
                  <c:v>59.98</c:v>
                </c:pt>
                <c:pt idx="62103">
                  <c:v>74.98</c:v>
                </c:pt>
                <c:pt idx="62104">
                  <c:v>84.98</c:v>
                </c:pt>
                <c:pt idx="62105">
                  <c:v>51.98</c:v>
                </c:pt>
                <c:pt idx="62106">
                  <c:v>100.76</c:v>
                </c:pt>
                <c:pt idx="62107">
                  <c:v>59.98</c:v>
                </c:pt>
                <c:pt idx="62108">
                  <c:v>65.989999999999995</c:v>
                </c:pt>
                <c:pt idx="62109">
                  <c:v>145.85</c:v>
                </c:pt>
                <c:pt idx="62110">
                  <c:v>148.86000000000001</c:v>
                </c:pt>
                <c:pt idx="62111">
                  <c:v>140.32</c:v>
                </c:pt>
                <c:pt idx="62112">
                  <c:v>53.97</c:v>
                </c:pt>
                <c:pt idx="62113">
                  <c:v>104.97</c:v>
                </c:pt>
                <c:pt idx="62114">
                  <c:v>50.98</c:v>
                </c:pt>
                <c:pt idx="62115">
                  <c:v>59.98</c:v>
                </c:pt>
                <c:pt idx="62116">
                  <c:v>129.43</c:v>
                </c:pt>
                <c:pt idx="62117">
                  <c:v>99.97</c:v>
                </c:pt>
                <c:pt idx="62118">
                  <c:v>121.98</c:v>
                </c:pt>
                <c:pt idx="62119">
                  <c:v>71.97</c:v>
                </c:pt>
                <c:pt idx="62120">
                  <c:v>149.94999999999999</c:v>
                </c:pt>
                <c:pt idx="62121">
                  <c:v>31.49</c:v>
                </c:pt>
                <c:pt idx="62122">
                  <c:v>55.64</c:v>
                </c:pt>
                <c:pt idx="62123">
                  <c:v>79.849999999999994</c:v>
                </c:pt>
                <c:pt idx="62124">
                  <c:v>121.98</c:v>
                </c:pt>
                <c:pt idx="62125">
                  <c:v>51.96</c:v>
                </c:pt>
                <c:pt idx="62126">
                  <c:v>57.98</c:v>
                </c:pt>
                <c:pt idx="62127">
                  <c:v>51.27</c:v>
                </c:pt>
                <c:pt idx="62128">
                  <c:v>62.98</c:v>
                </c:pt>
                <c:pt idx="62129">
                  <c:v>67.98</c:v>
                </c:pt>
                <c:pt idx="62130">
                  <c:v>65.989999999999995</c:v>
                </c:pt>
                <c:pt idx="62131">
                  <c:v>157.94</c:v>
                </c:pt>
                <c:pt idx="62132">
                  <c:v>307.89</c:v>
                </c:pt>
                <c:pt idx="62133">
                  <c:v>103.96</c:v>
                </c:pt>
                <c:pt idx="62134">
                  <c:v>39.479999999999997</c:v>
                </c:pt>
                <c:pt idx="62135">
                  <c:v>134.96</c:v>
                </c:pt>
                <c:pt idx="62136">
                  <c:v>89.97</c:v>
                </c:pt>
                <c:pt idx="62137">
                  <c:v>179.94</c:v>
                </c:pt>
                <c:pt idx="62138">
                  <c:v>59.98</c:v>
                </c:pt>
                <c:pt idx="62139">
                  <c:v>75.95</c:v>
                </c:pt>
                <c:pt idx="62140">
                  <c:v>65.3</c:v>
                </c:pt>
                <c:pt idx="62141">
                  <c:v>157.96</c:v>
                </c:pt>
                <c:pt idx="62142">
                  <c:v>17.489999999999998</c:v>
                </c:pt>
                <c:pt idx="62143">
                  <c:v>184.93</c:v>
                </c:pt>
                <c:pt idx="62144">
                  <c:v>25.29</c:v>
                </c:pt>
                <c:pt idx="62145">
                  <c:v>58.98</c:v>
                </c:pt>
                <c:pt idx="62146">
                  <c:v>59.98</c:v>
                </c:pt>
                <c:pt idx="62147">
                  <c:v>83.97</c:v>
                </c:pt>
                <c:pt idx="62148">
                  <c:v>179.94</c:v>
                </c:pt>
                <c:pt idx="62149">
                  <c:v>47.97</c:v>
                </c:pt>
                <c:pt idx="62150">
                  <c:v>55.98</c:v>
                </c:pt>
                <c:pt idx="62151">
                  <c:v>83.97</c:v>
                </c:pt>
                <c:pt idx="62152">
                  <c:v>79.98</c:v>
                </c:pt>
                <c:pt idx="62153">
                  <c:v>121.98</c:v>
                </c:pt>
                <c:pt idx="62154">
                  <c:v>56.97</c:v>
                </c:pt>
                <c:pt idx="62155">
                  <c:v>193.38</c:v>
                </c:pt>
                <c:pt idx="62156">
                  <c:v>53.13</c:v>
                </c:pt>
                <c:pt idx="62157">
                  <c:v>110.98</c:v>
                </c:pt>
                <c:pt idx="62158">
                  <c:v>46.27</c:v>
                </c:pt>
                <c:pt idx="62159">
                  <c:v>75.959999999999994</c:v>
                </c:pt>
                <c:pt idx="62160">
                  <c:v>344.88</c:v>
                </c:pt>
                <c:pt idx="62161">
                  <c:v>54.81</c:v>
                </c:pt>
                <c:pt idx="62162">
                  <c:v>30.05</c:v>
                </c:pt>
                <c:pt idx="62163">
                  <c:v>139.94999999999999</c:v>
                </c:pt>
                <c:pt idx="62164">
                  <c:v>11.29</c:v>
                </c:pt>
                <c:pt idx="62165">
                  <c:v>218.95</c:v>
                </c:pt>
                <c:pt idx="62166">
                  <c:v>13.48</c:v>
                </c:pt>
                <c:pt idx="62167">
                  <c:v>49.99</c:v>
                </c:pt>
                <c:pt idx="62168">
                  <c:v>113.96</c:v>
                </c:pt>
                <c:pt idx="62169">
                  <c:v>52.18</c:v>
                </c:pt>
                <c:pt idx="62170">
                  <c:v>90.73</c:v>
                </c:pt>
                <c:pt idx="62171">
                  <c:v>55.98</c:v>
                </c:pt>
                <c:pt idx="62172">
                  <c:v>31.29</c:v>
                </c:pt>
                <c:pt idx="62173">
                  <c:v>89.94</c:v>
                </c:pt>
                <c:pt idx="62174">
                  <c:v>77.97</c:v>
                </c:pt>
                <c:pt idx="62175">
                  <c:v>26.29</c:v>
                </c:pt>
                <c:pt idx="62176">
                  <c:v>74.98</c:v>
                </c:pt>
                <c:pt idx="62177">
                  <c:v>51.98</c:v>
                </c:pt>
                <c:pt idx="62178">
                  <c:v>119.96</c:v>
                </c:pt>
                <c:pt idx="62179">
                  <c:v>124.97</c:v>
                </c:pt>
                <c:pt idx="62180">
                  <c:v>86.97</c:v>
                </c:pt>
                <c:pt idx="62181">
                  <c:v>74.95</c:v>
                </c:pt>
                <c:pt idx="62182">
                  <c:v>29.49</c:v>
                </c:pt>
                <c:pt idx="62183">
                  <c:v>83.97</c:v>
                </c:pt>
                <c:pt idx="62184">
                  <c:v>69.98</c:v>
                </c:pt>
                <c:pt idx="62185">
                  <c:v>18.489999999999998</c:v>
                </c:pt>
                <c:pt idx="62186">
                  <c:v>56.97</c:v>
                </c:pt>
                <c:pt idx="62187">
                  <c:v>389.85</c:v>
                </c:pt>
                <c:pt idx="62188">
                  <c:v>46.48</c:v>
                </c:pt>
                <c:pt idx="62189">
                  <c:v>106.97</c:v>
                </c:pt>
                <c:pt idx="62190">
                  <c:v>59.98</c:v>
                </c:pt>
                <c:pt idx="62191">
                  <c:v>59.98</c:v>
                </c:pt>
                <c:pt idx="62192">
                  <c:v>66.260000000000005</c:v>
                </c:pt>
                <c:pt idx="62193">
                  <c:v>141.57</c:v>
                </c:pt>
                <c:pt idx="62194">
                  <c:v>63.98</c:v>
                </c:pt>
                <c:pt idx="62195">
                  <c:v>65.989999999999995</c:v>
                </c:pt>
                <c:pt idx="62196">
                  <c:v>76.47</c:v>
                </c:pt>
                <c:pt idx="62197">
                  <c:v>73.97</c:v>
                </c:pt>
                <c:pt idx="62198">
                  <c:v>59.89</c:v>
                </c:pt>
                <c:pt idx="62199">
                  <c:v>62.97</c:v>
                </c:pt>
                <c:pt idx="62200">
                  <c:v>16.920000000000002</c:v>
                </c:pt>
                <c:pt idx="62201">
                  <c:v>75.569999999999993</c:v>
                </c:pt>
                <c:pt idx="62202">
                  <c:v>33.229999999999997</c:v>
                </c:pt>
                <c:pt idx="62203">
                  <c:v>29.29</c:v>
                </c:pt>
                <c:pt idx="62204">
                  <c:v>89.97</c:v>
                </c:pt>
                <c:pt idx="62205">
                  <c:v>8.49</c:v>
                </c:pt>
                <c:pt idx="62206">
                  <c:v>139.94999999999999</c:v>
                </c:pt>
                <c:pt idx="62207">
                  <c:v>79.98</c:v>
                </c:pt>
                <c:pt idx="62208">
                  <c:v>59.38</c:v>
                </c:pt>
                <c:pt idx="62209">
                  <c:v>54.98</c:v>
                </c:pt>
                <c:pt idx="62210">
                  <c:v>63.98</c:v>
                </c:pt>
                <c:pt idx="62211">
                  <c:v>51.96</c:v>
                </c:pt>
                <c:pt idx="62212">
                  <c:v>55.98</c:v>
                </c:pt>
                <c:pt idx="62213">
                  <c:v>56.97</c:v>
                </c:pt>
                <c:pt idx="62214">
                  <c:v>59.98</c:v>
                </c:pt>
                <c:pt idx="62215">
                  <c:v>17.489999999999998</c:v>
                </c:pt>
                <c:pt idx="62216">
                  <c:v>59.98</c:v>
                </c:pt>
                <c:pt idx="62217">
                  <c:v>121.95</c:v>
                </c:pt>
                <c:pt idx="62218">
                  <c:v>69.989999999999995</c:v>
                </c:pt>
                <c:pt idx="62219">
                  <c:v>29.29</c:v>
                </c:pt>
                <c:pt idx="62220">
                  <c:v>111.97</c:v>
                </c:pt>
                <c:pt idx="62221">
                  <c:v>51.98</c:v>
                </c:pt>
                <c:pt idx="62222">
                  <c:v>179.94</c:v>
                </c:pt>
                <c:pt idx="62223">
                  <c:v>131.13</c:v>
                </c:pt>
                <c:pt idx="62224">
                  <c:v>39.28</c:v>
                </c:pt>
                <c:pt idx="62225">
                  <c:v>92.47</c:v>
                </c:pt>
                <c:pt idx="62226">
                  <c:v>48.97</c:v>
                </c:pt>
                <c:pt idx="62227">
                  <c:v>53.2</c:v>
                </c:pt>
                <c:pt idx="62228">
                  <c:v>111.96</c:v>
                </c:pt>
                <c:pt idx="62229">
                  <c:v>56.98</c:v>
                </c:pt>
                <c:pt idx="62230">
                  <c:v>145.16</c:v>
                </c:pt>
                <c:pt idx="62231">
                  <c:v>59.98</c:v>
                </c:pt>
                <c:pt idx="62232">
                  <c:v>108.47</c:v>
                </c:pt>
                <c:pt idx="62233">
                  <c:v>83.45</c:v>
                </c:pt>
                <c:pt idx="62234">
                  <c:v>29.99</c:v>
                </c:pt>
                <c:pt idx="62235">
                  <c:v>53.95</c:v>
                </c:pt>
                <c:pt idx="62236">
                  <c:v>55.61</c:v>
                </c:pt>
                <c:pt idx="62237">
                  <c:v>51.98</c:v>
                </c:pt>
                <c:pt idx="62238">
                  <c:v>65.989999999999995</c:v>
                </c:pt>
                <c:pt idx="62239">
                  <c:v>67.97</c:v>
                </c:pt>
                <c:pt idx="62240">
                  <c:v>57.98</c:v>
                </c:pt>
                <c:pt idx="62241">
                  <c:v>71.98</c:v>
                </c:pt>
                <c:pt idx="62242">
                  <c:v>98.47</c:v>
                </c:pt>
                <c:pt idx="62243">
                  <c:v>69.98</c:v>
                </c:pt>
                <c:pt idx="62244">
                  <c:v>72.62</c:v>
                </c:pt>
                <c:pt idx="62245">
                  <c:v>186.28</c:v>
                </c:pt>
                <c:pt idx="62246">
                  <c:v>49.59</c:v>
                </c:pt>
                <c:pt idx="62247">
                  <c:v>51.98</c:v>
                </c:pt>
                <c:pt idx="62248">
                  <c:v>65.989999999999995</c:v>
                </c:pt>
                <c:pt idx="62249">
                  <c:v>50.37</c:v>
                </c:pt>
                <c:pt idx="62250">
                  <c:v>164.05</c:v>
                </c:pt>
                <c:pt idx="62251">
                  <c:v>31.28</c:v>
                </c:pt>
                <c:pt idx="62252">
                  <c:v>19.34</c:v>
                </c:pt>
                <c:pt idx="62253">
                  <c:v>146.37</c:v>
                </c:pt>
                <c:pt idx="62254">
                  <c:v>49.99</c:v>
                </c:pt>
                <c:pt idx="62255">
                  <c:v>59.98</c:v>
                </c:pt>
                <c:pt idx="62256">
                  <c:v>20.49</c:v>
                </c:pt>
                <c:pt idx="62257">
                  <c:v>59.98</c:v>
                </c:pt>
                <c:pt idx="62258">
                  <c:v>63.98</c:v>
                </c:pt>
                <c:pt idx="62259">
                  <c:v>350.03</c:v>
                </c:pt>
                <c:pt idx="62260">
                  <c:v>33.28</c:v>
                </c:pt>
                <c:pt idx="62261">
                  <c:v>42.48</c:v>
                </c:pt>
                <c:pt idx="62262">
                  <c:v>13.28</c:v>
                </c:pt>
                <c:pt idx="62263">
                  <c:v>77.97</c:v>
                </c:pt>
                <c:pt idx="62264">
                  <c:v>55.98</c:v>
                </c:pt>
                <c:pt idx="62265">
                  <c:v>169.89</c:v>
                </c:pt>
                <c:pt idx="62266">
                  <c:v>160.96</c:v>
                </c:pt>
                <c:pt idx="62267">
                  <c:v>81.97</c:v>
                </c:pt>
                <c:pt idx="62268">
                  <c:v>53.98</c:v>
                </c:pt>
                <c:pt idx="62269">
                  <c:v>51.98</c:v>
                </c:pt>
                <c:pt idx="62270">
                  <c:v>119.96</c:v>
                </c:pt>
                <c:pt idx="62271">
                  <c:v>130.63</c:v>
                </c:pt>
                <c:pt idx="62272">
                  <c:v>51.98</c:v>
                </c:pt>
                <c:pt idx="62273">
                  <c:v>103.96</c:v>
                </c:pt>
                <c:pt idx="62274">
                  <c:v>68.59</c:v>
                </c:pt>
                <c:pt idx="62275">
                  <c:v>94.99</c:v>
                </c:pt>
                <c:pt idx="62276">
                  <c:v>105.98</c:v>
                </c:pt>
                <c:pt idx="62277">
                  <c:v>85.47</c:v>
                </c:pt>
                <c:pt idx="62278">
                  <c:v>65.989999999999995</c:v>
                </c:pt>
                <c:pt idx="62279">
                  <c:v>107.94</c:v>
                </c:pt>
                <c:pt idx="62280">
                  <c:v>82.97</c:v>
                </c:pt>
                <c:pt idx="62281">
                  <c:v>85.87</c:v>
                </c:pt>
                <c:pt idx="62282">
                  <c:v>79.98</c:v>
                </c:pt>
                <c:pt idx="62283">
                  <c:v>50.38</c:v>
                </c:pt>
                <c:pt idx="62284">
                  <c:v>55.98</c:v>
                </c:pt>
                <c:pt idx="62285">
                  <c:v>167.94</c:v>
                </c:pt>
                <c:pt idx="62286">
                  <c:v>85.89</c:v>
                </c:pt>
                <c:pt idx="62287">
                  <c:v>119.96</c:v>
                </c:pt>
                <c:pt idx="62288">
                  <c:v>51.98</c:v>
                </c:pt>
                <c:pt idx="62289">
                  <c:v>86.07</c:v>
                </c:pt>
                <c:pt idx="62290">
                  <c:v>60.99</c:v>
                </c:pt>
                <c:pt idx="62291">
                  <c:v>119.96</c:v>
                </c:pt>
                <c:pt idx="62292">
                  <c:v>55.98</c:v>
                </c:pt>
                <c:pt idx="62293">
                  <c:v>54.98</c:v>
                </c:pt>
                <c:pt idx="62294">
                  <c:v>47.49</c:v>
                </c:pt>
                <c:pt idx="62295">
                  <c:v>84.95</c:v>
                </c:pt>
                <c:pt idx="62296">
                  <c:v>220.18</c:v>
                </c:pt>
                <c:pt idx="62297">
                  <c:v>29.49</c:v>
                </c:pt>
                <c:pt idx="62298">
                  <c:v>32.04</c:v>
                </c:pt>
                <c:pt idx="62299">
                  <c:v>58.48</c:v>
                </c:pt>
                <c:pt idx="62300">
                  <c:v>65.989999999999995</c:v>
                </c:pt>
                <c:pt idx="62301">
                  <c:v>54.99</c:v>
                </c:pt>
                <c:pt idx="62302">
                  <c:v>84.69</c:v>
                </c:pt>
                <c:pt idx="62303">
                  <c:v>39.479999999999997</c:v>
                </c:pt>
                <c:pt idx="62304">
                  <c:v>19.489999999999998</c:v>
                </c:pt>
                <c:pt idx="62305">
                  <c:v>59.98</c:v>
                </c:pt>
                <c:pt idx="62306">
                  <c:v>64.09</c:v>
                </c:pt>
                <c:pt idx="62307">
                  <c:v>72.86</c:v>
                </c:pt>
                <c:pt idx="62308">
                  <c:v>25.67</c:v>
                </c:pt>
                <c:pt idx="62309">
                  <c:v>87.3</c:v>
                </c:pt>
                <c:pt idx="62310">
                  <c:v>109.96</c:v>
                </c:pt>
                <c:pt idx="62311">
                  <c:v>79.98</c:v>
                </c:pt>
                <c:pt idx="62312">
                  <c:v>75.87</c:v>
                </c:pt>
                <c:pt idx="62313">
                  <c:v>169.35</c:v>
                </c:pt>
                <c:pt idx="62314">
                  <c:v>95.97</c:v>
                </c:pt>
                <c:pt idx="62315">
                  <c:v>96.76</c:v>
                </c:pt>
                <c:pt idx="62316">
                  <c:v>59.98</c:v>
                </c:pt>
                <c:pt idx="62317">
                  <c:v>263.95999999999998</c:v>
                </c:pt>
                <c:pt idx="62318">
                  <c:v>54.98</c:v>
                </c:pt>
                <c:pt idx="62319">
                  <c:v>65.989999999999995</c:v>
                </c:pt>
                <c:pt idx="62320">
                  <c:v>65.989999999999995</c:v>
                </c:pt>
                <c:pt idx="62321">
                  <c:v>122.46</c:v>
                </c:pt>
                <c:pt idx="62322">
                  <c:v>111.96</c:v>
                </c:pt>
                <c:pt idx="62323">
                  <c:v>62.97</c:v>
                </c:pt>
                <c:pt idx="62324">
                  <c:v>56.97</c:v>
                </c:pt>
                <c:pt idx="62325">
                  <c:v>41.29</c:v>
                </c:pt>
                <c:pt idx="62326">
                  <c:v>20.49</c:v>
                </c:pt>
                <c:pt idx="62327">
                  <c:v>123.13</c:v>
                </c:pt>
                <c:pt idx="62328">
                  <c:v>177.83</c:v>
                </c:pt>
                <c:pt idx="62329">
                  <c:v>57.98</c:v>
                </c:pt>
                <c:pt idx="62330">
                  <c:v>83.45</c:v>
                </c:pt>
                <c:pt idx="62331">
                  <c:v>102.95</c:v>
                </c:pt>
                <c:pt idx="62332">
                  <c:v>55.98</c:v>
                </c:pt>
                <c:pt idx="62333">
                  <c:v>110.9</c:v>
                </c:pt>
                <c:pt idx="62334">
                  <c:v>9.49</c:v>
                </c:pt>
                <c:pt idx="62335">
                  <c:v>59.98</c:v>
                </c:pt>
                <c:pt idx="62336">
                  <c:v>56.48</c:v>
                </c:pt>
                <c:pt idx="62337">
                  <c:v>51.98</c:v>
                </c:pt>
                <c:pt idx="62338">
                  <c:v>182.96</c:v>
                </c:pt>
                <c:pt idx="62339">
                  <c:v>67.959999999999994</c:v>
                </c:pt>
                <c:pt idx="62340">
                  <c:v>145.94</c:v>
                </c:pt>
                <c:pt idx="62341">
                  <c:v>83.97</c:v>
                </c:pt>
                <c:pt idx="62342">
                  <c:v>74.23</c:v>
                </c:pt>
                <c:pt idx="62343">
                  <c:v>75.87</c:v>
                </c:pt>
                <c:pt idx="62344">
                  <c:v>19.34</c:v>
                </c:pt>
                <c:pt idx="62345">
                  <c:v>131.36000000000001</c:v>
                </c:pt>
                <c:pt idx="62346">
                  <c:v>11.29</c:v>
                </c:pt>
                <c:pt idx="62347">
                  <c:v>79.47</c:v>
                </c:pt>
                <c:pt idx="62348">
                  <c:v>53.98</c:v>
                </c:pt>
                <c:pt idx="62349">
                  <c:v>111.96</c:v>
                </c:pt>
                <c:pt idx="62350">
                  <c:v>77.97</c:v>
                </c:pt>
                <c:pt idx="62351">
                  <c:v>54.99</c:v>
                </c:pt>
                <c:pt idx="62352">
                  <c:v>65.989999999999995</c:v>
                </c:pt>
                <c:pt idx="62353">
                  <c:v>55.98</c:v>
                </c:pt>
                <c:pt idx="62354">
                  <c:v>82.47</c:v>
                </c:pt>
                <c:pt idx="62355">
                  <c:v>65.989999999999995</c:v>
                </c:pt>
                <c:pt idx="62356">
                  <c:v>50.97</c:v>
                </c:pt>
                <c:pt idx="62357">
                  <c:v>62.98</c:v>
                </c:pt>
                <c:pt idx="62358">
                  <c:v>65.989999999999995</c:v>
                </c:pt>
                <c:pt idx="62359">
                  <c:v>46.97</c:v>
                </c:pt>
                <c:pt idx="62360">
                  <c:v>59.39</c:v>
                </c:pt>
                <c:pt idx="62361">
                  <c:v>29.29</c:v>
                </c:pt>
                <c:pt idx="62362">
                  <c:v>67.98</c:v>
                </c:pt>
                <c:pt idx="62363">
                  <c:v>178.94</c:v>
                </c:pt>
                <c:pt idx="62364">
                  <c:v>59.98</c:v>
                </c:pt>
                <c:pt idx="62365">
                  <c:v>82.97</c:v>
                </c:pt>
                <c:pt idx="62366">
                  <c:v>53.98</c:v>
                </c:pt>
                <c:pt idx="62367">
                  <c:v>107.96</c:v>
                </c:pt>
                <c:pt idx="62368">
                  <c:v>99.97</c:v>
                </c:pt>
                <c:pt idx="62369">
                  <c:v>65.989999999999995</c:v>
                </c:pt>
                <c:pt idx="62370">
                  <c:v>228.63</c:v>
                </c:pt>
                <c:pt idx="62371">
                  <c:v>53.97</c:v>
                </c:pt>
                <c:pt idx="62372">
                  <c:v>45.49</c:v>
                </c:pt>
                <c:pt idx="62373">
                  <c:v>72.58</c:v>
                </c:pt>
                <c:pt idx="62374">
                  <c:v>25.48</c:v>
                </c:pt>
                <c:pt idx="62375">
                  <c:v>64.98</c:v>
                </c:pt>
                <c:pt idx="62376">
                  <c:v>-1.2</c:v>
                </c:pt>
                <c:pt idx="62377">
                  <c:v>12.08</c:v>
                </c:pt>
                <c:pt idx="62378">
                  <c:v>124.96</c:v>
                </c:pt>
                <c:pt idx="62379">
                  <c:v>159.66999999999999</c:v>
                </c:pt>
                <c:pt idx="62380">
                  <c:v>95.97</c:v>
                </c:pt>
                <c:pt idx="62381">
                  <c:v>111.96</c:v>
                </c:pt>
                <c:pt idx="62382">
                  <c:v>131.97999999999999</c:v>
                </c:pt>
                <c:pt idx="62383">
                  <c:v>79.98</c:v>
                </c:pt>
                <c:pt idx="62384">
                  <c:v>55.98</c:v>
                </c:pt>
                <c:pt idx="62385">
                  <c:v>63.98</c:v>
                </c:pt>
                <c:pt idx="62386">
                  <c:v>126.98</c:v>
                </c:pt>
                <c:pt idx="62387">
                  <c:v>87.37</c:v>
                </c:pt>
                <c:pt idx="62388">
                  <c:v>48.58</c:v>
                </c:pt>
                <c:pt idx="62389">
                  <c:v>14.49</c:v>
                </c:pt>
                <c:pt idx="62390">
                  <c:v>-1.5</c:v>
                </c:pt>
                <c:pt idx="62391">
                  <c:v>65.989999999999995</c:v>
                </c:pt>
                <c:pt idx="62392">
                  <c:v>79.98</c:v>
                </c:pt>
                <c:pt idx="62393">
                  <c:v>59.98</c:v>
                </c:pt>
                <c:pt idx="62394">
                  <c:v>53.98</c:v>
                </c:pt>
                <c:pt idx="62395">
                  <c:v>83.48</c:v>
                </c:pt>
                <c:pt idx="62396">
                  <c:v>29.49</c:v>
                </c:pt>
                <c:pt idx="62397">
                  <c:v>111.3</c:v>
                </c:pt>
                <c:pt idx="62398">
                  <c:v>55.98</c:v>
                </c:pt>
                <c:pt idx="62399">
                  <c:v>306.93</c:v>
                </c:pt>
                <c:pt idx="62400">
                  <c:v>18.489999999999998</c:v>
                </c:pt>
                <c:pt idx="62401">
                  <c:v>65.989999999999995</c:v>
                </c:pt>
                <c:pt idx="62402">
                  <c:v>84.98</c:v>
                </c:pt>
                <c:pt idx="62403">
                  <c:v>51.26</c:v>
                </c:pt>
                <c:pt idx="62404">
                  <c:v>64.81</c:v>
                </c:pt>
                <c:pt idx="62405">
                  <c:v>89.97</c:v>
                </c:pt>
                <c:pt idx="62406">
                  <c:v>23.09</c:v>
                </c:pt>
                <c:pt idx="62407">
                  <c:v>59.98</c:v>
                </c:pt>
                <c:pt idx="62408">
                  <c:v>55.98</c:v>
                </c:pt>
                <c:pt idx="62409">
                  <c:v>114.97</c:v>
                </c:pt>
                <c:pt idx="62410">
                  <c:v>65.989999999999995</c:v>
                </c:pt>
                <c:pt idx="62411">
                  <c:v>59.39</c:v>
                </c:pt>
                <c:pt idx="62412">
                  <c:v>16.489999999999998</c:v>
                </c:pt>
                <c:pt idx="62413">
                  <c:v>109.94</c:v>
                </c:pt>
                <c:pt idx="62414">
                  <c:v>116.74</c:v>
                </c:pt>
                <c:pt idx="62415">
                  <c:v>59.97</c:v>
                </c:pt>
                <c:pt idx="62416">
                  <c:v>113.46</c:v>
                </c:pt>
                <c:pt idx="62417">
                  <c:v>79.98</c:v>
                </c:pt>
                <c:pt idx="62418">
                  <c:v>96.96</c:v>
                </c:pt>
                <c:pt idx="62419">
                  <c:v>105.46</c:v>
                </c:pt>
                <c:pt idx="62420">
                  <c:v>253.96</c:v>
                </c:pt>
                <c:pt idx="62421">
                  <c:v>50.36</c:v>
                </c:pt>
                <c:pt idx="62422">
                  <c:v>63.97</c:v>
                </c:pt>
                <c:pt idx="62423">
                  <c:v>55.96</c:v>
                </c:pt>
                <c:pt idx="62424">
                  <c:v>113.94</c:v>
                </c:pt>
                <c:pt idx="62425">
                  <c:v>59.95</c:v>
                </c:pt>
                <c:pt idx="62426">
                  <c:v>54.98</c:v>
                </c:pt>
                <c:pt idx="62427">
                  <c:v>143.72</c:v>
                </c:pt>
                <c:pt idx="62428">
                  <c:v>50.97</c:v>
                </c:pt>
                <c:pt idx="62429">
                  <c:v>84.14</c:v>
                </c:pt>
                <c:pt idx="62430">
                  <c:v>99.99</c:v>
                </c:pt>
                <c:pt idx="62431">
                  <c:v>53.97</c:v>
                </c:pt>
                <c:pt idx="62432">
                  <c:v>65.989999999999995</c:v>
                </c:pt>
                <c:pt idx="62433">
                  <c:v>82.95</c:v>
                </c:pt>
                <c:pt idx="62434">
                  <c:v>34.28</c:v>
                </c:pt>
                <c:pt idx="62435">
                  <c:v>8.49</c:v>
                </c:pt>
                <c:pt idx="62436">
                  <c:v>20.49</c:v>
                </c:pt>
                <c:pt idx="62437">
                  <c:v>67.97</c:v>
                </c:pt>
                <c:pt idx="62438">
                  <c:v>59.94</c:v>
                </c:pt>
                <c:pt idx="62439">
                  <c:v>86.96</c:v>
                </c:pt>
                <c:pt idx="62440">
                  <c:v>54.77</c:v>
                </c:pt>
                <c:pt idx="62441">
                  <c:v>54.98</c:v>
                </c:pt>
                <c:pt idx="62442">
                  <c:v>89.97</c:v>
                </c:pt>
                <c:pt idx="62443">
                  <c:v>18.39</c:v>
                </c:pt>
                <c:pt idx="62444">
                  <c:v>87.96</c:v>
                </c:pt>
                <c:pt idx="62445">
                  <c:v>81.150000000000006</c:v>
                </c:pt>
                <c:pt idx="62446">
                  <c:v>59.98</c:v>
                </c:pt>
                <c:pt idx="62447">
                  <c:v>71.97</c:v>
                </c:pt>
                <c:pt idx="62448">
                  <c:v>22.29</c:v>
                </c:pt>
                <c:pt idx="62449">
                  <c:v>80.97</c:v>
                </c:pt>
                <c:pt idx="62450">
                  <c:v>145.96</c:v>
                </c:pt>
                <c:pt idx="62451">
                  <c:v>83.97</c:v>
                </c:pt>
                <c:pt idx="62452">
                  <c:v>59.96</c:v>
                </c:pt>
                <c:pt idx="62453">
                  <c:v>37.49</c:v>
                </c:pt>
                <c:pt idx="62454">
                  <c:v>74.98</c:v>
                </c:pt>
                <c:pt idx="62455">
                  <c:v>83.97</c:v>
                </c:pt>
                <c:pt idx="62456">
                  <c:v>19.29</c:v>
                </c:pt>
                <c:pt idx="62457">
                  <c:v>79.849999999999994</c:v>
                </c:pt>
                <c:pt idx="62458">
                  <c:v>85.99</c:v>
                </c:pt>
                <c:pt idx="62459">
                  <c:v>89.97</c:v>
                </c:pt>
                <c:pt idx="62460">
                  <c:v>131.97999999999999</c:v>
                </c:pt>
                <c:pt idx="62461">
                  <c:v>127.01</c:v>
                </c:pt>
                <c:pt idx="62462">
                  <c:v>31.48</c:v>
                </c:pt>
                <c:pt idx="62463">
                  <c:v>80.97</c:v>
                </c:pt>
                <c:pt idx="62464">
                  <c:v>66.98</c:v>
                </c:pt>
                <c:pt idx="62465">
                  <c:v>59.98</c:v>
                </c:pt>
                <c:pt idx="62466">
                  <c:v>55.96</c:v>
                </c:pt>
                <c:pt idx="62467">
                  <c:v>55.22</c:v>
                </c:pt>
                <c:pt idx="62468">
                  <c:v>119.98</c:v>
                </c:pt>
                <c:pt idx="62469">
                  <c:v>79.849999999999994</c:v>
                </c:pt>
                <c:pt idx="62470">
                  <c:v>105.23</c:v>
                </c:pt>
                <c:pt idx="62471">
                  <c:v>119.96</c:v>
                </c:pt>
                <c:pt idx="62472">
                  <c:v>19.29</c:v>
                </c:pt>
                <c:pt idx="62473">
                  <c:v>33.479999999999997</c:v>
                </c:pt>
                <c:pt idx="62474">
                  <c:v>11.48</c:v>
                </c:pt>
                <c:pt idx="62475">
                  <c:v>49.99</c:v>
                </c:pt>
                <c:pt idx="62476">
                  <c:v>59.98</c:v>
                </c:pt>
                <c:pt idx="62477">
                  <c:v>72.540000000000006</c:v>
                </c:pt>
                <c:pt idx="62478">
                  <c:v>77.97</c:v>
                </c:pt>
                <c:pt idx="62479">
                  <c:v>105.98</c:v>
                </c:pt>
                <c:pt idx="62480">
                  <c:v>78.47</c:v>
                </c:pt>
                <c:pt idx="62481">
                  <c:v>57.97</c:v>
                </c:pt>
                <c:pt idx="62482">
                  <c:v>63.16</c:v>
                </c:pt>
                <c:pt idx="62483">
                  <c:v>104.02</c:v>
                </c:pt>
                <c:pt idx="62484">
                  <c:v>29.49</c:v>
                </c:pt>
                <c:pt idx="62485">
                  <c:v>131.97999999999999</c:v>
                </c:pt>
                <c:pt idx="62486">
                  <c:v>89.98</c:v>
                </c:pt>
                <c:pt idx="62487">
                  <c:v>181.38</c:v>
                </c:pt>
                <c:pt idx="62488">
                  <c:v>31.29</c:v>
                </c:pt>
                <c:pt idx="62489">
                  <c:v>67.739999999999995</c:v>
                </c:pt>
                <c:pt idx="62490">
                  <c:v>55.98</c:v>
                </c:pt>
                <c:pt idx="62491">
                  <c:v>65.989999999999995</c:v>
                </c:pt>
                <c:pt idx="62492">
                  <c:v>79.77</c:v>
                </c:pt>
                <c:pt idx="62493">
                  <c:v>111.96</c:v>
                </c:pt>
                <c:pt idx="62494">
                  <c:v>55.98</c:v>
                </c:pt>
                <c:pt idx="62495">
                  <c:v>55.98</c:v>
                </c:pt>
                <c:pt idx="62496">
                  <c:v>55.98</c:v>
                </c:pt>
                <c:pt idx="62497">
                  <c:v>27.49</c:v>
                </c:pt>
                <c:pt idx="62498">
                  <c:v>131.97999999999999</c:v>
                </c:pt>
                <c:pt idx="62499">
                  <c:v>72.58</c:v>
                </c:pt>
                <c:pt idx="62500">
                  <c:v>65.989999999999995</c:v>
                </c:pt>
                <c:pt idx="62501">
                  <c:v>118.78</c:v>
                </c:pt>
                <c:pt idx="62502">
                  <c:v>66.069999999999993</c:v>
                </c:pt>
                <c:pt idx="62503">
                  <c:v>55.98</c:v>
                </c:pt>
                <c:pt idx="62504">
                  <c:v>55.98</c:v>
                </c:pt>
                <c:pt idx="62505">
                  <c:v>53.96</c:v>
                </c:pt>
                <c:pt idx="62506">
                  <c:v>80.97</c:v>
                </c:pt>
                <c:pt idx="62507">
                  <c:v>65.989999999999995</c:v>
                </c:pt>
                <c:pt idx="62508">
                  <c:v>86.07</c:v>
                </c:pt>
                <c:pt idx="62509">
                  <c:v>93.96</c:v>
                </c:pt>
                <c:pt idx="62510">
                  <c:v>58.79</c:v>
                </c:pt>
                <c:pt idx="62511">
                  <c:v>52.97</c:v>
                </c:pt>
                <c:pt idx="62512">
                  <c:v>67.739999999999995</c:v>
                </c:pt>
                <c:pt idx="62513">
                  <c:v>131.97999999999999</c:v>
                </c:pt>
                <c:pt idx="62514">
                  <c:v>103.96</c:v>
                </c:pt>
                <c:pt idx="62515">
                  <c:v>119.96</c:v>
                </c:pt>
                <c:pt idx="62516">
                  <c:v>104.97</c:v>
                </c:pt>
                <c:pt idx="62517">
                  <c:v>15.69</c:v>
                </c:pt>
                <c:pt idx="62518">
                  <c:v>59.98</c:v>
                </c:pt>
                <c:pt idx="62519">
                  <c:v>129.94999999999999</c:v>
                </c:pt>
                <c:pt idx="62520">
                  <c:v>155.94999999999999</c:v>
                </c:pt>
                <c:pt idx="62521">
                  <c:v>94.95</c:v>
                </c:pt>
                <c:pt idx="62522">
                  <c:v>159.96</c:v>
                </c:pt>
                <c:pt idx="62523">
                  <c:v>27.29</c:v>
                </c:pt>
                <c:pt idx="62524">
                  <c:v>31.48</c:v>
                </c:pt>
                <c:pt idx="62525">
                  <c:v>-14.99</c:v>
                </c:pt>
                <c:pt idx="62526">
                  <c:v>89.1</c:v>
                </c:pt>
                <c:pt idx="62527">
                  <c:v>-71.97</c:v>
                </c:pt>
                <c:pt idx="62528">
                  <c:v>56.97</c:v>
                </c:pt>
                <c:pt idx="62529">
                  <c:v>79.98</c:v>
                </c:pt>
                <c:pt idx="62530">
                  <c:v>106.06</c:v>
                </c:pt>
                <c:pt idx="62531">
                  <c:v>65.989999999999995</c:v>
                </c:pt>
                <c:pt idx="62532">
                  <c:v>165.97</c:v>
                </c:pt>
                <c:pt idx="62533">
                  <c:v>59.98</c:v>
                </c:pt>
                <c:pt idx="62534">
                  <c:v>-22.97</c:v>
                </c:pt>
                <c:pt idx="62535">
                  <c:v>68.569999999999993</c:v>
                </c:pt>
                <c:pt idx="62536">
                  <c:v>53.98</c:v>
                </c:pt>
                <c:pt idx="62537">
                  <c:v>119.97</c:v>
                </c:pt>
                <c:pt idx="62538">
                  <c:v>65.989999999999995</c:v>
                </c:pt>
                <c:pt idx="62539">
                  <c:v>75.959999999999994</c:v>
                </c:pt>
                <c:pt idx="62540">
                  <c:v>65.989999999999995</c:v>
                </c:pt>
                <c:pt idx="62541">
                  <c:v>33.479999999999997</c:v>
                </c:pt>
                <c:pt idx="62542">
                  <c:v>131.97999999999999</c:v>
                </c:pt>
                <c:pt idx="62543">
                  <c:v>67.709999999999994</c:v>
                </c:pt>
                <c:pt idx="62544">
                  <c:v>69.97</c:v>
                </c:pt>
                <c:pt idx="62545">
                  <c:v>54.98</c:v>
                </c:pt>
                <c:pt idx="62546">
                  <c:v>50.45</c:v>
                </c:pt>
                <c:pt idx="62547">
                  <c:v>72.55</c:v>
                </c:pt>
                <c:pt idx="62548">
                  <c:v>63.98</c:v>
                </c:pt>
                <c:pt idx="62549">
                  <c:v>55.98</c:v>
                </c:pt>
                <c:pt idx="62550">
                  <c:v>157.93</c:v>
                </c:pt>
                <c:pt idx="62551">
                  <c:v>72.58</c:v>
                </c:pt>
                <c:pt idx="62552">
                  <c:v>72.97</c:v>
                </c:pt>
                <c:pt idx="62553">
                  <c:v>55.96</c:v>
                </c:pt>
                <c:pt idx="62554">
                  <c:v>60.56</c:v>
                </c:pt>
                <c:pt idx="62555">
                  <c:v>107.96</c:v>
                </c:pt>
                <c:pt idx="62556">
                  <c:v>51.98</c:v>
                </c:pt>
                <c:pt idx="62557">
                  <c:v>111.96</c:v>
                </c:pt>
                <c:pt idx="62558">
                  <c:v>107.96</c:v>
                </c:pt>
                <c:pt idx="62559">
                  <c:v>131.97999999999999</c:v>
                </c:pt>
                <c:pt idx="62560">
                  <c:v>65.989999999999995</c:v>
                </c:pt>
                <c:pt idx="62561">
                  <c:v>77.94</c:v>
                </c:pt>
                <c:pt idx="62562">
                  <c:v>77.38</c:v>
                </c:pt>
                <c:pt idx="62563">
                  <c:v>109.96</c:v>
                </c:pt>
                <c:pt idx="62564">
                  <c:v>130.97999999999999</c:v>
                </c:pt>
                <c:pt idx="62565">
                  <c:v>65.989999999999995</c:v>
                </c:pt>
                <c:pt idx="62566">
                  <c:v>65.989999999999995</c:v>
                </c:pt>
                <c:pt idx="62567">
                  <c:v>105.94</c:v>
                </c:pt>
                <c:pt idx="62568">
                  <c:v>33.28</c:v>
                </c:pt>
                <c:pt idx="62569">
                  <c:v>111.96</c:v>
                </c:pt>
                <c:pt idx="62570">
                  <c:v>49.47</c:v>
                </c:pt>
                <c:pt idx="62571">
                  <c:v>55.96</c:v>
                </c:pt>
                <c:pt idx="62572">
                  <c:v>75.459999999999994</c:v>
                </c:pt>
                <c:pt idx="62573">
                  <c:v>63.96</c:v>
                </c:pt>
                <c:pt idx="62574">
                  <c:v>55.98</c:v>
                </c:pt>
                <c:pt idx="62575">
                  <c:v>59.95</c:v>
                </c:pt>
                <c:pt idx="62576">
                  <c:v>131.97999999999999</c:v>
                </c:pt>
                <c:pt idx="62577">
                  <c:v>53.98</c:v>
                </c:pt>
                <c:pt idx="62578">
                  <c:v>89.97</c:v>
                </c:pt>
                <c:pt idx="62579">
                  <c:v>56.97</c:v>
                </c:pt>
                <c:pt idx="62580">
                  <c:v>55.98</c:v>
                </c:pt>
                <c:pt idx="62581">
                  <c:v>50.38</c:v>
                </c:pt>
                <c:pt idx="62582">
                  <c:v>207.54</c:v>
                </c:pt>
                <c:pt idx="62583">
                  <c:v>95.98</c:v>
                </c:pt>
                <c:pt idx="62584">
                  <c:v>79.849999999999994</c:v>
                </c:pt>
                <c:pt idx="62585">
                  <c:v>57.46</c:v>
                </c:pt>
                <c:pt idx="62586">
                  <c:v>55.98</c:v>
                </c:pt>
                <c:pt idx="62587">
                  <c:v>20.49</c:v>
                </c:pt>
                <c:pt idx="62588">
                  <c:v>40.97</c:v>
                </c:pt>
                <c:pt idx="62589">
                  <c:v>65.989999999999995</c:v>
                </c:pt>
                <c:pt idx="62590">
                  <c:v>77.64</c:v>
                </c:pt>
                <c:pt idx="62591">
                  <c:v>74.98</c:v>
                </c:pt>
                <c:pt idx="62592">
                  <c:v>55.98</c:v>
                </c:pt>
                <c:pt idx="62593">
                  <c:v>59.98</c:v>
                </c:pt>
                <c:pt idx="62594">
                  <c:v>54.99</c:v>
                </c:pt>
                <c:pt idx="62595">
                  <c:v>72.58</c:v>
                </c:pt>
                <c:pt idx="62596">
                  <c:v>12.19</c:v>
                </c:pt>
                <c:pt idx="62597">
                  <c:v>76.47</c:v>
                </c:pt>
                <c:pt idx="62598">
                  <c:v>89.98</c:v>
                </c:pt>
                <c:pt idx="62599">
                  <c:v>59.98</c:v>
                </c:pt>
                <c:pt idx="62600">
                  <c:v>55.98</c:v>
                </c:pt>
                <c:pt idx="62601">
                  <c:v>55.98</c:v>
                </c:pt>
                <c:pt idx="62602">
                  <c:v>53.98</c:v>
                </c:pt>
                <c:pt idx="62603">
                  <c:v>55.98</c:v>
                </c:pt>
                <c:pt idx="62604">
                  <c:v>79.98</c:v>
                </c:pt>
                <c:pt idx="62605">
                  <c:v>17.489999999999998</c:v>
                </c:pt>
                <c:pt idx="62606">
                  <c:v>79.98</c:v>
                </c:pt>
                <c:pt idx="62607">
                  <c:v>46.07</c:v>
                </c:pt>
                <c:pt idx="62608">
                  <c:v>28.49</c:v>
                </c:pt>
                <c:pt idx="62609">
                  <c:v>155.65</c:v>
                </c:pt>
                <c:pt idx="62610">
                  <c:v>139.9</c:v>
                </c:pt>
                <c:pt idx="62611">
                  <c:v>55.98</c:v>
                </c:pt>
                <c:pt idx="62612">
                  <c:v>21.94</c:v>
                </c:pt>
                <c:pt idx="62613">
                  <c:v>139.94999999999999</c:v>
                </c:pt>
                <c:pt idx="62614">
                  <c:v>59.98</c:v>
                </c:pt>
                <c:pt idx="62615">
                  <c:v>53.98</c:v>
                </c:pt>
                <c:pt idx="62616">
                  <c:v>59.96</c:v>
                </c:pt>
                <c:pt idx="62617">
                  <c:v>113.96</c:v>
                </c:pt>
                <c:pt idx="62618">
                  <c:v>129.94999999999999</c:v>
                </c:pt>
                <c:pt idx="62619">
                  <c:v>85.97</c:v>
                </c:pt>
                <c:pt idx="62620">
                  <c:v>65.459999999999994</c:v>
                </c:pt>
                <c:pt idx="62621">
                  <c:v>112.07</c:v>
                </c:pt>
                <c:pt idx="62622">
                  <c:v>108.84</c:v>
                </c:pt>
                <c:pt idx="62623">
                  <c:v>56.98</c:v>
                </c:pt>
                <c:pt idx="62624">
                  <c:v>39.99</c:v>
                </c:pt>
                <c:pt idx="62625">
                  <c:v>31.29</c:v>
                </c:pt>
                <c:pt idx="62626">
                  <c:v>116.47</c:v>
                </c:pt>
                <c:pt idx="62627">
                  <c:v>11.49</c:v>
                </c:pt>
                <c:pt idx="62628">
                  <c:v>61.15</c:v>
                </c:pt>
                <c:pt idx="62629">
                  <c:v>51.98</c:v>
                </c:pt>
                <c:pt idx="62630">
                  <c:v>89.98</c:v>
                </c:pt>
                <c:pt idx="62631">
                  <c:v>120.28</c:v>
                </c:pt>
                <c:pt idx="62632">
                  <c:v>226.91</c:v>
                </c:pt>
                <c:pt idx="62633">
                  <c:v>27.48</c:v>
                </c:pt>
                <c:pt idx="62634">
                  <c:v>120.97</c:v>
                </c:pt>
                <c:pt idx="62635">
                  <c:v>58.97</c:v>
                </c:pt>
                <c:pt idx="62636">
                  <c:v>77.97</c:v>
                </c:pt>
                <c:pt idx="62637">
                  <c:v>33.96</c:v>
                </c:pt>
                <c:pt idx="62638">
                  <c:v>88.97</c:v>
                </c:pt>
                <c:pt idx="62639">
                  <c:v>59.98</c:v>
                </c:pt>
                <c:pt idx="62640">
                  <c:v>59.98</c:v>
                </c:pt>
                <c:pt idx="62641">
                  <c:v>80.97</c:v>
                </c:pt>
                <c:pt idx="62642">
                  <c:v>93.97</c:v>
                </c:pt>
                <c:pt idx="62643">
                  <c:v>80.98</c:v>
                </c:pt>
                <c:pt idx="62644">
                  <c:v>126.98</c:v>
                </c:pt>
                <c:pt idx="62645">
                  <c:v>57.48</c:v>
                </c:pt>
                <c:pt idx="62646">
                  <c:v>51.98</c:v>
                </c:pt>
                <c:pt idx="62647">
                  <c:v>95.94</c:v>
                </c:pt>
                <c:pt idx="62648">
                  <c:v>59.98</c:v>
                </c:pt>
                <c:pt idx="62649">
                  <c:v>55.98</c:v>
                </c:pt>
                <c:pt idx="62650">
                  <c:v>80.97</c:v>
                </c:pt>
                <c:pt idx="62651">
                  <c:v>79.98</c:v>
                </c:pt>
                <c:pt idx="62652">
                  <c:v>65.989999999999995</c:v>
                </c:pt>
                <c:pt idx="62653">
                  <c:v>65.989999999999995</c:v>
                </c:pt>
                <c:pt idx="62654">
                  <c:v>56.97</c:v>
                </c:pt>
                <c:pt idx="62655">
                  <c:v>143.91999999999999</c:v>
                </c:pt>
                <c:pt idx="62656">
                  <c:v>59.98</c:v>
                </c:pt>
                <c:pt idx="62657">
                  <c:v>127.94</c:v>
                </c:pt>
                <c:pt idx="62658">
                  <c:v>79.98</c:v>
                </c:pt>
                <c:pt idx="62659">
                  <c:v>89.97</c:v>
                </c:pt>
                <c:pt idx="62660">
                  <c:v>95.04</c:v>
                </c:pt>
                <c:pt idx="62661">
                  <c:v>48.28</c:v>
                </c:pt>
                <c:pt idx="62662">
                  <c:v>79.47</c:v>
                </c:pt>
                <c:pt idx="62663">
                  <c:v>108.48</c:v>
                </c:pt>
                <c:pt idx="62664">
                  <c:v>59.98</c:v>
                </c:pt>
                <c:pt idx="62665">
                  <c:v>54.98</c:v>
                </c:pt>
                <c:pt idx="62666">
                  <c:v>121.46</c:v>
                </c:pt>
                <c:pt idx="62667">
                  <c:v>96.95</c:v>
                </c:pt>
                <c:pt idx="62668">
                  <c:v>91.47</c:v>
                </c:pt>
                <c:pt idx="62669">
                  <c:v>79.98</c:v>
                </c:pt>
                <c:pt idx="62670">
                  <c:v>54.99</c:v>
                </c:pt>
                <c:pt idx="62671">
                  <c:v>28.49</c:v>
                </c:pt>
                <c:pt idx="62672">
                  <c:v>142.71</c:v>
                </c:pt>
                <c:pt idx="62673">
                  <c:v>62.58</c:v>
                </c:pt>
                <c:pt idx="62674">
                  <c:v>92.96</c:v>
                </c:pt>
                <c:pt idx="62675">
                  <c:v>62.97</c:v>
                </c:pt>
                <c:pt idx="62676">
                  <c:v>90.7</c:v>
                </c:pt>
                <c:pt idx="62677">
                  <c:v>249.91</c:v>
                </c:pt>
                <c:pt idx="62678">
                  <c:v>86.97</c:v>
                </c:pt>
                <c:pt idx="62679">
                  <c:v>65.989999999999995</c:v>
                </c:pt>
                <c:pt idx="62680">
                  <c:v>55.98</c:v>
                </c:pt>
                <c:pt idx="62681">
                  <c:v>43.24</c:v>
                </c:pt>
                <c:pt idx="62682">
                  <c:v>103.96</c:v>
                </c:pt>
                <c:pt idx="62683">
                  <c:v>65.989999999999995</c:v>
                </c:pt>
                <c:pt idx="62684">
                  <c:v>227.95</c:v>
                </c:pt>
                <c:pt idx="62685">
                  <c:v>59.98</c:v>
                </c:pt>
                <c:pt idx="62686">
                  <c:v>71.97</c:v>
                </c:pt>
                <c:pt idx="62687">
                  <c:v>29.49</c:v>
                </c:pt>
                <c:pt idx="62688">
                  <c:v>99.96</c:v>
                </c:pt>
                <c:pt idx="62689">
                  <c:v>16.489999999999998</c:v>
                </c:pt>
                <c:pt idx="62690">
                  <c:v>14.29</c:v>
                </c:pt>
                <c:pt idx="62691">
                  <c:v>71.97</c:v>
                </c:pt>
                <c:pt idx="62692">
                  <c:v>59.98</c:v>
                </c:pt>
                <c:pt idx="62693">
                  <c:v>157.94</c:v>
                </c:pt>
                <c:pt idx="62694">
                  <c:v>111.96</c:v>
                </c:pt>
                <c:pt idx="62695">
                  <c:v>67.930000000000007</c:v>
                </c:pt>
                <c:pt idx="62696">
                  <c:v>64.98</c:v>
                </c:pt>
                <c:pt idx="62697">
                  <c:v>62.97</c:v>
                </c:pt>
                <c:pt idx="62698">
                  <c:v>169.95</c:v>
                </c:pt>
                <c:pt idx="62699">
                  <c:v>164.97</c:v>
                </c:pt>
                <c:pt idx="62700">
                  <c:v>29.28</c:v>
                </c:pt>
                <c:pt idx="62701">
                  <c:v>53.07</c:v>
                </c:pt>
                <c:pt idx="62702">
                  <c:v>224.85</c:v>
                </c:pt>
                <c:pt idx="62703">
                  <c:v>13.29</c:v>
                </c:pt>
                <c:pt idx="62704">
                  <c:v>60.97</c:v>
                </c:pt>
                <c:pt idx="62705">
                  <c:v>290.3</c:v>
                </c:pt>
                <c:pt idx="62706">
                  <c:v>139.97</c:v>
                </c:pt>
                <c:pt idx="62707">
                  <c:v>14.29</c:v>
                </c:pt>
                <c:pt idx="62708">
                  <c:v>33.29</c:v>
                </c:pt>
                <c:pt idx="62709">
                  <c:v>-55.98</c:v>
                </c:pt>
                <c:pt idx="62710">
                  <c:v>13.48</c:v>
                </c:pt>
                <c:pt idx="62711">
                  <c:v>60.99</c:v>
                </c:pt>
                <c:pt idx="62712">
                  <c:v>77.97</c:v>
                </c:pt>
                <c:pt idx="62713">
                  <c:v>56.98</c:v>
                </c:pt>
                <c:pt idx="62714">
                  <c:v>61.48</c:v>
                </c:pt>
                <c:pt idx="62715">
                  <c:v>46.47</c:v>
                </c:pt>
                <c:pt idx="62716">
                  <c:v>75.959999999999994</c:v>
                </c:pt>
                <c:pt idx="62717">
                  <c:v>67.97</c:v>
                </c:pt>
                <c:pt idx="62718">
                  <c:v>81.97</c:v>
                </c:pt>
                <c:pt idx="62719">
                  <c:v>129.94999999999999</c:v>
                </c:pt>
                <c:pt idx="62720">
                  <c:v>40.700000000000003</c:v>
                </c:pt>
                <c:pt idx="62721">
                  <c:v>104.02</c:v>
                </c:pt>
                <c:pt idx="62722">
                  <c:v>265.33</c:v>
                </c:pt>
                <c:pt idx="62723">
                  <c:v>69.97</c:v>
                </c:pt>
                <c:pt idx="62724">
                  <c:v>190.93</c:v>
                </c:pt>
                <c:pt idx="62725">
                  <c:v>36.49</c:v>
                </c:pt>
                <c:pt idx="62726">
                  <c:v>52.98</c:v>
                </c:pt>
                <c:pt idx="62727">
                  <c:v>119.54</c:v>
                </c:pt>
                <c:pt idx="62728">
                  <c:v>146.97</c:v>
                </c:pt>
                <c:pt idx="62729">
                  <c:v>97.46</c:v>
                </c:pt>
                <c:pt idx="62730">
                  <c:v>66.58</c:v>
                </c:pt>
                <c:pt idx="62731">
                  <c:v>59.98</c:v>
                </c:pt>
                <c:pt idx="62732">
                  <c:v>55.98</c:v>
                </c:pt>
                <c:pt idx="62733">
                  <c:v>329.95</c:v>
                </c:pt>
                <c:pt idx="62734">
                  <c:v>79.98</c:v>
                </c:pt>
                <c:pt idx="62735">
                  <c:v>71.97</c:v>
                </c:pt>
                <c:pt idx="62736">
                  <c:v>79.849999999999994</c:v>
                </c:pt>
                <c:pt idx="62737">
                  <c:v>59.98</c:v>
                </c:pt>
                <c:pt idx="62738">
                  <c:v>82.97</c:v>
                </c:pt>
                <c:pt idx="62739">
                  <c:v>74.97</c:v>
                </c:pt>
                <c:pt idx="62740">
                  <c:v>85.53</c:v>
                </c:pt>
                <c:pt idx="62741">
                  <c:v>121.97</c:v>
                </c:pt>
                <c:pt idx="62742">
                  <c:v>131.97999999999999</c:v>
                </c:pt>
                <c:pt idx="62743">
                  <c:v>8.49</c:v>
                </c:pt>
                <c:pt idx="62744">
                  <c:v>17.190000000000001</c:v>
                </c:pt>
                <c:pt idx="62745">
                  <c:v>73.48</c:v>
                </c:pt>
                <c:pt idx="62746">
                  <c:v>74.98</c:v>
                </c:pt>
                <c:pt idx="62747">
                  <c:v>41.29</c:v>
                </c:pt>
                <c:pt idx="62748">
                  <c:v>55.98</c:v>
                </c:pt>
                <c:pt idx="62749">
                  <c:v>54.98</c:v>
                </c:pt>
                <c:pt idx="62750">
                  <c:v>263.95999999999998</c:v>
                </c:pt>
                <c:pt idx="62751">
                  <c:v>36.26</c:v>
                </c:pt>
                <c:pt idx="62752">
                  <c:v>69.98</c:v>
                </c:pt>
                <c:pt idx="62753">
                  <c:v>56.96</c:v>
                </c:pt>
                <c:pt idx="62754">
                  <c:v>63.98</c:v>
                </c:pt>
                <c:pt idx="62755">
                  <c:v>121.44</c:v>
                </c:pt>
                <c:pt idx="62756">
                  <c:v>166.96</c:v>
                </c:pt>
                <c:pt idx="62757">
                  <c:v>65.989999999999995</c:v>
                </c:pt>
                <c:pt idx="62758">
                  <c:v>105.98</c:v>
                </c:pt>
                <c:pt idx="62759">
                  <c:v>103.96</c:v>
                </c:pt>
                <c:pt idx="62760">
                  <c:v>59.98</c:v>
                </c:pt>
                <c:pt idx="62761">
                  <c:v>53.98</c:v>
                </c:pt>
                <c:pt idx="62762">
                  <c:v>75</c:v>
                </c:pt>
                <c:pt idx="62763">
                  <c:v>19.489999999999998</c:v>
                </c:pt>
                <c:pt idx="62764">
                  <c:v>108.96</c:v>
                </c:pt>
                <c:pt idx="62765">
                  <c:v>84.32</c:v>
                </c:pt>
                <c:pt idx="62766">
                  <c:v>77.97</c:v>
                </c:pt>
                <c:pt idx="62767">
                  <c:v>48.07</c:v>
                </c:pt>
                <c:pt idx="62768">
                  <c:v>69.98</c:v>
                </c:pt>
                <c:pt idx="62769">
                  <c:v>189.9</c:v>
                </c:pt>
                <c:pt idx="62770">
                  <c:v>281.89999999999998</c:v>
                </c:pt>
                <c:pt idx="62771">
                  <c:v>62.58</c:v>
                </c:pt>
                <c:pt idx="62772">
                  <c:v>67.069999999999993</c:v>
                </c:pt>
                <c:pt idx="62773">
                  <c:v>83.96</c:v>
                </c:pt>
                <c:pt idx="62774">
                  <c:v>59.98</c:v>
                </c:pt>
                <c:pt idx="62775">
                  <c:v>212.63</c:v>
                </c:pt>
                <c:pt idx="62776">
                  <c:v>93.97</c:v>
                </c:pt>
                <c:pt idx="62777">
                  <c:v>123.49</c:v>
                </c:pt>
                <c:pt idx="62778">
                  <c:v>84.98</c:v>
                </c:pt>
                <c:pt idx="62779">
                  <c:v>128.94</c:v>
                </c:pt>
                <c:pt idx="62780">
                  <c:v>40.49</c:v>
                </c:pt>
                <c:pt idx="62781">
                  <c:v>74.98</c:v>
                </c:pt>
                <c:pt idx="62782">
                  <c:v>19.34</c:v>
                </c:pt>
                <c:pt idx="62783">
                  <c:v>65.319999999999993</c:v>
                </c:pt>
                <c:pt idx="62784">
                  <c:v>43.48</c:v>
                </c:pt>
                <c:pt idx="62785">
                  <c:v>25.39</c:v>
                </c:pt>
                <c:pt idx="62786">
                  <c:v>101.96</c:v>
                </c:pt>
                <c:pt idx="62787">
                  <c:v>76.95</c:v>
                </c:pt>
                <c:pt idx="62788">
                  <c:v>55.01</c:v>
                </c:pt>
                <c:pt idx="62789">
                  <c:v>65.989999999999995</c:v>
                </c:pt>
                <c:pt idx="62790">
                  <c:v>53.87</c:v>
                </c:pt>
                <c:pt idx="62791">
                  <c:v>65.989999999999995</c:v>
                </c:pt>
                <c:pt idx="62792">
                  <c:v>79.98</c:v>
                </c:pt>
                <c:pt idx="62793">
                  <c:v>94.97</c:v>
                </c:pt>
                <c:pt idx="62794">
                  <c:v>121.98</c:v>
                </c:pt>
                <c:pt idx="62795">
                  <c:v>57.97</c:v>
                </c:pt>
                <c:pt idx="62796">
                  <c:v>85.98</c:v>
                </c:pt>
                <c:pt idx="62797">
                  <c:v>54.99</c:v>
                </c:pt>
                <c:pt idx="62798">
                  <c:v>89.98</c:v>
                </c:pt>
                <c:pt idx="62799">
                  <c:v>50.97</c:v>
                </c:pt>
                <c:pt idx="62800">
                  <c:v>27.49</c:v>
                </c:pt>
                <c:pt idx="62801">
                  <c:v>19.29</c:v>
                </c:pt>
                <c:pt idx="62802">
                  <c:v>159.96</c:v>
                </c:pt>
                <c:pt idx="62803">
                  <c:v>133.44999999999999</c:v>
                </c:pt>
                <c:pt idx="62804">
                  <c:v>55.97</c:v>
                </c:pt>
                <c:pt idx="62805">
                  <c:v>83.97</c:v>
                </c:pt>
                <c:pt idx="62806">
                  <c:v>59.98</c:v>
                </c:pt>
                <c:pt idx="62807">
                  <c:v>120.99</c:v>
                </c:pt>
                <c:pt idx="62808">
                  <c:v>49.99</c:v>
                </c:pt>
                <c:pt idx="62809">
                  <c:v>121.98</c:v>
                </c:pt>
                <c:pt idx="62810">
                  <c:v>51.98</c:v>
                </c:pt>
                <c:pt idx="62811">
                  <c:v>26.69</c:v>
                </c:pt>
                <c:pt idx="62812">
                  <c:v>96.27</c:v>
                </c:pt>
                <c:pt idx="62813">
                  <c:v>54.98</c:v>
                </c:pt>
                <c:pt idx="62814">
                  <c:v>166.96</c:v>
                </c:pt>
                <c:pt idx="62815">
                  <c:v>28.49</c:v>
                </c:pt>
                <c:pt idx="62816">
                  <c:v>16.47</c:v>
                </c:pt>
                <c:pt idx="62817">
                  <c:v>56.98</c:v>
                </c:pt>
                <c:pt idx="62818">
                  <c:v>94.98</c:v>
                </c:pt>
                <c:pt idx="62819">
                  <c:v>51.98</c:v>
                </c:pt>
                <c:pt idx="62820">
                  <c:v>65.959999999999994</c:v>
                </c:pt>
                <c:pt idx="62821">
                  <c:v>113.46</c:v>
                </c:pt>
                <c:pt idx="62822">
                  <c:v>55.98</c:v>
                </c:pt>
                <c:pt idx="62823">
                  <c:v>59.98</c:v>
                </c:pt>
                <c:pt idx="62824">
                  <c:v>222.79</c:v>
                </c:pt>
                <c:pt idx="62825">
                  <c:v>20.29</c:v>
                </c:pt>
                <c:pt idx="62826">
                  <c:v>54.99</c:v>
                </c:pt>
                <c:pt idx="62827">
                  <c:v>64.760000000000005</c:v>
                </c:pt>
                <c:pt idx="62828">
                  <c:v>71.959999999999994</c:v>
                </c:pt>
                <c:pt idx="62829">
                  <c:v>23.55</c:v>
                </c:pt>
                <c:pt idx="62830">
                  <c:v>56.97</c:v>
                </c:pt>
                <c:pt idx="62831">
                  <c:v>55.98</c:v>
                </c:pt>
                <c:pt idx="62832">
                  <c:v>79.099999999999994</c:v>
                </c:pt>
                <c:pt idx="62833">
                  <c:v>55.39</c:v>
                </c:pt>
                <c:pt idx="62834">
                  <c:v>55.96</c:v>
                </c:pt>
                <c:pt idx="62835">
                  <c:v>66.53</c:v>
                </c:pt>
                <c:pt idx="62836">
                  <c:v>29.28</c:v>
                </c:pt>
                <c:pt idx="62837">
                  <c:v>136.26</c:v>
                </c:pt>
                <c:pt idx="62838">
                  <c:v>105.46</c:v>
                </c:pt>
                <c:pt idx="62839">
                  <c:v>65.459999999999994</c:v>
                </c:pt>
                <c:pt idx="62840">
                  <c:v>54.99</c:v>
                </c:pt>
                <c:pt idx="62841">
                  <c:v>71.349999999999994</c:v>
                </c:pt>
                <c:pt idx="62842">
                  <c:v>80.98</c:v>
                </c:pt>
                <c:pt idx="62843">
                  <c:v>111.96</c:v>
                </c:pt>
                <c:pt idx="62844">
                  <c:v>51.29</c:v>
                </c:pt>
                <c:pt idx="62845">
                  <c:v>56.97</c:v>
                </c:pt>
                <c:pt idx="62846">
                  <c:v>13.29</c:v>
                </c:pt>
                <c:pt idx="62847">
                  <c:v>53.98</c:v>
                </c:pt>
                <c:pt idx="62848">
                  <c:v>121.97</c:v>
                </c:pt>
                <c:pt idx="62849">
                  <c:v>27.48</c:v>
                </c:pt>
                <c:pt idx="62850">
                  <c:v>46.49</c:v>
                </c:pt>
                <c:pt idx="62851">
                  <c:v>184.93</c:v>
                </c:pt>
                <c:pt idx="62852">
                  <c:v>55.98</c:v>
                </c:pt>
                <c:pt idx="62853">
                  <c:v>124.94</c:v>
                </c:pt>
                <c:pt idx="62854">
                  <c:v>203.93</c:v>
                </c:pt>
                <c:pt idx="62855">
                  <c:v>58.25</c:v>
                </c:pt>
                <c:pt idx="62856">
                  <c:v>182.93</c:v>
                </c:pt>
                <c:pt idx="62857">
                  <c:v>299.89999999999998</c:v>
                </c:pt>
                <c:pt idx="62858">
                  <c:v>55.39</c:v>
                </c:pt>
                <c:pt idx="62859">
                  <c:v>130.96</c:v>
                </c:pt>
                <c:pt idx="62860">
                  <c:v>154.93</c:v>
                </c:pt>
                <c:pt idx="62861">
                  <c:v>60.97</c:v>
                </c:pt>
                <c:pt idx="62862">
                  <c:v>66.58</c:v>
                </c:pt>
                <c:pt idx="62863">
                  <c:v>453.66</c:v>
                </c:pt>
                <c:pt idx="62864">
                  <c:v>54.98</c:v>
                </c:pt>
                <c:pt idx="62865">
                  <c:v>-60.97</c:v>
                </c:pt>
                <c:pt idx="62866">
                  <c:v>59.96</c:v>
                </c:pt>
                <c:pt idx="62867">
                  <c:v>51.98</c:v>
                </c:pt>
                <c:pt idx="62868">
                  <c:v>63.97</c:v>
                </c:pt>
                <c:pt idx="62869">
                  <c:v>71.97</c:v>
                </c:pt>
                <c:pt idx="62870">
                  <c:v>63.67</c:v>
                </c:pt>
                <c:pt idx="62871">
                  <c:v>18.489999999999998</c:v>
                </c:pt>
                <c:pt idx="62872">
                  <c:v>63.96</c:v>
                </c:pt>
                <c:pt idx="62873">
                  <c:v>35.07</c:v>
                </c:pt>
                <c:pt idx="62874">
                  <c:v>50.97</c:v>
                </c:pt>
                <c:pt idx="62875">
                  <c:v>32.22</c:v>
                </c:pt>
                <c:pt idx="62876">
                  <c:v>135.96</c:v>
                </c:pt>
                <c:pt idx="62877">
                  <c:v>84.98</c:v>
                </c:pt>
                <c:pt idx="62878">
                  <c:v>55.98</c:v>
                </c:pt>
                <c:pt idx="62879">
                  <c:v>65.989999999999995</c:v>
                </c:pt>
                <c:pt idx="62880">
                  <c:v>55.96</c:v>
                </c:pt>
                <c:pt idx="62881">
                  <c:v>121.98</c:v>
                </c:pt>
                <c:pt idx="62882">
                  <c:v>69.959999999999994</c:v>
                </c:pt>
                <c:pt idx="62883">
                  <c:v>59.94</c:v>
                </c:pt>
                <c:pt idx="62884">
                  <c:v>119.96</c:v>
                </c:pt>
                <c:pt idx="62885">
                  <c:v>137.63</c:v>
                </c:pt>
                <c:pt idx="62886">
                  <c:v>31.49</c:v>
                </c:pt>
                <c:pt idx="62887">
                  <c:v>49.99</c:v>
                </c:pt>
                <c:pt idx="62888">
                  <c:v>106.97</c:v>
                </c:pt>
                <c:pt idx="62889">
                  <c:v>59.98</c:v>
                </c:pt>
                <c:pt idx="62890">
                  <c:v>88.97</c:v>
                </c:pt>
                <c:pt idx="62891">
                  <c:v>149.94999999999999</c:v>
                </c:pt>
                <c:pt idx="62892">
                  <c:v>55.98</c:v>
                </c:pt>
                <c:pt idx="62893">
                  <c:v>14.29</c:v>
                </c:pt>
                <c:pt idx="62894">
                  <c:v>31.49</c:v>
                </c:pt>
                <c:pt idx="62895">
                  <c:v>59.98</c:v>
                </c:pt>
                <c:pt idx="62896">
                  <c:v>59.98</c:v>
                </c:pt>
                <c:pt idx="62897">
                  <c:v>30.49</c:v>
                </c:pt>
                <c:pt idx="62898">
                  <c:v>49.99</c:v>
                </c:pt>
                <c:pt idx="62899">
                  <c:v>57.68</c:v>
                </c:pt>
                <c:pt idx="62900">
                  <c:v>68.17</c:v>
                </c:pt>
                <c:pt idx="62901">
                  <c:v>84.66</c:v>
                </c:pt>
                <c:pt idx="62902">
                  <c:v>29.28</c:v>
                </c:pt>
                <c:pt idx="62903">
                  <c:v>59.98</c:v>
                </c:pt>
                <c:pt idx="62904">
                  <c:v>103.96</c:v>
                </c:pt>
                <c:pt idx="62905">
                  <c:v>119.96</c:v>
                </c:pt>
                <c:pt idx="62906">
                  <c:v>67.489999999999995</c:v>
                </c:pt>
                <c:pt idx="62907">
                  <c:v>118.76</c:v>
                </c:pt>
                <c:pt idx="62908">
                  <c:v>121.98</c:v>
                </c:pt>
                <c:pt idx="62909">
                  <c:v>55.98</c:v>
                </c:pt>
                <c:pt idx="62910">
                  <c:v>-59.97</c:v>
                </c:pt>
                <c:pt idx="62911">
                  <c:v>65.989999999999995</c:v>
                </c:pt>
                <c:pt idx="62912">
                  <c:v>69.98</c:v>
                </c:pt>
                <c:pt idx="62913">
                  <c:v>77.97</c:v>
                </c:pt>
                <c:pt idx="62914">
                  <c:v>62.58</c:v>
                </c:pt>
                <c:pt idx="62915">
                  <c:v>64.98</c:v>
                </c:pt>
                <c:pt idx="62916">
                  <c:v>61.48</c:v>
                </c:pt>
                <c:pt idx="62917">
                  <c:v>81.97</c:v>
                </c:pt>
                <c:pt idx="62918">
                  <c:v>59.98</c:v>
                </c:pt>
                <c:pt idx="62919">
                  <c:v>55.39</c:v>
                </c:pt>
                <c:pt idx="62920">
                  <c:v>54.42</c:v>
                </c:pt>
                <c:pt idx="62921">
                  <c:v>108.88</c:v>
                </c:pt>
                <c:pt idx="62922">
                  <c:v>55.98</c:v>
                </c:pt>
                <c:pt idx="62923">
                  <c:v>37.479999999999997</c:v>
                </c:pt>
                <c:pt idx="62924">
                  <c:v>79.849999999999994</c:v>
                </c:pt>
                <c:pt idx="62925">
                  <c:v>65.3</c:v>
                </c:pt>
                <c:pt idx="62926">
                  <c:v>131.94</c:v>
                </c:pt>
                <c:pt idx="62927">
                  <c:v>55.98</c:v>
                </c:pt>
                <c:pt idx="62928">
                  <c:v>22.49</c:v>
                </c:pt>
                <c:pt idx="62929">
                  <c:v>119.96</c:v>
                </c:pt>
                <c:pt idx="62930">
                  <c:v>29.98</c:v>
                </c:pt>
                <c:pt idx="62931">
                  <c:v>19.27</c:v>
                </c:pt>
                <c:pt idx="62932">
                  <c:v>55.98</c:v>
                </c:pt>
                <c:pt idx="62933">
                  <c:v>83.97</c:v>
                </c:pt>
                <c:pt idx="62934">
                  <c:v>51.96</c:v>
                </c:pt>
                <c:pt idx="62935">
                  <c:v>96.97</c:v>
                </c:pt>
                <c:pt idx="62936">
                  <c:v>56.97</c:v>
                </c:pt>
                <c:pt idx="62937">
                  <c:v>54.44</c:v>
                </c:pt>
                <c:pt idx="62938">
                  <c:v>54.99</c:v>
                </c:pt>
                <c:pt idx="62939">
                  <c:v>51.98</c:v>
                </c:pt>
                <c:pt idx="62940">
                  <c:v>84.98</c:v>
                </c:pt>
                <c:pt idx="62941">
                  <c:v>279.89999999999998</c:v>
                </c:pt>
                <c:pt idx="62942">
                  <c:v>65.989999999999995</c:v>
                </c:pt>
                <c:pt idx="62943">
                  <c:v>16.29</c:v>
                </c:pt>
                <c:pt idx="62944">
                  <c:v>26.29</c:v>
                </c:pt>
                <c:pt idx="62945">
                  <c:v>83.97</c:v>
                </c:pt>
                <c:pt idx="62946">
                  <c:v>57.97</c:v>
                </c:pt>
                <c:pt idx="62947">
                  <c:v>23.28</c:v>
                </c:pt>
                <c:pt idx="62948">
                  <c:v>121.98</c:v>
                </c:pt>
                <c:pt idx="62949">
                  <c:v>90.96</c:v>
                </c:pt>
                <c:pt idx="62950">
                  <c:v>79.98</c:v>
                </c:pt>
                <c:pt idx="62951">
                  <c:v>25.99</c:v>
                </c:pt>
                <c:pt idx="62952">
                  <c:v>59.25</c:v>
                </c:pt>
                <c:pt idx="62953">
                  <c:v>51.29</c:v>
                </c:pt>
                <c:pt idx="62954">
                  <c:v>25.49</c:v>
                </c:pt>
                <c:pt idx="62955">
                  <c:v>65.989999999999995</c:v>
                </c:pt>
                <c:pt idx="62956">
                  <c:v>59.98</c:v>
                </c:pt>
                <c:pt idx="62957">
                  <c:v>135.46</c:v>
                </c:pt>
                <c:pt idx="62958">
                  <c:v>55.98</c:v>
                </c:pt>
                <c:pt idx="62959">
                  <c:v>120.96</c:v>
                </c:pt>
                <c:pt idx="62960">
                  <c:v>107.96</c:v>
                </c:pt>
                <c:pt idx="62961">
                  <c:v>59.98</c:v>
                </c:pt>
                <c:pt idx="62962">
                  <c:v>74</c:v>
                </c:pt>
                <c:pt idx="62963">
                  <c:v>55.98</c:v>
                </c:pt>
                <c:pt idx="62964">
                  <c:v>103.96</c:v>
                </c:pt>
                <c:pt idx="62965">
                  <c:v>108.57</c:v>
                </c:pt>
                <c:pt idx="62966">
                  <c:v>56.98</c:v>
                </c:pt>
                <c:pt idx="62967">
                  <c:v>17.489999999999998</c:v>
                </c:pt>
                <c:pt idx="62968">
                  <c:v>103.96</c:v>
                </c:pt>
                <c:pt idx="62969">
                  <c:v>103.96</c:v>
                </c:pt>
                <c:pt idx="62970">
                  <c:v>53.98</c:v>
                </c:pt>
                <c:pt idx="62971">
                  <c:v>100.98</c:v>
                </c:pt>
                <c:pt idx="62972">
                  <c:v>53.98</c:v>
                </c:pt>
                <c:pt idx="62973">
                  <c:v>55.95</c:v>
                </c:pt>
                <c:pt idx="62974">
                  <c:v>65.989999999999995</c:v>
                </c:pt>
                <c:pt idx="62975">
                  <c:v>55.39</c:v>
                </c:pt>
                <c:pt idx="62976">
                  <c:v>391.86</c:v>
                </c:pt>
                <c:pt idx="62977">
                  <c:v>68.95</c:v>
                </c:pt>
                <c:pt idx="62978">
                  <c:v>31.54</c:v>
                </c:pt>
                <c:pt idx="62979">
                  <c:v>80.97</c:v>
                </c:pt>
                <c:pt idx="62980">
                  <c:v>89.97</c:v>
                </c:pt>
                <c:pt idx="62981">
                  <c:v>26.68</c:v>
                </c:pt>
                <c:pt idx="62982">
                  <c:v>51.98</c:v>
                </c:pt>
                <c:pt idx="62983">
                  <c:v>106.45</c:v>
                </c:pt>
                <c:pt idx="62984">
                  <c:v>48.97</c:v>
                </c:pt>
                <c:pt idx="62985">
                  <c:v>95.97</c:v>
                </c:pt>
                <c:pt idx="62986">
                  <c:v>41.29</c:v>
                </c:pt>
                <c:pt idx="62987">
                  <c:v>63.96</c:v>
                </c:pt>
                <c:pt idx="62988">
                  <c:v>177.93</c:v>
                </c:pt>
                <c:pt idx="62989">
                  <c:v>105.96</c:v>
                </c:pt>
                <c:pt idx="62990">
                  <c:v>55.98</c:v>
                </c:pt>
                <c:pt idx="62991">
                  <c:v>65.989999999999995</c:v>
                </c:pt>
                <c:pt idx="62992">
                  <c:v>89.9</c:v>
                </c:pt>
                <c:pt idx="62993">
                  <c:v>91.57</c:v>
                </c:pt>
                <c:pt idx="62994">
                  <c:v>57.98</c:v>
                </c:pt>
                <c:pt idx="62995">
                  <c:v>70.97</c:v>
                </c:pt>
                <c:pt idx="62996">
                  <c:v>85.97</c:v>
                </c:pt>
                <c:pt idx="62997">
                  <c:v>70.98</c:v>
                </c:pt>
                <c:pt idx="62998">
                  <c:v>86.96</c:v>
                </c:pt>
                <c:pt idx="62999">
                  <c:v>74.98</c:v>
                </c:pt>
                <c:pt idx="63000">
                  <c:v>89.99</c:v>
                </c:pt>
                <c:pt idx="63001">
                  <c:v>17.29</c:v>
                </c:pt>
                <c:pt idx="63002">
                  <c:v>31.49</c:v>
                </c:pt>
                <c:pt idx="63003">
                  <c:v>68.97</c:v>
                </c:pt>
                <c:pt idx="63004">
                  <c:v>63.47</c:v>
                </c:pt>
                <c:pt idx="63005">
                  <c:v>37.28</c:v>
                </c:pt>
                <c:pt idx="63006">
                  <c:v>60.97</c:v>
                </c:pt>
                <c:pt idx="63007">
                  <c:v>85.97</c:v>
                </c:pt>
                <c:pt idx="63008">
                  <c:v>59.97</c:v>
                </c:pt>
                <c:pt idx="63009">
                  <c:v>83.97</c:v>
                </c:pt>
                <c:pt idx="63010">
                  <c:v>121.98</c:v>
                </c:pt>
                <c:pt idx="63011">
                  <c:v>75.13</c:v>
                </c:pt>
                <c:pt idx="63012">
                  <c:v>27.29</c:v>
                </c:pt>
                <c:pt idx="63013">
                  <c:v>29.28</c:v>
                </c:pt>
                <c:pt idx="63014">
                  <c:v>55.98</c:v>
                </c:pt>
                <c:pt idx="63015">
                  <c:v>41.29</c:v>
                </c:pt>
                <c:pt idx="63016">
                  <c:v>159.96</c:v>
                </c:pt>
                <c:pt idx="63017">
                  <c:v>49.99</c:v>
                </c:pt>
                <c:pt idx="63018">
                  <c:v>56.97</c:v>
                </c:pt>
                <c:pt idx="63019">
                  <c:v>70.87</c:v>
                </c:pt>
                <c:pt idx="63020">
                  <c:v>61.77</c:v>
                </c:pt>
                <c:pt idx="63021">
                  <c:v>62.98</c:v>
                </c:pt>
                <c:pt idx="63022">
                  <c:v>100.98</c:v>
                </c:pt>
                <c:pt idx="63023">
                  <c:v>66.989999999999995</c:v>
                </c:pt>
                <c:pt idx="63024">
                  <c:v>51.98</c:v>
                </c:pt>
                <c:pt idx="63025">
                  <c:v>139.94999999999999</c:v>
                </c:pt>
                <c:pt idx="63026">
                  <c:v>121.98</c:v>
                </c:pt>
                <c:pt idx="63027">
                  <c:v>55.98</c:v>
                </c:pt>
                <c:pt idx="63028">
                  <c:v>251.88</c:v>
                </c:pt>
                <c:pt idx="63029">
                  <c:v>119.97</c:v>
                </c:pt>
                <c:pt idx="63030">
                  <c:v>112.49</c:v>
                </c:pt>
                <c:pt idx="63031">
                  <c:v>91.47</c:v>
                </c:pt>
                <c:pt idx="63032">
                  <c:v>117.29</c:v>
                </c:pt>
                <c:pt idx="63033">
                  <c:v>77.97</c:v>
                </c:pt>
                <c:pt idx="63034">
                  <c:v>49.99</c:v>
                </c:pt>
                <c:pt idx="63035">
                  <c:v>64.98</c:v>
                </c:pt>
                <c:pt idx="63036">
                  <c:v>77.39</c:v>
                </c:pt>
                <c:pt idx="63037">
                  <c:v>167.94</c:v>
                </c:pt>
                <c:pt idx="63038">
                  <c:v>200.78</c:v>
                </c:pt>
                <c:pt idx="63039">
                  <c:v>72.95</c:v>
                </c:pt>
                <c:pt idx="63040">
                  <c:v>29.29</c:v>
                </c:pt>
                <c:pt idx="63041">
                  <c:v>88.85</c:v>
                </c:pt>
                <c:pt idx="63042">
                  <c:v>77.98</c:v>
                </c:pt>
                <c:pt idx="63043">
                  <c:v>65.989999999999995</c:v>
                </c:pt>
                <c:pt idx="63044">
                  <c:v>65.989999999999995</c:v>
                </c:pt>
                <c:pt idx="63045">
                  <c:v>79.98</c:v>
                </c:pt>
                <c:pt idx="63046">
                  <c:v>338.68</c:v>
                </c:pt>
                <c:pt idx="63047">
                  <c:v>29.19</c:v>
                </c:pt>
                <c:pt idx="63048">
                  <c:v>123.47</c:v>
                </c:pt>
                <c:pt idx="63049">
                  <c:v>99.3</c:v>
                </c:pt>
                <c:pt idx="63050">
                  <c:v>53.98</c:v>
                </c:pt>
                <c:pt idx="63051">
                  <c:v>54.98</c:v>
                </c:pt>
                <c:pt idx="63052">
                  <c:v>149.96</c:v>
                </c:pt>
                <c:pt idx="63053">
                  <c:v>12.48</c:v>
                </c:pt>
                <c:pt idx="63054">
                  <c:v>59.98</c:v>
                </c:pt>
                <c:pt idx="63055">
                  <c:v>233.82</c:v>
                </c:pt>
                <c:pt idx="63056">
                  <c:v>126.06</c:v>
                </c:pt>
                <c:pt idx="63057">
                  <c:v>42.24</c:v>
                </c:pt>
                <c:pt idx="63058">
                  <c:v>54.86</c:v>
                </c:pt>
                <c:pt idx="63059">
                  <c:v>71.97</c:v>
                </c:pt>
                <c:pt idx="63060">
                  <c:v>55.96</c:v>
                </c:pt>
                <c:pt idx="63061">
                  <c:v>97.17</c:v>
                </c:pt>
                <c:pt idx="63062">
                  <c:v>74.959999999999994</c:v>
                </c:pt>
                <c:pt idx="63063">
                  <c:v>55.98</c:v>
                </c:pt>
                <c:pt idx="63064">
                  <c:v>155.94</c:v>
                </c:pt>
                <c:pt idx="63065">
                  <c:v>133.06</c:v>
                </c:pt>
                <c:pt idx="63066">
                  <c:v>43.54</c:v>
                </c:pt>
                <c:pt idx="63067">
                  <c:v>114.95</c:v>
                </c:pt>
                <c:pt idx="63068">
                  <c:v>243.75</c:v>
                </c:pt>
                <c:pt idx="63069">
                  <c:v>71.98</c:v>
                </c:pt>
                <c:pt idx="63070">
                  <c:v>65.989999999999995</c:v>
                </c:pt>
                <c:pt idx="63071">
                  <c:v>173.94</c:v>
                </c:pt>
                <c:pt idx="63072">
                  <c:v>65.989999999999995</c:v>
                </c:pt>
                <c:pt idx="63073">
                  <c:v>59.96</c:v>
                </c:pt>
                <c:pt idx="63074">
                  <c:v>59.97</c:v>
                </c:pt>
                <c:pt idx="63075">
                  <c:v>108.86</c:v>
                </c:pt>
                <c:pt idx="63076">
                  <c:v>53.96</c:v>
                </c:pt>
                <c:pt idx="63077">
                  <c:v>100.97</c:v>
                </c:pt>
                <c:pt idx="63078">
                  <c:v>31.49</c:v>
                </c:pt>
                <c:pt idx="63079">
                  <c:v>121.07</c:v>
                </c:pt>
                <c:pt idx="63080">
                  <c:v>89.97</c:v>
                </c:pt>
                <c:pt idx="63081">
                  <c:v>90.94</c:v>
                </c:pt>
                <c:pt idx="63082">
                  <c:v>48.56</c:v>
                </c:pt>
                <c:pt idx="63083">
                  <c:v>90.69</c:v>
                </c:pt>
                <c:pt idx="63084">
                  <c:v>107.94</c:v>
                </c:pt>
                <c:pt idx="63085">
                  <c:v>109.97</c:v>
                </c:pt>
                <c:pt idx="63086">
                  <c:v>54.98</c:v>
                </c:pt>
                <c:pt idx="63087">
                  <c:v>53.2</c:v>
                </c:pt>
                <c:pt idx="63088">
                  <c:v>-15.49</c:v>
                </c:pt>
                <c:pt idx="63089">
                  <c:v>95.96</c:v>
                </c:pt>
                <c:pt idx="63090">
                  <c:v>89.98</c:v>
                </c:pt>
                <c:pt idx="63091">
                  <c:v>54.37</c:v>
                </c:pt>
                <c:pt idx="63092">
                  <c:v>136</c:v>
                </c:pt>
                <c:pt idx="63093">
                  <c:v>124.91</c:v>
                </c:pt>
                <c:pt idx="63094">
                  <c:v>69.98</c:v>
                </c:pt>
                <c:pt idx="63095">
                  <c:v>73.98</c:v>
                </c:pt>
                <c:pt idx="63096">
                  <c:v>50.57</c:v>
                </c:pt>
                <c:pt idx="63097">
                  <c:v>80.98</c:v>
                </c:pt>
                <c:pt idx="63098">
                  <c:v>46.27</c:v>
                </c:pt>
                <c:pt idx="63099">
                  <c:v>56.67</c:v>
                </c:pt>
                <c:pt idx="63100">
                  <c:v>103.96</c:v>
                </c:pt>
                <c:pt idx="63101">
                  <c:v>58.48</c:v>
                </c:pt>
                <c:pt idx="63102">
                  <c:v>90.97</c:v>
                </c:pt>
                <c:pt idx="63103">
                  <c:v>49.48</c:v>
                </c:pt>
                <c:pt idx="63104">
                  <c:v>95.12</c:v>
                </c:pt>
                <c:pt idx="63105">
                  <c:v>91.47</c:v>
                </c:pt>
                <c:pt idx="63106">
                  <c:v>194.11</c:v>
                </c:pt>
                <c:pt idx="63107">
                  <c:v>31.48</c:v>
                </c:pt>
                <c:pt idx="63108">
                  <c:v>239.92</c:v>
                </c:pt>
                <c:pt idx="63109">
                  <c:v>66.540000000000006</c:v>
                </c:pt>
                <c:pt idx="63110">
                  <c:v>43.48</c:v>
                </c:pt>
                <c:pt idx="63111">
                  <c:v>40.880000000000003</c:v>
                </c:pt>
                <c:pt idx="63112">
                  <c:v>111.98</c:v>
                </c:pt>
                <c:pt idx="63113">
                  <c:v>55.78</c:v>
                </c:pt>
                <c:pt idx="63114">
                  <c:v>121.98</c:v>
                </c:pt>
                <c:pt idx="63115">
                  <c:v>121.98</c:v>
                </c:pt>
                <c:pt idx="63116">
                  <c:v>59.99</c:v>
                </c:pt>
                <c:pt idx="63117">
                  <c:v>55.98</c:v>
                </c:pt>
                <c:pt idx="63118">
                  <c:v>125.96</c:v>
                </c:pt>
                <c:pt idx="63119">
                  <c:v>119.96</c:v>
                </c:pt>
                <c:pt idx="63120">
                  <c:v>57.98</c:v>
                </c:pt>
                <c:pt idx="63121">
                  <c:v>59.98</c:v>
                </c:pt>
                <c:pt idx="63122">
                  <c:v>153.94999999999999</c:v>
                </c:pt>
                <c:pt idx="63123">
                  <c:v>107.97</c:v>
                </c:pt>
                <c:pt idx="63124">
                  <c:v>114.2</c:v>
                </c:pt>
                <c:pt idx="63125">
                  <c:v>114.97</c:v>
                </c:pt>
                <c:pt idx="63126">
                  <c:v>66.58</c:v>
                </c:pt>
                <c:pt idx="63127">
                  <c:v>59.98</c:v>
                </c:pt>
                <c:pt idx="63128">
                  <c:v>63.58</c:v>
                </c:pt>
                <c:pt idx="63129">
                  <c:v>54.98</c:v>
                </c:pt>
                <c:pt idx="63130">
                  <c:v>110.84</c:v>
                </c:pt>
                <c:pt idx="63131">
                  <c:v>83.48</c:v>
                </c:pt>
                <c:pt idx="63132">
                  <c:v>41.49</c:v>
                </c:pt>
                <c:pt idx="63133">
                  <c:v>69.95</c:v>
                </c:pt>
                <c:pt idx="63134">
                  <c:v>54.99</c:v>
                </c:pt>
                <c:pt idx="63135">
                  <c:v>223.12</c:v>
                </c:pt>
                <c:pt idx="63136">
                  <c:v>49.99</c:v>
                </c:pt>
                <c:pt idx="63137">
                  <c:v>63.98</c:v>
                </c:pt>
                <c:pt idx="63138">
                  <c:v>33.49</c:v>
                </c:pt>
                <c:pt idx="63139">
                  <c:v>83.97</c:v>
                </c:pt>
                <c:pt idx="63140">
                  <c:v>222.94</c:v>
                </c:pt>
                <c:pt idx="63141">
                  <c:v>98.76</c:v>
                </c:pt>
                <c:pt idx="63142">
                  <c:v>59.39</c:v>
                </c:pt>
                <c:pt idx="63143">
                  <c:v>49.99</c:v>
                </c:pt>
                <c:pt idx="63144">
                  <c:v>68.959999999999994</c:v>
                </c:pt>
                <c:pt idx="63145">
                  <c:v>111.96</c:v>
                </c:pt>
                <c:pt idx="63146">
                  <c:v>96.97</c:v>
                </c:pt>
                <c:pt idx="63147">
                  <c:v>61.96</c:v>
                </c:pt>
                <c:pt idx="63148">
                  <c:v>127.95</c:v>
                </c:pt>
                <c:pt idx="63149">
                  <c:v>110.98</c:v>
                </c:pt>
                <c:pt idx="63150">
                  <c:v>109.98</c:v>
                </c:pt>
                <c:pt idx="63151">
                  <c:v>65.989999999999995</c:v>
                </c:pt>
                <c:pt idx="63152">
                  <c:v>121.98</c:v>
                </c:pt>
                <c:pt idx="63153">
                  <c:v>71.98</c:v>
                </c:pt>
                <c:pt idx="63154">
                  <c:v>105.46</c:v>
                </c:pt>
                <c:pt idx="63155">
                  <c:v>89.97</c:v>
                </c:pt>
                <c:pt idx="63156">
                  <c:v>37.08</c:v>
                </c:pt>
                <c:pt idx="63157">
                  <c:v>48.57</c:v>
                </c:pt>
                <c:pt idx="63158">
                  <c:v>41.28</c:v>
                </c:pt>
                <c:pt idx="63159">
                  <c:v>55.98</c:v>
                </c:pt>
                <c:pt idx="63160">
                  <c:v>100.97</c:v>
                </c:pt>
                <c:pt idx="63161">
                  <c:v>55.39</c:v>
                </c:pt>
                <c:pt idx="63162">
                  <c:v>65.989999999999995</c:v>
                </c:pt>
                <c:pt idx="63163">
                  <c:v>41.49</c:v>
                </c:pt>
                <c:pt idx="63164">
                  <c:v>68.91</c:v>
                </c:pt>
                <c:pt idx="63165">
                  <c:v>69.98</c:v>
                </c:pt>
                <c:pt idx="63166">
                  <c:v>108.88</c:v>
                </c:pt>
                <c:pt idx="63167">
                  <c:v>53.99</c:v>
                </c:pt>
                <c:pt idx="63168">
                  <c:v>99.98</c:v>
                </c:pt>
                <c:pt idx="63169">
                  <c:v>16.489999999999998</c:v>
                </c:pt>
                <c:pt idx="63170">
                  <c:v>109.76</c:v>
                </c:pt>
                <c:pt idx="63171">
                  <c:v>62.97</c:v>
                </c:pt>
                <c:pt idx="63172">
                  <c:v>61.2</c:v>
                </c:pt>
                <c:pt idx="63173">
                  <c:v>98.98</c:v>
                </c:pt>
                <c:pt idx="63174">
                  <c:v>58.95</c:v>
                </c:pt>
                <c:pt idx="63175">
                  <c:v>65.989999999999995</c:v>
                </c:pt>
                <c:pt idx="63176">
                  <c:v>124.97</c:v>
                </c:pt>
                <c:pt idx="63177">
                  <c:v>46.49</c:v>
                </c:pt>
                <c:pt idx="63178">
                  <c:v>130.94999999999999</c:v>
                </c:pt>
                <c:pt idx="63179">
                  <c:v>257.43</c:v>
                </c:pt>
                <c:pt idx="63180">
                  <c:v>111.96</c:v>
                </c:pt>
                <c:pt idx="63181">
                  <c:v>29.98</c:v>
                </c:pt>
                <c:pt idx="63182">
                  <c:v>68.48</c:v>
                </c:pt>
                <c:pt idx="63183">
                  <c:v>111.96</c:v>
                </c:pt>
                <c:pt idx="63184">
                  <c:v>89.97</c:v>
                </c:pt>
                <c:pt idx="63185">
                  <c:v>91.28</c:v>
                </c:pt>
                <c:pt idx="63186">
                  <c:v>79.98</c:v>
                </c:pt>
                <c:pt idx="63187">
                  <c:v>71.98</c:v>
                </c:pt>
                <c:pt idx="63188">
                  <c:v>66.540000000000006</c:v>
                </c:pt>
                <c:pt idx="63189">
                  <c:v>26.99</c:v>
                </c:pt>
                <c:pt idx="63190">
                  <c:v>69.95</c:v>
                </c:pt>
                <c:pt idx="63191">
                  <c:v>77.37</c:v>
                </c:pt>
                <c:pt idx="63192">
                  <c:v>22.49</c:v>
                </c:pt>
                <c:pt idx="63193">
                  <c:v>16.920000000000002</c:v>
                </c:pt>
                <c:pt idx="63194">
                  <c:v>62.97</c:v>
                </c:pt>
                <c:pt idx="63195">
                  <c:v>209.97</c:v>
                </c:pt>
                <c:pt idx="63196">
                  <c:v>116.96</c:v>
                </c:pt>
                <c:pt idx="63197">
                  <c:v>94.34</c:v>
                </c:pt>
                <c:pt idx="63198">
                  <c:v>141.97</c:v>
                </c:pt>
                <c:pt idx="63199">
                  <c:v>55.98</c:v>
                </c:pt>
                <c:pt idx="63200">
                  <c:v>21.48</c:v>
                </c:pt>
                <c:pt idx="63201">
                  <c:v>53.96</c:v>
                </c:pt>
                <c:pt idx="63202">
                  <c:v>82.72</c:v>
                </c:pt>
                <c:pt idx="63203">
                  <c:v>91.47</c:v>
                </c:pt>
                <c:pt idx="63204">
                  <c:v>290.33</c:v>
                </c:pt>
                <c:pt idx="63205">
                  <c:v>65.989999999999995</c:v>
                </c:pt>
                <c:pt idx="63206">
                  <c:v>53.98</c:v>
                </c:pt>
                <c:pt idx="63207">
                  <c:v>19.489999999999998</c:v>
                </c:pt>
                <c:pt idx="63208">
                  <c:v>80.98</c:v>
                </c:pt>
                <c:pt idx="63209">
                  <c:v>61.69</c:v>
                </c:pt>
                <c:pt idx="63210">
                  <c:v>53.98</c:v>
                </c:pt>
                <c:pt idx="63211">
                  <c:v>77.97</c:v>
                </c:pt>
                <c:pt idx="63212">
                  <c:v>133.93</c:v>
                </c:pt>
                <c:pt idx="63213">
                  <c:v>53.98</c:v>
                </c:pt>
                <c:pt idx="63214">
                  <c:v>40.57</c:v>
                </c:pt>
                <c:pt idx="63215">
                  <c:v>143.96</c:v>
                </c:pt>
                <c:pt idx="63216">
                  <c:v>138.77000000000001</c:v>
                </c:pt>
                <c:pt idx="63217">
                  <c:v>85.95</c:v>
                </c:pt>
                <c:pt idx="63218">
                  <c:v>105.93</c:v>
                </c:pt>
                <c:pt idx="63219">
                  <c:v>55.98</c:v>
                </c:pt>
                <c:pt idx="63220">
                  <c:v>20.55</c:v>
                </c:pt>
                <c:pt idx="63221">
                  <c:v>96.78</c:v>
                </c:pt>
                <c:pt idx="63222">
                  <c:v>149.94999999999999</c:v>
                </c:pt>
                <c:pt idx="63223">
                  <c:v>139.94999999999999</c:v>
                </c:pt>
                <c:pt idx="63224">
                  <c:v>86.97</c:v>
                </c:pt>
                <c:pt idx="63225">
                  <c:v>121.98</c:v>
                </c:pt>
                <c:pt idx="63226">
                  <c:v>19.309999999999999</c:v>
                </c:pt>
                <c:pt idx="63227">
                  <c:v>103.37</c:v>
                </c:pt>
                <c:pt idx="63228">
                  <c:v>65.989999999999995</c:v>
                </c:pt>
                <c:pt idx="63229">
                  <c:v>-1</c:v>
                </c:pt>
                <c:pt idx="63230">
                  <c:v>33.479999999999997</c:v>
                </c:pt>
                <c:pt idx="63231">
                  <c:v>55.98</c:v>
                </c:pt>
                <c:pt idx="63232">
                  <c:v>31.49</c:v>
                </c:pt>
                <c:pt idx="63233">
                  <c:v>65.319999999999993</c:v>
                </c:pt>
                <c:pt idx="63234">
                  <c:v>63.98</c:v>
                </c:pt>
                <c:pt idx="63235">
                  <c:v>83.97</c:v>
                </c:pt>
                <c:pt idx="63236">
                  <c:v>54.97</c:v>
                </c:pt>
                <c:pt idx="63237">
                  <c:v>106.97</c:v>
                </c:pt>
                <c:pt idx="63238">
                  <c:v>123.08</c:v>
                </c:pt>
                <c:pt idx="63239">
                  <c:v>-119.97</c:v>
                </c:pt>
                <c:pt idx="63240">
                  <c:v>57.48</c:v>
                </c:pt>
                <c:pt idx="63241">
                  <c:v>71.489999999999995</c:v>
                </c:pt>
                <c:pt idx="63242">
                  <c:v>53.97</c:v>
                </c:pt>
                <c:pt idx="63243">
                  <c:v>121.98</c:v>
                </c:pt>
                <c:pt idx="63244">
                  <c:v>140.96</c:v>
                </c:pt>
                <c:pt idx="63245">
                  <c:v>59.98</c:v>
                </c:pt>
                <c:pt idx="63246">
                  <c:v>49.85</c:v>
                </c:pt>
                <c:pt idx="63247">
                  <c:v>145.96</c:v>
                </c:pt>
                <c:pt idx="63248">
                  <c:v>50.47</c:v>
                </c:pt>
                <c:pt idx="63249">
                  <c:v>59.98</c:v>
                </c:pt>
                <c:pt idx="63250">
                  <c:v>45.58</c:v>
                </c:pt>
                <c:pt idx="63251">
                  <c:v>140.96</c:v>
                </c:pt>
                <c:pt idx="63252">
                  <c:v>203.93</c:v>
                </c:pt>
                <c:pt idx="63253">
                  <c:v>100.39</c:v>
                </c:pt>
                <c:pt idx="63254">
                  <c:v>59.98</c:v>
                </c:pt>
                <c:pt idx="63255">
                  <c:v>65.67</c:v>
                </c:pt>
                <c:pt idx="63256">
                  <c:v>64.94</c:v>
                </c:pt>
                <c:pt idx="63257">
                  <c:v>21.24</c:v>
                </c:pt>
                <c:pt idx="63258">
                  <c:v>138.47</c:v>
                </c:pt>
                <c:pt idx="63259">
                  <c:v>55.98</c:v>
                </c:pt>
                <c:pt idx="63260">
                  <c:v>150.15</c:v>
                </c:pt>
                <c:pt idx="63261">
                  <c:v>48.57</c:v>
                </c:pt>
                <c:pt idx="63262">
                  <c:v>50.36</c:v>
                </c:pt>
                <c:pt idx="63263">
                  <c:v>50.74</c:v>
                </c:pt>
                <c:pt idx="63264">
                  <c:v>26.6</c:v>
                </c:pt>
                <c:pt idx="63265">
                  <c:v>59.97</c:v>
                </c:pt>
                <c:pt idx="63266">
                  <c:v>28.49</c:v>
                </c:pt>
                <c:pt idx="63267">
                  <c:v>215.09</c:v>
                </c:pt>
                <c:pt idx="63268">
                  <c:v>65.989999999999995</c:v>
                </c:pt>
                <c:pt idx="63269">
                  <c:v>63.97</c:v>
                </c:pt>
                <c:pt idx="63270">
                  <c:v>50.41</c:v>
                </c:pt>
                <c:pt idx="63271">
                  <c:v>179.94</c:v>
                </c:pt>
                <c:pt idx="63272">
                  <c:v>59.98</c:v>
                </c:pt>
                <c:pt idx="63273">
                  <c:v>31.49</c:v>
                </c:pt>
                <c:pt idx="63274">
                  <c:v>89.97</c:v>
                </c:pt>
                <c:pt idx="63275">
                  <c:v>52.98</c:v>
                </c:pt>
                <c:pt idx="63276">
                  <c:v>259.89999999999998</c:v>
                </c:pt>
                <c:pt idx="63277">
                  <c:v>116.07</c:v>
                </c:pt>
                <c:pt idx="63278">
                  <c:v>26.49</c:v>
                </c:pt>
                <c:pt idx="63279">
                  <c:v>59.97</c:v>
                </c:pt>
                <c:pt idx="63280">
                  <c:v>16.920000000000002</c:v>
                </c:pt>
                <c:pt idx="63281">
                  <c:v>77.39</c:v>
                </c:pt>
                <c:pt idx="63282">
                  <c:v>63.96</c:v>
                </c:pt>
                <c:pt idx="63283">
                  <c:v>143.96</c:v>
                </c:pt>
                <c:pt idx="63284">
                  <c:v>59.98</c:v>
                </c:pt>
                <c:pt idx="63285">
                  <c:v>59.98</c:v>
                </c:pt>
                <c:pt idx="63286">
                  <c:v>55.98</c:v>
                </c:pt>
                <c:pt idx="63287">
                  <c:v>10.59</c:v>
                </c:pt>
                <c:pt idx="63288">
                  <c:v>139.94999999999999</c:v>
                </c:pt>
                <c:pt idx="63289">
                  <c:v>55.98</c:v>
                </c:pt>
                <c:pt idx="63290">
                  <c:v>85.47</c:v>
                </c:pt>
                <c:pt idx="63291">
                  <c:v>55.98</c:v>
                </c:pt>
                <c:pt idx="63292">
                  <c:v>167.94</c:v>
                </c:pt>
                <c:pt idx="63293">
                  <c:v>58.97</c:v>
                </c:pt>
                <c:pt idx="63294">
                  <c:v>51.98</c:v>
                </c:pt>
                <c:pt idx="63295">
                  <c:v>69.97</c:v>
                </c:pt>
                <c:pt idx="63296">
                  <c:v>53.01</c:v>
                </c:pt>
                <c:pt idx="63297">
                  <c:v>79.989999999999995</c:v>
                </c:pt>
                <c:pt idx="63298">
                  <c:v>51.98</c:v>
                </c:pt>
                <c:pt idx="63299">
                  <c:v>64.47</c:v>
                </c:pt>
                <c:pt idx="63300">
                  <c:v>49.48</c:v>
                </c:pt>
                <c:pt idx="63301">
                  <c:v>186.45</c:v>
                </c:pt>
                <c:pt idx="63302">
                  <c:v>41.29</c:v>
                </c:pt>
                <c:pt idx="63303">
                  <c:v>31.28</c:v>
                </c:pt>
                <c:pt idx="63304">
                  <c:v>59.98</c:v>
                </c:pt>
                <c:pt idx="63305">
                  <c:v>59.98</c:v>
                </c:pt>
                <c:pt idx="63306">
                  <c:v>64.489999999999995</c:v>
                </c:pt>
                <c:pt idx="63307">
                  <c:v>62.97</c:v>
                </c:pt>
                <c:pt idx="63308">
                  <c:v>65.87</c:v>
                </c:pt>
                <c:pt idx="63309">
                  <c:v>92.98</c:v>
                </c:pt>
                <c:pt idx="63310">
                  <c:v>83.97</c:v>
                </c:pt>
                <c:pt idx="63311">
                  <c:v>108.88</c:v>
                </c:pt>
                <c:pt idx="63312">
                  <c:v>51.98</c:v>
                </c:pt>
                <c:pt idx="63313">
                  <c:v>79.98</c:v>
                </c:pt>
                <c:pt idx="63314">
                  <c:v>43.54</c:v>
                </c:pt>
                <c:pt idx="63315">
                  <c:v>79.989999999999995</c:v>
                </c:pt>
                <c:pt idx="63316">
                  <c:v>53.98</c:v>
                </c:pt>
                <c:pt idx="63317">
                  <c:v>157.24</c:v>
                </c:pt>
                <c:pt idx="63318">
                  <c:v>31.67</c:v>
                </c:pt>
                <c:pt idx="63319">
                  <c:v>65.989999999999995</c:v>
                </c:pt>
                <c:pt idx="63320">
                  <c:v>73.930000000000007</c:v>
                </c:pt>
                <c:pt idx="63321">
                  <c:v>57.98</c:v>
                </c:pt>
                <c:pt idx="63322">
                  <c:v>338.93</c:v>
                </c:pt>
                <c:pt idx="63323">
                  <c:v>89.97</c:v>
                </c:pt>
                <c:pt idx="63324">
                  <c:v>76.540000000000006</c:v>
                </c:pt>
                <c:pt idx="63325">
                  <c:v>195.95</c:v>
                </c:pt>
                <c:pt idx="63326">
                  <c:v>49.99</c:v>
                </c:pt>
                <c:pt idx="63327">
                  <c:v>58.2</c:v>
                </c:pt>
                <c:pt idx="63328">
                  <c:v>41.29</c:v>
                </c:pt>
                <c:pt idx="63329">
                  <c:v>51.98</c:v>
                </c:pt>
                <c:pt idx="63330">
                  <c:v>44.99</c:v>
                </c:pt>
                <c:pt idx="63331">
                  <c:v>135.93</c:v>
                </c:pt>
                <c:pt idx="63332">
                  <c:v>86.97</c:v>
                </c:pt>
                <c:pt idx="63333">
                  <c:v>107.94</c:v>
                </c:pt>
                <c:pt idx="63334">
                  <c:v>29.24</c:v>
                </c:pt>
                <c:pt idx="63335">
                  <c:v>89.97</c:v>
                </c:pt>
                <c:pt idx="63336">
                  <c:v>55.98</c:v>
                </c:pt>
                <c:pt idx="63337">
                  <c:v>64.09</c:v>
                </c:pt>
                <c:pt idx="63338">
                  <c:v>119.94</c:v>
                </c:pt>
                <c:pt idx="63339">
                  <c:v>51.98</c:v>
                </c:pt>
                <c:pt idx="63340">
                  <c:v>59.98</c:v>
                </c:pt>
                <c:pt idx="63341">
                  <c:v>59.98</c:v>
                </c:pt>
                <c:pt idx="63342">
                  <c:v>39.99</c:v>
                </c:pt>
                <c:pt idx="63343">
                  <c:v>219.96</c:v>
                </c:pt>
                <c:pt idx="63344">
                  <c:v>79.98</c:v>
                </c:pt>
                <c:pt idx="63345">
                  <c:v>55.98</c:v>
                </c:pt>
                <c:pt idx="63346">
                  <c:v>111.96</c:v>
                </c:pt>
                <c:pt idx="63347">
                  <c:v>65.989999999999995</c:v>
                </c:pt>
                <c:pt idx="63348">
                  <c:v>65.989999999999995</c:v>
                </c:pt>
                <c:pt idx="63349">
                  <c:v>259.89999999999998</c:v>
                </c:pt>
                <c:pt idx="63350">
                  <c:v>132.97</c:v>
                </c:pt>
                <c:pt idx="63351">
                  <c:v>54.99</c:v>
                </c:pt>
                <c:pt idx="63352">
                  <c:v>103.96</c:v>
                </c:pt>
                <c:pt idx="63353">
                  <c:v>54.99</c:v>
                </c:pt>
                <c:pt idx="63354">
                  <c:v>14.99</c:v>
                </c:pt>
                <c:pt idx="63355">
                  <c:v>67.739999999999995</c:v>
                </c:pt>
                <c:pt idx="63356">
                  <c:v>12.08</c:v>
                </c:pt>
                <c:pt idx="63357">
                  <c:v>89.97</c:v>
                </c:pt>
                <c:pt idx="63358">
                  <c:v>85.47</c:v>
                </c:pt>
                <c:pt idx="63359">
                  <c:v>29.29</c:v>
                </c:pt>
                <c:pt idx="63360">
                  <c:v>51.98</c:v>
                </c:pt>
                <c:pt idx="63361">
                  <c:v>118.84</c:v>
                </c:pt>
                <c:pt idx="63362">
                  <c:v>55.95</c:v>
                </c:pt>
                <c:pt idx="63363">
                  <c:v>37.08</c:v>
                </c:pt>
                <c:pt idx="63364">
                  <c:v>59.98</c:v>
                </c:pt>
                <c:pt idx="63365">
                  <c:v>69.97</c:v>
                </c:pt>
                <c:pt idx="63366">
                  <c:v>57.98</c:v>
                </c:pt>
                <c:pt idx="63367">
                  <c:v>31.28</c:v>
                </c:pt>
                <c:pt idx="63368">
                  <c:v>65.989999999999995</c:v>
                </c:pt>
                <c:pt idx="63369">
                  <c:v>59.98</c:v>
                </c:pt>
                <c:pt idx="63370">
                  <c:v>54.99</c:v>
                </c:pt>
                <c:pt idx="63371">
                  <c:v>65.989999999999995</c:v>
                </c:pt>
                <c:pt idx="63372">
                  <c:v>79.98</c:v>
                </c:pt>
                <c:pt idx="63373">
                  <c:v>77.42</c:v>
                </c:pt>
                <c:pt idx="63374">
                  <c:v>73.569999999999993</c:v>
                </c:pt>
                <c:pt idx="63375">
                  <c:v>13.48</c:v>
                </c:pt>
                <c:pt idx="63376">
                  <c:v>27.28</c:v>
                </c:pt>
                <c:pt idx="63377">
                  <c:v>136.77000000000001</c:v>
                </c:pt>
                <c:pt idx="63378">
                  <c:v>24.18</c:v>
                </c:pt>
                <c:pt idx="63379">
                  <c:v>168.11</c:v>
                </c:pt>
                <c:pt idx="63380">
                  <c:v>105.45</c:v>
                </c:pt>
                <c:pt idx="63381">
                  <c:v>31.49</c:v>
                </c:pt>
                <c:pt idx="63382">
                  <c:v>87.47</c:v>
                </c:pt>
                <c:pt idx="63383">
                  <c:v>154.72</c:v>
                </c:pt>
                <c:pt idx="63384">
                  <c:v>83.97</c:v>
                </c:pt>
                <c:pt idx="63385">
                  <c:v>61.98</c:v>
                </c:pt>
                <c:pt idx="63386">
                  <c:v>20.29</c:v>
                </c:pt>
                <c:pt idx="63387">
                  <c:v>59.39</c:v>
                </c:pt>
                <c:pt idx="63388">
                  <c:v>79.849999999999994</c:v>
                </c:pt>
                <c:pt idx="63389">
                  <c:v>48.98</c:v>
                </c:pt>
                <c:pt idx="63390">
                  <c:v>11.09</c:v>
                </c:pt>
                <c:pt idx="63391">
                  <c:v>55.98</c:v>
                </c:pt>
                <c:pt idx="63392">
                  <c:v>27.48</c:v>
                </c:pt>
                <c:pt idx="63393">
                  <c:v>41.09</c:v>
                </c:pt>
                <c:pt idx="63394">
                  <c:v>61.69</c:v>
                </c:pt>
                <c:pt idx="63395">
                  <c:v>121.98</c:v>
                </c:pt>
                <c:pt idx="63396">
                  <c:v>53.98</c:v>
                </c:pt>
                <c:pt idx="63397">
                  <c:v>97.97</c:v>
                </c:pt>
                <c:pt idx="63398">
                  <c:v>59.98</c:v>
                </c:pt>
                <c:pt idx="63399">
                  <c:v>30.49</c:v>
                </c:pt>
                <c:pt idx="63400">
                  <c:v>26.6</c:v>
                </c:pt>
                <c:pt idx="63401">
                  <c:v>61.69</c:v>
                </c:pt>
                <c:pt idx="63402">
                  <c:v>108.86</c:v>
                </c:pt>
                <c:pt idx="63403">
                  <c:v>130.63999999999999</c:v>
                </c:pt>
                <c:pt idx="63404">
                  <c:v>29.49</c:v>
                </c:pt>
                <c:pt idx="63405">
                  <c:v>110.94</c:v>
                </c:pt>
                <c:pt idx="63406">
                  <c:v>56.34</c:v>
                </c:pt>
                <c:pt idx="63407">
                  <c:v>77.39</c:v>
                </c:pt>
                <c:pt idx="63408">
                  <c:v>60.49</c:v>
                </c:pt>
                <c:pt idx="63409">
                  <c:v>50.38</c:v>
                </c:pt>
                <c:pt idx="63410">
                  <c:v>51.98</c:v>
                </c:pt>
                <c:pt idx="63411">
                  <c:v>40.479999999999997</c:v>
                </c:pt>
                <c:pt idx="63412">
                  <c:v>59.98</c:v>
                </c:pt>
                <c:pt idx="63413">
                  <c:v>111.96</c:v>
                </c:pt>
                <c:pt idx="63414">
                  <c:v>59.97</c:v>
                </c:pt>
                <c:pt idx="63415">
                  <c:v>79.849999999999994</c:v>
                </c:pt>
                <c:pt idx="63416">
                  <c:v>146.37</c:v>
                </c:pt>
                <c:pt idx="63417">
                  <c:v>62.97</c:v>
                </c:pt>
                <c:pt idx="63418">
                  <c:v>111.96</c:v>
                </c:pt>
                <c:pt idx="63419">
                  <c:v>145.94</c:v>
                </c:pt>
                <c:pt idx="63420">
                  <c:v>332.68</c:v>
                </c:pt>
                <c:pt idx="63421">
                  <c:v>121.98</c:v>
                </c:pt>
                <c:pt idx="63422">
                  <c:v>55.96</c:v>
                </c:pt>
                <c:pt idx="63423">
                  <c:v>142.94</c:v>
                </c:pt>
                <c:pt idx="63424">
                  <c:v>117.97</c:v>
                </c:pt>
                <c:pt idx="63425">
                  <c:v>55.47</c:v>
                </c:pt>
                <c:pt idx="63426">
                  <c:v>211.92</c:v>
                </c:pt>
                <c:pt idx="63427">
                  <c:v>65.989999999999995</c:v>
                </c:pt>
                <c:pt idx="63428">
                  <c:v>55.98</c:v>
                </c:pt>
                <c:pt idx="63429">
                  <c:v>20.55</c:v>
                </c:pt>
                <c:pt idx="63430">
                  <c:v>55.98</c:v>
                </c:pt>
                <c:pt idx="63431">
                  <c:v>65.989999999999995</c:v>
                </c:pt>
                <c:pt idx="63432">
                  <c:v>55.98</c:v>
                </c:pt>
                <c:pt idx="63433">
                  <c:v>238.96</c:v>
                </c:pt>
                <c:pt idx="63434">
                  <c:v>65.989999999999995</c:v>
                </c:pt>
                <c:pt idx="63435">
                  <c:v>69.98</c:v>
                </c:pt>
                <c:pt idx="63436">
                  <c:v>88.91</c:v>
                </c:pt>
                <c:pt idx="63437">
                  <c:v>77.97</c:v>
                </c:pt>
                <c:pt idx="63438">
                  <c:v>54.99</c:v>
                </c:pt>
                <c:pt idx="63439">
                  <c:v>31.29</c:v>
                </c:pt>
                <c:pt idx="63440">
                  <c:v>28.48</c:v>
                </c:pt>
                <c:pt idx="63441">
                  <c:v>51.98</c:v>
                </c:pt>
                <c:pt idx="63442">
                  <c:v>83.97</c:v>
                </c:pt>
                <c:pt idx="63443">
                  <c:v>41.48</c:v>
                </c:pt>
                <c:pt idx="63444">
                  <c:v>69.959999999999994</c:v>
                </c:pt>
                <c:pt idx="63445">
                  <c:v>65.989999999999995</c:v>
                </c:pt>
                <c:pt idx="63446">
                  <c:v>59.98</c:v>
                </c:pt>
                <c:pt idx="63447">
                  <c:v>85.98</c:v>
                </c:pt>
                <c:pt idx="63448">
                  <c:v>18.989999999999998</c:v>
                </c:pt>
                <c:pt idx="63449">
                  <c:v>55.98</c:v>
                </c:pt>
                <c:pt idx="63450">
                  <c:v>59.98</c:v>
                </c:pt>
                <c:pt idx="63451">
                  <c:v>51.96</c:v>
                </c:pt>
                <c:pt idx="63452">
                  <c:v>49.98</c:v>
                </c:pt>
                <c:pt idx="63453">
                  <c:v>46.29</c:v>
                </c:pt>
                <c:pt idx="63454">
                  <c:v>-46.29</c:v>
                </c:pt>
                <c:pt idx="63455">
                  <c:v>89.79</c:v>
                </c:pt>
                <c:pt idx="63456">
                  <c:v>53.98</c:v>
                </c:pt>
                <c:pt idx="63457">
                  <c:v>59.98</c:v>
                </c:pt>
                <c:pt idx="63458">
                  <c:v>16.489999999999998</c:v>
                </c:pt>
                <c:pt idx="63459">
                  <c:v>59.98</c:v>
                </c:pt>
                <c:pt idx="63460">
                  <c:v>89.97</c:v>
                </c:pt>
                <c:pt idx="63461">
                  <c:v>79.849999999999994</c:v>
                </c:pt>
                <c:pt idx="63462">
                  <c:v>9.64</c:v>
                </c:pt>
                <c:pt idx="63463">
                  <c:v>51.98</c:v>
                </c:pt>
                <c:pt idx="63464">
                  <c:v>88.18</c:v>
                </c:pt>
                <c:pt idx="63465">
                  <c:v>164.52</c:v>
                </c:pt>
                <c:pt idx="63466">
                  <c:v>140.94999999999999</c:v>
                </c:pt>
                <c:pt idx="63467">
                  <c:v>77.97</c:v>
                </c:pt>
                <c:pt idx="63468">
                  <c:v>51.98</c:v>
                </c:pt>
                <c:pt idx="63469">
                  <c:v>113.91</c:v>
                </c:pt>
                <c:pt idx="63470">
                  <c:v>18.11</c:v>
                </c:pt>
                <c:pt idx="63471">
                  <c:v>55.98</c:v>
                </c:pt>
                <c:pt idx="63472">
                  <c:v>87.05</c:v>
                </c:pt>
                <c:pt idx="63473">
                  <c:v>83.97</c:v>
                </c:pt>
                <c:pt idx="63474">
                  <c:v>105.98</c:v>
                </c:pt>
                <c:pt idx="63475">
                  <c:v>103.96</c:v>
                </c:pt>
                <c:pt idx="63476">
                  <c:v>50.98</c:v>
                </c:pt>
                <c:pt idx="63477">
                  <c:v>51.98</c:v>
                </c:pt>
                <c:pt idx="63478">
                  <c:v>55.98</c:v>
                </c:pt>
                <c:pt idx="63479">
                  <c:v>11.49</c:v>
                </c:pt>
                <c:pt idx="63480">
                  <c:v>88.71</c:v>
                </c:pt>
                <c:pt idx="63481">
                  <c:v>51.98</c:v>
                </c:pt>
                <c:pt idx="63482">
                  <c:v>56.97</c:v>
                </c:pt>
                <c:pt idx="63483">
                  <c:v>125.86</c:v>
                </c:pt>
                <c:pt idx="63484">
                  <c:v>59.98</c:v>
                </c:pt>
                <c:pt idx="63485">
                  <c:v>83.97</c:v>
                </c:pt>
                <c:pt idx="63486">
                  <c:v>91.87</c:v>
                </c:pt>
                <c:pt idx="63487">
                  <c:v>111.96</c:v>
                </c:pt>
                <c:pt idx="63488">
                  <c:v>59.98</c:v>
                </c:pt>
                <c:pt idx="63489">
                  <c:v>59.98</c:v>
                </c:pt>
                <c:pt idx="63490">
                  <c:v>222.96</c:v>
                </c:pt>
                <c:pt idx="63491">
                  <c:v>27.48</c:v>
                </c:pt>
                <c:pt idx="63492">
                  <c:v>31.39</c:v>
                </c:pt>
                <c:pt idx="63493">
                  <c:v>59.98</c:v>
                </c:pt>
                <c:pt idx="63494">
                  <c:v>65.319999999999993</c:v>
                </c:pt>
                <c:pt idx="63495">
                  <c:v>63.97</c:v>
                </c:pt>
                <c:pt idx="63496">
                  <c:v>59.98</c:v>
                </c:pt>
                <c:pt idx="63497">
                  <c:v>56.97</c:v>
                </c:pt>
                <c:pt idx="63498">
                  <c:v>62.97</c:v>
                </c:pt>
                <c:pt idx="63499">
                  <c:v>259.89999999999998</c:v>
                </c:pt>
                <c:pt idx="63500">
                  <c:v>108.88</c:v>
                </c:pt>
                <c:pt idx="63501">
                  <c:v>120.99</c:v>
                </c:pt>
                <c:pt idx="63502">
                  <c:v>65.989999999999995</c:v>
                </c:pt>
                <c:pt idx="63503">
                  <c:v>20.49</c:v>
                </c:pt>
                <c:pt idx="63504">
                  <c:v>57.48</c:v>
                </c:pt>
                <c:pt idx="63505">
                  <c:v>51.27</c:v>
                </c:pt>
                <c:pt idx="63506">
                  <c:v>57.97</c:v>
                </c:pt>
                <c:pt idx="63507">
                  <c:v>31.28</c:v>
                </c:pt>
                <c:pt idx="63508">
                  <c:v>96.78</c:v>
                </c:pt>
                <c:pt idx="63509">
                  <c:v>135.96</c:v>
                </c:pt>
                <c:pt idx="63510">
                  <c:v>95.38</c:v>
                </c:pt>
                <c:pt idx="63511">
                  <c:v>105.98</c:v>
                </c:pt>
                <c:pt idx="63512">
                  <c:v>53.98</c:v>
                </c:pt>
                <c:pt idx="63513">
                  <c:v>55.96</c:v>
                </c:pt>
                <c:pt idx="63514">
                  <c:v>23.29</c:v>
                </c:pt>
                <c:pt idx="63515">
                  <c:v>67.98</c:v>
                </c:pt>
                <c:pt idx="63516">
                  <c:v>57.98</c:v>
                </c:pt>
                <c:pt idx="63517">
                  <c:v>59.98</c:v>
                </c:pt>
                <c:pt idx="63518">
                  <c:v>89.97</c:v>
                </c:pt>
                <c:pt idx="63519">
                  <c:v>50.34</c:v>
                </c:pt>
                <c:pt idx="63520">
                  <c:v>51.98</c:v>
                </c:pt>
                <c:pt idx="63521">
                  <c:v>79.989999999999995</c:v>
                </c:pt>
                <c:pt idx="63522">
                  <c:v>35.89</c:v>
                </c:pt>
                <c:pt idx="63523">
                  <c:v>57.98</c:v>
                </c:pt>
                <c:pt idx="63524">
                  <c:v>41.49</c:v>
                </c:pt>
                <c:pt idx="63525">
                  <c:v>56.49</c:v>
                </c:pt>
                <c:pt idx="63526">
                  <c:v>152.94</c:v>
                </c:pt>
                <c:pt idx="63527">
                  <c:v>65.989999999999995</c:v>
                </c:pt>
                <c:pt idx="63528">
                  <c:v>149.96</c:v>
                </c:pt>
                <c:pt idx="63529">
                  <c:v>69.98</c:v>
                </c:pt>
                <c:pt idx="63530">
                  <c:v>29.61</c:v>
                </c:pt>
                <c:pt idx="63531">
                  <c:v>55.98</c:v>
                </c:pt>
                <c:pt idx="63532">
                  <c:v>109.46</c:v>
                </c:pt>
                <c:pt idx="63533">
                  <c:v>53.98</c:v>
                </c:pt>
                <c:pt idx="63534">
                  <c:v>77.97</c:v>
                </c:pt>
                <c:pt idx="63535">
                  <c:v>55.98</c:v>
                </c:pt>
                <c:pt idx="63536">
                  <c:v>167.94</c:v>
                </c:pt>
                <c:pt idx="63537">
                  <c:v>65.989999999999995</c:v>
                </c:pt>
                <c:pt idx="63538">
                  <c:v>83.96</c:v>
                </c:pt>
                <c:pt idx="63539">
                  <c:v>74.97</c:v>
                </c:pt>
                <c:pt idx="63540">
                  <c:v>65.989999999999995</c:v>
                </c:pt>
                <c:pt idx="63541">
                  <c:v>67.97</c:v>
                </c:pt>
                <c:pt idx="63542">
                  <c:v>31.29</c:v>
                </c:pt>
                <c:pt idx="63543">
                  <c:v>160.94</c:v>
                </c:pt>
                <c:pt idx="63544">
                  <c:v>20.29</c:v>
                </c:pt>
                <c:pt idx="63545">
                  <c:v>64.78</c:v>
                </c:pt>
                <c:pt idx="63546">
                  <c:v>28.38</c:v>
                </c:pt>
                <c:pt idx="63547">
                  <c:v>209.93</c:v>
                </c:pt>
                <c:pt idx="63548">
                  <c:v>166.96</c:v>
                </c:pt>
                <c:pt idx="63549">
                  <c:v>53.97</c:v>
                </c:pt>
                <c:pt idx="63550">
                  <c:v>65.989999999999995</c:v>
                </c:pt>
                <c:pt idx="63551">
                  <c:v>182.89</c:v>
                </c:pt>
                <c:pt idx="63552">
                  <c:v>84.96</c:v>
                </c:pt>
                <c:pt idx="63553">
                  <c:v>11.49</c:v>
                </c:pt>
                <c:pt idx="63554">
                  <c:v>65.989999999999995</c:v>
                </c:pt>
                <c:pt idx="63555">
                  <c:v>129.97</c:v>
                </c:pt>
                <c:pt idx="63556">
                  <c:v>107.94</c:v>
                </c:pt>
                <c:pt idx="63557">
                  <c:v>83.48</c:v>
                </c:pt>
                <c:pt idx="63558">
                  <c:v>36.49</c:v>
                </c:pt>
                <c:pt idx="63559">
                  <c:v>55.98</c:v>
                </c:pt>
                <c:pt idx="63560">
                  <c:v>242.91</c:v>
                </c:pt>
                <c:pt idx="63561">
                  <c:v>111.98</c:v>
                </c:pt>
                <c:pt idx="63562">
                  <c:v>34.99</c:v>
                </c:pt>
                <c:pt idx="63563">
                  <c:v>-19.96</c:v>
                </c:pt>
                <c:pt idx="63564">
                  <c:v>33.99</c:v>
                </c:pt>
                <c:pt idx="63565">
                  <c:v>55.98</c:v>
                </c:pt>
                <c:pt idx="63566">
                  <c:v>54.97</c:v>
                </c:pt>
                <c:pt idx="63567">
                  <c:v>59.98</c:v>
                </c:pt>
                <c:pt idx="63568">
                  <c:v>89.98</c:v>
                </c:pt>
                <c:pt idx="63569">
                  <c:v>54.99</c:v>
                </c:pt>
                <c:pt idx="63570">
                  <c:v>59.98</c:v>
                </c:pt>
                <c:pt idx="63571">
                  <c:v>94.94</c:v>
                </c:pt>
                <c:pt idx="63572">
                  <c:v>59.99</c:v>
                </c:pt>
                <c:pt idx="63573">
                  <c:v>114.97</c:v>
                </c:pt>
                <c:pt idx="63574">
                  <c:v>53.48</c:v>
                </c:pt>
                <c:pt idx="63575">
                  <c:v>65.98</c:v>
                </c:pt>
                <c:pt idx="63576">
                  <c:v>19.489999999999998</c:v>
                </c:pt>
                <c:pt idx="63577">
                  <c:v>121.98</c:v>
                </c:pt>
                <c:pt idx="63578">
                  <c:v>67.98</c:v>
                </c:pt>
                <c:pt idx="63579">
                  <c:v>121.98</c:v>
                </c:pt>
                <c:pt idx="63580">
                  <c:v>67.489999999999995</c:v>
                </c:pt>
                <c:pt idx="63581">
                  <c:v>89.97</c:v>
                </c:pt>
                <c:pt idx="63582">
                  <c:v>68.48</c:v>
                </c:pt>
                <c:pt idx="63583">
                  <c:v>102.73</c:v>
                </c:pt>
                <c:pt idx="63584">
                  <c:v>51.29</c:v>
                </c:pt>
                <c:pt idx="63585">
                  <c:v>103.96</c:v>
                </c:pt>
                <c:pt idx="63586">
                  <c:v>83.48</c:v>
                </c:pt>
                <c:pt idx="63587">
                  <c:v>27.49</c:v>
                </c:pt>
                <c:pt idx="63588">
                  <c:v>69.97</c:v>
                </c:pt>
                <c:pt idx="63589">
                  <c:v>53.98</c:v>
                </c:pt>
                <c:pt idx="63590">
                  <c:v>198.93</c:v>
                </c:pt>
                <c:pt idx="63591">
                  <c:v>172.97</c:v>
                </c:pt>
                <c:pt idx="63592">
                  <c:v>155.94</c:v>
                </c:pt>
                <c:pt idx="63593">
                  <c:v>87.56</c:v>
                </c:pt>
                <c:pt idx="63594">
                  <c:v>55.98</c:v>
                </c:pt>
                <c:pt idx="63595">
                  <c:v>90.73</c:v>
                </c:pt>
                <c:pt idx="63596">
                  <c:v>89.94</c:v>
                </c:pt>
                <c:pt idx="63597">
                  <c:v>55.98</c:v>
                </c:pt>
                <c:pt idx="63598">
                  <c:v>74.97</c:v>
                </c:pt>
                <c:pt idx="63599">
                  <c:v>65.989999999999995</c:v>
                </c:pt>
                <c:pt idx="63600">
                  <c:v>30.48</c:v>
                </c:pt>
                <c:pt idx="63601">
                  <c:v>55.96</c:v>
                </c:pt>
                <c:pt idx="63602">
                  <c:v>59.98</c:v>
                </c:pt>
                <c:pt idx="63603">
                  <c:v>35.17</c:v>
                </c:pt>
                <c:pt idx="63604">
                  <c:v>67.97</c:v>
                </c:pt>
                <c:pt idx="63605">
                  <c:v>55.64</c:v>
                </c:pt>
                <c:pt idx="63606">
                  <c:v>69.959999999999994</c:v>
                </c:pt>
                <c:pt idx="63607">
                  <c:v>145.94999999999999</c:v>
                </c:pt>
                <c:pt idx="63608">
                  <c:v>57.48</c:v>
                </c:pt>
                <c:pt idx="63609">
                  <c:v>155.94</c:v>
                </c:pt>
                <c:pt idx="63610">
                  <c:v>83.97</c:v>
                </c:pt>
                <c:pt idx="63611">
                  <c:v>31.29</c:v>
                </c:pt>
                <c:pt idx="63612">
                  <c:v>58.98</c:v>
                </c:pt>
                <c:pt idx="63613">
                  <c:v>41.49</c:v>
                </c:pt>
                <c:pt idx="63614">
                  <c:v>172.97</c:v>
                </c:pt>
                <c:pt idx="63615">
                  <c:v>103.96</c:v>
                </c:pt>
                <c:pt idx="63616">
                  <c:v>148.66</c:v>
                </c:pt>
                <c:pt idx="63617">
                  <c:v>51.29</c:v>
                </c:pt>
                <c:pt idx="63618">
                  <c:v>93.97</c:v>
                </c:pt>
                <c:pt idx="63619">
                  <c:v>74.98</c:v>
                </c:pt>
                <c:pt idx="63620">
                  <c:v>55.39</c:v>
                </c:pt>
                <c:pt idx="63621">
                  <c:v>-337.88</c:v>
                </c:pt>
                <c:pt idx="63622">
                  <c:v>59.98</c:v>
                </c:pt>
                <c:pt idx="63623">
                  <c:v>111.92</c:v>
                </c:pt>
                <c:pt idx="63624">
                  <c:v>18.28</c:v>
                </c:pt>
                <c:pt idx="63625">
                  <c:v>-23.09</c:v>
                </c:pt>
                <c:pt idx="63626">
                  <c:v>63.96</c:v>
                </c:pt>
                <c:pt idx="63627">
                  <c:v>55.98</c:v>
                </c:pt>
                <c:pt idx="63628">
                  <c:v>217.75</c:v>
                </c:pt>
                <c:pt idx="63629">
                  <c:v>31.49</c:v>
                </c:pt>
                <c:pt idx="63630">
                  <c:v>11.49</c:v>
                </c:pt>
                <c:pt idx="63631">
                  <c:v>60.99</c:v>
                </c:pt>
                <c:pt idx="63632">
                  <c:v>30.73</c:v>
                </c:pt>
                <c:pt idx="63633">
                  <c:v>41.29</c:v>
                </c:pt>
                <c:pt idx="63634">
                  <c:v>89.97</c:v>
                </c:pt>
                <c:pt idx="63635">
                  <c:v>55.98</c:v>
                </c:pt>
                <c:pt idx="63636">
                  <c:v>65.989999999999995</c:v>
                </c:pt>
                <c:pt idx="63637">
                  <c:v>47.37</c:v>
                </c:pt>
                <c:pt idx="63638">
                  <c:v>65.3</c:v>
                </c:pt>
                <c:pt idx="63639">
                  <c:v>124.97</c:v>
                </c:pt>
                <c:pt idx="63640">
                  <c:v>22.49</c:v>
                </c:pt>
                <c:pt idx="63641">
                  <c:v>33.35</c:v>
                </c:pt>
                <c:pt idx="63642">
                  <c:v>167.94</c:v>
                </c:pt>
                <c:pt idx="63643">
                  <c:v>83.97</c:v>
                </c:pt>
                <c:pt idx="63644">
                  <c:v>66.540000000000006</c:v>
                </c:pt>
                <c:pt idx="63645">
                  <c:v>173.42</c:v>
                </c:pt>
                <c:pt idx="63646">
                  <c:v>50.35</c:v>
                </c:pt>
                <c:pt idx="63647">
                  <c:v>81.98</c:v>
                </c:pt>
                <c:pt idx="63648">
                  <c:v>83.97</c:v>
                </c:pt>
                <c:pt idx="63649">
                  <c:v>83.48</c:v>
                </c:pt>
                <c:pt idx="63650">
                  <c:v>88.95</c:v>
                </c:pt>
                <c:pt idx="63651">
                  <c:v>55.98</c:v>
                </c:pt>
                <c:pt idx="63652">
                  <c:v>113.96</c:v>
                </c:pt>
                <c:pt idx="63653">
                  <c:v>109.97</c:v>
                </c:pt>
                <c:pt idx="63654">
                  <c:v>77.459999999999994</c:v>
                </c:pt>
                <c:pt idx="63655">
                  <c:v>89.98</c:v>
                </c:pt>
                <c:pt idx="63656">
                  <c:v>119.96</c:v>
                </c:pt>
                <c:pt idx="63657">
                  <c:v>77.97</c:v>
                </c:pt>
                <c:pt idx="63658">
                  <c:v>142.94999999999999</c:v>
                </c:pt>
                <c:pt idx="63659">
                  <c:v>59.98</c:v>
                </c:pt>
                <c:pt idx="63660">
                  <c:v>51.98</c:v>
                </c:pt>
                <c:pt idx="63661">
                  <c:v>204.28</c:v>
                </c:pt>
                <c:pt idx="63662">
                  <c:v>39.28</c:v>
                </c:pt>
                <c:pt idx="63663">
                  <c:v>139.94999999999999</c:v>
                </c:pt>
                <c:pt idx="63664">
                  <c:v>186.95</c:v>
                </c:pt>
                <c:pt idx="63665">
                  <c:v>53.94</c:v>
                </c:pt>
                <c:pt idx="63666">
                  <c:v>65.989999999999995</c:v>
                </c:pt>
                <c:pt idx="63667">
                  <c:v>53.87</c:v>
                </c:pt>
                <c:pt idx="63668">
                  <c:v>119.97</c:v>
                </c:pt>
                <c:pt idx="63669">
                  <c:v>149.94999999999999</c:v>
                </c:pt>
                <c:pt idx="63670">
                  <c:v>53.98</c:v>
                </c:pt>
                <c:pt idx="63671">
                  <c:v>54.98</c:v>
                </c:pt>
                <c:pt idx="63672">
                  <c:v>73.97</c:v>
                </c:pt>
                <c:pt idx="63673">
                  <c:v>51.98</c:v>
                </c:pt>
                <c:pt idx="63674">
                  <c:v>51.98</c:v>
                </c:pt>
                <c:pt idx="63675">
                  <c:v>57.59</c:v>
                </c:pt>
                <c:pt idx="63676">
                  <c:v>75.959999999999994</c:v>
                </c:pt>
                <c:pt idx="63677">
                  <c:v>171.43</c:v>
                </c:pt>
                <c:pt idx="63678">
                  <c:v>113.56</c:v>
                </c:pt>
                <c:pt idx="63679">
                  <c:v>172.97</c:v>
                </c:pt>
                <c:pt idx="63680">
                  <c:v>104.66</c:v>
                </c:pt>
                <c:pt idx="63681">
                  <c:v>96.96</c:v>
                </c:pt>
                <c:pt idx="63682">
                  <c:v>119.96</c:v>
                </c:pt>
                <c:pt idx="63683">
                  <c:v>297.70999999999998</c:v>
                </c:pt>
                <c:pt idx="63684">
                  <c:v>129.97</c:v>
                </c:pt>
                <c:pt idx="63685">
                  <c:v>121.98</c:v>
                </c:pt>
                <c:pt idx="63686">
                  <c:v>116.04</c:v>
                </c:pt>
                <c:pt idx="63687">
                  <c:v>142.75</c:v>
                </c:pt>
                <c:pt idx="63688">
                  <c:v>116.96</c:v>
                </c:pt>
                <c:pt idx="63689">
                  <c:v>89.98</c:v>
                </c:pt>
                <c:pt idx="63690">
                  <c:v>89.98</c:v>
                </c:pt>
                <c:pt idx="63691">
                  <c:v>67.739999999999995</c:v>
                </c:pt>
                <c:pt idx="63692">
                  <c:v>55.98</c:v>
                </c:pt>
                <c:pt idx="63693">
                  <c:v>93.97</c:v>
                </c:pt>
                <c:pt idx="63694">
                  <c:v>139.96</c:v>
                </c:pt>
                <c:pt idx="63695">
                  <c:v>26.49</c:v>
                </c:pt>
                <c:pt idx="63696">
                  <c:v>47.98</c:v>
                </c:pt>
                <c:pt idx="63697">
                  <c:v>136.76</c:v>
                </c:pt>
                <c:pt idx="63698">
                  <c:v>75</c:v>
                </c:pt>
                <c:pt idx="63699">
                  <c:v>55.98</c:v>
                </c:pt>
                <c:pt idx="63700">
                  <c:v>69.98</c:v>
                </c:pt>
                <c:pt idx="63701">
                  <c:v>49.85</c:v>
                </c:pt>
                <c:pt idx="63702">
                  <c:v>50.48</c:v>
                </c:pt>
                <c:pt idx="63703">
                  <c:v>134.97</c:v>
                </c:pt>
                <c:pt idx="63704">
                  <c:v>79.98</c:v>
                </c:pt>
                <c:pt idx="63705">
                  <c:v>89.97</c:v>
                </c:pt>
                <c:pt idx="63706">
                  <c:v>54.04</c:v>
                </c:pt>
                <c:pt idx="63707">
                  <c:v>111.96</c:v>
                </c:pt>
                <c:pt idx="63708">
                  <c:v>58.98</c:v>
                </c:pt>
                <c:pt idx="63709">
                  <c:v>52.95</c:v>
                </c:pt>
                <c:pt idx="63710">
                  <c:v>170.95</c:v>
                </c:pt>
                <c:pt idx="63711">
                  <c:v>29.48</c:v>
                </c:pt>
                <c:pt idx="63712">
                  <c:v>77.97</c:v>
                </c:pt>
                <c:pt idx="63713">
                  <c:v>55.98</c:v>
                </c:pt>
                <c:pt idx="63714">
                  <c:v>50.95</c:v>
                </c:pt>
                <c:pt idx="63715">
                  <c:v>121.98</c:v>
                </c:pt>
                <c:pt idx="63716">
                  <c:v>55.98</c:v>
                </c:pt>
                <c:pt idx="63717">
                  <c:v>30.98</c:v>
                </c:pt>
                <c:pt idx="63718">
                  <c:v>63.96</c:v>
                </c:pt>
                <c:pt idx="63719">
                  <c:v>178.95</c:v>
                </c:pt>
                <c:pt idx="63720">
                  <c:v>50.36</c:v>
                </c:pt>
                <c:pt idx="63721">
                  <c:v>71.98</c:v>
                </c:pt>
                <c:pt idx="63722">
                  <c:v>55.39</c:v>
                </c:pt>
                <c:pt idx="63723">
                  <c:v>95.94</c:v>
                </c:pt>
                <c:pt idx="63724">
                  <c:v>105.98</c:v>
                </c:pt>
                <c:pt idx="63725">
                  <c:v>39.28</c:v>
                </c:pt>
                <c:pt idx="63726">
                  <c:v>51.28</c:v>
                </c:pt>
                <c:pt idx="63727">
                  <c:v>31.49</c:v>
                </c:pt>
                <c:pt idx="63728">
                  <c:v>31.49</c:v>
                </c:pt>
                <c:pt idx="63729">
                  <c:v>20.49</c:v>
                </c:pt>
                <c:pt idx="63730">
                  <c:v>191.92</c:v>
                </c:pt>
                <c:pt idx="63731">
                  <c:v>92.98</c:v>
                </c:pt>
                <c:pt idx="63732">
                  <c:v>92.97</c:v>
                </c:pt>
                <c:pt idx="63733">
                  <c:v>207.92</c:v>
                </c:pt>
                <c:pt idx="63734">
                  <c:v>153.16999999999999</c:v>
                </c:pt>
                <c:pt idx="63735">
                  <c:v>155.94</c:v>
                </c:pt>
                <c:pt idx="63736">
                  <c:v>50.97</c:v>
                </c:pt>
                <c:pt idx="63737">
                  <c:v>19.48</c:v>
                </c:pt>
                <c:pt idx="63738">
                  <c:v>14.49</c:v>
                </c:pt>
                <c:pt idx="63739">
                  <c:v>13.29</c:v>
                </c:pt>
                <c:pt idx="63740">
                  <c:v>54.98</c:v>
                </c:pt>
                <c:pt idx="63741">
                  <c:v>57.98</c:v>
                </c:pt>
                <c:pt idx="63742">
                  <c:v>63.98</c:v>
                </c:pt>
                <c:pt idx="63743">
                  <c:v>168.14</c:v>
                </c:pt>
                <c:pt idx="63744">
                  <c:v>55.39</c:v>
                </c:pt>
                <c:pt idx="63745">
                  <c:v>86.97</c:v>
                </c:pt>
                <c:pt idx="63746">
                  <c:v>87.46</c:v>
                </c:pt>
                <c:pt idx="63747">
                  <c:v>119.96</c:v>
                </c:pt>
                <c:pt idx="63748">
                  <c:v>337.88</c:v>
                </c:pt>
                <c:pt idx="63749">
                  <c:v>55.39</c:v>
                </c:pt>
                <c:pt idx="63750">
                  <c:v>56.06</c:v>
                </c:pt>
                <c:pt idx="63751">
                  <c:v>172.97</c:v>
                </c:pt>
                <c:pt idx="63752">
                  <c:v>74.959999999999994</c:v>
                </c:pt>
                <c:pt idx="63753">
                  <c:v>51.98</c:v>
                </c:pt>
                <c:pt idx="63754">
                  <c:v>287.88</c:v>
                </c:pt>
                <c:pt idx="63755">
                  <c:v>83.48</c:v>
                </c:pt>
                <c:pt idx="63756">
                  <c:v>59.98</c:v>
                </c:pt>
                <c:pt idx="63757">
                  <c:v>59.96</c:v>
                </c:pt>
                <c:pt idx="63758">
                  <c:v>20.29</c:v>
                </c:pt>
                <c:pt idx="63759">
                  <c:v>59.98</c:v>
                </c:pt>
                <c:pt idx="63760">
                  <c:v>127.95</c:v>
                </c:pt>
                <c:pt idx="63761">
                  <c:v>104.98</c:v>
                </c:pt>
                <c:pt idx="63762">
                  <c:v>65.319999999999993</c:v>
                </c:pt>
                <c:pt idx="63763">
                  <c:v>39.479999999999997</c:v>
                </c:pt>
                <c:pt idx="63764">
                  <c:v>29.48</c:v>
                </c:pt>
                <c:pt idx="63765">
                  <c:v>55.98</c:v>
                </c:pt>
                <c:pt idx="63766">
                  <c:v>17.29</c:v>
                </c:pt>
                <c:pt idx="63767">
                  <c:v>95.98</c:v>
                </c:pt>
                <c:pt idx="63768">
                  <c:v>55.98</c:v>
                </c:pt>
                <c:pt idx="63769">
                  <c:v>73.97</c:v>
                </c:pt>
                <c:pt idx="63770">
                  <c:v>77.97</c:v>
                </c:pt>
                <c:pt idx="63771">
                  <c:v>54.99</c:v>
                </c:pt>
                <c:pt idx="63772">
                  <c:v>83.97</c:v>
                </c:pt>
                <c:pt idx="63773">
                  <c:v>145.97999999999999</c:v>
                </c:pt>
                <c:pt idx="63774">
                  <c:v>145.97999999999999</c:v>
                </c:pt>
                <c:pt idx="63775">
                  <c:v>55.62</c:v>
                </c:pt>
                <c:pt idx="63776">
                  <c:v>16.489999999999998</c:v>
                </c:pt>
                <c:pt idx="63777">
                  <c:v>69.98</c:v>
                </c:pt>
                <c:pt idx="63778">
                  <c:v>29.99</c:v>
                </c:pt>
                <c:pt idx="63779">
                  <c:v>109.96</c:v>
                </c:pt>
                <c:pt idx="63780">
                  <c:v>55.98</c:v>
                </c:pt>
                <c:pt idx="63781">
                  <c:v>18.13</c:v>
                </c:pt>
                <c:pt idx="63782">
                  <c:v>83.97</c:v>
                </c:pt>
                <c:pt idx="63783">
                  <c:v>72.48</c:v>
                </c:pt>
                <c:pt idx="63784">
                  <c:v>56.97</c:v>
                </c:pt>
                <c:pt idx="63785">
                  <c:v>148.94999999999999</c:v>
                </c:pt>
                <c:pt idx="63786">
                  <c:v>59.96</c:v>
                </c:pt>
                <c:pt idx="63787">
                  <c:v>133.03</c:v>
                </c:pt>
                <c:pt idx="63788">
                  <c:v>175.94</c:v>
                </c:pt>
                <c:pt idx="63789">
                  <c:v>28.49</c:v>
                </c:pt>
                <c:pt idx="63790">
                  <c:v>55.39</c:v>
                </c:pt>
                <c:pt idx="63791">
                  <c:v>145.97</c:v>
                </c:pt>
                <c:pt idx="63792">
                  <c:v>63.46</c:v>
                </c:pt>
                <c:pt idx="63793">
                  <c:v>53.98</c:v>
                </c:pt>
                <c:pt idx="63794">
                  <c:v>131.81</c:v>
                </c:pt>
                <c:pt idx="63795">
                  <c:v>124.97</c:v>
                </c:pt>
                <c:pt idx="63796">
                  <c:v>89.98</c:v>
                </c:pt>
                <c:pt idx="63797">
                  <c:v>60.99</c:v>
                </c:pt>
                <c:pt idx="63798">
                  <c:v>112.47</c:v>
                </c:pt>
                <c:pt idx="63799">
                  <c:v>69.989999999999995</c:v>
                </c:pt>
                <c:pt idx="63800">
                  <c:v>57.56</c:v>
                </c:pt>
                <c:pt idx="63801">
                  <c:v>48.48</c:v>
                </c:pt>
                <c:pt idx="63802">
                  <c:v>69.989999999999995</c:v>
                </c:pt>
                <c:pt idx="63803">
                  <c:v>59.96</c:v>
                </c:pt>
                <c:pt idx="63804">
                  <c:v>118.54</c:v>
                </c:pt>
                <c:pt idx="63805">
                  <c:v>55.98</c:v>
                </c:pt>
                <c:pt idx="63806">
                  <c:v>22.29</c:v>
                </c:pt>
                <c:pt idx="63807">
                  <c:v>61.69</c:v>
                </c:pt>
                <c:pt idx="63808">
                  <c:v>35.49</c:v>
                </c:pt>
                <c:pt idx="63809">
                  <c:v>85.97</c:v>
                </c:pt>
                <c:pt idx="63810">
                  <c:v>49.28</c:v>
                </c:pt>
                <c:pt idx="63811">
                  <c:v>59.98</c:v>
                </c:pt>
                <c:pt idx="63812">
                  <c:v>51.98</c:v>
                </c:pt>
                <c:pt idx="63813">
                  <c:v>64.680000000000007</c:v>
                </c:pt>
                <c:pt idx="63814">
                  <c:v>79.98</c:v>
                </c:pt>
                <c:pt idx="63815">
                  <c:v>149.57</c:v>
                </c:pt>
                <c:pt idx="63816">
                  <c:v>15.29</c:v>
                </c:pt>
                <c:pt idx="63817">
                  <c:v>99.73</c:v>
                </c:pt>
                <c:pt idx="63818">
                  <c:v>83.96</c:v>
                </c:pt>
                <c:pt idx="63819">
                  <c:v>26.99</c:v>
                </c:pt>
                <c:pt idx="63820">
                  <c:v>89.98</c:v>
                </c:pt>
                <c:pt idx="63821">
                  <c:v>119.96</c:v>
                </c:pt>
                <c:pt idx="63822">
                  <c:v>29.29</c:v>
                </c:pt>
                <c:pt idx="63823">
                  <c:v>53.98</c:v>
                </c:pt>
                <c:pt idx="63824">
                  <c:v>63.98</c:v>
                </c:pt>
                <c:pt idx="63825">
                  <c:v>89.97</c:v>
                </c:pt>
                <c:pt idx="63826">
                  <c:v>53.96</c:v>
                </c:pt>
                <c:pt idx="63827">
                  <c:v>59.98</c:v>
                </c:pt>
                <c:pt idx="63828">
                  <c:v>87.74</c:v>
                </c:pt>
                <c:pt idx="63829">
                  <c:v>30.24</c:v>
                </c:pt>
                <c:pt idx="63830">
                  <c:v>72.540000000000006</c:v>
                </c:pt>
                <c:pt idx="63831">
                  <c:v>164.45</c:v>
                </c:pt>
                <c:pt idx="63832">
                  <c:v>69.98</c:v>
                </c:pt>
                <c:pt idx="63833">
                  <c:v>76.489999999999995</c:v>
                </c:pt>
                <c:pt idx="63834">
                  <c:v>64.48</c:v>
                </c:pt>
                <c:pt idx="63835">
                  <c:v>31.09</c:v>
                </c:pt>
                <c:pt idx="63836">
                  <c:v>71.38</c:v>
                </c:pt>
                <c:pt idx="63837">
                  <c:v>163.31</c:v>
                </c:pt>
                <c:pt idx="63838">
                  <c:v>107.96</c:v>
                </c:pt>
                <c:pt idx="63839">
                  <c:v>59.98</c:v>
                </c:pt>
                <c:pt idx="63840">
                  <c:v>120.97</c:v>
                </c:pt>
                <c:pt idx="63841">
                  <c:v>94.96</c:v>
                </c:pt>
                <c:pt idx="63842">
                  <c:v>26.49</c:v>
                </c:pt>
                <c:pt idx="63843">
                  <c:v>50.96</c:v>
                </c:pt>
                <c:pt idx="63844">
                  <c:v>29.29</c:v>
                </c:pt>
                <c:pt idx="63845">
                  <c:v>51.49</c:v>
                </c:pt>
                <c:pt idx="63846">
                  <c:v>23.49</c:v>
                </c:pt>
                <c:pt idx="63847">
                  <c:v>110.38</c:v>
                </c:pt>
                <c:pt idx="63848">
                  <c:v>18.989999999999998</c:v>
                </c:pt>
                <c:pt idx="63849">
                  <c:v>125.96</c:v>
                </c:pt>
                <c:pt idx="63850">
                  <c:v>65.989999999999995</c:v>
                </c:pt>
                <c:pt idx="63851">
                  <c:v>148.94999999999999</c:v>
                </c:pt>
                <c:pt idx="63852">
                  <c:v>23.48</c:v>
                </c:pt>
                <c:pt idx="63853">
                  <c:v>71.97</c:v>
                </c:pt>
                <c:pt idx="63854">
                  <c:v>189.94</c:v>
                </c:pt>
                <c:pt idx="63855">
                  <c:v>55.58</c:v>
                </c:pt>
                <c:pt idx="63856">
                  <c:v>63.98</c:v>
                </c:pt>
                <c:pt idx="63857">
                  <c:v>-84.68</c:v>
                </c:pt>
                <c:pt idx="63858">
                  <c:v>78.959999999999994</c:v>
                </c:pt>
                <c:pt idx="63859">
                  <c:v>68.989999999999995</c:v>
                </c:pt>
                <c:pt idx="63860">
                  <c:v>148.06</c:v>
                </c:pt>
                <c:pt idx="63861">
                  <c:v>65.260000000000005</c:v>
                </c:pt>
                <c:pt idx="63862">
                  <c:v>16.489999999999998</c:v>
                </c:pt>
                <c:pt idx="63863">
                  <c:v>64.09</c:v>
                </c:pt>
                <c:pt idx="63864">
                  <c:v>54.99</c:v>
                </c:pt>
                <c:pt idx="63865">
                  <c:v>61.98</c:v>
                </c:pt>
                <c:pt idx="63866">
                  <c:v>84.99</c:v>
                </c:pt>
                <c:pt idx="63867">
                  <c:v>68.989999999999995</c:v>
                </c:pt>
                <c:pt idx="63868">
                  <c:v>84.99</c:v>
                </c:pt>
                <c:pt idx="63869">
                  <c:v>96.78</c:v>
                </c:pt>
                <c:pt idx="63870">
                  <c:v>84.98</c:v>
                </c:pt>
                <c:pt idx="63871">
                  <c:v>98.97</c:v>
                </c:pt>
                <c:pt idx="63872">
                  <c:v>111.96</c:v>
                </c:pt>
                <c:pt idx="63873">
                  <c:v>415.84</c:v>
                </c:pt>
                <c:pt idx="63874">
                  <c:v>98.97</c:v>
                </c:pt>
                <c:pt idx="63875">
                  <c:v>179.94</c:v>
                </c:pt>
                <c:pt idx="63876">
                  <c:v>83.97</c:v>
                </c:pt>
                <c:pt idx="63877">
                  <c:v>60.97</c:v>
                </c:pt>
                <c:pt idx="63878">
                  <c:v>38.479999999999997</c:v>
                </c:pt>
                <c:pt idx="63879">
                  <c:v>59.97</c:v>
                </c:pt>
                <c:pt idx="63880">
                  <c:v>23.49</c:v>
                </c:pt>
                <c:pt idx="63881">
                  <c:v>68.989999999999995</c:v>
                </c:pt>
                <c:pt idx="63882">
                  <c:v>8.49</c:v>
                </c:pt>
                <c:pt idx="63883">
                  <c:v>59.98</c:v>
                </c:pt>
                <c:pt idx="63884">
                  <c:v>155.94</c:v>
                </c:pt>
                <c:pt idx="63885">
                  <c:v>53.48</c:v>
                </c:pt>
                <c:pt idx="63886">
                  <c:v>59.38</c:v>
                </c:pt>
                <c:pt idx="63887">
                  <c:v>57.98</c:v>
                </c:pt>
                <c:pt idx="63888">
                  <c:v>65.98</c:v>
                </c:pt>
                <c:pt idx="63889">
                  <c:v>48.58</c:v>
                </c:pt>
                <c:pt idx="63890">
                  <c:v>32.49</c:v>
                </c:pt>
                <c:pt idx="63891">
                  <c:v>69.98</c:v>
                </c:pt>
                <c:pt idx="63892">
                  <c:v>67.97</c:v>
                </c:pt>
                <c:pt idx="63893">
                  <c:v>52.01</c:v>
                </c:pt>
                <c:pt idx="63894">
                  <c:v>65.98</c:v>
                </c:pt>
                <c:pt idx="63895">
                  <c:v>68.97</c:v>
                </c:pt>
                <c:pt idx="63896">
                  <c:v>36.29</c:v>
                </c:pt>
                <c:pt idx="63897">
                  <c:v>131.97999999999999</c:v>
                </c:pt>
                <c:pt idx="63898">
                  <c:v>53.98</c:v>
                </c:pt>
                <c:pt idx="63899">
                  <c:v>74.98</c:v>
                </c:pt>
                <c:pt idx="63900">
                  <c:v>25.39</c:v>
                </c:pt>
                <c:pt idx="63901">
                  <c:v>64.91</c:v>
                </c:pt>
                <c:pt idx="63902">
                  <c:v>98.97</c:v>
                </c:pt>
                <c:pt idx="63903">
                  <c:v>94.96</c:v>
                </c:pt>
                <c:pt idx="63904">
                  <c:v>147.6</c:v>
                </c:pt>
                <c:pt idx="63905">
                  <c:v>103.97</c:v>
                </c:pt>
                <c:pt idx="63906">
                  <c:v>124.97</c:v>
                </c:pt>
                <c:pt idx="63907">
                  <c:v>147.94</c:v>
                </c:pt>
                <c:pt idx="63908">
                  <c:v>63.98</c:v>
                </c:pt>
                <c:pt idx="63909">
                  <c:v>44.75</c:v>
                </c:pt>
                <c:pt idx="63910">
                  <c:v>65.98</c:v>
                </c:pt>
                <c:pt idx="63911">
                  <c:v>106.97</c:v>
                </c:pt>
                <c:pt idx="63912">
                  <c:v>51.28</c:v>
                </c:pt>
                <c:pt idx="63913">
                  <c:v>13.28</c:v>
                </c:pt>
                <c:pt idx="63914">
                  <c:v>55.98</c:v>
                </c:pt>
                <c:pt idx="63915">
                  <c:v>-28.73</c:v>
                </c:pt>
                <c:pt idx="63916">
                  <c:v>60.98</c:v>
                </c:pt>
                <c:pt idx="63917">
                  <c:v>183.86</c:v>
                </c:pt>
                <c:pt idx="63918">
                  <c:v>68.98</c:v>
                </c:pt>
                <c:pt idx="63919">
                  <c:v>90.96</c:v>
                </c:pt>
                <c:pt idx="63920">
                  <c:v>211.97</c:v>
                </c:pt>
                <c:pt idx="63921">
                  <c:v>65.989999999999995</c:v>
                </c:pt>
                <c:pt idx="63922">
                  <c:v>54.37</c:v>
                </c:pt>
                <c:pt idx="63923">
                  <c:v>99.98</c:v>
                </c:pt>
                <c:pt idx="63924">
                  <c:v>32.630000000000003</c:v>
                </c:pt>
                <c:pt idx="63925">
                  <c:v>41.49</c:v>
                </c:pt>
                <c:pt idx="63926">
                  <c:v>21.98</c:v>
                </c:pt>
                <c:pt idx="63927">
                  <c:v>47.48</c:v>
                </c:pt>
                <c:pt idx="63928">
                  <c:v>131.96</c:v>
                </c:pt>
                <c:pt idx="63929">
                  <c:v>112.49</c:v>
                </c:pt>
                <c:pt idx="63930">
                  <c:v>86.96</c:v>
                </c:pt>
                <c:pt idx="63931">
                  <c:v>61.98</c:v>
                </c:pt>
                <c:pt idx="63932">
                  <c:v>74.02</c:v>
                </c:pt>
                <c:pt idx="63933">
                  <c:v>65.98</c:v>
                </c:pt>
                <c:pt idx="63934">
                  <c:v>32.49</c:v>
                </c:pt>
                <c:pt idx="63935">
                  <c:v>83.67</c:v>
                </c:pt>
                <c:pt idx="63936">
                  <c:v>103.96</c:v>
                </c:pt>
                <c:pt idx="63937">
                  <c:v>50.49</c:v>
                </c:pt>
                <c:pt idx="63938">
                  <c:v>135.47</c:v>
                </c:pt>
                <c:pt idx="63939">
                  <c:v>24.18</c:v>
                </c:pt>
                <c:pt idx="63940">
                  <c:v>51.97</c:v>
                </c:pt>
                <c:pt idx="63941">
                  <c:v>67.48</c:v>
                </c:pt>
                <c:pt idx="63942">
                  <c:v>143.69999999999999</c:v>
                </c:pt>
                <c:pt idx="63943">
                  <c:v>119.56</c:v>
                </c:pt>
                <c:pt idx="63944">
                  <c:v>47.27</c:v>
                </c:pt>
                <c:pt idx="63945">
                  <c:v>64.98</c:v>
                </c:pt>
                <c:pt idx="63946">
                  <c:v>92.98</c:v>
                </c:pt>
                <c:pt idx="63947">
                  <c:v>99.98</c:v>
                </c:pt>
                <c:pt idx="63948">
                  <c:v>55.98</c:v>
                </c:pt>
                <c:pt idx="63949">
                  <c:v>59.98</c:v>
                </c:pt>
                <c:pt idx="63950">
                  <c:v>104.98</c:v>
                </c:pt>
                <c:pt idx="63951">
                  <c:v>111.56</c:v>
                </c:pt>
                <c:pt idx="63952">
                  <c:v>93.27</c:v>
                </c:pt>
                <c:pt idx="63953">
                  <c:v>94.96</c:v>
                </c:pt>
                <c:pt idx="63954">
                  <c:v>249.62</c:v>
                </c:pt>
                <c:pt idx="63955">
                  <c:v>172.97</c:v>
                </c:pt>
                <c:pt idx="63956">
                  <c:v>20.29</c:v>
                </c:pt>
                <c:pt idx="63957">
                  <c:v>37.47</c:v>
                </c:pt>
                <c:pt idx="63958">
                  <c:v>35.28</c:v>
                </c:pt>
                <c:pt idx="63959">
                  <c:v>71.98</c:v>
                </c:pt>
                <c:pt idx="63960">
                  <c:v>19.29</c:v>
                </c:pt>
                <c:pt idx="63961">
                  <c:v>56.3</c:v>
                </c:pt>
                <c:pt idx="63962">
                  <c:v>30.28</c:v>
                </c:pt>
                <c:pt idx="63963">
                  <c:v>80.98</c:v>
                </c:pt>
                <c:pt idx="63964">
                  <c:v>84.99</c:v>
                </c:pt>
                <c:pt idx="63965">
                  <c:v>48.98</c:v>
                </c:pt>
                <c:pt idx="63966">
                  <c:v>21.49</c:v>
                </c:pt>
                <c:pt idx="63967">
                  <c:v>65.98</c:v>
                </c:pt>
                <c:pt idx="63968">
                  <c:v>34.49</c:v>
                </c:pt>
                <c:pt idx="63969">
                  <c:v>55.97</c:v>
                </c:pt>
                <c:pt idx="63970">
                  <c:v>31.49</c:v>
                </c:pt>
                <c:pt idx="63971">
                  <c:v>140.94999999999999</c:v>
                </c:pt>
                <c:pt idx="63972">
                  <c:v>249.91</c:v>
                </c:pt>
                <c:pt idx="63973">
                  <c:v>229.9</c:v>
                </c:pt>
                <c:pt idx="63974">
                  <c:v>47.28</c:v>
                </c:pt>
                <c:pt idx="63975">
                  <c:v>51.98</c:v>
                </c:pt>
                <c:pt idx="63976">
                  <c:v>64.95</c:v>
                </c:pt>
                <c:pt idx="63977">
                  <c:v>164.54</c:v>
                </c:pt>
                <c:pt idx="63978">
                  <c:v>31.49</c:v>
                </c:pt>
                <c:pt idx="63979">
                  <c:v>94.98</c:v>
                </c:pt>
                <c:pt idx="63980">
                  <c:v>51.98</c:v>
                </c:pt>
                <c:pt idx="63981">
                  <c:v>91.96</c:v>
                </c:pt>
                <c:pt idx="63982">
                  <c:v>84.35</c:v>
                </c:pt>
                <c:pt idx="63983">
                  <c:v>51.98</c:v>
                </c:pt>
                <c:pt idx="63984">
                  <c:v>62.09</c:v>
                </c:pt>
                <c:pt idx="63985">
                  <c:v>31.48</c:v>
                </c:pt>
                <c:pt idx="63986">
                  <c:v>26.49</c:v>
                </c:pt>
                <c:pt idx="63987">
                  <c:v>59.98</c:v>
                </c:pt>
                <c:pt idx="63988">
                  <c:v>432.61</c:v>
                </c:pt>
                <c:pt idx="63989">
                  <c:v>74.95</c:v>
                </c:pt>
                <c:pt idx="63990">
                  <c:v>-26.98</c:v>
                </c:pt>
                <c:pt idx="63991">
                  <c:v>21.49</c:v>
                </c:pt>
                <c:pt idx="63992">
                  <c:v>79.84</c:v>
                </c:pt>
                <c:pt idx="63993">
                  <c:v>50.98</c:v>
                </c:pt>
                <c:pt idx="63994">
                  <c:v>203.92</c:v>
                </c:pt>
                <c:pt idx="63995">
                  <c:v>159.97999999999999</c:v>
                </c:pt>
                <c:pt idx="63996">
                  <c:v>236.62</c:v>
                </c:pt>
                <c:pt idx="63997">
                  <c:v>68.86</c:v>
                </c:pt>
                <c:pt idx="63998">
                  <c:v>77.97</c:v>
                </c:pt>
                <c:pt idx="63999">
                  <c:v>60.98</c:v>
                </c:pt>
                <c:pt idx="64000">
                  <c:v>-31.49</c:v>
                </c:pt>
                <c:pt idx="64001">
                  <c:v>141.97</c:v>
                </c:pt>
                <c:pt idx="64002">
                  <c:v>-149.94999999999999</c:v>
                </c:pt>
                <c:pt idx="64003">
                  <c:v>62.87</c:v>
                </c:pt>
                <c:pt idx="64004">
                  <c:v>21.29</c:v>
                </c:pt>
                <c:pt idx="64005">
                  <c:v>82.98</c:v>
                </c:pt>
                <c:pt idx="64006">
                  <c:v>75.98</c:v>
                </c:pt>
                <c:pt idx="64007">
                  <c:v>59.39</c:v>
                </c:pt>
                <c:pt idx="64008">
                  <c:v>59.96</c:v>
                </c:pt>
                <c:pt idx="64009">
                  <c:v>39.28</c:v>
                </c:pt>
                <c:pt idx="64010">
                  <c:v>131.97999999999999</c:v>
                </c:pt>
                <c:pt idx="64011">
                  <c:v>99.98</c:v>
                </c:pt>
                <c:pt idx="64012">
                  <c:v>54.99</c:v>
                </c:pt>
                <c:pt idx="64013">
                  <c:v>68.97</c:v>
                </c:pt>
                <c:pt idx="64014">
                  <c:v>41.09</c:v>
                </c:pt>
                <c:pt idx="64015">
                  <c:v>116.96</c:v>
                </c:pt>
                <c:pt idx="64016">
                  <c:v>51.98</c:v>
                </c:pt>
                <c:pt idx="64017">
                  <c:v>120.95</c:v>
                </c:pt>
                <c:pt idx="64018">
                  <c:v>50.97</c:v>
                </c:pt>
                <c:pt idx="64019">
                  <c:v>37.479999999999997</c:v>
                </c:pt>
                <c:pt idx="64020">
                  <c:v>56.98</c:v>
                </c:pt>
                <c:pt idx="64021">
                  <c:v>89.99</c:v>
                </c:pt>
                <c:pt idx="64022">
                  <c:v>71.88</c:v>
                </c:pt>
                <c:pt idx="64023">
                  <c:v>149.97</c:v>
                </c:pt>
                <c:pt idx="64024">
                  <c:v>86.35</c:v>
                </c:pt>
                <c:pt idx="64025">
                  <c:v>67.739999999999995</c:v>
                </c:pt>
                <c:pt idx="64026">
                  <c:v>65.98</c:v>
                </c:pt>
                <c:pt idx="64027">
                  <c:v>197.97</c:v>
                </c:pt>
                <c:pt idx="64028">
                  <c:v>53.46</c:v>
                </c:pt>
                <c:pt idx="64029">
                  <c:v>97.93</c:v>
                </c:pt>
                <c:pt idx="64030">
                  <c:v>87.47</c:v>
                </c:pt>
                <c:pt idx="64031">
                  <c:v>20.29</c:v>
                </c:pt>
                <c:pt idx="64032">
                  <c:v>115.38</c:v>
                </c:pt>
                <c:pt idx="64033">
                  <c:v>39.49</c:v>
                </c:pt>
                <c:pt idx="64034">
                  <c:v>135.41999999999999</c:v>
                </c:pt>
                <c:pt idx="64035">
                  <c:v>46.98</c:v>
                </c:pt>
                <c:pt idx="64036">
                  <c:v>65.98</c:v>
                </c:pt>
                <c:pt idx="64037">
                  <c:v>51.29</c:v>
                </c:pt>
                <c:pt idx="64038">
                  <c:v>55.98</c:v>
                </c:pt>
                <c:pt idx="64039">
                  <c:v>13.29</c:v>
                </c:pt>
                <c:pt idx="64040">
                  <c:v>135.91999999999999</c:v>
                </c:pt>
                <c:pt idx="64041">
                  <c:v>71.94</c:v>
                </c:pt>
                <c:pt idx="64042">
                  <c:v>220.14</c:v>
                </c:pt>
                <c:pt idx="64043">
                  <c:v>131.96</c:v>
                </c:pt>
                <c:pt idx="64044">
                  <c:v>24.18</c:v>
                </c:pt>
                <c:pt idx="64045">
                  <c:v>90.73</c:v>
                </c:pt>
                <c:pt idx="64046">
                  <c:v>59.99</c:v>
                </c:pt>
                <c:pt idx="64047">
                  <c:v>51.98</c:v>
                </c:pt>
                <c:pt idx="64048">
                  <c:v>105.23</c:v>
                </c:pt>
                <c:pt idx="64049">
                  <c:v>263.95999999999998</c:v>
                </c:pt>
                <c:pt idx="64050">
                  <c:v>104.97</c:v>
                </c:pt>
                <c:pt idx="64051">
                  <c:v>53.96</c:v>
                </c:pt>
                <c:pt idx="64052">
                  <c:v>263.95999999999998</c:v>
                </c:pt>
                <c:pt idx="64053">
                  <c:v>68.97</c:v>
                </c:pt>
                <c:pt idx="64054">
                  <c:v>169.9</c:v>
                </c:pt>
                <c:pt idx="64055">
                  <c:v>33.49</c:v>
                </c:pt>
                <c:pt idx="64056">
                  <c:v>63.96</c:v>
                </c:pt>
                <c:pt idx="64057">
                  <c:v>66.53</c:v>
                </c:pt>
                <c:pt idx="64058">
                  <c:v>80.95</c:v>
                </c:pt>
                <c:pt idx="64059">
                  <c:v>111.96</c:v>
                </c:pt>
                <c:pt idx="64060">
                  <c:v>86.96</c:v>
                </c:pt>
                <c:pt idx="64061">
                  <c:v>159.69999999999999</c:v>
                </c:pt>
                <c:pt idx="64062">
                  <c:v>85.97</c:v>
                </c:pt>
                <c:pt idx="64063">
                  <c:v>21.48</c:v>
                </c:pt>
                <c:pt idx="64064">
                  <c:v>183.96</c:v>
                </c:pt>
                <c:pt idx="64065">
                  <c:v>69.95</c:v>
                </c:pt>
                <c:pt idx="64066">
                  <c:v>65.98</c:v>
                </c:pt>
                <c:pt idx="64067">
                  <c:v>12.49</c:v>
                </c:pt>
                <c:pt idx="64068">
                  <c:v>51.98</c:v>
                </c:pt>
                <c:pt idx="64069">
                  <c:v>59.98</c:v>
                </c:pt>
                <c:pt idx="64070">
                  <c:v>55.98</c:v>
                </c:pt>
                <c:pt idx="64071">
                  <c:v>34.49</c:v>
                </c:pt>
                <c:pt idx="64072">
                  <c:v>62.9</c:v>
                </c:pt>
                <c:pt idx="64073">
                  <c:v>59.98</c:v>
                </c:pt>
                <c:pt idx="64074">
                  <c:v>120.96</c:v>
                </c:pt>
                <c:pt idx="64075">
                  <c:v>34.28</c:v>
                </c:pt>
                <c:pt idx="64076">
                  <c:v>181.93</c:v>
                </c:pt>
                <c:pt idx="64077">
                  <c:v>38.19</c:v>
                </c:pt>
                <c:pt idx="64078">
                  <c:v>45.49</c:v>
                </c:pt>
                <c:pt idx="64079">
                  <c:v>123.96</c:v>
                </c:pt>
                <c:pt idx="64080">
                  <c:v>31.89</c:v>
                </c:pt>
                <c:pt idx="64081">
                  <c:v>52.48</c:v>
                </c:pt>
                <c:pt idx="64082">
                  <c:v>78.02</c:v>
                </c:pt>
                <c:pt idx="64083">
                  <c:v>76.97</c:v>
                </c:pt>
                <c:pt idx="64084">
                  <c:v>91.96</c:v>
                </c:pt>
                <c:pt idx="64085">
                  <c:v>61.98</c:v>
                </c:pt>
                <c:pt idx="64086">
                  <c:v>64.97</c:v>
                </c:pt>
                <c:pt idx="64087">
                  <c:v>84.66</c:v>
                </c:pt>
                <c:pt idx="64088">
                  <c:v>53.98</c:v>
                </c:pt>
                <c:pt idx="64089">
                  <c:v>59.99</c:v>
                </c:pt>
                <c:pt idx="64090">
                  <c:v>75.98</c:v>
                </c:pt>
                <c:pt idx="64091">
                  <c:v>27.48</c:v>
                </c:pt>
                <c:pt idx="64092">
                  <c:v>41.48</c:v>
                </c:pt>
                <c:pt idx="64093">
                  <c:v>69.989999999999995</c:v>
                </c:pt>
                <c:pt idx="64094">
                  <c:v>56.97</c:v>
                </c:pt>
                <c:pt idx="64095">
                  <c:v>55.97</c:v>
                </c:pt>
                <c:pt idx="64096">
                  <c:v>38.479999999999997</c:v>
                </c:pt>
                <c:pt idx="64097">
                  <c:v>51.49</c:v>
                </c:pt>
                <c:pt idx="64098">
                  <c:v>65.98</c:v>
                </c:pt>
                <c:pt idx="64099">
                  <c:v>75.98</c:v>
                </c:pt>
                <c:pt idx="64100">
                  <c:v>76.98</c:v>
                </c:pt>
                <c:pt idx="64101">
                  <c:v>59.98</c:v>
                </c:pt>
                <c:pt idx="64102">
                  <c:v>362.93</c:v>
                </c:pt>
                <c:pt idx="64103">
                  <c:v>54.98</c:v>
                </c:pt>
                <c:pt idx="64104">
                  <c:v>52.97</c:v>
                </c:pt>
                <c:pt idx="64105">
                  <c:v>125.98</c:v>
                </c:pt>
                <c:pt idx="64106">
                  <c:v>67.709999999999994</c:v>
                </c:pt>
                <c:pt idx="64107">
                  <c:v>17.239999999999998</c:v>
                </c:pt>
                <c:pt idx="64108">
                  <c:v>862.35</c:v>
                </c:pt>
                <c:pt idx="64109">
                  <c:v>50.49</c:v>
                </c:pt>
                <c:pt idx="64110">
                  <c:v>140.15</c:v>
                </c:pt>
                <c:pt idx="64111">
                  <c:v>59.97</c:v>
                </c:pt>
                <c:pt idx="64112">
                  <c:v>114.97</c:v>
                </c:pt>
                <c:pt idx="64113">
                  <c:v>65.959999999999994</c:v>
                </c:pt>
                <c:pt idx="64114">
                  <c:v>168.97</c:v>
                </c:pt>
                <c:pt idx="64115">
                  <c:v>94.33</c:v>
                </c:pt>
                <c:pt idx="64116">
                  <c:v>131.97999999999999</c:v>
                </c:pt>
                <c:pt idx="64117">
                  <c:v>116.97</c:v>
                </c:pt>
                <c:pt idx="64118">
                  <c:v>62.98</c:v>
                </c:pt>
                <c:pt idx="64119">
                  <c:v>244.97</c:v>
                </c:pt>
                <c:pt idx="64120">
                  <c:v>83.96</c:v>
                </c:pt>
                <c:pt idx="64121">
                  <c:v>16.489999999999998</c:v>
                </c:pt>
                <c:pt idx="64122">
                  <c:v>59.97</c:v>
                </c:pt>
                <c:pt idx="64123">
                  <c:v>60.98</c:v>
                </c:pt>
                <c:pt idx="64124">
                  <c:v>30.48</c:v>
                </c:pt>
                <c:pt idx="64125">
                  <c:v>61.98</c:v>
                </c:pt>
                <c:pt idx="64126">
                  <c:v>161.94</c:v>
                </c:pt>
                <c:pt idx="64127">
                  <c:v>60.98</c:v>
                </c:pt>
                <c:pt idx="64128">
                  <c:v>43.29</c:v>
                </c:pt>
                <c:pt idx="64129">
                  <c:v>89.98</c:v>
                </c:pt>
                <c:pt idx="64130">
                  <c:v>98.98</c:v>
                </c:pt>
                <c:pt idx="64131">
                  <c:v>84.99</c:v>
                </c:pt>
                <c:pt idx="64132">
                  <c:v>76.73</c:v>
                </c:pt>
                <c:pt idx="64133">
                  <c:v>32.49</c:v>
                </c:pt>
                <c:pt idx="64134">
                  <c:v>43.48</c:v>
                </c:pt>
                <c:pt idx="64135">
                  <c:v>63.96</c:v>
                </c:pt>
                <c:pt idx="64136">
                  <c:v>65.989999999999995</c:v>
                </c:pt>
                <c:pt idx="64137">
                  <c:v>139.94999999999999</c:v>
                </c:pt>
                <c:pt idx="64138">
                  <c:v>57.58</c:v>
                </c:pt>
                <c:pt idx="64139">
                  <c:v>111.96</c:v>
                </c:pt>
                <c:pt idx="64140">
                  <c:v>79.849999999999994</c:v>
                </c:pt>
                <c:pt idx="64141">
                  <c:v>70.98</c:v>
                </c:pt>
                <c:pt idx="64142">
                  <c:v>46.49</c:v>
                </c:pt>
                <c:pt idx="64143">
                  <c:v>61.98</c:v>
                </c:pt>
                <c:pt idx="64144">
                  <c:v>54.38</c:v>
                </c:pt>
                <c:pt idx="64145">
                  <c:v>64.95</c:v>
                </c:pt>
                <c:pt idx="64146">
                  <c:v>62.98</c:v>
                </c:pt>
                <c:pt idx="64147">
                  <c:v>99.99</c:v>
                </c:pt>
                <c:pt idx="64148">
                  <c:v>123.96</c:v>
                </c:pt>
                <c:pt idx="64149">
                  <c:v>15.29</c:v>
                </c:pt>
                <c:pt idx="64150">
                  <c:v>51.98</c:v>
                </c:pt>
                <c:pt idx="64151">
                  <c:v>68.97</c:v>
                </c:pt>
                <c:pt idx="64152">
                  <c:v>142.94999999999999</c:v>
                </c:pt>
                <c:pt idx="64153">
                  <c:v>61.98</c:v>
                </c:pt>
                <c:pt idx="64154">
                  <c:v>51.29</c:v>
                </c:pt>
                <c:pt idx="64155">
                  <c:v>387.1</c:v>
                </c:pt>
                <c:pt idx="64156">
                  <c:v>59.98</c:v>
                </c:pt>
                <c:pt idx="64157">
                  <c:v>84.99</c:v>
                </c:pt>
                <c:pt idx="64158">
                  <c:v>89.97</c:v>
                </c:pt>
                <c:pt idx="64159">
                  <c:v>96.76</c:v>
                </c:pt>
                <c:pt idx="64160">
                  <c:v>124.98</c:v>
                </c:pt>
                <c:pt idx="64161">
                  <c:v>87.1</c:v>
                </c:pt>
                <c:pt idx="64162">
                  <c:v>72.98</c:v>
                </c:pt>
                <c:pt idx="64163">
                  <c:v>20.49</c:v>
                </c:pt>
                <c:pt idx="64164">
                  <c:v>39.29</c:v>
                </c:pt>
                <c:pt idx="64165">
                  <c:v>172.44</c:v>
                </c:pt>
                <c:pt idx="64166">
                  <c:v>18.29</c:v>
                </c:pt>
                <c:pt idx="64167">
                  <c:v>224.45</c:v>
                </c:pt>
                <c:pt idx="64168">
                  <c:v>16.489999999999998</c:v>
                </c:pt>
                <c:pt idx="64169">
                  <c:v>41.49</c:v>
                </c:pt>
                <c:pt idx="64170">
                  <c:v>89.98</c:v>
                </c:pt>
                <c:pt idx="64171">
                  <c:v>79.819999999999993</c:v>
                </c:pt>
                <c:pt idx="64172">
                  <c:v>65.989999999999995</c:v>
                </c:pt>
                <c:pt idx="64173">
                  <c:v>141.52000000000001</c:v>
                </c:pt>
                <c:pt idx="64174">
                  <c:v>65.989999999999995</c:v>
                </c:pt>
                <c:pt idx="64175">
                  <c:v>54.77</c:v>
                </c:pt>
                <c:pt idx="64176">
                  <c:v>55.97</c:v>
                </c:pt>
                <c:pt idx="64177">
                  <c:v>71.989999999999995</c:v>
                </c:pt>
                <c:pt idx="64178">
                  <c:v>55.98</c:v>
                </c:pt>
                <c:pt idx="64179">
                  <c:v>129.97</c:v>
                </c:pt>
                <c:pt idx="64180">
                  <c:v>70.98</c:v>
                </c:pt>
                <c:pt idx="64181">
                  <c:v>50.38</c:v>
                </c:pt>
                <c:pt idx="64182">
                  <c:v>59.98</c:v>
                </c:pt>
                <c:pt idx="64183">
                  <c:v>31.28</c:v>
                </c:pt>
                <c:pt idx="64184">
                  <c:v>68.989999999999995</c:v>
                </c:pt>
                <c:pt idx="64185">
                  <c:v>55.98</c:v>
                </c:pt>
                <c:pt idx="64186">
                  <c:v>51.98</c:v>
                </c:pt>
                <c:pt idx="64187">
                  <c:v>148.97999999999999</c:v>
                </c:pt>
                <c:pt idx="64188">
                  <c:v>59.97</c:v>
                </c:pt>
                <c:pt idx="64189">
                  <c:v>148.96</c:v>
                </c:pt>
                <c:pt idx="64190">
                  <c:v>68.989999999999995</c:v>
                </c:pt>
                <c:pt idx="64191">
                  <c:v>302.87</c:v>
                </c:pt>
                <c:pt idx="64192">
                  <c:v>11.49</c:v>
                </c:pt>
                <c:pt idx="64193">
                  <c:v>41.49</c:v>
                </c:pt>
                <c:pt idx="64194">
                  <c:v>111.38</c:v>
                </c:pt>
                <c:pt idx="64195">
                  <c:v>169.98</c:v>
                </c:pt>
                <c:pt idx="64196">
                  <c:v>15.49</c:v>
                </c:pt>
                <c:pt idx="64197">
                  <c:v>173.55</c:v>
                </c:pt>
                <c:pt idx="64198">
                  <c:v>131.96</c:v>
                </c:pt>
                <c:pt idx="64199">
                  <c:v>155.94</c:v>
                </c:pt>
                <c:pt idx="64200">
                  <c:v>99.98</c:v>
                </c:pt>
                <c:pt idx="64201">
                  <c:v>46.49</c:v>
                </c:pt>
                <c:pt idx="64202">
                  <c:v>65.989999999999995</c:v>
                </c:pt>
                <c:pt idx="64203">
                  <c:v>15.49</c:v>
                </c:pt>
                <c:pt idx="64204">
                  <c:v>139.94999999999999</c:v>
                </c:pt>
                <c:pt idx="64205">
                  <c:v>123.4</c:v>
                </c:pt>
                <c:pt idx="64206">
                  <c:v>61.98</c:v>
                </c:pt>
                <c:pt idx="64207">
                  <c:v>15.49</c:v>
                </c:pt>
                <c:pt idx="64208">
                  <c:v>57.98</c:v>
                </c:pt>
                <c:pt idx="64209">
                  <c:v>46.29</c:v>
                </c:pt>
                <c:pt idx="64210">
                  <c:v>68.989999999999995</c:v>
                </c:pt>
                <c:pt idx="64211">
                  <c:v>65.98</c:v>
                </c:pt>
                <c:pt idx="64212">
                  <c:v>61.67</c:v>
                </c:pt>
                <c:pt idx="64213">
                  <c:v>44.49</c:v>
                </c:pt>
                <c:pt idx="64214">
                  <c:v>58.62</c:v>
                </c:pt>
                <c:pt idx="64215">
                  <c:v>186.47</c:v>
                </c:pt>
                <c:pt idx="64216">
                  <c:v>84.96</c:v>
                </c:pt>
                <c:pt idx="64217">
                  <c:v>34.49</c:v>
                </c:pt>
                <c:pt idx="64218">
                  <c:v>61.98</c:v>
                </c:pt>
                <c:pt idx="64219">
                  <c:v>67.739999999999995</c:v>
                </c:pt>
                <c:pt idx="64220">
                  <c:v>27.79</c:v>
                </c:pt>
                <c:pt idx="64221">
                  <c:v>154.96</c:v>
                </c:pt>
                <c:pt idx="64222">
                  <c:v>35.369999999999997</c:v>
                </c:pt>
                <c:pt idx="64223">
                  <c:v>275.86</c:v>
                </c:pt>
                <c:pt idx="64224">
                  <c:v>61.66</c:v>
                </c:pt>
                <c:pt idx="64225">
                  <c:v>126.28</c:v>
                </c:pt>
                <c:pt idx="64226">
                  <c:v>89.97</c:v>
                </c:pt>
                <c:pt idx="64227">
                  <c:v>82.78</c:v>
                </c:pt>
                <c:pt idx="64228">
                  <c:v>29.28</c:v>
                </c:pt>
                <c:pt idx="64229">
                  <c:v>261.39999999999998</c:v>
                </c:pt>
                <c:pt idx="64230">
                  <c:v>163.46</c:v>
                </c:pt>
                <c:pt idx="64231">
                  <c:v>11.49</c:v>
                </c:pt>
                <c:pt idx="64232">
                  <c:v>333.95</c:v>
                </c:pt>
                <c:pt idx="64233">
                  <c:v>49.99</c:v>
                </c:pt>
                <c:pt idx="64234">
                  <c:v>51.98</c:v>
                </c:pt>
                <c:pt idx="64235">
                  <c:v>16.27</c:v>
                </c:pt>
                <c:pt idx="64236">
                  <c:v>98.97</c:v>
                </c:pt>
                <c:pt idx="64237">
                  <c:v>13.29</c:v>
                </c:pt>
                <c:pt idx="64238">
                  <c:v>181.93</c:v>
                </c:pt>
                <c:pt idx="64239">
                  <c:v>39.99</c:v>
                </c:pt>
                <c:pt idx="64240">
                  <c:v>78.97</c:v>
                </c:pt>
                <c:pt idx="64241">
                  <c:v>35.479999999999997</c:v>
                </c:pt>
                <c:pt idx="64242">
                  <c:v>51.49</c:v>
                </c:pt>
                <c:pt idx="64243">
                  <c:v>50.98</c:v>
                </c:pt>
                <c:pt idx="64244">
                  <c:v>29.62</c:v>
                </c:pt>
                <c:pt idx="64245">
                  <c:v>19.48</c:v>
                </c:pt>
                <c:pt idx="64246">
                  <c:v>27.48</c:v>
                </c:pt>
                <c:pt idx="64247">
                  <c:v>28.49</c:v>
                </c:pt>
                <c:pt idx="64248">
                  <c:v>61.98</c:v>
                </c:pt>
                <c:pt idx="64249">
                  <c:v>8.09</c:v>
                </c:pt>
                <c:pt idx="64250">
                  <c:v>12.49</c:v>
                </c:pt>
                <c:pt idx="64251">
                  <c:v>50.48</c:v>
                </c:pt>
                <c:pt idx="64252">
                  <c:v>59.96</c:v>
                </c:pt>
                <c:pt idx="64253">
                  <c:v>61.98</c:v>
                </c:pt>
                <c:pt idx="64254">
                  <c:v>13.29</c:v>
                </c:pt>
                <c:pt idx="64255">
                  <c:v>185.94</c:v>
                </c:pt>
                <c:pt idx="64256">
                  <c:v>55.98</c:v>
                </c:pt>
                <c:pt idx="64257">
                  <c:v>79.98</c:v>
                </c:pt>
                <c:pt idx="64258">
                  <c:v>84.97</c:v>
                </c:pt>
                <c:pt idx="64259">
                  <c:v>83.96</c:v>
                </c:pt>
                <c:pt idx="64260">
                  <c:v>54.98</c:v>
                </c:pt>
                <c:pt idx="64261">
                  <c:v>30.48</c:v>
                </c:pt>
                <c:pt idx="64262">
                  <c:v>84.98</c:v>
                </c:pt>
                <c:pt idx="64263">
                  <c:v>107.9</c:v>
                </c:pt>
                <c:pt idx="64264">
                  <c:v>61.07</c:v>
                </c:pt>
                <c:pt idx="64265">
                  <c:v>55.97</c:v>
                </c:pt>
                <c:pt idx="64266">
                  <c:v>120.96</c:v>
                </c:pt>
                <c:pt idx="64267">
                  <c:v>79.959999999999994</c:v>
                </c:pt>
                <c:pt idx="64268">
                  <c:v>168.89</c:v>
                </c:pt>
                <c:pt idx="64269">
                  <c:v>79.97</c:v>
                </c:pt>
                <c:pt idx="64270">
                  <c:v>52.98</c:v>
                </c:pt>
                <c:pt idx="64271">
                  <c:v>36.19</c:v>
                </c:pt>
                <c:pt idx="64272">
                  <c:v>68.989999999999995</c:v>
                </c:pt>
                <c:pt idx="64273">
                  <c:v>15.29</c:v>
                </c:pt>
                <c:pt idx="64274">
                  <c:v>169.98</c:v>
                </c:pt>
                <c:pt idx="64275">
                  <c:v>53.46</c:v>
                </c:pt>
                <c:pt idx="64276">
                  <c:v>98.97</c:v>
                </c:pt>
                <c:pt idx="64277">
                  <c:v>68.989999999999995</c:v>
                </c:pt>
                <c:pt idx="64278">
                  <c:v>54.98</c:v>
                </c:pt>
                <c:pt idx="64279">
                  <c:v>131.97999999999999</c:v>
                </c:pt>
                <c:pt idx="64280">
                  <c:v>139.94999999999999</c:v>
                </c:pt>
                <c:pt idx="64281">
                  <c:v>22.09</c:v>
                </c:pt>
                <c:pt idx="64282">
                  <c:v>-1.3</c:v>
                </c:pt>
                <c:pt idx="64283">
                  <c:v>34.29</c:v>
                </c:pt>
                <c:pt idx="64284">
                  <c:v>158.94999999999999</c:v>
                </c:pt>
                <c:pt idx="64285">
                  <c:v>53.97</c:v>
                </c:pt>
                <c:pt idx="64286">
                  <c:v>56.97</c:v>
                </c:pt>
                <c:pt idx="64287">
                  <c:v>65.989999999999995</c:v>
                </c:pt>
                <c:pt idx="64288">
                  <c:v>104.97</c:v>
                </c:pt>
                <c:pt idx="64289">
                  <c:v>30.98</c:v>
                </c:pt>
                <c:pt idx="64290">
                  <c:v>61.98</c:v>
                </c:pt>
                <c:pt idx="64291">
                  <c:v>111.96</c:v>
                </c:pt>
                <c:pt idx="64292">
                  <c:v>55.98</c:v>
                </c:pt>
                <c:pt idx="64293">
                  <c:v>60.98</c:v>
                </c:pt>
                <c:pt idx="64294">
                  <c:v>130.66</c:v>
                </c:pt>
                <c:pt idx="64295">
                  <c:v>-112.49</c:v>
                </c:pt>
                <c:pt idx="64296">
                  <c:v>194.16</c:v>
                </c:pt>
                <c:pt idx="64297">
                  <c:v>55.98</c:v>
                </c:pt>
                <c:pt idx="64298">
                  <c:v>321.86</c:v>
                </c:pt>
                <c:pt idx="64299">
                  <c:v>20.55</c:v>
                </c:pt>
                <c:pt idx="64300">
                  <c:v>59.95</c:v>
                </c:pt>
                <c:pt idx="64301">
                  <c:v>96.79</c:v>
                </c:pt>
                <c:pt idx="64302">
                  <c:v>50.98</c:v>
                </c:pt>
                <c:pt idx="64303">
                  <c:v>84.99</c:v>
                </c:pt>
                <c:pt idx="64304">
                  <c:v>65.989999999999995</c:v>
                </c:pt>
                <c:pt idx="64305">
                  <c:v>225.45</c:v>
                </c:pt>
                <c:pt idx="64306">
                  <c:v>99.98</c:v>
                </c:pt>
                <c:pt idx="64307">
                  <c:v>50.97</c:v>
                </c:pt>
                <c:pt idx="64308">
                  <c:v>17.489999999999998</c:v>
                </c:pt>
                <c:pt idx="64309">
                  <c:v>71.97</c:v>
                </c:pt>
                <c:pt idx="64310">
                  <c:v>67.87</c:v>
                </c:pt>
                <c:pt idx="64311">
                  <c:v>55.97</c:v>
                </c:pt>
                <c:pt idx="64312">
                  <c:v>152.94</c:v>
                </c:pt>
                <c:pt idx="64313">
                  <c:v>58.98</c:v>
                </c:pt>
                <c:pt idx="64314">
                  <c:v>59.98</c:v>
                </c:pt>
                <c:pt idx="64315">
                  <c:v>54.99</c:v>
                </c:pt>
                <c:pt idx="64316">
                  <c:v>56.09</c:v>
                </c:pt>
                <c:pt idx="64317">
                  <c:v>53.98</c:v>
                </c:pt>
                <c:pt idx="64318">
                  <c:v>249.93</c:v>
                </c:pt>
                <c:pt idx="64319">
                  <c:v>37.47</c:v>
                </c:pt>
                <c:pt idx="64320">
                  <c:v>-49.95</c:v>
                </c:pt>
                <c:pt idx="64321">
                  <c:v>68.989999999999995</c:v>
                </c:pt>
                <c:pt idx="64322">
                  <c:v>31.93</c:v>
                </c:pt>
                <c:pt idx="64323">
                  <c:v>61.97</c:v>
                </c:pt>
                <c:pt idx="64324">
                  <c:v>31.48</c:v>
                </c:pt>
                <c:pt idx="64325">
                  <c:v>116.96</c:v>
                </c:pt>
                <c:pt idx="64326">
                  <c:v>68.97</c:v>
                </c:pt>
                <c:pt idx="64327">
                  <c:v>84.12</c:v>
                </c:pt>
                <c:pt idx="64328">
                  <c:v>335.88</c:v>
                </c:pt>
                <c:pt idx="64329">
                  <c:v>83.96</c:v>
                </c:pt>
                <c:pt idx="64330">
                  <c:v>92.96</c:v>
                </c:pt>
                <c:pt idx="64331">
                  <c:v>89.98</c:v>
                </c:pt>
                <c:pt idx="64332">
                  <c:v>135.94999999999999</c:v>
                </c:pt>
                <c:pt idx="64333">
                  <c:v>64.98</c:v>
                </c:pt>
                <c:pt idx="64334">
                  <c:v>22.99</c:v>
                </c:pt>
                <c:pt idx="64335">
                  <c:v>82.76</c:v>
                </c:pt>
                <c:pt idx="64336">
                  <c:v>113.95</c:v>
                </c:pt>
                <c:pt idx="64337">
                  <c:v>88.29</c:v>
                </c:pt>
                <c:pt idx="64338">
                  <c:v>31.33</c:v>
                </c:pt>
                <c:pt idx="64339">
                  <c:v>51.29</c:v>
                </c:pt>
                <c:pt idx="64340">
                  <c:v>84.98</c:v>
                </c:pt>
                <c:pt idx="64341">
                  <c:v>107.94</c:v>
                </c:pt>
                <c:pt idx="64342">
                  <c:v>61.98</c:v>
                </c:pt>
                <c:pt idx="64343">
                  <c:v>75.97</c:v>
                </c:pt>
                <c:pt idx="64344">
                  <c:v>-17.489999999999998</c:v>
                </c:pt>
                <c:pt idx="64345">
                  <c:v>96.87</c:v>
                </c:pt>
                <c:pt idx="64346">
                  <c:v>61.98</c:v>
                </c:pt>
                <c:pt idx="64347">
                  <c:v>-31.33</c:v>
                </c:pt>
                <c:pt idx="64348">
                  <c:v>51.29</c:v>
                </c:pt>
                <c:pt idx="64349">
                  <c:v>49.55</c:v>
                </c:pt>
                <c:pt idx="64350">
                  <c:v>76.489999999999995</c:v>
                </c:pt>
                <c:pt idx="64351">
                  <c:v>65.28</c:v>
                </c:pt>
                <c:pt idx="64352">
                  <c:v>175.87</c:v>
                </c:pt>
                <c:pt idx="64353">
                  <c:v>118.78</c:v>
                </c:pt>
                <c:pt idx="64354">
                  <c:v>-1.2</c:v>
                </c:pt>
                <c:pt idx="64355">
                  <c:v>131.97999999999999</c:v>
                </c:pt>
                <c:pt idx="64356">
                  <c:v>33.479999999999997</c:v>
                </c:pt>
                <c:pt idx="64357">
                  <c:v>114.89</c:v>
                </c:pt>
                <c:pt idx="64358">
                  <c:v>111.26</c:v>
                </c:pt>
                <c:pt idx="64359">
                  <c:v>51.98</c:v>
                </c:pt>
                <c:pt idx="64360">
                  <c:v>68.97</c:v>
                </c:pt>
                <c:pt idx="64361">
                  <c:v>188.97</c:v>
                </c:pt>
                <c:pt idx="64362">
                  <c:v>92.46</c:v>
                </c:pt>
                <c:pt idx="64363">
                  <c:v>107.94</c:v>
                </c:pt>
                <c:pt idx="64364">
                  <c:v>26.29</c:v>
                </c:pt>
                <c:pt idx="64365">
                  <c:v>77.42</c:v>
                </c:pt>
                <c:pt idx="64366">
                  <c:v>135.47</c:v>
                </c:pt>
                <c:pt idx="64367">
                  <c:v>99.98</c:v>
                </c:pt>
                <c:pt idx="64368">
                  <c:v>59.98</c:v>
                </c:pt>
                <c:pt idx="64369">
                  <c:v>61.98</c:v>
                </c:pt>
                <c:pt idx="64370">
                  <c:v>56.97</c:v>
                </c:pt>
                <c:pt idx="64371">
                  <c:v>77.97</c:v>
                </c:pt>
                <c:pt idx="64372">
                  <c:v>112.17</c:v>
                </c:pt>
                <c:pt idx="64373">
                  <c:v>80.89</c:v>
                </c:pt>
                <c:pt idx="64374">
                  <c:v>65.989999999999995</c:v>
                </c:pt>
                <c:pt idx="64375">
                  <c:v>95.96</c:v>
                </c:pt>
                <c:pt idx="64376">
                  <c:v>27.28</c:v>
                </c:pt>
                <c:pt idx="64377">
                  <c:v>69.98</c:v>
                </c:pt>
                <c:pt idx="64378">
                  <c:v>84.98</c:v>
                </c:pt>
                <c:pt idx="64379">
                  <c:v>51.98</c:v>
                </c:pt>
                <c:pt idx="64380">
                  <c:v>55.97</c:v>
                </c:pt>
                <c:pt idx="64381">
                  <c:v>59.96</c:v>
                </c:pt>
                <c:pt idx="64382">
                  <c:v>85.94</c:v>
                </c:pt>
                <c:pt idx="64383">
                  <c:v>61.98</c:v>
                </c:pt>
                <c:pt idx="64384">
                  <c:v>161.96</c:v>
                </c:pt>
                <c:pt idx="64385">
                  <c:v>86.98</c:v>
                </c:pt>
                <c:pt idx="64386">
                  <c:v>64.98</c:v>
                </c:pt>
                <c:pt idx="64387">
                  <c:v>23.59</c:v>
                </c:pt>
                <c:pt idx="64388">
                  <c:v>113.96</c:v>
                </c:pt>
                <c:pt idx="64389">
                  <c:v>91.96</c:v>
                </c:pt>
                <c:pt idx="64390">
                  <c:v>149.97</c:v>
                </c:pt>
                <c:pt idx="64391">
                  <c:v>169.98</c:v>
                </c:pt>
                <c:pt idx="64392">
                  <c:v>11.19</c:v>
                </c:pt>
                <c:pt idx="64393">
                  <c:v>84.99</c:v>
                </c:pt>
                <c:pt idx="64394">
                  <c:v>57.98</c:v>
                </c:pt>
                <c:pt idx="64395">
                  <c:v>59.96</c:v>
                </c:pt>
                <c:pt idx="64396">
                  <c:v>50.48</c:v>
                </c:pt>
                <c:pt idx="64397">
                  <c:v>85.97</c:v>
                </c:pt>
                <c:pt idx="64398">
                  <c:v>75.97</c:v>
                </c:pt>
                <c:pt idx="64399">
                  <c:v>26.6</c:v>
                </c:pt>
                <c:pt idx="64400">
                  <c:v>6.99</c:v>
                </c:pt>
                <c:pt idx="64401">
                  <c:v>43.49</c:v>
                </c:pt>
                <c:pt idx="64402">
                  <c:v>39.49</c:v>
                </c:pt>
                <c:pt idx="64403">
                  <c:v>127.97</c:v>
                </c:pt>
                <c:pt idx="64404">
                  <c:v>43.28</c:v>
                </c:pt>
                <c:pt idx="64405">
                  <c:v>67.98</c:v>
                </c:pt>
                <c:pt idx="64406">
                  <c:v>12.99</c:v>
                </c:pt>
                <c:pt idx="64407">
                  <c:v>197.97</c:v>
                </c:pt>
                <c:pt idx="64408">
                  <c:v>97.15</c:v>
                </c:pt>
                <c:pt idx="64409">
                  <c:v>169.98</c:v>
                </c:pt>
                <c:pt idx="64410">
                  <c:v>61.98</c:v>
                </c:pt>
                <c:pt idx="64411">
                  <c:v>62.57</c:v>
                </c:pt>
                <c:pt idx="64412">
                  <c:v>172.35</c:v>
                </c:pt>
                <c:pt idx="64413">
                  <c:v>54.99</c:v>
                </c:pt>
                <c:pt idx="64414">
                  <c:v>56.97</c:v>
                </c:pt>
                <c:pt idx="64415">
                  <c:v>63.96</c:v>
                </c:pt>
                <c:pt idx="64416">
                  <c:v>324.22000000000003</c:v>
                </c:pt>
                <c:pt idx="64417">
                  <c:v>76.180000000000007</c:v>
                </c:pt>
                <c:pt idx="64418">
                  <c:v>59.96</c:v>
                </c:pt>
                <c:pt idx="64419">
                  <c:v>11.49</c:v>
                </c:pt>
                <c:pt idx="64420">
                  <c:v>16.489999999999998</c:v>
                </c:pt>
                <c:pt idx="64421">
                  <c:v>39.54</c:v>
                </c:pt>
                <c:pt idx="64422">
                  <c:v>-47.96</c:v>
                </c:pt>
                <c:pt idx="64423">
                  <c:v>69.98</c:v>
                </c:pt>
                <c:pt idx="64424">
                  <c:v>38.479999999999997</c:v>
                </c:pt>
                <c:pt idx="64425">
                  <c:v>152.97999999999999</c:v>
                </c:pt>
                <c:pt idx="64426">
                  <c:v>121.96</c:v>
                </c:pt>
                <c:pt idx="64427">
                  <c:v>100.98</c:v>
                </c:pt>
                <c:pt idx="64428">
                  <c:v>26.6</c:v>
                </c:pt>
                <c:pt idx="64429">
                  <c:v>56.97</c:v>
                </c:pt>
                <c:pt idx="64430">
                  <c:v>103.46</c:v>
                </c:pt>
                <c:pt idx="64431">
                  <c:v>99.98</c:v>
                </c:pt>
                <c:pt idx="64432">
                  <c:v>-25.79</c:v>
                </c:pt>
                <c:pt idx="64433">
                  <c:v>181.95</c:v>
                </c:pt>
                <c:pt idx="64434">
                  <c:v>94.98</c:v>
                </c:pt>
                <c:pt idx="64435">
                  <c:v>83.98</c:v>
                </c:pt>
                <c:pt idx="64436">
                  <c:v>281.14</c:v>
                </c:pt>
                <c:pt idx="64437">
                  <c:v>93.56</c:v>
                </c:pt>
                <c:pt idx="64438">
                  <c:v>77.39</c:v>
                </c:pt>
                <c:pt idx="64439">
                  <c:v>84.99</c:v>
                </c:pt>
                <c:pt idx="64440">
                  <c:v>52.98</c:v>
                </c:pt>
                <c:pt idx="64441">
                  <c:v>179.96</c:v>
                </c:pt>
                <c:pt idx="64442">
                  <c:v>82.26</c:v>
                </c:pt>
                <c:pt idx="64443">
                  <c:v>68.97</c:v>
                </c:pt>
                <c:pt idx="64444">
                  <c:v>43.54</c:v>
                </c:pt>
                <c:pt idx="64445">
                  <c:v>159.69999999999999</c:v>
                </c:pt>
                <c:pt idx="64446">
                  <c:v>118.55</c:v>
                </c:pt>
                <c:pt idx="64447">
                  <c:v>16.489999999999998</c:v>
                </c:pt>
                <c:pt idx="64448">
                  <c:v>114.97</c:v>
                </c:pt>
                <c:pt idx="64449">
                  <c:v>104.97</c:v>
                </c:pt>
                <c:pt idx="64450">
                  <c:v>109.96</c:v>
                </c:pt>
                <c:pt idx="64451">
                  <c:v>65.319999999999993</c:v>
                </c:pt>
                <c:pt idx="64452">
                  <c:v>51.98</c:v>
                </c:pt>
                <c:pt idx="64453">
                  <c:v>55.48</c:v>
                </c:pt>
                <c:pt idx="64454">
                  <c:v>51.96</c:v>
                </c:pt>
                <c:pt idx="64455">
                  <c:v>110.98</c:v>
                </c:pt>
                <c:pt idx="64456">
                  <c:v>34.18</c:v>
                </c:pt>
                <c:pt idx="64457">
                  <c:v>62.87</c:v>
                </c:pt>
                <c:pt idx="64458">
                  <c:v>94.47</c:v>
                </c:pt>
                <c:pt idx="64459">
                  <c:v>99.98</c:v>
                </c:pt>
                <c:pt idx="64460">
                  <c:v>54.95</c:v>
                </c:pt>
                <c:pt idx="64461">
                  <c:v>59.99</c:v>
                </c:pt>
                <c:pt idx="64462">
                  <c:v>32.51</c:v>
                </c:pt>
                <c:pt idx="64463">
                  <c:v>19.309999999999999</c:v>
                </c:pt>
                <c:pt idx="64464">
                  <c:v>99.97</c:v>
                </c:pt>
                <c:pt idx="64465">
                  <c:v>53.98</c:v>
                </c:pt>
                <c:pt idx="64466">
                  <c:v>184.97</c:v>
                </c:pt>
                <c:pt idx="64467">
                  <c:v>39.49</c:v>
                </c:pt>
                <c:pt idx="64468">
                  <c:v>119.98</c:v>
                </c:pt>
                <c:pt idx="64469">
                  <c:v>31.44</c:v>
                </c:pt>
                <c:pt idx="64470">
                  <c:v>59.39</c:v>
                </c:pt>
                <c:pt idx="64471">
                  <c:v>55.98</c:v>
                </c:pt>
                <c:pt idx="64472">
                  <c:v>106.97</c:v>
                </c:pt>
                <c:pt idx="64473">
                  <c:v>77.42</c:v>
                </c:pt>
                <c:pt idx="64474">
                  <c:v>55.98</c:v>
                </c:pt>
                <c:pt idx="64475">
                  <c:v>28.2</c:v>
                </c:pt>
                <c:pt idx="64476">
                  <c:v>25.79</c:v>
                </c:pt>
                <c:pt idx="64477">
                  <c:v>13.28</c:v>
                </c:pt>
                <c:pt idx="64478">
                  <c:v>21.49</c:v>
                </c:pt>
                <c:pt idx="64479">
                  <c:v>135.97</c:v>
                </c:pt>
                <c:pt idx="64480">
                  <c:v>107.97</c:v>
                </c:pt>
                <c:pt idx="64481">
                  <c:v>71.98</c:v>
                </c:pt>
                <c:pt idx="64482">
                  <c:v>53.98</c:v>
                </c:pt>
                <c:pt idx="64483">
                  <c:v>43.48</c:v>
                </c:pt>
                <c:pt idx="64484">
                  <c:v>67.989999999999995</c:v>
                </c:pt>
                <c:pt idx="64485">
                  <c:v>41.49</c:v>
                </c:pt>
                <c:pt idx="64486">
                  <c:v>62.04</c:v>
                </c:pt>
                <c:pt idx="64487">
                  <c:v>32.630000000000003</c:v>
                </c:pt>
                <c:pt idx="64488">
                  <c:v>222.93</c:v>
                </c:pt>
                <c:pt idx="64489">
                  <c:v>58.97</c:v>
                </c:pt>
                <c:pt idx="64490">
                  <c:v>59.97</c:v>
                </c:pt>
                <c:pt idx="64491">
                  <c:v>17.489999999999998</c:v>
                </c:pt>
                <c:pt idx="64492">
                  <c:v>36.47</c:v>
                </c:pt>
                <c:pt idx="64493">
                  <c:v>51.29</c:v>
                </c:pt>
                <c:pt idx="64494">
                  <c:v>116.1</c:v>
                </c:pt>
                <c:pt idx="64495">
                  <c:v>70.180000000000007</c:v>
                </c:pt>
                <c:pt idx="64496">
                  <c:v>61.98</c:v>
                </c:pt>
                <c:pt idx="64497">
                  <c:v>28.49</c:v>
                </c:pt>
                <c:pt idx="64498">
                  <c:v>99.98</c:v>
                </c:pt>
                <c:pt idx="64499">
                  <c:v>68.95</c:v>
                </c:pt>
                <c:pt idx="64500">
                  <c:v>99.98</c:v>
                </c:pt>
                <c:pt idx="64501">
                  <c:v>51.96</c:v>
                </c:pt>
                <c:pt idx="64502">
                  <c:v>119.96</c:v>
                </c:pt>
                <c:pt idx="64503">
                  <c:v>74.95</c:v>
                </c:pt>
                <c:pt idx="64504">
                  <c:v>84.99</c:v>
                </c:pt>
                <c:pt idx="64505">
                  <c:v>57.98</c:v>
                </c:pt>
                <c:pt idx="64506">
                  <c:v>59.39</c:v>
                </c:pt>
                <c:pt idx="64507">
                  <c:v>20.29</c:v>
                </c:pt>
                <c:pt idx="64508">
                  <c:v>65.98</c:v>
                </c:pt>
                <c:pt idx="64509">
                  <c:v>72.98</c:v>
                </c:pt>
                <c:pt idx="64510">
                  <c:v>51.29</c:v>
                </c:pt>
                <c:pt idx="64511">
                  <c:v>8.49</c:v>
                </c:pt>
                <c:pt idx="64512">
                  <c:v>55.98</c:v>
                </c:pt>
                <c:pt idx="64513">
                  <c:v>56.97</c:v>
                </c:pt>
                <c:pt idx="64514">
                  <c:v>84.98</c:v>
                </c:pt>
                <c:pt idx="64515">
                  <c:v>129.96</c:v>
                </c:pt>
                <c:pt idx="64516">
                  <c:v>164.95</c:v>
                </c:pt>
                <c:pt idx="64517">
                  <c:v>27.38</c:v>
                </c:pt>
                <c:pt idx="64518">
                  <c:v>193.48</c:v>
                </c:pt>
                <c:pt idx="64519">
                  <c:v>59.97</c:v>
                </c:pt>
                <c:pt idx="64520">
                  <c:v>68.97</c:v>
                </c:pt>
                <c:pt idx="64521">
                  <c:v>254.97</c:v>
                </c:pt>
                <c:pt idx="64522">
                  <c:v>65.98</c:v>
                </c:pt>
                <c:pt idx="64523">
                  <c:v>51.98</c:v>
                </c:pt>
                <c:pt idx="64524">
                  <c:v>51.96</c:v>
                </c:pt>
                <c:pt idx="64525">
                  <c:v>56.98</c:v>
                </c:pt>
                <c:pt idx="64526">
                  <c:v>99.23</c:v>
                </c:pt>
                <c:pt idx="64527">
                  <c:v>37.47</c:v>
                </c:pt>
                <c:pt idx="64528">
                  <c:v>129.94999999999999</c:v>
                </c:pt>
                <c:pt idx="64529">
                  <c:v>146.97</c:v>
                </c:pt>
                <c:pt idx="64530">
                  <c:v>53.59</c:v>
                </c:pt>
                <c:pt idx="64531">
                  <c:v>160.86000000000001</c:v>
                </c:pt>
                <c:pt idx="64532">
                  <c:v>74.95</c:v>
                </c:pt>
                <c:pt idx="64533">
                  <c:v>11.29</c:v>
                </c:pt>
                <c:pt idx="64534">
                  <c:v>167.94</c:v>
                </c:pt>
                <c:pt idx="64535">
                  <c:v>9.66</c:v>
                </c:pt>
                <c:pt idx="64536">
                  <c:v>36.49</c:v>
                </c:pt>
                <c:pt idx="64537">
                  <c:v>13.29</c:v>
                </c:pt>
                <c:pt idx="64538">
                  <c:v>33.479999999999997</c:v>
                </c:pt>
                <c:pt idx="64539">
                  <c:v>104.95</c:v>
                </c:pt>
                <c:pt idx="64540">
                  <c:v>19.29</c:v>
                </c:pt>
                <c:pt idx="64541">
                  <c:v>70.17</c:v>
                </c:pt>
                <c:pt idx="64542">
                  <c:v>80.930000000000007</c:v>
                </c:pt>
                <c:pt idx="64543">
                  <c:v>67.72</c:v>
                </c:pt>
                <c:pt idx="64544">
                  <c:v>35.479999999999997</c:v>
                </c:pt>
                <c:pt idx="64545">
                  <c:v>32.49</c:v>
                </c:pt>
                <c:pt idx="64546">
                  <c:v>64.98</c:v>
                </c:pt>
                <c:pt idx="64547">
                  <c:v>67.97</c:v>
                </c:pt>
                <c:pt idx="64548">
                  <c:v>63.98</c:v>
                </c:pt>
                <c:pt idx="64549">
                  <c:v>84.99</c:v>
                </c:pt>
                <c:pt idx="64550">
                  <c:v>79.849999999999994</c:v>
                </c:pt>
                <c:pt idx="64551">
                  <c:v>137.88999999999999</c:v>
                </c:pt>
                <c:pt idx="64552">
                  <c:v>31.49</c:v>
                </c:pt>
                <c:pt idx="64553">
                  <c:v>122.98</c:v>
                </c:pt>
                <c:pt idx="64554">
                  <c:v>65.989999999999995</c:v>
                </c:pt>
                <c:pt idx="64555">
                  <c:v>129.96</c:v>
                </c:pt>
                <c:pt idx="64556">
                  <c:v>90.69</c:v>
                </c:pt>
                <c:pt idx="64557">
                  <c:v>51.49</c:v>
                </c:pt>
                <c:pt idx="64558">
                  <c:v>160.46</c:v>
                </c:pt>
                <c:pt idx="64559">
                  <c:v>79.94</c:v>
                </c:pt>
                <c:pt idx="64560">
                  <c:v>95.97</c:v>
                </c:pt>
                <c:pt idx="64561">
                  <c:v>144.29</c:v>
                </c:pt>
                <c:pt idx="64562">
                  <c:v>13.49</c:v>
                </c:pt>
                <c:pt idx="64563">
                  <c:v>94.99</c:v>
                </c:pt>
                <c:pt idx="64564">
                  <c:v>24.48</c:v>
                </c:pt>
                <c:pt idx="64565">
                  <c:v>58.98</c:v>
                </c:pt>
                <c:pt idx="64566">
                  <c:v>84.99</c:v>
                </c:pt>
                <c:pt idx="64567">
                  <c:v>65.989999999999995</c:v>
                </c:pt>
                <c:pt idx="64568">
                  <c:v>70.87</c:v>
                </c:pt>
                <c:pt idx="64569">
                  <c:v>71.86</c:v>
                </c:pt>
                <c:pt idx="64570">
                  <c:v>68.97</c:v>
                </c:pt>
                <c:pt idx="64571">
                  <c:v>11.48</c:v>
                </c:pt>
                <c:pt idx="64572">
                  <c:v>38.479999999999997</c:v>
                </c:pt>
                <c:pt idx="64573">
                  <c:v>97.96</c:v>
                </c:pt>
                <c:pt idx="64574">
                  <c:v>55.98</c:v>
                </c:pt>
                <c:pt idx="64575">
                  <c:v>59.95</c:v>
                </c:pt>
                <c:pt idx="64576">
                  <c:v>119.96</c:v>
                </c:pt>
                <c:pt idx="64577">
                  <c:v>60.99</c:v>
                </c:pt>
                <c:pt idx="64578">
                  <c:v>25.99</c:v>
                </c:pt>
                <c:pt idx="64579">
                  <c:v>84.99</c:v>
                </c:pt>
                <c:pt idx="64580">
                  <c:v>133.94999999999999</c:v>
                </c:pt>
                <c:pt idx="64581">
                  <c:v>99.95</c:v>
                </c:pt>
                <c:pt idx="64582">
                  <c:v>297.94</c:v>
                </c:pt>
                <c:pt idx="64583">
                  <c:v>65.989999999999995</c:v>
                </c:pt>
                <c:pt idx="64584">
                  <c:v>37.479999999999997</c:v>
                </c:pt>
                <c:pt idx="64585">
                  <c:v>44.49</c:v>
                </c:pt>
                <c:pt idx="64586">
                  <c:v>66.53</c:v>
                </c:pt>
                <c:pt idx="64587">
                  <c:v>120.98</c:v>
                </c:pt>
                <c:pt idx="64588">
                  <c:v>58.97</c:v>
                </c:pt>
                <c:pt idx="64589">
                  <c:v>146.97</c:v>
                </c:pt>
                <c:pt idx="64590">
                  <c:v>64.11</c:v>
                </c:pt>
                <c:pt idx="64591">
                  <c:v>87.98</c:v>
                </c:pt>
                <c:pt idx="64592">
                  <c:v>59.98</c:v>
                </c:pt>
                <c:pt idx="64593">
                  <c:v>137.96</c:v>
                </c:pt>
                <c:pt idx="64594">
                  <c:v>76.489999999999995</c:v>
                </c:pt>
                <c:pt idx="64595">
                  <c:v>8.48</c:v>
                </c:pt>
                <c:pt idx="64596">
                  <c:v>53.98</c:v>
                </c:pt>
                <c:pt idx="64597">
                  <c:v>84.57</c:v>
                </c:pt>
                <c:pt idx="64598">
                  <c:v>61.98</c:v>
                </c:pt>
                <c:pt idx="64599">
                  <c:v>56.97</c:v>
                </c:pt>
                <c:pt idx="64600">
                  <c:v>118.53</c:v>
                </c:pt>
                <c:pt idx="64601">
                  <c:v>100.98</c:v>
                </c:pt>
                <c:pt idx="64602">
                  <c:v>13.99</c:v>
                </c:pt>
                <c:pt idx="64603">
                  <c:v>87.43</c:v>
                </c:pt>
                <c:pt idx="64604">
                  <c:v>62.04</c:v>
                </c:pt>
                <c:pt idx="64605">
                  <c:v>98.97</c:v>
                </c:pt>
                <c:pt idx="64606">
                  <c:v>50.48</c:v>
                </c:pt>
                <c:pt idx="64607">
                  <c:v>45.47</c:v>
                </c:pt>
                <c:pt idx="64608">
                  <c:v>89.97</c:v>
                </c:pt>
                <c:pt idx="64609">
                  <c:v>131.97999999999999</c:v>
                </c:pt>
                <c:pt idx="64610">
                  <c:v>16.47</c:v>
                </c:pt>
                <c:pt idx="64611">
                  <c:v>108.86</c:v>
                </c:pt>
                <c:pt idx="64612">
                  <c:v>112.98</c:v>
                </c:pt>
                <c:pt idx="64613">
                  <c:v>19.34</c:v>
                </c:pt>
                <c:pt idx="64614">
                  <c:v>68.97</c:v>
                </c:pt>
                <c:pt idx="64615">
                  <c:v>54.12</c:v>
                </c:pt>
                <c:pt idx="64616">
                  <c:v>26.28</c:v>
                </c:pt>
                <c:pt idx="64617">
                  <c:v>87.98</c:v>
                </c:pt>
                <c:pt idx="64618">
                  <c:v>61.69</c:v>
                </c:pt>
                <c:pt idx="64619">
                  <c:v>33.29</c:v>
                </c:pt>
                <c:pt idx="64620">
                  <c:v>51.96</c:v>
                </c:pt>
                <c:pt idx="64621">
                  <c:v>44.99</c:v>
                </c:pt>
                <c:pt idx="64622">
                  <c:v>102.56</c:v>
                </c:pt>
                <c:pt idx="64623">
                  <c:v>19.28</c:v>
                </c:pt>
                <c:pt idx="64624">
                  <c:v>53.97</c:v>
                </c:pt>
                <c:pt idx="64625">
                  <c:v>50.97</c:v>
                </c:pt>
                <c:pt idx="64626">
                  <c:v>27.79</c:v>
                </c:pt>
                <c:pt idx="64627">
                  <c:v>148.94999999999999</c:v>
                </c:pt>
                <c:pt idx="64628">
                  <c:v>65.98</c:v>
                </c:pt>
                <c:pt idx="64629">
                  <c:v>372.92</c:v>
                </c:pt>
                <c:pt idx="64630">
                  <c:v>105.28</c:v>
                </c:pt>
                <c:pt idx="64631">
                  <c:v>22.48</c:v>
                </c:pt>
                <c:pt idx="64632">
                  <c:v>98.97</c:v>
                </c:pt>
                <c:pt idx="64633">
                  <c:v>99.98</c:v>
                </c:pt>
                <c:pt idx="64634">
                  <c:v>69.97</c:v>
                </c:pt>
                <c:pt idx="64635">
                  <c:v>67.739999999999995</c:v>
                </c:pt>
                <c:pt idx="64636">
                  <c:v>66.53</c:v>
                </c:pt>
                <c:pt idx="64637">
                  <c:v>57.57</c:v>
                </c:pt>
                <c:pt idx="64638">
                  <c:v>206.97</c:v>
                </c:pt>
                <c:pt idx="64639">
                  <c:v>58.98</c:v>
                </c:pt>
                <c:pt idx="64640">
                  <c:v>49.99</c:v>
                </c:pt>
                <c:pt idx="64641">
                  <c:v>54.38</c:v>
                </c:pt>
                <c:pt idx="64642">
                  <c:v>37.99</c:v>
                </c:pt>
                <c:pt idx="64643">
                  <c:v>98.97</c:v>
                </c:pt>
                <c:pt idx="64644">
                  <c:v>63.98</c:v>
                </c:pt>
                <c:pt idx="64645">
                  <c:v>330.94</c:v>
                </c:pt>
                <c:pt idx="64646">
                  <c:v>65.989999999999995</c:v>
                </c:pt>
                <c:pt idx="64647">
                  <c:v>54.89</c:v>
                </c:pt>
                <c:pt idx="64648">
                  <c:v>63.97</c:v>
                </c:pt>
                <c:pt idx="64649">
                  <c:v>43.48</c:v>
                </c:pt>
                <c:pt idx="64650">
                  <c:v>51.47</c:v>
                </c:pt>
                <c:pt idx="64651">
                  <c:v>9.66</c:v>
                </c:pt>
                <c:pt idx="64652">
                  <c:v>52.98</c:v>
                </c:pt>
                <c:pt idx="64653">
                  <c:v>83.68</c:v>
                </c:pt>
                <c:pt idx="64654">
                  <c:v>149.96</c:v>
                </c:pt>
                <c:pt idx="64655">
                  <c:v>91.15</c:v>
                </c:pt>
                <c:pt idx="64656">
                  <c:v>65.989999999999995</c:v>
                </c:pt>
                <c:pt idx="64657">
                  <c:v>121.95</c:v>
                </c:pt>
                <c:pt idx="64658">
                  <c:v>52.08</c:v>
                </c:pt>
                <c:pt idx="64659">
                  <c:v>135.94</c:v>
                </c:pt>
                <c:pt idx="64660">
                  <c:v>84.99</c:v>
                </c:pt>
                <c:pt idx="64661">
                  <c:v>-104.95</c:v>
                </c:pt>
                <c:pt idx="64662">
                  <c:v>89.98</c:v>
                </c:pt>
                <c:pt idx="64663">
                  <c:v>63.98</c:v>
                </c:pt>
                <c:pt idx="64664">
                  <c:v>119.97</c:v>
                </c:pt>
                <c:pt idx="64665">
                  <c:v>169.98</c:v>
                </c:pt>
                <c:pt idx="64666">
                  <c:v>163.84</c:v>
                </c:pt>
                <c:pt idx="64667">
                  <c:v>89.97</c:v>
                </c:pt>
                <c:pt idx="64668">
                  <c:v>101.96</c:v>
                </c:pt>
                <c:pt idx="64669">
                  <c:v>53.98</c:v>
                </c:pt>
                <c:pt idx="64670">
                  <c:v>47.48</c:v>
                </c:pt>
                <c:pt idx="64671">
                  <c:v>61.98</c:v>
                </c:pt>
                <c:pt idx="64672">
                  <c:v>56.57</c:v>
                </c:pt>
                <c:pt idx="64673">
                  <c:v>34.49</c:v>
                </c:pt>
                <c:pt idx="64674">
                  <c:v>190.95</c:v>
                </c:pt>
                <c:pt idx="64675">
                  <c:v>65.97</c:v>
                </c:pt>
                <c:pt idx="64676">
                  <c:v>31.49</c:v>
                </c:pt>
                <c:pt idx="64677">
                  <c:v>77.97</c:v>
                </c:pt>
                <c:pt idx="64678">
                  <c:v>79.84</c:v>
                </c:pt>
                <c:pt idx="64679">
                  <c:v>153.96</c:v>
                </c:pt>
                <c:pt idx="64680">
                  <c:v>65.98</c:v>
                </c:pt>
                <c:pt idx="64681">
                  <c:v>43.29</c:v>
                </c:pt>
                <c:pt idx="64682">
                  <c:v>110.98</c:v>
                </c:pt>
                <c:pt idx="64683">
                  <c:v>77.97</c:v>
                </c:pt>
                <c:pt idx="64684">
                  <c:v>63.97</c:v>
                </c:pt>
                <c:pt idx="64685">
                  <c:v>55.96</c:v>
                </c:pt>
                <c:pt idx="64686">
                  <c:v>84.99</c:v>
                </c:pt>
                <c:pt idx="64687">
                  <c:v>71.98</c:v>
                </c:pt>
                <c:pt idx="64688">
                  <c:v>99.98</c:v>
                </c:pt>
                <c:pt idx="64689">
                  <c:v>61.98</c:v>
                </c:pt>
                <c:pt idx="64690">
                  <c:v>-1.2</c:v>
                </c:pt>
                <c:pt idx="64691">
                  <c:v>41.47</c:v>
                </c:pt>
                <c:pt idx="64692">
                  <c:v>82.97</c:v>
                </c:pt>
                <c:pt idx="64693">
                  <c:v>65.989999999999995</c:v>
                </c:pt>
                <c:pt idx="64694">
                  <c:v>24.18</c:v>
                </c:pt>
                <c:pt idx="64695">
                  <c:v>35.29</c:v>
                </c:pt>
                <c:pt idx="64696">
                  <c:v>47.48</c:v>
                </c:pt>
                <c:pt idx="64697">
                  <c:v>74.98</c:v>
                </c:pt>
                <c:pt idx="64698">
                  <c:v>11.19</c:v>
                </c:pt>
                <c:pt idx="64699">
                  <c:v>50.08</c:v>
                </c:pt>
                <c:pt idx="64700">
                  <c:v>79.989999999999995</c:v>
                </c:pt>
                <c:pt idx="64701">
                  <c:v>137.94</c:v>
                </c:pt>
                <c:pt idx="64702">
                  <c:v>44.75</c:v>
                </c:pt>
                <c:pt idx="64703">
                  <c:v>81.03</c:v>
                </c:pt>
                <c:pt idx="64704">
                  <c:v>54.67</c:v>
                </c:pt>
                <c:pt idx="64705">
                  <c:v>25.29</c:v>
                </c:pt>
                <c:pt idx="64706">
                  <c:v>23.18</c:v>
                </c:pt>
                <c:pt idx="64707">
                  <c:v>115.96</c:v>
                </c:pt>
                <c:pt idx="64708">
                  <c:v>63.83</c:v>
                </c:pt>
                <c:pt idx="64709">
                  <c:v>79.849999999999994</c:v>
                </c:pt>
                <c:pt idx="64710">
                  <c:v>51.98</c:v>
                </c:pt>
                <c:pt idx="64711">
                  <c:v>164.95</c:v>
                </c:pt>
                <c:pt idx="64712">
                  <c:v>21.08</c:v>
                </c:pt>
                <c:pt idx="64713">
                  <c:v>51.98</c:v>
                </c:pt>
                <c:pt idx="64714">
                  <c:v>24.18</c:v>
                </c:pt>
                <c:pt idx="64715">
                  <c:v>59.98</c:v>
                </c:pt>
                <c:pt idx="64716">
                  <c:v>59.98</c:v>
                </c:pt>
                <c:pt idx="64717">
                  <c:v>67.709999999999994</c:v>
                </c:pt>
                <c:pt idx="64718">
                  <c:v>77.75</c:v>
                </c:pt>
                <c:pt idx="64719">
                  <c:v>65.989999999999995</c:v>
                </c:pt>
                <c:pt idx="64720">
                  <c:v>69.989999999999995</c:v>
                </c:pt>
                <c:pt idx="64721">
                  <c:v>99.98</c:v>
                </c:pt>
                <c:pt idx="64722">
                  <c:v>84.99</c:v>
                </c:pt>
                <c:pt idx="64723">
                  <c:v>123.96</c:v>
                </c:pt>
                <c:pt idx="64724">
                  <c:v>13.49</c:v>
                </c:pt>
                <c:pt idx="64725">
                  <c:v>131.97999999999999</c:v>
                </c:pt>
                <c:pt idx="64726">
                  <c:v>-51.98</c:v>
                </c:pt>
                <c:pt idx="64727">
                  <c:v>169.98</c:v>
                </c:pt>
                <c:pt idx="64728">
                  <c:v>111.96</c:v>
                </c:pt>
                <c:pt idx="64729">
                  <c:v>59.71</c:v>
                </c:pt>
                <c:pt idx="64730">
                  <c:v>51.98</c:v>
                </c:pt>
                <c:pt idx="64731">
                  <c:v>-114.96</c:v>
                </c:pt>
                <c:pt idx="64732">
                  <c:v>77.39</c:v>
                </c:pt>
                <c:pt idx="64733">
                  <c:v>-59.98</c:v>
                </c:pt>
                <c:pt idx="64734">
                  <c:v>53.94</c:v>
                </c:pt>
                <c:pt idx="64735">
                  <c:v>131.97999999999999</c:v>
                </c:pt>
                <c:pt idx="64736">
                  <c:v>84.99</c:v>
                </c:pt>
                <c:pt idx="64737">
                  <c:v>54.97</c:v>
                </c:pt>
                <c:pt idx="64738">
                  <c:v>76.489999999999995</c:v>
                </c:pt>
                <c:pt idx="64739">
                  <c:v>254.97</c:v>
                </c:pt>
                <c:pt idx="64740">
                  <c:v>106.39</c:v>
                </c:pt>
                <c:pt idx="64741">
                  <c:v>68.98</c:v>
                </c:pt>
                <c:pt idx="64742">
                  <c:v>131.97999999999999</c:v>
                </c:pt>
                <c:pt idx="64743">
                  <c:v>16.489999999999998</c:v>
                </c:pt>
                <c:pt idx="64744">
                  <c:v>195.95</c:v>
                </c:pt>
                <c:pt idx="64745">
                  <c:v>99.98</c:v>
                </c:pt>
                <c:pt idx="64746">
                  <c:v>55.96</c:v>
                </c:pt>
                <c:pt idx="64747">
                  <c:v>28.53</c:v>
                </c:pt>
                <c:pt idx="64748">
                  <c:v>60.99</c:v>
                </c:pt>
                <c:pt idx="64749">
                  <c:v>229.9</c:v>
                </c:pt>
                <c:pt idx="64750">
                  <c:v>95.47</c:v>
                </c:pt>
                <c:pt idx="64751">
                  <c:v>43.3</c:v>
                </c:pt>
                <c:pt idx="64752">
                  <c:v>63.98</c:v>
                </c:pt>
                <c:pt idx="64753">
                  <c:v>31.48</c:v>
                </c:pt>
                <c:pt idx="64754">
                  <c:v>64.98</c:v>
                </c:pt>
                <c:pt idx="64755">
                  <c:v>123.96</c:v>
                </c:pt>
                <c:pt idx="64756">
                  <c:v>64.98</c:v>
                </c:pt>
                <c:pt idx="64757">
                  <c:v>169.98</c:v>
                </c:pt>
                <c:pt idx="64758">
                  <c:v>16.489999999999998</c:v>
                </c:pt>
                <c:pt idx="64759">
                  <c:v>78.63</c:v>
                </c:pt>
                <c:pt idx="64760">
                  <c:v>32.86</c:v>
                </c:pt>
                <c:pt idx="64761">
                  <c:v>61.98</c:v>
                </c:pt>
                <c:pt idx="64762">
                  <c:v>51.29</c:v>
                </c:pt>
                <c:pt idx="64763">
                  <c:v>73.48</c:v>
                </c:pt>
                <c:pt idx="64764">
                  <c:v>51.95</c:v>
                </c:pt>
                <c:pt idx="64765">
                  <c:v>137.97999999999999</c:v>
                </c:pt>
                <c:pt idx="64766">
                  <c:v>59.98</c:v>
                </c:pt>
                <c:pt idx="64767">
                  <c:v>50.94</c:v>
                </c:pt>
                <c:pt idx="64768">
                  <c:v>112.49</c:v>
                </c:pt>
                <c:pt idx="64769">
                  <c:v>67.48</c:v>
                </c:pt>
                <c:pt idx="64770">
                  <c:v>182.95</c:v>
                </c:pt>
                <c:pt idx="64771">
                  <c:v>24.49</c:v>
                </c:pt>
                <c:pt idx="64772">
                  <c:v>79.98</c:v>
                </c:pt>
                <c:pt idx="64773">
                  <c:v>60.96</c:v>
                </c:pt>
                <c:pt idx="64774">
                  <c:v>94.95</c:v>
                </c:pt>
                <c:pt idx="64775">
                  <c:v>39.1</c:v>
                </c:pt>
                <c:pt idx="64776">
                  <c:v>91.78</c:v>
                </c:pt>
                <c:pt idx="64777">
                  <c:v>64.77</c:v>
                </c:pt>
                <c:pt idx="64778">
                  <c:v>46.49</c:v>
                </c:pt>
                <c:pt idx="64779">
                  <c:v>79.849999999999994</c:v>
                </c:pt>
                <c:pt idx="64780">
                  <c:v>106.97</c:v>
                </c:pt>
                <c:pt idx="64781">
                  <c:v>72.55</c:v>
                </c:pt>
                <c:pt idx="64782">
                  <c:v>39.49</c:v>
                </c:pt>
                <c:pt idx="64783">
                  <c:v>65.98</c:v>
                </c:pt>
                <c:pt idx="64784">
                  <c:v>59.98</c:v>
                </c:pt>
                <c:pt idx="64785">
                  <c:v>63.48</c:v>
                </c:pt>
                <c:pt idx="64786">
                  <c:v>34.49</c:v>
                </c:pt>
                <c:pt idx="64787">
                  <c:v>39.479999999999997</c:v>
                </c:pt>
                <c:pt idx="64788">
                  <c:v>53.98</c:v>
                </c:pt>
                <c:pt idx="64789">
                  <c:v>267.22000000000003</c:v>
                </c:pt>
                <c:pt idx="64790">
                  <c:v>96.78</c:v>
                </c:pt>
                <c:pt idx="64791">
                  <c:v>-36.29</c:v>
                </c:pt>
                <c:pt idx="64792">
                  <c:v>111.98</c:v>
                </c:pt>
                <c:pt idx="64793">
                  <c:v>36.29</c:v>
                </c:pt>
                <c:pt idx="64794">
                  <c:v>78.959999999999994</c:v>
                </c:pt>
                <c:pt idx="64795">
                  <c:v>91.92</c:v>
                </c:pt>
                <c:pt idx="64796">
                  <c:v>84.99</c:v>
                </c:pt>
                <c:pt idx="64797">
                  <c:v>46.49</c:v>
                </c:pt>
                <c:pt idx="64798">
                  <c:v>89.97</c:v>
                </c:pt>
                <c:pt idx="64799">
                  <c:v>54.99</c:v>
                </c:pt>
                <c:pt idx="64800">
                  <c:v>35.49</c:v>
                </c:pt>
                <c:pt idx="64801">
                  <c:v>59.98</c:v>
                </c:pt>
                <c:pt idx="64802">
                  <c:v>19.34</c:v>
                </c:pt>
                <c:pt idx="64803">
                  <c:v>20.49</c:v>
                </c:pt>
                <c:pt idx="64804">
                  <c:v>77.98</c:v>
                </c:pt>
                <c:pt idx="64805">
                  <c:v>51.98</c:v>
                </c:pt>
                <c:pt idx="64806">
                  <c:v>105.25</c:v>
                </c:pt>
                <c:pt idx="64807">
                  <c:v>24.49</c:v>
                </c:pt>
                <c:pt idx="64808">
                  <c:v>31.28</c:v>
                </c:pt>
                <c:pt idx="64809">
                  <c:v>84.99</c:v>
                </c:pt>
                <c:pt idx="64810">
                  <c:v>16.489999999999998</c:v>
                </c:pt>
                <c:pt idx="64811">
                  <c:v>99.98</c:v>
                </c:pt>
                <c:pt idx="64812">
                  <c:v>87.08</c:v>
                </c:pt>
                <c:pt idx="64813">
                  <c:v>45.09</c:v>
                </c:pt>
                <c:pt idx="64814">
                  <c:v>59.96</c:v>
                </c:pt>
                <c:pt idx="64815">
                  <c:v>11.49</c:v>
                </c:pt>
                <c:pt idx="64816">
                  <c:v>133.47999999999999</c:v>
                </c:pt>
                <c:pt idx="64817">
                  <c:v>169.98</c:v>
                </c:pt>
                <c:pt idx="64818">
                  <c:v>8.49</c:v>
                </c:pt>
                <c:pt idx="64819">
                  <c:v>50.98</c:v>
                </c:pt>
                <c:pt idx="64820">
                  <c:v>53.98</c:v>
                </c:pt>
                <c:pt idx="64821">
                  <c:v>63.96</c:v>
                </c:pt>
                <c:pt idx="64822">
                  <c:v>65.989999999999995</c:v>
                </c:pt>
                <c:pt idx="64823">
                  <c:v>67.959999999999994</c:v>
                </c:pt>
                <c:pt idx="64824">
                  <c:v>107.99</c:v>
                </c:pt>
                <c:pt idx="64825">
                  <c:v>97.15</c:v>
                </c:pt>
                <c:pt idx="64826">
                  <c:v>59.94</c:v>
                </c:pt>
                <c:pt idx="64827">
                  <c:v>65.98</c:v>
                </c:pt>
                <c:pt idx="64828">
                  <c:v>98.97</c:v>
                </c:pt>
                <c:pt idx="64829">
                  <c:v>51.49</c:v>
                </c:pt>
                <c:pt idx="64830">
                  <c:v>79.98</c:v>
                </c:pt>
                <c:pt idx="64831">
                  <c:v>101.98</c:v>
                </c:pt>
                <c:pt idx="64832">
                  <c:v>119.56</c:v>
                </c:pt>
                <c:pt idx="64833">
                  <c:v>50.97</c:v>
                </c:pt>
                <c:pt idx="64834">
                  <c:v>94.98</c:v>
                </c:pt>
                <c:pt idx="64835">
                  <c:v>125.79</c:v>
                </c:pt>
                <c:pt idx="64836">
                  <c:v>89.97</c:v>
                </c:pt>
                <c:pt idx="64837">
                  <c:v>40.479999999999997</c:v>
                </c:pt>
                <c:pt idx="64838">
                  <c:v>64</c:v>
                </c:pt>
                <c:pt idx="64839">
                  <c:v>67.48</c:v>
                </c:pt>
                <c:pt idx="64840">
                  <c:v>58.15</c:v>
                </c:pt>
                <c:pt idx="64841">
                  <c:v>24.29</c:v>
                </c:pt>
                <c:pt idx="64842">
                  <c:v>59.96</c:v>
                </c:pt>
                <c:pt idx="64843">
                  <c:v>99.98</c:v>
                </c:pt>
                <c:pt idx="64844">
                  <c:v>62.98</c:v>
                </c:pt>
                <c:pt idx="64845">
                  <c:v>54.98</c:v>
                </c:pt>
                <c:pt idx="64846">
                  <c:v>-1.5</c:v>
                </c:pt>
                <c:pt idx="64847">
                  <c:v>46.47</c:v>
                </c:pt>
                <c:pt idx="64848">
                  <c:v>56.45</c:v>
                </c:pt>
                <c:pt idx="64849">
                  <c:v>105.98</c:v>
                </c:pt>
                <c:pt idx="64850">
                  <c:v>84.99</c:v>
                </c:pt>
                <c:pt idx="64851">
                  <c:v>107.96</c:v>
                </c:pt>
                <c:pt idx="64852">
                  <c:v>50.58</c:v>
                </c:pt>
                <c:pt idx="64853">
                  <c:v>56.28</c:v>
                </c:pt>
                <c:pt idx="64854">
                  <c:v>49.48</c:v>
                </c:pt>
                <c:pt idx="64855">
                  <c:v>139.96</c:v>
                </c:pt>
                <c:pt idx="64856">
                  <c:v>69.98</c:v>
                </c:pt>
                <c:pt idx="64857">
                  <c:v>494.85</c:v>
                </c:pt>
                <c:pt idx="64858">
                  <c:v>46.49</c:v>
                </c:pt>
                <c:pt idx="64859">
                  <c:v>64.77</c:v>
                </c:pt>
                <c:pt idx="64860">
                  <c:v>84.99</c:v>
                </c:pt>
                <c:pt idx="64861">
                  <c:v>287.94</c:v>
                </c:pt>
                <c:pt idx="64862">
                  <c:v>85.8</c:v>
                </c:pt>
                <c:pt idx="64863">
                  <c:v>37.49</c:v>
                </c:pt>
                <c:pt idx="64864">
                  <c:v>16.489999999999998</c:v>
                </c:pt>
                <c:pt idx="64865">
                  <c:v>72.98</c:v>
                </c:pt>
                <c:pt idx="64866">
                  <c:v>137.97</c:v>
                </c:pt>
                <c:pt idx="64867">
                  <c:v>68.97</c:v>
                </c:pt>
                <c:pt idx="64868">
                  <c:v>150.66999999999999</c:v>
                </c:pt>
                <c:pt idx="64869">
                  <c:v>84.99</c:v>
                </c:pt>
                <c:pt idx="64870">
                  <c:v>17.489999999999998</c:v>
                </c:pt>
                <c:pt idx="64871">
                  <c:v>95.54</c:v>
                </c:pt>
                <c:pt idx="64872">
                  <c:v>100.04</c:v>
                </c:pt>
                <c:pt idx="64873">
                  <c:v>135.47999999999999</c:v>
                </c:pt>
                <c:pt idx="64874">
                  <c:v>110.97</c:v>
                </c:pt>
                <c:pt idx="64875">
                  <c:v>67.98</c:v>
                </c:pt>
                <c:pt idx="64876">
                  <c:v>-155.94</c:v>
                </c:pt>
                <c:pt idx="64877">
                  <c:v>29.48</c:v>
                </c:pt>
                <c:pt idx="64878">
                  <c:v>51.96</c:v>
                </c:pt>
                <c:pt idx="64879">
                  <c:v>84.99</c:v>
                </c:pt>
                <c:pt idx="64880">
                  <c:v>62.19</c:v>
                </c:pt>
                <c:pt idx="64881">
                  <c:v>54.98</c:v>
                </c:pt>
                <c:pt idx="64882">
                  <c:v>27.93</c:v>
                </c:pt>
                <c:pt idx="64883">
                  <c:v>129.97</c:v>
                </c:pt>
                <c:pt idx="64884">
                  <c:v>25.69</c:v>
                </c:pt>
                <c:pt idx="64885">
                  <c:v>112.97</c:v>
                </c:pt>
                <c:pt idx="64886">
                  <c:v>141.44999999999999</c:v>
                </c:pt>
                <c:pt idx="64887">
                  <c:v>53.98</c:v>
                </c:pt>
                <c:pt idx="64888">
                  <c:v>131.94</c:v>
                </c:pt>
                <c:pt idx="64889">
                  <c:v>88.29</c:v>
                </c:pt>
                <c:pt idx="64890">
                  <c:v>59.95</c:v>
                </c:pt>
                <c:pt idx="64891">
                  <c:v>123.88</c:v>
                </c:pt>
                <c:pt idx="64892">
                  <c:v>335.88</c:v>
                </c:pt>
                <c:pt idx="64893">
                  <c:v>75.98</c:v>
                </c:pt>
                <c:pt idx="64894">
                  <c:v>169.98</c:v>
                </c:pt>
                <c:pt idx="64895">
                  <c:v>20.49</c:v>
                </c:pt>
                <c:pt idx="64896">
                  <c:v>169.98</c:v>
                </c:pt>
                <c:pt idx="64897">
                  <c:v>84.99</c:v>
                </c:pt>
                <c:pt idx="64898">
                  <c:v>223.92</c:v>
                </c:pt>
                <c:pt idx="64899">
                  <c:v>114.97</c:v>
                </c:pt>
                <c:pt idx="64900">
                  <c:v>63.96</c:v>
                </c:pt>
                <c:pt idx="64901">
                  <c:v>59.98</c:v>
                </c:pt>
                <c:pt idx="64902">
                  <c:v>55.64</c:v>
                </c:pt>
                <c:pt idx="64903">
                  <c:v>84.99</c:v>
                </c:pt>
                <c:pt idx="64904">
                  <c:v>47.15</c:v>
                </c:pt>
                <c:pt idx="64905">
                  <c:v>129.93</c:v>
                </c:pt>
                <c:pt idx="64906">
                  <c:v>127.46</c:v>
                </c:pt>
                <c:pt idx="64907">
                  <c:v>75.87</c:v>
                </c:pt>
                <c:pt idx="64908">
                  <c:v>63.98</c:v>
                </c:pt>
                <c:pt idx="64909">
                  <c:v>85.48</c:v>
                </c:pt>
                <c:pt idx="64910">
                  <c:v>51.98</c:v>
                </c:pt>
                <c:pt idx="64911">
                  <c:v>89.98</c:v>
                </c:pt>
                <c:pt idx="64912">
                  <c:v>63.98</c:v>
                </c:pt>
                <c:pt idx="64913">
                  <c:v>166.47</c:v>
                </c:pt>
                <c:pt idx="64914">
                  <c:v>122.19</c:v>
                </c:pt>
                <c:pt idx="64915">
                  <c:v>178.01</c:v>
                </c:pt>
                <c:pt idx="64916">
                  <c:v>112.49</c:v>
                </c:pt>
                <c:pt idx="64917">
                  <c:v>74.97</c:v>
                </c:pt>
                <c:pt idx="64918">
                  <c:v>211.95</c:v>
                </c:pt>
                <c:pt idx="64919">
                  <c:v>185.94</c:v>
                </c:pt>
                <c:pt idx="64920">
                  <c:v>107.97</c:v>
                </c:pt>
                <c:pt idx="64921">
                  <c:v>76.48</c:v>
                </c:pt>
                <c:pt idx="64922">
                  <c:v>59.98</c:v>
                </c:pt>
                <c:pt idx="64923">
                  <c:v>25.29</c:v>
                </c:pt>
                <c:pt idx="64924">
                  <c:v>124.91</c:v>
                </c:pt>
                <c:pt idx="64925">
                  <c:v>83.98</c:v>
                </c:pt>
                <c:pt idx="64926">
                  <c:v>64.97</c:v>
                </c:pt>
                <c:pt idx="64927">
                  <c:v>108.17</c:v>
                </c:pt>
                <c:pt idx="64928">
                  <c:v>103.97</c:v>
                </c:pt>
                <c:pt idx="64929">
                  <c:v>63.98</c:v>
                </c:pt>
                <c:pt idx="64930">
                  <c:v>60.97</c:v>
                </c:pt>
                <c:pt idx="64931">
                  <c:v>128.24</c:v>
                </c:pt>
                <c:pt idx="64932">
                  <c:v>55.23</c:v>
                </c:pt>
                <c:pt idx="64933">
                  <c:v>51.49</c:v>
                </c:pt>
                <c:pt idx="64934">
                  <c:v>34.28</c:v>
                </c:pt>
                <c:pt idx="64935">
                  <c:v>141.32</c:v>
                </c:pt>
                <c:pt idx="64936">
                  <c:v>147.55000000000001</c:v>
                </c:pt>
                <c:pt idx="64937">
                  <c:v>52.98</c:v>
                </c:pt>
                <c:pt idx="64938">
                  <c:v>52.68</c:v>
                </c:pt>
                <c:pt idx="64939">
                  <c:v>231.91</c:v>
                </c:pt>
                <c:pt idx="64940">
                  <c:v>79.97</c:v>
                </c:pt>
                <c:pt idx="64941">
                  <c:v>207.92</c:v>
                </c:pt>
                <c:pt idx="64942">
                  <c:v>103.98</c:v>
                </c:pt>
                <c:pt idx="64943">
                  <c:v>65.97</c:v>
                </c:pt>
                <c:pt idx="64944">
                  <c:v>85.89</c:v>
                </c:pt>
                <c:pt idx="64945">
                  <c:v>62.87</c:v>
                </c:pt>
                <c:pt idx="64946">
                  <c:v>51.29</c:v>
                </c:pt>
                <c:pt idx="64947">
                  <c:v>106.96</c:v>
                </c:pt>
                <c:pt idx="64948">
                  <c:v>55.91</c:v>
                </c:pt>
                <c:pt idx="64949">
                  <c:v>61.98</c:v>
                </c:pt>
                <c:pt idx="64950">
                  <c:v>53.48</c:v>
                </c:pt>
                <c:pt idx="64951">
                  <c:v>139.94999999999999</c:v>
                </c:pt>
                <c:pt idx="64952">
                  <c:v>52.98</c:v>
                </c:pt>
                <c:pt idx="64953">
                  <c:v>92.97</c:v>
                </c:pt>
                <c:pt idx="64954">
                  <c:v>263.95999999999998</c:v>
                </c:pt>
                <c:pt idx="64955">
                  <c:v>99.98</c:v>
                </c:pt>
                <c:pt idx="64956">
                  <c:v>65.319999999999993</c:v>
                </c:pt>
                <c:pt idx="64957">
                  <c:v>90.05</c:v>
                </c:pt>
                <c:pt idx="64958">
                  <c:v>59.96</c:v>
                </c:pt>
                <c:pt idx="64959">
                  <c:v>65.3</c:v>
                </c:pt>
                <c:pt idx="64960">
                  <c:v>16.920000000000002</c:v>
                </c:pt>
                <c:pt idx="64961">
                  <c:v>117.92</c:v>
                </c:pt>
                <c:pt idx="64962">
                  <c:v>68.989999999999995</c:v>
                </c:pt>
                <c:pt idx="64963">
                  <c:v>37.47</c:v>
                </c:pt>
                <c:pt idx="64964">
                  <c:v>55.98</c:v>
                </c:pt>
                <c:pt idx="64965">
                  <c:v>105.25</c:v>
                </c:pt>
                <c:pt idx="64966">
                  <c:v>47.48</c:v>
                </c:pt>
                <c:pt idx="64967">
                  <c:v>57.98</c:v>
                </c:pt>
                <c:pt idx="64968">
                  <c:v>84.99</c:v>
                </c:pt>
                <c:pt idx="64969">
                  <c:v>194.73</c:v>
                </c:pt>
                <c:pt idx="64970">
                  <c:v>80.48</c:v>
                </c:pt>
                <c:pt idx="64971">
                  <c:v>141.94999999999999</c:v>
                </c:pt>
                <c:pt idx="64972">
                  <c:v>82.34</c:v>
                </c:pt>
                <c:pt idx="64973">
                  <c:v>53.98</c:v>
                </c:pt>
                <c:pt idx="64974">
                  <c:v>14.29</c:v>
                </c:pt>
                <c:pt idx="64975">
                  <c:v>55.95</c:v>
                </c:pt>
                <c:pt idx="64976">
                  <c:v>106.97</c:v>
                </c:pt>
                <c:pt idx="64977">
                  <c:v>55.96</c:v>
                </c:pt>
                <c:pt idx="64978">
                  <c:v>134.97</c:v>
                </c:pt>
                <c:pt idx="64979">
                  <c:v>51.97</c:v>
                </c:pt>
                <c:pt idx="64980">
                  <c:v>58.97</c:v>
                </c:pt>
                <c:pt idx="64981">
                  <c:v>56.97</c:v>
                </c:pt>
                <c:pt idx="64982">
                  <c:v>-55.98</c:v>
                </c:pt>
                <c:pt idx="64983">
                  <c:v>-224.45</c:v>
                </c:pt>
                <c:pt idx="64984">
                  <c:v>29.49</c:v>
                </c:pt>
                <c:pt idx="64985">
                  <c:v>51.97</c:v>
                </c:pt>
                <c:pt idx="64986">
                  <c:v>55.97</c:v>
                </c:pt>
                <c:pt idx="64987">
                  <c:v>84.99</c:v>
                </c:pt>
                <c:pt idx="64988">
                  <c:v>68.97</c:v>
                </c:pt>
                <c:pt idx="64989">
                  <c:v>21.28</c:v>
                </c:pt>
                <c:pt idx="64990">
                  <c:v>178.41</c:v>
                </c:pt>
                <c:pt idx="64991">
                  <c:v>30.49</c:v>
                </c:pt>
                <c:pt idx="64992">
                  <c:v>162.47999999999999</c:v>
                </c:pt>
                <c:pt idx="64993">
                  <c:v>61.98</c:v>
                </c:pt>
                <c:pt idx="64994">
                  <c:v>15.48</c:v>
                </c:pt>
                <c:pt idx="64995">
                  <c:v>159.97999999999999</c:v>
                </c:pt>
                <c:pt idx="64996">
                  <c:v>73.97</c:v>
                </c:pt>
                <c:pt idx="64997">
                  <c:v>64.98</c:v>
                </c:pt>
                <c:pt idx="64998">
                  <c:v>84.98</c:v>
                </c:pt>
                <c:pt idx="64999">
                  <c:v>49.98</c:v>
                </c:pt>
                <c:pt idx="65000">
                  <c:v>167.46</c:v>
                </c:pt>
                <c:pt idx="65001">
                  <c:v>145.13</c:v>
                </c:pt>
                <c:pt idx="65002">
                  <c:v>142.74</c:v>
                </c:pt>
                <c:pt idx="65003">
                  <c:v>78.97</c:v>
                </c:pt>
                <c:pt idx="65004">
                  <c:v>71.86</c:v>
                </c:pt>
                <c:pt idx="65005">
                  <c:v>70.47</c:v>
                </c:pt>
                <c:pt idx="65006">
                  <c:v>67.98</c:v>
                </c:pt>
                <c:pt idx="65007">
                  <c:v>86.97</c:v>
                </c:pt>
                <c:pt idx="65008">
                  <c:v>88.86</c:v>
                </c:pt>
                <c:pt idx="65009">
                  <c:v>54.95</c:v>
                </c:pt>
                <c:pt idx="65010">
                  <c:v>103.98</c:v>
                </c:pt>
                <c:pt idx="65011">
                  <c:v>58.98</c:v>
                </c:pt>
                <c:pt idx="65012">
                  <c:v>171.83</c:v>
                </c:pt>
                <c:pt idx="65013">
                  <c:v>55.98</c:v>
                </c:pt>
                <c:pt idx="65014">
                  <c:v>79.98</c:v>
                </c:pt>
                <c:pt idx="65015">
                  <c:v>78.97</c:v>
                </c:pt>
                <c:pt idx="65016">
                  <c:v>55.98</c:v>
                </c:pt>
                <c:pt idx="65017">
                  <c:v>56.97</c:v>
                </c:pt>
                <c:pt idx="65018">
                  <c:v>123.96</c:v>
                </c:pt>
                <c:pt idx="65019">
                  <c:v>97.95</c:v>
                </c:pt>
                <c:pt idx="65020">
                  <c:v>127.01</c:v>
                </c:pt>
                <c:pt idx="65021">
                  <c:v>94.95</c:v>
                </c:pt>
                <c:pt idx="65022">
                  <c:v>64.98</c:v>
                </c:pt>
                <c:pt idx="65023">
                  <c:v>55.97</c:v>
                </c:pt>
                <c:pt idx="65024">
                  <c:v>43.48</c:v>
                </c:pt>
                <c:pt idx="65025">
                  <c:v>51.29</c:v>
                </c:pt>
                <c:pt idx="65026">
                  <c:v>74.98</c:v>
                </c:pt>
                <c:pt idx="65027">
                  <c:v>91.91</c:v>
                </c:pt>
                <c:pt idx="65028">
                  <c:v>106.44</c:v>
                </c:pt>
                <c:pt idx="65029">
                  <c:v>71.97</c:v>
                </c:pt>
                <c:pt idx="65030">
                  <c:v>47.48</c:v>
                </c:pt>
                <c:pt idx="65031">
                  <c:v>56.67</c:v>
                </c:pt>
                <c:pt idx="65032">
                  <c:v>66.53</c:v>
                </c:pt>
                <c:pt idx="65033">
                  <c:v>22.73</c:v>
                </c:pt>
                <c:pt idx="65034">
                  <c:v>77.97</c:v>
                </c:pt>
                <c:pt idx="65035">
                  <c:v>115.97</c:v>
                </c:pt>
                <c:pt idx="65036">
                  <c:v>45.54</c:v>
                </c:pt>
                <c:pt idx="65037">
                  <c:v>46.49</c:v>
                </c:pt>
                <c:pt idx="65038">
                  <c:v>16.29</c:v>
                </c:pt>
                <c:pt idx="65039">
                  <c:v>41.12</c:v>
                </c:pt>
                <c:pt idx="65040">
                  <c:v>48.49</c:v>
                </c:pt>
                <c:pt idx="65041">
                  <c:v>98.97</c:v>
                </c:pt>
                <c:pt idx="65042">
                  <c:v>-0.5</c:v>
                </c:pt>
                <c:pt idx="65043">
                  <c:v>139.46</c:v>
                </c:pt>
                <c:pt idx="65044">
                  <c:v>151.21</c:v>
                </c:pt>
                <c:pt idx="65045">
                  <c:v>84.99</c:v>
                </c:pt>
                <c:pt idx="65046">
                  <c:v>41.29</c:v>
                </c:pt>
                <c:pt idx="65047">
                  <c:v>119.98</c:v>
                </c:pt>
                <c:pt idx="65048">
                  <c:v>79.97</c:v>
                </c:pt>
                <c:pt idx="65049">
                  <c:v>136.76</c:v>
                </c:pt>
                <c:pt idx="65050">
                  <c:v>95.65</c:v>
                </c:pt>
                <c:pt idx="65051">
                  <c:v>67.47</c:v>
                </c:pt>
                <c:pt idx="65052">
                  <c:v>56.97</c:v>
                </c:pt>
                <c:pt idx="65053">
                  <c:v>28.49</c:v>
                </c:pt>
                <c:pt idx="65054">
                  <c:v>47.48</c:v>
                </c:pt>
                <c:pt idx="65055">
                  <c:v>36.49</c:v>
                </c:pt>
                <c:pt idx="65056">
                  <c:v>94.33</c:v>
                </c:pt>
                <c:pt idx="65057">
                  <c:v>58.04</c:v>
                </c:pt>
                <c:pt idx="65058">
                  <c:v>81.97</c:v>
                </c:pt>
                <c:pt idx="65059">
                  <c:v>79.97</c:v>
                </c:pt>
                <c:pt idx="65060">
                  <c:v>65.98</c:v>
                </c:pt>
                <c:pt idx="65061">
                  <c:v>130.47</c:v>
                </c:pt>
                <c:pt idx="65062">
                  <c:v>55.97</c:v>
                </c:pt>
                <c:pt idx="65063">
                  <c:v>97.97</c:v>
                </c:pt>
                <c:pt idx="65064">
                  <c:v>50.36</c:v>
                </c:pt>
                <c:pt idx="65065">
                  <c:v>29.49</c:v>
                </c:pt>
                <c:pt idx="65066">
                  <c:v>70.98</c:v>
                </c:pt>
                <c:pt idx="65067">
                  <c:v>87.97</c:v>
                </c:pt>
                <c:pt idx="65068">
                  <c:v>144.94999999999999</c:v>
                </c:pt>
                <c:pt idx="65069">
                  <c:v>53.98</c:v>
                </c:pt>
                <c:pt idx="65070">
                  <c:v>105.98</c:v>
                </c:pt>
                <c:pt idx="65071">
                  <c:v>99.99</c:v>
                </c:pt>
                <c:pt idx="65072">
                  <c:v>92.46</c:v>
                </c:pt>
                <c:pt idx="65073">
                  <c:v>51.98</c:v>
                </c:pt>
                <c:pt idx="65074">
                  <c:v>44.49</c:v>
                </c:pt>
                <c:pt idx="65075">
                  <c:v>65.98</c:v>
                </c:pt>
                <c:pt idx="65076">
                  <c:v>76.959999999999994</c:v>
                </c:pt>
                <c:pt idx="65077">
                  <c:v>123.98</c:v>
                </c:pt>
                <c:pt idx="65078">
                  <c:v>61.68</c:v>
                </c:pt>
                <c:pt idx="65079">
                  <c:v>94.98</c:v>
                </c:pt>
                <c:pt idx="65080">
                  <c:v>75.97</c:v>
                </c:pt>
                <c:pt idx="65081">
                  <c:v>23.18</c:v>
                </c:pt>
                <c:pt idx="65082">
                  <c:v>68.069999999999993</c:v>
                </c:pt>
                <c:pt idx="65083">
                  <c:v>99.98</c:v>
                </c:pt>
                <c:pt idx="65084">
                  <c:v>15.49</c:v>
                </c:pt>
                <c:pt idx="65085">
                  <c:v>65.98</c:v>
                </c:pt>
                <c:pt idx="65086">
                  <c:v>51.48</c:v>
                </c:pt>
                <c:pt idx="65087">
                  <c:v>165.95</c:v>
                </c:pt>
                <c:pt idx="65088">
                  <c:v>88.98</c:v>
                </c:pt>
                <c:pt idx="65089">
                  <c:v>24.49</c:v>
                </c:pt>
                <c:pt idx="65090">
                  <c:v>27.79</c:v>
                </c:pt>
                <c:pt idx="65091">
                  <c:v>97.1</c:v>
                </c:pt>
                <c:pt idx="65092">
                  <c:v>55.47</c:v>
                </c:pt>
                <c:pt idx="65093">
                  <c:v>75</c:v>
                </c:pt>
                <c:pt idx="65094">
                  <c:v>152.94</c:v>
                </c:pt>
                <c:pt idx="65095">
                  <c:v>53.97</c:v>
                </c:pt>
                <c:pt idx="65096">
                  <c:v>54.95</c:v>
                </c:pt>
                <c:pt idx="65097">
                  <c:v>119.98</c:v>
                </c:pt>
                <c:pt idx="65098">
                  <c:v>108.98</c:v>
                </c:pt>
                <c:pt idx="65099">
                  <c:v>37.479999999999997</c:v>
                </c:pt>
                <c:pt idx="65100">
                  <c:v>31.49</c:v>
                </c:pt>
                <c:pt idx="65101">
                  <c:v>55.98</c:v>
                </c:pt>
                <c:pt idx="65102">
                  <c:v>20.49</c:v>
                </c:pt>
                <c:pt idx="65103">
                  <c:v>19.34</c:v>
                </c:pt>
                <c:pt idx="65104">
                  <c:v>51.19</c:v>
                </c:pt>
                <c:pt idx="65105">
                  <c:v>120.98</c:v>
                </c:pt>
                <c:pt idx="65106">
                  <c:v>31.29</c:v>
                </c:pt>
                <c:pt idx="65107">
                  <c:v>24.49</c:v>
                </c:pt>
                <c:pt idx="65108">
                  <c:v>59.98</c:v>
                </c:pt>
                <c:pt idx="65109">
                  <c:v>44.73</c:v>
                </c:pt>
                <c:pt idx="65110">
                  <c:v>175.92</c:v>
                </c:pt>
                <c:pt idx="65111">
                  <c:v>223.96</c:v>
                </c:pt>
                <c:pt idx="65112">
                  <c:v>84.99</c:v>
                </c:pt>
                <c:pt idx="65113">
                  <c:v>79.98</c:v>
                </c:pt>
                <c:pt idx="65114">
                  <c:v>89.97</c:v>
                </c:pt>
                <c:pt idx="65115">
                  <c:v>90.71</c:v>
                </c:pt>
                <c:pt idx="65116">
                  <c:v>68.989999999999995</c:v>
                </c:pt>
                <c:pt idx="65117">
                  <c:v>55.98</c:v>
                </c:pt>
                <c:pt idx="65118">
                  <c:v>75.180000000000007</c:v>
                </c:pt>
                <c:pt idx="65119">
                  <c:v>197.02</c:v>
                </c:pt>
                <c:pt idx="65120">
                  <c:v>51.97</c:v>
                </c:pt>
                <c:pt idx="65121">
                  <c:v>101.97</c:v>
                </c:pt>
                <c:pt idx="65122">
                  <c:v>51.97</c:v>
                </c:pt>
                <c:pt idx="65123">
                  <c:v>51.29</c:v>
                </c:pt>
                <c:pt idx="65124">
                  <c:v>77.959999999999994</c:v>
                </c:pt>
                <c:pt idx="65125">
                  <c:v>167.94</c:v>
                </c:pt>
                <c:pt idx="65126">
                  <c:v>51.98</c:v>
                </c:pt>
                <c:pt idx="65127">
                  <c:v>186.17</c:v>
                </c:pt>
                <c:pt idx="65128">
                  <c:v>-97.96</c:v>
                </c:pt>
                <c:pt idx="65129">
                  <c:v>59.39</c:v>
                </c:pt>
                <c:pt idx="65130">
                  <c:v>91.96</c:v>
                </c:pt>
                <c:pt idx="65131">
                  <c:v>51.98</c:v>
                </c:pt>
                <c:pt idx="65132">
                  <c:v>97.96</c:v>
                </c:pt>
                <c:pt idx="65133">
                  <c:v>84.99</c:v>
                </c:pt>
                <c:pt idx="65134">
                  <c:v>-67.98</c:v>
                </c:pt>
                <c:pt idx="65135">
                  <c:v>507.92</c:v>
                </c:pt>
                <c:pt idx="65136">
                  <c:v>14.94</c:v>
                </c:pt>
                <c:pt idx="65137">
                  <c:v>54.98</c:v>
                </c:pt>
                <c:pt idx="65138">
                  <c:v>16.489999999999998</c:v>
                </c:pt>
                <c:pt idx="65139">
                  <c:v>171.34</c:v>
                </c:pt>
                <c:pt idx="65140">
                  <c:v>29.49</c:v>
                </c:pt>
                <c:pt idx="65141">
                  <c:v>65.98</c:v>
                </c:pt>
                <c:pt idx="65142">
                  <c:v>111.96</c:v>
                </c:pt>
                <c:pt idx="65143">
                  <c:v>-64.98</c:v>
                </c:pt>
                <c:pt idx="65144">
                  <c:v>109.98</c:v>
                </c:pt>
                <c:pt idx="65145">
                  <c:v>119.96</c:v>
                </c:pt>
                <c:pt idx="65146">
                  <c:v>65.98</c:v>
                </c:pt>
                <c:pt idx="65147">
                  <c:v>68.989999999999995</c:v>
                </c:pt>
                <c:pt idx="65148">
                  <c:v>124.95</c:v>
                </c:pt>
                <c:pt idx="65149">
                  <c:v>68.989999999999995</c:v>
                </c:pt>
                <c:pt idx="65150">
                  <c:v>84.99</c:v>
                </c:pt>
                <c:pt idx="65151">
                  <c:v>79.849999999999994</c:v>
                </c:pt>
                <c:pt idx="65152">
                  <c:v>176.62</c:v>
                </c:pt>
                <c:pt idx="65153">
                  <c:v>64.98</c:v>
                </c:pt>
                <c:pt idx="65154">
                  <c:v>31.23</c:v>
                </c:pt>
                <c:pt idx="65155">
                  <c:v>123.96</c:v>
                </c:pt>
                <c:pt idx="65156">
                  <c:v>99.96</c:v>
                </c:pt>
                <c:pt idx="65157">
                  <c:v>41.49</c:v>
                </c:pt>
                <c:pt idx="65158">
                  <c:v>70.98</c:v>
                </c:pt>
                <c:pt idx="65159">
                  <c:v>53.98</c:v>
                </c:pt>
                <c:pt idx="65160">
                  <c:v>31.48</c:v>
                </c:pt>
                <c:pt idx="65161">
                  <c:v>37.49</c:v>
                </c:pt>
                <c:pt idx="65162">
                  <c:v>56.97</c:v>
                </c:pt>
                <c:pt idx="65163">
                  <c:v>61.98</c:v>
                </c:pt>
                <c:pt idx="65164">
                  <c:v>68.97</c:v>
                </c:pt>
                <c:pt idx="65165">
                  <c:v>111.67</c:v>
                </c:pt>
                <c:pt idx="65166">
                  <c:v>29.99</c:v>
                </c:pt>
                <c:pt idx="65167">
                  <c:v>59.99</c:v>
                </c:pt>
                <c:pt idx="65168">
                  <c:v>53.96</c:v>
                </c:pt>
                <c:pt idx="65169">
                  <c:v>69.95</c:v>
                </c:pt>
                <c:pt idx="65170">
                  <c:v>16.920000000000002</c:v>
                </c:pt>
                <c:pt idx="65171">
                  <c:v>72.239999999999995</c:v>
                </c:pt>
                <c:pt idx="65172">
                  <c:v>64.98</c:v>
                </c:pt>
                <c:pt idx="65173">
                  <c:v>59.98</c:v>
                </c:pt>
                <c:pt idx="65174">
                  <c:v>31.49</c:v>
                </c:pt>
                <c:pt idx="65175">
                  <c:v>117.97</c:v>
                </c:pt>
                <c:pt idx="65176">
                  <c:v>34.49</c:v>
                </c:pt>
                <c:pt idx="65177">
                  <c:v>120.95</c:v>
                </c:pt>
                <c:pt idx="65178">
                  <c:v>61.98</c:v>
                </c:pt>
                <c:pt idx="65179">
                  <c:v>69.98</c:v>
                </c:pt>
                <c:pt idx="65180">
                  <c:v>26.38</c:v>
                </c:pt>
                <c:pt idx="65181">
                  <c:v>75.87</c:v>
                </c:pt>
                <c:pt idx="65182">
                  <c:v>31.47</c:v>
                </c:pt>
                <c:pt idx="65183">
                  <c:v>91.97</c:v>
                </c:pt>
                <c:pt idx="65184">
                  <c:v>47.48</c:v>
                </c:pt>
                <c:pt idx="65185">
                  <c:v>32.97</c:v>
                </c:pt>
                <c:pt idx="65186">
                  <c:v>41.48</c:v>
                </c:pt>
                <c:pt idx="65187">
                  <c:v>79.989999999999995</c:v>
                </c:pt>
                <c:pt idx="65188">
                  <c:v>69.98</c:v>
                </c:pt>
                <c:pt idx="65189">
                  <c:v>54.98</c:v>
                </c:pt>
                <c:pt idx="65190">
                  <c:v>49.95</c:v>
                </c:pt>
                <c:pt idx="65191">
                  <c:v>137.97999999999999</c:v>
                </c:pt>
                <c:pt idx="65192">
                  <c:v>96.97</c:v>
                </c:pt>
                <c:pt idx="65193">
                  <c:v>-17.489999999999998</c:v>
                </c:pt>
                <c:pt idx="65194">
                  <c:v>101.96</c:v>
                </c:pt>
                <c:pt idx="65195">
                  <c:v>20.49</c:v>
                </c:pt>
                <c:pt idx="65196">
                  <c:v>9.49</c:v>
                </c:pt>
                <c:pt idx="65197">
                  <c:v>70.94</c:v>
                </c:pt>
                <c:pt idx="65198">
                  <c:v>54.48</c:v>
                </c:pt>
                <c:pt idx="65199">
                  <c:v>76.87</c:v>
                </c:pt>
                <c:pt idx="65200">
                  <c:v>51.49</c:v>
                </c:pt>
                <c:pt idx="65201">
                  <c:v>84.99</c:v>
                </c:pt>
                <c:pt idx="65202">
                  <c:v>128.21</c:v>
                </c:pt>
                <c:pt idx="65203">
                  <c:v>59.99</c:v>
                </c:pt>
                <c:pt idx="65204">
                  <c:v>17.489999999999998</c:v>
                </c:pt>
                <c:pt idx="65205">
                  <c:v>83.97</c:v>
                </c:pt>
                <c:pt idx="65206">
                  <c:v>55.96</c:v>
                </c:pt>
                <c:pt idx="65207">
                  <c:v>68.989999999999995</c:v>
                </c:pt>
                <c:pt idx="65208">
                  <c:v>246.89</c:v>
                </c:pt>
                <c:pt idx="65209">
                  <c:v>164.93</c:v>
                </c:pt>
                <c:pt idx="65210">
                  <c:v>65.98</c:v>
                </c:pt>
                <c:pt idx="65211">
                  <c:v>71.97</c:v>
                </c:pt>
                <c:pt idx="65212">
                  <c:v>98.97</c:v>
                </c:pt>
                <c:pt idx="65213">
                  <c:v>21.49</c:v>
                </c:pt>
                <c:pt idx="65214">
                  <c:v>98.97</c:v>
                </c:pt>
                <c:pt idx="65215">
                  <c:v>47.28</c:v>
                </c:pt>
                <c:pt idx="65216">
                  <c:v>71.97</c:v>
                </c:pt>
                <c:pt idx="65217">
                  <c:v>59.98</c:v>
                </c:pt>
                <c:pt idx="65218">
                  <c:v>22.79</c:v>
                </c:pt>
                <c:pt idx="65219">
                  <c:v>19.34</c:v>
                </c:pt>
                <c:pt idx="65220">
                  <c:v>62.97</c:v>
                </c:pt>
                <c:pt idx="65221">
                  <c:v>68.52</c:v>
                </c:pt>
                <c:pt idx="65222">
                  <c:v>54.95</c:v>
                </c:pt>
                <c:pt idx="65223">
                  <c:v>263.95999999999998</c:v>
                </c:pt>
                <c:pt idx="65224">
                  <c:v>147.91999999999999</c:v>
                </c:pt>
                <c:pt idx="65225">
                  <c:v>85.46</c:v>
                </c:pt>
                <c:pt idx="65226">
                  <c:v>79.95</c:v>
                </c:pt>
                <c:pt idx="65227">
                  <c:v>65.989999999999995</c:v>
                </c:pt>
                <c:pt idx="65228">
                  <c:v>55.96</c:v>
                </c:pt>
                <c:pt idx="65229">
                  <c:v>151.96</c:v>
                </c:pt>
                <c:pt idx="65230">
                  <c:v>53.96</c:v>
                </c:pt>
                <c:pt idx="65231">
                  <c:v>111.54</c:v>
                </c:pt>
                <c:pt idx="65232">
                  <c:v>15.99</c:v>
                </c:pt>
                <c:pt idx="65233">
                  <c:v>59.99</c:v>
                </c:pt>
                <c:pt idx="65234">
                  <c:v>57.96</c:v>
                </c:pt>
                <c:pt idx="65235">
                  <c:v>73.48</c:v>
                </c:pt>
                <c:pt idx="65236">
                  <c:v>60.99</c:v>
                </c:pt>
                <c:pt idx="65237">
                  <c:v>88.29</c:v>
                </c:pt>
                <c:pt idx="65238">
                  <c:v>83.97</c:v>
                </c:pt>
                <c:pt idx="65239">
                  <c:v>61.69</c:v>
                </c:pt>
                <c:pt idx="65240">
                  <c:v>101.6</c:v>
                </c:pt>
                <c:pt idx="65241">
                  <c:v>83.97</c:v>
                </c:pt>
                <c:pt idx="65242">
                  <c:v>53.99</c:v>
                </c:pt>
                <c:pt idx="65243">
                  <c:v>92.97</c:v>
                </c:pt>
                <c:pt idx="65244">
                  <c:v>169.98</c:v>
                </c:pt>
                <c:pt idx="65245">
                  <c:v>107.97</c:v>
                </c:pt>
                <c:pt idx="65246">
                  <c:v>254.97</c:v>
                </c:pt>
                <c:pt idx="65247">
                  <c:v>53.97</c:v>
                </c:pt>
                <c:pt idx="65248">
                  <c:v>26.49</c:v>
                </c:pt>
                <c:pt idx="65249">
                  <c:v>89.97</c:v>
                </c:pt>
                <c:pt idx="65250">
                  <c:v>65.31</c:v>
                </c:pt>
                <c:pt idx="65251">
                  <c:v>24.18</c:v>
                </c:pt>
                <c:pt idx="65252">
                  <c:v>139.46</c:v>
                </c:pt>
                <c:pt idx="65253">
                  <c:v>55.97</c:v>
                </c:pt>
                <c:pt idx="65254">
                  <c:v>83.78</c:v>
                </c:pt>
                <c:pt idx="65255">
                  <c:v>65.959999999999994</c:v>
                </c:pt>
                <c:pt idx="65256">
                  <c:v>65.989999999999995</c:v>
                </c:pt>
                <c:pt idx="65257">
                  <c:v>65.319999999999993</c:v>
                </c:pt>
                <c:pt idx="65258">
                  <c:v>186.96</c:v>
                </c:pt>
                <c:pt idx="65259">
                  <c:v>79.98</c:v>
                </c:pt>
                <c:pt idx="65260">
                  <c:v>79.989999999999995</c:v>
                </c:pt>
                <c:pt idx="65261">
                  <c:v>58.98</c:v>
                </c:pt>
                <c:pt idx="65262">
                  <c:v>-53.98</c:v>
                </c:pt>
                <c:pt idx="65263">
                  <c:v>123.96</c:v>
                </c:pt>
                <c:pt idx="65264">
                  <c:v>62.99</c:v>
                </c:pt>
                <c:pt idx="65265">
                  <c:v>123.16</c:v>
                </c:pt>
                <c:pt idx="65266">
                  <c:v>61.98</c:v>
                </c:pt>
                <c:pt idx="65267">
                  <c:v>64.48</c:v>
                </c:pt>
                <c:pt idx="65268">
                  <c:v>99.98</c:v>
                </c:pt>
                <c:pt idx="65269">
                  <c:v>69.98</c:v>
                </c:pt>
                <c:pt idx="65270">
                  <c:v>-30.99</c:v>
                </c:pt>
                <c:pt idx="65271">
                  <c:v>80.98</c:v>
                </c:pt>
                <c:pt idx="65272">
                  <c:v>123.96</c:v>
                </c:pt>
                <c:pt idx="65273">
                  <c:v>51.49</c:v>
                </c:pt>
                <c:pt idx="65274">
                  <c:v>23.99</c:v>
                </c:pt>
                <c:pt idx="65275">
                  <c:v>59.95</c:v>
                </c:pt>
                <c:pt idx="65276">
                  <c:v>261.26</c:v>
                </c:pt>
                <c:pt idx="65277">
                  <c:v>51.29</c:v>
                </c:pt>
                <c:pt idx="65278">
                  <c:v>134.34</c:v>
                </c:pt>
                <c:pt idx="65279">
                  <c:v>103.96</c:v>
                </c:pt>
                <c:pt idx="65280">
                  <c:v>101.95</c:v>
                </c:pt>
                <c:pt idx="65281">
                  <c:v>63.96</c:v>
                </c:pt>
                <c:pt idx="65282">
                  <c:v>46.49</c:v>
                </c:pt>
                <c:pt idx="65283">
                  <c:v>41.29</c:v>
                </c:pt>
                <c:pt idx="65284">
                  <c:v>65.989999999999995</c:v>
                </c:pt>
                <c:pt idx="65285">
                  <c:v>84.99</c:v>
                </c:pt>
                <c:pt idx="65286">
                  <c:v>187.97</c:v>
                </c:pt>
                <c:pt idx="65287">
                  <c:v>54.98</c:v>
                </c:pt>
                <c:pt idx="65288">
                  <c:v>89.98</c:v>
                </c:pt>
                <c:pt idx="65289">
                  <c:v>87.47</c:v>
                </c:pt>
                <c:pt idx="65290">
                  <c:v>69.98</c:v>
                </c:pt>
                <c:pt idx="65291">
                  <c:v>137.97</c:v>
                </c:pt>
                <c:pt idx="65292">
                  <c:v>168.93</c:v>
                </c:pt>
                <c:pt idx="65293">
                  <c:v>56.97</c:v>
                </c:pt>
                <c:pt idx="65294">
                  <c:v>34.479999999999997</c:v>
                </c:pt>
                <c:pt idx="65295">
                  <c:v>-194.16</c:v>
                </c:pt>
                <c:pt idx="65296">
                  <c:v>39.54</c:v>
                </c:pt>
                <c:pt idx="65297">
                  <c:v>41.28</c:v>
                </c:pt>
                <c:pt idx="65298">
                  <c:v>169.98</c:v>
                </c:pt>
                <c:pt idx="65299">
                  <c:v>59.96</c:v>
                </c:pt>
                <c:pt idx="65300">
                  <c:v>89.98</c:v>
                </c:pt>
                <c:pt idx="65301">
                  <c:v>169.98</c:v>
                </c:pt>
                <c:pt idx="65302">
                  <c:v>66.58</c:v>
                </c:pt>
                <c:pt idx="65303">
                  <c:v>68.97</c:v>
                </c:pt>
                <c:pt idx="65304">
                  <c:v>39.28</c:v>
                </c:pt>
                <c:pt idx="65305">
                  <c:v>54.95</c:v>
                </c:pt>
                <c:pt idx="65306">
                  <c:v>50.97</c:v>
                </c:pt>
                <c:pt idx="65307">
                  <c:v>50.97</c:v>
                </c:pt>
                <c:pt idx="65308">
                  <c:v>49.99</c:v>
                </c:pt>
                <c:pt idx="65309">
                  <c:v>229.43</c:v>
                </c:pt>
                <c:pt idx="65310">
                  <c:v>94.99</c:v>
                </c:pt>
                <c:pt idx="65311">
                  <c:v>79.98</c:v>
                </c:pt>
                <c:pt idx="65312">
                  <c:v>55.98</c:v>
                </c:pt>
                <c:pt idx="65313">
                  <c:v>51.29</c:v>
                </c:pt>
                <c:pt idx="65314">
                  <c:v>53.96</c:v>
                </c:pt>
                <c:pt idx="65315">
                  <c:v>20.49</c:v>
                </c:pt>
                <c:pt idx="65316">
                  <c:v>104.98</c:v>
                </c:pt>
                <c:pt idx="65317">
                  <c:v>47.48</c:v>
                </c:pt>
                <c:pt idx="65318">
                  <c:v>79.989999999999995</c:v>
                </c:pt>
                <c:pt idx="65319">
                  <c:v>68.97</c:v>
                </c:pt>
                <c:pt idx="65320">
                  <c:v>77.97</c:v>
                </c:pt>
                <c:pt idx="65321">
                  <c:v>99.98</c:v>
                </c:pt>
                <c:pt idx="65322">
                  <c:v>129.91999999999999</c:v>
                </c:pt>
                <c:pt idx="65323">
                  <c:v>55.98</c:v>
                </c:pt>
                <c:pt idx="65324">
                  <c:v>134.13</c:v>
                </c:pt>
                <c:pt idx="65325">
                  <c:v>69.989999999999995</c:v>
                </c:pt>
                <c:pt idx="65326">
                  <c:v>94.47</c:v>
                </c:pt>
                <c:pt idx="65327">
                  <c:v>59.96</c:v>
                </c:pt>
                <c:pt idx="65328">
                  <c:v>77.97</c:v>
                </c:pt>
                <c:pt idx="65329">
                  <c:v>55.96</c:v>
                </c:pt>
                <c:pt idx="65330">
                  <c:v>59.98</c:v>
                </c:pt>
                <c:pt idx="65331">
                  <c:v>39.29</c:v>
                </c:pt>
                <c:pt idx="65332">
                  <c:v>-1.3</c:v>
                </c:pt>
                <c:pt idx="65333">
                  <c:v>72.959999999999994</c:v>
                </c:pt>
                <c:pt idx="65334">
                  <c:v>41.48</c:v>
                </c:pt>
                <c:pt idx="65335">
                  <c:v>95.96</c:v>
                </c:pt>
                <c:pt idx="65336">
                  <c:v>61.98</c:v>
                </c:pt>
                <c:pt idx="65337">
                  <c:v>89.98</c:v>
                </c:pt>
                <c:pt idx="65338">
                  <c:v>78.97</c:v>
                </c:pt>
                <c:pt idx="65339">
                  <c:v>92.97</c:v>
                </c:pt>
                <c:pt idx="65340">
                  <c:v>53.96</c:v>
                </c:pt>
                <c:pt idx="65341">
                  <c:v>-3</c:v>
                </c:pt>
                <c:pt idx="65342">
                  <c:v>51.48</c:v>
                </c:pt>
                <c:pt idx="65343">
                  <c:v>91.96</c:v>
                </c:pt>
                <c:pt idx="65344">
                  <c:v>37.47</c:v>
                </c:pt>
                <c:pt idx="65345">
                  <c:v>68.989999999999995</c:v>
                </c:pt>
                <c:pt idx="65346">
                  <c:v>53.98</c:v>
                </c:pt>
                <c:pt idx="65347">
                  <c:v>61.98</c:v>
                </c:pt>
                <c:pt idx="65348">
                  <c:v>84.97</c:v>
                </c:pt>
                <c:pt idx="65349">
                  <c:v>50.98</c:v>
                </c:pt>
                <c:pt idx="65350">
                  <c:v>71.86</c:v>
                </c:pt>
                <c:pt idx="65351">
                  <c:v>178.17</c:v>
                </c:pt>
                <c:pt idx="65352">
                  <c:v>9.2899999999999991</c:v>
                </c:pt>
                <c:pt idx="65353">
                  <c:v>57.92</c:v>
                </c:pt>
                <c:pt idx="65354">
                  <c:v>174.96</c:v>
                </c:pt>
                <c:pt idx="65355">
                  <c:v>395.94</c:v>
                </c:pt>
                <c:pt idx="65356">
                  <c:v>159.96</c:v>
                </c:pt>
                <c:pt idx="65357">
                  <c:v>14.99</c:v>
                </c:pt>
                <c:pt idx="65358">
                  <c:v>41.49</c:v>
                </c:pt>
                <c:pt idx="65359">
                  <c:v>50.97</c:v>
                </c:pt>
                <c:pt idx="65360">
                  <c:v>84.96</c:v>
                </c:pt>
                <c:pt idx="65361">
                  <c:v>65.989999999999995</c:v>
                </c:pt>
                <c:pt idx="65362">
                  <c:v>63.97</c:v>
                </c:pt>
                <c:pt idx="65363">
                  <c:v>30.48</c:v>
                </c:pt>
                <c:pt idx="65364">
                  <c:v>99.96</c:v>
                </c:pt>
                <c:pt idx="65365">
                  <c:v>86.17</c:v>
                </c:pt>
                <c:pt idx="65366">
                  <c:v>10.49</c:v>
                </c:pt>
                <c:pt idx="65367">
                  <c:v>47.48</c:v>
                </c:pt>
                <c:pt idx="65368">
                  <c:v>120.46</c:v>
                </c:pt>
                <c:pt idx="65369">
                  <c:v>-19.32</c:v>
                </c:pt>
                <c:pt idx="65370">
                  <c:v>131.97999999999999</c:v>
                </c:pt>
                <c:pt idx="65371">
                  <c:v>50.37</c:v>
                </c:pt>
                <c:pt idx="65372">
                  <c:v>107.96</c:v>
                </c:pt>
                <c:pt idx="65373">
                  <c:v>65.48</c:v>
                </c:pt>
                <c:pt idx="65374">
                  <c:v>21.99</c:v>
                </c:pt>
                <c:pt idx="65375">
                  <c:v>53.96</c:v>
                </c:pt>
                <c:pt idx="65376">
                  <c:v>51.28</c:v>
                </c:pt>
                <c:pt idx="65377">
                  <c:v>109.96</c:v>
                </c:pt>
                <c:pt idx="65378">
                  <c:v>111.96</c:v>
                </c:pt>
                <c:pt idx="65379">
                  <c:v>128.21</c:v>
                </c:pt>
                <c:pt idx="65380">
                  <c:v>274.72000000000003</c:v>
                </c:pt>
                <c:pt idx="65381">
                  <c:v>129.97</c:v>
                </c:pt>
                <c:pt idx="65382">
                  <c:v>67.48</c:v>
                </c:pt>
                <c:pt idx="65383">
                  <c:v>215.92</c:v>
                </c:pt>
                <c:pt idx="65384">
                  <c:v>99.98</c:v>
                </c:pt>
                <c:pt idx="65385">
                  <c:v>123.97</c:v>
                </c:pt>
                <c:pt idx="65386">
                  <c:v>89.98</c:v>
                </c:pt>
                <c:pt idx="65387">
                  <c:v>62.9</c:v>
                </c:pt>
                <c:pt idx="65388">
                  <c:v>17.29</c:v>
                </c:pt>
                <c:pt idx="65389">
                  <c:v>59.98</c:v>
                </c:pt>
                <c:pt idx="65390">
                  <c:v>27.48</c:v>
                </c:pt>
                <c:pt idx="65391">
                  <c:v>58.97</c:v>
                </c:pt>
                <c:pt idx="65392">
                  <c:v>14.29</c:v>
                </c:pt>
                <c:pt idx="65393">
                  <c:v>21.24</c:v>
                </c:pt>
                <c:pt idx="65394">
                  <c:v>59.96</c:v>
                </c:pt>
                <c:pt idx="65395">
                  <c:v>89.98</c:v>
                </c:pt>
                <c:pt idx="65396">
                  <c:v>27.99</c:v>
                </c:pt>
                <c:pt idx="65397">
                  <c:v>59.98</c:v>
                </c:pt>
                <c:pt idx="65398">
                  <c:v>87.47</c:v>
                </c:pt>
                <c:pt idx="65399">
                  <c:v>89.96</c:v>
                </c:pt>
                <c:pt idx="65400">
                  <c:v>31.28</c:v>
                </c:pt>
                <c:pt idx="65401">
                  <c:v>80.97</c:v>
                </c:pt>
                <c:pt idx="65402">
                  <c:v>68.989999999999995</c:v>
                </c:pt>
                <c:pt idx="65403">
                  <c:v>19.489999999999998</c:v>
                </c:pt>
                <c:pt idx="65404">
                  <c:v>56.97</c:v>
                </c:pt>
                <c:pt idx="65405">
                  <c:v>51.29</c:v>
                </c:pt>
                <c:pt idx="65406">
                  <c:v>65.989999999999995</c:v>
                </c:pt>
                <c:pt idx="65407">
                  <c:v>71.37</c:v>
                </c:pt>
                <c:pt idx="65408">
                  <c:v>108.86</c:v>
                </c:pt>
                <c:pt idx="65409">
                  <c:v>59.97</c:v>
                </c:pt>
                <c:pt idx="65410">
                  <c:v>48.57</c:v>
                </c:pt>
                <c:pt idx="65411">
                  <c:v>69.97</c:v>
                </c:pt>
                <c:pt idx="65412">
                  <c:v>111.96</c:v>
                </c:pt>
                <c:pt idx="65413">
                  <c:v>46.18</c:v>
                </c:pt>
                <c:pt idx="65414">
                  <c:v>31.28</c:v>
                </c:pt>
                <c:pt idx="65415">
                  <c:v>31.49</c:v>
                </c:pt>
                <c:pt idx="65416">
                  <c:v>28.27</c:v>
                </c:pt>
                <c:pt idx="65417">
                  <c:v>146.38999999999999</c:v>
                </c:pt>
                <c:pt idx="65418">
                  <c:v>110.96</c:v>
                </c:pt>
                <c:pt idx="65419">
                  <c:v>36.49</c:v>
                </c:pt>
                <c:pt idx="65420">
                  <c:v>21.04</c:v>
                </c:pt>
                <c:pt idx="65421">
                  <c:v>88.95</c:v>
                </c:pt>
                <c:pt idx="65422">
                  <c:v>51.29</c:v>
                </c:pt>
                <c:pt idx="65423">
                  <c:v>59.97</c:v>
                </c:pt>
                <c:pt idx="65424">
                  <c:v>94.34</c:v>
                </c:pt>
                <c:pt idx="65425">
                  <c:v>85.97</c:v>
                </c:pt>
                <c:pt idx="65426">
                  <c:v>61.98</c:v>
                </c:pt>
                <c:pt idx="65427">
                  <c:v>50.97</c:v>
                </c:pt>
                <c:pt idx="65428">
                  <c:v>41.48</c:v>
                </c:pt>
                <c:pt idx="65429">
                  <c:v>59.39</c:v>
                </c:pt>
                <c:pt idx="65430">
                  <c:v>79.7</c:v>
                </c:pt>
                <c:pt idx="65431">
                  <c:v>53.97</c:v>
                </c:pt>
                <c:pt idx="65432">
                  <c:v>152.97999999999999</c:v>
                </c:pt>
                <c:pt idx="65433">
                  <c:v>84.99</c:v>
                </c:pt>
                <c:pt idx="65434">
                  <c:v>85.82</c:v>
                </c:pt>
                <c:pt idx="65435">
                  <c:v>76.97</c:v>
                </c:pt>
                <c:pt idx="65436">
                  <c:v>83.97</c:v>
                </c:pt>
                <c:pt idx="65437">
                  <c:v>124.97</c:v>
                </c:pt>
                <c:pt idx="65438">
                  <c:v>58.98</c:v>
                </c:pt>
                <c:pt idx="65439">
                  <c:v>146.97</c:v>
                </c:pt>
                <c:pt idx="65440">
                  <c:v>50.49</c:v>
                </c:pt>
                <c:pt idx="65441">
                  <c:v>105.98</c:v>
                </c:pt>
                <c:pt idx="65442">
                  <c:v>135.85</c:v>
                </c:pt>
                <c:pt idx="65443">
                  <c:v>179.95</c:v>
                </c:pt>
                <c:pt idx="65444">
                  <c:v>84.99</c:v>
                </c:pt>
                <c:pt idx="65445">
                  <c:v>54.14</c:v>
                </c:pt>
                <c:pt idx="65446">
                  <c:v>124.63</c:v>
                </c:pt>
                <c:pt idx="65447">
                  <c:v>51.49</c:v>
                </c:pt>
                <c:pt idx="65448">
                  <c:v>67.72</c:v>
                </c:pt>
                <c:pt idx="65449">
                  <c:v>-17.29</c:v>
                </c:pt>
                <c:pt idx="65450">
                  <c:v>44.48</c:v>
                </c:pt>
                <c:pt idx="65451">
                  <c:v>32.479999999999997</c:v>
                </c:pt>
                <c:pt idx="65452">
                  <c:v>145.97</c:v>
                </c:pt>
                <c:pt idx="65453">
                  <c:v>123.96</c:v>
                </c:pt>
                <c:pt idx="65454">
                  <c:v>89.98</c:v>
                </c:pt>
                <c:pt idx="65455">
                  <c:v>58.98</c:v>
                </c:pt>
                <c:pt idx="65456">
                  <c:v>31.28</c:v>
                </c:pt>
                <c:pt idx="65457">
                  <c:v>102.83</c:v>
                </c:pt>
                <c:pt idx="65458">
                  <c:v>89.98</c:v>
                </c:pt>
                <c:pt idx="65459">
                  <c:v>53.98</c:v>
                </c:pt>
                <c:pt idx="65460">
                  <c:v>106.56</c:v>
                </c:pt>
                <c:pt idx="65461">
                  <c:v>309.89999999999998</c:v>
                </c:pt>
                <c:pt idx="65462">
                  <c:v>-1.2</c:v>
                </c:pt>
                <c:pt idx="65463">
                  <c:v>35.229999999999997</c:v>
                </c:pt>
                <c:pt idx="65464">
                  <c:v>223.92</c:v>
                </c:pt>
                <c:pt idx="65465">
                  <c:v>55.78</c:v>
                </c:pt>
                <c:pt idx="65466">
                  <c:v>61.98</c:v>
                </c:pt>
                <c:pt idx="65467">
                  <c:v>263.87</c:v>
                </c:pt>
                <c:pt idx="65468">
                  <c:v>66.27</c:v>
                </c:pt>
                <c:pt idx="65469">
                  <c:v>24.48</c:v>
                </c:pt>
                <c:pt idx="65470">
                  <c:v>58.98</c:v>
                </c:pt>
                <c:pt idx="65471">
                  <c:v>130.63999999999999</c:v>
                </c:pt>
                <c:pt idx="65472">
                  <c:v>141.97</c:v>
                </c:pt>
                <c:pt idx="65473">
                  <c:v>31.46</c:v>
                </c:pt>
                <c:pt idx="65474">
                  <c:v>51.97</c:v>
                </c:pt>
                <c:pt idx="65475">
                  <c:v>79.989999999999995</c:v>
                </c:pt>
                <c:pt idx="65476">
                  <c:v>89.41</c:v>
                </c:pt>
                <c:pt idx="65477">
                  <c:v>-87.47</c:v>
                </c:pt>
                <c:pt idx="65478">
                  <c:v>-287.94</c:v>
                </c:pt>
                <c:pt idx="65479">
                  <c:v>59.99</c:v>
                </c:pt>
                <c:pt idx="65480">
                  <c:v>95.19</c:v>
                </c:pt>
                <c:pt idx="65481">
                  <c:v>134.96</c:v>
                </c:pt>
                <c:pt idx="65482">
                  <c:v>-72.98</c:v>
                </c:pt>
                <c:pt idx="65483">
                  <c:v>229.95</c:v>
                </c:pt>
                <c:pt idx="65484">
                  <c:v>13.49</c:v>
                </c:pt>
                <c:pt idx="65485">
                  <c:v>49.99</c:v>
                </c:pt>
                <c:pt idx="65486">
                  <c:v>66.98</c:v>
                </c:pt>
                <c:pt idx="65487">
                  <c:v>143.94</c:v>
                </c:pt>
                <c:pt idx="65488">
                  <c:v>98.96</c:v>
                </c:pt>
                <c:pt idx="65489">
                  <c:v>129.94999999999999</c:v>
                </c:pt>
                <c:pt idx="65490">
                  <c:v>76.489999999999995</c:v>
                </c:pt>
                <c:pt idx="65491">
                  <c:v>61.98</c:v>
                </c:pt>
                <c:pt idx="65492">
                  <c:v>138.96</c:v>
                </c:pt>
                <c:pt idx="65493">
                  <c:v>28.24</c:v>
                </c:pt>
                <c:pt idx="65494">
                  <c:v>-95.96</c:v>
                </c:pt>
                <c:pt idx="65495">
                  <c:v>52.38</c:v>
                </c:pt>
                <c:pt idx="65496">
                  <c:v>-20</c:v>
                </c:pt>
                <c:pt idx="65497">
                  <c:v>279.89999999999998</c:v>
                </c:pt>
                <c:pt idx="65498">
                  <c:v>55.97</c:v>
                </c:pt>
                <c:pt idx="65499">
                  <c:v>72.55</c:v>
                </c:pt>
                <c:pt idx="65500">
                  <c:v>67.739999999999995</c:v>
                </c:pt>
                <c:pt idx="65501">
                  <c:v>70.98</c:v>
                </c:pt>
                <c:pt idx="65502">
                  <c:v>143.36000000000001</c:v>
                </c:pt>
                <c:pt idx="65503">
                  <c:v>46.49</c:v>
                </c:pt>
                <c:pt idx="65504">
                  <c:v>84.99</c:v>
                </c:pt>
                <c:pt idx="65505">
                  <c:v>85.97</c:v>
                </c:pt>
                <c:pt idx="65506">
                  <c:v>137.97999999999999</c:v>
                </c:pt>
                <c:pt idx="65507">
                  <c:v>79.989999999999995</c:v>
                </c:pt>
                <c:pt idx="65508">
                  <c:v>77.37</c:v>
                </c:pt>
                <c:pt idx="65509">
                  <c:v>68.97</c:v>
                </c:pt>
                <c:pt idx="65510">
                  <c:v>75.98</c:v>
                </c:pt>
                <c:pt idx="65511">
                  <c:v>56.97</c:v>
                </c:pt>
                <c:pt idx="65512">
                  <c:v>55.98</c:v>
                </c:pt>
                <c:pt idx="65513">
                  <c:v>51.49</c:v>
                </c:pt>
                <c:pt idx="65514">
                  <c:v>16.489999999999998</c:v>
                </c:pt>
                <c:pt idx="65515">
                  <c:v>490.86</c:v>
                </c:pt>
                <c:pt idx="65516">
                  <c:v>69.97</c:v>
                </c:pt>
                <c:pt idx="65517">
                  <c:v>36.49</c:v>
                </c:pt>
                <c:pt idx="65518">
                  <c:v>159.96</c:v>
                </c:pt>
                <c:pt idx="65519">
                  <c:v>61.98</c:v>
                </c:pt>
                <c:pt idx="65520">
                  <c:v>-111.94</c:v>
                </c:pt>
                <c:pt idx="65521">
                  <c:v>55.96</c:v>
                </c:pt>
                <c:pt idx="65522">
                  <c:v>65.98</c:v>
                </c:pt>
                <c:pt idx="65523">
                  <c:v>55.97</c:v>
                </c:pt>
                <c:pt idx="65524">
                  <c:v>13.29</c:v>
                </c:pt>
                <c:pt idx="65525">
                  <c:v>51.29</c:v>
                </c:pt>
                <c:pt idx="65526">
                  <c:v>32.49</c:v>
                </c:pt>
                <c:pt idx="65527">
                  <c:v>25.29</c:v>
                </c:pt>
                <c:pt idx="65528">
                  <c:v>84.98</c:v>
                </c:pt>
                <c:pt idx="65529">
                  <c:v>-0.5</c:v>
                </c:pt>
                <c:pt idx="65530">
                  <c:v>59.98</c:v>
                </c:pt>
                <c:pt idx="65531">
                  <c:v>49.99</c:v>
                </c:pt>
                <c:pt idx="65532">
                  <c:v>114.98</c:v>
                </c:pt>
                <c:pt idx="65533">
                  <c:v>55.98</c:v>
                </c:pt>
                <c:pt idx="65534">
                  <c:v>59.98</c:v>
                </c:pt>
                <c:pt idx="65535">
                  <c:v>128.94999999999999</c:v>
                </c:pt>
                <c:pt idx="65536">
                  <c:v>61.03</c:v>
                </c:pt>
                <c:pt idx="65537">
                  <c:v>134.06</c:v>
                </c:pt>
                <c:pt idx="65538">
                  <c:v>321.75</c:v>
                </c:pt>
                <c:pt idx="65539">
                  <c:v>54.98</c:v>
                </c:pt>
                <c:pt idx="65540">
                  <c:v>71.97</c:v>
                </c:pt>
                <c:pt idx="65541">
                  <c:v>53.76</c:v>
                </c:pt>
                <c:pt idx="65542">
                  <c:v>50.49</c:v>
                </c:pt>
                <c:pt idx="65543">
                  <c:v>108.84</c:v>
                </c:pt>
                <c:pt idx="65544">
                  <c:v>98.97</c:v>
                </c:pt>
                <c:pt idx="65545">
                  <c:v>20.55</c:v>
                </c:pt>
                <c:pt idx="65546">
                  <c:v>46.47</c:v>
                </c:pt>
                <c:pt idx="65547">
                  <c:v>116.97</c:v>
                </c:pt>
                <c:pt idx="65548">
                  <c:v>85.97</c:v>
                </c:pt>
                <c:pt idx="65549">
                  <c:v>74.97</c:v>
                </c:pt>
                <c:pt idx="65550">
                  <c:v>72.959999999999994</c:v>
                </c:pt>
                <c:pt idx="65551">
                  <c:v>20.49</c:v>
                </c:pt>
                <c:pt idx="65552">
                  <c:v>53.97</c:v>
                </c:pt>
                <c:pt idx="65553">
                  <c:v>46.27</c:v>
                </c:pt>
                <c:pt idx="65554">
                  <c:v>78.27</c:v>
                </c:pt>
                <c:pt idx="65555">
                  <c:v>97.03</c:v>
                </c:pt>
                <c:pt idx="65556">
                  <c:v>64.98</c:v>
                </c:pt>
                <c:pt idx="65557">
                  <c:v>29.49</c:v>
                </c:pt>
                <c:pt idx="65558">
                  <c:v>153.97999999999999</c:v>
                </c:pt>
                <c:pt idx="65559">
                  <c:v>189.9</c:v>
                </c:pt>
                <c:pt idx="65560">
                  <c:v>199.96</c:v>
                </c:pt>
                <c:pt idx="65561">
                  <c:v>16.489999999999998</c:v>
                </c:pt>
                <c:pt idx="65562">
                  <c:v>11.49</c:v>
                </c:pt>
                <c:pt idx="65563">
                  <c:v>59.96</c:v>
                </c:pt>
                <c:pt idx="65564">
                  <c:v>25.58</c:v>
                </c:pt>
                <c:pt idx="65565">
                  <c:v>155.21</c:v>
                </c:pt>
                <c:pt idx="65566">
                  <c:v>125.82</c:v>
                </c:pt>
                <c:pt idx="65567">
                  <c:v>52.94</c:v>
                </c:pt>
                <c:pt idx="65568">
                  <c:v>155.96</c:v>
                </c:pt>
                <c:pt idx="65569">
                  <c:v>99.96</c:v>
                </c:pt>
                <c:pt idx="65570">
                  <c:v>43.49</c:v>
                </c:pt>
                <c:pt idx="65571">
                  <c:v>60.98</c:v>
                </c:pt>
                <c:pt idx="65572">
                  <c:v>154.97999999999999</c:v>
                </c:pt>
                <c:pt idx="65573">
                  <c:v>93.97</c:v>
                </c:pt>
                <c:pt idx="65574">
                  <c:v>86.47</c:v>
                </c:pt>
                <c:pt idx="65575">
                  <c:v>32.51</c:v>
                </c:pt>
                <c:pt idx="65576">
                  <c:v>118.46</c:v>
                </c:pt>
                <c:pt idx="65577">
                  <c:v>132.96</c:v>
                </c:pt>
                <c:pt idx="65578">
                  <c:v>21.49</c:v>
                </c:pt>
                <c:pt idx="65579">
                  <c:v>86.96</c:v>
                </c:pt>
                <c:pt idx="65580">
                  <c:v>91.76</c:v>
                </c:pt>
                <c:pt idx="65581">
                  <c:v>97.97</c:v>
                </c:pt>
                <c:pt idx="65582">
                  <c:v>87.08</c:v>
                </c:pt>
                <c:pt idx="65583">
                  <c:v>131.97999999999999</c:v>
                </c:pt>
                <c:pt idx="65584">
                  <c:v>32.479999999999997</c:v>
                </c:pt>
                <c:pt idx="65585">
                  <c:v>74.98</c:v>
                </c:pt>
                <c:pt idx="65586">
                  <c:v>19.34</c:v>
                </c:pt>
                <c:pt idx="65587">
                  <c:v>11.28</c:v>
                </c:pt>
                <c:pt idx="65588">
                  <c:v>55.96</c:v>
                </c:pt>
                <c:pt idx="65589">
                  <c:v>31.49</c:v>
                </c:pt>
                <c:pt idx="65590">
                  <c:v>38.700000000000003</c:v>
                </c:pt>
                <c:pt idx="65591">
                  <c:v>165.34</c:v>
                </c:pt>
                <c:pt idx="65592">
                  <c:v>101.46</c:v>
                </c:pt>
                <c:pt idx="65593">
                  <c:v>50.97</c:v>
                </c:pt>
                <c:pt idx="65594">
                  <c:v>-119.9</c:v>
                </c:pt>
                <c:pt idx="65595">
                  <c:v>84.99</c:v>
                </c:pt>
                <c:pt idx="65596">
                  <c:v>30.49</c:v>
                </c:pt>
                <c:pt idx="65597">
                  <c:v>121.98</c:v>
                </c:pt>
                <c:pt idx="65598">
                  <c:v>100.97</c:v>
                </c:pt>
                <c:pt idx="65599">
                  <c:v>23.48</c:v>
                </c:pt>
                <c:pt idx="65600">
                  <c:v>94.45</c:v>
                </c:pt>
                <c:pt idx="65601">
                  <c:v>65.98</c:v>
                </c:pt>
                <c:pt idx="65602">
                  <c:v>50.37</c:v>
                </c:pt>
                <c:pt idx="65603">
                  <c:v>62.87</c:v>
                </c:pt>
                <c:pt idx="65604">
                  <c:v>107.32</c:v>
                </c:pt>
                <c:pt idx="65605">
                  <c:v>94.97</c:v>
                </c:pt>
                <c:pt idx="65606">
                  <c:v>59.98</c:v>
                </c:pt>
                <c:pt idx="65607">
                  <c:v>-59.98</c:v>
                </c:pt>
                <c:pt idx="65608">
                  <c:v>157.47999999999999</c:v>
                </c:pt>
                <c:pt idx="65609">
                  <c:v>-157.47999999999999</c:v>
                </c:pt>
                <c:pt idx="65610">
                  <c:v>-33.36</c:v>
                </c:pt>
                <c:pt idx="65611">
                  <c:v>33.35</c:v>
                </c:pt>
                <c:pt idx="65612">
                  <c:v>-74.98</c:v>
                </c:pt>
                <c:pt idx="65613">
                  <c:v>74.98</c:v>
                </c:pt>
                <c:pt idx="65614">
                  <c:v>127.77</c:v>
                </c:pt>
                <c:pt idx="65615">
                  <c:v>65.989999999999995</c:v>
                </c:pt>
                <c:pt idx="65616">
                  <c:v>84.14</c:v>
                </c:pt>
                <c:pt idx="65617">
                  <c:v>130.59</c:v>
                </c:pt>
                <c:pt idx="65618">
                  <c:v>82.41</c:v>
                </c:pt>
                <c:pt idx="65619">
                  <c:v>59.98</c:v>
                </c:pt>
                <c:pt idx="65620">
                  <c:v>150.96</c:v>
                </c:pt>
                <c:pt idx="65621">
                  <c:v>119.17</c:v>
                </c:pt>
                <c:pt idx="65622">
                  <c:v>63.96</c:v>
                </c:pt>
                <c:pt idx="65623">
                  <c:v>-63.96</c:v>
                </c:pt>
                <c:pt idx="65624">
                  <c:v>-62.98</c:v>
                </c:pt>
                <c:pt idx="65625">
                  <c:v>62.98</c:v>
                </c:pt>
                <c:pt idx="65626">
                  <c:v>18.940000000000001</c:v>
                </c:pt>
                <c:pt idx="65627">
                  <c:v>-18.940000000000001</c:v>
                </c:pt>
                <c:pt idx="65628">
                  <c:v>-55.48</c:v>
                </c:pt>
                <c:pt idx="65629">
                  <c:v>55.48</c:v>
                </c:pt>
                <c:pt idx="65630">
                  <c:v>75.09</c:v>
                </c:pt>
                <c:pt idx="65631">
                  <c:v>-75.09</c:v>
                </c:pt>
                <c:pt idx="65632">
                  <c:v>49.28</c:v>
                </c:pt>
                <c:pt idx="65633">
                  <c:v>-49.28</c:v>
                </c:pt>
                <c:pt idx="65634">
                  <c:v>-70.66</c:v>
                </c:pt>
                <c:pt idx="65635">
                  <c:v>61.98</c:v>
                </c:pt>
                <c:pt idx="65636">
                  <c:v>-26.29</c:v>
                </c:pt>
                <c:pt idx="65637">
                  <c:v>26.29</c:v>
                </c:pt>
                <c:pt idx="65638">
                  <c:v>62.87</c:v>
                </c:pt>
                <c:pt idx="65639">
                  <c:v>-62.87</c:v>
                </c:pt>
                <c:pt idx="65640">
                  <c:v>-79.98</c:v>
                </c:pt>
                <c:pt idx="65641">
                  <c:v>79.98</c:v>
                </c:pt>
                <c:pt idx="65642">
                  <c:v>118.58</c:v>
                </c:pt>
                <c:pt idx="65643">
                  <c:v>79.98</c:v>
                </c:pt>
                <c:pt idx="65644">
                  <c:v>-1.95</c:v>
                </c:pt>
                <c:pt idx="65645">
                  <c:v>84.99</c:v>
                </c:pt>
                <c:pt idx="65646">
                  <c:v>51.94</c:v>
                </c:pt>
                <c:pt idx="65647">
                  <c:v>79.98</c:v>
                </c:pt>
                <c:pt idx="65648">
                  <c:v>-23.24</c:v>
                </c:pt>
                <c:pt idx="65649">
                  <c:v>23.24</c:v>
                </c:pt>
                <c:pt idx="65650">
                  <c:v>57.98</c:v>
                </c:pt>
                <c:pt idx="65651">
                  <c:v>-57.98</c:v>
                </c:pt>
                <c:pt idx="65652">
                  <c:v>57.98</c:v>
                </c:pt>
                <c:pt idx="65653">
                  <c:v>-57.98</c:v>
                </c:pt>
                <c:pt idx="65654">
                  <c:v>46.77</c:v>
                </c:pt>
                <c:pt idx="65655">
                  <c:v>-46.77</c:v>
                </c:pt>
                <c:pt idx="65656">
                  <c:v>-66.540000000000006</c:v>
                </c:pt>
                <c:pt idx="65657">
                  <c:v>66.540000000000006</c:v>
                </c:pt>
                <c:pt idx="65658">
                  <c:v>-69.98</c:v>
                </c:pt>
                <c:pt idx="65659">
                  <c:v>69.98</c:v>
                </c:pt>
                <c:pt idx="65660">
                  <c:v>62.27</c:v>
                </c:pt>
                <c:pt idx="65661">
                  <c:v>-62.28</c:v>
                </c:pt>
                <c:pt idx="65662">
                  <c:v>62.9</c:v>
                </c:pt>
                <c:pt idx="65663">
                  <c:v>-62.9</c:v>
                </c:pt>
                <c:pt idx="65664">
                  <c:v>-68.98</c:v>
                </c:pt>
                <c:pt idx="65665">
                  <c:v>68.98</c:v>
                </c:pt>
                <c:pt idx="65666">
                  <c:v>46.76</c:v>
                </c:pt>
                <c:pt idx="65667">
                  <c:v>-46.76</c:v>
                </c:pt>
                <c:pt idx="65668">
                  <c:v>-71.33</c:v>
                </c:pt>
                <c:pt idx="65669">
                  <c:v>71.33</c:v>
                </c:pt>
                <c:pt idx="65670">
                  <c:v>48.89</c:v>
                </c:pt>
                <c:pt idx="65671">
                  <c:v>150</c:v>
                </c:pt>
                <c:pt idx="65672">
                  <c:v>112.51</c:v>
                </c:pt>
                <c:pt idx="65673">
                  <c:v>134.29</c:v>
                </c:pt>
                <c:pt idx="65674">
                  <c:v>139.11000000000001</c:v>
                </c:pt>
                <c:pt idx="65675">
                  <c:v>99.53</c:v>
                </c:pt>
                <c:pt idx="65676">
                  <c:v>97.99</c:v>
                </c:pt>
                <c:pt idx="65677">
                  <c:v>140.32</c:v>
                </c:pt>
                <c:pt idx="65678">
                  <c:v>96.78</c:v>
                </c:pt>
                <c:pt idx="65679">
                  <c:v>97.99</c:v>
                </c:pt>
                <c:pt idx="65680">
                  <c:v>79.849999999999994</c:v>
                </c:pt>
                <c:pt idx="65681">
                  <c:v>96.78</c:v>
                </c:pt>
                <c:pt idx="65682">
                  <c:v>106.46</c:v>
                </c:pt>
                <c:pt idx="65683">
                  <c:v>84.68</c:v>
                </c:pt>
                <c:pt idx="65684">
                  <c:v>79.849999999999994</c:v>
                </c:pt>
                <c:pt idx="65685">
                  <c:v>78.63</c:v>
                </c:pt>
                <c:pt idx="65686">
                  <c:v>60.98</c:v>
                </c:pt>
                <c:pt idx="65687">
                  <c:v>-60.98</c:v>
                </c:pt>
                <c:pt idx="65688">
                  <c:v>85.98</c:v>
                </c:pt>
                <c:pt idx="65689">
                  <c:v>-85.98</c:v>
                </c:pt>
                <c:pt idx="65690">
                  <c:v>-69.98</c:v>
                </c:pt>
                <c:pt idx="65691">
                  <c:v>69.98</c:v>
                </c:pt>
                <c:pt idx="65692">
                  <c:v>51.48</c:v>
                </c:pt>
                <c:pt idx="65693">
                  <c:v>-51.48</c:v>
                </c:pt>
                <c:pt idx="65694">
                  <c:v>-59.98</c:v>
                </c:pt>
                <c:pt idx="65695">
                  <c:v>59.98</c:v>
                </c:pt>
                <c:pt idx="65696">
                  <c:v>59.98</c:v>
                </c:pt>
                <c:pt idx="65697">
                  <c:v>-59.98</c:v>
                </c:pt>
                <c:pt idx="65698">
                  <c:v>-52.98</c:v>
                </c:pt>
                <c:pt idx="65699">
                  <c:v>52.98</c:v>
                </c:pt>
                <c:pt idx="65700">
                  <c:v>59.98</c:v>
                </c:pt>
                <c:pt idx="65701">
                  <c:v>-59.98</c:v>
                </c:pt>
                <c:pt idx="65702">
                  <c:v>111.27</c:v>
                </c:pt>
                <c:pt idx="65703">
                  <c:v>-111.27</c:v>
                </c:pt>
                <c:pt idx="65704">
                  <c:v>84.99</c:v>
                </c:pt>
                <c:pt idx="65705">
                  <c:v>-84.99</c:v>
                </c:pt>
                <c:pt idx="65706">
                  <c:v>105.98</c:v>
                </c:pt>
                <c:pt idx="65707">
                  <c:v>125.97</c:v>
                </c:pt>
                <c:pt idx="65708">
                  <c:v>105.98</c:v>
                </c:pt>
                <c:pt idx="65709">
                  <c:v>117.97</c:v>
                </c:pt>
                <c:pt idx="65710">
                  <c:v>129.96</c:v>
                </c:pt>
                <c:pt idx="65711">
                  <c:v>125.54</c:v>
                </c:pt>
                <c:pt idx="65712">
                  <c:v>108.77</c:v>
                </c:pt>
                <c:pt idx="65713">
                  <c:v>105.98</c:v>
                </c:pt>
                <c:pt idx="65714">
                  <c:v>117.97</c:v>
                </c:pt>
                <c:pt idx="65715">
                  <c:v>105.98</c:v>
                </c:pt>
                <c:pt idx="65716">
                  <c:v>80.08</c:v>
                </c:pt>
                <c:pt idx="65717">
                  <c:v>-80.08</c:v>
                </c:pt>
                <c:pt idx="65718">
                  <c:v>68.97</c:v>
                </c:pt>
                <c:pt idx="65719">
                  <c:v>-68.97</c:v>
                </c:pt>
                <c:pt idx="65720">
                  <c:v>-91.94</c:v>
                </c:pt>
                <c:pt idx="65721">
                  <c:v>91.94</c:v>
                </c:pt>
                <c:pt idx="65722">
                  <c:v>-58.98</c:v>
                </c:pt>
                <c:pt idx="65723">
                  <c:v>58.98</c:v>
                </c:pt>
                <c:pt idx="65724">
                  <c:v>137.97999999999999</c:v>
                </c:pt>
                <c:pt idx="65725">
                  <c:v>-137.97999999999999</c:v>
                </c:pt>
                <c:pt idx="65726">
                  <c:v>98.98</c:v>
                </c:pt>
                <c:pt idx="65727">
                  <c:v>-98.98</c:v>
                </c:pt>
                <c:pt idx="65728">
                  <c:v>88.98</c:v>
                </c:pt>
                <c:pt idx="65729">
                  <c:v>-88.98</c:v>
                </c:pt>
                <c:pt idx="65730">
                  <c:v>-169.98</c:v>
                </c:pt>
                <c:pt idx="65731">
                  <c:v>169.98</c:v>
                </c:pt>
                <c:pt idx="65732">
                  <c:v>46.29</c:v>
                </c:pt>
                <c:pt idx="65733">
                  <c:v>-46.29</c:v>
                </c:pt>
                <c:pt idx="65734">
                  <c:v>-60.98</c:v>
                </c:pt>
                <c:pt idx="65735">
                  <c:v>60.98</c:v>
                </c:pt>
                <c:pt idx="65736">
                  <c:v>65.989999999999995</c:v>
                </c:pt>
                <c:pt idx="65737">
                  <c:v>65.989999999999995</c:v>
                </c:pt>
                <c:pt idx="65738">
                  <c:v>60.71</c:v>
                </c:pt>
                <c:pt idx="65739">
                  <c:v>65.989999999999995</c:v>
                </c:pt>
                <c:pt idx="65740">
                  <c:v>67.489999999999995</c:v>
                </c:pt>
                <c:pt idx="65741">
                  <c:v>65.989999999999995</c:v>
                </c:pt>
                <c:pt idx="65742">
                  <c:v>84.99</c:v>
                </c:pt>
                <c:pt idx="65743">
                  <c:v>67.489999999999995</c:v>
                </c:pt>
                <c:pt idx="65744">
                  <c:v>65.989999999999995</c:v>
                </c:pt>
                <c:pt idx="65745">
                  <c:v>81.48</c:v>
                </c:pt>
                <c:pt idx="65746">
                  <c:v>65.989999999999995</c:v>
                </c:pt>
                <c:pt idx="65747">
                  <c:v>65.989999999999995</c:v>
                </c:pt>
                <c:pt idx="65748">
                  <c:v>65.989999999999995</c:v>
                </c:pt>
                <c:pt idx="65749">
                  <c:v>-14.09</c:v>
                </c:pt>
                <c:pt idx="65750">
                  <c:v>14.09</c:v>
                </c:pt>
                <c:pt idx="65751">
                  <c:v>-59.98</c:v>
                </c:pt>
                <c:pt idx="65752">
                  <c:v>59.98</c:v>
                </c:pt>
                <c:pt idx="65753">
                  <c:v>-96.45</c:v>
                </c:pt>
                <c:pt idx="65754">
                  <c:v>-32.19</c:v>
                </c:pt>
                <c:pt idx="65755">
                  <c:v>32.19</c:v>
                </c:pt>
                <c:pt idx="65756">
                  <c:v>59.96</c:v>
                </c:pt>
                <c:pt idx="65757">
                  <c:v>-59.96</c:v>
                </c:pt>
                <c:pt idx="65758">
                  <c:v>-59.98</c:v>
                </c:pt>
                <c:pt idx="65759">
                  <c:v>59.98</c:v>
                </c:pt>
                <c:pt idx="65760">
                  <c:v>-206.94</c:v>
                </c:pt>
                <c:pt idx="65761">
                  <c:v>179.94</c:v>
                </c:pt>
                <c:pt idx="65762">
                  <c:v>149.94999999999999</c:v>
                </c:pt>
                <c:pt idx="65763">
                  <c:v>-149.94999999999999</c:v>
                </c:pt>
                <c:pt idx="65764">
                  <c:v>84.99</c:v>
                </c:pt>
                <c:pt idx="65765">
                  <c:v>-188.36</c:v>
                </c:pt>
                <c:pt idx="65766">
                  <c:v>-84.99</c:v>
                </c:pt>
                <c:pt idx="65767">
                  <c:v>188.36</c:v>
                </c:pt>
                <c:pt idx="65768">
                  <c:v>-68.959999999999994</c:v>
                </c:pt>
                <c:pt idx="65769">
                  <c:v>68.959999999999994</c:v>
                </c:pt>
                <c:pt idx="65770">
                  <c:v>84.68</c:v>
                </c:pt>
                <c:pt idx="65771">
                  <c:v>111.26</c:v>
                </c:pt>
                <c:pt idx="65772">
                  <c:v>70.12</c:v>
                </c:pt>
                <c:pt idx="65773">
                  <c:v>211.64</c:v>
                </c:pt>
                <c:pt idx="65774">
                  <c:v>163.28</c:v>
                </c:pt>
                <c:pt idx="65775">
                  <c:v>492.28</c:v>
                </c:pt>
                <c:pt idx="65776">
                  <c:v>633.86</c:v>
                </c:pt>
                <c:pt idx="65777">
                  <c:v>77.38</c:v>
                </c:pt>
                <c:pt idx="65778">
                  <c:v>9.98</c:v>
                </c:pt>
                <c:pt idx="65779">
                  <c:v>-68.92</c:v>
                </c:pt>
                <c:pt idx="65780">
                  <c:v>68.92</c:v>
                </c:pt>
                <c:pt idx="65781">
                  <c:v>59.98</c:v>
                </c:pt>
                <c:pt idx="65782">
                  <c:v>-59.98</c:v>
                </c:pt>
                <c:pt idx="65783">
                  <c:v>-62.9</c:v>
                </c:pt>
                <c:pt idx="65784">
                  <c:v>62.9</c:v>
                </c:pt>
                <c:pt idx="65785">
                  <c:v>-31.09</c:v>
                </c:pt>
                <c:pt idx="65786">
                  <c:v>30.49</c:v>
                </c:pt>
                <c:pt idx="65787">
                  <c:v>-30.49</c:v>
                </c:pt>
                <c:pt idx="65788">
                  <c:v>31.09</c:v>
                </c:pt>
                <c:pt idx="65789">
                  <c:v>26.49</c:v>
                </c:pt>
                <c:pt idx="65790">
                  <c:v>-26.49</c:v>
                </c:pt>
                <c:pt idx="65791">
                  <c:v>81.64</c:v>
                </c:pt>
                <c:pt idx="65792">
                  <c:v>-81.64</c:v>
                </c:pt>
                <c:pt idx="65793">
                  <c:v>26.49</c:v>
                </c:pt>
                <c:pt idx="65794">
                  <c:v>-26.49</c:v>
                </c:pt>
                <c:pt idx="65795">
                  <c:v>41.49</c:v>
                </c:pt>
                <c:pt idx="65796">
                  <c:v>-41.49</c:v>
                </c:pt>
                <c:pt idx="65797">
                  <c:v>69.989999999999995</c:v>
                </c:pt>
                <c:pt idx="65798">
                  <c:v>-69.989999999999995</c:v>
                </c:pt>
                <c:pt idx="65799">
                  <c:v>-29.28</c:v>
                </c:pt>
                <c:pt idx="65800">
                  <c:v>29.28</c:v>
                </c:pt>
                <c:pt idx="65801">
                  <c:v>35.24</c:v>
                </c:pt>
                <c:pt idx="65802">
                  <c:v>60.99</c:v>
                </c:pt>
                <c:pt idx="65803">
                  <c:v>71.48</c:v>
                </c:pt>
                <c:pt idx="65804">
                  <c:v>51.49</c:v>
                </c:pt>
                <c:pt idx="65805">
                  <c:v>65.98</c:v>
                </c:pt>
                <c:pt idx="65806">
                  <c:v>65.989999999999995</c:v>
                </c:pt>
                <c:pt idx="65807">
                  <c:v>83.48</c:v>
                </c:pt>
                <c:pt idx="65808">
                  <c:v>67.489999999999995</c:v>
                </c:pt>
                <c:pt idx="65809">
                  <c:v>91.48</c:v>
                </c:pt>
                <c:pt idx="65810">
                  <c:v>57.48</c:v>
                </c:pt>
                <c:pt idx="65811">
                  <c:v>83.48</c:v>
                </c:pt>
                <c:pt idx="65812">
                  <c:v>154.97</c:v>
                </c:pt>
                <c:pt idx="65813">
                  <c:v>85.48</c:v>
                </c:pt>
                <c:pt idx="65814">
                  <c:v>93.88</c:v>
                </c:pt>
                <c:pt idx="65815">
                  <c:v>67.489999999999995</c:v>
                </c:pt>
                <c:pt idx="65816">
                  <c:v>67.489999999999995</c:v>
                </c:pt>
                <c:pt idx="65817">
                  <c:v>67.489999999999995</c:v>
                </c:pt>
                <c:pt idx="65818">
                  <c:v>-77.97</c:v>
                </c:pt>
                <c:pt idx="65819">
                  <c:v>77.97</c:v>
                </c:pt>
                <c:pt idx="65820">
                  <c:v>69.989999999999995</c:v>
                </c:pt>
                <c:pt idx="65821">
                  <c:v>-69.989999999999995</c:v>
                </c:pt>
                <c:pt idx="65822">
                  <c:v>26.28</c:v>
                </c:pt>
                <c:pt idx="65823">
                  <c:v>-26.28</c:v>
                </c:pt>
                <c:pt idx="65824">
                  <c:v>-16.29</c:v>
                </c:pt>
                <c:pt idx="65825">
                  <c:v>30.48</c:v>
                </c:pt>
                <c:pt idx="65826">
                  <c:v>-30.48</c:v>
                </c:pt>
                <c:pt idx="65827">
                  <c:v>-25.39</c:v>
                </c:pt>
                <c:pt idx="65828">
                  <c:v>25.39</c:v>
                </c:pt>
                <c:pt idx="65829">
                  <c:v>-102.55</c:v>
                </c:pt>
                <c:pt idx="65830">
                  <c:v>102.55</c:v>
                </c:pt>
                <c:pt idx="65831">
                  <c:v>20.55</c:v>
                </c:pt>
                <c:pt idx="65832">
                  <c:v>-20.55</c:v>
                </c:pt>
                <c:pt idx="65833">
                  <c:v>-102.83</c:v>
                </c:pt>
                <c:pt idx="65834">
                  <c:v>-239.88</c:v>
                </c:pt>
                <c:pt idx="65835">
                  <c:v>239.88</c:v>
                </c:pt>
                <c:pt idx="65836">
                  <c:v>149.97</c:v>
                </c:pt>
                <c:pt idx="65837">
                  <c:v>149.97</c:v>
                </c:pt>
                <c:pt idx="65838">
                  <c:v>105.98</c:v>
                </c:pt>
                <c:pt idx="65839">
                  <c:v>149.97</c:v>
                </c:pt>
                <c:pt idx="65840">
                  <c:v>109.21</c:v>
                </c:pt>
                <c:pt idx="65841">
                  <c:v>99.98</c:v>
                </c:pt>
                <c:pt idx="65842">
                  <c:v>75.97</c:v>
                </c:pt>
                <c:pt idx="65843">
                  <c:v>134.97999999999999</c:v>
                </c:pt>
                <c:pt idx="65844">
                  <c:v>142.97</c:v>
                </c:pt>
                <c:pt idx="65845">
                  <c:v>105.98</c:v>
                </c:pt>
                <c:pt idx="65846">
                  <c:v>51.49</c:v>
                </c:pt>
                <c:pt idx="65847">
                  <c:v>-65.319999999999993</c:v>
                </c:pt>
                <c:pt idx="65848">
                  <c:v>65.319999999999993</c:v>
                </c:pt>
                <c:pt idx="65849">
                  <c:v>33.479999999999997</c:v>
                </c:pt>
                <c:pt idx="65850">
                  <c:v>-33.479999999999997</c:v>
                </c:pt>
                <c:pt idx="65851">
                  <c:v>105.67</c:v>
                </c:pt>
                <c:pt idx="65852">
                  <c:v>-105.67</c:v>
                </c:pt>
                <c:pt idx="65853">
                  <c:v>54.99</c:v>
                </c:pt>
                <c:pt idx="65854">
                  <c:v>-54.99</c:v>
                </c:pt>
                <c:pt idx="65855">
                  <c:v>60.98</c:v>
                </c:pt>
                <c:pt idx="65856">
                  <c:v>-60.98</c:v>
                </c:pt>
                <c:pt idx="65857">
                  <c:v>37.49</c:v>
                </c:pt>
                <c:pt idx="65858">
                  <c:v>-37.49</c:v>
                </c:pt>
                <c:pt idx="65859">
                  <c:v>-46.49</c:v>
                </c:pt>
                <c:pt idx="65860">
                  <c:v>46.49</c:v>
                </c:pt>
                <c:pt idx="65861">
                  <c:v>34.479999999999997</c:v>
                </c:pt>
                <c:pt idx="65862">
                  <c:v>-34.479999999999997</c:v>
                </c:pt>
                <c:pt idx="65863">
                  <c:v>-119.97</c:v>
                </c:pt>
                <c:pt idx="65864">
                  <c:v>119.97</c:v>
                </c:pt>
                <c:pt idx="65865">
                  <c:v>49.59</c:v>
                </c:pt>
                <c:pt idx="65866">
                  <c:v>-49.59</c:v>
                </c:pt>
                <c:pt idx="65867">
                  <c:v>183.97</c:v>
                </c:pt>
                <c:pt idx="65868">
                  <c:v>183.97</c:v>
                </c:pt>
                <c:pt idx="65869">
                  <c:v>141.94999999999999</c:v>
                </c:pt>
                <c:pt idx="65870">
                  <c:v>55.96</c:v>
                </c:pt>
                <c:pt idx="65871">
                  <c:v>197.96</c:v>
                </c:pt>
                <c:pt idx="65872">
                  <c:v>184.97</c:v>
                </c:pt>
                <c:pt idx="65873">
                  <c:v>127.98</c:v>
                </c:pt>
                <c:pt idx="65874">
                  <c:v>143.97</c:v>
                </c:pt>
                <c:pt idx="65875">
                  <c:v>93.97</c:v>
                </c:pt>
                <c:pt idx="65876">
                  <c:v>156.37</c:v>
                </c:pt>
                <c:pt idx="65877">
                  <c:v>-87.98</c:v>
                </c:pt>
                <c:pt idx="65878">
                  <c:v>87.98</c:v>
                </c:pt>
                <c:pt idx="65879">
                  <c:v>34.28</c:v>
                </c:pt>
                <c:pt idx="65880">
                  <c:v>-34.28</c:v>
                </c:pt>
                <c:pt idx="65881">
                  <c:v>119.56</c:v>
                </c:pt>
                <c:pt idx="65882">
                  <c:v>-119.56</c:v>
                </c:pt>
                <c:pt idx="65883">
                  <c:v>72.98</c:v>
                </c:pt>
                <c:pt idx="65884">
                  <c:v>-72.98</c:v>
                </c:pt>
                <c:pt idx="65885">
                  <c:v>-54.47</c:v>
                </c:pt>
                <c:pt idx="65886">
                  <c:v>54.47</c:v>
                </c:pt>
                <c:pt idx="65887">
                  <c:v>31.19</c:v>
                </c:pt>
                <c:pt idx="65888">
                  <c:v>-31.19</c:v>
                </c:pt>
                <c:pt idx="65889">
                  <c:v>45.74</c:v>
                </c:pt>
                <c:pt idx="65890">
                  <c:v>-62.98</c:v>
                </c:pt>
                <c:pt idx="65891">
                  <c:v>147.96</c:v>
                </c:pt>
                <c:pt idx="65892">
                  <c:v>-147.96</c:v>
                </c:pt>
                <c:pt idx="65893">
                  <c:v>110.09</c:v>
                </c:pt>
                <c:pt idx="65894">
                  <c:v>-110.09</c:v>
                </c:pt>
                <c:pt idx="65895">
                  <c:v>-420.97</c:v>
                </c:pt>
                <c:pt idx="65896">
                  <c:v>420.97</c:v>
                </c:pt>
                <c:pt idx="65897">
                  <c:v>65.33</c:v>
                </c:pt>
                <c:pt idx="65898">
                  <c:v>65.33</c:v>
                </c:pt>
                <c:pt idx="65899">
                  <c:v>65.989999999999995</c:v>
                </c:pt>
                <c:pt idx="65900">
                  <c:v>65.33</c:v>
                </c:pt>
                <c:pt idx="65901">
                  <c:v>64.52</c:v>
                </c:pt>
                <c:pt idx="65902">
                  <c:v>65.989999999999995</c:v>
                </c:pt>
                <c:pt idx="65903">
                  <c:v>65.989999999999995</c:v>
                </c:pt>
                <c:pt idx="65904">
                  <c:v>64.67</c:v>
                </c:pt>
                <c:pt idx="65905">
                  <c:v>65.989999999999995</c:v>
                </c:pt>
                <c:pt idx="65906">
                  <c:v>65.989999999999995</c:v>
                </c:pt>
                <c:pt idx="65907">
                  <c:v>72.88</c:v>
                </c:pt>
                <c:pt idx="65908">
                  <c:v>79.66</c:v>
                </c:pt>
                <c:pt idx="65909">
                  <c:v>65.989999999999995</c:v>
                </c:pt>
                <c:pt idx="65910">
                  <c:v>64.67</c:v>
                </c:pt>
                <c:pt idx="65911">
                  <c:v>65.989999999999995</c:v>
                </c:pt>
                <c:pt idx="65912">
                  <c:v>65.33</c:v>
                </c:pt>
                <c:pt idx="65913">
                  <c:v>65.989999999999995</c:v>
                </c:pt>
                <c:pt idx="65914">
                  <c:v>65.989999999999995</c:v>
                </c:pt>
                <c:pt idx="65915">
                  <c:v>65.989999999999995</c:v>
                </c:pt>
                <c:pt idx="65916">
                  <c:v>63.86</c:v>
                </c:pt>
                <c:pt idx="65917">
                  <c:v>-143.96</c:v>
                </c:pt>
                <c:pt idx="65918">
                  <c:v>-183.94</c:v>
                </c:pt>
                <c:pt idx="65919">
                  <c:v>143.96</c:v>
                </c:pt>
                <c:pt idx="65920">
                  <c:v>183.94</c:v>
                </c:pt>
                <c:pt idx="65921">
                  <c:v>-52.24</c:v>
                </c:pt>
                <c:pt idx="65922">
                  <c:v>52.24</c:v>
                </c:pt>
                <c:pt idx="65923">
                  <c:v>66.53</c:v>
                </c:pt>
                <c:pt idx="65924">
                  <c:v>-66.53</c:v>
                </c:pt>
                <c:pt idx="65925">
                  <c:v>121.97</c:v>
                </c:pt>
                <c:pt idx="65926">
                  <c:v>-121.97</c:v>
                </c:pt>
                <c:pt idx="65927">
                  <c:v>73.98</c:v>
                </c:pt>
                <c:pt idx="65928">
                  <c:v>-73.98</c:v>
                </c:pt>
                <c:pt idx="65929">
                  <c:v>38.49</c:v>
                </c:pt>
                <c:pt idx="65930">
                  <c:v>-38.49</c:v>
                </c:pt>
                <c:pt idx="65931">
                  <c:v>-369.9</c:v>
                </c:pt>
                <c:pt idx="65932">
                  <c:v>369.9</c:v>
                </c:pt>
                <c:pt idx="65933">
                  <c:v>73.98</c:v>
                </c:pt>
                <c:pt idx="65934">
                  <c:v>-73.98</c:v>
                </c:pt>
                <c:pt idx="65935">
                  <c:v>57.48</c:v>
                </c:pt>
                <c:pt idx="65936">
                  <c:v>-57.48</c:v>
                </c:pt>
                <c:pt idx="65937">
                  <c:v>58.98</c:v>
                </c:pt>
                <c:pt idx="65938">
                  <c:v>-58.98</c:v>
                </c:pt>
                <c:pt idx="65939">
                  <c:v>134.97999999999999</c:v>
                </c:pt>
                <c:pt idx="65940">
                  <c:v>147.97999999999999</c:v>
                </c:pt>
                <c:pt idx="65941">
                  <c:v>124.97</c:v>
                </c:pt>
                <c:pt idx="65942">
                  <c:v>169.98</c:v>
                </c:pt>
                <c:pt idx="65943">
                  <c:v>169.98</c:v>
                </c:pt>
                <c:pt idx="65944">
                  <c:v>124.97</c:v>
                </c:pt>
                <c:pt idx="65945">
                  <c:v>134.97999999999999</c:v>
                </c:pt>
                <c:pt idx="65946">
                  <c:v>147.97999999999999</c:v>
                </c:pt>
                <c:pt idx="65947">
                  <c:v>110.18</c:v>
                </c:pt>
                <c:pt idx="65948">
                  <c:v>82.22</c:v>
                </c:pt>
                <c:pt idx="65949">
                  <c:v>155.46</c:v>
                </c:pt>
                <c:pt idx="65950">
                  <c:v>155.46</c:v>
                </c:pt>
                <c:pt idx="65951">
                  <c:v>24.68</c:v>
                </c:pt>
                <c:pt idx="65952">
                  <c:v>24.68</c:v>
                </c:pt>
                <c:pt idx="65953">
                  <c:v>84.99</c:v>
                </c:pt>
                <c:pt idx="65954">
                  <c:v>84.99</c:v>
                </c:pt>
                <c:pt idx="65955">
                  <c:v>82.22</c:v>
                </c:pt>
                <c:pt idx="65956">
                  <c:v>169.98</c:v>
                </c:pt>
                <c:pt idx="65957">
                  <c:v>194.96</c:v>
                </c:pt>
                <c:pt idx="65958">
                  <c:v>156.79</c:v>
                </c:pt>
                <c:pt idx="65959">
                  <c:v>169.98</c:v>
                </c:pt>
                <c:pt idx="65960">
                  <c:v>194.96</c:v>
                </c:pt>
                <c:pt idx="65961">
                  <c:v>169.98</c:v>
                </c:pt>
                <c:pt idx="65962">
                  <c:v>188.06</c:v>
                </c:pt>
                <c:pt idx="65963">
                  <c:v>156.79</c:v>
                </c:pt>
                <c:pt idx="65964">
                  <c:v>188.06</c:v>
                </c:pt>
                <c:pt idx="65965">
                  <c:v>169.98</c:v>
                </c:pt>
                <c:pt idx="65966">
                  <c:v>184.97</c:v>
                </c:pt>
                <c:pt idx="65967">
                  <c:v>110.18</c:v>
                </c:pt>
                <c:pt idx="65968">
                  <c:v>39.99</c:v>
                </c:pt>
                <c:pt idx="65969">
                  <c:v>184.97</c:v>
                </c:pt>
                <c:pt idx="65970">
                  <c:v>149.97</c:v>
                </c:pt>
                <c:pt idx="65971">
                  <c:v>149.97</c:v>
                </c:pt>
                <c:pt idx="65972">
                  <c:v>39.99</c:v>
                </c:pt>
                <c:pt idx="65973">
                  <c:v>174.43</c:v>
                </c:pt>
                <c:pt idx="65974">
                  <c:v>174.43</c:v>
                </c:pt>
                <c:pt idx="65975">
                  <c:v>133.05000000000001</c:v>
                </c:pt>
                <c:pt idx="65976">
                  <c:v>-133.05000000000001</c:v>
                </c:pt>
                <c:pt idx="65977">
                  <c:v>-16.29</c:v>
                </c:pt>
                <c:pt idx="65978">
                  <c:v>16.29</c:v>
                </c:pt>
                <c:pt idx="65979">
                  <c:v>419.85</c:v>
                </c:pt>
                <c:pt idx="65980">
                  <c:v>-419.85</c:v>
                </c:pt>
                <c:pt idx="65981">
                  <c:v>59.98</c:v>
                </c:pt>
                <c:pt idx="65982">
                  <c:v>-59.98</c:v>
                </c:pt>
                <c:pt idx="65983">
                  <c:v>83.94</c:v>
                </c:pt>
                <c:pt idx="65984">
                  <c:v>95.94</c:v>
                </c:pt>
                <c:pt idx="65985">
                  <c:v>54.01</c:v>
                </c:pt>
                <c:pt idx="65986">
                  <c:v>45.47</c:v>
                </c:pt>
                <c:pt idx="65987">
                  <c:v>-45.47</c:v>
                </c:pt>
                <c:pt idx="65988">
                  <c:v>-51.01</c:v>
                </c:pt>
                <c:pt idx="65989">
                  <c:v>-4.5</c:v>
                </c:pt>
                <c:pt idx="65990">
                  <c:v>-49.51</c:v>
                </c:pt>
                <c:pt idx="65991">
                  <c:v>51.01</c:v>
                </c:pt>
                <c:pt idx="65992">
                  <c:v>59.96</c:v>
                </c:pt>
                <c:pt idx="65993">
                  <c:v>74.95</c:v>
                </c:pt>
                <c:pt idx="65994">
                  <c:v>74.95</c:v>
                </c:pt>
                <c:pt idx="65995">
                  <c:v>59.96</c:v>
                </c:pt>
                <c:pt idx="65996">
                  <c:v>59.96</c:v>
                </c:pt>
                <c:pt idx="65997">
                  <c:v>59.96</c:v>
                </c:pt>
                <c:pt idx="65998">
                  <c:v>59.96</c:v>
                </c:pt>
                <c:pt idx="65999">
                  <c:v>59.96</c:v>
                </c:pt>
                <c:pt idx="66000">
                  <c:v>59.96</c:v>
                </c:pt>
                <c:pt idx="66001">
                  <c:v>59.96</c:v>
                </c:pt>
                <c:pt idx="66002">
                  <c:v>74.95</c:v>
                </c:pt>
                <c:pt idx="66003">
                  <c:v>59.96</c:v>
                </c:pt>
                <c:pt idx="66004">
                  <c:v>59.96</c:v>
                </c:pt>
                <c:pt idx="66005">
                  <c:v>59.96</c:v>
                </c:pt>
                <c:pt idx="66006">
                  <c:v>74.2</c:v>
                </c:pt>
                <c:pt idx="66007">
                  <c:v>53.96</c:v>
                </c:pt>
                <c:pt idx="66008">
                  <c:v>59.96</c:v>
                </c:pt>
                <c:pt idx="66009">
                  <c:v>63.95</c:v>
                </c:pt>
                <c:pt idx="66010">
                  <c:v>74.95</c:v>
                </c:pt>
                <c:pt idx="66011">
                  <c:v>74.95</c:v>
                </c:pt>
                <c:pt idx="66012">
                  <c:v>109.68</c:v>
                </c:pt>
                <c:pt idx="66013">
                  <c:v>80.98</c:v>
                </c:pt>
                <c:pt idx="66014">
                  <c:v>54.98</c:v>
                </c:pt>
                <c:pt idx="66015">
                  <c:v>84.99</c:v>
                </c:pt>
                <c:pt idx="66016">
                  <c:v>84.99</c:v>
                </c:pt>
                <c:pt idx="66017">
                  <c:v>54.98</c:v>
                </c:pt>
                <c:pt idx="66018">
                  <c:v>84.99</c:v>
                </c:pt>
                <c:pt idx="66019">
                  <c:v>65.989999999999995</c:v>
                </c:pt>
                <c:pt idx="66020">
                  <c:v>84.99</c:v>
                </c:pt>
                <c:pt idx="66021">
                  <c:v>84.99</c:v>
                </c:pt>
                <c:pt idx="66022">
                  <c:v>99.98</c:v>
                </c:pt>
                <c:pt idx="66023">
                  <c:v>164.97</c:v>
                </c:pt>
                <c:pt idx="66024">
                  <c:v>108.97</c:v>
                </c:pt>
                <c:pt idx="66025">
                  <c:v>75.88</c:v>
                </c:pt>
                <c:pt idx="66026">
                  <c:v>79.989999999999995</c:v>
                </c:pt>
                <c:pt idx="66027">
                  <c:v>79.989999999999995</c:v>
                </c:pt>
                <c:pt idx="66028">
                  <c:v>79.989999999999995</c:v>
                </c:pt>
                <c:pt idx="66029">
                  <c:v>79.989999999999995</c:v>
                </c:pt>
                <c:pt idx="66030">
                  <c:v>84.99</c:v>
                </c:pt>
                <c:pt idx="66031">
                  <c:v>79.989999999999995</c:v>
                </c:pt>
                <c:pt idx="66032">
                  <c:v>79.989999999999995</c:v>
                </c:pt>
                <c:pt idx="66033">
                  <c:v>79.989999999999995</c:v>
                </c:pt>
                <c:pt idx="66034">
                  <c:v>84.98</c:v>
                </c:pt>
                <c:pt idx="66035">
                  <c:v>79.989999999999995</c:v>
                </c:pt>
                <c:pt idx="66036">
                  <c:v>79.989999999999995</c:v>
                </c:pt>
                <c:pt idx="66037">
                  <c:v>99.97</c:v>
                </c:pt>
                <c:pt idx="66038">
                  <c:v>79.989999999999995</c:v>
                </c:pt>
                <c:pt idx="66039">
                  <c:v>79.989999999999995</c:v>
                </c:pt>
                <c:pt idx="66040">
                  <c:v>99.97</c:v>
                </c:pt>
                <c:pt idx="66041">
                  <c:v>79.989999999999995</c:v>
                </c:pt>
                <c:pt idx="66042">
                  <c:v>79.989999999999995</c:v>
                </c:pt>
                <c:pt idx="66043">
                  <c:v>79.989999999999995</c:v>
                </c:pt>
                <c:pt idx="66044">
                  <c:v>115.98</c:v>
                </c:pt>
                <c:pt idx="66045">
                  <c:v>131.97999999999999</c:v>
                </c:pt>
                <c:pt idx="66046">
                  <c:v>131.97999999999999</c:v>
                </c:pt>
                <c:pt idx="66047">
                  <c:v>131.97999999999999</c:v>
                </c:pt>
                <c:pt idx="66048">
                  <c:v>131.97999999999999</c:v>
                </c:pt>
                <c:pt idx="66049">
                  <c:v>131.97999999999999</c:v>
                </c:pt>
                <c:pt idx="66050">
                  <c:v>131.88999999999999</c:v>
                </c:pt>
                <c:pt idx="66051">
                  <c:v>197.97</c:v>
                </c:pt>
                <c:pt idx="66052">
                  <c:v>131.97999999999999</c:v>
                </c:pt>
                <c:pt idx="66053">
                  <c:v>121.98</c:v>
                </c:pt>
                <c:pt idx="66054">
                  <c:v>131.97999999999999</c:v>
                </c:pt>
                <c:pt idx="66055">
                  <c:v>86.71</c:v>
                </c:pt>
                <c:pt idx="66056">
                  <c:v>99.98</c:v>
                </c:pt>
                <c:pt idx="66057">
                  <c:v>192.41</c:v>
                </c:pt>
                <c:pt idx="66058">
                  <c:v>74.37</c:v>
                </c:pt>
                <c:pt idx="66059">
                  <c:v>73.88</c:v>
                </c:pt>
                <c:pt idx="66060">
                  <c:v>83.97</c:v>
                </c:pt>
                <c:pt idx="66061">
                  <c:v>131.97999999999999</c:v>
                </c:pt>
                <c:pt idx="66062">
                  <c:v>89.98</c:v>
                </c:pt>
                <c:pt idx="66063">
                  <c:v>77.97</c:v>
                </c:pt>
                <c:pt idx="66064">
                  <c:v>151.97</c:v>
                </c:pt>
                <c:pt idx="66065">
                  <c:v>75.97</c:v>
                </c:pt>
                <c:pt idx="66066">
                  <c:v>112.37</c:v>
                </c:pt>
                <c:pt idx="66067">
                  <c:v>191.92</c:v>
                </c:pt>
                <c:pt idx="66068">
                  <c:v>100.98</c:v>
                </c:pt>
                <c:pt idx="66069">
                  <c:v>83.97</c:v>
                </c:pt>
                <c:pt idx="66070">
                  <c:v>55.98</c:v>
                </c:pt>
                <c:pt idx="66071">
                  <c:v>77.97</c:v>
                </c:pt>
                <c:pt idx="66072">
                  <c:v>151.74</c:v>
                </c:pt>
                <c:pt idx="66073">
                  <c:v>91.97</c:v>
                </c:pt>
                <c:pt idx="66074">
                  <c:v>99.98</c:v>
                </c:pt>
                <c:pt idx="66075">
                  <c:v>82.03</c:v>
                </c:pt>
                <c:pt idx="66076">
                  <c:v>89.98</c:v>
                </c:pt>
                <c:pt idx="66077">
                  <c:v>179.95</c:v>
                </c:pt>
                <c:pt idx="66078">
                  <c:v>79.98</c:v>
                </c:pt>
                <c:pt idx="66079">
                  <c:v>84.99</c:v>
                </c:pt>
                <c:pt idx="66080">
                  <c:v>69.98</c:v>
                </c:pt>
                <c:pt idx="66081">
                  <c:v>54.44</c:v>
                </c:pt>
                <c:pt idx="66082">
                  <c:v>224.95</c:v>
                </c:pt>
                <c:pt idx="66083">
                  <c:v>82.98</c:v>
                </c:pt>
                <c:pt idx="66084">
                  <c:v>99.98</c:v>
                </c:pt>
                <c:pt idx="66085">
                  <c:v>54.99</c:v>
                </c:pt>
                <c:pt idx="66086">
                  <c:v>62.96</c:v>
                </c:pt>
                <c:pt idx="66087">
                  <c:v>16.29</c:v>
                </c:pt>
                <c:pt idx="66088">
                  <c:v>129.97</c:v>
                </c:pt>
                <c:pt idx="66089">
                  <c:v>99.98</c:v>
                </c:pt>
                <c:pt idx="66090">
                  <c:v>74.98</c:v>
                </c:pt>
                <c:pt idx="66091">
                  <c:v>54.99</c:v>
                </c:pt>
                <c:pt idx="66092">
                  <c:v>54.99</c:v>
                </c:pt>
                <c:pt idx="66093">
                  <c:v>52.24</c:v>
                </c:pt>
                <c:pt idx="66094">
                  <c:v>69.98</c:v>
                </c:pt>
                <c:pt idx="66095">
                  <c:v>49.99</c:v>
                </c:pt>
                <c:pt idx="66096">
                  <c:v>104.98</c:v>
                </c:pt>
                <c:pt idx="66097">
                  <c:v>65.989999999999995</c:v>
                </c:pt>
                <c:pt idx="66098">
                  <c:v>134.97999999999999</c:v>
                </c:pt>
                <c:pt idx="66099">
                  <c:v>62.46</c:v>
                </c:pt>
                <c:pt idx="66100">
                  <c:v>99.98</c:v>
                </c:pt>
                <c:pt idx="66101">
                  <c:v>79.98</c:v>
                </c:pt>
                <c:pt idx="66102">
                  <c:v>84.98</c:v>
                </c:pt>
                <c:pt idx="66103">
                  <c:v>84.99</c:v>
                </c:pt>
                <c:pt idx="66104">
                  <c:v>65.989999999999995</c:v>
                </c:pt>
                <c:pt idx="66105">
                  <c:v>131.97999999999999</c:v>
                </c:pt>
                <c:pt idx="66106">
                  <c:v>84.99</c:v>
                </c:pt>
                <c:pt idx="66107">
                  <c:v>80.98</c:v>
                </c:pt>
                <c:pt idx="66108">
                  <c:v>161.27000000000001</c:v>
                </c:pt>
                <c:pt idx="66109">
                  <c:v>84.99</c:v>
                </c:pt>
                <c:pt idx="66110">
                  <c:v>125.98</c:v>
                </c:pt>
                <c:pt idx="66111">
                  <c:v>84.99</c:v>
                </c:pt>
                <c:pt idx="66112">
                  <c:v>68.989999999999995</c:v>
                </c:pt>
                <c:pt idx="66113">
                  <c:v>68.989999999999995</c:v>
                </c:pt>
                <c:pt idx="66114">
                  <c:v>73.989999999999995</c:v>
                </c:pt>
                <c:pt idx="66115">
                  <c:v>65.989999999999995</c:v>
                </c:pt>
                <c:pt idx="66116">
                  <c:v>50.99</c:v>
                </c:pt>
                <c:pt idx="66117">
                  <c:v>72.239999999999995</c:v>
                </c:pt>
                <c:pt idx="66118">
                  <c:v>74.989999999999995</c:v>
                </c:pt>
                <c:pt idx="66119">
                  <c:v>54.99</c:v>
                </c:pt>
                <c:pt idx="66120">
                  <c:v>156.97999999999999</c:v>
                </c:pt>
                <c:pt idx="66121">
                  <c:v>266.13</c:v>
                </c:pt>
                <c:pt idx="66122">
                  <c:v>107.17</c:v>
                </c:pt>
                <c:pt idx="66123">
                  <c:v>305.42</c:v>
                </c:pt>
                <c:pt idx="66124">
                  <c:v>79.849999999999994</c:v>
                </c:pt>
                <c:pt idx="66125">
                  <c:v>414.93</c:v>
                </c:pt>
                <c:pt idx="66126">
                  <c:v>359.27</c:v>
                </c:pt>
                <c:pt idx="66127">
                  <c:v>214.97</c:v>
                </c:pt>
                <c:pt idx="66128">
                  <c:v>312.52</c:v>
                </c:pt>
                <c:pt idx="66129">
                  <c:v>131.97999999999999</c:v>
                </c:pt>
                <c:pt idx="66130">
                  <c:v>131.97999999999999</c:v>
                </c:pt>
                <c:pt idx="66131">
                  <c:v>149.97999999999999</c:v>
                </c:pt>
                <c:pt idx="66132">
                  <c:v>239.97</c:v>
                </c:pt>
                <c:pt idx="66133">
                  <c:v>239.97</c:v>
                </c:pt>
                <c:pt idx="66134">
                  <c:v>239.97</c:v>
                </c:pt>
                <c:pt idx="66135">
                  <c:v>76.47</c:v>
                </c:pt>
                <c:pt idx="66136">
                  <c:v>59.98</c:v>
                </c:pt>
                <c:pt idx="66137">
                  <c:v>91.47</c:v>
                </c:pt>
                <c:pt idx="66138">
                  <c:v>61.48</c:v>
                </c:pt>
                <c:pt idx="66139">
                  <c:v>61.48</c:v>
                </c:pt>
                <c:pt idx="66140">
                  <c:v>55.98</c:v>
                </c:pt>
                <c:pt idx="66141">
                  <c:v>55.98</c:v>
                </c:pt>
                <c:pt idx="66142">
                  <c:v>61.48</c:v>
                </c:pt>
                <c:pt idx="66143">
                  <c:v>89.97</c:v>
                </c:pt>
                <c:pt idx="66144">
                  <c:v>55.98</c:v>
                </c:pt>
                <c:pt idx="66145">
                  <c:v>91.47</c:v>
                </c:pt>
                <c:pt idx="66146">
                  <c:v>-1.5</c:v>
                </c:pt>
                <c:pt idx="66147">
                  <c:v>68.47</c:v>
                </c:pt>
                <c:pt idx="66148">
                  <c:v>52.48</c:v>
                </c:pt>
                <c:pt idx="66149">
                  <c:v>36.28</c:v>
                </c:pt>
                <c:pt idx="66150">
                  <c:v>89.97</c:v>
                </c:pt>
                <c:pt idx="66151">
                  <c:v>53.48</c:v>
                </c:pt>
                <c:pt idx="66152">
                  <c:v>59.98</c:v>
                </c:pt>
                <c:pt idx="66153">
                  <c:v>89.97</c:v>
                </c:pt>
                <c:pt idx="66154">
                  <c:v>31.49</c:v>
                </c:pt>
                <c:pt idx="66155">
                  <c:v>84.99</c:v>
                </c:pt>
                <c:pt idx="66156">
                  <c:v>254.97</c:v>
                </c:pt>
                <c:pt idx="66157">
                  <c:v>69.98</c:v>
                </c:pt>
                <c:pt idx="66158">
                  <c:v>65.989999999999995</c:v>
                </c:pt>
                <c:pt idx="66159">
                  <c:v>40.94</c:v>
                </c:pt>
                <c:pt idx="66160">
                  <c:v>169.98</c:v>
                </c:pt>
                <c:pt idx="66161">
                  <c:v>78.97</c:v>
                </c:pt>
                <c:pt idx="66162">
                  <c:v>100.47</c:v>
                </c:pt>
                <c:pt idx="66163">
                  <c:v>59.98</c:v>
                </c:pt>
                <c:pt idx="66164">
                  <c:v>92.97</c:v>
                </c:pt>
                <c:pt idx="66165">
                  <c:v>101.97</c:v>
                </c:pt>
                <c:pt idx="66166">
                  <c:v>96.27</c:v>
                </c:pt>
                <c:pt idx="66167">
                  <c:v>60.28</c:v>
                </c:pt>
                <c:pt idx="66168">
                  <c:v>62.38</c:v>
                </c:pt>
                <c:pt idx="66169">
                  <c:v>100.47</c:v>
                </c:pt>
                <c:pt idx="66170">
                  <c:v>100.47</c:v>
                </c:pt>
                <c:pt idx="66171">
                  <c:v>95.75</c:v>
                </c:pt>
                <c:pt idx="66172">
                  <c:v>100.47</c:v>
                </c:pt>
                <c:pt idx="66173">
                  <c:v>67.48</c:v>
                </c:pt>
                <c:pt idx="66174">
                  <c:v>101.97</c:v>
                </c:pt>
                <c:pt idx="66175">
                  <c:v>62.08</c:v>
                </c:pt>
                <c:pt idx="66176">
                  <c:v>119.99</c:v>
                </c:pt>
                <c:pt idx="66177">
                  <c:v>50.88</c:v>
                </c:pt>
                <c:pt idx="66178">
                  <c:v>361.9</c:v>
                </c:pt>
                <c:pt idx="66179">
                  <c:v>328.43</c:v>
                </c:pt>
                <c:pt idx="66180">
                  <c:v>213.4</c:v>
                </c:pt>
                <c:pt idx="66181">
                  <c:v>216.43</c:v>
                </c:pt>
                <c:pt idx="66182">
                  <c:v>213.95</c:v>
                </c:pt>
                <c:pt idx="66183">
                  <c:v>242.96</c:v>
                </c:pt>
                <c:pt idx="66184">
                  <c:v>134.24</c:v>
                </c:pt>
                <c:pt idx="66185">
                  <c:v>92.97</c:v>
                </c:pt>
                <c:pt idx="66186">
                  <c:v>59.39</c:v>
                </c:pt>
                <c:pt idx="66187">
                  <c:v>139.94</c:v>
                </c:pt>
                <c:pt idx="66188">
                  <c:v>114.28</c:v>
                </c:pt>
                <c:pt idx="66189">
                  <c:v>148.47999999999999</c:v>
                </c:pt>
                <c:pt idx="66190">
                  <c:v>176.24</c:v>
                </c:pt>
                <c:pt idx="66191">
                  <c:v>97.96</c:v>
                </c:pt>
                <c:pt idx="66192">
                  <c:v>223.97</c:v>
                </c:pt>
                <c:pt idx="66193">
                  <c:v>296.43</c:v>
                </c:pt>
                <c:pt idx="66194">
                  <c:v>55.98</c:v>
                </c:pt>
                <c:pt idx="66195">
                  <c:v>93.27</c:v>
                </c:pt>
                <c:pt idx="66196">
                  <c:v>54.98</c:v>
                </c:pt>
                <c:pt idx="66197">
                  <c:v>89.97</c:v>
                </c:pt>
                <c:pt idx="66198">
                  <c:v>86.97</c:v>
                </c:pt>
                <c:pt idx="66199">
                  <c:v>52.75</c:v>
                </c:pt>
                <c:pt idx="66200">
                  <c:v>59.98</c:v>
                </c:pt>
                <c:pt idx="66201">
                  <c:v>89.97</c:v>
                </c:pt>
                <c:pt idx="66202">
                  <c:v>144.94999999999999</c:v>
                </c:pt>
                <c:pt idx="66203">
                  <c:v>102.27</c:v>
                </c:pt>
                <c:pt idx="66204">
                  <c:v>101.97</c:v>
                </c:pt>
                <c:pt idx="66205">
                  <c:v>119.96</c:v>
                </c:pt>
                <c:pt idx="66206">
                  <c:v>106.1</c:v>
                </c:pt>
                <c:pt idx="66207">
                  <c:v>93.27</c:v>
                </c:pt>
                <c:pt idx="66208">
                  <c:v>109.96</c:v>
                </c:pt>
                <c:pt idx="66209">
                  <c:v>167.5</c:v>
                </c:pt>
                <c:pt idx="66210">
                  <c:v>199.96</c:v>
                </c:pt>
                <c:pt idx="66211">
                  <c:v>142.91</c:v>
                </c:pt>
                <c:pt idx="66212">
                  <c:v>246.5</c:v>
                </c:pt>
                <c:pt idx="66213">
                  <c:v>159.97999999999999</c:v>
                </c:pt>
                <c:pt idx="66214">
                  <c:v>75.87</c:v>
                </c:pt>
                <c:pt idx="66215">
                  <c:v>96.86</c:v>
                </c:pt>
                <c:pt idx="66216">
                  <c:v>366.25</c:v>
                </c:pt>
                <c:pt idx="66217">
                  <c:v>152.97999999999999</c:v>
                </c:pt>
                <c:pt idx="66218">
                  <c:v>127.73</c:v>
                </c:pt>
                <c:pt idx="66219">
                  <c:v>129.47</c:v>
                </c:pt>
                <c:pt idx="66220">
                  <c:v>215.46</c:v>
                </c:pt>
                <c:pt idx="66221">
                  <c:v>123.21</c:v>
                </c:pt>
                <c:pt idx="66222">
                  <c:v>152.97999999999999</c:v>
                </c:pt>
                <c:pt idx="66223">
                  <c:v>152.97999999999999</c:v>
                </c:pt>
                <c:pt idx="66224">
                  <c:v>59.96</c:v>
                </c:pt>
                <c:pt idx="66225">
                  <c:v>176.96</c:v>
                </c:pt>
                <c:pt idx="66226">
                  <c:v>100.96</c:v>
                </c:pt>
                <c:pt idx="66227">
                  <c:v>121.98</c:v>
                </c:pt>
                <c:pt idx="66228">
                  <c:v>173.97</c:v>
                </c:pt>
                <c:pt idx="66229">
                  <c:v>29.48</c:v>
                </c:pt>
                <c:pt idx="66230">
                  <c:v>88.97</c:v>
                </c:pt>
                <c:pt idx="66231">
                  <c:v>79.989999999999995</c:v>
                </c:pt>
                <c:pt idx="66232">
                  <c:v>173.97</c:v>
                </c:pt>
                <c:pt idx="66233">
                  <c:v>159.97999999999999</c:v>
                </c:pt>
                <c:pt idx="66234">
                  <c:v>147.06</c:v>
                </c:pt>
                <c:pt idx="66235">
                  <c:v>66.69</c:v>
                </c:pt>
                <c:pt idx="66236">
                  <c:v>159.97999999999999</c:v>
                </c:pt>
                <c:pt idx="66237">
                  <c:v>159.97999999999999</c:v>
                </c:pt>
                <c:pt idx="66238">
                  <c:v>79.989999999999995</c:v>
                </c:pt>
                <c:pt idx="66239">
                  <c:v>87.47</c:v>
                </c:pt>
                <c:pt idx="66240">
                  <c:v>29.48</c:v>
                </c:pt>
                <c:pt idx="66241">
                  <c:v>79.989999999999995</c:v>
                </c:pt>
                <c:pt idx="66242">
                  <c:v>159.97999999999999</c:v>
                </c:pt>
                <c:pt idx="66243">
                  <c:v>139.97999999999999</c:v>
                </c:pt>
                <c:pt idx="66244">
                  <c:v>137.97999999999999</c:v>
                </c:pt>
                <c:pt idx="66245">
                  <c:v>155.97</c:v>
                </c:pt>
                <c:pt idx="66246">
                  <c:v>169.98</c:v>
                </c:pt>
                <c:pt idx="66247">
                  <c:v>88.97</c:v>
                </c:pt>
                <c:pt idx="66248">
                  <c:v>69.98</c:v>
                </c:pt>
                <c:pt idx="66249">
                  <c:v>153.97999999999999</c:v>
                </c:pt>
                <c:pt idx="66250">
                  <c:v>169.98</c:v>
                </c:pt>
                <c:pt idx="66251">
                  <c:v>138.58000000000001</c:v>
                </c:pt>
                <c:pt idx="66252">
                  <c:v>144.97</c:v>
                </c:pt>
                <c:pt idx="66253">
                  <c:v>153.97999999999999</c:v>
                </c:pt>
                <c:pt idx="66254">
                  <c:v>84.99</c:v>
                </c:pt>
                <c:pt idx="66255">
                  <c:v>84.99</c:v>
                </c:pt>
                <c:pt idx="66256">
                  <c:v>169.98</c:v>
                </c:pt>
                <c:pt idx="66257">
                  <c:v>169.98</c:v>
                </c:pt>
                <c:pt idx="66258">
                  <c:v>169.98</c:v>
                </c:pt>
                <c:pt idx="66259">
                  <c:v>169.98</c:v>
                </c:pt>
                <c:pt idx="66260">
                  <c:v>84.99</c:v>
                </c:pt>
                <c:pt idx="66261">
                  <c:v>84.99</c:v>
                </c:pt>
                <c:pt idx="66262">
                  <c:v>129.22</c:v>
                </c:pt>
                <c:pt idx="66263">
                  <c:v>84.99</c:v>
                </c:pt>
                <c:pt idx="66264">
                  <c:v>59.39</c:v>
                </c:pt>
                <c:pt idx="66265">
                  <c:v>169.98</c:v>
                </c:pt>
                <c:pt idx="66266">
                  <c:v>169.98</c:v>
                </c:pt>
                <c:pt idx="66267">
                  <c:v>169.98</c:v>
                </c:pt>
                <c:pt idx="66268">
                  <c:v>169.98</c:v>
                </c:pt>
                <c:pt idx="66269">
                  <c:v>169.98</c:v>
                </c:pt>
                <c:pt idx="66270">
                  <c:v>169.98</c:v>
                </c:pt>
                <c:pt idx="66271">
                  <c:v>169.98</c:v>
                </c:pt>
                <c:pt idx="66272">
                  <c:v>169.98</c:v>
                </c:pt>
                <c:pt idx="66273">
                  <c:v>59.39</c:v>
                </c:pt>
                <c:pt idx="66274">
                  <c:v>169.98</c:v>
                </c:pt>
                <c:pt idx="66275">
                  <c:v>129.22</c:v>
                </c:pt>
                <c:pt idx="66276">
                  <c:v>84.99</c:v>
                </c:pt>
                <c:pt idx="66277">
                  <c:v>169.98</c:v>
                </c:pt>
                <c:pt idx="66278">
                  <c:v>169.98</c:v>
                </c:pt>
                <c:pt idx="66279">
                  <c:v>187.73</c:v>
                </c:pt>
                <c:pt idx="66280">
                  <c:v>229.14</c:v>
                </c:pt>
                <c:pt idx="66281">
                  <c:v>152.97</c:v>
                </c:pt>
                <c:pt idx="66282">
                  <c:v>169.98</c:v>
                </c:pt>
                <c:pt idx="66283">
                  <c:v>87.98</c:v>
                </c:pt>
                <c:pt idx="66284">
                  <c:v>124.98</c:v>
                </c:pt>
                <c:pt idx="66285">
                  <c:v>169.98</c:v>
                </c:pt>
                <c:pt idx="66286">
                  <c:v>219.97</c:v>
                </c:pt>
                <c:pt idx="66287">
                  <c:v>114.94</c:v>
                </c:pt>
                <c:pt idx="66288">
                  <c:v>202.41</c:v>
                </c:pt>
                <c:pt idx="66289">
                  <c:v>177.41</c:v>
                </c:pt>
                <c:pt idx="66290">
                  <c:v>98.47</c:v>
                </c:pt>
                <c:pt idx="66291">
                  <c:v>148.78</c:v>
                </c:pt>
                <c:pt idx="66292">
                  <c:v>106.97</c:v>
                </c:pt>
                <c:pt idx="66293">
                  <c:v>21.98</c:v>
                </c:pt>
                <c:pt idx="66294">
                  <c:v>106.97</c:v>
                </c:pt>
                <c:pt idx="66295">
                  <c:v>106.97</c:v>
                </c:pt>
                <c:pt idx="66296">
                  <c:v>90.97</c:v>
                </c:pt>
                <c:pt idx="66297">
                  <c:v>106.97</c:v>
                </c:pt>
                <c:pt idx="66298">
                  <c:v>106.97</c:v>
                </c:pt>
                <c:pt idx="66299">
                  <c:v>84.99</c:v>
                </c:pt>
                <c:pt idx="66300">
                  <c:v>84.99</c:v>
                </c:pt>
                <c:pt idx="66301">
                  <c:v>98.47</c:v>
                </c:pt>
                <c:pt idx="66302">
                  <c:v>106.97</c:v>
                </c:pt>
                <c:pt idx="66303">
                  <c:v>106.97</c:v>
                </c:pt>
                <c:pt idx="66304">
                  <c:v>65.989999999999995</c:v>
                </c:pt>
                <c:pt idx="66305">
                  <c:v>85.41</c:v>
                </c:pt>
                <c:pt idx="66306">
                  <c:v>51.48</c:v>
                </c:pt>
                <c:pt idx="66307">
                  <c:v>92.98</c:v>
                </c:pt>
                <c:pt idx="66308">
                  <c:v>94.98</c:v>
                </c:pt>
                <c:pt idx="66309">
                  <c:v>92.48</c:v>
                </c:pt>
                <c:pt idx="66310">
                  <c:v>60.99</c:v>
                </c:pt>
                <c:pt idx="66311">
                  <c:v>68.38</c:v>
                </c:pt>
                <c:pt idx="66312">
                  <c:v>101.77</c:v>
                </c:pt>
                <c:pt idx="66313">
                  <c:v>131.97999999999999</c:v>
                </c:pt>
                <c:pt idx="66314">
                  <c:v>79.989999999999995</c:v>
                </c:pt>
                <c:pt idx="66315">
                  <c:v>130.97999999999999</c:v>
                </c:pt>
                <c:pt idx="66316">
                  <c:v>74.97</c:v>
                </c:pt>
                <c:pt idx="66317">
                  <c:v>96.98</c:v>
                </c:pt>
                <c:pt idx="66318">
                  <c:v>159.97999999999999</c:v>
                </c:pt>
                <c:pt idx="66319">
                  <c:v>71.989999999999995</c:v>
                </c:pt>
                <c:pt idx="66320">
                  <c:v>94.98</c:v>
                </c:pt>
                <c:pt idx="66321">
                  <c:v>41.49</c:v>
                </c:pt>
                <c:pt idx="66322">
                  <c:v>146.96</c:v>
                </c:pt>
                <c:pt idx="66323">
                  <c:v>59.98</c:v>
                </c:pt>
                <c:pt idx="66324">
                  <c:v>79.989999999999995</c:v>
                </c:pt>
                <c:pt idx="66325">
                  <c:v>55.98</c:v>
                </c:pt>
                <c:pt idx="66326">
                  <c:v>79.989999999999995</c:v>
                </c:pt>
                <c:pt idx="66327">
                  <c:v>72.08</c:v>
                </c:pt>
                <c:pt idx="66328">
                  <c:v>61.98</c:v>
                </c:pt>
                <c:pt idx="66329">
                  <c:v>79.989999999999995</c:v>
                </c:pt>
                <c:pt idx="66330">
                  <c:v>59.98</c:v>
                </c:pt>
                <c:pt idx="66331">
                  <c:v>100.98</c:v>
                </c:pt>
                <c:pt idx="66332">
                  <c:v>47.86</c:v>
                </c:pt>
                <c:pt idx="66333">
                  <c:v>65.989999999999995</c:v>
                </c:pt>
                <c:pt idx="66334">
                  <c:v>109.98</c:v>
                </c:pt>
                <c:pt idx="66335">
                  <c:v>79.989999999999995</c:v>
                </c:pt>
                <c:pt idx="66336">
                  <c:v>105.98</c:v>
                </c:pt>
                <c:pt idx="66337">
                  <c:v>134.97999999999999</c:v>
                </c:pt>
                <c:pt idx="66338">
                  <c:v>100.97</c:v>
                </c:pt>
                <c:pt idx="66339">
                  <c:v>186.75</c:v>
                </c:pt>
                <c:pt idx="66340">
                  <c:v>169.98</c:v>
                </c:pt>
                <c:pt idx="66341">
                  <c:v>84.99</c:v>
                </c:pt>
                <c:pt idx="66342">
                  <c:v>100.25</c:v>
                </c:pt>
                <c:pt idx="66343">
                  <c:v>141.86000000000001</c:v>
                </c:pt>
                <c:pt idx="66344">
                  <c:v>112.46</c:v>
                </c:pt>
                <c:pt idx="66345">
                  <c:v>105.98</c:v>
                </c:pt>
                <c:pt idx="66346">
                  <c:v>105.98</c:v>
                </c:pt>
                <c:pt idx="66347">
                  <c:v>169.98</c:v>
                </c:pt>
                <c:pt idx="66348">
                  <c:v>119.97</c:v>
                </c:pt>
                <c:pt idx="66349">
                  <c:v>219.97</c:v>
                </c:pt>
                <c:pt idx="66350">
                  <c:v>58.64</c:v>
                </c:pt>
                <c:pt idx="66351">
                  <c:v>184.97</c:v>
                </c:pt>
                <c:pt idx="66352">
                  <c:v>84.98</c:v>
                </c:pt>
                <c:pt idx="66353">
                  <c:v>184.97</c:v>
                </c:pt>
                <c:pt idx="66354">
                  <c:v>105.98</c:v>
                </c:pt>
                <c:pt idx="66355">
                  <c:v>134.97999999999999</c:v>
                </c:pt>
                <c:pt idx="66356">
                  <c:v>149.97</c:v>
                </c:pt>
                <c:pt idx="66357">
                  <c:v>84.99</c:v>
                </c:pt>
                <c:pt idx="66358">
                  <c:v>146.02000000000001</c:v>
                </c:pt>
                <c:pt idx="66359">
                  <c:v>159.93</c:v>
                </c:pt>
                <c:pt idx="66360">
                  <c:v>121.92</c:v>
                </c:pt>
                <c:pt idx="66361">
                  <c:v>100.9</c:v>
                </c:pt>
                <c:pt idx="66362">
                  <c:v>102.05</c:v>
                </c:pt>
                <c:pt idx="66363">
                  <c:v>84.96</c:v>
                </c:pt>
                <c:pt idx="66364">
                  <c:v>64.97</c:v>
                </c:pt>
                <c:pt idx="66365">
                  <c:v>189.97</c:v>
                </c:pt>
                <c:pt idx="66366">
                  <c:v>88.98</c:v>
                </c:pt>
                <c:pt idx="66367">
                  <c:v>88.98</c:v>
                </c:pt>
                <c:pt idx="66368">
                  <c:v>88.98</c:v>
                </c:pt>
                <c:pt idx="66369">
                  <c:v>119.97</c:v>
                </c:pt>
                <c:pt idx="66370">
                  <c:v>119.97</c:v>
                </c:pt>
                <c:pt idx="66371">
                  <c:v>119.97</c:v>
                </c:pt>
                <c:pt idx="66372">
                  <c:v>119.97</c:v>
                </c:pt>
                <c:pt idx="66373">
                  <c:v>88.98</c:v>
                </c:pt>
                <c:pt idx="66374">
                  <c:v>119.97</c:v>
                </c:pt>
                <c:pt idx="66375">
                  <c:v>119.97</c:v>
                </c:pt>
                <c:pt idx="66376">
                  <c:v>209.96</c:v>
                </c:pt>
                <c:pt idx="66377">
                  <c:v>189.97</c:v>
                </c:pt>
                <c:pt idx="66378">
                  <c:v>296.94</c:v>
                </c:pt>
                <c:pt idx="66379">
                  <c:v>119.97</c:v>
                </c:pt>
                <c:pt idx="66380">
                  <c:v>209.96</c:v>
                </c:pt>
                <c:pt idx="66381">
                  <c:v>139.96</c:v>
                </c:pt>
                <c:pt idx="66382">
                  <c:v>139.96</c:v>
                </c:pt>
                <c:pt idx="66383">
                  <c:v>119.97</c:v>
                </c:pt>
                <c:pt idx="66384">
                  <c:v>296.94</c:v>
                </c:pt>
                <c:pt idx="66385">
                  <c:v>65.989999999999995</c:v>
                </c:pt>
                <c:pt idx="66386">
                  <c:v>93.98</c:v>
                </c:pt>
                <c:pt idx="66387">
                  <c:v>84.99</c:v>
                </c:pt>
                <c:pt idx="66388">
                  <c:v>84.99</c:v>
                </c:pt>
                <c:pt idx="66389">
                  <c:v>59.98</c:v>
                </c:pt>
                <c:pt idx="66390">
                  <c:v>72.239999999999995</c:v>
                </c:pt>
                <c:pt idx="66391">
                  <c:v>84.99</c:v>
                </c:pt>
                <c:pt idx="66392">
                  <c:v>90.97</c:v>
                </c:pt>
                <c:pt idx="66393">
                  <c:v>169.98</c:v>
                </c:pt>
                <c:pt idx="66394">
                  <c:v>84.99</c:v>
                </c:pt>
                <c:pt idx="66395">
                  <c:v>169.16</c:v>
                </c:pt>
                <c:pt idx="66396">
                  <c:v>169.98</c:v>
                </c:pt>
                <c:pt idx="66397">
                  <c:v>84.99</c:v>
                </c:pt>
                <c:pt idx="66398">
                  <c:v>169.98</c:v>
                </c:pt>
                <c:pt idx="66399">
                  <c:v>100.97</c:v>
                </c:pt>
                <c:pt idx="66400">
                  <c:v>140.34</c:v>
                </c:pt>
                <c:pt idx="66401">
                  <c:v>129.38</c:v>
                </c:pt>
                <c:pt idx="66402">
                  <c:v>133.06</c:v>
                </c:pt>
                <c:pt idx="66403">
                  <c:v>192.35</c:v>
                </c:pt>
                <c:pt idx="66404">
                  <c:v>120.95</c:v>
                </c:pt>
                <c:pt idx="66405">
                  <c:v>169.98</c:v>
                </c:pt>
                <c:pt idx="66406">
                  <c:v>99.98</c:v>
                </c:pt>
                <c:pt idx="66407">
                  <c:v>177.12</c:v>
                </c:pt>
                <c:pt idx="66408">
                  <c:v>99.98</c:v>
                </c:pt>
                <c:pt idx="66409">
                  <c:v>179.97</c:v>
                </c:pt>
                <c:pt idx="66410">
                  <c:v>182.95</c:v>
                </c:pt>
                <c:pt idx="66411">
                  <c:v>70.989999999999995</c:v>
                </c:pt>
                <c:pt idx="66412">
                  <c:v>170.95</c:v>
                </c:pt>
                <c:pt idx="66413">
                  <c:v>94.42</c:v>
                </c:pt>
                <c:pt idx="66414">
                  <c:v>105.07</c:v>
                </c:pt>
                <c:pt idx="66415">
                  <c:v>106.98</c:v>
                </c:pt>
                <c:pt idx="66416">
                  <c:v>84.98</c:v>
                </c:pt>
                <c:pt idx="66417">
                  <c:v>23.98</c:v>
                </c:pt>
                <c:pt idx="66418">
                  <c:v>173.97</c:v>
                </c:pt>
                <c:pt idx="66419">
                  <c:v>206.94</c:v>
                </c:pt>
                <c:pt idx="66420">
                  <c:v>54.98</c:v>
                </c:pt>
                <c:pt idx="66421">
                  <c:v>108.97</c:v>
                </c:pt>
                <c:pt idx="66422">
                  <c:v>193.96</c:v>
                </c:pt>
                <c:pt idx="66423">
                  <c:v>119.66</c:v>
                </c:pt>
                <c:pt idx="66424">
                  <c:v>229.95</c:v>
                </c:pt>
                <c:pt idx="66425">
                  <c:v>84.99</c:v>
                </c:pt>
                <c:pt idx="66426">
                  <c:v>182.19</c:v>
                </c:pt>
                <c:pt idx="66427">
                  <c:v>49.48</c:v>
                </c:pt>
                <c:pt idx="66428">
                  <c:v>59.95</c:v>
                </c:pt>
                <c:pt idx="66429">
                  <c:v>169.98</c:v>
                </c:pt>
                <c:pt idx="66430">
                  <c:v>131.97999999999999</c:v>
                </c:pt>
                <c:pt idx="66431">
                  <c:v>131.97999999999999</c:v>
                </c:pt>
                <c:pt idx="66432">
                  <c:v>169.98</c:v>
                </c:pt>
                <c:pt idx="66433">
                  <c:v>193.96</c:v>
                </c:pt>
                <c:pt idx="66434">
                  <c:v>169.98</c:v>
                </c:pt>
                <c:pt idx="66435">
                  <c:v>84.99</c:v>
                </c:pt>
                <c:pt idx="66436">
                  <c:v>185.97</c:v>
                </c:pt>
                <c:pt idx="66437">
                  <c:v>130.63999999999999</c:v>
                </c:pt>
                <c:pt idx="66438">
                  <c:v>58.04</c:v>
                </c:pt>
                <c:pt idx="66439">
                  <c:v>79.849999999999994</c:v>
                </c:pt>
                <c:pt idx="66440">
                  <c:v>95.57</c:v>
                </c:pt>
                <c:pt idx="66441">
                  <c:v>72.08</c:v>
                </c:pt>
                <c:pt idx="66442">
                  <c:v>71.39</c:v>
                </c:pt>
                <c:pt idx="66443">
                  <c:v>79.849999999999994</c:v>
                </c:pt>
                <c:pt idx="66444">
                  <c:v>114.93</c:v>
                </c:pt>
                <c:pt idx="66445">
                  <c:v>79.849999999999994</c:v>
                </c:pt>
                <c:pt idx="66446">
                  <c:v>96.78</c:v>
                </c:pt>
                <c:pt idx="66447">
                  <c:v>96.78</c:v>
                </c:pt>
                <c:pt idx="66448">
                  <c:v>96.78</c:v>
                </c:pt>
                <c:pt idx="66449">
                  <c:v>79.849999999999994</c:v>
                </c:pt>
                <c:pt idx="66450">
                  <c:v>79.849999999999994</c:v>
                </c:pt>
                <c:pt idx="66451">
                  <c:v>20.99</c:v>
                </c:pt>
                <c:pt idx="66452">
                  <c:v>79.849999999999994</c:v>
                </c:pt>
                <c:pt idx="66453">
                  <c:v>79.849999999999994</c:v>
                </c:pt>
                <c:pt idx="66454">
                  <c:v>140.34</c:v>
                </c:pt>
                <c:pt idx="66455">
                  <c:v>78.75</c:v>
                </c:pt>
                <c:pt idx="66456">
                  <c:v>63.96</c:v>
                </c:pt>
                <c:pt idx="66457">
                  <c:v>79.95</c:v>
                </c:pt>
                <c:pt idx="66458">
                  <c:v>79.31</c:v>
                </c:pt>
                <c:pt idx="66459">
                  <c:v>56.86</c:v>
                </c:pt>
                <c:pt idx="66460">
                  <c:v>63.96</c:v>
                </c:pt>
                <c:pt idx="66461">
                  <c:v>62.52</c:v>
                </c:pt>
                <c:pt idx="66462">
                  <c:v>66.97</c:v>
                </c:pt>
                <c:pt idx="66463">
                  <c:v>79.95</c:v>
                </c:pt>
                <c:pt idx="66464">
                  <c:v>69.98</c:v>
                </c:pt>
                <c:pt idx="66465">
                  <c:v>62.52</c:v>
                </c:pt>
                <c:pt idx="66466">
                  <c:v>63.32</c:v>
                </c:pt>
                <c:pt idx="66467">
                  <c:v>119.96</c:v>
                </c:pt>
                <c:pt idx="66468">
                  <c:v>95.94</c:v>
                </c:pt>
                <c:pt idx="66469">
                  <c:v>79.94</c:v>
                </c:pt>
                <c:pt idx="66470">
                  <c:v>79.95</c:v>
                </c:pt>
                <c:pt idx="66471">
                  <c:v>63.96</c:v>
                </c:pt>
                <c:pt idx="66472">
                  <c:v>79.95</c:v>
                </c:pt>
                <c:pt idx="66473">
                  <c:v>95.94</c:v>
                </c:pt>
                <c:pt idx="66474">
                  <c:v>63.96</c:v>
                </c:pt>
                <c:pt idx="66475">
                  <c:v>69.98</c:v>
                </c:pt>
                <c:pt idx="66476">
                  <c:v>65.989999999999995</c:v>
                </c:pt>
                <c:pt idx="66477">
                  <c:v>64.98</c:v>
                </c:pt>
                <c:pt idx="66478">
                  <c:v>79.23</c:v>
                </c:pt>
                <c:pt idx="66479">
                  <c:v>65.989999999999995</c:v>
                </c:pt>
                <c:pt idx="66480">
                  <c:v>54.98</c:v>
                </c:pt>
                <c:pt idx="66481">
                  <c:v>54.98</c:v>
                </c:pt>
                <c:pt idx="66482">
                  <c:v>54.98</c:v>
                </c:pt>
                <c:pt idx="66483">
                  <c:v>65.989999999999995</c:v>
                </c:pt>
                <c:pt idx="66484">
                  <c:v>65.989999999999995</c:v>
                </c:pt>
                <c:pt idx="66485">
                  <c:v>63.35</c:v>
                </c:pt>
                <c:pt idx="66486">
                  <c:v>61.37</c:v>
                </c:pt>
                <c:pt idx="66487">
                  <c:v>65.989999999999995</c:v>
                </c:pt>
                <c:pt idx="66488">
                  <c:v>65.989999999999995</c:v>
                </c:pt>
                <c:pt idx="66489">
                  <c:v>65.989999999999995</c:v>
                </c:pt>
                <c:pt idx="66490">
                  <c:v>65.989999999999995</c:v>
                </c:pt>
                <c:pt idx="66491">
                  <c:v>83.98</c:v>
                </c:pt>
                <c:pt idx="66492">
                  <c:v>65.989999999999995</c:v>
                </c:pt>
                <c:pt idx="66493">
                  <c:v>65.989999999999995</c:v>
                </c:pt>
                <c:pt idx="66494">
                  <c:v>65.989999999999995</c:v>
                </c:pt>
                <c:pt idx="66495">
                  <c:v>65.989999999999995</c:v>
                </c:pt>
                <c:pt idx="66496">
                  <c:v>65.989999999999995</c:v>
                </c:pt>
                <c:pt idx="66497">
                  <c:v>65.989999999999995</c:v>
                </c:pt>
                <c:pt idx="66498">
                  <c:v>84.99</c:v>
                </c:pt>
                <c:pt idx="66499">
                  <c:v>84.99</c:v>
                </c:pt>
                <c:pt idx="66500">
                  <c:v>65.989999999999995</c:v>
                </c:pt>
                <c:pt idx="66501">
                  <c:v>124.98</c:v>
                </c:pt>
                <c:pt idx="66502">
                  <c:v>75.849999999999994</c:v>
                </c:pt>
                <c:pt idx="66503">
                  <c:v>65.989999999999995</c:v>
                </c:pt>
                <c:pt idx="66504">
                  <c:v>99.98</c:v>
                </c:pt>
                <c:pt idx="66505">
                  <c:v>65.989999999999995</c:v>
                </c:pt>
                <c:pt idx="66506">
                  <c:v>99.98</c:v>
                </c:pt>
                <c:pt idx="66507">
                  <c:v>54.98</c:v>
                </c:pt>
                <c:pt idx="66508">
                  <c:v>54.98</c:v>
                </c:pt>
                <c:pt idx="66509">
                  <c:v>84.99</c:v>
                </c:pt>
                <c:pt idx="66510">
                  <c:v>84.99</c:v>
                </c:pt>
                <c:pt idx="66511">
                  <c:v>80.98</c:v>
                </c:pt>
                <c:pt idx="66512">
                  <c:v>80.98</c:v>
                </c:pt>
                <c:pt idx="66513">
                  <c:v>99.98</c:v>
                </c:pt>
                <c:pt idx="66514">
                  <c:v>75.849999999999994</c:v>
                </c:pt>
                <c:pt idx="66515">
                  <c:v>84.99</c:v>
                </c:pt>
                <c:pt idx="66516">
                  <c:v>75.849999999999994</c:v>
                </c:pt>
                <c:pt idx="66517">
                  <c:v>54.98</c:v>
                </c:pt>
                <c:pt idx="66518">
                  <c:v>84.99</c:v>
                </c:pt>
                <c:pt idx="66519">
                  <c:v>84.99</c:v>
                </c:pt>
                <c:pt idx="66520">
                  <c:v>84.99</c:v>
                </c:pt>
                <c:pt idx="66521">
                  <c:v>80.98</c:v>
                </c:pt>
                <c:pt idx="66522">
                  <c:v>84.99</c:v>
                </c:pt>
                <c:pt idx="66523">
                  <c:v>65.989999999999995</c:v>
                </c:pt>
                <c:pt idx="66524">
                  <c:v>84.99</c:v>
                </c:pt>
                <c:pt idx="66525">
                  <c:v>124.98</c:v>
                </c:pt>
                <c:pt idx="66526">
                  <c:v>96.98</c:v>
                </c:pt>
                <c:pt idx="66527">
                  <c:v>96.98</c:v>
                </c:pt>
                <c:pt idx="66528">
                  <c:v>96.98</c:v>
                </c:pt>
                <c:pt idx="66529">
                  <c:v>84.99</c:v>
                </c:pt>
                <c:pt idx="66530">
                  <c:v>65.989999999999995</c:v>
                </c:pt>
                <c:pt idx="66531">
                  <c:v>99.98</c:v>
                </c:pt>
                <c:pt idx="66532">
                  <c:v>84.99</c:v>
                </c:pt>
                <c:pt idx="66533">
                  <c:v>99.98</c:v>
                </c:pt>
                <c:pt idx="66534">
                  <c:v>124.98</c:v>
                </c:pt>
                <c:pt idx="66535">
                  <c:v>84.99</c:v>
                </c:pt>
                <c:pt idx="66536">
                  <c:v>84.99</c:v>
                </c:pt>
                <c:pt idx="66537">
                  <c:v>84.99</c:v>
                </c:pt>
                <c:pt idx="66538">
                  <c:v>99.98</c:v>
                </c:pt>
                <c:pt idx="66539">
                  <c:v>220.18</c:v>
                </c:pt>
                <c:pt idx="66540">
                  <c:v>220.18</c:v>
                </c:pt>
                <c:pt idx="66541">
                  <c:v>159.69999999999999</c:v>
                </c:pt>
                <c:pt idx="66542">
                  <c:v>159.66999999999999</c:v>
                </c:pt>
                <c:pt idx="66543">
                  <c:v>210.5</c:v>
                </c:pt>
                <c:pt idx="66544">
                  <c:v>79.849999999999994</c:v>
                </c:pt>
                <c:pt idx="66545">
                  <c:v>108.97</c:v>
                </c:pt>
                <c:pt idx="66546">
                  <c:v>84.99</c:v>
                </c:pt>
                <c:pt idx="66547">
                  <c:v>73.61</c:v>
                </c:pt>
                <c:pt idx="66548">
                  <c:v>111.98</c:v>
                </c:pt>
                <c:pt idx="66549">
                  <c:v>84.99</c:v>
                </c:pt>
                <c:pt idx="66550">
                  <c:v>108.97</c:v>
                </c:pt>
                <c:pt idx="66551">
                  <c:v>23.98</c:v>
                </c:pt>
                <c:pt idx="66552">
                  <c:v>84.99</c:v>
                </c:pt>
                <c:pt idx="66553">
                  <c:v>84.99</c:v>
                </c:pt>
                <c:pt idx="66554">
                  <c:v>84.99</c:v>
                </c:pt>
                <c:pt idx="66555">
                  <c:v>84.99</c:v>
                </c:pt>
                <c:pt idx="66556">
                  <c:v>105.98</c:v>
                </c:pt>
                <c:pt idx="66557">
                  <c:v>84.99</c:v>
                </c:pt>
                <c:pt idx="66558">
                  <c:v>65.989999999999995</c:v>
                </c:pt>
                <c:pt idx="66559">
                  <c:v>124.98</c:v>
                </c:pt>
                <c:pt idx="66560">
                  <c:v>62.47</c:v>
                </c:pt>
                <c:pt idx="66561">
                  <c:v>84.99</c:v>
                </c:pt>
                <c:pt idx="66562">
                  <c:v>65.989999999999995</c:v>
                </c:pt>
                <c:pt idx="66563">
                  <c:v>99.98</c:v>
                </c:pt>
                <c:pt idx="66564">
                  <c:v>80.98</c:v>
                </c:pt>
                <c:pt idx="66565">
                  <c:v>99.98</c:v>
                </c:pt>
                <c:pt idx="66566">
                  <c:v>89.98</c:v>
                </c:pt>
                <c:pt idx="66567">
                  <c:v>88.28</c:v>
                </c:pt>
                <c:pt idx="66568">
                  <c:v>85.58</c:v>
                </c:pt>
                <c:pt idx="66569">
                  <c:v>99.98</c:v>
                </c:pt>
                <c:pt idx="66570">
                  <c:v>64.98</c:v>
                </c:pt>
                <c:pt idx="66571">
                  <c:v>99.98</c:v>
                </c:pt>
                <c:pt idx="66572">
                  <c:v>99.98</c:v>
                </c:pt>
                <c:pt idx="66573">
                  <c:v>69.98</c:v>
                </c:pt>
                <c:pt idx="66574">
                  <c:v>99.98</c:v>
                </c:pt>
                <c:pt idx="66575">
                  <c:v>99.98</c:v>
                </c:pt>
                <c:pt idx="66576">
                  <c:v>99.98</c:v>
                </c:pt>
                <c:pt idx="66577">
                  <c:v>99.98</c:v>
                </c:pt>
                <c:pt idx="66578">
                  <c:v>99.98</c:v>
                </c:pt>
                <c:pt idx="66579">
                  <c:v>49.99</c:v>
                </c:pt>
                <c:pt idx="66580">
                  <c:v>157.47</c:v>
                </c:pt>
                <c:pt idx="66581">
                  <c:v>136.94999999999999</c:v>
                </c:pt>
                <c:pt idx="66582">
                  <c:v>223.95</c:v>
                </c:pt>
                <c:pt idx="66583">
                  <c:v>173.92</c:v>
                </c:pt>
                <c:pt idx="66584">
                  <c:v>144.87</c:v>
                </c:pt>
                <c:pt idx="66585">
                  <c:v>169.98</c:v>
                </c:pt>
                <c:pt idx="66586">
                  <c:v>291.95999999999998</c:v>
                </c:pt>
                <c:pt idx="66587">
                  <c:v>116.95</c:v>
                </c:pt>
                <c:pt idx="66588">
                  <c:v>241.95</c:v>
                </c:pt>
                <c:pt idx="66589">
                  <c:v>104.97</c:v>
                </c:pt>
                <c:pt idx="66590">
                  <c:v>75.48</c:v>
                </c:pt>
                <c:pt idx="66591">
                  <c:v>73.98</c:v>
                </c:pt>
                <c:pt idx="66592">
                  <c:v>73.98</c:v>
                </c:pt>
                <c:pt idx="66593">
                  <c:v>73.98</c:v>
                </c:pt>
                <c:pt idx="66594">
                  <c:v>73.98</c:v>
                </c:pt>
                <c:pt idx="66595">
                  <c:v>75.48</c:v>
                </c:pt>
                <c:pt idx="66596">
                  <c:v>73.98</c:v>
                </c:pt>
                <c:pt idx="66597">
                  <c:v>73.98</c:v>
                </c:pt>
                <c:pt idx="66598">
                  <c:v>73.98</c:v>
                </c:pt>
                <c:pt idx="66599">
                  <c:v>104.97</c:v>
                </c:pt>
                <c:pt idx="66600">
                  <c:v>69.98</c:v>
                </c:pt>
                <c:pt idx="66601">
                  <c:v>104.97</c:v>
                </c:pt>
                <c:pt idx="66602">
                  <c:v>73.98</c:v>
                </c:pt>
                <c:pt idx="66603">
                  <c:v>73.98</c:v>
                </c:pt>
                <c:pt idx="66604">
                  <c:v>104.97</c:v>
                </c:pt>
                <c:pt idx="66605">
                  <c:v>73.98</c:v>
                </c:pt>
                <c:pt idx="66606">
                  <c:v>73.98</c:v>
                </c:pt>
                <c:pt idx="66607">
                  <c:v>94.47</c:v>
                </c:pt>
                <c:pt idx="66608">
                  <c:v>73.98</c:v>
                </c:pt>
                <c:pt idx="66609">
                  <c:v>99.98</c:v>
                </c:pt>
                <c:pt idx="66610">
                  <c:v>149.94</c:v>
                </c:pt>
                <c:pt idx="66611">
                  <c:v>74.98</c:v>
                </c:pt>
                <c:pt idx="66612">
                  <c:v>83.97</c:v>
                </c:pt>
                <c:pt idx="66613">
                  <c:v>99.96</c:v>
                </c:pt>
                <c:pt idx="66614">
                  <c:v>77.959999999999994</c:v>
                </c:pt>
                <c:pt idx="66615">
                  <c:v>119.96</c:v>
                </c:pt>
                <c:pt idx="66616">
                  <c:v>73.97</c:v>
                </c:pt>
                <c:pt idx="66617">
                  <c:v>109.96</c:v>
                </c:pt>
                <c:pt idx="66618">
                  <c:v>74.97</c:v>
                </c:pt>
                <c:pt idx="66619">
                  <c:v>68.989999999999995</c:v>
                </c:pt>
                <c:pt idx="66620">
                  <c:v>99.96</c:v>
                </c:pt>
                <c:pt idx="66621">
                  <c:v>114.89</c:v>
                </c:pt>
                <c:pt idx="66622">
                  <c:v>91.91</c:v>
                </c:pt>
                <c:pt idx="66623">
                  <c:v>114.89</c:v>
                </c:pt>
                <c:pt idx="66624">
                  <c:v>114.89</c:v>
                </c:pt>
                <c:pt idx="66625">
                  <c:v>108.19</c:v>
                </c:pt>
                <c:pt idx="66626">
                  <c:v>131.97999999999999</c:v>
                </c:pt>
                <c:pt idx="66627">
                  <c:v>169.98</c:v>
                </c:pt>
                <c:pt idx="66628">
                  <c:v>48.78</c:v>
                </c:pt>
                <c:pt idx="66629">
                  <c:v>134.97999999999999</c:v>
                </c:pt>
                <c:pt idx="66630">
                  <c:v>89.98</c:v>
                </c:pt>
                <c:pt idx="66631">
                  <c:v>147.6</c:v>
                </c:pt>
                <c:pt idx="66632">
                  <c:v>159.69999999999999</c:v>
                </c:pt>
                <c:pt idx="66633">
                  <c:v>159.69999999999999</c:v>
                </c:pt>
                <c:pt idx="66634">
                  <c:v>143.72</c:v>
                </c:pt>
                <c:pt idx="66635">
                  <c:v>193.55</c:v>
                </c:pt>
                <c:pt idx="66636">
                  <c:v>193.55</c:v>
                </c:pt>
                <c:pt idx="66637">
                  <c:v>100.74</c:v>
                </c:pt>
                <c:pt idx="66638">
                  <c:v>84.99</c:v>
                </c:pt>
                <c:pt idx="66639">
                  <c:v>107.23</c:v>
                </c:pt>
                <c:pt idx="66640">
                  <c:v>109.98</c:v>
                </c:pt>
                <c:pt idx="66641">
                  <c:v>116.97</c:v>
                </c:pt>
                <c:pt idx="66642">
                  <c:v>115.97</c:v>
                </c:pt>
                <c:pt idx="66643">
                  <c:v>84.99</c:v>
                </c:pt>
                <c:pt idx="66644">
                  <c:v>95.98</c:v>
                </c:pt>
                <c:pt idx="66645">
                  <c:v>115.97</c:v>
                </c:pt>
                <c:pt idx="66646">
                  <c:v>84.99</c:v>
                </c:pt>
                <c:pt idx="66647">
                  <c:v>96.97</c:v>
                </c:pt>
                <c:pt idx="66648">
                  <c:v>113.96</c:v>
                </c:pt>
                <c:pt idx="66649">
                  <c:v>134.97999999999999</c:v>
                </c:pt>
                <c:pt idx="66650">
                  <c:v>84.99</c:v>
                </c:pt>
                <c:pt idx="66651">
                  <c:v>121.98</c:v>
                </c:pt>
                <c:pt idx="66652">
                  <c:v>114.98</c:v>
                </c:pt>
                <c:pt idx="66653">
                  <c:v>84.99</c:v>
                </c:pt>
                <c:pt idx="66654">
                  <c:v>84.99</c:v>
                </c:pt>
                <c:pt idx="66655">
                  <c:v>118.97</c:v>
                </c:pt>
                <c:pt idx="66656">
                  <c:v>103.97</c:v>
                </c:pt>
                <c:pt idx="66657">
                  <c:v>72.53</c:v>
                </c:pt>
                <c:pt idx="66658">
                  <c:v>89.47</c:v>
                </c:pt>
                <c:pt idx="66659">
                  <c:v>90.68</c:v>
                </c:pt>
                <c:pt idx="66660">
                  <c:v>72.53</c:v>
                </c:pt>
                <c:pt idx="66661">
                  <c:v>122.15</c:v>
                </c:pt>
                <c:pt idx="66662">
                  <c:v>193.52</c:v>
                </c:pt>
                <c:pt idx="66663">
                  <c:v>72.53</c:v>
                </c:pt>
                <c:pt idx="66664">
                  <c:v>139.08000000000001</c:v>
                </c:pt>
                <c:pt idx="66665">
                  <c:v>72.53</c:v>
                </c:pt>
                <c:pt idx="66666">
                  <c:v>72.53</c:v>
                </c:pt>
                <c:pt idx="66667">
                  <c:v>122.15</c:v>
                </c:pt>
                <c:pt idx="66668">
                  <c:v>72.53</c:v>
                </c:pt>
                <c:pt idx="66669">
                  <c:v>72.53</c:v>
                </c:pt>
                <c:pt idx="66670">
                  <c:v>69.98</c:v>
                </c:pt>
                <c:pt idx="66671">
                  <c:v>65.989999999999995</c:v>
                </c:pt>
                <c:pt idx="66672">
                  <c:v>65.989999999999995</c:v>
                </c:pt>
                <c:pt idx="66673">
                  <c:v>65.989999999999995</c:v>
                </c:pt>
                <c:pt idx="66674">
                  <c:v>65.989999999999995</c:v>
                </c:pt>
                <c:pt idx="66675">
                  <c:v>65.989999999999995</c:v>
                </c:pt>
                <c:pt idx="66676">
                  <c:v>65.989999999999995</c:v>
                </c:pt>
                <c:pt idx="66677">
                  <c:v>51.49</c:v>
                </c:pt>
                <c:pt idx="66678">
                  <c:v>79.98</c:v>
                </c:pt>
                <c:pt idx="66679">
                  <c:v>65.989999999999995</c:v>
                </c:pt>
                <c:pt idx="66680">
                  <c:v>65.19</c:v>
                </c:pt>
                <c:pt idx="66681">
                  <c:v>74.75</c:v>
                </c:pt>
                <c:pt idx="66682">
                  <c:v>79.849999999999994</c:v>
                </c:pt>
                <c:pt idx="66683">
                  <c:v>159.69999999999999</c:v>
                </c:pt>
                <c:pt idx="66684">
                  <c:v>165.73</c:v>
                </c:pt>
                <c:pt idx="66685">
                  <c:v>159.69999999999999</c:v>
                </c:pt>
                <c:pt idx="66686">
                  <c:v>159.69999999999999</c:v>
                </c:pt>
                <c:pt idx="66687">
                  <c:v>159.69999999999999</c:v>
                </c:pt>
                <c:pt idx="66688">
                  <c:v>-19.79</c:v>
                </c:pt>
                <c:pt idx="66689">
                  <c:v>159.69999999999999</c:v>
                </c:pt>
                <c:pt idx="66690">
                  <c:v>159.69999999999999</c:v>
                </c:pt>
                <c:pt idx="66691">
                  <c:v>191.65</c:v>
                </c:pt>
                <c:pt idx="66692">
                  <c:v>249.21</c:v>
                </c:pt>
                <c:pt idx="66693">
                  <c:v>159.69999999999999</c:v>
                </c:pt>
                <c:pt idx="66694">
                  <c:v>96.47</c:v>
                </c:pt>
                <c:pt idx="66695">
                  <c:v>69.98</c:v>
                </c:pt>
                <c:pt idx="66696">
                  <c:v>159.97999999999999</c:v>
                </c:pt>
                <c:pt idx="66697">
                  <c:v>114.03</c:v>
                </c:pt>
                <c:pt idx="66698">
                  <c:v>92.98</c:v>
                </c:pt>
                <c:pt idx="66699">
                  <c:v>87.99</c:v>
                </c:pt>
                <c:pt idx="66700">
                  <c:v>237.96</c:v>
                </c:pt>
                <c:pt idx="66701">
                  <c:v>65.989999999999995</c:v>
                </c:pt>
                <c:pt idx="66702">
                  <c:v>211.46</c:v>
                </c:pt>
                <c:pt idx="66703">
                  <c:v>79.98</c:v>
                </c:pt>
                <c:pt idx="66704">
                  <c:v>84.99</c:v>
                </c:pt>
                <c:pt idx="66705">
                  <c:v>84.99</c:v>
                </c:pt>
                <c:pt idx="66706">
                  <c:v>-16.010000000000002</c:v>
                </c:pt>
                <c:pt idx="66707">
                  <c:v>84.99</c:v>
                </c:pt>
                <c:pt idx="66708">
                  <c:v>76.489999999999995</c:v>
                </c:pt>
                <c:pt idx="66709">
                  <c:v>82.44</c:v>
                </c:pt>
                <c:pt idx="66710">
                  <c:v>81.180000000000007</c:v>
                </c:pt>
                <c:pt idx="66711">
                  <c:v>84.99</c:v>
                </c:pt>
                <c:pt idx="66712">
                  <c:v>82.44</c:v>
                </c:pt>
                <c:pt idx="66713">
                  <c:v>84.99</c:v>
                </c:pt>
                <c:pt idx="66714">
                  <c:v>169.98</c:v>
                </c:pt>
                <c:pt idx="66715">
                  <c:v>84.99</c:v>
                </c:pt>
                <c:pt idx="66716">
                  <c:v>84.99</c:v>
                </c:pt>
                <c:pt idx="66717">
                  <c:v>76.489999999999995</c:v>
                </c:pt>
                <c:pt idx="66718">
                  <c:v>84.99</c:v>
                </c:pt>
                <c:pt idx="66719">
                  <c:v>169.98</c:v>
                </c:pt>
                <c:pt idx="66720">
                  <c:v>84.99</c:v>
                </c:pt>
                <c:pt idx="66721">
                  <c:v>76.489999999999995</c:v>
                </c:pt>
                <c:pt idx="66722">
                  <c:v>84.99</c:v>
                </c:pt>
                <c:pt idx="66723">
                  <c:v>84.99</c:v>
                </c:pt>
                <c:pt idx="66724">
                  <c:v>84.99</c:v>
                </c:pt>
                <c:pt idx="66725">
                  <c:v>79.89</c:v>
                </c:pt>
                <c:pt idx="66726">
                  <c:v>169.98</c:v>
                </c:pt>
                <c:pt idx="66727">
                  <c:v>169.98</c:v>
                </c:pt>
                <c:pt idx="66728">
                  <c:v>125.97</c:v>
                </c:pt>
                <c:pt idx="66729">
                  <c:v>125.97</c:v>
                </c:pt>
                <c:pt idx="66730">
                  <c:v>160.08000000000001</c:v>
                </c:pt>
                <c:pt idx="66731">
                  <c:v>79.89</c:v>
                </c:pt>
                <c:pt idx="66732">
                  <c:v>76.489999999999995</c:v>
                </c:pt>
                <c:pt idx="66733">
                  <c:v>84.99</c:v>
                </c:pt>
                <c:pt idx="66734">
                  <c:v>-16.010000000000002</c:v>
                </c:pt>
                <c:pt idx="66735">
                  <c:v>81.180000000000007</c:v>
                </c:pt>
                <c:pt idx="66736">
                  <c:v>160.08000000000001</c:v>
                </c:pt>
                <c:pt idx="66737">
                  <c:v>84.99</c:v>
                </c:pt>
                <c:pt idx="66738">
                  <c:v>43.47</c:v>
                </c:pt>
                <c:pt idx="66739">
                  <c:v>206.96</c:v>
                </c:pt>
                <c:pt idx="66740">
                  <c:v>84.99</c:v>
                </c:pt>
                <c:pt idx="66741">
                  <c:v>43.47</c:v>
                </c:pt>
                <c:pt idx="66742">
                  <c:v>206.96</c:v>
                </c:pt>
                <c:pt idx="66743">
                  <c:v>76.489999999999995</c:v>
                </c:pt>
                <c:pt idx="66744">
                  <c:v>20.99</c:v>
                </c:pt>
                <c:pt idx="66745">
                  <c:v>84.99</c:v>
                </c:pt>
                <c:pt idx="66746">
                  <c:v>20.99</c:v>
                </c:pt>
                <c:pt idx="66747">
                  <c:v>84.99</c:v>
                </c:pt>
                <c:pt idx="66748">
                  <c:v>76.489999999999995</c:v>
                </c:pt>
                <c:pt idx="66749">
                  <c:v>76.489999999999995</c:v>
                </c:pt>
                <c:pt idx="66750">
                  <c:v>-2.25</c:v>
                </c:pt>
                <c:pt idx="66751">
                  <c:v>82.44</c:v>
                </c:pt>
                <c:pt idx="66752">
                  <c:v>82.44</c:v>
                </c:pt>
                <c:pt idx="66753">
                  <c:v>84.99</c:v>
                </c:pt>
                <c:pt idx="66754">
                  <c:v>-2.25</c:v>
                </c:pt>
                <c:pt idx="66755">
                  <c:v>76.489999999999995</c:v>
                </c:pt>
                <c:pt idx="66756">
                  <c:v>84.99</c:v>
                </c:pt>
                <c:pt idx="66757">
                  <c:v>84.99</c:v>
                </c:pt>
                <c:pt idx="66758">
                  <c:v>84.99</c:v>
                </c:pt>
                <c:pt idx="66759">
                  <c:v>84.99</c:v>
                </c:pt>
                <c:pt idx="66760">
                  <c:v>269.91000000000003</c:v>
                </c:pt>
                <c:pt idx="66761">
                  <c:v>149.94999999999999</c:v>
                </c:pt>
                <c:pt idx="66762">
                  <c:v>299.89999999999998</c:v>
                </c:pt>
                <c:pt idx="66763">
                  <c:v>179.94</c:v>
                </c:pt>
                <c:pt idx="66764">
                  <c:v>119.96</c:v>
                </c:pt>
                <c:pt idx="66765">
                  <c:v>294.5</c:v>
                </c:pt>
                <c:pt idx="66766">
                  <c:v>111.97</c:v>
                </c:pt>
                <c:pt idx="66767">
                  <c:v>107.97</c:v>
                </c:pt>
                <c:pt idx="66768">
                  <c:v>168.96</c:v>
                </c:pt>
                <c:pt idx="66769">
                  <c:v>71.98</c:v>
                </c:pt>
                <c:pt idx="66770">
                  <c:v>71.98</c:v>
                </c:pt>
                <c:pt idx="66771">
                  <c:v>86.97</c:v>
                </c:pt>
                <c:pt idx="66772">
                  <c:v>107.97</c:v>
                </c:pt>
                <c:pt idx="66773">
                  <c:v>56.98</c:v>
                </c:pt>
                <c:pt idx="66774">
                  <c:v>71.98</c:v>
                </c:pt>
                <c:pt idx="66775">
                  <c:v>71.98</c:v>
                </c:pt>
                <c:pt idx="66776">
                  <c:v>86.97</c:v>
                </c:pt>
                <c:pt idx="66777">
                  <c:v>136.97</c:v>
                </c:pt>
                <c:pt idx="66778">
                  <c:v>99.98</c:v>
                </c:pt>
                <c:pt idx="66779">
                  <c:v>112.26</c:v>
                </c:pt>
                <c:pt idx="66780">
                  <c:v>99.98</c:v>
                </c:pt>
                <c:pt idx="66781">
                  <c:v>114.97</c:v>
                </c:pt>
                <c:pt idx="66782">
                  <c:v>145.44</c:v>
                </c:pt>
                <c:pt idx="66783">
                  <c:v>79.97</c:v>
                </c:pt>
                <c:pt idx="66784">
                  <c:v>99.98</c:v>
                </c:pt>
                <c:pt idx="66785">
                  <c:v>86.83</c:v>
                </c:pt>
                <c:pt idx="66786">
                  <c:v>89.96</c:v>
                </c:pt>
                <c:pt idx="66787">
                  <c:v>54.98</c:v>
                </c:pt>
                <c:pt idx="66788">
                  <c:v>184.74</c:v>
                </c:pt>
                <c:pt idx="66789">
                  <c:v>54.99</c:v>
                </c:pt>
                <c:pt idx="66790">
                  <c:v>58.48</c:v>
                </c:pt>
                <c:pt idx="66791">
                  <c:v>944.71</c:v>
                </c:pt>
                <c:pt idx="66792">
                  <c:v>225.2</c:v>
                </c:pt>
                <c:pt idx="66793">
                  <c:v>-206.97</c:v>
                </c:pt>
                <c:pt idx="66794">
                  <c:v>229.97</c:v>
                </c:pt>
                <c:pt idx="66795">
                  <c:v>299.94</c:v>
                </c:pt>
                <c:pt idx="66796">
                  <c:v>-73.28</c:v>
                </c:pt>
                <c:pt idx="66797">
                  <c:v>85.98</c:v>
                </c:pt>
                <c:pt idx="66798">
                  <c:v>120.97</c:v>
                </c:pt>
                <c:pt idx="66799">
                  <c:v>76.680000000000007</c:v>
                </c:pt>
                <c:pt idx="66800">
                  <c:v>102.98</c:v>
                </c:pt>
                <c:pt idx="66801">
                  <c:v>134.36000000000001</c:v>
                </c:pt>
                <c:pt idx="66802">
                  <c:v>70.98</c:v>
                </c:pt>
                <c:pt idx="66803">
                  <c:v>133.47999999999999</c:v>
                </c:pt>
                <c:pt idx="66804">
                  <c:v>140.97</c:v>
                </c:pt>
                <c:pt idx="66805">
                  <c:v>160.94999999999999</c:v>
                </c:pt>
                <c:pt idx="66806">
                  <c:v>152.97</c:v>
                </c:pt>
                <c:pt idx="66807">
                  <c:v>65.989999999999995</c:v>
                </c:pt>
                <c:pt idx="66808">
                  <c:v>86.98</c:v>
                </c:pt>
                <c:pt idx="66809">
                  <c:v>51.99</c:v>
                </c:pt>
                <c:pt idx="66810">
                  <c:v>60.87</c:v>
                </c:pt>
                <c:pt idx="66811">
                  <c:v>73.98</c:v>
                </c:pt>
                <c:pt idx="66812">
                  <c:v>71.98</c:v>
                </c:pt>
                <c:pt idx="66813">
                  <c:v>68.59</c:v>
                </c:pt>
                <c:pt idx="66814">
                  <c:v>57.24</c:v>
                </c:pt>
                <c:pt idx="66815">
                  <c:v>66.58</c:v>
                </c:pt>
                <c:pt idx="66816">
                  <c:v>66.98</c:v>
                </c:pt>
                <c:pt idx="66817">
                  <c:v>71</c:v>
                </c:pt>
                <c:pt idx="66818">
                  <c:v>63.98</c:v>
                </c:pt>
                <c:pt idx="66819">
                  <c:v>73.98</c:v>
                </c:pt>
                <c:pt idx="66820">
                  <c:v>76.48</c:v>
                </c:pt>
                <c:pt idx="66821">
                  <c:v>73.98</c:v>
                </c:pt>
                <c:pt idx="66822">
                  <c:v>103.97</c:v>
                </c:pt>
                <c:pt idx="66823">
                  <c:v>69.98</c:v>
                </c:pt>
                <c:pt idx="66824">
                  <c:v>59.98</c:v>
                </c:pt>
                <c:pt idx="66825">
                  <c:v>219.97</c:v>
                </c:pt>
                <c:pt idx="66826">
                  <c:v>66.069999999999993</c:v>
                </c:pt>
                <c:pt idx="66827">
                  <c:v>94.98</c:v>
                </c:pt>
                <c:pt idx="66828">
                  <c:v>99.98</c:v>
                </c:pt>
                <c:pt idx="66829">
                  <c:v>99.98</c:v>
                </c:pt>
                <c:pt idx="66830">
                  <c:v>147.97</c:v>
                </c:pt>
                <c:pt idx="66831">
                  <c:v>69.989999999999995</c:v>
                </c:pt>
                <c:pt idx="66832">
                  <c:v>131.97999999999999</c:v>
                </c:pt>
                <c:pt idx="66833">
                  <c:v>147.97</c:v>
                </c:pt>
                <c:pt idx="66834">
                  <c:v>131.97999999999999</c:v>
                </c:pt>
                <c:pt idx="66835">
                  <c:v>158.36000000000001</c:v>
                </c:pt>
                <c:pt idx="66836">
                  <c:v>59.39</c:v>
                </c:pt>
                <c:pt idx="66837">
                  <c:v>131.97999999999999</c:v>
                </c:pt>
                <c:pt idx="66838">
                  <c:v>131.97999999999999</c:v>
                </c:pt>
                <c:pt idx="66839">
                  <c:v>85.98</c:v>
                </c:pt>
                <c:pt idx="66840">
                  <c:v>131.97999999999999</c:v>
                </c:pt>
                <c:pt idx="66841">
                  <c:v>83.98</c:v>
                </c:pt>
                <c:pt idx="66842">
                  <c:v>82.66</c:v>
                </c:pt>
                <c:pt idx="66843">
                  <c:v>65.89</c:v>
                </c:pt>
                <c:pt idx="66844">
                  <c:v>63.35</c:v>
                </c:pt>
                <c:pt idx="66845">
                  <c:v>65.989999999999995</c:v>
                </c:pt>
                <c:pt idx="66846">
                  <c:v>49.98</c:v>
                </c:pt>
                <c:pt idx="66847">
                  <c:v>61.94</c:v>
                </c:pt>
                <c:pt idx="66848">
                  <c:v>65.989999999999995</c:v>
                </c:pt>
                <c:pt idx="66849">
                  <c:v>65.989999999999995</c:v>
                </c:pt>
                <c:pt idx="66850">
                  <c:v>65.989999999999995</c:v>
                </c:pt>
                <c:pt idx="66851">
                  <c:v>64.84</c:v>
                </c:pt>
                <c:pt idx="66852">
                  <c:v>65.989999999999995</c:v>
                </c:pt>
                <c:pt idx="66853">
                  <c:v>65.959999999999994</c:v>
                </c:pt>
                <c:pt idx="66854">
                  <c:v>65.989999999999995</c:v>
                </c:pt>
                <c:pt idx="66855">
                  <c:v>97.96</c:v>
                </c:pt>
                <c:pt idx="66856">
                  <c:v>53.97</c:v>
                </c:pt>
                <c:pt idx="66857">
                  <c:v>89.95</c:v>
                </c:pt>
                <c:pt idx="66858">
                  <c:v>139.94999999999999</c:v>
                </c:pt>
                <c:pt idx="66859">
                  <c:v>154.21</c:v>
                </c:pt>
                <c:pt idx="66860">
                  <c:v>101.62</c:v>
                </c:pt>
                <c:pt idx="66861">
                  <c:v>159.69999999999999</c:v>
                </c:pt>
                <c:pt idx="66862">
                  <c:v>117.58</c:v>
                </c:pt>
                <c:pt idx="66863">
                  <c:v>147.6</c:v>
                </c:pt>
                <c:pt idx="66864">
                  <c:v>135.74</c:v>
                </c:pt>
                <c:pt idx="66865">
                  <c:v>101.62</c:v>
                </c:pt>
                <c:pt idx="66866">
                  <c:v>58.98</c:v>
                </c:pt>
                <c:pt idx="66867">
                  <c:v>31.49</c:v>
                </c:pt>
                <c:pt idx="66868">
                  <c:v>51.99</c:v>
                </c:pt>
                <c:pt idx="66869">
                  <c:v>52.98</c:v>
                </c:pt>
                <c:pt idx="66870">
                  <c:v>59.18</c:v>
                </c:pt>
                <c:pt idx="66871">
                  <c:v>56.97</c:v>
                </c:pt>
                <c:pt idx="66872">
                  <c:v>41.49</c:v>
                </c:pt>
                <c:pt idx="66873">
                  <c:v>65.989999999999995</c:v>
                </c:pt>
                <c:pt idx="66874">
                  <c:v>79.98</c:v>
                </c:pt>
                <c:pt idx="66875">
                  <c:v>52.98</c:v>
                </c:pt>
                <c:pt idx="66876">
                  <c:v>65.989999999999995</c:v>
                </c:pt>
                <c:pt idx="66877">
                  <c:v>54.88</c:v>
                </c:pt>
                <c:pt idx="66878">
                  <c:v>69.98</c:v>
                </c:pt>
                <c:pt idx="66879">
                  <c:v>55.99</c:v>
                </c:pt>
                <c:pt idx="66880">
                  <c:v>72.97</c:v>
                </c:pt>
                <c:pt idx="66881">
                  <c:v>41.49</c:v>
                </c:pt>
                <c:pt idx="66882">
                  <c:v>65.989999999999995</c:v>
                </c:pt>
                <c:pt idx="66883">
                  <c:v>65.989999999999995</c:v>
                </c:pt>
                <c:pt idx="66884">
                  <c:v>205.61</c:v>
                </c:pt>
                <c:pt idx="66885">
                  <c:v>186.23</c:v>
                </c:pt>
                <c:pt idx="66886">
                  <c:v>101.01</c:v>
                </c:pt>
                <c:pt idx="66887">
                  <c:v>256.64999999999998</c:v>
                </c:pt>
                <c:pt idx="66888">
                  <c:v>157.22999999999999</c:v>
                </c:pt>
                <c:pt idx="66889">
                  <c:v>64.069999999999993</c:v>
                </c:pt>
                <c:pt idx="66890">
                  <c:v>152.63</c:v>
                </c:pt>
                <c:pt idx="66891">
                  <c:v>189.89</c:v>
                </c:pt>
                <c:pt idx="66892">
                  <c:v>55.98</c:v>
                </c:pt>
                <c:pt idx="66893">
                  <c:v>59.98</c:v>
                </c:pt>
                <c:pt idx="66894">
                  <c:v>77.97</c:v>
                </c:pt>
                <c:pt idx="66895">
                  <c:v>55.98</c:v>
                </c:pt>
                <c:pt idx="66896">
                  <c:v>59.98</c:v>
                </c:pt>
                <c:pt idx="66897">
                  <c:v>79.97</c:v>
                </c:pt>
                <c:pt idx="66898">
                  <c:v>71.97</c:v>
                </c:pt>
                <c:pt idx="66899">
                  <c:v>99.96</c:v>
                </c:pt>
                <c:pt idx="66900">
                  <c:v>74.97</c:v>
                </c:pt>
                <c:pt idx="66901">
                  <c:v>55.98</c:v>
                </c:pt>
                <c:pt idx="66902">
                  <c:v>54.86</c:v>
                </c:pt>
                <c:pt idx="66903">
                  <c:v>86.9</c:v>
                </c:pt>
                <c:pt idx="66904">
                  <c:v>70.17</c:v>
                </c:pt>
                <c:pt idx="66905">
                  <c:v>72.48</c:v>
                </c:pt>
                <c:pt idx="66906">
                  <c:v>54.98</c:v>
                </c:pt>
                <c:pt idx="66907">
                  <c:v>50.98</c:v>
                </c:pt>
                <c:pt idx="66908">
                  <c:v>60.98</c:v>
                </c:pt>
                <c:pt idx="66909">
                  <c:v>74.97</c:v>
                </c:pt>
                <c:pt idx="66910">
                  <c:v>59.98</c:v>
                </c:pt>
                <c:pt idx="66911">
                  <c:v>89.97</c:v>
                </c:pt>
                <c:pt idx="66912">
                  <c:v>114.71</c:v>
                </c:pt>
                <c:pt idx="66913">
                  <c:v>50.98</c:v>
                </c:pt>
                <c:pt idx="66914">
                  <c:v>52.98</c:v>
                </c:pt>
                <c:pt idx="66915">
                  <c:v>68.97</c:v>
                </c:pt>
                <c:pt idx="66916">
                  <c:v>59.98</c:v>
                </c:pt>
                <c:pt idx="66917">
                  <c:v>72.94</c:v>
                </c:pt>
                <c:pt idx="66918">
                  <c:v>55.78</c:v>
                </c:pt>
                <c:pt idx="66919">
                  <c:v>74.97</c:v>
                </c:pt>
                <c:pt idx="66920">
                  <c:v>54.17</c:v>
                </c:pt>
                <c:pt idx="66921">
                  <c:v>62.97</c:v>
                </c:pt>
                <c:pt idx="66922">
                  <c:v>68.97</c:v>
                </c:pt>
                <c:pt idx="66923">
                  <c:v>54.98</c:v>
                </c:pt>
                <c:pt idx="66924">
                  <c:v>70.97</c:v>
                </c:pt>
                <c:pt idx="66925">
                  <c:v>65.97</c:v>
                </c:pt>
                <c:pt idx="66926">
                  <c:v>59.98</c:v>
                </c:pt>
                <c:pt idx="66927">
                  <c:v>67.97</c:v>
                </c:pt>
                <c:pt idx="66928">
                  <c:v>59.98</c:v>
                </c:pt>
                <c:pt idx="66929">
                  <c:v>53.98</c:v>
                </c:pt>
                <c:pt idx="66930">
                  <c:v>74.97</c:v>
                </c:pt>
                <c:pt idx="66931">
                  <c:v>68.97</c:v>
                </c:pt>
                <c:pt idx="66932">
                  <c:v>54.98</c:v>
                </c:pt>
                <c:pt idx="66933">
                  <c:v>68.97</c:v>
                </c:pt>
                <c:pt idx="66934">
                  <c:v>52.98</c:v>
                </c:pt>
                <c:pt idx="66935">
                  <c:v>69.959999999999994</c:v>
                </c:pt>
                <c:pt idx="66936">
                  <c:v>70.97</c:v>
                </c:pt>
                <c:pt idx="66937">
                  <c:v>167.97</c:v>
                </c:pt>
                <c:pt idx="66938">
                  <c:v>79.98</c:v>
                </c:pt>
                <c:pt idx="66939">
                  <c:v>82.97</c:v>
                </c:pt>
                <c:pt idx="66940">
                  <c:v>131.97999999999999</c:v>
                </c:pt>
                <c:pt idx="66941">
                  <c:v>86.37</c:v>
                </c:pt>
                <c:pt idx="66942">
                  <c:v>124.35</c:v>
                </c:pt>
                <c:pt idx="66943">
                  <c:v>119.96</c:v>
                </c:pt>
                <c:pt idx="66944">
                  <c:v>76.98</c:v>
                </c:pt>
                <c:pt idx="66945">
                  <c:v>104.97</c:v>
                </c:pt>
                <c:pt idx="66946">
                  <c:v>49.99</c:v>
                </c:pt>
                <c:pt idx="66947">
                  <c:v>95.03</c:v>
                </c:pt>
                <c:pt idx="66948">
                  <c:v>44.98</c:v>
                </c:pt>
                <c:pt idx="66949">
                  <c:v>97.72</c:v>
                </c:pt>
                <c:pt idx="66950">
                  <c:v>107.97</c:v>
                </c:pt>
                <c:pt idx="66951">
                  <c:v>109.97</c:v>
                </c:pt>
                <c:pt idx="66952">
                  <c:v>109.96</c:v>
                </c:pt>
                <c:pt idx="66953">
                  <c:v>126.93</c:v>
                </c:pt>
                <c:pt idx="66954">
                  <c:v>110.8</c:v>
                </c:pt>
                <c:pt idx="66955">
                  <c:v>106.96</c:v>
                </c:pt>
                <c:pt idx="66956">
                  <c:v>160.93</c:v>
                </c:pt>
                <c:pt idx="66957">
                  <c:v>98.95</c:v>
                </c:pt>
                <c:pt idx="66958">
                  <c:v>198.97</c:v>
                </c:pt>
                <c:pt idx="66959">
                  <c:v>68.989999999999995</c:v>
                </c:pt>
                <c:pt idx="66960">
                  <c:v>159.97999999999999</c:v>
                </c:pt>
                <c:pt idx="66961">
                  <c:v>150.18</c:v>
                </c:pt>
                <c:pt idx="66962">
                  <c:v>159.97999999999999</c:v>
                </c:pt>
                <c:pt idx="66963">
                  <c:v>84.99</c:v>
                </c:pt>
                <c:pt idx="66964">
                  <c:v>169.98</c:v>
                </c:pt>
                <c:pt idx="66965">
                  <c:v>99.98</c:v>
                </c:pt>
                <c:pt idx="66966">
                  <c:v>96.98</c:v>
                </c:pt>
                <c:pt idx="66967">
                  <c:v>84.99</c:v>
                </c:pt>
                <c:pt idx="66968">
                  <c:v>169.98</c:v>
                </c:pt>
                <c:pt idx="66969">
                  <c:v>65.989999999999995</c:v>
                </c:pt>
                <c:pt idx="66970">
                  <c:v>84.99</c:v>
                </c:pt>
                <c:pt idx="66971">
                  <c:v>139.96</c:v>
                </c:pt>
                <c:pt idx="66972">
                  <c:v>266.35000000000002</c:v>
                </c:pt>
                <c:pt idx="66973">
                  <c:v>342.82</c:v>
                </c:pt>
                <c:pt idx="66974">
                  <c:v>179.96</c:v>
                </c:pt>
                <c:pt idx="66975">
                  <c:v>274.95</c:v>
                </c:pt>
                <c:pt idx="66976">
                  <c:v>61.69</c:v>
                </c:pt>
                <c:pt idx="66977">
                  <c:v>88.17</c:v>
                </c:pt>
                <c:pt idx="66978">
                  <c:v>79.989999999999995</c:v>
                </c:pt>
                <c:pt idx="66979">
                  <c:v>139.97999999999999</c:v>
                </c:pt>
                <c:pt idx="66980">
                  <c:v>79.989999999999995</c:v>
                </c:pt>
                <c:pt idx="66981">
                  <c:v>68.98</c:v>
                </c:pt>
                <c:pt idx="66982">
                  <c:v>145.97999999999999</c:v>
                </c:pt>
                <c:pt idx="66983">
                  <c:v>98.98</c:v>
                </c:pt>
                <c:pt idx="66984">
                  <c:v>157.32</c:v>
                </c:pt>
                <c:pt idx="66985">
                  <c:v>79.989999999999995</c:v>
                </c:pt>
                <c:pt idx="66986">
                  <c:v>79.989999999999995</c:v>
                </c:pt>
                <c:pt idx="66987">
                  <c:v>139.97999999999999</c:v>
                </c:pt>
                <c:pt idx="66988">
                  <c:v>130.46</c:v>
                </c:pt>
                <c:pt idx="66989">
                  <c:v>323.92</c:v>
                </c:pt>
                <c:pt idx="66990">
                  <c:v>213.46</c:v>
                </c:pt>
                <c:pt idx="66991">
                  <c:v>75.959999999999994</c:v>
                </c:pt>
                <c:pt idx="66992">
                  <c:v>75.959999999999994</c:v>
                </c:pt>
                <c:pt idx="66993">
                  <c:v>75.959999999999994</c:v>
                </c:pt>
                <c:pt idx="66994">
                  <c:v>56.97</c:v>
                </c:pt>
                <c:pt idx="66995">
                  <c:v>75.959999999999994</c:v>
                </c:pt>
                <c:pt idx="66996">
                  <c:v>75.959999999999994</c:v>
                </c:pt>
                <c:pt idx="66997">
                  <c:v>75.959999999999994</c:v>
                </c:pt>
                <c:pt idx="66998">
                  <c:v>199.96</c:v>
                </c:pt>
                <c:pt idx="66999">
                  <c:v>75.959999999999994</c:v>
                </c:pt>
                <c:pt idx="67000">
                  <c:v>75.959999999999994</c:v>
                </c:pt>
                <c:pt idx="67001">
                  <c:v>75.959999999999994</c:v>
                </c:pt>
                <c:pt idx="67002">
                  <c:v>51.94</c:v>
                </c:pt>
                <c:pt idx="67003">
                  <c:v>169.98</c:v>
                </c:pt>
                <c:pt idx="67004">
                  <c:v>198.86</c:v>
                </c:pt>
                <c:pt idx="67005">
                  <c:v>169.98</c:v>
                </c:pt>
                <c:pt idx="67006">
                  <c:v>169.98</c:v>
                </c:pt>
                <c:pt idx="67007">
                  <c:v>169.98</c:v>
                </c:pt>
                <c:pt idx="67008">
                  <c:v>190.97</c:v>
                </c:pt>
                <c:pt idx="67009">
                  <c:v>9.99</c:v>
                </c:pt>
                <c:pt idx="67010">
                  <c:v>190.97</c:v>
                </c:pt>
                <c:pt idx="67011">
                  <c:v>95.38</c:v>
                </c:pt>
                <c:pt idx="67012">
                  <c:v>190.97</c:v>
                </c:pt>
                <c:pt idx="67013">
                  <c:v>128.24</c:v>
                </c:pt>
                <c:pt idx="67014">
                  <c:v>84.68</c:v>
                </c:pt>
                <c:pt idx="67015">
                  <c:v>128.24</c:v>
                </c:pt>
                <c:pt idx="67016">
                  <c:v>79.849999999999994</c:v>
                </c:pt>
                <c:pt idx="67017">
                  <c:v>143.72</c:v>
                </c:pt>
                <c:pt idx="67018">
                  <c:v>116.14</c:v>
                </c:pt>
                <c:pt idx="67019">
                  <c:v>99.98</c:v>
                </c:pt>
                <c:pt idx="67020">
                  <c:v>56.85</c:v>
                </c:pt>
                <c:pt idx="67021">
                  <c:v>315.74</c:v>
                </c:pt>
                <c:pt idx="67022">
                  <c:v>96.78</c:v>
                </c:pt>
                <c:pt idx="67023">
                  <c:v>126.99</c:v>
                </c:pt>
                <c:pt idx="67024">
                  <c:v>111.28</c:v>
                </c:pt>
                <c:pt idx="67025">
                  <c:v>163.30000000000001</c:v>
                </c:pt>
                <c:pt idx="67026">
                  <c:v>86.03</c:v>
                </c:pt>
                <c:pt idx="67027">
                  <c:v>110.98</c:v>
                </c:pt>
                <c:pt idx="67028">
                  <c:v>110.98</c:v>
                </c:pt>
                <c:pt idx="67029">
                  <c:v>89.98</c:v>
                </c:pt>
                <c:pt idx="67030">
                  <c:v>121.98</c:v>
                </c:pt>
                <c:pt idx="67031">
                  <c:v>155.97</c:v>
                </c:pt>
                <c:pt idx="67032">
                  <c:v>99.98</c:v>
                </c:pt>
                <c:pt idx="67033">
                  <c:v>65.989999999999995</c:v>
                </c:pt>
                <c:pt idx="67034">
                  <c:v>59.98</c:v>
                </c:pt>
                <c:pt idx="67035">
                  <c:v>82.14</c:v>
                </c:pt>
                <c:pt idx="67036">
                  <c:v>65.989999999999995</c:v>
                </c:pt>
                <c:pt idx="67037">
                  <c:v>133.47999999999999</c:v>
                </c:pt>
                <c:pt idx="67038">
                  <c:v>65.989999999999995</c:v>
                </c:pt>
                <c:pt idx="67039">
                  <c:v>39.99</c:v>
                </c:pt>
                <c:pt idx="67040">
                  <c:v>131.97999999999999</c:v>
                </c:pt>
                <c:pt idx="67041">
                  <c:v>65.989999999999995</c:v>
                </c:pt>
                <c:pt idx="67042">
                  <c:v>65.989999999999995</c:v>
                </c:pt>
                <c:pt idx="67043">
                  <c:v>120.98</c:v>
                </c:pt>
                <c:pt idx="67044">
                  <c:v>120.98</c:v>
                </c:pt>
                <c:pt idx="67045">
                  <c:v>-1.2</c:v>
                </c:pt>
                <c:pt idx="67046">
                  <c:v>115.57</c:v>
                </c:pt>
                <c:pt idx="67047">
                  <c:v>61.04</c:v>
                </c:pt>
                <c:pt idx="67048">
                  <c:v>71.86</c:v>
                </c:pt>
                <c:pt idx="67049">
                  <c:v>147.6</c:v>
                </c:pt>
                <c:pt idx="67050">
                  <c:v>48.34</c:v>
                </c:pt>
                <c:pt idx="67051">
                  <c:v>143.72</c:v>
                </c:pt>
                <c:pt idx="67052">
                  <c:v>33.479999999999997</c:v>
                </c:pt>
                <c:pt idx="67053">
                  <c:v>67.97</c:v>
                </c:pt>
                <c:pt idx="67054">
                  <c:v>30.47</c:v>
                </c:pt>
                <c:pt idx="67055">
                  <c:v>84.99</c:v>
                </c:pt>
                <c:pt idx="67056">
                  <c:v>127.96</c:v>
                </c:pt>
                <c:pt idx="67057">
                  <c:v>109.98</c:v>
                </c:pt>
                <c:pt idx="67058">
                  <c:v>97.97</c:v>
                </c:pt>
                <c:pt idx="67059">
                  <c:v>179.95</c:v>
                </c:pt>
                <c:pt idx="67060">
                  <c:v>121.95</c:v>
                </c:pt>
                <c:pt idx="67061">
                  <c:v>248.13</c:v>
                </c:pt>
                <c:pt idx="67062">
                  <c:v>199.96</c:v>
                </c:pt>
                <c:pt idx="67063">
                  <c:v>199.96</c:v>
                </c:pt>
                <c:pt idx="67064">
                  <c:v>203.45</c:v>
                </c:pt>
                <c:pt idx="67065">
                  <c:v>149.97</c:v>
                </c:pt>
                <c:pt idx="67066">
                  <c:v>187.95</c:v>
                </c:pt>
                <c:pt idx="67067">
                  <c:v>109.96</c:v>
                </c:pt>
                <c:pt idx="67068">
                  <c:v>148.94</c:v>
                </c:pt>
                <c:pt idx="67069">
                  <c:v>179.94</c:v>
                </c:pt>
                <c:pt idx="67070">
                  <c:v>157.94</c:v>
                </c:pt>
                <c:pt idx="67071">
                  <c:v>167.96</c:v>
                </c:pt>
                <c:pt idx="67072">
                  <c:v>73.989999999999995</c:v>
                </c:pt>
                <c:pt idx="67073">
                  <c:v>69.98</c:v>
                </c:pt>
                <c:pt idx="67074">
                  <c:v>62.98</c:v>
                </c:pt>
                <c:pt idx="67075">
                  <c:v>169.98</c:v>
                </c:pt>
                <c:pt idx="67076">
                  <c:v>75.97</c:v>
                </c:pt>
                <c:pt idx="67077">
                  <c:v>55.97</c:v>
                </c:pt>
                <c:pt idx="67078">
                  <c:v>169.98</c:v>
                </c:pt>
                <c:pt idx="67079">
                  <c:v>69.98</c:v>
                </c:pt>
                <c:pt idx="67080">
                  <c:v>152.97999999999999</c:v>
                </c:pt>
                <c:pt idx="67081">
                  <c:v>232.02</c:v>
                </c:pt>
                <c:pt idx="67082">
                  <c:v>82.78</c:v>
                </c:pt>
                <c:pt idx="67083">
                  <c:v>85.97</c:v>
                </c:pt>
                <c:pt idx="67084">
                  <c:v>152.97</c:v>
                </c:pt>
                <c:pt idx="67085">
                  <c:v>117.97</c:v>
                </c:pt>
                <c:pt idx="67086">
                  <c:v>53.97</c:v>
                </c:pt>
                <c:pt idx="67087">
                  <c:v>78.84</c:v>
                </c:pt>
                <c:pt idx="67088">
                  <c:v>103.97</c:v>
                </c:pt>
                <c:pt idx="67089">
                  <c:v>102.13</c:v>
                </c:pt>
                <c:pt idx="67090">
                  <c:v>103.97</c:v>
                </c:pt>
                <c:pt idx="67091">
                  <c:v>169.98</c:v>
                </c:pt>
                <c:pt idx="67092">
                  <c:v>137.97999999999999</c:v>
                </c:pt>
                <c:pt idx="67093">
                  <c:v>121.96</c:v>
                </c:pt>
                <c:pt idx="67094">
                  <c:v>192.95</c:v>
                </c:pt>
                <c:pt idx="67095">
                  <c:v>123.47</c:v>
                </c:pt>
                <c:pt idx="67096">
                  <c:v>111.97</c:v>
                </c:pt>
                <c:pt idx="67097">
                  <c:v>143.97</c:v>
                </c:pt>
                <c:pt idx="67098">
                  <c:v>151.94999999999999</c:v>
                </c:pt>
                <c:pt idx="67099">
                  <c:v>131.97999999999999</c:v>
                </c:pt>
                <c:pt idx="67100">
                  <c:v>117.97</c:v>
                </c:pt>
                <c:pt idx="67101">
                  <c:v>171.97</c:v>
                </c:pt>
                <c:pt idx="67102">
                  <c:v>125.97</c:v>
                </c:pt>
                <c:pt idx="67103">
                  <c:v>169.98</c:v>
                </c:pt>
                <c:pt idx="67104">
                  <c:v>229.45</c:v>
                </c:pt>
                <c:pt idx="67105">
                  <c:v>197.97</c:v>
                </c:pt>
                <c:pt idx="67106">
                  <c:v>131.97999999999999</c:v>
                </c:pt>
                <c:pt idx="67107">
                  <c:v>131.97999999999999</c:v>
                </c:pt>
                <c:pt idx="67108">
                  <c:v>218.95</c:v>
                </c:pt>
                <c:pt idx="67109">
                  <c:v>71.22</c:v>
                </c:pt>
                <c:pt idx="67110">
                  <c:v>119.97</c:v>
                </c:pt>
                <c:pt idx="67111">
                  <c:v>119.97</c:v>
                </c:pt>
                <c:pt idx="67112">
                  <c:v>184.97</c:v>
                </c:pt>
                <c:pt idx="67113">
                  <c:v>211.72</c:v>
                </c:pt>
                <c:pt idx="67114">
                  <c:v>114.97</c:v>
                </c:pt>
                <c:pt idx="67115">
                  <c:v>89.98</c:v>
                </c:pt>
                <c:pt idx="67116">
                  <c:v>134.97</c:v>
                </c:pt>
                <c:pt idx="67117">
                  <c:v>99.98</c:v>
                </c:pt>
                <c:pt idx="67118">
                  <c:v>65.989999999999995</c:v>
                </c:pt>
                <c:pt idx="67119">
                  <c:v>169.98</c:v>
                </c:pt>
                <c:pt idx="67120">
                  <c:v>169.98</c:v>
                </c:pt>
                <c:pt idx="67121">
                  <c:v>65.989999999999995</c:v>
                </c:pt>
                <c:pt idx="67122">
                  <c:v>65.989999999999995</c:v>
                </c:pt>
                <c:pt idx="67123">
                  <c:v>169.98</c:v>
                </c:pt>
                <c:pt idx="67124">
                  <c:v>65.989999999999995</c:v>
                </c:pt>
                <c:pt idx="67125">
                  <c:v>144.47999999999999</c:v>
                </c:pt>
                <c:pt idx="67126">
                  <c:v>84.99</c:v>
                </c:pt>
                <c:pt idx="67127">
                  <c:v>65.989999999999995</c:v>
                </c:pt>
                <c:pt idx="67128">
                  <c:v>46.69</c:v>
                </c:pt>
                <c:pt idx="67129">
                  <c:v>152.97999999999999</c:v>
                </c:pt>
                <c:pt idx="67130">
                  <c:v>169.98</c:v>
                </c:pt>
                <c:pt idx="67131">
                  <c:v>65.989999999999995</c:v>
                </c:pt>
                <c:pt idx="67132">
                  <c:v>65.989999999999995</c:v>
                </c:pt>
                <c:pt idx="67133">
                  <c:v>149.97999999999999</c:v>
                </c:pt>
                <c:pt idx="67134">
                  <c:v>72.239999999999995</c:v>
                </c:pt>
                <c:pt idx="67135">
                  <c:v>84.99</c:v>
                </c:pt>
                <c:pt idx="67136">
                  <c:v>84.99</c:v>
                </c:pt>
                <c:pt idx="67137">
                  <c:v>161.72999999999999</c:v>
                </c:pt>
                <c:pt idx="67138">
                  <c:v>169.98</c:v>
                </c:pt>
                <c:pt idx="67139">
                  <c:v>152.97999999999999</c:v>
                </c:pt>
                <c:pt idx="67140">
                  <c:v>292.45999999999998</c:v>
                </c:pt>
                <c:pt idx="67141">
                  <c:v>169.98</c:v>
                </c:pt>
                <c:pt idx="67142">
                  <c:v>76.489999999999995</c:v>
                </c:pt>
                <c:pt idx="67143">
                  <c:v>144.94999999999999</c:v>
                </c:pt>
                <c:pt idx="67144">
                  <c:v>76.489999999999995</c:v>
                </c:pt>
                <c:pt idx="67145">
                  <c:v>169.98</c:v>
                </c:pt>
                <c:pt idx="67146">
                  <c:v>105.98</c:v>
                </c:pt>
                <c:pt idx="67147">
                  <c:v>165.7</c:v>
                </c:pt>
                <c:pt idx="67148">
                  <c:v>159.69999999999999</c:v>
                </c:pt>
                <c:pt idx="67149">
                  <c:v>239.54</c:v>
                </c:pt>
                <c:pt idx="67150">
                  <c:v>147.6</c:v>
                </c:pt>
                <c:pt idx="67151">
                  <c:v>159.69999999999999</c:v>
                </c:pt>
                <c:pt idx="67152">
                  <c:v>239.54</c:v>
                </c:pt>
                <c:pt idx="67153">
                  <c:v>159.69999999999999</c:v>
                </c:pt>
                <c:pt idx="67154">
                  <c:v>159.69999999999999</c:v>
                </c:pt>
                <c:pt idx="67155">
                  <c:v>239.54</c:v>
                </c:pt>
                <c:pt idx="67156">
                  <c:v>239.54</c:v>
                </c:pt>
                <c:pt idx="67157">
                  <c:v>156.96</c:v>
                </c:pt>
                <c:pt idx="67158">
                  <c:v>99.98</c:v>
                </c:pt>
                <c:pt idx="67159">
                  <c:v>219.97</c:v>
                </c:pt>
                <c:pt idx="67160">
                  <c:v>169.98</c:v>
                </c:pt>
                <c:pt idx="67161">
                  <c:v>84.98</c:v>
                </c:pt>
                <c:pt idx="67162">
                  <c:v>-217.96</c:v>
                </c:pt>
                <c:pt idx="67163">
                  <c:v>153.97999999999999</c:v>
                </c:pt>
                <c:pt idx="67164">
                  <c:v>126.98</c:v>
                </c:pt>
                <c:pt idx="67165">
                  <c:v>191.97</c:v>
                </c:pt>
                <c:pt idx="67166">
                  <c:v>79.98</c:v>
                </c:pt>
                <c:pt idx="67167">
                  <c:v>217.96</c:v>
                </c:pt>
                <c:pt idx="67168">
                  <c:v>134.97999999999999</c:v>
                </c:pt>
                <c:pt idx="67169">
                  <c:v>79.98</c:v>
                </c:pt>
                <c:pt idx="67170">
                  <c:v>79.98</c:v>
                </c:pt>
                <c:pt idx="67171">
                  <c:v>82.97</c:v>
                </c:pt>
                <c:pt idx="67172">
                  <c:v>92.96</c:v>
                </c:pt>
                <c:pt idx="67173">
                  <c:v>100.96</c:v>
                </c:pt>
                <c:pt idx="67174">
                  <c:v>105.96</c:v>
                </c:pt>
                <c:pt idx="67175">
                  <c:v>64.98</c:v>
                </c:pt>
                <c:pt idx="67176">
                  <c:v>105.96</c:v>
                </c:pt>
                <c:pt idx="67177">
                  <c:v>95.96</c:v>
                </c:pt>
                <c:pt idx="67178">
                  <c:v>73.97</c:v>
                </c:pt>
                <c:pt idx="67179">
                  <c:v>74.97</c:v>
                </c:pt>
                <c:pt idx="67180">
                  <c:v>74.97</c:v>
                </c:pt>
                <c:pt idx="67181">
                  <c:v>51.98</c:v>
                </c:pt>
                <c:pt idx="67182">
                  <c:v>75.97</c:v>
                </c:pt>
                <c:pt idx="67183">
                  <c:v>61.97</c:v>
                </c:pt>
                <c:pt idx="67184">
                  <c:v>125.95</c:v>
                </c:pt>
                <c:pt idx="67185">
                  <c:v>57.97</c:v>
                </c:pt>
                <c:pt idx="67186">
                  <c:v>197.97</c:v>
                </c:pt>
                <c:pt idx="67187">
                  <c:v>121.98</c:v>
                </c:pt>
                <c:pt idx="67188">
                  <c:v>194.14</c:v>
                </c:pt>
                <c:pt idx="67189">
                  <c:v>131.97999999999999</c:v>
                </c:pt>
                <c:pt idx="67190">
                  <c:v>131.97999999999999</c:v>
                </c:pt>
                <c:pt idx="67191">
                  <c:v>234.97</c:v>
                </c:pt>
                <c:pt idx="67192">
                  <c:v>310.69</c:v>
                </c:pt>
                <c:pt idx="67193">
                  <c:v>208.96</c:v>
                </c:pt>
                <c:pt idx="67194">
                  <c:v>276.45999999999998</c:v>
                </c:pt>
                <c:pt idx="67195">
                  <c:v>170.48</c:v>
                </c:pt>
                <c:pt idx="67196">
                  <c:v>65.989999999999995</c:v>
                </c:pt>
                <c:pt idx="67197">
                  <c:v>65.989999999999995</c:v>
                </c:pt>
                <c:pt idx="67198">
                  <c:v>126.98</c:v>
                </c:pt>
                <c:pt idx="67199">
                  <c:v>72.97</c:v>
                </c:pt>
                <c:pt idx="67200">
                  <c:v>116.98</c:v>
                </c:pt>
                <c:pt idx="67201">
                  <c:v>69.97</c:v>
                </c:pt>
                <c:pt idx="67202">
                  <c:v>80.98</c:v>
                </c:pt>
                <c:pt idx="67203">
                  <c:v>31.48</c:v>
                </c:pt>
                <c:pt idx="67204">
                  <c:v>80.98</c:v>
                </c:pt>
                <c:pt idx="67205">
                  <c:v>161.96</c:v>
                </c:pt>
                <c:pt idx="67206">
                  <c:v>31.48</c:v>
                </c:pt>
                <c:pt idx="67207">
                  <c:v>136.97</c:v>
                </c:pt>
                <c:pt idx="67208">
                  <c:v>136.97</c:v>
                </c:pt>
                <c:pt idx="67209">
                  <c:v>113.51</c:v>
                </c:pt>
                <c:pt idx="67210">
                  <c:v>121.98</c:v>
                </c:pt>
                <c:pt idx="67211">
                  <c:v>75.98</c:v>
                </c:pt>
                <c:pt idx="67212">
                  <c:v>14.99</c:v>
                </c:pt>
                <c:pt idx="67213">
                  <c:v>124.24</c:v>
                </c:pt>
                <c:pt idx="67214">
                  <c:v>124.73</c:v>
                </c:pt>
                <c:pt idx="67215">
                  <c:v>99.2</c:v>
                </c:pt>
                <c:pt idx="67216">
                  <c:v>124.24</c:v>
                </c:pt>
                <c:pt idx="67217">
                  <c:v>120.36</c:v>
                </c:pt>
                <c:pt idx="67218">
                  <c:v>99.2</c:v>
                </c:pt>
                <c:pt idx="67219">
                  <c:v>124.73</c:v>
                </c:pt>
                <c:pt idx="67220">
                  <c:v>120.36</c:v>
                </c:pt>
                <c:pt idx="67221">
                  <c:v>86.18</c:v>
                </c:pt>
                <c:pt idx="67222">
                  <c:v>194.35</c:v>
                </c:pt>
                <c:pt idx="67223">
                  <c:v>186.37</c:v>
                </c:pt>
                <c:pt idx="67224">
                  <c:v>232.46</c:v>
                </c:pt>
                <c:pt idx="67225">
                  <c:v>101.97</c:v>
                </c:pt>
                <c:pt idx="67226">
                  <c:v>206.54</c:v>
                </c:pt>
                <c:pt idx="67227">
                  <c:v>171.96</c:v>
                </c:pt>
                <c:pt idx="67228">
                  <c:v>29.98</c:v>
                </c:pt>
                <c:pt idx="67229">
                  <c:v>101.97</c:v>
                </c:pt>
                <c:pt idx="67230">
                  <c:v>65.989999999999995</c:v>
                </c:pt>
                <c:pt idx="67231">
                  <c:v>169.98</c:v>
                </c:pt>
                <c:pt idx="67232">
                  <c:v>98.98</c:v>
                </c:pt>
                <c:pt idx="67233">
                  <c:v>184.97</c:v>
                </c:pt>
                <c:pt idx="67234">
                  <c:v>169.98</c:v>
                </c:pt>
                <c:pt idx="67235">
                  <c:v>133.78</c:v>
                </c:pt>
                <c:pt idx="67236">
                  <c:v>103.73</c:v>
                </c:pt>
                <c:pt idx="67237">
                  <c:v>111.97</c:v>
                </c:pt>
                <c:pt idx="67238">
                  <c:v>100.97</c:v>
                </c:pt>
                <c:pt idx="67239">
                  <c:v>99.98</c:v>
                </c:pt>
                <c:pt idx="67240">
                  <c:v>118.96</c:v>
                </c:pt>
                <c:pt idx="67241">
                  <c:v>51.29</c:v>
                </c:pt>
                <c:pt idx="67242">
                  <c:v>99.98</c:v>
                </c:pt>
                <c:pt idx="67243">
                  <c:v>99.98</c:v>
                </c:pt>
                <c:pt idx="67244">
                  <c:v>99.98</c:v>
                </c:pt>
                <c:pt idx="67245">
                  <c:v>99.98</c:v>
                </c:pt>
                <c:pt idx="67246">
                  <c:v>99.98</c:v>
                </c:pt>
                <c:pt idx="67247">
                  <c:v>149.97</c:v>
                </c:pt>
                <c:pt idx="67248">
                  <c:v>99.98</c:v>
                </c:pt>
                <c:pt idx="67249">
                  <c:v>149.97</c:v>
                </c:pt>
                <c:pt idx="67250">
                  <c:v>96.58</c:v>
                </c:pt>
                <c:pt idx="67251">
                  <c:v>19.28</c:v>
                </c:pt>
                <c:pt idx="67252">
                  <c:v>101.97</c:v>
                </c:pt>
                <c:pt idx="67253">
                  <c:v>358.95</c:v>
                </c:pt>
                <c:pt idx="67254">
                  <c:v>152.97999999999999</c:v>
                </c:pt>
                <c:pt idx="67255">
                  <c:v>404.84</c:v>
                </c:pt>
                <c:pt idx="67256">
                  <c:v>131.97999999999999</c:v>
                </c:pt>
                <c:pt idx="67257">
                  <c:v>141.96</c:v>
                </c:pt>
                <c:pt idx="67258">
                  <c:v>305.95999999999998</c:v>
                </c:pt>
                <c:pt idx="67259">
                  <c:v>79.849999999999994</c:v>
                </c:pt>
                <c:pt idx="67260">
                  <c:v>123.37</c:v>
                </c:pt>
                <c:pt idx="67261">
                  <c:v>96.78</c:v>
                </c:pt>
                <c:pt idx="67262">
                  <c:v>96.78</c:v>
                </c:pt>
                <c:pt idx="67263">
                  <c:v>159.69999999999999</c:v>
                </c:pt>
                <c:pt idx="67264">
                  <c:v>128.24</c:v>
                </c:pt>
                <c:pt idx="67265">
                  <c:v>77.400000000000006</c:v>
                </c:pt>
                <c:pt idx="67266">
                  <c:v>96.78</c:v>
                </c:pt>
                <c:pt idx="67267">
                  <c:v>108.86</c:v>
                </c:pt>
                <c:pt idx="67268">
                  <c:v>94.36</c:v>
                </c:pt>
                <c:pt idx="67269">
                  <c:v>108.86</c:v>
                </c:pt>
                <c:pt idx="67270">
                  <c:v>91.91</c:v>
                </c:pt>
                <c:pt idx="67271">
                  <c:v>116.69</c:v>
                </c:pt>
                <c:pt idx="67272">
                  <c:v>106.93</c:v>
                </c:pt>
                <c:pt idx="67273">
                  <c:v>126.67</c:v>
                </c:pt>
                <c:pt idx="67274">
                  <c:v>120.65</c:v>
                </c:pt>
                <c:pt idx="67275">
                  <c:v>131.97999999999999</c:v>
                </c:pt>
                <c:pt idx="67276">
                  <c:v>118.78</c:v>
                </c:pt>
                <c:pt idx="67277">
                  <c:v>118.78</c:v>
                </c:pt>
                <c:pt idx="67278">
                  <c:v>121.98</c:v>
                </c:pt>
                <c:pt idx="67279">
                  <c:v>145.18</c:v>
                </c:pt>
                <c:pt idx="67280">
                  <c:v>145.22</c:v>
                </c:pt>
                <c:pt idx="67281">
                  <c:v>173.5</c:v>
                </c:pt>
                <c:pt idx="67282">
                  <c:v>80.98</c:v>
                </c:pt>
                <c:pt idx="67283">
                  <c:v>55.49</c:v>
                </c:pt>
                <c:pt idx="67284">
                  <c:v>55.49</c:v>
                </c:pt>
                <c:pt idx="67285">
                  <c:v>54.99</c:v>
                </c:pt>
                <c:pt idx="67286">
                  <c:v>54.99</c:v>
                </c:pt>
                <c:pt idx="67287">
                  <c:v>204.95</c:v>
                </c:pt>
                <c:pt idx="67288">
                  <c:v>110.97</c:v>
                </c:pt>
                <c:pt idx="67289">
                  <c:v>76.489999999999995</c:v>
                </c:pt>
                <c:pt idx="67290">
                  <c:v>119.97</c:v>
                </c:pt>
                <c:pt idx="67291">
                  <c:v>124.96</c:v>
                </c:pt>
                <c:pt idx="67292">
                  <c:v>252.93</c:v>
                </c:pt>
                <c:pt idx="67293">
                  <c:v>224.94</c:v>
                </c:pt>
                <c:pt idx="67294">
                  <c:v>111.96</c:v>
                </c:pt>
                <c:pt idx="67295">
                  <c:v>196.95</c:v>
                </c:pt>
                <c:pt idx="67296">
                  <c:v>224.94</c:v>
                </c:pt>
                <c:pt idx="67297">
                  <c:v>137.96</c:v>
                </c:pt>
                <c:pt idx="67298">
                  <c:v>111.96</c:v>
                </c:pt>
                <c:pt idx="67299">
                  <c:v>111.96</c:v>
                </c:pt>
                <c:pt idx="67300">
                  <c:v>224.94</c:v>
                </c:pt>
                <c:pt idx="67301">
                  <c:v>136.74</c:v>
                </c:pt>
                <c:pt idx="67302">
                  <c:v>136.74</c:v>
                </c:pt>
                <c:pt idx="67303">
                  <c:v>129.53</c:v>
                </c:pt>
                <c:pt idx="67304">
                  <c:v>179.9</c:v>
                </c:pt>
                <c:pt idx="67305">
                  <c:v>129.53</c:v>
                </c:pt>
                <c:pt idx="67306">
                  <c:v>135.91999999999999</c:v>
                </c:pt>
                <c:pt idx="67307">
                  <c:v>135.91999999999999</c:v>
                </c:pt>
                <c:pt idx="67308">
                  <c:v>179.9</c:v>
                </c:pt>
                <c:pt idx="67309">
                  <c:v>143.91999999999999</c:v>
                </c:pt>
                <c:pt idx="67310">
                  <c:v>143.91999999999999</c:v>
                </c:pt>
                <c:pt idx="67311">
                  <c:v>143.91999999999999</c:v>
                </c:pt>
                <c:pt idx="67312">
                  <c:v>103.94</c:v>
                </c:pt>
                <c:pt idx="67313">
                  <c:v>103.94</c:v>
                </c:pt>
                <c:pt idx="67314">
                  <c:v>143.91999999999999</c:v>
                </c:pt>
                <c:pt idx="67315">
                  <c:v>143.91999999999999</c:v>
                </c:pt>
                <c:pt idx="67316">
                  <c:v>143.91999999999999</c:v>
                </c:pt>
                <c:pt idx="67317">
                  <c:v>125.93</c:v>
                </c:pt>
                <c:pt idx="67318">
                  <c:v>189.9</c:v>
                </c:pt>
                <c:pt idx="67319">
                  <c:v>189.9</c:v>
                </c:pt>
                <c:pt idx="67320">
                  <c:v>143.91999999999999</c:v>
                </c:pt>
                <c:pt idx="67321">
                  <c:v>143.91999999999999</c:v>
                </c:pt>
                <c:pt idx="67322">
                  <c:v>125.93</c:v>
                </c:pt>
                <c:pt idx="67323">
                  <c:v>143.91999999999999</c:v>
                </c:pt>
                <c:pt idx="67324">
                  <c:v>143.91999999999999</c:v>
                </c:pt>
                <c:pt idx="67325">
                  <c:v>396.05</c:v>
                </c:pt>
                <c:pt idx="67326">
                  <c:v>399.24</c:v>
                </c:pt>
                <c:pt idx="67327">
                  <c:v>289.14</c:v>
                </c:pt>
                <c:pt idx="67328">
                  <c:v>391.25</c:v>
                </c:pt>
                <c:pt idx="67329">
                  <c:v>254.97</c:v>
                </c:pt>
                <c:pt idx="67330">
                  <c:v>265.94</c:v>
                </c:pt>
                <c:pt idx="67331">
                  <c:v>246.45</c:v>
                </c:pt>
                <c:pt idx="67332">
                  <c:v>224.94</c:v>
                </c:pt>
                <c:pt idx="67333">
                  <c:v>209.44</c:v>
                </c:pt>
                <c:pt idx="67334">
                  <c:v>130.19999999999999</c:v>
                </c:pt>
                <c:pt idx="67335">
                  <c:v>129.96</c:v>
                </c:pt>
                <c:pt idx="67336">
                  <c:v>94.96</c:v>
                </c:pt>
                <c:pt idx="67337">
                  <c:v>109.96</c:v>
                </c:pt>
                <c:pt idx="67338">
                  <c:v>109.96</c:v>
                </c:pt>
                <c:pt idx="67339">
                  <c:v>92.45</c:v>
                </c:pt>
                <c:pt idx="67340">
                  <c:v>167.45</c:v>
                </c:pt>
                <c:pt idx="67341">
                  <c:v>91.08</c:v>
                </c:pt>
                <c:pt idx="67342">
                  <c:v>199.47</c:v>
                </c:pt>
                <c:pt idx="67343">
                  <c:v>197.97</c:v>
                </c:pt>
                <c:pt idx="67344">
                  <c:v>131.97999999999999</c:v>
                </c:pt>
                <c:pt idx="67345">
                  <c:v>181.97</c:v>
                </c:pt>
                <c:pt idx="67346">
                  <c:v>131.97999999999999</c:v>
                </c:pt>
                <c:pt idx="67347">
                  <c:v>200.97</c:v>
                </c:pt>
                <c:pt idx="67348">
                  <c:v>176.95</c:v>
                </c:pt>
                <c:pt idx="67349">
                  <c:v>194.96</c:v>
                </c:pt>
                <c:pt idx="67350">
                  <c:v>131.97999999999999</c:v>
                </c:pt>
                <c:pt idx="67351">
                  <c:v>169.96</c:v>
                </c:pt>
                <c:pt idx="67352">
                  <c:v>98.98</c:v>
                </c:pt>
                <c:pt idx="67353">
                  <c:v>99.98</c:v>
                </c:pt>
                <c:pt idx="67354">
                  <c:v>65.98</c:v>
                </c:pt>
                <c:pt idx="67355">
                  <c:v>59.39</c:v>
                </c:pt>
                <c:pt idx="67356">
                  <c:v>95.67</c:v>
                </c:pt>
                <c:pt idx="67357">
                  <c:v>65.989999999999995</c:v>
                </c:pt>
                <c:pt idx="67358">
                  <c:v>99.98</c:v>
                </c:pt>
                <c:pt idx="67359">
                  <c:v>99.98</c:v>
                </c:pt>
                <c:pt idx="67360">
                  <c:v>79.849999999999994</c:v>
                </c:pt>
                <c:pt idx="67361">
                  <c:v>195.97</c:v>
                </c:pt>
                <c:pt idx="67362">
                  <c:v>116.12</c:v>
                </c:pt>
                <c:pt idx="67363">
                  <c:v>79.849999999999994</c:v>
                </c:pt>
                <c:pt idx="67364">
                  <c:v>159.69999999999999</c:v>
                </c:pt>
                <c:pt idx="67365">
                  <c:v>67.84</c:v>
                </c:pt>
                <c:pt idx="67366">
                  <c:v>79.849999999999994</c:v>
                </c:pt>
                <c:pt idx="67367">
                  <c:v>79.849999999999994</c:v>
                </c:pt>
                <c:pt idx="67368">
                  <c:v>120.98</c:v>
                </c:pt>
                <c:pt idx="67369">
                  <c:v>107.96</c:v>
                </c:pt>
                <c:pt idx="67370">
                  <c:v>114.48</c:v>
                </c:pt>
                <c:pt idx="67371">
                  <c:v>89.97</c:v>
                </c:pt>
                <c:pt idx="67372">
                  <c:v>89.97</c:v>
                </c:pt>
                <c:pt idx="67373">
                  <c:v>89.97</c:v>
                </c:pt>
                <c:pt idx="67374">
                  <c:v>119.96</c:v>
                </c:pt>
                <c:pt idx="67375">
                  <c:v>107.96</c:v>
                </c:pt>
                <c:pt idx="67376">
                  <c:v>144.94999999999999</c:v>
                </c:pt>
                <c:pt idx="67377">
                  <c:v>114.48</c:v>
                </c:pt>
                <c:pt idx="67378">
                  <c:v>144.94999999999999</c:v>
                </c:pt>
                <c:pt idx="67379">
                  <c:v>149.94999999999999</c:v>
                </c:pt>
                <c:pt idx="67380">
                  <c:v>109.96</c:v>
                </c:pt>
                <c:pt idx="67381">
                  <c:v>109.96</c:v>
                </c:pt>
                <c:pt idx="67382">
                  <c:v>89.97</c:v>
                </c:pt>
                <c:pt idx="67383">
                  <c:v>89.97</c:v>
                </c:pt>
                <c:pt idx="67384">
                  <c:v>119.96</c:v>
                </c:pt>
                <c:pt idx="67385">
                  <c:v>109.96</c:v>
                </c:pt>
                <c:pt idx="67386">
                  <c:v>31.28</c:v>
                </c:pt>
                <c:pt idx="67387">
                  <c:v>31.28</c:v>
                </c:pt>
                <c:pt idx="67388">
                  <c:v>109.96</c:v>
                </c:pt>
                <c:pt idx="67389">
                  <c:v>89.97</c:v>
                </c:pt>
                <c:pt idx="67390">
                  <c:v>149.94999999999999</c:v>
                </c:pt>
                <c:pt idx="67391">
                  <c:v>87.98</c:v>
                </c:pt>
                <c:pt idx="67392">
                  <c:v>137.97999999999999</c:v>
                </c:pt>
                <c:pt idx="67393">
                  <c:v>102.86</c:v>
                </c:pt>
                <c:pt idx="67394">
                  <c:v>78.98</c:v>
                </c:pt>
                <c:pt idx="67395">
                  <c:v>160.96</c:v>
                </c:pt>
                <c:pt idx="67396">
                  <c:v>99.98</c:v>
                </c:pt>
                <c:pt idx="67397">
                  <c:v>89.98</c:v>
                </c:pt>
                <c:pt idx="67398">
                  <c:v>131.97999999999999</c:v>
                </c:pt>
                <c:pt idx="67399">
                  <c:v>118.97</c:v>
                </c:pt>
                <c:pt idx="67400">
                  <c:v>188.97</c:v>
                </c:pt>
                <c:pt idx="67401">
                  <c:v>131.97999999999999</c:v>
                </c:pt>
                <c:pt idx="67402">
                  <c:v>80.069999999999993</c:v>
                </c:pt>
                <c:pt idx="67403">
                  <c:v>84.99</c:v>
                </c:pt>
                <c:pt idx="67404">
                  <c:v>79.02</c:v>
                </c:pt>
                <c:pt idx="67405">
                  <c:v>139.97</c:v>
                </c:pt>
                <c:pt idx="67406">
                  <c:v>84.99</c:v>
                </c:pt>
                <c:pt idx="67407">
                  <c:v>72.239999999999995</c:v>
                </c:pt>
                <c:pt idx="67408">
                  <c:v>134.97999999999999</c:v>
                </c:pt>
                <c:pt idx="67409">
                  <c:v>84.99</c:v>
                </c:pt>
                <c:pt idx="67410">
                  <c:v>84.99</c:v>
                </c:pt>
                <c:pt idx="67411">
                  <c:v>121.48</c:v>
                </c:pt>
                <c:pt idx="67412">
                  <c:v>121.48</c:v>
                </c:pt>
                <c:pt idx="67413">
                  <c:v>65.989999999999995</c:v>
                </c:pt>
                <c:pt idx="67414">
                  <c:v>29.98</c:v>
                </c:pt>
                <c:pt idx="67415">
                  <c:v>134.97999999999999</c:v>
                </c:pt>
                <c:pt idx="67416">
                  <c:v>134.97999999999999</c:v>
                </c:pt>
                <c:pt idx="67417">
                  <c:v>114.73</c:v>
                </c:pt>
                <c:pt idx="67418">
                  <c:v>127.47</c:v>
                </c:pt>
                <c:pt idx="67419">
                  <c:v>149.97</c:v>
                </c:pt>
                <c:pt idx="67420">
                  <c:v>84.99</c:v>
                </c:pt>
                <c:pt idx="67421">
                  <c:v>41.29</c:v>
                </c:pt>
                <c:pt idx="67422">
                  <c:v>84.98</c:v>
                </c:pt>
                <c:pt idx="67423">
                  <c:v>108.97</c:v>
                </c:pt>
                <c:pt idx="67424">
                  <c:v>189.97</c:v>
                </c:pt>
                <c:pt idx="67425">
                  <c:v>134.97999999999999</c:v>
                </c:pt>
                <c:pt idx="67426">
                  <c:v>84.99</c:v>
                </c:pt>
                <c:pt idx="67427">
                  <c:v>153.97999999999999</c:v>
                </c:pt>
                <c:pt idx="67428">
                  <c:v>189.97</c:v>
                </c:pt>
                <c:pt idx="67429">
                  <c:v>169.98</c:v>
                </c:pt>
                <c:pt idx="67430">
                  <c:v>169.98</c:v>
                </c:pt>
                <c:pt idx="67431">
                  <c:v>53.98</c:v>
                </c:pt>
                <c:pt idx="67432">
                  <c:v>59.98</c:v>
                </c:pt>
                <c:pt idx="67433">
                  <c:v>57.98</c:v>
                </c:pt>
                <c:pt idx="67434">
                  <c:v>53.98</c:v>
                </c:pt>
                <c:pt idx="67435">
                  <c:v>53.98</c:v>
                </c:pt>
                <c:pt idx="67436">
                  <c:v>53.43</c:v>
                </c:pt>
                <c:pt idx="67437">
                  <c:v>59.98</c:v>
                </c:pt>
                <c:pt idx="67438">
                  <c:v>56.76</c:v>
                </c:pt>
                <c:pt idx="67439">
                  <c:v>59.98</c:v>
                </c:pt>
                <c:pt idx="67440">
                  <c:v>53.98</c:v>
                </c:pt>
                <c:pt idx="67441">
                  <c:v>59.98</c:v>
                </c:pt>
                <c:pt idx="67442">
                  <c:v>57.27</c:v>
                </c:pt>
                <c:pt idx="67443">
                  <c:v>50.76</c:v>
                </c:pt>
                <c:pt idx="67444">
                  <c:v>54.98</c:v>
                </c:pt>
                <c:pt idx="67445">
                  <c:v>52.98</c:v>
                </c:pt>
                <c:pt idx="67446">
                  <c:v>74.97</c:v>
                </c:pt>
                <c:pt idx="67447">
                  <c:v>59.98</c:v>
                </c:pt>
                <c:pt idx="67448">
                  <c:v>52.98</c:v>
                </c:pt>
                <c:pt idx="67449">
                  <c:v>59.98</c:v>
                </c:pt>
                <c:pt idx="67450">
                  <c:v>65.98</c:v>
                </c:pt>
                <c:pt idx="67451">
                  <c:v>52.78</c:v>
                </c:pt>
                <c:pt idx="67452">
                  <c:v>57.98</c:v>
                </c:pt>
                <c:pt idx="67453">
                  <c:v>48.58</c:v>
                </c:pt>
                <c:pt idx="67454">
                  <c:v>124.59</c:v>
                </c:pt>
                <c:pt idx="67455">
                  <c:v>94.84</c:v>
                </c:pt>
                <c:pt idx="67456">
                  <c:v>159.69999999999999</c:v>
                </c:pt>
                <c:pt idx="67457">
                  <c:v>139.97999999999999</c:v>
                </c:pt>
                <c:pt idx="67458">
                  <c:v>71.86</c:v>
                </c:pt>
                <c:pt idx="67459">
                  <c:v>45.94</c:v>
                </c:pt>
                <c:pt idx="67460">
                  <c:v>159.69999999999999</c:v>
                </c:pt>
                <c:pt idx="67461">
                  <c:v>99.98</c:v>
                </c:pt>
                <c:pt idx="67462">
                  <c:v>148.08000000000001</c:v>
                </c:pt>
                <c:pt idx="67463">
                  <c:v>143.96</c:v>
                </c:pt>
                <c:pt idx="67464">
                  <c:v>138.94999999999999</c:v>
                </c:pt>
                <c:pt idx="67465">
                  <c:v>159.96</c:v>
                </c:pt>
                <c:pt idx="67466">
                  <c:v>159.94</c:v>
                </c:pt>
                <c:pt idx="67467">
                  <c:v>136.58000000000001</c:v>
                </c:pt>
                <c:pt idx="67468">
                  <c:v>84.99</c:v>
                </c:pt>
                <c:pt idx="67469">
                  <c:v>208.95</c:v>
                </c:pt>
                <c:pt idx="67470">
                  <c:v>23.98</c:v>
                </c:pt>
                <c:pt idx="67471">
                  <c:v>84.99</c:v>
                </c:pt>
                <c:pt idx="67472">
                  <c:v>41.49</c:v>
                </c:pt>
                <c:pt idx="67473">
                  <c:v>104.98</c:v>
                </c:pt>
                <c:pt idx="67474">
                  <c:v>193.96</c:v>
                </c:pt>
                <c:pt idx="67475">
                  <c:v>169.98</c:v>
                </c:pt>
                <c:pt idx="67476">
                  <c:v>201.96</c:v>
                </c:pt>
                <c:pt idx="67477">
                  <c:v>108.97</c:v>
                </c:pt>
                <c:pt idx="67478">
                  <c:v>84.99</c:v>
                </c:pt>
                <c:pt idx="67479">
                  <c:v>59.39</c:v>
                </c:pt>
                <c:pt idx="67480">
                  <c:v>65.989999999999995</c:v>
                </c:pt>
                <c:pt idx="67481">
                  <c:v>65.989999999999995</c:v>
                </c:pt>
                <c:pt idx="67482">
                  <c:v>84.99</c:v>
                </c:pt>
                <c:pt idx="67483">
                  <c:v>65.989999999999995</c:v>
                </c:pt>
                <c:pt idx="67484">
                  <c:v>72.239999999999995</c:v>
                </c:pt>
                <c:pt idx="67485">
                  <c:v>65.989999999999995</c:v>
                </c:pt>
                <c:pt idx="67486">
                  <c:v>65.989999999999995</c:v>
                </c:pt>
                <c:pt idx="67487">
                  <c:v>84.99</c:v>
                </c:pt>
                <c:pt idx="67488">
                  <c:v>84.99</c:v>
                </c:pt>
                <c:pt idx="67489">
                  <c:v>84.99</c:v>
                </c:pt>
                <c:pt idx="67490">
                  <c:v>59.39</c:v>
                </c:pt>
                <c:pt idx="67491">
                  <c:v>65.989999999999995</c:v>
                </c:pt>
                <c:pt idx="67492">
                  <c:v>51.49</c:v>
                </c:pt>
                <c:pt idx="67493">
                  <c:v>104.98</c:v>
                </c:pt>
                <c:pt idx="67494">
                  <c:v>69.98</c:v>
                </c:pt>
                <c:pt idx="67495">
                  <c:v>69.98</c:v>
                </c:pt>
                <c:pt idx="67496">
                  <c:v>92.83</c:v>
                </c:pt>
                <c:pt idx="67497">
                  <c:v>104.98</c:v>
                </c:pt>
                <c:pt idx="67498">
                  <c:v>104.98</c:v>
                </c:pt>
                <c:pt idx="67499">
                  <c:v>51.49</c:v>
                </c:pt>
                <c:pt idx="67500">
                  <c:v>42.24</c:v>
                </c:pt>
                <c:pt idx="67501">
                  <c:v>104.98</c:v>
                </c:pt>
                <c:pt idx="67502">
                  <c:v>104.98</c:v>
                </c:pt>
                <c:pt idx="67503">
                  <c:v>69.98</c:v>
                </c:pt>
                <c:pt idx="67504">
                  <c:v>89.98</c:v>
                </c:pt>
                <c:pt idx="67505">
                  <c:v>104.98</c:v>
                </c:pt>
                <c:pt idx="67506">
                  <c:v>104.98</c:v>
                </c:pt>
                <c:pt idx="67507">
                  <c:v>107.45</c:v>
                </c:pt>
                <c:pt idx="67508">
                  <c:v>93.67</c:v>
                </c:pt>
                <c:pt idx="67509">
                  <c:v>107.45</c:v>
                </c:pt>
                <c:pt idx="67510">
                  <c:v>107.45</c:v>
                </c:pt>
                <c:pt idx="67511">
                  <c:v>128.94</c:v>
                </c:pt>
                <c:pt idx="67512">
                  <c:v>107.45</c:v>
                </c:pt>
                <c:pt idx="67513">
                  <c:v>107.45</c:v>
                </c:pt>
                <c:pt idx="67514">
                  <c:v>107.45</c:v>
                </c:pt>
                <c:pt idx="67515">
                  <c:v>46.28</c:v>
                </c:pt>
                <c:pt idx="67516">
                  <c:v>107.45</c:v>
                </c:pt>
                <c:pt idx="67517">
                  <c:v>128.94</c:v>
                </c:pt>
                <c:pt idx="67518">
                  <c:v>107.45</c:v>
                </c:pt>
                <c:pt idx="67519">
                  <c:v>69.989999999999995</c:v>
                </c:pt>
                <c:pt idx="67520">
                  <c:v>96.76</c:v>
                </c:pt>
                <c:pt idx="67521">
                  <c:v>87.08</c:v>
                </c:pt>
                <c:pt idx="67522">
                  <c:v>72.56</c:v>
                </c:pt>
                <c:pt idx="67523">
                  <c:v>105.98</c:v>
                </c:pt>
                <c:pt idx="67524">
                  <c:v>105.98</c:v>
                </c:pt>
                <c:pt idx="67525">
                  <c:v>105.98</c:v>
                </c:pt>
                <c:pt idx="67526">
                  <c:v>105.98</c:v>
                </c:pt>
                <c:pt idx="67527">
                  <c:v>105.98</c:v>
                </c:pt>
                <c:pt idx="67528">
                  <c:v>74.97</c:v>
                </c:pt>
                <c:pt idx="67529">
                  <c:v>74.97</c:v>
                </c:pt>
                <c:pt idx="67530">
                  <c:v>53.7</c:v>
                </c:pt>
                <c:pt idx="67531">
                  <c:v>105.98</c:v>
                </c:pt>
                <c:pt idx="67532">
                  <c:v>53.7</c:v>
                </c:pt>
                <c:pt idx="67533">
                  <c:v>105.98</c:v>
                </c:pt>
                <c:pt idx="67534">
                  <c:v>105.98</c:v>
                </c:pt>
                <c:pt idx="67535">
                  <c:v>105.98</c:v>
                </c:pt>
                <c:pt idx="67536">
                  <c:v>105.98</c:v>
                </c:pt>
                <c:pt idx="67537">
                  <c:v>105.98</c:v>
                </c:pt>
                <c:pt idx="67538">
                  <c:v>105.98</c:v>
                </c:pt>
                <c:pt idx="67539">
                  <c:v>90.08</c:v>
                </c:pt>
                <c:pt idx="67540">
                  <c:v>79.98</c:v>
                </c:pt>
                <c:pt idx="67541">
                  <c:v>101.98</c:v>
                </c:pt>
                <c:pt idx="67542">
                  <c:v>79.98</c:v>
                </c:pt>
                <c:pt idx="67543">
                  <c:v>105.98</c:v>
                </c:pt>
                <c:pt idx="67544">
                  <c:v>105.98</c:v>
                </c:pt>
                <c:pt idx="67545">
                  <c:v>105.98</c:v>
                </c:pt>
                <c:pt idx="67546">
                  <c:v>90.08</c:v>
                </c:pt>
                <c:pt idx="67547">
                  <c:v>105.98</c:v>
                </c:pt>
                <c:pt idx="67548">
                  <c:v>105.98</c:v>
                </c:pt>
                <c:pt idx="67549">
                  <c:v>105.98</c:v>
                </c:pt>
                <c:pt idx="67550">
                  <c:v>105.98</c:v>
                </c:pt>
                <c:pt idx="67551">
                  <c:v>105.98</c:v>
                </c:pt>
                <c:pt idx="67552">
                  <c:v>101.98</c:v>
                </c:pt>
                <c:pt idx="67553">
                  <c:v>169.98</c:v>
                </c:pt>
                <c:pt idx="67554">
                  <c:v>65.989999999999995</c:v>
                </c:pt>
                <c:pt idx="67555">
                  <c:v>169.98</c:v>
                </c:pt>
                <c:pt idx="67556">
                  <c:v>169.98</c:v>
                </c:pt>
                <c:pt idx="67557">
                  <c:v>131.97999999999999</c:v>
                </c:pt>
                <c:pt idx="67558">
                  <c:v>169.98</c:v>
                </c:pt>
                <c:pt idx="67559">
                  <c:v>169.98</c:v>
                </c:pt>
                <c:pt idx="67560">
                  <c:v>169.98</c:v>
                </c:pt>
                <c:pt idx="67561">
                  <c:v>169.98</c:v>
                </c:pt>
                <c:pt idx="67562">
                  <c:v>134.94</c:v>
                </c:pt>
                <c:pt idx="67563">
                  <c:v>169.98</c:v>
                </c:pt>
                <c:pt idx="67564">
                  <c:v>169.98</c:v>
                </c:pt>
                <c:pt idx="67565">
                  <c:v>99.98</c:v>
                </c:pt>
                <c:pt idx="67566">
                  <c:v>101.94</c:v>
                </c:pt>
                <c:pt idx="67567">
                  <c:v>115.94</c:v>
                </c:pt>
                <c:pt idx="67568">
                  <c:v>169.98</c:v>
                </c:pt>
                <c:pt idx="67569">
                  <c:v>144.94</c:v>
                </c:pt>
                <c:pt idx="67570">
                  <c:v>169.98</c:v>
                </c:pt>
                <c:pt idx="67571">
                  <c:v>119.96</c:v>
                </c:pt>
                <c:pt idx="67572">
                  <c:v>85.97</c:v>
                </c:pt>
                <c:pt idx="67573">
                  <c:v>65.989999999999995</c:v>
                </c:pt>
                <c:pt idx="67574">
                  <c:v>39.49</c:v>
                </c:pt>
                <c:pt idx="67575">
                  <c:v>61.97</c:v>
                </c:pt>
                <c:pt idx="67576">
                  <c:v>83.97</c:v>
                </c:pt>
                <c:pt idx="67577">
                  <c:v>65.989999999999995</c:v>
                </c:pt>
                <c:pt idx="67578">
                  <c:v>65.989999999999995</c:v>
                </c:pt>
                <c:pt idx="67579">
                  <c:v>65.989999999999995</c:v>
                </c:pt>
                <c:pt idx="67580">
                  <c:v>147.86000000000001</c:v>
                </c:pt>
                <c:pt idx="67581">
                  <c:v>157.86000000000001</c:v>
                </c:pt>
                <c:pt idx="67582">
                  <c:v>121.98</c:v>
                </c:pt>
                <c:pt idx="67583">
                  <c:v>85.67</c:v>
                </c:pt>
                <c:pt idx="67584">
                  <c:v>131.97999999999999</c:v>
                </c:pt>
                <c:pt idx="67585">
                  <c:v>131.97999999999999</c:v>
                </c:pt>
                <c:pt idx="67586">
                  <c:v>89.98</c:v>
                </c:pt>
                <c:pt idx="67587">
                  <c:v>84.99</c:v>
                </c:pt>
                <c:pt idx="67588">
                  <c:v>90.08</c:v>
                </c:pt>
                <c:pt idx="67589">
                  <c:v>104.97</c:v>
                </c:pt>
                <c:pt idx="67590">
                  <c:v>211.95</c:v>
                </c:pt>
                <c:pt idx="67591">
                  <c:v>139.97</c:v>
                </c:pt>
                <c:pt idx="67592">
                  <c:v>101.48</c:v>
                </c:pt>
                <c:pt idx="67593">
                  <c:v>169.98</c:v>
                </c:pt>
                <c:pt idx="67594">
                  <c:v>84.99</c:v>
                </c:pt>
                <c:pt idx="67595">
                  <c:v>71.38</c:v>
                </c:pt>
                <c:pt idx="67596">
                  <c:v>142.97</c:v>
                </c:pt>
                <c:pt idx="67597">
                  <c:v>74.62</c:v>
                </c:pt>
                <c:pt idx="67598">
                  <c:v>189.97</c:v>
                </c:pt>
                <c:pt idx="67599">
                  <c:v>148.97999999999999</c:v>
                </c:pt>
                <c:pt idx="67600">
                  <c:v>188.36</c:v>
                </c:pt>
                <c:pt idx="67601">
                  <c:v>169.98</c:v>
                </c:pt>
                <c:pt idx="67602">
                  <c:v>156.16999999999999</c:v>
                </c:pt>
                <c:pt idx="67603">
                  <c:v>263.60000000000002</c:v>
                </c:pt>
                <c:pt idx="67604">
                  <c:v>142.97999999999999</c:v>
                </c:pt>
                <c:pt idx="67605">
                  <c:v>157.97</c:v>
                </c:pt>
                <c:pt idx="67606">
                  <c:v>56.45</c:v>
                </c:pt>
                <c:pt idx="67607">
                  <c:v>93.98</c:v>
                </c:pt>
                <c:pt idx="67608">
                  <c:v>89.98</c:v>
                </c:pt>
                <c:pt idx="67609">
                  <c:v>169.98</c:v>
                </c:pt>
                <c:pt idx="67610">
                  <c:v>84.99</c:v>
                </c:pt>
                <c:pt idx="67611">
                  <c:v>99.98</c:v>
                </c:pt>
                <c:pt idx="67612">
                  <c:v>169.98</c:v>
                </c:pt>
                <c:pt idx="67613">
                  <c:v>99.98</c:v>
                </c:pt>
                <c:pt idx="67614">
                  <c:v>51.29</c:v>
                </c:pt>
                <c:pt idx="67615">
                  <c:v>84.98</c:v>
                </c:pt>
                <c:pt idx="67616">
                  <c:v>99.98</c:v>
                </c:pt>
                <c:pt idx="67617">
                  <c:v>161.94</c:v>
                </c:pt>
                <c:pt idx="67618">
                  <c:v>153.94999999999999</c:v>
                </c:pt>
                <c:pt idx="67619">
                  <c:v>52.97</c:v>
                </c:pt>
                <c:pt idx="67620">
                  <c:v>65.989999999999995</c:v>
                </c:pt>
                <c:pt idx="67621">
                  <c:v>65.959999999999994</c:v>
                </c:pt>
                <c:pt idx="67622">
                  <c:v>89.98</c:v>
                </c:pt>
                <c:pt idx="67623">
                  <c:v>85.98</c:v>
                </c:pt>
                <c:pt idx="67624">
                  <c:v>55.97</c:v>
                </c:pt>
                <c:pt idx="67625">
                  <c:v>70.86</c:v>
                </c:pt>
                <c:pt idx="67626">
                  <c:v>59.36</c:v>
                </c:pt>
                <c:pt idx="67627">
                  <c:v>73.540000000000006</c:v>
                </c:pt>
                <c:pt idx="67628">
                  <c:v>-100.97</c:v>
                </c:pt>
                <c:pt idx="67629">
                  <c:v>77.94</c:v>
                </c:pt>
                <c:pt idx="67630">
                  <c:v>173.46</c:v>
                </c:pt>
                <c:pt idx="67631">
                  <c:v>145.47</c:v>
                </c:pt>
                <c:pt idx="67632">
                  <c:v>181.95</c:v>
                </c:pt>
                <c:pt idx="67633">
                  <c:v>43.48</c:v>
                </c:pt>
                <c:pt idx="67634">
                  <c:v>103.92</c:v>
                </c:pt>
                <c:pt idx="67635">
                  <c:v>144.94999999999999</c:v>
                </c:pt>
                <c:pt idx="67636">
                  <c:v>100.97</c:v>
                </c:pt>
                <c:pt idx="67637">
                  <c:v>153.97999999999999</c:v>
                </c:pt>
                <c:pt idx="67638">
                  <c:v>122.91</c:v>
                </c:pt>
                <c:pt idx="67639">
                  <c:v>116.97</c:v>
                </c:pt>
                <c:pt idx="67640">
                  <c:v>127.46</c:v>
                </c:pt>
                <c:pt idx="67641">
                  <c:v>64.95</c:v>
                </c:pt>
                <c:pt idx="67642">
                  <c:v>74.400000000000006</c:v>
                </c:pt>
                <c:pt idx="67643">
                  <c:v>126.18</c:v>
                </c:pt>
                <c:pt idx="67644">
                  <c:v>72.58</c:v>
                </c:pt>
                <c:pt idx="67645">
                  <c:v>128.24</c:v>
                </c:pt>
                <c:pt idx="67646">
                  <c:v>67.739999999999995</c:v>
                </c:pt>
                <c:pt idx="67647">
                  <c:v>66.53</c:v>
                </c:pt>
                <c:pt idx="67648">
                  <c:v>73.8</c:v>
                </c:pt>
                <c:pt idx="67649">
                  <c:v>65.319999999999993</c:v>
                </c:pt>
                <c:pt idx="67650">
                  <c:v>72.58</c:v>
                </c:pt>
                <c:pt idx="67651">
                  <c:v>123.01</c:v>
                </c:pt>
                <c:pt idx="67652">
                  <c:v>110.07</c:v>
                </c:pt>
                <c:pt idx="67653">
                  <c:v>76.209999999999994</c:v>
                </c:pt>
                <c:pt idx="67654">
                  <c:v>105.58</c:v>
                </c:pt>
                <c:pt idx="67655">
                  <c:v>55.62</c:v>
                </c:pt>
                <c:pt idx="67656">
                  <c:v>72.58</c:v>
                </c:pt>
                <c:pt idx="67657">
                  <c:v>62.88</c:v>
                </c:pt>
                <c:pt idx="67658">
                  <c:v>66.53</c:v>
                </c:pt>
                <c:pt idx="67659">
                  <c:v>72.58</c:v>
                </c:pt>
                <c:pt idx="67660">
                  <c:v>108.8</c:v>
                </c:pt>
                <c:pt idx="67661">
                  <c:v>72.58</c:v>
                </c:pt>
                <c:pt idx="67662">
                  <c:v>89.97</c:v>
                </c:pt>
                <c:pt idx="67663">
                  <c:v>73.37</c:v>
                </c:pt>
                <c:pt idx="67664">
                  <c:v>61.98</c:v>
                </c:pt>
                <c:pt idx="67665">
                  <c:v>89.97</c:v>
                </c:pt>
                <c:pt idx="67666">
                  <c:v>119.96</c:v>
                </c:pt>
                <c:pt idx="67667">
                  <c:v>79.98</c:v>
                </c:pt>
                <c:pt idx="67668">
                  <c:v>73.37</c:v>
                </c:pt>
                <c:pt idx="67669">
                  <c:v>79.16</c:v>
                </c:pt>
                <c:pt idx="67670">
                  <c:v>74.97</c:v>
                </c:pt>
                <c:pt idx="67671">
                  <c:v>89.97</c:v>
                </c:pt>
                <c:pt idx="67672">
                  <c:v>89.97</c:v>
                </c:pt>
                <c:pt idx="67673">
                  <c:v>82.96</c:v>
                </c:pt>
                <c:pt idx="67674">
                  <c:v>55.98</c:v>
                </c:pt>
                <c:pt idx="67675">
                  <c:v>58.98</c:v>
                </c:pt>
                <c:pt idx="67676">
                  <c:v>89.97</c:v>
                </c:pt>
                <c:pt idx="67677">
                  <c:v>82.97</c:v>
                </c:pt>
                <c:pt idx="67678">
                  <c:v>169.98</c:v>
                </c:pt>
                <c:pt idx="67679">
                  <c:v>99.95</c:v>
                </c:pt>
                <c:pt idx="67680">
                  <c:v>121.98</c:v>
                </c:pt>
                <c:pt idx="67681">
                  <c:v>159.32</c:v>
                </c:pt>
                <c:pt idx="67682">
                  <c:v>44.48</c:v>
                </c:pt>
                <c:pt idx="67683">
                  <c:v>159.91999999999999</c:v>
                </c:pt>
                <c:pt idx="67684">
                  <c:v>131.97999999999999</c:v>
                </c:pt>
                <c:pt idx="67685">
                  <c:v>121.97</c:v>
                </c:pt>
                <c:pt idx="67686">
                  <c:v>84.99</c:v>
                </c:pt>
                <c:pt idx="67687">
                  <c:v>84.99</c:v>
                </c:pt>
                <c:pt idx="67688">
                  <c:v>79.39</c:v>
                </c:pt>
                <c:pt idx="67689">
                  <c:v>84.99</c:v>
                </c:pt>
                <c:pt idx="67690">
                  <c:v>84.99</c:v>
                </c:pt>
                <c:pt idx="67691">
                  <c:v>84.99</c:v>
                </c:pt>
                <c:pt idx="67692">
                  <c:v>84.99</c:v>
                </c:pt>
                <c:pt idx="67693">
                  <c:v>84.99</c:v>
                </c:pt>
                <c:pt idx="67694">
                  <c:v>82.79</c:v>
                </c:pt>
                <c:pt idx="67695">
                  <c:v>84.99</c:v>
                </c:pt>
                <c:pt idx="67696">
                  <c:v>81.59</c:v>
                </c:pt>
                <c:pt idx="67697">
                  <c:v>84.99</c:v>
                </c:pt>
                <c:pt idx="67698">
                  <c:v>84.99</c:v>
                </c:pt>
                <c:pt idx="67699">
                  <c:v>50.54</c:v>
                </c:pt>
                <c:pt idx="67700">
                  <c:v>84.99</c:v>
                </c:pt>
                <c:pt idx="67701">
                  <c:v>131.97999999999999</c:v>
                </c:pt>
                <c:pt idx="67702">
                  <c:v>131.97999999999999</c:v>
                </c:pt>
                <c:pt idx="67703">
                  <c:v>131.97999999999999</c:v>
                </c:pt>
                <c:pt idx="67704">
                  <c:v>131.97999999999999</c:v>
                </c:pt>
                <c:pt idx="67705">
                  <c:v>121.12</c:v>
                </c:pt>
                <c:pt idx="67706">
                  <c:v>121.12</c:v>
                </c:pt>
                <c:pt idx="67707">
                  <c:v>220.94</c:v>
                </c:pt>
                <c:pt idx="67708">
                  <c:v>131.97999999999999</c:v>
                </c:pt>
                <c:pt idx="67709">
                  <c:v>189.94</c:v>
                </c:pt>
                <c:pt idx="67710">
                  <c:v>189.94</c:v>
                </c:pt>
                <c:pt idx="67711">
                  <c:v>220.94</c:v>
                </c:pt>
                <c:pt idx="67712">
                  <c:v>131.97999999999999</c:v>
                </c:pt>
                <c:pt idx="67713">
                  <c:v>131.97999999999999</c:v>
                </c:pt>
                <c:pt idx="67714">
                  <c:v>131.97999999999999</c:v>
                </c:pt>
                <c:pt idx="67715">
                  <c:v>184.91</c:v>
                </c:pt>
                <c:pt idx="67716">
                  <c:v>121.61</c:v>
                </c:pt>
                <c:pt idx="67717">
                  <c:v>79.98</c:v>
                </c:pt>
                <c:pt idx="67718">
                  <c:v>84.97</c:v>
                </c:pt>
                <c:pt idx="67719">
                  <c:v>89.98</c:v>
                </c:pt>
                <c:pt idx="67720">
                  <c:v>214.95</c:v>
                </c:pt>
                <c:pt idx="67721">
                  <c:v>194.92</c:v>
                </c:pt>
                <c:pt idx="67722">
                  <c:v>184.97</c:v>
                </c:pt>
                <c:pt idx="67723">
                  <c:v>94.97</c:v>
                </c:pt>
                <c:pt idx="67724">
                  <c:v>79.98</c:v>
                </c:pt>
                <c:pt idx="67725">
                  <c:v>79.98</c:v>
                </c:pt>
                <c:pt idx="67726">
                  <c:v>95.47</c:v>
                </c:pt>
                <c:pt idx="67727">
                  <c:v>59.98</c:v>
                </c:pt>
                <c:pt idx="67728">
                  <c:v>77.98</c:v>
                </c:pt>
                <c:pt idx="67729">
                  <c:v>55.98</c:v>
                </c:pt>
                <c:pt idx="67730">
                  <c:v>73.98</c:v>
                </c:pt>
                <c:pt idx="67731">
                  <c:v>78.78</c:v>
                </c:pt>
                <c:pt idx="67732">
                  <c:v>109.16</c:v>
                </c:pt>
                <c:pt idx="67733">
                  <c:v>64.28</c:v>
                </c:pt>
                <c:pt idx="67734">
                  <c:v>79.180000000000007</c:v>
                </c:pt>
                <c:pt idx="67735">
                  <c:v>79.180000000000007</c:v>
                </c:pt>
                <c:pt idx="67736">
                  <c:v>69.17</c:v>
                </c:pt>
                <c:pt idx="67737">
                  <c:v>79.959999999999994</c:v>
                </c:pt>
                <c:pt idx="67738">
                  <c:v>79.180000000000007</c:v>
                </c:pt>
                <c:pt idx="67739">
                  <c:v>93.1</c:v>
                </c:pt>
                <c:pt idx="67740">
                  <c:v>68.97</c:v>
                </c:pt>
                <c:pt idx="67741">
                  <c:v>73.98</c:v>
                </c:pt>
                <c:pt idx="67742">
                  <c:v>82.97</c:v>
                </c:pt>
                <c:pt idx="67743">
                  <c:v>91.96</c:v>
                </c:pt>
                <c:pt idx="67744">
                  <c:v>153.37</c:v>
                </c:pt>
                <c:pt idx="67745">
                  <c:v>61.98</c:v>
                </c:pt>
                <c:pt idx="67746">
                  <c:v>91.96</c:v>
                </c:pt>
                <c:pt idx="67747">
                  <c:v>141.94999999999999</c:v>
                </c:pt>
                <c:pt idx="67748">
                  <c:v>101.96</c:v>
                </c:pt>
                <c:pt idx="67749">
                  <c:v>75.98</c:v>
                </c:pt>
                <c:pt idx="67750">
                  <c:v>122.94</c:v>
                </c:pt>
                <c:pt idx="67751">
                  <c:v>110.98</c:v>
                </c:pt>
                <c:pt idx="67752">
                  <c:v>98.4</c:v>
                </c:pt>
                <c:pt idx="67753">
                  <c:v>131.97999999999999</c:v>
                </c:pt>
                <c:pt idx="67754">
                  <c:v>277.95</c:v>
                </c:pt>
                <c:pt idx="67755">
                  <c:v>65.959999999999994</c:v>
                </c:pt>
                <c:pt idx="67756">
                  <c:v>28.16</c:v>
                </c:pt>
                <c:pt idx="67757">
                  <c:v>65.989999999999995</c:v>
                </c:pt>
                <c:pt idx="67758">
                  <c:v>295.39999999999998</c:v>
                </c:pt>
                <c:pt idx="67759">
                  <c:v>224.96</c:v>
                </c:pt>
                <c:pt idx="67760">
                  <c:v>199.66</c:v>
                </c:pt>
                <c:pt idx="67761">
                  <c:v>98.93</c:v>
                </c:pt>
                <c:pt idx="67762">
                  <c:v>99.42</c:v>
                </c:pt>
                <c:pt idx="67763">
                  <c:v>74.97</c:v>
                </c:pt>
                <c:pt idx="67764">
                  <c:v>72.239999999999995</c:v>
                </c:pt>
                <c:pt idx="67765">
                  <c:v>58.97</c:v>
                </c:pt>
                <c:pt idx="67766">
                  <c:v>96.72</c:v>
                </c:pt>
                <c:pt idx="67767">
                  <c:v>69.98</c:v>
                </c:pt>
                <c:pt idx="67768">
                  <c:v>65.98</c:v>
                </c:pt>
                <c:pt idx="67769">
                  <c:v>115.8</c:v>
                </c:pt>
                <c:pt idx="67770">
                  <c:v>62.98</c:v>
                </c:pt>
                <c:pt idx="67771">
                  <c:v>62.79</c:v>
                </c:pt>
                <c:pt idx="67772">
                  <c:v>115.96</c:v>
                </c:pt>
                <c:pt idx="67773">
                  <c:v>99.36</c:v>
                </c:pt>
                <c:pt idx="67774">
                  <c:v>62.9</c:v>
                </c:pt>
                <c:pt idx="67775">
                  <c:v>108.86</c:v>
                </c:pt>
                <c:pt idx="67776">
                  <c:v>123.37</c:v>
                </c:pt>
                <c:pt idx="67777">
                  <c:v>118.54</c:v>
                </c:pt>
                <c:pt idx="67778">
                  <c:v>188.71</c:v>
                </c:pt>
                <c:pt idx="67779">
                  <c:v>123.37</c:v>
                </c:pt>
                <c:pt idx="67780">
                  <c:v>123.37</c:v>
                </c:pt>
                <c:pt idx="67781">
                  <c:v>110.07</c:v>
                </c:pt>
                <c:pt idx="67782">
                  <c:v>108.86</c:v>
                </c:pt>
                <c:pt idx="67783">
                  <c:v>-123.37</c:v>
                </c:pt>
                <c:pt idx="67784">
                  <c:v>79.849999999999994</c:v>
                </c:pt>
                <c:pt idx="67785">
                  <c:v>72.540000000000006</c:v>
                </c:pt>
                <c:pt idx="67786">
                  <c:v>111.04</c:v>
                </c:pt>
                <c:pt idx="67787">
                  <c:v>79.849999999999994</c:v>
                </c:pt>
                <c:pt idx="67788">
                  <c:v>84.99</c:v>
                </c:pt>
                <c:pt idx="67789">
                  <c:v>84.99</c:v>
                </c:pt>
                <c:pt idx="67790">
                  <c:v>84.99</c:v>
                </c:pt>
                <c:pt idx="67791">
                  <c:v>84.99</c:v>
                </c:pt>
                <c:pt idx="67792">
                  <c:v>189.96</c:v>
                </c:pt>
                <c:pt idx="67793">
                  <c:v>84.99</c:v>
                </c:pt>
                <c:pt idx="67794">
                  <c:v>99.98</c:v>
                </c:pt>
                <c:pt idx="67795">
                  <c:v>84.99</c:v>
                </c:pt>
                <c:pt idx="67796">
                  <c:v>83.98</c:v>
                </c:pt>
                <c:pt idx="67797">
                  <c:v>84.99</c:v>
                </c:pt>
                <c:pt idx="67798">
                  <c:v>84.99</c:v>
                </c:pt>
                <c:pt idx="67799">
                  <c:v>84.99</c:v>
                </c:pt>
                <c:pt idx="67800">
                  <c:v>159.94999999999999</c:v>
                </c:pt>
                <c:pt idx="67801">
                  <c:v>94.97</c:v>
                </c:pt>
                <c:pt idx="67802">
                  <c:v>159.94999999999999</c:v>
                </c:pt>
                <c:pt idx="67803">
                  <c:v>109.17</c:v>
                </c:pt>
                <c:pt idx="67804">
                  <c:v>105.98</c:v>
                </c:pt>
                <c:pt idx="67805">
                  <c:v>131.97999999999999</c:v>
                </c:pt>
                <c:pt idx="67806">
                  <c:v>79.98</c:v>
                </c:pt>
                <c:pt idx="67807">
                  <c:v>74.81</c:v>
                </c:pt>
                <c:pt idx="67808">
                  <c:v>79.97</c:v>
                </c:pt>
                <c:pt idx="67809">
                  <c:v>64.98</c:v>
                </c:pt>
                <c:pt idx="67810">
                  <c:v>58.98</c:v>
                </c:pt>
                <c:pt idx="67811">
                  <c:v>71.48</c:v>
                </c:pt>
                <c:pt idx="67812">
                  <c:v>84.99</c:v>
                </c:pt>
                <c:pt idx="67813">
                  <c:v>48.02</c:v>
                </c:pt>
                <c:pt idx="67814">
                  <c:v>84.99</c:v>
                </c:pt>
                <c:pt idx="67815">
                  <c:v>84.99</c:v>
                </c:pt>
                <c:pt idx="67816">
                  <c:v>84.99</c:v>
                </c:pt>
                <c:pt idx="67817">
                  <c:v>84.99</c:v>
                </c:pt>
                <c:pt idx="67818">
                  <c:v>58.98</c:v>
                </c:pt>
                <c:pt idx="67819">
                  <c:v>62.96</c:v>
                </c:pt>
                <c:pt idx="67820">
                  <c:v>84.99</c:v>
                </c:pt>
                <c:pt idx="67821">
                  <c:v>76.47</c:v>
                </c:pt>
                <c:pt idx="67822">
                  <c:v>119.98</c:v>
                </c:pt>
                <c:pt idx="67823">
                  <c:v>51.29</c:v>
                </c:pt>
                <c:pt idx="67824">
                  <c:v>54.99</c:v>
                </c:pt>
                <c:pt idx="67825">
                  <c:v>70.98</c:v>
                </c:pt>
                <c:pt idx="67826">
                  <c:v>61.98</c:v>
                </c:pt>
                <c:pt idx="67827">
                  <c:v>444.94</c:v>
                </c:pt>
                <c:pt idx="67828">
                  <c:v>169.96</c:v>
                </c:pt>
                <c:pt idx="67829">
                  <c:v>339.96</c:v>
                </c:pt>
                <c:pt idx="67830">
                  <c:v>169.98</c:v>
                </c:pt>
                <c:pt idx="67831">
                  <c:v>229.97</c:v>
                </c:pt>
                <c:pt idx="67832">
                  <c:v>229.97</c:v>
                </c:pt>
                <c:pt idx="67833">
                  <c:v>219.97</c:v>
                </c:pt>
                <c:pt idx="67834">
                  <c:v>219.97</c:v>
                </c:pt>
                <c:pt idx="67835">
                  <c:v>99.98</c:v>
                </c:pt>
                <c:pt idx="67836">
                  <c:v>254.97</c:v>
                </c:pt>
                <c:pt idx="67837">
                  <c:v>254.97</c:v>
                </c:pt>
                <c:pt idx="67838">
                  <c:v>99.98</c:v>
                </c:pt>
                <c:pt idx="67839">
                  <c:v>254.97</c:v>
                </c:pt>
                <c:pt idx="67840">
                  <c:v>129.97</c:v>
                </c:pt>
                <c:pt idx="67841">
                  <c:v>254.97</c:v>
                </c:pt>
                <c:pt idx="67842">
                  <c:v>129.97</c:v>
                </c:pt>
                <c:pt idx="67843">
                  <c:v>184.97</c:v>
                </c:pt>
                <c:pt idx="67844">
                  <c:v>184.97</c:v>
                </c:pt>
                <c:pt idx="67845">
                  <c:v>169.98</c:v>
                </c:pt>
                <c:pt idx="67846">
                  <c:v>153.97999999999999</c:v>
                </c:pt>
                <c:pt idx="67847">
                  <c:v>206.96</c:v>
                </c:pt>
                <c:pt idx="67848">
                  <c:v>159.97999999999999</c:v>
                </c:pt>
                <c:pt idx="67849">
                  <c:v>160.97999999999999</c:v>
                </c:pt>
                <c:pt idx="67850">
                  <c:v>153.97999999999999</c:v>
                </c:pt>
                <c:pt idx="67851">
                  <c:v>169.98</c:v>
                </c:pt>
                <c:pt idx="67852">
                  <c:v>169.98</c:v>
                </c:pt>
                <c:pt idx="67853">
                  <c:v>54.99</c:v>
                </c:pt>
                <c:pt idx="67854">
                  <c:v>84.99</c:v>
                </c:pt>
                <c:pt idx="67855">
                  <c:v>80.98</c:v>
                </c:pt>
                <c:pt idx="67856">
                  <c:v>104.96</c:v>
                </c:pt>
                <c:pt idx="67857">
                  <c:v>137.97999999999999</c:v>
                </c:pt>
                <c:pt idx="67858">
                  <c:v>99.98</c:v>
                </c:pt>
                <c:pt idx="67859">
                  <c:v>84.99</c:v>
                </c:pt>
                <c:pt idx="67860">
                  <c:v>84.99</c:v>
                </c:pt>
                <c:pt idx="67861">
                  <c:v>84.99</c:v>
                </c:pt>
                <c:pt idx="67862">
                  <c:v>79.98</c:v>
                </c:pt>
                <c:pt idx="67863">
                  <c:v>137.97999999999999</c:v>
                </c:pt>
                <c:pt idx="67864">
                  <c:v>84.99</c:v>
                </c:pt>
                <c:pt idx="67865">
                  <c:v>94.98</c:v>
                </c:pt>
                <c:pt idx="67866">
                  <c:v>84.99</c:v>
                </c:pt>
                <c:pt idx="67867">
                  <c:v>146.97</c:v>
                </c:pt>
                <c:pt idx="67868">
                  <c:v>84.99</c:v>
                </c:pt>
                <c:pt idx="67869">
                  <c:v>79.25</c:v>
                </c:pt>
                <c:pt idx="67870">
                  <c:v>61.98</c:v>
                </c:pt>
                <c:pt idx="67871">
                  <c:v>89.98</c:v>
                </c:pt>
                <c:pt idx="67872">
                  <c:v>61.98</c:v>
                </c:pt>
                <c:pt idx="67873">
                  <c:v>64.77</c:v>
                </c:pt>
                <c:pt idx="67874">
                  <c:v>82.47</c:v>
                </c:pt>
                <c:pt idx="67875">
                  <c:v>84.99</c:v>
                </c:pt>
                <c:pt idx="67876">
                  <c:v>55.98</c:v>
                </c:pt>
                <c:pt idx="67877">
                  <c:v>55.98</c:v>
                </c:pt>
                <c:pt idx="67878">
                  <c:v>55.98</c:v>
                </c:pt>
                <c:pt idx="67879">
                  <c:v>103.67</c:v>
                </c:pt>
                <c:pt idx="67880">
                  <c:v>55.98</c:v>
                </c:pt>
                <c:pt idx="67881">
                  <c:v>61.98</c:v>
                </c:pt>
                <c:pt idx="67882">
                  <c:v>100.97</c:v>
                </c:pt>
                <c:pt idx="67883">
                  <c:v>61.98</c:v>
                </c:pt>
                <c:pt idx="67884">
                  <c:v>85.97</c:v>
                </c:pt>
                <c:pt idx="67885">
                  <c:v>84.99</c:v>
                </c:pt>
                <c:pt idx="67886">
                  <c:v>72.97</c:v>
                </c:pt>
                <c:pt idx="67887">
                  <c:v>95.98</c:v>
                </c:pt>
                <c:pt idx="67888">
                  <c:v>51.28</c:v>
                </c:pt>
                <c:pt idx="67889">
                  <c:v>73.97</c:v>
                </c:pt>
                <c:pt idx="67890">
                  <c:v>67.33</c:v>
                </c:pt>
                <c:pt idx="67891">
                  <c:v>69.98</c:v>
                </c:pt>
                <c:pt idx="67892">
                  <c:v>43.76</c:v>
                </c:pt>
                <c:pt idx="67893">
                  <c:v>55.98</c:v>
                </c:pt>
                <c:pt idx="67894">
                  <c:v>105.97</c:v>
                </c:pt>
                <c:pt idx="67895">
                  <c:v>79.98</c:v>
                </c:pt>
                <c:pt idx="67896">
                  <c:v>104.97</c:v>
                </c:pt>
                <c:pt idx="67897">
                  <c:v>58.98</c:v>
                </c:pt>
                <c:pt idx="67898">
                  <c:v>46.28</c:v>
                </c:pt>
                <c:pt idx="67899">
                  <c:v>55.97</c:v>
                </c:pt>
                <c:pt idx="67900">
                  <c:v>63.98</c:v>
                </c:pt>
                <c:pt idx="67901">
                  <c:v>85.97</c:v>
                </c:pt>
                <c:pt idx="67902">
                  <c:v>59.98</c:v>
                </c:pt>
                <c:pt idx="67903">
                  <c:v>47.28</c:v>
                </c:pt>
                <c:pt idx="67904">
                  <c:v>49.99</c:v>
                </c:pt>
                <c:pt idx="67905">
                  <c:v>47.28</c:v>
                </c:pt>
                <c:pt idx="67906">
                  <c:v>73.97</c:v>
                </c:pt>
                <c:pt idx="67907">
                  <c:v>68.92</c:v>
                </c:pt>
                <c:pt idx="67908">
                  <c:v>84.99</c:v>
                </c:pt>
                <c:pt idx="67909">
                  <c:v>59.98</c:v>
                </c:pt>
                <c:pt idx="67910">
                  <c:v>84.99</c:v>
                </c:pt>
                <c:pt idx="67911">
                  <c:v>84.99</c:v>
                </c:pt>
                <c:pt idx="67912">
                  <c:v>165.92</c:v>
                </c:pt>
                <c:pt idx="67913">
                  <c:v>82.44</c:v>
                </c:pt>
                <c:pt idx="67914">
                  <c:v>84.99</c:v>
                </c:pt>
                <c:pt idx="67915">
                  <c:v>80.739999999999995</c:v>
                </c:pt>
                <c:pt idx="67916">
                  <c:v>84.99</c:v>
                </c:pt>
                <c:pt idx="67917">
                  <c:v>153.97999999999999</c:v>
                </c:pt>
                <c:pt idx="67918">
                  <c:v>161.15</c:v>
                </c:pt>
                <c:pt idx="67919">
                  <c:v>59.98</c:v>
                </c:pt>
                <c:pt idx="67920">
                  <c:v>89.98</c:v>
                </c:pt>
                <c:pt idx="67921">
                  <c:v>84.99</c:v>
                </c:pt>
                <c:pt idx="67922">
                  <c:v>83.29</c:v>
                </c:pt>
                <c:pt idx="67923">
                  <c:v>84.99</c:v>
                </c:pt>
                <c:pt idx="67924">
                  <c:v>99.97</c:v>
                </c:pt>
                <c:pt idx="67925">
                  <c:v>99.98</c:v>
                </c:pt>
                <c:pt idx="67926">
                  <c:v>184.08</c:v>
                </c:pt>
                <c:pt idx="67927">
                  <c:v>149.96</c:v>
                </c:pt>
                <c:pt idx="67928">
                  <c:v>167.95</c:v>
                </c:pt>
                <c:pt idx="67929">
                  <c:v>123.96</c:v>
                </c:pt>
                <c:pt idx="67930">
                  <c:v>31.28</c:v>
                </c:pt>
                <c:pt idx="67931">
                  <c:v>339.96</c:v>
                </c:pt>
                <c:pt idx="67932">
                  <c:v>268.95999999999998</c:v>
                </c:pt>
                <c:pt idx="67933">
                  <c:v>242.08</c:v>
                </c:pt>
                <c:pt idx="67934">
                  <c:v>339.96</c:v>
                </c:pt>
                <c:pt idx="67935">
                  <c:v>339.96</c:v>
                </c:pt>
                <c:pt idx="67936">
                  <c:v>145.94</c:v>
                </c:pt>
                <c:pt idx="67937">
                  <c:v>54.98</c:v>
                </c:pt>
                <c:pt idx="67938">
                  <c:v>80.959999999999994</c:v>
                </c:pt>
                <c:pt idx="67939">
                  <c:v>78.959999999999994</c:v>
                </c:pt>
                <c:pt idx="67940">
                  <c:v>116.94</c:v>
                </c:pt>
                <c:pt idx="67941">
                  <c:v>136.94</c:v>
                </c:pt>
                <c:pt idx="67942">
                  <c:v>172.93</c:v>
                </c:pt>
                <c:pt idx="67943">
                  <c:v>111.94</c:v>
                </c:pt>
                <c:pt idx="67944">
                  <c:v>201.9</c:v>
                </c:pt>
                <c:pt idx="67945">
                  <c:v>131.97999999999999</c:v>
                </c:pt>
                <c:pt idx="67946">
                  <c:v>71.959999999999994</c:v>
                </c:pt>
                <c:pt idx="67947">
                  <c:v>197.97</c:v>
                </c:pt>
                <c:pt idx="67948">
                  <c:v>167.97</c:v>
                </c:pt>
                <c:pt idx="67949">
                  <c:v>181.94</c:v>
                </c:pt>
                <c:pt idx="67950">
                  <c:v>197.74</c:v>
                </c:pt>
                <c:pt idx="67951">
                  <c:v>165.97</c:v>
                </c:pt>
                <c:pt idx="67952">
                  <c:v>131.97999999999999</c:v>
                </c:pt>
                <c:pt idx="67953">
                  <c:v>185.95</c:v>
                </c:pt>
                <c:pt idx="67954">
                  <c:v>119.96</c:v>
                </c:pt>
                <c:pt idx="67955">
                  <c:v>119.96</c:v>
                </c:pt>
                <c:pt idx="67956">
                  <c:v>89.97</c:v>
                </c:pt>
                <c:pt idx="67957">
                  <c:v>119.96</c:v>
                </c:pt>
                <c:pt idx="67958">
                  <c:v>89.97</c:v>
                </c:pt>
                <c:pt idx="67959">
                  <c:v>119.96</c:v>
                </c:pt>
                <c:pt idx="67960">
                  <c:v>89.97</c:v>
                </c:pt>
                <c:pt idx="67961">
                  <c:v>119.96</c:v>
                </c:pt>
                <c:pt idx="67962">
                  <c:v>119.96</c:v>
                </c:pt>
                <c:pt idx="67963">
                  <c:v>119.96</c:v>
                </c:pt>
                <c:pt idx="67964">
                  <c:v>89.97</c:v>
                </c:pt>
                <c:pt idx="67965">
                  <c:v>65.989999999999995</c:v>
                </c:pt>
                <c:pt idx="67966">
                  <c:v>84.99</c:v>
                </c:pt>
                <c:pt idx="67967">
                  <c:v>65.989999999999995</c:v>
                </c:pt>
                <c:pt idx="67968">
                  <c:v>84.99</c:v>
                </c:pt>
                <c:pt idx="67969">
                  <c:v>65.989999999999995</c:v>
                </c:pt>
                <c:pt idx="67970">
                  <c:v>65.33</c:v>
                </c:pt>
                <c:pt idx="67971">
                  <c:v>84.99</c:v>
                </c:pt>
                <c:pt idx="67972">
                  <c:v>84.99</c:v>
                </c:pt>
                <c:pt idx="67973">
                  <c:v>84.99</c:v>
                </c:pt>
                <c:pt idx="67974">
                  <c:v>84.99</c:v>
                </c:pt>
                <c:pt idx="67975">
                  <c:v>84.99</c:v>
                </c:pt>
                <c:pt idx="67976">
                  <c:v>1.5</c:v>
                </c:pt>
                <c:pt idx="67977">
                  <c:v>43.99</c:v>
                </c:pt>
                <c:pt idx="67978">
                  <c:v>49.99</c:v>
                </c:pt>
                <c:pt idx="67979">
                  <c:v>139.96</c:v>
                </c:pt>
                <c:pt idx="67980">
                  <c:v>315.94</c:v>
                </c:pt>
                <c:pt idx="67981">
                  <c:v>110.97</c:v>
                </c:pt>
                <c:pt idx="67982">
                  <c:v>22.49</c:v>
                </c:pt>
                <c:pt idx="67983">
                  <c:v>213.95</c:v>
                </c:pt>
                <c:pt idx="67984">
                  <c:v>165.97</c:v>
                </c:pt>
                <c:pt idx="67985">
                  <c:v>266.95</c:v>
                </c:pt>
                <c:pt idx="67986">
                  <c:v>92.56</c:v>
                </c:pt>
                <c:pt idx="67987">
                  <c:v>145.97999999999999</c:v>
                </c:pt>
                <c:pt idx="67988">
                  <c:v>99.98</c:v>
                </c:pt>
                <c:pt idx="67989">
                  <c:v>161.16999999999999</c:v>
                </c:pt>
                <c:pt idx="67990">
                  <c:v>94.97</c:v>
                </c:pt>
                <c:pt idx="67991">
                  <c:v>104.98</c:v>
                </c:pt>
                <c:pt idx="67992">
                  <c:v>89.98</c:v>
                </c:pt>
                <c:pt idx="67993">
                  <c:v>79.98</c:v>
                </c:pt>
                <c:pt idx="67994">
                  <c:v>104.98</c:v>
                </c:pt>
                <c:pt idx="67995">
                  <c:v>99.98</c:v>
                </c:pt>
                <c:pt idx="67996">
                  <c:v>99.98</c:v>
                </c:pt>
                <c:pt idx="67997">
                  <c:v>99.98</c:v>
                </c:pt>
                <c:pt idx="67998">
                  <c:v>295.94</c:v>
                </c:pt>
                <c:pt idx="67999">
                  <c:v>169.98</c:v>
                </c:pt>
                <c:pt idx="68000">
                  <c:v>128.68</c:v>
                </c:pt>
                <c:pt idx="68001">
                  <c:v>169.98</c:v>
                </c:pt>
                <c:pt idx="68002">
                  <c:v>169.98</c:v>
                </c:pt>
                <c:pt idx="68003">
                  <c:v>178.97</c:v>
                </c:pt>
                <c:pt idx="68004">
                  <c:v>169.98</c:v>
                </c:pt>
                <c:pt idx="68005">
                  <c:v>158.33000000000001</c:v>
                </c:pt>
                <c:pt idx="68006">
                  <c:v>76.98</c:v>
                </c:pt>
                <c:pt idx="68007">
                  <c:v>75.98</c:v>
                </c:pt>
                <c:pt idx="68008">
                  <c:v>99.98</c:v>
                </c:pt>
                <c:pt idx="68009">
                  <c:v>54.38</c:v>
                </c:pt>
                <c:pt idx="68010">
                  <c:v>74.39</c:v>
                </c:pt>
                <c:pt idx="68011">
                  <c:v>57.98</c:v>
                </c:pt>
                <c:pt idx="68012">
                  <c:v>84.99</c:v>
                </c:pt>
                <c:pt idx="68013">
                  <c:v>62.39</c:v>
                </c:pt>
                <c:pt idx="68014">
                  <c:v>56.96</c:v>
                </c:pt>
                <c:pt idx="68015">
                  <c:v>148.62</c:v>
                </c:pt>
                <c:pt idx="68016">
                  <c:v>158.21</c:v>
                </c:pt>
                <c:pt idx="68017">
                  <c:v>84.99</c:v>
                </c:pt>
                <c:pt idx="68018">
                  <c:v>74.98</c:v>
                </c:pt>
                <c:pt idx="68019">
                  <c:v>71.33</c:v>
                </c:pt>
                <c:pt idx="68020">
                  <c:v>41.49</c:v>
                </c:pt>
                <c:pt idx="68021">
                  <c:v>58.08</c:v>
                </c:pt>
                <c:pt idx="68022">
                  <c:v>83.33</c:v>
                </c:pt>
                <c:pt idx="68023">
                  <c:v>48.98</c:v>
                </c:pt>
                <c:pt idx="68024">
                  <c:v>54.99</c:v>
                </c:pt>
                <c:pt idx="68025">
                  <c:v>59.98</c:v>
                </c:pt>
                <c:pt idx="68026">
                  <c:v>88.53</c:v>
                </c:pt>
                <c:pt idx="68027">
                  <c:v>54.98</c:v>
                </c:pt>
                <c:pt idx="68028">
                  <c:v>109.97</c:v>
                </c:pt>
                <c:pt idx="68029">
                  <c:v>89.97</c:v>
                </c:pt>
                <c:pt idx="68030">
                  <c:v>69.97</c:v>
                </c:pt>
                <c:pt idx="68031">
                  <c:v>57.58</c:v>
                </c:pt>
                <c:pt idx="68032">
                  <c:v>67.52</c:v>
                </c:pt>
                <c:pt idx="68033">
                  <c:v>53.98</c:v>
                </c:pt>
                <c:pt idx="68034">
                  <c:v>79.98</c:v>
                </c:pt>
                <c:pt idx="68035">
                  <c:v>89.97</c:v>
                </c:pt>
                <c:pt idx="68036">
                  <c:v>89.97</c:v>
                </c:pt>
                <c:pt idx="68037">
                  <c:v>59.98</c:v>
                </c:pt>
                <c:pt idx="68038">
                  <c:v>86.67</c:v>
                </c:pt>
                <c:pt idx="68039">
                  <c:v>60.1</c:v>
                </c:pt>
                <c:pt idx="68040">
                  <c:v>109.98</c:v>
                </c:pt>
                <c:pt idx="68041">
                  <c:v>211.52</c:v>
                </c:pt>
                <c:pt idx="68042">
                  <c:v>164.98</c:v>
                </c:pt>
                <c:pt idx="68043">
                  <c:v>191.76</c:v>
                </c:pt>
                <c:pt idx="68044">
                  <c:v>217.94</c:v>
                </c:pt>
                <c:pt idx="68045">
                  <c:v>74.98</c:v>
                </c:pt>
                <c:pt idx="68046">
                  <c:v>129.97999999999999</c:v>
                </c:pt>
                <c:pt idx="68047">
                  <c:v>131.97999999999999</c:v>
                </c:pt>
                <c:pt idx="68048">
                  <c:v>105.98</c:v>
                </c:pt>
                <c:pt idx="68049">
                  <c:v>79.98</c:v>
                </c:pt>
                <c:pt idx="68050">
                  <c:v>119.97</c:v>
                </c:pt>
                <c:pt idx="68051">
                  <c:v>131.97999999999999</c:v>
                </c:pt>
                <c:pt idx="68052">
                  <c:v>150.97</c:v>
                </c:pt>
                <c:pt idx="68053">
                  <c:v>65.989999999999995</c:v>
                </c:pt>
                <c:pt idx="68054">
                  <c:v>46.49</c:v>
                </c:pt>
                <c:pt idx="68055">
                  <c:v>119.97</c:v>
                </c:pt>
                <c:pt idx="68056">
                  <c:v>65.989999999999995</c:v>
                </c:pt>
                <c:pt idx="68057">
                  <c:v>131.97999999999999</c:v>
                </c:pt>
                <c:pt idx="68058">
                  <c:v>65.989999999999995</c:v>
                </c:pt>
                <c:pt idx="68059">
                  <c:v>159.69999999999999</c:v>
                </c:pt>
                <c:pt idx="68060">
                  <c:v>128.24</c:v>
                </c:pt>
                <c:pt idx="68061">
                  <c:v>124.22</c:v>
                </c:pt>
                <c:pt idx="68062">
                  <c:v>79.849999999999994</c:v>
                </c:pt>
                <c:pt idx="68063">
                  <c:v>159.69999999999999</c:v>
                </c:pt>
                <c:pt idx="68064">
                  <c:v>121.01</c:v>
                </c:pt>
                <c:pt idx="68065">
                  <c:v>79.849999999999994</c:v>
                </c:pt>
                <c:pt idx="68066">
                  <c:v>79.849999999999994</c:v>
                </c:pt>
                <c:pt idx="68067">
                  <c:v>79.849999999999994</c:v>
                </c:pt>
                <c:pt idx="68068">
                  <c:v>104.98</c:v>
                </c:pt>
                <c:pt idx="68069">
                  <c:v>189.97</c:v>
                </c:pt>
                <c:pt idx="68070">
                  <c:v>104.98</c:v>
                </c:pt>
                <c:pt idx="68071">
                  <c:v>76.489999999999995</c:v>
                </c:pt>
                <c:pt idx="68072">
                  <c:v>104.98</c:v>
                </c:pt>
                <c:pt idx="68073">
                  <c:v>85.98</c:v>
                </c:pt>
                <c:pt idx="68074">
                  <c:v>65.989999999999995</c:v>
                </c:pt>
                <c:pt idx="68075">
                  <c:v>104.98</c:v>
                </c:pt>
                <c:pt idx="68076">
                  <c:v>84.99</c:v>
                </c:pt>
                <c:pt idx="68077">
                  <c:v>84.99</c:v>
                </c:pt>
                <c:pt idx="68078">
                  <c:v>84.99</c:v>
                </c:pt>
                <c:pt idx="68079">
                  <c:v>104.98</c:v>
                </c:pt>
                <c:pt idx="68080">
                  <c:v>62.97</c:v>
                </c:pt>
                <c:pt idx="68081">
                  <c:v>89.97</c:v>
                </c:pt>
                <c:pt idx="68082">
                  <c:v>93.97</c:v>
                </c:pt>
                <c:pt idx="68083">
                  <c:v>124.98</c:v>
                </c:pt>
                <c:pt idx="68084">
                  <c:v>125.77</c:v>
                </c:pt>
                <c:pt idx="68085">
                  <c:v>79.989999999999995</c:v>
                </c:pt>
                <c:pt idx="68086">
                  <c:v>107.98</c:v>
                </c:pt>
                <c:pt idx="68087">
                  <c:v>107.06</c:v>
                </c:pt>
                <c:pt idx="68088">
                  <c:v>79.989999999999995</c:v>
                </c:pt>
                <c:pt idx="68089">
                  <c:v>77.98</c:v>
                </c:pt>
                <c:pt idx="68090">
                  <c:v>145.97</c:v>
                </c:pt>
                <c:pt idx="68091">
                  <c:v>79.989999999999995</c:v>
                </c:pt>
                <c:pt idx="68092">
                  <c:v>79.989999999999995</c:v>
                </c:pt>
                <c:pt idx="68093">
                  <c:v>130.63</c:v>
                </c:pt>
                <c:pt idx="68094">
                  <c:v>130.63</c:v>
                </c:pt>
                <c:pt idx="68095">
                  <c:v>131.97999999999999</c:v>
                </c:pt>
                <c:pt idx="68096">
                  <c:v>131.97999999999999</c:v>
                </c:pt>
                <c:pt idx="68097">
                  <c:v>65.989999999999995</c:v>
                </c:pt>
                <c:pt idx="68098">
                  <c:v>84.99</c:v>
                </c:pt>
                <c:pt idx="68099">
                  <c:v>84.99</c:v>
                </c:pt>
                <c:pt idx="68100">
                  <c:v>72.98</c:v>
                </c:pt>
                <c:pt idx="68101">
                  <c:v>84.99</c:v>
                </c:pt>
                <c:pt idx="68102">
                  <c:v>84.99</c:v>
                </c:pt>
                <c:pt idx="68103">
                  <c:v>84.99</c:v>
                </c:pt>
                <c:pt idx="68104">
                  <c:v>-84.98</c:v>
                </c:pt>
                <c:pt idx="68105">
                  <c:v>84.99</c:v>
                </c:pt>
                <c:pt idx="68106">
                  <c:v>84.98</c:v>
                </c:pt>
                <c:pt idx="68107">
                  <c:v>74.489999999999995</c:v>
                </c:pt>
                <c:pt idx="68108">
                  <c:v>84.99</c:v>
                </c:pt>
                <c:pt idx="68109">
                  <c:v>65.989999999999995</c:v>
                </c:pt>
                <c:pt idx="68110">
                  <c:v>84.99</c:v>
                </c:pt>
                <c:pt idx="68111">
                  <c:v>84.99</c:v>
                </c:pt>
                <c:pt idx="68112">
                  <c:v>84.99</c:v>
                </c:pt>
                <c:pt idx="68113">
                  <c:v>75.98</c:v>
                </c:pt>
                <c:pt idx="68114">
                  <c:v>62.97</c:v>
                </c:pt>
                <c:pt idx="68115">
                  <c:v>99.96</c:v>
                </c:pt>
                <c:pt idx="68116">
                  <c:v>84.99</c:v>
                </c:pt>
                <c:pt idx="68117">
                  <c:v>156.93</c:v>
                </c:pt>
                <c:pt idx="68118">
                  <c:v>100.95</c:v>
                </c:pt>
                <c:pt idx="68119">
                  <c:v>136.91999999999999</c:v>
                </c:pt>
                <c:pt idx="68120">
                  <c:v>139.96</c:v>
                </c:pt>
                <c:pt idx="68121">
                  <c:v>84.99</c:v>
                </c:pt>
                <c:pt idx="68122">
                  <c:v>148.94999999999999</c:v>
                </c:pt>
                <c:pt idx="68123">
                  <c:v>69.61</c:v>
                </c:pt>
                <c:pt idx="68124">
                  <c:v>175.94</c:v>
                </c:pt>
                <c:pt idx="68125">
                  <c:v>229.97</c:v>
                </c:pt>
                <c:pt idx="68126">
                  <c:v>97.38</c:v>
                </c:pt>
                <c:pt idx="68127">
                  <c:v>74.98</c:v>
                </c:pt>
                <c:pt idx="68128">
                  <c:v>216.72</c:v>
                </c:pt>
                <c:pt idx="68129">
                  <c:v>119.96</c:v>
                </c:pt>
                <c:pt idx="68130">
                  <c:v>219.97</c:v>
                </c:pt>
                <c:pt idx="68131">
                  <c:v>268.45999999999998</c:v>
                </c:pt>
                <c:pt idx="68132">
                  <c:v>98.45</c:v>
                </c:pt>
                <c:pt idx="68133">
                  <c:v>170.48</c:v>
                </c:pt>
                <c:pt idx="68134">
                  <c:v>60.47</c:v>
                </c:pt>
                <c:pt idx="68135">
                  <c:v>169.98</c:v>
                </c:pt>
                <c:pt idx="68136">
                  <c:v>300.39999999999998</c:v>
                </c:pt>
                <c:pt idx="68137">
                  <c:v>74.47</c:v>
                </c:pt>
                <c:pt idx="68138">
                  <c:v>68.98</c:v>
                </c:pt>
                <c:pt idx="68139">
                  <c:v>68.97</c:v>
                </c:pt>
                <c:pt idx="68140">
                  <c:v>60.97</c:v>
                </c:pt>
                <c:pt idx="68141">
                  <c:v>96.96</c:v>
                </c:pt>
                <c:pt idx="68142">
                  <c:v>110.97</c:v>
                </c:pt>
                <c:pt idx="68143">
                  <c:v>70.97</c:v>
                </c:pt>
                <c:pt idx="68144">
                  <c:v>72.16</c:v>
                </c:pt>
                <c:pt idx="68145">
                  <c:v>59.16</c:v>
                </c:pt>
                <c:pt idx="68146">
                  <c:v>53.97</c:v>
                </c:pt>
                <c:pt idx="68147">
                  <c:v>58.97</c:v>
                </c:pt>
                <c:pt idx="68148">
                  <c:v>29.99</c:v>
                </c:pt>
                <c:pt idx="68149">
                  <c:v>107.96</c:v>
                </c:pt>
                <c:pt idx="68150">
                  <c:v>63.97</c:v>
                </c:pt>
                <c:pt idx="68151">
                  <c:v>68.97</c:v>
                </c:pt>
                <c:pt idx="68152">
                  <c:v>110.97</c:v>
                </c:pt>
                <c:pt idx="68153">
                  <c:v>126.44</c:v>
                </c:pt>
                <c:pt idx="68154">
                  <c:v>72.2</c:v>
                </c:pt>
                <c:pt idx="68155">
                  <c:v>74.97</c:v>
                </c:pt>
                <c:pt idx="68156">
                  <c:v>57.97</c:v>
                </c:pt>
                <c:pt idx="68157">
                  <c:v>74.98</c:v>
                </c:pt>
                <c:pt idx="68158">
                  <c:v>332.91</c:v>
                </c:pt>
                <c:pt idx="68159">
                  <c:v>25.49</c:v>
                </c:pt>
                <c:pt idx="68160">
                  <c:v>26.49</c:v>
                </c:pt>
                <c:pt idx="68161">
                  <c:v>103.95</c:v>
                </c:pt>
                <c:pt idx="68162">
                  <c:v>15.49</c:v>
                </c:pt>
                <c:pt idx="68163">
                  <c:v>40.49</c:v>
                </c:pt>
                <c:pt idx="68164">
                  <c:v>-332.91</c:v>
                </c:pt>
                <c:pt idx="68165">
                  <c:v>37.49</c:v>
                </c:pt>
                <c:pt idx="68166">
                  <c:v>243.91</c:v>
                </c:pt>
                <c:pt idx="68167">
                  <c:v>86.96</c:v>
                </c:pt>
                <c:pt idx="68168">
                  <c:v>132.93</c:v>
                </c:pt>
                <c:pt idx="68169">
                  <c:v>59.97</c:v>
                </c:pt>
                <c:pt idx="68170">
                  <c:v>73.98</c:v>
                </c:pt>
                <c:pt idx="68171">
                  <c:v>10.49</c:v>
                </c:pt>
                <c:pt idx="68172">
                  <c:v>99.94</c:v>
                </c:pt>
                <c:pt idx="68173">
                  <c:v>78.959999999999994</c:v>
                </c:pt>
                <c:pt idx="68174">
                  <c:v>75.959999999999994</c:v>
                </c:pt>
                <c:pt idx="68175">
                  <c:v>-73.98</c:v>
                </c:pt>
                <c:pt idx="68176">
                  <c:v>53.98</c:v>
                </c:pt>
                <c:pt idx="68177">
                  <c:v>-37.49</c:v>
                </c:pt>
                <c:pt idx="68178">
                  <c:v>97.97</c:v>
                </c:pt>
                <c:pt idx="68179">
                  <c:v>169.98</c:v>
                </c:pt>
                <c:pt idx="68180">
                  <c:v>158.07</c:v>
                </c:pt>
                <c:pt idx="68181">
                  <c:v>131.96</c:v>
                </c:pt>
                <c:pt idx="68182">
                  <c:v>146.01</c:v>
                </c:pt>
                <c:pt idx="68183">
                  <c:v>174.95</c:v>
                </c:pt>
                <c:pt idx="68184">
                  <c:v>134.58000000000001</c:v>
                </c:pt>
                <c:pt idx="68185">
                  <c:v>110.95</c:v>
                </c:pt>
                <c:pt idx="68186">
                  <c:v>84.99</c:v>
                </c:pt>
                <c:pt idx="68187">
                  <c:v>65.989999999999995</c:v>
                </c:pt>
                <c:pt idx="68188">
                  <c:v>84.99</c:v>
                </c:pt>
                <c:pt idx="68189">
                  <c:v>65.19</c:v>
                </c:pt>
                <c:pt idx="68190">
                  <c:v>104.98</c:v>
                </c:pt>
                <c:pt idx="68191">
                  <c:v>84.99</c:v>
                </c:pt>
                <c:pt idx="68192">
                  <c:v>84.99</c:v>
                </c:pt>
                <c:pt idx="68193">
                  <c:v>84.99</c:v>
                </c:pt>
                <c:pt idx="68194">
                  <c:v>142.62</c:v>
                </c:pt>
                <c:pt idx="68195">
                  <c:v>65.989999999999995</c:v>
                </c:pt>
                <c:pt idx="68196">
                  <c:v>65.989999999999995</c:v>
                </c:pt>
                <c:pt idx="68197">
                  <c:v>72.239999999999995</c:v>
                </c:pt>
                <c:pt idx="68198">
                  <c:v>79.59</c:v>
                </c:pt>
                <c:pt idx="68199">
                  <c:v>65.989999999999995</c:v>
                </c:pt>
                <c:pt idx="68200">
                  <c:v>84.99</c:v>
                </c:pt>
                <c:pt idx="68201">
                  <c:v>79.14</c:v>
                </c:pt>
                <c:pt idx="68202">
                  <c:v>84.99</c:v>
                </c:pt>
                <c:pt idx="68203">
                  <c:v>84.99</c:v>
                </c:pt>
                <c:pt idx="68204">
                  <c:v>184.98</c:v>
                </c:pt>
                <c:pt idx="68205">
                  <c:v>84.99</c:v>
                </c:pt>
                <c:pt idx="68206">
                  <c:v>84.99</c:v>
                </c:pt>
                <c:pt idx="68207">
                  <c:v>99.98</c:v>
                </c:pt>
                <c:pt idx="68208">
                  <c:v>79.98</c:v>
                </c:pt>
                <c:pt idx="68209">
                  <c:v>105.98</c:v>
                </c:pt>
                <c:pt idx="68210">
                  <c:v>65.989999999999995</c:v>
                </c:pt>
                <c:pt idx="68211">
                  <c:v>169.98</c:v>
                </c:pt>
                <c:pt idx="68212">
                  <c:v>122.97</c:v>
                </c:pt>
                <c:pt idx="68213">
                  <c:v>512.91999999999996</c:v>
                </c:pt>
                <c:pt idx="68214">
                  <c:v>339.96</c:v>
                </c:pt>
                <c:pt idx="68215">
                  <c:v>197.97</c:v>
                </c:pt>
                <c:pt idx="68216">
                  <c:v>114.96</c:v>
                </c:pt>
                <c:pt idx="68217">
                  <c:v>113.97</c:v>
                </c:pt>
                <c:pt idx="68218">
                  <c:v>65.97</c:v>
                </c:pt>
                <c:pt idx="68219">
                  <c:v>113.97</c:v>
                </c:pt>
                <c:pt idx="68220">
                  <c:v>153.46</c:v>
                </c:pt>
                <c:pt idx="68221">
                  <c:v>113.97</c:v>
                </c:pt>
                <c:pt idx="68222">
                  <c:v>120.97</c:v>
                </c:pt>
                <c:pt idx="68223">
                  <c:v>89.97</c:v>
                </c:pt>
                <c:pt idx="68224">
                  <c:v>74.97</c:v>
                </c:pt>
                <c:pt idx="68225">
                  <c:v>418.36</c:v>
                </c:pt>
                <c:pt idx="68226">
                  <c:v>169.98</c:v>
                </c:pt>
                <c:pt idx="68227">
                  <c:v>79.989999999999995</c:v>
                </c:pt>
                <c:pt idx="68228">
                  <c:v>199.97</c:v>
                </c:pt>
                <c:pt idx="68229">
                  <c:v>305.95999999999998</c:v>
                </c:pt>
                <c:pt idx="68230">
                  <c:v>341</c:v>
                </c:pt>
                <c:pt idx="68231">
                  <c:v>180.82</c:v>
                </c:pt>
                <c:pt idx="68232">
                  <c:v>146.97</c:v>
                </c:pt>
                <c:pt idx="68233">
                  <c:v>163.96</c:v>
                </c:pt>
                <c:pt idx="68234">
                  <c:v>129.96</c:v>
                </c:pt>
                <c:pt idx="68235">
                  <c:v>146.97</c:v>
                </c:pt>
                <c:pt idx="68236">
                  <c:v>192.83</c:v>
                </c:pt>
                <c:pt idx="68237">
                  <c:v>91.27</c:v>
                </c:pt>
                <c:pt idx="68238">
                  <c:v>163.96</c:v>
                </c:pt>
                <c:pt idx="68239">
                  <c:v>77.98</c:v>
                </c:pt>
                <c:pt idx="68240">
                  <c:v>275.95999999999998</c:v>
                </c:pt>
                <c:pt idx="68241">
                  <c:v>331.94</c:v>
                </c:pt>
                <c:pt idx="68242">
                  <c:v>199.96</c:v>
                </c:pt>
                <c:pt idx="68243">
                  <c:v>256.66000000000003</c:v>
                </c:pt>
                <c:pt idx="68244">
                  <c:v>252.33</c:v>
                </c:pt>
                <c:pt idx="68245">
                  <c:v>65.989999999999995</c:v>
                </c:pt>
                <c:pt idx="68246">
                  <c:v>65.989999999999995</c:v>
                </c:pt>
                <c:pt idx="68247">
                  <c:v>89.98</c:v>
                </c:pt>
                <c:pt idx="68248">
                  <c:v>65.989999999999995</c:v>
                </c:pt>
                <c:pt idx="68249">
                  <c:v>58.69</c:v>
                </c:pt>
                <c:pt idx="68250">
                  <c:v>77.98</c:v>
                </c:pt>
                <c:pt idx="68251">
                  <c:v>89.97</c:v>
                </c:pt>
                <c:pt idx="68252">
                  <c:v>65.989999999999995</c:v>
                </c:pt>
                <c:pt idx="68253">
                  <c:v>77.98</c:v>
                </c:pt>
                <c:pt idx="68254">
                  <c:v>65.989999999999995</c:v>
                </c:pt>
                <c:pt idx="68255">
                  <c:v>83.48</c:v>
                </c:pt>
                <c:pt idx="68256">
                  <c:v>321.94</c:v>
                </c:pt>
                <c:pt idx="68257">
                  <c:v>305.95999999999998</c:v>
                </c:pt>
                <c:pt idx="68258">
                  <c:v>356.92</c:v>
                </c:pt>
                <c:pt idx="68259">
                  <c:v>279.93</c:v>
                </c:pt>
                <c:pt idx="68260">
                  <c:v>144.47999999999999</c:v>
                </c:pt>
                <c:pt idx="68261">
                  <c:v>189.97</c:v>
                </c:pt>
                <c:pt idx="68262">
                  <c:v>169.98</c:v>
                </c:pt>
                <c:pt idx="68263">
                  <c:v>169.98</c:v>
                </c:pt>
                <c:pt idx="68264">
                  <c:v>169.98</c:v>
                </c:pt>
                <c:pt idx="68265">
                  <c:v>169.98</c:v>
                </c:pt>
                <c:pt idx="68266">
                  <c:v>159.58000000000001</c:v>
                </c:pt>
                <c:pt idx="68267">
                  <c:v>110.96</c:v>
                </c:pt>
                <c:pt idx="68268">
                  <c:v>65.989999999999995</c:v>
                </c:pt>
                <c:pt idx="68269">
                  <c:v>159.94</c:v>
                </c:pt>
                <c:pt idx="68270">
                  <c:v>178.43</c:v>
                </c:pt>
                <c:pt idx="68271">
                  <c:v>105.98</c:v>
                </c:pt>
                <c:pt idx="68272">
                  <c:v>176.95</c:v>
                </c:pt>
                <c:pt idx="68273">
                  <c:v>63.97</c:v>
                </c:pt>
                <c:pt idx="68274">
                  <c:v>84.99</c:v>
                </c:pt>
                <c:pt idx="68275">
                  <c:v>62.97</c:v>
                </c:pt>
                <c:pt idx="68276">
                  <c:v>119.97</c:v>
                </c:pt>
                <c:pt idx="68277">
                  <c:v>130.96</c:v>
                </c:pt>
                <c:pt idx="68278">
                  <c:v>125.16</c:v>
                </c:pt>
                <c:pt idx="68279">
                  <c:v>-20</c:v>
                </c:pt>
                <c:pt idx="68280">
                  <c:v>107.07</c:v>
                </c:pt>
                <c:pt idx="68281">
                  <c:v>145.97</c:v>
                </c:pt>
                <c:pt idx="68282">
                  <c:v>126.98</c:v>
                </c:pt>
                <c:pt idx="68283">
                  <c:v>120.98</c:v>
                </c:pt>
                <c:pt idx="68284">
                  <c:v>176.91</c:v>
                </c:pt>
                <c:pt idx="68285">
                  <c:v>108.98</c:v>
                </c:pt>
                <c:pt idx="68286">
                  <c:v>137.97</c:v>
                </c:pt>
                <c:pt idx="68287">
                  <c:v>108.98</c:v>
                </c:pt>
                <c:pt idx="68288">
                  <c:v>159.69999999999999</c:v>
                </c:pt>
                <c:pt idx="68289">
                  <c:v>159.69999999999999</c:v>
                </c:pt>
                <c:pt idx="68290">
                  <c:v>159.69999999999999</c:v>
                </c:pt>
                <c:pt idx="68291">
                  <c:v>141.22999999999999</c:v>
                </c:pt>
                <c:pt idx="68292">
                  <c:v>159.69999999999999</c:v>
                </c:pt>
                <c:pt idx="68293">
                  <c:v>159.69999999999999</c:v>
                </c:pt>
                <c:pt idx="68294">
                  <c:v>159.69999999999999</c:v>
                </c:pt>
                <c:pt idx="68295">
                  <c:v>159.69999999999999</c:v>
                </c:pt>
                <c:pt idx="68296">
                  <c:v>89.52</c:v>
                </c:pt>
                <c:pt idx="68297">
                  <c:v>159.69999999999999</c:v>
                </c:pt>
                <c:pt idx="68298">
                  <c:v>159.69999999999999</c:v>
                </c:pt>
                <c:pt idx="68299">
                  <c:v>169.98</c:v>
                </c:pt>
                <c:pt idx="68300">
                  <c:v>143.96</c:v>
                </c:pt>
                <c:pt idx="68301">
                  <c:v>296.95999999999998</c:v>
                </c:pt>
                <c:pt idx="68302">
                  <c:v>84.99</c:v>
                </c:pt>
                <c:pt idx="68303">
                  <c:v>689.9</c:v>
                </c:pt>
                <c:pt idx="68304">
                  <c:v>65.989999999999995</c:v>
                </c:pt>
                <c:pt idx="68305">
                  <c:v>84.95</c:v>
                </c:pt>
                <c:pt idx="68306">
                  <c:v>41.49</c:v>
                </c:pt>
                <c:pt idx="68307">
                  <c:v>88.57</c:v>
                </c:pt>
                <c:pt idx="68308">
                  <c:v>115.98</c:v>
                </c:pt>
                <c:pt idx="68309">
                  <c:v>134.97</c:v>
                </c:pt>
                <c:pt idx="68310">
                  <c:v>49.99</c:v>
                </c:pt>
                <c:pt idx="68311">
                  <c:v>112.57</c:v>
                </c:pt>
                <c:pt idx="68312">
                  <c:v>36.49</c:v>
                </c:pt>
                <c:pt idx="68313">
                  <c:v>136.06</c:v>
                </c:pt>
                <c:pt idx="68314">
                  <c:v>143.46</c:v>
                </c:pt>
                <c:pt idx="68315">
                  <c:v>84.99</c:v>
                </c:pt>
                <c:pt idx="68316">
                  <c:v>84.99</c:v>
                </c:pt>
                <c:pt idx="68317">
                  <c:v>84.99</c:v>
                </c:pt>
                <c:pt idx="68318">
                  <c:v>79.489999999999995</c:v>
                </c:pt>
                <c:pt idx="68319">
                  <c:v>84.99</c:v>
                </c:pt>
                <c:pt idx="68320">
                  <c:v>44.74</c:v>
                </c:pt>
                <c:pt idx="68321">
                  <c:v>84.99</c:v>
                </c:pt>
                <c:pt idx="68322">
                  <c:v>84.99</c:v>
                </c:pt>
                <c:pt idx="68323">
                  <c:v>44.74</c:v>
                </c:pt>
                <c:pt idx="68324">
                  <c:v>84.99</c:v>
                </c:pt>
                <c:pt idx="68325">
                  <c:v>84.99</c:v>
                </c:pt>
                <c:pt idx="68326">
                  <c:v>84.99</c:v>
                </c:pt>
                <c:pt idx="68327">
                  <c:v>84.99</c:v>
                </c:pt>
                <c:pt idx="68328">
                  <c:v>52.24</c:v>
                </c:pt>
                <c:pt idx="68329">
                  <c:v>84.99</c:v>
                </c:pt>
                <c:pt idx="68330">
                  <c:v>84.99</c:v>
                </c:pt>
                <c:pt idx="68331">
                  <c:v>84.99</c:v>
                </c:pt>
                <c:pt idx="68332">
                  <c:v>84.99</c:v>
                </c:pt>
                <c:pt idx="68333">
                  <c:v>49.99</c:v>
                </c:pt>
                <c:pt idx="68334">
                  <c:v>49.99</c:v>
                </c:pt>
                <c:pt idx="68335">
                  <c:v>65.19</c:v>
                </c:pt>
                <c:pt idx="68336">
                  <c:v>65.19</c:v>
                </c:pt>
                <c:pt idx="68337">
                  <c:v>84.99</c:v>
                </c:pt>
                <c:pt idx="68338">
                  <c:v>113.98</c:v>
                </c:pt>
                <c:pt idx="68339">
                  <c:v>113.98</c:v>
                </c:pt>
                <c:pt idx="68340">
                  <c:v>84.99</c:v>
                </c:pt>
                <c:pt idx="68341">
                  <c:v>47.24</c:v>
                </c:pt>
                <c:pt idx="68342">
                  <c:v>79.98</c:v>
                </c:pt>
                <c:pt idx="68343">
                  <c:v>79.98</c:v>
                </c:pt>
                <c:pt idx="68344">
                  <c:v>77.97</c:v>
                </c:pt>
                <c:pt idx="68345">
                  <c:v>77.97</c:v>
                </c:pt>
                <c:pt idx="68346">
                  <c:v>121.98</c:v>
                </c:pt>
                <c:pt idx="68347">
                  <c:v>84.99</c:v>
                </c:pt>
                <c:pt idx="68348">
                  <c:v>84.99</c:v>
                </c:pt>
                <c:pt idx="68349">
                  <c:v>121.98</c:v>
                </c:pt>
                <c:pt idx="68350">
                  <c:v>84.99</c:v>
                </c:pt>
                <c:pt idx="68351">
                  <c:v>84.99</c:v>
                </c:pt>
                <c:pt idx="68352">
                  <c:v>84.99</c:v>
                </c:pt>
                <c:pt idx="68353">
                  <c:v>99.98</c:v>
                </c:pt>
                <c:pt idx="68354">
                  <c:v>47.24</c:v>
                </c:pt>
                <c:pt idx="68355">
                  <c:v>84.99</c:v>
                </c:pt>
                <c:pt idx="68356">
                  <c:v>84.99</c:v>
                </c:pt>
                <c:pt idx="68357">
                  <c:v>52.24</c:v>
                </c:pt>
                <c:pt idx="68358">
                  <c:v>99.98</c:v>
                </c:pt>
                <c:pt idx="68359">
                  <c:v>84.99</c:v>
                </c:pt>
                <c:pt idx="68360">
                  <c:v>43.47</c:v>
                </c:pt>
                <c:pt idx="68361">
                  <c:v>59.98</c:v>
                </c:pt>
                <c:pt idx="68362">
                  <c:v>68.989999999999995</c:v>
                </c:pt>
                <c:pt idx="68363">
                  <c:v>68.989999999999995</c:v>
                </c:pt>
                <c:pt idx="68364">
                  <c:v>59.98</c:v>
                </c:pt>
                <c:pt idx="68365">
                  <c:v>79.489999999999995</c:v>
                </c:pt>
                <c:pt idx="68366">
                  <c:v>43.47</c:v>
                </c:pt>
                <c:pt idx="68367">
                  <c:v>203.97</c:v>
                </c:pt>
                <c:pt idx="68368">
                  <c:v>264.83</c:v>
                </c:pt>
                <c:pt idx="68369">
                  <c:v>103.67</c:v>
                </c:pt>
                <c:pt idx="68370">
                  <c:v>227.66</c:v>
                </c:pt>
                <c:pt idx="68371">
                  <c:v>286.95</c:v>
                </c:pt>
                <c:pt idx="68372">
                  <c:v>166.75</c:v>
                </c:pt>
                <c:pt idx="68373">
                  <c:v>219.53</c:v>
                </c:pt>
                <c:pt idx="68374">
                  <c:v>248.17</c:v>
                </c:pt>
                <c:pt idx="68375">
                  <c:v>322.94</c:v>
                </c:pt>
                <c:pt idx="68376">
                  <c:v>169.98</c:v>
                </c:pt>
                <c:pt idx="68377">
                  <c:v>156.19999999999999</c:v>
                </c:pt>
                <c:pt idx="68378">
                  <c:v>239.96</c:v>
                </c:pt>
                <c:pt idx="68379">
                  <c:v>169.98</c:v>
                </c:pt>
                <c:pt idx="68380">
                  <c:v>424.95</c:v>
                </c:pt>
                <c:pt idx="68381">
                  <c:v>372.92</c:v>
                </c:pt>
                <c:pt idx="68382">
                  <c:v>59.96</c:v>
                </c:pt>
                <c:pt idx="68383">
                  <c:v>189.51</c:v>
                </c:pt>
                <c:pt idx="68384">
                  <c:v>199.96</c:v>
                </c:pt>
                <c:pt idx="68385">
                  <c:v>199.96</c:v>
                </c:pt>
                <c:pt idx="68386">
                  <c:v>242.21</c:v>
                </c:pt>
                <c:pt idx="68387">
                  <c:v>169.98</c:v>
                </c:pt>
                <c:pt idx="68388">
                  <c:v>256.44</c:v>
                </c:pt>
                <c:pt idx="68389">
                  <c:v>179.96</c:v>
                </c:pt>
                <c:pt idx="68390">
                  <c:v>-58.98</c:v>
                </c:pt>
                <c:pt idx="68391">
                  <c:v>58.98</c:v>
                </c:pt>
                <c:pt idx="68392">
                  <c:v>85.99</c:v>
                </c:pt>
                <c:pt idx="68393">
                  <c:v>66.989999999999995</c:v>
                </c:pt>
                <c:pt idx="68394">
                  <c:v>113.47</c:v>
                </c:pt>
                <c:pt idx="68395">
                  <c:v>132.47</c:v>
                </c:pt>
                <c:pt idx="68396">
                  <c:v>66.989999999999995</c:v>
                </c:pt>
                <c:pt idx="68397">
                  <c:v>86.09</c:v>
                </c:pt>
                <c:pt idx="68398">
                  <c:v>99.94</c:v>
                </c:pt>
                <c:pt idx="68399">
                  <c:v>309.32</c:v>
                </c:pt>
                <c:pt idx="68400">
                  <c:v>291.95999999999998</c:v>
                </c:pt>
                <c:pt idx="68401">
                  <c:v>339.93</c:v>
                </c:pt>
                <c:pt idx="68402">
                  <c:v>-50.97</c:v>
                </c:pt>
                <c:pt idx="68403">
                  <c:v>154.96</c:v>
                </c:pt>
                <c:pt idx="68404">
                  <c:v>152.97999999999999</c:v>
                </c:pt>
                <c:pt idx="68405">
                  <c:v>205.92</c:v>
                </c:pt>
                <c:pt idx="68406">
                  <c:v>169.98</c:v>
                </c:pt>
                <c:pt idx="68407">
                  <c:v>121.98</c:v>
                </c:pt>
                <c:pt idx="68408">
                  <c:v>254.97</c:v>
                </c:pt>
                <c:pt idx="68409">
                  <c:v>129.96</c:v>
                </c:pt>
                <c:pt idx="68410">
                  <c:v>197.97</c:v>
                </c:pt>
                <c:pt idx="68411">
                  <c:v>59.96</c:v>
                </c:pt>
                <c:pt idx="68412">
                  <c:v>169.98</c:v>
                </c:pt>
                <c:pt idx="68413">
                  <c:v>182.97</c:v>
                </c:pt>
                <c:pt idx="68414">
                  <c:v>121.98</c:v>
                </c:pt>
                <c:pt idx="68415">
                  <c:v>159.97999999999999</c:v>
                </c:pt>
                <c:pt idx="68416">
                  <c:v>239.97</c:v>
                </c:pt>
                <c:pt idx="68417">
                  <c:v>262.92</c:v>
                </c:pt>
                <c:pt idx="68418">
                  <c:v>239.97</c:v>
                </c:pt>
                <c:pt idx="68419">
                  <c:v>57.58</c:v>
                </c:pt>
                <c:pt idx="68420">
                  <c:v>56.45</c:v>
                </c:pt>
                <c:pt idx="68421">
                  <c:v>59.98</c:v>
                </c:pt>
                <c:pt idx="68422">
                  <c:v>52.97</c:v>
                </c:pt>
                <c:pt idx="68423">
                  <c:v>69.98</c:v>
                </c:pt>
                <c:pt idx="68424">
                  <c:v>50.97</c:v>
                </c:pt>
                <c:pt idx="68425">
                  <c:v>50.97</c:v>
                </c:pt>
                <c:pt idx="68426">
                  <c:v>61.98</c:v>
                </c:pt>
                <c:pt idx="68427">
                  <c:v>59.98</c:v>
                </c:pt>
                <c:pt idx="68428">
                  <c:v>54.39</c:v>
                </c:pt>
                <c:pt idx="68429">
                  <c:v>59.97</c:v>
                </c:pt>
                <c:pt idx="68430">
                  <c:v>58.18</c:v>
                </c:pt>
                <c:pt idx="68431">
                  <c:v>59.98</c:v>
                </c:pt>
                <c:pt idx="68432">
                  <c:v>50.97</c:v>
                </c:pt>
                <c:pt idx="68433">
                  <c:v>59.98</c:v>
                </c:pt>
                <c:pt idx="68434">
                  <c:v>54.98</c:v>
                </c:pt>
                <c:pt idx="68435">
                  <c:v>54.98</c:v>
                </c:pt>
                <c:pt idx="68436">
                  <c:v>69.98</c:v>
                </c:pt>
                <c:pt idx="68437">
                  <c:v>43.98</c:v>
                </c:pt>
                <c:pt idx="68438">
                  <c:v>59.98</c:v>
                </c:pt>
                <c:pt idx="68439">
                  <c:v>58.29</c:v>
                </c:pt>
                <c:pt idx="68440">
                  <c:v>59.98</c:v>
                </c:pt>
                <c:pt idx="68441">
                  <c:v>53.07</c:v>
                </c:pt>
                <c:pt idx="68442">
                  <c:v>59.98</c:v>
                </c:pt>
                <c:pt idx="68443">
                  <c:v>81.48</c:v>
                </c:pt>
                <c:pt idx="68444">
                  <c:v>134.97999999999999</c:v>
                </c:pt>
                <c:pt idx="68445">
                  <c:v>-3</c:v>
                </c:pt>
                <c:pt idx="68446">
                  <c:v>131.97999999999999</c:v>
                </c:pt>
                <c:pt idx="68447">
                  <c:v>248.14</c:v>
                </c:pt>
                <c:pt idx="68448">
                  <c:v>131.97999999999999</c:v>
                </c:pt>
                <c:pt idx="68449">
                  <c:v>99.98</c:v>
                </c:pt>
                <c:pt idx="68450">
                  <c:v>131.97999999999999</c:v>
                </c:pt>
                <c:pt idx="68451">
                  <c:v>85.85</c:v>
                </c:pt>
                <c:pt idx="68452">
                  <c:v>152.97</c:v>
                </c:pt>
                <c:pt idx="68453">
                  <c:v>138.96</c:v>
                </c:pt>
                <c:pt idx="68454">
                  <c:v>106.97</c:v>
                </c:pt>
                <c:pt idx="68455">
                  <c:v>106.97</c:v>
                </c:pt>
                <c:pt idx="68456">
                  <c:v>123.98</c:v>
                </c:pt>
                <c:pt idx="68457">
                  <c:v>80.27</c:v>
                </c:pt>
                <c:pt idx="68458">
                  <c:v>324.95999999999998</c:v>
                </c:pt>
                <c:pt idx="68459">
                  <c:v>150.18</c:v>
                </c:pt>
                <c:pt idx="68460">
                  <c:v>164.98</c:v>
                </c:pt>
                <c:pt idx="68461">
                  <c:v>121.48</c:v>
                </c:pt>
                <c:pt idx="68462">
                  <c:v>179.97</c:v>
                </c:pt>
                <c:pt idx="68463">
                  <c:v>84.99</c:v>
                </c:pt>
                <c:pt idx="68464">
                  <c:v>137.46</c:v>
                </c:pt>
                <c:pt idx="68465">
                  <c:v>121.45</c:v>
                </c:pt>
                <c:pt idx="68466">
                  <c:v>169.98</c:v>
                </c:pt>
                <c:pt idx="68467">
                  <c:v>127.56</c:v>
                </c:pt>
                <c:pt idx="68468">
                  <c:v>13.99</c:v>
                </c:pt>
                <c:pt idx="68469">
                  <c:v>138.97999999999999</c:v>
                </c:pt>
                <c:pt idx="68470">
                  <c:v>125.06</c:v>
                </c:pt>
                <c:pt idx="68471">
                  <c:v>169.98</c:v>
                </c:pt>
                <c:pt idx="68472">
                  <c:v>94.95</c:v>
                </c:pt>
                <c:pt idx="68473">
                  <c:v>56.97</c:v>
                </c:pt>
                <c:pt idx="68474">
                  <c:v>249.96</c:v>
                </c:pt>
                <c:pt idx="68475">
                  <c:v>139.97</c:v>
                </c:pt>
                <c:pt idx="68476">
                  <c:v>241.92</c:v>
                </c:pt>
                <c:pt idx="68477">
                  <c:v>231.47</c:v>
                </c:pt>
                <c:pt idx="68478">
                  <c:v>71.489999999999995</c:v>
                </c:pt>
                <c:pt idx="68479">
                  <c:v>48.98</c:v>
                </c:pt>
                <c:pt idx="68480">
                  <c:v>52.47</c:v>
                </c:pt>
                <c:pt idx="68481">
                  <c:v>111.98</c:v>
                </c:pt>
                <c:pt idx="68482">
                  <c:v>63.98</c:v>
                </c:pt>
                <c:pt idx="68483">
                  <c:v>111.35</c:v>
                </c:pt>
                <c:pt idx="68484">
                  <c:v>84.11</c:v>
                </c:pt>
                <c:pt idx="68485">
                  <c:v>65.98</c:v>
                </c:pt>
                <c:pt idx="68486">
                  <c:v>92.31</c:v>
                </c:pt>
                <c:pt idx="68487">
                  <c:v>86.63</c:v>
                </c:pt>
                <c:pt idx="68488">
                  <c:v>85.83</c:v>
                </c:pt>
                <c:pt idx="68489">
                  <c:v>97.27</c:v>
                </c:pt>
                <c:pt idx="68490">
                  <c:v>61.98</c:v>
                </c:pt>
                <c:pt idx="68491">
                  <c:v>76.97</c:v>
                </c:pt>
                <c:pt idx="68492">
                  <c:v>92.97</c:v>
                </c:pt>
                <c:pt idx="68493">
                  <c:v>142.47999999999999</c:v>
                </c:pt>
                <c:pt idx="68494">
                  <c:v>84.96</c:v>
                </c:pt>
                <c:pt idx="68495">
                  <c:v>116.96</c:v>
                </c:pt>
                <c:pt idx="68496">
                  <c:v>146.94999999999999</c:v>
                </c:pt>
                <c:pt idx="68497">
                  <c:v>91.98</c:v>
                </c:pt>
                <c:pt idx="68498">
                  <c:v>55.77</c:v>
                </c:pt>
                <c:pt idx="68499">
                  <c:v>99.98</c:v>
                </c:pt>
                <c:pt idx="68500">
                  <c:v>65.19</c:v>
                </c:pt>
                <c:pt idx="68501">
                  <c:v>75.98</c:v>
                </c:pt>
                <c:pt idx="68502">
                  <c:v>65.989999999999995</c:v>
                </c:pt>
                <c:pt idx="68503">
                  <c:v>137.97999999999999</c:v>
                </c:pt>
                <c:pt idx="68504">
                  <c:v>87.98</c:v>
                </c:pt>
                <c:pt idx="68505">
                  <c:v>139.97999999999999</c:v>
                </c:pt>
                <c:pt idx="68506">
                  <c:v>65.989999999999995</c:v>
                </c:pt>
                <c:pt idx="68507">
                  <c:v>134.97999999999999</c:v>
                </c:pt>
                <c:pt idx="68508">
                  <c:v>68.989999999999995</c:v>
                </c:pt>
                <c:pt idx="68509">
                  <c:v>105.98</c:v>
                </c:pt>
                <c:pt idx="68510">
                  <c:v>55.98</c:v>
                </c:pt>
                <c:pt idx="68511">
                  <c:v>54.99</c:v>
                </c:pt>
                <c:pt idx="68512">
                  <c:v>68.989999999999995</c:v>
                </c:pt>
                <c:pt idx="68513">
                  <c:v>84.99</c:v>
                </c:pt>
                <c:pt idx="68514">
                  <c:v>83.39</c:v>
                </c:pt>
                <c:pt idx="68515">
                  <c:v>85.98</c:v>
                </c:pt>
                <c:pt idx="68516">
                  <c:v>84.99</c:v>
                </c:pt>
                <c:pt idx="68517">
                  <c:v>83.15</c:v>
                </c:pt>
                <c:pt idx="68518">
                  <c:v>98.98</c:v>
                </c:pt>
                <c:pt idx="68519">
                  <c:v>96.48</c:v>
                </c:pt>
                <c:pt idx="68520">
                  <c:v>124.98</c:v>
                </c:pt>
                <c:pt idx="68521">
                  <c:v>63.96</c:v>
                </c:pt>
                <c:pt idx="68522">
                  <c:v>81.95</c:v>
                </c:pt>
                <c:pt idx="68523">
                  <c:v>98.98</c:v>
                </c:pt>
                <c:pt idx="68524">
                  <c:v>84.07</c:v>
                </c:pt>
                <c:pt idx="68525">
                  <c:v>166.46</c:v>
                </c:pt>
                <c:pt idx="68526">
                  <c:v>84.99</c:v>
                </c:pt>
                <c:pt idx="68527">
                  <c:v>84.02</c:v>
                </c:pt>
                <c:pt idx="68528">
                  <c:v>112.97</c:v>
                </c:pt>
                <c:pt idx="68529">
                  <c:v>162.96</c:v>
                </c:pt>
                <c:pt idx="68530">
                  <c:v>105.95</c:v>
                </c:pt>
                <c:pt idx="68531">
                  <c:v>84.99</c:v>
                </c:pt>
                <c:pt idx="68532">
                  <c:v>184.97</c:v>
                </c:pt>
                <c:pt idx="68533">
                  <c:v>149.97</c:v>
                </c:pt>
                <c:pt idx="68534">
                  <c:v>168.97</c:v>
                </c:pt>
                <c:pt idx="68535">
                  <c:v>101.55</c:v>
                </c:pt>
                <c:pt idx="68536">
                  <c:v>114.55</c:v>
                </c:pt>
                <c:pt idx="68537">
                  <c:v>99.98</c:v>
                </c:pt>
                <c:pt idx="68538">
                  <c:v>149.97</c:v>
                </c:pt>
                <c:pt idx="68539">
                  <c:v>65.989999999999995</c:v>
                </c:pt>
                <c:pt idx="68540">
                  <c:v>65.989999999999995</c:v>
                </c:pt>
                <c:pt idx="68541">
                  <c:v>65.989999999999995</c:v>
                </c:pt>
                <c:pt idx="68542">
                  <c:v>65.989999999999995</c:v>
                </c:pt>
                <c:pt idx="68543">
                  <c:v>54.99</c:v>
                </c:pt>
                <c:pt idx="68544">
                  <c:v>65.989999999999995</c:v>
                </c:pt>
                <c:pt idx="68545">
                  <c:v>65.989999999999995</c:v>
                </c:pt>
                <c:pt idx="68546">
                  <c:v>65.989999999999995</c:v>
                </c:pt>
                <c:pt idx="68547">
                  <c:v>79.98</c:v>
                </c:pt>
                <c:pt idx="68548">
                  <c:v>69.98</c:v>
                </c:pt>
                <c:pt idx="68549">
                  <c:v>65.989999999999995</c:v>
                </c:pt>
                <c:pt idx="68550">
                  <c:v>123.95</c:v>
                </c:pt>
                <c:pt idx="68551">
                  <c:v>65.989999999999995</c:v>
                </c:pt>
                <c:pt idx="68552">
                  <c:v>84.99</c:v>
                </c:pt>
                <c:pt idx="68553">
                  <c:v>84.99</c:v>
                </c:pt>
                <c:pt idx="68554">
                  <c:v>62.13</c:v>
                </c:pt>
                <c:pt idx="68555">
                  <c:v>84.99</c:v>
                </c:pt>
                <c:pt idx="68556">
                  <c:v>82.73</c:v>
                </c:pt>
                <c:pt idx="68557">
                  <c:v>65.989999999999995</c:v>
                </c:pt>
                <c:pt idx="68558">
                  <c:v>84.99</c:v>
                </c:pt>
                <c:pt idx="68559">
                  <c:v>119.96</c:v>
                </c:pt>
                <c:pt idx="68560">
                  <c:v>84.99</c:v>
                </c:pt>
                <c:pt idx="68561">
                  <c:v>65.989999999999995</c:v>
                </c:pt>
                <c:pt idx="68562">
                  <c:v>84.99</c:v>
                </c:pt>
                <c:pt idx="68563">
                  <c:v>65.989999999999995</c:v>
                </c:pt>
                <c:pt idx="68564">
                  <c:v>77.34</c:v>
                </c:pt>
                <c:pt idx="68565">
                  <c:v>84.99</c:v>
                </c:pt>
                <c:pt idx="68566">
                  <c:v>84.99</c:v>
                </c:pt>
                <c:pt idx="68567">
                  <c:v>84.99</c:v>
                </c:pt>
                <c:pt idx="68568">
                  <c:v>130.52000000000001</c:v>
                </c:pt>
                <c:pt idx="68569">
                  <c:v>159.54</c:v>
                </c:pt>
                <c:pt idx="68570">
                  <c:v>169.98</c:v>
                </c:pt>
                <c:pt idx="68571">
                  <c:v>169.98</c:v>
                </c:pt>
                <c:pt idx="68572">
                  <c:v>169.98</c:v>
                </c:pt>
                <c:pt idx="68573">
                  <c:v>121.98</c:v>
                </c:pt>
                <c:pt idx="68574">
                  <c:v>84.98</c:v>
                </c:pt>
                <c:pt idx="68575">
                  <c:v>169.98</c:v>
                </c:pt>
                <c:pt idx="68576">
                  <c:v>105.98</c:v>
                </c:pt>
                <c:pt idx="68577">
                  <c:v>79.98</c:v>
                </c:pt>
                <c:pt idx="68578">
                  <c:v>107.17</c:v>
                </c:pt>
                <c:pt idx="68579">
                  <c:v>79.98</c:v>
                </c:pt>
                <c:pt idx="68580">
                  <c:v>80.98</c:v>
                </c:pt>
                <c:pt idx="68581">
                  <c:v>-21.7</c:v>
                </c:pt>
                <c:pt idx="68582">
                  <c:v>99.98</c:v>
                </c:pt>
                <c:pt idx="68583">
                  <c:v>79.98</c:v>
                </c:pt>
                <c:pt idx="68584">
                  <c:v>95.66</c:v>
                </c:pt>
                <c:pt idx="68585">
                  <c:v>79.98</c:v>
                </c:pt>
                <c:pt idx="68586">
                  <c:v>105.98</c:v>
                </c:pt>
                <c:pt idx="68587">
                  <c:v>105.98</c:v>
                </c:pt>
                <c:pt idx="68588">
                  <c:v>79.98</c:v>
                </c:pt>
                <c:pt idx="68589">
                  <c:v>79.98</c:v>
                </c:pt>
                <c:pt idx="68590">
                  <c:v>91.27</c:v>
                </c:pt>
                <c:pt idx="68591">
                  <c:v>101.28</c:v>
                </c:pt>
                <c:pt idx="68592">
                  <c:v>71.28</c:v>
                </c:pt>
                <c:pt idx="68593">
                  <c:v>218.78</c:v>
                </c:pt>
                <c:pt idx="68594">
                  <c:v>239.92</c:v>
                </c:pt>
                <c:pt idx="68595">
                  <c:v>119.96</c:v>
                </c:pt>
                <c:pt idx="68596">
                  <c:v>218.78</c:v>
                </c:pt>
                <c:pt idx="68597">
                  <c:v>181.24</c:v>
                </c:pt>
                <c:pt idx="68598">
                  <c:v>239.92</c:v>
                </c:pt>
                <c:pt idx="68599">
                  <c:v>121.26</c:v>
                </c:pt>
                <c:pt idx="68600">
                  <c:v>91.27</c:v>
                </c:pt>
                <c:pt idx="68601">
                  <c:v>71.28</c:v>
                </c:pt>
                <c:pt idx="68602">
                  <c:v>181.24</c:v>
                </c:pt>
                <c:pt idx="68603">
                  <c:v>119.96</c:v>
                </c:pt>
                <c:pt idx="68604">
                  <c:v>61.28</c:v>
                </c:pt>
                <c:pt idx="68605">
                  <c:v>119.96</c:v>
                </c:pt>
                <c:pt idx="68606">
                  <c:v>181.24</c:v>
                </c:pt>
                <c:pt idx="68607">
                  <c:v>119.96</c:v>
                </c:pt>
                <c:pt idx="68608">
                  <c:v>181.24</c:v>
                </c:pt>
                <c:pt idx="68609">
                  <c:v>119.96</c:v>
                </c:pt>
                <c:pt idx="68610">
                  <c:v>61.28</c:v>
                </c:pt>
                <c:pt idx="68611">
                  <c:v>119.96</c:v>
                </c:pt>
                <c:pt idx="68612">
                  <c:v>121.26</c:v>
                </c:pt>
                <c:pt idx="68613">
                  <c:v>101.28</c:v>
                </c:pt>
                <c:pt idx="68614">
                  <c:v>111.96</c:v>
                </c:pt>
                <c:pt idx="68615">
                  <c:v>115.96</c:v>
                </c:pt>
                <c:pt idx="68616">
                  <c:v>157.91999999999999</c:v>
                </c:pt>
                <c:pt idx="68617">
                  <c:v>121.96</c:v>
                </c:pt>
                <c:pt idx="68618">
                  <c:v>112.96</c:v>
                </c:pt>
                <c:pt idx="68619">
                  <c:v>128.94999999999999</c:v>
                </c:pt>
                <c:pt idx="68620">
                  <c:v>85.97</c:v>
                </c:pt>
                <c:pt idx="68621">
                  <c:v>111.96</c:v>
                </c:pt>
                <c:pt idx="68622">
                  <c:v>115.96</c:v>
                </c:pt>
                <c:pt idx="68623">
                  <c:v>105.96</c:v>
                </c:pt>
                <c:pt idx="68624">
                  <c:v>138.94999999999999</c:v>
                </c:pt>
                <c:pt idx="68625">
                  <c:v>295.92</c:v>
                </c:pt>
                <c:pt idx="68626">
                  <c:v>120.23</c:v>
                </c:pt>
                <c:pt idx="68627">
                  <c:v>129.94999999999999</c:v>
                </c:pt>
                <c:pt idx="68628">
                  <c:v>197.97</c:v>
                </c:pt>
                <c:pt idx="68629">
                  <c:v>226.94</c:v>
                </c:pt>
                <c:pt idx="68630">
                  <c:v>63.96</c:v>
                </c:pt>
                <c:pt idx="68631">
                  <c:v>133.47</c:v>
                </c:pt>
                <c:pt idx="68632">
                  <c:v>134.47</c:v>
                </c:pt>
                <c:pt idx="68633">
                  <c:v>216.72</c:v>
                </c:pt>
                <c:pt idx="68634">
                  <c:v>254.97</c:v>
                </c:pt>
                <c:pt idx="68635">
                  <c:v>169.98</c:v>
                </c:pt>
                <c:pt idx="68636">
                  <c:v>265.86</c:v>
                </c:pt>
                <c:pt idx="68637">
                  <c:v>315.11</c:v>
                </c:pt>
                <c:pt idx="68638">
                  <c:v>67.98</c:v>
                </c:pt>
                <c:pt idx="68639">
                  <c:v>31.49</c:v>
                </c:pt>
                <c:pt idx="68640">
                  <c:v>31.49</c:v>
                </c:pt>
                <c:pt idx="68641">
                  <c:v>65.989999999999995</c:v>
                </c:pt>
                <c:pt idx="68642">
                  <c:v>65.989999999999995</c:v>
                </c:pt>
                <c:pt idx="68643">
                  <c:v>31.49</c:v>
                </c:pt>
                <c:pt idx="68644">
                  <c:v>51.49</c:v>
                </c:pt>
                <c:pt idx="68645">
                  <c:v>12.49</c:v>
                </c:pt>
                <c:pt idx="68646">
                  <c:v>76.98</c:v>
                </c:pt>
                <c:pt idx="68647">
                  <c:v>31.49</c:v>
                </c:pt>
                <c:pt idx="68648">
                  <c:v>41.49</c:v>
                </c:pt>
                <c:pt idx="68649">
                  <c:v>65.989999999999995</c:v>
                </c:pt>
                <c:pt idx="68650">
                  <c:v>47.48</c:v>
                </c:pt>
                <c:pt idx="68651">
                  <c:v>55.98</c:v>
                </c:pt>
                <c:pt idx="68652">
                  <c:v>55.98</c:v>
                </c:pt>
                <c:pt idx="68653">
                  <c:v>26.49</c:v>
                </c:pt>
                <c:pt idx="68654">
                  <c:v>55.98</c:v>
                </c:pt>
                <c:pt idx="68655">
                  <c:v>12.49</c:v>
                </c:pt>
                <c:pt idx="68656">
                  <c:v>66.98</c:v>
                </c:pt>
                <c:pt idx="68657">
                  <c:v>65.989999999999995</c:v>
                </c:pt>
                <c:pt idx="68658">
                  <c:v>65.989999999999995</c:v>
                </c:pt>
                <c:pt idx="68659">
                  <c:v>65.989999999999995</c:v>
                </c:pt>
                <c:pt idx="68660">
                  <c:v>50.98</c:v>
                </c:pt>
                <c:pt idx="68661">
                  <c:v>41.49</c:v>
                </c:pt>
                <c:pt idx="68662">
                  <c:v>339.96</c:v>
                </c:pt>
                <c:pt idx="68663">
                  <c:v>152.97999999999999</c:v>
                </c:pt>
                <c:pt idx="68664">
                  <c:v>169.98</c:v>
                </c:pt>
                <c:pt idx="68665">
                  <c:v>339.96</c:v>
                </c:pt>
                <c:pt idx="68666">
                  <c:v>147.57</c:v>
                </c:pt>
                <c:pt idx="68667">
                  <c:v>73.459999999999994</c:v>
                </c:pt>
                <c:pt idx="68668">
                  <c:v>157.26</c:v>
                </c:pt>
                <c:pt idx="68669">
                  <c:v>147.6</c:v>
                </c:pt>
                <c:pt idx="68670">
                  <c:v>159.69999999999999</c:v>
                </c:pt>
                <c:pt idx="68671">
                  <c:v>159.69999999999999</c:v>
                </c:pt>
                <c:pt idx="68672">
                  <c:v>159.69999999999999</c:v>
                </c:pt>
                <c:pt idx="68673">
                  <c:v>125.97</c:v>
                </c:pt>
                <c:pt idx="68674">
                  <c:v>59.98</c:v>
                </c:pt>
                <c:pt idx="68675">
                  <c:v>63.97</c:v>
                </c:pt>
                <c:pt idx="68676">
                  <c:v>59.98</c:v>
                </c:pt>
                <c:pt idx="68677">
                  <c:v>122.11</c:v>
                </c:pt>
                <c:pt idx="68678">
                  <c:v>59.98</c:v>
                </c:pt>
                <c:pt idx="68679">
                  <c:v>59.98</c:v>
                </c:pt>
                <c:pt idx="68680">
                  <c:v>59.98</c:v>
                </c:pt>
                <c:pt idx="68681">
                  <c:v>59.98</c:v>
                </c:pt>
                <c:pt idx="68682">
                  <c:v>59.98</c:v>
                </c:pt>
                <c:pt idx="68683">
                  <c:v>49.26</c:v>
                </c:pt>
                <c:pt idx="68684">
                  <c:v>59.98</c:v>
                </c:pt>
                <c:pt idx="68685">
                  <c:v>89.97</c:v>
                </c:pt>
                <c:pt idx="68686">
                  <c:v>59.98</c:v>
                </c:pt>
                <c:pt idx="68687">
                  <c:v>64.98</c:v>
                </c:pt>
                <c:pt idx="68688">
                  <c:v>111.96</c:v>
                </c:pt>
                <c:pt idx="68689">
                  <c:v>78.59</c:v>
                </c:pt>
                <c:pt idx="68690">
                  <c:v>130.61000000000001</c:v>
                </c:pt>
                <c:pt idx="68691">
                  <c:v>129.30000000000001</c:v>
                </c:pt>
                <c:pt idx="68692">
                  <c:v>86.2</c:v>
                </c:pt>
                <c:pt idx="68693">
                  <c:v>87.07</c:v>
                </c:pt>
                <c:pt idx="68694">
                  <c:v>61.98</c:v>
                </c:pt>
                <c:pt idx="68695">
                  <c:v>61.98</c:v>
                </c:pt>
                <c:pt idx="68696">
                  <c:v>63.54</c:v>
                </c:pt>
                <c:pt idx="68697">
                  <c:v>61.98</c:v>
                </c:pt>
                <c:pt idx="68698">
                  <c:v>78.97</c:v>
                </c:pt>
                <c:pt idx="68699">
                  <c:v>61.98</c:v>
                </c:pt>
                <c:pt idx="68700">
                  <c:v>89.97</c:v>
                </c:pt>
                <c:pt idx="68701">
                  <c:v>61.98</c:v>
                </c:pt>
                <c:pt idx="68702">
                  <c:v>61.98</c:v>
                </c:pt>
                <c:pt idx="68703">
                  <c:v>61.98</c:v>
                </c:pt>
                <c:pt idx="68704">
                  <c:v>61.98</c:v>
                </c:pt>
                <c:pt idx="68705">
                  <c:v>91.97</c:v>
                </c:pt>
                <c:pt idx="68706">
                  <c:v>61.98</c:v>
                </c:pt>
                <c:pt idx="68707">
                  <c:v>58.04</c:v>
                </c:pt>
                <c:pt idx="68708">
                  <c:v>56.6</c:v>
                </c:pt>
                <c:pt idx="68709">
                  <c:v>61.98</c:v>
                </c:pt>
                <c:pt idx="68710">
                  <c:v>103.96</c:v>
                </c:pt>
                <c:pt idx="68711">
                  <c:v>61.93</c:v>
                </c:pt>
                <c:pt idx="68712">
                  <c:v>53.98</c:v>
                </c:pt>
                <c:pt idx="68713">
                  <c:v>53.98</c:v>
                </c:pt>
                <c:pt idx="68714">
                  <c:v>53.98</c:v>
                </c:pt>
                <c:pt idx="68715">
                  <c:v>56.95</c:v>
                </c:pt>
                <c:pt idx="68716">
                  <c:v>53.98</c:v>
                </c:pt>
                <c:pt idx="68717">
                  <c:v>53.98</c:v>
                </c:pt>
                <c:pt idx="68718">
                  <c:v>53.98</c:v>
                </c:pt>
                <c:pt idx="68719">
                  <c:v>79.959999999999994</c:v>
                </c:pt>
                <c:pt idx="68720">
                  <c:v>26.99</c:v>
                </c:pt>
                <c:pt idx="68721">
                  <c:v>55.98</c:v>
                </c:pt>
                <c:pt idx="68722">
                  <c:v>107.96</c:v>
                </c:pt>
                <c:pt idx="68723">
                  <c:v>244.37</c:v>
                </c:pt>
                <c:pt idx="68724">
                  <c:v>147.6</c:v>
                </c:pt>
                <c:pt idx="68725">
                  <c:v>147.6</c:v>
                </c:pt>
                <c:pt idx="68726">
                  <c:v>147.6</c:v>
                </c:pt>
                <c:pt idx="68727">
                  <c:v>221.39</c:v>
                </c:pt>
                <c:pt idx="68728">
                  <c:v>332.67</c:v>
                </c:pt>
                <c:pt idx="68729">
                  <c:v>189.95</c:v>
                </c:pt>
                <c:pt idx="68730">
                  <c:v>131.97999999999999</c:v>
                </c:pt>
                <c:pt idx="68731">
                  <c:v>284.93</c:v>
                </c:pt>
                <c:pt idx="68732">
                  <c:v>119.97</c:v>
                </c:pt>
                <c:pt idx="68733">
                  <c:v>258.93</c:v>
                </c:pt>
                <c:pt idx="68734">
                  <c:v>59.96</c:v>
                </c:pt>
                <c:pt idx="68735">
                  <c:v>79.98</c:v>
                </c:pt>
                <c:pt idx="68736">
                  <c:v>59.96</c:v>
                </c:pt>
                <c:pt idx="68737">
                  <c:v>98.97</c:v>
                </c:pt>
                <c:pt idx="68738">
                  <c:v>59.96</c:v>
                </c:pt>
                <c:pt idx="68739">
                  <c:v>84.99</c:v>
                </c:pt>
                <c:pt idx="68740">
                  <c:v>134.97</c:v>
                </c:pt>
                <c:pt idx="68741">
                  <c:v>59.98</c:v>
                </c:pt>
                <c:pt idx="68742">
                  <c:v>84.98</c:v>
                </c:pt>
                <c:pt idx="68743">
                  <c:v>43.48</c:v>
                </c:pt>
                <c:pt idx="68744">
                  <c:v>71.78</c:v>
                </c:pt>
                <c:pt idx="68745">
                  <c:v>41.49</c:v>
                </c:pt>
                <c:pt idx="68746">
                  <c:v>83.97</c:v>
                </c:pt>
                <c:pt idx="68747">
                  <c:v>49.44</c:v>
                </c:pt>
                <c:pt idx="68748">
                  <c:v>74.97</c:v>
                </c:pt>
                <c:pt idx="68749">
                  <c:v>144.97</c:v>
                </c:pt>
                <c:pt idx="68750">
                  <c:v>74.98</c:v>
                </c:pt>
                <c:pt idx="68751">
                  <c:v>65.989999999999995</c:v>
                </c:pt>
                <c:pt idx="68752">
                  <c:v>65.989999999999995</c:v>
                </c:pt>
                <c:pt idx="68753">
                  <c:v>90.83</c:v>
                </c:pt>
                <c:pt idx="68754">
                  <c:v>185.95</c:v>
                </c:pt>
                <c:pt idx="68755">
                  <c:v>193.46</c:v>
                </c:pt>
                <c:pt idx="68756">
                  <c:v>169.98</c:v>
                </c:pt>
                <c:pt idx="68757">
                  <c:v>131.97999999999999</c:v>
                </c:pt>
                <c:pt idx="68758">
                  <c:v>163</c:v>
                </c:pt>
                <c:pt idx="68759">
                  <c:v>163</c:v>
                </c:pt>
                <c:pt idx="68760">
                  <c:v>131.97999999999999</c:v>
                </c:pt>
                <c:pt idx="68761">
                  <c:v>131.97999999999999</c:v>
                </c:pt>
                <c:pt idx="68762">
                  <c:v>169.98</c:v>
                </c:pt>
                <c:pt idx="68763">
                  <c:v>169.98</c:v>
                </c:pt>
                <c:pt idx="68764">
                  <c:v>169.98</c:v>
                </c:pt>
                <c:pt idx="68765">
                  <c:v>169.98</c:v>
                </c:pt>
                <c:pt idx="68766">
                  <c:v>131.97999999999999</c:v>
                </c:pt>
                <c:pt idx="68767">
                  <c:v>169.98</c:v>
                </c:pt>
                <c:pt idx="68768">
                  <c:v>131.97999999999999</c:v>
                </c:pt>
                <c:pt idx="68769">
                  <c:v>131.97999999999999</c:v>
                </c:pt>
                <c:pt idx="68770">
                  <c:v>72.97</c:v>
                </c:pt>
                <c:pt idx="68771">
                  <c:v>62.98</c:v>
                </c:pt>
                <c:pt idx="68772">
                  <c:v>79.98</c:v>
                </c:pt>
                <c:pt idx="68773">
                  <c:v>92.97</c:v>
                </c:pt>
                <c:pt idx="68774">
                  <c:v>161.97</c:v>
                </c:pt>
                <c:pt idx="68775">
                  <c:v>89.98</c:v>
                </c:pt>
                <c:pt idx="68776">
                  <c:v>40.49</c:v>
                </c:pt>
                <c:pt idx="68777">
                  <c:v>56.98</c:v>
                </c:pt>
                <c:pt idx="68778">
                  <c:v>142.94999999999999</c:v>
                </c:pt>
                <c:pt idx="68779">
                  <c:v>122.97</c:v>
                </c:pt>
                <c:pt idx="68780">
                  <c:v>117.05</c:v>
                </c:pt>
                <c:pt idx="68781">
                  <c:v>59.36</c:v>
                </c:pt>
                <c:pt idx="68782">
                  <c:v>74.95</c:v>
                </c:pt>
                <c:pt idx="68783">
                  <c:v>59.36</c:v>
                </c:pt>
                <c:pt idx="68784">
                  <c:v>74.95</c:v>
                </c:pt>
                <c:pt idx="68785">
                  <c:v>58.81</c:v>
                </c:pt>
                <c:pt idx="68786">
                  <c:v>59.96</c:v>
                </c:pt>
                <c:pt idx="68787">
                  <c:v>112.35</c:v>
                </c:pt>
                <c:pt idx="68788">
                  <c:v>59.93</c:v>
                </c:pt>
                <c:pt idx="68789">
                  <c:v>84.36</c:v>
                </c:pt>
                <c:pt idx="68790">
                  <c:v>59.96</c:v>
                </c:pt>
                <c:pt idx="68791">
                  <c:v>108.06</c:v>
                </c:pt>
                <c:pt idx="68792">
                  <c:v>65.989999999999995</c:v>
                </c:pt>
                <c:pt idx="68793">
                  <c:v>65.989999999999995</c:v>
                </c:pt>
                <c:pt idx="68794">
                  <c:v>19.989999999999998</c:v>
                </c:pt>
                <c:pt idx="68795">
                  <c:v>87.78</c:v>
                </c:pt>
                <c:pt idx="68796">
                  <c:v>76.48</c:v>
                </c:pt>
                <c:pt idx="68797">
                  <c:v>109.47</c:v>
                </c:pt>
                <c:pt idx="68798">
                  <c:v>60.2</c:v>
                </c:pt>
                <c:pt idx="68799">
                  <c:v>84.99</c:v>
                </c:pt>
                <c:pt idx="68800">
                  <c:v>68.989999999999995</c:v>
                </c:pt>
                <c:pt idx="68801">
                  <c:v>169.98</c:v>
                </c:pt>
                <c:pt idx="68802">
                  <c:v>197.96</c:v>
                </c:pt>
                <c:pt idx="68803">
                  <c:v>163.65</c:v>
                </c:pt>
                <c:pt idx="68804">
                  <c:v>131.97999999999999</c:v>
                </c:pt>
                <c:pt idx="68805">
                  <c:v>133.96</c:v>
                </c:pt>
                <c:pt idx="68806">
                  <c:v>149.33000000000001</c:v>
                </c:pt>
                <c:pt idx="68807">
                  <c:v>92.97</c:v>
                </c:pt>
                <c:pt idx="68808">
                  <c:v>79.98</c:v>
                </c:pt>
                <c:pt idx="68809">
                  <c:v>80.739999999999995</c:v>
                </c:pt>
                <c:pt idx="68810">
                  <c:v>84.99</c:v>
                </c:pt>
                <c:pt idx="68811">
                  <c:v>143.97</c:v>
                </c:pt>
                <c:pt idx="68812">
                  <c:v>57.97</c:v>
                </c:pt>
                <c:pt idx="68813">
                  <c:v>67.97</c:v>
                </c:pt>
                <c:pt idx="68814">
                  <c:v>53.94</c:v>
                </c:pt>
                <c:pt idx="68815">
                  <c:v>41.19</c:v>
                </c:pt>
                <c:pt idx="68816">
                  <c:v>57.97</c:v>
                </c:pt>
                <c:pt idx="68817">
                  <c:v>17.190000000000001</c:v>
                </c:pt>
                <c:pt idx="68818">
                  <c:v>19.489999999999998</c:v>
                </c:pt>
                <c:pt idx="68819">
                  <c:v>50.98</c:v>
                </c:pt>
                <c:pt idx="68820">
                  <c:v>50.18</c:v>
                </c:pt>
                <c:pt idx="68821">
                  <c:v>67.97</c:v>
                </c:pt>
                <c:pt idx="68822">
                  <c:v>41.19</c:v>
                </c:pt>
                <c:pt idx="68823">
                  <c:v>79.98</c:v>
                </c:pt>
                <c:pt idx="68824">
                  <c:v>50.98</c:v>
                </c:pt>
                <c:pt idx="68825">
                  <c:v>57.97</c:v>
                </c:pt>
                <c:pt idx="68826">
                  <c:v>95.95</c:v>
                </c:pt>
                <c:pt idx="68827">
                  <c:v>117.94</c:v>
                </c:pt>
                <c:pt idx="68828">
                  <c:v>59.97</c:v>
                </c:pt>
                <c:pt idx="68829">
                  <c:v>63.08</c:v>
                </c:pt>
                <c:pt idx="68830">
                  <c:v>95.95</c:v>
                </c:pt>
                <c:pt idx="68831">
                  <c:v>57.97</c:v>
                </c:pt>
                <c:pt idx="68832">
                  <c:v>100.94</c:v>
                </c:pt>
                <c:pt idx="68833">
                  <c:v>99.95</c:v>
                </c:pt>
                <c:pt idx="68834">
                  <c:v>199.9</c:v>
                </c:pt>
                <c:pt idx="68835">
                  <c:v>97.36</c:v>
                </c:pt>
                <c:pt idx="68836">
                  <c:v>99.88</c:v>
                </c:pt>
                <c:pt idx="68837">
                  <c:v>76.489999999999995</c:v>
                </c:pt>
                <c:pt idx="68838">
                  <c:v>100.98</c:v>
                </c:pt>
                <c:pt idx="68839">
                  <c:v>166.47</c:v>
                </c:pt>
                <c:pt idx="68840">
                  <c:v>131.08000000000001</c:v>
                </c:pt>
                <c:pt idx="68841">
                  <c:v>77.87</c:v>
                </c:pt>
                <c:pt idx="68842">
                  <c:v>84.99</c:v>
                </c:pt>
                <c:pt idx="68843">
                  <c:v>84.99</c:v>
                </c:pt>
                <c:pt idx="68844">
                  <c:v>68.989999999999995</c:v>
                </c:pt>
                <c:pt idx="68845">
                  <c:v>169.98</c:v>
                </c:pt>
                <c:pt idx="68846">
                  <c:v>109.98</c:v>
                </c:pt>
                <c:pt idx="68847">
                  <c:v>124.97</c:v>
                </c:pt>
                <c:pt idx="68848">
                  <c:v>88.91</c:v>
                </c:pt>
                <c:pt idx="68849">
                  <c:v>66.53</c:v>
                </c:pt>
                <c:pt idx="68850">
                  <c:v>180.25</c:v>
                </c:pt>
                <c:pt idx="68851">
                  <c:v>79.849999999999994</c:v>
                </c:pt>
                <c:pt idx="68852">
                  <c:v>131.87</c:v>
                </c:pt>
                <c:pt idx="68853">
                  <c:v>127.03</c:v>
                </c:pt>
                <c:pt idx="68854">
                  <c:v>79.849999999999994</c:v>
                </c:pt>
                <c:pt idx="68855">
                  <c:v>96.78</c:v>
                </c:pt>
                <c:pt idx="68856">
                  <c:v>123.38</c:v>
                </c:pt>
                <c:pt idx="68857">
                  <c:v>49.59</c:v>
                </c:pt>
                <c:pt idx="68858">
                  <c:v>208.08</c:v>
                </c:pt>
                <c:pt idx="68859">
                  <c:v>79.849999999999994</c:v>
                </c:pt>
                <c:pt idx="68860">
                  <c:v>19.989999999999998</c:v>
                </c:pt>
                <c:pt idx="68861">
                  <c:v>85.96</c:v>
                </c:pt>
                <c:pt idx="68862">
                  <c:v>83.48</c:v>
                </c:pt>
                <c:pt idx="68863">
                  <c:v>23.99</c:v>
                </c:pt>
                <c:pt idx="68864">
                  <c:v>51.49</c:v>
                </c:pt>
                <c:pt idx="68865">
                  <c:v>129.97</c:v>
                </c:pt>
                <c:pt idx="68866">
                  <c:v>74.97</c:v>
                </c:pt>
                <c:pt idx="68867">
                  <c:v>73.98</c:v>
                </c:pt>
                <c:pt idx="68868">
                  <c:v>-81.98</c:v>
                </c:pt>
                <c:pt idx="68869">
                  <c:v>30.48</c:v>
                </c:pt>
                <c:pt idx="68870">
                  <c:v>104.98</c:v>
                </c:pt>
                <c:pt idx="68871">
                  <c:v>26.79</c:v>
                </c:pt>
                <c:pt idx="68872">
                  <c:v>81.98</c:v>
                </c:pt>
                <c:pt idx="68873">
                  <c:v>92.98</c:v>
                </c:pt>
                <c:pt idx="68874">
                  <c:v>67.989999999999995</c:v>
                </c:pt>
                <c:pt idx="68875">
                  <c:v>76.98</c:v>
                </c:pt>
                <c:pt idx="68876">
                  <c:v>65.19</c:v>
                </c:pt>
                <c:pt idx="68877">
                  <c:v>84.99</c:v>
                </c:pt>
                <c:pt idx="68878">
                  <c:v>68.989999999999995</c:v>
                </c:pt>
                <c:pt idx="68879">
                  <c:v>84.99</c:v>
                </c:pt>
                <c:pt idx="68880">
                  <c:v>84.99</c:v>
                </c:pt>
                <c:pt idx="68881">
                  <c:v>89.17</c:v>
                </c:pt>
                <c:pt idx="68882">
                  <c:v>68.989999999999995</c:v>
                </c:pt>
                <c:pt idx="68883">
                  <c:v>73.989999999999995</c:v>
                </c:pt>
                <c:pt idx="68884">
                  <c:v>111.57</c:v>
                </c:pt>
                <c:pt idx="68885">
                  <c:v>71.989999999999995</c:v>
                </c:pt>
                <c:pt idx="68886">
                  <c:v>84.99</c:v>
                </c:pt>
                <c:pt idx="68887">
                  <c:v>84.99</c:v>
                </c:pt>
                <c:pt idx="68888">
                  <c:v>148.97999999999999</c:v>
                </c:pt>
                <c:pt idx="68889">
                  <c:v>84.99</c:v>
                </c:pt>
                <c:pt idx="68890">
                  <c:v>214.95</c:v>
                </c:pt>
                <c:pt idx="68891">
                  <c:v>162.06</c:v>
                </c:pt>
                <c:pt idx="68892">
                  <c:v>57.4</c:v>
                </c:pt>
                <c:pt idx="68893">
                  <c:v>205.95</c:v>
                </c:pt>
                <c:pt idx="68894">
                  <c:v>76.489999999999995</c:v>
                </c:pt>
                <c:pt idx="68895">
                  <c:v>84.99</c:v>
                </c:pt>
                <c:pt idx="68896">
                  <c:v>76.489999999999995</c:v>
                </c:pt>
                <c:pt idx="68897">
                  <c:v>44.97</c:v>
                </c:pt>
                <c:pt idx="68898">
                  <c:v>5.95</c:v>
                </c:pt>
                <c:pt idx="68899">
                  <c:v>149.62</c:v>
                </c:pt>
                <c:pt idx="68900">
                  <c:v>68.97</c:v>
                </c:pt>
                <c:pt idx="68901">
                  <c:v>98.72</c:v>
                </c:pt>
                <c:pt idx="68902">
                  <c:v>237.94</c:v>
                </c:pt>
                <c:pt idx="68903">
                  <c:v>156.94999999999999</c:v>
                </c:pt>
                <c:pt idx="68904">
                  <c:v>117.97</c:v>
                </c:pt>
                <c:pt idx="68905">
                  <c:v>71.98</c:v>
                </c:pt>
                <c:pt idx="68906">
                  <c:v>73.97</c:v>
                </c:pt>
                <c:pt idx="68907">
                  <c:v>105.87</c:v>
                </c:pt>
                <c:pt idx="68908">
                  <c:v>113.97</c:v>
                </c:pt>
                <c:pt idx="68909">
                  <c:v>107.96</c:v>
                </c:pt>
                <c:pt idx="68910">
                  <c:v>84.98</c:v>
                </c:pt>
                <c:pt idx="68911">
                  <c:v>197.97</c:v>
                </c:pt>
                <c:pt idx="68912">
                  <c:v>176.19</c:v>
                </c:pt>
                <c:pt idx="68913">
                  <c:v>197.97</c:v>
                </c:pt>
                <c:pt idx="68914">
                  <c:v>181.97</c:v>
                </c:pt>
                <c:pt idx="68915">
                  <c:v>197.97</c:v>
                </c:pt>
                <c:pt idx="68916">
                  <c:v>92.98</c:v>
                </c:pt>
                <c:pt idx="68917">
                  <c:v>102.98</c:v>
                </c:pt>
                <c:pt idx="68918">
                  <c:v>129.97999999999999</c:v>
                </c:pt>
                <c:pt idx="68919">
                  <c:v>76.489999999999995</c:v>
                </c:pt>
                <c:pt idx="68920">
                  <c:v>84.99</c:v>
                </c:pt>
                <c:pt idx="68921">
                  <c:v>97.98</c:v>
                </c:pt>
                <c:pt idx="68922">
                  <c:v>84.99</c:v>
                </c:pt>
                <c:pt idx="68923">
                  <c:v>80.739999999999995</c:v>
                </c:pt>
                <c:pt idx="68924">
                  <c:v>124.98</c:v>
                </c:pt>
                <c:pt idx="68925">
                  <c:v>79.89</c:v>
                </c:pt>
                <c:pt idx="68926">
                  <c:v>129.97999999999999</c:v>
                </c:pt>
                <c:pt idx="68927">
                  <c:v>68.989999999999995</c:v>
                </c:pt>
                <c:pt idx="68928">
                  <c:v>161.91</c:v>
                </c:pt>
                <c:pt idx="68929">
                  <c:v>118.78</c:v>
                </c:pt>
                <c:pt idx="68930">
                  <c:v>118.78</c:v>
                </c:pt>
                <c:pt idx="68931">
                  <c:v>141.9</c:v>
                </c:pt>
                <c:pt idx="68932">
                  <c:v>149.97999999999999</c:v>
                </c:pt>
                <c:pt idx="68933">
                  <c:v>121.37</c:v>
                </c:pt>
                <c:pt idx="68934">
                  <c:v>149.97999999999999</c:v>
                </c:pt>
                <c:pt idx="68935">
                  <c:v>75.510000000000005</c:v>
                </c:pt>
                <c:pt idx="68936">
                  <c:v>139.9</c:v>
                </c:pt>
                <c:pt idx="68937">
                  <c:v>82.44</c:v>
                </c:pt>
                <c:pt idx="68938">
                  <c:v>169.98</c:v>
                </c:pt>
                <c:pt idx="68939">
                  <c:v>121.37</c:v>
                </c:pt>
                <c:pt idx="68940">
                  <c:v>84.99</c:v>
                </c:pt>
                <c:pt idx="68941">
                  <c:v>75.510000000000005</c:v>
                </c:pt>
                <c:pt idx="68942">
                  <c:v>169.98</c:v>
                </c:pt>
                <c:pt idx="68943">
                  <c:v>169.98</c:v>
                </c:pt>
                <c:pt idx="68944">
                  <c:v>159.96</c:v>
                </c:pt>
                <c:pt idx="68945">
                  <c:v>159.96</c:v>
                </c:pt>
                <c:pt idx="68946">
                  <c:v>141.9</c:v>
                </c:pt>
                <c:pt idx="68947">
                  <c:v>84.99</c:v>
                </c:pt>
                <c:pt idx="68948">
                  <c:v>84.14</c:v>
                </c:pt>
                <c:pt idx="68949">
                  <c:v>84.99</c:v>
                </c:pt>
                <c:pt idx="68950">
                  <c:v>169.98</c:v>
                </c:pt>
                <c:pt idx="68951">
                  <c:v>84.99</c:v>
                </c:pt>
                <c:pt idx="68952">
                  <c:v>139.9</c:v>
                </c:pt>
                <c:pt idx="68953">
                  <c:v>161.91</c:v>
                </c:pt>
                <c:pt idx="68954">
                  <c:v>169.98</c:v>
                </c:pt>
                <c:pt idx="68955">
                  <c:v>82.44</c:v>
                </c:pt>
                <c:pt idx="68956">
                  <c:v>84.14</c:v>
                </c:pt>
                <c:pt idx="68957">
                  <c:v>169.98</c:v>
                </c:pt>
                <c:pt idx="68958">
                  <c:v>55.96</c:v>
                </c:pt>
                <c:pt idx="68959">
                  <c:v>134.97</c:v>
                </c:pt>
                <c:pt idx="68960">
                  <c:v>89.96</c:v>
                </c:pt>
                <c:pt idx="68961">
                  <c:v>58.97</c:v>
                </c:pt>
                <c:pt idx="68962">
                  <c:v>55.96</c:v>
                </c:pt>
                <c:pt idx="68963">
                  <c:v>140.94999999999999</c:v>
                </c:pt>
                <c:pt idx="68964">
                  <c:v>99.98</c:v>
                </c:pt>
                <c:pt idx="68965">
                  <c:v>-39.83</c:v>
                </c:pt>
                <c:pt idx="68966">
                  <c:v>99.98</c:v>
                </c:pt>
                <c:pt idx="68967">
                  <c:v>105.95</c:v>
                </c:pt>
                <c:pt idx="68968">
                  <c:v>55.96</c:v>
                </c:pt>
                <c:pt idx="68969">
                  <c:v>57.51</c:v>
                </c:pt>
                <c:pt idx="68970">
                  <c:v>65.98</c:v>
                </c:pt>
                <c:pt idx="68971">
                  <c:v>99.98</c:v>
                </c:pt>
                <c:pt idx="68972">
                  <c:v>64.98</c:v>
                </c:pt>
                <c:pt idx="68973">
                  <c:v>99.98</c:v>
                </c:pt>
                <c:pt idx="68974">
                  <c:v>99.98</c:v>
                </c:pt>
                <c:pt idx="68975">
                  <c:v>89.98</c:v>
                </c:pt>
                <c:pt idx="68976">
                  <c:v>197.97</c:v>
                </c:pt>
                <c:pt idx="68977">
                  <c:v>101.92</c:v>
                </c:pt>
                <c:pt idx="68978">
                  <c:v>59.99</c:v>
                </c:pt>
                <c:pt idx="68979">
                  <c:v>257.27999999999997</c:v>
                </c:pt>
                <c:pt idx="68980">
                  <c:v>65.989999999999995</c:v>
                </c:pt>
                <c:pt idx="68981">
                  <c:v>140.34</c:v>
                </c:pt>
                <c:pt idx="68982">
                  <c:v>112.18</c:v>
                </c:pt>
                <c:pt idx="68983">
                  <c:v>65.989999999999995</c:v>
                </c:pt>
                <c:pt idx="68984">
                  <c:v>159.09</c:v>
                </c:pt>
                <c:pt idx="68985">
                  <c:v>135.97999999999999</c:v>
                </c:pt>
                <c:pt idx="68986">
                  <c:v>59.39</c:v>
                </c:pt>
                <c:pt idx="68987">
                  <c:v>125.38</c:v>
                </c:pt>
                <c:pt idx="68988">
                  <c:v>155.13999999999999</c:v>
                </c:pt>
                <c:pt idx="68989">
                  <c:v>65.989999999999995</c:v>
                </c:pt>
                <c:pt idx="68990">
                  <c:v>115.58</c:v>
                </c:pt>
                <c:pt idx="68991">
                  <c:v>79.989999999999995</c:v>
                </c:pt>
                <c:pt idx="68992">
                  <c:v>59.99</c:v>
                </c:pt>
                <c:pt idx="68993">
                  <c:v>199.96</c:v>
                </c:pt>
                <c:pt idx="68994">
                  <c:v>79.989999999999995</c:v>
                </c:pt>
                <c:pt idx="68995">
                  <c:v>152.08000000000001</c:v>
                </c:pt>
                <c:pt idx="68996">
                  <c:v>93.08</c:v>
                </c:pt>
                <c:pt idx="68997">
                  <c:v>105.56</c:v>
                </c:pt>
                <c:pt idx="68998">
                  <c:v>79.989999999999995</c:v>
                </c:pt>
                <c:pt idx="68999">
                  <c:v>79.989999999999995</c:v>
                </c:pt>
                <c:pt idx="69000">
                  <c:v>79.989999999999995</c:v>
                </c:pt>
                <c:pt idx="69001">
                  <c:v>79.989999999999995</c:v>
                </c:pt>
                <c:pt idx="69002">
                  <c:v>79.989999999999995</c:v>
                </c:pt>
                <c:pt idx="69003">
                  <c:v>128.57</c:v>
                </c:pt>
                <c:pt idx="69004">
                  <c:v>79.989999999999995</c:v>
                </c:pt>
                <c:pt idx="69005">
                  <c:v>80.959999999999994</c:v>
                </c:pt>
                <c:pt idx="69006">
                  <c:v>64.98</c:v>
                </c:pt>
                <c:pt idx="69007">
                  <c:v>65.989999999999995</c:v>
                </c:pt>
                <c:pt idx="69008">
                  <c:v>65.989999999999995</c:v>
                </c:pt>
                <c:pt idx="69009">
                  <c:v>1.5</c:v>
                </c:pt>
                <c:pt idx="69010">
                  <c:v>98.6</c:v>
                </c:pt>
                <c:pt idx="69011">
                  <c:v>81.98</c:v>
                </c:pt>
                <c:pt idx="69012">
                  <c:v>107.98</c:v>
                </c:pt>
                <c:pt idx="69013">
                  <c:v>65.989999999999995</c:v>
                </c:pt>
                <c:pt idx="69014">
                  <c:v>65.989999999999995</c:v>
                </c:pt>
                <c:pt idx="69015">
                  <c:v>59.98</c:v>
                </c:pt>
                <c:pt idx="69016">
                  <c:v>59.98</c:v>
                </c:pt>
                <c:pt idx="69017">
                  <c:v>59.98</c:v>
                </c:pt>
                <c:pt idx="69018">
                  <c:v>59.98</c:v>
                </c:pt>
                <c:pt idx="69019">
                  <c:v>59.98</c:v>
                </c:pt>
                <c:pt idx="69020">
                  <c:v>59.98</c:v>
                </c:pt>
                <c:pt idx="69021">
                  <c:v>59.98</c:v>
                </c:pt>
                <c:pt idx="69022">
                  <c:v>59.98</c:v>
                </c:pt>
                <c:pt idx="69023">
                  <c:v>59.98</c:v>
                </c:pt>
                <c:pt idx="69024">
                  <c:v>59.98</c:v>
                </c:pt>
                <c:pt idx="69025">
                  <c:v>54.72</c:v>
                </c:pt>
                <c:pt idx="69026">
                  <c:v>59.98</c:v>
                </c:pt>
                <c:pt idx="69027">
                  <c:v>59.98</c:v>
                </c:pt>
                <c:pt idx="69028">
                  <c:v>59.98</c:v>
                </c:pt>
                <c:pt idx="69029">
                  <c:v>55.98</c:v>
                </c:pt>
                <c:pt idx="69030">
                  <c:v>59.98</c:v>
                </c:pt>
                <c:pt idx="69031">
                  <c:v>59.98</c:v>
                </c:pt>
                <c:pt idx="69032">
                  <c:v>50.98</c:v>
                </c:pt>
                <c:pt idx="69033">
                  <c:v>59.98</c:v>
                </c:pt>
                <c:pt idx="69034">
                  <c:v>59.98</c:v>
                </c:pt>
                <c:pt idx="69035">
                  <c:v>10.99</c:v>
                </c:pt>
                <c:pt idx="69036">
                  <c:v>80.98</c:v>
                </c:pt>
                <c:pt idx="69037">
                  <c:v>123.16</c:v>
                </c:pt>
                <c:pt idx="69038">
                  <c:v>102.18</c:v>
                </c:pt>
                <c:pt idx="69039">
                  <c:v>95.77</c:v>
                </c:pt>
                <c:pt idx="69040">
                  <c:v>148.94999999999999</c:v>
                </c:pt>
                <c:pt idx="69041">
                  <c:v>59.89</c:v>
                </c:pt>
                <c:pt idx="69042">
                  <c:v>86.68</c:v>
                </c:pt>
                <c:pt idx="69043">
                  <c:v>65.989999999999995</c:v>
                </c:pt>
                <c:pt idx="69044">
                  <c:v>65.989999999999995</c:v>
                </c:pt>
                <c:pt idx="69045">
                  <c:v>65.989999999999995</c:v>
                </c:pt>
                <c:pt idx="69046">
                  <c:v>60.85</c:v>
                </c:pt>
                <c:pt idx="69047">
                  <c:v>65.989999999999995</c:v>
                </c:pt>
                <c:pt idx="69048">
                  <c:v>62.6</c:v>
                </c:pt>
                <c:pt idx="69049">
                  <c:v>65.989999999999995</c:v>
                </c:pt>
                <c:pt idx="69050">
                  <c:v>65.989999999999995</c:v>
                </c:pt>
                <c:pt idx="69051">
                  <c:v>51.48</c:v>
                </c:pt>
                <c:pt idx="69052">
                  <c:v>65.989999999999995</c:v>
                </c:pt>
                <c:pt idx="69053">
                  <c:v>65.989999999999995</c:v>
                </c:pt>
                <c:pt idx="69054">
                  <c:v>51.98</c:v>
                </c:pt>
                <c:pt idx="69055">
                  <c:v>51.48</c:v>
                </c:pt>
                <c:pt idx="69056">
                  <c:v>65.989999999999995</c:v>
                </c:pt>
                <c:pt idx="69057">
                  <c:v>61.37</c:v>
                </c:pt>
                <c:pt idx="69058">
                  <c:v>51.99</c:v>
                </c:pt>
                <c:pt idx="69059">
                  <c:v>65.989999999999995</c:v>
                </c:pt>
                <c:pt idx="69060">
                  <c:v>65.989999999999995</c:v>
                </c:pt>
                <c:pt idx="69061">
                  <c:v>65.989999999999995</c:v>
                </c:pt>
                <c:pt idx="69062">
                  <c:v>125.96</c:v>
                </c:pt>
                <c:pt idx="69063">
                  <c:v>26.29</c:v>
                </c:pt>
                <c:pt idx="69064">
                  <c:v>89.98</c:v>
                </c:pt>
                <c:pt idx="69065">
                  <c:v>115.96</c:v>
                </c:pt>
                <c:pt idx="69066">
                  <c:v>99.98</c:v>
                </c:pt>
                <c:pt idx="69067">
                  <c:v>169.98</c:v>
                </c:pt>
                <c:pt idx="69068">
                  <c:v>112.97</c:v>
                </c:pt>
                <c:pt idx="69069">
                  <c:v>114.32</c:v>
                </c:pt>
                <c:pt idx="69070">
                  <c:v>75.97</c:v>
                </c:pt>
                <c:pt idx="69071">
                  <c:v>125.96</c:v>
                </c:pt>
                <c:pt idx="69072">
                  <c:v>75.97</c:v>
                </c:pt>
                <c:pt idx="69073">
                  <c:v>99.98</c:v>
                </c:pt>
                <c:pt idx="69074">
                  <c:v>50.97</c:v>
                </c:pt>
                <c:pt idx="69075">
                  <c:v>137.97999999999999</c:v>
                </c:pt>
                <c:pt idx="69076">
                  <c:v>102.98</c:v>
                </c:pt>
                <c:pt idx="69077">
                  <c:v>65.989999999999995</c:v>
                </c:pt>
                <c:pt idx="69078">
                  <c:v>129.97</c:v>
                </c:pt>
                <c:pt idx="69079">
                  <c:v>68.48</c:v>
                </c:pt>
                <c:pt idx="69080">
                  <c:v>59.98</c:v>
                </c:pt>
                <c:pt idx="69081">
                  <c:v>137.97999999999999</c:v>
                </c:pt>
                <c:pt idx="69082">
                  <c:v>124.9</c:v>
                </c:pt>
                <c:pt idx="69083">
                  <c:v>79.989999999999995</c:v>
                </c:pt>
                <c:pt idx="69084">
                  <c:v>79.989999999999995</c:v>
                </c:pt>
                <c:pt idx="69085">
                  <c:v>149.97999999999999</c:v>
                </c:pt>
                <c:pt idx="69086">
                  <c:v>159.97999999999999</c:v>
                </c:pt>
                <c:pt idx="69087">
                  <c:v>79.989999999999995</c:v>
                </c:pt>
                <c:pt idx="69088">
                  <c:v>159.97999999999999</c:v>
                </c:pt>
                <c:pt idx="69089">
                  <c:v>159.97999999999999</c:v>
                </c:pt>
                <c:pt idx="69090">
                  <c:v>159.97999999999999</c:v>
                </c:pt>
                <c:pt idx="69091">
                  <c:v>215.94</c:v>
                </c:pt>
                <c:pt idx="69092">
                  <c:v>91.94</c:v>
                </c:pt>
                <c:pt idx="69093">
                  <c:v>79.849999999999994</c:v>
                </c:pt>
                <c:pt idx="69094">
                  <c:v>77.209999999999994</c:v>
                </c:pt>
                <c:pt idx="69095">
                  <c:v>120.98</c:v>
                </c:pt>
                <c:pt idx="69096">
                  <c:v>169.96</c:v>
                </c:pt>
                <c:pt idx="69097">
                  <c:v>167.65</c:v>
                </c:pt>
                <c:pt idx="69098">
                  <c:v>182.66</c:v>
                </c:pt>
                <c:pt idx="69099">
                  <c:v>93.29</c:v>
                </c:pt>
                <c:pt idx="69100">
                  <c:v>47.49</c:v>
                </c:pt>
                <c:pt idx="69101">
                  <c:v>215.97</c:v>
                </c:pt>
                <c:pt idx="69102">
                  <c:v>135.97999999999999</c:v>
                </c:pt>
                <c:pt idx="69103">
                  <c:v>215.97</c:v>
                </c:pt>
                <c:pt idx="69104">
                  <c:v>135.97999999999999</c:v>
                </c:pt>
                <c:pt idx="69105">
                  <c:v>215.97</c:v>
                </c:pt>
                <c:pt idx="69106">
                  <c:v>135.97999999999999</c:v>
                </c:pt>
                <c:pt idx="69107">
                  <c:v>215.97</c:v>
                </c:pt>
                <c:pt idx="69108">
                  <c:v>47.49</c:v>
                </c:pt>
                <c:pt idx="69109">
                  <c:v>215.87</c:v>
                </c:pt>
                <c:pt idx="69110">
                  <c:v>215.97</c:v>
                </c:pt>
                <c:pt idx="69111">
                  <c:v>215.87</c:v>
                </c:pt>
                <c:pt idx="69112">
                  <c:v>203.97</c:v>
                </c:pt>
                <c:pt idx="69113">
                  <c:v>215.87</c:v>
                </c:pt>
                <c:pt idx="69114">
                  <c:v>203.97</c:v>
                </c:pt>
                <c:pt idx="69115">
                  <c:v>203.97</c:v>
                </c:pt>
                <c:pt idx="69116">
                  <c:v>203.97</c:v>
                </c:pt>
                <c:pt idx="69117">
                  <c:v>203.97</c:v>
                </c:pt>
                <c:pt idx="69118">
                  <c:v>47.49</c:v>
                </c:pt>
                <c:pt idx="69119">
                  <c:v>190.97</c:v>
                </c:pt>
                <c:pt idx="69120">
                  <c:v>215.97</c:v>
                </c:pt>
                <c:pt idx="69121">
                  <c:v>190.97</c:v>
                </c:pt>
                <c:pt idx="69122">
                  <c:v>47.49</c:v>
                </c:pt>
                <c:pt idx="69123">
                  <c:v>215.87</c:v>
                </c:pt>
                <c:pt idx="69124">
                  <c:v>215.97</c:v>
                </c:pt>
                <c:pt idx="69125">
                  <c:v>190.97</c:v>
                </c:pt>
                <c:pt idx="69126">
                  <c:v>190.97</c:v>
                </c:pt>
                <c:pt idx="69127">
                  <c:v>203.97</c:v>
                </c:pt>
                <c:pt idx="69128">
                  <c:v>215.97</c:v>
                </c:pt>
                <c:pt idx="69129">
                  <c:v>215.97</c:v>
                </c:pt>
                <c:pt idx="69130">
                  <c:v>215.97</c:v>
                </c:pt>
                <c:pt idx="69131">
                  <c:v>135.97999999999999</c:v>
                </c:pt>
                <c:pt idx="69132">
                  <c:v>215.97</c:v>
                </c:pt>
                <c:pt idx="69133">
                  <c:v>215.97</c:v>
                </c:pt>
                <c:pt idx="69134">
                  <c:v>203.97</c:v>
                </c:pt>
                <c:pt idx="69135">
                  <c:v>215.97</c:v>
                </c:pt>
                <c:pt idx="69136">
                  <c:v>215.97</c:v>
                </c:pt>
                <c:pt idx="69137">
                  <c:v>215.97</c:v>
                </c:pt>
                <c:pt idx="69138">
                  <c:v>203.97</c:v>
                </c:pt>
                <c:pt idx="69139">
                  <c:v>215.97</c:v>
                </c:pt>
                <c:pt idx="69140">
                  <c:v>100.97</c:v>
                </c:pt>
                <c:pt idx="69141">
                  <c:v>141.96</c:v>
                </c:pt>
                <c:pt idx="69142">
                  <c:v>65.989999999999995</c:v>
                </c:pt>
                <c:pt idx="69143">
                  <c:v>95.97</c:v>
                </c:pt>
                <c:pt idx="69144">
                  <c:v>79.37</c:v>
                </c:pt>
                <c:pt idx="69145">
                  <c:v>80.98</c:v>
                </c:pt>
                <c:pt idx="69146">
                  <c:v>67.16</c:v>
                </c:pt>
                <c:pt idx="69147">
                  <c:v>65.989999999999995</c:v>
                </c:pt>
                <c:pt idx="69148">
                  <c:v>76.760000000000005</c:v>
                </c:pt>
                <c:pt idx="69149">
                  <c:v>64.09</c:v>
                </c:pt>
                <c:pt idx="69150">
                  <c:v>69.650000000000006</c:v>
                </c:pt>
                <c:pt idx="69151">
                  <c:v>67.709999999999994</c:v>
                </c:pt>
                <c:pt idx="69152">
                  <c:v>62.39</c:v>
                </c:pt>
                <c:pt idx="69153">
                  <c:v>67.709999999999994</c:v>
                </c:pt>
                <c:pt idx="69154">
                  <c:v>62.87</c:v>
                </c:pt>
                <c:pt idx="69155">
                  <c:v>67.709999999999994</c:v>
                </c:pt>
                <c:pt idx="69156">
                  <c:v>67.709999999999994</c:v>
                </c:pt>
                <c:pt idx="69157">
                  <c:v>67.709999999999994</c:v>
                </c:pt>
                <c:pt idx="69158">
                  <c:v>64.09</c:v>
                </c:pt>
                <c:pt idx="69159">
                  <c:v>67.709999999999994</c:v>
                </c:pt>
                <c:pt idx="69160">
                  <c:v>-1.2</c:v>
                </c:pt>
                <c:pt idx="69161">
                  <c:v>299.95999999999998</c:v>
                </c:pt>
                <c:pt idx="69162">
                  <c:v>94.98</c:v>
                </c:pt>
                <c:pt idx="69163">
                  <c:v>355.91</c:v>
                </c:pt>
                <c:pt idx="69164">
                  <c:v>442.93</c:v>
                </c:pt>
                <c:pt idx="69165">
                  <c:v>404.95</c:v>
                </c:pt>
                <c:pt idx="69166">
                  <c:v>114.94</c:v>
                </c:pt>
                <c:pt idx="69167">
                  <c:v>101.62</c:v>
                </c:pt>
                <c:pt idx="69168">
                  <c:v>65.989999999999995</c:v>
                </c:pt>
                <c:pt idx="69169">
                  <c:v>171.28</c:v>
                </c:pt>
                <c:pt idx="69170">
                  <c:v>197.97</c:v>
                </c:pt>
                <c:pt idx="69171">
                  <c:v>169.98</c:v>
                </c:pt>
                <c:pt idx="69172">
                  <c:v>254.97</c:v>
                </c:pt>
                <c:pt idx="69173">
                  <c:v>169.98</c:v>
                </c:pt>
                <c:pt idx="69174">
                  <c:v>17.29</c:v>
                </c:pt>
                <c:pt idx="69175">
                  <c:v>84.99</c:v>
                </c:pt>
                <c:pt idx="69176">
                  <c:v>254.97</c:v>
                </c:pt>
                <c:pt idx="69177">
                  <c:v>81.819999999999993</c:v>
                </c:pt>
                <c:pt idx="69178">
                  <c:v>359.88</c:v>
                </c:pt>
                <c:pt idx="69179">
                  <c:v>83.97</c:v>
                </c:pt>
                <c:pt idx="69180">
                  <c:v>51.49</c:v>
                </c:pt>
                <c:pt idx="69181">
                  <c:v>143.94999999999999</c:v>
                </c:pt>
                <c:pt idx="69182">
                  <c:v>74.97</c:v>
                </c:pt>
                <c:pt idx="69183">
                  <c:v>149.94</c:v>
                </c:pt>
                <c:pt idx="69184">
                  <c:v>89.97</c:v>
                </c:pt>
                <c:pt idx="69185">
                  <c:v>113.96</c:v>
                </c:pt>
                <c:pt idx="69186">
                  <c:v>87.95</c:v>
                </c:pt>
                <c:pt idx="69187">
                  <c:v>126.91</c:v>
                </c:pt>
                <c:pt idx="69188">
                  <c:v>79.959999999999994</c:v>
                </c:pt>
                <c:pt idx="69189">
                  <c:v>79.959999999999994</c:v>
                </c:pt>
                <c:pt idx="69190">
                  <c:v>137.94</c:v>
                </c:pt>
                <c:pt idx="69191">
                  <c:v>51.48</c:v>
                </c:pt>
                <c:pt idx="69192">
                  <c:v>91.96</c:v>
                </c:pt>
                <c:pt idx="69193">
                  <c:v>99.95</c:v>
                </c:pt>
                <c:pt idx="69194">
                  <c:v>120.93</c:v>
                </c:pt>
                <c:pt idx="69195">
                  <c:v>68.97</c:v>
                </c:pt>
                <c:pt idx="69196">
                  <c:v>91.96</c:v>
                </c:pt>
                <c:pt idx="69197">
                  <c:v>120.98</c:v>
                </c:pt>
                <c:pt idx="69198">
                  <c:v>131.96</c:v>
                </c:pt>
                <c:pt idx="69199">
                  <c:v>112.17</c:v>
                </c:pt>
                <c:pt idx="69200">
                  <c:v>264.91000000000003</c:v>
                </c:pt>
                <c:pt idx="69201">
                  <c:v>222.94</c:v>
                </c:pt>
                <c:pt idx="69202">
                  <c:v>206.93</c:v>
                </c:pt>
                <c:pt idx="69203">
                  <c:v>103.96</c:v>
                </c:pt>
                <c:pt idx="69204">
                  <c:v>89.98</c:v>
                </c:pt>
                <c:pt idx="69205">
                  <c:v>64.98</c:v>
                </c:pt>
                <c:pt idx="69206">
                  <c:v>79.98</c:v>
                </c:pt>
                <c:pt idx="69207">
                  <c:v>109.97</c:v>
                </c:pt>
                <c:pt idx="69208">
                  <c:v>149.97</c:v>
                </c:pt>
                <c:pt idx="69209">
                  <c:v>65.98</c:v>
                </c:pt>
                <c:pt idx="69210">
                  <c:v>86.12</c:v>
                </c:pt>
                <c:pt idx="69211">
                  <c:v>55.98</c:v>
                </c:pt>
                <c:pt idx="69212">
                  <c:v>55.98</c:v>
                </c:pt>
                <c:pt idx="69213">
                  <c:v>28.94</c:v>
                </c:pt>
                <c:pt idx="69214">
                  <c:v>87.98</c:v>
                </c:pt>
                <c:pt idx="69215">
                  <c:v>69.680000000000007</c:v>
                </c:pt>
                <c:pt idx="69216">
                  <c:v>107.89</c:v>
                </c:pt>
                <c:pt idx="69217">
                  <c:v>79.36</c:v>
                </c:pt>
                <c:pt idx="69218">
                  <c:v>84.99</c:v>
                </c:pt>
                <c:pt idx="69219">
                  <c:v>64.98</c:v>
                </c:pt>
                <c:pt idx="69220">
                  <c:v>84.99</c:v>
                </c:pt>
                <c:pt idx="69221">
                  <c:v>87.05</c:v>
                </c:pt>
                <c:pt idx="69222">
                  <c:v>58.93</c:v>
                </c:pt>
                <c:pt idx="69223">
                  <c:v>84.99</c:v>
                </c:pt>
                <c:pt idx="69224">
                  <c:v>59.98</c:v>
                </c:pt>
                <c:pt idx="69225">
                  <c:v>90.48</c:v>
                </c:pt>
                <c:pt idx="69226">
                  <c:v>84.98</c:v>
                </c:pt>
                <c:pt idx="69227">
                  <c:v>50.98</c:v>
                </c:pt>
                <c:pt idx="69228">
                  <c:v>68.989999999999995</c:v>
                </c:pt>
                <c:pt idx="69229">
                  <c:v>65.98</c:v>
                </c:pt>
                <c:pt idx="69230">
                  <c:v>110.46</c:v>
                </c:pt>
                <c:pt idx="69231">
                  <c:v>329.95</c:v>
                </c:pt>
                <c:pt idx="69232">
                  <c:v>329.95</c:v>
                </c:pt>
                <c:pt idx="69233">
                  <c:v>179.94</c:v>
                </c:pt>
                <c:pt idx="69234">
                  <c:v>271.41000000000003</c:v>
                </c:pt>
                <c:pt idx="69235">
                  <c:v>149.94999999999999</c:v>
                </c:pt>
                <c:pt idx="69236">
                  <c:v>119.95</c:v>
                </c:pt>
                <c:pt idx="69237">
                  <c:v>144.69999999999999</c:v>
                </c:pt>
                <c:pt idx="69238">
                  <c:v>179.94</c:v>
                </c:pt>
                <c:pt idx="69239">
                  <c:v>149.94999999999999</c:v>
                </c:pt>
                <c:pt idx="69240">
                  <c:v>99.96</c:v>
                </c:pt>
                <c:pt idx="69241">
                  <c:v>149.97</c:v>
                </c:pt>
                <c:pt idx="69242">
                  <c:v>84.99</c:v>
                </c:pt>
                <c:pt idx="69243">
                  <c:v>80.98</c:v>
                </c:pt>
                <c:pt idx="69244">
                  <c:v>63.98</c:v>
                </c:pt>
                <c:pt idx="69245">
                  <c:v>84.99</c:v>
                </c:pt>
                <c:pt idx="69246">
                  <c:v>123.47</c:v>
                </c:pt>
                <c:pt idx="69247">
                  <c:v>80.98</c:v>
                </c:pt>
                <c:pt idx="69248">
                  <c:v>65.989999999999995</c:v>
                </c:pt>
                <c:pt idx="69249">
                  <c:v>49.99</c:v>
                </c:pt>
                <c:pt idx="69250">
                  <c:v>58.45</c:v>
                </c:pt>
                <c:pt idx="69251">
                  <c:v>65.989999999999995</c:v>
                </c:pt>
                <c:pt idx="69252">
                  <c:v>84.99</c:v>
                </c:pt>
                <c:pt idx="69253">
                  <c:v>84.99</c:v>
                </c:pt>
                <c:pt idx="69254">
                  <c:v>54.99</c:v>
                </c:pt>
                <c:pt idx="69255">
                  <c:v>14.99</c:v>
                </c:pt>
                <c:pt idx="69256">
                  <c:v>65.989999999999995</c:v>
                </c:pt>
                <c:pt idx="69257">
                  <c:v>84.98</c:v>
                </c:pt>
                <c:pt idx="69258">
                  <c:v>52.49</c:v>
                </c:pt>
                <c:pt idx="69259">
                  <c:v>80.98</c:v>
                </c:pt>
                <c:pt idx="69260">
                  <c:v>121.98</c:v>
                </c:pt>
                <c:pt idx="69261">
                  <c:v>54.99</c:v>
                </c:pt>
                <c:pt idx="69262">
                  <c:v>120.97</c:v>
                </c:pt>
                <c:pt idx="69263">
                  <c:v>84.99</c:v>
                </c:pt>
                <c:pt idx="69264">
                  <c:v>84.99</c:v>
                </c:pt>
                <c:pt idx="69265">
                  <c:v>84.99</c:v>
                </c:pt>
                <c:pt idx="69266">
                  <c:v>84.99</c:v>
                </c:pt>
                <c:pt idx="69267">
                  <c:v>54.99</c:v>
                </c:pt>
                <c:pt idx="69268">
                  <c:v>134.97999999999999</c:v>
                </c:pt>
                <c:pt idx="69269">
                  <c:v>56.49</c:v>
                </c:pt>
                <c:pt idx="69270">
                  <c:v>84.99</c:v>
                </c:pt>
                <c:pt idx="69271">
                  <c:v>68.989999999999995</c:v>
                </c:pt>
                <c:pt idx="69272">
                  <c:v>104.98</c:v>
                </c:pt>
                <c:pt idx="69273">
                  <c:v>84.99</c:v>
                </c:pt>
                <c:pt idx="69274">
                  <c:v>169.98</c:v>
                </c:pt>
                <c:pt idx="69275">
                  <c:v>65.989999999999995</c:v>
                </c:pt>
                <c:pt idx="69276">
                  <c:v>65.989999999999995</c:v>
                </c:pt>
                <c:pt idx="69277">
                  <c:v>79.98</c:v>
                </c:pt>
                <c:pt idx="69278">
                  <c:v>65.989999999999995</c:v>
                </c:pt>
                <c:pt idx="69279">
                  <c:v>65.989999999999995</c:v>
                </c:pt>
                <c:pt idx="69280">
                  <c:v>65.989999999999995</c:v>
                </c:pt>
                <c:pt idx="69281">
                  <c:v>65.989999999999995</c:v>
                </c:pt>
                <c:pt idx="69282">
                  <c:v>56.81</c:v>
                </c:pt>
                <c:pt idx="69283">
                  <c:v>65.989999999999995</c:v>
                </c:pt>
                <c:pt idx="69284">
                  <c:v>65.989999999999995</c:v>
                </c:pt>
                <c:pt idx="69285">
                  <c:v>79.98</c:v>
                </c:pt>
                <c:pt idx="69286">
                  <c:v>65.989999999999995</c:v>
                </c:pt>
                <c:pt idx="69287">
                  <c:v>62.79</c:v>
                </c:pt>
                <c:pt idx="69288">
                  <c:v>65.989999999999995</c:v>
                </c:pt>
                <c:pt idx="69289">
                  <c:v>65.989999999999995</c:v>
                </c:pt>
                <c:pt idx="69290">
                  <c:v>64.98</c:v>
                </c:pt>
                <c:pt idx="69291">
                  <c:v>65.989999999999995</c:v>
                </c:pt>
                <c:pt idx="69292">
                  <c:v>59.39</c:v>
                </c:pt>
                <c:pt idx="69293">
                  <c:v>64.98</c:v>
                </c:pt>
                <c:pt idx="69294">
                  <c:v>65.989999999999995</c:v>
                </c:pt>
                <c:pt idx="69295">
                  <c:v>119.96</c:v>
                </c:pt>
                <c:pt idx="69296">
                  <c:v>90.07</c:v>
                </c:pt>
                <c:pt idx="69297">
                  <c:v>119.96</c:v>
                </c:pt>
                <c:pt idx="69298">
                  <c:v>119.96</c:v>
                </c:pt>
                <c:pt idx="69299">
                  <c:v>88.87</c:v>
                </c:pt>
                <c:pt idx="69300">
                  <c:v>59.98</c:v>
                </c:pt>
                <c:pt idx="69301">
                  <c:v>89.97</c:v>
                </c:pt>
                <c:pt idx="69302">
                  <c:v>89.97</c:v>
                </c:pt>
                <c:pt idx="69303">
                  <c:v>-110</c:v>
                </c:pt>
                <c:pt idx="69304">
                  <c:v>89.97</c:v>
                </c:pt>
                <c:pt idx="69305">
                  <c:v>119.96</c:v>
                </c:pt>
                <c:pt idx="69306">
                  <c:v>56.7</c:v>
                </c:pt>
                <c:pt idx="69307">
                  <c:v>82.07</c:v>
                </c:pt>
                <c:pt idx="69308">
                  <c:v>50.38</c:v>
                </c:pt>
                <c:pt idx="69309">
                  <c:v>55.98</c:v>
                </c:pt>
                <c:pt idx="69310">
                  <c:v>56.98</c:v>
                </c:pt>
                <c:pt idx="69311">
                  <c:v>71.989999999999995</c:v>
                </c:pt>
                <c:pt idx="69312">
                  <c:v>71.989999999999995</c:v>
                </c:pt>
                <c:pt idx="69313">
                  <c:v>79.989999999999995</c:v>
                </c:pt>
                <c:pt idx="69314">
                  <c:v>79.989999999999995</c:v>
                </c:pt>
                <c:pt idx="69315">
                  <c:v>67.989999999999995</c:v>
                </c:pt>
                <c:pt idx="69316">
                  <c:v>60.99</c:v>
                </c:pt>
                <c:pt idx="69317">
                  <c:v>71.989999999999995</c:v>
                </c:pt>
                <c:pt idx="69318">
                  <c:v>71.989999999999995</c:v>
                </c:pt>
                <c:pt idx="69319">
                  <c:v>67.989999999999995</c:v>
                </c:pt>
                <c:pt idx="69320">
                  <c:v>60.99</c:v>
                </c:pt>
                <c:pt idx="69321">
                  <c:v>60.99</c:v>
                </c:pt>
                <c:pt idx="69322">
                  <c:v>65.95</c:v>
                </c:pt>
                <c:pt idx="69323">
                  <c:v>91.96</c:v>
                </c:pt>
                <c:pt idx="69324">
                  <c:v>148.03</c:v>
                </c:pt>
                <c:pt idx="69325">
                  <c:v>101.95</c:v>
                </c:pt>
                <c:pt idx="69326">
                  <c:v>60.47</c:v>
                </c:pt>
                <c:pt idx="69327">
                  <c:v>79.92</c:v>
                </c:pt>
                <c:pt idx="69328">
                  <c:v>157.94</c:v>
                </c:pt>
                <c:pt idx="69329">
                  <c:v>138.97999999999999</c:v>
                </c:pt>
                <c:pt idx="69330">
                  <c:v>119.96</c:v>
                </c:pt>
                <c:pt idx="69331">
                  <c:v>269.95999999999998</c:v>
                </c:pt>
                <c:pt idx="69332">
                  <c:v>41.29</c:v>
                </c:pt>
                <c:pt idx="69333">
                  <c:v>114.98</c:v>
                </c:pt>
                <c:pt idx="69334">
                  <c:v>139.96</c:v>
                </c:pt>
                <c:pt idx="69335">
                  <c:v>90.98</c:v>
                </c:pt>
                <c:pt idx="69336">
                  <c:v>84.97</c:v>
                </c:pt>
                <c:pt idx="69337">
                  <c:v>64.98</c:v>
                </c:pt>
                <c:pt idx="69338">
                  <c:v>33.659999999999997</c:v>
                </c:pt>
                <c:pt idx="69339">
                  <c:v>59.98</c:v>
                </c:pt>
                <c:pt idx="69340">
                  <c:v>204.95</c:v>
                </c:pt>
                <c:pt idx="69341">
                  <c:v>75.37</c:v>
                </c:pt>
                <c:pt idx="69342">
                  <c:v>75.37</c:v>
                </c:pt>
                <c:pt idx="69343">
                  <c:v>16.29</c:v>
                </c:pt>
                <c:pt idx="69344">
                  <c:v>16.29</c:v>
                </c:pt>
                <c:pt idx="69345">
                  <c:v>65.989999999999995</c:v>
                </c:pt>
                <c:pt idx="69346">
                  <c:v>65.989999999999995</c:v>
                </c:pt>
                <c:pt idx="69347">
                  <c:v>103.98</c:v>
                </c:pt>
                <c:pt idx="69348">
                  <c:v>103.98</c:v>
                </c:pt>
                <c:pt idx="69349">
                  <c:v>84.99</c:v>
                </c:pt>
                <c:pt idx="69350">
                  <c:v>103.98</c:v>
                </c:pt>
                <c:pt idx="69351">
                  <c:v>103.98</c:v>
                </c:pt>
                <c:pt idx="69352">
                  <c:v>84.99</c:v>
                </c:pt>
                <c:pt idx="69353">
                  <c:v>65.989999999999995</c:v>
                </c:pt>
                <c:pt idx="69354">
                  <c:v>65.989999999999995</c:v>
                </c:pt>
                <c:pt idx="69355">
                  <c:v>65.989999999999995</c:v>
                </c:pt>
                <c:pt idx="69356">
                  <c:v>84.99</c:v>
                </c:pt>
                <c:pt idx="69357">
                  <c:v>103.98</c:v>
                </c:pt>
                <c:pt idx="69358">
                  <c:v>103.98</c:v>
                </c:pt>
                <c:pt idx="69359">
                  <c:v>84.99</c:v>
                </c:pt>
                <c:pt idx="69360">
                  <c:v>84.99</c:v>
                </c:pt>
                <c:pt idx="69361">
                  <c:v>84.99</c:v>
                </c:pt>
                <c:pt idx="69362">
                  <c:v>65.989999999999995</c:v>
                </c:pt>
                <c:pt idx="69363">
                  <c:v>65.989999999999995</c:v>
                </c:pt>
                <c:pt idx="69364">
                  <c:v>84.98</c:v>
                </c:pt>
                <c:pt idx="69365">
                  <c:v>84.98</c:v>
                </c:pt>
                <c:pt idx="69366">
                  <c:v>68.989999999999995</c:v>
                </c:pt>
                <c:pt idx="69367">
                  <c:v>68.989999999999995</c:v>
                </c:pt>
                <c:pt idx="69368">
                  <c:v>84.11</c:v>
                </c:pt>
                <c:pt idx="69369">
                  <c:v>84.11</c:v>
                </c:pt>
                <c:pt idx="69370">
                  <c:v>84.99</c:v>
                </c:pt>
                <c:pt idx="69371">
                  <c:v>84.99</c:v>
                </c:pt>
                <c:pt idx="69372">
                  <c:v>65.989999999999995</c:v>
                </c:pt>
                <c:pt idx="69373">
                  <c:v>84.99</c:v>
                </c:pt>
                <c:pt idx="69374">
                  <c:v>84.99</c:v>
                </c:pt>
                <c:pt idx="69375">
                  <c:v>85.43</c:v>
                </c:pt>
                <c:pt idx="69376">
                  <c:v>84.99</c:v>
                </c:pt>
                <c:pt idx="69377">
                  <c:v>85.43</c:v>
                </c:pt>
                <c:pt idx="69378">
                  <c:v>84.99</c:v>
                </c:pt>
                <c:pt idx="69379">
                  <c:v>53.42</c:v>
                </c:pt>
                <c:pt idx="69380">
                  <c:v>89.98</c:v>
                </c:pt>
                <c:pt idx="69381">
                  <c:v>65.989999999999995</c:v>
                </c:pt>
                <c:pt idx="69382">
                  <c:v>68.989999999999995</c:v>
                </c:pt>
                <c:pt idx="69383">
                  <c:v>-65.989999999999995</c:v>
                </c:pt>
                <c:pt idx="69384">
                  <c:v>65.989999999999995</c:v>
                </c:pt>
                <c:pt idx="69385">
                  <c:v>58.98</c:v>
                </c:pt>
                <c:pt idx="69386">
                  <c:v>19.989999999999998</c:v>
                </c:pt>
                <c:pt idx="69387">
                  <c:v>55.98</c:v>
                </c:pt>
                <c:pt idx="69388">
                  <c:v>59.98</c:v>
                </c:pt>
                <c:pt idx="69389">
                  <c:v>72.97</c:v>
                </c:pt>
                <c:pt idx="69390">
                  <c:v>60.39</c:v>
                </c:pt>
                <c:pt idx="69391">
                  <c:v>69.98</c:v>
                </c:pt>
                <c:pt idx="69392">
                  <c:v>61.98</c:v>
                </c:pt>
                <c:pt idx="69393">
                  <c:v>81.97</c:v>
                </c:pt>
                <c:pt idx="69394">
                  <c:v>148.47</c:v>
                </c:pt>
                <c:pt idx="69395">
                  <c:v>134.19</c:v>
                </c:pt>
                <c:pt idx="69396">
                  <c:v>60.73</c:v>
                </c:pt>
                <c:pt idx="69397">
                  <c:v>206.5</c:v>
                </c:pt>
                <c:pt idx="69398">
                  <c:v>65.989999999999995</c:v>
                </c:pt>
                <c:pt idx="69399">
                  <c:v>101.98</c:v>
                </c:pt>
                <c:pt idx="69400">
                  <c:v>131.97999999999999</c:v>
                </c:pt>
                <c:pt idx="69401">
                  <c:v>143.27000000000001</c:v>
                </c:pt>
                <c:pt idx="69402">
                  <c:v>118.78</c:v>
                </c:pt>
                <c:pt idx="69403">
                  <c:v>59.39</c:v>
                </c:pt>
                <c:pt idx="69404">
                  <c:v>94.31</c:v>
                </c:pt>
                <c:pt idx="69405">
                  <c:v>209.94</c:v>
                </c:pt>
                <c:pt idx="69406">
                  <c:v>65.989999999999995</c:v>
                </c:pt>
                <c:pt idx="69407">
                  <c:v>44.54</c:v>
                </c:pt>
                <c:pt idx="69408">
                  <c:v>73.84</c:v>
                </c:pt>
                <c:pt idx="69409">
                  <c:v>74.95</c:v>
                </c:pt>
                <c:pt idx="69410">
                  <c:v>109.95</c:v>
                </c:pt>
                <c:pt idx="69411">
                  <c:v>44.02</c:v>
                </c:pt>
                <c:pt idx="69412">
                  <c:v>152.96</c:v>
                </c:pt>
                <c:pt idx="69413">
                  <c:v>99.98</c:v>
                </c:pt>
                <c:pt idx="69414">
                  <c:v>59.96</c:v>
                </c:pt>
                <c:pt idx="69415">
                  <c:v>53.96</c:v>
                </c:pt>
                <c:pt idx="69416">
                  <c:v>59.96</c:v>
                </c:pt>
                <c:pt idx="69417">
                  <c:v>58.46</c:v>
                </c:pt>
                <c:pt idx="69418">
                  <c:v>59.96</c:v>
                </c:pt>
                <c:pt idx="69419">
                  <c:v>59.96</c:v>
                </c:pt>
                <c:pt idx="69420">
                  <c:v>141.97</c:v>
                </c:pt>
                <c:pt idx="69421">
                  <c:v>200.97</c:v>
                </c:pt>
                <c:pt idx="69422">
                  <c:v>158.06</c:v>
                </c:pt>
                <c:pt idx="69423">
                  <c:v>135.28</c:v>
                </c:pt>
                <c:pt idx="69424">
                  <c:v>263.95999999999998</c:v>
                </c:pt>
                <c:pt idx="69425">
                  <c:v>395.94</c:v>
                </c:pt>
                <c:pt idx="69426">
                  <c:v>79.98</c:v>
                </c:pt>
                <c:pt idx="69427">
                  <c:v>59.98</c:v>
                </c:pt>
                <c:pt idx="69428">
                  <c:v>79.989999999999995</c:v>
                </c:pt>
                <c:pt idx="69429">
                  <c:v>75.97</c:v>
                </c:pt>
                <c:pt idx="69430">
                  <c:v>99.98</c:v>
                </c:pt>
                <c:pt idx="69431">
                  <c:v>149.97</c:v>
                </c:pt>
                <c:pt idx="69432">
                  <c:v>93.98</c:v>
                </c:pt>
                <c:pt idx="69433">
                  <c:v>149.97</c:v>
                </c:pt>
                <c:pt idx="69434">
                  <c:v>133.79</c:v>
                </c:pt>
                <c:pt idx="69435">
                  <c:v>99.98</c:v>
                </c:pt>
                <c:pt idx="69436">
                  <c:v>74.98</c:v>
                </c:pt>
                <c:pt idx="69437">
                  <c:v>104.98</c:v>
                </c:pt>
                <c:pt idx="69438">
                  <c:v>58.98</c:v>
                </c:pt>
                <c:pt idx="69439">
                  <c:v>65.98</c:v>
                </c:pt>
                <c:pt idx="69440">
                  <c:v>60.99</c:v>
                </c:pt>
                <c:pt idx="69441">
                  <c:v>288.97000000000003</c:v>
                </c:pt>
                <c:pt idx="69442">
                  <c:v>309.95999999999998</c:v>
                </c:pt>
                <c:pt idx="69443">
                  <c:v>197.97</c:v>
                </c:pt>
                <c:pt idx="69444">
                  <c:v>119.96</c:v>
                </c:pt>
                <c:pt idx="69445">
                  <c:v>59.98</c:v>
                </c:pt>
                <c:pt idx="69446">
                  <c:v>59.98</c:v>
                </c:pt>
                <c:pt idx="69447">
                  <c:v>209.93</c:v>
                </c:pt>
                <c:pt idx="69448">
                  <c:v>149.94999999999999</c:v>
                </c:pt>
                <c:pt idx="69449">
                  <c:v>119.96</c:v>
                </c:pt>
                <c:pt idx="69450">
                  <c:v>89.97</c:v>
                </c:pt>
                <c:pt idx="69451">
                  <c:v>83.29</c:v>
                </c:pt>
                <c:pt idx="69452">
                  <c:v>152.97999999999999</c:v>
                </c:pt>
                <c:pt idx="69453">
                  <c:v>164.03</c:v>
                </c:pt>
                <c:pt idx="69454">
                  <c:v>144.47999999999999</c:v>
                </c:pt>
                <c:pt idx="69455">
                  <c:v>154.88</c:v>
                </c:pt>
                <c:pt idx="69456">
                  <c:v>169.98</c:v>
                </c:pt>
                <c:pt idx="69457">
                  <c:v>169.98</c:v>
                </c:pt>
                <c:pt idx="69458">
                  <c:v>84.99</c:v>
                </c:pt>
                <c:pt idx="69459">
                  <c:v>169.98</c:v>
                </c:pt>
                <c:pt idx="69460">
                  <c:v>84.66</c:v>
                </c:pt>
                <c:pt idx="69461">
                  <c:v>27.99</c:v>
                </c:pt>
                <c:pt idx="69462">
                  <c:v>95.55</c:v>
                </c:pt>
                <c:pt idx="69463">
                  <c:v>73.790000000000006</c:v>
                </c:pt>
                <c:pt idx="69464">
                  <c:v>97.97</c:v>
                </c:pt>
                <c:pt idx="69465">
                  <c:v>81.03</c:v>
                </c:pt>
                <c:pt idx="69466">
                  <c:v>116.1</c:v>
                </c:pt>
                <c:pt idx="69467">
                  <c:v>72.58</c:v>
                </c:pt>
                <c:pt idx="69468">
                  <c:v>90.71</c:v>
                </c:pt>
                <c:pt idx="69469">
                  <c:v>104.02</c:v>
                </c:pt>
                <c:pt idx="69470">
                  <c:v>65.47</c:v>
                </c:pt>
                <c:pt idx="69471">
                  <c:v>76.37</c:v>
                </c:pt>
                <c:pt idx="69472">
                  <c:v>82.73</c:v>
                </c:pt>
                <c:pt idx="69473">
                  <c:v>87.08</c:v>
                </c:pt>
                <c:pt idx="69474">
                  <c:v>95.54</c:v>
                </c:pt>
                <c:pt idx="69475">
                  <c:v>101.59</c:v>
                </c:pt>
                <c:pt idx="69476">
                  <c:v>72.55</c:v>
                </c:pt>
                <c:pt idx="69477">
                  <c:v>99.17</c:v>
                </c:pt>
                <c:pt idx="69478">
                  <c:v>65.3</c:v>
                </c:pt>
                <c:pt idx="69479">
                  <c:v>65.989999999999995</c:v>
                </c:pt>
                <c:pt idx="69480">
                  <c:v>61.32</c:v>
                </c:pt>
                <c:pt idx="69481">
                  <c:v>79.599999999999994</c:v>
                </c:pt>
                <c:pt idx="69482">
                  <c:v>16.29</c:v>
                </c:pt>
                <c:pt idx="69483">
                  <c:v>83.98</c:v>
                </c:pt>
                <c:pt idx="69484">
                  <c:v>65.989999999999995</c:v>
                </c:pt>
                <c:pt idx="69485">
                  <c:v>68.3</c:v>
                </c:pt>
                <c:pt idx="69486">
                  <c:v>96.17</c:v>
                </c:pt>
                <c:pt idx="69487">
                  <c:v>68.989999999999995</c:v>
                </c:pt>
                <c:pt idx="69488">
                  <c:v>68.989999999999995</c:v>
                </c:pt>
                <c:pt idx="69489">
                  <c:v>80.36</c:v>
                </c:pt>
                <c:pt idx="69490">
                  <c:v>65.33</c:v>
                </c:pt>
                <c:pt idx="69491">
                  <c:v>63.77</c:v>
                </c:pt>
                <c:pt idx="69492">
                  <c:v>80.98</c:v>
                </c:pt>
                <c:pt idx="69493">
                  <c:v>74.95</c:v>
                </c:pt>
                <c:pt idx="69494">
                  <c:v>76.400000000000006</c:v>
                </c:pt>
                <c:pt idx="69495">
                  <c:v>96.17</c:v>
                </c:pt>
                <c:pt idx="69496">
                  <c:v>68.02</c:v>
                </c:pt>
                <c:pt idx="69497">
                  <c:v>76.209999999999994</c:v>
                </c:pt>
                <c:pt idx="69498">
                  <c:v>119.96</c:v>
                </c:pt>
                <c:pt idx="69499">
                  <c:v>119.96</c:v>
                </c:pt>
                <c:pt idx="69500">
                  <c:v>112.36</c:v>
                </c:pt>
                <c:pt idx="69501">
                  <c:v>119.96</c:v>
                </c:pt>
                <c:pt idx="69502">
                  <c:v>112.36</c:v>
                </c:pt>
                <c:pt idx="69503">
                  <c:v>119.96</c:v>
                </c:pt>
                <c:pt idx="69504">
                  <c:v>119.96</c:v>
                </c:pt>
                <c:pt idx="69505">
                  <c:v>119.96</c:v>
                </c:pt>
                <c:pt idx="69506">
                  <c:v>119.96</c:v>
                </c:pt>
                <c:pt idx="69507">
                  <c:v>99.96</c:v>
                </c:pt>
                <c:pt idx="69508">
                  <c:v>99.96</c:v>
                </c:pt>
                <c:pt idx="69509">
                  <c:v>74.97</c:v>
                </c:pt>
                <c:pt idx="69510">
                  <c:v>74.97</c:v>
                </c:pt>
                <c:pt idx="69511">
                  <c:v>74.97</c:v>
                </c:pt>
                <c:pt idx="69512">
                  <c:v>74.97</c:v>
                </c:pt>
                <c:pt idx="69513">
                  <c:v>74.97</c:v>
                </c:pt>
                <c:pt idx="69514">
                  <c:v>74.97</c:v>
                </c:pt>
                <c:pt idx="69515">
                  <c:v>74.97</c:v>
                </c:pt>
                <c:pt idx="69516">
                  <c:v>74.97</c:v>
                </c:pt>
                <c:pt idx="69517">
                  <c:v>114.86</c:v>
                </c:pt>
                <c:pt idx="69518">
                  <c:v>58.63</c:v>
                </c:pt>
                <c:pt idx="69519">
                  <c:v>119.96</c:v>
                </c:pt>
                <c:pt idx="69520">
                  <c:v>119.96</c:v>
                </c:pt>
                <c:pt idx="69521">
                  <c:v>114.86</c:v>
                </c:pt>
                <c:pt idx="69522">
                  <c:v>58.63</c:v>
                </c:pt>
                <c:pt idx="69523">
                  <c:v>119.96</c:v>
                </c:pt>
                <c:pt idx="69524">
                  <c:v>94.31</c:v>
                </c:pt>
                <c:pt idx="69525">
                  <c:v>91.91</c:v>
                </c:pt>
                <c:pt idx="69526">
                  <c:v>91.91</c:v>
                </c:pt>
                <c:pt idx="69527">
                  <c:v>78.59</c:v>
                </c:pt>
                <c:pt idx="69528">
                  <c:v>78.59</c:v>
                </c:pt>
                <c:pt idx="69529">
                  <c:v>94.31</c:v>
                </c:pt>
                <c:pt idx="69530">
                  <c:v>94.31</c:v>
                </c:pt>
                <c:pt idx="69531">
                  <c:v>94.31</c:v>
                </c:pt>
                <c:pt idx="69532">
                  <c:v>148.72999999999999</c:v>
                </c:pt>
                <c:pt idx="69533">
                  <c:v>94.31</c:v>
                </c:pt>
                <c:pt idx="69534">
                  <c:v>78.59</c:v>
                </c:pt>
                <c:pt idx="69535">
                  <c:v>78.59</c:v>
                </c:pt>
                <c:pt idx="69536">
                  <c:v>62.87</c:v>
                </c:pt>
                <c:pt idx="69537">
                  <c:v>62.87</c:v>
                </c:pt>
                <c:pt idx="69538">
                  <c:v>94.31</c:v>
                </c:pt>
                <c:pt idx="69539">
                  <c:v>94.31</c:v>
                </c:pt>
                <c:pt idx="69540">
                  <c:v>94.31</c:v>
                </c:pt>
                <c:pt idx="69541">
                  <c:v>94.31</c:v>
                </c:pt>
                <c:pt idx="69542">
                  <c:v>146.30000000000001</c:v>
                </c:pt>
                <c:pt idx="69543">
                  <c:v>146.30000000000001</c:v>
                </c:pt>
                <c:pt idx="69544">
                  <c:v>148.72999999999999</c:v>
                </c:pt>
                <c:pt idx="69545">
                  <c:v>94.31</c:v>
                </c:pt>
                <c:pt idx="69546">
                  <c:v>59.98</c:v>
                </c:pt>
                <c:pt idx="69547">
                  <c:v>59.98</c:v>
                </c:pt>
                <c:pt idx="69548">
                  <c:v>98.97</c:v>
                </c:pt>
                <c:pt idx="69549">
                  <c:v>112.95</c:v>
                </c:pt>
                <c:pt idx="69550">
                  <c:v>59.98</c:v>
                </c:pt>
                <c:pt idx="69551">
                  <c:v>49.84</c:v>
                </c:pt>
                <c:pt idx="69552">
                  <c:v>74.97</c:v>
                </c:pt>
                <c:pt idx="69553">
                  <c:v>83.97</c:v>
                </c:pt>
                <c:pt idx="69554">
                  <c:v>59.98</c:v>
                </c:pt>
                <c:pt idx="69555">
                  <c:v>54.98</c:v>
                </c:pt>
                <c:pt idx="69556">
                  <c:v>53.63</c:v>
                </c:pt>
                <c:pt idx="69557">
                  <c:v>89.97</c:v>
                </c:pt>
                <c:pt idx="69558">
                  <c:v>98.97</c:v>
                </c:pt>
                <c:pt idx="69559">
                  <c:v>59.98</c:v>
                </c:pt>
                <c:pt idx="69560">
                  <c:v>59.98</c:v>
                </c:pt>
                <c:pt idx="69561">
                  <c:v>59.98</c:v>
                </c:pt>
                <c:pt idx="69562">
                  <c:v>134.97999999999999</c:v>
                </c:pt>
                <c:pt idx="69563">
                  <c:v>84.99</c:v>
                </c:pt>
                <c:pt idx="69564">
                  <c:v>41.49</c:v>
                </c:pt>
                <c:pt idx="69565">
                  <c:v>84.99</c:v>
                </c:pt>
                <c:pt idx="69566">
                  <c:v>79.95</c:v>
                </c:pt>
                <c:pt idx="69567">
                  <c:v>84.99</c:v>
                </c:pt>
                <c:pt idx="69568">
                  <c:v>105.98</c:v>
                </c:pt>
                <c:pt idx="69569">
                  <c:v>65.19</c:v>
                </c:pt>
                <c:pt idx="69570">
                  <c:v>134.97999999999999</c:v>
                </c:pt>
                <c:pt idx="69571">
                  <c:v>137.97999999999999</c:v>
                </c:pt>
                <c:pt idx="69572">
                  <c:v>81.94</c:v>
                </c:pt>
                <c:pt idx="69573">
                  <c:v>84.99</c:v>
                </c:pt>
                <c:pt idx="69574">
                  <c:v>134.97999999999999</c:v>
                </c:pt>
                <c:pt idx="69575">
                  <c:v>79.989999999999995</c:v>
                </c:pt>
                <c:pt idx="69576">
                  <c:v>159.97999999999999</c:v>
                </c:pt>
                <c:pt idx="69577">
                  <c:v>149.97999999999999</c:v>
                </c:pt>
                <c:pt idx="69578">
                  <c:v>95.98</c:v>
                </c:pt>
                <c:pt idx="69579">
                  <c:v>159.97999999999999</c:v>
                </c:pt>
                <c:pt idx="69580">
                  <c:v>159.97999999999999</c:v>
                </c:pt>
                <c:pt idx="69581">
                  <c:v>159.97999999999999</c:v>
                </c:pt>
                <c:pt idx="69582">
                  <c:v>159.97999999999999</c:v>
                </c:pt>
                <c:pt idx="69583">
                  <c:v>159.97999999999999</c:v>
                </c:pt>
                <c:pt idx="69584">
                  <c:v>64.53</c:v>
                </c:pt>
                <c:pt idx="69585">
                  <c:v>249.12</c:v>
                </c:pt>
                <c:pt idx="69586">
                  <c:v>306.07</c:v>
                </c:pt>
                <c:pt idx="69587">
                  <c:v>212.88</c:v>
                </c:pt>
                <c:pt idx="69588">
                  <c:v>293.95999999999998</c:v>
                </c:pt>
                <c:pt idx="69589">
                  <c:v>145.1</c:v>
                </c:pt>
                <c:pt idx="69590">
                  <c:v>312.10000000000002</c:v>
                </c:pt>
                <c:pt idx="69591">
                  <c:v>206.95</c:v>
                </c:pt>
                <c:pt idx="69592">
                  <c:v>159.97999999999999</c:v>
                </c:pt>
                <c:pt idx="69593">
                  <c:v>211.94</c:v>
                </c:pt>
                <c:pt idx="69594">
                  <c:v>161.97</c:v>
                </c:pt>
                <c:pt idx="69595">
                  <c:v>159.97999999999999</c:v>
                </c:pt>
                <c:pt idx="69596">
                  <c:v>165.96</c:v>
                </c:pt>
                <c:pt idx="69597">
                  <c:v>159.97999999999999</c:v>
                </c:pt>
                <c:pt idx="69598">
                  <c:v>84.99</c:v>
                </c:pt>
                <c:pt idx="69599">
                  <c:v>49.99</c:v>
                </c:pt>
                <c:pt idx="69600">
                  <c:v>99.98</c:v>
                </c:pt>
                <c:pt idx="69601">
                  <c:v>134.97999999999999</c:v>
                </c:pt>
                <c:pt idx="69602">
                  <c:v>134.97999999999999</c:v>
                </c:pt>
                <c:pt idx="69603">
                  <c:v>79.44</c:v>
                </c:pt>
                <c:pt idx="69604">
                  <c:v>114.95</c:v>
                </c:pt>
                <c:pt idx="69605">
                  <c:v>104.98</c:v>
                </c:pt>
                <c:pt idx="69606">
                  <c:v>169.98</c:v>
                </c:pt>
                <c:pt idx="69607">
                  <c:v>59.97</c:v>
                </c:pt>
                <c:pt idx="69608">
                  <c:v>159.53</c:v>
                </c:pt>
                <c:pt idx="69609">
                  <c:v>86.98</c:v>
                </c:pt>
                <c:pt idx="69610">
                  <c:v>94.98</c:v>
                </c:pt>
                <c:pt idx="69611">
                  <c:v>173.07</c:v>
                </c:pt>
                <c:pt idx="69612">
                  <c:v>113.97</c:v>
                </c:pt>
                <c:pt idx="69613">
                  <c:v>75.98</c:v>
                </c:pt>
                <c:pt idx="69614">
                  <c:v>113.97</c:v>
                </c:pt>
                <c:pt idx="69615">
                  <c:v>82.98</c:v>
                </c:pt>
                <c:pt idx="69616">
                  <c:v>110.98</c:v>
                </c:pt>
                <c:pt idx="69617">
                  <c:v>73.98</c:v>
                </c:pt>
                <c:pt idx="69618">
                  <c:v>113.97</c:v>
                </c:pt>
                <c:pt idx="69619">
                  <c:v>107.97</c:v>
                </c:pt>
                <c:pt idx="69620">
                  <c:v>59.39</c:v>
                </c:pt>
                <c:pt idx="69621">
                  <c:v>60.99</c:v>
                </c:pt>
                <c:pt idx="69622">
                  <c:v>113.97</c:v>
                </c:pt>
                <c:pt idx="69623">
                  <c:v>86.98</c:v>
                </c:pt>
                <c:pt idx="69624">
                  <c:v>84.99</c:v>
                </c:pt>
                <c:pt idx="69625">
                  <c:v>106.97</c:v>
                </c:pt>
                <c:pt idx="69626">
                  <c:v>121.96</c:v>
                </c:pt>
                <c:pt idx="69627">
                  <c:v>90.95</c:v>
                </c:pt>
                <c:pt idx="69628">
                  <c:v>84.99</c:v>
                </c:pt>
                <c:pt idx="69629">
                  <c:v>60.98</c:v>
                </c:pt>
                <c:pt idx="69630">
                  <c:v>116.16</c:v>
                </c:pt>
                <c:pt idx="69631">
                  <c:v>120.97</c:v>
                </c:pt>
                <c:pt idx="69632">
                  <c:v>64.77</c:v>
                </c:pt>
                <c:pt idx="69633">
                  <c:v>72.239999999999995</c:v>
                </c:pt>
                <c:pt idx="69634">
                  <c:v>121.96</c:v>
                </c:pt>
                <c:pt idx="69635">
                  <c:v>94.96</c:v>
                </c:pt>
                <c:pt idx="69636">
                  <c:v>56.98</c:v>
                </c:pt>
                <c:pt idx="69637">
                  <c:v>67.37</c:v>
                </c:pt>
                <c:pt idx="69638">
                  <c:v>107.98</c:v>
                </c:pt>
                <c:pt idx="69639">
                  <c:v>122.96</c:v>
                </c:pt>
                <c:pt idx="69640">
                  <c:v>94.97</c:v>
                </c:pt>
                <c:pt idx="69641">
                  <c:v>238.94</c:v>
                </c:pt>
                <c:pt idx="69642">
                  <c:v>55.98</c:v>
                </c:pt>
                <c:pt idx="69643">
                  <c:v>169.37</c:v>
                </c:pt>
                <c:pt idx="69644">
                  <c:v>29.28</c:v>
                </c:pt>
                <c:pt idx="69645">
                  <c:v>58.98</c:v>
                </c:pt>
                <c:pt idx="69646">
                  <c:v>49.78</c:v>
                </c:pt>
                <c:pt idx="69647">
                  <c:v>117.95</c:v>
                </c:pt>
                <c:pt idx="69648">
                  <c:v>115.18</c:v>
                </c:pt>
                <c:pt idx="69649">
                  <c:v>160.29</c:v>
                </c:pt>
                <c:pt idx="69650">
                  <c:v>156.24</c:v>
                </c:pt>
                <c:pt idx="69651">
                  <c:v>197.97</c:v>
                </c:pt>
                <c:pt idx="69652">
                  <c:v>166.34</c:v>
                </c:pt>
                <c:pt idx="69653">
                  <c:v>79.98</c:v>
                </c:pt>
                <c:pt idx="69654">
                  <c:v>117.97</c:v>
                </c:pt>
                <c:pt idx="69655">
                  <c:v>79.98</c:v>
                </c:pt>
                <c:pt idx="69656">
                  <c:v>112.96</c:v>
                </c:pt>
                <c:pt idx="69657">
                  <c:v>99.98</c:v>
                </c:pt>
                <c:pt idx="69658">
                  <c:v>87.98</c:v>
                </c:pt>
                <c:pt idx="69659">
                  <c:v>96.76</c:v>
                </c:pt>
                <c:pt idx="69660">
                  <c:v>97.31</c:v>
                </c:pt>
                <c:pt idx="69661">
                  <c:v>103.16</c:v>
                </c:pt>
                <c:pt idx="69662">
                  <c:v>98.97</c:v>
                </c:pt>
                <c:pt idx="69663">
                  <c:v>110.05</c:v>
                </c:pt>
                <c:pt idx="69664">
                  <c:v>64.97</c:v>
                </c:pt>
                <c:pt idx="69665">
                  <c:v>22.24</c:v>
                </c:pt>
                <c:pt idx="69666">
                  <c:v>36.49</c:v>
                </c:pt>
                <c:pt idx="69667">
                  <c:v>21.49</c:v>
                </c:pt>
                <c:pt idx="69668">
                  <c:v>62.97</c:v>
                </c:pt>
                <c:pt idx="69669">
                  <c:v>57.27</c:v>
                </c:pt>
                <c:pt idx="69670">
                  <c:v>37.979999999999997</c:v>
                </c:pt>
                <c:pt idx="69671">
                  <c:v>89.96</c:v>
                </c:pt>
                <c:pt idx="69672">
                  <c:v>202</c:v>
                </c:pt>
                <c:pt idx="69673">
                  <c:v>202</c:v>
                </c:pt>
                <c:pt idx="69674">
                  <c:v>73.790000000000006</c:v>
                </c:pt>
                <c:pt idx="69675">
                  <c:v>73.790000000000006</c:v>
                </c:pt>
                <c:pt idx="69676">
                  <c:v>35.67</c:v>
                </c:pt>
                <c:pt idx="69677">
                  <c:v>108.88</c:v>
                </c:pt>
                <c:pt idx="69678">
                  <c:v>163.31</c:v>
                </c:pt>
                <c:pt idx="69679">
                  <c:v>35.67</c:v>
                </c:pt>
                <c:pt idx="69680">
                  <c:v>163.31</c:v>
                </c:pt>
                <c:pt idx="69681">
                  <c:v>73.12</c:v>
                </c:pt>
                <c:pt idx="69682">
                  <c:v>151.19</c:v>
                </c:pt>
                <c:pt idx="69683">
                  <c:v>160.05000000000001</c:v>
                </c:pt>
                <c:pt idx="69684">
                  <c:v>113.7</c:v>
                </c:pt>
                <c:pt idx="69685">
                  <c:v>113.7</c:v>
                </c:pt>
                <c:pt idx="69686">
                  <c:v>160.05000000000001</c:v>
                </c:pt>
                <c:pt idx="69687">
                  <c:v>145.13999999999999</c:v>
                </c:pt>
                <c:pt idx="69688">
                  <c:v>145.13999999999999</c:v>
                </c:pt>
                <c:pt idx="69689">
                  <c:v>73.12</c:v>
                </c:pt>
                <c:pt idx="69690">
                  <c:v>84.66</c:v>
                </c:pt>
                <c:pt idx="69691">
                  <c:v>84.66</c:v>
                </c:pt>
                <c:pt idx="69692">
                  <c:v>108.88</c:v>
                </c:pt>
                <c:pt idx="69693">
                  <c:v>151.19</c:v>
                </c:pt>
                <c:pt idx="69694">
                  <c:v>177.92</c:v>
                </c:pt>
                <c:pt idx="69695">
                  <c:v>160.97</c:v>
                </c:pt>
                <c:pt idx="69696">
                  <c:v>168.91</c:v>
                </c:pt>
                <c:pt idx="69697">
                  <c:v>277.95</c:v>
                </c:pt>
                <c:pt idx="69698">
                  <c:v>226.94</c:v>
                </c:pt>
                <c:pt idx="69699">
                  <c:v>173.97</c:v>
                </c:pt>
                <c:pt idx="69700">
                  <c:v>242.94</c:v>
                </c:pt>
                <c:pt idx="69701">
                  <c:v>78.34</c:v>
                </c:pt>
                <c:pt idx="69702">
                  <c:v>98.98</c:v>
                </c:pt>
                <c:pt idx="69703">
                  <c:v>98.98</c:v>
                </c:pt>
                <c:pt idx="69704">
                  <c:v>98.98</c:v>
                </c:pt>
                <c:pt idx="69705">
                  <c:v>113.97</c:v>
                </c:pt>
                <c:pt idx="69706">
                  <c:v>79.98</c:v>
                </c:pt>
                <c:pt idx="69707">
                  <c:v>98.98</c:v>
                </c:pt>
                <c:pt idx="69708">
                  <c:v>73.48</c:v>
                </c:pt>
                <c:pt idx="69709">
                  <c:v>103.97</c:v>
                </c:pt>
                <c:pt idx="69710">
                  <c:v>92.9</c:v>
                </c:pt>
                <c:pt idx="69711">
                  <c:v>84.99</c:v>
                </c:pt>
                <c:pt idx="69712">
                  <c:v>84.99</c:v>
                </c:pt>
                <c:pt idx="69713">
                  <c:v>74.97</c:v>
                </c:pt>
                <c:pt idx="69714">
                  <c:v>239.92</c:v>
                </c:pt>
                <c:pt idx="69715">
                  <c:v>99.96</c:v>
                </c:pt>
                <c:pt idx="69716">
                  <c:v>74.97</c:v>
                </c:pt>
                <c:pt idx="69717">
                  <c:v>226.02</c:v>
                </c:pt>
                <c:pt idx="69718">
                  <c:v>119.96</c:v>
                </c:pt>
                <c:pt idx="69719">
                  <c:v>173.94</c:v>
                </c:pt>
                <c:pt idx="69720">
                  <c:v>179.94</c:v>
                </c:pt>
                <c:pt idx="69721">
                  <c:v>239.92</c:v>
                </c:pt>
                <c:pt idx="69722">
                  <c:v>65.790000000000006</c:v>
                </c:pt>
                <c:pt idx="69723">
                  <c:v>77.39</c:v>
                </c:pt>
                <c:pt idx="69724">
                  <c:v>70.13</c:v>
                </c:pt>
                <c:pt idx="69725">
                  <c:v>176.79</c:v>
                </c:pt>
                <c:pt idx="69726">
                  <c:v>106.38</c:v>
                </c:pt>
                <c:pt idx="69727">
                  <c:v>126.98</c:v>
                </c:pt>
                <c:pt idx="69728">
                  <c:v>79.790000000000006</c:v>
                </c:pt>
                <c:pt idx="69729">
                  <c:v>62.88</c:v>
                </c:pt>
                <c:pt idx="69730">
                  <c:v>77.39</c:v>
                </c:pt>
                <c:pt idx="69731">
                  <c:v>82.32</c:v>
                </c:pt>
                <c:pt idx="69732">
                  <c:v>71.959999999999994</c:v>
                </c:pt>
                <c:pt idx="69733">
                  <c:v>50.98</c:v>
                </c:pt>
                <c:pt idx="69734">
                  <c:v>76.98</c:v>
                </c:pt>
                <c:pt idx="69735">
                  <c:v>84.96</c:v>
                </c:pt>
                <c:pt idx="69736">
                  <c:v>41.49</c:v>
                </c:pt>
                <c:pt idx="69737">
                  <c:v>65.989999999999995</c:v>
                </c:pt>
                <c:pt idx="69738">
                  <c:v>65.989999999999995</c:v>
                </c:pt>
                <c:pt idx="69739">
                  <c:v>65.989999999999995</c:v>
                </c:pt>
                <c:pt idx="69740">
                  <c:v>73.97</c:v>
                </c:pt>
                <c:pt idx="69741">
                  <c:v>84.11</c:v>
                </c:pt>
                <c:pt idx="69742">
                  <c:v>60.43</c:v>
                </c:pt>
                <c:pt idx="69743">
                  <c:v>79.02</c:v>
                </c:pt>
                <c:pt idx="69744">
                  <c:v>92.97</c:v>
                </c:pt>
                <c:pt idx="69745">
                  <c:v>61.98</c:v>
                </c:pt>
                <c:pt idx="69746">
                  <c:v>60.43</c:v>
                </c:pt>
                <c:pt idx="69747">
                  <c:v>92.97</c:v>
                </c:pt>
                <c:pt idx="69748">
                  <c:v>61.98</c:v>
                </c:pt>
                <c:pt idx="69749">
                  <c:v>92.11</c:v>
                </c:pt>
                <c:pt idx="69750">
                  <c:v>95.03</c:v>
                </c:pt>
                <c:pt idx="69751">
                  <c:v>95.97</c:v>
                </c:pt>
                <c:pt idx="69752">
                  <c:v>92.04</c:v>
                </c:pt>
                <c:pt idx="69753">
                  <c:v>65.16</c:v>
                </c:pt>
                <c:pt idx="69754">
                  <c:v>56.68</c:v>
                </c:pt>
                <c:pt idx="69755">
                  <c:v>92.97</c:v>
                </c:pt>
                <c:pt idx="69756">
                  <c:v>92.97</c:v>
                </c:pt>
                <c:pt idx="69757">
                  <c:v>61.98</c:v>
                </c:pt>
                <c:pt idx="69758">
                  <c:v>68.989999999999995</c:v>
                </c:pt>
                <c:pt idx="69759">
                  <c:v>83.98</c:v>
                </c:pt>
                <c:pt idx="69760">
                  <c:v>134.32</c:v>
                </c:pt>
                <c:pt idx="69761">
                  <c:v>64.489999999999995</c:v>
                </c:pt>
                <c:pt idx="69762">
                  <c:v>64.67</c:v>
                </c:pt>
                <c:pt idx="69763">
                  <c:v>65.989999999999995</c:v>
                </c:pt>
                <c:pt idx="69764">
                  <c:v>59.98</c:v>
                </c:pt>
                <c:pt idx="69765">
                  <c:v>65.989999999999995</c:v>
                </c:pt>
                <c:pt idx="69766">
                  <c:v>78.11</c:v>
                </c:pt>
                <c:pt idx="69767">
                  <c:v>84.99</c:v>
                </c:pt>
                <c:pt idx="69768">
                  <c:v>137.96</c:v>
                </c:pt>
                <c:pt idx="69769">
                  <c:v>81.98</c:v>
                </c:pt>
                <c:pt idx="69770">
                  <c:v>84.99</c:v>
                </c:pt>
                <c:pt idx="69771">
                  <c:v>65.989999999999995</c:v>
                </c:pt>
                <c:pt idx="69772">
                  <c:v>84.99</c:v>
                </c:pt>
                <c:pt idx="69773">
                  <c:v>102.48</c:v>
                </c:pt>
                <c:pt idx="69774">
                  <c:v>68.989999999999995</c:v>
                </c:pt>
                <c:pt idx="69775">
                  <c:v>84.99</c:v>
                </c:pt>
                <c:pt idx="69776">
                  <c:v>84.14</c:v>
                </c:pt>
                <c:pt idx="69777">
                  <c:v>80.98</c:v>
                </c:pt>
                <c:pt idx="69778">
                  <c:v>54.99</c:v>
                </c:pt>
                <c:pt idx="69779">
                  <c:v>84.99</c:v>
                </c:pt>
                <c:pt idx="69780">
                  <c:v>143.72</c:v>
                </c:pt>
                <c:pt idx="69781">
                  <c:v>226.19</c:v>
                </c:pt>
                <c:pt idx="69782">
                  <c:v>232.24</c:v>
                </c:pt>
                <c:pt idx="69783">
                  <c:v>128.76</c:v>
                </c:pt>
                <c:pt idx="69784">
                  <c:v>69.680000000000007</c:v>
                </c:pt>
                <c:pt idx="69785">
                  <c:v>131.97999999999999</c:v>
                </c:pt>
                <c:pt idx="69786">
                  <c:v>146.97</c:v>
                </c:pt>
                <c:pt idx="69787">
                  <c:v>84.97</c:v>
                </c:pt>
                <c:pt idx="69788">
                  <c:v>216.96</c:v>
                </c:pt>
                <c:pt idx="69789">
                  <c:v>149.97</c:v>
                </c:pt>
                <c:pt idx="69790">
                  <c:v>134.97999999999999</c:v>
                </c:pt>
                <c:pt idx="69791">
                  <c:v>51.49</c:v>
                </c:pt>
                <c:pt idx="69792">
                  <c:v>147.18</c:v>
                </c:pt>
                <c:pt idx="69793">
                  <c:v>89.98</c:v>
                </c:pt>
                <c:pt idx="69794">
                  <c:v>134.97999999999999</c:v>
                </c:pt>
                <c:pt idx="69795">
                  <c:v>151.96</c:v>
                </c:pt>
                <c:pt idx="69796">
                  <c:v>49.99</c:v>
                </c:pt>
                <c:pt idx="69797">
                  <c:v>126.91</c:v>
                </c:pt>
                <c:pt idx="69798">
                  <c:v>96.79</c:v>
                </c:pt>
                <c:pt idx="69799">
                  <c:v>107.07</c:v>
                </c:pt>
                <c:pt idx="69800">
                  <c:v>263.95999999999998</c:v>
                </c:pt>
                <c:pt idx="69801">
                  <c:v>113.95</c:v>
                </c:pt>
                <c:pt idx="69802">
                  <c:v>278.95</c:v>
                </c:pt>
                <c:pt idx="69803">
                  <c:v>252.55</c:v>
                </c:pt>
                <c:pt idx="69804">
                  <c:v>74.95</c:v>
                </c:pt>
                <c:pt idx="69805">
                  <c:v>159.96</c:v>
                </c:pt>
                <c:pt idx="69806">
                  <c:v>67.63</c:v>
                </c:pt>
                <c:pt idx="69807">
                  <c:v>77.400000000000006</c:v>
                </c:pt>
                <c:pt idx="69808">
                  <c:v>72.540000000000006</c:v>
                </c:pt>
                <c:pt idx="69809">
                  <c:v>86.32</c:v>
                </c:pt>
                <c:pt idx="69810">
                  <c:v>123.32</c:v>
                </c:pt>
                <c:pt idx="69811">
                  <c:v>101.56</c:v>
                </c:pt>
                <c:pt idx="69812">
                  <c:v>169.28</c:v>
                </c:pt>
                <c:pt idx="69813">
                  <c:v>58.87</c:v>
                </c:pt>
                <c:pt idx="69814">
                  <c:v>53.98</c:v>
                </c:pt>
                <c:pt idx="69815">
                  <c:v>54.16</c:v>
                </c:pt>
                <c:pt idx="69816">
                  <c:v>75.98</c:v>
                </c:pt>
                <c:pt idx="69817">
                  <c:v>61.98</c:v>
                </c:pt>
                <c:pt idx="69818">
                  <c:v>71.13</c:v>
                </c:pt>
                <c:pt idx="69819">
                  <c:v>73.98</c:v>
                </c:pt>
                <c:pt idx="69820">
                  <c:v>55.78</c:v>
                </c:pt>
                <c:pt idx="69821">
                  <c:v>75.98</c:v>
                </c:pt>
                <c:pt idx="69822">
                  <c:v>75.98</c:v>
                </c:pt>
                <c:pt idx="69823">
                  <c:v>79.98</c:v>
                </c:pt>
                <c:pt idx="69824">
                  <c:v>73.98</c:v>
                </c:pt>
                <c:pt idx="69825">
                  <c:v>105.46</c:v>
                </c:pt>
                <c:pt idx="69826">
                  <c:v>65.98</c:v>
                </c:pt>
                <c:pt idx="69827">
                  <c:v>65.989999999999995</c:v>
                </c:pt>
                <c:pt idx="69828">
                  <c:v>92.97</c:v>
                </c:pt>
                <c:pt idx="69829">
                  <c:v>73.98</c:v>
                </c:pt>
                <c:pt idx="69830">
                  <c:v>73.98</c:v>
                </c:pt>
                <c:pt idx="69831">
                  <c:v>50.98</c:v>
                </c:pt>
                <c:pt idx="69832">
                  <c:v>75.98</c:v>
                </c:pt>
                <c:pt idx="69833">
                  <c:v>374.41</c:v>
                </c:pt>
                <c:pt idx="69834">
                  <c:v>285.5</c:v>
                </c:pt>
                <c:pt idx="69835">
                  <c:v>214.13</c:v>
                </c:pt>
                <c:pt idx="69836">
                  <c:v>236.95</c:v>
                </c:pt>
                <c:pt idx="69837">
                  <c:v>65.989999999999995</c:v>
                </c:pt>
                <c:pt idx="69838">
                  <c:v>243.95</c:v>
                </c:pt>
                <c:pt idx="69839">
                  <c:v>64.06</c:v>
                </c:pt>
                <c:pt idx="69840">
                  <c:v>63.98</c:v>
                </c:pt>
                <c:pt idx="69841">
                  <c:v>75.98</c:v>
                </c:pt>
                <c:pt idx="69842">
                  <c:v>62.96</c:v>
                </c:pt>
                <c:pt idx="69843">
                  <c:v>75.98</c:v>
                </c:pt>
                <c:pt idx="69844">
                  <c:v>63.98</c:v>
                </c:pt>
                <c:pt idx="69845">
                  <c:v>84.99</c:v>
                </c:pt>
                <c:pt idx="69846">
                  <c:v>84.99</c:v>
                </c:pt>
                <c:pt idx="69847">
                  <c:v>69.97</c:v>
                </c:pt>
                <c:pt idx="69848">
                  <c:v>120.98</c:v>
                </c:pt>
                <c:pt idx="69849">
                  <c:v>96.98</c:v>
                </c:pt>
                <c:pt idx="69850">
                  <c:v>142.97</c:v>
                </c:pt>
                <c:pt idx="69851">
                  <c:v>169.98</c:v>
                </c:pt>
                <c:pt idx="69852">
                  <c:v>61.22</c:v>
                </c:pt>
                <c:pt idx="69853">
                  <c:v>146.97</c:v>
                </c:pt>
                <c:pt idx="69854">
                  <c:v>89.98</c:v>
                </c:pt>
                <c:pt idx="69855">
                  <c:v>184.97</c:v>
                </c:pt>
                <c:pt idx="69856">
                  <c:v>65.989999999999995</c:v>
                </c:pt>
                <c:pt idx="69857">
                  <c:v>70.989999999999995</c:v>
                </c:pt>
                <c:pt idx="69858">
                  <c:v>84.99</c:v>
                </c:pt>
                <c:pt idx="69859">
                  <c:v>64.98</c:v>
                </c:pt>
                <c:pt idx="69860">
                  <c:v>100.98</c:v>
                </c:pt>
                <c:pt idx="69861">
                  <c:v>84.99</c:v>
                </c:pt>
                <c:pt idx="69862">
                  <c:v>96.88</c:v>
                </c:pt>
                <c:pt idx="69863">
                  <c:v>59.96</c:v>
                </c:pt>
                <c:pt idx="69864">
                  <c:v>65.19</c:v>
                </c:pt>
                <c:pt idx="69865">
                  <c:v>65.989999999999995</c:v>
                </c:pt>
                <c:pt idx="69866">
                  <c:v>65.989999999999995</c:v>
                </c:pt>
                <c:pt idx="69867">
                  <c:v>65.989999999999995</c:v>
                </c:pt>
                <c:pt idx="69868">
                  <c:v>63.89</c:v>
                </c:pt>
                <c:pt idx="69869">
                  <c:v>77.98</c:v>
                </c:pt>
                <c:pt idx="69870">
                  <c:v>96.32</c:v>
                </c:pt>
                <c:pt idx="69871">
                  <c:v>99.98</c:v>
                </c:pt>
                <c:pt idx="69872">
                  <c:v>77.98</c:v>
                </c:pt>
                <c:pt idx="69873">
                  <c:v>64.55</c:v>
                </c:pt>
                <c:pt idx="69874">
                  <c:v>63.89</c:v>
                </c:pt>
                <c:pt idx="69875">
                  <c:v>65.989999999999995</c:v>
                </c:pt>
                <c:pt idx="69876">
                  <c:v>65.989999999999995</c:v>
                </c:pt>
                <c:pt idx="69877">
                  <c:v>67.489999999999995</c:v>
                </c:pt>
                <c:pt idx="69878">
                  <c:v>65.989999999999995</c:v>
                </c:pt>
                <c:pt idx="69879">
                  <c:v>65.989999999999995</c:v>
                </c:pt>
                <c:pt idx="69880">
                  <c:v>65.989999999999995</c:v>
                </c:pt>
                <c:pt idx="69881">
                  <c:v>57.79</c:v>
                </c:pt>
                <c:pt idx="69882">
                  <c:v>81.48</c:v>
                </c:pt>
                <c:pt idx="69883">
                  <c:v>65.989999999999995</c:v>
                </c:pt>
                <c:pt idx="69884">
                  <c:v>56.09</c:v>
                </c:pt>
                <c:pt idx="69885">
                  <c:v>65.989999999999995</c:v>
                </c:pt>
                <c:pt idx="69886">
                  <c:v>65.989999999999995</c:v>
                </c:pt>
                <c:pt idx="69887">
                  <c:v>65.989999999999995</c:v>
                </c:pt>
                <c:pt idx="69888">
                  <c:v>67.489999999999995</c:v>
                </c:pt>
                <c:pt idx="69889">
                  <c:v>79.98</c:v>
                </c:pt>
                <c:pt idx="69890">
                  <c:v>65.989999999999995</c:v>
                </c:pt>
                <c:pt idx="69891">
                  <c:v>65.989999999999995</c:v>
                </c:pt>
                <c:pt idx="69892">
                  <c:v>65.989999999999995</c:v>
                </c:pt>
                <c:pt idx="69893">
                  <c:v>65.989999999999995</c:v>
                </c:pt>
                <c:pt idx="69894">
                  <c:v>169.95</c:v>
                </c:pt>
                <c:pt idx="69895">
                  <c:v>109.97</c:v>
                </c:pt>
                <c:pt idx="69896">
                  <c:v>164.94</c:v>
                </c:pt>
                <c:pt idx="69897">
                  <c:v>119.96</c:v>
                </c:pt>
                <c:pt idx="69898">
                  <c:v>50.98</c:v>
                </c:pt>
                <c:pt idx="69899">
                  <c:v>164.94</c:v>
                </c:pt>
                <c:pt idx="69900">
                  <c:v>199.94</c:v>
                </c:pt>
                <c:pt idx="69901">
                  <c:v>149.94999999999999</c:v>
                </c:pt>
                <c:pt idx="69902">
                  <c:v>262.93</c:v>
                </c:pt>
                <c:pt idx="69903">
                  <c:v>130.47999999999999</c:v>
                </c:pt>
                <c:pt idx="69904">
                  <c:v>87.46</c:v>
                </c:pt>
                <c:pt idx="69905">
                  <c:v>262.93</c:v>
                </c:pt>
                <c:pt idx="69906">
                  <c:v>85.49</c:v>
                </c:pt>
                <c:pt idx="69907">
                  <c:v>87.46</c:v>
                </c:pt>
                <c:pt idx="69908">
                  <c:v>97.94</c:v>
                </c:pt>
                <c:pt idx="69909">
                  <c:v>157.43</c:v>
                </c:pt>
                <c:pt idx="69910">
                  <c:v>157.43</c:v>
                </c:pt>
                <c:pt idx="69911">
                  <c:v>130.47999999999999</c:v>
                </c:pt>
                <c:pt idx="69912">
                  <c:v>85.49</c:v>
                </c:pt>
                <c:pt idx="69913">
                  <c:v>105.45</c:v>
                </c:pt>
                <c:pt idx="69914">
                  <c:v>105.45</c:v>
                </c:pt>
                <c:pt idx="69915">
                  <c:v>97.94</c:v>
                </c:pt>
                <c:pt idx="69916">
                  <c:v>39.5</c:v>
                </c:pt>
                <c:pt idx="69917">
                  <c:v>49.99</c:v>
                </c:pt>
                <c:pt idx="69918">
                  <c:v>84.99</c:v>
                </c:pt>
                <c:pt idx="69919">
                  <c:v>68.989999999999995</c:v>
                </c:pt>
                <c:pt idx="69920">
                  <c:v>68.989999999999995</c:v>
                </c:pt>
                <c:pt idx="69921">
                  <c:v>65.989999999999995</c:v>
                </c:pt>
                <c:pt idx="69922">
                  <c:v>65.989999999999995</c:v>
                </c:pt>
                <c:pt idx="69923">
                  <c:v>84.99</c:v>
                </c:pt>
                <c:pt idx="69924">
                  <c:v>65.989999999999995</c:v>
                </c:pt>
                <c:pt idx="69925">
                  <c:v>68.989999999999995</c:v>
                </c:pt>
                <c:pt idx="69926">
                  <c:v>51.98</c:v>
                </c:pt>
                <c:pt idx="69927">
                  <c:v>65.989999999999995</c:v>
                </c:pt>
                <c:pt idx="69928">
                  <c:v>49.99</c:v>
                </c:pt>
                <c:pt idx="69929">
                  <c:v>84.99</c:v>
                </c:pt>
                <c:pt idx="69930">
                  <c:v>84.99</c:v>
                </c:pt>
                <c:pt idx="69931">
                  <c:v>65.989999999999995</c:v>
                </c:pt>
                <c:pt idx="69932">
                  <c:v>65.989999999999995</c:v>
                </c:pt>
                <c:pt idx="69933">
                  <c:v>84.99</c:v>
                </c:pt>
                <c:pt idx="69934">
                  <c:v>65.959999999999994</c:v>
                </c:pt>
                <c:pt idx="69935">
                  <c:v>63.96</c:v>
                </c:pt>
                <c:pt idx="69936">
                  <c:v>52.3</c:v>
                </c:pt>
                <c:pt idx="69937">
                  <c:v>53.98</c:v>
                </c:pt>
                <c:pt idx="69938">
                  <c:v>63.96</c:v>
                </c:pt>
                <c:pt idx="69939">
                  <c:v>63.96</c:v>
                </c:pt>
                <c:pt idx="69940">
                  <c:v>59.98</c:v>
                </c:pt>
                <c:pt idx="69941">
                  <c:v>63.96</c:v>
                </c:pt>
                <c:pt idx="69942">
                  <c:v>53.98</c:v>
                </c:pt>
                <c:pt idx="69943">
                  <c:v>55.96</c:v>
                </c:pt>
                <c:pt idx="69944">
                  <c:v>86.93</c:v>
                </c:pt>
                <c:pt idx="69945">
                  <c:v>86.93</c:v>
                </c:pt>
                <c:pt idx="69946">
                  <c:v>57.97</c:v>
                </c:pt>
                <c:pt idx="69947">
                  <c:v>69.95</c:v>
                </c:pt>
                <c:pt idx="69948">
                  <c:v>136.18</c:v>
                </c:pt>
                <c:pt idx="69949">
                  <c:v>48.71</c:v>
                </c:pt>
                <c:pt idx="69950">
                  <c:v>118.53</c:v>
                </c:pt>
                <c:pt idx="69951">
                  <c:v>66.569999999999993</c:v>
                </c:pt>
                <c:pt idx="69952">
                  <c:v>99.97</c:v>
                </c:pt>
                <c:pt idx="69953">
                  <c:v>82.98</c:v>
                </c:pt>
                <c:pt idx="69954">
                  <c:v>104.97</c:v>
                </c:pt>
                <c:pt idx="69955">
                  <c:v>135.55000000000001</c:v>
                </c:pt>
                <c:pt idx="69956">
                  <c:v>84.98</c:v>
                </c:pt>
                <c:pt idx="69957">
                  <c:v>104.97</c:v>
                </c:pt>
                <c:pt idx="69958">
                  <c:v>84.99</c:v>
                </c:pt>
                <c:pt idx="69959">
                  <c:v>103.09</c:v>
                </c:pt>
                <c:pt idx="69960">
                  <c:v>119.97</c:v>
                </c:pt>
                <c:pt idx="69961">
                  <c:v>74.97</c:v>
                </c:pt>
                <c:pt idx="69962">
                  <c:v>64.98</c:v>
                </c:pt>
                <c:pt idx="69963">
                  <c:v>99.98</c:v>
                </c:pt>
                <c:pt idx="69964">
                  <c:v>109.97</c:v>
                </c:pt>
                <c:pt idx="69965">
                  <c:v>84.99</c:v>
                </c:pt>
                <c:pt idx="69966">
                  <c:v>65.989999999999995</c:v>
                </c:pt>
                <c:pt idx="69967">
                  <c:v>59.39</c:v>
                </c:pt>
                <c:pt idx="69968">
                  <c:v>67.489999999999995</c:v>
                </c:pt>
                <c:pt idx="69969">
                  <c:v>65.989999999999995</c:v>
                </c:pt>
                <c:pt idx="69970">
                  <c:v>82.44</c:v>
                </c:pt>
                <c:pt idx="69971">
                  <c:v>76.489999999999995</c:v>
                </c:pt>
                <c:pt idx="69972">
                  <c:v>84.99</c:v>
                </c:pt>
                <c:pt idx="69973">
                  <c:v>79.05</c:v>
                </c:pt>
                <c:pt idx="69974">
                  <c:v>37.24</c:v>
                </c:pt>
                <c:pt idx="69975">
                  <c:v>104.98</c:v>
                </c:pt>
                <c:pt idx="69976">
                  <c:v>65.989999999999995</c:v>
                </c:pt>
                <c:pt idx="69977">
                  <c:v>65.989999999999995</c:v>
                </c:pt>
                <c:pt idx="69978">
                  <c:v>84.99</c:v>
                </c:pt>
                <c:pt idx="69979">
                  <c:v>65.989999999999995</c:v>
                </c:pt>
                <c:pt idx="69980">
                  <c:v>65.989999999999995</c:v>
                </c:pt>
                <c:pt idx="69981">
                  <c:v>84.99</c:v>
                </c:pt>
                <c:pt idx="69982">
                  <c:v>95.98</c:v>
                </c:pt>
                <c:pt idx="69983">
                  <c:v>183.97</c:v>
                </c:pt>
                <c:pt idx="69984">
                  <c:v>164.98</c:v>
                </c:pt>
                <c:pt idx="69985">
                  <c:v>65.98</c:v>
                </c:pt>
                <c:pt idx="69986">
                  <c:v>157.38</c:v>
                </c:pt>
                <c:pt idx="69987">
                  <c:v>114.97</c:v>
                </c:pt>
                <c:pt idx="69988">
                  <c:v>148.47999999999999</c:v>
                </c:pt>
                <c:pt idx="69989">
                  <c:v>209.97</c:v>
                </c:pt>
                <c:pt idx="69990">
                  <c:v>54.07</c:v>
                </c:pt>
                <c:pt idx="69991">
                  <c:v>370.94</c:v>
                </c:pt>
                <c:pt idx="69992">
                  <c:v>69.989999999999995</c:v>
                </c:pt>
                <c:pt idx="69993">
                  <c:v>169.98</c:v>
                </c:pt>
                <c:pt idx="69994">
                  <c:v>269.95999999999998</c:v>
                </c:pt>
                <c:pt idx="69995">
                  <c:v>205.96</c:v>
                </c:pt>
                <c:pt idx="69996">
                  <c:v>169.98</c:v>
                </c:pt>
                <c:pt idx="69997">
                  <c:v>79.98</c:v>
                </c:pt>
                <c:pt idx="69998">
                  <c:v>96.96</c:v>
                </c:pt>
                <c:pt idx="69999">
                  <c:v>65.989999999999995</c:v>
                </c:pt>
                <c:pt idx="70000">
                  <c:v>184.97</c:v>
                </c:pt>
                <c:pt idx="70001">
                  <c:v>84.99</c:v>
                </c:pt>
                <c:pt idx="70002">
                  <c:v>84.99</c:v>
                </c:pt>
                <c:pt idx="70003">
                  <c:v>69.989999999999995</c:v>
                </c:pt>
                <c:pt idx="70004">
                  <c:v>100.98</c:v>
                </c:pt>
                <c:pt idx="70005">
                  <c:v>135.97999999999999</c:v>
                </c:pt>
                <c:pt idx="70006">
                  <c:v>73.78</c:v>
                </c:pt>
                <c:pt idx="70007">
                  <c:v>98.14</c:v>
                </c:pt>
                <c:pt idx="70008">
                  <c:v>100.98</c:v>
                </c:pt>
                <c:pt idx="70009">
                  <c:v>84.99</c:v>
                </c:pt>
                <c:pt idx="70010">
                  <c:v>76.319999999999993</c:v>
                </c:pt>
                <c:pt idx="70011">
                  <c:v>70.989999999999995</c:v>
                </c:pt>
                <c:pt idx="70012">
                  <c:v>65.989999999999995</c:v>
                </c:pt>
                <c:pt idx="70013">
                  <c:v>82.24</c:v>
                </c:pt>
                <c:pt idx="70014">
                  <c:v>104.98</c:v>
                </c:pt>
                <c:pt idx="70015">
                  <c:v>62.09</c:v>
                </c:pt>
                <c:pt idx="70016">
                  <c:v>59.98</c:v>
                </c:pt>
                <c:pt idx="70017">
                  <c:v>54.99</c:v>
                </c:pt>
                <c:pt idx="70018">
                  <c:v>68.989999999999995</c:v>
                </c:pt>
                <c:pt idx="70019">
                  <c:v>54.97</c:v>
                </c:pt>
                <c:pt idx="70020">
                  <c:v>84.99</c:v>
                </c:pt>
                <c:pt idx="70021">
                  <c:v>84.99</c:v>
                </c:pt>
                <c:pt idx="70022">
                  <c:v>71.989999999999995</c:v>
                </c:pt>
                <c:pt idx="70023">
                  <c:v>104.97</c:v>
                </c:pt>
                <c:pt idx="70024">
                  <c:v>79.02</c:v>
                </c:pt>
                <c:pt idx="70025">
                  <c:v>68.989999999999995</c:v>
                </c:pt>
                <c:pt idx="70026">
                  <c:v>59.94</c:v>
                </c:pt>
                <c:pt idx="70027">
                  <c:v>54.99</c:v>
                </c:pt>
                <c:pt idx="70028">
                  <c:v>68.989999999999995</c:v>
                </c:pt>
                <c:pt idx="70029">
                  <c:v>89.18</c:v>
                </c:pt>
                <c:pt idx="70030">
                  <c:v>66.739999999999995</c:v>
                </c:pt>
                <c:pt idx="70031">
                  <c:v>80.97</c:v>
                </c:pt>
                <c:pt idx="70032">
                  <c:v>73.41</c:v>
                </c:pt>
                <c:pt idx="70033">
                  <c:v>112.95</c:v>
                </c:pt>
                <c:pt idx="70034">
                  <c:v>74.97</c:v>
                </c:pt>
                <c:pt idx="70035">
                  <c:v>53.98</c:v>
                </c:pt>
                <c:pt idx="70036">
                  <c:v>80.97</c:v>
                </c:pt>
                <c:pt idx="70037">
                  <c:v>84.97</c:v>
                </c:pt>
                <c:pt idx="70038">
                  <c:v>80.97</c:v>
                </c:pt>
                <c:pt idx="70039">
                  <c:v>77.09</c:v>
                </c:pt>
                <c:pt idx="70040">
                  <c:v>159.97999999999999</c:v>
                </c:pt>
                <c:pt idx="70041">
                  <c:v>197.96</c:v>
                </c:pt>
                <c:pt idx="70042">
                  <c:v>148.25</c:v>
                </c:pt>
                <c:pt idx="70043">
                  <c:v>98.98</c:v>
                </c:pt>
                <c:pt idx="70044">
                  <c:v>183.97</c:v>
                </c:pt>
                <c:pt idx="70045">
                  <c:v>139.07</c:v>
                </c:pt>
                <c:pt idx="70046">
                  <c:v>183.97</c:v>
                </c:pt>
                <c:pt idx="70047">
                  <c:v>134.97999999999999</c:v>
                </c:pt>
                <c:pt idx="70048">
                  <c:v>163.13999999999999</c:v>
                </c:pt>
                <c:pt idx="70049">
                  <c:v>159.69999999999999</c:v>
                </c:pt>
                <c:pt idx="70050">
                  <c:v>261.42</c:v>
                </c:pt>
                <c:pt idx="70051">
                  <c:v>570.36</c:v>
                </c:pt>
                <c:pt idx="70052">
                  <c:v>229.84</c:v>
                </c:pt>
                <c:pt idx="70053">
                  <c:v>134.29</c:v>
                </c:pt>
                <c:pt idx="70054">
                  <c:v>260.93</c:v>
                </c:pt>
                <c:pt idx="70055">
                  <c:v>197.97</c:v>
                </c:pt>
                <c:pt idx="70056">
                  <c:v>68.989999999999995</c:v>
                </c:pt>
                <c:pt idx="70057">
                  <c:v>211.95</c:v>
                </c:pt>
                <c:pt idx="70058">
                  <c:v>135.74</c:v>
                </c:pt>
                <c:pt idx="70059">
                  <c:v>414.77</c:v>
                </c:pt>
                <c:pt idx="70060">
                  <c:v>211.74</c:v>
                </c:pt>
                <c:pt idx="70061">
                  <c:v>98.91</c:v>
                </c:pt>
                <c:pt idx="70062">
                  <c:v>120.89</c:v>
                </c:pt>
                <c:pt idx="70063">
                  <c:v>157.27000000000001</c:v>
                </c:pt>
                <c:pt idx="70064">
                  <c:v>129.94999999999999</c:v>
                </c:pt>
                <c:pt idx="70065">
                  <c:v>65.989999999999995</c:v>
                </c:pt>
                <c:pt idx="70066">
                  <c:v>57.6</c:v>
                </c:pt>
                <c:pt idx="70067">
                  <c:v>59.96</c:v>
                </c:pt>
                <c:pt idx="70068">
                  <c:v>112.84</c:v>
                </c:pt>
                <c:pt idx="70069">
                  <c:v>129.94999999999999</c:v>
                </c:pt>
                <c:pt idx="70070">
                  <c:v>59.96</c:v>
                </c:pt>
                <c:pt idx="70071">
                  <c:v>58.81</c:v>
                </c:pt>
                <c:pt idx="70072">
                  <c:v>79.849999999999994</c:v>
                </c:pt>
                <c:pt idx="70073">
                  <c:v>83.47</c:v>
                </c:pt>
                <c:pt idx="70074">
                  <c:v>18.989999999999998</c:v>
                </c:pt>
                <c:pt idx="70075">
                  <c:v>-22.99</c:v>
                </c:pt>
                <c:pt idx="70076">
                  <c:v>79.849999999999994</c:v>
                </c:pt>
                <c:pt idx="70077">
                  <c:v>182.67</c:v>
                </c:pt>
                <c:pt idx="70078">
                  <c:v>79.849999999999994</c:v>
                </c:pt>
                <c:pt idx="70079">
                  <c:v>79.849999999999994</c:v>
                </c:pt>
                <c:pt idx="70080">
                  <c:v>143.72</c:v>
                </c:pt>
                <c:pt idx="70081">
                  <c:v>159.69999999999999</c:v>
                </c:pt>
                <c:pt idx="70082">
                  <c:v>79.849999999999994</c:v>
                </c:pt>
                <c:pt idx="70083">
                  <c:v>159.69999999999999</c:v>
                </c:pt>
                <c:pt idx="70084">
                  <c:v>143.72</c:v>
                </c:pt>
                <c:pt idx="70085">
                  <c:v>83.97</c:v>
                </c:pt>
                <c:pt idx="70086">
                  <c:v>301.70999999999998</c:v>
                </c:pt>
                <c:pt idx="70087">
                  <c:v>524.92999999999995</c:v>
                </c:pt>
                <c:pt idx="70088">
                  <c:v>229.47</c:v>
                </c:pt>
                <c:pt idx="70089">
                  <c:v>247.95</c:v>
                </c:pt>
                <c:pt idx="70090">
                  <c:v>344.64</c:v>
                </c:pt>
                <c:pt idx="70091">
                  <c:v>284.95</c:v>
                </c:pt>
                <c:pt idx="70092">
                  <c:v>234.96</c:v>
                </c:pt>
                <c:pt idx="70093">
                  <c:v>319.92</c:v>
                </c:pt>
                <c:pt idx="70094">
                  <c:v>197.97</c:v>
                </c:pt>
                <c:pt idx="70095">
                  <c:v>254.97</c:v>
                </c:pt>
                <c:pt idx="70096">
                  <c:v>278.91000000000003</c:v>
                </c:pt>
                <c:pt idx="70097">
                  <c:v>299.89999999999998</c:v>
                </c:pt>
                <c:pt idx="70098">
                  <c:v>149.30000000000001</c:v>
                </c:pt>
                <c:pt idx="70099">
                  <c:v>257.3</c:v>
                </c:pt>
                <c:pt idx="70100">
                  <c:v>307.89999999999998</c:v>
                </c:pt>
                <c:pt idx="70101">
                  <c:v>54.98</c:v>
                </c:pt>
                <c:pt idx="70102">
                  <c:v>59.38</c:v>
                </c:pt>
                <c:pt idx="70103">
                  <c:v>54.98</c:v>
                </c:pt>
                <c:pt idx="70104">
                  <c:v>50.97</c:v>
                </c:pt>
                <c:pt idx="70105">
                  <c:v>59.98</c:v>
                </c:pt>
                <c:pt idx="70106">
                  <c:v>59.38</c:v>
                </c:pt>
                <c:pt idx="70107">
                  <c:v>59.38</c:v>
                </c:pt>
                <c:pt idx="70108">
                  <c:v>31.49</c:v>
                </c:pt>
                <c:pt idx="70109">
                  <c:v>50.97</c:v>
                </c:pt>
                <c:pt idx="70110">
                  <c:v>59.38</c:v>
                </c:pt>
                <c:pt idx="70111">
                  <c:v>84.97</c:v>
                </c:pt>
                <c:pt idx="70112">
                  <c:v>31.49</c:v>
                </c:pt>
                <c:pt idx="70113">
                  <c:v>54.27</c:v>
                </c:pt>
                <c:pt idx="70114">
                  <c:v>31.49</c:v>
                </c:pt>
                <c:pt idx="70115">
                  <c:v>148.44999999999999</c:v>
                </c:pt>
                <c:pt idx="70116">
                  <c:v>54.98</c:v>
                </c:pt>
                <c:pt idx="70117">
                  <c:v>54.98</c:v>
                </c:pt>
                <c:pt idx="70118">
                  <c:v>58.48</c:v>
                </c:pt>
                <c:pt idx="70119">
                  <c:v>50.97</c:v>
                </c:pt>
                <c:pt idx="70120">
                  <c:v>147.93</c:v>
                </c:pt>
                <c:pt idx="70121">
                  <c:v>31.49</c:v>
                </c:pt>
                <c:pt idx="70122">
                  <c:v>61.59</c:v>
                </c:pt>
                <c:pt idx="70123">
                  <c:v>180.37</c:v>
                </c:pt>
                <c:pt idx="70124">
                  <c:v>131.72</c:v>
                </c:pt>
                <c:pt idx="70125">
                  <c:v>101.97</c:v>
                </c:pt>
                <c:pt idx="70126">
                  <c:v>151.79</c:v>
                </c:pt>
                <c:pt idx="70127">
                  <c:v>132.86000000000001</c:v>
                </c:pt>
                <c:pt idx="70128">
                  <c:v>59.39</c:v>
                </c:pt>
                <c:pt idx="70129">
                  <c:v>229.94</c:v>
                </c:pt>
                <c:pt idx="70130">
                  <c:v>211.94</c:v>
                </c:pt>
                <c:pt idx="70131">
                  <c:v>385.91</c:v>
                </c:pt>
                <c:pt idx="70132">
                  <c:v>79.98</c:v>
                </c:pt>
                <c:pt idx="70133">
                  <c:v>61.97</c:v>
                </c:pt>
                <c:pt idx="70134">
                  <c:v>181.76</c:v>
                </c:pt>
                <c:pt idx="70135">
                  <c:v>179.71</c:v>
                </c:pt>
                <c:pt idx="70136">
                  <c:v>110.45</c:v>
                </c:pt>
                <c:pt idx="70137">
                  <c:v>125.98</c:v>
                </c:pt>
                <c:pt idx="70138">
                  <c:v>89.16</c:v>
                </c:pt>
                <c:pt idx="70139">
                  <c:v>146.94999999999999</c:v>
                </c:pt>
                <c:pt idx="70140">
                  <c:v>97.72</c:v>
                </c:pt>
                <c:pt idx="70141">
                  <c:v>49.99</c:v>
                </c:pt>
                <c:pt idx="70142">
                  <c:v>51.29</c:v>
                </c:pt>
                <c:pt idx="70143">
                  <c:v>99.98</c:v>
                </c:pt>
                <c:pt idx="70144">
                  <c:v>99.98</c:v>
                </c:pt>
                <c:pt idx="70145">
                  <c:v>46.09</c:v>
                </c:pt>
                <c:pt idx="70146">
                  <c:v>99.98</c:v>
                </c:pt>
                <c:pt idx="70147">
                  <c:v>79.98</c:v>
                </c:pt>
                <c:pt idx="70148">
                  <c:v>107.94</c:v>
                </c:pt>
                <c:pt idx="70149">
                  <c:v>84.98</c:v>
                </c:pt>
                <c:pt idx="70150">
                  <c:v>80.16</c:v>
                </c:pt>
                <c:pt idx="70151">
                  <c:v>16.29</c:v>
                </c:pt>
                <c:pt idx="70152">
                  <c:v>99.98</c:v>
                </c:pt>
                <c:pt idx="70153">
                  <c:v>119.97</c:v>
                </c:pt>
                <c:pt idx="70154">
                  <c:v>120.97</c:v>
                </c:pt>
                <c:pt idx="70155">
                  <c:v>94.98</c:v>
                </c:pt>
                <c:pt idx="70156">
                  <c:v>43.64</c:v>
                </c:pt>
                <c:pt idx="70157">
                  <c:v>79.849999999999994</c:v>
                </c:pt>
                <c:pt idx="70158">
                  <c:v>23.28</c:v>
                </c:pt>
                <c:pt idx="70159">
                  <c:v>50.96</c:v>
                </c:pt>
                <c:pt idx="70160">
                  <c:v>128.24</c:v>
                </c:pt>
                <c:pt idx="70161">
                  <c:v>148.5</c:v>
                </c:pt>
                <c:pt idx="70162">
                  <c:v>84.99</c:v>
                </c:pt>
                <c:pt idx="70163">
                  <c:v>84.99</c:v>
                </c:pt>
                <c:pt idx="70164">
                  <c:v>64.98</c:v>
                </c:pt>
                <c:pt idx="70165">
                  <c:v>94.95</c:v>
                </c:pt>
                <c:pt idx="70166">
                  <c:v>89.97</c:v>
                </c:pt>
                <c:pt idx="70167">
                  <c:v>89.97</c:v>
                </c:pt>
                <c:pt idx="70168">
                  <c:v>149.94999999999999</c:v>
                </c:pt>
                <c:pt idx="70169">
                  <c:v>89.97</c:v>
                </c:pt>
                <c:pt idx="70170">
                  <c:v>91.47</c:v>
                </c:pt>
                <c:pt idx="70171">
                  <c:v>99.96</c:v>
                </c:pt>
                <c:pt idx="70172">
                  <c:v>75.77</c:v>
                </c:pt>
                <c:pt idx="70173">
                  <c:v>89.97</c:v>
                </c:pt>
                <c:pt idx="70174">
                  <c:v>89.97</c:v>
                </c:pt>
                <c:pt idx="70175">
                  <c:v>59.98</c:v>
                </c:pt>
                <c:pt idx="70176">
                  <c:v>99.96</c:v>
                </c:pt>
                <c:pt idx="70177">
                  <c:v>119.96</c:v>
                </c:pt>
                <c:pt idx="70178">
                  <c:v>337.45</c:v>
                </c:pt>
                <c:pt idx="70179">
                  <c:v>159.91999999999999</c:v>
                </c:pt>
                <c:pt idx="70180">
                  <c:v>73.8</c:v>
                </c:pt>
                <c:pt idx="70181">
                  <c:v>73.8</c:v>
                </c:pt>
                <c:pt idx="70182">
                  <c:v>73.8</c:v>
                </c:pt>
                <c:pt idx="70183">
                  <c:v>71.58</c:v>
                </c:pt>
                <c:pt idx="70184">
                  <c:v>61.69</c:v>
                </c:pt>
                <c:pt idx="70185">
                  <c:v>38.700000000000003</c:v>
                </c:pt>
                <c:pt idx="70186">
                  <c:v>73.8</c:v>
                </c:pt>
                <c:pt idx="70187">
                  <c:v>73.8</c:v>
                </c:pt>
                <c:pt idx="70188">
                  <c:v>79.989999999999995</c:v>
                </c:pt>
                <c:pt idx="70189">
                  <c:v>70.66</c:v>
                </c:pt>
                <c:pt idx="70190">
                  <c:v>72.319999999999993</c:v>
                </c:pt>
                <c:pt idx="70191">
                  <c:v>73.8</c:v>
                </c:pt>
                <c:pt idx="70192">
                  <c:v>62.73</c:v>
                </c:pt>
                <c:pt idx="70193">
                  <c:v>104.02</c:v>
                </c:pt>
                <c:pt idx="70194">
                  <c:v>70.98</c:v>
                </c:pt>
                <c:pt idx="70195">
                  <c:v>62.86</c:v>
                </c:pt>
                <c:pt idx="70196">
                  <c:v>87.96</c:v>
                </c:pt>
                <c:pt idx="70197">
                  <c:v>70.98</c:v>
                </c:pt>
                <c:pt idx="70198">
                  <c:v>151.97</c:v>
                </c:pt>
                <c:pt idx="70199">
                  <c:v>65.989999999999995</c:v>
                </c:pt>
                <c:pt idx="70200">
                  <c:v>142.75</c:v>
                </c:pt>
                <c:pt idx="70201">
                  <c:v>79.98</c:v>
                </c:pt>
                <c:pt idx="70202">
                  <c:v>65.989999999999995</c:v>
                </c:pt>
                <c:pt idx="70203">
                  <c:v>65.989999999999995</c:v>
                </c:pt>
                <c:pt idx="70204">
                  <c:v>65.989999999999995</c:v>
                </c:pt>
                <c:pt idx="70205">
                  <c:v>79.98</c:v>
                </c:pt>
                <c:pt idx="70206">
                  <c:v>65.989999999999995</c:v>
                </c:pt>
                <c:pt idx="70207">
                  <c:v>65.989999999999995</c:v>
                </c:pt>
                <c:pt idx="70208">
                  <c:v>59.39</c:v>
                </c:pt>
                <c:pt idx="70209">
                  <c:v>85.98</c:v>
                </c:pt>
                <c:pt idx="70210">
                  <c:v>127.97</c:v>
                </c:pt>
                <c:pt idx="70211">
                  <c:v>191.67</c:v>
                </c:pt>
                <c:pt idx="70212">
                  <c:v>159.97999999999999</c:v>
                </c:pt>
                <c:pt idx="70213">
                  <c:v>216.95</c:v>
                </c:pt>
                <c:pt idx="70214">
                  <c:v>184.97</c:v>
                </c:pt>
                <c:pt idx="70215">
                  <c:v>59.95</c:v>
                </c:pt>
                <c:pt idx="70216">
                  <c:v>123.16</c:v>
                </c:pt>
                <c:pt idx="70217">
                  <c:v>159.96</c:v>
                </c:pt>
                <c:pt idx="70218">
                  <c:v>149.97999999999999</c:v>
                </c:pt>
                <c:pt idx="70219">
                  <c:v>62.97</c:v>
                </c:pt>
                <c:pt idx="70220">
                  <c:v>153.97999999999999</c:v>
                </c:pt>
                <c:pt idx="70221">
                  <c:v>88.85</c:v>
                </c:pt>
                <c:pt idx="70222">
                  <c:v>51.96</c:v>
                </c:pt>
                <c:pt idx="70223">
                  <c:v>101.93</c:v>
                </c:pt>
                <c:pt idx="70224">
                  <c:v>54.97</c:v>
                </c:pt>
                <c:pt idx="70225">
                  <c:v>137.97999999999999</c:v>
                </c:pt>
                <c:pt idx="70226">
                  <c:v>84.99</c:v>
                </c:pt>
                <c:pt idx="70227">
                  <c:v>123.97</c:v>
                </c:pt>
                <c:pt idx="70228">
                  <c:v>74.989999999999995</c:v>
                </c:pt>
                <c:pt idx="70229">
                  <c:v>84.99</c:v>
                </c:pt>
                <c:pt idx="70230">
                  <c:v>65.19</c:v>
                </c:pt>
                <c:pt idx="70231">
                  <c:v>84.99</c:v>
                </c:pt>
                <c:pt idx="70232">
                  <c:v>126.97</c:v>
                </c:pt>
                <c:pt idx="70233">
                  <c:v>56.65</c:v>
                </c:pt>
                <c:pt idx="70234">
                  <c:v>84.99</c:v>
                </c:pt>
                <c:pt idx="70235">
                  <c:v>65.19</c:v>
                </c:pt>
                <c:pt idx="70236">
                  <c:v>271.44</c:v>
                </c:pt>
                <c:pt idx="70237">
                  <c:v>51.49</c:v>
                </c:pt>
                <c:pt idx="70238">
                  <c:v>79.959999999999994</c:v>
                </c:pt>
                <c:pt idx="70239">
                  <c:v>75.95</c:v>
                </c:pt>
                <c:pt idx="70240">
                  <c:v>88.37</c:v>
                </c:pt>
                <c:pt idx="70241">
                  <c:v>83.95</c:v>
                </c:pt>
                <c:pt idx="70242">
                  <c:v>1.5</c:v>
                </c:pt>
                <c:pt idx="70243">
                  <c:v>63.63</c:v>
                </c:pt>
                <c:pt idx="70244">
                  <c:v>59.95</c:v>
                </c:pt>
                <c:pt idx="70245">
                  <c:v>130.93</c:v>
                </c:pt>
                <c:pt idx="70246">
                  <c:v>63.96</c:v>
                </c:pt>
                <c:pt idx="70247">
                  <c:v>125.02</c:v>
                </c:pt>
                <c:pt idx="70248">
                  <c:v>96.63</c:v>
                </c:pt>
                <c:pt idx="70249">
                  <c:v>155.09</c:v>
                </c:pt>
                <c:pt idx="70250">
                  <c:v>114.18</c:v>
                </c:pt>
                <c:pt idx="70251">
                  <c:v>149.94</c:v>
                </c:pt>
                <c:pt idx="70252">
                  <c:v>169.98</c:v>
                </c:pt>
                <c:pt idx="70253">
                  <c:v>131.97999999999999</c:v>
                </c:pt>
                <c:pt idx="70254">
                  <c:v>131.97999999999999</c:v>
                </c:pt>
                <c:pt idx="70255">
                  <c:v>209.96</c:v>
                </c:pt>
                <c:pt idx="70256">
                  <c:v>149.97999999999999</c:v>
                </c:pt>
                <c:pt idx="70257">
                  <c:v>169.98</c:v>
                </c:pt>
                <c:pt idx="70258">
                  <c:v>156.06</c:v>
                </c:pt>
                <c:pt idx="70259">
                  <c:v>159.97999999999999</c:v>
                </c:pt>
                <c:pt idx="70260">
                  <c:v>219.95</c:v>
                </c:pt>
                <c:pt idx="70261">
                  <c:v>242.95</c:v>
                </c:pt>
                <c:pt idx="70262">
                  <c:v>235.94</c:v>
                </c:pt>
                <c:pt idx="70263">
                  <c:v>242.21</c:v>
                </c:pt>
                <c:pt idx="70264">
                  <c:v>227.7</c:v>
                </c:pt>
                <c:pt idx="70265">
                  <c:v>61.98</c:v>
                </c:pt>
                <c:pt idx="70266">
                  <c:v>61.98</c:v>
                </c:pt>
                <c:pt idx="70267">
                  <c:v>58.88</c:v>
                </c:pt>
                <c:pt idx="70268">
                  <c:v>92.97</c:v>
                </c:pt>
                <c:pt idx="70269">
                  <c:v>91.97</c:v>
                </c:pt>
                <c:pt idx="70270">
                  <c:v>61.98</c:v>
                </c:pt>
                <c:pt idx="70271">
                  <c:v>50.98</c:v>
                </c:pt>
                <c:pt idx="70272">
                  <c:v>61.98</c:v>
                </c:pt>
                <c:pt idx="70273">
                  <c:v>61.98</c:v>
                </c:pt>
                <c:pt idx="70274">
                  <c:v>61.98</c:v>
                </c:pt>
                <c:pt idx="70275">
                  <c:v>61.98</c:v>
                </c:pt>
                <c:pt idx="70276">
                  <c:v>61.98</c:v>
                </c:pt>
                <c:pt idx="70277">
                  <c:v>61.98</c:v>
                </c:pt>
                <c:pt idx="70278">
                  <c:v>32.29</c:v>
                </c:pt>
                <c:pt idx="70279">
                  <c:v>61.98</c:v>
                </c:pt>
                <c:pt idx="70280">
                  <c:v>61.98</c:v>
                </c:pt>
                <c:pt idx="70281">
                  <c:v>54.75</c:v>
                </c:pt>
                <c:pt idx="70282">
                  <c:v>48.69</c:v>
                </c:pt>
                <c:pt idx="70283">
                  <c:v>119.97</c:v>
                </c:pt>
                <c:pt idx="70284">
                  <c:v>298.94</c:v>
                </c:pt>
                <c:pt idx="70285">
                  <c:v>314.94</c:v>
                </c:pt>
                <c:pt idx="70286">
                  <c:v>137.97</c:v>
                </c:pt>
                <c:pt idx="70287">
                  <c:v>179.96</c:v>
                </c:pt>
                <c:pt idx="70288">
                  <c:v>125.97</c:v>
                </c:pt>
                <c:pt idx="70289">
                  <c:v>199.18</c:v>
                </c:pt>
                <c:pt idx="70290">
                  <c:v>23.68</c:v>
                </c:pt>
                <c:pt idx="70291">
                  <c:v>63.17</c:v>
                </c:pt>
                <c:pt idx="70292">
                  <c:v>115.96</c:v>
                </c:pt>
                <c:pt idx="70293">
                  <c:v>84.98</c:v>
                </c:pt>
                <c:pt idx="70294">
                  <c:v>73.09</c:v>
                </c:pt>
                <c:pt idx="70295">
                  <c:v>84.06</c:v>
                </c:pt>
                <c:pt idx="70296">
                  <c:v>116.05</c:v>
                </c:pt>
                <c:pt idx="70297">
                  <c:v>115.97</c:v>
                </c:pt>
                <c:pt idx="70298">
                  <c:v>102.97</c:v>
                </c:pt>
                <c:pt idx="70299">
                  <c:v>84.99</c:v>
                </c:pt>
                <c:pt idx="70300">
                  <c:v>84.99</c:v>
                </c:pt>
                <c:pt idx="70301">
                  <c:v>99.98</c:v>
                </c:pt>
                <c:pt idx="70302">
                  <c:v>96.48</c:v>
                </c:pt>
                <c:pt idx="70303">
                  <c:v>158.96</c:v>
                </c:pt>
                <c:pt idx="70304">
                  <c:v>68.989999999999995</c:v>
                </c:pt>
                <c:pt idx="70305">
                  <c:v>74.98</c:v>
                </c:pt>
                <c:pt idx="70306">
                  <c:v>84.99</c:v>
                </c:pt>
                <c:pt idx="70307">
                  <c:v>68.989999999999995</c:v>
                </c:pt>
                <c:pt idx="70308">
                  <c:v>161.88999999999999</c:v>
                </c:pt>
                <c:pt idx="70309">
                  <c:v>139.91</c:v>
                </c:pt>
                <c:pt idx="70310">
                  <c:v>97.86</c:v>
                </c:pt>
                <c:pt idx="70311">
                  <c:v>67.98</c:v>
                </c:pt>
                <c:pt idx="70312">
                  <c:v>120.98</c:v>
                </c:pt>
                <c:pt idx="70313">
                  <c:v>96.78</c:v>
                </c:pt>
                <c:pt idx="70314">
                  <c:v>95.57</c:v>
                </c:pt>
                <c:pt idx="70315">
                  <c:v>96.78</c:v>
                </c:pt>
                <c:pt idx="70316">
                  <c:v>96.78</c:v>
                </c:pt>
                <c:pt idx="70317">
                  <c:v>164.52</c:v>
                </c:pt>
                <c:pt idx="70318">
                  <c:v>130.63999999999999</c:v>
                </c:pt>
                <c:pt idx="70319">
                  <c:v>60.48</c:v>
                </c:pt>
                <c:pt idx="70320">
                  <c:v>159.69999999999999</c:v>
                </c:pt>
                <c:pt idx="70321">
                  <c:v>169.98</c:v>
                </c:pt>
                <c:pt idx="70322">
                  <c:v>152.83000000000001</c:v>
                </c:pt>
                <c:pt idx="70323">
                  <c:v>68.989999999999995</c:v>
                </c:pt>
                <c:pt idx="70324">
                  <c:v>108.98</c:v>
                </c:pt>
                <c:pt idx="70325">
                  <c:v>169.98</c:v>
                </c:pt>
                <c:pt idx="70326">
                  <c:v>77.48</c:v>
                </c:pt>
                <c:pt idx="70327">
                  <c:v>229.97</c:v>
                </c:pt>
                <c:pt idx="70328">
                  <c:v>169.98</c:v>
                </c:pt>
                <c:pt idx="70329">
                  <c:v>177.97</c:v>
                </c:pt>
                <c:pt idx="70330">
                  <c:v>109.97</c:v>
                </c:pt>
                <c:pt idx="70331">
                  <c:v>53.29</c:v>
                </c:pt>
                <c:pt idx="70332">
                  <c:v>65.989999999999995</c:v>
                </c:pt>
                <c:pt idx="70333">
                  <c:v>67.489999999999995</c:v>
                </c:pt>
                <c:pt idx="70334">
                  <c:v>84.98</c:v>
                </c:pt>
                <c:pt idx="70335">
                  <c:v>65.989999999999995</c:v>
                </c:pt>
                <c:pt idx="70336">
                  <c:v>69.98</c:v>
                </c:pt>
                <c:pt idx="70337">
                  <c:v>65.989999999999995</c:v>
                </c:pt>
                <c:pt idx="70338">
                  <c:v>86.48</c:v>
                </c:pt>
                <c:pt idx="70339">
                  <c:v>69.98</c:v>
                </c:pt>
                <c:pt idx="70340">
                  <c:v>69.290000000000006</c:v>
                </c:pt>
                <c:pt idx="70341">
                  <c:v>158.96</c:v>
                </c:pt>
                <c:pt idx="70342">
                  <c:v>-0.69</c:v>
                </c:pt>
                <c:pt idx="70343">
                  <c:v>102.49</c:v>
                </c:pt>
                <c:pt idx="70344">
                  <c:v>61.98</c:v>
                </c:pt>
                <c:pt idx="70345">
                  <c:v>73.98</c:v>
                </c:pt>
                <c:pt idx="70346">
                  <c:v>69.510000000000005</c:v>
                </c:pt>
                <c:pt idx="70347">
                  <c:v>73.98</c:v>
                </c:pt>
                <c:pt idx="70348">
                  <c:v>67.34</c:v>
                </c:pt>
                <c:pt idx="70349">
                  <c:v>93.97</c:v>
                </c:pt>
                <c:pt idx="70350">
                  <c:v>136.94999999999999</c:v>
                </c:pt>
                <c:pt idx="70351">
                  <c:v>66.58</c:v>
                </c:pt>
                <c:pt idx="70352">
                  <c:v>110.97</c:v>
                </c:pt>
                <c:pt idx="70353">
                  <c:v>59.98</c:v>
                </c:pt>
                <c:pt idx="70354">
                  <c:v>189.94</c:v>
                </c:pt>
                <c:pt idx="70355">
                  <c:v>184.95</c:v>
                </c:pt>
                <c:pt idx="70356">
                  <c:v>106.97</c:v>
                </c:pt>
                <c:pt idx="70357">
                  <c:v>84.99</c:v>
                </c:pt>
                <c:pt idx="70358">
                  <c:v>84.99</c:v>
                </c:pt>
                <c:pt idx="70359">
                  <c:v>109.26</c:v>
                </c:pt>
                <c:pt idx="70360">
                  <c:v>84.99</c:v>
                </c:pt>
                <c:pt idx="70361">
                  <c:v>132.47</c:v>
                </c:pt>
                <c:pt idx="70362">
                  <c:v>84.99</c:v>
                </c:pt>
                <c:pt idx="70363">
                  <c:v>55.97</c:v>
                </c:pt>
                <c:pt idx="70364">
                  <c:v>95.96</c:v>
                </c:pt>
                <c:pt idx="70365">
                  <c:v>131.97999999999999</c:v>
                </c:pt>
                <c:pt idx="70366">
                  <c:v>99.96</c:v>
                </c:pt>
                <c:pt idx="70367">
                  <c:v>224.36</c:v>
                </c:pt>
                <c:pt idx="70368">
                  <c:v>187.96</c:v>
                </c:pt>
                <c:pt idx="70369">
                  <c:v>164.96</c:v>
                </c:pt>
                <c:pt idx="70370">
                  <c:v>275.95</c:v>
                </c:pt>
                <c:pt idx="70371">
                  <c:v>183.75</c:v>
                </c:pt>
                <c:pt idx="70372">
                  <c:v>55.98</c:v>
                </c:pt>
                <c:pt idx="70373">
                  <c:v>90.98</c:v>
                </c:pt>
                <c:pt idx="70374">
                  <c:v>64.98</c:v>
                </c:pt>
                <c:pt idx="70375">
                  <c:v>69.98</c:v>
                </c:pt>
                <c:pt idx="70376">
                  <c:v>69.98</c:v>
                </c:pt>
                <c:pt idx="70377">
                  <c:v>110.97</c:v>
                </c:pt>
                <c:pt idx="70378">
                  <c:v>110.97</c:v>
                </c:pt>
                <c:pt idx="70379">
                  <c:v>110.97</c:v>
                </c:pt>
                <c:pt idx="70380">
                  <c:v>146.96</c:v>
                </c:pt>
                <c:pt idx="70381">
                  <c:v>110.97</c:v>
                </c:pt>
                <c:pt idx="70382">
                  <c:v>154.76</c:v>
                </c:pt>
                <c:pt idx="70383">
                  <c:v>100.98</c:v>
                </c:pt>
                <c:pt idx="70384">
                  <c:v>67.98</c:v>
                </c:pt>
                <c:pt idx="70385">
                  <c:v>64.989999999999995</c:v>
                </c:pt>
                <c:pt idx="70386">
                  <c:v>100.98</c:v>
                </c:pt>
                <c:pt idx="70387">
                  <c:v>97.39</c:v>
                </c:pt>
                <c:pt idx="70388">
                  <c:v>179.96</c:v>
                </c:pt>
                <c:pt idx="70389">
                  <c:v>94.98</c:v>
                </c:pt>
                <c:pt idx="70390">
                  <c:v>129.97</c:v>
                </c:pt>
                <c:pt idx="70391">
                  <c:v>118.46</c:v>
                </c:pt>
                <c:pt idx="70392">
                  <c:v>100.98</c:v>
                </c:pt>
                <c:pt idx="70393">
                  <c:v>15.99</c:v>
                </c:pt>
                <c:pt idx="70394">
                  <c:v>63.96</c:v>
                </c:pt>
                <c:pt idx="70395">
                  <c:v>63.96</c:v>
                </c:pt>
                <c:pt idx="70396">
                  <c:v>63.96</c:v>
                </c:pt>
                <c:pt idx="70397">
                  <c:v>79.95</c:v>
                </c:pt>
                <c:pt idx="70398">
                  <c:v>63.96</c:v>
                </c:pt>
                <c:pt idx="70399">
                  <c:v>76.91</c:v>
                </c:pt>
                <c:pt idx="70400">
                  <c:v>84.99</c:v>
                </c:pt>
                <c:pt idx="70401">
                  <c:v>84.99</c:v>
                </c:pt>
                <c:pt idx="70402">
                  <c:v>99.98</c:v>
                </c:pt>
                <c:pt idx="70403">
                  <c:v>89.96</c:v>
                </c:pt>
                <c:pt idx="70404">
                  <c:v>84.99</c:v>
                </c:pt>
                <c:pt idx="70405">
                  <c:v>93.47</c:v>
                </c:pt>
                <c:pt idx="70406">
                  <c:v>99.98</c:v>
                </c:pt>
                <c:pt idx="70407">
                  <c:v>124.96</c:v>
                </c:pt>
                <c:pt idx="70408">
                  <c:v>228.96</c:v>
                </c:pt>
                <c:pt idx="70409">
                  <c:v>149.97999999999999</c:v>
                </c:pt>
                <c:pt idx="70410">
                  <c:v>149.97</c:v>
                </c:pt>
                <c:pt idx="70411">
                  <c:v>64.98</c:v>
                </c:pt>
                <c:pt idx="70412">
                  <c:v>84.99</c:v>
                </c:pt>
                <c:pt idx="70413">
                  <c:v>84.99</c:v>
                </c:pt>
                <c:pt idx="70414">
                  <c:v>65.989999999999995</c:v>
                </c:pt>
                <c:pt idx="70415">
                  <c:v>84.99</c:v>
                </c:pt>
                <c:pt idx="70416">
                  <c:v>45.49</c:v>
                </c:pt>
                <c:pt idx="70417">
                  <c:v>84.99</c:v>
                </c:pt>
                <c:pt idx="70418">
                  <c:v>40.49</c:v>
                </c:pt>
                <c:pt idx="70419">
                  <c:v>40.49</c:v>
                </c:pt>
                <c:pt idx="70420">
                  <c:v>84.99</c:v>
                </c:pt>
                <c:pt idx="70421">
                  <c:v>65.989999999999995</c:v>
                </c:pt>
                <c:pt idx="70422">
                  <c:v>65.989999999999995</c:v>
                </c:pt>
                <c:pt idx="70423">
                  <c:v>-45.49</c:v>
                </c:pt>
                <c:pt idx="70424">
                  <c:v>137.96</c:v>
                </c:pt>
                <c:pt idx="70425">
                  <c:v>99.98</c:v>
                </c:pt>
                <c:pt idx="70426">
                  <c:v>49.99</c:v>
                </c:pt>
                <c:pt idx="70427">
                  <c:v>84.99</c:v>
                </c:pt>
                <c:pt idx="70428">
                  <c:v>131.97999999999999</c:v>
                </c:pt>
                <c:pt idx="70429">
                  <c:v>101.98</c:v>
                </c:pt>
                <c:pt idx="70430">
                  <c:v>131.97999999999999</c:v>
                </c:pt>
                <c:pt idx="70431">
                  <c:v>129.34</c:v>
                </c:pt>
                <c:pt idx="70432">
                  <c:v>129.97999999999999</c:v>
                </c:pt>
                <c:pt idx="70433">
                  <c:v>135.97999999999999</c:v>
                </c:pt>
                <c:pt idx="70434">
                  <c:v>223.61</c:v>
                </c:pt>
                <c:pt idx="70435">
                  <c:v>275.94</c:v>
                </c:pt>
                <c:pt idx="70436">
                  <c:v>129.97999999999999</c:v>
                </c:pt>
                <c:pt idx="70437">
                  <c:v>209.46</c:v>
                </c:pt>
                <c:pt idx="70438">
                  <c:v>149.46</c:v>
                </c:pt>
                <c:pt idx="70439">
                  <c:v>-23</c:v>
                </c:pt>
                <c:pt idx="70440">
                  <c:v>62.9</c:v>
                </c:pt>
                <c:pt idx="70441">
                  <c:v>94.34</c:v>
                </c:pt>
                <c:pt idx="70442">
                  <c:v>171.48</c:v>
                </c:pt>
                <c:pt idx="70443">
                  <c:v>169.98</c:v>
                </c:pt>
                <c:pt idx="70444">
                  <c:v>169.98</c:v>
                </c:pt>
                <c:pt idx="70445">
                  <c:v>256.47000000000003</c:v>
                </c:pt>
                <c:pt idx="70446">
                  <c:v>154.47999999999999</c:v>
                </c:pt>
                <c:pt idx="70447">
                  <c:v>161.47999999999999</c:v>
                </c:pt>
                <c:pt idx="70448">
                  <c:v>256.47000000000003</c:v>
                </c:pt>
                <c:pt idx="70449">
                  <c:v>101.98</c:v>
                </c:pt>
                <c:pt idx="70450">
                  <c:v>131.97999999999999</c:v>
                </c:pt>
                <c:pt idx="70451">
                  <c:v>131.97999999999999</c:v>
                </c:pt>
                <c:pt idx="70452">
                  <c:v>121.98</c:v>
                </c:pt>
                <c:pt idx="70453">
                  <c:v>131.94</c:v>
                </c:pt>
                <c:pt idx="70454">
                  <c:v>190.53</c:v>
                </c:pt>
                <c:pt idx="70455">
                  <c:v>239.97</c:v>
                </c:pt>
                <c:pt idx="70456">
                  <c:v>159.97999999999999</c:v>
                </c:pt>
                <c:pt idx="70457">
                  <c:v>270.95999999999998</c:v>
                </c:pt>
                <c:pt idx="70458">
                  <c:v>169.98</c:v>
                </c:pt>
                <c:pt idx="70459">
                  <c:v>70.489999999999995</c:v>
                </c:pt>
                <c:pt idx="70460">
                  <c:v>270.95999999999998</c:v>
                </c:pt>
                <c:pt idx="70461">
                  <c:v>123.95</c:v>
                </c:pt>
                <c:pt idx="70462">
                  <c:v>140.94</c:v>
                </c:pt>
                <c:pt idx="70463">
                  <c:v>-22.99</c:v>
                </c:pt>
                <c:pt idx="70464">
                  <c:v>160.93</c:v>
                </c:pt>
                <c:pt idx="70465">
                  <c:v>138.94999999999999</c:v>
                </c:pt>
                <c:pt idx="70466">
                  <c:v>165.53</c:v>
                </c:pt>
                <c:pt idx="70467">
                  <c:v>71.739999999999995</c:v>
                </c:pt>
                <c:pt idx="70468">
                  <c:v>144.84</c:v>
                </c:pt>
                <c:pt idx="70469">
                  <c:v>123.95</c:v>
                </c:pt>
                <c:pt idx="70470">
                  <c:v>91.96</c:v>
                </c:pt>
                <c:pt idx="70471">
                  <c:v>116.95</c:v>
                </c:pt>
                <c:pt idx="70472">
                  <c:v>163.31</c:v>
                </c:pt>
                <c:pt idx="70473">
                  <c:v>122.17</c:v>
                </c:pt>
                <c:pt idx="70474">
                  <c:v>102.83</c:v>
                </c:pt>
                <c:pt idx="70475">
                  <c:v>130.91999999999999</c:v>
                </c:pt>
                <c:pt idx="70476">
                  <c:v>96.78</c:v>
                </c:pt>
                <c:pt idx="70477">
                  <c:v>84.68</c:v>
                </c:pt>
                <c:pt idx="70478">
                  <c:v>13.29</c:v>
                </c:pt>
                <c:pt idx="70479">
                  <c:v>70.98</c:v>
                </c:pt>
                <c:pt idx="70480">
                  <c:v>65.319999999999993</c:v>
                </c:pt>
                <c:pt idx="70481">
                  <c:v>84.68</c:v>
                </c:pt>
                <c:pt idx="70482">
                  <c:v>122.17</c:v>
                </c:pt>
                <c:pt idx="70483">
                  <c:v>58.21</c:v>
                </c:pt>
                <c:pt idx="70484">
                  <c:v>134.97</c:v>
                </c:pt>
                <c:pt idx="70485">
                  <c:v>73.98</c:v>
                </c:pt>
                <c:pt idx="70486">
                  <c:v>29.28</c:v>
                </c:pt>
                <c:pt idx="70487">
                  <c:v>126.94</c:v>
                </c:pt>
                <c:pt idx="70488">
                  <c:v>89.97</c:v>
                </c:pt>
                <c:pt idx="70489">
                  <c:v>128.97</c:v>
                </c:pt>
                <c:pt idx="70490">
                  <c:v>144.33000000000001</c:v>
                </c:pt>
                <c:pt idx="70491">
                  <c:v>149.97</c:v>
                </c:pt>
                <c:pt idx="70492">
                  <c:v>149.97</c:v>
                </c:pt>
                <c:pt idx="70493">
                  <c:v>131.97999999999999</c:v>
                </c:pt>
                <c:pt idx="70494">
                  <c:v>118.78</c:v>
                </c:pt>
                <c:pt idx="70495">
                  <c:v>169.98</c:v>
                </c:pt>
                <c:pt idx="70496">
                  <c:v>169.98</c:v>
                </c:pt>
                <c:pt idx="70497">
                  <c:v>118.78</c:v>
                </c:pt>
                <c:pt idx="70498">
                  <c:v>121.98</c:v>
                </c:pt>
                <c:pt idx="70499">
                  <c:v>131.97999999999999</c:v>
                </c:pt>
                <c:pt idx="70500">
                  <c:v>169.98</c:v>
                </c:pt>
                <c:pt idx="70501">
                  <c:v>118.78</c:v>
                </c:pt>
                <c:pt idx="70502">
                  <c:v>65.989999999999995</c:v>
                </c:pt>
                <c:pt idx="70503">
                  <c:v>100.37</c:v>
                </c:pt>
                <c:pt idx="70504">
                  <c:v>70.98</c:v>
                </c:pt>
                <c:pt idx="70505">
                  <c:v>124.98</c:v>
                </c:pt>
                <c:pt idx="70506">
                  <c:v>99.98</c:v>
                </c:pt>
                <c:pt idx="70507">
                  <c:v>56.47</c:v>
                </c:pt>
                <c:pt idx="70508">
                  <c:v>134.26</c:v>
                </c:pt>
                <c:pt idx="70509">
                  <c:v>93.47</c:v>
                </c:pt>
                <c:pt idx="70510">
                  <c:v>145.35</c:v>
                </c:pt>
                <c:pt idx="70511">
                  <c:v>193.96</c:v>
                </c:pt>
                <c:pt idx="70512">
                  <c:v>169.98</c:v>
                </c:pt>
                <c:pt idx="70513">
                  <c:v>169.98</c:v>
                </c:pt>
                <c:pt idx="70514">
                  <c:v>131.97999999999999</c:v>
                </c:pt>
                <c:pt idx="70515">
                  <c:v>131.97999999999999</c:v>
                </c:pt>
                <c:pt idx="70516">
                  <c:v>79.98</c:v>
                </c:pt>
                <c:pt idx="70517">
                  <c:v>131.97999999999999</c:v>
                </c:pt>
                <c:pt idx="70518">
                  <c:v>182.95</c:v>
                </c:pt>
                <c:pt idx="70519">
                  <c:v>99.98</c:v>
                </c:pt>
                <c:pt idx="70520">
                  <c:v>107.96</c:v>
                </c:pt>
                <c:pt idx="70521">
                  <c:v>114.97</c:v>
                </c:pt>
                <c:pt idx="70522">
                  <c:v>169.98</c:v>
                </c:pt>
                <c:pt idx="70523">
                  <c:v>110.98</c:v>
                </c:pt>
                <c:pt idx="70524">
                  <c:v>114.97</c:v>
                </c:pt>
                <c:pt idx="70525">
                  <c:v>99.98</c:v>
                </c:pt>
                <c:pt idx="70526">
                  <c:v>51.49</c:v>
                </c:pt>
                <c:pt idx="70527">
                  <c:v>99.97</c:v>
                </c:pt>
                <c:pt idx="70528">
                  <c:v>84.99</c:v>
                </c:pt>
                <c:pt idx="70529">
                  <c:v>84.99</c:v>
                </c:pt>
                <c:pt idx="70530">
                  <c:v>114.97</c:v>
                </c:pt>
                <c:pt idx="70531">
                  <c:v>69.98</c:v>
                </c:pt>
                <c:pt idx="70532">
                  <c:v>46.49</c:v>
                </c:pt>
                <c:pt idx="70533">
                  <c:v>145.16</c:v>
                </c:pt>
                <c:pt idx="70534">
                  <c:v>266.87</c:v>
                </c:pt>
                <c:pt idx="70535">
                  <c:v>56.51</c:v>
                </c:pt>
                <c:pt idx="70536">
                  <c:v>143.97</c:v>
                </c:pt>
                <c:pt idx="70537">
                  <c:v>176.62</c:v>
                </c:pt>
                <c:pt idx="70538">
                  <c:v>165.1</c:v>
                </c:pt>
                <c:pt idx="70539">
                  <c:v>216.53</c:v>
                </c:pt>
                <c:pt idx="70540">
                  <c:v>201.95</c:v>
                </c:pt>
                <c:pt idx="70541">
                  <c:v>131.97999999999999</c:v>
                </c:pt>
                <c:pt idx="70542">
                  <c:v>131.97999999999999</c:v>
                </c:pt>
                <c:pt idx="70543">
                  <c:v>131.97999999999999</c:v>
                </c:pt>
                <c:pt idx="70544">
                  <c:v>131.97999999999999</c:v>
                </c:pt>
                <c:pt idx="70545">
                  <c:v>131.97999999999999</c:v>
                </c:pt>
                <c:pt idx="70546">
                  <c:v>131.97999999999999</c:v>
                </c:pt>
                <c:pt idx="70547">
                  <c:v>121.98</c:v>
                </c:pt>
                <c:pt idx="70548">
                  <c:v>69.989999999999995</c:v>
                </c:pt>
                <c:pt idx="70549">
                  <c:v>131.97999999999999</c:v>
                </c:pt>
                <c:pt idx="70550">
                  <c:v>326.93</c:v>
                </c:pt>
                <c:pt idx="70551">
                  <c:v>254.97</c:v>
                </c:pt>
                <c:pt idx="70552">
                  <c:v>247.23</c:v>
                </c:pt>
                <c:pt idx="70553">
                  <c:v>121.97</c:v>
                </c:pt>
                <c:pt idx="70554">
                  <c:v>62.99</c:v>
                </c:pt>
                <c:pt idx="70555">
                  <c:v>144.47999999999999</c:v>
                </c:pt>
                <c:pt idx="70556">
                  <c:v>134.97</c:v>
                </c:pt>
                <c:pt idx="70557">
                  <c:v>189.97</c:v>
                </c:pt>
                <c:pt idx="70558">
                  <c:v>169.12</c:v>
                </c:pt>
                <c:pt idx="70559">
                  <c:v>170.97</c:v>
                </c:pt>
                <c:pt idx="70560">
                  <c:v>60.99</c:v>
                </c:pt>
                <c:pt idx="70561">
                  <c:v>161.65</c:v>
                </c:pt>
                <c:pt idx="70562">
                  <c:v>197.97</c:v>
                </c:pt>
                <c:pt idx="70563">
                  <c:v>117.96</c:v>
                </c:pt>
                <c:pt idx="70564">
                  <c:v>109.96</c:v>
                </c:pt>
                <c:pt idx="70565">
                  <c:v>53.98</c:v>
                </c:pt>
                <c:pt idx="70566">
                  <c:v>53.98</c:v>
                </c:pt>
                <c:pt idx="70567">
                  <c:v>53.98</c:v>
                </c:pt>
                <c:pt idx="70568">
                  <c:v>55.58</c:v>
                </c:pt>
                <c:pt idx="70569">
                  <c:v>53.98</c:v>
                </c:pt>
                <c:pt idx="70570">
                  <c:v>134.94999999999999</c:v>
                </c:pt>
                <c:pt idx="70571">
                  <c:v>137.94999999999999</c:v>
                </c:pt>
                <c:pt idx="70572">
                  <c:v>53.98</c:v>
                </c:pt>
                <c:pt idx="70573">
                  <c:v>53.98</c:v>
                </c:pt>
                <c:pt idx="70574">
                  <c:v>109.96</c:v>
                </c:pt>
                <c:pt idx="70575">
                  <c:v>134.94999999999999</c:v>
                </c:pt>
                <c:pt idx="70576">
                  <c:v>107.96</c:v>
                </c:pt>
                <c:pt idx="70577">
                  <c:v>55.98</c:v>
                </c:pt>
                <c:pt idx="70578">
                  <c:v>65.989999999999995</c:v>
                </c:pt>
                <c:pt idx="70579">
                  <c:v>95.98</c:v>
                </c:pt>
                <c:pt idx="70580">
                  <c:v>-65.19</c:v>
                </c:pt>
                <c:pt idx="70581">
                  <c:v>60.7</c:v>
                </c:pt>
                <c:pt idx="70582">
                  <c:v>65.989999999999995</c:v>
                </c:pt>
                <c:pt idx="70583">
                  <c:v>169.97</c:v>
                </c:pt>
                <c:pt idx="70584">
                  <c:v>65.19</c:v>
                </c:pt>
                <c:pt idx="70585">
                  <c:v>130.97</c:v>
                </c:pt>
                <c:pt idx="70586">
                  <c:v>65.19</c:v>
                </c:pt>
                <c:pt idx="70587">
                  <c:v>70.989999999999995</c:v>
                </c:pt>
                <c:pt idx="70588">
                  <c:v>134.97999999999999</c:v>
                </c:pt>
                <c:pt idx="70589">
                  <c:v>134.97999999999999</c:v>
                </c:pt>
                <c:pt idx="70590">
                  <c:v>104.98</c:v>
                </c:pt>
                <c:pt idx="70591">
                  <c:v>64.989999999999995</c:v>
                </c:pt>
                <c:pt idx="70592">
                  <c:v>76.489999999999995</c:v>
                </c:pt>
                <c:pt idx="70593">
                  <c:v>169.98</c:v>
                </c:pt>
                <c:pt idx="70594">
                  <c:v>159.97999999999999</c:v>
                </c:pt>
                <c:pt idx="70595">
                  <c:v>72.239999999999995</c:v>
                </c:pt>
                <c:pt idx="70596">
                  <c:v>84.99</c:v>
                </c:pt>
                <c:pt idx="70597">
                  <c:v>76.489999999999995</c:v>
                </c:pt>
                <c:pt idx="70598">
                  <c:v>169.98</c:v>
                </c:pt>
                <c:pt idx="70599">
                  <c:v>169.98</c:v>
                </c:pt>
                <c:pt idx="70600">
                  <c:v>99.98</c:v>
                </c:pt>
                <c:pt idx="70601">
                  <c:v>169.98</c:v>
                </c:pt>
                <c:pt idx="70602">
                  <c:v>137.97999999999999</c:v>
                </c:pt>
                <c:pt idx="70603">
                  <c:v>169.98</c:v>
                </c:pt>
                <c:pt idx="70604">
                  <c:v>169.98</c:v>
                </c:pt>
                <c:pt idx="70605">
                  <c:v>169.98</c:v>
                </c:pt>
                <c:pt idx="70606">
                  <c:v>151.19</c:v>
                </c:pt>
                <c:pt idx="70607">
                  <c:v>157.22999999999999</c:v>
                </c:pt>
                <c:pt idx="70608">
                  <c:v>18.64</c:v>
                </c:pt>
                <c:pt idx="70609">
                  <c:v>55.61</c:v>
                </c:pt>
                <c:pt idx="70610">
                  <c:v>55.61</c:v>
                </c:pt>
                <c:pt idx="70611">
                  <c:v>151.19</c:v>
                </c:pt>
                <c:pt idx="70612">
                  <c:v>84.66</c:v>
                </c:pt>
                <c:pt idx="70613">
                  <c:v>151.19</c:v>
                </c:pt>
                <c:pt idx="70614">
                  <c:v>46.27</c:v>
                </c:pt>
                <c:pt idx="70615">
                  <c:v>86.95</c:v>
                </c:pt>
                <c:pt idx="70616">
                  <c:v>107.94</c:v>
                </c:pt>
                <c:pt idx="70617">
                  <c:v>150.91999999999999</c:v>
                </c:pt>
                <c:pt idx="70618">
                  <c:v>179.9</c:v>
                </c:pt>
                <c:pt idx="70619">
                  <c:v>71.959999999999994</c:v>
                </c:pt>
                <c:pt idx="70620">
                  <c:v>89.95</c:v>
                </c:pt>
                <c:pt idx="70621">
                  <c:v>93.96</c:v>
                </c:pt>
                <c:pt idx="70622">
                  <c:v>53.97</c:v>
                </c:pt>
                <c:pt idx="70623">
                  <c:v>53.97</c:v>
                </c:pt>
                <c:pt idx="70624">
                  <c:v>53.97</c:v>
                </c:pt>
                <c:pt idx="70625">
                  <c:v>110.94</c:v>
                </c:pt>
                <c:pt idx="70626">
                  <c:v>179.9</c:v>
                </c:pt>
                <c:pt idx="70627">
                  <c:v>71.959999999999994</c:v>
                </c:pt>
                <c:pt idx="70628">
                  <c:v>53.97</c:v>
                </c:pt>
                <c:pt idx="70629">
                  <c:v>84.99</c:v>
                </c:pt>
                <c:pt idx="70630">
                  <c:v>84.99</c:v>
                </c:pt>
                <c:pt idx="70631">
                  <c:v>80.98</c:v>
                </c:pt>
                <c:pt idx="70632">
                  <c:v>129.34</c:v>
                </c:pt>
                <c:pt idx="70633">
                  <c:v>134.97999999999999</c:v>
                </c:pt>
                <c:pt idx="70634">
                  <c:v>119.94</c:v>
                </c:pt>
                <c:pt idx="70635">
                  <c:v>144.37</c:v>
                </c:pt>
                <c:pt idx="70636">
                  <c:v>74.98</c:v>
                </c:pt>
                <c:pt idx="70637">
                  <c:v>98.67</c:v>
                </c:pt>
                <c:pt idx="70638">
                  <c:v>50.98</c:v>
                </c:pt>
                <c:pt idx="70639">
                  <c:v>49.99</c:v>
                </c:pt>
                <c:pt idx="70640">
                  <c:v>52.98</c:v>
                </c:pt>
                <c:pt idx="70641">
                  <c:v>69.989999999999995</c:v>
                </c:pt>
                <c:pt idx="70642">
                  <c:v>99.98</c:v>
                </c:pt>
                <c:pt idx="70643">
                  <c:v>73.989999999999995</c:v>
                </c:pt>
                <c:pt idx="70644">
                  <c:v>50.98</c:v>
                </c:pt>
                <c:pt idx="70645">
                  <c:v>99.13</c:v>
                </c:pt>
                <c:pt idx="70646">
                  <c:v>54.99</c:v>
                </c:pt>
                <c:pt idx="70647">
                  <c:v>75.98</c:v>
                </c:pt>
                <c:pt idx="70648">
                  <c:v>54.23</c:v>
                </c:pt>
                <c:pt idx="70649">
                  <c:v>83.99</c:v>
                </c:pt>
                <c:pt idx="70650">
                  <c:v>83.14</c:v>
                </c:pt>
                <c:pt idx="70651">
                  <c:v>77.63</c:v>
                </c:pt>
                <c:pt idx="70652">
                  <c:v>70.989999999999995</c:v>
                </c:pt>
                <c:pt idx="70653">
                  <c:v>135.96</c:v>
                </c:pt>
                <c:pt idx="70654">
                  <c:v>195.95</c:v>
                </c:pt>
                <c:pt idx="70655">
                  <c:v>113.28</c:v>
                </c:pt>
                <c:pt idx="70656">
                  <c:v>159.97999999999999</c:v>
                </c:pt>
                <c:pt idx="70657">
                  <c:v>183.96</c:v>
                </c:pt>
                <c:pt idx="70658">
                  <c:v>67.489999999999995</c:v>
                </c:pt>
                <c:pt idx="70659">
                  <c:v>73.17</c:v>
                </c:pt>
                <c:pt idx="70660">
                  <c:v>67.489999999999995</c:v>
                </c:pt>
                <c:pt idx="70661">
                  <c:v>67.489999999999995</c:v>
                </c:pt>
                <c:pt idx="70662">
                  <c:v>126.97</c:v>
                </c:pt>
                <c:pt idx="70663">
                  <c:v>73.17</c:v>
                </c:pt>
                <c:pt idx="70664">
                  <c:v>84.99</c:v>
                </c:pt>
                <c:pt idx="70665">
                  <c:v>84.99</c:v>
                </c:pt>
                <c:pt idx="70666">
                  <c:v>67.489999999999995</c:v>
                </c:pt>
                <c:pt idx="70667">
                  <c:v>126.97</c:v>
                </c:pt>
                <c:pt idx="70668">
                  <c:v>60.47</c:v>
                </c:pt>
                <c:pt idx="70669">
                  <c:v>200.97</c:v>
                </c:pt>
                <c:pt idx="70670">
                  <c:v>200.97</c:v>
                </c:pt>
                <c:pt idx="70671">
                  <c:v>24.68</c:v>
                </c:pt>
                <c:pt idx="70672">
                  <c:v>46.49</c:v>
                </c:pt>
                <c:pt idx="70673">
                  <c:v>46.49</c:v>
                </c:pt>
                <c:pt idx="70674">
                  <c:v>60.47</c:v>
                </c:pt>
                <c:pt idx="70675">
                  <c:v>24.68</c:v>
                </c:pt>
                <c:pt idx="70676">
                  <c:v>170.48</c:v>
                </c:pt>
                <c:pt idx="70677">
                  <c:v>99.98</c:v>
                </c:pt>
                <c:pt idx="70678">
                  <c:v>152.97999999999999</c:v>
                </c:pt>
                <c:pt idx="70679">
                  <c:v>30.48</c:v>
                </c:pt>
                <c:pt idx="70680">
                  <c:v>169.98</c:v>
                </c:pt>
                <c:pt idx="70681">
                  <c:v>99.98</c:v>
                </c:pt>
                <c:pt idx="70682">
                  <c:v>84.99</c:v>
                </c:pt>
                <c:pt idx="70683">
                  <c:v>63.83</c:v>
                </c:pt>
                <c:pt idx="70684">
                  <c:v>84.99</c:v>
                </c:pt>
                <c:pt idx="70685">
                  <c:v>82.65</c:v>
                </c:pt>
                <c:pt idx="70686">
                  <c:v>82.98</c:v>
                </c:pt>
                <c:pt idx="70687">
                  <c:v>98.57</c:v>
                </c:pt>
                <c:pt idx="70688">
                  <c:v>143.96</c:v>
                </c:pt>
                <c:pt idx="70689">
                  <c:v>71.680000000000007</c:v>
                </c:pt>
                <c:pt idx="70690">
                  <c:v>79.98</c:v>
                </c:pt>
                <c:pt idx="70691">
                  <c:v>225.95</c:v>
                </c:pt>
                <c:pt idx="70692">
                  <c:v>131.97999999999999</c:v>
                </c:pt>
                <c:pt idx="70693">
                  <c:v>235.17</c:v>
                </c:pt>
                <c:pt idx="70694">
                  <c:v>67.48</c:v>
                </c:pt>
                <c:pt idx="70695">
                  <c:v>166.05</c:v>
                </c:pt>
                <c:pt idx="70696">
                  <c:v>177.95</c:v>
                </c:pt>
                <c:pt idx="70697">
                  <c:v>126.96</c:v>
                </c:pt>
                <c:pt idx="70698">
                  <c:v>76.489999999999995</c:v>
                </c:pt>
                <c:pt idx="70699">
                  <c:v>76.489999999999995</c:v>
                </c:pt>
                <c:pt idx="70700">
                  <c:v>84.99</c:v>
                </c:pt>
                <c:pt idx="70701">
                  <c:v>84.99</c:v>
                </c:pt>
                <c:pt idx="70702">
                  <c:v>139.97</c:v>
                </c:pt>
                <c:pt idx="70703">
                  <c:v>84.99</c:v>
                </c:pt>
                <c:pt idx="70704">
                  <c:v>84.99</c:v>
                </c:pt>
                <c:pt idx="70705">
                  <c:v>88.97</c:v>
                </c:pt>
                <c:pt idx="70706">
                  <c:v>124.98</c:v>
                </c:pt>
                <c:pt idx="70707">
                  <c:v>124.98</c:v>
                </c:pt>
                <c:pt idx="70708">
                  <c:v>-8.5</c:v>
                </c:pt>
                <c:pt idx="70709">
                  <c:v>84.99</c:v>
                </c:pt>
                <c:pt idx="70710">
                  <c:v>126.96</c:v>
                </c:pt>
                <c:pt idx="70711">
                  <c:v>-8.5</c:v>
                </c:pt>
                <c:pt idx="70712">
                  <c:v>78.48</c:v>
                </c:pt>
                <c:pt idx="70713">
                  <c:v>88.97</c:v>
                </c:pt>
                <c:pt idx="70714">
                  <c:v>84.99</c:v>
                </c:pt>
                <c:pt idx="70715">
                  <c:v>84.99</c:v>
                </c:pt>
                <c:pt idx="70716">
                  <c:v>84.99</c:v>
                </c:pt>
                <c:pt idx="70717">
                  <c:v>78.48</c:v>
                </c:pt>
                <c:pt idx="70718">
                  <c:v>139.97</c:v>
                </c:pt>
                <c:pt idx="70719">
                  <c:v>65.86</c:v>
                </c:pt>
                <c:pt idx="70720">
                  <c:v>65.989999999999995</c:v>
                </c:pt>
                <c:pt idx="70721">
                  <c:v>84.99</c:v>
                </c:pt>
                <c:pt idx="70722">
                  <c:v>73.989999999999995</c:v>
                </c:pt>
                <c:pt idx="70723">
                  <c:v>67.97</c:v>
                </c:pt>
                <c:pt idx="70724">
                  <c:v>157.97</c:v>
                </c:pt>
                <c:pt idx="70725">
                  <c:v>78.98</c:v>
                </c:pt>
                <c:pt idx="70726">
                  <c:v>99.98</c:v>
                </c:pt>
                <c:pt idx="70727">
                  <c:v>84.99</c:v>
                </c:pt>
                <c:pt idx="70728">
                  <c:v>158.97999999999999</c:v>
                </c:pt>
                <c:pt idx="70729">
                  <c:v>83.29</c:v>
                </c:pt>
                <c:pt idx="70730">
                  <c:v>84.14</c:v>
                </c:pt>
                <c:pt idx="70731">
                  <c:v>65.989999999999995</c:v>
                </c:pt>
                <c:pt idx="70732">
                  <c:v>84.14</c:v>
                </c:pt>
                <c:pt idx="70733">
                  <c:v>-65.989999999999995</c:v>
                </c:pt>
                <c:pt idx="70734">
                  <c:v>68.989999999999995</c:v>
                </c:pt>
                <c:pt idx="70735">
                  <c:v>83.9</c:v>
                </c:pt>
                <c:pt idx="70736">
                  <c:v>62.09</c:v>
                </c:pt>
                <c:pt idx="70737">
                  <c:v>100.97</c:v>
                </c:pt>
                <c:pt idx="70738">
                  <c:v>108.13</c:v>
                </c:pt>
                <c:pt idx="70739">
                  <c:v>112.97</c:v>
                </c:pt>
                <c:pt idx="70740">
                  <c:v>96.98</c:v>
                </c:pt>
                <c:pt idx="70741">
                  <c:v>339.93</c:v>
                </c:pt>
                <c:pt idx="70742">
                  <c:v>279.93</c:v>
                </c:pt>
                <c:pt idx="70743">
                  <c:v>259.94</c:v>
                </c:pt>
                <c:pt idx="70744">
                  <c:v>64.98</c:v>
                </c:pt>
                <c:pt idx="70745">
                  <c:v>14.99</c:v>
                </c:pt>
                <c:pt idx="70746">
                  <c:v>89.98</c:v>
                </c:pt>
                <c:pt idx="70747">
                  <c:v>82.69</c:v>
                </c:pt>
                <c:pt idx="70748">
                  <c:v>99.98</c:v>
                </c:pt>
                <c:pt idx="70749">
                  <c:v>134.97999999999999</c:v>
                </c:pt>
                <c:pt idx="70750">
                  <c:v>41.49</c:v>
                </c:pt>
                <c:pt idx="70751">
                  <c:v>235.56</c:v>
                </c:pt>
                <c:pt idx="70752">
                  <c:v>162.87</c:v>
                </c:pt>
                <c:pt idx="70753">
                  <c:v>84.99</c:v>
                </c:pt>
                <c:pt idx="70754">
                  <c:v>84.99</c:v>
                </c:pt>
                <c:pt idx="70755">
                  <c:v>84.99</c:v>
                </c:pt>
                <c:pt idx="70756">
                  <c:v>153.97999999999999</c:v>
                </c:pt>
                <c:pt idx="70757">
                  <c:v>84.99</c:v>
                </c:pt>
                <c:pt idx="70758">
                  <c:v>169.98</c:v>
                </c:pt>
                <c:pt idx="70759">
                  <c:v>139.53</c:v>
                </c:pt>
                <c:pt idx="70760">
                  <c:v>54.98</c:v>
                </c:pt>
                <c:pt idx="70761">
                  <c:v>84.99</c:v>
                </c:pt>
                <c:pt idx="70762">
                  <c:v>144.47999999999999</c:v>
                </c:pt>
                <c:pt idx="70763">
                  <c:v>213.16</c:v>
                </c:pt>
                <c:pt idx="70764">
                  <c:v>118.57</c:v>
                </c:pt>
                <c:pt idx="70765">
                  <c:v>119.97</c:v>
                </c:pt>
                <c:pt idx="70766">
                  <c:v>136.97</c:v>
                </c:pt>
                <c:pt idx="70767">
                  <c:v>124.97</c:v>
                </c:pt>
                <c:pt idx="70768">
                  <c:v>135.97</c:v>
                </c:pt>
                <c:pt idx="70769">
                  <c:v>263.95999999999998</c:v>
                </c:pt>
                <c:pt idx="70770">
                  <c:v>131.97999999999999</c:v>
                </c:pt>
                <c:pt idx="70771">
                  <c:v>169.98</c:v>
                </c:pt>
                <c:pt idx="70772">
                  <c:v>169.98</c:v>
                </c:pt>
                <c:pt idx="70773">
                  <c:v>156.96</c:v>
                </c:pt>
                <c:pt idx="70774">
                  <c:v>118.78</c:v>
                </c:pt>
                <c:pt idx="70775">
                  <c:v>169.98</c:v>
                </c:pt>
                <c:pt idx="70776">
                  <c:v>131.97999999999999</c:v>
                </c:pt>
                <c:pt idx="70777">
                  <c:v>226.41</c:v>
                </c:pt>
                <c:pt idx="70778">
                  <c:v>89.97</c:v>
                </c:pt>
                <c:pt idx="70779">
                  <c:v>361.38</c:v>
                </c:pt>
                <c:pt idx="70780">
                  <c:v>659.83</c:v>
                </c:pt>
                <c:pt idx="70781">
                  <c:v>84.99</c:v>
                </c:pt>
                <c:pt idx="70782">
                  <c:v>-84.99</c:v>
                </c:pt>
                <c:pt idx="70783">
                  <c:v>154.96</c:v>
                </c:pt>
                <c:pt idx="70784">
                  <c:v>84.99</c:v>
                </c:pt>
                <c:pt idx="70785">
                  <c:v>129.97</c:v>
                </c:pt>
                <c:pt idx="70786">
                  <c:v>97.2</c:v>
                </c:pt>
                <c:pt idx="70787">
                  <c:v>41.49</c:v>
                </c:pt>
                <c:pt idx="70788">
                  <c:v>124.97</c:v>
                </c:pt>
                <c:pt idx="70789">
                  <c:v>145.97</c:v>
                </c:pt>
                <c:pt idx="70790">
                  <c:v>-45.68</c:v>
                </c:pt>
                <c:pt idx="70791">
                  <c:v>105.98</c:v>
                </c:pt>
                <c:pt idx="70792">
                  <c:v>59.98</c:v>
                </c:pt>
                <c:pt idx="70793">
                  <c:v>51.49</c:v>
                </c:pt>
                <c:pt idx="70794">
                  <c:v>129.97</c:v>
                </c:pt>
                <c:pt idx="70795">
                  <c:v>57.98</c:v>
                </c:pt>
                <c:pt idx="70796">
                  <c:v>65.989999999999995</c:v>
                </c:pt>
                <c:pt idx="70797">
                  <c:v>37.49</c:v>
                </c:pt>
                <c:pt idx="70798">
                  <c:v>85.98</c:v>
                </c:pt>
                <c:pt idx="70799">
                  <c:v>89.97</c:v>
                </c:pt>
                <c:pt idx="70800">
                  <c:v>89.97</c:v>
                </c:pt>
                <c:pt idx="70801">
                  <c:v>113.96</c:v>
                </c:pt>
                <c:pt idx="70802">
                  <c:v>99.96</c:v>
                </c:pt>
                <c:pt idx="70803">
                  <c:v>89.97</c:v>
                </c:pt>
                <c:pt idx="70804">
                  <c:v>84.97</c:v>
                </c:pt>
                <c:pt idx="70805">
                  <c:v>114.96</c:v>
                </c:pt>
                <c:pt idx="70806">
                  <c:v>89.97</c:v>
                </c:pt>
                <c:pt idx="70807">
                  <c:v>104.96</c:v>
                </c:pt>
                <c:pt idx="70808">
                  <c:v>89.97</c:v>
                </c:pt>
                <c:pt idx="70809">
                  <c:v>59.98</c:v>
                </c:pt>
                <c:pt idx="70810">
                  <c:v>89.97</c:v>
                </c:pt>
                <c:pt idx="70811">
                  <c:v>89.97</c:v>
                </c:pt>
                <c:pt idx="70812">
                  <c:v>144.94999999999999</c:v>
                </c:pt>
                <c:pt idx="70813">
                  <c:v>99.98</c:v>
                </c:pt>
                <c:pt idx="70814">
                  <c:v>79.98</c:v>
                </c:pt>
                <c:pt idx="70815">
                  <c:v>89.98</c:v>
                </c:pt>
                <c:pt idx="70816">
                  <c:v>121.13</c:v>
                </c:pt>
                <c:pt idx="70817">
                  <c:v>84.98</c:v>
                </c:pt>
                <c:pt idx="70818">
                  <c:v>105.96</c:v>
                </c:pt>
                <c:pt idx="70819">
                  <c:v>99.98</c:v>
                </c:pt>
                <c:pt idx="70820">
                  <c:v>79.98</c:v>
                </c:pt>
                <c:pt idx="70821">
                  <c:v>99.98</c:v>
                </c:pt>
                <c:pt idx="70822">
                  <c:v>124.97</c:v>
                </c:pt>
                <c:pt idx="70823">
                  <c:v>99.98</c:v>
                </c:pt>
                <c:pt idx="70824">
                  <c:v>275.29000000000002</c:v>
                </c:pt>
                <c:pt idx="70825">
                  <c:v>254.97</c:v>
                </c:pt>
                <c:pt idx="70826">
                  <c:v>69.95</c:v>
                </c:pt>
                <c:pt idx="70827">
                  <c:v>159.97999999999999</c:v>
                </c:pt>
                <c:pt idx="70828">
                  <c:v>339.96</c:v>
                </c:pt>
                <c:pt idx="70829">
                  <c:v>168.95</c:v>
                </c:pt>
                <c:pt idx="70830">
                  <c:v>97.95</c:v>
                </c:pt>
                <c:pt idx="70831">
                  <c:v>115.52</c:v>
                </c:pt>
                <c:pt idx="70832">
                  <c:v>120.16</c:v>
                </c:pt>
                <c:pt idx="70833">
                  <c:v>87.35</c:v>
                </c:pt>
                <c:pt idx="70834">
                  <c:v>143.02000000000001</c:v>
                </c:pt>
                <c:pt idx="70835">
                  <c:v>96.95</c:v>
                </c:pt>
                <c:pt idx="70836">
                  <c:v>122.94</c:v>
                </c:pt>
                <c:pt idx="70837">
                  <c:v>103.95</c:v>
                </c:pt>
                <c:pt idx="70838">
                  <c:v>112.95</c:v>
                </c:pt>
                <c:pt idx="70839">
                  <c:v>59.98</c:v>
                </c:pt>
                <c:pt idx="70840">
                  <c:v>111.94</c:v>
                </c:pt>
                <c:pt idx="70841">
                  <c:v>53.98</c:v>
                </c:pt>
                <c:pt idx="70842">
                  <c:v>244.95</c:v>
                </c:pt>
                <c:pt idx="70843">
                  <c:v>54.99</c:v>
                </c:pt>
                <c:pt idx="70844">
                  <c:v>75.98</c:v>
                </c:pt>
                <c:pt idx="70845">
                  <c:v>199.96</c:v>
                </c:pt>
                <c:pt idx="70846">
                  <c:v>153.96</c:v>
                </c:pt>
                <c:pt idx="70847">
                  <c:v>170.46</c:v>
                </c:pt>
                <c:pt idx="70848">
                  <c:v>109.98</c:v>
                </c:pt>
                <c:pt idx="70849">
                  <c:v>129.97</c:v>
                </c:pt>
                <c:pt idx="70850">
                  <c:v>184.96</c:v>
                </c:pt>
                <c:pt idx="70851">
                  <c:v>139.97999999999999</c:v>
                </c:pt>
                <c:pt idx="70852">
                  <c:v>54.99</c:v>
                </c:pt>
                <c:pt idx="70853">
                  <c:v>54.98</c:v>
                </c:pt>
                <c:pt idx="70854">
                  <c:v>54.98</c:v>
                </c:pt>
                <c:pt idx="70855">
                  <c:v>124.97</c:v>
                </c:pt>
                <c:pt idx="70856">
                  <c:v>159.97</c:v>
                </c:pt>
                <c:pt idx="70857">
                  <c:v>197.04</c:v>
                </c:pt>
                <c:pt idx="70858">
                  <c:v>102.18</c:v>
                </c:pt>
                <c:pt idx="70859">
                  <c:v>190.96</c:v>
                </c:pt>
                <c:pt idx="70860">
                  <c:v>131.97999999999999</c:v>
                </c:pt>
                <c:pt idx="70861">
                  <c:v>79.19</c:v>
                </c:pt>
                <c:pt idx="70862">
                  <c:v>131.97999999999999</c:v>
                </c:pt>
                <c:pt idx="70863">
                  <c:v>141.88999999999999</c:v>
                </c:pt>
                <c:pt idx="70864">
                  <c:v>186.96</c:v>
                </c:pt>
                <c:pt idx="70865">
                  <c:v>58.98</c:v>
                </c:pt>
                <c:pt idx="70866">
                  <c:v>131.97999999999999</c:v>
                </c:pt>
                <c:pt idx="70867">
                  <c:v>59.98</c:v>
                </c:pt>
                <c:pt idx="70868">
                  <c:v>59.98</c:v>
                </c:pt>
                <c:pt idx="70869">
                  <c:v>73.98</c:v>
                </c:pt>
                <c:pt idx="70870">
                  <c:v>59.98</c:v>
                </c:pt>
                <c:pt idx="70871">
                  <c:v>61.98</c:v>
                </c:pt>
                <c:pt idx="70872">
                  <c:v>61.48</c:v>
                </c:pt>
                <c:pt idx="70873">
                  <c:v>59.98</c:v>
                </c:pt>
                <c:pt idx="70874">
                  <c:v>-73.98</c:v>
                </c:pt>
                <c:pt idx="70875">
                  <c:v>54.98</c:v>
                </c:pt>
                <c:pt idx="70876">
                  <c:v>182.94</c:v>
                </c:pt>
                <c:pt idx="70877">
                  <c:v>59.98</c:v>
                </c:pt>
                <c:pt idx="70878">
                  <c:v>89.97</c:v>
                </c:pt>
                <c:pt idx="70879">
                  <c:v>61.98</c:v>
                </c:pt>
                <c:pt idx="70880">
                  <c:v>59.98</c:v>
                </c:pt>
                <c:pt idx="70881">
                  <c:v>59.98</c:v>
                </c:pt>
                <c:pt idx="70882">
                  <c:v>54.81</c:v>
                </c:pt>
                <c:pt idx="70883">
                  <c:v>59.98</c:v>
                </c:pt>
                <c:pt idx="70884">
                  <c:v>61.98</c:v>
                </c:pt>
                <c:pt idx="70885">
                  <c:v>61.98</c:v>
                </c:pt>
                <c:pt idx="70886">
                  <c:v>64.78</c:v>
                </c:pt>
                <c:pt idx="70887">
                  <c:v>67.040000000000006</c:v>
                </c:pt>
                <c:pt idx="70888">
                  <c:v>81.709999999999994</c:v>
                </c:pt>
                <c:pt idx="70889">
                  <c:v>71.97</c:v>
                </c:pt>
                <c:pt idx="70890">
                  <c:v>85.36</c:v>
                </c:pt>
                <c:pt idx="70891">
                  <c:v>103.97</c:v>
                </c:pt>
                <c:pt idx="70892">
                  <c:v>54.99</c:v>
                </c:pt>
                <c:pt idx="70893">
                  <c:v>59.97</c:v>
                </c:pt>
                <c:pt idx="70894">
                  <c:v>65.989999999999995</c:v>
                </c:pt>
                <c:pt idx="70895">
                  <c:v>63.45</c:v>
                </c:pt>
                <c:pt idx="70896">
                  <c:v>188.97</c:v>
                </c:pt>
                <c:pt idx="70897">
                  <c:v>311.94</c:v>
                </c:pt>
                <c:pt idx="70898">
                  <c:v>275.95999999999998</c:v>
                </c:pt>
                <c:pt idx="70899">
                  <c:v>103.98</c:v>
                </c:pt>
                <c:pt idx="70900">
                  <c:v>195.95</c:v>
                </c:pt>
                <c:pt idx="70901">
                  <c:v>169.96</c:v>
                </c:pt>
                <c:pt idx="70902">
                  <c:v>76.97</c:v>
                </c:pt>
                <c:pt idx="70903">
                  <c:v>94.97</c:v>
                </c:pt>
                <c:pt idx="70904">
                  <c:v>95.97</c:v>
                </c:pt>
                <c:pt idx="70905">
                  <c:v>74.599999999999994</c:v>
                </c:pt>
                <c:pt idx="70906">
                  <c:v>69.989999999999995</c:v>
                </c:pt>
                <c:pt idx="70907">
                  <c:v>55.94</c:v>
                </c:pt>
                <c:pt idx="70908">
                  <c:v>195.02</c:v>
                </c:pt>
                <c:pt idx="70909">
                  <c:v>199.96</c:v>
                </c:pt>
                <c:pt idx="70910">
                  <c:v>181.97</c:v>
                </c:pt>
                <c:pt idx="70911">
                  <c:v>51.28</c:v>
                </c:pt>
                <c:pt idx="70912">
                  <c:v>79.989999999999995</c:v>
                </c:pt>
                <c:pt idx="70913">
                  <c:v>99.97</c:v>
                </c:pt>
                <c:pt idx="70914">
                  <c:v>95.97</c:v>
                </c:pt>
                <c:pt idx="70915">
                  <c:v>99.97</c:v>
                </c:pt>
                <c:pt idx="70916">
                  <c:v>51.28</c:v>
                </c:pt>
                <c:pt idx="70917">
                  <c:v>51.28</c:v>
                </c:pt>
                <c:pt idx="70918">
                  <c:v>51.28</c:v>
                </c:pt>
                <c:pt idx="70919">
                  <c:v>95.97</c:v>
                </c:pt>
                <c:pt idx="70920">
                  <c:v>79.989999999999995</c:v>
                </c:pt>
                <c:pt idx="70921">
                  <c:v>96.78</c:v>
                </c:pt>
                <c:pt idx="70922">
                  <c:v>96.78</c:v>
                </c:pt>
                <c:pt idx="70923">
                  <c:v>96.78</c:v>
                </c:pt>
                <c:pt idx="70924">
                  <c:v>169.38</c:v>
                </c:pt>
                <c:pt idx="70925">
                  <c:v>116.14</c:v>
                </c:pt>
                <c:pt idx="70926">
                  <c:v>116.14</c:v>
                </c:pt>
                <c:pt idx="70927">
                  <c:v>257.64999999999998</c:v>
                </c:pt>
                <c:pt idx="70928">
                  <c:v>169.38</c:v>
                </c:pt>
                <c:pt idx="70929">
                  <c:v>79.849999999999994</c:v>
                </c:pt>
                <c:pt idx="70930">
                  <c:v>79.849999999999994</c:v>
                </c:pt>
                <c:pt idx="70931">
                  <c:v>96.78</c:v>
                </c:pt>
                <c:pt idx="70932">
                  <c:v>257.64999999999998</c:v>
                </c:pt>
                <c:pt idx="70933">
                  <c:v>210.94</c:v>
                </c:pt>
                <c:pt idx="70934">
                  <c:v>87.96</c:v>
                </c:pt>
                <c:pt idx="70935">
                  <c:v>59.98</c:v>
                </c:pt>
                <c:pt idx="70936">
                  <c:v>95.92</c:v>
                </c:pt>
                <c:pt idx="70937">
                  <c:v>270.32</c:v>
                </c:pt>
                <c:pt idx="70938">
                  <c:v>146.97</c:v>
                </c:pt>
                <c:pt idx="70939">
                  <c:v>115.17</c:v>
                </c:pt>
                <c:pt idx="70940">
                  <c:v>84.99</c:v>
                </c:pt>
                <c:pt idx="70941">
                  <c:v>84.99</c:v>
                </c:pt>
                <c:pt idx="70942">
                  <c:v>70.489999999999995</c:v>
                </c:pt>
                <c:pt idx="70943">
                  <c:v>80.98</c:v>
                </c:pt>
                <c:pt idx="70944">
                  <c:v>158.96</c:v>
                </c:pt>
                <c:pt idx="70945">
                  <c:v>114.97</c:v>
                </c:pt>
                <c:pt idx="70946">
                  <c:v>108.97</c:v>
                </c:pt>
                <c:pt idx="70947">
                  <c:v>84.99</c:v>
                </c:pt>
                <c:pt idx="70948">
                  <c:v>99.98</c:v>
                </c:pt>
                <c:pt idx="70949">
                  <c:v>64.98</c:v>
                </c:pt>
                <c:pt idx="70950">
                  <c:v>52.18</c:v>
                </c:pt>
                <c:pt idx="70951">
                  <c:v>135.96</c:v>
                </c:pt>
                <c:pt idx="70952">
                  <c:v>89.95</c:v>
                </c:pt>
                <c:pt idx="70953">
                  <c:v>52.76</c:v>
                </c:pt>
                <c:pt idx="70954">
                  <c:v>95.38</c:v>
                </c:pt>
                <c:pt idx="70955">
                  <c:v>79.98</c:v>
                </c:pt>
                <c:pt idx="70956">
                  <c:v>-7.82</c:v>
                </c:pt>
                <c:pt idx="70957">
                  <c:v>71.959999999999994</c:v>
                </c:pt>
                <c:pt idx="70958">
                  <c:v>67.97</c:v>
                </c:pt>
                <c:pt idx="70959">
                  <c:v>79.98</c:v>
                </c:pt>
                <c:pt idx="70960">
                  <c:v>60.18</c:v>
                </c:pt>
                <c:pt idx="70961">
                  <c:v>67.97</c:v>
                </c:pt>
                <c:pt idx="70962">
                  <c:v>47.24</c:v>
                </c:pt>
                <c:pt idx="70963">
                  <c:v>62.97</c:v>
                </c:pt>
                <c:pt idx="70964">
                  <c:v>56.98</c:v>
                </c:pt>
                <c:pt idx="70965">
                  <c:v>65.989999999999995</c:v>
                </c:pt>
                <c:pt idx="70966">
                  <c:v>79.98</c:v>
                </c:pt>
                <c:pt idx="70967">
                  <c:v>190.71</c:v>
                </c:pt>
                <c:pt idx="70968">
                  <c:v>269.64999999999998</c:v>
                </c:pt>
                <c:pt idx="70969">
                  <c:v>197.97</c:v>
                </c:pt>
                <c:pt idx="70970">
                  <c:v>131.97999999999999</c:v>
                </c:pt>
                <c:pt idx="70971">
                  <c:v>153.16999999999999</c:v>
                </c:pt>
                <c:pt idx="70972">
                  <c:v>150.94</c:v>
                </c:pt>
                <c:pt idx="70973">
                  <c:v>150.94</c:v>
                </c:pt>
                <c:pt idx="70974">
                  <c:v>89.96</c:v>
                </c:pt>
                <c:pt idx="70975">
                  <c:v>85.66</c:v>
                </c:pt>
                <c:pt idx="70976">
                  <c:v>124.06</c:v>
                </c:pt>
                <c:pt idx="70977">
                  <c:v>41.09</c:v>
                </c:pt>
                <c:pt idx="70978">
                  <c:v>71.97</c:v>
                </c:pt>
                <c:pt idx="70979">
                  <c:v>120.97</c:v>
                </c:pt>
                <c:pt idx="70980">
                  <c:v>55.98</c:v>
                </c:pt>
                <c:pt idx="70981">
                  <c:v>134.94999999999999</c:v>
                </c:pt>
                <c:pt idx="70982">
                  <c:v>117.79</c:v>
                </c:pt>
                <c:pt idx="70983">
                  <c:v>79.97</c:v>
                </c:pt>
                <c:pt idx="70984">
                  <c:v>265.95</c:v>
                </c:pt>
                <c:pt idx="70985">
                  <c:v>305.94</c:v>
                </c:pt>
                <c:pt idx="70986">
                  <c:v>259.83</c:v>
                </c:pt>
                <c:pt idx="70987">
                  <c:v>269.94</c:v>
                </c:pt>
                <c:pt idx="70988">
                  <c:v>79.98</c:v>
                </c:pt>
                <c:pt idx="70989">
                  <c:v>79.98</c:v>
                </c:pt>
                <c:pt idx="70990">
                  <c:v>89.95</c:v>
                </c:pt>
                <c:pt idx="70991">
                  <c:v>98.97</c:v>
                </c:pt>
                <c:pt idx="70992">
                  <c:v>239.94</c:v>
                </c:pt>
                <c:pt idx="70993">
                  <c:v>269.94</c:v>
                </c:pt>
                <c:pt idx="70994">
                  <c:v>79.98</c:v>
                </c:pt>
                <c:pt idx="70995">
                  <c:v>79.98</c:v>
                </c:pt>
                <c:pt idx="70996">
                  <c:v>98.97</c:v>
                </c:pt>
                <c:pt idx="70997">
                  <c:v>239.94</c:v>
                </c:pt>
                <c:pt idx="70998">
                  <c:v>89.95</c:v>
                </c:pt>
                <c:pt idx="70999">
                  <c:v>193.93</c:v>
                </c:pt>
                <c:pt idx="71000">
                  <c:v>165.94</c:v>
                </c:pt>
                <c:pt idx="71001">
                  <c:v>78.959999999999994</c:v>
                </c:pt>
                <c:pt idx="71002">
                  <c:v>224.92</c:v>
                </c:pt>
                <c:pt idx="71003">
                  <c:v>153.94</c:v>
                </c:pt>
                <c:pt idx="71004">
                  <c:v>184.92</c:v>
                </c:pt>
                <c:pt idx="71005">
                  <c:v>220.91</c:v>
                </c:pt>
                <c:pt idx="71006">
                  <c:v>137.94999999999999</c:v>
                </c:pt>
                <c:pt idx="71007">
                  <c:v>100.59</c:v>
                </c:pt>
                <c:pt idx="71008">
                  <c:v>131.97999999999999</c:v>
                </c:pt>
                <c:pt idx="71009">
                  <c:v>169.98</c:v>
                </c:pt>
                <c:pt idx="71010">
                  <c:v>131.97999999999999</c:v>
                </c:pt>
                <c:pt idx="71011">
                  <c:v>65.989999999999995</c:v>
                </c:pt>
                <c:pt idx="71012">
                  <c:v>131.97999999999999</c:v>
                </c:pt>
                <c:pt idx="71013">
                  <c:v>161.16999999999999</c:v>
                </c:pt>
                <c:pt idx="71014">
                  <c:v>84.98</c:v>
                </c:pt>
                <c:pt idx="71015">
                  <c:v>103.98</c:v>
                </c:pt>
                <c:pt idx="71016">
                  <c:v>69.98</c:v>
                </c:pt>
                <c:pt idx="71017">
                  <c:v>84.98</c:v>
                </c:pt>
                <c:pt idx="71018">
                  <c:v>114.98</c:v>
                </c:pt>
                <c:pt idx="71019">
                  <c:v>99.98</c:v>
                </c:pt>
                <c:pt idx="71020">
                  <c:v>154.97999999999999</c:v>
                </c:pt>
                <c:pt idx="71021">
                  <c:v>79.98</c:v>
                </c:pt>
                <c:pt idx="71022">
                  <c:v>118.97</c:v>
                </c:pt>
                <c:pt idx="71023">
                  <c:v>99.98</c:v>
                </c:pt>
                <c:pt idx="71024">
                  <c:v>169.98</c:v>
                </c:pt>
                <c:pt idx="71025">
                  <c:v>77.34</c:v>
                </c:pt>
                <c:pt idx="71026">
                  <c:v>84.99</c:v>
                </c:pt>
                <c:pt idx="71027">
                  <c:v>84.99</c:v>
                </c:pt>
                <c:pt idx="71028">
                  <c:v>84.99</c:v>
                </c:pt>
                <c:pt idx="71029">
                  <c:v>84.99</c:v>
                </c:pt>
                <c:pt idx="71030">
                  <c:v>159.97999999999999</c:v>
                </c:pt>
                <c:pt idx="71031">
                  <c:v>84.99</c:v>
                </c:pt>
                <c:pt idx="71032">
                  <c:v>169.98</c:v>
                </c:pt>
                <c:pt idx="71033">
                  <c:v>169.98</c:v>
                </c:pt>
                <c:pt idx="71034">
                  <c:v>69.98</c:v>
                </c:pt>
                <c:pt idx="71035">
                  <c:v>79.98</c:v>
                </c:pt>
                <c:pt idx="71036">
                  <c:v>69.98</c:v>
                </c:pt>
                <c:pt idx="71037">
                  <c:v>79.98</c:v>
                </c:pt>
                <c:pt idx="71038">
                  <c:v>99.98</c:v>
                </c:pt>
                <c:pt idx="71039">
                  <c:v>68.98</c:v>
                </c:pt>
                <c:pt idx="71040">
                  <c:v>104.97</c:v>
                </c:pt>
                <c:pt idx="71041">
                  <c:v>77.2</c:v>
                </c:pt>
                <c:pt idx="71042">
                  <c:v>89.98</c:v>
                </c:pt>
                <c:pt idx="71043">
                  <c:v>158.96</c:v>
                </c:pt>
                <c:pt idx="71044">
                  <c:v>83.98</c:v>
                </c:pt>
                <c:pt idx="71045">
                  <c:v>59.98</c:v>
                </c:pt>
                <c:pt idx="71046">
                  <c:v>231.94</c:v>
                </c:pt>
                <c:pt idx="71047">
                  <c:v>121.98</c:v>
                </c:pt>
                <c:pt idx="71048">
                  <c:v>79.989999999999995</c:v>
                </c:pt>
                <c:pt idx="71049">
                  <c:v>79.989999999999995</c:v>
                </c:pt>
                <c:pt idx="71050">
                  <c:v>75.989999999999995</c:v>
                </c:pt>
                <c:pt idx="71051">
                  <c:v>157.97</c:v>
                </c:pt>
                <c:pt idx="71052">
                  <c:v>79.989999999999995</c:v>
                </c:pt>
                <c:pt idx="71053">
                  <c:v>121.98</c:v>
                </c:pt>
                <c:pt idx="71054">
                  <c:v>153.99</c:v>
                </c:pt>
                <c:pt idx="71055">
                  <c:v>118.27</c:v>
                </c:pt>
                <c:pt idx="71056">
                  <c:v>169.98</c:v>
                </c:pt>
                <c:pt idx="71057">
                  <c:v>169.98</c:v>
                </c:pt>
                <c:pt idx="71058">
                  <c:v>84.99</c:v>
                </c:pt>
                <c:pt idx="71059">
                  <c:v>84.99</c:v>
                </c:pt>
                <c:pt idx="71060">
                  <c:v>86.29</c:v>
                </c:pt>
                <c:pt idx="71061">
                  <c:v>86.29</c:v>
                </c:pt>
                <c:pt idx="71062">
                  <c:v>84.99</c:v>
                </c:pt>
                <c:pt idx="71063">
                  <c:v>129.94999999999999</c:v>
                </c:pt>
                <c:pt idx="71064">
                  <c:v>84.99</c:v>
                </c:pt>
                <c:pt idx="71065">
                  <c:v>84.99</c:v>
                </c:pt>
                <c:pt idx="71066">
                  <c:v>129.94999999999999</c:v>
                </c:pt>
                <c:pt idx="71067">
                  <c:v>84.99</c:v>
                </c:pt>
                <c:pt idx="71068">
                  <c:v>84.99</c:v>
                </c:pt>
                <c:pt idx="71069">
                  <c:v>84.99</c:v>
                </c:pt>
                <c:pt idx="71070">
                  <c:v>666.46</c:v>
                </c:pt>
                <c:pt idx="71071">
                  <c:v>118.27</c:v>
                </c:pt>
                <c:pt idx="71072">
                  <c:v>84.99</c:v>
                </c:pt>
                <c:pt idx="71073">
                  <c:v>84.99</c:v>
                </c:pt>
                <c:pt idx="71074">
                  <c:v>84.99</c:v>
                </c:pt>
                <c:pt idx="71075">
                  <c:v>84.99</c:v>
                </c:pt>
                <c:pt idx="71076">
                  <c:v>666.46</c:v>
                </c:pt>
                <c:pt idx="71077">
                  <c:v>85.97</c:v>
                </c:pt>
                <c:pt idx="71078">
                  <c:v>75.98</c:v>
                </c:pt>
                <c:pt idx="71079">
                  <c:v>84.99</c:v>
                </c:pt>
                <c:pt idx="71080">
                  <c:v>75.98</c:v>
                </c:pt>
                <c:pt idx="71081">
                  <c:v>94.98</c:v>
                </c:pt>
                <c:pt idx="71082">
                  <c:v>75.98</c:v>
                </c:pt>
                <c:pt idx="71083">
                  <c:v>86.83</c:v>
                </c:pt>
                <c:pt idx="71084">
                  <c:v>169.97</c:v>
                </c:pt>
                <c:pt idx="71085">
                  <c:v>104.97</c:v>
                </c:pt>
                <c:pt idx="71086">
                  <c:v>94.98</c:v>
                </c:pt>
                <c:pt idx="71087">
                  <c:v>77.98</c:v>
                </c:pt>
                <c:pt idx="71088">
                  <c:v>67.27</c:v>
                </c:pt>
                <c:pt idx="71089">
                  <c:v>69.989999999999995</c:v>
                </c:pt>
                <c:pt idx="71090">
                  <c:v>67.27</c:v>
                </c:pt>
                <c:pt idx="71091">
                  <c:v>67.27</c:v>
                </c:pt>
                <c:pt idx="71092">
                  <c:v>69.989999999999995</c:v>
                </c:pt>
                <c:pt idx="71093">
                  <c:v>69.989999999999995</c:v>
                </c:pt>
                <c:pt idx="71094">
                  <c:v>184.97</c:v>
                </c:pt>
                <c:pt idx="71095">
                  <c:v>131.97999999999999</c:v>
                </c:pt>
                <c:pt idx="71096">
                  <c:v>164.58</c:v>
                </c:pt>
                <c:pt idx="71097">
                  <c:v>83.97</c:v>
                </c:pt>
                <c:pt idx="71098">
                  <c:v>184.97</c:v>
                </c:pt>
                <c:pt idx="71099">
                  <c:v>166.62</c:v>
                </c:pt>
                <c:pt idx="71100">
                  <c:v>168.28</c:v>
                </c:pt>
                <c:pt idx="71101">
                  <c:v>139.96</c:v>
                </c:pt>
                <c:pt idx="71102">
                  <c:v>170</c:v>
                </c:pt>
                <c:pt idx="71103">
                  <c:v>79.98</c:v>
                </c:pt>
                <c:pt idx="71104">
                  <c:v>86.97</c:v>
                </c:pt>
                <c:pt idx="71105">
                  <c:v>69.989999999999995</c:v>
                </c:pt>
                <c:pt idx="71106">
                  <c:v>89.97</c:v>
                </c:pt>
                <c:pt idx="71107">
                  <c:v>75.13</c:v>
                </c:pt>
                <c:pt idx="71108">
                  <c:v>67.28</c:v>
                </c:pt>
                <c:pt idx="71109">
                  <c:v>92.03</c:v>
                </c:pt>
                <c:pt idx="71110">
                  <c:v>129.96</c:v>
                </c:pt>
                <c:pt idx="71111">
                  <c:v>180.94</c:v>
                </c:pt>
                <c:pt idx="71112">
                  <c:v>158.94</c:v>
                </c:pt>
                <c:pt idx="71113">
                  <c:v>79.98</c:v>
                </c:pt>
                <c:pt idx="71114">
                  <c:v>9.99</c:v>
                </c:pt>
                <c:pt idx="71115">
                  <c:v>79.98</c:v>
                </c:pt>
                <c:pt idx="71116">
                  <c:v>79.98</c:v>
                </c:pt>
                <c:pt idx="71117">
                  <c:v>99.98</c:v>
                </c:pt>
                <c:pt idx="71118">
                  <c:v>79.98</c:v>
                </c:pt>
                <c:pt idx="71119">
                  <c:v>56.98</c:v>
                </c:pt>
                <c:pt idx="71120">
                  <c:v>48.49</c:v>
                </c:pt>
                <c:pt idx="71121">
                  <c:v>41.49</c:v>
                </c:pt>
                <c:pt idx="71122">
                  <c:v>99.98</c:v>
                </c:pt>
                <c:pt idx="71123">
                  <c:v>41.49</c:v>
                </c:pt>
                <c:pt idx="71124">
                  <c:v>84.98</c:v>
                </c:pt>
                <c:pt idx="71125">
                  <c:v>73.98</c:v>
                </c:pt>
                <c:pt idx="71126">
                  <c:v>99.98</c:v>
                </c:pt>
                <c:pt idx="71127">
                  <c:v>31.47</c:v>
                </c:pt>
                <c:pt idx="71128">
                  <c:v>49.99</c:v>
                </c:pt>
                <c:pt idx="71129">
                  <c:v>112</c:v>
                </c:pt>
                <c:pt idx="71130">
                  <c:v>85.97</c:v>
                </c:pt>
                <c:pt idx="71131">
                  <c:v>89.97</c:v>
                </c:pt>
                <c:pt idx="71132">
                  <c:v>105.96</c:v>
                </c:pt>
                <c:pt idx="71133">
                  <c:v>85.47</c:v>
                </c:pt>
                <c:pt idx="71134">
                  <c:v>119.96</c:v>
                </c:pt>
                <c:pt idx="71135">
                  <c:v>119.96</c:v>
                </c:pt>
                <c:pt idx="71136">
                  <c:v>119.96</c:v>
                </c:pt>
                <c:pt idx="71137">
                  <c:v>89.97</c:v>
                </c:pt>
                <c:pt idx="71138">
                  <c:v>85.86</c:v>
                </c:pt>
                <c:pt idx="71139">
                  <c:v>99.96</c:v>
                </c:pt>
                <c:pt idx="71140">
                  <c:v>245.97</c:v>
                </c:pt>
                <c:pt idx="71141">
                  <c:v>299.94</c:v>
                </c:pt>
                <c:pt idx="71142">
                  <c:v>232.17</c:v>
                </c:pt>
                <c:pt idx="71143">
                  <c:v>214.68</c:v>
                </c:pt>
                <c:pt idx="71144">
                  <c:v>117.96</c:v>
                </c:pt>
                <c:pt idx="71145">
                  <c:v>85.98</c:v>
                </c:pt>
                <c:pt idx="71146">
                  <c:v>95.94</c:v>
                </c:pt>
                <c:pt idx="71147">
                  <c:v>95.94</c:v>
                </c:pt>
                <c:pt idx="71148">
                  <c:v>315.95</c:v>
                </c:pt>
                <c:pt idx="71149">
                  <c:v>299.94</c:v>
                </c:pt>
                <c:pt idx="71150">
                  <c:v>75.959999999999994</c:v>
                </c:pt>
                <c:pt idx="71151">
                  <c:v>52.97</c:v>
                </c:pt>
                <c:pt idx="71152">
                  <c:v>75.959999999999994</c:v>
                </c:pt>
                <c:pt idx="71153">
                  <c:v>64.98</c:v>
                </c:pt>
                <c:pt idx="71154">
                  <c:v>88.95</c:v>
                </c:pt>
                <c:pt idx="71155">
                  <c:v>58.35</c:v>
                </c:pt>
                <c:pt idx="71156">
                  <c:v>105.93</c:v>
                </c:pt>
                <c:pt idx="71157">
                  <c:v>75.959999999999994</c:v>
                </c:pt>
                <c:pt idx="71158">
                  <c:v>52.97</c:v>
                </c:pt>
                <c:pt idx="71159">
                  <c:v>197.97</c:v>
                </c:pt>
                <c:pt idx="71160">
                  <c:v>39.479999999999997</c:v>
                </c:pt>
                <c:pt idx="71161">
                  <c:v>197.97</c:v>
                </c:pt>
                <c:pt idx="71162">
                  <c:v>197.97</c:v>
                </c:pt>
                <c:pt idx="71163">
                  <c:v>195.96</c:v>
                </c:pt>
                <c:pt idx="71164">
                  <c:v>118.78</c:v>
                </c:pt>
                <c:pt idx="71165">
                  <c:v>101.97</c:v>
                </c:pt>
                <c:pt idx="71166">
                  <c:v>72.239999999999995</c:v>
                </c:pt>
                <c:pt idx="71167">
                  <c:v>15.99</c:v>
                </c:pt>
                <c:pt idx="71168">
                  <c:v>287.93</c:v>
                </c:pt>
                <c:pt idx="71169">
                  <c:v>118.78</c:v>
                </c:pt>
                <c:pt idx="71170">
                  <c:v>319.55</c:v>
                </c:pt>
                <c:pt idx="71171">
                  <c:v>118.78</c:v>
                </c:pt>
                <c:pt idx="71172">
                  <c:v>59.39</c:v>
                </c:pt>
                <c:pt idx="71173">
                  <c:v>73.87</c:v>
                </c:pt>
                <c:pt idx="71174">
                  <c:v>59.97</c:v>
                </c:pt>
                <c:pt idx="71175">
                  <c:v>101.95</c:v>
                </c:pt>
                <c:pt idx="71176">
                  <c:v>111.93</c:v>
                </c:pt>
                <c:pt idx="71177">
                  <c:v>79.959999999999994</c:v>
                </c:pt>
                <c:pt idx="71178">
                  <c:v>194.97</c:v>
                </c:pt>
                <c:pt idx="71179">
                  <c:v>101.14</c:v>
                </c:pt>
                <c:pt idx="71180">
                  <c:v>184.91</c:v>
                </c:pt>
                <c:pt idx="71181">
                  <c:v>71.959999999999994</c:v>
                </c:pt>
                <c:pt idx="71182">
                  <c:v>191.95</c:v>
                </c:pt>
                <c:pt idx="71183">
                  <c:v>195.96</c:v>
                </c:pt>
                <c:pt idx="71184">
                  <c:v>152.94999999999999</c:v>
                </c:pt>
                <c:pt idx="71185">
                  <c:v>110.97</c:v>
                </c:pt>
                <c:pt idx="71186">
                  <c:v>79.989999999999995</c:v>
                </c:pt>
                <c:pt idx="71187">
                  <c:v>89.98</c:v>
                </c:pt>
                <c:pt idx="71188">
                  <c:v>108.29</c:v>
                </c:pt>
                <c:pt idx="71189">
                  <c:v>91.98</c:v>
                </c:pt>
                <c:pt idx="71190">
                  <c:v>179.97</c:v>
                </c:pt>
                <c:pt idx="71191">
                  <c:v>90.98</c:v>
                </c:pt>
                <c:pt idx="71192">
                  <c:v>103.47</c:v>
                </c:pt>
                <c:pt idx="71193">
                  <c:v>104.37</c:v>
                </c:pt>
                <c:pt idx="71194">
                  <c:v>91.98</c:v>
                </c:pt>
                <c:pt idx="71195">
                  <c:v>96.98</c:v>
                </c:pt>
                <c:pt idx="71196">
                  <c:v>75.98</c:v>
                </c:pt>
                <c:pt idx="71197">
                  <c:v>79.67</c:v>
                </c:pt>
                <c:pt idx="71198">
                  <c:v>84.99</c:v>
                </c:pt>
                <c:pt idx="71199">
                  <c:v>84.99</c:v>
                </c:pt>
                <c:pt idx="71200">
                  <c:v>84.99</c:v>
                </c:pt>
                <c:pt idx="71201">
                  <c:v>169.98</c:v>
                </c:pt>
                <c:pt idx="71202">
                  <c:v>84.99</c:v>
                </c:pt>
                <c:pt idx="71203">
                  <c:v>84.99</c:v>
                </c:pt>
                <c:pt idx="71204">
                  <c:v>127.98</c:v>
                </c:pt>
                <c:pt idx="71205">
                  <c:v>115.18</c:v>
                </c:pt>
                <c:pt idx="71206">
                  <c:v>84.99</c:v>
                </c:pt>
                <c:pt idx="71207">
                  <c:v>169.98</c:v>
                </c:pt>
                <c:pt idx="71208">
                  <c:v>64.97</c:v>
                </c:pt>
                <c:pt idx="71209">
                  <c:v>66.959999999999994</c:v>
                </c:pt>
                <c:pt idx="71210">
                  <c:v>23.38</c:v>
                </c:pt>
                <c:pt idx="71211">
                  <c:v>59.97</c:v>
                </c:pt>
                <c:pt idx="71212">
                  <c:v>61.97</c:v>
                </c:pt>
                <c:pt idx="71213">
                  <c:v>19.989999999999998</c:v>
                </c:pt>
                <c:pt idx="71214">
                  <c:v>50.97</c:v>
                </c:pt>
                <c:pt idx="71215">
                  <c:v>136.86000000000001</c:v>
                </c:pt>
                <c:pt idx="71216">
                  <c:v>82.72</c:v>
                </c:pt>
                <c:pt idx="71217">
                  <c:v>91.87</c:v>
                </c:pt>
                <c:pt idx="71218">
                  <c:v>152.96</c:v>
                </c:pt>
                <c:pt idx="71219">
                  <c:v>100.86</c:v>
                </c:pt>
                <c:pt idx="71220">
                  <c:v>56.98</c:v>
                </c:pt>
                <c:pt idx="71221">
                  <c:v>164.85</c:v>
                </c:pt>
                <c:pt idx="71222">
                  <c:v>85.86</c:v>
                </c:pt>
                <c:pt idx="71223">
                  <c:v>157.86000000000001</c:v>
                </c:pt>
                <c:pt idx="71224">
                  <c:v>15.48</c:v>
                </c:pt>
                <c:pt idx="71225">
                  <c:v>127.74</c:v>
                </c:pt>
                <c:pt idx="71226">
                  <c:v>-1.5</c:v>
                </c:pt>
                <c:pt idx="71227">
                  <c:v>100.98</c:v>
                </c:pt>
                <c:pt idx="71228">
                  <c:v>71.59</c:v>
                </c:pt>
                <c:pt idx="71229">
                  <c:v>137.57</c:v>
                </c:pt>
                <c:pt idx="71230">
                  <c:v>80.89</c:v>
                </c:pt>
                <c:pt idx="71231">
                  <c:v>103.58</c:v>
                </c:pt>
                <c:pt idx="71232">
                  <c:v>84.99</c:v>
                </c:pt>
                <c:pt idx="71233">
                  <c:v>84.99</c:v>
                </c:pt>
                <c:pt idx="71234">
                  <c:v>69.989999999999995</c:v>
                </c:pt>
                <c:pt idx="71235">
                  <c:v>102.58</c:v>
                </c:pt>
                <c:pt idx="71236">
                  <c:v>68.989999999999995</c:v>
                </c:pt>
                <c:pt idx="71237">
                  <c:v>59.98</c:v>
                </c:pt>
                <c:pt idx="71238">
                  <c:v>59.98</c:v>
                </c:pt>
                <c:pt idx="71239">
                  <c:v>89.97</c:v>
                </c:pt>
                <c:pt idx="71240">
                  <c:v>119.96</c:v>
                </c:pt>
                <c:pt idx="71241">
                  <c:v>53.98</c:v>
                </c:pt>
                <c:pt idx="71242">
                  <c:v>89.97</c:v>
                </c:pt>
                <c:pt idx="71243">
                  <c:v>59.98</c:v>
                </c:pt>
                <c:pt idx="71244">
                  <c:v>83.37</c:v>
                </c:pt>
                <c:pt idx="71245">
                  <c:v>56.38</c:v>
                </c:pt>
                <c:pt idx="71246">
                  <c:v>59.98</c:v>
                </c:pt>
                <c:pt idx="71247">
                  <c:v>89.97</c:v>
                </c:pt>
                <c:pt idx="71248">
                  <c:v>89.97</c:v>
                </c:pt>
                <c:pt idx="71249">
                  <c:v>109.96</c:v>
                </c:pt>
                <c:pt idx="71250">
                  <c:v>22.37</c:v>
                </c:pt>
                <c:pt idx="71251">
                  <c:v>84.99</c:v>
                </c:pt>
                <c:pt idx="71252">
                  <c:v>131.97999999999999</c:v>
                </c:pt>
                <c:pt idx="71253">
                  <c:v>50.98</c:v>
                </c:pt>
                <c:pt idx="71254">
                  <c:v>131.97999999999999</c:v>
                </c:pt>
                <c:pt idx="71255">
                  <c:v>131.97999999999999</c:v>
                </c:pt>
                <c:pt idx="71256">
                  <c:v>131.97999999999999</c:v>
                </c:pt>
                <c:pt idx="71257">
                  <c:v>121.98</c:v>
                </c:pt>
                <c:pt idx="71258">
                  <c:v>97.97</c:v>
                </c:pt>
                <c:pt idx="71259">
                  <c:v>75.959999999999994</c:v>
                </c:pt>
                <c:pt idx="71260">
                  <c:v>49.98</c:v>
                </c:pt>
                <c:pt idx="71261">
                  <c:v>131.97999999999999</c:v>
                </c:pt>
                <c:pt idx="71262">
                  <c:v>150.97</c:v>
                </c:pt>
                <c:pt idx="71263">
                  <c:v>60.86</c:v>
                </c:pt>
                <c:pt idx="71264">
                  <c:v>131.97999999999999</c:v>
                </c:pt>
                <c:pt idx="71265">
                  <c:v>65.989999999999995</c:v>
                </c:pt>
                <c:pt idx="71266">
                  <c:v>131.97999999999999</c:v>
                </c:pt>
                <c:pt idx="71267">
                  <c:v>147.97</c:v>
                </c:pt>
                <c:pt idx="71268">
                  <c:v>86.57</c:v>
                </c:pt>
                <c:pt idx="71269">
                  <c:v>113.26</c:v>
                </c:pt>
                <c:pt idx="71270">
                  <c:v>107.27</c:v>
                </c:pt>
                <c:pt idx="71271">
                  <c:v>64.28</c:v>
                </c:pt>
                <c:pt idx="71272">
                  <c:v>51.28</c:v>
                </c:pt>
                <c:pt idx="71273">
                  <c:v>83.22</c:v>
                </c:pt>
                <c:pt idx="71274">
                  <c:v>98.56</c:v>
                </c:pt>
                <c:pt idx="71275">
                  <c:v>126.27</c:v>
                </c:pt>
                <c:pt idx="71276">
                  <c:v>43.88</c:v>
                </c:pt>
                <c:pt idx="71277">
                  <c:v>59.97</c:v>
                </c:pt>
                <c:pt idx="71278">
                  <c:v>109.96</c:v>
                </c:pt>
                <c:pt idx="71279">
                  <c:v>84.97</c:v>
                </c:pt>
                <c:pt idx="71280">
                  <c:v>85.97</c:v>
                </c:pt>
                <c:pt idx="71281">
                  <c:v>89.97</c:v>
                </c:pt>
                <c:pt idx="71282">
                  <c:v>89.97</c:v>
                </c:pt>
                <c:pt idx="71283">
                  <c:v>80.97</c:v>
                </c:pt>
                <c:pt idx="71284">
                  <c:v>84.97</c:v>
                </c:pt>
                <c:pt idx="71285">
                  <c:v>89.97</c:v>
                </c:pt>
                <c:pt idx="71286">
                  <c:v>89.97</c:v>
                </c:pt>
                <c:pt idx="71287">
                  <c:v>83.76</c:v>
                </c:pt>
                <c:pt idx="71288">
                  <c:v>89.97</c:v>
                </c:pt>
                <c:pt idx="71289">
                  <c:v>89.97</c:v>
                </c:pt>
                <c:pt idx="71290">
                  <c:v>74.97</c:v>
                </c:pt>
                <c:pt idx="71291">
                  <c:v>89.97</c:v>
                </c:pt>
                <c:pt idx="71292">
                  <c:v>191.12</c:v>
                </c:pt>
                <c:pt idx="71293">
                  <c:v>149.9</c:v>
                </c:pt>
                <c:pt idx="71294">
                  <c:v>127.42</c:v>
                </c:pt>
                <c:pt idx="71295">
                  <c:v>149.9</c:v>
                </c:pt>
                <c:pt idx="71296">
                  <c:v>164.89</c:v>
                </c:pt>
                <c:pt idx="71297">
                  <c:v>141.75</c:v>
                </c:pt>
                <c:pt idx="71298">
                  <c:v>159.93</c:v>
                </c:pt>
                <c:pt idx="71299">
                  <c:v>208.92</c:v>
                </c:pt>
                <c:pt idx="71300">
                  <c:v>136.27000000000001</c:v>
                </c:pt>
                <c:pt idx="71301">
                  <c:v>125.92</c:v>
                </c:pt>
                <c:pt idx="71302">
                  <c:v>59.96</c:v>
                </c:pt>
                <c:pt idx="71303">
                  <c:v>74.95</c:v>
                </c:pt>
                <c:pt idx="71304">
                  <c:v>33.479999999999997</c:v>
                </c:pt>
                <c:pt idx="71305">
                  <c:v>147.96</c:v>
                </c:pt>
                <c:pt idx="71306">
                  <c:v>109.98</c:v>
                </c:pt>
                <c:pt idx="71307">
                  <c:v>109.98</c:v>
                </c:pt>
                <c:pt idx="71308">
                  <c:v>147.96</c:v>
                </c:pt>
                <c:pt idx="71309">
                  <c:v>33.479999999999997</c:v>
                </c:pt>
                <c:pt idx="71310">
                  <c:v>300.39999999999998</c:v>
                </c:pt>
                <c:pt idx="71311">
                  <c:v>600.29999999999995</c:v>
                </c:pt>
                <c:pt idx="71312">
                  <c:v>510.58</c:v>
                </c:pt>
                <c:pt idx="71313">
                  <c:v>99.98</c:v>
                </c:pt>
                <c:pt idx="71314">
                  <c:v>74.97</c:v>
                </c:pt>
                <c:pt idx="71315">
                  <c:v>126.95</c:v>
                </c:pt>
                <c:pt idx="71316">
                  <c:v>115.97</c:v>
                </c:pt>
                <c:pt idx="71317">
                  <c:v>179.95</c:v>
                </c:pt>
                <c:pt idx="71318">
                  <c:v>234.93</c:v>
                </c:pt>
                <c:pt idx="71319">
                  <c:v>146.96</c:v>
                </c:pt>
                <c:pt idx="71320">
                  <c:v>54.99</c:v>
                </c:pt>
                <c:pt idx="71321">
                  <c:v>38.270000000000003</c:v>
                </c:pt>
                <c:pt idx="71322">
                  <c:v>58.98</c:v>
                </c:pt>
                <c:pt idx="71323">
                  <c:v>54.98</c:v>
                </c:pt>
                <c:pt idx="71324">
                  <c:v>20.49</c:v>
                </c:pt>
                <c:pt idx="71325">
                  <c:v>20.49</c:v>
                </c:pt>
                <c:pt idx="71326">
                  <c:v>62.08</c:v>
                </c:pt>
                <c:pt idx="71327">
                  <c:v>41.48</c:v>
                </c:pt>
                <c:pt idx="71328">
                  <c:v>49.48</c:v>
                </c:pt>
                <c:pt idx="71329">
                  <c:v>21.24</c:v>
                </c:pt>
                <c:pt idx="71330">
                  <c:v>82.97</c:v>
                </c:pt>
                <c:pt idx="71331">
                  <c:v>13.91</c:v>
                </c:pt>
                <c:pt idx="71332">
                  <c:v>41.48</c:v>
                </c:pt>
                <c:pt idx="71333">
                  <c:v>51.49</c:v>
                </c:pt>
                <c:pt idx="71334">
                  <c:v>49.99</c:v>
                </c:pt>
                <c:pt idx="71335">
                  <c:v>159.97999999999999</c:v>
                </c:pt>
                <c:pt idx="71336">
                  <c:v>99.89</c:v>
                </c:pt>
                <c:pt idx="71337">
                  <c:v>159.97999999999999</c:v>
                </c:pt>
                <c:pt idx="71338">
                  <c:v>159.97999999999999</c:v>
                </c:pt>
                <c:pt idx="71339">
                  <c:v>79.989999999999995</c:v>
                </c:pt>
                <c:pt idx="71340">
                  <c:v>79.989999999999995</c:v>
                </c:pt>
                <c:pt idx="71341">
                  <c:v>125.3</c:v>
                </c:pt>
                <c:pt idx="71342">
                  <c:v>100.98</c:v>
                </c:pt>
                <c:pt idx="71343">
                  <c:v>126.86</c:v>
                </c:pt>
                <c:pt idx="71344">
                  <c:v>65.98</c:v>
                </c:pt>
                <c:pt idx="71345">
                  <c:v>69.98</c:v>
                </c:pt>
                <c:pt idx="71346">
                  <c:v>72.97</c:v>
                </c:pt>
                <c:pt idx="71347">
                  <c:v>105.96</c:v>
                </c:pt>
                <c:pt idx="71348">
                  <c:v>86.92</c:v>
                </c:pt>
                <c:pt idx="71349">
                  <c:v>89.97</c:v>
                </c:pt>
                <c:pt idx="71350">
                  <c:v>53.14</c:v>
                </c:pt>
                <c:pt idx="71351">
                  <c:v>84.97</c:v>
                </c:pt>
                <c:pt idx="71352">
                  <c:v>59.98</c:v>
                </c:pt>
                <c:pt idx="71353">
                  <c:v>55.98</c:v>
                </c:pt>
                <c:pt idx="71354">
                  <c:v>57.98</c:v>
                </c:pt>
                <c:pt idx="71355">
                  <c:v>57.98</c:v>
                </c:pt>
                <c:pt idx="71356">
                  <c:v>57.98</c:v>
                </c:pt>
                <c:pt idx="71357">
                  <c:v>79.97</c:v>
                </c:pt>
                <c:pt idx="71358">
                  <c:v>111.34</c:v>
                </c:pt>
                <c:pt idx="71359">
                  <c:v>108.57</c:v>
                </c:pt>
                <c:pt idx="71360">
                  <c:v>97.57</c:v>
                </c:pt>
                <c:pt idx="71361">
                  <c:v>96.98</c:v>
                </c:pt>
                <c:pt idx="71362">
                  <c:v>103.62</c:v>
                </c:pt>
                <c:pt idx="71363">
                  <c:v>-11.99</c:v>
                </c:pt>
                <c:pt idx="71364">
                  <c:v>219.97</c:v>
                </c:pt>
                <c:pt idx="71365">
                  <c:v>79.98</c:v>
                </c:pt>
                <c:pt idx="71366">
                  <c:v>130.96</c:v>
                </c:pt>
                <c:pt idx="71367">
                  <c:v>181.72</c:v>
                </c:pt>
                <c:pt idx="71368">
                  <c:v>77.98</c:v>
                </c:pt>
                <c:pt idx="71369">
                  <c:v>84.99</c:v>
                </c:pt>
                <c:pt idx="71370">
                  <c:v>100.01</c:v>
                </c:pt>
                <c:pt idx="71371">
                  <c:v>77.98</c:v>
                </c:pt>
                <c:pt idx="71372">
                  <c:v>64.98</c:v>
                </c:pt>
                <c:pt idx="71373">
                  <c:v>1451.52</c:v>
                </c:pt>
                <c:pt idx="71374">
                  <c:v>97.48</c:v>
                </c:pt>
                <c:pt idx="71375">
                  <c:v>169.98</c:v>
                </c:pt>
                <c:pt idx="71376">
                  <c:v>214.96</c:v>
                </c:pt>
                <c:pt idx="71377">
                  <c:v>152.97999999999999</c:v>
                </c:pt>
                <c:pt idx="71378">
                  <c:v>169.98</c:v>
                </c:pt>
                <c:pt idx="71379">
                  <c:v>162.02000000000001</c:v>
                </c:pt>
                <c:pt idx="71380">
                  <c:v>132.72</c:v>
                </c:pt>
                <c:pt idx="71381">
                  <c:v>170.9</c:v>
                </c:pt>
                <c:pt idx="71382">
                  <c:v>84.99</c:v>
                </c:pt>
                <c:pt idx="71383">
                  <c:v>99.98</c:v>
                </c:pt>
                <c:pt idx="71384">
                  <c:v>140.94999999999999</c:v>
                </c:pt>
                <c:pt idx="71385">
                  <c:v>115.41</c:v>
                </c:pt>
                <c:pt idx="71386">
                  <c:v>84.98</c:v>
                </c:pt>
                <c:pt idx="71387">
                  <c:v>170.9</c:v>
                </c:pt>
                <c:pt idx="71388">
                  <c:v>163.34</c:v>
                </c:pt>
                <c:pt idx="71389">
                  <c:v>107.95</c:v>
                </c:pt>
                <c:pt idx="71390">
                  <c:v>59.98</c:v>
                </c:pt>
                <c:pt idx="71391">
                  <c:v>59.98</c:v>
                </c:pt>
                <c:pt idx="71392">
                  <c:v>84.97</c:v>
                </c:pt>
                <c:pt idx="71393">
                  <c:v>60.98</c:v>
                </c:pt>
                <c:pt idx="71394">
                  <c:v>59.98</c:v>
                </c:pt>
                <c:pt idx="71395">
                  <c:v>54.98</c:v>
                </c:pt>
                <c:pt idx="71396">
                  <c:v>64.98</c:v>
                </c:pt>
                <c:pt idx="71397">
                  <c:v>59.98</c:v>
                </c:pt>
                <c:pt idx="71398">
                  <c:v>59.98</c:v>
                </c:pt>
                <c:pt idx="71399">
                  <c:v>121.46</c:v>
                </c:pt>
                <c:pt idx="71400">
                  <c:v>72.55</c:v>
                </c:pt>
                <c:pt idx="71401">
                  <c:v>66.53</c:v>
                </c:pt>
                <c:pt idx="71402">
                  <c:v>66.53</c:v>
                </c:pt>
                <c:pt idx="71403">
                  <c:v>84.66</c:v>
                </c:pt>
                <c:pt idx="71404">
                  <c:v>128.13</c:v>
                </c:pt>
                <c:pt idx="71405">
                  <c:v>72.56</c:v>
                </c:pt>
                <c:pt idx="71406">
                  <c:v>19.34</c:v>
                </c:pt>
                <c:pt idx="71407">
                  <c:v>84.66</c:v>
                </c:pt>
                <c:pt idx="71408">
                  <c:v>78.819999999999993</c:v>
                </c:pt>
                <c:pt idx="71409">
                  <c:v>129.96</c:v>
                </c:pt>
                <c:pt idx="71410">
                  <c:v>79.97</c:v>
                </c:pt>
                <c:pt idx="71411">
                  <c:v>99.98</c:v>
                </c:pt>
                <c:pt idx="71412">
                  <c:v>87.72</c:v>
                </c:pt>
                <c:pt idx="71413">
                  <c:v>73.989999999999995</c:v>
                </c:pt>
                <c:pt idx="71414">
                  <c:v>114.97</c:v>
                </c:pt>
                <c:pt idx="71415">
                  <c:v>129.96</c:v>
                </c:pt>
                <c:pt idx="71416">
                  <c:v>80.98</c:v>
                </c:pt>
                <c:pt idx="71417">
                  <c:v>69.97</c:v>
                </c:pt>
                <c:pt idx="71418">
                  <c:v>97.92</c:v>
                </c:pt>
                <c:pt idx="71419">
                  <c:v>53.88</c:v>
                </c:pt>
                <c:pt idx="71420">
                  <c:v>96.76</c:v>
                </c:pt>
                <c:pt idx="71421">
                  <c:v>66.53</c:v>
                </c:pt>
                <c:pt idx="71422">
                  <c:v>71.61</c:v>
                </c:pt>
                <c:pt idx="71423">
                  <c:v>96.78</c:v>
                </c:pt>
                <c:pt idx="71424">
                  <c:v>133.08000000000001</c:v>
                </c:pt>
                <c:pt idx="71425">
                  <c:v>114.91</c:v>
                </c:pt>
                <c:pt idx="71426">
                  <c:v>75.55</c:v>
                </c:pt>
                <c:pt idx="71427">
                  <c:v>116.12</c:v>
                </c:pt>
                <c:pt idx="71428">
                  <c:v>114.91</c:v>
                </c:pt>
                <c:pt idx="71429">
                  <c:v>100.15</c:v>
                </c:pt>
                <c:pt idx="71430">
                  <c:v>95.14</c:v>
                </c:pt>
                <c:pt idx="71431">
                  <c:v>157.57</c:v>
                </c:pt>
                <c:pt idx="71432">
                  <c:v>64.260000000000005</c:v>
                </c:pt>
                <c:pt idx="71433">
                  <c:v>139.97999999999999</c:v>
                </c:pt>
                <c:pt idx="71434">
                  <c:v>119.92</c:v>
                </c:pt>
                <c:pt idx="71435">
                  <c:v>159.93</c:v>
                </c:pt>
                <c:pt idx="71436">
                  <c:v>89.94</c:v>
                </c:pt>
                <c:pt idx="71437">
                  <c:v>131.97999999999999</c:v>
                </c:pt>
                <c:pt idx="71438">
                  <c:v>197.97</c:v>
                </c:pt>
                <c:pt idx="71439">
                  <c:v>173.97</c:v>
                </c:pt>
                <c:pt idx="71440">
                  <c:v>82.79</c:v>
                </c:pt>
                <c:pt idx="71441">
                  <c:v>166.06</c:v>
                </c:pt>
                <c:pt idx="71442">
                  <c:v>117.48</c:v>
                </c:pt>
                <c:pt idx="71443">
                  <c:v>60.96</c:v>
                </c:pt>
                <c:pt idx="71444">
                  <c:v>114.45</c:v>
                </c:pt>
                <c:pt idx="71445">
                  <c:v>76.95</c:v>
                </c:pt>
                <c:pt idx="71446">
                  <c:v>133.63999999999999</c:v>
                </c:pt>
                <c:pt idx="71447">
                  <c:v>127.92</c:v>
                </c:pt>
                <c:pt idx="71448">
                  <c:v>145.63</c:v>
                </c:pt>
                <c:pt idx="71449">
                  <c:v>75.959999999999994</c:v>
                </c:pt>
                <c:pt idx="71450">
                  <c:v>71.27</c:v>
                </c:pt>
                <c:pt idx="71451">
                  <c:v>127.98</c:v>
                </c:pt>
                <c:pt idx="71452">
                  <c:v>104.94</c:v>
                </c:pt>
                <c:pt idx="71453">
                  <c:v>86.21</c:v>
                </c:pt>
                <c:pt idx="71454">
                  <c:v>218.95</c:v>
                </c:pt>
                <c:pt idx="71455">
                  <c:v>74.98</c:v>
                </c:pt>
                <c:pt idx="71456">
                  <c:v>181.97</c:v>
                </c:pt>
                <c:pt idx="71457">
                  <c:v>133.96</c:v>
                </c:pt>
                <c:pt idx="71458">
                  <c:v>163.96</c:v>
                </c:pt>
                <c:pt idx="71459">
                  <c:v>89.97</c:v>
                </c:pt>
                <c:pt idx="71460">
                  <c:v>133.96</c:v>
                </c:pt>
                <c:pt idx="71461">
                  <c:v>84.99</c:v>
                </c:pt>
                <c:pt idx="71462">
                  <c:v>84.99</c:v>
                </c:pt>
                <c:pt idx="71463">
                  <c:v>84.99</c:v>
                </c:pt>
                <c:pt idx="71464">
                  <c:v>63.96</c:v>
                </c:pt>
                <c:pt idx="71465">
                  <c:v>77.75</c:v>
                </c:pt>
                <c:pt idx="71466">
                  <c:v>63.96</c:v>
                </c:pt>
                <c:pt idx="71467">
                  <c:v>84.99</c:v>
                </c:pt>
                <c:pt idx="71468">
                  <c:v>61.97</c:v>
                </c:pt>
                <c:pt idx="71469">
                  <c:v>77.75</c:v>
                </c:pt>
                <c:pt idx="71470">
                  <c:v>116.97</c:v>
                </c:pt>
                <c:pt idx="71471">
                  <c:v>116.97</c:v>
                </c:pt>
                <c:pt idx="71472">
                  <c:v>61.97</c:v>
                </c:pt>
                <c:pt idx="71473">
                  <c:v>84.99</c:v>
                </c:pt>
                <c:pt idx="71474">
                  <c:v>65.42</c:v>
                </c:pt>
                <c:pt idx="71475">
                  <c:v>148.94999999999999</c:v>
                </c:pt>
                <c:pt idx="71476">
                  <c:v>116.97</c:v>
                </c:pt>
                <c:pt idx="71477">
                  <c:v>69.989999999999995</c:v>
                </c:pt>
                <c:pt idx="71478">
                  <c:v>63.96</c:v>
                </c:pt>
                <c:pt idx="71479">
                  <c:v>84.99</c:v>
                </c:pt>
                <c:pt idx="71480">
                  <c:v>148.94999999999999</c:v>
                </c:pt>
                <c:pt idx="71481">
                  <c:v>84.99</c:v>
                </c:pt>
                <c:pt idx="71482">
                  <c:v>65.42</c:v>
                </c:pt>
                <c:pt idx="71483">
                  <c:v>116.97</c:v>
                </c:pt>
                <c:pt idx="71484">
                  <c:v>69.989999999999995</c:v>
                </c:pt>
                <c:pt idx="71485">
                  <c:v>84.99</c:v>
                </c:pt>
                <c:pt idx="71486">
                  <c:v>84.99</c:v>
                </c:pt>
                <c:pt idx="71487">
                  <c:v>84.99</c:v>
                </c:pt>
                <c:pt idx="71488">
                  <c:v>63.96</c:v>
                </c:pt>
                <c:pt idx="71489">
                  <c:v>121.98</c:v>
                </c:pt>
                <c:pt idx="71490">
                  <c:v>152.97999999999999</c:v>
                </c:pt>
                <c:pt idx="71491">
                  <c:v>188.48</c:v>
                </c:pt>
                <c:pt idx="71492">
                  <c:v>118.97</c:v>
                </c:pt>
                <c:pt idx="71493">
                  <c:v>142.97999999999999</c:v>
                </c:pt>
                <c:pt idx="71494">
                  <c:v>112.18</c:v>
                </c:pt>
                <c:pt idx="71495">
                  <c:v>118.78</c:v>
                </c:pt>
                <c:pt idx="71496">
                  <c:v>193.77</c:v>
                </c:pt>
                <c:pt idx="71497">
                  <c:v>129.94</c:v>
                </c:pt>
                <c:pt idx="71498">
                  <c:v>205.54</c:v>
                </c:pt>
                <c:pt idx="71499">
                  <c:v>129.94</c:v>
                </c:pt>
                <c:pt idx="71500">
                  <c:v>59.95</c:v>
                </c:pt>
                <c:pt idx="71501">
                  <c:v>59.95</c:v>
                </c:pt>
                <c:pt idx="71502">
                  <c:v>205.54</c:v>
                </c:pt>
                <c:pt idx="71503">
                  <c:v>58.82</c:v>
                </c:pt>
                <c:pt idx="71504">
                  <c:v>61.98</c:v>
                </c:pt>
                <c:pt idx="71505">
                  <c:v>104.97</c:v>
                </c:pt>
                <c:pt idx="71506">
                  <c:v>64.08</c:v>
                </c:pt>
                <c:pt idx="71507">
                  <c:v>65.98</c:v>
                </c:pt>
                <c:pt idx="71508">
                  <c:v>51.48</c:v>
                </c:pt>
                <c:pt idx="71509">
                  <c:v>94.97</c:v>
                </c:pt>
                <c:pt idx="71510">
                  <c:v>85.97</c:v>
                </c:pt>
                <c:pt idx="71511">
                  <c:v>56.95</c:v>
                </c:pt>
                <c:pt idx="71512">
                  <c:v>65.98</c:v>
                </c:pt>
                <c:pt idx="71513">
                  <c:v>201.96</c:v>
                </c:pt>
                <c:pt idx="71514">
                  <c:v>101.98</c:v>
                </c:pt>
                <c:pt idx="71515">
                  <c:v>21.49</c:v>
                </c:pt>
                <c:pt idx="71516">
                  <c:v>189.97</c:v>
                </c:pt>
                <c:pt idx="71517">
                  <c:v>71.97</c:v>
                </c:pt>
                <c:pt idx="71518">
                  <c:v>185.97</c:v>
                </c:pt>
                <c:pt idx="71519">
                  <c:v>212.95</c:v>
                </c:pt>
                <c:pt idx="71520">
                  <c:v>69.97</c:v>
                </c:pt>
                <c:pt idx="71521">
                  <c:v>89.48</c:v>
                </c:pt>
                <c:pt idx="71522">
                  <c:v>84.64</c:v>
                </c:pt>
                <c:pt idx="71523">
                  <c:v>96.76</c:v>
                </c:pt>
                <c:pt idx="71524">
                  <c:v>76.19</c:v>
                </c:pt>
                <c:pt idx="71525">
                  <c:v>98.97</c:v>
                </c:pt>
                <c:pt idx="71526">
                  <c:v>70.98</c:v>
                </c:pt>
                <c:pt idx="71527">
                  <c:v>65.989999999999995</c:v>
                </c:pt>
                <c:pt idx="71528">
                  <c:v>121.94</c:v>
                </c:pt>
                <c:pt idx="71529">
                  <c:v>131.97999999999999</c:v>
                </c:pt>
                <c:pt idx="71530">
                  <c:v>125.38</c:v>
                </c:pt>
                <c:pt idx="71531">
                  <c:v>101.98</c:v>
                </c:pt>
                <c:pt idx="71532">
                  <c:v>118.78</c:v>
                </c:pt>
                <c:pt idx="71533">
                  <c:v>111.98</c:v>
                </c:pt>
                <c:pt idx="71534">
                  <c:v>92.38</c:v>
                </c:pt>
                <c:pt idx="71535">
                  <c:v>145.13</c:v>
                </c:pt>
                <c:pt idx="71536">
                  <c:v>139.96</c:v>
                </c:pt>
                <c:pt idx="71537">
                  <c:v>74.989999999999995</c:v>
                </c:pt>
                <c:pt idx="71538">
                  <c:v>65.989999999999995</c:v>
                </c:pt>
                <c:pt idx="71539">
                  <c:v>-139.96</c:v>
                </c:pt>
                <c:pt idx="71540">
                  <c:v>119.17</c:v>
                </c:pt>
                <c:pt idx="71541">
                  <c:v>175.54</c:v>
                </c:pt>
                <c:pt idx="71542">
                  <c:v>121.97</c:v>
                </c:pt>
                <c:pt idx="71543">
                  <c:v>146.49</c:v>
                </c:pt>
                <c:pt idx="71544">
                  <c:v>140.63999999999999</c:v>
                </c:pt>
                <c:pt idx="71545">
                  <c:v>197.96</c:v>
                </c:pt>
                <c:pt idx="71546">
                  <c:v>120.65</c:v>
                </c:pt>
                <c:pt idx="71547">
                  <c:v>63.96</c:v>
                </c:pt>
                <c:pt idx="71548">
                  <c:v>50.22</c:v>
                </c:pt>
                <c:pt idx="71549">
                  <c:v>63.96</c:v>
                </c:pt>
                <c:pt idx="71550">
                  <c:v>63.96</c:v>
                </c:pt>
                <c:pt idx="71551">
                  <c:v>49.47</c:v>
                </c:pt>
                <c:pt idx="71552">
                  <c:v>33.479999999999997</c:v>
                </c:pt>
                <c:pt idx="71553">
                  <c:v>47.49</c:v>
                </c:pt>
                <c:pt idx="71554">
                  <c:v>17.489999999999998</c:v>
                </c:pt>
                <c:pt idx="71555">
                  <c:v>63.96</c:v>
                </c:pt>
                <c:pt idx="71556">
                  <c:v>33.479999999999997</c:v>
                </c:pt>
                <c:pt idx="71557">
                  <c:v>33.479999999999997</c:v>
                </c:pt>
                <c:pt idx="71558">
                  <c:v>33.479999999999997</c:v>
                </c:pt>
                <c:pt idx="71559">
                  <c:v>63.96</c:v>
                </c:pt>
                <c:pt idx="71560">
                  <c:v>49.47</c:v>
                </c:pt>
                <c:pt idx="71561">
                  <c:v>49.47</c:v>
                </c:pt>
                <c:pt idx="71562">
                  <c:v>17.489999999999998</c:v>
                </c:pt>
                <c:pt idx="71563">
                  <c:v>50.22</c:v>
                </c:pt>
                <c:pt idx="71564">
                  <c:v>33.479999999999997</c:v>
                </c:pt>
                <c:pt idx="71565">
                  <c:v>21.49</c:v>
                </c:pt>
                <c:pt idx="71566">
                  <c:v>49.47</c:v>
                </c:pt>
                <c:pt idx="71567">
                  <c:v>84.99</c:v>
                </c:pt>
                <c:pt idx="71568">
                  <c:v>33.479999999999997</c:v>
                </c:pt>
                <c:pt idx="71569">
                  <c:v>33.49</c:v>
                </c:pt>
                <c:pt idx="71570">
                  <c:v>60.99</c:v>
                </c:pt>
                <c:pt idx="71571">
                  <c:v>53.54</c:v>
                </c:pt>
                <c:pt idx="71572">
                  <c:v>81.98</c:v>
                </c:pt>
                <c:pt idx="71573">
                  <c:v>65.989999999999995</c:v>
                </c:pt>
                <c:pt idx="71574">
                  <c:v>57.98</c:v>
                </c:pt>
                <c:pt idx="71575">
                  <c:v>59.97</c:v>
                </c:pt>
                <c:pt idx="71576">
                  <c:v>65.989999999999995</c:v>
                </c:pt>
                <c:pt idx="71577">
                  <c:v>65.989999999999995</c:v>
                </c:pt>
                <c:pt idx="71578">
                  <c:v>65.989999999999995</c:v>
                </c:pt>
                <c:pt idx="71579">
                  <c:v>86.98</c:v>
                </c:pt>
                <c:pt idx="71580">
                  <c:v>65.989999999999995</c:v>
                </c:pt>
                <c:pt idx="71581">
                  <c:v>134.97999999999999</c:v>
                </c:pt>
                <c:pt idx="71582">
                  <c:v>107.97</c:v>
                </c:pt>
                <c:pt idx="71583">
                  <c:v>62.97</c:v>
                </c:pt>
                <c:pt idx="71584">
                  <c:v>190.97</c:v>
                </c:pt>
                <c:pt idx="71585">
                  <c:v>117.98</c:v>
                </c:pt>
                <c:pt idx="71586">
                  <c:v>117.04</c:v>
                </c:pt>
                <c:pt idx="71587">
                  <c:v>83.98</c:v>
                </c:pt>
                <c:pt idx="71588">
                  <c:v>169.98</c:v>
                </c:pt>
                <c:pt idx="71589">
                  <c:v>83.97</c:v>
                </c:pt>
                <c:pt idx="71590">
                  <c:v>83.97</c:v>
                </c:pt>
                <c:pt idx="71591">
                  <c:v>83.97</c:v>
                </c:pt>
                <c:pt idx="71592">
                  <c:v>83.97</c:v>
                </c:pt>
                <c:pt idx="71593">
                  <c:v>98.97</c:v>
                </c:pt>
                <c:pt idx="71594">
                  <c:v>74.97</c:v>
                </c:pt>
                <c:pt idx="71595">
                  <c:v>89.07</c:v>
                </c:pt>
                <c:pt idx="71596">
                  <c:v>87.42</c:v>
                </c:pt>
                <c:pt idx="71597">
                  <c:v>104.98</c:v>
                </c:pt>
                <c:pt idx="71598">
                  <c:v>89.97</c:v>
                </c:pt>
                <c:pt idx="71599">
                  <c:v>68.989999999999995</c:v>
                </c:pt>
                <c:pt idx="71600">
                  <c:v>89.97</c:v>
                </c:pt>
                <c:pt idx="71601">
                  <c:v>93.92</c:v>
                </c:pt>
                <c:pt idx="71602">
                  <c:v>74.98</c:v>
                </c:pt>
                <c:pt idx="71603">
                  <c:v>76.989999999999995</c:v>
                </c:pt>
                <c:pt idx="71604">
                  <c:v>89.97</c:v>
                </c:pt>
                <c:pt idx="71605">
                  <c:v>74.97</c:v>
                </c:pt>
                <c:pt idx="71606">
                  <c:v>73.47</c:v>
                </c:pt>
                <c:pt idx="71607">
                  <c:v>59.98</c:v>
                </c:pt>
                <c:pt idx="71608">
                  <c:v>59.98</c:v>
                </c:pt>
                <c:pt idx="71609">
                  <c:v>66.98</c:v>
                </c:pt>
                <c:pt idx="71610">
                  <c:v>59.98</c:v>
                </c:pt>
                <c:pt idx="71611">
                  <c:v>99.97</c:v>
                </c:pt>
                <c:pt idx="71612">
                  <c:v>59.98</c:v>
                </c:pt>
                <c:pt idx="71613">
                  <c:v>54.98</c:v>
                </c:pt>
                <c:pt idx="71614">
                  <c:v>119.96</c:v>
                </c:pt>
                <c:pt idx="71615">
                  <c:v>89.97</c:v>
                </c:pt>
                <c:pt idx="71616">
                  <c:v>164.98</c:v>
                </c:pt>
                <c:pt idx="71617">
                  <c:v>46.49</c:v>
                </c:pt>
                <c:pt idx="71618">
                  <c:v>95.98</c:v>
                </c:pt>
                <c:pt idx="71619">
                  <c:v>95.98</c:v>
                </c:pt>
                <c:pt idx="71620">
                  <c:v>159.97999999999999</c:v>
                </c:pt>
                <c:pt idx="71621">
                  <c:v>95.98</c:v>
                </c:pt>
                <c:pt idx="71622">
                  <c:v>143.97999999999999</c:v>
                </c:pt>
                <c:pt idx="71623">
                  <c:v>59.98</c:v>
                </c:pt>
                <c:pt idx="71624">
                  <c:v>84.99</c:v>
                </c:pt>
                <c:pt idx="71625">
                  <c:v>115.98</c:v>
                </c:pt>
                <c:pt idx="71626">
                  <c:v>113.98</c:v>
                </c:pt>
                <c:pt idx="71627">
                  <c:v>109.98</c:v>
                </c:pt>
                <c:pt idx="71628">
                  <c:v>74.97</c:v>
                </c:pt>
                <c:pt idx="71629">
                  <c:v>95.17</c:v>
                </c:pt>
                <c:pt idx="71630">
                  <c:v>118.3</c:v>
                </c:pt>
                <c:pt idx="71631">
                  <c:v>135.04</c:v>
                </c:pt>
                <c:pt idx="71632">
                  <c:v>84.99</c:v>
                </c:pt>
                <c:pt idx="71633">
                  <c:v>68.989999999999995</c:v>
                </c:pt>
                <c:pt idx="71634">
                  <c:v>-31.49</c:v>
                </c:pt>
                <c:pt idx="71635">
                  <c:v>94.72</c:v>
                </c:pt>
                <c:pt idx="71636">
                  <c:v>84.99</c:v>
                </c:pt>
                <c:pt idx="71637">
                  <c:v>192.35</c:v>
                </c:pt>
                <c:pt idx="71638">
                  <c:v>72.59</c:v>
                </c:pt>
                <c:pt idx="71639">
                  <c:v>155.13</c:v>
                </c:pt>
                <c:pt idx="71640">
                  <c:v>74.95</c:v>
                </c:pt>
                <c:pt idx="71641">
                  <c:v>89.94</c:v>
                </c:pt>
                <c:pt idx="71642">
                  <c:v>119.92</c:v>
                </c:pt>
                <c:pt idx="71643">
                  <c:v>83.56</c:v>
                </c:pt>
                <c:pt idx="71644">
                  <c:v>67.95</c:v>
                </c:pt>
                <c:pt idx="71645">
                  <c:v>50.96</c:v>
                </c:pt>
                <c:pt idx="71646">
                  <c:v>58.34</c:v>
                </c:pt>
                <c:pt idx="71647">
                  <c:v>74.94</c:v>
                </c:pt>
                <c:pt idx="71648">
                  <c:v>52.96</c:v>
                </c:pt>
                <c:pt idx="71649">
                  <c:v>59.95</c:v>
                </c:pt>
                <c:pt idx="71650">
                  <c:v>85.93</c:v>
                </c:pt>
                <c:pt idx="71651">
                  <c:v>54.98</c:v>
                </c:pt>
                <c:pt idx="71652">
                  <c:v>57.96</c:v>
                </c:pt>
                <c:pt idx="71653">
                  <c:v>24.18</c:v>
                </c:pt>
                <c:pt idx="71654">
                  <c:v>213.99</c:v>
                </c:pt>
                <c:pt idx="71655">
                  <c:v>108.88</c:v>
                </c:pt>
                <c:pt idx="71656">
                  <c:v>206.93</c:v>
                </c:pt>
                <c:pt idx="71657">
                  <c:v>206.73</c:v>
                </c:pt>
                <c:pt idx="71658">
                  <c:v>96.78</c:v>
                </c:pt>
                <c:pt idx="71659">
                  <c:v>159.69999999999999</c:v>
                </c:pt>
                <c:pt idx="71660">
                  <c:v>91.91</c:v>
                </c:pt>
                <c:pt idx="71661">
                  <c:v>166.9</c:v>
                </c:pt>
                <c:pt idx="71662">
                  <c:v>290.33</c:v>
                </c:pt>
                <c:pt idx="71663">
                  <c:v>208.08</c:v>
                </c:pt>
                <c:pt idx="71664">
                  <c:v>69.98</c:v>
                </c:pt>
                <c:pt idx="71665">
                  <c:v>110.97</c:v>
                </c:pt>
                <c:pt idx="71666">
                  <c:v>184.95</c:v>
                </c:pt>
                <c:pt idx="71667">
                  <c:v>221.94</c:v>
                </c:pt>
                <c:pt idx="71668">
                  <c:v>184.95</c:v>
                </c:pt>
                <c:pt idx="71669">
                  <c:v>73.98</c:v>
                </c:pt>
                <c:pt idx="71670">
                  <c:v>73.98</c:v>
                </c:pt>
                <c:pt idx="71671">
                  <c:v>73.98</c:v>
                </c:pt>
                <c:pt idx="71672">
                  <c:v>59.98</c:v>
                </c:pt>
                <c:pt idx="71673">
                  <c:v>73.98</c:v>
                </c:pt>
                <c:pt idx="71674">
                  <c:v>170.95</c:v>
                </c:pt>
                <c:pt idx="71675">
                  <c:v>155.94999999999999</c:v>
                </c:pt>
                <c:pt idx="71676">
                  <c:v>156.96</c:v>
                </c:pt>
                <c:pt idx="71677">
                  <c:v>131.97999999999999</c:v>
                </c:pt>
                <c:pt idx="71678">
                  <c:v>156.97</c:v>
                </c:pt>
                <c:pt idx="71679">
                  <c:v>176.96</c:v>
                </c:pt>
                <c:pt idx="71680">
                  <c:v>62.97</c:v>
                </c:pt>
                <c:pt idx="71681">
                  <c:v>65.97</c:v>
                </c:pt>
                <c:pt idx="71682">
                  <c:v>101.96</c:v>
                </c:pt>
                <c:pt idx="71683">
                  <c:v>50.98</c:v>
                </c:pt>
                <c:pt idx="71684">
                  <c:v>78.97</c:v>
                </c:pt>
                <c:pt idx="71685">
                  <c:v>150.68</c:v>
                </c:pt>
                <c:pt idx="71686">
                  <c:v>101.96</c:v>
                </c:pt>
                <c:pt idx="71687">
                  <c:v>111.96</c:v>
                </c:pt>
                <c:pt idx="71688">
                  <c:v>55.98</c:v>
                </c:pt>
                <c:pt idx="71689">
                  <c:v>79.97</c:v>
                </c:pt>
                <c:pt idx="71690">
                  <c:v>106.96</c:v>
                </c:pt>
                <c:pt idx="71691">
                  <c:v>169.98</c:v>
                </c:pt>
                <c:pt idx="71692">
                  <c:v>84.99</c:v>
                </c:pt>
                <c:pt idx="71693">
                  <c:v>49.99</c:v>
                </c:pt>
                <c:pt idx="71694">
                  <c:v>163.72</c:v>
                </c:pt>
                <c:pt idx="71695">
                  <c:v>169.98</c:v>
                </c:pt>
                <c:pt idx="71696">
                  <c:v>134.97999999999999</c:v>
                </c:pt>
                <c:pt idx="71697">
                  <c:v>146.78</c:v>
                </c:pt>
                <c:pt idx="71698">
                  <c:v>72.239999999999995</c:v>
                </c:pt>
                <c:pt idx="71699">
                  <c:v>131.97999999999999</c:v>
                </c:pt>
                <c:pt idx="71700">
                  <c:v>116.97</c:v>
                </c:pt>
                <c:pt idx="71701">
                  <c:v>127.98</c:v>
                </c:pt>
                <c:pt idx="71702">
                  <c:v>131.97999999999999</c:v>
                </c:pt>
                <c:pt idx="71703">
                  <c:v>131.97999999999999</c:v>
                </c:pt>
                <c:pt idx="71704">
                  <c:v>69.989999999999995</c:v>
                </c:pt>
                <c:pt idx="71705">
                  <c:v>169.98</c:v>
                </c:pt>
                <c:pt idx="71706">
                  <c:v>188.97</c:v>
                </c:pt>
                <c:pt idx="71707">
                  <c:v>141.96</c:v>
                </c:pt>
                <c:pt idx="71708">
                  <c:v>95.17</c:v>
                </c:pt>
                <c:pt idx="71709">
                  <c:v>141.96</c:v>
                </c:pt>
                <c:pt idx="71710">
                  <c:v>111.96</c:v>
                </c:pt>
                <c:pt idx="71711">
                  <c:v>95.96</c:v>
                </c:pt>
                <c:pt idx="71712">
                  <c:v>111.96</c:v>
                </c:pt>
                <c:pt idx="71713">
                  <c:v>101.96</c:v>
                </c:pt>
                <c:pt idx="71714">
                  <c:v>123.96</c:v>
                </c:pt>
                <c:pt idx="71715">
                  <c:v>111.96</c:v>
                </c:pt>
                <c:pt idx="71716">
                  <c:v>101.96</c:v>
                </c:pt>
                <c:pt idx="71717">
                  <c:v>111.96</c:v>
                </c:pt>
                <c:pt idx="71718">
                  <c:v>55.98</c:v>
                </c:pt>
                <c:pt idx="71719">
                  <c:v>111.96</c:v>
                </c:pt>
                <c:pt idx="71720">
                  <c:v>111.96</c:v>
                </c:pt>
                <c:pt idx="71721">
                  <c:v>111.96</c:v>
                </c:pt>
                <c:pt idx="71722">
                  <c:v>83.97</c:v>
                </c:pt>
                <c:pt idx="71723">
                  <c:v>111.96</c:v>
                </c:pt>
                <c:pt idx="71724">
                  <c:v>95.96</c:v>
                </c:pt>
                <c:pt idx="71725">
                  <c:v>83.97</c:v>
                </c:pt>
                <c:pt idx="71726">
                  <c:v>111.96</c:v>
                </c:pt>
                <c:pt idx="71727">
                  <c:v>123.96</c:v>
                </c:pt>
                <c:pt idx="71728">
                  <c:v>123.96</c:v>
                </c:pt>
                <c:pt idx="71729">
                  <c:v>123.96</c:v>
                </c:pt>
                <c:pt idx="71730">
                  <c:v>95.96</c:v>
                </c:pt>
                <c:pt idx="71731">
                  <c:v>55.98</c:v>
                </c:pt>
                <c:pt idx="71732">
                  <c:v>95.17</c:v>
                </c:pt>
                <c:pt idx="71733">
                  <c:v>111.96</c:v>
                </c:pt>
                <c:pt idx="71734">
                  <c:v>95.96</c:v>
                </c:pt>
                <c:pt idx="71735">
                  <c:v>84.99</c:v>
                </c:pt>
                <c:pt idx="71736">
                  <c:v>137.97999999999999</c:v>
                </c:pt>
                <c:pt idx="71737">
                  <c:v>169.98</c:v>
                </c:pt>
                <c:pt idx="71738">
                  <c:v>84.99</c:v>
                </c:pt>
                <c:pt idx="71739">
                  <c:v>84.99</c:v>
                </c:pt>
                <c:pt idx="71740">
                  <c:v>84.99</c:v>
                </c:pt>
                <c:pt idx="71741">
                  <c:v>169.98</c:v>
                </c:pt>
                <c:pt idx="71742">
                  <c:v>84.99</c:v>
                </c:pt>
                <c:pt idx="71743">
                  <c:v>84.99</c:v>
                </c:pt>
                <c:pt idx="71744">
                  <c:v>169.98</c:v>
                </c:pt>
                <c:pt idx="71745">
                  <c:v>51.49</c:v>
                </c:pt>
                <c:pt idx="71746">
                  <c:v>214.97</c:v>
                </c:pt>
                <c:pt idx="71747">
                  <c:v>109.97</c:v>
                </c:pt>
                <c:pt idx="71748">
                  <c:v>169.98</c:v>
                </c:pt>
                <c:pt idx="71749">
                  <c:v>77.239999999999995</c:v>
                </c:pt>
                <c:pt idx="71750">
                  <c:v>99.98</c:v>
                </c:pt>
                <c:pt idx="71751">
                  <c:v>129.97</c:v>
                </c:pt>
                <c:pt idx="71752">
                  <c:v>184.97</c:v>
                </c:pt>
                <c:pt idx="71753">
                  <c:v>184.97</c:v>
                </c:pt>
                <c:pt idx="71754">
                  <c:v>117.97</c:v>
                </c:pt>
                <c:pt idx="71755">
                  <c:v>84.99</c:v>
                </c:pt>
                <c:pt idx="71756">
                  <c:v>104.97</c:v>
                </c:pt>
                <c:pt idx="71757">
                  <c:v>84.99</c:v>
                </c:pt>
                <c:pt idx="71758">
                  <c:v>92.66</c:v>
                </c:pt>
                <c:pt idx="71759">
                  <c:v>84.99</c:v>
                </c:pt>
                <c:pt idx="71760">
                  <c:v>134.97999999999999</c:v>
                </c:pt>
                <c:pt idx="71761">
                  <c:v>59.98</c:v>
                </c:pt>
                <c:pt idx="71762">
                  <c:v>56.09</c:v>
                </c:pt>
                <c:pt idx="71763">
                  <c:v>106.48</c:v>
                </c:pt>
                <c:pt idx="71764">
                  <c:v>84.99</c:v>
                </c:pt>
                <c:pt idx="71765">
                  <c:v>85.98</c:v>
                </c:pt>
                <c:pt idx="71766">
                  <c:v>197.97</c:v>
                </c:pt>
                <c:pt idx="71767">
                  <c:v>59.98</c:v>
                </c:pt>
                <c:pt idx="71768">
                  <c:v>65.989999999999995</c:v>
                </c:pt>
                <c:pt idx="71769">
                  <c:v>197.97</c:v>
                </c:pt>
                <c:pt idx="71770">
                  <c:v>65.989999999999995</c:v>
                </c:pt>
                <c:pt idx="71771">
                  <c:v>65.989999999999995</c:v>
                </c:pt>
                <c:pt idx="71772">
                  <c:v>178.17</c:v>
                </c:pt>
                <c:pt idx="71773">
                  <c:v>59.98</c:v>
                </c:pt>
                <c:pt idx="71774">
                  <c:v>65.989999999999995</c:v>
                </c:pt>
                <c:pt idx="71775">
                  <c:v>197.97</c:v>
                </c:pt>
                <c:pt idx="71776">
                  <c:v>65.989999999999995</c:v>
                </c:pt>
                <c:pt idx="71777">
                  <c:v>131.97999999999999</c:v>
                </c:pt>
                <c:pt idx="71778">
                  <c:v>197.97</c:v>
                </c:pt>
                <c:pt idx="71779">
                  <c:v>131.97999999999999</c:v>
                </c:pt>
                <c:pt idx="71780">
                  <c:v>65.989999999999995</c:v>
                </c:pt>
                <c:pt idx="71781">
                  <c:v>131.97999999999999</c:v>
                </c:pt>
                <c:pt idx="71782">
                  <c:v>178.17</c:v>
                </c:pt>
                <c:pt idx="71783">
                  <c:v>59.98</c:v>
                </c:pt>
                <c:pt idx="71784">
                  <c:v>131.97999999999999</c:v>
                </c:pt>
                <c:pt idx="71785">
                  <c:v>178.17</c:v>
                </c:pt>
                <c:pt idx="71786">
                  <c:v>131.97999999999999</c:v>
                </c:pt>
                <c:pt idx="71787">
                  <c:v>131.97999999999999</c:v>
                </c:pt>
                <c:pt idx="71788">
                  <c:v>118.78</c:v>
                </c:pt>
                <c:pt idx="71789">
                  <c:v>121.98</c:v>
                </c:pt>
                <c:pt idx="71790">
                  <c:v>197.97</c:v>
                </c:pt>
                <c:pt idx="71791">
                  <c:v>121.98</c:v>
                </c:pt>
                <c:pt idx="71792">
                  <c:v>131.97999999999999</c:v>
                </c:pt>
                <c:pt idx="71793">
                  <c:v>131.97999999999999</c:v>
                </c:pt>
                <c:pt idx="71794">
                  <c:v>197.97</c:v>
                </c:pt>
                <c:pt idx="71795">
                  <c:v>118.78</c:v>
                </c:pt>
                <c:pt idx="71796">
                  <c:v>131.97999999999999</c:v>
                </c:pt>
                <c:pt idx="71797">
                  <c:v>197.97</c:v>
                </c:pt>
                <c:pt idx="71798">
                  <c:v>118.78</c:v>
                </c:pt>
                <c:pt idx="71799">
                  <c:v>121.98</c:v>
                </c:pt>
                <c:pt idx="71800">
                  <c:v>197.97</c:v>
                </c:pt>
                <c:pt idx="71801">
                  <c:v>197.97</c:v>
                </c:pt>
                <c:pt idx="71802">
                  <c:v>143.91999999999999</c:v>
                </c:pt>
                <c:pt idx="71803">
                  <c:v>143.91999999999999</c:v>
                </c:pt>
                <c:pt idx="71804">
                  <c:v>89.95</c:v>
                </c:pt>
                <c:pt idx="71805">
                  <c:v>138.91</c:v>
                </c:pt>
                <c:pt idx="71806">
                  <c:v>120.41</c:v>
                </c:pt>
                <c:pt idx="71807">
                  <c:v>98.7</c:v>
                </c:pt>
                <c:pt idx="71808">
                  <c:v>106.71</c:v>
                </c:pt>
                <c:pt idx="71809">
                  <c:v>89.95</c:v>
                </c:pt>
                <c:pt idx="71810">
                  <c:v>104.94</c:v>
                </c:pt>
                <c:pt idx="71811">
                  <c:v>143.91999999999999</c:v>
                </c:pt>
                <c:pt idx="71812">
                  <c:v>26.56</c:v>
                </c:pt>
                <c:pt idx="71813">
                  <c:v>51.99</c:v>
                </c:pt>
                <c:pt idx="71814">
                  <c:v>37.47</c:v>
                </c:pt>
                <c:pt idx="71815">
                  <c:v>79.849999999999994</c:v>
                </c:pt>
                <c:pt idx="71816">
                  <c:v>79.849999999999994</c:v>
                </c:pt>
                <c:pt idx="71817">
                  <c:v>52.59</c:v>
                </c:pt>
                <c:pt idx="71818">
                  <c:v>51.99</c:v>
                </c:pt>
                <c:pt idx="71819">
                  <c:v>146.38999999999999</c:v>
                </c:pt>
                <c:pt idx="71820">
                  <c:v>51.99</c:v>
                </c:pt>
                <c:pt idx="71821">
                  <c:v>-84.99</c:v>
                </c:pt>
                <c:pt idx="71822">
                  <c:v>117.47</c:v>
                </c:pt>
                <c:pt idx="71823">
                  <c:v>123.97</c:v>
                </c:pt>
                <c:pt idx="71824">
                  <c:v>121.98</c:v>
                </c:pt>
                <c:pt idx="71825">
                  <c:v>319.95999999999998</c:v>
                </c:pt>
                <c:pt idx="71826">
                  <c:v>169.98</c:v>
                </c:pt>
                <c:pt idx="71827">
                  <c:v>60.82</c:v>
                </c:pt>
                <c:pt idx="71828">
                  <c:v>109.96</c:v>
                </c:pt>
                <c:pt idx="71829">
                  <c:v>54.98</c:v>
                </c:pt>
                <c:pt idx="71830">
                  <c:v>84.99</c:v>
                </c:pt>
                <c:pt idx="71831">
                  <c:v>122.96</c:v>
                </c:pt>
                <c:pt idx="71832">
                  <c:v>101.47</c:v>
                </c:pt>
                <c:pt idx="71833">
                  <c:v>79.98</c:v>
                </c:pt>
                <c:pt idx="71834">
                  <c:v>84.99</c:v>
                </c:pt>
                <c:pt idx="71835">
                  <c:v>114.97</c:v>
                </c:pt>
                <c:pt idx="71836">
                  <c:v>69.98</c:v>
                </c:pt>
                <c:pt idx="71837">
                  <c:v>94.63</c:v>
                </c:pt>
                <c:pt idx="71838">
                  <c:v>39.99</c:v>
                </c:pt>
                <c:pt idx="71839">
                  <c:v>90.96</c:v>
                </c:pt>
                <c:pt idx="71840">
                  <c:v>80.58</c:v>
                </c:pt>
                <c:pt idx="71841">
                  <c:v>-12.6</c:v>
                </c:pt>
                <c:pt idx="71842">
                  <c:v>59.39</c:v>
                </c:pt>
                <c:pt idx="71843">
                  <c:v>49.98</c:v>
                </c:pt>
                <c:pt idx="71844">
                  <c:v>102.94</c:v>
                </c:pt>
                <c:pt idx="71845">
                  <c:v>99.97</c:v>
                </c:pt>
                <c:pt idx="71846">
                  <c:v>64.97</c:v>
                </c:pt>
                <c:pt idx="71847">
                  <c:v>89.96</c:v>
                </c:pt>
                <c:pt idx="71848">
                  <c:v>58.3</c:v>
                </c:pt>
                <c:pt idx="71849">
                  <c:v>110.96</c:v>
                </c:pt>
                <c:pt idx="71850">
                  <c:v>65.989999999999995</c:v>
                </c:pt>
                <c:pt idx="71851">
                  <c:v>138.57</c:v>
                </c:pt>
                <c:pt idx="71852">
                  <c:v>51.26</c:v>
                </c:pt>
                <c:pt idx="71853">
                  <c:v>62.98</c:v>
                </c:pt>
                <c:pt idx="71854">
                  <c:v>143.75</c:v>
                </c:pt>
                <c:pt idx="71855">
                  <c:v>152.94999999999999</c:v>
                </c:pt>
                <c:pt idx="71856">
                  <c:v>134.96</c:v>
                </c:pt>
                <c:pt idx="71857">
                  <c:v>103.46</c:v>
                </c:pt>
                <c:pt idx="71858">
                  <c:v>74.97</c:v>
                </c:pt>
                <c:pt idx="71859">
                  <c:v>149.94999999999999</c:v>
                </c:pt>
                <c:pt idx="71860">
                  <c:v>135.97</c:v>
                </c:pt>
                <c:pt idx="71861">
                  <c:v>119.96</c:v>
                </c:pt>
                <c:pt idx="71862">
                  <c:v>109.96</c:v>
                </c:pt>
                <c:pt idx="71863">
                  <c:v>109.96</c:v>
                </c:pt>
                <c:pt idx="71864">
                  <c:v>109.96</c:v>
                </c:pt>
                <c:pt idx="71865">
                  <c:v>161.94999999999999</c:v>
                </c:pt>
                <c:pt idx="71866">
                  <c:v>157.94</c:v>
                </c:pt>
                <c:pt idx="71867">
                  <c:v>109.96</c:v>
                </c:pt>
                <c:pt idx="71868">
                  <c:v>397.86</c:v>
                </c:pt>
                <c:pt idx="71869">
                  <c:v>157.94</c:v>
                </c:pt>
                <c:pt idx="71870">
                  <c:v>397.86</c:v>
                </c:pt>
                <c:pt idx="71871">
                  <c:v>161.94999999999999</c:v>
                </c:pt>
                <c:pt idx="71872">
                  <c:v>79.849999999999994</c:v>
                </c:pt>
                <c:pt idx="71873">
                  <c:v>79.849999999999994</c:v>
                </c:pt>
                <c:pt idx="71874">
                  <c:v>96.78</c:v>
                </c:pt>
                <c:pt idx="71875">
                  <c:v>96.78</c:v>
                </c:pt>
                <c:pt idx="71876">
                  <c:v>61.98</c:v>
                </c:pt>
                <c:pt idx="71877">
                  <c:v>59.98</c:v>
                </c:pt>
                <c:pt idx="71878">
                  <c:v>55.98</c:v>
                </c:pt>
                <c:pt idx="71879">
                  <c:v>60.98</c:v>
                </c:pt>
                <c:pt idx="71880">
                  <c:v>53.98</c:v>
                </c:pt>
                <c:pt idx="71881">
                  <c:v>61.56</c:v>
                </c:pt>
                <c:pt idx="71882">
                  <c:v>59.97</c:v>
                </c:pt>
                <c:pt idx="71883">
                  <c:v>53.98</c:v>
                </c:pt>
                <c:pt idx="71884">
                  <c:v>61.56</c:v>
                </c:pt>
                <c:pt idx="71885">
                  <c:v>70.97</c:v>
                </c:pt>
                <c:pt idx="71886">
                  <c:v>70.97</c:v>
                </c:pt>
                <c:pt idx="71887">
                  <c:v>53.98</c:v>
                </c:pt>
                <c:pt idx="71888">
                  <c:v>60.98</c:v>
                </c:pt>
                <c:pt idx="71889">
                  <c:v>72.98</c:v>
                </c:pt>
                <c:pt idx="71890">
                  <c:v>59.97</c:v>
                </c:pt>
                <c:pt idx="71891">
                  <c:v>60.98</c:v>
                </c:pt>
                <c:pt idx="71892">
                  <c:v>72.98</c:v>
                </c:pt>
                <c:pt idx="71893">
                  <c:v>60.98</c:v>
                </c:pt>
                <c:pt idx="71894">
                  <c:v>55.98</c:v>
                </c:pt>
                <c:pt idx="71895">
                  <c:v>60.98</c:v>
                </c:pt>
                <c:pt idx="71896">
                  <c:v>58.98</c:v>
                </c:pt>
                <c:pt idx="71897">
                  <c:v>54.98</c:v>
                </c:pt>
                <c:pt idx="71898">
                  <c:v>56.98</c:v>
                </c:pt>
                <c:pt idx="71899">
                  <c:v>50.98</c:v>
                </c:pt>
                <c:pt idx="71900">
                  <c:v>53.98</c:v>
                </c:pt>
                <c:pt idx="71901">
                  <c:v>60.98</c:v>
                </c:pt>
                <c:pt idx="71902">
                  <c:v>59.98</c:v>
                </c:pt>
                <c:pt idx="71903">
                  <c:v>50.98</c:v>
                </c:pt>
                <c:pt idx="71904">
                  <c:v>56.98</c:v>
                </c:pt>
                <c:pt idx="71905">
                  <c:v>60.98</c:v>
                </c:pt>
                <c:pt idx="71906">
                  <c:v>59.98</c:v>
                </c:pt>
                <c:pt idx="71907">
                  <c:v>55.98</c:v>
                </c:pt>
                <c:pt idx="71908">
                  <c:v>60.98</c:v>
                </c:pt>
                <c:pt idx="71909">
                  <c:v>55.98</c:v>
                </c:pt>
                <c:pt idx="71910">
                  <c:v>72.98</c:v>
                </c:pt>
                <c:pt idx="71911">
                  <c:v>55.98</c:v>
                </c:pt>
                <c:pt idx="71912">
                  <c:v>67.98</c:v>
                </c:pt>
                <c:pt idx="71913">
                  <c:v>54.98</c:v>
                </c:pt>
                <c:pt idx="71914">
                  <c:v>67.98</c:v>
                </c:pt>
                <c:pt idx="71915">
                  <c:v>58.98</c:v>
                </c:pt>
                <c:pt idx="71916">
                  <c:v>61.98</c:v>
                </c:pt>
                <c:pt idx="71917">
                  <c:v>59.98</c:v>
                </c:pt>
                <c:pt idx="71918">
                  <c:v>72.98</c:v>
                </c:pt>
                <c:pt idx="71919">
                  <c:v>55.98</c:v>
                </c:pt>
                <c:pt idx="71920">
                  <c:v>46.49</c:v>
                </c:pt>
                <c:pt idx="71921">
                  <c:v>89.98</c:v>
                </c:pt>
                <c:pt idx="71922">
                  <c:v>65.989999999999995</c:v>
                </c:pt>
                <c:pt idx="71923">
                  <c:v>65.989999999999995</c:v>
                </c:pt>
                <c:pt idx="71924">
                  <c:v>64.150000000000006</c:v>
                </c:pt>
                <c:pt idx="71925">
                  <c:v>63.66</c:v>
                </c:pt>
                <c:pt idx="71926">
                  <c:v>96.98</c:v>
                </c:pt>
                <c:pt idx="71927">
                  <c:v>84.99</c:v>
                </c:pt>
                <c:pt idx="71928">
                  <c:v>84.99</c:v>
                </c:pt>
                <c:pt idx="71929">
                  <c:v>85.96</c:v>
                </c:pt>
                <c:pt idx="71930">
                  <c:v>84.99</c:v>
                </c:pt>
                <c:pt idx="71931">
                  <c:v>84.99</c:v>
                </c:pt>
                <c:pt idx="71932">
                  <c:v>85.96</c:v>
                </c:pt>
                <c:pt idx="71933">
                  <c:v>54.98</c:v>
                </c:pt>
                <c:pt idx="71934">
                  <c:v>84.99</c:v>
                </c:pt>
                <c:pt idx="71935">
                  <c:v>84.99</c:v>
                </c:pt>
                <c:pt idx="71936">
                  <c:v>84.99</c:v>
                </c:pt>
                <c:pt idx="71937">
                  <c:v>84.99</c:v>
                </c:pt>
                <c:pt idx="71938">
                  <c:v>77.180000000000007</c:v>
                </c:pt>
                <c:pt idx="71939">
                  <c:v>79.98</c:v>
                </c:pt>
                <c:pt idx="71940">
                  <c:v>51.29</c:v>
                </c:pt>
                <c:pt idx="71941">
                  <c:v>159.69999999999999</c:v>
                </c:pt>
                <c:pt idx="71942">
                  <c:v>159.69999999999999</c:v>
                </c:pt>
                <c:pt idx="71943">
                  <c:v>62.29</c:v>
                </c:pt>
                <c:pt idx="71944">
                  <c:v>159.69999999999999</c:v>
                </c:pt>
                <c:pt idx="71945">
                  <c:v>120.98</c:v>
                </c:pt>
                <c:pt idx="71946">
                  <c:v>78.37</c:v>
                </c:pt>
                <c:pt idx="71947">
                  <c:v>159.69999999999999</c:v>
                </c:pt>
                <c:pt idx="71948">
                  <c:v>43.85</c:v>
                </c:pt>
                <c:pt idx="71949">
                  <c:v>197.88</c:v>
                </c:pt>
                <c:pt idx="71950">
                  <c:v>70.98</c:v>
                </c:pt>
                <c:pt idx="71951">
                  <c:v>115.98</c:v>
                </c:pt>
                <c:pt idx="71952">
                  <c:v>66.819999999999993</c:v>
                </c:pt>
                <c:pt idx="71953">
                  <c:v>74.97</c:v>
                </c:pt>
                <c:pt idx="71954">
                  <c:v>84.33</c:v>
                </c:pt>
                <c:pt idx="71955">
                  <c:v>61.98</c:v>
                </c:pt>
                <c:pt idx="71956">
                  <c:v>79.98</c:v>
                </c:pt>
                <c:pt idx="71957">
                  <c:v>98.52</c:v>
                </c:pt>
                <c:pt idx="71958">
                  <c:v>115.98</c:v>
                </c:pt>
                <c:pt idx="71959">
                  <c:v>49.48</c:v>
                </c:pt>
                <c:pt idx="71960">
                  <c:v>59.96</c:v>
                </c:pt>
                <c:pt idx="71961">
                  <c:v>92.67</c:v>
                </c:pt>
                <c:pt idx="71962">
                  <c:v>59.96</c:v>
                </c:pt>
                <c:pt idx="71963">
                  <c:v>110.96</c:v>
                </c:pt>
                <c:pt idx="71964">
                  <c:v>140.94999999999999</c:v>
                </c:pt>
                <c:pt idx="71965">
                  <c:v>89.96</c:v>
                </c:pt>
                <c:pt idx="71966">
                  <c:v>65.989999999999995</c:v>
                </c:pt>
                <c:pt idx="71967">
                  <c:v>95.97</c:v>
                </c:pt>
                <c:pt idx="71968">
                  <c:v>54.98</c:v>
                </c:pt>
                <c:pt idx="71969">
                  <c:v>101.94</c:v>
                </c:pt>
                <c:pt idx="71970">
                  <c:v>56.94</c:v>
                </c:pt>
                <c:pt idx="71971">
                  <c:v>59.96</c:v>
                </c:pt>
                <c:pt idx="71972">
                  <c:v>216.52</c:v>
                </c:pt>
                <c:pt idx="71973">
                  <c:v>119.94</c:v>
                </c:pt>
                <c:pt idx="71974">
                  <c:v>99.95</c:v>
                </c:pt>
                <c:pt idx="71975">
                  <c:v>99.98</c:v>
                </c:pt>
                <c:pt idx="71976">
                  <c:v>110.28</c:v>
                </c:pt>
                <c:pt idx="71977">
                  <c:v>119.94</c:v>
                </c:pt>
                <c:pt idx="71978">
                  <c:v>128.91</c:v>
                </c:pt>
                <c:pt idx="71979">
                  <c:v>79.959999999999994</c:v>
                </c:pt>
                <c:pt idx="71980">
                  <c:v>72.95</c:v>
                </c:pt>
                <c:pt idx="71981">
                  <c:v>91.96</c:v>
                </c:pt>
                <c:pt idx="71982">
                  <c:v>183.92</c:v>
                </c:pt>
                <c:pt idx="71983">
                  <c:v>137.94</c:v>
                </c:pt>
                <c:pt idx="71984">
                  <c:v>137.94</c:v>
                </c:pt>
                <c:pt idx="71985">
                  <c:v>137.94</c:v>
                </c:pt>
                <c:pt idx="71986">
                  <c:v>132.80000000000001</c:v>
                </c:pt>
                <c:pt idx="71987">
                  <c:v>112.18</c:v>
                </c:pt>
                <c:pt idx="71988">
                  <c:v>134.96</c:v>
                </c:pt>
                <c:pt idx="71989">
                  <c:v>68.959999999999994</c:v>
                </c:pt>
                <c:pt idx="71990">
                  <c:v>152.97</c:v>
                </c:pt>
                <c:pt idx="71991">
                  <c:v>70.98</c:v>
                </c:pt>
                <c:pt idx="71992">
                  <c:v>111.98</c:v>
                </c:pt>
                <c:pt idx="71993">
                  <c:v>178.96</c:v>
                </c:pt>
                <c:pt idx="71994">
                  <c:v>131.97999999999999</c:v>
                </c:pt>
                <c:pt idx="71995">
                  <c:v>82.97</c:v>
                </c:pt>
                <c:pt idx="71996">
                  <c:v>55.98</c:v>
                </c:pt>
                <c:pt idx="71997">
                  <c:v>83.97</c:v>
                </c:pt>
                <c:pt idx="71998">
                  <c:v>83.97</c:v>
                </c:pt>
                <c:pt idx="71999">
                  <c:v>55.98</c:v>
                </c:pt>
                <c:pt idx="72000">
                  <c:v>83.97</c:v>
                </c:pt>
                <c:pt idx="72001">
                  <c:v>83.97</c:v>
                </c:pt>
                <c:pt idx="72002">
                  <c:v>83.97</c:v>
                </c:pt>
                <c:pt idx="72003">
                  <c:v>55.98</c:v>
                </c:pt>
                <c:pt idx="72004">
                  <c:v>55.98</c:v>
                </c:pt>
                <c:pt idx="72005">
                  <c:v>83.97</c:v>
                </c:pt>
                <c:pt idx="72006">
                  <c:v>83.97</c:v>
                </c:pt>
                <c:pt idx="72007">
                  <c:v>83.97</c:v>
                </c:pt>
                <c:pt idx="72008">
                  <c:v>55.98</c:v>
                </c:pt>
                <c:pt idx="72009">
                  <c:v>133.06</c:v>
                </c:pt>
                <c:pt idx="72010">
                  <c:v>134.26</c:v>
                </c:pt>
                <c:pt idx="72011">
                  <c:v>157.26</c:v>
                </c:pt>
                <c:pt idx="72012">
                  <c:v>83.97</c:v>
                </c:pt>
                <c:pt idx="72013">
                  <c:v>117.96</c:v>
                </c:pt>
                <c:pt idx="72014">
                  <c:v>82.97</c:v>
                </c:pt>
                <c:pt idx="72015">
                  <c:v>89.97</c:v>
                </c:pt>
                <c:pt idx="72016">
                  <c:v>120.97</c:v>
                </c:pt>
                <c:pt idx="72017">
                  <c:v>117.96</c:v>
                </c:pt>
                <c:pt idx="72018">
                  <c:v>89.97</c:v>
                </c:pt>
                <c:pt idx="72019">
                  <c:v>83.97</c:v>
                </c:pt>
                <c:pt idx="72020">
                  <c:v>81.97</c:v>
                </c:pt>
                <c:pt idx="72021">
                  <c:v>104.97</c:v>
                </c:pt>
                <c:pt idx="72022">
                  <c:v>117.96</c:v>
                </c:pt>
                <c:pt idx="72023">
                  <c:v>112.48</c:v>
                </c:pt>
                <c:pt idx="72024">
                  <c:v>110.46</c:v>
                </c:pt>
                <c:pt idx="72025">
                  <c:v>140.97</c:v>
                </c:pt>
                <c:pt idx="72026">
                  <c:v>94.47</c:v>
                </c:pt>
                <c:pt idx="72027">
                  <c:v>55.47</c:v>
                </c:pt>
                <c:pt idx="72028">
                  <c:v>109.49</c:v>
                </c:pt>
                <c:pt idx="72029">
                  <c:v>135.69</c:v>
                </c:pt>
                <c:pt idx="72030">
                  <c:v>101.97</c:v>
                </c:pt>
                <c:pt idx="72031">
                  <c:v>99.97</c:v>
                </c:pt>
                <c:pt idx="72032">
                  <c:v>101.97</c:v>
                </c:pt>
                <c:pt idx="72033">
                  <c:v>65.989999999999995</c:v>
                </c:pt>
                <c:pt idx="72034">
                  <c:v>101.97</c:v>
                </c:pt>
                <c:pt idx="72035">
                  <c:v>106.97</c:v>
                </c:pt>
                <c:pt idx="72036">
                  <c:v>101.97</c:v>
                </c:pt>
                <c:pt idx="72037">
                  <c:v>46.49</c:v>
                </c:pt>
                <c:pt idx="72038">
                  <c:v>59.98</c:v>
                </c:pt>
                <c:pt idx="72039">
                  <c:v>79.97</c:v>
                </c:pt>
                <c:pt idx="72040">
                  <c:v>56.97</c:v>
                </c:pt>
                <c:pt idx="72041">
                  <c:v>75.959999999999994</c:v>
                </c:pt>
                <c:pt idx="72042">
                  <c:v>50.18</c:v>
                </c:pt>
                <c:pt idx="72043">
                  <c:v>107.48</c:v>
                </c:pt>
                <c:pt idx="72044">
                  <c:v>113.94</c:v>
                </c:pt>
                <c:pt idx="72045">
                  <c:v>64.569999999999993</c:v>
                </c:pt>
                <c:pt idx="72046">
                  <c:v>75.959999999999994</c:v>
                </c:pt>
                <c:pt idx="72047">
                  <c:v>56.97</c:v>
                </c:pt>
                <c:pt idx="72048">
                  <c:v>56.97</c:v>
                </c:pt>
                <c:pt idx="72049">
                  <c:v>75.959999999999994</c:v>
                </c:pt>
                <c:pt idx="72050">
                  <c:v>224.97</c:v>
                </c:pt>
                <c:pt idx="72051">
                  <c:v>219.96</c:v>
                </c:pt>
                <c:pt idx="72052">
                  <c:v>199.95</c:v>
                </c:pt>
                <c:pt idx="72053">
                  <c:v>74.97</c:v>
                </c:pt>
                <c:pt idx="72054">
                  <c:v>191.22</c:v>
                </c:pt>
                <c:pt idx="72055">
                  <c:v>159.96</c:v>
                </c:pt>
                <c:pt idx="72056">
                  <c:v>223.95</c:v>
                </c:pt>
                <c:pt idx="72057">
                  <c:v>76.489999999999995</c:v>
                </c:pt>
                <c:pt idx="72058">
                  <c:v>160.08000000000001</c:v>
                </c:pt>
                <c:pt idx="72059">
                  <c:v>84.99</c:v>
                </c:pt>
                <c:pt idx="72060">
                  <c:v>114.96</c:v>
                </c:pt>
                <c:pt idx="72061">
                  <c:v>99.98</c:v>
                </c:pt>
                <c:pt idx="72062">
                  <c:v>169.98</c:v>
                </c:pt>
                <c:pt idx="72063">
                  <c:v>98.97</c:v>
                </c:pt>
                <c:pt idx="72064">
                  <c:v>65.19</c:v>
                </c:pt>
                <c:pt idx="72065">
                  <c:v>68.989999999999995</c:v>
                </c:pt>
                <c:pt idx="72066">
                  <c:v>84.99</c:v>
                </c:pt>
                <c:pt idx="72067">
                  <c:v>68.989999999999995</c:v>
                </c:pt>
                <c:pt idx="72068">
                  <c:v>154.97999999999999</c:v>
                </c:pt>
                <c:pt idx="72069">
                  <c:v>50.99</c:v>
                </c:pt>
                <c:pt idx="72070">
                  <c:v>54.98</c:v>
                </c:pt>
                <c:pt idx="72071">
                  <c:v>64.98</c:v>
                </c:pt>
                <c:pt idx="72072">
                  <c:v>61.45</c:v>
                </c:pt>
                <c:pt idx="72073">
                  <c:v>63.98</c:v>
                </c:pt>
                <c:pt idx="72074">
                  <c:v>64.98</c:v>
                </c:pt>
                <c:pt idx="72075">
                  <c:v>148.94999999999999</c:v>
                </c:pt>
                <c:pt idx="72076">
                  <c:v>139.24</c:v>
                </c:pt>
                <c:pt idx="72077">
                  <c:v>77.27</c:v>
                </c:pt>
                <c:pt idx="72078">
                  <c:v>155.81</c:v>
                </c:pt>
                <c:pt idx="72079">
                  <c:v>229.95</c:v>
                </c:pt>
                <c:pt idx="72080">
                  <c:v>68.989999999999995</c:v>
                </c:pt>
                <c:pt idx="72081">
                  <c:v>84.99</c:v>
                </c:pt>
                <c:pt idx="72082">
                  <c:v>73.989999999999995</c:v>
                </c:pt>
                <c:pt idx="72083">
                  <c:v>84.99</c:v>
                </c:pt>
                <c:pt idx="72084">
                  <c:v>84.99</c:v>
                </c:pt>
                <c:pt idx="72085">
                  <c:v>84.99</c:v>
                </c:pt>
                <c:pt idx="72086">
                  <c:v>84.99</c:v>
                </c:pt>
                <c:pt idx="72087">
                  <c:v>84.99</c:v>
                </c:pt>
                <c:pt idx="72088">
                  <c:v>57.12</c:v>
                </c:pt>
                <c:pt idx="72089">
                  <c:v>84.99</c:v>
                </c:pt>
                <c:pt idx="72090">
                  <c:v>84.99</c:v>
                </c:pt>
                <c:pt idx="72091">
                  <c:v>84.99</c:v>
                </c:pt>
                <c:pt idx="72092">
                  <c:v>68.989999999999995</c:v>
                </c:pt>
                <c:pt idx="72093">
                  <c:v>68.989999999999995</c:v>
                </c:pt>
                <c:pt idx="72094">
                  <c:v>84.99</c:v>
                </c:pt>
                <c:pt idx="72095">
                  <c:v>159.97999999999999</c:v>
                </c:pt>
                <c:pt idx="72096">
                  <c:v>266.35000000000002</c:v>
                </c:pt>
                <c:pt idx="72097">
                  <c:v>314.95</c:v>
                </c:pt>
                <c:pt idx="72098">
                  <c:v>197.17</c:v>
                </c:pt>
                <c:pt idx="72099">
                  <c:v>356.77</c:v>
                </c:pt>
                <c:pt idx="72100">
                  <c:v>84.14</c:v>
                </c:pt>
                <c:pt idx="72101">
                  <c:v>65.989999999999995</c:v>
                </c:pt>
                <c:pt idx="72102">
                  <c:v>84.99</c:v>
                </c:pt>
                <c:pt idx="72103">
                  <c:v>65.989999999999995</c:v>
                </c:pt>
                <c:pt idx="72104">
                  <c:v>84.99</c:v>
                </c:pt>
                <c:pt idx="72105">
                  <c:v>100.23</c:v>
                </c:pt>
                <c:pt idx="72106">
                  <c:v>99.31</c:v>
                </c:pt>
                <c:pt idx="72107">
                  <c:v>84.99</c:v>
                </c:pt>
                <c:pt idx="72108">
                  <c:v>-7.39</c:v>
                </c:pt>
                <c:pt idx="72109">
                  <c:v>81.81</c:v>
                </c:pt>
                <c:pt idx="72110">
                  <c:v>84.99</c:v>
                </c:pt>
                <c:pt idx="72111">
                  <c:v>84.14</c:v>
                </c:pt>
                <c:pt idx="72112">
                  <c:v>65.989999999999995</c:v>
                </c:pt>
                <c:pt idx="72113">
                  <c:v>83.29</c:v>
                </c:pt>
                <c:pt idx="72114">
                  <c:v>84.99</c:v>
                </c:pt>
                <c:pt idx="72115">
                  <c:v>99.98</c:v>
                </c:pt>
                <c:pt idx="72116">
                  <c:v>99.98</c:v>
                </c:pt>
                <c:pt idx="72117">
                  <c:v>40.49</c:v>
                </c:pt>
                <c:pt idx="72118">
                  <c:v>97.98</c:v>
                </c:pt>
                <c:pt idx="72119">
                  <c:v>84.98</c:v>
                </c:pt>
                <c:pt idx="72120">
                  <c:v>97.38</c:v>
                </c:pt>
                <c:pt idx="72121">
                  <c:v>79.98</c:v>
                </c:pt>
                <c:pt idx="72122">
                  <c:v>99.98</c:v>
                </c:pt>
                <c:pt idx="72123">
                  <c:v>96.98</c:v>
                </c:pt>
                <c:pt idx="72124">
                  <c:v>98.98</c:v>
                </c:pt>
                <c:pt idx="72125">
                  <c:v>78.78</c:v>
                </c:pt>
                <c:pt idx="72126">
                  <c:v>99.98</c:v>
                </c:pt>
                <c:pt idx="72127">
                  <c:v>79.180000000000007</c:v>
                </c:pt>
                <c:pt idx="72128">
                  <c:v>169.97</c:v>
                </c:pt>
                <c:pt idx="72129">
                  <c:v>66.099999999999994</c:v>
                </c:pt>
                <c:pt idx="72130">
                  <c:v>99.98</c:v>
                </c:pt>
                <c:pt idx="72131">
                  <c:v>169.98</c:v>
                </c:pt>
                <c:pt idx="72132">
                  <c:v>53.98</c:v>
                </c:pt>
                <c:pt idx="72133">
                  <c:v>48.58</c:v>
                </c:pt>
                <c:pt idx="72134">
                  <c:v>279.60000000000002</c:v>
                </c:pt>
                <c:pt idx="72135">
                  <c:v>50.62</c:v>
                </c:pt>
                <c:pt idx="72136">
                  <c:v>152.97999999999999</c:v>
                </c:pt>
                <c:pt idx="72137">
                  <c:v>178.46</c:v>
                </c:pt>
                <c:pt idx="72138">
                  <c:v>79.849999999999994</c:v>
                </c:pt>
                <c:pt idx="72139">
                  <c:v>159.69999999999999</c:v>
                </c:pt>
                <c:pt idx="72140">
                  <c:v>60.9</c:v>
                </c:pt>
                <c:pt idx="72141">
                  <c:v>97.99</c:v>
                </c:pt>
                <c:pt idx="72142">
                  <c:v>268.56</c:v>
                </c:pt>
                <c:pt idx="72143">
                  <c:v>51.98</c:v>
                </c:pt>
                <c:pt idx="72144">
                  <c:v>159.69999999999999</c:v>
                </c:pt>
                <c:pt idx="72145">
                  <c:v>97.99</c:v>
                </c:pt>
                <c:pt idx="72146">
                  <c:v>67.87</c:v>
                </c:pt>
                <c:pt idx="72147">
                  <c:v>159.69999999999999</c:v>
                </c:pt>
                <c:pt idx="72148">
                  <c:v>89.98</c:v>
                </c:pt>
                <c:pt idx="72149">
                  <c:v>128.93</c:v>
                </c:pt>
                <c:pt idx="72150">
                  <c:v>156.91</c:v>
                </c:pt>
                <c:pt idx="72151">
                  <c:v>83.94</c:v>
                </c:pt>
                <c:pt idx="72152">
                  <c:v>133.93</c:v>
                </c:pt>
                <c:pt idx="72153">
                  <c:v>125.91</c:v>
                </c:pt>
                <c:pt idx="72154">
                  <c:v>83.94</c:v>
                </c:pt>
                <c:pt idx="72155">
                  <c:v>145.94</c:v>
                </c:pt>
                <c:pt idx="72156">
                  <c:v>166.08</c:v>
                </c:pt>
                <c:pt idx="72157">
                  <c:v>69.95</c:v>
                </c:pt>
                <c:pt idx="72158">
                  <c:v>124.06</c:v>
                </c:pt>
                <c:pt idx="72159">
                  <c:v>48.18</c:v>
                </c:pt>
                <c:pt idx="72160">
                  <c:v>84.99</c:v>
                </c:pt>
                <c:pt idx="72161">
                  <c:v>170.98</c:v>
                </c:pt>
                <c:pt idx="72162">
                  <c:v>62.69</c:v>
                </c:pt>
                <c:pt idx="72163">
                  <c:v>65.989999999999995</c:v>
                </c:pt>
                <c:pt idx="72164">
                  <c:v>85.99</c:v>
                </c:pt>
                <c:pt idx="72165">
                  <c:v>85.99</c:v>
                </c:pt>
                <c:pt idx="72166">
                  <c:v>84.99</c:v>
                </c:pt>
                <c:pt idx="72167">
                  <c:v>45.74</c:v>
                </c:pt>
                <c:pt idx="72168">
                  <c:v>65.98</c:v>
                </c:pt>
                <c:pt idx="72169">
                  <c:v>84.58</c:v>
                </c:pt>
                <c:pt idx="72170">
                  <c:v>185.94</c:v>
                </c:pt>
                <c:pt idx="72171">
                  <c:v>65.98</c:v>
                </c:pt>
                <c:pt idx="72172">
                  <c:v>89.98</c:v>
                </c:pt>
                <c:pt idx="72173">
                  <c:v>134.97</c:v>
                </c:pt>
                <c:pt idx="72174">
                  <c:v>85.48</c:v>
                </c:pt>
                <c:pt idx="72175">
                  <c:v>131.96</c:v>
                </c:pt>
                <c:pt idx="72176">
                  <c:v>176.36</c:v>
                </c:pt>
                <c:pt idx="72177">
                  <c:v>89.98</c:v>
                </c:pt>
                <c:pt idx="72178">
                  <c:v>89.98</c:v>
                </c:pt>
                <c:pt idx="72179">
                  <c:v>89.98</c:v>
                </c:pt>
                <c:pt idx="72180">
                  <c:v>59.98</c:v>
                </c:pt>
                <c:pt idx="72181">
                  <c:v>59.98</c:v>
                </c:pt>
                <c:pt idx="72182">
                  <c:v>59.98</c:v>
                </c:pt>
                <c:pt idx="72183">
                  <c:v>59.98</c:v>
                </c:pt>
                <c:pt idx="72184">
                  <c:v>59.98</c:v>
                </c:pt>
                <c:pt idx="72185">
                  <c:v>74.97</c:v>
                </c:pt>
                <c:pt idx="72186">
                  <c:v>59.98</c:v>
                </c:pt>
                <c:pt idx="72187">
                  <c:v>59.98</c:v>
                </c:pt>
                <c:pt idx="72188">
                  <c:v>54.98</c:v>
                </c:pt>
                <c:pt idx="72189">
                  <c:v>59.98</c:v>
                </c:pt>
                <c:pt idx="72190">
                  <c:v>74.97</c:v>
                </c:pt>
                <c:pt idx="72191">
                  <c:v>59.98</c:v>
                </c:pt>
                <c:pt idx="72192">
                  <c:v>59.98</c:v>
                </c:pt>
                <c:pt idx="72193">
                  <c:v>54.43</c:v>
                </c:pt>
                <c:pt idx="72194">
                  <c:v>59.98</c:v>
                </c:pt>
                <c:pt idx="72195">
                  <c:v>59.98</c:v>
                </c:pt>
                <c:pt idx="72196">
                  <c:v>59.98</c:v>
                </c:pt>
                <c:pt idx="72197">
                  <c:v>65.989999999999995</c:v>
                </c:pt>
                <c:pt idx="72198">
                  <c:v>127.47</c:v>
                </c:pt>
                <c:pt idx="72199">
                  <c:v>140.97</c:v>
                </c:pt>
                <c:pt idx="72200">
                  <c:v>62.77</c:v>
                </c:pt>
                <c:pt idx="72201">
                  <c:v>131.97999999999999</c:v>
                </c:pt>
                <c:pt idx="72202">
                  <c:v>-64.98</c:v>
                </c:pt>
                <c:pt idx="72203">
                  <c:v>65.989999999999995</c:v>
                </c:pt>
                <c:pt idx="72204">
                  <c:v>114.97</c:v>
                </c:pt>
                <c:pt idx="72205">
                  <c:v>75.489999999999995</c:v>
                </c:pt>
                <c:pt idx="72206">
                  <c:v>72.989999999999995</c:v>
                </c:pt>
                <c:pt idx="72207">
                  <c:v>84.99</c:v>
                </c:pt>
                <c:pt idx="72208">
                  <c:v>84.99</c:v>
                </c:pt>
                <c:pt idx="72209">
                  <c:v>84.99</c:v>
                </c:pt>
                <c:pt idx="72210">
                  <c:v>65.989999999999995</c:v>
                </c:pt>
                <c:pt idx="72211">
                  <c:v>84.99</c:v>
                </c:pt>
                <c:pt idx="72212">
                  <c:v>84.99</c:v>
                </c:pt>
                <c:pt idx="72213">
                  <c:v>84.99</c:v>
                </c:pt>
                <c:pt idx="72214">
                  <c:v>46.49</c:v>
                </c:pt>
                <c:pt idx="72215">
                  <c:v>84.99</c:v>
                </c:pt>
                <c:pt idx="72216">
                  <c:v>65.989999999999995</c:v>
                </c:pt>
                <c:pt idx="72217">
                  <c:v>65.19</c:v>
                </c:pt>
                <c:pt idx="72218">
                  <c:v>84.99</c:v>
                </c:pt>
                <c:pt idx="72219">
                  <c:v>84.99</c:v>
                </c:pt>
                <c:pt idx="72220">
                  <c:v>84.99</c:v>
                </c:pt>
                <c:pt idx="72221">
                  <c:v>71.94</c:v>
                </c:pt>
                <c:pt idx="72222">
                  <c:v>123.93</c:v>
                </c:pt>
                <c:pt idx="72223">
                  <c:v>109.96</c:v>
                </c:pt>
                <c:pt idx="72224">
                  <c:v>135.76</c:v>
                </c:pt>
                <c:pt idx="72225">
                  <c:v>87.54</c:v>
                </c:pt>
                <c:pt idx="72226">
                  <c:v>83.48</c:v>
                </c:pt>
                <c:pt idx="72227">
                  <c:v>223.91</c:v>
                </c:pt>
                <c:pt idx="72228">
                  <c:v>259.91000000000003</c:v>
                </c:pt>
                <c:pt idx="72229">
                  <c:v>307.91000000000003</c:v>
                </c:pt>
                <c:pt idx="72230">
                  <c:v>215.36</c:v>
                </c:pt>
                <c:pt idx="72231">
                  <c:v>280.94</c:v>
                </c:pt>
                <c:pt idx="72232">
                  <c:v>295.85000000000002</c:v>
                </c:pt>
                <c:pt idx="72233">
                  <c:v>209.95</c:v>
                </c:pt>
                <c:pt idx="72234">
                  <c:v>119.96</c:v>
                </c:pt>
                <c:pt idx="72235">
                  <c:v>101.97</c:v>
                </c:pt>
                <c:pt idx="72236">
                  <c:v>178.44</c:v>
                </c:pt>
                <c:pt idx="72237">
                  <c:v>119.38</c:v>
                </c:pt>
                <c:pt idx="72238">
                  <c:v>124.95</c:v>
                </c:pt>
                <c:pt idx="72239">
                  <c:v>119.96</c:v>
                </c:pt>
                <c:pt idx="72240">
                  <c:v>179.94</c:v>
                </c:pt>
                <c:pt idx="72241">
                  <c:v>89.97</c:v>
                </c:pt>
                <c:pt idx="72242">
                  <c:v>54.99</c:v>
                </c:pt>
                <c:pt idx="72243">
                  <c:v>0</c:v>
                </c:pt>
                <c:pt idx="72244">
                  <c:v>84.99</c:v>
                </c:pt>
                <c:pt idx="72245">
                  <c:v>71.790000000000006</c:v>
                </c:pt>
                <c:pt idx="72246">
                  <c:v>41.94</c:v>
                </c:pt>
                <c:pt idx="72247">
                  <c:v>74.459999999999994</c:v>
                </c:pt>
                <c:pt idx="72248">
                  <c:v>87.86</c:v>
                </c:pt>
                <c:pt idx="72249">
                  <c:v>205.78</c:v>
                </c:pt>
                <c:pt idx="72250">
                  <c:v>169.98</c:v>
                </c:pt>
                <c:pt idx="72251">
                  <c:v>105.66</c:v>
                </c:pt>
                <c:pt idx="72252">
                  <c:v>84.99</c:v>
                </c:pt>
                <c:pt idx="72253">
                  <c:v>124.97</c:v>
                </c:pt>
                <c:pt idx="72254">
                  <c:v>91.27</c:v>
                </c:pt>
                <c:pt idx="72255">
                  <c:v>203.44</c:v>
                </c:pt>
                <c:pt idx="72256">
                  <c:v>131.27000000000001</c:v>
                </c:pt>
                <c:pt idx="72257">
                  <c:v>125.26</c:v>
                </c:pt>
                <c:pt idx="72258">
                  <c:v>119.96</c:v>
                </c:pt>
                <c:pt idx="72259">
                  <c:v>51.49</c:v>
                </c:pt>
                <c:pt idx="72260">
                  <c:v>84.99</c:v>
                </c:pt>
                <c:pt idx="72261">
                  <c:v>84.99</c:v>
                </c:pt>
                <c:pt idx="72262">
                  <c:v>84.99</c:v>
                </c:pt>
                <c:pt idx="72263">
                  <c:v>99.98</c:v>
                </c:pt>
                <c:pt idx="72264">
                  <c:v>94.96</c:v>
                </c:pt>
                <c:pt idx="72265">
                  <c:v>86.49</c:v>
                </c:pt>
                <c:pt idx="72266">
                  <c:v>80.180000000000007</c:v>
                </c:pt>
                <c:pt idx="72267">
                  <c:v>114.97</c:v>
                </c:pt>
                <c:pt idx="72268">
                  <c:v>142.97</c:v>
                </c:pt>
                <c:pt idx="72269">
                  <c:v>84.99</c:v>
                </c:pt>
                <c:pt idx="72270">
                  <c:v>84.99</c:v>
                </c:pt>
                <c:pt idx="72271">
                  <c:v>84.98</c:v>
                </c:pt>
                <c:pt idx="72272">
                  <c:v>84.99</c:v>
                </c:pt>
                <c:pt idx="72273">
                  <c:v>89.98</c:v>
                </c:pt>
                <c:pt idx="72274">
                  <c:v>75.87</c:v>
                </c:pt>
                <c:pt idx="72275">
                  <c:v>120.98</c:v>
                </c:pt>
                <c:pt idx="72276">
                  <c:v>64.98</c:v>
                </c:pt>
                <c:pt idx="72277">
                  <c:v>93.14</c:v>
                </c:pt>
                <c:pt idx="72278">
                  <c:v>69.98</c:v>
                </c:pt>
                <c:pt idx="72279">
                  <c:v>99.98</c:v>
                </c:pt>
                <c:pt idx="72280">
                  <c:v>84.99</c:v>
                </c:pt>
                <c:pt idx="72281">
                  <c:v>91.98</c:v>
                </c:pt>
                <c:pt idx="72282">
                  <c:v>169.98</c:v>
                </c:pt>
                <c:pt idx="72283">
                  <c:v>154.34</c:v>
                </c:pt>
                <c:pt idx="72284">
                  <c:v>94.48</c:v>
                </c:pt>
                <c:pt idx="72285">
                  <c:v>169.98</c:v>
                </c:pt>
                <c:pt idx="72286">
                  <c:v>102.98</c:v>
                </c:pt>
                <c:pt idx="72287">
                  <c:v>84.99</c:v>
                </c:pt>
                <c:pt idx="72288">
                  <c:v>66.48</c:v>
                </c:pt>
                <c:pt idx="72289">
                  <c:v>84.99</c:v>
                </c:pt>
                <c:pt idx="72290">
                  <c:v>94.34</c:v>
                </c:pt>
                <c:pt idx="72291">
                  <c:v>101.59</c:v>
                </c:pt>
                <c:pt idx="72292">
                  <c:v>126.99</c:v>
                </c:pt>
                <c:pt idx="72293">
                  <c:v>93.33</c:v>
                </c:pt>
                <c:pt idx="72294">
                  <c:v>101.59</c:v>
                </c:pt>
                <c:pt idx="72295">
                  <c:v>101.59</c:v>
                </c:pt>
                <c:pt idx="72296">
                  <c:v>77.39</c:v>
                </c:pt>
                <c:pt idx="72297">
                  <c:v>106.6</c:v>
                </c:pt>
                <c:pt idx="72298">
                  <c:v>123.95</c:v>
                </c:pt>
                <c:pt idx="72299">
                  <c:v>1.5</c:v>
                </c:pt>
                <c:pt idx="72300">
                  <c:v>165.8</c:v>
                </c:pt>
                <c:pt idx="72301">
                  <c:v>182.19</c:v>
                </c:pt>
                <c:pt idx="72302">
                  <c:v>168.87</c:v>
                </c:pt>
                <c:pt idx="72303">
                  <c:v>76.06</c:v>
                </c:pt>
                <c:pt idx="72304">
                  <c:v>44.99</c:v>
                </c:pt>
                <c:pt idx="72305">
                  <c:v>100.98</c:v>
                </c:pt>
                <c:pt idx="72306">
                  <c:v>44.99</c:v>
                </c:pt>
                <c:pt idx="72307">
                  <c:v>82.97</c:v>
                </c:pt>
                <c:pt idx="72308">
                  <c:v>100.98</c:v>
                </c:pt>
                <c:pt idx="72309">
                  <c:v>100.98</c:v>
                </c:pt>
                <c:pt idx="72310">
                  <c:v>68.98</c:v>
                </c:pt>
                <c:pt idx="72311">
                  <c:v>84.99</c:v>
                </c:pt>
                <c:pt idx="72312">
                  <c:v>84.99</c:v>
                </c:pt>
                <c:pt idx="72313">
                  <c:v>84.99</c:v>
                </c:pt>
                <c:pt idx="72314">
                  <c:v>169.98</c:v>
                </c:pt>
                <c:pt idx="72315">
                  <c:v>169.98</c:v>
                </c:pt>
                <c:pt idx="72316">
                  <c:v>109.98</c:v>
                </c:pt>
                <c:pt idx="72317">
                  <c:v>109.98</c:v>
                </c:pt>
                <c:pt idx="72318">
                  <c:v>194.97</c:v>
                </c:pt>
                <c:pt idx="72319">
                  <c:v>84.98</c:v>
                </c:pt>
                <c:pt idx="72320">
                  <c:v>84.98</c:v>
                </c:pt>
                <c:pt idx="72321">
                  <c:v>143.72</c:v>
                </c:pt>
                <c:pt idx="72322">
                  <c:v>84.99</c:v>
                </c:pt>
                <c:pt idx="72323">
                  <c:v>84.99</c:v>
                </c:pt>
                <c:pt idx="72324">
                  <c:v>84.99</c:v>
                </c:pt>
                <c:pt idx="72325">
                  <c:v>194.97</c:v>
                </c:pt>
                <c:pt idx="72326">
                  <c:v>89.98</c:v>
                </c:pt>
                <c:pt idx="72327">
                  <c:v>82.97</c:v>
                </c:pt>
                <c:pt idx="72328">
                  <c:v>140.57</c:v>
                </c:pt>
                <c:pt idx="72329">
                  <c:v>140.57</c:v>
                </c:pt>
                <c:pt idx="72330">
                  <c:v>76.489999999999995</c:v>
                </c:pt>
                <c:pt idx="72331">
                  <c:v>76.489999999999995</c:v>
                </c:pt>
                <c:pt idx="72332">
                  <c:v>100.98</c:v>
                </c:pt>
                <c:pt idx="72333">
                  <c:v>69.98</c:v>
                </c:pt>
                <c:pt idx="72334">
                  <c:v>69.98</c:v>
                </c:pt>
                <c:pt idx="72335">
                  <c:v>36.49</c:v>
                </c:pt>
                <c:pt idx="72336">
                  <c:v>143.72</c:v>
                </c:pt>
                <c:pt idx="72337">
                  <c:v>36.49</c:v>
                </c:pt>
                <c:pt idx="72338">
                  <c:v>68.98</c:v>
                </c:pt>
                <c:pt idx="72339">
                  <c:v>89.98</c:v>
                </c:pt>
                <c:pt idx="72340">
                  <c:v>76.06</c:v>
                </c:pt>
                <c:pt idx="72341">
                  <c:v>84.98</c:v>
                </c:pt>
                <c:pt idx="72342">
                  <c:v>169.98</c:v>
                </c:pt>
                <c:pt idx="72343">
                  <c:v>181.95</c:v>
                </c:pt>
                <c:pt idx="72344">
                  <c:v>65.98</c:v>
                </c:pt>
                <c:pt idx="72345">
                  <c:v>169.98</c:v>
                </c:pt>
                <c:pt idx="72346">
                  <c:v>181.95</c:v>
                </c:pt>
                <c:pt idx="72347">
                  <c:v>84.98</c:v>
                </c:pt>
                <c:pt idx="72348">
                  <c:v>65.98</c:v>
                </c:pt>
                <c:pt idx="72349">
                  <c:v>99.98</c:v>
                </c:pt>
                <c:pt idx="72350">
                  <c:v>99.98</c:v>
                </c:pt>
                <c:pt idx="72351">
                  <c:v>85.95</c:v>
                </c:pt>
                <c:pt idx="72352">
                  <c:v>93.97</c:v>
                </c:pt>
                <c:pt idx="72353">
                  <c:v>74.97</c:v>
                </c:pt>
                <c:pt idx="72354">
                  <c:v>65.98</c:v>
                </c:pt>
                <c:pt idx="72355">
                  <c:v>85.97</c:v>
                </c:pt>
                <c:pt idx="72356">
                  <c:v>91.97</c:v>
                </c:pt>
                <c:pt idx="72357">
                  <c:v>60.99</c:v>
                </c:pt>
                <c:pt idx="72358">
                  <c:v>55.98</c:v>
                </c:pt>
                <c:pt idx="72359">
                  <c:v>87.98</c:v>
                </c:pt>
                <c:pt idx="72360">
                  <c:v>58.98</c:v>
                </c:pt>
                <c:pt idx="72361">
                  <c:v>73.98</c:v>
                </c:pt>
                <c:pt idx="72362">
                  <c:v>67.66</c:v>
                </c:pt>
                <c:pt idx="72363">
                  <c:v>60.99</c:v>
                </c:pt>
                <c:pt idx="72364">
                  <c:v>75.98</c:v>
                </c:pt>
                <c:pt idx="72365">
                  <c:v>141.44999999999999</c:v>
                </c:pt>
                <c:pt idx="72366">
                  <c:v>84.99</c:v>
                </c:pt>
                <c:pt idx="72367">
                  <c:v>84.97</c:v>
                </c:pt>
                <c:pt idx="72368">
                  <c:v>116.97</c:v>
                </c:pt>
                <c:pt idx="72369">
                  <c:v>131.97999999999999</c:v>
                </c:pt>
                <c:pt idx="72370">
                  <c:v>169.98</c:v>
                </c:pt>
                <c:pt idx="72371">
                  <c:v>294.26</c:v>
                </c:pt>
                <c:pt idx="72372">
                  <c:v>99.98</c:v>
                </c:pt>
                <c:pt idx="72373">
                  <c:v>109.98</c:v>
                </c:pt>
                <c:pt idx="72374">
                  <c:v>56.48</c:v>
                </c:pt>
                <c:pt idx="72375">
                  <c:v>59.96</c:v>
                </c:pt>
                <c:pt idx="72376">
                  <c:v>146.13999999999999</c:v>
                </c:pt>
                <c:pt idx="72377">
                  <c:v>76.489999999999995</c:v>
                </c:pt>
                <c:pt idx="72378">
                  <c:v>69.989999999999995</c:v>
                </c:pt>
                <c:pt idx="72379">
                  <c:v>84.99</c:v>
                </c:pt>
                <c:pt idx="72380">
                  <c:v>62.98</c:v>
                </c:pt>
                <c:pt idx="72381">
                  <c:v>133.06</c:v>
                </c:pt>
                <c:pt idx="72382">
                  <c:v>84.99</c:v>
                </c:pt>
                <c:pt idx="72383">
                  <c:v>69.86</c:v>
                </c:pt>
                <c:pt idx="72384">
                  <c:v>52.97</c:v>
                </c:pt>
                <c:pt idx="72385">
                  <c:v>78.569999999999993</c:v>
                </c:pt>
                <c:pt idx="72386">
                  <c:v>79.849999999999994</c:v>
                </c:pt>
                <c:pt idx="72387">
                  <c:v>97.99</c:v>
                </c:pt>
                <c:pt idx="72388">
                  <c:v>79.849999999999994</c:v>
                </c:pt>
                <c:pt idx="72389">
                  <c:v>79.849999999999994</c:v>
                </c:pt>
                <c:pt idx="72390">
                  <c:v>79.849999999999994</c:v>
                </c:pt>
                <c:pt idx="72391">
                  <c:v>147.6</c:v>
                </c:pt>
                <c:pt idx="72392">
                  <c:v>157.25</c:v>
                </c:pt>
                <c:pt idx="72393">
                  <c:v>79.849999999999994</c:v>
                </c:pt>
                <c:pt idx="72394">
                  <c:v>177.83</c:v>
                </c:pt>
                <c:pt idx="72395">
                  <c:v>65.989999999999995</c:v>
                </c:pt>
                <c:pt idx="72396">
                  <c:v>65.989999999999995</c:v>
                </c:pt>
                <c:pt idx="72397">
                  <c:v>65.989999999999995</c:v>
                </c:pt>
                <c:pt idx="72398">
                  <c:v>65.989999999999995</c:v>
                </c:pt>
                <c:pt idx="72399">
                  <c:v>54.99</c:v>
                </c:pt>
                <c:pt idx="72400">
                  <c:v>65.989999999999995</c:v>
                </c:pt>
                <c:pt idx="72401">
                  <c:v>84.99</c:v>
                </c:pt>
                <c:pt idx="72402">
                  <c:v>65.989999999999995</c:v>
                </c:pt>
                <c:pt idx="72403">
                  <c:v>65.989999999999995</c:v>
                </c:pt>
                <c:pt idx="72404">
                  <c:v>65.989999999999995</c:v>
                </c:pt>
                <c:pt idx="72405">
                  <c:v>65.989999999999995</c:v>
                </c:pt>
                <c:pt idx="72406">
                  <c:v>54.99</c:v>
                </c:pt>
                <c:pt idx="72407">
                  <c:v>49.99</c:v>
                </c:pt>
                <c:pt idx="72408">
                  <c:v>46.49</c:v>
                </c:pt>
                <c:pt idx="72409">
                  <c:v>51.49</c:v>
                </c:pt>
                <c:pt idx="72410">
                  <c:v>46.49</c:v>
                </c:pt>
                <c:pt idx="72411">
                  <c:v>60.85</c:v>
                </c:pt>
                <c:pt idx="72412">
                  <c:v>65.989999999999995</c:v>
                </c:pt>
                <c:pt idx="72413">
                  <c:v>135.93</c:v>
                </c:pt>
                <c:pt idx="72414">
                  <c:v>101.96</c:v>
                </c:pt>
                <c:pt idx="72415">
                  <c:v>121.98</c:v>
                </c:pt>
                <c:pt idx="72416">
                  <c:v>145.77000000000001</c:v>
                </c:pt>
                <c:pt idx="72417">
                  <c:v>137.66999999999999</c:v>
                </c:pt>
                <c:pt idx="72418">
                  <c:v>79.959999999999994</c:v>
                </c:pt>
                <c:pt idx="72419">
                  <c:v>193.95</c:v>
                </c:pt>
                <c:pt idx="72420">
                  <c:v>207.37</c:v>
                </c:pt>
                <c:pt idx="72421">
                  <c:v>257.83</c:v>
                </c:pt>
                <c:pt idx="72422">
                  <c:v>117.76</c:v>
                </c:pt>
                <c:pt idx="72423">
                  <c:v>174.56</c:v>
                </c:pt>
                <c:pt idx="72424">
                  <c:v>59.96</c:v>
                </c:pt>
                <c:pt idx="72425">
                  <c:v>74.95</c:v>
                </c:pt>
                <c:pt idx="72426">
                  <c:v>59.96</c:v>
                </c:pt>
                <c:pt idx="72427">
                  <c:v>56.9</c:v>
                </c:pt>
                <c:pt idx="72428">
                  <c:v>65.989999999999995</c:v>
                </c:pt>
                <c:pt idx="72429">
                  <c:v>69.989999999999995</c:v>
                </c:pt>
                <c:pt idx="72430">
                  <c:v>74.95</c:v>
                </c:pt>
                <c:pt idx="72431">
                  <c:v>149.96</c:v>
                </c:pt>
                <c:pt idx="72432">
                  <c:v>49.71</c:v>
                </c:pt>
                <c:pt idx="72433">
                  <c:v>179.94</c:v>
                </c:pt>
                <c:pt idx="72434">
                  <c:v>79.98</c:v>
                </c:pt>
                <c:pt idx="72435">
                  <c:v>84.98</c:v>
                </c:pt>
                <c:pt idx="72436">
                  <c:v>79.98</c:v>
                </c:pt>
                <c:pt idx="72437">
                  <c:v>59.98</c:v>
                </c:pt>
                <c:pt idx="72438">
                  <c:v>79.98</c:v>
                </c:pt>
                <c:pt idx="72439">
                  <c:v>79.95</c:v>
                </c:pt>
                <c:pt idx="72440">
                  <c:v>119.96</c:v>
                </c:pt>
                <c:pt idx="72441">
                  <c:v>79.98</c:v>
                </c:pt>
                <c:pt idx="72442">
                  <c:v>84.98</c:v>
                </c:pt>
                <c:pt idx="72443">
                  <c:v>64.98</c:v>
                </c:pt>
                <c:pt idx="72444">
                  <c:v>71.959999999999994</c:v>
                </c:pt>
                <c:pt idx="72445">
                  <c:v>175.4</c:v>
                </c:pt>
                <c:pt idx="72446">
                  <c:v>194.89</c:v>
                </c:pt>
                <c:pt idx="72447">
                  <c:v>174.9</c:v>
                </c:pt>
                <c:pt idx="72448">
                  <c:v>204.88</c:v>
                </c:pt>
                <c:pt idx="72449">
                  <c:v>173.9</c:v>
                </c:pt>
                <c:pt idx="72450">
                  <c:v>175.4</c:v>
                </c:pt>
                <c:pt idx="72451">
                  <c:v>174.9</c:v>
                </c:pt>
                <c:pt idx="72452">
                  <c:v>173.9</c:v>
                </c:pt>
                <c:pt idx="72453">
                  <c:v>71.959999999999994</c:v>
                </c:pt>
                <c:pt idx="72454">
                  <c:v>204.88</c:v>
                </c:pt>
                <c:pt idx="72455">
                  <c:v>194.89</c:v>
                </c:pt>
                <c:pt idx="72456">
                  <c:v>71.959999999999994</c:v>
                </c:pt>
                <c:pt idx="72457">
                  <c:v>71.959999999999994</c:v>
                </c:pt>
                <c:pt idx="72458">
                  <c:v>176.9</c:v>
                </c:pt>
                <c:pt idx="72459">
                  <c:v>176.9</c:v>
                </c:pt>
                <c:pt idx="72460">
                  <c:v>41.49</c:v>
                </c:pt>
                <c:pt idx="72461">
                  <c:v>79.95</c:v>
                </c:pt>
                <c:pt idx="72462">
                  <c:v>63.47</c:v>
                </c:pt>
                <c:pt idx="72463">
                  <c:v>41.49</c:v>
                </c:pt>
                <c:pt idx="72464">
                  <c:v>35.49</c:v>
                </c:pt>
                <c:pt idx="72465">
                  <c:v>79.98</c:v>
                </c:pt>
                <c:pt idx="72466">
                  <c:v>79.95</c:v>
                </c:pt>
                <c:pt idx="72467">
                  <c:v>16.489999999999998</c:v>
                </c:pt>
                <c:pt idx="72468">
                  <c:v>79.95</c:v>
                </c:pt>
                <c:pt idx="72469">
                  <c:v>41.49</c:v>
                </c:pt>
                <c:pt idx="72470">
                  <c:v>153.32</c:v>
                </c:pt>
                <c:pt idx="72471">
                  <c:v>129.9</c:v>
                </c:pt>
                <c:pt idx="72472">
                  <c:v>138.34</c:v>
                </c:pt>
                <c:pt idx="72473">
                  <c:v>142.54</c:v>
                </c:pt>
                <c:pt idx="72474">
                  <c:v>195.04</c:v>
                </c:pt>
                <c:pt idx="72475">
                  <c:v>131.1</c:v>
                </c:pt>
                <c:pt idx="72476">
                  <c:v>139.9</c:v>
                </c:pt>
                <c:pt idx="72477">
                  <c:v>127.95</c:v>
                </c:pt>
                <c:pt idx="72478">
                  <c:v>59.98</c:v>
                </c:pt>
                <c:pt idx="72479">
                  <c:v>59.98</c:v>
                </c:pt>
                <c:pt idx="72480">
                  <c:v>59.98</c:v>
                </c:pt>
                <c:pt idx="72481">
                  <c:v>59.98</c:v>
                </c:pt>
                <c:pt idx="72482">
                  <c:v>59.98</c:v>
                </c:pt>
                <c:pt idx="72483">
                  <c:v>54.5</c:v>
                </c:pt>
                <c:pt idx="72484">
                  <c:v>59.98</c:v>
                </c:pt>
                <c:pt idx="72485">
                  <c:v>59.98</c:v>
                </c:pt>
                <c:pt idx="72486">
                  <c:v>59.98</c:v>
                </c:pt>
                <c:pt idx="72487">
                  <c:v>59.98</c:v>
                </c:pt>
                <c:pt idx="72488">
                  <c:v>79.62</c:v>
                </c:pt>
                <c:pt idx="72489">
                  <c:v>59.98</c:v>
                </c:pt>
                <c:pt idx="72490">
                  <c:v>59.98</c:v>
                </c:pt>
                <c:pt idx="72491">
                  <c:v>59.98</c:v>
                </c:pt>
                <c:pt idx="72492">
                  <c:v>59.98</c:v>
                </c:pt>
                <c:pt idx="72493">
                  <c:v>59.98</c:v>
                </c:pt>
                <c:pt idx="72494">
                  <c:v>59.98</c:v>
                </c:pt>
                <c:pt idx="72495">
                  <c:v>77.97</c:v>
                </c:pt>
                <c:pt idx="72496">
                  <c:v>46.48</c:v>
                </c:pt>
                <c:pt idx="72497">
                  <c:v>71.989999999999995</c:v>
                </c:pt>
                <c:pt idx="72498">
                  <c:v>67.33</c:v>
                </c:pt>
                <c:pt idx="72499">
                  <c:v>84.99</c:v>
                </c:pt>
                <c:pt idx="72500">
                  <c:v>65.989999999999995</c:v>
                </c:pt>
                <c:pt idx="72501">
                  <c:v>139.97999999999999</c:v>
                </c:pt>
                <c:pt idx="72502">
                  <c:v>72.239999999999995</c:v>
                </c:pt>
                <c:pt idx="72503">
                  <c:v>77.98</c:v>
                </c:pt>
                <c:pt idx="72504">
                  <c:v>84.99</c:v>
                </c:pt>
                <c:pt idx="72505">
                  <c:v>84.99</c:v>
                </c:pt>
                <c:pt idx="72506">
                  <c:v>58.98</c:v>
                </c:pt>
                <c:pt idx="72507">
                  <c:v>53.98</c:v>
                </c:pt>
                <c:pt idx="72508">
                  <c:v>38.99</c:v>
                </c:pt>
                <c:pt idx="72509">
                  <c:v>122.07</c:v>
                </c:pt>
                <c:pt idx="72510">
                  <c:v>90.98</c:v>
                </c:pt>
                <c:pt idx="72511">
                  <c:v>107.07</c:v>
                </c:pt>
                <c:pt idx="72512">
                  <c:v>84.07</c:v>
                </c:pt>
                <c:pt idx="72513">
                  <c:v>45.49</c:v>
                </c:pt>
                <c:pt idx="72514">
                  <c:v>181.06</c:v>
                </c:pt>
                <c:pt idx="72515">
                  <c:v>77.08</c:v>
                </c:pt>
                <c:pt idx="72516">
                  <c:v>91.08</c:v>
                </c:pt>
                <c:pt idx="72517">
                  <c:v>59.98</c:v>
                </c:pt>
                <c:pt idx="72518">
                  <c:v>59.98</c:v>
                </c:pt>
                <c:pt idx="72519">
                  <c:v>59.98</c:v>
                </c:pt>
                <c:pt idx="72520">
                  <c:v>59.98</c:v>
                </c:pt>
                <c:pt idx="72521">
                  <c:v>89.97</c:v>
                </c:pt>
                <c:pt idx="72522">
                  <c:v>89.97</c:v>
                </c:pt>
                <c:pt idx="72523">
                  <c:v>89.97</c:v>
                </c:pt>
                <c:pt idx="72524">
                  <c:v>89.97</c:v>
                </c:pt>
                <c:pt idx="72525">
                  <c:v>94.41</c:v>
                </c:pt>
                <c:pt idx="72526">
                  <c:v>59.98</c:v>
                </c:pt>
                <c:pt idx="72527">
                  <c:v>74.97</c:v>
                </c:pt>
                <c:pt idx="72528">
                  <c:v>59.98</c:v>
                </c:pt>
                <c:pt idx="72529">
                  <c:v>120.98</c:v>
                </c:pt>
                <c:pt idx="72530">
                  <c:v>171.76</c:v>
                </c:pt>
                <c:pt idx="72531">
                  <c:v>107.85</c:v>
                </c:pt>
                <c:pt idx="72532">
                  <c:v>280.67</c:v>
                </c:pt>
                <c:pt idx="72533">
                  <c:v>122.18</c:v>
                </c:pt>
                <c:pt idx="72534">
                  <c:v>195.98</c:v>
                </c:pt>
                <c:pt idx="72535">
                  <c:v>153.65</c:v>
                </c:pt>
                <c:pt idx="72536">
                  <c:v>139.28</c:v>
                </c:pt>
                <c:pt idx="72537">
                  <c:v>137.81</c:v>
                </c:pt>
                <c:pt idx="72538">
                  <c:v>61.98</c:v>
                </c:pt>
                <c:pt idx="72539">
                  <c:v>59.98</c:v>
                </c:pt>
                <c:pt idx="72540">
                  <c:v>54.98</c:v>
                </c:pt>
                <c:pt idx="72541">
                  <c:v>61.98</c:v>
                </c:pt>
                <c:pt idx="72542">
                  <c:v>61.98</c:v>
                </c:pt>
                <c:pt idx="72543">
                  <c:v>61.98</c:v>
                </c:pt>
                <c:pt idx="72544">
                  <c:v>59.98</c:v>
                </c:pt>
                <c:pt idx="72545">
                  <c:v>61.98</c:v>
                </c:pt>
                <c:pt idx="72546">
                  <c:v>61.98</c:v>
                </c:pt>
                <c:pt idx="72547">
                  <c:v>59.98</c:v>
                </c:pt>
                <c:pt idx="72548">
                  <c:v>61.98</c:v>
                </c:pt>
                <c:pt idx="72549">
                  <c:v>65.98</c:v>
                </c:pt>
                <c:pt idx="72550">
                  <c:v>58.97</c:v>
                </c:pt>
                <c:pt idx="72551">
                  <c:v>61.98</c:v>
                </c:pt>
                <c:pt idx="72552">
                  <c:v>54.98</c:v>
                </c:pt>
                <c:pt idx="72553">
                  <c:v>59.98</c:v>
                </c:pt>
                <c:pt idx="72554">
                  <c:v>61.98</c:v>
                </c:pt>
                <c:pt idx="72555">
                  <c:v>54.98</c:v>
                </c:pt>
                <c:pt idx="72556">
                  <c:v>61.98</c:v>
                </c:pt>
                <c:pt idx="72557">
                  <c:v>61.98</c:v>
                </c:pt>
                <c:pt idx="72558">
                  <c:v>181.93</c:v>
                </c:pt>
                <c:pt idx="72559">
                  <c:v>155.94</c:v>
                </c:pt>
                <c:pt idx="72560">
                  <c:v>129.94999999999999</c:v>
                </c:pt>
                <c:pt idx="72561">
                  <c:v>155.94</c:v>
                </c:pt>
                <c:pt idx="72562">
                  <c:v>181.93</c:v>
                </c:pt>
                <c:pt idx="72563">
                  <c:v>84.04</c:v>
                </c:pt>
                <c:pt idx="72564">
                  <c:v>55.97</c:v>
                </c:pt>
                <c:pt idx="72565">
                  <c:v>128.08000000000001</c:v>
                </c:pt>
                <c:pt idx="72566">
                  <c:v>88.9</c:v>
                </c:pt>
                <c:pt idx="72567">
                  <c:v>96.93</c:v>
                </c:pt>
                <c:pt idx="72568">
                  <c:v>51.98</c:v>
                </c:pt>
                <c:pt idx="72569">
                  <c:v>77.97</c:v>
                </c:pt>
                <c:pt idx="72570">
                  <c:v>103.96</c:v>
                </c:pt>
                <c:pt idx="72571">
                  <c:v>103.96</c:v>
                </c:pt>
                <c:pt idx="72572">
                  <c:v>70.17</c:v>
                </c:pt>
                <c:pt idx="72573">
                  <c:v>77.97</c:v>
                </c:pt>
                <c:pt idx="72574">
                  <c:v>66.27</c:v>
                </c:pt>
                <c:pt idx="72575">
                  <c:v>72.97</c:v>
                </c:pt>
                <c:pt idx="72576">
                  <c:v>51.98</c:v>
                </c:pt>
                <c:pt idx="72577">
                  <c:v>51.98</c:v>
                </c:pt>
                <c:pt idx="72578">
                  <c:v>92.77</c:v>
                </c:pt>
                <c:pt idx="72579">
                  <c:v>63.96</c:v>
                </c:pt>
                <c:pt idx="72580">
                  <c:v>103.96</c:v>
                </c:pt>
                <c:pt idx="72581">
                  <c:v>51.98</c:v>
                </c:pt>
                <c:pt idx="72582">
                  <c:v>72.97</c:v>
                </c:pt>
                <c:pt idx="72583">
                  <c:v>51.98</c:v>
                </c:pt>
                <c:pt idx="72584">
                  <c:v>77.97</c:v>
                </c:pt>
                <c:pt idx="72585">
                  <c:v>53.94</c:v>
                </c:pt>
                <c:pt idx="72586">
                  <c:v>119.96</c:v>
                </c:pt>
                <c:pt idx="72587">
                  <c:v>89.97</c:v>
                </c:pt>
                <c:pt idx="72588">
                  <c:v>59.98</c:v>
                </c:pt>
                <c:pt idx="72589">
                  <c:v>59.98</c:v>
                </c:pt>
                <c:pt idx="72590">
                  <c:v>123.96</c:v>
                </c:pt>
                <c:pt idx="72591">
                  <c:v>123.96</c:v>
                </c:pt>
                <c:pt idx="72592">
                  <c:v>107.96</c:v>
                </c:pt>
                <c:pt idx="72593">
                  <c:v>123.96</c:v>
                </c:pt>
                <c:pt idx="72594">
                  <c:v>59.98</c:v>
                </c:pt>
                <c:pt idx="72595">
                  <c:v>59.98</c:v>
                </c:pt>
                <c:pt idx="72596">
                  <c:v>123.96</c:v>
                </c:pt>
                <c:pt idx="72597">
                  <c:v>145.16</c:v>
                </c:pt>
                <c:pt idx="72598">
                  <c:v>116.12</c:v>
                </c:pt>
                <c:pt idx="72599">
                  <c:v>145.16</c:v>
                </c:pt>
                <c:pt idx="72600">
                  <c:v>145.16</c:v>
                </c:pt>
                <c:pt idx="72601">
                  <c:v>145.16</c:v>
                </c:pt>
                <c:pt idx="72602">
                  <c:v>145.15</c:v>
                </c:pt>
                <c:pt idx="72603">
                  <c:v>145.15</c:v>
                </c:pt>
                <c:pt idx="72604">
                  <c:v>205.63</c:v>
                </c:pt>
                <c:pt idx="72605">
                  <c:v>114.9</c:v>
                </c:pt>
                <c:pt idx="72606">
                  <c:v>120.95</c:v>
                </c:pt>
                <c:pt idx="72607">
                  <c:v>181.44</c:v>
                </c:pt>
                <c:pt idx="72608">
                  <c:v>200.79</c:v>
                </c:pt>
                <c:pt idx="72609">
                  <c:v>79.84</c:v>
                </c:pt>
                <c:pt idx="72610">
                  <c:v>145.15</c:v>
                </c:pt>
                <c:pt idx="72611">
                  <c:v>79.84</c:v>
                </c:pt>
                <c:pt idx="72612">
                  <c:v>79.98</c:v>
                </c:pt>
                <c:pt idx="72613">
                  <c:v>79.98</c:v>
                </c:pt>
                <c:pt idx="72614">
                  <c:v>47.66</c:v>
                </c:pt>
                <c:pt idx="72615">
                  <c:v>47.66</c:v>
                </c:pt>
                <c:pt idx="72616">
                  <c:v>71.98</c:v>
                </c:pt>
                <c:pt idx="72617">
                  <c:v>71.98</c:v>
                </c:pt>
                <c:pt idx="72618">
                  <c:v>79.98</c:v>
                </c:pt>
                <c:pt idx="72619">
                  <c:v>75.98</c:v>
                </c:pt>
                <c:pt idx="72620">
                  <c:v>79.98</c:v>
                </c:pt>
                <c:pt idx="72621">
                  <c:v>75.98</c:v>
                </c:pt>
                <c:pt idx="72622">
                  <c:v>79.98</c:v>
                </c:pt>
                <c:pt idx="72623">
                  <c:v>79.98</c:v>
                </c:pt>
                <c:pt idx="72624">
                  <c:v>159.69999999999999</c:v>
                </c:pt>
                <c:pt idx="72625">
                  <c:v>130.9</c:v>
                </c:pt>
                <c:pt idx="72626">
                  <c:v>200.81</c:v>
                </c:pt>
                <c:pt idx="72627">
                  <c:v>177.83</c:v>
                </c:pt>
                <c:pt idx="72628">
                  <c:v>159.69999999999999</c:v>
                </c:pt>
                <c:pt idx="72629">
                  <c:v>120.96</c:v>
                </c:pt>
                <c:pt idx="72630">
                  <c:v>244.37</c:v>
                </c:pt>
                <c:pt idx="72631">
                  <c:v>176.62</c:v>
                </c:pt>
                <c:pt idx="72632">
                  <c:v>91.26</c:v>
                </c:pt>
                <c:pt idx="72633">
                  <c:v>104.98</c:v>
                </c:pt>
                <c:pt idx="72634">
                  <c:v>130.38</c:v>
                </c:pt>
                <c:pt idx="72635">
                  <c:v>53.97</c:v>
                </c:pt>
                <c:pt idx="72636">
                  <c:v>84.99</c:v>
                </c:pt>
                <c:pt idx="72637">
                  <c:v>105.87</c:v>
                </c:pt>
                <c:pt idx="72638">
                  <c:v>100.18</c:v>
                </c:pt>
                <c:pt idx="72639">
                  <c:v>109.97</c:v>
                </c:pt>
                <c:pt idx="72640">
                  <c:v>84.99</c:v>
                </c:pt>
                <c:pt idx="72641">
                  <c:v>94.98</c:v>
                </c:pt>
                <c:pt idx="72642">
                  <c:v>141.74</c:v>
                </c:pt>
                <c:pt idx="72643">
                  <c:v>159.97999999999999</c:v>
                </c:pt>
                <c:pt idx="72644">
                  <c:v>1105.78</c:v>
                </c:pt>
                <c:pt idx="72645">
                  <c:v>153.85</c:v>
                </c:pt>
                <c:pt idx="72646">
                  <c:v>142.44999999999999</c:v>
                </c:pt>
                <c:pt idx="72647">
                  <c:v>79.14</c:v>
                </c:pt>
                <c:pt idx="72648">
                  <c:v>100.97</c:v>
                </c:pt>
                <c:pt idx="72649">
                  <c:v>105.26</c:v>
                </c:pt>
                <c:pt idx="72650">
                  <c:v>149.94999999999999</c:v>
                </c:pt>
                <c:pt idx="72651">
                  <c:v>92.97</c:v>
                </c:pt>
                <c:pt idx="72652">
                  <c:v>114.96</c:v>
                </c:pt>
                <c:pt idx="72653">
                  <c:v>120.96</c:v>
                </c:pt>
                <c:pt idx="72654">
                  <c:v>92.97</c:v>
                </c:pt>
                <c:pt idx="72655">
                  <c:v>102.97</c:v>
                </c:pt>
                <c:pt idx="72656">
                  <c:v>123.26</c:v>
                </c:pt>
                <c:pt idx="72657">
                  <c:v>80.180000000000007</c:v>
                </c:pt>
                <c:pt idx="72658">
                  <c:v>87.98</c:v>
                </c:pt>
                <c:pt idx="72659">
                  <c:v>124.89</c:v>
                </c:pt>
                <c:pt idx="72660">
                  <c:v>82.48</c:v>
                </c:pt>
                <c:pt idx="72661">
                  <c:v>89.47</c:v>
                </c:pt>
                <c:pt idx="72662">
                  <c:v>102.97</c:v>
                </c:pt>
                <c:pt idx="72663">
                  <c:v>99.98</c:v>
                </c:pt>
                <c:pt idx="72664">
                  <c:v>74.98</c:v>
                </c:pt>
                <c:pt idx="72665">
                  <c:v>93.96</c:v>
                </c:pt>
                <c:pt idx="72666">
                  <c:v>53.97</c:v>
                </c:pt>
                <c:pt idx="72667">
                  <c:v>53.97</c:v>
                </c:pt>
                <c:pt idx="72668">
                  <c:v>83.53</c:v>
                </c:pt>
                <c:pt idx="72669">
                  <c:v>69.23</c:v>
                </c:pt>
                <c:pt idx="72670">
                  <c:v>111.25</c:v>
                </c:pt>
                <c:pt idx="72671">
                  <c:v>53.97</c:v>
                </c:pt>
                <c:pt idx="72672">
                  <c:v>86.02</c:v>
                </c:pt>
                <c:pt idx="72673">
                  <c:v>89.95</c:v>
                </c:pt>
                <c:pt idx="72674">
                  <c:v>89.95</c:v>
                </c:pt>
                <c:pt idx="72675">
                  <c:v>68.989999999999995</c:v>
                </c:pt>
                <c:pt idx="72676">
                  <c:v>84.99</c:v>
                </c:pt>
                <c:pt idx="72677">
                  <c:v>84.99</c:v>
                </c:pt>
                <c:pt idx="72678">
                  <c:v>86.98</c:v>
                </c:pt>
                <c:pt idx="72679">
                  <c:v>84.99</c:v>
                </c:pt>
                <c:pt idx="72680">
                  <c:v>73.989999999999995</c:v>
                </c:pt>
                <c:pt idx="72681">
                  <c:v>60.03</c:v>
                </c:pt>
                <c:pt idx="72682">
                  <c:v>97.98</c:v>
                </c:pt>
                <c:pt idx="72683">
                  <c:v>25.47</c:v>
                </c:pt>
                <c:pt idx="72684">
                  <c:v>65.19</c:v>
                </c:pt>
                <c:pt idx="72685">
                  <c:v>72.989999999999995</c:v>
                </c:pt>
                <c:pt idx="72686">
                  <c:v>68.989999999999995</c:v>
                </c:pt>
                <c:pt idx="72687">
                  <c:v>76.069999999999993</c:v>
                </c:pt>
                <c:pt idx="72688">
                  <c:v>51.97</c:v>
                </c:pt>
                <c:pt idx="72689">
                  <c:v>84.99</c:v>
                </c:pt>
                <c:pt idx="72690">
                  <c:v>57.69</c:v>
                </c:pt>
                <c:pt idx="72691">
                  <c:v>93.54</c:v>
                </c:pt>
                <c:pt idx="72692">
                  <c:v>216.93</c:v>
                </c:pt>
                <c:pt idx="72693">
                  <c:v>131.97999999999999</c:v>
                </c:pt>
                <c:pt idx="72694">
                  <c:v>269.95999999999998</c:v>
                </c:pt>
                <c:pt idx="72695">
                  <c:v>181.97</c:v>
                </c:pt>
                <c:pt idx="72696">
                  <c:v>199.96</c:v>
                </c:pt>
                <c:pt idx="72697">
                  <c:v>64.97</c:v>
                </c:pt>
                <c:pt idx="72698">
                  <c:v>51.28</c:v>
                </c:pt>
                <c:pt idx="72699">
                  <c:v>46.28</c:v>
                </c:pt>
                <c:pt idx="72700">
                  <c:v>55.96</c:v>
                </c:pt>
                <c:pt idx="72701">
                  <c:v>36.58</c:v>
                </c:pt>
                <c:pt idx="72702">
                  <c:v>51.93</c:v>
                </c:pt>
                <c:pt idx="72703">
                  <c:v>89.96</c:v>
                </c:pt>
                <c:pt idx="72704">
                  <c:v>84.99</c:v>
                </c:pt>
                <c:pt idx="72705">
                  <c:v>84.99</c:v>
                </c:pt>
                <c:pt idx="72706">
                  <c:v>84.99</c:v>
                </c:pt>
                <c:pt idx="72707">
                  <c:v>84.99</c:v>
                </c:pt>
                <c:pt idx="72708">
                  <c:v>76.489999999999995</c:v>
                </c:pt>
                <c:pt idx="72709">
                  <c:v>84.99</c:v>
                </c:pt>
                <c:pt idx="72710">
                  <c:v>84.99</c:v>
                </c:pt>
                <c:pt idx="72711">
                  <c:v>84.99</c:v>
                </c:pt>
                <c:pt idx="72712">
                  <c:v>84.99</c:v>
                </c:pt>
                <c:pt idx="72713">
                  <c:v>84.99</c:v>
                </c:pt>
                <c:pt idx="72714">
                  <c:v>84.99</c:v>
                </c:pt>
                <c:pt idx="72715">
                  <c:v>84.99</c:v>
                </c:pt>
                <c:pt idx="72716">
                  <c:v>74.790000000000006</c:v>
                </c:pt>
                <c:pt idx="72717">
                  <c:v>92.84</c:v>
                </c:pt>
                <c:pt idx="72718">
                  <c:v>84.99</c:v>
                </c:pt>
                <c:pt idx="72719">
                  <c:v>109.98</c:v>
                </c:pt>
                <c:pt idx="72720">
                  <c:v>84.99</c:v>
                </c:pt>
                <c:pt idx="72721">
                  <c:v>99.98</c:v>
                </c:pt>
                <c:pt idx="72722">
                  <c:v>54.99</c:v>
                </c:pt>
                <c:pt idx="72723">
                  <c:v>94.43</c:v>
                </c:pt>
                <c:pt idx="72724">
                  <c:v>84.99</c:v>
                </c:pt>
                <c:pt idx="72725">
                  <c:v>99.98</c:v>
                </c:pt>
                <c:pt idx="72726">
                  <c:v>84.99</c:v>
                </c:pt>
                <c:pt idx="72727">
                  <c:v>84.97</c:v>
                </c:pt>
                <c:pt idx="72728">
                  <c:v>68.989999999999995</c:v>
                </c:pt>
                <c:pt idx="72729">
                  <c:v>109.98</c:v>
                </c:pt>
                <c:pt idx="72730">
                  <c:v>99.98</c:v>
                </c:pt>
                <c:pt idx="72731">
                  <c:v>9.99</c:v>
                </c:pt>
                <c:pt idx="72732">
                  <c:v>34.479999999999997</c:v>
                </c:pt>
                <c:pt idx="72733">
                  <c:v>91.96</c:v>
                </c:pt>
                <c:pt idx="72734">
                  <c:v>55.97</c:v>
                </c:pt>
                <c:pt idx="72735">
                  <c:v>47.48</c:v>
                </c:pt>
                <c:pt idx="72736">
                  <c:v>72.97</c:v>
                </c:pt>
                <c:pt idx="72737">
                  <c:v>103.96</c:v>
                </c:pt>
                <c:pt idx="72738">
                  <c:v>68.97</c:v>
                </c:pt>
                <c:pt idx="72739">
                  <c:v>47.48</c:v>
                </c:pt>
                <c:pt idx="72740">
                  <c:v>55.97</c:v>
                </c:pt>
                <c:pt idx="72741">
                  <c:v>68.97</c:v>
                </c:pt>
                <c:pt idx="72742">
                  <c:v>55.97</c:v>
                </c:pt>
                <c:pt idx="72743">
                  <c:v>51.98</c:v>
                </c:pt>
                <c:pt idx="72744">
                  <c:v>9.99</c:v>
                </c:pt>
                <c:pt idx="72745">
                  <c:v>114.95</c:v>
                </c:pt>
                <c:pt idx="72746">
                  <c:v>55.97</c:v>
                </c:pt>
                <c:pt idx="72747">
                  <c:v>74.98</c:v>
                </c:pt>
                <c:pt idx="72748">
                  <c:v>134.93</c:v>
                </c:pt>
                <c:pt idx="72749">
                  <c:v>55.97</c:v>
                </c:pt>
                <c:pt idx="72750">
                  <c:v>154.96</c:v>
                </c:pt>
                <c:pt idx="72751">
                  <c:v>96.37</c:v>
                </c:pt>
                <c:pt idx="72752">
                  <c:v>157.51</c:v>
                </c:pt>
                <c:pt idx="72753">
                  <c:v>163.19</c:v>
                </c:pt>
                <c:pt idx="72754">
                  <c:v>154.96</c:v>
                </c:pt>
                <c:pt idx="72755">
                  <c:v>73.959999999999994</c:v>
                </c:pt>
                <c:pt idx="72756">
                  <c:v>237.09</c:v>
                </c:pt>
                <c:pt idx="72757">
                  <c:v>104.98</c:v>
                </c:pt>
                <c:pt idx="72758">
                  <c:v>64.98</c:v>
                </c:pt>
                <c:pt idx="72759">
                  <c:v>36.29</c:v>
                </c:pt>
                <c:pt idx="72760">
                  <c:v>57.98</c:v>
                </c:pt>
                <c:pt idx="72761">
                  <c:v>65.98</c:v>
                </c:pt>
                <c:pt idx="72762">
                  <c:v>58.28</c:v>
                </c:pt>
                <c:pt idx="72763">
                  <c:v>65.98</c:v>
                </c:pt>
                <c:pt idx="72764">
                  <c:v>55.98</c:v>
                </c:pt>
                <c:pt idx="72765">
                  <c:v>65.989999999999995</c:v>
                </c:pt>
                <c:pt idx="72766">
                  <c:v>49.71</c:v>
                </c:pt>
                <c:pt idx="72767">
                  <c:v>84.97</c:v>
                </c:pt>
                <c:pt idx="72768">
                  <c:v>57.98</c:v>
                </c:pt>
                <c:pt idx="72769">
                  <c:v>67.98</c:v>
                </c:pt>
                <c:pt idx="72770">
                  <c:v>56.98</c:v>
                </c:pt>
                <c:pt idx="72771">
                  <c:v>60.99</c:v>
                </c:pt>
                <c:pt idx="72772">
                  <c:v>103.97</c:v>
                </c:pt>
                <c:pt idx="72773">
                  <c:v>91.98</c:v>
                </c:pt>
                <c:pt idx="72774">
                  <c:v>91.98</c:v>
                </c:pt>
                <c:pt idx="72775">
                  <c:v>79.989999999999995</c:v>
                </c:pt>
                <c:pt idx="72776">
                  <c:v>91.98</c:v>
                </c:pt>
                <c:pt idx="72777">
                  <c:v>91.98</c:v>
                </c:pt>
                <c:pt idx="72778">
                  <c:v>91.98</c:v>
                </c:pt>
                <c:pt idx="72779">
                  <c:v>95.98</c:v>
                </c:pt>
                <c:pt idx="72780">
                  <c:v>79.989999999999995</c:v>
                </c:pt>
                <c:pt idx="72781">
                  <c:v>103.97</c:v>
                </c:pt>
                <c:pt idx="72782">
                  <c:v>60.99</c:v>
                </c:pt>
                <c:pt idx="72783">
                  <c:v>99.95</c:v>
                </c:pt>
                <c:pt idx="72784">
                  <c:v>99.98</c:v>
                </c:pt>
                <c:pt idx="72785">
                  <c:v>39.99</c:v>
                </c:pt>
                <c:pt idx="72786">
                  <c:v>75.98</c:v>
                </c:pt>
                <c:pt idx="72787">
                  <c:v>99.98</c:v>
                </c:pt>
                <c:pt idx="72788">
                  <c:v>99.98</c:v>
                </c:pt>
                <c:pt idx="72789">
                  <c:v>74.98</c:v>
                </c:pt>
                <c:pt idx="72790">
                  <c:v>92.46</c:v>
                </c:pt>
                <c:pt idx="72791">
                  <c:v>59.97</c:v>
                </c:pt>
                <c:pt idx="72792">
                  <c:v>96.86</c:v>
                </c:pt>
                <c:pt idx="72793">
                  <c:v>99.98</c:v>
                </c:pt>
                <c:pt idx="72794">
                  <c:v>99.98</c:v>
                </c:pt>
                <c:pt idx="72795">
                  <c:v>75.98</c:v>
                </c:pt>
                <c:pt idx="72796">
                  <c:v>59.97</c:v>
                </c:pt>
                <c:pt idx="72797">
                  <c:v>79.98</c:v>
                </c:pt>
                <c:pt idx="72798">
                  <c:v>150.97</c:v>
                </c:pt>
                <c:pt idx="72799">
                  <c:v>125.17</c:v>
                </c:pt>
                <c:pt idx="72800">
                  <c:v>150.97</c:v>
                </c:pt>
                <c:pt idx="72801">
                  <c:v>125.68</c:v>
                </c:pt>
                <c:pt idx="72802">
                  <c:v>101.98</c:v>
                </c:pt>
                <c:pt idx="72803">
                  <c:v>99.98</c:v>
                </c:pt>
                <c:pt idx="72804">
                  <c:v>140.97</c:v>
                </c:pt>
                <c:pt idx="72805">
                  <c:v>145.63</c:v>
                </c:pt>
                <c:pt idx="72806">
                  <c:v>89.97</c:v>
                </c:pt>
                <c:pt idx="72807">
                  <c:v>87.46</c:v>
                </c:pt>
                <c:pt idx="72808">
                  <c:v>56.97</c:v>
                </c:pt>
                <c:pt idx="72809">
                  <c:v>74.97</c:v>
                </c:pt>
                <c:pt idx="72810">
                  <c:v>62.97</c:v>
                </c:pt>
                <c:pt idx="72811">
                  <c:v>89.97</c:v>
                </c:pt>
                <c:pt idx="72812">
                  <c:v>89.97</c:v>
                </c:pt>
                <c:pt idx="72813">
                  <c:v>83.26</c:v>
                </c:pt>
                <c:pt idx="72814">
                  <c:v>74.98</c:v>
                </c:pt>
                <c:pt idx="72815">
                  <c:v>89.97</c:v>
                </c:pt>
                <c:pt idx="72816">
                  <c:v>84.97</c:v>
                </c:pt>
                <c:pt idx="72817">
                  <c:v>74.97</c:v>
                </c:pt>
                <c:pt idx="72818">
                  <c:v>89.97</c:v>
                </c:pt>
                <c:pt idx="72819">
                  <c:v>84.99</c:v>
                </c:pt>
                <c:pt idx="72820">
                  <c:v>197.97</c:v>
                </c:pt>
                <c:pt idx="72821">
                  <c:v>169.98</c:v>
                </c:pt>
                <c:pt idx="72822">
                  <c:v>65.989999999999995</c:v>
                </c:pt>
                <c:pt idx="72823">
                  <c:v>84.99</c:v>
                </c:pt>
                <c:pt idx="72824">
                  <c:v>54.98</c:v>
                </c:pt>
                <c:pt idx="72825">
                  <c:v>59.95</c:v>
                </c:pt>
                <c:pt idx="72826">
                  <c:v>59.95</c:v>
                </c:pt>
                <c:pt idx="72827">
                  <c:v>66.95</c:v>
                </c:pt>
                <c:pt idx="72828">
                  <c:v>63.05</c:v>
                </c:pt>
                <c:pt idx="72829">
                  <c:v>54.98</c:v>
                </c:pt>
                <c:pt idx="72830">
                  <c:v>56.97</c:v>
                </c:pt>
                <c:pt idx="72831">
                  <c:v>67.97</c:v>
                </c:pt>
                <c:pt idx="72832">
                  <c:v>129.96</c:v>
                </c:pt>
                <c:pt idx="72833">
                  <c:v>44.99</c:v>
                </c:pt>
                <c:pt idx="72834">
                  <c:v>69.98</c:v>
                </c:pt>
                <c:pt idx="72835">
                  <c:v>121.96</c:v>
                </c:pt>
                <c:pt idx="72836">
                  <c:v>29.99</c:v>
                </c:pt>
                <c:pt idx="72837">
                  <c:v>147.96</c:v>
                </c:pt>
                <c:pt idx="72838">
                  <c:v>179.95</c:v>
                </c:pt>
                <c:pt idx="72839">
                  <c:v>129.16</c:v>
                </c:pt>
                <c:pt idx="72840">
                  <c:v>158.94999999999999</c:v>
                </c:pt>
                <c:pt idx="72841">
                  <c:v>139.96</c:v>
                </c:pt>
                <c:pt idx="72842">
                  <c:v>147.97999999999999</c:v>
                </c:pt>
                <c:pt idx="72843">
                  <c:v>168.27</c:v>
                </c:pt>
                <c:pt idx="72844">
                  <c:v>144.47999999999999</c:v>
                </c:pt>
                <c:pt idx="72845">
                  <c:v>137.97999999999999</c:v>
                </c:pt>
                <c:pt idx="72846">
                  <c:v>258.26</c:v>
                </c:pt>
                <c:pt idx="72847">
                  <c:v>49.99</c:v>
                </c:pt>
                <c:pt idx="72848">
                  <c:v>54.98</c:v>
                </c:pt>
                <c:pt idx="72849">
                  <c:v>119.98</c:v>
                </c:pt>
                <c:pt idx="72850">
                  <c:v>26.99</c:v>
                </c:pt>
                <c:pt idx="72851">
                  <c:v>72.97</c:v>
                </c:pt>
                <c:pt idx="72852">
                  <c:v>134.97</c:v>
                </c:pt>
                <c:pt idx="72853">
                  <c:v>95.98</c:v>
                </c:pt>
                <c:pt idx="72854">
                  <c:v>1247.54</c:v>
                </c:pt>
                <c:pt idx="72855">
                  <c:v>73.98</c:v>
                </c:pt>
                <c:pt idx="72856">
                  <c:v>73.98</c:v>
                </c:pt>
                <c:pt idx="72857">
                  <c:v>73.98</c:v>
                </c:pt>
                <c:pt idx="72858">
                  <c:v>73.98</c:v>
                </c:pt>
                <c:pt idx="72859">
                  <c:v>73.98</c:v>
                </c:pt>
                <c:pt idx="72860">
                  <c:v>57.98</c:v>
                </c:pt>
                <c:pt idx="72861">
                  <c:v>73.98</c:v>
                </c:pt>
                <c:pt idx="72862">
                  <c:v>73.98</c:v>
                </c:pt>
                <c:pt idx="72863">
                  <c:v>73.98</c:v>
                </c:pt>
                <c:pt idx="72864">
                  <c:v>73.98</c:v>
                </c:pt>
                <c:pt idx="72865">
                  <c:v>73.98</c:v>
                </c:pt>
                <c:pt idx="72866">
                  <c:v>73.98</c:v>
                </c:pt>
                <c:pt idx="72867">
                  <c:v>96.98</c:v>
                </c:pt>
                <c:pt idx="72868">
                  <c:v>54.98</c:v>
                </c:pt>
                <c:pt idx="72869">
                  <c:v>84.99</c:v>
                </c:pt>
                <c:pt idx="72870">
                  <c:v>84.99</c:v>
                </c:pt>
                <c:pt idx="72871">
                  <c:v>74.67</c:v>
                </c:pt>
                <c:pt idx="72872">
                  <c:v>84.99</c:v>
                </c:pt>
                <c:pt idx="72873">
                  <c:v>96.98</c:v>
                </c:pt>
                <c:pt idx="72874">
                  <c:v>108.97</c:v>
                </c:pt>
                <c:pt idx="72875">
                  <c:v>84.99</c:v>
                </c:pt>
                <c:pt idx="72876">
                  <c:v>84.99</c:v>
                </c:pt>
                <c:pt idx="72877">
                  <c:v>108.97</c:v>
                </c:pt>
                <c:pt idx="72878">
                  <c:v>127.97</c:v>
                </c:pt>
                <c:pt idx="72879">
                  <c:v>-162.47999999999999</c:v>
                </c:pt>
                <c:pt idx="72880">
                  <c:v>162.47999999999999</c:v>
                </c:pt>
                <c:pt idx="72881">
                  <c:v>94.48</c:v>
                </c:pt>
                <c:pt idx="72882">
                  <c:v>162.47999999999999</c:v>
                </c:pt>
                <c:pt idx="72883">
                  <c:v>30.73</c:v>
                </c:pt>
                <c:pt idx="72884">
                  <c:v>73.48</c:v>
                </c:pt>
                <c:pt idx="72885">
                  <c:v>100.49</c:v>
                </c:pt>
                <c:pt idx="72886">
                  <c:v>202.45</c:v>
                </c:pt>
                <c:pt idx="72887">
                  <c:v>80.489999999999995</c:v>
                </c:pt>
                <c:pt idx="72888">
                  <c:v>79.989999999999995</c:v>
                </c:pt>
                <c:pt idx="72889">
                  <c:v>-162.47999999999999</c:v>
                </c:pt>
                <c:pt idx="72890">
                  <c:v>94.57</c:v>
                </c:pt>
                <c:pt idx="72891">
                  <c:v>162.47999999999999</c:v>
                </c:pt>
                <c:pt idx="72892">
                  <c:v>162.47999999999999</c:v>
                </c:pt>
                <c:pt idx="72893">
                  <c:v>-220.47</c:v>
                </c:pt>
                <c:pt idx="72894">
                  <c:v>79.989999999999995</c:v>
                </c:pt>
                <c:pt idx="72895">
                  <c:v>-0.75</c:v>
                </c:pt>
                <c:pt idx="72896">
                  <c:v>71.459999999999994</c:v>
                </c:pt>
                <c:pt idx="72897">
                  <c:v>66.239999999999995</c:v>
                </c:pt>
                <c:pt idx="72898">
                  <c:v>84.99</c:v>
                </c:pt>
                <c:pt idx="72899">
                  <c:v>62.02</c:v>
                </c:pt>
                <c:pt idx="72900">
                  <c:v>66.239999999999995</c:v>
                </c:pt>
                <c:pt idx="72901">
                  <c:v>62.02</c:v>
                </c:pt>
                <c:pt idx="72902">
                  <c:v>84.99</c:v>
                </c:pt>
                <c:pt idx="72903">
                  <c:v>169.98</c:v>
                </c:pt>
                <c:pt idx="72904">
                  <c:v>62.09</c:v>
                </c:pt>
                <c:pt idx="72905">
                  <c:v>169.98</c:v>
                </c:pt>
                <c:pt idx="72906">
                  <c:v>84.99</c:v>
                </c:pt>
                <c:pt idx="72907">
                  <c:v>62.09</c:v>
                </c:pt>
                <c:pt idx="72908">
                  <c:v>73.98</c:v>
                </c:pt>
                <c:pt idx="72909">
                  <c:v>73.98</c:v>
                </c:pt>
                <c:pt idx="72910">
                  <c:v>76.489999999999995</c:v>
                </c:pt>
                <c:pt idx="72911">
                  <c:v>169.98</c:v>
                </c:pt>
                <c:pt idx="72912">
                  <c:v>72.599999999999994</c:v>
                </c:pt>
                <c:pt idx="72913">
                  <c:v>80.739999999999995</c:v>
                </c:pt>
                <c:pt idx="72914">
                  <c:v>76.489999999999995</c:v>
                </c:pt>
                <c:pt idx="72915">
                  <c:v>84.99</c:v>
                </c:pt>
                <c:pt idx="72916">
                  <c:v>84.99</c:v>
                </c:pt>
                <c:pt idx="72917">
                  <c:v>76.489999999999995</c:v>
                </c:pt>
                <c:pt idx="72918">
                  <c:v>76.489999999999995</c:v>
                </c:pt>
                <c:pt idx="72919">
                  <c:v>42.22</c:v>
                </c:pt>
                <c:pt idx="72920">
                  <c:v>42.22</c:v>
                </c:pt>
                <c:pt idx="72921">
                  <c:v>76.489999999999995</c:v>
                </c:pt>
                <c:pt idx="72922">
                  <c:v>80.739999999999995</c:v>
                </c:pt>
                <c:pt idx="72923">
                  <c:v>89.98</c:v>
                </c:pt>
                <c:pt idx="72924">
                  <c:v>76.489999999999995</c:v>
                </c:pt>
                <c:pt idx="72925">
                  <c:v>76.489999999999995</c:v>
                </c:pt>
                <c:pt idx="72926">
                  <c:v>76.489999999999995</c:v>
                </c:pt>
                <c:pt idx="72927">
                  <c:v>72.239999999999995</c:v>
                </c:pt>
                <c:pt idx="72928">
                  <c:v>71.98</c:v>
                </c:pt>
                <c:pt idx="72929">
                  <c:v>71.98</c:v>
                </c:pt>
                <c:pt idx="72930">
                  <c:v>72.239999999999995</c:v>
                </c:pt>
                <c:pt idx="72931">
                  <c:v>84.99</c:v>
                </c:pt>
                <c:pt idx="72932">
                  <c:v>72.599999999999994</c:v>
                </c:pt>
                <c:pt idx="72933">
                  <c:v>89.98</c:v>
                </c:pt>
                <c:pt idx="72934">
                  <c:v>169.98</c:v>
                </c:pt>
                <c:pt idx="72935">
                  <c:v>79.989999999999995</c:v>
                </c:pt>
                <c:pt idx="72936">
                  <c:v>99.98</c:v>
                </c:pt>
                <c:pt idx="72937">
                  <c:v>84.98</c:v>
                </c:pt>
                <c:pt idx="72938">
                  <c:v>79.989999999999995</c:v>
                </c:pt>
                <c:pt idx="72939">
                  <c:v>71.98</c:v>
                </c:pt>
                <c:pt idx="72940">
                  <c:v>79.989999999999995</c:v>
                </c:pt>
                <c:pt idx="72941">
                  <c:v>99.98</c:v>
                </c:pt>
                <c:pt idx="72942">
                  <c:v>74.010000000000005</c:v>
                </c:pt>
                <c:pt idx="72943">
                  <c:v>79.989999999999995</c:v>
                </c:pt>
                <c:pt idx="72944">
                  <c:v>120.84</c:v>
                </c:pt>
                <c:pt idx="72945">
                  <c:v>65.98</c:v>
                </c:pt>
                <c:pt idx="72946">
                  <c:v>79.989999999999995</c:v>
                </c:pt>
                <c:pt idx="72947">
                  <c:v>63.45</c:v>
                </c:pt>
                <c:pt idx="72948">
                  <c:v>105.98</c:v>
                </c:pt>
                <c:pt idx="72949">
                  <c:v>65.989999999999995</c:v>
                </c:pt>
                <c:pt idx="72950">
                  <c:v>67.489999999999995</c:v>
                </c:pt>
                <c:pt idx="72951">
                  <c:v>101.96</c:v>
                </c:pt>
                <c:pt idx="72952">
                  <c:v>81.98</c:v>
                </c:pt>
                <c:pt idx="72953">
                  <c:v>116.53</c:v>
                </c:pt>
                <c:pt idx="72954">
                  <c:v>64.819999999999993</c:v>
                </c:pt>
                <c:pt idx="72955">
                  <c:v>53.98</c:v>
                </c:pt>
                <c:pt idx="72956">
                  <c:v>96.25</c:v>
                </c:pt>
                <c:pt idx="72957">
                  <c:v>81.98</c:v>
                </c:pt>
                <c:pt idx="72958">
                  <c:v>77.98</c:v>
                </c:pt>
                <c:pt idx="72959">
                  <c:v>107.96</c:v>
                </c:pt>
                <c:pt idx="72960">
                  <c:v>80.97</c:v>
                </c:pt>
                <c:pt idx="72961">
                  <c:v>89.97</c:v>
                </c:pt>
                <c:pt idx="72962">
                  <c:v>84.97</c:v>
                </c:pt>
                <c:pt idx="72963">
                  <c:v>80.97</c:v>
                </c:pt>
                <c:pt idx="72964">
                  <c:v>81.599999999999994</c:v>
                </c:pt>
                <c:pt idx="72965">
                  <c:v>76.47</c:v>
                </c:pt>
                <c:pt idx="72966">
                  <c:v>76.47</c:v>
                </c:pt>
                <c:pt idx="72967">
                  <c:v>94.46</c:v>
                </c:pt>
                <c:pt idx="72968">
                  <c:v>85.97</c:v>
                </c:pt>
                <c:pt idx="72969">
                  <c:v>92.98</c:v>
                </c:pt>
                <c:pt idx="72970">
                  <c:v>105.97</c:v>
                </c:pt>
                <c:pt idx="72971">
                  <c:v>127.95</c:v>
                </c:pt>
                <c:pt idx="72972">
                  <c:v>122.16</c:v>
                </c:pt>
                <c:pt idx="72973">
                  <c:v>81.98</c:v>
                </c:pt>
                <c:pt idx="72974">
                  <c:v>29.29</c:v>
                </c:pt>
                <c:pt idx="72975">
                  <c:v>84.98</c:v>
                </c:pt>
                <c:pt idx="72976">
                  <c:v>87.97</c:v>
                </c:pt>
                <c:pt idx="72977">
                  <c:v>65.98</c:v>
                </c:pt>
                <c:pt idx="72978">
                  <c:v>87.97</c:v>
                </c:pt>
                <c:pt idx="72979">
                  <c:v>25.09</c:v>
                </c:pt>
                <c:pt idx="72980">
                  <c:v>29.29</c:v>
                </c:pt>
                <c:pt idx="72981">
                  <c:v>84.98</c:v>
                </c:pt>
                <c:pt idx="72982">
                  <c:v>65.98</c:v>
                </c:pt>
                <c:pt idx="72983">
                  <c:v>25.09</c:v>
                </c:pt>
                <c:pt idx="72984">
                  <c:v>29.29</c:v>
                </c:pt>
                <c:pt idx="72985">
                  <c:v>29.29</c:v>
                </c:pt>
                <c:pt idx="72986">
                  <c:v>263.95999999999998</c:v>
                </c:pt>
                <c:pt idx="72987">
                  <c:v>161.62</c:v>
                </c:pt>
                <c:pt idx="72988">
                  <c:v>65.989999999999995</c:v>
                </c:pt>
                <c:pt idx="72989">
                  <c:v>84.99</c:v>
                </c:pt>
                <c:pt idx="72990">
                  <c:v>169.98</c:v>
                </c:pt>
                <c:pt idx="72991">
                  <c:v>65.989999999999995</c:v>
                </c:pt>
                <c:pt idx="72992">
                  <c:v>239.54</c:v>
                </c:pt>
                <c:pt idx="72993">
                  <c:v>231.06</c:v>
                </c:pt>
                <c:pt idx="72994">
                  <c:v>24.78</c:v>
                </c:pt>
                <c:pt idx="72995">
                  <c:v>260.08999999999997</c:v>
                </c:pt>
                <c:pt idx="72996">
                  <c:v>143.47</c:v>
                </c:pt>
                <c:pt idx="72997">
                  <c:v>79.849999999999994</c:v>
                </c:pt>
                <c:pt idx="72998">
                  <c:v>139.13</c:v>
                </c:pt>
                <c:pt idx="72999">
                  <c:v>108.85</c:v>
                </c:pt>
                <c:pt idx="73000">
                  <c:v>-45.02</c:v>
                </c:pt>
                <c:pt idx="73001">
                  <c:v>151.29</c:v>
                </c:pt>
                <c:pt idx="73002">
                  <c:v>64.3</c:v>
                </c:pt>
                <c:pt idx="73003">
                  <c:v>129.68</c:v>
                </c:pt>
                <c:pt idx="73004">
                  <c:v>123.2</c:v>
                </c:pt>
                <c:pt idx="73005">
                  <c:v>51.96</c:v>
                </c:pt>
                <c:pt idx="73006">
                  <c:v>64.3</c:v>
                </c:pt>
                <c:pt idx="73007">
                  <c:v>49.94</c:v>
                </c:pt>
                <c:pt idx="73008">
                  <c:v>62.19</c:v>
                </c:pt>
                <c:pt idx="73009">
                  <c:v>99.98</c:v>
                </c:pt>
                <c:pt idx="73010">
                  <c:v>99.98</c:v>
                </c:pt>
                <c:pt idx="73011">
                  <c:v>84.99</c:v>
                </c:pt>
                <c:pt idx="73012">
                  <c:v>84.99</c:v>
                </c:pt>
                <c:pt idx="73013">
                  <c:v>99.98</c:v>
                </c:pt>
                <c:pt idx="73014">
                  <c:v>99.98</c:v>
                </c:pt>
                <c:pt idx="73015">
                  <c:v>118.98</c:v>
                </c:pt>
                <c:pt idx="73016">
                  <c:v>84.99</c:v>
                </c:pt>
                <c:pt idx="73017">
                  <c:v>79.98</c:v>
                </c:pt>
                <c:pt idx="73018">
                  <c:v>75.989999999999995</c:v>
                </c:pt>
                <c:pt idx="73019">
                  <c:v>118.98</c:v>
                </c:pt>
                <c:pt idx="73020">
                  <c:v>114.97</c:v>
                </c:pt>
                <c:pt idx="73021">
                  <c:v>169.98</c:v>
                </c:pt>
                <c:pt idx="73022">
                  <c:v>159.97999999999999</c:v>
                </c:pt>
                <c:pt idx="73023">
                  <c:v>169.98</c:v>
                </c:pt>
                <c:pt idx="73024">
                  <c:v>79.98</c:v>
                </c:pt>
                <c:pt idx="73025">
                  <c:v>197.97</c:v>
                </c:pt>
                <c:pt idx="73026">
                  <c:v>223.92</c:v>
                </c:pt>
                <c:pt idx="73027">
                  <c:v>288.33999999999997</c:v>
                </c:pt>
                <c:pt idx="73028">
                  <c:v>280.39999999999998</c:v>
                </c:pt>
                <c:pt idx="73029">
                  <c:v>-48.05</c:v>
                </c:pt>
                <c:pt idx="73030">
                  <c:v>111.96</c:v>
                </c:pt>
                <c:pt idx="73031">
                  <c:v>67.03</c:v>
                </c:pt>
                <c:pt idx="73032">
                  <c:v>79.98</c:v>
                </c:pt>
                <c:pt idx="73033">
                  <c:v>85.98</c:v>
                </c:pt>
                <c:pt idx="73034">
                  <c:v>131.97999999999999</c:v>
                </c:pt>
                <c:pt idx="73035">
                  <c:v>151.97</c:v>
                </c:pt>
                <c:pt idx="73036">
                  <c:v>90.88</c:v>
                </c:pt>
                <c:pt idx="73037">
                  <c:v>131.97999999999999</c:v>
                </c:pt>
                <c:pt idx="73038">
                  <c:v>254.97</c:v>
                </c:pt>
                <c:pt idx="73039">
                  <c:v>40.28</c:v>
                </c:pt>
                <c:pt idx="73040">
                  <c:v>84.99</c:v>
                </c:pt>
                <c:pt idx="73041">
                  <c:v>339.96</c:v>
                </c:pt>
                <c:pt idx="73042">
                  <c:v>256.27</c:v>
                </c:pt>
                <c:pt idx="73043">
                  <c:v>239.96</c:v>
                </c:pt>
                <c:pt idx="73044">
                  <c:v>124.98</c:v>
                </c:pt>
                <c:pt idx="73045">
                  <c:v>134.97999999999999</c:v>
                </c:pt>
                <c:pt idx="73046">
                  <c:v>99.98</c:v>
                </c:pt>
                <c:pt idx="73047">
                  <c:v>134.97999999999999</c:v>
                </c:pt>
                <c:pt idx="73048">
                  <c:v>129.58000000000001</c:v>
                </c:pt>
                <c:pt idx="73049">
                  <c:v>169.96</c:v>
                </c:pt>
                <c:pt idx="73050">
                  <c:v>134.97999999999999</c:v>
                </c:pt>
                <c:pt idx="73051">
                  <c:v>127.93</c:v>
                </c:pt>
                <c:pt idx="73052">
                  <c:v>154.97</c:v>
                </c:pt>
                <c:pt idx="73053">
                  <c:v>61.98</c:v>
                </c:pt>
                <c:pt idx="73054">
                  <c:v>56.08</c:v>
                </c:pt>
                <c:pt idx="73055">
                  <c:v>55.97</c:v>
                </c:pt>
                <c:pt idx="73056">
                  <c:v>55.98</c:v>
                </c:pt>
                <c:pt idx="73057">
                  <c:v>51.98</c:v>
                </c:pt>
                <c:pt idx="73058">
                  <c:v>90.97</c:v>
                </c:pt>
                <c:pt idx="73059">
                  <c:v>95.97</c:v>
                </c:pt>
                <c:pt idx="73060">
                  <c:v>71.06</c:v>
                </c:pt>
                <c:pt idx="73061">
                  <c:v>65.98</c:v>
                </c:pt>
                <c:pt idx="73062">
                  <c:v>60.98</c:v>
                </c:pt>
                <c:pt idx="73063">
                  <c:v>59.98</c:v>
                </c:pt>
                <c:pt idx="73064">
                  <c:v>65.98</c:v>
                </c:pt>
                <c:pt idx="73065">
                  <c:v>53.98</c:v>
                </c:pt>
                <c:pt idx="73066">
                  <c:v>-1.5</c:v>
                </c:pt>
                <c:pt idx="73067">
                  <c:v>76.489999999999995</c:v>
                </c:pt>
                <c:pt idx="73068">
                  <c:v>90.08</c:v>
                </c:pt>
                <c:pt idx="73069">
                  <c:v>99.98</c:v>
                </c:pt>
                <c:pt idx="73070">
                  <c:v>10.78</c:v>
                </c:pt>
                <c:pt idx="73071">
                  <c:v>103.98</c:v>
                </c:pt>
                <c:pt idx="73072">
                  <c:v>76.489999999999995</c:v>
                </c:pt>
                <c:pt idx="73073">
                  <c:v>84.99</c:v>
                </c:pt>
                <c:pt idx="73074">
                  <c:v>84.99</c:v>
                </c:pt>
                <c:pt idx="73075">
                  <c:v>76.489999999999995</c:v>
                </c:pt>
                <c:pt idx="73076">
                  <c:v>84.99</c:v>
                </c:pt>
                <c:pt idx="73077">
                  <c:v>84.99</c:v>
                </c:pt>
                <c:pt idx="73078">
                  <c:v>56.98</c:v>
                </c:pt>
                <c:pt idx="73079">
                  <c:v>13.48</c:v>
                </c:pt>
                <c:pt idx="73080">
                  <c:v>46.49</c:v>
                </c:pt>
                <c:pt idx="73081">
                  <c:v>38.479999999999997</c:v>
                </c:pt>
                <c:pt idx="73082">
                  <c:v>65.989999999999995</c:v>
                </c:pt>
                <c:pt idx="73083">
                  <c:v>56.98</c:v>
                </c:pt>
                <c:pt idx="73084">
                  <c:v>49.48</c:v>
                </c:pt>
                <c:pt idx="73085">
                  <c:v>56.98</c:v>
                </c:pt>
                <c:pt idx="73086">
                  <c:v>41.49</c:v>
                </c:pt>
                <c:pt idx="73087">
                  <c:v>77.98</c:v>
                </c:pt>
                <c:pt idx="73088">
                  <c:v>56.98</c:v>
                </c:pt>
                <c:pt idx="73089">
                  <c:v>74.97</c:v>
                </c:pt>
                <c:pt idx="73090">
                  <c:v>56.98</c:v>
                </c:pt>
                <c:pt idx="73091">
                  <c:v>40.479999999999997</c:v>
                </c:pt>
                <c:pt idx="73092">
                  <c:v>56.98</c:v>
                </c:pt>
                <c:pt idx="73093">
                  <c:v>77.98</c:v>
                </c:pt>
                <c:pt idx="73094">
                  <c:v>56.98</c:v>
                </c:pt>
                <c:pt idx="73095">
                  <c:v>56.98</c:v>
                </c:pt>
                <c:pt idx="73096">
                  <c:v>56.98</c:v>
                </c:pt>
                <c:pt idx="73097">
                  <c:v>56.98</c:v>
                </c:pt>
                <c:pt idx="73098">
                  <c:v>-105.94</c:v>
                </c:pt>
                <c:pt idx="73099">
                  <c:v>105.94</c:v>
                </c:pt>
                <c:pt idx="73100">
                  <c:v>99.98</c:v>
                </c:pt>
                <c:pt idx="73101">
                  <c:v>99.98</c:v>
                </c:pt>
                <c:pt idx="73102">
                  <c:v>99.98</c:v>
                </c:pt>
                <c:pt idx="73103">
                  <c:v>99.98</c:v>
                </c:pt>
                <c:pt idx="73104">
                  <c:v>99.98</c:v>
                </c:pt>
                <c:pt idx="73105">
                  <c:v>99.98</c:v>
                </c:pt>
                <c:pt idx="73106">
                  <c:v>108.92</c:v>
                </c:pt>
                <c:pt idx="73107">
                  <c:v>115.55</c:v>
                </c:pt>
                <c:pt idx="73108">
                  <c:v>126.61</c:v>
                </c:pt>
                <c:pt idx="73109">
                  <c:v>269.3</c:v>
                </c:pt>
                <c:pt idx="73110">
                  <c:v>125.46</c:v>
                </c:pt>
                <c:pt idx="73111">
                  <c:v>89.23</c:v>
                </c:pt>
                <c:pt idx="73112">
                  <c:v>134.96</c:v>
                </c:pt>
                <c:pt idx="73113">
                  <c:v>84.67</c:v>
                </c:pt>
                <c:pt idx="73114">
                  <c:v>263.14</c:v>
                </c:pt>
                <c:pt idx="73115">
                  <c:v>20.85</c:v>
                </c:pt>
                <c:pt idx="73116">
                  <c:v>269.91000000000003</c:v>
                </c:pt>
                <c:pt idx="73117">
                  <c:v>185.93</c:v>
                </c:pt>
                <c:pt idx="73118">
                  <c:v>122.56</c:v>
                </c:pt>
                <c:pt idx="73119">
                  <c:v>158.94999999999999</c:v>
                </c:pt>
                <c:pt idx="73120">
                  <c:v>89.97</c:v>
                </c:pt>
                <c:pt idx="73121">
                  <c:v>185.94</c:v>
                </c:pt>
                <c:pt idx="73122">
                  <c:v>92.57</c:v>
                </c:pt>
                <c:pt idx="73123">
                  <c:v>183.09</c:v>
                </c:pt>
                <c:pt idx="73124">
                  <c:v>195.82</c:v>
                </c:pt>
                <c:pt idx="73125">
                  <c:v>297.95999999999998</c:v>
                </c:pt>
                <c:pt idx="73126">
                  <c:v>149.97</c:v>
                </c:pt>
                <c:pt idx="73127">
                  <c:v>211.35</c:v>
                </c:pt>
                <c:pt idx="73128">
                  <c:v>31.48</c:v>
                </c:pt>
                <c:pt idx="73129">
                  <c:v>129.96</c:v>
                </c:pt>
                <c:pt idx="73130">
                  <c:v>164.98</c:v>
                </c:pt>
                <c:pt idx="73131">
                  <c:v>169.17</c:v>
                </c:pt>
                <c:pt idx="73132">
                  <c:v>148.97999999999999</c:v>
                </c:pt>
                <c:pt idx="73133">
                  <c:v>126.98</c:v>
                </c:pt>
                <c:pt idx="73134">
                  <c:v>103.12</c:v>
                </c:pt>
                <c:pt idx="73135">
                  <c:v>63.97</c:v>
                </c:pt>
                <c:pt idx="73136">
                  <c:v>52.97</c:v>
                </c:pt>
                <c:pt idx="73137">
                  <c:v>55.96</c:v>
                </c:pt>
                <c:pt idx="73138">
                  <c:v>55.96</c:v>
                </c:pt>
                <c:pt idx="73139">
                  <c:v>51.96</c:v>
                </c:pt>
                <c:pt idx="73140">
                  <c:v>51.96</c:v>
                </c:pt>
                <c:pt idx="73141">
                  <c:v>63.97</c:v>
                </c:pt>
                <c:pt idx="73142">
                  <c:v>55.96</c:v>
                </c:pt>
                <c:pt idx="73143">
                  <c:v>169.98</c:v>
                </c:pt>
                <c:pt idx="73144">
                  <c:v>104.69</c:v>
                </c:pt>
                <c:pt idx="73145">
                  <c:v>163.96</c:v>
                </c:pt>
                <c:pt idx="73146">
                  <c:v>201.96</c:v>
                </c:pt>
                <c:pt idx="73147">
                  <c:v>99.98</c:v>
                </c:pt>
                <c:pt idx="73148">
                  <c:v>40.49</c:v>
                </c:pt>
                <c:pt idx="73149">
                  <c:v>131.97999999999999</c:v>
                </c:pt>
                <c:pt idx="73150">
                  <c:v>114.98</c:v>
                </c:pt>
                <c:pt idx="73151">
                  <c:v>85.98</c:v>
                </c:pt>
                <c:pt idx="73152">
                  <c:v>84.99</c:v>
                </c:pt>
                <c:pt idx="73153">
                  <c:v>84.99</c:v>
                </c:pt>
                <c:pt idx="73154">
                  <c:v>159.97999999999999</c:v>
                </c:pt>
                <c:pt idx="73155">
                  <c:v>41.49</c:v>
                </c:pt>
                <c:pt idx="73156">
                  <c:v>84.99</c:v>
                </c:pt>
                <c:pt idx="73157">
                  <c:v>84.99</c:v>
                </c:pt>
                <c:pt idx="73158">
                  <c:v>84.99</c:v>
                </c:pt>
                <c:pt idx="73159">
                  <c:v>84.99</c:v>
                </c:pt>
                <c:pt idx="73160">
                  <c:v>72.239999999999995</c:v>
                </c:pt>
                <c:pt idx="73161">
                  <c:v>83.74</c:v>
                </c:pt>
                <c:pt idx="73162">
                  <c:v>84.99</c:v>
                </c:pt>
                <c:pt idx="73163">
                  <c:v>173.01</c:v>
                </c:pt>
                <c:pt idx="73164">
                  <c:v>89.94</c:v>
                </c:pt>
                <c:pt idx="73165">
                  <c:v>59.39</c:v>
                </c:pt>
                <c:pt idx="73166">
                  <c:v>65.989999999999995</c:v>
                </c:pt>
                <c:pt idx="73167">
                  <c:v>59.98</c:v>
                </c:pt>
                <c:pt idx="73168">
                  <c:v>252.91</c:v>
                </c:pt>
                <c:pt idx="73169">
                  <c:v>250.76</c:v>
                </c:pt>
                <c:pt idx="73170">
                  <c:v>107.45</c:v>
                </c:pt>
                <c:pt idx="73171">
                  <c:v>71.959999999999994</c:v>
                </c:pt>
                <c:pt idx="73172">
                  <c:v>107.45</c:v>
                </c:pt>
                <c:pt idx="73173">
                  <c:v>107.45</c:v>
                </c:pt>
                <c:pt idx="73174">
                  <c:v>107.45</c:v>
                </c:pt>
                <c:pt idx="73175">
                  <c:v>107.45</c:v>
                </c:pt>
                <c:pt idx="73176">
                  <c:v>107.45</c:v>
                </c:pt>
                <c:pt idx="73177">
                  <c:v>49.87</c:v>
                </c:pt>
                <c:pt idx="73178">
                  <c:v>107.45</c:v>
                </c:pt>
                <c:pt idx="73179">
                  <c:v>128.94</c:v>
                </c:pt>
                <c:pt idx="73180">
                  <c:v>107.45</c:v>
                </c:pt>
                <c:pt idx="73181">
                  <c:v>107.45</c:v>
                </c:pt>
                <c:pt idx="73182">
                  <c:v>170.97</c:v>
                </c:pt>
                <c:pt idx="73183">
                  <c:v>173.89</c:v>
                </c:pt>
                <c:pt idx="73184">
                  <c:v>63.96</c:v>
                </c:pt>
                <c:pt idx="73185">
                  <c:v>167.96</c:v>
                </c:pt>
                <c:pt idx="73186">
                  <c:v>172.76</c:v>
                </c:pt>
                <c:pt idx="73187">
                  <c:v>184.97</c:v>
                </c:pt>
                <c:pt idx="73188">
                  <c:v>134.97999999999999</c:v>
                </c:pt>
                <c:pt idx="73189">
                  <c:v>162.31</c:v>
                </c:pt>
                <c:pt idx="73190">
                  <c:v>159.97999999999999</c:v>
                </c:pt>
                <c:pt idx="73191">
                  <c:v>219.97</c:v>
                </c:pt>
                <c:pt idx="73192">
                  <c:v>65.989999999999995</c:v>
                </c:pt>
                <c:pt idx="73193">
                  <c:v>137.97999999999999</c:v>
                </c:pt>
                <c:pt idx="73194">
                  <c:v>104.05</c:v>
                </c:pt>
                <c:pt idx="73195">
                  <c:v>131.97999999999999</c:v>
                </c:pt>
                <c:pt idx="73196">
                  <c:v>79.98</c:v>
                </c:pt>
                <c:pt idx="73197">
                  <c:v>206.97</c:v>
                </c:pt>
                <c:pt idx="73198">
                  <c:v>169.98</c:v>
                </c:pt>
                <c:pt idx="73199">
                  <c:v>169.98</c:v>
                </c:pt>
                <c:pt idx="73200">
                  <c:v>137.97999999999999</c:v>
                </c:pt>
                <c:pt idx="73201">
                  <c:v>59.99</c:v>
                </c:pt>
                <c:pt idx="73202">
                  <c:v>135.09</c:v>
                </c:pt>
                <c:pt idx="73203">
                  <c:v>99.98</c:v>
                </c:pt>
                <c:pt idx="73204">
                  <c:v>79.989999999999995</c:v>
                </c:pt>
                <c:pt idx="73205">
                  <c:v>35.619999999999997</c:v>
                </c:pt>
                <c:pt idx="73206">
                  <c:v>84.99</c:v>
                </c:pt>
                <c:pt idx="73207">
                  <c:v>122.98</c:v>
                </c:pt>
                <c:pt idx="73208">
                  <c:v>66.27</c:v>
                </c:pt>
                <c:pt idx="73209">
                  <c:v>56.98</c:v>
                </c:pt>
                <c:pt idx="73210">
                  <c:v>14.99</c:v>
                </c:pt>
                <c:pt idx="73211">
                  <c:v>124.97</c:v>
                </c:pt>
                <c:pt idx="73212">
                  <c:v>81.56</c:v>
                </c:pt>
                <c:pt idx="73213">
                  <c:v>77.400000000000006</c:v>
                </c:pt>
                <c:pt idx="73214">
                  <c:v>108.88</c:v>
                </c:pt>
                <c:pt idx="73215">
                  <c:v>141.53</c:v>
                </c:pt>
                <c:pt idx="73216">
                  <c:v>92.54</c:v>
                </c:pt>
                <c:pt idx="73217">
                  <c:v>77.400000000000006</c:v>
                </c:pt>
                <c:pt idx="73218">
                  <c:v>73.77</c:v>
                </c:pt>
                <c:pt idx="73219">
                  <c:v>49.57</c:v>
                </c:pt>
                <c:pt idx="73220">
                  <c:v>88.27</c:v>
                </c:pt>
                <c:pt idx="73221">
                  <c:v>81.02</c:v>
                </c:pt>
                <c:pt idx="73222">
                  <c:v>103.41</c:v>
                </c:pt>
                <c:pt idx="73223">
                  <c:v>99.17</c:v>
                </c:pt>
                <c:pt idx="73224">
                  <c:v>103.41</c:v>
                </c:pt>
                <c:pt idx="73225">
                  <c:v>203.45</c:v>
                </c:pt>
                <c:pt idx="73226">
                  <c:v>160.97</c:v>
                </c:pt>
                <c:pt idx="73227">
                  <c:v>108.88</c:v>
                </c:pt>
                <c:pt idx="73228">
                  <c:v>53.46</c:v>
                </c:pt>
                <c:pt idx="73229">
                  <c:v>85.52</c:v>
                </c:pt>
                <c:pt idx="73230">
                  <c:v>108.93</c:v>
                </c:pt>
                <c:pt idx="73231">
                  <c:v>159.32</c:v>
                </c:pt>
                <c:pt idx="73232">
                  <c:v>56.09</c:v>
                </c:pt>
                <c:pt idx="73233">
                  <c:v>182.97</c:v>
                </c:pt>
                <c:pt idx="73234">
                  <c:v>191.89</c:v>
                </c:pt>
                <c:pt idx="73235">
                  <c:v>133.16</c:v>
                </c:pt>
                <c:pt idx="73236">
                  <c:v>167.97</c:v>
                </c:pt>
                <c:pt idx="73237">
                  <c:v>191.74</c:v>
                </c:pt>
                <c:pt idx="73238">
                  <c:v>242.95</c:v>
                </c:pt>
                <c:pt idx="73239">
                  <c:v>90.97</c:v>
                </c:pt>
                <c:pt idx="73240">
                  <c:v>73.959999999999994</c:v>
                </c:pt>
                <c:pt idx="73241">
                  <c:v>104.98</c:v>
                </c:pt>
                <c:pt idx="73242">
                  <c:v>64.430000000000007</c:v>
                </c:pt>
                <c:pt idx="73243">
                  <c:v>84.99</c:v>
                </c:pt>
                <c:pt idx="73244">
                  <c:v>84.99</c:v>
                </c:pt>
                <c:pt idx="73245">
                  <c:v>70.989999999999995</c:v>
                </c:pt>
                <c:pt idx="73246">
                  <c:v>54.99</c:v>
                </c:pt>
                <c:pt idx="73247">
                  <c:v>84.99</c:v>
                </c:pt>
                <c:pt idx="73248">
                  <c:v>84.99</c:v>
                </c:pt>
                <c:pt idx="73249">
                  <c:v>58.48</c:v>
                </c:pt>
                <c:pt idx="73250">
                  <c:v>84.99</c:v>
                </c:pt>
                <c:pt idx="73251">
                  <c:v>86.49</c:v>
                </c:pt>
                <c:pt idx="73252">
                  <c:v>84.99</c:v>
                </c:pt>
                <c:pt idx="73253">
                  <c:v>83.98</c:v>
                </c:pt>
                <c:pt idx="73254">
                  <c:v>84.99</c:v>
                </c:pt>
                <c:pt idx="73255">
                  <c:v>119.96</c:v>
                </c:pt>
                <c:pt idx="73256">
                  <c:v>89.97</c:v>
                </c:pt>
                <c:pt idx="73257">
                  <c:v>119.96</c:v>
                </c:pt>
                <c:pt idx="73258">
                  <c:v>-131.97999999999999</c:v>
                </c:pt>
                <c:pt idx="73259">
                  <c:v>119.96</c:v>
                </c:pt>
                <c:pt idx="73260">
                  <c:v>114.26</c:v>
                </c:pt>
                <c:pt idx="73261">
                  <c:v>119.96</c:v>
                </c:pt>
                <c:pt idx="73262">
                  <c:v>119.96</c:v>
                </c:pt>
                <c:pt idx="73263">
                  <c:v>119.96</c:v>
                </c:pt>
                <c:pt idx="73264">
                  <c:v>59.98</c:v>
                </c:pt>
                <c:pt idx="73265">
                  <c:v>149.94999999999999</c:v>
                </c:pt>
                <c:pt idx="73266">
                  <c:v>79.98</c:v>
                </c:pt>
                <c:pt idx="73267">
                  <c:v>79.98</c:v>
                </c:pt>
                <c:pt idx="73268">
                  <c:v>99.97</c:v>
                </c:pt>
                <c:pt idx="73269">
                  <c:v>79.98</c:v>
                </c:pt>
                <c:pt idx="73270">
                  <c:v>99.97</c:v>
                </c:pt>
                <c:pt idx="73271">
                  <c:v>114.97</c:v>
                </c:pt>
                <c:pt idx="73272">
                  <c:v>69.67</c:v>
                </c:pt>
                <c:pt idx="73273">
                  <c:v>99.97</c:v>
                </c:pt>
                <c:pt idx="73274">
                  <c:v>105.98</c:v>
                </c:pt>
                <c:pt idx="73275">
                  <c:v>99.97</c:v>
                </c:pt>
                <c:pt idx="73276">
                  <c:v>79.48</c:v>
                </c:pt>
                <c:pt idx="73277">
                  <c:v>99.97</c:v>
                </c:pt>
                <c:pt idx="73278">
                  <c:v>107.33</c:v>
                </c:pt>
                <c:pt idx="73279">
                  <c:v>95.98</c:v>
                </c:pt>
                <c:pt idx="73280">
                  <c:v>193.56</c:v>
                </c:pt>
                <c:pt idx="73281">
                  <c:v>137.97999999999999</c:v>
                </c:pt>
                <c:pt idx="73282">
                  <c:v>123.56</c:v>
                </c:pt>
                <c:pt idx="73283">
                  <c:v>82.55</c:v>
                </c:pt>
                <c:pt idx="73284">
                  <c:v>79.97</c:v>
                </c:pt>
                <c:pt idx="73285">
                  <c:v>83.9</c:v>
                </c:pt>
                <c:pt idx="73286">
                  <c:v>73.98</c:v>
                </c:pt>
                <c:pt idx="73287">
                  <c:v>158.56</c:v>
                </c:pt>
                <c:pt idx="73288">
                  <c:v>84.99</c:v>
                </c:pt>
                <c:pt idx="73289">
                  <c:v>85.61</c:v>
                </c:pt>
                <c:pt idx="73290">
                  <c:v>92.38</c:v>
                </c:pt>
                <c:pt idx="73291">
                  <c:v>103.96</c:v>
                </c:pt>
                <c:pt idx="73292">
                  <c:v>66.98</c:v>
                </c:pt>
                <c:pt idx="73293">
                  <c:v>96.86</c:v>
                </c:pt>
                <c:pt idx="73294">
                  <c:v>55.47</c:v>
                </c:pt>
                <c:pt idx="73295">
                  <c:v>121.98</c:v>
                </c:pt>
                <c:pt idx="73296">
                  <c:v>106.96</c:v>
                </c:pt>
                <c:pt idx="73297">
                  <c:v>101.96</c:v>
                </c:pt>
                <c:pt idx="73298">
                  <c:v>64.95</c:v>
                </c:pt>
                <c:pt idx="73299">
                  <c:v>119.96</c:v>
                </c:pt>
                <c:pt idx="73300">
                  <c:v>131.97999999999999</c:v>
                </c:pt>
                <c:pt idx="73301">
                  <c:v>55.21</c:v>
                </c:pt>
                <c:pt idx="73302">
                  <c:v>121.98</c:v>
                </c:pt>
                <c:pt idx="73303">
                  <c:v>55.5</c:v>
                </c:pt>
                <c:pt idx="73304">
                  <c:v>60.99</c:v>
                </c:pt>
                <c:pt idx="73305">
                  <c:v>60.99</c:v>
                </c:pt>
                <c:pt idx="73306">
                  <c:v>60.99</c:v>
                </c:pt>
                <c:pt idx="73307">
                  <c:v>121.98</c:v>
                </c:pt>
                <c:pt idx="73308">
                  <c:v>121.98</c:v>
                </c:pt>
                <c:pt idx="73309">
                  <c:v>60.99</c:v>
                </c:pt>
                <c:pt idx="73310">
                  <c:v>59.48</c:v>
                </c:pt>
                <c:pt idx="73311">
                  <c:v>53.94</c:v>
                </c:pt>
                <c:pt idx="73312">
                  <c:v>60.99</c:v>
                </c:pt>
                <c:pt idx="73313">
                  <c:v>131.97999999999999</c:v>
                </c:pt>
                <c:pt idx="73314">
                  <c:v>76.98</c:v>
                </c:pt>
                <c:pt idx="73315">
                  <c:v>60.99</c:v>
                </c:pt>
                <c:pt idx="73316">
                  <c:v>74.95</c:v>
                </c:pt>
                <c:pt idx="73317">
                  <c:v>159.91</c:v>
                </c:pt>
                <c:pt idx="73318">
                  <c:v>149.9</c:v>
                </c:pt>
                <c:pt idx="73319">
                  <c:v>149.9</c:v>
                </c:pt>
                <c:pt idx="73320">
                  <c:v>56.98</c:v>
                </c:pt>
                <c:pt idx="73321">
                  <c:v>111.96</c:v>
                </c:pt>
                <c:pt idx="73322">
                  <c:v>56.98</c:v>
                </c:pt>
                <c:pt idx="73323">
                  <c:v>159.91</c:v>
                </c:pt>
                <c:pt idx="73324">
                  <c:v>74.95</c:v>
                </c:pt>
                <c:pt idx="73325">
                  <c:v>111.96</c:v>
                </c:pt>
                <c:pt idx="73326">
                  <c:v>69.95</c:v>
                </c:pt>
                <c:pt idx="73327">
                  <c:v>83.94</c:v>
                </c:pt>
                <c:pt idx="73328">
                  <c:v>168.93</c:v>
                </c:pt>
                <c:pt idx="73329">
                  <c:v>111.92</c:v>
                </c:pt>
                <c:pt idx="73330">
                  <c:v>55.96</c:v>
                </c:pt>
                <c:pt idx="73331">
                  <c:v>111.92</c:v>
                </c:pt>
                <c:pt idx="73332">
                  <c:v>95.95</c:v>
                </c:pt>
                <c:pt idx="73333">
                  <c:v>253.92</c:v>
                </c:pt>
                <c:pt idx="73334">
                  <c:v>55.96</c:v>
                </c:pt>
                <c:pt idx="73335">
                  <c:v>125.96</c:v>
                </c:pt>
                <c:pt idx="73336">
                  <c:v>57.61</c:v>
                </c:pt>
                <c:pt idx="73337">
                  <c:v>65.989999999999995</c:v>
                </c:pt>
                <c:pt idx="73338">
                  <c:v>46.48</c:v>
                </c:pt>
                <c:pt idx="73339">
                  <c:v>59.97</c:v>
                </c:pt>
                <c:pt idx="73340">
                  <c:v>125.96</c:v>
                </c:pt>
                <c:pt idx="73341">
                  <c:v>115.97</c:v>
                </c:pt>
                <c:pt idx="73342">
                  <c:v>168.22</c:v>
                </c:pt>
                <c:pt idx="73343">
                  <c:v>142.94999999999999</c:v>
                </c:pt>
                <c:pt idx="73344">
                  <c:v>149.97</c:v>
                </c:pt>
                <c:pt idx="73345">
                  <c:v>161.36000000000001</c:v>
                </c:pt>
                <c:pt idx="73346">
                  <c:v>75.98</c:v>
                </c:pt>
                <c:pt idx="73347">
                  <c:v>106.38</c:v>
                </c:pt>
                <c:pt idx="73348">
                  <c:v>88.34</c:v>
                </c:pt>
                <c:pt idx="73349">
                  <c:v>89.98</c:v>
                </c:pt>
                <c:pt idx="73350">
                  <c:v>99.97</c:v>
                </c:pt>
                <c:pt idx="73351">
                  <c:v>51.45</c:v>
                </c:pt>
                <c:pt idx="73352">
                  <c:v>180.8</c:v>
                </c:pt>
                <c:pt idx="73353">
                  <c:v>105.35</c:v>
                </c:pt>
                <c:pt idx="73354">
                  <c:v>111.9</c:v>
                </c:pt>
                <c:pt idx="73355">
                  <c:v>127.72</c:v>
                </c:pt>
                <c:pt idx="73356">
                  <c:v>61.43</c:v>
                </c:pt>
                <c:pt idx="73357">
                  <c:v>69.95</c:v>
                </c:pt>
                <c:pt idx="73358">
                  <c:v>24.99</c:v>
                </c:pt>
                <c:pt idx="73359">
                  <c:v>67.400000000000006</c:v>
                </c:pt>
                <c:pt idx="73360">
                  <c:v>94.15</c:v>
                </c:pt>
                <c:pt idx="73361">
                  <c:v>67.98</c:v>
                </c:pt>
                <c:pt idx="73362">
                  <c:v>59.97</c:v>
                </c:pt>
                <c:pt idx="73363">
                  <c:v>193.88</c:v>
                </c:pt>
                <c:pt idx="73364">
                  <c:v>134.97999999999999</c:v>
                </c:pt>
                <c:pt idx="73365">
                  <c:v>111.92</c:v>
                </c:pt>
                <c:pt idx="73366">
                  <c:v>150.25</c:v>
                </c:pt>
                <c:pt idx="73367">
                  <c:v>111.92</c:v>
                </c:pt>
                <c:pt idx="73368">
                  <c:v>139.9</c:v>
                </c:pt>
                <c:pt idx="73369">
                  <c:v>139.9</c:v>
                </c:pt>
                <c:pt idx="73370">
                  <c:v>137.87</c:v>
                </c:pt>
                <c:pt idx="73371">
                  <c:v>84.65</c:v>
                </c:pt>
                <c:pt idx="73372">
                  <c:v>134.24</c:v>
                </c:pt>
                <c:pt idx="73373">
                  <c:v>108.9</c:v>
                </c:pt>
                <c:pt idx="73374">
                  <c:v>140.29</c:v>
                </c:pt>
                <c:pt idx="73375">
                  <c:v>120.94</c:v>
                </c:pt>
                <c:pt idx="73376">
                  <c:v>239.97</c:v>
                </c:pt>
                <c:pt idx="73377">
                  <c:v>152.97999999999999</c:v>
                </c:pt>
                <c:pt idx="73378">
                  <c:v>143.97999999999999</c:v>
                </c:pt>
                <c:pt idx="73379">
                  <c:v>159.97999999999999</c:v>
                </c:pt>
                <c:pt idx="73380">
                  <c:v>143.97999999999999</c:v>
                </c:pt>
                <c:pt idx="73381">
                  <c:v>107.97</c:v>
                </c:pt>
                <c:pt idx="73382">
                  <c:v>79.989999999999995</c:v>
                </c:pt>
                <c:pt idx="73383">
                  <c:v>119.97</c:v>
                </c:pt>
                <c:pt idx="73384">
                  <c:v>79.989999999999995</c:v>
                </c:pt>
                <c:pt idx="73385">
                  <c:v>79.989999999999995</c:v>
                </c:pt>
                <c:pt idx="73386">
                  <c:v>79.989999999999995</c:v>
                </c:pt>
                <c:pt idx="73387">
                  <c:v>77.349999999999994</c:v>
                </c:pt>
                <c:pt idx="73388">
                  <c:v>60.99</c:v>
                </c:pt>
                <c:pt idx="73389">
                  <c:v>79.989999999999995</c:v>
                </c:pt>
                <c:pt idx="73390">
                  <c:v>89.98</c:v>
                </c:pt>
                <c:pt idx="73391">
                  <c:v>58.74</c:v>
                </c:pt>
                <c:pt idx="73392">
                  <c:v>60.99</c:v>
                </c:pt>
                <c:pt idx="73393">
                  <c:v>79.989999999999995</c:v>
                </c:pt>
                <c:pt idx="73394">
                  <c:v>117.95</c:v>
                </c:pt>
                <c:pt idx="73395">
                  <c:v>69.98</c:v>
                </c:pt>
                <c:pt idx="73396">
                  <c:v>89.97</c:v>
                </c:pt>
                <c:pt idx="73397">
                  <c:v>69.98</c:v>
                </c:pt>
                <c:pt idx="73398">
                  <c:v>87.47</c:v>
                </c:pt>
                <c:pt idx="73399">
                  <c:v>69.98</c:v>
                </c:pt>
                <c:pt idx="73400">
                  <c:v>57.93</c:v>
                </c:pt>
                <c:pt idx="73401">
                  <c:v>69.98</c:v>
                </c:pt>
                <c:pt idx="73402">
                  <c:v>84.98</c:v>
                </c:pt>
                <c:pt idx="73403">
                  <c:v>103.96</c:v>
                </c:pt>
                <c:pt idx="73404">
                  <c:v>63.97</c:v>
                </c:pt>
                <c:pt idx="73405">
                  <c:v>48.97</c:v>
                </c:pt>
                <c:pt idx="73406">
                  <c:v>59.98</c:v>
                </c:pt>
                <c:pt idx="73407">
                  <c:v>52.51</c:v>
                </c:pt>
                <c:pt idx="73408">
                  <c:v>69.98</c:v>
                </c:pt>
                <c:pt idx="73409">
                  <c:v>275.93</c:v>
                </c:pt>
                <c:pt idx="73410">
                  <c:v>239.96</c:v>
                </c:pt>
                <c:pt idx="73411">
                  <c:v>249.91</c:v>
                </c:pt>
                <c:pt idx="73412">
                  <c:v>219.97</c:v>
                </c:pt>
                <c:pt idx="73413">
                  <c:v>95.98</c:v>
                </c:pt>
                <c:pt idx="73414">
                  <c:v>241.95</c:v>
                </c:pt>
                <c:pt idx="73415">
                  <c:v>104.98</c:v>
                </c:pt>
                <c:pt idx="73416">
                  <c:v>186.95</c:v>
                </c:pt>
                <c:pt idx="73417">
                  <c:v>76.489999999999995</c:v>
                </c:pt>
                <c:pt idx="73418">
                  <c:v>135.97</c:v>
                </c:pt>
                <c:pt idx="73419">
                  <c:v>29.48</c:v>
                </c:pt>
                <c:pt idx="73420">
                  <c:v>131.97999999999999</c:v>
                </c:pt>
                <c:pt idx="73421">
                  <c:v>131.97999999999999</c:v>
                </c:pt>
                <c:pt idx="73422">
                  <c:v>159.96</c:v>
                </c:pt>
                <c:pt idx="73423">
                  <c:v>77.97</c:v>
                </c:pt>
                <c:pt idx="73424">
                  <c:v>209.91</c:v>
                </c:pt>
                <c:pt idx="73425">
                  <c:v>145.97</c:v>
                </c:pt>
                <c:pt idx="73426">
                  <c:v>131.97999999999999</c:v>
                </c:pt>
                <c:pt idx="73427">
                  <c:v>29.48</c:v>
                </c:pt>
                <c:pt idx="73428">
                  <c:v>76.959999999999994</c:v>
                </c:pt>
                <c:pt idx="73429">
                  <c:v>106.97</c:v>
                </c:pt>
                <c:pt idx="73430">
                  <c:v>71.97</c:v>
                </c:pt>
                <c:pt idx="73431">
                  <c:v>60.98</c:v>
                </c:pt>
                <c:pt idx="73432">
                  <c:v>60.98</c:v>
                </c:pt>
                <c:pt idx="73433">
                  <c:v>95.51</c:v>
                </c:pt>
                <c:pt idx="73434">
                  <c:v>75.97</c:v>
                </c:pt>
                <c:pt idx="73435">
                  <c:v>64.98</c:v>
                </c:pt>
                <c:pt idx="73436">
                  <c:v>76.180000000000007</c:v>
                </c:pt>
                <c:pt idx="73437">
                  <c:v>68.989999999999995</c:v>
                </c:pt>
                <c:pt idx="73438">
                  <c:v>51.48</c:v>
                </c:pt>
                <c:pt idx="73439">
                  <c:v>60.98</c:v>
                </c:pt>
                <c:pt idx="73440">
                  <c:v>129.97</c:v>
                </c:pt>
                <c:pt idx="73441">
                  <c:v>50.98</c:v>
                </c:pt>
                <c:pt idx="73442">
                  <c:v>66.64</c:v>
                </c:pt>
                <c:pt idx="73443">
                  <c:v>95.98</c:v>
                </c:pt>
                <c:pt idx="73444">
                  <c:v>53.98</c:v>
                </c:pt>
                <c:pt idx="73445">
                  <c:v>71.97</c:v>
                </c:pt>
                <c:pt idx="73446">
                  <c:v>89.97</c:v>
                </c:pt>
                <c:pt idx="73447">
                  <c:v>60.97</c:v>
                </c:pt>
                <c:pt idx="73448">
                  <c:v>-61.98</c:v>
                </c:pt>
                <c:pt idx="73449">
                  <c:v>51.98</c:v>
                </c:pt>
                <c:pt idx="73450">
                  <c:v>86.97</c:v>
                </c:pt>
                <c:pt idx="73451">
                  <c:v>67.06</c:v>
                </c:pt>
                <c:pt idx="73452">
                  <c:v>68.97</c:v>
                </c:pt>
                <c:pt idx="73453">
                  <c:v>61.98</c:v>
                </c:pt>
                <c:pt idx="73454">
                  <c:v>68.97</c:v>
                </c:pt>
                <c:pt idx="73455">
                  <c:v>68.97</c:v>
                </c:pt>
                <c:pt idx="73456">
                  <c:v>68.97</c:v>
                </c:pt>
                <c:pt idx="73457">
                  <c:v>56.97</c:v>
                </c:pt>
                <c:pt idx="73458">
                  <c:v>89.97</c:v>
                </c:pt>
                <c:pt idx="73459">
                  <c:v>56.98</c:v>
                </c:pt>
                <c:pt idx="73460">
                  <c:v>59.98</c:v>
                </c:pt>
                <c:pt idx="73461">
                  <c:v>54.88</c:v>
                </c:pt>
                <c:pt idx="73462">
                  <c:v>59.98</c:v>
                </c:pt>
                <c:pt idx="73463">
                  <c:v>56.97</c:v>
                </c:pt>
                <c:pt idx="73464">
                  <c:v>76.489999999999995</c:v>
                </c:pt>
                <c:pt idx="73465">
                  <c:v>84.99</c:v>
                </c:pt>
                <c:pt idx="73466">
                  <c:v>84.99</c:v>
                </c:pt>
                <c:pt idx="73467">
                  <c:v>84.99</c:v>
                </c:pt>
                <c:pt idx="73468">
                  <c:v>84.99</c:v>
                </c:pt>
                <c:pt idx="73469">
                  <c:v>84.99</c:v>
                </c:pt>
                <c:pt idx="73470">
                  <c:v>127.98</c:v>
                </c:pt>
                <c:pt idx="73471">
                  <c:v>99.98</c:v>
                </c:pt>
                <c:pt idx="73472">
                  <c:v>88.97</c:v>
                </c:pt>
                <c:pt idx="73473">
                  <c:v>104.98</c:v>
                </c:pt>
                <c:pt idx="73474">
                  <c:v>72.239999999999995</c:v>
                </c:pt>
                <c:pt idx="73475">
                  <c:v>84.99</c:v>
                </c:pt>
                <c:pt idx="73476">
                  <c:v>98.13</c:v>
                </c:pt>
                <c:pt idx="73477">
                  <c:v>84.99</c:v>
                </c:pt>
                <c:pt idx="73478">
                  <c:v>119.94</c:v>
                </c:pt>
                <c:pt idx="73479">
                  <c:v>197.96</c:v>
                </c:pt>
                <c:pt idx="73480">
                  <c:v>169.98</c:v>
                </c:pt>
                <c:pt idx="73481">
                  <c:v>146.66</c:v>
                </c:pt>
                <c:pt idx="73482">
                  <c:v>83.94</c:v>
                </c:pt>
                <c:pt idx="73483">
                  <c:v>272.93</c:v>
                </c:pt>
                <c:pt idx="73484">
                  <c:v>63.97</c:v>
                </c:pt>
                <c:pt idx="73485">
                  <c:v>59.97</c:v>
                </c:pt>
                <c:pt idx="73486">
                  <c:v>78.97</c:v>
                </c:pt>
                <c:pt idx="73487">
                  <c:v>68.989999999999995</c:v>
                </c:pt>
                <c:pt idx="73488">
                  <c:v>93.96</c:v>
                </c:pt>
                <c:pt idx="73489">
                  <c:v>76.959999999999994</c:v>
                </c:pt>
                <c:pt idx="73490">
                  <c:v>68.569999999999993</c:v>
                </c:pt>
                <c:pt idx="73491">
                  <c:v>56.97</c:v>
                </c:pt>
                <c:pt idx="73492">
                  <c:v>73.97</c:v>
                </c:pt>
                <c:pt idx="73493">
                  <c:v>51.98</c:v>
                </c:pt>
                <c:pt idx="73494">
                  <c:v>79.989999999999995</c:v>
                </c:pt>
                <c:pt idx="73495">
                  <c:v>67.98</c:v>
                </c:pt>
                <c:pt idx="73496">
                  <c:v>169.98</c:v>
                </c:pt>
                <c:pt idx="73497">
                  <c:v>247.47</c:v>
                </c:pt>
                <c:pt idx="73498">
                  <c:v>71.48</c:v>
                </c:pt>
                <c:pt idx="73499">
                  <c:v>139.97999999999999</c:v>
                </c:pt>
                <c:pt idx="73500">
                  <c:v>74.97</c:v>
                </c:pt>
                <c:pt idx="73501">
                  <c:v>160.16</c:v>
                </c:pt>
                <c:pt idx="73502">
                  <c:v>108.96</c:v>
                </c:pt>
                <c:pt idx="73503">
                  <c:v>151.94999999999999</c:v>
                </c:pt>
                <c:pt idx="73504">
                  <c:v>118.97</c:v>
                </c:pt>
                <c:pt idx="73505">
                  <c:v>155.94</c:v>
                </c:pt>
                <c:pt idx="73506">
                  <c:v>101.94</c:v>
                </c:pt>
                <c:pt idx="73507">
                  <c:v>189.93</c:v>
                </c:pt>
                <c:pt idx="73508">
                  <c:v>182.93</c:v>
                </c:pt>
                <c:pt idx="73509">
                  <c:v>101.94</c:v>
                </c:pt>
                <c:pt idx="73510">
                  <c:v>110.3</c:v>
                </c:pt>
                <c:pt idx="73511">
                  <c:v>74.95</c:v>
                </c:pt>
                <c:pt idx="73512">
                  <c:v>59.96</c:v>
                </c:pt>
                <c:pt idx="73513">
                  <c:v>59.98</c:v>
                </c:pt>
                <c:pt idx="73514">
                  <c:v>39.479999999999997</c:v>
                </c:pt>
                <c:pt idx="73515">
                  <c:v>59.98</c:v>
                </c:pt>
                <c:pt idx="73516">
                  <c:v>59.98</c:v>
                </c:pt>
                <c:pt idx="73517">
                  <c:v>53.98</c:v>
                </c:pt>
                <c:pt idx="73518">
                  <c:v>59.98</c:v>
                </c:pt>
                <c:pt idx="73519">
                  <c:v>57.77</c:v>
                </c:pt>
                <c:pt idx="73520">
                  <c:v>59.98</c:v>
                </c:pt>
                <c:pt idx="73521">
                  <c:v>54.37</c:v>
                </c:pt>
                <c:pt idx="73522">
                  <c:v>59.98</c:v>
                </c:pt>
                <c:pt idx="73523">
                  <c:v>59.98</c:v>
                </c:pt>
                <c:pt idx="73524">
                  <c:v>59.98</c:v>
                </c:pt>
                <c:pt idx="73525">
                  <c:v>56.98</c:v>
                </c:pt>
                <c:pt idx="73526">
                  <c:v>59.98</c:v>
                </c:pt>
                <c:pt idx="73527">
                  <c:v>48.84</c:v>
                </c:pt>
                <c:pt idx="73528">
                  <c:v>64.569999999999993</c:v>
                </c:pt>
                <c:pt idx="73529">
                  <c:v>59.98</c:v>
                </c:pt>
                <c:pt idx="73530">
                  <c:v>66.98</c:v>
                </c:pt>
                <c:pt idx="73531">
                  <c:v>59.98</c:v>
                </c:pt>
                <c:pt idx="73532">
                  <c:v>54.98</c:v>
                </c:pt>
                <c:pt idx="73533">
                  <c:v>53.98</c:v>
                </c:pt>
                <c:pt idx="73534">
                  <c:v>73.98</c:v>
                </c:pt>
                <c:pt idx="73535">
                  <c:v>59.98</c:v>
                </c:pt>
                <c:pt idx="73536">
                  <c:v>58.73</c:v>
                </c:pt>
                <c:pt idx="73537">
                  <c:v>61.98</c:v>
                </c:pt>
                <c:pt idx="73538">
                  <c:v>84.97</c:v>
                </c:pt>
                <c:pt idx="73539">
                  <c:v>69.98</c:v>
                </c:pt>
                <c:pt idx="73540">
                  <c:v>59.38</c:v>
                </c:pt>
                <c:pt idx="73541">
                  <c:v>74.97</c:v>
                </c:pt>
                <c:pt idx="73542">
                  <c:v>55.28</c:v>
                </c:pt>
                <c:pt idx="73543">
                  <c:v>62.49</c:v>
                </c:pt>
                <c:pt idx="73544">
                  <c:v>56.98</c:v>
                </c:pt>
                <c:pt idx="73545">
                  <c:v>20.29</c:v>
                </c:pt>
                <c:pt idx="73546">
                  <c:v>10.29</c:v>
                </c:pt>
                <c:pt idx="73547">
                  <c:v>84.99</c:v>
                </c:pt>
                <c:pt idx="73548">
                  <c:v>54.99</c:v>
                </c:pt>
                <c:pt idx="73549">
                  <c:v>84.99</c:v>
                </c:pt>
                <c:pt idx="73550">
                  <c:v>84.99</c:v>
                </c:pt>
                <c:pt idx="73551">
                  <c:v>79.05</c:v>
                </c:pt>
                <c:pt idx="73552">
                  <c:v>68.959999999999994</c:v>
                </c:pt>
                <c:pt idx="73553">
                  <c:v>84.99</c:v>
                </c:pt>
                <c:pt idx="73554">
                  <c:v>10.1</c:v>
                </c:pt>
                <c:pt idx="73555">
                  <c:v>103.98</c:v>
                </c:pt>
                <c:pt idx="73556">
                  <c:v>84.99</c:v>
                </c:pt>
                <c:pt idx="73557">
                  <c:v>84.99</c:v>
                </c:pt>
                <c:pt idx="73558">
                  <c:v>84.99</c:v>
                </c:pt>
                <c:pt idx="73559">
                  <c:v>99.98</c:v>
                </c:pt>
                <c:pt idx="73560">
                  <c:v>129.97</c:v>
                </c:pt>
                <c:pt idx="73561">
                  <c:v>84.99</c:v>
                </c:pt>
                <c:pt idx="73562">
                  <c:v>131.97999999999999</c:v>
                </c:pt>
                <c:pt idx="73563">
                  <c:v>111.97</c:v>
                </c:pt>
                <c:pt idx="73564">
                  <c:v>35.69</c:v>
                </c:pt>
                <c:pt idx="73565">
                  <c:v>93.49</c:v>
                </c:pt>
                <c:pt idx="73566">
                  <c:v>94.15</c:v>
                </c:pt>
                <c:pt idx="73567">
                  <c:v>59.95</c:v>
                </c:pt>
                <c:pt idx="73568">
                  <c:v>76.489999999999995</c:v>
                </c:pt>
                <c:pt idx="73569">
                  <c:v>91.87</c:v>
                </c:pt>
                <c:pt idx="73570">
                  <c:v>110.87</c:v>
                </c:pt>
                <c:pt idx="73571">
                  <c:v>84.99</c:v>
                </c:pt>
                <c:pt idx="73572">
                  <c:v>84.99</c:v>
                </c:pt>
                <c:pt idx="73573">
                  <c:v>91.98</c:v>
                </c:pt>
                <c:pt idx="73574">
                  <c:v>72.239999999999995</c:v>
                </c:pt>
                <c:pt idx="73575">
                  <c:v>65.989999999999995</c:v>
                </c:pt>
                <c:pt idx="73576">
                  <c:v>84.99</c:v>
                </c:pt>
                <c:pt idx="73577">
                  <c:v>84.99</c:v>
                </c:pt>
                <c:pt idx="73578">
                  <c:v>84.99</c:v>
                </c:pt>
                <c:pt idx="73579">
                  <c:v>75.09</c:v>
                </c:pt>
                <c:pt idx="73580">
                  <c:v>84.99</c:v>
                </c:pt>
                <c:pt idx="73581">
                  <c:v>82.84</c:v>
                </c:pt>
                <c:pt idx="73582">
                  <c:v>82.64</c:v>
                </c:pt>
                <c:pt idx="73583">
                  <c:v>84.99</c:v>
                </c:pt>
                <c:pt idx="73584">
                  <c:v>65.989999999999995</c:v>
                </c:pt>
                <c:pt idx="73585">
                  <c:v>84.99</c:v>
                </c:pt>
                <c:pt idx="73586">
                  <c:v>84.99</c:v>
                </c:pt>
                <c:pt idx="73587">
                  <c:v>99.98</c:v>
                </c:pt>
                <c:pt idx="73588">
                  <c:v>41.97</c:v>
                </c:pt>
                <c:pt idx="73589">
                  <c:v>41.97</c:v>
                </c:pt>
                <c:pt idx="73590">
                  <c:v>273.93</c:v>
                </c:pt>
                <c:pt idx="73591">
                  <c:v>307.10000000000002</c:v>
                </c:pt>
                <c:pt idx="73592">
                  <c:v>273.93</c:v>
                </c:pt>
                <c:pt idx="73593">
                  <c:v>131.97999999999999</c:v>
                </c:pt>
                <c:pt idx="73594">
                  <c:v>99.98</c:v>
                </c:pt>
                <c:pt idx="73595">
                  <c:v>99.98</c:v>
                </c:pt>
                <c:pt idx="73596">
                  <c:v>307.10000000000002</c:v>
                </c:pt>
                <c:pt idx="73597">
                  <c:v>131.97999999999999</c:v>
                </c:pt>
                <c:pt idx="73598">
                  <c:v>246.86</c:v>
                </c:pt>
                <c:pt idx="73599">
                  <c:v>246.86</c:v>
                </c:pt>
                <c:pt idx="73600">
                  <c:v>87.33</c:v>
                </c:pt>
                <c:pt idx="73601">
                  <c:v>84.99</c:v>
                </c:pt>
                <c:pt idx="73602">
                  <c:v>99.98</c:v>
                </c:pt>
                <c:pt idx="73603">
                  <c:v>99.98</c:v>
                </c:pt>
                <c:pt idx="73604">
                  <c:v>84.99</c:v>
                </c:pt>
                <c:pt idx="73605">
                  <c:v>84.99</c:v>
                </c:pt>
                <c:pt idx="73606">
                  <c:v>76.489999999999995</c:v>
                </c:pt>
                <c:pt idx="73607">
                  <c:v>84.99</c:v>
                </c:pt>
                <c:pt idx="73608">
                  <c:v>84.99</c:v>
                </c:pt>
                <c:pt idx="73609">
                  <c:v>84.99</c:v>
                </c:pt>
                <c:pt idx="73610">
                  <c:v>84.99</c:v>
                </c:pt>
                <c:pt idx="73611">
                  <c:v>53.97</c:v>
                </c:pt>
                <c:pt idx="73612">
                  <c:v>69.989999999999995</c:v>
                </c:pt>
                <c:pt idx="73613">
                  <c:v>134.55000000000001</c:v>
                </c:pt>
                <c:pt idx="73614">
                  <c:v>60.99</c:v>
                </c:pt>
                <c:pt idx="73615">
                  <c:v>79.989999999999995</c:v>
                </c:pt>
                <c:pt idx="73616">
                  <c:v>60.99</c:v>
                </c:pt>
                <c:pt idx="73617">
                  <c:v>43.31</c:v>
                </c:pt>
                <c:pt idx="73618">
                  <c:v>84.99</c:v>
                </c:pt>
                <c:pt idx="73619">
                  <c:v>84.99</c:v>
                </c:pt>
                <c:pt idx="73620">
                  <c:v>68.83</c:v>
                </c:pt>
                <c:pt idx="73621">
                  <c:v>82.02</c:v>
                </c:pt>
                <c:pt idx="73622">
                  <c:v>104.98</c:v>
                </c:pt>
                <c:pt idx="73623">
                  <c:v>82.6</c:v>
                </c:pt>
                <c:pt idx="73624">
                  <c:v>68.989999999999995</c:v>
                </c:pt>
                <c:pt idx="73625">
                  <c:v>84.99</c:v>
                </c:pt>
                <c:pt idx="73626">
                  <c:v>65.19</c:v>
                </c:pt>
                <c:pt idx="73627">
                  <c:v>54.98</c:v>
                </c:pt>
                <c:pt idx="73628">
                  <c:v>54.98</c:v>
                </c:pt>
                <c:pt idx="73629">
                  <c:v>84.99</c:v>
                </c:pt>
                <c:pt idx="73630">
                  <c:v>106.97</c:v>
                </c:pt>
                <c:pt idx="73631">
                  <c:v>39.020000000000003</c:v>
                </c:pt>
                <c:pt idx="73632">
                  <c:v>65.989999999999995</c:v>
                </c:pt>
                <c:pt idx="73633">
                  <c:v>65.989999999999995</c:v>
                </c:pt>
                <c:pt idx="73634">
                  <c:v>39.979999999999997</c:v>
                </c:pt>
                <c:pt idx="73635">
                  <c:v>65.989999999999995</c:v>
                </c:pt>
                <c:pt idx="73636">
                  <c:v>65.989999999999995</c:v>
                </c:pt>
                <c:pt idx="73637">
                  <c:v>64.27</c:v>
                </c:pt>
                <c:pt idx="73638">
                  <c:v>53.97</c:v>
                </c:pt>
                <c:pt idx="73639">
                  <c:v>77.64</c:v>
                </c:pt>
                <c:pt idx="73640">
                  <c:v>46.17</c:v>
                </c:pt>
                <c:pt idx="73641">
                  <c:v>134.96</c:v>
                </c:pt>
                <c:pt idx="73642">
                  <c:v>149.94999999999999</c:v>
                </c:pt>
                <c:pt idx="73643">
                  <c:v>89.97</c:v>
                </c:pt>
                <c:pt idx="73644">
                  <c:v>89.97</c:v>
                </c:pt>
                <c:pt idx="73645">
                  <c:v>149.94999999999999</c:v>
                </c:pt>
                <c:pt idx="73646">
                  <c:v>299.89999999999998</c:v>
                </c:pt>
                <c:pt idx="73647">
                  <c:v>299.89999999999998</c:v>
                </c:pt>
                <c:pt idx="73648">
                  <c:v>134.96</c:v>
                </c:pt>
                <c:pt idx="73649">
                  <c:v>89.97</c:v>
                </c:pt>
                <c:pt idx="73650">
                  <c:v>149.94999999999999</c:v>
                </c:pt>
                <c:pt idx="73651">
                  <c:v>278.07</c:v>
                </c:pt>
                <c:pt idx="73652">
                  <c:v>89.97</c:v>
                </c:pt>
                <c:pt idx="73653">
                  <c:v>278.07</c:v>
                </c:pt>
                <c:pt idx="73654">
                  <c:v>149.94999999999999</c:v>
                </c:pt>
                <c:pt idx="73655">
                  <c:v>84.99</c:v>
                </c:pt>
                <c:pt idx="73656">
                  <c:v>59.98</c:v>
                </c:pt>
                <c:pt idx="73657">
                  <c:v>84.97</c:v>
                </c:pt>
                <c:pt idx="73658">
                  <c:v>89.98</c:v>
                </c:pt>
                <c:pt idx="73659">
                  <c:v>59.98</c:v>
                </c:pt>
                <c:pt idx="73660">
                  <c:v>51.48</c:v>
                </c:pt>
                <c:pt idx="73661">
                  <c:v>109.98</c:v>
                </c:pt>
                <c:pt idx="73662">
                  <c:v>74.97</c:v>
                </c:pt>
                <c:pt idx="73663">
                  <c:v>-51.48</c:v>
                </c:pt>
                <c:pt idx="73664">
                  <c:v>31.57</c:v>
                </c:pt>
                <c:pt idx="73665">
                  <c:v>169.98</c:v>
                </c:pt>
                <c:pt idx="73666">
                  <c:v>181.97</c:v>
                </c:pt>
                <c:pt idx="73667">
                  <c:v>99.98</c:v>
                </c:pt>
                <c:pt idx="73668">
                  <c:v>57.46</c:v>
                </c:pt>
                <c:pt idx="73669">
                  <c:v>84.99</c:v>
                </c:pt>
                <c:pt idx="73670">
                  <c:v>84.99</c:v>
                </c:pt>
                <c:pt idx="73671">
                  <c:v>84.99</c:v>
                </c:pt>
                <c:pt idx="73672">
                  <c:v>84.99</c:v>
                </c:pt>
                <c:pt idx="73673">
                  <c:v>84.99</c:v>
                </c:pt>
                <c:pt idx="73674">
                  <c:v>99.98</c:v>
                </c:pt>
                <c:pt idx="73675">
                  <c:v>99.98</c:v>
                </c:pt>
                <c:pt idx="73676">
                  <c:v>84.99</c:v>
                </c:pt>
                <c:pt idx="73677">
                  <c:v>97.13</c:v>
                </c:pt>
                <c:pt idx="73678">
                  <c:v>84.99</c:v>
                </c:pt>
                <c:pt idx="73679">
                  <c:v>113.97</c:v>
                </c:pt>
                <c:pt idx="73680">
                  <c:v>80.45</c:v>
                </c:pt>
                <c:pt idx="73681">
                  <c:v>84.99</c:v>
                </c:pt>
                <c:pt idx="73682">
                  <c:v>84.99</c:v>
                </c:pt>
                <c:pt idx="73683">
                  <c:v>97.13</c:v>
                </c:pt>
                <c:pt idx="73684">
                  <c:v>102.98</c:v>
                </c:pt>
                <c:pt idx="73685">
                  <c:v>84.99</c:v>
                </c:pt>
                <c:pt idx="73686">
                  <c:v>84.99</c:v>
                </c:pt>
                <c:pt idx="73687">
                  <c:v>84.99</c:v>
                </c:pt>
                <c:pt idx="73688">
                  <c:v>80.45</c:v>
                </c:pt>
                <c:pt idx="73689">
                  <c:v>102.98</c:v>
                </c:pt>
                <c:pt idx="73690">
                  <c:v>113.97</c:v>
                </c:pt>
                <c:pt idx="73691">
                  <c:v>109.97</c:v>
                </c:pt>
                <c:pt idx="73692">
                  <c:v>503.88</c:v>
                </c:pt>
                <c:pt idx="73693">
                  <c:v>399.95</c:v>
                </c:pt>
                <c:pt idx="73694">
                  <c:v>31.48</c:v>
                </c:pt>
                <c:pt idx="73695">
                  <c:v>59.95</c:v>
                </c:pt>
                <c:pt idx="73696">
                  <c:v>119.96</c:v>
                </c:pt>
                <c:pt idx="73697">
                  <c:v>91.48</c:v>
                </c:pt>
                <c:pt idx="73698">
                  <c:v>155.97</c:v>
                </c:pt>
                <c:pt idx="73699">
                  <c:v>39.99</c:v>
                </c:pt>
                <c:pt idx="73700">
                  <c:v>110.95</c:v>
                </c:pt>
                <c:pt idx="73701">
                  <c:v>191.96</c:v>
                </c:pt>
                <c:pt idx="73702">
                  <c:v>74.98</c:v>
                </c:pt>
                <c:pt idx="73703">
                  <c:v>205.94</c:v>
                </c:pt>
                <c:pt idx="73704">
                  <c:v>265.95999999999998</c:v>
                </c:pt>
                <c:pt idx="73705">
                  <c:v>178.97</c:v>
                </c:pt>
                <c:pt idx="73706">
                  <c:v>188.97</c:v>
                </c:pt>
                <c:pt idx="73707">
                  <c:v>273.95999999999998</c:v>
                </c:pt>
                <c:pt idx="73708">
                  <c:v>154.97999999999999</c:v>
                </c:pt>
                <c:pt idx="73709">
                  <c:v>79.98</c:v>
                </c:pt>
                <c:pt idx="73710">
                  <c:v>152.97999999999999</c:v>
                </c:pt>
                <c:pt idx="73711">
                  <c:v>151.02000000000001</c:v>
                </c:pt>
                <c:pt idx="73712">
                  <c:v>169.98</c:v>
                </c:pt>
                <c:pt idx="73713">
                  <c:v>99.98</c:v>
                </c:pt>
                <c:pt idx="73714">
                  <c:v>169.98</c:v>
                </c:pt>
                <c:pt idx="73715">
                  <c:v>144.47999999999999</c:v>
                </c:pt>
                <c:pt idx="73716">
                  <c:v>47.28</c:v>
                </c:pt>
                <c:pt idx="73717">
                  <c:v>46.94</c:v>
                </c:pt>
                <c:pt idx="73718">
                  <c:v>84.99</c:v>
                </c:pt>
                <c:pt idx="73719">
                  <c:v>51.29</c:v>
                </c:pt>
                <c:pt idx="73720">
                  <c:v>84.99</c:v>
                </c:pt>
                <c:pt idx="73721">
                  <c:v>169.98</c:v>
                </c:pt>
                <c:pt idx="73722">
                  <c:v>169.98</c:v>
                </c:pt>
                <c:pt idx="73723">
                  <c:v>84.99</c:v>
                </c:pt>
                <c:pt idx="73724">
                  <c:v>65.19</c:v>
                </c:pt>
                <c:pt idx="73725">
                  <c:v>51.29</c:v>
                </c:pt>
                <c:pt idx="73726">
                  <c:v>127.47</c:v>
                </c:pt>
                <c:pt idx="73727">
                  <c:v>149.97</c:v>
                </c:pt>
                <c:pt idx="73728">
                  <c:v>89.98</c:v>
                </c:pt>
                <c:pt idx="73729">
                  <c:v>145.27000000000001</c:v>
                </c:pt>
                <c:pt idx="73730">
                  <c:v>119.97</c:v>
                </c:pt>
                <c:pt idx="73731">
                  <c:v>149.97</c:v>
                </c:pt>
                <c:pt idx="73732">
                  <c:v>144.47999999999999</c:v>
                </c:pt>
                <c:pt idx="73733">
                  <c:v>89.98</c:v>
                </c:pt>
                <c:pt idx="73734">
                  <c:v>99.98</c:v>
                </c:pt>
                <c:pt idx="73735">
                  <c:v>84.99</c:v>
                </c:pt>
                <c:pt idx="73736">
                  <c:v>99.98</c:v>
                </c:pt>
                <c:pt idx="73737">
                  <c:v>99.98</c:v>
                </c:pt>
                <c:pt idx="73738">
                  <c:v>84.99</c:v>
                </c:pt>
                <c:pt idx="73739">
                  <c:v>127.98</c:v>
                </c:pt>
                <c:pt idx="73740">
                  <c:v>119.97</c:v>
                </c:pt>
                <c:pt idx="73741">
                  <c:v>91.09</c:v>
                </c:pt>
                <c:pt idx="73742">
                  <c:v>90.08</c:v>
                </c:pt>
                <c:pt idx="73743">
                  <c:v>64.98</c:v>
                </c:pt>
                <c:pt idx="73744">
                  <c:v>99.98</c:v>
                </c:pt>
                <c:pt idx="73745">
                  <c:v>127.96</c:v>
                </c:pt>
                <c:pt idx="73746">
                  <c:v>167.96</c:v>
                </c:pt>
                <c:pt idx="73747">
                  <c:v>187.74</c:v>
                </c:pt>
                <c:pt idx="73748">
                  <c:v>177.95</c:v>
                </c:pt>
                <c:pt idx="73749">
                  <c:v>57.56</c:v>
                </c:pt>
                <c:pt idx="73750">
                  <c:v>68.989999999999995</c:v>
                </c:pt>
                <c:pt idx="73751">
                  <c:v>50.29</c:v>
                </c:pt>
                <c:pt idx="73752">
                  <c:v>74.989999999999995</c:v>
                </c:pt>
                <c:pt idx="73753">
                  <c:v>65.19</c:v>
                </c:pt>
                <c:pt idx="73754">
                  <c:v>-11.5</c:v>
                </c:pt>
                <c:pt idx="73755">
                  <c:v>76.489999999999995</c:v>
                </c:pt>
                <c:pt idx="73756">
                  <c:v>95.9</c:v>
                </c:pt>
                <c:pt idx="73757">
                  <c:v>269.94</c:v>
                </c:pt>
                <c:pt idx="73758">
                  <c:v>193.79</c:v>
                </c:pt>
                <c:pt idx="73759">
                  <c:v>79.989999999999995</c:v>
                </c:pt>
                <c:pt idx="73760">
                  <c:v>79.989999999999995</c:v>
                </c:pt>
                <c:pt idx="73761">
                  <c:v>159.97999999999999</c:v>
                </c:pt>
                <c:pt idx="73762">
                  <c:v>159.97999999999999</c:v>
                </c:pt>
                <c:pt idx="73763">
                  <c:v>159.97999999999999</c:v>
                </c:pt>
                <c:pt idx="73764">
                  <c:v>79.989999999999995</c:v>
                </c:pt>
                <c:pt idx="73765">
                  <c:v>79.989999999999995</c:v>
                </c:pt>
                <c:pt idx="73766">
                  <c:v>67.989999999999995</c:v>
                </c:pt>
                <c:pt idx="73767">
                  <c:v>69.989999999999995</c:v>
                </c:pt>
                <c:pt idx="73768">
                  <c:v>79.989999999999995</c:v>
                </c:pt>
                <c:pt idx="73769">
                  <c:v>159.97999999999999</c:v>
                </c:pt>
                <c:pt idx="73770">
                  <c:v>75.98</c:v>
                </c:pt>
                <c:pt idx="73771">
                  <c:v>76.489999999999995</c:v>
                </c:pt>
                <c:pt idx="73772">
                  <c:v>64.989999999999995</c:v>
                </c:pt>
                <c:pt idx="73773">
                  <c:v>76.489999999999995</c:v>
                </c:pt>
                <c:pt idx="73774">
                  <c:v>154.47999999999999</c:v>
                </c:pt>
                <c:pt idx="73775">
                  <c:v>79.98</c:v>
                </c:pt>
                <c:pt idx="73776">
                  <c:v>65.19</c:v>
                </c:pt>
                <c:pt idx="73777">
                  <c:v>58.64</c:v>
                </c:pt>
                <c:pt idx="73778">
                  <c:v>89.97</c:v>
                </c:pt>
                <c:pt idx="73779">
                  <c:v>70.989999999999995</c:v>
                </c:pt>
                <c:pt idx="73780">
                  <c:v>58.64</c:v>
                </c:pt>
                <c:pt idx="73781">
                  <c:v>75.58</c:v>
                </c:pt>
                <c:pt idx="73782">
                  <c:v>67.14</c:v>
                </c:pt>
                <c:pt idx="73783">
                  <c:v>25.48</c:v>
                </c:pt>
                <c:pt idx="73784">
                  <c:v>13.49</c:v>
                </c:pt>
                <c:pt idx="73785">
                  <c:v>84.99</c:v>
                </c:pt>
                <c:pt idx="73786">
                  <c:v>12.49</c:v>
                </c:pt>
                <c:pt idx="73787">
                  <c:v>-21.99</c:v>
                </c:pt>
                <c:pt idx="73788">
                  <c:v>47.47</c:v>
                </c:pt>
                <c:pt idx="73789">
                  <c:v>154.97999999999999</c:v>
                </c:pt>
                <c:pt idx="73790">
                  <c:v>84.99</c:v>
                </c:pt>
                <c:pt idx="73791">
                  <c:v>186.45</c:v>
                </c:pt>
                <c:pt idx="73792">
                  <c:v>118.97</c:v>
                </c:pt>
                <c:pt idx="73793">
                  <c:v>66.98</c:v>
                </c:pt>
                <c:pt idx="73794">
                  <c:v>119.98</c:v>
                </c:pt>
                <c:pt idx="73795">
                  <c:v>99.98</c:v>
                </c:pt>
                <c:pt idx="73796">
                  <c:v>68.989999999999995</c:v>
                </c:pt>
                <c:pt idx="73797">
                  <c:v>119.98</c:v>
                </c:pt>
                <c:pt idx="73798">
                  <c:v>46.47</c:v>
                </c:pt>
                <c:pt idx="73799">
                  <c:v>99.98</c:v>
                </c:pt>
                <c:pt idx="73800">
                  <c:v>88.49</c:v>
                </c:pt>
                <c:pt idx="73801">
                  <c:v>44.99</c:v>
                </c:pt>
                <c:pt idx="73802">
                  <c:v>67.47</c:v>
                </c:pt>
                <c:pt idx="73803">
                  <c:v>111.95</c:v>
                </c:pt>
                <c:pt idx="73804">
                  <c:v>51.62</c:v>
                </c:pt>
                <c:pt idx="73805">
                  <c:v>52.92</c:v>
                </c:pt>
                <c:pt idx="73806">
                  <c:v>78.260000000000005</c:v>
                </c:pt>
                <c:pt idx="73807">
                  <c:v>84.99</c:v>
                </c:pt>
                <c:pt idx="73808">
                  <c:v>75.959999999999994</c:v>
                </c:pt>
                <c:pt idx="73809">
                  <c:v>94.95</c:v>
                </c:pt>
                <c:pt idx="73810">
                  <c:v>75.959999999999994</c:v>
                </c:pt>
                <c:pt idx="73811">
                  <c:v>239.97</c:v>
                </c:pt>
                <c:pt idx="73812">
                  <c:v>214.97</c:v>
                </c:pt>
                <c:pt idx="73813">
                  <c:v>113.94</c:v>
                </c:pt>
                <c:pt idx="73814">
                  <c:v>239.97</c:v>
                </c:pt>
                <c:pt idx="73815">
                  <c:v>73.930000000000007</c:v>
                </c:pt>
                <c:pt idx="73816">
                  <c:v>54.42</c:v>
                </c:pt>
                <c:pt idx="73817">
                  <c:v>45.44</c:v>
                </c:pt>
                <c:pt idx="73818">
                  <c:v>116.97</c:v>
                </c:pt>
                <c:pt idx="73819">
                  <c:v>51.28</c:v>
                </c:pt>
                <c:pt idx="73820">
                  <c:v>84.99</c:v>
                </c:pt>
                <c:pt idx="73821">
                  <c:v>51.98</c:v>
                </c:pt>
                <c:pt idx="73822">
                  <c:v>83.24</c:v>
                </c:pt>
                <c:pt idx="73823">
                  <c:v>59.49</c:v>
                </c:pt>
                <c:pt idx="73824">
                  <c:v>76.489999999999995</c:v>
                </c:pt>
                <c:pt idx="73825">
                  <c:v>84.99</c:v>
                </c:pt>
                <c:pt idx="73826">
                  <c:v>49.98</c:v>
                </c:pt>
                <c:pt idx="73827">
                  <c:v>83.1</c:v>
                </c:pt>
                <c:pt idx="73828">
                  <c:v>78.28</c:v>
                </c:pt>
                <c:pt idx="73829">
                  <c:v>84.99</c:v>
                </c:pt>
                <c:pt idx="73830">
                  <c:v>107.98</c:v>
                </c:pt>
                <c:pt idx="73831">
                  <c:v>84.99</c:v>
                </c:pt>
                <c:pt idx="73832">
                  <c:v>64.930000000000007</c:v>
                </c:pt>
                <c:pt idx="73833">
                  <c:v>103.26</c:v>
                </c:pt>
                <c:pt idx="73834">
                  <c:v>84.99</c:v>
                </c:pt>
                <c:pt idx="73835">
                  <c:v>65.989999999999995</c:v>
                </c:pt>
                <c:pt idx="73836">
                  <c:v>84.99</c:v>
                </c:pt>
                <c:pt idx="73837">
                  <c:v>84.99</c:v>
                </c:pt>
                <c:pt idx="73838">
                  <c:v>449.91</c:v>
                </c:pt>
                <c:pt idx="73839">
                  <c:v>59.96</c:v>
                </c:pt>
                <c:pt idx="73840">
                  <c:v>134.97999999999999</c:v>
                </c:pt>
                <c:pt idx="73841">
                  <c:v>134.97999999999999</c:v>
                </c:pt>
                <c:pt idx="73842">
                  <c:v>117.97</c:v>
                </c:pt>
                <c:pt idx="73843">
                  <c:v>134.97999999999999</c:v>
                </c:pt>
                <c:pt idx="73844">
                  <c:v>128.22999999999999</c:v>
                </c:pt>
                <c:pt idx="73845">
                  <c:v>134.97999999999999</c:v>
                </c:pt>
                <c:pt idx="73846">
                  <c:v>120.52</c:v>
                </c:pt>
                <c:pt idx="73847">
                  <c:v>65.989999999999995</c:v>
                </c:pt>
                <c:pt idx="73848">
                  <c:v>65.989999999999995</c:v>
                </c:pt>
                <c:pt idx="73849">
                  <c:v>65.989999999999995</c:v>
                </c:pt>
                <c:pt idx="73850">
                  <c:v>55.98</c:v>
                </c:pt>
                <c:pt idx="73851">
                  <c:v>64.150000000000006</c:v>
                </c:pt>
                <c:pt idx="73852">
                  <c:v>65.989999999999995</c:v>
                </c:pt>
                <c:pt idx="73853">
                  <c:v>65.989999999999995</c:v>
                </c:pt>
                <c:pt idx="73854">
                  <c:v>161.04</c:v>
                </c:pt>
                <c:pt idx="73855">
                  <c:v>65.989999999999995</c:v>
                </c:pt>
                <c:pt idx="73856">
                  <c:v>155.66</c:v>
                </c:pt>
                <c:pt idx="73857">
                  <c:v>59.39</c:v>
                </c:pt>
                <c:pt idx="73858">
                  <c:v>59.99</c:v>
                </c:pt>
                <c:pt idx="73859">
                  <c:v>64.010000000000005</c:v>
                </c:pt>
                <c:pt idx="73860">
                  <c:v>61.79</c:v>
                </c:pt>
                <c:pt idx="73861">
                  <c:v>159.97999999999999</c:v>
                </c:pt>
                <c:pt idx="73862">
                  <c:v>83.94</c:v>
                </c:pt>
                <c:pt idx="73863">
                  <c:v>143.97999999999999</c:v>
                </c:pt>
                <c:pt idx="73864">
                  <c:v>143.97999999999999</c:v>
                </c:pt>
                <c:pt idx="73865">
                  <c:v>319.95999999999998</c:v>
                </c:pt>
                <c:pt idx="73866">
                  <c:v>199.92</c:v>
                </c:pt>
                <c:pt idx="73867">
                  <c:v>29.48</c:v>
                </c:pt>
                <c:pt idx="73868">
                  <c:v>99.96</c:v>
                </c:pt>
                <c:pt idx="73869">
                  <c:v>29.48</c:v>
                </c:pt>
                <c:pt idx="73870">
                  <c:v>74.97</c:v>
                </c:pt>
                <c:pt idx="73871">
                  <c:v>99.96</c:v>
                </c:pt>
                <c:pt idx="73872">
                  <c:v>31.1</c:v>
                </c:pt>
                <c:pt idx="73873">
                  <c:v>120.71</c:v>
                </c:pt>
                <c:pt idx="73874">
                  <c:v>139.63999999999999</c:v>
                </c:pt>
                <c:pt idx="73875">
                  <c:v>121.98</c:v>
                </c:pt>
                <c:pt idx="73876">
                  <c:v>65.989999999999995</c:v>
                </c:pt>
                <c:pt idx="73877">
                  <c:v>93.96</c:v>
                </c:pt>
                <c:pt idx="73878">
                  <c:v>89.97</c:v>
                </c:pt>
                <c:pt idx="73879">
                  <c:v>69.98</c:v>
                </c:pt>
                <c:pt idx="73880">
                  <c:v>155.97</c:v>
                </c:pt>
                <c:pt idx="73881">
                  <c:v>189.76</c:v>
                </c:pt>
                <c:pt idx="73882">
                  <c:v>63.72</c:v>
                </c:pt>
                <c:pt idx="73883">
                  <c:v>104.65</c:v>
                </c:pt>
                <c:pt idx="73884">
                  <c:v>197.96</c:v>
                </c:pt>
                <c:pt idx="73885">
                  <c:v>75.77</c:v>
                </c:pt>
                <c:pt idx="73886">
                  <c:v>140.37</c:v>
                </c:pt>
                <c:pt idx="73887">
                  <c:v>178.16</c:v>
                </c:pt>
                <c:pt idx="73888">
                  <c:v>79.98</c:v>
                </c:pt>
                <c:pt idx="73889">
                  <c:v>74.98</c:v>
                </c:pt>
                <c:pt idx="73890">
                  <c:v>79.98</c:v>
                </c:pt>
                <c:pt idx="73891">
                  <c:v>79.98</c:v>
                </c:pt>
                <c:pt idx="73892">
                  <c:v>51.49</c:v>
                </c:pt>
                <c:pt idx="73893">
                  <c:v>64.98</c:v>
                </c:pt>
                <c:pt idx="73894">
                  <c:v>118.97</c:v>
                </c:pt>
                <c:pt idx="73895">
                  <c:v>30.48</c:v>
                </c:pt>
                <c:pt idx="73896">
                  <c:v>118.97</c:v>
                </c:pt>
                <c:pt idx="73897">
                  <c:v>20.46</c:v>
                </c:pt>
                <c:pt idx="73898">
                  <c:v>55.98</c:v>
                </c:pt>
                <c:pt idx="73899">
                  <c:v>68.98</c:v>
                </c:pt>
                <c:pt idx="73900">
                  <c:v>74.45</c:v>
                </c:pt>
                <c:pt idx="73901">
                  <c:v>180.46</c:v>
                </c:pt>
                <c:pt idx="73902">
                  <c:v>137.96</c:v>
                </c:pt>
                <c:pt idx="73903">
                  <c:v>61.48</c:v>
                </c:pt>
                <c:pt idx="73904">
                  <c:v>192.95</c:v>
                </c:pt>
                <c:pt idx="73905">
                  <c:v>137.96</c:v>
                </c:pt>
                <c:pt idx="73906">
                  <c:v>127.32</c:v>
                </c:pt>
                <c:pt idx="73907">
                  <c:v>206.94</c:v>
                </c:pt>
                <c:pt idx="73908">
                  <c:v>93.97</c:v>
                </c:pt>
                <c:pt idx="73909">
                  <c:v>199.86</c:v>
                </c:pt>
                <c:pt idx="73910">
                  <c:v>149.97</c:v>
                </c:pt>
                <c:pt idx="73911">
                  <c:v>208.44</c:v>
                </c:pt>
                <c:pt idx="73912">
                  <c:v>131.97999999999999</c:v>
                </c:pt>
                <c:pt idx="73913">
                  <c:v>107.86</c:v>
                </c:pt>
                <c:pt idx="73914">
                  <c:v>54.98</c:v>
                </c:pt>
                <c:pt idx="73915">
                  <c:v>54.98</c:v>
                </c:pt>
                <c:pt idx="73916">
                  <c:v>59.98</c:v>
                </c:pt>
                <c:pt idx="73917">
                  <c:v>59.98</c:v>
                </c:pt>
                <c:pt idx="73918">
                  <c:v>54.98</c:v>
                </c:pt>
                <c:pt idx="73919">
                  <c:v>57.58</c:v>
                </c:pt>
                <c:pt idx="73920">
                  <c:v>59.98</c:v>
                </c:pt>
                <c:pt idx="73921">
                  <c:v>59.98</c:v>
                </c:pt>
                <c:pt idx="73922">
                  <c:v>59.98</c:v>
                </c:pt>
                <c:pt idx="73923">
                  <c:v>59.98</c:v>
                </c:pt>
                <c:pt idx="73924">
                  <c:v>59.98</c:v>
                </c:pt>
                <c:pt idx="73925">
                  <c:v>54.98</c:v>
                </c:pt>
                <c:pt idx="73926">
                  <c:v>58.78</c:v>
                </c:pt>
                <c:pt idx="73927">
                  <c:v>59.98</c:v>
                </c:pt>
                <c:pt idx="73928">
                  <c:v>59.98</c:v>
                </c:pt>
                <c:pt idx="73929">
                  <c:v>54.83</c:v>
                </c:pt>
                <c:pt idx="73930">
                  <c:v>68.989999999999995</c:v>
                </c:pt>
                <c:pt idx="73931">
                  <c:v>81.98</c:v>
                </c:pt>
                <c:pt idx="73932">
                  <c:v>68.989999999999995</c:v>
                </c:pt>
                <c:pt idx="73933">
                  <c:v>76.489999999999995</c:v>
                </c:pt>
                <c:pt idx="73934">
                  <c:v>75.63</c:v>
                </c:pt>
                <c:pt idx="73935">
                  <c:v>99.98</c:v>
                </c:pt>
                <c:pt idx="73936">
                  <c:v>65.989999999999995</c:v>
                </c:pt>
                <c:pt idx="73937">
                  <c:v>59.98</c:v>
                </c:pt>
                <c:pt idx="73938">
                  <c:v>114.97</c:v>
                </c:pt>
                <c:pt idx="73939">
                  <c:v>81.98</c:v>
                </c:pt>
                <c:pt idx="73940">
                  <c:v>65.989999999999995</c:v>
                </c:pt>
                <c:pt idx="73941">
                  <c:v>81.98</c:v>
                </c:pt>
                <c:pt idx="73942">
                  <c:v>116.97</c:v>
                </c:pt>
                <c:pt idx="73943">
                  <c:v>91.47</c:v>
                </c:pt>
                <c:pt idx="73944">
                  <c:v>92.97</c:v>
                </c:pt>
                <c:pt idx="73945">
                  <c:v>168.47</c:v>
                </c:pt>
                <c:pt idx="73946">
                  <c:v>92.97</c:v>
                </c:pt>
                <c:pt idx="73947">
                  <c:v>92.97</c:v>
                </c:pt>
                <c:pt idx="73948">
                  <c:v>60.98</c:v>
                </c:pt>
                <c:pt idx="73949">
                  <c:v>61.98</c:v>
                </c:pt>
                <c:pt idx="73950">
                  <c:v>92.97</c:v>
                </c:pt>
                <c:pt idx="73951">
                  <c:v>123.96</c:v>
                </c:pt>
                <c:pt idx="73952">
                  <c:v>98.97</c:v>
                </c:pt>
                <c:pt idx="73953">
                  <c:v>51.44</c:v>
                </c:pt>
                <c:pt idx="73954">
                  <c:v>50.65</c:v>
                </c:pt>
                <c:pt idx="73955">
                  <c:v>84.99</c:v>
                </c:pt>
                <c:pt idx="73956">
                  <c:v>169.98</c:v>
                </c:pt>
                <c:pt idx="73957">
                  <c:v>47.42</c:v>
                </c:pt>
                <c:pt idx="73958">
                  <c:v>169.98</c:v>
                </c:pt>
                <c:pt idx="73959">
                  <c:v>121.98</c:v>
                </c:pt>
                <c:pt idx="73960">
                  <c:v>71.790000000000006</c:v>
                </c:pt>
                <c:pt idx="73961">
                  <c:v>131.97999999999999</c:v>
                </c:pt>
                <c:pt idx="73962">
                  <c:v>191.96</c:v>
                </c:pt>
                <c:pt idx="73963">
                  <c:v>101.47</c:v>
                </c:pt>
                <c:pt idx="73964">
                  <c:v>84.99</c:v>
                </c:pt>
                <c:pt idx="73965">
                  <c:v>96.98</c:v>
                </c:pt>
                <c:pt idx="73966">
                  <c:v>117.76</c:v>
                </c:pt>
                <c:pt idx="73967">
                  <c:v>92.98</c:v>
                </c:pt>
                <c:pt idx="73968">
                  <c:v>79.989999999999995</c:v>
                </c:pt>
                <c:pt idx="73969">
                  <c:v>133.96</c:v>
                </c:pt>
                <c:pt idx="73970">
                  <c:v>90.64</c:v>
                </c:pt>
                <c:pt idx="73971">
                  <c:v>63.98</c:v>
                </c:pt>
                <c:pt idx="73972">
                  <c:v>63.98</c:v>
                </c:pt>
                <c:pt idx="73973">
                  <c:v>74.180000000000007</c:v>
                </c:pt>
                <c:pt idx="73974">
                  <c:v>113.97</c:v>
                </c:pt>
                <c:pt idx="73975">
                  <c:v>51.49</c:v>
                </c:pt>
                <c:pt idx="73976">
                  <c:v>89.98</c:v>
                </c:pt>
                <c:pt idx="73977">
                  <c:v>162.96</c:v>
                </c:pt>
                <c:pt idx="73978">
                  <c:v>77.98</c:v>
                </c:pt>
                <c:pt idx="73979">
                  <c:v>98.98</c:v>
                </c:pt>
                <c:pt idx="73980">
                  <c:v>94.98</c:v>
                </c:pt>
                <c:pt idx="73981">
                  <c:v>719.76</c:v>
                </c:pt>
                <c:pt idx="73982">
                  <c:v>59.98</c:v>
                </c:pt>
                <c:pt idx="73983">
                  <c:v>149.94999999999999</c:v>
                </c:pt>
                <c:pt idx="73984">
                  <c:v>54.98</c:v>
                </c:pt>
                <c:pt idx="73985">
                  <c:v>59.98</c:v>
                </c:pt>
                <c:pt idx="73986">
                  <c:v>119.96</c:v>
                </c:pt>
                <c:pt idx="73987">
                  <c:v>26.48</c:v>
                </c:pt>
                <c:pt idx="73988">
                  <c:v>121.98</c:v>
                </c:pt>
                <c:pt idx="73989">
                  <c:v>144.47999999999999</c:v>
                </c:pt>
                <c:pt idx="73990">
                  <c:v>169.98</c:v>
                </c:pt>
                <c:pt idx="73991">
                  <c:v>131.97999999999999</c:v>
                </c:pt>
                <c:pt idx="73992">
                  <c:v>152.97999999999999</c:v>
                </c:pt>
                <c:pt idx="73993">
                  <c:v>44.49</c:v>
                </c:pt>
                <c:pt idx="73994">
                  <c:v>99.95</c:v>
                </c:pt>
                <c:pt idx="73995">
                  <c:v>104.93</c:v>
                </c:pt>
                <c:pt idx="73996">
                  <c:v>59.36</c:v>
                </c:pt>
                <c:pt idx="73997">
                  <c:v>59.42</c:v>
                </c:pt>
                <c:pt idx="73998">
                  <c:v>49.28</c:v>
                </c:pt>
                <c:pt idx="73999">
                  <c:v>59.96</c:v>
                </c:pt>
                <c:pt idx="74000">
                  <c:v>35.83</c:v>
                </c:pt>
                <c:pt idx="74001">
                  <c:v>46.47</c:v>
                </c:pt>
                <c:pt idx="74002">
                  <c:v>53</c:v>
                </c:pt>
                <c:pt idx="74003">
                  <c:v>240.97</c:v>
                </c:pt>
                <c:pt idx="74004">
                  <c:v>130.38</c:v>
                </c:pt>
                <c:pt idx="74005">
                  <c:v>169.98</c:v>
                </c:pt>
                <c:pt idx="74006">
                  <c:v>137.97999999999999</c:v>
                </c:pt>
                <c:pt idx="74007">
                  <c:v>169.98</c:v>
                </c:pt>
                <c:pt idx="74008">
                  <c:v>254.97</c:v>
                </c:pt>
                <c:pt idx="74009">
                  <c:v>67.959999999999994</c:v>
                </c:pt>
                <c:pt idx="74010">
                  <c:v>84.96</c:v>
                </c:pt>
                <c:pt idx="74011">
                  <c:v>54.99</c:v>
                </c:pt>
                <c:pt idx="74012">
                  <c:v>51.44</c:v>
                </c:pt>
                <c:pt idx="74013">
                  <c:v>62.98</c:v>
                </c:pt>
                <c:pt idx="74014">
                  <c:v>54.99</c:v>
                </c:pt>
                <c:pt idx="74015">
                  <c:v>54.99</c:v>
                </c:pt>
                <c:pt idx="74016">
                  <c:v>109.98</c:v>
                </c:pt>
                <c:pt idx="74017">
                  <c:v>41.47</c:v>
                </c:pt>
                <c:pt idx="74018">
                  <c:v>65.95</c:v>
                </c:pt>
                <c:pt idx="74019">
                  <c:v>119.97</c:v>
                </c:pt>
                <c:pt idx="74020">
                  <c:v>261.27999999999997</c:v>
                </c:pt>
                <c:pt idx="74021">
                  <c:v>323.86</c:v>
                </c:pt>
                <c:pt idx="74022">
                  <c:v>120.88</c:v>
                </c:pt>
                <c:pt idx="74023">
                  <c:v>131.97999999999999</c:v>
                </c:pt>
                <c:pt idx="74024">
                  <c:v>131.97999999999999</c:v>
                </c:pt>
                <c:pt idx="74025">
                  <c:v>59.95</c:v>
                </c:pt>
                <c:pt idx="74026">
                  <c:v>43.8</c:v>
                </c:pt>
                <c:pt idx="74027">
                  <c:v>65.989999999999995</c:v>
                </c:pt>
                <c:pt idx="74028">
                  <c:v>172.97</c:v>
                </c:pt>
                <c:pt idx="74029">
                  <c:v>97.88</c:v>
                </c:pt>
                <c:pt idx="74030">
                  <c:v>89.95</c:v>
                </c:pt>
                <c:pt idx="74031">
                  <c:v>192.94</c:v>
                </c:pt>
                <c:pt idx="74032">
                  <c:v>281.83</c:v>
                </c:pt>
                <c:pt idx="74033">
                  <c:v>238.46</c:v>
                </c:pt>
                <c:pt idx="74034">
                  <c:v>89.95</c:v>
                </c:pt>
                <c:pt idx="74035">
                  <c:v>138.94999999999999</c:v>
                </c:pt>
                <c:pt idx="74036">
                  <c:v>64.95</c:v>
                </c:pt>
                <c:pt idx="74037">
                  <c:v>22.41</c:v>
                </c:pt>
                <c:pt idx="74038">
                  <c:v>75.87</c:v>
                </c:pt>
                <c:pt idx="74039">
                  <c:v>171.87</c:v>
                </c:pt>
                <c:pt idx="74040">
                  <c:v>99.98</c:v>
                </c:pt>
                <c:pt idx="74041">
                  <c:v>127.98</c:v>
                </c:pt>
                <c:pt idx="74042">
                  <c:v>169.98</c:v>
                </c:pt>
                <c:pt idx="74043">
                  <c:v>84.99</c:v>
                </c:pt>
                <c:pt idx="74044">
                  <c:v>211.65</c:v>
                </c:pt>
                <c:pt idx="74045">
                  <c:v>97.96</c:v>
                </c:pt>
                <c:pt idx="74046">
                  <c:v>78.17</c:v>
                </c:pt>
                <c:pt idx="74047">
                  <c:v>111.96</c:v>
                </c:pt>
                <c:pt idx="74048">
                  <c:v>55.98</c:v>
                </c:pt>
                <c:pt idx="74049">
                  <c:v>50.72</c:v>
                </c:pt>
                <c:pt idx="74050">
                  <c:v>55.98</c:v>
                </c:pt>
                <c:pt idx="74051">
                  <c:v>55.98</c:v>
                </c:pt>
                <c:pt idx="74052">
                  <c:v>55.98</c:v>
                </c:pt>
                <c:pt idx="74053">
                  <c:v>79.760000000000005</c:v>
                </c:pt>
                <c:pt idx="74054">
                  <c:v>83.97</c:v>
                </c:pt>
                <c:pt idx="74055">
                  <c:v>83.97</c:v>
                </c:pt>
                <c:pt idx="74056">
                  <c:v>83.96</c:v>
                </c:pt>
                <c:pt idx="74057">
                  <c:v>99.96</c:v>
                </c:pt>
                <c:pt idx="74058">
                  <c:v>85.33</c:v>
                </c:pt>
                <c:pt idx="74059">
                  <c:v>149.94999999999999</c:v>
                </c:pt>
                <c:pt idx="74060">
                  <c:v>99.96</c:v>
                </c:pt>
                <c:pt idx="74061">
                  <c:v>89.97</c:v>
                </c:pt>
                <c:pt idx="74062">
                  <c:v>179.94</c:v>
                </c:pt>
                <c:pt idx="74063">
                  <c:v>119.96</c:v>
                </c:pt>
                <c:pt idx="74064">
                  <c:v>83.97</c:v>
                </c:pt>
                <c:pt idx="74065">
                  <c:v>179.94</c:v>
                </c:pt>
                <c:pt idx="74066">
                  <c:v>74.98</c:v>
                </c:pt>
                <c:pt idx="74067">
                  <c:v>51.97</c:v>
                </c:pt>
                <c:pt idx="74068">
                  <c:v>64.040000000000006</c:v>
                </c:pt>
                <c:pt idx="74069">
                  <c:v>76.489999999999995</c:v>
                </c:pt>
                <c:pt idx="74070">
                  <c:v>152.97999999999999</c:v>
                </c:pt>
                <c:pt idx="74071">
                  <c:v>105.97</c:v>
                </c:pt>
                <c:pt idx="74072">
                  <c:v>161.47999999999999</c:v>
                </c:pt>
                <c:pt idx="74073">
                  <c:v>152.97999999999999</c:v>
                </c:pt>
                <c:pt idx="74074">
                  <c:v>249.96</c:v>
                </c:pt>
                <c:pt idx="74075">
                  <c:v>121.96</c:v>
                </c:pt>
                <c:pt idx="74076">
                  <c:v>174.17</c:v>
                </c:pt>
                <c:pt idx="74077">
                  <c:v>125.79</c:v>
                </c:pt>
                <c:pt idx="74078">
                  <c:v>181.42</c:v>
                </c:pt>
                <c:pt idx="74079">
                  <c:v>229.84</c:v>
                </c:pt>
                <c:pt idx="74080">
                  <c:v>153.61000000000001</c:v>
                </c:pt>
                <c:pt idx="74081">
                  <c:v>183.87</c:v>
                </c:pt>
                <c:pt idx="74082">
                  <c:v>229.84</c:v>
                </c:pt>
                <c:pt idx="74083">
                  <c:v>99.97</c:v>
                </c:pt>
                <c:pt idx="74084">
                  <c:v>151.94</c:v>
                </c:pt>
                <c:pt idx="74085">
                  <c:v>99.97</c:v>
                </c:pt>
                <c:pt idx="74086">
                  <c:v>99.97</c:v>
                </c:pt>
                <c:pt idx="74087">
                  <c:v>106.97</c:v>
                </c:pt>
                <c:pt idx="74088">
                  <c:v>115.98</c:v>
                </c:pt>
                <c:pt idx="74089">
                  <c:v>131.97999999999999</c:v>
                </c:pt>
                <c:pt idx="74090">
                  <c:v>102.97</c:v>
                </c:pt>
                <c:pt idx="74091">
                  <c:v>165.96</c:v>
                </c:pt>
                <c:pt idx="74092">
                  <c:v>86.18</c:v>
                </c:pt>
                <c:pt idx="74093">
                  <c:v>60.99</c:v>
                </c:pt>
                <c:pt idx="74094">
                  <c:v>169.98</c:v>
                </c:pt>
                <c:pt idx="74095">
                  <c:v>60.99</c:v>
                </c:pt>
                <c:pt idx="74096">
                  <c:v>169.98</c:v>
                </c:pt>
                <c:pt idx="74097">
                  <c:v>169.98</c:v>
                </c:pt>
                <c:pt idx="74098">
                  <c:v>131.97999999999999</c:v>
                </c:pt>
                <c:pt idx="74099">
                  <c:v>131.91</c:v>
                </c:pt>
                <c:pt idx="74100">
                  <c:v>54.89</c:v>
                </c:pt>
                <c:pt idx="74101">
                  <c:v>84.99</c:v>
                </c:pt>
                <c:pt idx="74102">
                  <c:v>60.99</c:v>
                </c:pt>
                <c:pt idx="74103">
                  <c:v>60.99</c:v>
                </c:pt>
                <c:pt idx="74104">
                  <c:v>374.87</c:v>
                </c:pt>
                <c:pt idx="74105">
                  <c:v>49.98</c:v>
                </c:pt>
                <c:pt idx="74106">
                  <c:v>49.98</c:v>
                </c:pt>
                <c:pt idx="74107">
                  <c:v>111.96</c:v>
                </c:pt>
                <c:pt idx="74108">
                  <c:v>111.96</c:v>
                </c:pt>
                <c:pt idx="74109">
                  <c:v>-56.23</c:v>
                </c:pt>
                <c:pt idx="74110">
                  <c:v>-56.23</c:v>
                </c:pt>
                <c:pt idx="74111">
                  <c:v>292.38</c:v>
                </c:pt>
                <c:pt idx="74112">
                  <c:v>129.41</c:v>
                </c:pt>
                <c:pt idx="74113">
                  <c:v>129.41</c:v>
                </c:pt>
                <c:pt idx="74114">
                  <c:v>292.38</c:v>
                </c:pt>
                <c:pt idx="74115">
                  <c:v>374.87</c:v>
                </c:pt>
                <c:pt idx="74116">
                  <c:v>178.15</c:v>
                </c:pt>
                <c:pt idx="74117">
                  <c:v>178.15</c:v>
                </c:pt>
                <c:pt idx="74118">
                  <c:v>154.94999999999999</c:v>
                </c:pt>
                <c:pt idx="74119">
                  <c:v>154.94999999999999</c:v>
                </c:pt>
                <c:pt idx="74120">
                  <c:v>65.989999999999995</c:v>
                </c:pt>
                <c:pt idx="74121">
                  <c:v>49.98</c:v>
                </c:pt>
                <c:pt idx="74122">
                  <c:v>65.989999999999995</c:v>
                </c:pt>
                <c:pt idx="74123">
                  <c:v>65.989999999999995</c:v>
                </c:pt>
                <c:pt idx="74124">
                  <c:v>152.06</c:v>
                </c:pt>
                <c:pt idx="74125">
                  <c:v>59.99</c:v>
                </c:pt>
                <c:pt idx="74126">
                  <c:v>15.49</c:v>
                </c:pt>
                <c:pt idx="74127">
                  <c:v>65.989999999999995</c:v>
                </c:pt>
                <c:pt idx="74128">
                  <c:v>65.989999999999995</c:v>
                </c:pt>
                <c:pt idx="74129">
                  <c:v>65.989999999999995</c:v>
                </c:pt>
                <c:pt idx="74130">
                  <c:v>79.98</c:v>
                </c:pt>
                <c:pt idx="74131">
                  <c:v>65.989999999999995</c:v>
                </c:pt>
                <c:pt idx="74132">
                  <c:v>65.989999999999995</c:v>
                </c:pt>
                <c:pt idx="74133">
                  <c:v>65.989999999999995</c:v>
                </c:pt>
                <c:pt idx="74134">
                  <c:v>65.989999999999995</c:v>
                </c:pt>
                <c:pt idx="74135">
                  <c:v>54.88</c:v>
                </c:pt>
                <c:pt idx="74136">
                  <c:v>102.6</c:v>
                </c:pt>
                <c:pt idx="74137">
                  <c:v>102.6</c:v>
                </c:pt>
                <c:pt idx="74138">
                  <c:v>58.98</c:v>
                </c:pt>
                <c:pt idx="74139">
                  <c:v>58.98</c:v>
                </c:pt>
                <c:pt idx="74140">
                  <c:v>58.98</c:v>
                </c:pt>
                <c:pt idx="74141">
                  <c:v>58.98</c:v>
                </c:pt>
                <c:pt idx="74142">
                  <c:v>58.98</c:v>
                </c:pt>
                <c:pt idx="74143">
                  <c:v>98.08</c:v>
                </c:pt>
                <c:pt idx="74144">
                  <c:v>58.98</c:v>
                </c:pt>
                <c:pt idx="74145">
                  <c:v>102.6</c:v>
                </c:pt>
                <c:pt idx="74146">
                  <c:v>102.6</c:v>
                </c:pt>
                <c:pt idx="74147">
                  <c:v>51.96</c:v>
                </c:pt>
                <c:pt idx="74148">
                  <c:v>51.96</c:v>
                </c:pt>
                <c:pt idx="74149">
                  <c:v>98.08</c:v>
                </c:pt>
                <c:pt idx="74150">
                  <c:v>98.08</c:v>
                </c:pt>
                <c:pt idx="74151">
                  <c:v>102.6</c:v>
                </c:pt>
                <c:pt idx="74152">
                  <c:v>98.08</c:v>
                </c:pt>
                <c:pt idx="74153">
                  <c:v>98.08</c:v>
                </c:pt>
                <c:pt idx="74154">
                  <c:v>98.08</c:v>
                </c:pt>
                <c:pt idx="74155">
                  <c:v>58.98</c:v>
                </c:pt>
                <c:pt idx="74156">
                  <c:v>99.98</c:v>
                </c:pt>
                <c:pt idx="74157">
                  <c:v>129.56</c:v>
                </c:pt>
                <c:pt idx="74158">
                  <c:v>51.96</c:v>
                </c:pt>
                <c:pt idx="74159">
                  <c:v>129.56</c:v>
                </c:pt>
                <c:pt idx="74160">
                  <c:v>129.56</c:v>
                </c:pt>
                <c:pt idx="74161">
                  <c:v>129.56</c:v>
                </c:pt>
                <c:pt idx="74162">
                  <c:v>51.96</c:v>
                </c:pt>
                <c:pt idx="74163">
                  <c:v>76.489999999999995</c:v>
                </c:pt>
                <c:pt idx="74164">
                  <c:v>76.489999999999995</c:v>
                </c:pt>
                <c:pt idx="74165">
                  <c:v>129.56</c:v>
                </c:pt>
                <c:pt idx="74166">
                  <c:v>51.96</c:v>
                </c:pt>
                <c:pt idx="74167">
                  <c:v>129.56</c:v>
                </c:pt>
                <c:pt idx="74168">
                  <c:v>76.489999999999995</c:v>
                </c:pt>
                <c:pt idx="74169">
                  <c:v>76.489999999999995</c:v>
                </c:pt>
                <c:pt idx="74170">
                  <c:v>76.489999999999995</c:v>
                </c:pt>
                <c:pt idx="74171">
                  <c:v>76.489999999999995</c:v>
                </c:pt>
                <c:pt idx="74172">
                  <c:v>76.489999999999995</c:v>
                </c:pt>
                <c:pt idx="74173">
                  <c:v>104.97</c:v>
                </c:pt>
                <c:pt idx="74174">
                  <c:v>129.56</c:v>
                </c:pt>
                <c:pt idx="74175">
                  <c:v>99.98</c:v>
                </c:pt>
                <c:pt idx="74176">
                  <c:v>99.98</c:v>
                </c:pt>
                <c:pt idx="74177">
                  <c:v>99.98</c:v>
                </c:pt>
                <c:pt idx="74178">
                  <c:v>99.98</c:v>
                </c:pt>
                <c:pt idx="74179">
                  <c:v>99.98</c:v>
                </c:pt>
                <c:pt idx="74180">
                  <c:v>99.98</c:v>
                </c:pt>
                <c:pt idx="74181">
                  <c:v>51.96</c:v>
                </c:pt>
                <c:pt idx="74182">
                  <c:v>104.97</c:v>
                </c:pt>
                <c:pt idx="74183">
                  <c:v>104.97</c:v>
                </c:pt>
                <c:pt idx="74184">
                  <c:v>104.97</c:v>
                </c:pt>
                <c:pt idx="74185">
                  <c:v>104.97</c:v>
                </c:pt>
                <c:pt idx="74186">
                  <c:v>104.97</c:v>
                </c:pt>
                <c:pt idx="74187">
                  <c:v>54.88</c:v>
                </c:pt>
                <c:pt idx="74188">
                  <c:v>51.96</c:v>
                </c:pt>
                <c:pt idx="74189">
                  <c:v>104.97</c:v>
                </c:pt>
                <c:pt idx="74190">
                  <c:v>98.08</c:v>
                </c:pt>
                <c:pt idx="74191">
                  <c:v>102.6</c:v>
                </c:pt>
                <c:pt idx="74192">
                  <c:v>54.88</c:v>
                </c:pt>
                <c:pt idx="74193">
                  <c:v>55.23</c:v>
                </c:pt>
                <c:pt idx="74194">
                  <c:v>55.23</c:v>
                </c:pt>
                <c:pt idx="74195">
                  <c:v>55.23</c:v>
                </c:pt>
                <c:pt idx="74196">
                  <c:v>55.23</c:v>
                </c:pt>
                <c:pt idx="74197">
                  <c:v>55.23</c:v>
                </c:pt>
                <c:pt idx="74198">
                  <c:v>55.23</c:v>
                </c:pt>
                <c:pt idx="74199">
                  <c:v>55.23</c:v>
                </c:pt>
                <c:pt idx="74200">
                  <c:v>117.28</c:v>
                </c:pt>
                <c:pt idx="74201">
                  <c:v>183.93</c:v>
                </c:pt>
                <c:pt idx="74202">
                  <c:v>183.93</c:v>
                </c:pt>
                <c:pt idx="74203">
                  <c:v>183.93</c:v>
                </c:pt>
                <c:pt idx="74204">
                  <c:v>183.93</c:v>
                </c:pt>
                <c:pt idx="74205">
                  <c:v>54.88</c:v>
                </c:pt>
                <c:pt idx="74206">
                  <c:v>183.93</c:v>
                </c:pt>
                <c:pt idx="74207">
                  <c:v>114.27</c:v>
                </c:pt>
                <c:pt idx="74208">
                  <c:v>114.27</c:v>
                </c:pt>
                <c:pt idx="74209">
                  <c:v>183.93</c:v>
                </c:pt>
                <c:pt idx="74210">
                  <c:v>117.28</c:v>
                </c:pt>
                <c:pt idx="74211">
                  <c:v>117.28</c:v>
                </c:pt>
                <c:pt idx="74212">
                  <c:v>117.28</c:v>
                </c:pt>
                <c:pt idx="74213">
                  <c:v>124.18</c:v>
                </c:pt>
                <c:pt idx="74214">
                  <c:v>124.18</c:v>
                </c:pt>
                <c:pt idx="74215">
                  <c:v>124.18</c:v>
                </c:pt>
                <c:pt idx="74216">
                  <c:v>124.18</c:v>
                </c:pt>
                <c:pt idx="74217">
                  <c:v>124.18</c:v>
                </c:pt>
                <c:pt idx="74218">
                  <c:v>124.18</c:v>
                </c:pt>
                <c:pt idx="74219">
                  <c:v>124.18</c:v>
                </c:pt>
                <c:pt idx="74220">
                  <c:v>59.98</c:v>
                </c:pt>
                <c:pt idx="74221">
                  <c:v>59.98</c:v>
                </c:pt>
                <c:pt idx="74222">
                  <c:v>59.98</c:v>
                </c:pt>
                <c:pt idx="74223">
                  <c:v>59.98</c:v>
                </c:pt>
                <c:pt idx="74224">
                  <c:v>59.98</c:v>
                </c:pt>
                <c:pt idx="74225">
                  <c:v>59.98</c:v>
                </c:pt>
                <c:pt idx="74226">
                  <c:v>59.98</c:v>
                </c:pt>
                <c:pt idx="74227">
                  <c:v>117.28</c:v>
                </c:pt>
                <c:pt idx="74228">
                  <c:v>117.28</c:v>
                </c:pt>
                <c:pt idx="74229">
                  <c:v>117.28</c:v>
                </c:pt>
                <c:pt idx="74230">
                  <c:v>114.27</c:v>
                </c:pt>
                <c:pt idx="74231">
                  <c:v>114.27</c:v>
                </c:pt>
                <c:pt idx="74232">
                  <c:v>183.93</c:v>
                </c:pt>
                <c:pt idx="74233">
                  <c:v>104.98</c:v>
                </c:pt>
                <c:pt idx="74234">
                  <c:v>114.27</c:v>
                </c:pt>
                <c:pt idx="74235">
                  <c:v>93.97</c:v>
                </c:pt>
                <c:pt idx="74236">
                  <c:v>104.98</c:v>
                </c:pt>
                <c:pt idx="74237">
                  <c:v>99.98</c:v>
                </c:pt>
                <c:pt idx="74238">
                  <c:v>93.97</c:v>
                </c:pt>
                <c:pt idx="74239">
                  <c:v>93.97</c:v>
                </c:pt>
                <c:pt idx="74240">
                  <c:v>93.97</c:v>
                </c:pt>
                <c:pt idx="74241">
                  <c:v>93.97</c:v>
                </c:pt>
                <c:pt idx="74242">
                  <c:v>54.88</c:v>
                </c:pt>
                <c:pt idx="74243">
                  <c:v>54.88</c:v>
                </c:pt>
                <c:pt idx="74244">
                  <c:v>114.27</c:v>
                </c:pt>
                <c:pt idx="74245">
                  <c:v>93.97</c:v>
                </c:pt>
                <c:pt idx="74246">
                  <c:v>104.98</c:v>
                </c:pt>
                <c:pt idx="74247">
                  <c:v>93.97</c:v>
                </c:pt>
                <c:pt idx="74248">
                  <c:v>104.98</c:v>
                </c:pt>
                <c:pt idx="74249">
                  <c:v>99.98</c:v>
                </c:pt>
                <c:pt idx="74250">
                  <c:v>54.88</c:v>
                </c:pt>
                <c:pt idx="74251">
                  <c:v>99.98</c:v>
                </c:pt>
                <c:pt idx="74252">
                  <c:v>114.27</c:v>
                </c:pt>
                <c:pt idx="74253">
                  <c:v>102.6</c:v>
                </c:pt>
                <c:pt idx="74254">
                  <c:v>104.98</c:v>
                </c:pt>
                <c:pt idx="74255">
                  <c:v>99.98</c:v>
                </c:pt>
                <c:pt idx="74256">
                  <c:v>99.98</c:v>
                </c:pt>
                <c:pt idx="74257">
                  <c:v>99.98</c:v>
                </c:pt>
                <c:pt idx="74258">
                  <c:v>104.98</c:v>
                </c:pt>
                <c:pt idx="74259">
                  <c:v>104.98</c:v>
                </c:pt>
                <c:pt idx="74260">
                  <c:v>99.98</c:v>
                </c:pt>
                <c:pt idx="74261">
                  <c:v>121.98</c:v>
                </c:pt>
                <c:pt idx="74262">
                  <c:v>120.98</c:v>
                </c:pt>
                <c:pt idx="74263">
                  <c:v>84.99</c:v>
                </c:pt>
                <c:pt idx="74264">
                  <c:v>120.97</c:v>
                </c:pt>
                <c:pt idx="74265">
                  <c:v>137.97999999999999</c:v>
                </c:pt>
                <c:pt idx="74266">
                  <c:v>84.99</c:v>
                </c:pt>
                <c:pt idx="74267">
                  <c:v>84.99</c:v>
                </c:pt>
                <c:pt idx="74268">
                  <c:v>76.989999999999995</c:v>
                </c:pt>
                <c:pt idx="74269">
                  <c:v>84.99</c:v>
                </c:pt>
                <c:pt idx="74270">
                  <c:v>84.99</c:v>
                </c:pt>
                <c:pt idx="74271">
                  <c:v>84.99</c:v>
                </c:pt>
                <c:pt idx="74272">
                  <c:v>84.99</c:v>
                </c:pt>
                <c:pt idx="74273">
                  <c:v>72.98</c:v>
                </c:pt>
                <c:pt idx="74274">
                  <c:v>44.99</c:v>
                </c:pt>
                <c:pt idx="74275">
                  <c:v>74.98</c:v>
                </c:pt>
                <c:pt idx="74276">
                  <c:v>60.99</c:v>
                </c:pt>
                <c:pt idx="74277">
                  <c:v>60.99</c:v>
                </c:pt>
                <c:pt idx="74278">
                  <c:v>74.98</c:v>
                </c:pt>
                <c:pt idx="74279">
                  <c:v>60.33</c:v>
                </c:pt>
                <c:pt idx="74280">
                  <c:v>74.98</c:v>
                </c:pt>
                <c:pt idx="74281">
                  <c:v>218.96</c:v>
                </c:pt>
                <c:pt idx="74282">
                  <c:v>60.99</c:v>
                </c:pt>
                <c:pt idx="74283">
                  <c:v>60.99</c:v>
                </c:pt>
                <c:pt idx="74284">
                  <c:v>-164.22</c:v>
                </c:pt>
                <c:pt idx="74285">
                  <c:v>30.23</c:v>
                </c:pt>
                <c:pt idx="74286">
                  <c:v>46.49</c:v>
                </c:pt>
                <c:pt idx="74287">
                  <c:v>74.98</c:v>
                </c:pt>
                <c:pt idx="74288">
                  <c:v>60.99</c:v>
                </c:pt>
                <c:pt idx="74289">
                  <c:v>74.98</c:v>
                </c:pt>
                <c:pt idx="74290">
                  <c:v>79.98</c:v>
                </c:pt>
                <c:pt idx="74291">
                  <c:v>229.85</c:v>
                </c:pt>
                <c:pt idx="74292">
                  <c:v>101.6</c:v>
                </c:pt>
                <c:pt idx="74293">
                  <c:v>129.41999999999999</c:v>
                </c:pt>
                <c:pt idx="74294">
                  <c:v>108.86</c:v>
                </c:pt>
                <c:pt idx="74295">
                  <c:v>145.13999999999999</c:v>
                </c:pt>
                <c:pt idx="74296">
                  <c:v>101.6</c:v>
                </c:pt>
                <c:pt idx="74297">
                  <c:v>98.29</c:v>
                </c:pt>
                <c:pt idx="74298">
                  <c:v>130.63</c:v>
                </c:pt>
                <c:pt idx="74299">
                  <c:v>108.86</c:v>
                </c:pt>
                <c:pt idx="74300">
                  <c:v>108.86</c:v>
                </c:pt>
                <c:pt idx="74301">
                  <c:v>163.29</c:v>
                </c:pt>
                <c:pt idx="74302">
                  <c:v>67.739999999999995</c:v>
                </c:pt>
                <c:pt idx="74303">
                  <c:v>53.97</c:v>
                </c:pt>
                <c:pt idx="74304">
                  <c:v>64.760000000000005</c:v>
                </c:pt>
                <c:pt idx="74305">
                  <c:v>150.18</c:v>
                </c:pt>
                <c:pt idx="74306">
                  <c:v>64.760000000000005</c:v>
                </c:pt>
                <c:pt idx="74307">
                  <c:v>272.95</c:v>
                </c:pt>
                <c:pt idx="74308">
                  <c:v>97.94</c:v>
                </c:pt>
                <c:pt idx="74309">
                  <c:v>64.760000000000005</c:v>
                </c:pt>
                <c:pt idx="74310">
                  <c:v>57.98</c:v>
                </c:pt>
                <c:pt idx="74311">
                  <c:v>149.97</c:v>
                </c:pt>
                <c:pt idx="74312">
                  <c:v>99.98</c:v>
                </c:pt>
                <c:pt idx="74313">
                  <c:v>118.97</c:v>
                </c:pt>
                <c:pt idx="74314">
                  <c:v>99.98</c:v>
                </c:pt>
                <c:pt idx="74315">
                  <c:v>75.98</c:v>
                </c:pt>
                <c:pt idx="74316">
                  <c:v>99.98</c:v>
                </c:pt>
                <c:pt idx="74317">
                  <c:v>104.97</c:v>
                </c:pt>
                <c:pt idx="74318">
                  <c:v>99.98</c:v>
                </c:pt>
                <c:pt idx="74319">
                  <c:v>118.97</c:v>
                </c:pt>
                <c:pt idx="74320">
                  <c:v>219.97</c:v>
                </c:pt>
                <c:pt idx="74321">
                  <c:v>66.53</c:v>
                </c:pt>
                <c:pt idx="74322">
                  <c:v>33.86</c:v>
                </c:pt>
                <c:pt idx="74323">
                  <c:v>36.79</c:v>
                </c:pt>
                <c:pt idx="74324">
                  <c:v>41.12</c:v>
                </c:pt>
                <c:pt idx="74325">
                  <c:v>35.07</c:v>
                </c:pt>
                <c:pt idx="74326">
                  <c:v>33.86</c:v>
                </c:pt>
                <c:pt idx="74327">
                  <c:v>32.65</c:v>
                </c:pt>
                <c:pt idx="74328">
                  <c:v>87.1</c:v>
                </c:pt>
                <c:pt idx="74329">
                  <c:v>33.86</c:v>
                </c:pt>
                <c:pt idx="74330">
                  <c:v>35.07</c:v>
                </c:pt>
                <c:pt idx="74331">
                  <c:v>36.79</c:v>
                </c:pt>
                <c:pt idx="74332">
                  <c:v>72.58</c:v>
                </c:pt>
                <c:pt idx="74333">
                  <c:v>38.090000000000003</c:v>
                </c:pt>
                <c:pt idx="74334">
                  <c:v>68.95</c:v>
                </c:pt>
                <c:pt idx="74335">
                  <c:v>68.95</c:v>
                </c:pt>
                <c:pt idx="74336">
                  <c:v>7.24</c:v>
                </c:pt>
                <c:pt idx="74337">
                  <c:v>35.07</c:v>
                </c:pt>
                <c:pt idx="74338">
                  <c:v>84.68</c:v>
                </c:pt>
                <c:pt idx="74339">
                  <c:v>68.95</c:v>
                </c:pt>
                <c:pt idx="74340">
                  <c:v>32.65</c:v>
                </c:pt>
                <c:pt idx="74341">
                  <c:v>72.58</c:v>
                </c:pt>
                <c:pt idx="74342">
                  <c:v>84.99</c:v>
                </c:pt>
                <c:pt idx="74343">
                  <c:v>84.99</c:v>
                </c:pt>
                <c:pt idx="74344">
                  <c:v>76.489999999999995</c:v>
                </c:pt>
                <c:pt idx="74345">
                  <c:v>84.99</c:v>
                </c:pt>
                <c:pt idx="74346">
                  <c:v>84.99</c:v>
                </c:pt>
                <c:pt idx="74347">
                  <c:v>84.99</c:v>
                </c:pt>
                <c:pt idx="74348">
                  <c:v>69.400000000000006</c:v>
                </c:pt>
                <c:pt idx="74349">
                  <c:v>68.989999999999995</c:v>
                </c:pt>
                <c:pt idx="74350">
                  <c:v>72.239999999999995</c:v>
                </c:pt>
                <c:pt idx="74351">
                  <c:v>84.99</c:v>
                </c:pt>
                <c:pt idx="74352">
                  <c:v>84.99</c:v>
                </c:pt>
                <c:pt idx="74353">
                  <c:v>84.99</c:v>
                </c:pt>
                <c:pt idx="74354">
                  <c:v>125.98</c:v>
                </c:pt>
                <c:pt idx="74355">
                  <c:v>207.94</c:v>
                </c:pt>
                <c:pt idx="74356">
                  <c:v>112.18</c:v>
                </c:pt>
                <c:pt idx="74357">
                  <c:v>59.98</c:v>
                </c:pt>
                <c:pt idx="74358">
                  <c:v>178.97</c:v>
                </c:pt>
                <c:pt idx="74359">
                  <c:v>178.97</c:v>
                </c:pt>
                <c:pt idx="74360">
                  <c:v>140.97</c:v>
                </c:pt>
                <c:pt idx="74361">
                  <c:v>178.97</c:v>
                </c:pt>
                <c:pt idx="74362">
                  <c:v>140.97</c:v>
                </c:pt>
                <c:pt idx="74363">
                  <c:v>178.97</c:v>
                </c:pt>
                <c:pt idx="74364">
                  <c:v>150.97</c:v>
                </c:pt>
                <c:pt idx="74365">
                  <c:v>123.96</c:v>
                </c:pt>
                <c:pt idx="74366">
                  <c:v>123.96</c:v>
                </c:pt>
                <c:pt idx="74367">
                  <c:v>61.01</c:v>
                </c:pt>
                <c:pt idx="74368">
                  <c:v>171.94</c:v>
                </c:pt>
                <c:pt idx="74369">
                  <c:v>161.94999999999999</c:v>
                </c:pt>
                <c:pt idx="74370">
                  <c:v>111.96</c:v>
                </c:pt>
                <c:pt idx="74371">
                  <c:v>139.46</c:v>
                </c:pt>
                <c:pt idx="74372">
                  <c:v>73.98</c:v>
                </c:pt>
                <c:pt idx="74373">
                  <c:v>179.94</c:v>
                </c:pt>
                <c:pt idx="74374">
                  <c:v>131.97999999999999</c:v>
                </c:pt>
                <c:pt idx="74375">
                  <c:v>54.98</c:v>
                </c:pt>
                <c:pt idx="74376">
                  <c:v>112.18</c:v>
                </c:pt>
                <c:pt idx="74377">
                  <c:v>151.97</c:v>
                </c:pt>
                <c:pt idx="74378">
                  <c:v>92.38</c:v>
                </c:pt>
                <c:pt idx="74379">
                  <c:v>67.48</c:v>
                </c:pt>
                <c:pt idx="74380">
                  <c:v>62.98</c:v>
                </c:pt>
                <c:pt idx="74381">
                  <c:v>131.97999999999999</c:v>
                </c:pt>
                <c:pt idx="74382">
                  <c:v>65.989999999999995</c:v>
                </c:pt>
                <c:pt idx="74383">
                  <c:v>157.96</c:v>
                </c:pt>
                <c:pt idx="74384">
                  <c:v>144.97</c:v>
                </c:pt>
                <c:pt idx="74385">
                  <c:v>124.92</c:v>
                </c:pt>
                <c:pt idx="74386">
                  <c:v>135.94999999999999</c:v>
                </c:pt>
                <c:pt idx="74387">
                  <c:v>130.97</c:v>
                </c:pt>
                <c:pt idx="74388">
                  <c:v>210.96</c:v>
                </c:pt>
                <c:pt idx="74389">
                  <c:v>89.98</c:v>
                </c:pt>
                <c:pt idx="74390">
                  <c:v>167.64</c:v>
                </c:pt>
                <c:pt idx="74391">
                  <c:v>99.68</c:v>
                </c:pt>
                <c:pt idx="74392">
                  <c:v>164.97</c:v>
                </c:pt>
                <c:pt idx="74393">
                  <c:v>-20</c:v>
                </c:pt>
                <c:pt idx="74394">
                  <c:v>128.68</c:v>
                </c:pt>
                <c:pt idx="74395">
                  <c:v>109.96</c:v>
                </c:pt>
                <c:pt idx="74396">
                  <c:v>78.87</c:v>
                </c:pt>
                <c:pt idx="74397">
                  <c:v>184.97</c:v>
                </c:pt>
                <c:pt idx="74398">
                  <c:v>133.96</c:v>
                </c:pt>
                <c:pt idx="74399">
                  <c:v>203.33</c:v>
                </c:pt>
                <c:pt idx="74400">
                  <c:v>209.96</c:v>
                </c:pt>
                <c:pt idx="74401">
                  <c:v>104.98</c:v>
                </c:pt>
                <c:pt idx="74402">
                  <c:v>173.97</c:v>
                </c:pt>
                <c:pt idx="74403">
                  <c:v>144.93</c:v>
                </c:pt>
                <c:pt idx="74404">
                  <c:v>63.96</c:v>
                </c:pt>
                <c:pt idx="74405">
                  <c:v>217.65</c:v>
                </c:pt>
                <c:pt idx="74406">
                  <c:v>68.989999999999995</c:v>
                </c:pt>
                <c:pt idx="74407">
                  <c:v>63.98</c:v>
                </c:pt>
                <c:pt idx="74408">
                  <c:v>169.98</c:v>
                </c:pt>
                <c:pt idx="74409">
                  <c:v>169.98</c:v>
                </c:pt>
                <c:pt idx="74410">
                  <c:v>153.25</c:v>
                </c:pt>
                <c:pt idx="74411">
                  <c:v>159.97999999999999</c:v>
                </c:pt>
                <c:pt idx="74412">
                  <c:v>121.98</c:v>
                </c:pt>
                <c:pt idx="74413">
                  <c:v>106.06</c:v>
                </c:pt>
                <c:pt idx="74414">
                  <c:v>159.97999999999999</c:v>
                </c:pt>
                <c:pt idx="74415">
                  <c:v>159.97999999999999</c:v>
                </c:pt>
                <c:pt idx="74416">
                  <c:v>124.98</c:v>
                </c:pt>
                <c:pt idx="74417">
                  <c:v>159.97999999999999</c:v>
                </c:pt>
                <c:pt idx="74418">
                  <c:v>152.97999999999999</c:v>
                </c:pt>
                <c:pt idx="74419">
                  <c:v>169.98</c:v>
                </c:pt>
                <c:pt idx="74420">
                  <c:v>92.48</c:v>
                </c:pt>
                <c:pt idx="74421">
                  <c:v>72.239999999999995</c:v>
                </c:pt>
                <c:pt idx="74422">
                  <c:v>92.38</c:v>
                </c:pt>
                <c:pt idx="74423">
                  <c:v>90.88</c:v>
                </c:pt>
                <c:pt idx="74424">
                  <c:v>143.07</c:v>
                </c:pt>
                <c:pt idx="74425">
                  <c:v>73.739999999999995</c:v>
                </c:pt>
                <c:pt idx="74426">
                  <c:v>15.09</c:v>
                </c:pt>
                <c:pt idx="74427">
                  <c:v>84.99</c:v>
                </c:pt>
                <c:pt idx="74428">
                  <c:v>99.98</c:v>
                </c:pt>
                <c:pt idx="74429">
                  <c:v>99.98</c:v>
                </c:pt>
                <c:pt idx="74430">
                  <c:v>84.99</c:v>
                </c:pt>
                <c:pt idx="74431">
                  <c:v>84.99</c:v>
                </c:pt>
                <c:pt idx="74432">
                  <c:v>84.99</c:v>
                </c:pt>
                <c:pt idx="74433">
                  <c:v>99.98</c:v>
                </c:pt>
                <c:pt idx="74434">
                  <c:v>80.98</c:v>
                </c:pt>
                <c:pt idx="74435">
                  <c:v>84.99</c:v>
                </c:pt>
                <c:pt idx="74436">
                  <c:v>83.48</c:v>
                </c:pt>
                <c:pt idx="74437">
                  <c:v>99.98</c:v>
                </c:pt>
                <c:pt idx="74438">
                  <c:v>29.98</c:v>
                </c:pt>
                <c:pt idx="74439">
                  <c:v>55.61</c:v>
                </c:pt>
                <c:pt idx="74440">
                  <c:v>182.63</c:v>
                </c:pt>
                <c:pt idx="74441">
                  <c:v>79.989999999999995</c:v>
                </c:pt>
                <c:pt idx="74442">
                  <c:v>160.88999999999999</c:v>
                </c:pt>
                <c:pt idx="74443">
                  <c:v>163.91</c:v>
                </c:pt>
                <c:pt idx="74444">
                  <c:v>94.99</c:v>
                </c:pt>
                <c:pt idx="74445">
                  <c:v>120.98</c:v>
                </c:pt>
                <c:pt idx="74446">
                  <c:v>96.57</c:v>
                </c:pt>
                <c:pt idx="74447">
                  <c:v>91.48</c:v>
                </c:pt>
                <c:pt idx="74448">
                  <c:v>94.97</c:v>
                </c:pt>
                <c:pt idx="74449">
                  <c:v>65.989999999999995</c:v>
                </c:pt>
                <c:pt idx="74450">
                  <c:v>65.989999999999995</c:v>
                </c:pt>
                <c:pt idx="74451">
                  <c:v>53.99</c:v>
                </c:pt>
                <c:pt idx="74452">
                  <c:v>80.98</c:v>
                </c:pt>
                <c:pt idx="74453">
                  <c:v>108.78</c:v>
                </c:pt>
                <c:pt idx="74454">
                  <c:v>112.18</c:v>
                </c:pt>
                <c:pt idx="74455">
                  <c:v>178.17</c:v>
                </c:pt>
                <c:pt idx="74456">
                  <c:v>49.49</c:v>
                </c:pt>
                <c:pt idx="74457">
                  <c:v>229.47</c:v>
                </c:pt>
                <c:pt idx="74458">
                  <c:v>111.98</c:v>
                </c:pt>
                <c:pt idx="74459">
                  <c:v>105.98</c:v>
                </c:pt>
                <c:pt idx="74460">
                  <c:v>85.98</c:v>
                </c:pt>
                <c:pt idx="74461">
                  <c:v>105.98</c:v>
                </c:pt>
                <c:pt idx="74462">
                  <c:v>131.97999999999999</c:v>
                </c:pt>
                <c:pt idx="74463">
                  <c:v>81.98</c:v>
                </c:pt>
                <c:pt idx="74464">
                  <c:v>65.989999999999995</c:v>
                </c:pt>
                <c:pt idx="74465">
                  <c:v>65.989999999999995</c:v>
                </c:pt>
                <c:pt idx="74466">
                  <c:v>105.98</c:v>
                </c:pt>
                <c:pt idx="74467">
                  <c:v>52.95</c:v>
                </c:pt>
                <c:pt idx="74468">
                  <c:v>52.81</c:v>
                </c:pt>
                <c:pt idx="74469">
                  <c:v>65.989999999999995</c:v>
                </c:pt>
                <c:pt idx="74470">
                  <c:v>85.98</c:v>
                </c:pt>
                <c:pt idx="74471">
                  <c:v>65.989999999999995</c:v>
                </c:pt>
                <c:pt idx="74472">
                  <c:v>65.989999999999995</c:v>
                </c:pt>
                <c:pt idx="74473">
                  <c:v>65.989999999999995</c:v>
                </c:pt>
                <c:pt idx="74474">
                  <c:v>52.79</c:v>
                </c:pt>
                <c:pt idx="74475">
                  <c:v>65.989999999999995</c:v>
                </c:pt>
                <c:pt idx="74476">
                  <c:v>65.989999999999995</c:v>
                </c:pt>
                <c:pt idx="74477">
                  <c:v>65.989999999999995</c:v>
                </c:pt>
                <c:pt idx="74478">
                  <c:v>58.41</c:v>
                </c:pt>
                <c:pt idx="74479">
                  <c:v>65.989999999999995</c:v>
                </c:pt>
                <c:pt idx="74480">
                  <c:v>110.98</c:v>
                </c:pt>
                <c:pt idx="74481">
                  <c:v>65.989999999999995</c:v>
                </c:pt>
                <c:pt idx="74482">
                  <c:v>45.24</c:v>
                </c:pt>
                <c:pt idx="74483">
                  <c:v>65.989999999999995</c:v>
                </c:pt>
                <c:pt idx="74484">
                  <c:v>65.989999999999995</c:v>
                </c:pt>
                <c:pt idx="74485">
                  <c:v>241.97</c:v>
                </c:pt>
                <c:pt idx="74486">
                  <c:v>55.97</c:v>
                </c:pt>
                <c:pt idx="74487">
                  <c:v>185.95</c:v>
                </c:pt>
                <c:pt idx="74488">
                  <c:v>203.17</c:v>
                </c:pt>
                <c:pt idx="74489">
                  <c:v>149.97</c:v>
                </c:pt>
                <c:pt idx="74490">
                  <c:v>154.97</c:v>
                </c:pt>
                <c:pt idx="74491">
                  <c:v>84.99</c:v>
                </c:pt>
                <c:pt idx="74492">
                  <c:v>84.99</c:v>
                </c:pt>
                <c:pt idx="74493">
                  <c:v>157.96</c:v>
                </c:pt>
                <c:pt idx="74494">
                  <c:v>124.97</c:v>
                </c:pt>
                <c:pt idx="74495">
                  <c:v>171.64</c:v>
                </c:pt>
                <c:pt idx="74496">
                  <c:v>134.97</c:v>
                </c:pt>
                <c:pt idx="74497">
                  <c:v>170.96</c:v>
                </c:pt>
                <c:pt idx="74498">
                  <c:v>99.97</c:v>
                </c:pt>
                <c:pt idx="74499">
                  <c:v>109.98</c:v>
                </c:pt>
                <c:pt idx="74500">
                  <c:v>201.95</c:v>
                </c:pt>
                <c:pt idx="74501">
                  <c:v>251.6</c:v>
                </c:pt>
                <c:pt idx="74502">
                  <c:v>226.68</c:v>
                </c:pt>
                <c:pt idx="74503">
                  <c:v>183.86</c:v>
                </c:pt>
                <c:pt idx="74504">
                  <c:v>77.39</c:v>
                </c:pt>
                <c:pt idx="74505">
                  <c:v>133.06</c:v>
                </c:pt>
                <c:pt idx="74506">
                  <c:v>120.94</c:v>
                </c:pt>
                <c:pt idx="74507">
                  <c:v>57.95</c:v>
                </c:pt>
                <c:pt idx="74508">
                  <c:v>66.81</c:v>
                </c:pt>
                <c:pt idx="74509">
                  <c:v>59.96</c:v>
                </c:pt>
                <c:pt idx="74510">
                  <c:v>99.98</c:v>
                </c:pt>
                <c:pt idx="74511">
                  <c:v>65.989999999999995</c:v>
                </c:pt>
                <c:pt idx="74512">
                  <c:v>99.98</c:v>
                </c:pt>
                <c:pt idx="74513">
                  <c:v>84.99</c:v>
                </c:pt>
                <c:pt idx="74514">
                  <c:v>80.98</c:v>
                </c:pt>
                <c:pt idx="74515">
                  <c:v>65.989999999999995</c:v>
                </c:pt>
                <c:pt idx="74516">
                  <c:v>80.98</c:v>
                </c:pt>
                <c:pt idx="74517">
                  <c:v>169.98</c:v>
                </c:pt>
                <c:pt idx="74518">
                  <c:v>84.99</c:v>
                </c:pt>
                <c:pt idx="74519">
                  <c:v>48.33</c:v>
                </c:pt>
                <c:pt idx="74520">
                  <c:v>84.99</c:v>
                </c:pt>
                <c:pt idx="74521">
                  <c:v>84.99</c:v>
                </c:pt>
                <c:pt idx="74522">
                  <c:v>58.98</c:v>
                </c:pt>
                <c:pt idx="74523">
                  <c:v>58.98</c:v>
                </c:pt>
                <c:pt idx="74524">
                  <c:v>59.98</c:v>
                </c:pt>
                <c:pt idx="74525">
                  <c:v>92.97</c:v>
                </c:pt>
                <c:pt idx="74526">
                  <c:v>59.98</c:v>
                </c:pt>
                <c:pt idx="74527">
                  <c:v>61.98</c:v>
                </c:pt>
                <c:pt idx="74528">
                  <c:v>59.98</c:v>
                </c:pt>
                <c:pt idx="74529">
                  <c:v>59.98</c:v>
                </c:pt>
                <c:pt idx="74530">
                  <c:v>119.96</c:v>
                </c:pt>
                <c:pt idx="74531">
                  <c:v>59.98</c:v>
                </c:pt>
                <c:pt idx="74532">
                  <c:v>59.98</c:v>
                </c:pt>
                <c:pt idx="74533">
                  <c:v>61.98</c:v>
                </c:pt>
                <c:pt idx="74534">
                  <c:v>84.85</c:v>
                </c:pt>
                <c:pt idx="74535">
                  <c:v>59.98</c:v>
                </c:pt>
                <c:pt idx="74536">
                  <c:v>59.98</c:v>
                </c:pt>
                <c:pt idx="74537">
                  <c:v>119.96</c:v>
                </c:pt>
                <c:pt idx="74538">
                  <c:v>84.85</c:v>
                </c:pt>
                <c:pt idx="74539">
                  <c:v>59.98</c:v>
                </c:pt>
                <c:pt idx="74540">
                  <c:v>92.97</c:v>
                </c:pt>
                <c:pt idx="74541">
                  <c:v>59.98</c:v>
                </c:pt>
                <c:pt idx="74542">
                  <c:v>59.98</c:v>
                </c:pt>
                <c:pt idx="74543">
                  <c:v>59.98</c:v>
                </c:pt>
                <c:pt idx="74544">
                  <c:v>59.98</c:v>
                </c:pt>
                <c:pt idx="74545">
                  <c:v>59.98</c:v>
                </c:pt>
                <c:pt idx="74546">
                  <c:v>59.98</c:v>
                </c:pt>
                <c:pt idx="74547">
                  <c:v>59.98</c:v>
                </c:pt>
                <c:pt idx="74548">
                  <c:v>59.98</c:v>
                </c:pt>
                <c:pt idx="74549">
                  <c:v>59.98</c:v>
                </c:pt>
                <c:pt idx="74550">
                  <c:v>99.98</c:v>
                </c:pt>
                <c:pt idx="74551">
                  <c:v>185.23</c:v>
                </c:pt>
                <c:pt idx="74552">
                  <c:v>137.97999999999999</c:v>
                </c:pt>
                <c:pt idx="74553">
                  <c:v>84.99</c:v>
                </c:pt>
                <c:pt idx="74554">
                  <c:v>169.98</c:v>
                </c:pt>
                <c:pt idx="74555">
                  <c:v>137.97999999999999</c:v>
                </c:pt>
                <c:pt idx="74556">
                  <c:v>84.99</c:v>
                </c:pt>
                <c:pt idx="74557">
                  <c:v>239.9</c:v>
                </c:pt>
                <c:pt idx="74558">
                  <c:v>214.97</c:v>
                </c:pt>
                <c:pt idx="74559">
                  <c:v>159.97999999999999</c:v>
                </c:pt>
                <c:pt idx="74560">
                  <c:v>182.97</c:v>
                </c:pt>
                <c:pt idx="74561">
                  <c:v>159.97999999999999</c:v>
                </c:pt>
                <c:pt idx="74562">
                  <c:v>79.989999999999995</c:v>
                </c:pt>
                <c:pt idx="74563">
                  <c:v>133.97999999999999</c:v>
                </c:pt>
                <c:pt idx="74564">
                  <c:v>182.97</c:v>
                </c:pt>
                <c:pt idx="74565">
                  <c:v>244.97</c:v>
                </c:pt>
                <c:pt idx="74566">
                  <c:v>79.989999999999995</c:v>
                </c:pt>
                <c:pt idx="74567">
                  <c:v>239.97</c:v>
                </c:pt>
                <c:pt idx="74568">
                  <c:v>74.97</c:v>
                </c:pt>
                <c:pt idx="74569">
                  <c:v>119.96</c:v>
                </c:pt>
                <c:pt idx="74570">
                  <c:v>153.24</c:v>
                </c:pt>
                <c:pt idx="74571">
                  <c:v>209.93</c:v>
                </c:pt>
                <c:pt idx="74572">
                  <c:v>138.19999999999999</c:v>
                </c:pt>
                <c:pt idx="74573">
                  <c:v>119.96</c:v>
                </c:pt>
                <c:pt idx="74574">
                  <c:v>142.18</c:v>
                </c:pt>
                <c:pt idx="74575">
                  <c:v>172.97</c:v>
                </c:pt>
                <c:pt idx="74576">
                  <c:v>84.99</c:v>
                </c:pt>
                <c:pt idx="74577">
                  <c:v>76.540000000000006</c:v>
                </c:pt>
                <c:pt idx="74578">
                  <c:v>51.49</c:v>
                </c:pt>
                <c:pt idx="74579">
                  <c:v>99.98</c:v>
                </c:pt>
                <c:pt idx="74580">
                  <c:v>52.24</c:v>
                </c:pt>
                <c:pt idx="74581">
                  <c:v>84.99</c:v>
                </c:pt>
                <c:pt idx="74582">
                  <c:v>84.99</c:v>
                </c:pt>
                <c:pt idx="74583">
                  <c:v>169.98</c:v>
                </c:pt>
                <c:pt idx="74584">
                  <c:v>171.41</c:v>
                </c:pt>
                <c:pt idx="74585">
                  <c:v>155.94999999999999</c:v>
                </c:pt>
                <c:pt idx="74586">
                  <c:v>244.93</c:v>
                </c:pt>
                <c:pt idx="74587">
                  <c:v>242.94</c:v>
                </c:pt>
                <c:pt idx="74588">
                  <c:v>134.94999999999999</c:v>
                </c:pt>
                <c:pt idx="74589">
                  <c:v>63.96</c:v>
                </c:pt>
                <c:pt idx="74590">
                  <c:v>-74.989999999999995</c:v>
                </c:pt>
                <c:pt idx="74591">
                  <c:v>61.96</c:v>
                </c:pt>
                <c:pt idx="74592">
                  <c:v>59.99</c:v>
                </c:pt>
                <c:pt idx="74593">
                  <c:v>77.56</c:v>
                </c:pt>
                <c:pt idx="74594">
                  <c:v>69.989999999999995</c:v>
                </c:pt>
                <c:pt idx="74595">
                  <c:v>33.479999999999997</c:v>
                </c:pt>
                <c:pt idx="74596">
                  <c:v>199.95</c:v>
                </c:pt>
                <c:pt idx="74597">
                  <c:v>290.95</c:v>
                </c:pt>
                <c:pt idx="74598">
                  <c:v>187.97</c:v>
                </c:pt>
                <c:pt idx="74599">
                  <c:v>100.27</c:v>
                </c:pt>
                <c:pt idx="74600">
                  <c:v>187.07</c:v>
                </c:pt>
                <c:pt idx="74601">
                  <c:v>157.25</c:v>
                </c:pt>
                <c:pt idx="74602">
                  <c:v>123.01</c:v>
                </c:pt>
                <c:pt idx="74603">
                  <c:v>164.5</c:v>
                </c:pt>
                <c:pt idx="74604">
                  <c:v>135.46</c:v>
                </c:pt>
                <c:pt idx="74605">
                  <c:v>61.87</c:v>
                </c:pt>
                <c:pt idx="74606">
                  <c:v>262.49</c:v>
                </c:pt>
                <c:pt idx="74607">
                  <c:v>102.96</c:v>
                </c:pt>
                <c:pt idx="74608">
                  <c:v>89.97</c:v>
                </c:pt>
                <c:pt idx="74609">
                  <c:v>92.97</c:v>
                </c:pt>
                <c:pt idx="74610">
                  <c:v>89.97</c:v>
                </c:pt>
                <c:pt idx="74611">
                  <c:v>91.97</c:v>
                </c:pt>
                <c:pt idx="74612">
                  <c:v>79.97</c:v>
                </c:pt>
                <c:pt idx="74613">
                  <c:v>80.010000000000005</c:v>
                </c:pt>
                <c:pt idx="74614">
                  <c:v>89.97</c:v>
                </c:pt>
                <c:pt idx="74615">
                  <c:v>89.97</c:v>
                </c:pt>
                <c:pt idx="74616">
                  <c:v>87.97</c:v>
                </c:pt>
                <c:pt idx="74617">
                  <c:v>99.98</c:v>
                </c:pt>
                <c:pt idx="74618">
                  <c:v>134.97999999999999</c:v>
                </c:pt>
                <c:pt idx="74619">
                  <c:v>134.97999999999999</c:v>
                </c:pt>
                <c:pt idx="74620">
                  <c:v>99.98</c:v>
                </c:pt>
                <c:pt idx="74621">
                  <c:v>84.99</c:v>
                </c:pt>
                <c:pt idx="74622">
                  <c:v>134.97999999999999</c:v>
                </c:pt>
                <c:pt idx="74623">
                  <c:v>99.98</c:v>
                </c:pt>
                <c:pt idx="74624">
                  <c:v>72.239999999999995</c:v>
                </c:pt>
                <c:pt idx="74625">
                  <c:v>152.97999999999999</c:v>
                </c:pt>
                <c:pt idx="74626">
                  <c:v>152.97999999999999</c:v>
                </c:pt>
                <c:pt idx="74627">
                  <c:v>72.239999999999995</c:v>
                </c:pt>
                <c:pt idx="74628">
                  <c:v>114.98</c:v>
                </c:pt>
                <c:pt idx="74629">
                  <c:v>76.489999999999995</c:v>
                </c:pt>
                <c:pt idx="74630">
                  <c:v>93.48</c:v>
                </c:pt>
                <c:pt idx="74631">
                  <c:v>152.97999999999999</c:v>
                </c:pt>
                <c:pt idx="74632">
                  <c:v>77.34</c:v>
                </c:pt>
                <c:pt idx="74633">
                  <c:v>488.86</c:v>
                </c:pt>
                <c:pt idx="74634">
                  <c:v>109.96</c:v>
                </c:pt>
                <c:pt idx="74635">
                  <c:v>211.96</c:v>
                </c:pt>
                <c:pt idx="74636">
                  <c:v>189.94</c:v>
                </c:pt>
                <c:pt idx="74637">
                  <c:v>134.96</c:v>
                </c:pt>
                <c:pt idx="74638">
                  <c:v>107.96</c:v>
                </c:pt>
                <c:pt idx="74639">
                  <c:v>107.96</c:v>
                </c:pt>
                <c:pt idx="74640">
                  <c:v>96.98</c:v>
                </c:pt>
                <c:pt idx="74641">
                  <c:v>107.96</c:v>
                </c:pt>
                <c:pt idx="74642">
                  <c:v>51.49</c:v>
                </c:pt>
                <c:pt idx="74643">
                  <c:v>53.98</c:v>
                </c:pt>
                <c:pt idx="74644">
                  <c:v>49.99</c:v>
                </c:pt>
                <c:pt idx="74645">
                  <c:v>59.98</c:v>
                </c:pt>
                <c:pt idx="74646">
                  <c:v>103.89</c:v>
                </c:pt>
                <c:pt idx="74647">
                  <c:v>59.98</c:v>
                </c:pt>
                <c:pt idx="74648">
                  <c:v>41.49</c:v>
                </c:pt>
                <c:pt idx="74649">
                  <c:v>56.99</c:v>
                </c:pt>
                <c:pt idx="74650">
                  <c:v>69.97</c:v>
                </c:pt>
                <c:pt idx="74651">
                  <c:v>69.97</c:v>
                </c:pt>
                <c:pt idx="74652">
                  <c:v>149.94999999999999</c:v>
                </c:pt>
                <c:pt idx="74653">
                  <c:v>102.31</c:v>
                </c:pt>
                <c:pt idx="74654">
                  <c:v>124.95</c:v>
                </c:pt>
                <c:pt idx="74655">
                  <c:v>149.94999999999999</c:v>
                </c:pt>
                <c:pt idx="74656">
                  <c:v>109.96</c:v>
                </c:pt>
                <c:pt idx="74657">
                  <c:v>119.96</c:v>
                </c:pt>
                <c:pt idx="74658">
                  <c:v>119.96</c:v>
                </c:pt>
                <c:pt idx="74659">
                  <c:v>119.98</c:v>
                </c:pt>
                <c:pt idx="74660">
                  <c:v>81.489999999999995</c:v>
                </c:pt>
                <c:pt idx="74661">
                  <c:v>69.3</c:v>
                </c:pt>
                <c:pt idx="74662">
                  <c:v>121.96</c:v>
                </c:pt>
                <c:pt idx="74663">
                  <c:v>124.98</c:v>
                </c:pt>
                <c:pt idx="74664">
                  <c:v>79.989999999999995</c:v>
                </c:pt>
                <c:pt idx="74665">
                  <c:v>121.96</c:v>
                </c:pt>
                <c:pt idx="74666">
                  <c:v>99.98</c:v>
                </c:pt>
                <c:pt idx="74667">
                  <c:v>77.650000000000006</c:v>
                </c:pt>
                <c:pt idx="74668">
                  <c:v>41.49</c:v>
                </c:pt>
                <c:pt idx="74669">
                  <c:v>58.98</c:v>
                </c:pt>
                <c:pt idx="74670">
                  <c:v>41.49</c:v>
                </c:pt>
                <c:pt idx="74671">
                  <c:v>39.299999999999997</c:v>
                </c:pt>
                <c:pt idx="74672">
                  <c:v>42.24</c:v>
                </c:pt>
                <c:pt idx="74673">
                  <c:v>58.98</c:v>
                </c:pt>
                <c:pt idx="74674">
                  <c:v>39.159999999999997</c:v>
                </c:pt>
                <c:pt idx="74675">
                  <c:v>58.98</c:v>
                </c:pt>
                <c:pt idx="74676">
                  <c:v>41.49</c:v>
                </c:pt>
                <c:pt idx="74677">
                  <c:v>58.98</c:v>
                </c:pt>
                <c:pt idx="74678">
                  <c:v>61.98</c:v>
                </c:pt>
                <c:pt idx="74679">
                  <c:v>64.98</c:v>
                </c:pt>
                <c:pt idx="74680">
                  <c:v>53.98</c:v>
                </c:pt>
                <c:pt idx="74681">
                  <c:v>74.98</c:v>
                </c:pt>
                <c:pt idx="74682">
                  <c:v>65.989999999999995</c:v>
                </c:pt>
                <c:pt idx="74683">
                  <c:v>89.97</c:v>
                </c:pt>
                <c:pt idx="74684">
                  <c:v>69.959999999999994</c:v>
                </c:pt>
                <c:pt idx="74685">
                  <c:v>77.95</c:v>
                </c:pt>
                <c:pt idx="74686">
                  <c:v>99.96</c:v>
                </c:pt>
                <c:pt idx="74687">
                  <c:v>99.95</c:v>
                </c:pt>
                <c:pt idx="74688">
                  <c:v>89.98</c:v>
                </c:pt>
                <c:pt idx="74689">
                  <c:v>59.98</c:v>
                </c:pt>
                <c:pt idx="74690">
                  <c:v>84.97</c:v>
                </c:pt>
                <c:pt idx="74691">
                  <c:v>59.98</c:v>
                </c:pt>
                <c:pt idx="74692">
                  <c:v>59.98</c:v>
                </c:pt>
                <c:pt idx="74693">
                  <c:v>84.97</c:v>
                </c:pt>
                <c:pt idx="74694">
                  <c:v>59.98</c:v>
                </c:pt>
                <c:pt idx="74695">
                  <c:v>59.98</c:v>
                </c:pt>
                <c:pt idx="74696">
                  <c:v>74.97</c:v>
                </c:pt>
                <c:pt idx="74697">
                  <c:v>59.98</c:v>
                </c:pt>
                <c:pt idx="74698">
                  <c:v>74.97</c:v>
                </c:pt>
                <c:pt idx="74699">
                  <c:v>59.98</c:v>
                </c:pt>
                <c:pt idx="74700">
                  <c:v>74.97</c:v>
                </c:pt>
                <c:pt idx="74701">
                  <c:v>74.97</c:v>
                </c:pt>
                <c:pt idx="74702">
                  <c:v>74.97</c:v>
                </c:pt>
                <c:pt idx="74703">
                  <c:v>74.97</c:v>
                </c:pt>
                <c:pt idx="74704">
                  <c:v>58.03</c:v>
                </c:pt>
                <c:pt idx="74705">
                  <c:v>58.18</c:v>
                </c:pt>
                <c:pt idx="74706">
                  <c:v>59.98</c:v>
                </c:pt>
                <c:pt idx="74707">
                  <c:v>67.47</c:v>
                </c:pt>
                <c:pt idx="74708">
                  <c:v>59.98</c:v>
                </c:pt>
                <c:pt idx="74709">
                  <c:v>59.98</c:v>
                </c:pt>
                <c:pt idx="74710">
                  <c:v>59.98</c:v>
                </c:pt>
                <c:pt idx="74711">
                  <c:v>59.98</c:v>
                </c:pt>
                <c:pt idx="74712">
                  <c:v>59.98</c:v>
                </c:pt>
                <c:pt idx="74713">
                  <c:v>119.96</c:v>
                </c:pt>
                <c:pt idx="74714">
                  <c:v>67.47</c:v>
                </c:pt>
                <c:pt idx="74715">
                  <c:v>59.98</c:v>
                </c:pt>
                <c:pt idx="74716">
                  <c:v>58.03</c:v>
                </c:pt>
                <c:pt idx="74717">
                  <c:v>59.98</c:v>
                </c:pt>
                <c:pt idx="74718">
                  <c:v>53.73</c:v>
                </c:pt>
                <c:pt idx="74719">
                  <c:v>58.18</c:v>
                </c:pt>
                <c:pt idx="74720">
                  <c:v>53.73</c:v>
                </c:pt>
                <c:pt idx="74721">
                  <c:v>59.98</c:v>
                </c:pt>
                <c:pt idx="74722">
                  <c:v>119.96</c:v>
                </c:pt>
                <c:pt idx="74723">
                  <c:v>114.96</c:v>
                </c:pt>
                <c:pt idx="74724">
                  <c:v>83.98</c:v>
                </c:pt>
                <c:pt idx="74725">
                  <c:v>99.98</c:v>
                </c:pt>
                <c:pt idx="74726">
                  <c:v>64.98</c:v>
                </c:pt>
                <c:pt idx="74727">
                  <c:v>149.97</c:v>
                </c:pt>
                <c:pt idx="74728">
                  <c:v>65.989999999999995</c:v>
                </c:pt>
                <c:pt idx="74729">
                  <c:v>139.97999999999999</c:v>
                </c:pt>
                <c:pt idx="74730">
                  <c:v>79.98</c:v>
                </c:pt>
                <c:pt idx="74731">
                  <c:v>79.849999999999994</c:v>
                </c:pt>
                <c:pt idx="74732">
                  <c:v>79.849999999999994</c:v>
                </c:pt>
                <c:pt idx="74733">
                  <c:v>79.849999999999994</c:v>
                </c:pt>
                <c:pt idx="74734">
                  <c:v>79.849999999999994</c:v>
                </c:pt>
                <c:pt idx="74735">
                  <c:v>123.38</c:v>
                </c:pt>
                <c:pt idx="74736">
                  <c:v>39.200000000000003</c:v>
                </c:pt>
                <c:pt idx="74737">
                  <c:v>147.6</c:v>
                </c:pt>
                <c:pt idx="74738">
                  <c:v>159.69999999999999</c:v>
                </c:pt>
                <c:pt idx="74739">
                  <c:v>79.849999999999994</c:v>
                </c:pt>
                <c:pt idx="74740">
                  <c:v>67.739999999999995</c:v>
                </c:pt>
                <c:pt idx="74741">
                  <c:v>55.64</c:v>
                </c:pt>
                <c:pt idx="74742">
                  <c:v>79.849999999999994</c:v>
                </c:pt>
                <c:pt idx="74743">
                  <c:v>72.84</c:v>
                </c:pt>
                <c:pt idx="74744">
                  <c:v>84.68</c:v>
                </c:pt>
                <c:pt idx="74745">
                  <c:v>89.97</c:v>
                </c:pt>
                <c:pt idx="74746">
                  <c:v>59.98</c:v>
                </c:pt>
                <c:pt idx="74747">
                  <c:v>69.97</c:v>
                </c:pt>
                <c:pt idx="74748">
                  <c:v>180.93</c:v>
                </c:pt>
                <c:pt idx="74749">
                  <c:v>115.14</c:v>
                </c:pt>
                <c:pt idx="74750">
                  <c:v>129.34</c:v>
                </c:pt>
                <c:pt idx="74751">
                  <c:v>62.97</c:v>
                </c:pt>
                <c:pt idx="74752">
                  <c:v>204.44</c:v>
                </c:pt>
                <c:pt idx="74753">
                  <c:v>197.19</c:v>
                </c:pt>
                <c:pt idx="74754">
                  <c:v>140.34</c:v>
                </c:pt>
                <c:pt idx="74755">
                  <c:v>204.7</c:v>
                </c:pt>
                <c:pt idx="74756">
                  <c:v>259.91000000000003</c:v>
                </c:pt>
                <c:pt idx="74757">
                  <c:v>219.92</c:v>
                </c:pt>
                <c:pt idx="74758">
                  <c:v>134.96</c:v>
                </c:pt>
                <c:pt idx="74759">
                  <c:v>199.96</c:v>
                </c:pt>
                <c:pt idx="74760">
                  <c:v>94.98</c:v>
                </c:pt>
                <c:pt idx="74761">
                  <c:v>49.99</c:v>
                </c:pt>
                <c:pt idx="74762">
                  <c:v>149.97</c:v>
                </c:pt>
                <c:pt idx="74763">
                  <c:v>99.98</c:v>
                </c:pt>
                <c:pt idx="74764">
                  <c:v>84.98</c:v>
                </c:pt>
                <c:pt idx="74765">
                  <c:v>219.97</c:v>
                </c:pt>
                <c:pt idx="74766">
                  <c:v>50.98</c:v>
                </c:pt>
                <c:pt idx="74767">
                  <c:v>-53.98</c:v>
                </c:pt>
                <c:pt idx="74768">
                  <c:v>172.15</c:v>
                </c:pt>
                <c:pt idx="74769">
                  <c:v>122.95</c:v>
                </c:pt>
                <c:pt idx="74770">
                  <c:v>273.93</c:v>
                </c:pt>
                <c:pt idx="74771">
                  <c:v>159.97999999999999</c:v>
                </c:pt>
                <c:pt idx="74772">
                  <c:v>122.95</c:v>
                </c:pt>
                <c:pt idx="74773">
                  <c:v>83.12</c:v>
                </c:pt>
                <c:pt idx="74774">
                  <c:v>218.84</c:v>
                </c:pt>
                <c:pt idx="74775">
                  <c:v>336.81</c:v>
                </c:pt>
                <c:pt idx="74776">
                  <c:v>141.72999999999999</c:v>
                </c:pt>
                <c:pt idx="74777">
                  <c:v>154.93</c:v>
                </c:pt>
                <c:pt idx="74778">
                  <c:v>127.91</c:v>
                </c:pt>
                <c:pt idx="74779">
                  <c:v>182.66</c:v>
                </c:pt>
                <c:pt idx="74780">
                  <c:v>112.96</c:v>
                </c:pt>
                <c:pt idx="74781">
                  <c:v>104.97</c:v>
                </c:pt>
                <c:pt idx="74782">
                  <c:v>119.96</c:v>
                </c:pt>
                <c:pt idx="74783">
                  <c:v>220.02</c:v>
                </c:pt>
                <c:pt idx="74784">
                  <c:v>223.92</c:v>
                </c:pt>
                <c:pt idx="74785">
                  <c:v>204.93</c:v>
                </c:pt>
                <c:pt idx="74786">
                  <c:v>91.96</c:v>
                </c:pt>
                <c:pt idx="74787">
                  <c:v>68.38</c:v>
                </c:pt>
                <c:pt idx="74788">
                  <c:v>99.95</c:v>
                </c:pt>
                <c:pt idx="74789">
                  <c:v>61.07</c:v>
                </c:pt>
                <c:pt idx="74790">
                  <c:v>81.97</c:v>
                </c:pt>
                <c:pt idx="74791">
                  <c:v>86.96</c:v>
                </c:pt>
                <c:pt idx="74792">
                  <c:v>51.98</c:v>
                </c:pt>
                <c:pt idx="74793">
                  <c:v>106.97</c:v>
                </c:pt>
                <c:pt idx="74794">
                  <c:v>127.7</c:v>
                </c:pt>
                <c:pt idx="74795">
                  <c:v>55.98</c:v>
                </c:pt>
                <c:pt idx="74796">
                  <c:v>120.93</c:v>
                </c:pt>
                <c:pt idx="74797">
                  <c:v>65.98</c:v>
                </c:pt>
                <c:pt idx="74798">
                  <c:v>254.97</c:v>
                </c:pt>
                <c:pt idx="74799">
                  <c:v>239.95</c:v>
                </c:pt>
                <c:pt idx="74800">
                  <c:v>93.18</c:v>
                </c:pt>
                <c:pt idx="74801">
                  <c:v>66.97</c:v>
                </c:pt>
                <c:pt idx="74802">
                  <c:v>156.97</c:v>
                </c:pt>
                <c:pt idx="74803">
                  <c:v>334.97</c:v>
                </c:pt>
                <c:pt idx="74804">
                  <c:v>96.78</c:v>
                </c:pt>
                <c:pt idx="74805">
                  <c:v>93.15</c:v>
                </c:pt>
                <c:pt idx="74806">
                  <c:v>71.86</c:v>
                </c:pt>
                <c:pt idx="74807">
                  <c:v>93.15</c:v>
                </c:pt>
                <c:pt idx="74808">
                  <c:v>124.59</c:v>
                </c:pt>
                <c:pt idx="74809">
                  <c:v>136.68</c:v>
                </c:pt>
                <c:pt idx="74810">
                  <c:v>79.849999999999994</c:v>
                </c:pt>
                <c:pt idx="74811">
                  <c:v>79.849999999999994</c:v>
                </c:pt>
                <c:pt idx="74812">
                  <c:v>158.46</c:v>
                </c:pt>
                <c:pt idx="74813">
                  <c:v>79.849999999999994</c:v>
                </c:pt>
                <c:pt idx="74814">
                  <c:v>107.67</c:v>
                </c:pt>
                <c:pt idx="74815">
                  <c:v>154.93</c:v>
                </c:pt>
                <c:pt idx="74816">
                  <c:v>79.98</c:v>
                </c:pt>
                <c:pt idx="74817">
                  <c:v>131.97999999999999</c:v>
                </c:pt>
                <c:pt idx="74818">
                  <c:v>114.57</c:v>
                </c:pt>
                <c:pt idx="74819">
                  <c:v>84.99</c:v>
                </c:pt>
                <c:pt idx="74820">
                  <c:v>132.54</c:v>
                </c:pt>
                <c:pt idx="74821">
                  <c:v>186.96</c:v>
                </c:pt>
                <c:pt idx="74822">
                  <c:v>73.48</c:v>
                </c:pt>
                <c:pt idx="74823">
                  <c:v>168.28</c:v>
                </c:pt>
                <c:pt idx="74824">
                  <c:v>167.51</c:v>
                </c:pt>
                <c:pt idx="74825">
                  <c:v>239.97</c:v>
                </c:pt>
                <c:pt idx="74826">
                  <c:v>63.98</c:v>
                </c:pt>
                <c:pt idx="74827">
                  <c:v>239.97</c:v>
                </c:pt>
                <c:pt idx="74828">
                  <c:v>239.97</c:v>
                </c:pt>
                <c:pt idx="74829">
                  <c:v>265.94</c:v>
                </c:pt>
                <c:pt idx="74830">
                  <c:v>238.91</c:v>
                </c:pt>
                <c:pt idx="74831">
                  <c:v>318.32</c:v>
                </c:pt>
                <c:pt idx="74832">
                  <c:v>125.93</c:v>
                </c:pt>
                <c:pt idx="74833">
                  <c:v>104.34</c:v>
                </c:pt>
                <c:pt idx="74834">
                  <c:v>107.94</c:v>
                </c:pt>
                <c:pt idx="74835">
                  <c:v>-128.94</c:v>
                </c:pt>
                <c:pt idx="74836">
                  <c:v>107.94</c:v>
                </c:pt>
                <c:pt idx="74837">
                  <c:v>107.94</c:v>
                </c:pt>
                <c:pt idx="74838">
                  <c:v>143.91999999999999</c:v>
                </c:pt>
                <c:pt idx="74839">
                  <c:v>128.94</c:v>
                </c:pt>
                <c:pt idx="74840">
                  <c:v>102.36</c:v>
                </c:pt>
                <c:pt idx="74841">
                  <c:v>84.99</c:v>
                </c:pt>
                <c:pt idx="74842">
                  <c:v>84.99</c:v>
                </c:pt>
                <c:pt idx="74843">
                  <c:v>84.99</c:v>
                </c:pt>
                <c:pt idx="74844">
                  <c:v>84.99</c:v>
                </c:pt>
                <c:pt idx="74845">
                  <c:v>84.99</c:v>
                </c:pt>
                <c:pt idx="74846">
                  <c:v>84.99</c:v>
                </c:pt>
                <c:pt idx="74847">
                  <c:v>84.99</c:v>
                </c:pt>
                <c:pt idx="74848">
                  <c:v>100.97</c:v>
                </c:pt>
                <c:pt idx="74849">
                  <c:v>68.48</c:v>
                </c:pt>
                <c:pt idx="74850">
                  <c:v>84.99</c:v>
                </c:pt>
                <c:pt idx="74851">
                  <c:v>84.99</c:v>
                </c:pt>
                <c:pt idx="74852">
                  <c:v>84.99</c:v>
                </c:pt>
                <c:pt idx="74853">
                  <c:v>84.99</c:v>
                </c:pt>
                <c:pt idx="74854">
                  <c:v>96.78</c:v>
                </c:pt>
                <c:pt idx="74855">
                  <c:v>119.89</c:v>
                </c:pt>
                <c:pt idx="74856">
                  <c:v>182.67</c:v>
                </c:pt>
                <c:pt idx="74857">
                  <c:v>109</c:v>
                </c:pt>
                <c:pt idx="74858">
                  <c:v>114.14</c:v>
                </c:pt>
                <c:pt idx="74859">
                  <c:v>123.37</c:v>
                </c:pt>
                <c:pt idx="74860">
                  <c:v>128.24</c:v>
                </c:pt>
                <c:pt idx="74861">
                  <c:v>115.41</c:v>
                </c:pt>
                <c:pt idx="74862">
                  <c:v>74.95</c:v>
                </c:pt>
                <c:pt idx="74863">
                  <c:v>74.95</c:v>
                </c:pt>
                <c:pt idx="74864">
                  <c:v>74.95</c:v>
                </c:pt>
                <c:pt idx="74865">
                  <c:v>71.95</c:v>
                </c:pt>
                <c:pt idx="74866">
                  <c:v>89.94</c:v>
                </c:pt>
                <c:pt idx="74867">
                  <c:v>74.95</c:v>
                </c:pt>
                <c:pt idx="74868">
                  <c:v>169.98</c:v>
                </c:pt>
                <c:pt idx="74869">
                  <c:v>82.64</c:v>
                </c:pt>
                <c:pt idx="74870">
                  <c:v>84.99</c:v>
                </c:pt>
                <c:pt idx="74871">
                  <c:v>84.99</c:v>
                </c:pt>
                <c:pt idx="74872">
                  <c:v>84.99</c:v>
                </c:pt>
                <c:pt idx="74873">
                  <c:v>99.98</c:v>
                </c:pt>
                <c:pt idx="74874">
                  <c:v>84.99</c:v>
                </c:pt>
                <c:pt idx="74875">
                  <c:v>144.47999999999999</c:v>
                </c:pt>
                <c:pt idx="74876">
                  <c:v>124.18</c:v>
                </c:pt>
                <c:pt idx="74877">
                  <c:v>169.98</c:v>
                </c:pt>
                <c:pt idx="74878">
                  <c:v>169.98</c:v>
                </c:pt>
                <c:pt idx="74879">
                  <c:v>156.78</c:v>
                </c:pt>
                <c:pt idx="74880">
                  <c:v>131.97999999999999</c:v>
                </c:pt>
                <c:pt idx="74881">
                  <c:v>184.97</c:v>
                </c:pt>
                <c:pt idx="74882">
                  <c:v>136.84</c:v>
                </c:pt>
                <c:pt idx="74883">
                  <c:v>59.24</c:v>
                </c:pt>
                <c:pt idx="74884">
                  <c:v>69.989999999999995</c:v>
                </c:pt>
                <c:pt idx="74885">
                  <c:v>63.96</c:v>
                </c:pt>
                <c:pt idx="74886">
                  <c:v>63.96</c:v>
                </c:pt>
                <c:pt idx="74887">
                  <c:v>63.96</c:v>
                </c:pt>
                <c:pt idx="74888">
                  <c:v>63.96</c:v>
                </c:pt>
                <c:pt idx="74889">
                  <c:v>63.96</c:v>
                </c:pt>
                <c:pt idx="74890">
                  <c:v>63.96</c:v>
                </c:pt>
                <c:pt idx="74891">
                  <c:v>84.99</c:v>
                </c:pt>
                <c:pt idx="74892">
                  <c:v>76.489999999999995</c:v>
                </c:pt>
                <c:pt idx="74893">
                  <c:v>72.239999999999995</c:v>
                </c:pt>
                <c:pt idx="74894">
                  <c:v>76.489999999999995</c:v>
                </c:pt>
                <c:pt idx="74895">
                  <c:v>76.489999999999995</c:v>
                </c:pt>
                <c:pt idx="74896">
                  <c:v>84.99</c:v>
                </c:pt>
                <c:pt idx="74897">
                  <c:v>84.97</c:v>
                </c:pt>
                <c:pt idx="74898">
                  <c:v>76.489999999999995</c:v>
                </c:pt>
                <c:pt idx="74899">
                  <c:v>51.98</c:v>
                </c:pt>
                <c:pt idx="74900">
                  <c:v>76.489999999999995</c:v>
                </c:pt>
                <c:pt idx="74901">
                  <c:v>69.98</c:v>
                </c:pt>
                <c:pt idx="74902">
                  <c:v>51.98</c:v>
                </c:pt>
                <c:pt idx="74903">
                  <c:v>51.98</c:v>
                </c:pt>
                <c:pt idx="74904">
                  <c:v>63.69</c:v>
                </c:pt>
                <c:pt idx="74905">
                  <c:v>51.98</c:v>
                </c:pt>
                <c:pt idx="74906">
                  <c:v>50.98</c:v>
                </c:pt>
                <c:pt idx="74907">
                  <c:v>169.98</c:v>
                </c:pt>
                <c:pt idx="74908">
                  <c:v>169.98</c:v>
                </c:pt>
                <c:pt idx="74909">
                  <c:v>79.95</c:v>
                </c:pt>
                <c:pt idx="74910">
                  <c:v>201.96</c:v>
                </c:pt>
                <c:pt idx="74911">
                  <c:v>169.98</c:v>
                </c:pt>
                <c:pt idx="74912">
                  <c:v>80.739999999999995</c:v>
                </c:pt>
                <c:pt idx="74913">
                  <c:v>150.93</c:v>
                </c:pt>
                <c:pt idx="74914">
                  <c:v>131.97999999999999</c:v>
                </c:pt>
                <c:pt idx="74915">
                  <c:v>113.95</c:v>
                </c:pt>
                <c:pt idx="74916">
                  <c:v>131.37</c:v>
                </c:pt>
                <c:pt idx="74917">
                  <c:v>137.94999999999999</c:v>
                </c:pt>
                <c:pt idx="74918">
                  <c:v>131.97999999999999</c:v>
                </c:pt>
                <c:pt idx="74919">
                  <c:v>55.92</c:v>
                </c:pt>
                <c:pt idx="74920">
                  <c:v>105.98</c:v>
                </c:pt>
                <c:pt idx="74921">
                  <c:v>59.94</c:v>
                </c:pt>
                <c:pt idx="74922">
                  <c:v>145.94999999999999</c:v>
                </c:pt>
                <c:pt idx="74923">
                  <c:v>122.97</c:v>
                </c:pt>
                <c:pt idx="74924">
                  <c:v>169.98</c:v>
                </c:pt>
                <c:pt idx="74925">
                  <c:v>84.99</c:v>
                </c:pt>
                <c:pt idx="74926">
                  <c:v>84.99</c:v>
                </c:pt>
                <c:pt idx="74927">
                  <c:v>169.98</c:v>
                </c:pt>
                <c:pt idx="74928">
                  <c:v>84.99</c:v>
                </c:pt>
                <c:pt idx="74929">
                  <c:v>76.489999999999995</c:v>
                </c:pt>
                <c:pt idx="74930">
                  <c:v>169.98</c:v>
                </c:pt>
                <c:pt idx="74931">
                  <c:v>74.22</c:v>
                </c:pt>
                <c:pt idx="74932">
                  <c:v>25.99</c:v>
                </c:pt>
                <c:pt idx="74933">
                  <c:v>66.27</c:v>
                </c:pt>
                <c:pt idx="74934">
                  <c:v>70.17</c:v>
                </c:pt>
                <c:pt idx="74935">
                  <c:v>102.92</c:v>
                </c:pt>
                <c:pt idx="74936">
                  <c:v>103.96</c:v>
                </c:pt>
                <c:pt idx="74937">
                  <c:v>93.56</c:v>
                </c:pt>
                <c:pt idx="74938">
                  <c:v>86.97</c:v>
                </c:pt>
                <c:pt idx="74939">
                  <c:v>77.97</c:v>
                </c:pt>
                <c:pt idx="74940">
                  <c:v>100.84</c:v>
                </c:pt>
                <c:pt idx="74941">
                  <c:v>74.069999999999993</c:v>
                </c:pt>
                <c:pt idx="74942">
                  <c:v>62.97</c:v>
                </c:pt>
                <c:pt idx="74943">
                  <c:v>103.96</c:v>
                </c:pt>
                <c:pt idx="74944">
                  <c:v>77.19</c:v>
                </c:pt>
                <c:pt idx="74945">
                  <c:v>99.98</c:v>
                </c:pt>
                <c:pt idx="74946">
                  <c:v>84.98</c:v>
                </c:pt>
                <c:pt idx="74947">
                  <c:v>84.99</c:v>
                </c:pt>
                <c:pt idx="74948">
                  <c:v>100.98</c:v>
                </c:pt>
                <c:pt idx="74949">
                  <c:v>84.99</c:v>
                </c:pt>
                <c:pt idx="74950">
                  <c:v>75.33</c:v>
                </c:pt>
                <c:pt idx="74951">
                  <c:v>84.99</c:v>
                </c:pt>
                <c:pt idx="74952">
                  <c:v>84.99</c:v>
                </c:pt>
                <c:pt idx="74953">
                  <c:v>84.99</c:v>
                </c:pt>
                <c:pt idx="74954">
                  <c:v>84.99</c:v>
                </c:pt>
                <c:pt idx="74955">
                  <c:v>84.99</c:v>
                </c:pt>
                <c:pt idx="74956">
                  <c:v>76.489999999999995</c:v>
                </c:pt>
                <c:pt idx="74957">
                  <c:v>99.96</c:v>
                </c:pt>
                <c:pt idx="74958">
                  <c:v>110.97</c:v>
                </c:pt>
                <c:pt idx="74959">
                  <c:v>99.96</c:v>
                </c:pt>
                <c:pt idx="74960">
                  <c:v>77.97</c:v>
                </c:pt>
                <c:pt idx="74961">
                  <c:v>99.96</c:v>
                </c:pt>
                <c:pt idx="74962">
                  <c:v>96.67</c:v>
                </c:pt>
                <c:pt idx="74963">
                  <c:v>73.98</c:v>
                </c:pt>
                <c:pt idx="74964">
                  <c:v>73.98</c:v>
                </c:pt>
                <c:pt idx="74965">
                  <c:v>81.96</c:v>
                </c:pt>
                <c:pt idx="74966">
                  <c:v>110.97</c:v>
                </c:pt>
                <c:pt idx="74967">
                  <c:v>267.92</c:v>
                </c:pt>
                <c:pt idx="74968">
                  <c:v>267.92</c:v>
                </c:pt>
                <c:pt idx="74969">
                  <c:v>118.96</c:v>
                </c:pt>
                <c:pt idx="74970">
                  <c:v>118.96</c:v>
                </c:pt>
                <c:pt idx="74971">
                  <c:v>227.94</c:v>
                </c:pt>
                <c:pt idx="74972">
                  <c:v>227.94</c:v>
                </c:pt>
                <c:pt idx="74973">
                  <c:v>133.94999999999999</c:v>
                </c:pt>
                <c:pt idx="74974">
                  <c:v>119.96</c:v>
                </c:pt>
                <c:pt idx="74975">
                  <c:v>119.96</c:v>
                </c:pt>
                <c:pt idx="74976">
                  <c:v>133.94999999999999</c:v>
                </c:pt>
                <c:pt idx="74977">
                  <c:v>54.99</c:v>
                </c:pt>
                <c:pt idx="74978">
                  <c:v>98.97</c:v>
                </c:pt>
                <c:pt idx="74979">
                  <c:v>54.99</c:v>
                </c:pt>
                <c:pt idx="74980">
                  <c:v>94.98</c:v>
                </c:pt>
                <c:pt idx="74981">
                  <c:v>84.99</c:v>
                </c:pt>
                <c:pt idx="74982">
                  <c:v>59.98</c:v>
                </c:pt>
                <c:pt idx="74983">
                  <c:v>84.99</c:v>
                </c:pt>
                <c:pt idx="74984">
                  <c:v>64.98</c:v>
                </c:pt>
                <c:pt idx="74985">
                  <c:v>84.99</c:v>
                </c:pt>
                <c:pt idx="74986">
                  <c:v>75.73</c:v>
                </c:pt>
                <c:pt idx="74987">
                  <c:v>45.48</c:v>
                </c:pt>
                <c:pt idx="74988">
                  <c:v>72.98</c:v>
                </c:pt>
                <c:pt idx="74989">
                  <c:v>84.99</c:v>
                </c:pt>
                <c:pt idx="74990">
                  <c:v>59.98</c:v>
                </c:pt>
                <c:pt idx="74991">
                  <c:v>51.95</c:v>
                </c:pt>
                <c:pt idx="74992">
                  <c:v>109.98</c:v>
                </c:pt>
                <c:pt idx="74993">
                  <c:v>79.98</c:v>
                </c:pt>
                <c:pt idx="74994">
                  <c:v>109.59</c:v>
                </c:pt>
                <c:pt idx="74995">
                  <c:v>59.98</c:v>
                </c:pt>
                <c:pt idx="74996">
                  <c:v>26.28</c:v>
                </c:pt>
                <c:pt idx="74997">
                  <c:v>68.98</c:v>
                </c:pt>
                <c:pt idx="74998">
                  <c:v>104.98</c:v>
                </c:pt>
                <c:pt idx="74999">
                  <c:v>104.98</c:v>
                </c:pt>
                <c:pt idx="75000">
                  <c:v>82.98</c:v>
                </c:pt>
                <c:pt idx="75001">
                  <c:v>84.99</c:v>
                </c:pt>
                <c:pt idx="75002">
                  <c:v>129.97999999999999</c:v>
                </c:pt>
                <c:pt idx="75003">
                  <c:v>103.98</c:v>
                </c:pt>
                <c:pt idx="75004">
                  <c:v>84.99</c:v>
                </c:pt>
                <c:pt idx="75005">
                  <c:v>84.99</c:v>
                </c:pt>
                <c:pt idx="75006">
                  <c:v>84.99</c:v>
                </c:pt>
                <c:pt idx="75007">
                  <c:v>89.69</c:v>
                </c:pt>
                <c:pt idx="75008">
                  <c:v>84.99</c:v>
                </c:pt>
                <c:pt idx="75009">
                  <c:v>197.96</c:v>
                </c:pt>
                <c:pt idx="75010">
                  <c:v>84.99</c:v>
                </c:pt>
                <c:pt idx="75011">
                  <c:v>94.08</c:v>
                </c:pt>
                <c:pt idx="75012">
                  <c:v>84.99</c:v>
                </c:pt>
                <c:pt idx="75013">
                  <c:v>93.03</c:v>
                </c:pt>
                <c:pt idx="75014">
                  <c:v>6</c:v>
                </c:pt>
                <c:pt idx="75015">
                  <c:v>52.98</c:v>
                </c:pt>
                <c:pt idx="75016">
                  <c:v>56.98</c:v>
                </c:pt>
                <c:pt idx="75017">
                  <c:v>59.98</c:v>
                </c:pt>
                <c:pt idx="75018">
                  <c:v>39.33</c:v>
                </c:pt>
                <c:pt idx="75019">
                  <c:v>68.17</c:v>
                </c:pt>
                <c:pt idx="75020">
                  <c:v>67.98</c:v>
                </c:pt>
                <c:pt idx="75021">
                  <c:v>70.989999999999995</c:v>
                </c:pt>
                <c:pt idx="75022">
                  <c:v>99.98</c:v>
                </c:pt>
                <c:pt idx="75023">
                  <c:v>18.86</c:v>
                </c:pt>
                <c:pt idx="75024">
                  <c:v>84.98</c:v>
                </c:pt>
                <c:pt idx="75025">
                  <c:v>99.98</c:v>
                </c:pt>
                <c:pt idx="75026">
                  <c:v>84.99</c:v>
                </c:pt>
                <c:pt idx="75027">
                  <c:v>99.98</c:v>
                </c:pt>
                <c:pt idx="75028">
                  <c:v>84.99</c:v>
                </c:pt>
                <c:pt idx="75029">
                  <c:v>84.99</c:v>
                </c:pt>
                <c:pt idx="75030">
                  <c:v>84.99</c:v>
                </c:pt>
                <c:pt idx="75031">
                  <c:v>79.98</c:v>
                </c:pt>
                <c:pt idx="75032">
                  <c:v>85.98</c:v>
                </c:pt>
                <c:pt idx="75033">
                  <c:v>122.93</c:v>
                </c:pt>
                <c:pt idx="75034">
                  <c:v>53.45</c:v>
                </c:pt>
                <c:pt idx="75035">
                  <c:v>104.98</c:v>
                </c:pt>
                <c:pt idx="75036">
                  <c:v>68.989999999999995</c:v>
                </c:pt>
                <c:pt idx="75037">
                  <c:v>51.49</c:v>
                </c:pt>
                <c:pt idx="75038">
                  <c:v>68.989999999999995</c:v>
                </c:pt>
                <c:pt idx="75039">
                  <c:v>68.989999999999995</c:v>
                </c:pt>
                <c:pt idx="75040">
                  <c:v>41.49</c:v>
                </c:pt>
                <c:pt idx="75041">
                  <c:v>21.49</c:v>
                </c:pt>
                <c:pt idx="75042">
                  <c:v>104.98</c:v>
                </c:pt>
                <c:pt idx="75043">
                  <c:v>21.49</c:v>
                </c:pt>
                <c:pt idx="75044">
                  <c:v>21.49</c:v>
                </c:pt>
                <c:pt idx="75045">
                  <c:v>51.49</c:v>
                </c:pt>
                <c:pt idx="75046">
                  <c:v>104.98</c:v>
                </c:pt>
                <c:pt idx="75047">
                  <c:v>71.98</c:v>
                </c:pt>
                <c:pt idx="75048">
                  <c:v>104.98</c:v>
                </c:pt>
                <c:pt idx="75049">
                  <c:v>104.98</c:v>
                </c:pt>
                <c:pt idx="75050">
                  <c:v>71.98</c:v>
                </c:pt>
                <c:pt idx="75051">
                  <c:v>104.98</c:v>
                </c:pt>
                <c:pt idx="75052">
                  <c:v>71.98</c:v>
                </c:pt>
                <c:pt idx="75053">
                  <c:v>51.49</c:v>
                </c:pt>
                <c:pt idx="75054">
                  <c:v>41.49</c:v>
                </c:pt>
                <c:pt idx="75055">
                  <c:v>62.98</c:v>
                </c:pt>
                <c:pt idx="75056">
                  <c:v>41.49</c:v>
                </c:pt>
                <c:pt idx="75057">
                  <c:v>76.489999999999995</c:v>
                </c:pt>
                <c:pt idx="75058">
                  <c:v>69.98</c:v>
                </c:pt>
                <c:pt idx="75059">
                  <c:v>69.98</c:v>
                </c:pt>
                <c:pt idx="75060">
                  <c:v>69.98</c:v>
                </c:pt>
                <c:pt idx="75061">
                  <c:v>69.98</c:v>
                </c:pt>
                <c:pt idx="75062">
                  <c:v>69.98</c:v>
                </c:pt>
                <c:pt idx="75063">
                  <c:v>69.98</c:v>
                </c:pt>
                <c:pt idx="75064">
                  <c:v>76.489999999999995</c:v>
                </c:pt>
                <c:pt idx="75065">
                  <c:v>68.37</c:v>
                </c:pt>
                <c:pt idx="75066">
                  <c:v>104.98</c:v>
                </c:pt>
                <c:pt idx="75067">
                  <c:v>104.98</c:v>
                </c:pt>
                <c:pt idx="75068">
                  <c:v>104.98</c:v>
                </c:pt>
                <c:pt idx="75069">
                  <c:v>104.98</c:v>
                </c:pt>
                <c:pt idx="75070">
                  <c:v>104.98</c:v>
                </c:pt>
                <c:pt idx="75071">
                  <c:v>68.37</c:v>
                </c:pt>
                <c:pt idx="75072">
                  <c:v>68.37</c:v>
                </c:pt>
                <c:pt idx="75073">
                  <c:v>104.98</c:v>
                </c:pt>
                <c:pt idx="75074">
                  <c:v>19.899999999999999</c:v>
                </c:pt>
                <c:pt idx="75075">
                  <c:v>19.489999999999998</c:v>
                </c:pt>
                <c:pt idx="75076">
                  <c:v>69.98</c:v>
                </c:pt>
                <c:pt idx="75077">
                  <c:v>62.98</c:v>
                </c:pt>
                <c:pt idx="75078">
                  <c:v>69.98</c:v>
                </c:pt>
                <c:pt idx="75079">
                  <c:v>19.899999999999999</c:v>
                </c:pt>
                <c:pt idx="75080">
                  <c:v>62.98</c:v>
                </c:pt>
                <c:pt idx="75081">
                  <c:v>19.489999999999998</c:v>
                </c:pt>
                <c:pt idx="75082">
                  <c:v>86.53</c:v>
                </c:pt>
                <c:pt idx="75083">
                  <c:v>69.98</c:v>
                </c:pt>
                <c:pt idx="75084">
                  <c:v>86.53</c:v>
                </c:pt>
                <c:pt idx="75085">
                  <c:v>69.09</c:v>
                </c:pt>
                <c:pt idx="75086">
                  <c:v>69.09</c:v>
                </c:pt>
                <c:pt idx="75087">
                  <c:v>86.53</c:v>
                </c:pt>
                <c:pt idx="75088">
                  <c:v>69.09</c:v>
                </c:pt>
                <c:pt idx="75089">
                  <c:v>19.489999999999998</c:v>
                </c:pt>
                <c:pt idx="75090">
                  <c:v>76.489999999999995</c:v>
                </c:pt>
                <c:pt idx="75091">
                  <c:v>19.899999999999999</c:v>
                </c:pt>
                <c:pt idx="75092">
                  <c:v>130.63999999999999</c:v>
                </c:pt>
                <c:pt idx="75093">
                  <c:v>117.2</c:v>
                </c:pt>
                <c:pt idx="75094">
                  <c:v>82.23</c:v>
                </c:pt>
                <c:pt idx="75095">
                  <c:v>82.23</c:v>
                </c:pt>
                <c:pt idx="75096">
                  <c:v>119.74</c:v>
                </c:pt>
                <c:pt idx="75097">
                  <c:v>93.21</c:v>
                </c:pt>
                <c:pt idx="75098">
                  <c:v>68.94</c:v>
                </c:pt>
                <c:pt idx="75099">
                  <c:v>62.9</c:v>
                </c:pt>
                <c:pt idx="75100">
                  <c:v>217.74</c:v>
                </c:pt>
                <c:pt idx="75101">
                  <c:v>168.61</c:v>
                </c:pt>
                <c:pt idx="75102">
                  <c:v>151.66</c:v>
                </c:pt>
                <c:pt idx="75103">
                  <c:v>100.28</c:v>
                </c:pt>
                <c:pt idx="75104">
                  <c:v>79.98</c:v>
                </c:pt>
                <c:pt idx="75105">
                  <c:v>65.989999999999995</c:v>
                </c:pt>
                <c:pt idx="75106">
                  <c:v>103.47</c:v>
                </c:pt>
                <c:pt idx="75107">
                  <c:v>79.98</c:v>
                </c:pt>
                <c:pt idx="75108">
                  <c:v>101.98</c:v>
                </c:pt>
                <c:pt idx="75109">
                  <c:v>88.57</c:v>
                </c:pt>
                <c:pt idx="75110">
                  <c:v>79.98</c:v>
                </c:pt>
                <c:pt idx="75111">
                  <c:v>79.98</c:v>
                </c:pt>
                <c:pt idx="75112">
                  <c:v>101.48</c:v>
                </c:pt>
                <c:pt idx="75113">
                  <c:v>201.46</c:v>
                </c:pt>
                <c:pt idx="75114">
                  <c:v>164.5</c:v>
                </c:pt>
                <c:pt idx="75115">
                  <c:v>99.98</c:v>
                </c:pt>
                <c:pt idx="75116">
                  <c:v>99.98</c:v>
                </c:pt>
                <c:pt idx="75117">
                  <c:v>84.99</c:v>
                </c:pt>
                <c:pt idx="75118">
                  <c:v>137.96</c:v>
                </c:pt>
                <c:pt idx="75119">
                  <c:v>113.97</c:v>
                </c:pt>
                <c:pt idx="75120">
                  <c:v>142.74</c:v>
                </c:pt>
                <c:pt idx="75121">
                  <c:v>84.99</c:v>
                </c:pt>
                <c:pt idx="75122">
                  <c:v>139.96</c:v>
                </c:pt>
                <c:pt idx="75123">
                  <c:v>84.99</c:v>
                </c:pt>
                <c:pt idx="75124">
                  <c:v>99.97</c:v>
                </c:pt>
                <c:pt idx="75125">
                  <c:v>125.97</c:v>
                </c:pt>
                <c:pt idx="75126">
                  <c:v>115.47</c:v>
                </c:pt>
                <c:pt idx="75127">
                  <c:v>63.97</c:v>
                </c:pt>
                <c:pt idx="75128">
                  <c:v>109.96</c:v>
                </c:pt>
                <c:pt idx="75129">
                  <c:v>74.97</c:v>
                </c:pt>
                <c:pt idx="75130">
                  <c:v>89.97</c:v>
                </c:pt>
                <c:pt idx="75131">
                  <c:v>59.98</c:v>
                </c:pt>
                <c:pt idx="75132">
                  <c:v>83.97</c:v>
                </c:pt>
                <c:pt idx="75133">
                  <c:v>139.94999999999999</c:v>
                </c:pt>
                <c:pt idx="75134">
                  <c:v>59.98</c:v>
                </c:pt>
                <c:pt idx="75135">
                  <c:v>119.96</c:v>
                </c:pt>
                <c:pt idx="75136">
                  <c:v>82.62</c:v>
                </c:pt>
                <c:pt idx="75137">
                  <c:v>109.97</c:v>
                </c:pt>
                <c:pt idx="75138">
                  <c:v>100.97</c:v>
                </c:pt>
                <c:pt idx="75139">
                  <c:v>85.97</c:v>
                </c:pt>
                <c:pt idx="75140">
                  <c:v>64.98</c:v>
                </c:pt>
                <c:pt idx="75141">
                  <c:v>74.98</c:v>
                </c:pt>
                <c:pt idx="75142">
                  <c:v>89.97</c:v>
                </c:pt>
                <c:pt idx="75143">
                  <c:v>57.38</c:v>
                </c:pt>
                <c:pt idx="75144">
                  <c:v>65.97</c:v>
                </c:pt>
                <c:pt idx="75145">
                  <c:v>59.98</c:v>
                </c:pt>
                <c:pt idx="75146">
                  <c:v>114.98</c:v>
                </c:pt>
                <c:pt idx="75147">
                  <c:v>68.97</c:v>
                </c:pt>
                <c:pt idx="75148">
                  <c:v>227.15</c:v>
                </c:pt>
                <c:pt idx="75149">
                  <c:v>246.44</c:v>
                </c:pt>
                <c:pt idx="75150">
                  <c:v>169.98</c:v>
                </c:pt>
                <c:pt idx="75151">
                  <c:v>246.44</c:v>
                </c:pt>
                <c:pt idx="75152">
                  <c:v>57.43</c:v>
                </c:pt>
                <c:pt idx="75153">
                  <c:v>57.43</c:v>
                </c:pt>
                <c:pt idx="75154">
                  <c:v>199.96</c:v>
                </c:pt>
                <c:pt idx="75155">
                  <c:v>199.96</c:v>
                </c:pt>
                <c:pt idx="75156">
                  <c:v>79.97</c:v>
                </c:pt>
                <c:pt idx="75157">
                  <c:v>79.97</c:v>
                </c:pt>
                <c:pt idx="75158">
                  <c:v>184.97</c:v>
                </c:pt>
                <c:pt idx="75159">
                  <c:v>184.97</c:v>
                </c:pt>
                <c:pt idx="75160">
                  <c:v>169.98</c:v>
                </c:pt>
                <c:pt idx="75161">
                  <c:v>227.15</c:v>
                </c:pt>
                <c:pt idx="75162">
                  <c:v>71.959999999999994</c:v>
                </c:pt>
                <c:pt idx="75163">
                  <c:v>84.99</c:v>
                </c:pt>
                <c:pt idx="75164">
                  <c:v>59.96</c:v>
                </c:pt>
                <c:pt idx="75165">
                  <c:v>98.94</c:v>
                </c:pt>
                <c:pt idx="75166">
                  <c:v>59.96</c:v>
                </c:pt>
                <c:pt idx="75167">
                  <c:v>56.97</c:v>
                </c:pt>
                <c:pt idx="75168">
                  <c:v>59.96</c:v>
                </c:pt>
                <c:pt idx="75169">
                  <c:v>67.2</c:v>
                </c:pt>
                <c:pt idx="75170">
                  <c:v>53.97</c:v>
                </c:pt>
                <c:pt idx="75171">
                  <c:v>59.96</c:v>
                </c:pt>
                <c:pt idx="75172">
                  <c:v>79.98</c:v>
                </c:pt>
                <c:pt idx="75173">
                  <c:v>60.99</c:v>
                </c:pt>
                <c:pt idx="75174">
                  <c:v>60.99</c:v>
                </c:pt>
                <c:pt idx="75175">
                  <c:v>111.98</c:v>
                </c:pt>
                <c:pt idx="75176">
                  <c:v>91.98</c:v>
                </c:pt>
                <c:pt idx="75177">
                  <c:v>56.17</c:v>
                </c:pt>
                <c:pt idx="75178">
                  <c:v>79.989999999999995</c:v>
                </c:pt>
                <c:pt idx="75179">
                  <c:v>111.98</c:v>
                </c:pt>
                <c:pt idx="75180">
                  <c:v>91.98</c:v>
                </c:pt>
                <c:pt idx="75181">
                  <c:v>79.989999999999995</c:v>
                </c:pt>
                <c:pt idx="75182">
                  <c:v>51.84</c:v>
                </c:pt>
                <c:pt idx="75183">
                  <c:v>51.84</c:v>
                </c:pt>
                <c:pt idx="75184">
                  <c:v>56.17</c:v>
                </c:pt>
                <c:pt idx="75185">
                  <c:v>60.99</c:v>
                </c:pt>
                <c:pt idx="75186">
                  <c:v>79.989999999999995</c:v>
                </c:pt>
                <c:pt idx="75187">
                  <c:v>60.99</c:v>
                </c:pt>
                <c:pt idx="75188">
                  <c:v>79.989999999999995</c:v>
                </c:pt>
                <c:pt idx="75189">
                  <c:v>189.9</c:v>
                </c:pt>
                <c:pt idx="75190">
                  <c:v>80.959999999999994</c:v>
                </c:pt>
                <c:pt idx="75191">
                  <c:v>16.489999999999998</c:v>
                </c:pt>
                <c:pt idx="75192">
                  <c:v>36.49</c:v>
                </c:pt>
                <c:pt idx="75193">
                  <c:v>179.9</c:v>
                </c:pt>
                <c:pt idx="75194">
                  <c:v>79.959999999999994</c:v>
                </c:pt>
                <c:pt idx="75195">
                  <c:v>107.94</c:v>
                </c:pt>
                <c:pt idx="75196">
                  <c:v>224.89</c:v>
                </c:pt>
                <c:pt idx="75197">
                  <c:v>84.99</c:v>
                </c:pt>
                <c:pt idx="75198">
                  <c:v>114.98</c:v>
                </c:pt>
                <c:pt idx="75199">
                  <c:v>153.91999999999999</c:v>
                </c:pt>
                <c:pt idx="75200">
                  <c:v>88.96</c:v>
                </c:pt>
                <c:pt idx="75201">
                  <c:v>105.98</c:v>
                </c:pt>
                <c:pt idx="75202">
                  <c:v>76.13</c:v>
                </c:pt>
                <c:pt idx="75203">
                  <c:v>103.18</c:v>
                </c:pt>
                <c:pt idx="75204">
                  <c:v>134.97999999999999</c:v>
                </c:pt>
                <c:pt idx="75205">
                  <c:v>99.96</c:v>
                </c:pt>
                <c:pt idx="75206">
                  <c:v>130.80000000000001</c:v>
                </c:pt>
                <c:pt idx="75207">
                  <c:v>119.97</c:v>
                </c:pt>
                <c:pt idx="75208">
                  <c:v>94.97</c:v>
                </c:pt>
                <c:pt idx="75209">
                  <c:v>67.42</c:v>
                </c:pt>
                <c:pt idx="75210">
                  <c:v>79.98</c:v>
                </c:pt>
                <c:pt idx="75211">
                  <c:v>119.97</c:v>
                </c:pt>
                <c:pt idx="75212">
                  <c:v>119.97</c:v>
                </c:pt>
                <c:pt idx="75213">
                  <c:v>87.98</c:v>
                </c:pt>
                <c:pt idx="75214">
                  <c:v>123.16</c:v>
                </c:pt>
                <c:pt idx="75215">
                  <c:v>305.88</c:v>
                </c:pt>
                <c:pt idx="75216">
                  <c:v>169.98</c:v>
                </c:pt>
                <c:pt idx="75217">
                  <c:v>39.28</c:v>
                </c:pt>
                <c:pt idx="75218">
                  <c:v>214.87</c:v>
                </c:pt>
                <c:pt idx="75219">
                  <c:v>169.98</c:v>
                </c:pt>
                <c:pt idx="75220">
                  <c:v>84.99</c:v>
                </c:pt>
                <c:pt idx="75221">
                  <c:v>169.98</c:v>
                </c:pt>
                <c:pt idx="75222">
                  <c:v>192.53</c:v>
                </c:pt>
                <c:pt idx="75223">
                  <c:v>114.97</c:v>
                </c:pt>
                <c:pt idx="75224">
                  <c:v>142.97</c:v>
                </c:pt>
                <c:pt idx="75225">
                  <c:v>144.94999999999999</c:v>
                </c:pt>
                <c:pt idx="75226">
                  <c:v>84.99</c:v>
                </c:pt>
                <c:pt idx="75227">
                  <c:v>342.89</c:v>
                </c:pt>
                <c:pt idx="75228">
                  <c:v>131.97999999999999</c:v>
                </c:pt>
                <c:pt idx="75229">
                  <c:v>169.98</c:v>
                </c:pt>
                <c:pt idx="75230">
                  <c:v>89</c:v>
                </c:pt>
                <c:pt idx="75231">
                  <c:v>238.96</c:v>
                </c:pt>
                <c:pt idx="75232">
                  <c:v>131.97999999999999</c:v>
                </c:pt>
                <c:pt idx="75233">
                  <c:v>79.989999999999995</c:v>
                </c:pt>
                <c:pt idx="75234">
                  <c:v>79.989999999999995</c:v>
                </c:pt>
                <c:pt idx="75235">
                  <c:v>79.989999999999995</c:v>
                </c:pt>
                <c:pt idx="75236">
                  <c:v>79.989999999999995</c:v>
                </c:pt>
                <c:pt idx="75237">
                  <c:v>60.99</c:v>
                </c:pt>
                <c:pt idx="75238">
                  <c:v>79.989999999999995</c:v>
                </c:pt>
                <c:pt idx="75239">
                  <c:v>60.99</c:v>
                </c:pt>
                <c:pt idx="75240">
                  <c:v>81.77</c:v>
                </c:pt>
                <c:pt idx="75241">
                  <c:v>60.99</c:v>
                </c:pt>
                <c:pt idx="75242">
                  <c:v>60.99</c:v>
                </c:pt>
                <c:pt idx="75243">
                  <c:v>54.89</c:v>
                </c:pt>
                <c:pt idx="75244">
                  <c:v>71.34</c:v>
                </c:pt>
                <c:pt idx="75245">
                  <c:v>49.99</c:v>
                </c:pt>
                <c:pt idx="75246">
                  <c:v>79.989999999999995</c:v>
                </c:pt>
                <c:pt idx="75247">
                  <c:v>79.989999999999995</c:v>
                </c:pt>
                <c:pt idx="75248">
                  <c:v>65.19</c:v>
                </c:pt>
                <c:pt idx="75249">
                  <c:v>65.97</c:v>
                </c:pt>
                <c:pt idx="75250">
                  <c:v>75.09</c:v>
                </c:pt>
                <c:pt idx="75251">
                  <c:v>147.97999999999999</c:v>
                </c:pt>
                <c:pt idx="75252">
                  <c:v>143.97999999999999</c:v>
                </c:pt>
                <c:pt idx="75253">
                  <c:v>55.16</c:v>
                </c:pt>
                <c:pt idx="75254">
                  <c:v>73.989999999999995</c:v>
                </c:pt>
                <c:pt idx="75255">
                  <c:v>84.99</c:v>
                </c:pt>
                <c:pt idx="75256">
                  <c:v>51.96</c:v>
                </c:pt>
                <c:pt idx="75257">
                  <c:v>129.97999999999999</c:v>
                </c:pt>
                <c:pt idx="75258">
                  <c:v>169.98</c:v>
                </c:pt>
                <c:pt idx="75259">
                  <c:v>254.96</c:v>
                </c:pt>
                <c:pt idx="75260">
                  <c:v>254.96</c:v>
                </c:pt>
                <c:pt idx="75261">
                  <c:v>155.96</c:v>
                </c:pt>
                <c:pt idx="75262">
                  <c:v>253.4</c:v>
                </c:pt>
                <c:pt idx="75263">
                  <c:v>113.94</c:v>
                </c:pt>
                <c:pt idx="75264">
                  <c:v>84.99</c:v>
                </c:pt>
                <c:pt idx="75265">
                  <c:v>77.180000000000007</c:v>
                </c:pt>
                <c:pt idx="75266">
                  <c:v>81.05</c:v>
                </c:pt>
                <c:pt idx="75267">
                  <c:v>82.49</c:v>
                </c:pt>
                <c:pt idx="75268">
                  <c:v>79.849999999999994</c:v>
                </c:pt>
                <c:pt idx="75269">
                  <c:v>95.57</c:v>
                </c:pt>
                <c:pt idx="75270">
                  <c:v>102.83</c:v>
                </c:pt>
                <c:pt idx="75271">
                  <c:v>79.849999999999994</c:v>
                </c:pt>
                <c:pt idx="75272">
                  <c:v>79.849999999999994</c:v>
                </c:pt>
                <c:pt idx="75273">
                  <c:v>79.849999999999994</c:v>
                </c:pt>
                <c:pt idx="75274">
                  <c:v>79.849999999999994</c:v>
                </c:pt>
                <c:pt idx="75275">
                  <c:v>79.849999999999994</c:v>
                </c:pt>
                <c:pt idx="75276">
                  <c:v>79.849999999999994</c:v>
                </c:pt>
                <c:pt idx="75277">
                  <c:v>107.96</c:v>
                </c:pt>
                <c:pt idx="75278">
                  <c:v>59.98</c:v>
                </c:pt>
                <c:pt idx="75279">
                  <c:v>89.97</c:v>
                </c:pt>
                <c:pt idx="75280">
                  <c:v>74.97</c:v>
                </c:pt>
                <c:pt idx="75281">
                  <c:v>89.97</c:v>
                </c:pt>
                <c:pt idx="75282">
                  <c:v>59.98</c:v>
                </c:pt>
                <c:pt idx="75283">
                  <c:v>119.96</c:v>
                </c:pt>
                <c:pt idx="75284">
                  <c:v>59.98</c:v>
                </c:pt>
                <c:pt idx="75285">
                  <c:v>89.97</c:v>
                </c:pt>
                <c:pt idx="75286">
                  <c:v>97.96</c:v>
                </c:pt>
                <c:pt idx="75287">
                  <c:v>89.96</c:v>
                </c:pt>
                <c:pt idx="75288">
                  <c:v>184.96</c:v>
                </c:pt>
                <c:pt idx="75289">
                  <c:v>67.22</c:v>
                </c:pt>
                <c:pt idx="75290">
                  <c:v>140.97</c:v>
                </c:pt>
                <c:pt idx="75291">
                  <c:v>166.96</c:v>
                </c:pt>
                <c:pt idx="75292">
                  <c:v>68.989999999999995</c:v>
                </c:pt>
                <c:pt idx="75293">
                  <c:v>46.47</c:v>
                </c:pt>
                <c:pt idx="75294">
                  <c:v>120.96</c:v>
                </c:pt>
                <c:pt idx="75295">
                  <c:v>165.17</c:v>
                </c:pt>
                <c:pt idx="75296">
                  <c:v>46.47</c:v>
                </c:pt>
                <c:pt idx="75297">
                  <c:v>55.98</c:v>
                </c:pt>
                <c:pt idx="75298">
                  <c:v>55.98</c:v>
                </c:pt>
                <c:pt idx="75299">
                  <c:v>55.98</c:v>
                </c:pt>
                <c:pt idx="75300">
                  <c:v>55.98</c:v>
                </c:pt>
                <c:pt idx="75301">
                  <c:v>55.98</c:v>
                </c:pt>
                <c:pt idx="75302">
                  <c:v>83.97</c:v>
                </c:pt>
                <c:pt idx="75303">
                  <c:v>55.98</c:v>
                </c:pt>
                <c:pt idx="75304">
                  <c:v>55.98</c:v>
                </c:pt>
                <c:pt idx="75305">
                  <c:v>55.98</c:v>
                </c:pt>
                <c:pt idx="75306">
                  <c:v>55.98</c:v>
                </c:pt>
                <c:pt idx="75307">
                  <c:v>55.98</c:v>
                </c:pt>
                <c:pt idx="75308">
                  <c:v>55.98</c:v>
                </c:pt>
                <c:pt idx="75309">
                  <c:v>55.98</c:v>
                </c:pt>
                <c:pt idx="75310">
                  <c:v>55.98</c:v>
                </c:pt>
                <c:pt idx="75311">
                  <c:v>55.98</c:v>
                </c:pt>
                <c:pt idx="75312">
                  <c:v>84.99</c:v>
                </c:pt>
                <c:pt idx="75313">
                  <c:v>196.85</c:v>
                </c:pt>
                <c:pt idx="75314">
                  <c:v>122.98</c:v>
                </c:pt>
                <c:pt idx="75315">
                  <c:v>356.93</c:v>
                </c:pt>
                <c:pt idx="75316">
                  <c:v>104.98</c:v>
                </c:pt>
                <c:pt idx="75317">
                  <c:v>169.98</c:v>
                </c:pt>
                <c:pt idx="75318">
                  <c:v>41.49</c:v>
                </c:pt>
                <c:pt idx="75319">
                  <c:v>84.99</c:v>
                </c:pt>
                <c:pt idx="75320">
                  <c:v>84.99</c:v>
                </c:pt>
                <c:pt idx="75321">
                  <c:v>104.98</c:v>
                </c:pt>
                <c:pt idx="75322">
                  <c:v>84.99</c:v>
                </c:pt>
                <c:pt idx="75323">
                  <c:v>99.98</c:v>
                </c:pt>
                <c:pt idx="75324">
                  <c:v>84.99</c:v>
                </c:pt>
                <c:pt idx="75325">
                  <c:v>-99.98</c:v>
                </c:pt>
                <c:pt idx="75326">
                  <c:v>59.94</c:v>
                </c:pt>
                <c:pt idx="75327">
                  <c:v>84.99</c:v>
                </c:pt>
                <c:pt idx="75328">
                  <c:v>84.99</c:v>
                </c:pt>
                <c:pt idx="75329">
                  <c:v>84.99</c:v>
                </c:pt>
                <c:pt idx="75330">
                  <c:v>249.9</c:v>
                </c:pt>
                <c:pt idx="75331">
                  <c:v>50.97</c:v>
                </c:pt>
                <c:pt idx="75332">
                  <c:v>79.37</c:v>
                </c:pt>
                <c:pt idx="75333">
                  <c:v>50.38</c:v>
                </c:pt>
                <c:pt idx="75334">
                  <c:v>50.97</c:v>
                </c:pt>
                <c:pt idx="75335">
                  <c:v>249.9</c:v>
                </c:pt>
                <c:pt idx="75336">
                  <c:v>229.42</c:v>
                </c:pt>
                <c:pt idx="75337">
                  <c:v>239.92</c:v>
                </c:pt>
                <c:pt idx="75338">
                  <c:v>299.89999999999998</c:v>
                </c:pt>
                <c:pt idx="75339">
                  <c:v>79.37</c:v>
                </c:pt>
                <c:pt idx="75340">
                  <c:v>50.38</c:v>
                </c:pt>
                <c:pt idx="75341">
                  <c:v>299.89999999999998</c:v>
                </c:pt>
                <c:pt idx="75342">
                  <c:v>229.42</c:v>
                </c:pt>
                <c:pt idx="75343">
                  <c:v>239.92</c:v>
                </c:pt>
                <c:pt idx="75344">
                  <c:v>170.98</c:v>
                </c:pt>
                <c:pt idx="75345">
                  <c:v>323.95</c:v>
                </c:pt>
                <c:pt idx="75346">
                  <c:v>31.73</c:v>
                </c:pt>
                <c:pt idx="75347">
                  <c:v>239.72</c:v>
                </c:pt>
                <c:pt idx="75348">
                  <c:v>109.98</c:v>
                </c:pt>
                <c:pt idx="75349">
                  <c:v>37.979999999999997</c:v>
                </c:pt>
                <c:pt idx="75350">
                  <c:v>57.98</c:v>
                </c:pt>
                <c:pt idx="75351">
                  <c:v>56.97</c:v>
                </c:pt>
                <c:pt idx="75352">
                  <c:v>84.96</c:v>
                </c:pt>
                <c:pt idx="75353">
                  <c:v>71.95</c:v>
                </c:pt>
                <c:pt idx="75354">
                  <c:v>130.96</c:v>
                </c:pt>
                <c:pt idx="75355">
                  <c:v>29.98</c:v>
                </c:pt>
                <c:pt idx="75356">
                  <c:v>57.98</c:v>
                </c:pt>
                <c:pt idx="75357">
                  <c:v>50.98</c:v>
                </c:pt>
                <c:pt idx="75358">
                  <c:v>50.98</c:v>
                </c:pt>
                <c:pt idx="75359">
                  <c:v>83.19</c:v>
                </c:pt>
                <c:pt idx="75360">
                  <c:v>129.94999999999999</c:v>
                </c:pt>
                <c:pt idx="75361">
                  <c:v>84.99</c:v>
                </c:pt>
                <c:pt idx="75362">
                  <c:v>182.95</c:v>
                </c:pt>
                <c:pt idx="75363">
                  <c:v>159.97999999999999</c:v>
                </c:pt>
                <c:pt idx="75364">
                  <c:v>129.97999999999999</c:v>
                </c:pt>
                <c:pt idx="75365">
                  <c:v>93.98</c:v>
                </c:pt>
                <c:pt idx="75366">
                  <c:v>87.96</c:v>
                </c:pt>
                <c:pt idx="75367">
                  <c:v>79.98</c:v>
                </c:pt>
                <c:pt idx="75368">
                  <c:v>79.98</c:v>
                </c:pt>
                <c:pt idx="75369">
                  <c:v>60.99</c:v>
                </c:pt>
                <c:pt idx="75370">
                  <c:v>164.98</c:v>
                </c:pt>
                <c:pt idx="75371">
                  <c:v>59.99</c:v>
                </c:pt>
                <c:pt idx="75372">
                  <c:v>115.96</c:v>
                </c:pt>
                <c:pt idx="75373">
                  <c:v>71.680000000000007</c:v>
                </c:pt>
                <c:pt idx="75374">
                  <c:v>167.46</c:v>
                </c:pt>
                <c:pt idx="75375">
                  <c:v>60.99</c:v>
                </c:pt>
                <c:pt idx="75376">
                  <c:v>124.98</c:v>
                </c:pt>
                <c:pt idx="75377">
                  <c:v>128.97</c:v>
                </c:pt>
                <c:pt idx="75378">
                  <c:v>81.900000000000006</c:v>
                </c:pt>
                <c:pt idx="75379">
                  <c:v>95.37</c:v>
                </c:pt>
                <c:pt idx="75380">
                  <c:v>92.92</c:v>
                </c:pt>
                <c:pt idx="75381">
                  <c:v>75.91</c:v>
                </c:pt>
                <c:pt idx="75382">
                  <c:v>68.97</c:v>
                </c:pt>
                <c:pt idx="75383">
                  <c:v>88.97</c:v>
                </c:pt>
                <c:pt idx="75384">
                  <c:v>89.98</c:v>
                </c:pt>
                <c:pt idx="75385">
                  <c:v>82.42</c:v>
                </c:pt>
                <c:pt idx="75386">
                  <c:v>104.98</c:v>
                </c:pt>
                <c:pt idx="75387">
                  <c:v>70.959999999999994</c:v>
                </c:pt>
                <c:pt idx="75388">
                  <c:v>99.96</c:v>
                </c:pt>
                <c:pt idx="75389">
                  <c:v>134.97</c:v>
                </c:pt>
                <c:pt idx="75390">
                  <c:v>122.97</c:v>
                </c:pt>
                <c:pt idx="75391">
                  <c:v>70.959999999999994</c:v>
                </c:pt>
                <c:pt idx="75392">
                  <c:v>56.97</c:v>
                </c:pt>
                <c:pt idx="75393">
                  <c:v>84.97</c:v>
                </c:pt>
                <c:pt idx="75394">
                  <c:v>78.98</c:v>
                </c:pt>
                <c:pt idx="75395">
                  <c:v>97.96</c:v>
                </c:pt>
                <c:pt idx="75396">
                  <c:v>119.96</c:v>
                </c:pt>
                <c:pt idx="75397">
                  <c:v>78.260000000000005</c:v>
                </c:pt>
                <c:pt idx="75398">
                  <c:v>89.97</c:v>
                </c:pt>
                <c:pt idx="75399">
                  <c:v>116.95</c:v>
                </c:pt>
                <c:pt idx="75400">
                  <c:v>-8.6999999999999993</c:v>
                </c:pt>
                <c:pt idx="75401">
                  <c:v>97.96</c:v>
                </c:pt>
                <c:pt idx="75402">
                  <c:v>82.97</c:v>
                </c:pt>
                <c:pt idx="75403">
                  <c:v>53.47</c:v>
                </c:pt>
                <c:pt idx="75404">
                  <c:v>59.98</c:v>
                </c:pt>
                <c:pt idx="75405">
                  <c:v>53.98</c:v>
                </c:pt>
                <c:pt idx="75406">
                  <c:v>59.98</c:v>
                </c:pt>
                <c:pt idx="75407">
                  <c:v>59.98</c:v>
                </c:pt>
                <c:pt idx="75408">
                  <c:v>40.49</c:v>
                </c:pt>
                <c:pt idx="75409">
                  <c:v>59.98</c:v>
                </c:pt>
                <c:pt idx="75410">
                  <c:v>51.48</c:v>
                </c:pt>
                <c:pt idx="75411">
                  <c:v>59.98</c:v>
                </c:pt>
                <c:pt idx="75412">
                  <c:v>51.48</c:v>
                </c:pt>
                <c:pt idx="75413">
                  <c:v>46.73</c:v>
                </c:pt>
                <c:pt idx="75414">
                  <c:v>77.97</c:v>
                </c:pt>
                <c:pt idx="75415">
                  <c:v>59.98</c:v>
                </c:pt>
                <c:pt idx="75416">
                  <c:v>52.98</c:v>
                </c:pt>
                <c:pt idx="75417">
                  <c:v>49.48</c:v>
                </c:pt>
                <c:pt idx="75418">
                  <c:v>53.98</c:v>
                </c:pt>
                <c:pt idx="75419">
                  <c:v>64.98</c:v>
                </c:pt>
                <c:pt idx="75420">
                  <c:v>169.98</c:v>
                </c:pt>
                <c:pt idx="75421">
                  <c:v>84.99</c:v>
                </c:pt>
                <c:pt idx="75422">
                  <c:v>84.99</c:v>
                </c:pt>
                <c:pt idx="75423">
                  <c:v>169.98</c:v>
                </c:pt>
                <c:pt idx="75424">
                  <c:v>169.98</c:v>
                </c:pt>
                <c:pt idx="75425">
                  <c:v>84.99</c:v>
                </c:pt>
                <c:pt idx="75426">
                  <c:v>84.99</c:v>
                </c:pt>
                <c:pt idx="75427">
                  <c:v>56.97</c:v>
                </c:pt>
                <c:pt idx="75428">
                  <c:v>169.98</c:v>
                </c:pt>
                <c:pt idx="75429">
                  <c:v>99.98</c:v>
                </c:pt>
                <c:pt idx="75430">
                  <c:v>84.99</c:v>
                </c:pt>
                <c:pt idx="75431">
                  <c:v>84.99</c:v>
                </c:pt>
                <c:pt idx="75432">
                  <c:v>79.98</c:v>
                </c:pt>
                <c:pt idx="75433">
                  <c:v>84.99</c:v>
                </c:pt>
                <c:pt idx="75434">
                  <c:v>56.97</c:v>
                </c:pt>
                <c:pt idx="75435">
                  <c:v>169.98</c:v>
                </c:pt>
                <c:pt idx="75436">
                  <c:v>99.98</c:v>
                </c:pt>
                <c:pt idx="75437">
                  <c:v>84.99</c:v>
                </c:pt>
                <c:pt idx="75438">
                  <c:v>169.98</c:v>
                </c:pt>
                <c:pt idx="75439">
                  <c:v>79.98</c:v>
                </c:pt>
                <c:pt idx="75440">
                  <c:v>84.99</c:v>
                </c:pt>
                <c:pt idx="75441">
                  <c:v>84.99</c:v>
                </c:pt>
                <c:pt idx="75442">
                  <c:v>84.99</c:v>
                </c:pt>
                <c:pt idx="75443">
                  <c:v>169.98</c:v>
                </c:pt>
                <c:pt idx="75444">
                  <c:v>84.99</c:v>
                </c:pt>
                <c:pt idx="75445">
                  <c:v>169.98</c:v>
                </c:pt>
                <c:pt idx="75446">
                  <c:v>99.97</c:v>
                </c:pt>
                <c:pt idx="75447">
                  <c:v>25.48</c:v>
                </c:pt>
                <c:pt idx="75448">
                  <c:v>101.96</c:v>
                </c:pt>
                <c:pt idx="75449">
                  <c:v>79.98</c:v>
                </c:pt>
                <c:pt idx="75450">
                  <c:v>131.97999999999999</c:v>
                </c:pt>
                <c:pt idx="75451">
                  <c:v>79.98</c:v>
                </c:pt>
                <c:pt idx="75452">
                  <c:v>79.98</c:v>
                </c:pt>
                <c:pt idx="75453">
                  <c:v>79.98</c:v>
                </c:pt>
                <c:pt idx="75454">
                  <c:v>103.96</c:v>
                </c:pt>
                <c:pt idx="75455">
                  <c:v>84.99</c:v>
                </c:pt>
                <c:pt idx="75456">
                  <c:v>84.99</c:v>
                </c:pt>
                <c:pt idx="75457">
                  <c:v>84.99</c:v>
                </c:pt>
                <c:pt idx="75458">
                  <c:v>68.989999999999995</c:v>
                </c:pt>
                <c:pt idx="75459">
                  <c:v>84.99</c:v>
                </c:pt>
                <c:pt idx="75460">
                  <c:v>84.99</c:v>
                </c:pt>
                <c:pt idx="75461">
                  <c:v>65.989999999999995</c:v>
                </c:pt>
                <c:pt idx="75462">
                  <c:v>131.97999999999999</c:v>
                </c:pt>
                <c:pt idx="75463">
                  <c:v>61.7</c:v>
                </c:pt>
                <c:pt idx="75464">
                  <c:v>65.78</c:v>
                </c:pt>
                <c:pt idx="75465">
                  <c:v>84.99</c:v>
                </c:pt>
                <c:pt idx="75466">
                  <c:v>64.98</c:v>
                </c:pt>
                <c:pt idx="75467">
                  <c:v>145.96</c:v>
                </c:pt>
                <c:pt idx="75468">
                  <c:v>56.98</c:v>
                </c:pt>
                <c:pt idx="75469">
                  <c:v>64.98</c:v>
                </c:pt>
                <c:pt idx="75470">
                  <c:v>71.48</c:v>
                </c:pt>
                <c:pt idx="75471">
                  <c:v>55.71</c:v>
                </c:pt>
                <c:pt idx="75472">
                  <c:v>111.98</c:v>
                </c:pt>
                <c:pt idx="75473">
                  <c:v>89.97</c:v>
                </c:pt>
                <c:pt idx="75474">
                  <c:v>162.97</c:v>
                </c:pt>
                <c:pt idx="75475">
                  <c:v>214.95</c:v>
                </c:pt>
                <c:pt idx="75476">
                  <c:v>193.46</c:v>
                </c:pt>
                <c:pt idx="75477">
                  <c:v>79.98</c:v>
                </c:pt>
                <c:pt idx="75478">
                  <c:v>89.96</c:v>
                </c:pt>
                <c:pt idx="75479">
                  <c:v>153.86000000000001</c:v>
                </c:pt>
                <c:pt idx="75480">
                  <c:v>59.98</c:v>
                </c:pt>
                <c:pt idx="75481">
                  <c:v>99.98</c:v>
                </c:pt>
                <c:pt idx="75482">
                  <c:v>59.98</c:v>
                </c:pt>
                <c:pt idx="75483">
                  <c:v>84.99</c:v>
                </c:pt>
                <c:pt idx="75484">
                  <c:v>169.98</c:v>
                </c:pt>
                <c:pt idx="75485">
                  <c:v>59.98</c:v>
                </c:pt>
                <c:pt idx="75486">
                  <c:v>99.98</c:v>
                </c:pt>
                <c:pt idx="75487">
                  <c:v>48.13</c:v>
                </c:pt>
                <c:pt idx="75488">
                  <c:v>169.98</c:v>
                </c:pt>
                <c:pt idx="75489">
                  <c:v>59.98</c:v>
                </c:pt>
                <c:pt idx="75490">
                  <c:v>109.96</c:v>
                </c:pt>
                <c:pt idx="75491">
                  <c:v>69.97</c:v>
                </c:pt>
                <c:pt idx="75492">
                  <c:v>92.09</c:v>
                </c:pt>
                <c:pt idx="75493">
                  <c:v>101.48</c:v>
                </c:pt>
                <c:pt idx="75494">
                  <c:v>102.97</c:v>
                </c:pt>
                <c:pt idx="75495">
                  <c:v>54.99</c:v>
                </c:pt>
                <c:pt idx="75496">
                  <c:v>124.97</c:v>
                </c:pt>
                <c:pt idx="75497">
                  <c:v>107.47</c:v>
                </c:pt>
                <c:pt idx="75498">
                  <c:v>87.27</c:v>
                </c:pt>
                <c:pt idx="75499">
                  <c:v>69.98</c:v>
                </c:pt>
                <c:pt idx="75500">
                  <c:v>99.98</c:v>
                </c:pt>
                <c:pt idx="75501">
                  <c:v>54.99</c:v>
                </c:pt>
                <c:pt idx="75502">
                  <c:v>188.72</c:v>
                </c:pt>
                <c:pt idx="75503">
                  <c:v>176.53</c:v>
                </c:pt>
                <c:pt idx="75504">
                  <c:v>166.93</c:v>
                </c:pt>
                <c:pt idx="75505">
                  <c:v>226.22</c:v>
                </c:pt>
                <c:pt idx="75506">
                  <c:v>205.64</c:v>
                </c:pt>
                <c:pt idx="75507">
                  <c:v>106.56</c:v>
                </c:pt>
                <c:pt idx="75508">
                  <c:v>135.74</c:v>
                </c:pt>
                <c:pt idx="75509">
                  <c:v>86.07</c:v>
                </c:pt>
                <c:pt idx="75510">
                  <c:v>85.78</c:v>
                </c:pt>
                <c:pt idx="75511">
                  <c:v>55.97</c:v>
                </c:pt>
                <c:pt idx="75512">
                  <c:v>98.98</c:v>
                </c:pt>
                <c:pt idx="75513">
                  <c:v>659.35</c:v>
                </c:pt>
                <c:pt idx="75514">
                  <c:v>94.19</c:v>
                </c:pt>
                <c:pt idx="75515">
                  <c:v>94.95</c:v>
                </c:pt>
                <c:pt idx="75516">
                  <c:v>72.569999999999993</c:v>
                </c:pt>
                <c:pt idx="75517">
                  <c:v>94.95</c:v>
                </c:pt>
                <c:pt idx="75518">
                  <c:v>169.97</c:v>
                </c:pt>
                <c:pt idx="75519">
                  <c:v>260.44</c:v>
                </c:pt>
                <c:pt idx="75520">
                  <c:v>105.97</c:v>
                </c:pt>
                <c:pt idx="75521">
                  <c:v>95.98</c:v>
                </c:pt>
                <c:pt idx="75522">
                  <c:v>116.97</c:v>
                </c:pt>
                <c:pt idx="75523">
                  <c:v>227.14</c:v>
                </c:pt>
                <c:pt idx="75524">
                  <c:v>169.98</c:v>
                </c:pt>
                <c:pt idx="75525">
                  <c:v>72.88</c:v>
                </c:pt>
                <c:pt idx="75526">
                  <c:v>65.989999999999995</c:v>
                </c:pt>
                <c:pt idx="75527">
                  <c:v>60.22</c:v>
                </c:pt>
                <c:pt idx="75528">
                  <c:v>65.989999999999995</c:v>
                </c:pt>
                <c:pt idx="75529">
                  <c:v>65.989999999999995</c:v>
                </c:pt>
                <c:pt idx="75530">
                  <c:v>77.98</c:v>
                </c:pt>
                <c:pt idx="75531">
                  <c:v>65.989999999999995</c:v>
                </c:pt>
                <c:pt idx="75532">
                  <c:v>41.49</c:v>
                </c:pt>
                <c:pt idx="75533">
                  <c:v>65.989999999999995</c:v>
                </c:pt>
                <c:pt idx="75534">
                  <c:v>31.48</c:v>
                </c:pt>
                <c:pt idx="75535">
                  <c:v>65.989999999999995</c:v>
                </c:pt>
                <c:pt idx="75536">
                  <c:v>80.98</c:v>
                </c:pt>
                <c:pt idx="75537">
                  <c:v>131.97999999999999</c:v>
                </c:pt>
                <c:pt idx="75538">
                  <c:v>65.989999999999995</c:v>
                </c:pt>
                <c:pt idx="75539">
                  <c:v>61.98</c:v>
                </c:pt>
                <c:pt idx="75540">
                  <c:v>65.989999999999995</c:v>
                </c:pt>
                <c:pt idx="75541">
                  <c:v>84.99</c:v>
                </c:pt>
                <c:pt idx="75542">
                  <c:v>84.99</c:v>
                </c:pt>
                <c:pt idx="75543">
                  <c:v>65.989999999999995</c:v>
                </c:pt>
                <c:pt idx="75544">
                  <c:v>65.989999999999995</c:v>
                </c:pt>
                <c:pt idx="75545">
                  <c:v>65.989999999999995</c:v>
                </c:pt>
                <c:pt idx="75546">
                  <c:v>84.99</c:v>
                </c:pt>
                <c:pt idx="75547">
                  <c:v>56.09</c:v>
                </c:pt>
                <c:pt idx="75548">
                  <c:v>39.99</c:v>
                </c:pt>
                <c:pt idx="75549">
                  <c:v>68.989999999999995</c:v>
                </c:pt>
                <c:pt idx="75550">
                  <c:v>269.91000000000003</c:v>
                </c:pt>
                <c:pt idx="75551">
                  <c:v>49.98</c:v>
                </c:pt>
                <c:pt idx="75552">
                  <c:v>59.98</c:v>
                </c:pt>
                <c:pt idx="75553">
                  <c:v>-20</c:v>
                </c:pt>
                <c:pt idx="75554">
                  <c:v>50.48</c:v>
                </c:pt>
                <c:pt idx="75555">
                  <c:v>50.98</c:v>
                </c:pt>
                <c:pt idx="75556">
                  <c:v>113.84</c:v>
                </c:pt>
                <c:pt idx="75557">
                  <c:v>50.01</c:v>
                </c:pt>
                <c:pt idx="75558">
                  <c:v>54.99</c:v>
                </c:pt>
                <c:pt idx="75559">
                  <c:v>62.97</c:v>
                </c:pt>
                <c:pt idx="75560">
                  <c:v>51.95</c:v>
                </c:pt>
                <c:pt idx="75561">
                  <c:v>65.540000000000006</c:v>
                </c:pt>
                <c:pt idx="75562">
                  <c:v>63.79</c:v>
                </c:pt>
                <c:pt idx="75563">
                  <c:v>79.319999999999993</c:v>
                </c:pt>
                <c:pt idx="75564">
                  <c:v>169.98</c:v>
                </c:pt>
                <c:pt idx="75565">
                  <c:v>155.97</c:v>
                </c:pt>
                <c:pt idx="75566">
                  <c:v>169.98</c:v>
                </c:pt>
                <c:pt idx="75567">
                  <c:v>84.99</c:v>
                </c:pt>
                <c:pt idx="75568">
                  <c:v>254.97</c:v>
                </c:pt>
                <c:pt idx="75569">
                  <c:v>84.99</c:v>
                </c:pt>
                <c:pt idx="75570">
                  <c:v>69.98</c:v>
                </c:pt>
                <c:pt idx="75571">
                  <c:v>124.97</c:v>
                </c:pt>
                <c:pt idx="75572">
                  <c:v>69.98</c:v>
                </c:pt>
                <c:pt idx="75573">
                  <c:v>112.97</c:v>
                </c:pt>
                <c:pt idx="75574">
                  <c:v>104.98</c:v>
                </c:pt>
                <c:pt idx="75575">
                  <c:v>119.97</c:v>
                </c:pt>
                <c:pt idx="75576">
                  <c:v>51.96</c:v>
                </c:pt>
                <c:pt idx="75577">
                  <c:v>124.97</c:v>
                </c:pt>
                <c:pt idx="75578">
                  <c:v>69.98</c:v>
                </c:pt>
                <c:pt idx="75579">
                  <c:v>105.98</c:v>
                </c:pt>
                <c:pt idx="75580">
                  <c:v>54.98</c:v>
                </c:pt>
                <c:pt idx="75581">
                  <c:v>105.98</c:v>
                </c:pt>
                <c:pt idx="75582">
                  <c:v>101.97</c:v>
                </c:pt>
                <c:pt idx="75583">
                  <c:v>84.99</c:v>
                </c:pt>
                <c:pt idx="75584">
                  <c:v>87.47</c:v>
                </c:pt>
                <c:pt idx="75585">
                  <c:v>77.88</c:v>
                </c:pt>
                <c:pt idx="75586">
                  <c:v>154.46</c:v>
                </c:pt>
                <c:pt idx="75587">
                  <c:v>105.98</c:v>
                </c:pt>
                <c:pt idx="75588">
                  <c:v>163.76</c:v>
                </c:pt>
                <c:pt idx="75589">
                  <c:v>27.48</c:v>
                </c:pt>
                <c:pt idx="75590">
                  <c:v>104.16</c:v>
                </c:pt>
                <c:pt idx="75591">
                  <c:v>81.97</c:v>
                </c:pt>
                <c:pt idx="75592">
                  <c:v>91.97</c:v>
                </c:pt>
                <c:pt idx="75593">
                  <c:v>128.63</c:v>
                </c:pt>
                <c:pt idx="75594">
                  <c:v>51.96</c:v>
                </c:pt>
                <c:pt idx="75595">
                  <c:v>131.97999999999999</c:v>
                </c:pt>
                <c:pt idx="75596">
                  <c:v>84.99</c:v>
                </c:pt>
                <c:pt idx="75597">
                  <c:v>169.98</c:v>
                </c:pt>
                <c:pt idx="75598">
                  <c:v>169.98</c:v>
                </c:pt>
                <c:pt idx="75599">
                  <c:v>27.38</c:v>
                </c:pt>
                <c:pt idx="75600">
                  <c:v>47.37</c:v>
                </c:pt>
                <c:pt idx="75601">
                  <c:v>53.26</c:v>
                </c:pt>
                <c:pt idx="75602">
                  <c:v>53.26</c:v>
                </c:pt>
                <c:pt idx="75603">
                  <c:v>162.94999999999999</c:v>
                </c:pt>
                <c:pt idx="75604">
                  <c:v>110.87</c:v>
                </c:pt>
                <c:pt idx="75605">
                  <c:v>47.37</c:v>
                </c:pt>
                <c:pt idx="75606">
                  <c:v>52.24</c:v>
                </c:pt>
                <c:pt idx="75607">
                  <c:v>52.24</c:v>
                </c:pt>
                <c:pt idx="75608">
                  <c:v>84.99</c:v>
                </c:pt>
                <c:pt idx="75609">
                  <c:v>22.49</c:v>
                </c:pt>
                <c:pt idx="75610">
                  <c:v>22.49</c:v>
                </c:pt>
                <c:pt idx="75611">
                  <c:v>110.87</c:v>
                </c:pt>
                <c:pt idx="75612">
                  <c:v>84.99</c:v>
                </c:pt>
                <c:pt idx="75613">
                  <c:v>84.99</c:v>
                </c:pt>
                <c:pt idx="75614">
                  <c:v>105.98</c:v>
                </c:pt>
                <c:pt idx="75615">
                  <c:v>162.94999999999999</c:v>
                </c:pt>
                <c:pt idx="75616">
                  <c:v>84.99</c:v>
                </c:pt>
                <c:pt idx="75617">
                  <c:v>105.98</c:v>
                </c:pt>
                <c:pt idx="75618">
                  <c:v>67.489999999999995</c:v>
                </c:pt>
                <c:pt idx="75619">
                  <c:v>27.38</c:v>
                </c:pt>
                <c:pt idx="75620">
                  <c:v>67.489999999999995</c:v>
                </c:pt>
                <c:pt idx="75621">
                  <c:v>59.98</c:v>
                </c:pt>
                <c:pt idx="75622">
                  <c:v>89.97</c:v>
                </c:pt>
                <c:pt idx="75623">
                  <c:v>89.97</c:v>
                </c:pt>
                <c:pt idx="75624">
                  <c:v>89.97</c:v>
                </c:pt>
                <c:pt idx="75625">
                  <c:v>89.97</c:v>
                </c:pt>
                <c:pt idx="75626">
                  <c:v>104.96</c:v>
                </c:pt>
                <c:pt idx="75627">
                  <c:v>89.97</c:v>
                </c:pt>
                <c:pt idx="75628">
                  <c:v>89.97</c:v>
                </c:pt>
                <c:pt idx="75629">
                  <c:v>109.41</c:v>
                </c:pt>
                <c:pt idx="75630">
                  <c:v>65.989999999999995</c:v>
                </c:pt>
                <c:pt idx="75631">
                  <c:v>81.98</c:v>
                </c:pt>
                <c:pt idx="75632">
                  <c:v>65.989999999999995</c:v>
                </c:pt>
                <c:pt idx="75633">
                  <c:v>61.71</c:v>
                </c:pt>
                <c:pt idx="75634">
                  <c:v>85.98</c:v>
                </c:pt>
                <c:pt idx="75635">
                  <c:v>64.67</c:v>
                </c:pt>
                <c:pt idx="75636">
                  <c:v>65.989999999999995</c:v>
                </c:pt>
                <c:pt idx="75637">
                  <c:v>81.98</c:v>
                </c:pt>
                <c:pt idx="75638">
                  <c:v>-65.989999999999995</c:v>
                </c:pt>
                <c:pt idx="75639">
                  <c:v>65.989999999999995</c:v>
                </c:pt>
                <c:pt idx="75640">
                  <c:v>81.98</c:v>
                </c:pt>
                <c:pt idx="75641">
                  <c:v>65.98</c:v>
                </c:pt>
                <c:pt idx="75642">
                  <c:v>80.5</c:v>
                </c:pt>
                <c:pt idx="75643">
                  <c:v>131.97999999999999</c:v>
                </c:pt>
                <c:pt idx="75644">
                  <c:v>65.989999999999995</c:v>
                </c:pt>
                <c:pt idx="75645">
                  <c:v>84.99</c:v>
                </c:pt>
                <c:pt idx="75646">
                  <c:v>85.97</c:v>
                </c:pt>
                <c:pt idx="75647">
                  <c:v>65.989999999999995</c:v>
                </c:pt>
                <c:pt idx="75648">
                  <c:v>84.99</c:v>
                </c:pt>
                <c:pt idx="75649">
                  <c:v>78.150000000000006</c:v>
                </c:pt>
                <c:pt idx="75650">
                  <c:v>56.68</c:v>
                </c:pt>
                <c:pt idx="75651">
                  <c:v>52.98</c:v>
                </c:pt>
                <c:pt idx="75652">
                  <c:v>50.98</c:v>
                </c:pt>
                <c:pt idx="75653">
                  <c:v>72.989999999999995</c:v>
                </c:pt>
                <c:pt idx="75654">
                  <c:v>68.989999999999995</c:v>
                </c:pt>
                <c:pt idx="75655">
                  <c:v>55.97</c:v>
                </c:pt>
                <c:pt idx="75656">
                  <c:v>59.98</c:v>
                </c:pt>
                <c:pt idx="75657">
                  <c:v>63.24</c:v>
                </c:pt>
                <c:pt idx="75658">
                  <c:v>63.82</c:v>
                </c:pt>
                <c:pt idx="75659">
                  <c:v>51.96</c:v>
                </c:pt>
                <c:pt idx="75660">
                  <c:v>64.98</c:v>
                </c:pt>
                <c:pt idx="75661">
                  <c:v>79.53</c:v>
                </c:pt>
                <c:pt idx="75662">
                  <c:v>56.98</c:v>
                </c:pt>
                <c:pt idx="75663">
                  <c:v>65.989999999999995</c:v>
                </c:pt>
                <c:pt idx="75664">
                  <c:v>50.98</c:v>
                </c:pt>
                <c:pt idx="75665">
                  <c:v>57.71</c:v>
                </c:pt>
                <c:pt idx="75666">
                  <c:v>108.78</c:v>
                </c:pt>
                <c:pt idx="75667">
                  <c:v>243.32</c:v>
                </c:pt>
                <c:pt idx="75668">
                  <c:v>54.1</c:v>
                </c:pt>
                <c:pt idx="75669">
                  <c:v>118.97</c:v>
                </c:pt>
                <c:pt idx="75670">
                  <c:v>266.27</c:v>
                </c:pt>
                <c:pt idx="75671">
                  <c:v>75.959999999999994</c:v>
                </c:pt>
                <c:pt idx="75672">
                  <c:v>116.97</c:v>
                </c:pt>
                <c:pt idx="75673">
                  <c:v>91.96</c:v>
                </c:pt>
                <c:pt idx="75674">
                  <c:v>21.48</c:v>
                </c:pt>
                <c:pt idx="75675">
                  <c:v>89.97</c:v>
                </c:pt>
                <c:pt idx="75676">
                  <c:v>101.44</c:v>
                </c:pt>
                <c:pt idx="75677">
                  <c:v>80.97</c:v>
                </c:pt>
                <c:pt idx="75678">
                  <c:v>79.959999999999994</c:v>
                </c:pt>
                <c:pt idx="75679">
                  <c:v>89.97</c:v>
                </c:pt>
                <c:pt idx="75680">
                  <c:v>91.96</c:v>
                </c:pt>
                <c:pt idx="75681">
                  <c:v>71.959999999999994</c:v>
                </c:pt>
                <c:pt idx="75682">
                  <c:v>160.77000000000001</c:v>
                </c:pt>
                <c:pt idx="75683">
                  <c:v>316.87</c:v>
                </c:pt>
                <c:pt idx="75684">
                  <c:v>378.87</c:v>
                </c:pt>
                <c:pt idx="75685">
                  <c:v>224.97</c:v>
                </c:pt>
                <c:pt idx="75686">
                  <c:v>81.97</c:v>
                </c:pt>
                <c:pt idx="75687">
                  <c:v>159.97999999999999</c:v>
                </c:pt>
                <c:pt idx="75688">
                  <c:v>154.63999999999999</c:v>
                </c:pt>
                <c:pt idx="75689">
                  <c:v>154.66999999999999</c:v>
                </c:pt>
                <c:pt idx="75690">
                  <c:v>109.98</c:v>
                </c:pt>
                <c:pt idx="75691">
                  <c:v>79.989999999999995</c:v>
                </c:pt>
                <c:pt idx="75692">
                  <c:v>79.989999999999995</c:v>
                </c:pt>
                <c:pt idx="75693">
                  <c:v>115.97</c:v>
                </c:pt>
                <c:pt idx="75694">
                  <c:v>95.98</c:v>
                </c:pt>
                <c:pt idx="75695">
                  <c:v>65.98</c:v>
                </c:pt>
                <c:pt idx="75696">
                  <c:v>206.07</c:v>
                </c:pt>
                <c:pt idx="75697">
                  <c:v>310.52999999999997</c:v>
                </c:pt>
                <c:pt idx="75698">
                  <c:v>353.83</c:v>
                </c:pt>
                <c:pt idx="75699">
                  <c:v>239.97</c:v>
                </c:pt>
                <c:pt idx="75700">
                  <c:v>194.85</c:v>
                </c:pt>
                <c:pt idx="75701">
                  <c:v>179.88</c:v>
                </c:pt>
                <c:pt idx="75702">
                  <c:v>100.98</c:v>
                </c:pt>
                <c:pt idx="75703">
                  <c:v>120.97</c:v>
                </c:pt>
                <c:pt idx="75704">
                  <c:v>117.8</c:v>
                </c:pt>
                <c:pt idx="75705">
                  <c:v>104.98</c:v>
                </c:pt>
                <c:pt idx="75706">
                  <c:v>114.65</c:v>
                </c:pt>
                <c:pt idx="75707">
                  <c:v>120.97</c:v>
                </c:pt>
                <c:pt idx="75708">
                  <c:v>103.78</c:v>
                </c:pt>
                <c:pt idx="75709">
                  <c:v>123.96</c:v>
                </c:pt>
                <c:pt idx="75710">
                  <c:v>154.94999999999999</c:v>
                </c:pt>
                <c:pt idx="75711">
                  <c:v>154.94999999999999</c:v>
                </c:pt>
                <c:pt idx="75712">
                  <c:v>154.94999999999999</c:v>
                </c:pt>
                <c:pt idx="75713">
                  <c:v>139.94999999999999</c:v>
                </c:pt>
                <c:pt idx="75714">
                  <c:v>73.98</c:v>
                </c:pt>
                <c:pt idx="75715">
                  <c:v>123.96</c:v>
                </c:pt>
                <c:pt idx="75716">
                  <c:v>154.94999999999999</c:v>
                </c:pt>
                <c:pt idx="75717">
                  <c:v>168.28</c:v>
                </c:pt>
                <c:pt idx="75718">
                  <c:v>217.97</c:v>
                </c:pt>
                <c:pt idx="75719">
                  <c:v>99.98</c:v>
                </c:pt>
                <c:pt idx="75720">
                  <c:v>153.97999999999999</c:v>
                </c:pt>
                <c:pt idx="75721">
                  <c:v>157.80000000000001</c:v>
                </c:pt>
                <c:pt idx="75722">
                  <c:v>169.98</c:v>
                </c:pt>
                <c:pt idx="75723">
                  <c:v>67.739999999999995</c:v>
                </c:pt>
                <c:pt idx="75724">
                  <c:v>77.98</c:v>
                </c:pt>
                <c:pt idx="75725">
                  <c:v>40.94</c:v>
                </c:pt>
                <c:pt idx="75726">
                  <c:v>55.08</c:v>
                </c:pt>
                <c:pt idx="75727">
                  <c:v>55.27</c:v>
                </c:pt>
                <c:pt idx="75728">
                  <c:v>50.95</c:v>
                </c:pt>
                <c:pt idx="75729">
                  <c:v>29.38</c:v>
                </c:pt>
                <c:pt idx="75730">
                  <c:v>79.849999999999994</c:v>
                </c:pt>
                <c:pt idx="75731">
                  <c:v>84.69</c:v>
                </c:pt>
                <c:pt idx="75732">
                  <c:v>111.78</c:v>
                </c:pt>
                <c:pt idx="75733">
                  <c:v>79.849999999999994</c:v>
                </c:pt>
                <c:pt idx="75734">
                  <c:v>99.2</c:v>
                </c:pt>
                <c:pt idx="75735">
                  <c:v>99.18</c:v>
                </c:pt>
                <c:pt idx="75736">
                  <c:v>118.54</c:v>
                </c:pt>
                <c:pt idx="75737">
                  <c:v>113.44</c:v>
                </c:pt>
                <c:pt idx="75738">
                  <c:v>79.849999999999994</c:v>
                </c:pt>
                <c:pt idx="75739">
                  <c:v>109.98</c:v>
                </c:pt>
                <c:pt idx="75740">
                  <c:v>105.16</c:v>
                </c:pt>
                <c:pt idx="75741">
                  <c:v>226.75</c:v>
                </c:pt>
                <c:pt idx="75742">
                  <c:v>49.28</c:v>
                </c:pt>
                <c:pt idx="75743">
                  <c:v>59.96</c:v>
                </c:pt>
                <c:pt idx="75744">
                  <c:v>29.98</c:v>
                </c:pt>
                <c:pt idx="75745">
                  <c:v>58.96</c:v>
                </c:pt>
                <c:pt idx="75746">
                  <c:v>29.28</c:v>
                </c:pt>
                <c:pt idx="75747">
                  <c:v>71.38</c:v>
                </c:pt>
                <c:pt idx="75748">
                  <c:v>40.24</c:v>
                </c:pt>
                <c:pt idx="75749">
                  <c:v>186.47</c:v>
                </c:pt>
                <c:pt idx="75750">
                  <c:v>113.97</c:v>
                </c:pt>
                <c:pt idx="75751">
                  <c:v>101.48</c:v>
                </c:pt>
                <c:pt idx="75752">
                  <c:v>113.97</c:v>
                </c:pt>
                <c:pt idx="75753">
                  <c:v>99.98</c:v>
                </c:pt>
                <c:pt idx="75754">
                  <c:v>54.98</c:v>
                </c:pt>
                <c:pt idx="75755">
                  <c:v>14.99</c:v>
                </c:pt>
                <c:pt idx="75756">
                  <c:v>59.98</c:v>
                </c:pt>
                <c:pt idx="75757">
                  <c:v>51.28</c:v>
                </c:pt>
                <c:pt idx="75758">
                  <c:v>54.99</c:v>
                </c:pt>
                <c:pt idx="75759">
                  <c:v>92.7</c:v>
                </c:pt>
                <c:pt idx="75760">
                  <c:v>99.98</c:v>
                </c:pt>
                <c:pt idx="75761">
                  <c:v>69.98</c:v>
                </c:pt>
                <c:pt idx="75762">
                  <c:v>68.989999999999995</c:v>
                </c:pt>
                <c:pt idx="75763">
                  <c:v>59.98</c:v>
                </c:pt>
                <c:pt idx="75764">
                  <c:v>153.16999999999999</c:v>
                </c:pt>
                <c:pt idx="75765">
                  <c:v>129.16999999999999</c:v>
                </c:pt>
                <c:pt idx="75766">
                  <c:v>85.97</c:v>
                </c:pt>
                <c:pt idx="75767">
                  <c:v>50.98</c:v>
                </c:pt>
                <c:pt idx="75768">
                  <c:v>13.32</c:v>
                </c:pt>
                <c:pt idx="75769">
                  <c:v>74.97</c:v>
                </c:pt>
                <c:pt idx="75770">
                  <c:v>84.99</c:v>
                </c:pt>
                <c:pt idx="75771">
                  <c:v>100.98</c:v>
                </c:pt>
                <c:pt idx="75772">
                  <c:v>37.479999999999997</c:v>
                </c:pt>
                <c:pt idx="75773">
                  <c:v>50.98</c:v>
                </c:pt>
                <c:pt idx="75774">
                  <c:v>68.989999999999995</c:v>
                </c:pt>
                <c:pt idx="75775">
                  <c:v>64.98</c:v>
                </c:pt>
                <c:pt idx="75776">
                  <c:v>50.98</c:v>
                </c:pt>
                <c:pt idx="75777">
                  <c:v>55.98</c:v>
                </c:pt>
                <c:pt idx="75778">
                  <c:v>46.65</c:v>
                </c:pt>
                <c:pt idx="75779">
                  <c:v>65.98</c:v>
                </c:pt>
                <c:pt idx="75780">
                  <c:v>84.99</c:v>
                </c:pt>
                <c:pt idx="75781">
                  <c:v>59.98</c:v>
                </c:pt>
                <c:pt idx="75782">
                  <c:v>151.15</c:v>
                </c:pt>
                <c:pt idx="75783">
                  <c:v>77.97</c:v>
                </c:pt>
                <c:pt idx="75784">
                  <c:v>84.99</c:v>
                </c:pt>
                <c:pt idx="75785">
                  <c:v>57.03</c:v>
                </c:pt>
                <c:pt idx="75786">
                  <c:v>76.47</c:v>
                </c:pt>
                <c:pt idx="75787">
                  <c:v>63.46</c:v>
                </c:pt>
                <c:pt idx="75788">
                  <c:v>50.69</c:v>
                </c:pt>
                <c:pt idx="75789">
                  <c:v>59.98</c:v>
                </c:pt>
                <c:pt idx="75790">
                  <c:v>51.2</c:v>
                </c:pt>
                <c:pt idx="75791">
                  <c:v>59.38</c:v>
                </c:pt>
                <c:pt idx="75792">
                  <c:v>59.98</c:v>
                </c:pt>
                <c:pt idx="75793">
                  <c:v>59.98</c:v>
                </c:pt>
                <c:pt idx="75794">
                  <c:v>143.97</c:v>
                </c:pt>
                <c:pt idx="75795">
                  <c:v>54.99</c:v>
                </c:pt>
                <c:pt idx="75796">
                  <c:v>68.989999999999995</c:v>
                </c:pt>
                <c:pt idx="75797">
                  <c:v>110.48</c:v>
                </c:pt>
                <c:pt idx="75798">
                  <c:v>58.98</c:v>
                </c:pt>
                <c:pt idx="75799">
                  <c:v>61.18</c:v>
                </c:pt>
                <c:pt idx="75800">
                  <c:v>114.98</c:v>
                </c:pt>
                <c:pt idx="75801">
                  <c:v>55.95</c:v>
                </c:pt>
                <c:pt idx="75802">
                  <c:v>84.99</c:v>
                </c:pt>
                <c:pt idx="75803">
                  <c:v>69.59</c:v>
                </c:pt>
                <c:pt idx="75804">
                  <c:v>72.55</c:v>
                </c:pt>
                <c:pt idx="75805">
                  <c:v>95.81</c:v>
                </c:pt>
                <c:pt idx="75806">
                  <c:v>72.55</c:v>
                </c:pt>
                <c:pt idx="75807">
                  <c:v>55.61</c:v>
                </c:pt>
                <c:pt idx="75808">
                  <c:v>70.37</c:v>
                </c:pt>
                <c:pt idx="75809">
                  <c:v>96.78</c:v>
                </c:pt>
                <c:pt idx="75810">
                  <c:v>254.97</c:v>
                </c:pt>
                <c:pt idx="75811">
                  <c:v>287.95999999999998</c:v>
                </c:pt>
                <c:pt idx="75812">
                  <c:v>181.77</c:v>
                </c:pt>
                <c:pt idx="75813">
                  <c:v>139.97999999999999</c:v>
                </c:pt>
                <c:pt idx="75814">
                  <c:v>229.97</c:v>
                </c:pt>
                <c:pt idx="75815">
                  <c:v>169.98</c:v>
                </c:pt>
                <c:pt idx="75816">
                  <c:v>244.97</c:v>
                </c:pt>
                <c:pt idx="75817">
                  <c:v>169.98</c:v>
                </c:pt>
                <c:pt idx="75818">
                  <c:v>169.98</c:v>
                </c:pt>
                <c:pt idx="75819">
                  <c:v>217.94</c:v>
                </c:pt>
                <c:pt idx="75820">
                  <c:v>99.98</c:v>
                </c:pt>
                <c:pt idx="75821">
                  <c:v>67.47</c:v>
                </c:pt>
                <c:pt idx="75822">
                  <c:v>59.98</c:v>
                </c:pt>
                <c:pt idx="75823">
                  <c:v>19.989999999999998</c:v>
                </c:pt>
                <c:pt idx="75824">
                  <c:v>59.98</c:v>
                </c:pt>
                <c:pt idx="75825">
                  <c:v>59.98</c:v>
                </c:pt>
                <c:pt idx="75826">
                  <c:v>61.98</c:v>
                </c:pt>
                <c:pt idx="75827">
                  <c:v>84.97</c:v>
                </c:pt>
                <c:pt idx="75828">
                  <c:v>53.98</c:v>
                </c:pt>
                <c:pt idx="75829">
                  <c:v>-22.61</c:v>
                </c:pt>
                <c:pt idx="75830">
                  <c:v>59.98</c:v>
                </c:pt>
                <c:pt idx="75831">
                  <c:v>19.989999999999998</c:v>
                </c:pt>
                <c:pt idx="75832">
                  <c:v>67.47</c:v>
                </c:pt>
                <c:pt idx="75833">
                  <c:v>53.61</c:v>
                </c:pt>
                <c:pt idx="75834">
                  <c:v>59.98</c:v>
                </c:pt>
                <c:pt idx="75835">
                  <c:v>54.98</c:v>
                </c:pt>
                <c:pt idx="75836">
                  <c:v>19.989999999999998</c:v>
                </c:pt>
                <c:pt idx="75837">
                  <c:v>119.96</c:v>
                </c:pt>
                <c:pt idx="75838">
                  <c:v>67.47</c:v>
                </c:pt>
                <c:pt idx="75839">
                  <c:v>65.930000000000007</c:v>
                </c:pt>
                <c:pt idx="75840">
                  <c:v>52.61</c:v>
                </c:pt>
                <c:pt idx="75841">
                  <c:v>72.55</c:v>
                </c:pt>
                <c:pt idx="75842">
                  <c:v>78.64</c:v>
                </c:pt>
                <c:pt idx="75843">
                  <c:v>239.54</c:v>
                </c:pt>
                <c:pt idx="75844">
                  <c:v>84.99</c:v>
                </c:pt>
                <c:pt idx="75845">
                  <c:v>104.95</c:v>
                </c:pt>
                <c:pt idx="75846">
                  <c:v>169.98</c:v>
                </c:pt>
                <c:pt idx="75847">
                  <c:v>68.98</c:v>
                </c:pt>
                <c:pt idx="75848">
                  <c:v>129.22</c:v>
                </c:pt>
                <c:pt idx="75849">
                  <c:v>99.98</c:v>
                </c:pt>
                <c:pt idx="75850">
                  <c:v>169.98</c:v>
                </c:pt>
                <c:pt idx="75851">
                  <c:v>169.98</c:v>
                </c:pt>
                <c:pt idx="75852">
                  <c:v>169.98</c:v>
                </c:pt>
                <c:pt idx="75853">
                  <c:v>49.99</c:v>
                </c:pt>
                <c:pt idx="75854">
                  <c:v>120.48</c:v>
                </c:pt>
                <c:pt idx="75855">
                  <c:v>214.93</c:v>
                </c:pt>
                <c:pt idx="75856">
                  <c:v>265.36</c:v>
                </c:pt>
                <c:pt idx="75857">
                  <c:v>97.7</c:v>
                </c:pt>
                <c:pt idx="75858">
                  <c:v>152.94999999999999</c:v>
                </c:pt>
                <c:pt idx="75859">
                  <c:v>180.94</c:v>
                </c:pt>
                <c:pt idx="75860">
                  <c:v>84.99</c:v>
                </c:pt>
                <c:pt idx="75861">
                  <c:v>83.98</c:v>
                </c:pt>
                <c:pt idx="75862">
                  <c:v>65.989999999999995</c:v>
                </c:pt>
                <c:pt idx="75863">
                  <c:v>73.98</c:v>
                </c:pt>
                <c:pt idx="75864">
                  <c:v>84.99</c:v>
                </c:pt>
                <c:pt idx="75865">
                  <c:v>49.27</c:v>
                </c:pt>
                <c:pt idx="75866">
                  <c:v>292.95</c:v>
                </c:pt>
                <c:pt idx="75867">
                  <c:v>68.97</c:v>
                </c:pt>
                <c:pt idx="75868">
                  <c:v>61.06</c:v>
                </c:pt>
                <c:pt idx="75869">
                  <c:v>52.97</c:v>
                </c:pt>
                <c:pt idx="75870">
                  <c:v>52.46</c:v>
                </c:pt>
                <c:pt idx="75871">
                  <c:v>101.97</c:v>
                </c:pt>
                <c:pt idx="75872">
                  <c:v>69.959999999999994</c:v>
                </c:pt>
                <c:pt idx="75873">
                  <c:v>124.06</c:v>
                </c:pt>
                <c:pt idx="75874">
                  <c:v>84.99</c:v>
                </c:pt>
                <c:pt idx="75875">
                  <c:v>82.98</c:v>
                </c:pt>
                <c:pt idx="75876">
                  <c:v>98.98</c:v>
                </c:pt>
                <c:pt idx="75877">
                  <c:v>82.46</c:v>
                </c:pt>
                <c:pt idx="75878">
                  <c:v>173.97</c:v>
                </c:pt>
                <c:pt idx="75879">
                  <c:v>186.96</c:v>
                </c:pt>
                <c:pt idx="75880">
                  <c:v>189.97</c:v>
                </c:pt>
                <c:pt idx="75881">
                  <c:v>105.97</c:v>
                </c:pt>
                <c:pt idx="75882">
                  <c:v>124.97</c:v>
                </c:pt>
                <c:pt idx="75883">
                  <c:v>189.97</c:v>
                </c:pt>
                <c:pt idx="75884">
                  <c:v>56.97</c:v>
                </c:pt>
                <c:pt idx="75885">
                  <c:v>144.97</c:v>
                </c:pt>
                <c:pt idx="75886">
                  <c:v>127.47</c:v>
                </c:pt>
                <c:pt idx="75887">
                  <c:v>79.989999999999995</c:v>
                </c:pt>
                <c:pt idx="75888">
                  <c:v>112.07</c:v>
                </c:pt>
                <c:pt idx="75889">
                  <c:v>53.96</c:v>
                </c:pt>
                <c:pt idx="75890">
                  <c:v>57.96</c:v>
                </c:pt>
                <c:pt idx="75891">
                  <c:v>133.94999999999999</c:v>
                </c:pt>
                <c:pt idx="75892">
                  <c:v>169.98</c:v>
                </c:pt>
                <c:pt idx="75893">
                  <c:v>53.23</c:v>
                </c:pt>
                <c:pt idx="75894">
                  <c:v>52.95</c:v>
                </c:pt>
                <c:pt idx="75895">
                  <c:v>83.09</c:v>
                </c:pt>
                <c:pt idx="75896">
                  <c:v>53.95</c:v>
                </c:pt>
                <c:pt idx="75897">
                  <c:v>100.98</c:v>
                </c:pt>
                <c:pt idx="75898">
                  <c:v>44.46</c:v>
                </c:pt>
                <c:pt idx="75899">
                  <c:v>1085.05</c:v>
                </c:pt>
                <c:pt idx="75900">
                  <c:v>84.98</c:v>
                </c:pt>
                <c:pt idx="75901">
                  <c:v>83.98</c:v>
                </c:pt>
                <c:pt idx="75902">
                  <c:v>65.989999999999995</c:v>
                </c:pt>
                <c:pt idx="75903">
                  <c:v>65.989999999999995</c:v>
                </c:pt>
                <c:pt idx="75904">
                  <c:v>20.49</c:v>
                </c:pt>
                <c:pt idx="75905">
                  <c:v>68.97</c:v>
                </c:pt>
                <c:pt idx="75906">
                  <c:v>67.98</c:v>
                </c:pt>
                <c:pt idx="75907">
                  <c:v>95.92</c:v>
                </c:pt>
                <c:pt idx="75908">
                  <c:v>-134.91</c:v>
                </c:pt>
                <c:pt idx="75909">
                  <c:v>134.91</c:v>
                </c:pt>
                <c:pt idx="75910">
                  <c:v>92.97</c:v>
                </c:pt>
                <c:pt idx="75911">
                  <c:v>185.94</c:v>
                </c:pt>
                <c:pt idx="75912">
                  <c:v>111.96</c:v>
                </c:pt>
                <c:pt idx="75913">
                  <c:v>59.98</c:v>
                </c:pt>
                <c:pt idx="75914">
                  <c:v>59.98</c:v>
                </c:pt>
                <c:pt idx="75915">
                  <c:v>123.96</c:v>
                </c:pt>
                <c:pt idx="75916">
                  <c:v>83.97</c:v>
                </c:pt>
                <c:pt idx="75917">
                  <c:v>59.98</c:v>
                </c:pt>
                <c:pt idx="75918">
                  <c:v>119.96</c:v>
                </c:pt>
                <c:pt idx="75919">
                  <c:v>53.87</c:v>
                </c:pt>
                <c:pt idx="75920">
                  <c:v>61.98</c:v>
                </c:pt>
                <c:pt idx="75921">
                  <c:v>51.98</c:v>
                </c:pt>
                <c:pt idx="75922">
                  <c:v>59.17</c:v>
                </c:pt>
                <c:pt idx="75923">
                  <c:v>59.98</c:v>
                </c:pt>
                <c:pt idx="75924">
                  <c:v>59.98</c:v>
                </c:pt>
                <c:pt idx="75925">
                  <c:v>76.930000000000007</c:v>
                </c:pt>
                <c:pt idx="75926">
                  <c:v>59.98</c:v>
                </c:pt>
                <c:pt idx="75927">
                  <c:v>223.87</c:v>
                </c:pt>
                <c:pt idx="75928">
                  <c:v>79.97</c:v>
                </c:pt>
                <c:pt idx="75929">
                  <c:v>244.93</c:v>
                </c:pt>
                <c:pt idx="75930">
                  <c:v>129.94</c:v>
                </c:pt>
                <c:pt idx="75931">
                  <c:v>57.98</c:v>
                </c:pt>
                <c:pt idx="75932">
                  <c:v>269.89</c:v>
                </c:pt>
                <c:pt idx="75933">
                  <c:v>65.97</c:v>
                </c:pt>
                <c:pt idx="75934">
                  <c:v>134.97999999999999</c:v>
                </c:pt>
                <c:pt idx="75935">
                  <c:v>68.989999999999995</c:v>
                </c:pt>
                <c:pt idx="75936">
                  <c:v>99.98</c:v>
                </c:pt>
                <c:pt idx="75937">
                  <c:v>99.98</c:v>
                </c:pt>
                <c:pt idx="75938">
                  <c:v>84.99</c:v>
                </c:pt>
                <c:pt idx="75939">
                  <c:v>99.98</c:v>
                </c:pt>
                <c:pt idx="75940">
                  <c:v>127.96</c:v>
                </c:pt>
                <c:pt idx="75941">
                  <c:v>84.99</c:v>
                </c:pt>
                <c:pt idx="75942">
                  <c:v>84.99</c:v>
                </c:pt>
                <c:pt idx="75943">
                  <c:v>65.59</c:v>
                </c:pt>
                <c:pt idx="75944">
                  <c:v>60.99</c:v>
                </c:pt>
                <c:pt idx="75945">
                  <c:v>41.09</c:v>
                </c:pt>
                <c:pt idx="75946">
                  <c:v>41.09</c:v>
                </c:pt>
                <c:pt idx="75947">
                  <c:v>41.09</c:v>
                </c:pt>
                <c:pt idx="75948">
                  <c:v>41.09</c:v>
                </c:pt>
                <c:pt idx="75949">
                  <c:v>69.959999999999994</c:v>
                </c:pt>
                <c:pt idx="75950">
                  <c:v>55.27</c:v>
                </c:pt>
                <c:pt idx="75951">
                  <c:v>41.09</c:v>
                </c:pt>
                <c:pt idx="75952">
                  <c:v>37.49</c:v>
                </c:pt>
                <c:pt idx="75953">
                  <c:v>90.69</c:v>
                </c:pt>
                <c:pt idx="75954">
                  <c:v>91.91</c:v>
                </c:pt>
                <c:pt idx="75955">
                  <c:v>101.56</c:v>
                </c:pt>
                <c:pt idx="75956">
                  <c:v>96.78</c:v>
                </c:pt>
                <c:pt idx="75957">
                  <c:v>114.9</c:v>
                </c:pt>
                <c:pt idx="75958">
                  <c:v>91.91</c:v>
                </c:pt>
                <c:pt idx="75959">
                  <c:v>145.1</c:v>
                </c:pt>
                <c:pt idx="75960">
                  <c:v>75.959999999999994</c:v>
                </c:pt>
                <c:pt idx="75961">
                  <c:v>75.959999999999994</c:v>
                </c:pt>
                <c:pt idx="75962">
                  <c:v>75.959999999999994</c:v>
                </c:pt>
                <c:pt idx="75963">
                  <c:v>150.94999999999999</c:v>
                </c:pt>
                <c:pt idx="75964">
                  <c:v>44.99</c:v>
                </c:pt>
                <c:pt idx="75965">
                  <c:v>78.599999999999994</c:v>
                </c:pt>
                <c:pt idx="75966">
                  <c:v>137.96</c:v>
                </c:pt>
                <c:pt idx="75967">
                  <c:v>39.28</c:v>
                </c:pt>
                <c:pt idx="75968">
                  <c:v>75.959999999999994</c:v>
                </c:pt>
                <c:pt idx="75969">
                  <c:v>169.98</c:v>
                </c:pt>
                <c:pt idx="75970">
                  <c:v>131.97999999999999</c:v>
                </c:pt>
                <c:pt idx="75971">
                  <c:v>76.930000000000007</c:v>
                </c:pt>
                <c:pt idx="75972">
                  <c:v>174.96</c:v>
                </c:pt>
                <c:pt idx="75973">
                  <c:v>249.18</c:v>
                </c:pt>
                <c:pt idx="75974">
                  <c:v>-10.99</c:v>
                </c:pt>
                <c:pt idx="75975">
                  <c:v>134.65</c:v>
                </c:pt>
                <c:pt idx="75976">
                  <c:v>65.989999999999995</c:v>
                </c:pt>
                <c:pt idx="75977">
                  <c:v>186.97</c:v>
                </c:pt>
                <c:pt idx="75978">
                  <c:v>150.97</c:v>
                </c:pt>
                <c:pt idx="75979">
                  <c:v>131.97999999999999</c:v>
                </c:pt>
                <c:pt idx="75980">
                  <c:v>131.97999999999999</c:v>
                </c:pt>
                <c:pt idx="75981">
                  <c:v>150.97</c:v>
                </c:pt>
                <c:pt idx="75982">
                  <c:v>111.98</c:v>
                </c:pt>
                <c:pt idx="75983">
                  <c:v>252.83</c:v>
                </c:pt>
                <c:pt idx="75984">
                  <c:v>295.19</c:v>
                </c:pt>
                <c:pt idx="75985">
                  <c:v>134.29</c:v>
                </c:pt>
                <c:pt idx="75986">
                  <c:v>343.58</c:v>
                </c:pt>
                <c:pt idx="75987">
                  <c:v>147.6</c:v>
                </c:pt>
                <c:pt idx="75988">
                  <c:v>109.84</c:v>
                </c:pt>
                <c:pt idx="75989">
                  <c:v>109.84</c:v>
                </c:pt>
                <c:pt idx="75990">
                  <c:v>91.98</c:v>
                </c:pt>
                <c:pt idx="75991">
                  <c:v>181.93</c:v>
                </c:pt>
                <c:pt idx="75992">
                  <c:v>91.98</c:v>
                </c:pt>
                <c:pt idx="75993">
                  <c:v>203.94</c:v>
                </c:pt>
                <c:pt idx="75994">
                  <c:v>56.98</c:v>
                </c:pt>
                <c:pt idx="75995">
                  <c:v>56.98</c:v>
                </c:pt>
                <c:pt idx="75996">
                  <c:v>41.49</c:v>
                </c:pt>
                <c:pt idx="75997">
                  <c:v>91.98</c:v>
                </c:pt>
                <c:pt idx="75998">
                  <c:v>41.49</c:v>
                </c:pt>
                <c:pt idx="75999">
                  <c:v>203.94</c:v>
                </c:pt>
                <c:pt idx="76000">
                  <c:v>91.98</c:v>
                </c:pt>
                <c:pt idx="76001">
                  <c:v>181.93</c:v>
                </c:pt>
                <c:pt idx="76002">
                  <c:v>91.93</c:v>
                </c:pt>
                <c:pt idx="76003">
                  <c:v>91.98</c:v>
                </c:pt>
                <c:pt idx="76004">
                  <c:v>75.98</c:v>
                </c:pt>
                <c:pt idx="76005">
                  <c:v>91.98</c:v>
                </c:pt>
                <c:pt idx="76006">
                  <c:v>109.9</c:v>
                </c:pt>
                <c:pt idx="76007">
                  <c:v>109.9</c:v>
                </c:pt>
                <c:pt idx="76008">
                  <c:v>75.98</c:v>
                </c:pt>
                <c:pt idx="76009">
                  <c:v>91.93</c:v>
                </c:pt>
                <c:pt idx="76010">
                  <c:v>76.48</c:v>
                </c:pt>
                <c:pt idx="76011">
                  <c:v>119.97</c:v>
                </c:pt>
                <c:pt idx="76012">
                  <c:v>120.46</c:v>
                </c:pt>
                <c:pt idx="76013">
                  <c:v>10.49</c:v>
                </c:pt>
                <c:pt idx="76014">
                  <c:v>81.96</c:v>
                </c:pt>
                <c:pt idx="76015">
                  <c:v>120.71</c:v>
                </c:pt>
                <c:pt idx="76016">
                  <c:v>152.44999999999999</c:v>
                </c:pt>
                <c:pt idx="76017">
                  <c:v>122.46</c:v>
                </c:pt>
                <c:pt idx="76018">
                  <c:v>90.47</c:v>
                </c:pt>
                <c:pt idx="76019">
                  <c:v>72.97</c:v>
                </c:pt>
                <c:pt idx="76020">
                  <c:v>84.99</c:v>
                </c:pt>
                <c:pt idx="76021">
                  <c:v>134.97999999999999</c:v>
                </c:pt>
                <c:pt idx="76022">
                  <c:v>169.98</c:v>
                </c:pt>
                <c:pt idx="76023">
                  <c:v>134.97999999999999</c:v>
                </c:pt>
                <c:pt idx="76024">
                  <c:v>84.99</c:v>
                </c:pt>
                <c:pt idx="76025">
                  <c:v>84.99</c:v>
                </c:pt>
                <c:pt idx="76026">
                  <c:v>169.98</c:v>
                </c:pt>
                <c:pt idx="76027">
                  <c:v>169.98</c:v>
                </c:pt>
                <c:pt idx="76028">
                  <c:v>169.98</c:v>
                </c:pt>
                <c:pt idx="76029">
                  <c:v>169.98</c:v>
                </c:pt>
                <c:pt idx="76030">
                  <c:v>169.98</c:v>
                </c:pt>
                <c:pt idx="76031">
                  <c:v>169.98</c:v>
                </c:pt>
                <c:pt idx="76032">
                  <c:v>84.99</c:v>
                </c:pt>
                <c:pt idx="76033">
                  <c:v>169.98</c:v>
                </c:pt>
                <c:pt idx="76034">
                  <c:v>73.349999999999994</c:v>
                </c:pt>
                <c:pt idx="76035">
                  <c:v>79.989999999999995</c:v>
                </c:pt>
                <c:pt idx="76036">
                  <c:v>79.989999999999995</c:v>
                </c:pt>
                <c:pt idx="76037">
                  <c:v>104.98</c:v>
                </c:pt>
                <c:pt idx="76038">
                  <c:v>52.97</c:v>
                </c:pt>
                <c:pt idx="76039">
                  <c:v>79.989999999999995</c:v>
                </c:pt>
                <c:pt idx="76040">
                  <c:v>159.97999999999999</c:v>
                </c:pt>
                <c:pt idx="76041">
                  <c:v>79.989999999999995</c:v>
                </c:pt>
                <c:pt idx="76042">
                  <c:v>82.97</c:v>
                </c:pt>
                <c:pt idx="76043">
                  <c:v>71.989999999999995</c:v>
                </c:pt>
                <c:pt idx="76044">
                  <c:v>82.98</c:v>
                </c:pt>
                <c:pt idx="76045">
                  <c:v>104.97</c:v>
                </c:pt>
                <c:pt idx="76046">
                  <c:v>110.97</c:v>
                </c:pt>
                <c:pt idx="76047">
                  <c:v>103.94</c:v>
                </c:pt>
                <c:pt idx="76048">
                  <c:v>66.58</c:v>
                </c:pt>
                <c:pt idx="76049">
                  <c:v>110.97</c:v>
                </c:pt>
                <c:pt idx="76050">
                  <c:v>110.97</c:v>
                </c:pt>
                <c:pt idx="76051">
                  <c:v>119.97</c:v>
                </c:pt>
                <c:pt idx="76052">
                  <c:v>110.97</c:v>
                </c:pt>
                <c:pt idx="76053">
                  <c:v>73.98</c:v>
                </c:pt>
                <c:pt idx="76054">
                  <c:v>54.98</c:v>
                </c:pt>
                <c:pt idx="76055">
                  <c:v>74.97</c:v>
                </c:pt>
                <c:pt idx="76056">
                  <c:v>62.93</c:v>
                </c:pt>
                <c:pt idx="76057">
                  <c:v>71.97</c:v>
                </c:pt>
                <c:pt idx="76058">
                  <c:v>59.98</c:v>
                </c:pt>
                <c:pt idx="76059">
                  <c:v>52.98</c:v>
                </c:pt>
                <c:pt idx="76060">
                  <c:v>78.94</c:v>
                </c:pt>
                <c:pt idx="76061">
                  <c:v>100.96</c:v>
                </c:pt>
                <c:pt idx="76062">
                  <c:v>61.75</c:v>
                </c:pt>
                <c:pt idx="76063">
                  <c:v>55.97</c:v>
                </c:pt>
                <c:pt idx="76064">
                  <c:v>69.97</c:v>
                </c:pt>
                <c:pt idx="76065">
                  <c:v>69.97</c:v>
                </c:pt>
                <c:pt idx="76066">
                  <c:v>54.98</c:v>
                </c:pt>
                <c:pt idx="76067">
                  <c:v>87.95</c:v>
                </c:pt>
                <c:pt idx="76068">
                  <c:v>65.989999999999995</c:v>
                </c:pt>
                <c:pt idx="76069">
                  <c:v>59.39</c:v>
                </c:pt>
                <c:pt idx="76070">
                  <c:v>59.39</c:v>
                </c:pt>
                <c:pt idx="76071">
                  <c:v>105.98</c:v>
                </c:pt>
                <c:pt idx="76072">
                  <c:v>65.989999999999995</c:v>
                </c:pt>
                <c:pt idx="76073">
                  <c:v>62.55</c:v>
                </c:pt>
                <c:pt idx="76074">
                  <c:v>65.989999999999995</c:v>
                </c:pt>
                <c:pt idx="76075">
                  <c:v>59.98</c:v>
                </c:pt>
                <c:pt idx="76076">
                  <c:v>99.38</c:v>
                </c:pt>
                <c:pt idx="76077">
                  <c:v>59.98</c:v>
                </c:pt>
                <c:pt idx="76078">
                  <c:v>65.989999999999995</c:v>
                </c:pt>
                <c:pt idx="76079">
                  <c:v>112.94</c:v>
                </c:pt>
                <c:pt idx="76080">
                  <c:v>72.48</c:v>
                </c:pt>
                <c:pt idx="76081">
                  <c:v>127.92</c:v>
                </c:pt>
                <c:pt idx="76082">
                  <c:v>171.99</c:v>
                </c:pt>
                <c:pt idx="76083">
                  <c:v>282.82</c:v>
                </c:pt>
                <c:pt idx="76084">
                  <c:v>158.06</c:v>
                </c:pt>
                <c:pt idx="76085">
                  <c:v>197.97</c:v>
                </c:pt>
                <c:pt idx="76086">
                  <c:v>65.989999999999995</c:v>
                </c:pt>
                <c:pt idx="76087">
                  <c:v>96.98</c:v>
                </c:pt>
                <c:pt idx="76088">
                  <c:v>84.99</c:v>
                </c:pt>
                <c:pt idx="76089">
                  <c:v>84.99</c:v>
                </c:pt>
                <c:pt idx="76090">
                  <c:v>84.99</c:v>
                </c:pt>
                <c:pt idx="76091">
                  <c:v>65.989999999999995</c:v>
                </c:pt>
                <c:pt idx="76092">
                  <c:v>41.49</c:v>
                </c:pt>
                <c:pt idx="76093">
                  <c:v>84.99</c:v>
                </c:pt>
                <c:pt idx="76094">
                  <c:v>84.99</c:v>
                </c:pt>
                <c:pt idx="76095">
                  <c:v>102.98</c:v>
                </c:pt>
                <c:pt idx="76096">
                  <c:v>41.49</c:v>
                </c:pt>
                <c:pt idx="76097">
                  <c:v>65.989999999999995</c:v>
                </c:pt>
                <c:pt idx="76098">
                  <c:v>96.98</c:v>
                </c:pt>
                <c:pt idx="76099">
                  <c:v>65.989999999999995</c:v>
                </c:pt>
                <c:pt idx="76100">
                  <c:v>96.98</c:v>
                </c:pt>
                <c:pt idx="76101">
                  <c:v>84.99</c:v>
                </c:pt>
                <c:pt idx="76102">
                  <c:v>84.99</c:v>
                </c:pt>
                <c:pt idx="76103">
                  <c:v>84.99</c:v>
                </c:pt>
                <c:pt idx="76104">
                  <c:v>96.98</c:v>
                </c:pt>
                <c:pt idx="76105">
                  <c:v>84.99</c:v>
                </c:pt>
                <c:pt idx="76106">
                  <c:v>84.99</c:v>
                </c:pt>
                <c:pt idx="76107">
                  <c:v>84.99</c:v>
                </c:pt>
                <c:pt idx="76108">
                  <c:v>84.99</c:v>
                </c:pt>
                <c:pt idx="76109">
                  <c:v>102.98</c:v>
                </c:pt>
                <c:pt idx="76110">
                  <c:v>59.98</c:v>
                </c:pt>
                <c:pt idx="76111">
                  <c:v>89.97</c:v>
                </c:pt>
                <c:pt idx="76112">
                  <c:v>119.96</c:v>
                </c:pt>
                <c:pt idx="76113">
                  <c:v>59.98</c:v>
                </c:pt>
                <c:pt idx="76114">
                  <c:v>59.98</c:v>
                </c:pt>
                <c:pt idx="76115">
                  <c:v>61.48</c:v>
                </c:pt>
                <c:pt idx="76116">
                  <c:v>59.98</c:v>
                </c:pt>
                <c:pt idx="76117">
                  <c:v>149.94999999999999</c:v>
                </c:pt>
                <c:pt idx="76118">
                  <c:v>59.98</c:v>
                </c:pt>
                <c:pt idx="76119">
                  <c:v>59.98</c:v>
                </c:pt>
                <c:pt idx="76120">
                  <c:v>89.97</c:v>
                </c:pt>
                <c:pt idx="76121">
                  <c:v>51.98</c:v>
                </c:pt>
                <c:pt idx="76122">
                  <c:v>129.15</c:v>
                </c:pt>
                <c:pt idx="76123">
                  <c:v>104.97</c:v>
                </c:pt>
                <c:pt idx="76124">
                  <c:v>199.95</c:v>
                </c:pt>
                <c:pt idx="76125">
                  <c:v>89.94</c:v>
                </c:pt>
                <c:pt idx="76126">
                  <c:v>103.98</c:v>
                </c:pt>
                <c:pt idx="76127">
                  <c:v>115.97</c:v>
                </c:pt>
                <c:pt idx="76128">
                  <c:v>69.97</c:v>
                </c:pt>
                <c:pt idx="76129">
                  <c:v>80.98</c:v>
                </c:pt>
                <c:pt idx="76130">
                  <c:v>104.98</c:v>
                </c:pt>
                <c:pt idx="76131">
                  <c:v>137.97999999999999</c:v>
                </c:pt>
                <c:pt idx="76132">
                  <c:v>152.97999999999999</c:v>
                </c:pt>
                <c:pt idx="76133">
                  <c:v>62.09</c:v>
                </c:pt>
                <c:pt idx="76134">
                  <c:v>95.17</c:v>
                </c:pt>
                <c:pt idx="76135">
                  <c:v>132.44999999999999</c:v>
                </c:pt>
                <c:pt idx="76136">
                  <c:v>87.28</c:v>
                </c:pt>
                <c:pt idx="76137">
                  <c:v>116.97</c:v>
                </c:pt>
                <c:pt idx="76138">
                  <c:v>179.9</c:v>
                </c:pt>
                <c:pt idx="76139">
                  <c:v>269.85000000000002</c:v>
                </c:pt>
                <c:pt idx="76140">
                  <c:v>179.9</c:v>
                </c:pt>
                <c:pt idx="76141">
                  <c:v>55.96</c:v>
                </c:pt>
                <c:pt idx="76142">
                  <c:v>69.95</c:v>
                </c:pt>
                <c:pt idx="76143">
                  <c:v>69.95</c:v>
                </c:pt>
                <c:pt idx="76144">
                  <c:v>55.96</c:v>
                </c:pt>
                <c:pt idx="76145">
                  <c:v>69.95</c:v>
                </c:pt>
                <c:pt idx="76146">
                  <c:v>69.95</c:v>
                </c:pt>
                <c:pt idx="76147">
                  <c:v>55.96</c:v>
                </c:pt>
                <c:pt idx="76148">
                  <c:v>69.95</c:v>
                </c:pt>
                <c:pt idx="76149">
                  <c:v>49.33</c:v>
                </c:pt>
                <c:pt idx="76150">
                  <c:v>69.95</c:v>
                </c:pt>
                <c:pt idx="76151">
                  <c:v>55.96</c:v>
                </c:pt>
                <c:pt idx="76152">
                  <c:v>55.96</c:v>
                </c:pt>
                <c:pt idx="76153">
                  <c:v>55.96</c:v>
                </c:pt>
                <c:pt idx="76154">
                  <c:v>77.97</c:v>
                </c:pt>
                <c:pt idx="76155">
                  <c:v>128.31</c:v>
                </c:pt>
                <c:pt idx="76156">
                  <c:v>103.96</c:v>
                </c:pt>
                <c:pt idx="76157">
                  <c:v>103.96</c:v>
                </c:pt>
                <c:pt idx="76158">
                  <c:v>76.28</c:v>
                </c:pt>
                <c:pt idx="76159">
                  <c:v>101.96</c:v>
                </c:pt>
                <c:pt idx="76160">
                  <c:v>103.96</c:v>
                </c:pt>
                <c:pt idx="76161">
                  <c:v>49.17</c:v>
                </c:pt>
                <c:pt idx="76162">
                  <c:v>94.94</c:v>
                </c:pt>
                <c:pt idx="76163">
                  <c:v>81.97</c:v>
                </c:pt>
                <c:pt idx="76164">
                  <c:v>103.96</c:v>
                </c:pt>
                <c:pt idx="76165">
                  <c:v>37.18</c:v>
                </c:pt>
                <c:pt idx="76166">
                  <c:v>107.61</c:v>
                </c:pt>
                <c:pt idx="76167">
                  <c:v>52.03</c:v>
                </c:pt>
                <c:pt idx="76168">
                  <c:v>94.97</c:v>
                </c:pt>
                <c:pt idx="76169">
                  <c:v>94.97</c:v>
                </c:pt>
                <c:pt idx="76170">
                  <c:v>52.03</c:v>
                </c:pt>
                <c:pt idx="76171">
                  <c:v>59.98</c:v>
                </c:pt>
                <c:pt idx="76172">
                  <c:v>107.61</c:v>
                </c:pt>
                <c:pt idx="76173">
                  <c:v>118.97</c:v>
                </c:pt>
                <c:pt idx="76174">
                  <c:v>107.61</c:v>
                </c:pt>
                <c:pt idx="76175">
                  <c:v>95.97</c:v>
                </c:pt>
                <c:pt idx="76176">
                  <c:v>95.97</c:v>
                </c:pt>
                <c:pt idx="76177">
                  <c:v>236.87</c:v>
                </c:pt>
                <c:pt idx="76178">
                  <c:v>236.87</c:v>
                </c:pt>
                <c:pt idx="76179">
                  <c:v>82.98</c:v>
                </c:pt>
                <c:pt idx="76180">
                  <c:v>82.98</c:v>
                </c:pt>
                <c:pt idx="76181">
                  <c:v>236.87</c:v>
                </c:pt>
                <c:pt idx="76182">
                  <c:v>82.98</c:v>
                </c:pt>
                <c:pt idx="76183">
                  <c:v>52.03</c:v>
                </c:pt>
                <c:pt idx="76184">
                  <c:v>94.97</c:v>
                </c:pt>
                <c:pt idx="76185">
                  <c:v>54.98</c:v>
                </c:pt>
                <c:pt idx="76186">
                  <c:v>56.33</c:v>
                </c:pt>
                <c:pt idx="76187">
                  <c:v>94.97</c:v>
                </c:pt>
                <c:pt idx="76188">
                  <c:v>94.97</c:v>
                </c:pt>
                <c:pt idx="76189">
                  <c:v>118.97</c:v>
                </c:pt>
                <c:pt idx="76190">
                  <c:v>95.97</c:v>
                </c:pt>
                <c:pt idx="76191">
                  <c:v>94.97</c:v>
                </c:pt>
                <c:pt idx="76192">
                  <c:v>56.33</c:v>
                </c:pt>
                <c:pt idx="76193">
                  <c:v>59.98</c:v>
                </c:pt>
                <c:pt idx="76194">
                  <c:v>54.98</c:v>
                </c:pt>
                <c:pt idx="76195">
                  <c:v>54.98</c:v>
                </c:pt>
                <c:pt idx="76196">
                  <c:v>56.33</c:v>
                </c:pt>
                <c:pt idx="76197">
                  <c:v>59.98</c:v>
                </c:pt>
                <c:pt idx="76198">
                  <c:v>118.97</c:v>
                </c:pt>
                <c:pt idx="76199">
                  <c:v>75.87</c:v>
                </c:pt>
                <c:pt idx="76200">
                  <c:v>89.98</c:v>
                </c:pt>
                <c:pt idx="76201">
                  <c:v>79.97</c:v>
                </c:pt>
                <c:pt idx="76202">
                  <c:v>65.989999999999995</c:v>
                </c:pt>
                <c:pt idx="76203">
                  <c:v>65.989999999999995</c:v>
                </c:pt>
                <c:pt idx="76204">
                  <c:v>65.989999999999995</c:v>
                </c:pt>
                <c:pt idx="76205">
                  <c:v>121.85</c:v>
                </c:pt>
                <c:pt idx="76206">
                  <c:v>65.989999999999995</c:v>
                </c:pt>
                <c:pt idx="76207">
                  <c:v>62.78</c:v>
                </c:pt>
                <c:pt idx="76208">
                  <c:v>51.76</c:v>
                </c:pt>
                <c:pt idx="76209">
                  <c:v>65.989999999999995</c:v>
                </c:pt>
                <c:pt idx="76210">
                  <c:v>83.97</c:v>
                </c:pt>
                <c:pt idx="76211">
                  <c:v>179.94</c:v>
                </c:pt>
                <c:pt idx="76212">
                  <c:v>179.94</c:v>
                </c:pt>
                <c:pt idx="76213">
                  <c:v>71.959999999999994</c:v>
                </c:pt>
                <c:pt idx="76214">
                  <c:v>179.94</c:v>
                </c:pt>
                <c:pt idx="76215">
                  <c:v>179.94</c:v>
                </c:pt>
                <c:pt idx="76216">
                  <c:v>113.96</c:v>
                </c:pt>
                <c:pt idx="76217">
                  <c:v>95.98</c:v>
                </c:pt>
                <c:pt idx="76218">
                  <c:v>65.989999999999995</c:v>
                </c:pt>
                <c:pt idx="76219">
                  <c:v>199.95</c:v>
                </c:pt>
                <c:pt idx="76220">
                  <c:v>106.95</c:v>
                </c:pt>
                <c:pt idx="76221">
                  <c:v>42.45</c:v>
                </c:pt>
                <c:pt idx="76222">
                  <c:v>213.31</c:v>
                </c:pt>
                <c:pt idx="76223">
                  <c:v>59.94</c:v>
                </c:pt>
                <c:pt idx="76224">
                  <c:v>86.69</c:v>
                </c:pt>
                <c:pt idx="76225">
                  <c:v>119.96</c:v>
                </c:pt>
                <c:pt idx="76226">
                  <c:v>119.96</c:v>
                </c:pt>
                <c:pt idx="76227">
                  <c:v>123.96</c:v>
                </c:pt>
                <c:pt idx="76228">
                  <c:v>74.959999999999994</c:v>
                </c:pt>
                <c:pt idx="76229">
                  <c:v>144.94999999999999</c:v>
                </c:pt>
                <c:pt idx="76230">
                  <c:v>92.97</c:v>
                </c:pt>
                <c:pt idx="76231">
                  <c:v>112.47</c:v>
                </c:pt>
                <c:pt idx="76232">
                  <c:v>70.13</c:v>
                </c:pt>
                <c:pt idx="76233">
                  <c:v>93.11</c:v>
                </c:pt>
                <c:pt idx="76234">
                  <c:v>76.040000000000006</c:v>
                </c:pt>
                <c:pt idx="76235">
                  <c:v>93.11</c:v>
                </c:pt>
                <c:pt idx="76236">
                  <c:v>145.13999999999999</c:v>
                </c:pt>
                <c:pt idx="76237">
                  <c:v>101.6</c:v>
                </c:pt>
                <c:pt idx="76238">
                  <c:v>68.930000000000007</c:v>
                </c:pt>
                <c:pt idx="76239">
                  <c:v>88.27</c:v>
                </c:pt>
                <c:pt idx="76240">
                  <c:v>93.11</c:v>
                </c:pt>
                <c:pt idx="76241">
                  <c:v>165.96</c:v>
                </c:pt>
                <c:pt idx="76242">
                  <c:v>129.97999999999999</c:v>
                </c:pt>
                <c:pt idx="76243">
                  <c:v>79.989999999999995</c:v>
                </c:pt>
                <c:pt idx="76244">
                  <c:v>147.1</c:v>
                </c:pt>
                <c:pt idx="76245">
                  <c:v>129.97999999999999</c:v>
                </c:pt>
                <c:pt idx="76246">
                  <c:v>159.96</c:v>
                </c:pt>
                <c:pt idx="76247">
                  <c:v>99.98</c:v>
                </c:pt>
                <c:pt idx="76248">
                  <c:v>47.28</c:v>
                </c:pt>
                <c:pt idx="76249">
                  <c:v>11.94</c:v>
                </c:pt>
                <c:pt idx="76250">
                  <c:v>96.27</c:v>
                </c:pt>
                <c:pt idx="76251">
                  <c:v>62.98</c:v>
                </c:pt>
                <c:pt idx="76252">
                  <c:v>65.989999999999995</c:v>
                </c:pt>
                <c:pt idx="76253">
                  <c:v>169.98</c:v>
                </c:pt>
                <c:pt idx="76254">
                  <c:v>81.97</c:v>
                </c:pt>
                <c:pt idx="76255">
                  <c:v>59.83</c:v>
                </c:pt>
                <c:pt idx="76256">
                  <c:v>60.97</c:v>
                </c:pt>
                <c:pt idx="76257">
                  <c:v>185.97</c:v>
                </c:pt>
                <c:pt idx="76258">
                  <c:v>191.96</c:v>
                </c:pt>
                <c:pt idx="76259">
                  <c:v>82.78</c:v>
                </c:pt>
                <c:pt idx="76260">
                  <c:v>209.95</c:v>
                </c:pt>
                <c:pt idx="76261">
                  <c:v>172.76</c:v>
                </c:pt>
                <c:pt idx="76262">
                  <c:v>181.25</c:v>
                </c:pt>
                <c:pt idx="76263">
                  <c:v>65.989999999999995</c:v>
                </c:pt>
                <c:pt idx="76264">
                  <c:v>161.96</c:v>
                </c:pt>
                <c:pt idx="76265">
                  <c:v>65.989999999999995</c:v>
                </c:pt>
                <c:pt idx="76266">
                  <c:v>15.99</c:v>
                </c:pt>
                <c:pt idx="76267">
                  <c:v>65.989999999999995</c:v>
                </c:pt>
                <c:pt idx="76268">
                  <c:v>65.989999999999995</c:v>
                </c:pt>
                <c:pt idx="76269">
                  <c:v>65.989999999999995</c:v>
                </c:pt>
                <c:pt idx="76270">
                  <c:v>79.98</c:v>
                </c:pt>
                <c:pt idx="76271">
                  <c:v>65.989999999999995</c:v>
                </c:pt>
                <c:pt idx="76272">
                  <c:v>79.98</c:v>
                </c:pt>
                <c:pt idx="76273">
                  <c:v>105.98</c:v>
                </c:pt>
                <c:pt idx="76274">
                  <c:v>65.989999999999995</c:v>
                </c:pt>
                <c:pt idx="76275">
                  <c:v>84.99</c:v>
                </c:pt>
                <c:pt idx="76276">
                  <c:v>97.26</c:v>
                </c:pt>
                <c:pt idx="76277">
                  <c:v>84.99</c:v>
                </c:pt>
                <c:pt idx="76278">
                  <c:v>134.97999999999999</c:v>
                </c:pt>
                <c:pt idx="76279">
                  <c:v>75.09</c:v>
                </c:pt>
                <c:pt idx="76280">
                  <c:v>84.99</c:v>
                </c:pt>
                <c:pt idx="76281">
                  <c:v>110.97</c:v>
                </c:pt>
                <c:pt idx="76282">
                  <c:v>102.98</c:v>
                </c:pt>
                <c:pt idx="76283">
                  <c:v>102.98</c:v>
                </c:pt>
                <c:pt idx="76284">
                  <c:v>84.99</c:v>
                </c:pt>
                <c:pt idx="76285">
                  <c:v>134.96</c:v>
                </c:pt>
                <c:pt idx="76286">
                  <c:v>89.98</c:v>
                </c:pt>
                <c:pt idx="76287">
                  <c:v>134.97</c:v>
                </c:pt>
                <c:pt idx="76288">
                  <c:v>120.47</c:v>
                </c:pt>
                <c:pt idx="76289">
                  <c:v>89.98</c:v>
                </c:pt>
                <c:pt idx="76290">
                  <c:v>89.97</c:v>
                </c:pt>
                <c:pt idx="76291">
                  <c:v>119.96</c:v>
                </c:pt>
                <c:pt idx="76292">
                  <c:v>89.98</c:v>
                </c:pt>
                <c:pt idx="76293">
                  <c:v>116.97</c:v>
                </c:pt>
                <c:pt idx="76294">
                  <c:v>89.97</c:v>
                </c:pt>
                <c:pt idx="76295">
                  <c:v>120.98</c:v>
                </c:pt>
                <c:pt idx="76296">
                  <c:v>72.58</c:v>
                </c:pt>
                <c:pt idx="76297">
                  <c:v>139.11000000000001</c:v>
                </c:pt>
                <c:pt idx="76298">
                  <c:v>84.66</c:v>
                </c:pt>
                <c:pt idx="76299">
                  <c:v>120.98</c:v>
                </c:pt>
                <c:pt idx="76300">
                  <c:v>79.849999999999994</c:v>
                </c:pt>
                <c:pt idx="76301">
                  <c:v>157.26</c:v>
                </c:pt>
                <c:pt idx="76302">
                  <c:v>241.95</c:v>
                </c:pt>
                <c:pt idx="76303">
                  <c:v>140.34</c:v>
                </c:pt>
                <c:pt idx="76304">
                  <c:v>70.87</c:v>
                </c:pt>
                <c:pt idx="76305">
                  <c:v>72.97</c:v>
                </c:pt>
                <c:pt idx="76306">
                  <c:v>69.98</c:v>
                </c:pt>
                <c:pt idx="76307">
                  <c:v>83.97</c:v>
                </c:pt>
                <c:pt idx="76308">
                  <c:v>99.98</c:v>
                </c:pt>
                <c:pt idx="76309">
                  <c:v>134.47999999999999</c:v>
                </c:pt>
                <c:pt idx="76310">
                  <c:v>84.39</c:v>
                </c:pt>
                <c:pt idx="76311">
                  <c:v>89.98</c:v>
                </c:pt>
                <c:pt idx="76312">
                  <c:v>59.96</c:v>
                </c:pt>
                <c:pt idx="76313">
                  <c:v>168.97</c:v>
                </c:pt>
                <c:pt idx="76314">
                  <c:v>167.43</c:v>
                </c:pt>
                <c:pt idx="76315">
                  <c:v>159.97999999999999</c:v>
                </c:pt>
                <c:pt idx="76316">
                  <c:v>143.97999999999999</c:v>
                </c:pt>
                <c:pt idx="76317">
                  <c:v>143.97999999999999</c:v>
                </c:pt>
                <c:pt idx="76318">
                  <c:v>84.99</c:v>
                </c:pt>
                <c:pt idx="76319">
                  <c:v>84.99</c:v>
                </c:pt>
                <c:pt idx="76320">
                  <c:v>65.989999999999995</c:v>
                </c:pt>
                <c:pt idx="76321">
                  <c:v>65.989999999999995</c:v>
                </c:pt>
                <c:pt idx="76322">
                  <c:v>84.99</c:v>
                </c:pt>
                <c:pt idx="76323">
                  <c:v>84.99</c:v>
                </c:pt>
                <c:pt idx="76324">
                  <c:v>84.99</c:v>
                </c:pt>
                <c:pt idx="76325">
                  <c:v>173.96</c:v>
                </c:pt>
                <c:pt idx="76326">
                  <c:v>173.96</c:v>
                </c:pt>
                <c:pt idx="76327">
                  <c:v>84.99</c:v>
                </c:pt>
                <c:pt idx="76328">
                  <c:v>84.99</c:v>
                </c:pt>
                <c:pt idx="76329">
                  <c:v>88.98</c:v>
                </c:pt>
                <c:pt idx="76330">
                  <c:v>88.98</c:v>
                </c:pt>
                <c:pt idx="76331">
                  <c:v>84.99</c:v>
                </c:pt>
                <c:pt idx="76332">
                  <c:v>84.99</c:v>
                </c:pt>
                <c:pt idx="76333">
                  <c:v>84.99</c:v>
                </c:pt>
                <c:pt idx="76334">
                  <c:v>98.58</c:v>
                </c:pt>
                <c:pt idx="76335">
                  <c:v>98.58</c:v>
                </c:pt>
                <c:pt idx="76336">
                  <c:v>134.97999999999999</c:v>
                </c:pt>
                <c:pt idx="76337">
                  <c:v>134.97999999999999</c:v>
                </c:pt>
                <c:pt idx="76338">
                  <c:v>169.98</c:v>
                </c:pt>
                <c:pt idx="76339">
                  <c:v>84.99</c:v>
                </c:pt>
                <c:pt idx="76340">
                  <c:v>169.98</c:v>
                </c:pt>
                <c:pt idx="76341">
                  <c:v>84.99</c:v>
                </c:pt>
                <c:pt idx="76342">
                  <c:v>89.97</c:v>
                </c:pt>
                <c:pt idx="76343">
                  <c:v>99.95</c:v>
                </c:pt>
                <c:pt idx="76344">
                  <c:v>119.96</c:v>
                </c:pt>
                <c:pt idx="76345">
                  <c:v>119.96</c:v>
                </c:pt>
                <c:pt idx="76346">
                  <c:v>89.97</c:v>
                </c:pt>
                <c:pt idx="76347">
                  <c:v>82.32</c:v>
                </c:pt>
                <c:pt idx="76348">
                  <c:v>114.96</c:v>
                </c:pt>
                <c:pt idx="76349">
                  <c:v>119.96</c:v>
                </c:pt>
                <c:pt idx="76350">
                  <c:v>84.99</c:v>
                </c:pt>
                <c:pt idx="76351">
                  <c:v>84.99</c:v>
                </c:pt>
                <c:pt idx="76352">
                  <c:v>84.99</c:v>
                </c:pt>
                <c:pt idx="76353">
                  <c:v>84.99</c:v>
                </c:pt>
                <c:pt idx="76354">
                  <c:v>116.97</c:v>
                </c:pt>
                <c:pt idx="76355">
                  <c:v>84.99</c:v>
                </c:pt>
                <c:pt idx="76356">
                  <c:v>169.98</c:v>
                </c:pt>
                <c:pt idx="76357">
                  <c:v>116.97</c:v>
                </c:pt>
                <c:pt idx="76358">
                  <c:v>84.99</c:v>
                </c:pt>
                <c:pt idx="76359">
                  <c:v>54.98</c:v>
                </c:pt>
                <c:pt idx="76360">
                  <c:v>113.26</c:v>
                </c:pt>
                <c:pt idx="76361">
                  <c:v>63.28</c:v>
                </c:pt>
                <c:pt idx="76362">
                  <c:v>54.28</c:v>
                </c:pt>
                <c:pt idx="76363">
                  <c:v>74.48</c:v>
                </c:pt>
                <c:pt idx="76364">
                  <c:v>65.98</c:v>
                </c:pt>
                <c:pt idx="76365">
                  <c:v>54.98</c:v>
                </c:pt>
                <c:pt idx="76366">
                  <c:v>74.48</c:v>
                </c:pt>
                <c:pt idx="76367">
                  <c:v>41.49</c:v>
                </c:pt>
                <c:pt idx="76368">
                  <c:v>41.49</c:v>
                </c:pt>
                <c:pt idx="76369">
                  <c:v>54.28</c:v>
                </c:pt>
                <c:pt idx="76370">
                  <c:v>41.49</c:v>
                </c:pt>
                <c:pt idx="76371">
                  <c:v>65.98</c:v>
                </c:pt>
                <c:pt idx="76372">
                  <c:v>74.48</c:v>
                </c:pt>
                <c:pt idx="76373">
                  <c:v>54.28</c:v>
                </c:pt>
                <c:pt idx="76374">
                  <c:v>130.26</c:v>
                </c:pt>
                <c:pt idx="76375">
                  <c:v>113.26</c:v>
                </c:pt>
                <c:pt idx="76376">
                  <c:v>130.26</c:v>
                </c:pt>
                <c:pt idx="76377">
                  <c:v>113.26</c:v>
                </c:pt>
                <c:pt idx="76378">
                  <c:v>130.26</c:v>
                </c:pt>
                <c:pt idx="76379">
                  <c:v>63.28</c:v>
                </c:pt>
                <c:pt idx="76380">
                  <c:v>65.98</c:v>
                </c:pt>
                <c:pt idx="76381">
                  <c:v>54.98</c:v>
                </c:pt>
                <c:pt idx="76382">
                  <c:v>63.28</c:v>
                </c:pt>
                <c:pt idx="76383">
                  <c:v>259.95999999999998</c:v>
                </c:pt>
                <c:pt idx="76384">
                  <c:v>41.28</c:v>
                </c:pt>
                <c:pt idx="76385">
                  <c:v>121.98</c:v>
                </c:pt>
                <c:pt idx="76386">
                  <c:v>374.94</c:v>
                </c:pt>
                <c:pt idx="76387">
                  <c:v>150.96</c:v>
                </c:pt>
                <c:pt idx="76388">
                  <c:v>149.94999999999999</c:v>
                </c:pt>
                <c:pt idx="76389">
                  <c:v>59.98</c:v>
                </c:pt>
                <c:pt idx="76390">
                  <c:v>149.94999999999999</c:v>
                </c:pt>
                <c:pt idx="76391">
                  <c:v>84.97</c:v>
                </c:pt>
                <c:pt idx="76392">
                  <c:v>149.94999999999999</c:v>
                </c:pt>
                <c:pt idx="76393">
                  <c:v>149.94999999999999</c:v>
                </c:pt>
                <c:pt idx="76394">
                  <c:v>149.94999999999999</c:v>
                </c:pt>
                <c:pt idx="76395">
                  <c:v>87.48</c:v>
                </c:pt>
                <c:pt idx="76396">
                  <c:v>183.27</c:v>
                </c:pt>
                <c:pt idx="76397">
                  <c:v>125.46</c:v>
                </c:pt>
                <c:pt idx="76398">
                  <c:v>169.59</c:v>
                </c:pt>
                <c:pt idx="76399">
                  <c:v>61.69</c:v>
                </c:pt>
                <c:pt idx="76400">
                  <c:v>124.94</c:v>
                </c:pt>
                <c:pt idx="76401">
                  <c:v>134.94</c:v>
                </c:pt>
                <c:pt idx="76402">
                  <c:v>149.93</c:v>
                </c:pt>
                <c:pt idx="76403">
                  <c:v>74.97</c:v>
                </c:pt>
                <c:pt idx="76404">
                  <c:v>154.93</c:v>
                </c:pt>
                <c:pt idx="76405">
                  <c:v>79.959999999999994</c:v>
                </c:pt>
                <c:pt idx="76406">
                  <c:v>67.849999999999994</c:v>
                </c:pt>
                <c:pt idx="76407">
                  <c:v>83.94</c:v>
                </c:pt>
                <c:pt idx="76408">
                  <c:v>254.97</c:v>
                </c:pt>
                <c:pt idx="76409">
                  <c:v>494.94</c:v>
                </c:pt>
                <c:pt idx="76410">
                  <c:v>64.3</c:v>
                </c:pt>
                <c:pt idx="76411">
                  <c:v>198.95</c:v>
                </c:pt>
                <c:pt idx="76412">
                  <c:v>205.94</c:v>
                </c:pt>
                <c:pt idx="76413">
                  <c:v>189.97</c:v>
                </c:pt>
                <c:pt idx="76414">
                  <c:v>206.95</c:v>
                </c:pt>
                <c:pt idx="76415">
                  <c:v>140.94999999999999</c:v>
                </c:pt>
                <c:pt idx="76416">
                  <c:v>99.98</c:v>
                </c:pt>
                <c:pt idx="76417">
                  <c:v>66.97</c:v>
                </c:pt>
                <c:pt idx="76418">
                  <c:v>53.92</c:v>
                </c:pt>
                <c:pt idx="76419">
                  <c:v>51.98</c:v>
                </c:pt>
                <c:pt idx="76420">
                  <c:v>102.95</c:v>
                </c:pt>
                <c:pt idx="76421">
                  <c:v>99.98</c:v>
                </c:pt>
                <c:pt idx="76422">
                  <c:v>48.88</c:v>
                </c:pt>
                <c:pt idx="76423">
                  <c:v>61.94</c:v>
                </c:pt>
                <c:pt idx="76424">
                  <c:v>90.97</c:v>
                </c:pt>
                <c:pt idx="76425">
                  <c:v>159.69999999999999</c:v>
                </c:pt>
                <c:pt idx="76426">
                  <c:v>159.69999999999999</c:v>
                </c:pt>
                <c:pt idx="76427">
                  <c:v>147.6</c:v>
                </c:pt>
                <c:pt idx="76428">
                  <c:v>154.9</c:v>
                </c:pt>
                <c:pt idx="76429">
                  <c:v>89.97</c:v>
                </c:pt>
                <c:pt idx="76430">
                  <c:v>119.96</c:v>
                </c:pt>
                <c:pt idx="76431">
                  <c:v>120.95</c:v>
                </c:pt>
                <c:pt idx="76432">
                  <c:v>78.97</c:v>
                </c:pt>
                <c:pt idx="76433">
                  <c:v>113.96</c:v>
                </c:pt>
                <c:pt idx="76434">
                  <c:v>98.97</c:v>
                </c:pt>
                <c:pt idx="76435">
                  <c:v>119.96</c:v>
                </c:pt>
                <c:pt idx="76436">
                  <c:v>89.97</c:v>
                </c:pt>
                <c:pt idx="76437">
                  <c:v>99.96</c:v>
                </c:pt>
                <c:pt idx="76438">
                  <c:v>127.95</c:v>
                </c:pt>
                <c:pt idx="76439">
                  <c:v>75.97</c:v>
                </c:pt>
                <c:pt idx="76440">
                  <c:v>100.97</c:v>
                </c:pt>
                <c:pt idx="76441">
                  <c:v>85.97</c:v>
                </c:pt>
                <c:pt idx="76442">
                  <c:v>159.97999999999999</c:v>
                </c:pt>
                <c:pt idx="76443">
                  <c:v>198.24</c:v>
                </c:pt>
                <c:pt idx="76444">
                  <c:v>79.98</c:v>
                </c:pt>
                <c:pt idx="76445">
                  <c:v>104.97</c:v>
                </c:pt>
                <c:pt idx="76446">
                  <c:v>79.849999999999994</c:v>
                </c:pt>
                <c:pt idx="76447">
                  <c:v>79.849999999999994</c:v>
                </c:pt>
                <c:pt idx="76448">
                  <c:v>122.19</c:v>
                </c:pt>
                <c:pt idx="76449">
                  <c:v>128.24</c:v>
                </c:pt>
                <c:pt idx="76450">
                  <c:v>79.849999999999994</c:v>
                </c:pt>
                <c:pt idx="76451">
                  <c:v>104.04</c:v>
                </c:pt>
                <c:pt idx="76452">
                  <c:v>79.849999999999994</c:v>
                </c:pt>
                <c:pt idx="76453">
                  <c:v>79.849999999999994</c:v>
                </c:pt>
                <c:pt idx="76454">
                  <c:v>79.849999999999994</c:v>
                </c:pt>
                <c:pt idx="76455">
                  <c:v>104.04</c:v>
                </c:pt>
                <c:pt idx="76456">
                  <c:v>79.849999999999994</c:v>
                </c:pt>
                <c:pt idx="76457">
                  <c:v>79.849999999999994</c:v>
                </c:pt>
                <c:pt idx="76458">
                  <c:v>43.54</c:v>
                </c:pt>
                <c:pt idx="76459">
                  <c:v>65.19</c:v>
                </c:pt>
                <c:pt idx="76460">
                  <c:v>84.99</c:v>
                </c:pt>
                <c:pt idx="76461">
                  <c:v>64.98</c:v>
                </c:pt>
                <c:pt idx="76462">
                  <c:v>52.26</c:v>
                </c:pt>
                <c:pt idx="76463">
                  <c:v>82.73</c:v>
                </c:pt>
                <c:pt idx="76464">
                  <c:v>84.99</c:v>
                </c:pt>
                <c:pt idx="76465">
                  <c:v>84.99</c:v>
                </c:pt>
                <c:pt idx="76466">
                  <c:v>84.99</c:v>
                </c:pt>
                <c:pt idx="76467">
                  <c:v>75.09</c:v>
                </c:pt>
                <c:pt idx="76468">
                  <c:v>103.98</c:v>
                </c:pt>
                <c:pt idx="76469">
                  <c:v>121.58</c:v>
                </c:pt>
                <c:pt idx="76470">
                  <c:v>174.96</c:v>
                </c:pt>
                <c:pt idx="76471">
                  <c:v>81.62</c:v>
                </c:pt>
                <c:pt idx="76472">
                  <c:v>88.03</c:v>
                </c:pt>
                <c:pt idx="76473">
                  <c:v>159.97999999999999</c:v>
                </c:pt>
                <c:pt idx="76474">
                  <c:v>159.97999999999999</c:v>
                </c:pt>
                <c:pt idx="76475">
                  <c:v>88.03</c:v>
                </c:pt>
                <c:pt idx="76476">
                  <c:v>60.99</c:v>
                </c:pt>
                <c:pt idx="76477">
                  <c:v>63.98</c:v>
                </c:pt>
                <c:pt idx="76478">
                  <c:v>97.98</c:v>
                </c:pt>
                <c:pt idx="76479">
                  <c:v>89.98</c:v>
                </c:pt>
                <c:pt idx="76480">
                  <c:v>60.99</c:v>
                </c:pt>
                <c:pt idx="76481">
                  <c:v>159.97999999999999</c:v>
                </c:pt>
                <c:pt idx="76482">
                  <c:v>159.97999999999999</c:v>
                </c:pt>
                <c:pt idx="76483">
                  <c:v>97.98</c:v>
                </c:pt>
                <c:pt idx="76484">
                  <c:v>63.98</c:v>
                </c:pt>
                <c:pt idx="76485">
                  <c:v>89.98</c:v>
                </c:pt>
                <c:pt idx="76486">
                  <c:v>159.97999999999999</c:v>
                </c:pt>
                <c:pt idx="76487">
                  <c:v>159.97999999999999</c:v>
                </c:pt>
                <c:pt idx="76488">
                  <c:v>159.97999999999999</c:v>
                </c:pt>
                <c:pt idx="76489">
                  <c:v>159.97999999999999</c:v>
                </c:pt>
                <c:pt idx="76490">
                  <c:v>12.49</c:v>
                </c:pt>
                <c:pt idx="76491">
                  <c:v>95.98</c:v>
                </c:pt>
                <c:pt idx="76492">
                  <c:v>54.88</c:v>
                </c:pt>
                <c:pt idx="76493">
                  <c:v>54.99</c:v>
                </c:pt>
                <c:pt idx="76494">
                  <c:v>35.200000000000003</c:v>
                </c:pt>
                <c:pt idx="76495">
                  <c:v>95.98</c:v>
                </c:pt>
                <c:pt idx="76496">
                  <c:v>53.48</c:v>
                </c:pt>
                <c:pt idx="76497">
                  <c:v>68.98</c:v>
                </c:pt>
                <c:pt idx="76498">
                  <c:v>60.98</c:v>
                </c:pt>
                <c:pt idx="76499">
                  <c:v>49.99</c:v>
                </c:pt>
                <c:pt idx="76500">
                  <c:v>60.98</c:v>
                </c:pt>
                <c:pt idx="76501">
                  <c:v>95.98</c:v>
                </c:pt>
                <c:pt idx="76502">
                  <c:v>95.98</c:v>
                </c:pt>
                <c:pt idx="76503">
                  <c:v>79.98</c:v>
                </c:pt>
                <c:pt idx="76504">
                  <c:v>49.99</c:v>
                </c:pt>
                <c:pt idx="76505">
                  <c:v>163.12</c:v>
                </c:pt>
                <c:pt idx="76506">
                  <c:v>197.97</c:v>
                </c:pt>
                <c:pt idx="76507">
                  <c:v>199.47</c:v>
                </c:pt>
                <c:pt idx="76508">
                  <c:v>65.989999999999995</c:v>
                </c:pt>
                <c:pt idx="76509">
                  <c:v>197.97</c:v>
                </c:pt>
                <c:pt idx="76510">
                  <c:v>226.26</c:v>
                </c:pt>
                <c:pt idx="76511">
                  <c:v>131.97999999999999</c:v>
                </c:pt>
                <c:pt idx="76512">
                  <c:v>152.97999999999999</c:v>
                </c:pt>
                <c:pt idx="76513">
                  <c:v>59.96</c:v>
                </c:pt>
                <c:pt idx="76514">
                  <c:v>139.96</c:v>
                </c:pt>
                <c:pt idx="76515">
                  <c:v>179.96</c:v>
                </c:pt>
                <c:pt idx="76516">
                  <c:v>64.98</c:v>
                </c:pt>
                <c:pt idx="76517">
                  <c:v>147.97</c:v>
                </c:pt>
                <c:pt idx="76518">
                  <c:v>121.98</c:v>
                </c:pt>
                <c:pt idx="76519">
                  <c:v>145.97</c:v>
                </c:pt>
                <c:pt idx="76520">
                  <c:v>86.18</c:v>
                </c:pt>
                <c:pt idx="76521">
                  <c:v>84.99</c:v>
                </c:pt>
                <c:pt idx="76522">
                  <c:v>84.99</c:v>
                </c:pt>
                <c:pt idx="76523">
                  <c:v>117.87</c:v>
                </c:pt>
                <c:pt idx="76524">
                  <c:v>139.97999999999999</c:v>
                </c:pt>
                <c:pt idx="76525">
                  <c:v>84.99</c:v>
                </c:pt>
                <c:pt idx="76526">
                  <c:v>48.99</c:v>
                </c:pt>
                <c:pt idx="76527">
                  <c:v>139.97999999999999</c:v>
                </c:pt>
                <c:pt idx="76528">
                  <c:v>42.99</c:v>
                </c:pt>
                <c:pt idx="76529">
                  <c:v>89.94</c:v>
                </c:pt>
                <c:pt idx="76530">
                  <c:v>104.34</c:v>
                </c:pt>
                <c:pt idx="76531">
                  <c:v>64.77</c:v>
                </c:pt>
                <c:pt idx="76532">
                  <c:v>64.77</c:v>
                </c:pt>
                <c:pt idx="76533">
                  <c:v>69.239999999999995</c:v>
                </c:pt>
                <c:pt idx="76534">
                  <c:v>64.77</c:v>
                </c:pt>
                <c:pt idx="76535">
                  <c:v>64.77</c:v>
                </c:pt>
                <c:pt idx="76536">
                  <c:v>49.46</c:v>
                </c:pt>
                <c:pt idx="76537">
                  <c:v>79.17</c:v>
                </c:pt>
                <c:pt idx="76538">
                  <c:v>104.34</c:v>
                </c:pt>
                <c:pt idx="76539">
                  <c:v>69.239999999999995</c:v>
                </c:pt>
                <c:pt idx="76540">
                  <c:v>104.34</c:v>
                </c:pt>
                <c:pt idx="76541">
                  <c:v>64.77</c:v>
                </c:pt>
                <c:pt idx="76542">
                  <c:v>92.59</c:v>
                </c:pt>
                <c:pt idx="76543">
                  <c:v>69.239999999999995</c:v>
                </c:pt>
                <c:pt idx="76544">
                  <c:v>83.14</c:v>
                </c:pt>
                <c:pt idx="76545">
                  <c:v>49.46</c:v>
                </c:pt>
                <c:pt idx="76546">
                  <c:v>49.46</c:v>
                </c:pt>
                <c:pt idx="76547">
                  <c:v>83.14</c:v>
                </c:pt>
                <c:pt idx="76548">
                  <c:v>56.98</c:v>
                </c:pt>
                <c:pt idx="76549">
                  <c:v>98.58</c:v>
                </c:pt>
                <c:pt idx="76550">
                  <c:v>89.94</c:v>
                </c:pt>
                <c:pt idx="76551">
                  <c:v>112.97</c:v>
                </c:pt>
                <c:pt idx="76552">
                  <c:v>49.46</c:v>
                </c:pt>
                <c:pt idx="76553">
                  <c:v>49.46</c:v>
                </c:pt>
                <c:pt idx="76554">
                  <c:v>97.5</c:v>
                </c:pt>
                <c:pt idx="76555">
                  <c:v>77.86</c:v>
                </c:pt>
                <c:pt idx="76556">
                  <c:v>104.34</c:v>
                </c:pt>
                <c:pt idx="76557">
                  <c:v>118.78</c:v>
                </c:pt>
                <c:pt idx="76558">
                  <c:v>56.96</c:v>
                </c:pt>
                <c:pt idx="76559">
                  <c:v>118.78</c:v>
                </c:pt>
                <c:pt idx="76560">
                  <c:v>65.989999999999995</c:v>
                </c:pt>
                <c:pt idx="76561">
                  <c:v>83.14</c:v>
                </c:pt>
                <c:pt idx="76562">
                  <c:v>56.96</c:v>
                </c:pt>
                <c:pt idx="76563">
                  <c:v>94.96</c:v>
                </c:pt>
                <c:pt idx="76564">
                  <c:v>42.99</c:v>
                </c:pt>
                <c:pt idx="76565">
                  <c:v>81.88</c:v>
                </c:pt>
                <c:pt idx="76566">
                  <c:v>69.239999999999995</c:v>
                </c:pt>
                <c:pt idx="76567">
                  <c:v>89.94</c:v>
                </c:pt>
                <c:pt idx="76568">
                  <c:v>89.94</c:v>
                </c:pt>
                <c:pt idx="76569">
                  <c:v>94.96</c:v>
                </c:pt>
                <c:pt idx="76570">
                  <c:v>92.59</c:v>
                </c:pt>
                <c:pt idx="76571">
                  <c:v>118.78</c:v>
                </c:pt>
                <c:pt idx="76572">
                  <c:v>94.96</c:v>
                </c:pt>
                <c:pt idx="76573">
                  <c:v>94.96</c:v>
                </c:pt>
                <c:pt idx="76574">
                  <c:v>112.97</c:v>
                </c:pt>
                <c:pt idx="76575">
                  <c:v>118.78</c:v>
                </c:pt>
                <c:pt idx="76576">
                  <c:v>89.94</c:v>
                </c:pt>
                <c:pt idx="76577">
                  <c:v>94.96</c:v>
                </c:pt>
                <c:pt idx="76578">
                  <c:v>112.97</c:v>
                </c:pt>
                <c:pt idx="76579">
                  <c:v>112.97</c:v>
                </c:pt>
                <c:pt idx="76580">
                  <c:v>56.98</c:v>
                </c:pt>
                <c:pt idx="76581">
                  <c:v>118.78</c:v>
                </c:pt>
                <c:pt idx="76582">
                  <c:v>56.96</c:v>
                </c:pt>
                <c:pt idx="76583">
                  <c:v>104.34</c:v>
                </c:pt>
                <c:pt idx="76584">
                  <c:v>79.17</c:v>
                </c:pt>
                <c:pt idx="76585">
                  <c:v>112.97</c:v>
                </c:pt>
                <c:pt idx="76586">
                  <c:v>56.98</c:v>
                </c:pt>
                <c:pt idx="76587">
                  <c:v>77.86</c:v>
                </c:pt>
                <c:pt idx="76588">
                  <c:v>42.99</c:v>
                </c:pt>
                <c:pt idx="76589">
                  <c:v>81.88</c:v>
                </c:pt>
                <c:pt idx="76590">
                  <c:v>79.17</c:v>
                </c:pt>
                <c:pt idx="76591">
                  <c:v>42.99</c:v>
                </c:pt>
                <c:pt idx="76592">
                  <c:v>92.59</c:v>
                </c:pt>
                <c:pt idx="76593">
                  <c:v>147.97</c:v>
                </c:pt>
                <c:pt idx="76594">
                  <c:v>81.88</c:v>
                </c:pt>
                <c:pt idx="76595">
                  <c:v>147.97</c:v>
                </c:pt>
                <c:pt idx="76596">
                  <c:v>147.97</c:v>
                </c:pt>
                <c:pt idx="76597">
                  <c:v>81.88</c:v>
                </c:pt>
                <c:pt idx="76598">
                  <c:v>56.96</c:v>
                </c:pt>
                <c:pt idx="76599">
                  <c:v>77.86</c:v>
                </c:pt>
                <c:pt idx="76600">
                  <c:v>97.5</c:v>
                </c:pt>
                <c:pt idx="76601">
                  <c:v>65.989999999999995</c:v>
                </c:pt>
                <c:pt idx="76602">
                  <c:v>77.33</c:v>
                </c:pt>
                <c:pt idx="76603">
                  <c:v>92.59</c:v>
                </c:pt>
                <c:pt idx="76604">
                  <c:v>77.33</c:v>
                </c:pt>
                <c:pt idx="76605">
                  <c:v>81.88</c:v>
                </c:pt>
                <c:pt idx="76606">
                  <c:v>42.99</c:v>
                </c:pt>
                <c:pt idx="76607">
                  <c:v>97.5</c:v>
                </c:pt>
                <c:pt idx="76608">
                  <c:v>77.33</c:v>
                </c:pt>
                <c:pt idx="76609">
                  <c:v>92.59</c:v>
                </c:pt>
                <c:pt idx="76610">
                  <c:v>77.33</c:v>
                </c:pt>
                <c:pt idx="76611">
                  <c:v>98.58</c:v>
                </c:pt>
                <c:pt idx="76612">
                  <c:v>77.33</c:v>
                </c:pt>
                <c:pt idx="76613">
                  <c:v>65.989999999999995</c:v>
                </c:pt>
                <c:pt idx="76614">
                  <c:v>98.58</c:v>
                </c:pt>
                <c:pt idx="76615">
                  <c:v>65.989999999999995</c:v>
                </c:pt>
                <c:pt idx="76616">
                  <c:v>97.5</c:v>
                </c:pt>
                <c:pt idx="76617">
                  <c:v>79.17</c:v>
                </c:pt>
                <c:pt idx="76618">
                  <c:v>69.239999999999995</c:v>
                </c:pt>
                <c:pt idx="76619">
                  <c:v>56.98</c:v>
                </c:pt>
                <c:pt idx="76620">
                  <c:v>56.98</c:v>
                </c:pt>
                <c:pt idx="76621">
                  <c:v>65.989999999999995</c:v>
                </c:pt>
                <c:pt idx="76622">
                  <c:v>77.86</c:v>
                </c:pt>
                <c:pt idx="76623">
                  <c:v>79.17</c:v>
                </c:pt>
                <c:pt idx="76624">
                  <c:v>56.96</c:v>
                </c:pt>
                <c:pt idx="76625">
                  <c:v>83.14</c:v>
                </c:pt>
                <c:pt idx="76626">
                  <c:v>147.97</c:v>
                </c:pt>
                <c:pt idx="76627">
                  <c:v>83.14</c:v>
                </c:pt>
                <c:pt idx="76628">
                  <c:v>98.58</c:v>
                </c:pt>
                <c:pt idx="76629">
                  <c:v>147.97</c:v>
                </c:pt>
                <c:pt idx="76630">
                  <c:v>97.5</c:v>
                </c:pt>
                <c:pt idx="76631">
                  <c:v>98.58</c:v>
                </c:pt>
                <c:pt idx="76632">
                  <c:v>77.86</c:v>
                </c:pt>
                <c:pt idx="76633">
                  <c:v>126.95</c:v>
                </c:pt>
                <c:pt idx="76634">
                  <c:v>82.22</c:v>
                </c:pt>
                <c:pt idx="76635">
                  <c:v>78.59</c:v>
                </c:pt>
                <c:pt idx="76636">
                  <c:v>69.89</c:v>
                </c:pt>
                <c:pt idx="76637">
                  <c:v>63.86</c:v>
                </c:pt>
                <c:pt idx="76638">
                  <c:v>51.29</c:v>
                </c:pt>
                <c:pt idx="76639">
                  <c:v>84.99</c:v>
                </c:pt>
                <c:pt idx="76640">
                  <c:v>83.48</c:v>
                </c:pt>
                <c:pt idx="76641">
                  <c:v>62.64</c:v>
                </c:pt>
                <c:pt idx="76642">
                  <c:v>84.99</c:v>
                </c:pt>
                <c:pt idx="76643">
                  <c:v>86.98</c:v>
                </c:pt>
                <c:pt idx="76644">
                  <c:v>236.92</c:v>
                </c:pt>
                <c:pt idx="76645">
                  <c:v>83.97</c:v>
                </c:pt>
                <c:pt idx="76646">
                  <c:v>203.93</c:v>
                </c:pt>
                <c:pt idx="76647">
                  <c:v>119.95</c:v>
                </c:pt>
                <c:pt idx="76648">
                  <c:v>182.94</c:v>
                </c:pt>
                <c:pt idx="76649">
                  <c:v>63.98</c:v>
                </c:pt>
                <c:pt idx="76650">
                  <c:v>79.430000000000007</c:v>
                </c:pt>
                <c:pt idx="76651">
                  <c:v>65.98</c:v>
                </c:pt>
                <c:pt idx="76652">
                  <c:v>128.72</c:v>
                </c:pt>
                <c:pt idx="76653">
                  <c:v>69.97</c:v>
                </c:pt>
                <c:pt idx="76654">
                  <c:v>133.96</c:v>
                </c:pt>
                <c:pt idx="76655">
                  <c:v>104.94</c:v>
                </c:pt>
                <c:pt idx="76656">
                  <c:v>108.97</c:v>
                </c:pt>
                <c:pt idx="76657">
                  <c:v>109.96</c:v>
                </c:pt>
                <c:pt idx="76658">
                  <c:v>86.96</c:v>
                </c:pt>
                <c:pt idx="76659">
                  <c:v>131.97999999999999</c:v>
                </c:pt>
                <c:pt idx="76660">
                  <c:v>131.97999999999999</c:v>
                </c:pt>
                <c:pt idx="76661">
                  <c:v>120.98</c:v>
                </c:pt>
                <c:pt idx="76662">
                  <c:v>131.97999999999999</c:v>
                </c:pt>
                <c:pt idx="76663">
                  <c:v>121.98</c:v>
                </c:pt>
                <c:pt idx="76664">
                  <c:v>131.97999999999999</c:v>
                </c:pt>
                <c:pt idx="76665">
                  <c:v>134.97999999999999</c:v>
                </c:pt>
                <c:pt idx="76666">
                  <c:v>172.16</c:v>
                </c:pt>
                <c:pt idx="76667">
                  <c:v>238.95</c:v>
                </c:pt>
                <c:pt idx="76668">
                  <c:v>60.99</c:v>
                </c:pt>
                <c:pt idx="76669">
                  <c:v>85.97</c:v>
                </c:pt>
                <c:pt idx="76670">
                  <c:v>75.98</c:v>
                </c:pt>
                <c:pt idx="76671">
                  <c:v>90.97</c:v>
                </c:pt>
                <c:pt idx="76672">
                  <c:v>75.98</c:v>
                </c:pt>
                <c:pt idx="76673">
                  <c:v>75.98</c:v>
                </c:pt>
                <c:pt idx="76674">
                  <c:v>114.89</c:v>
                </c:pt>
                <c:pt idx="76675">
                  <c:v>114.89</c:v>
                </c:pt>
                <c:pt idx="76676">
                  <c:v>137.87</c:v>
                </c:pt>
                <c:pt idx="76677">
                  <c:v>91.91</c:v>
                </c:pt>
                <c:pt idx="76678">
                  <c:v>65.319999999999993</c:v>
                </c:pt>
                <c:pt idx="76679">
                  <c:v>137.87</c:v>
                </c:pt>
                <c:pt idx="76680">
                  <c:v>108.88</c:v>
                </c:pt>
                <c:pt idx="76681">
                  <c:v>65.989999999999995</c:v>
                </c:pt>
                <c:pt idx="76682">
                  <c:v>198.39</c:v>
                </c:pt>
                <c:pt idx="76683">
                  <c:v>79.849999999999994</c:v>
                </c:pt>
                <c:pt idx="76684">
                  <c:v>56.85</c:v>
                </c:pt>
                <c:pt idx="76685">
                  <c:v>77.39</c:v>
                </c:pt>
                <c:pt idx="76686">
                  <c:v>79.849999999999994</c:v>
                </c:pt>
                <c:pt idx="76687">
                  <c:v>79.849999999999994</c:v>
                </c:pt>
                <c:pt idx="76688">
                  <c:v>118.54</c:v>
                </c:pt>
                <c:pt idx="76689">
                  <c:v>79.849999999999994</c:v>
                </c:pt>
                <c:pt idx="76690">
                  <c:v>79.849999999999994</c:v>
                </c:pt>
                <c:pt idx="76691">
                  <c:v>75.87</c:v>
                </c:pt>
                <c:pt idx="76692">
                  <c:v>71.86</c:v>
                </c:pt>
                <c:pt idx="76693">
                  <c:v>239.94</c:v>
                </c:pt>
                <c:pt idx="76694">
                  <c:v>279.93</c:v>
                </c:pt>
                <c:pt idx="76695">
                  <c:v>65.97</c:v>
                </c:pt>
                <c:pt idx="76696">
                  <c:v>-101.88</c:v>
                </c:pt>
                <c:pt idx="76697">
                  <c:v>65.989999999999995</c:v>
                </c:pt>
                <c:pt idx="76698">
                  <c:v>49.99</c:v>
                </c:pt>
                <c:pt idx="76699">
                  <c:v>101.88</c:v>
                </c:pt>
                <c:pt idx="76700">
                  <c:v>102.96</c:v>
                </c:pt>
                <c:pt idx="76701">
                  <c:v>68.98</c:v>
                </c:pt>
                <c:pt idx="76702">
                  <c:v>56.98</c:v>
                </c:pt>
                <c:pt idx="76703">
                  <c:v>91.04</c:v>
                </c:pt>
                <c:pt idx="76704">
                  <c:v>69.98</c:v>
                </c:pt>
                <c:pt idx="76705">
                  <c:v>79.38</c:v>
                </c:pt>
                <c:pt idx="76706">
                  <c:v>83.98</c:v>
                </c:pt>
                <c:pt idx="76707">
                  <c:v>149.94999999999999</c:v>
                </c:pt>
                <c:pt idx="76708">
                  <c:v>119.96</c:v>
                </c:pt>
                <c:pt idx="76709">
                  <c:v>89.97</c:v>
                </c:pt>
                <c:pt idx="76710">
                  <c:v>134.96</c:v>
                </c:pt>
                <c:pt idx="76711">
                  <c:v>149.94999999999999</c:v>
                </c:pt>
                <c:pt idx="76712">
                  <c:v>119.96</c:v>
                </c:pt>
                <c:pt idx="76713">
                  <c:v>119.96</c:v>
                </c:pt>
                <c:pt idx="76714">
                  <c:v>79.989999999999995</c:v>
                </c:pt>
                <c:pt idx="76715">
                  <c:v>12.49</c:v>
                </c:pt>
                <c:pt idx="76716">
                  <c:v>29.48</c:v>
                </c:pt>
                <c:pt idx="76717">
                  <c:v>79.989999999999995</c:v>
                </c:pt>
                <c:pt idx="76718">
                  <c:v>79.989999999999995</c:v>
                </c:pt>
                <c:pt idx="76719">
                  <c:v>79.989999999999995</c:v>
                </c:pt>
                <c:pt idx="76720">
                  <c:v>79.989999999999995</c:v>
                </c:pt>
                <c:pt idx="76721">
                  <c:v>79.989999999999995</c:v>
                </c:pt>
                <c:pt idx="76722">
                  <c:v>79.989999999999995</c:v>
                </c:pt>
                <c:pt idx="76723">
                  <c:v>129.97999999999999</c:v>
                </c:pt>
                <c:pt idx="76724">
                  <c:v>79.87</c:v>
                </c:pt>
                <c:pt idx="76725">
                  <c:v>195.93</c:v>
                </c:pt>
                <c:pt idx="76726">
                  <c:v>93.98</c:v>
                </c:pt>
                <c:pt idx="76727">
                  <c:v>187.94</c:v>
                </c:pt>
                <c:pt idx="76728">
                  <c:v>222.24</c:v>
                </c:pt>
                <c:pt idx="76729">
                  <c:v>262.92</c:v>
                </c:pt>
                <c:pt idx="76730">
                  <c:v>49.96</c:v>
                </c:pt>
                <c:pt idx="76731">
                  <c:v>144.51</c:v>
                </c:pt>
                <c:pt idx="76732">
                  <c:v>256.47000000000003</c:v>
                </c:pt>
                <c:pt idx="76733">
                  <c:v>55.98</c:v>
                </c:pt>
                <c:pt idx="76734">
                  <c:v>100.98</c:v>
                </c:pt>
                <c:pt idx="76735">
                  <c:v>105.97</c:v>
                </c:pt>
                <c:pt idx="76736">
                  <c:v>107.22</c:v>
                </c:pt>
                <c:pt idx="76737">
                  <c:v>84.99</c:v>
                </c:pt>
                <c:pt idx="76738">
                  <c:v>47.96</c:v>
                </c:pt>
                <c:pt idx="76739">
                  <c:v>62.22</c:v>
                </c:pt>
                <c:pt idx="76740">
                  <c:v>31.49</c:v>
                </c:pt>
                <c:pt idx="76741">
                  <c:v>127.19</c:v>
                </c:pt>
                <c:pt idx="76742">
                  <c:v>100.98</c:v>
                </c:pt>
                <c:pt idx="76743">
                  <c:v>51.49</c:v>
                </c:pt>
                <c:pt idx="76744">
                  <c:v>55.98</c:v>
                </c:pt>
                <c:pt idx="76745">
                  <c:v>168.23</c:v>
                </c:pt>
                <c:pt idx="76746">
                  <c:v>156.33000000000001</c:v>
                </c:pt>
                <c:pt idx="76747">
                  <c:v>165.53</c:v>
                </c:pt>
                <c:pt idx="76748">
                  <c:v>124.15</c:v>
                </c:pt>
                <c:pt idx="76749">
                  <c:v>131.04</c:v>
                </c:pt>
                <c:pt idx="76750">
                  <c:v>165.53</c:v>
                </c:pt>
                <c:pt idx="76751">
                  <c:v>142.15</c:v>
                </c:pt>
                <c:pt idx="76752">
                  <c:v>109.98</c:v>
                </c:pt>
                <c:pt idx="76753">
                  <c:v>89.98</c:v>
                </c:pt>
                <c:pt idx="76754">
                  <c:v>65.989999999999995</c:v>
                </c:pt>
                <c:pt idx="76755">
                  <c:v>94.77</c:v>
                </c:pt>
                <c:pt idx="76756">
                  <c:v>84.99</c:v>
                </c:pt>
                <c:pt idx="76757">
                  <c:v>84.99</c:v>
                </c:pt>
                <c:pt idx="76758">
                  <c:v>69.98</c:v>
                </c:pt>
                <c:pt idx="76759">
                  <c:v>84.99</c:v>
                </c:pt>
                <c:pt idx="76760">
                  <c:v>84.99</c:v>
                </c:pt>
                <c:pt idx="76761">
                  <c:v>89.07</c:v>
                </c:pt>
                <c:pt idx="76762">
                  <c:v>59.08</c:v>
                </c:pt>
                <c:pt idx="76763">
                  <c:v>74.97</c:v>
                </c:pt>
                <c:pt idx="76764">
                  <c:v>89.97</c:v>
                </c:pt>
                <c:pt idx="76765">
                  <c:v>49.83</c:v>
                </c:pt>
                <c:pt idx="76766">
                  <c:v>54.98</c:v>
                </c:pt>
                <c:pt idx="76767">
                  <c:v>87.27</c:v>
                </c:pt>
                <c:pt idx="76768">
                  <c:v>89.22</c:v>
                </c:pt>
                <c:pt idx="76769">
                  <c:v>89.37</c:v>
                </c:pt>
                <c:pt idx="76770">
                  <c:v>89.97</c:v>
                </c:pt>
                <c:pt idx="76771">
                  <c:v>59.98</c:v>
                </c:pt>
                <c:pt idx="76772">
                  <c:v>54.98</c:v>
                </c:pt>
                <c:pt idx="76773">
                  <c:v>89.97</c:v>
                </c:pt>
                <c:pt idx="76774">
                  <c:v>54.98</c:v>
                </c:pt>
                <c:pt idx="76775">
                  <c:v>59.98</c:v>
                </c:pt>
                <c:pt idx="76776">
                  <c:v>53.98</c:v>
                </c:pt>
                <c:pt idx="76777">
                  <c:v>59.98</c:v>
                </c:pt>
                <c:pt idx="76778">
                  <c:v>119.96</c:v>
                </c:pt>
                <c:pt idx="76779">
                  <c:v>59.98</c:v>
                </c:pt>
                <c:pt idx="76780">
                  <c:v>59.98</c:v>
                </c:pt>
                <c:pt idx="76781">
                  <c:v>59.98</c:v>
                </c:pt>
                <c:pt idx="76782">
                  <c:v>59.98</c:v>
                </c:pt>
                <c:pt idx="76783">
                  <c:v>59.98</c:v>
                </c:pt>
                <c:pt idx="76784">
                  <c:v>65.989999999999995</c:v>
                </c:pt>
                <c:pt idx="76785">
                  <c:v>99.98</c:v>
                </c:pt>
                <c:pt idx="76786">
                  <c:v>65.989999999999995</c:v>
                </c:pt>
                <c:pt idx="76787">
                  <c:v>65.989999999999995</c:v>
                </c:pt>
                <c:pt idx="76788">
                  <c:v>65.989999999999995</c:v>
                </c:pt>
                <c:pt idx="76789">
                  <c:v>59.39</c:v>
                </c:pt>
                <c:pt idx="76790">
                  <c:v>84.99</c:v>
                </c:pt>
                <c:pt idx="76791">
                  <c:v>84.99</c:v>
                </c:pt>
                <c:pt idx="76792">
                  <c:v>84.99</c:v>
                </c:pt>
                <c:pt idx="76793">
                  <c:v>89.98</c:v>
                </c:pt>
                <c:pt idx="76794">
                  <c:v>121.98</c:v>
                </c:pt>
                <c:pt idx="76795">
                  <c:v>76.67</c:v>
                </c:pt>
                <c:pt idx="76796">
                  <c:v>59.37</c:v>
                </c:pt>
                <c:pt idx="76797">
                  <c:v>117.01</c:v>
                </c:pt>
                <c:pt idx="76798">
                  <c:v>111.56</c:v>
                </c:pt>
                <c:pt idx="76799">
                  <c:v>65.989999999999995</c:v>
                </c:pt>
                <c:pt idx="76800">
                  <c:v>65.989999999999995</c:v>
                </c:pt>
                <c:pt idx="76801">
                  <c:v>119.55</c:v>
                </c:pt>
                <c:pt idx="76802">
                  <c:v>74.849999999999994</c:v>
                </c:pt>
                <c:pt idx="76803">
                  <c:v>54.98</c:v>
                </c:pt>
                <c:pt idx="76804">
                  <c:v>54.98</c:v>
                </c:pt>
                <c:pt idx="76805">
                  <c:v>79.08</c:v>
                </c:pt>
                <c:pt idx="76806">
                  <c:v>57.4</c:v>
                </c:pt>
                <c:pt idx="76807">
                  <c:v>54.98</c:v>
                </c:pt>
                <c:pt idx="76808">
                  <c:v>133.93</c:v>
                </c:pt>
                <c:pt idx="76809">
                  <c:v>107.94</c:v>
                </c:pt>
                <c:pt idx="76810">
                  <c:v>107.94</c:v>
                </c:pt>
                <c:pt idx="76811">
                  <c:v>159.91999999999999</c:v>
                </c:pt>
                <c:pt idx="76812">
                  <c:v>107.94</c:v>
                </c:pt>
                <c:pt idx="76813">
                  <c:v>107.94</c:v>
                </c:pt>
                <c:pt idx="76814">
                  <c:v>107.94</c:v>
                </c:pt>
                <c:pt idx="76815">
                  <c:v>98.52</c:v>
                </c:pt>
                <c:pt idx="76816">
                  <c:v>107.94</c:v>
                </c:pt>
                <c:pt idx="76817">
                  <c:v>62.98</c:v>
                </c:pt>
                <c:pt idx="76818">
                  <c:v>15.49</c:v>
                </c:pt>
                <c:pt idx="76819">
                  <c:v>81.34</c:v>
                </c:pt>
                <c:pt idx="76820">
                  <c:v>84.99</c:v>
                </c:pt>
                <c:pt idx="76821">
                  <c:v>189.34</c:v>
                </c:pt>
                <c:pt idx="76822">
                  <c:v>99.87</c:v>
                </c:pt>
                <c:pt idx="76823">
                  <c:v>199.95</c:v>
                </c:pt>
                <c:pt idx="76824">
                  <c:v>104.97</c:v>
                </c:pt>
                <c:pt idx="76825">
                  <c:v>63.98</c:v>
                </c:pt>
                <c:pt idx="76826">
                  <c:v>84.99</c:v>
                </c:pt>
                <c:pt idx="76827">
                  <c:v>84.99</c:v>
                </c:pt>
                <c:pt idx="76828">
                  <c:v>84.99</c:v>
                </c:pt>
                <c:pt idx="76829">
                  <c:v>169.98</c:v>
                </c:pt>
                <c:pt idx="76830">
                  <c:v>169.98</c:v>
                </c:pt>
                <c:pt idx="76831">
                  <c:v>68.989999999999995</c:v>
                </c:pt>
                <c:pt idx="76832">
                  <c:v>163.85</c:v>
                </c:pt>
                <c:pt idx="76833">
                  <c:v>68.989999999999995</c:v>
                </c:pt>
                <c:pt idx="76834">
                  <c:v>134.97</c:v>
                </c:pt>
                <c:pt idx="76835">
                  <c:v>-84.99</c:v>
                </c:pt>
                <c:pt idx="76836">
                  <c:v>84.99</c:v>
                </c:pt>
                <c:pt idx="76837">
                  <c:v>299.89999999999998</c:v>
                </c:pt>
                <c:pt idx="76838">
                  <c:v>209.93</c:v>
                </c:pt>
                <c:pt idx="76839">
                  <c:v>293.89</c:v>
                </c:pt>
                <c:pt idx="76840">
                  <c:v>227.92</c:v>
                </c:pt>
                <c:pt idx="76841">
                  <c:v>145.97</c:v>
                </c:pt>
                <c:pt idx="76842">
                  <c:v>69.489999999999995</c:v>
                </c:pt>
                <c:pt idx="76843">
                  <c:v>149.44999999999999</c:v>
                </c:pt>
                <c:pt idx="76844">
                  <c:v>70.48</c:v>
                </c:pt>
                <c:pt idx="76845">
                  <c:v>31.09</c:v>
                </c:pt>
                <c:pt idx="76846">
                  <c:v>85.49</c:v>
                </c:pt>
                <c:pt idx="76847">
                  <c:v>169.98</c:v>
                </c:pt>
                <c:pt idx="76848">
                  <c:v>25.93</c:v>
                </c:pt>
                <c:pt idx="76849">
                  <c:v>193.96</c:v>
                </c:pt>
                <c:pt idx="76850">
                  <c:v>166.35</c:v>
                </c:pt>
                <c:pt idx="76851">
                  <c:v>395.94</c:v>
                </c:pt>
                <c:pt idx="76852">
                  <c:v>455.91</c:v>
                </c:pt>
                <c:pt idx="76853">
                  <c:v>46.72</c:v>
                </c:pt>
                <c:pt idx="76854">
                  <c:v>99.98</c:v>
                </c:pt>
                <c:pt idx="76855">
                  <c:v>99.98</c:v>
                </c:pt>
                <c:pt idx="76856">
                  <c:v>138.97</c:v>
                </c:pt>
                <c:pt idx="76857">
                  <c:v>94.98</c:v>
                </c:pt>
                <c:pt idx="76858">
                  <c:v>99.98</c:v>
                </c:pt>
                <c:pt idx="76859">
                  <c:v>106.97</c:v>
                </c:pt>
                <c:pt idx="76860">
                  <c:v>138.84</c:v>
                </c:pt>
                <c:pt idx="76861">
                  <c:v>62.97</c:v>
                </c:pt>
                <c:pt idx="76862">
                  <c:v>113.94</c:v>
                </c:pt>
                <c:pt idx="76863">
                  <c:v>94.95</c:v>
                </c:pt>
                <c:pt idx="76864">
                  <c:v>94.95</c:v>
                </c:pt>
                <c:pt idx="76865">
                  <c:v>75.959999999999994</c:v>
                </c:pt>
                <c:pt idx="76866">
                  <c:v>94.95</c:v>
                </c:pt>
                <c:pt idx="76867">
                  <c:v>127.15</c:v>
                </c:pt>
                <c:pt idx="76868">
                  <c:v>79.84</c:v>
                </c:pt>
                <c:pt idx="76869">
                  <c:v>115.16</c:v>
                </c:pt>
                <c:pt idx="76870">
                  <c:v>61.69</c:v>
                </c:pt>
                <c:pt idx="76871">
                  <c:v>94.65</c:v>
                </c:pt>
                <c:pt idx="76872">
                  <c:v>142.72</c:v>
                </c:pt>
                <c:pt idx="76873">
                  <c:v>103.8</c:v>
                </c:pt>
                <c:pt idx="76874">
                  <c:v>88.95</c:v>
                </c:pt>
                <c:pt idx="76875">
                  <c:v>147.57</c:v>
                </c:pt>
                <c:pt idx="76876">
                  <c:v>57.6</c:v>
                </c:pt>
                <c:pt idx="76877">
                  <c:v>99.97</c:v>
                </c:pt>
                <c:pt idx="76878">
                  <c:v>53.97</c:v>
                </c:pt>
                <c:pt idx="76879">
                  <c:v>99.98</c:v>
                </c:pt>
                <c:pt idx="76880">
                  <c:v>65.989999999999995</c:v>
                </c:pt>
                <c:pt idx="76881">
                  <c:v>99.98</c:v>
                </c:pt>
                <c:pt idx="76882">
                  <c:v>23.48</c:v>
                </c:pt>
                <c:pt idx="76883">
                  <c:v>55.95</c:v>
                </c:pt>
                <c:pt idx="76884">
                  <c:v>64.83</c:v>
                </c:pt>
                <c:pt idx="76885">
                  <c:v>59.39</c:v>
                </c:pt>
                <c:pt idx="76886">
                  <c:v>113.99</c:v>
                </c:pt>
                <c:pt idx="76887">
                  <c:v>50.95</c:v>
                </c:pt>
                <c:pt idx="76888">
                  <c:v>65.989999999999995</c:v>
                </c:pt>
                <c:pt idx="76889">
                  <c:v>124.47</c:v>
                </c:pt>
                <c:pt idx="76890">
                  <c:v>65.989999999999995</c:v>
                </c:pt>
                <c:pt idx="76891">
                  <c:v>65.989999999999995</c:v>
                </c:pt>
                <c:pt idx="76892">
                  <c:v>63.97</c:v>
                </c:pt>
                <c:pt idx="76893">
                  <c:v>28.98</c:v>
                </c:pt>
                <c:pt idx="76894">
                  <c:v>65.989999999999995</c:v>
                </c:pt>
                <c:pt idx="76895">
                  <c:v>65.989999999999995</c:v>
                </c:pt>
                <c:pt idx="76896">
                  <c:v>65.989999999999995</c:v>
                </c:pt>
                <c:pt idx="76897">
                  <c:v>65.989999999999995</c:v>
                </c:pt>
                <c:pt idx="76898">
                  <c:v>65.989999999999995</c:v>
                </c:pt>
                <c:pt idx="76899">
                  <c:v>59.99</c:v>
                </c:pt>
                <c:pt idx="76900">
                  <c:v>203.19</c:v>
                </c:pt>
                <c:pt idx="76901">
                  <c:v>128.96</c:v>
                </c:pt>
                <c:pt idx="76902">
                  <c:v>151.96</c:v>
                </c:pt>
                <c:pt idx="76903">
                  <c:v>197.97</c:v>
                </c:pt>
                <c:pt idx="76904">
                  <c:v>54.99</c:v>
                </c:pt>
                <c:pt idx="76905">
                  <c:v>102.97</c:v>
                </c:pt>
                <c:pt idx="76906">
                  <c:v>83.97</c:v>
                </c:pt>
                <c:pt idx="76907">
                  <c:v>93.43</c:v>
                </c:pt>
                <c:pt idx="76908">
                  <c:v>54.44</c:v>
                </c:pt>
                <c:pt idx="76909">
                  <c:v>93.98</c:v>
                </c:pt>
                <c:pt idx="76910">
                  <c:v>102.03</c:v>
                </c:pt>
                <c:pt idx="76911">
                  <c:v>93.98</c:v>
                </c:pt>
                <c:pt idx="76912">
                  <c:v>84.99</c:v>
                </c:pt>
                <c:pt idx="76913">
                  <c:v>78.040000000000006</c:v>
                </c:pt>
                <c:pt idx="76914">
                  <c:v>84.99</c:v>
                </c:pt>
                <c:pt idx="76915">
                  <c:v>99.98</c:v>
                </c:pt>
                <c:pt idx="76916">
                  <c:v>84.99</c:v>
                </c:pt>
                <c:pt idx="76917">
                  <c:v>84.99</c:v>
                </c:pt>
                <c:pt idx="76918">
                  <c:v>84.99</c:v>
                </c:pt>
                <c:pt idx="76919">
                  <c:v>84.99</c:v>
                </c:pt>
                <c:pt idx="76920">
                  <c:v>84.99</c:v>
                </c:pt>
                <c:pt idx="76921">
                  <c:v>84.99</c:v>
                </c:pt>
                <c:pt idx="76922">
                  <c:v>84.99</c:v>
                </c:pt>
                <c:pt idx="76923">
                  <c:v>84.99</c:v>
                </c:pt>
                <c:pt idx="76924">
                  <c:v>62.97</c:v>
                </c:pt>
                <c:pt idx="76925">
                  <c:v>110.98</c:v>
                </c:pt>
                <c:pt idx="76926">
                  <c:v>58.98</c:v>
                </c:pt>
                <c:pt idx="76927">
                  <c:v>70.98</c:v>
                </c:pt>
                <c:pt idx="76928">
                  <c:v>40.479999999999997</c:v>
                </c:pt>
                <c:pt idx="76929">
                  <c:v>65.989999999999995</c:v>
                </c:pt>
                <c:pt idx="76930">
                  <c:v>67.97</c:v>
                </c:pt>
                <c:pt idx="76931">
                  <c:v>57.97</c:v>
                </c:pt>
                <c:pt idx="76932">
                  <c:v>78.75</c:v>
                </c:pt>
                <c:pt idx="76933">
                  <c:v>58.98</c:v>
                </c:pt>
                <c:pt idx="76934">
                  <c:v>65.989999999999995</c:v>
                </c:pt>
                <c:pt idx="76935">
                  <c:v>71.98</c:v>
                </c:pt>
                <c:pt idx="76936">
                  <c:v>62.97</c:v>
                </c:pt>
                <c:pt idx="76937">
                  <c:v>86.98</c:v>
                </c:pt>
                <c:pt idx="76938">
                  <c:v>90.97</c:v>
                </c:pt>
                <c:pt idx="76939">
                  <c:v>126.28</c:v>
                </c:pt>
                <c:pt idx="76940">
                  <c:v>129.97</c:v>
                </c:pt>
                <c:pt idx="76941">
                  <c:v>73.650000000000006</c:v>
                </c:pt>
                <c:pt idx="76942">
                  <c:v>79.849999999999994</c:v>
                </c:pt>
                <c:pt idx="76943">
                  <c:v>79.849999999999994</c:v>
                </c:pt>
                <c:pt idx="76944">
                  <c:v>79.849999999999994</c:v>
                </c:pt>
                <c:pt idx="76945">
                  <c:v>75.06</c:v>
                </c:pt>
                <c:pt idx="76946">
                  <c:v>79.05</c:v>
                </c:pt>
                <c:pt idx="76947">
                  <c:v>79.849999999999994</c:v>
                </c:pt>
                <c:pt idx="76948">
                  <c:v>79.849999999999994</c:v>
                </c:pt>
                <c:pt idx="76949">
                  <c:v>79.849999999999994</c:v>
                </c:pt>
                <c:pt idx="76950">
                  <c:v>79.849999999999994</c:v>
                </c:pt>
                <c:pt idx="76951">
                  <c:v>79.849999999999994</c:v>
                </c:pt>
                <c:pt idx="76952">
                  <c:v>114.91</c:v>
                </c:pt>
                <c:pt idx="76953">
                  <c:v>79.849999999999994</c:v>
                </c:pt>
                <c:pt idx="76954">
                  <c:v>56.85</c:v>
                </c:pt>
                <c:pt idx="76955">
                  <c:v>134.97999999999999</c:v>
                </c:pt>
                <c:pt idx="76956">
                  <c:v>134.97999999999999</c:v>
                </c:pt>
                <c:pt idx="76957">
                  <c:v>216.72</c:v>
                </c:pt>
                <c:pt idx="76958">
                  <c:v>216.72</c:v>
                </c:pt>
                <c:pt idx="76959">
                  <c:v>87.98</c:v>
                </c:pt>
                <c:pt idx="76960">
                  <c:v>229.97</c:v>
                </c:pt>
                <c:pt idx="76961">
                  <c:v>339.96</c:v>
                </c:pt>
                <c:pt idx="76962">
                  <c:v>229.97</c:v>
                </c:pt>
                <c:pt idx="76963">
                  <c:v>87.98</c:v>
                </c:pt>
                <c:pt idx="76964">
                  <c:v>339.96</c:v>
                </c:pt>
                <c:pt idx="76965">
                  <c:v>59.98</c:v>
                </c:pt>
                <c:pt idx="76966">
                  <c:v>59.98</c:v>
                </c:pt>
                <c:pt idx="76967">
                  <c:v>59.98</c:v>
                </c:pt>
                <c:pt idx="76968">
                  <c:v>59.98</c:v>
                </c:pt>
                <c:pt idx="76969">
                  <c:v>58.18</c:v>
                </c:pt>
                <c:pt idx="76970">
                  <c:v>59.98</c:v>
                </c:pt>
                <c:pt idx="76971">
                  <c:v>53.38</c:v>
                </c:pt>
                <c:pt idx="76972">
                  <c:v>59.98</c:v>
                </c:pt>
                <c:pt idx="76973">
                  <c:v>59.98</c:v>
                </c:pt>
                <c:pt idx="76974">
                  <c:v>74.97</c:v>
                </c:pt>
                <c:pt idx="76975">
                  <c:v>59.98</c:v>
                </c:pt>
                <c:pt idx="76976">
                  <c:v>59.98</c:v>
                </c:pt>
                <c:pt idx="76977">
                  <c:v>59.98</c:v>
                </c:pt>
                <c:pt idx="76978">
                  <c:v>59.98</c:v>
                </c:pt>
                <c:pt idx="76979">
                  <c:v>80.180000000000007</c:v>
                </c:pt>
                <c:pt idx="76980">
                  <c:v>64.98</c:v>
                </c:pt>
                <c:pt idx="76981">
                  <c:v>82.29</c:v>
                </c:pt>
                <c:pt idx="76982">
                  <c:v>45.19</c:v>
                </c:pt>
                <c:pt idx="76983">
                  <c:v>84.99</c:v>
                </c:pt>
                <c:pt idx="76984">
                  <c:v>82.17</c:v>
                </c:pt>
                <c:pt idx="76985">
                  <c:v>84.99</c:v>
                </c:pt>
                <c:pt idx="76986">
                  <c:v>95.97</c:v>
                </c:pt>
                <c:pt idx="76987">
                  <c:v>99.98</c:v>
                </c:pt>
                <c:pt idx="76988">
                  <c:v>84.15</c:v>
                </c:pt>
                <c:pt idx="76989">
                  <c:v>68.989999999999995</c:v>
                </c:pt>
                <c:pt idx="76990">
                  <c:v>15.49</c:v>
                </c:pt>
                <c:pt idx="76991">
                  <c:v>65.989999999999995</c:v>
                </c:pt>
                <c:pt idx="76992">
                  <c:v>173.46</c:v>
                </c:pt>
                <c:pt idx="76993">
                  <c:v>89.98</c:v>
                </c:pt>
                <c:pt idx="76994">
                  <c:v>49.99</c:v>
                </c:pt>
                <c:pt idx="76995">
                  <c:v>81.98</c:v>
                </c:pt>
                <c:pt idx="76996">
                  <c:v>121.98</c:v>
                </c:pt>
                <c:pt idx="76997">
                  <c:v>1.97</c:v>
                </c:pt>
                <c:pt idx="76998">
                  <c:v>165.96</c:v>
                </c:pt>
                <c:pt idx="76999">
                  <c:v>65.989999999999995</c:v>
                </c:pt>
                <c:pt idx="77000">
                  <c:v>91.47</c:v>
                </c:pt>
                <c:pt idx="77001">
                  <c:v>145.97</c:v>
                </c:pt>
                <c:pt idx="77002">
                  <c:v>42.72</c:v>
                </c:pt>
                <c:pt idx="77003">
                  <c:v>104.97</c:v>
                </c:pt>
                <c:pt idx="77004">
                  <c:v>53.41</c:v>
                </c:pt>
                <c:pt idx="77005">
                  <c:v>137.97999999999999</c:v>
                </c:pt>
                <c:pt idx="77006">
                  <c:v>128.97</c:v>
                </c:pt>
                <c:pt idx="77007">
                  <c:v>177.96</c:v>
                </c:pt>
                <c:pt idx="77008">
                  <c:v>127.96</c:v>
                </c:pt>
                <c:pt idx="77009">
                  <c:v>189.97</c:v>
                </c:pt>
                <c:pt idx="77010">
                  <c:v>102.97</c:v>
                </c:pt>
                <c:pt idx="77011">
                  <c:v>344.89</c:v>
                </c:pt>
                <c:pt idx="77012">
                  <c:v>382.87</c:v>
                </c:pt>
                <c:pt idx="77013">
                  <c:v>275.95999999999998</c:v>
                </c:pt>
                <c:pt idx="77014">
                  <c:v>254.97</c:v>
                </c:pt>
                <c:pt idx="77015">
                  <c:v>254.97</c:v>
                </c:pt>
                <c:pt idx="77016">
                  <c:v>96.96</c:v>
                </c:pt>
                <c:pt idx="77017">
                  <c:v>139.97</c:v>
                </c:pt>
                <c:pt idx="77018">
                  <c:v>117.97</c:v>
                </c:pt>
                <c:pt idx="77019">
                  <c:v>111.96</c:v>
                </c:pt>
                <c:pt idx="77020">
                  <c:v>91.97</c:v>
                </c:pt>
                <c:pt idx="77021">
                  <c:v>47.39</c:v>
                </c:pt>
                <c:pt idx="77022">
                  <c:v>197.97</c:v>
                </c:pt>
                <c:pt idx="77023">
                  <c:v>197.97</c:v>
                </c:pt>
                <c:pt idx="77024">
                  <c:v>197.97</c:v>
                </c:pt>
                <c:pt idx="77025">
                  <c:v>181.97</c:v>
                </c:pt>
                <c:pt idx="77026">
                  <c:v>181.97</c:v>
                </c:pt>
                <c:pt idx="77027">
                  <c:v>65.989999999999995</c:v>
                </c:pt>
                <c:pt idx="77028">
                  <c:v>179.94</c:v>
                </c:pt>
                <c:pt idx="77029">
                  <c:v>99.96</c:v>
                </c:pt>
                <c:pt idx="77030">
                  <c:v>99.96</c:v>
                </c:pt>
                <c:pt idx="77031">
                  <c:v>119.96</c:v>
                </c:pt>
                <c:pt idx="77032">
                  <c:v>88.97</c:v>
                </c:pt>
                <c:pt idx="77033">
                  <c:v>119.96</c:v>
                </c:pt>
                <c:pt idx="77034">
                  <c:v>71.97</c:v>
                </c:pt>
                <c:pt idx="77035">
                  <c:v>89.96</c:v>
                </c:pt>
                <c:pt idx="77036">
                  <c:v>149.94999999999999</c:v>
                </c:pt>
                <c:pt idx="77037">
                  <c:v>65.19</c:v>
                </c:pt>
                <c:pt idx="77038">
                  <c:v>70.989999999999995</c:v>
                </c:pt>
                <c:pt idx="77039">
                  <c:v>64.98</c:v>
                </c:pt>
                <c:pt idx="77040">
                  <c:v>35.479999999999997</c:v>
                </c:pt>
                <c:pt idx="77041">
                  <c:v>68.989999999999995</c:v>
                </c:pt>
                <c:pt idx="77042">
                  <c:v>57.98</c:v>
                </c:pt>
                <c:pt idx="77043">
                  <c:v>83.89</c:v>
                </c:pt>
                <c:pt idx="77044">
                  <c:v>54.98</c:v>
                </c:pt>
                <c:pt idx="77045">
                  <c:v>62.98</c:v>
                </c:pt>
                <c:pt idx="77046">
                  <c:v>49.99</c:v>
                </c:pt>
                <c:pt idx="77047">
                  <c:v>64.98</c:v>
                </c:pt>
                <c:pt idx="77048">
                  <c:v>64.19</c:v>
                </c:pt>
                <c:pt idx="77049">
                  <c:v>52.38</c:v>
                </c:pt>
                <c:pt idx="77050">
                  <c:v>78.97</c:v>
                </c:pt>
                <c:pt idx="77051">
                  <c:v>79.62</c:v>
                </c:pt>
                <c:pt idx="77052">
                  <c:v>55.97</c:v>
                </c:pt>
                <c:pt idx="77053">
                  <c:v>42.23</c:v>
                </c:pt>
                <c:pt idx="77054">
                  <c:v>59.97</c:v>
                </c:pt>
                <c:pt idx="77055">
                  <c:v>59.97</c:v>
                </c:pt>
                <c:pt idx="77056">
                  <c:v>41.48</c:v>
                </c:pt>
                <c:pt idx="77057">
                  <c:v>54.98</c:v>
                </c:pt>
                <c:pt idx="77058">
                  <c:v>74.97</c:v>
                </c:pt>
                <c:pt idx="77059">
                  <c:v>59.97</c:v>
                </c:pt>
                <c:pt idx="77060">
                  <c:v>85.98</c:v>
                </c:pt>
                <c:pt idx="77061">
                  <c:v>79.989999999999995</c:v>
                </c:pt>
                <c:pt idx="77062">
                  <c:v>99.98</c:v>
                </c:pt>
                <c:pt idx="77063">
                  <c:v>115.44</c:v>
                </c:pt>
                <c:pt idx="77064">
                  <c:v>184.97</c:v>
                </c:pt>
                <c:pt idx="77065">
                  <c:v>84.99</c:v>
                </c:pt>
                <c:pt idx="77066">
                  <c:v>149.97</c:v>
                </c:pt>
                <c:pt idx="77067">
                  <c:v>99.98</c:v>
                </c:pt>
                <c:pt idx="77068">
                  <c:v>63.82</c:v>
                </c:pt>
                <c:pt idx="77069">
                  <c:v>53.98</c:v>
                </c:pt>
                <c:pt idx="77070">
                  <c:v>99.98</c:v>
                </c:pt>
                <c:pt idx="77071">
                  <c:v>59.96</c:v>
                </c:pt>
                <c:pt idx="77072">
                  <c:v>64.98</c:v>
                </c:pt>
                <c:pt idx="77073">
                  <c:v>99.98</c:v>
                </c:pt>
                <c:pt idx="77074">
                  <c:v>21.49</c:v>
                </c:pt>
                <c:pt idx="77075">
                  <c:v>54.99</c:v>
                </c:pt>
                <c:pt idx="77076">
                  <c:v>51.49</c:v>
                </c:pt>
                <c:pt idx="77077">
                  <c:v>99.97</c:v>
                </c:pt>
                <c:pt idx="77078">
                  <c:v>64.98</c:v>
                </c:pt>
                <c:pt idx="77079">
                  <c:v>84.99</c:v>
                </c:pt>
                <c:pt idx="77080">
                  <c:v>61.22</c:v>
                </c:pt>
                <c:pt idx="77081">
                  <c:v>68.989999999999995</c:v>
                </c:pt>
                <c:pt idx="77082">
                  <c:v>84.99</c:v>
                </c:pt>
                <c:pt idx="77083">
                  <c:v>169.98</c:v>
                </c:pt>
                <c:pt idx="77084">
                  <c:v>208.16</c:v>
                </c:pt>
                <c:pt idx="77085">
                  <c:v>68.97</c:v>
                </c:pt>
                <c:pt idx="77086">
                  <c:v>169.98</c:v>
                </c:pt>
                <c:pt idx="77087">
                  <c:v>99.98</c:v>
                </c:pt>
                <c:pt idx="77088">
                  <c:v>99.96</c:v>
                </c:pt>
                <c:pt idx="77089">
                  <c:v>51.96</c:v>
                </c:pt>
                <c:pt idx="77090">
                  <c:v>99.96</c:v>
                </c:pt>
                <c:pt idx="77091">
                  <c:v>51.96</c:v>
                </c:pt>
                <c:pt idx="77092">
                  <c:v>51.96</c:v>
                </c:pt>
                <c:pt idx="77093">
                  <c:v>74.97</c:v>
                </c:pt>
                <c:pt idx="77094">
                  <c:v>51.96</c:v>
                </c:pt>
                <c:pt idx="77095">
                  <c:v>51.96</c:v>
                </c:pt>
                <c:pt idx="77096">
                  <c:v>99.96</c:v>
                </c:pt>
                <c:pt idx="77097">
                  <c:v>99.96</c:v>
                </c:pt>
                <c:pt idx="77098">
                  <c:v>51.97</c:v>
                </c:pt>
                <c:pt idx="77099">
                  <c:v>118.78</c:v>
                </c:pt>
                <c:pt idx="77100">
                  <c:v>131.97999999999999</c:v>
                </c:pt>
                <c:pt idx="77101">
                  <c:v>65.989999999999995</c:v>
                </c:pt>
                <c:pt idx="77102">
                  <c:v>71.48</c:v>
                </c:pt>
                <c:pt idx="77103">
                  <c:v>164.95</c:v>
                </c:pt>
                <c:pt idx="77104">
                  <c:v>112.18</c:v>
                </c:pt>
                <c:pt idx="77105">
                  <c:v>89.97</c:v>
                </c:pt>
                <c:pt idx="77106">
                  <c:v>161.94999999999999</c:v>
                </c:pt>
                <c:pt idx="77107">
                  <c:v>67.47</c:v>
                </c:pt>
                <c:pt idx="77108">
                  <c:v>134.96</c:v>
                </c:pt>
                <c:pt idx="77109">
                  <c:v>143.9</c:v>
                </c:pt>
                <c:pt idx="77110">
                  <c:v>29.99</c:v>
                </c:pt>
                <c:pt idx="77111">
                  <c:v>54.98</c:v>
                </c:pt>
                <c:pt idx="77112">
                  <c:v>189.93</c:v>
                </c:pt>
                <c:pt idx="77113">
                  <c:v>216.72</c:v>
                </c:pt>
                <c:pt idx="77114">
                  <c:v>169.98</c:v>
                </c:pt>
                <c:pt idx="77115">
                  <c:v>219.97</c:v>
                </c:pt>
                <c:pt idx="77116">
                  <c:v>121.48</c:v>
                </c:pt>
                <c:pt idx="77117">
                  <c:v>169.98</c:v>
                </c:pt>
                <c:pt idx="77118">
                  <c:v>118.97</c:v>
                </c:pt>
                <c:pt idx="77119">
                  <c:v>56.43</c:v>
                </c:pt>
                <c:pt idx="77120">
                  <c:v>56.97</c:v>
                </c:pt>
                <c:pt idx="77121">
                  <c:v>56.45</c:v>
                </c:pt>
                <c:pt idx="77122">
                  <c:v>56.4</c:v>
                </c:pt>
                <c:pt idx="77123">
                  <c:v>56.4</c:v>
                </c:pt>
                <c:pt idx="77124">
                  <c:v>56.97</c:v>
                </c:pt>
                <c:pt idx="77125">
                  <c:v>56.97</c:v>
                </c:pt>
                <c:pt idx="77126">
                  <c:v>56.4</c:v>
                </c:pt>
                <c:pt idx="77127">
                  <c:v>56.97</c:v>
                </c:pt>
                <c:pt idx="77128">
                  <c:v>51.39</c:v>
                </c:pt>
                <c:pt idx="77129">
                  <c:v>56.97</c:v>
                </c:pt>
                <c:pt idx="77130">
                  <c:v>56.37</c:v>
                </c:pt>
                <c:pt idx="77131">
                  <c:v>170.48</c:v>
                </c:pt>
                <c:pt idx="77132">
                  <c:v>170.48</c:v>
                </c:pt>
                <c:pt idx="77133">
                  <c:v>107.97</c:v>
                </c:pt>
                <c:pt idx="77134">
                  <c:v>99.98</c:v>
                </c:pt>
                <c:pt idx="77135">
                  <c:v>144.47999999999999</c:v>
                </c:pt>
                <c:pt idx="77136">
                  <c:v>210.46</c:v>
                </c:pt>
                <c:pt idx="77137">
                  <c:v>114.97</c:v>
                </c:pt>
                <c:pt idx="77138">
                  <c:v>64.81</c:v>
                </c:pt>
                <c:pt idx="77139">
                  <c:v>131.97999999999999</c:v>
                </c:pt>
                <c:pt idx="77140">
                  <c:v>114.97</c:v>
                </c:pt>
                <c:pt idx="77141">
                  <c:v>99.96</c:v>
                </c:pt>
                <c:pt idx="77142">
                  <c:v>119.96</c:v>
                </c:pt>
                <c:pt idx="77143">
                  <c:v>139.94999999999999</c:v>
                </c:pt>
                <c:pt idx="77144">
                  <c:v>89.97</c:v>
                </c:pt>
                <c:pt idx="77145">
                  <c:v>89.97</c:v>
                </c:pt>
                <c:pt idx="77146">
                  <c:v>84.97</c:v>
                </c:pt>
                <c:pt idx="77147">
                  <c:v>99.96</c:v>
                </c:pt>
                <c:pt idx="77148">
                  <c:v>89.97</c:v>
                </c:pt>
                <c:pt idx="77149">
                  <c:v>106</c:v>
                </c:pt>
                <c:pt idx="77150">
                  <c:v>161.94</c:v>
                </c:pt>
                <c:pt idx="77151">
                  <c:v>143.94</c:v>
                </c:pt>
                <c:pt idx="77152">
                  <c:v>135.91999999999999</c:v>
                </c:pt>
                <c:pt idx="77153">
                  <c:v>75.03</c:v>
                </c:pt>
                <c:pt idx="77154">
                  <c:v>74.11</c:v>
                </c:pt>
                <c:pt idx="77155">
                  <c:v>78.98</c:v>
                </c:pt>
                <c:pt idx="77156">
                  <c:v>157.96</c:v>
                </c:pt>
                <c:pt idx="77157">
                  <c:v>51.48</c:v>
                </c:pt>
                <c:pt idx="77158">
                  <c:v>109.98</c:v>
                </c:pt>
                <c:pt idx="77159">
                  <c:v>146.94999999999999</c:v>
                </c:pt>
                <c:pt idx="77160">
                  <c:v>116.96</c:v>
                </c:pt>
                <c:pt idx="77161">
                  <c:v>47.48</c:v>
                </c:pt>
                <c:pt idx="77162">
                  <c:v>58.98</c:v>
                </c:pt>
                <c:pt idx="77163">
                  <c:v>47.48</c:v>
                </c:pt>
                <c:pt idx="77164">
                  <c:v>57.98</c:v>
                </c:pt>
                <c:pt idx="77165">
                  <c:v>191.96</c:v>
                </c:pt>
                <c:pt idx="77166">
                  <c:v>79.98</c:v>
                </c:pt>
                <c:pt idx="77167">
                  <c:v>77.959999999999994</c:v>
                </c:pt>
                <c:pt idx="77168">
                  <c:v>59.96</c:v>
                </c:pt>
                <c:pt idx="77169">
                  <c:v>74.27</c:v>
                </c:pt>
                <c:pt idx="77170">
                  <c:v>39.49</c:v>
                </c:pt>
                <c:pt idx="77171">
                  <c:v>15.49</c:v>
                </c:pt>
                <c:pt idx="77172">
                  <c:v>68.69</c:v>
                </c:pt>
                <c:pt idx="77173">
                  <c:v>299.85000000000002</c:v>
                </c:pt>
                <c:pt idx="77174">
                  <c:v>199.94</c:v>
                </c:pt>
                <c:pt idx="77175">
                  <c:v>263.95999999999998</c:v>
                </c:pt>
                <c:pt idx="77176">
                  <c:v>293.95</c:v>
                </c:pt>
                <c:pt idx="77177">
                  <c:v>166.97</c:v>
                </c:pt>
                <c:pt idx="77178">
                  <c:v>294.93</c:v>
                </c:pt>
                <c:pt idx="77179">
                  <c:v>149.97</c:v>
                </c:pt>
                <c:pt idx="77180">
                  <c:v>72.58</c:v>
                </c:pt>
                <c:pt idx="77181">
                  <c:v>109.96</c:v>
                </c:pt>
                <c:pt idx="77182">
                  <c:v>84.99</c:v>
                </c:pt>
                <c:pt idx="77183">
                  <c:v>139.97999999999999</c:v>
                </c:pt>
                <c:pt idx="77184">
                  <c:v>112.33</c:v>
                </c:pt>
                <c:pt idx="77185">
                  <c:v>184.97</c:v>
                </c:pt>
                <c:pt idx="77186">
                  <c:v>84.99</c:v>
                </c:pt>
                <c:pt idx="77187">
                  <c:v>121.98</c:v>
                </c:pt>
                <c:pt idx="77188">
                  <c:v>81.14</c:v>
                </c:pt>
                <c:pt idx="77189">
                  <c:v>42.99</c:v>
                </c:pt>
                <c:pt idx="77190">
                  <c:v>129.96</c:v>
                </c:pt>
                <c:pt idx="77191">
                  <c:v>112.97</c:v>
                </c:pt>
                <c:pt idx="77192">
                  <c:v>164.36</c:v>
                </c:pt>
                <c:pt idx="77193">
                  <c:v>131.97999999999999</c:v>
                </c:pt>
                <c:pt idx="77194">
                  <c:v>55.98</c:v>
                </c:pt>
                <c:pt idx="77195">
                  <c:v>103.97</c:v>
                </c:pt>
                <c:pt idx="77196">
                  <c:v>65.989999999999995</c:v>
                </c:pt>
                <c:pt idx="77197">
                  <c:v>65.989999999999995</c:v>
                </c:pt>
                <c:pt idx="77198">
                  <c:v>65.180000000000007</c:v>
                </c:pt>
                <c:pt idx="77199">
                  <c:v>65.180000000000007</c:v>
                </c:pt>
                <c:pt idx="77200">
                  <c:v>93.58</c:v>
                </c:pt>
                <c:pt idx="77201">
                  <c:v>79.13</c:v>
                </c:pt>
                <c:pt idx="77202">
                  <c:v>51.21</c:v>
                </c:pt>
                <c:pt idx="77203">
                  <c:v>60.98</c:v>
                </c:pt>
                <c:pt idx="77204">
                  <c:v>96.96</c:v>
                </c:pt>
                <c:pt idx="77205">
                  <c:v>77.47</c:v>
                </c:pt>
                <c:pt idx="77206">
                  <c:v>53.98</c:v>
                </c:pt>
                <c:pt idx="77207">
                  <c:v>54.48</c:v>
                </c:pt>
                <c:pt idx="77208">
                  <c:v>81.96</c:v>
                </c:pt>
                <c:pt idx="77209">
                  <c:v>57.98</c:v>
                </c:pt>
                <c:pt idx="77210">
                  <c:v>59.98</c:v>
                </c:pt>
                <c:pt idx="77211">
                  <c:v>66.97</c:v>
                </c:pt>
                <c:pt idx="77212">
                  <c:v>61.98</c:v>
                </c:pt>
                <c:pt idx="77213">
                  <c:v>56.07</c:v>
                </c:pt>
                <c:pt idx="77214">
                  <c:v>119.96</c:v>
                </c:pt>
                <c:pt idx="77215">
                  <c:v>52.68</c:v>
                </c:pt>
                <c:pt idx="77216">
                  <c:v>150.97</c:v>
                </c:pt>
                <c:pt idx="77217">
                  <c:v>35.49</c:v>
                </c:pt>
                <c:pt idx="77218">
                  <c:v>85.98</c:v>
                </c:pt>
                <c:pt idx="77219">
                  <c:v>79.959999999999994</c:v>
                </c:pt>
                <c:pt idx="77220">
                  <c:v>79.959999999999994</c:v>
                </c:pt>
                <c:pt idx="77221">
                  <c:v>84.97</c:v>
                </c:pt>
                <c:pt idx="77222">
                  <c:v>61.17</c:v>
                </c:pt>
                <c:pt idx="77223">
                  <c:v>61.17</c:v>
                </c:pt>
                <c:pt idx="77224">
                  <c:v>98.57</c:v>
                </c:pt>
                <c:pt idx="77225">
                  <c:v>44.99</c:v>
                </c:pt>
                <c:pt idx="77226">
                  <c:v>99.98</c:v>
                </c:pt>
                <c:pt idx="77227">
                  <c:v>44.99</c:v>
                </c:pt>
                <c:pt idx="77228">
                  <c:v>59.98</c:v>
                </c:pt>
                <c:pt idx="77229">
                  <c:v>129.97999999999999</c:v>
                </c:pt>
                <c:pt idx="77230">
                  <c:v>98.57</c:v>
                </c:pt>
                <c:pt idx="77231">
                  <c:v>99.98</c:v>
                </c:pt>
                <c:pt idx="77232">
                  <c:v>129.97999999999999</c:v>
                </c:pt>
                <c:pt idx="77233">
                  <c:v>143.97</c:v>
                </c:pt>
                <c:pt idx="77234">
                  <c:v>59.98</c:v>
                </c:pt>
                <c:pt idx="77235">
                  <c:v>143.97</c:v>
                </c:pt>
                <c:pt idx="77236">
                  <c:v>84.97</c:v>
                </c:pt>
                <c:pt idx="77237">
                  <c:v>169.98</c:v>
                </c:pt>
                <c:pt idx="77238">
                  <c:v>169.98</c:v>
                </c:pt>
                <c:pt idx="77239">
                  <c:v>159.97999999999999</c:v>
                </c:pt>
                <c:pt idx="77240">
                  <c:v>164.98</c:v>
                </c:pt>
                <c:pt idx="77241">
                  <c:v>169.98</c:v>
                </c:pt>
                <c:pt idx="77242">
                  <c:v>63.96</c:v>
                </c:pt>
                <c:pt idx="77243">
                  <c:v>74.97</c:v>
                </c:pt>
                <c:pt idx="77244">
                  <c:v>139.93</c:v>
                </c:pt>
                <c:pt idx="77245">
                  <c:v>63.96</c:v>
                </c:pt>
                <c:pt idx="77246">
                  <c:v>127.46</c:v>
                </c:pt>
                <c:pt idx="77247">
                  <c:v>109.96</c:v>
                </c:pt>
                <c:pt idx="77248">
                  <c:v>54.98</c:v>
                </c:pt>
                <c:pt idx="77249">
                  <c:v>63.96</c:v>
                </c:pt>
                <c:pt idx="77250">
                  <c:v>55.98</c:v>
                </c:pt>
                <c:pt idx="77251">
                  <c:v>61.98</c:v>
                </c:pt>
                <c:pt idx="77252">
                  <c:v>55.98</c:v>
                </c:pt>
                <c:pt idx="77253">
                  <c:v>91.96</c:v>
                </c:pt>
                <c:pt idx="77254">
                  <c:v>62.38</c:v>
                </c:pt>
                <c:pt idx="77255">
                  <c:v>55.98</c:v>
                </c:pt>
                <c:pt idx="77256">
                  <c:v>151.15</c:v>
                </c:pt>
                <c:pt idx="77257">
                  <c:v>151.15</c:v>
                </c:pt>
                <c:pt idx="77258">
                  <c:v>151.15</c:v>
                </c:pt>
                <c:pt idx="77259">
                  <c:v>61.48</c:v>
                </c:pt>
                <c:pt idx="77260">
                  <c:v>86.97</c:v>
                </c:pt>
                <c:pt idx="77261">
                  <c:v>34.880000000000003</c:v>
                </c:pt>
                <c:pt idx="77262">
                  <c:v>73.98</c:v>
                </c:pt>
                <c:pt idx="77263">
                  <c:v>51.48</c:v>
                </c:pt>
                <c:pt idx="77264">
                  <c:v>65.98</c:v>
                </c:pt>
                <c:pt idx="77265">
                  <c:v>86.97</c:v>
                </c:pt>
                <c:pt idx="77266">
                  <c:v>79.959999999999994</c:v>
                </c:pt>
                <c:pt idx="77267">
                  <c:v>59.98</c:v>
                </c:pt>
                <c:pt idx="77268">
                  <c:v>52.23</c:v>
                </c:pt>
                <c:pt idx="77269">
                  <c:v>55.98</c:v>
                </c:pt>
                <c:pt idx="77270">
                  <c:v>61.98</c:v>
                </c:pt>
                <c:pt idx="77271">
                  <c:v>112.97</c:v>
                </c:pt>
                <c:pt idx="77272">
                  <c:v>156.66999999999999</c:v>
                </c:pt>
                <c:pt idx="77273">
                  <c:v>59.98</c:v>
                </c:pt>
                <c:pt idx="77274">
                  <c:v>81.56</c:v>
                </c:pt>
                <c:pt idx="77275">
                  <c:v>84.99</c:v>
                </c:pt>
                <c:pt idx="77276">
                  <c:v>86.49</c:v>
                </c:pt>
                <c:pt idx="77277">
                  <c:v>29.48</c:v>
                </c:pt>
                <c:pt idx="77278">
                  <c:v>68.989999999999995</c:v>
                </c:pt>
                <c:pt idx="77279">
                  <c:v>101.98</c:v>
                </c:pt>
                <c:pt idx="77280">
                  <c:v>33.28</c:v>
                </c:pt>
                <c:pt idx="77281">
                  <c:v>33.28</c:v>
                </c:pt>
                <c:pt idx="77282">
                  <c:v>33.28</c:v>
                </c:pt>
                <c:pt idx="77283">
                  <c:v>63.96</c:v>
                </c:pt>
                <c:pt idx="77284">
                  <c:v>21.93</c:v>
                </c:pt>
                <c:pt idx="77285">
                  <c:v>50.97</c:v>
                </c:pt>
                <c:pt idx="77286">
                  <c:v>33.28</c:v>
                </c:pt>
                <c:pt idx="77287">
                  <c:v>-9.99</c:v>
                </c:pt>
                <c:pt idx="77288">
                  <c:v>33.28</c:v>
                </c:pt>
                <c:pt idx="77289">
                  <c:v>159.97999999999999</c:v>
                </c:pt>
                <c:pt idx="77290">
                  <c:v>132.97</c:v>
                </c:pt>
                <c:pt idx="77291">
                  <c:v>174.97</c:v>
                </c:pt>
                <c:pt idx="77292">
                  <c:v>159.97999999999999</c:v>
                </c:pt>
                <c:pt idx="77293">
                  <c:v>77.959999999999994</c:v>
                </c:pt>
                <c:pt idx="77294">
                  <c:v>143.97999999999999</c:v>
                </c:pt>
                <c:pt idx="77295">
                  <c:v>144.22</c:v>
                </c:pt>
                <c:pt idx="77296">
                  <c:v>71.959999999999994</c:v>
                </c:pt>
                <c:pt idx="77297">
                  <c:v>101.94</c:v>
                </c:pt>
                <c:pt idx="77298">
                  <c:v>89.23</c:v>
                </c:pt>
                <c:pt idx="77299">
                  <c:v>53.97</c:v>
                </c:pt>
                <c:pt idx="77300">
                  <c:v>69.38</c:v>
                </c:pt>
                <c:pt idx="77301">
                  <c:v>112.97</c:v>
                </c:pt>
                <c:pt idx="77302">
                  <c:v>214.97</c:v>
                </c:pt>
                <c:pt idx="77303">
                  <c:v>112.97</c:v>
                </c:pt>
                <c:pt idx="77304">
                  <c:v>39.479999999999997</c:v>
                </c:pt>
                <c:pt idx="77305">
                  <c:v>72.97</c:v>
                </c:pt>
                <c:pt idx="77306">
                  <c:v>31.48</c:v>
                </c:pt>
                <c:pt idx="77307">
                  <c:v>53.97</c:v>
                </c:pt>
                <c:pt idx="77308">
                  <c:v>68.98</c:v>
                </c:pt>
                <c:pt idx="77309">
                  <c:v>49.17</c:v>
                </c:pt>
                <c:pt idx="77310">
                  <c:v>71.97</c:v>
                </c:pt>
                <c:pt idx="77311">
                  <c:v>134.97999999999999</c:v>
                </c:pt>
                <c:pt idx="77312">
                  <c:v>67.97</c:v>
                </c:pt>
                <c:pt idx="77313">
                  <c:v>129.97999999999999</c:v>
                </c:pt>
                <c:pt idx="77314">
                  <c:v>119.68</c:v>
                </c:pt>
                <c:pt idx="77315">
                  <c:v>99.98</c:v>
                </c:pt>
                <c:pt idx="77316">
                  <c:v>53.95</c:v>
                </c:pt>
                <c:pt idx="77317">
                  <c:v>56.06</c:v>
                </c:pt>
                <c:pt idx="77318">
                  <c:v>57.8</c:v>
                </c:pt>
                <c:pt idx="77319">
                  <c:v>54.32</c:v>
                </c:pt>
                <c:pt idx="77320">
                  <c:v>54.96</c:v>
                </c:pt>
                <c:pt idx="77321">
                  <c:v>59.92</c:v>
                </c:pt>
                <c:pt idx="77322">
                  <c:v>52.96</c:v>
                </c:pt>
                <c:pt idx="77323">
                  <c:v>53.97</c:v>
                </c:pt>
                <c:pt idx="77324">
                  <c:v>51.98</c:v>
                </c:pt>
                <c:pt idx="77325">
                  <c:v>72.98</c:v>
                </c:pt>
                <c:pt idx="77326">
                  <c:v>99.96</c:v>
                </c:pt>
                <c:pt idx="77327">
                  <c:v>59.86</c:v>
                </c:pt>
                <c:pt idx="77328">
                  <c:v>51.98</c:v>
                </c:pt>
                <c:pt idx="77329">
                  <c:v>77.98</c:v>
                </c:pt>
                <c:pt idx="77330">
                  <c:v>51.98</c:v>
                </c:pt>
                <c:pt idx="77331">
                  <c:v>67.27</c:v>
                </c:pt>
                <c:pt idx="77332">
                  <c:v>75.959999999999994</c:v>
                </c:pt>
                <c:pt idx="77333">
                  <c:v>94.05</c:v>
                </c:pt>
                <c:pt idx="77334">
                  <c:v>96.74</c:v>
                </c:pt>
                <c:pt idx="77335">
                  <c:v>96.74</c:v>
                </c:pt>
                <c:pt idx="77336">
                  <c:v>72.48</c:v>
                </c:pt>
                <c:pt idx="77337">
                  <c:v>176.58</c:v>
                </c:pt>
                <c:pt idx="77338">
                  <c:v>124.06</c:v>
                </c:pt>
                <c:pt idx="77339">
                  <c:v>62.09</c:v>
                </c:pt>
                <c:pt idx="77340">
                  <c:v>84.99</c:v>
                </c:pt>
                <c:pt idx="77341">
                  <c:v>135.4</c:v>
                </c:pt>
                <c:pt idx="77342">
                  <c:v>84.99</c:v>
                </c:pt>
                <c:pt idx="77343">
                  <c:v>83.29</c:v>
                </c:pt>
                <c:pt idx="77344">
                  <c:v>103.98</c:v>
                </c:pt>
                <c:pt idx="77345">
                  <c:v>68.989999999999995</c:v>
                </c:pt>
                <c:pt idx="77346">
                  <c:v>82.07</c:v>
                </c:pt>
                <c:pt idx="77347">
                  <c:v>84.99</c:v>
                </c:pt>
                <c:pt idx="77348">
                  <c:v>84.99</c:v>
                </c:pt>
                <c:pt idx="77349">
                  <c:v>134.27000000000001</c:v>
                </c:pt>
                <c:pt idx="77350">
                  <c:v>134.27000000000001</c:v>
                </c:pt>
                <c:pt idx="77351">
                  <c:v>170.55</c:v>
                </c:pt>
                <c:pt idx="77352">
                  <c:v>134.27000000000001</c:v>
                </c:pt>
                <c:pt idx="77353">
                  <c:v>134.27000000000001</c:v>
                </c:pt>
                <c:pt idx="77354">
                  <c:v>149.99</c:v>
                </c:pt>
                <c:pt idx="77355">
                  <c:v>112.49</c:v>
                </c:pt>
                <c:pt idx="77356">
                  <c:v>133.03</c:v>
                </c:pt>
                <c:pt idx="77357">
                  <c:v>171.95</c:v>
                </c:pt>
                <c:pt idx="77358">
                  <c:v>141.97</c:v>
                </c:pt>
                <c:pt idx="77359">
                  <c:v>179.97</c:v>
                </c:pt>
                <c:pt idx="77360">
                  <c:v>164.86</c:v>
                </c:pt>
                <c:pt idx="77361">
                  <c:v>111.97</c:v>
                </c:pt>
                <c:pt idx="77362">
                  <c:v>124.96</c:v>
                </c:pt>
                <c:pt idx="77363">
                  <c:v>137.97999999999999</c:v>
                </c:pt>
                <c:pt idx="77364">
                  <c:v>254.97</c:v>
                </c:pt>
                <c:pt idx="77365">
                  <c:v>74.98</c:v>
                </c:pt>
                <c:pt idx="77366">
                  <c:v>84.99</c:v>
                </c:pt>
                <c:pt idx="77367">
                  <c:v>169.98</c:v>
                </c:pt>
                <c:pt idx="77368">
                  <c:v>55.84</c:v>
                </c:pt>
                <c:pt idx="77369">
                  <c:v>68.989999999999995</c:v>
                </c:pt>
                <c:pt idx="77370">
                  <c:v>92.97</c:v>
                </c:pt>
                <c:pt idx="77371">
                  <c:v>142.97999999999999</c:v>
                </c:pt>
                <c:pt idx="77372">
                  <c:v>124.18</c:v>
                </c:pt>
                <c:pt idx="77373">
                  <c:v>65.19</c:v>
                </c:pt>
                <c:pt idx="77374">
                  <c:v>68.989999999999995</c:v>
                </c:pt>
                <c:pt idx="77375">
                  <c:v>84.99</c:v>
                </c:pt>
                <c:pt idx="77376">
                  <c:v>68.989999999999995</c:v>
                </c:pt>
                <c:pt idx="77377">
                  <c:v>220.16</c:v>
                </c:pt>
                <c:pt idx="77378">
                  <c:v>138.12</c:v>
                </c:pt>
                <c:pt idx="77379">
                  <c:v>193.48</c:v>
                </c:pt>
                <c:pt idx="77380">
                  <c:v>97.78</c:v>
                </c:pt>
                <c:pt idx="77381">
                  <c:v>91.98</c:v>
                </c:pt>
                <c:pt idx="77382">
                  <c:v>84.99</c:v>
                </c:pt>
                <c:pt idx="77383">
                  <c:v>160.97</c:v>
                </c:pt>
                <c:pt idx="77384">
                  <c:v>84.99</c:v>
                </c:pt>
                <c:pt idx="77385">
                  <c:v>39.33</c:v>
                </c:pt>
                <c:pt idx="77386">
                  <c:v>169.98</c:v>
                </c:pt>
                <c:pt idx="77387">
                  <c:v>19.940000000000001</c:v>
                </c:pt>
                <c:pt idx="77388">
                  <c:v>84.99</c:v>
                </c:pt>
                <c:pt idx="77389">
                  <c:v>84.99</c:v>
                </c:pt>
                <c:pt idx="77390">
                  <c:v>84.99</c:v>
                </c:pt>
                <c:pt idx="77391">
                  <c:v>69.989999999999995</c:v>
                </c:pt>
                <c:pt idx="77392">
                  <c:v>121.5</c:v>
                </c:pt>
                <c:pt idx="77393">
                  <c:v>118.53</c:v>
                </c:pt>
                <c:pt idx="77394">
                  <c:v>157.88999999999999</c:v>
                </c:pt>
                <c:pt idx="77395">
                  <c:v>90.04</c:v>
                </c:pt>
                <c:pt idx="77396">
                  <c:v>145.94</c:v>
                </c:pt>
                <c:pt idx="77397">
                  <c:v>102.56</c:v>
                </c:pt>
                <c:pt idx="77398">
                  <c:v>69.95</c:v>
                </c:pt>
                <c:pt idx="77399">
                  <c:v>91.98</c:v>
                </c:pt>
                <c:pt idx="77400">
                  <c:v>65.98</c:v>
                </c:pt>
                <c:pt idx="77401">
                  <c:v>68.989999999999995</c:v>
                </c:pt>
                <c:pt idx="77402">
                  <c:v>84.99</c:v>
                </c:pt>
                <c:pt idx="77403">
                  <c:v>115.97</c:v>
                </c:pt>
                <c:pt idx="77404">
                  <c:v>70.989999999999995</c:v>
                </c:pt>
                <c:pt idx="77405">
                  <c:v>115.97</c:v>
                </c:pt>
                <c:pt idx="77406">
                  <c:v>72.12</c:v>
                </c:pt>
                <c:pt idx="77407">
                  <c:v>84.98</c:v>
                </c:pt>
                <c:pt idx="77408">
                  <c:v>68.989999999999995</c:v>
                </c:pt>
                <c:pt idx="77409">
                  <c:v>84.98</c:v>
                </c:pt>
                <c:pt idx="77410">
                  <c:v>68.989999999999995</c:v>
                </c:pt>
                <c:pt idx="77411">
                  <c:v>65.989999999999995</c:v>
                </c:pt>
                <c:pt idx="77412">
                  <c:v>99.97</c:v>
                </c:pt>
                <c:pt idx="77413">
                  <c:v>60.99</c:v>
                </c:pt>
                <c:pt idx="77414">
                  <c:v>26.19</c:v>
                </c:pt>
                <c:pt idx="77415">
                  <c:v>161.47999999999999</c:v>
                </c:pt>
                <c:pt idx="77416">
                  <c:v>169.98</c:v>
                </c:pt>
                <c:pt idx="77417">
                  <c:v>169.98</c:v>
                </c:pt>
                <c:pt idx="77418">
                  <c:v>169.98</c:v>
                </c:pt>
                <c:pt idx="77419">
                  <c:v>152.97999999999999</c:v>
                </c:pt>
                <c:pt idx="77420">
                  <c:v>169.98</c:v>
                </c:pt>
                <c:pt idx="77421">
                  <c:v>131.97999999999999</c:v>
                </c:pt>
                <c:pt idx="77422">
                  <c:v>263.95999999999998</c:v>
                </c:pt>
                <c:pt idx="77423">
                  <c:v>237.56</c:v>
                </c:pt>
                <c:pt idx="77424">
                  <c:v>135.97999999999999</c:v>
                </c:pt>
                <c:pt idx="77425">
                  <c:v>165.46</c:v>
                </c:pt>
                <c:pt idx="77426">
                  <c:v>65.989999999999995</c:v>
                </c:pt>
                <c:pt idx="77427">
                  <c:v>59.97</c:v>
                </c:pt>
                <c:pt idx="77428">
                  <c:v>131.97999999999999</c:v>
                </c:pt>
                <c:pt idx="77429">
                  <c:v>77.959999999999994</c:v>
                </c:pt>
                <c:pt idx="77430">
                  <c:v>77.959999999999994</c:v>
                </c:pt>
                <c:pt idx="77431">
                  <c:v>62.72</c:v>
                </c:pt>
                <c:pt idx="77432">
                  <c:v>131.97999999999999</c:v>
                </c:pt>
                <c:pt idx="77433">
                  <c:v>103.95</c:v>
                </c:pt>
                <c:pt idx="77434">
                  <c:v>64.95</c:v>
                </c:pt>
                <c:pt idx="77435">
                  <c:v>64.95</c:v>
                </c:pt>
                <c:pt idx="77436">
                  <c:v>76.83</c:v>
                </c:pt>
                <c:pt idx="77437">
                  <c:v>63.37</c:v>
                </c:pt>
                <c:pt idx="77438">
                  <c:v>172.96</c:v>
                </c:pt>
                <c:pt idx="77439">
                  <c:v>51.96</c:v>
                </c:pt>
                <c:pt idx="77440">
                  <c:v>74.98</c:v>
                </c:pt>
                <c:pt idx="77441">
                  <c:v>84.99</c:v>
                </c:pt>
                <c:pt idx="77442">
                  <c:v>50.97</c:v>
                </c:pt>
                <c:pt idx="77443">
                  <c:v>274.55</c:v>
                </c:pt>
                <c:pt idx="77444">
                  <c:v>195.97</c:v>
                </c:pt>
                <c:pt idx="77445">
                  <c:v>333.15</c:v>
                </c:pt>
                <c:pt idx="77446">
                  <c:v>292.75</c:v>
                </c:pt>
                <c:pt idx="77447">
                  <c:v>263.47000000000003</c:v>
                </c:pt>
                <c:pt idx="77448">
                  <c:v>832.22</c:v>
                </c:pt>
                <c:pt idx="77449">
                  <c:v>832.22</c:v>
                </c:pt>
                <c:pt idx="77450">
                  <c:v>263.47000000000003</c:v>
                </c:pt>
                <c:pt idx="77451">
                  <c:v>85.83</c:v>
                </c:pt>
                <c:pt idx="77452">
                  <c:v>47.33</c:v>
                </c:pt>
                <c:pt idx="77453">
                  <c:v>100.98</c:v>
                </c:pt>
                <c:pt idx="77454">
                  <c:v>72.180000000000007</c:v>
                </c:pt>
                <c:pt idx="77455">
                  <c:v>65.989999999999995</c:v>
                </c:pt>
                <c:pt idx="77456">
                  <c:v>65.989999999999995</c:v>
                </c:pt>
                <c:pt idx="77457">
                  <c:v>65.989999999999995</c:v>
                </c:pt>
                <c:pt idx="77458">
                  <c:v>84.99</c:v>
                </c:pt>
                <c:pt idx="77459">
                  <c:v>69.989999999999995</c:v>
                </c:pt>
                <c:pt idx="77460">
                  <c:v>54.99</c:v>
                </c:pt>
                <c:pt idx="77461">
                  <c:v>81.62</c:v>
                </c:pt>
                <c:pt idx="77462">
                  <c:v>149.96</c:v>
                </c:pt>
                <c:pt idx="77463">
                  <c:v>158.96</c:v>
                </c:pt>
                <c:pt idx="77464">
                  <c:v>154.47</c:v>
                </c:pt>
                <c:pt idx="77465">
                  <c:v>434.9</c:v>
                </c:pt>
                <c:pt idx="77466">
                  <c:v>187.96</c:v>
                </c:pt>
                <c:pt idx="77467">
                  <c:v>14.99</c:v>
                </c:pt>
                <c:pt idx="77468">
                  <c:v>84.56</c:v>
                </c:pt>
                <c:pt idx="77469">
                  <c:v>74.03</c:v>
                </c:pt>
                <c:pt idx="77470">
                  <c:v>102.94</c:v>
                </c:pt>
                <c:pt idx="77471">
                  <c:v>72.97</c:v>
                </c:pt>
                <c:pt idx="77472">
                  <c:v>70.33</c:v>
                </c:pt>
                <c:pt idx="77473">
                  <c:v>122.64</c:v>
                </c:pt>
                <c:pt idx="77474">
                  <c:v>94.25</c:v>
                </c:pt>
                <c:pt idx="77475">
                  <c:v>104.98</c:v>
                </c:pt>
                <c:pt idx="77476">
                  <c:v>84.99</c:v>
                </c:pt>
                <c:pt idx="77477">
                  <c:v>98.03</c:v>
                </c:pt>
                <c:pt idx="77478">
                  <c:v>104.98</c:v>
                </c:pt>
                <c:pt idx="77479">
                  <c:v>84.99</c:v>
                </c:pt>
                <c:pt idx="77480">
                  <c:v>114.98</c:v>
                </c:pt>
                <c:pt idx="77481">
                  <c:v>131.72</c:v>
                </c:pt>
                <c:pt idx="77482">
                  <c:v>96.48</c:v>
                </c:pt>
                <c:pt idx="77483">
                  <c:v>69.98</c:v>
                </c:pt>
                <c:pt idx="77484">
                  <c:v>72.56</c:v>
                </c:pt>
                <c:pt idx="77485">
                  <c:v>79.98</c:v>
                </c:pt>
                <c:pt idx="77486">
                  <c:v>128.97</c:v>
                </c:pt>
                <c:pt idx="77487">
                  <c:v>54.99</c:v>
                </c:pt>
                <c:pt idx="77488">
                  <c:v>51.09</c:v>
                </c:pt>
                <c:pt idx="77489">
                  <c:v>89.98</c:v>
                </c:pt>
                <c:pt idx="77490">
                  <c:v>83.97</c:v>
                </c:pt>
                <c:pt idx="77491">
                  <c:v>72.97</c:v>
                </c:pt>
                <c:pt idx="77492">
                  <c:v>65.989999999999995</c:v>
                </c:pt>
                <c:pt idx="77493">
                  <c:v>63.98</c:v>
                </c:pt>
                <c:pt idx="77494">
                  <c:v>86.96</c:v>
                </c:pt>
                <c:pt idx="77495">
                  <c:v>65.989999999999995</c:v>
                </c:pt>
                <c:pt idx="77496">
                  <c:v>49.48</c:v>
                </c:pt>
                <c:pt idx="77497">
                  <c:v>84.99</c:v>
                </c:pt>
                <c:pt idx="77498">
                  <c:v>84.99</c:v>
                </c:pt>
                <c:pt idx="77499">
                  <c:v>84.99</c:v>
                </c:pt>
                <c:pt idx="77500">
                  <c:v>64.98</c:v>
                </c:pt>
                <c:pt idx="77501">
                  <c:v>83.98</c:v>
                </c:pt>
                <c:pt idx="77502">
                  <c:v>99.98</c:v>
                </c:pt>
                <c:pt idx="77503">
                  <c:v>84.99</c:v>
                </c:pt>
                <c:pt idx="77504">
                  <c:v>84.99</c:v>
                </c:pt>
                <c:pt idx="77505">
                  <c:v>84.99</c:v>
                </c:pt>
                <c:pt idx="77506">
                  <c:v>61.98</c:v>
                </c:pt>
                <c:pt idx="77507">
                  <c:v>73.98</c:v>
                </c:pt>
                <c:pt idx="77508">
                  <c:v>73.98</c:v>
                </c:pt>
                <c:pt idx="77509">
                  <c:v>73.98</c:v>
                </c:pt>
                <c:pt idx="77510">
                  <c:v>55.98</c:v>
                </c:pt>
                <c:pt idx="77511">
                  <c:v>73.98</c:v>
                </c:pt>
                <c:pt idx="77512">
                  <c:v>73.98</c:v>
                </c:pt>
                <c:pt idx="77513">
                  <c:v>103</c:v>
                </c:pt>
                <c:pt idx="77514">
                  <c:v>61.98</c:v>
                </c:pt>
                <c:pt idx="77515">
                  <c:v>110.97</c:v>
                </c:pt>
                <c:pt idx="77516">
                  <c:v>49.99</c:v>
                </c:pt>
                <c:pt idx="77517">
                  <c:v>67.47</c:v>
                </c:pt>
                <c:pt idx="77518">
                  <c:v>124.87</c:v>
                </c:pt>
                <c:pt idx="77519">
                  <c:v>127.95</c:v>
                </c:pt>
                <c:pt idx="77520">
                  <c:v>89.97</c:v>
                </c:pt>
                <c:pt idx="77521">
                  <c:v>50.96</c:v>
                </c:pt>
                <c:pt idx="77522">
                  <c:v>65.98</c:v>
                </c:pt>
                <c:pt idx="77523">
                  <c:v>101.97</c:v>
                </c:pt>
                <c:pt idx="77524">
                  <c:v>98.57</c:v>
                </c:pt>
                <c:pt idx="77525">
                  <c:v>68.959999999999994</c:v>
                </c:pt>
                <c:pt idx="77526">
                  <c:v>89.97</c:v>
                </c:pt>
                <c:pt idx="77527">
                  <c:v>65.97</c:v>
                </c:pt>
                <c:pt idx="77528">
                  <c:v>104.97</c:v>
                </c:pt>
                <c:pt idx="77529">
                  <c:v>49.98</c:v>
                </c:pt>
                <c:pt idx="77530">
                  <c:v>89.97</c:v>
                </c:pt>
                <c:pt idx="77531">
                  <c:v>73.97</c:v>
                </c:pt>
                <c:pt idx="77532">
                  <c:v>54.98</c:v>
                </c:pt>
                <c:pt idx="77533">
                  <c:v>59.37</c:v>
                </c:pt>
                <c:pt idx="77534">
                  <c:v>59.98</c:v>
                </c:pt>
                <c:pt idx="77535">
                  <c:v>38.799999999999997</c:v>
                </c:pt>
                <c:pt idx="77536">
                  <c:v>28.17</c:v>
                </c:pt>
                <c:pt idx="77537">
                  <c:v>59.98</c:v>
                </c:pt>
                <c:pt idx="77538">
                  <c:v>56.21</c:v>
                </c:pt>
                <c:pt idx="77539">
                  <c:v>39.18</c:v>
                </c:pt>
                <c:pt idx="77540">
                  <c:v>59.98</c:v>
                </c:pt>
                <c:pt idx="77541">
                  <c:v>38.44</c:v>
                </c:pt>
                <c:pt idx="77542">
                  <c:v>141.91999999999999</c:v>
                </c:pt>
                <c:pt idx="77543">
                  <c:v>166.96</c:v>
                </c:pt>
                <c:pt idx="77544">
                  <c:v>166.96</c:v>
                </c:pt>
                <c:pt idx="77545">
                  <c:v>166.96</c:v>
                </c:pt>
                <c:pt idx="77546">
                  <c:v>87.16</c:v>
                </c:pt>
                <c:pt idx="77547">
                  <c:v>119.14</c:v>
                </c:pt>
                <c:pt idx="77548">
                  <c:v>169.98</c:v>
                </c:pt>
                <c:pt idx="77549">
                  <c:v>121.35</c:v>
                </c:pt>
                <c:pt idx="77550">
                  <c:v>102.96</c:v>
                </c:pt>
                <c:pt idx="77551">
                  <c:v>93.97</c:v>
                </c:pt>
                <c:pt idx="77552">
                  <c:v>95.93</c:v>
                </c:pt>
                <c:pt idx="77553">
                  <c:v>94.31</c:v>
                </c:pt>
                <c:pt idx="77554">
                  <c:v>64.069999999999993</c:v>
                </c:pt>
                <c:pt idx="77555">
                  <c:v>64.069999999999993</c:v>
                </c:pt>
                <c:pt idx="77556">
                  <c:v>71.98</c:v>
                </c:pt>
                <c:pt idx="77557">
                  <c:v>-1.2</c:v>
                </c:pt>
                <c:pt idx="77558">
                  <c:v>131.79</c:v>
                </c:pt>
                <c:pt idx="77559">
                  <c:v>131.79</c:v>
                </c:pt>
                <c:pt idx="77560">
                  <c:v>71.98</c:v>
                </c:pt>
                <c:pt idx="77561">
                  <c:v>101.57</c:v>
                </c:pt>
                <c:pt idx="77562">
                  <c:v>87.65</c:v>
                </c:pt>
                <c:pt idx="77563">
                  <c:v>229.8</c:v>
                </c:pt>
                <c:pt idx="77564">
                  <c:v>87.65</c:v>
                </c:pt>
                <c:pt idx="77565">
                  <c:v>229.8</c:v>
                </c:pt>
                <c:pt idx="77566">
                  <c:v>94.31</c:v>
                </c:pt>
                <c:pt idx="77567">
                  <c:v>-1.2</c:v>
                </c:pt>
                <c:pt idx="77568">
                  <c:v>101.57</c:v>
                </c:pt>
                <c:pt idx="77569">
                  <c:v>56.97</c:v>
                </c:pt>
                <c:pt idx="77570">
                  <c:v>125.95</c:v>
                </c:pt>
                <c:pt idx="77571">
                  <c:v>103.96</c:v>
                </c:pt>
                <c:pt idx="77572">
                  <c:v>137.97999999999999</c:v>
                </c:pt>
                <c:pt idx="77573">
                  <c:v>114.96</c:v>
                </c:pt>
                <c:pt idx="77574">
                  <c:v>37.479999999999997</c:v>
                </c:pt>
                <c:pt idx="77575">
                  <c:v>77.97</c:v>
                </c:pt>
                <c:pt idx="77576">
                  <c:v>77.97</c:v>
                </c:pt>
                <c:pt idx="77577">
                  <c:v>103.96</c:v>
                </c:pt>
                <c:pt idx="77578">
                  <c:v>131.97999999999999</c:v>
                </c:pt>
                <c:pt idx="77579">
                  <c:v>212.96</c:v>
                </c:pt>
                <c:pt idx="77580">
                  <c:v>199.46</c:v>
                </c:pt>
                <c:pt idx="77581">
                  <c:v>197.97</c:v>
                </c:pt>
                <c:pt idx="77582">
                  <c:v>118.78</c:v>
                </c:pt>
                <c:pt idx="77583">
                  <c:v>131.97999999999999</c:v>
                </c:pt>
                <c:pt idx="77584">
                  <c:v>68.98</c:v>
                </c:pt>
                <c:pt idx="77585">
                  <c:v>68.98</c:v>
                </c:pt>
                <c:pt idx="77586">
                  <c:v>84.99</c:v>
                </c:pt>
                <c:pt idx="77587">
                  <c:v>82.98</c:v>
                </c:pt>
                <c:pt idx="77588">
                  <c:v>80.55</c:v>
                </c:pt>
                <c:pt idx="77589">
                  <c:v>50.22</c:v>
                </c:pt>
                <c:pt idx="77590">
                  <c:v>68.98</c:v>
                </c:pt>
                <c:pt idx="77591">
                  <c:v>79.98</c:v>
                </c:pt>
                <c:pt idx="77592">
                  <c:v>41.29</c:v>
                </c:pt>
                <c:pt idx="77593">
                  <c:v>98.98</c:v>
                </c:pt>
                <c:pt idx="77594">
                  <c:v>54.99</c:v>
                </c:pt>
                <c:pt idx="77595">
                  <c:v>97.3</c:v>
                </c:pt>
                <c:pt idx="77596">
                  <c:v>79.98</c:v>
                </c:pt>
                <c:pt idx="77597">
                  <c:v>74.98</c:v>
                </c:pt>
                <c:pt idx="77598">
                  <c:v>89.97</c:v>
                </c:pt>
                <c:pt idx="77599">
                  <c:v>98.98</c:v>
                </c:pt>
                <c:pt idx="77600">
                  <c:v>69.98</c:v>
                </c:pt>
                <c:pt idx="77601">
                  <c:v>98.98</c:v>
                </c:pt>
                <c:pt idx="77602">
                  <c:v>50.98</c:v>
                </c:pt>
                <c:pt idx="77603">
                  <c:v>99.98</c:v>
                </c:pt>
                <c:pt idx="77604">
                  <c:v>109.97</c:v>
                </c:pt>
                <c:pt idx="77605">
                  <c:v>74.98</c:v>
                </c:pt>
                <c:pt idx="77606">
                  <c:v>79.98</c:v>
                </c:pt>
                <c:pt idx="77607">
                  <c:v>169.98</c:v>
                </c:pt>
                <c:pt idx="77608">
                  <c:v>169.98</c:v>
                </c:pt>
                <c:pt idx="77609">
                  <c:v>292.95</c:v>
                </c:pt>
                <c:pt idx="77610">
                  <c:v>143.97999999999999</c:v>
                </c:pt>
                <c:pt idx="77611">
                  <c:v>65.989999999999995</c:v>
                </c:pt>
                <c:pt idx="77612">
                  <c:v>50.98</c:v>
                </c:pt>
                <c:pt idx="77613">
                  <c:v>70.98</c:v>
                </c:pt>
                <c:pt idx="77614">
                  <c:v>99.98</c:v>
                </c:pt>
                <c:pt idx="77615">
                  <c:v>131.97999999999999</c:v>
                </c:pt>
                <c:pt idx="77616">
                  <c:v>65.989999999999995</c:v>
                </c:pt>
                <c:pt idx="77617">
                  <c:v>92.38</c:v>
                </c:pt>
                <c:pt idx="77618">
                  <c:v>114.97</c:v>
                </c:pt>
                <c:pt idx="77619">
                  <c:v>131.97999999999999</c:v>
                </c:pt>
                <c:pt idx="77620">
                  <c:v>80.8</c:v>
                </c:pt>
                <c:pt idx="77621">
                  <c:v>131.13999999999999</c:v>
                </c:pt>
                <c:pt idx="77622">
                  <c:v>105.98</c:v>
                </c:pt>
                <c:pt idx="77623">
                  <c:v>105.98</c:v>
                </c:pt>
                <c:pt idx="77624">
                  <c:v>94.65</c:v>
                </c:pt>
                <c:pt idx="77625">
                  <c:v>105.98</c:v>
                </c:pt>
                <c:pt idx="77626">
                  <c:v>131.02000000000001</c:v>
                </c:pt>
                <c:pt idx="77627">
                  <c:v>166.54</c:v>
                </c:pt>
                <c:pt idx="77628">
                  <c:v>118.97</c:v>
                </c:pt>
                <c:pt idx="77629">
                  <c:v>148.97999999999999</c:v>
                </c:pt>
                <c:pt idx="77630">
                  <c:v>169.98</c:v>
                </c:pt>
                <c:pt idx="77631">
                  <c:v>94.17</c:v>
                </c:pt>
                <c:pt idx="77632">
                  <c:v>194.97</c:v>
                </c:pt>
                <c:pt idx="77633">
                  <c:v>50.98</c:v>
                </c:pt>
                <c:pt idx="77634">
                  <c:v>91.94</c:v>
                </c:pt>
                <c:pt idx="77635">
                  <c:v>50.98</c:v>
                </c:pt>
                <c:pt idx="77636">
                  <c:v>85.95</c:v>
                </c:pt>
                <c:pt idx="77637">
                  <c:v>91.94</c:v>
                </c:pt>
                <c:pt idx="77638">
                  <c:v>85.95</c:v>
                </c:pt>
                <c:pt idx="77639">
                  <c:v>84.99</c:v>
                </c:pt>
                <c:pt idx="77640">
                  <c:v>84.99</c:v>
                </c:pt>
                <c:pt idx="77641">
                  <c:v>68.989999999999995</c:v>
                </c:pt>
                <c:pt idx="77642">
                  <c:v>84.99</c:v>
                </c:pt>
                <c:pt idx="77643">
                  <c:v>54.99</c:v>
                </c:pt>
                <c:pt idx="77644">
                  <c:v>84.99</c:v>
                </c:pt>
                <c:pt idx="77645">
                  <c:v>89.98</c:v>
                </c:pt>
                <c:pt idx="77646">
                  <c:v>84.99</c:v>
                </c:pt>
                <c:pt idx="77647">
                  <c:v>84.99</c:v>
                </c:pt>
                <c:pt idx="77648">
                  <c:v>84.99</c:v>
                </c:pt>
                <c:pt idx="77649">
                  <c:v>29.48</c:v>
                </c:pt>
                <c:pt idx="77650">
                  <c:v>47.49</c:v>
                </c:pt>
                <c:pt idx="77651">
                  <c:v>54.98</c:v>
                </c:pt>
                <c:pt idx="77652">
                  <c:v>54.98</c:v>
                </c:pt>
                <c:pt idx="77653">
                  <c:v>129.97999999999999</c:v>
                </c:pt>
                <c:pt idx="77654">
                  <c:v>54.98</c:v>
                </c:pt>
                <c:pt idx="77655">
                  <c:v>29.99</c:v>
                </c:pt>
                <c:pt idx="77656">
                  <c:v>119.96</c:v>
                </c:pt>
                <c:pt idx="77657">
                  <c:v>89.97</c:v>
                </c:pt>
                <c:pt idx="77658">
                  <c:v>119.96</c:v>
                </c:pt>
                <c:pt idx="77659">
                  <c:v>89.97</c:v>
                </c:pt>
                <c:pt idx="77660">
                  <c:v>374.91</c:v>
                </c:pt>
                <c:pt idx="77661">
                  <c:v>223.36</c:v>
                </c:pt>
                <c:pt idx="77662">
                  <c:v>279.39999999999998</c:v>
                </c:pt>
                <c:pt idx="77663">
                  <c:v>84.96</c:v>
                </c:pt>
                <c:pt idx="77664">
                  <c:v>124.94</c:v>
                </c:pt>
                <c:pt idx="77665">
                  <c:v>144.94999999999999</c:v>
                </c:pt>
                <c:pt idx="77666">
                  <c:v>100.96</c:v>
                </c:pt>
                <c:pt idx="77667">
                  <c:v>169.98</c:v>
                </c:pt>
                <c:pt idx="77668">
                  <c:v>67.48</c:v>
                </c:pt>
                <c:pt idx="77669">
                  <c:v>105.98</c:v>
                </c:pt>
                <c:pt idx="77670">
                  <c:v>84.99</c:v>
                </c:pt>
                <c:pt idx="77671">
                  <c:v>166.96</c:v>
                </c:pt>
                <c:pt idx="77672">
                  <c:v>75.959999999999994</c:v>
                </c:pt>
                <c:pt idx="77673">
                  <c:v>102.41</c:v>
                </c:pt>
                <c:pt idx="77674">
                  <c:v>84.99</c:v>
                </c:pt>
                <c:pt idx="77675">
                  <c:v>99.98</c:v>
                </c:pt>
                <c:pt idx="77676">
                  <c:v>54.28</c:v>
                </c:pt>
                <c:pt idx="77677">
                  <c:v>37.590000000000003</c:v>
                </c:pt>
                <c:pt idx="77678">
                  <c:v>65.989999999999995</c:v>
                </c:pt>
                <c:pt idx="77679">
                  <c:v>79.989999999999995</c:v>
                </c:pt>
                <c:pt idx="77680">
                  <c:v>79.989999999999995</c:v>
                </c:pt>
                <c:pt idx="77681">
                  <c:v>79.989999999999995</c:v>
                </c:pt>
                <c:pt idx="77682">
                  <c:v>68.98</c:v>
                </c:pt>
                <c:pt idx="77683">
                  <c:v>52.24</c:v>
                </c:pt>
                <c:pt idx="77684">
                  <c:v>98.97</c:v>
                </c:pt>
                <c:pt idx="77685">
                  <c:v>69.98</c:v>
                </c:pt>
                <c:pt idx="77686">
                  <c:v>79.989999999999995</c:v>
                </c:pt>
                <c:pt idx="77687">
                  <c:v>47.49</c:v>
                </c:pt>
                <c:pt idx="77688">
                  <c:v>68.98</c:v>
                </c:pt>
                <c:pt idx="77689">
                  <c:v>41.49</c:v>
                </c:pt>
                <c:pt idx="77690">
                  <c:v>96.15</c:v>
                </c:pt>
                <c:pt idx="77691">
                  <c:v>66.540000000000006</c:v>
                </c:pt>
                <c:pt idx="77692">
                  <c:v>83.47</c:v>
                </c:pt>
                <c:pt idx="77693">
                  <c:v>92.54</c:v>
                </c:pt>
                <c:pt idx="77694">
                  <c:v>62.91</c:v>
                </c:pt>
                <c:pt idx="77695">
                  <c:v>83.47</c:v>
                </c:pt>
                <c:pt idx="77696">
                  <c:v>214.35</c:v>
                </c:pt>
                <c:pt idx="77697">
                  <c:v>67.87</c:v>
                </c:pt>
                <c:pt idx="77698">
                  <c:v>78.87</c:v>
                </c:pt>
                <c:pt idx="77699">
                  <c:v>102.83</c:v>
                </c:pt>
                <c:pt idx="77700">
                  <c:v>61.69</c:v>
                </c:pt>
                <c:pt idx="77701">
                  <c:v>169.98</c:v>
                </c:pt>
                <c:pt idx="77702">
                  <c:v>73.48</c:v>
                </c:pt>
                <c:pt idx="77703">
                  <c:v>87.97</c:v>
                </c:pt>
                <c:pt idx="77704">
                  <c:v>84.99</c:v>
                </c:pt>
                <c:pt idx="77705">
                  <c:v>108.96</c:v>
                </c:pt>
                <c:pt idx="77706">
                  <c:v>84.99</c:v>
                </c:pt>
                <c:pt idx="77707">
                  <c:v>106.46</c:v>
                </c:pt>
                <c:pt idx="77708">
                  <c:v>82.97</c:v>
                </c:pt>
                <c:pt idx="77709">
                  <c:v>84.64</c:v>
                </c:pt>
                <c:pt idx="77710">
                  <c:v>84.99</c:v>
                </c:pt>
                <c:pt idx="77711">
                  <c:v>109.97</c:v>
                </c:pt>
                <c:pt idx="77712">
                  <c:v>84.99</c:v>
                </c:pt>
                <c:pt idx="77713">
                  <c:v>133.97</c:v>
                </c:pt>
                <c:pt idx="77714">
                  <c:v>89.95</c:v>
                </c:pt>
                <c:pt idx="77715">
                  <c:v>104.94</c:v>
                </c:pt>
                <c:pt idx="77716">
                  <c:v>94.95</c:v>
                </c:pt>
                <c:pt idx="77717">
                  <c:v>109.94</c:v>
                </c:pt>
                <c:pt idx="77718">
                  <c:v>89.95</c:v>
                </c:pt>
                <c:pt idx="77719">
                  <c:v>109.94</c:v>
                </c:pt>
                <c:pt idx="77720">
                  <c:v>94.95</c:v>
                </c:pt>
                <c:pt idx="77721">
                  <c:v>189.9</c:v>
                </c:pt>
                <c:pt idx="77722">
                  <c:v>107.94</c:v>
                </c:pt>
                <c:pt idx="77723">
                  <c:v>104.94</c:v>
                </c:pt>
                <c:pt idx="77724">
                  <c:v>94.95</c:v>
                </c:pt>
                <c:pt idx="77725">
                  <c:v>94.95</c:v>
                </c:pt>
                <c:pt idx="77726">
                  <c:v>144.94</c:v>
                </c:pt>
                <c:pt idx="77727">
                  <c:v>144.94</c:v>
                </c:pt>
                <c:pt idx="77728">
                  <c:v>189.9</c:v>
                </c:pt>
                <c:pt idx="77729">
                  <c:v>107.94</c:v>
                </c:pt>
                <c:pt idx="77730">
                  <c:v>75.98</c:v>
                </c:pt>
                <c:pt idx="77731">
                  <c:v>65.98</c:v>
                </c:pt>
                <c:pt idx="77732">
                  <c:v>75.98</c:v>
                </c:pt>
                <c:pt idx="77733">
                  <c:v>72.180000000000007</c:v>
                </c:pt>
                <c:pt idx="77734">
                  <c:v>74.52</c:v>
                </c:pt>
                <c:pt idx="77735">
                  <c:v>145.96</c:v>
                </c:pt>
                <c:pt idx="77736">
                  <c:v>79.97</c:v>
                </c:pt>
                <c:pt idx="77737">
                  <c:v>104.45</c:v>
                </c:pt>
                <c:pt idx="77738">
                  <c:v>75.98</c:v>
                </c:pt>
                <c:pt idx="77739">
                  <c:v>75.22</c:v>
                </c:pt>
                <c:pt idx="77740">
                  <c:v>52.24</c:v>
                </c:pt>
                <c:pt idx="77741">
                  <c:v>59.39</c:v>
                </c:pt>
                <c:pt idx="77742">
                  <c:v>76.489999999999995</c:v>
                </c:pt>
                <c:pt idx="77743">
                  <c:v>134.97</c:v>
                </c:pt>
                <c:pt idx="77744">
                  <c:v>67.48</c:v>
                </c:pt>
                <c:pt idx="77745">
                  <c:v>76.489999999999995</c:v>
                </c:pt>
                <c:pt idx="77746">
                  <c:v>130.47</c:v>
                </c:pt>
                <c:pt idx="77747">
                  <c:v>76.489999999999995</c:v>
                </c:pt>
                <c:pt idx="77748">
                  <c:v>78.47</c:v>
                </c:pt>
                <c:pt idx="77749">
                  <c:v>84.98</c:v>
                </c:pt>
                <c:pt idx="77750">
                  <c:v>80.23</c:v>
                </c:pt>
                <c:pt idx="77751">
                  <c:v>129.97</c:v>
                </c:pt>
                <c:pt idx="77752">
                  <c:v>51.86</c:v>
                </c:pt>
                <c:pt idx="77753">
                  <c:v>159.96</c:v>
                </c:pt>
                <c:pt idx="77754">
                  <c:v>148.44999999999999</c:v>
                </c:pt>
                <c:pt idx="77755">
                  <c:v>180.42</c:v>
                </c:pt>
                <c:pt idx="77756">
                  <c:v>152.93</c:v>
                </c:pt>
                <c:pt idx="77757">
                  <c:v>77.459999999999994</c:v>
                </c:pt>
                <c:pt idx="77758">
                  <c:v>55.96</c:v>
                </c:pt>
                <c:pt idx="77759">
                  <c:v>59.96</c:v>
                </c:pt>
                <c:pt idx="77760">
                  <c:v>54.98</c:v>
                </c:pt>
                <c:pt idx="77761">
                  <c:v>59.96</c:v>
                </c:pt>
                <c:pt idx="77762">
                  <c:v>42.87</c:v>
                </c:pt>
                <c:pt idx="77763">
                  <c:v>77.459999999999994</c:v>
                </c:pt>
                <c:pt idx="77764">
                  <c:v>42.87</c:v>
                </c:pt>
                <c:pt idx="77765">
                  <c:v>54.98</c:v>
                </c:pt>
                <c:pt idx="77766">
                  <c:v>59.96</c:v>
                </c:pt>
                <c:pt idx="77767">
                  <c:v>59.96</c:v>
                </c:pt>
                <c:pt idx="77768">
                  <c:v>59.96</c:v>
                </c:pt>
                <c:pt idx="77769">
                  <c:v>55.96</c:v>
                </c:pt>
                <c:pt idx="77770">
                  <c:v>59.96</c:v>
                </c:pt>
                <c:pt idx="77771">
                  <c:v>258.39999999999998</c:v>
                </c:pt>
                <c:pt idx="77772">
                  <c:v>53.97</c:v>
                </c:pt>
                <c:pt idx="77773">
                  <c:v>51.96</c:v>
                </c:pt>
                <c:pt idx="77774">
                  <c:v>139.97999999999999</c:v>
                </c:pt>
                <c:pt idx="77775">
                  <c:v>139.97999999999999</c:v>
                </c:pt>
                <c:pt idx="77776">
                  <c:v>51.96</c:v>
                </c:pt>
                <c:pt idx="77777">
                  <c:v>124.98</c:v>
                </c:pt>
                <c:pt idx="77778">
                  <c:v>-14.94</c:v>
                </c:pt>
                <c:pt idx="77779">
                  <c:v>-14.94</c:v>
                </c:pt>
                <c:pt idx="77780">
                  <c:v>14.29</c:v>
                </c:pt>
                <c:pt idx="77781">
                  <c:v>14.29</c:v>
                </c:pt>
                <c:pt idx="77782">
                  <c:v>134.97999999999999</c:v>
                </c:pt>
                <c:pt idx="77783">
                  <c:v>14.94</c:v>
                </c:pt>
                <c:pt idx="77784">
                  <c:v>14.94</c:v>
                </c:pt>
                <c:pt idx="77785">
                  <c:v>14.94</c:v>
                </c:pt>
                <c:pt idx="77786">
                  <c:v>134.97999999999999</c:v>
                </c:pt>
                <c:pt idx="77787">
                  <c:v>124.98</c:v>
                </c:pt>
                <c:pt idx="77788">
                  <c:v>14.94</c:v>
                </c:pt>
                <c:pt idx="77789">
                  <c:v>110.98</c:v>
                </c:pt>
                <c:pt idx="77790">
                  <c:v>65.989999999999995</c:v>
                </c:pt>
                <c:pt idx="77791">
                  <c:v>65.989999999999995</c:v>
                </c:pt>
                <c:pt idx="77792">
                  <c:v>65.989999999999995</c:v>
                </c:pt>
                <c:pt idx="77793">
                  <c:v>59.39</c:v>
                </c:pt>
                <c:pt idx="77794">
                  <c:v>65.989999999999995</c:v>
                </c:pt>
                <c:pt idx="77795">
                  <c:v>59.99</c:v>
                </c:pt>
                <c:pt idx="77796">
                  <c:v>65.989999999999995</c:v>
                </c:pt>
                <c:pt idx="77797">
                  <c:v>92.07</c:v>
                </c:pt>
                <c:pt idx="77798">
                  <c:v>59.39</c:v>
                </c:pt>
                <c:pt idx="77799">
                  <c:v>84.99</c:v>
                </c:pt>
                <c:pt idx="77800">
                  <c:v>69.989999999999995</c:v>
                </c:pt>
                <c:pt idx="77801">
                  <c:v>31.48</c:v>
                </c:pt>
                <c:pt idx="77802">
                  <c:v>20.49</c:v>
                </c:pt>
                <c:pt idx="77803">
                  <c:v>69.98</c:v>
                </c:pt>
                <c:pt idx="77804">
                  <c:v>84.99</c:v>
                </c:pt>
                <c:pt idx="77805">
                  <c:v>16.489999999999998</c:v>
                </c:pt>
                <c:pt idx="77806">
                  <c:v>49.99</c:v>
                </c:pt>
                <c:pt idx="77807">
                  <c:v>55.98</c:v>
                </c:pt>
                <c:pt idx="77808">
                  <c:v>55.98</c:v>
                </c:pt>
                <c:pt idx="77809">
                  <c:v>75.349999999999994</c:v>
                </c:pt>
                <c:pt idx="77810">
                  <c:v>83.97</c:v>
                </c:pt>
                <c:pt idx="77811">
                  <c:v>71.959999999999994</c:v>
                </c:pt>
                <c:pt idx="77812">
                  <c:v>53.98</c:v>
                </c:pt>
                <c:pt idx="77813">
                  <c:v>64.349999999999994</c:v>
                </c:pt>
                <c:pt idx="77814">
                  <c:v>59.98</c:v>
                </c:pt>
                <c:pt idx="77815">
                  <c:v>59.98</c:v>
                </c:pt>
                <c:pt idx="77816">
                  <c:v>59.98</c:v>
                </c:pt>
                <c:pt idx="77817">
                  <c:v>61.98</c:v>
                </c:pt>
                <c:pt idx="77818">
                  <c:v>54.58</c:v>
                </c:pt>
                <c:pt idx="77819">
                  <c:v>83.97</c:v>
                </c:pt>
                <c:pt idx="77820">
                  <c:v>107.51</c:v>
                </c:pt>
                <c:pt idx="77821">
                  <c:v>162.35</c:v>
                </c:pt>
                <c:pt idx="77822">
                  <c:v>57.98</c:v>
                </c:pt>
                <c:pt idx="77823">
                  <c:v>142.94999999999999</c:v>
                </c:pt>
                <c:pt idx="77824">
                  <c:v>103.98</c:v>
                </c:pt>
                <c:pt idx="77825">
                  <c:v>41.49</c:v>
                </c:pt>
                <c:pt idx="77826">
                  <c:v>54.99</c:v>
                </c:pt>
                <c:pt idx="77827">
                  <c:v>17.489999999999998</c:v>
                </c:pt>
                <c:pt idx="77828">
                  <c:v>58.67</c:v>
                </c:pt>
                <c:pt idx="77829">
                  <c:v>74.98</c:v>
                </c:pt>
                <c:pt idx="77830">
                  <c:v>114.97</c:v>
                </c:pt>
                <c:pt idx="77831">
                  <c:v>55.98</c:v>
                </c:pt>
                <c:pt idx="77832">
                  <c:v>-103.98</c:v>
                </c:pt>
                <c:pt idx="77833">
                  <c:v>54.98</c:v>
                </c:pt>
                <c:pt idx="77834">
                  <c:v>83.98</c:v>
                </c:pt>
                <c:pt idx="77835">
                  <c:v>54.99</c:v>
                </c:pt>
                <c:pt idx="77836">
                  <c:v>54.99</c:v>
                </c:pt>
                <c:pt idx="77837">
                  <c:v>65.98</c:v>
                </c:pt>
                <c:pt idx="77838">
                  <c:v>66.099999999999994</c:v>
                </c:pt>
                <c:pt idx="77839">
                  <c:v>65.98</c:v>
                </c:pt>
                <c:pt idx="77840">
                  <c:v>149.94999999999999</c:v>
                </c:pt>
                <c:pt idx="77841">
                  <c:v>113.66</c:v>
                </c:pt>
                <c:pt idx="77842">
                  <c:v>119.96</c:v>
                </c:pt>
                <c:pt idx="77843">
                  <c:v>119.96</c:v>
                </c:pt>
                <c:pt idx="77844">
                  <c:v>119.96</c:v>
                </c:pt>
                <c:pt idx="77845">
                  <c:v>119.96</c:v>
                </c:pt>
                <c:pt idx="77846">
                  <c:v>119.96</c:v>
                </c:pt>
                <c:pt idx="77847">
                  <c:v>119.96</c:v>
                </c:pt>
                <c:pt idx="77848">
                  <c:v>109.97</c:v>
                </c:pt>
                <c:pt idx="77849">
                  <c:v>84.99</c:v>
                </c:pt>
                <c:pt idx="77850">
                  <c:v>68.989999999999995</c:v>
                </c:pt>
                <c:pt idx="77851">
                  <c:v>119.96</c:v>
                </c:pt>
                <c:pt idx="77852">
                  <c:v>100.96</c:v>
                </c:pt>
                <c:pt idx="77853">
                  <c:v>65.989999999999995</c:v>
                </c:pt>
                <c:pt idx="77854">
                  <c:v>99.98</c:v>
                </c:pt>
                <c:pt idx="77855">
                  <c:v>84.99</c:v>
                </c:pt>
                <c:pt idx="77856">
                  <c:v>85.97</c:v>
                </c:pt>
                <c:pt idx="77857">
                  <c:v>78.63</c:v>
                </c:pt>
                <c:pt idx="77858">
                  <c:v>96.78</c:v>
                </c:pt>
                <c:pt idx="77859">
                  <c:v>96.78</c:v>
                </c:pt>
                <c:pt idx="77860">
                  <c:v>96.78</c:v>
                </c:pt>
                <c:pt idx="77861">
                  <c:v>96.78</c:v>
                </c:pt>
                <c:pt idx="77862">
                  <c:v>96.78</c:v>
                </c:pt>
                <c:pt idx="77863">
                  <c:v>77.97</c:v>
                </c:pt>
                <c:pt idx="77864">
                  <c:v>84.97</c:v>
                </c:pt>
                <c:pt idx="77865">
                  <c:v>51.98</c:v>
                </c:pt>
                <c:pt idx="77866">
                  <c:v>59.98</c:v>
                </c:pt>
                <c:pt idx="77867">
                  <c:v>59.98</c:v>
                </c:pt>
                <c:pt idx="77868">
                  <c:v>59.98</c:v>
                </c:pt>
                <c:pt idx="77869">
                  <c:v>84.97</c:v>
                </c:pt>
                <c:pt idx="77870">
                  <c:v>72.97</c:v>
                </c:pt>
                <c:pt idx="77871">
                  <c:v>96.96</c:v>
                </c:pt>
                <c:pt idx="77872">
                  <c:v>59.98</c:v>
                </c:pt>
                <c:pt idx="77873">
                  <c:v>169.98</c:v>
                </c:pt>
                <c:pt idx="77874">
                  <c:v>232.56</c:v>
                </c:pt>
                <c:pt idx="77875">
                  <c:v>149.97</c:v>
                </c:pt>
                <c:pt idx="77876">
                  <c:v>235.17</c:v>
                </c:pt>
                <c:pt idx="77877">
                  <c:v>77.97</c:v>
                </c:pt>
                <c:pt idx="77878">
                  <c:v>172.36</c:v>
                </c:pt>
                <c:pt idx="77879">
                  <c:v>263.91000000000003</c:v>
                </c:pt>
                <c:pt idx="77880">
                  <c:v>305.92</c:v>
                </c:pt>
                <c:pt idx="77881">
                  <c:v>130.16999999999999</c:v>
                </c:pt>
                <c:pt idx="77882">
                  <c:v>31.48</c:v>
                </c:pt>
                <c:pt idx="77883">
                  <c:v>31.48</c:v>
                </c:pt>
                <c:pt idx="77884">
                  <c:v>97.68</c:v>
                </c:pt>
                <c:pt idx="77885">
                  <c:v>65.989999999999995</c:v>
                </c:pt>
                <c:pt idx="77886">
                  <c:v>83.48</c:v>
                </c:pt>
                <c:pt idx="77887">
                  <c:v>149.47</c:v>
                </c:pt>
                <c:pt idx="77888">
                  <c:v>78.48</c:v>
                </c:pt>
                <c:pt idx="77889">
                  <c:v>98.68</c:v>
                </c:pt>
                <c:pt idx="77890">
                  <c:v>99.98</c:v>
                </c:pt>
                <c:pt idx="77891">
                  <c:v>79.98</c:v>
                </c:pt>
                <c:pt idx="77892">
                  <c:v>184.97</c:v>
                </c:pt>
                <c:pt idx="77893">
                  <c:v>284.95</c:v>
                </c:pt>
                <c:pt idx="77894">
                  <c:v>72.97</c:v>
                </c:pt>
                <c:pt idx="77895">
                  <c:v>72.97</c:v>
                </c:pt>
                <c:pt idx="77896">
                  <c:v>254.97</c:v>
                </c:pt>
                <c:pt idx="77897">
                  <c:v>254.97</c:v>
                </c:pt>
                <c:pt idx="77898">
                  <c:v>254.97</c:v>
                </c:pt>
                <c:pt idx="77899">
                  <c:v>184.97</c:v>
                </c:pt>
                <c:pt idx="77900">
                  <c:v>254.97</c:v>
                </c:pt>
                <c:pt idx="77901">
                  <c:v>284.95</c:v>
                </c:pt>
                <c:pt idx="77902">
                  <c:v>107.96</c:v>
                </c:pt>
                <c:pt idx="77903">
                  <c:v>77.97</c:v>
                </c:pt>
                <c:pt idx="77904">
                  <c:v>112.97</c:v>
                </c:pt>
                <c:pt idx="77905">
                  <c:v>161.94</c:v>
                </c:pt>
                <c:pt idx="77906">
                  <c:v>133.96</c:v>
                </c:pt>
                <c:pt idx="77907">
                  <c:v>148.97</c:v>
                </c:pt>
                <c:pt idx="77908">
                  <c:v>83.97</c:v>
                </c:pt>
                <c:pt idx="77909">
                  <c:v>83.97</c:v>
                </c:pt>
                <c:pt idx="77910">
                  <c:v>167.94</c:v>
                </c:pt>
                <c:pt idx="77911">
                  <c:v>83.97</c:v>
                </c:pt>
                <c:pt idx="77912">
                  <c:v>167.94</c:v>
                </c:pt>
                <c:pt idx="77913">
                  <c:v>111.96</c:v>
                </c:pt>
                <c:pt idx="77914">
                  <c:v>111.96</c:v>
                </c:pt>
                <c:pt idx="77915">
                  <c:v>115.98</c:v>
                </c:pt>
                <c:pt idx="77916">
                  <c:v>221.94</c:v>
                </c:pt>
                <c:pt idx="77917">
                  <c:v>118.78</c:v>
                </c:pt>
                <c:pt idx="77918">
                  <c:v>121.98</c:v>
                </c:pt>
                <c:pt idx="77919">
                  <c:v>56.97</c:v>
                </c:pt>
                <c:pt idx="77920">
                  <c:v>115.98</c:v>
                </c:pt>
                <c:pt idx="77921">
                  <c:v>134.94</c:v>
                </c:pt>
                <c:pt idx="77922">
                  <c:v>75.959999999999994</c:v>
                </c:pt>
                <c:pt idx="77923">
                  <c:v>116.11</c:v>
                </c:pt>
                <c:pt idx="77924">
                  <c:v>163.31</c:v>
                </c:pt>
                <c:pt idx="77925">
                  <c:v>137.9</c:v>
                </c:pt>
                <c:pt idx="77926">
                  <c:v>108.86</c:v>
                </c:pt>
                <c:pt idx="77927">
                  <c:v>70.13</c:v>
                </c:pt>
                <c:pt idx="77928">
                  <c:v>47.17</c:v>
                </c:pt>
                <c:pt idx="77929">
                  <c:v>63.96</c:v>
                </c:pt>
                <c:pt idx="77930">
                  <c:v>109.4</c:v>
                </c:pt>
                <c:pt idx="77931">
                  <c:v>84.99</c:v>
                </c:pt>
                <c:pt idx="77932">
                  <c:v>75.09</c:v>
                </c:pt>
                <c:pt idx="77933">
                  <c:v>84.99</c:v>
                </c:pt>
                <c:pt idx="77934">
                  <c:v>55.97</c:v>
                </c:pt>
                <c:pt idx="77935">
                  <c:v>64.98</c:v>
                </c:pt>
                <c:pt idx="77936">
                  <c:v>81.47</c:v>
                </c:pt>
                <c:pt idx="77937">
                  <c:v>64.98</c:v>
                </c:pt>
                <c:pt idx="77938">
                  <c:v>60.98</c:v>
                </c:pt>
                <c:pt idx="77939">
                  <c:v>58.46</c:v>
                </c:pt>
                <c:pt idx="77940">
                  <c:v>71.98</c:v>
                </c:pt>
                <c:pt idx="77941">
                  <c:v>59.98</c:v>
                </c:pt>
                <c:pt idx="77942">
                  <c:v>71.98</c:v>
                </c:pt>
                <c:pt idx="77943">
                  <c:v>73.98</c:v>
                </c:pt>
                <c:pt idx="77944">
                  <c:v>71.98</c:v>
                </c:pt>
                <c:pt idx="77945">
                  <c:v>67.97</c:v>
                </c:pt>
                <c:pt idx="77946">
                  <c:v>74.97</c:v>
                </c:pt>
                <c:pt idx="77947">
                  <c:v>59.98</c:v>
                </c:pt>
                <c:pt idx="77948">
                  <c:v>69.98</c:v>
                </c:pt>
                <c:pt idx="77949">
                  <c:v>67.98</c:v>
                </c:pt>
                <c:pt idx="77950">
                  <c:v>73.98</c:v>
                </c:pt>
                <c:pt idx="77951">
                  <c:v>71.98</c:v>
                </c:pt>
                <c:pt idx="77952">
                  <c:v>151.96</c:v>
                </c:pt>
                <c:pt idx="77953">
                  <c:v>59.96</c:v>
                </c:pt>
                <c:pt idx="77954">
                  <c:v>122.22</c:v>
                </c:pt>
                <c:pt idx="77955">
                  <c:v>129.97</c:v>
                </c:pt>
                <c:pt idx="77956">
                  <c:v>169.98</c:v>
                </c:pt>
                <c:pt idx="77957">
                  <c:v>150.18</c:v>
                </c:pt>
                <c:pt idx="77958">
                  <c:v>125.98</c:v>
                </c:pt>
                <c:pt idx="77959">
                  <c:v>79.72</c:v>
                </c:pt>
                <c:pt idx="77960">
                  <c:v>59.98</c:v>
                </c:pt>
                <c:pt idx="77961">
                  <c:v>59.98</c:v>
                </c:pt>
                <c:pt idx="77962">
                  <c:v>51.98</c:v>
                </c:pt>
                <c:pt idx="77963">
                  <c:v>78.959999999999994</c:v>
                </c:pt>
                <c:pt idx="77964">
                  <c:v>52.98</c:v>
                </c:pt>
                <c:pt idx="77965">
                  <c:v>59.98</c:v>
                </c:pt>
                <c:pt idx="77966">
                  <c:v>68.97</c:v>
                </c:pt>
                <c:pt idx="77967">
                  <c:v>50.98</c:v>
                </c:pt>
                <c:pt idx="77968">
                  <c:v>59.98</c:v>
                </c:pt>
                <c:pt idx="77969">
                  <c:v>59.98</c:v>
                </c:pt>
                <c:pt idx="77970">
                  <c:v>59.98</c:v>
                </c:pt>
                <c:pt idx="77971">
                  <c:v>61.98</c:v>
                </c:pt>
                <c:pt idx="77972">
                  <c:v>55.98</c:v>
                </c:pt>
                <c:pt idx="77973">
                  <c:v>51.98</c:v>
                </c:pt>
                <c:pt idx="77974">
                  <c:v>60.97</c:v>
                </c:pt>
                <c:pt idx="77975">
                  <c:v>68.97</c:v>
                </c:pt>
                <c:pt idx="77976">
                  <c:v>103.98</c:v>
                </c:pt>
                <c:pt idx="77977">
                  <c:v>134.97999999999999</c:v>
                </c:pt>
                <c:pt idx="77978">
                  <c:v>68.989999999999995</c:v>
                </c:pt>
                <c:pt idx="77979">
                  <c:v>134.97999999999999</c:v>
                </c:pt>
                <c:pt idx="77980">
                  <c:v>71.989999999999995</c:v>
                </c:pt>
                <c:pt idx="77981">
                  <c:v>84.99</c:v>
                </c:pt>
                <c:pt idx="77982">
                  <c:v>59.98</c:v>
                </c:pt>
                <c:pt idx="77983">
                  <c:v>84.99</c:v>
                </c:pt>
                <c:pt idx="77984">
                  <c:v>78.45</c:v>
                </c:pt>
                <c:pt idx="77985">
                  <c:v>65.19</c:v>
                </c:pt>
                <c:pt idx="77986">
                  <c:v>-1.5</c:v>
                </c:pt>
                <c:pt idx="77987">
                  <c:v>81.88</c:v>
                </c:pt>
                <c:pt idx="77988">
                  <c:v>15.49</c:v>
                </c:pt>
                <c:pt idx="77989">
                  <c:v>131.97999999999999</c:v>
                </c:pt>
                <c:pt idx="77990">
                  <c:v>-13.99</c:v>
                </c:pt>
                <c:pt idx="77991">
                  <c:v>65.989999999999995</c:v>
                </c:pt>
                <c:pt idx="77992">
                  <c:v>131.97999999999999</c:v>
                </c:pt>
                <c:pt idx="77993">
                  <c:v>52.98</c:v>
                </c:pt>
                <c:pt idx="77994">
                  <c:v>64.989999999999995</c:v>
                </c:pt>
                <c:pt idx="77995">
                  <c:v>55.98</c:v>
                </c:pt>
                <c:pt idx="77996">
                  <c:v>64.989999999999995</c:v>
                </c:pt>
                <c:pt idx="77997">
                  <c:v>65.989999999999995</c:v>
                </c:pt>
                <c:pt idx="77998">
                  <c:v>118.98</c:v>
                </c:pt>
                <c:pt idx="77999">
                  <c:v>67.98</c:v>
                </c:pt>
                <c:pt idx="78000">
                  <c:v>85.33</c:v>
                </c:pt>
                <c:pt idx="78001">
                  <c:v>79.84</c:v>
                </c:pt>
                <c:pt idx="78002">
                  <c:v>11.47</c:v>
                </c:pt>
                <c:pt idx="78003">
                  <c:v>68.69</c:v>
                </c:pt>
                <c:pt idx="78004">
                  <c:v>64.94</c:v>
                </c:pt>
                <c:pt idx="78005">
                  <c:v>69.67</c:v>
                </c:pt>
                <c:pt idx="78006">
                  <c:v>73.5</c:v>
                </c:pt>
                <c:pt idx="78007">
                  <c:v>79.84</c:v>
                </c:pt>
                <c:pt idx="78008">
                  <c:v>72.540000000000006</c:v>
                </c:pt>
                <c:pt idx="78009">
                  <c:v>76.19</c:v>
                </c:pt>
                <c:pt idx="78010">
                  <c:v>80.69</c:v>
                </c:pt>
                <c:pt idx="78011">
                  <c:v>71.37</c:v>
                </c:pt>
                <c:pt idx="78012">
                  <c:v>79.84</c:v>
                </c:pt>
                <c:pt idx="78013">
                  <c:v>71.349999999999994</c:v>
                </c:pt>
                <c:pt idx="78014">
                  <c:v>99.98</c:v>
                </c:pt>
                <c:pt idx="78015">
                  <c:v>118.97</c:v>
                </c:pt>
                <c:pt idx="78016">
                  <c:v>143.33000000000001</c:v>
                </c:pt>
                <c:pt idx="78017">
                  <c:v>56.98</c:v>
                </c:pt>
                <c:pt idx="78018">
                  <c:v>118.97</c:v>
                </c:pt>
                <c:pt idx="78019">
                  <c:v>118.97</c:v>
                </c:pt>
                <c:pt idx="78020">
                  <c:v>149.97</c:v>
                </c:pt>
                <c:pt idx="78021">
                  <c:v>169.98</c:v>
                </c:pt>
                <c:pt idx="78022">
                  <c:v>87.98</c:v>
                </c:pt>
                <c:pt idx="78023">
                  <c:v>186.96</c:v>
                </c:pt>
                <c:pt idx="78024">
                  <c:v>169.98</c:v>
                </c:pt>
                <c:pt idx="78025">
                  <c:v>188.97</c:v>
                </c:pt>
                <c:pt idx="78026">
                  <c:v>59.98</c:v>
                </c:pt>
                <c:pt idx="78027">
                  <c:v>59.98</c:v>
                </c:pt>
                <c:pt idx="78028">
                  <c:v>59.98</c:v>
                </c:pt>
                <c:pt idx="78029">
                  <c:v>59.98</c:v>
                </c:pt>
                <c:pt idx="78030">
                  <c:v>71.97</c:v>
                </c:pt>
                <c:pt idx="78031">
                  <c:v>68.849999999999994</c:v>
                </c:pt>
                <c:pt idx="78032">
                  <c:v>71.97</c:v>
                </c:pt>
                <c:pt idx="78033">
                  <c:v>59.98</c:v>
                </c:pt>
                <c:pt idx="78034">
                  <c:v>54.98</c:v>
                </c:pt>
                <c:pt idx="78035">
                  <c:v>59.98</c:v>
                </c:pt>
                <c:pt idx="78036">
                  <c:v>54.87</c:v>
                </c:pt>
                <c:pt idx="78037">
                  <c:v>59.98</c:v>
                </c:pt>
                <c:pt idx="78038">
                  <c:v>59.98</c:v>
                </c:pt>
                <c:pt idx="78039">
                  <c:v>147.6</c:v>
                </c:pt>
                <c:pt idx="78040">
                  <c:v>118.5</c:v>
                </c:pt>
                <c:pt idx="78041">
                  <c:v>253.97</c:v>
                </c:pt>
                <c:pt idx="78042">
                  <c:v>239.54</c:v>
                </c:pt>
                <c:pt idx="78043">
                  <c:v>65.989999999999995</c:v>
                </c:pt>
                <c:pt idx="78044">
                  <c:v>64.98</c:v>
                </c:pt>
                <c:pt idx="78045">
                  <c:v>64.98</c:v>
                </c:pt>
                <c:pt idx="78046">
                  <c:v>141.51</c:v>
                </c:pt>
                <c:pt idx="78047">
                  <c:v>208.72</c:v>
                </c:pt>
                <c:pt idx="78048">
                  <c:v>79.98</c:v>
                </c:pt>
                <c:pt idx="78049">
                  <c:v>105.98</c:v>
                </c:pt>
                <c:pt idx="78050">
                  <c:v>79.98</c:v>
                </c:pt>
                <c:pt idx="78051">
                  <c:v>89.98</c:v>
                </c:pt>
                <c:pt idx="78052">
                  <c:v>64.98</c:v>
                </c:pt>
                <c:pt idx="78053">
                  <c:v>79.98</c:v>
                </c:pt>
                <c:pt idx="78054">
                  <c:v>84.99</c:v>
                </c:pt>
                <c:pt idx="78055">
                  <c:v>84.99</c:v>
                </c:pt>
                <c:pt idx="78056">
                  <c:v>64.489999999999995</c:v>
                </c:pt>
                <c:pt idx="78057">
                  <c:v>62.98</c:v>
                </c:pt>
                <c:pt idx="78058">
                  <c:v>84.99</c:v>
                </c:pt>
                <c:pt idx="78059">
                  <c:v>79.98</c:v>
                </c:pt>
                <c:pt idx="78060">
                  <c:v>99.98</c:v>
                </c:pt>
                <c:pt idx="78061">
                  <c:v>49.99</c:v>
                </c:pt>
                <c:pt idx="78062">
                  <c:v>99.98</c:v>
                </c:pt>
                <c:pt idx="78063">
                  <c:v>96.98</c:v>
                </c:pt>
                <c:pt idx="78064">
                  <c:v>88.98</c:v>
                </c:pt>
                <c:pt idx="78065">
                  <c:v>52.24</c:v>
                </c:pt>
                <c:pt idx="78066">
                  <c:v>52.24</c:v>
                </c:pt>
                <c:pt idx="78067">
                  <c:v>61.98</c:v>
                </c:pt>
                <c:pt idx="78068">
                  <c:v>51.49</c:v>
                </c:pt>
                <c:pt idx="78069">
                  <c:v>99.98</c:v>
                </c:pt>
                <c:pt idx="78070">
                  <c:v>52.24</c:v>
                </c:pt>
                <c:pt idx="78071">
                  <c:v>26.23</c:v>
                </c:pt>
                <c:pt idx="78072">
                  <c:v>76.489999999999995</c:v>
                </c:pt>
                <c:pt idx="78073">
                  <c:v>-20</c:v>
                </c:pt>
                <c:pt idx="78074">
                  <c:v>79.03</c:v>
                </c:pt>
                <c:pt idx="78075">
                  <c:v>76.489999999999995</c:v>
                </c:pt>
                <c:pt idx="78076">
                  <c:v>113.97</c:v>
                </c:pt>
                <c:pt idx="78077">
                  <c:v>72.239999999999995</c:v>
                </c:pt>
                <c:pt idx="78078">
                  <c:v>99.98</c:v>
                </c:pt>
                <c:pt idx="78079">
                  <c:v>84.99</c:v>
                </c:pt>
                <c:pt idx="78080">
                  <c:v>53.53</c:v>
                </c:pt>
                <c:pt idx="78081">
                  <c:v>80.739999999999995</c:v>
                </c:pt>
                <c:pt idx="78082">
                  <c:v>63.98</c:v>
                </c:pt>
                <c:pt idx="78083">
                  <c:v>111.4</c:v>
                </c:pt>
                <c:pt idx="78084">
                  <c:v>79.849999999999994</c:v>
                </c:pt>
                <c:pt idx="78085">
                  <c:v>79.849999999999994</c:v>
                </c:pt>
                <c:pt idx="78086">
                  <c:v>79.849999999999994</c:v>
                </c:pt>
                <c:pt idx="78087">
                  <c:v>165.84</c:v>
                </c:pt>
                <c:pt idx="78088">
                  <c:v>79.849999999999994</c:v>
                </c:pt>
                <c:pt idx="78089">
                  <c:v>79.849999999999994</c:v>
                </c:pt>
                <c:pt idx="78090">
                  <c:v>42.33</c:v>
                </c:pt>
                <c:pt idx="78091">
                  <c:v>59.98</c:v>
                </c:pt>
                <c:pt idx="78092">
                  <c:v>137.9</c:v>
                </c:pt>
                <c:pt idx="78093">
                  <c:v>4.24</c:v>
                </c:pt>
                <c:pt idx="78094">
                  <c:v>67.48</c:v>
                </c:pt>
                <c:pt idx="78095">
                  <c:v>55.98</c:v>
                </c:pt>
                <c:pt idx="78096">
                  <c:v>55.42</c:v>
                </c:pt>
                <c:pt idx="78097">
                  <c:v>75.98</c:v>
                </c:pt>
                <c:pt idx="78098">
                  <c:v>75.98</c:v>
                </c:pt>
                <c:pt idx="78099">
                  <c:v>60.98</c:v>
                </c:pt>
                <c:pt idx="78100">
                  <c:v>51.98</c:v>
                </c:pt>
                <c:pt idx="78101">
                  <c:v>75.98</c:v>
                </c:pt>
                <c:pt idx="78102">
                  <c:v>75.98</c:v>
                </c:pt>
                <c:pt idx="78103">
                  <c:v>34.020000000000003</c:v>
                </c:pt>
                <c:pt idx="78104">
                  <c:v>70.72</c:v>
                </c:pt>
                <c:pt idx="78105">
                  <c:v>139.94999999999999</c:v>
                </c:pt>
                <c:pt idx="78106">
                  <c:v>83.97</c:v>
                </c:pt>
                <c:pt idx="78107">
                  <c:v>59.98</c:v>
                </c:pt>
                <c:pt idx="78108">
                  <c:v>89.92</c:v>
                </c:pt>
                <c:pt idx="78109">
                  <c:v>89.97</c:v>
                </c:pt>
                <c:pt idx="78110">
                  <c:v>83.97</c:v>
                </c:pt>
                <c:pt idx="78111">
                  <c:v>83.97</c:v>
                </c:pt>
                <c:pt idx="78112">
                  <c:v>89.97</c:v>
                </c:pt>
                <c:pt idx="78113">
                  <c:v>74.97</c:v>
                </c:pt>
                <c:pt idx="78114">
                  <c:v>74.97</c:v>
                </c:pt>
                <c:pt idx="78115">
                  <c:v>68.989999999999995</c:v>
                </c:pt>
                <c:pt idx="78116">
                  <c:v>76.489999999999995</c:v>
                </c:pt>
                <c:pt idx="78117">
                  <c:v>79.37</c:v>
                </c:pt>
                <c:pt idx="78118">
                  <c:v>48.98</c:v>
                </c:pt>
                <c:pt idx="78119">
                  <c:v>68.98</c:v>
                </c:pt>
                <c:pt idx="78120">
                  <c:v>76.489999999999995</c:v>
                </c:pt>
                <c:pt idx="78121">
                  <c:v>84.99</c:v>
                </c:pt>
                <c:pt idx="78122">
                  <c:v>134.97999999999999</c:v>
                </c:pt>
                <c:pt idx="78123">
                  <c:v>84.99</c:v>
                </c:pt>
                <c:pt idx="78124">
                  <c:v>90.98</c:v>
                </c:pt>
                <c:pt idx="78125">
                  <c:v>117.97</c:v>
                </c:pt>
                <c:pt idx="78126">
                  <c:v>59.98</c:v>
                </c:pt>
                <c:pt idx="78127">
                  <c:v>149.94999999999999</c:v>
                </c:pt>
                <c:pt idx="78128">
                  <c:v>59.98</c:v>
                </c:pt>
                <c:pt idx="78129">
                  <c:v>51.98</c:v>
                </c:pt>
                <c:pt idx="78130">
                  <c:v>89.97</c:v>
                </c:pt>
                <c:pt idx="78131">
                  <c:v>50.97</c:v>
                </c:pt>
                <c:pt idx="78132">
                  <c:v>59.98</c:v>
                </c:pt>
                <c:pt idx="78133">
                  <c:v>59.98</c:v>
                </c:pt>
                <c:pt idx="78134">
                  <c:v>59.98</c:v>
                </c:pt>
                <c:pt idx="78135">
                  <c:v>50.97</c:v>
                </c:pt>
                <c:pt idx="78136">
                  <c:v>59.98</c:v>
                </c:pt>
                <c:pt idx="78137">
                  <c:v>239.97</c:v>
                </c:pt>
                <c:pt idx="78138">
                  <c:v>239.97</c:v>
                </c:pt>
                <c:pt idx="78139">
                  <c:v>121.98</c:v>
                </c:pt>
                <c:pt idx="78140">
                  <c:v>157.97</c:v>
                </c:pt>
                <c:pt idx="78141">
                  <c:v>34.99</c:v>
                </c:pt>
                <c:pt idx="78142">
                  <c:v>99.98</c:v>
                </c:pt>
                <c:pt idx="78143">
                  <c:v>99.98</c:v>
                </c:pt>
                <c:pt idx="78144">
                  <c:v>68.989999999999995</c:v>
                </c:pt>
                <c:pt idx="78145">
                  <c:v>113.38</c:v>
                </c:pt>
                <c:pt idx="78146">
                  <c:v>79.92</c:v>
                </c:pt>
                <c:pt idx="78147">
                  <c:v>108.98</c:v>
                </c:pt>
                <c:pt idx="78148">
                  <c:v>99.98</c:v>
                </c:pt>
                <c:pt idx="78149">
                  <c:v>131.97999999999999</c:v>
                </c:pt>
                <c:pt idx="78150">
                  <c:v>126.98</c:v>
                </c:pt>
                <c:pt idx="78151">
                  <c:v>65.989999999999995</c:v>
                </c:pt>
                <c:pt idx="78152">
                  <c:v>131.97999999999999</c:v>
                </c:pt>
                <c:pt idx="78153">
                  <c:v>80.98</c:v>
                </c:pt>
                <c:pt idx="78154">
                  <c:v>113.96</c:v>
                </c:pt>
                <c:pt idx="78155">
                  <c:v>194.07</c:v>
                </c:pt>
                <c:pt idx="78156">
                  <c:v>139.94</c:v>
                </c:pt>
                <c:pt idx="78157">
                  <c:v>183.97</c:v>
                </c:pt>
                <c:pt idx="78158">
                  <c:v>176.15</c:v>
                </c:pt>
                <c:pt idx="78159">
                  <c:v>59.95</c:v>
                </c:pt>
                <c:pt idx="78160">
                  <c:v>36.47</c:v>
                </c:pt>
                <c:pt idx="78161">
                  <c:v>214.51</c:v>
                </c:pt>
                <c:pt idx="78162">
                  <c:v>181.48</c:v>
                </c:pt>
                <c:pt idx="78163">
                  <c:v>117.94</c:v>
                </c:pt>
                <c:pt idx="78164">
                  <c:v>184.97</c:v>
                </c:pt>
                <c:pt idx="78165">
                  <c:v>116.97</c:v>
                </c:pt>
                <c:pt idx="78166">
                  <c:v>169.98</c:v>
                </c:pt>
                <c:pt idx="78167">
                  <c:v>159.97999999999999</c:v>
                </c:pt>
                <c:pt idx="78168">
                  <c:v>169.98</c:v>
                </c:pt>
                <c:pt idx="78169">
                  <c:v>169.98</c:v>
                </c:pt>
                <c:pt idx="78170">
                  <c:v>127.16</c:v>
                </c:pt>
                <c:pt idx="78171">
                  <c:v>130.93</c:v>
                </c:pt>
                <c:pt idx="78172">
                  <c:v>84.99</c:v>
                </c:pt>
                <c:pt idx="78173">
                  <c:v>84.99</c:v>
                </c:pt>
                <c:pt idx="78174">
                  <c:v>67.489999999999995</c:v>
                </c:pt>
                <c:pt idx="78175">
                  <c:v>116.06</c:v>
                </c:pt>
                <c:pt idx="78176">
                  <c:v>51.96</c:v>
                </c:pt>
                <c:pt idx="78177">
                  <c:v>-27.98</c:v>
                </c:pt>
                <c:pt idx="78178">
                  <c:v>117.95</c:v>
                </c:pt>
                <c:pt idx="78179">
                  <c:v>134.97999999999999</c:v>
                </c:pt>
                <c:pt idx="78180">
                  <c:v>76.489999999999995</c:v>
                </c:pt>
                <c:pt idx="78181">
                  <c:v>59.98</c:v>
                </c:pt>
                <c:pt idx="78182">
                  <c:v>59.98</c:v>
                </c:pt>
                <c:pt idx="78183">
                  <c:v>31.49</c:v>
                </c:pt>
                <c:pt idx="78184">
                  <c:v>59.98</c:v>
                </c:pt>
                <c:pt idx="78185">
                  <c:v>53.63</c:v>
                </c:pt>
                <c:pt idx="78186">
                  <c:v>59.98</c:v>
                </c:pt>
                <c:pt idx="78187">
                  <c:v>59.98</c:v>
                </c:pt>
                <c:pt idx="78188">
                  <c:v>59.98</c:v>
                </c:pt>
                <c:pt idx="78189">
                  <c:v>31.49</c:v>
                </c:pt>
                <c:pt idx="78190">
                  <c:v>104.98</c:v>
                </c:pt>
                <c:pt idx="78191">
                  <c:v>59.98</c:v>
                </c:pt>
                <c:pt idx="78192">
                  <c:v>169.98</c:v>
                </c:pt>
                <c:pt idx="78193">
                  <c:v>79.98</c:v>
                </c:pt>
                <c:pt idx="78194">
                  <c:v>57.98</c:v>
                </c:pt>
                <c:pt idx="78195">
                  <c:v>64.98</c:v>
                </c:pt>
                <c:pt idx="78196">
                  <c:v>92.98</c:v>
                </c:pt>
                <c:pt idx="78197">
                  <c:v>50.95</c:v>
                </c:pt>
                <c:pt idx="78198">
                  <c:v>61.72</c:v>
                </c:pt>
                <c:pt idx="78199">
                  <c:v>57.98</c:v>
                </c:pt>
                <c:pt idx="78200">
                  <c:v>102.96</c:v>
                </c:pt>
                <c:pt idx="78201">
                  <c:v>110.96</c:v>
                </c:pt>
                <c:pt idx="78202">
                  <c:v>83.97</c:v>
                </c:pt>
                <c:pt idx="78203">
                  <c:v>83.97</c:v>
                </c:pt>
                <c:pt idx="78204">
                  <c:v>181.97</c:v>
                </c:pt>
                <c:pt idx="78205">
                  <c:v>83.97</c:v>
                </c:pt>
                <c:pt idx="78206">
                  <c:v>113.96</c:v>
                </c:pt>
                <c:pt idx="78207">
                  <c:v>84.98</c:v>
                </c:pt>
                <c:pt idx="78208">
                  <c:v>32.26</c:v>
                </c:pt>
                <c:pt idx="78209">
                  <c:v>59.98</c:v>
                </c:pt>
                <c:pt idx="78210">
                  <c:v>79.989999999999995</c:v>
                </c:pt>
                <c:pt idx="78211">
                  <c:v>154.41999999999999</c:v>
                </c:pt>
                <c:pt idx="78212">
                  <c:v>117.28</c:v>
                </c:pt>
                <c:pt idx="78213">
                  <c:v>55.96</c:v>
                </c:pt>
                <c:pt idx="78214">
                  <c:v>99.98</c:v>
                </c:pt>
                <c:pt idx="78215">
                  <c:v>319.95999999999998</c:v>
                </c:pt>
                <c:pt idx="78216">
                  <c:v>119.37</c:v>
                </c:pt>
                <c:pt idx="78217">
                  <c:v>98.98</c:v>
                </c:pt>
                <c:pt idx="78218">
                  <c:v>63.98</c:v>
                </c:pt>
                <c:pt idx="78219">
                  <c:v>88.58</c:v>
                </c:pt>
                <c:pt idx="78220">
                  <c:v>78.260000000000005</c:v>
                </c:pt>
                <c:pt idx="78221">
                  <c:v>89.98</c:v>
                </c:pt>
                <c:pt idx="78222">
                  <c:v>84.99</c:v>
                </c:pt>
                <c:pt idx="78223">
                  <c:v>84.99</c:v>
                </c:pt>
                <c:pt idx="78224">
                  <c:v>99.98</c:v>
                </c:pt>
                <c:pt idx="78225">
                  <c:v>59.98</c:v>
                </c:pt>
                <c:pt idx="78226">
                  <c:v>40.479999999999997</c:v>
                </c:pt>
                <c:pt idx="78227">
                  <c:v>108.86</c:v>
                </c:pt>
                <c:pt idx="78228">
                  <c:v>71.349999999999994</c:v>
                </c:pt>
                <c:pt idx="78229">
                  <c:v>51.88</c:v>
                </c:pt>
                <c:pt idx="78230">
                  <c:v>95.85</c:v>
                </c:pt>
                <c:pt idx="78231">
                  <c:v>71.67</c:v>
                </c:pt>
                <c:pt idx="78232">
                  <c:v>119.14</c:v>
                </c:pt>
                <c:pt idx="78233">
                  <c:v>177.82</c:v>
                </c:pt>
                <c:pt idx="78234">
                  <c:v>69.430000000000007</c:v>
                </c:pt>
                <c:pt idx="78235">
                  <c:v>90.7</c:v>
                </c:pt>
                <c:pt idx="78236">
                  <c:v>90.71</c:v>
                </c:pt>
                <c:pt idx="78237">
                  <c:v>65.319999999999993</c:v>
                </c:pt>
                <c:pt idx="78238">
                  <c:v>155.97</c:v>
                </c:pt>
                <c:pt idx="78239">
                  <c:v>67.989999999999995</c:v>
                </c:pt>
                <c:pt idx="78240">
                  <c:v>75.22</c:v>
                </c:pt>
                <c:pt idx="78241">
                  <c:v>84.99</c:v>
                </c:pt>
                <c:pt idx="78242">
                  <c:v>108.97</c:v>
                </c:pt>
                <c:pt idx="78243">
                  <c:v>169.98</c:v>
                </c:pt>
                <c:pt idx="78244">
                  <c:v>76.489999999999995</c:v>
                </c:pt>
                <c:pt idx="78245">
                  <c:v>100.98</c:v>
                </c:pt>
                <c:pt idx="78246">
                  <c:v>105.98</c:v>
                </c:pt>
                <c:pt idx="78247">
                  <c:v>162.19999999999999</c:v>
                </c:pt>
                <c:pt idx="78248">
                  <c:v>174.19</c:v>
                </c:pt>
                <c:pt idx="78249">
                  <c:v>89.97</c:v>
                </c:pt>
                <c:pt idx="78250">
                  <c:v>59.98</c:v>
                </c:pt>
                <c:pt idx="78251">
                  <c:v>68.989999999999995</c:v>
                </c:pt>
                <c:pt idx="78252">
                  <c:v>59.98</c:v>
                </c:pt>
                <c:pt idx="78253">
                  <c:v>32.99</c:v>
                </c:pt>
                <c:pt idx="78254">
                  <c:v>94.24</c:v>
                </c:pt>
                <c:pt idx="78255">
                  <c:v>65.98</c:v>
                </c:pt>
                <c:pt idx="78256">
                  <c:v>133.71</c:v>
                </c:pt>
                <c:pt idx="78257">
                  <c:v>89.97</c:v>
                </c:pt>
                <c:pt idx="78258">
                  <c:v>151.16999999999999</c:v>
                </c:pt>
                <c:pt idx="78259">
                  <c:v>72.97</c:v>
                </c:pt>
                <c:pt idx="78260">
                  <c:v>110.97</c:v>
                </c:pt>
                <c:pt idx="78261">
                  <c:v>147.96</c:v>
                </c:pt>
                <c:pt idx="78262">
                  <c:v>110.97</c:v>
                </c:pt>
                <c:pt idx="78263">
                  <c:v>113.87</c:v>
                </c:pt>
                <c:pt idx="78264">
                  <c:v>36.99</c:v>
                </c:pt>
                <c:pt idx="78265">
                  <c:v>102.42</c:v>
                </c:pt>
                <c:pt idx="78266">
                  <c:v>109.95</c:v>
                </c:pt>
                <c:pt idx="78267">
                  <c:v>124.18</c:v>
                </c:pt>
                <c:pt idx="78268">
                  <c:v>144.47999999999999</c:v>
                </c:pt>
                <c:pt idx="78269">
                  <c:v>131.97999999999999</c:v>
                </c:pt>
                <c:pt idx="78270">
                  <c:v>119.98</c:v>
                </c:pt>
                <c:pt idx="78271">
                  <c:v>69.98</c:v>
                </c:pt>
                <c:pt idx="78272">
                  <c:v>99.98</c:v>
                </c:pt>
                <c:pt idx="78273">
                  <c:v>94.56</c:v>
                </c:pt>
                <c:pt idx="78274">
                  <c:v>89.98</c:v>
                </c:pt>
                <c:pt idx="78275">
                  <c:v>94.98</c:v>
                </c:pt>
                <c:pt idx="78276">
                  <c:v>81.97</c:v>
                </c:pt>
                <c:pt idx="78277">
                  <c:v>98.97</c:v>
                </c:pt>
                <c:pt idx="78278">
                  <c:v>31.48</c:v>
                </c:pt>
                <c:pt idx="78279">
                  <c:v>59.96</c:v>
                </c:pt>
                <c:pt idx="78280">
                  <c:v>83.48</c:v>
                </c:pt>
                <c:pt idx="78281">
                  <c:v>84.99</c:v>
                </c:pt>
                <c:pt idx="78282">
                  <c:v>61.98</c:v>
                </c:pt>
                <c:pt idx="78283">
                  <c:v>50.98</c:v>
                </c:pt>
                <c:pt idx="78284">
                  <c:v>61.98</c:v>
                </c:pt>
                <c:pt idx="78285">
                  <c:v>33.28</c:v>
                </c:pt>
                <c:pt idx="78286">
                  <c:v>31.49</c:v>
                </c:pt>
                <c:pt idx="78287">
                  <c:v>59.98</c:v>
                </c:pt>
                <c:pt idx="78288">
                  <c:v>31.49</c:v>
                </c:pt>
                <c:pt idx="78289">
                  <c:v>54.98</c:v>
                </c:pt>
                <c:pt idx="78290">
                  <c:v>61.98</c:v>
                </c:pt>
                <c:pt idx="78291">
                  <c:v>65.989999999999995</c:v>
                </c:pt>
                <c:pt idx="78292">
                  <c:v>120.97</c:v>
                </c:pt>
                <c:pt idx="78293">
                  <c:v>65.989999999999995</c:v>
                </c:pt>
                <c:pt idx="78294">
                  <c:v>105.98</c:v>
                </c:pt>
                <c:pt idx="78295">
                  <c:v>90.36</c:v>
                </c:pt>
                <c:pt idx="78296">
                  <c:v>146.97</c:v>
                </c:pt>
                <c:pt idx="78297">
                  <c:v>54.98</c:v>
                </c:pt>
                <c:pt idx="78298">
                  <c:v>49.48</c:v>
                </c:pt>
                <c:pt idx="78299">
                  <c:v>55.78</c:v>
                </c:pt>
                <c:pt idx="78300">
                  <c:v>75.98</c:v>
                </c:pt>
                <c:pt idx="78301">
                  <c:v>52.57</c:v>
                </c:pt>
                <c:pt idx="78302">
                  <c:v>120.98</c:v>
                </c:pt>
                <c:pt idx="78303">
                  <c:v>352.93</c:v>
                </c:pt>
                <c:pt idx="78304">
                  <c:v>241.93</c:v>
                </c:pt>
                <c:pt idx="78305">
                  <c:v>259.13</c:v>
                </c:pt>
                <c:pt idx="78306">
                  <c:v>152.97999999999999</c:v>
                </c:pt>
                <c:pt idx="78307">
                  <c:v>152.97999999999999</c:v>
                </c:pt>
                <c:pt idx="78308">
                  <c:v>152.97999999999999</c:v>
                </c:pt>
                <c:pt idx="78309">
                  <c:v>108.98</c:v>
                </c:pt>
                <c:pt idx="78310">
                  <c:v>85.47</c:v>
                </c:pt>
                <c:pt idx="78311">
                  <c:v>93.2</c:v>
                </c:pt>
                <c:pt idx="78312">
                  <c:v>148.87</c:v>
                </c:pt>
                <c:pt idx="78313">
                  <c:v>149.96</c:v>
                </c:pt>
                <c:pt idx="78314">
                  <c:v>56.38</c:v>
                </c:pt>
                <c:pt idx="78315">
                  <c:v>58.48</c:v>
                </c:pt>
                <c:pt idx="78316">
                  <c:v>54.98</c:v>
                </c:pt>
                <c:pt idx="78317">
                  <c:v>123.96</c:v>
                </c:pt>
                <c:pt idx="78318">
                  <c:v>123.96</c:v>
                </c:pt>
                <c:pt idx="78319">
                  <c:v>123.96</c:v>
                </c:pt>
                <c:pt idx="78320">
                  <c:v>86.76</c:v>
                </c:pt>
                <c:pt idx="78321">
                  <c:v>118.13</c:v>
                </c:pt>
                <c:pt idx="78322">
                  <c:v>123.96</c:v>
                </c:pt>
                <c:pt idx="78323">
                  <c:v>169.98</c:v>
                </c:pt>
                <c:pt idx="78324">
                  <c:v>111.08</c:v>
                </c:pt>
                <c:pt idx="78325">
                  <c:v>169.98</c:v>
                </c:pt>
                <c:pt idx="78326">
                  <c:v>217.96</c:v>
                </c:pt>
                <c:pt idx="78327">
                  <c:v>169.98</c:v>
                </c:pt>
                <c:pt idx="78328">
                  <c:v>179.94</c:v>
                </c:pt>
                <c:pt idx="78329">
                  <c:v>240.42</c:v>
                </c:pt>
                <c:pt idx="78330">
                  <c:v>152.44999999999999</c:v>
                </c:pt>
                <c:pt idx="78331">
                  <c:v>190.43</c:v>
                </c:pt>
                <c:pt idx="78332">
                  <c:v>504.94</c:v>
                </c:pt>
                <c:pt idx="78333">
                  <c:v>74.989999999999995</c:v>
                </c:pt>
                <c:pt idx="78334">
                  <c:v>141.97999999999999</c:v>
                </c:pt>
                <c:pt idx="78335">
                  <c:v>219.97</c:v>
                </c:pt>
                <c:pt idx="78336">
                  <c:v>193.97</c:v>
                </c:pt>
                <c:pt idx="78337">
                  <c:v>86.08</c:v>
                </c:pt>
                <c:pt idx="78338">
                  <c:v>104.98</c:v>
                </c:pt>
                <c:pt idx="78339">
                  <c:v>83.34</c:v>
                </c:pt>
                <c:pt idx="78340">
                  <c:v>104.98</c:v>
                </c:pt>
                <c:pt idx="78341">
                  <c:v>162.02000000000001</c:v>
                </c:pt>
                <c:pt idx="78342">
                  <c:v>193.9</c:v>
                </c:pt>
                <c:pt idx="78343">
                  <c:v>89.98</c:v>
                </c:pt>
                <c:pt idx="78344">
                  <c:v>80.98</c:v>
                </c:pt>
                <c:pt idx="78345">
                  <c:v>79.989999999999995</c:v>
                </c:pt>
                <c:pt idx="78346">
                  <c:v>79.989999999999995</c:v>
                </c:pt>
                <c:pt idx="78347">
                  <c:v>79.989999999999995</c:v>
                </c:pt>
                <c:pt idx="78348">
                  <c:v>75.27</c:v>
                </c:pt>
                <c:pt idx="78349">
                  <c:v>79.989999999999995</c:v>
                </c:pt>
                <c:pt idx="78350">
                  <c:v>119.97</c:v>
                </c:pt>
                <c:pt idx="78351">
                  <c:v>90.98</c:v>
                </c:pt>
                <c:pt idx="78352">
                  <c:v>83.28</c:v>
                </c:pt>
                <c:pt idx="78353">
                  <c:v>59.98</c:v>
                </c:pt>
                <c:pt idx="78354">
                  <c:v>59.98</c:v>
                </c:pt>
                <c:pt idx="78355">
                  <c:v>56.95</c:v>
                </c:pt>
                <c:pt idx="78356">
                  <c:v>68.959999999999994</c:v>
                </c:pt>
                <c:pt idx="78357">
                  <c:v>52.98</c:v>
                </c:pt>
                <c:pt idx="78358">
                  <c:v>99.94</c:v>
                </c:pt>
                <c:pt idx="78359">
                  <c:v>99.96</c:v>
                </c:pt>
                <c:pt idx="78360">
                  <c:v>52.98</c:v>
                </c:pt>
                <c:pt idx="78361">
                  <c:v>77.959999999999994</c:v>
                </c:pt>
                <c:pt idx="78362">
                  <c:v>55.98</c:v>
                </c:pt>
                <c:pt idx="78363">
                  <c:v>57.97</c:v>
                </c:pt>
                <c:pt idx="78364">
                  <c:v>53.98</c:v>
                </c:pt>
                <c:pt idx="78365">
                  <c:v>81.239999999999995</c:v>
                </c:pt>
                <c:pt idx="78366">
                  <c:v>59.96</c:v>
                </c:pt>
                <c:pt idx="78367">
                  <c:v>168.13</c:v>
                </c:pt>
                <c:pt idx="78368">
                  <c:v>183.97</c:v>
                </c:pt>
                <c:pt idx="78369">
                  <c:v>169.98</c:v>
                </c:pt>
                <c:pt idx="78370">
                  <c:v>99.98</c:v>
                </c:pt>
                <c:pt idx="78371">
                  <c:v>169.98</c:v>
                </c:pt>
                <c:pt idx="78372">
                  <c:v>169.98</c:v>
                </c:pt>
                <c:pt idx="78373">
                  <c:v>84.99</c:v>
                </c:pt>
                <c:pt idx="78374">
                  <c:v>84.99</c:v>
                </c:pt>
                <c:pt idx="78375">
                  <c:v>88.18</c:v>
                </c:pt>
                <c:pt idx="78376">
                  <c:v>169.98</c:v>
                </c:pt>
                <c:pt idx="78377">
                  <c:v>169.98</c:v>
                </c:pt>
                <c:pt idx="78378">
                  <c:v>169.98</c:v>
                </c:pt>
                <c:pt idx="78379">
                  <c:v>79.849999999999994</c:v>
                </c:pt>
                <c:pt idx="78380">
                  <c:v>96.78</c:v>
                </c:pt>
                <c:pt idx="78381">
                  <c:v>39.89</c:v>
                </c:pt>
                <c:pt idx="78382">
                  <c:v>159.69999999999999</c:v>
                </c:pt>
                <c:pt idx="78383">
                  <c:v>50.84</c:v>
                </c:pt>
                <c:pt idx="78384">
                  <c:v>32.479999999999997</c:v>
                </c:pt>
                <c:pt idx="78385">
                  <c:v>39.89</c:v>
                </c:pt>
                <c:pt idx="78386">
                  <c:v>120.98</c:v>
                </c:pt>
                <c:pt idx="78387">
                  <c:v>62.33</c:v>
                </c:pt>
                <c:pt idx="78388">
                  <c:v>265.39999999999998</c:v>
                </c:pt>
                <c:pt idx="78389">
                  <c:v>88.48</c:v>
                </c:pt>
                <c:pt idx="78390">
                  <c:v>94.95</c:v>
                </c:pt>
                <c:pt idx="78391">
                  <c:v>62.97</c:v>
                </c:pt>
                <c:pt idx="78392">
                  <c:v>75.959999999999994</c:v>
                </c:pt>
                <c:pt idx="78393">
                  <c:v>112.96</c:v>
                </c:pt>
                <c:pt idx="78394">
                  <c:v>70.98</c:v>
                </c:pt>
                <c:pt idx="78395">
                  <c:v>182.23</c:v>
                </c:pt>
                <c:pt idx="78396">
                  <c:v>98.97</c:v>
                </c:pt>
                <c:pt idx="78397">
                  <c:v>163.66</c:v>
                </c:pt>
                <c:pt idx="78398">
                  <c:v>131.96</c:v>
                </c:pt>
                <c:pt idx="78399">
                  <c:v>116.97</c:v>
                </c:pt>
                <c:pt idx="78400">
                  <c:v>193.24</c:v>
                </c:pt>
                <c:pt idx="78401">
                  <c:v>84.99</c:v>
                </c:pt>
                <c:pt idx="78402">
                  <c:v>254.97</c:v>
                </c:pt>
                <c:pt idx="78403">
                  <c:v>197.97</c:v>
                </c:pt>
                <c:pt idx="78404">
                  <c:v>84.99</c:v>
                </c:pt>
                <c:pt idx="78405">
                  <c:v>76.209999999999994</c:v>
                </c:pt>
                <c:pt idx="78406">
                  <c:v>254.97</c:v>
                </c:pt>
                <c:pt idx="78407">
                  <c:v>231.94</c:v>
                </c:pt>
                <c:pt idx="78408">
                  <c:v>166.96</c:v>
                </c:pt>
                <c:pt idx="78409">
                  <c:v>157.22</c:v>
                </c:pt>
                <c:pt idx="78410">
                  <c:v>230.36</c:v>
                </c:pt>
                <c:pt idx="78411">
                  <c:v>76.489999999999995</c:v>
                </c:pt>
                <c:pt idx="78412">
                  <c:v>84.99</c:v>
                </c:pt>
                <c:pt idx="78413">
                  <c:v>84.99</c:v>
                </c:pt>
                <c:pt idx="78414">
                  <c:v>65.989999999999995</c:v>
                </c:pt>
                <c:pt idx="78415">
                  <c:v>169.98</c:v>
                </c:pt>
                <c:pt idx="78416">
                  <c:v>85.98</c:v>
                </c:pt>
                <c:pt idx="78417">
                  <c:v>72.290000000000006</c:v>
                </c:pt>
                <c:pt idx="78418">
                  <c:v>54.99</c:v>
                </c:pt>
                <c:pt idx="78419">
                  <c:v>131.97999999999999</c:v>
                </c:pt>
                <c:pt idx="78420">
                  <c:v>67.41</c:v>
                </c:pt>
                <c:pt idx="78421">
                  <c:v>68.430000000000007</c:v>
                </c:pt>
                <c:pt idx="78422">
                  <c:v>163.88</c:v>
                </c:pt>
                <c:pt idx="78423">
                  <c:v>69.989999999999995</c:v>
                </c:pt>
                <c:pt idx="78424">
                  <c:v>65.22</c:v>
                </c:pt>
                <c:pt idx="78425">
                  <c:v>47.15</c:v>
                </c:pt>
                <c:pt idx="78426">
                  <c:v>47.75</c:v>
                </c:pt>
                <c:pt idx="78427">
                  <c:v>47.15</c:v>
                </c:pt>
                <c:pt idx="78428">
                  <c:v>47.75</c:v>
                </c:pt>
                <c:pt idx="78429">
                  <c:v>339.96</c:v>
                </c:pt>
                <c:pt idx="78430">
                  <c:v>169.98</c:v>
                </c:pt>
                <c:pt idx="78431">
                  <c:v>131.97999999999999</c:v>
                </c:pt>
                <c:pt idx="78432">
                  <c:v>131.97999999999999</c:v>
                </c:pt>
                <c:pt idx="78433">
                  <c:v>84.99</c:v>
                </c:pt>
                <c:pt idx="78434">
                  <c:v>169.98</c:v>
                </c:pt>
                <c:pt idx="78435">
                  <c:v>64.98</c:v>
                </c:pt>
                <c:pt idx="78436">
                  <c:v>40.49</c:v>
                </c:pt>
                <c:pt idx="78437">
                  <c:v>105.98</c:v>
                </c:pt>
                <c:pt idx="78438">
                  <c:v>219.97</c:v>
                </c:pt>
                <c:pt idx="78439">
                  <c:v>41.49</c:v>
                </c:pt>
                <c:pt idx="78440">
                  <c:v>134.97999999999999</c:v>
                </c:pt>
                <c:pt idx="78441">
                  <c:v>21.28</c:v>
                </c:pt>
                <c:pt idx="78442">
                  <c:v>21.28</c:v>
                </c:pt>
                <c:pt idx="78443">
                  <c:v>138.57</c:v>
                </c:pt>
                <c:pt idx="78444">
                  <c:v>212.96</c:v>
                </c:pt>
                <c:pt idx="78445">
                  <c:v>174.95</c:v>
                </c:pt>
                <c:pt idx="78446">
                  <c:v>216.95</c:v>
                </c:pt>
                <c:pt idx="78447">
                  <c:v>242.95</c:v>
                </c:pt>
                <c:pt idx="78448">
                  <c:v>229.45</c:v>
                </c:pt>
                <c:pt idx="78449">
                  <c:v>89.98</c:v>
                </c:pt>
                <c:pt idx="78450">
                  <c:v>161.96</c:v>
                </c:pt>
                <c:pt idx="78451">
                  <c:v>67.98</c:v>
                </c:pt>
                <c:pt idx="78452">
                  <c:v>73.48</c:v>
                </c:pt>
                <c:pt idx="78453">
                  <c:v>47.94</c:v>
                </c:pt>
                <c:pt idx="78454">
                  <c:v>51.29</c:v>
                </c:pt>
                <c:pt idx="78455">
                  <c:v>57.78</c:v>
                </c:pt>
                <c:pt idx="78456">
                  <c:v>51.94</c:v>
                </c:pt>
                <c:pt idx="78457">
                  <c:v>51.94</c:v>
                </c:pt>
                <c:pt idx="78458">
                  <c:v>52.85</c:v>
                </c:pt>
                <c:pt idx="78459">
                  <c:v>51.94</c:v>
                </c:pt>
                <c:pt idx="78460">
                  <c:v>67.98</c:v>
                </c:pt>
                <c:pt idx="78461">
                  <c:v>79.989999999999995</c:v>
                </c:pt>
                <c:pt idx="78462">
                  <c:v>58.98</c:v>
                </c:pt>
                <c:pt idx="78463">
                  <c:v>53.97</c:v>
                </c:pt>
                <c:pt idx="78464">
                  <c:v>78.22</c:v>
                </c:pt>
                <c:pt idx="78465">
                  <c:v>74.98</c:v>
                </c:pt>
                <c:pt idx="78466">
                  <c:v>50.46</c:v>
                </c:pt>
                <c:pt idx="78467">
                  <c:v>79.19</c:v>
                </c:pt>
                <c:pt idx="78468">
                  <c:v>61.98</c:v>
                </c:pt>
                <c:pt idx="78469">
                  <c:v>79.989999999999995</c:v>
                </c:pt>
                <c:pt idx="78470">
                  <c:v>71.97</c:v>
                </c:pt>
                <c:pt idx="78471">
                  <c:v>78.39</c:v>
                </c:pt>
                <c:pt idx="78472">
                  <c:v>149.97</c:v>
                </c:pt>
                <c:pt idx="78473">
                  <c:v>59.96</c:v>
                </c:pt>
                <c:pt idx="78474">
                  <c:v>65.989999999999995</c:v>
                </c:pt>
                <c:pt idx="78475">
                  <c:v>72.19</c:v>
                </c:pt>
                <c:pt idx="78476">
                  <c:v>83.96</c:v>
                </c:pt>
                <c:pt idx="78477">
                  <c:v>65.989999999999995</c:v>
                </c:pt>
                <c:pt idx="78478">
                  <c:v>-65.989999999999995</c:v>
                </c:pt>
                <c:pt idx="78479">
                  <c:v>65.989999999999995</c:v>
                </c:pt>
                <c:pt idx="78480">
                  <c:v>59.97</c:v>
                </c:pt>
                <c:pt idx="78481">
                  <c:v>65.989999999999995</c:v>
                </c:pt>
                <c:pt idx="78482">
                  <c:v>59.99</c:v>
                </c:pt>
                <c:pt idx="78483">
                  <c:v>65.989999999999995</c:v>
                </c:pt>
                <c:pt idx="78484">
                  <c:v>65.989999999999995</c:v>
                </c:pt>
                <c:pt idx="78485">
                  <c:v>183.88</c:v>
                </c:pt>
                <c:pt idx="78486">
                  <c:v>131.85</c:v>
                </c:pt>
                <c:pt idx="78487">
                  <c:v>159.69999999999999</c:v>
                </c:pt>
                <c:pt idx="78488">
                  <c:v>137.18</c:v>
                </c:pt>
                <c:pt idx="78489">
                  <c:v>100.04</c:v>
                </c:pt>
                <c:pt idx="78490">
                  <c:v>56.64</c:v>
                </c:pt>
                <c:pt idx="78491">
                  <c:v>47.15</c:v>
                </c:pt>
                <c:pt idx="78492">
                  <c:v>99.98</c:v>
                </c:pt>
                <c:pt idx="78493">
                  <c:v>99.98</c:v>
                </c:pt>
                <c:pt idx="78494">
                  <c:v>51.83</c:v>
                </c:pt>
                <c:pt idx="78495">
                  <c:v>54.99</c:v>
                </c:pt>
                <c:pt idx="78496">
                  <c:v>65.989999999999995</c:v>
                </c:pt>
                <c:pt idx="78497">
                  <c:v>65.989999999999995</c:v>
                </c:pt>
                <c:pt idx="78498">
                  <c:v>60.98</c:v>
                </c:pt>
                <c:pt idx="78499">
                  <c:v>59.98</c:v>
                </c:pt>
                <c:pt idx="78500">
                  <c:v>100.98</c:v>
                </c:pt>
                <c:pt idx="78501">
                  <c:v>114.98</c:v>
                </c:pt>
                <c:pt idx="78502">
                  <c:v>114.98</c:v>
                </c:pt>
                <c:pt idx="78503">
                  <c:v>114.98</c:v>
                </c:pt>
                <c:pt idx="78504">
                  <c:v>60.98</c:v>
                </c:pt>
                <c:pt idx="78505">
                  <c:v>104.97</c:v>
                </c:pt>
                <c:pt idx="78506">
                  <c:v>74.989999999999995</c:v>
                </c:pt>
                <c:pt idx="78507">
                  <c:v>114.98</c:v>
                </c:pt>
                <c:pt idx="78508">
                  <c:v>99.97</c:v>
                </c:pt>
                <c:pt idx="78509">
                  <c:v>114.98</c:v>
                </c:pt>
                <c:pt idx="78510">
                  <c:v>114.98</c:v>
                </c:pt>
                <c:pt idx="78511">
                  <c:v>104.97</c:v>
                </c:pt>
                <c:pt idx="78512">
                  <c:v>99.97</c:v>
                </c:pt>
                <c:pt idx="78513">
                  <c:v>74.989999999999995</c:v>
                </c:pt>
                <c:pt idx="78514">
                  <c:v>-104.97</c:v>
                </c:pt>
                <c:pt idx="78515">
                  <c:v>-104.97</c:v>
                </c:pt>
                <c:pt idx="78516">
                  <c:v>104.97</c:v>
                </c:pt>
                <c:pt idx="78517">
                  <c:v>75.09</c:v>
                </c:pt>
                <c:pt idx="78518">
                  <c:v>29.99</c:v>
                </c:pt>
                <c:pt idx="78519">
                  <c:v>29.99</c:v>
                </c:pt>
                <c:pt idx="78520">
                  <c:v>75.09</c:v>
                </c:pt>
                <c:pt idx="78521">
                  <c:v>104.97</c:v>
                </c:pt>
                <c:pt idx="78522">
                  <c:v>60.98</c:v>
                </c:pt>
                <c:pt idx="78523">
                  <c:v>199.96</c:v>
                </c:pt>
                <c:pt idx="78524">
                  <c:v>199.96</c:v>
                </c:pt>
                <c:pt idx="78525">
                  <c:v>199.96</c:v>
                </c:pt>
                <c:pt idx="78526">
                  <c:v>149.97</c:v>
                </c:pt>
                <c:pt idx="78527">
                  <c:v>135.94</c:v>
                </c:pt>
                <c:pt idx="78528">
                  <c:v>163.92</c:v>
                </c:pt>
                <c:pt idx="78529">
                  <c:v>123.93</c:v>
                </c:pt>
                <c:pt idx="78530">
                  <c:v>79.98</c:v>
                </c:pt>
                <c:pt idx="78531">
                  <c:v>123.93</c:v>
                </c:pt>
                <c:pt idx="78532">
                  <c:v>122.79</c:v>
                </c:pt>
                <c:pt idx="78533">
                  <c:v>67.97</c:v>
                </c:pt>
                <c:pt idx="78534">
                  <c:v>53.16</c:v>
                </c:pt>
                <c:pt idx="78535">
                  <c:v>84.57</c:v>
                </c:pt>
                <c:pt idx="78536">
                  <c:v>83.94</c:v>
                </c:pt>
                <c:pt idx="78537">
                  <c:v>53.16</c:v>
                </c:pt>
                <c:pt idx="78538">
                  <c:v>67.97</c:v>
                </c:pt>
                <c:pt idx="78539">
                  <c:v>135.94</c:v>
                </c:pt>
                <c:pt idx="78540">
                  <c:v>83.94</c:v>
                </c:pt>
                <c:pt idx="78541">
                  <c:v>79.98</c:v>
                </c:pt>
                <c:pt idx="78542">
                  <c:v>163.92</c:v>
                </c:pt>
                <c:pt idx="78543">
                  <c:v>84.57</c:v>
                </c:pt>
                <c:pt idx="78544">
                  <c:v>122.79</c:v>
                </c:pt>
                <c:pt idx="78545">
                  <c:v>139.97999999999999</c:v>
                </c:pt>
                <c:pt idx="78546">
                  <c:v>69.97</c:v>
                </c:pt>
                <c:pt idx="78547">
                  <c:v>54.98</c:v>
                </c:pt>
                <c:pt idx="78548">
                  <c:v>149.97</c:v>
                </c:pt>
                <c:pt idx="78549">
                  <c:v>160.27000000000001</c:v>
                </c:pt>
                <c:pt idx="78550">
                  <c:v>139.97999999999999</c:v>
                </c:pt>
                <c:pt idx="78551">
                  <c:v>108.97</c:v>
                </c:pt>
                <c:pt idx="78552">
                  <c:v>94.97</c:v>
                </c:pt>
                <c:pt idx="78553">
                  <c:v>99.98</c:v>
                </c:pt>
                <c:pt idx="78554">
                  <c:v>99.98</c:v>
                </c:pt>
                <c:pt idx="78555">
                  <c:v>99.98</c:v>
                </c:pt>
                <c:pt idx="78556">
                  <c:v>68.98</c:v>
                </c:pt>
                <c:pt idx="78557">
                  <c:v>116.5</c:v>
                </c:pt>
                <c:pt idx="78558">
                  <c:v>98.01</c:v>
                </c:pt>
                <c:pt idx="78559">
                  <c:v>99.18</c:v>
                </c:pt>
                <c:pt idx="78560">
                  <c:v>104.19</c:v>
                </c:pt>
                <c:pt idx="78561">
                  <c:v>179.02</c:v>
                </c:pt>
                <c:pt idx="78562">
                  <c:v>101.52</c:v>
                </c:pt>
                <c:pt idx="78563">
                  <c:v>99.2</c:v>
                </c:pt>
                <c:pt idx="78564">
                  <c:v>65.98</c:v>
                </c:pt>
                <c:pt idx="78565">
                  <c:v>65.98</c:v>
                </c:pt>
                <c:pt idx="78566">
                  <c:v>70.97</c:v>
                </c:pt>
                <c:pt idx="78567">
                  <c:v>85.97</c:v>
                </c:pt>
                <c:pt idx="78568">
                  <c:v>57.98</c:v>
                </c:pt>
                <c:pt idx="78569">
                  <c:v>67.98</c:v>
                </c:pt>
                <c:pt idx="78570">
                  <c:v>69.98</c:v>
                </c:pt>
                <c:pt idx="78571">
                  <c:v>55.97</c:v>
                </c:pt>
                <c:pt idx="78572">
                  <c:v>59.98</c:v>
                </c:pt>
                <c:pt idx="78573">
                  <c:v>69.98</c:v>
                </c:pt>
                <c:pt idx="78574">
                  <c:v>62.98</c:v>
                </c:pt>
                <c:pt idx="78575">
                  <c:v>65.98</c:v>
                </c:pt>
                <c:pt idx="78576">
                  <c:v>65.98</c:v>
                </c:pt>
                <c:pt idx="78577">
                  <c:v>63.98</c:v>
                </c:pt>
                <c:pt idx="78578">
                  <c:v>79.989999999999995</c:v>
                </c:pt>
                <c:pt idx="78579">
                  <c:v>71.989999999999995</c:v>
                </c:pt>
                <c:pt idx="78580">
                  <c:v>67.989999999999995</c:v>
                </c:pt>
                <c:pt idx="78581">
                  <c:v>79.989999999999995</c:v>
                </c:pt>
                <c:pt idx="78582">
                  <c:v>71.989999999999995</c:v>
                </c:pt>
                <c:pt idx="78583">
                  <c:v>60.99</c:v>
                </c:pt>
                <c:pt idx="78584">
                  <c:v>79.989999999999995</c:v>
                </c:pt>
                <c:pt idx="78585">
                  <c:v>127.48</c:v>
                </c:pt>
                <c:pt idx="78586">
                  <c:v>75.569999999999993</c:v>
                </c:pt>
                <c:pt idx="78587">
                  <c:v>139.96</c:v>
                </c:pt>
                <c:pt idx="78588">
                  <c:v>39.99</c:v>
                </c:pt>
                <c:pt idx="78589">
                  <c:v>127.46</c:v>
                </c:pt>
                <c:pt idx="78590">
                  <c:v>59.96</c:v>
                </c:pt>
                <c:pt idx="78591">
                  <c:v>74.95</c:v>
                </c:pt>
                <c:pt idx="78592">
                  <c:v>61.96</c:v>
                </c:pt>
                <c:pt idx="78593">
                  <c:v>100.47</c:v>
                </c:pt>
                <c:pt idx="78594">
                  <c:v>79.98</c:v>
                </c:pt>
                <c:pt idx="78595">
                  <c:v>59.98</c:v>
                </c:pt>
                <c:pt idx="78596">
                  <c:v>81.48</c:v>
                </c:pt>
                <c:pt idx="78597">
                  <c:v>55.9</c:v>
                </c:pt>
                <c:pt idx="78598">
                  <c:v>51.47</c:v>
                </c:pt>
                <c:pt idx="78599">
                  <c:v>81.48</c:v>
                </c:pt>
                <c:pt idx="78600">
                  <c:v>107.97</c:v>
                </c:pt>
                <c:pt idx="78601">
                  <c:v>72.97</c:v>
                </c:pt>
                <c:pt idx="78602">
                  <c:v>97.92</c:v>
                </c:pt>
                <c:pt idx="78603">
                  <c:v>170.97</c:v>
                </c:pt>
                <c:pt idx="78604">
                  <c:v>79.989999999999995</c:v>
                </c:pt>
                <c:pt idx="78605">
                  <c:v>194.97</c:v>
                </c:pt>
                <c:pt idx="78606">
                  <c:v>159.97999999999999</c:v>
                </c:pt>
                <c:pt idx="78607">
                  <c:v>48.29</c:v>
                </c:pt>
                <c:pt idx="78608">
                  <c:v>84.98</c:v>
                </c:pt>
                <c:pt idx="78609">
                  <c:v>62.76</c:v>
                </c:pt>
                <c:pt idx="78610">
                  <c:v>65.989999999999995</c:v>
                </c:pt>
                <c:pt idx="78611">
                  <c:v>41.48</c:v>
                </c:pt>
                <c:pt idx="78612">
                  <c:v>65.989999999999995</c:v>
                </c:pt>
                <c:pt idx="78613">
                  <c:v>105.97</c:v>
                </c:pt>
                <c:pt idx="78614">
                  <c:v>105.97</c:v>
                </c:pt>
                <c:pt idx="78615">
                  <c:v>65.989999999999995</c:v>
                </c:pt>
                <c:pt idx="78616">
                  <c:v>65.989999999999995</c:v>
                </c:pt>
                <c:pt idx="78617">
                  <c:v>99.98</c:v>
                </c:pt>
                <c:pt idx="78618">
                  <c:v>84.99</c:v>
                </c:pt>
                <c:pt idx="78619">
                  <c:v>254.97</c:v>
                </c:pt>
                <c:pt idx="78620">
                  <c:v>169.98</c:v>
                </c:pt>
                <c:pt idx="78621">
                  <c:v>59.96</c:v>
                </c:pt>
                <c:pt idx="78622">
                  <c:v>89.52</c:v>
                </c:pt>
                <c:pt idx="78623">
                  <c:v>79.81</c:v>
                </c:pt>
                <c:pt idx="78624">
                  <c:v>71.349999999999994</c:v>
                </c:pt>
                <c:pt idx="78625">
                  <c:v>116.12</c:v>
                </c:pt>
                <c:pt idx="78626">
                  <c:v>128.44999999999999</c:v>
                </c:pt>
                <c:pt idx="78627">
                  <c:v>20.9</c:v>
                </c:pt>
                <c:pt idx="78628">
                  <c:v>72.58</c:v>
                </c:pt>
                <c:pt idx="78629">
                  <c:v>31.44</c:v>
                </c:pt>
                <c:pt idx="78630">
                  <c:v>278.23</c:v>
                </c:pt>
                <c:pt idx="78631">
                  <c:v>108.88</c:v>
                </c:pt>
                <c:pt idx="78632">
                  <c:v>100.98</c:v>
                </c:pt>
                <c:pt idx="78633">
                  <c:v>98.97</c:v>
                </c:pt>
                <c:pt idx="78634">
                  <c:v>44.72</c:v>
                </c:pt>
                <c:pt idx="78635">
                  <c:v>116.97</c:v>
                </c:pt>
                <c:pt idx="78636">
                  <c:v>79.849999999999994</c:v>
                </c:pt>
                <c:pt idx="78637">
                  <c:v>68.989999999999995</c:v>
                </c:pt>
                <c:pt idx="78638">
                  <c:v>100.98</c:v>
                </c:pt>
                <c:pt idx="78639">
                  <c:v>80.06</c:v>
                </c:pt>
                <c:pt idx="78640">
                  <c:v>63.98</c:v>
                </c:pt>
                <c:pt idx="78641">
                  <c:v>142.04</c:v>
                </c:pt>
                <c:pt idx="78642">
                  <c:v>175.95</c:v>
                </c:pt>
                <c:pt idx="78643">
                  <c:v>128.57</c:v>
                </c:pt>
                <c:pt idx="78644">
                  <c:v>175.95</c:v>
                </c:pt>
                <c:pt idx="78645">
                  <c:v>142.04</c:v>
                </c:pt>
                <c:pt idx="78646">
                  <c:v>63.98</c:v>
                </c:pt>
                <c:pt idx="78647">
                  <c:v>65.989999999999995</c:v>
                </c:pt>
                <c:pt idx="78648">
                  <c:v>65.989999999999995</c:v>
                </c:pt>
                <c:pt idx="78649">
                  <c:v>128.57</c:v>
                </c:pt>
                <c:pt idx="78650">
                  <c:v>125.64</c:v>
                </c:pt>
                <c:pt idx="78651">
                  <c:v>125.64</c:v>
                </c:pt>
                <c:pt idx="78652">
                  <c:v>151.19</c:v>
                </c:pt>
                <c:pt idx="78653">
                  <c:v>137.88999999999999</c:v>
                </c:pt>
                <c:pt idx="78654">
                  <c:v>145.15</c:v>
                </c:pt>
                <c:pt idx="78655">
                  <c:v>145.15</c:v>
                </c:pt>
                <c:pt idx="78656">
                  <c:v>295.06</c:v>
                </c:pt>
                <c:pt idx="78657">
                  <c:v>145.15</c:v>
                </c:pt>
                <c:pt idx="78658">
                  <c:v>114.94</c:v>
                </c:pt>
                <c:pt idx="78659">
                  <c:v>126.17</c:v>
                </c:pt>
                <c:pt idx="78660">
                  <c:v>-20.09</c:v>
                </c:pt>
                <c:pt idx="78661">
                  <c:v>172.93</c:v>
                </c:pt>
                <c:pt idx="78662">
                  <c:v>77.94</c:v>
                </c:pt>
                <c:pt idx="78663">
                  <c:v>77.94</c:v>
                </c:pt>
                <c:pt idx="78664">
                  <c:v>149.94</c:v>
                </c:pt>
                <c:pt idx="78665">
                  <c:v>237.44</c:v>
                </c:pt>
                <c:pt idx="78666">
                  <c:v>65.989999999999995</c:v>
                </c:pt>
                <c:pt idx="78667">
                  <c:v>84.99</c:v>
                </c:pt>
                <c:pt idx="78668">
                  <c:v>50.98</c:v>
                </c:pt>
                <c:pt idx="78669">
                  <c:v>83.97</c:v>
                </c:pt>
                <c:pt idx="78670">
                  <c:v>84.99</c:v>
                </c:pt>
                <c:pt idx="78671">
                  <c:v>66.98</c:v>
                </c:pt>
                <c:pt idx="78672">
                  <c:v>84.99</c:v>
                </c:pt>
                <c:pt idx="78673">
                  <c:v>79.98</c:v>
                </c:pt>
                <c:pt idx="78674">
                  <c:v>28.48</c:v>
                </c:pt>
                <c:pt idx="78675">
                  <c:v>50.98</c:v>
                </c:pt>
                <c:pt idx="78676">
                  <c:v>140.97</c:v>
                </c:pt>
                <c:pt idx="78677">
                  <c:v>90.88</c:v>
                </c:pt>
                <c:pt idx="78678">
                  <c:v>99.96</c:v>
                </c:pt>
                <c:pt idx="78679">
                  <c:v>89.97</c:v>
                </c:pt>
                <c:pt idx="78680">
                  <c:v>59.98</c:v>
                </c:pt>
                <c:pt idx="78681">
                  <c:v>89.97</c:v>
                </c:pt>
                <c:pt idx="78682">
                  <c:v>119.96</c:v>
                </c:pt>
                <c:pt idx="78683">
                  <c:v>108.06</c:v>
                </c:pt>
                <c:pt idx="78684">
                  <c:v>114.96</c:v>
                </c:pt>
                <c:pt idx="78685">
                  <c:v>159.97999999999999</c:v>
                </c:pt>
                <c:pt idx="78686">
                  <c:v>169.98</c:v>
                </c:pt>
                <c:pt idx="78687">
                  <c:v>184.55</c:v>
                </c:pt>
                <c:pt idx="78688">
                  <c:v>201.96</c:v>
                </c:pt>
                <c:pt idx="78689">
                  <c:v>39.99</c:v>
                </c:pt>
                <c:pt idx="78690">
                  <c:v>169.98</c:v>
                </c:pt>
                <c:pt idx="78691">
                  <c:v>171.9</c:v>
                </c:pt>
                <c:pt idx="78692">
                  <c:v>64.95</c:v>
                </c:pt>
                <c:pt idx="78693">
                  <c:v>51.96</c:v>
                </c:pt>
                <c:pt idx="78694">
                  <c:v>64.95</c:v>
                </c:pt>
                <c:pt idx="78695">
                  <c:v>60.53</c:v>
                </c:pt>
                <c:pt idx="78696">
                  <c:v>90.93</c:v>
                </c:pt>
                <c:pt idx="78697">
                  <c:v>-119.97</c:v>
                </c:pt>
                <c:pt idx="78698">
                  <c:v>175.95</c:v>
                </c:pt>
                <c:pt idx="78699">
                  <c:v>64.92</c:v>
                </c:pt>
                <c:pt idx="78700">
                  <c:v>64.349999999999994</c:v>
                </c:pt>
                <c:pt idx="78701">
                  <c:v>129.97999999999999</c:v>
                </c:pt>
                <c:pt idx="78702">
                  <c:v>67.64</c:v>
                </c:pt>
                <c:pt idx="78703">
                  <c:v>105.96</c:v>
                </c:pt>
                <c:pt idx="78704">
                  <c:v>77.97</c:v>
                </c:pt>
                <c:pt idx="78705">
                  <c:v>51.98</c:v>
                </c:pt>
                <c:pt idx="78706">
                  <c:v>59.98</c:v>
                </c:pt>
                <c:pt idx="78707">
                  <c:v>66.98</c:v>
                </c:pt>
                <c:pt idx="78708">
                  <c:v>69.98</c:v>
                </c:pt>
                <c:pt idx="78709">
                  <c:v>69.98</c:v>
                </c:pt>
                <c:pt idx="78710">
                  <c:v>127.46</c:v>
                </c:pt>
                <c:pt idx="78711">
                  <c:v>83.79</c:v>
                </c:pt>
                <c:pt idx="78712">
                  <c:v>169.98</c:v>
                </c:pt>
                <c:pt idx="78713">
                  <c:v>33.479999999999997</c:v>
                </c:pt>
                <c:pt idx="78714">
                  <c:v>95.25</c:v>
                </c:pt>
                <c:pt idx="78715">
                  <c:v>95.83</c:v>
                </c:pt>
                <c:pt idx="78716">
                  <c:v>91</c:v>
                </c:pt>
                <c:pt idx="78717">
                  <c:v>108.83</c:v>
                </c:pt>
                <c:pt idx="78718">
                  <c:v>102.8</c:v>
                </c:pt>
                <c:pt idx="78719">
                  <c:v>72.55</c:v>
                </c:pt>
                <c:pt idx="78720">
                  <c:v>65.989999999999995</c:v>
                </c:pt>
                <c:pt idx="78721">
                  <c:v>121.98</c:v>
                </c:pt>
                <c:pt idx="78722">
                  <c:v>112.18</c:v>
                </c:pt>
                <c:pt idx="78723">
                  <c:v>131.97999999999999</c:v>
                </c:pt>
                <c:pt idx="78724">
                  <c:v>131.97999999999999</c:v>
                </c:pt>
                <c:pt idx="78725">
                  <c:v>59.39</c:v>
                </c:pt>
                <c:pt idx="78726">
                  <c:v>71.959999999999994</c:v>
                </c:pt>
                <c:pt idx="78727">
                  <c:v>195.05</c:v>
                </c:pt>
                <c:pt idx="78728">
                  <c:v>167.98</c:v>
                </c:pt>
                <c:pt idx="78729">
                  <c:v>195.05</c:v>
                </c:pt>
                <c:pt idx="78730">
                  <c:v>89.98</c:v>
                </c:pt>
                <c:pt idx="78731">
                  <c:v>89.98</c:v>
                </c:pt>
                <c:pt idx="78732">
                  <c:v>167.98</c:v>
                </c:pt>
                <c:pt idx="78733">
                  <c:v>280.98</c:v>
                </c:pt>
                <c:pt idx="78734">
                  <c:v>267.95999999999998</c:v>
                </c:pt>
                <c:pt idx="78735">
                  <c:v>280.98</c:v>
                </c:pt>
                <c:pt idx="78736">
                  <c:v>199.97</c:v>
                </c:pt>
                <c:pt idx="78737">
                  <c:v>240.33</c:v>
                </c:pt>
                <c:pt idx="78738">
                  <c:v>104.97</c:v>
                </c:pt>
                <c:pt idx="78739">
                  <c:v>199.97</c:v>
                </c:pt>
                <c:pt idx="78740">
                  <c:v>267.95999999999998</c:v>
                </c:pt>
                <c:pt idx="78741">
                  <c:v>240.33</c:v>
                </c:pt>
                <c:pt idx="78742">
                  <c:v>104.97</c:v>
                </c:pt>
                <c:pt idx="78743">
                  <c:v>73.98</c:v>
                </c:pt>
                <c:pt idx="78744">
                  <c:v>127.56</c:v>
                </c:pt>
                <c:pt idx="78745">
                  <c:v>59.99</c:v>
                </c:pt>
                <c:pt idx="78746">
                  <c:v>39.07</c:v>
                </c:pt>
                <c:pt idx="78747">
                  <c:v>72.58</c:v>
                </c:pt>
                <c:pt idx="78748">
                  <c:v>54.59</c:v>
                </c:pt>
                <c:pt idx="78749">
                  <c:v>41.14</c:v>
                </c:pt>
                <c:pt idx="78750">
                  <c:v>17.09</c:v>
                </c:pt>
                <c:pt idx="78751">
                  <c:v>64.97</c:v>
                </c:pt>
                <c:pt idx="78752">
                  <c:v>54.37</c:v>
                </c:pt>
                <c:pt idx="78753">
                  <c:v>39.74</c:v>
                </c:pt>
                <c:pt idx="78754">
                  <c:v>31.33</c:v>
                </c:pt>
                <c:pt idx="78755">
                  <c:v>53.98</c:v>
                </c:pt>
                <c:pt idx="78756">
                  <c:v>36.04</c:v>
                </c:pt>
                <c:pt idx="78757">
                  <c:v>61.43</c:v>
                </c:pt>
                <c:pt idx="78758">
                  <c:v>53.58</c:v>
                </c:pt>
                <c:pt idx="78759">
                  <c:v>50.98</c:v>
                </c:pt>
                <c:pt idx="78760">
                  <c:v>40.43</c:v>
                </c:pt>
                <c:pt idx="78761">
                  <c:v>41.19</c:v>
                </c:pt>
                <c:pt idx="78762">
                  <c:v>45.09</c:v>
                </c:pt>
                <c:pt idx="78763">
                  <c:v>121.93</c:v>
                </c:pt>
                <c:pt idx="78764">
                  <c:v>64.069999999999993</c:v>
                </c:pt>
                <c:pt idx="78765">
                  <c:v>63.37</c:v>
                </c:pt>
                <c:pt idx="78766">
                  <c:v>64.069999999999993</c:v>
                </c:pt>
                <c:pt idx="78767">
                  <c:v>64.069999999999993</c:v>
                </c:pt>
                <c:pt idx="78768">
                  <c:v>64.069999999999993</c:v>
                </c:pt>
                <c:pt idx="78769">
                  <c:v>56.97</c:v>
                </c:pt>
                <c:pt idx="78770">
                  <c:v>197.45</c:v>
                </c:pt>
                <c:pt idx="78771">
                  <c:v>109.96</c:v>
                </c:pt>
                <c:pt idx="78772">
                  <c:v>131.97999999999999</c:v>
                </c:pt>
                <c:pt idx="78773">
                  <c:v>72.97</c:v>
                </c:pt>
                <c:pt idx="78774">
                  <c:v>89.98</c:v>
                </c:pt>
                <c:pt idx="78775">
                  <c:v>68.98</c:v>
                </c:pt>
                <c:pt idx="78776">
                  <c:v>42.99</c:v>
                </c:pt>
                <c:pt idx="78777">
                  <c:v>145.16</c:v>
                </c:pt>
                <c:pt idx="78778">
                  <c:v>78.400000000000006</c:v>
                </c:pt>
                <c:pt idx="78779">
                  <c:v>79.849999999999994</c:v>
                </c:pt>
                <c:pt idx="78780">
                  <c:v>83.48</c:v>
                </c:pt>
                <c:pt idx="78781">
                  <c:v>31.28</c:v>
                </c:pt>
                <c:pt idx="78782">
                  <c:v>48.78</c:v>
                </c:pt>
                <c:pt idx="78783">
                  <c:v>84.98</c:v>
                </c:pt>
                <c:pt idx="78784">
                  <c:v>31.28</c:v>
                </c:pt>
                <c:pt idx="78785">
                  <c:v>31.28</c:v>
                </c:pt>
                <c:pt idx="78786">
                  <c:v>31.28</c:v>
                </c:pt>
                <c:pt idx="78787">
                  <c:v>84.98</c:v>
                </c:pt>
                <c:pt idx="78788">
                  <c:v>31.93</c:v>
                </c:pt>
                <c:pt idx="78789">
                  <c:v>31.28</c:v>
                </c:pt>
                <c:pt idx="78790">
                  <c:v>231.95</c:v>
                </c:pt>
                <c:pt idx="78791">
                  <c:v>77.86</c:v>
                </c:pt>
                <c:pt idx="78792">
                  <c:v>69.95</c:v>
                </c:pt>
                <c:pt idx="78793">
                  <c:v>316.83999999999997</c:v>
                </c:pt>
                <c:pt idx="78794">
                  <c:v>139.9</c:v>
                </c:pt>
                <c:pt idx="78795">
                  <c:v>85.98</c:v>
                </c:pt>
                <c:pt idx="78796">
                  <c:v>128.97</c:v>
                </c:pt>
                <c:pt idx="78797">
                  <c:v>71.97</c:v>
                </c:pt>
                <c:pt idx="78798">
                  <c:v>107.97</c:v>
                </c:pt>
                <c:pt idx="78799">
                  <c:v>179.94</c:v>
                </c:pt>
                <c:pt idx="78800">
                  <c:v>50.97</c:v>
                </c:pt>
                <c:pt idx="78801">
                  <c:v>77.48</c:v>
                </c:pt>
                <c:pt idx="78802">
                  <c:v>77.48</c:v>
                </c:pt>
                <c:pt idx="78803">
                  <c:v>75.98</c:v>
                </c:pt>
                <c:pt idx="78804">
                  <c:v>62.68</c:v>
                </c:pt>
                <c:pt idx="78805">
                  <c:v>77.48</c:v>
                </c:pt>
                <c:pt idx="78806">
                  <c:v>65.98</c:v>
                </c:pt>
                <c:pt idx="78807">
                  <c:v>73.98</c:v>
                </c:pt>
                <c:pt idx="78808">
                  <c:v>75.97</c:v>
                </c:pt>
                <c:pt idx="78809">
                  <c:v>77.48</c:v>
                </c:pt>
                <c:pt idx="78810">
                  <c:v>201.96</c:v>
                </c:pt>
                <c:pt idx="78811">
                  <c:v>164.56</c:v>
                </c:pt>
                <c:pt idx="78812">
                  <c:v>153.97999999999999</c:v>
                </c:pt>
                <c:pt idx="78813">
                  <c:v>106.97</c:v>
                </c:pt>
                <c:pt idx="78814">
                  <c:v>185.97</c:v>
                </c:pt>
                <c:pt idx="78815">
                  <c:v>50.48</c:v>
                </c:pt>
                <c:pt idx="78816">
                  <c:v>77.94</c:v>
                </c:pt>
                <c:pt idx="78817">
                  <c:v>77.94</c:v>
                </c:pt>
                <c:pt idx="78818">
                  <c:v>50.48</c:v>
                </c:pt>
                <c:pt idx="78819">
                  <c:v>103.92</c:v>
                </c:pt>
                <c:pt idx="78820">
                  <c:v>77.94</c:v>
                </c:pt>
                <c:pt idx="78821">
                  <c:v>77.94</c:v>
                </c:pt>
                <c:pt idx="78822">
                  <c:v>77.94</c:v>
                </c:pt>
                <c:pt idx="78823">
                  <c:v>127.92</c:v>
                </c:pt>
                <c:pt idx="78824">
                  <c:v>77.94</c:v>
                </c:pt>
                <c:pt idx="78825">
                  <c:v>11.29</c:v>
                </c:pt>
                <c:pt idx="78826">
                  <c:v>174.94</c:v>
                </c:pt>
                <c:pt idx="78827">
                  <c:v>114.95</c:v>
                </c:pt>
                <c:pt idx="78828">
                  <c:v>91.96</c:v>
                </c:pt>
                <c:pt idx="78829">
                  <c:v>68.989999999999995</c:v>
                </c:pt>
                <c:pt idx="78830">
                  <c:v>199.96</c:v>
                </c:pt>
                <c:pt idx="78831">
                  <c:v>218.95</c:v>
                </c:pt>
                <c:pt idx="78832">
                  <c:v>196.97</c:v>
                </c:pt>
                <c:pt idx="78833">
                  <c:v>229.47</c:v>
                </c:pt>
                <c:pt idx="78834">
                  <c:v>124.47</c:v>
                </c:pt>
                <c:pt idx="78835">
                  <c:v>122.45</c:v>
                </c:pt>
                <c:pt idx="78836">
                  <c:v>194.46</c:v>
                </c:pt>
                <c:pt idx="78837">
                  <c:v>65.989999999999995</c:v>
                </c:pt>
                <c:pt idx="78838">
                  <c:v>65.989999999999995</c:v>
                </c:pt>
                <c:pt idx="78839">
                  <c:v>63.98</c:v>
                </c:pt>
                <c:pt idx="78840">
                  <c:v>59.98</c:v>
                </c:pt>
                <c:pt idx="78841">
                  <c:v>65.989999999999995</c:v>
                </c:pt>
                <c:pt idx="78842">
                  <c:v>59.98</c:v>
                </c:pt>
                <c:pt idx="78843">
                  <c:v>65.989999999999995</c:v>
                </c:pt>
                <c:pt idx="78844">
                  <c:v>63.98</c:v>
                </c:pt>
                <c:pt idx="78845">
                  <c:v>130.63999999999999</c:v>
                </c:pt>
                <c:pt idx="78846">
                  <c:v>140.32</c:v>
                </c:pt>
                <c:pt idx="78847">
                  <c:v>79.849999999999994</c:v>
                </c:pt>
                <c:pt idx="78848">
                  <c:v>79.849999999999994</c:v>
                </c:pt>
                <c:pt idx="78849">
                  <c:v>104.04</c:v>
                </c:pt>
                <c:pt idx="78850">
                  <c:v>88.43</c:v>
                </c:pt>
                <c:pt idx="78851">
                  <c:v>104.04</c:v>
                </c:pt>
                <c:pt idx="78852">
                  <c:v>95.8</c:v>
                </c:pt>
                <c:pt idx="78853">
                  <c:v>121.98</c:v>
                </c:pt>
                <c:pt idx="78854">
                  <c:v>54.33</c:v>
                </c:pt>
                <c:pt idx="78855">
                  <c:v>67.66</c:v>
                </c:pt>
                <c:pt idx="78856">
                  <c:v>131.41</c:v>
                </c:pt>
                <c:pt idx="78857">
                  <c:v>130.18</c:v>
                </c:pt>
                <c:pt idx="78858">
                  <c:v>110.98</c:v>
                </c:pt>
                <c:pt idx="78859">
                  <c:v>312.92</c:v>
                </c:pt>
                <c:pt idx="78860">
                  <c:v>99.98</c:v>
                </c:pt>
                <c:pt idx="78861">
                  <c:v>101.12</c:v>
                </c:pt>
                <c:pt idx="78862">
                  <c:v>97.08</c:v>
                </c:pt>
                <c:pt idx="78863">
                  <c:v>136.94999999999999</c:v>
                </c:pt>
                <c:pt idx="78864">
                  <c:v>-11.3</c:v>
                </c:pt>
                <c:pt idx="78865">
                  <c:v>94.54</c:v>
                </c:pt>
                <c:pt idx="78866">
                  <c:v>107.07</c:v>
                </c:pt>
                <c:pt idx="78867">
                  <c:v>166.95</c:v>
                </c:pt>
                <c:pt idx="78868">
                  <c:v>173.97</c:v>
                </c:pt>
                <c:pt idx="78869">
                  <c:v>121.98</c:v>
                </c:pt>
                <c:pt idx="78870">
                  <c:v>111.98</c:v>
                </c:pt>
                <c:pt idx="78871">
                  <c:v>66.680000000000007</c:v>
                </c:pt>
                <c:pt idx="78872">
                  <c:v>121.98</c:v>
                </c:pt>
                <c:pt idx="78873">
                  <c:v>121.98</c:v>
                </c:pt>
                <c:pt idx="78874">
                  <c:v>181.45</c:v>
                </c:pt>
                <c:pt idx="78875">
                  <c:v>182.97</c:v>
                </c:pt>
                <c:pt idx="78876">
                  <c:v>67.98</c:v>
                </c:pt>
                <c:pt idx="78877">
                  <c:v>79.98</c:v>
                </c:pt>
                <c:pt idx="78878">
                  <c:v>79.98</c:v>
                </c:pt>
                <c:pt idx="78879">
                  <c:v>66.790000000000006</c:v>
                </c:pt>
                <c:pt idx="78880">
                  <c:v>79.98</c:v>
                </c:pt>
                <c:pt idx="78881">
                  <c:v>64.98</c:v>
                </c:pt>
                <c:pt idx="78882">
                  <c:v>137.97</c:v>
                </c:pt>
                <c:pt idx="78883">
                  <c:v>79.98</c:v>
                </c:pt>
                <c:pt idx="78884">
                  <c:v>79.98</c:v>
                </c:pt>
                <c:pt idx="78885">
                  <c:v>46.49</c:v>
                </c:pt>
                <c:pt idx="78886">
                  <c:v>202.94</c:v>
                </c:pt>
                <c:pt idx="78887">
                  <c:v>21.49</c:v>
                </c:pt>
                <c:pt idx="78888">
                  <c:v>46.49</c:v>
                </c:pt>
                <c:pt idx="78889">
                  <c:v>289.95999999999998</c:v>
                </c:pt>
                <c:pt idx="78890">
                  <c:v>21.49</c:v>
                </c:pt>
                <c:pt idx="78891">
                  <c:v>68.989999999999995</c:v>
                </c:pt>
                <c:pt idx="78892">
                  <c:v>11.49</c:v>
                </c:pt>
                <c:pt idx="78893">
                  <c:v>11.49</c:v>
                </c:pt>
                <c:pt idx="78894">
                  <c:v>108.98</c:v>
                </c:pt>
                <c:pt idx="78895">
                  <c:v>202.94</c:v>
                </c:pt>
                <c:pt idx="78896">
                  <c:v>33.479999999999997</c:v>
                </c:pt>
                <c:pt idx="78897">
                  <c:v>99.98</c:v>
                </c:pt>
                <c:pt idx="78898">
                  <c:v>33.479999999999997</c:v>
                </c:pt>
                <c:pt idx="78899">
                  <c:v>149.97</c:v>
                </c:pt>
                <c:pt idx="78900">
                  <c:v>289.95999999999998</c:v>
                </c:pt>
                <c:pt idx="78901">
                  <c:v>108.98</c:v>
                </c:pt>
                <c:pt idx="78902">
                  <c:v>149.97</c:v>
                </c:pt>
                <c:pt idx="78903">
                  <c:v>68.989999999999995</c:v>
                </c:pt>
                <c:pt idx="78904">
                  <c:v>99.98</c:v>
                </c:pt>
                <c:pt idx="78905">
                  <c:v>90.96</c:v>
                </c:pt>
                <c:pt idx="78906">
                  <c:v>114.96</c:v>
                </c:pt>
                <c:pt idx="78907">
                  <c:v>84.97</c:v>
                </c:pt>
                <c:pt idx="78908">
                  <c:v>143.72999999999999</c:v>
                </c:pt>
                <c:pt idx="78909">
                  <c:v>70.98</c:v>
                </c:pt>
                <c:pt idx="78910">
                  <c:v>171.95</c:v>
                </c:pt>
                <c:pt idx="78911">
                  <c:v>140.94999999999999</c:v>
                </c:pt>
                <c:pt idx="78912">
                  <c:v>263.95999999999998</c:v>
                </c:pt>
                <c:pt idx="78913">
                  <c:v>68.48</c:v>
                </c:pt>
                <c:pt idx="78914">
                  <c:v>131.97999999999999</c:v>
                </c:pt>
                <c:pt idx="78915">
                  <c:v>84.99</c:v>
                </c:pt>
                <c:pt idx="78916">
                  <c:v>84.99</c:v>
                </c:pt>
                <c:pt idx="78917">
                  <c:v>112.18</c:v>
                </c:pt>
                <c:pt idx="78918">
                  <c:v>84.99</c:v>
                </c:pt>
                <c:pt idx="78919">
                  <c:v>84.99</c:v>
                </c:pt>
                <c:pt idx="78920">
                  <c:v>84.99</c:v>
                </c:pt>
                <c:pt idx="78921">
                  <c:v>49.99</c:v>
                </c:pt>
                <c:pt idx="78922">
                  <c:v>59.94</c:v>
                </c:pt>
                <c:pt idx="78923">
                  <c:v>84.99</c:v>
                </c:pt>
                <c:pt idx="78924">
                  <c:v>84.99</c:v>
                </c:pt>
                <c:pt idx="78925">
                  <c:v>84.99</c:v>
                </c:pt>
                <c:pt idx="78926">
                  <c:v>65.19</c:v>
                </c:pt>
                <c:pt idx="78927">
                  <c:v>68.989999999999995</c:v>
                </c:pt>
                <c:pt idx="78928">
                  <c:v>68.989999999999995</c:v>
                </c:pt>
                <c:pt idx="78929">
                  <c:v>61.97</c:v>
                </c:pt>
                <c:pt idx="78930">
                  <c:v>73.959999999999994</c:v>
                </c:pt>
                <c:pt idx="78931">
                  <c:v>27.64</c:v>
                </c:pt>
                <c:pt idx="78932">
                  <c:v>95.36</c:v>
                </c:pt>
                <c:pt idx="78933">
                  <c:v>51.98</c:v>
                </c:pt>
                <c:pt idx="78934">
                  <c:v>97.55</c:v>
                </c:pt>
                <c:pt idx="78935">
                  <c:v>81.97</c:v>
                </c:pt>
                <c:pt idx="78936">
                  <c:v>65.97</c:v>
                </c:pt>
                <c:pt idx="78937">
                  <c:v>51.98</c:v>
                </c:pt>
                <c:pt idx="78938">
                  <c:v>63.97</c:v>
                </c:pt>
                <c:pt idx="78939">
                  <c:v>27.64</c:v>
                </c:pt>
                <c:pt idx="78940">
                  <c:v>81.97</c:v>
                </c:pt>
                <c:pt idx="78941">
                  <c:v>73.959999999999994</c:v>
                </c:pt>
                <c:pt idx="78942">
                  <c:v>75.19</c:v>
                </c:pt>
                <c:pt idx="78943">
                  <c:v>51.98</c:v>
                </c:pt>
                <c:pt idx="78944">
                  <c:v>51.98</c:v>
                </c:pt>
                <c:pt idx="78945">
                  <c:v>61.97</c:v>
                </c:pt>
                <c:pt idx="78946">
                  <c:v>51.98</c:v>
                </c:pt>
                <c:pt idx="78947">
                  <c:v>95.36</c:v>
                </c:pt>
                <c:pt idx="78948">
                  <c:v>65.97</c:v>
                </c:pt>
                <c:pt idx="78949">
                  <c:v>75.19</c:v>
                </c:pt>
                <c:pt idx="78950">
                  <c:v>51.98</c:v>
                </c:pt>
                <c:pt idx="78951">
                  <c:v>63.97</c:v>
                </c:pt>
                <c:pt idx="78952">
                  <c:v>63.97</c:v>
                </c:pt>
                <c:pt idx="78953">
                  <c:v>51.98</c:v>
                </c:pt>
                <c:pt idx="78954">
                  <c:v>127.94</c:v>
                </c:pt>
                <c:pt idx="78955">
                  <c:v>63.97</c:v>
                </c:pt>
                <c:pt idx="78956">
                  <c:v>51.98</c:v>
                </c:pt>
                <c:pt idx="78957">
                  <c:v>97.55</c:v>
                </c:pt>
                <c:pt idx="78958">
                  <c:v>127.94</c:v>
                </c:pt>
                <c:pt idx="78959">
                  <c:v>84.99</c:v>
                </c:pt>
                <c:pt idx="78960">
                  <c:v>209.94</c:v>
                </c:pt>
                <c:pt idx="78961">
                  <c:v>234.94</c:v>
                </c:pt>
                <c:pt idx="78962">
                  <c:v>84.99</c:v>
                </c:pt>
                <c:pt idx="78963">
                  <c:v>73.97</c:v>
                </c:pt>
                <c:pt idx="78964">
                  <c:v>83.97</c:v>
                </c:pt>
                <c:pt idx="78965">
                  <c:v>55.98</c:v>
                </c:pt>
                <c:pt idx="78966">
                  <c:v>77.959999999999994</c:v>
                </c:pt>
                <c:pt idx="78967">
                  <c:v>65.97</c:v>
                </c:pt>
                <c:pt idx="78968">
                  <c:v>115.96</c:v>
                </c:pt>
                <c:pt idx="78969">
                  <c:v>55.98</c:v>
                </c:pt>
                <c:pt idx="78970">
                  <c:v>112.96</c:v>
                </c:pt>
                <c:pt idx="78971">
                  <c:v>58.98</c:v>
                </c:pt>
                <c:pt idx="78972">
                  <c:v>55.98</c:v>
                </c:pt>
                <c:pt idx="78973">
                  <c:v>59.98</c:v>
                </c:pt>
                <c:pt idx="78974">
                  <c:v>88.97</c:v>
                </c:pt>
                <c:pt idx="78975">
                  <c:v>169.98</c:v>
                </c:pt>
                <c:pt idx="78976">
                  <c:v>187.97</c:v>
                </c:pt>
                <c:pt idx="78977">
                  <c:v>169.98</c:v>
                </c:pt>
                <c:pt idx="78978">
                  <c:v>169.98</c:v>
                </c:pt>
                <c:pt idx="78979">
                  <c:v>62.98</c:v>
                </c:pt>
                <c:pt idx="78980">
                  <c:v>169.44</c:v>
                </c:pt>
                <c:pt idx="78981">
                  <c:v>71.86</c:v>
                </c:pt>
                <c:pt idx="78982">
                  <c:v>113.7</c:v>
                </c:pt>
                <c:pt idx="78983">
                  <c:v>108.88</c:v>
                </c:pt>
                <c:pt idx="78984">
                  <c:v>71.86</c:v>
                </c:pt>
                <c:pt idx="78985">
                  <c:v>53.82</c:v>
                </c:pt>
                <c:pt idx="78986">
                  <c:v>110.06</c:v>
                </c:pt>
                <c:pt idx="78987">
                  <c:v>76.08</c:v>
                </c:pt>
                <c:pt idx="78988">
                  <c:v>214.23</c:v>
                </c:pt>
                <c:pt idx="78989">
                  <c:v>14.99</c:v>
                </c:pt>
                <c:pt idx="78990">
                  <c:v>59.96</c:v>
                </c:pt>
                <c:pt idx="78991">
                  <c:v>50.97</c:v>
                </c:pt>
                <c:pt idx="78992">
                  <c:v>59.96</c:v>
                </c:pt>
                <c:pt idx="78993">
                  <c:v>99.96</c:v>
                </c:pt>
                <c:pt idx="78994">
                  <c:v>56.91</c:v>
                </c:pt>
                <c:pt idx="78995">
                  <c:v>130.44</c:v>
                </c:pt>
                <c:pt idx="78996">
                  <c:v>59.36</c:v>
                </c:pt>
                <c:pt idx="78997">
                  <c:v>59.96</c:v>
                </c:pt>
                <c:pt idx="78998">
                  <c:v>59.96</c:v>
                </c:pt>
                <c:pt idx="78999">
                  <c:v>59.96</c:v>
                </c:pt>
                <c:pt idx="79000">
                  <c:v>59.36</c:v>
                </c:pt>
                <c:pt idx="79001">
                  <c:v>65.989999999999995</c:v>
                </c:pt>
                <c:pt idx="79002">
                  <c:v>104.96</c:v>
                </c:pt>
                <c:pt idx="79003">
                  <c:v>84.98</c:v>
                </c:pt>
                <c:pt idx="79004">
                  <c:v>190.96</c:v>
                </c:pt>
                <c:pt idx="79005">
                  <c:v>43.46</c:v>
                </c:pt>
                <c:pt idx="79006">
                  <c:v>65.989999999999995</c:v>
                </c:pt>
                <c:pt idx="79007">
                  <c:v>103.97</c:v>
                </c:pt>
                <c:pt idx="79008">
                  <c:v>105.98</c:v>
                </c:pt>
                <c:pt idx="79009">
                  <c:v>58.98</c:v>
                </c:pt>
                <c:pt idx="79010">
                  <c:v>68.84</c:v>
                </c:pt>
                <c:pt idx="79011">
                  <c:v>85.95</c:v>
                </c:pt>
                <c:pt idx="79012">
                  <c:v>67.97</c:v>
                </c:pt>
                <c:pt idx="79013">
                  <c:v>55.96</c:v>
                </c:pt>
                <c:pt idx="79014">
                  <c:v>55.96</c:v>
                </c:pt>
                <c:pt idx="79015">
                  <c:v>73.97</c:v>
                </c:pt>
                <c:pt idx="79016">
                  <c:v>124.8</c:v>
                </c:pt>
                <c:pt idx="79017">
                  <c:v>224.94</c:v>
                </c:pt>
                <c:pt idx="79018">
                  <c:v>159.94999999999999</c:v>
                </c:pt>
                <c:pt idx="79019">
                  <c:v>132.47</c:v>
                </c:pt>
                <c:pt idx="79020">
                  <c:v>131.97999999999999</c:v>
                </c:pt>
                <c:pt idx="79021">
                  <c:v>163.96</c:v>
                </c:pt>
                <c:pt idx="79022">
                  <c:v>131.97999999999999</c:v>
                </c:pt>
                <c:pt idx="79023">
                  <c:v>121.98</c:v>
                </c:pt>
                <c:pt idx="79024">
                  <c:v>219.97</c:v>
                </c:pt>
                <c:pt idx="79025">
                  <c:v>159.69999999999999</c:v>
                </c:pt>
                <c:pt idx="79026">
                  <c:v>239.54</c:v>
                </c:pt>
                <c:pt idx="79027">
                  <c:v>240.74</c:v>
                </c:pt>
                <c:pt idx="79028">
                  <c:v>40.49</c:v>
                </c:pt>
                <c:pt idx="79029">
                  <c:v>159.69999999999999</c:v>
                </c:pt>
                <c:pt idx="79030">
                  <c:v>122.17</c:v>
                </c:pt>
                <c:pt idx="79031">
                  <c:v>27.25</c:v>
                </c:pt>
                <c:pt idx="79032">
                  <c:v>120.42</c:v>
                </c:pt>
                <c:pt idx="79033">
                  <c:v>28.48</c:v>
                </c:pt>
                <c:pt idx="79034">
                  <c:v>102.74</c:v>
                </c:pt>
                <c:pt idx="79035">
                  <c:v>27.18</c:v>
                </c:pt>
                <c:pt idx="79036">
                  <c:v>13.98</c:v>
                </c:pt>
                <c:pt idx="79037">
                  <c:v>77.64</c:v>
                </c:pt>
                <c:pt idx="79038">
                  <c:v>20.97</c:v>
                </c:pt>
                <c:pt idx="79039">
                  <c:v>103.52</c:v>
                </c:pt>
                <c:pt idx="79040">
                  <c:v>50.73</c:v>
                </c:pt>
                <c:pt idx="79041">
                  <c:v>98.63</c:v>
                </c:pt>
                <c:pt idx="79042">
                  <c:v>77.64</c:v>
                </c:pt>
                <c:pt idx="79043">
                  <c:v>75.87</c:v>
                </c:pt>
                <c:pt idx="79044">
                  <c:v>77.64</c:v>
                </c:pt>
                <c:pt idx="79045">
                  <c:v>98.63</c:v>
                </c:pt>
                <c:pt idx="79046">
                  <c:v>77.64</c:v>
                </c:pt>
                <c:pt idx="79047">
                  <c:v>84.99</c:v>
                </c:pt>
                <c:pt idx="79048">
                  <c:v>80.98</c:v>
                </c:pt>
                <c:pt idx="79049">
                  <c:v>131.97999999999999</c:v>
                </c:pt>
                <c:pt idx="79050">
                  <c:v>59.97</c:v>
                </c:pt>
                <c:pt idx="79051">
                  <c:v>79.98</c:v>
                </c:pt>
                <c:pt idx="79052">
                  <c:v>80.98</c:v>
                </c:pt>
                <c:pt idx="79053">
                  <c:v>161.96</c:v>
                </c:pt>
                <c:pt idx="79054">
                  <c:v>95.38</c:v>
                </c:pt>
                <c:pt idx="79055">
                  <c:v>80.98</c:v>
                </c:pt>
                <c:pt idx="79056">
                  <c:v>173.66</c:v>
                </c:pt>
                <c:pt idx="79057">
                  <c:v>89.97</c:v>
                </c:pt>
                <c:pt idx="79058">
                  <c:v>67.48</c:v>
                </c:pt>
                <c:pt idx="79059">
                  <c:v>113.16</c:v>
                </c:pt>
                <c:pt idx="79060">
                  <c:v>167.96</c:v>
                </c:pt>
                <c:pt idx="79061">
                  <c:v>167.96</c:v>
                </c:pt>
                <c:pt idx="79062">
                  <c:v>173.66</c:v>
                </c:pt>
                <c:pt idx="79063">
                  <c:v>153.97999999999999</c:v>
                </c:pt>
                <c:pt idx="79064">
                  <c:v>113.16</c:v>
                </c:pt>
                <c:pt idx="79065">
                  <c:v>84.99</c:v>
                </c:pt>
                <c:pt idx="79066">
                  <c:v>115.95</c:v>
                </c:pt>
                <c:pt idx="79067">
                  <c:v>115.95</c:v>
                </c:pt>
                <c:pt idx="79068">
                  <c:v>89.97</c:v>
                </c:pt>
                <c:pt idx="79069">
                  <c:v>67.48</c:v>
                </c:pt>
                <c:pt idx="79070">
                  <c:v>84.99</c:v>
                </c:pt>
                <c:pt idx="79071">
                  <c:v>153.97999999999999</c:v>
                </c:pt>
                <c:pt idx="79072">
                  <c:v>31.29</c:v>
                </c:pt>
                <c:pt idx="79073">
                  <c:v>33.29</c:v>
                </c:pt>
                <c:pt idx="79074">
                  <c:v>138.97</c:v>
                </c:pt>
                <c:pt idx="79075">
                  <c:v>31.29</c:v>
                </c:pt>
                <c:pt idx="79076">
                  <c:v>50</c:v>
                </c:pt>
                <c:pt idx="79077">
                  <c:v>9.39</c:v>
                </c:pt>
                <c:pt idx="79078">
                  <c:v>14.55</c:v>
                </c:pt>
                <c:pt idx="79079">
                  <c:v>63.98</c:v>
                </c:pt>
                <c:pt idx="79080">
                  <c:v>71.48</c:v>
                </c:pt>
                <c:pt idx="79081">
                  <c:v>40.29</c:v>
                </c:pt>
                <c:pt idx="79082">
                  <c:v>65.989999999999995</c:v>
                </c:pt>
                <c:pt idx="79083">
                  <c:v>65.989999999999995</c:v>
                </c:pt>
                <c:pt idx="79084">
                  <c:v>79.98</c:v>
                </c:pt>
                <c:pt idx="79085">
                  <c:v>54.5</c:v>
                </c:pt>
                <c:pt idx="79086">
                  <c:v>49.49</c:v>
                </c:pt>
                <c:pt idx="79087">
                  <c:v>92.98</c:v>
                </c:pt>
                <c:pt idx="79088">
                  <c:v>49.49</c:v>
                </c:pt>
                <c:pt idx="79089">
                  <c:v>183.95</c:v>
                </c:pt>
                <c:pt idx="79090">
                  <c:v>169.98</c:v>
                </c:pt>
                <c:pt idx="79091">
                  <c:v>153.97</c:v>
                </c:pt>
                <c:pt idx="79092">
                  <c:v>84.99</c:v>
                </c:pt>
                <c:pt idx="79093">
                  <c:v>234.96</c:v>
                </c:pt>
                <c:pt idx="79094">
                  <c:v>69.989999999999995</c:v>
                </c:pt>
                <c:pt idx="79095">
                  <c:v>128.97999999999999</c:v>
                </c:pt>
                <c:pt idx="79096">
                  <c:v>179.95</c:v>
                </c:pt>
                <c:pt idx="79097">
                  <c:v>91.95</c:v>
                </c:pt>
                <c:pt idx="79098">
                  <c:v>267.95</c:v>
                </c:pt>
                <c:pt idx="79099">
                  <c:v>538.41999999999996</c:v>
                </c:pt>
                <c:pt idx="79100">
                  <c:v>84.99</c:v>
                </c:pt>
                <c:pt idx="79101">
                  <c:v>82.75</c:v>
                </c:pt>
                <c:pt idx="79102">
                  <c:v>80.739999999999995</c:v>
                </c:pt>
                <c:pt idx="79103">
                  <c:v>166.58</c:v>
                </c:pt>
                <c:pt idx="79104">
                  <c:v>138.97</c:v>
                </c:pt>
                <c:pt idx="79105">
                  <c:v>169.98</c:v>
                </c:pt>
                <c:pt idx="79106">
                  <c:v>189.97</c:v>
                </c:pt>
                <c:pt idx="79107">
                  <c:v>248.36</c:v>
                </c:pt>
                <c:pt idx="79108">
                  <c:v>152.97999999999999</c:v>
                </c:pt>
                <c:pt idx="79109">
                  <c:v>207.96</c:v>
                </c:pt>
                <c:pt idx="79110">
                  <c:v>200.33</c:v>
                </c:pt>
                <c:pt idx="79111">
                  <c:v>97.98</c:v>
                </c:pt>
                <c:pt idx="79112">
                  <c:v>14.49</c:v>
                </c:pt>
                <c:pt idx="79113">
                  <c:v>169.98</c:v>
                </c:pt>
                <c:pt idx="79114">
                  <c:v>182.97</c:v>
                </c:pt>
                <c:pt idx="79115">
                  <c:v>60.47</c:v>
                </c:pt>
                <c:pt idx="79116">
                  <c:v>65.97</c:v>
                </c:pt>
                <c:pt idx="79117">
                  <c:v>99.97</c:v>
                </c:pt>
                <c:pt idx="79118">
                  <c:v>27.48</c:v>
                </c:pt>
                <c:pt idx="79119">
                  <c:v>61.96</c:v>
                </c:pt>
                <c:pt idx="79120">
                  <c:v>156.24</c:v>
                </c:pt>
                <c:pt idx="79121">
                  <c:v>84.99</c:v>
                </c:pt>
                <c:pt idx="79122">
                  <c:v>76.489999999999995</c:v>
                </c:pt>
                <c:pt idx="79123">
                  <c:v>84.99</c:v>
                </c:pt>
                <c:pt idx="79124">
                  <c:v>84.99</c:v>
                </c:pt>
                <c:pt idx="79125">
                  <c:v>49.99</c:v>
                </c:pt>
                <c:pt idx="79126">
                  <c:v>68.989999999999995</c:v>
                </c:pt>
                <c:pt idx="79127">
                  <c:v>145.97999999999999</c:v>
                </c:pt>
                <c:pt idx="79128">
                  <c:v>144.47999999999999</c:v>
                </c:pt>
                <c:pt idx="79129">
                  <c:v>65.989999999999995</c:v>
                </c:pt>
                <c:pt idx="79130">
                  <c:v>137.97999999999999</c:v>
                </c:pt>
                <c:pt idx="79131">
                  <c:v>84.99</c:v>
                </c:pt>
                <c:pt idx="79132">
                  <c:v>65.989999999999995</c:v>
                </c:pt>
                <c:pt idx="79133">
                  <c:v>153.97999999999999</c:v>
                </c:pt>
                <c:pt idx="79134">
                  <c:v>65.989999999999995</c:v>
                </c:pt>
                <c:pt idx="79135">
                  <c:v>169.98</c:v>
                </c:pt>
                <c:pt idx="79136">
                  <c:v>65.989999999999995</c:v>
                </c:pt>
                <c:pt idx="79137">
                  <c:v>84.99</c:v>
                </c:pt>
                <c:pt idx="79138">
                  <c:v>89.98</c:v>
                </c:pt>
                <c:pt idx="79139">
                  <c:v>89.98</c:v>
                </c:pt>
                <c:pt idx="79140">
                  <c:v>89.98</c:v>
                </c:pt>
                <c:pt idx="79141">
                  <c:v>68.98</c:v>
                </c:pt>
                <c:pt idx="79142">
                  <c:v>99.98</c:v>
                </c:pt>
                <c:pt idx="79143">
                  <c:v>91.98</c:v>
                </c:pt>
                <c:pt idx="79144">
                  <c:v>89.98</c:v>
                </c:pt>
                <c:pt idx="79145">
                  <c:v>104.97</c:v>
                </c:pt>
                <c:pt idx="79146">
                  <c:v>94.96</c:v>
                </c:pt>
                <c:pt idx="79147">
                  <c:v>64.97</c:v>
                </c:pt>
                <c:pt idx="79148">
                  <c:v>149.94</c:v>
                </c:pt>
                <c:pt idx="79149">
                  <c:v>119.94</c:v>
                </c:pt>
                <c:pt idx="79150">
                  <c:v>54.98</c:v>
                </c:pt>
                <c:pt idx="79151">
                  <c:v>109.98</c:v>
                </c:pt>
                <c:pt idx="79152">
                  <c:v>139.94999999999999</c:v>
                </c:pt>
                <c:pt idx="79153">
                  <c:v>273.39999999999998</c:v>
                </c:pt>
                <c:pt idx="79154">
                  <c:v>81.260000000000005</c:v>
                </c:pt>
                <c:pt idx="79155">
                  <c:v>66.510000000000005</c:v>
                </c:pt>
                <c:pt idx="79156">
                  <c:v>174.18</c:v>
                </c:pt>
                <c:pt idx="79157">
                  <c:v>108.86</c:v>
                </c:pt>
                <c:pt idx="79158">
                  <c:v>49.57</c:v>
                </c:pt>
                <c:pt idx="79159">
                  <c:v>67.72</c:v>
                </c:pt>
                <c:pt idx="79160">
                  <c:v>90.74</c:v>
                </c:pt>
                <c:pt idx="79161">
                  <c:v>25.39</c:v>
                </c:pt>
                <c:pt idx="79162">
                  <c:v>65.989999999999995</c:v>
                </c:pt>
                <c:pt idx="79163">
                  <c:v>65.989999999999995</c:v>
                </c:pt>
                <c:pt idx="79164">
                  <c:v>77.48</c:v>
                </c:pt>
                <c:pt idx="79165">
                  <c:v>67.489999999999995</c:v>
                </c:pt>
                <c:pt idx="79166">
                  <c:v>109.98</c:v>
                </c:pt>
                <c:pt idx="79167">
                  <c:v>65.989999999999995</c:v>
                </c:pt>
                <c:pt idx="79168">
                  <c:v>89.97</c:v>
                </c:pt>
                <c:pt idx="79169">
                  <c:v>50.97</c:v>
                </c:pt>
                <c:pt idx="79170">
                  <c:v>65.989999999999995</c:v>
                </c:pt>
                <c:pt idx="79171">
                  <c:v>65.989999999999995</c:v>
                </c:pt>
                <c:pt idx="79172">
                  <c:v>84.99</c:v>
                </c:pt>
                <c:pt idx="79173">
                  <c:v>65.989999999999995</c:v>
                </c:pt>
                <c:pt idx="79174">
                  <c:v>104.93</c:v>
                </c:pt>
                <c:pt idx="79175">
                  <c:v>119.92</c:v>
                </c:pt>
                <c:pt idx="79176">
                  <c:v>119.92</c:v>
                </c:pt>
                <c:pt idx="79177">
                  <c:v>86.79</c:v>
                </c:pt>
                <c:pt idx="79178">
                  <c:v>0</c:v>
                </c:pt>
                <c:pt idx="79179">
                  <c:v>94.34</c:v>
                </c:pt>
                <c:pt idx="79180">
                  <c:v>94.34</c:v>
                </c:pt>
                <c:pt idx="79181">
                  <c:v>84.91</c:v>
                </c:pt>
                <c:pt idx="79182">
                  <c:v>70.14</c:v>
                </c:pt>
                <c:pt idx="79183">
                  <c:v>94.34</c:v>
                </c:pt>
                <c:pt idx="79184">
                  <c:v>94.34</c:v>
                </c:pt>
                <c:pt idx="79185">
                  <c:v>94.34</c:v>
                </c:pt>
                <c:pt idx="79186">
                  <c:v>87.97</c:v>
                </c:pt>
                <c:pt idx="79187">
                  <c:v>197.87</c:v>
                </c:pt>
                <c:pt idx="79188">
                  <c:v>114.91</c:v>
                </c:pt>
                <c:pt idx="79189">
                  <c:v>126.02</c:v>
                </c:pt>
                <c:pt idx="79190">
                  <c:v>278.22000000000003</c:v>
                </c:pt>
                <c:pt idx="79191">
                  <c:v>214.13</c:v>
                </c:pt>
                <c:pt idx="79192">
                  <c:v>237.96</c:v>
                </c:pt>
                <c:pt idx="79193">
                  <c:v>79.98</c:v>
                </c:pt>
                <c:pt idx="79194">
                  <c:v>65.989999999999995</c:v>
                </c:pt>
                <c:pt idx="79195">
                  <c:v>199.95</c:v>
                </c:pt>
                <c:pt idx="79196">
                  <c:v>89.97</c:v>
                </c:pt>
                <c:pt idx="79197">
                  <c:v>118.46</c:v>
                </c:pt>
                <c:pt idx="79198">
                  <c:v>59.98</c:v>
                </c:pt>
                <c:pt idx="79199">
                  <c:v>59.98</c:v>
                </c:pt>
                <c:pt idx="79200">
                  <c:v>58.18</c:v>
                </c:pt>
                <c:pt idx="79201">
                  <c:v>59.98</c:v>
                </c:pt>
                <c:pt idx="79202">
                  <c:v>59.98</c:v>
                </c:pt>
                <c:pt idx="79203">
                  <c:v>58.78</c:v>
                </c:pt>
                <c:pt idx="79204">
                  <c:v>59.98</c:v>
                </c:pt>
                <c:pt idx="79205">
                  <c:v>59.98</c:v>
                </c:pt>
                <c:pt idx="79206">
                  <c:v>58.18</c:v>
                </c:pt>
                <c:pt idx="79207">
                  <c:v>109.76</c:v>
                </c:pt>
                <c:pt idx="79208">
                  <c:v>63.97</c:v>
                </c:pt>
                <c:pt idx="79209">
                  <c:v>66.27</c:v>
                </c:pt>
                <c:pt idx="79210">
                  <c:v>21.96</c:v>
                </c:pt>
                <c:pt idx="79211">
                  <c:v>121.96</c:v>
                </c:pt>
                <c:pt idx="79212">
                  <c:v>93.56</c:v>
                </c:pt>
                <c:pt idx="79213">
                  <c:v>121.96</c:v>
                </c:pt>
                <c:pt idx="79214">
                  <c:v>121.96</c:v>
                </c:pt>
                <c:pt idx="79215">
                  <c:v>103.96</c:v>
                </c:pt>
                <c:pt idx="79216">
                  <c:v>77.97</c:v>
                </c:pt>
                <c:pt idx="79217">
                  <c:v>77.97</c:v>
                </c:pt>
                <c:pt idx="79218">
                  <c:v>61.97</c:v>
                </c:pt>
                <c:pt idx="79219">
                  <c:v>71.97</c:v>
                </c:pt>
                <c:pt idx="79220">
                  <c:v>66.97</c:v>
                </c:pt>
                <c:pt idx="79221">
                  <c:v>53.97</c:v>
                </c:pt>
                <c:pt idx="79222">
                  <c:v>55.98</c:v>
                </c:pt>
                <c:pt idx="79223">
                  <c:v>156.96</c:v>
                </c:pt>
                <c:pt idx="79224">
                  <c:v>37.479999999999997</c:v>
                </c:pt>
                <c:pt idx="79225">
                  <c:v>131.96</c:v>
                </c:pt>
                <c:pt idx="79226">
                  <c:v>150.96</c:v>
                </c:pt>
                <c:pt idx="79227">
                  <c:v>79.97</c:v>
                </c:pt>
                <c:pt idx="79228">
                  <c:v>194.94</c:v>
                </c:pt>
                <c:pt idx="79229">
                  <c:v>245.95</c:v>
                </c:pt>
                <c:pt idx="79230">
                  <c:v>104.98</c:v>
                </c:pt>
                <c:pt idx="79231">
                  <c:v>67.989999999999995</c:v>
                </c:pt>
                <c:pt idx="79232">
                  <c:v>79.989999999999995</c:v>
                </c:pt>
                <c:pt idx="79233">
                  <c:v>99.98</c:v>
                </c:pt>
                <c:pt idx="79234">
                  <c:v>79.989999999999995</c:v>
                </c:pt>
                <c:pt idx="79235">
                  <c:v>79.989999999999995</c:v>
                </c:pt>
                <c:pt idx="79236">
                  <c:v>79.989999999999995</c:v>
                </c:pt>
                <c:pt idx="79237">
                  <c:v>52.17</c:v>
                </c:pt>
                <c:pt idx="79238">
                  <c:v>171.96</c:v>
                </c:pt>
                <c:pt idx="79239">
                  <c:v>21.49</c:v>
                </c:pt>
                <c:pt idx="79240">
                  <c:v>55.98</c:v>
                </c:pt>
                <c:pt idx="79241">
                  <c:v>171.96</c:v>
                </c:pt>
                <c:pt idx="79242">
                  <c:v>124.77</c:v>
                </c:pt>
                <c:pt idx="79243">
                  <c:v>343.92</c:v>
                </c:pt>
                <c:pt idx="79244">
                  <c:v>78.36</c:v>
                </c:pt>
                <c:pt idx="79245">
                  <c:v>60.98</c:v>
                </c:pt>
                <c:pt idx="79246">
                  <c:v>109.98</c:v>
                </c:pt>
                <c:pt idx="79247">
                  <c:v>68.900000000000006</c:v>
                </c:pt>
                <c:pt idx="79248">
                  <c:v>84.99</c:v>
                </c:pt>
                <c:pt idx="79249">
                  <c:v>73.97</c:v>
                </c:pt>
                <c:pt idx="79250">
                  <c:v>54.98</c:v>
                </c:pt>
                <c:pt idx="79251">
                  <c:v>62.98</c:v>
                </c:pt>
                <c:pt idx="79252">
                  <c:v>84.99</c:v>
                </c:pt>
                <c:pt idx="79253">
                  <c:v>84.98</c:v>
                </c:pt>
                <c:pt idx="79254">
                  <c:v>169.98</c:v>
                </c:pt>
                <c:pt idx="79255">
                  <c:v>175.87</c:v>
                </c:pt>
                <c:pt idx="79256">
                  <c:v>109.98</c:v>
                </c:pt>
                <c:pt idx="79257">
                  <c:v>159.97999999999999</c:v>
                </c:pt>
                <c:pt idx="79258">
                  <c:v>84.99</c:v>
                </c:pt>
                <c:pt idx="79259">
                  <c:v>82.19</c:v>
                </c:pt>
                <c:pt idx="79260">
                  <c:v>68.98</c:v>
                </c:pt>
                <c:pt idx="79261">
                  <c:v>20.49</c:v>
                </c:pt>
                <c:pt idx="79262">
                  <c:v>72.239999999999995</c:v>
                </c:pt>
                <c:pt idx="79263">
                  <c:v>19.489999999999998</c:v>
                </c:pt>
                <c:pt idx="79264">
                  <c:v>140.94</c:v>
                </c:pt>
                <c:pt idx="79265">
                  <c:v>140.94</c:v>
                </c:pt>
                <c:pt idx="79266">
                  <c:v>145.94</c:v>
                </c:pt>
                <c:pt idx="79267">
                  <c:v>55.96</c:v>
                </c:pt>
                <c:pt idx="79268">
                  <c:v>55.96</c:v>
                </c:pt>
                <c:pt idx="79269">
                  <c:v>100.95</c:v>
                </c:pt>
                <c:pt idx="79270">
                  <c:v>99.83</c:v>
                </c:pt>
                <c:pt idx="79271">
                  <c:v>128.24</c:v>
                </c:pt>
                <c:pt idx="79272">
                  <c:v>167.79</c:v>
                </c:pt>
                <c:pt idx="79273">
                  <c:v>96.96</c:v>
                </c:pt>
                <c:pt idx="79274">
                  <c:v>136.69</c:v>
                </c:pt>
                <c:pt idx="79275">
                  <c:v>158.96</c:v>
                </c:pt>
                <c:pt idx="79276">
                  <c:v>96.78</c:v>
                </c:pt>
                <c:pt idx="79277">
                  <c:v>198.16</c:v>
                </c:pt>
                <c:pt idx="79278">
                  <c:v>105.25</c:v>
                </c:pt>
                <c:pt idx="79279">
                  <c:v>79.849999999999994</c:v>
                </c:pt>
                <c:pt idx="79280">
                  <c:v>97.99</c:v>
                </c:pt>
                <c:pt idx="79281">
                  <c:v>159.69999999999999</c:v>
                </c:pt>
                <c:pt idx="79282">
                  <c:v>114.91</c:v>
                </c:pt>
                <c:pt idx="79283">
                  <c:v>150</c:v>
                </c:pt>
                <c:pt idx="79284">
                  <c:v>52.98</c:v>
                </c:pt>
                <c:pt idx="79285">
                  <c:v>98.97</c:v>
                </c:pt>
                <c:pt idx="79286">
                  <c:v>103.66</c:v>
                </c:pt>
                <c:pt idx="79287">
                  <c:v>-41.62</c:v>
                </c:pt>
                <c:pt idx="79288">
                  <c:v>118.78</c:v>
                </c:pt>
                <c:pt idx="79289">
                  <c:v>169.98</c:v>
                </c:pt>
                <c:pt idx="79290">
                  <c:v>84.57</c:v>
                </c:pt>
                <c:pt idx="79291">
                  <c:v>65.989999999999995</c:v>
                </c:pt>
                <c:pt idx="79292">
                  <c:v>159.96</c:v>
                </c:pt>
                <c:pt idx="79293">
                  <c:v>5.2</c:v>
                </c:pt>
                <c:pt idx="79294">
                  <c:v>65.989999999999995</c:v>
                </c:pt>
                <c:pt idx="79295">
                  <c:v>84.68</c:v>
                </c:pt>
                <c:pt idx="79296">
                  <c:v>132.97999999999999</c:v>
                </c:pt>
                <c:pt idx="79297">
                  <c:v>82.26</c:v>
                </c:pt>
                <c:pt idx="79298">
                  <c:v>101.79</c:v>
                </c:pt>
                <c:pt idx="79299">
                  <c:v>159.63999999999999</c:v>
                </c:pt>
                <c:pt idx="79300">
                  <c:v>50.98</c:v>
                </c:pt>
                <c:pt idx="79301">
                  <c:v>51.09</c:v>
                </c:pt>
                <c:pt idx="79302">
                  <c:v>29.49</c:v>
                </c:pt>
                <c:pt idx="79303">
                  <c:v>65.989999999999995</c:v>
                </c:pt>
                <c:pt idx="79304">
                  <c:v>54.99</c:v>
                </c:pt>
                <c:pt idx="79305">
                  <c:v>54.99</c:v>
                </c:pt>
                <c:pt idx="79306">
                  <c:v>120.98</c:v>
                </c:pt>
                <c:pt idx="79307">
                  <c:v>29.49</c:v>
                </c:pt>
                <c:pt idx="79308">
                  <c:v>54.99</c:v>
                </c:pt>
                <c:pt idx="79309">
                  <c:v>32.24</c:v>
                </c:pt>
                <c:pt idx="79310">
                  <c:v>16.489999999999998</c:v>
                </c:pt>
                <c:pt idx="79311">
                  <c:v>86.49</c:v>
                </c:pt>
                <c:pt idx="79312">
                  <c:v>65.989999999999995</c:v>
                </c:pt>
                <c:pt idx="79313">
                  <c:v>41.49</c:v>
                </c:pt>
                <c:pt idx="79314">
                  <c:v>65.989999999999995</c:v>
                </c:pt>
                <c:pt idx="79315">
                  <c:v>16.489999999999998</c:v>
                </c:pt>
                <c:pt idx="79316">
                  <c:v>41.49</c:v>
                </c:pt>
                <c:pt idx="79317">
                  <c:v>31.49</c:v>
                </c:pt>
                <c:pt idx="79318">
                  <c:v>254.91</c:v>
                </c:pt>
                <c:pt idx="79319">
                  <c:v>59.95</c:v>
                </c:pt>
                <c:pt idx="79320">
                  <c:v>79.98</c:v>
                </c:pt>
                <c:pt idx="79321">
                  <c:v>87.26</c:v>
                </c:pt>
                <c:pt idx="79322">
                  <c:v>169.98</c:v>
                </c:pt>
                <c:pt idx="79323">
                  <c:v>135.47</c:v>
                </c:pt>
                <c:pt idx="79324">
                  <c:v>87.47</c:v>
                </c:pt>
                <c:pt idx="79325">
                  <c:v>84.99</c:v>
                </c:pt>
                <c:pt idx="79326">
                  <c:v>107.08</c:v>
                </c:pt>
                <c:pt idx="79327">
                  <c:v>144.47999999999999</c:v>
                </c:pt>
                <c:pt idx="79328">
                  <c:v>263.95999999999998</c:v>
                </c:pt>
                <c:pt idx="79329">
                  <c:v>338.91</c:v>
                </c:pt>
                <c:pt idx="79330">
                  <c:v>104.93</c:v>
                </c:pt>
                <c:pt idx="79331">
                  <c:v>169.98</c:v>
                </c:pt>
                <c:pt idx="79332">
                  <c:v>188.97</c:v>
                </c:pt>
                <c:pt idx="79333">
                  <c:v>149.97</c:v>
                </c:pt>
                <c:pt idx="79334">
                  <c:v>218.95</c:v>
                </c:pt>
                <c:pt idx="79335">
                  <c:v>159.97999999999999</c:v>
                </c:pt>
                <c:pt idx="79336">
                  <c:v>89.98</c:v>
                </c:pt>
                <c:pt idx="79337">
                  <c:v>89.98</c:v>
                </c:pt>
                <c:pt idx="79338">
                  <c:v>89.98</c:v>
                </c:pt>
                <c:pt idx="79339">
                  <c:v>89.98</c:v>
                </c:pt>
                <c:pt idx="79340">
                  <c:v>89.98</c:v>
                </c:pt>
                <c:pt idx="79341">
                  <c:v>83.54</c:v>
                </c:pt>
                <c:pt idx="79342">
                  <c:v>114.97</c:v>
                </c:pt>
                <c:pt idx="79343">
                  <c:v>89.98</c:v>
                </c:pt>
                <c:pt idx="79344">
                  <c:v>74.95</c:v>
                </c:pt>
                <c:pt idx="79345">
                  <c:v>126.98</c:v>
                </c:pt>
                <c:pt idx="79346">
                  <c:v>148.06</c:v>
                </c:pt>
                <c:pt idx="79347">
                  <c:v>70.290000000000006</c:v>
                </c:pt>
                <c:pt idx="79348">
                  <c:v>74.97</c:v>
                </c:pt>
                <c:pt idx="79349">
                  <c:v>231.14</c:v>
                </c:pt>
                <c:pt idx="79350">
                  <c:v>228.56</c:v>
                </c:pt>
                <c:pt idx="79351">
                  <c:v>234.96</c:v>
                </c:pt>
                <c:pt idx="79352">
                  <c:v>137.96</c:v>
                </c:pt>
                <c:pt idx="79353">
                  <c:v>57.97</c:v>
                </c:pt>
                <c:pt idx="79354">
                  <c:v>59.95</c:v>
                </c:pt>
                <c:pt idx="79355">
                  <c:v>65.319999999999993</c:v>
                </c:pt>
                <c:pt idx="79356">
                  <c:v>59.98</c:v>
                </c:pt>
                <c:pt idx="79357">
                  <c:v>61.36</c:v>
                </c:pt>
                <c:pt idx="79358">
                  <c:v>61.98</c:v>
                </c:pt>
                <c:pt idx="79359">
                  <c:v>12.49</c:v>
                </c:pt>
                <c:pt idx="79360">
                  <c:v>33.479999999999997</c:v>
                </c:pt>
                <c:pt idx="79361">
                  <c:v>56.98</c:v>
                </c:pt>
                <c:pt idx="79362">
                  <c:v>60.99</c:v>
                </c:pt>
                <c:pt idx="79363">
                  <c:v>61.32</c:v>
                </c:pt>
                <c:pt idx="79364">
                  <c:v>63.03</c:v>
                </c:pt>
                <c:pt idx="79365">
                  <c:v>84.99</c:v>
                </c:pt>
                <c:pt idx="79366">
                  <c:v>55.98</c:v>
                </c:pt>
                <c:pt idx="79367">
                  <c:v>60.74</c:v>
                </c:pt>
                <c:pt idx="79368">
                  <c:v>71.98</c:v>
                </c:pt>
                <c:pt idx="79369">
                  <c:v>104.97</c:v>
                </c:pt>
                <c:pt idx="79370">
                  <c:v>58.48</c:v>
                </c:pt>
                <c:pt idx="79371">
                  <c:v>69.98</c:v>
                </c:pt>
                <c:pt idx="79372">
                  <c:v>99.96</c:v>
                </c:pt>
                <c:pt idx="79373">
                  <c:v>86.97</c:v>
                </c:pt>
                <c:pt idx="79374">
                  <c:v>61.98</c:v>
                </c:pt>
                <c:pt idx="79375">
                  <c:v>66.98</c:v>
                </c:pt>
                <c:pt idx="79376">
                  <c:v>69.98</c:v>
                </c:pt>
                <c:pt idx="79377">
                  <c:v>59.98</c:v>
                </c:pt>
                <c:pt idx="79378">
                  <c:v>59.98</c:v>
                </c:pt>
                <c:pt idx="79379">
                  <c:v>50.98</c:v>
                </c:pt>
                <c:pt idx="79380">
                  <c:v>59.98</c:v>
                </c:pt>
                <c:pt idx="79381">
                  <c:v>59.98</c:v>
                </c:pt>
                <c:pt idx="79382">
                  <c:v>59.98</c:v>
                </c:pt>
                <c:pt idx="79383">
                  <c:v>59.98</c:v>
                </c:pt>
                <c:pt idx="79384">
                  <c:v>59.98</c:v>
                </c:pt>
                <c:pt idx="79385">
                  <c:v>54.98</c:v>
                </c:pt>
                <c:pt idx="79386">
                  <c:v>74.97</c:v>
                </c:pt>
                <c:pt idx="79387">
                  <c:v>54.98</c:v>
                </c:pt>
                <c:pt idx="79388">
                  <c:v>59.98</c:v>
                </c:pt>
                <c:pt idx="79389">
                  <c:v>109.98</c:v>
                </c:pt>
                <c:pt idx="79390">
                  <c:v>99.98</c:v>
                </c:pt>
                <c:pt idx="79391">
                  <c:v>66.16</c:v>
                </c:pt>
                <c:pt idx="79392">
                  <c:v>84.99</c:v>
                </c:pt>
                <c:pt idx="79393">
                  <c:v>84.99</c:v>
                </c:pt>
                <c:pt idx="79394">
                  <c:v>67.98</c:v>
                </c:pt>
                <c:pt idx="79395">
                  <c:v>84.99</c:v>
                </c:pt>
                <c:pt idx="79396">
                  <c:v>84.99</c:v>
                </c:pt>
                <c:pt idx="79397">
                  <c:v>99.98</c:v>
                </c:pt>
                <c:pt idx="79398">
                  <c:v>294.95999999999998</c:v>
                </c:pt>
                <c:pt idx="79399">
                  <c:v>56.97</c:v>
                </c:pt>
                <c:pt idx="79400">
                  <c:v>159.97999999999999</c:v>
                </c:pt>
                <c:pt idx="79401">
                  <c:v>85.27</c:v>
                </c:pt>
                <c:pt idx="79402">
                  <c:v>53.97</c:v>
                </c:pt>
                <c:pt idx="79403">
                  <c:v>59.97</c:v>
                </c:pt>
                <c:pt idx="79404">
                  <c:v>334.87</c:v>
                </c:pt>
                <c:pt idx="79405">
                  <c:v>53.97</c:v>
                </c:pt>
                <c:pt idx="79406">
                  <c:v>59.97</c:v>
                </c:pt>
                <c:pt idx="79407">
                  <c:v>59.97</c:v>
                </c:pt>
                <c:pt idx="79408">
                  <c:v>59.97</c:v>
                </c:pt>
                <c:pt idx="79409">
                  <c:v>53.97</c:v>
                </c:pt>
                <c:pt idx="79410">
                  <c:v>53.97</c:v>
                </c:pt>
                <c:pt idx="79411">
                  <c:v>74.959999999999994</c:v>
                </c:pt>
                <c:pt idx="79412">
                  <c:v>74.959999999999994</c:v>
                </c:pt>
                <c:pt idx="79413">
                  <c:v>85.27</c:v>
                </c:pt>
                <c:pt idx="79414">
                  <c:v>334.87</c:v>
                </c:pt>
                <c:pt idx="79415">
                  <c:v>119.94</c:v>
                </c:pt>
                <c:pt idx="79416">
                  <c:v>45.27</c:v>
                </c:pt>
                <c:pt idx="79417">
                  <c:v>59.97</c:v>
                </c:pt>
                <c:pt idx="79418">
                  <c:v>74.97</c:v>
                </c:pt>
                <c:pt idx="79419">
                  <c:v>74.97</c:v>
                </c:pt>
                <c:pt idx="79420">
                  <c:v>62.39</c:v>
                </c:pt>
                <c:pt idx="79421">
                  <c:v>45.27</c:v>
                </c:pt>
                <c:pt idx="79422">
                  <c:v>184.93</c:v>
                </c:pt>
                <c:pt idx="79423">
                  <c:v>119.94</c:v>
                </c:pt>
                <c:pt idx="79424">
                  <c:v>184.93</c:v>
                </c:pt>
                <c:pt idx="79425">
                  <c:v>62.39</c:v>
                </c:pt>
                <c:pt idx="79426">
                  <c:v>59.97</c:v>
                </c:pt>
                <c:pt idx="79427">
                  <c:v>84.99</c:v>
                </c:pt>
                <c:pt idx="79428">
                  <c:v>100.98</c:v>
                </c:pt>
                <c:pt idx="79429">
                  <c:v>86.49</c:v>
                </c:pt>
                <c:pt idx="79430">
                  <c:v>52.24</c:v>
                </c:pt>
                <c:pt idx="79431">
                  <c:v>120.97</c:v>
                </c:pt>
                <c:pt idx="79432">
                  <c:v>115.97</c:v>
                </c:pt>
                <c:pt idx="79433">
                  <c:v>115.97</c:v>
                </c:pt>
                <c:pt idx="79434">
                  <c:v>84.99</c:v>
                </c:pt>
                <c:pt idx="79435">
                  <c:v>99.98</c:v>
                </c:pt>
                <c:pt idx="79436">
                  <c:v>180.22</c:v>
                </c:pt>
                <c:pt idx="79437">
                  <c:v>262.49</c:v>
                </c:pt>
                <c:pt idx="79438">
                  <c:v>228.62</c:v>
                </c:pt>
                <c:pt idx="79439">
                  <c:v>55.98</c:v>
                </c:pt>
                <c:pt idx="79440">
                  <c:v>77.97</c:v>
                </c:pt>
                <c:pt idx="79441">
                  <c:v>55.98</c:v>
                </c:pt>
                <c:pt idx="79442">
                  <c:v>55.91</c:v>
                </c:pt>
                <c:pt idx="79443">
                  <c:v>55.98</c:v>
                </c:pt>
                <c:pt idx="79444">
                  <c:v>29.44</c:v>
                </c:pt>
                <c:pt idx="79445">
                  <c:v>65.98</c:v>
                </c:pt>
                <c:pt idx="79446">
                  <c:v>51.98</c:v>
                </c:pt>
                <c:pt idx="79447">
                  <c:v>55.98</c:v>
                </c:pt>
                <c:pt idx="79448">
                  <c:v>51.98</c:v>
                </c:pt>
                <c:pt idx="79449">
                  <c:v>29.43</c:v>
                </c:pt>
                <c:pt idx="79450">
                  <c:v>53.95</c:v>
                </c:pt>
                <c:pt idx="79451">
                  <c:v>51.98</c:v>
                </c:pt>
                <c:pt idx="79452">
                  <c:v>51.98</c:v>
                </c:pt>
                <c:pt idx="79453">
                  <c:v>65.98</c:v>
                </c:pt>
                <c:pt idx="79454">
                  <c:v>55.98</c:v>
                </c:pt>
                <c:pt idx="79455">
                  <c:v>123.35</c:v>
                </c:pt>
                <c:pt idx="79456">
                  <c:v>107.63</c:v>
                </c:pt>
                <c:pt idx="79457">
                  <c:v>108.83</c:v>
                </c:pt>
                <c:pt idx="79458">
                  <c:v>78.59</c:v>
                </c:pt>
                <c:pt idx="79459">
                  <c:v>108.83</c:v>
                </c:pt>
                <c:pt idx="79460">
                  <c:v>78.59</c:v>
                </c:pt>
                <c:pt idx="79461">
                  <c:v>63.97</c:v>
                </c:pt>
                <c:pt idx="79462">
                  <c:v>69.98</c:v>
                </c:pt>
                <c:pt idx="79463">
                  <c:v>65.98</c:v>
                </c:pt>
                <c:pt idx="79464">
                  <c:v>69.98</c:v>
                </c:pt>
                <c:pt idx="79465">
                  <c:v>59.98</c:v>
                </c:pt>
                <c:pt idx="79466">
                  <c:v>61.98</c:v>
                </c:pt>
                <c:pt idx="79467">
                  <c:v>92.97</c:v>
                </c:pt>
                <c:pt idx="79468">
                  <c:v>59.98</c:v>
                </c:pt>
                <c:pt idx="79469">
                  <c:v>59.98</c:v>
                </c:pt>
                <c:pt idx="79470">
                  <c:v>65.989999999999995</c:v>
                </c:pt>
                <c:pt idx="79471">
                  <c:v>85.97</c:v>
                </c:pt>
                <c:pt idx="79472">
                  <c:v>85.34</c:v>
                </c:pt>
                <c:pt idx="79473">
                  <c:v>75.37</c:v>
                </c:pt>
                <c:pt idx="79474">
                  <c:v>75.959999999999994</c:v>
                </c:pt>
                <c:pt idx="79475">
                  <c:v>72.239999999999995</c:v>
                </c:pt>
                <c:pt idx="79476">
                  <c:v>57.59</c:v>
                </c:pt>
                <c:pt idx="79477">
                  <c:v>49.99</c:v>
                </c:pt>
                <c:pt idx="79478">
                  <c:v>65.989999999999995</c:v>
                </c:pt>
                <c:pt idx="79479">
                  <c:v>162.94999999999999</c:v>
                </c:pt>
                <c:pt idx="79480">
                  <c:v>49.99</c:v>
                </c:pt>
                <c:pt idx="79481">
                  <c:v>173.94</c:v>
                </c:pt>
                <c:pt idx="79482">
                  <c:v>187.94</c:v>
                </c:pt>
                <c:pt idx="79483">
                  <c:v>227.93</c:v>
                </c:pt>
                <c:pt idx="79484">
                  <c:v>221.92</c:v>
                </c:pt>
                <c:pt idx="79485">
                  <c:v>179.94</c:v>
                </c:pt>
                <c:pt idx="79486">
                  <c:v>178.93</c:v>
                </c:pt>
                <c:pt idx="79487">
                  <c:v>50.97</c:v>
                </c:pt>
                <c:pt idx="79488">
                  <c:v>179.94</c:v>
                </c:pt>
                <c:pt idx="79489">
                  <c:v>112.46</c:v>
                </c:pt>
                <c:pt idx="79490">
                  <c:v>179.94</c:v>
                </c:pt>
                <c:pt idx="79491">
                  <c:v>89.98</c:v>
                </c:pt>
                <c:pt idx="79492">
                  <c:v>181.96</c:v>
                </c:pt>
                <c:pt idx="79493">
                  <c:v>0</c:v>
                </c:pt>
                <c:pt idx="79494">
                  <c:v>81.28</c:v>
                </c:pt>
                <c:pt idx="79495">
                  <c:v>155.57</c:v>
                </c:pt>
                <c:pt idx="79496">
                  <c:v>16.13</c:v>
                </c:pt>
                <c:pt idx="79497">
                  <c:v>16.940000000000001</c:v>
                </c:pt>
                <c:pt idx="79498">
                  <c:v>31.28</c:v>
                </c:pt>
                <c:pt idx="79499">
                  <c:v>17.29</c:v>
                </c:pt>
                <c:pt idx="79500">
                  <c:v>31.28</c:v>
                </c:pt>
                <c:pt idx="79501">
                  <c:v>17.29</c:v>
                </c:pt>
                <c:pt idx="79502">
                  <c:v>31.28</c:v>
                </c:pt>
                <c:pt idx="79503">
                  <c:v>31.28</c:v>
                </c:pt>
                <c:pt idx="79504">
                  <c:v>83.48</c:v>
                </c:pt>
                <c:pt idx="79505">
                  <c:v>16.940000000000001</c:v>
                </c:pt>
                <c:pt idx="79506">
                  <c:v>31.28</c:v>
                </c:pt>
                <c:pt idx="79507">
                  <c:v>31.93</c:v>
                </c:pt>
                <c:pt idx="79508">
                  <c:v>31.28</c:v>
                </c:pt>
                <c:pt idx="79509">
                  <c:v>16.940000000000001</c:v>
                </c:pt>
                <c:pt idx="79510">
                  <c:v>16.940000000000001</c:v>
                </c:pt>
                <c:pt idx="79511">
                  <c:v>17.940000000000001</c:v>
                </c:pt>
                <c:pt idx="79512">
                  <c:v>17.29</c:v>
                </c:pt>
                <c:pt idx="79513">
                  <c:v>31.28</c:v>
                </c:pt>
                <c:pt idx="79514">
                  <c:v>77.97</c:v>
                </c:pt>
                <c:pt idx="79515">
                  <c:v>218.96</c:v>
                </c:pt>
                <c:pt idx="79516">
                  <c:v>197.96</c:v>
                </c:pt>
                <c:pt idx="79517">
                  <c:v>75.95</c:v>
                </c:pt>
                <c:pt idx="79518">
                  <c:v>112.46</c:v>
                </c:pt>
                <c:pt idx="79519">
                  <c:v>197.96</c:v>
                </c:pt>
                <c:pt idx="79520">
                  <c:v>64.069999999999993</c:v>
                </c:pt>
                <c:pt idx="79521">
                  <c:v>-1.2</c:v>
                </c:pt>
                <c:pt idx="79522">
                  <c:v>88.29</c:v>
                </c:pt>
                <c:pt idx="79523">
                  <c:v>90.69</c:v>
                </c:pt>
                <c:pt idx="79524">
                  <c:v>94.31</c:v>
                </c:pt>
                <c:pt idx="79525">
                  <c:v>51.96</c:v>
                </c:pt>
                <c:pt idx="79526">
                  <c:v>72.55</c:v>
                </c:pt>
                <c:pt idx="79527">
                  <c:v>72.55</c:v>
                </c:pt>
                <c:pt idx="79528">
                  <c:v>64.069999999999993</c:v>
                </c:pt>
                <c:pt idx="79529">
                  <c:v>73.53</c:v>
                </c:pt>
                <c:pt idx="79530">
                  <c:v>55.61</c:v>
                </c:pt>
                <c:pt idx="79531">
                  <c:v>26.79</c:v>
                </c:pt>
                <c:pt idx="79532">
                  <c:v>15.29</c:v>
                </c:pt>
                <c:pt idx="79533">
                  <c:v>52.98</c:v>
                </c:pt>
                <c:pt idx="79534">
                  <c:v>41.29</c:v>
                </c:pt>
                <c:pt idx="79535">
                  <c:v>41.29</c:v>
                </c:pt>
                <c:pt idx="79536">
                  <c:v>15.29</c:v>
                </c:pt>
                <c:pt idx="79537">
                  <c:v>14.75</c:v>
                </c:pt>
                <c:pt idx="79538">
                  <c:v>-41.29</c:v>
                </c:pt>
                <c:pt idx="79539">
                  <c:v>41.29</c:v>
                </c:pt>
                <c:pt idx="79540">
                  <c:v>15.29</c:v>
                </c:pt>
                <c:pt idx="79541">
                  <c:v>30.75</c:v>
                </c:pt>
                <c:pt idx="79542">
                  <c:v>15.8</c:v>
                </c:pt>
                <c:pt idx="79543">
                  <c:v>89.59</c:v>
                </c:pt>
                <c:pt idx="79544">
                  <c:v>83.15</c:v>
                </c:pt>
                <c:pt idx="79545">
                  <c:v>54.43</c:v>
                </c:pt>
                <c:pt idx="79546">
                  <c:v>61.69</c:v>
                </c:pt>
                <c:pt idx="79547">
                  <c:v>25.39</c:v>
                </c:pt>
                <c:pt idx="79548">
                  <c:v>57.49</c:v>
                </c:pt>
                <c:pt idx="79549">
                  <c:v>18.73</c:v>
                </c:pt>
                <c:pt idx="79550">
                  <c:v>83.45</c:v>
                </c:pt>
                <c:pt idx="79551">
                  <c:v>99.07</c:v>
                </c:pt>
                <c:pt idx="79552">
                  <c:v>95.57</c:v>
                </c:pt>
                <c:pt idx="79553">
                  <c:v>81.98</c:v>
                </c:pt>
                <c:pt idx="79554">
                  <c:v>68.989999999999995</c:v>
                </c:pt>
                <c:pt idx="79555">
                  <c:v>84.98</c:v>
                </c:pt>
                <c:pt idx="79556">
                  <c:v>188.83</c:v>
                </c:pt>
                <c:pt idx="79557">
                  <c:v>264.87</c:v>
                </c:pt>
                <c:pt idx="79558">
                  <c:v>162.94999999999999</c:v>
                </c:pt>
                <c:pt idx="79559">
                  <c:v>68.319999999999993</c:v>
                </c:pt>
                <c:pt idx="79560">
                  <c:v>59.98</c:v>
                </c:pt>
                <c:pt idx="79561">
                  <c:v>79.38</c:v>
                </c:pt>
                <c:pt idx="79562">
                  <c:v>54.98</c:v>
                </c:pt>
                <c:pt idx="79563">
                  <c:v>102.28</c:v>
                </c:pt>
                <c:pt idx="79564">
                  <c:v>102.28</c:v>
                </c:pt>
                <c:pt idx="79565">
                  <c:v>102.28</c:v>
                </c:pt>
                <c:pt idx="79566">
                  <c:v>59.98</c:v>
                </c:pt>
                <c:pt idx="79567">
                  <c:v>59.98</c:v>
                </c:pt>
                <c:pt idx="79568">
                  <c:v>84.98</c:v>
                </c:pt>
                <c:pt idx="79569">
                  <c:v>59.98</c:v>
                </c:pt>
                <c:pt idx="79570">
                  <c:v>79.48</c:v>
                </c:pt>
                <c:pt idx="79571">
                  <c:v>84.99</c:v>
                </c:pt>
                <c:pt idx="79572">
                  <c:v>84.99</c:v>
                </c:pt>
                <c:pt idx="79573">
                  <c:v>84.99</c:v>
                </c:pt>
                <c:pt idx="79574">
                  <c:v>98.98</c:v>
                </c:pt>
                <c:pt idx="79575">
                  <c:v>119.96</c:v>
                </c:pt>
                <c:pt idx="79576">
                  <c:v>59.98</c:v>
                </c:pt>
                <c:pt idx="79577">
                  <c:v>85.45</c:v>
                </c:pt>
                <c:pt idx="79578">
                  <c:v>89.95</c:v>
                </c:pt>
                <c:pt idx="79579">
                  <c:v>161.91</c:v>
                </c:pt>
                <c:pt idx="79580">
                  <c:v>179.9</c:v>
                </c:pt>
                <c:pt idx="79581">
                  <c:v>161.91</c:v>
                </c:pt>
                <c:pt idx="79582">
                  <c:v>89.95</c:v>
                </c:pt>
                <c:pt idx="79583">
                  <c:v>107.94</c:v>
                </c:pt>
                <c:pt idx="79584">
                  <c:v>157.97</c:v>
                </c:pt>
                <c:pt idx="79585">
                  <c:v>207.96</c:v>
                </c:pt>
                <c:pt idx="79586">
                  <c:v>131.97999999999999</c:v>
                </c:pt>
                <c:pt idx="79587">
                  <c:v>109.98</c:v>
                </c:pt>
                <c:pt idx="79588">
                  <c:v>84.98</c:v>
                </c:pt>
                <c:pt idx="79589">
                  <c:v>168.97</c:v>
                </c:pt>
                <c:pt idx="79590">
                  <c:v>132.75</c:v>
                </c:pt>
                <c:pt idx="79591">
                  <c:v>158.97999999999999</c:v>
                </c:pt>
                <c:pt idx="79592">
                  <c:v>185.97</c:v>
                </c:pt>
                <c:pt idx="79593">
                  <c:v>158.97</c:v>
                </c:pt>
                <c:pt idx="79594">
                  <c:v>169.98</c:v>
                </c:pt>
                <c:pt idx="79595">
                  <c:v>169.98</c:v>
                </c:pt>
                <c:pt idx="79596">
                  <c:v>68.989999999999995</c:v>
                </c:pt>
                <c:pt idx="79597">
                  <c:v>137.97999999999999</c:v>
                </c:pt>
                <c:pt idx="79598">
                  <c:v>94.34</c:v>
                </c:pt>
                <c:pt idx="79599">
                  <c:v>94.34</c:v>
                </c:pt>
                <c:pt idx="79600">
                  <c:v>94.34</c:v>
                </c:pt>
                <c:pt idx="79601">
                  <c:v>55.97</c:v>
                </c:pt>
                <c:pt idx="79602">
                  <c:v>84.68</c:v>
                </c:pt>
                <c:pt idx="79603">
                  <c:v>62.9</c:v>
                </c:pt>
                <c:pt idx="79604">
                  <c:v>84.91</c:v>
                </c:pt>
                <c:pt idx="79605">
                  <c:v>94.34</c:v>
                </c:pt>
                <c:pt idx="79606">
                  <c:v>125.79</c:v>
                </c:pt>
                <c:pt idx="79607">
                  <c:v>94.34</c:v>
                </c:pt>
                <c:pt idx="79608">
                  <c:v>80.19</c:v>
                </c:pt>
                <c:pt idx="79609">
                  <c:v>189.24</c:v>
                </c:pt>
                <c:pt idx="79610">
                  <c:v>154.94999999999999</c:v>
                </c:pt>
                <c:pt idx="79611">
                  <c:v>189.24</c:v>
                </c:pt>
                <c:pt idx="79612">
                  <c:v>127.26</c:v>
                </c:pt>
                <c:pt idx="79613">
                  <c:v>156.44999999999999</c:v>
                </c:pt>
                <c:pt idx="79614">
                  <c:v>98.97</c:v>
                </c:pt>
                <c:pt idx="79615">
                  <c:v>210.96</c:v>
                </c:pt>
                <c:pt idx="79616">
                  <c:v>65.989999999999995</c:v>
                </c:pt>
                <c:pt idx="79617">
                  <c:v>60.51</c:v>
                </c:pt>
                <c:pt idx="79618">
                  <c:v>131.97999999999999</c:v>
                </c:pt>
                <c:pt idx="79619">
                  <c:v>42.24</c:v>
                </c:pt>
                <c:pt idx="79620">
                  <c:v>121.98</c:v>
                </c:pt>
                <c:pt idx="79621">
                  <c:v>143.72</c:v>
                </c:pt>
                <c:pt idx="79622">
                  <c:v>229.96</c:v>
                </c:pt>
                <c:pt idx="79623">
                  <c:v>82.25</c:v>
                </c:pt>
                <c:pt idx="79624">
                  <c:v>149.99</c:v>
                </c:pt>
                <c:pt idx="79625">
                  <c:v>130.63</c:v>
                </c:pt>
                <c:pt idx="79626">
                  <c:v>-39.99</c:v>
                </c:pt>
                <c:pt idx="79627">
                  <c:v>55.98</c:v>
                </c:pt>
                <c:pt idx="79628">
                  <c:v>64.599999999999994</c:v>
                </c:pt>
                <c:pt idx="79629">
                  <c:v>69.98</c:v>
                </c:pt>
                <c:pt idx="79630">
                  <c:v>79.98</c:v>
                </c:pt>
                <c:pt idx="79631">
                  <c:v>69.98</c:v>
                </c:pt>
                <c:pt idx="79632">
                  <c:v>55.98</c:v>
                </c:pt>
                <c:pt idx="79633">
                  <c:v>69.98</c:v>
                </c:pt>
                <c:pt idx="79634">
                  <c:v>97.97</c:v>
                </c:pt>
                <c:pt idx="79635">
                  <c:v>69.98</c:v>
                </c:pt>
                <c:pt idx="79636">
                  <c:v>68.989999999999995</c:v>
                </c:pt>
                <c:pt idx="79637">
                  <c:v>75.09</c:v>
                </c:pt>
                <c:pt idx="79638">
                  <c:v>109.98</c:v>
                </c:pt>
                <c:pt idx="79639">
                  <c:v>111.57</c:v>
                </c:pt>
                <c:pt idx="79640">
                  <c:v>73.59</c:v>
                </c:pt>
                <c:pt idx="79641">
                  <c:v>68.989999999999995</c:v>
                </c:pt>
                <c:pt idx="79642">
                  <c:v>122.97</c:v>
                </c:pt>
                <c:pt idx="79643">
                  <c:v>24.99</c:v>
                </c:pt>
                <c:pt idx="79644">
                  <c:v>63.27</c:v>
                </c:pt>
                <c:pt idx="79645">
                  <c:v>51.97</c:v>
                </c:pt>
                <c:pt idx="79646">
                  <c:v>115.18</c:v>
                </c:pt>
                <c:pt idx="79647">
                  <c:v>64.98</c:v>
                </c:pt>
                <c:pt idx="79648">
                  <c:v>69.989999999999995</c:v>
                </c:pt>
                <c:pt idx="79649">
                  <c:v>203.45</c:v>
                </c:pt>
                <c:pt idx="79650">
                  <c:v>94.44</c:v>
                </c:pt>
                <c:pt idx="79651">
                  <c:v>84.98</c:v>
                </c:pt>
                <c:pt idx="79652">
                  <c:v>69.95</c:v>
                </c:pt>
                <c:pt idx="79653">
                  <c:v>119.98</c:v>
                </c:pt>
                <c:pt idx="79654">
                  <c:v>119.98</c:v>
                </c:pt>
                <c:pt idx="79655">
                  <c:v>69.95</c:v>
                </c:pt>
                <c:pt idx="79656">
                  <c:v>129.94</c:v>
                </c:pt>
                <c:pt idx="79657">
                  <c:v>91.95</c:v>
                </c:pt>
                <c:pt idx="79658">
                  <c:v>58.13</c:v>
                </c:pt>
                <c:pt idx="79659">
                  <c:v>154.94999999999999</c:v>
                </c:pt>
                <c:pt idx="79660">
                  <c:v>49.12</c:v>
                </c:pt>
                <c:pt idx="79661">
                  <c:v>57.98</c:v>
                </c:pt>
                <c:pt idx="79662">
                  <c:v>74.97</c:v>
                </c:pt>
                <c:pt idx="79663">
                  <c:v>48.03</c:v>
                </c:pt>
                <c:pt idx="79664">
                  <c:v>59.98</c:v>
                </c:pt>
                <c:pt idx="79665">
                  <c:v>50.97</c:v>
                </c:pt>
                <c:pt idx="79666">
                  <c:v>51.98</c:v>
                </c:pt>
                <c:pt idx="79667">
                  <c:v>74.98</c:v>
                </c:pt>
                <c:pt idx="79668">
                  <c:v>84.87</c:v>
                </c:pt>
                <c:pt idx="79669">
                  <c:v>50.98</c:v>
                </c:pt>
                <c:pt idx="79670">
                  <c:v>61.98</c:v>
                </c:pt>
                <c:pt idx="79671">
                  <c:v>68.989999999999995</c:v>
                </c:pt>
                <c:pt idx="79672">
                  <c:v>68.989999999999995</c:v>
                </c:pt>
                <c:pt idx="79673">
                  <c:v>83.61</c:v>
                </c:pt>
                <c:pt idx="79674">
                  <c:v>68.989999999999995</c:v>
                </c:pt>
                <c:pt idx="79675">
                  <c:v>50.99</c:v>
                </c:pt>
                <c:pt idx="79676">
                  <c:v>98.97</c:v>
                </c:pt>
                <c:pt idx="79677">
                  <c:v>137.97999999999999</c:v>
                </c:pt>
                <c:pt idx="79678">
                  <c:v>162.96</c:v>
                </c:pt>
                <c:pt idx="79679">
                  <c:v>145.37</c:v>
                </c:pt>
                <c:pt idx="79680">
                  <c:v>77.95</c:v>
                </c:pt>
                <c:pt idx="79681">
                  <c:v>69.98</c:v>
                </c:pt>
                <c:pt idx="79682">
                  <c:v>69.98</c:v>
                </c:pt>
                <c:pt idx="79683">
                  <c:v>67.959999999999994</c:v>
                </c:pt>
                <c:pt idx="79684">
                  <c:v>99.98</c:v>
                </c:pt>
                <c:pt idx="79685">
                  <c:v>84.98</c:v>
                </c:pt>
                <c:pt idx="79686">
                  <c:v>-49.99</c:v>
                </c:pt>
                <c:pt idx="79687">
                  <c:v>57.97</c:v>
                </c:pt>
                <c:pt idx="79688">
                  <c:v>58.95</c:v>
                </c:pt>
                <c:pt idx="79689">
                  <c:v>59.97</c:v>
                </c:pt>
                <c:pt idx="79690">
                  <c:v>84.99</c:v>
                </c:pt>
                <c:pt idx="79691">
                  <c:v>95.97</c:v>
                </c:pt>
                <c:pt idx="79692">
                  <c:v>161.96</c:v>
                </c:pt>
                <c:pt idx="79693">
                  <c:v>84.99</c:v>
                </c:pt>
                <c:pt idx="79694">
                  <c:v>84.99</c:v>
                </c:pt>
                <c:pt idx="79695">
                  <c:v>81.56</c:v>
                </c:pt>
                <c:pt idx="79696">
                  <c:v>84.99</c:v>
                </c:pt>
                <c:pt idx="79697">
                  <c:v>159.69999999999999</c:v>
                </c:pt>
                <c:pt idx="79698">
                  <c:v>79.849999999999994</c:v>
                </c:pt>
                <c:pt idx="79699">
                  <c:v>79.849999999999994</c:v>
                </c:pt>
                <c:pt idx="79700">
                  <c:v>35.65</c:v>
                </c:pt>
                <c:pt idx="79701">
                  <c:v>79.849999999999994</c:v>
                </c:pt>
                <c:pt idx="79702">
                  <c:v>79.849999999999994</c:v>
                </c:pt>
                <c:pt idx="79703">
                  <c:v>79.849999999999994</c:v>
                </c:pt>
                <c:pt idx="79704">
                  <c:v>54.94</c:v>
                </c:pt>
                <c:pt idx="79705">
                  <c:v>159.69999999999999</c:v>
                </c:pt>
                <c:pt idx="79706">
                  <c:v>128.24</c:v>
                </c:pt>
                <c:pt idx="79707">
                  <c:v>54.99</c:v>
                </c:pt>
                <c:pt idx="79708">
                  <c:v>54.99</c:v>
                </c:pt>
                <c:pt idx="79709">
                  <c:v>16.489999999999998</c:v>
                </c:pt>
                <c:pt idx="79710">
                  <c:v>84.95</c:v>
                </c:pt>
                <c:pt idx="79711">
                  <c:v>79.98</c:v>
                </c:pt>
                <c:pt idx="79712">
                  <c:v>31.98</c:v>
                </c:pt>
                <c:pt idx="79713">
                  <c:v>31.48</c:v>
                </c:pt>
                <c:pt idx="79714">
                  <c:v>26.49</c:v>
                </c:pt>
                <c:pt idx="79715">
                  <c:v>66.27</c:v>
                </c:pt>
                <c:pt idx="79716">
                  <c:v>82.97</c:v>
                </c:pt>
                <c:pt idx="79717">
                  <c:v>29.99</c:v>
                </c:pt>
                <c:pt idx="79718">
                  <c:v>73.98</c:v>
                </c:pt>
                <c:pt idx="79719">
                  <c:v>52.23</c:v>
                </c:pt>
                <c:pt idx="79720">
                  <c:v>69.97</c:v>
                </c:pt>
                <c:pt idx="79721">
                  <c:v>13.99</c:v>
                </c:pt>
                <c:pt idx="79722">
                  <c:v>2.99</c:v>
                </c:pt>
                <c:pt idx="79723">
                  <c:v>63.73</c:v>
                </c:pt>
                <c:pt idx="79724">
                  <c:v>69.98</c:v>
                </c:pt>
                <c:pt idx="79725">
                  <c:v>159.94999999999999</c:v>
                </c:pt>
                <c:pt idx="79726">
                  <c:v>82.18</c:v>
                </c:pt>
                <c:pt idx="79727">
                  <c:v>167.95</c:v>
                </c:pt>
                <c:pt idx="79728">
                  <c:v>111.27</c:v>
                </c:pt>
                <c:pt idx="79729">
                  <c:v>194.76</c:v>
                </c:pt>
                <c:pt idx="79730">
                  <c:v>193.58</c:v>
                </c:pt>
                <c:pt idx="79731">
                  <c:v>113.97</c:v>
                </c:pt>
                <c:pt idx="79732">
                  <c:v>-2.4</c:v>
                </c:pt>
                <c:pt idx="79733">
                  <c:v>131.97999999999999</c:v>
                </c:pt>
                <c:pt idx="79734">
                  <c:v>192.57</c:v>
                </c:pt>
                <c:pt idx="79735">
                  <c:v>148.96</c:v>
                </c:pt>
                <c:pt idx="79736">
                  <c:v>149.94999999999999</c:v>
                </c:pt>
                <c:pt idx="79737">
                  <c:v>101.47</c:v>
                </c:pt>
                <c:pt idx="79738">
                  <c:v>105.96</c:v>
                </c:pt>
                <c:pt idx="79739">
                  <c:v>60.96</c:v>
                </c:pt>
                <c:pt idx="79740">
                  <c:v>51.4</c:v>
                </c:pt>
                <c:pt idx="79741">
                  <c:v>65.98</c:v>
                </c:pt>
                <c:pt idx="79742">
                  <c:v>57.32</c:v>
                </c:pt>
                <c:pt idx="79743">
                  <c:v>23.99</c:v>
                </c:pt>
                <c:pt idx="79744">
                  <c:v>53.98</c:v>
                </c:pt>
                <c:pt idx="79745">
                  <c:v>64.3</c:v>
                </c:pt>
                <c:pt idx="79746">
                  <c:v>56.09</c:v>
                </c:pt>
                <c:pt idx="79747">
                  <c:v>88.98</c:v>
                </c:pt>
                <c:pt idx="79748">
                  <c:v>57.23</c:v>
                </c:pt>
                <c:pt idx="79749">
                  <c:v>71.459999999999994</c:v>
                </c:pt>
                <c:pt idx="79750">
                  <c:v>59.32</c:v>
                </c:pt>
                <c:pt idx="79751">
                  <c:v>65.989999999999995</c:v>
                </c:pt>
                <c:pt idx="79752">
                  <c:v>56.09</c:v>
                </c:pt>
                <c:pt idx="79753">
                  <c:v>31.49</c:v>
                </c:pt>
                <c:pt idx="79754">
                  <c:v>69.98</c:v>
                </c:pt>
                <c:pt idx="79755">
                  <c:v>47.73</c:v>
                </c:pt>
                <c:pt idx="79756">
                  <c:v>69.98</c:v>
                </c:pt>
                <c:pt idx="79757">
                  <c:v>45.88</c:v>
                </c:pt>
                <c:pt idx="79758">
                  <c:v>60.7</c:v>
                </c:pt>
                <c:pt idx="79759">
                  <c:v>69.98</c:v>
                </c:pt>
                <c:pt idx="79760">
                  <c:v>74.98</c:v>
                </c:pt>
                <c:pt idx="79761">
                  <c:v>51.49</c:v>
                </c:pt>
                <c:pt idx="79762">
                  <c:v>51.49</c:v>
                </c:pt>
                <c:pt idx="79763">
                  <c:v>65.19</c:v>
                </c:pt>
                <c:pt idx="79764">
                  <c:v>84.99</c:v>
                </c:pt>
                <c:pt idx="79765">
                  <c:v>51.48</c:v>
                </c:pt>
                <c:pt idx="79766">
                  <c:v>149.94999999999999</c:v>
                </c:pt>
                <c:pt idx="79767">
                  <c:v>149.94999999999999</c:v>
                </c:pt>
                <c:pt idx="79768">
                  <c:v>107.96</c:v>
                </c:pt>
                <c:pt idx="79769">
                  <c:v>23.99</c:v>
                </c:pt>
                <c:pt idx="79770">
                  <c:v>119.96</c:v>
                </c:pt>
                <c:pt idx="79771">
                  <c:v>131.94999999999999</c:v>
                </c:pt>
                <c:pt idx="79772">
                  <c:v>59.98</c:v>
                </c:pt>
                <c:pt idx="79773">
                  <c:v>84.56</c:v>
                </c:pt>
                <c:pt idx="79774">
                  <c:v>85.98</c:v>
                </c:pt>
                <c:pt idx="79775">
                  <c:v>65.989999999999995</c:v>
                </c:pt>
                <c:pt idx="79776">
                  <c:v>65.989999999999995</c:v>
                </c:pt>
                <c:pt idx="79777">
                  <c:v>85.98</c:v>
                </c:pt>
                <c:pt idx="79778">
                  <c:v>85.98</c:v>
                </c:pt>
                <c:pt idx="79779">
                  <c:v>95.56</c:v>
                </c:pt>
                <c:pt idx="79780">
                  <c:v>74.98</c:v>
                </c:pt>
                <c:pt idx="79781">
                  <c:v>81.23</c:v>
                </c:pt>
                <c:pt idx="79782">
                  <c:v>100.06</c:v>
                </c:pt>
                <c:pt idx="79783">
                  <c:v>33.479999999999997</c:v>
                </c:pt>
                <c:pt idx="79784">
                  <c:v>73.48</c:v>
                </c:pt>
                <c:pt idx="79785">
                  <c:v>33.479999999999997</c:v>
                </c:pt>
                <c:pt idx="79786">
                  <c:v>62.57</c:v>
                </c:pt>
                <c:pt idx="79787">
                  <c:v>62.57</c:v>
                </c:pt>
                <c:pt idx="79788">
                  <c:v>100.06</c:v>
                </c:pt>
                <c:pt idx="79789">
                  <c:v>56.96</c:v>
                </c:pt>
                <c:pt idx="79790">
                  <c:v>87.97</c:v>
                </c:pt>
                <c:pt idx="79791">
                  <c:v>73.48</c:v>
                </c:pt>
                <c:pt idx="79792">
                  <c:v>55.96</c:v>
                </c:pt>
                <c:pt idx="79793">
                  <c:v>56.96</c:v>
                </c:pt>
                <c:pt idx="79794">
                  <c:v>33.479999999999997</c:v>
                </c:pt>
                <c:pt idx="79795">
                  <c:v>33.479999999999997</c:v>
                </c:pt>
                <c:pt idx="79796">
                  <c:v>33.479999999999997</c:v>
                </c:pt>
                <c:pt idx="79797">
                  <c:v>55.96</c:v>
                </c:pt>
                <c:pt idx="79798">
                  <c:v>30.28</c:v>
                </c:pt>
                <c:pt idx="79799">
                  <c:v>33.479999999999997</c:v>
                </c:pt>
                <c:pt idx="79800">
                  <c:v>30.28</c:v>
                </c:pt>
                <c:pt idx="79801">
                  <c:v>87.97</c:v>
                </c:pt>
                <c:pt idx="79802">
                  <c:v>59.98</c:v>
                </c:pt>
                <c:pt idx="79803">
                  <c:v>99.98</c:v>
                </c:pt>
                <c:pt idx="79804">
                  <c:v>139.96</c:v>
                </c:pt>
                <c:pt idx="79805">
                  <c:v>59.98</c:v>
                </c:pt>
                <c:pt idx="79806">
                  <c:v>61.48</c:v>
                </c:pt>
                <c:pt idx="79807">
                  <c:v>54.23</c:v>
                </c:pt>
                <c:pt idx="79808">
                  <c:v>94.97</c:v>
                </c:pt>
                <c:pt idx="79809">
                  <c:v>115.45</c:v>
                </c:pt>
                <c:pt idx="79810">
                  <c:v>126.96</c:v>
                </c:pt>
                <c:pt idx="79811">
                  <c:v>59.99</c:v>
                </c:pt>
                <c:pt idx="79812">
                  <c:v>78.180000000000007</c:v>
                </c:pt>
                <c:pt idx="79813">
                  <c:v>68.989999999999995</c:v>
                </c:pt>
                <c:pt idx="79814">
                  <c:v>64.98</c:v>
                </c:pt>
                <c:pt idx="79815">
                  <c:v>74.989999999999995</c:v>
                </c:pt>
                <c:pt idx="79816">
                  <c:v>83.73</c:v>
                </c:pt>
                <c:pt idx="79817">
                  <c:v>48.28</c:v>
                </c:pt>
                <c:pt idx="79818">
                  <c:v>139.26</c:v>
                </c:pt>
                <c:pt idx="79819">
                  <c:v>132.46</c:v>
                </c:pt>
                <c:pt idx="79820">
                  <c:v>33.28</c:v>
                </c:pt>
                <c:pt idx="79821">
                  <c:v>86.23</c:v>
                </c:pt>
                <c:pt idx="79822">
                  <c:v>119.57</c:v>
                </c:pt>
                <c:pt idx="79823">
                  <c:v>61.98</c:v>
                </c:pt>
                <c:pt idx="79824">
                  <c:v>89.98</c:v>
                </c:pt>
                <c:pt idx="79825">
                  <c:v>77.98</c:v>
                </c:pt>
                <c:pt idx="79826">
                  <c:v>89.98</c:v>
                </c:pt>
                <c:pt idx="79827">
                  <c:v>89.98</c:v>
                </c:pt>
                <c:pt idx="79828">
                  <c:v>30.99</c:v>
                </c:pt>
                <c:pt idx="79829">
                  <c:v>89.98</c:v>
                </c:pt>
                <c:pt idx="79830">
                  <c:v>89.98</c:v>
                </c:pt>
                <c:pt idx="79831">
                  <c:v>89.98</c:v>
                </c:pt>
                <c:pt idx="79832">
                  <c:v>84.97</c:v>
                </c:pt>
                <c:pt idx="79833">
                  <c:v>53.98</c:v>
                </c:pt>
                <c:pt idx="79834">
                  <c:v>61.98</c:v>
                </c:pt>
                <c:pt idx="79835">
                  <c:v>143.94999999999999</c:v>
                </c:pt>
                <c:pt idx="79836">
                  <c:v>92.97</c:v>
                </c:pt>
                <c:pt idx="79837">
                  <c:v>49.48</c:v>
                </c:pt>
                <c:pt idx="79838">
                  <c:v>34.479999999999997</c:v>
                </c:pt>
                <c:pt idx="79839">
                  <c:v>81.09</c:v>
                </c:pt>
                <c:pt idx="79840">
                  <c:v>176.94</c:v>
                </c:pt>
                <c:pt idx="79841">
                  <c:v>176.94</c:v>
                </c:pt>
                <c:pt idx="79842">
                  <c:v>59.98</c:v>
                </c:pt>
                <c:pt idx="79843">
                  <c:v>59.98</c:v>
                </c:pt>
                <c:pt idx="79844">
                  <c:v>59.98</c:v>
                </c:pt>
                <c:pt idx="79845">
                  <c:v>55.98</c:v>
                </c:pt>
                <c:pt idx="79846">
                  <c:v>59.98</c:v>
                </c:pt>
                <c:pt idx="79847">
                  <c:v>59.98</c:v>
                </c:pt>
                <c:pt idx="79848">
                  <c:v>119.96</c:v>
                </c:pt>
                <c:pt idx="79849">
                  <c:v>59.98</c:v>
                </c:pt>
                <c:pt idx="79850">
                  <c:v>59.98</c:v>
                </c:pt>
                <c:pt idx="79851">
                  <c:v>59.98</c:v>
                </c:pt>
                <c:pt idx="79852">
                  <c:v>59.98</c:v>
                </c:pt>
                <c:pt idx="79853">
                  <c:v>59.98</c:v>
                </c:pt>
                <c:pt idx="79854">
                  <c:v>89.97</c:v>
                </c:pt>
                <c:pt idx="79855">
                  <c:v>134.97</c:v>
                </c:pt>
                <c:pt idx="79856">
                  <c:v>169.98</c:v>
                </c:pt>
                <c:pt idx="79857">
                  <c:v>118.95</c:v>
                </c:pt>
                <c:pt idx="79858">
                  <c:v>97.97</c:v>
                </c:pt>
                <c:pt idx="79859">
                  <c:v>92.98</c:v>
                </c:pt>
                <c:pt idx="79860">
                  <c:v>189.96</c:v>
                </c:pt>
                <c:pt idx="79861">
                  <c:v>59.96</c:v>
                </c:pt>
                <c:pt idx="79862">
                  <c:v>148.24</c:v>
                </c:pt>
                <c:pt idx="79863">
                  <c:v>109.48</c:v>
                </c:pt>
                <c:pt idx="79864">
                  <c:v>114.83</c:v>
                </c:pt>
                <c:pt idx="79865">
                  <c:v>112.44</c:v>
                </c:pt>
                <c:pt idx="79866">
                  <c:v>105.26</c:v>
                </c:pt>
                <c:pt idx="79867">
                  <c:v>190.74</c:v>
                </c:pt>
                <c:pt idx="79868">
                  <c:v>64.989999999999995</c:v>
                </c:pt>
                <c:pt idx="79869">
                  <c:v>90.71</c:v>
                </c:pt>
                <c:pt idx="79870">
                  <c:v>61.67</c:v>
                </c:pt>
                <c:pt idx="79871">
                  <c:v>79.849999999999994</c:v>
                </c:pt>
                <c:pt idx="79872">
                  <c:v>66.53</c:v>
                </c:pt>
                <c:pt idx="79873">
                  <c:v>169.36</c:v>
                </c:pt>
                <c:pt idx="79874">
                  <c:v>66.53</c:v>
                </c:pt>
                <c:pt idx="79875">
                  <c:v>159.69999999999999</c:v>
                </c:pt>
                <c:pt idx="79876">
                  <c:v>151.19999999999999</c:v>
                </c:pt>
                <c:pt idx="79877">
                  <c:v>89.97</c:v>
                </c:pt>
                <c:pt idx="79878">
                  <c:v>79.97</c:v>
                </c:pt>
                <c:pt idx="79879">
                  <c:v>82.97</c:v>
                </c:pt>
                <c:pt idx="79880">
                  <c:v>89.97</c:v>
                </c:pt>
                <c:pt idx="79881">
                  <c:v>89.97</c:v>
                </c:pt>
                <c:pt idx="79882">
                  <c:v>84.97</c:v>
                </c:pt>
                <c:pt idx="79883">
                  <c:v>89.97</c:v>
                </c:pt>
                <c:pt idx="79884">
                  <c:v>83.97</c:v>
                </c:pt>
                <c:pt idx="79885">
                  <c:v>89.97</c:v>
                </c:pt>
                <c:pt idx="79886">
                  <c:v>130.36000000000001</c:v>
                </c:pt>
                <c:pt idx="79887">
                  <c:v>75.09</c:v>
                </c:pt>
                <c:pt idx="79888">
                  <c:v>84.99</c:v>
                </c:pt>
                <c:pt idx="79889">
                  <c:v>84.99</c:v>
                </c:pt>
                <c:pt idx="79890">
                  <c:v>64.989999999999995</c:v>
                </c:pt>
                <c:pt idx="79891">
                  <c:v>141.96</c:v>
                </c:pt>
                <c:pt idx="79892">
                  <c:v>299.89999999999998</c:v>
                </c:pt>
                <c:pt idx="79893">
                  <c:v>269.91000000000003</c:v>
                </c:pt>
                <c:pt idx="79894">
                  <c:v>104.97</c:v>
                </c:pt>
                <c:pt idx="79895">
                  <c:v>86.49</c:v>
                </c:pt>
                <c:pt idx="79896">
                  <c:v>84.99</c:v>
                </c:pt>
                <c:pt idx="79897">
                  <c:v>114.98</c:v>
                </c:pt>
                <c:pt idx="79898">
                  <c:v>84.99</c:v>
                </c:pt>
                <c:pt idx="79899">
                  <c:v>65.989999999999995</c:v>
                </c:pt>
                <c:pt idx="79900">
                  <c:v>51.08</c:v>
                </c:pt>
                <c:pt idx="79901">
                  <c:v>47.48</c:v>
                </c:pt>
                <c:pt idx="79902">
                  <c:v>84.99</c:v>
                </c:pt>
                <c:pt idx="79903">
                  <c:v>84.99</c:v>
                </c:pt>
                <c:pt idx="79904">
                  <c:v>84.99</c:v>
                </c:pt>
                <c:pt idx="79905">
                  <c:v>56.97</c:v>
                </c:pt>
                <c:pt idx="79906">
                  <c:v>68.989999999999995</c:v>
                </c:pt>
                <c:pt idx="79907">
                  <c:v>63.99</c:v>
                </c:pt>
                <c:pt idx="79908">
                  <c:v>84.18</c:v>
                </c:pt>
                <c:pt idx="79909">
                  <c:v>67.28</c:v>
                </c:pt>
                <c:pt idx="79910">
                  <c:v>68.989999999999995</c:v>
                </c:pt>
                <c:pt idx="79911">
                  <c:v>56.97</c:v>
                </c:pt>
                <c:pt idx="79912">
                  <c:v>94.98</c:v>
                </c:pt>
                <c:pt idx="79913">
                  <c:v>51.14</c:v>
                </c:pt>
                <c:pt idx="79914">
                  <c:v>60.34</c:v>
                </c:pt>
                <c:pt idx="79915">
                  <c:v>53.35</c:v>
                </c:pt>
                <c:pt idx="79916">
                  <c:v>98.96</c:v>
                </c:pt>
                <c:pt idx="79917">
                  <c:v>53.35</c:v>
                </c:pt>
                <c:pt idx="79918">
                  <c:v>49.76</c:v>
                </c:pt>
                <c:pt idx="79919">
                  <c:v>50.97</c:v>
                </c:pt>
                <c:pt idx="79920">
                  <c:v>66.97</c:v>
                </c:pt>
                <c:pt idx="79921">
                  <c:v>50.97</c:v>
                </c:pt>
                <c:pt idx="79922">
                  <c:v>72.22</c:v>
                </c:pt>
                <c:pt idx="79923">
                  <c:v>69.97</c:v>
                </c:pt>
                <c:pt idx="79924">
                  <c:v>142.72</c:v>
                </c:pt>
                <c:pt idx="79925">
                  <c:v>50.96</c:v>
                </c:pt>
                <c:pt idx="79926">
                  <c:v>57.97</c:v>
                </c:pt>
                <c:pt idx="79927">
                  <c:v>59.98</c:v>
                </c:pt>
                <c:pt idx="79928">
                  <c:v>51.98</c:v>
                </c:pt>
                <c:pt idx="79929">
                  <c:v>57.97</c:v>
                </c:pt>
                <c:pt idx="79930">
                  <c:v>88.32</c:v>
                </c:pt>
                <c:pt idx="79931">
                  <c:v>53.98</c:v>
                </c:pt>
                <c:pt idx="79932">
                  <c:v>129.97</c:v>
                </c:pt>
                <c:pt idx="79933">
                  <c:v>169.98</c:v>
                </c:pt>
                <c:pt idx="79934">
                  <c:v>189.97</c:v>
                </c:pt>
                <c:pt idx="79935">
                  <c:v>159.97999999999999</c:v>
                </c:pt>
                <c:pt idx="79936">
                  <c:v>79.989999999999995</c:v>
                </c:pt>
                <c:pt idx="79937">
                  <c:v>94.98</c:v>
                </c:pt>
                <c:pt idx="79938">
                  <c:v>79.989999999999995</c:v>
                </c:pt>
                <c:pt idx="79939">
                  <c:v>79.989999999999995</c:v>
                </c:pt>
                <c:pt idx="79940">
                  <c:v>79.989999999999995</c:v>
                </c:pt>
                <c:pt idx="79941">
                  <c:v>79.989999999999995</c:v>
                </c:pt>
                <c:pt idx="79942">
                  <c:v>79.989999999999995</c:v>
                </c:pt>
                <c:pt idx="79943">
                  <c:v>54.89</c:v>
                </c:pt>
                <c:pt idx="79944">
                  <c:v>67.98</c:v>
                </c:pt>
                <c:pt idx="79945">
                  <c:v>79.989999999999995</c:v>
                </c:pt>
                <c:pt idx="79946">
                  <c:v>54.99</c:v>
                </c:pt>
                <c:pt idx="79947">
                  <c:v>84.99</c:v>
                </c:pt>
                <c:pt idx="79948">
                  <c:v>84.99</c:v>
                </c:pt>
                <c:pt idx="79949">
                  <c:v>76.48</c:v>
                </c:pt>
                <c:pt idx="79950">
                  <c:v>68.989999999999995</c:v>
                </c:pt>
                <c:pt idx="79951">
                  <c:v>95.88</c:v>
                </c:pt>
                <c:pt idx="79952">
                  <c:v>100.98</c:v>
                </c:pt>
                <c:pt idx="79953">
                  <c:v>84.99</c:v>
                </c:pt>
                <c:pt idx="79954">
                  <c:v>84.99</c:v>
                </c:pt>
                <c:pt idx="79955">
                  <c:v>84.97</c:v>
                </c:pt>
                <c:pt idx="79956">
                  <c:v>73.97</c:v>
                </c:pt>
                <c:pt idx="79957">
                  <c:v>95.73</c:v>
                </c:pt>
                <c:pt idx="79958">
                  <c:v>64.98</c:v>
                </c:pt>
                <c:pt idx="79959">
                  <c:v>130.96</c:v>
                </c:pt>
                <c:pt idx="79960">
                  <c:v>76.489999999999995</c:v>
                </c:pt>
                <c:pt idx="79961">
                  <c:v>73.97</c:v>
                </c:pt>
                <c:pt idx="79962">
                  <c:v>69.97</c:v>
                </c:pt>
                <c:pt idx="79963">
                  <c:v>39.99</c:v>
                </c:pt>
                <c:pt idx="79964">
                  <c:v>59.96</c:v>
                </c:pt>
                <c:pt idx="79965">
                  <c:v>54.98</c:v>
                </c:pt>
                <c:pt idx="79966">
                  <c:v>79.98</c:v>
                </c:pt>
                <c:pt idx="79967">
                  <c:v>74.95</c:v>
                </c:pt>
                <c:pt idx="79968">
                  <c:v>154.56</c:v>
                </c:pt>
                <c:pt idx="79969">
                  <c:v>79.97</c:v>
                </c:pt>
                <c:pt idx="79970">
                  <c:v>79.97</c:v>
                </c:pt>
                <c:pt idx="79971">
                  <c:v>110.96</c:v>
                </c:pt>
                <c:pt idx="79972">
                  <c:v>144.94999999999999</c:v>
                </c:pt>
                <c:pt idx="79973">
                  <c:v>111.96</c:v>
                </c:pt>
                <c:pt idx="79974">
                  <c:v>56.98</c:v>
                </c:pt>
                <c:pt idx="79975">
                  <c:v>79.97</c:v>
                </c:pt>
                <c:pt idx="79976">
                  <c:v>55.98</c:v>
                </c:pt>
                <c:pt idx="79977">
                  <c:v>55.98</c:v>
                </c:pt>
                <c:pt idx="79978">
                  <c:v>55.98</c:v>
                </c:pt>
                <c:pt idx="79979">
                  <c:v>55.98</c:v>
                </c:pt>
                <c:pt idx="79980">
                  <c:v>57.48</c:v>
                </c:pt>
                <c:pt idx="79981">
                  <c:v>55.98</c:v>
                </c:pt>
                <c:pt idx="79982">
                  <c:v>55.98</c:v>
                </c:pt>
                <c:pt idx="79983">
                  <c:v>68.98</c:v>
                </c:pt>
                <c:pt idx="79984">
                  <c:v>25.93</c:v>
                </c:pt>
                <c:pt idx="79985">
                  <c:v>68.14</c:v>
                </c:pt>
                <c:pt idx="79986">
                  <c:v>63.98</c:v>
                </c:pt>
                <c:pt idx="79987">
                  <c:v>86.07</c:v>
                </c:pt>
                <c:pt idx="79988">
                  <c:v>82.9</c:v>
                </c:pt>
                <c:pt idx="79989">
                  <c:v>84.99</c:v>
                </c:pt>
                <c:pt idx="79990">
                  <c:v>206.59</c:v>
                </c:pt>
                <c:pt idx="79991">
                  <c:v>84.14</c:v>
                </c:pt>
                <c:pt idx="79992">
                  <c:v>84.99</c:v>
                </c:pt>
                <c:pt idx="79993">
                  <c:v>219.45</c:v>
                </c:pt>
                <c:pt idx="79994">
                  <c:v>151.96</c:v>
                </c:pt>
                <c:pt idx="79995">
                  <c:v>161.96</c:v>
                </c:pt>
                <c:pt idx="79996">
                  <c:v>59.96</c:v>
                </c:pt>
                <c:pt idx="79997">
                  <c:v>139.97999999999999</c:v>
                </c:pt>
                <c:pt idx="79998">
                  <c:v>74.95</c:v>
                </c:pt>
                <c:pt idx="79999">
                  <c:v>74.95</c:v>
                </c:pt>
                <c:pt idx="80000">
                  <c:v>71.95</c:v>
                </c:pt>
                <c:pt idx="80001">
                  <c:v>74.95</c:v>
                </c:pt>
                <c:pt idx="80002">
                  <c:v>59.24</c:v>
                </c:pt>
                <c:pt idx="80003">
                  <c:v>293.20999999999998</c:v>
                </c:pt>
                <c:pt idx="80004">
                  <c:v>215.07</c:v>
                </c:pt>
                <c:pt idx="80005">
                  <c:v>163.72</c:v>
                </c:pt>
                <c:pt idx="80006">
                  <c:v>70.69</c:v>
                </c:pt>
                <c:pt idx="80007">
                  <c:v>69.98</c:v>
                </c:pt>
                <c:pt idx="80008">
                  <c:v>147.96</c:v>
                </c:pt>
                <c:pt idx="80009">
                  <c:v>39.49</c:v>
                </c:pt>
                <c:pt idx="80010">
                  <c:v>110.97</c:v>
                </c:pt>
                <c:pt idx="80011">
                  <c:v>51.98</c:v>
                </c:pt>
                <c:pt idx="80012">
                  <c:v>73.98</c:v>
                </c:pt>
                <c:pt idx="80013">
                  <c:v>75.97</c:v>
                </c:pt>
                <c:pt idx="80014">
                  <c:v>59.98</c:v>
                </c:pt>
                <c:pt idx="80015">
                  <c:v>71.97</c:v>
                </c:pt>
                <c:pt idx="80016">
                  <c:v>53.93</c:v>
                </c:pt>
                <c:pt idx="80017">
                  <c:v>95.96</c:v>
                </c:pt>
                <c:pt idx="80018">
                  <c:v>59.98</c:v>
                </c:pt>
                <c:pt idx="80019">
                  <c:v>59.98</c:v>
                </c:pt>
                <c:pt idx="80020">
                  <c:v>88.3</c:v>
                </c:pt>
                <c:pt idx="80021">
                  <c:v>70.97</c:v>
                </c:pt>
                <c:pt idx="80022">
                  <c:v>59.98</c:v>
                </c:pt>
                <c:pt idx="80023">
                  <c:v>71.97</c:v>
                </c:pt>
                <c:pt idx="80024">
                  <c:v>59.98</c:v>
                </c:pt>
                <c:pt idx="80025">
                  <c:v>59.98</c:v>
                </c:pt>
                <c:pt idx="80026">
                  <c:v>104.98</c:v>
                </c:pt>
                <c:pt idx="80027">
                  <c:v>69.989999999999995</c:v>
                </c:pt>
                <c:pt idx="80028">
                  <c:v>88.28</c:v>
                </c:pt>
                <c:pt idx="80029">
                  <c:v>74.98</c:v>
                </c:pt>
                <c:pt idx="80030">
                  <c:v>79.98</c:v>
                </c:pt>
                <c:pt idx="80031">
                  <c:v>50.98</c:v>
                </c:pt>
                <c:pt idx="80032">
                  <c:v>79.98</c:v>
                </c:pt>
                <c:pt idx="80033">
                  <c:v>41.49</c:v>
                </c:pt>
                <c:pt idx="80034">
                  <c:v>60.98</c:v>
                </c:pt>
                <c:pt idx="80035">
                  <c:v>65.989999999999995</c:v>
                </c:pt>
                <c:pt idx="80036">
                  <c:v>23.48</c:v>
                </c:pt>
                <c:pt idx="80037">
                  <c:v>12.49</c:v>
                </c:pt>
                <c:pt idx="80038">
                  <c:v>105.98</c:v>
                </c:pt>
                <c:pt idx="80039">
                  <c:v>82.87</c:v>
                </c:pt>
                <c:pt idx="80040">
                  <c:v>83.13</c:v>
                </c:pt>
                <c:pt idx="80041">
                  <c:v>83.97</c:v>
                </c:pt>
                <c:pt idx="80042">
                  <c:v>83.13</c:v>
                </c:pt>
                <c:pt idx="80043">
                  <c:v>83.97</c:v>
                </c:pt>
                <c:pt idx="80044">
                  <c:v>59.98</c:v>
                </c:pt>
                <c:pt idx="80045">
                  <c:v>89.97</c:v>
                </c:pt>
                <c:pt idx="80046">
                  <c:v>81.44</c:v>
                </c:pt>
                <c:pt idx="80047">
                  <c:v>83.97</c:v>
                </c:pt>
                <c:pt idx="80048">
                  <c:v>110.97</c:v>
                </c:pt>
                <c:pt idx="80049">
                  <c:v>104.97</c:v>
                </c:pt>
                <c:pt idx="80050">
                  <c:v>103.97</c:v>
                </c:pt>
                <c:pt idx="80051">
                  <c:v>110.97</c:v>
                </c:pt>
                <c:pt idx="80052">
                  <c:v>73.98</c:v>
                </c:pt>
                <c:pt idx="80053">
                  <c:v>104.15</c:v>
                </c:pt>
                <c:pt idx="80054">
                  <c:v>56.09</c:v>
                </c:pt>
                <c:pt idx="80055">
                  <c:v>102.97</c:v>
                </c:pt>
                <c:pt idx="80056">
                  <c:v>86.36</c:v>
                </c:pt>
                <c:pt idx="80057">
                  <c:v>69.67</c:v>
                </c:pt>
                <c:pt idx="80058">
                  <c:v>119.53</c:v>
                </c:pt>
                <c:pt idx="80059">
                  <c:v>35.99</c:v>
                </c:pt>
                <c:pt idx="80060">
                  <c:v>71.959999999999994</c:v>
                </c:pt>
                <c:pt idx="80061">
                  <c:v>36.49</c:v>
                </c:pt>
                <c:pt idx="80062">
                  <c:v>94.03</c:v>
                </c:pt>
                <c:pt idx="80063">
                  <c:v>84.99</c:v>
                </c:pt>
                <c:pt idx="80064">
                  <c:v>69.989999999999995</c:v>
                </c:pt>
                <c:pt idx="80065">
                  <c:v>99.98</c:v>
                </c:pt>
                <c:pt idx="80066">
                  <c:v>84.99</c:v>
                </c:pt>
                <c:pt idx="80067">
                  <c:v>69.989999999999995</c:v>
                </c:pt>
                <c:pt idx="80068">
                  <c:v>99.98</c:v>
                </c:pt>
                <c:pt idx="80069">
                  <c:v>84.99</c:v>
                </c:pt>
                <c:pt idx="80070">
                  <c:v>84.99</c:v>
                </c:pt>
                <c:pt idx="80071">
                  <c:v>97.97</c:v>
                </c:pt>
                <c:pt idx="80072">
                  <c:v>121.98</c:v>
                </c:pt>
                <c:pt idx="80073">
                  <c:v>33.28</c:v>
                </c:pt>
                <c:pt idx="80074">
                  <c:v>109.97</c:v>
                </c:pt>
                <c:pt idx="80075">
                  <c:v>243.9</c:v>
                </c:pt>
                <c:pt idx="80076">
                  <c:v>105.98</c:v>
                </c:pt>
                <c:pt idx="80077">
                  <c:v>80.97</c:v>
                </c:pt>
                <c:pt idx="80078">
                  <c:v>61.81</c:v>
                </c:pt>
                <c:pt idx="80079">
                  <c:v>79.849999999999994</c:v>
                </c:pt>
                <c:pt idx="80080">
                  <c:v>77.400000000000006</c:v>
                </c:pt>
                <c:pt idx="80081">
                  <c:v>101.52</c:v>
                </c:pt>
                <c:pt idx="80082">
                  <c:v>72.58</c:v>
                </c:pt>
                <c:pt idx="80083">
                  <c:v>104.02</c:v>
                </c:pt>
                <c:pt idx="80084">
                  <c:v>77.83</c:v>
                </c:pt>
                <c:pt idx="80085">
                  <c:v>91.94</c:v>
                </c:pt>
                <c:pt idx="80086">
                  <c:v>169.98</c:v>
                </c:pt>
                <c:pt idx="80087">
                  <c:v>218.96</c:v>
                </c:pt>
                <c:pt idx="80088">
                  <c:v>153.94</c:v>
                </c:pt>
                <c:pt idx="80089">
                  <c:v>305.95999999999998</c:v>
                </c:pt>
                <c:pt idx="80090">
                  <c:v>96.48</c:v>
                </c:pt>
                <c:pt idx="80091">
                  <c:v>169.98</c:v>
                </c:pt>
                <c:pt idx="80092">
                  <c:v>78.97</c:v>
                </c:pt>
                <c:pt idx="80093">
                  <c:v>169.98</c:v>
                </c:pt>
                <c:pt idx="80094">
                  <c:v>119.96</c:v>
                </c:pt>
                <c:pt idx="80095">
                  <c:v>78.97</c:v>
                </c:pt>
                <c:pt idx="80096">
                  <c:v>119.96</c:v>
                </c:pt>
                <c:pt idx="80097">
                  <c:v>134.97999999999999</c:v>
                </c:pt>
                <c:pt idx="80098">
                  <c:v>96.48</c:v>
                </c:pt>
                <c:pt idx="80099">
                  <c:v>59.98</c:v>
                </c:pt>
                <c:pt idx="80100">
                  <c:v>59.98</c:v>
                </c:pt>
                <c:pt idx="80101">
                  <c:v>99.96</c:v>
                </c:pt>
                <c:pt idx="80102">
                  <c:v>59.98</c:v>
                </c:pt>
                <c:pt idx="80103">
                  <c:v>59.98</c:v>
                </c:pt>
                <c:pt idx="80104">
                  <c:v>119.96</c:v>
                </c:pt>
                <c:pt idx="80105">
                  <c:v>84.99</c:v>
                </c:pt>
                <c:pt idx="80106">
                  <c:v>134.97999999999999</c:v>
                </c:pt>
                <c:pt idx="80107">
                  <c:v>119.96</c:v>
                </c:pt>
                <c:pt idx="80108">
                  <c:v>101.48</c:v>
                </c:pt>
                <c:pt idx="80109">
                  <c:v>101.48</c:v>
                </c:pt>
                <c:pt idx="80110">
                  <c:v>84.99</c:v>
                </c:pt>
                <c:pt idx="80111">
                  <c:v>169.98</c:v>
                </c:pt>
                <c:pt idx="80112">
                  <c:v>99.98</c:v>
                </c:pt>
                <c:pt idx="80113">
                  <c:v>99.96</c:v>
                </c:pt>
                <c:pt idx="80114">
                  <c:v>169.98</c:v>
                </c:pt>
                <c:pt idx="80115">
                  <c:v>99.98</c:v>
                </c:pt>
                <c:pt idx="80116">
                  <c:v>55.98</c:v>
                </c:pt>
                <c:pt idx="80117">
                  <c:v>105.54</c:v>
                </c:pt>
                <c:pt idx="80118">
                  <c:v>73.98</c:v>
                </c:pt>
                <c:pt idx="80119">
                  <c:v>73.98</c:v>
                </c:pt>
                <c:pt idx="80120">
                  <c:v>110.97</c:v>
                </c:pt>
                <c:pt idx="80121">
                  <c:v>60.3</c:v>
                </c:pt>
                <c:pt idx="80122">
                  <c:v>55.98</c:v>
                </c:pt>
                <c:pt idx="80123">
                  <c:v>49.08</c:v>
                </c:pt>
                <c:pt idx="80124">
                  <c:v>110.97</c:v>
                </c:pt>
                <c:pt idx="80125">
                  <c:v>75.98</c:v>
                </c:pt>
                <c:pt idx="80126">
                  <c:v>76.489999999999995</c:v>
                </c:pt>
                <c:pt idx="80127">
                  <c:v>84.99</c:v>
                </c:pt>
                <c:pt idx="80128">
                  <c:v>82.39</c:v>
                </c:pt>
                <c:pt idx="80129">
                  <c:v>97.14</c:v>
                </c:pt>
                <c:pt idx="80130">
                  <c:v>98.98</c:v>
                </c:pt>
                <c:pt idx="80131">
                  <c:v>122.98</c:v>
                </c:pt>
                <c:pt idx="80132">
                  <c:v>129.97999999999999</c:v>
                </c:pt>
                <c:pt idx="80133">
                  <c:v>78.97</c:v>
                </c:pt>
                <c:pt idx="80134">
                  <c:v>53.98</c:v>
                </c:pt>
                <c:pt idx="80135">
                  <c:v>53.98</c:v>
                </c:pt>
                <c:pt idx="80136">
                  <c:v>56.97</c:v>
                </c:pt>
                <c:pt idx="80137">
                  <c:v>63.98</c:v>
                </c:pt>
                <c:pt idx="80138">
                  <c:v>50.98</c:v>
                </c:pt>
                <c:pt idx="80139">
                  <c:v>68.97</c:v>
                </c:pt>
                <c:pt idx="80140">
                  <c:v>77.97</c:v>
                </c:pt>
                <c:pt idx="80141">
                  <c:v>50.98</c:v>
                </c:pt>
                <c:pt idx="80142">
                  <c:v>77.97</c:v>
                </c:pt>
                <c:pt idx="80143">
                  <c:v>68.97</c:v>
                </c:pt>
                <c:pt idx="80144">
                  <c:v>91.96</c:v>
                </c:pt>
                <c:pt idx="80145">
                  <c:v>53.98</c:v>
                </c:pt>
                <c:pt idx="80146">
                  <c:v>91.96</c:v>
                </c:pt>
                <c:pt idx="80147">
                  <c:v>58.97</c:v>
                </c:pt>
                <c:pt idx="80148">
                  <c:v>59.97</c:v>
                </c:pt>
                <c:pt idx="80149">
                  <c:v>59.97</c:v>
                </c:pt>
                <c:pt idx="80150">
                  <c:v>58.97</c:v>
                </c:pt>
                <c:pt idx="80151">
                  <c:v>59.97</c:v>
                </c:pt>
                <c:pt idx="80152">
                  <c:v>41.28</c:v>
                </c:pt>
                <c:pt idx="80153">
                  <c:v>40.08</c:v>
                </c:pt>
                <c:pt idx="80154">
                  <c:v>59.97</c:v>
                </c:pt>
                <c:pt idx="80155">
                  <c:v>59.97</c:v>
                </c:pt>
                <c:pt idx="80156">
                  <c:v>63.88</c:v>
                </c:pt>
                <c:pt idx="80157">
                  <c:v>84.99</c:v>
                </c:pt>
                <c:pt idx="80158">
                  <c:v>60.33</c:v>
                </c:pt>
                <c:pt idx="80159">
                  <c:v>70.45</c:v>
                </c:pt>
                <c:pt idx="80160">
                  <c:v>78.28</c:v>
                </c:pt>
                <c:pt idx="80161">
                  <c:v>73</c:v>
                </c:pt>
                <c:pt idx="80162">
                  <c:v>181.97</c:v>
                </c:pt>
                <c:pt idx="80163">
                  <c:v>105.98</c:v>
                </c:pt>
                <c:pt idx="80164">
                  <c:v>68.989999999999995</c:v>
                </c:pt>
                <c:pt idx="80165">
                  <c:v>54.99</c:v>
                </c:pt>
                <c:pt idx="80166">
                  <c:v>97.9</c:v>
                </c:pt>
                <c:pt idx="80167">
                  <c:v>128.24</c:v>
                </c:pt>
                <c:pt idx="80168">
                  <c:v>159.69999999999999</c:v>
                </c:pt>
                <c:pt idx="80169">
                  <c:v>249.2</c:v>
                </c:pt>
                <c:pt idx="80170">
                  <c:v>68.98</c:v>
                </c:pt>
                <c:pt idx="80171">
                  <c:v>66.489999999999995</c:v>
                </c:pt>
                <c:pt idx="80172">
                  <c:v>171.48</c:v>
                </c:pt>
                <c:pt idx="80173">
                  <c:v>137.97999999999999</c:v>
                </c:pt>
                <c:pt idx="80174">
                  <c:v>99.98</c:v>
                </c:pt>
                <c:pt idx="80175">
                  <c:v>94.97</c:v>
                </c:pt>
                <c:pt idx="80176">
                  <c:v>87.98</c:v>
                </c:pt>
                <c:pt idx="80177">
                  <c:v>84.99</c:v>
                </c:pt>
                <c:pt idx="80178">
                  <c:v>94.96</c:v>
                </c:pt>
                <c:pt idx="80179">
                  <c:v>139.97</c:v>
                </c:pt>
                <c:pt idx="80180">
                  <c:v>127.98</c:v>
                </c:pt>
                <c:pt idx="80181">
                  <c:v>84.99</c:v>
                </c:pt>
                <c:pt idx="80182">
                  <c:v>76.489999999999995</c:v>
                </c:pt>
                <c:pt idx="80183">
                  <c:v>134.97999999999999</c:v>
                </c:pt>
                <c:pt idx="80184">
                  <c:v>31.48</c:v>
                </c:pt>
                <c:pt idx="80185">
                  <c:v>41.46</c:v>
                </c:pt>
                <c:pt idx="80186">
                  <c:v>59.98</c:v>
                </c:pt>
                <c:pt idx="80187">
                  <c:v>58.95</c:v>
                </c:pt>
                <c:pt idx="80188">
                  <c:v>51.48</c:v>
                </c:pt>
                <c:pt idx="80189">
                  <c:v>59.98</c:v>
                </c:pt>
                <c:pt idx="80190">
                  <c:v>74.97</c:v>
                </c:pt>
                <c:pt idx="80191">
                  <c:v>59.98</c:v>
                </c:pt>
                <c:pt idx="80192">
                  <c:v>51.48</c:v>
                </c:pt>
                <c:pt idx="80193">
                  <c:v>-51.48</c:v>
                </c:pt>
                <c:pt idx="80194">
                  <c:v>67.87</c:v>
                </c:pt>
                <c:pt idx="80195">
                  <c:v>79.849999999999994</c:v>
                </c:pt>
                <c:pt idx="80196">
                  <c:v>71.86</c:v>
                </c:pt>
                <c:pt idx="80197">
                  <c:v>79.849999999999994</c:v>
                </c:pt>
                <c:pt idx="80198">
                  <c:v>79.849999999999994</c:v>
                </c:pt>
                <c:pt idx="80199">
                  <c:v>159.69999999999999</c:v>
                </c:pt>
                <c:pt idx="80200">
                  <c:v>79.849999999999994</c:v>
                </c:pt>
                <c:pt idx="80201">
                  <c:v>77.45</c:v>
                </c:pt>
                <c:pt idx="80202">
                  <c:v>79.849999999999994</c:v>
                </c:pt>
                <c:pt idx="80203">
                  <c:v>79.849999999999994</c:v>
                </c:pt>
                <c:pt idx="80204">
                  <c:v>78.25</c:v>
                </c:pt>
                <c:pt idx="80205">
                  <c:v>79.53</c:v>
                </c:pt>
                <c:pt idx="80206">
                  <c:v>144.88999999999999</c:v>
                </c:pt>
                <c:pt idx="80207">
                  <c:v>84.98</c:v>
                </c:pt>
                <c:pt idx="80208">
                  <c:v>69.989999999999995</c:v>
                </c:pt>
                <c:pt idx="80209">
                  <c:v>84.99</c:v>
                </c:pt>
                <c:pt idx="80210">
                  <c:v>70.989999999999995</c:v>
                </c:pt>
                <c:pt idx="80211">
                  <c:v>169.98</c:v>
                </c:pt>
                <c:pt idx="80212">
                  <c:v>80.930000000000007</c:v>
                </c:pt>
                <c:pt idx="80213">
                  <c:v>129.96</c:v>
                </c:pt>
                <c:pt idx="80214">
                  <c:v>68.989999999999995</c:v>
                </c:pt>
                <c:pt idx="80215">
                  <c:v>84.99</c:v>
                </c:pt>
                <c:pt idx="80216">
                  <c:v>84.99</c:v>
                </c:pt>
                <c:pt idx="80217">
                  <c:v>60.99</c:v>
                </c:pt>
                <c:pt idx="80218">
                  <c:v>124.96</c:v>
                </c:pt>
                <c:pt idx="80219">
                  <c:v>60.99</c:v>
                </c:pt>
                <c:pt idx="80220">
                  <c:v>100.98</c:v>
                </c:pt>
                <c:pt idx="80221">
                  <c:v>49.46</c:v>
                </c:pt>
                <c:pt idx="80222">
                  <c:v>100.98</c:v>
                </c:pt>
                <c:pt idx="80223">
                  <c:v>60.99</c:v>
                </c:pt>
                <c:pt idx="80224">
                  <c:v>56.98</c:v>
                </c:pt>
                <c:pt idx="80225">
                  <c:v>60.99</c:v>
                </c:pt>
                <c:pt idx="80226">
                  <c:v>76.98</c:v>
                </c:pt>
                <c:pt idx="80227">
                  <c:v>95.97</c:v>
                </c:pt>
                <c:pt idx="80228">
                  <c:v>131.97999999999999</c:v>
                </c:pt>
                <c:pt idx="80229">
                  <c:v>179.94</c:v>
                </c:pt>
                <c:pt idx="80230">
                  <c:v>109.96</c:v>
                </c:pt>
                <c:pt idx="80231">
                  <c:v>179.94</c:v>
                </c:pt>
                <c:pt idx="80232">
                  <c:v>149.9</c:v>
                </c:pt>
                <c:pt idx="80233">
                  <c:v>206.94</c:v>
                </c:pt>
                <c:pt idx="80234">
                  <c:v>296.92</c:v>
                </c:pt>
                <c:pt idx="80235">
                  <c:v>59.98</c:v>
                </c:pt>
                <c:pt idx="80236">
                  <c:v>58.48</c:v>
                </c:pt>
                <c:pt idx="80237">
                  <c:v>79.98</c:v>
                </c:pt>
                <c:pt idx="80238">
                  <c:v>59.98</c:v>
                </c:pt>
                <c:pt idx="80239">
                  <c:v>59.98</c:v>
                </c:pt>
                <c:pt idx="80240">
                  <c:v>59.98</c:v>
                </c:pt>
                <c:pt idx="80241">
                  <c:v>59.94</c:v>
                </c:pt>
                <c:pt idx="80242">
                  <c:v>107.96</c:v>
                </c:pt>
                <c:pt idx="80243">
                  <c:v>9.9499999999999993</c:v>
                </c:pt>
                <c:pt idx="80244">
                  <c:v>59.98</c:v>
                </c:pt>
                <c:pt idx="80245">
                  <c:v>122.77</c:v>
                </c:pt>
                <c:pt idx="80246">
                  <c:v>441.6</c:v>
                </c:pt>
                <c:pt idx="80247">
                  <c:v>62.58</c:v>
                </c:pt>
                <c:pt idx="80248">
                  <c:v>66.489999999999995</c:v>
                </c:pt>
                <c:pt idx="80249">
                  <c:v>103.98</c:v>
                </c:pt>
                <c:pt idx="80250">
                  <c:v>164.96</c:v>
                </c:pt>
                <c:pt idx="80251">
                  <c:v>168.97</c:v>
                </c:pt>
                <c:pt idx="80252">
                  <c:v>84.99</c:v>
                </c:pt>
                <c:pt idx="80253">
                  <c:v>84.99</c:v>
                </c:pt>
                <c:pt idx="80254">
                  <c:v>84.99</c:v>
                </c:pt>
                <c:pt idx="80255">
                  <c:v>64.98</c:v>
                </c:pt>
                <c:pt idx="80256">
                  <c:v>84.99</c:v>
                </c:pt>
                <c:pt idx="80257">
                  <c:v>87.07</c:v>
                </c:pt>
                <c:pt idx="80258">
                  <c:v>82.38</c:v>
                </c:pt>
                <c:pt idx="80259">
                  <c:v>116.11</c:v>
                </c:pt>
                <c:pt idx="80260">
                  <c:v>123.37</c:v>
                </c:pt>
                <c:pt idx="80261">
                  <c:v>113.68</c:v>
                </c:pt>
                <c:pt idx="80262">
                  <c:v>97.78</c:v>
                </c:pt>
                <c:pt idx="80263">
                  <c:v>77.400000000000006</c:v>
                </c:pt>
                <c:pt idx="80264">
                  <c:v>55.49</c:v>
                </c:pt>
                <c:pt idx="80265">
                  <c:v>39.99</c:v>
                </c:pt>
                <c:pt idx="80266">
                  <c:v>44.99</c:v>
                </c:pt>
                <c:pt idx="80267">
                  <c:v>48.49</c:v>
                </c:pt>
                <c:pt idx="80268">
                  <c:v>62.49</c:v>
                </c:pt>
                <c:pt idx="80269">
                  <c:v>49.49</c:v>
                </c:pt>
                <c:pt idx="80270">
                  <c:v>70.989999999999995</c:v>
                </c:pt>
                <c:pt idx="80271">
                  <c:v>62.98</c:v>
                </c:pt>
                <c:pt idx="80272">
                  <c:v>53.98</c:v>
                </c:pt>
                <c:pt idx="80273">
                  <c:v>84.99</c:v>
                </c:pt>
                <c:pt idx="80274">
                  <c:v>59.98</c:v>
                </c:pt>
                <c:pt idx="80275">
                  <c:v>101.17</c:v>
                </c:pt>
                <c:pt idx="80276">
                  <c:v>74.98</c:v>
                </c:pt>
                <c:pt idx="80277">
                  <c:v>74.98</c:v>
                </c:pt>
                <c:pt idx="80278">
                  <c:v>66.08</c:v>
                </c:pt>
                <c:pt idx="80279">
                  <c:v>79.98</c:v>
                </c:pt>
                <c:pt idx="80280">
                  <c:v>50.98</c:v>
                </c:pt>
                <c:pt idx="80281">
                  <c:v>19.989999999999998</c:v>
                </c:pt>
                <c:pt idx="80282">
                  <c:v>241.94</c:v>
                </c:pt>
                <c:pt idx="80283">
                  <c:v>237.08</c:v>
                </c:pt>
                <c:pt idx="80284">
                  <c:v>217.74</c:v>
                </c:pt>
                <c:pt idx="80285">
                  <c:v>67.97</c:v>
                </c:pt>
                <c:pt idx="80286">
                  <c:v>55.97</c:v>
                </c:pt>
                <c:pt idx="80287">
                  <c:v>67.97</c:v>
                </c:pt>
                <c:pt idx="80288">
                  <c:v>55.97</c:v>
                </c:pt>
                <c:pt idx="80289">
                  <c:v>109.98</c:v>
                </c:pt>
                <c:pt idx="80290">
                  <c:v>55.39</c:v>
                </c:pt>
                <c:pt idx="80291">
                  <c:v>54.99</c:v>
                </c:pt>
                <c:pt idx="80292">
                  <c:v>76.489999999999995</c:v>
                </c:pt>
                <c:pt idx="80293">
                  <c:v>54.99</c:v>
                </c:pt>
                <c:pt idx="80294">
                  <c:v>68.989999999999995</c:v>
                </c:pt>
                <c:pt idx="80295">
                  <c:v>54.99</c:v>
                </c:pt>
                <c:pt idx="80296">
                  <c:v>109.97</c:v>
                </c:pt>
                <c:pt idx="80297">
                  <c:v>84.97</c:v>
                </c:pt>
                <c:pt idx="80298">
                  <c:v>69.98</c:v>
                </c:pt>
                <c:pt idx="80299">
                  <c:v>123.96</c:v>
                </c:pt>
                <c:pt idx="80300">
                  <c:v>155.96</c:v>
                </c:pt>
                <c:pt idx="80301">
                  <c:v>121.57</c:v>
                </c:pt>
                <c:pt idx="80302">
                  <c:v>77.98</c:v>
                </c:pt>
                <c:pt idx="80303">
                  <c:v>155.96</c:v>
                </c:pt>
                <c:pt idx="80304">
                  <c:v>146.72999999999999</c:v>
                </c:pt>
                <c:pt idx="80305">
                  <c:v>61.98</c:v>
                </c:pt>
                <c:pt idx="80306">
                  <c:v>125.36</c:v>
                </c:pt>
                <c:pt idx="80307">
                  <c:v>79.97</c:v>
                </c:pt>
                <c:pt idx="80308">
                  <c:v>58.98</c:v>
                </c:pt>
                <c:pt idx="80309">
                  <c:v>99.98</c:v>
                </c:pt>
                <c:pt idx="80310">
                  <c:v>99.98</c:v>
                </c:pt>
                <c:pt idx="80311">
                  <c:v>56.96</c:v>
                </c:pt>
                <c:pt idx="80312">
                  <c:v>84.97</c:v>
                </c:pt>
                <c:pt idx="80313">
                  <c:v>69.98</c:v>
                </c:pt>
                <c:pt idx="80314">
                  <c:v>118.98</c:v>
                </c:pt>
                <c:pt idx="80315">
                  <c:v>149.9</c:v>
                </c:pt>
                <c:pt idx="80316">
                  <c:v>279.88</c:v>
                </c:pt>
                <c:pt idx="80317">
                  <c:v>149.9</c:v>
                </c:pt>
                <c:pt idx="80318">
                  <c:v>89.22</c:v>
                </c:pt>
                <c:pt idx="80319">
                  <c:v>179.96</c:v>
                </c:pt>
                <c:pt idx="80320">
                  <c:v>64.95</c:v>
                </c:pt>
                <c:pt idx="80321">
                  <c:v>172.11</c:v>
                </c:pt>
                <c:pt idx="80322">
                  <c:v>51.96</c:v>
                </c:pt>
                <c:pt idx="80323">
                  <c:v>83.97</c:v>
                </c:pt>
                <c:pt idx="80324">
                  <c:v>65.989999999999995</c:v>
                </c:pt>
                <c:pt idx="80325">
                  <c:v>65.989999999999995</c:v>
                </c:pt>
                <c:pt idx="80326">
                  <c:v>54.95</c:v>
                </c:pt>
                <c:pt idx="80327">
                  <c:v>65.989999999999995</c:v>
                </c:pt>
                <c:pt idx="80328">
                  <c:v>27.9</c:v>
                </c:pt>
                <c:pt idx="80329">
                  <c:v>57.98</c:v>
                </c:pt>
                <c:pt idx="80330">
                  <c:v>81.97</c:v>
                </c:pt>
                <c:pt idx="80331">
                  <c:v>58.98</c:v>
                </c:pt>
                <c:pt idx="80332">
                  <c:v>50.98</c:v>
                </c:pt>
                <c:pt idx="80333">
                  <c:v>72.97</c:v>
                </c:pt>
                <c:pt idx="80334">
                  <c:v>55.98</c:v>
                </c:pt>
                <c:pt idx="80335">
                  <c:v>79.97</c:v>
                </c:pt>
                <c:pt idx="80336">
                  <c:v>79.680000000000007</c:v>
                </c:pt>
                <c:pt idx="80337">
                  <c:v>74.989999999999995</c:v>
                </c:pt>
                <c:pt idx="80338">
                  <c:v>169.98</c:v>
                </c:pt>
                <c:pt idx="80339">
                  <c:v>114.97</c:v>
                </c:pt>
                <c:pt idx="80340">
                  <c:v>59.97</c:v>
                </c:pt>
                <c:pt idx="80341">
                  <c:v>103.97</c:v>
                </c:pt>
                <c:pt idx="80342">
                  <c:v>81.97</c:v>
                </c:pt>
                <c:pt idx="80343">
                  <c:v>254.92</c:v>
                </c:pt>
                <c:pt idx="80344">
                  <c:v>49.98</c:v>
                </c:pt>
                <c:pt idx="80345">
                  <c:v>49.98</c:v>
                </c:pt>
                <c:pt idx="80346">
                  <c:v>254.92</c:v>
                </c:pt>
                <c:pt idx="80347">
                  <c:v>97.24</c:v>
                </c:pt>
                <c:pt idx="80348">
                  <c:v>63.96</c:v>
                </c:pt>
                <c:pt idx="80349">
                  <c:v>63.96</c:v>
                </c:pt>
                <c:pt idx="80350">
                  <c:v>74.95</c:v>
                </c:pt>
                <c:pt idx="80351">
                  <c:v>179.93</c:v>
                </c:pt>
                <c:pt idx="80352">
                  <c:v>114.95</c:v>
                </c:pt>
                <c:pt idx="80353">
                  <c:v>59.98</c:v>
                </c:pt>
                <c:pt idx="80354">
                  <c:v>137.94</c:v>
                </c:pt>
                <c:pt idx="80355">
                  <c:v>95.96</c:v>
                </c:pt>
                <c:pt idx="80356">
                  <c:v>188.93</c:v>
                </c:pt>
                <c:pt idx="80357">
                  <c:v>112.97</c:v>
                </c:pt>
                <c:pt idx="80358">
                  <c:v>84.99</c:v>
                </c:pt>
                <c:pt idx="80359">
                  <c:v>98.98</c:v>
                </c:pt>
                <c:pt idx="80360">
                  <c:v>84.99</c:v>
                </c:pt>
                <c:pt idx="80361">
                  <c:v>59.99</c:v>
                </c:pt>
                <c:pt idx="80362">
                  <c:v>134.97</c:v>
                </c:pt>
                <c:pt idx="80363">
                  <c:v>49.99</c:v>
                </c:pt>
                <c:pt idx="80364">
                  <c:v>49.99</c:v>
                </c:pt>
                <c:pt idx="80365">
                  <c:v>51.49</c:v>
                </c:pt>
                <c:pt idx="80366">
                  <c:v>132.47</c:v>
                </c:pt>
                <c:pt idx="80367">
                  <c:v>79.98</c:v>
                </c:pt>
                <c:pt idx="80368">
                  <c:v>87.47</c:v>
                </c:pt>
                <c:pt idx="80369">
                  <c:v>41.49</c:v>
                </c:pt>
                <c:pt idx="80370">
                  <c:v>114.96</c:v>
                </c:pt>
                <c:pt idx="80371">
                  <c:v>61.18</c:v>
                </c:pt>
                <c:pt idx="80372">
                  <c:v>84.97</c:v>
                </c:pt>
                <c:pt idx="80373">
                  <c:v>105.26</c:v>
                </c:pt>
                <c:pt idx="80374">
                  <c:v>79.63</c:v>
                </c:pt>
                <c:pt idx="80375">
                  <c:v>118.91</c:v>
                </c:pt>
                <c:pt idx="80376">
                  <c:v>93.47</c:v>
                </c:pt>
                <c:pt idx="80377">
                  <c:v>61.98</c:v>
                </c:pt>
                <c:pt idx="80378">
                  <c:v>27.49</c:v>
                </c:pt>
                <c:pt idx="80379">
                  <c:v>61.98</c:v>
                </c:pt>
                <c:pt idx="80380">
                  <c:v>61.98</c:v>
                </c:pt>
                <c:pt idx="80381">
                  <c:v>51.98</c:v>
                </c:pt>
                <c:pt idx="80382">
                  <c:v>33.24</c:v>
                </c:pt>
                <c:pt idx="80383">
                  <c:v>32.49</c:v>
                </c:pt>
                <c:pt idx="80384">
                  <c:v>26.4</c:v>
                </c:pt>
                <c:pt idx="80385">
                  <c:v>51.98</c:v>
                </c:pt>
                <c:pt idx="80386">
                  <c:v>51.98</c:v>
                </c:pt>
                <c:pt idx="80387">
                  <c:v>32.49</c:v>
                </c:pt>
                <c:pt idx="80388">
                  <c:v>26.49</c:v>
                </c:pt>
                <c:pt idx="80389">
                  <c:v>51.98</c:v>
                </c:pt>
                <c:pt idx="80390">
                  <c:v>51.48</c:v>
                </c:pt>
                <c:pt idx="80391">
                  <c:v>51.98</c:v>
                </c:pt>
                <c:pt idx="80392">
                  <c:v>109.98</c:v>
                </c:pt>
                <c:pt idx="80393">
                  <c:v>62.86</c:v>
                </c:pt>
                <c:pt idx="80394">
                  <c:v>71.98</c:v>
                </c:pt>
                <c:pt idx="80395">
                  <c:v>80.56</c:v>
                </c:pt>
                <c:pt idx="80396">
                  <c:v>68.989999999999995</c:v>
                </c:pt>
                <c:pt idx="80397">
                  <c:v>72.239999999999995</c:v>
                </c:pt>
                <c:pt idx="80398">
                  <c:v>90.88</c:v>
                </c:pt>
                <c:pt idx="80399">
                  <c:v>84.99</c:v>
                </c:pt>
                <c:pt idx="80400">
                  <c:v>100.98</c:v>
                </c:pt>
                <c:pt idx="80401">
                  <c:v>179.85</c:v>
                </c:pt>
                <c:pt idx="80402">
                  <c:v>119.9</c:v>
                </c:pt>
                <c:pt idx="80403">
                  <c:v>119.9</c:v>
                </c:pt>
                <c:pt idx="80404">
                  <c:v>19.440000000000001</c:v>
                </c:pt>
                <c:pt idx="80405">
                  <c:v>187.24</c:v>
                </c:pt>
                <c:pt idx="80406">
                  <c:v>237.11</c:v>
                </c:pt>
                <c:pt idx="80407">
                  <c:v>98.07</c:v>
                </c:pt>
                <c:pt idx="80408">
                  <c:v>169.98</c:v>
                </c:pt>
                <c:pt idx="80409">
                  <c:v>143.97999999999999</c:v>
                </c:pt>
                <c:pt idx="80410">
                  <c:v>79.989999999999995</c:v>
                </c:pt>
                <c:pt idx="80411">
                  <c:v>53.96</c:v>
                </c:pt>
                <c:pt idx="80412">
                  <c:v>79.989999999999995</c:v>
                </c:pt>
                <c:pt idx="80413">
                  <c:v>79.989999999999995</c:v>
                </c:pt>
                <c:pt idx="80414">
                  <c:v>79.989999999999995</c:v>
                </c:pt>
                <c:pt idx="80415">
                  <c:v>79.989999999999995</c:v>
                </c:pt>
                <c:pt idx="80416">
                  <c:v>73.05</c:v>
                </c:pt>
                <c:pt idx="80417">
                  <c:v>79.989999999999995</c:v>
                </c:pt>
                <c:pt idx="80418">
                  <c:v>197.97</c:v>
                </c:pt>
                <c:pt idx="80419">
                  <c:v>249.1</c:v>
                </c:pt>
                <c:pt idx="80420">
                  <c:v>149.97</c:v>
                </c:pt>
                <c:pt idx="80421">
                  <c:v>238.93</c:v>
                </c:pt>
                <c:pt idx="80422">
                  <c:v>64.95</c:v>
                </c:pt>
                <c:pt idx="80423">
                  <c:v>99.9</c:v>
                </c:pt>
                <c:pt idx="80424">
                  <c:v>153.97999999999999</c:v>
                </c:pt>
                <c:pt idx="80425">
                  <c:v>58.64</c:v>
                </c:pt>
                <c:pt idx="80426">
                  <c:v>54.99</c:v>
                </c:pt>
                <c:pt idx="80427">
                  <c:v>51.76</c:v>
                </c:pt>
                <c:pt idx="80428">
                  <c:v>105.98</c:v>
                </c:pt>
                <c:pt idx="80429">
                  <c:v>65.19</c:v>
                </c:pt>
                <c:pt idx="80430">
                  <c:v>105.98</c:v>
                </c:pt>
                <c:pt idx="80431">
                  <c:v>154.05000000000001</c:v>
                </c:pt>
                <c:pt idx="80432">
                  <c:v>257.33999999999997</c:v>
                </c:pt>
                <c:pt idx="80433">
                  <c:v>159.97999999999999</c:v>
                </c:pt>
                <c:pt idx="80434">
                  <c:v>250.93</c:v>
                </c:pt>
                <c:pt idx="80435">
                  <c:v>181.58</c:v>
                </c:pt>
                <c:pt idx="80436">
                  <c:v>86.97</c:v>
                </c:pt>
                <c:pt idx="80437">
                  <c:v>207.93</c:v>
                </c:pt>
                <c:pt idx="80438">
                  <c:v>86.97</c:v>
                </c:pt>
                <c:pt idx="80439">
                  <c:v>74.98</c:v>
                </c:pt>
                <c:pt idx="80440">
                  <c:v>64.98</c:v>
                </c:pt>
                <c:pt idx="80441">
                  <c:v>321.89999999999998</c:v>
                </c:pt>
                <c:pt idx="80442">
                  <c:v>113.94</c:v>
                </c:pt>
                <c:pt idx="80443">
                  <c:v>149.94</c:v>
                </c:pt>
                <c:pt idx="80444">
                  <c:v>74.97</c:v>
                </c:pt>
                <c:pt idx="80445">
                  <c:v>199.92</c:v>
                </c:pt>
                <c:pt idx="80446">
                  <c:v>38.68</c:v>
                </c:pt>
                <c:pt idx="80447">
                  <c:v>66.489999999999995</c:v>
                </c:pt>
                <c:pt idx="80448">
                  <c:v>73.790000000000006</c:v>
                </c:pt>
                <c:pt idx="80449">
                  <c:v>85.24</c:v>
                </c:pt>
                <c:pt idx="80450">
                  <c:v>73.790000000000006</c:v>
                </c:pt>
                <c:pt idx="80451">
                  <c:v>79.849999999999994</c:v>
                </c:pt>
                <c:pt idx="80452">
                  <c:v>78.63</c:v>
                </c:pt>
                <c:pt idx="80453">
                  <c:v>103.77</c:v>
                </c:pt>
                <c:pt idx="80454">
                  <c:v>76.209999999999994</c:v>
                </c:pt>
                <c:pt idx="80455">
                  <c:v>116.14</c:v>
                </c:pt>
                <c:pt idx="80456">
                  <c:v>119.74</c:v>
                </c:pt>
                <c:pt idx="80457">
                  <c:v>127.96</c:v>
                </c:pt>
                <c:pt idx="80458">
                  <c:v>89.97</c:v>
                </c:pt>
                <c:pt idx="80459">
                  <c:v>119.96</c:v>
                </c:pt>
                <c:pt idx="80460">
                  <c:v>119.96</c:v>
                </c:pt>
                <c:pt idx="80461">
                  <c:v>51.98</c:v>
                </c:pt>
                <c:pt idx="80462">
                  <c:v>51.98</c:v>
                </c:pt>
                <c:pt idx="80463">
                  <c:v>119.96</c:v>
                </c:pt>
                <c:pt idx="80464">
                  <c:v>127.96</c:v>
                </c:pt>
                <c:pt idx="80465">
                  <c:v>89.97</c:v>
                </c:pt>
                <c:pt idx="80466">
                  <c:v>119.96</c:v>
                </c:pt>
                <c:pt idx="80467">
                  <c:v>160.94999999999999</c:v>
                </c:pt>
                <c:pt idx="80468">
                  <c:v>170.95</c:v>
                </c:pt>
                <c:pt idx="80469">
                  <c:v>170.95</c:v>
                </c:pt>
                <c:pt idx="80470">
                  <c:v>160.94999999999999</c:v>
                </c:pt>
                <c:pt idx="80471">
                  <c:v>87.47</c:v>
                </c:pt>
                <c:pt idx="80472">
                  <c:v>55.96</c:v>
                </c:pt>
                <c:pt idx="80473">
                  <c:v>59.94</c:v>
                </c:pt>
                <c:pt idx="80474">
                  <c:v>59.96</c:v>
                </c:pt>
                <c:pt idx="80475">
                  <c:v>84.99</c:v>
                </c:pt>
                <c:pt idx="80476">
                  <c:v>89.46</c:v>
                </c:pt>
                <c:pt idx="80477">
                  <c:v>162.31</c:v>
                </c:pt>
                <c:pt idx="80478">
                  <c:v>84.99</c:v>
                </c:pt>
                <c:pt idx="80479">
                  <c:v>89.98</c:v>
                </c:pt>
                <c:pt idx="80480">
                  <c:v>145.97999999999999</c:v>
                </c:pt>
                <c:pt idx="80481">
                  <c:v>175.94</c:v>
                </c:pt>
                <c:pt idx="80482">
                  <c:v>139.97</c:v>
                </c:pt>
                <c:pt idx="80483">
                  <c:v>121.48</c:v>
                </c:pt>
                <c:pt idx="80484">
                  <c:v>169.98</c:v>
                </c:pt>
                <c:pt idx="80485">
                  <c:v>167.33</c:v>
                </c:pt>
                <c:pt idx="80486">
                  <c:v>144.07</c:v>
                </c:pt>
                <c:pt idx="80487">
                  <c:v>277.93</c:v>
                </c:pt>
                <c:pt idx="80488">
                  <c:v>263.95999999999998</c:v>
                </c:pt>
                <c:pt idx="80489">
                  <c:v>77.39</c:v>
                </c:pt>
                <c:pt idx="80490">
                  <c:v>77.39</c:v>
                </c:pt>
                <c:pt idx="80491">
                  <c:v>215.96</c:v>
                </c:pt>
                <c:pt idx="80492">
                  <c:v>75.87</c:v>
                </c:pt>
                <c:pt idx="80493">
                  <c:v>60.99</c:v>
                </c:pt>
                <c:pt idx="80494">
                  <c:v>85.98</c:v>
                </c:pt>
                <c:pt idx="80495">
                  <c:v>149.97</c:v>
                </c:pt>
                <c:pt idx="80496">
                  <c:v>256.94</c:v>
                </c:pt>
                <c:pt idx="80497">
                  <c:v>176.91</c:v>
                </c:pt>
                <c:pt idx="80498">
                  <c:v>60.75</c:v>
                </c:pt>
                <c:pt idx="80499">
                  <c:v>79.95</c:v>
                </c:pt>
                <c:pt idx="80500">
                  <c:v>63.96</c:v>
                </c:pt>
                <c:pt idx="80501">
                  <c:v>157.13999999999999</c:v>
                </c:pt>
                <c:pt idx="80502">
                  <c:v>97.9</c:v>
                </c:pt>
                <c:pt idx="80503">
                  <c:v>217.56</c:v>
                </c:pt>
                <c:pt idx="80504">
                  <c:v>72.58</c:v>
                </c:pt>
                <c:pt idx="80505">
                  <c:v>77.39</c:v>
                </c:pt>
                <c:pt idx="80506">
                  <c:v>185.07</c:v>
                </c:pt>
                <c:pt idx="80507">
                  <c:v>-36</c:v>
                </c:pt>
                <c:pt idx="80508">
                  <c:v>79.84</c:v>
                </c:pt>
                <c:pt idx="80509">
                  <c:v>185.69</c:v>
                </c:pt>
                <c:pt idx="80510">
                  <c:v>169.36</c:v>
                </c:pt>
                <c:pt idx="80511">
                  <c:v>62.9</c:v>
                </c:pt>
                <c:pt idx="80512">
                  <c:v>123.4</c:v>
                </c:pt>
                <c:pt idx="80513">
                  <c:v>75.540000000000006</c:v>
                </c:pt>
                <c:pt idx="80514">
                  <c:v>254.97</c:v>
                </c:pt>
                <c:pt idx="80515">
                  <c:v>254.97</c:v>
                </c:pt>
                <c:pt idx="80516">
                  <c:v>172.97</c:v>
                </c:pt>
                <c:pt idx="80517">
                  <c:v>128.94</c:v>
                </c:pt>
                <c:pt idx="80518">
                  <c:v>131.97999999999999</c:v>
                </c:pt>
                <c:pt idx="80519">
                  <c:v>339.96</c:v>
                </c:pt>
                <c:pt idx="80520">
                  <c:v>149.9</c:v>
                </c:pt>
                <c:pt idx="80521">
                  <c:v>339.96</c:v>
                </c:pt>
                <c:pt idx="80522">
                  <c:v>127.43</c:v>
                </c:pt>
                <c:pt idx="80523">
                  <c:v>128.91999999999999</c:v>
                </c:pt>
                <c:pt idx="80524">
                  <c:v>93.24</c:v>
                </c:pt>
                <c:pt idx="80525">
                  <c:v>84.73</c:v>
                </c:pt>
                <c:pt idx="80526">
                  <c:v>93.24</c:v>
                </c:pt>
                <c:pt idx="80527">
                  <c:v>65.989999999999995</c:v>
                </c:pt>
                <c:pt idx="80528">
                  <c:v>81.98</c:v>
                </c:pt>
                <c:pt idx="80529">
                  <c:v>49.47</c:v>
                </c:pt>
                <c:pt idx="80530">
                  <c:v>49.47</c:v>
                </c:pt>
                <c:pt idx="80531">
                  <c:v>81.98</c:v>
                </c:pt>
                <c:pt idx="80532">
                  <c:v>101.97</c:v>
                </c:pt>
                <c:pt idx="80533">
                  <c:v>101.97</c:v>
                </c:pt>
                <c:pt idx="80534">
                  <c:v>65.989999999999995</c:v>
                </c:pt>
                <c:pt idx="80535">
                  <c:v>55.98</c:v>
                </c:pt>
                <c:pt idx="80536">
                  <c:v>-1.5</c:v>
                </c:pt>
                <c:pt idx="80537">
                  <c:v>55.98</c:v>
                </c:pt>
                <c:pt idx="80538">
                  <c:v>-1.5</c:v>
                </c:pt>
                <c:pt idx="80539">
                  <c:v>209.93</c:v>
                </c:pt>
                <c:pt idx="80540">
                  <c:v>156.69999999999999</c:v>
                </c:pt>
                <c:pt idx="80541">
                  <c:v>179.94</c:v>
                </c:pt>
                <c:pt idx="80542">
                  <c:v>31.18</c:v>
                </c:pt>
                <c:pt idx="80543">
                  <c:v>184.97</c:v>
                </c:pt>
                <c:pt idx="80544">
                  <c:v>84.99</c:v>
                </c:pt>
                <c:pt idx="80545">
                  <c:v>184.97</c:v>
                </c:pt>
                <c:pt idx="80546">
                  <c:v>59.96</c:v>
                </c:pt>
                <c:pt idx="80547">
                  <c:v>74.260000000000005</c:v>
                </c:pt>
                <c:pt idx="80548">
                  <c:v>56.97</c:v>
                </c:pt>
                <c:pt idx="80549">
                  <c:v>56.97</c:v>
                </c:pt>
                <c:pt idx="80550">
                  <c:v>59.98</c:v>
                </c:pt>
                <c:pt idx="80551">
                  <c:v>86.96</c:v>
                </c:pt>
                <c:pt idx="80552">
                  <c:v>265.67</c:v>
                </c:pt>
                <c:pt idx="80553">
                  <c:v>132.83000000000001</c:v>
                </c:pt>
                <c:pt idx="80554">
                  <c:v>295.19</c:v>
                </c:pt>
                <c:pt idx="80555">
                  <c:v>73.8</c:v>
                </c:pt>
                <c:pt idx="80556">
                  <c:v>147.6</c:v>
                </c:pt>
                <c:pt idx="80557">
                  <c:v>81.98</c:v>
                </c:pt>
                <c:pt idx="80558">
                  <c:v>124.97</c:v>
                </c:pt>
                <c:pt idx="80559">
                  <c:v>115.97</c:v>
                </c:pt>
                <c:pt idx="80560">
                  <c:v>81.98</c:v>
                </c:pt>
                <c:pt idx="80561">
                  <c:v>115.98</c:v>
                </c:pt>
                <c:pt idx="80562">
                  <c:v>64.989999999999995</c:v>
                </c:pt>
                <c:pt idx="80563">
                  <c:v>75.97</c:v>
                </c:pt>
                <c:pt idx="80564">
                  <c:v>57.86</c:v>
                </c:pt>
                <c:pt idx="80565">
                  <c:v>84.99</c:v>
                </c:pt>
                <c:pt idx="80566">
                  <c:v>84.99</c:v>
                </c:pt>
                <c:pt idx="80567">
                  <c:v>84.99</c:v>
                </c:pt>
                <c:pt idx="80568">
                  <c:v>84.99</c:v>
                </c:pt>
                <c:pt idx="80569">
                  <c:v>99.98</c:v>
                </c:pt>
                <c:pt idx="80570">
                  <c:v>76.489999999999995</c:v>
                </c:pt>
                <c:pt idx="80571">
                  <c:v>84.99</c:v>
                </c:pt>
                <c:pt idx="80572">
                  <c:v>84.99</c:v>
                </c:pt>
                <c:pt idx="80573">
                  <c:v>84.99</c:v>
                </c:pt>
                <c:pt idx="80574">
                  <c:v>99.98</c:v>
                </c:pt>
                <c:pt idx="80575">
                  <c:v>97.97</c:v>
                </c:pt>
                <c:pt idx="80576">
                  <c:v>122.96</c:v>
                </c:pt>
                <c:pt idx="80577">
                  <c:v>114.97</c:v>
                </c:pt>
                <c:pt idx="80578">
                  <c:v>51.29</c:v>
                </c:pt>
                <c:pt idx="80579">
                  <c:v>79.98</c:v>
                </c:pt>
                <c:pt idx="80580">
                  <c:v>59.98</c:v>
                </c:pt>
                <c:pt idx="80581">
                  <c:v>59.98</c:v>
                </c:pt>
                <c:pt idx="80582">
                  <c:v>59.98</c:v>
                </c:pt>
                <c:pt idx="80583">
                  <c:v>57.58</c:v>
                </c:pt>
                <c:pt idx="80584">
                  <c:v>59.98</c:v>
                </c:pt>
                <c:pt idx="80585">
                  <c:v>59.98</c:v>
                </c:pt>
                <c:pt idx="80586">
                  <c:v>59.98</c:v>
                </c:pt>
                <c:pt idx="80587">
                  <c:v>59.98</c:v>
                </c:pt>
                <c:pt idx="80588">
                  <c:v>59.98</c:v>
                </c:pt>
                <c:pt idx="80589">
                  <c:v>59.98</c:v>
                </c:pt>
                <c:pt idx="80590">
                  <c:v>59.98</c:v>
                </c:pt>
                <c:pt idx="80591">
                  <c:v>130.87</c:v>
                </c:pt>
                <c:pt idx="80592">
                  <c:v>128.24</c:v>
                </c:pt>
                <c:pt idx="80593">
                  <c:v>72.58</c:v>
                </c:pt>
                <c:pt idx="80594">
                  <c:v>143.72</c:v>
                </c:pt>
                <c:pt idx="80595">
                  <c:v>169.98</c:v>
                </c:pt>
                <c:pt idx="80596">
                  <c:v>84.99</c:v>
                </c:pt>
                <c:pt idx="80597">
                  <c:v>109.97</c:v>
                </c:pt>
                <c:pt idx="80598">
                  <c:v>76.489999999999995</c:v>
                </c:pt>
                <c:pt idx="80599">
                  <c:v>99.98</c:v>
                </c:pt>
                <c:pt idx="80600">
                  <c:v>84.99</c:v>
                </c:pt>
                <c:pt idx="80601">
                  <c:v>201.92</c:v>
                </c:pt>
                <c:pt idx="80602">
                  <c:v>107.96</c:v>
                </c:pt>
                <c:pt idx="80603">
                  <c:v>156.46</c:v>
                </c:pt>
                <c:pt idx="80604">
                  <c:v>81.97</c:v>
                </c:pt>
                <c:pt idx="80605">
                  <c:v>148.49</c:v>
                </c:pt>
                <c:pt idx="80606">
                  <c:v>79.989999999999995</c:v>
                </c:pt>
                <c:pt idx="80607">
                  <c:v>79.989999999999995</c:v>
                </c:pt>
                <c:pt idx="80608">
                  <c:v>71.989999999999995</c:v>
                </c:pt>
                <c:pt idx="80609">
                  <c:v>16.29</c:v>
                </c:pt>
                <c:pt idx="80610">
                  <c:v>89.43</c:v>
                </c:pt>
                <c:pt idx="80611">
                  <c:v>79.989999999999995</c:v>
                </c:pt>
                <c:pt idx="80612">
                  <c:v>79.989999999999995</c:v>
                </c:pt>
                <c:pt idx="80613">
                  <c:v>93.6</c:v>
                </c:pt>
                <c:pt idx="80614">
                  <c:v>79.989999999999995</c:v>
                </c:pt>
                <c:pt idx="80615">
                  <c:v>79.989999999999995</c:v>
                </c:pt>
                <c:pt idx="80616">
                  <c:v>74.12</c:v>
                </c:pt>
                <c:pt idx="80617">
                  <c:v>59.94</c:v>
                </c:pt>
                <c:pt idx="80618">
                  <c:v>69.930000000000007</c:v>
                </c:pt>
                <c:pt idx="80619">
                  <c:v>59.94</c:v>
                </c:pt>
                <c:pt idx="80620">
                  <c:v>59.94</c:v>
                </c:pt>
                <c:pt idx="80621">
                  <c:v>59.94</c:v>
                </c:pt>
                <c:pt idx="80622">
                  <c:v>59.94</c:v>
                </c:pt>
                <c:pt idx="80623">
                  <c:v>53.95</c:v>
                </c:pt>
                <c:pt idx="80624">
                  <c:v>69.930000000000007</c:v>
                </c:pt>
                <c:pt idx="80625">
                  <c:v>79.92</c:v>
                </c:pt>
                <c:pt idx="80626">
                  <c:v>59.94</c:v>
                </c:pt>
                <c:pt idx="80627">
                  <c:v>59.94</c:v>
                </c:pt>
                <c:pt idx="80628">
                  <c:v>79.92</c:v>
                </c:pt>
                <c:pt idx="80629">
                  <c:v>64.09</c:v>
                </c:pt>
                <c:pt idx="80630">
                  <c:v>93.01</c:v>
                </c:pt>
                <c:pt idx="80631">
                  <c:v>64.09</c:v>
                </c:pt>
                <c:pt idx="80632">
                  <c:v>61.69</c:v>
                </c:pt>
                <c:pt idx="80633">
                  <c:v>32.04</c:v>
                </c:pt>
                <c:pt idx="80634">
                  <c:v>130.63999999999999</c:v>
                </c:pt>
                <c:pt idx="80635">
                  <c:v>72.55</c:v>
                </c:pt>
                <c:pt idx="80636">
                  <c:v>135.94999999999999</c:v>
                </c:pt>
                <c:pt idx="80637">
                  <c:v>131.94999999999999</c:v>
                </c:pt>
                <c:pt idx="80638">
                  <c:v>79.98</c:v>
                </c:pt>
                <c:pt idx="80639">
                  <c:v>53.98</c:v>
                </c:pt>
                <c:pt idx="80640">
                  <c:v>95.97</c:v>
                </c:pt>
                <c:pt idx="80641">
                  <c:v>131.94</c:v>
                </c:pt>
                <c:pt idx="80642">
                  <c:v>72.53</c:v>
                </c:pt>
                <c:pt idx="80643">
                  <c:v>-68.45</c:v>
                </c:pt>
                <c:pt idx="80644">
                  <c:v>98.68</c:v>
                </c:pt>
                <c:pt idx="80645">
                  <c:v>96.76</c:v>
                </c:pt>
                <c:pt idx="80646">
                  <c:v>72.53</c:v>
                </c:pt>
                <c:pt idx="80647">
                  <c:v>68.45</c:v>
                </c:pt>
                <c:pt idx="80648">
                  <c:v>71.92</c:v>
                </c:pt>
                <c:pt idx="80649">
                  <c:v>118.88</c:v>
                </c:pt>
                <c:pt idx="80650">
                  <c:v>107.17</c:v>
                </c:pt>
                <c:pt idx="80651">
                  <c:v>107.17</c:v>
                </c:pt>
                <c:pt idx="80652">
                  <c:v>211.68</c:v>
                </c:pt>
                <c:pt idx="80653">
                  <c:v>76.87</c:v>
                </c:pt>
                <c:pt idx="80654">
                  <c:v>56.97</c:v>
                </c:pt>
                <c:pt idx="80655">
                  <c:v>-84.98</c:v>
                </c:pt>
                <c:pt idx="80656">
                  <c:v>108.97</c:v>
                </c:pt>
                <c:pt idx="80657">
                  <c:v>84.98</c:v>
                </c:pt>
                <c:pt idx="80658">
                  <c:v>137.97999999999999</c:v>
                </c:pt>
                <c:pt idx="80659">
                  <c:v>54.98</c:v>
                </c:pt>
                <c:pt idx="80660">
                  <c:v>79.98</c:v>
                </c:pt>
                <c:pt idx="80661">
                  <c:v>171.96</c:v>
                </c:pt>
                <c:pt idx="80662">
                  <c:v>89.94</c:v>
                </c:pt>
                <c:pt idx="80663">
                  <c:v>59.96</c:v>
                </c:pt>
                <c:pt idx="80664">
                  <c:v>59.96</c:v>
                </c:pt>
                <c:pt idx="80665">
                  <c:v>59.96</c:v>
                </c:pt>
                <c:pt idx="80666">
                  <c:v>59.96</c:v>
                </c:pt>
                <c:pt idx="80667">
                  <c:v>89.94</c:v>
                </c:pt>
                <c:pt idx="80668">
                  <c:v>131.97999999999999</c:v>
                </c:pt>
                <c:pt idx="80669">
                  <c:v>69.98</c:v>
                </c:pt>
                <c:pt idx="80670">
                  <c:v>131.97999999999999</c:v>
                </c:pt>
                <c:pt idx="80671">
                  <c:v>98.99</c:v>
                </c:pt>
                <c:pt idx="80672">
                  <c:v>98.99</c:v>
                </c:pt>
                <c:pt idx="80673">
                  <c:v>99.98</c:v>
                </c:pt>
                <c:pt idx="80674">
                  <c:v>65.989999999999995</c:v>
                </c:pt>
                <c:pt idx="80675">
                  <c:v>69.98</c:v>
                </c:pt>
                <c:pt idx="80676">
                  <c:v>136.46</c:v>
                </c:pt>
                <c:pt idx="80677">
                  <c:v>136.46</c:v>
                </c:pt>
                <c:pt idx="80678">
                  <c:v>65.989999999999995</c:v>
                </c:pt>
                <c:pt idx="80679">
                  <c:v>99.98</c:v>
                </c:pt>
                <c:pt idx="80680">
                  <c:v>65.989999999999995</c:v>
                </c:pt>
                <c:pt idx="80681">
                  <c:v>65.989999999999995</c:v>
                </c:pt>
                <c:pt idx="80682">
                  <c:v>153.9</c:v>
                </c:pt>
                <c:pt idx="80683">
                  <c:v>152.47</c:v>
                </c:pt>
                <c:pt idx="80684">
                  <c:v>55.98</c:v>
                </c:pt>
                <c:pt idx="80685">
                  <c:v>127.12</c:v>
                </c:pt>
                <c:pt idx="80686">
                  <c:v>59.96</c:v>
                </c:pt>
                <c:pt idx="80687">
                  <c:v>94.32</c:v>
                </c:pt>
                <c:pt idx="80688">
                  <c:v>84.96</c:v>
                </c:pt>
                <c:pt idx="80689">
                  <c:v>209.95</c:v>
                </c:pt>
                <c:pt idx="80690">
                  <c:v>139.96</c:v>
                </c:pt>
                <c:pt idx="80691">
                  <c:v>52.83</c:v>
                </c:pt>
                <c:pt idx="80692">
                  <c:v>50.98</c:v>
                </c:pt>
                <c:pt idx="80693">
                  <c:v>-50.98</c:v>
                </c:pt>
                <c:pt idx="80694">
                  <c:v>55.98</c:v>
                </c:pt>
                <c:pt idx="80695">
                  <c:v>54.36</c:v>
                </c:pt>
                <c:pt idx="80696">
                  <c:v>54.98</c:v>
                </c:pt>
                <c:pt idx="80697">
                  <c:v>54.98</c:v>
                </c:pt>
                <c:pt idx="80698">
                  <c:v>50.97</c:v>
                </c:pt>
                <c:pt idx="80699">
                  <c:v>59.98</c:v>
                </c:pt>
                <c:pt idx="80700">
                  <c:v>52.98</c:v>
                </c:pt>
                <c:pt idx="80701">
                  <c:v>59.98</c:v>
                </c:pt>
                <c:pt idx="80702">
                  <c:v>79.98</c:v>
                </c:pt>
                <c:pt idx="80703">
                  <c:v>116.95</c:v>
                </c:pt>
                <c:pt idx="80704">
                  <c:v>84.99</c:v>
                </c:pt>
                <c:pt idx="80705">
                  <c:v>51.27</c:v>
                </c:pt>
                <c:pt idx="80706">
                  <c:v>56.97</c:v>
                </c:pt>
                <c:pt idx="80707">
                  <c:v>122.97</c:v>
                </c:pt>
                <c:pt idx="80708">
                  <c:v>84.99</c:v>
                </c:pt>
                <c:pt idx="80709">
                  <c:v>152.41</c:v>
                </c:pt>
                <c:pt idx="80710">
                  <c:v>220.12</c:v>
                </c:pt>
                <c:pt idx="80711">
                  <c:v>29.48</c:v>
                </c:pt>
                <c:pt idx="80712">
                  <c:v>59.99</c:v>
                </c:pt>
                <c:pt idx="80713">
                  <c:v>41.48</c:v>
                </c:pt>
                <c:pt idx="80714">
                  <c:v>29.48</c:v>
                </c:pt>
                <c:pt idx="80715">
                  <c:v>85.98</c:v>
                </c:pt>
                <c:pt idx="80716">
                  <c:v>29.48</c:v>
                </c:pt>
                <c:pt idx="80717">
                  <c:v>29.48</c:v>
                </c:pt>
                <c:pt idx="80718">
                  <c:v>143.94</c:v>
                </c:pt>
                <c:pt idx="80719">
                  <c:v>29.48</c:v>
                </c:pt>
                <c:pt idx="80720">
                  <c:v>84.99</c:v>
                </c:pt>
                <c:pt idx="80721">
                  <c:v>50.98</c:v>
                </c:pt>
                <c:pt idx="80722">
                  <c:v>100.98</c:v>
                </c:pt>
                <c:pt idx="80723">
                  <c:v>119.98</c:v>
                </c:pt>
                <c:pt idx="80724">
                  <c:v>54.99</c:v>
                </c:pt>
                <c:pt idx="80725">
                  <c:v>131.97999999999999</c:v>
                </c:pt>
                <c:pt idx="80726">
                  <c:v>84.99</c:v>
                </c:pt>
                <c:pt idx="80727">
                  <c:v>84.99</c:v>
                </c:pt>
                <c:pt idx="80728">
                  <c:v>77.849999999999994</c:v>
                </c:pt>
                <c:pt idx="80729">
                  <c:v>36.29</c:v>
                </c:pt>
                <c:pt idx="80730">
                  <c:v>99.87</c:v>
                </c:pt>
                <c:pt idx="80731">
                  <c:v>109.98</c:v>
                </c:pt>
                <c:pt idx="80732">
                  <c:v>109.98</c:v>
                </c:pt>
                <c:pt idx="80733">
                  <c:v>101.48</c:v>
                </c:pt>
                <c:pt idx="80734">
                  <c:v>169.98</c:v>
                </c:pt>
                <c:pt idx="80735">
                  <c:v>74.81</c:v>
                </c:pt>
                <c:pt idx="80736">
                  <c:v>70.989999999999995</c:v>
                </c:pt>
                <c:pt idx="80737">
                  <c:v>84.99</c:v>
                </c:pt>
                <c:pt idx="80738">
                  <c:v>81.489999999999995</c:v>
                </c:pt>
                <c:pt idx="80739">
                  <c:v>99.95</c:v>
                </c:pt>
                <c:pt idx="80740">
                  <c:v>109.96</c:v>
                </c:pt>
                <c:pt idx="80741">
                  <c:v>122.97</c:v>
                </c:pt>
                <c:pt idx="80742">
                  <c:v>58.97</c:v>
                </c:pt>
                <c:pt idx="80743">
                  <c:v>75.17</c:v>
                </c:pt>
                <c:pt idx="80744">
                  <c:v>169.98</c:v>
                </c:pt>
                <c:pt idx="80745">
                  <c:v>164.66</c:v>
                </c:pt>
                <c:pt idx="80746">
                  <c:v>59.98</c:v>
                </c:pt>
                <c:pt idx="80747">
                  <c:v>40.18</c:v>
                </c:pt>
                <c:pt idx="80748">
                  <c:v>114.97</c:v>
                </c:pt>
                <c:pt idx="80749">
                  <c:v>84.99</c:v>
                </c:pt>
                <c:pt idx="80750">
                  <c:v>59.39</c:v>
                </c:pt>
                <c:pt idx="80751">
                  <c:v>59.39</c:v>
                </c:pt>
                <c:pt idx="80752">
                  <c:v>38.270000000000003</c:v>
                </c:pt>
                <c:pt idx="80753">
                  <c:v>264.95</c:v>
                </c:pt>
                <c:pt idx="80754">
                  <c:v>184.97</c:v>
                </c:pt>
                <c:pt idx="80755">
                  <c:v>169.98</c:v>
                </c:pt>
                <c:pt idx="80756">
                  <c:v>146.16999999999999</c:v>
                </c:pt>
                <c:pt idx="80757">
                  <c:v>99.96</c:v>
                </c:pt>
                <c:pt idx="80758">
                  <c:v>87.97</c:v>
                </c:pt>
                <c:pt idx="80759">
                  <c:v>77.540000000000006</c:v>
                </c:pt>
                <c:pt idx="80760">
                  <c:v>136.97</c:v>
                </c:pt>
                <c:pt idx="80761">
                  <c:v>105.98</c:v>
                </c:pt>
                <c:pt idx="80762">
                  <c:v>105.98</c:v>
                </c:pt>
                <c:pt idx="80763">
                  <c:v>120.28</c:v>
                </c:pt>
                <c:pt idx="80764">
                  <c:v>-23</c:v>
                </c:pt>
                <c:pt idx="80765">
                  <c:v>107.48</c:v>
                </c:pt>
                <c:pt idx="80766">
                  <c:v>100.68</c:v>
                </c:pt>
                <c:pt idx="80767">
                  <c:v>49.99</c:v>
                </c:pt>
                <c:pt idx="80768">
                  <c:v>59.98</c:v>
                </c:pt>
                <c:pt idx="80769">
                  <c:v>119.96</c:v>
                </c:pt>
                <c:pt idx="80770">
                  <c:v>59.98</c:v>
                </c:pt>
                <c:pt idx="80771">
                  <c:v>59.98</c:v>
                </c:pt>
                <c:pt idx="80772">
                  <c:v>179.94</c:v>
                </c:pt>
                <c:pt idx="80773">
                  <c:v>119.96</c:v>
                </c:pt>
                <c:pt idx="80774">
                  <c:v>65.989999999999995</c:v>
                </c:pt>
                <c:pt idx="80775">
                  <c:v>138.96</c:v>
                </c:pt>
                <c:pt idx="80776">
                  <c:v>79.08</c:v>
                </c:pt>
                <c:pt idx="80777">
                  <c:v>107.96</c:v>
                </c:pt>
                <c:pt idx="80778">
                  <c:v>93.97</c:v>
                </c:pt>
                <c:pt idx="80779">
                  <c:v>65.989999999999995</c:v>
                </c:pt>
                <c:pt idx="80780">
                  <c:v>126.96</c:v>
                </c:pt>
                <c:pt idx="80781">
                  <c:v>79.98</c:v>
                </c:pt>
                <c:pt idx="80782">
                  <c:v>65.989999999999995</c:v>
                </c:pt>
                <c:pt idx="80783">
                  <c:v>25.28</c:v>
                </c:pt>
                <c:pt idx="80784">
                  <c:v>63.97</c:v>
                </c:pt>
                <c:pt idx="80785">
                  <c:v>76.47</c:v>
                </c:pt>
                <c:pt idx="80786">
                  <c:v>89.98</c:v>
                </c:pt>
                <c:pt idx="80787">
                  <c:v>159.97999999999999</c:v>
                </c:pt>
                <c:pt idx="80788">
                  <c:v>53.08</c:v>
                </c:pt>
                <c:pt idx="80789">
                  <c:v>149.96</c:v>
                </c:pt>
                <c:pt idx="80790">
                  <c:v>75.13</c:v>
                </c:pt>
                <c:pt idx="80791">
                  <c:v>84.98</c:v>
                </c:pt>
                <c:pt idx="80792">
                  <c:v>65.19</c:v>
                </c:pt>
                <c:pt idx="80793">
                  <c:v>158.38</c:v>
                </c:pt>
                <c:pt idx="80794">
                  <c:v>164.98</c:v>
                </c:pt>
                <c:pt idx="80795">
                  <c:v>164.98</c:v>
                </c:pt>
                <c:pt idx="80796">
                  <c:v>164.98</c:v>
                </c:pt>
                <c:pt idx="80797">
                  <c:v>164.98</c:v>
                </c:pt>
                <c:pt idx="80798">
                  <c:v>41.09</c:v>
                </c:pt>
                <c:pt idx="80799">
                  <c:v>41.64</c:v>
                </c:pt>
                <c:pt idx="80800">
                  <c:v>40.49</c:v>
                </c:pt>
                <c:pt idx="80801">
                  <c:v>41.09</c:v>
                </c:pt>
                <c:pt idx="80802">
                  <c:v>51.09</c:v>
                </c:pt>
                <c:pt idx="80803">
                  <c:v>65.989999999999995</c:v>
                </c:pt>
                <c:pt idx="80804">
                  <c:v>41.64</c:v>
                </c:pt>
                <c:pt idx="80805">
                  <c:v>169.98</c:v>
                </c:pt>
                <c:pt idx="80806">
                  <c:v>229.96</c:v>
                </c:pt>
                <c:pt idx="80807">
                  <c:v>169.98</c:v>
                </c:pt>
                <c:pt idx="80808">
                  <c:v>247.94</c:v>
                </c:pt>
                <c:pt idx="80809">
                  <c:v>79.849999999999994</c:v>
                </c:pt>
                <c:pt idx="80810">
                  <c:v>159.69999999999999</c:v>
                </c:pt>
                <c:pt idx="80811">
                  <c:v>84.69</c:v>
                </c:pt>
                <c:pt idx="80812">
                  <c:v>79.849999999999994</c:v>
                </c:pt>
                <c:pt idx="80813">
                  <c:v>159.69999999999999</c:v>
                </c:pt>
                <c:pt idx="80814">
                  <c:v>84.69</c:v>
                </c:pt>
                <c:pt idx="80815">
                  <c:v>89.52</c:v>
                </c:pt>
                <c:pt idx="80816">
                  <c:v>124.98</c:v>
                </c:pt>
                <c:pt idx="80817">
                  <c:v>124.18</c:v>
                </c:pt>
                <c:pt idx="80818">
                  <c:v>169.98</c:v>
                </c:pt>
                <c:pt idx="80819">
                  <c:v>142.97999999999999</c:v>
                </c:pt>
                <c:pt idx="80820">
                  <c:v>127.45</c:v>
                </c:pt>
                <c:pt idx="80821">
                  <c:v>182.93</c:v>
                </c:pt>
                <c:pt idx="80822">
                  <c:v>142.94999999999999</c:v>
                </c:pt>
                <c:pt idx="80823">
                  <c:v>114.03</c:v>
                </c:pt>
                <c:pt idx="80824">
                  <c:v>155.94</c:v>
                </c:pt>
                <c:pt idx="80825">
                  <c:v>108.97</c:v>
                </c:pt>
                <c:pt idx="80826">
                  <c:v>237.56</c:v>
                </c:pt>
                <c:pt idx="80827">
                  <c:v>61.3</c:v>
                </c:pt>
                <c:pt idx="80828">
                  <c:v>-26.4</c:v>
                </c:pt>
                <c:pt idx="80829">
                  <c:v>56.97</c:v>
                </c:pt>
                <c:pt idx="80830">
                  <c:v>95.97</c:v>
                </c:pt>
                <c:pt idx="80831">
                  <c:v>99.98</c:v>
                </c:pt>
                <c:pt idx="80832">
                  <c:v>64.98</c:v>
                </c:pt>
                <c:pt idx="80833">
                  <c:v>95.97</c:v>
                </c:pt>
                <c:pt idx="80834">
                  <c:v>71.98</c:v>
                </c:pt>
                <c:pt idx="80835">
                  <c:v>71.98</c:v>
                </c:pt>
                <c:pt idx="80836">
                  <c:v>77.95</c:v>
                </c:pt>
                <c:pt idx="80837">
                  <c:v>79.98</c:v>
                </c:pt>
                <c:pt idx="80838">
                  <c:v>231.47</c:v>
                </c:pt>
                <c:pt idx="80839">
                  <c:v>-254.97</c:v>
                </c:pt>
                <c:pt idx="80840">
                  <c:v>225.27</c:v>
                </c:pt>
                <c:pt idx="80841">
                  <c:v>169.98</c:v>
                </c:pt>
                <c:pt idx="80842">
                  <c:v>171.48</c:v>
                </c:pt>
                <c:pt idx="80843">
                  <c:v>254.97</c:v>
                </c:pt>
                <c:pt idx="80844">
                  <c:v>59.98</c:v>
                </c:pt>
                <c:pt idx="80845">
                  <c:v>32.24</c:v>
                </c:pt>
                <c:pt idx="80846">
                  <c:v>31.49</c:v>
                </c:pt>
                <c:pt idx="80847">
                  <c:v>59.98</c:v>
                </c:pt>
                <c:pt idx="80848">
                  <c:v>31.49</c:v>
                </c:pt>
                <c:pt idx="80849">
                  <c:v>59.98</c:v>
                </c:pt>
                <c:pt idx="80850">
                  <c:v>32.24</c:v>
                </c:pt>
                <c:pt idx="80851">
                  <c:v>59.98</c:v>
                </c:pt>
                <c:pt idx="80852">
                  <c:v>31.49</c:v>
                </c:pt>
                <c:pt idx="80853">
                  <c:v>59.98</c:v>
                </c:pt>
                <c:pt idx="80854">
                  <c:v>74.97</c:v>
                </c:pt>
                <c:pt idx="80855">
                  <c:v>74.97</c:v>
                </c:pt>
                <c:pt idx="80856">
                  <c:v>27.24</c:v>
                </c:pt>
                <c:pt idx="80857">
                  <c:v>31.49</c:v>
                </c:pt>
                <c:pt idx="80858">
                  <c:v>31.49</c:v>
                </c:pt>
                <c:pt idx="80859">
                  <c:v>27.24</c:v>
                </c:pt>
                <c:pt idx="80860">
                  <c:v>31.49</c:v>
                </c:pt>
                <c:pt idx="80861">
                  <c:v>59.98</c:v>
                </c:pt>
                <c:pt idx="80862">
                  <c:v>59.98</c:v>
                </c:pt>
                <c:pt idx="80863">
                  <c:v>59.98</c:v>
                </c:pt>
                <c:pt idx="80864">
                  <c:v>59.98</c:v>
                </c:pt>
                <c:pt idx="80865">
                  <c:v>59.98</c:v>
                </c:pt>
                <c:pt idx="80866">
                  <c:v>59.98</c:v>
                </c:pt>
                <c:pt idx="80867">
                  <c:v>59.98</c:v>
                </c:pt>
                <c:pt idx="80868">
                  <c:v>53.97</c:v>
                </c:pt>
                <c:pt idx="80869">
                  <c:v>52.97</c:v>
                </c:pt>
                <c:pt idx="80870">
                  <c:v>50.97</c:v>
                </c:pt>
                <c:pt idx="80871">
                  <c:v>102.82</c:v>
                </c:pt>
                <c:pt idx="80872">
                  <c:v>187.94</c:v>
                </c:pt>
                <c:pt idx="80873">
                  <c:v>91.96</c:v>
                </c:pt>
                <c:pt idx="80874">
                  <c:v>79.97</c:v>
                </c:pt>
                <c:pt idx="80875">
                  <c:v>165.95</c:v>
                </c:pt>
                <c:pt idx="80876">
                  <c:v>39.49</c:v>
                </c:pt>
                <c:pt idx="80877">
                  <c:v>59.98</c:v>
                </c:pt>
                <c:pt idx="80878">
                  <c:v>56.98</c:v>
                </c:pt>
                <c:pt idx="80879">
                  <c:v>111.96</c:v>
                </c:pt>
                <c:pt idx="80880">
                  <c:v>57.98</c:v>
                </c:pt>
                <c:pt idx="80881">
                  <c:v>117.96</c:v>
                </c:pt>
                <c:pt idx="80882">
                  <c:v>125.46</c:v>
                </c:pt>
                <c:pt idx="80883">
                  <c:v>65.459999999999994</c:v>
                </c:pt>
                <c:pt idx="80884">
                  <c:v>87.97</c:v>
                </c:pt>
                <c:pt idx="80885">
                  <c:v>121.95</c:v>
                </c:pt>
                <c:pt idx="80886">
                  <c:v>89.97</c:v>
                </c:pt>
                <c:pt idx="80887">
                  <c:v>153.96</c:v>
                </c:pt>
                <c:pt idx="80888">
                  <c:v>94.98</c:v>
                </c:pt>
                <c:pt idx="80889">
                  <c:v>97.55</c:v>
                </c:pt>
                <c:pt idx="80890">
                  <c:v>122.26</c:v>
                </c:pt>
                <c:pt idx="80891">
                  <c:v>118.98</c:v>
                </c:pt>
                <c:pt idx="80892">
                  <c:v>149.97999999999999</c:v>
                </c:pt>
                <c:pt idx="80893">
                  <c:v>169.97</c:v>
                </c:pt>
                <c:pt idx="80894">
                  <c:v>51.49</c:v>
                </c:pt>
                <c:pt idx="80895">
                  <c:v>84.99</c:v>
                </c:pt>
                <c:pt idx="80896">
                  <c:v>84.99</c:v>
                </c:pt>
                <c:pt idx="80897">
                  <c:v>105.98</c:v>
                </c:pt>
                <c:pt idx="80898">
                  <c:v>84.99</c:v>
                </c:pt>
                <c:pt idx="80899">
                  <c:v>165.77</c:v>
                </c:pt>
                <c:pt idx="80900">
                  <c:v>84.99</c:v>
                </c:pt>
                <c:pt idx="80901">
                  <c:v>84.99</c:v>
                </c:pt>
                <c:pt idx="80902">
                  <c:v>127.98</c:v>
                </c:pt>
                <c:pt idx="80903">
                  <c:v>84.99</c:v>
                </c:pt>
                <c:pt idx="80904">
                  <c:v>150.18</c:v>
                </c:pt>
                <c:pt idx="80905">
                  <c:v>84.99</c:v>
                </c:pt>
                <c:pt idx="80906">
                  <c:v>169.98</c:v>
                </c:pt>
                <c:pt idx="80907">
                  <c:v>84.99</c:v>
                </c:pt>
                <c:pt idx="80908">
                  <c:v>88.98</c:v>
                </c:pt>
                <c:pt idx="80909">
                  <c:v>94.98</c:v>
                </c:pt>
                <c:pt idx="80910">
                  <c:v>97.48</c:v>
                </c:pt>
                <c:pt idx="80911">
                  <c:v>38.479999999999997</c:v>
                </c:pt>
                <c:pt idx="80912">
                  <c:v>72.98</c:v>
                </c:pt>
                <c:pt idx="80913">
                  <c:v>84.25</c:v>
                </c:pt>
                <c:pt idx="80914">
                  <c:v>88.98</c:v>
                </c:pt>
                <c:pt idx="80915">
                  <c:v>72.84</c:v>
                </c:pt>
                <c:pt idx="80916">
                  <c:v>89.28</c:v>
                </c:pt>
                <c:pt idx="80917">
                  <c:v>99.98</c:v>
                </c:pt>
                <c:pt idx="80918">
                  <c:v>99.98</c:v>
                </c:pt>
                <c:pt idx="80919">
                  <c:v>79.98</c:v>
                </c:pt>
                <c:pt idx="80920">
                  <c:v>99.98</c:v>
                </c:pt>
                <c:pt idx="80921">
                  <c:v>99.98</c:v>
                </c:pt>
                <c:pt idx="80922">
                  <c:v>99.98</c:v>
                </c:pt>
                <c:pt idx="80923">
                  <c:v>48.46</c:v>
                </c:pt>
                <c:pt idx="80924">
                  <c:v>50.98</c:v>
                </c:pt>
                <c:pt idx="80925">
                  <c:v>143.94999999999999</c:v>
                </c:pt>
                <c:pt idx="80926">
                  <c:v>215.93</c:v>
                </c:pt>
                <c:pt idx="80927">
                  <c:v>139.96</c:v>
                </c:pt>
                <c:pt idx="80928">
                  <c:v>93.97</c:v>
                </c:pt>
                <c:pt idx="80929">
                  <c:v>19.989999999999998</c:v>
                </c:pt>
                <c:pt idx="80930">
                  <c:v>157.16</c:v>
                </c:pt>
                <c:pt idx="80931">
                  <c:v>150.94999999999999</c:v>
                </c:pt>
                <c:pt idx="80932">
                  <c:v>148.46</c:v>
                </c:pt>
                <c:pt idx="80933">
                  <c:v>55.96</c:v>
                </c:pt>
                <c:pt idx="80934">
                  <c:v>146.96</c:v>
                </c:pt>
                <c:pt idx="80935">
                  <c:v>145.66</c:v>
                </c:pt>
                <c:pt idx="80936">
                  <c:v>121.48</c:v>
                </c:pt>
                <c:pt idx="80937">
                  <c:v>105.98</c:v>
                </c:pt>
                <c:pt idx="80938">
                  <c:v>65.989999999999995</c:v>
                </c:pt>
                <c:pt idx="80939">
                  <c:v>71.069999999999993</c:v>
                </c:pt>
                <c:pt idx="80940">
                  <c:v>131.97999999999999</c:v>
                </c:pt>
                <c:pt idx="80941">
                  <c:v>59.39</c:v>
                </c:pt>
                <c:pt idx="80942">
                  <c:v>146.97</c:v>
                </c:pt>
                <c:pt idx="80943">
                  <c:v>45.99</c:v>
                </c:pt>
                <c:pt idx="80944">
                  <c:v>301.94</c:v>
                </c:pt>
                <c:pt idx="80945">
                  <c:v>65.989999999999995</c:v>
                </c:pt>
                <c:pt idx="80946">
                  <c:v>65.989999999999995</c:v>
                </c:pt>
                <c:pt idx="80947">
                  <c:v>65.989999999999995</c:v>
                </c:pt>
                <c:pt idx="80948">
                  <c:v>250.93</c:v>
                </c:pt>
                <c:pt idx="80949">
                  <c:v>65.989999999999995</c:v>
                </c:pt>
                <c:pt idx="80950">
                  <c:v>65.989999999999995</c:v>
                </c:pt>
                <c:pt idx="80951">
                  <c:v>59.98</c:v>
                </c:pt>
                <c:pt idx="80952">
                  <c:v>64.09</c:v>
                </c:pt>
                <c:pt idx="80953">
                  <c:v>51.98</c:v>
                </c:pt>
                <c:pt idx="80954">
                  <c:v>55.98</c:v>
                </c:pt>
                <c:pt idx="80955">
                  <c:v>77.97</c:v>
                </c:pt>
                <c:pt idx="80956">
                  <c:v>99.96</c:v>
                </c:pt>
                <c:pt idx="80957">
                  <c:v>-1.2</c:v>
                </c:pt>
                <c:pt idx="80958">
                  <c:v>49.64</c:v>
                </c:pt>
                <c:pt idx="80959">
                  <c:v>62.9</c:v>
                </c:pt>
                <c:pt idx="80960">
                  <c:v>52.97</c:v>
                </c:pt>
                <c:pt idx="80961">
                  <c:v>51.98</c:v>
                </c:pt>
                <c:pt idx="80962">
                  <c:v>50.94</c:v>
                </c:pt>
                <c:pt idx="80963">
                  <c:v>51.98</c:v>
                </c:pt>
                <c:pt idx="80964">
                  <c:v>51.98</c:v>
                </c:pt>
                <c:pt idx="80965">
                  <c:v>51.98</c:v>
                </c:pt>
                <c:pt idx="80966">
                  <c:v>49.37</c:v>
                </c:pt>
                <c:pt idx="80967">
                  <c:v>108.77</c:v>
                </c:pt>
                <c:pt idx="80968">
                  <c:v>152.97999999999999</c:v>
                </c:pt>
                <c:pt idx="80969">
                  <c:v>98.98</c:v>
                </c:pt>
                <c:pt idx="80970">
                  <c:v>229.94</c:v>
                </c:pt>
                <c:pt idx="80971">
                  <c:v>59.96</c:v>
                </c:pt>
                <c:pt idx="80972">
                  <c:v>59.98</c:v>
                </c:pt>
                <c:pt idx="80973">
                  <c:v>89.97</c:v>
                </c:pt>
                <c:pt idx="80974">
                  <c:v>59.98</c:v>
                </c:pt>
                <c:pt idx="80975">
                  <c:v>59.98</c:v>
                </c:pt>
                <c:pt idx="80976">
                  <c:v>59.98</c:v>
                </c:pt>
                <c:pt idx="80977">
                  <c:v>59.98</c:v>
                </c:pt>
                <c:pt idx="80978">
                  <c:v>59.98</c:v>
                </c:pt>
                <c:pt idx="80979">
                  <c:v>59.98</c:v>
                </c:pt>
                <c:pt idx="80980">
                  <c:v>114.89</c:v>
                </c:pt>
                <c:pt idx="80981">
                  <c:v>65.989999999999995</c:v>
                </c:pt>
                <c:pt idx="80982">
                  <c:v>65.989999999999995</c:v>
                </c:pt>
                <c:pt idx="80983">
                  <c:v>97.58</c:v>
                </c:pt>
                <c:pt idx="80984">
                  <c:v>65.989999999999995</c:v>
                </c:pt>
                <c:pt idx="80985">
                  <c:v>65.989999999999995</c:v>
                </c:pt>
                <c:pt idx="80986">
                  <c:v>137.94999999999999</c:v>
                </c:pt>
                <c:pt idx="80987">
                  <c:v>76.98</c:v>
                </c:pt>
                <c:pt idx="80988">
                  <c:v>64.31</c:v>
                </c:pt>
                <c:pt idx="80989">
                  <c:v>79.98</c:v>
                </c:pt>
                <c:pt idx="80990">
                  <c:v>90.98</c:v>
                </c:pt>
                <c:pt idx="80991">
                  <c:v>90.98</c:v>
                </c:pt>
                <c:pt idx="80992">
                  <c:v>84.99</c:v>
                </c:pt>
                <c:pt idx="80993">
                  <c:v>79.989999999999995</c:v>
                </c:pt>
                <c:pt idx="80994">
                  <c:v>79.989999999999995</c:v>
                </c:pt>
                <c:pt idx="80995">
                  <c:v>64.989999999999995</c:v>
                </c:pt>
                <c:pt idx="80996">
                  <c:v>354.95</c:v>
                </c:pt>
                <c:pt idx="80997">
                  <c:v>130.38</c:v>
                </c:pt>
                <c:pt idx="80998">
                  <c:v>149.97</c:v>
                </c:pt>
                <c:pt idx="80999">
                  <c:v>46.49</c:v>
                </c:pt>
                <c:pt idx="81000">
                  <c:v>130.97</c:v>
                </c:pt>
                <c:pt idx="81001">
                  <c:v>54.98</c:v>
                </c:pt>
                <c:pt idx="81002">
                  <c:v>73.2</c:v>
                </c:pt>
                <c:pt idx="81003">
                  <c:v>54.98</c:v>
                </c:pt>
                <c:pt idx="81004">
                  <c:v>89.97</c:v>
                </c:pt>
                <c:pt idx="81005">
                  <c:v>131.96</c:v>
                </c:pt>
                <c:pt idx="81006">
                  <c:v>179.94</c:v>
                </c:pt>
                <c:pt idx="81007">
                  <c:v>124.96</c:v>
                </c:pt>
                <c:pt idx="81008">
                  <c:v>27.09</c:v>
                </c:pt>
                <c:pt idx="81009">
                  <c:v>59.98</c:v>
                </c:pt>
                <c:pt idx="81010">
                  <c:v>76.47</c:v>
                </c:pt>
                <c:pt idx="81011">
                  <c:v>74.97</c:v>
                </c:pt>
                <c:pt idx="81012">
                  <c:v>57.48</c:v>
                </c:pt>
                <c:pt idx="81013">
                  <c:v>69.97</c:v>
                </c:pt>
                <c:pt idx="81014">
                  <c:v>59.38</c:v>
                </c:pt>
                <c:pt idx="81015">
                  <c:v>91.47</c:v>
                </c:pt>
                <c:pt idx="81016">
                  <c:v>63.48</c:v>
                </c:pt>
                <c:pt idx="81017">
                  <c:v>55.98</c:v>
                </c:pt>
                <c:pt idx="81018">
                  <c:v>70.97</c:v>
                </c:pt>
                <c:pt idx="81019">
                  <c:v>63.97</c:v>
                </c:pt>
                <c:pt idx="81020">
                  <c:v>69.569999999999993</c:v>
                </c:pt>
                <c:pt idx="81021">
                  <c:v>73.97</c:v>
                </c:pt>
                <c:pt idx="81022">
                  <c:v>75.97</c:v>
                </c:pt>
                <c:pt idx="81023">
                  <c:v>47.38</c:v>
                </c:pt>
                <c:pt idx="81024">
                  <c:v>68.97</c:v>
                </c:pt>
                <c:pt idx="81025">
                  <c:v>68.97</c:v>
                </c:pt>
                <c:pt idx="81026">
                  <c:v>68.97</c:v>
                </c:pt>
                <c:pt idx="81027">
                  <c:v>68.97</c:v>
                </c:pt>
                <c:pt idx="81028">
                  <c:v>47.48</c:v>
                </c:pt>
                <c:pt idx="81029">
                  <c:v>66.819999999999993</c:v>
                </c:pt>
                <c:pt idx="81030">
                  <c:v>99.97</c:v>
                </c:pt>
                <c:pt idx="81031">
                  <c:v>164.38</c:v>
                </c:pt>
                <c:pt idx="81032">
                  <c:v>134.97999999999999</c:v>
                </c:pt>
                <c:pt idx="81033">
                  <c:v>99.98</c:v>
                </c:pt>
                <c:pt idx="81034">
                  <c:v>154.97</c:v>
                </c:pt>
                <c:pt idx="81035">
                  <c:v>68.989999999999995</c:v>
                </c:pt>
                <c:pt idx="81036">
                  <c:v>229.47</c:v>
                </c:pt>
                <c:pt idx="81037">
                  <c:v>254.97</c:v>
                </c:pt>
                <c:pt idx="81038">
                  <c:v>65.989999999999995</c:v>
                </c:pt>
                <c:pt idx="81039">
                  <c:v>53.98</c:v>
                </c:pt>
                <c:pt idx="81040">
                  <c:v>105.98</c:v>
                </c:pt>
                <c:pt idx="81041">
                  <c:v>94.98</c:v>
                </c:pt>
                <c:pt idx="81042">
                  <c:v>131.96</c:v>
                </c:pt>
                <c:pt idx="81043">
                  <c:v>121.98</c:v>
                </c:pt>
                <c:pt idx="81044">
                  <c:v>169.98</c:v>
                </c:pt>
                <c:pt idx="81045">
                  <c:v>149.97999999999999</c:v>
                </c:pt>
                <c:pt idx="81046">
                  <c:v>130.38</c:v>
                </c:pt>
                <c:pt idx="81047">
                  <c:v>68.989999999999995</c:v>
                </c:pt>
                <c:pt idx="81048">
                  <c:v>169.98</c:v>
                </c:pt>
                <c:pt idx="81049">
                  <c:v>123.86</c:v>
                </c:pt>
                <c:pt idx="81050">
                  <c:v>164.97</c:v>
                </c:pt>
                <c:pt idx="81051">
                  <c:v>68.989999999999995</c:v>
                </c:pt>
                <c:pt idx="81052">
                  <c:v>149.97999999999999</c:v>
                </c:pt>
                <c:pt idx="81053">
                  <c:v>130.38</c:v>
                </c:pt>
                <c:pt idx="81054">
                  <c:v>130.38</c:v>
                </c:pt>
                <c:pt idx="81055">
                  <c:v>164.97</c:v>
                </c:pt>
                <c:pt idx="81056">
                  <c:v>130.38</c:v>
                </c:pt>
                <c:pt idx="81057">
                  <c:v>123.86</c:v>
                </c:pt>
                <c:pt idx="81058">
                  <c:v>89.97</c:v>
                </c:pt>
                <c:pt idx="81059">
                  <c:v>92.37</c:v>
                </c:pt>
                <c:pt idx="81060">
                  <c:v>74.97</c:v>
                </c:pt>
                <c:pt idx="81061">
                  <c:v>132.57</c:v>
                </c:pt>
                <c:pt idx="81062">
                  <c:v>118.87</c:v>
                </c:pt>
                <c:pt idx="81063">
                  <c:v>119.96</c:v>
                </c:pt>
                <c:pt idx="81064">
                  <c:v>98.63</c:v>
                </c:pt>
                <c:pt idx="81065">
                  <c:v>79.98</c:v>
                </c:pt>
                <c:pt idx="81066">
                  <c:v>56.97</c:v>
                </c:pt>
                <c:pt idx="81067">
                  <c:v>69.930000000000007</c:v>
                </c:pt>
                <c:pt idx="81068">
                  <c:v>69.98</c:v>
                </c:pt>
                <c:pt idx="81069">
                  <c:v>284.95999999999998</c:v>
                </c:pt>
                <c:pt idx="81070">
                  <c:v>189.97</c:v>
                </c:pt>
                <c:pt idx="81071">
                  <c:v>254.97</c:v>
                </c:pt>
                <c:pt idx="81072">
                  <c:v>84.99</c:v>
                </c:pt>
                <c:pt idx="81073">
                  <c:v>169.98</c:v>
                </c:pt>
                <c:pt idx="81074">
                  <c:v>147.94999999999999</c:v>
                </c:pt>
                <c:pt idx="81075">
                  <c:v>57.98</c:v>
                </c:pt>
                <c:pt idx="81076">
                  <c:v>85.97</c:v>
                </c:pt>
                <c:pt idx="81077">
                  <c:v>115.34</c:v>
                </c:pt>
                <c:pt idx="81078">
                  <c:v>96.87</c:v>
                </c:pt>
                <c:pt idx="81079">
                  <c:v>131.96</c:v>
                </c:pt>
                <c:pt idx="81080">
                  <c:v>235.15</c:v>
                </c:pt>
                <c:pt idx="81081">
                  <c:v>134.26</c:v>
                </c:pt>
                <c:pt idx="81082">
                  <c:v>262.38</c:v>
                </c:pt>
                <c:pt idx="81083">
                  <c:v>59.96</c:v>
                </c:pt>
                <c:pt idx="81084">
                  <c:v>-9.99</c:v>
                </c:pt>
                <c:pt idx="81085">
                  <c:v>122.13</c:v>
                </c:pt>
                <c:pt idx="81086">
                  <c:v>42.49</c:v>
                </c:pt>
                <c:pt idx="81087">
                  <c:v>63.99</c:v>
                </c:pt>
                <c:pt idx="81088">
                  <c:v>115.78</c:v>
                </c:pt>
                <c:pt idx="81089">
                  <c:v>110.93</c:v>
                </c:pt>
                <c:pt idx="81090">
                  <c:v>51.98</c:v>
                </c:pt>
                <c:pt idx="81091">
                  <c:v>62.97</c:v>
                </c:pt>
                <c:pt idx="81092">
                  <c:v>51.98</c:v>
                </c:pt>
                <c:pt idx="81093">
                  <c:v>51.98</c:v>
                </c:pt>
                <c:pt idx="81094">
                  <c:v>51.98</c:v>
                </c:pt>
                <c:pt idx="81095">
                  <c:v>51.98</c:v>
                </c:pt>
                <c:pt idx="81096">
                  <c:v>51.98</c:v>
                </c:pt>
                <c:pt idx="81097">
                  <c:v>51.98</c:v>
                </c:pt>
                <c:pt idx="81098">
                  <c:v>51.98</c:v>
                </c:pt>
                <c:pt idx="81099">
                  <c:v>69.33</c:v>
                </c:pt>
                <c:pt idx="81100">
                  <c:v>51.98</c:v>
                </c:pt>
                <c:pt idx="81101">
                  <c:v>49.79</c:v>
                </c:pt>
                <c:pt idx="81102">
                  <c:v>51.98</c:v>
                </c:pt>
                <c:pt idx="81103">
                  <c:v>51.98</c:v>
                </c:pt>
                <c:pt idx="81104">
                  <c:v>51.98</c:v>
                </c:pt>
                <c:pt idx="81105">
                  <c:v>179.94</c:v>
                </c:pt>
                <c:pt idx="81106">
                  <c:v>181.95</c:v>
                </c:pt>
                <c:pt idx="81107">
                  <c:v>75.569999999999993</c:v>
                </c:pt>
                <c:pt idx="81108">
                  <c:v>206.46</c:v>
                </c:pt>
                <c:pt idx="81109">
                  <c:v>114.97</c:v>
                </c:pt>
                <c:pt idx="81110">
                  <c:v>137.97</c:v>
                </c:pt>
                <c:pt idx="81111">
                  <c:v>184.06</c:v>
                </c:pt>
                <c:pt idx="81112">
                  <c:v>84.99</c:v>
                </c:pt>
                <c:pt idx="81113">
                  <c:v>175.72</c:v>
                </c:pt>
                <c:pt idx="81114">
                  <c:v>151.97</c:v>
                </c:pt>
                <c:pt idx="81115">
                  <c:v>81.98</c:v>
                </c:pt>
                <c:pt idx="81116">
                  <c:v>239.54</c:v>
                </c:pt>
                <c:pt idx="81117">
                  <c:v>239.54</c:v>
                </c:pt>
                <c:pt idx="81118">
                  <c:v>165.74</c:v>
                </c:pt>
                <c:pt idx="81119">
                  <c:v>107.65</c:v>
                </c:pt>
                <c:pt idx="81120">
                  <c:v>136.91999999999999</c:v>
                </c:pt>
                <c:pt idx="81121">
                  <c:v>212.91</c:v>
                </c:pt>
                <c:pt idx="81122">
                  <c:v>113.94</c:v>
                </c:pt>
                <c:pt idx="81123">
                  <c:v>75.959999999999994</c:v>
                </c:pt>
                <c:pt idx="81124">
                  <c:v>75.959999999999994</c:v>
                </c:pt>
                <c:pt idx="81125">
                  <c:v>51.98</c:v>
                </c:pt>
                <c:pt idx="81126">
                  <c:v>75.959999999999994</c:v>
                </c:pt>
                <c:pt idx="81127">
                  <c:v>75.98</c:v>
                </c:pt>
                <c:pt idx="81128">
                  <c:v>60.52</c:v>
                </c:pt>
                <c:pt idx="81129">
                  <c:v>75.959999999999994</c:v>
                </c:pt>
                <c:pt idx="81130">
                  <c:v>175.94</c:v>
                </c:pt>
                <c:pt idx="81131">
                  <c:v>169.98</c:v>
                </c:pt>
                <c:pt idx="81132">
                  <c:v>165.97</c:v>
                </c:pt>
                <c:pt idx="81133">
                  <c:v>196.31</c:v>
                </c:pt>
                <c:pt idx="81134">
                  <c:v>169.98</c:v>
                </c:pt>
                <c:pt idx="81135">
                  <c:v>165.97</c:v>
                </c:pt>
                <c:pt idx="81136">
                  <c:v>196.31</c:v>
                </c:pt>
                <c:pt idx="81137">
                  <c:v>84.99</c:v>
                </c:pt>
                <c:pt idx="81138">
                  <c:v>137.97999999999999</c:v>
                </c:pt>
                <c:pt idx="81139">
                  <c:v>137.97999999999999</c:v>
                </c:pt>
                <c:pt idx="81140">
                  <c:v>69.97</c:v>
                </c:pt>
                <c:pt idx="81141">
                  <c:v>181.95</c:v>
                </c:pt>
                <c:pt idx="81142">
                  <c:v>-181.95</c:v>
                </c:pt>
                <c:pt idx="81143">
                  <c:v>-181.95</c:v>
                </c:pt>
                <c:pt idx="81144">
                  <c:v>69.97</c:v>
                </c:pt>
                <c:pt idx="81145">
                  <c:v>181.95</c:v>
                </c:pt>
                <c:pt idx="81146">
                  <c:v>175.94</c:v>
                </c:pt>
                <c:pt idx="81147">
                  <c:v>84.99</c:v>
                </c:pt>
                <c:pt idx="81148">
                  <c:v>84.99</c:v>
                </c:pt>
                <c:pt idx="81149">
                  <c:v>163.62</c:v>
                </c:pt>
                <c:pt idx="81150">
                  <c:v>152.97999999999999</c:v>
                </c:pt>
                <c:pt idx="81151">
                  <c:v>254.97</c:v>
                </c:pt>
                <c:pt idx="81152">
                  <c:v>147.97999999999999</c:v>
                </c:pt>
                <c:pt idx="81153">
                  <c:v>60.99</c:v>
                </c:pt>
                <c:pt idx="81154">
                  <c:v>60.99</c:v>
                </c:pt>
                <c:pt idx="81155">
                  <c:v>36.49</c:v>
                </c:pt>
                <c:pt idx="81156">
                  <c:v>87.98</c:v>
                </c:pt>
                <c:pt idx="81157">
                  <c:v>60.99</c:v>
                </c:pt>
                <c:pt idx="81158">
                  <c:v>70.98</c:v>
                </c:pt>
                <c:pt idx="81159">
                  <c:v>54.98</c:v>
                </c:pt>
                <c:pt idx="81160">
                  <c:v>76.98</c:v>
                </c:pt>
                <c:pt idx="81161">
                  <c:v>72.98</c:v>
                </c:pt>
                <c:pt idx="81162">
                  <c:v>60.99</c:v>
                </c:pt>
                <c:pt idx="81163">
                  <c:v>68.930000000000007</c:v>
                </c:pt>
                <c:pt idx="81164">
                  <c:v>79.849999999999994</c:v>
                </c:pt>
                <c:pt idx="81165">
                  <c:v>84.68</c:v>
                </c:pt>
                <c:pt idx="81166">
                  <c:v>119.77</c:v>
                </c:pt>
                <c:pt idx="81167">
                  <c:v>79.989999999999995</c:v>
                </c:pt>
                <c:pt idx="81168">
                  <c:v>79.989999999999995</c:v>
                </c:pt>
                <c:pt idx="81169">
                  <c:v>79.989999999999995</c:v>
                </c:pt>
                <c:pt idx="81170">
                  <c:v>159.97999999999999</c:v>
                </c:pt>
                <c:pt idx="81171">
                  <c:v>79.989999999999995</c:v>
                </c:pt>
                <c:pt idx="81172">
                  <c:v>181.44</c:v>
                </c:pt>
                <c:pt idx="81173">
                  <c:v>270.92</c:v>
                </c:pt>
                <c:pt idx="81174">
                  <c:v>270.92</c:v>
                </c:pt>
                <c:pt idx="81175">
                  <c:v>181.44</c:v>
                </c:pt>
                <c:pt idx="81176">
                  <c:v>73.97</c:v>
                </c:pt>
                <c:pt idx="81177">
                  <c:v>60.86</c:v>
                </c:pt>
                <c:pt idx="81178">
                  <c:v>70.97</c:v>
                </c:pt>
                <c:pt idx="81179">
                  <c:v>68.97</c:v>
                </c:pt>
                <c:pt idx="81180">
                  <c:v>89.97</c:v>
                </c:pt>
                <c:pt idx="81181">
                  <c:v>56.98</c:v>
                </c:pt>
                <c:pt idx="81182">
                  <c:v>68.97</c:v>
                </c:pt>
                <c:pt idx="81183">
                  <c:v>68.97</c:v>
                </c:pt>
                <c:pt idx="81184">
                  <c:v>51.98</c:v>
                </c:pt>
                <c:pt idx="81185">
                  <c:v>75.98</c:v>
                </c:pt>
                <c:pt idx="81186">
                  <c:v>65.64</c:v>
                </c:pt>
                <c:pt idx="81187">
                  <c:v>113.97</c:v>
                </c:pt>
                <c:pt idx="81188">
                  <c:v>68.489999999999995</c:v>
                </c:pt>
                <c:pt idx="81189">
                  <c:v>84.99</c:v>
                </c:pt>
                <c:pt idx="81190">
                  <c:v>51.98</c:v>
                </c:pt>
                <c:pt idx="81191">
                  <c:v>84.99</c:v>
                </c:pt>
                <c:pt idx="81192">
                  <c:v>68.989999999999995</c:v>
                </c:pt>
                <c:pt idx="81193">
                  <c:v>95.98</c:v>
                </c:pt>
                <c:pt idx="81194">
                  <c:v>77.77</c:v>
                </c:pt>
                <c:pt idx="81195">
                  <c:v>99.98</c:v>
                </c:pt>
                <c:pt idx="81196">
                  <c:v>120.98</c:v>
                </c:pt>
                <c:pt idx="81197">
                  <c:v>54.98</c:v>
                </c:pt>
                <c:pt idx="81198">
                  <c:v>63.27</c:v>
                </c:pt>
                <c:pt idx="81199">
                  <c:v>56.18</c:v>
                </c:pt>
                <c:pt idx="81200">
                  <c:v>181.44</c:v>
                </c:pt>
                <c:pt idx="81201">
                  <c:v>119.96</c:v>
                </c:pt>
                <c:pt idx="81202">
                  <c:v>71.959999999999994</c:v>
                </c:pt>
                <c:pt idx="81203">
                  <c:v>79.98</c:v>
                </c:pt>
                <c:pt idx="81204">
                  <c:v>195.37</c:v>
                </c:pt>
                <c:pt idx="81205">
                  <c:v>32.94</c:v>
                </c:pt>
                <c:pt idx="81206">
                  <c:v>62.31</c:v>
                </c:pt>
                <c:pt idx="81207">
                  <c:v>109.98</c:v>
                </c:pt>
                <c:pt idx="81208">
                  <c:v>109.98</c:v>
                </c:pt>
                <c:pt idx="81209">
                  <c:v>137.97999999999999</c:v>
                </c:pt>
                <c:pt idx="81210">
                  <c:v>99.84</c:v>
                </c:pt>
                <c:pt idx="81211">
                  <c:v>39.99</c:v>
                </c:pt>
                <c:pt idx="81212">
                  <c:v>44.99</c:v>
                </c:pt>
                <c:pt idx="81213">
                  <c:v>79.97</c:v>
                </c:pt>
                <c:pt idx="81214">
                  <c:v>93.97</c:v>
                </c:pt>
                <c:pt idx="81215">
                  <c:v>153.16999999999999</c:v>
                </c:pt>
                <c:pt idx="81216">
                  <c:v>99.97</c:v>
                </c:pt>
                <c:pt idx="81217">
                  <c:v>50.97</c:v>
                </c:pt>
                <c:pt idx="81218">
                  <c:v>149.94999999999999</c:v>
                </c:pt>
                <c:pt idx="81219">
                  <c:v>84.99</c:v>
                </c:pt>
                <c:pt idx="81220">
                  <c:v>69.989999999999995</c:v>
                </c:pt>
                <c:pt idx="81221">
                  <c:v>84.99</c:v>
                </c:pt>
                <c:pt idx="81222">
                  <c:v>84.99</c:v>
                </c:pt>
                <c:pt idx="81223">
                  <c:v>84.99</c:v>
                </c:pt>
                <c:pt idx="81224">
                  <c:v>59.96</c:v>
                </c:pt>
                <c:pt idx="81225">
                  <c:v>84.99</c:v>
                </c:pt>
                <c:pt idx="81226">
                  <c:v>103.98</c:v>
                </c:pt>
                <c:pt idx="81227">
                  <c:v>103.98</c:v>
                </c:pt>
                <c:pt idx="81228">
                  <c:v>98.97</c:v>
                </c:pt>
                <c:pt idx="81229">
                  <c:v>130.38</c:v>
                </c:pt>
                <c:pt idx="81230">
                  <c:v>84.99</c:v>
                </c:pt>
                <c:pt idx="81231">
                  <c:v>69.97</c:v>
                </c:pt>
                <c:pt idx="81232">
                  <c:v>63.98</c:v>
                </c:pt>
                <c:pt idx="81233">
                  <c:v>63.98</c:v>
                </c:pt>
                <c:pt idx="81234">
                  <c:v>52.98</c:v>
                </c:pt>
                <c:pt idx="81235">
                  <c:v>78.959999999999994</c:v>
                </c:pt>
                <c:pt idx="81236">
                  <c:v>61.98</c:v>
                </c:pt>
                <c:pt idx="81237">
                  <c:v>83.97</c:v>
                </c:pt>
                <c:pt idx="81238">
                  <c:v>71.180000000000007</c:v>
                </c:pt>
                <c:pt idx="81239">
                  <c:v>51.98</c:v>
                </c:pt>
                <c:pt idx="81240">
                  <c:v>67.97</c:v>
                </c:pt>
                <c:pt idx="81241">
                  <c:v>159.69999999999999</c:v>
                </c:pt>
                <c:pt idx="81242">
                  <c:v>159.69999999999999</c:v>
                </c:pt>
                <c:pt idx="81243">
                  <c:v>159.69999999999999</c:v>
                </c:pt>
                <c:pt idx="81244">
                  <c:v>153.31</c:v>
                </c:pt>
                <c:pt idx="81245">
                  <c:v>179.94</c:v>
                </c:pt>
                <c:pt idx="81246">
                  <c:v>239.92</c:v>
                </c:pt>
                <c:pt idx="81247">
                  <c:v>203.98</c:v>
                </c:pt>
                <c:pt idx="81248">
                  <c:v>174.93</c:v>
                </c:pt>
                <c:pt idx="81249">
                  <c:v>59.98</c:v>
                </c:pt>
                <c:pt idx="81250">
                  <c:v>59.98</c:v>
                </c:pt>
                <c:pt idx="81251">
                  <c:v>51.48</c:v>
                </c:pt>
                <c:pt idx="81252">
                  <c:v>59.98</c:v>
                </c:pt>
                <c:pt idx="81253">
                  <c:v>89.97</c:v>
                </c:pt>
                <c:pt idx="81254">
                  <c:v>53.98</c:v>
                </c:pt>
                <c:pt idx="81255">
                  <c:v>51.48</c:v>
                </c:pt>
                <c:pt idx="81256">
                  <c:v>51.48</c:v>
                </c:pt>
                <c:pt idx="81257">
                  <c:v>59.98</c:v>
                </c:pt>
                <c:pt idx="81258">
                  <c:v>59.98</c:v>
                </c:pt>
                <c:pt idx="81259">
                  <c:v>59.98</c:v>
                </c:pt>
                <c:pt idx="81260">
                  <c:v>129.9</c:v>
                </c:pt>
                <c:pt idx="81261">
                  <c:v>138.58000000000001</c:v>
                </c:pt>
                <c:pt idx="81262">
                  <c:v>346.82</c:v>
                </c:pt>
                <c:pt idx="81263">
                  <c:v>129.96</c:v>
                </c:pt>
                <c:pt idx="81264">
                  <c:v>182.93</c:v>
                </c:pt>
                <c:pt idx="81265">
                  <c:v>205.66</c:v>
                </c:pt>
                <c:pt idx="81266">
                  <c:v>145.18</c:v>
                </c:pt>
                <c:pt idx="81267">
                  <c:v>147.6</c:v>
                </c:pt>
                <c:pt idx="81268">
                  <c:v>153.65</c:v>
                </c:pt>
                <c:pt idx="81269">
                  <c:v>153.65</c:v>
                </c:pt>
                <c:pt idx="81270">
                  <c:v>153.65</c:v>
                </c:pt>
                <c:pt idx="81271">
                  <c:v>130.9</c:v>
                </c:pt>
                <c:pt idx="81272">
                  <c:v>59.98</c:v>
                </c:pt>
                <c:pt idx="81273">
                  <c:v>130.9</c:v>
                </c:pt>
                <c:pt idx="81274">
                  <c:v>59.98</c:v>
                </c:pt>
                <c:pt idx="81275">
                  <c:v>149.94999999999999</c:v>
                </c:pt>
                <c:pt idx="81276">
                  <c:v>88.47</c:v>
                </c:pt>
                <c:pt idx="81277">
                  <c:v>89.97</c:v>
                </c:pt>
                <c:pt idx="81278">
                  <c:v>48.98</c:v>
                </c:pt>
                <c:pt idx="81279">
                  <c:v>89.97</c:v>
                </c:pt>
                <c:pt idx="81280">
                  <c:v>74.97</c:v>
                </c:pt>
                <c:pt idx="81281">
                  <c:v>89.97</c:v>
                </c:pt>
                <c:pt idx="81282">
                  <c:v>73.98</c:v>
                </c:pt>
                <c:pt idx="81283">
                  <c:v>59.98</c:v>
                </c:pt>
                <c:pt idx="81284">
                  <c:v>63.97</c:v>
                </c:pt>
                <c:pt idx="81285">
                  <c:v>68.959999999999994</c:v>
                </c:pt>
                <c:pt idx="81286">
                  <c:v>80.97</c:v>
                </c:pt>
                <c:pt idx="81287">
                  <c:v>65.989999999999995</c:v>
                </c:pt>
                <c:pt idx="81288">
                  <c:v>142.96</c:v>
                </c:pt>
                <c:pt idx="81289">
                  <c:v>291.94</c:v>
                </c:pt>
                <c:pt idx="81290">
                  <c:v>165.89</c:v>
                </c:pt>
                <c:pt idx="81291">
                  <c:v>84.99</c:v>
                </c:pt>
                <c:pt idx="81292">
                  <c:v>77.400000000000006</c:v>
                </c:pt>
                <c:pt idx="81293">
                  <c:v>70.98</c:v>
                </c:pt>
                <c:pt idx="81294">
                  <c:v>138.41999999999999</c:v>
                </c:pt>
                <c:pt idx="81295">
                  <c:v>79.989999999999995</c:v>
                </c:pt>
                <c:pt idx="81296">
                  <c:v>98.98</c:v>
                </c:pt>
                <c:pt idx="81297">
                  <c:v>79.989999999999995</c:v>
                </c:pt>
                <c:pt idx="81298">
                  <c:v>160.22</c:v>
                </c:pt>
                <c:pt idx="81299">
                  <c:v>302.76</c:v>
                </c:pt>
                <c:pt idx="81300">
                  <c:v>159.25</c:v>
                </c:pt>
                <c:pt idx="81301">
                  <c:v>104.97</c:v>
                </c:pt>
                <c:pt idx="81302">
                  <c:v>129.96</c:v>
                </c:pt>
                <c:pt idx="81303">
                  <c:v>129.96</c:v>
                </c:pt>
                <c:pt idx="81304">
                  <c:v>128.96</c:v>
                </c:pt>
                <c:pt idx="81305">
                  <c:v>134.96</c:v>
                </c:pt>
                <c:pt idx="81306">
                  <c:v>167.36</c:v>
                </c:pt>
                <c:pt idx="81307">
                  <c:v>65.989999999999995</c:v>
                </c:pt>
                <c:pt idx="81308">
                  <c:v>65.989999999999995</c:v>
                </c:pt>
                <c:pt idx="81309">
                  <c:v>65.989999999999995</c:v>
                </c:pt>
                <c:pt idx="81310">
                  <c:v>68.989999999999995</c:v>
                </c:pt>
                <c:pt idx="81311">
                  <c:v>65.989999999999995</c:v>
                </c:pt>
                <c:pt idx="81312">
                  <c:v>51.99</c:v>
                </c:pt>
                <c:pt idx="81313">
                  <c:v>65.989999999999995</c:v>
                </c:pt>
                <c:pt idx="81314">
                  <c:v>65.989999999999995</c:v>
                </c:pt>
                <c:pt idx="81315">
                  <c:v>54.99</c:v>
                </c:pt>
                <c:pt idx="81316">
                  <c:v>175.3</c:v>
                </c:pt>
                <c:pt idx="81317">
                  <c:v>75.98</c:v>
                </c:pt>
                <c:pt idx="81318">
                  <c:v>113.97</c:v>
                </c:pt>
                <c:pt idx="81319">
                  <c:v>79.97</c:v>
                </c:pt>
                <c:pt idx="81320">
                  <c:v>113.97</c:v>
                </c:pt>
                <c:pt idx="81321">
                  <c:v>151.96</c:v>
                </c:pt>
                <c:pt idx="81322">
                  <c:v>75.98</c:v>
                </c:pt>
                <c:pt idx="81323">
                  <c:v>75.98</c:v>
                </c:pt>
                <c:pt idx="81324">
                  <c:v>113.97</c:v>
                </c:pt>
                <c:pt idx="81325">
                  <c:v>114.12</c:v>
                </c:pt>
                <c:pt idx="81326">
                  <c:v>51.96</c:v>
                </c:pt>
                <c:pt idx="81327">
                  <c:v>95.93</c:v>
                </c:pt>
                <c:pt idx="81328">
                  <c:v>59.39</c:v>
                </c:pt>
                <c:pt idx="81329">
                  <c:v>112.62</c:v>
                </c:pt>
                <c:pt idx="81330">
                  <c:v>79.17</c:v>
                </c:pt>
                <c:pt idx="81331">
                  <c:v>50.98</c:v>
                </c:pt>
                <c:pt idx="81332">
                  <c:v>76.97</c:v>
                </c:pt>
                <c:pt idx="81333">
                  <c:v>116.97</c:v>
                </c:pt>
                <c:pt idx="81334">
                  <c:v>50.96</c:v>
                </c:pt>
                <c:pt idx="81335">
                  <c:v>54.99</c:v>
                </c:pt>
                <c:pt idx="81336">
                  <c:v>114.16</c:v>
                </c:pt>
                <c:pt idx="81337">
                  <c:v>109.98</c:v>
                </c:pt>
                <c:pt idx="81338">
                  <c:v>114.97</c:v>
                </c:pt>
                <c:pt idx="81339">
                  <c:v>71.06</c:v>
                </c:pt>
                <c:pt idx="81340">
                  <c:v>82.2</c:v>
                </c:pt>
                <c:pt idx="81341">
                  <c:v>234.94</c:v>
                </c:pt>
                <c:pt idx="81342">
                  <c:v>542.80999999999995</c:v>
                </c:pt>
                <c:pt idx="81343">
                  <c:v>99.98</c:v>
                </c:pt>
                <c:pt idx="81344">
                  <c:v>95.98</c:v>
                </c:pt>
                <c:pt idx="81345">
                  <c:v>93.98</c:v>
                </c:pt>
                <c:pt idx="81346">
                  <c:v>111.65</c:v>
                </c:pt>
                <c:pt idx="81347">
                  <c:v>89.98</c:v>
                </c:pt>
                <c:pt idx="81348">
                  <c:v>135.97</c:v>
                </c:pt>
                <c:pt idx="81349">
                  <c:v>99.98</c:v>
                </c:pt>
                <c:pt idx="81350">
                  <c:v>61.96</c:v>
                </c:pt>
                <c:pt idx="81351">
                  <c:v>59.97</c:v>
                </c:pt>
                <c:pt idx="81352">
                  <c:v>67.959999999999994</c:v>
                </c:pt>
                <c:pt idx="81353">
                  <c:v>82.97</c:v>
                </c:pt>
                <c:pt idx="81354">
                  <c:v>154.94999999999999</c:v>
                </c:pt>
                <c:pt idx="81355">
                  <c:v>101.97</c:v>
                </c:pt>
                <c:pt idx="81356">
                  <c:v>88.97</c:v>
                </c:pt>
                <c:pt idx="81357">
                  <c:v>53.98</c:v>
                </c:pt>
                <c:pt idx="81358">
                  <c:v>53.98</c:v>
                </c:pt>
                <c:pt idx="81359">
                  <c:v>63.21</c:v>
                </c:pt>
                <c:pt idx="81360">
                  <c:v>53.98</c:v>
                </c:pt>
                <c:pt idx="81361">
                  <c:v>53.98</c:v>
                </c:pt>
                <c:pt idx="81362">
                  <c:v>98.96</c:v>
                </c:pt>
                <c:pt idx="81363">
                  <c:v>67.97</c:v>
                </c:pt>
                <c:pt idx="81364">
                  <c:v>65.98</c:v>
                </c:pt>
                <c:pt idx="81365">
                  <c:v>84.97</c:v>
                </c:pt>
                <c:pt idx="81366">
                  <c:v>53.98</c:v>
                </c:pt>
                <c:pt idx="81367">
                  <c:v>55.98</c:v>
                </c:pt>
                <c:pt idx="81368">
                  <c:v>104.98</c:v>
                </c:pt>
                <c:pt idx="81369">
                  <c:v>120.97</c:v>
                </c:pt>
                <c:pt idx="81370">
                  <c:v>75.09</c:v>
                </c:pt>
                <c:pt idx="81371">
                  <c:v>84.99</c:v>
                </c:pt>
                <c:pt idx="81372">
                  <c:v>119.97</c:v>
                </c:pt>
                <c:pt idx="81373">
                  <c:v>78.22</c:v>
                </c:pt>
                <c:pt idx="81374">
                  <c:v>104.98</c:v>
                </c:pt>
                <c:pt idx="81375">
                  <c:v>65.319999999999993</c:v>
                </c:pt>
                <c:pt idx="81376">
                  <c:v>176.61</c:v>
                </c:pt>
                <c:pt idx="81377">
                  <c:v>82.24</c:v>
                </c:pt>
                <c:pt idx="81378">
                  <c:v>61.74</c:v>
                </c:pt>
                <c:pt idx="81379">
                  <c:v>79.84</c:v>
                </c:pt>
                <c:pt idx="81380">
                  <c:v>119.96</c:v>
                </c:pt>
                <c:pt idx="81381">
                  <c:v>119.96</c:v>
                </c:pt>
                <c:pt idx="81382">
                  <c:v>59.98</c:v>
                </c:pt>
                <c:pt idx="81383">
                  <c:v>59.98</c:v>
                </c:pt>
                <c:pt idx="81384">
                  <c:v>95.96</c:v>
                </c:pt>
                <c:pt idx="81385">
                  <c:v>125.19</c:v>
                </c:pt>
                <c:pt idx="81386">
                  <c:v>75.959999999999994</c:v>
                </c:pt>
                <c:pt idx="81387">
                  <c:v>95.96</c:v>
                </c:pt>
                <c:pt idx="81388">
                  <c:v>75.959999999999994</c:v>
                </c:pt>
                <c:pt idx="81389">
                  <c:v>75.959999999999994</c:v>
                </c:pt>
                <c:pt idx="81390">
                  <c:v>59.98</c:v>
                </c:pt>
                <c:pt idx="81391">
                  <c:v>59.98</c:v>
                </c:pt>
                <c:pt idx="81392">
                  <c:v>59.98</c:v>
                </c:pt>
                <c:pt idx="81393">
                  <c:v>59.98</c:v>
                </c:pt>
                <c:pt idx="81394">
                  <c:v>75.959999999999994</c:v>
                </c:pt>
                <c:pt idx="81395">
                  <c:v>95.96</c:v>
                </c:pt>
                <c:pt idx="81396">
                  <c:v>125.19</c:v>
                </c:pt>
                <c:pt idx="81397">
                  <c:v>87.25</c:v>
                </c:pt>
                <c:pt idx="81398">
                  <c:v>132.68</c:v>
                </c:pt>
                <c:pt idx="81399">
                  <c:v>95.96</c:v>
                </c:pt>
                <c:pt idx="81400">
                  <c:v>132.68</c:v>
                </c:pt>
                <c:pt idx="81401">
                  <c:v>59.98</c:v>
                </c:pt>
                <c:pt idx="81402">
                  <c:v>59.98</c:v>
                </c:pt>
                <c:pt idx="81403">
                  <c:v>53.98</c:v>
                </c:pt>
                <c:pt idx="81404">
                  <c:v>59.98</c:v>
                </c:pt>
                <c:pt idx="81405">
                  <c:v>53.98</c:v>
                </c:pt>
                <c:pt idx="81406">
                  <c:v>59.98</c:v>
                </c:pt>
                <c:pt idx="81407">
                  <c:v>87.25</c:v>
                </c:pt>
                <c:pt idx="81408">
                  <c:v>50.61</c:v>
                </c:pt>
                <c:pt idx="81409">
                  <c:v>115.96</c:v>
                </c:pt>
                <c:pt idx="81410">
                  <c:v>32.24</c:v>
                </c:pt>
                <c:pt idx="81411">
                  <c:v>26.49</c:v>
                </c:pt>
                <c:pt idx="81412">
                  <c:v>144.68</c:v>
                </c:pt>
                <c:pt idx="81413">
                  <c:v>62.98</c:v>
                </c:pt>
                <c:pt idx="81414">
                  <c:v>26.49</c:v>
                </c:pt>
                <c:pt idx="81415">
                  <c:v>31.49</c:v>
                </c:pt>
                <c:pt idx="81416">
                  <c:v>37.24</c:v>
                </c:pt>
                <c:pt idx="81417">
                  <c:v>50.98</c:v>
                </c:pt>
                <c:pt idx="81418">
                  <c:v>50.98</c:v>
                </c:pt>
                <c:pt idx="81419">
                  <c:v>25.49</c:v>
                </c:pt>
                <c:pt idx="81420">
                  <c:v>51.48</c:v>
                </c:pt>
                <c:pt idx="81421">
                  <c:v>147.6</c:v>
                </c:pt>
                <c:pt idx="81422">
                  <c:v>73.8</c:v>
                </c:pt>
                <c:pt idx="81423">
                  <c:v>88.31</c:v>
                </c:pt>
                <c:pt idx="81424">
                  <c:v>117.35</c:v>
                </c:pt>
                <c:pt idx="81425">
                  <c:v>73.8</c:v>
                </c:pt>
                <c:pt idx="81426">
                  <c:v>117.35</c:v>
                </c:pt>
                <c:pt idx="81427">
                  <c:v>140.24</c:v>
                </c:pt>
                <c:pt idx="81428">
                  <c:v>58.97</c:v>
                </c:pt>
                <c:pt idx="81429">
                  <c:v>222.94</c:v>
                </c:pt>
                <c:pt idx="81430">
                  <c:v>59.97</c:v>
                </c:pt>
                <c:pt idx="81431">
                  <c:v>73.569999999999993</c:v>
                </c:pt>
                <c:pt idx="81432">
                  <c:v>91.77</c:v>
                </c:pt>
                <c:pt idx="81433">
                  <c:v>59.96</c:v>
                </c:pt>
                <c:pt idx="81434">
                  <c:v>151.13999999999999</c:v>
                </c:pt>
                <c:pt idx="81435">
                  <c:v>119.66</c:v>
                </c:pt>
                <c:pt idx="81436">
                  <c:v>113.63</c:v>
                </c:pt>
                <c:pt idx="81437">
                  <c:v>285.49</c:v>
                </c:pt>
                <c:pt idx="81438">
                  <c:v>203.23</c:v>
                </c:pt>
                <c:pt idx="81439">
                  <c:v>384.7</c:v>
                </c:pt>
                <c:pt idx="81440">
                  <c:v>46.29</c:v>
                </c:pt>
                <c:pt idx="81441">
                  <c:v>51.94</c:v>
                </c:pt>
                <c:pt idx="81442">
                  <c:v>79.41</c:v>
                </c:pt>
                <c:pt idx="81443">
                  <c:v>74.98</c:v>
                </c:pt>
                <c:pt idx="81444">
                  <c:v>83.99</c:v>
                </c:pt>
                <c:pt idx="81445">
                  <c:v>46.29</c:v>
                </c:pt>
                <c:pt idx="81446">
                  <c:v>72.239999999999995</c:v>
                </c:pt>
                <c:pt idx="81447">
                  <c:v>84.99</c:v>
                </c:pt>
                <c:pt idx="81448">
                  <c:v>74.989999999999995</c:v>
                </c:pt>
                <c:pt idx="81449">
                  <c:v>66.489999999999995</c:v>
                </c:pt>
                <c:pt idx="81450">
                  <c:v>87.07</c:v>
                </c:pt>
                <c:pt idx="81451">
                  <c:v>88.29</c:v>
                </c:pt>
                <c:pt idx="81452">
                  <c:v>67.819999999999993</c:v>
                </c:pt>
                <c:pt idx="81453">
                  <c:v>39.979999999999997</c:v>
                </c:pt>
                <c:pt idx="81454">
                  <c:v>66.489999999999995</c:v>
                </c:pt>
                <c:pt idx="81455">
                  <c:v>184.97</c:v>
                </c:pt>
                <c:pt idx="81456">
                  <c:v>66.489999999999995</c:v>
                </c:pt>
                <c:pt idx="81457">
                  <c:v>57.96</c:v>
                </c:pt>
                <c:pt idx="81458">
                  <c:v>37.29</c:v>
                </c:pt>
                <c:pt idx="81459">
                  <c:v>63.98</c:v>
                </c:pt>
                <c:pt idx="81460">
                  <c:v>92.92</c:v>
                </c:pt>
                <c:pt idx="81461">
                  <c:v>62.22</c:v>
                </c:pt>
                <c:pt idx="81462">
                  <c:v>76.400000000000006</c:v>
                </c:pt>
                <c:pt idx="81463">
                  <c:v>159.69999999999999</c:v>
                </c:pt>
                <c:pt idx="81464">
                  <c:v>79.849999999999994</c:v>
                </c:pt>
                <c:pt idx="81465">
                  <c:v>159.69999999999999</c:v>
                </c:pt>
                <c:pt idx="81466">
                  <c:v>71.86</c:v>
                </c:pt>
                <c:pt idx="81467">
                  <c:v>79.849999999999994</c:v>
                </c:pt>
                <c:pt idx="81468">
                  <c:v>159.69999999999999</c:v>
                </c:pt>
                <c:pt idx="81469">
                  <c:v>-79.849999999999994</c:v>
                </c:pt>
                <c:pt idx="81470">
                  <c:v>216.89</c:v>
                </c:pt>
                <c:pt idx="81471">
                  <c:v>331.88</c:v>
                </c:pt>
                <c:pt idx="81472">
                  <c:v>51.96</c:v>
                </c:pt>
                <c:pt idx="81473">
                  <c:v>64.95</c:v>
                </c:pt>
                <c:pt idx="81474">
                  <c:v>173.47</c:v>
                </c:pt>
                <c:pt idx="81475">
                  <c:v>148.72</c:v>
                </c:pt>
                <c:pt idx="81476">
                  <c:v>151.26</c:v>
                </c:pt>
                <c:pt idx="81477">
                  <c:v>152.97999999999999</c:v>
                </c:pt>
                <c:pt idx="81478">
                  <c:v>53.98</c:v>
                </c:pt>
                <c:pt idx="81479">
                  <c:v>149.97</c:v>
                </c:pt>
                <c:pt idx="81480">
                  <c:v>254.97</c:v>
                </c:pt>
                <c:pt idx="81481">
                  <c:v>213.95</c:v>
                </c:pt>
                <c:pt idx="81482">
                  <c:v>169.98</c:v>
                </c:pt>
                <c:pt idx="81483">
                  <c:v>141.07</c:v>
                </c:pt>
                <c:pt idx="81484">
                  <c:v>144.96</c:v>
                </c:pt>
                <c:pt idx="81485">
                  <c:v>74.98</c:v>
                </c:pt>
                <c:pt idx="81486">
                  <c:v>75.180000000000007</c:v>
                </c:pt>
                <c:pt idx="81487">
                  <c:v>51.98</c:v>
                </c:pt>
                <c:pt idx="81488">
                  <c:v>75.98</c:v>
                </c:pt>
                <c:pt idx="81489">
                  <c:v>89.98</c:v>
                </c:pt>
                <c:pt idx="81490">
                  <c:v>89.98</c:v>
                </c:pt>
                <c:pt idx="81491">
                  <c:v>69.05</c:v>
                </c:pt>
                <c:pt idx="81492">
                  <c:v>89.98</c:v>
                </c:pt>
                <c:pt idx="81493">
                  <c:v>81.56</c:v>
                </c:pt>
                <c:pt idx="81494">
                  <c:v>63.98</c:v>
                </c:pt>
                <c:pt idx="81495">
                  <c:v>89.98</c:v>
                </c:pt>
                <c:pt idx="81496">
                  <c:v>119.96</c:v>
                </c:pt>
                <c:pt idx="81497">
                  <c:v>109.96</c:v>
                </c:pt>
                <c:pt idx="81498">
                  <c:v>74.97</c:v>
                </c:pt>
                <c:pt idx="81499">
                  <c:v>121.46</c:v>
                </c:pt>
                <c:pt idx="81500">
                  <c:v>89.97</c:v>
                </c:pt>
                <c:pt idx="81501">
                  <c:v>15.49</c:v>
                </c:pt>
                <c:pt idx="81502">
                  <c:v>111.46</c:v>
                </c:pt>
                <c:pt idx="81503">
                  <c:v>197.97</c:v>
                </c:pt>
                <c:pt idx="81504">
                  <c:v>229.47</c:v>
                </c:pt>
                <c:pt idx="81505">
                  <c:v>171.97</c:v>
                </c:pt>
                <c:pt idx="81506">
                  <c:v>66.84</c:v>
                </c:pt>
                <c:pt idx="81507">
                  <c:v>65.319999999999993</c:v>
                </c:pt>
                <c:pt idx="81508">
                  <c:v>74.97</c:v>
                </c:pt>
                <c:pt idx="81509">
                  <c:v>78.599999999999994</c:v>
                </c:pt>
                <c:pt idx="81510">
                  <c:v>90.71</c:v>
                </c:pt>
                <c:pt idx="81511">
                  <c:v>105.22</c:v>
                </c:pt>
                <c:pt idx="81512">
                  <c:v>87.07</c:v>
                </c:pt>
                <c:pt idx="81513">
                  <c:v>105.96</c:v>
                </c:pt>
                <c:pt idx="81514">
                  <c:v>105.96</c:v>
                </c:pt>
                <c:pt idx="81515">
                  <c:v>169.98</c:v>
                </c:pt>
                <c:pt idx="81516">
                  <c:v>169.98</c:v>
                </c:pt>
                <c:pt idx="81517">
                  <c:v>197.97</c:v>
                </c:pt>
                <c:pt idx="81518">
                  <c:v>197.97</c:v>
                </c:pt>
                <c:pt idx="81519">
                  <c:v>131.97999999999999</c:v>
                </c:pt>
                <c:pt idx="81520">
                  <c:v>207.96</c:v>
                </c:pt>
                <c:pt idx="81521">
                  <c:v>207.96</c:v>
                </c:pt>
                <c:pt idx="81522">
                  <c:v>159.97999999999999</c:v>
                </c:pt>
                <c:pt idx="81523">
                  <c:v>159.97999999999999</c:v>
                </c:pt>
                <c:pt idx="81524">
                  <c:v>169.98</c:v>
                </c:pt>
                <c:pt idx="81525">
                  <c:v>169.98</c:v>
                </c:pt>
                <c:pt idx="81526">
                  <c:v>181.97</c:v>
                </c:pt>
                <c:pt idx="81527">
                  <c:v>181.97</c:v>
                </c:pt>
                <c:pt idx="81528">
                  <c:v>131.97999999999999</c:v>
                </c:pt>
                <c:pt idx="81529">
                  <c:v>76.489999999999995</c:v>
                </c:pt>
                <c:pt idx="81530">
                  <c:v>93.98</c:v>
                </c:pt>
                <c:pt idx="81531">
                  <c:v>93.98</c:v>
                </c:pt>
                <c:pt idx="81532">
                  <c:v>84.99</c:v>
                </c:pt>
                <c:pt idx="81533">
                  <c:v>65.989999999999995</c:v>
                </c:pt>
                <c:pt idx="81534">
                  <c:v>61.98</c:v>
                </c:pt>
                <c:pt idx="81535">
                  <c:v>31.29</c:v>
                </c:pt>
                <c:pt idx="81536">
                  <c:v>90.97</c:v>
                </c:pt>
                <c:pt idx="81537">
                  <c:v>89.98</c:v>
                </c:pt>
                <c:pt idx="81538">
                  <c:v>53.68</c:v>
                </c:pt>
                <c:pt idx="81539">
                  <c:v>61.98</c:v>
                </c:pt>
                <c:pt idx="81540">
                  <c:v>70.59</c:v>
                </c:pt>
                <c:pt idx="81541">
                  <c:v>89.98</c:v>
                </c:pt>
                <c:pt idx="81542">
                  <c:v>129.93</c:v>
                </c:pt>
                <c:pt idx="81543">
                  <c:v>61.98</c:v>
                </c:pt>
                <c:pt idx="81544">
                  <c:v>83.97</c:v>
                </c:pt>
                <c:pt idx="81545">
                  <c:v>92.97</c:v>
                </c:pt>
                <c:pt idx="81546">
                  <c:v>55.98</c:v>
                </c:pt>
                <c:pt idx="81547">
                  <c:v>84.78</c:v>
                </c:pt>
                <c:pt idx="81548">
                  <c:v>83.97</c:v>
                </c:pt>
                <c:pt idx="81549">
                  <c:v>55.98</c:v>
                </c:pt>
                <c:pt idx="81550">
                  <c:v>83.97</c:v>
                </c:pt>
                <c:pt idx="81551">
                  <c:v>55.98</c:v>
                </c:pt>
                <c:pt idx="81552">
                  <c:v>142.94999999999999</c:v>
                </c:pt>
                <c:pt idx="81553">
                  <c:v>142.94999999999999</c:v>
                </c:pt>
                <c:pt idx="81554">
                  <c:v>142.94999999999999</c:v>
                </c:pt>
                <c:pt idx="81555">
                  <c:v>73.98</c:v>
                </c:pt>
                <c:pt idx="81556">
                  <c:v>144.97</c:v>
                </c:pt>
                <c:pt idx="81557">
                  <c:v>64.97</c:v>
                </c:pt>
                <c:pt idx="81558">
                  <c:v>73.98</c:v>
                </c:pt>
                <c:pt idx="81559">
                  <c:v>20.49</c:v>
                </c:pt>
                <c:pt idx="81560">
                  <c:v>73.98</c:v>
                </c:pt>
                <c:pt idx="81561">
                  <c:v>55.98</c:v>
                </c:pt>
                <c:pt idx="81562">
                  <c:v>41.48</c:v>
                </c:pt>
                <c:pt idx="81563">
                  <c:v>73.98</c:v>
                </c:pt>
                <c:pt idx="81564">
                  <c:v>69.98</c:v>
                </c:pt>
                <c:pt idx="81565">
                  <c:v>59.98</c:v>
                </c:pt>
                <c:pt idx="81566">
                  <c:v>59.98</c:v>
                </c:pt>
                <c:pt idx="81567">
                  <c:v>55.35</c:v>
                </c:pt>
                <c:pt idx="81568">
                  <c:v>51.98</c:v>
                </c:pt>
                <c:pt idx="81569">
                  <c:v>65.98</c:v>
                </c:pt>
                <c:pt idx="81570">
                  <c:v>73.98</c:v>
                </c:pt>
                <c:pt idx="81571">
                  <c:v>44.48</c:v>
                </c:pt>
                <c:pt idx="81572">
                  <c:v>94.97</c:v>
                </c:pt>
                <c:pt idx="81573">
                  <c:v>104.18</c:v>
                </c:pt>
                <c:pt idx="81574">
                  <c:v>146.97</c:v>
                </c:pt>
                <c:pt idx="81575">
                  <c:v>119.95</c:v>
                </c:pt>
                <c:pt idx="81576">
                  <c:v>54.98</c:v>
                </c:pt>
                <c:pt idx="81577">
                  <c:v>82.82</c:v>
                </c:pt>
                <c:pt idx="81578">
                  <c:v>63.98</c:v>
                </c:pt>
                <c:pt idx="81579">
                  <c:v>74.97</c:v>
                </c:pt>
                <c:pt idx="81580">
                  <c:v>63.98</c:v>
                </c:pt>
                <c:pt idx="81581">
                  <c:v>87.98</c:v>
                </c:pt>
                <c:pt idx="81582">
                  <c:v>89.98</c:v>
                </c:pt>
                <c:pt idx="81583">
                  <c:v>63.98</c:v>
                </c:pt>
                <c:pt idx="81584">
                  <c:v>119.96</c:v>
                </c:pt>
                <c:pt idx="81585">
                  <c:v>53.98</c:v>
                </c:pt>
                <c:pt idx="81586">
                  <c:v>73.98</c:v>
                </c:pt>
                <c:pt idx="81587">
                  <c:v>136.94999999999999</c:v>
                </c:pt>
                <c:pt idx="81588">
                  <c:v>149.94999999999999</c:v>
                </c:pt>
                <c:pt idx="81589">
                  <c:v>227.88</c:v>
                </c:pt>
                <c:pt idx="81590">
                  <c:v>56.97</c:v>
                </c:pt>
                <c:pt idx="81591">
                  <c:v>55.96</c:v>
                </c:pt>
                <c:pt idx="81592">
                  <c:v>89.98</c:v>
                </c:pt>
                <c:pt idx="81593">
                  <c:v>189.92</c:v>
                </c:pt>
                <c:pt idx="81594">
                  <c:v>44.99</c:v>
                </c:pt>
                <c:pt idx="81595">
                  <c:v>97.93</c:v>
                </c:pt>
                <c:pt idx="81596">
                  <c:v>182.91</c:v>
                </c:pt>
                <c:pt idx="81597">
                  <c:v>97.93</c:v>
                </c:pt>
                <c:pt idx="81598">
                  <c:v>449.85</c:v>
                </c:pt>
                <c:pt idx="81599">
                  <c:v>239.92</c:v>
                </c:pt>
                <c:pt idx="81600">
                  <c:v>99.96</c:v>
                </c:pt>
                <c:pt idx="81601">
                  <c:v>189.92</c:v>
                </c:pt>
                <c:pt idx="81602">
                  <c:v>89.94</c:v>
                </c:pt>
                <c:pt idx="81603">
                  <c:v>353.9</c:v>
                </c:pt>
                <c:pt idx="81604">
                  <c:v>59.98</c:v>
                </c:pt>
                <c:pt idx="81605">
                  <c:v>79.97</c:v>
                </c:pt>
                <c:pt idx="81606">
                  <c:v>74.97</c:v>
                </c:pt>
                <c:pt idx="81607">
                  <c:v>59.98</c:v>
                </c:pt>
                <c:pt idx="81608">
                  <c:v>53.98</c:v>
                </c:pt>
                <c:pt idx="81609">
                  <c:v>59.98</c:v>
                </c:pt>
                <c:pt idx="81610">
                  <c:v>59.98</c:v>
                </c:pt>
                <c:pt idx="81611">
                  <c:v>63.96</c:v>
                </c:pt>
                <c:pt idx="81612">
                  <c:v>182.97</c:v>
                </c:pt>
                <c:pt idx="81613">
                  <c:v>141.97</c:v>
                </c:pt>
                <c:pt idx="81614">
                  <c:v>121.98</c:v>
                </c:pt>
                <c:pt idx="81615">
                  <c:v>157.96</c:v>
                </c:pt>
                <c:pt idx="81616">
                  <c:v>51.96</c:v>
                </c:pt>
                <c:pt idx="81617">
                  <c:v>51.96</c:v>
                </c:pt>
                <c:pt idx="81618">
                  <c:v>162.93</c:v>
                </c:pt>
                <c:pt idx="81619">
                  <c:v>105.98</c:v>
                </c:pt>
                <c:pt idx="81620">
                  <c:v>84.99</c:v>
                </c:pt>
                <c:pt idx="81621">
                  <c:v>68.989999999999995</c:v>
                </c:pt>
                <c:pt idx="81622">
                  <c:v>49.49</c:v>
                </c:pt>
                <c:pt idx="81623">
                  <c:v>68.989999999999995</c:v>
                </c:pt>
                <c:pt idx="81624">
                  <c:v>115.18</c:v>
                </c:pt>
                <c:pt idx="81625">
                  <c:v>58.2</c:v>
                </c:pt>
                <c:pt idx="81626">
                  <c:v>79.959999999999994</c:v>
                </c:pt>
                <c:pt idx="81627">
                  <c:v>79.959999999999994</c:v>
                </c:pt>
                <c:pt idx="81628">
                  <c:v>41.79</c:v>
                </c:pt>
                <c:pt idx="81629">
                  <c:v>79.959999999999994</c:v>
                </c:pt>
                <c:pt idx="81630">
                  <c:v>89.98</c:v>
                </c:pt>
                <c:pt idx="81631">
                  <c:v>79.959999999999994</c:v>
                </c:pt>
                <c:pt idx="81632">
                  <c:v>149.93</c:v>
                </c:pt>
                <c:pt idx="81633">
                  <c:v>59.95</c:v>
                </c:pt>
                <c:pt idx="81634">
                  <c:v>46.29</c:v>
                </c:pt>
                <c:pt idx="81635">
                  <c:v>69.98</c:v>
                </c:pt>
                <c:pt idx="81636">
                  <c:v>79.849999999999994</c:v>
                </c:pt>
                <c:pt idx="81637">
                  <c:v>159.69999999999999</c:v>
                </c:pt>
                <c:pt idx="81638">
                  <c:v>143.72</c:v>
                </c:pt>
                <c:pt idx="81639">
                  <c:v>79.05</c:v>
                </c:pt>
                <c:pt idx="81640">
                  <c:v>159.69999999999999</c:v>
                </c:pt>
                <c:pt idx="81641">
                  <c:v>144.47999999999999</c:v>
                </c:pt>
                <c:pt idx="81642">
                  <c:v>166.58</c:v>
                </c:pt>
                <c:pt idx="81643">
                  <c:v>153.97999999999999</c:v>
                </c:pt>
                <c:pt idx="81644">
                  <c:v>159.97999999999999</c:v>
                </c:pt>
                <c:pt idx="81645">
                  <c:v>105.97</c:v>
                </c:pt>
                <c:pt idx="81646">
                  <c:v>119.96</c:v>
                </c:pt>
                <c:pt idx="81647">
                  <c:v>149.96</c:v>
                </c:pt>
                <c:pt idx="81648">
                  <c:v>119.96</c:v>
                </c:pt>
                <c:pt idx="81649">
                  <c:v>119.96</c:v>
                </c:pt>
                <c:pt idx="81650">
                  <c:v>149.96</c:v>
                </c:pt>
                <c:pt idx="81651">
                  <c:v>74.98</c:v>
                </c:pt>
                <c:pt idx="81652">
                  <c:v>122.16</c:v>
                </c:pt>
                <c:pt idx="81653">
                  <c:v>71.12</c:v>
                </c:pt>
                <c:pt idx="81654">
                  <c:v>72.56</c:v>
                </c:pt>
                <c:pt idx="81655">
                  <c:v>130.63</c:v>
                </c:pt>
                <c:pt idx="81656">
                  <c:v>72.56</c:v>
                </c:pt>
                <c:pt idx="81657">
                  <c:v>120.94</c:v>
                </c:pt>
                <c:pt idx="81658">
                  <c:v>118.78</c:v>
                </c:pt>
                <c:pt idx="81659">
                  <c:v>89.23</c:v>
                </c:pt>
                <c:pt idx="81660">
                  <c:v>89.23</c:v>
                </c:pt>
                <c:pt idx="81661">
                  <c:v>89.23</c:v>
                </c:pt>
                <c:pt idx="81662">
                  <c:v>76.489999999999995</c:v>
                </c:pt>
                <c:pt idx="81663">
                  <c:v>108.78</c:v>
                </c:pt>
                <c:pt idx="81664">
                  <c:v>76.489999999999995</c:v>
                </c:pt>
                <c:pt idx="81665">
                  <c:v>76.489999999999995</c:v>
                </c:pt>
                <c:pt idx="81666">
                  <c:v>108.78</c:v>
                </c:pt>
                <c:pt idx="81667">
                  <c:v>76.489999999999995</c:v>
                </c:pt>
                <c:pt idx="81668">
                  <c:v>76.489999999999995</c:v>
                </c:pt>
                <c:pt idx="81669">
                  <c:v>108.78</c:v>
                </c:pt>
                <c:pt idx="81670">
                  <c:v>102.82</c:v>
                </c:pt>
                <c:pt idx="81671">
                  <c:v>76.489999999999995</c:v>
                </c:pt>
                <c:pt idx="81672">
                  <c:v>76.489999999999995</c:v>
                </c:pt>
                <c:pt idx="81673">
                  <c:v>76.489999999999995</c:v>
                </c:pt>
                <c:pt idx="81674">
                  <c:v>76.489999999999995</c:v>
                </c:pt>
                <c:pt idx="81675">
                  <c:v>144.47999999999999</c:v>
                </c:pt>
                <c:pt idx="81676">
                  <c:v>118.78</c:v>
                </c:pt>
                <c:pt idx="81677">
                  <c:v>144.47999999999999</c:v>
                </c:pt>
                <c:pt idx="81678">
                  <c:v>76.489999999999995</c:v>
                </c:pt>
                <c:pt idx="81679">
                  <c:v>76.489999999999995</c:v>
                </c:pt>
                <c:pt idx="81680">
                  <c:v>144.47999999999999</c:v>
                </c:pt>
                <c:pt idx="81681">
                  <c:v>72.239999999999995</c:v>
                </c:pt>
                <c:pt idx="81682">
                  <c:v>76.489999999999995</c:v>
                </c:pt>
                <c:pt idx="81683">
                  <c:v>144.47999999999999</c:v>
                </c:pt>
                <c:pt idx="81684">
                  <c:v>76.489999999999995</c:v>
                </c:pt>
                <c:pt idx="81685">
                  <c:v>76.489999999999995</c:v>
                </c:pt>
                <c:pt idx="81686">
                  <c:v>118.78</c:v>
                </c:pt>
                <c:pt idx="81687">
                  <c:v>89.23</c:v>
                </c:pt>
                <c:pt idx="81688">
                  <c:v>61.98</c:v>
                </c:pt>
                <c:pt idx="81689">
                  <c:v>61.98</c:v>
                </c:pt>
                <c:pt idx="81690">
                  <c:v>76.489999999999995</c:v>
                </c:pt>
                <c:pt idx="81691">
                  <c:v>72.239999999999995</c:v>
                </c:pt>
                <c:pt idx="81692">
                  <c:v>102.82</c:v>
                </c:pt>
                <c:pt idx="81693">
                  <c:v>76.489999999999995</c:v>
                </c:pt>
                <c:pt idx="81694">
                  <c:v>102.82</c:v>
                </c:pt>
                <c:pt idx="81695">
                  <c:v>76.489999999999995</c:v>
                </c:pt>
                <c:pt idx="81696">
                  <c:v>72.239999999999995</c:v>
                </c:pt>
                <c:pt idx="81697">
                  <c:v>76.489999999999995</c:v>
                </c:pt>
                <c:pt idx="81698">
                  <c:v>76.489999999999995</c:v>
                </c:pt>
                <c:pt idx="81699">
                  <c:v>50.38</c:v>
                </c:pt>
                <c:pt idx="81700">
                  <c:v>76.489999999999995</c:v>
                </c:pt>
                <c:pt idx="81701">
                  <c:v>50.38</c:v>
                </c:pt>
                <c:pt idx="81702">
                  <c:v>50.38</c:v>
                </c:pt>
                <c:pt idx="81703">
                  <c:v>50.38</c:v>
                </c:pt>
                <c:pt idx="81704">
                  <c:v>72.239999999999995</c:v>
                </c:pt>
                <c:pt idx="81705">
                  <c:v>76.489999999999995</c:v>
                </c:pt>
                <c:pt idx="81706">
                  <c:v>61.98</c:v>
                </c:pt>
                <c:pt idx="81707">
                  <c:v>108.78</c:v>
                </c:pt>
                <c:pt idx="81708">
                  <c:v>144.47999999999999</c:v>
                </c:pt>
                <c:pt idx="81709">
                  <c:v>144.47999999999999</c:v>
                </c:pt>
                <c:pt idx="81710">
                  <c:v>144.47999999999999</c:v>
                </c:pt>
                <c:pt idx="81711">
                  <c:v>118.78</c:v>
                </c:pt>
                <c:pt idx="81712">
                  <c:v>144.47999999999999</c:v>
                </c:pt>
                <c:pt idx="81713">
                  <c:v>76.489999999999995</c:v>
                </c:pt>
                <c:pt idx="81714">
                  <c:v>76.489999999999995</c:v>
                </c:pt>
                <c:pt idx="81715">
                  <c:v>61.98</c:v>
                </c:pt>
                <c:pt idx="81716">
                  <c:v>76.489999999999995</c:v>
                </c:pt>
                <c:pt idx="81717">
                  <c:v>102.82</c:v>
                </c:pt>
                <c:pt idx="81718">
                  <c:v>84.99</c:v>
                </c:pt>
                <c:pt idx="81719">
                  <c:v>172.97</c:v>
                </c:pt>
                <c:pt idx="81720">
                  <c:v>84.99</c:v>
                </c:pt>
                <c:pt idx="81721">
                  <c:v>79.98</c:v>
                </c:pt>
                <c:pt idx="81722">
                  <c:v>99.98</c:v>
                </c:pt>
                <c:pt idx="81723">
                  <c:v>84.99</c:v>
                </c:pt>
                <c:pt idx="81724">
                  <c:v>68.98</c:v>
                </c:pt>
                <c:pt idx="81725">
                  <c:v>101.67</c:v>
                </c:pt>
                <c:pt idx="81726">
                  <c:v>135.94</c:v>
                </c:pt>
                <c:pt idx="81727">
                  <c:v>62.02</c:v>
                </c:pt>
                <c:pt idx="81728">
                  <c:v>129.96</c:v>
                </c:pt>
                <c:pt idx="81729">
                  <c:v>30.23</c:v>
                </c:pt>
                <c:pt idx="81730">
                  <c:v>94.03</c:v>
                </c:pt>
                <c:pt idx="81731">
                  <c:v>58.63</c:v>
                </c:pt>
                <c:pt idx="81732">
                  <c:v>83.26</c:v>
                </c:pt>
                <c:pt idx="81733">
                  <c:v>59.98</c:v>
                </c:pt>
                <c:pt idx="81734">
                  <c:v>76.47</c:v>
                </c:pt>
                <c:pt idx="81735">
                  <c:v>59.98</c:v>
                </c:pt>
                <c:pt idx="81736">
                  <c:v>83.94</c:v>
                </c:pt>
                <c:pt idx="81737">
                  <c:v>89.97</c:v>
                </c:pt>
                <c:pt idx="81738">
                  <c:v>54.98</c:v>
                </c:pt>
                <c:pt idx="81739">
                  <c:v>92.97</c:v>
                </c:pt>
                <c:pt idx="81740">
                  <c:v>59.98</c:v>
                </c:pt>
                <c:pt idx="81741">
                  <c:v>89.97</c:v>
                </c:pt>
                <c:pt idx="81742">
                  <c:v>99.85</c:v>
                </c:pt>
                <c:pt idx="81743">
                  <c:v>122.97</c:v>
                </c:pt>
                <c:pt idx="81744">
                  <c:v>110.97</c:v>
                </c:pt>
                <c:pt idx="81745">
                  <c:v>74.97</c:v>
                </c:pt>
                <c:pt idx="81746">
                  <c:v>151.94999999999999</c:v>
                </c:pt>
                <c:pt idx="81747">
                  <c:v>127.97</c:v>
                </c:pt>
                <c:pt idx="81748">
                  <c:v>65.989999999999995</c:v>
                </c:pt>
                <c:pt idx="81749">
                  <c:v>65.989999999999995</c:v>
                </c:pt>
                <c:pt idx="81750">
                  <c:v>64.67</c:v>
                </c:pt>
                <c:pt idx="81751">
                  <c:v>65.989999999999995</c:v>
                </c:pt>
                <c:pt idx="81752">
                  <c:v>65.989999999999995</c:v>
                </c:pt>
                <c:pt idx="81753">
                  <c:v>65.989999999999995</c:v>
                </c:pt>
                <c:pt idx="81754">
                  <c:v>115.98</c:v>
                </c:pt>
                <c:pt idx="81755">
                  <c:v>131.97999999999999</c:v>
                </c:pt>
                <c:pt idx="81756">
                  <c:v>54.98</c:v>
                </c:pt>
                <c:pt idx="81757">
                  <c:v>124.94</c:v>
                </c:pt>
                <c:pt idx="81758">
                  <c:v>149.97</c:v>
                </c:pt>
                <c:pt idx="81759">
                  <c:v>59.98</c:v>
                </c:pt>
                <c:pt idx="81760">
                  <c:v>59.98</c:v>
                </c:pt>
                <c:pt idx="81761">
                  <c:v>59.98</c:v>
                </c:pt>
                <c:pt idx="81762">
                  <c:v>59.98</c:v>
                </c:pt>
                <c:pt idx="81763">
                  <c:v>50.98</c:v>
                </c:pt>
                <c:pt idx="81764">
                  <c:v>54.98</c:v>
                </c:pt>
                <c:pt idx="81765">
                  <c:v>53.98</c:v>
                </c:pt>
                <c:pt idx="81766">
                  <c:v>59.98</c:v>
                </c:pt>
                <c:pt idx="81767">
                  <c:v>59.98</c:v>
                </c:pt>
                <c:pt idx="81768">
                  <c:v>59.98</c:v>
                </c:pt>
                <c:pt idx="81769">
                  <c:v>41.49</c:v>
                </c:pt>
                <c:pt idx="81770">
                  <c:v>29.48</c:v>
                </c:pt>
                <c:pt idx="81771">
                  <c:v>29.48</c:v>
                </c:pt>
                <c:pt idx="81772">
                  <c:v>127.96</c:v>
                </c:pt>
                <c:pt idx="81773">
                  <c:v>79.98</c:v>
                </c:pt>
                <c:pt idx="81774">
                  <c:v>119.97</c:v>
                </c:pt>
                <c:pt idx="81775">
                  <c:v>79.98</c:v>
                </c:pt>
                <c:pt idx="81776">
                  <c:v>521.04</c:v>
                </c:pt>
                <c:pt idx="81777">
                  <c:v>329.94</c:v>
                </c:pt>
                <c:pt idx="81778">
                  <c:v>84.99</c:v>
                </c:pt>
                <c:pt idx="81779">
                  <c:v>99.98</c:v>
                </c:pt>
                <c:pt idx="81780">
                  <c:v>84.99</c:v>
                </c:pt>
                <c:pt idx="81781">
                  <c:v>84.99</c:v>
                </c:pt>
                <c:pt idx="81782">
                  <c:v>84.99</c:v>
                </c:pt>
                <c:pt idx="81783">
                  <c:v>59.48</c:v>
                </c:pt>
                <c:pt idx="81784">
                  <c:v>69.98</c:v>
                </c:pt>
                <c:pt idx="81785">
                  <c:v>79.98</c:v>
                </c:pt>
                <c:pt idx="81786">
                  <c:v>93.98</c:v>
                </c:pt>
                <c:pt idx="81787">
                  <c:v>84.99</c:v>
                </c:pt>
                <c:pt idx="81788">
                  <c:v>68.98</c:v>
                </c:pt>
                <c:pt idx="81789">
                  <c:v>84.99</c:v>
                </c:pt>
                <c:pt idx="81790">
                  <c:v>79.98</c:v>
                </c:pt>
                <c:pt idx="81791">
                  <c:v>68.98</c:v>
                </c:pt>
                <c:pt idx="81792">
                  <c:v>59.98</c:v>
                </c:pt>
                <c:pt idx="81793">
                  <c:v>89.97</c:v>
                </c:pt>
                <c:pt idx="81794">
                  <c:v>82.67</c:v>
                </c:pt>
                <c:pt idx="81795">
                  <c:v>144.97</c:v>
                </c:pt>
                <c:pt idx="81796">
                  <c:v>84.97</c:v>
                </c:pt>
                <c:pt idx="81797">
                  <c:v>89.97</c:v>
                </c:pt>
                <c:pt idx="81798">
                  <c:v>50.11</c:v>
                </c:pt>
                <c:pt idx="81799">
                  <c:v>99.18</c:v>
                </c:pt>
                <c:pt idx="81800">
                  <c:v>109.97</c:v>
                </c:pt>
                <c:pt idx="81801">
                  <c:v>89.97</c:v>
                </c:pt>
                <c:pt idx="81802">
                  <c:v>98.97</c:v>
                </c:pt>
                <c:pt idx="81803">
                  <c:v>118.84</c:v>
                </c:pt>
                <c:pt idx="81804">
                  <c:v>77.97</c:v>
                </c:pt>
                <c:pt idx="81805">
                  <c:v>113.75</c:v>
                </c:pt>
                <c:pt idx="81806">
                  <c:v>79.97</c:v>
                </c:pt>
                <c:pt idx="81807">
                  <c:v>208.08</c:v>
                </c:pt>
                <c:pt idx="81808">
                  <c:v>186.29</c:v>
                </c:pt>
                <c:pt idx="81809">
                  <c:v>123.37</c:v>
                </c:pt>
                <c:pt idx="81810">
                  <c:v>116.12</c:v>
                </c:pt>
                <c:pt idx="81811">
                  <c:v>67.650000000000006</c:v>
                </c:pt>
                <c:pt idx="81812">
                  <c:v>67.650000000000006</c:v>
                </c:pt>
                <c:pt idx="81813">
                  <c:v>119.96</c:v>
                </c:pt>
                <c:pt idx="81814">
                  <c:v>119.96</c:v>
                </c:pt>
                <c:pt idx="81815">
                  <c:v>51.98</c:v>
                </c:pt>
                <c:pt idx="81816">
                  <c:v>179.94</c:v>
                </c:pt>
                <c:pt idx="81817">
                  <c:v>51.98</c:v>
                </c:pt>
                <c:pt idx="81818">
                  <c:v>119.96</c:v>
                </c:pt>
                <c:pt idx="81819">
                  <c:v>119.96</c:v>
                </c:pt>
                <c:pt idx="81820">
                  <c:v>24.68</c:v>
                </c:pt>
                <c:pt idx="81821">
                  <c:v>24.68</c:v>
                </c:pt>
                <c:pt idx="81822">
                  <c:v>179.94</c:v>
                </c:pt>
                <c:pt idx="81823">
                  <c:v>217.75</c:v>
                </c:pt>
                <c:pt idx="81824">
                  <c:v>72.53</c:v>
                </c:pt>
                <c:pt idx="81825">
                  <c:v>84.99</c:v>
                </c:pt>
                <c:pt idx="81826">
                  <c:v>84.99</c:v>
                </c:pt>
                <c:pt idx="81827">
                  <c:v>65.989999999999995</c:v>
                </c:pt>
                <c:pt idx="81828">
                  <c:v>84.99</c:v>
                </c:pt>
                <c:pt idx="81829">
                  <c:v>84.99</c:v>
                </c:pt>
                <c:pt idx="81830">
                  <c:v>131.97999999999999</c:v>
                </c:pt>
                <c:pt idx="81831">
                  <c:v>84.99</c:v>
                </c:pt>
                <c:pt idx="81832">
                  <c:v>65.989999999999995</c:v>
                </c:pt>
                <c:pt idx="81833">
                  <c:v>53.98</c:v>
                </c:pt>
                <c:pt idx="81834">
                  <c:v>68.95</c:v>
                </c:pt>
                <c:pt idx="81835">
                  <c:v>96.56</c:v>
                </c:pt>
                <c:pt idx="81836">
                  <c:v>53.98</c:v>
                </c:pt>
                <c:pt idx="81837">
                  <c:v>72.58</c:v>
                </c:pt>
                <c:pt idx="81838">
                  <c:v>136.68</c:v>
                </c:pt>
                <c:pt idx="81839">
                  <c:v>152.41999999999999</c:v>
                </c:pt>
                <c:pt idx="81840">
                  <c:v>72.58</c:v>
                </c:pt>
                <c:pt idx="81841">
                  <c:v>59.98</c:v>
                </c:pt>
                <c:pt idx="81842">
                  <c:v>72.58</c:v>
                </c:pt>
                <c:pt idx="81843">
                  <c:v>63.97</c:v>
                </c:pt>
                <c:pt idx="81844">
                  <c:v>79.95</c:v>
                </c:pt>
                <c:pt idx="81845">
                  <c:v>111.93</c:v>
                </c:pt>
                <c:pt idx="81846">
                  <c:v>79.95</c:v>
                </c:pt>
                <c:pt idx="81847">
                  <c:v>79.95</c:v>
                </c:pt>
                <c:pt idx="81848">
                  <c:v>95.94</c:v>
                </c:pt>
                <c:pt idx="81849">
                  <c:v>79.95</c:v>
                </c:pt>
                <c:pt idx="81850">
                  <c:v>79.95</c:v>
                </c:pt>
                <c:pt idx="81851">
                  <c:v>79.95</c:v>
                </c:pt>
                <c:pt idx="81852">
                  <c:v>59.98</c:v>
                </c:pt>
                <c:pt idx="81853">
                  <c:v>59.98</c:v>
                </c:pt>
                <c:pt idx="81854">
                  <c:v>69.97</c:v>
                </c:pt>
                <c:pt idx="81855">
                  <c:v>79.98</c:v>
                </c:pt>
                <c:pt idx="81856">
                  <c:v>57.88</c:v>
                </c:pt>
                <c:pt idx="81857">
                  <c:v>59.98</c:v>
                </c:pt>
                <c:pt idx="81858">
                  <c:v>59.98</c:v>
                </c:pt>
                <c:pt idx="81859">
                  <c:v>179.94</c:v>
                </c:pt>
                <c:pt idx="81860">
                  <c:v>59.98</c:v>
                </c:pt>
                <c:pt idx="81861">
                  <c:v>29.99</c:v>
                </c:pt>
                <c:pt idx="81862">
                  <c:v>59.98</c:v>
                </c:pt>
                <c:pt idx="81863">
                  <c:v>31.48</c:v>
                </c:pt>
                <c:pt idx="81864">
                  <c:v>93.47</c:v>
                </c:pt>
                <c:pt idx="81865">
                  <c:v>63.96</c:v>
                </c:pt>
                <c:pt idx="81866">
                  <c:v>79.97</c:v>
                </c:pt>
                <c:pt idx="81867">
                  <c:v>55.96</c:v>
                </c:pt>
                <c:pt idx="81868">
                  <c:v>55.96</c:v>
                </c:pt>
                <c:pt idx="81869">
                  <c:v>72.150000000000006</c:v>
                </c:pt>
                <c:pt idx="81870">
                  <c:v>53.98</c:v>
                </c:pt>
                <c:pt idx="81871">
                  <c:v>108.96</c:v>
                </c:pt>
                <c:pt idx="81872">
                  <c:v>109.96</c:v>
                </c:pt>
                <c:pt idx="81873">
                  <c:v>197.97</c:v>
                </c:pt>
                <c:pt idx="81874">
                  <c:v>353.65</c:v>
                </c:pt>
                <c:pt idx="81875">
                  <c:v>234.57</c:v>
                </c:pt>
                <c:pt idx="81876">
                  <c:v>108.88</c:v>
                </c:pt>
                <c:pt idx="81877">
                  <c:v>74.22</c:v>
                </c:pt>
                <c:pt idx="81878">
                  <c:v>77.400000000000006</c:v>
                </c:pt>
                <c:pt idx="81879">
                  <c:v>82.21</c:v>
                </c:pt>
                <c:pt idx="81880">
                  <c:v>56.85</c:v>
                </c:pt>
                <c:pt idx="81881">
                  <c:v>75</c:v>
                </c:pt>
                <c:pt idx="81882">
                  <c:v>115.11</c:v>
                </c:pt>
                <c:pt idx="81883">
                  <c:v>142.74</c:v>
                </c:pt>
                <c:pt idx="81884">
                  <c:v>110.34</c:v>
                </c:pt>
                <c:pt idx="81885">
                  <c:v>107.98</c:v>
                </c:pt>
                <c:pt idx="81886">
                  <c:v>170.95</c:v>
                </c:pt>
                <c:pt idx="81887">
                  <c:v>164.95</c:v>
                </c:pt>
                <c:pt idx="81888">
                  <c:v>94.96</c:v>
                </c:pt>
                <c:pt idx="81889">
                  <c:v>127.98</c:v>
                </c:pt>
                <c:pt idx="81890">
                  <c:v>131.97999999999999</c:v>
                </c:pt>
                <c:pt idx="81891">
                  <c:v>65.989999999999995</c:v>
                </c:pt>
                <c:pt idx="81892">
                  <c:v>121.46</c:v>
                </c:pt>
                <c:pt idx="81893">
                  <c:v>79.98</c:v>
                </c:pt>
                <c:pt idx="81894">
                  <c:v>85.98</c:v>
                </c:pt>
                <c:pt idx="81895">
                  <c:v>125.97</c:v>
                </c:pt>
                <c:pt idx="81896">
                  <c:v>149.97999999999999</c:v>
                </c:pt>
                <c:pt idx="81897">
                  <c:v>130.38</c:v>
                </c:pt>
                <c:pt idx="81898">
                  <c:v>75.959999999999994</c:v>
                </c:pt>
                <c:pt idx="81899">
                  <c:v>56.97</c:v>
                </c:pt>
                <c:pt idx="81900">
                  <c:v>142.34</c:v>
                </c:pt>
                <c:pt idx="81901">
                  <c:v>77.97</c:v>
                </c:pt>
                <c:pt idx="81902">
                  <c:v>65.989999999999995</c:v>
                </c:pt>
                <c:pt idx="81903">
                  <c:v>108.97</c:v>
                </c:pt>
                <c:pt idx="81904">
                  <c:v>105.98</c:v>
                </c:pt>
                <c:pt idx="81905">
                  <c:v>65.989999999999995</c:v>
                </c:pt>
                <c:pt idx="81906">
                  <c:v>130.38999999999999</c:v>
                </c:pt>
                <c:pt idx="81907">
                  <c:v>130.38999999999999</c:v>
                </c:pt>
                <c:pt idx="81908">
                  <c:v>89.98</c:v>
                </c:pt>
                <c:pt idx="81909">
                  <c:v>120.54</c:v>
                </c:pt>
                <c:pt idx="81910">
                  <c:v>125.97</c:v>
                </c:pt>
                <c:pt idx="81911">
                  <c:v>84.99</c:v>
                </c:pt>
                <c:pt idx="81912">
                  <c:v>122.98</c:v>
                </c:pt>
                <c:pt idx="81913">
                  <c:v>89.98</c:v>
                </c:pt>
                <c:pt idx="81914">
                  <c:v>79.98</c:v>
                </c:pt>
                <c:pt idx="81915">
                  <c:v>70.5</c:v>
                </c:pt>
                <c:pt idx="81916">
                  <c:v>94.96</c:v>
                </c:pt>
                <c:pt idx="81917">
                  <c:v>79.959999999999994</c:v>
                </c:pt>
                <c:pt idx="81918">
                  <c:v>-59.95</c:v>
                </c:pt>
                <c:pt idx="81919">
                  <c:v>59.95</c:v>
                </c:pt>
                <c:pt idx="81920">
                  <c:v>127.43</c:v>
                </c:pt>
                <c:pt idx="81921">
                  <c:v>253.94</c:v>
                </c:pt>
                <c:pt idx="81922">
                  <c:v>96.43</c:v>
                </c:pt>
                <c:pt idx="81923">
                  <c:v>125.98</c:v>
                </c:pt>
                <c:pt idx="81924">
                  <c:v>339.96</c:v>
                </c:pt>
                <c:pt idx="81925">
                  <c:v>358.95</c:v>
                </c:pt>
                <c:pt idx="81926">
                  <c:v>143.96</c:v>
                </c:pt>
                <c:pt idx="81927">
                  <c:v>143.96</c:v>
                </c:pt>
                <c:pt idx="81928">
                  <c:v>153.34</c:v>
                </c:pt>
                <c:pt idx="81929">
                  <c:v>68.97</c:v>
                </c:pt>
                <c:pt idx="81930">
                  <c:v>135.96</c:v>
                </c:pt>
                <c:pt idx="81931">
                  <c:v>141.88</c:v>
                </c:pt>
                <c:pt idx="81932">
                  <c:v>157.87</c:v>
                </c:pt>
                <c:pt idx="81933">
                  <c:v>152.87</c:v>
                </c:pt>
                <c:pt idx="81934">
                  <c:v>108.91</c:v>
                </c:pt>
                <c:pt idx="81935">
                  <c:v>120.97</c:v>
                </c:pt>
                <c:pt idx="81936">
                  <c:v>59.13</c:v>
                </c:pt>
                <c:pt idx="81937">
                  <c:v>84.99</c:v>
                </c:pt>
                <c:pt idx="81938">
                  <c:v>48.24</c:v>
                </c:pt>
                <c:pt idx="81939">
                  <c:v>80.38</c:v>
                </c:pt>
                <c:pt idx="81940">
                  <c:v>84.99</c:v>
                </c:pt>
                <c:pt idx="81941">
                  <c:v>76.48</c:v>
                </c:pt>
                <c:pt idx="81942">
                  <c:v>76.48</c:v>
                </c:pt>
                <c:pt idx="81943">
                  <c:v>120.97</c:v>
                </c:pt>
                <c:pt idx="81944">
                  <c:v>72.989999999999995</c:v>
                </c:pt>
                <c:pt idx="81945">
                  <c:v>84.14</c:v>
                </c:pt>
                <c:pt idx="81946">
                  <c:v>84.14</c:v>
                </c:pt>
                <c:pt idx="81947">
                  <c:v>84.14</c:v>
                </c:pt>
                <c:pt idx="81948">
                  <c:v>84.14</c:v>
                </c:pt>
                <c:pt idx="81949">
                  <c:v>62.97</c:v>
                </c:pt>
                <c:pt idx="81950">
                  <c:v>62.97</c:v>
                </c:pt>
                <c:pt idx="81951">
                  <c:v>88.98</c:v>
                </c:pt>
                <c:pt idx="81952">
                  <c:v>88.98</c:v>
                </c:pt>
                <c:pt idx="81953">
                  <c:v>80.38</c:v>
                </c:pt>
                <c:pt idx="81954">
                  <c:v>48.24</c:v>
                </c:pt>
                <c:pt idx="81955">
                  <c:v>72.989999999999995</c:v>
                </c:pt>
                <c:pt idx="81956">
                  <c:v>59.13</c:v>
                </c:pt>
                <c:pt idx="81957">
                  <c:v>49.99</c:v>
                </c:pt>
                <c:pt idx="81958">
                  <c:v>49.99</c:v>
                </c:pt>
                <c:pt idx="81959">
                  <c:v>84.99</c:v>
                </c:pt>
                <c:pt idx="81960">
                  <c:v>51.94</c:v>
                </c:pt>
                <c:pt idx="81961">
                  <c:v>84.99</c:v>
                </c:pt>
                <c:pt idx="81962">
                  <c:v>51.29</c:v>
                </c:pt>
                <c:pt idx="81963">
                  <c:v>74.989999999999995</c:v>
                </c:pt>
                <c:pt idx="81964">
                  <c:v>59.98</c:v>
                </c:pt>
                <c:pt idx="81965">
                  <c:v>51.64</c:v>
                </c:pt>
                <c:pt idx="81966">
                  <c:v>51.29</c:v>
                </c:pt>
                <c:pt idx="81967">
                  <c:v>21.29</c:v>
                </c:pt>
                <c:pt idx="81968">
                  <c:v>21.29</c:v>
                </c:pt>
                <c:pt idx="81969">
                  <c:v>21.94</c:v>
                </c:pt>
                <c:pt idx="81970">
                  <c:v>19.989999999999998</c:v>
                </c:pt>
                <c:pt idx="81971">
                  <c:v>30.12</c:v>
                </c:pt>
                <c:pt idx="81972">
                  <c:v>206.97</c:v>
                </c:pt>
                <c:pt idx="81973">
                  <c:v>239.97</c:v>
                </c:pt>
                <c:pt idx="81974">
                  <c:v>159.97999999999999</c:v>
                </c:pt>
                <c:pt idx="81975">
                  <c:v>159.97999999999999</c:v>
                </c:pt>
                <c:pt idx="81976">
                  <c:v>257.92</c:v>
                </c:pt>
                <c:pt idx="81977">
                  <c:v>69.97</c:v>
                </c:pt>
                <c:pt idx="81978">
                  <c:v>413.43</c:v>
                </c:pt>
                <c:pt idx="81979">
                  <c:v>120.98</c:v>
                </c:pt>
                <c:pt idx="81980">
                  <c:v>79.849999999999994</c:v>
                </c:pt>
                <c:pt idx="81981">
                  <c:v>91.94</c:v>
                </c:pt>
                <c:pt idx="81982">
                  <c:v>175.28</c:v>
                </c:pt>
                <c:pt idx="81983">
                  <c:v>96.78</c:v>
                </c:pt>
                <c:pt idx="81984">
                  <c:v>50.97</c:v>
                </c:pt>
                <c:pt idx="81985">
                  <c:v>50.98</c:v>
                </c:pt>
                <c:pt idx="81986">
                  <c:v>57.69</c:v>
                </c:pt>
                <c:pt idx="81987">
                  <c:v>46.29</c:v>
                </c:pt>
                <c:pt idx="81988">
                  <c:v>72.19</c:v>
                </c:pt>
                <c:pt idx="81989">
                  <c:v>52.98</c:v>
                </c:pt>
                <c:pt idx="81990">
                  <c:v>63.98</c:v>
                </c:pt>
                <c:pt idx="81991">
                  <c:v>50.98</c:v>
                </c:pt>
                <c:pt idx="81992">
                  <c:v>55.98</c:v>
                </c:pt>
                <c:pt idx="81993">
                  <c:v>52.97</c:v>
                </c:pt>
                <c:pt idx="81994">
                  <c:v>54.92</c:v>
                </c:pt>
                <c:pt idx="81995">
                  <c:v>55.98</c:v>
                </c:pt>
                <c:pt idx="81996">
                  <c:v>6.8</c:v>
                </c:pt>
                <c:pt idx="81997">
                  <c:v>104.94</c:v>
                </c:pt>
                <c:pt idx="81998">
                  <c:v>83.87</c:v>
                </c:pt>
                <c:pt idx="81999">
                  <c:v>83.45</c:v>
                </c:pt>
                <c:pt idx="82000">
                  <c:v>30.74</c:v>
                </c:pt>
                <c:pt idx="82001">
                  <c:v>95.55</c:v>
                </c:pt>
                <c:pt idx="82002">
                  <c:v>111.27</c:v>
                </c:pt>
                <c:pt idx="82003">
                  <c:v>87.01</c:v>
                </c:pt>
                <c:pt idx="82004">
                  <c:v>85.99</c:v>
                </c:pt>
                <c:pt idx="82005">
                  <c:v>68.930000000000007</c:v>
                </c:pt>
                <c:pt idx="82006">
                  <c:v>84.65</c:v>
                </c:pt>
                <c:pt idx="82007">
                  <c:v>80.86</c:v>
                </c:pt>
                <c:pt idx="82008">
                  <c:v>107.96</c:v>
                </c:pt>
                <c:pt idx="82009">
                  <c:v>167.35</c:v>
                </c:pt>
                <c:pt idx="82010">
                  <c:v>139.46</c:v>
                </c:pt>
                <c:pt idx="82011">
                  <c:v>154.94999999999999</c:v>
                </c:pt>
                <c:pt idx="82012">
                  <c:v>185.94</c:v>
                </c:pt>
                <c:pt idx="82013">
                  <c:v>131.71</c:v>
                </c:pt>
                <c:pt idx="82014">
                  <c:v>68.95</c:v>
                </c:pt>
                <c:pt idx="82015">
                  <c:v>93.97</c:v>
                </c:pt>
                <c:pt idx="82016">
                  <c:v>57.69</c:v>
                </c:pt>
                <c:pt idx="82017">
                  <c:v>72.58</c:v>
                </c:pt>
                <c:pt idx="82018">
                  <c:v>185.09</c:v>
                </c:pt>
                <c:pt idx="82019">
                  <c:v>105.1</c:v>
                </c:pt>
                <c:pt idx="82020">
                  <c:v>77.400000000000006</c:v>
                </c:pt>
                <c:pt idx="82021">
                  <c:v>90.69</c:v>
                </c:pt>
                <c:pt idx="82022">
                  <c:v>87.91</c:v>
                </c:pt>
                <c:pt idx="82023">
                  <c:v>90.69</c:v>
                </c:pt>
                <c:pt idx="82024">
                  <c:v>96.78</c:v>
                </c:pt>
                <c:pt idx="82025">
                  <c:v>99.98</c:v>
                </c:pt>
                <c:pt idx="82026">
                  <c:v>99.98</c:v>
                </c:pt>
                <c:pt idx="82027">
                  <c:v>99.98</c:v>
                </c:pt>
                <c:pt idx="82028">
                  <c:v>99.98</c:v>
                </c:pt>
                <c:pt idx="82029">
                  <c:v>84.98</c:v>
                </c:pt>
                <c:pt idx="82030">
                  <c:v>114.97</c:v>
                </c:pt>
                <c:pt idx="82031">
                  <c:v>144.96</c:v>
                </c:pt>
                <c:pt idx="82032">
                  <c:v>169.96</c:v>
                </c:pt>
                <c:pt idx="82033">
                  <c:v>299.89999999999998</c:v>
                </c:pt>
                <c:pt idx="82034">
                  <c:v>149.94999999999999</c:v>
                </c:pt>
                <c:pt idx="82035">
                  <c:v>65.989999999999995</c:v>
                </c:pt>
                <c:pt idx="82036">
                  <c:v>80.48</c:v>
                </c:pt>
                <c:pt idx="82037">
                  <c:v>188.69</c:v>
                </c:pt>
                <c:pt idx="82038">
                  <c:v>251.58</c:v>
                </c:pt>
                <c:pt idx="82039">
                  <c:v>108.85</c:v>
                </c:pt>
                <c:pt idx="82040">
                  <c:v>62.71</c:v>
                </c:pt>
                <c:pt idx="82041">
                  <c:v>238.97</c:v>
                </c:pt>
                <c:pt idx="82042">
                  <c:v>31.48</c:v>
                </c:pt>
                <c:pt idx="82043">
                  <c:v>238.97</c:v>
                </c:pt>
                <c:pt idx="82044">
                  <c:v>31.48</c:v>
                </c:pt>
                <c:pt idx="82045">
                  <c:v>215.07</c:v>
                </c:pt>
                <c:pt idx="82046">
                  <c:v>215.07</c:v>
                </c:pt>
                <c:pt idx="82047">
                  <c:v>63.96</c:v>
                </c:pt>
                <c:pt idx="82048">
                  <c:v>173.97</c:v>
                </c:pt>
                <c:pt idx="82049">
                  <c:v>157.94999999999999</c:v>
                </c:pt>
                <c:pt idx="82050">
                  <c:v>143.96</c:v>
                </c:pt>
                <c:pt idx="82051">
                  <c:v>55.96</c:v>
                </c:pt>
                <c:pt idx="82052">
                  <c:v>174.95</c:v>
                </c:pt>
                <c:pt idx="82053">
                  <c:v>99.98</c:v>
                </c:pt>
                <c:pt idx="82054">
                  <c:v>102.98</c:v>
                </c:pt>
                <c:pt idx="82055">
                  <c:v>158.47</c:v>
                </c:pt>
                <c:pt idx="82056">
                  <c:v>102.98</c:v>
                </c:pt>
                <c:pt idx="82057">
                  <c:v>124.98</c:v>
                </c:pt>
                <c:pt idx="82058">
                  <c:v>62.98</c:v>
                </c:pt>
                <c:pt idx="82059">
                  <c:v>99.98</c:v>
                </c:pt>
                <c:pt idx="82060">
                  <c:v>16.489999999999998</c:v>
                </c:pt>
                <c:pt idx="82061">
                  <c:v>79.44</c:v>
                </c:pt>
                <c:pt idx="82062">
                  <c:v>99.98</c:v>
                </c:pt>
                <c:pt idx="82063">
                  <c:v>99.96</c:v>
                </c:pt>
                <c:pt idx="82064">
                  <c:v>51.49</c:v>
                </c:pt>
                <c:pt idx="82065">
                  <c:v>15.24</c:v>
                </c:pt>
                <c:pt idx="82066">
                  <c:v>84.99</c:v>
                </c:pt>
                <c:pt idx="82067">
                  <c:v>-30</c:v>
                </c:pt>
                <c:pt idx="82068">
                  <c:v>89.17</c:v>
                </c:pt>
                <c:pt idx="82069">
                  <c:v>14.99</c:v>
                </c:pt>
                <c:pt idx="82070">
                  <c:v>59.98</c:v>
                </c:pt>
                <c:pt idx="82071">
                  <c:v>89.97</c:v>
                </c:pt>
                <c:pt idx="82072">
                  <c:v>59.98</c:v>
                </c:pt>
                <c:pt idx="82073">
                  <c:v>59.98</c:v>
                </c:pt>
                <c:pt idx="82074">
                  <c:v>59.98</c:v>
                </c:pt>
                <c:pt idx="82075">
                  <c:v>89.97</c:v>
                </c:pt>
                <c:pt idx="82076">
                  <c:v>89.97</c:v>
                </c:pt>
                <c:pt idx="82077">
                  <c:v>29.99</c:v>
                </c:pt>
                <c:pt idx="82078">
                  <c:v>74.97</c:v>
                </c:pt>
                <c:pt idx="82079">
                  <c:v>59.98</c:v>
                </c:pt>
                <c:pt idx="82080">
                  <c:v>89.97</c:v>
                </c:pt>
                <c:pt idx="82081">
                  <c:v>134.97999999999999</c:v>
                </c:pt>
                <c:pt idx="82082">
                  <c:v>126.48</c:v>
                </c:pt>
                <c:pt idx="82083">
                  <c:v>164.98</c:v>
                </c:pt>
                <c:pt idx="82084">
                  <c:v>79.98</c:v>
                </c:pt>
                <c:pt idx="82085">
                  <c:v>30.48</c:v>
                </c:pt>
                <c:pt idx="82086">
                  <c:v>95.96</c:v>
                </c:pt>
                <c:pt idx="82087">
                  <c:v>89.98</c:v>
                </c:pt>
                <c:pt idx="82088">
                  <c:v>49.27</c:v>
                </c:pt>
                <c:pt idx="82089">
                  <c:v>95.96</c:v>
                </c:pt>
                <c:pt idx="82090">
                  <c:v>65.97</c:v>
                </c:pt>
                <c:pt idx="82091">
                  <c:v>95.96</c:v>
                </c:pt>
                <c:pt idx="82092">
                  <c:v>71.97</c:v>
                </c:pt>
                <c:pt idx="82093">
                  <c:v>25.29</c:v>
                </c:pt>
                <c:pt idx="82094">
                  <c:v>95.96</c:v>
                </c:pt>
                <c:pt idx="82095">
                  <c:v>69.97</c:v>
                </c:pt>
                <c:pt idx="82096">
                  <c:v>59.97</c:v>
                </c:pt>
                <c:pt idx="82097">
                  <c:v>59.97</c:v>
                </c:pt>
                <c:pt idx="82098">
                  <c:v>184.94</c:v>
                </c:pt>
                <c:pt idx="82099">
                  <c:v>59.98</c:v>
                </c:pt>
                <c:pt idx="82100">
                  <c:v>59.97</c:v>
                </c:pt>
                <c:pt idx="82101">
                  <c:v>59.98</c:v>
                </c:pt>
                <c:pt idx="82102">
                  <c:v>54.98</c:v>
                </c:pt>
                <c:pt idx="82103">
                  <c:v>59.97</c:v>
                </c:pt>
                <c:pt idx="82104">
                  <c:v>50.98</c:v>
                </c:pt>
                <c:pt idx="82105">
                  <c:v>76.8</c:v>
                </c:pt>
                <c:pt idx="82106">
                  <c:v>97.97</c:v>
                </c:pt>
                <c:pt idx="82107">
                  <c:v>102.97</c:v>
                </c:pt>
                <c:pt idx="82108">
                  <c:v>84.99</c:v>
                </c:pt>
                <c:pt idx="82109">
                  <c:v>68.19</c:v>
                </c:pt>
                <c:pt idx="82110">
                  <c:v>264.95</c:v>
                </c:pt>
                <c:pt idx="82111">
                  <c:v>109.97</c:v>
                </c:pt>
                <c:pt idx="82112">
                  <c:v>59.97</c:v>
                </c:pt>
                <c:pt idx="82113">
                  <c:v>169.98</c:v>
                </c:pt>
                <c:pt idx="82114">
                  <c:v>153.97999999999999</c:v>
                </c:pt>
                <c:pt idx="82115">
                  <c:v>123.96</c:v>
                </c:pt>
                <c:pt idx="82116">
                  <c:v>71.98</c:v>
                </c:pt>
                <c:pt idx="82117">
                  <c:v>89.56</c:v>
                </c:pt>
                <c:pt idx="82118">
                  <c:v>135.94999999999999</c:v>
                </c:pt>
                <c:pt idx="82119">
                  <c:v>87.97</c:v>
                </c:pt>
                <c:pt idx="82120">
                  <c:v>104.32</c:v>
                </c:pt>
                <c:pt idx="82121">
                  <c:v>65.989999999999995</c:v>
                </c:pt>
                <c:pt idx="82122">
                  <c:v>82.97</c:v>
                </c:pt>
                <c:pt idx="82123">
                  <c:v>65.989999999999995</c:v>
                </c:pt>
                <c:pt idx="82124">
                  <c:v>152.97999999999999</c:v>
                </c:pt>
                <c:pt idx="82125">
                  <c:v>99.98</c:v>
                </c:pt>
                <c:pt idx="82126">
                  <c:v>131.97999999999999</c:v>
                </c:pt>
                <c:pt idx="82127">
                  <c:v>103.97</c:v>
                </c:pt>
                <c:pt idx="82128">
                  <c:v>59.39</c:v>
                </c:pt>
                <c:pt idx="82129">
                  <c:v>75.2</c:v>
                </c:pt>
                <c:pt idx="82130">
                  <c:v>59.98</c:v>
                </c:pt>
                <c:pt idx="82131">
                  <c:v>84.99</c:v>
                </c:pt>
                <c:pt idx="82132">
                  <c:v>109.98</c:v>
                </c:pt>
                <c:pt idx="82133">
                  <c:v>52.13</c:v>
                </c:pt>
                <c:pt idx="82134">
                  <c:v>74.98</c:v>
                </c:pt>
                <c:pt idx="82135">
                  <c:v>83.94</c:v>
                </c:pt>
                <c:pt idx="82136">
                  <c:v>69.27</c:v>
                </c:pt>
                <c:pt idx="82137">
                  <c:v>68.989999999999995</c:v>
                </c:pt>
                <c:pt idx="82138">
                  <c:v>104.98</c:v>
                </c:pt>
                <c:pt idx="82139">
                  <c:v>59.98</c:v>
                </c:pt>
                <c:pt idx="82140">
                  <c:v>56.94</c:v>
                </c:pt>
                <c:pt idx="82141">
                  <c:v>89.97</c:v>
                </c:pt>
                <c:pt idx="82142">
                  <c:v>89.97</c:v>
                </c:pt>
                <c:pt idx="82143">
                  <c:v>76.47</c:v>
                </c:pt>
                <c:pt idx="82144">
                  <c:v>89.97</c:v>
                </c:pt>
                <c:pt idx="82145">
                  <c:v>131.94999999999999</c:v>
                </c:pt>
                <c:pt idx="82146">
                  <c:v>81.97</c:v>
                </c:pt>
                <c:pt idx="82147">
                  <c:v>114.93</c:v>
                </c:pt>
                <c:pt idx="82148">
                  <c:v>72.58</c:v>
                </c:pt>
                <c:pt idx="82149">
                  <c:v>145.15</c:v>
                </c:pt>
                <c:pt idx="82150">
                  <c:v>145.15</c:v>
                </c:pt>
                <c:pt idx="82151">
                  <c:v>145.15</c:v>
                </c:pt>
                <c:pt idx="82152">
                  <c:v>327.92</c:v>
                </c:pt>
                <c:pt idx="82153">
                  <c:v>205.95</c:v>
                </c:pt>
                <c:pt idx="82154">
                  <c:v>223.94</c:v>
                </c:pt>
                <c:pt idx="82155">
                  <c:v>51.98</c:v>
                </c:pt>
                <c:pt idx="82156">
                  <c:v>51.98</c:v>
                </c:pt>
                <c:pt idx="82157">
                  <c:v>51.98</c:v>
                </c:pt>
                <c:pt idx="82158">
                  <c:v>51.98</c:v>
                </c:pt>
                <c:pt idx="82159">
                  <c:v>49.38</c:v>
                </c:pt>
                <c:pt idx="82160">
                  <c:v>51.98</c:v>
                </c:pt>
                <c:pt idx="82161">
                  <c:v>51.98</c:v>
                </c:pt>
                <c:pt idx="82162">
                  <c:v>51.98</c:v>
                </c:pt>
                <c:pt idx="82163">
                  <c:v>51.98</c:v>
                </c:pt>
                <c:pt idx="82164">
                  <c:v>51.98</c:v>
                </c:pt>
                <c:pt idx="82165">
                  <c:v>51.98</c:v>
                </c:pt>
                <c:pt idx="82166">
                  <c:v>51.98</c:v>
                </c:pt>
                <c:pt idx="82167">
                  <c:v>89.98</c:v>
                </c:pt>
                <c:pt idx="82168">
                  <c:v>95.98</c:v>
                </c:pt>
                <c:pt idx="82169">
                  <c:v>139.97999999999999</c:v>
                </c:pt>
                <c:pt idx="82170">
                  <c:v>89.98</c:v>
                </c:pt>
                <c:pt idx="82171">
                  <c:v>93.48</c:v>
                </c:pt>
                <c:pt idx="82172">
                  <c:v>99.98</c:v>
                </c:pt>
                <c:pt idx="82173">
                  <c:v>75.959999999999994</c:v>
                </c:pt>
                <c:pt idx="82174">
                  <c:v>84.99</c:v>
                </c:pt>
                <c:pt idx="82175">
                  <c:v>65.989999999999995</c:v>
                </c:pt>
                <c:pt idx="82176">
                  <c:v>31.49</c:v>
                </c:pt>
                <c:pt idx="82177">
                  <c:v>48.98</c:v>
                </c:pt>
                <c:pt idx="82178">
                  <c:v>65.989999999999995</c:v>
                </c:pt>
                <c:pt idx="82179">
                  <c:v>31.49</c:v>
                </c:pt>
                <c:pt idx="82180">
                  <c:v>68.87</c:v>
                </c:pt>
                <c:pt idx="82181">
                  <c:v>58.73</c:v>
                </c:pt>
                <c:pt idx="82182">
                  <c:v>49.99</c:v>
                </c:pt>
                <c:pt idx="82183">
                  <c:v>74.98</c:v>
                </c:pt>
                <c:pt idx="82184">
                  <c:v>59.98</c:v>
                </c:pt>
                <c:pt idx="82185">
                  <c:v>54.98</c:v>
                </c:pt>
                <c:pt idx="82186">
                  <c:v>71.959999999999994</c:v>
                </c:pt>
                <c:pt idx="82187">
                  <c:v>143.91999999999999</c:v>
                </c:pt>
                <c:pt idx="82188">
                  <c:v>89.95</c:v>
                </c:pt>
                <c:pt idx="82189">
                  <c:v>107.94</c:v>
                </c:pt>
                <c:pt idx="82190">
                  <c:v>107.94</c:v>
                </c:pt>
                <c:pt idx="82191">
                  <c:v>70.34</c:v>
                </c:pt>
                <c:pt idx="82192">
                  <c:v>50.07</c:v>
                </c:pt>
                <c:pt idx="82193">
                  <c:v>105.96</c:v>
                </c:pt>
                <c:pt idx="82194">
                  <c:v>157.43</c:v>
                </c:pt>
                <c:pt idx="82195">
                  <c:v>289.14</c:v>
                </c:pt>
                <c:pt idx="82196">
                  <c:v>236.97</c:v>
                </c:pt>
                <c:pt idx="82197">
                  <c:v>151.06</c:v>
                </c:pt>
                <c:pt idx="82198">
                  <c:v>181.94</c:v>
                </c:pt>
                <c:pt idx="82199">
                  <c:v>56.98</c:v>
                </c:pt>
                <c:pt idx="82200">
                  <c:v>91.98</c:v>
                </c:pt>
                <c:pt idx="82201">
                  <c:v>99.98</c:v>
                </c:pt>
                <c:pt idx="82202">
                  <c:v>90.6</c:v>
                </c:pt>
                <c:pt idx="82203">
                  <c:v>84.99</c:v>
                </c:pt>
                <c:pt idx="82204">
                  <c:v>137.97999999999999</c:v>
                </c:pt>
                <c:pt idx="82205">
                  <c:v>99.98</c:v>
                </c:pt>
                <c:pt idx="82206">
                  <c:v>86.32</c:v>
                </c:pt>
                <c:pt idx="82207">
                  <c:v>84.98</c:v>
                </c:pt>
                <c:pt idx="82208">
                  <c:v>114.97</c:v>
                </c:pt>
                <c:pt idx="82209">
                  <c:v>58.64</c:v>
                </c:pt>
                <c:pt idx="82210">
                  <c:v>119.96</c:v>
                </c:pt>
                <c:pt idx="82211">
                  <c:v>90.08</c:v>
                </c:pt>
                <c:pt idx="82212">
                  <c:v>159.62</c:v>
                </c:pt>
                <c:pt idx="82213">
                  <c:v>103.98</c:v>
                </c:pt>
                <c:pt idx="82214">
                  <c:v>-20.49</c:v>
                </c:pt>
                <c:pt idx="82215">
                  <c:v>20.49</c:v>
                </c:pt>
                <c:pt idx="82216">
                  <c:v>-23</c:v>
                </c:pt>
                <c:pt idx="82217">
                  <c:v>144.22999999999999</c:v>
                </c:pt>
                <c:pt idx="82218">
                  <c:v>232.97</c:v>
                </c:pt>
                <c:pt idx="82219">
                  <c:v>133.94</c:v>
                </c:pt>
                <c:pt idx="82220">
                  <c:v>67.75</c:v>
                </c:pt>
                <c:pt idx="82221">
                  <c:v>79.849999999999994</c:v>
                </c:pt>
                <c:pt idx="82222">
                  <c:v>79.849999999999994</c:v>
                </c:pt>
                <c:pt idx="82223">
                  <c:v>101.85</c:v>
                </c:pt>
                <c:pt idx="82224">
                  <c:v>128.24</c:v>
                </c:pt>
                <c:pt idx="82225">
                  <c:v>167.67</c:v>
                </c:pt>
                <c:pt idx="82226">
                  <c:v>128.24</c:v>
                </c:pt>
                <c:pt idx="82227">
                  <c:v>79.849999999999994</c:v>
                </c:pt>
                <c:pt idx="82228">
                  <c:v>169.96</c:v>
                </c:pt>
                <c:pt idx="82229">
                  <c:v>219.93</c:v>
                </c:pt>
                <c:pt idx="82230">
                  <c:v>121.98</c:v>
                </c:pt>
                <c:pt idx="82231">
                  <c:v>121.98</c:v>
                </c:pt>
                <c:pt idx="82232">
                  <c:v>60.99</c:v>
                </c:pt>
                <c:pt idx="82233">
                  <c:v>78.98</c:v>
                </c:pt>
                <c:pt idx="82234">
                  <c:v>100.98</c:v>
                </c:pt>
                <c:pt idx="82235">
                  <c:v>83.96</c:v>
                </c:pt>
                <c:pt idx="82236">
                  <c:v>176.2</c:v>
                </c:pt>
                <c:pt idx="82237">
                  <c:v>115.97</c:v>
                </c:pt>
                <c:pt idx="82238">
                  <c:v>185.96</c:v>
                </c:pt>
                <c:pt idx="82239">
                  <c:v>63.28</c:v>
                </c:pt>
                <c:pt idx="82240">
                  <c:v>61.48</c:v>
                </c:pt>
                <c:pt idx="82241">
                  <c:v>91.47</c:v>
                </c:pt>
                <c:pt idx="82242">
                  <c:v>59.98</c:v>
                </c:pt>
                <c:pt idx="82243">
                  <c:v>76.47</c:v>
                </c:pt>
                <c:pt idx="82244">
                  <c:v>93.27</c:v>
                </c:pt>
                <c:pt idx="82245">
                  <c:v>89.97</c:v>
                </c:pt>
                <c:pt idx="82246">
                  <c:v>61.48</c:v>
                </c:pt>
                <c:pt idx="82247">
                  <c:v>84.97</c:v>
                </c:pt>
                <c:pt idx="82248">
                  <c:v>222.1</c:v>
                </c:pt>
                <c:pt idx="82249">
                  <c:v>114.94</c:v>
                </c:pt>
                <c:pt idx="82250">
                  <c:v>159.91</c:v>
                </c:pt>
                <c:pt idx="82251">
                  <c:v>106.43</c:v>
                </c:pt>
                <c:pt idx="82252">
                  <c:v>120.93</c:v>
                </c:pt>
                <c:pt idx="82253">
                  <c:v>62.87</c:v>
                </c:pt>
                <c:pt idx="82254">
                  <c:v>87.07</c:v>
                </c:pt>
                <c:pt idx="82255">
                  <c:v>220.14</c:v>
                </c:pt>
                <c:pt idx="82256">
                  <c:v>71.37</c:v>
                </c:pt>
                <c:pt idx="82257">
                  <c:v>78.63</c:v>
                </c:pt>
                <c:pt idx="82258">
                  <c:v>64.41</c:v>
                </c:pt>
                <c:pt idx="82259">
                  <c:v>66.53</c:v>
                </c:pt>
                <c:pt idx="82260">
                  <c:v>130.63999999999999</c:v>
                </c:pt>
                <c:pt idx="82261">
                  <c:v>85.49</c:v>
                </c:pt>
                <c:pt idx="82262">
                  <c:v>99.47</c:v>
                </c:pt>
                <c:pt idx="82263">
                  <c:v>169.98</c:v>
                </c:pt>
                <c:pt idx="82264">
                  <c:v>107.97</c:v>
                </c:pt>
                <c:pt idx="82265">
                  <c:v>84.99</c:v>
                </c:pt>
                <c:pt idx="82266">
                  <c:v>54.98</c:v>
                </c:pt>
                <c:pt idx="82267">
                  <c:v>96.93</c:v>
                </c:pt>
                <c:pt idx="82268">
                  <c:v>48.44</c:v>
                </c:pt>
                <c:pt idx="82269">
                  <c:v>131.97999999999999</c:v>
                </c:pt>
                <c:pt idx="82270">
                  <c:v>56.09</c:v>
                </c:pt>
                <c:pt idx="82271">
                  <c:v>93.97</c:v>
                </c:pt>
                <c:pt idx="82272">
                  <c:v>149.97</c:v>
                </c:pt>
                <c:pt idx="82273">
                  <c:v>93.97</c:v>
                </c:pt>
                <c:pt idx="82274">
                  <c:v>84.98</c:v>
                </c:pt>
                <c:pt idx="82275">
                  <c:v>76.489999999999995</c:v>
                </c:pt>
                <c:pt idx="82276">
                  <c:v>133.57</c:v>
                </c:pt>
                <c:pt idx="82277">
                  <c:v>84.99</c:v>
                </c:pt>
                <c:pt idx="82278">
                  <c:v>84.99</c:v>
                </c:pt>
                <c:pt idx="82279">
                  <c:v>59.99</c:v>
                </c:pt>
                <c:pt idx="82280">
                  <c:v>145.07</c:v>
                </c:pt>
                <c:pt idx="82281">
                  <c:v>84.99</c:v>
                </c:pt>
                <c:pt idx="82282">
                  <c:v>84.99</c:v>
                </c:pt>
                <c:pt idx="82283">
                  <c:v>119.96</c:v>
                </c:pt>
                <c:pt idx="82284">
                  <c:v>102.46</c:v>
                </c:pt>
                <c:pt idx="82285">
                  <c:v>119.96</c:v>
                </c:pt>
                <c:pt idx="82286">
                  <c:v>59.98</c:v>
                </c:pt>
                <c:pt idx="82287">
                  <c:v>119.96</c:v>
                </c:pt>
                <c:pt idx="82288">
                  <c:v>89.97</c:v>
                </c:pt>
                <c:pt idx="82289">
                  <c:v>139.94999999999999</c:v>
                </c:pt>
                <c:pt idx="82290">
                  <c:v>52.24</c:v>
                </c:pt>
                <c:pt idx="82291">
                  <c:v>89.98</c:v>
                </c:pt>
                <c:pt idx="82292">
                  <c:v>79.98</c:v>
                </c:pt>
                <c:pt idx="82293">
                  <c:v>65.989999999999995</c:v>
                </c:pt>
                <c:pt idx="82294">
                  <c:v>65.989999999999995</c:v>
                </c:pt>
                <c:pt idx="82295">
                  <c:v>79.98</c:v>
                </c:pt>
                <c:pt idx="82296">
                  <c:v>59.39</c:v>
                </c:pt>
                <c:pt idx="82297">
                  <c:v>46.49</c:v>
                </c:pt>
                <c:pt idx="82298">
                  <c:v>84.64</c:v>
                </c:pt>
                <c:pt idx="82299">
                  <c:v>304.86</c:v>
                </c:pt>
                <c:pt idx="82300">
                  <c:v>87.63</c:v>
                </c:pt>
                <c:pt idx="82301">
                  <c:v>17.190000000000001</c:v>
                </c:pt>
                <c:pt idx="82302">
                  <c:v>84.99</c:v>
                </c:pt>
                <c:pt idx="82303">
                  <c:v>51.79</c:v>
                </c:pt>
                <c:pt idx="82304">
                  <c:v>69.98</c:v>
                </c:pt>
                <c:pt idx="82305">
                  <c:v>84.99</c:v>
                </c:pt>
                <c:pt idx="82306">
                  <c:v>21.19</c:v>
                </c:pt>
                <c:pt idx="82307">
                  <c:v>21.79</c:v>
                </c:pt>
                <c:pt idx="82308">
                  <c:v>17.190000000000001</c:v>
                </c:pt>
                <c:pt idx="82309">
                  <c:v>111.97</c:v>
                </c:pt>
                <c:pt idx="82310">
                  <c:v>55.98</c:v>
                </c:pt>
                <c:pt idx="82311">
                  <c:v>31.49</c:v>
                </c:pt>
                <c:pt idx="82312">
                  <c:v>65.98</c:v>
                </c:pt>
                <c:pt idx="82313">
                  <c:v>31.49</c:v>
                </c:pt>
                <c:pt idx="82314">
                  <c:v>53.97</c:v>
                </c:pt>
                <c:pt idx="82315">
                  <c:v>57.98</c:v>
                </c:pt>
                <c:pt idx="82316">
                  <c:v>57.57</c:v>
                </c:pt>
                <c:pt idx="82317">
                  <c:v>61.98</c:v>
                </c:pt>
                <c:pt idx="82318">
                  <c:v>51.48</c:v>
                </c:pt>
                <c:pt idx="82319">
                  <c:v>91.96</c:v>
                </c:pt>
                <c:pt idx="82320">
                  <c:v>79.849999999999994</c:v>
                </c:pt>
                <c:pt idx="82321">
                  <c:v>76.5</c:v>
                </c:pt>
                <c:pt idx="82322">
                  <c:v>97.99</c:v>
                </c:pt>
                <c:pt idx="82323">
                  <c:v>79.849999999999994</c:v>
                </c:pt>
                <c:pt idx="82324">
                  <c:v>79.849999999999994</c:v>
                </c:pt>
                <c:pt idx="82325">
                  <c:v>79.849999999999994</c:v>
                </c:pt>
                <c:pt idx="82326">
                  <c:v>79.849999999999994</c:v>
                </c:pt>
                <c:pt idx="82327">
                  <c:v>79.849999999999994</c:v>
                </c:pt>
                <c:pt idx="82328">
                  <c:v>60.98</c:v>
                </c:pt>
                <c:pt idx="82329">
                  <c:v>-84.99</c:v>
                </c:pt>
                <c:pt idx="82330">
                  <c:v>84.99</c:v>
                </c:pt>
                <c:pt idx="82331">
                  <c:v>254.97</c:v>
                </c:pt>
                <c:pt idx="82332">
                  <c:v>84.99</c:v>
                </c:pt>
                <c:pt idx="82333">
                  <c:v>139.97999999999999</c:v>
                </c:pt>
                <c:pt idx="82334">
                  <c:v>61.18</c:v>
                </c:pt>
                <c:pt idx="82335">
                  <c:v>169.98</c:v>
                </c:pt>
                <c:pt idx="82336">
                  <c:v>169.98</c:v>
                </c:pt>
                <c:pt idx="82337">
                  <c:v>69.08</c:v>
                </c:pt>
                <c:pt idx="82338">
                  <c:v>21.29</c:v>
                </c:pt>
                <c:pt idx="82339">
                  <c:v>41.28</c:v>
                </c:pt>
                <c:pt idx="82340">
                  <c:v>90.28</c:v>
                </c:pt>
                <c:pt idx="82341">
                  <c:v>124.97</c:v>
                </c:pt>
                <c:pt idx="82342">
                  <c:v>80.27</c:v>
                </c:pt>
                <c:pt idx="82343">
                  <c:v>84.99</c:v>
                </c:pt>
                <c:pt idx="82344">
                  <c:v>51.29</c:v>
                </c:pt>
                <c:pt idx="82345">
                  <c:v>47.26</c:v>
                </c:pt>
                <c:pt idx="82346">
                  <c:v>20.47</c:v>
                </c:pt>
                <c:pt idx="82347">
                  <c:v>84.99</c:v>
                </c:pt>
                <c:pt idx="82348">
                  <c:v>68.989999999999995</c:v>
                </c:pt>
                <c:pt idx="82349">
                  <c:v>79.83</c:v>
                </c:pt>
                <c:pt idx="82350">
                  <c:v>100.98</c:v>
                </c:pt>
                <c:pt idx="82351">
                  <c:v>169.98</c:v>
                </c:pt>
                <c:pt idx="82352">
                  <c:v>71.989999999999995</c:v>
                </c:pt>
                <c:pt idx="82353">
                  <c:v>84.99</c:v>
                </c:pt>
                <c:pt idx="82354">
                  <c:v>84.99</c:v>
                </c:pt>
                <c:pt idx="82355">
                  <c:v>50.97</c:v>
                </c:pt>
                <c:pt idx="82356">
                  <c:v>102.98</c:v>
                </c:pt>
                <c:pt idx="82357">
                  <c:v>54.99</c:v>
                </c:pt>
                <c:pt idx="82358">
                  <c:v>84.99</c:v>
                </c:pt>
                <c:pt idx="82359">
                  <c:v>157.96</c:v>
                </c:pt>
                <c:pt idx="82360">
                  <c:v>65.989999999999995</c:v>
                </c:pt>
                <c:pt idx="82361">
                  <c:v>87.96</c:v>
                </c:pt>
                <c:pt idx="82362">
                  <c:v>454.94</c:v>
                </c:pt>
                <c:pt idx="82363">
                  <c:v>179.96</c:v>
                </c:pt>
                <c:pt idx="82364">
                  <c:v>29.98</c:v>
                </c:pt>
                <c:pt idx="82365">
                  <c:v>73.989999999999995</c:v>
                </c:pt>
                <c:pt idx="82366">
                  <c:v>73.989999999999995</c:v>
                </c:pt>
                <c:pt idx="82367">
                  <c:v>73.989999999999995</c:v>
                </c:pt>
                <c:pt idx="82368">
                  <c:v>159.97999999999999</c:v>
                </c:pt>
                <c:pt idx="82369">
                  <c:v>84.99</c:v>
                </c:pt>
                <c:pt idx="82370">
                  <c:v>84.99</c:v>
                </c:pt>
                <c:pt idx="82371">
                  <c:v>73.989999999999995</c:v>
                </c:pt>
                <c:pt idx="82372">
                  <c:v>62.98</c:v>
                </c:pt>
                <c:pt idx="82373">
                  <c:v>88.96</c:v>
                </c:pt>
                <c:pt idx="82374">
                  <c:v>74.98</c:v>
                </c:pt>
                <c:pt idx="82375">
                  <c:v>73.78</c:v>
                </c:pt>
                <c:pt idx="82376">
                  <c:v>196.94</c:v>
                </c:pt>
                <c:pt idx="82377">
                  <c:v>128.58000000000001</c:v>
                </c:pt>
                <c:pt idx="82378">
                  <c:v>89.98</c:v>
                </c:pt>
                <c:pt idx="82379">
                  <c:v>63.17</c:v>
                </c:pt>
                <c:pt idx="82380">
                  <c:v>119.96</c:v>
                </c:pt>
                <c:pt idx="82381">
                  <c:v>84.99</c:v>
                </c:pt>
                <c:pt idx="82382">
                  <c:v>52.98</c:v>
                </c:pt>
                <c:pt idx="82383">
                  <c:v>83.98</c:v>
                </c:pt>
                <c:pt idx="82384">
                  <c:v>75.97</c:v>
                </c:pt>
                <c:pt idx="82385">
                  <c:v>50.97</c:v>
                </c:pt>
                <c:pt idx="82386">
                  <c:v>52.98</c:v>
                </c:pt>
                <c:pt idx="82387">
                  <c:v>169.98</c:v>
                </c:pt>
                <c:pt idx="82388">
                  <c:v>77.400000000000006</c:v>
                </c:pt>
                <c:pt idx="82389">
                  <c:v>66.5</c:v>
                </c:pt>
                <c:pt idx="82390">
                  <c:v>120.96</c:v>
                </c:pt>
                <c:pt idx="82391">
                  <c:v>161.49</c:v>
                </c:pt>
                <c:pt idx="82392">
                  <c:v>118.5</c:v>
                </c:pt>
                <c:pt idx="82393">
                  <c:v>344.87</c:v>
                </c:pt>
                <c:pt idx="82394">
                  <c:v>404.87</c:v>
                </c:pt>
                <c:pt idx="82395">
                  <c:v>292.7</c:v>
                </c:pt>
                <c:pt idx="82396">
                  <c:v>435.46</c:v>
                </c:pt>
                <c:pt idx="82397">
                  <c:v>59.98</c:v>
                </c:pt>
                <c:pt idx="82398">
                  <c:v>68.989999999999995</c:v>
                </c:pt>
                <c:pt idx="82399">
                  <c:v>84.99</c:v>
                </c:pt>
                <c:pt idx="82400">
                  <c:v>84.99</c:v>
                </c:pt>
                <c:pt idx="82401">
                  <c:v>84.99</c:v>
                </c:pt>
                <c:pt idx="82402">
                  <c:v>49.99</c:v>
                </c:pt>
                <c:pt idx="82403">
                  <c:v>65.989999999999995</c:v>
                </c:pt>
                <c:pt idx="82404">
                  <c:v>84.99</c:v>
                </c:pt>
                <c:pt idx="82405">
                  <c:v>68.989999999999995</c:v>
                </c:pt>
                <c:pt idx="82406">
                  <c:v>84.99</c:v>
                </c:pt>
                <c:pt idx="82407">
                  <c:v>83.97</c:v>
                </c:pt>
                <c:pt idx="82408">
                  <c:v>111.12</c:v>
                </c:pt>
                <c:pt idx="82409">
                  <c:v>57.18</c:v>
                </c:pt>
                <c:pt idx="82410">
                  <c:v>99.94</c:v>
                </c:pt>
                <c:pt idx="82411">
                  <c:v>54.98</c:v>
                </c:pt>
                <c:pt idx="82412">
                  <c:v>132.96</c:v>
                </c:pt>
                <c:pt idx="82413">
                  <c:v>144.82</c:v>
                </c:pt>
                <c:pt idx="82414">
                  <c:v>114.97</c:v>
                </c:pt>
                <c:pt idx="82415">
                  <c:v>217.96</c:v>
                </c:pt>
                <c:pt idx="82416">
                  <c:v>167.77</c:v>
                </c:pt>
                <c:pt idx="82417">
                  <c:v>85.97</c:v>
                </c:pt>
                <c:pt idx="82418">
                  <c:v>139.97999999999999</c:v>
                </c:pt>
                <c:pt idx="82419">
                  <c:v>34.99</c:v>
                </c:pt>
                <c:pt idx="82420">
                  <c:v>59.97</c:v>
                </c:pt>
                <c:pt idx="82421">
                  <c:v>178.57</c:v>
                </c:pt>
                <c:pt idx="82422">
                  <c:v>79.95</c:v>
                </c:pt>
                <c:pt idx="82423">
                  <c:v>63.96</c:v>
                </c:pt>
                <c:pt idx="82424">
                  <c:v>79.95</c:v>
                </c:pt>
                <c:pt idx="82425">
                  <c:v>79.95</c:v>
                </c:pt>
                <c:pt idx="82426">
                  <c:v>79.95</c:v>
                </c:pt>
                <c:pt idx="82427">
                  <c:v>79.95</c:v>
                </c:pt>
                <c:pt idx="82428">
                  <c:v>84.98</c:v>
                </c:pt>
                <c:pt idx="82429">
                  <c:v>79.95</c:v>
                </c:pt>
                <c:pt idx="82430">
                  <c:v>63.96</c:v>
                </c:pt>
                <c:pt idx="82431">
                  <c:v>103.18</c:v>
                </c:pt>
                <c:pt idx="82432">
                  <c:v>80.97</c:v>
                </c:pt>
                <c:pt idx="82433">
                  <c:v>60.99</c:v>
                </c:pt>
                <c:pt idx="82434">
                  <c:v>65.98</c:v>
                </c:pt>
                <c:pt idx="82435">
                  <c:v>99.98</c:v>
                </c:pt>
                <c:pt idx="82436">
                  <c:v>99.23</c:v>
                </c:pt>
                <c:pt idx="82437">
                  <c:v>73.709999999999994</c:v>
                </c:pt>
                <c:pt idx="82438">
                  <c:v>149.94999999999999</c:v>
                </c:pt>
                <c:pt idx="82439">
                  <c:v>179.94</c:v>
                </c:pt>
                <c:pt idx="82440">
                  <c:v>119.96</c:v>
                </c:pt>
                <c:pt idx="82441">
                  <c:v>59.98</c:v>
                </c:pt>
                <c:pt idx="82442">
                  <c:v>119.96</c:v>
                </c:pt>
                <c:pt idx="82443">
                  <c:v>139.94999999999999</c:v>
                </c:pt>
                <c:pt idx="82444">
                  <c:v>149.9</c:v>
                </c:pt>
                <c:pt idx="82445">
                  <c:v>74.95</c:v>
                </c:pt>
                <c:pt idx="82446">
                  <c:v>93.95</c:v>
                </c:pt>
                <c:pt idx="82447">
                  <c:v>59.98</c:v>
                </c:pt>
                <c:pt idx="82448">
                  <c:v>89.97</c:v>
                </c:pt>
                <c:pt idx="82449">
                  <c:v>59.98</c:v>
                </c:pt>
                <c:pt idx="82450">
                  <c:v>59.98</c:v>
                </c:pt>
                <c:pt idx="82451">
                  <c:v>59.98</c:v>
                </c:pt>
                <c:pt idx="82452">
                  <c:v>59.98</c:v>
                </c:pt>
                <c:pt idx="82453">
                  <c:v>59.98</c:v>
                </c:pt>
                <c:pt idx="82454">
                  <c:v>52.78</c:v>
                </c:pt>
                <c:pt idx="82455">
                  <c:v>59.98</c:v>
                </c:pt>
                <c:pt idx="82456">
                  <c:v>59.98</c:v>
                </c:pt>
                <c:pt idx="82457">
                  <c:v>182.97</c:v>
                </c:pt>
                <c:pt idx="82458">
                  <c:v>182.97</c:v>
                </c:pt>
                <c:pt idx="82459">
                  <c:v>197.97</c:v>
                </c:pt>
                <c:pt idx="82460">
                  <c:v>19.579999999999998</c:v>
                </c:pt>
                <c:pt idx="82461">
                  <c:v>22.27</c:v>
                </c:pt>
                <c:pt idx="82462">
                  <c:v>75.98</c:v>
                </c:pt>
                <c:pt idx="82463">
                  <c:v>173</c:v>
                </c:pt>
                <c:pt idx="82464">
                  <c:v>86.96</c:v>
                </c:pt>
                <c:pt idx="82465">
                  <c:v>84.99</c:v>
                </c:pt>
                <c:pt idx="82466">
                  <c:v>85.96</c:v>
                </c:pt>
                <c:pt idx="82467">
                  <c:v>41.29</c:v>
                </c:pt>
                <c:pt idx="82468">
                  <c:v>84.99</c:v>
                </c:pt>
                <c:pt idx="82469">
                  <c:v>84.99</c:v>
                </c:pt>
                <c:pt idx="82470">
                  <c:v>51.29</c:v>
                </c:pt>
                <c:pt idx="82471">
                  <c:v>84.99</c:v>
                </c:pt>
                <c:pt idx="82472">
                  <c:v>61.17</c:v>
                </c:pt>
                <c:pt idx="82473">
                  <c:v>84.99</c:v>
                </c:pt>
                <c:pt idx="82474">
                  <c:v>119.96</c:v>
                </c:pt>
                <c:pt idx="82475">
                  <c:v>119.96</c:v>
                </c:pt>
                <c:pt idx="82476">
                  <c:v>114.98</c:v>
                </c:pt>
                <c:pt idx="82477">
                  <c:v>114.98</c:v>
                </c:pt>
                <c:pt idx="82478">
                  <c:v>84.99</c:v>
                </c:pt>
                <c:pt idx="82479">
                  <c:v>61.17</c:v>
                </c:pt>
                <c:pt idx="82480">
                  <c:v>84.99</c:v>
                </c:pt>
                <c:pt idx="82481">
                  <c:v>84.99</c:v>
                </c:pt>
                <c:pt idx="82482">
                  <c:v>59.98</c:v>
                </c:pt>
                <c:pt idx="82483">
                  <c:v>59.98</c:v>
                </c:pt>
                <c:pt idx="82484">
                  <c:v>84.99</c:v>
                </c:pt>
                <c:pt idx="82485">
                  <c:v>59.97</c:v>
                </c:pt>
                <c:pt idx="82486">
                  <c:v>83.98</c:v>
                </c:pt>
                <c:pt idx="82487">
                  <c:v>80.98</c:v>
                </c:pt>
                <c:pt idx="82488">
                  <c:v>49.99</c:v>
                </c:pt>
                <c:pt idx="82489">
                  <c:v>84.99</c:v>
                </c:pt>
                <c:pt idx="82490">
                  <c:v>114.97</c:v>
                </c:pt>
                <c:pt idx="82491">
                  <c:v>64.98</c:v>
                </c:pt>
                <c:pt idx="82492">
                  <c:v>79.989999999999995</c:v>
                </c:pt>
                <c:pt idx="82493">
                  <c:v>43.47</c:v>
                </c:pt>
                <c:pt idx="82494">
                  <c:v>29.48</c:v>
                </c:pt>
                <c:pt idx="82495">
                  <c:v>235.95</c:v>
                </c:pt>
                <c:pt idx="82496">
                  <c:v>130.38</c:v>
                </c:pt>
                <c:pt idx="82497">
                  <c:v>108.97</c:v>
                </c:pt>
                <c:pt idx="82498">
                  <c:v>94.98</c:v>
                </c:pt>
                <c:pt idx="82499">
                  <c:v>84.97</c:v>
                </c:pt>
                <c:pt idx="82500">
                  <c:v>59.98</c:v>
                </c:pt>
                <c:pt idx="82501">
                  <c:v>54.98</c:v>
                </c:pt>
                <c:pt idx="82502">
                  <c:v>59.98</c:v>
                </c:pt>
                <c:pt idx="82503">
                  <c:v>59.98</c:v>
                </c:pt>
                <c:pt idx="82504">
                  <c:v>59.98</c:v>
                </c:pt>
                <c:pt idx="82505">
                  <c:v>54.98</c:v>
                </c:pt>
                <c:pt idx="82506">
                  <c:v>52.23</c:v>
                </c:pt>
                <c:pt idx="82507">
                  <c:v>59.98</c:v>
                </c:pt>
                <c:pt idx="82508">
                  <c:v>59.97</c:v>
                </c:pt>
                <c:pt idx="82509">
                  <c:v>34.99</c:v>
                </c:pt>
                <c:pt idx="82510">
                  <c:v>58.38</c:v>
                </c:pt>
                <c:pt idx="82511">
                  <c:v>59.97</c:v>
                </c:pt>
                <c:pt idx="82512">
                  <c:v>64.98</c:v>
                </c:pt>
                <c:pt idx="82513">
                  <c:v>54.98</c:v>
                </c:pt>
                <c:pt idx="82514">
                  <c:v>59.97</c:v>
                </c:pt>
                <c:pt idx="82515">
                  <c:v>176.3</c:v>
                </c:pt>
                <c:pt idx="82516">
                  <c:v>118.18</c:v>
                </c:pt>
                <c:pt idx="82517">
                  <c:v>113.47</c:v>
                </c:pt>
                <c:pt idx="82518">
                  <c:v>62.96</c:v>
                </c:pt>
                <c:pt idx="82519">
                  <c:v>171.97</c:v>
                </c:pt>
                <c:pt idx="82520">
                  <c:v>87.98</c:v>
                </c:pt>
                <c:pt idx="82521">
                  <c:v>70.38</c:v>
                </c:pt>
                <c:pt idx="82522">
                  <c:v>130.97999999999999</c:v>
                </c:pt>
                <c:pt idx="82523">
                  <c:v>150.97</c:v>
                </c:pt>
                <c:pt idx="82524">
                  <c:v>109.94</c:v>
                </c:pt>
                <c:pt idx="82525">
                  <c:v>89.81</c:v>
                </c:pt>
                <c:pt idx="82526">
                  <c:v>54.98</c:v>
                </c:pt>
                <c:pt idx="82527">
                  <c:v>24.99</c:v>
                </c:pt>
                <c:pt idx="82528">
                  <c:v>59.41</c:v>
                </c:pt>
                <c:pt idx="82529">
                  <c:v>199.61</c:v>
                </c:pt>
                <c:pt idx="82530">
                  <c:v>76.19</c:v>
                </c:pt>
                <c:pt idx="82531">
                  <c:v>63.98</c:v>
                </c:pt>
                <c:pt idx="82532">
                  <c:v>68.989999999999995</c:v>
                </c:pt>
                <c:pt idx="82533">
                  <c:v>59.98</c:v>
                </c:pt>
                <c:pt idx="82534">
                  <c:v>50.38</c:v>
                </c:pt>
                <c:pt idx="82535">
                  <c:v>64.53</c:v>
                </c:pt>
                <c:pt idx="82536">
                  <c:v>84.99</c:v>
                </c:pt>
                <c:pt idx="82537">
                  <c:v>84.99</c:v>
                </c:pt>
                <c:pt idx="82538">
                  <c:v>45.33</c:v>
                </c:pt>
                <c:pt idx="82539">
                  <c:v>106.37</c:v>
                </c:pt>
                <c:pt idx="82540">
                  <c:v>85.47</c:v>
                </c:pt>
                <c:pt idx="82541">
                  <c:v>59.98</c:v>
                </c:pt>
                <c:pt idx="82542">
                  <c:v>59.95</c:v>
                </c:pt>
                <c:pt idx="82543">
                  <c:v>50.97</c:v>
                </c:pt>
                <c:pt idx="82544">
                  <c:v>83.97</c:v>
                </c:pt>
                <c:pt idx="82545">
                  <c:v>89.97</c:v>
                </c:pt>
                <c:pt idx="82546">
                  <c:v>179.89</c:v>
                </c:pt>
                <c:pt idx="82547">
                  <c:v>89.97</c:v>
                </c:pt>
                <c:pt idx="82548">
                  <c:v>50.97</c:v>
                </c:pt>
                <c:pt idx="82549">
                  <c:v>134.97999999999999</c:v>
                </c:pt>
                <c:pt idx="82550">
                  <c:v>103.98</c:v>
                </c:pt>
                <c:pt idx="82551">
                  <c:v>119.97</c:v>
                </c:pt>
                <c:pt idx="82552">
                  <c:v>134.97999999999999</c:v>
                </c:pt>
                <c:pt idx="82553">
                  <c:v>68.319999999999993</c:v>
                </c:pt>
                <c:pt idx="82554">
                  <c:v>64.709999999999994</c:v>
                </c:pt>
                <c:pt idx="82555">
                  <c:v>113.97</c:v>
                </c:pt>
                <c:pt idx="82556">
                  <c:v>59.97</c:v>
                </c:pt>
                <c:pt idx="82557">
                  <c:v>67.430000000000007</c:v>
                </c:pt>
                <c:pt idx="82558">
                  <c:v>159.69999999999999</c:v>
                </c:pt>
                <c:pt idx="82559">
                  <c:v>120.94</c:v>
                </c:pt>
                <c:pt idx="82560">
                  <c:v>159.69999999999999</c:v>
                </c:pt>
                <c:pt idx="82561">
                  <c:v>225.01</c:v>
                </c:pt>
                <c:pt idx="82562">
                  <c:v>147.6</c:v>
                </c:pt>
                <c:pt idx="82563">
                  <c:v>89.97</c:v>
                </c:pt>
                <c:pt idx="82564">
                  <c:v>209.93</c:v>
                </c:pt>
                <c:pt idx="82565">
                  <c:v>152.94999999999999</c:v>
                </c:pt>
                <c:pt idx="82566">
                  <c:v>159.96</c:v>
                </c:pt>
                <c:pt idx="82567">
                  <c:v>75.87</c:v>
                </c:pt>
                <c:pt idx="82568">
                  <c:v>389.93</c:v>
                </c:pt>
                <c:pt idx="82569">
                  <c:v>50.47</c:v>
                </c:pt>
                <c:pt idx="82570">
                  <c:v>84.99</c:v>
                </c:pt>
                <c:pt idx="82571">
                  <c:v>84.99</c:v>
                </c:pt>
                <c:pt idx="82572">
                  <c:v>84.99</c:v>
                </c:pt>
                <c:pt idx="82573">
                  <c:v>62.69</c:v>
                </c:pt>
                <c:pt idx="82574">
                  <c:v>84.99</c:v>
                </c:pt>
                <c:pt idx="82575">
                  <c:v>65.989999999999995</c:v>
                </c:pt>
                <c:pt idx="82576">
                  <c:v>65.989999999999995</c:v>
                </c:pt>
                <c:pt idx="82577">
                  <c:v>66.489999999999995</c:v>
                </c:pt>
                <c:pt idx="82578">
                  <c:v>131.97999999999999</c:v>
                </c:pt>
                <c:pt idx="82579">
                  <c:v>131.97999999999999</c:v>
                </c:pt>
                <c:pt idx="82580">
                  <c:v>27.48</c:v>
                </c:pt>
                <c:pt idx="82581">
                  <c:v>119.97</c:v>
                </c:pt>
                <c:pt idx="82582">
                  <c:v>89.98</c:v>
                </c:pt>
                <c:pt idx="82583">
                  <c:v>89.98</c:v>
                </c:pt>
                <c:pt idx="82584">
                  <c:v>55.97</c:v>
                </c:pt>
                <c:pt idx="82585">
                  <c:v>27.48</c:v>
                </c:pt>
                <c:pt idx="82586">
                  <c:v>97.95</c:v>
                </c:pt>
                <c:pt idx="82587">
                  <c:v>74.97</c:v>
                </c:pt>
                <c:pt idx="82588">
                  <c:v>84.99</c:v>
                </c:pt>
                <c:pt idx="82589">
                  <c:v>170.96</c:v>
                </c:pt>
                <c:pt idx="82590">
                  <c:v>139.97999999999999</c:v>
                </c:pt>
                <c:pt idx="82591">
                  <c:v>55.97</c:v>
                </c:pt>
                <c:pt idx="82592">
                  <c:v>169.98</c:v>
                </c:pt>
                <c:pt idx="82593">
                  <c:v>41.27</c:v>
                </c:pt>
                <c:pt idx="82594">
                  <c:v>53.94</c:v>
                </c:pt>
                <c:pt idx="82595">
                  <c:v>65.95</c:v>
                </c:pt>
                <c:pt idx="82596">
                  <c:v>72.239999999999995</c:v>
                </c:pt>
                <c:pt idx="82597">
                  <c:v>72.239999999999995</c:v>
                </c:pt>
                <c:pt idx="82598">
                  <c:v>72.239999999999995</c:v>
                </c:pt>
                <c:pt idx="82599">
                  <c:v>73.7</c:v>
                </c:pt>
                <c:pt idx="82600">
                  <c:v>44.44</c:v>
                </c:pt>
                <c:pt idx="82601">
                  <c:v>-1.95</c:v>
                </c:pt>
                <c:pt idx="82602">
                  <c:v>48.99</c:v>
                </c:pt>
                <c:pt idx="82603">
                  <c:v>72.239999999999995</c:v>
                </c:pt>
                <c:pt idx="82604">
                  <c:v>62.89</c:v>
                </c:pt>
                <c:pt idx="82605">
                  <c:v>180.95</c:v>
                </c:pt>
                <c:pt idx="82606">
                  <c:v>104.97</c:v>
                </c:pt>
                <c:pt idx="82607">
                  <c:v>104.97</c:v>
                </c:pt>
                <c:pt idx="82608">
                  <c:v>104.97</c:v>
                </c:pt>
                <c:pt idx="82609">
                  <c:v>102.87</c:v>
                </c:pt>
                <c:pt idx="82610">
                  <c:v>139.96</c:v>
                </c:pt>
                <c:pt idx="82611">
                  <c:v>53.97</c:v>
                </c:pt>
                <c:pt idx="82612">
                  <c:v>50.97</c:v>
                </c:pt>
                <c:pt idx="82613">
                  <c:v>50.97</c:v>
                </c:pt>
                <c:pt idx="82614">
                  <c:v>83.95</c:v>
                </c:pt>
                <c:pt idx="82615">
                  <c:v>53.97</c:v>
                </c:pt>
                <c:pt idx="82616">
                  <c:v>55.97</c:v>
                </c:pt>
                <c:pt idx="82617">
                  <c:v>47.48</c:v>
                </c:pt>
                <c:pt idx="82618">
                  <c:v>68.97</c:v>
                </c:pt>
                <c:pt idx="82619">
                  <c:v>62.49</c:v>
                </c:pt>
                <c:pt idx="82620">
                  <c:v>74.98</c:v>
                </c:pt>
                <c:pt idx="82621">
                  <c:v>74.98</c:v>
                </c:pt>
                <c:pt idx="82622">
                  <c:v>60.99</c:v>
                </c:pt>
                <c:pt idx="82623">
                  <c:v>63.98</c:v>
                </c:pt>
                <c:pt idx="82624">
                  <c:v>60.99</c:v>
                </c:pt>
                <c:pt idx="82625">
                  <c:v>74.88</c:v>
                </c:pt>
                <c:pt idx="82626">
                  <c:v>112.97</c:v>
                </c:pt>
                <c:pt idx="82627">
                  <c:v>60.18</c:v>
                </c:pt>
                <c:pt idx="82628">
                  <c:v>99.98</c:v>
                </c:pt>
                <c:pt idx="82629">
                  <c:v>99.98</c:v>
                </c:pt>
                <c:pt idx="82630">
                  <c:v>175.96</c:v>
                </c:pt>
                <c:pt idx="82631">
                  <c:v>119.97</c:v>
                </c:pt>
                <c:pt idx="82632">
                  <c:v>124.95</c:v>
                </c:pt>
                <c:pt idx="82633">
                  <c:v>115.96</c:v>
                </c:pt>
                <c:pt idx="82634">
                  <c:v>114.8</c:v>
                </c:pt>
                <c:pt idx="82635">
                  <c:v>108.96</c:v>
                </c:pt>
                <c:pt idx="82636">
                  <c:v>76.97</c:v>
                </c:pt>
                <c:pt idx="82637">
                  <c:v>88.97</c:v>
                </c:pt>
                <c:pt idx="82638">
                  <c:v>83.93</c:v>
                </c:pt>
                <c:pt idx="82639">
                  <c:v>187.88</c:v>
                </c:pt>
                <c:pt idx="82640">
                  <c:v>101.97</c:v>
                </c:pt>
                <c:pt idx="82641">
                  <c:v>83.48</c:v>
                </c:pt>
                <c:pt idx="82642">
                  <c:v>64.59</c:v>
                </c:pt>
                <c:pt idx="82643">
                  <c:v>81.98</c:v>
                </c:pt>
                <c:pt idx="82644">
                  <c:v>105.98</c:v>
                </c:pt>
                <c:pt idx="82645">
                  <c:v>65.989999999999995</c:v>
                </c:pt>
                <c:pt idx="82646">
                  <c:v>51.97</c:v>
                </c:pt>
                <c:pt idx="82647">
                  <c:v>123.93</c:v>
                </c:pt>
                <c:pt idx="82648">
                  <c:v>53.98</c:v>
                </c:pt>
                <c:pt idx="82649">
                  <c:v>55.96</c:v>
                </c:pt>
                <c:pt idx="82650">
                  <c:v>89.94</c:v>
                </c:pt>
                <c:pt idx="82651">
                  <c:v>55.96</c:v>
                </c:pt>
                <c:pt idx="82652">
                  <c:v>69.95</c:v>
                </c:pt>
                <c:pt idx="82653">
                  <c:v>55.96</c:v>
                </c:pt>
                <c:pt idx="82654">
                  <c:v>69.95</c:v>
                </c:pt>
                <c:pt idx="82655">
                  <c:v>85.94</c:v>
                </c:pt>
                <c:pt idx="82656">
                  <c:v>69.95</c:v>
                </c:pt>
                <c:pt idx="82657">
                  <c:v>69.97</c:v>
                </c:pt>
                <c:pt idx="82658">
                  <c:v>33.479999999999997</c:v>
                </c:pt>
                <c:pt idx="82659">
                  <c:v>21.49</c:v>
                </c:pt>
                <c:pt idx="82660">
                  <c:v>79.98</c:v>
                </c:pt>
                <c:pt idx="82661">
                  <c:v>101.96</c:v>
                </c:pt>
                <c:pt idx="82662">
                  <c:v>56.97</c:v>
                </c:pt>
                <c:pt idx="82663">
                  <c:v>94.95</c:v>
                </c:pt>
                <c:pt idx="82664">
                  <c:v>65.989999999999995</c:v>
                </c:pt>
                <c:pt idx="82665">
                  <c:v>52.79</c:v>
                </c:pt>
                <c:pt idx="82666">
                  <c:v>41.49</c:v>
                </c:pt>
                <c:pt idx="82667">
                  <c:v>56.09</c:v>
                </c:pt>
                <c:pt idx="82668">
                  <c:v>65.989999999999995</c:v>
                </c:pt>
                <c:pt idx="82669">
                  <c:v>17.489999999999998</c:v>
                </c:pt>
                <c:pt idx="82670">
                  <c:v>65.989999999999995</c:v>
                </c:pt>
                <c:pt idx="82671">
                  <c:v>60.22</c:v>
                </c:pt>
                <c:pt idx="82672">
                  <c:v>21.49</c:v>
                </c:pt>
                <c:pt idx="82673">
                  <c:v>64.930000000000007</c:v>
                </c:pt>
                <c:pt idx="82674">
                  <c:v>16.489999999999998</c:v>
                </c:pt>
                <c:pt idx="82675">
                  <c:v>105.98</c:v>
                </c:pt>
                <c:pt idx="82676">
                  <c:v>133.46</c:v>
                </c:pt>
                <c:pt idx="82677">
                  <c:v>46.97</c:v>
                </c:pt>
                <c:pt idx="82678">
                  <c:v>51.98</c:v>
                </c:pt>
                <c:pt idx="82679">
                  <c:v>60.96</c:v>
                </c:pt>
                <c:pt idx="82680">
                  <c:v>17.489999999999998</c:v>
                </c:pt>
                <c:pt idx="82681">
                  <c:v>107.97</c:v>
                </c:pt>
                <c:pt idx="82682">
                  <c:v>99.98</c:v>
                </c:pt>
                <c:pt idx="82683">
                  <c:v>144.97</c:v>
                </c:pt>
                <c:pt idx="82684">
                  <c:v>75.98</c:v>
                </c:pt>
                <c:pt idx="82685">
                  <c:v>84.99</c:v>
                </c:pt>
                <c:pt idx="82686">
                  <c:v>87.98</c:v>
                </c:pt>
                <c:pt idx="82687">
                  <c:v>79.45</c:v>
                </c:pt>
                <c:pt idx="82688">
                  <c:v>53.98</c:v>
                </c:pt>
                <c:pt idx="82689">
                  <c:v>55.98</c:v>
                </c:pt>
                <c:pt idx="82690">
                  <c:v>59.98</c:v>
                </c:pt>
                <c:pt idx="82691">
                  <c:v>91.47</c:v>
                </c:pt>
                <c:pt idx="82692">
                  <c:v>89.97</c:v>
                </c:pt>
                <c:pt idx="82693">
                  <c:v>59.98</c:v>
                </c:pt>
                <c:pt idx="82694">
                  <c:v>89.97</c:v>
                </c:pt>
                <c:pt idx="82695">
                  <c:v>89.97</c:v>
                </c:pt>
                <c:pt idx="82696">
                  <c:v>70.17</c:v>
                </c:pt>
                <c:pt idx="82697">
                  <c:v>59.98</c:v>
                </c:pt>
                <c:pt idx="82698">
                  <c:v>88.43</c:v>
                </c:pt>
                <c:pt idx="82699">
                  <c:v>208.07</c:v>
                </c:pt>
                <c:pt idx="82700">
                  <c:v>145.16</c:v>
                </c:pt>
                <c:pt idx="82701">
                  <c:v>128.22</c:v>
                </c:pt>
                <c:pt idx="82702">
                  <c:v>235.9</c:v>
                </c:pt>
                <c:pt idx="82703">
                  <c:v>68.989999999999995</c:v>
                </c:pt>
                <c:pt idx="82704">
                  <c:v>84.99</c:v>
                </c:pt>
                <c:pt idx="82705">
                  <c:v>83.64</c:v>
                </c:pt>
                <c:pt idx="82706">
                  <c:v>64.34</c:v>
                </c:pt>
                <c:pt idx="82707">
                  <c:v>134.28</c:v>
                </c:pt>
                <c:pt idx="82708">
                  <c:v>29.48</c:v>
                </c:pt>
                <c:pt idx="82709">
                  <c:v>226.03</c:v>
                </c:pt>
                <c:pt idx="82710">
                  <c:v>65.989999999999995</c:v>
                </c:pt>
                <c:pt idx="82711">
                  <c:v>131.97999999999999</c:v>
                </c:pt>
                <c:pt idx="82712">
                  <c:v>29.48</c:v>
                </c:pt>
                <c:pt idx="82713">
                  <c:v>127.96</c:v>
                </c:pt>
                <c:pt idx="82714">
                  <c:v>77.97</c:v>
                </c:pt>
                <c:pt idx="82715">
                  <c:v>-127.96</c:v>
                </c:pt>
                <c:pt idx="82716">
                  <c:v>149.96</c:v>
                </c:pt>
                <c:pt idx="82717">
                  <c:v>56.97</c:v>
                </c:pt>
                <c:pt idx="82718">
                  <c:v>56.97</c:v>
                </c:pt>
                <c:pt idx="82719">
                  <c:v>56.97</c:v>
                </c:pt>
                <c:pt idx="82720">
                  <c:v>56.97</c:v>
                </c:pt>
                <c:pt idx="82721">
                  <c:v>169.36</c:v>
                </c:pt>
                <c:pt idx="82722">
                  <c:v>169.36</c:v>
                </c:pt>
                <c:pt idx="82723">
                  <c:v>120.98</c:v>
                </c:pt>
                <c:pt idx="82724">
                  <c:v>194.88</c:v>
                </c:pt>
                <c:pt idx="82725">
                  <c:v>163.30000000000001</c:v>
                </c:pt>
                <c:pt idx="82726">
                  <c:v>194.88</c:v>
                </c:pt>
                <c:pt idx="82727">
                  <c:v>145.16</c:v>
                </c:pt>
                <c:pt idx="82728">
                  <c:v>160.38999999999999</c:v>
                </c:pt>
                <c:pt idx="82729">
                  <c:v>93.13</c:v>
                </c:pt>
                <c:pt idx="82730">
                  <c:v>79.849999999999994</c:v>
                </c:pt>
                <c:pt idx="82731">
                  <c:v>79.849999999999994</c:v>
                </c:pt>
                <c:pt idx="82732">
                  <c:v>120.98</c:v>
                </c:pt>
                <c:pt idx="82733">
                  <c:v>93.13</c:v>
                </c:pt>
                <c:pt idx="82734">
                  <c:v>145.16</c:v>
                </c:pt>
                <c:pt idx="82735">
                  <c:v>120.98</c:v>
                </c:pt>
                <c:pt idx="82736">
                  <c:v>120.98</c:v>
                </c:pt>
                <c:pt idx="82737">
                  <c:v>163.30000000000001</c:v>
                </c:pt>
                <c:pt idx="82738">
                  <c:v>160.38999999999999</c:v>
                </c:pt>
                <c:pt idx="82739">
                  <c:v>108.97</c:v>
                </c:pt>
                <c:pt idx="82740">
                  <c:v>75.87</c:v>
                </c:pt>
                <c:pt idx="82741">
                  <c:v>112.96</c:v>
                </c:pt>
                <c:pt idx="82742">
                  <c:v>61.18</c:v>
                </c:pt>
                <c:pt idx="82743">
                  <c:v>75.87</c:v>
                </c:pt>
                <c:pt idx="82744">
                  <c:v>121.98</c:v>
                </c:pt>
                <c:pt idx="82745">
                  <c:v>129</c:v>
                </c:pt>
                <c:pt idx="82746">
                  <c:v>84.99</c:v>
                </c:pt>
                <c:pt idx="82747">
                  <c:v>130.66</c:v>
                </c:pt>
                <c:pt idx="82748">
                  <c:v>84.99</c:v>
                </c:pt>
                <c:pt idx="82749">
                  <c:v>146.97</c:v>
                </c:pt>
                <c:pt idx="82750">
                  <c:v>149.97</c:v>
                </c:pt>
                <c:pt idx="82751">
                  <c:v>85.98</c:v>
                </c:pt>
                <c:pt idx="82752">
                  <c:v>49.28</c:v>
                </c:pt>
                <c:pt idx="82753">
                  <c:v>56.97</c:v>
                </c:pt>
                <c:pt idx="82754">
                  <c:v>59.97</c:v>
                </c:pt>
                <c:pt idx="82755">
                  <c:v>59.97</c:v>
                </c:pt>
                <c:pt idx="82756">
                  <c:v>59.97</c:v>
                </c:pt>
                <c:pt idx="82757">
                  <c:v>59.97</c:v>
                </c:pt>
                <c:pt idx="82758">
                  <c:v>59.97</c:v>
                </c:pt>
                <c:pt idx="82759">
                  <c:v>59.97</c:v>
                </c:pt>
                <c:pt idx="82760">
                  <c:v>59.97</c:v>
                </c:pt>
                <c:pt idx="82761">
                  <c:v>59.97</c:v>
                </c:pt>
                <c:pt idx="82762">
                  <c:v>59.97</c:v>
                </c:pt>
                <c:pt idx="82763">
                  <c:v>59.97</c:v>
                </c:pt>
                <c:pt idx="82764">
                  <c:v>79.959999999999994</c:v>
                </c:pt>
                <c:pt idx="82765">
                  <c:v>59.97</c:v>
                </c:pt>
                <c:pt idx="82766">
                  <c:v>79.959999999999994</c:v>
                </c:pt>
                <c:pt idx="82767">
                  <c:v>59.97</c:v>
                </c:pt>
                <c:pt idx="82768">
                  <c:v>56.97</c:v>
                </c:pt>
                <c:pt idx="82769">
                  <c:v>84.94</c:v>
                </c:pt>
                <c:pt idx="82770">
                  <c:v>83.44</c:v>
                </c:pt>
                <c:pt idx="82771">
                  <c:v>59.96</c:v>
                </c:pt>
                <c:pt idx="82772">
                  <c:v>59.2</c:v>
                </c:pt>
                <c:pt idx="82773">
                  <c:v>25.49</c:v>
                </c:pt>
                <c:pt idx="82774">
                  <c:v>53.98</c:v>
                </c:pt>
                <c:pt idx="82775">
                  <c:v>39.49</c:v>
                </c:pt>
                <c:pt idx="82776">
                  <c:v>30.48</c:v>
                </c:pt>
                <c:pt idx="82777">
                  <c:v>53.48</c:v>
                </c:pt>
                <c:pt idx="82778">
                  <c:v>80.48</c:v>
                </c:pt>
                <c:pt idx="82779">
                  <c:v>42.37</c:v>
                </c:pt>
                <c:pt idx="82780">
                  <c:v>28.49</c:v>
                </c:pt>
                <c:pt idx="82781">
                  <c:v>199.96</c:v>
                </c:pt>
                <c:pt idx="82782">
                  <c:v>40.99</c:v>
                </c:pt>
                <c:pt idx="82783">
                  <c:v>64.66</c:v>
                </c:pt>
                <c:pt idx="82784">
                  <c:v>59.38</c:v>
                </c:pt>
                <c:pt idx="82785">
                  <c:v>68.989999999999995</c:v>
                </c:pt>
                <c:pt idx="82786">
                  <c:v>86.98</c:v>
                </c:pt>
                <c:pt idx="82787">
                  <c:v>51.19</c:v>
                </c:pt>
                <c:pt idx="82788">
                  <c:v>53.98</c:v>
                </c:pt>
                <c:pt idx="82789">
                  <c:v>55.37</c:v>
                </c:pt>
                <c:pt idx="82790">
                  <c:v>64.47</c:v>
                </c:pt>
                <c:pt idx="82791">
                  <c:v>64.47</c:v>
                </c:pt>
                <c:pt idx="82792">
                  <c:v>100.95</c:v>
                </c:pt>
                <c:pt idx="82793">
                  <c:v>44.28</c:v>
                </c:pt>
                <c:pt idx="82794">
                  <c:v>79.459999999999994</c:v>
                </c:pt>
                <c:pt idx="82795">
                  <c:v>53.97</c:v>
                </c:pt>
                <c:pt idx="82796">
                  <c:v>64.47</c:v>
                </c:pt>
                <c:pt idx="82797">
                  <c:v>107.45</c:v>
                </c:pt>
                <c:pt idx="82798">
                  <c:v>85.96</c:v>
                </c:pt>
                <c:pt idx="82799">
                  <c:v>64.47</c:v>
                </c:pt>
                <c:pt idx="82800">
                  <c:v>84.99</c:v>
                </c:pt>
                <c:pt idx="82801">
                  <c:v>59.47</c:v>
                </c:pt>
                <c:pt idx="82802">
                  <c:v>84.99</c:v>
                </c:pt>
                <c:pt idx="82803">
                  <c:v>154.97999999999999</c:v>
                </c:pt>
                <c:pt idx="82804">
                  <c:v>84.99</c:v>
                </c:pt>
                <c:pt idx="82805">
                  <c:v>54.43</c:v>
                </c:pt>
                <c:pt idx="82806">
                  <c:v>56.98</c:v>
                </c:pt>
                <c:pt idx="82807">
                  <c:v>112.97</c:v>
                </c:pt>
                <c:pt idx="82808">
                  <c:v>99.98</c:v>
                </c:pt>
                <c:pt idx="82809">
                  <c:v>114.07</c:v>
                </c:pt>
                <c:pt idx="82810">
                  <c:v>89.98</c:v>
                </c:pt>
                <c:pt idx="82811">
                  <c:v>98.83</c:v>
                </c:pt>
                <c:pt idx="82812">
                  <c:v>70.97</c:v>
                </c:pt>
                <c:pt idx="82813">
                  <c:v>89.96</c:v>
                </c:pt>
                <c:pt idx="82814">
                  <c:v>52.46</c:v>
                </c:pt>
                <c:pt idx="82815">
                  <c:v>92.45</c:v>
                </c:pt>
                <c:pt idx="82816">
                  <c:v>102.97</c:v>
                </c:pt>
                <c:pt idx="82817">
                  <c:v>123.38</c:v>
                </c:pt>
                <c:pt idx="82818">
                  <c:v>107.95</c:v>
                </c:pt>
                <c:pt idx="82819">
                  <c:v>84.99</c:v>
                </c:pt>
                <c:pt idx="82820">
                  <c:v>84.99</c:v>
                </c:pt>
                <c:pt idx="82821">
                  <c:v>99.35</c:v>
                </c:pt>
                <c:pt idx="82822">
                  <c:v>65.989999999999995</c:v>
                </c:pt>
                <c:pt idx="82823">
                  <c:v>65.989999999999995</c:v>
                </c:pt>
                <c:pt idx="82824">
                  <c:v>65.989999999999995</c:v>
                </c:pt>
                <c:pt idx="82825">
                  <c:v>81.28</c:v>
                </c:pt>
                <c:pt idx="82826">
                  <c:v>73.03</c:v>
                </c:pt>
                <c:pt idx="82827">
                  <c:v>69.98</c:v>
                </c:pt>
                <c:pt idx="82828">
                  <c:v>58.48</c:v>
                </c:pt>
                <c:pt idx="82829">
                  <c:v>58.64</c:v>
                </c:pt>
                <c:pt idx="82830">
                  <c:v>56.09</c:v>
                </c:pt>
                <c:pt idx="82831">
                  <c:v>82.77</c:v>
                </c:pt>
                <c:pt idx="82832">
                  <c:v>76.48</c:v>
                </c:pt>
                <c:pt idx="82833">
                  <c:v>67.98</c:v>
                </c:pt>
                <c:pt idx="82834">
                  <c:v>119.96</c:v>
                </c:pt>
                <c:pt idx="82835">
                  <c:v>59.98</c:v>
                </c:pt>
                <c:pt idx="82836">
                  <c:v>124.95</c:v>
                </c:pt>
                <c:pt idx="82837">
                  <c:v>59.98</c:v>
                </c:pt>
                <c:pt idx="82838">
                  <c:v>59.98</c:v>
                </c:pt>
                <c:pt idx="82839">
                  <c:v>59.98</c:v>
                </c:pt>
                <c:pt idx="82840">
                  <c:v>59.98</c:v>
                </c:pt>
                <c:pt idx="82841">
                  <c:v>59.98</c:v>
                </c:pt>
                <c:pt idx="82842">
                  <c:v>59.98</c:v>
                </c:pt>
                <c:pt idx="82843">
                  <c:v>149.44999999999999</c:v>
                </c:pt>
                <c:pt idx="82844">
                  <c:v>197.96</c:v>
                </c:pt>
                <c:pt idx="82845">
                  <c:v>54.99</c:v>
                </c:pt>
                <c:pt idx="82846">
                  <c:v>84.99</c:v>
                </c:pt>
                <c:pt idx="82847">
                  <c:v>72.239999999999995</c:v>
                </c:pt>
                <c:pt idx="82848">
                  <c:v>27.98</c:v>
                </c:pt>
                <c:pt idx="82849">
                  <c:v>206.97</c:v>
                </c:pt>
                <c:pt idx="82850">
                  <c:v>188.97</c:v>
                </c:pt>
                <c:pt idx="82851">
                  <c:v>85.98</c:v>
                </c:pt>
                <c:pt idx="82852">
                  <c:v>97.08</c:v>
                </c:pt>
                <c:pt idx="82853">
                  <c:v>39.99</c:v>
                </c:pt>
                <c:pt idx="82854">
                  <c:v>93.99</c:v>
                </c:pt>
                <c:pt idx="82855">
                  <c:v>127.64</c:v>
                </c:pt>
                <c:pt idx="82856">
                  <c:v>59.96</c:v>
                </c:pt>
                <c:pt idx="82857">
                  <c:v>74.97</c:v>
                </c:pt>
                <c:pt idx="82858">
                  <c:v>59.96</c:v>
                </c:pt>
                <c:pt idx="82859">
                  <c:v>74.22</c:v>
                </c:pt>
                <c:pt idx="82860">
                  <c:v>73.849999999999994</c:v>
                </c:pt>
                <c:pt idx="82861">
                  <c:v>163.77000000000001</c:v>
                </c:pt>
                <c:pt idx="82862">
                  <c:v>251.95</c:v>
                </c:pt>
                <c:pt idx="82863">
                  <c:v>308.33</c:v>
                </c:pt>
                <c:pt idx="82864">
                  <c:v>74.95</c:v>
                </c:pt>
                <c:pt idx="82865">
                  <c:v>59.96</c:v>
                </c:pt>
                <c:pt idx="82866">
                  <c:v>74.95</c:v>
                </c:pt>
                <c:pt idx="82867">
                  <c:v>74.95</c:v>
                </c:pt>
                <c:pt idx="82868">
                  <c:v>74.95</c:v>
                </c:pt>
                <c:pt idx="82869">
                  <c:v>55.98</c:v>
                </c:pt>
                <c:pt idx="82870">
                  <c:v>84.98</c:v>
                </c:pt>
                <c:pt idx="82871">
                  <c:v>63.92</c:v>
                </c:pt>
                <c:pt idx="82872">
                  <c:v>59.98</c:v>
                </c:pt>
                <c:pt idx="82873">
                  <c:v>69.98</c:v>
                </c:pt>
                <c:pt idx="82874">
                  <c:v>83.48</c:v>
                </c:pt>
                <c:pt idx="82875">
                  <c:v>55.98</c:v>
                </c:pt>
                <c:pt idx="82876">
                  <c:v>50.97</c:v>
                </c:pt>
                <c:pt idx="82877">
                  <c:v>65.98</c:v>
                </c:pt>
                <c:pt idx="82878">
                  <c:v>49.99</c:v>
                </c:pt>
                <c:pt idx="82879">
                  <c:v>65.989999999999995</c:v>
                </c:pt>
                <c:pt idx="82880">
                  <c:v>79.98</c:v>
                </c:pt>
                <c:pt idx="82881">
                  <c:v>60.99</c:v>
                </c:pt>
                <c:pt idx="82882">
                  <c:v>65.989999999999995</c:v>
                </c:pt>
                <c:pt idx="82883">
                  <c:v>60.99</c:v>
                </c:pt>
                <c:pt idx="82884">
                  <c:v>49.99</c:v>
                </c:pt>
                <c:pt idx="82885">
                  <c:v>69.98</c:v>
                </c:pt>
                <c:pt idx="82886">
                  <c:v>239.94</c:v>
                </c:pt>
                <c:pt idx="82887">
                  <c:v>59.98</c:v>
                </c:pt>
                <c:pt idx="82888">
                  <c:v>41.29</c:v>
                </c:pt>
                <c:pt idx="82889">
                  <c:v>28.29</c:v>
                </c:pt>
                <c:pt idx="82890">
                  <c:v>59.98</c:v>
                </c:pt>
                <c:pt idx="82891">
                  <c:v>28.29</c:v>
                </c:pt>
                <c:pt idx="82892">
                  <c:v>41.29</c:v>
                </c:pt>
                <c:pt idx="82893">
                  <c:v>50.98</c:v>
                </c:pt>
                <c:pt idx="82894">
                  <c:v>116.26</c:v>
                </c:pt>
                <c:pt idx="82895">
                  <c:v>50.98</c:v>
                </c:pt>
                <c:pt idx="82896">
                  <c:v>84.97</c:v>
                </c:pt>
                <c:pt idx="82897">
                  <c:v>50.98</c:v>
                </c:pt>
                <c:pt idx="82898">
                  <c:v>89.97</c:v>
                </c:pt>
                <c:pt idx="82899">
                  <c:v>89.97</c:v>
                </c:pt>
                <c:pt idx="82900">
                  <c:v>59.98</c:v>
                </c:pt>
                <c:pt idx="82901">
                  <c:v>74.97</c:v>
                </c:pt>
                <c:pt idx="82902">
                  <c:v>74.97</c:v>
                </c:pt>
                <c:pt idx="82903">
                  <c:v>71.97</c:v>
                </c:pt>
                <c:pt idx="82904">
                  <c:v>59.98</c:v>
                </c:pt>
                <c:pt idx="82905">
                  <c:v>64.97</c:v>
                </c:pt>
                <c:pt idx="82906">
                  <c:v>31.28</c:v>
                </c:pt>
                <c:pt idx="82907">
                  <c:v>116.26</c:v>
                </c:pt>
                <c:pt idx="82908">
                  <c:v>31.28</c:v>
                </c:pt>
                <c:pt idx="82909">
                  <c:v>84.97</c:v>
                </c:pt>
                <c:pt idx="82910">
                  <c:v>64.97</c:v>
                </c:pt>
                <c:pt idx="82911">
                  <c:v>71.97</c:v>
                </c:pt>
                <c:pt idx="82912">
                  <c:v>50.98</c:v>
                </c:pt>
                <c:pt idx="82913">
                  <c:v>109.96</c:v>
                </c:pt>
                <c:pt idx="82914">
                  <c:v>119.96</c:v>
                </c:pt>
                <c:pt idx="82915">
                  <c:v>107.95</c:v>
                </c:pt>
                <c:pt idx="82916">
                  <c:v>72.97</c:v>
                </c:pt>
                <c:pt idx="82917">
                  <c:v>71.98</c:v>
                </c:pt>
                <c:pt idx="82918">
                  <c:v>149.94999999999999</c:v>
                </c:pt>
                <c:pt idx="82919">
                  <c:v>89.97</c:v>
                </c:pt>
                <c:pt idx="82920">
                  <c:v>42.23</c:v>
                </c:pt>
                <c:pt idx="82921">
                  <c:v>64.98</c:v>
                </c:pt>
                <c:pt idx="82922">
                  <c:v>59.98</c:v>
                </c:pt>
                <c:pt idx="82923">
                  <c:v>119.96</c:v>
                </c:pt>
                <c:pt idx="82924">
                  <c:v>89.97</c:v>
                </c:pt>
                <c:pt idx="82925">
                  <c:v>54.98</c:v>
                </c:pt>
                <c:pt idx="82926">
                  <c:v>109.97</c:v>
                </c:pt>
                <c:pt idx="82927">
                  <c:v>59.99</c:v>
                </c:pt>
                <c:pt idx="82928">
                  <c:v>51.29</c:v>
                </c:pt>
                <c:pt idx="82929">
                  <c:v>59.99</c:v>
                </c:pt>
                <c:pt idx="82930">
                  <c:v>4.99</c:v>
                </c:pt>
                <c:pt idx="82931">
                  <c:v>138.86000000000001</c:v>
                </c:pt>
                <c:pt idx="82932">
                  <c:v>118.75</c:v>
                </c:pt>
                <c:pt idx="82933">
                  <c:v>112.75</c:v>
                </c:pt>
                <c:pt idx="82934">
                  <c:v>112.75</c:v>
                </c:pt>
                <c:pt idx="82935">
                  <c:v>109.98</c:v>
                </c:pt>
                <c:pt idx="82936">
                  <c:v>169.92</c:v>
                </c:pt>
                <c:pt idx="82937">
                  <c:v>138.86000000000001</c:v>
                </c:pt>
                <c:pt idx="82938">
                  <c:v>109.98</c:v>
                </c:pt>
                <c:pt idx="82939">
                  <c:v>109.98</c:v>
                </c:pt>
                <c:pt idx="82940">
                  <c:v>118.75</c:v>
                </c:pt>
                <c:pt idx="82941">
                  <c:v>54.99</c:v>
                </c:pt>
                <c:pt idx="82942">
                  <c:v>54.99</c:v>
                </c:pt>
                <c:pt idx="82943">
                  <c:v>54.99</c:v>
                </c:pt>
                <c:pt idx="82944">
                  <c:v>54.99</c:v>
                </c:pt>
                <c:pt idx="82945">
                  <c:v>169.92</c:v>
                </c:pt>
                <c:pt idx="82946">
                  <c:v>109.98</c:v>
                </c:pt>
                <c:pt idx="82947">
                  <c:v>65.989999999999995</c:v>
                </c:pt>
                <c:pt idx="82948">
                  <c:v>127.96</c:v>
                </c:pt>
                <c:pt idx="82949">
                  <c:v>110.98</c:v>
                </c:pt>
                <c:pt idx="82950">
                  <c:v>20.29</c:v>
                </c:pt>
                <c:pt idx="82951">
                  <c:v>158.96</c:v>
                </c:pt>
                <c:pt idx="82952">
                  <c:v>65.989999999999995</c:v>
                </c:pt>
                <c:pt idx="82953">
                  <c:v>65.989999999999995</c:v>
                </c:pt>
                <c:pt idx="82954">
                  <c:v>65.989999999999995</c:v>
                </c:pt>
                <c:pt idx="82955">
                  <c:v>61.99</c:v>
                </c:pt>
                <c:pt idx="82956">
                  <c:v>101.97</c:v>
                </c:pt>
                <c:pt idx="82957">
                  <c:v>65.989999999999995</c:v>
                </c:pt>
                <c:pt idx="82958">
                  <c:v>65.989999999999995</c:v>
                </c:pt>
                <c:pt idx="82959">
                  <c:v>65.989999999999995</c:v>
                </c:pt>
                <c:pt idx="82960">
                  <c:v>65.989999999999995</c:v>
                </c:pt>
                <c:pt idx="82961">
                  <c:v>56.09</c:v>
                </c:pt>
                <c:pt idx="82962">
                  <c:v>33.880000000000003</c:v>
                </c:pt>
                <c:pt idx="82963">
                  <c:v>75.959999999999994</c:v>
                </c:pt>
                <c:pt idx="82964">
                  <c:v>75.959999999999994</c:v>
                </c:pt>
                <c:pt idx="82965">
                  <c:v>113.94</c:v>
                </c:pt>
                <c:pt idx="82966">
                  <c:v>113.94</c:v>
                </c:pt>
                <c:pt idx="82967">
                  <c:v>53.97</c:v>
                </c:pt>
                <c:pt idx="82968">
                  <c:v>69.95</c:v>
                </c:pt>
                <c:pt idx="82969">
                  <c:v>53.97</c:v>
                </c:pt>
                <c:pt idx="82970">
                  <c:v>59.99</c:v>
                </c:pt>
                <c:pt idx="82971">
                  <c:v>59.99</c:v>
                </c:pt>
                <c:pt idx="82972">
                  <c:v>69.95</c:v>
                </c:pt>
                <c:pt idx="82973">
                  <c:v>145.97</c:v>
                </c:pt>
                <c:pt idx="82974">
                  <c:v>71.94</c:v>
                </c:pt>
                <c:pt idx="82975">
                  <c:v>91.94</c:v>
                </c:pt>
                <c:pt idx="82976">
                  <c:v>189.96</c:v>
                </c:pt>
                <c:pt idx="82977">
                  <c:v>219.95</c:v>
                </c:pt>
                <c:pt idx="82978">
                  <c:v>116.12</c:v>
                </c:pt>
                <c:pt idx="82979">
                  <c:v>49.59</c:v>
                </c:pt>
                <c:pt idx="82980">
                  <c:v>85.87</c:v>
                </c:pt>
                <c:pt idx="82981">
                  <c:v>195.97</c:v>
                </c:pt>
                <c:pt idx="82982">
                  <c:v>137.9</c:v>
                </c:pt>
                <c:pt idx="82983">
                  <c:v>114.91</c:v>
                </c:pt>
                <c:pt idx="82984">
                  <c:v>84.66</c:v>
                </c:pt>
                <c:pt idx="82985">
                  <c:v>21.49</c:v>
                </c:pt>
                <c:pt idx="82986">
                  <c:v>84.99</c:v>
                </c:pt>
                <c:pt idx="82987">
                  <c:v>109.98</c:v>
                </c:pt>
                <c:pt idx="82988">
                  <c:v>90.98</c:v>
                </c:pt>
                <c:pt idx="82989">
                  <c:v>104.98</c:v>
                </c:pt>
                <c:pt idx="82990">
                  <c:v>84.99</c:v>
                </c:pt>
                <c:pt idx="82991">
                  <c:v>23.24</c:v>
                </c:pt>
                <c:pt idx="82992">
                  <c:v>84.99</c:v>
                </c:pt>
                <c:pt idx="82993">
                  <c:v>64.67</c:v>
                </c:pt>
                <c:pt idx="82994">
                  <c:v>84.99</c:v>
                </c:pt>
                <c:pt idx="82995">
                  <c:v>84.33</c:v>
                </c:pt>
                <c:pt idx="82996">
                  <c:v>84.97</c:v>
                </c:pt>
                <c:pt idx="82997">
                  <c:v>84.99</c:v>
                </c:pt>
                <c:pt idx="82998">
                  <c:v>114.95</c:v>
                </c:pt>
                <c:pt idx="82999">
                  <c:v>119.96</c:v>
                </c:pt>
                <c:pt idx="83000">
                  <c:v>-49.98</c:v>
                </c:pt>
                <c:pt idx="83001">
                  <c:v>11.49</c:v>
                </c:pt>
                <c:pt idx="83002">
                  <c:v>174.93</c:v>
                </c:pt>
                <c:pt idx="83003">
                  <c:v>269.91000000000003</c:v>
                </c:pt>
                <c:pt idx="83004">
                  <c:v>68.97</c:v>
                </c:pt>
                <c:pt idx="83005">
                  <c:v>129.57</c:v>
                </c:pt>
                <c:pt idx="83006">
                  <c:v>89.98</c:v>
                </c:pt>
                <c:pt idx="83007">
                  <c:v>99.98</c:v>
                </c:pt>
                <c:pt idx="83008">
                  <c:v>136.47999999999999</c:v>
                </c:pt>
                <c:pt idx="83009">
                  <c:v>83.94</c:v>
                </c:pt>
                <c:pt idx="83010">
                  <c:v>59.13</c:v>
                </c:pt>
                <c:pt idx="83011">
                  <c:v>184.59</c:v>
                </c:pt>
                <c:pt idx="83012">
                  <c:v>159.69999999999999</c:v>
                </c:pt>
                <c:pt idx="83013">
                  <c:v>143.72</c:v>
                </c:pt>
                <c:pt idx="83014">
                  <c:v>145.16</c:v>
                </c:pt>
                <c:pt idx="83015">
                  <c:v>59.96</c:v>
                </c:pt>
                <c:pt idx="83016">
                  <c:v>59.96</c:v>
                </c:pt>
                <c:pt idx="83017">
                  <c:v>57.56</c:v>
                </c:pt>
                <c:pt idx="83018">
                  <c:v>94.93</c:v>
                </c:pt>
                <c:pt idx="83019">
                  <c:v>59.96</c:v>
                </c:pt>
                <c:pt idx="83020">
                  <c:v>47.69</c:v>
                </c:pt>
                <c:pt idx="83021">
                  <c:v>59.96</c:v>
                </c:pt>
                <c:pt idx="83022">
                  <c:v>41.27</c:v>
                </c:pt>
                <c:pt idx="83023">
                  <c:v>59.96</c:v>
                </c:pt>
                <c:pt idx="83024">
                  <c:v>104.98</c:v>
                </c:pt>
                <c:pt idx="83025">
                  <c:v>51.97</c:v>
                </c:pt>
                <c:pt idx="83026">
                  <c:v>95.97</c:v>
                </c:pt>
                <c:pt idx="83027">
                  <c:v>99.96</c:v>
                </c:pt>
                <c:pt idx="83028">
                  <c:v>129.96</c:v>
                </c:pt>
                <c:pt idx="83029">
                  <c:v>98.96</c:v>
                </c:pt>
                <c:pt idx="83030">
                  <c:v>129.96</c:v>
                </c:pt>
                <c:pt idx="83031">
                  <c:v>63.95</c:v>
                </c:pt>
                <c:pt idx="83032">
                  <c:v>50.45</c:v>
                </c:pt>
                <c:pt idx="83033">
                  <c:v>79.98</c:v>
                </c:pt>
                <c:pt idx="83034">
                  <c:v>59.96</c:v>
                </c:pt>
                <c:pt idx="83035">
                  <c:v>-59.95</c:v>
                </c:pt>
                <c:pt idx="83036">
                  <c:v>60.99</c:v>
                </c:pt>
                <c:pt idx="83037">
                  <c:v>54.89</c:v>
                </c:pt>
                <c:pt idx="83038">
                  <c:v>59.95</c:v>
                </c:pt>
                <c:pt idx="83039">
                  <c:v>59.96</c:v>
                </c:pt>
                <c:pt idx="83040">
                  <c:v>50.97</c:v>
                </c:pt>
                <c:pt idx="83041">
                  <c:v>68.97</c:v>
                </c:pt>
                <c:pt idx="83042">
                  <c:v>77.97</c:v>
                </c:pt>
                <c:pt idx="83043">
                  <c:v>77.97</c:v>
                </c:pt>
                <c:pt idx="83044">
                  <c:v>53.98</c:v>
                </c:pt>
                <c:pt idx="83045">
                  <c:v>58.98</c:v>
                </c:pt>
                <c:pt idx="83046">
                  <c:v>53.97</c:v>
                </c:pt>
                <c:pt idx="83047">
                  <c:v>59.98</c:v>
                </c:pt>
                <c:pt idx="83048">
                  <c:v>53.98</c:v>
                </c:pt>
                <c:pt idx="83049">
                  <c:v>69.98</c:v>
                </c:pt>
                <c:pt idx="83050">
                  <c:v>96.98</c:v>
                </c:pt>
                <c:pt idx="83051">
                  <c:v>155.97999999999999</c:v>
                </c:pt>
                <c:pt idx="83052">
                  <c:v>84.99</c:v>
                </c:pt>
                <c:pt idx="83053">
                  <c:v>202.75</c:v>
                </c:pt>
                <c:pt idx="83054">
                  <c:v>137.96</c:v>
                </c:pt>
                <c:pt idx="83055">
                  <c:v>54.98</c:v>
                </c:pt>
                <c:pt idx="83056">
                  <c:v>84.99</c:v>
                </c:pt>
                <c:pt idx="83057">
                  <c:v>69.98</c:v>
                </c:pt>
                <c:pt idx="83058">
                  <c:v>89.98</c:v>
                </c:pt>
                <c:pt idx="83059">
                  <c:v>79.97</c:v>
                </c:pt>
                <c:pt idx="83060">
                  <c:v>94.97</c:v>
                </c:pt>
                <c:pt idx="83061">
                  <c:v>99.98</c:v>
                </c:pt>
                <c:pt idx="83062">
                  <c:v>65.48</c:v>
                </c:pt>
                <c:pt idx="83063">
                  <c:v>137.96</c:v>
                </c:pt>
                <c:pt idx="83064">
                  <c:v>118.97</c:v>
                </c:pt>
                <c:pt idx="83065">
                  <c:v>99.98</c:v>
                </c:pt>
                <c:pt idx="83066">
                  <c:v>139.46</c:v>
                </c:pt>
                <c:pt idx="83067">
                  <c:v>99.98</c:v>
                </c:pt>
                <c:pt idx="83068">
                  <c:v>119.96</c:v>
                </c:pt>
                <c:pt idx="83069">
                  <c:v>119.96</c:v>
                </c:pt>
                <c:pt idx="83070">
                  <c:v>119.96</c:v>
                </c:pt>
                <c:pt idx="83071">
                  <c:v>119.96</c:v>
                </c:pt>
                <c:pt idx="83072">
                  <c:v>119.96</c:v>
                </c:pt>
                <c:pt idx="83073">
                  <c:v>131.97999999999999</c:v>
                </c:pt>
                <c:pt idx="83074">
                  <c:v>121.98</c:v>
                </c:pt>
                <c:pt idx="83075">
                  <c:v>119.94</c:v>
                </c:pt>
                <c:pt idx="83076">
                  <c:v>143.16999999999999</c:v>
                </c:pt>
                <c:pt idx="83077">
                  <c:v>158.04</c:v>
                </c:pt>
                <c:pt idx="83078">
                  <c:v>96.78</c:v>
                </c:pt>
                <c:pt idx="83079">
                  <c:v>101.01</c:v>
                </c:pt>
                <c:pt idx="83080">
                  <c:v>79.849999999999994</c:v>
                </c:pt>
                <c:pt idx="83081">
                  <c:v>79.849999999999994</c:v>
                </c:pt>
                <c:pt idx="83082">
                  <c:v>96.78</c:v>
                </c:pt>
                <c:pt idx="83083">
                  <c:v>87.15</c:v>
                </c:pt>
                <c:pt idx="83084">
                  <c:v>103.41</c:v>
                </c:pt>
                <c:pt idx="83085">
                  <c:v>68.930000000000007</c:v>
                </c:pt>
                <c:pt idx="83086">
                  <c:v>68.930000000000007</c:v>
                </c:pt>
                <c:pt idx="83087">
                  <c:v>68.930000000000007</c:v>
                </c:pt>
                <c:pt idx="83088">
                  <c:v>-68.930000000000007</c:v>
                </c:pt>
                <c:pt idx="83089">
                  <c:v>114.89</c:v>
                </c:pt>
                <c:pt idx="83090">
                  <c:v>114.89</c:v>
                </c:pt>
                <c:pt idx="83091">
                  <c:v>114.98</c:v>
                </c:pt>
                <c:pt idx="83092">
                  <c:v>109.96</c:v>
                </c:pt>
                <c:pt idx="83093">
                  <c:v>169.98</c:v>
                </c:pt>
                <c:pt idx="83094">
                  <c:v>216.72</c:v>
                </c:pt>
                <c:pt idx="83095">
                  <c:v>134.97999999999999</c:v>
                </c:pt>
                <c:pt idx="83096">
                  <c:v>84.99</c:v>
                </c:pt>
                <c:pt idx="83097">
                  <c:v>-169.98</c:v>
                </c:pt>
                <c:pt idx="83098">
                  <c:v>76.489999999999995</c:v>
                </c:pt>
                <c:pt idx="83099">
                  <c:v>76.489999999999995</c:v>
                </c:pt>
                <c:pt idx="83100">
                  <c:v>76.489999999999995</c:v>
                </c:pt>
                <c:pt idx="83101">
                  <c:v>68.989999999999995</c:v>
                </c:pt>
                <c:pt idx="83102">
                  <c:v>82.38</c:v>
                </c:pt>
                <c:pt idx="83103">
                  <c:v>102.97</c:v>
                </c:pt>
                <c:pt idx="83104">
                  <c:v>55.23</c:v>
                </c:pt>
                <c:pt idx="83105">
                  <c:v>84.99</c:v>
                </c:pt>
                <c:pt idx="83106">
                  <c:v>59.99</c:v>
                </c:pt>
                <c:pt idx="83107">
                  <c:v>57.95</c:v>
                </c:pt>
                <c:pt idx="83108">
                  <c:v>61.97</c:v>
                </c:pt>
                <c:pt idx="83109">
                  <c:v>131.97999999999999</c:v>
                </c:pt>
                <c:pt idx="83110">
                  <c:v>131.97999999999999</c:v>
                </c:pt>
                <c:pt idx="83111">
                  <c:v>53.97</c:v>
                </c:pt>
                <c:pt idx="83112">
                  <c:v>32.229999999999997</c:v>
                </c:pt>
                <c:pt idx="83113">
                  <c:v>53.97</c:v>
                </c:pt>
                <c:pt idx="83114">
                  <c:v>51.49</c:v>
                </c:pt>
                <c:pt idx="83115">
                  <c:v>53.97</c:v>
                </c:pt>
                <c:pt idx="83116">
                  <c:v>53.97</c:v>
                </c:pt>
                <c:pt idx="83117">
                  <c:v>27.49</c:v>
                </c:pt>
                <c:pt idx="83118">
                  <c:v>84.99</c:v>
                </c:pt>
                <c:pt idx="83119">
                  <c:v>53.97</c:v>
                </c:pt>
                <c:pt idx="83120">
                  <c:v>53.97</c:v>
                </c:pt>
                <c:pt idx="83121">
                  <c:v>53.97</c:v>
                </c:pt>
                <c:pt idx="83122">
                  <c:v>53.97</c:v>
                </c:pt>
                <c:pt idx="83123">
                  <c:v>108.88</c:v>
                </c:pt>
                <c:pt idx="83124">
                  <c:v>159.69999999999999</c:v>
                </c:pt>
                <c:pt idx="83125">
                  <c:v>99.98</c:v>
                </c:pt>
                <c:pt idx="83126">
                  <c:v>171.16</c:v>
                </c:pt>
                <c:pt idx="83127">
                  <c:v>89.98</c:v>
                </c:pt>
                <c:pt idx="83128">
                  <c:v>99.98</c:v>
                </c:pt>
                <c:pt idx="83129">
                  <c:v>149.97</c:v>
                </c:pt>
                <c:pt idx="83130">
                  <c:v>99.98</c:v>
                </c:pt>
                <c:pt idx="83131">
                  <c:v>169.98</c:v>
                </c:pt>
                <c:pt idx="83132">
                  <c:v>105.98</c:v>
                </c:pt>
                <c:pt idx="83133">
                  <c:v>179.15</c:v>
                </c:pt>
                <c:pt idx="83134">
                  <c:v>101.96</c:v>
                </c:pt>
                <c:pt idx="83135">
                  <c:v>117.96</c:v>
                </c:pt>
                <c:pt idx="83136">
                  <c:v>100.43</c:v>
                </c:pt>
                <c:pt idx="83137">
                  <c:v>101.97</c:v>
                </c:pt>
                <c:pt idx="83138">
                  <c:v>109.15</c:v>
                </c:pt>
                <c:pt idx="83139">
                  <c:v>128.94999999999999</c:v>
                </c:pt>
                <c:pt idx="83140">
                  <c:v>147.6</c:v>
                </c:pt>
                <c:pt idx="83141">
                  <c:v>159.69999999999999</c:v>
                </c:pt>
                <c:pt idx="83142">
                  <c:v>159.69999999999999</c:v>
                </c:pt>
                <c:pt idx="83143">
                  <c:v>159.69999999999999</c:v>
                </c:pt>
                <c:pt idx="83144">
                  <c:v>63.96</c:v>
                </c:pt>
                <c:pt idx="83145">
                  <c:v>63.96</c:v>
                </c:pt>
                <c:pt idx="83146">
                  <c:v>138.94999999999999</c:v>
                </c:pt>
                <c:pt idx="83147">
                  <c:v>63.96</c:v>
                </c:pt>
                <c:pt idx="83148">
                  <c:v>63.96</c:v>
                </c:pt>
                <c:pt idx="83149">
                  <c:v>63.96</c:v>
                </c:pt>
                <c:pt idx="83150">
                  <c:v>-49.27</c:v>
                </c:pt>
                <c:pt idx="83151">
                  <c:v>63.96</c:v>
                </c:pt>
                <c:pt idx="83152">
                  <c:v>49.27</c:v>
                </c:pt>
                <c:pt idx="83153">
                  <c:v>55.98</c:v>
                </c:pt>
                <c:pt idx="83154">
                  <c:v>63.96</c:v>
                </c:pt>
                <c:pt idx="83155">
                  <c:v>79.98</c:v>
                </c:pt>
                <c:pt idx="83156">
                  <c:v>131.97999999999999</c:v>
                </c:pt>
                <c:pt idx="83157">
                  <c:v>112.18</c:v>
                </c:pt>
                <c:pt idx="83158">
                  <c:v>145.15</c:v>
                </c:pt>
                <c:pt idx="83159">
                  <c:v>239.54</c:v>
                </c:pt>
                <c:pt idx="83160">
                  <c:v>157.22999999999999</c:v>
                </c:pt>
                <c:pt idx="83161">
                  <c:v>220.37</c:v>
                </c:pt>
                <c:pt idx="83162">
                  <c:v>84.64</c:v>
                </c:pt>
                <c:pt idx="83163">
                  <c:v>67.709999999999994</c:v>
                </c:pt>
                <c:pt idx="83164">
                  <c:v>110.05</c:v>
                </c:pt>
                <c:pt idx="83165">
                  <c:v>84.64</c:v>
                </c:pt>
                <c:pt idx="83166">
                  <c:v>89.97</c:v>
                </c:pt>
                <c:pt idx="83167">
                  <c:v>86.28</c:v>
                </c:pt>
                <c:pt idx="83168">
                  <c:v>77.349999999999994</c:v>
                </c:pt>
                <c:pt idx="83169">
                  <c:v>183.34</c:v>
                </c:pt>
                <c:pt idx="83170">
                  <c:v>120.47</c:v>
                </c:pt>
                <c:pt idx="83171">
                  <c:v>176.44</c:v>
                </c:pt>
                <c:pt idx="83172">
                  <c:v>67.959999999999994</c:v>
                </c:pt>
                <c:pt idx="83173">
                  <c:v>77.67</c:v>
                </c:pt>
                <c:pt idx="83174">
                  <c:v>85.79</c:v>
                </c:pt>
                <c:pt idx="83175">
                  <c:v>71.86</c:v>
                </c:pt>
                <c:pt idx="83176">
                  <c:v>129.43</c:v>
                </c:pt>
                <c:pt idx="83177">
                  <c:v>105.25</c:v>
                </c:pt>
                <c:pt idx="83178">
                  <c:v>85.89</c:v>
                </c:pt>
                <c:pt idx="83179">
                  <c:v>81.05</c:v>
                </c:pt>
                <c:pt idx="83180">
                  <c:v>78.19</c:v>
                </c:pt>
                <c:pt idx="83181">
                  <c:v>66.540000000000006</c:v>
                </c:pt>
                <c:pt idx="83182">
                  <c:v>79.989999999999995</c:v>
                </c:pt>
                <c:pt idx="83183">
                  <c:v>79.989999999999995</c:v>
                </c:pt>
                <c:pt idx="83184">
                  <c:v>79.989999999999995</c:v>
                </c:pt>
                <c:pt idx="83185">
                  <c:v>79.989999999999995</c:v>
                </c:pt>
                <c:pt idx="83186">
                  <c:v>79.989999999999995</c:v>
                </c:pt>
                <c:pt idx="83187">
                  <c:v>79.989999999999995</c:v>
                </c:pt>
                <c:pt idx="83188">
                  <c:v>78.39</c:v>
                </c:pt>
                <c:pt idx="83189">
                  <c:v>83.52</c:v>
                </c:pt>
                <c:pt idx="83190">
                  <c:v>53.97</c:v>
                </c:pt>
                <c:pt idx="83191">
                  <c:v>93.97</c:v>
                </c:pt>
                <c:pt idx="83192">
                  <c:v>81.98</c:v>
                </c:pt>
                <c:pt idx="83193">
                  <c:v>87.98</c:v>
                </c:pt>
                <c:pt idx="83194">
                  <c:v>121.98</c:v>
                </c:pt>
                <c:pt idx="83195">
                  <c:v>81.97</c:v>
                </c:pt>
                <c:pt idx="83196">
                  <c:v>64.98</c:v>
                </c:pt>
                <c:pt idx="83197">
                  <c:v>60.99</c:v>
                </c:pt>
                <c:pt idx="83198">
                  <c:v>81.69</c:v>
                </c:pt>
                <c:pt idx="83199">
                  <c:v>84.99</c:v>
                </c:pt>
                <c:pt idx="83200">
                  <c:v>65.989999999999995</c:v>
                </c:pt>
                <c:pt idx="83201">
                  <c:v>84.99</c:v>
                </c:pt>
                <c:pt idx="83202">
                  <c:v>84.99</c:v>
                </c:pt>
                <c:pt idx="83203">
                  <c:v>65.989999999999995</c:v>
                </c:pt>
                <c:pt idx="83204">
                  <c:v>84.99</c:v>
                </c:pt>
                <c:pt idx="83205">
                  <c:v>76.489999999999995</c:v>
                </c:pt>
                <c:pt idx="83206">
                  <c:v>76.489999999999995</c:v>
                </c:pt>
                <c:pt idx="83207">
                  <c:v>55.23</c:v>
                </c:pt>
                <c:pt idx="83208">
                  <c:v>89.98</c:v>
                </c:pt>
                <c:pt idx="83209">
                  <c:v>76.489999999999995</c:v>
                </c:pt>
                <c:pt idx="83210">
                  <c:v>46.49</c:v>
                </c:pt>
                <c:pt idx="83211">
                  <c:v>154.94999999999999</c:v>
                </c:pt>
                <c:pt idx="83212">
                  <c:v>121.96</c:v>
                </c:pt>
                <c:pt idx="83213">
                  <c:v>73.98</c:v>
                </c:pt>
                <c:pt idx="83214">
                  <c:v>154.94999999999999</c:v>
                </c:pt>
                <c:pt idx="83215">
                  <c:v>111.96</c:v>
                </c:pt>
                <c:pt idx="83216">
                  <c:v>88.97</c:v>
                </c:pt>
                <c:pt idx="83217">
                  <c:v>72.239999999999995</c:v>
                </c:pt>
                <c:pt idx="83218">
                  <c:v>63.88</c:v>
                </c:pt>
                <c:pt idx="83219">
                  <c:v>72.239999999999995</c:v>
                </c:pt>
                <c:pt idx="83220">
                  <c:v>34.99</c:v>
                </c:pt>
                <c:pt idx="83221">
                  <c:v>49.49</c:v>
                </c:pt>
                <c:pt idx="83222">
                  <c:v>54.99</c:v>
                </c:pt>
                <c:pt idx="83223">
                  <c:v>76.489999999999995</c:v>
                </c:pt>
                <c:pt idx="83224">
                  <c:v>76.489999999999995</c:v>
                </c:pt>
                <c:pt idx="83225">
                  <c:v>94.97</c:v>
                </c:pt>
                <c:pt idx="83226">
                  <c:v>59.96</c:v>
                </c:pt>
                <c:pt idx="83227">
                  <c:v>126.96</c:v>
                </c:pt>
                <c:pt idx="83228">
                  <c:v>239.92</c:v>
                </c:pt>
                <c:pt idx="83229">
                  <c:v>159.97</c:v>
                </c:pt>
                <c:pt idx="83230">
                  <c:v>179.94</c:v>
                </c:pt>
                <c:pt idx="83231">
                  <c:v>171.87</c:v>
                </c:pt>
                <c:pt idx="83232">
                  <c:v>76.930000000000007</c:v>
                </c:pt>
                <c:pt idx="83233">
                  <c:v>103.39</c:v>
                </c:pt>
                <c:pt idx="83234">
                  <c:v>59.95</c:v>
                </c:pt>
                <c:pt idx="83235">
                  <c:v>199.96</c:v>
                </c:pt>
                <c:pt idx="83236">
                  <c:v>66.12</c:v>
                </c:pt>
                <c:pt idx="83237">
                  <c:v>87.67</c:v>
                </c:pt>
                <c:pt idx="83238">
                  <c:v>59.98</c:v>
                </c:pt>
                <c:pt idx="83239">
                  <c:v>59.98</c:v>
                </c:pt>
                <c:pt idx="83240">
                  <c:v>55.98</c:v>
                </c:pt>
                <c:pt idx="83241">
                  <c:v>87.67</c:v>
                </c:pt>
                <c:pt idx="83242">
                  <c:v>59.98</c:v>
                </c:pt>
                <c:pt idx="83243">
                  <c:v>59.98</c:v>
                </c:pt>
                <c:pt idx="83244">
                  <c:v>75.97</c:v>
                </c:pt>
                <c:pt idx="83245">
                  <c:v>77.97</c:v>
                </c:pt>
                <c:pt idx="83246">
                  <c:v>55.98</c:v>
                </c:pt>
                <c:pt idx="83247">
                  <c:v>66.12</c:v>
                </c:pt>
                <c:pt idx="83248">
                  <c:v>102.57</c:v>
                </c:pt>
                <c:pt idx="83249">
                  <c:v>102.57</c:v>
                </c:pt>
                <c:pt idx="83250">
                  <c:v>59.98</c:v>
                </c:pt>
                <c:pt idx="83251">
                  <c:v>59.98</c:v>
                </c:pt>
                <c:pt idx="83252">
                  <c:v>59.98</c:v>
                </c:pt>
                <c:pt idx="83253">
                  <c:v>75.97</c:v>
                </c:pt>
                <c:pt idx="83254">
                  <c:v>77.97</c:v>
                </c:pt>
                <c:pt idx="83255">
                  <c:v>59.98</c:v>
                </c:pt>
                <c:pt idx="83256">
                  <c:v>60.99</c:v>
                </c:pt>
                <c:pt idx="83257">
                  <c:v>234.33</c:v>
                </c:pt>
                <c:pt idx="83258">
                  <c:v>60.28</c:v>
                </c:pt>
                <c:pt idx="83259">
                  <c:v>75.97</c:v>
                </c:pt>
                <c:pt idx="83260">
                  <c:v>15.99</c:v>
                </c:pt>
                <c:pt idx="83261">
                  <c:v>77.63</c:v>
                </c:pt>
                <c:pt idx="83262">
                  <c:v>15.99</c:v>
                </c:pt>
                <c:pt idx="83263">
                  <c:v>84.99</c:v>
                </c:pt>
                <c:pt idx="83264">
                  <c:v>169.98</c:v>
                </c:pt>
                <c:pt idx="83265">
                  <c:v>147.97999999999999</c:v>
                </c:pt>
                <c:pt idx="83266">
                  <c:v>134.97999999999999</c:v>
                </c:pt>
                <c:pt idx="83267">
                  <c:v>84.99</c:v>
                </c:pt>
                <c:pt idx="83268">
                  <c:v>82.79</c:v>
                </c:pt>
                <c:pt idx="83269">
                  <c:v>90.71</c:v>
                </c:pt>
                <c:pt idx="83270">
                  <c:v>114.88</c:v>
                </c:pt>
                <c:pt idx="83271">
                  <c:v>24.99</c:v>
                </c:pt>
                <c:pt idx="83272">
                  <c:v>125.74</c:v>
                </c:pt>
                <c:pt idx="83273">
                  <c:v>128.19</c:v>
                </c:pt>
                <c:pt idx="83274">
                  <c:v>71.959999999999994</c:v>
                </c:pt>
                <c:pt idx="83275">
                  <c:v>68.62</c:v>
                </c:pt>
                <c:pt idx="83276">
                  <c:v>53.97</c:v>
                </c:pt>
                <c:pt idx="83277">
                  <c:v>89.95</c:v>
                </c:pt>
                <c:pt idx="83278">
                  <c:v>86.95</c:v>
                </c:pt>
                <c:pt idx="83279">
                  <c:v>53.97</c:v>
                </c:pt>
                <c:pt idx="83280">
                  <c:v>71.959999999999994</c:v>
                </c:pt>
                <c:pt idx="83281">
                  <c:v>71.959999999999994</c:v>
                </c:pt>
                <c:pt idx="83282">
                  <c:v>71.959999999999994</c:v>
                </c:pt>
                <c:pt idx="83283">
                  <c:v>63.97</c:v>
                </c:pt>
                <c:pt idx="83284">
                  <c:v>104.98</c:v>
                </c:pt>
                <c:pt idx="83285">
                  <c:v>52.97</c:v>
                </c:pt>
                <c:pt idx="83286">
                  <c:v>106.97</c:v>
                </c:pt>
                <c:pt idx="83287">
                  <c:v>106.97</c:v>
                </c:pt>
                <c:pt idx="83288">
                  <c:v>90.97</c:v>
                </c:pt>
                <c:pt idx="83289">
                  <c:v>95.98</c:v>
                </c:pt>
                <c:pt idx="83290">
                  <c:v>59.97</c:v>
                </c:pt>
                <c:pt idx="83291">
                  <c:v>74.97</c:v>
                </c:pt>
                <c:pt idx="83292">
                  <c:v>68.97</c:v>
                </c:pt>
                <c:pt idx="83293">
                  <c:v>78.97</c:v>
                </c:pt>
                <c:pt idx="83294">
                  <c:v>55.98</c:v>
                </c:pt>
                <c:pt idx="83295">
                  <c:v>68.97</c:v>
                </c:pt>
                <c:pt idx="83296">
                  <c:v>44.59</c:v>
                </c:pt>
                <c:pt idx="83297">
                  <c:v>55.97</c:v>
                </c:pt>
                <c:pt idx="83298">
                  <c:v>74.97</c:v>
                </c:pt>
                <c:pt idx="83299">
                  <c:v>65</c:v>
                </c:pt>
                <c:pt idx="83300">
                  <c:v>68.97</c:v>
                </c:pt>
                <c:pt idx="83301">
                  <c:v>50.37</c:v>
                </c:pt>
                <c:pt idx="83302">
                  <c:v>84.34</c:v>
                </c:pt>
                <c:pt idx="83303">
                  <c:v>103.98</c:v>
                </c:pt>
                <c:pt idx="83304">
                  <c:v>59.46</c:v>
                </c:pt>
                <c:pt idx="83305">
                  <c:v>60.98</c:v>
                </c:pt>
                <c:pt idx="83306">
                  <c:v>58.44</c:v>
                </c:pt>
                <c:pt idx="83307">
                  <c:v>45.32</c:v>
                </c:pt>
                <c:pt idx="83308">
                  <c:v>51.38</c:v>
                </c:pt>
                <c:pt idx="83309">
                  <c:v>105.38</c:v>
                </c:pt>
                <c:pt idx="83310">
                  <c:v>84.97</c:v>
                </c:pt>
                <c:pt idx="83311">
                  <c:v>85.98</c:v>
                </c:pt>
                <c:pt idx="83312">
                  <c:v>125.97</c:v>
                </c:pt>
                <c:pt idx="83313">
                  <c:v>176.97</c:v>
                </c:pt>
                <c:pt idx="83314">
                  <c:v>150.97</c:v>
                </c:pt>
                <c:pt idx="83315">
                  <c:v>139.46</c:v>
                </c:pt>
                <c:pt idx="83316">
                  <c:v>53.99</c:v>
                </c:pt>
                <c:pt idx="83317">
                  <c:v>33.479999999999997</c:v>
                </c:pt>
                <c:pt idx="83318">
                  <c:v>81.58</c:v>
                </c:pt>
                <c:pt idx="83319">
                  <c:v>169.97</c:v>
                </c:pt>
                <c:pt idx="83320">
                  <c:v>56.08</c:v>
                </c:pt>
                <c:pt idx="83321">
                  <c:v>168.94</c:v>
                </c:pt>
                <c:pt idx="83322">
                  <c:v>59.98</c:v>
                </c:pt>
                <c:pt idx="83323">
                  <c:v>59.98</c:v>
                </c:pt>
                <c:pt idx="83324">
                  <c:v>74.97</c:v>
                </c:pt>
                <c:pt idx="83325">
                  <c:v>59.98</c:v>
                </c:pt>
                <c:pt idx="83326">
                  <c:v>119.96</c:v>
                </c:pt>
                <c:pt idx="83327">
                  <c:v>59.98</c:v>
                </c:pt>
                <c:pt idx="83328">
                  <c:v>89.97</c:v>
                </c:pt>
                <c:pt idx="83329">
                  <c:v>89.97</c:v>
                </c:pt>
                <c:pt idx="83330">
                  <c:v>382.38</c:v>
                </c:pt>
                <c:pt idx="83331">
                  <c:v>262.94</c:v>
                </c:pt>
                <c:pt idx="83332">
                  <c:v>53.97</c:v>
                </c:pt>
                <c:pt idx="83333">
                  <c:v>55.96</c:v>
                </c:pt>
                <c:pt idx="83334">
                  <c:v>13.49</c:v>
                </c:pt>
                <c:pt idx="83335">
                  <c:v>53.97</c:v>
                </c:pt>
                <c:pt idx="83336">
                  <c:v>53.97</c:v>
                </c:pt>
                <c:pt idx="83337">
                  <c:v>45.59</c:v>
                </c:pt>
                <c:pt idx="83338">
                  <c:v>27.49</c:v>
                </c:pt>
                <c:pt idx="83339">
                  <c:v>14.24</c:v>
                </c:pt>
                <c:pt idx="83340">
                  <c:v>73.97</c:v>
                </c:pt>
                <c:pt idx="83341">
                  <c:v>34.229999999999997</c:v>
                </c:pt>
                <c:pt idx="83342">
                  <c:v>56.97</c:v>
                </c:pt>
                <c:pt idx="83343">
                  <c:v>14.24</c:v>
                </c:pt>
                <c:pt idx="83344">
                  <c:v>89.97</c:v>
                </c:pt>
                <c:pt idx="83345">
                  <c:v>276.95</c:v>
                </c:pt>
                <c:pt idx="83346">
                  <c:v>76.27</c:v>
                </c:pt>
                <c:pt idx="83347">
                  <c:v>51.49</c:v>
                </c:pt>
                <c:pt idx="83348">
                  <c:v>70.98</c:v>
                </c:pt>
                <c:pt idx="83349">
                  <c:v>46.24</c:v>
                </c:pt>
                <c:pt idx="83350">
                  <c:v>48.48</c:v>
                </c:pt>
                <c:pt idx="83351">
                  <c:v>67.86</c:v>
                </c:pt>
                <c:pt idx="83352">
                  <c:v>67.86</c:v>
                </c:pt>
                <c:pt idx="83353">
                  <c:v>51.98</c:v>
                </c:pt>
                <c:pt idx="83354">
                  <c:v>50.98</c:v>
                </c:pt>
                <c:pt idx="83355">
                  <c:v>52.24</c:v>
                </c:pt>
                <c:pt idx="83356">
                  <c:v>78.959999999999994</c:v>
                </c:pt>
                <c:pt idx="83357">
                  <c:v>51.98</c:v>
                </c:pt>
                <c:pt idx="83358">
                  <c:v>15.99</c:v>
                </c:pt>
                <c:pt idx="83359">
                  <c:v>67.97</c:v>
                </c:pt>
                <c:pt idx="83360">
                  <c:v>94.71</c:v>
                </c:pt>
                <c:pt idx="83361">
                  <c:v>51.98</c:v>
                </c:pt>
                <c:pt idx="83362">
                  <c:v>55.98</c:v>
                </c:pt>
                <c:pt idx="83363">
                  <c:v>54.98</c:v>
                </c:pt>
                <c:pt idx="83364">
                  <c:v>69.98</c:v>
                </c:pt>
                <c:pt idx="83365">
                  <c:v>159.97999999999999</c:v>
                </c:pt>
                <c:pt idx="83366">
                  <c:v>211.94</c:v>
                </c:pt>
                <c:pt idx="83367">
                  <c:v>66.959999999999994</c:v>
                </c:pt>
                <c:pt idx="83368">
                  <c:v>114.33</c:v>
                </c:pt>
                <c:pt idx="83369">
                  <c:v>61.97</c:v>
                </c:pt>
                <c:pt idx="83370">
                  <c:v>19.82</c:v>
                </c:pt>
                <c:pt idx="83371">
                  <c:v>119.92</c:v>
                </c:pt>
                <c:pt idx="83372">
                  <c:v>119.92</c:v>
                </c:pt>
                <c:pt idx="83373">
                  <c:v>129.97999999999999</c:v>
                </c:pt>
                <c:pt idx="83374">
                  <c:v>85.89</c:v>
                </c:pt>
                <c:pt idx="83375">
                  <c:v>102.96</c:v>
                </c:pt>
                <c:pt idx="83376">
                  <c:v>111.96</c:v>
                </c:pt>
                <c:pt idx="83377">
                  <c:v>64.98</c:v>
                </c:pt>
                <c:pt idx="83378">
                  <c:v>119.97</c:v>
                </c:pt>
                <c:pt idx="83379">
                  <c:v>111.94</c:v>
                </c:pt>
                <c:pt idx="83380">
                  <c:v>99.94</c:v>
                </c:pt>
                <c:pt idx="83381">
                  <c:v>91.96</c:v>
                </c:pt>
                <c:pt idx="83382">
                  <c:v>39.119999999999997</c:v>
                </c:pt>
                <c:pt idx="83383">
                  <c:v>65.28</c:v>
                </c:pt>
                <c:pt idx="83384">
                  <c:v>25.29</c:v>
                </c:pt>
                <c:pt idx="83385">
                  <c:v>29.1</c:v>
                </c:pt>
                <c:pt idx="83386">
                  <c:v>51.98</c:v>
                </c:pt>
                <c:pt idx="83387">
                  <c:v>28.74</c:v>
                </c:pt>
                <c:pt idx="83388">
                  <c:v>61.98</c:v>
                </c:pt>
                <c:pt idx="83389">
                  <c:v>40.29</c:v>
                </c:pt>
                <c:pt idx="83390">
                  <c:v>39.29</c:v>
                </c:pt>
                <c:pt idx="83391">
                  <c:v>39.97</c:v>
                </c:pt>
                <c:pt idx="83392">
                  <c:v>60.59</c:v>
                </c:pt>
                <c:pt idx="83393">
                  <c:v>41.29</c:v>
                </c:pt>
                <c:pt idx="83394">
                  <c:v>51.98</c:v>
                </c:pt>
                <c:pt idx="83395">
                  <c:v>181.97</c:v>
                </c:pt>
                <c:pt idx="83396">
                  <c:v>159.97999999999999</c:v>
                </c:pt>
                <c:pt idx="83397">
                  <c:v>114.97</c:v>
                </c:pt>
                <c:pt idx="83398">
                  <c:v>94.98</c:v>
                </c:pt>
                <c:pt idx="83399">
                  <c:v>59.98</c:v>
                </c:pt>
                <c:pt idx="83400">
                  <c:v>125.97</c:v>
                </c:pt>
                <c:pt idx="83401">
                  <c:v>178.46</c:v>
                </c:pt>
                <c:pt idx="83402">
                  <c:v>59.98</c:v>
                </c:pt>
                <c:pt idx="83403">
                  <c:v>49.48</c:v>
                </c:pt>
                <c:pt idx="83404">
                  <c:v>59.98</c:v>
                </c:pt>
                <c:pt idx="83405">
                  <c:v>59.98</c:v>
                </c:pt>
                <c:pt idx="83406">
                  <c:v>56.98</c:v>
                </c:pt>
                <c:pt idx="83407">
                  <c:v>56.97</c:v>
                </c:pt>
                <c:pt idx="83408">
                  <c:v>1.99</c:v>
                </c:pt>
                <c:pt idx="83409">
                  <c:v>67.959999999999994</c:v>
                </c:pt>
                <c:pt idx="83410">
                  <c:v>90.98</c:v>
                </c:pt>
                <c:pt idx="83411">
                  <c:v>139.97999999999999</c:v>
                </c:pt>
                <c:pt idx="83412">
                  <c:v>56.98</c:v>
                </c:pt>
                <c:pt idx="83413">
                  <c:v>122.97</c:v>
                </c:pt>
                <c:pt idx="83414">
                  <c:v>102.98</c:v>
                </c:pt>
                <c:pt idx="83415">
                  <c:v>99.2</c:v>
                </c:pt>
                <c:pt idx="83416">
                  <c:v>96.76</c:v>
                </c:pt>
                <c:pt idx="83417">
                  <c:v>133.06</c:v>
                </c:pt>
                <c:pt idx="83418">
                  <c:v>80.08</c:v>
                </c:pt>
                <c:pt idx="83419">
                  <c:v>90.73</c:v>
                </c:pt>
                <c:pt idx="83420">
                  <c:v>67.739999999999995</c:v>
                </c:pt>
                <c:pt idx="83421">
                  <c:v>62.97</c:v>
                </c:pt>
                <c:pt idx="83422">
                  <c:v>84.97</c:v>
                </c:pt>
                <c:pt idx="83423">
                  <c:v>88.78</c:v>
                </c:pt>
                <c:pt idx="83424">
                  <c:v>59.98</c:v>
                </c:pt>
                <c:pt idx="83425">
                  <c:v>89.97</c:v>
                </c:pt>
                <c:pt idx="83426">
                  <c:v>55.98</c:v>
                </c:pt>
                <c:pt idx="83427">
                  <c:v>89.97</c:v>
                </c:pt>
                <c:pt idx="83428">
                  <c:v>166.95</c:v>
                </c:pt>
                <c:pt idx="83429">
                  <c:v>236.93</c:v>
                </c:pt>
                <c:pt idx="83430">
                  <c:v>154.94999999999999</c:v>
                </c:pt>
                <c:pt idx="83431">
                  <c:v>153.96</c:v>
                </c:pt>
                <c:pt idx="83432">
                  <c:v>93.09</c:v>
                </c:pt>
                <c:pt idx="83433">
                  <c:v>96.09</c:v>
                </c:pt>
                <c:pt idx="83434">
                  <c:v>65.27</c:v>
                </c:pt>
                <c:pt idx="83435">
                  <c:v>65.16</c:v>
                </c:pt>
                <c:pt idx="83436">
                  <c:v>59.94</c:v>
                </c:pt>
                <c:pt idx="83437">
                  <c:v>112.98</c:v>
                </c:pt>
                <c:pt idx="83438">
                  <c:v>59.98</c:v>
                </c:pt>
                <c:pt idx="83439">
                  <c:v>59.98</c:v>
                </c:pt>
                <c:pt idx="83440">
                  <c:v>59.98</c:v>
                </c:pt>
                <c:pt idx="83441">
                  <c:v>80.72</c:v>
                </c:pt>
                <c:pt idx="83442">
                  <c:v>89.97</c:v>
                </c:pt>
                <c:pt idx="83443">
                  <c:v>89.97</c:v>
                </c:pt>
                <c:pt idx="83444">
                  <c:v>59.98</c:v>
                </c:pt>
                <c:pt idx="83445">
                  <c:v>255.96</c:v>
                </c:pt>
                <c:pt idx="83446">
                  <c:v>59.48</c:v>
                </c:pt>
                <c:pt idx="83447">
                  <c:v>180.97</c:v>
                </c:pt>
                <c:pt idx="83448">
                  <c:v>50.97</c:v>
                </c:pt>
                <c:pt idx="83449">
                  <c:v>57.48</c:v>
                </c:pt>
                <c:pt idx="83450">
                  <c:v>89.97</c:v>
                </c:pt>
                <c:pt idx="83451">
                  <c:v>13.24</c:v>
                </c:pt>
                <c:pt idx="83452">
                  <c:v>91.47</c:v>
                </c:pt>
                <c:pt idx="83453">
                  <c:v>48.97</c:v>
                </c:pt>
                <c:pt idx="83454">
                  <c:v>60.95</c:v>
                </c:pt>
                <c:pt idx="83455">
                  <c:v>75.98</c:v>
                </c:pt>
                <c:pt idx="83456">
                  <c:v>109.96</c:v>
                </c:pt>
                <c:pt idx="83457">
                  <c:v>49.95</c:v>
                </c:pt>
                <c:pt idx="83458">
                  <c:v>68.989999999999995</c:v>
                </c:pt>
                <c:pt idx="83459">
                  <c:v>92.49</c:v>
                </c:pt>
                <c:pt idx="83460">
                  <c:v>84.99</c:v>
                </c:pt>
                <c:pt idx="83461">
                  <c:v>82.46</c:v>
                </c:pt>
                <c:pt idx="83462">
                  <c:v>65.19</c:v>
                </c:pt>
                <c:pt idx="83463">
                  <c:v>65.989999999999995</c:v>
                </c:pt>
                <c:pt idx="83464">
                  <c:v>36.49</c:v>
                </c:pt>
                <c:pt idx="83465">
                  <c:v>84.99</c:v>
                </c:pt>
                <c:pt idx="83466">
                  <c:v>65.19</c:v>
                </c:pt>
                <c:pt idx="83467">
                  <c:v>114.01</c:v>
                </c:pt>
                <c:pt idx="83468">
                  <c:v>119.96</c:v>
                </c:pt>
                <c:pt idx="83469">
                  <c:v>119.96</c:v>
                </c:pt>
                <c:pt idx="83470">
                  <c:v>119.96</c:v>
                </c:pt>
                <c:pt idx="83471">
                  <c:v>114.96</c:v>
                </c:pt>
                <c:pt idx="83472">
                  <c:v>117.12</c:v>
                </c:pt>
                <c:pt idx="83473">
                  <c:v>68.989999999999995</c:v>
                </c:pt>
                <c:pt idx="83474">
                  <c:v>65.989999999999995</c:v>
                </c:pt>
                <c:pt idx="83475">
                  <c:v>86.98</c:v>
                </c:pt>
                <c:pt idx="83476">
                  <c:v>117.12</c:v>
                </c:pt>
                <c:pt idx="83477">
                  <c:v>86.98</c:v>
                </c:pt>
                <c:pt idx="83478">
                  <c:v>65.989999999999995</c:v>
                </c:pt>
                <c:pt idx="83479">
                  <c:v>68.989999999999995</c:v>
                </c:pt>
                <c:pt idx="83480">
                  <c:v>99.98</c:v>
                </c:pt>
                <c:pt idx="83481">
                  <c:v>-84.99</c:v>
                </c:pt>
                <c:pt idx="83482">
                  <c:v>254.97</c:v>
                </c:pt>
                <c:pt idx="83483">
                  <c:v>99.98</c:v>
                </c:pt>
                <c:pt idx="83484">
                  <c:v>99.98</c:v>
                </c:pt>
                <c:pt idx="83485">
                  <c:v>99.98</c:v>
                </c:pt>
                <c:pt idx="83486">
                  <c:v>51.97</c:v>
                </c:pt>
                <c:pt idx="83487">
                  <c:v>84.99</c:v>
                </c:pt>
                <c:pt idx="83488">
                  <c:v>83.97</c:v>
                </c:pt>
                <c:pt idx="83489">
                  <c:v>62.97</c:v>
                </c:pt>
                <c:pt idx="83490">
                  <c:v>89.97</c:v>
                </c:pt>
                <c:pt idx="83491">
                  <c:v>69.98</c:v>
                </c:pt>
                <c:pt idx="83492">
                  <c:v>56.72</c:v>
                </c:pt>
                <c:pt idx="83493">
                  <c:v>70.17</c:v>
                </c:pt>
                <c:pt idx="83494">
                  <c:v>54.98</c:v>
                </c:pt>
                <c:pt idx="83495">
                  <c:v>100.96</c:v>
                </c:pt>
                <c:pt idx="83496">
                  <c:v>59.98</c:v>
                </c:pt>
                <c:pt idx="83497">
                  <c:v>69.97</c:v>
                </c:pt>
                <c:pt idx="83498">
                  <c:v>79.98</c:v>
                </c:pt>
                <c:pt idx="83499">
                  <c:v>55.98</c:v>
                </c:pt>
                <c:pt idx="83500">
                  <c:v>39.28</c:v>
                </c:pt>
                <c:pt idx="83501">
                  <c:v>50.98</c:v>
                </c:pt>
                <c:pt idx="83502">
                  <c:v>55.98</c:v>
                </c:pt>
                <c:pt idx="83503">
                  <c:v>61.98</c:v>
                </c:pt>
                <c:pt idx="83504">
                  <c:v>84.69</c:v>
                </c:pt>
                <c:pt idx="83505">
                  <c:v>72.98</c:v>
                </c:pt>
                <c:pt idx="83506">
                  <c:v>55.98</c:v>
                </c:pt>
                <c:pt idx="83507">
                  <c:v>57.98</c:v>
                </c:pt>
                <c:pt idx="83508">
                  <c:v>55.98</c:v>
                </c:pt>
                <c:pt idx="83509">
                  <c:v>1.5</c:v>
                </c:pt>
                <c:pt idx="83510">
                  <c:v>79.98</c:v>
                </c:pt>
                <c:pt idx="83511">
                  <c:v>108.04</c:v>
                </c:pt>
                <c:pt idx="83512">
                  <c:v>254.97</c:v>
                </c:pt>
                <c:pt idx="83513">
                  <c:v>53.98</c:v>
                </c:pt>
                <c:pt idx="83514">
                  <c:v>51.98</c:v>
                </c:pt>
                <c:pt idx="83515">
                  <c:v>55.98</c:v>
                </c:pt>
                <c:pt idx="83516">
                  <c:v>15.49</c:v>
                </c:pt>
                <c:pt idx="83517">
                  <c:v>55.98</c:v>
                </c:pt>
                <c:pt idx="83518">
                  <c:v>59.98</c:v>
                </c:pt>
                <c:pt idx="83519">
                  <c:v>59.98</c:v>
                </c:pt>
                <c:pt idx="83520">
                  <c:v>158.47</c:v>
                </c:pt>
                <c:pt idx="83521">
                  <c:v>24.49</c:v>
                </c:pt>
                <c:pt idx="83522">
                  <c:v>82.7</c:v>
                </c:pt>
                <c:pt idx="83523">
                  <c:v>59.98</c:v>
                </c:pt>
                <c:pt idx="83524">
                  <c:v>77.97</c:v>
                </c:pt>
                <c:pt idx="83525">
                  <c:v>51.98</c:v>
                </c:pt>
                <c:pt idx="83526">
                  <c:v>51.98</c:v>
                </c:pt>
                <c:pt idx="83527">
                  <c:v>90.98</c:v>
                </c:pt>
                <c:pt idx="83528">
                  <c:v>112.97</c:v>
                </c:pt>
                <c:pt idx="83529">
                  <c:v>77.97</c:v>
                </c:pt>
                <c:pt idx="83530">
                  <c:v>75.989999999999995</c:v>
                </c:pt>
                <c:pt idx="83531">
                  <c:v>51.98</c:v>
                </c:pt>
                <c:pt idx="83532">
                  <c:v>51.98</c:v>
                </c:pt>
                <c:pt idx="83533">
                  <c:v>51.98</c:v>
                </c:pt>
                <c:pt idx="83534">
                  <c:v>357.82</c:v>
                </c:pt>
                <c:pt idx="83535">
                  <c:v>21.28</c:v>
                </c:pt>
                <c:pt idx="83536">
                  <c:v>319.95999999999998</c:v>
                </c:pt>
                <c:pt idx="83537">
                  <c:v>59.98</c:v>
                </c:pt>
                <c:pt idx="83538">
                  <c:v>84.99</c:v>
                </c:pt>
                <c:pt idx="83539">
                  <c:v>94.98</c:v>
                </c:pt>
                <c:pt idx="83540">
                  <c:v>164.97</c:v>
                </c:pt>
                <c:pt idx="83541">
                  <c:v>129.97</c:v>
                </c:pt>
                <c:pt idx="83542">
                  <c:v>159.96</c:v>
                </c:pt>
                <c:pt idx="83543">
                  <c:v>80.97</c:v>
                </c:pt>
                <c:pt idx="83544">
                  <c:v>89.97</c:v>
                </c:pt>
                <c:pt idx="83545">
                  <c:v>89.97</c:v>
                </c:pt>
                <c:pt idx="83546">
                  <c:v>89.97</c:v>
                </c:pt>
                <c:pt idx="83547">
                  <c:v>59.98</c:v>
                </c:pt>
                <c:pt idx="83548">
                  <c:v>159.97999999999999</c:v>
                </c:pt>
                <c:pt idx="83549">
                  <c:v>169.98</c:v>
                </c:pt>
                <c:pt idx="83550">
                  <c:v>159.97999999999999</c:v>
                </c:pt>
                <c:pt idx="83551">
                  <c:v>116.74</c:v>
                </c:pt>
                <c:pt idx="83552">
                  <c:v>107.98</c:v>
                </c:pt>
                <c:pt idx="83553">
                  <c:v>79.17</c:v>
                </c:pt>
                <c:pt idx="83554">
                  <c:v>76.489999999999995</c:v>
                </c:pt>
                <c:pt idx="83555">
                  <c:v>132.24</c:v>
                </c:pt>
                <c:pt idx="83556">
                  <c:v>69.95</c:v>
                </c:pt>
                <c:pt idx="83557">
                  <c:v>441.92</c:v>
                </c:pt>
                <c:pt idx="83558">
                  <c:v>66.959999999999994</c:v>
                </c:pt>
                <c:pt idx="83559">
                  <c:v>56.97</c:v>
                </c:pt>
                <c:pt idx="83560">
                  <c:v>94.95</c:v>
                </c:pt>
                <c:pt idx="83561">
                  <c:v>75.650000000000006</c:v>
                </c:pt>
                <c:pt idx="83562">
                  <c:v>67.959999999999994</c:v>
                </c:pt>
                <c:pt idx="83563">
                  <c:v>75.959999999999994</c:v>
                </c:pt>
                <c:pt idx="83564">
                  <c:v>99.98</c:v>
                </c:pt>
                <c:pt idx="83565">
                  <c:v>84.98</c:v>
                </c:pt>
                <c:pt idx="83566">
                  <c:v>99.98</c:v>
                </c:pt>
                <c:pt idx="83567">
                  <c:v>84.99</c:v>
                </c:pt>
                <c:pt idx="83568">
                  <c:v>99.98</c:v>
                </c:pt>
                <c:pt idx="83569">
                  <c:v>64.98</c:v>
                </c:pt>
                <c:pt idx="83570">
                  <c:v>79.98</c:v>
                </c:pt>
                <c:pt idx="83571">
                  <c:v>74.84</c:v>
                </c:pt>
                <c:pt idx="83572">
                  <c:v>88.95</c:v>
                </c:pt>
                <c:pt idx="83573">
                  <c:v>20.49</c:v>
                </c:pt>
                <c:pt idx="83574">
                  <c:v>104.97</c:v>
                </c:pt>
                <c:pt idx="83575">
                  <c:v>77.97</c:v>
                </c:pt>
                <c:pt idx="83576">
                  <c:v>250.93</c:v>
                </c:pt>
                <c:pt idx="83577">
                  <c:v>229.93</c:v>
                </c:pt>
                <c:pt idx="83578">
                  <c:v>56.97</c:v>
                </c:pt>
                <c:pt idx="83579">
                  <c:v>79.98</c:v>
                </c:pt>
                <c:pt idx="83580">
                  <c:v>82.97</c:v>
                </c:pt>
                <c:pt idx="83581">
                  <c:v>65.989999999999995</c:v>
                </c:pt>
                <c:pt idx="83582">
                  <c:v>123.47</c:v>
                </c:pt>
                <c:pt idx="83583">
                  <c:v>80.98</c:v>
                </c:pt>
                <c:pt idx="83584">
                  <c:v>65.989999999999995</c:v>
                </c:pt>
                <c:pt idx="83585">
                  <c:v>65.989999999999995</c:v>
                </c:pt>
                <c:pt idx="83586">
                  <c:v>105.98</c:v>
                </c:pt>
                <c:pt idx="83587">
                  <c:v>79.98</c:v>
                </c:pt>
                <c:pt idx="83588">
                  <c:v>234.26</c:v>
                </c:pt>
                <c:pt idx="83589">
                  <c:v>139.9</c:v>
                </c:pt>
                <c:pt idx="83590">
                  <c:v>139.9</c:v>
                </c:pt>
                <c:pt idx="83591">
                  <c:v>139.9</c:v>
                </c:pt>
                <c:pt idx="83592">
                  <c:v>73.98</c:v>
                </c:pt>
                <c:pt idx="83593">
                  <c:v>55.98</c:v>
                </c:pt>
                <c:pt idx="83594">
                  <c:v>55.98</c:v>
                </c:pt>
                <c:pt idx="83595">
                  <c:v>64.98</c:v>
                </c:pt>
                <c:pt idx="83596">
                  <c:v>67.98</c:v>
                </c:pt>
                <c:pt idx="83597">
                  <c:v>55.98</c:v>
                </c:pt>
                <c:pt idx="83598">
                  <c:v>167.94</c:v>
                </c:pt>
                <c:pt idx="83599">
                  <c:v>89.97</c:v>
                </c:pt>
                <c:pt idx="83600">
                  <c:v>59.98</c:v>
                </c:pt>
                <c:pt idx="83601">
                  <c:v>59.98</c:v>
                </c:pt>
                <c:pt idx="83602">
                  <c:v>69.319999999999993</c:v>
                </c:pt>
                <c:pt idx="83603">
                  <c:v>54.98</c:v>
                </c:pt>
                <c:pt idx="83604">
                  <c:v>74.97</c:v>
                </c:pt>
                <c:pt idx="83605">
                  <c:v>89.97</c:v>
                </c:pt>
                <c:pt idx="83606">
                  <c:v>54.98</c:v>
                </c:pt>
                <c:pt idx="83607">
                  <c:v>59.98</c:v>
                </c:pt>
                <c:pt idx="83608">
                  <c:v>96.78</c:v>
                </c:pt>
                <c:pt idx="83609">
                  <c:v>151.1</c:v>
                </c:pt>
                <c:pt idx="83610">
                  <c:v>171.96</c:v>
                </c:pt>
                <c:pt idx="83611">
                  <c:v>113.97</c:v>
                </c:pt>
                <c:pt idx="83612">
                  <c:v>65.989999999999995</c:v>
                </c:pt>
                <c:pt idx="83613">
                  <c:v>65.989999999999995</c:v>
                </c:pt>
                <c:pt idx="83614">
                  <c:v>65.989999999999995</c:v>
                </c:pt>
                <c:pt idx="83615">
                  <c:v>79.98</c:v>
                </c:pt>
                <c:pt idx="83616">
                  <c:v>63.21</c:v>
                </c:pt>
                <c:pt idx="83617">
                  <c:v>75.25</c:v>
                </c:pt>
                <c:pt idx="83618">
                  <c:v>43.98</c:v>
                </c:pt>
                <c:pt idx="83619">
                  <c:v>15.49</c:v>
                </c:pt>
                <c:pt idx="83620">
                  <c:v>84.99</c:v>
                </c:pt>
                <c:pt idx="83621">
                  <c:v>68.989999999999995</c:v>
                </c:pt>
                <c:pt idx="83622">
                  <c:v>30.23</c:v>
                </c:pt>
                <c:pt idx="83623">
                  <c:v>70.11</c:v>
                </c:pt>
                <c:pt idx="83624">
                  <c:v>67.709999999999994</c:v>
                </c:pt>
                <c:pt idx="83625">
                  <c:v>197.05</c:v>
                </c:pt>
                <c:pt idx="83626">
                  <c:v>84.64</c:v>
                </c:pt>
                <c:pt idx="83627">
                  <c:v>324.32</c:v>
                </c:pt>
                <c:pt idx="83628">
                  <c:v>102.97</c:v>
                </c:pt>
                <c:pt idx="83629">
                  <c:v>99.98</c:v>
                </c:pt>
                <c:pt idx="83630">
                  <c:v>65.989999999999995</c:v>
                </c:pt>
                <c:pt idx="83631">
                  <c:v>99.98</c:v>
                </c:pt>
                <c:pt idx="83632">
                  <c:v>134.97999999999999</c:v>
                </c:pt>
                <c:pt idx="83633">
                  <c:v>51.29</c:v>
                </c:pt>
                <c:pt idx="83634">
                  <c:v>27.18</c:v>
                </c:pt>
                <c:pt idx="83635">
                  <c:v>51.76</c:v>
                </c:pt>
                <c:pt idx="83636">
                  <c:v>49.99</c:v>
                </c:pt>
                <c:pt idx="83637">
                  <c:v>91.98</c:v>
                </c:pt>
                <c:pt idx="83638">
                  <c:v>99.98</c:v>
                </c:pt>
                <c:pt idx="83639">
                  <c:v>91.98</c:v>
                </c:pt>
                <c:pt idx="83640">
                  <c:v>119.96</c:v>
                </c:pt>
                <c:pt idx="83641">
                  <c:v>119.96</c:v>
                </c:pt>
                <c:pt idx="83642">
                  <c:v>149.94999999999999</c:v>
                </c:pt>
                <c:pt idx="83643">
                  <c:v>149.94999999999999</c:v>
                </c:pt>
                <c:pt idx="83644">
                  <c:v>149.94999999999999</c:v>
                </c:pt>
                <c:pt idx="83645">
                  <c:v>122.96</c:v>
                </c:pt>
                <c:pt idx="83646">
                  <c:v>122.96</c:v>
                </c:pt>
                <c:pt idx="83647">
                  <c:v>122.96</c:v>
                </c:pt>
                <c:pt idx="83648">
                  <c:v>121.46</c:v>
                </c:pt>
                <c:pt idx="83649">
                  <c:v>122.96</c:v>
                </c:pt>
                <c:pt idx="83650">
                  <c:v>59.98</c:v>
                </c:pt>
                <c:pt idx="83651">
                  <c:v>59.98</c:v>
                </c:pt>
                <c:pt idx="83652">
                  <c:v>85.47</c:v>
                </c:pt>
                <c:pt idx="83653">
                  <c:v>59.98</c:v>
                </c:pt>
                <c:pt idx="83654">
                  <c:v>50.98</c:v>
                </c:pt>
                <c:pt idx="83655">
                  <c:v>54.98</c:v>
                </c:pt>
                <c:pt idx="83656">
                  <c:v>59.98</c:v>
                </c:pt>
                <c:pt idx="83657">
                  <c:v>84.41</c:v>
                </c:pt>
                <c:pt idx="83658">
                  <c:v>118.78</c:v>
                </c:pt>
                <c:pt idx="83659">
                  <c:v>161.97</c:v>
                </c:pt>
                <c:pt idx="83660">
                  <c:v>112.18</c:v>
                </c:pt>
                <c:pt idx="83661">
                  <c:v>79.989999999999995</c:v>
                </c:pt>
                <c:pt idx="83662">
                  <c:v>93.98</c:v>
                </c:pt>
                <c:pt idx="83663">
                  <c:v>139.97999999999999</c:v>
                </c:pt>
                <c:pt idx="83664">
                  <c:v>107.97</c:v>
                </c:pt>
                <c:pt idx="83665">
                  <c:v>185.96</c:v>
                </c:pt>
                <c:pt idx="83666">
                  <c:v>93.98</c:v>
                </c:pt>
                <c:pt idx="83667">
                  <c:v>119.96</c:v>
                </c:pt>
                <c:pt idx="83668">
                  <c:v>59.98</c:v>
                </c:pt>
                <c:pt idx="83669">
                  <c:v>59.98</c:v>
                </c:pt>
                <c:pt idx="83670">
                  <c:v>59.98</c:v>
                </c:pt>
                <c:pt idx="83671">
                  <c:v>119.96</c:v>
                </c:pt>
                <c:pt idx="83672">
                  <c:v>119.96</c:v>
                </c:pt>
                <c:pt idx="83673">
                  <c:v>59.98</c:v>
                </c:pt>
                <c:pt idx="83674">
                  <c:v>89.97</c:v>
                </c:pt>
                <c:pt idx="83675">
                  <c:v>75.98</c:v>
                </c:pt>
                <c:pt idx="83676">
                  <c:v>68.569999999999993</c:v>
                </c:pt>
                <c:pt idx="83677">
                  <c:v>74.98</c:v>
                </c:pt>
                <c:pt idx="83678">
                  <c:v>101.98</c:v>
                </c:pt>
                <c:pt idx="83679">
                  <c:v>63.29</c:v>
                </c:pt>
                <c:pt idx="83680">
                  <c:v>50.97</c:v>
                </c:pt>
                <c:pt idx="83681">
                  <c:v>168.93</c:v>
                </c:pt>
                <c:pt idx="83682">
                  <c:v>84.99</c:v>
                </c:pt>
                <c:pt idx="83683">
                  <c:v>124.98</c:v>
                </c:pt>
                <c:pt idx="83684">
                  <c:v>99.98</c:v>
                </c:pt>
                <c:pt idx="83685">
                  <c:v>46.49</c:v>
                </c:pt>
                <c:pt idx="83686">
                  <c:v>132.88</c:v>
                </c:pt>
                <c:pt idx="83687">
                  <c:v>184.97</c:v>
                </c:pt>
                <c:pt idx="83688">
                  <c:v>59.98</c:v>
                </c:pt>
                <c:pt idx="83689">
                  <c:v>79.98</c:v>
                </c:pt>
                <c:pt idx="83690">
                  <c:v>84.99</c:v>
                </c:pt>
                <c:pt idx="83691">
                  <c:v>79.95</c:v>
                </c:pt>
                <c:pt idx="83692">
                  <c:v>62.97</c:v>
                </c:pt>
                <c:pt idx="83693">
                  <c:v>62.97</c:v>
                </c:pt>
                <c:pt idx="83694">
                  <c:v>51.71</c:v>
                </c:pt>
                <c:pt idx="83695">
                  <c:v>79.95</c:v>
                </c:pt>
                <c:pt idx="83696">
                  <c:v>79.95</c:v>
                </c:pt>
                <c:pt idx="83697">
                  <c:v>59.39</c:v>
                </c:pt>
                <c:pt idx="83698">
                  <c:v>59.39</c:v>
                </c:pt>
                <c:pt idx="83699">
                  <c:v>51.71</c:v>
                </c:pt>
                <c:pt idx="83700">
                  <c:v>22.29</c:v>
                </c:pt>
                <c:pt idx="83701">
                  <c:v>22.29</c:v>
                </c:pt>
                <c:pt idx="83702">
                  <c:v>79.95</c:v>
                </c:pt>
                <c:pt idx="83703">
                  <c:v>41.28</c:v>
                </c:pt>
                <c:pt idx="83704">
                  <c:v>18.29</c:v>
                </c:pt>
                <c:pt idx="83705">
                  <c:v>41.28</c:v>
                </c:pt>
                <c:pt idx="83706">
                  <c:v>41.28</c:v>
                </c:pt>
                <c:pt idx="83707">
                  <c:v>50.97</c:v>
                </c:pt>
                <c:pt idx="83708">
                  <c:v>91.97</c:v>
                </c:pt>
                <c:pt idx="83709">
                  <c:v>62.97</c:v>
                </c:pt>
                <c:pt idx="83710">
                  <c:v>49.99</c:v>
                </c:pt>
                <c:pt idx="83711">
                  <c:v>62.97</c:v>
                </c:pt>
                <c:pt idx="83712">
                  <c:v>66.02</c:v>
                </c:pt>
                <c:pt idx="83713">
                  <c:v>75.87</c:v>
                </c:pt>
                <c:pt idx="83714">
                  <c:v>62.97</c:v>
                </c:pt>
                <c:pt idx="83715">
                  <c:v>67.86</c:v>
                </c:pt>
                <c:pt idx="83716">
                  <c:v>83.96</c:v>
                </c:pt>
                <c:pt idx="83717">
                  <c:v>79.849999999999994</c:v>
                </c:pt>
                <c:pt idx="83718">
                  <c:v>37.28</c:v>
                </c:pt>
                <c:pt idx="83719">
                  <c:v>59.97</c:v>
                </c:pt>
                <c:pt idx="83720">
                  <c:v>59.97</c:v>
                </c:pt>
                <c:pt idx="83721">
                  <c:v>41.28</c:v>
                </c:pt>
                <c:pt idx="83722">
                  <c:v>119.97</c:v>
                </c:pt>
                <c:pt idx="83723">
                  <c:v>144.94999999999999</c:v>
                </c:pt>
                <c:pt idx="83724">
                  <c:v>59.97</c:v>
                </c:pt>
                <c:pt idx="83725">
                  <c:v>41.28</c:v>
                </c:pt>
                <c:pt idx="83726">
                  <c:v>52.97</c:v>
                </c:pt>
                <c:pt idx="83727">
                  <c:v>52.97</c:v>
                </c:pt>
                <c:pt idx="83728">
                  <c:v>69.98</c:v>
                </c:pt>
                <c:pt idx="83729">
                  <c:v>65.98</c:v>
                </c:pt>
                <c:pt idx="83730">
                  <c:v>84.99</c:v>
                </c:pt>
                <c:pt idx="83731">
                  <c:v>1.3</c:v>
                </c:pt>
                <c:pt idx="83732">
                  <c:v>119.96</c:v>
                </c:pt>
                <c:pt idx="83733">
                  <c:v>99.96</c:v>
                </c:pt>
                <c:pt idx="83734">
                  <c:v>55.96</c:v>
                </c:pt>
                <c:pt idx="83735">
                  <c:v>88.95</c:v>
                </c:pt>
                <c:pt idx="83736">
                  <c:v>61.23</c:v>
                </c:pt>
                <c:pt idx="83737">
                  <c:v>50.48</c:v>
                </c:pt>
                <c:pt idx="83738">
                  <c:v>114.94</c:v>
                </c:pt>
                <c:pt idx="83739">
                  <c:v>55.98</c:v>
                </c:pt>
                <c:pt idx="83740">
                  <c:v>59.98</c:v>
                </c:pt>
                <c:pt idx="83741">
                  <c:v>48.23</c:v>
                </c:pt>
                <c:pt idx="83742">
                  <c:v>48.05</c:v>
                </c:pt>
                <c:pt idx="83743">
                  <c:v>61.98</c:v>
                </c:pt>
                <c:pt idx="83744">
                  <c:v>84.97</c:v>
                </c:pt>
                <c:pt idx="83745">
                  <c:v>59.98</c:v>
                </c:pt>
                <c:pt idx="83746">
                  <c:v>46.48</c:v>
                </c:pt>
                <c:pt idx="83747">
                  <c:v>77.97</c:v>
                </c:pt>
                <c:pt idx="83748">
                  <c:v>59.98</c:v>
                </c:pt>
                <c:pt idx="83749">
                  <c:v>55.97</c:v>
                </c:pt>
                <c:pt idx="83750">
                  <c:v>16.09</c:v>
                </c:pt>
                <c:pt idx="83751">
                  <c:v>159.57</c:v>
                </c:pt>
                <c:pt idx="83752">
                  <c:v>102.98</c:v>
                </c:pt>
                <c:pt idx="83753">
                  <c:v>139.97999999999999</c:v>
                </c:pt>
                <c:pt idx="83754">
                  <c:v>59.39</c:v>
                </c:pt>
                <c:pt idx="83755">
                  <c:v>79.98</c:v>
                </c:pt>
                <c:pt idx="83756">
                  <c:v>59.96</c:v>
                </c:pt>
                <c:pt idx="83757">
                  <c:v>61.98</c:v>
                </c:pt>
                <c:pt idx="83758">
                  <c:v>31.27</c:v>
                </c:pt>
                <c:pt idx="83759">
                  <c:v>191.94</c:v>
                </c:pt>
                <c:pt idx="83760">
                  <c:v>76.97</c:v>
                </c:pt>
                <c:pt idx="83761">
                  <c:v>91.96</c:v>
                </c:pt>
                <c:pt idx="83762">
                  <c:v>120.97</c:v>
                </c:pt>
                <c:pt idx="83763">
                  <c:v>54.99</c:v>
                </c:pt>
                <c:pt idx="83764">
                  <c:v>59.98</c:v>
                </c:pt>
                <c:pt idx="83765">
                  <c:v>49.28</c:v>
                </c:pt>
                <c:pt idx="83766">
                  <c:v>89.97</c:v>
                </c:pt>
                <c:pt idx="83767">
                  <c:v>75.959999999999994</c:v>
                </c:pt>
                <c:pt idx="83768">
                  <c:v>59.98</c:v>
                </c:pt>
                <c:pt idx="83769">
                  <c:v>59.98</c:v>
                </c:pt>
                <c:pt idx="83770">
                  <c:v>89.97</c:v>
                </c:pt>
                <c:pt idx="83771">
                  <c:v>59.98</c:v>
                </c:pt>
                <c:pt idx="83772">
                  <c:v>54.95</c:v>
                </c:pt>
                <c:pt idx="83773">
                  <c:v>89.97</c:v>
                </c:pt>
                <c:pt idx="83774">
                  <c:v>178.88</c:v>
                </c:pt>
                <c:pt idx="83775">
                  <c:v>143.96</c:v>
                </c:pt>
                <c:pt idx="83776">
                  <c:v>134.97</c:v>
                </c:pt>
                <c:pt idx="83777">
                  <c:v>117.66</c:v>
                </c:pt>
                <c:pt idx="83778">
                  <c:v>123.26</c:v>
                </c:pt>
                <c:pt idx="83779">
                  <c:v>139.94999999999999</c:v>
                </c:pt>
                <c:pt idx="83780">
                  <c:v>66.53</c:v>
                </c:pt>
                <c:pt idx="83781">
                  <c:v>66.53</c:v>
                </c:pt>
                <c:pt idx="83782">
                  <c:v>66.53</c:v>
                </c:pt>
                <c:pt idx="83783">
                  <c:v>70.489999999999995</c:v>
                </c:pt>
                <c:pt idx="83784">
                  <c:v>120.97</c:v>
                </c:pt>
                <c:pt idx="83785">
                  <c:v>300.94</c:v>
                </c:pt>
                <c:pt idx="83786">
                  <c:v>59.98</c:v>
                </c:pt>
                <c:pt idx="83787">
                  <c:v>53.98</c:v>
                </c:pt>
                <c:pt idx="83788">
                  <c:v>74.97</c:v>
                </c:pt>
                <c:pt idx="83789">
                  <c:v>89.97</c:v>
                </c:pt>
                <c:pt idx="83790">
                  <c:v>59.98</c:v>
                </c:pt>
                <c:pt idx="83791">
                  <c:v>84.97</c:v>
                </c:pt>
                <c:pt idx="83792">
                  <c:v>93.26</c:v>
                </c:pt>
                <c:pt idx="83793">
                  <c:v>59.98</c:v>
                </c:pt>
                <c:pt idx="83794">
                  <c:v>59.98</c:v>
                </c:pt>
                <c:pt idx="83795">
                  <c:v>59.98</c:v>
                </c:pt>
                <c:pt idx="83796">
                  <c:v>59.98</c:v>
                </c:pt>
                <c:pt idx="83797">
                  <c:v>61.48</c:v>
                </c:pt>
                <c:pt idx="83798">
                  <c:v>59.98</c:v>
                </c:pt>
                <c:pt idx="83799">
                  <c:v>59.98</c:v>
                </c:pt>
                <c:pt idx="83800">
                  <c:v>59.98</c:v>
                </c:pt>
                <c:pt idx="83801">
                  <c:v>59.98</c:v>
                </c:pt>
                <c:pt idx="83802">
                  <c:v>137.29</c:v>
                </c:pt>
                <c:pt idx="83803">
                  <c:v>54.98</c:v>
                </c:pt>
                <c:pt idx="83804">
                  <c:v>58.62</c:v>
                </c:pt>
                <c:pt idx="83805">
                  <c:v>59.98</c:v>
                </c:pt>
                <c:pt idx="83806">
                  <c:v>59.98</c:v>
                </c:pt>
                <c:pt idx="83807">
                  <c:v>74.97</c:v>
                </c:pt>
                <c:pt idx="83808">
                  <c:v>60.99</c:v>
                </c:pt>
                <c:pt idx="83809">
                  <c:v>59.77</c:v>
                </c:pt>
                <c:pt idx="83810">
                  <c:v>79.98</c:v>
                </c:pt>
                <c:pt idx="83811">
                  <c:v>124.95</c:v>
                </c:pt>
                <c:pt idx="83812">
                  <c:v>58.93</c:v>
                </c:pt>
                <c:pt idx="83813">
                  <c:v>52.35</c:v>
                </c:pt>
                <c:pt idx="83814">
                  <c:v>59.96</c:v>
                </c:pt>
                <c:pt idx="83815">
                  <c:v>57.96</c:v>
                </c:pt>
                <c:pt idx="83816">
                  <c:v>119.96</c:v>
                </c:pt>
                <c:pt idx="83817">
                  <c:v>59.98</c:v>
                </c:pt>
                <c:pt idx="83818">
                  <c:v>51.48</c:v>
                </c:pt>
                <c:pt idx="83819">
                  <c:v>84.99</c:v>
                </c:pt>
                <c:pt idx="83820">
                  <c:v>149.94999999999999</c:v>
                </c:pt>
                <c:pt idx="83821">
                  <c:v>59.98</c:v>
                </c:pt>
                <c:pt idx="83822">
                  <c:v>65.989999999999995</c:v>
                </c:pt>
                <c:pt idx="83823">
                  <c:v>9.99</c:v>
                </c:pt>
                <c:pt idx="83824">
                  <c:v>80.73</c:v>
                </c:pt>
                <c:pt idx="83825">
                  <c:v>78.97</c:v>
                </c:pt>
                <c:pt idx="83826">
                  <c:v>49.99</c:v>
                </c:pt>
                <c:pt idx="83827">
                  <c:v>84.98</c:v>
                </c:pt>
                <c:pt idx="83828">
                  <c:v>93.07</c:v>
                </c:pt>
                <c:pt idx="83829">
                  <c:v>105.46</c:v>
                </c:pt>
                <c:pt idx="83830">
                  <c:v>119.94</c:v>
                </c:pt>
                <c:pt idx="83831">
                  <c:v>-19.989999999999998</c:v>
                </c:pt>
                <c:pt idx="83832">
                  <c:v>123.97</c:v>
                </c:pt>
                <c:pt idx="83833">
                  <c:v>65.989999999999995</c:v>
                </c:pt>
                <c:pt idx="83834">
                  <c:v>88.47</c:v>
                </c:pt>
                <c:pt idx="83835">
                  <c:v>123.97</c:v>
                </c:pt>
                <c:pt idx="83836">
                  <c:v>119.94</c:v>
                </c:pt>
                <c:pt idx="83837">
                  <c:v>89.97</c:v>
                </c:pt>
                <c:pt idx="83838">
                  <c:v>79.98</c:v>
                </c:pt>
                <c:pt idx="83839">
                  <c:v>57.42</c:v>
                </c:pt>
                <c:pt idx="83840">
                  <c:v>65.989999999999995</c:v>
                </c:pt>
                <c:pt idx="83841">
                  <c:v>-19.989999999999998</c:v>
                </c:pt>
                <c:pt idx="83842">
                  <c:v>145.97</c:v>
                </c:pt>
                <c:pt idx="83843">
                  <c:v>89.97</c:v>
                </c:pt>
                <c:pt idx="83844">
                  <c:v>79.98</c:v>
                </c:pt>
                <c:pt idx="83845">
                  <c:v>57.42</c:v>
                </c:pt>
                <c:pt idx="83846">
                  <c:v>88.47</c:v>
                </c:pt>
                <c:pt idx="83847">
                  <c:v>65.989999999999995</c:v>
                </c:pt>
                <c:pt idx="83848">
                  <c:v>65.989999999999995</c:v>
                </c:pt>
                <c:pt idx="83849">
                  <c:v>145.97</c:v>
                </c:pt>
                <c:pt idx="83850">
                  <c:v>140.31</c:v>
                </c:pt>
                <c:pt idx="83851">
                  <c:v>108.88</c:v>
                </c:pt>
                <c:pt idx="83852">
                  <c:v>108.88</c:v>
                </c:pt>
                <c:pt idx="83853">
                  <c:v>67.97</c:v>
                </c:pt>
                <c:pt idx="83854">
                  <c:v>64.98</c:v>
                </c:pt>
                <c:pt idx="83855">
                  <c:v>101.48</c:v>
                </c:pt>
                <c:pt idx="83856">
                  <c:v>84.53</c:v>
                </c:pt>
                <c:pt idx="83857">
                  <c:v>57.45</c:v>
                </c:pt>
                <c:pt idx="83858">
                  <c:v>86.49</c:v>
                </c:pt>
                <c:pt idx="83859">
                  <c:v>99.98</c:v>
                </c:pt>
                <c:pt idx="83860">
                  <c:v>84.99</c:v>
                </c:pt>
                <c:pt idx="83861">
                  <c:v>171.95</c:v>
                </c:pt>
                <c:pt idx="83862">
                  <c:v>54.95</c:v>
                </c:pt>
                <c:pt idx="83863">
                  <c:v>54.95</c:v>
                </c:pt>
                <c:pt idx="83864">
                  <c:v>61.17</c:v>
                </c:pt>
                <c:pt idx="83865">
                  <c:v>54.95</c:v>
                </c:pt>
                <c:pt idx="83866">
                  <c:v>54.33</c:v>
                </c:pt>
                <c:pt idx="83867">
                  <c:v>54.95</c:v>
                </c:pt>
                <c:pt idx="83868">
                  <c:v>78.260000000000005</c:v>
                </c:pt>
                <c:pt idx="83869">
                  <c:v>54.95</c:v>
                </c:pt>
                <c:pt idx="83870">
                  <c:v>54.95</c:v>
                </c:pt>
                <c:pt idx="83871">
                  <c:v>51.99</c:v>
                </c:pt>
                <c:pt idx="83872">
                  <c:v>150.96</c:v>
                </c:pt>
                <c:pt idx="83873">
                  <c:v>81.52</c:v>
                </c:pt>
                <c:pt idx="83874">
                  <c:v>92.38</c:v>
                </c:pt>
                <c:pt idx="83875">
                  <c:v>65.989999999999995</c:v>
                </c:pt>
                <c:pt idx="83876">
                  <c:v>90.87</c:v>
                </c:pt>
                <c:pt idx="83877">
                  <c:v>61.98</c:v>
                </c:pt>
                <c:pt idx="83878">
                  <c:v>91.97</c:v>
                </c:pt>
                <c:pt idx="83879">
                  <c:v>104.93</c:v>
                </c:pt>
                <c:pt idx="83880">
                  <c:v>59.96</c:v>
                </c:pt>
                <c:pt idx="83881">
                  <c:v>69.95</c:v>
                </c:pt>
                <c:pt idx="83882">
                  <c:v>84.99</c:v>
                </c:pt>
                <c:pt idx="83883">
                  <c:v>153.97999999999999</c:v>
                </c:pt>
                <c:pt idx="83884">
                  <c:v>84.99</c:v>
                </c:pt>
                <c:pt idx="83885">
                  <c:v>59.96</c:v>
                </c:pt>
                <c:pt idx="83886">
                  <c:v>149.94</c:v>
                </c:pt>
                <c:pt idx="83887">
                  <c:v>71.95</c:v>
                </c:pt>
                <c:pt idx="83888">
                  <c:v>59.96</c:v>
                </c:pt>
                <c:pt idx="83889">
                  <c:v>59.96</c:v>
                </c:pt>
                <c:pt idx="83890">
                  <c:v>59.96</c:v>
                </c:pt>
                <c:pt idx="83891">
                  <c:v>59.96</c:v>
                </c:pt>
                <c:pt idx="83892">
                  <c:v>84.99</c:v>
                </c:pt>
                <c:pt idx="83893">
                  <c:v>76.47</c:v>
                </c:pt>
                <c:pt idx="83894">
                  <c:v>128.97</c:v>
                </c:pt>
                <c:pt idx="83895">
                  <c:v>83.47</c:v>
                </c:pt>
                <c:pt idx="83896">
                  <c:v>79.959999999999994</c:v>
                </c:pt>
                <c:pt idx="83897">
                  <c:v>59.96</c:v>
                </c:pt>
                <c:pt idx="83898">
                  <c:v>41.79</c:v>
                </c:pt>
                <c:pt idx="83899">
                  <c:v>53.96</c:v>
                </c:pt>
                <c:pt idx="83900">
                  <c:v>59.96</c:v>
                </c:pt>
                <c:pt idx="83901">
                  <c:v>104.95</c:v>
                </c:pt>
                <c:pt idx="83902">
                  <c:v>59.96</c:v>
                </c:pt>
                <c:pt idx="83903">
                  <c:v>52.71</c:v>
                </c:pt>
                <c:pt idx="83904">
                  <c:v>89.21</c:v>
                </c:pt>
                <c:pt idx="83905">
                  <c:v>50.97</c:v>
                </c:pt>
                <c:pt idx="83906">
                  <c:v>58.31</c:v>
                </c:pt>
                <c:pt idx="83907">
                  <c:v>69.98</c:v>
                </c:pt>
                <c:pt idx="83908">
                  <c:v>59.39</c:v>
                </c:pt>
                <c:pt idx="83909">
                  <c:v>59.39</c:v>
                </c:pt>
                <c:pt idx="83910">
                  <c:v>81.680000000000007</c:v>
                </c:pt>
                <c:pt idx="83911">
                  <c:v>59.39</c:v>
                </c:pt>
                <c:pt idx="83912">
                  <c:v>104.97</c:v>
                </c:pt>
                <c:pt idx="83913">
                  <c:v>95.98</c:v>
                </c:pt>
                <c:pt idx="83914">
                  <c:v>122.46</c:v>
                </c:pt>
                <c:pt idx="83915">
                  <c:v>149.94999999999999</c:v>
                </c:pt>
                <c:pt idx="83916">
                  <c:v>334.89</c:v>
                </c:pt>
                <c:pt idx="83917">
                  <c:v>84.99</c:v>
                </c:pt>
                <c:pt idx="83918">
                  <c:v>65.989999999999995</c:v>
                </c:pt>
                <c:pt idx="83919">
                  <c:v>59.39</c:v>
                </c:pt>
                <c:pt idx="83920">
                  <c:v>84.99</c:v>
                </c:pt>
                <c:pt idx="83921">
                  <c:v>84.99</c:v>
                </c:pt>
                <c:pt idx="83922">
                  <c:v>65.989999999999995</c:v>
                </c:pt>
                <c:pt idx="83923">
                  <c:v>84.93</c:v>
                </c:pt>
                <c:pt idx="83924">
                  <c:v>84.99</c:v>
                </c:pt>
                <c:pt idx="83925">
                  <c:v>59.98</c:v>
                </c:pt>
                <c:pt idx="83926">
                  <c:v>57.35</c:v>
                </c:pt>
                <c:pt idx="83927">
                  <c:v>83.96</c:v>
                </c:pt>
                <c:pt idx="83928">
                  <c:v>84.97</c:v>
                </c:pt>
                <c:pt idx="83929">
                  <c:v>70.599999999999994</c:v>
                </c:pt>
                <c:pt idx="83930">
                  <c:v>72.97</c:v>
                </c:pt>
                <c:pt idx="83931">
                  <c:v>33.99</c:v>
                </c:pt>
                <c:pt idx="83932">
                  <c:v>90.45</c:v>
                </c:pt>
                <c:pt idx="83933">
                  <c:v>53.95</c:v>
                </c:pt>
                <c:pt idx="83934">
                  <c:v>59.97</c:v>
                </c:pt>
                <c:pt idx="83935">
                  <c:v>66.27</c:v>
                </c:pt>
                <c:pt idx="83936">
                  <c:v>65.98</c:v>
                </c:pt>
                <c:pt idx="83937">
                  <c:v>65.98</c:v>
                </c:pt>
                <c:pt idx="83938">
                  <c:v>119.98</c:v>
                </c:pt>
                <c:pt idx="83939">
                  <c:v>51.29</c:v>
                </c:pt>
                <c:pt idx="83940">
                  <c:v>64.98</c:v>
                </c:pt>
                <c:pt idx="83941">
                  <c:v>65.98</c:v>
                </c:pt>
                <c:pt idx="83942">
                  <c:v>75.98</c:v>
                </c:pt>
                <c:pt idx="83943">
                  <c:v>123.96</c:v>
                </c:pt>
                <c:pt idx="83944">
                  <c:v>103.96</c:v>
                </c:pt>
                <c:pt idx="83945">
                  <c:v>110.95</c:v>
                </c:pt>
                <c:pt idx="83946">
                  <c:v>115.96</c:v>
                </c:pt>
                <c:pt idx="83947">
                  <c:v>59.98</c:v>
                </c:pt>
                <c:pt idx="83948">
                  <c:v>89.97</c:v>
                </c:pt>
                <c:pt idx="83949">
                  <c:v>58.98</c:v>
                </c:pt>
                <c:pt idx="83950">
                  <c:v>42.47</c:v>
                </c:pt>
                <c:pt idx="83951">
                  <c:v>45.49</c:v>
                </c:pt>
                <c:pt idx="83952">
                  <c:v>96.96</c:v>
                </c:pt>
                <c:pt idx="83953">
                  <c:v>52.8</c:v>
                </c:pt>
                <c:pt idx="83954">
                  <c:v>0</c:v>
                </c:pt>
                <c:pt idx="83955">
                  <c:v>36.49</c:v>
                </c:pt>
                <c:pt idx="83956">
                  <c:v>169.98</c:v>
                </c:pt>
                <c:pt idx="83957">
                  <c:v>169.98</c:v>
                </c:pt>
                <c:pt idx="83958">
                  <c:v>169.98</c:v>
                </c:pt>
                <c:pt idx="83959">
                  <c:v>169.98</c:v>
                </c:pt>
                <c:pt idx="83960">
                  <c:v>169.98</c:v>
                </c:pt>
                <c:pt idx="83961">
                  <c:v>169.98</c:v>
                </c:pt>
                <c:pt idx="83962">
                  <c:v>84.99</c:v>
                </c:pt>
                <c:pt idx="83963">
                  <c:v>84.99</c:v>
                </c:pt>
                <c:pt idx="83964">
                  <c:v>169.98</c:v>
                </c:pt>
                <c:pt idx="83965">
                  <c:v>169.98</c:v>
                </c:pt>
                <c:pt idx="83966">
                  <c:v>169.98</c:v>
                </c:pt>
                <c:pt idx="83967">
                  <c:v>169.98</c:v>
                </c:pt>
                <c:pt idx="83968">
                  <c:v>53.07</c:v>
                </c:pt>
                <c:pt idx="83969">
                  <c:v>111.07</c:v>
                </c:pt>
                <c:pt idx="83970">
                  <c:v>84.98</c:v>
                </c:pt>
                <c:pt idx="83971">
                  <c:v>84.65</c:v>
                </c:pt>
                <c:pt idx="83972">
                  <c:v>65.81</c:v>
                </c:pt>
                <c:pt idx="83973">
                  <c:v>67.05</c:v>
                </c:pt>
                <c:pt idx="83974">
                  <c:v>62.04</c:v>
                </c:pt>
                <c:pt idx="83975">
                  <c:v>73.98</c:v>
                </c:pt>
                <c:pt idx="83976">
                  <c:v>103.68</c:v>
                </c:pt>
                <c:pt idx="83977">
                  <c:v>123.48</c:v>
                </c:pt>
                <c:pt idx="83978">
                  <c:v>121.98</c:v>
                </c:pt>
                <c:pt idx="83979">
                  <c:v>121.98</c:v>
                </c:pt>
                <c:pt idx="83980">
                  <c:v>63.98</c:v>
                </c:pt>
                <c:pt idx="83981">
                  <c:v>126.96</c:v>
                </c:pt>
                <c:pt idx="83982">
                  <c:v>80.72</c:v>
                </c:pt>
                <c:pt idx="83983">
                  <c:v>84.97</c:v>
                </c:pt>
                <c:pt idx="83984">
                  <c:v>59.98</c:v>
                </c:pt>
                <c:pt idx="83985">
                  <c:v>84.97</c:v>
                </c:pt>
                <c:pt idx="83986">
                  <c:v>89.97</c:v>
                </c:pt>
                <c:pt idx="83987">
                  <c:v>127</c:v>
                </c:pt>
                <c:pt idx="83988">
                  <c:v>147.6</c:v>
                </c:pt>
                <c:pt idx="83989">
                  <c:v>113.96</c:v>
                </c:pt>
                <c:pt idx="83990">
                  <c:v>84.99</c:v>
                </c:pt>
                <c:pt idx="83991">
                  <c:v>69.989999999999995</c:v>
                </c:pt>
                <c:pt idx="83992">
                  <c:v>254.97</c:v>
                </c:pt>
                <c:pt idx="83993">
                  <c:v>157.96</c:v>
                </c:pt>
                <c:pt idx="83994">
                  <c:v>115.86</c:v>
                </c:pt>
                <c:pt idx="83995">
                  <c:v>149.97</c:v>
                </c:pt>
                <c:pt idx="83996">
                  <c:v>97.18</c:v>
                </c:pt>
                <c:pt idx="83997">
                  <c:v>80.98</c:v>
                </c:pt>
                <c:pt idx="83998">
                  <c:v>46.73</c:v>
                </c:pt>
                <c:pt idx="83999">
                  <c:v>22.09</c:v>
                </c:pt>
                <c:pt idx="84000">
                  <c:v>96.75</c:v>
                </c:pt>
                <c:pt idx="84001">
                  <c:v>70.98</c:v>
                </c:pt>
                <c:pt idx="84002">
                  <c:v>84.98</c:v>
                </c:pt>
                <c:pt idx="84003">
                  <c:v>115.98</c:v>
                </c:pt>
                <c:pt idx="84004">
                  <c:v>69.98</c:v>
                </c:pt>
                <c:pt idx="84005">
                  <c:v>69.98</c:v>
                </c:pt>
                <c:pt idx="84006">
                  <c:v>59.38</c:v>
                </c:pt>
                <c:pt idx="84007">
                  <c:v>59.38</c:v>
                </c:pt>
                <c:pt idx="84008">
                  <c:v>59.98</c:v>
                </c:pt>
                <c:pt idx="84009">
                  <c:v>59.98</c:v>
                </c:pt>
                <c:pt idx="84010">
                  <c:v>57.33</c:v>
                </c:pt>
                <c:pt idx="84011">
                  <c:v>52.24</c:v>
                </c:pt>
                <c:pt idx="84012">
                  <c:v>59.98</c:v>
                </c:pt>
                <c:pt idx="84013">
                  <c:v>69.98</c:v>
                </c:pt>
                <c:pt idx="84014">
                  <c:v>59.38</c:v>
                </c:pt>
                <c:pt idx="84015">
                  <c:v>67.959999999999994</c:v>
                </c:pt>
                <c:pt idx="84016">
                  <c:v>67.959999999999994</c:v>
                </c:pt>
                <c:pt idx="84017">
                  <c:v>39.28</c:v>
                </c:pt>
                <c:pt idx="84018">
                  <c:v>39.28</c:v>
                </c:pt>
                <c:pt idx="84019">
                  <c:v>15.48</c:v>
                </c:pt>
                <c:pt idx="84020">
                  <c:v>49.16</c:v>
                </c:pt>
                <c:pt idx="84021">
                  <c:v>51.98</c:v>
                </c:pt>
                <c:pt idx="84022">
                  <c:v>69.98</c:v>
                </c:pt>
                <c:pt idx="84023">
                  <c:v>114.98</c:v>
                </c:pt>
                <c:pt idx="84024">
                  <c:v>69.98</c:v>
                </c:pt>
                <c:pt idx="84025">
                  <c:v>219.95</c:v>
                </c:pt>
                <c:pt idx="84026">
                  <c:v>79.989999999999995</c:v>
                </c:pt>
                <c:pt idx="84027">
                  <c:v>55.98</c:v>
                </c:pt>
                <c:pt idx="84028">
                  <c:v>59.98</c:v>
                </c:pt>
                <c:pt idx="84029">
                  <c:v>72.97</c:v>
                </c:pt>
                <c:pt idx="84030">
                  <c:v>86.97</c:v>
                </c:pt>
                <c:pt idx="84031">
                  <c:v>84.99</c:v>
                </c:pt>
                <c:pt idx="84032">
                  <c:v>84.14</c:v>
                </c:pt>
                <c:pt idx="84033">
                  <c:v>84.99</c:v>
                </c:pt>
                <c:pt idx="84034">
                  <c:v>82.44</c:v>
                </c:pt>
                <c:pt idx="84035">
                  <c:v>84.99</c:v>
                </c:pt>
                <c:pt idx="84036">
                  <c:v>84.14</c:v>
                </c:pt>
                <c:pt idx="84037">
                  <c:v>84.99</c:v>
                </c:pt>
                <c:pt idx="84038">
                  <c:v>62.9</c:v>
                </c:pt>
                <c:pt idx="84039">
                  <c:v>66.53</c:v>
                </c:pt>
                <c:pt idx="84040">
                  <c:v>111.28</c:v>
                </c:pt>
                <c:pt idx="84041">
                  <c:v>76.209999999999994</c:v>
                </c:pt>
                <c:pt idx="84042">
                  <c:v>91.94</c:v>
                </c:pt>
                <c:pt idx="84043">
                  <c:v>105.91</c:v>
                </c:pt>
                <c:pt idx="84044">
                  <c:v>71.37</c:v>
                </c:pt>
                <c:pt idx="84045">
                  <c:v>64.08</c:v>
                </c:pt>
                <c:pt idx="84046">
                  <c:v>95.78</c:v>
                </c:pt>
                <c:pt idx="84047">
                  <c:v>263.95999999999998</c:v>
                </c:pt>
                <c:pt idx="84048">
                  <c:v>149.47</c:v>
                </c:pt>
                <c:pt idx="84049">
                  <c:v>131.97999999999999</c:v>
                </c:pt>
                <c:pt idx="84050">
                  <c:v>131.97999999999999</c:v>
                </c:pt>
                <c:pt idx="84051">
                  <c:v>73.59</c:v>
                </c:pt>
                <c:pt idx="84052">
                  <c:v>61.67</c:v>
                </c:pt>
                <c:pt idx="84053">
                  <c:v>-60.44</c:v>
                </c:pt>
                <c:pt idx="84054">
                  <c:v>24.99</c:v>
                </c:pt>
                <c:pt idx="84055">
                  <c:v>49.59</c:v>
                </c:pt>
                <c:pt idx="84056">
                  <c:v>67.709999999999994</c:v>
                </c:pt>
                <c:pt idx="84057">
                  <c:v>47.15</c:v>
                </c:pt>
                <c:pt idx="84058">
                  <c:v>47.15</c:v>
                </c:pt>
                <c:pt idx="84059">
                  <c:v>60.44</c:v>
                </c:pt>
                <c:pt idx="84060">
                  <c:v>107.63</c:v>
                </c:pt>
                <c:pt idx="84061">
                  <c:v>31.44</c:v>
                </c:pt>
                <c:pt idx="84062">
                  <c:v>54.98</c:v>
                </c:pt>
                <c:pt idx="84063">
                  <c:v>107.95</c:v>
                </c:pt>
                <c:pt idx="84064">
                  <c:v>121.96</c:v>
                </c:pt>
                <c:pt idx="84065">
                  <c:v>121.96</c:v>
                </c:pt>
                <c:pt idx="84066">
                  <c:v>121.96</c:v>
                </c:pt>
                <c:pt idx="84067">
                  <c:v>686.42</c:v>
                </c:pt>
                <c:pt idx="84068">
                  <c:v>81.78</c:v>
                </c:pt>
                <c:pt idx="84069">
                  <c:v>55.78</c:v>
                </c:pt>
                <c:pt idx="84070">
                  <c:v>61.98</c:v>
                </c:pt>
                <c:pt idx="84071">
                  <c:v>61.98</c:v>
                </c:pt>
                <c:pt idx="84072">
                  <c:v>61.98</c:v>
                </c:pt>
                <c:pt idx="84073">
                  <c:v>61.98</c:v>
                </c:pt>
                <c:pt idx="84074">
                  <c:v>61.98</c:v>
                </c:pt>
                <c:pt idx="84075">
                  <c:v>52.68</c:v>
                </c:pt>
                <c:pt idx="84076">
                  <c:v>61.98</c:v>
                </c:pt>
                <c:pt idx="84077">
                  <c:v>61.98</c:v>
                </c:pt>
                <c:pt idx="84078">
                  <c:v>61.98</c:v>
                </c:pt>
                <c:pt idx="84079">
                  <c:v>249.9</c:v>
                </c:pt>
                <c:pt idx="84080">
                  <c:v>149.94</c:v>
                </c:pt>
                <c:pt idx="84081">
                  <c:v>167.98</c:v>
                </c:pt>
                <c:pt idx="84082">
                  <c:v>166.97</c:v>
                </c:pt>
                <c:pt idx="84083">
                  <c:v>195.28</c:v>
                </c:pt>
                <c:pt idx="84084">
                  <c:v>135.47</c:v>
                </c:pt>
                <c:pt idx="84085">
                  <c:v>75.81</c:v>
                </c:pt>
                <c:pt idx="84086">
                  <c:v>78.97</c:v>
                </c:pt>
                <c:pt idx="84087">
                  <c:v>99.98</c:v>
                </c:pt>
                <c:pt idx="84088">
                  <c:v>98.97</c:v>
                </c:pt>
                <c:pt idx="84089">
                  <c:v>86.98</c:v>
                </c:pt>
                <c:pt idx="84090">
                  <c:v>65.98</c:v>
                </c:pt>
                <c:pt idx="84091">
                  <c:v>84.99</c:v>
                </c:pt>
                <c:pt idx="84092">
                  <c:v>99.98</c:v>
                </c:pt>
                <c:pt idx="84093">
                  <c:v>33.479999999999997</c:v>
                </c:pt>
                <c:pt idx="84094">
                  <c:v>63.96</c:v>
                </c:pt>
                <c:pt idx="84095">
                  <c:v>84.99</c:v>
                </c:pt>
                <c:pt idx="84096">
                  <c:v>143.97</c:v>
                </c:pt>
                <c:pt idx="84097">
                  <c:v>181.76</c:v>
                </c:pt>
                <c:pt idx="84098">
                  <c:v>88.97</c:v>
                </c:pt>
                <c:pt idx="84099">
                  <c:v>55.87</c:v>
                </c:pt>
                <c:pt idx="84100">
                  <c:v>129.94</c:v>
                </c:pt>
                <c:pt idx="84101">
                  <c:v>62.97</c:v>
                </c:pt>
                <c:pt idx="84102">
                  <c:v>51.29</c:v>
                </c:pt>
                <c:pt idx="84103">
                  <c:v>98.8</c:v>
                </c:pt>
                <c:pt idx="84104">
                  <c:v>97.8</c:v>
                </c:pt>
                <c:pt idx="84105">
                  <c:v>67.98</c:v>
                </c:pt>
                <c:pt idx="84106">
                  <c:v>84.99</c:v>
                </c:pt>
                <c:pt idx="84107">
                  <c:v>117.97</c:v>
                </c:pt>
                <c:pt idx="84108">
                  <c:v>84.99</c:v>
                </c:pt>
                <c:pt idx="84109">
                  <c:v>95.96</c:v>
                </c:pt>
                <c:pt idx="84110">
                  <c:v>65.989999999999995</c:v>
                </c:pt>
                <c:pt idx="84111">
                  <c:v>126.52</c:v>
                </c:pt>
                <c:pt idx="84112">
                  <c:v>65.989999999999995</c:v>
                </c:pt>
                <c:pt idx="84113">
                  <c:v>65.989999999999995</c:v>
                </c:pt>
                <c:pt idx="84114">
                  <c:v>99.98</c:v>
                </c:pt>
                <c:pt idx="84115">
                  <c:v>115.98</c:v>
                </c:pt>
                <c:pt idx="84116">
                  <c:v>131.97999999999999</c:v>
                </c:pt>
                <c:pt idx="84117">
                  <c:v>99.98</c:v>
                </c:pt>
                <c:pt idx="84118">
                  <c:v>35.49</c:v>
                </c:pt>
                <c:pt idx="84119">
                  <c:v>73.98</c:v>
                </c:pt>
                <c:pt idx="84120">
                  <c:v>79.98</c:v>
                </c:pt>
                <c:pt idx="84121">
                  <c:v>109.97</c:v>
                </c:pt>
                <c:pt idx="84122">
                  <c:v>79.98</c:v>
                </c:pt>
                <c:pt idx="84123">
                  <c:v>35.49</c:v>
                </c:pt>
                <c:pt idx="84124">
                  <c:v>67.98</c:v>
                </c:pt>
                <c:pt idx="84125">
                  <c:v>83.97</c:v>
                </c:pt>
                <c:pt idx="84126">
                  <c:v>111.96</c:v>
                </c:pt>
                <c:pt idx="84127">
                  <c:v>83.97</c:v>
                </c:pt>
                <c:pt idx="84128">
                  <c:v>83.97</c:v>
                </c:pt>
                <c:pt idx="84129">
                  <c:v>111.96</c:v>
                </c:pt>
                <c:pt idx="84130">
                  <c:v>111.96</c:v>
                </c:pt>
                <c:pt idx="84131">
                  <c:v>83.97</c:v>
                </c:pt>
                <c:pt idx="84132">
                  <c:v>95.98</c:v>
                </c:pt>
                <c:pt idx="84133">
                  <c:v>145.97</c:v>
                </c:pt>
                <c:pt idx="84134">
                  <c:v>65.989999999999995</c:v>
                </c:pt>
                <c:pt idx="84135">
                  <c:v>84.99</c:v>
                </c:pt>
                <c:pt idx="84136">
                  <c:v>107.97</c:v>
                </c:pt>
                <c:pt idx="84137">
                  <c:v>54.7</c:v>
                </c:pt>
                <c:pt idx="84138">
                  <c:v>99.98</c:v>
                </c:pt>
                <c:pt idx="84139">
                  <c:v>53.98</c:v>
                </c:pt>
                <c:pt idx="84140">
                  <c:v>51.48</c:v>
                </c:pt>
                <c:pt idx="84141">
                  <c:v>99.98</c:v>
                </c:pt>
                <c:pt idx="84142">
                  <c:v>183.17</c:v>
                </c:pt>
                <c:pt idx="84143">
                  <c:v>99.98</c:v>
                </c:pt>
                <c:pt idx="84144">
                  <c:v>217.73</c:v>
                </c:pt>
                <c:pt idx="84145">
                  <c:v>84.48</c:v>
                </c:pt>
                <c:pt idx="84146">
                  <c:v>212.37</c:v>
                </c:pt>
                <c:pt idx="84147">
                  <c:v>74.95</c:v>
                </c:pt>
                <c:pt idx="84148">
                  <c:v>131.91999999999999</c:v>
                </c:pt>
                <c:pt idx="84149">
                  <c:v>98.98</c:v>
                </c:pt>
                <c:pt idx="84150">
                  <c:v>131.97999999999999</c:v>
                </c:pt>
                <c:pt idx="84151">
                  <c:v>131.97999999999999</c:v>
                </c:pt>
                <c:pt idx="84152">
                  <c:v>65.989999999999995</c:v>
                </c:pt>
                <c:pt idx="84153">
                  <c:v>65.989999999999995</c:v>
                </c:pt>
                <c:pt idx="84154">
                  <c:v>65.989999999999995</c:v>
                </c:pt>
                <c:pt idx="84155">
                  <c:v>134.97999999999999</c:v>
                </c:pt>
                <c:pt idx="84156">
                  <c:v>84.99</c:v>
                </c:pt>
                <c:pt idx="84157">
                  <c:v>84.99</c:v>
                </c:pt>
                <c:pt idx="84158">
                  <c:v>99.98</c:v>
                </c:pt>
                <c:pt idx="84159">
                  <c:v>84.99</c:v>
                </c:pt>
                <c:pt idx="84160">
                  <c:v>126.97</c:v>
                </c:pt>
                <c:pt idx="84161">
                  <c:v>59.96</c:v>
                </c:pt>
                <c:pt idx="84162">
                  <c:v>56.81</c:v>
                </c:pt>
                <c:pt idx="84163">
                  <c:v>149.9</c:v>
                </c:pt>
                <c:pt idx="84164">
                  <c:v>88.44</c:v>
                </c:pt>
                <c:pt idx="84165">
                  <c:v>104.93</c:v>
                </c:pt>
                <c:pt idx="84166">
                  <c:v>89.94</c:v>
                </c:pt>
                <c:pt idx="84167">
                  <c:v>32.229999999999997</c:v>
                </c:pt>
                <c:pt idx="84168">
                  <c:v>159.38</c:v>
                </c:pt>
                <c:pt idx="84169">
                  <c:v>125.97</c:v>
                </c:pt>
                <c:pt idx="84170">
                  <c:v>69.290000000000006</c:v>
                </c:pt>
                <c:pt idx="84171">
                  <c:v>105.98</c:v>
                </c:pt>
                <c:pt idx="84172">
                  <c:v>112.56</c:v>
                </c:pt>
                <c:pt idx="84173">
                  <c:v>51.96</c:v>
                </c:pt>
                <c:pt idx="84174">
                  <c:v>51.96</c:v>
                </c:pt>
                <c:pt idx="84175">
                  <c:v>112.56</c:v>
                </c:pt>
                <c:pt idx="84176">
                  <c:v>53.97</c:v>
                </c:pt>
                <c:pt idx="84177">
                  <c:v>53.97</c:v>
                </c:pt>
                <c:pt idx="84178">
                  <c:v>53.97</c:v>
                </c:pt>
                <c:pt idx="84179">
                  <c:v>53.97</c:v>
                </c:pt>
                <c:pt idx="84180">
                  <c:v>54.98</c:v>
                </c:pt>
                <c:pt idx="84181">
                  <c:v>53.97</c:v>
                </c:pt>
                <c:pt idx="84182">
                  <c:v>93.96</c:v>
                </c:pt>
                <c:pt idx="84183">
                  <c:v>51.98</c:v>
                </c:pt>
                <c:pt idx="84184">
                  <c:v>51.98</c:v>
                </c:pt>
                <c:pt idx="84185">
                  <c:v>20.49</c:v>
                </c:pt>
                <c:pt idx="84186">
                  <c:v>20.49</c:v>
                </c:pt>
                <c:pt idx="84187">
                  <c:v>54.98</c:v>
                </c:pt>
                <c:pt idx="84188">
                  <c:v>99.98</c:v>
                </c:pt>
                <c:pt idx="84189">
                  <c:v>93.96</c:v>
                </c:pt>
                <c:pt idx="84190">
                  <c:v>53.97</c:v>
                </c:pt>
                <c:pt idx="84191">
                  <c:v>99.98</c:v>
                </c:pt>
                <c:pt idx="84192">
                  <c:v>191.83</c:v>
                </c:pt>
                <c:pt idx="84193">
                  <c:v>81.5</c:v>
                </c:pt>
                <c:pt idx="84194">
                  <c:v>159.97999999999999</c:v>
                </c:pt>
                <c:pt idx="84195">
                  <c:v>39.979999999999997</c:v>
                </c:pt>
                <c:pt idx="84196">
                  <c:v>96.78</c:v>
                </c:pt>
                <c:pt idx="84197">
                  <c:v>79.849999999999994</c:v>
                </c:pt>
                <c:pt idx="84198">
                  <c:v>96.78</c:v>
                </c:pt>
                <c:pt idx="84199">
                  <c:v>128.24</c:v>
                </c:pt>
                <c:pt idx="84200">
                  <c:v>67.87</c:v>
                </c:pt>
                <c:pt idx="84201">
                  <c:v>159.69999999999999</c:v>
                </c:pt>
                <c:pt idx="84202">
                  <c:v>108.86</c:v>
                </c:pt>
                <c:pt idx="84203">
                  <c:v>128.24</c:v>
                </c:pt>
                <c:pt idx="84204">
                  <c:v>127</c:v>
                </c:pt>
                <c:pt idx="84205">
                  <c:v>67.87</c:v>
                </c:pt>
                <c:pt idx="84206">
                  <c:v>79.849999999999994</c:v>
                </c:pt>
                <c:pt idx="84207">
                  <c:v>127</c:v>
                </c:pt>
                <c:pt idx="84208">
                  <c:v>159.69999999999999</c:v>
                </c:pt>
                <c:pt idx="84209">
                  <c:v>108.86</c:v>
                </c:pt>
                <c:pt idx="84210">
                  <c:v>119.96</c:v>
                </c:pt>
                <c:pt idx="84211">
                  <c:v>119.96</c:v>
                </c:pt>
                <c:pt idx="84212">
                  <c:v>119.96</c:v>
                </c:pt>
                <c:pt idx="84213">
                  <c:v>79.97</c:v>
                </c:pt>
                <c:pt idx="84214">
                  <c:v>59.98</c:v>
                </c:pt>
                <c:pt idx="84215">
                  <c:v>169.98</c:v>
                </c:pt>
                <c:pt idx="84216">
                  <c:v>63.97</c:v>
                </c:pt>
                <c:pt idx="84217">
                  <c:v>79.97</c:v>
                </c:pt>
                <c:pt idx="84218">
                  <c:v>94.96</c:v>
                </c:pt>
                <c:pt idx="84219">
                  <c:v>62.98</c:v>
                </c:pt>
                <c:pt idx="84220">
                  <c:v>134.97999999999999</c:v>
                </c:pt>
                <c:pt idx="84221">
                  <c:v>99.98</c:v>
                </c:pt>
                <c:pt idx="84222">
                  <c:v>37.47</c:v>
                </c:pt>
                <c:pt idx="84223">
                  <c:v>99.98</c:v>
                </c:pt>
                <c:pt idx="84224">
                  <c:v>123.96</c:v>
                </c:pt>
                <c:pt idx="84225">
                  <c:v>99.98</c:v>
                </c:pt>
                <c:pt idx="84226">
                  <c:v>29.28</c:v>
                </c:pt>
                <c:pt idx="84227">
                  <c:v>112.3</c:v>
                </c:pt>
                <c:pt idx="84228">
                  <c:v>93.28</c:v>
                </c:pt>
                <c:pt idx="84229">
                  <c:v>71.98</c:v>
                </c:pt>
                <c:pt idx="84230">
                  <c:v>57.96</c:v>
                </c:pt>
                <c:pt idx="84231">
                  <c:v>74.78</c:v>
                </c:pt>
                <c:pt idx="84232">
                  <c:v>75.14</c:v>
                </c:pt>
                <c:pt idx="84233">
                  <c:v>69.45</c:v>
                </c:pt>
                <c:pt idx="84234">
                  <c:v>94.98</c:v>
                </c:pt>
                <c:pt idx="84235">
                  <c:v>91.97</c:v>
                </c:pt>
                <c:pt idx="84236">
                  <c:v>131.97</c:v>
                </c:pt>
                <c:pt idx="84237">
                  <c:v>99.97</c:v>
                </c:pt>
                <c:pt idx="84238">
                  <c:v>60.96</c:v>
                </c:pt>
                <c:pt idx="84239">
                  <c:v>88.29</c:v>
                </c:pt>
                <c:pt idx="84240">
                  <c:v>14.4</c:v>
                </c:pt>
                <c:pt idx="84241">
                  <c:v>52.98</c:v>
                </c:pt>
                <c:pt idx="84242">
                  <c:v>79.989999999999995</c:v>
                </c:pt>
                <c:pt idx="84243">
                  <c:v>57.97</c:v>
                </c:pt>
                <c:pt idx="84244">
                  <c:v>52.98</c:v>
                </c:pt>
                <c:pt idx="84245">
                  <c:v>64.97</c:v>
                </c:pt>
                <c:pt idx="84246">
                  <c:v>106.96</c:v>
                </c:pt>
                <c:pt idx="84247">
                  <c:v>73.97</c:v>
                </c:pt>
                <c:pt idx="84248">
                  <c:v>83.95</c:v>
                </c:pt>
                <c:pt idx="84249">
                  <c:v>69.97</c:v>
                </c:pt>
                <c:pt idx="84250">
                  <c:v>83.97</c:v>
                </c:pt>
                <c:pt idx="84251">
                  <c:v>59.99</c:v>
                </c:pt>
                <c:pt idx="84252">
                  <c:v>42.27</c:v>
                </c:pt>
                <c:pt idx="84253">
                  <c:v>119.98</c:v>
                </c:pt>
                <c:pt idx="84254">
                  <c:v>105.95</c:v>
                </c:pt>
                <c:pt idx="84255">
                  <c:v>84.99</c:v>
                </c:pt>
                <c:pt idx="84256">
                  <c:v>84.99</c:v>
                </c:pt>
                <c:pt idx="84257">
                  <c:v>71.790000000000006</c:v>
                </c:pt>
                <c:pt idx="84258">
                  <c:v>84.99</c:v>
                </c:pt>
                <c:pt idx="84259">
                  <c:v>84.99</c:v>
                </c:pt>
                <c:pt idx="84260">
                  <c:v>84.99</c:v>
                </c:pt>
                <c:pt idx="84261">
                  <c:v>84.99</c:v>
                </c:pt>
                <c:pt idx="84262">
                  <c:v>79.98</c:v>
                </c:pt>
                <c:pt idx="84263">
                  <c:v>149.97</c:v>
                </c:pt>
                <c:pt idx="84264">
                  <c:v>113.37</c:v>
                </c:pt>
                <c:pt idx="84265">
                  <c:v>-1.95</c:v>
                </c:pt>
                <c:pt idx="84266">
                  <c:v>99.98</c:v>
                </c:pt>
                <c:pt idx="84267">
                  <c:v>118.77</c:v>
                </c:pt>
                <c:pt idx="84268">
                  <c:v>99.98</c:v>
                </c:pt>
                <c:pt idx="84269">
                  <c:v>17.940000000000001</c:v>
                </c:pt>
                <c:pt idx="84270">
                  <c:v>51.47</c:v>
                </c:pt>
                <c:pt idx="84271">
                  <c:v>58.28</c:v>
                </c:pt>
                <c:pt idx="84272">
                  <c:v>69.459999999999994</c:v>
                </c:pt>
                <c:pt idx="84273">
                  <c:v>221.94</c:v>
                </c:pt>
                <c:pt idx="84274">
                  <c:v>221.94</c:v>
                </c:pt>
                <c:pt idx="84275">
                  <c:v>221.94</c:v>
                </c:pt>
                <c:pt idx="84276">
                  <c:v>60.99</c:v>
                </c:pt>
                <c:pt idx="84277">
                  <c:v>60.99</c:v>
                </c:pt>
                <c:pt idx="84278">
                  <c:v>60.99</c:v>
                </c:pt>
                <c:pt idx="84279">
                  <c:v>159.69999999999999</c:v>
                </c:pt>
                <c:pt idx="84280">
                  <c:v>67.709999999999994</c:v>
                </c:pt>
                <c:pt idx="84281">
                  <c:v>56.24</c:v>
                </c:pt>
                <c:pt idx="84282">
                  <c:v>78.63</c:v>
                </c:pt>
                <c:pt idx="84283">
                  <c:v>96.78</c:v>
                </c:pt>
                <c:pt idx="84284">
                  <c:v>155.96</c:v>
                </c:pt>
                <c:pt idx="84285">
                  <c:v>89.98</c:v>
                </c:pt>
                <c:pt idx="84286">
                  <c:v>116.97</c:v>
                </c:pt>
                <c:pt idx="84287">
                  <c:v>127.96</c:v>
                </c:pt>
                <c:pt idx="84288">
                  <c:v>89.98</c:v>
                </c:pt>
                <c:pt idx="84289">
                  <c:v>95.97</c:v>
                </c:pt>
                <c:pt idx="84290">
                  <c:v>99.98</c:v>
                </c:pt>
                <c:pt idx="84291">
                  <c:v>99.98</c:v>
                </c:pt>
                <c:pt idx="84292">
                  <c:v>169.38</c:v>
                </c:pt>
                <c:pt idx="84293">
                  <c:v>290.33999999999997</c:v>
                </c:pt>
                <c:pt idx="84294">
                  <c:v>290.33999999999997</c:v>
                </c:pt>
                <c:pt idx="84295">
                  <c:v>169.38</c:v>
                </c:pt>
                <c:pt idx="84296">
                  <c:v>51.46</c:v>
                </c:pt>
                <c:pt idx="84297">
                  <c:v>9.86</c:v>
                </c:pt>
                <c:pt idx="84298">
                  <c:v>51.46</c:v>
                </c:pt>
                <c:pt idx="84299">
                  <c:v>9.86</c:v>
                </c:pt>
                <c:pt idx="84300">
                  <c:v>162.93</c:v>
                </c:pt>
                <c:pt idx="84301">
                  <c:v>105.37</c:v>
                </c:pt>
                <c:pt idx="84302">
                  <c:v>69.98</c:v>
                </c:pt>
                <c:pt idx="84303">
                  <c:v>121.41</c:v>
                </c:pt>
                <c:pt idx="84304">
                  <c:v>121.41</c:v>
                </c:pt>
                <c:pt idx="84305">
                  <c:v>143.94</c:v>
                </c:pt>
                <c:pt idx="84306">
                  <c:v>143.94</c:v>
                </c:pt>
                <c:pt idx="84307">
                  <c:v>250.66</c:v>
                </c:pt>
                <c:pt idx="84308">
                  <c:v>69.98</c:v>
                </c:pt>
                <c:pt idx="84309">
                  <c:v>105.37</c:v>
                </c:pt>
                <c:pt idx="84310">
                  <c:v>68.760000000000005</c:v>
                </c:pt>
                <c:pt idx="84311">
                  <c:v>68.760000000000005</c:v>
                </c:pt>
                <c:pt idx="84312">
                  <c:v>250.66</c:v>
                </c:pt>
                <c:pt idx="84313">
                  <c:v>162.93</c:v>
                </c:pt>
                <c:pt idx="84314">
                  <c:v>61.16</c:v>
                </c:pt>
                <c:pt idx="84315">
                  <c:v>99.98</c:v>
                </c:pt>
                <c:pt idx="84316">
                  <c:v>84.98</c:v>
                </c:pt>
                <c:pt idx="84317">
                  <c:v>119.97</c:v>
                </c:pt>
                <c:pt idx="84318">
                  <c:v>119.96</c:v>
                </c:pt>
                <c:pt idx="84319">
                  <c:v>79.98</c:v>
                </c:pt>
                <c:pt idx="84320">
                  <c:v>99.98</c:v>
                </c:pt>
                <c:pt idx="84321">
                  <c:v>68.98</c:v>
                </c:pt>
                <c:pt idx="84322">
                  <c:v>109.98</c:v>
                </c:pt>
                <c:pt idx="84323">
                  <c:v>137.96</c:v>
                </c:pt>
                <c:pt idx="84324">
                  <c:v>99.98</c:v>
                </c:pt>
                <c:pt idx="84325">
                  <c:v>84.99</c:v>
                </c:pt>
                <c:pt idx="84326">
                  <c:v>96.98</c:v>
                </c:pt>
                <c:pt idx="84327">
                  <c:v>84.99</c:v>
                </c:pt>
                <c:pt idx="84328">
                  <c:v>72.97</c:v>
                </c:pt>
                <c:pt idx="84329">
                  <c:v>59.95</c:v>
                </c:pt>
                <c:pt idx="84330">
                  <c:v>59.95</c:v>
                </c:pt>
                <c:pt idx="84331">
                  <c:v>59.95</c:v>
                </c:pt>
                <c:pt idx="84332">
                  <c:v>59.95</c:v>
                </c:pt>
                <c:pt idx="84333">
                  <c:v>25.48</c:v>
                </c:pt>
                <c:pt idx="84334">
                  <c:v>26.94</c:v>
                </c:pt>
                <c:pt idx="84335">
                  <c:v>113.96</c:v>
                </c:pt>
                <c:pt idx="84336">
                  <c:v>25.48</c:v>
                </c:pt>
                <c:pt idx="84337">
                  <c:v>84.98</c:v>
                </c:pt>
                <c:pt idx="84338">
                  <c:v>86.96</c:v>
                </c:pt>
                <c:pt idx="84339">
                  <c:v>101.97</c:v>
                </c:pt>
                <c:pt idx="84340">
                  <c:v>89.98</c:v>
                </c:pt>
                <c:pt idx="84341">
                  <c:v>143.97</c:v>
                </c:pt>
                <c:pt idx="84342">
                  <c:v>124.06</c:v>
                </c:pt>
                <c:pt idx="84343">
                  <c:v>169.98</c:v>
                </c:pt>
                <c:pt idx="84344">
                  <c:v>54.98</c:v>
                </c:pt>
                <c:pt idx="84345">
                  <c:v>69.98</c:v>
                </c:pt>
                <c:pt idx="84346">
                  <c:v>73.98</c:v>
                </c:pt>
                <c:pt idx="84347">
                  <c:v>76.98</c:v>
                </c:pt>
                <c:pt idx="84348">
                  <c:v>61.48</c:v>
                </c:pt>
                <c:pt idx="84349">
                  <c:v>66.98</c:v>
                </c:pt>
                <c:pt idx="84350">
                  <c:v>69.98</c:v>
                </c:pt>
                <c:pt idx="84351">
                  <c:v>69.98</c:v>
                </c:pt>
                <c:pt idx="84352">
                  <c:v>62.57</c:v>
                </c:pt>
                <c:pt idx="84353">
                  <c:v>59.96</c:v>
                </c:pt>
                <c:pt idx="84354">
                  <c:v>159.97999999999999</c:v>
                </c:pt>
                <c:pt idx="84355">
                  <c:v>49.83</c:v>
                </c:pt>
                <c:pt idx="84356">
                  <c:v>178.94</c:v>
                </c:pt>
                <c:pt idx="84357">
                  <c:v>90.78</c:v>
                </c:pt>
                <c:pt idx="84358">
                  <c:v>59.99</c:v>
                </c:pt>
                <c:pt idx="84359">
                  <c:v>254.97</c:v>
                </c:pt>
                <c:pt idx="84360">
                  <c:v>144.94</c:v>
                </c:pt>
                <c:pt idx="84361">
                  <c:v>192.34</c:v>
                </c:pt>
                <c:pt idx="84362">
                  <c:v>164.5</c:v>
                </c:pt>
                <c:pt idx="84363">
                  <c:v>102.83</c:v>
                </c:pt>
                <c:pt idx="84364">
                  <c:v>37.479999999999997</c:v>
                </c:pt>
                <c:pt idx="84365">
                  <c:v>74.98</c:v>
                </c:pt>
                <c:pt idx="84366">
                  <c:v>75.959999999999994</c:v>
                </c:pt>
                <c:pt idx="84367">
                  <c:v>109.45</c:v>
                </c:pt>
                <c:pt idx="84368">
                  <c:v>123.96</c:v>
                </c:pt>
                <c:pt idx="84369">
                  <c:v>174.2</c:v>
                </c:pt>
                <c:pt idx="84370">
                  <c:v>55.64</c:v>
                </c:pt>
                <c:pt idx="84371">
                  <c:v>68.72</c:v>
                </c:pt>
                <c:pt idx="84372">
                  <c:v>64.95</c:v>
                </c:pt>
                <c:pt idx="84373">
                  <c:v>95.94</c:v>
                </c:pt>
                <c:pt idx="84374">
                  <c:v>95.94</c:v>
                </c:pt>
                <c:pt idx="84375">
                  <c:v>55.98</c:v>
                </c:pt>
                <c:pt idx="84376">
                  <c:v>50.98</c:v>
                </c:pt>
                <c:pt idx="84377">
                  <c:v>55.98</c:v>
                </c:pt>
                <c:pt idx="84378">
                  <c:v>83.97</c:v>
                </c:pt>
                <c:pt idx="84379">
                  <c:v>55.98</c:v>
                </c:pt>
                <c:pt idx="84380">
                  <c:v>55.98</c:v>
                </c:pt>
                <c:pt idx="84381">
                  <c:v>83.97</c:v>
                </c:pt>
                <c:pt idx="84382">
                  <c:v>55.98</c:v>
                </c:pt>
                <c:pt idx="84383">
                  <c:v>57.98</c:v>
                </c:pt>
                <c:pt idx="84384">
                  <c:v>12.24</c:v>
                </c:pt>
                <c:pt idx="84385">
                  <c:v>78.959999999999994</c:v>
                </c:pt>
                <c:pt idx="84386">
                  <c:v>89.97</c:v>
                </c:pt>
                <c:pt idx="84387">
                  <c:v>107.97</c:v>
                </c:pt>
                <c:pt idx="84388">
                  <c:v>119.97</c:v>
                </c:pt>
                <c:pt idx="84389">
                  <c:v>149.97</c:v>
                </c:pt>
                <c:pt idx="84390">
                  <c:v>109.97</c:v>
                </c:pt>
                <c:pt idx="84391">
                  <c:v>314.70999999999998</c:v>
                </c:pt>
                <c:pt idx="84392">
                  <c:v>-39.6</c:v>
                </c:pt>
                <c:pt idx="84393">
                  <c:v>396.1</c:v>
                </c:pt>
                <c:pt idx="84394">
                  <c:v>156.18</c:v>
                </c:pt>
                <c:pt idx="84395">
                  <c:v>28.68</c:v>
                </c:pt>
                <c:pt idx="84396">
                  <c:v>26.5</c:v>
                </c:pt>
                <c:pt idx="84397">
                  <c:v>139.97999999999999</c:v>
                </c:pt>
                <c:pt idx="84398">
                  <c:v>64.989999999999995</c:v>
                </c:pt>
                <c:pt idx="84399">
                  <c:v>104.98</c:v>
                </c:pt>
                <c:pt idx="84400">
                  <c:v>50.65</c:v>
                </c:pt>
                <c:pt idx="84401">
                  <c:v>106.21</c:v>
                </c:pt>
                <c:pt idx="84402">
                  <c:v>177.43</c:v>
                </c:pt>
                <c:pt idx="84403">
                  <c:v>90.71</c:v>
                </c:pt>
                <c:pt idx="84404">
                  <c:v>100.41</c:v>
                </c:pt>
                <c:pt idx="84405">
                  <c:v>129.81</c:v>
                </c:pt>
                <c:pt idx="84406">
                  <c:v>96.78</c:v>
                </c:pt>
                <c:pt idx="84407">
                  <c:v>105.72</c:v>
                </c:pt>
                <c:pt idx="84408">
                  <c:v>124.59</c:v>
                </c:pt>
                <c:pt idx="84409">
                  <c:v>79.849999999999994</c:v>
                </c:pt>
                <c:pt idx="84410">
                  <c:v>54.98</c:v>
                </c:pt>
                <c:pt idx="84411">
                  <c:v>54.98</c:v>
                </c:pt>
                <c:pt idx="84412">
                  <c:v>59.98</c:v>
                </c:pt>
                <c:pt idx="84413">
                  <c:v>59.98</c:v>
                </c:pt>
                <c:pt idx="84414">
                  <c:v>54.98</c:v>
                </c:pt>
                <c:pt idx="84415">
                  <c:v>59.98</c:v>
                </c:pt>
                <c:pt idx="84416">
                  <c:v>59.98</c:v>
                </c:pt>
                <c:pt idx="84417">
                  <c:v>59.98</c:v>
                </c:pt>
                <c:pt idx="84418">
                  <c:v>299.31</c:v>
                </c:pt>
                <c:pt idx="84419">
                  <c:v>204.26</c:v>
                </c:pt>
                <c:pt idx="84420">
                  <c:v>189.94</c:v>
                </c:pt>
                <c:pt idx="84421">
                  <c:v>275.95999999999998</c:v>
                </c:pt>
                <c:pt idx="84422">
                  <c:v>59.98</c:v>
                </c:pt>
                <c:pt idx="84423">
                  <c:v>50.18</c:v>
                </c:pt>
                <c:pt idx="84424">
                  <c:v>63.46</c:v>
                </c:pt>
                <c:pt idx="84425">
                  <c:v>54.38</c:v>
                </c:pt>
                <c:pt idx="84426">
                  <c:v>53.48</c:v>
                </c:pt>
                <c:pt idx="84427">
                  <c:v>99.98</c:v>
                </c:pt>
                <c:pt idx="84428">
                  <c:v>65.989999999999995</c:v>
                </c:pt>
                <c:pt idx="84429">
                  <c:v>62.69</c:v>
                </c:pt>
                <c:pt idx="84430">
                  <c:v>199.93</c:v>
                </c:pt>
                <c:pt idx="84431">
                  <c:v>322.93</c:v>
                </c:pt>
                <c:pt idx="84432">
                  <c:v>47.96</c:v>
                </c:pt>
                <c:pt idx="84433">
                  <c:v>104.48</c:v>
                </c:pt>
                <c:pt idx="84434">
                  <c:v>135.13</c:v>
                </c:pt>
                <c:pt idx="84435">
                  <c:v>148.47999999999999</c:v>
                </c:pt>
                <c:pt idx="84436">
                  <c:v>97.73</c:v>
                </c:pt>
                <c:pt idx="84437">
                  <c:v>111.96</c:v>
                </c:pt>
                <c:pt idx="84438">
                  <c:v>32.24</c:v>
                </c:pt>
                <c:pt idx="84439">
                  <c:v>111.96</c:v>
                </c:pt>
                <c:pt idx="84440">
                  <c:v>111.96</c:v>
                </c:pt>
                <c:pt idx="84441">
                  <c:v>24.84</c:v>
                </c:pt>
                <c:pt idx="84442">
                  <c:v>55.98</c:v>
                </c:pt>
                <c:pt idx="84443">
                  <c:v>65.98</c:v>
                </c:pt>
                <c:pt idx="84444">
                  <c:v>65.67</c:v>
                </c:pt>
                <c:pt idx="84445">
                  <c:v>55.98</c:v>
                </c:pt>
                <c:pt idx="84446">
                  <c:v>83.94</c:v>
                </c:pt>
                <c:pt idx="84447">
                  <c:v>43.92</c:v>
                </c:pt>
                <c:pt idx="84448">
                  <c:v>83.94</c:v>
                </c:pt>
                <c:pt idx="84449">
                  <c:v>83.94</c:v>
                </c:pt>
                <c:pt idx="84450">
                  <c:v>71.959999999999994</c:v>
                </c:pt>
                <c:pt idx="84451">
                  <c:v>83.94</c:v>
                </c:pt>
                <c:pt idx="84452">
                  <c:v>87.96</c:v>
                </c:pt>
                <c:pt idx="84453">
                  <c:v>196.88</c:v>
                </c:pt>
                <c:pt idx="84454">
                  <c:v>-20.99</c:v>
                </c:pt>
                <c:pt idx="84455">
                  <c:v>188.91</c:v>
                </c:pt>
                <c:pt idx="84456">
                  <c:v>304.36</c:v>
                </c:pt>
                <c:pt idx="84457">
                  <c:v>201.96</c:v>
                </c:pt>
                <c:pt idx="84458">
                  <c:v>107.95</c:v>
                </c:pt>
                <c:pt idx="84459">
                  <c:v>109.97</c:v>
                </c:pt>
                <c:pt idx="84460">
                  <c:v>164.98</c:v>
                </c:pt>
                <c:pt idx="84461">
                  <c:v>215.7</c:v>
                </c:pt>
                <c:pt idx="84462">
                  <c:v>99.98</c:v>
                </c:pt>
                <c:pt idx="84463">
                  <c:v>123.69</c:v>
                </c:pt>
                <c:pt idx="84464">
                  <c:v>204.96</c:v>
                </c:pt>
                <c:pt idx="84465">
                  <c:v>104.97</c:v>
                </c:pt>
                <c:pt idx="84466">
                  <c:v>68.98</c:v>
                </c:pt>
                <c:pt idx="84467">
                  <c:v>101.97</c:v>
                </c:pt>
                <c:pt idx="84468">
                  <c:v>131.80000000000001</c:v>
                </c:pt>
                <c:pt idx="84469">
                  <c:v>137.97</c:v>
                </c:pt>
                <c:pt idx="84470">
                  <c:v>59.99</c:v>
                </c:pt>
                <c:pt idx="84471">
                  <c:v>79.989999999999995</c:v>
                </c:pt>
                <c:pt idx="84472">
                  <c:v>76.98</c:v>
                </c:pt>
                <c:pt idx="84473">
                  <c:v>91.98</c:v>
                </c:pt>
                <c:pt idx="84474">
                  <c:v>125.97</c:v>
                </c:pt>
                <c:pt idx="84475">
                  <c:v>84.99</c:v>
                </c:pt>
                <c:pt idx="84476">
                  <c:v>127.98</c:v>
                </c:pt>
                <c:pt idx="84477">
                  <c:v>99.98</c:v>
                </c:pt>
                <c:pt idx="84478">
                  <c:v>84.99</c:v>
                </c:pt>
                <c:pt idx="84479">
                  <c:v>99.98</c:v>
                </c:pt>
                <c:pt idx="84480">
                  <c:v>84.99</c:v>
                </c:pt>
                <c:pt idx="84481">
                  <c:v>84.99</c:v>
                </c:pt>
                <c:pt idx="84482">
                  <c:v>78.489999999999995</c:v>
                </c:pt>
                <c:pt idx="84483">
                  <c:v>84.99</c:v>
                </c:pt>
                <c:pt idx="84484">
                  <c:v>84.99</c:v>
                </c:pt>
                <c:pt idx="84485">
                  <c:v>84.99</c:v>
                </c:pt>
                <c:pt idx="84486">
                  <c:v>86.49</c:v>
                </c:pt>
                <c:pt idx="84487">
                  <c:v>63.96</c:v>
                </c:pt>
                <c:pt idx="84488">
                  <c:v>87.94</c:v>
                </c:pt>
                <c:pt idx="84489">
                  <c:v>135.91999999999999</c:v>
                </c:pt>
                <c:pt idx="84490">
                  <c:v>135.91999999999999</c:v>
                </c:pt>
                <c:pt idx="84491">
                  <c:v>123.93</c:v>
                </c:pt>
                <c:pt idx="84492">
                  <c:v>55.96</c:v>
                </c:pt>
                <c:pt idx="84493">
                  <c:v>101.96</c:v>
                </c:pt>
                <c:pt idx="84494">
                  <c:v>59.99</c:v>
                </c:pt>
                <c:pt idx="84495">
                  <c:v>132.47999999999999</c:v>
                </c:pt>
                <c:pt idx="84496">
                  <c:v>131.97999999999999</c:v>
                </c:pt>
                <c:pt idx="84497">
                  <c:v>121.98</c:v>
                </c:pt>
                <c:pt idx="84498">
                  <c:v>133.47999999999999</c:v>
                </c:pt>
                <c:pt idx="84499">
                  <c:v>118.78</c:v>
                </c:pt>
                <c:pt idx="84500">
                  <c:v>59.96</c:v>
                </c:pt>
                <c:pt idx="84501">
                  <c:v>79.98</c:v>
                </c:pt>
                <c:pt idx="84502">
                  <c:v>59.96</c:v>
                </c:pt>
                <c:pt idx="84503">
                  <c:v>119.97</c:v>
                </c:pt>
                <c:pt idx="84504">
                  <c:v>59.96</c:v>
                </c:pt>
                <c:pt idx="84505">
                  <c:v>30.48</c:v>
                </c:pt>
                <c:pt idx="84506">
                  <c:v>16.399999999999999</c:v>
                </c:pt>
                <c:pt idx="84507">
                  <c:v>214.53</c:v>
                </c:pt>
                <c:pt idx="84508">
                  <c:v>59.96</c:v>
                </c:pt>
                <c:pt idx="84509">
                  <c:v>74.95</c:v>
                </c:pt>
                <c:pt idx="84510">
                  <c:v>31.49</c:v>
                </c:pt>
                <c:pt idx="84511">
                  <c:v>59.98</c:v>
                </c:pt>
                <c:pt idx="84512">
                  <c:v>31.49</c:v>
                </c:pt>
                <c:pt idx="84513">
                  <c:v>51.48</c:v>
                </c:pt>
                <c:pt idx="84514">
                  <c:v>59.98</c:v>
                </c:pt>
                <c:pt idx="84515">
                  <c:v>54.88</c:v>
                </c:pt>
                <c:pt idx="84516">
                  <c:v>59.98</c:v>
                </c:pt>
                <c:pt idx="84517">
                  <c:v>59.98</c:v>
                </c:pt>
                <c:pt idx="84518">
                  <c:v>31.49</c:v>
                </c:pt>
                <c:pt idx="84519">
                  <c:v>59.98</c:v>
                </c:pt>
                <c:pt idx="84520">
                  <c:v>59.98</c:v>
                </c:pt>
                <c:pt idx="84521">
                  <c:v>59.98</c:v>
                </c:pt>
                <c:pt idx="84522">
                  <c:v>134.94</c:v>
                </c:pt>
                <c:pt idx="84523">
                  <c:v>79.989999999999995</c:v>
                </c:pt>
                <c:pt idx="84524">
                  <c:v>39.479999999999997</c:v>
                </c:pt>
                <c:pt idx="84525">
                  <c:v>127.96</c:v>
                </c:pt>
                <c:pt idx="84526">
                  <c:v>89.98</c:v>
                </c:pt>
                <c:pt idx="84527">
                  <c:v>69.98</c:v>
                </c:pt>
                <c:pt idx="84528">
                  <c:v>84.99</c:v>
                </c:pt>
                <c:pt idx="84529">
                  <c:v>134.97999999999999</c:v>
                </c:pt>
                <c:pt idx="84530">
                  <c:v>186.96</c:v>
                </c:pt>
                <c:pt idx="84531">
                  <c:v>71.989999999999995</c:v>
                </c:pt>
                <c:pt idx="84532">
                  <c:v>84.99</c:v>
                </c:pt>
                <c:pt idx="84533">
                  <c:v>76.489999999999995</c:v>
                </c:pt>
                <c:pt idx="84534">
                  <c:v>84.99</c:v>
                </c:pt>
                <c:pt idx="84535">
                  <c:v>84.99</c:v>
                </c:pt>
                <c:pt idx="84536">
                  <c:v>59.98</c:v>
                </c:pt>
                <c:pt idx="84537">
                  <c:v>59.97</c:v>
                </c:pt>
                <c:pt idx="84538">
                  <c:v>53.96</c:v>
                </c:pt>
                <c:pt idx="84539">
                  <c:v>56.95</c:v>
                </c:pt>
                <c:pt idx="84540">
                  <c:v>53.97</c:v>
                </c:pt>
                <c:pt idx="84541">
                  <c:v>59.97</c:v>
                </c:pt>
                <c:pt idx="84542">
                  <c:v>59.6</c:v>
                </c:pt>
                <c:pt idx="84543">
                  <c:v>59.95</c:v>
                </c:pt>
                <c:pt idx="84544">
                  <c:v>62.98</c:v>
                </c:pt>
                <c:pt idx="84545">
                  <c:v>43.27</c:v>
                </c:pt>
                <c:pt idx="84546">
                  <c:v>72.58</c:v>
                </c:pt>
                <c:pt idx="84547">
                  <c:v>73.48</c:v>
                </c:pt>
                <c:pt idx="84548">
                  <c:v>55.96</c:v>
                </c:pt>
                <c:pt idx="84549">
                  <c:v>76.489999999999995</c:v>
                </c:pt>
                <c:pt idx="84550">
                  <c:v>167.97</c:v>
                </c:pt>
                <c:pt idx="84551">
                  <c:v>89.98</c:v>
                </c:pt>
                <c:pt idx="84552">
                  <c:v>72.239999999999995</c:v>
                </c:pt>
                <c:pt idx="84553">
                  <c:v>-22.6</c:v>
                </c:pt>
                <c:pt idx="84554">
                  <c:v>84.98</c:v>
                </c:pt>
                <c:pt idx="84555">
                  <c:v>83.28</c:v>
                </c:pt>
                <c:pt idx="84556">
                  <c:v>54.99</c:v>
                </c:pt>
                <c:pt idx="84557">
                  <c:v>53.47</c:v>
                </c:pt>
                <c:pt idx="84558">
                  <c:v>73.97</c:v>
                </c:pt>
                <c:pt idx="84559">
                  <c:v>171.97</c:v>
                </c:pt>
                <c:pt idx="84560">
                  <c:v>148.46</c:v>
                </c:pt>
                <c:pt idx="84561">
                  <c:v>83.98</c:v>
                </c:pt>
                <c:pt idx="84562">
                  <c:v>119.96</c:v>
                </c:pt>
                <c:pt idx="84563">
                  <c:v>89.97</c:v>
                </c:pt>
                <c:pt idx="84564">
                  <c:v>113.95</c:v>
                </c:pt>
                <c:pt idx="84565">
                  <c:v>119.96</c:v>
                </c:pt>
                <c:pt idx="84566">
                  <c:v>83.94</c:v>
                </c:pt>
                <c:pt idx="84567">
                  <c:v>123.94</c:v>
                </c:pt>
                <c:pt idx="84568">
                  <c:v>79.95</c:v>
                </c:pt>
                <c:pt idx="84569">
                  <c:v>152.9</c:v>
                </c:pt>
                <c:pt idx="84570">
                  <c:v>92.98</c:v>
                </c:pt>
                <c:pt idx="84571">
                  <c:v>81.98</c:v>
                </c:pt>
                <c:pt idx="84572">
                  <c:v>79.33</c:v>
                </c:pt>
                <c:pt idx="84573">
                  <c:v>19.989999999999998</c:v>
                </c:pt>
                <c:pt idx="84574">
                  <c:v>65.989999999999995</c:v>
                </c:pt>
                <c:pt idx="84575">
                  <c:v>65.989999999999995</c:v>
                </c:pt>
                <c:pt idx="84576">
                  <c:v>81.98</c:v>
                </c:pt>
                <c:pt idx="84577">
                  <c:v>75.98</c:v>
                </c:pt>
                <c:pt idx="84578">
                  <c:v>59.98</c:v>
                </c:pt>
                <c:pt idx="84579">
                  <c:v>59.98</c:v>
                </c:pt>
                <c:pt idx="84580">
                  <c:v>86.17</c:v>
                </c:pt>
                <c:pt idx="84581">
                  <c:v>59.98</c:v>
                </c:pt>
                <c:pt idx="84582">
                  <c:v>59.98</c:v>
                </c:pt>
                <c:pt idx="84583">
                  <c:v>59.98</c:v>
                </c:pt>
                <c:pt idx="84584">
                  <c:v>59.98</c:v>
                </c:pt>
                <c:pt idx="84585">
                  <c:v>59.98</c:v>
                </c:pt>
                <c:pt idx="84586">
                  <c:v>59.98</c:v>
                </c:pt>
                <c:pt idx="84587">
                  <c:v>59.98</c:v>
                </c:pt>
                <c:pt idx="84588">
                  <c:v>65.989999999999995</c:v>
                </c:pt>
                <c:pt idx="84589">
                  <c:v>84.99</c:v>
                </c:pt>
                <c:pt idx="84590">
                  <c:v>62.69</c:v>
                </c:pt>
                <c:pt idx="84591">
                  <c:v>59.39</c:v>
                </c:pt>
                <c:pt idx="84592">
                  <c:v>159.69999999999999</c:v>
                </c:pt>
                <c:pt idx="84593">
                  <c:v>159.69999999999999</c:v>
                </c:pt>
                <c:pt idx="84594">
                  <c:v>70.16</c:v>
                </c:pt>
                <c:pt idx="84595">
                  <c:v>70.16</c:v>
                </c:pt>
                <c:pt idx="84596">
                  <c:v>79.849999999999994</c:v>
                </c:pt>
                <c:pt idx="84597">
                  <c:v>159.69999999999999</c:v>
                </c:pt>
                <c:pt idx="84598">
                  <c:v>79.849999999999994</c:v>
                </c:pt>
                <c:pt idx="84599">
                  <c:v>63.14</c:v>
                </c:pt>
                <c:pt idx="84600">
                  <c:v>159.69999999999999</c:v>
                </c:pt>
                <c:pt idx="84601">
                  <c:v>63.14</c:v>
                </c:pt>
                <c:pt idx="84602">
                  <c:v>159.69999999999999</c:v>
                </c:pt>
                <c:pt idx="84603">
                  <c:v>159.69999999999999</c:v>
                </c:pt>
                <c:pt idx="84604">
                  <c:v>139.97999999999999</c:v>
                </c:pt>
                <c:pt idx="84605">
                  <c:v>166.96</c:v>
                </c:pt>
                <c:pt idx="84606">
                  <c:v>138.13999999999999</c:v>
                </c:pt>
                <c:pt idx="84607">
                  <c:v>161.94999999999999</c:v>
                </c:pt>
                <c:pt idx="84608">
                  <c:v>84.99</c:v>
                </c:pt>
                <c:pt idx="84609">
                  <c:v>139.97999999999999</c:v>
                </c:pt>
                <c:pt idx="84610">
                  <c:v>149.97</c:v>
                </c:pt>
                <c:pt idx="84611">
                  <c:v>65.19</c:v>
                </c:pt>
                <c:pt idx="84612">
                  <c:v>86.49</c:v>
                </c:pt>
                <c:pt idx="84613">
                  <c:v>86.49</c:v>
                </c:pt>
                <c:pt idx="84614">
                  <c:v>86.49</c:v>
                </c:pt>
                <c:pt idx="84615">
                  <c:v>51.49</c:v>
                </c:pt>
                <c:pt idx="84616">
                  <c:v>51.49</c:v>
                </c:pt>
                <c:pt idx="84617">
                  <c:v>84.99</c:v>
                </c:pt>
                <c:pt idx="84618">
                  <c:v>4.99</c:v>
                </c:pt>
                <c:pt idx="84619">
                  <c:v>68.989999999999995</c:v>
                </c:pt>
                <c:pt idx="84620">
                  <c:v>119.98</c:v>
                </c:pt>
                <c:pt idx="84621">
                  <c:v>84.99</c:v>
                </c:pt>
                <c:pt idx="84622">
                  <c:v>65.98</c:v>
                </c:pt>
                <c:pt idx="84623">
                  <c:v>54.98</c:v>
                </c:pt>
                <c:pt idx="84624">
                  <c:v>89.97</c:v>
                </c:pt>
                <c:pt idx="84625">
                  <c:v>59.98</c:v>
                </c:pt>
                <c:pt idx="84626">
                  <c:v>59.98</c:v>
                </c:pt>
                <c:pt idx="84627">
                  <c:v>99.96</c:v>
                </c:pt>
                <c:pt idx="84628">
                  <c:v>79.62</c:v>
                </c:pt>
                <c:pt idx="84629">
                  <c:v>59.98</c:v>
                </c:pt>
                <c:pt idx="84630">
                  <c:v>59.98</c:v>
                </c:pt>
                <c:pt idx="84631">
                  <c:v>22.29</c:v>
                </c:pt>
                <c:pt idx="84632">
                  <c:v>110.87</c:v>
                </c:pt>
                <c:pt idx="84633">
                  <c:v>63.88</c:v>
                </c:pt>
                <c:pt idx="84634">
                  <c:v>22.29</c:v>
                </c:pt>
                <c:pt idx="84635">
                  <c:v>105.98</c:v>
                </c:pt>
                <c:pt idx="84636">
                  <c:v>105.98</c:v>
                </c:pt>
                <c:pt idx="84637">
                  <c:v>105.98</c:v>
                </c:pt>
                <c:pt idx="84638">
                  <c:v>55.98</c:v>
                </c:pt>
                <c:pt idx="84639">
                  <c:v>51.98</c:v>
                </c:pt>
                <c:pt idx="84640">
                  <c:v>53.98</c:v>
                </c:pt>
                <c:pt idx="84641">
                  <c:v>63.98</c:v>
                </c:pt>
                <c:pt idx="84642">
                  <c:v>63.98</c:v>
                </c:pt>
                <c:pt idx="84643">
                  <c:v>60.98</c:v>
                </c:pt>
                <c:pt idx="84644">
                  <c:v>60.98</c:v>
                </c:pt>
                <c:pt idx="84645">
                  <c:v>59.41</c:v>
                </c:pt>
                <c:pt idx="84646">
                  <c:v>53.98</c:v>
                </c:pt>
                <c:pt idx="84647">
                  <c:v>55.98</c:v>
                </c:pt>
                <c:pt idx="84648">
                  <c:v>59.41</c:v>
                </c:pt>
                <c:pt idx="84649">
                  <c:v>51.98</c:v>
                </c:pt>
                <c:pt idx="84650">
                  <c:v>63.98</c:v>
                </c:pt>
                <c:pt idx="84651">
                  <c:v>100.98</c:v>
                </c:pt>
                <c:pt idx="84652">
                  <c:v>11.29</c:v>
                </c:pt>
                <c:pt idx="84653">
                  <c:v>100.98</c:v>
                </c:pt>
                <c:pt idx="84654">
                  <c:v>55.98</c:v>
                </c:pt>
                <c:pt idx="84655">
                  <c:v>53.98</c:v>
                </c:pt>
                <c:pt idx="84656">
                  <c:v>53.98</c:v>
                </c:pt>
                <c:pt idx="84657">
                  <c:v>62.98</c:v>
                </c:pt>
                <c:pt idx="84658">
                  <c:v>62.98</c:v>
                </c:pt>
                <c:pt idx="84659">
                  <c:v>55.98</c:v>
                </c:pt>
                <c:pt idx="84660">
                  <c:v>11.29</c:v>
                </c:pt>
                <c:pt idx="84661">
                  <c:v>63.98</c:v>
                </c:pt>
                <c:pt idx="84662">
                  <c:v>57.32</c:v>
                </c:pt>
                <c:pt idx="84663">
                  <c:v>57.32</c:v>
                </c:pt>
                <c:pt idx="84664">
                  <c:v>62.97</c:v>
                </c:pt>
                <c:pt idx="84665">
                  <c:v>62.97</c:v>
                </c:pt>
                <c:pt idx="84666">
                  <c:v>51.76</c:v>
                </c:pt>
                <c:pt idx="84667">
                  <c:v>284.93</c:v>
                </c:pt>
                <c:pt idx="84668">
                  <c:v>70.98</c:v>
                </c:pt>
                <c:pt idx="84669">
                  <c:v>119.96</c:v>
                </c:pt>
                <c:pt idx="84670">
                  <c:v>51.49</c:v>
                </c:pt>
                <c:pt idx="84671">
                  <c:v>78.290000000000006</c:v>
                </c:pt>
                <c:pt idx="84672">
                  <c:v>76.489999999999995</c:v>
                </c:pt>
                <c:pt idx="84673">
                  <c:v>80.94</c:v>
                </c:pt>
                <c:pt idx="84674">
                  <c:v>89.97</c:v>
                </c:pt>
                <c:pt idx="84675">
                  <c:v>84.99</c:v>
                </c:pt>
                <c:pt idx="84676">
                  <c:v>59.98</c:v>
                </c:pt>
                <c:pt idx="84677">
                  <c:v>66.59</c:v>
                </c:pt>
                <c:pt idx="84678">
                  <c:v>105.96</c:v>
                </c:pt>
                <c:pt idx="84679">
                  <c:v>72.239999999999995</c:v>
                </c:pt>
                <c:pt idx="84680">
                  <c:v>98.97</c:v>
                </c:pt>
                <c:pt idx="84681">
                  <c:v>67.489999999999995</c:v>
                </c:pt>
                <c:pt idx="84682">
                  <c:v>203.89</c:v>
                </c:pt>
                <c:pt idx="84683">
                  <c:v>215.89</c:v>
                </c:pt>
                <c:pt idx="84684">
                  <c:v>155.94</c:v>
                </c:pt>
                <c:pt idx="84685">
                  <c:v>71.959999999999994</c:v>
                </c:pt>
                <c:pt idx="84686">
                  <c:v>56.97</c:v>
                </c:pt>
                <c:pt idx="84687">
                  <c:v>94.95</c:v>
                </c:pt>
                <c:pt idx="84688">
                  <c:v>94.95</c:v>
                </c:pt>
                <c:pt idx="84689">
                  <c:v>113.94</c:v>
                </c:pt>
                <c:pt idx="84690">
                  <c:v>122.93</c:v>
                </c:pt>
                <c:pt idx="84691">
                  <c:v>163.74</c:v>
                </c:pt>
                <c:pt idx="84692">
                  <c:v>68.989999999999995</c:v>
                </c:pt>
                <c:pt idx="84693">
                  <c:v>68.989999999999995</c:v>
                </c:pt>
                <c:pt idx="84694">
                  <c:v>146.91999999999999</c:v>
                </c:pt>
                <c:pt idx="84695">
                  <c:v>96.97</c:v>
                </c:pt>
                <c:pt idx="84696">
                  <c:v>146.91999999999999</c:v>
                </c:pt>
                <c:pt idx="84697">
                  <c:v>169.98</c:v>
                </c:pt>
                <c:pt idx="84698">
                  <c:v>99.98</c:v>
                </c:pt>
                <c:pt idx="84699">
                  <c:v>99.98</c:v>
                </c:pt>
                <c:pt idx="84700">
                  <c:v>64.010000000000005</c:v>
                </c:pt>
                <c:pt idx="84701">
                  <c:v>64.010000000000005</c:v>
                </c:pt>
                <c:pt idx="84702">
                  <c:v>96.97</c:v>
                </c:pt>
                <c:pt idx="84703">
                  <c:v>169.98</c:v>
                </c:pt>
                <c:pt idx="84704">
                  <c:v>60.99</c:v>
                </c:pt>
                <c:pt idx="84705">
                  <c:v>121.98</c:v>
                </c:pt>
                <c:pt idx="84706">
                  <c:v>152.94999999999999</c:v>
                </c:pt>
                <c:pt idx="84707">
                  <c:v>145.96</c:v>
                </c:pt>
                <c:pt idx="84708">
                  <c:v>325.95</c:v>
                </c:pt>
                <c:pt idx="84709">
                  <c:v>84.99</c:v>
                </c:pt>
                <c:pt idx="84710">
                  <c:v>79.98</c:v>
                </c:pt>
                <c:pt idx="84711">
                  <c:v>315.92</c:v>
                </c:pt>
                <c:pt idx="84712">
                  <c:v>101.97</c:v>
                </c:pt>
                <c:pt idx="84713">
                  <c:v>29.99</c:v>
                </c:pt>
                <c:pt idx="84714">
                  <c:v>118.96</c:v>
                </c:pt>
                <c:pt idx="84715">
                  <c:v>76.47</c:v>
                </c:pt>
                <c:pt idx="84716">
                  <c:v>89.97</c:v>
                </c:pt>
                <c:pt idx="84717">
                  <c:v>147.6</c:v>
                </c:pt>
                <c:pt idx="84718">
                  <c:v>89.55</c:v>
                </c:pt>
                <c:pt idx="84719">
                  <c:v>116.14</c:v>
                </c:pt>
                <c:pt idx="84720">
                  <c:v>95.55</c:v>
                </c:pt>
                <c:pt idx="84721">
                  <c:v>151.91999999999999</c:v>
                </c:pt>
                <c:pt idx="84722">
                  <c:v>270.97000000000003</c:v>
                </c:pt>
                <c:pt idx="84723">
                  <c:v>96.78</c:v>
                </c:pt>
                <c:pt idx="84724">
                  <c:v>96.78</c:v>
                </c:pt>
                <c:pt idx="84725">
                  <c:v>131.97999999999999</c:v>
                </c:pt>
                <c:pt idx="84726">
                  <c:v>131.97999999999999</c:v>
                </c:pt>
                <c:pt idx="84727">
                  <c:v>99.98</c:v>
                </c:pt>
                <c:pt idx="84728">
                  <c:v>109.98</c:v>
                </c:pt>
                <c:pt idx="84729">
                  <c:v>118.78</c:v>
                </c:pt>
                <c:pt idx="84730">
                  <c:v>99.2</c:v>
                </c:pt>
                <c:pt idx="84731">
                  <c:v>71.97</c:v>
                </c:pt>
                <c:pt idx="84732">
                  <c:v>19.989999999999998</c:v>
                </c:pt>
                <c:pt idx="84733">
                  <c:v>71.97</c:v>
                </c:pt>
                <c:pt idx="84734">
                  <c:v>71.97</c:v>
                </c:pt>
                <c:pt idx="84735">
                  <c:v>71.97</c:v>
                </c:pt>
                <c:pt idx="84736">
                  <c:v>71.97</c:v>
                </c:pt>
                <c:pt idx="84737">
                  <c:v>69.09</c:v>
                </c:pt>
                <c:pt idx="84738">
                  <c:v>71.97</c:v>
                </c:pt>
                <c:pt idx="84739">
                  <c:v>71.97</c:v>
                </c:pt>
                <c:pt idx="84740">
                  <c:v>64.77</c:v>
                </c:pt>
                <c:pt idx="84741">
                  <c:v>79.849999999999994</c:v>
                </c:pt>
                <c:pt idx="84742">
                  <c:v>79.849999999999994</c:v>
                </c:pt>
                <c:pt idx="84743">
                  <c:v>79.849999999999994</c:v>
                </c:pt>
                <c:pt idx="84744">
                  <c:v>79.849999999999994</c:v>
                </c:pt>
                <c:pt idx="84745">
                  <c:v>79.849999999999994</c:v>
                </c:pt>
                <c:pt idx="84746">
                  <c:v>74.64</c:v>
                </c:pt>
                <c:pt idx="84747">
                  <c:v>115.76</c:v>
                </c:pt>
                <c:pt idx="84748">
                  <c:v>119.96</c:v>
                </c:pt>
                <c:pt idx="84749">
                  <c:v>80.97</c:v>
                </c:pt>
                <c:pt idx="84750">
                  <c:v>119.96</c:v>
                </c:pt>
                <c:pt idx="84751">
                  <c:v>119.96</c:v>
                </c:pt>
                <c:pt idx="84752">
                  <c:v>89.97</c:v>
                </c:pt>
                <c:pt idx="84753">
                  <c:v>121.48</c:v>
                </c:pt>
                <c:pt idx="84754">
                  <c:v>181.85</c:v>
                </c:pt>
                <c:pt idx="84755">
                  <c:v>169.98</c:v>
                </c:pt>
                <c:pt idx="84756">
                  <c:v>79.98</c:v>
                </c:pt>
                <c:pt idx="84757">
                  <c:v>131.94</c:v>
                </c:pt>
                <c:pt idx="84758">
                  <c:v>173.96</c:v>
                </c:pt>
                <c:pt idx="84759">
                  <c:v>86.98</c:v>
                </c:pt>
                <c:pt idx="84760">
                  <c:v>63.98</c:v>
                </c:pt>
                <c:pt idx="84761">
                  <c:v>72.97</c:v>
                </c:pt>
                <c:pt idx="84762">
                  <c:v>149.97</c:v>
                </c:pt>
                <c:pt idx="84763">
                  <c:v>89.98</c:v>
                </c:pt>
                <c:pt idx="84764">
                  <c:v>216.54</c:v>
                </c:pt>
                <c:pt idx="84765">
                  <c:v>99.98</c:v>
                </c:pt>
                <c:pt idx="84766">
                  <c:v>169.98</c:v>
                </c:pt>
                <c:pt idx="84767">
                  <c:v>65.98</c:v>
                </c:pt>
                <c:pt idx="84768">
                  <c:v>89.22</c:v>
                </c:pt>
                <c:pt idx="84769">
                  <c:v>99.97</c:v>
                </c:pt>
                <c:pt idx="84770">
                  <c:v>102.97</c:v>
                </c:pt>
                <c:pt idx="84771">
                  <c:v>84.97</c:v>
                </c:pt>
                <c:pt idx="84772">
                  <c:v>104.97</c:v>
                </c:pt>
                <c:pt idx="84773">
                  <c:v>99.97</c:v>
                </c:pt>
                <c:pt idx="84774">
                  <c:v>82.48</c:v>
                </c:pt>
                <c:pt idx="84775">
                  <c:v>130.46</c:v>
                </c:pt>
                <c:pt idx="84776">
                  <c:v>97.48</c:v>
                </c:pt>
                <c:pt idx="84777">
                  <c:v>89.99</c:v>
                </c:pt>
                <c:pt idx="84778">
                  <c:v>71.98</c:v>
                </c:pt>
                <c:pt idx="84779">
                  <c:v>143.91999999999999</c:v>
                </c:pt>
                <c:pt idx="84780">
                  <c:v>94.45</c:v>
                </c:pt>
                <c:pt idx="84781">
                  <c:v>50.97</c:v>
                </c:pt>
                <c:pt idx="84782">
                  <c:v>53.97</c:v>
                </c:pt>
                <c:pt idx="84783">
                  <c:v>43.32</c:v>
                </c:pt>
                <c:pt idx="84784">
                  <c:v>50.97</c:v>
                </c:pt>
                <c:pt idx="84785">
                  <c:v>35.299999999999997</c:v>
                </c:pt>
                <c:pt idx="84786">
                  <c:v>239.8</c:v>
                </c:pt>
                <c:pt idx="84787">
                  <c:v>239.8</c:v>
                </c:pt>
                <c:pt idx="84788">
                  <c:v>191.96</c:v>
                </c:pt>
                <c:pt idx="84789">
                  <c:v>23.93</c:v>
                </c:pt>
                <c:pt idx="84790">
                  <c:v>254.97</c:v>
                </c:pt>
                <c:pt idx="84791">
                  <c:v>23.93</c:v>
                </c:pt>
                <c:pt idx="84792">
                  <c:v>13.99</c:v>
                </c:pt>
                <c:pt idx="84793">
                  <c:v>69.98</c:v>
                </c:pt>
                <c:pt idx="84794">
                  <c:v>84.98</c:v>
                </c:pt>
                <c:pt idx="84795">
                  <c:v>59.98</c:v>
                </c:pt>
                <c:pt idx="84796">
                  <c:v>281.42</c:v>
                </c:pt>
                <c:pt idx="84797">
                  <c:v>132.97999999999999</c:v>
                </c:pt>
                <c:pt idx="84798">
                  <c:v>123.96</c:v>
                </c:pt>
                <c:pt idx="84799">
                  <c:v>30.99</c:v>
                </c:pt>
                <c:pt idx="84800">
                  <c:v>111.56</c:v>
                </c:pt>
                <c:pt idx="84801">
                  <c:v>195.24</c:v>
                </c:pt>
                <c:pt idx="84802">
                  <c:v>185.69</c:v>
                </c:pt>
                <c:pt idx="84803">
                  <c:v>74.97</c:v>
                </c:pt>
                <c:pt idx="84804">
                  <c:v>29.99</c:v>
                </c:pt>
                <c:pt idx="84805">
                  <c:v>59.98</c:v>
                </c:pt>
                <c:pt idx="84806">
                  <c:v>59.98</c:v>
                </c:pt>
                <c:pt idx="84807">
                  <c:v>59.98</c:v>
                </c:pt>
                <c:pt idx="84808">
                  <c:v>59.98</c:v>
                </c:pt>
                <c:pt idx="84809">
                  <c:v>59.98</c:v>
                </c:pt>
                <c:pt idx="84810">
                  <c:v>59.98</c:v>
                </c:pt>
                <c:pt idx="84811">
                  <c:v>212.44</c:v>
                </c:pt>
                <c:pt idx="84812">
                  <c:v>67.98</c:v>
                </c:pt>
                <c:pt idx="84813">
                  <c:v>41.29</c:v>
                </c:pt>
                <c:pt idx="84814">
                  <c:v>35.29</c:v>
                </c:pt>
                <c:pt idx="84815">
                  <c:v>184.97</c:v>
                </c:pt>
                <c:pt idx="84816">
                  <c:v>168.68</c:v>
                </c:pt>
                <c:pt idx="84817">
                  <c:v>169.98</c:v>
                </c:pt>
                <c:pt idx="84818">
                  <c:v>128.13</c:v>
                </c:pt>
                <c:pt idx="84819">
                  <c:v>63.96</c:v>
                </c:pt>
                <c:pt idx="84820">
                  <c:v>130.94999999999999</c:v>
                </c:pt>
                <c:pt idx="84821">
                  <c:v>70.959999999999994</c:v>
                </c:pt>
                <c:pt idx="84822">
                  <c:v>64.989999999999995</c:v>
                </c:pt>
                <c:pt idx="84823">
                  <c:v>62.97</c:v>
                </c:pt>
                <c:pt idx="84824">
                  <c:v>67.86</c:v>
                </c:pt>
                <c:pt idx="84825">
                  <c:v>62.97</c:v>
                </c:pt>
                <c:pt idx="84826">
                  <c:v>112.96</c:v>
                </c:pt>
                <c:pt idx="84827">
                  <c:v>104.95</c:v>
                </c:pt>
                <c:pt idx="84828">
                  <c:v>112.96</c:v>
                </c:pt>
                <c:pt idx="84829">
                  <c:v>126.97</c:v>
                </c:pt>
                <c:pt idx="84830">
                  <c:v>99.98</c:v>
                </c:pt>
                <c:pt idx="84831">
                  <c:v>99.98</c:v>
                </c:pt>
                <c:pt idx="84832">
                  <c:v>99.98</c:v>
                </c:pt>
                <c:pt idx="84833">
                  <c:v>99.98</c:v>
                </c:pt>
                <c:pt idx="84834">
                  <c:v>115.97</c:v>
                </c:pt>
                <c:pt idx="84835">
                  <c:v>56.97</c:v>
                </c:pt>
                <c:pt idx="84836">
                  <c:v>56.97</c:v>
                </c:pt>
                <c:pt idx="84837">
                  <c:v>55.67</c:v>
                </c:pt>
                <c:pt idx="84838">
                  <c:v>56.97</c:v>
                </c:pt>
                <c:pt idx="84839">
                  <c:v>79.98</c:v>
                </c:pt>
                <c:pt idx="84840">
                  <c:v>94.97</c:v>
                </c:pt>
                <c:pt idx="84841">
                  <c:v>79.98</c:v>
                </c:pt>
                <c:pt idx="84842">
                  <c:v>94.97</c:v>
                </c:pt>
                <c:pt idx="84843">
                  <c:v>94.97</c:v>
                </c:pt>
                <c:pt idx="84844">
                  <c:v>131.97999999999999</c:v>
                </c:pt>
                <c:pt idx="84845">
                  <c:v>115.98</c:v>
                </c:pt>
                <c:pt idx="84846">
                  <c:v>132.97</c:v>
                </c:pt>
                <c:pt idx="84847">
                  <c:v>48.94</c:v>
                </c:pt>
                <c:pt idx="84848">
                  <c:v>59.39</c:v>
                </c:pt>
                <c:pt idx="84849">
                  <c:v>80.739999999999995</c:v>
                </c:pt>
                <c:pt idx="84850">
                  <c:v>115.98</c:v>
                </c:pt>
                <c:pt idx="84851">
                  <c:v>59.39</c:v>
                </c:pt>
                <c:pt idx="84852">
                  <c:v>80.739999999999995</c:v>
                </c:pt>
                <c:pt idx="84853">
                  <c:v>84.99</c:v>
                </c:pt>
                <c:pt idx="84854">
                  <c:v>132.97</c:v>
                </c:pt>
                <c:pt idx="84855">
                  <c:v>84.99</c:v>
                </c:pt>
                <c:pt idx="84856">
                  <c:v>54.98</c:v>
                </c:pt>
                <c:pt idx="84857">
                  <c:v>131.97999999999999</c:v>
                </c:pt>
                <c:pt idx="84858">
                  <c:v>48.94</c:v>
                </c:pt>
                <c:pt idx="84859">
                  <c:v>65.989999999999995</c:v>
                </c:pt>
                <c:pt idx="84860">
                  <c:v>54.98</c:v>
                </c:pt>
                <c:pt idx="84861">
                  <c:v>65.989999999999995</c:v>
                </c:pt>
                <c:pt idx="84862">
                  <c:v>119.97</c:v>
                </c:pt>
                <c:pt idx="84863">
                  <c:v>84.99</c:v>
                </c:pt>
                <c:pt idx="84864">
                  <c:v>66.98</c:v>
                </c:pt>
                <c:pt idx="84865">
                  <c:v>41.29</c:v>
                </c:pt>
                <c:pt idx="84866">
                  <c:v>54.99</c:v>
                </c:pt>
                <c:pt idx="84867">
                  <c:v>54.99</c:v>
                </c:pt>
                <c:pt idx="84868">
                  <c:v>110.97</c:v>
                </c:pt>
                <c:pt idx="84869">
                  <c:v>19.29</c:v>
                </c:pt>
                <c:pt idx="84870">
                  <c:v>65.19</c:v>
                </c:pt>
                <c:pt idx="84871">
                  <c:v>65.98</c:v>
                </c:pt>
                <c:pt idx="84872">
                  <c:v>20.49</c:v>
                </c:pt>
                <c:pt idx="84873">
                  <c:v>40.24</c:v>
                </c:pt>
                <c:pt idx="84874">
                  <c:v>65.19</c:v>
                </c:pt>
                <c:pt idx="84875">
                  <c:v>84.99</c:v>
                </c:pt>
                <c:pt idx="84876">
                  <c:v>29.48</c:v>
                </c:pt>
                <c:pt idx="84877">
                  <c:v>68.180000000000007</c:v>
                </c:pt>
                <c:pt idx="84878">
                  <c:v>103.98</c:v>
                </c:pt>
                <c:pt idx="84879">
                  <c:v>-65.19</c:v>
                </c:pt>
                <c:pt idx="84880">
                  <c:v>84.99</c:v>
                </c:pt>
                <c:pt idx="84881">
                  <c:v>92.97</c:v>
                </c:pt>
                <c:pt idx="84882">
                  <c:v>101.95</c:v>
                </c:pt>
                <c:pt idx="84883">
                  <c:v>91.96</c:v>
                </c:pt>
                <c:pt idx="84884">
                  <c:v>80.97</c:v>
                </c:pt>
                <c:pt idx="84885">
                  <c:v>219.92</c:v>
                </c:pt>
                <c:pt idx="84886">
                  <c:v>61.98</c:v>
                </c:pt>
                <c:pt idx="84887">
                  <c:v>326.48</c:v>
                </c:pt>
                <c:pt idx="84888">
                  <c:v>180.23</c:v>
                </c:pt>
                <c:pt idx="84889">
                  <c:v>159.69999999999999</c:v>
                </c:pt>
                <c:pt idx="84890">
                  <c:v>65.989999999999995</c:v>
                </c:pt>
                <c:pt idx="84891">
                  <c:v>65.989999999999995</c:v>
                </c:pt>
                <c:pt idx="84892">
                  <c:v>81.5</c:v>
                </c:pt>
                <c:pt idx="84893">
                  <c:v>56.09</c:v>
                </c:pt>
                <c:pt idx="84894">
                  <c:v>-81.5</c:v>
                </c:pt>
                <c:pt idx="84895">
                  <c:v>39.79</c:v>
                </c:pt>
                <c:pt idx="84896">
                  <c:v>84.99</c:v>
                </c:pt>
                <c:pt idx="84897">
                  <c:v>84.99</c:v>
                </c:pt>
                <c:pt idx="84898">
                  <c:v>80.650000000000006</c:v>
                </c:pt>
                <c:pt idx="84899">
                  <c:v>84.99</c:v>
                </c:pt>
                <c:pt idx="84900">
                  <c:v>58.76</c:v>
                </c:pt>
                <c:pt idx="84901">
                  <c:v>59.96</c:v>
                </c:pt>
                <c:pt idx="84902">
                  <c:v>58.81</c:v>
                </c:pt>
                <c:pt idx="84903">
                  <c:v>59.96</c:v>
                </c:pt>
                <c:pt idx="84904">
                  <c:v>57.96</c:v>
                </c:pt>
                <c:pt idx="84905">
                  <c:v>59.36</c:v>
                </c:pt>
                <c:pt idx="84906">
                  <c:v>114.35</c:v>
                </c:pt>
                <c:pt idx="84907">
                  <c:v>100.98</c:v>
                </c:pt>
                <c:pt idx="84908">
                  <c:v>100.98</c:v>
                </c:pt>
                <c:pt idx="84909">
                  <c:v>63.96</c:v>
                </c:pt>
                <c:pt idx="84910">
                  <c:v>100.98</c:v>
                </c:pt>
                <c:pt idx="84911">
                  <c:v>84.99</c:v>
                </c:pt>
                <c:pt idx="84912">
                  <c:v>95.94</c:v>
                </c:pt>
                <c:pt idx="84913">
                  <c:v>111.93</c:v>
                </c:pt>
                <c:pt idx="84914">
                  <c:v>63.96</c:v>
                </c:pt>
                <c:pt idx="84915">
                  <c:v>97.87</c:v>
                </c:pt>
                <c:pt idx="84916">
                  <c:v>219.94</c:v>
                </c:pt>
                <c:pt idx="84917">
                  <c:v>61.46</c:v>
                </c:pt>
                <c:pt idx="84918">
                  <c:v>249.97</c:v>
                </c:pt>
                <c:pt idx="84919">
                  <c:v>123.97</c:v>
                </c:pt>
                <c:pt idx="84920">
                  <c:v>197.63</c:v>
                </c:pt>
                <c:pt idx="84921">
                  <c:v>51.49</c:v>
                </c:pt>
                <c:pt idx="84922">
                  <c:v>255.92</c:v>
                </c:pt>
                <c:pt idx="84923">
                  <c:v>119.96</c:v>
                </c:pt>
                <c:pt idx="84924">
                  <c:v>84.97</c:v>
                </c:pt>
                <c:pt idx="84925">
                  <c:v>128.26</c:v>
                </c:pt>
                <c:pt idx="84926">
                  <c:v>96.47</c:v>
                </c:pt>
                <c:pt idx="84927">
                  <c:v>172.45</c:v>
                </c:pt>
                <c:pt idx="84928">
                  <c:v>88.48</c:v>
                </c:pt>
                <c:pt idx="84929">
                  <c:v>96.98</c:v>
                </c:pt>
                <c:pt idx="84930">
                  <c:v>105.97</c:v>
                </c:pt>
                <c:pt idx="84931">
                  <c:v>76.489999999999995</c:v>
                </c:pt>
                <c:pt idx="84932">
                  <c:v>84.99</c:v>
                </c:pt>
                <c:pt idx="84933">
                  <c:v>94.95</c:v>
                </c:pt>
                <c:pt idx="84934">
                  <c:v>94.95</c:v>
                </c:pt>
                <c:pt idx="84935">
                  <c:v>94.95</c:v>
                </c:pt>
                <c:pt idx="84936">
                  <c:v>94.95</c:v>
                </c:pt>
                <c:pt idx="84937">
                  <c:v>94.95</c:v>
                </c:pt>
                <c:pt idx="84938">
                  <c:v>69.95</c:v>
                </c:pt>
                <c:pt idx="84939">
                  <c:v>50.36</c:v>
                </c:pt>
                <c:pt idx="84940">
                  <c:v>50.36</c:v>
                </c:pt>
                <c:pt idx="84941">
                  <c:v>94.95</c:v>
                </c:pt>
                <c:pt idx="84942">
                  <c:v>69.95</c:v>
                </c:pt>
                <c:pt idx="84943">
                  <c:v>239.97</c:v>
                </c:pt>
                <c:pt idx="84944">
                  <c:v>149.97999999999999</c:v>
                </c:pt>
                <c:pt idx="84945">
                  <c:v>79.989999999999995</c:v>
                </c:pt>
                <c:pt idx="84946">
                  <c:v>646.80999999999995</c:v>
                </c:pt>
                <c:pt idx="84947">
                  <c:v>69.97</c:v>
                </c:pt>
                <c:pt idx="84948">
                  <c:v>169.98</c:v>
                </c:pt>
                <c:pt idx="84949">
                  <c:v>169.98</c:v>
                </c:pt>
                <c:pt idx="84950">
                  <c:v>127.78</c:v>
                </c:pt>
                <c:pt idx="84951">
                  <c:v>169.98</c:v>
                </c:pt>
                <c:pt idx="84952">
                  <c:v>102.97</c:v>
                </c:pt>
                <c:pt idx="84953">
                  <c:v>98.98</c:v>
                </c:pt>
                <c:pt idx="84954">
                  <c:v>84.99</c:v>
                </c:pt>
                <c:pt idx="84955">
                  <c:v>84.99</c:v>
                </c:pt>
                <c:pt idx="84956">
                  <c:v>84.99</c:v>
                </c:pt>
                <c:pt idx="84957">
                  <c:v>98.98</c:v>
                </c:pt>
                <c:pt idx="84958">
                  <c:v>144.96</c:v>
                </c:pt>
                <c:pt idx="84959">
                  <c:v>65.989999999999995</c:v>
                </c:pt>
                <c:pt idx="84960">
                  <c:v>104.97</c:v>
                </c:pt>
                <c:pt idx="84961">
                  <c:v>116.14</c:v>
                </c:pt>
                <c:pt idx="84962">
                  <c:v>240.73</c:v>
                </c:pt>
                <c:pt idx="84963">
                  <c:v>104.04</c:v>
                </c:pt>
                <c:pt idx="84964">
                  <c:v>79.849999999999994</c:v>
                </c:pt>
                <c:pt idx="84965">
                  <c:v>159.69999999999999</c:v>
                </c:pt>
                <c:pt idx="84966">
                  <c:v>117.95</c:v>
                </c:pt>
                <c:pt idx="84967">
                  <c:v>59.96</c:v>
                </c:pt>
                <c:pt idx="84968">
                  <c:v>117.95</c:v>
                </c:pt>
                <c:pt idx="84969">
                  <c:v>62.56</c:v>
                </c:pt>
                <c:pt idx="84970">
                  <c:v>79.989999999999995</c:v>
                </c:pt>
                <c:pt idx="84971">
                  <c:v>79.989999999999995</c:v>
                </c:pt>
                <c:pt idx="84972">
                  <c:v>93.58</c:v>
                </c:pt>
                <c:pt idx="84973">
                  <c:v>93.58</c:v>
                </c:pt>
                <c:pt idx="84974">
                  <c:v>59.96</c:v>
                </c:pt>
                <c:pt idx="84975">
                  <c:v>59.96</c:v>
                </c:pt>
                <c:pt idx="84976">
                  <c:v>59.96</c:v>
                </c:pt>
                <c:pt idx="84977">
                  <c:v>87.47</c:v>
                </c:pt>
                <c:pt idx="84978">
                  <c:v>87.47</c:v>
                </c:pt>
                <c:pt idx="84979">
                  <c:v>62.56</c:v>
                </c:pt>
                <c:pt idx="84980">
                  <c:v>63.88</c:v>
                </c:pt>
                <c:pt idx="84981">
                  <c:v>59.37</c:v>
                </c:pt>
                <c:pt idx="84982">
                  <c:v>48.57</c:v>
                </c:pt>
                <c:pt idx="84983">
                  <c:v>72.98</c:v>
                </c:pt>
                <c:pt idx="84984">
                  <c:v>79.319999999999993</c:v>
                </c:pt>
                <c:pt idx="84985">
                  <c:v>66.27</c:v>
                </c:pt>
                <c:pt idx="84986">
                  <c:v>62.98</c:v>
                </c:pt>
                <c:pt idx="84987">
                  <c:v>75.88</c:v>
                </c:pt>
                <c:pt idx="84988">
                  <c:v>98.96</c:v>
                </c:pt>
                <c:pt idx="84989">
                  <c:v>114.89</c:v>
                </c:pt>
                <c:pt idx="84990">
                  <c:v>114.89</c:v>
                </c:pt>
                <c:pt idx="84991">
                  <c:v>91.95</c:v>
                </c:pt>
                <c:pt idx="84992">
                  <c:v>65.989999999999995</c:v>
                </c:pt>
                <c:pt idx="84993">
                  <c:v>96.98</c:v>
                </c:pt>
                <c:pt idx="84994">
                  <c:v>79.98</c:v>
                </c:pt>
                <c:pt idx="84995">
                  <c:v>63.97</c:v>
                </c:pt>
                <c:pt idx="84996">
                  <c:v>81.98</c:v>
                </c:pt>
                <c:pt idx="84997">
                  <c:v>99.95</c:v>
                </c:pt>
                <c:pt idx="84998">
                  <c:v>111.94</c:v>
                </c:pt>
                <c:pt idx="84999">
                  <c:v>-56.95</c:v>
                </c:pt>
                <c:pt idx="85000">
                  <c:v>95.95</c:v>
                </c:pt>
                <c:pt idx="85001">
                  <c:v>59.95</c:v>
                </c:pt>
                <c:pt idx="85002">
                  <c:v>117.71</c:v>
                </c:pt>
                <c:pt idx="85003">
                  <c:v>99.95</c:v>
                </c:pt>
                <c:pt idx="85004">
                  <c:v>59.98</c:v>
                </c:pt>
                <c:pt idx="85005">
                  <c:v>55.98</c:v>
                </c:pt>
                <c:pt idx="85006">
                  <c:v>50.38</c:v>
                </c:pt>
                <c:pt idx="85007">
                  <c:v>55.98</c:v>
                </c:pt>
                <c:pt idx="85008">
                  <c:v>80.97</c:v>
                </c:pt>
                <c:pt idx="85009">
                  <c:v>35.08</c:v>
                </c:pt>
                <c:pt idx="85010">
                  <c:v>18.670000000000002</c:v>
                </c:pt>
                <c:pt idx="85011">
                  <c:v>55.98</c:v>
                </c:pt>
                <c:pt idx="85012">
                  <c:v>63.58</c:v>
                </c:pt>
                <c:pt idx="85013">
                  <c:v>89.98</c:v>
                </c:pt>
                <c:pt idx="85014">
                  <c:v>63.96</c:v>
                </c:pt>
                <c:pt idx="85015">
                  <c:v>63.96</c:v>
                </c:pt>
                <c:pt idx="85016">
                  <c:v>35.49</c:v>
                </c:pt>
                <c:pt idx="85017">
                  <c:v>63.96</c:v>
                </c:pt>
                <c:pt idx="85018">
                  <c:v>129.97999999999999</c:v>
                </c:pt>
                <c:pt idx="85019">
                  <c:v>50.49</c:v>
                </c:pt>
                <c:pt idx="85020">
                  <c:v>-50.49</c:v>
                </c:pt>
                <c:pt idx="85021">
                  <c:v>131.97999999999999</c:v>
                </c:pt>
                <c:pt idx="85022">
                  <c:v>60.48</c:v>
                </c:pt>
                <c:pt idx="85023">
                  <c:v>94.98</c:v>
                </c:pt>
                <c:pt idx="85024">
                  <c:v>105.98</c:v>
                </c:pt>
                <c:pt idx="85025">
                  <c:v>149.9</c:v>
                </c:pt>
                <c:pt idx="85026">
                  <c:v>-149.9</c:v>
                </c:pt>
                <c:pt idx="85027">
                  <c:v>189.9</c:v>
                </c:pt>
                <c:pt idx="85028">
                  <c:v>94.98</c:v>
                </c:pt>
                <c:pt idx="85029">
                  <c:v>347.86</c:v>
                </c:pt>
                <c:pt idx="85030">
                  <c:v>51.48</c:v>
                </c:pt>
                <c:pt idx="85031">
                  <c:v>94.97</c:v>
                </c:pt>
                <c:pt idx="85032">
                  <c:v>26.49</c:v>
                </c:pt>
                <c:pt idx="85033">
                  <c:v>55.96</c:v>
                </c:pt>
                <c:pt idx="85034">
                  <c:v>116.95</c:v>
                </c:pt>
                <c:pt idx="85035">
                  <c:v>65.989999999999995</c:v>
                </c:pt>
                <c:pt idx="85036">
                  <c:v>79.98</c:v>
                </c:pt>
                <c:pt idx="85037">
                  <c:v>65.989999999999995</c:v>
                </c:pt>
                <c:pt idx="85038">
                  <c:v>65.989999999999995</c:v>
                </c:pt>
                <c:pt idx="85039">
                  <c:v>49.99</c:v>
                </c:pt>
                <c:pt idx="85040">
                  <c:v>65.989999999999995</c:v>
                </c:pt>
                <c:pt idx="85041">
                  <c:v>85.47</c:v>
                </c:pt>
                <c:pt idx="85042">
                  <c:v>43.67</c:v>
                </c:pt>
                <c:pt idx="85043">
                  <c:v>61.46</c:v>
                </c:pt>
                <c:pt idx="85044">
                  <c:v>51.29</c:v>
                </c:pt>
                <c:pt idx="85045">
                  <c:v>51.29</c:v>
                </c:pt>
                <c:pt idx="85046">
                  <c:v>51.29</c:v>
                </c:pt>
                <c:pt idx="85047">
                  <c:v>51.23</c:v>
                </c:pt>
                <c:pt idx="85048">
                  <c:v>51.94</c:v>
                </c:pt>
                <c:pt idx="85049">
                  <c:v>149.97</c:v>
                </c:pt>
                <c:pt idx="85050">
                  <c:v>50.84</c:v>
                </c:pt>
                <c:pt idx="85051">
                  <c:v>56.47</c:v>
                </c:pt>
                <c:pt idx="85052">
                  <c:v>107.91</c:v>
                </c:pt>
                <c:pt idx="85053">
                  <c:v>59.95</c:v>
                </c:pt>
                <c:pt idx="85054">
                  <c:v>59.95</c:v>
                </c:pt>
                <c:pt idx="85055">
                  <c:v>170.96</c:v>
                </c:pt>
                <c:pt idx="85056">
                  <c:v>135.97999999999999</c:v>
                </c:pt>
                <c:pt idx="85057">
                  <c:v>159.97999999999999</c:v>
                </c:pt>
                <c:pt idx="85058">
                  <c:v>164.97</c:v>
                </c:pt>
                <c:pt idx="85059">
                  <c:v>244.92</c:v>
                </c:pt>
                <c:pt idx="85060">
                  <c:v>119.82</c:v>
                </c:pt>
                <c:pt idx="85061">
                  <c:v>239.77</c:v>
                </c:pt>
                <c:pt idx="85062">
                  <c:v>169.98</c:v>
                </c:pt>
                <c:pt idx="85063">
                  <c:v>124.18</c:v>
                </c:pt>
                <c:pt idx="85064">
                  <c:v>76.489999999999995</c:v>
                </c:pt>
                <c:pt idx="85065">
                  <c:v>260.76</c:v>
                </c:pt>
                <c:pt idx="85066">
                  <c:v>63.72</c:v>
                </c:pt>
                <c:pt idx="85067">
                  <c:v>54.98</c:v>
                </c:pt>
                <c:pt idx="85068">
                  <c:v>75.98</c:v>
                </c:pt>
                <c:pt idx="85069">
                  <c:v>61.98</c:v>
                </c:pt>
                <c:pt idx="85070">
                  <c:v>52.98</c:v>
                </c:pt>
                <c:pt idx="85071">
                  <c:v>54.73</c:v>
                </c:pt>
                <c:pt idx="85072">
                  <c:v>26.63</c:v>
                </c:pt>
                <c:pt idx="85073">
                  <c:v>60.41</c:v>
                </c:pt>
                <c:pt idx="85074">
                  <c:v>88.98</c:v>
                </c:pt>
                <c:pt idx="85075">
                  <c:v>108.97</c:v>
                </c:pt>
                <c:pt idx="85076">
                  <c:v>118.97</c:v>
                </c:pt>
                <c:pt idx="85077">
                  <c:v>65.19</c:v>
                </c:pt>
                <c:pt idx="85078">
                  <c:v>101.75</c:v>
                </c:pt>
                <c:pt idx="85079">
                  <c:v>54.98</c:v>
                </c:pt>
                <c:pt idx="85080">
                  <c:v>103.04</c:v>
                </c:pt>
                <c:pt idx="85081">
                  <c:v>108.97</c:v>
                </c:pt>
                <c:pt idx="85082">
                  <c:v>137.97999999999999</c:v>
                </c:pt>
                <c:pt idx="85083">
                  <c:v>75.97</c:v>
                </c:pt>
                <c:pt idx="85084">
                  <c:v>65.959999999999994</c:v>
                </c:pt>
                <c:pt idx="85085">
                  <c:v>71.97</c:v>
                </c:pt>
                <c:pt idx="85086">
                  <c:v>19.29</c:v>
                </c:pt>
                <c:pt idx="85087">
                  <c:v>59.98</c:v>
                </c:pt>
                <c:pt idx="85088">
                  <c:v>61.97</c:v>
                </c:pt>
                <c:pt idx="85089">
                  <c:v>58.98</c:v>
                </c:pt>
                <c:pt idx="85090">
                  <c:v>50.97</c:v>
                </c:pt>
                <c:pt idx="85091">
                  <c:v>61.49</c:v>
                </c:pt>
                <c:pt idx="85092">
                  <c:v>51.98</c:v>
                </c:pt>
                <c:pt idx="85093">
                  <c:v>53.98</c:v>
                </c:pt>
                <c:pt idx="85094">
                  <c:v>59.98</c:v>
                </c:pt>
                <c:pt idx="85095">
                  <c:v>59.98</c:v>
                </c:pt>
                <c:pt idx="85096">
                  <c:v>59.98</c:v>
                </c:pt>
                <c:pt idx="85097">
                  <c:v>89.97</c:v>
                </c:pt>
                <c:pt idx="85098">
                  <c:v>59.98</c:v>
                </c:pt>
                <c:pt idx="85099">
                  <c:v>59.98</c:v>
                </c:pt>
                <c:pt idx="85100">
                  <c:v>84.99</c:v>
                </c:pt>
                <c:pt idx="85101">
                  <c:v>84.99</c:v>
                </c:pt>
                <c:pt idx="85102">
                  <c:v>92.98</c:v>
                </c:pt>
                <c:pt idx="85103">
                  <c:v>152.94999999999999</c:v>
                </c:pt>
                <c:pt idx="85104">
                  <c:v>114.97</c:v>
                </c:pt>
                <c:pt idx="85105">
                  <c:v>109.97</c:v>
                </c:pt>
                <c:pt idx="85106">
                  <c:v>194.97</c:v>
                </c:pt>
                <c:pt idx="85107">
                  <c:v>108.97</c:v>
                </c:pt>
                <c:pt idx="85108">
                  <c:v>109.96</c:v>
                </c:pt>
                <c:pt idx="85109">
                  <c:v>99.98</c:v>
                </c:pt>
                <c:pt idx="85110">
                  <c:v>114.97</c:v>
                </c:pt>
                <c:pt idx="85111">
                  <c:v>53.4</c:v>
                </c:pt>
                <c:pt idx="85112">
                  <c:v>193.76</c:v>
                </c:pt>
                <c:pt idx="85113">
                  <c:v>199.8</c:v>
                </c:pt>
                <c:pt idx="85114">
                  <c:v>83.97</c:v>
                </c:pt>
                <c:pt idx="85115">
                  <c:v>84.99</c:v>
                </c:pt>
                <c:pt idx="85116">
                  <c:v>97.98</c:v>
                </c:pt>
                <c:pt idx="85117">
                  <c:v>205.96</c:v>
                </c:pt>
                <c:pt idx="85118">
                  <c:v>84.99</c:v>
                </c:pt>
                <c:pt idx="85119">
                  <c:v>69.98</c:v>
                </c:pt>
                <c:pt idx="85120">
                  <c:v>84.99</c:v>
                </c:pt>
                <c:pt idx="85121">
                  <c:v>70.98</c:v>
                </c:pt>
                <c:pt idx="85122">
                  <c:v>56.98</c:v>
                </c:pt>
                <c:pt idx="85123">
                  <c:v>110.87</c:v>
                </c:pt>
                <c:pt idx="85124">
                  <c:v>84.99</c:v>
                </c:pt>
                <c:pt idx="85125">
                  <c:v>134.97999999999999</c:v>
                </c:pt>
                <c:pt idx="85126">
                  <c:v>84.99</c:v>
                </c:pt>
                <c:pt idx="85127">
                  <c:v>79.98</c:v>
                </c:pt>
                <c:pt idx="85128">
                  <c:v>126.98</c:v>
                </c:pt>
                <c:pt idx="85129">
                  <c:v>65.66</c:v>
                </c:pt>
                <c:pt idx="85130">
                  <c:v>137.96</c:v>
                </c:pt>
                <c:pt idx="85131">
                  <c:v>167.96</c:v>
                </c:pt>
                <c:pt idx="85132">
                  <c:v>149.94</c:v>
                </c:pt>
                <c:pt idx="85133">
                  <c:v>174.93</c:v>
                </c:pt>
                <c:pt idx="85134">
                  <c:v>84.99</c:v>
                </c:pt>
                <c:pt idx="85135">
                  <c:v>75.98</c:v>
                </c:pt>
                <c:pt idx="85136">
                  <c:v>65.98</c:v>
                </c:pt>
                <c:pt idx="85137">
                  <c:v>70.989999999999995</c:v>
                </c:pt>
                <c:pt idx="85138">
                  <c:v>84.99</c:v>
                </c:pt>
                <c:pt idx="85139">
                  <c:v>84.99</c:v>
                </c:pt>
                <c:pt idx="85140">
                  <c:v>84.99</c:v>
                </c:pt>
                <c:pt idx="85141">
                  <c:v>37.47</c:v>
                </c:pt>
                <c:pt idx="85142">
                  <c:v>58.06</c:v>
                </c:pt>
                <c:pt idx="85143">
                  <c:v>61.69</c:v>
                </c:pt>
                <c:pt idx="85144">
                  <c:v>88.29</c:v>
                </c:pt>
                <c:pt idx="85145">
                  <c:v>91.94</c:v>
                </c:pt>
                <c:pt idx="85146">
                  <c:v>54.99</c:v>
                </c:pt>
                <c:pt idx="85147">
                  <c:v>37.47</c:v>
                </c:pt>
                <c:pt idx="85148">
                  <c:v>114.9</c:v>
                </c:pt>
                <c:pt idx="85149">
                  <c:v>50.98</c:v>
                </c:pt>
                <c:pt idx="85150">
                  <c:v>263.95999999999998</c:v>
                </c:pt>
                <c:pt idx="85151">
                  <c:v>131.97999999999999</c:v>
                </c:pt>
                <c:pt idx="85152">
                  <c:v>131.97999999999999</c:v>
                </c:pt>
                <c:pt idx="85153">
                  <c:v>115.98</c:v>
                </c:pt>
                <c:pt idx="85154">
                  <c:v>131.97999999999999</c:v>
                </c:pt>
                <c:pt idx="85155">
                  <c:v>115.98</c:v>
                </c:pt>
                <c:pt idx="85156">
                  <c:v>131.97999999999999</c:v>
                </c:pt>
                <c:pt idx="85157">
                  <c:v>172.46</c:v>
                </c:pt>
                <c:pt idx="85158">
                  <c:v>244.93</c:v>
                </c:pt>
                <c:pt idx="85159">
                  <c:v>104.97</c:v>
                </c:pt>
                <c:pt idx="85160">
                  <c:v>104.97</c:v>
                </c:pt>
                <c:pt idx="85161">
                  <c:v>104.97</c:v>
                </c:pt>
                <c:pt idx="85162">
                  <c:v>69.98</c:v>
                </c:pt>
                <c:pt idx="85163">
                  <c:v>19.989999999999998</c:v>
                </c:pt>
                <c:pt idx="85164">
                  <c:v>19.989999999999998</c:v>
                </c:pt>
                <c:pt idx="85165">
                  <c:v>104.94</c:v>
                </c:pt>
                <c:pt idx="85166">
                  <c:v>54.95</c:v>
                </c:pt>
                <c:pt idx="85167">
                  <c:v>54.95</c:v>
                </c:pt>
                <c:pt idx="85168">
                  <c:v>53.96</c:v>
                </c:pt>
                <c:pt idx="85169">
                  <c:v>53.96</c:v>
                </c:pt>
                <c:pt idx="85170">
                  <c:v>65.19</c:v>
                </c:pt>
                <c:pt idx="85171">
                  <c:v>65.19</c:v>
                </c:pt>
                <c:pt idx="85172">
                  <c:v>119.97</c:v>
                </c:pt>
                <c:pt idx="85173">
                  <c:v>71.959999999999994</c:v>
                </c:pt>
                <c:pt idx="85174">
                  <c:v>42.74</c:v>
                </c:pt>
                <c:pt idx="85175">
                  <c:v>67.489999999999995</c:v>
                </c:pt>
                <c:pt idx="85176">
                  <c:v>54.95</c:v>
                </c:pt>
                <c:pt idx="85177">
                  <c:v>54.95</c:v>
                </c:pt>
                <c:pt idx="85178">
                  <c:v>54.4</c:v>
                </c:pt>
                <c:pt idx="85179">
                  <c:v>71.959999999999994</c:v>
                </c:pt>
                <c:pt idx="85180">
                  <c:v>54.4</c:v>
                </c:pt>
                <c:pt idx="85181">
                  <c:v>42.74</c:v>
                </c:pt>
                <c:pt idx="85182">
                  <c:v>54.95</c:v>
                </c:pt>
                <c:pt idx="85183">
                  <c:v>54.4</c:v>
                </c:pt>
                <c:pt idx="85184">
                  <c:v>54.4</c:v>
                </c:pt>
                <c:pt idx="85185">
                  <c:v>64.989999999999995</c:v>
                </c:pt>
                <c:pt idx="85186">
                  <c:v>119.97</c:v>
                </c:pt>
                <c:pt idx="85187">
                  <c:v>54.95</c:v>
                </c:pt>
                <c:pt idx="85188">
                  <c:v>64.989999999999995</c:v>
                </c:pt>
                <c:pt idx="85189">
                  <c:v>67.489999999999995</c:v>
                </c:pt>
                <c:pt idx="85190">
                  <c:v>59.96</c:v>
                </c:pt>
                <c:pt idx="85191">
                  <c:v>59.96</c:v>
                </c:pt>
                <c:pt idx="85192">
                  <c:v>79.849999999999994</c:v>
                </c:pt>
                <c:pt idx="85193">
                  <c:v>79.849999999999994</c:v>
                </c:pt>
                <c:pt idx="85194">
                  <c:v>65.989999999999995</c:v>
                </c:pt>
                <c:pt idx="85195">
                  <c:v>104.04</c:v>
                </c:pt>
                <c:pt idx="85196">
                  <c:v>114.93</c:v>
                </c:pt>
                <c:pt idx="85197">
                  <c:v>85.46</c:v>
                </c:pt>
                <c:pt idx="85198">
                  <c:v>50.38</c:v>
                </c:pt>
                <c:pt idx="85199">
                  <c:v>59.98</c:v>
                </c:pt>
                <c:pt idx="85200">
                  <c:v>79.97</c:v>
                </c:pt>
                <c:pt idx="85201">
                  <c:v>57.52</c:v>
                </c:pt>
                <c:pt idx="85202">
                  <c:v>64.98</c:v>
                </c:pt>
                <c:pt idx="85203">
                  <c:v>61.98</c:v>
                </c:pt>
                <c:pt idx="85204">
                  <c:v>61.98</c:v>
                </c:pt>
                <c:pt idx="85205">
                  <c:v>99.96</c:v>
                </c:pt>
                <c:pt idx="85206">
                  <c:v>80.98</c:v>
                </c:pt>
                <c:pt idx="85207">
                  <c:v>80.98</c:v>
                </c:pt>
                <c:pt idx="85208">
                  <c:v>150.97</c:v>
                </c:pt>
                <c:pt idx="85209">
                  <c:v>65.989999999999995</c:v>
                </c:pt>
                <c:pt idx="85210">
                  <c:v>89.98</c:v>
                </c:pt>
                <c:pt idx="85211">
                  <c:v>58.98</c:v>
                </c:pt>
                <c:pt idx="85212">
                  <c:v>84.99</c:v>
                </c:pt>
                <c:pt idx="85213">
                  <c:v>58.98</c:v>
                </c:pt>
                <c:pt idx="85214">
                  <c:v>84.97</c:v>
                </c:pt>
                <c:pt idx="85215">
                  <c:v>58.98</c:v>
                </c:pt>
                <c:pt idx="85216">
                  <c:v>99.98</c:v>
                </c:pt>
                <c:pt idx="85217">
                  <c:v>67.97</c:v>
                </c:pt>
                <c:pt idx="85218">
                  <c:v>110.47</c:v>
                </c:pt>
                <c:pt idx="85219">
                  <c:v>100.96</c:v>
                </c:pt>
                <c:pt idx="85220">
                  <c:v>91.98</c:v>
                </c:pt>
                <c:pt idx="85221">
                  <c:v>81.97</c:v>
                </c:pt>
                <c:pt idx="85222">
                  <c:v>69.959999999999994</c:v>
                </c:pt>
                <c:pt idx="85223">
                  <c:v>95.98</c:v>
                </c:pt>
                <c:pt idx="85224">
                  <c:v>90.98</c:v>
                </c:pt>
                <c:pt idx="85225">
                  <c:v>84.99</c:v>
                </c:pt>
                <c:pt idx="85226">
                  <c:v>84.99</c:v>
                </c:pt>
                <c:pt idx="85227">
                  <c:v>339.96</c:v>
                </c:pt>
                <c:pt idx="85228">
                  <c:v>169.98</c:v>
                </c:pt>
                <c:pt idx="85229">
                  <c:v>131.97999999999999</c:v>
                </c:pt>
                <c:pt idx="85230">
                  <c:v>99.98</c:v>
                </c:pt>
                <c:pt idx="85231">
                  <c:v>131.97999999999999</c:v>
                </c:pt>
                <c:pt idx="85232">
                  <c:v>211.96</c:v>
                </c:pt>
                <c:pt idx="85233">
                  <c:v>79.98</c:v>
                </c:pt>
                <c:pt idx="85234">
                  <c:v>52.24</c:v>
                </c:pt>
                <c:pt idx="85235">
                  <c:v>75.98</c:v>
                </c:pt>
                <c:pt idx="85236">
                  <c:v>56.09</c:v>
                </c:pt>
                <c:pt idx="85237">
                  <c:v>75.98</c:v>
                </c:pt>
                <c:pt idx="85238">
                  <c:v>62.99</c:v>
                </c:pt>
                <c:pt idx="85239">
                  <c:v>84.99</c:v>
                </c:pt>
                <c:pt idx="85240">
                  <c:v>84.99</c:v>
                </c:pt>
                <c:pt idx="85241">
                  <c:v>84.99</c:v>
                </c:pt>
                <c:pt idx="85242">
                  <c:v>68.989999999999995</c:v>
                </c:pt>
                <c:pt idx="85243">
                  <c:v>93.58</c:v>
                </c:pt>
                <c:pt idx="85244">
                  <c:v>144.47999999999999</c:v>
                </c:pt>
                <c:pt idx="85245">
                  <c:v>19.489999999999998</c:v>
                </c:pt>
                <c:pt idx="85246">
                  <c:v>54.97</c:v>
                </c:pt>
                <c:pt idx="85247">
                  <c:v>72.33</c:v>
                </c:pt>
                <c:pt idx="85248">
                  <c:v>54.97</c:v>
                </c:pt>
                <c:pt idx="85249">
                  <c:v>101.94</c:v>
                </c:pt>
                <c:pt idx="85250">
                  <c:v>104.13</c:v>
                </c:pt>
                <c:pt idx="85251">
                  <c:v>84.99</c:v>
                </c:pt>
                <c:pt idx="85252">
                  <c:v>84.99</c:v>
                </c:pt>
                <c:pt idx="85253">
                  <c:v>65.989999999999995</c:v>
                </c:pt>
                <c:pt idx="85254">
                  <c:v>84.99</c:v>
                </c:pt>
                <c:pt idx="85255">
                  <c:v>65.989999999999995</c:v>
                </c:pt>
                <c:pt idx="85256">
                  <c:v>82.16</c:v>
                </c:pt>
                <c:pt idx="85257">
                  <c:v>65.989999999999995</c:v>
                </c:pt>
                <c:pt idx="85258">
                  <c:v>59.98</c:v>
                </c:pt>
                <c:pt idx="85259">
                  <c:v>59.98</c:v>
                </c:pt>
                <c:pt idx="85260">
                  <c:v>57.91</c:v>
                </c:pt>
                <c:pt idx="85261">
                  <c:v>86.97</c:v>
                </c:pt>
                <c:pt idx="85262">
                  <c:v>59.98</c:v>
                </c:pt>
                <c:pt idx="85263">
                  <c:v>59.98</c:v>
                </c:pt>
                <c:pt idx="85264">
                  <c:v>59.98</c:v>
                </c:pt>
                <c:pt idx="85265">
                  <c:v>54.98</c:v>
                </c:pt>
                <c:pt idx="85266">
                  <c:v>59.98</c:v>
                </c:pt>
                <c:pt idx="85267">
                  <c:v>37.47</c:v>
                </c:pt>
                <c:pt idx="85268">
                  <c:v>65.19</c:v>
                </c:pt>
                <c:pt idx="85269">
                  <c:v>124.18</c:v>
                </c:pt>
                <c:pt idx="85270">
                  <c:v>103.96</c:v>
                </c:pt>
                <c:pt idx="85271">
                  <c:v>103.96</c:v>
                </c:pt>
                <c:pt idx="85272">
                  <c:v>121.96</c:v>
                </c:pt>
                <c:pt idx="85273">
                  <c:v>103.96</c:v>
                </c:pt>
                <c:pt idx="85274">
                  <c:v>103.96</c:v>
                </c:pt>
                <c:pt idx="85275">
                  <c:v>58.5</c:v>
                </c:pt>
                <c:pt idx="85276">
                  <c:v>128.04</c:v>
                </c:pt>
                <c:pt idx="85277">
                  <c:v>-63.4</c:v>
                </c:pt>
                <c:pt idx="85278">
                  <c:v>59.99</c:v>
                </c:pt>
                <c:pt idx="85279">
                  <c:v>56.97</c:v>
                </c:pt>
                <c:pt idx="85280">
                  <c:v>128.24</c:v>
                </c:pt>
                <c:pt idx="85281">
                  <c:v>58.57</c:v>
                </c:pt>
                <c:pt idx="85282">
                  <c:v>59.97</c:v>
                </c:pt>
                <c:pt idx="85283">
                  <c:v>38.82</c:v>
                </c:pt>
                <c:pt idx="85284">
                  <c:v>50.97</c:v>
                </c:pt>
                <c:pt idx="85285">
                  <c:v>59.97</c:v>
                </c:pt>
                <c:pt idx="85286">
                  <c:v>37.28</c:v>
                </c:pt>
                <c:pt idx="85287">
                  <c:v>59.97</c:v>
                </c:pt>
                <c:pt idx="85288">
                  <c:v>59.97</c:v>
                </c:pt>
                <c:pt idx="85289">
                  <c:v>70.98</c:v>
                </c:pt>
                <c:pt idx="85290">
                  <c:v>50.98</c:v>
                </c:pt>
                <c:pt idx="85291">
                  <c:v>126.97</c:v>
                </c:pt>
                <c:pt idx="85292">
                  <c:v>91.87</c:v>
                </c:pt>
                <c:pt idx="85293">
                  <c:v>104.85</c:v>
                </c:pt>
                <c:pt idx="85294">
                  <c:v>53.98</c:v>
                </c:pt>
                <c:pt idx="85295">
                  <c:v>49.59</c:v>
                </c:pt>
                <c:pt idx="85296">
                  <c:v>65.989999999999995</c:v>
                </c:pt>
                <c:pt idx="85297">
                  <c:v>65.989999999999995</c:v>
                </c:pt>
                <c:pt idx="85298">
                  <c:v>209.27</c:v>
                </c:pt>
                <c:pt idx="85299">
                  <c:v>97</c:v>
                </c:pt>
                <c:pt idx="85300">
                  <c:v>209.27</c:v>
                </c:pt>
                <c:pt idx="85301">
                  <c:v>65.989999999999995</c:v>
                </c:pt>
                <c:pt idx="85302">
                  <c:v>65.989999999999995</c:v>
                </c:pt>
                <c:pt idx="85303">
                  <c:v>97</c:v>
                </c:pt>
                <c:pt idx="85304">
                  <c:v>73.98</c:v>
                </c:pt>
                <c:pt idx="85305">
                  <c:v>65.94</c:v>
                </c:pt>
                <c:pt idx="85306">
                  <c:v>123.96</c:v>
                </c:pt>
                <c:pt idx="85307">
                  <c:v>134.97</c:v>
                </c:pt>
                <c:pt idx="85308">
                  <c:v>114.95</c:v>
                </c:pt>
                <c:pt idx="85309">
                  <c:v>97.95</c:v>
                </c:pt>
                <c:pt idx="85310">
                  <c:v>63.94</c:v>
                </c:pt>
                <c:pt idx="85311">
                  <c:v>60.97</c:v>
                </c:pt>
                <c:pt idx="85312">
                  <c:v>65.98</c:v>
                </c:pt>
                <c:pt idx="85313">
                  <c:v>15.29</c:v>
                </c:pt>
                <c:pt idx="85314">
                  <c:v>55.98</c:v>
                </c:pt>
                <c:pt idx="85315">
                  <c:v>55.98</c:v>
                </c:pt>
                <c:pt idx="85316">
                  <c:v>72.97</c:v>
                </c:pt>
                <c:pt idx="85317">
                  <c:v>63.97</c:v>
                </c:pt>
                <c:pt idx="85318">
                  <c:v>69.97</c:v>
                </c:pt>
                <c:pt idx="85319">
                  <c:v>55.98</c:v>
                </c:pt>
                <c:pt idx="85320">
                  <c:v>101.97</c:v>
                </c:pt>
                <c:pt idx="85321">
                  <c:v>82.98</c:v>
                </c:pt>
                <c:pt idx="85322">
                  <c:v>84.98</c:v>
                </c:pt>
                <c:pt idx="85323">
                  <c:v>58.98</c:v>
                </c:pt>
                <c:pt idx="85324">
                  <c:v>99.98</c:v>
                </c:pt>
                <c:pt idx="85325">
                  <c:v>100.98</c:v>
                </c:pt>
                <c:pt idx="85326">
                  <c:v>84.99</c:v>
                </c:pt>
                <c:pt idx="85327">
                  <c:v>84.99</c:v>
                </c:pt>
                <c:pt idx="85328">
                  <c:v>84.99</c:v>
                </c:pt>
                <c:pt idx="85329">
                  <c:v>104.98</c:v>
                </c:pt>
                <c:pt idx="85330">
                  <c:v>80.98</c:v>
                </c:pt>
                <c:pt idx="85331">
                  <c:v>152.96</c:v>
                </c:pt>
                <c:pt idx="85332">
                  <c:v>131.97999999999999</c:v>
                </c:pt>
                <c:pt idx="85333">
                  <c:v>145.96</c:v>
                </c:pt>
                <c:pt idx="85334">
                  <c:v>105.97</c:v>
                </c:pt>
                <c:pt idx="85335">
                  <c:v>89.98</c:v>
                </c:pt>
                <c:pt idx="85336">
                  <c:v>89.98</c:v>
                </c:pt>
                <c:pt idx="85337">
                  <c:v>89.98</c:v>
                </c:pt>
                <c:pt idx="85338">
                  <c:v>86.38</c:v>
                </c:pt>
                <c:pt idx="85339">
                  <c:v>89.98</c:v>
                </c:pt>
                <c:pt idx="85340">
                  <c:v>89.98</c:v>
                </c:pt>
                <c:pt idx="85341">
                  <c:v>89.98</c:v>
                </c:pt>
                <c:pt idx="85342">
                  <c:v>59.96</c:v>
                </c:pt>
                <c:pt idx="85343">
                  <c:v>89.96</c:v>
                </c:pt>
                <c:pt idx="85344">
                  <c:v>59.96</c:v>
                </c:pt>
                <c:pt idx="85345">
                  <c:v>59.96</c:v>
                </c:pt>
                <c:pt idx="85346">
                  <c:v>74.95</c:v>
                </c:pt>
                <c:pt idx="85347">
                  <c:v>84.99</c:v>
                </c:pt>
                <c:pt idx="85348">
                  <c:v>64.989999999999995</c:v>
                </c:pt>
                <c:pt idx="85349">
                  <c:v>103.47</c:v>
                </c:pt>
                <c:pt idx="85350">
                  <c:v>84.99</c:v>
                </c:pt>
                <c:pt idx="85351">
                  <c:v>84.99</c:v>
                </c:pt>
                <c:pt idx="85352">
                  <c:v>169.98</c:v>
                </c:pt>
                <c:pt idx="85353">
                  <c:v>79.97</c:v>
                </c:pt>
                <c:pt idx="85354">
                  <c:v>59.96</c:v>
                </c:pt>
                <c:pt idx="85355">
                  <c:v>58.42</c:v>
                </c:pt>
                <c:pt idx="85356">
                  <c:v>53.97</c:v>
                </c:pt>
                <c:pt idx="85357">
                  <c:v>99.96</c:v>
                </c:pt>
                <c:pt idx="85358">
                  <c:v>20.49</c:v>
                </c:pt>
                <c:pt idx="85359">
                  <c:v>29.48</c:v>
                </c:pt>
                <c:pt idx="85360">
                  <c:v>113.96</c:v>
                </c:pt>
                <c:pt idx="85361">
                  <c:v>13.49</c:v>
                </c:pt>
                <c:pt idx="85362">
                  <c:v>54.99</c:v>
                </c:pt>
                <c:pt idx="85363">
                  <c:v>151.15</c:v>
                </c:pt>
                <c:pt idx="85364">
                  <c:v>8.25</c:v>
                </c:pt>
                <c:pt idx="85365">
                  <c:v>36.479999999999997</c:v>
                </c:pt>
                <c:pt idx="85366">
                  <c:v>89.97</c:v>
                </c:pt>
                <c:pt idx="85367">
                  <c:v>119.96</c:v>
                </c:pt>
                <c:pt idx="85368">
                  <c:v>149.94999999999999</c:v>
                </c:pt>
                <c:pt idx="85369">
                  <c:v>59.98</c:v>
                </c:pt>
                <c:pt idx="85370">
                  <c:v>109.96</c:v>
                </c:pt>
                <c:pt idx="85371">
                  <c:v>59.95</c:v>
                </c:pt>
                <c:pt idx="85372">
                  <c:v>59.44</c:v>
                </c:pt>
                <c:pt idx="85373">
                  <c:v>59.95</c:v>
                </c:pt>
                <c:pt idx="85374">
                  <c:v>65.989999999999995</c:v>
                </c:pt>
                <c:pt idx="85375">
                  <c:v>62.95</c:v>
                </c:pt>
                <c:pt idx="85376">
                  <c:v>118.78</c:v>
                </c:pt>
                <c:pt idx="85377">
                  <c:v>42.24</c:v>
                </c:pt>
                <c:pt idx="85378">
                  <c:v>65.989999999999995</c:v>
                </c:pt>
                <c:pt idx="85379">
                  <c:v>51.99</c:v>
                </c:pt>
                <c:pt idx="85380">
                  <c:v>65.989999999999995</c:v>
                </c:pt>
                <c:pt idx="85381">
                  <c:v>170.83</c:v>
                </c:pt>
                <c:pt idx="85382">
                  <c:v>166.92</c:v>
                </c:pt>
                <c:pt idx="85383">
                  <c:v>166.92</c:v>
                </c:pt>
                <c:pt idx="85384">
                  <c:v>88.98</c:v>
                </c:pt>
                <c:pt idx="85385">
                  <c:v>84.99</c:v>
                </c:pt>
                <c:pt idx="85386">
                  <c:v>80.08</c:v>
                </c:pt>
                <c:pt idx="85387">
                  <c:v>189.97</c:v>
                </c:pt>
                <c:pt idx="85388">
                  <c:v>88.98</c:v>
                </c:pt>
                <c:pt idx="85389">
                  <c:v>91.98</c:v>
                </c:pt>
                <c:pt idx="85390">
                  <c:v>139.97</c:v>
                </c:pt>
                <c:pt idx="85391">
                  <c:v>99.98</c:v>
                </c:pt>
                <c:pt idx="85392">
                  <c:v>49.79</c:v>
                </c:pt>
                <c:pt idx="85393">
                  <c:v>70.989999999999995</c:v>
                </c:pt>
                <c:pt idx="85394">
                  <c:v>67.98</c:v>
                </c:pt>
                <c:pt idx="85395">
                  <c:v>74.98</c:v>
                </c:pt>
                <c:pt idx="85396">
                  <c:v>79.180000000000007</c:v>
                </c:pt>
                <c:pt idx="85397">
                  <c:v>143.97999999999999</c:v>
                </c:pt>
                <c:pt idx="85398">
                  <c:v>73.78</c:v>
                </c:pt>
                <c:pt idx="85399">
                  <c:v>169.98</c:v>
                </c:pt>
                <c:pt idx="85400">
                  <c:v>109.98</c:v>
                </c:pt>
                <c:pt idx="85401">
                  <c:v>114.97</c:v>
                </c:pt>
                <c:pt idx="85402">
                  <c:v>137.97</c:v>
                </c:pt>
                <c:pt idx="85403">
                  <c:v>55.98</c:v>
                </c:pt>
                <c:pt idx="85404">
                  <c:v>55.98</c:v>
                </c:pt>
                <c:pt idx="85405">
                  <c:v>61.98</c:v>
                </c:pt>
                <c:pt idx="85406">
                  <c:v>58.76</c:v>
                </c:pt>
                <c:pt idx="85407">
                  <c:v>55.64</c:v>
                </c:pt>
                <c:pt idx="85408">
                  <c:v>61.69</c:v>
                </c:pt>
                <c:pt idx="85409">
                  <c:v>62.91</c:v>
                </c:pt>
                <c:pt idx="85410">
                  <c:v>61.69</c:v>
                </c:pt>
                <c:pt idx="85411">
                  <c:v>68.58</c:v>
                </c:pt>
                <c:pt idx="85412">
                  <c:v>64.12</c:v>
                </c:pt>
                <c:pt idx="85413">
                  <c:v>61.69</c:v>
                </c:pt>
                <c:pt idx="85414">
                  <c:v>59.45</c:v>
                </c:pt>
                <c:pt idx="85415">
                  <c:v>54.98</c:v>
                </c:pt>
                <c:pt idx="85416">
                  <c:v>84.99</c:v>
                </c:pt>
                <c:pt idx="85417">
                  <c:v>84.99</c:v>
                </c:pt>
                <c:pt idx="85418">
                  <c:v>80.180000000000007</c:v>
                </c:pt>
                <c:pt idx="85419">
                  <c:v>84.99</c:v>
                </c:pt>
                <c:pt idx="85420">
                  <c:v>109.97</c:v>
                </c:pt>
                <c:pt idx="85421">
                  <c:v>96.98</c:v>
                </c:pt>
                <c:pt idx="85422">
                  <c:v>54.99</c:v>
                </c:pt>
                <c:pt idx="85423">
                  <c:v>53.28</c:v>
                </c:pt>
                <c:pt idx="85424">
                  <c:v>51.49</c:v>
                </c:pt>
                <c:pt idx="85425">
                  <c:v>22.24</c:v>
                </c:pt>
                <c:pt idx="85426">
                  <c:v>71.48</c:v>
                </c:pt>
                <c:pt idx="85427">
                  <c:v>84.99</c:v>
                </c:pt>
                <c:pt idx="85428">
                  <c:v>104.98</c:v>
                </c:pt>
                <c:pt idx="85429">
                  <c:v>84.99</c:v>
                </c:pt>
                <c:pt idx="85430">
                  <c:v>68.989999999999995</c:v>
                </c:pt>
                <c:pt idx="85431">
                  <c:v>118.25</c:v>
                </c:pt>
                <c:pt idx="85432">
                  <c:v>102.93</c:v>
                </c:pt>
                <c:pt idx="85433">
                  <c:v>104.98</c:v>
                </c:pt>
                <c:pt idx="85434">
                  <c:v>169.98</c:v>
                </c:pt>
                <c:pt idx="85435">
                  <c:v>152.97999999999999</c:v>
                </c:pt>
                <c:pt idx="85436">
                  <c:v>29.48</c:v>
                </c:pt>
                <c:pt idx="85437">
                  <c:v>29.27</c:v>
                </c:pt>
                <c:pt idx="85438">
                  <c:v>246.36</c:v>
                </c:pt>
                <c:pt idx="85439">
                  <c:v>356.78</c:v>
                </c:pt>
                <c:pt idx="85440">
                  <c:v>84.99</c:v>
                </c:pt>
                <c:pt idx="85441">
                  <c:v>108.97</c:v>
                </c:pt>
                <c:pt idx="85442">
                  <c:v>86.98</c:v>
                </c:pt>
                <c:pt idx="85443">
                  <c:v>84.99</c:v>
                </c:pt>
                <c:pt idx="85444">
                  <c:v>96.98</c:v>
                </c:pt>
                <c:pt idx="85445">
                  <c:v>84.99</c:v>
                </c:pt>
                <c:pt idx="85446">
                  <c:v>94.95</c:v>
                </c:pt>
                <c:pt idx="85447">
                  <c:v>59.94</c:v>
                </c:pt>
                <c:pt idx="85448">
                  <c:v>59.94</c:v>
                </c:pt>
                <c:pt idx="85449">
                  <c:v>94.95</c:v>
                </c:pt>
                <c:pt idx="85450">
                  <c:v>79.92</c:v>
                </c:pt>
                <c:pt idx="85451">
                  <c:v>79.92</c:v>
                </c:pt>
                <c:pt idx="85452">
                  <c:v>124.93</c:v>
                </c:pt>
                <c:pt idx="85453">
                  <c:v>124.93</c:v>
                </c:pt>
                <c:pt idx="85454">
                  <c:v>157.25</c:v>
                </c:pt>
                <c:pt idx="85455">
                  <c:v>102.83</c:v>
                </c:pt>
                <c:pt idx="85456">
                  <c:v>66.53</c:v>
                </c:pt>
                <c:pt idx="85457">
                  <c:v>78.98</c:v>
                </c:pt>
                <c:pt idx="85458">
                  <c:v>-30</c:v>
                </c:pt>
                <c:pt idx="85459">
                  <c:v>73.97</c:v>
                </c:pt>
                <c:pt idx="85460">
                  <c:v>80.98</c:v>
                </c:pt>
                <c:pt idx="85461">
                  <c:v>65.989999999999995</c:v>
                </c:pt>
                <c:pt idx="85462">
                  <c:v>54.98</c:v>
                </c:pt>
                <c:pt idx="85463">
                  <c:v>42.99</c:v>
                </c:pt>
                <c:pt idx="85464">
                  <c:v>59.98</c:v>
                </c:pt>
                <c:pt idx="85465">
                  <c:v>93.97</c:v>
                </c:pt>
                <c:pt idx="85466">
                  <c:v>61.09</c:v>
                </c:pt>
                <c:pt idx="85467">
                  <c:v>38.99</c:v>
                </c:pt>
                <c:pt idx="85468">
                  <c:v>179.97</c:v>
                </c:pt>
                <c:pt idx="85469">
                  <c:v>54.25</c:v>
                </c:pt>
                <c:pt idx="85470">
                  <c:v>76.489999999999995</c:v>
                </c:pt>
                <c:pt idx="85471">
                  <c:v>72.58</c:v>
                </c:pt>
                <c:pt idx="85472">
                  <c:v>89.98</c:v>
                </c:pt>
                <c:pt idx="85473">
                  <c:v>83.9</c:v>
                </c:pt>
                <c:pt idx="85474">
                  <c:v>53.98</c:v>
                </c:pt>
                <c:pt idx="85475">
                  <c:v>72.53</c:v>
                </c:pt>
                <c:pt idx="85476">
                  <c:v>-1.2</c:v>
                </c:pt>
                <c:pt idx="85477">
                  <c:v>72.53</c:v>
                </c:pt>
                <c:pt idx="85478">
                  <c:v>82.23</c:v>
                </c:pt>
                <c:pt idx="85479">
                  <c:v>64.09</c:v>
                </c:pt>
                <c:pt idx="85480">
                  <c:v>74.97</c:v>
                </c:pt>
                <c:pt idx="85481">
                  <c:v>74.97</c:v>
                </c:pt>
                <c:pt idx="85482">
                  <c:v>96.75</c:v>
                </c:pt>
                <c:pt idx="85483">
                  <c:v>99.98</c:v>
                </c:pt>
                <c:pt idx="85484">
                  <c:v>99.98</c:v>
                </c:pt>
                <c:pt idx="85485">
                  <c:v>82.64</c:v>
                </c:pt>
                <c:pt idx="85486">
                  <c:v>144.47999999999999</c:v>
                </c:pt>
                <c:pt idx="85487">
                  <c:v>103.48</c:v>
                </c:pt>
                <c:pt idx="85488">
                  <c:v>119.98</c:v>
                </c:pt>
                <c:pt idx="85489">
                  <c:v>266.14</c:v>
                </c:pt>
                <c:pt idx="85490">
                  <c:v>90.35</c:v>
                </c:pt>
                <c:pt idx="85491">
                  <c:v>151.21</c:v>
                </c:pt>
                <c:pt idx="85492">
                  <c:v>150.9</c:v>
                </c:pt>
                <c:pt idx="85493">
                  <c:v>79.849999999999994</c:v>
                </c:pt>
                <c:pt idx="85494">
                  <c:v>137.97</c:v>
                </c:pt>
                <c:pt idx="85495">
                  <c:v>169.98</c:v>
                </c:pt>
                <c:pt idx="85496">
                  <c:v>38.78</c:v>
                </c:pt>
                <c:pt idx="85497">
                  <c:v>103.97</c:v>
                </c:pt>
                <c:pt idx="85498">
                  <c:v>169.98</c:v>
                </c:pt>
                <c:pt idx="85499">
                  <c:v>99.95</c:v>
                </c:pt>
                <c:pt idx="85500">
                  <c:v>82.96</c:v>
                </c:pt>
                <c:pt idx="85501">
                  <c:v>72.319999999999993</c:v>
                </c:pt>
                <c:pt idx="85502">
                  <c:v>63.96</c:v>
                </c:pt>
                <c:pt idx="85503">
                  <c:v>78.209999999999994</c:v>
                </c:pt>
                <c:pt idx="85504">
                  <c:v>61.98</c:v>
                </c:pt>
                <c:pt idx="85505">
                  <c:v>61.98</c:v>
                </c:pt>
                <c:pt idx="85506">
                  <c:v>67.98</c:v>
                </c:pt>
                <c:pt idx="85507">
                  <c:v>59.98</c:v>
                </c:pt>
                <c:pt idx="85508">
                  <c:v>61.98</c:v>
                </c:pt>
                <c:pt idx="85509">
                  <c:v>55.98</c:v>
                </c:pt>
                <c:pt idx="85510">
                  <c:v>60.98</c:v>
                </c:pt>
                <c:pt idx="85511">
                  <c:v>51.94</c:v>
                </c:pt>
                <c:pt idx="85512">
                  <c:v>58.98</c:v>
                </c:pt>
                <c:pt idx="85513">
                  <c:v>62.98</c:v>
                </c:pt>
                <c:pt idx="85514">
                  <c:v>62.98</c:v>
                </c:pt>
                <c:pt idx="85515">
                  <c:v>58.98</c:v>
                </c:pt>
                <c:pt idx="85516">
                  <c:v>58.98</c:v>
                </c:pt>
                <c:pt idx="85517">
                  <c:v>51.94</c:v>
                </c:pt>
                <c:pt idx="85518">
                  <c:v>58.98</c:v>
                </c:pt>
                <c:pt idx="85519">
                  <c:v>58.98</c:v>
                </c:pt>
                <c:pt idx="85520">
                  <c:v>58.98</c:v>
                </c:pt>
                <c:pt idx="85521">
                  <c:v>119.98</c:v>
                </c:pt>
                <c:pt idx="85522">
                  <c:v>54.74</c:v>
                </c:pt>
                <c:pt idx="85523">
                  <c:v>169.97</c:v>
                </c:pt>
                <c:pt idx="85524">
                  <c:v>56.97</c:v>
                </c:pt>
                <c:pt idx="85525">
                  <c:v>99.98</c:v>
                </c:pt>
                <c:pt idx="85526">
                  <c:v>159.97999999999999</c:v>
                </c:pt>
                <c:pt idx="85527">
                  <c:v>40.53</c:v>
                </c:pt>
                <c:pt idx="85528">
                  <c:v>69.98</c:v>
                </c:pt>
                <c:pt idx="85529">
                  <c:v>50.38</c:v>
                </c:pt>
                <c:pt idx="85530">
                  <c:v>41.49</c:v>
                </c:pt>
                <c:pt idx="85531">
                  <c:v>65.989999999999995</c:v>
                </c:pt>
                <c:pt idx="85532">
                  <c:v>19.489999999999998</c:v>
                </c:pt>
                <c:pt idx="85533">
                  <c:v>59.98</c:v>
                </c:pt>
                <c:pt idx="85534">
                  <c:v>53.98</c:v>
                </c:pt>
                <c:pt idx="85535">
                  <c:v>53.98</c:v>
                </c:pt>
                <c:pt idx="85536">
                  <c:v>64.97</c:v>
                </c:pt>
                <c:pt idx="85537">
                  <c:v>91.47</c:v>
                </c:pt>
                <c:pt idx="85538">
                  <c:v>104.97</c:v>
                </c:pt>
                <c:pt idx="85539">
                  <c:v>209.94</c:v>
                </c:pt>
                <c:pt idx="85540">
                  <c:v>84.99</c:v>
                </c:pt>
                <c:pt idx="85541">
                  <c:v>156.97</c:v>
                </c:pt>
                <c:pt idx="85542">
                  <c:v>84.99</c:v>
                </c:pt>
                <c:pt idx="85543">
                  <c:v>75.959999999999994</c:v>
                </c:pt>
                <c:pt idx="85544">
                  <c:v>119.94</c:v>
                </c:pt>
                <c:pt idx="85545">
                  <c:v>84.99</c:v>
                </c:pt>
                <c:pt idx="85546">
                  <c:v>80.97</c:v>
                </c:pt>
                <c:pt idx="85547">
                  <c:v>91.6</c:v>
                </c:pt>
                <c:pt idx="85548">
                  <c:v>93.97</c:v>
                </c:pt>
                <c:pt idx="85549">
                  <c:v>97.11</c:v>
                </c:pt>
                <c:pt idx="85550">
                  <c:v>89.97</c:v>
                </c:pt>
                <c:pt idx="85551">
                  <c:v>90.97</c:v>
                </c:pt>
                <c:pt idx="85552">
                  <c:v>62.98</c:v>
                </c:pt>
                <c:pt idx="85553">
                  <c:v>326.07</c:v>
                </c:pt>
                <c:pt idx="85554">
                  <c:v>-17.98</c:v>
                </c:pt>
                <c:pt idx="85555">
                  <c:v>55.23</c:v>
                </c:pt>
                <c:pt idx="85556">
                  <c:v>135.97</c:v>
                </c:pt>
                <c:pt idx="85557">
                  <c:v>64.98</c:v>
                </c:pt>
                <c:pt idx="85558">
                  <c:v>199.96</c:v>
                </c:pt>
                <c:pt idx="85559">
                  <c:v>161.96</c:v>
                </c:pt>
                <c:pt idx="85560">
                  <c:v>122.34</c:v>
                </c:pt>
                <c:pt idx="85561">
                  <c:v>155.88</c:v>
                </c:pt>
                <c:pt idx="85562">
                  <c:v>124.96</c:v>
                </c:pt>
                <c:pt idx="85563">
                  <c:v>122.97</c:v>
                </c:pt>
                <c:pt idx="85564">
                  <c:v>159.97999999999999</c:v>
                </c:pt>
                <c:pt idx="85565">
                  <c:v>59.98</c:v>
                </c:pt>
                <c:pt idx="85566">
                  <c:v>95.75</c:v>
                </c:pt>
                <c:pt idx="85567">
                  <c:v>51.26</c:v>
                </c:pt>
                <c:pt idx="85568">
                  <c:v>95.98</c:v>
                </c:pt>
                <c:pt idx="85569">
                  <c:v>121.98</c:v>
                </c:pt>
                <c:pt idx="85570">
                  <c:v>109.78</c:v>
                </c:pt>
                <c:pt idx="85571">
                  <c:v>80.98</c:v>
                </c:pt>
                <c:pt idx="85572">
                  <c:v>63.96</c:v>
                </c:pt>
                <c:pt idx="85573">
                  <c:v>161.94999999999999</c:v>
                </c:pt>
                <c:pt idx="85574">
                  <c:v>69.98</c:v>
                </c:pt>
                <c:pt idx="85575">
                  <c:v>220.94</c:v>
                </c:pt>
                <c:pt idx="85576">
                  <c:v>169.94</c:v>
                </c:pt>
                <c:pt idx="85577">
                  <c:v>53.97</c:v>
                </c:pt>
                <c:pt idx="85578">
                  <c:v>114.98</c:v>
                </c:pt>
                <c:pt idx="85579">
                  <c:v>86.07</c:v>
                </c:pt>
                <c:pt idx="85580">
                  <c:v>196.96</c:v>
                </c:pt>
                <c:pt idx="85581">
                  <c:v>99.97</c:v>
                </c:pt>
                <c:pt idx="85582">
                  <c:v>59.99</c:v>
                </c:pt>
                <c:pt idx="85583">
                  <c:v>65.989999999999995</c:v>
                </c:pt>
                <c:pt idx="85584">
                  <c:v>139.03</c:v>
                </c:pt>
                <c:pt idx="85585">
                  <c:v>103.99</c:v>
                </c:pt>
                <c:pt idx="85586">
                  <c:v>-65.27</c:v>
                </c:pt>
                <c:pt idx="85587">
                  <c:v>65.27</c:v>
                </c:pt>
                <c:pt idx="85588">
                  <c:v>65.27</c:v>
                </c:pt>
                <c:pt idx="85589">
                  <c:v>-24.48</c:v>
                </c:pt>
                <c:pt idx="85590">
                  <c:v>123.31</c:v>
                </c:pt>
                <c:pt idx="85591">
                  <c:v>-1.95</c:v>
                </c:pt>
                <c:pt idx="85592">
                  <c:v>41.94</c:v>
                </c:pt>
                <c:pt idx="85593">
                  <c:v>41.29</c:v>
                </c:pt>
                <c:pt idx="85594">
                  <c:v>30</c:v>
                </c:pt>
                <c:pt idx="85595">
                  <c:v>234.43</c:v>
                </c:pt>
                <c:pt idx="85596">
                  <c:v>58.29</c:v>
                </c:pt>
                <c:pt idx="85597">
                  <c:v>68.989999999999995</c:v>
                </c:pt>
                <c:pt idx="85598">
                  <c:v>148.97999999999999</c:v>
                </c:pt>
                <c:pt idx="85599">
                  <c:v>179.94</c:v>
                </c:pt>
                <c:pt idx="85600">
                  <c:v>155.96</c:v>
                </c:pt>
                <c:pt idx="85601">
                  <c:v>269.95999999999998</c:v>
                </c:pt>
                <c:pt idx="85602">
                  <c:v>68.989999999999995</c:v>
                </c:pt>
                <c:pt idx="85603">
                  <c:v>139.97</c:v>
                </c:pt>
                <c:pt idx="85604">
                  <c:v>84.98</c:v>
                </c:pt>
                <c:pt idx="85605">
                  <c:v>104.98</c:v>
                </c:pt>
                <c:pt idx="85606">
                  <c:v>63.56</c:v>
                </c:pt>
                <c:pt idx="85607">
                  <c:v>124.97</c:v>
                </c:pt>
                <c:pt idx="85608">
                  <c:v>20.29</c:v>
                </c:pt>
                <c:pt idx="85609">
                  <c:v>112.86</c:v>
                </c:pt>
                <c:pt idx="85610">
                  <c:v>79.98</c:v>
                </c:pt>
                <c:pt idx="85611">
                  <c:v>169.98</c:v>
                </c:pt>
                <c:pt idx="85612">
                  <c:v>67.98</c:v>
                </c:pt>
                <c:pt idx="85613">
                  <c:v>41.29</c:v>
                </c:pt>
                <c:pt idx="85614">
                  <c:v>84.99</c:v>
                </c:pt>
                <c:pt idx="85615">
                  <c:v>84.99</c:v>
                </c:pt>
                <c:pt idx="85616">
                  <c:v>84.99</c:v>
                </c:pt>
                <c:pt idx="85617">
                  <c:v>84.99</c:v>
                </c:pt>
                <c:pt idx="85618">
                  <c:v>65.989999999999995</c:v>
                </c:pt>
                <c:pt idx="85619">
                  <c:v>74.98</c:v>
                </c:pt>
                <c:pt idx="85620">
                  <c:v>67.98</c:v>
                </c:pt>
                <c:pt idx="85621">
                  <c:v>50.98</c:v>
                </c:pt>
                <c:pt idx="85622">
                  <c:v>26.29</c:v>
                </c:pt>
                <c:pt idx="85623">
                  <c:v>173.96</c:v>
                </c:pt>
                <c:pt idx="85624">
                  <c:v>52.97</c:v>
                </c:pt>
                <c:pt idx="85625">
                  <c:v>84.99</c:v>
                </c:pt>
                <c:pt idx="85626">
                  <c:v>65.989999999999995</c:v>
                </c:pt>
                <c:pt idx="85627">
                  <c:v>-84.99</c:v>
                </c:pt>
                <c:pt idx="85628">
                  <c:v>65.989999999999995</c:v>
                </c:pt>
                <c:pt idx="85629">
                  <c:v>65.989999999999995</c:v>
                </c:pt>
                <c:pt idx="85630">
                  <c:v>84.99</c:v>
                </c:pt>
                <c:pt idx="85631">
                  <c:v>76.489999999999995</c:v>
                </c:pt>
                <c:pt idx="85632">
                  <c:v>-84.99</c:v>
                </c:pt>
                <c:pt idx="85633">
                  <c:v>76.489999999999995</c:v>
                </c:pt>
                <c:pt idx="85634">
                  <c:v>99.98</c:v>
                </c:pt>
                <c:pt idx="85635">
                  <c:v>99.98</c:v>
                </c:pt>
                <c:pt idx="85636">
                  <c:v>84.99</c:v>
                </c:pt>
                <c:pt idx="85637">
                  <c:v>39.99</c:v>
                </c:pt>
                <c:pt idx="85638">
                  <c:v>65.989999999999995</c:v>
                </c:pt>
                <c:pt idx="85639">
                  <c:v>35.49</c:v>
                </c:pt>
                <c:pt idx="85640">
                  <c:v>65.989999999999995</c:v>
                </c:pt>
                <c:pt idx="85641">
                  <c:v>84.99</c:v>
                </c:pt>
                <c:pt idx="85642">
                  <c:v>84.99</c:v>
                </c:pt>
                <c:pt idx="85643">
                  <c:v>84.99</c:v>
                </c:pt>
                <c:pt idx="85644">
                  <c:v>39.99</c:v>
                </c:pt>
                <c:pt idx="85645">
                  <c:v>84.99</c:v>
                </c:pt>
                <c:pt idx="85646">
                  <c:v>135.93</c:v>
                </c:pt>
                <c:pt idx="85647">
                  <c:v>65.989999999999995</c:v>
                </c:pt>
                <c:pt idx="85648">
                  <c:v>35.49</c:v>
                </c:pt>
                <c:pt idx="85649">
                  <c:v>135.93</c:v>
                </c:pt>
                <c:pt idx="85650">
                  <c:v>84.99</c:v>
                </c:pt>
                <c:pt idx="85651">
                  <c:v>65.989999999999995</c:v>
                </c:pt>
                <c:pt idx="85652">
                  <c:v>37.68</c:v>
                </c:pt>
                <c:pt idx="85653">
                  <c:v>175.94</c:v>
                </c:pt>
                <c:pt idx="85654">
                  <c:v>20.49</c:v>
                </c:pt>
                <c:pt idx="85655">
                  <c:v>54.63</c:v>
                </c:pt>
                <c:pt idx="85656">
                  <c:v>53.98</c:v>
                </c:pt>
                <c:pt idx="85657">
                  <c:v>72.97</c:v>
                </c:pt>
                <c:pt idx="85658">
                  <c:v>53.98</c:v>
                </c:pt>
                <c:pt idx="85659">
                  <c:v>66.97</c:v>
                </c:pt>
                <c:pt idx="85660">
                  <c:v>31.29</c:v>
                </c:pt>
                <c:pt idx="85661">
                  <c:v>53.98</c:v>
                </c:pt>
                <c:pt idx="85662">
                  <c:v>53.98</c:v>
                </c:pt>
                <c:pt idx="85663">
                  <c:v>70.97</c:v>
                </c:pt>
                <c:pt idx="85664">
                  <c:v>53.98</c:v>
                </c:pt>
                <c:pt idx="85665">
                  <c:v>59.98</c:v>
                </c:pt>
                <c:pt idx="85666">
                  <c:v>25.29</c:v>
                </c:pt>
                <c:pt idx="85667">
                  <c:v>79.98</c:v>
                </c:pt>
                <c:pt idx="85668">
                  <c:v>89.98</c:v>
                </c:pt>
                <c:pt idx="85669">
                  <c:v>85.98</c:v>
                </c:pt>
                <c:pt idx="85670">
                  <c:v>56.98</c:v>
                </c:pt>
                <c:pt idx="85671">
                  <c:v>75.97</c:v>
                </c:pt>
                <c:pt idx="85672">
                  <c:v>56.09</c:v>
                </c:pt>
                <c:pt idx="85673">
                  <c:v>221.55</c:v>
                </c:pt>
                <c:pt idx="85674">
                  <c:v>179.96</c:v>
                </c:pt>
                <c:pt idx="85675">
                  <c:v>75.319999999999993</c:v>
                </c:pt>
                <c:pt idx="85676">
                  <c:v>76.62</c:v>
                </c:pt>
                <c:pt idx="85677">
                  <c:v>77.39</c:v>
                </c:pt>
                <c:pt idx="85678">
                  <c:v>76.62</c:v>
                </c:pt>
                <c:pt idx="85679">
                  <c:v>76.62</c:v>
                </c:pt>
                <c:pt idx="85680">
                  <c:v>77.39</c:v>
                </c:pt>
                <c:pt idx="85681">
                  <c:v>77.39</c:v>
                </c:pt>
                <c:pt idx="85682">
                  <c:v>214.34</c:v>
                </c:pt>
                <c:pt idx="85683">
                  <c:v>124.04</c:v>
                </c:pt>
                <c:pt idx="85684">
                  <c:v>276.02</c:v>
                </c:pt>
                <c:pt idx="85685">
                  <c:v>46.92</c:v>
                </c:pt>
                <c:pt idx="85686">
                  <c:v>136.96</c:v>
                </c:pt>
                <c:pt idx="85687">
                  <c:v>18.8</c:v>
                </c:pt>
                <c:pt idx="85688">
                  <c:v>31.04</c:v>
                </c:pt>
                <c:pt idx="85689">
                  <c:v>56.97</c:v>
                </c:pt>
                <c:pt idx="85690">
                  <c:v>20.29</c:v>
                </c:pt>
                <c:pt idx="85691">
                  <c:v>39.28</c:v>
                </c:pt>
                <c:pt idx="85692">
                  <c:v>95.54</c:v>
                </c:pt>
                <c:pt idx="85693">
                  <c:v>29.99</c:v>
                </c:pt>
                <c:pt idx="85694">
                  <c:v>166.91</c:v>
                </c:pt>
                <c:pt idx="85695">
                  <c:v>235.88</c:v>
                </c:pt>
                <c:pt idx="85696">
                  <c:v>139.09</c:v>
                </c:pt>
                <c:pt idx="85697">
                  <c:v>30.48</c:v>
                </c:pt>
                <c:pt idx="85698">
                  <c:v>43.48</c:v>
                </c:pt>
                <c:pt idx="85699">
                  <c:v>22.99</c:v>
                </c:pt>
                <c:pt idx="85700">
                  <c:v>53.96</c:v>
                </c:pt>
                <c:pt idx="85701">
                  <c:v>110.97</c:v>
                </c:pt>
                <c:pt idx="85702">
                  <c:v>51.97</c:v>
                </c:pt>
                <c:pt idx="85703">
                  <c:v>50.69</c:v>
                </c:pt>
                <c:pt idx="85704">
                  <c:v>54.96</c:v>
                </c:pt>
                <c:pt idx="85705">
                  <c:v>50.96</c:v>
                </c:pt>
                <c:pt idx="85706">
                  <c:v>50.97</c:v>
                </c:pt>
                <c:pt idx="85707">
                  <c:v>145.15</c:v>
                </c:pt>
                <c:pt idx="85708">
                  <c:v>145.15</c:v>
                </c:pt>
                <c:pt idx="85709">
                  <c:v>145.15</c:v>
                </c:pt>
                <c:pt idx="85710">
                  <c:v>75.52</c:v>
                </c:pt>
                <c:pt idx="85711">
                  <c:v>76.489999999999995</c:v>
                </c:pt>
                <c:pt idx="85712">
                  <c:v>84.99</c:v>
                </c:pt>
                <c:pt idx="85713">
                  <c:v>68.989999999999995</c:v>
                </c:pt>
                <c:pt idx="85714">
                  <c:v>70.989999999999995</c:v>
                </c:pt>
                <c:pt idx="85715">
                  <c:v>139.97999999999999</c:v>
                </c:pt>
                <c:pt idx="85716">
                  <c:v>72.98</c:v>
                </c:pt>
                <c:pt idx="85717">
                  <c:v>82.96</c:v>
                </c:pt>
                <c:pt idx="85718">
                  <c:v>57.72</c:v>
                </c:pt>
                <c:pt idx="85719">
                  <c:v>69.959999999999994</c:v>
                </c:pt>
                <c:pt idx="85720">
                  <c:v>109.98</c:v>
                </c:pt>
                <c:pt idx="85721">
                  <c:v>171.48</c:v>
                </c:pt>
                <c:pt idx="85722">
                  <c:v>109.98</c:v>
                </c:pt>
                <c:pt idx="85723">
                  <c:v>23.48</c:v>
                </c:pt>
                <c:pt idx="85724">
                  <c:v>79.98</c:v>
                </c:pt>
                <c:pt idx="85725">
                  <c:v>38.479999999999997</c:v>
                </c:pt>
                <c:pt idx="85726">
                  <c:v>39.479999999999997</c:v>
                </c:pt>
                <c:pt idx="85727">
                  <c:v>20.49</c:v>
                </c:pt>
                <c:pt idx="85728">
                  <c:v>36.49</c:v>
                </c:pt>
                <c:pt idx="85729">
                  <c:v>39.479999999999997</c:v>
                </c:pt>
                <c:pt idx="85730">
                  <c:v>11.49</c:v>
                </c:pt>
                <c:pt idx="85731">
                  <c:v>84.97</c:v>
                </c:pt>
                <c:pt idx="85732">
                  <c:v>39.479999999999997</c:v>
                </c:pt>
                <c:pt idx="85733">
                  <c:v>39.479999999999997</c:v>
                </c:pt>
                <c:pt idx="85734">
                  <c:v>143.96</c:v>
                </c:pt>
                <c:pt idx="85735">
                  <c:v>131.97999999999999</c:v>
                </c:pt>
                <c:pt idx="85736">
                  <c:v>128.32</c:v>
                </c:pt>
                <c:pt idx="85737">
                  <c:v>104.38</c:v>
                </c:pt>
                <c:pt idx="85738">
                  <c:v>59.98</c:v>
                </c:pt>
                <c:pt idx="85739">
                  <c:v>26.49</c:v>
                </c:pt>
                <c:pt idx="85740">
                  <c:v>59.98</c:v>
                </c:pt>
                <c:pt idx="85741">
                  <c:v>51.23</c:v>
                </c:pt>
                <c:pt idx="85742">
                  <c:v>50.98</c:v>
                </c:pt>
                <c:pt idx="85743">
                  <c:v>59.98</c:v>
                </c:pt>
                <c:pt idx="85744">
                  <c:v>59.98</c:v>
                </c:pt>
                <c:pt idx="85745">
                  <c:v>80.72</c:v>
                </c:pt>
                <c:pt idx="85746">
                  <c:v>54.12</c:v>
                </c:pt>
                <c:pt idx="85747">
                  <c:v>58.98</c:v>
                </c:pt>
                <c:pt idx="85748">
                  <c:v>118.98</c:v>
                </c:pt>
                <c:pt idx="85749">
                  <c:v>101.57</c:v>
                </c:pt>
                <c:pt idx="85750">
                  <c:v>273.39999999999998</c:v>
                </c:pt>
                <c:pt idx="85751">
                  <c:v>107.97</c:v>
                </c:pt>
                <c:pt idx="85752">
                  <c:v>101.67</c:v>
                </c:pt>
                <c:pt idx="85753">
                  <c:v>42.99</c:v>
                </c:pt>
                <c:pt idx="85754">
                  <c:v>119.77</c:v>
                </c:pt>
                <c:pt idx="85755">
                  <c:v>109.98</c:v>
                </c:pt>
                <c:pt idx="85756">
                  <c:v>133.21</c:v>
                </c:pt>
                <c:pt idx="85757">
                  <c:v>77.97</c:v>
                </c:pt>
                <c:pt idx="85758">
                  <c:v>52.23</c:v>
                </c:pt>
                <c:pt idx="85759">
                  <c:v>148.96</c:v>
                </c:pt>
                <c:pt idx="85760">
                  <c:v>84.99</c:v>
                </c:pt>
                <c:pt idx="85761">
                  <c:v>222.95</c:v>
                </c:pt>
                <c:pt idx="85762">
                  <c:v>268.12</c:v>
                </c:pt>
                <c:pt idx="85763">
                  <c:v>152.93</c:v>
                </c:pt>
                <c:pt idx="85764">
                  <c:v>127.94</c:v>
                </c:pt>
                <c:pt idx="85765">
                  <c:v>169.98</c:v>
                </c:pt>
                <c:pt idx="85766">
                  <c:v>195.96</c:v>
                </c:pt>
                <c:pt idx="85767">
                  <c:v>62.98</c:v>
                </c:pt>
                <c:pt idx="85768">
                  <c:v>95.96</c:v>
                </c:pt>
                <c:pt idx="85769">
                  <c:v>84.99</c:v>
                </c:pt>
                <c:pt idx="85770">
                  <c:v>65.989999999999995</c:v>
                </c:pt>
                <c:pt idx="85771">
                  <c:v>84.99</c:v>
                </c:pt>
                <c:pt idx="85772">
                  <c:v>83.97</c:v>
                </c:pt>
                <c:pt idx="85773">
                  <c:v>97.98</c:v>
                </c:pt>
                <c:pt idx="85774">
                  <c:v>84.99</c:v>
                </c:pt>
                <c:pt idx="85775">
                  <c:v>-3</c:v>
                </c:pt>
                <c:pt idx="85776">
                  <c:v>90.97</c:v>
                </c:pt>
                <c:pt idx="85777">
                  <c:v>-3.75</c:v>
                </c:pt>
                <c:pt idx="85778">
                  <c:v>0</c:v>
                </c:pt>
                <c:pt idx="85779">
                  <c:v>100.27</c:v>
                </c:pt>
                <c:pt idx="85780">
                  <c:v>89.97</c:v>
                </c:pt>
                <c:pt idx="85781">
                  <c:v>24.99</c:v>
                </c:pt>
                <c:pt idx="85782">
                  <c:v>52.23</c:v>
                </c:pt>
                <c:pt idx="85783">
                  <c:v>68.59</c:v>
                </c:pt>
                <c:pt idx="85784">
                  <c:v>134.46</c:v>
                </c:pt>
                <c:pt idx="85785">
                  <c:v>121.98</c:v>
                </c:pt>
                <c:pt idx="85786">
                  <c:v>121.98</c:v>
                </c:pt>
                <c:pt idx="85787">
                  <c:v>121.98</c:v>
                </c:pt>
                <c:pt idx="85788">
                  <c:v>121.98</c:v>
                </c:pt>
                <c:pt idx="85789">
                  <c:v>74.97</c:v>
                </c:pt>
                <c:pt idx="85790">
                  <c:v>89.97</c:v>
                </c:pt>
                <c:pt idx="85791">
                  <c:v>74.97</c:v>
                </c:pt>
                <c:pt idx="85792">
                  <c:v>59.97</c:v>
                </c:pt>
                <c:pt idx="85793">
                  <c:v>23.49</c:v>
                </c:pt>
                <c:pt idx="85794">
                  <c:v>62.97</c:v>
                </c:pt>
                <c:pt idx="85795">
                  <c:v>89.97</c:v>
                </c:pt>
                <c:pt idx="85796">
                  <c:v>64.989999999999995</c:v>
                </c:pt>
                <c:pt idx="85797">
                  <c:v>99.98</c:v>
                </c:pt>
                <c:pt idx="85798">
                  <c:v>82.98</c:v>
                </c:pt>
                <c:pt idx="85799">
                  <c:v>129.75</c:v>
                </c:pt>
                <c:pt idx="85800">
                  <c:v>89.98</c:v>
                </c:pt>
                <c:pt idx="85801">
                  <c:v>64.98</c:v>
                </c:pt>
                <c:pt idx="85802">
                  <c:v>119.96</c:v>
                </c:pt>
                <c:pt idx="85803">
                  <c:v>119.96</c:v>
                </c:pt>
                <c:pt idx="85804">
                  <c:v>117.56</c:v>
                </c:pt>
                <c:pt idx="85805">
                  <c:v>119.96</c:v>
                </c:pt>
                <c:pt idx="85806">
                  <c:v>257.41000000000003</c:v>
                </c:pt>
                <c:pt idx="85807">
                  <c:v>231.92</c:v>
                </c:pt>
                <c:pt idx="85808">
                  <c:v>60.48</c:v>
                </c:pt>
                <c:pt idx="85809">
                  <c:v>56.97</c:v>
                </c:pt>
                <c:pt idx="85810">
                  <c:v>169.98</c:v>
                </c:pt>
                <c:pt idx="85811">
                  <c:v>84.99</c:v>
                </c:pt>
                <c:pt idx="85812">
                  <c:v>76.489999999999995</c:v>
                </c:pt>
                <c:pt idx="85813">
                  <c:v>84.99</c:v>
                </c:pt>
                <c:pt idx="85814">
                  <c:v>76.489999999999995</c:v>
                </c:pt>
                <c:pt idx="85815">
                  <c:v>84.99</c:v>
                </c:pt>
                <c:pt idx="85816">
                  <c:v>61.85</c:v>
                </c:pt>
                <c:pt idx="85817">
                  <c:v>99.98</c:v>
                </c:pt>
                <c:pt idx="85818">
                  <c:v>127.98</c:v>
                </c:pt>
                <c:pt idx="85819">
                  <c:v>99.98</c:v>
                </c:pt>
                <c:pt idx="85820">
                  <c:v>64.989999999999995</c:v>
                </c:pt>
                <c:pt idx="85821">
                  <c:v>44.74</c:v>
                </c:pt>
                <c:pt idx="85822">
                  <c:v>58.8</c:v>
                </c:pt>
                <c:pt idx="85823">
                  <c:v>59.98</c:v>
                </c:pt>
                <c:pt idx="85824">
                  <c:v>53.8</c:v>
                </c:pt>
                <c:pt idx="85825">
                  <c:v>67.28</c:v>
                </c:pt>
                <c:pt idx="85826">
                  <c:v>169.43</c:v>
                </c:pt>
                <c:pt idx="85827">
                  <c:v>52.97</c:v>
                </c:pt>
                <c:pt idx="85828">
                  <c:v>99.29</c:v>
                </c:pt>
                <c:pt idx="85829">
                  <c:v>147.94999999999999</c:v>
                </c:pt>
                <c:pt idx="85830">
                  <c:v>254.97</c:v>
                </c:pt>
                <c:pt idx="85831">
                  <c:v>398.85</c:v>
                </c:pt>
                <c:pt idx="85832">
                  <c:v>134.97999999999999</c:v>
                </c:pt>
                <c:pt idx="85833">
                  <c:v>147.46</c:v>
                </c:pt>
                <c:pt idx="85834">
                  <c:v>84.99</c:v>
                </c:pt>
                <c:pt idx="85835">
                  <c:v>84.99</c:v>
                </c:pt>
                <c:pt idx="85836">
                  <c:v>70.98</c:v>
                </c:pt>
                <c:pt idx="85837">
                  <c:v>169.98</c:v>
                </c:pt>
                <c:pt idx="85838">
                  <c:v>84.99</c:v>
                </c:pt>
                <c:pt idx="85839">
                  <c:v>104.98</c:v>
                </c:pt>
                <c:pt idx="85840">
                  <c:v>59.98</c:v>
                </c:pt>
                <c:pt idx="85841">
                  <c:v>64.989999999999995</c:v>
                </c:pt>
                <c:pt idx="85842">
                  <c:v>51.48</c:v>
                </c:pt>
                <c:pt idx="85843">
                  <c:v>89.96</c:v>
                </c:pt>
                <c:pt idx="85844">
                  <c:v>112.95</c:v>
                </c:pt>
                <c:pt idx="85845">
                  <c:v>99.98</c:v>
                </c:pt>
                <c:pt idx="85846">
                  <c:v>140.34</c:v>
                </c:pt>
                <c:pt idx="85847">
                  <c:v>128.24</c:v>
                </c:pt>
                <c:pt idx="85848">
                  <c:v>164.51</c:v>
                </c:pt>
                <c:pt idx="85849">
                  <c:v>74.98</c:v>
                </c:pt>
                <c:pt idx="85850">
                  <c:v>167.94</c:v>
                </c:pt>
                <c:pt idx="85851">
                  <c:v>114.96</c:v>
                </c:pt>
                <c:pt idx="85852">
                  <c:v>62.97</c:v>
                </c:pt>
                <c:pt idx="85853">
                  <c:v>150.94999999999999</c:v>
                </c:pt>
                <c:pt idx="85854">
                  <c:v>108.95</c:v>
                </c:pt>
                <c:pt idx="85855">
                  <c:v>101.98</c:v>
                </c:pt>
                <c:pt idx="85856">
                  <c:v>79.98</c:v>
                </c:pt>
                <c:pt idx="85857">
                  <c:v>65.989999999999995</c:v>
                </c:pt>
                <c:pt idx="85858">
                  <c:v>167.45</c:v>
                </c:pt>
                <c:pt idx="85859">
                  <c:v>131.97999999999999</c:v>
                </c:pt>
                <c:pt idx="85860">
                  <c:v>112.98</c:v>
                </c:pt>
                <c:pt idx="85861">
                  <c:v>99.98</c:v>
                </c:pt>
                <c:pt idx="85862">
                  <c:v>169.98</c:v>
                </c:pt>
                <c:pt idx="85863">
                  <c:v>169.98</c:v>
                </c:pt>
                <c:pt idx="85864">
                  <c:v>84.99</c:v>
                </c:pt>
                <c:pt idx="85865">
                  <c:v>169.98</c:v>
                </c:pt>
                <c:pt idx="85866">
                  <c:v>149.97</c:v>
                </c:pt>
                <c:pt idx="85867">
                  <c:v>84.99</c:v>
                </c:pt>
                <c:pt idx="85868">
                  <c:v>84.97</c:v>
                </c:pt>
                <c:pt idx="85869">
                  <c:v>86.49</c:v>
                </c:pt>
                <c:pt idx="85870">
                  <c:v>99.98</c:v>
                </c:pt>
                <c:pt idx="85871">
                  <c:v>79.989999999999995</c:v>
                </c:pt>
                <c:pt idx="85872">
                  <c:v>65.3</c:v>
                </c:pt>
                <c:pt idx="85873">
                  <c:v>65.3</c:v>
                </c:pt>
                <c:pt idx="85874">
                  <c:v>65.3</c:v>
                </c:pt>
                <c:pt idx="85875">
                  <c:v>65.3</c:v>
                </c:pt>
                <c:pt idx="85876">
                  <c:v>65.3</c:v>
                </c:pt>
                <c:pt idx="85877">
                  <c:v>208.93</c:v>
                </c:pt>
                <c:pt idx="85878">
                  <c:v>53.97</c:v>
                </c:pt>
                <c:pt idx="85879">
                  <c:v>271.92</c:v>
                </c:pt>
                <c:pt idx="85880">
                  <c:v>62.98</c:v>
                </c:pt>
                <c:pt idx="85881">
                  <c:v>24.6</c:v>
                </c:pt>
                <c:pt idx="85882">
                  <c:v>70.17</c:v>
                </c:pt>
                <c:pt idx="85883">
                  <c:v>62.98</c:v>
                </c:pt>
                <c:pt idx="85884">
                  <c:v>50.73</c:v>
                </c:pt>
                <c:pt idx="85885">
                  <c:v>40.159999999999997</c:v>
                </c:pt>
                <c:pt idx="85886">
                  <c:v>-1.3</c:v>
                </c:pt>
                <c:pt idx="85887">
                  <c:v>24.68</c:v>
                </c:pt>
                <c:pt idx="85888">
                  <c:v>47.17</c:v>
                </c:pt>
                <c:pt idx="85889">
                  <c:v>59.98</c:v>
                </c:pt>
                <c:pt idx="85890">
                  <c:v>79.959999999999994</c:v>
                </c:pt>
                <c:pt idx="85891">
                  <c:v>212.93</c:v>
                </c:pt>
                <c:pt idx="85892">
                  <c:v>79.95</c:v>
                </c:pt>
                <c:pt idx="85893">
                  <c:v>60.99</c:v>
                </c:pt>
                <c:pt idx="85894">
                  <c:v>41.13</c:v>
                </c:pt>
                <c:pt idx="85895">
                  <c:v>38.49</c:v>
                </c:pt>
                <c:pt idx="85896">
                  <c:v>37.130000000000003</c:v>
                </c:pt>
                <c:pt idx="85897">
                  <c:v>169.96</c:v>
                </c:pt>
                <c:pt idx="85898">
                  <c:v>72.739999999999995</c:v>
                </c:pt>
                <c:pt idx="85899">
                  <c:v>68.98</c:v>
                </c:pt>
                <c:pt idx="85900">
                  <c:v>143.97999999999999</c:v>
                </c:pt>
                <c:pt idx="85901">
                  <c:v>121.48</c:v>
                </c:pt>
                <c:pt idx="85902">
                  <c:v>124.98</c:v>
                </c:pt>
                <c:pt idx="85903">
                  <c:v>134.97999999999999</c:v>
                </c:pt>
                <c:pt idx="85904">
                  <c:v>106.93</c:v>
                </c:pt>
                <c:pt idx="85905">
                  <c:v>159.97999999999999</c:v>
                </c:pt>
                <c:pt idx="85906">
                  <c:v>126.17</c:v>
                </c:pt>
                <c:pt idx="85907">
                  <c:v>128.36000000000001</c:v>
                </c:pt>
                <c:pt idx="85908">
                  <c:v>72.959999999999994</c:v>
                </c:pt>
                <c:pt idx="85909">
                  <c:v>69.650000000000006</c:v>
                </c:pt>
                <c:pt idx="85910">
                  <c:v>30.19</c:v>
                </c:pt>
                <c:pt idx="85911">
                  <c:v>96.74</c:v>
                </c:pt>
                <c:pt idx="85912">
                  <c:v>125.78</c:v>
                </c:pt>
                <c:pt idx="85913">
                  <c:v>77.39</c:v>
                </c:pt>
                <c:pt idx="85914">
                  <c:v>77.39</c:v>
                </c:pt>
                <c:pt idx="85915">
                  <c:v>73.98</c:v>
                </c:pt>
                <c:pt idx="85916">
                  <c:v>131.96</c:v>
                </c:pt>
                <c:pt idx="85917">
                  <c:v>61.98</c:v>
                </c:pt>
                <c:pt idx="85918">
                  <c:v>98.97</c:v>
                </c:pt>
                <c:pt idx="85919">
                  <c:v>135.96</c:v>
                </c:pt>
                <c:pt idx="85920">
                  <c:v>92.97</c:v>
                </c:pt>
                <c:pt idx="85921">
                  <c:v>54.98</c:v>
                </c:pt>
                <c:pt idx="85922">
                  <c:v>99.98</c:v>
                </c:pt>
                <c:pt idx="85923">
                  <c:v>79.510000000000005</c:v>
                </c:pt>
                <c:pt idx="85924">
                  <c:v>65.989999999999995</c:v>
                </c:pt>
                <c:pt idx="85925">
                  <c:v>80.98</c:v>
                </c:pt>
                <c:pt idx="85926">
                  <c:v>64.28</c:v>
                </c:pt>
                <c:pt idx="85927">
                  <c:v>49.99</c:v>
                </c:pt>
                <c:pt idx="85928">
                  <c:v>98.17</c:v>
                </c:pt>
                <c:pt idx="85929">
                  <c:v>84.99</c:v>
                </c:pt>
                <c:pt idx="85930">
                  <c:v>49.2</c:v>
                </c:pt>
                <c:pt idx="85931">
                  <c:v>56.98</c:v>
                </c:pt>
                <c:pt idx="85932">
                  <c:v>115.57</c:v>
                </c:pt>
                <c:pt idx="85933">
                  <c:v>51.29</c:v>
                </c:pt>
                <c:pt idx="85934">
                  <c:v>105.28</c:v>
                </c:pt>
                <c:pt idx="85935">
                  <c:v>48.29</c:v>
                </c:pt>
                <c:pt idx="85936">
                  <c:v>22.89</c:v>
                </c:pt>
                <c:pt idx="85937">
                  <c:v>126.16</c:v>
                </c:pt>
                <c:pt idx="85938">
                  <c:v>125.92</c:v>
                </c:pt>
                <c:pt idx="85939">
                  <c:v>257.95999999999998</c:v>
                </c:pt>
                <c:pt idx="85940">
                  <c:v>89.96</c:v>
                </c:pt>
                <c:pt idx="85941">
                  <c:v>118.96</c:v>
                </c:pt>
                <c:pt idx="85942">
                  <c:v>89.96</c:v>
                </c:pt>
                <c:pt idx="85943">
                  <c:v>54.16</c:v>
                </c:pt>
                <c:pt idx="85944">
                  <c:v>79.98</c:v>
                </c:pt>
                <c:pt idx="85945">
                  <c:v>118.96</c:v>
                </c:pt>
                <c:pt idx="85946">
                  <c:v>79.98</c:v>
                </c:pt>
                <c:pt idx="85947">
                  <c:v>54.16</c:v>
                </c:pt>
                <c:pt idx="85948">
                  <c:v>76.62</c:v>
                </c:pt>
                <c:pt idx="85949">
                  <c:v>76.62</c:v>
                </c:pt>
                <c:pt idx="85950">
                  <c:v>55.96</c:v>
                </c:pt>
                <c:pt idx="85951">
                  <c:v>93.96</c:v>
                </c:pt>
                <c:pt idx="85952">
                  <c:v>52.91</c:v>
                </c:pt>
                <c:pt idx="85953">
                  <c:v>137.97999999999999</c:v>
                </c:pt>
                <c:pt idx="85954">
                  <c:v>76.489999999999995</c:v>
                </c:pt>
                <c:pt idx="85955">
                  <c:v>67.959999999999994</c:v>
                </c:pt>
                <c:pt idx="85956">
                  <c:v>84.39</c:v>
                </c:pt>
                <c:pt idx="85957">
                  <c:v>61.96</c:v>
                </c:pt>
                <c:pt idx="85958">
                  <c:v>59.95</c:v>
                </c:pt>
                <c:pt idx="85959">
                  <c:v>50.45</c:v>
                </c:pt>
                <c:pt idx="85960">
                  <c:v>53.96</c:v>
                </c:pt>
                <c:pt idx="85961">
                  <c:v>78.959999999999994</c:v>
                </c:pt>
                <c:pt idx="85962">
                  <c:v>69.19</c:v>
                </c:pt>
                <c:pt idx="85963">
                  <c:v>79.98</c:v>
                </c:pt>
                <c:pt idx="85964">
                  <c:v>90.97</c:v>
                </c:pt>
                <c:pt idx="85965">
                  <c:v>57.98</c:v>
                </c:pt>
                <c:pt idx="85966">
                  <c:v>-58.4</c:v>
                </c:pt>
                <c:pt idx="85967">
                  <c:v>27.24</c:v>
                </c:pt>
                <c:pt idx="85968">
                  <c:v>32.99</c:v>
                </c:pt>
                <c:pt idx="85969">
                  <c:v>58.4</c:v>
                </c:pt>
                <c:pt idx="85970">
                  <c:v>48.38</c:v>
                </c:pt>
                <c:pt idx="85971">
                  <c:v>75.98</c:v>
                </c:pt>
                <c:pt idx="85972">
                  <c:v>85.97</c:v>
                </c:pt>
                <c:pt idx="85973">
                  <c:v>85.97</c:v>
                </c:pt>
                <c:pt idx="85974">
                  <c:v>11.49</c:v>
                </c:pt>
                <c:pt idx="85975">
                  <c:v>60.98</c:v>
                </c:pt>
                <c:pt idx="85976">
                  <c:v>51.44</c:v>
                </c:pt>
                <c:pt idx="85977">
                  <c:v>62.97</c:v>
                </c:pt>
                <c:pt idx="85978">
                  <c:v>110.94</c:v>
                </c:pt>
                <c:pt idx="85979">
                  <c:v>68.989999999999995</c:v>
                </c:pt>
                <c:pt idx="85980">
                  <c:v>65.19</c:v>
                </c:pt>
                <c:pt idx="85981">
                  <c:v>79.959999999999994</c:v>
                </c:pt>
                <c:pt idx="85982">
                  <c:v>59.95</c:v>
                </c:pt>
                <c:pt idx="85983">
                  <c:v>65.989999999999995</c:v>
                </c:pt>
                <c:pt idx="85984">
                  <c:v>49.22</c:v>
                </c:pt>
                <c:pt idx="85985">
                  <c:v>99.98</c:v>
                </c:pt>
                <c:pt idx="85986">
                  <c:v>61.48</c:v>
                </c:pt>
                <c:pt idx="85987">
                  <c:v>61.48</c:v>
                </c:pt>
                <c:pt idx="85988">
                  <c:v>61.48</c:v>
                </c:pt>
                <c:pt idx="85989">
                  <c:v>61.48</c:v>
                </c:pt>
                <c:pt idx="85990">
                  <c:v>58.28</c:v>
                </c:pt>
                <c:pt idx="85991">
                  <c:v>31.49</c:v>
                </c:pt>
                <c:pt idx="85992">
                  <c:v>59.98</c:v>
                </c:pt>
                <c:pt idx="85993">
                  <c:v>46.92</c:v>
                </c:pt>
                <c:pt idx="85994">
                  <c:v>33.28</c:v>
                </c:pt>
                <c:pt idx="85995">
                  <c:v>44.28</c:v>
                </c:pt>
                <c:pt idx="85996">
                  <c:v>46.27</c:v>
                </c:pt>
                <c:pt idx="85997">
                  <c:v>47.27</c:v>
                </c:pt>
                <c:pt idx="85998">
                  <c:v>33.28</c:v>
                </c:pt>
                <c:pt idx="85999">
                  <c:v>44.28</c:v>
                </c:pt>
                <c:pt idx="86000">
                  <c:v>74.989999999999995</c:v>
                </c:pt>
                <c:pt idx="86001">
                  <c:v>74.989999999999995</c:v>
                </c:pt>
                <c:pt idx="86002">
                  <c:v>106.96</c:v>
                </c:pt>
                <c:pt idx="86003">
                  <c:v>41.47</c:v>
                </c:pt>
                <c:pt idx="86004">
                  <c:v>50.98</c:v>
                </c:pt>
                <c:pt idx="86005">
                  <c:v>54.98</c:v>
                </c:pt>
                <c:pt idx="86006">
                  <c:v>50.98</c:v>
                </c:pt>
                <c:pt idx="86007">
                  <c:v>53.98</c:v>
                </c:pt>
                <c:pt idx="86008">
                  <c:v>65.98</c:v>
                </c:pt>
                <c:pt idx="86009">
                  <c:v>51.98</c:v>
                </c:pt>
                <c:pt idx="86010">
                  <c:v>52.98</c:v>
                </c:pt>
                <c:pt idx="86011">
                  <c:v>65.98</c:v>
                </c:pt>
                <c:pt idx="86012">
                  <c:v>83.45</c:v>
                </c:pt>
                <c:pt idx="86013">
                  <c:v>84.99</c:v>
                </c:pt>
                <c:pt idx="86014">
                  <c:v>83.48</c:v>
                </c:pt>
                <c:pt idx="86015">
                  <c:v>84.99</c:v>
                </c:pt>
                <c:pt idx="86016">
                  <c:v>62.94</c:v>
                </c:pt>
                <c:pt idx="86017">
                  <c:v>109.97</c:v>
                </c:pt>
                <c:pt idx="86018">
                  <c:v>79.989999999999995</c:v>
                </c:pt>
                <c:pt idx="86019">
                  <c:v>132.96</c:v>
                </c:pt>
                <c:pt idx="86020">
                  <c:v>84.99</c:v>
                </c:pt>
                <c:pt idx="86021">
                  <c:v>191.97</c:v>
                </c:pt>
                <c:pt idx="86022">
                  <c:v>59.99</c:v>
                </c:pt>
                <c:pt idx="86023">
                  <c:v>59.99</c:v>
                </c:pt>
                <c:pt idx="86024">
                  <c:v>71.680000000000007</c:v>
                </c:pt>
                <c:pt idx="86025">
                  <c:v>79.98</c:v>
                </c:pt>
                <c:pt idx="86026">
                  <c:v>109.94</c:v>
                </c:pt>
                <c:pt idx="86027">
                  <c:v>-79.97</c:v>
                </c:pt>
                <c:pt idx="86028">
                  <c:v>79.97</c:v>
                </c:pt>
                <c:pt idx="86029">
                  <c:v>59.98</c:v>
                </c:pt>
                <c:pt idx="86030">
                  <c:v>69.989999999999995</c:v>
                </c:pt>
                <c:pt idx="86031">
                  <c:v>83.48</c:v>
                </c:pt>
                <c:pt idx="86032">
                  <c:v>83.48</c:v>
                </c:pt>
                <c:pt idx="86033">
                  <c:v>54.98</c:v>
                </c:pt>
                <c:pt idx="86034">
                  <c:v>74.97</c:v>
                </c:pt>
                <c:pt idx="86035">
                  <c:v>61.98</c:v>
                </c:pt>
                <c:pt idx="86036">
                  <c:v>55.78</c:v>
                </c:pt>
                <c:pt idx="86037">
                  <c:v>71.98</c:v>
                </c:pt>
                <c:pt idx="86038">
                  <c:v>61.98</c:v>
                </c:pt>
                <c:pt idx="86039">
                  <c:v>74.97</c:v>
                </c:pt>
                <c:pt idx="86040">
                  <c:v>65.98</c:v>
                </c:pt>
                <c:pt idx="86041">
                  <c:v>66.58</c:v>
                </c:pt>
                <c:pt idx="86042">
                  <c:v>50.98</c:v>
                </c:pt>
                <c:pt idx="86043">
                  <c:v>69.989999999999995</c:v>
                </c:pt>
                <c:pt idx="86044">
                  <c:v>62.58</c:v>
                </c:pt>
                <c:pt idx="86045">
                  <c:v>79.98</c:v>
                </c:pt>
                <c:pt idx="86046">
                  <c:v>66.31</c:v>
                </c:pt>
                <c:pt idx="86047">
                  <c:v>64.98</c:v>
                </c:pt>
                <c:pt idx="86048">
                  <c:v>84.99</c:v>
                </c:pt>
                <c:pt idx="86049">
                  <c:v>72.239999999999995</c:v>
                </c:pt>
                <c:pt idx="86050">
                  <c:v>118.73</c:v>
                </c:pt>
                <c:pt idx="86051">
                  <c:v>76.489999999999995</c:v>
                </c:pt>
                <c:pt idx="86052">
                  <c:v>76.489999999999995</c:v>
                </c:pt>
                <c:pt idx="86053">
                  <c:v>84.99</c:v>
                </c:pt>
                <c:pt idx="86054">
                  <c:v>84.99</c:v>
                </c:pt>
                <c:pt idx="86055">
                  <c:v>83.14</c:v>
                </c:pt>
                <c:pt idx="86056">
                  <c:v>76.16</c:v>
                </c:pt>
                <c:pt idx="86057">
                  <c:v>123.38</c:v>
                </c:pt>
                <c:pt idx="86058">
                  <c:v>77.39</c:v>
                </c:pt>
                <c:pt idx="86059">
                  <c:v>149.13999999999999</c:v>
                </c:pt>
                <c:pt idx="86060">
                  <c:v>59.98</c:v>
                </c:pt>
                <c:pt idx="86061">
                  <c:v>59.98</c:v>
                </c:pt>
                <c:pt idx="86062">
                  <c:v>97.97</c:v>
                </c:pt>
                <c:pt idx="86063">
                  <c:v>59.98</c:v>
                </c:pt>
                <c:pt idx="86064">
                  <c:v>59.98</c:v>
                </c:pt>
                <c:pt idx="86065">
                  <c:v>85.47</c:v>
                </c:pt>
                <c:pt idx="86066">
                  <c:v>59.96</c:v>
                </c:pt>
                <c:pt idx="86067">
                  <c:v>59.96</c:v>
                </c:pt>
                <c:pt idx="86068">
                  <c:v>59.96</c:v>
                </c:pt>
                <c:pt idx="86069">
                  <c:v>59.96</c:v>
                </c:pt>
                <c:pt idx="86070">
                  <c:v>55.96</c:v>
                </c:pt>
                <c:pt idx="86071">
                  <c:v>59.96</c:v>
                </c:pt>
                <c:pt idx="86072">
                  <c:v>-55.96</c:v>
                </c:pt>
                <c:pt idx="86073">
                  <c:v>62.47</c:v>
                </c:pt>
                <c:pt idx="86074">
                  <c:v>53.94</c:v>
                </c:pt>
                <c:pt idx="86075">
                  <c:v>53.94</c:v>
                </c:pt>
                <c:pt idx="86076">
                  <c:v>85.94</c:v>
                </c:pt>
                <c:pt idx="86077">
                  <c:v>76.930000000000007</c:v>
                </c:pt>
                <c:pt idx="86078">
                  <c:v>54.95</c:v>
                </c:pt>
                <c:pt idx="86079">
                  <c:v>53.94</c:v>
                </c:pt>
                <c:pt idx="86080">
                  <c:v>53.94</c:v>
                </c:pt>
                <c:pt idx="86081">
                  <c:v>178.96</c:v>
                </c:pt>
                <c:pt idx="86082">
                  <c:v>84.99</c:v>
                </c:pt>
                <c:pt idx="86083">
                  <c:v>144.97</c:v>
                </c:pt>
                <c:pt idx="86084">
                  <c:v>25.42</c:v>
                </c:pt>
                <c:pt idx="86085">
                  <c:v>81.97</c:v>
                </c:pt>
                <c:pt idx="86086">
                  <c:v>32.729999999999997</c:v>
                </c:pt>
                <c:pt idx="86087">
                  <c:v>59.95</c:v>
                </c:pt>
                <c:pt idx="86088">
                  <c:v>91.96</c:v>
                </c:pt>
                <c:pt idx="86089">
                  <c:v>65.959999999999994</c:v>
                </c:pt>
                <c:pt idx="86090">
                  <c:v>55.97</c:v>
                </c:pt>
                <c:pt idx="86091">
                  <c:v>64.94</c:v>
                </c:pt>
                <c:pt idx="86092">
                  <c:v>47.82</c:v>
                </c:pt>
                <c:pt idx="86093">
                  <c:v>106.96</c:v>
                </c:pt>
                <c:pt idx="86094">
                  <c:v>37.479999999999997</c:v>
                </c:pt>
                <c:pt idx="86095">
                  <c:v>107.81</c:v>
                </c:pt>
                <c:pt idx="86096">
                  <c:v>63.96</c:v>
                </c:pt>
                <c:pt idx="86097">
                  <c:v>117.95</c:v>
                </c:pt>
                <c:pt idx="86098">
                  <c:v>82.55</c:v>
                </c:pt>
                <c:pt idx="86099">
                  <c:v>58.49</c:v>
                </c:pt>
                <c:pt idx="86100">
                  <c:v>42.99</c:v>
                </c:pt>
                <c:pt idx="86101">
                  <c:v>60.99</c:v>
                </c:pt>
                <c:pt idx="86102">
                  <c:v>57.98</c:v>
                </c:pt>
                <c:pt idx="86103">
                  <c:v>32.229999999999997</c:v>
                </c:pt>
                <c:pt idx="86104">
                  <c:v>69.97</c:v>
                </c:pt>
                <c:pt idx="86105">
                  <c:v>99.98</c:v>
                </c:pt>
                <c:pt idx="86106">
                  <c:v>109.97</c:v>
                </c:pt>
                <c:pt idx="86107">
                  <c:v>102.96</c:v>
                </c:pt>
                <c:pt idx="86108">
                  <c:v>102.96</c:v>
                </c:pt>
                <c:pt idx="86109">
                  <c:v>109.97</c:v>
                </c:pt>
                <c:pt idx="86110">
                  <c:v>51.29</c:v>
                </c:pt>
                <c:pt idx="86111">
                  <c:v>51.29</c:v>
                </c:pt>
                <c:pt idx="86112">
                  <c:v>99.98</c:v>
                </c:pt>
                <c:pt idx="86113">
                  <c:v>94.45</c:v>
                </c:pt>
                <c:pt idx="86114">
                  <c:v>94.45</c:v>
                </c:pt>
                <c:pt idx="86115">
                  <c:v>72.959999999999994</c:v>
                </c:pt>
                <c:pt idx="86116">
                  <c:v>99.98</c:v>
                </c:pt>
                <c:pt idx="86117">
                  <c:v>99.98</c:v>
                </c:pt>
                <c:pt idx="86118">
                  <c:v>57.44</c:v>
                </c:pt>
                <c:pt idx="86119">
                  <c:v>72.959999999999994</c:v>
                </c:pt>
                <c:pt idx="86120">
                  <c:v>57.44</c:v>
                </c:pt>
                <c:pt idx="86121">
                  <c:v>71.2</c:v>
                </c:pt>
                <c:pt idx="86122">
                  <c:v>110.46</c:v>
                </c:pt>
                <c:pt idx="86123">
                  <c:v>53.96</c:v>
                </c:pt>
                <c:pt idx="86124">
                  <c:v>50.97</c:v>
                </c:pt>
                <c:pt idx="86125">
                  <c:v>53.96</c:v>
                </c:pt>
                <c:pt idx="86126">
                  <c:v>53.96</c:v>
                </c:pt>
                <c:pt idx="86127">
                  <c:v>56.97</c:v>
                </c:pt>
                <c:pt idx="86128">
                  <c:v>116.92</c:v>
                </c:pt>
                <c:pt idx="86129">
                  <c:v>112.92</c:v>
                </c:pt>
                <c:pt idx="86130">
                  <c:v>125.45</c:v>
                </c:pt>
                <c:pt idx="86131">
                  <c:v>56.97</c:v>
                </c:pt>
                <c:pt idx="86132">
                  <c:v>27.48</c:v>
                </c:pt>
                <c:pt idx="86133">
                  <c:v>89.95</c:v>
                </c:pt>
                <c:pt idx="86134">
                  <c:v>53.97</c:v>
                </c:pt>
                <c:pt idx="86135">
                  <c:v>8.49</c:v>
                </c:pt>
                <c:pt idx="86136">
                  <c:v>55.07</c:v>
                </c:pt>
                <c:pt idx="86137">
                  <c:v>59.16</c:v>
                </c:pt>
                <c:pt idx="86138">
                  <c:v>128.24</c:v>
                </c:pt>
                <c:pt idx="86139">
                  <c:v>79.849999999999994</c:v>
                </c:pt>
                <c:pt idx="86140">
                  <c:v>95.57</c:v>
                </c:pt>
                <c:pt idx="86141">
                  <c:v>150.91</c:v>
                </c:pt>
                <c:pt idx="86142">
                  <c:v>77.97</c:v>
                </c:pt>
                <c:pt idx="86143">
                  <c:v>357.9</c:v>
                </c:pt>
                <c:pt idx="86144">
                  <c:v>179.94</c:v>
                </c:pt>
                <c:pt idx="86145">
                  <c:v>179.94</c:v>
                </c:pt>
                <c:pt idx="86146">
                  <c:v>93.95</c:v>
                </c:pt>
                <c:pt idx="86147">
                  <c:v>93.95</c:v>
                </c:pt>
                <c:pt idx="86148">
                  <c:v>155.94999999999999</c:v>
                </c:pt>
                <c:pt idx="86149">
                  <c:v>67.489999999999995</c:v>
                </c:pt>
                <c:pt idx="86150">
                  <c:v>60.89</c:v>
                </c:pt>
                <c:pt idx="86151">
                  <c:v>65.989999999999995</c:v>
                </c:pt>
                <c:pt idx="86152">
                  <c:v>59.98</c:v>
                </c:pt>
                <c:pt idx="86153">
                  <c:v>89.97</c:v>
                </c:pt>
                <c:pt idx="86154">
                  <c:v>60.89</c:v>
                </c:pt>
                <c:pt idx="86155">
                  <c:v>99.98</c:v>
                </c:pt>
                <c:pt idx="86156">
                  <c:v>152.97999999999999</c:v>
                </c:pt>
                <c:pt idx="86157">
                  <c:v>132.94999999999999</c:v>
                </c:pt>
                <c:pt idx="86158">
                  <c:v>199.96</c:v>
                </c:pt>
                <c:pt idx="86159">
                  <c:v>79.180000000000007</c:v>
                </c:pt>
                <c:pt idx="86160">
                  <c:v>65.19</c:v>
                </c:pt>
                <c:pt idx="86161">
                  <c:v>79.180000000000007</c:v>
                </c:pt>
                <c:pt idx="86162">
                  <c:v>77.39</c:v>
                </c:pt>
                <c:pt idx="86163">
                  <c:v>33.479999999999997</c:v>
                </c:pt>
                <c:pt idx="86164">
                  <c:v>63.96</c:v>
                </c:pt>
                <c:pt idx="86165">
                  <c:v>63.96</c:v>
                </c:pt>
                <c:pt idx="86166">
                  <c:v>69.989999999999995</c:v>
                </c:pt>
                <c:pt idx="86167">
                  <c:v>60.92</c:v>
                </c:pt>
                <c:pt idx="86168">
                  <c:v>63.96</c:v>
                </c:pt>
                <c:pt idx="86169">
                  <c:v>63.96</c:v>
                </c:pt>
                <c:pt idx="86170">
                  <c:v>71.959999999999994</c:v>
                </c:pt>
                <c:pt idx="86171">
                  <c:v>31.47</c:v>
                </c:pt>
                <c:pt idx="86172">
                  <c:v>59.96</c:v>
                </c:pt>
                <c:pt idx="86173">
                  <c:v>51.29</c:v>
                </c:pt>
                <c:pt idx="86174">
                  <c:v>41.28</c:v>
                </c:pt>
                <c:pt idx="86175">
                  <c:v>86.97</c:v>
                </c:pt>
                <c:pt idx="86176">
                  <c:v>74.98</c:v>
                </c:pt>
                <c:pt idx="86177">
                  <c:v>11.29</c:v>
                </c:pt>
                <c:pt idx="86178">
                  <c:v>50.98</c:v>
                </c:pt>
                <c:pt idx="86179">
                  <c:v>49.28</c:v>
                </c:pt>
                <c:pt idx="86180">
                  <c:v>54.99</c:v>
                </c:pt>
                <c:pt idx="86181">
                  <c:v>54.99</c:v>
                </c:pt>
                <c:pt idx="86182">
                  <c:v>16.29</c:v>
                </c:pt>
                <c:pt idx="86183">
                  <c:v>59.98</c:v>
                </c:pt>
                <c:pt idx="86184">
                  <c:v>84.99</c:v>
                </c:pt>
                <c:pt idx="86185">
                  <c:v>76.489999999999995</c:v>
                </c:pt>
                <c:pt idx="86186">
                  <c:v>83.29</c:v>
                </c:pt>
                <c:pt idx="86187">
                  <c:v>84.99</c:v>
                </c:pt>
                <c:pt idx="86188">
                  <c:v>84.99</c:v>
                </c:pt>
                <c:pt idx="86189">
                  <c:v>84.99</c:v>
                </c:pt>
                <c:pt idx="86190">
                  <c:v>84.99</c:v>
                </c:pt>
                <c:pt idx="86191">
                  <c:v>89.44</c:v>
                </c:pt>
                <c:pt idx="86192">
                  <c:v>70.98</c:v>
                </c:pt>
                <c:pt idx="86193">
                  <c:v>75.09</c:v>
                </c:pt>
                <c:pt idx="86194">
                  <c:v>40.49</c:v>
                </c:pt>
                <c:pt idx="86195">
                  <c:v>84.99</c:v>
                </c:pt>
                <c:pt idx="86196">
                  <c:v>105.98</c:v>
                </c:pt>
                <c:pt idx="86197">
                  <c:v>59.98</c:v>
                </c:pt>
                <c:pt idx="86198">
                  <c:v>77.98</c:v>
                </c:pt>
                <c:pt idx="86199">
                  <c:v>26.29</c:v>
                </c:pt>
                <c:pt idx="86200">
                  <c:v>76.48</c:v>
                </c:pt>
                <c:pt idx="86201">
                  <c:v>89.98</c:v>
                </c:pt>
                <c:pt idx="86202">
                  <c:v>89.97</c:v>
                </c:pt>
                <c:pt idx="86203">
                  <c:v>89.98</c:v>
                </c:pt>
                <c:pt idx="86204">
                  <c:v>170.94</c:v>
                </c:pt>
                <c:pt idx="86205">
                  <c:v>119.96</c:v>
                </c:pt>
                <c:pt idx="86206">
                  <c:v>65.989999999999995</c:v>
                </c:pt>
                <c:pt idx="86207">
                  <c:v>54.98</c:v>
                </c:pt>
                <c:pt idx="86208">
                  <c:v>65.98</c:v>
                </c:pt>
                <c:pt idx="86209">
                  <c:v>69.98</c:v>
                </c:pt>
                <c:pt idx="86210">
                  <c:v>89.18</c:v>
                </c:pt>
                <c:pt idx="86211">
                  <c:v>79.98</c:v>
                </c:pt>
                <c:pt idx="86212">
                  <c:v>87.44</c:v>
                </c:pt>
                <c:pt idx="86213">
                  <c:v>62.29</c:v>
                </c:pt>
                <c:pt idx="86214">
                  <c:v>55.34</c:v>
                </c:pt>
                <c:pt idx="86215">
                  <c:v>74.94</c:v>
                </c:pt>
                <c:pt idx="86216">
                  <c:v>16.239999999999998</c:v>
                </c:pt>
                <c:pt idx="86217">
                  <c:v>100.96</c:v>
                </c:pt>
                <c:pt idx="86218">
                  <c:v>68.48</c:v>
                </c:pt>
                <c:pt idx="86219">
                  <c:v>52.29</c:v>
                </c:pt>
                <c:pt idx="86220">
                  <c:v>145.94</c:v>
                </c:pt>
                <c:pt idx="86221">
                  <c:v>179.96</c:v>
                </c:pt>
                <c:pt idx="86222">
                  <c:v>113.97</c:v>
                </c:pt>
                <c:pt idx="86223">
                  <c:v>113.97</c:v>
                </c:pt>
                <c:pt idx="86224">
                  <c:v>113.97</c:v>
                </c:pt>
                <c:pt idx="86225">
                  <c:v>15.29</c:v>
                </c:pt>
                <c:pt idx="86226">
                  <c:v>98.97</c:v>
                </c:pt>
                <c:pt idx="86227">
                  <c:v>127.96</c:v>
                </c:pt>
                <c:pt idx="86228">
                  <c:v>93.11</c:v>
                </c:pt>
                <c:pt idx="86229">
                  <c:v>100.39</c:v>
                </c:pt>
                <c:pt idx="86230">
                  <c:v>119.75</c:v>
                </c:pt>
                <c:pt idx="86231">
                  <c:v>65.42</c:v>
                </c:pt>
                <c:pt idx="86232">
                  <c:v>66.489999999999995</c:v>
                </c:pt>
                <c:pt idx="86233">
                  <c:v>183.86</c:v>
                </c:pt>
                <c:pt idx="86234">
                  <c:v>205.64</c:v>
                </c:pt>
                <c:pt idx="86235">
                  <c:v>234.44</c:v>
                </c:pt>
                <c:pt idx="86236">
                  <c:v>82.89</c:v>
                </c:pt>
                <c:pt idx="86237">
                  <c:v>72.459999999999994</c:v>
                </c:pt>
                <c:pt idx="86238">
                  <c:v>55.23</c:v>
                </c:pt>
                <c:pt idx="86239">
                  <c:v>60.13</c:v>
                </c:pt>
                <c:pt idx="86240">
                  <c:v>83.14</c:v>
                </c:pt>
                <c:pt idx="86241">
                  <c:v>89.98</c:v>
                </c:pt>
                <c:pt idx="86242">
                  <c:v>79.959999999999994</c:v>
                </c:pt>
                <c:pt idx="86243">
                  <c:v>58.48</c:v>
                </c:pt>
                <c:pt idx="86244">
                  <c:v>92.47</c:v>
                </c:pt>
                <c:pt idx="86245">
                  <c:v>54.99</c:v>
                </c:pt>
                <c:pt idx="86246">
                  <c:v>92.47</c:v>
                </c:pt>
                <c:pt idx="86247">
                  <c:v>88.28</c:v>
                </c:pt>
                <c:pt idx="86248">
                  <c:v>86.49</c:v>
                </c:pt>
                <c:pt idx="86249">
                  <c:v>79.98</c:v>
                </c:pt>
                <c:pt idx="86250">
                  <c:v>79.98</c:v>
                </c:pt>
                <c:pt idx="86251">
                  <c:v>70.48</c:v>
                </c:pt>
                <c:pt idx="86252">
                  <c:v>54.99</c:v>
                </c:pt>
                <c:pt idx="86253">
                  <c:v>70.48</c:v>
                </c:pt>
                <c:pt idx="86254">
                  <c:v>86.49</c:v>
                </c:pt>
                <c:pt idx="86255">
                  <c:v>54.99</c:v>
                </c:pt>
                <c:pt idx="86256">
                  <c:v>88.28</c:v>
                </c:pt>
                <c:pt idx="86257">
                  <c:v>104.98</c:v>
                </c:pt>
                <c:pt idx="86258">
                  <c:v>104.98</c:v>
                </c:pt>
                <c:pt idx="86259">
                  <c:v>54.99</c:v>
                </c:pt>
                <c:pt idx="86260">
                  <c:v>81.97</c:v>
                </c:pt>
                <c:pt idx="86261">
                  <c:v>85.98</c:v>
                </c:pt>
                <c:pt idx="86262">
                  <c:v>65.989999999999995</c:v>
                </c:pt>
                <c:pt idx="86263">
                  <c:v>79.989999999999995</c:v>
                </c:pt>
                <c:pt idx="86264">
                  <c:v>132.06</c:v>
                </c:pt>
                <c:pt idx="86265">
                  <c:v>84.99</c:v>
                </c:pt>
                <c:pt idx="86266">
                  <c:v>78.66</c:v>
                </c:pt>
                <c:pt idx="86267">
                  <c:v>55.96</c:v>
                </c:pt>
                <c:pt idx="86268">
                  <c:v>79.989999999999995</c:v>
                </c:pt>
                <c:pt idx="86269">
                  <c:v>79.989999999999995</c:v>
                </c:pt>
                <c:pt idx="86270">
                  <c:v>83.95</c:v>
                </c:pt>
                <c:pt idx="86271">
                  <c:v>87.96</c:v>
                </c:pt>
                <c:pt idx="86272">
                  <c:v>135.94999999999999</c:v>
                </c:pt>
                <c:pt idx="86273">
                  <c:v>70.98</c:v>
                </c:pt>
                <c:pt idx="86274">
                  <c:v>78.959999999999994</c:v>
                </c:pt>
                <c:pt idx="86275">
                  <c:v>68.36</c:v>
                </c:pt>
                <c:pt idx="86276">
                  <c:v>87.49</c:v>
                </c:pt>
                <c:pt idx="86277">
                  <c:v>71.489999999999995</c:v>
                </c:pt>
                <c:pt idx="86278">
                  <c:v>50.74</c:v>
                </c:pt>
                <c:pt idx="86279">
                  <c:v>-87.49</c:v>
                </c:pt>
                <c:pt idx="86280">
                  <c:v>172.48</c:v>
                </c:pt>
                <c:pt idx="86281">
                  <c:v>222.67</c:v>
                </c:pt>
                <c:pt idx="86282">
                  <c:v>87.07</c:v>
                </c:pt>
                <c:pt idx="86283">
                  <c:v>87.07</c:v>
                </c:pt>
                <c:pt idx="86284">
                  <c:v>108.84</c:v>
                </c:pt>
                <c:pt idx="86285">
                  <c:v>124.56</c:v>
                </c:pt>
                <c:pt idx="86286">
                  <c:v>108.84</c:v>
                </c:pt>
                <c:pt idx="86287">
                  <c:v>124.56</c:v>
                </c:pt>
                <c:pt idx="86288">
                  <c:v>100.98</c:v>
                </c:pt>
                <c:pt idx="86289">
                  <c:v>129.97999999999999</c:v>
                </c:pt>
                <c:pt idx="86290">
                  <c:v>49.99</c:v>
                </c:pt>
                <c:pt idx="86291">
                  <c:v>125.97</c:v>
                </c:pt>
                <c:pt idx="86292">
                  <c:v>159.69999999999999</c:v>
                </c:pt>
                <c:pt idx="86293">
                  <c:v>143.35</c:v>
                </c:pt>
                <c:pt idx="86294">
                  <c:v>88.91</c:v>
                </c:pt>
                <c:pt idx="86295">
                  <c:v>88.91</c:v>
                </c:pt>
                <c:pt idx="86296">
                  <c:v>248.51</c:v>
                </c:pt>
                <c:pt idx="86297">
                  <c:v>143.35</c:v>
                </c:pt>
                <c:pt idx="86298">
                  <c:v>159.69999999999999</c:v>
                </c:pt>
                <c:pt idx="86299">
                  <c:v>248.51</c:v>
                </c:pt>
                <c:pt idx="86300">
                  <c:v>74.95</c:v>
                </c:pt>
                <c:pt idx="86301">
                  <c:v>54.96</c:v>
                </c:pt>
                <c:pt idx="86302">
                  <c:v>59.96</c:v>
                </c:pt>
                <c:pt idx="86303">
                  <c:v>92.44</c:v>
                </c:pt>
                <c:pt idx="86304">
                  <c:v>71.97</c:v>
                </c:pt>
                <c:pt idx="86305">
                  <c:v>79.989999999999995</c:v>
                </c:pt>
                <c:pt idx="86306">
                  <c:v>84.99</c:v>
                </c:pt>
                <c:pt idx="86307">
                  <c:v>79.989999999999995</c:v>
                </c:pt>
                <c:pt idx="86308">
                  <c:v>79.989999999999995</c:v>
                </c:pt>
                <c:pt idx="86309">
                  <c:v>79.98</c:v>
                </c:pt>
                <c:pt idx="86310">
                  <c:v>119.97</c:v>
                </c:pt>
                <c:pt idx="86311">
                  <c:v>67.98</c:v>
                </c:pt>
                <c:pt idx="86312">
                  <c:v>131.97999999999999</c:v>
                </c:pt>
                <c:pt idx="86313">
                  <c:v>65.989999999999995</c:v>
                </c:pt>
                <c:pt idx="86314">
                  <c:v>65.989999999999995</c:v>
                </c:pt>
                <c:pt idx="86315">
                  <c:v>73.98</c:v>
                </c:pt>
                <c:pt idx="86316">
                  <c:v>84.99</c:v>
                </c:pt>
                <c:pt idx="86317">
                  <c:v>83.09</c:v>
                </c:pt>
                <c:pt idx="86318">
                  <c:v>84.99</c:v>
                </c:pt>
                <c:pt idx="86319">
                  <c:v>50.98</c:v>
                </c:pt>
                <c:pt idx="86320">
                  <c:v>65.98</c:v>
                </c:pt>
                <c:pt idx="86321">
                  <c:v>31.49</c:v>
                </c:pt>
                <c:pt idx="86322">
                  <c:v>94.98</c:v>
                </c:pt>
                <c:pt idx="86323">
                  <c:v>68.98</c:v>
                </c:pt>
                <c:pt idx="86324">
                  <c:v>104.97</c:v>
                </c:pt>
                <c:pt idx="86325">
                  <c:v>65.19</c:v>
                </c:pt>
                <c:pt idx="86326">
                  <c:v>72.239999999999995</c:v>
                </c:pt>
                <c:pt idx="86327">
                  <c:v>131.56</c:v>
                </c:pt>
                <c:pt idx="86328">
                  <c:v>68.989999999999995</c:v>
                </c:pt>
                <c:pt idx="86329">
                  <c:v>68.989999999999995</c:v>
                </c:pt>
                <c:pt idx="86330">
                  <c:v>182.96</c:v>
                </c:pt>
                <c:pt idx="86331">
                  <c:v>98.47</c:v>
                </c:pt>
                <c:pt idx="86332">
                  <c:v>90.97</c:v>
                </c:pt>
                <c:pt idx="86333">
                  <c:v>206.96</c:v>
                </c:pt>
                <c:pt idx="86334">
                  <c:v>58.64</c:v>
                </c:pt>
                <c:pt idx="86335">
                  <c:v>-13</c:v>
                </c:pt>
                <c:pt idx="86336">
                  <c:v>72.239999999999995</c:v>
                </c:pt>
                <c:pt idx="86337">
                  <c:v>114.98</c:v>
                </c:pt>
                <c:pt idx="86338">
                  <c:v>52.18</c:v>
                </c:pt>
                <c:pt idx="86339">
                  <c:v>89.98</c:v>
                </c:pt>
                <c:pt idx="86340">
                  <c:v>-114.98</c:v>
                </c:pt>
                <c:pt idx="86341">
                  <c:v>-22.6</c:v>
                </c:pt>
                <c:pt idx="86342">
                  <c:v>154.38999999999999</c:v>
                </c:pt>
                <c:pt idx="86343">
                  <c:v>108.78</c:v>
                </c:pt>
                <c:pt idx="86344">
                  <c:v>140.34</c:v>
                </c:pt>
                <c:pt idx="86345">
                  <c:v>202.03</c:v>
                </c:pt>
                <c:pt idx="86346">
                  <c:v>48.38</c:v>
                </c:pt>
                <c:pt idx="86347">
                  <c:v>159.69999999999999</c:v>
                </c:pt>
                <c:pt idx="86348">
                  <c:v>79.849999999999994</c:v>
                </c:pt>
                <c:pt idx="86349">
                  <c:v>54.95</c:v>
                </c:pt>
                <c:pt idx="86350">
                  <c:v>54.95</c:v>
                </c:pt>
                <c:pt idx="86351">
                  <c:v>69.959999999999994</c:v>
                </c:pt>
                <c:pt idx="86352">
                  <c:v>69.959999999999994</c:v>
                </c:pt>
                <c:pt idx="86353">
                  <c:v>77.97</c:v>
                </c:pt>
                <c:pt idx="86354">
                  <c:v>99.98</c:v>
                </c:pt>
                <c:pt idx="86355">
                  <c:v>153.97</c:v>
                </c:pt>
                <c:pt idx="86356">
                  <c:v>153.97</c:v>
                </c:pt>
                <c:pt idx="86357">
                  <c:v>99.98</c:v>
                </c:pt>
                <c:pt idx="86358">
                  <c:v>77.97</c:v>
                </c:pt>
                <c:pt idx="86359">
                  <c:v>293.89999999999998</c:v>
                </c:pt>
                <c:pt idx="86360">
                  <c:v>287.89</c:v>
                </c:pt>
                <c:pt idx="86361">
                  <c:v>199.21</c:v>
                </c:pt>
                <c:pt idx="86362">
                  <c:v>263.66000000000003</c:v>
                </c:pt>
                <c:pt idx="86363">
                  <c:v>176.59</c:v>
                </c:pt>
                <c:pt idx="86364">
                  <c:v>59.48</c:v>
                </c:pt>
                <c:pt idx="86365">
                  <c:v>54.82</c:v>
                </c:pt>
                <c:pt idx="86366">
                  <c:v>55.78</c:v>
                </c:pt>
                <c:pt idx="86367">
                  <c:v>48.58</c:v>
                </c:pt>
                <c:pt idx="86368">
                  <c:v>78.260000000000005</c:v>
                </c:pt>
                <c:pt idx="86369">
                  <c:v>58.72</c:v>
                </c:pt>
                <c:pt idx="86370">
                  <c:v>76.930000000000007</c:v>
                </c:pt>
                <c:pt idx="86371">
                  <c:v>100.52</c:v>
                </c:pt>
                <c:pt idx="86372">
                  <c:v>67.98</c:v>
                </c:pt>
                <c:pt idx="86373">
                  <c:v>87.92</c:v>
                </c:pt>
                <c:pt idx="86374">
                  <c:v>67.98</c:v>
                </c:pt>
                <c:pt idx="86375">
                  <c:v>14.97</c:v>
                </c:pt>
                <c:pt idx="86376">
                  <c:v>71.92</c:v>
                </c:pt>
                <c:pt idx="86377">
                  <c:v>89.97</c:v>
                </c:pt>
                <c:pt idx="86378">
                  <c:v>124.97</c:v>
                </c:pt>
                <c:pt idx="86379">
                  <c:v>61.17</c:v>
                </c:pt>
                <c:pt idx="86380">
                  <c:v>53.97</c:v>
                </c:pt>
                <c:pt idx="86381">
                  <c:v>52.35</c:v>
                </c:pt>
                <c:pt idx="86382">
                  <c:v>53.97</c:v>
                </c:pt>
                <c:pt idx="86383">
                  <c:v>53.97</c:v>
                </c:pt>
                <c:pt idx="86384">
                  <c:v>172.42</c:v>
                </c:pt>
                <c:pt idx="86385">
                  <c:v>99.98</c:v>
                </c:pt>
                <c:pt idx="86386">
                  <c:v>202.4</c:v>
                </c:pt>
                <c:pt idx="86387">
                  <c:v>65.459999999999994</c:v>
                </c:pt>
                <c:pt idx="86388">
                  <c:v>48.42</c:v>
                </c:pt>
                <c:pt idx="86389">
                  <c:v>97.94</c:v>
                </c:pt>
                <c:pt idx="86390">
                  <c:v>97.15</c:v>
                </c:pt>
                <c:pt idx="86391">
                  <c:v>61.96</c:v>
                </c:pt>
                <c:pt idx="86392">
                  <c:v>44.48</c:v>
                </c:pt>
                <c:pt idx="86393">
                  <c:v>102.82</c:v>
                </c:pt>
                <c:pt idx="86394">
                  <c:v>50.97</c:v>
                </c:pt>
                <c:pt idx="86395">
                  <c:v>59.95</c:v>
                </c:pt>
                <c:pt idx="86396">
                  <c:v>179.96</c:v>
                </c:pt>
                <c:pt idx="86397">
                  <c:v>159.97999999999999</c:v>
                </c:pt>
                <c:pt idx="86398">
                  <c:v>23.98</c:v>
                </c:pt>
                <c:pt idx="86399">
                  <c:v>179.96</c:v>
                </c:pt>
                <c:pt idx="86400">
                  <c:v>84.99</c:v>
                </c:pt>
                <c:pt idx="86401">
                  <c:v>84.99</c:v>
                </c:pt>
                <c:pt idx="86402">
                  <c:v>18.989999999999998</c:v>
                </c:pt>
                <c:pt idx="86403">
                  <c:v>84.99</c:v>
                </c:pt>
                <c:pt idx="86404">
                  <c:v>72.239999999999995</c:v>
                </c:pt>
                <c:pt idx="86405">
                  <c:v>84.99</c:v>
                </c:pt>
                <c:pt idx="86406">
                  <c:v>68.989999999999995</c:v>
                </c:pt>
                <c:pt idx="86407">
                  <c:v>88.98</c:v>
                </c:pt>
                <c:pt idx="86408">
                  <c:v>84.99</c:v>
                </c:pt>
                <c:pt idx="86409">
                  <c:v>99.98</c:v>
                </c:pt>
                <c:pt idx="86410">
                  <c:v>80.98</c:v>
                </c:pt>
                <c:pt idx="86411">
                  <c:v>84.99</c:v>
                </c:pt>
                <c:pt idx="86412">
                  <c:v>84.99</c:v>
                </c:pt>
                <c:pt idx="86413">
                  <c:v>65.989999999999995</c:v>
                </c:pt>
                <c:pt idx="86414">
                  <c:v>84.99</c:v>
                </c:pt>
                <c:pt idx="86415">
                  <c:v>60.18</c:v>
                </c:pt>
                <c:pt idx="86416">
                  <c:v>80.97</c:v>
                </c:pt>
                <c:pt idx="86417">
                  <c:v>50.97</c:v>
                </c:pt>
                <c:pt idx="86418">
                  <c:v>59.96</c:v>
                </c:pt>
                <c:pt idx="86419">
                  <c:v>91.96</c:v>
                </c:pt>
                <c:pt idx="86420">
                  <c:v>68.97</c:v>
                </c:pt>
                <c:pt idx="86421">
                  <c:v>73.239999999999995</c:v>
                </c:pt>
                <c:pt idx="86422">
                  <c:v>89.97</c:v>
                </c:pt>
                <c:pt idx="86423">
                  <c:v>63.32</c:v>
                </c:pt>
                <c:pt idx="86424">
                  <c:v>62.52</c:v>
                </c:pt>
                <c:pt idx="86425">
                  <c:v>63.32</c:v>
                </c:pt>
                <c:pt idx="86426">
                  <c:v>63.96</c:v>
                </c:pt>
                <c:pt idx="86427">
                  <c:v>116.33</c:v>
                </c:pt>
                <c:pt idx="86428">
                  <c:v>79.95</c:v>
                </c:pt>
                <c:pt idx="86429">
                  <c:v>63.96</c:v>
                </c:pt>
                <c:pt idx="86430">
                  <c:v>62.79</c:v>
                </c:pt>
                <c:pt idx="86431">
                  <c:v>46.47</c:v>
                </c:pt>
                <c:pt idx="86432">
                  <c:v>67.97</c:v>
                </c:pt>
                <c:pt idx="86433">
                  <c:v>62.47</c:v>
                </c:pt>
                <c:pt idx="86434">
                  <c:v>62.57</c:v>
                </c:pt>
                <c:pt idx="86435">
                  <c:v>48.89</c:v>
                </c:pt>
                <c:pt idx="86436">
                  <c:v>49.59</c:v>
                </c:pt>
                <c:pt idx="86437">
                  <c:v>77.39</c:v>
                </c:pt>
                <c:pt idx="86438">
                  <c:v>71.86</c:v>
                </c:pt>
                <c:pt idx="86439">
                  <c:v>137.96</c:v>
                </c:pt>
                <c:pt idx="86440">
                  <c:v>99.98</c:v>
                </c:pt>
                <c:pt idx="86441">
                  <c:v>99.97</c:v>
                </c:pt>
                <c:pt idx="86442">
                  <c:v>99.98</c:v>
                </c:pt>
                <c:pt idx="86443">
                  <c:v>79.98</c:v>
                </c:pt>
                <c:pt idx="86444">
                  <c:v>79.98</c:v>
                </c:pt>
                <c:pt idx="86445">
                  <c:v>79.98</c:v>
                </c:pt>
                <c:pt idx="86446">
                  <c:v>119.97</c:v>
                </c:pt>
                <c:pt idx="86447">
                  <c:v>29.29</c:v>
                </c:pt>
                <c:pt idx="86448">
                  <c:v>32.29</c:v>
                </c:pt>
                <c:pt idx="86449">
                  <c:v>80.72</c:v>
                </c:pt>
                <c:pt idx="86450">
                  <c:v>41.29</c:v>
                </c:pt>
                <c:pt idx="86451">
                  <c:v>50.98</c:v>
                </c:pt>
                <c:pt idx="86452">
                  <c:v>51.29</c:v>
                </c:pt>
                <c:pt idx="86453">
                  <c:v>96.27</c:v>
                </c:pt>
                <c:pt idx="86454">
                  <c:v>32.29</c:v>
                </c:pt>
                <c:pt idx="86455">
                  <c:v>58.98</c:v>
                </c:pt>
                <c:pt idx="86456">
                  <c:v>51.29</c:v>
                </c:pt>
                <c:pt idx="86457">
                  <c:v>79.98</c:v>
                </c:pt>
                <c:pt idx="86458">
                  <c:v>159.96</c:v>
                </c:pt>
                <c:pt idx="86459">
                  <c:v>83.07</c:v>
                </c:pt>
                <c:pt idx="86460">
                  <c:v>53.56</c:v>
                </c:pt>
                <c:pt idx="86461">
                  <c:v>76.97</c:v>
                </c:pt>
                <c:pt idx="86462">
                  <c:v>54.95</c:v>
                </c:pt>
                <c:pt idx="86463">
                  <c:v>54.95</c:v>
                </c:pt>
                <c:pt idx="86464">
                  <c:v>54.95</c:v>
                </c:pt>
                <c:pt idx="86465">
                  <c:v>54.95</c:v>
                </c:pt>
                <c:pt idx="86466">
                  <c:v>114.97</c:v>
                </c:pt>
                <c:pt idx="86467">
                  <c:v>131.97999999999999</c:v>
                </c:pt>
                <c:pt idx="86468">
                  <c:v>74.95</c:v>
                </c:pt>
                <c:pt idx="86469">
                  <c:v>159.97999999999999</c:v>
                </c:pt>
                <c:pt idx="86470">
                  <c:v>59.98</c:v>
                </c:pt>
                <c:pt idx="86471">
                  <c:v>59.98</c:v>
                </c:pt>
                <c:pt idx="86472">
                  <c:v>59.98</c:v>
                </c:pt>
                <c:pt idx="86473">
                  <c:v>99.96</c:v>
                </c:pt>
                <c:pt idx="86474">
                  <c:v>59.98</c:v>
                </c:pt>
                <c:pt idx="86475">
                  <c:v>59.98</c:v>
                </c:pt>
                <c:pt idx="86476">
                  <c:v>59.98</c:v>
                </c:pt>
                <c:pt idx="86477">
                  <c:v>74.95</c:v>
                </c:pt>
                <c:pt idx="86478">
                  <c:v>74.95</c:v>
                </c:pt>
                <c:pt idx="86479">
                  <c:v>259.92</c:v>
                </c:pt>
                <c:pt idx="86480">
                  <c:v>74.95</c:v>
                </c:pt>
                <c:pt idx="86481">
                  <c:v>89.94</c:v>
                </c:pt>
                <c:pt idx="86482">
                  <c:v>147.96</c:v>
                </c:pt>
                <c:pt idx="86483">
                  <c:v>147.96</c:v>
                </c:pt>
                <c:pt idx="86484">
                  <c:v>133.16</c:v>
                </c:pt>
                <c:pt idx="86485">
                  <c:v>147.96</c:v>
                </c:pt>
                <c:pt idx="86486">
                  <c:v>79.98</c:v>
                </c:pt>
                <c:pt idx="86487">
                  <c:v>55.98</c:v>
                </c:pt>
                <c:pt idx="86488">
                  <c:v>150.94</c:v>
                </c:pt>
                <c:pt idx="86489">
                  <c:v>59.38</c:v>
                </c:pt>
                <c:pt idx="86490">
                  <c:v>59.26</c:v>
                </c:pt>
                <c:pt idx="86491">
                  <c:v>57.38</c:v>
                </c:pt>
                <c:pt idx="86492">
                  <c:v>69.989999999999995</c:v>
                </c:pt>
                <c:pt idx="86493">
                  <c:v>94.96</c:v>
                </c:pt>
                <c:pt idx="86494">
                  <c:v>29.29</c:v>
                </c:pt>
                <c:pt idx="86495">
                  <c:v>46.29</c:v>
                </c:pt>
                <c:pt idx="86496">
                  <c:v>46.1</c:v>
                </c:pt>
                <c:pt idx="86497">
                  <c:v>29.29</c:v>
                </c:pt>
                <c:pt idx="86498">
                  <c:v>5.28</c:v>
                </c:pt>
                <c:pt idx="86499">
                  <c:v>24.94</c:v>
                </c:pt>
                <c:pt idx="86500">
                  <c:v>29.94</c:v>
                </c:pt>
                <c:pt idx="86501">
                  <c:v>46.29</c:v>
                </c:pt>
                <c:pt idx="86502">
                  <c:v>46.94</c:v>
                </c:pt>
                <c:pt idx="86503">
                  <c:v>63.98</c:v>
                </c:pt>
                <c:pt idx="86504">
                  <c:v>94.95</c:v>
                </c:pt>
                <c:pt idx="86505">
                  <c:v>94.95</c:v>
                </c:pt>
                <c:pt idx="86506">
                  <c:v>94.95</c:v>
                </c:pt>
                <c:pt idx="86507">
                  <c:v>75.959999999999994</c:v>
                </c:pt>
                <c:pt idx="86508">
                  <c:v>58.98</c:v>
                </c:pt>
                <c:pt idx="86509">
                  <c:v>123.95</c:v>
                </c:pt>
                <c:pt idx="86510">
                  <c:v>69.98</c:v>
                </c:pt>
                <c:pt idx="86511">
                  <c:v>91.96</c:v>
                </c:pt>
                <c:pt idx="86512">
                  <c:v>59.96</c:v>
                </c:pt>
                <c:pt idx="86513">
                  <c:v>31.93</c:v>
                </c:pt>
                <c:pt idx="86514">
                  <c:v>59.96</c:v>
                </c:pt>
                <c:pt idx="86515">
                  <c:v>31.28</c:v>
                </c:pt>
                <c:pt idx="86516">
                  <c:v>59.96</c:v>
                </c:pt>
                <c:pt idx="86517">
                  <c:v>59.96</c:v>
                </c:pt>
                <c:pt idx="86518">
                  <c:v>84.78</c:v>
                </c:pt>
                <c:pt idx="86519">
                  <c:v>16.29</c:v>
                </c:pt>
                <c:pt idx="86520">
                  <c:v>31.28</c:v>
                </c:pt>
                <c:pt idx="86521">
                  <c:v>31.28</c:v>
                </c:pt>
                <c:pt idx="86522">
                  <c:v>108.97</c:v>
                </c:pt>
                <c:pt idx="86523">
                  <c:v>84.99</c:v>
                </c:pt>
                <c:pt idx="86524">
                  <c:v>96.98</c:v>
                </c:pt>
                <c:pt idx="86525">
                  <c:v>99.98</c:v>
                </c:pt>
                <c:pt idx="86526">
                  <c:v>54.99</c:v>
                </c:pt>
                <c:pt idx="86527">
                  <c:v>55.24</c:v>
                </c:pt>
                <c:pt idx="86528">
                  <c:v>102.97</c:v>
                </c:pt>
                <c:pt idx="86529">
                  <c:v>75.98</c:v>
                </c:pt>
                <c:pt idx="86530">
                  <c:v>30.27</c:v>
                </c:pt>
                <c:pt idx="86531">
                  <c:v>104.98</c:v>
                </c:pt>
                <c:pt idx="86532">
                  <c:v>51.98</c:v>
                </c:pt>
                <c:pt idx="86533">
                  <c:v>11.99</c:v>
                </c:pt>
                <c:pt idx="86534">
                  <c:v>119.75</c:v>
                </c:pt>
                <c:pt idx="86535">
                  <c:v>-19.989999999999998</c:v>
                </c:pt>
                <c:pt idx="86536">
                  <c:v>96.16</c:v>
                </c:pt>
                <c:pt idx="86537">
                  <c:v>72.55</c:v>
                </c:pt>
                <c:pt idx="86538">
                  <c:v>72.56</c:v>
                </c:pt>
                <c:pt idx="86539">
                  <c:v>-5</c:v>
                </c:pt>
                <c:pt idx="86540">
                  <c:v>71.8</c:v>
                </c:pt>
                <c:pt idx="86541">
                  <c:v>72.53</c:v>
                </c:pt>
                <c:pt idx="86542">
                  <c:v>71.11</c:v>
                </c:pt>
                <c:pt idx="86543">
                  <c:v>71.27</c:v>
                </c:pt>
                <c:pt idx="86544">
                  <c:v>64.55</c:v>
                </c:pt>
                <c:pt idx="86545">
                  <c:v>63.98</c:v>
                </c:pt>
                <c:pt idx="86546">
                  <c:v>64.97</c:v>
                </c:pt>
                <c:pt idx="86547">
                  <c:v>84.18</c:v>
                </c:pt>
                <c:pt idx="86548">
                  <c:v>107.96</c:v>
                </c:pt>
                <c:pt idx="86549">
                  <c:v>103.98</c:v>
                </c:pt>
                <c:pt idx="86550">
                  <c:v>73.48</c:v>
                </c:pt>
                <c:pt idx="86551">
                  <c:v>54.99</c:v>
                </c:pt>
                <c:pt idx="86552">
                  <c:v>91.98</c:v>
                </c:pt>
                <c:pt idx="86553">
                  <c:v>75.87</c:v>
                </c:pt>
                <c:pt idx="86554">
                  <c:v>78.87</c:v>
                </c:pt>
                <c:pt idx="86555">
                  <c:v>164.97</c:v>
                </c:pt>
                <c:pt idx="86556">
                  <c:v>56.77</c:v>
                </c:pt>
                <c:pt idx="86557">
                  <c:v>59.98</c:v>
                </c:pt>
                <c:pt idx="86558">
                  <c:v>59.98</c:v>
                </c:pt>
                <c:pt idx="86559">
                  <c:v>50.97</c:v>
                </c:pt>
                <c:pt idx="86560">
                  <c:v>89.97</c:v>
                </c:pt>
                <c:pt idx="86561">
                  <c:v>31.29</c:v>
                </c:pt>
                <c:pt idx="86562">
                  <c:v>29.99</c:v>
                </c:pt>
                <c:pt idx="86563">
                  <c:v>64.98</c:v>
                </c:pt>
                <c:pt idx="86564">
                  <c:v>61.48</c:v>
                </c:pt>
                <c:pt idx="86565">
                  <c:v>59.98</c:v>
                </c:pt>
                <c:pt idx="86566">
                  <c:v>-73.98</c:v>
                </c:pt>
                <c:pt idx="86567">
                  <c:v>51.49</c:v>
                </c:pt>
                <c:pt idx="86568">
                  <c:v>29.48</c:v>
                </c:pt>
                <c:pt idx="86569">
                  <c:v>55.96</c:v>
                </c:pt>
                <c:pt idx="86570">
                  <c:v>29.48</c:v>
                </c:pt>
                <c:pt idx="86571">
                  <c:v>73.98</c:v>
                </c:pt>
                <c:pt idx="86572">
                  <c:v>29.48</c:v>
                </c:pt>
                <c:pt idx="86573">
                  <c:v>29.48</c:v>
                </c:pt>
                <c:pt idx="86574">
                  <c:v>29.48</c:v>
                </c:pt>
                <c:pt idx="86575">
                  <c:v>30.23</c:v>
                </c:pt>
                <c:pt idx="86576">
                  <c:v>55.96</c:v>
                </c:pt>
                <c:pt idx="86577">
                  <c:v>29.48</c:v>
                </c:pt>
                <c:pt idx="86578">
                  <c:v>29.48</c:v>
                </c:pt>
                <c:pt idx="86579">
                  <c:v>80.540000000000006</c:v>
                </c:pt>
                <c:pt idx="86580">
                  <c:v>67.12</c:v>
                </c:pt>
                <c:pt idx="86581">
                  <c:v>59.56</c:v>
                </c:pt>
                <c:pt idx="86582">
                  <c:v>61.17</c:v>
                </c:pt>
                <c:pt idx="86583">
                  <c:v>67.47</c:v>
                </c:pt>
                <c:pt idx="86584">
                  <c:v>52.79</c:v>
                </c:pt>
                <c:pt idx="86585">
                  <c:v>45.99</c:v>
                </c:pt>
                <c:pt idx="86586">
                  <c:v>105.22</c:v>
                </c:pt>
                <c:pt idx="86587">
                  <c:v>89.98</c:v>
                </c:pt>
                <c:pt idx="86588">
                  <c:v>109.97</c:v>
                </c:pt>
                <c:pt idx="86589">
                  <c:v>99.96</c:v>
                </c:pt>
                <c:pt idx="86590">
                  <c:v>89.98</c:v>
                </c:pt>
                <c:pt idx="86591">
                  <c:v>85.98</c:v>
                </c:pt>
                <c:pt idx="86592">
                  <c:v>59.39</c:v>
                </c:pt>
                <c:pt idx="86593">
                  <c:v>64.98</c:v>
                </c:pt>
                <c:pt idx="86594">
                  <c:v>22.48</c:v>
                </c:pt>
                <c:pt idx="86595">
                  <c:v>13.19</c:v>
                </c:pt>
                <c:pt idx="86596">
                  <c:v>60.18</c:v>
                </c:pt>
                <c:pt idx="86597">
                  <c:v>26.49</c:v>
                </c:pt>
                <c:pt idx="86598">
                  <c:v>65.2</c:v>
                </c:pt>
                <c:pt idx="86599">
                  <c:v>53.98</c:v>
                </c:pt>
                <c:pt idx="86600">
                  <c:v>63.98</c:v>
                </c:pt>
                <c:pt idx="86601">
                  <c:v>110.98</c:v>
                </c:pt>
                <c:pt idx="86602">
                  <c:v>339.96</c:v>
                </c:pt>
                <c:pt idx="86603">
                  <c:v>239.97</c:v>
                </c:pt>
                <c:pt idx="86604">
                  <c:v>94.95</c:v>
                </c:pt>
                <c:pt idx="86605">
                  <c:v>94.95</c:v>
                </c:pt>
                <c:pt idx="86606">
                  <c:v>94.95</c:v>
                </c:pt>
                <c:pt idx="86607">
                  <c:v>94.95</c:v>
                </c:pt>
                <c:pt idx="86608">
                  <c:v>94.95</c:v>
                </c:pt>
                <c:pt idx="86609">
                  <c:v>299.89999999999998</c:v>
                </c:pt>
                <c:pt idx="86610">
                  <c:v>269.89999999999998</c:v>
                </c:pt>
                <c:pt idx="86611">
                  <c:v>59.98</c:v>
                </c:pt>
                <c:pt idx="86612">
                  <c:v>59.98</c:v>
                </c:pt>
                <c:pt idx="86613">
                  <c:v>89.97</c:v>
                </c:pt>
                <c:pt idx="86614">
                  <c:v>89.97</c:v>
                </c:pt>
                <c:pt idx="86615">
                  <c:v>119.96</c:v>
                </c:pt>
                <c:pt idx="86616">
                  <c:v>59.98</c:v>
                </c:pt>
                <c:pt idx="86617">
                  <c:v>59.98</c:v>
                </c:pt>
                <c:pt idx="86618">
                  <c:v>59.98</c:v>
                </c:pt>
                <c:pt idx="86619">
                  <c:v>59.98</c:v>
                </c:pt>
                <c:pt idx="86620">
                  <c:v>74.97</c:v>
                </c:pt>
                <c:pt idx="86621">
                  <c:v>89.97</c:v>
                </c:pt>
                <c:pt idx="86622">
                  <c:v>104.97</c:v>
                </c:pt>
                <c:pt idx="86623">
                  <c:v>21.49</c:v>
                </c:pt>
                <c:pt idx="86624">
                  <c:v>74.98</c:v>
                </c:pt>
                <c:pt idx="86625">
                  <c:v>39.24</c:v>
                </c:pt>
                <c:pt idx="86626">
                  <c:v>61.98</c:v>
                </c:pt>
                <c:pt idx="86627">
                  <c:v>73.98</c:v>
                </c:pt>
                <c:pt idx="86628">
                  <c:v>75.48</c:v>
                </c:pt>
                <c:pt idx="86629">
                  <c:v>73.98</c:v>
                </c:pt>
                <c:pt idx="86630">
                  <c:v>35.76</c:v>
                </c:pt>
                <c:pt idx="86631">
                  <c:v>73.98</c:v>
                </c:pt>
                <c:pt idx="86632">
                  <c:v>17.489999999999998</c:v>
                </c:pt>
                <c:pt idx="86633">
                  <c:v>20.23</c:v>
                </c:pt>
                <c:pt idx="86634">
                  <c:v>19.48</c:v>
                </c:pt>
                <c:pt idx="86635">
                  <c:v>19.48</c:v>
                </c:pt>
                <c:pt idx="86636">
                  <c:v>21.98</c:v>
                </c:pt>
                <c:pt idx="86637">
                  <c:v>19.28</c:v>
                </c:pt>
                <c:pt idx="86638">
                  <c:v>20.23</c:v>
                </c:pt>
                <c:pt idx="86639">
                  <c:v>19.48</c:v>
                </c:pt>
                <c:pt idx="86640">
                  <c:v>59.98</c:v>
                </c:pt>
                <c:pt idx="86641">
                  <c:v>157.24</c:v>
                </c:pt>
                <c:pt idx="86642">
                  <c:v>65.3</c:v>
                </c:pt>
                <c:pt idx="86643">
                  <c:v>134.29</c:v>
                </c:pt>
                <c:pt idx="86644">
                  <c:v>96.78</c:v>
                </c:pt>
                <c:pt idx="86645">
                  <c:v>76.209999999999994</c:v>
                </c:pt>
                <c:pt idx="86646">
                  <c:v>97.93</c:v>
                </c:pt>
                <c:pt idx="86647">
                  <c:v>50.97</c:v>
                </c:pt>
                <c:pt idx="86648">
                  <c:v>59.32</c:v>
                </c:pt>
                <c:pt idx="86649">
                  <c:v>53.96</c:v>
                </c:pt>
                <c:pt idx="86650">
                  <c:v>50.97</c:v>
                </c:pt>
                <c:pt idx="86651">
                  <c:v>62.97</c:v>
                </c:pt>
                <c:pt idx="86652">
                  <c:v>59.96</c:v>
                </c:pt>
                <c:pt idx="86653">
                  <c:v>51.29</c:v>
                </c:pt>
                <c:pt idx="86654">
                  <c:v>93.98</c:v>
                </c:pt>
                <c:pt idx="86655">
                  <c:v>84.99</c:v>
                </c:pt>
                <c:pt idx="86656">
                  <c:v>84.99</c:v>
                </c:pt>
                <c:pt idx="86657">
                  <c:v>84.99</c:v>
                </c:pt>
                <c:pt idx="86658">
                  <c:v>69.98</c:v>
                </c:pt>
                <c:pt idx="86659">
                  <c:v>16.489999999999998</c:v>
                </c:pt>
                <c:pt idx="86660">
                  <c:v>70.930000000000007</c:v>
                </c:pt>
                <c:pt idx="86661">
                  <c:v>15.49</c:v>
                </c:pt>
                <c:pt idx="86662">
                  <c:v>16.489999999999998</c:v>
                </c:pt>
                <c:pt idx="86663">
                  <c:v>69.98</c:v>
                </c:pt>
                <c:pt idx="86664">
                  <c:v>157.58000000000001</c:v>
                </c:pt>
                <c:pt idx="86665">
                  <c:v>91.47</c:v>
                </c:pt>
                <c:pt idx="86666">
                  <c:v>85.62</c:v>
                </c:pt>
                <c:pt idx="86667">
                  <c:v>55.93</c:v>
                </c:pt>
                <c:pt idx="86668">
                  <c:v>71.98</c:v>
                </c:pt>
                <c:pt idx="86669">
                  <c:v>72.739999999999995</c:v>
                </c:pt>
                <c:pt idx="86670">
                  <c:v>96.76</c:v>
                </c:pt>
                <c:pt idx="86671">
                  <c:v>116.12</c:v>
                </c:pt>
                <c:pt idx="86672">
                  <c:v>116.12</c:v>
                </c:pt>
                <c:pt idx="86673">
                  <c:v>65.989999999999995</c:v>
                </c:pt>
                <c:pt idx="86674">
                  <c:v>122.08</c:v>
                </c:pt>
                <c:pt idx="86675">
                  <c:v>65.989999999999995</c:v>
                </c:pt>
                <c:pt idx="86676">
                  <c:v>131.97999999999999</c:v>
                </c:pt>
                <c:pt idx="86677">
                  <c:v>57.96</c:v>
                </c:pt>
                <c:pt idx="86678">
                  <c:v>36.28</c:v>
                </c:pt>
                <c:pt idx="86679">
                  <c:v>56.97</c:v>
                </c:pt>
                <c:pt idx="86680">
                  <c:v>62.08</c:v>
                </c:pt>
                <c:pt idx="86681">
                  <c:v>75.98</c:v>
                </c:pt>
                <c:pt idx="86682">
                  <c:v>52.14</c:v>
                </c:pt>
                <c:pt idx="86683">
                  <c:v>53.85</c:v>
                </c:pt>
                <c:pt idx="86684">
                  <c:v>56.97</c:v>
                </c:pt>
                <c:pt idx="86685">
                  <c:v>59.39</c:v>
                </c:pt>
                <c:pt idx="86686">
                  <c:v>56.97</c:v>
                </c:pt>
                <c:pt idx="86687">
                  <c:v>93.73</c:v>
                </c:pt>
                <c:pt idx="86688">
                  <c:v>176.62</c:v>
                </c:pt>
                <c:pt idx="86689">
                  <c:v>128.24</c:v>
                </c:pt>
                <c:pt idx="86690">
                  <c:v>79.849999999999994</c:v>
                </c:pt>
                <c:pt idx="86691">
                  <c:v>67.739999999999995</c:v>
                </c:pt>
                <c:pt idx="86692">
                  <c:v>79.849999999999994</c:v>
                </c:pt>
                <c:pt idx="86693">
                  <c:v>85.17</c:v>
                </c:pt>
                <c:pt idx="86694">
                  <c:v>124.95</c:v>
                </c:pt>
                <c:pt idx="86695">
                  <c:v>136.77000000000001</c:v>
                </c:pt>
                <c:pt idx="86696">
                  <c:v>112.96</c:v>
                </c:pt>
                <c:pt idx="86697">
                  <c:v>98.56</c:v>
                </c:pt>
                <c:pt idx="86698">
                  <c:v>92.97</c:v>
                </c:pt>
                <c:pt idx="86699">
                  <c:v>59.98</c:v>
                </c:pt>
                <c:pt idx="86700">
                  <c:v>59.98</c:v>
                </c:pt>
                <c:pt idx="86701">
                  <c:v>31.49</c:v>
                </c:pt>
                <c:pt idx="86702">
                  <c:v>92.97</c:v>
                </c:pt>
                <c:pt idx="86703">
                  <c:v>61.98</c:v>
                </c:pt>
                <c:pt idx="86704">
                  <c:v>60.98</c:v>
                </c:pt>
                <c:pt idx="86705">
                  <c:v>189.95</c:v>
                </c:pt>
                <c:pt idx="86706">
                  <c:v>144.96</c:v>
                </c:pt>
                <c:pt idx="86707">
                  <c:v>159.96</c:v>
                </c:pt>
                <c:pt idx="86708">
                  <c:v>112.97</c:v>
                </c:pt>
                <c:pt idx="86709">
                  <c:v>54.98</c:v>
                </c:pt>
                <c:pt idx="86710">
                  <c:v>99.98</c:v>
                </c:pt>
                <c:pt idx="86711">
                  <c:v>84.99</c:v>
                </c:pt>
                <c:pt idx="86712">
                  <c:v>42.99</c:v>
                </c:pt>
                <c:pt idx="86713">
                  <c:v>84.99</c:v>
                </c:pt>
                <c:pt idx="86714">
                  <c:v>191.96</c:v>
                </c:pt>
                <c:pt idx="86715">
                  <c:v>151.96</c:v>
                </c:pt>
                <c:pt idx="86716">
                  <c:v>221.93</c:v>
                </c:pt>
                <c:pt idx="86717">
                  <c:v>55.98</c:v>
                </c:pt>
                <c:pt idx="86718">
                  <c:v>55.98</c:v>
                </c:pt>
                <c:pt idx="86719">
                  <c:v>83.97</c:v>
                </c:pt>
                <c:pt idx="86720">
                  <c:v>55.98</c:v>
                </c:pt>
                <c:pt idx="86721">
                  <c:v>55.98</c:v>
                </c:pt>
                <c:pt idx="86722">
                  <c:v>55.98</c:v>
                </c:pt>
                <c:pt idx="86723">
                  <c:v>55.98</c:v>
                </c:pt>
                <c:pt idx="86724">
                  <c:v>55.98</c:v>
                </c:pt>
                <c:pt idx="86725">
                  <c:v>41.29</c:v>
                </c:pt>
                <c:pt idx="86726">
                  <c:v>129.97</c:v>
                </c:pt>
                <c:pt idx="86727">
                  <c:v>65.97</c:v>
                </c:pt>
                <c:pt idx="86728">
                  <c:v>152.96</c:v>
                </c:pt>
                <c:pt idx="86729">
                  <c:v>59.97</c:v>
                </c:pt>
                <c:pt idx="86730">
                  <c:v>174.95</c:v>
                </c:pt>
                <c:pt idx="86731">
                  <c:v>84.99</c:v>
                </c:pt>
                <c:pt idx="86732">
                  <c:v>254.97</c:v>
                </c:pt>
                <c:pt idx="86733">
                  <c:v>51.49</c:v>
                </c:pt>
                <c:pt idx="86734">
                  <c:v>41.49</c:v>
                </c:pt>
                <c:pt idx="86735">
                  <c:v>21.49</c:v>
                </c:pt>
                <c:pt idx="86736">
                  <c:v>99.98</c:v>
                </c:pt>
                <c:pt idx="86737">
                  <c:v>42.24</c:v>
                </c:pt>
                <c:pt idx="86738">
                  <c:v>51.49</c:v>
                </c:pt>
                <c:pt idx="86739">
                  <c:v>79.98</c:v>
                </c:pt>
                <c:pt idx="86740">
                  <c:v>74.98</c:v>
                </c:pt>
                <c:pt idx="86741">
                  <c:v>54.99</c:v>
                </c:pt>
                <c:pt idx="86742">
                  <c:v>85.27</c:v>
                </c:pt>
                <c:pt idx="86743">
                  <c:v>91.97</c:v>
                </c:pt>
                <c:pt idx="86744">
                  <c:v>86.98</c:v>
                </c:pt>
                <c:pt idx="86745">
                  <c:v>65.989999999999995</c:v>
                </c:pt>
                <c:pt idx="86746">
                  <c:v>102.64</c:v>
                </c:pt>
                <c:pt idx="86747">
                  <c:v>104.97</c:v>
                </c:pt>
                <c:pt idx="86748">
                  <c:v>79.98</c:v>
                </c:pt>
                <c:pt idx="86749">
                  <c:v>119.96</c:v>
                </c:pt>
                <c:pt idx="86750">
                  <c:v>92.57</c:v>
                </c:pt>
                <c:pt idx="86751">
                  <c:v>62.58</c:v>
                </c:pt>
                <c:pt idx="86752">
                  <c:v>162.82</c:v>
                </c:pt>
                <c:pt idx="86753">
                  <c:v>182.82</c:v>
                </c:pt>
                <c:pt idx="86754">
                  <c:v>61.95</c:v>
                </c:pt>
                <c:pt idx="86755">
                  <c:v>68.97</c:v>
                </c:pt>
                <c:pt idx="86756">
                  <c:v>70.27</c:v>
                </c:pt>
                <c:pt idx="86757">
                  <c:v>91.96</c:v>
                </c:pt>
                <c:pt idx="86758">
                  <c:v>70.27</c:v>
                </c:pt>
                <c:pt idx="86759">
                  <c:v>68.97</c:v>
                </c:pt>
                <c:pt idx="86760">
                  <c:v>2.99</c:v>
                </c:pt>
                <c:pt idx="86761">
                  <c:v>101.82</c:v>
                </c:pt>
                <c:pt idx="86762">
                  <c:v>233.46</c:v>
                </c:pt>
                <c:pt idx="86763">
                  <c:v>112.48</c:v>
                </c:pt>
                <c:pt idx="86764">
                  <c:v>114.89</c:v>
                </c:pt>
                <c:pt idx="86765">
                  <c:v>111.94</c:v>
                </c:pt>
                <c:pt idx="86766">
                  <c:v>95.94</c:v>
                </c:pt>
                <c:pt idx="86767">
                  <c:v>117.96</c:v>
                </c:pt>
                <c:pt idx="86768">
                  <c:v>65.47</c:v>
                </c:pt>
                <c:pt idx="86769">
                  <c:v>59.48</c:v>
                </c:pt>
                <c:pt idx="86770">
                  <c:v>46.33</c:v>
                </c:pt>
                <c:pt idx="86771">
                  <c:v>108.86</c:v>
                </c:pt>
                <c:pt idx="86772">
                  <c:v>176.62</c:v>
                </c:pt>
                <c:pt idx="86773">
                  <c:v>159.66999999999999</c:v>
                </c:pt>
                <c:pt idx="86774">
                  <c:v>176.36</c:v>
                </c:pt>
                <c:pt idx="86775">
                  <c:v>89.97</c:v>
                </c:pt>
                <c:pt idx="86776">
                  <c:v>51.99</c:v>
                </c:pt>
                <c:pt idx="86777">
                  <c:v>1.97</c:v>
                </c:pt>
                <c:pt idx="86778">
                  <c:v>54.98</c:v>
                </c:pt>
                <c:pt idx="86779">
                  <c:v>81.88</c:v>
                </c:pt>
                <c:pt idx="86780">
                  <c:v>56.09</c:v>
                </c:pt>
                <c:pt idx="86781">
                  <c:v>24.99</c:v>
                </c:pt>
                <c:pt idx="86782">
                  <c:v>89.97</c:v>
                </c:pt>
                <c:pt idx="86783">
                  <c:v>67.180000000000007</c:v>
                </c:pt>
                <c:pt idx="86784">
                  <c:v>1.5</c:v>
                </c:pt>
                <c:pt idx="86785">
                  <c:v>7.64</c:v>
                </c:pt>
                <c:pt idx="86786">
                  <c:v>65.989999999999995</c:v>
                </c:pt>
                <c:pt idx="86787">
                  <c:v>91.87</c:v>
                </c:pt>
                <c:pt idx="86788">
                  <c:v>65.989999999999995</c:v>
                </c:pt>
                <c:pt idx="86789">
                  <c:v>57.98</c:v>
                </c:pt>
                <c:pt idx="86790">
                  <c:v>80.849999999999994</c:v>
                </c:pt>
                <c:pt idx="86791">
                  <c:v>189.97</c:v>
                </c:pt>
                <c:pt idx="86792">
                  <c:v>159.47</c:v>
                </c:pt>
                <c:pt idx="86793">
                  <c:v>178.97</c:v>
                </c:pt>
                <c:pt idx="86794">
                  <c:v>58.97</c:v>
                </c:pt>
                <c:pt idx="86795">
                  <c:v>50.68</c:v>
                </c:pt>
                <c:pt idx="86796">
                  <c:v>99.96</c:v>
                </c:pt>
                <c:pt idx="86797">
                  <c:v>179.03</c:v>
                </c:pt>
                <c:pt idx="86798">
                  <c:v>149.94999999999999</c:v>
                </c:pt>
                <c:pt idx="86799">
                  <c:v>149.94999999999999</c:v>
                </c:pt>
                <c:pt idx="86800">
                  <c:v>134.97999999999999</c:v>
                </c:pt>
                <c:pt idx="86801">
                  <c:v>85.83</c:v>
                </c:pt>
                <c:pt idx="86802">
                  <c:v>89.23</c:v>
                </c:pt>
                <c:pt idx="86803">
                  <c:v>131.72</c:v>
                </c:pt>
                <c:pt idx="86804">
                  <c:v>119.98</c:v>
                </c:pt>
                <c:pt idx="86805">
                  <c:v>101.97</c:v>
                </c:pt>
                <c:pt idx="86806">
                  <c:v>50.57</c:v>
                </c:pt>
                <c:pt idx="86807">
                  <c:v>67.98</c:v>
                </c:pt>
                <c:pt idx="86808">
                  <c:v>131.97999999999999</c:v>
                </c:pt>
                <c:pt idx="86809">
                  <c:v>65.989999999999995</c:v>
                </c:pt>
                <c:pt idx="86810">
                  <c:v>65.989999999999995</c:v>
                </c:pt>
                <c:pt idx="86811">
                  <c:v>104.97</c:v>
                </c:pt>
                <c:pt idx="86812">
                  <c:v>78.17</c:v>
                </c:pt>
                <c:pt idx="86813">
                  <c:v>87.83</c:v>
                </c:pt>
                <c:pt idx="86814">
                  <c:v>111.94</c:v>
                </c:pt>
                <c:pt idx="86815">
                  <c:v>91.04</c:v>
                </c:pt>
                <c:pt idx="86816">
                  <c:v>91.07</c:v>
                </c:pt>
                <c:pt idx="86817">
                  <c:v>110.82</c:v>
                </c:pt>
                <c:pt idx="86818">
                  <c:v>233.68</c:v>
                </c:pt>
                <c:pt idx="86819">
                  <c:v>153.94</c:v>
                </c:pt>
                <c:pt idx="86820">
                  <c:v>-1.2</c:v>
                </c:pt>
                <c:pt idx="86821">
                  <c:v>65.3</c:v>
                </c:pt>
                <c:pt idx="86822">
                  <c:v>65.290000000000006</c:v>
                </c:pt>
                <c:pt idx="86823">
                  <c:v>64.069999999999993</c:v>
                </c:pt>
                <c:pt idx="86824">
                  <c:v>62.87</c:v>
                </c:pt>
                <c:pt idx="86825">
                  <c:v>65.3</c:v>
                </c:pt>
                <c:pt idx="86826">
                  <c:v>62.87</c:v>
                </c:pt>
                <c:pt idx="86827">
                  <c:v>71.37</c:v>
                </c:pt>
                <c:pt idx="86828">
                  <c:v>105.98</c:v>
                </c:pt>
                <c:pt idx="86829">
                  <c:v>65.989999999999995</c:v>
                </c:pt>
                <c:pt idx="86830">
                  <c:v>65.989999999999995</c:v>
                </c:pt>
                <c:pt idx="86831">
                  <c:v>131.97999999999999</c:v>
                </c:pt>
                <c:pt idx="86832">
                  <c:v>65.989999999999995</c:v>
                </c:pt>
                <c:pt idx="86833">
                  <c:v>149.47</c:v>
                </c:pt>
                <c:pt idx="86834">
                  <c:v>107.97</c:v>
                </c:pt>
                <c:pt idx="86835">
                  <c:v>189.83</c:v>
                </c:pt>
                <c:pt idx="86836">
                  <c:v>59.98</c:v>
                </c:pt>
                <c:pt idx="86837">
                  <c:v>82.96</c:v>
                </c:pt>
                <c:pt idx="86838">
                  <c:v>129.63</c:v>
                </c:pt>
                <c:pt idx="86839">
                  <c:v>107.97</c:v>
                </c:pt>
                <c:pt idx="86840">
                  <c:v>105.98</c:v>
                </c:pt>
                <c:pt idx="86841">
                  <c:v>160.16</c:v>
                </c:pt>
                <c:pt idx="86842">
                  <c:v>-23</c:v>
                </c:pt>
                <c:pt idx="86843">
                  <c:v>219.97</c:v>
                </c:pt>
                <c:pt idx="86844">
                  <c:v>59.97</c:v>
                </c:pt>
                <c:pt idx="86845">
                  <c:v>125.94</c:v>
                </c:pt>
                <c:pt idx="86846">
                  <c:v>139.96</c:v>
                </c:pt>
                <c:pt idx="86847">
                  <c:v>168.14</c:v>
                </c:pt>
                <c:pt idx="86848">
                  <c:v>123.38</c:v>
                </c:pt>
                <c:pt idx="86849">
                  <c:v>128.21</c:v>
                </c:pt>
                <c:pt idx="86850">
                  <c:v>198.39</c:v>
                </c:pt>
                <c:pt idx="86851">
                  <c:v>99.96</c:v>
                </c:pt>
                <c:pt idx="86852">
                  <c:v>114.93</c:v>
                </c:pt>
                <c:pt idx="86853">
                  <c:v>139.91999999999999</c:v>
                </c:pt>
                <c:pt idx="86854">
                  <c:v>64.95</c:v>
                </c:pt>
                <c:pt idx="86855">
                  <c:v>114.93</c:v>
                </c:pt>
                <c:pt idx="86856">
                  <c:v>64.95</c:v>
                </c:pt>
                <c:pt idx="86857">
                  <c:v>-24.99</c:v>
                </c:pt>
                <c:pt idx="86858">
                  <c:v>120.94</c:v>
                </c:pt>
                <c:pt idx="86859">
                  <c:v>90.71</c:v>
                </c:pt>
                <c:pt idx="86860">
                  <c:v>146.34</c:v>
                </c:pt>
                <c:pt idx="86861">
                  <c:v>157.22999999999999</c:v>
                </c:pt>
                <c:pt idx="86862">
                  <c:v>102.8</c:v>
                </c:pt>
                <c:pt idx="86863">
                  <c:v>101.95</c:v>
                </c:pt>
                <c:pt idx="86864">
                  <c:v>95.44</c:v>
                </c:pt>
                <c:pt idx="86865">
                  <c:v>67.959999999999994</c:v>
                </c:pt>
                <c:pt idx="86866">
                  <c:v>53.98</c:v>
                </c:pt>
                <c:pt idx="86867">
                  <c:v>55.97</c:v>
                </c:pt>
                <c:pt idx="86868">
                  <c:v>53.98</c:v>
                </c:pt>
                <c:pt idx="86869">
                  <c:v>47.67</c:v>
                </c:pt>
                <c:pt idx="86870">
                  <c:v>57.98</c:v>
                </c:pt>
                <c:pt idx="86871">
                  <c:v>79.98</c:v>
                </c:pt>
                <c:pt idx="86872">
                  <c:v>84.99</c:v>
                </c:pt>
                <c:pt idx="86873">
                  <c:v>169.98</c:v>
                </c:pt>
                <c:pt idx="86874">
                  <c:v>65.19</c:v>
                </c:pt>
                <c:pt idx="86875">
                  <c:v>84.99</c:v>
                </c:pt>
                <c:pt idx="86876">
                  <c:v>84.99</c:v>
                </c:pt>
                <c:pt idx="86877">
                  <c:v>68.989999999999995</c:v>
                </c:pt>
                <c:pt idx="86878">
                  <c:v>83.97</c:v>
                </c:pt>
                <c:pt idx="86879">
                  <c:v>49.28</c:v>
                </c:pt>
                <c:pt idx="86880">
                  <c:v>59.98</c:v>
                </c:pt>
                <c:pt idx="86881">
                  <c:v>74.98</c:v>
                </c:pt>
                <c:pt idx="86882">
                  <c:v>59.98</c:v>
                </c:pt>
                <c:pt idx="86883">
                  <c:v>59.98</c:v>
                </c:pt>
                <c:pt idx="86884">
                  <c:v>59.98</c:v>
                </c:pt>
                <c:pt idx="86885">
                  <c:v>59.98</c:v>
                </c:pt>
                <c:pt idx="86886">
                  <c:v>58.78</c:v>
                </c:pt>
                <c:pt idx="86887">
                  <c:v>59.98</c:v>
                </c:pt>
                <c:pt idx="86888">
                  <c:v>61.48</c:v>
                </c:pt>
                <c:pt idx="86889">
                  <c:v>59.98</c:v>
                </c:pt>
                <c:pt idx="86890">
                  <c:v>61.48</c:v>
                </c:pt>
                <c:pt idx="86891">
                  <c:v>59.98</c:v>
                </c:pt>
                <c:pt idx="86892">
                  <c:v>102.98</c:v>
                </c:pt>
                <c:pt idx="86893">
                  <c:v>65.989999999999995</c:v>
                </c:pt>
                <c:pt idx="86894">
                  <c:v>85.96</c:v>
                </c:pt>
                <c:pt idx="86895">
                  <c:v>65.97</c:v>
                </c:pt>
                <c:pt idx="86896">
                  <c:v>69.97</c:v>
                </c:pt>
                <c:pt idx="86897">
                  <c:v>74.97</c:v>
                </c:pt>
                <c:pt idx="86898">
                  <c:v>59.98</c:v>
                </c:pt>
                <c:pt idx="86899">
                  <c:v>74.97</c:v>
                </c:pt>
                <c:pt idx="86900">
                  <c:v>51.97</c:v>
                </c:pt>
                <c:pt idx="86901">
                  <c:v>51.97</c:v>
                </c:pt>
                <c:pt idx="86902">
                  <c:v>33.28</c:v>
                </c:pt>
                <c:pt idx="86903">
                  <c:v>59.97</c:v>
                </c:pt>
                <c:pt idx="86904">
                  <c:v>59.97</c:v>
                </c:pt>
                <c:pt idx="86905">
                  <c:v>59.97</c:v>
                </c:pt>
                <c:pt idx="86906">
                  <c:v>71.959999999999994</c:v>
                </c:pt>
                <c:pt idx="86907">
                  <c:v>33.28</c:v>
                </c:pt>
                <c:pt idx="86908">
                  <c:v>59.97</c:v>
                </c:pt>
                <c:pt idx="86909">
                  <c:v>59.97</c:v>
                </c:pt>
                <c:pt idx="86910">
                  <c:v>137.97999999999999</c:v>
                </c:pt>
                <c:pt idx="86911">
                  <c:v>69.989999999999995</c:v>
                </c:pt>
                <c:pt idx="86912">
                  <c:v>94.96</c:v>
                </c:pt>
                <c:pt idx="86913">
                  <c:v>64.95</c:v>
                </c:pt>
                <c:pt idx="86914">
                  <c:v>64.959999999999994</c:v>
                </c:pt>
                <c:pt idx="86915">
                  <c:v>110.67</c:v>
                </c:pt>
                <c:pt idx="86916">
                  <c:v>67.14</c:v>
                </c:pt>
                <c:pt idx="86917">
                  <c:v>49.49</c:v>
                </c:pt>
                <c:pt idx="86918">
                  <c:v>67.47</c:v>
                </c:pt>
                <c:pt idx="86919">
                  <c:v>51.98</c:v>
                </c:pt>
                <c:pt idx="86920">
                  <c:v>60.98</c:v>
                </c:pt>
                <c:pt idx="86921">
                  <c:v>66.98</c:v>
                </c:pt>
                <c:pt idx="86922">
                  <c:v>39.24</c:v>
                </c:pt>
                <c:pt idx="86923">
                  <c:v>66.98</c:v>
                </c:pt>
                <c:pt idx="86924">
                  <c:v>33.24</c:v>
                </c:pt>
                <c:pt idx="86925">
                  <c:v>66.98</c:v>
                </c:pt>
                <c:pt idx="86926">
                  <c:v>59.96</c:v>
                </c:pt>
                <c:pt idx="86927">
                  <c:v>59.96</c:v>
                </c:pt>
                <c:pt idx="86928">
                  <c:v>62.97</c:v>
                </c:pt>
                <c:pt idx="86929">
                  <c:v>50.48</c:v>
                </c:pt>
                <c:pt idx="86930">
                  <c:v>55.52</c:v>
                </c:pt>
                <c:pt idx="86931">
                  <c:v>139.94</c:v>
                </c:pt>
                <c:pt idx="86932">
                  <c:v>47.22</c:v>
                </c:pt>
                <c:pt idx="86933">
                  <c:v>119.95</c:v>
                </c:pt>
                <c:pt idx="86934">
                  <c:v>79.98</c:v>
                </c:pt>
                <c:pt idx="86935">
                  <c:v>151.91999999999999</c:v>
                </c:pt>
                <c:pt idx="86936">
                  <c:v>224.46</c:v>
                </c:pt>
                <c:pt idx="86937">
                  <c:v>56.97</c:v>
                </c:pt>
                <c:pt idx="86938">
                  <c:v>56.97</c:v>
                </c:pt>
                <c:pt idx="86939">
                  <c:v>197.96</c:v>
                </c:pt>
                <c:pt idx="86940">
                  <c:v>29.28</c:v>
                </c:pt>
                <c:pt idx="86941">
                  <c:v>105.97</c:v>
                </c:pt>
                <c:pt idx="86942">
                  <c:v>59.98</c:v>
                </c:pt>
                <c:pt idx="86943">
                  <c:v>108.97</c:v>
                </c:pt>
                <c:pt idx="86944">
                  <c:v>92.97</c:v>
                </c:pt>
                <c:pt idx="86945">
                  <c:v>99.96</c:v>
                </c:pt>
                <c:pt idx="86946">
                  <c:v>119.96</c:v>
                </c:pt>
                <c:pt idx="86947">
                  <c:v>59.98</c:v>
                </c:pt>
                <c:pt idx="86948">
                  <c:v>54.48</c:v>
                </c:pt>
                <c:pt idx="86949">
                  <c:v>86.67</c:v>
                </c:pt>
                <c:pt idx="86950">
                  <c:v>89.94</c:v>
                </c:pt>
                <c:pt idx="86951">
                  <c:v>87.47</c:v>
                </c:pt>
                <c:pt idx="86952">
                  <c:v>87.47</c:v>
                </c:pt>
                <c:pt idx="86953">
                  <c:v>73.98</c:v>
                </c:pt>
                <c:pt idx="86954">
                  <c:v>104.97</c:v>
                </c:pt>
                <c:pt idx="86955">
                  <c:v>64.98</c:v>
                </c:pt>
                <c:pt idx="86956">
                  <c:v>62.98</c:v>
                </c:pt>
                <c:pt idx="86957">
                  <c:v>94.97</c:v>
                </c:pt>
                <c:pt idx="86958">
                  <c:v>610.83000000000004</c:v>
                </c:pt>
                <c:pt idx="86959">
                  <c:v>114.91</c:v>
                </c:pt>
                <c:pt idx="86960">
                  <c:v>79.97</c:v>
                </c:pt>
                <c:pt idx="86961">
                  <c:v>94.95</c:v>
                </c:pt>
                <c:pt idx="86962">
                  <c:v>145.97</c:v>
                </c:pt>
                <c:pt idx="86963">
                  <c:v>99.97</c:v>
                </c:pt>
                <c:pt idx="86964">
                  <c:v>112.18</c:v>
                </c:pt>
                <c:pt idx="86965">
                  <c:v>64.98</c:v>
                </c:pt>
                <c:pt idx="86966">
                  <c:v>44.47</c:v>
                </c:pt>
                <c:pt idx="86967">
                  <c:v>65.98</c:v>
                </c:pt>
                <c:pt idx="86968">
                  <c:v>123.96</c:v>
                </c:pt>
                <c:pt idx="86969">
                  <c:v>127.96</c:v>
                </c:pt>
                <c:pt idx="86970">
                  <c:v>61.98</c:v>
                </c:pt>
                <c:pt idx="86971">
                  <c:v>55.11</c:v>
                </c:pt>
                <c:pt idx="86972">
                  <c:v>63.98</c:v>
                </c:pt>
                <c:pt idx="86973">
                  <c:v>65.989999999999995</c:v>
                </c:pt>
                <c:pt idx="86974">
                  <c:v>68.98</c:v>
                </c:pt>
                <c:pt idx="86975">
                  <c:v>65.989999999999995</c:v>
                </c:pt>
                <c:pt idx="86976">
                  <c:v>88.28</c:v>
                </c:pt>
                <c:pt idx="86977">
                  <c:v>65.989999999999995</c:v>
                </c:pt>
                <c:pt idx="86978">
                  <c:v>371.92</c:v>
                </c:pt>
                <c:pt idx="86979">
                  <c:v>89.98</c:v>
                </c:pt>
                <c:pt idx="86980">
                  <c:v>89.98</c:v>
                </c:pt>
                <c:pt idx="86981">
                  <c:v>95.17</c:v>
                </c:pt>
                <c:pt idx="86982">
                  <c:v>121.67</c:v>
                </c:pt>
                <c:pt idx="86983">
                  <c:v>140.35</c:v>
                </c:pt>
                <c:pt idx="86984">
                  <c:v>194.32</c:v>
                </c:pt>
                <c:pt idx="86985">
                  <c:v>98.97</c:v>
                </c:pt>
                <c:pt idx="86986">
                  <c:v>120.97</c:v>
                </c:pt>
                <c:pt idx="86987">
                  <c:v>65.97</c:v>
                </c:pt>
                <c:pt idx="86988">
                  <c:v>120.97</c:v>
                </c:pt>
                <c:pt idx="86989">
                  <c:v>68.38</c:v>
                </c:pt>
                <c:pt idx="86990">
                  <c:v>85.97</c:v>
                </c:pt>
                <c:pt idx="86991">
                  <c:v>79.849999999999994</c:v>
                </c:pt>
                <c:pt idx="86992">
                  <c:v>79.849999999999994</c:v>
                </c:pt>
                <c:pt idx="86993">
                  <c:v>134.29</c:v>
                </c:pt>
                <c:pt idx="86994">
                  <c:v>79.849999999999994</c:v>
                </c:pt>
                <c:pt idx="86995">
                  <c:v>55.98</c:v>
                </c:pt>
                <c:pt idx="86996">
                  <c:v>55.98</c:v>
                </c:pt>
                <c:pt idx="86997">
                  <c:v>86.38</c:v>
                </c:pt>
                <c:pt idx="86998">
                  <c:v>79.989999999999995</c:v>
                </c:pt>
                <c:pt idx="86999">
                  <c:v>95.98</c:v>
                </c:pt>
                <c:pt idx="87000">
                  <c:v>95.98</c:v>
                </c:pt>
                <c:pt idx="87001">
                  <c:v>52.29</c:v>
                </c:pt>
                <c:pt idx="87002">
                  <c:v>103.96</c:v>
                </c:pt>
                <c:pt idx="87003">
                  <c:v>46.74</c:v>
                </c:pt>
                <c:pt idx="87004">
                  <c:v>92.97</c:v>
                </c:pt>
                <c:pt idx="87005">
                  <c:v>90.95</c:v>
                </c:pt>
                <c:pt idx="87006">
                  <c:v>106.97</c:v>
                </c:pt>
                <c:pt idx="87007">
                  <c:v>65.98</c:v>
                </c:pt>
                <c:pt idx="87008">
                  <c:v>62.98</c:v>
                </c:pt>
                <c:pt idx="87009">
                  <c:v>89.97</c:v>
                </c:pt>
                <c:pt idx="87010">
                  <c:v>54.98</c:v>
                </c:pt>
                <c:pt idx="87011">
                  <c:v>50.98</c:v>
                </c:pt>
                <c:pt idx="87012">
                  <c:v>59.98</c:v>
                </c:pt>
                <c:pt idx="87013">
                  <c:v>29.99</c:v>
                </c:pt>
                <c:pt idx="87014">
                  <c:v>76.47</c:v>
                </c:pt>
                <c:pt idx="87015">
                  <c:v>56.98</c:v>
                </c:pt>
                <c:pt idx="87016">
                  <c:v>50.07</c:v>
                </c:pt>
                <c:pt idx="87017">
                  <c:v>112.39</c:v>
                </c:pt>
                <c:pt idx="87018">
                  <c:v>63.96</c:v>
                </c:pt>
                <c:pt idx="87019">
                  <c:v>26.49</c:v>
                </c:pt>
                <c:pt idx="87020">
                  <c:v>59.98</c:v>
                </c:pt>
                <c:pt idx="87021">
                  <c:v>59.98</c:v>
                </c:pt>
                <c:pt idx="87022">
                  <c:v>54.98</c:v>
                </c:pt>
                <c:pt idx="87023">
                  <c:v>32.24</c:v>
                </c:pt>
                <c:pt idx="87024">
                  <c:v>31.49</c:v>
                </c:pt>
                <c:pt idx="87025">
                  <c:v>59.98</c:v>
                </c:pt>
                <c:pt idx="87026">
                  <c:v>59.98</c:v>
                </c:pt>
                <c:pt idx="87027">
                  <c:v>31.49</c:v>
                </c:pt>
                <c:pt idx="87028">
                  <c:v>54.98</c:v>
                </c:pt>
                <c:pt idx="87029">
                  <c:v>31.49</c:v>
                </c:pt>
                <c:pt idx="87030">
                  <c:v>169.98</c:v>
                </c:pt>
                <c:pt idx="87031">
                  <c:v>149.9</c:v>
                </c:pt>
                <c:pt idx="87032">
                  <c:v>122.43</c:v>
                </c:pt>
                <c:pt idx="87033">
                  <c:v>157.35</c:v>
                </c:pt>
                <c:pt idx="87034">
                  <c:v>99.98</c:v>
                </c:pt>
                <c:pt idx="87035">
                  <c:v>50.98</c:v>
                </c:pt>
                <c:pt idx="87036">
                  <c:v>164.98</c:v>
                </c:pt>
                <c:pt idx="87037">
                  <c:v>116.97</c:v>
                </c:pt>
                <c:pt idx="87038">
                  <c:v>114.98</c:v>
                </c:pt>
                <c:pt idx="87039">
                  <c:v>189.97</c:v>
                </c:pt>
                <c:pt idx="87040">
                  <c:v>154.94</c:v>
                </c:pt>
                <c:pt idx="87041">
                  <c:v>128.97</c:v>
                </c:pt>
                <c:pt idx="87042">
                  <c:v>73.989999999999995</c:v>
                </c:pt>
                <c:pt idx="87043">
                  <c:v>78.63</c:v>
                </c:pt>
                <c:pt idx="87044">
                  <c:v>66.53</c:v>
                </c:pt>
                <c:pt idx="87045">
                  <c:v>90.73</c:v>
                </c:pt>
                <c:pt idx="87046">
                  <c:v>108.88</c:v>
                </c:pt>
                <c:pt idx="87047">
                  <c:v>96.78</c:v>
                </c:pt>
                <c:pt idx="87048">
                  <c:v>72.58</c:v>
                </c:pt>
                <c:pt idx="87049">
                  <c:v>90.73</c:v>
                </c:pt>
                <c:pt idx="87050">
                  <c:v>129.94</c:v>
                </c:pt>
                <c:pt idx="87051">
                  <c:v>55.96</c:v>
                </c:pt>
                <c:pt idx="87052">
                  <c:v>125.91</c:v>
                </c:pt>
                <c:pt idx="87053">
                  <c:v>59.99</c:v>
                </c:pt>
                <c:pt idx="87054">
                  <c:v>175.94</c:v>
                </c:pt>
                <c:pt idx="87055">
                  <c:v>79.849999999999994</c:v>
                </c:pt>
                <c:pt idx="87056">
                  <c:v>79.849999999999994</c:v>
                </c:pt>
                <c:pt idx="87057">
                  <c:v>79.849999999999994</c:v>
                </c:pt>
                <c:pt idx="87058">
                  <c:v>44.75</c:v>
                </c:pt>
                <c:pt idx="87059">
                  <c:v>79.849999999999994</c:v>
                </c:pt>
                <c:pt idx="87060">
                  <c:v>79.849999999999994</c:v>
                </c:pt>
                <c:pt idx="87061">
                  <c:v>61.69</c:v>
                </c:pt>
                <c:pt idx="87062">
                  <c:v>145.47</c:v>
                </c:pt>
                <c:pt idx="87063">
                  <c:v>123.66</c:v>
                </c:pt>
                <c:pt idx="87064">
                  <c:v>137.47999999999999</c:v>
                </c:pt>
                <c:pt idx="87065">
                  <c:v>155.05000000000001</c:v>
                </c:pt>
                <c:pt idx="87066">
                  <c:v>60.96</c:v>
                </c:pt>
                <c:pt idx="87067">
                  <c:v>32.04</c:v>
                </c:pt>
                <c:pt idx="87068">
                  <c:v>238.77</c:v>
                </c:pt>
                <c:pt idx="87069">
                  <c:v>102.83</c:v>
                </c:pt>
                <c:pt idx="87070">
                  <c:v>191.72</c:v>
                </c:pt>
                <c:pt idx="87071">
                  <c:v>115.98</c:v>
                </c:pt>
                <c:pt idx="87072">
                  <c:v>238.97</c:v>
                </c:pt>
                <c:pt idx="87073">
                  <c:v>74.02</c:v>
                </c:pt>
                <c:pt idx="87074">
                  <c:v>65.3</c:v>
                </c:pt>
                <c:pt idx="87075">
                  <c:v>87.07</c:v>
                </c:pt>
                <c:pt idx="87076">
                  <c:v>65.3</c:v>
                </c:pt>
                <c:pt idx="87077">
                  <c:v>62.9</c:v>
                </c:pt>
                <c:pt idx="87078">
                  <c:v>62.9</c:v>
                </c:pt>
                <c:pt idx="87079">
                  <c:v>62.9</c:v>
                </c:pt>
                <c:pt idx="87080">
                  <c:v>94.34</c:v>
                </c:pt>
                <c:pt idx="87081">
                  <c:v>62.9</c:v>
                </c:pt>
                <c:pt idx="87082">
                  <c:v>94.34</c:v>
                </c:pt>
                <c:pt idx="87083">
                  <c:v>68.930000000000007</c:v>
                </c:pt>
                <c:pt idx="87084">
                  <c:v>1.5</c:v>
                </c:pt>
                <c:pt idx="87085">
                  <c:v>83.51</c:v>
                </c:pt>
                <c:pt idx="87086">
                  <c:v>90.48</c:v>
                </c:pt>
                <c:pt idx="87087">
                  <c:v>84.99</c:v>
                </c:pt>
                <c:pt idx="87088">
                  <c:v>72.989999999999995</c:v>
                </c:pt>
                <c:pt idx="87089">
                  <c:v>73.48</c:v>
                </c:pt>
                <c:pt idx="87090">
                  <c:v>84.99</c:v>
                </c:pt>
                <c:pt idx="87091">
                  <c:v>41.29</c:v>
                </c:pt>
                <c:pt idx="87092">
                  <c:v>57.66</c:v>
                </c:pt>
                <c:pt idx="87093">
                  <c:v>54.97</c:v>
                </c:pt>
                <c:pt idx="87094">
                  <c:v>20.29</c:v>
                </c:pt>
                <c:pt idx="87095">
                  <c:v>59.97</c:v>
                </c:pt>
                <c:pt idx="87096">
                  <c:v>66.41</c:v>
                </c:pt>
                <c:pt idx="87097">
                  <c:v>50.49</c:v>
                </c:pt>
                <c:pt idx="87098">
                  <c:v>67.86</c:v>
                </c:pt>
                <c:pt idx="87099">
                  <c:v>50.49</c:v>
                </c:pt>
                <c:pt idx="87100">
                  <c:v>14.48</c:v>
                </c:pt>
                <c:pt idx="87101">
                  <c:v>84.96</c:v>
                </c:pt>
                <c:pt idx="87102">
                  <c:v>93.96</c:v>
                </c:pt>
                <c:pt idx="87103">
                  <c:v>80.97</c:v>
                </c:pt>
                <c:pt idx="87104">
                  <c:v>89.98</c:v>
                </c:pt>
                <c:pt idx="87105">
                  <c:v>53.94</c:v>
                </c:pt>
                <c:pt idx="87106">
                  <c:v>109.96</c:v>
                </c:pt>
                <c:pt idx="87107">
                  <c:v>102.97</c:v>
                </c:pt>
                <c:pt idx="87108">
                  <c:v>85.95</c:v>
                </c:pt>
                <c:pt idx="87109">
                  <c:v>18.579999999999998</c:v>
                </c:pt>
                <c:pt idx="87110">
                  <c:v>75.98</c:v>
                </c:pt>
                <c:pt idx="87111">
                  <c:v>86.95</c:v>
                </c:pt>
                <c:pt idx="87112">
                  <c:v>44.18</c:v>
                </c:pt>
                <c:pt idx="87113">
                  <c:v>69.97</c:v>
                </c:pt>
                <c:pt idx="87114">
                  <c:v>89.98</c:v>
                </c:pt>
                <c:pt idx="87115">
                  <c:v>93.96</c:v>
                </c:pt>
                <c:pt idx="87116">
                  <c:v>169.98</c:v>
                </c:pt>
                <c:pt idx="87117">
                  <c:v>51.29</c:v>
                </c:pt>
                <c:pt idx="87118">
                  <c:v>92.97</c:v>
                </c:pt>
                <c:pt idx="87119">
                  <c:v>106.47</c:v>
                </c:pt>
                <c:pt idx="87120">
                  <c:v>75.47</c:v>
                </c:pt>
                <c:pt idx="87121">
                  <c:v>108.96</c:v>
                </c:pt>
                <c:pt idx="87122">
                  <c:v>59.98</c:v>
                </c:pt>
                <c:pt idx="87123">
                  <c:v>54.98</c:v>
                </c:pt>
                <c:pt idx="87124">
                  <c:v>59.98</c:v>
                </c:pt>
                <c:pt idx="87125">
                  <c:v>121.46</c:v>
                </c:pt>
                <c:pt idx="87126">
                  <c:v>59.98</c:v>
                </c:pt>
                <c:pt idx="87127">
                  <c:v>0.5</c:v>
                </c:pt>
                <c:pt idx="87128">
                  <c:v>107.7</c:v>
                </c:pt>
                <c:pt idx="87129">
                  <c:v>134.97999999999999</c:v>
                </c:pt>
                <c:pt idx="87130">
                  <c:v>71.959999999999994</c:v>
                </c:pt>
                <c:pt idx="87131">
                  <c:v>89.95</c:v>
                </c:pt>
                <c:pt idx="87132">
                  <c:v>71.069999999999993</c:v>
                </c:pt>
                <c:pt idx="87133">
                  <c:v>71.069999999999993</c:v>
                </c:pt>
                <c:pt idx="87134">
                  <c:v>35</c:v>
                </c:pt>
                <c:pt idx="87135">
                  <c:v>56.97</c:v>
                </c:pt>
                <c:pt idx="87136">
                  <c:v>56.97</c:v>
                </c:pt>
                <c:pt idx="87137">
                  <c:v>35</c:v>
                </c:pt>
                <c:pt idx="87138">
                  <c:v>54.99</c:v>
                </c:pt>
                <c:pt idx="87139">
                  <c:v>77.98</c:v>
                </c:pt>
                <c:pt idx="87140">
                  <c:v>155.94</c:v>
                </c:pt>
                <c:pt idx="87141">
                  <c:v>94.98</c:v>
                </c:pt>
                <c:pt idx="87142">
                  <c:v>169.98</c:v>
                </c:pt>
                <c:pt idx="87143">
                  <c:v>96.74</c:v>
                </c:pt>
                <c:pt idx="87144">
                  <c:v>83.97</c:v>
                </c:pt>
                <c:pt idx="87145">
                  <c:v>153.97</c:v>
                </c:pt>
                <c:pt idx="87146">
                  <c:v>86.36</c:v>
                </c:pt>
                <c:pt idx="87147">
                  <c:v>153.97</c:v>
                </c:pt>
                <c:pt idx="87148">
                  <c:v>86.36</c:v>
                </c:pt>
                <c:pt idx="87149">
                  <c:v>123.97</c:v>
                </c:pt>
                <c:pt idx="87150">
                  <c:v>123.97</c:v>
                </c:pt>
                <c:pt idx="87151">
                  <c:v>127.97</c:v>
                </c:pt>
                <c:pt idx="87152">
                  <c:v>127.97</c:v>
                </c:pt>
                <c:pt idx="87153">
                  <c:v>51.96</c:v>
                </c:pt>
                <c:pt idx="87154">
                  <c:v>51.96</c:v>
                </c:pt>
                <c:pt idx="87155">
                  <c:v>68.98</c:v>
                </c:pt>
                <c:pt idx="87156">
                  <c:v>20.29</c:v>
                </c:pt>
                <c:pt idx="87157">
                  <c:v>15.74</c:v>
                </c:pt>
                <c:pt idx="87158">
                  <c:v>16.29</c:v>
                </c:pt>
                <c:pt idx="87159">
                  <c:v>51.29</c:v>
                </c:pt>
                <c:pt idx="87160">
                  <c:v>68.98</c:v>
                </c:pt>
                <c:pt idx="87161">
                  <c:v>39.28</c:v>
                </c:pt>
                <c:pt idx="87162">
                  <c:v>84.99</c:v>
                </c:pt>
                <c:pt idx="87163">
                  <c:v>84.98</c:v>
                </c:pt>
                <c:pt idx="87164">
                  <c:v>58.98</c:v>
                </c:pt>
                <c:pt idx="87165">
                  <c:v>321.44</c:v>
                </c:pt>
                <c:pt idx="87166">
                  <c:v>44.67</c:v>
                </c:pt>
                <c:pt idx="87167">
                  <c:v>275.08</c:v>
                </c:pt>
                <c:pt idx="87168">
                  <c:v>44.71</c:v>
                </c:pt>
                <c:pt idx="87169">
                  <c:v>-1.3</c:v>
                </c:pt>
                <c:pt idx="87170">
                  <c:v>59.98</c:v>
                </c:pt>
                <c:pt idx="87171">
                  <c:v>114.95</c:v>
                </c:pt>
                <c:pt idx="87172">
                  <c:v>63.96</c:v>
                </c:pt>
                <c:pt idx="87173">
                  <c:v>63.97</c:v>
                </c:pt>
                <c:pt idx="87174">
                  <c:v>47.28</c:v>
                </c:pt>
                <c:pt idx="87175">
                  <c:v>57.98</c:v>
                </c:pt>
                <c:pt idx="87176">
                  <c:v>75.97</c:v>
                </c:pt>
                <c:pt idx="87177">
                  <c:v>94.99</c:v>
                </c:pt>
                <c:pt idx="87178">
                  <c:v>169.98</c:v>
                </c:pt>
                <c:pt idx="87179">
                  <c:v>117.76</c:v>
                </c:pt>
                <c:pt idx="87180">
                  <c:v>41.49</c:v>
                </c:pt>
                <c:pt idx="87181">
                  <c:v>41.49</c:v>
                </c:pt>
                <c:pt idx="87182">
                  <c:v>59.99</c:v>
                </c:pt>
                <c:pt idx="87183">
                  <c:v>53.98</c:v>
                </c:pt>
                <c:pt idx="87184">
                  <c:v>53.98</c:v>
                </c:pt>
                <c:pt idx="87185">
                  <c:v>53.98</c:v>
                </c:pt>
                <c:pt idx="87186">
                  <c:v>53.98</c:v>
                </c:pt>
                <c:pt idx="87187">
                  <c:v>59.99</c:v>
                </c:pt>
                <c:pt idx="87188">
                  <c:v>99.98</c:v>
                </c:pt>
                <c:pt idx="87189">
                  <c:v>72.97</c:v>
                </c:pt>
                <c:pt idx="87190">
                  <c:v>99.73</c:v>
                </c:pt>
                <c:pt idx="87191">
                  <c:v>36.29</c:v>
                </c:pt>
                <c:pt idx="87192">
                  <c:v>114.97</c:v>
                </c:pt>
                <c:pt idx="87193">
                  <c:v>59.98</c:v>
                </c:pt>
                <c:pt idx="87194">
                  <c:v>92.97</c:v>
                </c:pt>
                <c:pt idx="87195">
                  <c:v>59.98</c:v>
                </c:pt>
                <c:pt idx="87196">
                  <c:v>89.97</c:v>
                </c:pt>
                <c:pt idx="87197">
                  <c:v>59.98</c:v>
                </c:pt>
                <c:pt idx="87198">
                  <c:v>89.97</c:v>
                </c:pt>
                <c:pt idx="87199">
                  <c:v>89.97</c:v>
                </c:pt>
                <c:pt idx="87200">
                  <c:v>65.27</c:v>
                </c:pt>
                <c:pt idx="87201">
                  <c:v>66.489999999999995</c:v>
                </c:pt>
                <c:pt idx="87202">
                  <c:v>90.74</c:v>
                </c:pt>
                <c:pt idx="87203">
                  <c:v>168.97</c:v>
                </c:pt>
                <c:pt idx="87204">
                  <c:v>122.97</c:v>
                </c:pt>
                <c:pt idx="87205">
                  <c:v>96.96</c:v>
                </c:pt>
                <c:pt idx="87206">
                  <c:v>89.98</c:v>
                </c:pt>
                <c:pt idx="87207">
                  <c:v>51.98</c:v>
                </c:pt>
                <c:pt idx="87208">
                  <c:v>51.29</c:v>
                </c:pt>
                <c:pt idx="87209">
                  <c:v>84.99</c:v>
                </c:pt>
                <c:pt idx="87210">
                  <c:v>129.94</c:v>
                </c:pt>
                <c:pt idx="87211">
                  <c:v>84.99</c:v>
                </c:pt>
                <c:pt idx="87212">
                  <c:v>84.99</c:v>
                </c:pt>
                <c:pt idx="87213">
                  <c:v>46.25</c:v>
                </c:pt>
                <c:pt idx="87214">
                  <c:v>97.15</c:v>
                </c:pt>
                <c:pt idx="87215">
                  <c:v>52.24</c:v>
                </c:pt>
                <c:pt idx="87216">
                  <c:v>104.32</c:v>
                </c:pt>
                <c:pt idx="87217">
                  <c:v>53.97</c:v>
                </c:pt>
                <c:pt idx="87218">
                  <c:v>59.94</c:v>
                </c:pt>
                <c:pt idx="87219">
                  <c:v>121.06</c:v>
                </c:pt>
                <c:pt idx="87220">
                  <c:v>-49.95</c:v>
                </c:pt>
                <c:pt idx="87221">
                  <c:v>77.97</c:v>
                </c:pt>
                <c:pt idx="87222">
                  <c:v>8.49</c:v>
                </c:pt>
                <c:pt idx="87223">
                  <c:v>110.97</c:v>
                </c:pt>
                <c:pt idx="87224">
                  <c:v>108.97</c:v>
                </c:pt>
                <c:pt idx="87225">
                  <c:v>73.98</c:v>
                </c:pt>
                <c:pt idx="87226">
                  <c:v>118.97</c:v>
                </c:pt>
                <c:pt idx="87227">
                  <c:v>84.99</c:v>
                </c:pt>
                <c:pt idx="87228">
                  <c:v>76.489999999999995</c:v>
                </c:pt>
                <c:pt idx="87229">
                  <c:v>84.99</c:v>
                </c:pt>
                <c:pt idx="87230">
                  <c:v>84.99</c:v>
                </c:pt>
                <c:pt idx="87231">
                  <c:v>84.99</c:v>
                </c:pt>
                <c:pt idx="87232">
                  <c:v>84.99</c:v>
                </c:pt>
                <c:pt idx="87233">
                  <c:v>31.49</c:v>
                </c:pt>
                <c:pt idx="87234">
                  <c:v>26.29</c:v>
                </c:pt>
                <c:pt idx="87235">
                  <c:v>27.29</c:v>
                </c:pt>
                <c:pt idx="87236">
                  <c:v>26.29</c:v>
                </c:pt>
                <c:pt idx="87237">
                  <c:v>53.9</c:v>
                </c:pt>
                <c:pt idx="87238">
                  <c:v>29.29</c:v>
                </c:pt>
                <c:pt idx="87239">
                  <c:v>24.74</c:v>
                </c:pt>
                <c:pt idx="87240">
                  <c:v>24.29</c:v>
                </c:pt>
                <c:pt idx="87241">
                  <c:v>22.85</c:v>
                </c:pt>
                <c:pt idx="87242">
                  <c:v>24.29</c:v>
                </c:pt>
                <c:pt idx="87243">
                  <c:v>11.29</c:v>
                </c:pt>
                <c:pt idx="87244">
                  <c:v>30.28</c:v>
                </c:pt>
                <c:pt idx="87245">
                  <c:v>33.29</c:v>
                </c:pt>
                <c:pt idx="87246">
                  <c:v>24.29</c:v>
                </c:pt>
                <c:pt idx="87247">
                  <c:v>33.29</c:v>
                </c:pt>
                <c:pt idx="87248">
                  <c:v>78.400000000000006</c:v>
                </c:pt>
                <c:pt idx="87249">
                  <c:v>79.95</c:v>
                </c:pt>
                <c:pt idx="87250">
                  <c:v>75.959999999999994</c:v>
                </c:pt>
                <c:pt idx="87251">
                  <c:v>106.97</c:v>
                </c:pt>
                <c:pt idx="87252">
                  <c:v>54.3</c:v>
                </c:pt>
                <c:pt idx="87253">
                  <c:v>65.959999999999994</c:v>
                </c:pt>
                <c:pt idx="87254">
                  <c:v>120.96</c:v>
                </c:pt>
                <c:pt idx="87255">
                  <c:v>99.98</c:v>
                </c:pt>
                <c:pt idx="87256">
                  <c:v>112.45</c:v>
                </c:pt>
                <c:pt idx="87257">
                  <c:v>148.71</c:v>
                </c:pt>
                <c:pt idx="87258">
                  <c:v>131.09</c:v>
                </c:pt>
                <c:pt idx="87259">
                  <c:v>44.44</c:v>
                </c:pt>
                <c:pt idx="87260">
                  <c:v>190.55</c:v>
                </c:pt>
                <c:pt idx="87261">
                  <c:v>-49.99</c:v>
                </c:pt>
                <c:pt idx="87262">
                  <c:v>162.37</c:v>
                </c:pt>
                <c:pt idx="87263">
                  <c:v>154.96</c:v>
                </c:pt>
                <c:pt idx="87264">
                  <c:v>147.88</c:v>
                </c:pt>
                <c:pt idx="87265">
                  <c:v>49.99</c:v>
                </c:pt>
                <c:pt idx="87266">
                  <c:v>89.98</c:v>
                </c:pt>
                <c:pt idx="87267">
                  <c:v>119.96</c:v>
                </c:pt>
                <c:pt idx="87268">
                  <c:v>119.96</c:v>
                </c:pt>
                <c:pt idx="87269">
                  <c:v>119.96</c:v>
                </c:pt>
                <c:pt idx="87270">
                  <c:v>89.97</c:v>
                </c:pt>
                <c:pt idx="87271">
                  <c:v>89.97</c:v>
                </c:pt>
                <c:pt idx="87272">
                  <c:v>111.12</c:v>
                </c:pt>
                <c:pt idx="87273">
                  <c:v>82.01</c:v>
                </c:pt>
                <c:pt idx="87274">
                  <c:v>111.96</c:v>
                </c:pt>
                <c:pt idx="87275">
                  <c:v>83.97</c:v>
                </c:pt>
                <c:pt idx="87276">
                  <c:v>110.84</c:v>
                </c:pt>
                <c:pt idx="87277">
                  <c:v>184.97</c:v>
                </c:pt>
                <c:pt idx="87278">
                  <c:v>59.96</c:v>
                </c:pt>
                <c:pt idx="87279">
                  <c:v>-59.95</c:v>
                </c:pt>
                <c:pt idx="87280">
                  <c:v>59.95</c:v>
                </c:pt>
                <c:pt idx="87281">
                  <c:v>69.989999999999995</c:v>
                </c:pt>
                <c:pt idx="87282">
                  <c:v>84.99</c:v>
                </c:pt>
                <c:pt idx="87283">
                  <c:v>84.99</c:v>
                </c:pt>
                <c:pt idx="87284">
                  <c:v>43.48</c:v>
                </c:pt>
                <c:pt idx="87285">
                  <c:v>43.48</c:v>
                </c:pt>
                <c:pt idx="87286">
                  <c:v>44.23</c:v>
                </c:pt>
                <c:pt idx="87287">
                  <c:v>43.48</c:v>
                </c:pt>
                <c:pt idx="87288">
                  <c:v>43.48</c:v>
                </c:pt>
                <c:pt idx="87289">
                  <c:v>43.48</c:v>
                </c:pt>
                <c:pt idx="87290">
                  <c:v>22.47</c:v>
                </c:pt>
                <c:pt idx="87291">
                  <c:v>22.49</c:v>
                </c:pt>
                <c:pt idx="87292">
                  <c:v>44.23</c:v>
                </c:pt>
                <c:pt idx="87293">
                  <c:v>43.48</c:v>
                </c:pt>
                <c:pt idx="87294">
                  <c:v>89.94</c:v>
                </c:pt>
                <c:pt idx="87295">
                  <c:v>89.94</c:v>
                </c:pt>
                <c:pt idx="87296">
                  <c:v>89.94</c:v>
                </c:pt>
                <c:pt idx="87297">
                  <c:v>89.94</c:v>
                </c:pt>
                <c:pt idx="87298">
                  <c:v>293.95999999999998</c:v>
                </c:pt>
                <c:pt idx="87299">
                  <c:v>128.24</c:v>
                </c:pt>
                <c:pt idx="87300">
                  <c:v>90.71</c:v>
                </c:pt>
                <c:pt idx="87301">
                  <c:v>79.849999999999994</c:v>
                </c:pt>
                <c:pt idx="87302">
                  <c:v>71.86</c:v>
                </c:pt>
                <c:pt idx="87303">
                  <c:v>128.24</c:v>
                </c:pt>
                <c:pt idx="87304">
                  <c:v>79.95</c:v>
                </c:pt>
                <c:pt idx="87305">
                  <c:v>37.89</c:v>
                </c:pt>
                <c:pt idx="87306">
                  <c:v>119.94</c:v>
                </c:pt>
                <c:pt idx="87307">
                  <c:v>151.91999999999999</c:v>
                </c:pt>
                <c:pt idx="87308">
                  <c:v>65.94</c:v>
                </c:pt>
                <c:pt idx="87309">
                  <c:v>79.95</c:v>
                </c:pt>
                <c:pt idx="87310">
                  <c:v>217.96</c:v>
                </c:pt>
                <c:pt idx="87311">
                  <c:v>138.96</c:v>
                </c:pt>
                <c:pt idx="87312">
                  <c:v>138.96</c:v>
                </c:pt>
                <c:pt idx="87313">
                  <c:v>45.98</c:v>
                </c:pt>
                <c:pt idx="87314">
                  <c:v>59.98</c:v>
                </c:pt>
                <c:pt idx="87315">
                  <c:v>41.49</c:v>
                </c:pt>
                <c:pt idx="87316">
                  <c:v>31.49</c:v>
                </c:pt>
                <c:pt idx="87317">
                  <c:v>117.83</c:v>
                </c:pt>
                <c:pt idx="87318">
                  <c:v>21.24</c:v>
                </c:pt>
                <c:pt idx="87319">
                  <c:v>13.96</c:v>
                </c:pt>
                <c:pt idx="87320">
                  <c:v>91.57</c:v>
                </c:pt>
                <c:pt idx="87321">
                  <c:v>58.98</c:v>
                </c:pt>
                <c:pt idx="87322">
                  <c:v>47.75</c:v>
                </c:pt>
                <c:pt idx="87323">
                  <c:v>70.13</c:v>
                </c:pt>
                <c:pt idx="87324">
                  <c:v>84.68</c:v>
                </c:pt>
                <c:pt idx="87325">
                  <c:v>76.209999999999994</c:v>
                </c:pt>
                <c:pt idx="87326">
                  <c:v>72.59</c:v>
                </c:pt>
                <c:pt idx="87327">
                  <c:v>67.739999999999995</c:v>
                </c:pt>
                <c:pt idx="87328">
                  <c:v>104.04</c:v>
                </c:pt>
                <c:pt idx="87329">
                  <c:v>104.04</c:v>
                </c:pt>
                <c:pt idx="87330">
                  <c:v>85.43</c:v>
                </c:pt>
                <c:pt idx="87331">
                  <c:v>157.97</c:v>
                </c:pt>
                <c:pt idx="87332">
                  <c:v>308.52999999999997</c:v>
                </c:pt>
                <c:pt idx="87333">
                  <c:v>46.47</c:v>
                </c:pt>
                <c:pt idx="87334">
                  <c:v>41.49</c:v>
                </c:pt>
                <c:pt idx="87335">
                  <c:v>65.989999999999995</c:v>
                </c:pt>
                <c:pt idx="87336">
                  <c:v>65.97</c:v>
                </c:pt>
                <c:pt idx="87337">
                  <c:v>93.57</c:v>
                </c:pt>
                <c:pt idx="87338">
                  <c:v>75.239999999999995</c:v>
                </c:pt>
                <c:pt idx="87339">
                  <c:v>44.99</c:v>
                </c:pt>
                <c:pt idx="87340">
                  <c:v>62.98</c:v>
                </c:pt>
                <c:pt idx="87341">
                  <c:v>89.97</c:v>
                </c:pt>
                <c:pt idx="87342">
                  <c:v>115.96</c:v>
                </c:pt>
                <c:pt idx="87343">
                  <c:v>184.95</c:v>
                </c:pt>
                <c:pt idx="87344">
                  <c:v>184.95</c:v>
                </c:pt>
                <c:pt idx="87345">
                  <c:v>115.96</c:v>
                </c:pt>
                <c:pt idx="87346">
                  <c:v>118.95</c:v>
                </c:pt>
                <c:pt idx="87347">
                  <c:v>118.95</c:v>
                </c:pt>
                <c:pt idx="87348">
                  <c:v>89.97</c:v>
                </c:pt>
                <c:pt idx="87349">
                  <c:v>298.48</c:v>
                </c:pt>
                <c:pt idx="87350">
                  <c:v>141.94999999999999</c:v>
                </c:pt>
                <c:pt idx="87351">
                  <c:v>59.95</c:v>
                </c:pt>
                <c:pt idx="87352">
                  <c:v>88.96</c:v>
                </c:pt>
                <c:pt idx="87353">
                  <c:v>72.97</c:v>
                </c:pt>
                <c:pt idx="87354">
                  <c:v>55.93</c:v>
                </c:pt>
                <c:pt idx="87355">
                  <c:v>61.97</c:v>
                </c:pt>
                <c:pt idx="87356">
                  <c:v>81.97</c:v>
                </c:pt>
                <c:pt idx="87357">
                  <c:v>169.97</c:v>
                </c:pt>
                <c:pt idx="87358">
                  <c:v>147.57</c:v>
                </c:pt>
                <c:pt idx="87359">
                  <c:v>82.11</c:v>
                </c:pt>
                <c:pt idx="87360">
                  <c:v>33.72</c:v>
                </c:pt>
                <c:pt idx="87361">
                  <c:v>142.6</c:v>
                </c:pt>
                <c:pt idx="87362">
                  <c:v>101.59</c:v>
                </c:pt>
                <c:pt idx="87363">
                  <c:v>76.19</c:v>
                </c:pt>
                <c:pt idx="87364">
                  <c:v>65.989999999999995</c:v>
                </c:pt>
                <c:pt idx="87365">
                  <c:v>65.989999999999995</c:v>
                </c:pt>
                <c:pt idx="87366">
                  <c:v>65.989999999999995</c:v>
                </c:pt>
                <c:pt idx="87367">
                  <c:v>65.989999999999995</c:v>
                </c:pt>
                <c:pt idx="87368">
                  <c:v>84.99</c:v>
                </c:pt>
                <c:pt idx="87369">
                  <c:v>-66.14</c:v>
                </c:pt>
                <c:pt idx="87370">
                  <c:v>121.48</c:v>
                </c:pt>
                <c:pt idx="87371">
                  <c:v>219.11</c:v>
                </c:pt>
                <c:pt idx="87372">
                  <c:v>104.98</c:v>
                </c:pt>
                <c:pt idx="87373">
                  <c:v>72.42</c:v>
                </c:pt>
                <c:pt idx="87374">
                  <c:v>53.97</c:v>
                </c:pt>
                <c:pt idx="87375">
                  <c:v>55.96</c:v>
                </c:pt>
                <c:pt idx="87376">
                  <c:v>147.96</c:v>
                </c:pt>
                <c:pt idx="87377">
                  <c:v>194.95</c:v>
                </c:pt>
                <c:pt idx="87378">
                  <c:v>194.95</c:v>
                </c:pt>
                <c:pt idx="87379">
                  <c:v>155.96</c:v>
                </c:pt>
                <c:pt idx="87380">
                  <c:v>55.96</c:v>
                </c:pt>
                <c:pt idx="87381">
                  <c:v>81.98</c:v>
                </c:pt>
                <c:pt idx="87382">
                  <c:v>65.989999999999995</c:v>
                </c:pt>
                <c:pt idx="87383">
                  <c:v>65.989999999999995</c:v>
                </c:pt>
                <c:pt idx="87384">
                  <c:v>65.98</c:v>
                </c:pt>
                <c:pt idx="87385">
                  <c:v>65.989999999999995</c:v>
                </c:pt>
                <c:pt idx="87386">
                  <c:v>65.989999999999995</c:v>
                </c:pt>
                <c:pt idx="87387">
                  <c:v>61.89</c:v>
                </c:pt>
                <c:pt idx="87388">
                  <c:v>63.96</c:v>
                </c:pt>
                <c:pt idx="87389">
                  <c:v>91.94</c:v>
                </c:pt>
                <c:pt idx="87390">
                  <c:v>113.93</c:v>
                </c:pt>
                <c:pt idx="87391">
                  <c:v>98.97</c:v>
                </c:pt>
                <c:pt idx="87392">
                  <c:v>129.97</c:v>
                </c:pt>
                <c:pt idx="87393">
                  <c:v>65.3</c:v>
                </c:pt>
                <c:pt idx="87394">
                  <c:v>44.73</c:v>
                </c:pt>
                <c:pt idx="87395">
                  <c:v>45.33</c:v>
                </c:pt>
                <c:pt idx="87396">
                  <c:v>22.97</c:v>
                </c:pt>
                <c:pt idx="87397">
                  <c:v>44.73</c:v>
                </c:pt>
                <c:pt idx="87398">
                  <c:v>65.3</c:v>
                </c:pt>
                <c:pt idx="87399">
                  <c:v>59.97</c:v>
                </c:pt>
                <c:pt idx="87400">
                  <c:v>56.98</c:v>
                </c:pt>
                <c:pt idx="87401">
                  <c:v>71.239999999999995</c:v>
                </c:pt>
                <c:pt idx="87402">
                  <c:v>71.239999999999995</c:v>
                </c:pt>
                <c:pt idx="87403">
                  <c:v>71.959999999999994</c:v>
                </c:pt>
                <c:pt idx="87404">
                  <c:v>85.97</c:v>
                </c:pt>
                <c:pt idx="87405">
                  <c:v>168.96</c:v>
                </c:pt>
                <c:pt idx="87406">
                  <c:v>144.97</c:v>
                </c:pt>
                <c:pt idx="87407">
                  <c:v>134.97999999999999</c:v>
                </c:pt>
                <c:pt idx="87408">
                  <c:v>51.95</c:v>
                </c:pt>
                <c:pt idx="87409">
                  <c:v>41.29</c:v>
                </c:pt>
                <c:pt idx="87410">
                  <c:v>79.98</c:v>
                </c:pt>
                <c:pt idx="87411">
                  <c:v>38.86</c:v>
                </c:pt>
                <c:pt idx="87412">
                  <c:v>41.09</c:v>
                </c:pt>
                <c:pt idx="87413">
                  <c:v>54.58</c:v>
                </c:pt>
                <c:pt idx="87414">
                  <c:v>59.98</c:v>
                </c:pt>
                <c:pt idx="87415">
                  <c:v>119.96</c:v>
                </c:pt>
                <c:pt idx="87416">
                  <c:v>59.98</c:v>
                </c:pt>
                <c:pt idx="87417">
                  <c:v>119.96</c:v>
                </c:pt>
                <c:pt idx="87418">
                  <c:v>59.98</c:v>
                </c:pt>
                <c:pt idx="87419">
                  <c:v>94.95</c:v>
                </c:pt>
                <c:pt idx="87420">
                  <c:v>126.85</c:v>
                </c:pt>
                <c:pt idx="87421">
                  <c:v>130.63</c:v>
                </c:pt>
                <c:pt idx="87422">
                  <c:v>92.64</c:v>
                </c:pt>
                <c:pt idx="87423">
                  <c:v>84.64</c:v>
                </c:pt>
                <c:pt idx="87424">
                  <c:v>75.709999999999994</c:v>
                </c:pt>
                <c:pt idx="87425">
                  <c:v>92.64</c:v>
                </c:pt>
                <c:pt idx="87426">
                  <c:v>113.7</c:v>
                </c:pt>
                <c:pt idx="87427">
                  <c:v>99.96</c:v>
                </c:pt>
                <c:pt idx="87428">
                  <c:v>109.54</c:v>
                </c:pt>
                <c:pt idx="87429">
                  <c:v>143.94999999999999</c:v>
                </c:pt>
                <c:pt idx="87430">
                  <c:v>73.98</c:v>
                </c:pt>
                <c:pt idx="87431">
                  <c:v>139.93</c:v>
                </c:pt>
                <c:pt idx="87432">
                  <c:v>68.17</c:v>
                </c:pt>
                <c:pt idx="87433">
                  <c:v>59.96</c:v>
                </c:pt>
                <c:pt idx="87434">
                  <c:v>50.97</c:v>
                </c:pt>
                <c:pt idx="87435">
                  <c:v>80.95</c:v>
                </c:pt>
                <c:pt idx="87436">
                  <c:v>89.97</c:v>
                </c:pt>
                <c:pt idx="87437">
                  <c:v>147.97</c:v>
                </c:pt>
                <c:pt idx="87438">
                  <c:v>114.98</c:v>
                </c:pt>
                <c:pt idx="87439">
                  <c:v>79.98</c:v>
                </c:pt>
                <c:pt idx="87440">
                  <c:v>99.75</c:v>
                </c:pt>
                <c:pt idx="87441">
                  <c:v>123.97</c:v>
                </c:pt>
                <c:pt idx="87442">
                  <c:v>88.97</c:v>
                </c:pt>
                <c:pt idx="87443">
                  <c:v>123.97</c:v>
                </c:pt>
                <c:pt idx="87444">
                  <c:v>94.97</c:v>
                </c:pt>
                <c:pt idx="87445">
                  <c:v>109.98</c:v>
                </c:pt>
                <c:pt idx="87446">
                  <c:v>65.98</c:v>
                </c:pt>
                <c:pt idx="87447">
                  <c:v>51.49</c:v>
                </c:pt>
                <c:pt idx="87448">
                  <c:v>51.49</c:v>
                </c:pt>
                <c:pt idx="87449">
                  <c:v>51.49</c:v>
                </c:pt>
                <c:pt idx="87450">
                  <c:v>51.49</c:v>
                </c:pt>
                <c:pt idx="87451">
                  <c:v>51.49</c:v>
                </c:pt>
                <c:pt idx="87452">
                  <c:v>51.49</c:v>
                </c:pt>
                <c:pt idx="87453">
                  <c:v>51.49</c:v>
                </c:pt>
                <c:pt idx="87454">
                  <c:v>105.96</c:v>
                </c:pt>
                <c:pt idx="87455">
                  <c:v>116.96</c:v>
                </c:pt>
                <c:pt idx="87456">
                  <c:v>64.02</c:v>
                </c:pt>
                <c:pt idx="87457">
                  <c:v>78.319999999999993</c:v>
                </c:pt>
                <c:pt idx="87458">
                  <c:v>90.98</c:v>
                </c:pt>
                <c:pt idx="87459">
                  <c:v>51.96</c:v>
                </c:pt>
                <c:pt idx="87460">
                  <c:v>51.96</c:v>
                </c:pt>
                <c:pt idx="87461">
                  <c:v>51.96</c:v>
                </c:pt>
                <c:pt idx="87462">
                  <c:v>51.96</c:v>
                </c:pt>
                <c:pt idx="87463">
                  <c:v>51.96</c:v>
                </c:pt>
                <c:pt idx="87464">
                  <c:v>53.26</c:v>
                </c:pt>
                <c:pt idx="87465">
                  <c:v>51.96</c:v>
                </c:pt>
                <c:pt idx="87466">
                  <c:v>51.96</c:v>
                </c:pt>
                <c:pt idx="87467">
                  <c:v>51.96</c:v>
                </c:pt>
                <c:pt idx="87468">
                  <c:v>31.28</c:v>
                </c:pt>
                <c:pt idx="87469">
                  <c:v>94.48</c:v>
                </c:pt>
                <c:pt idx="87470">
                  <c:v>99.98</c:v>
                </c:pt>
                <c:pt idx="87471">
                  <c:v>129.96</c:v>
                </c:pt>
                <c:pt idx="87472">
                  <c:v>82.09</c:v>
                </c:pt>
                <c:pt idx="87473">
                  <c:v>94.97</c:v>
                </c:pt>
                <c:pt idx="87474">
                  <c:v>89.61</c:v>
                </c:pt>
                <c:pt idx="87475">
                  <c:v>78.959999999999994</c:v>
                </c:pt>
                <c:pt idx="87476">
                  <c:v>59.98</c:v>
                </c:pt>
                <c:pt idx="87477">
                  <c:v>41.29</c:v>
                </c:pt>
                <c:pt idx="87478">
                  <c:v>-1.3</c:v>
                </c:pt>
                <c:pt idx="87479">
                  <c:v>28.93</c:v>
                </c:pt>
                <c:pt idx="87480">
                  <c:v>-1.3</c:v>
                </c:pt>
                <c:pt idx="87481">
                  <c:v>52.22</c:v>
                </c:pt>
                <c:pt idx="87482">
                  <c:v>64.97</c:v>
                </c:pt>
                <c:pt idx="87483">
                  <c:v>1.3</c:v>
                </c:pt>
                <c:pt idx="87484">
                  <c:v>-1.95</c:v>
                </c:pt>
                <c:pt idx="87485">
                  <c:v>-1.3</c:v>
                </c:pt>
                <c:pt idx="87486">
                  <c:v>59.98</c:v>
                </c:pt>
                <c:pt idx="87487">
                  <c:v>59.98</c:v>
                </c:pt>
                <c:pt idx="87488">
                  <c:v>13.29</c:v>
                </c:pt>
                <c:pt idx="87489">
                  <c:v>-1.3</c:v>
                </c:pt>
                <c:pt idx="87490">
                  <c:v>9.98</c:v>
                </c:pt>
                <c:pt idx="87491">
                  <c:v>33.28</c:v>
                </c:pt>
                <c:pt idx="87492">
                  <c:v>5</c:v>
                </c:pt>
                <c:pt idx="87493">
                  <c:v>159.96</c:v>
                </c:pt>
                <c:pt idx="87494">
                  <c:v>167.94</c:v>
                </c:pt>
                <c:pt idx="87495">
                  <c:v>205.13</c:v>
                </c:pt>
                <c:pt idx="87496">
                  <c:v>79.959999999999994</c:v>
                </c:pt>
                <c:pt idx="87497">
                  <c:v>60.98</c:v>
                </c:pt>
                <c:pt idx="87498">
                  <c:v>84.99</c:v>
                </c:pt>
                <c:pt idx="87499">
                  <c:v>54.98</c:v>
                </c:pt>
                <c:pt idx="87500">
                  <c:v>58.47</c:v>
                </c:pt>
                <c:pt idx="87501">
                  <c:v>12.99</c:v>
                </c:pt>
                <c:pt idx="87502">
                  <c:v>17.98</c:v>
                </c:pt>
                <c:pt idx="87503">
                  <c:v>57.98</c:v>
                </c:pt>
                <c:pt idx="87504">
                  <c:v>-20.99</c:v>
                </c:pt>
                <c:pt idx="87505">
                  <c:v>35.29</c:v>
                </c:pt>
                <c:pt idx="87506">
                  <c:v>134.97</c:v>
                </c:pt>
                <c:pt idx="87507">
                  <c:v>93.16</c:v>
                </c:pt>
                <c:pt idx="87508">
                  <c:v>349.92</c:v>
                </c:pt>
                <c:pt idx="87509">
                  <c:v>87.96</c:v>
                </c:pt>
                <c:pt idx="87510">
                  <c:v>63.97</c:v>
                </c:pt>
                <c:pt idx="87511">
                  <c:v>63.97</c:v>
                </c:pt>
                <c:pt idx="87512">
                  <c:v>63.97</c:v>
                </c:pt>
                <c:pt idx="87513">
                  <c:v>57.96</c:v>
                </c:pt>
                <c:pt idx="87514">
                  <c:v>85.47</c:v>
                </c:pt>
                <c:pt idx="87515">
                  <c:v>114.32</c:v>
                </c:pt>
                <c:pt idx="87516">
                  <c:v>62.68</c:v>
                </c:pt>
                <c:pt idx="87517">
                  <c:v>56.98</c:v>
                </c:pt>
                <c:pt idx="87518">
                  <c:v>49.48</c:v>
                </c:pt>
                <c:pt idx="87519">
                  <c:v>68.989999999999995</c:v>
                </c:pt>
                <c:pt idx="87520">
                  <c:v>50.98</c:v>
                </c:pt>
                <c:pt idx="87521">
                  <c:v>146.97</c:v>
                </c:pt>
                <c:pt idx="87522">
                  <c:v>81.5</c:v>
                </c:pt>
                <c:pt idx="87523">
                  <c:v>201.97</c:v>
                </c:pt>
                <c:pt idx="87524">
                  <c:v>99.98</c:v>
                </c:pt>
                <c:pt idx="87525">
                  <c:v>56.07</c:v>
                </c:pt>
                <c:pt idx="87526">
                  <c:v>89.95</c:v>
                </c:pt>
                <c:pt idx="87527">
                  <c:v>69.2</c:v>
                </c:pt>
                <c:pt idx="87528">
                  <c:v>54.98</c:v>
                </c:pt>
                <c:pt idx="87529">
                  <c:v>56.97</c:v>
                </c:pt>
                <c:pt idx="87530">
                  <c:v>131.97999999999999</c:v>
                </c:pt>
                <c:pt idx="87531">
                  <c:v>56.97</c:v>
                </c:pt>
                <c:pt idx="87532">
                  <c:v>56.97</c:v>
                </c:pt>
                <c:pt idx="87533">
                  <c:v>54.16</c:v>
                </c:pt>
                <c:pt idx="87534">
                  <c:v>120.97</c:v>
                </c:pt>
                <c:pt idx="87535">
                  <c:v>119.94</c:v>
                </c:pt>
                <c:pt idx="87536">
                  <c:v>79.959999999999994</c:v>
                </c:pt>
                <c:pt idx="87537">
                  <c:v>59.97</c:v>
                </c:pt>
                <c:pt idx="87538">
                  <c:v>119.94</c:v>
                </c:pt>
                <c:pt idx="87539">
                  <c:v>79.959999999999994</c:v>
                </c:pt>
                <c:pt idx="87540">
                  <c:v>79.959999999999994</c:v>
                </c:pt>
                <c:pt idx="87541">
                  <c:v>47.49</c:v>
                </c:pt>
                <c:pt idx="87542">
                  <c:v>84.96</c:v>
                </c:pt>
                <c:pt idx="87543">
                  <c:v>72.239999999999995</c:v>
                </c:pt>
                <c:pt idx="87544">
                  <c:v>81.150000000000006</c:v>
                </c:pt>
                <c:pt idx="87545">
                  <c:v>65.989999999999995</c:v>
                </c:pt>
                <c:pt idx="87546">
                  <c:v>84.99</c:v>
                </c:pt>
                <c:pt idx="87547">
                  <c:v>84.99</c:v>
                </c:pt>
                <c:pt idx="87548">
                  <c:v>94.97</c:v>
                </c:pt>
                <c:pt idx="87549">
                  <c:v>84.99</c:v>
                </c:pt>
                <c:pt idx="87550">
                  <c:v>209.56</c:v>
                </c:pt>
                <c:pt idx="87551">
                  <c:v>109.96</c:v>
                </c:pt>
                <c:pt idx="87552">
                  <c:v>109.96</c:v>
                </c:pt>
                <c:pt idx="87553">
                  <c:v>56.97</c:v>
                </c:pt>
                <c:pt idx="87554">
                  <c:v>-56.97</c:v>
                </c:pt>
                <c:pt idx="87555">
                  <c:v>53.98</c:v>
                </c:pt>
                <c:pt idx="87556">
                  <c:v>55.97</c:v>
                </c:pt>
                <c:pt idx="87557">
                  <c:v>3.49</c:v>
                </c:pt>
                <c:pt idx="87558">
                  <c:v>66.97</c:v>
                </c:pt>
                <c:pt idx="87559">
                  <c:v>58.98</c:v>
                </c:pt>
                <c:pt idx="87560">
                  <c:v>58.97</c:v>
                </c:pt>
                <c:pt idx="87561">
                  <c:v>58.87</c:v>
                </c:pt>
                <c:pt idx="87562">
                  <c:v>103.96</c:v>
                </c:pt>
                <c:pt idx="87563">
                  <c:v>59.98</c:v>
                </c:pt>
                <c:pt idx="87564">
                  <c:v>59.98</c:v>
                </c:pt>
                <c:pt idx="87565">
                  <c:v>59.98</c:v>
                </c:pt>
                <c:pt idx="87566">
                  <c:v>59.98</c:v>
                </c:pt>
                <c:pt idx="87567">
                  <c:v>59.98</c:v>
                </c:pt>
                <c:pt idx="87568">
                  <c:v>59.98</c:v>
                </c:pt>
                <c:pt idx="87569">
                  <c:v>53.98</c:v>
                </c:pt>
                <c:pt idx="87570">
                  <c:v>74.95</c:v>
                </c:pt>
                <c:pt idx="87571">
                  <c:v>152.91999999999999</c:v>
                </c:pt>
                <c:pt idx="87572">
                  <c:v>74.95</c:v>
                </c:pt>
                <c:pt idx="87573">
                  <c:v>79.180000000000007</c:v>
                </c:pt>
                <c:pt idx="87574">
                  <c:v>79.180000000000007</c:v>
                </c:pt>
                <c:pt idx="87575">
                  <c:v>69.989999999999995</c:v>
                </c:pt>
                <c:pt idx="87576">
                  <c:v>69.989999999999995</c:v>
                </c:pt>
                <c:pt idx="87577">
                  <c:v>152.91999999999999</c:v>
                </c:pt>
                <c:pt idx="87578">
                  <c:v>65.989999999999995</c:v>
                </c:pt>
                <c:pt idx="87579">
                  <c:v>65.989999999999995</c:v>
                </c:pt>
                <c:pt idx="87580">
                  <c:v>65.989999999999995</c:v>
                </c:pt>
                <c:pt idx="87581">
                  <c:v>65.989999999999995</c:v>
                </c:pt>
                <c:pt idx="87582">
                  <c:v>65.989999999999995</c:v>
                </c:pt>
                <c:pt idx="87583">
                  <c:v>42.24</c:v>
                </c:pt>
                <c:pt idx="87584">
                  <c:v>41.49</c:v>
                </c:pt>
                <c:pt idx="87585">
                  <c:v>79.98</c:v>
                </c:pt>
                <c:pt idx="87586">
                  <c:v>79.98</c:v>
                </c:pt>
                <c:pt idx="87587">
                  <c:v>42.24</c:v>
                </c:pt>
                <c:pt idx="87588">
                  <c:v>79.98</c:v>
                </c:pt>
                <c:pt idx="87589">
                  <c:v>52.79</c:v>
                </c:pt>
                <c:pt idx="87590">
                  <c:v>41.49</c:v>
                </c:pt>
                <c:pt idx="87591">
                  <c:v>79.98</c:v>
                </c:pt>
                <c:pt idx="87592">
                  <c:v>79.98</c:v>
                </c:pt>
                <c:pt idx="87593">
                  <c:v>79.98</c:v>
                </c:pt>
                <c:pt idx="87594">
                  <c:v>72.58</c:v>
                </c:pt>
                <c:pt idx="87595">
                  <c:v>49.27</c:v>
                </c:pt>
                <c:pt idx="87596">
                  <c:v>124.46</c:v>
                </c:pt>
                <c:pt idx="87597">
                  <c:v>139.37</c:v>
                </c:pt>
                <c:pt idx="87598">
                  <c:v>130.38</c:v>
                </c:pt>
                <c:pt idx="87599">
                  <c:v>138.96</c:v>
                </c:pt>
                <c:pt idx="87600">
                  <c:v>9.99</c:v>
                </c:pt>
                <c:pt idx="87601">
                  <c:v>-42.49</c:v>
                </c:pt>
                <c:pt idx="87602">
                  <c:v>84.99</c:v>
                </c:pt>
                <c:pt idx="87603">
                  <c:v>67.98</c:v>
                </c:pt>
                <c:pt idx="87604">
                  <c:v>94.98</c:v>
                </c:pt>
                <c:pt idx="87605">
                  <c:v>69.97</c:v>
                </c:pt>
                <c:pt idx="87606">
                  <c:v>84.99</c:v>
                </c:pt>
                <c:pt idx="87607">
                  <c:v>52.98</c:v>
                </c:pt>
                <c:pt idx="87608">
                  <c:v>74.77</c:v>
                </c:pt>
                <c:pt idx="87609">
                  <c:v>63.98</c:v>
                </c:pt>
                <c:pt idx="87610">
                  <c:v>85.48</c:v>
                </c:pt>
                <c:pt idx="87611">
                  <c:v>92.67</c:v>
                </c:pt>
                <c:pt idx="87612">
                  <c:v>76.489999999999995</c:v>
                </c:pt>
                <c:pt idx="87613">
                  <c:v>89.98</c:v>
                </c:pt>
                <c:pt idx="87614">
                  <c:v>53.98</c:v>
                </c:pt>
                <c:pt idx="87615">
                  <c:v>72.239999999999995</c:v>
                </c:pt>
                <c:pt idx="87616">
                  <c:v>65.989999999999995</c:v>
                </c:pt>
                <c:pt idx="87617">
                  <c:v>84.99</c:v>
                </c:pt>
                <c:pt idx="87618">
                  <c:v>71.37</c:v>
                </c:pt>
                <c:pt idx="87619">
                  <c:v>134.27000000000001</c:v>
                </c:pt>
                <c:pt idx="87620">
                  <c:v>71.37</c:v>
                </c:pt>
                <c:pt idx="87621">
                  <c:v>134.27000000000001</c:v>
                </c:pt>
                <c:pt idx="87622">
                  <c:v>179.03</c:v>
                </c:pt>
                <c:pt idx="87623">
                  <c:v>71.37</c:v>
                </c:pt>
                <c:pt idx="87624">
                  <c:v>179.03</c:v>
                </c:pt>
                <c:pt idx="87625">
                  <c:v>134.27000000000001</c:v>
                </c:pt>
                <c:pt idx="87626">
                  <c:v>179.03</c:v>
                </c:pt>
                <c:pt idx="87627">
                  <c:v>82.26</c:v>
                </c:pt>
                <c:pt idx="87628">
                  <c:v>82.26</c:v>
                </c:pt>
                <c:pt idx="87629">
                  <c:v>82.26</c:v>
                </c:pt>
                <c:pt idx="87630">
                  <c:v>53.97</c:v>
                </c:pt>
                <c:pt idx="87631">
                  <c:v>89.95</c:v>
                </c:pt>
                <c:pt idx="87632">
                  <c:v>55.98</c:v>
                </c:pt>
                <c:pt idx="87633">
                  <c:v>50.97</c:v>
                </c:pt>
                <c:pt idx="87634">
                  <c:v>37.47</c:v>
                </c:pt>
                <c:pt idx="87635">
                  <c:v>119.26</c:v>
                </c:pt>
                <c:pt idx="87636">
                  <c:v>65.989999999999995</c:v>
                </c:pt>
                <c:pt idx="87637">
                  <c:v>169.98</c:v>
                </c:pt>
                <c:pt idx="87638">
                  <c:v>94.97</c:v>
                </c:pt>
                <c:pt idx="87639">
                  <c:v>84.99</c:v>
                </c:pt>
                <c:pt idx="87640">
                  <c:v>79.989999999999995</c:v>
                </c:pt>
                <c:pt idx="87641">
                  <c:v>59.97</c:v>
                </c:pt>
                <c:pt idx="87642">
                  <c:v>59.39</c:v>
                </c:pt>
                <c:pt idx="87643">
                  <c:v>78.48</c:v>
                </c:pt>
                <c:pt idx="87644">
                  <c:v>59.39</c:v>
                </c:pt>
                <c:pt idx="87645">
                  <c:v>189.97</c:v>
                </c:pt>
                <c:pt idx="87646">
                  <c:v>72.38</c:v>
                </c:pt>
                <c:pt idx="87647">
                  <c:v>65.989999999999995</c:v>
                </c:pt>
                <c:pt idx="87648">
                  <c:v>149.97999999999999</c:v>
                </c:pt>
                <c:pt idx="87649">
                  <c:v>79.989999999999995</c:v>
                </c:pt>
                <c:pt idx="87650">
                  <c:v>71.989999999999995</c:v>
                </c:pt>
                <c:pt idx="87651">
                  <c:v>75.989999999999995</c:v>
                </c:pt>
                <c:pt idx="87652">
                  <c:v>76.790000000000006</c:v>
                </c:pt>
                <c:pt idx="87653">
                  <c:v>79.989999999999995</c:v>
                </c:pt>
                <c:pt idx="87654">
                  <c:v>50.98</c:v>
                </c:pt>
                <c:pt idx="87655">
                  <c:v>129.97</c:v>
                </c:pt>
                <c:pt idx="87656">
                  <c:v>50.97</c:v>
                </c:pt>
                <c:pt idx="87657">
                  <c:v>123.96</c:v>
                </c:pt>
                <c:pt idx="87658">
                  <c:v>58.98</c:v>
                </c:pt>
                <c:pt idx="87659">
                  <c:v>110.98</c:v>
                </c:pt>
                <c:pt idx="87660">
                  <c:v>29.48</c:v>
                </c:pt>
                <c:pt idx="87661">
                  <c:v>111.96</c:v>
                </c:pt>
                <c:pt idx="87662">
                  <c:v>79.540000000000006</c:v>
                </c:pt>
                <c:pt idx="87663">
                  <c:v>79.959999999999994</c:v>
                </c:pt>
                <c:pt idx="87664">
                  <c:v>59.97</c:v>
                </c:pt>
                <c:pt idx="87665">
                  <c:v>59.97</c:v>
                </c:pt>
                <c:pt idx="87666">
                  <c:v>59.97</c:v>
                </c:pt>
                <c:pt idx="87667">
                  <c:v>64.98</c:v>
                </c:pt>
                <c:pt idx="87668">
                  <c:v>94.33</c:v>
                </c:pt>
                <c:pt idx="87669">
                  <c:v>77.099999999999994</c:v>
                </c:pt>
                <c:pt idx="87670">
                  <c:v>70.14</c:v>
                </c:pt>
                <c:pt idx="87671">
                  <c:v>87.97</c:v>
                </c:pt>
                <c:pt idx="87672">
                  <c:v>87.97</c:v>
                </c:pt>
                <c:pt idx="87673">
                  <c:v>149.97</c:v>
                </c:pt>
                <c:pt idx="87674">
                  <c:v>144.91</c:v>
                </c:pt>
                <c:pt idx="87675">
                  <c:v>59.95</c:v>
                </c:pt>
                <c:pt idx="87676">
                  <c:v>25.39</c:v>
                </c:pt>
                <c:pt idx="87677">
                  <c:v>167.81</c:v>
                </c:pt>
                <c:pt idx="87678">
                  <c:v>95.03</c:v>
                </c:pt>
                <c:pt idx="87679">
                  <c:v>25.49</c:v>
                </c:pt>
                <c:pt idx="87680">
                  <c:v>26.49</c:v>
                </c:pt>
                <c:pt idx="87681">
                  <c:v>27.24</c:v>
                </c:pt>
                <c:pt idx="87682">
                  <c:v>26.24</c:v>
                </c:pt>
                <c:pt idx="87683">
                  <c:v>31.49</c:v>
                </c:pt>
                <c:pt idx="87684">
                  <c:v>25.49</c:v>
                </c:pt>
                <c:pt idx="87685">
                  <c:v>31.49</c:v>
                </c:pt>
                <c:pt idx="87686">
                  <c:v>53.96</c:v>
                </c:pt>
                <c:pt idx="87687">
                  <c:v>58.19</c:v>
                </c:pt>
                <c:pt idx="87688">
                  <c:v>27.24</c:v>
                </c:pt>
                <c:pt idx="87689">
                  <c:v>31.49</c:v>
                </c:pt>
                <c:pt idx="87690">
                  <c:v>103.96</c:v>
                </c:pt>
                <c:pt idx="87691">
                  <c:v>67.739999999999995</c:v>
                </c:pt>
                <c:pt idx="87692">
                  <c:v>101.6</c:v>
                </c:pt>
                <c:pt idx="87693">
                  <c:v>91.92</c:v>
                </c:pt>
                <c:pt idx="87694">
                  <c:v>67.739999999999995</c:v>
                </c:pt>
                <c:pt idx="87695">
                  <c:v>67.739999999999995</c:v>
                </c:pt>
                <c:pt idx="87696">
                  <c:v>101.6</c:v>
                </c:pt>
                <c:pt idx="87697">
                  <c:v>79.84</c:v>
                </c:pt>
                <c:pt idx="87698">
                  <c:v>292.95</c:v>
                </c:pt>
                <c:pt idx="87699">
                  <c:v>229.97</c:v>
                </c:pt>
                <c:pt idx="87700">
                  <c:v>79.97</c:v>
                </c:pt>
                <c:pt idx="87701">
                  <c:v>70.97</c:v>
                </c:pt>
                <c:pt idx="87702">
                  <c:v>91.96</c:v>
                </c:pt>
                <c:pt idx="87703">
                  <c:v>78.97</c:v>
                </c:pt>
                <c:pt idx="87704">
                  <c:v>200.91</c:v>
                </c:pt>
                <c:pt idx="87705">
                  <c:v>102.97</c:v>
                </c:pt>
                <c:pt idx="87706">
                  <c:v>145.97</c:v>
                </c:pt>
                <c:pt idx="87707">
                  <c:v>110.87</c:v>
                </c:pt>
                <c:pt idx="87708">
                  <c:v>84.99</c:v>
                </c:pt>
                <c:pt idx="87709">
                  <c:v>84.99</c:v>
                </c:pt>
                <c:pt idx="87710">
                  <c:v>113.36</c:v>
                </c:pt>
                <c:pt idx="87711">
                  <c:v>84.99</c:v>
                </c:pt>
                <c:pt idx="87712">
                  <c:v>68.989999999999995</c:v>
                </c:pt>
                <c:pt idx="87713">
                  <c:v>84.99</c:v>
                </c:pt>
                <c:pt idx="87714">
                  <c:v>54.48</c:v>
                </c:pt>
                <c:pt idx="87715">
                  <c:v>54.98</c:v>
                </c:pt>
                <c:pt idx="87716">
                  <c:v>58.81</c:v>
                </c:pt>
                <c:pt idx="87717">
                  <c:v>172.95</c:v>
                </c:pt>
                <c:pt idx="87718">
                  <c:v>122.93</c:v>
                </c:pt>
                <c:pt idx="87719">
                  <c:v>60.96</c:v>
                </c:pt>
                <c:pt idx="87720">
                  <c:v>144.85</c:v>
                </c:pt>
                <c:pt idx="87721">
                  <c:v>186.47</c:v>
                </c:pt>
                <c:pt idx="87722">
                  <c:v>172.98</c:v>
                </c:pt>
                <c:pt idx="87723">
                  <c:v>119.97</c:v>
                </c:pt>
                <c:pt idx="87724">
                  <c:v>217.96</c:v>
                </c:pt>
                <c:pt idx="87725">
                  <c:v>51.49</c:v>
                </c:pt>
                <c:pt idx="87726">
                  <c:v>99.98</c:v>
                </c:pt>
                <c:pt idx="87727">
                  <c:v>99.98</c:v>
                </c:pt>
                <c:pt idx="87728">
                  <c:v>132.47</c:v>
                </c:pt>
                <c:pt idx="87729">
                  <c:v>65.989999999999995</c:v>
                </c:pt>
                <c:pt idx="87730">
                  <c:v>132.47</c:v>
                </c:pt>
                <c:pt idx="87731">
                  <c:v>65.989999999999995</c:v>
                </c:pt>
                <c:pt idx="87732">
                  <c:v>41.49</c:v>
                </c:pt>
                <c:pt idx="87733">
                  <c:v>69.97</c:v>
                </c:pt>
                <c:pt idx="87734">
                  <c:v>46.81</c:v>
                </c:pt>
                <c:pt idx="87735">
                  <c:v>57.97</c:v>
                </c:pt>
                <c:pt idx="87736">
                  <c:v>31.48</c:v>
                </c:pt>
                <c:pt idx="87737">
                  <c:v>31.48</c:v>
                </c:pt>
                <c:pt idx="87738">
                  <c:v>41.49</c:v>
                </c:pt>
                <c:pt idx="87739">
                  <c:v>158.94999999999999</c:v>
                </c:pt>
                <c:pt idx="87740">
                  <c:v>68.239999999999995</c:v>
                </c:pt>
                <c:pt idx="87741">
                  <c:v>51.29</c:v>
                </c:pt>
                <c:pt idx="87742">
                  <c:v>84.99</c:v>
                </c:pt>
                <c:pt idx="87743">
                  <c:v>54.99</c:v>
                </c:pt>
                <c:pt idx="87744">
                  <c:v>68.989999999999995</c:v>
                </c:pt>
                <c:pt idx="87745">
                  <c:v>76.48</c:v>
                </c:pt>
                <c:pt idx="87746">
                  <c:v>65.989999999999995</c:v>
                </c:pt>
                <c:pt idx="87747">
                  <c:v>63.48</c:v>
                </c:pt>
                <c:pt idx="87748">
                  <c:v>65.989999999999995</c:v>
                </c:pt>
                <c:pt idx="87749">
                  <c:v>74.97</c:v>
                </c:pt>
                <c:pt idx="87750">
                  <c:v>65.989999999999995</c:v>
                </c:pt>
                <c:pt idx="87751">
                  <c:v>65.989999999999995</c:v>
                </c:pt>
                <c:pt idx="87752">
                  <c:v>520.88</c:v>
                </c:pt>
                <c:pt idx="87753">
                  <c:v>123.95</c:v>
                </c:pt>
                <c:pt idx="87754">
                  <c:v>49.98</c:v>
                </c:pt>
                <c:pt idx="87755">
                  <c:v>30.48</c:v>
                </c:pt>
                <c:pt idx="87756">
                  <c:v>15.99</c:v>
                </c:pt>
                <c:pt idx="87757">
                  <c:v>31.49</c:v>
                </c:pt>
                <c:pt idx="87758">
                  <c:v>37.479999999999997</c:v>
                </c:pt>
                <c:pt idx="87759">
                  <c:v>118.54</c:v>
                </c:pt>
                <c:pt idx="87760">
                  <c:v>118.54</c:v>
                </c:pt>
                <c:pt idx="87761">
                  <c:v>118.54</c:v>
                </c:pt>
                <c:pt idx="87762">
                  <c:v>187.5</c:v>
                </c:pt>
                <c:pt idx="87763">
                  <c:v>187.5</c:v>
                </c:pt>
                <c:pt idx="87764">
                  <c:v>187.5</c:v>
                </c:pt>
                <c:pt idx="87765">
                  <c:v>247.16</c:v>
                </c:pt>
                <c:pt idx="87766">
                  <c:v>135.74</c:v>
                </c:pt>
                <c:pt idx="87767">
                  <c:v>247.16</c:v>
                </c:pt>
                <c:pt idx="87768">
                  <c:v>209.29</c:v>
                </c:pt>
                <c:pt idx="87769">
                  <c:v>135.74</c:v>
                </c:pt>
                <c:pt idx="87770">
                  <c:v>209.29</c:v>
                </c:pt>
                <c:pt idx="87771">
                  <c:v>209.29</c:v>
                </c:pt>
                <c:pt idx="87772">
                  <c:v>247.16</c:v>
                </c:pt>
                <c:pt idx="87773">
                  <c:v>135.74</c:v>
                </c:pt>
                <c:pt idx="87774">
                  <c:v>63.98</c:v>
                </c:pt>
                <c:pt idx="87775">
                  <c:v>54.98</c:v>
                </c:pt>
                <c:pt idx="87776">
                  <c:v>63.98</c:v>
                </c:pt>
                <c:pt idx="87777">
                  <c:v>95.97</c:v>
                </c:pt>
                <c:pt idx="87778">
                  <c:v>95.97</c:v>
                </c:pt>
                <c:pt idx="87779">
                  <c:v>180.72</c:v>
                </c:pt>
                <c:pt idx="87780">
                  <c:v>71.959999999999994</c:v>
                </c:pt>
                <c:pt idx="87781">
                  <c:v>104.94</c:v>
                </c:pt>
                <c:pt idx="87782">
                  <c:v>96.18</c:v>
                </c:pt>
                <c:pt idx="87783">
                  <c:v>75.959999999999994</c:v>
                </c:pt>
                <c:pt idx="87784">
                  <c:v>58.97</c:v>
                </c:pt>
                <c:pt idx="87785">
                  <c:v>88.96</c:v>
                </c:pt>
                <c:pt idx="87786">
                  <c:v>52.52</c:v>
                </c:pt>
                <c:pt idx="87787">
                  <c:v>86.97</c:v>
                </c:pt>
                <c:pt idx="87788">
                  <c:v>59.98</c:v>
                </c:pt>
                <c:pt idx="87789">
                  <c:v>50.97</c:v>
                </c:pt>
                <c:pt idx="87790">
                  <c:v>124.97</c:v>
                </c:pt>
                <c:pt idx="87791">
                  <c:v>56.97</c:v>
                </c:pt>
                <c:pt idx="87792">
                  <c:v>67.989999999999995</c:v>
                </c:pt>
                <c:pt idx="87793">
                  <c:v>56.97</c:v>
                </c:pt>
                <c:pt idx="87794">
                  <c:v>75.959999999999994</c:v>
                </c:pt>
                <c:pt idx="87795">
                  <c:v>75.959999999999994</c:v>
                </c:pt>
                <c:pt idx="87796">
                  <c:v>81.95</c:v>
                </c:pt>
                <c:pt idx="87797">
                  <c:v>148.96</c:v>
                </c:pt>
                <c:pt idx="87798">
                  <c:v>94.96</c:v>
                </c:pt>
                <c:pt idx="87799">
                  <c:v>64.27</c:v>
                </c:pt>
                <c:pt idx="87800">
                  <c:v>94.97</c:v>
                </c:pt>
                <c:pt idx="87801">
                  <c:v>119.96</c:v>
                </c:pt>
                <c:pt idx="87802">
                  <c:v>76.28</c:v>
                </c:pt>
                <c:pt idx="87803">
                  <c:v>68.599999999999994</c:v>
                </c:pt>
                <c:pt idx="87804">
                  <c:v>39.28</c:v>
                </c:pt>
                <c:pt idx="87805">
                  <c:v>82.61</c:v>
                </c:pt>
                <c:pt idx="87806">
                  <c:v>68.989999999999995</c:v>
                </c:pt>
                <c:pt idx="87807">
                  <c:v>84.99</c:v>
                </c:pt>
                <c:pt idx="87808">
                  <c:v>99.98</c:v>
                </c:pt>
                <c:pt idx="87809">
                  <c:v>61.67</c:v>
                </c:pt>
                <c:pt idx="87810">
                  <c:v>-24.19</c:v>
                </c:pt>
                <c:pt idx="87811">
                  <c:v>90.74</c:v>
                </c:pt>
                <c:pt idx="87812">
                  <c:v>96.75</c:v>
                </c:pt>
                <c:pt idx="87813">
                  <c:v>72.55</c:v>
                </c:pt>
                <c:pt idx="87814">
                  <c:v>59.96</c:v>
                </c:pt>
                <c:pt idx="87815">
                  <c:v>59.96</c:v>
                </c:pt>
                <c:pt idx="87816">
                  <c:v>63.45</c:v>
                </c:pt>
                <c:pt idx="87817">
                  <c:v>86.76</c:v>
                </c:pt>
                <c:pt idx="87818">
                  <c:v>131.69999999999999</c:v>
                </c:pt>
                <c:pt idx="87819">
                  <c:v>59.96</c:v>
                </c:pt>
                <c:pt idx="87820">
                  <c:v>58.48</c:v>
                </c:pt>
                <c:pt idx="87821">
                  <c:v>65.98</c:v>
                </c:pt>
                <c:pt idx="87822">
                  <c:v>44.19</c:v>
                </c:pt>
                <c:pt idx="87823">
                  <c:v>27.38</c:v>
                </c:pt>
                <c:pt idx="87824">
                  <c:v>17.989999999999998</c:v>
                </c:pt>
                <c:pt idx="87825">
                  <c:v>59.95</c:v>
                </c:pt>
                <c:pt idx="87826">
                  <c:v>66.97</c:v>
                </c:pt>
                <c:pt idx="87827">
                  <c:v>58.96</c:v>
                </c:pt>
                <c:pt idx="87828">
                  <c:v>63.95</c:v>
                </c:pt>
                <c:pt idx="87829">
                  <c:v>79.97</c:v>
                </c:pt>
                <c:pt idx="87830">
                  <c:v>53.96</c:v>
                </c:pt>
                <c:pt idx="87831">
                  <c:v>66.97</c:v>
                </c:pt>
                <c:pt idx="87832">
                  <c:v>53.97</c:v>
                </c:pt>
                <c:pt idx="87833">
                  <c:v>51.49</c:v>
                </c:pt>
                <c:pt idx="87834">
                  <c:v>51.49</c:v>
                </c:pt>
                <c:pt idx="87835">
                  <c:v>51.49</c:v>
                </c:pt>
                <c:pt idx="87836">
                  <c:v>64.98</c:v>
                </c:pt>
                <c:pt idx="87837">
                  <c:v>79.97</c:v>
                </c:pt>
                <c:pt idx="87838">
                  <c:v>64.98</c:v>
                </c:pt>
                <c:pt idx="87839">
                  <c:v>117.59</c:v>
                </c:pt>
                <c:pt idx="87840">
                  <c:v>55.61</c:v>
                </c:pt>
                <c:pt idx="87841">
                  <c:v>55.61</c:v>
                </c:pt>
                <c:pt idx="87842">
                  <c:v>135.74</c:v>
                </c:pt>
                <c:pt idx="87843">
                  <c:v>72.55</c:v>
                </c:pt>
                <c:pt idx="87844">
                  <c:v>72.55</c:v>
                </c:pt>
                <c:pt idx="87845">
                  <c:v>72.55</c:v>
                </c:pt>
                <c:pt idx="87846">
                  <c:v>102.8</c:v>
                </c:pt>
                <c:pt idx="87847">
                  <c:v>102.8</c:v>
                </c:pt>
                <c:pt idx="87848">
                  <c:v>72.55</c:v>
                </c:pt>
                <c:pt idx="87849">
                  <c:v>117.59</c:v>
                </c:pt>
                <c:pt idx="87850">
                  <c:v>72.55</c:v>
                </c:pt>
                <c:pt idx="87851">
                  <c:v>135.74</c:v>
                </c:pt>
                <c:pt idx="87852">
                  <c:v>72.55</c:v>
                </c:pt>
                <c:pt idx="87853">
                  <c:v>159.91999999999999</c:v>
                </c:pt>
                <c:pt idx="87854">
                  <c:v>124.95</c:v>
                </c:pt>
                <c:pt idx="87855">
                  <c:v>111.27</c:v>
                </c:pt>
                <c:pt idx="87856">
                  <c:v>79.849999999999994</c:v>
                </c:pt>
                <c:pt idx="87857">
                  <c:v>108.86</c:v>
                </c:pt>
                <c:pt idx="87858">
                  <c:v>195.86</c:v>
                </c:pt>
                <c:pt idx="87859">
                  <c:v>141.97</c:v>
                </c:pt>
                <c:pt idx="87860">
                  <c:v>76.489999999999995</c:v>
                </c:pt>
                <c:pt idx="87861">
                  <c:v>76.489999999999995</c:v>
                </c:pt>
                <c:pt idx="87862">
                  <c:v>67.58</c:v>
                </c:pt>
                <c:pt idx="87863">
                  <c:v>84.99</c:v>
                </c:pt>
                <c:pt idx="87864">
                  <c:v>72.239999999999995</c:v>
                </c:pt>
                <c:pt idx="87865">
                  <c:v>72.239999999999995</c:v>
                </c:pt>
                <c:pt idx="87866">
                  <c:v>249.96</c:v>
                </c:pt>
                <c:pt idx="87867">
                  <c:v>70.48</c:v>
                </c:pt>
                <c:pt idx="87868">
                  <c:v>77.97</c:v>
                </c:pt>
                <c:pt idx="87869">
                  <c:v>50.93</c:v>
                </c:pt>
                <c:pt idx="87870">
                  <c:v>86.97</c:v>
                </c:pt>
                <c:pt idx="87871">
                  <c:v>92.97</c:v>
                </c:pt>
                <c:pt idx="87872">
                  <c:v>56.67</c:v>
                </c:pt>
                <c:pt idx="87873">
                  <c:v>44.99</c:v>
                </c:pt>
                <c:pt idx="87874">
                  <c:v>99.98</c:v>
                </c:pt>
                <c:pt idx="87875">
                  <c:v>65.989999999999995</c:v>
                </c:pt>
                <c:pt idx="87876">
                  <c:v>75.98</c:v>
                </c:pt>
                <c:pt idx="87877">
                  <c:v>113.97</c:v>
                </c:pt>
                <c:pt idx="87878">
                  <c:v>124.97</c:v>
                </c:pt>
                <c:pt idx="87879">
                  <c:v>68.25</c:v>
                </c:pt>
                <c:pt idx="87880">
                  <c:v>79.98</c:v>
                </c:pt>
                <c:pt idx="87881">
                  <c:v>79.98</c:v>
                </c:pt>
                <c:pt idx="87882">
                  <c:v>119.97</c:v>
                </c:pt>
                <c:pt idx="87883">
                  <c:v>131.97999999999999</c:v>
                </c:pt>
                <c:pt idx="87884">
                  <c:v>107.97</c:v>
                </c:pt>
                <c:pt idx="87885">
                  <c:v>80.97</c:v>
                </c:pt>
                <c:pt idx="87886">
                  <c:v>65.98</c:v>
                </c:pt>
                <c:pt idx="87887">
                  <c:v>143.94999999999999</c:v>
                </c:pt>
                <c:pt idx="87888">
                  <c:v>78.97</c:v>
                </c:pt>
                <c:pt idx="87889">
                  <c:v>55.86</c:v>
                </c:pt>
                <c:pt idx="87890">
                  <c:v>57.96</c:v>
                </c:pt>
                <c:pt idx="87891">
                  <c:v>157.94</c:v>
                </c:pt>
                <c:pt idx="87892">
                  <c:v>115.97</c:v>
                </c:pt>
                <c:pt idx="87893">
                  <c:v>49.28</c:v>
                </c:pt>
                <c:pt idx="87894">
                  <c:v>132.97</c:v>
                </c:pt>
                <c:pt idx="87895">
                  <c:v>16.2</c:v>
                </c:pt>
                <c:pt idx="87896">
                  <c:v>33.93</c:v>
                </c:pt>
                <c:pt idx="87897">
                  <c:v>239.44</c:v>
                </c:pt>
                <c:pt idx="87898">
                  <c:v>279.95999999999998</c:v>
                </c:pt>
                <c:pt idx="87899">
                  <c:v>55.92</c:v>
                </c:pt>
                <c:pt idx="87900">
                  <c:v>127.98</c:v>
                </c:pt>
                <c:pt idx="87901">
                  <c:v>72.239999999999995</c:v>
                </c:pt>
                <c:pt idx="87902">
                  <c:v>50.37</c:v>
                </c:pt>
                <c:pt idx="87903">
                  <c:v>65.989999999999995</c:v>
                </c:pt>
                <c:pt idx="87904">
                  <c:v>59.39</c:v>
                </c:pt>
                <c:pt idx="87905">
                  <c:v>243.31</c:v>
                </c:pt>
                <c:pt idx="87906">
                  <c:v>119.9</c:v>
                </c:pt>
                <c:pt idx="87907">
                  <c:v>153.71</c:v>
                </c:pt>
                <c:pt idx="87908">
                  <c:v>59.98</c:v>
                </c:pt>
                <c:pt idx="87909">
                  <c:v>101.97</c:v>
                </c:pt>
                <c:pt idx="87910">
                  <c:v>74.97</c:v>
                </c:pt>
                <c:pt idx="87911">
                  <c:v>89.97</c:v>
                </c:pt>
                <c:pt idx="87912">
                  <c:v>54.98</c:v>
                </c:pt>
                <c:pt idx="87913">
                  <c:v>74.97</c:v>
                </c:pt>
                <c:pt idx="87914">
                  <c:v>59.98</c:v>
                </c:pt>
                <c:pt idx="87915">
                  <c:v>51.97</c:v>
                </c:pt>
                <c:pt idx="87916">
                  <c:v>128.94999999999999</c:v>
                </c:pt>
                <c:pt idx="87917">
                  <c:v>147.94999999999999</c:v>
                </c:pt>
                <c:pt idx="87918">
                  <c:v>94.46</c:v>
                </c:pt>
                <c:pt idx="87919">
                  <c:v>53.97</c:v>
                </c:pt>
                <c:pt idx="87920">
                  <c:v>91.96</c:v>
                </c:pt>
                <c:pt idx="87921">
                  <c:v>53.97</c:v>
                </c:pt>
                <c:pt idx="87922">
                  <c:v>89.96</c:v>
                </c:pt>
                <c:pt idx="87923">
                  <c:v>74.959999999999994</c:v>
                </c:pt>
                <c:pt idx="87924">
                  <c:v>109.98</c:v>
                </c:pt>
                <c:pt idx="87925">
                  <c:v>74.97</c:v>
                </c:pt>
                <c:pt idx="87926">
                  <c:v>69.959999999999994</c:v>
                </c:pt>
                <c:pt idx="87927">
                  <c:v>110.97</c:v>
                </c:pt>
                <c:pt idx="87928">
                  <c:v>50.97</c:v>
                </c:pt>
                <c:pt idx="87929">
                  <c:v>57.96</c:v>
                </c:pt>
                <c:pt idx="87930">
                  <c:v>50.4</c:v>
                </c:pt>
                <c:pt idx="87931">
                  <c:v>113.53</c:v>
                </c:pt>
                <c:pt idx="87932">
                  <c:v>103.47</c:v>
                </c:pt>
                <c:pt idx="87933">
                  <c:v>28.48</c:v>
                </c:pt>
                <c:pt idx="87934">
                  <c:v>155.97</c:v>
                </c:pt>
                <c:pt idx="87935">
                  <c:v>51.96</c:v>
                </c:pt>
                <c:pt idx="87936">
                  <c:v>54.99</c:v>
                </c:pt>
                <c:pt idx="87937">
                  <c:v>59.96</c:v>
                </c:pt>
                <c:pt idx="87938">
                  <c:v>32.229999999999997</c:v>
                </c:pt>
                <c:pt idx="87939">
                  <c:v>57.71</c:v>
                </c:pt>
                <c:pt idx="87940">
                  <c:v>79.849999999999994</c:v>
                </c:pt>
                <c:pt idx="87941">
                  <c:v>79.849999999999994</c:v>
                </c:pt>
                <c:pt idx="87942">
                  <c:v>79.849999999999994</c:v>
                </c:pt>
                <c:pt idx="87943">
                  <c:v>79.849999999999994</c:v>
                </c:pt>
                <c:pt idx="87944">
                  <c:v>160.88999999999999</c:v>
                </c:pt>
                <c:pt idx="87945">
                  <c:v>89.97</c:v>
                </c:pt>
                <c:pt idx="87946">
                  <c:v>122.98</c:v>
                </c:pt>
                <c:pt idx="87947">
                  <c:v>198.96</c:v>
                </c:pt>
                <c:pt idx="87948">
                  <c:v>103.97</c:v>
                </c:pt>
                <c:pt idx="87949">
                  <c:v>95.96</c:v>
                </c:pt>
                <c:pt idx="87950">
                  <c:v>59.98</c:v>
                </c:pt>
                <c:pt idx="87951">
                  <c:v>59.98</c:v>
                </c:pt>
                <c:pt idx="87952">
                  <c:v>59.98</c:v>
                </c:pt>
                <c:pt idx="87953">
                  <c:v>89.97</c:v>
                </c:pt>
                <c:pt idx="87954">
                  <c:v>89.97</c:v>
                </c:pt>
                <c:pt idx="87955">
                  <c:v>59.98</c:v>
                </c:pt>
                <c:pt idx="87956">
                  <c:v>37.99</c:v>
                </c:pt>
                <c:pt idx="87957">
                  <c:v>92.54</c:v>
                </c:pt>
                <c:pt idx="87958">
                  <c:v>95.6</c:v>
                </c:pt>
                <c:pt idx="87959">
                  <c:v>135.86000000000001</c:v>
                </c:pt>
                <c:pt idx="87960">
                  <c:v>83.97</c:v>
                </c:pt>
                <c:pt idx="87961">
                  <c:v>80.72</c:v>
                </c:pt>
                <c:pt idx="87962">
                  <c:v>115.86</c:v>
                </c:pt>
                <c:pt idx="87963">
                  <c:v>13.99</c:v>
                </c:pt>
                <c:pt idx="87964">
                  <c:v>119.22</c:v>
                </c:pt>
                <c:pt idx="87965">
                  <c:v>135.94999999999999</c:v>
                </c:pt>
                <c:pt idx="87966">
                  <c:v>69.989999999999995</c:v>
                </c:pt>
                <c:pt idx="87967">
                  <c:v>99.98</c:v>
                </c:pt>
                <c:pt idx="87968">
                  <c:v>89.98</c:v>
                </c:pt>
                <c:pt idx="87969">
                  <c:v>103.98</c:v>
                </c:pt>
                <c:pt idx="87970">
                  <c:v>87.97</c:v>
                </c:pt>
                <c:pt idx="87971">
                  <c:v>84.99</c:v>
                </c:pt>
                <c:pt idx="87972">
                  <c:v>84.99</c:v>
                </c:pt>
                <c:pt idx="87973">
                  <c:v>65.19</c:v>
                </c:pt>
                <c:pt idx="87974">
                  <c:v>74.95</c:v>
                </c:pt>
                <c:pt idx="87975">
                  <c:v>104.93</c:v>
                </c:pt>
                <c:pt idx="87976">
                  <c:v>162.91</c:v>
                </c:pt>
                <c:pt idx="87977">
                  <c:v>89.97</c:v>
                </c:pt>
                <c:pt idx="87978">
                  <c:v>79.97</c:v>
                </c:pt>
                <c:pt idx="87979">
                  <c:v>59.98</c:v>
                </c:pt>
                <c:pt idx="87980">
                  <c:v>104.97</c:v>
                </c:pt>
                <c:pt idx="87981">
                  <c:v>59.98</c:v>
                </c:pt>
                <c:pt idx="87982">
                  <c:v>59.98</c:v>
                </c:pt>
                <c:pt idx="87983">
                  <c:v>59.98</c:v>
                </c:pt>
                <c:pt idx="87984">
                  <c:v>14.79</c:v>
                </c:pt>
                <c:pt idx="87985">
                  <c:v>51.29</c:v>
                </c:pt>
                <c:pt idx="87986">
                  <c:v>51.29</c:v>
                </c:pt>
                <c:pt idx="87987">
                  <c:v>31.28</c:v>
                </c:pt>
                <c:pt idx="87988">
                  <c:v>51.94</c:v>
                </c:pt>
                <c:pt idx="87989">
                  <c:v>119.98</c:v>
                </c:pt>
                <c:pt idx="87990">
                  <c:v>182.95</c:v>
                </c:pt>
                <c:pt idx="87991">
                  <c:v>161.06</c:v>
                </c:pt>
                <c:pt idx="87992">
                  <c:v>64.959999999999994</c:v>
                </c:pt>
                <c:pt idx="87993">
                  <c:v>104.97</c:v>
                </c:pt>
                <c:pt idx="87994">
                  <c:v>16.66</c:v>
                </c:pt>
                <c:pt idx="87995">
                  <c:v>68.98</c:v>
                </c:pt>
                <c:pt idx="87996">
                  <c:v>219.97</c:v>
                </c:pt>
                <c:pt idx="87997">
                  <c:v>182.67</c:v>
                </c:pt>
                <c:pt idx="87998">
                  <c:v>159.69999999999999</c:v>
                </c:pt>
                <c:pt idx="87999">
                  <c:v>89.5</c:v>
                </c:pt>
                <c:pt idx="88000">
                  <c:v>135.5</c:v>
                </c:pt>
                <c:pt idx="88001">
                  <c:v>118.76</c:v>
                </c:pt>
                <c:pt idx="88002">
                  <c:v>394.88</c:v>
                </c:pt>
                <c:pt idx="88003">
                  <c:v>50.98</c:v>
                </c:pt>
                <c:pt idx="88004">
                  <c:v>85.98</c:v>
                </c:pt>
                <c:pt idx="88005">
                  <c:v>60.98</c:v>
                </c:pt>
                <c:pt idx="88006">
                  <c:v>101.97</c:v>
                </c:pt>
                <c:pt idx="88007">
                  <c:v>71.98</c:v>
                </c:pt>
                <c:pt idx="88008">
                  <c:v>295.26</c:v>
                </c:pt>
                <c:pt idx="88009">
                  <c:v>133.16</c:v>
                </c:pt>
                <c:pt idx="88010">
                  <c:v>84.98</c:v>
                </c:pt>
                <c:pt idx="88011">
                  <c:v>84.99</c:v>
                </c:pt>
                <c:pt idx="88012">
                  <c:v>81.94</c:v>
                </c:pt>
                <c:pt idx="88013">
                  <c:v>50.12</c:v>
                </c:pt>
                <c:pt idx="88014">
                  <c:v>84.99</c:v>
                </c:pt>
                <c:pt idx="88015">
                  <c:v>134.97</c:v>
                </c:pt>
                <c:pt idx="88016">
                  <c:v>84.99</c:v>
                </c:pt>
                <c:pt idx="88017">
                  <c:v>96.77</c:v>
                </c:pt>
                <c:pt idx="88018">
                  <c:v>99.98</c:v>
                </c:pt>
                <c:pt idx="88019">
                  <c:v>60.98</c:v>
                </c:pt>
                <c:pt idx="88020">
                  <c:v>99.98</c:v>
                </c:pt>
                <c:pt idx="88021">
                  <c:v>49.99</c:v>
                </c:pt>
                <c:pt idx="88022">
                  <c:v>119.97</c:v>
                </c:pt>
                <c:pt idx="88023">
                  <c:v>40.29</c:v>
                </c:pt>
                <c:pt idx="88024">
                  <c:v>46.29</c:v>
                </c:pt>
                <c:pt idx="88025">
                  <c:v>46.29</c:v>
                </c:pt>
                <c:pt idx="88026">
                  <c:v>38.340000000000003</c:v>
                </c:pt>
                <c:pt idx="88027">
                  <c:v>40.29</c:v>
                </c:pt>
                <c:pt idx="88028">
                  <c:v>40.29</c:v>
                </c:pt>
                <c:pt idx="88029">
                  <c:v>46.29</c:v>
                </c:pt>
                <c:pt idx="88030">
                  <c:v>40.94</c:v>
                </c:pt>
                <c:pt idx="88031">
                  <c:v>40.29</c:v>
                </c:pt>
                <c:pt idx="88032">
                  <c:v>142.97</c:v>
                </c:pt>
                <c:pt idx="88033">
                  <c:v>99.96</c:v>
                </c:pt>
                <c:pt idx="88034">
                  <c:v>122.95</c:v>
                </c:pt>
                <c:pt idx="88035">
                  <c:v>94.97</c:v>
                </c:pt>
                <c:pt idx="88036">
                  <c:v>48.58</c:v>
                </c:pt>
                <c:pt idx="88037">
                  <c:v>79.98</c:v>
                </c:pt>
                <c:pt idx="88038">
                  <c:v>69.989999999999995</c:v>
                </c:pt>
                <c:pt idx="88039">
                  <c:v>59.95</c:v>
                </c:pt>
                <c:pt idx="88040">
                  <c:v>141.74</c:v>
                </c:pt>
                <c:pt idx="88041">
                  <c:v>78.94</c:v>
                </c:pt>
                <c:pt idx="88042">
                  <c:v>52.97</c:v>
                </c:pt>
                <c:pt idx="88043">
                  <c:v>55.96</c:v>
                </c:pt>
                <c:pt idx="88044">
                  <c:v>48.36</c:v>
                </c:pt>
                <c:pt idx="88045">
                  <c:v>29.48</c:v>
                </c:pt>
                <c:pt idx="88046">
                  <c:v>29.48</c:v>
                </c:pt>
                <c:pt idx="88047">
                  <c:v>53.96</c:v>
                </c:pt>
                <c:pt idx="88048">
                  <c:v>26.49</c:v>
                </c:pt>
                <c:pt idx="88049">
                  <c:v>65.97</c:v>
                </c:pt>
                <c:pt idx="88050">
                  <c:v>104.97</c:v>
                </c:pt>
                <c:pt idx="88051">
                  <c:v>58.97</c:v>
                </c:pt>
                <c:pt idx="88052">
                  <c:v>115.95</c:v>
                </c:pt>
                <c:pt idx="88053">
                  <c:v>55.98</c:v>
                </c:pt>
                <c:pt idx="88054">
                  <c:v>109.95</c:v>
                </c:pt>
                <c:pt idx="88055">
                  <c:v>82.97</c:v>
                </c:pt>
                <c:pt idx="88056">
                  <c:v>107.52</c:v>
                </c:pt>
                <c:pt idx="88057">
                  <c:v>101.38</c:v>
                </c:pt>
                <c:pt idx="88058">
                  <c:v>79.989999999999995</c:v>
                </c:pt>
                <c:pt idx="88059">
                  <c:v>79.989999999999995</c:v>
                </c:pt>
                <c:pt idx="88060">
                  <c:v>76.34</c:v>
                </c:pt>
                <c:pt idx="88061">
                  <c:v>38.28</c:v>
                </c:pt>
                <c:pt idx="88062">
                  <c:v>99.97</c:v>
                </c:pt>
                <c:pt idx="88063">
                  <c:v>41.49</c:v>
                </c:pt>
                <c:pt idx="88064">
                  <c:v>104.98</c:v>
                </c:pt>
                <c:pt idx="88065">
                  <c:v>163.28</c:v>
                </c:pt>
                <c:pt idx="88066">
                  <c:v>144.94</c:v>
                </c:pt>
                <c:pt idx="88067">
                  <c:v>74.95</c:v>
                </c:pt>
                <c:pt idx="88068">
                  <c:v>26.98</c:v>
                </c:pt>
                <c:pt idx="88069">
                  <c:v>159.97999999999999</c:v>
                </c:pt>
                <c:pt idx="88070">
                  <c:v>159.97999999999999</c:v>
                </c:pt>
                <c:pt idx="88071">
                  <c:v>159.97999999999999</c:v>
                </c:pt>
                <c:pt idx="88072">
                  <c:v>34.99</c:v>
                </c:pt>
                <c:pt idx="88073">
                  <c:v>219.93</c:v>
                </c:pt>
                <c:pt idx="88074">
                  <c:v>189.94</c:v>
                </c:pt>
                <c:pt idx="88075">
                  <c:v>63.96</c:v>
                </c:pt>
                <c:pt idx="88076">
                  <c:v>51.97</c:v>
                </c:pt>
                <c:pt idx="88077">
                  <c:v>93.54</c:v>
                </c:pt>
                <c:pt idx="88078">
                  <c:v>59.95</c:v>
                </c:pt>
                <c:pt idx="88079">
                  <c:v>99.98</c:v>
                </c:pt>
                <c:pt idx="88080">
                  <c:v>104.98</c:v>
                </c:pt>
                <c:pt idx="88081">
                  <c:v>84.99</c:v>
                </c:pt>
                <c:pt idx="88082">
                  <c:v>99.98</c:v>
                </c:pt>
                <c:pt idx="88083">
                  <c:v>55.96</c:v>
                </c:pt>
                <c:pt idx="88084">
                  <c:v>97.16</c:v>
                </c:pt>
                <c:pt idx="88085">
                  <c:v>64.98</c:v>
                </c:pt>
                <c:pt idx="88086">
                  <c:v>54.99</c:v>
                </c:pt>
                <c:pt idx="88087">
                  <c:v>59.98</c:v>
                </c:pt>
                <c:pt idx="88088">
                  <c:v>68.989999999999995</c:v>
                </c:pt>
                <c:pt idx="88089">
                  <c:v>108.97</c:v>
                </c:pt>
                <c:pt idx="88090">
                  <c:v>77.959999999999994</c:v>
                </c:pt>
                <c:pt idx="88091">
                  <c:v>55.96</c:v>
                </c:pt>
                <c:pt idx="88092">
                  <c:v>33.08</c:v>
                </c:pt>
                <c:pt idx="88093">
                  <c:v>39.630000000000003</c:v>
                </c:pt>
                <c:pt idx="88094">
                  <c:v>62.97</c:v>
                </c:pt>
                <c:pt idx="88095">
                  <c:v>82.86</c:v>
                </c:pt>
                <c:pt idx="88096">
                  <c:v>125.97</c:v>
                </c:pt>
                <c:pt idx="88097">
                  <c:v>114.97</c:v>
                </c:pt>
                <c:pt idx="88098">
                  <c:v>119.98</c:v>
                </c:pt>
                <c:pt idx="88099">
                  <c:v>93.38</c:v>
                </c:pt>
                <c:pt idx="88100">
                  <c:v>64.98</c:v>
                </c:pt>
                <c:pt idx="88101">
                  <c:v>241.86</c:v>
                </c:pt>
                <c:pt idx="88102">
                  <c:v>137.5</c:v>
                </c:pt>
                <c:pt idx="88103">
                  <c:v>82.98</c:v>
                </c:pt>
                <c:pt idx="88104">
                  <c:v>80.98</c:v>
                </c:pt>
                <c:pt idx="88105">
                  <c:v>65.989999999999995</c:v>
                </c:pt>
                <c:pt idx="88106">
                  <c:v>107.37</c:v>
                </c:pt>
                <c:pt idx="88107">
                  <c:v>59.39</c:v>
                </c:pt>
                <c:pt idx="88108">
                  <c:v>117.97</c:v>
                </c:pt>
                <c:pt idx="88109">
                  <c:v>169.98</c:v>
                </c:pt>
                <c:pt idx="88110">
                  <c:v>169.98</c:v>
                </c:pt>
                <c:pt idx="88111">
                  <c:v>169.98</c:v>
                </c:pt>
                <c:pt idx="88112">
                  <c:v>169.98</c:v>
                </c:pt>
                <c:pt idx="88113">
                  <c:v>174.96</c:v>
                </c:pt>
                <c:pt idx="88114">
                  <c:v>174.96</c:v>
                </c:pt>
                <c:pt idx="88115">
                  <c:v>169.98</c:v>
                </c:pt>
                <c:pt idx="88116">
                  <c:v>169.98</c:v>
                </c:pt>
                <c:pt idx="88117">
                  <c:v>169.98</c:v>
                </c:pt>
                <c:pt idx="88118">
                  <c:v>84.99</c:v>
                </c:pt>
                <c:pt idx="88119">
                  <c:v>84.99</c:v>
                </c:pt>
                <c:pt idx="88120">
                  <c:v>84.99</c:v>
                </c:pt>
                <c:pt idx="88121">
                  <c:v>84.99</c:v>
                </c:pt>
                <c:pt idx="88122">
                  <c:v>84.99</c:v>
                </c:pt>
                <c:pt idx="88123">
                  <c:v>84.99</c:v>
                </c:pt>
                <c:pt idx="88124">
                  <c:v>254.97</c:v>
                </c:pt>
                <c:pt idx="88125">
                  <c:v>254.97</c:v>
                </c:pt>
                <c:pt idx="88126">
                  <c:v>84.98</c:v>
                </c:pt>
                <c:pt idx="88127">
                  <c:v>169.98</c:v>
                </c:pt>
                <c:pt idx="88128">
                  <c:v>84.99</c:v>
                </c:pt>
                <c:pt idx="88129">
                  <c:v>84.99</c:v>
                </c:pt>
                <c:pt idx="88130">
                  <c:v>139.97999999999999</c:v>
                </c:pt>
                <c:pt idx="88131">
                  <c:v>107.44</c:v>
                </c:pt>
                <c:pt idx="88132">
                  <c:v>69.930000000000007</c:v>
                </c:pt>
                <c:pt idx="88133">
                  <c:v>89.94</c:v>
                </c:pt>
                <c:pt idx="88134">
                  <c:v>59.96</c:v>
                </c:pt>
                <c:pt idx="88135">
                  <c:v>59.96</c:v>
                </c:pt>
                <c:pt idx="88136">
                  <c:v>59.96</c:v>
                </c:pt>
                <c:pt idx="88137">
                  <c:v>59.96</c:v>
                </c:pt>
                <c:pt idx="88138">
                  <c:v>41.46</c:v>
                </c:pt>
                <c:pt idx="88139">
                  <c:v>59.96</c:v>
                </c:pt>
                <c:pt idx="88140">
                  <c:v>103.97</c:v>
                </c:pt>
                <c:pt idx="88141">
                  <c:v>103.97</c:v>
                </c:pt>
                <c:pt idx="88142">
                  <c:v>64.569999999999993</c:v>
                </c:pt>
                <c:pt idx="88143">
                  <c:v>64.569999999999993</c:v>
                </c:pt>
                <c:pt idx="88144">
                  <c:v>82.73</c:v>
                </c:pt>
                <c:pt idx="88145">
                  <c:v>68.27</c:v>
                </c:pt>
                <c:pt idx="88146">
                  <c:v>90.71</c:v>
                </c:pt>
                <c:pt idx="88147">
                  <c:v>84.68</c:v>
                </c:pt>
                <c:pt idx="88148">
                  <c:v>72.58</c:v>
                </c:pt>
                <c:pt idx="88149">
                  <c:v>90.71</c:v>
                </c:pt>
                <c:pt idx="88150">
                  <c:v>72.58</c:v>
                </c:pt>
                <c:pt idx="88151">
                  <c:v>104.04</c:v>
                </c:pt>
                <c:pt idx="88152">
                  <c:v>140.34</c:v>
                </c:pt>
                <c:pt idx="88153">
                  <c:v>71.86</c:v>
                </c:pt>
                <c:pt idx="88154">
                  <c:v>245.58</c:v>
                </c:pt>
                <c:pt idx="88155">
                  <c:v>137.88999999999999</c:v>
                </c:pt>
                <c:pt idx="88156">
                  <c:v>59.36</c:v>
                </c:pt>
                <c:pt idx="88157">
                  <c:v>59.96</c:v>
                </c:pt>
                <c:pt idx="88158">
                  <c:v>101.97</c:v>
                </c:pt>
                <c:pt idx="88159">
                  <c:v>130.97</c:v>
                </c:pt>
                <c:pt idx="88160">
                  <c:v>130.97</c:v>
                </c:pt>
                <c:pt idx="88161">
                  <c:v>130.97</c:v>
                </c:pt>
                <c:pt idx="88162">
                  <c:v>101.97</c:v>
                </c:pt>
                <c:pt idx="88163">
                  <c:v>130.97</c:v>
                </c:pt>
                <c:pt idx="88164">
                  <c:v>55.98</c:v>
                </c:pt>
                <c:pt idx="88165">
                  <c:v>55.98</c:v>
                </c:pt>
                <c:pt idx="88166">
                  <c:v>59.98</c:v>
                </c:pt>
                <c:pt idx="88167">
                  <c:v>55.98</c:v>
                </c:pt>
                <c:pt idx="88168">
                  <c:v>55.98</c:v>
                </c:pt>
                <c:pt idx="88169">
                  <c:v>55.98</c:v>
                </c:pt>
                <c:pt idx="88170">
                  <c:v>55.98</c:v>
                </c:pt>
                <c:pt idx="88171">
                  <c:v>55.98</c:v>
                </c:pt>
                <c:pt idx="88172">
                  <c:v>55.98</c:v>
                </c:pt>
                <c:pt idx="88173">
                  <c:v>384.93</c:v>
                </c:pt>
                <c:pt idx="88174">
                  <c:v>39.72</c:v>
                </c:pt>
                <c:pt idx="88175">
                  <c:v>121.98</c:v>
                </c:pt>
                <c:pt idx="88176">
                  <c:v>559.9</c:v>
                </c:pt>
                <c:pt idx="88177">
                  <c:v>-559.9</c:v>
                </c:pt>
                <c:pt idx="88178">
                  <c:v>66.97</c:v>
                </c:pt>
                <c:pt idx="88179">
                  <c:v>85.97</c:v>
                </c:pt>
                <c:pt idx="88180">
                  <c:v>116.96</c:v>
                </c:pt>
                <c:pt idx="88181">
                  <c:v>59.98</c:v>
                </c:pt>
                <c:pt idx="88182">
                  <c:v>74.97</c:v>
                </c:pt>
                <c:pt idx="88183">
                  <c:v>103.96</c:v>
                </c:pt>
                <c:pt idx="88184">
                  <c:v>84.99</c:v>
                </c:pt>
                <c:pt idx="88185">
                  <c:v>227.94</c:v>
                </c:pt>
                <c:pt idx="88186">
                  <c:v>126.97</c:v>
                </c:pt>
                <c:pt idx="88187">
                  <c:v>84.99</c:v>
                </c:pt>
                <c:pt idx="88188">
                  <c:v>-20</c:v>
                </c:pt>
                <c:pt idx="88189">
                  <c:v>219.65</c:v>
                </c:pt>
                <c:pt idx="88190">
                  <c:v>135.74</c:v>
                </c:pt>
                <c:pt idx="88191">
                  <c:v>183.88</c:v>
                </c:pt>
                <c:pt idx="88192">
                  <c:v>24.18</c:v>
                </c:pt>
                <c:pt idx="88193">
                  <c:v>67.739999999999995</c:v>
                </c:pt>
                <c:pt idx="88194">
                  <c:v>17.29</c:v>
                </c:pt>
                <c:pt idx="88195">
                  <c:v>49.59</c:v>
                </c:pt>
                <c:pt idx="88196">
                  <c:v>19.34</c:v>
                </c:pt>
                <c:pt idx="88197">
                  <c:v>20.29</c:v>
                </c:pt>
                <c:pt idx="88198">
                  <c:v>105.84</c:v>
                </c:pt>
                <c:pt idx="88199">
                  <c:v>21.57</c:v>
                </c:pt>
                <c:pt idx="88200">
                  <c:v>89.98</c:v>
                </c:pt>
                <c:pt idx="88201">
                  <c:v>99.98</c:v>
                </c:pt>
                <c:pt idx="88202">
                  <c:v>-148.97</c:v>
                </c:pt>
                <c:pt idx="88203">
                  <c:v>112.97</c:v>
                </c:pt>
                <c:pt idx="88204">
                  <c:v>101.67</c:v>
                </c:pt>
                <c:pt idx="88205">
                  <c:v>148.97</c:v>
                </c:pt>
                <c:pt idx="88206">
                  <c:v>72.239999999999995</c:v>
                </c:pt>
                <c:pt idx="88207">
                  <c:v>199.76</c:v>
                </c:pt>
                <c:pt idx="88208">
                  <c:v>176.01</c:v>
                </c:pt>
                <c:pt idx="88209">
                  <c:v>58.64</c:v>
                </c:pt>
                <c:pt idx="88210">
                  <c:v>96.78</c:v>
                </c:pt>
                <c:pt idx="88211">
                  <c:v>113.68</c:v>
                </c:pt>
                <c:pt idx="88212">
                  <c:v>159.69999999999999</c:v>
                </c:pt>
                <c:pt idx="88213">
                  <c:v>116.38</c:v>
                </c:pt>
                <c:pt idx="88214">
                  <c:v>72.55</c:v>
                </c:pt>
                <c:pt idx="88215">
                  <c:v>62.06</c:v>
                </c:pt>
                <c:pt idx="88216">
                  <c:v>41.48</c:v>
                </c:pt>
                <c:pt idx="88217">
                  <c:v>38.880000000000003</c:v>
                </c:pt>
                <c:pt idx="88218">
                  <c:v>102.56</c:v>
                </c:pt>
                <c:pt idx="88219">
                  <c:v>59.97</c:v>
                </c:pt>
                <c:pt idx="88220">
                  <c:v>78.81</c:v>
                </c:pt>
                <c:pt idx="88221">
                  <c:v>50.97</c:v>
                </c:pt>
                <c:pt idx="88222">
                  <c:v>53.97</c:v>
                </c:pt>
                <c:pt idx="88223">
                  <c:v>59.97</c:v>
                </c:pt>
                <c:pt idx="88224">
                  <c:v>59.97</c:v>
                </c:pt>
                <c:pt idx="88225">
                  <c:v>65.989999999999995</c:v>
                </c:pt>
                <c:pt idx="88226">
                  <c:v>81.680000000000007</c:v>
                </c:pt>
                <c:pt idx="88227">
                  <c:v>77.38</c:v>
                </c:pt>
                <c:pt idx="88228">
                  <c:v>92.63</c:v>
                </c:pt>
                <c:pt idx="88229">
                  <c:v>59.39</c:v>
                </c:pt>
                <c:pt idx="88230">
                  <c:v>67.959999999999994</c:v>
                </c:pt>
                <c:pt idx="88231">
                  <c:v>79.989999999999995</c:v>
                </c:pt>
                <c:pt idx="88232">
                  <c:v>331.77</c:v>
                </c:pt>
                <c:pt idx="88233">
                  <c:v>68.27</c:v>
                </c:pt>
                <c:pt idx="88234">
                  <c:v>68.930000000000007</c:v>
                </c:pt>
                <c:pt idx="88235">
                  <c:v>68.239999999999995</c:v>
                </c:pt>
                <c:pt idx="88236">
                  <c:v>68.239999999999995</c:v>
                </c:pt>
                <c:pt idx="88237">
                  <c:v>68.930000000000007</c:v>
                </c:pt>
                <c:pt idx="88238">
                  <c:v>68.239999999999995</c:v>
                </c:pt>
                <c:pt idx="88239">
                  <c:v>68.239999999999995</c:v>
                </c:pt>
                <c:pt idx="88240">
                  <c:v>65.849999999999994</c:v>
                </c:pt>
                <c:pt idx="88241">
                  <c:v>-68.239999999999995</c:v>
                </c:pt>
                <c:pt idx="88242">
                  <c:v>79.81</c:v>
                </c:pt>
                <c:pt idx="88243">
                  <c:v>51.49</c:v>
                </c:pt>
                <c:pt idx="88244">
                  <c:v>51.49</c:v>
                </c:pt>
                <c:pt idx="88245">
                  <c:v>65.989999999999995</c:v>
                </c:pt>
                <c:pt idx="88246">
                  <c:v>51.49</c:v>
                </c:pt>
                <c:pt idx="88247">
                  <c:v>69.989999999999995</c:v>
                </c:pt>
                <c:pt idx="88248">
                  <c:v>133.94999999999999</c:v>
                </c:pt>
                <c:pt idx="88249">
                  <c:v>149.97</c:v>
                </c:pt>
                <c:pt idx="88250">
                  <c:v>120.94</c:v>
                </c:pt>
                <c:pt idx="88251">
                  <c:v>64.08</c:v>
                </c:pt>
                <c:pt idx="88252">
                  <c:v>82.24</c:v>
                </c:pt>
                <c:pt idx="88253">
                  <c:v>131.84</c:v>
                </c:pt>
                <c:pt idx="88254">
                  <c:v>90.06</c:v>
                </c:pt>
                <c:pt idx="88255">
                  <c:v>121.95</c:v>
                </c:pt>
                <c:pt idx="88256">
                  <c:v>95.98</c:v>
                </c:pt>
                <c:pt idx="88257">
                  <c:v>95.98</c:v>
                </c:pt>
                <c:pt idx="88258">
                  <c:v>79.989999999999995</c:v>
                </c:pt>
                <c:pt idx="88259">
                  <c:v>79.989999999999995</c:v>
                </c:pt>
                <c:pt idx="88260">
                  <c:v>79.989999999999995</c:v>
                </c:pt>
                <c:pt idx="88261">
                  <c:v>79.989999999999995</c:v>
                </c:pt>
                <c:pt idx="88262">
                  <c:v>165.76</c:v>
                </c:pt>
                <c:pt idx="88263">
                  <c:v>12.49</c:v>
                </c:pt>
                <c:pt idx="88264">
                  <c:v>165.98</c:v>
                </c:pt>
                <c:pt idx="88265">
                  <c:v>86.96</c:v>
                </c:pt>
                <c:pt idx="88266">
                  <c:v>62.96</c:v>
                </c:pt>
                <c:pt idx="88267">
                  <c:v>170.95</c:v>
                </c:pt>
                <c:pt idx="88268">
                  <c:v>88.96</c:v>
                </c:pt>
                <c:pt idx="88269">
                  <c:v>21.71</c:v>
                </c:pt>
                <c:pt idx="88270">
                  <c:v>43.54</c:v>
                </c:pt>
                <c:pt idx="88271">
                  <c:v>50.19</c:v>
                </c:pt>
                <c:pt idx="88272">
                  <c:v>49.59</c:v>
                </c:pt>
                <c:pt idx="88273">
                  <c:v>44.75</c:v>
                </c:pt>
                <c:pt idx="88274">
                  <c:v>20.55</c:v>
                </c:pt>
                <c:pt idx="88275">
                  <c:v>62.16</c:v>
                </c:pt>
                <c:pt idx="88276">
                  <c:v>70.12</c:v>
                </c:pt>
                <c:pt idx="88277">
                  <c:v>30.23</c:v>
                </c:pt>
                <c:pt idx="88278">
                  <c:v>49.59</c:v>
                </c:pt>
                <c:pt idx="88279">
                  <c:v>12.08</c:v>
                </c:pt>
                <c:pt idx="88280">
                  <c:v>65.989999999999995</c:v>
                </c:pt>
                <c:pt idx="88281">
                  <c:v>152.97999999999999</c:v>
                </c:pt>
                <c:pt idx="88282">
                  <c:v>68.989999999999995</c:v>
                </c:pt>
                <c:pt idx="88283">
                  <c:v>84.99</c:v>
                </c:pt>
                <c:pt idx="88284">
                  <c:v>105.96</c:v>
                </c:pt>
                <c:pt idx="88285">
                  <c:v>105.96</c:v>
                </c:pt>
                <c:pt idx="88286">
                  <c:v>49.36</c:v>
                </c:pt>
                <c:pt idx="88287">
                  <c:v>79.98</c:v>
                </c:pt>
                <c:pt idx="88288">
                  <c:v>37.24</c:v>
                </c:pt>
                <c:pt idx="88289">
                  <c:v>59.99</c:v>
                </c:pt>
                <c:pt idx="88290">
                  <c:v>74.98</c:v>
                </c:pt>
                <c:pt idx="88291">
                  <c:v>54.99</c:v>
                </c:pt>
                <c:pt idx="88292">
                  <c:v>69.989999999999995</c:v>
                </c:pt>
                <c:pt idx="88293">
                  <c:v>56.97</c:v>
                </c:pt>
                <c:pt idx="88294">
                  <c:v>27.28</c:v>
                </c:pt>
                <c:pt idx="88295">
                  <c:v>56.97</c:v>
                </c:pt>
                <c:pt idx="88296">
                  <c:v>27.72</c:v>
                </c:pt>
                <c:pt idx="88297">
                  <c:v>100.98</c:v>
                </c:pt>
                <c:pt idx="88298">
                  <c:v>26.29</c:v>
                </c:pt>
                <c:pt idx="88299">
                  <c:v>64.989999999999995</c:v>
                </c:pt>
                <c:pt idx="88300">
                  <c:v>60.99</c:v>
                </c:pt>
                <c:pt idx="88301">
                  <c:v>41.49</c:v>
                </c:pt>
                <c:pt idx="88302">
                  <c:v>60.99</c:v>
                </c:pt>
                <c:pt idx="88303">
                  <c:v>79.98</c:v>
                </c:pt>
                <c:pt idx="88304">
                  <c:v>60.99</c:v>
                </c:pt>
                <c:pt idx="88305">
                  <c:v>50.98</c:v>
                </c:pt>
                <c:pt idx="88306">
                  <c:v>76.98</c:v>
                </c:pt>
                <c:pt idx="88307">
                  <c:v>60.99</c:v>
                </c:pt>
                <c:pt idx="88308">
                  <c:v>72.95</c:v>
                </c:pt>
                <c:pt idx="88309">
                  <c:v>51.97</c:v>
                </c:pt>
                <c:pt idx="88310">
                  <c:v>53.18</c:v>
                </c:pt>
                <c:pt idx="88311">
                  <c:v>127.57</c:v>
                </c:pt>
                <c:pt idx="88312">
                  <c:v>45.87</c:v>
                </c:pt>
                <c:pt idx="88313">
                  <c:v>150.26</c:v>
                </c:pt>
                <c:pt idx="88314">
                  <c:v>15.99</c:v>
                </c:pt>
                <c:pt idx="88315">
                  <c:v>84.97</c:v>
                </c:pt>
                <c:pt idx="88316">
                  <c:v>77.97</c:v>
                </c:pt>
                <c:pt idx="88317">
                  <c:v>53.28</c:v>
                </c:pt>
                <c:pt idx="88318">
                  <c:v>58.96</c:v>
                </c:pt>
                <c:pt idx="88319">
                  <c:v>62.07</c:v>
                </c:pt>
                <c:pt idx="88320">
                  <c:v>24.99</c:v>
                </c:pt>
                <c:pt idx="88321">
                  <c:v>54.99</c:v>
                </c:pt>
                <c:pt idx="88322">
                  <c:v>81.97</c:v>
                </c:pt>
                <c:pt idx="88323">
                  <c:v>97.98</c:v>
                </c:pt>
                <c:pt idx="88324">
                  <c:v>215.46</c:v>
                </c:pt>
                <c:pt idx="88325">
                  <c:v>131.97999999999999</c:v>
                </c:pt>
                <c:pt idx="88326">
                  <c:v>100.98</c:v>
                </c:pt>
                <c:pt idx="88327">
                  <c:v>100.98</c:v>
                </c:pt>
                <c:pt idx="88328">
                  <c:v>63.52</c:v>
                </c:pt>
                <c:pt idx="88329">
                  <c:v>84.99</c:v>
                </c:pt>
                <c:pt idx="88330">
                  <c:v>65.98</c:v>
                </c:pt>
                <c:pt idx="88331">
                  <c:v>59.98</c:v>
                </c:pt>
                <c:pt idx="88332">
                  <c:v>59.98</c:v>
                </c:pt>
                <c:pt idx="88333">
                  <c:v>76.47</c:v>
                </c:pt>
                <c:pt idx="88334">
                  <c:v>74.97</c:v>
                </c:pt>
                <c:pt idx="88335">
                  <c:v>114.96</c:v>
                </c:pt>
                <c:pt idx="88336">
                  <c:v>89.97</c:v>
                </c:pt>
                <c:pt idx="88337">
                  <c:v>51.49</c:v>
                </c:pt>
                <c:pt idx="88338">
                  <c:v>44.53</c:v>
                </c:pt>
                <c:pt idx="88339">
                  <c:v>51.49</c:v>
                </c:pt>
                <c:pt idx="88340">
                  <c:v>70.48</c:v>
                </c:pt>
                <c:pt idx="88341">
                  <c:v>55.47</c:v>
                </c:pt>
                <c:pt idx="88342">
                  <c:v>21.77</c:v>
                </c:pt>
                <c:pt idx="88343">
                  <c:v>51.49</c:v>
                </c:pt>
                <c:pt idx="88344">
                  <c:v>41.48</c:v>
                </c:pt>
                <c:pt idx="88345">
                  <c:v>164.52</c:v>
                </c:pt>
                <c:pt idx="88346">
                  <c:v>140.30000000000001</c:v>
                </c:pt>
                <c:pt idx="88347">
                  <c:v>183.88</c:v>
                </c:pt>
                <c:pt idx="88348">
                  <c:v>89.97</c:v>
                </c:pt>
                <c:pt idx="88349">
                  <c:v>119.96</c:v>
                </c:pt>
                <c:pt idx="88350">
                  <c:v>89.97</c:v>
                </c:pt>
                <c:pt idx="88351">
                  <c:v>89.97</c:v>
                </c:pt>
                <c:pt idx="88352">
                  <c:v>119.95</c:v>
                </c:pt>
                <c:pt idx="88353">
                  <c:v>169.96</c:v>
                </c:pt>
                <c:pt idx="88354">
                  <c:v>166.96</c:v>
                </c:pt>
                <c:pt idx="88355">
                  <c:v>58.98</c:v>
                </c:pt>
                <c:pt idx="88356">
                  <c:v>49.99</c:v>
                </c:pt>
                <c:pt idx="88357">
                  <c:v>57.97</c:v>
                </c:pt>
                <c:pt idx="88358">
                  <c:v>41.49</c:v>
                </c:pt>
                <c:pt idx="88359">
                  <c:v>65.989999999999995</c:v>
                </c:pt>
                <c:pt idx="88360">
                  <c:v>91.98</c:v>
                </c:pt>
                <c:pt idx="88361">
                  <c:v>65.989999999999995</c:v>
                </c:pt>
                <c:pt idx="88362">
                  <c:v>59.98</c:v>
                </c:pt>
                <c:pt idx="88363">
                  <c:v>224.97</c:v>
                </c:pt>
                <c:pt idx="88364">
                  <c:v>193.47</c:v>
                </c:pt>
                <c:pt idx="88365">
                  <c:v>91.18</c:v>
                </c:pt>
                <c:pt idx="88366">
                  <c:v>87.97</c:v>
                </c:pt>
                <c:pt idx="88367">
                  <c:v>28.48</c:v>
                </c:pt>
                <c:pt idx="88368">
                  <c:v>57.96</c:v>
                </c:pt>
                <c:pt idx="88369">
                  <c:v>52.97</c:v>
                </c:pt>
                <c:pt idx="88370">
                  <c:v>28.48</c:v>
                </c:pt>
                <c:pt idx="88371">
                  <c:v>69.150000000000006</c:v>
                </c:pt>
                <c:pt idx="88372">
                  <c:v>86.07</c:v>
                </c:pt>
                <c:pt idx="88373">
                  <c:v>167.41</c:v>
                </c:pt>
                <c:pt idx="88374">
                  <c:v>186.26</c:v>
                </c:pt>
                <c:pt idx="88375">
                  <c:v>146.96</c:v>
                </c:pt>
                <c:pt idx="88376">
                  <c:v>74.95</c:v>
                </c:pt>
                <c:pt idx="88377">
                  <c:v>74.95</c:v>
                </c:pt>
                <c:pt idx="88378">
                  <c:v>122.43</c:v>
                </c:pt>
                <c:pt idx="88379">
                  <c:v>122.43</c:v>
                </c:pt>
                <c:pt idx="88380">
                  <c:v>83.48</c:v>
                </c:pt>
                <c:pt idx="88381">
                  <c:v>31.28</c:v>
                </c:pt>
                <c:pt idx="88382">
                  <c:v>69.989999999999995</c:v>
                </c:pt>
                <c:pt idx="88383">
                  <c:v>31.28</c:v>
                </c:pt>
                <c:pt idx="88384">
                  <c:v>31.28</c:v>
                </c:pt>
                <c:pt idx="88385">
                  <c:v>54.98</c:v>
                </c:pt>
                <c:pt idx="88386">
                  <c:v>82.74</c:v>
                </c:pt>
                <c:pt idx="88387">
                  <c:v>50.94</c:v>
                </c:pt>
                <c:pt idx="88388">
                  <c:v>54.98</c:v>
                </c:pt>
                <c:pt idx="88389">
                  <c:v>83.98</c:v>
                </c:pt>
                <c:pt idx="88390">
                  <c:v>424.95</c:v>
                </c:pt>
                <c:pt idx="88391">
                  <c:v>169.98</c:v>
                </c:pt>
                <c:pt idx="88392">
                  <c:v>169.98</c:v>
                </c:pt>
                <c:pt idx="88393">
                  <c:v>53.97</c:v>
                </c:pt>
                <c:pt idx="88394">
                  <c:v>75.959999999999994</c:v>
                </c:pt>
                <c:pt idx="88395">
                  <c:v>89.97</c:v>
                </c:pt>
                <c:pt idx="88396">
                  <c:v>109.96</c:v>
                </c:pt>
                <c:pt idx="88397">
                  <c:v>59.98</c:v>
                </c:pt>
                <c:pt idx="88398">
                  <c:v>119.96</c:v>
                </c:pt>
                <c:pt idx="88399">
                  <c:v>119.96</c:v>
                </c:pt>
                <c:pt idx="88400">
                  <c:v>184.97</c:v>
                </c:pt>
                <c:pt idx="88401">
                  <c:v>84.99</c:v>
                </c:pt>
                <c:pt idx="88402">
                  <c:v>69.989999999999995</c:v>
                </c:pt>
                <c:pt idx="88403">
                  <c:v>89.98</c:v>
                </c:pt>
                <c:pt idx="88404">
                  <c:v>69.989999999999995</c:v>
                </c:pt>
                <c:pt idx="88405">
                  <c:v>63.98</c:v>
                </c:pt>
                <c:pt idx="88406">
                  <c:v>54.99</c:v>
                </c:pt>
                <c:pt idx="88407">
                  <c:v>207.96</c:v>
                </c:pt>
                <c:pt idx="88408">
                  <c:v>103.97</c:v>
                </c:pt>
                <c:pt idx="88409">
                  <c:v>68.98</c:v>
                </c:pt>
                <c:pt idx="88410">
                  <c:v>187.16</c:v>
                </c:pt>
                <c:pt idx="88411">
                  <c:v>94.97</c:v>
                </c:pt>
                <c:pt idx="88412">
                  <c:v>93.7</c:v>
                </c:pt>
                <c:pt idx="88413">
                  <c:v>123.98</c:v>
                </c:pt>
                <c:pt idx="88414">
                  <c:v>139.94999999999999</c:v>
                </c:pt>
                <c:pt idx="88415">
                  <c:v>149.94999999999999</c:v>
                </c:pt>
                <c:pt idx="88416">
                  <c:v>209.93</c:v>
                </c:pt>
                <c:pt idx="88417">
                  <c:v>64.98</c:v>
                </c:pt>
                <c:pt idx="88418">
                  <c:v>109.97</c:v>
                </c:pt>
                <c:pt idx="88419">
                  <c:v>65.989999999999995</c:v>
                </c:pt>
                <c:pt idx="88420">
                  <c:v>32.229999999999997</c:v>
                </c:pt>
                <c:pt idx="88421">
                  <c:v>32.229999999999997</c:v>
                </c:pt>
                <c:pt idx="88422">
                  <c:v>46.47</c:v>
                </c:pt>
                <c:pt idx="88423">
                  <c:v>65.989999999999995</c:v>
                </c:pt>
                <c:pt idx="88424">
                  <c:v>46.47</c:v>
                </c:pt>
                <c:pt idx="88425">
                  <c:v>65.989999999999995</c:v>
                </c:pt>
                <c:pt idx="88426">
                  <c:v>103.28</c:v>
                </c:pt>
                <c:pt idx="88427">
                  <c:v>207.96</c:v>
                </c:pt>
                <c:pt idx="88428">
                  <c:v>116.11</c:v>
                </c:pt>
                <c:pt idx="88429">
                  <c:v>120.93</c:v>
                </c:pt>
                <c:pt idx="88430">
                  <c:v>119.72</c:v>
                </c:pt>
                <c:pt idx="88431">
                  <c:v>146.35</c:v>
                </c:pt>
                <c:pt idx="88432">
                  <c:v>59.96</c:v>
                </c:pt>
                <c:pt idx="88433">
                  <c:v>66.900000000000006</c:v>
                </c:pt>
                <c:pt idx="88434">
                  <c:v>59.28</c:v>
                </c:pt>
                <c:pt idx="88435">
                  <c:v>56.97</c:v>
                </c:pt>
                <c:pt idx="88436">
                  <c:v>53.98</c:v>
                </c:pt>
                <c:pt idx="88437">
                  <c:v>187.46</c:v>
                </c:pt>
                <c:pt idx="88438">
                  <c:v>169.98</c:v>
                </c:pt>
                <c:pt idx="88439">
                  <c:v>44.48</c:v>
                </c:pt>
                <c:pt idx="88440">
                  <c:v>64.95</c:v>
                </c:pt>
                <c:pt idx="88441">
                  <c:v>51.96</c:v>
                </c:pt>
                <c:pt idx="88442">
                  <c:v>98.95</c:v>
                </c:pt>
                <c:pt idx="88443">
                  <c:v>69.98</c:v>
                </c:pt>
                <c:pt idx="88444">
                  <c:v>187.49</c:v>
                </c:pt>
                <c:pt idx="88445">
                  <c:v>180.23</c:v>
                </c:pt>
                <c:pt idx="88446">
                  <c:v>182.65</c:v>
                </c:pt>
                <c:pt idx="88447">
                  <c:v>234.92</c:v>
                </c:pt>
                <c:pt idx="88448">
                  <c:v>109.93</c:v>
                </c:pt>
                <c:pt idx="88449">
                  <c:v>152.94999999999999</c:v>
                </c:pt>
                <c:pt idx="88450">
                  <c:v>44.18</c:v>
                </c:pt>
                <c:pt idx="88451">
                  <c:v>51.98</c:v>
                </c:pt>
                <c:pt idx="88452">
                  <c:v>77.97</c:v>
                </c:pt>
                <c:pt idx="88453">
                  <c:v>51.98</c:v>
                </c:pt>
                <c:pt idx="88454">
                  <c:v>96.78</c:v>
                </c:pt>
                <c:pt idx="88455">
                  <c:v>152.94999999999999</c:v>
                </c:pt>
                <c:pt idx="88456">
                  <c:v>53.98</c:v>
                </c:pt>
                <c:pt idx="88457">
                  <c:v>56.43</c:v>
                </c:pt>
                <c:pt idx="88458">
                  <c:v>76.47</c:v>
                </c:pt>
                <c:pt idx="88459">
                  <c:v>89.96</c:v>
                </c:pt>
                <c:pt idx="88460">
                  <c:v>67.47</c:v>
                </c:pt>
                <c:pt idx="88461">
                  <c:v>79.98</c:v>
                </c:pt>
                <c:pt idx="88462">
                  <c:v>134.97</c:v>
                </c:pt>
                <c:pt idx="88463">
                  <c:v>190.94</c:v>
                </c:pt>
                <c:pt idx="88464">
                  <c:v>114.98</c:v>
                </c:pt>
                <c:pt idx="88465">
                  <c:v>59.39</c:v>
                </c:pt>
                <c:pt idx="88466">
                  <c:v>59.21</c:v>
                </c:pt>
                <c:pt idx="88467">
                  <c:v>92.97</c:v>
                </c:pt>
                <c:pt idx="88468">
                  <c:v>55.98</c:v>
                </c:pt>
                <c:pt idx="88469">
                  <c:v>135.97999999999999</c:v>
                </c:pt>
                <c:pt idx="88470">
                  <c:v>35.96</c:v>
                </c:pt>
                <c:pt idx="88471">
                  <c:v>89.98</c:v>
                </c:pt>
                <c:pt idx="88472">
                  <c:v>78.510000000000005</c:v>
                </c:pt>
                <c:pt idx="88473">
                  <c:v>77.150000000000006</c:v>
                </c:pt>
                <c:pt idx="88474">
                  <c:v>71.959999999999994</c:v>
                </c:pt>
                <c:pt idx="88475">
                  <c:v>65.989999999999995</c:v>
                </c:pt>
                <c:pt idx="88476">
                  <c:v>104.89</c:v>
                </c:pt>
                <c:pt idx="88477">
                  <c:v>135.74</c:v>
                </c:pt>
                <c:pt idx="88478">
                  <c:v>85.75</c:v>
                </c:pt>
                <c:pt idx="88479">
                  <c:v>116.12</c:v>
                </c:pt>
                <c:pt idx="88480">
                  <c:v>103.68</c:v>
                </c:pt>
                <c:pt idx="88481">
                  <c:v>113.96</c:v>
                </c:pt>
                <c:pt idx="88482">
                  <c:v>182.97</c:v>
                </c:pt>
                <c:pt idx="88483">
                  <c:v>119.95</c:v>
                </c:pt>
                <c:pt idx="88484">
                  <c:v>136.25</c:v>
                </c:pt>
                <c:pt idx="88485">
                  <c:v>89.97</c:v>
                </c:pt>
                <c:pt idx="88486">
                  <c:v>59.98</c:v>
                </c:pt>
                <c:pt idx="88487">
                  <c:v>89.97</c:v>
                </c:pt>
                <c:pt idx="88488">
                  <c:v>93.47</c:v>
                </c:pt>
                <c:pt idx="88489">
                  <c:v>63.96</c:v>
                </c:pt>
                <c:pt idx="88490">
                  <c:v>47.22</c:v>
                </c:pt>
                <c:pt idx="88491">
                  <c:v>31.48</c:v>
                </c:pt>
                <c:pt idx="88492">
                  <c:v>46.47</c:v>
                </c:pt>
                <c:pt idx="88493">
                  <c:v>85.89</c:v>
                </c:pt>
                <c:pt idx="88494">
                  <c:v>88.29</c:v>
                </c:pt>
                <c:pt idx="88495">
                  <c:v>76.19</c:v>
                </c:pt>
                <c:pt idx="88496">
                  <c:v>83.33</c:v>
                </c:pt>
                <c:pt idx="88497">
                  <c:v>151.19999999999999</c:v>
                </c:pt>
                <c:pt idx="88498">
                  <c:v>59.95</c:v>
                </c:pt>
                <c:pt idx="88499">
                  <c:v>50.97</c:v>
                </c:pt>
                <c:pt idx="88500">
                  <c:v>74.97</c:v>
                </c:pt>
                <c:pt idx="88501">
                  <c:v>66.959999999999994</c:v>
                </c:pt>
                <c:pt idx="88502">
                  <c:v>51.96</c:v>
                </c:pt>
                <c:pt idx="88503">
                  <c:v>83.94</c:v>
                </c:pt>
                <c:pt idx="88504">
                  <c:v>55.96</c:v>
                </c:pt>
                <c:pt idx="88505">
                  <c:v>64.510000000000005</c:v>
                </c:pt>
                <c:pt idx="88506">
                  <c:v>59.95</c:v>
                </c:pt>
                <c:pt idx="88507">
                  <c:v>59.98</c:v>
                </c:pt>
                <c:pt idx="88508">
                  <c:v>59.98</c:v>
                </c:pt>
                <c:pt idx="88509">
                  <c:v>75.98</c:v>
                </c:pt>
                <c:pt idx="88510">
                  <c:v>99.97</c:v>
                </c:pt>
                <c:pt idx="88511">
                  <c:v>53.9</c:v>
                </c:pt>
                <c:pt idx="88512">
                  <c:v>118.76</c:v>
                </c:pt>
                <c:pt idx="88513">
                  <c:v>97.16</c:v>
                </c:pt>
                <c:pt idx="88514">
                  <c:v>148.24</c:v>
                </c:pt>
                <c:pt idx="88515">
                  <c:v>74.95</c:v>
                </c:pt>
                <c:pt idx="88516">
                  <c:v>99.66</c:v>
                </c:pt>
                <c:pt idx="88517">
                  <c:v>59.96</c:v>
                </c:pt>
                <c:pt idx="88518">
                  <c:v>54.96</c:v>
                </c:pt>
                <c:pt idx="88519">
                  <c:v>57.97</c:v>
                </c:pt>
                <c:pt idx="88520">
                  <c:v>47.49</c:v>
                </c:pt>
                <c:pt idx="88521">
                  <c:v>59.98</c:v>
                </c:pt>
                <c:pt idx="88522">
                  <c:v>51.49</c:v>
                </c:pt>
                <c:pt idx="88523">
                  <c:v>23.48</c:v>
                </c:pt>
                <c:pt idx="88524">
                  <c:v>26.49</c:v>
                </c:pt>
                <c:pt idx="88525">
                  <c:v>51.49</c:v>
                </c:pt>
                <c:pt idx="88526">
                  <c:v>59.98</c:v>
                </c:pt>
                <c:pt idx="88527">
                  <c:v>61.98</c:v>
                </c:pt>
                <c:pt idx="88528">
                  <c:v>67.98</c:v>
                </c:pt>
                <c:pt idx="88529">
                  <c:v>55.98</c:v>
                </c:pt>
                <c:pt idx="88530">
                  <c:v>50.38</c:v>
                </c:pt>
                <c:pt idx="88531">
                  <c:v>55.98</c:v>
                </c:pt>
                <c:pt idx="88532">
                  <c:v>55.98</c:v>
                </c:pt>
                <c:pt idx="88533">
                  <c:v>53.98</c:v>
                </c:pt>
                <c:pt idx="88534">
                  <c:v>61.98</c:v>
                </c:pt>
                <c:pt idx="88535">
                  <c:v>28.35</c:v>
                </c:pt>
                <c:pt idx="88536">
                  <c:v>242.92</c:v>
                </c:pt>
                <c:pt idx="88537">
                  <c:v>15.29</c:v>
                </c:pt>
                <c:pt idx="88538">
                  <c:v>84.99</c:v>
                </c:pt>
                <c:pt idx="88539">
                  <c:v>134.97999999999999</c:v>
                </c:pt>
                <c:pt idx="88540">
                  <c:v>84.99</c:v>
                </c:pt>
                <c:pt idx="88541">
                  <c:v>146.96</c:v>
                </c:pt>
                <c:pt idx="88542">
                  <c:v>91.97</c:v>
                </c:pt>
                <c:pt idx="88543">
                  <c:v>96.97</c:v>
                </c:pt>
                <c:pt idx="88544">
                  <c:v>88.97</c:v>
                </c:pt>
                <c:pt idx="88545">
                  <c:v>299.89999999999998</c:v>
                </c:pt>
                <c:pt idx="88546">
                  <c:v>114.97</c:v>
                </c:pt>
                <c:pt idx="88547">
                  <c:v>95.95</c:v>
                </c:pt>
                <c:pt idx="88548">
                  <c:v>103.95</c:v>
                </c:pt>
                <c:pt idx="88549">
                  <c:v>59.98</c:v>
                </c:pt>
                <c:pt idx="88550">
                  <c:v>33.479999999999997</c:v>
                </c:pt>
                <c:pt idx="88551">
                  <c:v>33.479999999999997</c:v>
                </c:pt>
                <c:pt idx="88552">
                  <c:v>33.479999999999997</c:v>
                </c:pt>
                <c:pt idx="88553">
                  <c:v>67.72</c:v>
                </c:pt>
                <c:pt idx="88554">
                  <c:v>67.72</c:v>
                </c:pt>
                <c:pt idx="88555">
                  <c:v>66.53</c:v>
                </c:pt>
                <c:pt idx="88556">
                  <c:v>72.56</c:v>
                </c:pt>
                <c:pt idx="88557">
                  <c:v>76.19</c:v>
                </c:pt>
                <c:pt idx="88558">
                  <c:v>99.17</c:v>
                </c:pt>
                <c:pt idx="88559">
                  <c:v>96.78</c:v>
                </c:pt>
                <c:pt idx="88560">
                  <c:v>84.99</c:v>
                </c:pt>
                <c:pt idx="88561">
                  <c:v>169.98</c:v>
                </c:pt>
                <c:pt idx="88562">
                  <c:v>84.99</c:v>
                </c:pt>
                <c:pt idx="88563">
                  <c:v>137.97999999999999</c:v>
                </c:pt>
                <c:pt idx="88564">
                  <c:v>169.98</c:v>
                </c:pt>
                <c:pt idx="88565">
                  <c:v>124.18</c:v>
                </c:pt>
                <c:pt idx="88566">
                  <c:v>84.99</c:v>
                </c:pt>
                <c:pt idx="88567">
                  <c:v>89.08</c:v>
                </c:pt>
                <c:pt idx="88568">
                  <c:v>183.97</c:v>
                </c:pt>
                <c:pt idx="88569">
                  <c:v>98.98</c:v>
                </c:pt>
                <c:pt idx="88570">
                  <c:v>84.99</c:v>
                </c:pt>
                <c:pt idx="88571">
                  <c:v>119.97</c:v>
                </c:pt>
                <c:pt idx="88572">
                  <c:v>69.98</c:v>
                </c:pt>
                <c:pt idx="88573">
                  <c:v>119.98</c:v>
                </c:pt>
                <c:pt idx="88574">
                  <c:v>99.98</c:v>
                </c:pt>
                <c:pt idx="88575">
                  <c:v>51.98</c:v>
                </c:pt>
                <c:pt idx="88576">
                  <c:v>79.959999999999994</c:v>
                </c:pt>
                <c:pt idx="88577">
                  <c:v>59.97</c:v>
                </c:pt>
                <c:pt idx="88578">
                  <c:v>59.97</c:v>
                </c:pt>
                <c:pt idx="88579">
                  <c:v>157.22999999999999</c:v>
                </c:pt>
                <c:pt idx="88580">
                  <c:v>174.07</c:v>
                </c:pt>
                <c:pt idx="88581">
                  <c:v>214.89</c:v>
                </c:pt>
                <c:pt idx="88582">
                  <c:v>91.96</c:v>
                </c:pt>
                <c:pt idx="88583">
                  <c:v>51.29</c:v>
                </c:pt>
                <c:pt idx="88584">
                  <c:v>190.92</c:v>
                </c:pt>
                <c:pt idx="88585">
                  <c:v>159.94999999999999</c:v>
                </c:pt>
                <c:pt idx="88586">
                  <c:v>85.89</c:v>
                </c:pt>
                <c:pt idx="88587">
                  <c:v>140.34</c:v>
                </c:pt>
                <c:pt idx="88588">
                  <c:v>159.69999999999999</c:v>
                </c:pt>
                <c:pt idx="88589">
                  <c:v>159.69999999999999</c:v>
                </c:pt>
                <c:pt idx="88590">
                  <c:v>69.98</c:v>
                </c:pt>
                <c:pt idx="88591">
                  <c:v>61.97</c:v>
                </c:pt>
                <c:pt idx="88592">
                  <c:v>71.98</c:v>
                </c:pt>
                <c:pt idx="88593">
                  <c:v>62.93</c:v>
                </c:pt>
                <c:pt idx="88594">
                  <c:v>103.69</c:v>
                </c:pt>
                <c:pt idx="88595">
                  <c:v>126.64</c:v>
                </c:pt>
                <c:pt idx="88596">
                  <c:v>135.93</c:v>
                </c:pt>
                <c:pt idx="88597">
                  <c:v>184.96</c:v>
                </c:pt>
                <c:pt idx="88598">
                  <c:v>78.180000000000007</c:v>
                </c:pt>
                <c:pt idx="88599">
                  <c:v>119.97</c:v>
                </c:pt>
                <c:pt idx="88600">
                  <c:v>119.97</c:v>
                </c:pt>
                <c:pt idx="88601">
                  <c:v>154.97</c:v>
                </c:pt>
                <c:pt idx="88602">
                  <c:v>89.97</c:v>
                </c:pt>
                <c:pt idx="88603">
                  <c:v>154.96</c:v>
                </c:pt>
                <c:pt idx="88604">
                  <c:v>89.97</c:v>
                </c:pt>
                <c:pt idx="88605">
                  <c:v>103.96</c:v>
                </c:pt>
                <c:pt idx="88606">
                  <c:v>154.96</c:v>
                </c:pt>
                <c:pt idx="88607">
                  <c:v>103.96</c:v>
                </c:pt>
                <c:pt idx="88608">
                  <c:v>154.97</c:v>
                </c:pt>
                <c:pt idx="88609">
                  <c:v>59.96</c:v>
                </c:pt>
                <c:pt idx="88610">
                  <c:v>59.96</c:v>
                </c:pt>
                <c:pt idx="88611">
                  <c:v>81.98</c:v>
                </c:pt>
                <c:pt idx="88612">
                  <c:v>65.989999999999995</c:v>
                </c:pt>
                <c:pt idx="88613">
                  <c:v>65.989999999999995</c:v>
                </c:pt>
                <c:pt idx="88614">
                  <c:v>85.98</c:v>
                </c:pt>
                <c:pt idx="88615">
                  <c:v>65.989999999999995</c:v>
                </c:pt>
                <c:pt idx="88616">
                  <c:v>65.989999999999995</c:v>
                </c:pt>
                <c:pt idx="88617">
                  <c:v>59.96</c:v>
                </c:pt>
                <c:pt idx="88618">
                  <c:v>118.72</c:v>
                </c:pt>
                <c:pt idx="88619">
                  <c:v>89.94</c:v>
                </c:pt>
                <c:pt idx="88620">
                  <c:v>59.96</c:v>
                </c:pt>
                <c:pt idx="88621">
                  <c:v>59.96</c:v>
                </c:pt>
                <c:pt idx="88622">
                  <c:v>61.48</c:v>
                </c:pt>
                <c:pt idx="88623">
                  <c:v>41.49</c:v>
                </c:pt>
                <c:pt idx="88624">
                  <c:v>55.98</c:v>
                </c:pt>
                <c:pt idx="88625">
                  <c:v>61.48</c:v>
                </c:pt>
                <c:pt idx="88626">
                  <c:v>59.98</c:v>
                </c:pt>
                <c:pt idx="88627">
                  <c:v>59.98</c:v>
                </c:pt>
                <c:pt idx="88628">
                  <c:v>113.97</c:v>
                </c:pt>
                <c:pt idx="88629">
                  <c:v>316.91000000000003</c:v>
                </c:pt>
                <c:pt idx="88630">
                  <c:v>142.72999999999999</c:v>
                </c:pt>
                <c:pt idx="88631">
                  <c:v>84.66</c:v>
                </c:pt>
                <c:pt idx="88632">
                  <c:v>159.66999999999999</c:v>
                </c:pt>
                <c:pt idx="88633">
                  <c:v>120.98</c:v>
                </c:pt>
                <c:pt idx="88634">
                  <c:v>145.16</c:v>
                </c:pt>
                <c:pt idx="88635">
                  <c:v>108.88</c:v>
                </c:pt>
                <c:pt idx="88636">
                  <c:v>73.48</c:v>
                </c:pt>
                <c:pt idx="88637">
                  <c:v>73.48</c:v>
                </c:pt>
                <c:pt idx="88638">
                  <c:v>88.97</c:v>
                </c:pt>
                <c:pt idx="88639">
                  <c:v>118.53</c:v>
                </c:pt>
                <c:pt idx="88640">
                  <c:v>118.85</c:v>
                </c:pt>
                <c:pt idx="88641">
                  <c:v>65.989999999999995</c:v>
                </c:pt>
                <c:pt idx="88642">
                  <c:v>67.489999999999995</c:v>
                </c:pt>
                <c:pt idx="88643">
                  <c:v>65.989999999999995</c:v>
                </c:pt>
                <c:pt idx="88644">
                  <c:v>152.06</c:v>
                </c:pt>
                <c:pt idx="88645">
                  <c:v>65.989999999999995</c:v>
                </c:pt>
                <c:pt idx="88646">
                  <c:v>65.989999999999995</c:v>
                </c:pt>
                <c:pt idx="88647">
                  <c:v>70.150000000000006</c:v>
                </c:pt>
                <c:pt idx="88648">
                  <c:v>54.95</c:v>
                </c:pt>
                <c:pt idx="88649">
                  <c:v>58.95</c:v>
                </c:pt>
                <c:pt idx="88650">
                  <c:v>33.99</c:v>
                </c:pt>
                <c:pt idx="88651">
                  <c:v>173.9</c:v>
                </c:pt>
                <c:pt idx="88652">
                  <c:v>54.95</c:v>
                </c:pt>
                <c:pt idx="88653">
                  <c:v>118.93</c:v>
                </c:pt>
                <c:pt idx="88654">
                  <c:v>98.97</c:v>
                </c:pt>
                <c:pt idx="88655">
                  <c:v>87.47</c:v>
                </c:pt>
                <c:pt idx="88656">
                  <c:v>68.98</c:v>
                </c:pt>
                <c:pt idx="88657">
                  <c:v>71.47</c:v>
                </c:pt>
                <c:pt idx="88658">
                  <c:v>79.98</c:v>
                </c:pt>
                <c:pt idx="88659">
                  <c:v>79.98</c:v>
                </c:pt>
                <c:pt idx="88660">
                  <c:v>71.959999999999994</c:v>
                </c:pt>
                <c:pt idx="88661">
                  <c:v>59.96</c:v>
                </c:pt>
                <c:pt idx="88662">
                  <c:v>199.95</c:v>
                </c:pt>
                <c:pt idx="88663">
                  <c:v>59.96</c:v>
                </c:pt>
                <c:pt idx="88664">
                  <c:v>93.97</c:v>
                </c:pt>
                <c:pt idx="88665">
                  <c:v>75.98</c:v>
                </c:pt>
                <c:pt idx="88666">
                  <c:v>86.98</c:v>
                </c:pt>
                <c:pt idx="88667">
                  <c:v>86.98</c:v>
                </c:pt>
                <c:pt idx="88668">
                  <c:v>86.98</c:v>
                </c:pt>
                <c:pt idx="88669">
                  <c:v>62.97</c:v>
                </c:pt>
                <c:pt idx="88670">
                  <c:v>54.98</c:v>
                </c:pt>
                <c:pt idx="88671">
                  <c:v>50.98</c:v>
                </c:pt>
                <c:pt idx="88672">
                  <c:v>59.98</c:v>
                </c:pt>
                <c:pt idx="88673">
                  <c:v>59.98</c:v>
                </c:pt>
                <c:pt idx="88674">
                  <c:v>59.98</c:v>
                </c:pt>
                <c:pt idx="88675">
                  <c:v>54.98</c:v>
                </c:pt>
                <c:pt idx="88676">
                  <c:v>59.98</c:v>
                </c:pt>
                <c:pt idx="88677">
                  <c:v>329.95</c:v>
                </c:pt>
                <c:pt idx="88678">
                  <c:v>53.97</c:v>
                </c:pt>
                <c:pt idx="88679">
                  <c:v>111.15</c:v>
                </c:pt>
                <c:pt idx="88680">
                  <c:v>65.989999999999995</c:v>
                </c:pt>
                <c:pt idx="88681">
                  <c:v>72.239999999999995</c:v>
                </c:pt>
                <c:pt idx="88682">
                  <c:v>68.989999999999995</c:v>
                </c:pt>
                <c:pt idx="88683">
                  <c:v>68.98</c:v>
                </c:pt>
                <c:pt idx="88684">
                  <c:v>64.98</c:v>
                </c:pt>
                <c:pt idx="88685">
                  <c:v>76.489999999999995</c:v>
                </c:pt>
                <c:pt idx="88686">
                  <c:v>54.99</c:v>
                </c:pt>
                <c:pt idx="88687">
                  <c:v>71.97</c:v>
                </c:pt>
                <c:pt idx="88688">
                  <c:v>61.87</c:v>
                </c:pt>
                <c:pt idx="88689">
                  <c:v>108.04</c:v>
                </c:pt>
                <c:pt idx="88690">
                  <c:v>57.76</c:v>
                </c:pt>
                <c:pt idx="88691">
                  <c:v>135.96</c:v>
                </c:pt>
                <c:pt idx="88692">
                  <c:v>134.97</c:v>
                </c:pt>
                <c:pt idx="88693">
                  <c:v>75.98</c:v>
                </c:pt>
                <c:pt idx="88694">
                  <c:v>79.98</c:v>
                </c:pt>
                <c:pt idx="88695">
                  <c:v>75.98</c:v>
                </c:pt>
                <c:pt idx="88696">
                  <c:v>169.98</c:v>
                </c:pt>
                <c:pt idx="88697">
                  <c:v>150.18</c:v>
                </c:pt>
                <c:pt idx="88698">
                  <c:v>77.39</c:v>
                </c:pt>
                <c:pt idx="88699">
                  <c:v>134.84</c:v>
                </c:pt>
                <c:pt idx="88700">
                  <c:v>77.39</c:v>
                </c:pt>
                <c:pt idx="88701">
                  <c:v>96.74</c:v>
                </c:pt>
                <c:pt idx="88702">
                  <c:v>77.39</c:v>
                </c:pt>
                <c:pt idx="88703">
                  <c:v>55.96</c:v>
                </c:pt>
                <c:pt idx="88704">
                  <c:v>74.959999999999994</c:v>
                </c:pt>
                <c:pt idx="88705">
                  <c:v>61.49</c:v>
                </c:pt>
                <c:pt idx="88706">
                  <c:v>84.99</c:v>
                </c:pt>
                <c:pt idx="88707">
                  <c:v>59.99</c:v>
                </c:pt>
                <c:pt idx="88708">
                  <c:v>84.27</c:v>
                </c:pt>
                <c:pt idx="88709">
                  <c:v>17.489999999999998</c:v>
                </c:pt>
                <c:pt idx="88710">
                  <c:v>41.46</c:v>
                </c:pt>
                <c:pt idx="88711">
                  <c:v>61.15</c:v>
                </c:pt>
                <c:pt idx="88712">
                  <c:v>125.16</c:v>
                </c:pt>
                <c:pt idx="88713">
                  <c:v>56.77</c:v>
                </c:pt>
                <c:pt idx="88714">
                  <c:v>117.11</c:v>
                </c:pt>
                <c:pt idx="88715">
                  <c:v>185.17</c:v>
                </c:pt>
                <c:pt idx="88716">
                  <c:v>60.98</c:v>
                </c:pt>
                <c:pt idx="88717">
                  <c:v>41.48</c:v>
                </c:pt>
                <c:pt idx="88718">
                  <c:v>16.239999999999998</c:v>
                </c:pt>
                <c:pt idx="88719">
                  <c:v>157.35</c:v>
                </c:pt>
                <c:pt idx="88720">
                  <c:v>45.88</c:v>
                </c:pt>
                <c:pt idx="88721">
                  <c:v>70.98</c:v>
                </c:pt>
                <c:pt idx="88722">
                  <c:v>70.98</c:v>
                </c:pt>
                <c:pt idx="88723">
                  <c:v>63.96</c:v>
                </c:pt>
                <c:pt idx="88724">
                  <c:v>105.92</c:v>
                </c:pt>
                <c:pt idx="88725">
                  <c:v>319.8</c:v>
                </c:pt>
                <c:pt idx="88726">
                  <c:v>81.02</c:v>
                </c:pt>
                <c:pt idx="88727">
                  <c:v>68.930000000000007</c:v>
                </c:pt>
                <c:pt idx="88728">
                  <c:v>91.91</c:v>
                </c:pt>
                <c:pt idx="88729">
                  <c:v>68.930000000000007</c:v>
                </c:pt>
                <c:pt idx="88730">
                  <c:v>68.930000000000007</c:v>
                </c:pt>
                <c:pt idx="88731">
                  <c:v>91.91</c:v>
                </c:pt>
                <c:pt idx="88732">
                  <c:v>121.98</c:v>
                </c:pt>
                <c:pt idx="88733">
                  <c:v>127.77</c:v>
                </c:pt>
                <c:pt idx="88734">
                  <c:v>37.49</c:v>
                </c:pt>
                <c:pt idx="88735">
                  <c:v>79.98</c:v>
                </c:pt>
                <c:pt idx="88736">
                  <c:v>59.97</c:v>
                </c:pt>
                <c:pt idx="88737">
                  <c:v>79.98</c:v>
                </c:pt>
                <c:pt idx="88738">
                  <c:v>61.18</c:v>
                </c:pt>
                <c:pt idx="88739">
                  <c:v>80.98</c:v>
                </c:pt>
                <c:pt idx="88740">
                  <c:v>65.989999999999995</c:v>
                </c:pt>
                <c:pt idx="88741">
                  <c:v>92.97</c:v>
                </c:pt>
                <c:pt idx="88742">
                  <c:v>71.97</c:v>
                </c:pt>
                <c:pt idx="88743">
                  <c:v>71.97</c:v>
                </c:pt>
                <c:pt idx="88744">
                  <c:v>95.96</c:v>
                </c:pt>
                <c:pt idx="88745">
                  <c:v>119.96</c:v>
                </c:pt>
                <c:pt idx="88746">
                  <c:v>62.9</c:v>
                </c:pt>
                <c:pt idx="88747">
                  <c:v>101.41</c:v>
                </c:pt>
                <c:pt idx="88748">
                  <c:v>72.239999999999995</c:v>
                </c:pt>
                <c:pt idx="88749">
                  <c:v>236.95</c:v>
                </c:pt>
                <c:pt idx="88750">
                  <c:v>40.229999999999997</c:v>
                </c:pt>
                <c:pt idx="88751">
                  <c:v>59.96</c:v>
                </c:pt>
                <c:pt idx="88752">
                  <c:v>83.45</c:v>
                </c:pt>
                <c:pt idx="88753">
                  <c:v>100.14</c:v>
                </c:pt>
                <c:pt idx="88754">
                  <c:v>112.76</c:v>
                </c:pt>
                <c:pt idx="88755">
                  <c:v>111.27</c:v>
                </c:pt>
                <c:pt idx="88756">
                  <c:v>132.13</c:v>
                </c:pt>
                <c:pt idx="88757">
                  <c:v>73.989999999999995</c:v>
                </c:pt>
                <c:pt idx="88758">
                  <c:v>177.4</c:v>
                </c:pt>
                <c:pt idx="88759">
                  <c:v>84.87</c:v>
                </c:pt>
                <c:pt idx="88760">
                  <c:v>178.14</c:v>
                </c:pt>
                <c:pt idx="88761">
                  <c:v>90.71</c:v>
                </c:pt>
                <c:pt idx="88762">
                  <c:v>80.95</c:v>
                </c:pt>
                <c:pt idx="88763">
                  <c:v>182.59</c:v>
                </c:pt>
                <c:pt idx="88764">
                  <c:v>97.43</c:v>
                </c:pt>
                <c:pt idx="88765">
                  <c:v>76.489999999999995</c:v>
                </c:pt>
                <c:pt idx="88766">
                  <c:v>84.99</c:v>
                </c:pt>
                <c:pt idx="88767">
                  <c:v>76.489999999999995</c:v>
                </c:pt>
                <c:pt idx="88768">
                  <c:v>84.98</c:v>
                </c:pt>
                <c:pt idx="88769">
                  <c:v>76.489999999999995</c:v>
                </c:pt>
                <c:pt idx="88770">
                  <c:v>60.45</c:v>
                </c:pt>
                <c:pt idx="88771">
                  <c:v>71.94</c:v>
                </c:pt>
                <c:pt idx="88772">
                  <c:v>71.94</c:v>
                </c:pt>
                <c:pt idx="88773">
                  <c:v>85.43</c:v>
                </c:pt>
                <c:pt idx="88774">
                  <c:v>72.44</c:v>
                </c:pt>
                <c:pt idx="88775">
                  <c:v>71.94</c:v>
                </c:pt>
                <c:pt idx="88776">
                  <c:v>222.94</c:v>
                </c:pt>
                <c:pt idx="88777">
                  <c:v>62.58</c:v>
                </c:pt>
                <c:pt idx="88778">
                  <c:v>59.96</c:v>
                </c:pt>
                <c:pt idx="88779">
                  <c:v>80.98</c:v>
                </c:pt>
                <c:pt idx="88780">
                  <c:v>109.96</c:v>
                </c:pt>
                <c:pt idx="88781">
                  <c:v>69.97</c:v>
                </c:pt>
                <c:pt idx="88782">
                  <c:v>83.48</c:v>
                </c:pt>
                <c:pt idx="88783">
                  <c:v>154.97999999999999</c:v>
                </c:pt>
                <c:pt idx="88784">
                  <c:v>-1.5</c:v>
                </c:pt>
                <c:pt idx="88785">
                  <c:v>99.95</c:v>
                </c:pt>
                <c:pt idx="88786">
                  <c:v>25.48</c:v>
                </c:pt>
                <c:pt idx="88787">
                  <c:v>154.97999999999999</c:v>
                </c:pt>
                <c:pt idx="88788">
                  <c:v>28.47</c:v>
                </c:pt>
                <c:pt idx="88789">
                  <c:v>115.97</c:v>
                </c:pt>
                <c:pt idx="88790">
                  <c:v>131.96</c:v>
                </c:pt>
                <c:pt idx="88791">
                  <c:v>123.47</c:v>
                </c:pt>
                <c:pt idx="88792">
                  <c:v>115.97</c:v>
                </c:pt>
                <c:pt idx="88793">
                  <c:v>89.97</c:v>
                </c:pt>
                <c:pt idx="88794">
                  <c:v>59.98</c:v>
                </c:pt>
                <c:pt idx="88795">
                  <c:v>55.98</c:v>
                </c:pt>
                <c:pt idx="88796">
                  <c:v>61.98</c:v>
                </c:pt>
                <c:pt idx="88797">
                  <c:v>83.97</c:v>
                </c:pt>
                <c:pt idx="88798">
                  <c:v>85.97</c:v>
                </c:pt>
                <c:pt idx="88799">
                  <c:v>57.98</c:v>
                </c:pt>
                <c:pt idx="88800">
                  <c:v>58.56</c:v>
                </c:pt>
                <c:pt idx="88801">
                  <c:v>112.07</c:v>
                </c:pt>
                <c:pt idx="88802">
                  <c:v>50.98</c:v>
                </c:pt>
                <c:pt idx="88803">
                  <c:v>89.98</c:v>
                </c:pt>
                <c:pt idx="88804">
                  <c:v>50.98</c:v>
                </c:pt>
                <c:pt idx="88805">
                  <c:v>45.88</c:v>
                </c:pt>
                <c:pt idx="88806">
                  <c:v>50.98</c:v>
                </c:pt>
                <c:pt idx="88807">
                  <c:v>50.98</c:v>
                </c:pt>
                <c:pt idx="88808">
                  <c:v>50.98</c:v>
                </c:pt>
                <c:pt idx="88809">
                  <c:v>39.99</c:v>
                </c:pt>
                <c:pt idx="88810">
                  <c:v>86.95</c:v>
                </c:pt>
                <c:pt idx="88811">
                  <c:v>39.99</c:v>
                </c:pt>
                <c:pt idx="88812">
                  <c:v>49.63</c:v>
                </c:pt>
                <c:pt idx="88813">
                  <c:v>90.97</c:v>
                </c:pt>
                <c:pt idx="88814">
                  <c:v>54.95</c:v>
                </c:pt>
                <c:pt idx="88815">
                  <c:v>65.989999999999995</c:v>
                </c:pt>
                <c:pt idx="88816">
                  <c:v>97.97</c:v>
                </c:pt>
                <c:pt idx="88817">
                  <c:v>62.79</c:v>
                </c:pt>
                <c:pt idx="88818">
                  <c:v>85.83</c:v>
                </c:pt>
                <c:pt idx="88819">
                  <c:v>124.98</c:v>
                </c:pt>
                <c:pt idx="88820">
                  <c:v>104.98</c:v>
                </c:pt>
                <c:pt idx="88821">
                  <c:v>51.29</c:v>
                </c:pt>
                <c:pt idx="88822">
                  <c:v>136.28</c:v>
                </c:pt>
                <c:pt idx="88823">
                  <c:v>51.29</c:v>
                </c:pt>
                <c:pt idx="88824">
                  <c:v>65.19</c:v>
                </c:pt>
                <c:pt idx="88825">
                  <c:v>84.99</c:v>
                </c:pt>
                <c:pt idx="88826">
                  <c:v>76.489999999999995</c:v>
                </c:pt>
                <c:pt idx="88827">
                  <c:v>84.99</c:v>
                </c:pt>
                <c:pt idx="88828">
                  <c:v>82.18</c:v>
                </c:pt>
                <c:pt idx="88829">
                  <c:v>83.48</c:v>
                </c:pt>
                <c:pt idx="88830">
                  <c:v>84.96</c:v>
                </c:pt>
                <c:pt idx="88831">
                  <c:v>101.45</c:v>
                </c:pt>
                <c:pt idx="88832">
                  <c:v>103.25</c:v>
                </c:pt>
                <c:pt idx="88833">
                  <c:v>99.94</c:v>
                </c:pt>
                <c:pt idx="88834">
                  <c:v>21.45</c:v>
                </c:pt>
                <c:pt idx="88835">
                  <c:v>87.95</c:v>
                </c:pt>
                <c:pt idx="88836">
                  <c:v>59.95</c:v>
                </c:pt>
                <c:pt idx="88837">
                  <c:v>81.94</c:v>
                </c:pt>
                <c:pt idx="88838">
                  <c:v>81.650000000000006</c:v>
                </c:pt>
                <c:pt idx="88839">
                  <c:v>71.86</c:v>
                </c:pt>
                <c:pt idx="88840">
                  <c:v>88.43</c:v>
                </c:pt>
                <c:pt idx="88841">
                  <c:v>71.86</c:v>
                </c:pt>
                <c:pt idx="88842">
                  <c:v>60.97</c:v>
                </c:pt>
                <c:pt idx="88843">
                  <c:v>55.96</c:v>
                </c:pt>
                <c:pt idx="88844">
                  <c:v>71.45</c:v>
                </c:pt>
                <c:pt idx="88845">
                  <c:v>69.95</c:v>
                </c:pt>
                <c:pt idx="88846">
                  <c:v>55.96</c:v>
                </c:pt>
                <c:pt idx="88847">
                  <c:v>55.96</c:v>
                </c:pt>
                <c:pt idx="88848">
                  <c:v>55.96</c:v>
                </c:pt>
                <c:pt idx="88849">
                  <c:v>55.96</c:v>
                </c:pt>
                <c:pt idx="88850">
                  <c:v>55.96</c:v>
                </c:pt>
                <c:pt idx="88851">
                  <c:v>62.14</c:v>
                </c:pt>
                <c:pt idx="88852">
                  <c:v>78.52</c:v>
                </c:pt>
                <c:pt idx="88853">
                  <c:v>79.95</c:v>
                </c:pt>
                <c:pt idx="88854">
                  <c:v>84.99</c:v>
                </c:pt>
                <c:pt idx="88855">
                  <c:v>68.98</c:v>
                </c:pt>
                <c:pt idx="88856">
                  <c:v>84.99</c:v>
                </c:pt>
                <c:pt idx="88857">
                  <c:v>84.99</c:v>
                </c:pt>
                <c:pt idx="88858">
                  <c:v>84.99</c:v>
                </c:pt>
                <c:pt idx="88859">
                  <c:v>76.489999999999995</c:v>
                </c:pt>
                <c:pt idx="88860">
                  <c:v>69.97</c:v>
                </c:pt>
                <c:pt idx="88861">
                  <c:v>72.98</c:v>
                </c:pt>
                <c:pt idx="88862">
                  <c:v>77.97</c:v>
                </c:pt>
                <c:pt idx="88863">
                  <c:v>89.97</c:v>
                </c:pt>
                <c:pt idx="88864">
                  <c:v>104.98</c:v>
                </c:pt>
                <c:pt idx="88865">
                  <c:v>99.98</c:v>
                </c:pt>
                <c:pt idx="88866">
                  <c:v>189.96</c:v>
                </c:pt>
                <c:pt idx="88867">
                  <c:v>112.97</c:v>
                </c:pt>
                <c:pt idx="88868">
                  <c:v>80.97</c:v>
                </c:pt>
                <c:pt idx="88869">
                  <c:v>69.98</c:v>
                </c:pt>
                <c:pt idx="88870">
                  <c:v>80.97</c:v>
                </c:pt>
                <c:pt idx="88871">
                  <c:v>59.98</c:v>
                </c:pt>
                <c:pt idx="88872">
                  <c:v>79.98</c:v>
                </c:pt>
                <c:pt idx="88873">
                  <c:v>89.98</c:v>
                </c:pt>
                <c:pt idx="88874">
                  <c:v>46.49</c:v>
                </c:pt>
                <c:pt idx="88875">
                  <c:v>84.98</c:v>
                </c:pt>
                <c:pt idx="88876">
                  <c:v>26.49</c:v>
                </c:pt>
                <c:pt idx="88877">
                  <c:v>46.46</c:v>
                </c:pt>
                <c:pt idx="88878">
                  <c:v>47.24</c:v>
                </c:pt>
                <c:pt idx="88879">
                  <c:v>46.49</c:v>
                </c:pt>
                <c:pt idx="88880">
                  <c:v>62.05</c:v>
                </c:pt>
                <c:pt idx="88881">
                  <c:v>293.91000000000003</c:v>
                </c:pt>
                <c:pt idx="88882">
                  <c:v>79.989999999999995</c:v>
                </c:pt>
                <c:pt idx="88883">
                  <c:v>83.95</c:v>
                </c:pt>
                <c:pt idx="88884">
                  <c:v>55.98</c:v>
                </c:pt>
                <c:pt idx="88885">
                  <c:v>193.17</c:v>
                </c:pt>
                <c:pt idx="88886">
                  <c:v>55.24</c:v>
                </c:pt>
                <c:pt idx="88887">
                  <c:v>64.989999999999995</c:v>
                </c:pt>
                <c:pt idx="88888">
                  <c:v>89.99</c:v>
                </c:pt>
                <c:pt idx="88889">
                  <c:v>59.98</c:v>
                </c:pt>
                <c:pt idx="88890">
                  <c:v>59.98</c:v>
                </c:pt>
                <c:pt idx="88891">
                  <c:v>31.49</c:v>
                </c:pt>
                <c:pt idx="88892">
                  <c:v>119.96</c:v>
                </c:pt>
                <c:pt idx="88893">
                  <c:v>59.98</c:v>
                </c:pt>
                <c:pt idx="88894">
                  <c:v>59.98</c:v>
                </c:pt>
                <c:pt idx="88895">
                  <c:v>59.98</c:v>
                </c:pt>
                <c:pt idx="88896">
                  <c:v>29.99</c:v>
                </c:pt>
                <c:pt idx="88897">
                  <c:v>144.47999999999999</c:v>
                </c:pt>
                <c:pt idx="88898">
                  <c:v>169.98</c:v>
                </c:pt>
                <c:pt idx="88899">
                  <c:v>169.98</c:v>
                </c:pt>
                <c:pt idx="88900">
                  <c:v>58.78</c:v>
                </c:pt>
                <c:pt idx="88901">
                  <c:v>59.98</c:v>
                </c:pt>
                <c:pt idx="88902">
                  <c:v>82.98</c:v>
                </c:pt>
                <c:pt idx="88903">
                  <c:v>107.94</c:v>
                </c:pt>
                <c:pt idx="88904">
                  <c:v>89.22</c:v>
                </c:pt>
                <c:pt idx="88905">
                  <c:v>47.48</c:v>
                </c:pt>
                <c:pt idx="88906">
                  <c:v>149.97</c:v>
                </c:pt>
                <c:pt idx="88907">
                  <c:v>103.45</c:v>
                </c:pt>
                <c:pt idx="88908">
                  <c:v>76.97</c:v>
                </c:pt>
                <c:pt idx="88909">
                  <c:v>64.98</c:v>
                </c:pt>
                <c:pt idx="88910">
                  <c:v>53.98</c:v>
                </c:pt>
                <c:pt idx="88911">
                  <c:v>59.98</c:v>
                </c:pt>
                <c:pt idx="88912">
                  <c:v>59.98</c:v>
                </c:pt>
                <c:pt idx="88913">
                  <c:v>59.98</c:v>
                </c:pt>
                <c:pt idx="88914">
                  <c:v>12.48</c:v>
                </c:pt>
                <c:pt idx="88915">
                  <c:v>50.98</c:v>
                </c:pt>
                <c:pt idx="88916">
                  <c:v>64.98</c:v>
                </c:pt>
                <c:pt idx="88917">
                  <c:v>59.98</c:v>
                </c:pt>
                <c:pt idx="88918">
                  <c:v>56.97</c:v>
                </c:pt>
                <c:pt idx="88919">
                  <c:v>56.97</c:v>
                </c:pt>
                <c:pt idx="88920">
                  <c:v>35.68</c:v>
                </c:pt>
                <c:pt idx="88921">
                  <c:v>39.479999999999997</c:v>
                </c:pt>
                <c:pt idx="88922">
                  <c:v>56.97</c:v>
                </c:pt>
                <c:pt idx="88923">
                  <c:v>46.57</c:v>
                </c:pt>
                <c:pt idx="88924">
                  <c:v>64.06</c:v>
                </c:pt>
                <c:pt idx="88925">
                  <c:v>63.92</c:v>
                </c:pt>
                <c:pt idx="88926">
                  <c:v>8.99</c:v>
                </c:pt>
                <c:pt idx="88927">
                  <c:v>46.49</c:v>
                </c:pt>
                <c:pt idx="88928">
                  <c:v>158.46</c:v>
                </c:pt>
                <c:pt idx="88929">
                  <c:v>167.23</c:v>
                </c:pt>
                <c:pt idx="88930">
                  <c:v>32.78</c:v>
                </c:pt>
                <c:pt idx="88931">
                  <c:v>99.98</c:v>
                </c:pt>
                <c:pt idx="88932">
                  <c:v>51.49</c:v>
                </c:pt>
                <c:pt idx="88933">
                  <c:v>31.49</c:v>
                </c:pt>
                <c:pt idx="88934">
                  <c:v>51.98</c:v>
                </c:pt>
                <c:pt idx="88935">
                  <c:v>51.49</c:v>
                </c:pt>
                <c:pt idx="88936">
                  <c:v>77.97</c:v>
                </c:pt>
                <c:pt idx="88937">
                  <c:v>59.98</c:v>
                </c:pt>
                <c:pt idx="88938">
                  <c:v>55.98</c:v>
                </c:pt>
                <c:pt idx="88939">
                  <c:v>77.97</c:v>
                </c:pt>
                <c:pt idx="88940">
                  <c:v>20.49</c:v>
                </c:pt>
                <c:pt idx="88941">
                  <c:v>119.96</c:v>
                </c:pt>
                <c:pt idx="88942">
                  <c:v>149.94999999999999</c:v>
                </c:pt>
                <c:pt idx="88943">
                  <c:v>54.97</c:v>
                </c:pt>
                <c:pt idx="88944">
                  <c:v>129.97</c:v>
                </c:pt>
                <c:pt idx="88945">
                  <c:v>51.96</c:v>
                </c:pt>
                <c:pt idx="88946">
                  <c:v>51.96</c:v>
                </c:pt>
                <c:pt idx="88947">
                  <c:v>51.96</c:v>
                </c:pt>
                <c:pt idx="88948">
                  <c:v>51.96</c:v>
                </c:pt>
                <c:pt idx="88949">
                  <c:v>51.96</c:v>
                </c:pt>
                <c:pt idx="88950">
                  <c:v>51.96</c:v>
                </c:pt>
                <c:pt idx="88951">
                  <c:v>59.97</c:v>
                </c:pt>
                <c:pt idx="88952">
                  <c:v>51.96</c:v>
                </c:pt>
                <c:pt idx="88953">
                  <c:v>59.97</c:v>
                </c:pt>
                <c:pt idx="88954">
                  <c:v>79.98</c:v>
                </c:pt>
                <c:pt idx="88955">
                  <c:v>84.99</c:v>
                </c:pt>
                <c:pt idx="88956">
                  <c:v>65.989999999999995</c:v>
                </c:pt>
                <c:pt idx="88957">
                  <c:v>84.99</c:v>
                </c:pt>
                <c:pt idx="88958">
                  <c:v>84.99</c:v>
                </c:pt>
                <c:pt idx="88959">
                  <c:v>82.68</c:v>
                </c:pt>
                <c:pt idx="88960">
                  <c:v>134.94</c:v>
                </c:pt>
                <c:pt idx="88961">
                  <c:v>124.95</c:v>
                </c:pt>
                <c:pt idx="88962">
                  <c:v>112.8</c:v>
                </c:pt>
                <c:pt idx="88963">
                  <c:v>113.94</c:v>
                </c:pt>
                <c:pt idx="88964">
                  <c:v>57.98</c:v>
                </c:pt>
                <c:pt idx="88965">
                  <c:v>59.96</c:v>
                </c:pt>
                <c:pt idx="88966">
                  <c:v>72.97</c:v>
                </c:pt>
                <c:pt idx="88967">
                  <c:v>75</c:v>
                </c:pt>
                <c:pt idx="88968">
                  <c:v>75</c:v>
                </c:pt>
                <c:pt idx="88969">
                  <c:v>72.58</c:v>
                </c:pt>
                <c:pt idx="88970">
                  <c:v>74.099999999999994</c:v>
                </c:pt>
                <c:pt idx="88971">
                  <c:v>88.02</c:v>
                </c:pt>
                <c:pt idx="88972">
                  <c:v>73.52</c:v>
                </c:pt>
                <c:pt idx="88973">
                  <c:v>75</c:v>
                </c:pt>
                <c:pt idx="88974">
                  <c:v>219.87</c:v>
                </c:pt>
                <c:pt idx="88975">
                  <c:v>67.98</c:v>
                </c:pt>
                <c:pt idx="88976">
                  <c:v>155.93</c:v>
                </c:pt>
                <c:pt idx="88977">
                  <c:v>119.15</c:v>
                </c:pt>
                <c:pt idx="88978">
                  <c:v>72.55</c:v>
                </c:pt>
                <c:pt idx="88979">
                  <c:v>72.55</c:v>
                </c:pt>
                <c:pt idx="88980">
                  <c:v>72.55</c:v>
                </c:pt>
                <c:pt idx="88981">
                  <c:v>75.59</c:v>
                </c:pt>
                <c:pt idx="88982">
                  <c:v>37.47</c:v>
                </c:pt>
                <c:pt idx="88983">
                  <c:v>30.38</c:v>
                </c:pt>
                <c:pt idx="88984">
                  <c:v>54.99</c:v>
                </c:pt>
                <c:pt idx="88985">
                  <c:v>131.97999999999999</c:v>
                </c:pt>
                <c:pt idx="88986">
                  <c:v>131.97999999999999</c:v>
                </c:pt>
                <c:pt idx="88987">
                  <c:v>84.97</c:v>
                </c:pt>
                <c:pt idx="88988">
                  <c:v>89.96</c:v>
                </c:pt>
                <c:pt idx="88989">
                  <c:v>85.47</c:v>
                </c:pt>
                <c:pt idx="88990">
                  <c:v>98.01</c:v>
                </c:pt>
                <c:pt idx="88991">
                  <c:v>132.26</c:v>
                </c:pt>
                <c:pt idx="88992">
                  <c:v>131.97999999999999</c:v>
                </c:pt>
                <c:pt idx="88993">
                  <c:v>41.49</c:v>
                </c:pt>
                <c:pt idx="88994">
                  <c:v>54.98</c:v>
                </c:pt>
                <c:pt idx="88995">
                  <c:v>84.96</c:v>
                </c:pt>
                <c:pt idx="88996">
                  <c:v>99.98</c:v>
                </c:pt>
                <c:pt idx="88997">
                  <c:v>373.1</c:v>
                </c:pt>
                <c:pt idx="88998">
                  <c:v>53.43</c:v>
                </c:pt>
                <c:pt idx="88999">
                  <c:v>53.44</c:v>
                </c:pt>
                <c:pt idx="89000">
                  <c:v>51.28</c:v>
                </c:pt>
                <c:pt idx="89001">
                  <c:v>53.44</c:v>
                </c:pt>
                <c:pt idx="89002">
                  <c:v>54.37</c:v>
                </c:pt>
                <c:pt idx="89003">
                  <c:v>62.9</c:v>
                </c:pt>
                <c:pt idx="89004">
                  <c:v>157.24</c:v>
                </c:pt>
                <c:pt idx="89005">
                  <c:v>111.27</c:v>
                </c:pt>
                <c:pt idx="89006">
                  <c:v>75</c:v>
                </c:pt>
                <c:pt idx="89007">
                  <c:v>125.79</c:v>
                </c:pt>
                <c:pt idx="89008">
                  <c:v>56.96</c:v>
                </c:pt>
                <c:pt idx="89009">
                  <c:v>61.96</c:v>
                </c:pt>
                <c:pt idx="89010">
                  <c:v>74.989999999999995</c:v>
                </c:pt>
                <c:pt idx="89011">
                  <c:v>56.97</c:v>
                </c:pt>
                <c:pt idx="89012">
                  <c:v>61.96</c:v>
                </c:pt>
                <c:pt idx="89013">
                  <c:v>53.97</c:v>
                </c:pt>
                <c:pt idx="89014">
                  <c:v>59.99</c:v>
                </c:pt>
                <c:pt idx="89015">
                  <c:v>59.99</c:v>
                </c:pt>
                <c:pt idx="89016">
                  <c:v>59.99</c:v>
                </c:pt>
                <c:pt idx="89017">
                  <c:v>51.98</c:v>
                </c:pt>
                <c:pt idx="89018">
                  <c:v>96.17</c:v>
                </c:pt>
                <c:pt idx="89019">
                  <c:v>-51.98</c:v>
                </c:pt>
                <c:pt idx="89020">
                  <c:v>91.97</c:v>
                </c:pt>
                <c:pt idx="89021">
                  <c:v>293.94</c:v>
                </c:pt>
                <c:pt idx="89022">
                  <c:v>187.12</c:v>
                </c:pt>
                <c:pt idx="89023">
                  <c:v>167.35</c:v>
                </c:pt>
                <c:pt idx="89024">
                  <c:v>170.84</c:v>
                </c:pt>
                <c:pt idx="89025">
                  <c:v>188.65</c:v>
                </c:pt>
                <c:pt idx="89026">
                  <c:v>141.53</c:v>
                </c:pt>
                <c:pt idx="89027">
                  <c:v>159.69999999999999</c:v>
                </c:pt>
                <c:pt idx="89028">
                  <c:v>66.42</c:v>
                </c:pt>
                <c:pt idx="89029">
                  <c:v>129.97999999999999</c:v>
                </c:pt>
                <c:pt idx="89030">
                  <c:v>127.85</c:v>
                </c:pt>
                <c:pt idx="89031">
                  <c:v>84.99</c:v>
                </c:pt>
                <c:pt idx="89032">
                  <c:v>46.49</c:v>
                </c:pt>
                <c:pt idx="89033">
                  <c:v>82.98</c:v>
                </c:pt>
                <c:pt idx="89034">
                  <c:v>152.97999999999999</c:v>
                </c:pt>
                <c:pt idx="89035">
                  <c:v>116.97</c:v>
                </c:pt>
                <c:pt idx="89036">
                  <c:v>137.97999999999999</c:v>
                </c:pt>
                <c:pt idx="89037">
                  <c:v>68.48</c:v>
                </c:pt>
                <c:pt idx="89038">
                  <c:v>31.28</c:v>
                </c:pt>
                <c:pt idx="89039">
                  <c:v>109.98</c:v>
                </c:pt>
                <c:pt idx="89040">
                  <c:v>99.98</c:v>
                </c:pt>
                <c:pt idx="89041">
                  <c:v>121.97</c:v>
                </c:pt>
                <c:pt idx="89042">
                  <c:v>84.99</c:v>
                </c:pt>
                <c:pt idx="89043">
                  <c:v>99.98</c:v>
                </c:pt>
                <c:pt idx="89044">
                  <c:v>31.48</c:v>
                </c:pt>
                <c:pt idx="89045">
                  <c:v>59.98</c:v>
                </c:pt>
                <c:pt idx="89046">
                  <c:v>59.98</c:v>
                </c:pt>
                <c:pt idx="89047">
                  <c:v>59.98</c:v>
                </c:pt>
                <c:pt idx="89048">
                  <c:v>59.98</c:v>
                </c:pt>
                <c:pt idx="89049">
                  <c:v>59.98</c:v>
                </c:pt>
                <c:pt idx="89050">
                  <c:v>-59.98</c:v>
                </c:pt>
                <c:pt idx="89051">
                  <c:v>59.98</c:v>
                </c:pt>
                <c:pt idx="89052">
                  <c:v>59.98</c:v>
                </c:pt>
                <c:pt idx="89053">
                  <c:v>59.98</c:v>
                </c:pt>
                <c:pt idx="89054">
                  <c:v>59.98</c:v>
                </c:pt>
                <c:pt idx="89055">
                  <c:v>119.96</c:v>
                </c:pt>
                <c:pt idx="89056">
                  <c:v>119.96</c:v>
                </c:pt>
                <c:pt idx="89057">
                  <c:v>119.96</c:v>
                </c:pt>
                <c:pt idx="89058">
                  <c:v>119.96</c:v>
                </c:pt>
                <c:pt idx="89059">
                  <c:v>149.9</c:v>
                </c:pt>
                <c:pt idx="89060">
                  <c:v>55.96</c:v>
                </c:pt>
                <c:pt idx="89061">
                  <c:v>131.97999999999999</c:v>
                </c:pt>
                <c:pt idx="89062">
                  <c:v>243.92</c:v>
                </c:pt>
                <c:pt idx="89063">
                  <c:v>243.92</c:v>
                </c:pt>
                <c:pt idx="89064">
                  <c:v>188.96</c:v>
                </c:pt>
                <c:pt idx="89065">
                  <c:v>188.96</c:v>
                </c:pt>
                <c:pt idx="89066">
                  <c:v>194.95</c:v>
                </c:pt>
                <c:pt idx="89067">
                  <c:v>188.96</c:v>
                </c:pt>
                <c:pt idx="89068">
                  <c:v>134.97</c:v>
                </c:pt>
                <c:pt idx="89069">
                  <c:v>79.48</c:v>
                </c:pt>
                <c:pt idx="89070">
                  <c:v>134.97</c:v>
                </c:pt>
                <c:pt idx="89071">
                  <c:v>134.97</c:v>
                </c:pt>
                <c:pt idx="89072">
                  <c:v>79.48</c:v>
                </c:pt>
                <c:pt idx="89073">
                  <c:v>194.95</c:v>
                </c:pt>
                <c:pt idx="89074">
                  <c:v>194.95</c:v>
                </c:pt>
                <c:pt idx="89075">
                  <c:v>79.48</c:v>
                </c:pt>
                <c:pt idx="89076">
                  <c:v>98.98</c:v>
                </c:pt>
                <c:pt idx="89077">
                  <c:v>198.97</c:v>
                </c:pt>
                <c:pt idx="89078">
                  <c:v>79.989999999999995</c:v>
                </c:pt>
                <c:pt idx="89079">
                  <c:v>118.98</c:v>
                </c:pt>
                <c:pt idx="89080">
                  <c:v>76.47</c:v>
                </c:pt>
                <c:pt idx="89081">
                  <c:v>59.98</c:v>
                </c:pt>
                <c:pt idx="89082">
                  <c:v>49.48</c:v>
                </c:pt>
                <c:pt idx="89083">
                  <c:v>59.98</c:v>
                </c:pt>
                <c:pt idx="89084">
                  <c:v>59.98</c:v>
                </c:pt>
                <c:pt idx="89085">
                  <c:v>74.97</c:v>
                </c:pt>
                <c:pt idx="89086">
                  <c:v>48.58</c:v>
                </c:pt>
                <c:pt idx="89087">
                  <c:v>61.97</c:v>
                </c:pt>
                <c:pt idx="89088">
                  <c:v>57.98</c:v>
                </c:pt>
                <c:pt idx="89089">
                  <c:v>59.96</c:v>
                </c:pt>
                <c:pt idx="89090">
                  <c:v>94.89</c:v>
                </c:pt>
                <c:pt idx="89091">
                  <c:v>29.48</c:v>
                </c:pt>
                <c:pt idx="89092">
                  <c:v>73.95</c:v>
                </c:pt>
                <c:pt idx="89093">
                  <c:v>52.97</c:v>
                </c:pt>
                <c:pt idx="89094">
                  <c:v>103.94</c:v>
                </c:pt>
                <c:pt idx="89095">
                  <c:v>52.97</c:v>
                </c:pt>
                <c:pt idx="89096">
                  <c:v>74.97</c:v>
                </c:pt>
                <c:pt idx="89097">
                  <c:v>199.92</c:v>
                </c:pt>
                <c:pt idx="89098">
                  <c:v>114.89</c:v>
                </c:pt>
                <c:pt idx="89099">
                  <c:v>137.87</c:v>
                </c:pt>
                <c:pt idx="89100">
                  <c:v>137.87</c:v>
                </c:pt>
                <c:pt idx="89101">
                  <c:v>137.87</c:v>
                </c:pt>
                <c:pt idx="89102">
                  <c:v>100.48</c:v>
                </c:pt>
                <c:pt idx="89103">
                  <c:v>206.97</c:v>
                </c:pt>
                <c:pt idx="89104">
                  <c:v>79.98</c:v>
                </c:pt>
                <c:pt idx="89105">
                  <c:v>128.24</c:v>
                </c:pt>
                <c:pt idx="89106">
                  <c:v>50.99</c:v>
                </c:pt>
                <c:pt idx="89107">
                  <c:v>82.97</c:v>
                </c:pt>
                <c:pt idx="89108">
                  <c:v>131.46</c:v>
                </c:pt>
                <c:pt idx="89109">
                  <c:v>63.98</c:v>
                </c:pt>
                <c:pt idx="89110">
                  <c:v>55.96</c:v>
                </c:pt>
                <c:pt idx="89111">
                  <c:v>101.46</c:v>
                </c:pt>
                <c:pt idx="89112">
                  <c:v>32.229999999999997</c:v>
                </c:pt>
                <c:pt idx="89113">
                  <c:v>32.229999999999997</c:v>
                </c:pt>
                <c:pt idx="89114">
                  <c:v>59.96</c:v>
                </c:pt>
                <c:pt idx="89115">
                  <c:v>31.48</c:v>
                </c:pt>
                <c:pt idx="89116">
                  <c:v>85.98</c:v>
                </c:pt>
                <c:pt idx="89117">
                  <c:v>43.49</c:v>
                </c:pt>
                <c:pt idx="89118">
                  <c:v>36.49</c:v>
                </c:pt>
                <c:pt idx="89119">
                  <c:v>36.49</c:v>
                </c:pt>
                <c:pt idx="89120">
                  <c:v>43.49</c:v>
                </c:pt>
                <c:pt idx="89121">
                  <c:v>26.49</c:v>
                </c:pt>
                <c:pt idx="89122">
                  <c:v>49.7</c:v>
                </c:pt>
                <c:pt idx="89123">
                  <c:v>17.489999999999998</c:v>
                </c:pt>
                <c:pt idx="89124">
                  <c:v>69.319999999999993</c:v>
                </c:pt>
                <c:pt idx="89125">
                  <c:v>97.67</c:v>
                </c:pt>
                <c:pt idx="89126">
                  <c:v>69.95</c:v>
                </c:pt>
                <c:pt idx="89127">
                  <c:v>69.95</c:v>
                </c:pt>
                <c:pt idx="89128">
                  <c:v>63.97</c:v>
                </c:pt>
                <c:pt idx="89129">
                  <c:v>69.95</c:v>
                </c:pt>
                <c:pt idx="89130">
                  <c:v>107.97</c:v>
                </c:pt>
                <c:pt idx="89131">
                  <c:v>55.96</c:v>
                </c:pt>
                <c:pt idx="89132">
                  <c:v>84.99</c:v>
                </c:pt>
                <c:pt idx="89133">
                  <c:v>137.97999999999999</c:v>
                </c:pt>
                <c:pt idx="89134">
                  <c:v>169.98</c:v>
                </c:pt>
                <c:pt idx="89135">
                  <c:v>84.99</c:v>
                </c:pt>
                <c:pt idx="89136">
                  <c:v>527.4</c:v>
                </c:pt>
                <c:pt idx="89137">
                  <c:v>157.97</c:v>
                </c:pt>
                <c:pt idx="89138">
                  <c:v>124.97</c:v>
                </c:pt>
                <c:pt idx="89139">
                  <c:v>65.3</c:v>
                </c:pt>
                <c:pt idx="89140">
                  <c:v>29.25</c:v>
                </c:pt>
                <c:pt idx="89141">
                  <c:v>65.3</c:v>
                </c:pt>
                <c:pt idx="89142">
                  <c:v>65.3</c:v>
                </c:pt>
                <c:pt idx="89143">
                  <c:v>90.71</c:v>
                </c:pt>
                <c:pt idx="89144">
                  <c:v>164.52</c:v>
                </c:pt>
                <c:pt idx="89145">
                  <c:v>-1.2</c:v>
                </c:pt>
                <c:pt idx="89146">
                  <c:v>104.28</c:v>
                </c:pt>
                <c:pt idx="89147">
                  <c:v>168.64</c:v>
                </c:pt>
                <c:pt idx="89148">
                  <c:v>66.58</c:v>
                </c:pt>
                <c:pt idx="89149">
                  <c:v>58.48</c:v>
                </c:pt>
                <c:pt idx="89150">
                  <c:v>45.01</c:v>
                </c:pt>
                <c:pt idx="89151">
                  <c:v>45.01</c:v>
                </c:pt>
                <c:pt idx="89152">
                  <c:v>79.98</c:v>
                </c:pt>
                <c:pt idx="89153">
                  <c:v>79.98</c:v>
                </c:pt>
                <c:pt idx="89154">
                  <c:v>58.48</c:v>
                </c:pt>
                <c:pt idx="89155">
                  <c:v>66.58</c:v>
                </c:pt>
                <c:pt idx="89156">
                  <c:v>61.98</c:v>
                </c:pt>
                <c:pt idx="89157">
                  <c:v>61.98</c:v>
                </c:pt>
                <c:pt idx="89158">
                  <c:v>125.97</c:v>
                </c:pt>
                <c:pt idx="89159">
                  <c:v>25.03</c:v>
                </c:pt>
                <c:pt idx="89160">
                  <c:v>25.03</c:v>
                </c:pt>
                <c:pt idx="89161">
                  <c:v>147.96</c:v>
                </c:pt>
                <c:pt idx="89162">
                  <c:v>125.97</c:v>
                </c:pt>
                <c:pt idx="89163">
                  <c:v>65.989999999999995</c:v>
                </c:pt>
                <c:pt idx="89164">
                  <c:v>65.989999999999995</c:v>
                </c:pt>
                <c:pt idx="89165">
                  <c:v>147.96</c:v>
                </c:pt>
                <c:pt idx="89166">
                  <c:v>309.57</c:v>
                </c:pt>
                <c:pt idx="89167">
                  <c:v>59.95</c:v>
                </c:pt>
                <c:pt idx="89168">
                  <c:v>59.97</c:v>
                </c:pt>
                <c:pt idx="89169">
                  <c:v>59.94</c:v>
                </c:pt>
                <c:pt idx="89170">
                  <c:v>59.95</c:v>
                </c:pt>
                <c:pt idx="89171">
                  <c:v>59.95</c:v>
                </c:pt>
                <c:pt idx="89172">
                  <c:v>65.989999999999995</c:v>
                </c:pt>
                <c:pt idx="89173">
                  <c:v>59.95</c:v>
                </c:pt>
                <c:pt idx="89174">
                  <c:v>59.97</c:v>
                </c:pt>
                <c:pt idx="89175">
                  <c:v>71.650000000000006</c:v>
                </c:pt>
                <c:pt idx="89176">
                  <c:v>56.65</c:v>
                </c:pt>
                <c:pt idx="89177">
                  <c:v>74.95</c:v>
                </c:pt>
                <c:pt idx="89178">
                  <c:v>-56.65</c:v>
                </c:pt>
                <c:pt idx="89179">
                  <c:v>74.95</c:v>
                </c:pt>
                <c:pt idx="89180">
                  <c:v>79.849999999999994</c:v>
                </c:pt>
                <c:pt idx="89181">
                  <c:v>75.06</c:v>
                </c:pt>
                <c:pt idx="89182">
                  <c:v>143.72</c:v>
                </c:pt>
                <c:pt idx="89183">
                  <c:v>79.849999999999994</c:v>
                </c:pt>
                <c:pt idx="89184">
                  <c:v>147.6</c:v>
                </c:pt>
                <c:pt idx="89185">
                  <c:v>69.989999999999995</c:v>
                </c:pt>
                <c:pt idx="89186">
                  <c:v>124.95</c:v>
                </c:pt>
                <c:pt idx="89187">
                  <c:v>119.96</c:v>
                </c:pt>
                <c:pt idx="89188">
                  <c:v>59.98</c:v>
                </c:pt>
                <c:pt idx="89189">
                  <c:v>80.97</c:v>
                </c:pt>
                <c:pt idx="89190">
                  <c:v>89.97</c:v>
                </c:pt>
                <c:pt idx="89191">
                  <c:v>143.96</c:v>
                </c:pt>
                <c:pt idx="89192">
                  <c:v>169.98</c:v>
                </c:pt>
                <c:pt idx="89193">
                  <c:v>43.48</c:v>
                </c:pt>
                <c:pt idx="89194">
                  <c:v>43.48</c:v>
                </c:pt>
                <c:pt idx="89195">
                  <c:v>37.49</c:v>
                </c:pt>
                <c:pt idx="89196">
                  <c:v>104.98</c:v>
                </c:pt>
                <c:pt idx="89197">
                  <c:v>84.98</c:v>
                </c:pt>
                <c:pt idx="89198">
                  <c:v>68.98</c:v>
                </c:pt>
                <c:pt idx="89199">
                  <c:v>9.99</c:v>
                </c:pt>
                <c:pt idx="89200">
                  <c:v>166.54</c:v>
                </c:pt>
                <c:pt idx="89201">
                  <c:v>165.53</c:v>
                </c:pt>
                <c:pt idx="89202">
                  <c:v>276.99</c:v>
                </c:pt>
                <c:pt idx="89203">
                  <c:v>84.99</c:v>
                </c:pt>
                <c:pt idx="89204">
                  <c:v>67.97</c:v>
                </c:pt>
                <c:pt idx="89205">
                  <c:v>57.97</c:v>
                </c:pt>
                <c:pt idx="89206">
                  <c:v>46.48</c:v>
                </c:pt>
                <c:pt idx="89207">
                  <c:v>84.99</c:v>
                </c:pt>
                <c:pt idx="89208">
                  <c:v>67.97</c:v>
                </c:pt>
                <c:pt idx="89209">
                  <c:v>47</c:v>
                </c:pt>
                <c:pt idx="89210">
                  <c:v>36.479999999999997</c:v>
                </c:pt>
                <c:pt idx="89211">
                  <c:v>84.98</c:v>
                </c:pt>
                <c:pt idx="89212">
                  <c:v>89.98</c:v>
                </c:pt>
                <c:pt idx="89213">
                  <c:v>56.09</c:v>
                </c:pt>
                <c:pt idx="89214">
                  <c:v>89.98</c:v>
                </c:pt>
                <c:pt idx="89215">
                  <c:v>49.48</c:v>
                </c:pt>
                <c:pt idx="89216">
                  <c:v>234.97</c:v>
                </c:pt>
                <c:pt idx="89217">
                  <c:v>238.97</c:v>
                </c:pt>
                <c:pt idx="89218">
                  <c:v>122.96</c:v>
                </c:pt>
                <c:pt idx="89219">
                  <c:v>85.98</c:v>
                </c:pt>
                <c:pt idx="89220">
                  <c:v>110.96</c:v>
                </c:pt>
                <c:pt idx="89221">
                  <c:v>153.96</c:v>
                </c:pt>
                <c:pt idx="89222">
                  <c:v>60.98</c:v>
                </c:pt>
                <c:pt idx="89223">
                  <c:v>55.98</c:v>
                </c:pt>
                <c:pt idx="89224">
                  <c:v>57.98</c:v>
                </c:pt>
                <c:pt idx="89225">
                  <c:v>51.98</c:v>
                </c:pt>
                <c:pt idx="89226">
                  <c:v>59.69</c:v>
                </c:pt>
                <c:pt idx="89227">
                  <c:v>30.99</c:v>
                </c:pt>
                <c:pt idx="89228">
                  <c:v>107.96</c:v>
                </c:pt>
                <c:pt idx="89229">
                  <c:v>52.18</c:v>
                </c:pt>
                <c:pt idx="89230">
                  <c:v>55.83</c:v>
                </c:pt>
                <c:pt idx="89231">
                  <c:v>56.97</c:v>
                </c:pt>
                <c:pt idx="89232">
                  <c:v>113.94</c:v>
                </c:pt>
                <c:pt idx="89233">
                  <c:v>140.97</c:v>
                </c:pt>
                <c:pt idx="89234">
                  <c:v>56.97</c:v>
                </c:pt>
                <c:pt idx="89235">
                  <c:v>159.9</c:v>
                </c:pt>
                <c:pt idx="89236">
                  <c:v>127.92</c:v>
                </c:pt>
                <c:pt idx="89237">
                  <c:v>99.98</c:v>
                </c:pt>
                <c:pt idx="89238">
                  <c:v>84.99</c:v>
                </c:pt>
                <c:pt idx="89239">
                  <c:v>84.97</c:v>
                </c:pt>
                <c:pt idx="89240">
                  <c:v>108.97</c:v>
                </c:pt>
                <c:pt idx="89241">
                  <c:v>143.88</c:v>
                </c:pt>
                <c:pt idx="89242">
                  <c:v>143.88</c:v>
                </c:pt>
                <c:pt idx="89243">
                  <c:v>92.94</c:v>
                </c:pt>
                <c:pt idx="89244">
                  <c:v>59.98</c:v>
                </c:pt>
                <c:pt idx="89245">
                  <c:v>79.97</c:v>
                </c:pt>
                <c:pt idx="89246">
                  <c:v>72.98</c:v>
                </c:pt>
                <c:pt idx="89247">
                  <c:v>-7.2</c:v>
                </c:pt>
                <c:pt idx="89248">
                  <c:v>60.98</c:v>
                </c:pt>
                <c:pt idx="89249">
                  <c:v>-5.7</c:v>
                </c:pt>
                <c:pt idx="89250">
                  <c:v>31.49</c:v>
                </c:pt>
                <c:pt idx="89251">
                  <c:v>59.06</c:v>
                </c:pt>
                <c:pt idx="89252">
                  <c:v>72.48</c:v>
                </c:pt>
                <c:pt idx="89253">
                  <c:v>224.62</c:v>
                </c:pt>
                <c:pt idx="89254">
                  <c:v>112.24</c:v>
                </c:pt>
                <c:pt idx="89255">
                  <c:v>224.62</c:v>
                </c:pt>
                <c:pt idx="89256">
                  <c:v>142.72999999999999</c:v>
                </c:pt>
                <c:pt idx="89257">
                  <c:v>142.72999999999999</c:v>
                </c:pt>
                <c:pt idx="89258">
                  <c:v>224.62</c:v>
                </c:pt>
                <c:pt idx="89259">
                  <c:v>153.37</c:v>
                </c:pt>
                <c:pt idx="89260">
                  <c:v>112.24</c:v>
                </c:pt>
                <c:pt idx="89261">
                  <c:v>142.72999999999999</c:v>
                </c:pt>
                <c:pt idx="89262">
                  <c:v>153.37</c:v>
                </c:pt>
                <c:pt idx="89263">
                  <c:v>154.47999999999999</c:v>
                </c:pt>
                <c:pt idx="89264">
                  <c:v>112.24</c:v>
                </c:pt>
                <c:pt idx="89265">
                  <c:v>154.47999999999999</c:v>
                </c:pt>
                <c:pt idx="89266">
                  <c:v>154.47999999999999</c:v>
                </c:pt>
                <c:pt idx="89267">
                  <c:v>153.37</c:v>
                </c:pt>
                <c:pt idx="89268">
                  <c:v>165.97</c:v>
                </c:pt>
                <c:pt idx="89269">
                  <c:v>69.989999999999995</c:v>
                </c:pt>
                <c:pt idx="89270">
                  <c:v>237.56</c:v>
                </c:pt>
                <c:pt idx="89271">
                  <c:v>31.49</c:v>
                </c:pt>
                <c:pt idx="89272">
                  <c:v>54.98</c:v>
                </c:pt>
                <c:pt idx="89273">
                  <c:v>43.99</c:v>
                </c:pt>
                <c:pt idx="89274">
                  <c:v>54.98</c:v>
                </c:pt>
                <c:pt idx="89275">
                  <c:v>84.98</c:v>
                </c:pt>
                <c:pt idx="89276">
                  <c:v>94.47</c:v>
                </c:pt>
                <c:pt idx="89277">
                  <c:v>71.02</c:v>
                </c:pt>
                <c:pt idx="89278">
                  <c:v>167.95</c:v>
                </c:pt>
                <c:pt idx="89279">
                  <c:v>146.94</c:v>
                </c:pt>
                <c:pt idx="89280">
                  <c:v>49.59</c:v>
                </c:pt>
                <c:pt idx="89281">
                  <c:v>128.24</c:v>
                </c:pt>
                <c:pt idx="89282">
                  <c:v>49.59</c:v>
                </c:pt>
                <c:pt idx="89283">
                  <c:v>128.24</c:v>
                </c:pt>
                <c:pt idx="89284">
                  <c:v>79.989999999999995</c:v>
                </c:pt>
                <c:pt idx="89285">
                  <c:v>79.989999999999995</c:v>
                </c:pt>
                <c:pt idx="89286">
                  <c:v>79.989999999999995</c:v>
                </c:pt>
                <c:pt idx="89287">
                  <c:v>79.989999999999995</c:v>
                </c:pt>
                <c:pt idx="89288">
                  <c:v>71.989999999999995</c:v>
                </c:pt>
                <c:pt idx="89289">
                  <c:v>79.989999999999995</c:v>
                </c:pt>
                <c:pt idx="89290">
                  <c:v>65.98</c:v>
                </c:pt>
                <c:pt idx="89291">
                  <c:v>59.98</c:v>
                </c:pt>
                <c:pt idx="89292">
                  <c:v>51.48</c:v>
                </c:pt>
                <c:pt idx="89293">
                  <c:v>59.98</c:v>
                </c:pt>
                <c:pt idx="89294">
                  <c:v>47.48</c:v>
                </c:pt>
                <c:pt idx="89295">
                  <c:v>43.47</c:v>
                </c:pt>
                <c:pt idx="89296">
                  <c:v>51.98</c:v>
                </c:pt>
                <c:pt idx="89297">
                  <c:v>65.98</c:v>
                </c:pt>
                <c:pt idx="89298">
                  <c:v>62.97</c:v>
                </c:pt>
                <c:pt idx="89299">
                  <c:v>62.97</c:v>
                </c:pt>
                <c:pt idx="89300">
                  <c:v>62.97</c:v>
                </c:pt>
                <c:pt idx="89301">
                  <c:v>99.98</c:v>
                </c:pt>
                <c:pt idx="89302">
                  <c:v>124.98</c:v>
                </c:pt>
                <c:pt idx="89303">
                  <c:v>111.97</c:v>
                </c:pt>
                <c:pt idx="89304">
                  <c:v>142.97</c:v>
                </c:pt>
                <c:pt idx="89305">
                  <c:v>239.92</c:v>
                </c:pt>
                <c:pt idx="89306">
                  <c:v>239.92</c:v>
                </c:pt>
                <c:pt idx="89307">
                  <c:v>74.42</c:v>
                </c:pt>
                <c:pt idx="89308">
                  <c:v>92.95</c:v>
                </c:pt>
                <c:pt idx="89309">
                  <c:v>89.95</c:v>
                </c:pt>
                <c:pt idx="89310">
                  <c:v>119.93</c:v>
                </c:pt>
                <c:pt idx="89311">
                  <c:v>89.95</c:v>
                </c:pt>
                <c:pt idx="89312">
                  <c:v>56.4</c:v>
                </c:pt>
                <c:pt idx="89313">
                  <c:v>56.97</c:v>
                </c:pt>
                <c:pt idx="89314">
                  <c:v>56.97</c:v>
                </c:pt>
                <c:pt idx="89315">
                  <c:v>159.96</c:v>
                </c:pt>
                <c:pt idx="89316">
                  <c:v>119.97</c:v>
                </c:pt>
                <c:pt idx="89317">
                  <c:v>59.95</c:v>
                </c:pt>
                <c:pt idx="89318">
                  <c:v>11.55</c:v>
                </c:pt>
                <c:pt idx="89319">
                  <c:v>190.96</c:v>
                </c:pt>
                <c:pt idx="89320">
                  <c:v>179.44</c:v>
                </c:pt>
                <c:pt idx="89321">
                  <c:v>249.96</c:v>
                </c:pt>
                <c:pt idx="89322">
                  <c:v>58.22</c:v>
                </c:pt>
                <c:pt idx="89323">
                  <c:v>59.96</c:v>
                </c:pt>
                <c:pt idx="89324">
                  <c:v>25.79</c:v>
                </c:pt>
                <c:pt idx="89325">
                  <c:v>39.97</c:v>
                </c:pt>
                <c:pt idx="89326">
                  <c:v>113.85</c:v>
                </c:pt>
                <c:pt idx="89327">
                  <c:v>52.47</c:v>
                </c:pt>
                <c:pt idx="89328">
                  <c:v>59.96</c:v>
                </c:pt>
                <c:pt idx="89329">
                  <c:v>71.97</c:v>
                </c:pt>
                <c:pt idx="89330">
                  <c:v>29.48</c:v>
                </c:pt>
                <c:pt idx="89331">
                  <c:v>71.97</c:v>
                </c:pt>
                <c:pt idx="89332">
                  <c:v>71.97</c:v>
                </c:pt>
                <c:pt idx="89333">
                  <c:v>65.959999999999994</c:v>
                </c:pt>
                <c:pt idx="89334">
                  <c:v>71.97</c:v>
                </c:pt>
                <c:pt idx="89335">
                  <c:v>79.97</c:v>
                </c:pt>
                <c:pt idx="89336">
                  <c:v>69.150000000000006</c:v>
                </c:pt>
                <c:pt idx="89337">
                  <c:v>77.37</c:v>
                </c:pt>
                <c:pt idx="89338">
                  <c:v>63.98</c:v>
                </c:pt>
                <c:pt idx="89339">
                  <c:v>83.94</c:v>
                </c:pt>
                <c:pt idx="89340">
                  <c:v>59.98</c:v>
                </c:pt>
                <c:pt idx="89341">
                  <c:v>59.98</c:v>
                </c:pt>
                <c:pt idx="89342">
                  <c:v>59.98</c:v>
                </c:pt>
                <c:pt idx="89343">
                  <c:v>54.98</c:v>
                </c:pt>
                <c:pt idx="89344">
                  <c:v>59.98</c:v>
                </c:pt>
                <c:pt idx="89345">
                  <c:v>59.98</c:v>
                </c:pt>
                <c:pt idx="89346">
                  <c:v>89.94</c:v>
                </c:pt>
                <c:pt idx="89347">
                  <c:v>74.95</c:v>
                </c:pt>
                <c:pt idx="89348">
                  <c:v>72.55</c:v>
                </c:pt>
                <c:pt idx="89349">
                  <c:v>74.95</c:v>
                </c:pt>
                <c:pt idx="89350">
                  <c:v>59.98</c:v>
                </c:pt>
                <c:pt idx="89351">
                  <c:v>79.97</c:v>
                </c:pt>
                <c:pt idx="89352">
                  <c:v>119.96</c:v>
                </c:pt>
                <c:pt idx="89353">
                  <c:v>59.98</c:v>
                </c:pt>
                <c:pt idx="89354">
                  <c:v>59.98</c:v>
                </c:pt>
                <c:pt idx="89355">
                  <c:v>89.97</c:v>
                </c:pt>
                <c:pt idx="89356">
                  <c:v>52.23</c:v>
                </c:pt>
                <c:pt idx="89357">
                  <c:v>49.48</c:v>
                </c:pt>
                <c:pt idx="89358">
                  <c:v>46.23</c:v>
                </c:pt>
                <c:pt idx="89359">
                  <c:v>16.489999999999998</c:v>
                </c:pt>
                <c:pt idx="89360">
                  <c:v>56.98</c:v>
                </c:pt>
                <c:pt idx="89361">
                  <c:v>52.23</c:v>
                </c:pt>
                <c:pt idx="89362">
                  <c:v>53.98</c:v>
                </c:pt>
                <c:pt idx="89363">
                  <c:v>61.48</c:v>
                </c:pt>
                <c:pt idx="89364">
                  <c:v>59.98</c:v>
                </c:pt>
                <c:pt idx="89365">
                  <c:v>107.96</c:v>
                </c:pt>
                <c:pt idx="89366">
                  <c:v>85.47</c:v>
                </c:pt>
                <c:pt idx="89367">
                  <c:v>134.96</c:v>
                </c:pt>
                <c:pt idx="89368">
                  <c:v>80.97</c:v>
                </c:pt>
                <c:pt idx="89369">
                  <c:v>287.92</c:v>
                </c:pt>
                <c:pt idx="89370">
                  <c:v>159.69999999999999</c:v>
                </c:pt>
                <c:pt idx="89371">
                  <c:v>98.99</c:v>
                </c:pt>
                <c:pt idx="89372">
                  <c:v>193.96</c:v>
                </c:pt>
                <c:pt idx="89373">
                  <c:v>208.95</c:v>
                </c:pt>
                <c:pt idx="89374">
                  <c:v>79.97</c:v>
                </c:pt>
                <c:pt idx="89375">
                  <c:v>128.44999999999999</c:v>
                </c:pt>
                <c:pt idx="89376">
                  <c:v>77.459999999999994</c:v>
                </c:pt>
                <c:pt idx="89377">
                  <c:v>64.959999999999994</c:v>
                </c:pt>
                <c:pt idx="89378">
                  <c:v>74.95</c:v>
                </c:pt>
                <c:pt idx="89379">
                  <c:v>87.95</c:v>
                </c:pt>
                <c:pt idx="89380">
                  <c:v>72.55</c:v>
                </c:pt>
                <c:pt idx="89381">
                  <c:v>134.26</c:v>
                </c:pt>
                <c:pt idx="89382">
                  <c:v>54.99</c:v>
                </c:pt>
                <c:pt idx="89383">
                  <c:v>152.4</c:v>
                </c:pt>
                <c:pt idx="89384">
                  <c:v>105.84</c:v>
                </c:pt>
                <c:pt idx="89385">
                  <c:v>207.95</c:v>
                </c:pt>
                <c:pt idx="89386">
                  <c:v>260.76</c:v>
                </c:pt>
                <c:pt idx="89387">
                  <c:v>131.97999999999999</c:v>
                </c:pt>
                <c:pt idx="89388">
                  <c:v>131.97999999999999</c:v>
                </c:pt>
                <c:pt idx="89389">
                  <c:v>131.97999999999999</c:v>
                </c:pt>
                <c:pt idx="89390">
                  <c:v>65.989999999999995</c:v>
                </c:pt>
                <c:pt idx="89391">
                  <c:v>131.97999999999999</c:v>
                </c:pt>
                <c:pt idx="89392">
                  <c:v>65.989999999999995</c:v>
                </c:pt>
                <c:pt idx="89393">
                  <c:v>90.71</c:v>
                </c:pt>
                <c:pt idx="89394">
                  <c:v>72.56</c:v>
                </c:pt>
                <c:pt idx="89395">
                  <c:v>19.34</c:v>
                </c:pt>
                <c:pt idx="89396">
                  <c:v>29.62</c:v>
                </c:pt>
                <c:pt idx="89397">
                  <c:v>29.62</c:v>
                </c:pt>
                <c:pt idx="89398">
                  <c:v>85.34</c:v>
                </c:pt>
                <c:pt idx="89399">
                  <c:v>19.34</c:v>
                </c:pt>
                <c:pt idx="89400">
                  <c:v>90.36</c:v>
                </c:pt>
                <c:pt idx="89401">
                  <c:v>90.36</c:v>
                </c:pt>
                <c:pt idx="89402">
                  <c:v>85.34</c:v>
                </c:pt>
                <c:pt idx="89403">
                  <c:v>93.93</c:v>
                </c:pt>
                <c:pt idx="89404">
                  <c:v>188.89</c:v>
                </c:pt>
                <c:pt idx="89405">
                  <c:v>188.89</c:v>
                </c:pt>
                <c:pt idx="89406">
                  <c:v>84.99</c:v>
                </c:pt>
                <c:pt idx="89407">
                  <c:v>83.51</c:v>
                </c:pt>
                <c:pt idx="89408">
                  <c:v>147.15</c:v>
                </c:pt>
                <c:pt idx="89409">
                  <c:v>99.98</c:v>
                </c:pt>
                <c:pt idx="89410">
                  <c:v>67.989999999999995</c:v>
                </c:pt>
                <c:pt idx="89411">
                  <c:v>71.989999999999995</c:v>
                </c:pt>
                <c:pt idx="89412">
                  <c:v>79.989999999999995</c:v>
                </c:pt>
                <c:pt idx="89413">
                  <c:v>67.989999999999995</c:v>
                </c:pt>
                <c:pt idx="89414">
                  <c:v>79.989999999999995</c:v>
                </c:pt>
                <c:pt idx="89415">
                  <c:v>73.8</c:v>
                </c:pt>
                <c:pt idx="89416">
                  <c:v>1475.96</c:v>
                </c:pt>
                <c:pt idx="89417">
                  <c:v>51.49</c:v>
                </c:pt>
                <c:pt idx="89418">
                  <c:v>164.46</c:v>
                </c:pt>
                <c:pt idx="89419">
                  <c:v>72.97</c:v>
                </c:pt>
                <c:pt idx="89420">
                  <c:v>83.96</c:v>
                </c:pt>
                <c:pt idx="89421">
                  <c:v>77.97</c:v>
                </c:pt>
                <c:pt idx="89422">
                  <c:v>69.98</c:v>
                </c:pt>
                <c:pt idx="89423">
                  <c:v>41.49</c:v>
                </c:pt>
                <c:pt idx="89424">
                  <c:v>41.49</c:v>
                </c:pt>
                <c:pt idx="89425">
                  <c:v>69.98</c:v>
                </c:pt>
                <c:pt idx="89426">
                  <c:v>40.49</c:v>
                </c:pt>
                <c:pt idx="89427">
                  <c:v>40.49</c:v>
                </c:pt>
                <c:pt idx="89428">
                  <c:v>49.98</c:v>
                </c:pt>
                <c:pt idx="89429">
                  <c:v>49.99</c:v>
                </c:pt>
                <c:pt idx="89430">
                  <c:v>49.99</c:v>
                </c:pt>
                <c:pt idx="89431">
                  <c:v>79.98</c:v>
                </c:pt>
                <c:pt idx="89432">
                  <c:v>49.98</c:v>
                </c:pt>
                <c:pt idx="89433">
                  <c:v>32.24</c:v>
                </c:pt>
                <c:pt idx="89434">
                  <c:v>-32.24</c:v>
                </c:pt>
                <c:pt idx="89435">
                  <c:v>79.98</c:v>
                </c:pt>
                <c:pt idx="89436">
                  <c:v>32.24</c:v>
                </c:pt>
                <c:pt idx="89437">
                  <c:v>-32.24</c:v>
                </c:pt>
                <c:pt idx="89438">
                  <c:v>233.16</c:v>
                </c:pt>
                <c:pt idx="89439">
                  <c:v>119.9</c:v>
                </c:pt>
                <c:pt idx="89440">
                  <c:v>95.92</c:v>
                </c:pt>
                <c:pt idx="89441">
                  <c:v>54.98</c:v>
                </c:pt>
                <c:pt idx="89442">
                  <c:v>104.47</c:v>
                </c:pt>
                <c:pt idx="89443">
                  <c:v>69.97</c:v>
                </c:pt>
                <c:pt idx="89444">
                  <c:v>72.239999999999995</c:v>
                </c:pt>
                <c:pt idx="89445">
                  <c:v>68.989999999999995</c:v>
                </c:pt>
                <c:pt idx="89446">
                  <c:v>51.97</c:v>
                </c:pt>
                <c:pt idx="89447">
                  <c:v>40.49</c:v>
                </c:pt>
                <c:pt idx="89448">
                  <c:v>51.98</c:v>
                </c:pt>
                <c:pt idx="89449">
                  <c:v>69.98</c:v>
                </c:pt>
                <c:pt idx="89450">
                  <c:v>79.84</c:v>
                </c:pt>
                <c:pt idx="89451">
                  <c:v>65.27</c:v>
                </c:pt>
                <c:pt idx="89452">
                  <c:v>24.78</c:v>
                </c:pt>
                <c:pt idx="89453">
                  <c:v>-24.78</c:v>
                </c:pt>
                <c:pt idx="89454">
                  <c:v>79.849999999999994</c:v>
                </c:pt>
                <c:pt idx="89455">
                  <c:v>211.73</c:v>
                </c:pt>
                <c:pt idx="89456">
                  <c:v>114.89</c:v>
                </c:pt>
                <c:pt idx="89457">
                  <c:v>168.08</c:v>
                </c:pt>
                <c:pt idx="89458">
                  <c:v>157.96</c:v>
                </c:pt>
                <c:pt idx="89459">
                  <c:v>129.96</c:v>
                </c:pt>
                <c:pt idx="89460">
                  <c:v>84.99</c:v>
                </c:pt>
                <c:pt idx="89461">
                  <c:v>93.97</c:v>
                </c:pt>
                <c:pt idx="89462">
                  <c:v>206.95</c:v>
                </c:pt>
                <c:pt idx="89463">
                  <c:v>131.97999999999999</c:v>
                </c:pt>
                <c:pt idx="89464">
                  <c:v>155.91999999999999</c:v>
                </c:pt>
                <c:pt idx="89465">
                  <c:v>49.98</c:v>
                </c:pt>
                <c:pt idx="89466">
                  <c:v>66.959999999999994</c:v>
                </c:pt>
                <c:pt idx="89467">
                  <c:v>127.94</c:v>
                </c:pt>
                <c:pt idx="89468">
                  <c:v>31.48</c:v>
                </c:pt>
                <c:pt idx="89469">
                  <c:v>67.959999999999994</c:v>
                </c:pt>
                <c:pt idx="89470">
                  <c:v>106.97</c:v>
                </c:pt>
                <c:pt idx="89471">
                  <c:v>94.97</c:v>
                </c:pt>
                <c:pt idx="89472">
                  <c:v>67.959999999999994</c:v>
                </c:pt>
                <c:pt idx="89473">
                  <c:v>83.97</c:v>
                </c:pt>
                <c:pt idx="89474">
                  <c:v>83.97</c:v>
                </c:pt>
                <c:pt idx="89475">
                  <c:v>95.67</c:v>
                </c:pt>
                <c:pt idx="89476">
                  <c:v>69.97</c:v>
                </c:pt>
                <c:pt idx="89477">
                  <c:v>111.96</c:v>
                </c:pt>
                <c:pt idx="89478">
                  <c:v>55.98</c:v>
                </c:pt>
                <c:pt idx="89479">
                  <c:v>79.459999999999994</c:v>
                </c:pt>
                <c:pt idx="89480">
                  <c:v>39.99</c:v>
                </c:pt>
                <c:pt idx="89481">
                  <c:v>79.98</c:v>
                </c:pt>
                <c:pt idx="89482">
                  <c:v>44.73</c:v>
                </c:pt>
                <c:pt idx="89483">
                  <c:v>44.04</c:v>
                </c:pt>
                <c:pt idx="89484">
                  <c:v>44.73</c:v>
                </c:pt>
                <c:pt idx="89485">
                  <c:v>76.38</c:v>
                </c:pt>
                <c:pt idx="89486">
                  <c:v>26.49</c:v>
                </c:pt>
                <c:pt idx="89487">
                  <c:v>89.97</c:v>
                </c:pt>
                <c:pt idx="89488">
                  <c:v>59.98</c:v>
                </c:pt>
                <c:pt idx="89489">
                  <c:v>26.49</c:v>
                </c:pt>
                <c:pt idx="89490">
                  <c:v>25.49</c:v>
                </c:pt>
                <c:pt idx="89491">
                  <c:v>26.24</c:v>
                </c:pt>
                <c:pt idx="89492">
                  <c:v>29.99</c:v>
                </c:pt>
                <c:pt idx="89493">
                  <c:v>26.49</c:v>
                </c:pt>
                <c:pt idx="89494">
                  <c:v>23.73</c:v>
                </c:pt>
                <c:pt idx="89495">
                  <c:v>31.49</c:v>
                </c:pt>
                <c:pt idx="89496">
                  <c:v>27.49</c:v>
                </c:pt>
                <c:pt idx="89497">
                  <c:v>69.989999999999995</c:v>
                </c:pt>
                <c:pt idx="89498">
                  <c:v>106.97</c:v>
                </c:pt>
                <c:pt idx="89499">
                  <c:v>140.96</c:v>
                </c:pt>
                <c:pt idx="89500">
                  <c:v>115.97</c:v>
                </c:pt>
                <c:pt idx="89501">
                  <c:v>31.48</c:v>
                </c:pt>
                <c:pt idx="89502">
                  <c:v>139.97999999999999</c:v>
                </c:pt>
                <c:pt idx="89503">
                  <c:v>147.97999999999999</c:v>
                </c:pt>
                <c:pt idx="89504">
                  <c:v>137.97999999999999</c:v>
                </c:pt>
                <c:pt idx="89505">
                  <c:v>61.98</c:v>
                </c:pt>
                <c:pt idx="89506">
                  <c:v>61.98</c:v>
                </c:pt>
                <c:pt idx="89507">
                  <c:v>89.97</c:v>
                </c:pt>
                <c:pt idx="89508">
                  <c:v>71.97</c:v>
                </c:pt>
                <c:pt idx="89509">
                  <c:v>59.98</c:v>
                </c:pt>
                <c:pt idx="89510">
                  <c:v>119.96</c:v>
                </c:pt>
                <c:pt idx="89511">
                  <c:v>143.96</c:v>
                </c:pt>
                <c:pt idx="89512">
                  <c:v>196.92</c:v>
                </c:pt>
                <c:pt idx="89513">
                  <c:v>85.98</c:v>
                </c:pt>
                <c:pt idx="89514">
                  <c:v>69.989999999999995</c:v>
                </c:pt>
                <c:pt idx="89515">
                  <c:v>34.229999999999997</c:v>
                </c:pt>
                <c:pt idx="89516">
                  <c:v>49.47</c:v>
                </c:pt>
                <c:pt idx="89517">
                  <c:v>67.98</c:v>
                </c:pt>
                <c:pt idx="89518">
                  <c:v>142.97</c:v>
                </c:pt>
                <c:pt idx="89519">
                  <c:v>106.96</c:v>
                </c:pt>
                <c:pt idx="89520">
                  <c:v>151.21</c:v>
                </c:pt>
                <c:pt idx="89521">
                  <c:v>145.1</c:v>
                </c:pt>
                <c:pt idx="89522">
                  <c:v>108.83</c:v>
                </c:pt>
                <c:pt idx="89523">
                  <c:v>108.83</c:v>
                </c:pt>
                <c:pt idx="89524">
                  <c:v>72.91</c:v>
                </c:pt>
                <c:pt idx="89525">
                  <c:v>59.62</c:v>
                </c:pt>
                <c:pt idx="89526">
                  <c:v>95.78</c:v>
                </c:pt>
                <c:pt idx="89527">
                  <c:v>163.38999999999999</c:v>
                </c:pt>
                <c:pt idx="89528">
                  <c:v>91.97</c:v>
                </c:pt>
                <c:pt idx="89529">
                  <c:v>69.88</c:v>
                </c:pt>
                <c:pt idx="89530">
                  <c:v>50.37</c:v>
                </c:pt>
                <c:pt idx="89531">
                  <c:v>115.96</c:v>
                </c:pt>
                <c:pt idx="89532">
                  <c:v>76.47</c:v>
                </c:pt>
                <c:pt idx="89533">
                  <c:v>119.96</c:v>
                </c:pt>
                <c:pt idx="89534">
                  <c:v>121.46</c:v>
                </c:pt>
                <c:pt idx="89535">
                  <c:v>121.46</c:v>
                </c:pt>
                <c:pt idx="89536">
                  <c:v>154.63999999999999</c:v>
                </c:pt>
                <c:pt idx="89537">
                  <c:v>128.13</c:v>
                </c:pt>
                <c:pt idx="89538">
                  <c:v>181.93</c:v>
                </c:pt>
                <c:pt idx="89539">
                  <c:v>100.98</c:v>
                </c:pt>
                <c:pt idx="89540">
                  <c:v>94.98</c:v>
                </c:pt>
                <c:pt idx="89541">
                  <c:v>54.98</c:v>
                </c:pt>
                <c:pt idx="89542">
                  <c:v>59.98</c:v>
                </c:pt>
                <c:pt idx="89543">
                  <c:v>124.95</c:v>
                </c:pt>
                <c:pt idx="89544">
                  <c:v>74.98</c:v>
                </c:pt>
                <c:pt idx="89545">
                  <c:v>61.96</c:v>
                </c:pt>
                <c:pt idx="89546">
                  <c:v>65.98</c:v>
                </c:pt>
                <c:pt idx="89547">
                  <c:v>104.97</c:v>
                </c:pt>
                <c:pt idx="89548">
                  <c:v>51.98</c:v>
                </c:pt>
                <c:pt idx="89549">
                  <c:v>56.68</c:v>
                </c:pt>
                <c:pt idx="89550">
                  <c:v>55.95</c:v>
                </c:pt>
                <c:pt idx="89551">
                  <c:v>59.97</c:v>
                </c:pt>
                <c:pt idx="89552">
                  <c:v>59.97</c:v>
                </c:pt>
                <c:pt idx="89553">
                  <c:v>59.97</c:v>
                </c:pt>
                <c:pt idx="89554">
                  <c:v>59.97</c:v>
                </c:pt>
                <c:pt idx="89555">
                  <c:v>13.66</c:v>
                </c:pt>
                <c:pt idx="89556">
                  <c:v>-13.66</c:v>
                </c:pt>
                <c:pt idx="89557">
                  <c:v>50.98</c:v>
                </c:pt>
                <c:pt idx="89558">
                  <c:v>52.98</c:v>
                </c:pt>
                <c:pt idx="89559">
                  <c:v>62.98</c:v>
                </c:pt>
                <c:pt idx="89560">
                  <c:v>60.63</c:v>
                </c:pt>
                <c:pt idx="89561">
                  <c:v>60.98</c:v>
                </c:pt>
                <c:pt idx="89562">
                  <c:v>52.98</c:v>
                </c:pt>
                <c:pt idx="89563">
                  <c:v>61.54</c:v>
                </c:pt>
                <c:pt idx="89564">
                  <c:v>60.96</c:v>
                </c:pt>
                <c:pt idx="89565">
                  <c:v>51.96</c:v>
                </c:pt>
                <c:pt idx="89566">
                  <c:v>112.96</c:v>
                </c:pt>
                <c:pt idx="89567">
                  <c:v>60.96</c:v>
                </c:pt>
                <c:pt idx="89568">
                  <c:v>86.07</c:v>
                </c:pt>
                <c:pt idx="89569">
                  <c:v>117.95</c:v>
                </c:pt>
                <c:pt idx="89570">
                  <c:v>119.96</c:v>
                </c:pt>
                <c:pt idx="89571">
                  <c:v>119.96</c:v>
                </c:pt>
                <c:pt idx="89572">
                  <c:v>147.71</c:v>
                </c:pt>
                <c:pt idx="89573">
                  <c:v>177.55</c:v>
                </c:pt>
                <c:pt idx="89574">
                  <c:v>40.94</c:v>
                </c:pt>
                <c:pt idx="89575">
                  <c:v>99.96</c:v>
                </c:pt>
                <c:pt idx="89576">
                  <c:v>120.46</c:v>
                </c:pt>
                <c:pt idx="89577">
                  <c:v>120.46</c:v>
                </c:pt>
                <c:pt idx="89578">
                  <c:v>84.99</c:v>
                </c:pt>
                <c:pt idx="89579">
                  <c:v>123.97</c:v>
                </c:pt>
                <c:pt idx="89580">
                  <c:v>45.26</c:v>
                </c:pt>
                <c:pt idx="89581">
                  <c:v>65.94</c:v>
                </c:pt>
                <c:pt idx="89582">
                  <c:v>65.94</c:v>
                </c:pt>
                <c:pt idx="89583">
                  <c:v>54.95</c:v>
                </c:pt>
                <c:pt idx="89584">
                  <c:v>65.94</c:v>
                </c:pt>
                <c:pt idx="89585">
                  <c:v>54.95</c:v>
                </c:pt>
                <c:pt idx="89586">
                  <c:v>54.95</c:v>
                </c:pt>
                <c:pt idx="89587">
                  <c:v>54.95</c:v>
                </c:pt>
                <c:pt idx="89588">
                  <c:v>69.989999999999995</c:v>
                </c:pt>
                <c:pt idx="89589">
                  <c:v>361.53</c:v>
                </c:pt>
                <c:pt idx="89590">
                  <c:v>31.28</c:v>
                </c:pt>
                <c:pt idx="89591">
                  <c:v>59.98</c:v>
                </c:pt>
                <c:pt idx="89592">
                  <c:v>59.98</c:v>
                </c:pt>
                <c:pt idx="89593">
                  <c:v>59.98</c:v>
                </c:pt>
                <c:pt idx="89594">
                  <c:v>59.98</c:v>
                </c:pt>
                <c:pt idx="89595">
                  <c:v>89.97</c:v>
                </c:pt>
                <c:pt idx="89596">
                  <c:v>29.99</c:v>
                </c:pt>
                <c:pt idx="89597">
                  <c:v>59.98</c:v>
                </c:pt>
                <c:pt idx="89598">
                  <c:v>54.98</c:v>
                </c:pt>
                <c:pt idx="89599">
                  <c:v>179.96</c:v>
                </c:pt>
                <c:pt idx="89600">
                  <c:v>84.99</c:v>
                </c:pt>
                <c:pt idx="89601">
                  <c:v>72.97</c:v>
                </c:pt>
                <c:pt idx="89602">
                  <c:v>84.99</c:v>
                </c:pt>
                <c:pt idx="89603">
                  <c:v>111.98</c:v>
                </c:pt>
                <c:pt idx="89604">
                  <c:v>99.98</c:v>
                </c:pt>
                <c:pt idx="89605">
                  <c:v>99.98</c:v>
                </c:pt>
                <c:pt idx="89606">
                  <c:v>65.989999999999995</c:v>
                </c:pt>
                <c:pt idx="89607">
                  <c:v>84.98</c:v>
                </c:pt>
                <c:pt idx="89608">
                  <c:v>72.58</c:v>
                </c:pt>
                <c:pt idx="89609">
                  <c:v>108.86</c:v>
                </c:pt>
                <c:pt idx="89610">
                  <c:v>155.96</c:v>
                </c:pt>
                <c:pt idx="89611">
                  <c:v>53.4</c:v>
                </c:pt>
                <c:pt idx="89612">
                  <c:v>252.87</c:v>
                </c:pt>
                <c:pt idx="89613">
                  <c:v>79.98</c:v>
                </c:pt>
                <c:pt idx="89614">
                  <c:v>63.96</c:v>
                </c:pt>
                <c:pt idx="89615">
                  <c:v>61.96</c:v>
                </c:pt>
                <c:pt idx="89616">
                  <c:v>79.98</c:v>
                </c:pt>
                <c:pt idx="89617">
                  <c:v>-52</c:v>
                </c:pt>
                <c:pt idx="89618">
                  <c:v>51.99</c:v>
                </c:pt>
                <c:pt idx="89619">
                  <c:v>152.38</c:v>
                </c:pt>
                <c:pt idx="89620">
                  <c:v>-152.38</c:v>
                </c:pt>
                <c:pt idx="89621">
                  <c:v>87.98</c:v>
                </c:pt>
                <c:pt idx="89622">
                  <c:v>84.99</c:v>
                </c:pt>
                <c:pt idx="89623">
                  <c:v>68.989999999999995</c:v>
                </c:pt>
                <c:pt idx="89624">
                  <c:v>74.989999999999995</c:v>
                </c:pt>
                <c:pt idx="89625">
                  <c:v>144.97</c:v>
                </c:pt>
                <c:pt idx="89626">
                  <c:v>109.98</c:v>
                </c:pt>
                <c:pt idx="89627">
                  <c:v>65.989999999999995</c:v>
                </c:pt>
                <c:pt idx="89628">
                  <c:v>109.98</c:v>
                </c:pt>
                <c:pt idx="89629">
                  <c:v>219.96</c:v>
                </c:pt>
                <c:pt idx="89630">
                  <c:v>77.97</c:v>
                </c:pt>
                <c:pt idx="89631">
                  <c:v>154.22999999999999</c:v>
                </c:pt>
                <c:pt idx="89632">
                  <c:v>123.97</c:v>
                </c:pt>
                <c:pt idx="89633">
                  <c:v>65.989999999999995</c:v>
                </c:pt>
                <c:pt idx="89634">
                  <c:v>80.98</c:v>
                </c:pt>
                <c:pt idx="89635">
                  <c:v>65.989999999999995</c:v>
                </c:pt>
                <c:pt idx="89636">
                  <c:v>1.49</c:v>
                </c:pt>
                <c:pt idx="89637">
                  <c:v>179.96</c:v>
                </c:pt>
                <c:pt idx="89638">
                  <c:v>51.97</c:v>
                </c:pt>
                <c:pt idx="89639">
                  <c:v>29.48</c:v>
                </c:pt>
                <c:pt idx="89640">
                  <c:v>191.88</c:v>
                </c:pt>
                <c:pt idx="89641">
                  <c:v>197.93</c:v>
                </c:pt>
                <c:pt idx="89642">
                  <c:v>86.97</c:v>
                </c:pt>
                <c:pt idx="89643">
                  <c:v>184.94</c:v>
                </c:pt>
                <c:pt idx="89644">
                  <c:v>96.87</c:v>
                </c:pt>
                <c:pt idx="89645">
                  <c:v>71.849999999999994</c:v>
                </c:pt>
                <c:pt idx="89646">
                  <c:v>64.09</c:v>
                </c:pt>
                <c:pt idx="89647">
                  <c:v>108.86</c:v>
                </c:pt>
                <c:pt idx="89648">
                  <c:v>90.77</c:v>
                </c:pt>
                <c:pt idx="89649">
                  <c:v>67.86</c:v>
                </c:pt>
                <c:pt idx="89650">
                  <c:v>69.95</c:v>
                </c:pt>
                <c:pt idx="89651">
                  <c:v>101.93</c:v>
                </c:pt>
                <c:pt idx="89652">
                  <c:v>69.95</c:v>
                </c:pt>
                <c:pt idx="89653">
                  <c:v>71.45</c:v>
                </c:pt>
                <c:pt idx="89654">
                  <c:v>51.09</c:v>
                </c:pt>
                <c:pt idx="89655">
                  <c:v>87.36</c:v>
                </c:pt>
                <c:pt idx="89656">
                  <c:v>47.98</c:v>
                </c:pt>
                <c:pt idx="89657">
                  <c:v>195.1</c:v>
                </c:pt>
                <c:pt idx="89658">
                  <c:v>83.22</c:v>
                </c:pt>
                <c:pt idx="89659">
                  <c:v>46.49</c:v>
                </c:pt>
                <c:pt idx="89660">
                  <c:v>185.96</c:v>
                </c:pt>
                <c:pt idx="89661">
                  <c:v>99.98</c:v>
                </c:pt>
                <c:pt idx="89662">
                  <c:v>67.98</c:v>
                </c:pt>
                <c:pt idx="89663">
                  <c:v>79.98</c:v>
                </c:pt>
                <c:pt idx="89664">
                  <c:v>79.98</c:v>
                </c:pt>
                <c:pt idx="89665">
                  <c:v>85.92</c:v>
                </c:pt>
                <c:pt idx="89666">
                  <c:v>79.98</c:v>
                </c:pt>
                <c:pt idx="89667">
                  <c:v>67.98</c:v>
                </c:pt>
                <c:pt idx="89668">
                  <c:v>194.93</c:v>
                </c:pt>
                <c:pt idx="89669">
                  <c:v>56.97</c:v>
                </c:pt>
                <c:pt idx="89670">
                  <c:v>99.98</c:v>
                </c:pt>
                <c:pt idx="89671">
                  <c:v>145.15</c:v>
                </c:pt>
                <c:pt idx="89672">
                  <c:v>217.73</c:v>
                </c:pt>
                <c:pt idx="89673">
                  <c:v>76.959999999999994</c:v>
                </c:pt>
                <c:pt idx="89674">
                  <c:v>74.62</c:v>
                </c:pt>
                <c:pt idx="89675">
                  <c:v>59.96</c:v>
                </c:pt>
                <c:pt idx="89676">
                  <c:v>55.96</c:v>
                </c:pt>
                <c:pt idx="89677">
                  <c:v>151.69</c:v>
                </c:pt>
                <c:pt idx="89678">
                  <c:v>55.96</c:v>
                </c:pt>
                <c:pt idx="89679">
                  <c:v>187.44</c:v>
                </c:pt>
                <c:pt idx="89680">
                  <c:v>187.44</c:v>
                </c:pt>
                <c:pt idx="89681">
                  <c:v>187.44</c:v>
                </c:pt>
                <c:pt idx="89682">
                  <c:v>187.44</c:v>
                </c:pt>
                <c:pt idx="89683">
                  <c:v>99.95</c:v>
                </c:pt>
                <c:pt idx="89684">
                  <c:v>187.92</c:v>
                </c:pt>
                <c:pt idx="89685">
                  <c:v>89.26</c:v>
                </c:pt>
                <c:pt idx="89686">
                  <c:v>73.37</c:v>
                </c:pt>
                <c:pt idx="89687">
                  <c:v>131.97999999999999</c:v>
                </c:pt>
                <c:pt idx="89688">
                  <c:v>131.97999999999999</c:v>
                </c:pt>
                <c:pt idx="89689">
                  <c:v>197.97</c:v>
                </c:pt>
                <c:pt idx="89690">
                  <c:v>62.98</c:v>
                </c:pt>
                <c:pt idx="89691">
                  <c:v>82.97</c:v>
                </c:pt>
                <c:pt idx="89692">
                  <c:v>62.98</c:v>
                </c:pt>
                <c:pt idx="89693">
                  <c:v>61.54</c:v>
                </c:pt>
                <c:pt idx="89694">
                  <c:v>53.97</c:v>
                </c:pt>
                <c:pt idx="89695">
                  <c:v>90.96</c:v>
                </c:pt>
                <c:pt idx="89696">
                  <c:v>138.94999999999999</c:v>
                </c:pt>
                <c:pt idx="89697">
                  <c:v>118.25</c:v>
                </c:pt>
                <c:pt idx="89698">
                  <c:v>95.91</c:v>
                </c:pt>
                <c:pt idx="89699">
                  <c:v>251.95</c:v>
                </c:pt>
                <c:pt idx="89700">
                  <c:v>215.05</c:v>
                </c:pt>
                <c:pt idx="89701">
                  <c:v>119.96</c:v>
                </c:pt>
                <c:pt idx="89702">
                  <c:v>59.98</c:v>
                </c:pt>
                <c:pt idx="89703">
                  <c:v>59.98</c:v>
                </c:pt>
                <c:pt idx="89704">
                  <c:v>68.989999999999995</c:v>
                </c:pt>
                <c:pt idx="89705">
                  <c:v>58.97</c:v>
                </c:pt>
                <c:pt idx="89706">
                  <c:v>73.98</c:v>
                </c:pt>
                <c:pt idx="89707">
                  <c:v>106.96</c:v>
                </c:pt>
                <c:pt idx="89708">
                  <c:v>69.98</c:v>
                </c:pt>
                <c:pt idx="89709">
                  <c:v>109.94</c:v>
                </c:pt>
                <c:pt idx="89710">
                  <c:v>50.97</c:v>
                </c:pt>
                <c:pt idx="89711">
                  <c:v>131.97999999999999</c:v>
                </c:pt>
                <c:pt idx="89712">
                  <c:v>128.68</c:v>
                </c:pt>
                <c:pt idx="89713">
                  <c:v>131.97999999999999</c:v>
                </c:pt>
                <c:pt idx="89714">
                  <c:v>93.47</c:v>
                </c:pt>
                <c:pt idx="89715">
                  <c:v>81.48</c:v>
                </c:pt>
                <c:pt idx="89716">
                  <c:v>81.48</c:v>
                </c:pt>
                <c:pt idx="89717">
                  <c:v>79.98</c:v>
                </c:pt>
                <c:pt idx="89718">
                  <c:v>66.98</c:v>
                </c:pt>
                <c:pt idx="89719">
                  <c:v>92.97</c:v>
                </c:pt>
                <c:pt idx="89720">
                  <c:v>134.97999999999999</c:v>
                </c:pt>
                <c:pt idx="89721">
                  <c:v>196.95</c:v>
                </c:pt>
                <c:pt idx="89722">
                  <c:v>138.44</c:v>
                </c:pt>
                <c:pt idx="89723">
                  <c:v>10.29</c:v>
                </c:pt>
                <c:pt idx="89724">
                  <c:v>111.96</c:v>
                </c:pt>
                <c:pt idx="89725">
                  <c:v>55.96</c:v>
                </c:pt>
                <c:pt idx="89726">
                  <c:v>59.99</c:v>
                </c:pt>
                <c:pt idx="89727">
                  <c:v>53.99</c:v>
                </c:pt>
                <c:pt idx="89728">
                  <c:v>69.95</c:v>
                </c:pt>
                <c:pt idx="89729">
                  <c:v>59.99</c:v>
                </c:pt>
                <c:pt idx="89730">
                  <c:v>9.0299999999999994</c:v>
                </c:pt>
                <c:pt idx="89731">
                  <c:v>120.95</c:v>
                </c:pt>
                <c:pt idx="89732">
                  <c:v>79.84</c:v>
                </c:pt>
                <c:pt idx="89733">
                  <c:v>65.989999999999995</c:v>
                </c:pt>
                <c:pt idx="89734">
                  <c:v>131.97999999999999</c:v>
                </c:pt>
                <c:pt idx="89735">
                  <c:v>263.95999999999998</c:v>
                </c:pt>
                <c:pt idx="89736">
                  <c:v>55.96</c:v>
                </c:pt>
                <c:pt idx="89737">
                  <c:v>51.56</c:v>
                </c:pt>
                <c:pt idx="89738">
                  <c:v>55.96</c:v>
                </c:pt>
                <c:pt idx="89739">
                  <c:v>54.92</c:v>
                </c:pt>
                <c:pt idx="89740">
                  <c:v>55.96</c:v>
                </c:pt>
                <c:pt idx="89741">
                  <c:v>58.97</c:v>
                </c:pt>
                <c:pt idx="89742">
                  <c:v>56.97</c:v>
                </c:pt>
                <c:pt idx="89743">
                  <c:v>48.42</c:v>
                </c:pt>
                <c:pt idx="89744">
                  <c:v>55.97</c:v>
                </c:pt>
                <c:pt idx="89745">
                  <c:v>57.97</c:v>
                </c:pt>
                <c:pt idx="89746">
                  <c:v>51.28</c:v>
                </c:pt>
                <c:pt idx="89747">
                  <c:v>70.47</c:v>
                </c:pt>
                <c:pt idx="89748">
                  <c:v>48.28</c:v>
                </c:pt>
                <c:pt idx="89749">
                  <c:v>14.29</c:v>
                </c:pt>
                <c:pt idx="89750">
                  <c:v>27.28</c:v>
                </c:pt>
                <c:pt idx="89751">
                  <c:v>12.99</c:v>
                </c:pt>
                <c:pt idx="89752">
                  <c:v>25.98</c:v>
                </c:pt>
                <c:pt idx="89753">
                  <c:v>67.260000000000005</c:v>
                </c:pt>
                <c:pt idx="89754">
                  <c:v>12.99</c:v>
                </c:pt>
                <c:pt idx="89755">
                  <c:v>12.98</c:v>
                </c:pt>
                <c:pt idx="89756">
                  <c:v>6.71</c:v>
                </c:pt>
                <c:pt idx="89757">
                  <c:v>12.99</c:v>
                </c:pt>
                <c:pt idx="89758">
                  <c:v>25.98</c:v>
                </c:pt>
                <c:pt idx="89759">
                  <c:v>14.29</c:v>
                </c:pt>
                <c:pt idx="89760">
                  <c:v>12.99</c:v>
                </c:pt>
                <c:pt idx="89761">
                  <c:v>27.28</c:v>
                </c:pt>
                <c:pt idx="89762">
                  <c:v>27.28</c:v>
                </c:pt>
                <c:pt idx="89763">
                  <c:v>27.28</c:v>
                </c:pt>
                <c:pt idx="89764">
                  <c:v>67.260000000000005</c:v>
                </c:pt>
                <c:pt idx="89765">
                  <c:v>12.98</c:v>
                </c:pt>
                <c:pt idx="89766">
                  <c:v>27.02</c:v>
                </c:pt>
                <c:pt idx="89767">
                  <c:v>27.02</c:v>
                </c:pt>
                <c:pt idx="89768">
                  <c:v>6.71</c:v>
                </c:pt>
                <c:pt idx="89769">
                  <c:v>18.13</c:v>
                </c:pt>
                <c:pt idx="89770">
                  <c:v>18.13</c:v>
                </c:pt>
                <c:pt idx="89771">
                  <c:v>64.010000000000005</c:v>
                </c:pt>
                <c:pt idx="89772">
                  <c:v>18.13</c:v>
                </c:pt>
                <c:pt idx="89773">
                  <c:v>79.849999999999994</c:v>
                </c:pt>
                <c:pt idx="89774">
                  <c:v>102.83</c:v>
                </c:pt>
                <c:pt idx="89775">
                  <c:v>78.400000000000006</c:v>
                </c:pt>
                <c:pt idx="89776">
                  <c:v>96.78</c:v>
                </c:pt>
                <c:pt idx="89777">
                  <c:v>87.97</c:v>
                </c:pt>
                <c:pt idx="89778">
                  <c:v>50.13</c:v>
                </c:pt>
                <c:pt idx="89779">
                  <c:v>197.73</c:v>
                </c:pt>
                <c:pt idx="89780">
                  <c:v>64.92</c:v>
                </c:pt>
                <c:pt idx="89781">
                  <c:v>61.69</c:v>
                </c:pt>
                <c:pt idx="89782">
                  <c:v>221.38</c:v>
                </c:pt>
                <c:pt idx="89783">
                  <c:v>49.99</c:v>
                </c:pt>
                <c:pt idx="89784">
                  <c:v>79.84</c:v>
                </c:pt>
                <c:pt idx="89785">
                  <c:v>309.89999999999998</c:v>
                </c:pt>
                <c:pt idx="89786">
                  <c:v>154.94999999999999</c:v>
                </c:pt>
                <c:pt idx="89787">
                  <c:v>104.96</c:v>
                </c:pt>
                <c:pt idx="89788">
                  <c:v>78.97</c:v>
                </c:pt>
                <c:pt idx="89789">
                  <c:v>40.47</c:v>
                </c:pt>
                <c:pt idx="89790">
                  <c:v>56.97</c:v>
                </c:pt>
                <c:pt idx="89791">
                  <c:v>49.99</c:v>
                </c:pt>
                <c:pt idx="89792">
                  <c:v>39.479999999999997</c:v>
                </c:pt>
                <c:pt idx="89793">
                  <c:v>68.48</c:v>
                </c:pt>
                <c:pt idx="89794">
                  <c:v>135.46</c:v>
                </c:pt>
                <c:pt idx="89795">
                  <c:v>31.48</c:v>
                </c:pt>
                <c:pt idx="89796">
                  <c:v>31.48</c:v>
                </c:pt>
                <c:pt idx="89797">
                  <c:v>16.489999999999998</c:v>
                </c:pt>
                <c:pt idx="89798">
                  <c:v>56.96</c:v>
                </c:pt>
                <c:pt idx="89799">
                  <c:v>104.96</c:v>
                </c:pt>
                <c:pt idx="89800">
                  <c:v>124.98</c:v>
                </c:pt>
                <c:pt idx="89801">
                  <c:v>112.48</c:v>
                </c:pt>
                <c:pt idx="89802">
                  <c:v>54.98</c:v>
                </c:pt>
                <c:pt idx="89803">
                  <c:v>140.53</c:v>
                </c:pt>
                <c:pt idx="89804">
                  <c:v>166.92</c:v>
                </c:pt>
                <c:pt idx="89805">
                  <c:v>240.94</c:v>
                </c:pt>
                <c:pt idx="89806">
                  <c:v>252.74</c:v>
                </c:pt>
                <c:pt idx="89807">
                  <c:v>136.74</c:v>
                </c:pt>
                <c:pt idx="89808">
                  <c:v>57.98</c:v>
                </c:pt>
                <c:pt idx="89809">
                  <c:v>59.98</c:v>
                </c:pt>
                <c:pt idx="89810">
                  <c:v>59.98</c:v>
                </c:pt>
                <c:pt idx="89811">
                  <c:v>119.9</c:v>
                </c:pt>
                <c:pt idx="89812">
                  <c:v>95.92</c:v>
                </c:pt>
                <c:pt idx="89813">
                  <c:v>119.9</c:v>
                </c:pt>
                <c:pt idx="89814">
                  <c:v>119.9</c:v>
                </c:pt>
                <c:pt idx="89815">
                  <c:v>86.98</c:v>
                </c:pt>
                <c:pt idx="89816">
                  <c:v>50.98</c:v>
                </c:pt>
                <c:pt idx="89817">
                  <c:v>50.97</c:v>
                </c:pt>
                <c:pt idx="89818">
                  <c:v>0</c:v>
                </c:pt>
                <c:pt idx="89819">
                  <c:v>65.989999999999995</c:v>
                </c:pt>
                <c:pt idx="89820">
                  <c:v>12.99</c:v>
                </c:pt>
                <c:pt idx="89821">
                  <c:v>51.76</c:v>
                </c:pt>
                <c:pt idx="89822">
                  <c:v>97.97</c:v>
                </c:pt>
                <c:pt idx="89823">
                  <c:v>51.76</c:v>
                </c:pt>
                <c:pt idx="89824">
                  <c:v>79.989999999999995</c:v>
                </c:pt>
                <c:pt idx="89825">
                  <c:v>54.99</c:v>
                </c:pt>
                <c:pt idx="89826">
                  <c:v>79.989999999999995</c:v>
                </c:pt>
                <c:pt idx="89827">
                  <c:v>79.989999999999995</c:v>
                </c:pt>
                <c:pt idx="89828">
                  <c:v>159.97999999999999</c:v>
                </c:pt>
                <c:pt idx="89829">
                  <c:v>120.98</c:v>
                </c:pt>
                <c:pt idx="89830">
                  <c:v>54.28</c:v>
                </c:pt>
                <c:pt idx="89831">
                  <c:v>56.97</c:v>
                </c:pt>
                <c:pt idx="89832">
                  <c:v>55.96</c:v>
                </c:pt>
                <c:pt idx="89833">
                  <c:v>75.959999999999994</c:v>
                </c:pt>
                <c:pt idx="89834">
                  <c:v>55.96</c:v>
                </c:pt>
                <c:pt idx="89835">
                  <c:v>111.56</c:v>
                </c:pt>
                <c:pt idx="89836">
                  <c:v>83.97</c:v>
                </c:pt>
                <c:pt idx="89837">
                  <c:v>74.97</c:v>
                </c:pt>
                <c:pt idx="89838">
                  <c:v>113.94</c:v>
                </c:pt>
                <c:pt idx="89839">
                  <c:v>69.97</c:v>
                </c:pt>
                <c:pt idx="89840">
                  <c:v>68.98</c:v>
                </c:pt>
                <c:pt idx="89841">
                  <c:v>99.98</c:v>
                </c:pt>
                <c:pt idx="89842">
                  <c:v>150.18</c:v>
                </c:pt>
                <c:pt idx="89843">
                  <c:v>134.97999999999999</c:v>
                </c:pt>
                <c:pt idx="89844">
                  <c:v>114.97</c:v>
                </c:pt>
                <c:pt idx="89845">
                  <c:v>62.97</c:v>
                </c:pt>
                <c:pt idx="89846">
                  <c:v>108.98</c:v>
                </c:pt>
                <c:pt idx="89847">
                  <c:v>125.97</c:v>
                </c:pt>
                <c:pt idx="89848">
                  <c:v>109.98</c:v>
                </c:pt>
                <c:pt idx="89849">
                  <c:v>54.09</c:v>
                </c:pt>
                <c:pt idx="89850">
                  <c:v>90.92</c:v>
                </c:pt>
                <c:pt idx="89851">
                  <c:v>56.97</c:v>
                </c:pt>
                <c:pt idx="89852">
                  <c:v>103.97</c:v>
                </c:pt>
                <c:pt idx="89853">
                  <c:v>56.97</c:v>
                </c:pt>
                <c:pt idx="89854">
                  <c:v>56.97</c:v>
                </c:pt>
                <c:pt idx="89855">
                  <c:v>204.97</c:v>
                </c:pt>
                <c:pt idx="89856">
                  <c:v>16.489999999999998</c:v>
                </c:pt>
                <c:pt idx="89857">
                  <c:v>69.989999999999995</c:v>
                </c:pt>
                <c:pt idx="89858">
                  <c:v>83.48</c:v>
                </c:pt>
                <c:pt idx="89859">
                  <c:v>69.989999999999995</c:v>
                </c:pt>
                <c:pt idx="89860">
                  <c:v>131.97999999999999</c:v>
                </c:pt>
                <c:pt idx="89861">
                  <c:v>50.98</c:v>
                </c:pt>
                <c:pt idx="89862">
                  <c:v>155.97</c:v>
                </c:pt>
                <c:pt idx="89863">
                  <c:v>118.26</c:v>
                </c:pt>
                <c:pt idx="89864">
                  <c:v>59.94</c:v>
                </c:pt>
                <c:pt idx="89865">
                  <c:v>69.98</c:v>
                </c:pt>
                <c:pt idx="89866">
                  <c:v>71.47</c:v>
                </c:pt>
                <c:pt idx="89867">
                  <c:v>70.989999999999995</c:v>
                </c:pt>
                <c:pt idx="89868">
                  <c:v>59.98</c:v>
                </c:pt>
                <c:pt idx="89869">
                  <c:v>64.98</c:v>
                </c:pt>
                <c:pt idx="89870">
                  <c:v>44.38</c:v>
                </c:pt>
                <c:pt idx="89871">
                  <c:v>68.989999999999995</c:v>
                </c:pt>
                <c:pt idx="89872">
                  <c:v>74.98</c:v>
                </c:pt>
                <c:pt idx="89873">
                  <c:v>59.98</c:v>
                </c:pt>
                <c:pt idx="89874">
                  <c:v>54.98</c:v>
                </c:pt>
                <c:pt idx="89875">
                  <c:v>54.98</c:v>
                </c:pt>
                <c:pt idx="89876">
                  <c:v>59.98</c:v>
                </c:pt>
                <c:pt idx="89877">
                  <c:v>59.98</c:v>
                </c:pt>
                <c:pt idx="89878">
                  <c:v>54.98</c:v>
                </c:pt>
                <c:pt idx="89879">
                  <c:v>21.49</c:v>
                </c:pt>
                <c:pt idx="89880">
                  <c:v>129.97999999999999</c:v>
                </c:pt>
                <c:pt idx="89881">
                  <c:v>15.49</c:v>
                </c:pt>
                <c:pt idx="89882">
                  <c:v>26.49</c:v>
                </c:pt>
                <c:pt idx="89883">
                  <c:v>97.04</c:v>
                </c:pt>
                <c:pt idx="89884">
                  <c:v>98.98</c:v>
                </c:pt>
                <c:pt idx="89885">
                  <c:v>29.48</c:v>
                </c:pt>
                <c:pt idx="89886">
                  <c:v>84.99</c:v>
                </c:pt>
                <c:pt idx="89887">
                  <c:v>70.989999999999995</c:v>
                </c:pt>
                <c:pt idx="89888">
                  <c:v>84.99</c:v>
                </c:pt>
                <c:pt idx="89889">
                  <c:v>84.99</c:v>
                </c:pt>
                <c:pt idx="89890">
                  <c:v>187.92</c:v>
                </c:pt>
                <c:pt idx="89891">
                  <c:v>229.9</c:v>
                </c:pt>
                <c:pt idx="89892">
                  <c:v>220.42</c:v>
                </c:pt>
                <c:pt idx="89893">
                  <c:v>229.9</c:v>
                </c:pt>
                <c:pt idx="89894">
                  <c:v>231.91</c:v>
                </c:pt>
                <c:pt idx="89895">
                  <c:v>220.42</c:v>
                </c:pt>
                <c:pt idx="89896">
                  <c:v>187.92</c:v>
                </c:pt>
                <c:pt idx="89897">
                  <c:v>231.91</c:v>
                </c:pt>
                <c:pt idx="89898">
                  <c:v>125.8</c:v>
                </c:pt>
                <c:pt idx="89899">
                  <c:v>122.16</c:v>
                </c:pt>
                <c:pt idx="89900">
                  <c:v>70.14</c:v>
                </c:pt>
                <c:pt idx="89901">
                  <c:v>65.989999999999995</c:v>
                </c:pt>
                <c:pt idx="89902">
                  <c:v>131.97999999999999</c:v>
                </c:pt>
                <c:pt idx="89903">
                  <c:v>118.78</c:v>
                </c:pt>
                <c:pt idx="89904">
                  <c:v>59.39</c:v>
                </c:pt>
                <c:pt idx="89905">
                  <c:v>79.98</c:v>
                </c:pt>
                <c:pt idx="89906">
                  <c:v>50.38</c:v>
                </c:pt>
                <c:pt idx="89907">
                  <c:v>84.99</c:v>
                </c:pt>
                <c:pt idx="89908">
                  <c:v>59.46</c:v>
                </c:pt>
                <c:pt idx="89909">
                  <c:v>54.39</c:v>
                </c:pt>
                <c:pt idx="89910">
                  <c:v>51.42</c:v>
                </c:pt>
                <c:pt idx="89911">
                  <c:v>159.43</c:v>
                </c:pt>
                <c:pt idx="89912">
                  <c:v>75.98</c:v>
                </c:pt>
                <c:pt idx="89913">
                  <c:v>75.98</c:v>
                </c:pt>
                <c:pt idx="89914">
                  <c:v>75.98</c:v>
                </c:pt>
                <c:pt idx="89915">
                  <c:v>89.97</c:v>
                </c:pt>
                <c:pt idx="89916">
                  <c:v>15.49</c:v>
                </c:pt>
                <c:pt idx="89917">
                  <c:v>112.96</c:v>
                </c:pt>
                <c:pt idx="89918">
                  <c:v>137.91999999999999</c:v>
                </c:pt>
                <c:pt idx="89919">
                  <c:v>79.989999999999995</c:v>
                </c:pt>
                <c:pt idx="89920">
                  <c:v>133.97</c:v>
                </c:pt>
                <c:pt idx="89921">
                  <c:v>132.96</c:v>
                </c:pt>
                <c:pt idx="89922">
                  <c:v>33.479999999999997</c:v>
                </c:pt>
                <c:pt idx="89923">
                  <c:v>212.94</c:v>
                </c:pt>
                <c:pt idx="89924">
                  <c:v>63.96</c:v>
                </c:pt>
                <c:pt idx="89925">
                  <c:v>81.64</c:v>
                </c:pt>
                <c:pt idx="89926">
                  <c:v>99.98</c:v>
                </c:pt>
                <c:pt idx="89927">
                  <c:v>84.99</c:v>
                </c:pt>
                <c:pt idx="89928">
                  <c:v>99.98</c:v>
                </c:pt>
                <c:pt idx="89929">
                  <c:v>84.99</c:v>
                </c:pt>
                <c:pt idx="89930">
                  <c:v>100.98</c:v>
                </c:pt>
                <c:pt idx="89931">
                  <c:v>75.989999999999995</c:v>
                </c:pt>
                <c:pt idx="89932">
                  <c:v>71.989999999999995</c:v>
                </c:pt>
                <c:pt idx="89933">
                  <c:v>104.98</c:v>
                </c:pt>
                <c:pt idx="89934">
                  <c:v>163.28</c:v>
                </c:pt>
                <c:pt idx="89935">
                  <c:v>66.489999999999995</c:v>
                </c:pt>
                <c:pt idx="89936">
                  <c:v>72.53</c:v>
                </c:pt>
                <c:pt idx="89937">
                  <c:v>67.98</c:v>
                </c:pt>
                <c:pt idx="89938">
                  <c:v>48.78</c:v>
                </c:pt>
                <c:pt idx="89939">
                  <c:v>67.98</c:v>
                </c:pt>
                <c:pt idx="89940">
                  <c:v>59.96</c:v>
                </c:pt>
                <c:pt idx="89941">
                  <c:v>449.85</c:v>
                </c:pt>
                <c:pt idx="89942">
                  <c:v>79.95</c:v>
                </c:pt>
                <c:pt idx="89943">
                  <c:v>130.97</c:v>
                </c:pt>
                <c:pt idx="89944">
                  <c:v>79.98</c:v>
                </c:pt>
                <c:pt idx="89945">
                  <c:v>158.94999999999999</c:v>
                </c:pt>
                <c:pt idx="89946">
                  <c:v>239.92</c:v>
                </c:pt>
                <c:pt idx="89947">
                  <c:v>119.96</c:v>
                </c:pt>
                <c:pt idx="89948">
                  <c:v>89.97</c:v>
                </c:pt>
                <c:pt idx="89949">
                  <c:v>53.97</c:v>
                </c:pt>
                <c:pt idx="89950">
                  <c:v>74.95</c:v>
                </c:pt>
                <c:pt idx="89951">
                  <c:v>71.94</c:v>
                </c:pt>
                <c:pt idx="89952">
                  <c:v>74.95</c:v>
                </c:pt>
                <c:pt idx="89953">
                  <c:v>59.96</c:v>
                </c:pt>
                <c:pt idx="89954">
                  <c:v>-71.94</c:v>
                </c:pt>
                <c:pt idx="89955">
                  <c:v>108.86</c:v>
                </c:pt>
                <c:pt idx="89956">
                  <c:v>91.91</c:v>
                </c:pt>
                <c:pt idx="89957">
                  <c:v>68.930000000000007</c:v>
                </c:pt>
                <c:pt idx="89958">
                  <c:v>68.930000000000007</c:v>
                </c:pt>
                <c:pt idx="89959">
                  <c:v>74.97</c:v>
                </c:pt>
                <c:pt idx="89960">
                  <c:v>80.97</c:v>
                </c:pt>
                <c:pt idx="89961">
                  <c:v>89.97</c:v>
                </c:pt>
                <c:pt idx="89962">
                  <c:v>149.94999999999999</c:v>
                </c:pt>
                <c:pt idx="89963">
                  <c:v>59.98</c:v>
                </c:pt>
                <c:pt idx="89964">
                  <c:v>46.29</c:v>
                </c:pt>
                <c:pt idx="89965">
                  <c:v>20.29</c:v>
                </c:pt>
                <c:pt idx="89966">
                  <c:v>51.29</c:v>
                </c:pt>
                <c:pt idx="89967">
                  <c:v>46.29</c:v>
                </c:pt>
                <c:pt idx="89968">
                  <c:v>20.29</c:v>
                </c:pt>
                <c:pt idx="89969">
                  <c:v>10.29</c:v>
                </c:pt>
                <c:pt idx="89970">
                  <c:v>10.29</c:v>
                </c:pt>
                <c:pt idx="89971">
                  <c:v>51.29</c:v>
                </c:pt>
                <c:pt idx="89972">
                  <c:v>239.97</c:v>
                </c:pt>
                <c:pt idx="89973">
                  <c:v>239.97</c:v>
                </c:pt>
                <c:pt idx="89974">
                  <c:v>89.36</c:v>
                </c:pt>
                <c:pt idx="89975">
                  <c:v>-0.5</c:v>
                </c:pt>
                <c:pt idx="89976">
                  <c:v>75.599999999999994</c:v>
                </c:pt>
                <c:pt idx="89977">
                  <c:v>62.9</c:v>
                </c:pt>
                <c:pt idx="89978">
                  <c:v>65.489999999999995</c:v>
                </c:pt>
                <c:pt idx="89979">
                  <c:v>29.89</c:v>
                </c:pt>
                <c:pt idx="89980">
                  <c:v>91.94</c:v>
                </c:pt>
                <c:pt idx="89981">
                  <c:v>70.16</c:v>
                </c:pt>
                <c:pt idx="89982">
                  <c:v>69.959999999999994</c:v>
                </c:pt>
                <c:pt idx="89983">
                  <c:v>57.98</c:v>
                </c:pt>
                <c:pt idx="89984">
                  <c:v>53.96</c:v>
                </c:pt>
                <c:pt idx="89985">
                  <c:v>59.97</c:v>
                </c:pt>
                <c:pt idx="89986">
                  <c:v>67.98</c:v>
                </c:pt>
                <c:pt idx="89987">
                  <c:v>219.97</c:v>
                </c:pt>
                <c:pt idx="89988">
                  <c:v>447.65</c:v>
                </c:pt>
                <c:pt idx="89989">
                  <c:v>59.98</c:v>
                </c:pt>
                <c:pt idx="89990">
                  <c:v>67.97</c:v>
                </c:pt>
                <c:pt idx="89991">
                  <c:v>160.96</c:v>
                </c:pt>
                <c:pt idx="89992">
                  <c:v>20.49</c:v>
                </c:pt>
                <c:pt idx="89993">
                  <c:v>172.46</c:v>
                </c:pt>
                <c:pt idx="89994">
                  <c:v>104.98</c:v>
                </c:pt>
                <c:pt idx="89995">
                  <c:v>98.98</c:v>
                </c:pt>
                <c:pt idx="89996">
                  <c:v>67.98</c:v>
                </c:pt>
                <c:pt idx="89997">
                  <c:v>175.47</c:v>
                </c:pt>
                <c:pt idx="89998">
                  <c:v>164.96</c:v>
                </c:pt>
                <c:pt idx="89999">
                  <c:v>63.74</c:v>
                </c:pt>
                <c:pt idx="90000">
                  <c:v>49.99</c:v>
                </c:pt>
                <c:pt idx="90001">
                  <c:v>191.95</c:v>
                </c:pt>
                <c:pt idx="90002">
                  <c:v>74.98</c:v>
                </c:pt>
                <c:pt idx="90003">
                  <c:v>89.98</c:v>
                </c:pt>
                <c:pt idx="90004">
                  <c:v>39.28</c:v>
                </c:pt>
                <c:pt idx="90005">
                  <c:v>113.96</c:v>
                </c:pt>
                <c:pt idx="90006">
                  <c:v>108.95</c:v>
                </c:pt>
                <c:pt idx="90007">
                  <c:v>231.92</c:v>
                </c:pt>
                <c:pt idx="90008">
                  <c:v>50.97</c:v>
                </c:pt>
                <c:pt idx="90009">
                  <c:v>50.97</c:v>
                </c:pt>
                <c:pt idx="90010">
                  <c:v>65.97</c:v>
                </c:pt>
                <c:pt idx="90011">
                  <c:v>53.97</c:v>
                </c:pt>
                <c:pt idx="90012">
                  <c:v>114.91</c:v>
                </c:pt>
                <c:pt idx="90013">
                  <c:v>82.26</c:v>
                </c:pt>
                <c:pt idx="90014">
                  <c:v>145.94</c:v>
                </c:pt>
                <c:pt idx="90015">
                  <c:v>145.94</c:v>
                </c:pt>
                <c:pt idx="90016">
                  <c:v>89.94</c:v>
                </c:pt>
                <c:pt idx="90017">
                  <c:v>218.91</c:v>
                </c:pt>
                <c:pt idx="90018">
                  <c:v>89.94</c:v>
                </c:pt>
                <c:pt idx="90019">
                  <c:v>218.91</c:v>
                </c:pt>
                <c:pt idx="90020">
                  <c:v>95.98</c:v>
                </c:pt>
                <c:pt idx="90021">
                  <c:v>84.99</c:v>
                </c:pt>
                <c:pt idx="90022">
                  <c:v>95.98</c:v>
                </c:pt>
                <c:pt idx="90023">
                  <c:v>84.99</c:v>
                </c:pt>
                <c:pt idx="90024">
                  <c:v>141.9</c:v>
                </c:pt>
                <c:pt idx="90025">
                  <c:v>75.959999999999994</c:v>
                </c:pt>
                <c:pt idx="90026">
                  <c:v>168.27</c:v>
                </c:pt>
                <c:pt idx="90027">
                  <c:v>254.97</c:v>
                </c:pt>
                <c:pt idx="90028">
                  <c:v>65.989999999999995</c:v>
                </c:pt>
                <c:pt idx="90029">
                  <c:v>156.94999999999999</c:v>
                </c:pt>
                <c:pt idx="90030">
                  <c:v>144.47999999999999</c:v>
                </c:pt>
                <c:pt idx="90031">
                  <c:v>152.97999999999999</c:v>
                </c:pt>
                <c:pt idx="90032">
                  <c:v>65.989999999999995</c:v>
                </c:pt>
                <c:pt idx="90033">
                  <c:v>84.99</c:v>
                </c:pt>
                <c:pt idx="90034">
                  <c:v>30.05</c:v>
                </c:pt>
                <c:pt idx="90035">
                  <c:v>65.989999999999995</c:v>
                </c:pt>
                <c:pt idx="90036">
                  <c:v>65.989999999999995</c:v>
                </c:pt>
                <c:pt idx="90037">
                  <c:v>63.71</c:v>
                </c:pt>
                <c:pt idx="90038">
                  <c:v>103.66</c:v>
                </c:pt>
                <c:pt idx="90039">
                  <c:v>162.37</c:v>
                </c:pt>
                <c:pt idx="90040">
                  <c:v>121.07</c:v>
                </c:pt>
                <c:pt idx="90041">
                  <c:v>59.98</c:v>
                </c:pt>
                <c:pt idx="90042">
                  <c:v>79.849999999999994</c:v>
                </c:pt>
                <c:pt idx="90043">
                  <c:v>96.78</c:v>
                </c:pt>
                <c:pt idx="90044">
                  <c:v>61.67</c:v>
                </c:pt>
                <c:pt idx="90045">
                  <c:v>37.47</c:v>
                </c:pt>
                <c:pt idx="90046">
                  <c:v>49.59</c:v>
                </c:pt>
                <c:pt idx="90047">
                  <c:v>67.739999999999995</c:v>
                </c:pt>
                <c:pt idx="90048">
                  <c:v>71.09</c:v>
                </c:pt>
                <c:pt idx="90049">
                  <c:v>48.58</c:v>
                </c:pt>
                <c:pt idx="90050">
                  <c:v>201.95</c:v>
                </c:pt>
                <c:pt idx="90051">
                  <c:v>81.67</c:v>
                </c:pt>
                <c:pt idx="90052">
                  <c:v>59.97</c:v>
                </c:pt>
                <c:pt idx="90053">
                  <c:v>53.98</c:v>
                </c:pt>
                <c:pt idx="90054">
                  <c:v>59.95</c:v>
                </c:pt>
                <c:pt idx="90055">
                  <c:v>95.96</c:v>
                </c:pt>
                <c:pt idx="90056">
                  <c:v>131.97999999999999</c:v>
                </c:pt>
                <c:pt idx="90057">
                  <c:v>317.94</c:v>
                </c:pt>
                <c:pt idx="90058">
                  <c:v>133.97999999999999</c:v>
                </c:pt>
                <c:pt idx="90059">
                  <c:v>84.99</c:v>
                </c:pt>
                <c:pt idx="90060">
                  <c:v>184.8</c:v>
                </c:pt>
                <c:pt idx="90061">
                  <c:v>17.940000000000001</c:v>
                </c:pt>
                <c:pt idx="90062">
                  <c:v>36.479999999999997</c:v>
                </c:pt>
                <c:pt idx="90063">
                  <c:v>55.98</c:v>
                </c:pt>
                <c:pt idx="90064">
                  <c:v>58.98</c:v>
                </c:pt>
                <c:pt idx="90065">
                  <c:v>76.489999999999995</c:v>
                </c:pt>
                <c:pt idx="90066">
                  <c:v>109.97</c:v>
                </c:pt>
                <c:pt idx="90067">
                  <c:v>72.239999999999995</c:v>
                </c:pt>
                <c:pt idx="90068">
                  <c:v>117.76</c:v>
                </c:pt>
                <c:pt idx="90069">
                  <c:v>83.81</c:v>
                </c:pt>
                <c:pt idx="90070">
                  <c:v>208.08</c:v>
                </c:pt>
                <c:pt idx="90071">
                  <c:v>284.27999999999997</c:v>
                </c:pt>
                <c:pt idx="90072">
                  <c:v>219.8</c:v>
                </c:pt>
                <c:pt idx="90073">
                  <c:v>108.84</c:v>
                </c:pt>
                <c:pt idx="90074">
                  <c:v>65.290000000000006</c:v>
                </c:pt>
                <c:pt idx="90075">
                  <c:v>72.55</c:v>
                </c:pt>
                <c:pt idx="90076">
                  <c:v>96.79</c:v>
                </c:pt>
                <c:pt idx="90077">
                  <c:v>58.56</c:v>
                </c:pt>
                <c:pt idx="90078">
                  <c:v>129.97999999999999</c:v>
                </c:pt>
                <c:pt idx="90079">
                  <c:v>159.96</c:v>
                </c:pt>
                <c:pt idx="90080">
                  <c:v>53.88</c:v>
                </c:pt>
                <c:pt idx="90081">
                  <c:v>53.98</c:v>
                </c:pt>
                <c:pt idx="90082">
                  <c:v>17.489999999999998</c:v>
                </c:pt>
                <c:pt idx="90083">
                  <c:v>55.94</c:v>
                </c:pt>
                <c:pt idx="90084">
                  <c:v>67.98</c:v>
                </c:pt>
                <c:pt idx="90085">
                  <c:v>184.97</c:v>
                </c:pt>
                <c:pt idx="90086">
                  <c:v>65.989999999999995</c:v>
                </c:pt>
                <c:pt idx="90087">
                  <c:v>115.95</c:v>
                </c:pt>
                <c:pt idx="90088">
                  <c:v>79.98</c:v>
                </c:pt>
                <c:pt idx="90089">
                  <c:v>64.83</c:v>
                </c:pt>
                <c:pt idx="90090">
                  <c:v>98.98</c:v>
                </c:pt>
                <c:pt idx="90091">
                  <c:v>65.989999999999995</c:v>
                </c:pt>
                <c:pt idx="90092">
                  <c:v>84.99</c:v>
                </c:pt>
                <c:pt idx="90093">
                  <c:v>84.18</c:v>
                </c:pt>
                <c:pt idx="90094">
                  <c:v>84.18</c:v>
                </c:pt>
                <c:pt idx="90095">
                  <c:v>98.13</c:v>
                </c:pt>
                <c:pt idx="90096">
                  <c:v>109.98</c:v>
                </c:pt>
                <c:pt idx="90097">
                  <c:v>59.98</c:v>
                </c:pt>
                <c:pt idx="90098">
                  <c:v>102.97</c:v>
                </c:pt>
                <c:pt idx="90099">
                  <c:v>89.96</c:v>
                </c:pt>
                <c:pt idx="90100">
                  <c:v>125.57</c:v>
                </c:pt>
                <c:pt idx="90101">
                  <c:v>55.97</c:v>
                </c:pt>
                <c:pt idx="90102">
                  <c:v>64.989999999999995</c:v>
                </c:pt>
                <c:pt idx="90103">
                  <c:v>57.68</c:v>
                </c:pt>
                <c:pt idx="90104">
                  <c:v>64.98</c:v>
                </c:pt>
                <c:pt idx="90105">
                  <c:v>59.96</c:v>
                </c:pt>
                <c:pt idx="90106">
                  <c:v>76.489999999999995</c:v>
                </c:pt>
                <c:pt idx="90107">
                  <c:v>59.96</c:v>
                </c:pt>
                <c:pt idx="90108">
                  <c:v>87.97</c:v>
                </c:pt>
                <c:pt idx="90109">
                  <c:v>49.48</c:v>
                </c:pt>
                <c:pt idx="90110">
                  <c:v>54.98</c:v>
                </c:pt>
                <c:pt idx="90111">
                  <c:v>40.49</c:v>
                </c:pt>
                <c:pt idx="90112">
                  <c:v>61.98</c:v>
                </c:pt>
                <c:pt idx="90113">
                  <c:v>78.98</c:v>
                </c:pt>
                <c:pt idx="90114">
                  <c:v>53.98</c:v>
                </c:pt>
                <c:pt idx="90115">
                  <c:v>148.97</c:v>
                </c:pt>
                <c:pt idx="90116">
                  <c:v>54.98</c:v>
                </c:pt>
                <c:pt idx="90117">
                  <c:v>119.97</c:v>
                </c:pt>
                <c:pt idx="90118">
                  <c:v>119.96</c:v>
                </c:pt>
                <c:pt idx="90119">
                  <c:v>135.96</c:v>
                </c:pt>
                <c:pt idx="90120">
                  <c:v>67.98</c:v>
                </c:pt>
                <c:pt idx="90121">
                  <c:v>89.9</c:v>
                </c:pt>
                <c:pt idx="90122">
                  <c:v>59.98</c:v>
                </c:pt>
                <c:pt idx="90123">
                  <c:v>53.97</c:v>
                </c:pt>
                <c:pt idx="90124">
                  <c:v>59.98</c:v>
                </c:pt>
                <c:pt idx="90125">
                  <c:v>59.98</c:v>
                </c:pt>
                <c:pt idx="90126">
                  <c:v>59.98</c:v>
                </c:pt>
                <c:pt idx="90127">
                  <c:v>59.98</c:v>
                </c:pt>
                <c:pt idx="90128">
                  <c:v>89.97</c:v>
                </c:pt>
                <c:pt idx="90129">
                  <c:v>55.98</c:v>
                </c:pt>
                <c:pt idx="90130">
                  <c:v>91.96</c:v>
                </c:pt>
                <c:pt idx="90131">
                  <c:v>69.959999999999994</c:v>
                </c:pt>
                <c:pt idx="90132">
                  <c:v>123.96</c:v>
                </c:pt>
                <c:pt idx="90133">
                  <c:v>91.96</c:v>
                </c:pt>
                <c:pt idx="90134">
                  <c:v>65.959999999999994</c:v>
                </c:pt>
                <c:pt idx="90135">
                  <c:v>84.99</c:v>
                </c:pt>
                <c:pt idx="90136">
                  <c:v>73.48</c:v>
                </c:pt>
                <c:pt idx="90137">
                  <c:v>84.99</c:v>
                </c:pt>
                <c:pt idx="90138">
                  <c:v>51.96</c:v>
                </c:pt>
                <c:pt idx="90139">
                  <c:v>26.29</c:v>
                </c:pt>
                <c:pt idx="90140">
                  <c:v>75.959999999999994</c:v>
                </c:pt>
                <c:pt idx="90141">
                  <c:v>55.45</c:v>
                </c:pt>
                <c:pt idx="90142">
                  <c:v>27.28</c:v>
                </c:pt>
                <c:pt idx="90143">
                  <c:v>26.29</c:v>
                </c:pt>
                <c:pt idx="90144">
                  <c:v>59.98</c:v>
                </c:pt>
                <c:pt idx="90145">
                  <c:v>71.22</c:v>
                </c:pt>
                <c:pt idx="90146">
                  <c:v>119.96</c:v>
                </c:pt>
                <c:pt idx="90147">
                  <c:v>53.98</c:v>
                </c:pt>
                <c:pt idx="90148">
                  <c:v>137.94999999999999</c:v>
                </c:pt>
                <c:pt idx="90149">
                  <c:v>149.9</c:v>
                </c:pt>
                <c:pt idx="90150">
                  <c:v>62.47</c:v>
                </c:pt>
                <c:pt idx="90151">
                  <c:v>67.98</c:v>
                </c:pt>
                <c:pt idx="90152">
                  <c:v>59.96</c:v>
                </c:pt>
                <c:pt idx="90153">
                  <c:v>10.24</c:v>
                </c:pt>
                <c:pt idx="90154">
                  <c:v>104.96</c:v>
                </c:pt>
                <c:pt idx="90155">
                  <c:v>198.85</c:v>
                </c:pt>
                <c:pt idx="90156">
                  <c:v>141.96</c:v>
                </c:pt>
                <c:pt idx="90157">
                  <c:v>26.49</c:v>
                </c:pt>
                <c:pt idx="90158">
                  <c:v>20.48</c:v>
                </c:pt>
                <c:pt idx="90159">
                  <c:v>51.49</c:v>
                </c:pt>
                <c:pt idx="90160">
                  <c:v>31.49</c:v>
                </c:pt>
                <c:pt idx="90161">
                  <c:v>26.49</c:v>
                </c:pt>
                <c:pt idx="90162">
                  <c:v>26.49</c:v>
                </c:pt>
                <c:pt idx="90163">
                  <c:v>20.48</c:v>
                </c:pt>
                <c:pt idx="90164">
                  <c:v>36.49</c:v>
                </c:pt>
                <c:pt idx="90165">
                  <c:v>100.98</c:v>
                </c:pt>
                <c:pt idx="90166">
                  <c:v>175.46</c:v>
                </c:pt>
                <c:pt idx="90167">
                  <c:v>135.47999999999999</c:v>
                </c:pt>
                <c:pt idx="90168">
                  <c:v>145.47</c:v>
                </c:pt>
                <c:pt idx="90169">
                  <c:v>76.45</c:v>
                </c:pt>
                <c:pt idx="90170">
                  <c:v>105.93</c:v>
                </c:pt>
                <c:pt idx="90171">
                  <c:v>125.93</c:v>
                </c:pt>
                <c:pt idx="90172">
                  <c:v>108.92</c:v>
                </c:pt>
                <c:pt idx="90173">
                  <c:v>78.180000000000007</c:v>
                </c:pt>
                <c:pt idx="90174">
                  <c:v>63.98</c:v>
                </c:pt>
                <c:pt idx="90175">
                  <c:v>62.88</c:v>
                </c:pt>
                <c:pt idx="90176">
                  <c:v>178.56</c:v>
                </c:pt>
                <c:pt idx="90177">
                  <c:v>55.96</c:v>
                </c:pt>
                <c:pt idx="90178">
                  <c:v>55.96</c:v>
                </c:pt>
                <c:pt idx="90179">
                  <c:v>55.96</c:v>
                </c:pt>
                <c:pt idx="90180">
                  <c:v>55.96</c:v>
                </c:pt>
                <c:pt idx="90181">
                  <c:v>50.36</c:v>
                </c:pt>
                <c:pt idx="90182">
                  <c:v>55.96</c:v>
                </c:pt>
                <c:pt idx="90183">
                  <c:v>55.96</c:v>
                </c:pt>
                <c:pt idx="90184">
                  <c:v>55.96</c:v>
                </c:pt>
                <c:pt idx="90185">
                  <c:v>143.94</c:v>
                </c:pt>
                <c:pt idx="90186">
                  <c:v>147.85</c:v>
                </c:pt>
                <c:pt idx="90187">
                  <c:v>149.94999999999999</c:v>
                </c:pt>
                <c:pt idx="90188">
                  <c:v>70.98</c:v>
                </c:pt>
                <c:pt idx="90189">
                  <c:v>19.989999999999998</c:v>
                </c:pt>
                <c:pt idx="90190">
                  <c:v>-49.99</c:v>
                </c:pt>
                <c:pt idx="90191">
                  <c:v>58.97</c:v>
                </c:pt>
                <c:pt idx="90192">
                  <c:v>57.96</c:v>
                </c:pt>
                <c:pt idx="90193">
                  <c:v>49.99</c:v>
                </c:pt>
                <c:pt idx="90194">
                  <c:v>56.97</c:v>
                </c:pt>
                <c:pt idx="90195">
                  <c:v>56.97</c:v>
                </c:pt>
                <c:pt idx="90196">
                  <c:v>65.489999999999995</c:v>
                </c:pt>
                <c:pt idx="90197">
                  <c:v>56.97</c:v>
                </c:pt>
                <c:pt idx="90198">
                  <c:v>76.489999999999995</c:v>
                </c:pt>
                <c:pt idx="90199">
                  <c:v>97.29</c:v>
                </c:pt>
                <c:pt idx="90200">
                  <c:v>99.98</c:v>
                </c:pt>
                <c:pt idx="90201">
                  <c:v>76.489999999999995</c:v>
                </c:pt>
                <c:pt idx="90202">
                  <c:v>98.97</c:v>
                </c:pt>
                <c:pt idx="90203">
                  <c:v>76.489999999999995</c:v>
                </c:pt>
                <c:pt idx="90204">
                  <c:v>142.97</c:v>
                </c:pt>
                <c:pt idx="90205">
                  <c:v>221.93</c:v>
                </c:pt>
                <c:pt idx="90206">
                  <c:v>79.98</c:v>
                </c:pt>
                <c:pt idx="90207">
                  <c:v>67.98</c:v>
                </c:pt>
                <c:pt idx="90208">
                  <c:v>79.98</c:v>
                </c:pt>
                <c:pt idx="90209">
                  <c:v>56.98</c:v>
                </c:pt>
                <c:pt idx="90210">
                  <c:v>79.98</c:v>
                </c:pt>
                <c:pt idx="90211">
                  <c:v>61.98</c:v>
                </c:pt>
                <c:pt idx="90212">
                  <c:v>61.98</c:v>
                </c:pt>
                <c:pt idx="90213">
                  <c:v>60.98</c:v>
                </c:pt>
                <c:pt idx="90214">
                  <c:v>101.95</c:v>
                </c:pt>
                <c:pt idx="90215">
                  <c:v>78.959999999999994</c:v>
                </c:pt>
                <c:pt idx="90216">
                  <c:v>44.47</c:v>
                </c:pt>
                <c:pt idx="90217">
                  <c:v>206.91</c:v>
                </c:pt>
                <c:pt idx="90218">
                  <c:v>54.98</c:v>
                </c:pt>
                <c:pt idx="90219">
                  <c:v>74.97</c:v>
                </c:pt>
                <c:pt idx="90220">
                  <c:v>115.96</c:v>
                </c:pt>
                <c:pt idx="90221">
                  <c:v>139.96</c:v>
                </c:pt>
                <c:pt idx="90222">
                  <c:v>108.6</c:v>
                </c:pt>
                <c:pt idx="90223">
                  <c:v>99.72</c:v>
                </c:pt>
                <c:pt idx="90224">
                  <c:v>99.87</c:v>
                </c:pt>
                <c:pt idx="90225">
                  <c:v>131.96</c:v>
                </c:pt>
                <c:pt idx="90226">
                  <c:v>48.48</c:v>
                </c:pt>
                <c:pt idx="90227">
                  <c:v>43.93</c:v>
                </c:pt>
                <c:pt idx="90228">
                  <c:v>37.93</c:v>
                </c:pt>
                <c:pt idx="90229">
                  <c:v>84.97</c:v>
                </c:pt>
                <c:pt idx="90230">
                  <c:v>99.98</c:v>
                </c:pt>
                <c:pt idx="90231">
                  <c:v>167.94</c:v>
                </c:pt>
                <c:pt idx="90232">
                  <c:v>111.96</c:v>
                </c:pt>
                <c:pt idx="90233">
                  <c:v>167.94</c:v>
                </c:pt>
                <c:pt idx="90234">
                  <c:v>143.97999999999999</c:v>
                </c:pt>
                <c:pt idx="90235">
                  <c:v>135.97999999999999</c:v>
                </c:pt>
                <c:pt idx="90236">
                  <c:v>79.989999999999995</c:v>
                </c:pt>
                <c:pt idx="90237">
                  <c:v>84.99</c:v>
                </c:pt>
                <c:pt idx="90238">
                  <c:v>84.99</c:v>
                </c:pt>
                <c:pt idx="90239">
                  <c:v>84.99</c:v>
                </c:pt>
                <c:pt idx="90240">
                  <c:v>88.38</c:v>
                </c:pt>
                <c:pt idx="90241">
                  <c:v>84.99</c:v>
                </c:pt>
                <c:pt idx="90242">
                  <c:v>83.48</c:v>
                </c:pt>
                <c:pt idx="90243">
                  <c:v>65.989999999999995</c:v>
                </c:pt>
                <c:pt idx="90244">
                  <c:v>84.99</c:v>
                </c:pt>
                <c:pt idx="90245">
                  <c:v>65.989999999999995</c:v>
                </c:pt>
                <c:pt idx="90246">
                  <c:v>95.97</c:v>
                </c:pt>
                <c:pt idx="90247">
                  <c:v>79.989999999999995</c:v>
                </c:pt>
                <c:pt idx="90248">
                  <c:v>79.989999999999995</c:v>
                </c:pt>
                <c:pt idx="90249">
                  <c:v>94.98</c:v>
                </c:pt>
                <c:pt idx="90250">
                  <c:v>124.16</c:v>
                </c:pt>
                <c:pt idx="90251">
                  <c:v>139.94999999999999</c:v>
                </c:pt>
                <c:pt idx="90252">
                  <c:v>162.94</c:v>
                </c:pt>
                <c:pt idx="90253">
                  <c:v>139.94999999999999</c:v>
                </c:pt>
                <c:pt idx="90254">
                  <c:v>55.78</c:v>
                </c:pt>
                <c:pt idx="90255">
                  <c:v>60.84</c:v>
                </c:pt>
                <c:pt idx="90256">
                  <c:v>55.78</c:v>
                </c:pt>
                <c:pt idx="90257">
                  <c:v>54.98</c:v>
                </c:pt>
                <c:pt idx="90258">
                  <c:v>51.98</c:v>
                </c:pt>
                <c:pt idx="90259">
                  <c:v>52.68</c:v>
                </c:pt>
                <c:pt idx="90260">
                  <c:v>52.68</c:v>
                </c:pt>
                <c:pt idx="90261">
                  <c:v>61.98</c:v>
                </c:pt>
                <c:pt idx="90262">
                  <c:v>64.989999999999995</c:v>
                </c:pt>
                <c:pt idx="90263">
                  <c:v>137.97999999999999</c:v>
                </c:pt>
                <c:pt idx="90264">
                  <c:v>169.98</c:v>
                </c:pt>
                <c:pt idx="90265">
                  <c:v>65.989999999999995</c:v>
                </c:pt>
                <c:pt idx="90266">
                  <c:v>64.989999999999995</c:v>
                </c:pt>
                <c:pt idx="90267">
                  <c:v>64.989999999999995</c:v>
                </c:pt>
                <c:pt idx="90268">
                  <c:v>79.98</c:v>
                </c:pt>
                <c:pt idx="90269">
                  <c:v>106.48</c:v>
                </c:pt>
                <c:pt idx="90270">
                  <c:v>69.989999999999995</c:v>
                </c:pt>
                <c:pt idx="90271">
                  <c:v>280.64999999999998</c:v>
                </c:pt>
                <c:pt idx="90272">
                  <c:v>203.24</c:v>
                </c:pt>
                <c:pt idx="90273">
                  <c:v>125.96</c:v>
                </c:pt>
                <c:pt idx="90274">
                  <c:v>75.97</c:v>
                </c:pt>
                <c:pt idx="90275">
                  <c:v>120.97</c:v>
                </c:pt>
                <c:pt idx="90276">
                  <c:v>116.95</c:v>
                </c:pt>
                <c:pt idx="90277">
                  <c:v>75.95</c:v>
                </c:pt>
                <c:pt idx="90278">
                  <c:v>93.97</c:v>
                </c:pt>
                <c:pt idx="90279">
                  <c:v>89.98</c:v>
                </c:pt>
                <c:pt idx="90280">
                  <c:v>53.98</c:v>
                </c:pt>
                <c:pt idx="90281">
                  <c:v>69.98</c:v>
                </c:pt>
                <c:pt idx="90282">
                  <c:v>89.97</c:v>
                </c:pt>
                <c:pt idx="90283">
                  <c:v>123.96</c:v>
                </c:pt>
                <c:pt idx="90284">
                  <c:v>125.46</c:v>
                </c:pt>
                <c:pt idx="90285">
                  <c:v>89.97</c:v>
                </c:pt>
                <c:pt idx="90286">
                  <c:v>-147.96</c:v>
                </c:pt>
                <c:pt idx="90287">
                  <c:v>147.96</c:v>
                </c:pt>
                <c:pt idx="90288">
                  <c:v>55.98</c:v>
                </c:pt>
                <c:pt idx="90289">
                  <c:v>59.98</c:v>
                </c:pt>
                <c:pt idx="90290">
                  <c:v>52.88</c:v>
                </c:pt>
                <c:pt idx="90291">
                  <c:v>59.98</c:v>
                </c:pt>
                <c:pt idx="90292">
                  <c:v>89.97</c:v>
                </c:pt>
                <c:pt idx="90293">
                  <c:v>59.98</c:v>
                </c:pt>
                <c:pt idx="90294">
                  <c:v>59.98</c:v>
                </c:pt>
                <c:pt idx="90295">
                  <c:v>56.97</c:v>
                </c:pt>
                <c:pt idx="90296">
                  <c:v>75.959999999999994</c:v>
                </c:pt>
                <c:pt idx="90297">
                  <c:v>47.24</c:v>
                </c:pt>
                <c:pt idx="90298">
                  <c:v>46.49</c:v>
                </c:pt>
                <c:pt idx="90299">
                  <c:v>72.97</c:v>
                </c:pt>
                <c:pt idx="90300">
                  <c:v>29.48</c:v>
                </c:pt>
                <c:pt idx="90301">
                  <c:v>55.96</c:v>
                </c:pt>
                <c:pt idx="90302">
                  <c:v>44.99</c:v>
                </c:pt>
                <c:pt idx="90303">
                  <c:v>46.49</c:v>
                </c:pt>
                <c:pt idx="90304">
                  <c:v>54.99</c:v>
                </c:pt>
                <c:pt idx="90305">
                  <c:v>69.98</c:v>
                </c:pt>
                <c:pt idx="90306">
                  <c:v>74.98</c:v>
                </c:pt>
                <c:pt idx="90307">
                  <c:v>59.97</c:v>
                </c:pt>
                <c:pt idx="90308">
                  <c:v>89.97</c:v>
                </c:pt>
                <c:pt idx="90309">
                  <c:v>84.97</c:v>
                </c:pt>
                <c:pt idx="90310">
                  <c:v>89.97</c:v>
                </c:pt>
                <c:pt idx="90311">
                  <c:v>89.97</c:v>
                </c:pt>
                <c:pt idx="90312">
                  <c:v>89.97</c:v>
                </c:pt>
                <c:pt idx="90313">
                  <c:v>136.94999999999999</c:v>
                </c:pt>
                <c:pt idx="90314">
                  <c:v>55.98</c:v>
                </c:pt>
                <c:pt idx="90315">
                  <c:v>111.96</c:v>
                </c:pt>
                <c:pt idx="90316">
                  <c:v>55.98</c:v>
                </c:pt>
                <c:pt idx="90317">
                  <c:v>83.97</c:v>
                </c:pt>
                <c:pt idx="90318">
                  <c:v>50.49</c:v>
                </c:pt>
                <c:pt idx="90319">
                  <c:v>65.989999999999995</c:v>
                </c:pt>
                <c:pt idx="90320">
                  <c:v>82.61</c:v>
                </c:pt>
                <c:pt idx="90321">
                  <c:v>148.97</c:v>
                </c:pt>
                <c:pt idx="90322">
                  <c:v>68.989999999999995</c:v>
                </c:pt>
                <c:pt idx="90323">
                  <c:v>73.569999999999993</c:v>
                </c:pt>
                <c:pt idx="90324">
                  <c:v>29.28</c:v>
                </c:pt>
                <c:pt idx="90325">
                  <c:v>122.98</c:v>
                </c:pt>
                <c:pt idx="90326">
                  <c:v>26.49</c:v>
                </c:pt>
                <c:pt idx="90327">
                  <c:v>96.98</c:v>
                </c:pt>
                <c:pt idx="90328">
                  <c:v>26.49</c:v>
                </c:pt>
                <c:pt idx="90329">
                  <c:v>71.97</c:v>
                </c:pt>
                <c:pt idx="90330">
                  <c:v>121.96</c:v>
                </c:pt>
                <c:pt idx="90331">
                  <c:v>87.88</c:v>
                </c:pt>
                <c:pt idx="90332">
                  <c:v>71.97</c:v>
                </c:pt>
                <c:pt idx="90333">
                  <c:v>86.38</c:v>
                </c:pt>
                <c:pt idx="90334">
                  <c:v>86.38</c:v>
                </c:pt>
                <c:pt idx="90335">
                  <c:v>96.98</c:v>
                </c:pt>
                <c:pt idx="90336">
                  <c:v>87.88</c:v>
                </c:pt>
                <c:pt idx="90337">
                  <c:v>121.96</c:v>
                </c:pt>
                <c:pt idx="90338">
                  <c:v>61.79</c:v>
                </c:pt>
                <c:pt idx="90339">
                  <c:v>51.76</c:v>
                </c:pt>
                <c:pt idx="90340">
                  <c:v>56.37</c:v>
                </c:pt>
                <c:pt idx="90341">
                  <c:v>55.97</c:v>
                </c:pt>
                <c:pt idx="90342">
                  <c:v>477.94</c:v>
                </c:pt>
                <c:pt idx="90343">
                  <c:v>229.97</c:v>
                </c:pt>
                <c:pt idx="90344">
                  <c:v>229.97</c:v>
                </c:pt>
                <c:pt idx="90345">
                  <c:v>477.94</c:v>
                </c:pt>
                <c:pt idx="90346">
                  <c:v>89.98</c:v>
                </c:pt>
                <c:pt idx="90347">
                  <c:v>64.97</c:v>
                </c:pt>
                <c:pt idx="90348">
                  <c:v>105.98</c:v>
                </c:pt>
                <c:pt idx="90349">
                  <c:v>59.98</c:v>
                </c:pt>
                <c:pt idx="90350">
                  <c:v>1.5</c:v>
                </c:pt>
                <c:pt idx="90351">
                  <c:v>105.98</c:v>
                </c:pt>
                <c:pt idx="90352">
                  <c:v>87.98</c:v>
                </c:pt>
                <c:pt idx="90353">
                  <c:v>99.98</c:v>
                </c:pt>
                <c:pt idx="90354">
                  <c:v>85.98</c:v>
                </c:pt>
                <c:pt idx="90355">
                  <c:v>55.96</c:v>
                </c:pt>
                <c:pt idx="90356">
                  <c:v>101.47</c:v>
                </c:pt>
                <c:pt idx="90357">
                  <c:v>55.96</c:v>
                </c:pt>
                <c:pt idx="90358">
                  <c:v>59.99</c:v>
                </c:pt>
                <c:pt idx="90359">
                  <c:v>96.78</c:v>
                </c:pt>
                <c:pt idx="90360">
                  <c:v>131.37</c:v>
                </c:pt>
                <c:pt idx="90361">
                  <c:v>84.99</c:v>
                </c:pt>
                <c:pt idx="90362">
                  <c:v>111.28</c:v>
                </c:pt>
                <c:pt idx="90363">
                  <c:v>100.39</c:v>
                </c:pt>
                <c:pt idx="90364">
                  <c:v>172.98</c:v>
                </c:pt>
                <c:pt idx="90365">
                  <c:v>84.99</c:v>
                </c:pt>
                <c:pt idx="90366">
                  <c:v>180.97</c:v>
                </c:pt>
                <c:pt idx="90367">
                  <c:v>169.98</c:v>
                </c:pt>
                <c:pt idx="90368">
                  <c:v>248.93</c:v>
                </c:pt>
                <c:pt idx="90369">
                  <c:v>82.26</c:v>
                </c:pt>
                <c:pt idx="90370">
                  <c:v>398.94</c:v>
                </c:pt>
                <c:pt idx="90371">
                  <c:v>113.01</c:v>
                </c:pt>
                <c:pt idx="90372">
                  <c:v>113.01</c:v>
                </c:pt>
                <c:pt idx="90373">
                  <c:v>113.01</c:v>
                </c:pt>
                <c:pt idx="90374">
                  <c:v>113.01</c:v>
                </c:pt>
                <c:pt idx="90375">
                  <c:v>113.01</c:v>
                </c:pt>
                <c:pt idx="90376">
                  <c:v>105.26</c:v>
                </c:pt>
                <c:pt idx="90377">
                  <c:v>105.26</c:v>
                </c:pt>
                <c:pt idx="90378">
                  <c:v>105.26</c:v>
                </c:pt>
                <c:pt idx="90379">
                  <c:v>113.01</c:v>
                </c:pt>
                <c:pt idx="90380">
                  <c:v>109.2</c:v>
                </c:pt>
                <c:pt idx="90381">
                  <c:v>105.26</c:v>
                </c:pt>
                <c:pt idx="90382">
                  <c:v>105.36</c:v>
                </c:pt>
                <c:pt idx="90383">
                  <c:v>105.36</c:v>
                </c:pt>
                <c:pt idx="90384">
                  <c:v>105.36</c:v>
                </c:pt>
                <c:pt idx="90385">
                  <c:v>105.36</c:v>
                </c:pt>
                <c:pt idx="90386">
                  <c:v>105.36</c:v>
                </c:pt>
                <c:pt idx="90387">
                  <c:v>132.25</c:v>
                </c:pt>
                <c:pt idx="90388">
                  <c:v>132.25</c:v>
                </c:pt>
                <c:pt idx="90389">
                  <c:v>132.25</c:v>
                </c:pt>
                <c:pt idx="90390">
                  <c:v>132.25</c:v>
                </c:pt>
                <c:pt idx="90391">
                  <c:v>132.25</c:v>
                </c:pt>
                <c:pt idx="90392">
                  <c:v>132.25</c:v>
                </c:pt>
                <c:pt idx="90393">
                  <c:v>109.2</c:v>
                </c:pt>
                <c:pt idx="90394">
                  <c:v>109.2</c:v>
                </c:pt>
                <c:pt idx="90395">
                  <c:v>109.2</c:v>
                </c:pt>
                <c:pt idx="90396">
                  <c:v>109.2</c:v>
                </c:pt>
                <c:pt idx="90397">
                  <c:v>109.2</c:v>
                </c:pt>
                <c:pt idx="90398">
                  <c:v>109.2</c:v>
                </c:pt>
                <c:pt idx="90399">
                  <c:v>105.26</c:v>
                </c:pt>
                <c:pt idx="90400">
                  <c:v>105.26</c:v>
                </c:pt>
                <c:pt idx="90401">
                  <c:v>105.26</c:v>
                </c:pt>
                <c:pt idx="90402">
                  <c:v>132.25</c:v>
                </c:pt>
                <c:pt idx="90403">
                  <c:v>113.01</c:v>
                </c:pt>
                <c:pt idx="90404">
                  <c:v>103.46</c:v>
                </c:pt>
                <c:pt idx="90405">
                  <c:v>103.46</c:v>
                </c:pt>
                <c:pt idx="90406">
                  <c:v>124.9</c:v>
                </c:pt>
                <c:pt idx="90407">
                  <c:v>64.94</c:v>
                </c:pt>
                <c:pt idx="90408">
                  <c:v>124.9</c:v>
                </c:pt>
                <c:pt idx="90409">
                  <c:v>124.9</c:v>
                </c:pt>
                <c:pt idx="90410">
                  <c:v>124.9</c:v>
                </c:pt>
                <c:pt idx="90411">
                  <c:v>64.94</c:v>
                </c:pt>
                <c:pt idx="90412">
                  <c:v>119.66</c:v>
                </c:pt>
                <c:pt idx="90413">
                  <c:v>64.94</c:v>
                </c:pt>
                <c:pt idx="90414">
                  <c:v>64.94</c:v>
                </c:pt>
                <c:pt idx="90415">
                  <c:v>64.94</c:v>
                </c:pt>
                <c:pt idx="90416">
                  <c:v>113.36</c:v>
                </c:pt>
                <c:pt idx="90417">
                  <c:v>64.94</c:v>
                </c:pt>
                <c:pt idx="90418">
                  <c:v>119.66</c:v>
                </c:pt>
                <c:pt idx="90419">
                  <c:v>119.66</c:v>
                </c:pt>
                <c:pt idx="90420">
                  <c:v>119.66</c:v>
                </c:pt>
                <c:pt idx="90421">
                  <c:v>113</c:v>
                </c:pt>
                <c:pt idx="90422">
                  <c:v>113</c:v>
                </c:pt>
                <c:pt idx="90423">
                  <c:v>113</c:v>
                </c:pt>
                <c:pt idx="90424">
                  <c:v>113</c:v>
                </c:pt>
                <c:pt idx="90425">
                  <c:v>113</c:v>
                </c:pt>
                <c:pt idx="90426">
                  <c:v>113</c:v>
                </c:pt>
                <c:pt idx="90427">
                  <c:v>113</c:v>
                </c:pt>
                <c:pt idx="90428">
                  <c:v>113.36</c:v>
                </c:pt>
                <c:pt idx="90429">
                  <c:v>113.36</c:v>
                </c:pt>
                <c:pt idx="90430">
                  <c:v>119.66</c:v>
                </c:pt>
                <c:pt idx="90431">
                  <c:v>119.66</c:v>
                </c:pt>
                <c:pt idx="90432">
                  <c:v>119.66</c:v>
                </c:pt>
                <c:pt idx="90433">
                  <c:v>113.36</c:v>
                </c:pt>
                <c:pt idx="90434">
                  <c:v>64.94</c:v>
                </c:pt>
                <c:pt idx="90435">
                  <c:v>113.36</c:v>
                </c:pt>
                <c:pt idx="90436">
                  <c:v>105.36</c:v>
                </c:pt>
                <c:pt idx="90437">
                  <c:v>113.36</c:v>
                </c:pt>
                <c:pt idx="90438">
                  <c:v>103.46</c:v>
                </c:pt>
                <c:pt idx="90439">
                  <c:v>105.36</c:v>
                </c:pt>
                <c:pt idx="90440">
                  <c:v>103.46</c:v>
                </c:pt>
                <c:pt idx="90441">
                  <c:v>103.46</c:v>
                </c:pt>
                <c:pt idx="90442">
                  <c:v>103.46</c:v>
                </c:pt>
                <c:pt idx="90443">
                  <c:v>103.46</c:v>
                </c:pt>
                <c:pt idx="90444">
                  <c:v>128.31</c:v>
                </c:pt>
                <c:pt idx="90445">
                  <c:v>128.31</c:v>
                </c:pt>
                <c:pt idx="90446">
                  <c:v>128.31</c:v>
                </c:pt>
                <c:pt idx="90447">
                  <c:v>128.31</c:v>
                </c:pt>
                <c:pt idx="90448">
                  <c:v>128.31</c:v>
                </c:pt>
                <c:pt idx="90449">
                  <c:v>124.9</c:v>
                </c:pt>
                <c:pt idx="90450">
                  <c:v>128.31</c:v>
                </c:pt>
                <c:pt idx="90451">
                  <c:v>113.36</c:v>
                </c:pt>
                <c:pt idx="90452">
                  <c:v>128.31</c:v>
                </c:pt>
                <c:pt idx="90453">
                  <c:v>124.9</c:v>
                </c:pt>
                <c:pt idx="90454">
                  <c:v>124.9</c:v>
                </c:pt>
                <c:pt idx="90455">
                  <c:v>130.97999999999999</c:v>
                </c:pt>
                <c:pt idx="90456">
                  <c:v>155.69</c:v>
                </c:pt>
                <c:pt idx="90457">
                  <c:v>148.97</c:v>
                </c:pt>
                <c:pt idx="90458">
                  <c:v>89.94</c:v>
                </c:pt>
                <c:pt idx="90459">
                  <c:v>74.95</c:v>
                </c:pt>
                <c:pt idx="90460">
                  <c:v>89.94</c:v>
                </c:pt>
                <c:pt idx="90461">
                  <c:v>89.94</c:v>
                </c:pt>
                <c:pt idx="90462">
                  <c:v>89.94</c:v>
                </c:pt>
                <c:pt idx="90463">
                  <c:v>55.98</c:v>
                </c:pt>
                <c:pt idx="90464">
                  <c:v>36.49</c:v>
                </c:pt>
                <c:pt idx="90465">
                  <c:v>62.97</c:v>
                </c:pt>
                <c:pt idx="90466">
                  <c:v>73.98</c:v>
                </c:pt>
                <c:pt idx="90467">
                  <c:v>77.97</c:v>
                </c:pt>
                <c:pt idx="90468">
                  <c:v>84.99</c:v>
                </c:pt>
                <c:pt idx="90469">
                  <c:v>84.99</c:v>
                </c:pt>
                <c:pt idx="90470">
                  <c:v>127.98</c:v>
                </c:pt>
                <c:pt idx="90471">
                  <c:v>50.98</c:v>
                </c:pt>
                <c:pt idx="90472">
                  <c:v>56.98</c:v>
                </c:pt>
                <c:pt idx="90473">
                  <c:v>59.98</c:v>
                </c:pt>
                <c:pt idx="90474">
                  <c:v>95.98</c:v>
                </c:pt>
                <c:pt idx="90475">
                  <c:v>59.98</c:v>
                </c:pt>
                <c:pt idx="90476">
                  <c:v>59.39</c:v>
                </c:pt>
                <c:pt idx="90477">
                  <c:v>79.989999999999995</c:v>
                </c:pt>
                <c:pt idx="90478">
                  <c:v>54.98</c:v>
                </c:pt>
                <c:pt idx="90479">
                  <c:v>76.48</c:v>
                </c:pt>
                <c:pt idx="90480">
                  <c:v>62.98</c:v>
                </c:pt>
                <c:pt idx="90481">
                  <c:v>79.989999999999995</c:v>
                </c:pt>
                <c:pt idx="90482">
                  <c:v>59.99</c:v>
                </c:pt>
                <c:pt idx="90483">
                  <c:v>55.96</c:v>
                </c:pt>
                <c:pt idx="90484">
                  <c:v>59.99</c:v>
                </c:pt>
                <c:pt idx="90485">
                  <c:v>55.96</c:v>
                </c:pt>
                <c:pt idx="90486">
                  <c:v>55.96</c:v>
                </c:pt>
                <c:pt idx="90487">
                  <c:v>95.96</c:v>
                </c:pt>
                <c:pt idx="90488">
                  <c:v>68.06</c:v>
                </c:pt>
                <c:pt idx="90489">
                  <c:v>147.96</c:v>
                </c:pt>
                <c:pt idx="90490">
                  <c:v>147.96</c:v>
                </c:pt>
                <c:pt idx="90491">
                  <c:v>73.98</c:v>
                </c:pt>
                <c:pt idx="90492">
                  <c:v>74.77</c:v>
                </c:pt>
                <c:pt idx="90493">
                  <c:v>76.489999999999995</c:v>
                </c:pt>
                <c:pt idx="90494">
                  <c:v>74.45</c:v>
                </c:pt>
                <c:pt idx="90495">
                  <c:v>57.98</c:v>
                </c:pt>
                <c:pt idx="90496">
                  <c:v>46.74</c:v>
                </c:pt>
                <c:pt idx="90497">
                  <c:v>84.99</c:v>
                </c:pt>
                <c:pt idx="90498">
                  <c:v>131.97999999999999</c:v>
                </c:pt>
                <c:pt idx="90499">
                  <c:v>135.46</c:v>
                </c:pt>
                <c:pt idx="90500">
                  <c:v>84.99</c:v>
                </c:pt>
                <c:pt idx="90501">
                  <c:v>35.49</c:v>
                </c:pt>
                <c:pt idx="90502">
                  <c:v>65.989999999999995</c:v>
                </c:pt>
                <c:pt idx="90503">
                  <c:v>131.97999999999999</c:v>
                </c:pt>
                <c:pt idx="90504">
                  <c:v>159.69999999999999</c:v>
                </c:pt>
                <c:pt idx="90505">
                  <c:v>159.69999999999999</c:v>
                </c:pt>
                <c:pt idx="90506">
                  <c:v>136.43</c:v>
                </c:pt>
                <c:pt idx="90507">
                  <c:v>137.47999999999999</c:v>
                </c:pt>
                <c:pt idx="90508">
                  <c:v>95.23</c:v>
                </c:pt>
                <c:pt idx="90509">
                  <c:v>99.98</c:v>
                </c:pt>
                <c:pt idx="90510">
                  <c:v>37.49</c:v>
                </c:pt>
                <c:pt idx="90511">
                  <c:v>54.98</c:v>
                </c:pt>
                <c:pt idx="90512">
                  <c:v>72.97</c:v>
                </c:pt>
                <c:pt idx="90513">
                  <c:v>79.989999999999995</c:v>
                </c:pt>
                <c:pt idx="90514">
                  <c:v>79.989999999999995</c:v>
                </c:pt>
                <c:pt idx="90515">
                  <c:v>73.069999999999993</c:v>
                </c:pt>
                <c:pt idx="90516">
                  <c:v>79.989999999999995</c:v>
                </c:pt>
                <c:pt idx="90517">
                  <c:v>108.86</c:v>
                </c:pt>
                <c:pt idx="90518">
                  <c:v>93.63</c:v>
                </c:pt>
                <c:pt idx="90519">
                  <c:v>130.63999999999999</c:v>
                </c:pt>
                <c:pt idx="90520">
                  <c:v>79.849999999999994</c:v>
                </c:pt>
                <c:pt idx="90521">
                  <c:v>65.3</c:v>
                </c:pt>
                <c:pt idx="90522">
                  <c:v>77.52</c:v>
                </c:pt>
                <c:pt idx="90523">
                  <c:v>99.95</c:v>
                </c:pt>
                <c:pt idx="90524">
                  <c:v>53.98</c:v>
                </c:pt>
                <c:pt idx="90525">
                  <c:v>99.95</c:v>
                </c:pt>
                <c:pt idx="90526">
                  <c:v>-99.95</c:v>
                </c:pt>
                <c:pt idx="90527">
                  <c:v>99.95</c:v>
                </c:pt>
                <c:pt idx="90528">
                  <c:v>77.98</c:v>
                </c:pt>
                <c:pt idx="90529">
                  <c:v>58.98</c:v>
                </c:pt>
                <c:pt idx="90530">
                  <c:v>84.99</c:v>
                </c:pt>
                <c:pt idx="90531">
                  <c:v>84.99</c:v>
                </c:pt>
                <c:pt idx="90532">
                  <c:v>86.94</c:v>
                </c:pt>
                <c:pt idx="90533">
                  <c:v>84.99</c:v>
                </c:pt>
                <c:pt idx="90534">
                  <c:v>52.98</c:v>
                </c:pt>
                <c:pt idx="90535">
                  <c:v>52.98</c:v>
                </c:pt>
                <c:pt idx="90536">
                  <c:v>52.98</c:v>
                </c:pt>
                <c:pt idx="90537">
                  <c:v>84.99</c:v>
                </c:pt>
                <c:pt idx="90538">
                  <c:v>84.99</c:v>
                </c:pt>
                <c:pt idx="90539">
                  <c:v>84.99</c:v>
                </c:pt>
                <c:pt idx="90540">
                  <c:v>84.99</c:v>
                </c:pt>
                <c:pt idx="90541">
                  <c:v>84.99</c:v>
                </c:pt>
                <c:pt idx="90542">
                  <c:v>84.99</c:v>
                </c:pt>
                <c:pt idx="90543">
                  <c:v>99.98</c:v>
                </c:pt>
                <c:pt idx="90544">
                  <c:v>99.98</c:v>
                </c:pt>
                <c:pt idx="90545">
                  <c:v>84.99</c:v>
                </c:pt>
                <c:pt idx="90546">
                  <c:v>99.98</c:v>
                </c:pt>
                <c:pt idx="90547">
                  <c:v>84.99</c:v>
                </c:pt>
                <c:pt idx="90548">
                  <c:v>84.99</c:v>
                </c:pt>
                <c:pt idx="90549">
                  <c:v>65.989999999999995</c:v>
                </c:pt>
                <c:pt idx="90550">
                  <c:v>65.989999999999995</c:v>
                </c:pt>
                <c:pt idx="90551">
                  <c:v>65.989999999999995</c:v>
                </c:pt>
                <c:pt idx="90552">
                  <c:v>40</c:v>
                </c:pt>
                <c:pt idx="90553">
                  <c:v>84.99</c:v>
                </c:pt>
                <c:pt idx="90554">
                  <c:v>84.99</c:v>
                </c:pt>
                <c:pt idx="90555">
                  <c:v>65.989999999999995</c:v>
                </c:pt>
                <c:pt idx="90556">
                  <c:v>40</c:v>
                </c:pt>
                <c:pt idx="90557">
                  <c:v>84.99</c:v>
                </c:pt>
                <c:pt idx="90558">
                  <c:v>65.989999999999995</c:v>
                </c:pt>
                <c:pt idx="90559">
                  <c:v>65.989999999999995</c:v>
                </c:pt>
                <c:pt idx="90560">
                  <c:v>40</c:v>
                </c:pt>
                <c:pt idx="90561">
                  <c:v>99.98</c:v>
                </c:pt>
                <c:pt idx="90562">
                  <c:v>122.97</c:v>
                </c:pt>
                <c:pt idx="90563">
                  <c:v>99.98</c:v>
                </c:pt>
                <c:pt idx="90564">
                  <c:v>116.97</c:v>
                </c:pt>
                <c:pt idx="90565">
                  <c:v>229.47</c:v>
                </c:pt>
                <c:pt idx="90566">
                  <c:v>80.98</c:v>
                </c:pt>
                <c:pt idx="90567">
                  <c:v>104.98</c:v>
                </c:pt>
                <c:pt idx="90568">
                  <c:v>63.73</c:v>
                </c:pt>
                <c:pt idx="90569">
                  <c:v>59.98</c:v>
                </c:pt>
                <c:pt idx="90570">
                  <c:v>131.96</c:v>
                </c:pt>
                <c:pt idx="90571">
                  <c:v>59.98</c:v>
                </c:pt>
                <c:pt idx="90572">
                  <c:v>89.97</c:v>
                </c:pt>
                <c:pt idx="90573">
                  <c:v>89.97</c:v>
                </c:pt>
                <c:pt idx="90574">
                  <c:v>169.98</c:v>
                </c:pt>
                <c:pt idx="90575">
                  <c:v>205.96</c:v>
                </c:pt>
                <c:pt idx="90576">
                  <c:v>47.46</c:v>
                </c:pt>
                <c:pt idx="90577">
                  <c:v>37.47</c:v>
                </c:pt>
                <c:pt idx="90578">
                  <c:v>97.96</c:v>
                </c:pt>
                <c:pt idx="90579">
                  <c:v>107.62</c:v>
                </c:pt>
                <c:pt idx="90580">
                  <c:v>111.95</c:v>
                </c:pt>
                <c:pt idx="90581">
                  <c:v>111.95</c:v>
                </c:pt>
                <c:pt idx="90582">
                  <c:v>38.049999999999997</c:v>
                </c:pt>
                <c:pt idx="90583">
                  <c:v>71.98</c:v>
                </c:pt>
                <c:pt idx="90584">
                  <c:v>89.06</c:v>
                </c:pt>
                <c:pt idx="90585">
                  <c:v>110.98</c:v>
                </c:pt>
                <c:pt idx="90586">
                  <c:v>89.98</c:v>
                </c:pt>
                <c:pt idx="90587">
                  <c:v>139.97</c:v>
                </c:pt>
                <c:pt idx="90588">
                  <c:v>148.97</c:v>
                </c:pt>
                <c:pt idx="90589">
                  <c:v>61.98</c:v>
                </c:pt>
                <c:pt idx="90590">
                  <c:v>63.96</c:v>
                </c:pt>
                <c:pt idx="90591">
                  <c:v>79.98</c:v>
                </c:pt>
                <c:pt idx="90592">
                  <c:v>19.48</c:v>
                </c:pt>
                <c:pt idx="90593">
                  <c:v>105.97</c:v>
                </c:pt>
                <c:pt idx="90594">
                  <c:v>65.97</c:v>
                </c:pt>
                <c:pt idx="90595">
                  <c:v>85.98</c:v>
                </c:pt>
                <c:pt idx="90596">
                  <c:v>75.97</c:v>
                </c:pt>
                <c:pt idx="90597">
                  <c:v>59.96</c:v>
                </c:pt>
                <c:pt idx="90598">
                  <c:v>58.76</c:v>
                </c:pt>
                <c:pt idx="90599">
                  <c:v>59.96</c:v>
                </c:pt>
                <c:pt idx="90600">
                  <c:v>62.9</c:v>
                </c:pt>
                <c:pt idx="90601">
                  <c:v>125.79</c:v>
                </c:pt>
                <c:pt idx="90602">
                  <c:v>115.39</c:v>
                </c:pt>
                <c:pt idx="90603">
                  <c:v>96.75</c:v>
                </c:pt>
                <c:pt idx="90604">
                  <c:v>137.88</c:v>
                </c:pt>
                <c:pt idx="90605">
                  <c:v>52.97</c:v>
                </c:pt>
                <c:pt idx="90606">
                  <c:v>96.97</c:v>
                </c:pt>
                <c:pt idx="90607">
                  <c:v>59.98</c:v>
                </c:pt>
                <c:pt idx="90608">
                  <c:v>67.48</c:v>
                </c:pt>
                <c:pt idx="90609">
                  <c:v>80.97</c:v>
                </c:pt>
                <c:pt idx="90610">
                  <c:v>63.97</c:v>
                </c:pt>
                <c:pt idx="90611">
                  <c:v>209.43</c:v>
                </c:pt>
                <c:pt idx="90612">
                  <c:v>53.97</c:v>
                </c:pt>
                <c:pt idx="90613">
                  <c:v>184.93</c:v>
                </c:pt>
                <c:pt idx="90614">
                  <c:v>55.98</c:v>
                </c:pt>
                <c:pt idx="90615">
                  <c:v>31.48</c:v>
                </c:pt>
                <c:pt idx="90616">
                  <c:v>27.38</c:v>
                </c:pt>
                <c:pt idx="90617">
                  <c:v>28.74</c:v>
                </c:pt>
                <c:pt idx="90618">
                  <c:v>22.29</c:v>
                </c:pt>
                <c:pt idx="90619">
                  <c:v>50.98</c:v>
                </c:pt>
                <c:pt idx="90620">
                  <c:v>131.97999999999999</c:v>
                </c:pt>
                <c:pt idx="90621">
                  <c:v>203.92</c:v>
                </c:pt>
                <c:pt idx="90622">
                  <c:v>59.96</c:v>
                </c:pt>
                <c:pt idx="90623">
                  <c:v>39.479999999999997</c:v>
                </c:pt>
                <c:pt idx="90624">
                  <c:v>39.479999999999997</c:v>
                </c:pt>
                <c:pt idx="90625">
                  <c:v>53.98</c:v>
                </c:pt>
                <c:pt idx="90626">
                  <c:v>53.98</c:v>
                </c:pt>
                <c:pt idx="90627">
                  <c:v>59.98</c:v>
                </c:pt>
                <c:pt idx="90628">
                  <c:v>53.98</c:v>
                </c:pt>
                <c:pt idx="90629">
                  <c:v>59.98</c:v>
                </c:pt>
                <c:pt idx="90630">
                  <c:v>53.98</c:v>
                </c:pt>
                <c:pt idx="90631">
                  <c:v>59.98</c:v>
                </c:pt>
                <c:pt idx="90632">
                  <c:v>227.94</c:v>
                </c:pt>
                <c:pt idx="90633">
                  <c:v>65.97</c:v>
                </c:pt>
                <c:pt idx="90634">
                  <c:v>143.96</c:v>
                </c:pt>
                <c:pt idx="90635">
                  <c:v>99.95</c:v>
                </c:pt>
                <c:pt idx="90636">
                  <c:v>47.22</c:v>
                </c:pt>
                <c:pt idx="90637">
                  <c:v>59.96</c:v>
                </c:pt>
                <c:pt idx="90638">
                  <c:v>66.53</c:v>
                </c:pt>
                <c:pt idx="90639">
                  <c:v>66.53</c:v>
                </c:pt>
                <c:pt idx="90640">
                  <c:v>37.47</c:v>
                </c:pt>
                <c:pt idx="90641">
                  <c:v>96.78</c:v>
                </c:pt>
                <c:pt idx="90642">
                  <c:v>84.68</c:v>
                </c:pt>
                <c:pt idx="90643">
                  <c:v>37.49</c:v>
                </c:pt>
                <c:pt idx="90644">
                  <c:v>59.95</c:v>
                </c:pt>
                <c:pt idx="90645">
                  <c:v>57.96</c:v>
                </c:pt>
                <c:pt idx="90646">
                  <c:v>53.96</c:v>
                </c:pt>
                <c:pt idx="90647">
                  <c:v>10.99</c:v>
                </c:pt>
                <c:pt idx="90648">
                  <c:v>57.95</c:v>
                </c:pt>
                <c:pt idx="90649">
                  <c:v>50.96</c:v>
                </c:pt>
                <c:pt idx="90650">
                  <c:v>329.95</c:v>
                </c:pt>
                <c:pt idx="90651">
                  <c:v>84.98</c:v>
                </c:pt>
                <c:pt idx="90652">
                  <c:v>103.96</c:v>
                </c:pt>
                <c:pt idx="90653">
                  <c:v>103.96</c:v>
                </c:pt>
                <c:pt idx="90654">
                  <c:v>103.96</c:v>
                </c:pt>
                <c:pt idx="90655">
                  <c:v>84.98</c:v>
                </c:pt>
                <c:pt idx="90656">
                  <c:v>22.49</c:v>
                </c:pt>
                <c:pt idx="90657">
                  <c:v>120.95</c:v>
                </c:pt>
                <c:pt idx="90658">
                  <c:v>50.98</c:v>
                </c:pt>
                <c:pt idx="90659">
                  <c:v>50.98</c:v>
                </c:pt>
                <c:pt idx="90660">
                  <c:v>22.49</c:v>
                </c:pt>
                <c:pt idx="90661">
                  <c:v>22.49</c:v>
                </c:pt>
                <c:pt idx="90662">
                  <c:v>84.98</c:v>
                </c:pt>
                <c:pt idx="90663">
                  <c:v>22.49</c:v>
                </c:pt>
                <c:pt idx="90664">
                  <c:v>22.49</c:v>
                </c:pt>
                <c:pt idx="90665">
                  <c:v>120.95</c:v>
                </c:pt>
                <c:pt idx="90666">
                  <c:v>120.95</c:v>
                </c:pt>
                <c:pt idx="90667">
                  <c:v>22.49</c:v>
                </c:pt>
                <c:pt idx="90668">
                  <c:v>50.98</c:v>
                </c:pt>
                <c:pt idx="90669">
                  <c:v>169.96</c:v>
                </c:pt>
                <c:pt idx="90670">
                  <c:v>139.97</c:v>
                </c:pt>
                <c:pt idx="90671">
                  <c:v>59.98</c:v>
                </c:pt>
                <c:pt idx="90672">
                  <c:v>109.97</c:v>
                </c:pt>
                <c:pt idx="90673">
                  <c:v>109.98</c:v>
                </c:pt>
                <c:pt idx="90674">
                  <c:v>120.94</c:v>
                </c:pt>
                <c:pt idx="90675">
                  <c:v>67.98</c:v>
                </c:pt>
                <c:pt idx="90676">
                  <c:v>189.97</c:v>
                </c:pt>
                <c:pt idx="90677">
                  <c:v>157.46</c:v>
                </c:pt>
                <c:pt idx="90678">
                  <c:v>89.23</c:v>
                </c:pt>
                <c:pt idx="90679">
                  <c:v>167.93</c:v>
                </c:pt>
                <c:pt idx="90680">
                  <c:v>167.93</c:v>
                </c:pt>
                <c:pt idx="90681">
                  <c:v>119.94</c:v>
                </c:pt>
                <c:pt idx="90682">
                  <c:v>84.98</c:v>
                </c:pt>
                <c:pt idx="90683">
                  <c:v>139.97999999999999</c:v>
                </c:pt>
                <c:pt idx="90684">
                  <c:v>139.97999999999999</c:v>
                </c:pt>
                <c:pt idx="90685">
                  <c:v>31.49</c:v>
                </c:pt>
                <c:pt idx="90686">
                  <c:v>59.38</c:v>
                </c:pt>
                <c:pt idx="90687">
                  <c:v>59.98</c:v>
                </c:pt>
                <c:pt idx="90688">
                  <c:v>51.48</c:v>
                </c:pt>
                <c:pt idx="90689">
                  <c:v>59.48</c:v>
                </c:pt>
                <c:pt idx="90690">
                  <c:v>104.59</c:v>
                </c:pt>
                <c:pt idx="90691">
                  <c:v>64.78</c:v>
                </c:pt>
                <c:pt idx="90692">
                  <c:v>76.48</c:v>
                </c:pt>
                <c:pt idx="90693">
                  <c:v>55.87</c:v>
                </c:pt>
                <c:pt idx="90694">
                  <c:v>50.98</c:v>
                </c:pt>
                <c:pt idx="90695">
                  <c:v>75.87</c:v>
                </c:pt>
                <c:pt idx="90696">
                  <c:v>83.97</c:v>
                </c:pt>
                <c:pt idx="90697">
                  <c:v>137.94</c:v>
                </c:pt>
                <c:pt idx="90698">
                  <c:v>114.97</c:v>
                </c:pt>
                <c:pt idx="90699">
                  <c:v>71.38</c:v>
                </c:pt>
                <c:pt idx="90700">
                  <c:v>55.96</c:v>
                </c:pt>
                <c:pt idx="90701">
                  <c:v>134.97</c:v>
                </c:pt>
                <c:pt idx="90702">
                  <c:v>64.349999999999994</c:v>
                </c:pt>
                <c:pt idx="90703">
                  <c:v>46.49</c:v>
                </c:pt>
                <c:pt idx="90704">
                  <c:v>37.479999999999997</c:v>
                </c:pt>
                <c:pt idx="90705">
                  <c:v>145.15</c:v>
                </c:pt>
                <c:pt idx="90706">
                  <c:v>63.96</c:v>
                </c:pt>
                <c:pt idx="90707">
                  <c:v>63.96</c:v>
                </c:pt>
                <c:pt idx="90708">
                  <c:v>63.96</c:v>
                </c:pt>
                <c:pt idx="90709">
                  <c:v>63.96</c:v>
                </c:pt>
                <c:pt idx="90710">
                  <c:v>89.95</c:v>
                </c:pt>
                <c:pt idx="90711">
                  <c:v>89.94</c:v>
                </c:pt>
                <c:pt idx="90712">
                  <c:v>-59.99</c:v>
                </c:pt>
                <c:pt idx="90713">
                  <c:v>120.81</c:v>
                </c:pt>
                <c:pt idx="90714">
                  <c:v>144.94999999999999</c:v>
                </c:pt>
                <c:pt idx="90715">
                  <c:v>79.989999999999995</c:v>
                </c:pt>
                <c:pt idx="90716">
                  <c:v>59.99</c:v>
                </c:pt>
                <c:pt idx="90717">
                  <c:v>54.95</c:v>
                </c:pt>
                <c:pt idx="90718">
                  <c:v>54.95</c:v>
                </c:pt>
                <c:pt idx="90719">
                  <c:v>54.95</c:v>
                </c:pt>
                <c:pt idx="90720">
                  <c:v>54.95</c:v>
                </c:pt>
                <c:pt idx="90721">
                  <c:v>54.95</c:v>
                </c:pt>
                <c:pt idx="90722">
                  <c:v>84.99</c:v>
                </c:pt>
                <c:pt idx="90723">
                  <c:v>64.989999999999995</c:v>
                </c:pt>
                <c:pt idx="90724">
                  <c:v>72.239999999999995</c:v>
                </c:pt>
                <c:pt idx="90725">
                  <c:v>120.97</c:v>
                </c:pt>
                <c:pt idx="90726">
                  <c:v>84.99</c:v>
                </c:pt>
                <c:pt idx="90727">
                  <c:v>124.97</c:v>
                </c:pt>
                <c:pt idx="90728">
                  <c:v>124.97</c:v>
                </c:pt>
                <c:pt idx="90729">
                  <c:v>109.96</c:v>
                </c:pt>
                <c:pt idx="90730">
                  <c:v>84.99</c:v>
                </c:pt>
                <c:pt idx="90731">
                  <c:v>64.98</c:v>
                </c:pt>
                <c:pt idx="90732">
                  <c:v>192.96</c:v>
                </c:pt>
                <c:pt idx="90733">
                  <c:v>99.98</c:v>
                </c:pt>
                <c:pt idx="90734">
                  <c:v>46.49</c:v>
                </c:pt>
                <c:pt idx="90735">
                  <c:v>34.479999999999997</c:v>
                </c:pt>
                <c:pt idx="90736">
                  <c:v>41.49</c:v>
                </c:pt>
                <c:pt idx="90737">
                  <c:v>34.479999999999997</c:v>
                </c:pt>
                <c:pt idx="90738">
                  <c:v>139.96</c:v>
                </c:pt>
                <c:pt idx="90739">
                  <c:v>46.49</c:v>
                </c:pt>
                <c:pt idx="90740">
                  <c:v>31.49</c:v>
                </c:pt>
                <c:pt idx="90741">
                  <c:v>139.96</c:v>
                </c:pt>
                <c:pt idx="90742">
                  <c:v>-1.5</c:v>
                </c:pt>
                <c:pt idx="90743">
                  <c:v>99.98</c:v>
                </c:pt>
                <c:pt idx="90744">
                  <c:v>99.98</c:v>
                </c:pt>
                <c:pt idx="90745">
                  <c:v>99.98</c:v>
                </c:pt>
                <c:pt idx="90746">
                  <c:v>99.98</c:v>
                </c:pt>
                <c:pt idx="90747">
                  <c:v>31.49</c:v>
                </c:pt>
                <c:pt idx="90748">
                  <c:v>-1.5</c:v>
                </c:pt>
                <c:pt idx="90749">
                  <c:v>41.49</c:v>
                </c:pt>
                <c:pt idx="90750">
                  <c:v>99.98</c:v>
                </c:pt>
                <c:pt idx="90751">
                  <c:v>55.96</c:v>
                </c:pt>
                <c:pt idx="90752">
                  <c:v>89.98</c:v>
                </c:pt>
                <c:pt idx="90753">
                  <c:v>55.96</c:v>
                </c:pt>
                <c:pt idx="90754">
                  <c:v>55.96</c:v>
                </c:pt>
                <c:pt idx="90755">
                  <c:v>114.94</c:v>
                </c:pt>
                <c:pt idx="90756">
                  <c:v>55.96</c:v>
                </c:pt>
                <c:pt idx="90757">
                  <c:v>89.23</c:v>
                </c:pt>
                <c:pt idx="90758">
                  <c:v>84.99</c:v>
                </c:pt>
                <c:pt idx="90759">
                  <c:v>0</c:v>
                </c:pt>
                <c:pt idx="90760">
                  <c:v>68.989999999999995</c:v>
                </c:pt>
                <c:pt idx="90761">
                  <c:v>61.95</c:v>
                </c:pt>
                <c:pt idx="90762">
                  <c:v>58.98</c:v>
                </c:pt>
                <c:pt idx="90763">
                  <c:v>62.97</c:v>
                </c:pt>
                <c:pt idx="90764">
                  <c:v>61.96</c:v>
                </c:pt>
                <c:pt idx="90765">
                  <c:v>20.39</c:v>
                </c:pt>
                <c:pt idx="90766">
                  <c:v>53.98</c:v>
                </c:pt>
                <c:pt idx="90767">
                  <c:v>34.49</c:v>
                </c:pt>
                <c:pt idx="90768">
                  <c:v>41.46</c:v>
                </c:pt>
                <c:pt idx="90769">
                  <c:v>55.96</c:v>
                </c:pt>
                <c:pt idx="90770">
                  <c:v>-41.46</c:v>
                </c:pt>
                <c:pt idx="90771">
                  <c:v>151.63</c:v>
                </c:pt>
                <c:pt idx="90772">
                  <c:v>320.58</c:v>
                </c:pt>
                <c:pt idx="90773">
                  <c:v>84.99</c:v>
                </c:pt>
                <c:pt idx="90774">
                  <c:v>84.99</c:v>
                </c:pt>
                <c:pt idx="90775">
                  <c:v>84.99</c:v>
                </c:pt>
                <c:pt idx="90776">
                  <c:v>76.489999999999995</c:v>
                </c:pt>
                <c:pt idx="90777">
                  <c:v>64.61</c:v>
                </c:pt>
                <c:pt idx="90778">
                  <c:v>72.239999999999995</c:v>
                </c:pt>
                <c:pt idx="90779">
                  <c:v>35.49</c:v>
                </c:pt>
                <c:pt idx="90780">
                  <c:v>79.98</c:v>
                </c:pt>
                <c:pt idx="90781">
                  <c:v>48.98</c:v>
                </c:pt>
                <c:pt idx="90782">
                  <c:v>69.98</c:v>
                </c:pt>
                <c:pt idx="90783">
                  <c:v>79.97</c:v>
                </c:pt>
                <c:pt idx="90784">
                  <c:v>62.58</c:v>
                </c:pt>
                <c:pt idx="90785">
                  <c:v>159.97</c:v>
                </c:pt>
                <c:pt idx="90786">
                  <c:v>69.95</c:v>
                </c:pt>
                <c:pt idx="90787">
                  <c:v>204.93</c:v>
                </c:pt>
                <c:pt idx="90788">
                  <c:v>125.95</c:v>
                </c:pt>
                <c:pt idx="90789">
                  <c:v>53.98</c:v>
                </c:pt>
                <c:pt idx="90790">
                  <c:v>137.96</c:v>
                </c:pt>
                <c:pt idx="90791">
                  <c:v>65.22</c:v>
                </c:pt>
                <c:pt idx="90792">
                  <c:v>75.98</c:v>
                </c:pt>
                <c:pt idx="90793">
                  <c:v>65.98</c:v>
                </c:pt>
                <c:pt idx="90794">
                  <c:v>65.98</c:v>
                </c:pt>
                <c:pt idx="90795">
                  <c:v>59.73</c:v>
                </c:pt>
                <c:pt idx="90796">
                  <c:v>98.06</c:v>
                </c:pt>
                <c:pt idx="90797">
                  <c:v>49.99</c:v>
                </c:pt>
                <c:pt idx="90798">
                  <c:v>54.99</c:v>
                </c:pt>
                <c:pt idx="90799">
                  <c:v>72.239999999999995</c:v>
                </c:pt>
                <c:pt idx="90800">
                  <c:v>84.99</c:v>
                </c:pt>
                <c:pt idx="90801">
                  <c:v>177.82</c:v>
                </c:pt>
                <c:pt idx="90802">
                  <c:v>53.98</c:v>
                </c:pt>
                <c:pt idx="90803">
                  <c:v>113.96</c:v>
                </c:pt>
                <c:pt idx="90804">
                  <c:v>99.96</c:v>
                </c:pt>
                <c:pt idx="90805">
                  <c:v>74.97</c:v>
                </c:pt>
                <c:pt idx="90806">
                  <c:v>83.97</c:v>
                </c:pt>
                <c:pt idx="90807">
                  <c:v>86.38</c:v>
                </c:pt>
                <c:pt idx="90808">
                  <c:v>48.58</c:v>
                </c:pt>
                <c:pt idx="90809">
                  <c:v>60.98</c:v>
                </c:pt>
                <c:pt idx="90810">
                  <c:v>56.08</c:v>
                </c:pt>
                <c:pt idx="90811">
                  <c:v>59.96</c:v>
                </c:pt>
                <c:pt idx="90812">
                  <c:v>41.99</c:v>
                </c:pt>
                <c:pt idx="90813">
                  <c:v>51.29</c:v>
                </c:pt>
                <c:pt idx="90814">
                  <c:v>129.97999999999999</c:v>
                </c:pt>
                <c:pt idx="90815">
                  <c:v>81.98</c:v>
                </c:pt>
                <c:pt idx="90816">
                  <c:v>108.97</c:v>
                </c:pt>
                <c:pt idx="90817">
                  <c:v>41.29</c:v>
                </c:pt>
                <c:pt idx="90818">
                  <c:v>39.479999999999997</c:v>
                </c:pt>
                <c:pt idx="90819">
                  <c:v>21.49</c:v>
                </c:pt>
                <c:pt idx="90820">
                  <c:v>78.87</c:v>
                </c:pt>
                <c:pt idx="90821">
                  <c:v>54.99</c:v>
                </c:pt>
                <c:pt idx="90822">
                  <c:v>149.94999999999999</c:v>
                </c:pt>
                <c:pt idx="90823">
                  <c:v>112.46</c:v>
                </c:pt>
                <c:pt idx="90824">
                  <c:v>108.83</c:v>
                </c:pt>
                <c:pt idx="90825">
                  <c:v>89.94</c:v>
                </c:pt>
                <c:pt idx="90826">
                  <c:v>96.23</c:v>
                </c:pt>
                <c:pt idx="90827">
                  <c:v>74.95</c:v>
                </c:pt>
                <c:pt idx="90828">
                  <c:v>84.99</c:v>
                </c:pt>
                <c:pt idx="90829">
                  <c:v>109.98</c:v>
                </c:pt>
                <c:pt idx="90830">
                  <c:v>76.489999999999995</c:v>
                </c:pt>
                <c:pt idx="90831">
                  <c:v>77.97</c:v>
                </c:pt>
                <c:pt idx="90832">
                  <c:v>76.489999999999995</c:v>
                </c:pt>
                <c:pt idx="90833">
                  <c:v>98.79</c:v>
                </c:pt>
                <c:pt idx="90834">
                  <c:v>70.36</c:v>
                </c:pt>
                <c:pt idx="90835">
                  <c:v>58.64</c:v>
                </c:pt>
                <c:pt idx="90836">
                  <c:v>77.97</c:v>
                </c:pt>
                <c:pt idx="90837">
                  <c:v>109.98</c:v>
                </c:pt>
                <c:pt idx="90838">
                  <c:v>125.16</c:v>
                </c:pt>
                <c:pt idx="90839">
                  <c:v>112.64</c:v>
                </c:pt>
                <c:pt idx="90840">
                  <c:v>61.96</c:v>
                </c:pt>
                <c:pt idx="90841">
                  <c:v>289.39</c:v>
                </c:pt>
                <c:pt idx="90842">
                  <c:v>84.99</c:v>
                </c:pt>
                <c:pt idx="90843">
                  <c:v>84.99</c:v>
                </c:pt>
                <c:pt idx="90844">
                  <c:v>84.99</c:v>
                </c:pt>
                <c:pt idx="90845">
                  <c:v>84.99</c:v>
                </c:pt>
                <c:pt idx="90846">
                  <c:v>32.229999999999997</c:v>
                </c:pt>
                <c:pt idx="90847">
                  <c:v>16.489999999999998</c:v>
                </c:pt>
                <c:pt idx="90848">
                  <c:v>16.489999999999998</c:v>
                </c:pt>
                <c:pt idx="90849">
                  <c:v>16.489999999999998</c:v>
                </c:pt>
                <c:pt idx="90850">
                  <c:v>32.229999999999997</c:v>
                </c:pt>
                <c:pt idx="90851">
                  <c:v>32.229999999999997</c:v>
                </c:pt>
                <c:pt idx="90852">
                  <c:v>31.48</c:v>
                </c:pt>
                <c:pt idx="90853">
                  <c:v>31.48</c:v>
                </c:pt>
                <c:pt idx="90854">
                  <c:v>31.48</c:v>
                </c:pt>
                <c:pt idx="90855">
                  <c:v>46.47</c:v>
                </c:pt>
                <c:pt idx="90856">
                  <c:v>73.17</c:v>
                </c:pt>
                <c:pt idx="90857">
                  <c:v>63.99</c:v>
                </c:pt>
                <c:pt idx="90858">
                  <c:v>84.98</c:v>
                </c:pt>
                <c:pt idx="90859">
                  <c:v>259.95999999999998</c:v>
                </c:pt>
                <c:pt idx="90860">
                  <c:v>30.48</c:v>
                </c:pt>
                <c:pt idx="90861">
                  <c:v>164.98</c:v>
                </c:pt>
                <c:pt idx="90862">
                  <c:v>149.94</c:v>
                </c:pt>
                <c:pt idx="90863">
                  <c:v>102.23</c:v>
                </c:pt>
                <c:pt idx="90864">
                  <c:v>62.97</c:v>
                </c:pt>
                <c:pt idx="90865">
                  <c:v>52.98</c:v>
                </c:pt>
                <c:pt idx="90866">
                  <c:v>50.98</c:v>
                </c:pt>
                <c:pt idx="90867">
                  <c:v>55.98</c:v>
                </c:pt>
                <c:pt idx="90868">
                  <c:v>54.98</c:v>
                </c:pt>
                <c:pt idx="90869">
                  <c:v>59.98</c:v>
                </c:pt>
                <c:pt idx="90870">
                  <c:v>161.96</c:v>
                </c:pt>
                <c:pt idx="90871">
                  <c:v>31.48</c:v>
                </c:pt>
                <c:pt idx="90872">
                  <c:v>68.44</c:v>
                </c:pt>
                <c:pt idx="90873">
                  <c:v>53.89</c:v>
                </c:pt>
                <c:pt idx="90874">
                  <c:v>48.24</c:v>
                </c:pt>
                <c:pt idx="90875">
                  <c:v>89.98</c:v>
                </c:pt>
                <c:pt idx="90876">
                  <c:v>99.98</c:v>
                </c:pt>
                <c:pt idx="90877">
                  <c:v>54.99</c:v>
                </c:pt>
                <c:pt idx="90878">
                  <c:v>134.94999999999999</c:v>
                </c:pt>
                <c:pt idx="90879">
                  <c:v>153.84</c:v>
                </c:pt>
                <c:pt idx="90880">
                  <c:v>134.94999999999999</c:v>
                </c:pt>
                <c:pt idx="90881">
                  <c:v>51.29</c:v>
                </c:pt>
                <c:pt idx="90882">
                  <c:v>92.98</c:v>
                </c:pt>
                <c:pt idx="90883">
                  <c:v>99.98</c:v>
                </c:pt>
                <c:pt idx="90884">
                  <c:v>69.98</c:v>
                </c:pt>
                <c:pt idx="90885">
                  <c:v>41.94</c:v>
                </c:pt>
                <c:pt idx="90886">
                  <c:v>71.97</c:v>
                </c:pt>
                <c:pt idx="90887">
                  <c:v>59.98</c:v>
                </c:pt>
                <c:pt idx="90888">
                  <c:v>59.98</c:v>
                </c:pt>
                <c:pt idx="90889">
                  <c:v>59.98</c:v>
                </c:pt>
                <c:pt idx="90890">
                  <c:v>59.98</c:v>
                </c:pt>
                <c:pt idx="90891">
                  <c:v>67.709999999999994</c:v>
                </c:pt>
                <c:pt idx="90892">
                  <c:v>187.51</c:v>
                </c:pt>
                <c:pt idx="90893">
                  <c:v>72.55</c:v>
                </c:pt>
                <c:pt idx="90894">
                  <c:v>51.98</c:v>
                </c:pt>
                <c:pt idx="90895">
                  <c:v>151.96</c:v>
                </c:pt>
                <c:pt idx="90896">
                  <c:v>73.98</c:v>
                </c:pt>
                <c:pt idx="90897">
                  <c:v>72.98</c:v>
                </c:pt>
                <c:pt idx="90898">
                  <c:v>105.97</c:v>
                </c:pt>
                <c:pt idx="90899">
                  <c:v>92.57</c:v>
                </c:pt>
                <c:pt idx="90900">
                  <c:v>73.48</c:v>
                </c:pt>
                <c:pt idx="90901">
                  <c:v>70.47</c:v>
                </c:pt>
                <c:pt idx="90902">
                  <c:v>70.97</c:v>
                </c:pt>
                <c:pt idx="90903">
                  <c:v>68.97</c:v>
                </c:pt>
                <c:pt idx="90904">
                  <c:v>70.97</c:v>
                </c:pt>
                <c:pt idx="90905">
                  <c:v>59.98</c:v>
                </c:pt>
                <c:pt idx="90906">
                  <c:v>72.97</c:v>
                </c:pt>
                <c:pt idx="90907">
                  <c:v>154.82</c:v>
                </c:pt>
                <c:pt idx="90908">
                  <c:v>159.69999999999999</c:v>
                </c:pt>
                <c:pt idx="90909">
                  <c:v>152.41999999999999</c:v>
                </c:pt>
                <c:pt idx="90910">
                  <c:v>94.96</c:v>
                </c:pt>
                <c:pt idx="90911">
                  <c:v>52.16</c:v>
                </c:pt>
                <c:pt idx="90912">
                  <c:v>209.06</c:v>
                </c:pt>
                <c:pt idx="90913">
                  <c:v>60.99</c:v>
                </c:pt>
                <c:pt idx="90914">
                  <c:v>60.99</c:v>
                </c:pt>
                <c:pt idx="90915">
                  <c:v>50.98</c:v>
                </c:pt>
                <c:pt idx="90916">
                  <c:v>59.7</c:v>
                </c:pt>
                <c:pt idx="90917">
                  <c:v>77.98</c:v>
                </c:pt>
                <c:pt idx="90918">
                  <c:v>44.49</c:v>
                </c:pt>
                <c:pt idx="90919">
                  <c:v>120.94</c:v>
                </c:pt>
                <c:pt idx="90920">
                  <c:v>59.96</c:v>
                </c:pt>
                <c:pt idx="90921">
                  <c:v>421.22</c:v>
                </c:pt>
                <c:pt idx="90922">
                  <c:v>171.96</c:v>
                </c:pt>
                <c:pt idx="90923">
                  <c:v>240.54</c:v>
                </c:pt>
                <c:pt idx="90924">
                  <c:v>46.27</c:v>
                </c:pt>
                <c:pt idx="90925">
                  <c:v>174.1</c:v>
                </c:pt>
                <c:pt idx="90926">
                  <c:v>29.99</c:v>
                </c:pt>
                <c:pt idx="90927">
                  <c:v>61.48</c:v>
                </c:pt>
                <c:pt idx="90928">
                  <c:v>25.58</c:v>
                </c:pt>
                <c:pt idx="90929">
                  <c:v>33.29</c:v>
                </c:pt>
                <c:pt idx="90930">
                  <c:v>92.97</c:v>
                </c:pt>
                <c:pt idx="90931">
                  <c:v>92.97</c:v>
                </c:pt>
                <c:pt idx="90932">
                  <c:v>1.5</c:v>
                </c:pt>
                <c:pt idx="90933">
                  <c:v>83.27</c:v>
                </c:pt>
                <c:pt idx="90934">
                  <c:v>99.98</c:v>
                </c:pt>
                <c:pt idx="90935">
                  <c:v>128.97</c:v>
                </c:pt>
                <c:pt idx="90936">
                  <c:v>109.98</c:v>
                </c:pt>
                <c:pt idx="90937">
                  <c:v>10.87</c:v>
                </c:pt>
                <c:pt idx="90938">
                  <c:v>27.79</c:v>
                </c:pt>
                <c:pt idx="90939">
                  <c:v>27.79</c:v>
                </c:pt>
                <c:pt idx="90940">
                  <c:v>27.79</c:v>
                </c:pt>
                <c:pt idx="90941">
                  <c:v>27.79</c:v>
                </c:pt>
                <c:pt idx="90942">
                  <c:v>27.79</c:v>
                </c:pt>
                <c:pt idx="90943">
                  <c:v>28.39</c:v>
                </c:pt>
                <c:pt idx="90944">
                  <c:v>28.39</c:v>
                </c:pt>
                <c:pt idx="90945">
                  <c:v>27.79</c:v>
                </c:pt>
                <c:pt idx="90946">
                  <c:v>89.95</c:v>
                </c:pt>
                <c:pt idx="90947">
                  <c:v>89.95</c:v>
                </c:pt>
                <c:pt idx="90948">
                  <c:v>53.98</c:v>
                </c:pt>
                <c:pt idx="90949">
                  <c:v>15.49</c:v>
                </c:pt>
                <c:pt idx="90950">
                  <c:v>111.96</c:v>
                </c:pt>
                <c:pt idx="90951">
                  <c:v>55.98</c:v>
                </c:pt>
                <c:pt idx="90952">
                  <c:v>40.58</c:v>
                </c:pt>
                <c:pt idx="90953">
                  <c:v>75</c:v>
                </c:pt>
                <c:pt idx="90954">
                  <c:v>107.77</c:v>
                </c:pt>
                <c:pt idx="90955">
                  <c:v>107.77</c:v>
                </c:pt>
                <c:pt idx="90956">
                  <c:v>103.42</c:v>
                </c:pt>
                <c:pt idx="90957">
                  <c:v>71.849999999999994</c:v>
                </c:pt>
                <c:pt idx="90958">
                  <c:v>29.48</c:v>
                </c:pt>
                <c:pt idx="90959">
                  <c:v>33.28</c:v>
                </c:pt>
                <c:pt idx="90960">
                  <c:v>32.24</c:v>
                </c:pt>
                <c:pt idx="90961">
                  <c:v>49.98</c:v>
                </c:pt>
                <c:pt idx="90962">
                  <c:v>59.98</c:v>
                </c:pt>
                <c:pt idx="90963">
                  <c:v>26.49</c:v>
                </c:pt>
                <c:pt idx="90964">
                  <c:v>27.24</c:v>
                </c:pt>
                <c:pt idx="90965">
                  <c:v>99.98</c:v>
                </c:pt>
                <c:pt idx="90966">
                  <c:v>134.97</c:v>
                </c:pt>
                <c:pt idx="90967">
                  <c:v>99.98</c:v>
                </c:pt>
                <c:pt idx="90968">
                  <c:v>110.53</c:v>
                </c:pt>
                <c:pt idx="90969">
                  <c:v>55.64</c:v>
                </c:pt>
                <c:pt idx="90970">
                  <c:v>49.49</c:v>
                </c:pt>
                <c:pt idx="90971">
                  <c:v>68.989999999999995</c:v>
                </c:pt>
                <c:pt idx="90972">
                  <c:v>20.49</c:v>
                </c:pt>
                <c:pt idx="90973">
                  <c:v>84.99</c:v>
                </c:pt>
                <c:pt idx="90974">
                  <c:v>84.99</c:v>
                </c:pt>
                <c:pt idx="90975">
                  <c:v>103.98</c:v>
                </c:pt>
                <c:pt idx="90976">
                  <c:v>71.48</c:v>
                </c:pt>
                <c:pt idx="90977">
                  <c:v>176.45</c:v>
                </c:pt>
                <c:pt idx="90978">
                  <c:v>71.069999999999993</c:v>
                </c:pt>
                <c:pt idx="90979">
                  <c:v>63.98</c:v>
                </c:pt>
                <c:pt idx="90980">
                  <c:v>81.94</c:v>
                </c:pt>
                <c:pt idx="90981">
                  <c:v>94.46</c:v>
                </c:pt>
                <c:pt idx="90982">
                  <c:v>69.98</c:v>
                </c:pt>
                <c:pt idx="90983">
                  <c:v>68.989999999999995</c:v>
                </c:pt>
                <c:pt idx="90984">
                  <c:v>152.41</c:v>
                </c:pt>
                <c:pt idx="90985">
                  <c:v>145.15</c:v>
                </c:pt>
                <c:pt idx="90986">
                  <c:v>94.36</c:v>
                </c:pt>
                <c:pt idx="90987">
                  <c:v>72.56</c:v>
                </c:pt>
                <c:pt idx="90988">
                  <c:v>55.97</c:v>
                </c:pt>
                <c:pt idx="90989">
                  <c:v>73.959999999999994</c:v>
                </c:pt>
                <c:pt idx="90990">
                  <c:v>41.78</c:v>
                </c:pt>
                <c:pt idx="90991">
                  <c:v>74.989999999999995</c:v>
                </c:pt>
                <c:pt idx="90992">
                  <c:v>56.97</c:v>
                </c:pt>
                <c:pt idx="90993">
                  <c:v>31.18</c:v>
                </c:pt>
                <c:pt idx="90994">
                  <c:v>74.989999999999995</c:v>
                </c:pt>
                <c:pt idx="90995">
                  <c:v>53.98</c:v>
                </c:pt>
                <c:pt idx="90996">
                  <c:v>248.91</c:v>
                </c:pt>
                <c:pt idx="90997">
                  <c:v>53.98</c:v>
                </c:pt>
                <c:pt idx="90998">
                  <c:v>248.91</c:v>
                </c:pt>
                <c:pt idx="90999">
                  <c:v>41.28</c:v>
                </c:pt>
                <c:pt idx="91000">
                  <c:v>41.28</c:v>
                </c:pt>
                <c:pt idx="91001">
                  <c:v>74.97</c:v>
                </c:pt>
                <c:pt idx="91002">
                  <c:v>74.97</c:v>
                </c:pt>
                <c:pt idx="91003">
                  <c:v>84.81</c:v>
                </c:pt>
                <c:pt idx="91004">
                  <c:v>51.29</c:v>
                </c:pt>
                <c:pt idx="91005">
                  <c:v>38.28</c:v>
                </c:pt>
                <c:pt idx="91006">
                  <c:v>20.29</c:v>
                </c:pt>
                <c:pt idx="91007">
                  <c:v>95.78</c:v>
                </c:pt>
                <c:pt idx="91008">
                  <c:v>91.97</c:v>
                </c:pt>
                <c:pt idx="91009">
                  <c:v>120.97</c:v>
                </c:pt>
                <c:pt idx="91010">
                  <c:v>112.95</c:v>
                </c:pt>
                <c:pt idx="91011">
                  <c:v>84.98</c:v>
                </c:pt>
                <c:pt idx="91012">
                  <c:v>-17.989999999999998</c:v>
                </c:pt>
                <c:pt idx="91013">
                  <c:v>118.98</c:v>
                </c:pt>
                <c:pt idx="91014">
                  <c:v>84.99</c:v>
                </c:pt>
                <c:pt idx="91015">
                  <c:v>68.98</c:v>
                </c:pt>
                <c:pt idx="91016">
                  <c:v>68.989999999999995</c:v>
                </c:pt>
                <c:pt idx="91017">
                  <c:v>84.99</c:v>
                </c:pt>
                <c:pt idx="91018">
                  <c:v>77.790000000000006</c:v>
                </c:pt>
                <c:pt idx="91019">
                  <c:v>76.489999999999995</c:v>
                </c:pt>
                <c:pt idx="91020">
                  <c:v>16.29</c:v>
                </c:pt>
                <c:pt idx="91021">
                  <c:v>68.989999999999995</c:v>
                </c:pt>
                <c:pt idx="91022">
                  <c:v>77.790000000000006</c:v>
                </c:pt>
                <c:pt idx="91023">
                  <c:v>76.489999999999995</c:v>
                </c:pt>
                <c:pt idx="91024">
                  <c:v>16.29</c:v>
                </c:pt>
                <c:pt idx="91025">
                  <c:v>16.29</c:v>
                </c:pt>
                <c:pt idx="91026">
                  <c:v>76.489999999999995</c:v>
                </c:pt>
                <c:pt idx="91027">
                  <c:v>84.99</c:v>
                </c:pt>
                <c:pt idx="91028">
                  <c:v>68.989999999999995</c:v>
                </c:pt>
                <c:pt idx="91029">
                  <c:v>68.98</c:v>
                </c:pt>
                <c:pt idx="91030">
                  <c:v>68.989999999999995</c:v>
                </c:pt>
                <c:pt idx="91031">
                  <c:v>77.790000000000006</c:v>
                </c:pt>
                <c:pt idx="91032">
                  <c:v>107.94</c:v>
                </c:pt>
                <c:pt idx="91033">
                  <c:v>107.94</c:v>
                </c:pt>
                <c:pt idx="91034">
                  <c:v>68.989999999999995</c:v>
                </c:pt>
                <c:pt idx="91035">
                  <c:v>68.989999999999995</c:v>
                </c:pt>
                <c:pt idx="91036">
                  <c:v>68.98</c:v>
                </c:pt>
                <c:pt idx="91037">
                  <c:v>107.94</c:v>
                </c:pt>
                <c:pt idx="91038">
                  <c:v>89.97</c:v>
                </c:pt>
                <c:pt idx="91039">
                  <c:v>59.98</c:v>
                </c:pt>
                <c:pt idx="91040">
                  <c:v>89.97</c:v>
                </c:pt>
                <c:pt idx="91041">
                  <c:v>419.86</c:v>
                </c:pt>
                <c:pt idx="91042">
                  <c:v>55.78</c:v>
                </c:pt>
                <c:pt idx="91043">
                  <c:v>66.58</c:v>
                </c:pt>
                <c:pt idx="91044">
                  <c:v>62.88</c:v>
                </c:pt>
                <c:pt idx="91045">
                  <c:v>59.38</c:v>
                </c:pt>
                <c:pt idx="91046">
                  <c:v>59.1</c:v>
                </c:pt>
                <c:pt idx="91047">
                  <c:v>53.98</c:v>
                </c:pt>
                <c:pt idx="91048">
                  <c:v>62.88</c:v>
                </c:pt>
                <c:pt idx="91049">
                  <c:v>-2.6</c:v>
                </c:pt>
                <c:pt idx="91050">
                  <c:v>77.97</c:v>
                </c:pt>
                <c:pt idx="91051">
                  <c:v>137.57</c:v>
                </c:pt>
                <c:pt idx="91052">
                  <c:v>91.98</c:v>
                </c:pt>
                <c:pt idx="91053">
                  <c:v>242.94</c:v>
                </c:pt>
                <c:pt idx="91054">
                  <c:v>179.95</c:v>
                </c:pt>
                <c:pt idx="91055">
                  <c:v>179.96</c:v>
                </c:pt>
                <c:pt idx="91056">
                  <c:v>125.96</c:v>
                </c:pt>
                <c:pt idx="91057">
                  <c:v>65.989999999999995</c:v>
                </c:pt>
                <c:pt idx="91058">
                  <c:v>59.99</c:v>
                </c:pt>
                <c:pt idx="91059">
                  <c:v>53.98</c:v>
                </c:pt>
                <c:pt idx="91060">
                  <c:v>126.98</c:v>
                </c:pt>
                <c:pt idx="91061">
                  <c:v>118.98</c:v>
                </c:pt>
                <c:pt idx="91062">
                  <c:v>118.98</c:v>
                </c:pt>
                <c:pt idx="91063">
                  <c:v>60.99</c:v>
                </c:pt>
                <c:pt idx="91064">
                  <c:v>32.520000000000003</c:v>
                </c:pt>
                <c:pt idx="91065">
                  <c:v>91.98</c:v>
                </c:pt>
                <c:pt idx="91066">
                  <c:v>58.78</c:v>
                </c:pt>
                <c:pt idx="91067">
                  <c:v>119.96</c:v>
                </c:pt>
                <c:pt idx="91068">
                  <c:v>59.98</c:v>
                </c:pt>
                <c:pt idx="91069">
                  <c:v>59.98</c:v>
                </c:pt>
                <c:pt idx="91070">
                  <c:v>59.98</c:v>
                </c:pt>
                <c:pt idx="91071">
                  <c:v>59.98</c:v>
                </c:pt>
                <c:pt idx="91072">
                  <c:v>134.94999999999999</c:v>
                </c:pt>
                <c:pt idx="91073">
                  <c:v>99.98</c:v>
                </c:pt>
                <c:pt idx="91074">
                  <c:v>127.47</c:v>
                </c:pt>
                <c:pt idx="91075">
                  <c:v>56.09</c:v>
                </c:pt>
                <c:pt idx="91076">
                  <c:v>61.96</c:v>
                </c:pt>
                <c:pt idx="91077">
                  <c:v>82.95</c:v>
                </c:pt>
                <c:pt idx="91078">
                  <c:v>56.97</c:v>
                </c:pt>
                <c:pt idx="91079">
                  <c:v>96.96</c:v>
                </c:pt>
                <c:pt idx="91080">
                  <c:v>100.27</c:v>
                </c:pt>
                <c:pt idx="91081">
                  <c:v>98.98</c:v>
                </c:pt>
                <c:pt idx="91082">
                  <c:v>67.97</c:v>
                </c:pt>
                <c:pt idx="91083">
                  <c:v>53.17</c:v>
                </c:pt>
                <c:pt idx="91084">
                  <c:v>65.39</c:v>
                </c:pt>
                <c:pt idx="91085">
                  <c:v>68.05</c:v>
                </c:pt>
                <c:pt idx="91086">
                  <c:v>69.989999999999995</c:v>
                </c:pt>
                <c:pt idx="91087">
                  <c:v>139.96</c:v>
                </c:pt>
                <c:pt idx="91088">
                  <c:v>93.63</c:v>
                </c:pt>
                <c:pt idx="91089">
                  <c:v>104.04</c:v>
                </c:pt>
                <c:pt idx="91090">
                  <c:v>79.849999999999994</c:v>
                </c:pt>
                <c:pt idx="91091">
                  <c:v>61.98</c:v>
                </c:pt>
                <c:pt idx="91092">
                  <c:v>216.93</c:v>
                </c:pt>
                <c:pt idx="91093">
                  <c:v>97.98</c:v>
                </c:pt>
                <c:pt idx="91094">
                  <c:v>79.02</c:v>
                </c:pt>
                <c:pt idx="91095">
                  <c:v>216.93</c:v>
                </c:pt>
                <c:pt idx="91096">
                  <c:v>97.98</c:v>
                </c:pt>
                <c:pt idx="91097">
                  <c:v>61.98</c:v>
                </c:pt>
                <c:pt idx="91098">
                  <c:v>79.02</c:v>
                </c:pt>
                <c:pt idx="91099">
                  <c:v>59.9</c:v>
                </c:pt>
                <c:pt idx="91100">
                  <c:v>75.650000000000006</c:v>
                </c:pt>
                <c:pt idx="91101">
                  <c:v>78.61</c:v>
                </c:pt>
                <c:pt idx="91102">
                  <c:v>92.15</c:v>
                </c:pt>
                <c:pt idx="91103">
                  <c:v>12.68</c:v>
                </c:pt>
                <c:pt idx="91104">
                  <c:v>55.64</c:v>
                </c:pt>
                <c:pt idx="91105">
                  <c:v>62.87</c:v>
                </c:pt>
                <c:pt idx="91106">
                  <c:v>72.540000000000006</c:v>
                </c:pt>
                <c:pt idx="91107">
                  <c:v>85.45</c:v>
                </c:pt>
                <c:pt idx="91108">
                  <c:v>71.09</c:v>
                </c:pt>
                <c:pt idx="91109">
                  <c:v>72.540000000000006</c:v>
                </c:pt>
                <c:pt idx="91110">
                  <c:v>87.05</c:v>
                </c:pt>
                <c:pt idx="91111">
                  <c:v>97.97</c:v>
                </c:pt>
                <c:pt idx="91112">
                  <c:v>33.479999999999997</c:v>
                </c:pt>
                <c:pt idx="91113">
                  <c:v>65.989999999999995</c:v>
                </c:pt>
                <c:pt idx="91114">
                  <c:v>41.49</c:v>
                </c:pt>
                <c:pt idx="91115">
                  <c:v>97.97</c:v>
                </c:pt>
                <c:pt idx="91116">
                  <c:v>65.989999999999995</c:v>
                </c:pt>
                <c:pt idx="91117">
                  <c:v>95.97</c:v>
                </c:pt>
                <c:pt idx="91118">
                  <c:v>58.84</c:v>
                </c:pt>
                <c:pt idx="91119">
                  <c:v>103.83</c:v>
                </c:pt>
                <c:pt idx="91120">
                  <c:v>58.84</c:v>
                </c:pt>
                <c:pt idx="91121">
                  <c:v>126.82</c:v>
                </c:pt>
                <c:pt idx="91122">
                  <c:v>105.98</c:v>
                </c:pt>
                <c:pt idx="91123">
                  <c:v>65.989999999999995</c:v>
                </c:pt>
                <c:pt idx="91124">
                  <c:v>51.32</c:v>
                </c:pt>
                <c:pt idx="91125">
                  <c:v>59.98</c:v>
                </c:pt>
                <c:pt idx="91126">
                  <c:v>81.98</c:v>
                </c:pt>
                <c:pt idx="91127">
                  <c:v>64.87</c:v>
                </c:pt>
                <c:pt idx="91128">
                  <c:v>65.989999999999995</c:v>
                </c:pt>
                <c:pt idx="91129">
                  <c:v>15.99</c:v>
                </c:pt>
                <c:pt idx="91130">
                  <c:v>15.99</c:v>
                </c:pt>
                <c:pt idx="91131">
                  <c:v>59.96</c:v>
                </c:pt>
                <c:pt idx="91132">
                  <c:v>59.96</c:v>
                </c:pt>
                <c:pt idx="91133">
                  <c:v>65.989999999999995</c:v>
                </c:pt>
                <c:pt idx="91134">
                  <c:v>59.96</c:v>
                </c:pt>
                <c:pt idx="91135">
                  <c:v>59.96</c:v>
                </c:pt>
                <c:pt idx="91136">
                  <c:v>59.96</c:v>
                </c:pt>
                <c:pt idx="91137">
                  <c:v>62.47</c:v>
                </c:pt>
                <c:pt idx="91138">
                  <c:v>222.24</c:v>
                </c:pt>
                <c:pt idx="91139">
                  <c:v>-23</c:v>
                </c:pt>
                <c:pt idx="91140">
                  <c:v>214.95</c:v>
                </c:pt>
                <c:pt idx="91141">
                  <c:v>65.27</c:v>
                </c:pt>
                <c:pt idx="91142">
                  <c:v>65.27</c:v>
                </c:pt>
                <c:pt idx="91143">
                  <c:v>55.59</c:v>
                </c:pt>
                <c:pt idx="91144">
                  <c:v>149.97999999999999</c:v>
                </c:pt>
                <c:pt idx="91145">
                  <c:v>104.98</c:v>
                </c:pt>
                <c:pt idx="91146">
                  <c:v>134.96</c:v>
                </c:pt>
                <c:pt idx="91147">
                  <c:v>63.96</c:v>
                </c:pt>
                <c:pt idx="91148">
                  <c:v>51.97</c:v>
                </c:pt>
                <c:pt idx="91149">
                  <c:v>69.989999999999995</c:v>
                </c:pt>
                <c:pt idx="91150">
                  <c:v>123.9</c:v>
                </c:pt>
                <c:pt idx="91151">
                  <c:v>143.91</c:v>
                </c:pt>
                <c:pt idx="91152">
                  <c:v>16.489999999999998</c:v>
                </c:pt>
                <c:pt idx="91153">
                  <c:v>99.97</c:v>
                </c:pt>
                <c:pt idx="91154">
                  <c:v>99.97</c:v>
                </c:pt>
                <c:pt idx="91155">
                  <c:v>119.95</c:v>
                </c:pt>
                <c:pt idx="91156">
                  <c:v>99.97</c:v>
                </c:pt>
                <c:pt idx="91157">
                  <c:v>145.13999999999999</c:v>
                </c:pt>
                <c:pt idx="91158">
                  <c:v>145.15</c:v>
                </c:pt>
                <c:pt idx="91159">
                  <c:v>53.97</c:v>
                </c:pt>
                <c:pt idx="91160">
                  <c:v>84.98</c:v>
                </c:pt>
                <c:pt idx="91161">
                  <c:v>54.98</c:v>
                </c:pt>
                <c:pt idx="91162">
                  <c:v>84.98</c:v>
                </c:pt>
                <c:pt idx="91163">
                  <c:v>53.97</c:v>
                </c:pt>
                <c:pt idx="91164">
                  <c:v>64.98</c:v>
                </c:pt>
                <c:pt idx="91165">
                  <c:v>64.98</c:v>
                </c:pt>
                <c:pt idx="91166">
                  <c:v>54.98</c:v>
                </c:pt>
                <c:pt idx="91167">
                  <c:v>54.87</c:v>
                </c:pt>
                <c:pt idx="91168">
                  <c:v>54.87</c:v>
                </c:pt>
                <c:pt idx="91169">
                  <c:v>21.48</c:v>
                </c:pt>
                <c:pt idx="91170">
                  <c:v>89.98</c:v>
                </c:pt>
                <c:pt idx="91171">
                  <c:v>84.99</c:v>
                </c:pt>
                <c:pt idx="91172">
                  <c:v>125.97</c:v>
                </c:pt>
                <c:pt idx="91173">
                  <c:v>84.99</c:v>
                </c:pt>
                <c:pt idx="91174">
                  <c:v>70.989999999999995</c:v>
                </c:pt>
                <c:pt idx="91175">
                  <c:v>67.98</c:v>
                </c:pt>
                <c:pt idx="91176">
                  <c:v>135.97999999999999</c:v>
                </c:pt>
                <c:pt idx="91177">
                  <c:v>223.94</c:v>
                </c:pt>
                <c:pt idx="91178">
                  <c:v>113.91</c:v>
                </c:pt>
                <c:pt idx="91179">
                  <c:v>77.94</c:v>
                </c:pt>
                <c:pt idx="91180">
                  <c:v>53.09</c:v>
                </c:pt>
                <c:pt idx="91181">
                  <c:v>79.98</c:v>
                </c:pt>
                <c:pt idx="91182">
                  <c:v>71.989999999999995</c:v>
                </c:pt>
                <c:pt idx="91183">
                  <c:v>60.98</c:v>
                </c:pt>
                <c:pt idx="91184">
                  <c:v>123.47</c:v>
                </c:pt>
                <c:pt idx="91185">
                  <c:v>141.25</c:v>
                </c:pt>
                <c:pt idx="91186">
                  <c:v>254.97</c:v>
                </c:pt>
                <c:pt idx="91187">
                  <c:v>49.57</c:v>
                </c:pt>
                <c:pt idx="91188">
                  <c:v>132.97999999999999</c:v>
                </c:pt>
                <c:pt idx="91189">
                  <c:v>132.97999999999999</c:v>
                </c:pt>
                <c:pt idx="91190">
                  <c:v>137.94999999999999</c:v>
                </c:pt>
                <c:pt idx="91191">
                  <c:v>122.13</c:v>
                </c:pt>
                <c:pt idx="91192">
                  <c:v>127.96</c:v>
                </c:pt>
                <c:pt idx="91193">
                  <c:v>66.53</c:v>
                </c:pt>
                <c:pt idx="91194">
                  <c:v>67.290000000000006</c:v>
                </c:pt>
                <c:pt idx="91195">
                  <c:v>104.14</c:v>
                </c:pt>
                <c:pt idx="91196">
                  <c:v>84.64</c:v>
                </c:pt>
                <c:pt idx="91197">
                  <c:v>76.489999999999995</c:v>
                </c:pt>
                <c:pt idx="91198">
                  <c:v>76.489999999999995</c:v>
                </c:pt>
                <c:pt idx="91199">
                  <c:v>155.52000000000001</c:v>
                </c:pt>
                <c:pt idx="91200">
                  <c:v>152.97999999999999</c:v>
                </c:pt>
                <c:pt idx="91201">
                  <c:v>152.97999999999999</c:v>
                </c:pt>
                <c:pt idx="91202">
                  <c:v>105.96</c:v>
                </c:pt>
                <c:pt idx="91203">
                  <c:v>105.96</c:v>
                </c:pt>
                <c:pt idx="91204">
                  <c:v>155.52000000000001</c:v>
                </c:pt>
                <c:pt idx="91205">
                  <c:v>118.78</c:v>
                </c:pt>
                <c:pt idx="91206">
                  <c:v>138.57</c:v>
                </c:pt>
                <c:pt idx="91207">
                  <c:v>65.989999999999995</c:v>
                </c:pt>
                <c:pt idx="91208">
                  <c:v>93.56</c:v>
                </c:pt>
                <c:pt idx="91209">
                  <c:v>109.96</c:v>
                </c:pt>
                <c:pt idx="91210">
                  <c:v>119.97</c:v>
                </c:pt>
                <c:pt idx="91211">
                  <c:v>83.96</c:v>
                </c:pt>
                <c:pt idx="91212">
                  <c:v>62.97</c:v>
                </c:pt>
                <c:pt idx="91213">
                  <c:v>83.96</c:v>
                </c:pt>
                <c:pt idx="91214">
                  <c:v>-83.96</c:v>
                </c:pt>
                <c:pt idx="91215">
                  <c:v>49.24</c:v>
                </c:pt>
                <c:pt idx="91216">
                  <c:v>62.97</c:v>
                </c:pt>
                <c:pt idx="91217">
                  <c:v>-62.97</c:v>
                </c:pt>
                <c:pt idx="91218">
                  <c:v>16.489999999999998</c:v>
                </c:pt>
                <c:pt idx="91219">
                  <c:v>15.49</c:v>
                </c:pt>
                <c:pt idx="91220">
                  <c:v>36.49</c:v>
                </c:pt>
                <c:pt idx="91221">
                  <c:v>59.49</c:v>
                </c:pt>
                <c:pt idx="91222">
                  <c:v>40.49</c:v>
                </c:pt>
                <c:pt idx="91223">
                  <c:v>19.489999999999998</c:v>
                </c:pt>
                <c:pt idx="91224">
                  <c:v>41.49</c:v>
                </c:pt>
                <c:pt idx="91225">
                  <c:v>16.489999999999998</c:v>
                </c:pt>
                <c:pt idx="91226">
                  <c:v>49.99</c:v>
                </c:pt>
                <c:pt idx="91227">
                  <c:v>49.74</c:v>
                </c:pt>
                <c:pt idx="91228">
                  <c:v>147.96</c:v>
                </c:pt>
                <c:pt idx="91229">
                  <c:v>73.98</c:v>
                </c:pt>
                <c:pt idx="91230">
                  <c:v>59.98</c:v>
                </c:pt>
                <c:pt idx="91231">
                  <c:v>149.97</c:v>
                </c:pt>
                <c:pt idx="91232">
                  <c:v>104.98</c:v>
                </c:pt>
                <c:pt idx="91233">
                  <c:v>64.98</c:v>
                </c:pt>
                <c:pt idx="91234">
                  <c:v>99.98</c:v>
                </c:pt>
                <c:pt idx="91235">
                  <c:v>73.98</c:v>
                </c:pt>
                <c:pt idx="91236">
                  <c:v>73.98</c:v>
                </c:pt>
                <c:pt idx="91237">
                  <c:v>68.97</c:v>
                </c:pt>
                <c:pt idx="91238">
                  <c:v>53.98</c:v>
                </c:pt>
                <c:pt idx="91239">
                  <c:v>69.98</c:v>
                </c:pt>
                <c:pt idx="91240">
                  <c:v>72.3</c:v>
                </c:pt>
                <c:pt idx="91241">
                  <c:v>419.85</c:v>
                </c:pt>
                <c:pt idx="91242">
                  <c:v>88.97</c:v>
                </c:pt>
                <c:pt idx="91243">
                  <c:v>88.97</c:v>
                </c:pt>
                <c:pt idx="91244">
                  <c:v>56.98</c:v>
                </c:pt>
                <c:pt idx="91245">
                  <c:v>56.98</c:v>
                </c:pt>
                <c:pt idx="91246">
                  <c:v>53.98</c:v>
                </c:pt>
                <c:pt idx="91247">
                  <c:v>95.97</c:v>
                </c:pt>
                <c:pt idx="91248">
                  <c:v>86.96</c:v>
                </c:pt>
                <c:pt idx="91249">
                  <c:v>70.97</c:v>
                </c:pt>
                <c:pt idx="91250">
                  <c:v>70.97</c:v>
                </c:pt>
                <c:pt idx="91251">
                  <c:v>95.97</c:v>
                </c:pt>
                <c:pt idx="91252">
                  <c:v>53.98</c:v>
                </c:pt>
                <c:pt idx="91253">
                  <c:v>86.96</c:v>
                </c:pt>
                <c:pt idx="91254">
                  <c:v>139.9</c:v>
                </c:pt>
                <c:pt idx="91255">
                  <c:v>139.9</c:v>
                </c:pt>
                <c:pt idx="91256">
                  <c:v>22.79</c:v>
                </c:pt>
                <c:pt idx="91257">
                  <c:v>24.49</c:v>
                </c:pt>
                <c:pt idx="91258">
                  <c:v>24.49</c:v>
                </c:pt>
                <c:pt idx="91259">
                  <c:v>24.49</c:v>
                </c:pt>
                <c:pt idx="91260">
                  <c:v>24.49</c:v>
                </c:pt>
                <c:pt idx="91261">
                  <c:v>31.49</c:v>
                </c:pt>
                <c:pt idx="91262">
                  <c:v>24.49</c:v>
                </c:pt>
                <c:pt idx="91263">
                  <c:v>34.49</c:v>
                </c:pt>
                <c:pt idx="91264">
                  <c:v>59.98</c:v>
                </c:pt>
                <c:pt idx="91265">
                  <c:v>31.49</c:v>
                </c:pt>
                <c:pt idx="91266">
                  <c:v>24.49</c:v>
                </c:pt>
                <c:pt idx="91267">
                  <c:v>70.61</c:v>
                </c:pt>
                <c:pt idx="91268">
                  <c:v>73.260000000000005</c:v>
                </c:pt>
                <c:pt idx="91269">
                  <c:v>52.68</c:v>
                </c:pt>
                <c:pt idx="91270">
                  <c:v>69.98</c:v>
                </c:pt>
                <c:pt idx="91271">
                  <c:v>73.98</c:v>
                </c:pt>
                <c:pt idx="91272">
                  <c:v>73.98</c:v>
                </c:pt>
                <c:pt idx="91273">
                  <c:v>252.94</c:v>
                </c:pt>
                <c:pt idx="91274">
                  <c:v>54.95</c:v>
                </c:pt>
                <c:pt idx="91275">
                  <c:v>84.99</c:v>
                </c:pt>
                <c:pt idx="91276">
                  <c:v>134.97999999999999</c:v>
                </c:pt>
                <c:pt idx="91277">
                  <c:v>67.959999999999994</c:v>
                </c:pt>
                <c:pt idx="91278">
                  <c:v>65.989999999999995</c:v>
                </c:pt>
                <c:pt idx="91279">
                  <c:v>90.93</c:v>
                </c:pt>
                <c:pt idx="91280">
                  <c:v>84.95</c:v>
                </c:pt>
                <c:pt idx="91281">
                  <c:v>101.94</c:v>
                </c:pt>
                <c:pt idx="91282">
                  <c:v>72.55</c:v>
                </c:pt>
                <c:pt idx="91283">
                  <c:v>119.77</c:v>
                </c:pt>
                <c:pt idx="91284">
                  <c:v>72.55</c:v>
                </c:pt>
                <c:pt idx="91285">
                  <c:v>59.98</c:v>
                </c:pt>
                <c:pt idx="91286">
                  <c:v>119.96</c:v>
                </c:pt>
                <c:pt idx="91287">
                  <c:v>126.84</c:v>
                </c:pt>
                <c:pt idx="91288">
                  <c:v>119.96</c:v>
                </c:pt>
                <c:pt idx="91289">
                  <c:v>24.99</c:v>
                </c:pt>
                <c:pt idx="91290">
                  <c:v>46.54</c:v>
                </c:pt>
                <c:pt idx="91291">
                  <c:v>69.98</c:v>
                </c:pt>
                <c:pt idx="91292">
                  <c:v>83.48</c:v>
                </c:pt>
                <c:pt idx="91293">
                  <c:v>69.989999999999995</c:v>
                </c:pt>
                <c:pt idx="91294">
                  <c:v>147.94999999999999</c:v>
                </c:pt>
                <c:pt idx="91295">
                  <c:v>94.96</c:v>
                </c:pt>
                <c:pt idx="91296">
                  <c:v>80.72</c:v>
                </c:pt>
                <c:pt idx="91297">
                  <c:v>74.97</c:v>
                </c:pt>
                <c:pt idx="91298">
                  <c:v>79.97</c:v>
                </c:pt>
                <c:pt idx="91299">
                  <c:v>89.97</c:v>
                </c:pt>
                <c:pt idx="91300">
                  <c:v>59.98</c:v>
                </c:pt>
                <c:pt idx="91301">
                  <c:v>120.99</c:v>
                </c:pt>
                <c:pt idx="91302">
                  <c:v>77.39</c:v>
                </c:pt>
                <c:pt idx="91303">
                  <c:v>77.39</c:v>
                </c:pt>
                <c:pt idx="91304">
                  <c:v>65.98</c:v>
                </c:pt>
                <c:pt idx="91305">
                  <c:v>59.98</c:v>
                </c:pt>
                <c:pt idx="91306">
                  <c:v>59.98</c:v>
                </c:pt>
                <c:pt idx="91307">
                  <c:v>54.98</c:v>
                </c:pt>
                <c:pt idx="91308">
                  <c:v>59.98</c:v>
                </c:pt>
                <c:pt idx="91309">
                  <c:v>72.55</c:v>
                </c:pt>
                <c:pt idx="91310">
                  <c:v>72.55</c:v>
                </c:pt>
                <c:pt idx="91311">
                  <c:v>67.72</c:v>
                </c:pt>
                <c:pt idx="91312">
                  <c:v>72.55</c:v>
                </c:pt>
                <c:pt idx="91313">
                  <c:v>181.04</c:v>
                </c:pt>
                <c:pt idx="91314">
                  <c:v>52.97</c:v>
                </c:pt>
                <c:pt idx="91315">
                  <c:v>224.93</c:v>
                </c:pt>
                <c:pt idx="91316">
                  <c:v>61.96</c:v>
                </c:pt>
                <c:pt idx="91317">
                  <c:v>31.48</c:v>
                </c:pt>
                <c:pt idx="91318">
                  <c:v>51.98</c:v>
                </c:pt>
                <c:pt idx="91319">
                  <c:v>119.98</c:v>
                </c:pt>
                <c:pt idx="91320">
                  <c:v>66.98</c:v>
                </c:pt>
                <c:pt idx="91321">
                  <c:v>68.930000000000007</c:v>
                </c:pt>
                <c:pt idx="91322">
                  <c:v>68.930000000000007</c:v>
                </c:pt>
                <c:pt idx="91323">
                  <c:v>137.9</c:v>
                </c:pt>
                <c:pt idx="91324">
                  <c:v>68.930000000000007</c:v>
                </c:pt>
                <c:pt idx="91325">
                  <c:v>149.97999999999999</c:v>
                </c:pt>
                <c:pt idx="91326">
                  <c:v>94.34</c:v>
                </c:pt>
                <c:pt idx="91327">
                  <c:v>209.25</c:v>
                </c:pt>
                <c:pt idx="91328">
                  <c:v>149.9</c:v>
                </c:pt>
                <c:pt idx="91329">
                  <c:v>134.91</c:v>
                </c:pt>
                <c:pt idx="91330">
                  <c:v>125.72</c:v>
                </c:pt>
                <c:pt idx="91331">
                  <c:v>50.98</c:v>
                </c:pt>
                <c:pt idx="91332">
                  <c:v>89.98</c:v>
                </c:pt>
                <c:pt idx="91333">
                  <c:v>37.08</c:v>
                </c:pt>
                <c:pt idx="91334">
                  <c:v>73.150000000000006</c:v>
                </c:pt>
                <c:pt idx="91335">
                  <c:v>65.989999999999995</c:v>
                </c:pt>
                <c:pt idx="91336">
                  <c:v>-37.08</c:v>
                </c:pt>
                <c:pt idx="91337">
                  <c:v>99.98</c:v>
                </c:pt>
                <c:pt idx="91338">
                  <c:v>89.25</c:v>
                </c:pt>
                <c:pt idx="91339">
                  <c:v>96.78</c:v>
                </c:pt>
                <c:pt idx="91340">
                  <c:v>71.86</c:v>
                </c:pt>
                <c:pt idx="91341">
                  <c:v>52.97</c:v>
                </c:pt>
                <c:pt idx="91342">
                  <c:v>-17.989999999999998</c:v>
                </c:pt>
                <c:pt idx="91343">
                  <c:v>132.96</c:v>
                </c:pt>
                <c:pt idx="91344">
                  <c:v>59.96</c:v>
                </c:pt>
                <c:pt idx="91345">
                  <c:v>59.96</c:v>
                </c:pt>
                <c:pt idx="91346">
                  <c:v>51.95</c:v>
                </c:pt>
                <c:pt idx="91347">
                  <c:v>70.989999999999995</c:v>
                </c:pt>
                <c:pt idx="91348">
                  <c:v>100.13</c:v>
                </c:pt>
                <c:pt idx="91349">
                  <c:v>84.98</c:v>
                </c:pt>
                <c:pt idx="91350">
                  <c:v>84.99</c:v>
                </c:pt>
                <c:pt idx="91351">
                  <c:v>87.68</c:v>
                </c:pt>
                <c:pt idx="91352">
                  <c:v>69.67</c:v>
                </c:pt>
                <c:pt idx="91353">
                  <c:v>110.09</c:v>
                </c:pt>
                <c:pt idx="91354">
                  <c:v>89.52</c:v>
                </c:pt>
                <c:pt idx="91355">
                  <c:v>95.79</c:v>
                </c:pt>
                <c:pt idx="91356">
                  <c:v>59.96</c:v>
                </c:pt>
                <c:pt idx="91357">
                  <c:v>95.97</c:v>
                </c:pt>
                <c:pt idx="91358">
                  <c:v>75.98</c:v>
                </c:pt>
                <c:pt idx="91359">
                  <c:v>54.98</c:v>
                </c:pt>
                <c:pt idx="91360">
                  <c:v>37.29</c:v>
                </c:pt>
                <c:pt idx="91361">
                  <c:v>15.29</c:v>
                </c:pt>
                <c:pt idx="91362">
                  <c:v>59.99</c:v>
                </c:pt>
                <c:pt idx="91363">
                  <c:v>367.37</c:v>
                </c:pt>
                <c:pt idx="91364">
                  <c:v>61.48</c:v>
                </c:pt>
                <c:pt idx="91365">
                  <c:v>55.98</c:v>
                </c:pt>
                <c:pt idx="91366">
                  <c:v>89.97</c:v>
                </c:pt>
                <c:pt idx="91367">
                  <c:v>93.26</c:v>
                </c:pt>
                <c:pt idx="91368">
                  <c:v>63.27</c:v>
                </c:pt>
                <c:pt idx="91369">
                  <c:v>74.95</c:v>
                </c:pt>
                <c:pt idx="91370">
                  <c:v>74.95</c:v>
                </c:pt>
                <c:pt idx="91371">
                  <c:v>59.96</c:v>
                </c:pt>
                <c:pt idx="91372">
                  <c:v>72.25</c:v>
                </c:pt>
                <c:pt idx="91373">
                  <c:v>279.95999999999998</c:v>
                </c:pt>
                <c:pt idx="91374">
                  <c:v>61.96</c:v>
                </c:pt>
                <c:pt idx="91375">
                  <c:v>74.97</c:v>
                </c:pt>
                <c:pt idx="91376">
                  <c:v>84.99</c:v>
                </c:pt>
                <c:pt idx="91377">
                  <c:v>112.94</c:v>
                </c:pt>
                <c:pt idx="91378">
                  <c:v>52.96</c:v>
                </c:pt>
                <c:pt idx="91379">
                  <c:v>50.95</c:v>
                </c:pt>
                <c:pt idx="91380">
                  <c:v>53.94</c:v>
                </c:pt>
                <c:pt idx="91381">
                  <c:v>53.94</c:v>
                </c:pt>
                <c:pt idx="91382">
                  <c:v>33.479999999999997</c:v>
                </c:pt>
                <c:pt idx="91383">
                  <c:v>17.489999999999998</c:v>
                </c:pt>
                <c:pt idx="91384">
                  <c:v>33.479999999999997</c:v>
                </c:pt>
                <c:pt idx="91385">
                  <c:v>63.96</c:v>
                </c:pt>
                <c:pt idx="91386">
                  <c:v>16.850000000000001</c:v>
                </c:pt>
                <c:pt idx="91387">
                  <c:v>15.09</c:v>
                </c:pt>
                <c:pt idx="91388">
                  <c:v>118.54</c:v>
                </c:pt>
                <c:pt idx="91389">
                  <c:v>84.69</c:v>
                </c:pt>
                <c:pt idx="91390">
                  <c:v>65.33</c:v>
                </c:pt>
                <c:pt idx="91391">
                  <c:v>67.27</c:v>
                </c:pt>
                <c:pt idx="91392">
                  <c:v>35.47</c:v>
                </c:pt>
                <c:pt idx="91393">
                  <c:v>65.47</c:v>
                </c:pt>
                <c:pt idx="91394">
                  <c:v>59.07</c:v>
                </c:pt>
                <c:pt idx="91395">
                  <c:v>75.98</c:v>
                </c:pt>
                <c:pt idx="91396">
                  <c:v>65.98</c:v>
                </c:pt>
                <c:pt idx="91397">
                  <c:v>65.98</c:v>
                </c:pt>
                <c:pt idx="91398">
                  <c:v>75.98</c:v>
                </c:pt>
                <c:pt idx="91399">
                  <c:v>59.39</c:v>
                </c:pt>
                <c:pt idx="91400">
                  <c:v>68.38</c:v>
                </c:pt>
                <c:pt idx="91401">
                  <c:v>68.98</c:v>
                </c:pt>
                <c:pt idx="91402">
                  <c:v>38.89</c:v>
                </c:pt>
                <c:pt idx="91403">
                  <c:v>40.49</c:v>
                </c:pt>
                <c:pt idx="91404">
                  <c:v>40.49</c:v>
                </c:pt>
                <c:pt idx="91405">
                  <c:v>18.59</c:v>
                </c:pt>
                <c:pt idx="91406">
                  <c:v>18.59</c:v>
                </c:pt>
                <c:pt idx="91407">
                  <c:v>38.89</c:v>
                </c:pt>
                <c:pt idx="91408">
                  <c:v>68.98</c:v>
                </c:pt>
                <c:pt idx="91409">
                  <c:v>191.21</c:v>
                </c:pt>
                <c:pt idx="91410">
                  <c:v>224.95</c:v>
                </c:pt>
                <c:pt idx="91411">
                  <c:v>84.14</c:v>
                </c:pt>
                <c:pt idx="91412">
                  <c:v>84.14</c:v>
                </c:pt>
                <c:pt idx="91413">
                  <c:v>92.94</c:v>
                </c:pt>
                <c:pt idx="91414">
                  <c:v>43.62</c:v>
                </c:pt>
                <c:pt idx="91415">
                  <c:v>89.98</c:v>
                </c:pt>
                <c:pt idx="91416">
                  <c:v>7.06</c:v>
                </c:pt>
                <c:pt idx="91417">
                  <c:v>131.97999999999999</c:v>
                </c:pt>
                <c:pt idx="91418">
                  <c:v>127.96</c:v>
                </c:pt>
                <c:pt idx="91419">
                  <c:v>127.96</c:v>
                </c:pt>
                <c:pt idx="91420">
                  <c:v>63.98</c:v>
                </c:pt>
                <c:pt idx="91421">
                  <c:v>59.98</c:v>
                </c:pt>
                <c:pt idx="91422">
                  <c:v>74.98</c:v>
                </c:pt>
                <c:pt idx="91423">
                  <c:v>59.98</c:v>
                </c:pt>
                <c:pt idx="91424">
                  <c:v>119.96</c:v>
                </c:pt>
                <c:pt idx="91425">
                  <c:v>67.47</c:v>
                </c:pt>
                <c:pt idx="91426">
                  <c:v>29.99</c:v>
                </c:pt>
                <c:pt idx="91427">
                  <c:v>171.88</c:v>
                </c:pt>
                <c:pt idx="91428">
                  <c:v>139.91</c:v>
                </c:pt>
                <c:pt idx="91429">
                  <c:v>139.44</c:v>
                </c:pt>
                <c:pt idx="91430">
                  <c:v>53.97</c:v>
                </c:pt>
                <c:pt idx="91431">
                  <c:v>59.95</c:v>
                </c:pt>
                <c:pt idx="91432">
                  <c:v>59.96</c:v>
                </c:pt>
                <c:pt idx="91433">
                  <c:v>53.97</c:v>
                </c:pt>
                <c:pt idx="91434">
                  <c:v>53.97</c:v>
                </c:pt>
                <c:pt idx="91435">
                  <c:v>53.97</c:v>
                </c:pt>
                <c:pt idx="91436">
                  <c:v>50.97</c:v>
                </c:pt>
                <c:pt idx="91437">
                  <c:v>53.97</c:v>
                </c:pt>
                <c:pt idx="91438">
                  <c:v>68.959999999999994</c:v>
                </c:pt>
                <c:pt idx="91439">
                  <c:v>11.49</c:v>
                </c:pt>
                <c:pt idx="91440">
                  <c:v>71.47</c:v>
                </c:pt>
                <c:pt idx="91441">
                  <c:v>169.98</c:v>
                </c:pt>
                <c:pt idx="91442">
                  <c:v>237.46</c:v>
                </c:pt>
                <c:pt idx="91443">
                  <c:v>22.97</c:v>
                </c:pt>
                <c:pt idx="91444">
                  <c:v>22.97</c:v>
                </c:pt>
                <c:pt idx="91445">
                  <c:v>22.97</c:v>
                </c:pt>
                <c:pt idx="91446">
                  <c:v>22.97</c:v>
                </c:pt>
                <c:pt idx="91447">
                  <c:v>22.97</c:v>
                </c:pt>
                <c:pt idx="91448">
                  <c:v>22.97</c:v>
                </c:pt>
                <c:pt idx="91449">
                  <c:v>62.47</c:v>
                </c:pt>
                <c:pt idx="91450">
                  <c:v>89.94</c:v>
                </c:pt>
                <c:pt idx="91451">
                  <c:v>59.96</c:v>
                </c:pt>
                <c:pt idx="91452">
                  <c:v>59.96</c:v>
                </c:pt>
                <c:pt idx="91453">
                  <c:v>74.95</c:v>
                </c:pt>
                <c:pt idx="91454">
                  <c:v>54.98</c:v>
                </c:pt>
                <c:pt idx="91455">
                  <c:v>59.98</c:v>
                </c:pt>
                <c:pt idx="91456">
                  <c:v>54.98</c:v>
                </c:pt>
                <c:pt idx="91457">
                  <c:v>59.98</c:v>
                </c:pt>
                <c:pt idx="91458">
                  <c:v>56.98</c:v>
                </c:pt>
                <c:pt idx="91459">
                  <c:v>59.98</c:v>
                </c:pt>
                <c:pt idx="91460">
                  <c:v>157.93</c:v>
                </c:pt>
                <c:pt idx="91461">
                  <c:v>128.96</c:v>
                </c:pt>
                <c:pt idx="91462">
                  <c:v>119.96</c:v>
                </c:pt>
                <c:pt idx="91463">
                  <c:v>319.39</c:v>
                </c:pt>
                <c:pt idx="91464">
                  <c:v>68.930000000000007</c:v>
                </c:pt>
                <c:pt idx="91465">
                  <c:v>89.47</c:v>
                </c:pt>
                <c:pt idx="91466">
                  <c:v>256.22000000000003</c:v>
                </c:pt>
                <c:pt idx="91467">
                  <c:v>256.22000000000003</c:v>
                </c:pt>
                <c:pt idx="91468">
                  <c:v>89.47</c:v>
                </c:pt>
                <c:pt idx="91469">
                  <c:v>116.26</c:v>
                </c:pt>
                <c:pt idx="91470">
                  <c:v>116.26</c:v>
                </c:pt>
                <c:pt idx="91471">
                  <c:v>278.83</c:v>
                </c:pt>
                <c:pt idx="91472">
                  <c:v>134.97999999999999</c:v>
                </c:pt>
                <c:pt idx="91473">
                  <c:v>55.22</c:v>
                </c:pt>
                <c:pt idx="91474">
                  <c:v>249.91</c:v>
                </c:pt>
                <c:pt idx="91475">
                  <c:v>59.97</c:v>
                </c:pt>
                <c:pt idx="91476">
                  <c:v>30.48</c:v>
                </c:pt>
                <c:pt idx="91477">
                  <c:v>57.62</c:v>
                </c:pt>
                <c:pt idx="91478">
                  <c:v>130.96</c:v>
                </c:pt>
                <c:pt idx="91479">
                  <c:v>59.96</c:v>
                </c:pt>
                <c:pt idx="91480">
                  <c:v>59.95</c:v>
                </c:pt>
                <c:pt idx="91481">
                  <c:v>59.95</c:v>
                </c:pt>
                <c:pt idx="91482">
                  <c:v>59.95</c:v>
                </c:pt>
                <c:pt idx="91483">
                  <c:v>59.95</c:v>
                </c:pt>
                <c:pt idx="91484">
                  <c:v>74.08</c:v>
                </c:pt>
                <c:pt idx="91485">
                  <c:v>83.97</c:v>
                </c:pt>
                <c:pt idx="91486">
                  <c:v>180.44</c:v>
                </c:pt>
                <c:pt idx="91487">
                  <c:v>50.48</c:v>
                </c:pt>
                <c:pt idx="91488">
                  <c:v>180.69</c:v>
                </c:pt>
                <c:pt idx="91489">
                  <c:v>112.96</c:v>
                </c:pt>
                <c:pt idx="91490">
                  <c:v>74.819999999999993</c:v>
                </c:pt>
                <c:pt idx="91491">
                  <c:v>62.97</c:v>
                </c:pt>
                <c:pt idx="91492">
                  <c:v>45.17</c:v>
                </c:pt>
                <c:pt idx="91493">
                  <c:v>71.97</c:v>
                </c:pt>
                <c:pt idx="91494">
                  <c:v>55.98</c:v>
                </c:pt>
                <c:pt idx="91495">
                  <c:v>144.97</c:v>
                </c:pt>
                <c:pt idx="91496">
                  <c:v>158.41</c:v>
                </c:pt>
                <c:pt idx="91497">
                  <c:v>74.959999999999994</c:v>
                </c:pt>
                <c:pt idx="91498">
                  <c:v>65.989999999999995</c:v>
                </c:pt>
                <c:pt idx="91499">
                  <c:v>59.98</c:v>
                </c:pt>
                <c:pt idx="91500">
                  <c:v>63.98</c:v>
                </c:pt>
                <c:pt idx="91501">
                  <c:v>63.98</c:v>
                </c:pt>
                <c:pt idx="91502">
                  <c:v>63.98</c:v>
                </c:pt>
                <c:pt idx="91503">
                  <c:v>54.98</c:v>
                </c:pt>
                <c:pt idx="91504">
                  <c:v>51.28</c:v>
                </c:pt>
                <c:pt idx="91505">
                  <c:v>6.9</c:v>
                </c:pt>
                <c:pt idx="91506">
                  <c:v>51.28</c:v>
                </c:pt>
                <c:pt idx="91507">
                  <c:v>11.1</c:v>
                </c:pt>
                <c:pt idx="91508">
                  <c:v>51.28</c:v>
                </c:pt>
                <c:pt idx="91509">
                  <c:v>11.1</c:v>
                </c:pt>
                <c:pt idx="91510">
                  <c:v>54.98</c:v>
                </c:pt>
                <c:pt idx="91511">
                  <c:v>11.1</c:v>
                </c:pt>
                <c:pt idx="91512">
                  <c:v>6.9</c:v>
                </c:pt>
                <c:pt idx="91513">
                  <c:v>6.9</c:v>
                </c:pt>
                <c:pt idx="91514">
                  <c:v>89.97</c:v>
                </c:pt>
                <c:pt idx="91515">
                  <c:v>59.98</c:v>
                </c:pt>
                <c:pt idx="91516">
                  <c:v>89.97</c:v>
                </c:pt>
                <c:pt idx="91517">
                  <c:v>59.98</c:v>
                </c:pt>
                <c:pt idx="91518">
                  <c:v>54.98</c:v>
                </c:pt>
                <c:pt idx="91519">
                  <c:v>89.97</c:v>
                </c:pt>
                <c:pt idx="91520">
                  <c:v>71.959999999999994</c:v>
                </c:pt>
                <c:pt idx="91521">
                  <c:v>56.97</c:v>
                </c:pt>
                <c:pt idx="91522">
                  <c:v>74.97</c:v>
                </c:pt>
                <c:pt idx="91523">
                  <c:v>79.989999999999995</c:v>
                </c:pt>
                <c:pt idx="91524">
                  <c:v>51.97</c:v>
                </c:pt>
                <c:pt idx="91525">
                  <c:v>64.98</c:v>
                </c:pt>
                <c:pt idx="91526">
                  <c:v>60.98</c:v>
                </c:pt>
                <c:pt idx="91527">
                  <c:v>64.98</c:v>
                </c:pt>
                <c:pt idx="91528">
                  <c:v>76.209999999999994</c:v>
                </c:pt>
                <c:pt idx="91529">
                  <c:v>79.849999999999994</c:v>
                </c:pt>
                <c:pt idx="91530">
                  <c:v>131.87</c:v>
                </c:pt>
                <c:pt idx="91531">
                  <c:v>181.46</c:v>
                </c:pt>
                <c:pt idx="91532">
                  <c:v>181.46</c:v>
                </c:pt>
                <c:pt idx="91533">
                  <c:v>266.14999999999998</c:v>
                </c:pt>
                <c:pt idx="91534">
                  <c:v>239.54</c:v>
                </c:pt>
                <c:pt idx="91535">
                  <c:v>239.54</c:v>
                </c:pt>
                <c:pt idx="91536">
                  <c:v>266.14999999999998</c:v>
                </c:pt>
                <c:pt idx="91537">
                  <c:v>107.96</c:v>
                </c:pt>
                <c:pt idx="91538">
                  <c:v>48.73</c:v>
                </c:pt>
                <c:pt idx="91539">
                  <c:v>119.96</c:v>
                </c:pt>
                <c:pt idx="91540">
                  <c:v>48.73</c:v>
                </c:pt>
                <c:pt idx="91541">
                  <c:v>361.94</c:v>
                </c:pt>
                <c:pt idx="91542">
                  <c:v>12.08</c:v>
                </c:pt>
                <c:pt idx="91543">
                  <c:v>12.08</c:v>
                </c:pt>
                <c:pt idx="91544">
                  <c:v>123.38</c:v>
                </c:pt>
                <c:pt idx="91545">
                  <c:v>123.38</c:v>
                </c:pt>
                <c:pt idx="91546">
                  <c:v>135.46</c:v>
                </c:pt>
                <c:pt idx="91547">
                  <c:v>125.54</c:v>
                </c:pt>
                <c:pt idx="91548">
                  <c:v>151.25</c:v>
                </c:pt>
                <c:pt idx="91549">
                  <c:v>55.96</c:v>
                </c:pt>
                <c:pt idx="91550">
                  <c:v>59.98</c:v>
                </c:pt>
                <c:pt idx="91551">
                  <c:v>59.98</c:v>
                </c:pt>
                <c:pt idx="91552">
                  <c:v>59.98</c:v>
                </c:pt>
                <c:pt idx="91553">
                  <c:v>59.98</c:v>
                </c:pt>
                <c:pt idx="91554">
                  <c:v>56.98</c:v>
                </c:pt>
                <c:pt idx="91555">
                  <c:v>56.98</c:v>
                </c:pt>
                <c:pt idx="91556">
                  <c:v>55.98</c:v>
                </c:pt>
                <c:pt idx="91557">
                  <c:v>56.98</c:v>
                </c:pt>
                <c:pt idx="91558">
                  <c:v>81.97</c:v>
                </c:pt>
                <c:pt idx="91559">
                  <c:v>81.97</c:v>
                </c:pt>
                <c:pt idx="91560">
                  <c:v>55.98</c:v>
                </c:pt>
                <c:pt idx="91561">
                  <c:v>81.97</c:v>
                </c:pt>
                <c:pt idx="91562">
                  <c:v>59.98</c:v>
                </c:pt>
                <c:pt idx="91563">
                  <c:v>52.18</c:v>
                </c:pt>
                <c:pt idx="91564">
                  <c:v>52.18</c:v>
                </c:pt>
                <c:pt idx="91565">
                  <c:v>59.98</c:v>
                </c:pt>
                <c:pt idx="91566">
                  <c:v>59.98</c:v>
                </c:pt>
                <c:pt idx="91567">
                  <c:v>59.98</c:v>
                </c:pt>
                <c:pt idx="91568">
                  <c:v>52.18</c:v>
                </c:pt>
                <c:pt idx="91569">
                  <c:v>59.98</c:v>
                </c:pt>
                <c:pt idx="91570">
                  <c:v>59.98</c:v>
                </c:pt>
                <c:pt idx="91571">
                  <c:v>55.96</c:v>
                </c:pt>
                <c:pt idx="91572">
                  <c:v>55.96</c:v>
                </c:pt>
                <c:pt idx="91573">
                  <c:v>59.98</c:v>
                </c:pt>
                <c:pt idx="91574">
                  <c:v>59.98</c:v>
                </c:pt>
                <c:pt idx="91575">
                  <c:v>55.98</c:v>
                </c:pt>
                <c:pt idx="91576">
                  <c:v>75.959999999999994</c:v>
                </c:pt>
                <c:pt idx="91577">
                  <c:v>31.28</c:v>
                </c:pt>
                <c:pt idx="91578">
                  <c:v>55.96</c:v>
                </c:pt>
                <c:pt idx="91579">
                  <c:v>29.16</c:v>
                </c:pt>
                <c:pt idx="91580">
                  <c:v>30.98</c:v>
                </c:pt>
                <c:pt idx="91581">
                  <c:v>69.97</c:v>
                </c:pt>
                <c:pt idx="91582">
                  <c:v>59.98</c:v>
                </c:pt>
                <c:pt idx="91583">
                  <c:v>54.98</c:v>
                </c:pt>
                <c:pt idx="91584">
                  <c:v>89.97</c:v>
                </c:pt>
                <c:pt idx="91585">
                  <c:v>109.96</c:v>
                </c:pt>
                <c:pt idx="91586">
                  <c:v>89.97</c:v>
                </c:pt>
                <c:pt idx="91587">
                  <c:v>246.94</c:v>
                </c:pt>
                <c:pt idx="91588">
                  <c:v>99.98</c:v>
                </c:pt>
                <c:pt idx="91589">
                  <c:v>87.95</c:v>
                </c:pt>
                <c:pt idx="91590">
                  <c:v>93.95</c:v>
                </c:pt>
                <c:pt idx="91591">
                  <c:v>149.96</c:v>
                </c:pt>
                <c:pt idx="91592">
                  <c:v>79.95</c:v>
                </c:pt>
                <c:pt idx="91593">
                  <c:v>58.64</c:v>
                </c:pt>
                <c:pt idx="91594">
                  <c:v>73.97</c:v>
                </c:pt>
                <c:pt idx="91595">
                  <c:v>65.19</c:v>
                </c:pt>
                <c:pt idx="91596">
                  <c:v>65.98</c:v>
                </c:pt>
                <c:pt idx="91597">
                  <c:v>55.97</c:v>
                </c:pt>
                <c:pt idx="91598">
                  <c:v>149.9</c:v>
                </c:pt>
                <c:pt idx="91599">
                  <c:v>149.9</c:v>
                </c:pt>
                <c:pt idx="91600">
                  <c:v>104.93</c:v>
                </c:pt>
                <c:pt idx="91601">
                  <c:v>109.97</c:v>
                </c:pt>
                <c:pt idx="91602">
                  <c:v>169.97</c:v>
                </c:pt>
                <c:pt idx="91603">
                  <c:v>62.97</c:v>
                </c:pt>
                <c:pt idx="91604">
                  <c:v>-109.97</c:v>
                </c:pt>
                <c:pt idx="91605">
                  <c:v>109.98</c:v>
                </c:pt>
                <c:pt idx="91606">
                  <c:v>99.98</c:v>
                </c:pt>
                <c:pt idx="91607">
                  <c:v>117.97</c:v>
                </c:pt>
                <c:pt idx="91608">
                  <c:v>117.97</c:v>
                </c:pt>
                <c:pt idx="91609">
                  <c:v>60.87</c:v>
                </c:pt>
                <c:pt idx="91610">
                  <c:v>70.97</c:v>
                </c:pt>
                <c:pt idx="91611">
                  <c:v>35.299999999999997</c:v>
                </c:pt>
                <c:pt idx="91612">
                  <c:v>47.99</c:v>
                </c:pt>
                <c:pt idx="91613">
                  <c:v>63.99</c:v>
                </c:pt>
                <c:pt idx="91614">
                  <c:v>67.989999999999995</c:v>
                </c:pt>
                <c:pt idx="91615">
                  <c:v>63.99</c:v>
                </c:pt>
                <c:pt idx="91616">
                  <c:v>63.99</c:v>
                </c:pt>
                <c:pt idx="91617">
                  <c:v>59.37</c:v>
                </c:pt>
                <c:pt idx="91618">
                  <c:v>63.96</c:v>
                </c:pt>
                <c:pt idx="91619">
                  <c:v>37.479999999999997</c:v>
                </c:pt>
                <c:pt idx="91620">
                  <c:v>62.98</c:v>
                </c:pt>
                <c:pt idx="91621">
                  <c:v>46.49</c:v>
                </c:pt>
                <c:pt idx="91622">
                  <c:v>46.49</c:v>
                </c:pt>
                <c:pt idx="91623">
                  <c:v>62.98</c:v>
                </c:pt>
                <c:pt idx="91624">
                  <c:v>63.98</c:v>
                </c:pt>
                <c:pt idx="91625">
                  <c:v>77.959999999999994</c:v>
                </c:pt>
                <c:pt idx="91626">
                  <c:v>15.29</c:v>
                </c:pt>
                <c:pt idx="91627">
                  <c:v>57.97</c:v>
                </c:pt>
                <c:pt idx="91628">
                  <c:v>51.29</c:v>
                </c:pt>
                <c:pt idx="91629">
                  <c:v>50.96</c:v>
                </c:pt>
                <c:pt idx="91630">
                  <c:v>76.180000000000007</c:v>
                </c:pt>
                <c:pt idx="91631">
                  <c:v>233.94</c:v>
                </c:pt>
                <c:pt idx="91632">
                  <c:v>118.97</c:v>
                </c:pt>
                <c:pt idx="91633">
                  <c:v>118.97</c:v>
                </c:pt>
                <c:pt idx="91634">
                  <c:v>50.99</c:v>
                </c:pt>
                <c:pt idx="91635">
                  <c:v>68.989999999999995</c:v>
                </c:pt>
                <c:pt idx="91636">
                  <c:v>56.97</c:v>
                </c:pt>
                <c:pt idx="91637">
                  <c:v>138.79</c:v>
                </c:pt>
                <c:pt idx="91638">
                  <c:v>-49.11</c:v>
                </c:pt>
                <c:pt idx="91639">
                  <c:v>99.86</c:v>
                </c:pt>
                <c:pt idx="91640">
                  <c:v>98.25</c:v>
                </c:pt>
                <c:pt idx="91641">
                  <c:v>59.98</c:v>
                </c:pt>
                <c:pt idx="91642">
                  <c:v>59.98</c:v>
                </c:pt>
                <c:pt idx="91643">
                  <c:v>54.98</c:v>
                </c:pt>
                <c:pt idx="91644">
                  <c:v>59.98</c:v>
                </c:pt>
                <c:pt idx="91645">
                  <c:v>58.88</c:v>
                </c:pt>
                <c:pt idx="91646">
                  <c:v>57.97</c:v>
                </c:pt>
                <c:pt idx="91647">
                  <c:v>51.98</c:v>
                </c:pt>
                <c:pt idx="91648">
                  <c:v>113.57</c:v>
                </c:pt>
                <c:pt idx="91649">
                  <c:v>89.91</c:v>
                </c:pt>
                <c:pt idx="91650">
                  <c:v>89.91</c:v>
                </c:pt>
                <c:pt idx="91651">
                  <c:v>99.9</c:v>
                </c:pt>
                <c:pt idx="91652">
                  <c:v>107.95</c:v>
                </c:pt>
                <c:pt idx="91653">
                  <c:v>53.96</c:v>
                </c:pt>
                <c:pt idx="91654">
                  <c:v>60.96</c:v>
                </c:pt>
                <c:pt idx="91655">
                  <c:v>128.96</c:v>
                </c:pt>
                <c:pt idx="91656">
                  <c:v>51.97</c:v>
                </c:pt>
                <c:pt idx="91657">
                  <c:v>54.98</c:v>
                </c:pt>
                <c:pt idx="91658">
                  <c:v>84.99</c:v>
                </c:pt>
                <c:pt idx="91659">
                  <c:v>59.98</c:v>
                </c:pt>
                <c:pt idx="91660">
                  <c:v>49.48</c:v>
                </c:pt>
                <c:pt idx="91661">
                  <c:v>0</c:v>
                </c:pt>
                <c:pt idx="91662">
                  <c:v>81.97</c:v>
                </c:pt>
                <c:pt idx="91663">
                  <c:v>110.97</c:v>
                </c:pt>
                <c:pt idx="91664">
                  <c:v>80.97</c:v>
                </c:pt>
                <c:pt idx="91665">
                  <c:v>113.97</c:v>
                </c:pt>
                <c:pt idx="91666">
                  <c:v>51.97</c:v>
                </c:pt>
                <c:pt idx="91667">
                  <c:v>119.96</c:v>
                </c:pt>
                <c:pt idx="91668">
                  <c:v>75.41</c:v>
                </c:pt>
                <c:pt idx="91669">
                  <c:v>-20</c:v>
                </c:pt>
                <c:pt idx="91670">
                  <c:v>53.97</c:v>
                </c:pt>
                <c:pt idx="91671">
                  <c:v>119.96</c:v>
                </c:pt>
                <c:pt idx="91672">
                  <c:v>89.95</c:v>
                </c:pt>
                <c:pt idx="91673">
                  <c:v>71.98</c:v>
                </c:pt>
                <c:pt idx="91674">
                  <c:v>79.959999999999994</c:v>
                </c:pt>
                <c:pt idx="91675">
                  <c:v>59.95</c:v>
                </c:pt>
                <c:pt idx="91676">
                  <c:v>59.95</c:v>
                </c:pt>
                <c:pt idx="91677">
                  <c:v>118.97</c:v>
                </c:pt>
                <c:pt idx="91678">
                  <c:v>59.98</c:v>
                </c:pt>
                <c:pt idx="91679">
                  <c:v>61.48</c:v>
                </c:pt>
                <c:pt idx="91680">
                  <c:v>89.97</c:v>
                </c:pt>
                <c:pt idx="91681">
                  <c:v>89.97</c:v>
                </c:pt>
                <c:pt idx="91682">
                  <c:v>89.97</c:v>
                </c:pt>
                <c:pt idx="91683">
                  <c:v>128.96</c:v>
                </c:pt>
                <c:pt idx="91684">
                  <c:v>61.48</c:v>
                </c:pt>
                <c:pt idx="91685">
                  <c:v>128.96</c:v>
                </c:pt>
                <c:pt idx="91686">
                  <c:v>62.23</c:v>
                </c:pt>
                <c:pt idx="91687">
                  <c:v>62.23</c:v>
                </c:pt>
                <c:pt idx="91688">
                  <c:v>59.98</c:v>
                </c:pt>
                <c:pt idx="91689">
                  <c:v>89.97</c:v>
                </c:pt>
                <c:pt idx="91690">
                  <c:v>42.47</c:v>
                </c:pt>
                <c:pt idx="91691">
                  <c:v>51.49</c:v>
                </c:pt>
                <c:pt idx="91692">
                  <c:v>105.95</c:v>
                </c:pt>
                <c:pt idx="91693">
                  <c:v>12.49</c:v>
                </c:pt>
                <c:pt idx="91694">
                  <c:v>134.97999999999999</c:v>
                </c:pt>
                <c:pt idx="91695">
                  <c:v>115.97</c:v>
                </c:pt>
                <c:pt idx="91696">
                  <c:v>96.78</c:v>
                </c:pt>
                <c:pt idx="91697">
                  <c:v>78.81</c:v>
                </c:pt>
                <c:pt idx="91698">
                  <c:v>116.06</c:v>
                </c:pt>
                <c:pt idx="91699">
                  <c:v>106.98</c:v>
                </c:pt>
                <c:pt idx="91700">
                  <c:v>98.98</c:v>
                </c:pt>
                <c:pt idx="91701">
                  <c:v>143.94</c:v>
                </c:pt>
                <c:pt idx="91702">
                  <c:v>124.94</c:v>
                </c:pt>
                <c:pt idx="91703">
                  <c:v>68.97</c:v>
                </c:pt>
                <c:pt idx="91704">
                  <c:v>68.97</c:v>
                </c:pt>
                <c:pt idx="91705">
                  <c:v>137.94</c:v>
                </c:pt>
                <c:pt idx="91706">
                  <c:v>71.959999999999994</c:v>
                </c:pt>
                <c:pt idx="91707">
                  <c:v>71.959999999999994</c:v>
                </c:pt>
                <c:pt idx="91708">
                  <c:v>50.97</c:v>
                </c:pt>
                <c:pt idx="91709">
                  <c:v>71.959999999999994</c:v>
                </c:pt>
                <c:pt idx="91710">
                  <c:v>71.959999999999994</c:v>
                </c:pt>
                <c:pt idx="91711">
                  <c:v>209.95</c:v>
                </c:pt>
                <c:pt idx="91712">
                  <c:v>172.01</c:v>
                </c:pt>
                <c:pt idx="91713">
                  <c:v>65.989999999999995</c:v>
                </c:pt>
                <c:pt idx="91714">
                  <c:v>65.989999999999995</c:v>
                </c:pt>
                <c:pt idx="91715">
                  <c:v>59.39</c:v>
                </c:pt>
                <c:pt idx="91716">
                  <c:v>11.49</c:v>
                </c:pt>
                <c:pt idx="91717">
                  <c:v>76.47</c:v>
                </c:pt>
                <c:pt idx="91718">
                  <c:v>46.73</c:v>
                </c:pt>
                <c:pt idx="91719">
                  <c:v>103.46</c:v>
                </c:pt>
                <c:pt idx="91720">
                  <c:v>115.11</c:v>
                </c:pt>
                <c:pt idx="91721">
                  <c:v>117.33</c:v>
                </c:pt>
                <c:pt idx="91722">
                  <c:v>104.83</c:v>
                </c:pt>
                <c:pt idx="91723">
                  <c:v>104.83</c:v>
                </c:pt>
                <c:pt idx="91724">
                  <c:v>92.77</c:v>
                </c:pt>
                <c:pt idx="91725">
                  <c:v>64.97</c:v>
                </c:pt>
                <c:pt idx="91726">
                  <c:v>14.99</c:v>
                </c:pt>
                <c:pt idx="91727">
                  <c:v>99.98</c:v>
                </c:pt>
                <c:pt idx="91728">
                  <c:v>84.27</c:v>
                </c:pt>
                <c:pt idx="91729">
                  <c:v>85.8</c:v>
                </c:pt>
                <c:pt idx="91730">
                  <c:v>113.97</c:v>
                </c:pt>
                <c:pt idx="91731">
                  <c:v>99.98</c:v>
                </c:pt>
                <c:pt idx="91732">
                  <c:v>85.95</c:v>
                </c:pt>
                <c:pt idx="91733">
                  <c:v>99.97</c:v>
                </c:pt>
                <c:pt idx="91734">
                  <c:v>31.49</c:v>
                </c:pt>
                <c:pt idx="91735">
                  <c:v>59.98</c:v>
                </c:pt>
                <c:pt idx="91736">
                  <c:v>59.98</c:v>
                </c:pt>
                <c:pt idx="91737">
                  <c:v>59.98</c:v>
                </c:pt>
                <c:pt idx="91738">
                  <c:v>59.98</c:v>
                </c:pt>
                <c:pt idx="91739">
                  <c:v>59.98</c:v>
                </c:pt>
                <c:pt idx="91740">
                  <c:v>59.98</c:v>
                </c:pt>
                <c:pt idx="91741">
                  <c:v>406.72</c:v>
                </c:pt>
                <c:pt idx="91742">
                  <c:v>58.46</c:v>
                </c:pt>
                <c:pt idx="91743">
                  <c:v>74.95</c:v>
                </c:pt>
                <c:pt idx="91744">
                  <c:v>74.95</c:v>
                </c:pt>
                <c:pt idx="91745">
                  <c:v>159.97999999999999</c:v>
                </c:pt>
                <c:pt idx="91746">
                  <c:v>92.98</c:v>
                </c:pt>
                <c:pt idx="91747">
                  <c:v>66.66</c:v>
                </c:pt>
                <c:pt idx="91748">
                  <c:v>79.989999999999995</c:v>
                </c:pt>
                <c:pt idx="91749">
                  <c:v>125.36</c:v>
                </c:pt>
                <c:pt idx="91750">
                  <c:v>65.989999999999995</c:v>
                </c:pt>
                <c:pt idx="91751">
                  <c:v>65.989999999999995</c:v>
                </c:pt>
                <c:pt idx="91752">
                  <c:v>88.98</c:v>
                </c:pt>
                <c:pt idx="91753">
                  <c:v>65.19</c:v>
                </c:pt>
                <c:pt idx="91754">
                  <c:v>72.239999999999995</c:v>
                </c:pt>
                <c:pt idx="91755">
                  <c:v>107.98</c:v>
                </c:pt>
                <c:pt idx="91756">
                  <c:v>68.97</c:v>
                </c:pt>
                <c:pt idx="91757">
                  <c:v>96.87</c:v>
                </c:pt>
                <c:pt idx="91758">
                  <c:v>99.97</c:v>
                </c:pt>
                <c:pt idx="91759">
                  <c:v>107.96</c:v>
                </c:pt>
                <c:pt idx="91760">
                  <c:v>32.99</c:v>
                </c:pt>
                <c:pt idx="91761">
                  <c:v>48.42</c:v>
                </c:pt>
                <c:pt idx="91762">
                  <c:v>158.96</c:v>
                </c:pt>
                <c:pt idx="91763">
                  <c:v>137.28</c:v>
                </c:pt>
                <c:pt idx="91764">
                  <c:v>118.98</c:v>
                </c:pt>
                <c:pt idx="91765">
                  <c:v>149.97</c:v>
                </c:pt>
                <c:pt idx="91766">
                  <c:v>84.99</c:v>
                </c:pt>
                <c:pt idx="91767">
                  <c:v>159.97999999999999</c:v>
                </c:pt>
                <c:pt idx="91768">
                  <c:v>161.15</c:v>
                </c:pt>
                <c:pt idx="91769">
                  <c:v>100.97</c:v>
                </c:pt>
                <c:pt idx="91770">
                  <c:v>69.959999999999994</c:v>
                </c:pt>
                <c:pt idx="91771">
                  <c:v>-24.99</c:v>
                </c:pt>
                <c:pt idx="91772">
                  <c:v>84.99</c:v>
                </c:pt>
                <c:pt idx="91773">
                  <c:v>99.98</c:v>
                </c:pt>
                <c:pt idx="91774">
                  <c:v>113.97</c:v>
                </c:pt>
                <c:pt idx="91775">
                  <c:v>99.98</c:v>
                </c:pt>
                <c:pt idx="91776">
                  <c:v>46.29</c:v>
                </c:pt>
                <c:pt idx="91777">
                  <c:v>89.98</c:v>
                </c:pt>
                <c:pt idx="91778">
                  <c:v>89.98</c:v>
                </c:pt>
                <c:pt idx="91779">
                  <c:v>79.98</c:v>
                </c:pt>
                <c:pt idx="91780">
                  <c:v>54.95</c:v>
                </c:pt>
                <c:pt idx="91781">
                  <c:v>13.09</c:v>
                </c:pt>
                <c:pt idx="91782">
                  <c:v>80.180000000000007</c:v>
                </c:pt>
                <c:pt idx="91783">
                  <c:v>64.98</c:v>
                </c:pt>
                <c:pt idx="91784">
                  <c:v>46.19</c:v>
                </c:pt>
                <c:pt idx="91785">
                  <c:v>64.98</c:v>
                </c:pt>
                <c:pt idx="91786">
                  <c:v>84.99</c:v>
                </c:pt>
                <c:pt idx="91787">
                  <c:v>78.88</c:v>
                </c:pt>
                <c:pt idx="91788">
                  <c:v>68.83</c:v>
                </c:pt>
                <c:pt idx="91789">
                  <c:v>65.989999999999995</c:v>
                </c:pt>
                <c:pt idx="91790">
                  <c:v>75.98</c:v>
                </c:pt>
                <c:pt idx="91791">
                  <c:v>65.989999999999995</c:v>
                </c:pt>
                <c:pt idx="91792">
                  <c:v>59.39</c:v>
                </c:pt>
                <c:pt idx="91793">
                  <c:v>-56.97</c:v>
                </c:pt>
                <c:pt idx="91794">
                  <c:v>59.96</c:v>
                </c:pt>
                <c:pt idx="91795">
                  <c:v>-59.95</c:v>
                </c:pt>
                <c:pt idx="91796">
                  <c:v>56.97</c:v>
                </c:pt>
                <c:pt idx="91797">
                  <c:v>59.96</c:v>
                </c:pt>
                <c:pt idx="91798">
                  <c:v>54.98</c:v>
                </c:pt>
                <c:pt idx="91799">
                  <c:v>79.98</c:v>
                </c:pt>
                <c:pt idx="91800">
                  <c:v>59.95</c:v>
                </c:pt>
                <c:pt idx="91801">
                  <c:v>65.989999999999995</c:v>
                </c:pt>
                <c:pt idx="91802">
                  <c:v>75.98</c:v>
                </c:pt>
                <c:pt idx="91803">
                  <c:v>79.98</c:v>
                </c:pt>
                <c:pt idx="91804">
                  <c:v>59.39</c:v>
                </c:pt>
                <c:pt idx="91805">
                  <c:v>51.25</c:v>
                </c:pt>
                <c:pt idx="91806">
                  <c:v>65.989999999999995</c:v>
                </c:pt>
                <c:pt idx="91807">
                  <c:v>91.57</c:v>
                </c:pt>
                <c:pt idx="91808">
                  <c:v>48.78</c:v>
                </c:pt>
                <c:pt idx="91809">
                  <c:v>73.98</c:v>
                </c:pt>
                <c:pt idx="91810">
                  <c:v>83.95</c:v>
                </c:pt>
                <c:pt idx="91811">
                  <c:v>109.98</c:v>
                </c:pt>
                <c:pt idx="91812">
                  <c:v>79.98</c:v>
                </c:pt>
                <c:pt idx="91813">
                  <c:v>54.99</c:v>
                </c:pt>
                <c:pt idx="91814">
                  <c:v>66.540000000000006</c:v>
                </c:pt>
                <c:pt idx="91815">
                  <c:v>85.74</c:v>
                </c:pt>
                <c:pt idx="91816">
                  <c:v>83.47</c:v>
                </c:pt>
                <c:pt idx="91817">
                  <c:v>66.540000000000006</c:v>
                </c:pt>
                <c:pt idx="91818">
                  <c:v>69.989999999999995</c:v>
                </c:pt>
                <c:pt idx="91819">
                  <c:v>89.94</c:v>
                </c:pt>
                <c:pt idx="91820">
                  <c:v>89.94</c:v>
                </c:pt>
                <c:pt idx="91821">
                  <c:v>89.97</c:v>
                </c:pt>
                <c:pt idx="91822">
                  <c:v>67.98</c:v>
                </c:pt>
                <c:pt idx="91823">
                  <c:v>71.98</c:v>
                </c:pt>
                <c:pt idx="91824">
                  <c:v>51.27</c:v>
                </c:pt>
                <c:pt idx="91825">
                  <c:v>123.97</c:v>
                </c:pt>
                <c:pt idx="91826">
                  <c:v>54.98</c:v>
                </c:pt>
                <c:pt idx="91827">
                  <c:v>49.05</c:v>
                </c:pt>
                <c:pt idx="91828">
                  <c:v>57.98</c:v>
                </c:pt>
                <c:pt idx="91829">
                  <c:v>57.98</c:v>
                </c:pt>
                <c:pt idx="91830">
                  <c:v>54.98</c:v>
                </c:pt>
                <c:pt idx="91831">
                  <c:v>59.98</c:v>
                </c:pt>
                <c:pt idx="91832">
                  <c:v>49.05</c:v>
                </c:pt>
                <c:pt idx="91833">
                  <c:v>59.98</c:v>
                </c:pt>
                <c:pt idx="91834">
                  <c:v>51.66</c:v>
                </c:pt>
                <c:pt idx="91835">
                  <c:v>51.66</c:v>
                </c:pt>
                <c:pt idx="91836">
                  <c:v>41.93</c:v>
                </c:pt>
                <c:pt idx="91837">
                  <c:v>73.98</c:v>
                </c:pt>
                <c:pt idx="91838">
                  <c:v>60.97</c:v>
                </c:pt>
                <c:pt idx="91839">
                  <c:v>60.97</c:v>
                </c:pt>
                <c:pt idx="91840">
                  <c:v>73.98</c:v>
                </c:pt>
                <c:pt idx="91841">
                  <c:v>41.93</c:v>
                </c:pt>
                <c:pt idx="91842">
                  <c:v>397.94</c:v>
                </c:pt>
                <c:pt idx="91843">
                  <c:v>83.93</c:v>
                </c:pt>
                <c:pt idx="91844">
                  <c:v>56.97</c:v>
                </c:pt>
                <c:pt idx="91845">
                  <c:v>56.4</c:v>
                </c:pt>
                <c:pt idx="91846">
                  <c:v>92.47</c:v>
                </c:pt>
                <c:pt idx="91847">
                  <c:v>104.98</c:v>
                </c:pt>
                <c:pt idx="91848">
                  <c:v>62.57</c:v>
                </c:pt>
                <c:pt idx="91849">
                  <c:v>93.97</c:v>
                </c:pt>
                <c:pt idx="91850">
                  <c:v>73.48</c:v>
                </c:pt>
                <c:pt idx="91851">
                  <c:v>62.98</c:v>
                </c:pt>
                <c:pt idx="91852">
                  <c:v>89.98</c:v>
                </c:pt>
                <c:pt idx="91853">
                  <c:v>61.98</c:v>
                </c:pt>
                <c:pt idx="91854">
                  <c:v>99.96</c:v>
                </c:pt>
                <c:pt idx="91855">
                  <c:v>77.98</c:v>
                </c:pt>
                <c:pt idx="91856">
                  <c:v>74.97</c:v>
                </c:pt>
                <c:pt idx="91857">
                  <c:v>52.98</c:v>
                </c:pt>
                <c:pt idx="91858">
                  <c:v>84.99</c:v>
                </c:pt>
                <c:pt idx="91859">
                  <c:v>104.97</c:v>
                </c:pt>
                <c:pt idx="91860">
                  <c:v>69.98</c:v>
                </c:pt>
                <c:pt idx="91861">
                  <c:v>84.98</c:v>
                </c:pt>
                <c:pt idx="91862">
                  <c:v>72.239999999999995</c:v>
                </c:pt>
                <c:pt idx="91863">
                  <c:v>84.99</c:v>
                </c:pt>
                <c:pt idx="91864">
                  <c:v>149.94999999999999</c:v>
                </c:pt>
                <c:pt idx="91865">
                  <c:v>97.96</c:v>
                </c:pt>
                <c:pt idx="91866">
                  <c:v>48.29</c:v>
                </c:pt>
                <c:pt idx="91867">
                  <c:v>65.989999999999995</c:v>
                </c:pt>
                <c:pt idx="91868">
                  <c:v>102.83</c:v>
                </c:pt>
                <c:pt idx="91869">
                  <c:v>102.83</c:v>
                </c:pt>
                <c:pt idx="91870">
                  <c:v>159.69999999999999</c:v>
                </c:pt>
                <c:pt idx="91871">
                  <c:v>79.849999999999994</c:v>
                </c:pt>
                <c:pt idx="91872">
                  <c:v>79.849999999999994</c:v>
                </c:pt>
                <c:pt idx="91873">
                  <c:v>102.83</c:v>
                </c:pt>
                <c:pt idx="91874">
                  <c:v>159.69999999999999</c:v>
                </c:pt>
                <c:pt idx="91875">
                  <c:v>96.78</c:v>
                </c:pt>
                <c:pt idx="91876">
                  <c:v>96.78</c:v>
                </c:pt>
                <c:pt idx="91877">
                  <c:v>159.69999999999999</c:v>
                </c:pt>
                <c:pt idx="91878">
                  <c:v>96.78</c:v>
                </c:pt>
                <c:pt idx="91879">
                  <c:v>79.849999999999994</c:v>
                </c:pt>
                <c:pt idx="91880">
                  <c:v>79.849999999999994</c:v>
                </c:pt>
                <c:pt idx="91881">
                  <c:v>79.849999999999994</c:v>
                </c:pt>
                <c:pt idx="91882">
                  <c:v>79.849999999999994</c:v>
                </c:pt>
                <c:pt idx="91883">
                  <c:v>82.92</c:v>
                </c:pt>
                <c:pt idx="91884">
                  <c:v>92.92</c:v>
                </c:pt>
                <c:pt idx="91885">
                  <c:v>138.94999999999999</c:v>
                </c:pt>
                <c:pt idx="91886">
                  <c:v>157.96</c:v>
                </c:pt>
                <c:pt idx="91887">
                  <c:v>96.56</c:v>
                </c:pt>
                <c:pt idx="91888">
                  <c:v>50.97</c:v>
                </c:pt>
                <c:pt idx="91889">
                  <c:v>130.94999999999999</c:v>
                </c:pt>
                <c:pt idx="91890">
                  <c:v>56.98</c:v>
                </c:pt>
                <c:pt idx="91891">
                  <c:v>108.97</c:v>
                </c:pt>
                <c:pt idx="91892">
                  <c:v>56.97</c:v>
                </c:pt>
                <c:pt idx="91893">
                  <c:v>63.98</c:v>
                </c:pt>
                <c:pt idx="91894">
                  <c:v>103.98</c:v>
                </c:pt>
                <c:pt idx="91895">
                  <c:v>63.96</c:v>
                </c:pt>
                <c:pt idx="91896">
                  <c:v>59.95</c:v>
                </c:pt>
                <c:pt idx="91897">
                  <c:v>50.95</c:v>
                </c:pt>
                <c:pt idx="91898">
                  <c:v>50.96</c:v>
                </c:pt>
                <c:pt idx="91899">
                  <c:v>52.85</c:v>
                </c:pt>
                <c:pt idx="91900">
                  <c:v>15.99</c:v>
                </c:pt>
                <c:pt idx="91901">
                  <c:v>84.98</c:v>
                </c:pt>
                <c:pt idx="91902">
                  <c:v>84.99</c:v>
                </c:pt>
                <c:pt idx="91903">
                  <c:v>84.99</c:v>
                </c:pt>
                <c:pt idx="91904">
                  <c:v>84.99</c:v>
                </c:pt>
                <c:pt idx="91905">
                  <c:v>152.97999999999999</c:v>
                </c:pt>
                <c:pt idx="91906">
                  <c:v>84.99</c:v>
                </c:pt>
                <c:pt idx="91907">
                  <c:v>65.98</c:v>
                </c:pt>
                <c:pt idx="91908">
                  <c:v>100.97</c:v>
                </c:pt>
                <c:pt idx="91909">
                  <c:v>51.49</c:v>
                </c:pt>
                <c:pt idx="91910">
                  <c:v>84.99</c:v>
                </c:pt>
                <c:pt idx="91911">
                  <c:v>79.98</c:v>
                </c:pt>
                <c:pt idx="91912">
                  <c:v>69.989999999999995</c:v>
                </c:pt>
                <c:pt idx="91913">
                  <c:v>33.479999999999997</c:v>
                </c:pt>
                <c:pt idx="91914">
                  <c:v>36.49</c:v>
                </c:pt>
                <c:pt idx="91915">
                  <c:v>51.97</c:v>
                </c:pt>
                <c:pt idx="91916">
                  <c:v>55.83</c:v>
                </c:pt>
                <c:pt idx="91917">
                  <c:v>56.97</c:v>
                </c:pt>
                <c:pt idx="91918">
                  <c:v>56.97</c:v>
                </c:pt>
                <c:pt idx="91919">
                  <c:v>56.97</c:v>
                </c:pt>
                <c:pt idx="91920">
                  <c:v>56.97</c:v>
                </c:pt>
                <c:pt idx="91921">
                  <c:v>56.96</c:v>
                </c:pt>
                <c:pt idx="91922">
                  <c:v>55.83</c:v>
                </c:pt>
                <c:pt idx="91923">
                  <c:v>224.95</c:v>
                </c:pt>
                <c:pt idx="91924">
                  <c:v>99.98</c:v>
                </c:pt>
                <c:pt idx="91925">
                  <c:v>89.98</c:v>
                </c:pt>
                <c:pt idx="91926">
                  <c:v>87.47</c:v>
                </c:pt>
                <c:pt idx="91927">
                  <c:v>62.57</c:v>
                </c:pt>
                <c:pt idx="91928">
                  <c:v>69.95</c:v>
                </c:pt>
                <c:pt idx="91929">
                  <c:v>117.43</c:v>
                </c:pt>
                <c:pt idx="91930">
                  <c:v>85</c:v>
                </c:pt>
                <c:pt idx="91931">
                  <c:v>67.459999999999994</c:v>
                </c:pt>
                <c:pt idx="91932">
                  <c:v>76.25</c:v>
                </c:pt>
                <c:pt idx="91933">
                  <c:v>59.96</c:v>
                </c:pt>
                <c:pt idx="91934">
                  <c:v>63.71</c:v>
                </c:pt>
                <c:pt idx="91935">
                  <c:v>63.71</c:v>
                </c:pt>
                <c:pt idx="91936">
                  <c:v>84.99</c:v>
                </c:pt>
                <c:pt idx="91937">
                  <c:v>107.07</c:v>
                </c:pt>
                <c:pt idx="91938">
                  <c:v>118.97</c:v>
                </c:pt>
                <c:pt idx="91939">
                  <c:v>57.98</c:v>
                </c:pt>
                <c:pt idx="91940">
                  <c:v>87.96</c:v>
                </c:pt>
                <c:pt idx="91941">
                  <c:v>157.96</c:v>
                </c:pt>
                <c:pt idx="91942">
                  <c:v>54.99</c:v>
                </c:pt>
                <c:pt idx="91943">
                  <c:v>83.98</c:v>
                </c:pt>
                <c:pt idx="91944">
                  <c:v>-275.94</c:v>
                </c:pt>
                <c:pt idx="91945">
                  <c:v>-275.94</c:v>
                </c:pt>
                <c:pt idx="91946">
                  <c:v>124.18</c:v>
                </c:pt>
                <c:pt idx="91947">
                  <c:v>-275.94</c:v>
                </c:pt>
                <c:pt idx="91948">
                  <c:v>53.99</c:v>
                </c:pt>
                <c:pt idx="91949">
                  <c:v>58.64</c:v>
                </c:pt>
                <c:pt idx="91950">
                  <c:v>53.99</c:v>
                </c:pt>
                <c:pt idx="91951">
                  <c:v>140.22</c:v>
                </c:pt>
                <c:pt idx="91952">
                  <c:v>140.22</c:v>
                </c:pt>
                <c:pt idx="91953">
                  <c:v>-275.94</c:v>
                </c:pt>
                <c:pt idx="91954">
                  <c:v>118.97</c:v>
                </c:pt>
                <c:pt idx="91955">
                  <c:v>140.22</c:v>
                </c:pt>
                <c:pt idx="91956">
                  <c:v>-275.94</c:v>
                </c:pt>
                <c:pt idx="91957">
                  <c:v>-275.94</c:v>
                </c:pt>
                <c:pt idx="91958">
                  <c:v>-53.99</c:v>
                </c:pt>
                <c:pt idx="91959">
                  <c:v>53.99</c:v>
                </c:pt>
                <c:pt idx="91960">
                  <c:v>275.94</c:v>
                </c:pt>
                <c:pt idx="91961">
                  <c:v>275.94</c:v>
                </c:pt>
                <c:pt idx="91962">
                  <c:v>275.94</c:v>
                </c:pt>
                <c:pt idx="91963">
                  <c:v>83.98</c:v>
                </c:pt>
                <c:pt idx="91964">
                  <c:v>275.94</c:v>
                </c:pt>
                <c:pt idx="91965">
                  <c:v>275.94</c:v>
                </c:pt>
                <c:pt idx="91966">
                  <c:v>275.94</c:v>
                </c:pt>
                <c:pt idx="91967">
                  <c:v>124.18</c:v>
                </c:pt>
                <c:pt idx="91968">
                  <c:v>83.98</c:v>
                </c:pt>
                <c:pt idx="91969">
                  <c:v>53.99</c:v>
                </c:pt>
                <c:pt idx="91970">
                  <c:v>83.98</c:v>
                </c:pt>
                <c:pt idx="91971">
                  <c:v>-53.99</c:v>
                </c:pt>
                <c:pt idx="91972">
                  <c:v>-53.99</c:v>
                </c:pt>
                <c:pt idx="91973">
                  <c:v>124.18</c:v>
                </c:pt>
                <c:pt idx="91974">
                  <c:v>53.99</c:v>
                </c:pt>
                <c:pt idx="91975">
                  <c:v>83.98</c:v>
                </c:pt>
                <c:pt idx="91976">
                  <c:v>84.13</c:v>
                </c:pt>
                <c:pt idx="91977">
                  <c:v>58.64</c:v>
                </c:pt>
                <c:pt idx="91978">
                  <c:v>124.18</c:v>
                </c:pt>
                <c:pt idx="91979">
                  <c:v>118.97</c:v>
                </c:pt>
                <c:pt idx="91980">
                  <c:v>58.64</c:v>
                </c:pt>
                <c:pt idx="91981">
                  <c:v>84.13</c:v>
                </c:pt>
                <c:pt idx="91982">
                  <c:v>-53.99</c:v>
                </c:pt>
                <c:pt idx="91983">
                  <c:v>124.18</c:v>
                </c:pt>
                <c:pt idx="91984">
                  <c:v>84.13</c:v>
                </c:pt>
                <c:pt idx="91985">
                  <c:v>84.13</c:v>
                </c:pt>
                <c:pt idx="91986">
                  <c:v>-53.99</c:v>
                </c:pt>
                <c:pt idx="91987">
                  <c:v>83.98</c:v>
                </c:pt>
                <c:pt idx="91988">
                  <c:v>53.99</c:v>
                </c:pt>
                <c:pt idx="91989">
                  <c:v>84.13</c:v>
                </c:pt>
                <c:pt idx="91990">
                  <c:v>58.64</c:v>
                </c:pt>
                <c:pt idx="91991">
                  <c:v>118.97</c:v>
                </c:pt>
                <c:pt idx="91992">
                  <c:v>124.18</c:v>
                </c:pt>
                <c:pt idx="91993">
                  <c:v>118.97</c:v>
                </c:pt>
                <c:pt idx="91994">
                  <c:v>118.97</c:v>
                </c:pt>
                <c:pt idx="91995">
                  <c:v>118.97</c:v>
                </c:pt>
                <c:pt idx="91996">
                  <c:v>140.22</c:v>
                </c:pt>
                <c:pt idx="91997">
                  <c:v>58.64</c:v>
                </c:pt>
                <c:pt idx="91998">
                  <c:v>140.22</c:v>
                </c:pt>
                <c:pt idx="91999">
                  <c:v>140.22</c:v>
                </c:pt>
                <c:pt idx="92000">
                  <c:v>-53.99</c:v>
                </c:pt>
                <c:pt idx="92001">
                  <c:v>58.64</c:v>
                </c:pt>
                <c:pt idx="92002">
                  <c:v>84.13</c:v>
                </c:pt>
                <c:pt idx="92003">
                  <c:v>124.97</c:v>
                </c:pt>
                <c:pt idx="92004">
                  <c:v>89.97</c:v>
                </c:pt>
                <c:pt idx="92005">
                  <c:v>89.97</c:v>
                </c:pt>
                <c:pt idx="92006">
                  <c:v>89.97</c:v>
                </c:pt>
                <c:pt idx="92007">
                  <c:v>174.97</c:v>
                </c:pt>
                <c:pt idx="92008">
                  <c:v>79.98</c:v>
                </c:pt>
                <c:pt idx="92009">
                  <c:v>62.37</c:v>
                </c:pt>
                <c:pt idx="92010">
                  <c:v>148.44999999999999</c:v>
                </c:pt>
                <c:pt idx="92011">
                  <c:v>93.97</c:v>
                </c:pt>
                <c:pt idx="92012">
                  <c:v>89.98</c:v>
                </c:pt>
                <c:pt idx="92013">
                  <c:v>79.98</c:v>
                </c:pt>
                <c:pt idx="92014">
                  <c:v>80.97</c:v>
                </c:pt>
                <c:pt idx="92015">
                  <c:v>87.23</c:v>
                </c:pt>
                <c:pt idx="92016">
                  <c:v>68.98</c:v>
                </c:pt>
                <c:pt idx="92017">
                  <c:v>28.28</c:v>
                </c:pt>
                <c:pt idx="92018">
                  <c:v>61.98</c:v>
                </c:pt>
                <c:pt idx="92019">
                  <c:v>69.98</c:v>
                </c:pt>
                <c:pt idx="92020">
                  <c:v>51.98</c:v>
                </c:pt>
                <c:pt idx="92021">
                  <c:v>73.98</c:v>
                </c:pt>
                <c:pt idx="92022">
                  <c:v>73.98</c:v>
                </c:pt>
                <c:pt idx="92023">
                  <c:v>63.84</c:v>
                </c:pt>
                <c:pt idx="92024">
                  <c:v>55.97</c:v>
                </c:pt>
                <c:pt idx="92025">
                  <c:v>54.33</c:v>
                </c:pt>
                <c:pt idx="92026">
                  <c:v>15.99</c:v>
                </c:pt>
                <c:pt idx="92027">
                  <c:v>54.92</c:v>
                </c:pt>
                <c:pt idx="92028">
                  <c:v>109.97</c:v>
                </c:pt>
                <c:pt idx="92029">
                  <c:v>105.98</c:v>
                </c:pt>
                <c:pt idx="92030">
                  <c:v>105.98</c:v>
                </c:pt>
                <c:pt idx="92031">
                  <c:v>109.97</c:v>
                </c:pt>
                <c:pt idx="92032">
                  <c:v>182.95</c:v>
                </c:pt>
                <c:pt idx="92033">
                  <c:v>182.95</c:v>
                </c:pt>
                <c:pt idx="92034">
                  <c:v>75.98</c:v>
                </c:pt>
                <c:pt idx="92035">
                  <c:v>37.93</c:v>
                </c:pt>
                <c:pt idx="92036">
                  <c:v>84.99</c:v>
                </c:pt>
                <c:pt idx="92037">
                  <c:v>84.99</c:v>
                </c:pt>
                <c:pt idx="92038">
                  <c:v>102.98</c:v>
                </c:pt>
                <c:pt idx="92039">
                  <c:v>149.97</c:v>
                </c:pt>
                <c:pt idx="92040">
                  <c:v>241.25</c:v>
                </c:pt>
                <c:pt idx="92041">
                  <c:v>19.48</c:v>
                </c:pt>
                <c:pt idx="92042">
                  <c:v>84.99</c:v>
                </c:pt>
                <c:pt idx="92043">
                  <c:v>49.99</c:v>
                </c:pt>
                <c:pt idx="92044">
                  <c:v>84.99</c:v>
                </c:pt>
                <c:pt idx="92045">
                  <c:v>51.49</c:v>
                </c:pt>
                <c:pt idx="92046">
                  <c:v>84.99</c:v>
                </c:pt>
                <c:pt idx="92047">
                  <c:v>65.319999999999993</c:v>
                </c:pt>
                <c:pt idx="92048">
                  <c:v>104.04</c:v>
                </c:pt>
                <c:pt idx="92049">
                  <c:v>70.16</c:v>
                </c:pt>
                <c:pt idx="92050">
                  <c:v>395.87</c:v>
                </c:pt>
                <c:pt idx="92051">
                  <c:v>31.29</c:v>
                </c:pt>
                <c:pt idx="92052">
                  <c:v>26.94</c:v>
                </c:pt>
                <c:pt idx="92053">
                  <c:v>31.64</c:v>
                </c:pt>
                <c:pt idx="92054">
                  <c:v>31.29</c:v>
                </c:pt>
                <c:pt idx="92055">
                  <c:v>36.49</c:v>
                </c:pt>
                <c:pt idx="92056">
                  <c:v>55.98</c:v>
                </c:pt>
                <c:pt idx="92057">
                  <c:v>-31.64</c:v>
                </c:pt>
                <c:pt idx="92058">
                  <c:v>66.98</c:v>
                </c:pt>
                <c:pt idx="92059">
                  <c:v>98.97</c:v>
                </c:pt>
                <c:pt idx="92060">
                  <c:v>240.35</c:v>
                </c:pt>
                <c:pt idx="92061">
                  <c:v>54.97</c:v>
                </c:pt>
                <c:pt idx="92062">
                  <c:v>65.989999999999995</c:v>
                </c:pt>
                <c:pt idx="92063">
                  <c:v>65.959999999999994</c:v>
                </c:pt>
                <c:pt idx="92064">
                  <c:v>41.49</c:v>
                </c:pt>
                <c:pt idx="92065">
                  <c:v>76.98</c:v>
                </c:pt>
                <c:pt idx="92066">
                  <c:v>82.96</c:v>
                </c:pt>
                <c:pt idx="92067">
                  <c:v>45.87</c:v>
                </c:pt>
                <c:pt idx="92068">
                  <c:v>64.989999999999995</c:v>
                </c:pt>
                <c:pt idx="92069">
                  <c:v>83.95</c:v>
                </c:pt>
                <c:pt idx="92070">
                  <c:v>261.89999999999998</c:v>
                </c:pt>
                <c:pt idx="92071">
                  <c:v>166.94</c:v>
                </c:pt>
                <c:pt idx="92072">
                  <c:v>46.73</c:v>
                </c:pt>
                <c:pt idx="92073">
                  <c:v>54.98</c:v>
                </c:pt>
                <c:pt idx="92074">
                  <c:v>59.98</c:v>
                </c:pt>
                <c:pt idx="92075">
                  <c:v>53.98</c:v>
                </c:pt>
                <c:pt idx="92076">
                  <c:v>61.98</c:v>
                </c:pt>
                <c:pt idx="92077">
                  <c:v>129.75</c:v>
                </c:pt>
                <c:pt idx="92078">
                  <c:v>149.47</c:v>
                </c:pt>
                <c:pt idx="92079">
                  <c:v>59.95</c:v>
                </c:pt>
                <c:pt idx="92080">
                  <c:v>51.97</c:v>
                </c:pt>
                <c:pt idx="92081">
                  <c:v>49.47</c:v>
                </c:pt>
                <c:pt idx="92082">
                  <c:v>69.989999999999995</c:v>
                </c:pt>
                <c:pt idx="92083">
                  <c:v>79.95</c:v>
                </c:pt>
                <c:pt idx="92084">
                  <c:v>166.92</c:v>
                </c:pt>
                <c:pt idx="92085">
                  <c:v>29.99</c:v>
                </c:pt>
                <c:pt idx="92086">
                  <c:v>235.83</c:v>
                </c:pt>
                <c:pt idx="92087">
                  <c:v>77.98</c:v>
                </c:pt>
                <c:pt idx="92088">
                  <c:v>59.98</c:v>
                </c:pt>
                <c:pt idx="92089">
                  <c:v>59.98</c:v>
                </c:pt>
                <c:pt idx="92090">
                  <c:v>61.98</c:v>
                </c:pt>
                <c:pt idx="92091">
                  <c:v>61.98</c:v>
                </c:pt>
                <c:pt idx="92092">
                  <c:v>59.98</c:v>
                </c:pt>
                <c:pt idx="92093">
                  <c:v>31.74</c:v>
                </c:pt>
                <c:pt idx="92094">
                  <c:v>380.37</c:v>
                </c:pt>
                <c:pt idx="92095">
                  <c:v>89.94</c:v>
                </c:pt>
                <c:pt idx="92096">
                  <c:v>85.79</c:v>
                </c:pt>
                <c:pt idx="92097">
                  <c:v>33.479999999999997</c:v>
                </c:pt>
                <c:pt idx="92098">
                  <c:v>33.479999999999997</c:v>
                </c:pt>
                <c:pt idx="92099">
                  <c:v>71.959999999999994</c:v>
                </c:pt>
                <c:pt idx="92100">
                  <c:v>58.97</c:v>
                </c:pt>
                <c:pt idx="92101">
                  <c:v>-33.479999999999997</c:v>
                </c:pt>
                <c:pt idx="92102">
                  <c:v>33.479999999999997</c:v>
                </c:pt>
                <c:pt idx="92103">
                  <c:v>84.99</c:v>
                </c:pt>
                <c:pt idx="92104">
                  <c:v>84.99</c:v>
                </c:pt>
                <c:pt idx="92105">
                  <c:v>14.24</c:v>
                </c:pt>
                <c:pt idx="92106">
                  <c:v>114.97</c:v>
                </c:pt>
                <c:pt idx="92107">
                  <c:v>84.99</c:v>
                </c:pt>
                <c:pt idx="92108">
                  <c:v>31.48</c:v>
                </c:pt>
                <c:pt idx="92109">
                  <c:v>109.96</c:v>
                </c:pt>
                <c:pt idx="92110">
                  <c:v>49.98</c:v>
                </c:pt>
                <c:pt idx="92111">
                  <c:v>59.96</c:v>
                </c:pt>
                <c:pt idx="92112">
                  <c:v>179.94</c:v>
                </c:pt>
                <c:pt idx="92113">
                  <c:v>209.93</c:v>
                </c:pt>
                <c:pt idx="92114">
                  <c:v>80.47</c:v>
                </c:pt>
                <c:pt idx="92115">
                  <c:v>45.88</c:v>
                </c:pt>
                <c:pt idx="92116">
                  <c:v>49.28</c:v>
                </c:pt>
                <c:pt idx="92117">
                  <c:v>53.97</c:v>
                </c:pt>
                <c:pt idx="92118">
                  <c:v>49.48</c:v>
                </c:pt>
                <c:pt idx="92119">
                  <c:v>149.94999999999999</c:v>
                </c:pt>
                <c:pt idx="92120">
                  <c:v>119.96</c:v>
                </c:pt>
                <c:pt idx="92121">
                  <c:v>51.96</c:v>
                </c:pt>
                <c:pt idx="92122">
                  <c:v>51.96</c:v>
                </c:pt>
                <c:pt idx="92123">
                  <c:v>51.96</c:v>
                </c:pt>
                <c:pt idx="92124">
                  <c:v>81.97</c:v>
                </c:pt>
                <c:pt idx="92125">
                  <c:v>55.98</c:v>
                </c:pt>
                <c:pt idx="92126">
                  <c:v>55.98</c:v>
                </c:pt>
                <c:pt idx="92127">
                  <c:v>59.98</c:v>
                </c:pt>
                <c:pt idx="92128">
                  <c:v>57.98</c:v>
                </c:pt>
                <c:pt idx="92129">
                  <c:v>92.97</c:v>
                </c:pt>
                <c:pt idx="92130">
                  <c:v>88.46</c:v>
                </c:pt>
                <c:pt idx="92131">
                  <c:v>56.97</c:v>
                </c:pt>
                <c:pt idx="92132">
                  <c:v>59.97</c:v>
                </c:pt>
                <c:pt idx="92133">
                  <c:v>139.38</c:v>
                </c:pt>
                <c:pt idx="92134">
                  <c:v>81.95</c:v>
                </c:pt>
                <c:pt idx="92135">
                  <c:v>84.99</c:v>
                </c:pt>
                <c:pt idx="92136">
                  <c:v>84.99</c:v>
                </c:pt>
                <c:pt idx="92137">
                  <c:v>65.98</c:v>
                </c:pt>
                <c:pt idx="92138">
                  <c:v>84.99</c:v>
                </c:pt>
                <c:pt idx="92139">
                  <c:v>171.13</c:v>
                </c:pt>
                <c:pt idx="92140">
                  <c:v>254.97</c:v>
                </c:pt>
                <c:pt idx="92141">
                  <c:v>254.97</c:v>
                </c:pt>
                <c:pt idx="92142">
                  <c:v>171.13</c:v>
                </c:pt>
                <c:pt idx="92143">
                  <c:v>114.97</c:v>
                </c:pt>
                <c:pt idx="92144">
                  <c:v>65.989999999999995</c:v>
                </c:pt>
                <c:pt idx="92145">
                  <c:v>65.290000000000006</c:v>
                </c:pt>
                <c:pt idx="92146">
                  <c:v>73.97</c:v>
                </c:pt>
                <c:pt idx="92147">
                  <c:v>117.76</c:v>
                </c:pt>
                <c:pt idx="92148">
                  <c:v>26.29</c:v>
                </c:pt>
                <c:pt idx="92149">
                  <c:v>80.97</c:v>
                </c:pt>
                <c:pt idx="92150">
                  <c:v>109.98</c:v>
                </c:pt>
                <c:pt idx="92151">
                  <c:v>51.98</c:v>
                </c:pt>
                <c:pt idx="92152">
                  <c:v>90.69</c:v>
                </c:pt>
                <c:pt idx="92153">
                  <c:v>90.69</c:v>
                </c:pt>
                <c:pt idx="92154">
                  <c:v>72.55</c:v>
                </c:pt>
                <c:pt idx="92155">
                  <c:v>90.69</c:v>
                </c:pt>
                <c:pt idx="92156">
                  <c:v>84.69</c:v>
                </c:pt>
                <c:pt idx="92157">
                  <c:v>84.99</c:v>
                </c:pt>
                <c:pt idx="92158">
                  <c:v>72.239999999999995</c:v>
                </c:pt>
                <c:pt idx="92159">
                  <c:v>76.489999999999995</c:v>
                </c:pt>
                <c:pt idx="92160">
                  <c:v>76.489999999999995</c:v>
                </c:pt>
                <c:pt idx="92161">
                  <c:v>62.97</c:v>
                </c:pt>
                <c:pt idx="92162">
                  <c:v>59.98</c:v>
                </c:pt>
                <c:pt idx="92163">
                  <c:v>103.46</c:v>
                </c:pt>
                <c:pt idx="92164">
                  <c:v>67.97</c:v>
                </c:pt>
                <c:pt idx="92165">
                  <c:v>97.16</c:v>
                </c:pt>
                <c:pt idx="92166">
                  <c:v>122.57</c:v>
                </c:pt>
                <c:pt idx="92167">
                  <c:v>84.99</c:v>
                </c:pt>
                <c:pt idx="92168">
                  <c:v>55.64</c:v>
                </c:pt>
                <c:pt idx="92169">
                  <c:v>51.99</c:v>
                </c:pt>
                <c:pt idx="92170">
                  <c:v>117.2</c:v>
                </c:pt>
                <c:pt idx="92171">
                  <c:v>117.2</c:v>
                </c:pt>
                <c:pt idx="92172">
                  <c:v>125.94</c:v>
                </c:pt>
                <c:pt idx="92173">
                  <c:v>190.89</c:v>
                </c:pt>
                <c:pt idx="92174">
                  <c:v>77.97</c:v>
                </c:pt>
                <c:pt idx="92175">
                  <c:v>89.97</c:v>
                </c:pt>
                <c:pt idx="92176">
                  <c:v>49.99</c:v>
                </c:pt>
                <c:pt idx="92177">
                  <c:v>144.47999999999999</c:v>
                </c:pt>
                <c:pt idx="92178">
                  <c:v>169.97</c:v>
                </c:pt>
                <c:pt idx="92179">
                  <c:v>62.47</c:v>
                </c:pt>
                <c:pt idx="92180">
                  <c:v>200.75</c:v>
                </c:pt>
                <c:pt idx="92181">
                  <c:v>194.71</c:v>
                </c:pt>
                <c:pt idx="92182">
                  <c:v>217.7</c:v>
                </c:pt>
                <c:pt idx="92183">
                  <c:v>-194.72</c:v>
                </c:pt>
                <c:pt idx="92184">
                  <c:v>89.98</c:v>
                </c:pt>
                <c:pt idx="92185">
                  <c:v>49.99</c:v>
                </c:pt>
                <c:pt idx="92186">
                  <c:v>184.97</c:v>
                </c:pt>
                <c:pt idx="92187">
                  <c:v>84.99</c:v>
                </c:pt>
                <c:pt idx="92188">
                  <c:v>51.96</c:v>
                </c:pt>
                <c:pt idx="92189">
                  <c:v>85.56</c:v>
                </c:pt>
                <c:pt idx="92190">
                  <c:v>87.99</c:v>
                </c:pt>
                <c:pt idx="92191">
                  <c:v>84.97</c:v>
                </c:pt>
                <c:pt idx="92192">
                  <c:v>84.99</c:v>
                </c:pt>
                <c:pt idx="92193">
                  <c:v>62.65</c:v>
                </c:pt>
                <c:pt idx="92194">
                  <c:v>143.79</c:v>
                </c:pt>
                <c:pt idx="92195">
                  <c:v>84.13</c:v>
                </c:pt>
                <c:pt idx="92196">
                  <c:v>99.98</c:v>
                </c:pt>
                <c:pt idx="92197">
                  <c:v>71.97</c:v>
                </c:pt>
                <c:pt idx="92198">
                  <c:v>70.86</c:v>
                </c:pt>
                <c:pt idx="92199">
                  <c:v>89.98</c:v>
                </c:pt>
                <c:pt idx="92200">
                  <c:v>50.97</c:v>
                </c:pt>
                <c:pt idx="92201">
                  <c:v>53.97</c:v>
                </c:pt>
                <c:pt idx="92202">
                  <c:v>87.97</c:v>
                </c:pt>
                <c:pt idx="92203">
                  <c:v>53.97</c:v>
                </c:pt>
                <c:pt idx="92204">
                  <c:v>87.97</c:v>
                </c:pt>
                <c:pt idx="92205">
                  <c:v>50.97</c:v>
                </c:pt>
                <c:pt idx="92206">
                  <c:v>143.63999999999999</c:v>
                </c:pt>
                <c:pt idx="92207">
                  <c:v>61.97</c:v>
                </c:pt>
                <c:pt idx="92208">
                  <c:v>24.99</c:v>
                </c:pt>
                <c:pt idx="92209">
                  <c:v>74.97</c:v>
                </c:pt>
                <c:pt idx="92210">
                  <c:v>51.48</c:v>
                </c:pt>
                <c:pt idx="92211">
                  <c:v>41.49</c:v>
                </c:pt>
                <c:pt idx="92212">
                  <c:v>83.96</c:v>
                </c:pt>
                <c:pt idx="92213">
                  <c:v>193.93</c:v>
                </c:pt>
                <c:pt idx="92214">
                  <c:v>83.96</c:v>
                </c:pt>
                <c:pt idx="92215">
                  <c:v>99.99</c:v>
                </c:pt>
                <c:pt idx="92216">
                  <c:v>99.99</c:v>
                </c:pt>
                <c:pt idx="92217">
                  <c:v>63.96</c:v>
                </c:pt>
                <c:pt idx="92218">
                  <c:v>56.72</c:v>
                </c:pt>
                <c:pt idx="92219">
                  <c:v>60.96</c:v>
                </c:pt>
                <c:pt idx="92220">
                  <c:v>96.47</c:v>
                </c:pt>
                <c:pt idx="92221">
                  <c:v>59.82</c:v>
                </c:pt>
                <c:pt idx="92222">
                  <c:v>59.37</c:v>
                </c:pt>
                <c:pt idx="92223">
                  <c:v>59.98</c:v>
                </c:pt>
                <c:pt idx="92224">
                  <c:v>59.98</c:v>
                </c:pt>
                <c:pt idx="92225">
                  <c:v>65.989999999999995</c:v>
                </c:pt>
                <c:pt idx="92226">
                  <c:v>65.989999999999995</c:v>
                </c:pt>
                <c:pt idx="92227">
                  <c:v>69.98</c:v>
                </c:pt>
                <c:pt idx="92228">
                  <c:v>65.989999999999995</c:v>
                </c:pt>
                <c:pt idx="92229">
                  <c:v>59.96</c:v>
                </c:pt>
                <c:pt idx="92230">
                  <c:v>52.86</c:v>
                </c:pt>
                <c:pt idx="92231">
                  <c:v>59.96</c:v>
                </c:pt>
                <c:pt idx="92232">
                  <c:v>59.96</c:v>
                </c:pt>
                <c:pt idx="92233">
                  <c:v>89.97</c:v>
                </c:pt>
                <c:pt idx="92234">
                  <c:v>57.98</c:v>
                </c:pt>
                <c:pt idx="92235">
                  <c:v>89.97</c:v>
                </c:pt>
                <c:pt idx="92236">
                  <c:v>59.98</c:v>
                </c:pt>
                <c:pt idx="92237">
                  <c:v>29.99</c:v>
                </c:pt>
                <c:pt idx="92238">
                  <c:v>63.97</c:v>
                </c:pt>
                <c:pt idx="92239">
                  <c:v>79.849999999999994</c:v>
                </c:pt>
                <c:pt idx="92240">
                  <c:v>79.849999999999994</c:v>
                </c:pt>
                <c:pt idx="92241">
                  <c:v>104.04</c:v>
                </c:pt>
                <c:pt idx="92242">
                  <c:v>67.87</c:v>
                </c:pt>
                <c:pt idx="92243">
                  <c:v>94.34</c:v>
                </c:pt>
                <c:pt idx="92244">
                  <c:v>161.94</c:v>
                </c:pt>
                <c:pt idx="92245">
                  <c:v>87.98</c:v>
                </c:pt>
                <c:pt idx="92246">
                  <c:v>95.92</c:v>
                </c:pt>
                <c:pt idx="92247">
                  <c:v>66.97</c:v>
                </c:pt>
                <c:pt idx="92248">
                  <c:v>71.97</c:v>
                </c:pt>
                <c:pt idx="92249">
                  <c:v>147.55000000000001</c:v>
                </c:pt>
                <c:pt idx="92250">
                  <c:v>4.99</c:v>
                </c:pt>
                <c:pt idx="92251">
                  <c:v>99.95</c:v>
                </c:pt>
                <c:pt idx="92252">
                  <c:v>64.97</c:v>
                </c:pt>
                <c:pt idx="92253">
                  <c:v>384.81</c:v>
                </c:pt>
                <c:pt idx="92254">
                  <c:v>68.97</c:v>
                </c:pt>
                <c:pt idx="92255">
                  <c:v>55.97</c:v>
                </c:pt>
                <c:pt idx="92256">
                  <c:v>63.98</c:v>
                </c:pt>
                <c:pt idx="92257">
                  <c:v>62.96</c:v>
                </c:pt>
                <c:pt idx="92258">
                  <c:v>48.89</c:v>
                </c:pt>
                <c:pt idx="92259">
                  <c:v>61.04</c:v>
                </c:pt>
                <c:pt idx="92260">
                  <c:v>-1.2</c:v>
                </c:pt>
                <c:pt idx="92261">
                  <c:v>66.53</c:v>
                </c:pt>
                <c:pt idx="92262">
                  <c:v>60.46</c:v>
                </c:pt>
                <c:pt idx="92263">
                  <c:v>49.59</c:v>
                </c:pt>
                <c:pt idx="92264">
                  <c:v>129.96</c:v>
                </c:pt>
                <c:pt idx="92265">
                  <c:v>174.95</c:v>
                </c:pt>
                <c:pt idx="92266">
                  <c:v>106.53</c:v>
                </c:pt>
                <c:pt idx="92267">
                  <c:v>-22.6</c:v>
                </c:pt>
                <c:pt idx="92268">
                  <c:v>59.98</c:v>
                </c:pt>
                <c:pt idx="92269">
                  <c:v>50.38</c:v>
                </c:pt>
                <c:pt idx="92270">
                  <c:v>55.98</c:v>
                </c:pt>
                <c:pt idx="92271">
                  <c:v>59.98</c:v>
                </c:pt>
                <c:pt idx="92272">
                  <c:v>50.38</c:v>
                </c:pt>
                <c:pt idx="92273">
                  <c:v>55.98</c:v>
                </c:pt>
                <c:pt idx="92274">
                  <c:v>51.98</c:v>
                </c:pt>
                <c:pt idx="92275">
                  <c:v>29.48</c:v>
                </c:pt>
                <c:pt idx="92276">
                  <c:v>21.24</c:v>
                </c:pt>
                <c:pt idx="92277">
                  <c:v>20.49</c:v>
                </c:pt>
                <c:pt idx="92278">
                  <c:v>59.98</c:v>
                </c:pt>
                <c:pt idx="92279">
                  <c:v>65.540000000000006</c:v>
                </c:pt>
                <c:pt idx="92280">
                  <c:v>64.98</c:v>
                </c:pt>
                <c:pt idx="92281">
                  <c:v>68.98</c:v>
                </c:pt>
                <c:pt idx="92282">
                  <c:v>59.98</c:v>
                </c:pt>
                <c:pt idx="92283">
                  <c:v>64.98</c:v>
                </c:pt>
                <c:pt idx="92284">
                  <c:v>145.1</c:v>
                </c:pt>
                <c:pt idx="92285">
                  <c:v>74</c:v>
                </c:pt>
                <c:pt idx="92286">
                  <c:v>75.09</c:v>
                </c:pt>
                <c:pt idx="92287">
                  <c:v>68.930000000000007</c:v>
                </c:pt>
                <c:pt idx="92288">
                  <c:v>75.09</c:v>
                </c:pt>
                <c:pt idx="92289">
                  <c:v>68.930000000000007</c:v>
                </c:pt>
                <c:pt idx="92290">
                  <c:v>74</c:v>
                </c:pt>
                <c:pt idx="92291">
                  <c:v>77.97</c:v>
                </c:pt>
                <c:pt idx="92292">
                  <c:v>77.97</c:v>
                </c:pt>
                <c:pt idx="92293">
                  <c:v>64.98</c:v>
                </c:pt>
                <c:pt idx="92294">
                  <c:v>119.92</c:v>
                </c:pt>
                <c:pt idx="92295">
                  <c:v>89.94</c:v>
                </c:pt>
                <c:pt idx="92296">
                  <c:v>119.92</c:v>
                </c:pt>
                <c:pt idx="92297">
                  <c:v>89.94</c:v>
                </c:pt>
                <c:pt idx="92298">
                  <c:v>191.96</c:v>
                </c:pt>
                <c:pt idx="92299">
                  <c:v>191.96</c:v>
                </c:pt>
                <c:pt idx="92300">
                  <c:v>21.49</c:v>
                </c:pt>
                <c:pt idx="92301">
                  <c:v>129.97</c:v>
                </c:pt>
                <c:pt idx="92302">
                  <c:v>19.48</c:v>
                </c:pt>
                <c:pt idx="92303">
                  <c:v>54.95</c:v>
                </c:pt>
                <c:pt idx="92304">
                  <c:v>103.93</c:v>
                </c:pt>
                <c:pt idx="92305">
                  <c:v>28.47</c:v>
                </c:pt>
                <c:pt idx="92306">
                  <c:v>74.98</c:v>
                </c:pt>
                <c:pt idx="92307">
                  <c:v>139.94999999999999</c:v>
                </c:pt>
                <c:pt idx="92308">
                  <c:v>73.959999999999994</c:v>
                </c:pt>
                <c:pt idx="92309">
                  <c:v>94.96</c:v>
                </c:pt>
                <c:pt idx="92310">
                  <c:v>89.97</c:v>
                </c:pt>
                <c:pt idx="92311">
                  <c:v>119.96</c:v>
                </c:pt>
                <c:pt idx="92312">
                  <c:v>99.96</c:v>
                </c:pt>
                <c:pt idx="92313">
                  <c:v>73.97</c:v>
                </c:pt>
                <c:pt idx="92314">
                  <c:v>77.97</c:v>
                </c:pt>
                <c:pt idx="92315">
                  <c:v>103.96</c:v>
                </c:pt>
                <c:pt idx="92316">
                  <c:v>80.959999999999994</c:v>
                </c:pt>
                <c:pt idx="92317">
                  <c:v>44.98</c:v>
                </c:pt>
                <c:pt idx="92318">
                  <c:v>-22.45</c:v>
                </c:pt>
                <c:pt idx="92319">
                  <c:v>97.71</c:v>
                </c:pt>
                <c:pt idx="92320">
                  <c:v>109.97</c:v>
                </c:pt>
                <c:pt idx="92321">
                  <c:v>99.98</c:v>
                </c:pt>
                <c:pt idx="92322">
                  <c:v>109.97</c:v>
                </c:pt>
                <c:pt idx="92323">
                  <c:v>99.98</c:v>
                </c:pt>
                <c:pt idx="92324">
                  <c:v>-22.45</c:v>
                </c:pt>
                <c:pt idx="92325">
                  <c:v>101.97</c:v>
                </c:pt>
                <c:pt idx="92326">
                  <c:v>95.82</c:v>
                </c:pt>
                <c:pt idx="92327">
                  <c:v>99.98</c:v>
                </c:pt>
                <c:pt idx="92328">
                  <c:v>44.98</c:v>
                </c:pt>
                <c:pt idx="92329">
                  <c:v>99.98</c:v>
                </c:pt>
                <c:pt idx="92330">
                  <c:v>97.71</c:v>
                </c:pt>
                <c:pt idx="92331">
                  <c:v>95.82</c:v>
                </c:pt>
                <c:pt idx="92332">
                  <c:v>101.97</c:v>
                </c:pt>
                <c:pt idx="92333">
                  <c:v>57.76</c:v>
                </c:pt>
                <c:pt idx="92334">
                  <c:v>54.41</c:v>
                </c:pt>
                <c:pt idx="92335">
                  <c:v>138.86000000000001</c:v>
                </c:pt>
                <c:pt idx="92336">
                  <c:v>99.96</c:v>
                </c:pt>
                <c:pt idx="92337">
                  <c:v>99.96</c:v>
                </c:pt>
                <c:pt idx="92338">
                  <c:v>51.28</c:v>
                </c:pt>
                <c:pt idx="92339">
                  <c:v>65.989999999999995</c:v>
                </c:pt>
                <c:pt idx="92340">
                  <c:v>27.58</c:v>
                </c:pt>
                <c:pt idx="92341">
                  <c:v>197.97</c:v>
                </c:pt>
                <c:pt idx="92342">
                  <c:v>60.98</c:v>
                </c:pt>
                <c:pt idx="92343">
                  <c:v>94.98</c:v>
                </c:pt>
                <c:pt idx="92344">
                  <c:v>99.98</c:v>
                </c:pt>
                <c:pt idx="92345">
                  <c:v>63.98</c:v>
                </c:pt>
                <c:pt idx="92346">
                  <c:v>63.98</c:v>
                </c:pt>
                <c:pt idx="92347">
                  <c:v>51.49</c:v>
                </c:pt>
                <c:pt idx="92348">
                  <c:v>116.09</c:v>
                </c:pt>
                <c:pt idx="92349">
                  <c:v>154.78</c:v>
                </c:pt>
                <c:pt idx="92350">
                  <c:v>107.48</c:v>
                </c:pt>
                <c:pt idx="92351">
                  <c:v>89.95</c:v>
                </c:pt>
                <c:pt idx="92352">
                  <c:v>73.48</c:v>
                </c:pt>
                <c:pt idx="92353">
                  <c:v>79.849999999999994</c:v>
                </c:pt>
                <c:pt idx="92354">
                  <c:v>131.84</c:v>
                </c:pt>
                <c:pt idx="92355">
                  <c:v>36.26</c:v>
                </c:pt>
                <c:pt idx="92356">
                  <c:v>-79.849999999999994</c:v>
                </c:pt>
                <c:pt idx="92357">
                  <c:v>176.62</c:v>
                </c:pt>
                <c:pt idx="92358">
                  <c:v>67.739999999999995</c:v>
                </c:pt>
                <c:pt idx="92359">
                  <c:v>125.46</c:v>
                </c:pt>
                <c:pt idx="92360">
                  <c:v>247.92</c:v>
                </c:pt>
                <c:pt idx="92361">
                  <c:v>116.96</c:v>
                </c:pt>
                <c:pt idx="92362">
                  <c:v>119.97</c:v>
                </c:pt>
                <c:pt idx="92363">
                  <c:v>84.99</c:v>
                </c:pt>
                <c:pt idx="92364">
                  <c:v>85.97</c:v>
                </c:pt>
                <c:pt idx="92365">
                  <c:v>36.49</c:v>
                </c:pt>
                <c:pt idx="92366">
                  <c:v>58.97</c:v>
                </c:pt>
                <c:pt idx="92367">
                  <c:v>51.96</c:v>
                </c:pt>
                <c:pt idx="92368">
                  <c:v>36.49</c:v>
                </c:pt>
                <c:pt idx="92369">
                  <c:v>94.96</c:v>
                </c:pt>
                <c:pt idx="92370">
                  <c:v>19.989999999999998</c:v>
                </c:pt>
                <c:pt idx="92371">
                  <c:v>64.959999999999994</c:v>
                </c:pt>
                <c:pt idx="92372">
                  <c:v>-26.25</c:v>
                </c:pt>
                <c:pt idx="92373">
                  <c:v>26.25</c:v>
                </c:pt>
                <c:pt idx="92374">
                  <c:v>26.25</c:v>
                </c:pt>
                <c:pt idx="92375">
                  <c:v>59.98</c:v>
                </c:pt>
                <c:pt idx="92376">
                  <c:v>59.98</c:v>
                </c:pt>
                <c:pt idx="92377">
                  <c:v>59.98</c:v>
                </c:pt>
                <c:pt idx="92378">
                  <c:v>59.98</c:v>
                </c:pt>
                <c:pt idx="92379">
                  <c:v>57.98</c:v>
                </c:pt>
                <c:pt idx="92380">
                  <c:v>59.98</c:v>
                </c:pt>
                <c:pt idx="92381">
                  <c:v>77.97</c:v>
                </c:pt>
                <c:pt idx="92382">
                  <c:v>303.44</c:v>
                </c:pt>
                <c:pt idx="92383">
                  <c:v>219.95</c:v>
                </c:pt>
                <c:pt idx="92384">
                  <c:v>54.39</c:v>
                </c:pt>
                <c:pt idx="92385">
                  <c:v>66.489999999999995</c:v>
                </c:pt>
                <c:pt idx="92386">
                  <c:v>103.98</c:v>
                </c:pt>
                <c:pt idx="92387">
                  <c:v>66.489999999999995</c:v>
                </c:pt>
                <c:pt idx="92388">
                  <c:v>277.56</c:v>
                </c:pt>
                <c:pt idx="92389">
                  <c:v>92.95</c:v>
                </c:pt>
                <c:pt idx="92390">
                  <c:v>50.98</c:v>
                </c:pt>
                <c:pt idx="92391">
                  <c:v>64.98</c:v>
                </c:pt>
                <c:pt idx="92392">
                  <c:v>50.98</c:v>
                </c:pt>
                <c:pt idx="92393">
                  <c:v>50.98</c:v>
                </c:pt>
                <c:pt idx="92394">
                  <c:v>99.98</c:v>
                </c:pt>
                <c:pt idx="92395">
                  <c:v>126.62</c:v>
                </c:pt>
                <c:pt idx="92396">
                  <c:v>77.97</c:v>
                </c:pt>
                <c:pt idx="92397">
                  <c:v>211.96</c:v>
                </c:pt>
                <c:pt idx="92398">
                  <c:v>172.34</c:v>
                </c:pt>
                <c:pt idx="92399">
                  <c:v>42.23</c:v>
                </c:pt>
                <c:pt idx="92400">
                  <c:v>42.23</c:v>
                </c:pt>
                <c:pt idx="92401">
                  <c:v>104.98</c:v>
                </c:pt>
                <c:pt idx="92402">
                  <c:v>49.46</c:v>
                </c:pt>
                <c:pt idx="92403">
                  <c:v>49.46</c:v>
                </c:pt>
                <c:pt idx="92404">
                  <c:v>41.48</c:v>
                </c:pt>
                <c:pt idx="92405">
                  <c:v>65.989999999999995</c:v>
                </c:pt>
                <c:pt idx="92406">
                  <c:v>41.49</c:v>
                </c:pt>
                <c:pt idx="92407">
                  <c:v>46.26</c:v>
                </c:pt>
                <c:pt idx="92408">
                  <c:v>43.29</c:v>
                </c:pt>
                <c:pt idx="92409">
                  <c:v>87.97</c:v>
                </c:pt>
                <c:pt idx="92410">
                  <c:v>47.24</c:v>
                </c:pt>
                <c:pt idx="92411">
                  <c:v>51.49</c:v>
                </c:pt>
                <c:pt idx="92412">
                  <c:v>70.98</c:v>
                </c:pt>
                <c:pt idx="92413">
                  <c:v>63.94</c:v>
                </c:pt>
                <c:pt idx="92414">
                  <c:v>108.88</c:v>
                </c:pt>
                <c:pt idx="92415">
                  <c:v>81.05</c:v>
                </c:pt>
                <c:pt idx="92416">
                  <c:v>108.88</c:v>
                </c:pt>
                <c:pt idx="92417">
                  <c:v>120.94</c:v>
                </c:pt>
                <c:pt idx="92418">
                  <c:v>131.88999999999999</c:v>
                </c:pt>
                <c:pt idx="92419">
                  <c:v>141.47999999999999</c:v>
                </c:pt>
                <c:pt idx="92420">
                  <c:v>107.91</c:v>
                </c:pt>
                <c:pt idx="92421">
                  <c:v>114.98</c:v>
                </c:pt>
                <c:pt idx="92422">
                  <c:v>99.98</c:v>
                </c:pt>
                <c:pt idx="92423">
                  <c:v>84.99</c:v>
                </c:pt>
                <c:pt idx="92424">
                  <c:v>79.98</c:v>
                </c:pt>
                <c:pt idx="92425">
                  <c:v>89.97</c:v>
                </c:pt>
                <c:pt idx="92426">
                  <c:v>59.98</c:v>
                </c:pt>
                <c:pt idx="92427">
                  <c:v>54.97</c:v>
                </c:pt>
                <c:pt idx="92428">
                  <c:v>84.97</c:v>
                </c:pt>
                <c:pt idx="92429">
                  <c:v>102.97</c:v>
                </c:pt>
                <c:pt idx="92430">
                  <c:v>151.47</c:v>
                </c:pt>
                <c:pt idx="92431">
                  <c:v>65.989999999999995</c:v>
                </c:pt>
                <c:pt idx="92432">
                  <c:v>65.989999999999995</c:v>
                </c:pt>
                <c:pt idx="92433">
                  <c:v>49.99</c:v>
                </c:pt>
                <c:pt idx="92434">
                  <c:v>65.989999999999995</c:v>
                </c:pt>
                <c:pt idx="92435">
                  <c:v>65.989999999999995</c:v>
                </c:pt>
                <c:pt idx="92436">
                  <c:v>79.45</c:v>
                </c:pt>
                <c:pt idx="92437">
                  <c:v>20.49</c:v>
                </c:pt>
                <c:pt idx="92438">
                  <c:v>20.49</c:v>
                </c:pt>
                <c:pt idx="92439">
                  <c:v>19.489999999999998</c:v>
                </c:pt>
                <c:pt idx="92440">
                  <c:v>76.48</c:v>
                </c:pt>
                <c:pt idx="92441">
                  <c:v>99.98</c:v>
                </c:pt>
                <c:pt idx="92442">
                  <c:v>79.97</c:v>
                </c:pt>
                <c:pt idx="92443">
                  <c:v>-80.98</c:v>
                </c:pt>
                <c:pt idx="92444">
                  <c:v>80.98</c:v>
                </c:pt>
                <c:pt idx="92445">
                  <c:v>64.98</c:v>
                </c:pt>
                <c:pt idx="92446">
                  <c:v>205.95</c:v>
                </c:pt>
                <c:pt idx="92447">
                  <c:v>205.95</c:v>
                </c:pt>
                <c:pt idx="92448">
                  <c:v>44.29</c:v>
                </c:pt>
                <c:pt idx="92449">
                  <c:v>44.29</c:v>
                </c:pt>
                <c:pt idx="92450">
                  <c:v>72.55</c:v>
                </c:pt>
                <c:pt idx="92451">
                  <c:v>71.94</c:v>
                </c:pt>
                <c:pt idx="92452">
                  <c:v>71.94</c:v>
                </c:pt>
                <c:pt idx="92453">
                  <c:v>69.989999999999995</c:v>
                </c:pt>
                <c:pt idx="92454">
                  <c:v>74.95</c:v>
                </c:pt>
                <c:pt idx="92455">
                  <c:v>74.95</c:v>
                </c:pt>
                <c:pt idx="92456">
                  <c:v>69.989999999999995</c:v>
                </c:pt>
                <c:pt idx="92457">
                  <c:v>61.13</c:v>
                </c:pt>
                <c:pt idx="92458">
                  <c:v>59.96</c:v>
                </c:pt>
                <c:pt idx="92459">
                  <c:v>66.849999999999994</c:v>
                </c:pt>
                <c:pt idx="92460">
                  <c:v>73.48</c:v>
                </c:pt>
                <c:pt idx="92461">
                  <c:v>64.95</c:v>
                </c:pt>
                <c:pt idx="92462">
                  <c:v>177.91</c:v>
                </c:pt>
                <c:pt idx="92463">
                  <c:v>137.91999999999999</c:v>
                </c:pt>
                <c:pt idx="92464">
                  <c:v>66.5</c:v>
                </c:pt>
                <c:pt idx="92465">
                  <c:v>76.19</c:v>
                </c:pt>
                <c:pt idx="92466">
                  <c:v>100.38</c:v>
                </c:pt>
                <c:pt idx="92467">
                  <c:v>120.98</c:v>
                </c:pt>
                <c:pt idx="92468">
                  <c:v>200.82</c:v>
                </c:pt>
                <c:pt idx="92469">
                  <c:v>200.82</c:v>
                </c:pt>
                <c:pt idx="92470">
                  <c:v>97.97</c:v>
                </c:pt>
                <c:pt idx="92471">
                  <c:v>16.489999999999998</c:v>
                </c:pt>
                <c:pt idx="92472">
                  <c:v>89.98</c:v>
                </c:pt>
                <c:pt idx="92473">
                  <c:v>54.98</c:v>
                </c:pt>
                <c:pt idx="92474">
                  <c:v>110.98</c:v>
                </c:pt>
                <c:pt idx="92475">
                  <c:v>119.26</c:v>
                </c:pt>
                <c:pt idx="92476">
                  <c:v>36.49</c:v>
                </c:pt>
                <c:pt idx="92477">
                  <c:v>22.98</c:v>
                </c:pt>
                <c:pt idx="92478">
                  <c:v>-35.799999999999997</c:v>
                </c:pt>
                <c:pt idx="92479">
                  <c:v>35.799999999999997</c:v>
                </c:pt>
                <c:pt idx="92480">
                  <c:v>15.49</c:v>
                </c:pt>
                <c:pt idx="92481">
                  <c:v>14.49</c:v>
                </c:pt>
                <c:pt idx="92482">
                  <c:v>20.49</c:v>
                </c:pt>
                <c:pt idx="92483">
                  <c:v>16.28</c:v>
                </c:pt>
                <c:pt idx="92484">
                  <c:v>20.49</c:v>
                </c:pt>
                <c:pt idx="92485">
                  <c:v>36.49</c:v>
                </c:pt>
                <c:pt idx="92486">
                  <c:v>94.97</c:v>
                </c:pt>
                <c:pt idx="92487">
                  <c:v>89.98</c:v>
                </c:pt>
                <c:pt idx="92488">
                  <c:v>109.98</c:v>
                </c:pt>
                <c:pt idx="92489">
                  <c:v>110.48</c:v>
                </c:pt>
                <c:pt idx="92490">
                  <c:v>76.97</c:v>
                </c:pt>
                <c:pt idx="92491">
                  <c:v>111.96</c:v>
                </c:pt>
                <c:pt idx="92492">
                  <c:v>104.96</c:v>
                </c:pt>
                <c:pt idx="92493">
                  <c:v>269.92</c:v>
                </c:pt>
                <c:pt idx="92494">
                  <c:v>94.95</c:v>
                </c:pt>
                <c:pt idx="92495">
                  <c:v>41.49</c:v>
                </c:pt>
                <c:pt idx="92496">
                  <c:v>84.98</c:v>
                </c:pt>
                <c:pt idx="92497">
                  <c:v>27.58</c:v>
                </c:pt>
                <c:pt idx="92498">
                  <c:v>20.49</c:v>
                </c:pt>
                <c:pt idx="92499">
                  <c:v>83.98</c:v>
                </c:pt>
                <c:pt idx="92500">
                  <c:v>20.49</c:v>
                </c:pt>
                <c:pt idx="92501">
                  <c:v>65.989999999999995</c:v>
                </c:pt>
                <c:pt idx="92502">
                  <c:v>75.97</c:v>
                </c:pt>
                <c:pt idx="92503">
                  <c:v>51.98</c:v>
                </c:pt>
                <c:pt idx="92504">
                  <c:v>54.32</c:v>
                </c:pt>
                <c:pt idx="92505">
                  <c:v>68.989999999999995</c:v>
                </c:pt>
                <c:pt idx="92506">
                  <c:v>66.45</c:v>
                </c:pt>
                <c:pt idx="92507">
                  <c:v>60.98</c:v>
                </c:pt>
                <c:pt idx="92508">
                  <c:v>93.96</c:v>
                </c:pt>
                <c:pt idx="92509">
                  <c:v>102.78</c:v>
                </c:pt>
                <c:pt idx="92510">
                  <c:v>94.31</c:v>
                </c:pt>
                <c:pt idx="92511">
                  <c:v>119.97</c:v>
                </c:pt>
                <c:pt idx="92512">
                  <c:v>58.98</c:v>
                </c:pt>
                <c:pt idx="92513">
                  <c:v>63.12</c:v>
                </c:pt>
                <c:pt idx="92514">
                  <c:v>79.98</c:v>
                </c:pt>
                <c:pt idx="92515">
                  <c:v>109.98</c:v>
                </c:pt>
                <c:pt idx="92516">
                  <c:v>115.98</c:v>
                </c:pt>
                <c:pt idx="92517">
                  <c:v>137.97999999999999</c:v>
                </c:pt>
                <c:pt idx="92518">
                  <c:v>69.989999999999995</c:v>
                </c:pt>
                <c:pt idx="92519">
                  <c:v>74.97</c:v>
                </c:pt>
                <c:pt idx="92520">
                  <c:v>143.94999999999999</c:v>
                </c:pt>
                <c:pt idx="92521">
                  <c:v>74.97</c:v>
                </c:pt>
                <c:pt idx="92522">
                  <c:v>83.97</c:v>
                </c:pt>
                <c:pt idx="92523">
                  <c:v>360.73</c:v>
                </c:pt>
                <c:pt idx="92524">
                  <c:v>102.98</c:v>
                </c:pt>
                <c:pt idx="92525">
                  <c:v>77.459999999999994</c:v>
                </c:pt>
                <c:pt idx="92526">
                  <c:v>63.98</c:v>
                </c:pt>
                <c:pt idx="92527">
                  <c:v>79.989999999999995</c:v>
                </c:pt>
                <c:pt idx="92528">
                  <c:v>51.29</c:v>
                </c:pt>
                <c:pt idx="92529">
                  <c:v>77.94</c:v>
                </c:pt>
                <c:pt idx="92530">
                  <c:v>127.93</c:v>
                </c:pt>
                <c:pt idx="92531">
                  <c:v>77.94</c:v>
                </c:pt>
                <c:pt idx="92532">
                  <c:v>51.96</c:v>
                </c:pt>
                <c:pt idx="92533">
                  <c:v>51.96</c:v>
                </c:pt>
                <c:pt idx="92534">
                  <c:v>40.479999999999997</c:v>
                </c:pt>
                <c:pt idx="92535">
                  <c:v>66.959999999999994</c:v>
                </c:pt>
                <c:pt idx="92536">
                  <c:v>63.97</c:v>
                </c:pt>
                <c:pt idx="92537">
                  <c:v>53.98</c:v>
                </c:pt>
                <c:pt idx="92538">
                  <c:v>52.97</c:v>
                </c:pt>
                <c:pt idx="92539">
                  <c:v>91.95</c:v>
                </c:pt>
                <c:pt idx="92540">
                  <c:v>203.94</c:v>
                </c:pt>
                <c:pt idx="92541">
                  <c:v>179.94</c:v>
                </c:pt>
                <c:pt idx="92542">
                  <c:v>53.71</c:v>
                </c:pt>
                <c:pt idx="92543">
                  <c:v>55.96</c:v>
                </c:pt>
                <c:pt idx="92544">
                  <c:v>55.96</c:v>
                </c:pt>
                <c:pt idx="92545">
                  <c:v>84.27</c:v>
                </c:pt>
                <c:pt idx="92546">
                  <c:v>164.94</c:v>
                </c:pt>
                <c:pt idx="92547">
                  <c:v>119.97</c:v>
                </c:pt>
                <c:pt idx="92548">
                  <c:v>94.98</c:v>
                </c:pt>
                <c:pt idx="92549">
                  <c:v>61.48</c:v>
                </c:pt>
                <c:pt idx="92550">
                  <c:v>59.98</c:v>
                </c:pt>
                <c:pt idx="92551">
                  <c:v>63.28</c:v>
                </c:pt>
                <c:pt idx="92552">
                  <c:v>61.48</c:v>
                </c:pt>
                <c:pt idx="92553">
                  <c:v>119.98</c:v>
                </c:pt>
                <c:pt idx="92554">
                  <c:v>111.96</c:v>
                </c:pt>
                <c:pt idx="92555">
                  <c:v>139.94999999999999</c:v>
                </c:pt>
                <c:pt idx="92556">
                  <c:v>125.97</c:v>
                </c:pt>
                <c:pt idx="92557">
                  <c:v>53.97</c:v>
                </c:pt>
                <c:pt idx="92558">
                  <c:v>52.84</c:v>
                </c:pt>
                <c:pt idx="92559">
                  <c:v>53.97</c:v>
                </c:pt>
                <c:pt idx="92560">
                  <c:v>138.57</c:v>
                </c:pt>
                <c:pt idx="92561">
                  <c:v>100.98</c:v>
                </c:pt>
                <c:pt idx="92562">
                  <c:v>64.989999999999995</c:v>
                </c:pt>
                <c:pt idx="92563">
                  <c:v>81.98</c:v>
                </c:pt>
                <c:pt idx="92564">
                  <c:v>47.15</c:v>
                </c:pt>
                <c:pt idx="92565">
                  <c:v>61.67</c:v>
                </c:pt>
                <c:pt idx="92566">
                  <c:v>77.400000000000006</c:v>
                </c:pt>
                <c:pt idx="92567">
                  <c:v>66.510000000000005</c:v>
                </c:pt>
                <c:pt idx="92568">
                  <c:v>135.87</c:v>
                </c:pt>
                <c:pt idx="92569">
                  <c:v>51.96</c:v>
                </c:pt>
                <c:pt idx="92570">
                  <c:v>98.56</c:v>
                </c:pt>
                <c:pt idx="92571">
                  <c:v>89.97</c:v>
                </c:pt>
                <c:pt idx="92572">
                  <c:v>102.8</c:v>
                </c:pt>
                <c:pt idx="92573">
                  <c:v>99.98</c:v>
                </c:pt>
                <c:pt idx="92574">
                  <c:v>76.489999999999995</c:v>
                </c:pt>
                <c:pt idx="92575">
                  <c:v>59.99</c:v>
                </c:pt>
                <c:pt idx="92576">
                  <c:v>134.96</c:v>
                </c:pt>
                <c:pt idx="92577">
                  <c:v>49.48</c:v>
                </c:pt>
                <c:pt idx="92578">
                  <c:v>59.98</c:v>
                </c:pt>
                <c:pt idx="92579">
                  <c:v>74.97</c:v>
                </c:pt>
                <c:pt idx="92580">
                  <c:v>59.96</c:v>
                </c:pt>
                <c:pt idx="92581">
                  <c:v>31.48</c:v>
                </c:pt>
                <c:pt idx="92582">
                  <c:v>138.47999999999999</c:v>
                </c:pt>
                <c:pt idx="92583">
                  <c:v>31.48</c:v>
                </c:pt>
                <c:pt idx="92584">
                  <c:v>54.99</c:v>
                </c:pt>
                <c:pt idx="92585">
                  <c:v>73.98</c:v>
                </c:pt>
                <c:pt idx="92586">
                  <c:v>73.98</c:v>
                </c:pt>
                <c:pt idx="92587">
                  <c:v>59.98</c:v>
                </c:pt>
                <c:pt idx="92588">
                  <c:v>59.98</c:v>
                </c:pt>
                <c:pt idx="92589">
                  <c:v>59.98</c:v>
                </c:pt>
                <c:pt idx="92590">
                  <c:v>65.98</c:v>
                </c:pt>
                <c:pt idx="92591">
                  <c:v>65.98</c:v>
                </c:pt>
                <c:pt idx="92592">
                  <c:v>65.98</c:v>
                </c:pt>
                <c:pt idx="92593">
                  <c:v>13.39</c:v>
                </c:pt>
                <c:pt idx="92594">
                  <c:v>53.99</c:v>
                </c:pt>
                <c:pt idx="92595">
                  <c:v>73.98</c:v>
                </c:pt>
                <c:pt idx="92596">
                  <c:v>16.239999999999998</c:v>
                </c:pt>
                <c:pt idx="92597">
                  <c:v>74.98</c:v>
                </c:pt>
                <c:pt idx="92598">
                  <c:v>15.49</c:v>
                </c:pt>
                <c:pt idx="92599">
                  <c:v>59.99</c:v>
                </c:pt>
                <c:pt idx="92600">
                  <c:v>239.85</c:v>
                </c:pt>
                <c:pt idx="92601">
                  <c:v>170.96</c:v>
                </c:pt>
                <c:pt idx="92602">
                  <c:v>89.98</c:v>
                </c:pt>
                <c:pt idx="92603">
                  <c:v>91.48</c:v>
                </c:pt>
                <c:pt idx="92604">
                  <c:v>79.98</c:v>
                </c:pt>
                <c:pt idx="92605">
                  <c:v>104.97</c:v>
                </c:pt>
                <c:pt idx="92606">
                  <c:v>64.989999999999995</c:v>
                </c:pt>
                <c:pt idx="92607">
                  <c:v>89.98</c:v>
                </c:pt>
                <c:pt idx="92608">
                  <c:v>99.98</c:v>
                </c:pt>
                <c:pt idx="92609">
                  <c:v>119.97</c:v>
                </c:pt>
                <c:pt idx="92610">
                  <c:v>25.28</c:v>
                </c:pt>
                <c:pt idx="92611">
                  <c:v>39.99</c:v>
                </c:pt>
                <c:pt idx="92612">
                  <c:v>-23.29</c:v>
                </c:pt>
                <c:pt idx="92613">
                  <c:v>169.98</c:v>
                </c:pt>
                <c:pt idx="92614">
                  <c:v>89.98</c:v>
                </c:pt>
                <c:pt idx="92615">
                  <c:v>23.29</c:v>
                </c:pt>
                <c:pt idx="92616">
                  <c:v>64.47</c:v>
                </c:pt>
                <c:pt idx="92617">
                  <c:v>79.459999999999994</c:v>
                </c:pt>
                <c:pt idx="92618">
                  <c:v>53.97</c:v>
                </c:pt>
                <c:pt idx="92619">
                  <c:v>30.78</c:v>
                </c:pt>
                <c:pt idx="92620">
                  <c:v>71.959999999999994</c:v>
                </c:pt>
                <c:pt idx="92621">
                  <c:v>71.959999999999994</c:v>
                </c:pt>
                <c:pt idx="92622">
                  <c:v>72.239999999999995</c:v>
                </c:pt>
                <c:pt idx="92623">
                  <c:v>52.62</c:v>
                </c:pt>
                <c:pt idx="92624">
                  <c:v>89.98</c:v>
                </c:pt>
                <c:pt idx="92625">
                  <c:v>70.98</c:v>
                </c:pt>
                <c:pt idx="92626">
                  <c:v>65.98</c:v>
                </c:pt>
                <c:pt idx="92627">
                  <c:v>-22.6</c:v>
                </c:pt>
                <c:pt idx="92628">
                  <c:v>90.73</c:v>
                </c:pt>
                <c:pt idx="92629">
                  <c:v>106.43</c:v>
                </c:pt>
                <c:pt idx="92630">
                  <c:v>73.760000000000005</c:v>
                </c:pt>
                <c:pt idx="92631">
                  <c:v>61.67</c:v>
                </c:pt>
                <c:pt idx="92632">
                  <c:v>71.349999999999994</c:v>
                </c:pt>
                <c:pt idx="92633">
                  <c:v>259.13</c:v>
                </c:pt>
                <c:pt idx="92634">
                  <c:v>154.22999999999999</c:v>
                </c:pt>
                <c:pt idx="92635">
                  <c:v>101.37</c:v>
                </c:pt>
                <c:pt idx="92636">
                  <c:v>113.37</c:v>
                </c:pt>
                <c:pt idx="92637">
                  <c:v>70.47</c:v>
                </c:pt>
                <c:pt idx="92638">
                  <c:v>84.99</c:v>
                </c:pt>
                <c:pt idx="92639">
                  <c:v>100.97</c:v>
                </c:pt>
                <c:pt idx="92640">
                  <c:v>135.94</c:v>
                </c:pt>
                <c:pt idx="92641">
                  <c:v>94.98</c:v>
                </c:pt>
                <c:pt idx="92642">
                  <c:v>69.95</c:v>
                </c:pt>
                <c:pt idx="92643">
                  <c:v>108.98</c:v>
                </c:pt>
                <c:pt idx="92644">
                  <c:v>72.88</c:v>
                </c:pt>
                <c:pt idx="92645">
                  <c:v>307.89999999999998</c:v>
                </c:pt>
                <c:pt idx="92646">
                  <c:v>31.48</c:v>
                </c:pt>
                <c:pt idx="92647">
                  <c:v>59.96</c:v>
                </c:pt>
                <c:pt idx="92648">
                  <c:v>54.99</c:v>
                </c:pt>
                <c:pt idx="92649">
                  <c:v>59.96</c:v>
                </c:pt>
                <c:pt idx="92650">
                  <c:v>54.96</c:v>
                </c:pt>
                <c:pt idx="92651">
                  <c:v>412.48</c:v>
                </c:pt>
                <c:pt idx="92652">
                  <c:v>41.49</c:v>
                </c:pt>
                <c:pt idx="92653">
                  <c:v>57.98</c:v>
                </c:pt>
                <c:pt idx="92654">
                  <c:v>116.37</c:v>
                </c:pt>
                <c:pt idx="92655">
                  <c:v>59.98</c:v>
                </c:pt>
                <c:pt idx="92656">
                  <c:v>57.98</c:v>
                </c:pt>
                <c:pt idx="92657">
                  <c:v>103.36</c:v>
                </c:pt>
                <c:pt idx="92658">
                  <c:v>95.98</c:v>
                </c:pt>
                <c:pt idx="92659">
                  <c:v>27.48</c:v>
                </c:pt>
                <c:pt idx="92660">
                  <c:v>138.93</c:v>
                </c:pt>
                <c:pt idx="92661">
                  <c:v>112.47</c:v>
                </c:pt>
                <c:pt idx="92662">
                  <c:v>109.98</c:v>
                </c:pt>
                <c:pt idx="92663">
                  <c:v>150.96</c:v>
                </c:pt>
                <c:pt idx="92664">
                  <c:v>183.92</c:v>
                </c:pt>
                <c:pt idx="92665">
                  <c:v>59.95</c:v>
                </c:pt>
                <c:pt idx="92666">
                  <c:v>135.94999999999999</c:v>
                </c:pt>
                <c:pt idx="92667">
                  <c:v>50.37</c:v>
                </c:pt>
                <c:pt idx="92668">
                  <c:v>51.95</c:v>
                </c:pt>
                <c:pt idx="92669">
                  <c:v>54.93</c:v>
                </c:pt>
                <c:pt idx="92670">
                  <c:v>56.68</c:v>
                </c:pt>
                <c:pt idx="92671">
                  <c:v>54.99</c:v>
                </c:pt>
                <c:pt idx="92672">
                  <c:v>85.97</c:v>
                </c:pt>
                <c:pt idx="92673">
                  <c:v>65.540000000000006</c:v>
                </c:pt>
                <c:pt idx="92674">
                  <c:v>54.99</c:v>
                </c:pt>
                <c:pt idx="92675">
                  <c:v>31.48</c:v>
                </c:pt>
                <c:pt idx="92676">
                  <c:v>65.989999999999995</c:v>
                </c:pt>
                <c:pt idx="92677">
                  <c:v>53.95</c:v>
                </c:pt>
                <c:pt idx="92678">
                  <c:v>51.98</c:v>
                </c:pt>
                <c:pt idx="92679">
                  <c:v>98.97</c:v>
                </c:pt>
                <c:pt idx="92680">
                  <c:v>53.98</c:v>
                </c:pt>
                <c:pt idx="92681">
                  <c:v>59.98</c:v>
                </c:pt>
                <c:pt idx="92682">
                  <c:v>53.98</c:v>
                </c:pt>
                <c:pt idx="92683">
                  <c:v>134.97999999999999</c:v>
                </c:pt>
                <c:pt idx="92684">
                  <c:v>173.96</c:v>
                </c:pt>
                <c:pt idx="92685">
                  <c:v>63.98</c:v>
                </c:pt>
                <c:pt idx="92686">
                  <c:v>69.34</c:v>
                </c:pt>
                <c:pt idx="92687">
                  <c:v>63.44</c:v>
                </c:pt>
                <c:pt idx="92688">
                  <c:v>40.78</c:v>
                </c:pt>
                <c:pt idx="92689">
                  <c:v>79.959999999999994</c:v>
                </c:pt>
                <c:pt idx="92690">
                  <c:v>58.77</c:v>
                </c:pt>
                <c:pt idx="92691">
                  <c:v>103.96</c:v>
                </c:pt>
                <c:pt idx="92692">
                  <c:v>103.96</c:v>
                </c:pt>
                <c:pt idx="92693">
                  <c:v>95.96</c:v>
                </c:pt>
                <c:pt idx="92694">
                  <c:v>103.96</c:v>
                </c:pt>
                <c:pt idx="92695">
                  <c:v>145.13</c:v>
                </c:pt>
                <c:pt idx="92696">
                  <c:v>145.13</c:v>
                </c:pt>
                <c:pt idx="92697">
                  <c:v>246.96</c:v>
                </c:pt>
                <c:pt idx="92698">
                  <c:v>81.739999999999995</c:v>
                </c:pt>
                <c:pt idx="92699">
                  <c:v>54.98</c:v>
                </c:pt>
                <c:pt idx="92700">
                  <c:v>70.17</c:v>
                </c:pt>
                <c:pt idx="92701">
                  <c:v>96.96</c:v>
                </c:pt>
                <c:pt idx="92702">
                  <c:v>74.97</c:v>
                </c:pt>
                <c:pt idx="92703">
                  <c:v>83.97</c:v>
                </c:pt>
                <c:pt idx="92704">
                  <c:v>48.57</c:v>
                </c:pt>
                <c:pt idx="92705">
                  <c:v>91.78</c:v>
                </c:pt>
                <c:pt idx="92706">
                  <c:v>134.97999999999999</c:v>
                </c:pt>
                <c:pt idx="92707">
                  <c:v>224.6</c:v>
                </c:pt>
                <c:pt idx="92708">
                  <c:v>67.58</c:v>
                </c:pt>
                <c:pt idx="92709">
                  <c:v>110.98</c:v>
                </c:pt>
                <c:pt idx="92710">
                  <c:v>84.99</c:v>
                </c:pt>
                <c:pt idx="92711">
                  <c:v>84.99</c:v>
                </c:pt>
                <c:pt idx="92712">
                  <c:v>85.97</c:v>
                </c:pt>
                <c:pt idx="92713">
                  <c:v>35.979999999999997</c:v>
                </c:pt>
                <c:pt idx="92714">
                  <c:v>84.99</c:v>
                </c:pt>
                <c:pt idx="92715">
                  <c:v>95.98</c:v>
                </c:pt>
                <c:pt idx="92716">
                  <c:v>105.95</c:v>
                </c:pt>
                <c:pt idx="92717">
                  <c:v>199.95</c:v>
                </c:pt>
                <c:pt idx="92718">
                  <c:v>171.88</c:v>
                </c:pt>
                <c:pt idx="92719">
                  <c:v>62.98</c:v>
                </c:pt>
                <c:pt idx="92720">
                  <c:v>57.94</c:v>
                </c:pt>
                <c:pt idx="92721">
                  <c:v>79.989999999999995</c:v>
                </c:pt>
                <c:pt idx="92722">
                  <c:v>90.98</c:v>
                </c:pt>
                <c:pt idx="92723">
                  <c:v>79.989999999999995</c:v>
                </c:pt>
                <c:pt idx="92724">
                  <c:v>54.98</c:v>
                </c:pt>
                <c:pt idx="92725">
                  <c:v>166.97</c:v>
                </c:pt>
                <c:pt idx="92726">
                  <c:v>119.97</c:v>
                </c:pt>
                <c:pt idx="92727">
                  <c:v>95.54</c:v>
                </c:pt>
                <c:pt idx="92728">
                  <c:v>83.44</c:v>
                </c:pt>
                <c:pt idx="92729">
                  <c:v>67.72</c:v>
                </c:pt>
                <c:pt idx="92730">
                  <c:v>95.54</c:v>
                </c:pt>
                <c:pt idx="92731">
                  <c:v>102.83</c:v>
                </c:pt>
                <c:pt idx="92732">
                  <c:v>-25.36</c:v>
                </c:pt>
                <c:pt idx="92733">
                  <c:v>71.959999999999994</c:v>
                </c:pt>
                <c:pt idx="92734">
                  <c:v>53.97</c:v>
                </c:pt>
                <c:pt idx="92735">
                  <c:v>71.959999999999994</c:v>
                </c:pt>
                <c:pt idx="92736">
                  <c:v>71.959999999999994</c:v>
                </c:pt>
                <c:pt idx="92737">
                  <c:v>53.97</c:v>
                </c:pt>
                <c:pt idx="92738">
                  <c:v>53.97</c:v>
                </c:pt>
                <c:pt idx="92739">
                  <c:v>65.989999999999995</c:v>
                </c:pt>
                <c:pt idx="92740">
                  <c:v>58.98</c:v>
                </c:pt>
                <c:pt idx="92741">
                  <c:v>77.97</c:v>
                </c:pt>
                <c:pt idx="92742">
                  <c:v>57.98</c:v>
                </c:pt>
                <c:pt idx="92743">
                  <c:v>58.98</c:v>
                </c:pt>
                <c:pt idx="92744">
                  <c:v>50.98</c:v>
                </c:pt>
                <c:pt idx="92745">
                  <c:v>59.39</c:v>
                </c:pt>
                <c:pt idx="92746">
                  <c:v>80.97</c:v>
                </c:pt>
                <c:pt idx="92747">
                  <c:v>101.97</c:v>
                </c:pt>
                <c:pt idx="92748">
                  <c:v>74.95</c:v>
                </c:pt>
                <c:pt idx="92749">
                  <c:v>110.96</c:v>
                </c:pt>
                <c:pt idx="92750">
                  <c:v>184.96</c:v>
                </c:pt>
                <c:pt idx="92751">
                  <c:v>37.49</c:v>
                </c:pt>
                <c:pt idx="92752">
                  <c:v>44.14</c:v>
                </c:pt>
                <c:pt idx="92753">
                  <c:v>44.14</c:v>
                </c:pt>
                <c:pt idx="92754">
                  <c:v>44.14</c:v>
                </c:pt>
                <c:pt idx="92755">
                  <c:v>32.04</c:v>
                </c:pt>
                <c:pt idx="92756">
                  <c:v>37.49</c:v>
                </c:pt>
                <c:pt idx="92757">
                  <c:v>32.04</c:v>
                </c:pt>
                <c:pt idx="92758">
                  <c:v>137.96</c:v>
                </c:pt>
                <c:pt idx="92759">
                  <c:v>68.77</c:v>
                </c:pt>
                <c:pt idx="92760">
                  <c:v>72.75</c:v>
                </c:pt>
                <c:pt idx="92761">
                  <c:v>91.05</c:v>
                </c:pt>
                <c:pt idx="92762">
                  <c:v>101.97</c:v>
                </c:pt>
                <c:pt idx="92763">
                  <c:v>84.99</c:v>
                </c:pt>
                <c:pt idx="92764">
                  <c:v>59.98</c:v>
                </c:pt>
                <c:pt idx="92765">
                  <c:v>84.99</c:v>
                </c:pt>
                <c:pt idx="92766">
                  <c:v>84.99</c:v>
                </c:pt>
                <c:pt idx="92767">
                  <c:v>61.98</c:v>
                </c:pt>
                <c:pt idx="92768">
                  <c:v>161.96</c:v>
                </c:pt>
                <c:pt idx="92769">
                  <c:v>91.76</c:v>
                </c:pt>
                <c:pt idx="92770">
                  <c:v>69.989999999999995</c:v>
                </c:pt>
                <c:pt idx="92771">
                  <c:v>63.98</c:v>
                </c:pt>
                <c:pt idx="92772">
                  <c:v>89.98</c:v>
                </c:pt>
                <c:pt idx="92773">
                  <c:v>89.98</c:v>
                </c:pt>
                <c:pt idx="92774">
                  <c:v>89.98</c:v>
                </c:pt>
                <c:pt idx="92775">
                  <c:v>34.29</c:v>
                </c:pt>
                <c:pt idx="92776">
                  <c:v>79.98</c:v>
                </c:pt>
                <c:pt idx="92777">
                  <c:v>55.33</c:v>
                </c:pt>
                <c:pt idx="92778">
                  <c:v>82.97</c:v>
                </c:pt>
                <c:pt idx="92779">
                  <c:v>101.15</c:v>
                </c:pt>
                <c:pt idx="92780">
                  <c:v>85.97</c:v>
                </c:pt>
                <c:pt idx="92781">
                  <c:v>102.79</c:v>
                </c:pt>
                <c:pt idx="92782">
                  <c:v>90.71</c:v>
                </c:pt>
                <c:pt idx="92783">
                  <c:v>48.35</c:v>
                </c:pt>
                <c:pt idx="92784">
                  <c:v>157.25</c:v>
                </c:pt>
                <c:pt idx="92785">
                  <c:v>84.99</c:v>
                </c:pt>
                <c:pt idx="92786">
                  <c:v>79.98</c:v>
                </c:pt>
                <c:pt idx="92787">
                  <c:v>80.08</c:v>
                </c:pt>
                <c:pt idx="92788">
                  <c:v>76.489999999999995</c:v>
                </c:pt>
                <c:pt idx="92789">
                  <c:v>54.98</c:v>
                </c:pt>
                <c:pt idx="92790">
                  <c:v>182.94</c:v>
                </c:pt>
                <c:pt idx="92791">
                  <c:v>127.46</c:v>
                </c:pt>
                <c:pt idx="92792">
                  <c:v>59.98</c:v>
                </c:pt>
                <c:pt idx="92793">
                  <c:v>59.98</c:v>
                </c:pt>
                <c:pt idx="92794">
                  <c:v>59.98</c:v>
                </c:pt>
                <c:pt idx="92795">
                  <c:v>74.97</c:v>
                </c:pt>
                <c:pt idx="92796">
                  <c:v>59.98</c:v>
                </c:pt>
                <c:pt idx="92797">
                  <c:v>84.99</c:v>
                </c:pt>
                <c:pt idx="92798">
                  <c:v>99.98</c:v>
                </c:pt>
                <c:pt idx="92799">
                  <c:v>84.99</c:v>
                </c:pt>
                <c:pt idx="92800">
                  <c:v>99.98</c:v>
                </c:pt>
                <c:pt idx="92801">
                  <c:v>99.96</c:v>
                </c:pt>
                <c:pt idx="92802">
                  <c:v>89.98</c:v>
                </c:pt>
                <c:pt idx="92803">
                  <c:v>179.96</c:v>
                </c:pt>
                <c:pt idx="92804">
                  <c:v>59.99</c:v>
                </c:pt>
                <c:pt idx="92805">
                  <c:v>59.99</c:v>
                </c:pt>
                <c:pt idx="92806">
                  <c:v>68.069999999999993</c:v>
                </c:pt>
                <c:pt idx="92807">
                  <c:v>59.95</c:v>
                </c:pt>
                <c:pt idx="92808">
                  <c:v>59.95</c:v>
                </c:pt>
                <c:pt idx="92809">
                  <c:v>59.95</c:v>
                </c:pt>
                <c:pt idx="92810">
                  <c:v>61.45</c:v>
                </c:pt>
                <c:pt idx="92811">
                  <c:v>59.95</c:v>
                </c:pt>
                <c:pt idx="92812">
                  <c:v>142.6</c:v>
                </c:pt>
                <c:pt idx="92813">
                  <c:v>62.29</c:v>
                </c:pt>
                <c:pt idx="92814">
                  <c:v>31.81</c:v>
                </c:pt>
                <c:pt idx="92815">
                  <c:v>18.260000000000002</c:v>
                </c:pt>
                <c:pt idx="92816">
                  <c:v>105.98</c:v>
                </c:pt>
                <c:pt idx="92817">
                  <c:v>78.52</c:v>
                </c:pt>
                <c:pt idx="92818">
                  <c:v>118.95</c:v>
                </c:pt>
                <c:pt idx="92819">
                  <c:v>31.47</c:v>
                </c:pt>
                <c:pt idx="92820">
                  <c:v>31.48</c:v>
                </c:pt>
                <c:pt idx="92821">
                  <c:v>31.47</c:v>
                </c:pt>
                <c:pt idx="92822">
                  <c:v>31.48</c:v>
                </c:pt>
                <c:pt idx="92823">
                  <c:v>31.48</c:v>
                </c:pt>
                <c:pt idx="92824">
                  <c:v>31.48</c:v>
                </c:pt>
                <c:pt idx="92825">
                  <c:v>66.489999999999995</c:v>
                </c:pt>
                <c:pt idx="92826">
                  <c:v>26.46</c:v>
                </c:pt>
                <c:pt idx="92827">
                  <c:v>54.39</c:v>
                </c:pt>
                <c:pt idx="92828">
                  <c:v>203.6</c:v>
                </c:pt>
                <c:pt idx="92829">
                  <c:v>203.6</c:v>
                </c:pt>
                <c:pt idx="92830">
                  <c:v>113.97</c:v>
                </c:pt>
                <c:pt idx="92831">
                  <c:v>113.97</c:v>
                </c:pt>
                <c:pt idx="92832">
                  <c:v>85.97</c:v>
                </c:pt>
                <c:pt idx="92833">
                  <c:v>174.95</c:v>
                </c:pt>
                <c:pt idx="92834">
                  <c:v>174.95</c:v>
                </c:pt>
                <c:pt idx="92835">
                  <c:v>11.29</c:v>
                </c:pt>
                <c:pt idx="92836">
                  <c:v>11.29</c:v>
                </c:pt>
                <c:pt idx="92837">
                  <c:v>56.98</c:v>
                </c:pt>
                <c:pt idx="92838">
                  <c:v>56.98</c:v>
                </c:pt>
                <c:pt idx="92839">
                  <c:v>85.97</c:v>
                </c:pt>
                <c:pt idx="92840">
                  <c:v>54.98</c:v>
                </c:pt>
                <c:pt idx="92841">
                  <c:v>158.97</c:v>
                </c:pt>
                <c:pt idx="92842">
                  <c:v>51.09</c:v>
                </c:pt>
                <c:pt idx="92843">
                  <c:v>50.32</c:v>
                </c:pt>
                <c:pt idx="92844">
                  <c:v>31.08</c:v>
                </c:pt>
                <c:pt idx="92845">
                  <c:v>16.09</c:v>
                </c:pt>
                <c:pt idx="92846">
                  <c:v>63.96</c:v>
                </c:pt>
                <c:pt idx="92847">
                  <c:v>63.96</c:v>
                </c:pt>
                <c:pt idx="92848">
                  <c:v>63.96</c:v>
                </c:pt>
                <c:pt idx="92849">
                  <c:v>42.47</c:v>
                </c:pt>
                <c:pt idx="92850">
                  <c:v>24.47</c:v>
                </c:pt>
                <c:pt idx="92851">
                  <c:v>42.47</c:v>
                </c:pt>
                <c:pt idx="92852">
                  <c:v>42.47</c:v>
                </c:pt>
                <c:pt idx="92853">
                  <c:v>42.47</c:v>
                </c:pt>
                <c:pt idx="92854">
                  <c:v>24.47</c:v>
                </c:pt>
                <c:pt idx="92855">
                  <c:v>59.98</c:v>
                </c:pt>
                <c:pt idx="92856">
                  <c:v>73.98</c:v>
                </c:pt>
                <c:pt idx="92857">
                  <c:v>73.98</c:v>
                </c:pt>
                <c:pt idx="92858">
                  <c:v>73.98</c:v>
                </c:pt>
                <c:pt idx="92859">
                  <c:v>73.98</c:v>
                </c:pt>
                <c:pt idx="92860">
                  <c:v>73.98</c:v>
                </c:pt>
                <c:pt idx="92861">
                  <c:v>53.9</c:v>
                </c:pt>
                <c:pt idx="92862">
                  <c:v>50.96</c:v>
                </c:pt>
                <c:pt idx="92863">
                  <c:v>55.97</c:v>
                </c:pt>
                <c:pt idx="92864">
                  <c:v>84.99</c:v>
                </c:pt>
                <c:pt idx="92865">
                  <c:v>88.98</c:v>
                </c:pt>
                <c:pt idx="92866">
                  <c:v>88.98</c:v>
                </c:pt>
                <c:pt idx="92867">
                  <c:v>104.98</c:v>
                </c:pt>
                <c:pt idx="92868">
                  <c:v>170.92</c:v>
                </c:pt>
                <c:pt idx="92869">
                  <c:v>67.47</c:v>
                </c:pt>
                <c:pt idx="92870">
                  <c:v>37.28</c:v>
                </c:pt>
                <c:pt idx="92871">
                  <c:v>59.99</c:v>
                </c:pt>
                <c:pt idx="92872">
                  <c:v>59.99</c:v>
                </c:pt>
                <c:pt idx="92873">
                  <c:v>50.99</c:v>
                </c:pt>
                <c:pt idx="92874">
                  <c:v>53.99</c:v>
                </c:pt>
                <c:pt idx="92875">
                  <c:v>58.79</c:v>
                </c:pt>
                <c:pt idx="92876">
                  <c:v>95.94</c:v>
                </c:pt>
                <c:pt idx="92877">
                  <c:v>92.95</c:v>
                </c:pt>
                <c:pt idx="92878">
                  <c:v>209.94</c:v>
                </c:pt>
                <c:pt idx="92879">
                  <c:v>77.86</c:v>
                </c:pt>
                <c:pt idx="92880">
                  <c:v>59.84</c:v>
                </c:pt>
                <c:pt idx="92881">
                  <c:v>11.49</c:v>
                </c:pt>
                <c:pt idx="92882">
                  <c:v>20.29</c:v>
                </c:pt>
                <c:pt idx="92883">
                  <c:v>255.23</c:v>
                </c:pt>
                <c:pt idx="92884">
                  <c:v>178.93</c:v>
                </c:pt>
                <c:pt idx="92885">
                  <c:v>119.96</c:v>
                </c:pt>
                <c:pt idx="92886">
                  <c:v>74.97</c:v>
                </c:pt>
                <c:pt idx="92887">
                  <c:v>102.95</c:v>
                </c:pt>
                <c:pt idx="92888">
                  <c:v>90.98</c:v>
                </c:pt>
                <c:pt idx="92889">
                  <c:v>89.94</c:v>
                </c:pt>
                <c:pt idx="92890">
                  <c:v>74.989999999999995</c:v>
                </c:pt>
                <c:pt idx="92891">
                  <c:v>171.41</c:v>
                </c:pt>
                <c:pt idx="92892">
                  <c:v>67.87</c:v>
                </c:pt>
                <c:pt idx="92893">
                  <c:v>79.849999999999994</c:v>
                </c:pt>
                <c:pt idx="92894">
                  <c:v>79.849999999999994</c:v>
                </c:pt>
                <c:pt idx="92895">
                  <c:v>67.87</c:v>
                </c:pt>
                <c:pt idx="92896">
                  <c:v>79.849999999999994</c:v>
                </c:pt>
                <c:pt idx="92897">
                  <c:v>79.849999999999994</c:v>
                </c:pt>
                <c:pt idx="92898">
                  <c:v>67.709999999999994</c:v>
                </c:pt>
                <c:pt idx="92899">
                  <c:v>67.709999999999994</c:v>
                </c:pt>
                <c:pt idx="92900">
                  <c:v>79.02</c:v>
                </c:pt>
                <c:pt idx="92901">
                  <c:v>111.56</c:v>
                </c:pt>
                <c:pt idx="92902">
                  <c:v>51.73</c:v>
                </c:pt>
                <c:pt idx="92903">
                  <c:v>59.9</c:v>
                </c:pt>
                <c:pt idx="92904">
                  <c:v>67.98</c:v>
                </c:pt>
                <c:pt idx="92905">
                  <c:v>69.98</c:v>
                </c:pt>
                <c:pt idx="92906">
                  <c:v>123.96</c:v>
                </c:pt>
                <c:pt idx="92907">
                  <c:v>122.56</c:v>
                </c:pt>
                <c:pt idx="92908">
                  <c:v>66.58</c:v>
                </c:pt>
                <c:pt idx="92909">
                  <c:v>76.88</c:v>
                </c:pt>
                <c:pt idx="92910">
                  <c:v>107.94</c:v>
                </c:pt>
                <c:pt idx="92911">
                  <c:v>62.49</c:v>
                </c:pt>
                <c:pt idx="92912">
                  <c:v>49.37</c:v>
                </c:pt>
                <c:pt idx="92913">
                  <c:v>95.9</c:v>
                </c:pt>
                <c:pt idx="92914">
                  <c:v>52.18</c:v>
                </c:pt>
                <c:pt idx="92915">
                  <c:v>106.95</c:v>
                </c:pt>
                <c:pt idx="92916">
                  <c:v>91.98</c:v>
                </c:pt>
                <c:pt idx="92917">
                  <c:v>76.489999999999995</c:v>
                </c:pt>
                <c:pt idx="92918">
                  <c:v>91.44</c:v>
                </c:pt>
                <c:pt idx="92919">
                  <c:v>125.76</c:v>
                </c:pt>
                <c:pt idx="92920">
                  <c:v>75.59</c:v>
                </c:pt>
                <c:pt idx="92921">
                  <c:v>56.97</c:v>
                </c:pt>
                <c:pt idx="92922">
                  <c:v>185.96</c:v>
                </c:pt>
                <c:pt idx="92923">
                  <c:v>72.97</c:v>
                </c:pt>
                <c:pt idx="92924">
                  <c:v>56.97</c:v>
                </c:pt>
                <c:pt idx="92925">
                  <c:v>69.98</c:v>
                </c:pt>
                <c:pt idx="92926">
                  <c:v>109.96</c:v>
                </c:pt>
                <c:pt idx="92927">
                  <c:v>31.28</c:v>
                </c:pt>
                <c:pt idx="92928">
                  <c:v>52.98</c:v>
                </c:pt>
                <c:pt idx="92929">
                  <c:v>31.28</c:v>
                </c:pt>
                <c:pt idx="92930">
                  <c:v>31.28</c:v>
                </c:pt>
                <c:pt idx="92931">
                  <c:v>31.28</c:v>
                </c:pt>
                <c:pt idx="92932">
                  <c:v>16.940000000000001</c:v>
                </c:pt>
                <c:pt idx="92933">
                  <c:v>16.29</c:v>
                </c:pt>
                <c:pt idx="92934">
                  <c:v>31.28</c:v>
                </c:pt>
                <c:pt idx="92935">
                  <c:v>16.29</c:v>
                </c:pt>
                <c:pt idx="92936">
                  <c:v>52.98</c:v>
                </c:pt>
                <c:pt idx="92937">
                  <c:v>71.86</c:v>
                </c:pt>
                <c:pt idx="92938">
                  <c:v>97.99</c:v>
                </c:pt>
                <c:pt idx="92939">
                  <c:v>79.849999999999994</c:v>
                </c:pt>
                <c:pt idx="92940">
                  <c:v>19.989999999999998</c:v>
                </c:pt>
                <c:pt idx="92941">
                  <c:v>79.849999999999994</c:v>
                </c:pt>
                <c:pt idx="92942">
                  <c:v>55.65</c:v>
                </c:pt>
                <c:pt idx="92943">
                  <c:v>71.489999999999995</c:v>
                </c:pt>
                <c:pt idx="92944">
                  <c:v>84.99</c:v>
                </c:pt>
                <c:pt idx="92945">
                  <c:v>59.98</c:v>
                </c:pt>
                <c:pt idx="92946">
                  <c:v>165.56</c:v>
                </c:pt>
                <c:pt idx="92947">
                  <c:v>233.95</c:v>
                </c:pt>
                <c:pt idx="92948">
                  <c:v>65.97</c:v>
                </c:pt>
                <c:pt idx="92949">
                  <c:v>98.97</c:v>
                </c:pt>
                <c:pt idx="92950">
                  <c:v>78.97</c:v>
                </c:pt>
                <c:pt idx="92951">
                  <c:v>50.97</c:v>
                </c:pt>
                <c:pt idx="92952">
                  <c:v>98.97</c:v>
                </c:pt>
                <c:pt idx="92953">
                  <c:v>78.97</c:v>
                </c:pt>
                <c:pt idx="92954">
                  <c:v>65.97</c:v>
                </c:pt>
                <c:pt idx="92955">
                  <c:v>65.97</c:v>
                </c:pt>
                <c:pt idx="92956">
                  <c:v>78.97</c:v>
                </c:pt>
                <c:pt idx="92957">
                  <c:v>50.97</c:v>
                </c:pt>
                <c:pt idx="92958">
                  <c:v>47.48</c:v>
                </c:pt>
                <c:pt idx="92959">
                  <c:v>78.97</c:v>
                </c:pt>
                <c:pt idx="92960">
                  <c:v>47.48</c:v>
                </c:pt>
                <c:pt idx="92961">
                  <c:v>65.97</c:v>
                </c:pt>
                <c:pt idx="92962">
                  <c:v>68.930000000000007</c:v>
                </c:pt>
                <c:pt idx="92963">
                  <c:v>335.1</c:v>
                </c:pt>
                <c:pt idx="92964">
                  <c:v>59.98</c:v>
                </c:pt>
                <c:pt idx="92965">
                  <c:v>53.98</c:v>
                </c:pt>
                <c:pt idx="92966">
                  <c:v>119.96</c:v>
                </c:pt>
                <c:pt idx="92967">
                  <c:v>74.97</c:v>
                </c:pt>
                <c:pt idx="92968">
                  <c:v>24.48</c:v>
                </c:pt>
                <c:pt idx="92969">
                  <c:v>64.959999999999994</c:v>
                </c:pt>
                <c:pt idx="92970">
                  <c:v>18.489999999999998</c:v>
                </c:pt>
                <c:pt idx="92971">
                  <c:v>19.239999999999998</c:v>
                </c:pt>
                <c:pt idx="92972">
                  <c:v>46.97</c:v>
                </c:pt>
                <c:pt idx="92973">
                  <c:v>18.489999999999998</c:v>
                </c:pt>
                <c:pt idx="92974">
                  <c:v>18.489999999999998</c:v>
                </c:pt>
                <c:pt idx="92975">
                  <c:v>53.98</c:v>
                </c:pt>
                <c:pt idx="92976">
                  <c:v>18.489999999999998</c:v>
                </c:pt>
                <c:pt idx="92977">
                  <c:v>18.489999999999998</c:v>
                </c:pt>
                <c:pt idx="92978">
                  <c:v>84.99</c:v>
                </c:pt>
                <c:pt idx="92979">
                  <c:v>102.98</c:v>
                </c:pt>
                <c:pt idx="92980">
                  <c:v>92.68</c:v>
                </c:pt>
                <c:pt idx="92981">
                  <c:v>84.99</c:v>
                </c:pt>
                <c:pt idx="92982">
                  <c:v>22.95</c:v>
                </c:pt>
                <c:pt idx="92983">
                  <c:v>65.319999999999993</c:v>
                </c:pt>
                <c:pt idx="92984">
                  <c:v>79.849999999999994</c:v>
                </c:pt>
                <c:pt idx="92985">
                  <c:v>111.16</c:v>
                </c:pt>
                <c:pt idx="92986">
                  <c:v>120.85</c:v>
                </c:pt>
                <c:pt idx="92987">
                  <c:v>91.8</c:v>
                </c:pt>
                <c:pt idx="92988">
                  <c:v>65.989999999999995</c:v>
                </c:pt>
                <c:pt idx="92989">
                  <c:v>65.989999999999995</c:v>
                </c:pt>
                <c:pt idx="92990">
                  <c:v>84.98</c:v>
                </c:pt>
                <c:pt idx="92991">
                  <c:v>84.99</c:v>
                </c:pt>
                <c:pt idx="92992">
                  <c:v>84.33</c:v>
                </c:pt>
                <c:pt idx="92993">
                  <c:v>84.99</c:v>
                </c:pt>
                <c:pt idx="92994">
                  <c:v>63.98</c:v>
                </c:pt>
                <c:pt idx="92995">
                  <c:v>84.99</c:v>
                </c:pt>
                <c:pt idx="92996">
                  <c:v>63.98</c:v>
                </c:pt>
                <c:pt idx="92997">
                  <c:v>84.98</c:v>
                </c:pt>
                <c:pt idx="92998">
                  <c:v>84.99</c:v>
                </c:pt>
                <c:pt idx="92999">
                  <c:v>84.33</c:v>
                </c:pt>
                <c:pt idx="93000">
                  <c:v>82.97</c:v>
                </c:pt>
                <c:pt idx="93001">
                  <c:v>51.27</c:v>
                </c:pt>
                <c:pt idx="93002">
                  <c:v>53.98</c:v>
                </c:pt>
                <c:pt idx="93003">
                  <c:v>109.76</c:v>
                </c:pt>
                <c:pt idx="93004">
                  <c:v>51.27</c:v>
                </c:pt>
                <c:pt idx="93005">
                  <c:v>63.88</c:v>
                </c:pt>
                <c:pt idx="93006">
                  <c:v>53.98</c:v>
                </c:pt>
                <c:pt idx="93007">
                  <c:v>56.97</c:v>
                </c:pt>
                <c:pt idx="93008">
                  <c:v>63.88</c:v>
                </c:pt>
                <c:pt idx="93009">
                  <c:v>56.97</c:v>
                </c:pt>
                <c:pt idx="93010">
                  <c:v>109.76</c:v>
                </c:pt>
                <c:pt idx="93011">
                  <c:v>69.98</c:v>
                </c:pt>
                <c:pt idx="93012">
                  <c:v>66.459999999999994</c:v>
                </c:pt>
                <c:pt idx="93013">
                  <c:v>149.97</c:v>
                </c:pt>
                <c:pt idx="93014">
                  <c:v>169.98</c:v>
                </c:pt>
                <c:pt idx="93015">
                  <c:v>14.49</c:v>
                </c:pt>
                <c:pt idx="93016">
                  <c:v>47.49</c:v>
                </c:pt>
                <c:pt idx="93017">
                  <c:v>115.98</c:v>
                </c:pt>
                <c:pt idx="93018">
                  <c:v>77.39</c:v>
                </c:pt>
                <c:pt idx="93019">
                  <c:v>169.38</c:v>
                </c:pt>
                <c:pt idx="93020">
                  <c:v>103.98</c:v>
                </c:pt>
                <c:pt idx="93021">
                  <c:v>60.99</c:v>
                </c:pt>
                <c:pt idx="93022">
                  <c:v>120.94</c:v>
                </c:pt>
                <c:pt idx="93023">
                  <c:v>60.99</c:v>
                </c:pt>
                <c:pt idx="93024">
                  <c:v>60.99</c:v>
                </c:pt>
                <c:pt idx="93025">
                  <c:v>60.99</c:v>
                </c:pt>
                <c:pt idx="93026">
                  <c:v>229.45</c:v>
                </c:pt>
                <c:pt idx="93027">
                  <c:v>129.94999999999999</c:v>
                </c:pt>
                <c:pt idx="93028">
                  <c:v>155.94</c:v>
                </c:pt>
                <c:pt idx="93029">
                  <c:v>77.97</c:v>
                </c:pt>
                <c:pt idx="93030">
                  <c:v>20.89</c:v>
                </c:pt>
                <c:pt idx="93031">
                  <c:v>70.959999999999994</c:v>
                </c:pt>
                <c:pt idx="93032">
                  <c:v>59.97</c:v>
                </c:pt>
                <c:pt idx="93033">
                  <c:v>84.99</c:v>
                </c:pt>
                <c:pt idx="93034">
                  <c:v>62.09</c:v>
                </c:pt>
                <c:pt idx="93035">
                  <c:v>62.09</c:v>
                </c:pt>
                <c:pt idx="93036">
                  <c:v>46.49</c:v>
                </c:pt>
                <c:pt idx="93037">
                  <c:v>84.99</c:v>
                </c:pt>
                <c:pt idx="93038">
                  <c:v>46.49</c:v>
                </c:pt>
                <c:pt idx="93039">
                  <c:v>64.989999999999995</c:v>
                </c:pt>
                <c:pt idx="93040">
                  <c:v>64.989999999999995</c:v>
                </c:pt>
                <c:pt idx="93041">
                  <c:v>77.989999999999995</c:v>
                </c:pt>
                <c:pt idx="93042">
                  <c:v>77.989999999999995</c:v>
                </c:pt>
                <c:pt idx="93043">
                  <c:v>54.98</c:v>
                </c:pt>
                <c:pt idx="93044">
                  <c:v>56.97</c:v>
                </c:pt>
                <c:pt idx="93045">
                  <c:v>123.64</c:v>
                </c:pt>
                <c:pt idx="93046">
                  <c:v>91.94</c:v>
                </c:pt>
                <c:pt idx="93047">
                  <c:v>79.849999999999994</c:v>
                </c:pt>
                <c:pt idx="93048">
                  <c:v>68.569999999999993</c:v>
                </c:pt>
                <c:pt idx="93049">
                  <c:v>105.84</c:v>
                </c:pt>
                <c:pt idx="93050">
                  <c:v>47.15</c:v>
                </c:pt>
                <c:pt idx="93051">
                  <c:v>47.15</c:v>
                </c:pt>
                <c:pt idx="93052">
                  <c:v>47.15</c:v>
                </c:pt>
                <c:pt idx="93053">
                  <c:v>36.28</c:v>
                </c:pt>
                <c:pt idx="93054">
                  <c:v>65.98</c:v>
                </c:pt>
                <c:pt idx="93055">
                  <c:v>51.11</c:v>
                </c:pt>
                <c:pt idx="93056">
                  <c:v>59.96</c:v>
                </c:pt>
                <c:pt idx="93057">
                  <c:v>69.989999999999995</c:v>
                </c:pt>
                <c:pt idx="93058">
                  <c:v>71.680000000000007</c:v>
                </c:pt>
                <c:pt idx="93059">
                  <c:v>83.94</c:v>
                </c:pt>
                <c:pt idx="93060">
                  <c:v>83.94</c:v>
                </c:pt>
                <c:pt idx="93061">
                  <c:v>145.44999999999999</c:v>
                </c:pt>
                <c:pt idx="93062">
                  <c:v>49.47</c:v>
                </c:pt>
                <c:pt idx="93063">
                  <c:v>46.47</c:v>
                </c:pt>
                <c:pt idx="93064">
                  <c:v>125.14</c:v>
                </c:pt>
                <c:pt idx="93065">
                  <c:v>69.989999999999995</c:v>
                </c:pt>
                <c:pt idx="93066">
                  <c:v>112.94</c:v>
                </c:pt>
                <c:pt idx="93067">
                  <c:v>86.98</c:v>
                </c:pt>
                <c:pt idx="93068">
                  <c:v>81.98</c:v>
                </c:pt>
                <c:pt idx="93069">
                  <c:v>76.98</c:v>
                </c:pt>
                <c:pt idx="93070">
                  <c:v>50.98</c:v>
                </c:pt>
                <c:pt idx="93071">
                  <c:v>65.989999999999995</c:v>
                </c:pt>
                <c:pt idx="93072">
                  <c:v>91.87</c:v>
                </c:pt>
                <c:pt idx="93073">
                  <c:v>83.96</c:v>
                </c:pt>
                <c:pt idx="93074">
                  <c:v>48.37</c:v>
                </c:pt>
                <c:pt idx="93075">
                  <c:v>93.13</c:v>
                </c:pt>
                <c:pt idx="93076">
                  <c:v>118.51</c:v>
                </c:pt>
                <c:pt idx="93077">
                  <c:v>74.97</c:v>
                </c:pt>
                <c:pt idx="93078">
                  <c:v>113.7</c:v>
                </c:pt>
                <c:pt idx="93079">
                  <c:v>61.98</c:v>
                </c:pt>
                <c:pt idx="93080">
                  <c:v>63.98</c:v>
                </c:pt>
                <c:pt idx="93081">
                  <c:v>89.98</c:v>
                </c:pt>
                <c:pt idx="93082">
                  <c:v>62.95</c:v>
                </c:pt>
                <c:pt idx="93083">
                  <c:v>83.28</c:v>
                </c:pt>
                <c:pt idx="93084">
                  <c:v>108.57</c:v>
                </c:pt>
                <c:pt idx="93085">
                  <c:v>68.28</c:v>
                </c:pt>
                <c:pt idx="93086">
                  <c:v>56.58</c:v>
                </c:pt>
                <c:pt idx="93087">
                  <c:v>55.96</c:v>
                </c:pt>
                <c:pt idx="93088">
                  <c:v>55.96</c:v>
                </c:pt>
                <c:pt idx="93089">
                  <c:v>40.53</c:v>
                </c:pt>
                <c:pt idx="93090">
                  <c:v>58.7</c:v>
                </c:pt>
                <c:pt idx="93091">
                  <c:v>29.48</c:v>
                </c:pt>
                <c:pt idx="93092">
                  <c:v>43.47</c:v>
                </c:pt>
                <c:pt idx="93093">
                  <c:v>124.97</c:v>
                </c:pt>
                <c:pt idx="93094">
                  <c:v>65.989999999999995</c:v>
                </c:pt>
                <c:pt idx="93095">
                  <c:v>179.97</c:v>
                </c:pt>
                <c:pt idx="93096">
                  <c:v>81.97</c:v>
                </c:pt>
                <c:pt idx="93097">
                  <c:v>50.38</c:v>
                </c:pt>
                <c:pt idx="93098">
                  <c:v>98.97</c:v>
                </c:pt>
                <c:pt idx="93099">
                  <c:v>130.94999999999999</c:v>
                </c:pt>
                <c:pt idx="93100">
                  <c:v>64.95</c:v>
                </c:pt>
                <c:pt idx="93101">
                  <c:v>88.64</c:v>
                </c:pt>
                <c:pt idx="93102">
                  <c:v>149.9</c:v>
                </c:pt>
                <c:pt idx="93103">
                  <c:v>62.98</c:v>
                </c:pt>
                <c:pt idx="93104">
                  <c:v>93.27</c:v>
                </c:pt>
                <c:pt idx="93105">
                  <c:v>59.98</c:v>
                </c:pt>
                <c:pt idx="93106">
                  <c:v>92.97</c:v>
                </c:pt>
                <c:pt idx="93107">
                  <c:v>361.93</c:v>
                </c:pt>
                <c:pt idx="93108">
                  <c:v>62.58</c:v>
                </c:pt>
                <c:pt idx="93109">
                  <c:v>51.29</c:v>
                </c:pt>
                <c:pt idx="93110">
                  <c:v>107.98</c:v>
                </c:pt>
                <c:pt idx="93111">
                  <c:v>253.45</c:v>
                </c:pt>
                <c:pt idx="93112">
                  <c:v>27.48</c:v>
                </c:pt>
                <c:pt idx="93113">
                  <c:v>27.48</c:v>
                </c:pt>
                <c:pt idx="93114">
                  <c:v>194.89</c:v>
                </c:pt>
                <c:pt idx="93115">
                  <c:v>194.89</c:v>
                </c:pt>
                <c:pt idx="93116">
                  <c:v>54.98</c:v>
                </c:pt>
                <c:pt idx="93117">
                  <c:v>110.98</c:v>
                </c:pt>
                <c:pt idx="93118">
                  <c:v>323.42</c:v>
                </c:pt>
                <c:pt idx="93119">
                  <c:v>227.86</c:v>
                </c:pt>
                <c:pt idx="93120">
                  <c:v>139.05000000000001</c:v>
                </c:pt>
                <c:pt idx="93121">
                  <c:v>99.97</c:v>
                </c:pt>
                <c:pt idx="93122">
                  <c:v>99.97</c:v>
                </c:pt>
                <c:pt idx="93123">
                  <c:v>89.97</c:v>
                </c:pt>
                <c:pt idx="93124">
                  <c:v>74.48</c:v>
                </c:pt>
                <c:pt idx="93125">
                  <c:v>37.99</c:v>
                </c:pt>
                <c:pt idx="93126">
                  <c:v>71.48</c:v>
                </c:pt>
                <c:pt idx="93127">
                  <c:v>66.08</c:v>
                </c:pt>
                <c:pt idx="93128">
                  <c:v>48</c:v>
                </c:pt>
                <c:pt idx="93129">
                  <c:v>51.49</c:v>
                </c:pt>
                <c:pt idx="93130">
                  <c:v>56.97</c:v>
                </c:pt>
                <c:pt idx="93131">
                  <c:v>56.97</c:v>
                </c:pt>
                <c:pt idx="93132">
                  <c:v>21.24</c:v>
                </c:pt>
                <c:pt idx="93133">
                  <c:v>20.49</c:v>
                </c:pt>
                <c:pt idx="93134">
                  <c:v>65.98</c:v>
                </c:pt>
                <c:pt idx="93135">
                  <c:v>65.989999999999995</c:v>
                </c:pt>
                <c:pt idx="93136">
                  <c:v>102.98</c:v>
                </c:pt>
                <c:pt idx="93137">
                  <c:v>65.98</c:v>
                </c:pt>
                <c:pt idx="93138">
                  <c:v>48.44</c:v>
                </c:pt>
                <c:pt idx="93139">
                  <c:v>141.97</c:v>
                </c:pt>
                <c:pt idx="93140">
                  <c:v>59.98</c:v>
                </c:pt>
                <c:pt idx="93141">
                  <c:v>79.98</c:v>
                </c:pt>
                <c:pt idx="93142">
                  <c:v>17.29</c:v>
                </c:pt>
                <c:pt idx="93143">
                  <c:v>56.97</c:v>
                </c:pt>
                <c:pt idx="93144">
                  <c:v>75.959999999999994</c:v>
                </c:pt>
                <c:pt idx="93145">
                  <c:v>75.22</c:v>
                </c:pt>
                <c:pt idx="93146">
                  <c:v>75.23</c:v>
                </c:pt>
                <c:pt idx="93147">
                  <c:v>56.97</c:v>
                </c:pt>
                <c:pt idx="93148">
                  <c:v>108.98</c:v>
                </c:pt>
                <c:pt idx="93149">
                  <c:v>139.97999999999999</c:v>
                </c:pt>
                <c:pt idx="93150">
                  <c:v>-108.98</c:v>
                </c:pt>
                <c:pt idx="93151">
                  <c:v>139.97999999999999</c:v>
                </c:pt>
                <c:pt idx="93152">
                  <c:v>99.98</c:v>
                </c:pt>
                <c:pt idx="93153">
                  <c:v>99.98</c:v>
                </c:pt>
                <c:pt idx="93154">
                  <c:v>71.23</c:v>
                </c:pt>
                <c:pt idx="93155">
                  <c:v>94.97</c:v>
                </c:pt>
                <c:pt idx="93156">
                  <c:v>59.98</c:v>
                </c:pt>
                <c:pt idx="93157">
                  <c:v>59.98</c:v>
                </c:pt>
                <c:pt idx="93158">
                  <c:v>59.98</c:v>
                </c:pt>
                <c:pt idx="93159">
                  <c:v>119.96</c:v>
                </c:pt>
                <c:pt idx="93160">
                  <c:v>119.96</c:v>
                </c:pt>
                <c:pt idx="93161">
                  <c:v>149.94999999999999</c:v>
                </c:pt>
                <c:pt idx="93162">
                  <c:v>89.97</c:v>
                </c:pt>
                <c:pt idx="93163">
                  <c:v>179.94</c:v>
                </c:pt>
                <c:pt idx="93164">
                  <c:v>179.94</c:v>
                </c:pt>
                <c:pt idx="93165">
                  <c:v>102.83</c:v>
                </c:pt>
                <c:pt idx="93166">
                  <c:v>59.94</c:v>
                </c:pt>
                <c:pt idx="93167">
                  <c:v>59.97</c:v>
                </c:pt>
                <c:pt idx="93168">
                  <c:v>250.23</c:v>
                </c:pt>
                <c:pt idx="93169">
                  <c:v>106.95</c:v>
                </c:pt>
                <c:pt idx="93170">
                  <c:v>96.06</c:v>
                </c:pt>
                <c:pt idx="93171">
                  <c:v>89.94</c:v>
                </c:pt>
                <c:pt idx="93172">
                  <c:v>33.479999999999997</c:v>
                </c:pt>
                <c:pt idx="93173">
                  <c:v>16.27</c:v>
                </c:pt>
                <c:pt idx="93174">
                  <c:v>39.479999999999997</c:v>
                </c:pt>
                <c:pt idx="93175">
                  <c:v>131.85</c:v>
                </c:pt>
                <c:pt idx="93176">
                  <c:v>221.38</c:v>
                </c:pt>
                <c:pt idx="93177">
                  <c:v>24.18</c:v>
                </c:pt>
                <c:pt idx="93178">
                  <c:v>64.98</c:v>
                </c:pt>
                <c:pt idx="93179">
                  <c:v>89.98</c:v>
                </c:pt>
                <c:pt idx="93180">
                  <c:v>56.98</c:v>
                </c:pt>
                <c:pt idx="93181">
                  <c:v>89.98</c:v>
                </c:pt>
                <c:pt idx="93182">
                  <c:v>11.64</c:v>
                </c:pt>
                <c:pt idx="93183">
                  <c:v>15.09</c:v>
                </c:pt>
                <c:pt idx="93184">
                  <c:v>90.97</c:v>
                </c:pt>
                <c:pt idx="93185">
                  <c:v>-1.1000000000000001</c:v>
                </c:pt>
                <c:pt idx="93186">
                  <c:v>67.98</c:v>
                </c:pt>
                <c:pt idx="93187">
                  <c:v>49.99</c:v>
                </c:pt>
                <c:pt idx="93188">
                  <c:v>15.09</c:v>
                </c:pt>
                <c:pt idx="93189">
                  <c:v>60.98</c:v>
                </c:pt>
                <c:pt idx="93190">
                  <c:v>111.96</c:v>
                </c:pt>
                <c:pt idx="93191">
                  <c:v>120.95</c:v>
                </c:pt>
                <c:pt idx="93192">
                  <c:v>125.96</c:v>
                </c:pt>
                <c:pt idx="93193">
                  <c:v>85.98</c:v>
                </c:pt>
                <c:pt idx="93194">
                  <c:v>54.98</c:v>
                </c:pt>
                <c:pt idx="93195">
                  <c:v>117.94</c:v>
                </c:pt>
                <c:pt idx="93196">
                  <c:v>62.97</c:v>
                </c:pt>
                <c:pt idx="93197">
                  <c:v>55.96</c:v>
                </c:pt>
                <c:pt idx="93198">
                  <c:v>56.67</c:v>
                </c:pt>
                <c:pt idx="93199">
                  <c:v>83.48</c:v>
                </c:pt>
                <c:pt idx="93200">
                  <c:v>53.96</c:v>
                </c:pt>
                <c:pt idx="93201">
                  <c:v>51.97</c:v>
                </c:pt>
                <c:pt idx="93202">
                  <c:v>79.180000000000007</c:v>
                </c:pt>
                <c:pt idx="93203">
                  <c:v>94.96</c:v>
                </c:pt>
                <c:pt idx="93204">
                  <c:v>119.97</c:v>
                </c:pt>
                <c:pt idx="93205">
                  <c:v>74.95</c:v>
                </c:pt>
                <c:pt idx="93206">
                  <c:v>139.94</c:v>
                </c:pt>
                <c:pt idx="93207">
                  <c:v>43.54</c:v>
                </c:pt>
                <c:pt idx="93208">
                  <c:v>159.69999999999999</c:v>
                </c:pt>
                <c:pt idx="93209">
                  <c:v>71.86</c:v>
                </c:pt>
                <c:pt idx="93210">
                  <c:v>111.04</c:v>
                </c:pt>
                <c:pt idx="93211">
                  <c:v>161.47</c:v>
                </c:pt>
                <c:pt idx="93212">
                  <c:v>59.98</c:v>
                </c:pt>
                <c:pt idx="93213">
                  <c:v>131.96</c:v>
                </c:pt>
                <c:pt idx="93214">
                  <c:v>131.96</c:v>
                </c:pt>
                <c:pt idx="93215">
                  <c:v>127.96</c:v>
                </c:pt>
                <c:pt idx="93216">
                  <c:v>111.96</c:v>
                </c:pt>
                <c:pt idx="93217">
                  <c:v>55.98</c:v>
                </c:pt>
                <c:pt idx="93218">
                  <c:v>55.98</c:v>
                </c:pt>
                <c:pt idx="93219">
                  <c:v>83.97</c:v>
                </c:pt>
                <c:pt idx="93220">
                  <c:v>54.29</c:v>
                </c:pt>
                <c:pt idx="93221">
                  <c:v>54.29</c:v>
                </c:pt>
                <c:pt idx="93222">
                  <c:v>263.94</c:v>
                </c:pt>
                <c:pt idx="93223">
                  <c:v>72.92</c:v>
                </c:pt>
                <c:pt idx="93224">
                  <c:v>72.92</c:v>
                </c:pt>
                <c:pt idx="93225">
                  <c:v>146.96</c:v>
                </c:pt>
                <c:pt idx="93226">
                  <c:v>54.49</c:v>
                </c:pt>
                <c:pt idx="93227">
                  <c:v>54.49</c:v>
                </c:pt>
                <c:pt idx="93228">
                  <c:v>146.96</c:v>
                </c:pt>
                <c:pt idx="93229">
                  <c:v>62.97</c:v>
                </c:pt>
                <c:pt idx="93230">
                  <c:v>54.99</c:v>
                </c:pt>
                <c:pt idx="93231">
                  <c:v>79.87</c:v>
                </c:pt>
                <c:pt idx="93232">
                  <c:v>75.98</c:v>
                </c:pt>
                <c:pt idx="93233">
                  <c:v>83.87</c:v>
                </c:pt>
                <c:pt idx="93234">
                  <c:v>95.98</c:v>
                </c:pt>
                <c:pt idx="93235">
                  <c:v>84.99</c:v>
                </c:pt>
                <c:pt idx="93236">
                  <c:v>80.739999999999995</c:v>
                </c:pt>
                <c:pt idx="93237">
                  <c:v>191.72</c:v>
                </c:pt>
                <c:pt idx="93238">
                  <c:v>128.22</c:v>
                </c:pt>
                <c:pt idx="93239">
                  <c:v>159.69999999999999</c:v>
                </c:pt>
                <c:pt idx="93240">
                  <c:v>77.28</c:v>
                </c:pt>
                <c:pt idx="93241">
                  <c:v>113.97</c:v>
                </c:pt>
                <c:pt idx="93242">
                  <c:v>50.28</c:v>
                </c:pt>
                <c:pt idx="93243">
                  <c:v>79.98</c:v>
                </c:pt>
                <c:pt idx="93244">
                  <c:v>120.97</c:v>
                </c:pt>
                <c:pt idx="93245">
                  <c:v>69.98</c:v>
                </c:pt>
                <c:pt idx="93246">
                  <c:v>320.93</c:v>
                </c:pt>
                <c:pt idx="93247">
                  <c:v>201.04</c:v>
                </c:pt>
                <c:pt idx="93248">
                  <c:v>121.96</c:v>
                </c:pt>
                <c:pt idx="93249">
                  <c:v>189.55</c:v>
                </c:pt>
                <c:pt idx="93250">
                  <c:v>-121.96</c:v>
                </c:pt>
                <c:pt idx="93251">
                  <c:v>57.48</c:v>
                </c:pt>
                <c:pt idx="93252">
                  <c:v>32.24</c:v>
                </c:pt>
                <c:pt idx="93253">
                  <c:v>59.98</c:v>
                </c:pt>
                <c:pt idx="93254">
                  <c:v>57.48</c:v>
                </c:pt>
                <c:pt idx="93255">
                  <c:v>32.24</c:v>
                </c:pt>
                <c:pt idx="93256">
                  <c:v>59.98</c:v>
                </c:pt>
                <c:pt idx="93257">
                  <c:v>32.24</c:v>
                </c:pt>
                <c:pt idx="93258">
                  <c:v>32.24</c:v>
                </c:pt>
                <c:pt idx="93259">
                  <c:v>55.98</c:v>
                </c:pt>
                <c:pt idx="93260">
                  <c:v>55.98</c:v>
                </c:pt>
                <c:pt idx="93261">
                  <c:v>99.98</c:v>
                </c:pt>
                <c:pt idx="93262">
                  <c:v>74.989999999999995</c:v>
                </c:pt>
                <c:pt idx="93263">
                  <c:v>76.489999999999995</c:v>
                </c:pt>
                <c:pt idx="93264">
                  <c:v>64.819999999999993</c:v>
                </c:pt>
                <c:pt idx="93265">
                  <c:v>91.91</c:v>
                </c:pt>
                <c:pt idx="93266">
                  <c:v>75.53</c:v>
                </c:pt>
                <c:pt idx="93267">
                  <c:v>91.42</c:v>
                </c:pt>
                <c:pt idx="93268">
                  <c:v>69.66</c:v>
                </c:pt>
                <c:pt idx="93269">
                  <c:v>31.48</c:v>
                </c:pt>
                <c:pt idx="93270">
                  <c:v>31.48</c:v>
                </c:pt>
                <c:pt idx="93271">
                  <c:v>31.48</c:v>
                </c:pt>
                <c:pt idx="93272">
                  <c:v>43.48</c:v>
                </c:pt>
                <c:pt idx="93273">
                  <c:v>51.49</c:v>
                </c:pt>
                <c:pt idx="93274">
                  <c:v>16.95</c:v>
                </c:pt>
                <c:pt idx="93275">
                  <c:v>134.91</c:v>
                </c:pt>
                <c:pt idx="93276">
                  <c:v>77.459999999999994</c:v>
                </c:pt>
                <c:pt idx="93277">
                  <c:v>149.9</c:v>
                </c:pt>
                <c:pt idx="93278">
                  <c:v>84.99</c:v>
                </c:pt>
                <c:pt idx="93279">
                  <c:v>84.99</c:v>
                </c:pt>
                <c:pt idx="93280">
                  <c:v>84.99</c:v>
                </c:pt>
                <c:pt idx="93281">
                  <c:v>100.98</c:v>
                </c:pt>
                <c:pt idx="93282">
                  <c:v>63.98</c:v>
                </c:pt>
                <c:pt idx="93283">
                  <c:v>84.99</c:v>
                </c:pt>
                <c:pt idx="93284">
                  <c:v>58.98</c:v>
                </c:pt>
                <c:pt idx="93285">
                  <c:v>84.99</c:v>
                </c:pt>
                <c:pt idx="93286">
                  <c:v>63.98</c:v>
                </c:pt>
                <c:pt idx="93287">
                  <c:v>55.96</c:v>
                </c:pt>
                <c:pt idx="93288">
                  <c:v>55.96</c:v>
                </c:pt>
                <c:pt idx="93289">
                  <c:v>58.98</c:v>
                </c:pt>
                <c:pt idx="93290">
                  <c:v>64.98</c:v>
                </c:pt>
                <c:pt idx="93291">
                  <c:v>59.97</c:v>
                </c:pt>
                <c:pt idx="93292">
                  <c:v>79.97</c:v>
                </c:pt>
                <c:pt idx="93293">
                  <c:v>35.29</c:v>
                </c:pt>
                <c:pt idx="93294">
                  <c:v>94.95</c:v>
                </c:pt>
                <c:pt idx="93295">
                  <c:v>94.95</c:v>
                </c:pt>
                <c:pt idx="93296">
                  <c:v>94.95</c:v>
                </c:pt>
                <c:pt idx="93297">
                  <c:v>39.99</c:v>
                </c:pt>
                <c:pt idx="93298">
                  <c:v>39.99</c:v>
                </c:pt>
                <c:pt idx="93299">
                  <c:v>59.96</c:v>
                </c:pt>
                <c:pt idx="93300">
                  <c:v>59.96</c:v>
                </c:pt>
                <c:pt idx="93301">
                  <c:v>54.98</c:v>
                </c:pt>
                <c:pt idx="93302">
                  <c:v>51.98</c:v>
                </c:pt>
                <c:pt idx="93303">
                  <c:v>59.96</c:v>
                </c:pt>
                <c:pt idx="93304">
                  <c:v>83.48</c:v>
                </c:pt>
                <c:pt idx="93305">
                  <c:v>53.94</c:v>
                </c:pt>
                <c:pt idx="93306">
                  <c:v>183.92</c:v>
                </c:pt>
                <c:pt idx="93307">
                  <c:v>99.96</c:v>
                </c:pt>
                <c:pt idx="93308">
                  <c:v>63.98</c:v>
                </c:pt>
                <c:pt idx="93309">
                  <c:v>183.92</c:v>
                </c:pt>
                <c:pt idx="93310">
                  <c:v>63.98</c:v>
                </c:pt>
                <c:pt idx="93311">
                  <c:v>99.96</c:v>
                </c:pt>
                <c:pt idx="93312">
                  <c:v>95.46</c:v>
                </c:pt>
                <c:pt idx="93313">
                  <c:v>95.46</c:v>
                </c:pt>
                <c:pt idx="93314">
                  <c:v>58.47</c:v>
                </c:pt>
                <c:pt idx="93315">
                  <c:v>116.24</c:v>
                </c:pt>
                <c:pt idx="93316">
                  <c:v>79.989999999999995</c:v>
                </c:pt>
                <c:pt idx="93317">
                  <c:v>51.27</c:v>
                </c:pt>
                <c:pt idx="93318">
                  <c:v>50.97</c:v>
                </c:pt>
                <c:pt idx="93319">
                  <c:v>96.78</c:v>
                </c:pt>
                <c:pt idx="93320">
                  <c:v>135.5</c:v>
                </c:pt>
                <c:pt idx="93321">
                  <c:v>166.45</c:v>
                </c:pt>
                <c:pt idx="93322">
                  <c:v>171.48</c:v>
                </c:pt>
                <c:pt idx="93323">
                  <c:v>149.94999999999999</c:v>
                </c:pt>
                <c:pt idx="93324">
                  <c:v>84.97</c:v>
                </c:pt>
                <c:pt idx="93325">
                  <c:v>360.95</c:v>
                </c:pt>
                <c:pt idx="93326">
                  <c:v>108.97</c:v>
                </c:pt>
                <c:pt idx="93327">
                  <c:v>217.74</c:v>
                </c:pt>
                <c:pt idx="93328">
                  <c:v>104.98</c:v>
                </c:pt>
                <c:pt idx="93329">
                  <c:v>65.989999999999995</c:v>
                </c:pt>
                <c:pt idx="93330">
                  <c:v>50.05</c:v>
                </c:pt>
                <c:pt idx="93331">
                  <c:v>9.99</c:v>
                </c:pt>
                <c:pt idx="93332">
                  <c:v>54.38</c:v>
                </c:pt>
                <c:pt idx="93333">
                  <c:v>50.98</c:v>
                </c:pt>
                <c:pt idx="93334">
                  <c:v>90.97</c:v>
                </c:pt>
                <c:pt idx="93335">
                  <c:v>59.45</c:v>
                </c:pt>
                <c:pt idx="93336">
                  <c:v>-1.3</c:v>
                </c:pt>
                <c:pt idx="93337">
                  <c:v>47.18</c:v>
                </c:pt>
                <c:pt idx="93338">
                  <c:v>55.98</c:v>
                </c:pt>
                <c:pt idx="93339">
                  <c:v>55.78</c:v>
                </c:pt>
                <c:pt idx="93340">
                  <c:v>55.78</c:v>
                </c:pt>
                <c:pt idx="93341">
                  <c:v>74.97</c:v>
                </c:pt>
                <c:pt idx="93342">
                  <c:v>61.94</c:v>
                </c:pt>
                <c:pt idx="93343">
                  <c:v>55.98</c:v>
                </c:pt>
                <c:pt idx="93344">
                  <c:v>50.49</c:v>
                </c:pt>
                <c:pt idx="93345">
                  <c:v>35.49</c:v>
                </c:pt>
                <c:pt idx="93346">
                  <c:v>69.98</c:v>
                </c:pt>
                <c:pt idx="93347">
                  <c:v>63.96</c:v>
                </c:pt>
                <c:pt idx="93348">
                  <c:v>33.28</c:v>
                </c:pt>
                <c:pt idx="93349">
                  <c:v>33.28</c:v>
                </c:pt>
                <c:pt idx="93350">
                  <c:v>59.97</c:v>
                </c:pt>
                <c:pt idx="93351">
                  <c:v>55.96</c:v>
                </c:pt>
                <c:pt idx="93352">
                  <c:v>59.97</c:v>
                </c:pt>
                <c:pt idx="93353">
                  <c:v>56.97</c:v>
                </c:pt>
                <c:pt idx="93354">
                  <c:v>56.97</c:v>
                </c:pt>
                <c:pt idx="93355">
                  <c:v>70.44</c:v>
                </c:pt>
                <c:pt idx="93356">
                  <c:v>265.14999999999998</c:v>
                </c:pt>
                <c:pt idx="93357">
                  <c:v>38.07</c:v>
                </c:pt>
                <c:pt idx="93358">
                  <c:v>38.07</c:v>
                </c:pt>
                <c:pt idx="93359">
                  <c:v>84.99</c:v>
                </c:pt>
                <c:pt idx="93360">
                  <c:v>134.97999999999999</c:v>
                </c:pt>
                <c:pt idx="93361">
                  <c:v>84.99</c:v>
                </c:pt>
                <c:pt idx="93362">
                  <c:v>128.24</c:v>
                </c:pt>
                <c:pt idx="93363">
                  <c:v>159.69999999999999</c:v>
                </c:pt>
                <c:pt idx="93364">
                  <c:v>102.83</c:v>
                </c:pt>
                <c:pt idx="93365">
                  <c:v>49.47</c:v>
                </c:pt>
                <c:pt idx="93366">
                  <c:v>56.97</c:v>
                </c:pt>
                <c:pt idx="93367">
                  <c:v>67.98</c:v>
                </c:pt>
                <c:pt idx="93368">
                  <c:v>56.97</c:v>
                </c:pt>
                <c:pt idx="93369">
                  <c:v>65.989999999999995</c:v>
                </c:pt>
                <c:pt idx="93370">
                  <c:v>55.96</c:v>
                </c:pt>
                <c:pt idx="93371">
                  <c:v>55.96</c:v>
                </c:pt>
                <c:pt idx="93372">
                  <c:v>59.99</c:v>
                </c:pt>
                <c:pt idx="93373">
                  <c:v>42.47</c:v>
                </c:pt>
                <c:pt idx="93374">
                  <c:v>73.48</c:v>
                </c:pt>
                <c:pt idx="93375">
                  <c:v>28.48</c:v>
                </c:pt>
                <c:pt idx="93376">
                  <c:v>42.47</c:v>
                </c:pt>
                <c:pt idx="93377">
                  <c:v>41.91</c:v>
                </c:pt>
                <c:pt idx="93378">
                  <c:v>183.56</c:v>
                </c:pt>
                <c:pt idx="93379">
                  <c:v>169.98</c:v>
                </c:pt>
                <c:pt idx="93380">
                  <c:v>104.97</c:v>
                </c:pt>
                <c:pt idx="93381">
                  <c:v>78.959999999999994</c:v>
                </c:pt>
                <c:pt idx="93382">
                  <c:v>68.97</c:v>
                </c:pt>
                <c:pt idx="93383">
                  <c:v>100.44</c:v>
                </c:pt>
                <c:pt idx="93384">
                  <c:v>212.94</c:v>
                </c:pt>
                <c:pt idx="93385">
                  <c:v>90.96</c:v>
                </c:pt>
                <c:pt idx="93386">
                  <c:v>63.96</c:v>
                </c:pt>
                <c:pt idx="93387">
                  <c:v>104.98</c:v>
                </c:pt>
                <c:pt idx="93388">
                  <c:v>154.97</c:v>
                </c:pt>
                <c:pt idx="93389">
                  <c:v>124.97</c:v>
                </c:pt>
                <c:pt idx="93390">
                  <c:v>102.95</c:v>
                </c:pt>
                <c:pt idx="93391">
                  <c:v>124.95</c:v>
                </c:pt>
                <c:pt idx="93392">
                  <c:v>33.479999999999997</c:v>
                </c:pt>
                <c:pt idx="93393">
                  <c:v>83.48</c:v>
                </c:pt>
                <c:pt idx="93394">
                  <c:v>106.97</c:v>
                </c:pt>
                <c:pt idx="93395">
                  <c:v>59.96</c:v>
                </c:pt>
                <c:pt idx="93396">
                  <c:v>112.97</c:v>
                </c:pt>
                <c:pt idx="93397">
                  <c:v>59.95</c:v>
                </c:pt>
                <c:pt idx="93398">
                  <c:v>59.95</c:v>
                </c:pt>
                <c:pt idx="93399">
                  <c:v>87.97</c:v>
                </c:pt>
                <c:pt idx="93400">
                  <c:v>62.98</c:v>
                </c:pt>
                <c:pt idx="93401">
                  <c:v>87.97</c:v>
                </c:pt>
                <c:pt idx="93402">
                  <c:v>83.48</c:v>
                </c:pt>
                <c:pt idx="93403">
                  <c:v>70.47</c:v>
                </c:pt>
                <c:pt idx="93404">
                  <c:v>30.49</c:v>
                </c:pt>
                <c:pt idx="93405">
                  <c:v>30.49</c:v>
                </c:pt>
                <c:pt idx="93406">
                  <c:v>161.44</c:v>
                </c:pt>
                <c:pt idx="93407">
                  <c:v>79.989999999999995</c:v>
                </c:pt>
                <c:pt idx="93408">
                  <c:v>-152.97</c:v>
                </c:pt>
                <c:pt idx="93409">
                  <c:v>237.95</c:v>
                </c:pt>
                <c:pt idx="93410">
                  <c:v>242.95</c:v>
                </c:pt>
                <c:pt idx="93411">
                  <c:v>113.95</c:v>
                </c:pt>
                <c:pt idx="93412">
                  <c:v>-89.98</c:v>
                </c:pt>
                <c:pt idx="93413">
                  <c:v>351.89</c:v>
                </c:pt>
                <c:pt idx="93414">
                  <c:v>51.96</c:v>
                </c:pt>
                <c:pt idx="93415">
                  <c:v>65.95</c:v>
                </c:pt>
                <c:pt idx="93416">
                  <c:v>61.48</c:v>
                </c:pt>
                <c:pt idx="93417">
                  <c:v>61.48</c:v>
                </c:pt>
                <c:pt idx="93418">
                  <c:v>91.47</c:v>
                </c:pt>
                <c:pt idx="93419">
                  <c:v>93.26</c:v>
                </c:pt>
                <c:pt idx="93420">
                  <c:v>73.98</c:v>
                </c:pt>
                <c:pt idx="93421">
                  <c:v>101.96</c:v>
                </c:pt>
                <c:pt idx="93422">
                  <c:v>91.76</c:v>
                </c:pt>
                <c:pt idx="93423">
                  <c:v>71.86</c:v>
                </c:pt>
                <c:pt idx="93424">
                  <c:v>79.849999999999994</c:v>
                </c:pt>
                <c:pt idx="93425">
                  <c:v>93.75</c:v>
                </c:pt>
                <c:pt idx="93426">
                  <c:v>142.74</c:v>
                </c:pt>
                <c:pt idx="93427">
                  <c:v>79.849999999999994</c:v>
                </c:pt>
                <c:pt idx="93428">
                  <c:v>154.6</c:v>
                </c:pt>
                <c:pt idx="93429">
                  <c:v>153.65</c:v>
                </c:pt>
                <c:pt idx="93430">
                  <c:v>167.74</c:v>
                </c:pt>
                <c:pt idx="93431">
                  <c:v>88.97</c:v>
                </c:pt>
                <c:pt idx="93432">
                  <c:v>56.22</c:v>
                </c:pt>
                <c:pt idx="93433">
                  <c:v>50.98</c:v>
                </c:pt>
                <c:pt idx="93434">
                  <c:v>30.23</c:v>
                </c:pt>
                <c:pt idx="93435">
                  <c:v>21.24</c:v>
                </c:pt>
                <c:pt idx="93436">
                  <c:v>20.49</c:v>
                </c:pt>
                <c:pt idx="93437">
                  <c:v>63.98</c:v>
                </c:pt>
                <c:pt idx="93438">
                  <c:v>20.49</c:v>
                </c:pt>
                <c:pt idx="93439">
                  <c:v>20.49</c:v>
                </c:pt>
                <c:pt idx="93440">
                  <c:v>19.489999999999998</c:v>
                </c:pt>
                <c:pt idx="93441">
                  <c:v>24.98</c:v>
                </c:pt>
                <c:pt idx="93442">
                  <c:v>20.49</c:v>
                </c:pt>
                <c:pt idx="93443">
                  <c:v>18.989999999999998</c:v>
                </c:pt>
                <c:pt idx="93444">
                  <c:v>214.35</c:v>
                </c:pt>
                <c:pt idx="93445">
                  <c:v>79.989999999999995</c:v>
                </c:pt>
                <c:pt idx="93446">
                  <c:v>59.99</c:v>
                </c:pt>
                <c:pt idx="93447">
                  <c:v>106.97</c:v>
                </c:pt>
                <c:pt idx="93448">
                  <c:v>49.28</c:v>
                </c:pt>
                <c:pt idx="93449">
                  <c:v>25.29</c:v>
                </c:pt>
                <c:pt idx="93450">
                  <c:v>23.21</c:v>
                </c:pt>
                <c:pt idx="93451">
                  <c:v>4.29</c:v>
                </c:pt>
                <c:pt idx="93452">
                  <c:v>25.29</c:v>
                </c:pt>
                <c:pt idx="93453">
                  <c:v>25.29</c:v>
                </c:pt>
                <c:pt idx="93454">
                  <c:v>29.29</c:v>
                </c:pt>
                <c:pt idx="93455">
                  <c:v>26.29</c:v>
                </c:pt>
                <c:pt idx="93456">
                  <c:v>25.29</c:v>
                </c:pt>
                <c:pt idx="93457">
                  <c:v>89.97</c:v>
                </c:pt>
                <c:pt idx="93458">
                  <c:v>96.98</c:v>
                </c:pt>
                <c:pt idx="93459">
                  <c:v>140.91999999999999</c:v>
                </c:pt>
                <c:pt idx="93460">
                  <c:v>104.94</c:v>
                </c:pt>
                <c:pt idx="93461">
                  <c:v>104.98</c:v>
                </c:pt>
                <c:pt idx="93462">
                  <c:v>39.28</c:v>
                </c:pt>
                <c:pt idx="93463">
                  <c:v>118.97</c:v>
                </c:pt>
                <c:pt idx="93464">
                  <c:v>84.99</c:v>
                </c:pt>
                <c:pt idx="93465">
                  <c:v>67.97</c:v>
                </c:pt>
                <c:pt idx="93466">
                  <c:v>63.98</c:v>
                </c:pt>
                <c:pt idx="93467">
                  <c:v>54.98</c:v>
                </c:pt>
                <c:pt idx="93468">
                  <c:v>54.99</c:v>
                </c:pt>
                <c:pt idx="93469">
                  <c:v>50.98</c:v>
                </c:pt>
                <c:pt idx="93470">
                  <c:v>63.98</c:v>
                </c:pt>
                <c:pt idx="93471">
                  <c:v>99.98</c:v>
                </c:pt>
                <c:pt idx="93472">
                  <c:v>98.46</c:v>
                </c:pt>
                <c:pt idx="93473">
                  <c:v>98.46</c:v>
                </c:pt>
                <c:pt idx="93474">
                  <c:v>99.98</c:v>
                </c:pt>
                <c:pt idx="93475">
                  <c:v>79.819999999999993</c:v>
                </c:pt>
                <c:pt idx="93476">
                  <c:v>61.65</c:v>
                </c:pt>
                <c:pt idx="93477">
                  <c:v>73.760000000000005</c:v>
                </c:pt>
                <c:pt idx="93478">
                  <c:v>76.150000000000006</c:v>
                </c:pt>
                <c:pt idx="93479">
                  <c:v>55.08</c:v>
                </c:pt>
                <c:pt idx="93480">
                  <c:v>64.98</c:v>
                </c:pt>
                <c:pt idx="93481">
                  <c:v>30.38</c:v>
                </c:pt>
                <c:pt idx="93482">
                  <c:v>84.98</c:v>
                </c:pt>
                <c:pt idx="93483">
                  <c:v>55.96</c:v>
                </c:pt>
                <c:pt idx="93484">
                  <c:v>172.98</c:v>
                </c:pt>
                <c:pt idx="93485">
                  <c:v>159.97999999999999</c:v>
                </c:pt>
                <c:pt idx="93486">
                  <c:v>149.97</c:v>
                </c:pt>
                <c:pt idx="93487">
                  <c:v>99.98</c:v>
                </c:pt>
                <c:pt idx="93488">
                  <c:v>74.98</c:v>
                </c:pt>
                <c:pt idx="93489">
                  <c:v>119.97</c:v>
                </c:pt>
                <c:pt idx="93490">
                  <c:v>86.18</c:v>
                </c:pt>
                <c:pt idx="93491">
                  <c:v>74.97</c:v>
                </c:pt>
                <c:pt idx="93492">
                  <c:v>341.46</c:v>
                </c:pt>
                <c:pt idx="93493">
                  <c:v>59.98</c:v>
                </c:pt>
                <c:pt idx="93494">
                  <c:v>79.98</c:v>
                </c:pt>
                <c:pt idx="93495">
                  <c:v>54.99</c:v>
                </c:pt>
                <c:pt idx="93496">
                  <c:v>84.99</c:v>
                </c:pt>
                <c:pt idx="93497">
                  <c:v>69.98</c:v>
                </c:pt>
                <c:pt idx="93498">
                  <c:v>307.39</c:v>
                </c:pt>
                <c:pt idx="93499">
                  <c:v>132.96</c:v>
                </c:pt>
                <c:pt idx="93500">
                  <c:v>77.97</c:v>
                </c:pt>
                <c:pt idx="93501">
                  <c:v>95.97</c:v>
                </c:pt>
                <c:pt idx="93502">
                  <c:v>59.98</c:v>
                </c:pt>
                <c:pt idx="93503">
                  <c:v>199.95</c:v>
                </c:pt>
                <c:pt idx="93504">
                  <c:v>59.97</c:v>
                </c:pt>
                <c:pt idx="93505">
                  <c:v>59.98</c:v>
                </c:pt>
                <c:pt idx="93506">
                  <c:v>31.29</c:v>
                </c:pt>
                <c:pt idx="93507">
                  <c:v>1.3</c:v>
                </c:pt>
                <c:pt idx="93508">
                  <c:v>51.98</c:v>
                </c:pt>
                <c:pt idx="93509">
                  <c:v>125.97</c:v>
                </c:pt>
                <c:pt idx="93510">
                  <c:v>79.98</c:v>
                </c:pt>
                <c:pt idx="93511">
                  <c:v>79.98</c:v>
                </c:pt>
                <c:pt idx="93512">
                  <c:v>107.96</c:v>
                </c:pt>
                <c:pt idx="93513">
                  <c:v>81.96</c:v>
                </c:pt>
                <c:pt idx="93514">
                  <c:v>87.1</c:v>
                </c:pt>
                <c:pt idx="93515">
                  <c:v>72.58</c:v>
                </c:pt>
                <c:pt idx="93516">
                  <c:v>79.849999999999994</c:v>
                </c:pt>
                <c:pt idx="93517">
                  <c:v>65.959999999999994</c:v>
                </c:pt>
                <c:pt idx="93518">
                  <c:v>79.849999999999994</c:v>
                </c:pt>
                <c:pt idx="93519">
                  <c:v>94.97</c:v>
                </c:pt>
                <c:pt idx="93520">
                  <c:v>89.98</c:v>
                </c:pt>
                <c:pt idx="93521">
                  <c:v>113.97</c:v>
                </c:pt>
                <c:pt idx="93522">
                  <c:v>84.99</c:v>
                </c:pt>
                <c:pt idx="93523">
                  <c:v>94.98</c:v>
                </c:pt>
                <c:pt idx="93524">
                  <c:v>54.97</c:v>
                </c:pt>
                <c:pt idx="93525">
                  <c:v>154.97999999999999</c:v>
                </c:pt>
                <c:pt idx="93526">
                  <c:v>103.97</c:v>
                </c:pt>
                <c:pt idx="93527">
                  <c:v>89.97</c:v>
                </c:pt>
                <c:pt idx="93528">
                  <c:v>74.97</c:v>
                </c:pt>
                <c:pt idx="93529">
                  <c:v>54.98</c:v>
                </c:pt>
                <c:pt idx="93530">
                  <c:v>34.99</c:v>
                </c:pt>
                <c:pt idx="93531">
                  <c:v>58.38</c:v>
                </c:pt>
                <c:pt idx="93532">
                  <c:v>29.99</c:v>
                </c:pt>
                <c:pt idx="93533">
                  <c:v>103.96</c:v>
                </c:pt>
                <c:pt idx="93534">
                  <c:v>109.98</c:v>
                </c:pt>
                <c:pt idx="93535">
                  <c:v>134.94</c:v>
                </c:pt>
                <c:pt idx="93536">
                  <c:v>109.98</c:v>
                </c:pt>
                <c:pt idx="93537">
                  <c:v>128.97</c:v>
                </c:pt>
                <c:pt idx="93538">
                  <c:v>125.96</c:v>
                </c:pt>
                <c:pt idx="93539">
                  <c:v>99.95</c:v>
                </c:pt>
                <c:pt idx="93540">
                  <c:v>84.99</c:v>
                </c:pt>
                <c:pt idx="93541">
                  <c:v>55.78</c:v>
                </c:pt>
                <c:pt idx="93542">
                  <c:v>81.48</c:v>
                </c:pt>
                <c:pt idx="93543">
                  <c:v>73.98</c:v>
                </c:pt>
                <c:pt idx="93544">
                  <c:v>51.96</c:v>
                </c:pt>
                <c:pt idx="93545">
                  <c:v>64.95</c:v>
                </c:pt>
                <c:pt idx="93546">
                  <c:v>62.97</c:v>
                </c:pt>
                <c:pt idx="93547">
                  <c:v>21.49</c:v>
                </c:pt>
                <c:pt idx="93548">
                  <c:v>51.96</c:v>
                </c:pt>
                <c:pt idx="93549">
                  <c:v>88.2</c:v>
                </c:pt>
                <c:pt idx="93550">
                  <c:v>72.58</c:v>
                </c:pt>
                <c:pt idx="93551">
                  <c:v>56.25</c:v>
                </c:pt>
                <c:pt idx="93552">
                  <c:v>55.23</c:v>
                </c:pt>
                <c:pt idx="93553">
                  <c:v>75.31</c:v>
                </c:pt>
                <c:pt idx="93554">
                  <c:v>65.989999999999995</c:v>
                </c:pt>
                <c:pt idx="93555">
                  <c:v>79.98</c:v>
                </c:pt>
                <c:pt idx="93556">
                  <c:v>78.17</c:v>
                </c:pt>
                <c:pt idx="93557">
                  <c:v>100.96</c:v>
                </c:pt>
                <c:pt idx="93558">
                  <c:v>103.46</c:v>
                </c:pt>
                <c:pt idx="93559">
                  <c:v>97.71</c:v>
                </c:pt>
                <c:pt idx="93560">
                  <c:v>52.23</c:v>
                </c:pt>
                <c:pt idx="93561">
                  <c:v>59.98</c:v>
                </c:pt>
                <c:pt idx="93562">
                  <c:v>74.97</c:v>
                </c:pt>
                <c:pt idx="93563">
                  <c:v>84.97</c:v>
                </c:pt>
                <c:pt idx="93564">
                  <c:v>79.98</c:v>
                </c:pt>
                <c:pt idx="93565">
                  <c:v>84.99</c:v>
                </c:pt>
                <c:pt idx="93566">
                  <c:v>82.94</c:v>
                </c:pt>
                <c:pt idx="93567">
                  <c:v>102.47</c:v>
                </c:pt>
                <c:pt idx="93568">
                  <c:v>51.49</c:v>
                </c:pt>
                <c:pt idx="93569">
                  <c:v>17.489999999999998</c:v>
                </c:pt>
                <c:pt idx="93570">
                  <c:v>18.239999999999998</c:v>
                </c:pt>
                <c:pt idx="93571">
                  <c:v>33.479999999999997</c:v>
                </c:pt>
                <c:pt idx="93572">
                  <c:v>17.489999999999998</c:v>
                </c:pt>
                <c:pt idx="93573">
                  <c:v>11.48</c:v>
                </c:pt>
                <c:pt idx="93574">
                  <c:v>17.489999999999998</c:v>
                </c:pt>
                <c:pt idx="93575">
                  <c:v>18.41</c:v>
                </c:pt>
                <c:pt idx="93576">
                  <c:v>24.23</c:v>
                </c:pt>
                <c:pt idx="93577">
                  <c:v>23.48</c:v>
                </c:pt>
                <c:pt idx="93578">
                  <c:v>23.48</c:v>
                </c:pt>
                <c:pt idx="93579">
                  <c:v>213.94</c:v>
                </c:pt>
                <c:pt idx="93580">
                  <c:v>79.989999999999995</c:v>
                </c:pt>
                <c:pt idx="93581">
                  <c:v>51.28</c:v>
                </c:pt>
                <c:pt idx="93582">
                  <c:v>89.97</c:v>
                </c:pt>
                <c:pt idx="93583">
                  <c:v>114.96</c:v>
                </c:pt>
                <c:pt idx="93584">
                  <c:v>89.97</c:v>
                </c:pt>
                <c:pt idx="93585">
                  <c:v>65.97</c:v>
                </c:pt>
                <c:pt idx="93586">
                  <c:v>53.97</c:v>
                </c:pt>
                <c:pt idx="93587">
                  <c:v>37.479999999999997</c:v>
                </c:pt>
                <c:pt idx="93588">
                  <c:v>6.48</c:v>
                </c:pt>
                <c:pt idx="93589">
                  <c:v>38.229999999999997</c:v>
                </c:pt>
                <c:pt idx="93590">
                  <c:v>119.97</c:v>
                </c:pt>
                <c:pt idx="93591">
                  <c:v>228.92</c:v>
                </c:pt>
                <c:pt idx="93592">
                  <c:v>80.97</c:v>
                </c:pt>
                <c:pt idx="93593">
                  <c:v>80.97</c:v>
                </c:pt>
                <c:pt idx="93594">
                  <c:v>62.98</c:v>
                </c:pt>
                <c:pt idx="93595">
                  <c:v>42.99</c:v>
                </c:pt>
                <c:pt idx="93596">
                  <c:v>79.959999999999994</c:v>
                </c:pt>
                <c:pt idx="93597">
                  <c:v>62.98</c:v>
                </c:pt>
                <c:pt idx="93598">
                  <c:v>79.959999999999994</c:v>
                </c:pt>
                <c:pt idx="93599">
                  <c:v>42.99</c:v>
                </c:pt>
                <c:pt idx="93600">
                  <c:v>46.29</c:v>
                </c:pt>
                <c:pt idx="93601">
                  <c:v>29.28</c:v>
                </c:pt>
                <c:pt idx="93602">
                  <c:v>105.84</c:v>
                </c:pt>
                <c:pt idx="93603">
                  <c:v>51.49</c:v>
                </c:pt>
                <c:pt idx="93604">
                  <c:v>104.95</c:v>
                </c:pt>
                <c:pt idx="93605">
                  <c:v>104.95</c:v>
                </c:pt>
                <c:pt idx="93606">
                  <c:v>75.87</c:v>
                </c:pt>
                <c:pt idx="93607">
                  <c:v>171.75</c:v>
                </c:pt>
                <c:pt idx="93608">
                  <c:v>95.17</c:v>
                </c:pt>
                <c:pt idx="93609">
                  <c:v>14.99</c:v>
                </c:pt>
                <c:pt idx="93610">
                  <c:v>123.46</c:v>
                </c:pt>
                <c:pt idx="93611">
                  <c:v>113.97</c:v>
                </c:pt>
                <c:pt idx="93612">
                  <c:v>46.07</c:v>
                </c:pt>
                <c:pt idx="93613">
                  <c:v>59.96</c:v>
                </c:pt>
                <c:pt idx="93614">
                  <c:v>87.96</c:v>
                </c:pt>
                <c:pt idx="93615">
                  <c:v>221.45</c:v>
                </c:pt>
                <c:pt idx="93616">
                  <c:v>221.45</c:v>
                </c:pt>
                <c:pt idx="93617">
                  <c:v>139.97999999999999</c:v>
                </c:pt>
                <c:pt idx="93618">
                  <c:v>139.97999999999999</c:v>
                </c:pt>
                <c:pt idx="93619">
                  <c:v>63.98</c:v>
                </c:pt>
                <c:pt idx="93620">
                  <c:v>181.96</c:v>
                </c:pt>
                <c:pt idx="93621">
                  <c:v>99.98</c:v>
                </c:pt>
                <c:pt idx="93622">
                  <c:v>56.97</c:v>
                </c:pt>
                <c:pt idx="93623">
                  <c:v>117.98</c:v>
                </c:pt>
                <c:pt idx="93624">
                  <c:v>169.98</c:v>
                </c:pt>
                <c:pt idx="93625">
                  <c:v>109.97</c:v>
                </c:pt>
                <c:pt idx="93626">
                  <c:v>79.989999999999995</c:v>
                </c:pt>
                <c:pt idx="93627">
                  <c:v>99.98</c:v>
                </c:pt>
                <c:pt idx="93628">
                  <c:v>51.49</c:v>
                </c:pt>
                <c:pt idx="93629">
                  <c:v>84.97</c:v>
                </c:pt>
                <c:pt idx="93630">
                  <c:v>99.98</c:v>
                </c:pt>
                <c:pt idx="93631">
                  <c:v>94.98</c:v>
                </c:pt>
                <c:pt idx="93632">
                  <c:v>94.98</c:v>
                </c:pt>
                <c:pt idx="93633">
                  <c:v>66.95</c:v>
                </c:pt>
                <c:pt idx="93634">
                  <c:v>92.97</c:v>
                </c:pt>
                <c:pt idx="93635">
                  <c:v>59.98</c:v>
                </c:pt>
                <c:pt idx="93636">
                  <c:v>91.47</c:v>
                </c:pt>
                <c:pt idx="93637">
                  <c:v>69.47</c:v>
                </c:pt>
                <c:pt idx="93638">
                  <c:v>70.47</c:v>
                </c:pt>
                <c:pt idx="93639">
                  <c:v>60.98</c:v>
                </c:pt>
                <c:pt idx="93640">
                  <c:v>58.46</c:v>
                </c:pt>
                <c:pt idx="93641">
                  <c:v>71.97</c:v>
                </c:pt>
                <c:pt idx="93642">
                  <c:v>51.95</c:v>
                </c:pt>
                <c:pt idx="93643">
                  <c:v>58.98</c:v>
                </c:pt>
                <c:pt idx="93644">
                  <c:v>55.98</c:v>
                </c:pt>
                <c:pt idx="93645">
                  <c:v>47.28</c:v>
                </c:pt>
                <c:pt idx="93646">
                  <c:v>82.98</c:v>
                </c:pt>
                <c:pt idx="93647">
                  <c:v>84.27</c:v>
                </c:pt>
                <c:pt idx="93648">
                  <c:v>55.96</c:v>
                </c:pt>
                <c:pt idx="93649">
                  <c:v>127.57</c:v>
                </c:pt>
                <c:pt idx="93650">
                  <c:v>26.49</c:v>
                </c:pt>
                <c:pt idx="93651">
                  <c:v>11.49</c:v>
                </c:pt>
                <c:pt idx="93652">
                  <c:v>1.5</c:v>
                </c:pt>
                <c:pt idx="93653">
                  <c:v>59.98</c:v>
                </c:pt>
                <c:pt idx="93654">
                  <c:v>147.13999999999999</c:v>
                </c:pt>
                <c:pt idx="93655">
                  <c:v>73.569999999999993</c:v>
                </c:pt>
                <c:pt idx="93656">
                  <c:v>123.56</c:v>
                </c:pt>
                <c:pt idx="93657">
                  <c:v>53.98</c:v>
                </c:pt>
                <c:pt idx="93658">
                  <c:v>133.29</c:v>
                </c:pt>
                <c:pt idx="93659">
                  <c:v>132.99</c:v>
                </c:pt>
                <c:pt idx="93660">
                  <c:v>68.930000000000007</c:v>
                </c:pt>
                <c:pt idx="93661">
                  <c:v>68.930000000000007</c:v>
                </c:pt>
                <c:pt idx="93662">
                  <c:v>82.77</c:v>
                </c:pt>
                <c:pt idx="93663">
                  <c:v>132.99</c:v>
                </c:pt>
                <c:pt idx="93664">
                  <c:v>82.77</c:v>
                </c:pt>
                <c:pt idx="93665">
                  <c:v>131.72999999999999</c:v>
                </c:pt>
                <c:pt idx="93666">
                  <c:v>131.72999999999999</c:v>
                </c:pt>
                <c:pt idx="93667">
                  <c:v>98.97</c:v>
                </c:pt>
                <c:pt idx="93668">
                  <c:v>154.82</c:v>
                </c:pt>
                <c:pt idx="93669">
                  <c:v>96.78</c:v>
                </c:pt>
                <c:pt idx="93670">
                  <c:v>128.24</c:v>
                </c:pt>
                <c:pt idx="93671">
                  <c:v>79.98</c:v>
                </c:pt>
                <c:pt idx="93672">
                  <c:v>263.95</c:v>
                </c:pt>
                <c:pt idx="93673">
                  <c:v>89.96</c:v>
                </c:pt>
                <c:pt idx="93674">
                  <c:v>97.96</c:v>
                </c:pt>
                <c:pt idx="93675">
                  <c:v>84.01</c:v>
                </c:pt>
                <c:pt idx="93676">
                  <c:v>68.92</c:v>
                </c:pt>
                <c:pt idx="93677">
                  <c:v>69.989999999999995</c:v>
                </c:pt>
                <c:pt idx="93678">
                  <c:v>34.49</c:v>
                </c:pt>
                <c:pt idx="93679">
                  <c:v>69.989999999999995</c:v>
                </c:pt>
                <c:pt idx="93680">
                  <c:v>169.98</c:v>
                </c:pt>
                <c:pt idx="93681">
                  <c:v>55.96</c:v>
                </c:pt>
                <c:pt idx="93682">
                  <c:v>111.92</c:v>
                </c:pt>
                <c:pt idx="93683">
                  <c:v>69.95</c:v>
                </c:pt>
                <c:pt idx="93684">
                  <c:v>55.96</c:v>
                </c:pt>
                <c:pt idx="93685">
                  <c:v>55.96</c:v>
                </c:pt>
                <c:pt idx="93686">
                  <c:v>169.83</c:v>
                </c:pt>
                <c:pt idx="93687">
                  <c:v>179.82</c:v>
                </c:pt>
                <c:pt idx="93688">
                  <c:v>218.66</c:v>
                </c:pt>
                <c:pt idx="93689">
                  <c:v>124.98</c:v>
                </c:pt>
                <c:pt idx="93690">
                  <c:v>59.95</c:v>
                </c:pt>
                <c:pt idx="93691">
                  <c:v>29.48</c:v>
                </c:pt>
                <c:pt idx="93692">
                  <c:v>78.94</c:v>
                </c:pt>
                <c:pt idx="93693">
                  <c:v>65.989999999999995</c:v>
                </c:pt>
                <c:pt idx="93694">
                  <c:v>41.48</c:v>
                </c:pt>
                <c:pt idx="93695">
                  <c:v>65.98</c:v>
                </c:pt>
                <c:pt idx="93696">
                  <c:v>45.99</c:v>
                </c:pt>
                <c:pt idx="93697">
                  <c:v>65.989999999999995</c:v>
                </c:pt>
                <c:pt idx="93698">
                  <c:v>65.989999999999995</c:v>
                </c:pt>
                <c:pt idx="93699">
                  <c:v>65.989999999999995</c:v>
                </c:pt>
                <c:pt idx="93700">
                  <c:v>81.98</c:v>
                </c:pt>
                <c:pt idx="93701">
                  <c:v>85.98</c:v>
                </c:pt>
                <c:pt idx="93702">
                  <c:v>105.97</c:v>
                </c:pt>
                <c:pt idx="93703">
                  <c:v>80.97</c:v>
                </c:pt>
                <c:pt idx="93704">
                  <c:v>51.49</c:v>
                </c:pt>
                <c:pt idx="93705">
                  <c:v>18.239999999999998</c:v>
                </c:pt>
                <c:pt idx="93706">
                  <c:v>17.489999999999998</c:v>
                </c:pt>
                <c:pt idx="93707">
                  <c:v>55.98</c:v>
                </c:pt>
                <c:pt idx="93708">
                  <c:v>31.49</c:v>
                </c:pt>
                <c:pt idx="93709">
                  <c:v>31.49</c:v>
                </c:pt>
                <c:pt idx="93710">
                  <c:v>49.99</c:v>
                </c:pt>
                <c:pt idx="93711">
                  <c:v>31.49</c:v>
                </c:pt>
                <c:pt idx="93712">
                  <c:v>79.989999999999995</c:v>
                </c:pt>
                <c:pt idx="93713">
                  <c:v>109.96</c:v>
                </c:pt>
                <c:pt idx="93714">
                  <c:v>67.98</c:v>
                </c:pt>
                <c:pt idx="93715">
                  <c:v>101.97</c:v>
                </c:pt>
                <c:pt idx="93716">
                  <c:v>101.97</c:v>
                </c:pt>
                <c:pt idx="93717">
                  <c:v>67.98</c:v>
                </c:pt>
                <c:pt idx="93718">
                  <c:v>59.96</c:v>
                </c:pt>
                <c:pt idx="93719">
                  <c:v>59.96</c:v>
                </c:pt>
                <c:pt idx="93720">
                  <c:v>57.38</c:v>
                </c:pt>
                <c:pt idx="93721">
                  <c:v>92.97</c:v>
                </c:pt>
                <c:pt idx="93722">
                  <c:v>98.97</c:v>
                </c:pt>
                <c:pt idx="93723">
                  <c:v>75.98</c:v>
                </c:pt>
                <c:pt idx="93724">
                  <c:v>80.72</c:v>
                </c:pt>
                <c:pt idx="93725">
                  <c:v>269.91000000000003</c:v>
                </c:pt>
                <c:pt idx="93726">
                  <c:v>74.97</c:v>
                </c:pt>
                <c:pt idx="93727">
                  <c:v>41.7</c:v>
                </c:pt>
                <c:pt idx="93728">
                  <c:v>65.319999999999993</c:v>
                </c:pt>
                <c:pt idx="93729">
                  <c:v>67.709999999999994</c:v>
                </c:pt>
                <c:pt idx="93730">
                  <c:v>21.76</c:v>
                </c:pt>
                <c:pt idx="93731">
                  <c:v>41.12</c:v>
                </c:pt>
                <c:pt idx="93732">
                  <c:v>31.44</c:v>
                </c:pt>
                <c:pt idx="93733">
                  <c:v>37.49</c:v>
                </c:pt>
                <c:pt idx="93734">
                  <c:v>113.47</c:v>
                </c:pt>
                <c:pt idx="93735">
                  <c:v>67.58</c:v>
                </c:pt>
                <c:pt idx="93736">
                  <c:v>106.48</c:v>
                </c:pt>
                <c:pt idx="93737">
                  <c:v>85.96</c:v>
                </c:pt>
                <c:pt idx="93738">
                  <c:v>71.87</c:v>
                </c:pt>
                <c:pt idx="93739">
                  <c:v>29.02</c:v>
                </c:pt>
                <c:pt idx="93740">
                  <c:v>111.98</c:v>
                </c:pt>
                <c:pt idx="93741">
                  <c:v>90.36</c:v>
                </c:pt>
                <c:pt idx="93742">
                  <c:v>47.98</c:v>
                </c:pt>
                <c:pt idx="93743">
                  <c:v>77.55</c:v>
                </c:pt>
                <c:pt idx="93744">
                  <c:v>62.57</c:v>
                </c:pt>
                <c:pt idx="93745">
                  <c:v>64.98</c:v>
                </c:pt>
                <c:pt idx="93746">
                  <c:v>64.98</c:v>
                </c:pt>
                <c:pt idx="93747">
                  <c:v>97.15</c:v>
                </c:pt>
                <c:pt idx="93748">
                  <c:v>104.94</c:v>
                </c:pt>
                <c:pt idx="93749">
                  <c:v>97.15</c:v>
                </c:pt>
                <c:pt idx="93750">
                  <c:v>104.94</c:v>
                </c:pt>
                <c:pt idx="93751">
                  <c:v>183.97</c:v>
                </c:pt>
                <c:pt idx="93752">
                  <c:v>73.17</c:v>
                </c:pt>
                <c:pt idx="93753">
                  <c:v>77.72</c:v>
                </c:pt>
                <c:pt idx="93754">
                  <c:v>107.97</c:v>
                </c:pt>
                <c:pt idx="93755">
                  <c:v>-183.97</c:v>
                </c:pt>
                <c:pt idx="93756">
                  <c:v>85.98</c:v>
                </c:pt>
                <c:pt idx="93757">
                  <c:v>63.47</c:v>
                </c:pt>
                <c:pt idx="93758">
                  <c:v>341.93</c:v>
                </c:pt>
                <c:pt idx="93759">
                  <c:v>341.93</c:v>
                </c:pt>
                <c:pt idx="93760">
                  <c:v>63.47</c:v>
                </c:pt>
                <c:pt idx="93761">
                  <c:v>104.97</c:v>
                </c:pt>
                <c:pt idx="93762">
                  <c:v>69.98</c:v>
                </c:pt>
                <c:pt idx="93763">
                  <c:v>59.98</c:v>
                </c:pt>
                <c:pt idx="93764">
                  <c:v>73.989999999999995</c:v>
                </c:pt>
                <c:pt idx="93765">
                  <c:v>79.989999999999995</c:v>
                </c:pt>
                <c:pt idx="93766">
                  <c:v>125.98</c:v>
                </c:pt>
                <c:pt idx="93767">
                  <c:v>79.989999999999995</c:v>
                </c:pt>
                <c:pt idx="93768">
                  <c:v>47.48</c:v>
                </c:pt>
                <c:pt idx="93769">
                  <c:v>78.97</c:v>
                </c:pt>
                <c:pt idx="93770">
                  <c:v>68.97</c:v>
                </c:pt>
                <c:pt idx="93771">
                  <c:v>68.97</c:v>
                </c:pt>
                <c:pt idx="93772">
                  <c:v>68.97</c:v>
                </c:pt>
                <c:pt idx="93773">
                  <c:v>176.01</c:v>
                </c:pt>
                <c:pt idx="93774">
                  <c:v>201.46</c:v>
                </c:pt>
                <c:pt idx="93775">
                  <c:v>114.98</c:v>
                </c:pt>
                <c:pt idx="93776">
                  <c:v>105.97</c:v>
                </c:pt>
                <c:pt idx="93777">
                  <c:v>105.97</c:v>
                </c:pt>
                <c:pt idx="93778">
                  <c:v>72.78</c:v>
                </c:pt>
                <c:pt idx="93779">
                  <c:v>72.78</c:v>
                </c:pt>
                <c:pt idx="93780">
                  <c:v>114.98</c:v>
                </c:pt>
                <c:pt idx="93781">
                  <c:v>72.239999999999995</c:v>
                </c:pt>
                <c:pt idx="93782">
                  <c:v>73.48</c:v>
                </c:pt>
                <c:pt idx="93783">
                  <c:v>74.98</c:v>
                </c:pt>
                <c:pt idx="93784">
                  <c:v>147.96</c:v>
                </c:pt>
                <c:pt idx="93785">
                  <c:v>75.98</c:v>
                </c:pt>
                <c:pt idx="93786">
                  <c:v>89.98</c:v>
                </c:pt>
                <c:pt idx="93787">
                  <c:v>84.99</c:v>
                </c:pt>
                <c:pt idx="93788">
                  <c:v>59.95</c:v>
                </c:pt>
                <c:pt idx="93789">
                  <c:v>66.37</c:v>
                </c:pt>
                <c:pt idx="93790">
                  <c:v>84.99</c:v>
                </c:pt>
                <c:pt idx="93791">
                  <c:v>50.97</c:v>
                </c:pt>
                <c:pt idx="93792">
                  <c:v>114.91</c:v>
                </c:pt>
                <c:pt idx="93793">
                  <c:v>110.93</c:v>
                </c:pt>
                <c:pt idx="93794">
                  <c:v>131.83000000000001</c:v>
                </c:pt>
                <c:pt idx="93795">
                  <c:v>50.98</c:v>
                </c:pt>
                <c:pt idx="93796">
                  <c:v>89.98</c:v>
                </c:pt>
                <c:pt idx="93797">
                  <c:v>65.989999999999995</c:v>
                </c:pt>
                <c:pt idx="93798">
                  <c:v>130.56</c:v>
                </c:pt>
                <c:pt idx="93799">
                  <c:v>72.55</c:v>
                </c:pt>
                <c:pt idx="93800">
                  <c:v>71.680000000000007</c:v>
                </c:pt>
                <c:pt idx="93801">
                  <c:v>149.97</c:v>
                </c:pt>
                <c:pt idx="93802">
                  <c:v>74.97</c:v>
                </c:pt>
                <c:pt idx="93803">
                  <c:v>127.94</c:v>
                </c:pt>
                <c:pt idx="93804">
                  <c:v>71.959999999999994</c:v>
                </c:pt>
                <c:pt idx="93805">
                  <c:v>71.959999999999994</c:v>
                </c:pt>
                <c:pt idx="93806">
                  <c:v>27.38</c:v>
                </c:pt>
                <c:pt idx="93807">
                  <c:v>84.99</c:v>
                </c:pt>
                <c:pt idx="93808">
                  <c:v>134.97999999999999</c:v>
                </c:pt>
                <c:pt idx="93809">
                  <c:v>98.79</c:v>
                </c:pt>
                <c:pt idx="93810">
                  <c:v>76.97</c:v>
                </c:pt>
                <c:pt idx="93811">
                  <c:v>79.849999999999994</c:v>
                </c:pt>
                <c:pt idx="93812">
                  <c:v>123.38</c:v>
                </c:pt>
                <c:pt idx="93813">
                  <c:v>27.18</c:v>
                </c:pt>
                <c:pt idx="93814">
                  <c:v>51.98</c:v>
                </c:pt>
                <c:pt idx="93815">
                  <c:v>51.98</c:v>
                </c:pt>
                <c:pt idx="93816">
                  <c:v>67.97</c:v>
                </c:pt>
                <c:pt idx="93817">
                  <c:v>29.48</c:v>
                </c:pt>
                <c:pt idx="93818">
                  <c:v>29.48</c:v>
                </c:pt>
                <c:pt idx="93819">
                  <c:v>67.97</c:v>
                </c:pt>
                <c:pt idx="93820">
                  <c:v>88.43</c:v>
                </c:pt>
                <c:pt idx="93821">
                  <c:v>71.86</c:v>
                </c:pt>
                <c:pt idx="93822">
                  <c:v>149.37</c:v>
                </c:pt>
                <c:pt idx="93823">
                  <c:v>124.97</c:v>
                </c:pt>
                <c:pt idx="93824">
                  <c:v>65.989999999999995</c:v>
                </c:pt>
                <c:pt idx="93825">
                  <c:v>74.95</c:v>
                </c:pt>
                <c:pt idx="93826">
                  <c:v>69.989999999999995</c:v>
                </c:pt>
                <c:pt idx="93827">
                  <c:v>117.47</c:v>
                </c:pt>
                <c:pt idx="93828">
                  <c:v>59.98</c:v>
                </c:pt>
                <c:pt idx="93829">
                  <c:v>50.98</c:v>
                </c:pt>
                <c:pt idx="93830">
                  <c:v>59.98</c:v>
                </c:pt>
                <c:pt idx="93831">
                  <c:v>-32.24</c:v>
                </c:pt>
                <c:pt idx="93832">
                  <c:v>59.98</c:v>
                </c:pt>
                <c:pt idx="93833">
                  <c:v>59.98</c:v>
                </c:pt>
                <c:pt idx="93834">
                  <c:v>32.24</c:v>
                </c:pt>
                <c:pt idx="93835">
                  <c:v>59.48</c:v>
                </c:pt>
                <c:pt idx="93836">
                  <c:v>55.96</c:v>
                </c:pt>
                <c:pt idx="93837">
                  <c:v>74.02</c:v>
                </c:pt>
                <c:pt idx="93838">
                  <c:v>96.41</c:v>
                </c:pt>
                <c:pt idx="93839">
                  <c:v>169.98</c:v>
                </c:pt>
                <c:pt idx="93840">
                  <c:v>169.98</c:v>
                </c:pt>
                <c:pt idx="93841">
                  <c:v>169.98</c:v>
                </c:pt>
                <c:pt idx="93842">
                  <c:v>169.98</c:v>
                </c:pt>
                <c:pt idx="93843">
                  <c:v>169.98</c:v>
                </c:pt>
                <c:pt idx="93844">
                  <c:v>169.98</c:v>
                </c:pt>
                <c:pt idx="93845">
                  <c:v>169.98</c:v>
                </c:pt>
                <c:pt idx="93846">
                  <c:v>169.98</c:v>
                </c:pt>
                <c:pt idx="93847">
                  <c:v>339.92</c:v>
                </c:pt>
                <c:pt idx="93848">
                  <c:v>56.97</c:v>
                </c:pt>
                <c:pt idx="93849">
                  <c:v>68.94</c:v>
                </c:pt>
                <c:pt idx="93850">
                  <c:v>78.94</c:v>
                </c:pt>
                <c:pt idx="93851">
                  <c:v>57.94</c:v>
                </c:pt>
                <c:pt idx="93852">
                  <c:v>69.989999999999995</c:v>
                </c:pt>
                <c:pt idx="93853">
                  <c:v>67.98</c:v>
                </c:pt>
                <c:pt idx="93854">
                  <c:v>67.98</c:v>
                </c:pt>
                <c:pt idx="93855">
                  <c:v>69.989999999999995</c:v>
                </c:pt>
                <c:pt idx="93856">
                  <c:v>51.48</c:v>
                </c:pt>
                <c:pt idx="93857">
                  <c:v>50.93</c:v>
                </c:pt>
                <c:pt idx="93858">
                  <c:v>50.98</c:v>
                </c:pt>
                <c:pt idx="93859">
                  <c:v>51.98</c:v>
                </c:pt>
                <c:pt idx="93860">
                  <c:v>50.98</c:v>
                </c:pt>
                <c:pt idx="93861">
                  <c:v>52.45</c:v>
                </c:pt>
                <c:pt idx="93862">
                  <c:v>94.96</c:v>
                </c:pt>
                <c:pt idx="93863">
                  <c:v>60.95</c:v>
                </c:pt>
                <c:pt idx="93864">
                  <c:v>94.96</c:v>
                </c:pt>
                <c:pt idx="93865">
                  <c:v>60.95</c:v>
                </c:pt>
                <c:pt idx="93866">
                  <c:v>59.96</c:v>
                </c:pt>
                <c:pt idx="93867">
                  <c:v>59.96</c:v>
                </c:pt>
                <c:pt idx="93868">
                  <c:v>29.48</c:v>
                </c:pt>
                <c:pt idx="93869">
                  <c:v>31.48</c:v>
                </c:pt>
                <c:pt idx="93870">
                  <c:v>51.48</c:v>
                </c:pt>
                <c:pt idx="93871">
                  <c:v>121.96</c:v>
                </c:pt>
                <c:pt idx="93872">
                  <c:v>68.989999999999995</c:v>
                </c:pt>
                <c:pt idx="93873">
                  <c:v>84.99</c:v>
                </c:pt>
                <c:pt idx="93874">
                  <c:v>79.98</c:v>
                </c:pt>
                <c:pt idx="93875">
                  <c:v>89.17</c:v>
                </c:pt>
                <c:pt idx="93876">
                  <c:v>106.07</c:v>
                </c:pt>
                <c:pt idx="93877">
                  <c:v>43.89</c:v>
                </c:pt>
                <c:pt idx="93878">
                  <c:v>76.489999999999995</c:v>
                </c:pt>
                <c:pt idx="93879">
                  <c:v>76.489999999999995</c:v>
                </c:pt>
                <c:pt idx="93880">
                  <c:v>54.99</c:v>
                </c:pt>
                <c:pt idx="93881">
                  <c:v>72.239999999999995</c:v>
                </c:pt>
                <c:pt idx="93882">
                  <c:v>64.989999999999995</c:v>
                </c:pt>
                <c:pt idx="93883">
                  <c:v>68.989999999999995</c:v>
                </c:pt>
                <c:pt idx="93884">
                  <c:v>42.5</c:v>
                </c:pt>
                <c:pt idx="93885">
                  <c:v>120.99</c:v>
                </c:pt>
                <c:pt idx="93886">
                  <c:v>68.989999999999995</c:v>
                </c:pt>
                <c:pt idx="93887">
                  <c:v>39.93</c:v>
                </c:pt>
                <c:pt idx="93888">
                  <c:v>65.98</c:v>
                </c:pt>
                <c:pt idx="93889">
                  <c:v>32.29</c:v>
                </c:pt>
                <c:pt idx="93890">
                  <c:v>45.28</c:v>
                </c:pt>
                <c:pt idx="93891">
                  <c:v>29.29</c:v>
                </c:pt>
                <c:pt idx="93892">
                  <c:v>83.97</c:v>
                </c:pt>
                <c:pt idx="93893">
                  <c:v>61.96</c:v>
                </c:pt>
                <c:pt idx="93894">
                  <c:v>56.97</c:v>
                </c:pt>
                <c:pt idx="93895">
                  <c:v>62.48</c:v>
                </c:pt>
                <c:pt idx="93896">
                  <c:v>75.959999999999994</c:v>
                </c:pt>
                <c:pt idx="93897">
                  <c:v>51.26</c:v>
                </c:pt>
                <c:pt idx="93898">
                  <c:v>64.97</c:v>
                </c:pt>
                <c:pt idx="93899">
                  <c:v>36.92</c:v>
                </c:pt>
                <c:pt idx="93900">
                  <c:v>169.94</c:v>
                </c:pt>
                <c:pt idx="93901">
                  <c:v>58.52</c:v>
                </c:pt>
                <c:pt idx="93902">
                  <c:v>59.96</c:v>
                </c:pt>
                <c:pt idx="93903">
                  <c:v>139.97999999999999</c:v>
                </c:pt>
                <c:pt idx="93904">
                  <c:v>79.98</c:v>
                </c:pt>
                <c:pt idx="93905">
                  <c:v>119.97</c:v>
                </c:pt>
                <c:pt idx="93906">
                  <c:v>373.83</c:v>
                </c:pt>
                <c:pt idx="93907">
                  <c:v>56.97</c:v>
                </c:pt>
                <c:pt idx="93908">
                  <c:v>66.959999999999994</c:v>
                </c:pt>
                <c:pt idx="93909">
                  <c:v>56.97</c:v>
                </c:pt>
                <c:pt idx="93910">
                  <c:v>49.93</c:v>
                </c:pt>
                <c:pt idx="93911">
                  <c:v>98.82</c:v>
                </c:pt>
                <c:pt idx="93912">
                  <c:v>25.94</c:v>
                </c:pt>
                <c:pt idx="93913">
                  <c:v>125.92</c:v>
                </c:pt>
                <c:pt idx="93914">
                  <c:v>53.97</c:v>
                </c:pt>
                <c:pt idx="93915">
                  <c:v>74.989999999999995</c:v>
                </c:pt>
                <c:pt idx="93916">
                  <c:v>59.96</c:v>
                </c:pt>
                <c:pt idx="93917">
                  <c:v>71.97</c:v>
                </c:pt>
                <c:pt idx="93918">
                  <c:v>68.48</c:v>
                </c:pt>
                <c:pt idx="93919">
                  <c:v>68.48</c:v>
                </c:pt>
                <c:pt idx="93920">
                  <c:v>159.69999999999999</c:v>
                </c:pt>
                <c:pt idx="93921">
                  <c:v>72.55</c:v>
                </c:pt>
                <c:pt idx="93922">
                  <c:v>67.87</c:v>
                </c:pt>
                <c:pt idx="93923">
                  <c:v>72.55</c:v>
                </c:pt>
                <c:pt idx="93924">
                  <c:v>55.35</c:v>
                </c:pt>
                <c:pt idx="93925">
                  <c:v>54.86</c:v>
                </c:pt>
                <c:pt idx="93926">
                  <c:v>60.82</c:v>
                </c:pt>
                <c:pt idx="93927">
                  <c:v>53.98</c:v>
                </c:pt>
                <c:pt idx="93928">
                  <c:v>55.98</c:v>
                </c:pt>
                <c:pt idx="93929">
                  <c:v>55.98</c:v>
                </c:pt>
                <c:pt idx="93930">
                  <c:v>60.97</c:v>
                </c:pt>
                <c:pt idx="93931">
                  <c:v>63.96</c:v>
                </c:pt>
                <c:pt idx="93932">
                  <c:v>63.96</c:v>
                </c:pt>
                <c:pt idx="93933">
                  <c:v>41.28</c:v>
                </c:pt>
                <c:pt idx="93934">
                  <c:v>51.97</c:v>
                </c:pt>
                <c:pt idx="93935">
                  <c:v>51.97</c:v>
                </c:pt>
                <c:pt idx="93936">
                  <c:v>117.76</c:v>
                </c:pt>
                <c:pt idx="93937">
                  <c:v>87.97</c:v>
                </c:pt>
                <c:pt idx="93938">
                  <c:v>71.989999999999995</c:v>
                </c:pt>
                <c:pt idx="93939">
                  <c:v>86.07</c:v>
                </c:pt>
                <c:pt idx="93940">
                  <c:v>119.26</c:v>
                </c:pt>
                <c:pt idx="93941">
                  <c:v>30.38</c:v>
                </c:pt>
                <c:pt idx="93942">
                  <c:v>126.99</c:v>
                </c:pt>
                <c:pt idx="93943">
                  <c:v>105.22</c:v>
                </c:pt>
                <c:pt idx="93944">
                  <c:v>82.25</c:v>
                </c:pt>
                <c:pt idx="93945">
                  <c:v>56.6</c:v>
                </c:pt>
                <c:pt idx="93946">
                  <c:v>84.99</c:v>
                </c:pt>
                <c:pt idx="93947">
                  <c:v>154.97999999999999</c:v>
                </c:pt>
                <c:pt idx="93948">
                  <c:v>101.98</c:v>
                </c:pt>
                <c:pt idx="93949">
                  <c:v>48.28</c:v>
                </c:pt>
                <c:pt idx="93950">
                  <c:v>89.98</c:v>
                </c:pt>
                <c:pt idx="93951">
                  <c:v>69.98</c:v>
                </c:pt>
                <c:pt idx="93952">
                  <c:v>11.29</c:v>
                </c:pt>
                <c:pt idx="93953">
                  <c:v>39.28</c:v>
                </c:pt>
                <c:pt idx="93954">
                  <c:v>48.28</c:v>
                </c:pt>
                <c:pt idx="93955">
                  <c:v>77.39</c:v>
                </c:pt>
                <c:pt idx="93956">
                  <c:v>77.39</c:v>
                </c:pt>
                <c:pt idx="93957">
                  <c:v>77.39</c:v>
                </c:pt>
                <c:pt idx="93958">
                  <c:v>59.24</c:v>
                </c:pt>
                <c:pt idx="93959">
                  <c:v>66.34</c:v>
                </c:pt>
                <c:pt idx="93960">
                  <c:v>123.58</c:v>
                </c:pt>
                <c:pt idx="93961">
                  <c:v>74.97</c:v>
                </c:pt>
                <c:pt idx="93962">
                  <c:v>64.97</c:v>
                </c:pt>
                <c:pt idx="93963">
                  <c:v>47.37</c:v>
                </c:pt>
                <c:pt idx="93964">
                  <c:v>48.99</c:v>
                </c:pt>
                <c:pt idx="93965">
                  <c:v>129.53</c:v>
                </c:pt>
                <c:pt idx="93966">
                  <c:v>83.95</c:v>
                </c:pt>
                <c:pt idx="93967">
                  <c:v>80.03</c:v>
                </c:pt>
                <c:pt idx="93968">
                  <c:v>20.55</c:v>
                </c:pt>
                <c:pt idx="93969">
                  <c:v>68.930000000000007</c:v>
                </c:pt>
                <c:pt idx="93970">
                  <c:v>66.98</c:v>
                </c:pt>
                <c:pt idx="93971">
                  <c:v>99.97</c:v>
                </c:pt>
                <c:pt idx="93972">
                  <c:v>87.98</c:v>
                </c:pt>
                <c:pt idx="93973">
                  <c:v>82.97</c:v>
                </c:pt>
                <c:pt idx="93974">
                  <c:v>84.99</c:v>
                </c:pt>
                <c:pt idx="93975">
                  <c:v>164.98</c:v>
                </c:pt>
                <c:pt idx="93976">
                  <c:v>84.99</c:v>
                </c:pt>
                <c:pt idx="93977">
                  <c:v>59.98</c:v>
                </c:pt>
                <c:pt idx="93978">
                  <c:v>84.99</c:v>
                </c:pt>
                <c:pt idx="93979">
                  <c:v>84.99</c:v>
                </c:pt>
                <c:pt idx="93980">
                  <c:v>104.98</c:v>
                </c:pt>
                <c:pt idx="93981">
                  <c:v>61.26</c:v>
                </c:pt>
                <c:pt idx="93982">
                  <c:v>56.97</c:v>
                </c:pt>
                <c:pt idx="93983">
                  <c:v>119.9</c:v>
                </c:pt>
                <c:pt idx="93984">
                  <c:v>90.06</c:v>
                </c:pt>
                <c:pt idx="93985">
                  <c:v>141.22999999999999</c:v>
                </c:pt>
                <c:pt idx="93986">
                  <c:v>54.95</c:v>
                </c:pt>
                <c:pt idx="93987">
                  <c:v>109.9</c:v>
                </c:pt>
                <c:pt idx="93988">
                  <c:v>54.95</c:v>
                </c:pt>
                <c:pt idx="93989">
                  <c:v>54.95</c:v>
                </c:pt>
                <c:pt idx="93990">
                  <c:v>27.18</c:v>
                </c:pt>
                <c:pt idx="93991">
                  <c:v>14.19</c:v>
                </c:pt>
                <c:pt idx="93992">
                  <c:v>51.96</c:v>
                </c:pt>
                <c:pt idx="93993">
                  <c:v>27.18</c:v>
                </c:pt>
                <c:pt idx="93994">
                  <c:v>14.79</c:v>
                </c:pt>
                <c:pt idx="93995">
                  <c:v>13.24</c:v>
                </c:pt>
                <c:pt idx="93996">
                  <c:v>29.02</c:v>
                </c:pt>
                <c:pt idx="93997">
                  <c:v>38.700000000000003</c:v>
                </c:pt>
                <c:pt idx="93998">
                  <c:v>38.700000000000003</c:v>
                </c:pt>
                <c:pt idx="93999">
                  <c:v>14.5</c:v>
                </c:pt>
                <c:pt idx="94000">
                  <c:v>29.59</c:v>
                </c:pt>
                <c:pt idx="94001">
                  <c:v>10.99</c:v>
                </c:pt>
                <c:pt idx="94002">
                  <c:v>41.12</c:v>
                </c:pt>
                <c:pt idx="94003">
                  <c:v>62.9</c:v>
                </c:pt>
                <c:pt idx="94004">
                  <c:v>84.99</c:v>
                </c:pt>
                <c:pt idx="94005">
                  <c:v>84.99</c:v>
                </c:pt>
                <c:pt idx="94006">
                  <c:v>84.99</c:v>
                </c:pt>
                <c:pt idx="94007">
                  <c:v>169.98</c:v>
                </c:pt>
                <c:pt idx="94008">
                  <c:v>84.99</c:v>
                </c:pt>
                <c:pt idx="94009">
                  <c:v>169.98</c:v>
                </c:pt>
                <c:pt idx="94010">
                  <c:v>169.98</c:v>
                </c:pt>
                <c:pt idx="94011">
                  <c:v>67.37</c:v>
                </c:pt>
                <c:pt idx="94012">
                  <c:v>51.29</c:v>
                </c:pt>
                <c:pt idx="94013">
                  <c:v>-11.98</c:v>
                </c:pt>
                <c:pt idx="94014">
                  <c:v>169.98</c:v>
                </c:pt>
                <c:pt idx="94015">
                  <c:v>169.98</c:v>
                </c:pt>
                <c:pt idx="94016">
                  <c:v>33.479999999999997</c:v>
                </c:pt>
                <c:pt idx="94017">
                  <c:v>99.98</c:v>
                </c:pt>
                <c:pt idx="94018">
                  <c:v>33.479999999999997</c:v>
                </c:pt>
                <c:pt idx="94019">
                  <c:v>48.37</c:v>
                </c:pt>
                <c:pt idx="94020">
                  <c:v>99.98</c:v>
                </c:pt>
                <c:pt idx="94021">
                  <c:v>33.479999999999997</c:v>
                </c:pt>
                <c:pt idx="94022">
                  <c:v>33.479999999999997</c:v>
                </c:pt>
                <c:pt idx="94023">
                  <c:v>33.479999999999997</c:v>
                </c:pt>
                <c:pt idx="94024">
                  <c:v>48.37</c:v>
                </c:pt>
                <c:pt idx="94025">
                  <c:v>33.479999999999997</c:v>
                </c:pt>
                <c:pt idx="94026">
                  <c:v>102.83</c:v>
                </c:pt>
                <c:pt idx="94027">
                  <c:v>61.84</c:v>
                </c:pt>
                <c:pt idx="94028">
                  <c:v>117.83</c:v>
                </c:pt>
                <c:pt idx="94029">
                  <c:v>79.959999999999994</c:v>
                </c:pt>
                <c:pt idx="94030">
                  <c:v>41.28</c:v>
                </c:pt>
                <c:pt idx="94031">
                  <c:v>41.28</c:v>
                </c:pt>
                <c:pt idx="94032">
                  <c:v>79.959999999999994</c:v>
                </c:pt>
                <c:pt idx="94033">
                  <c:v>79.959999999999994</c:v>
                </c:pt>
                <c:pt idx="94034">
                  <c:v>325.45999999999998</c:v>
                </c:pt>
                <c:pt idx="94035">
                  <c:v>99.98</c:v>
                </c:pt>
                <c:pt idx="94036">
                  <c:v>77.97</c:v>
                </c:pt>
                <c:pt idx="94037">
                  <c:v>46.78</c:v>
                </c:pt>
                <c:pt idx="94038">
                  <c:v>51.98</c:v>
                </c:pt>
                <c:pt idx="94039">
                  <c:v>77.97</c:v>
                </c:pt>
                <c:pt idx="94040">
                  <c:v>54.69</c:v>
                </c:pt>
                <c:pt idx="94041">
                  <c:v>56.97</c:v>
                </c:pt>
                <c:pt idx="94042">
                  <c:v>56.97</c:v>
                </c:pt>
                <c:pt idx="94043">
                  <c:v>56.97</c:v>
                </c:pt>
                <c:pt idx="94044">
                  <c:v>56.97</c:v>
                </c:pt>
                <c:pt idx="94045">
                  <c:v>169.98</c:v>
                </c:pt>
                <c:pt idx="94046">
                  <c:v>67.58</c:v>
                </c:pt>
                <c:pt idx="94047">
                  <c:v>50.99</c:v>
                </c:pt>
                <c:pt idx="94048">
                  <c:v>50.99</c:v>
                </c:pt>
                <c:pt idx="94049">
                  <c:v>131.97999999999999</c:v>
                </c:pt>
                <c:pt idx="94050">
                  <c:v>65.989999999999995</c:v>
                </c:pt>
                <c:pt idx="94051">
                  <c:v>63.96</c:v>
                </c:pt>
                <c:pt idx="94052">
                  <c:v>54.98</c:v>
                </c:pt>
                <c:pt idx="94053">
                  <c:v>25.48</c:v>
                </c:pt>
                <c:pt idx="94054">
                  <c:v>10.73</c:v>
                </c:pt>
                <c:pt idx="94055">
                  <c:v>35.49</c:v>
                </c:pt>
                <c:pt idx="94056">
                  <c:v>39.28</c:v>
                </c:pt>
                <c:pt idx="94057">
                  <c:v>40.200000000000003</c:v>
                </c:pt>
                <c:pt idx="94058">
                  <c:v>214.91</c:v>
                </c:pt>
                <c:pt idx="94059">
                  <c:v>124.47</c:v>
                </c:pt>
                <c:pt idx="94060">
                  <c:v>-44.29</c:v>
                </c:pt>
                <c:pt idx="94061">
                  <c:v>44.29</c:v>
                </c:pt>
                <c:pt idx="94062">
                  <c:v>59.97</c:v>
                </c:pt>
                <c:pt idx="94063">
                  <c:v>24.42</c:v>
                </c:pt>
                <c:pt idx="94064">
                  <c:v>188.93</c:v>
                </c:pt>
                <c:pt idx="94065">
                  <c:v>75.959999999999994</c:v>
                </c:pt>
                <c:pt idx="94066">
                  <c:v>232.16</c:v>
                </c:pt>
                <c:pt idx="94067">
                  <c:v>85.97</c:v>
                </c:pt>
                <c:pt idx="94068">
                  <c:v>82.3</c:v>
                </c:pt>
                <c:pt idx="94069">
                  <c:v>52.07</c:v>
                </c:pt>
                <c:pt idx="94070">
                  <c:v>68.989999999999995</c:v>
                </c:pt>
                <c:pt idx="94071">
                  <c:v>84.99</c:v>
                </c:pt>
                <c:pt idx="94072">
                  <c:v>84.99</c:v>
                </c:pt>
                <c:pt idx="94073">
                  <c:v>79.98</c:v>
                </c:pt>
                <c:pt idx="94074">
                  <c:v>57.98</c:v>
                </c:pt>
                <c:pt idx="94075">
                  <c:v>99.98</c:v>
                </c:pt>
                <c:pt idx="94076">
                  <c:v>52.98</c:v>
                </c:pt>
                <c:pt idx="94077">
                  <c:v>55.97</c:v>
                </c:pt>
                <c:pt idx="94078">
                  <c:v>65.98</c:v>
                </c:pt>
                <c:pt idx="94079">
                  <c:v>100.85</c:v>
                </c:pt>
                <c:pt idx="94080">
                  <c:v>106.97</c:v>
                </c:pt>
                <c:pt idx="94081">
                  <c:v>87.57</c:v>
                </c:pt>
                <c:pt idx="94082">
                  <c:v>74.98</c:v>
                </c:pt>
                <c:pt idx="94083">
                  <c:v>76.77</c:v>
                </c:pt>
                <c:pt idx="94084">
                  <c:v>108.17</c:v>
                </c:pt>
                <c:pt idx="94085">
                  <c:v>69.97</c:v>
                </c:pt>
                <c:pt idx="94086">
                  <c:v>82.98</c:v>
                </c:pt>
                <c:pt idx="94087">
                  <c:v>184.97</c:v>
                </c:pt>
                <c:pt idx="94088">
                  <c:v>89.98</c:v>
                </c:pt>
                <c:pt idx="94089">
                  <c:v>56.98</c:v>
                </c:pt>
                <c:pt idx="94090">
                  <c:v>84.97</c:v>
                </c:pt>
                <c:pt idx="94091">
                  <c:v>105.98</c:v>
                </c:pt>
                <c:pt idx="94092">
                  <c:v>12.49</c:v>
                </c:pt>
                <c:pt idx="94093">
                  <c:v>75.25</c:v>
                </c:pt>
                <c:pt idx="94094">
                  <c:v>12.49</c:v>
                </c:pt>
                <c:pt idx="94095">
                  <c:v>75.25</c:v>
                </c:pt>
                <c:pt idx="94096">
                  <c:v>63.96</c:v>
                </c:pt>
                <c:pt idx="94097">
                  <c:v>172.32</c:v>
                </c:pt>
                <c:pt idx="94098">
                  <c:v>97.94</c:v>
                </c:pt>
                <c:pt idx="94099">
                  <c:v>79.38</c:v>
                </c:pt>
                <c:pt idx="94100">
                  <c:v>134.93</c:v>
                </c:pt>
                <c:pt idx="94101">
                  <c:v>58.46</c:v>
                </c:pt>
                <c:pt idx="94102">
                  <c:v>59.16</c:v>
                </c:pt>
                <c:pt idx="94103">
                  <c:v>98.92</c:v>
                </c:pt>
                <c:pt idx="94104">
                  <c:v>45.48</c:v>
                </c:pt>
                <c:pt idx="94105">
                  <c:v>59.97</c:v>
                </c:pt>
                <c:pt idx="94106">
                  <c:v>118.96</c:v>
                </c:pt>
                <c:pt idx="94107">
                  <c:v>130.46</c:v>
                </c:pt>
                <c:pt idx="94108">
                  <c:v>24.99</c:v>
                </c:pt>
                <c:pt idx="94109">
                  <c:v>59.72</c:v>
                </c:pt>
                <c:pt idx="94110">
                  <c:v>119.95</c:v>
                </c:pt>
                <c:pt idx="94111">
                  <c:v>50.97</c:v>
                </c:pt>
                <c:pt idx="94112">
                  <c:v>129.94999999999999</c:v>
                </c:pt>
                <c:pt idx="94113">
                  <c:v>103.98</c:v>
                </c:pt>
                <c:pt idx="94114">
                  <c:v>82.88</c:v>
                </c:pt>
                <c:pt idx="94115">
                  <c:v>64.959999999999994</c:v>
                </c:pt>
                <c:pt idx="94116">
                  <c:v>74.98</c:v>
                </c:pt>
                <c:pt idx="94117">
                  <c:v>90.91</c:v>
                </c:pt>
                <c:pt idx="94118">
                  <c:v>1.5</c:v>
                </c:pt>
                <c:pt idx="94119">
                  <c:v>69.989999999999995</c:v>
                </c:pt>
                <c:pt idx="94120">
                  <c:v>69.989999999999995</c:v>
                </c:pt>
                <c:pt idx="94121">
                  <c:v>33.99</c:v>
                </c:pt>
                <c:pt idx="94122">
                  <c:v>53.98</c:v>
                </c:pt>
                <c:pt idx="94123">
                  <c:v>51.98</c:v>
                </c:pt>
                <c:pt idx="94124">
                  <c:v>51.98</c:v>
                </c:pt>
                <c:pt idx="94125">
                  <c:v>70.97</c:v>
                </c:pt>
                <c:pt idx="94126">
                  <c:v>46.94</c:v>
                </c:pt>
                <c:pt idx="94127">
                  <c:v>39.29</c:v>
                </c:pt>
                <c:pt idx="94128">
                  <c:v>61.98</c:v>
                </c:pt>
                <c:pt idx="94129">
                  <c:v>61.98</c:v>
                </c:pt>
                <c:pt idx="94130">
                  <c:v>61.98</c:v>
                </c:pt>
                <c:pt idx="94131">
                  <c:v>73.98</c:v>
                </c:pt>
                <c:pt idx="94132">
                  <c:v>102.95</c:v>
                </c:pt>
                <c:pt idx="94133">
                  <c:v>65.98</c:v>
                </c:pt>
                <c:pt idx="94134">
                  <c:v>65.98</c:v>
                </c:pt>
                <c:pt idx="94135">
                  <c:v>68.91</c:v>
                </c:pt>
                <c:pt idx="94136">
                  <c:v>148.18</c:v>
                </c:pt>
                <c:pt idx="94137">
                  <c:v>148.41999999999999</c:v>
                </c:pt>
                <c:pt idx="94138">
                  <c:v>84.98</c:v>
                </c:pt>
                <c:pt idx="94139">
                  <c:v>69.989999999999995</c:v>
                </c:pt>
                <c:pt idx="94140">
                  <c:v>99.74</c:v>
                </c:pt>
                <c:pt idx="94141">
                  <c:v>193.85</c:v>
                </c:pt>
                <c:pt idx="94142">
                  <c:v>84.66</c:v>
                </c:pt>
                <c:pt idx="94143">
                  <c:v>72.55</c:v>
                </c:pt>
                <c:pt idx="94144">
                  <c:v>66.53</c:v>
                </c:pt>
                <c:pt idx="94145">
                  <c:v>55.61</c:v>
                </c:pt>
                <c:pt idx="94146">
                  <c:v>57.98</c:v>
                </c:pt>
                <c:pt idx="94147">
                  <c:v>57.98</c:v>
                </c:pt>
                <c:pt idx="94148">
                  <c:v>89.52</c:v>
                </c:pt>
                <c:pt idx="94149">
                  <c:v>67.709999999999994</c:v>
                </c:pt>
                <c:pt idx="94150">
                  <c:v>56.97</c:v>
                </c:pt>
                <c:pt idx="94151">
                  <c:v>94.95</c:v>
                </c:pt>
                <c:pt idx="94152">
                  <c:v>75.959999999999994</c:v>
                </c:pt>
                <c:pt idx="94153">
                  <c:v>56.97</c:v>
                </c:pt>
                <c:pt idx="94154">
                  <c:v>86.96</c:v>
                </c:pt>
                <c:pt idx="94155">
                  <c:v>71.959999999999994</c:v>
                </c:pt>
                <c:pt idx="94156">
                  <c:v>68.36</c:v>
                </c:pt>
                <c:pt idx="94157">
                  <c:v>111.98</c:v>
                </c:pt>
                <c:pt idx="94158">
                  <c:v>156.28</c:v>
                </c:pt>
                <c:pt idx="94159">
                  <c:v>75.09</c:v>
                </c:pt>
                <c:pt idx="94160">
                  <c:v>84.99</c:v>
                </c:pt>
                <c:pt idx="94161">
                  <c:v>95.96</c:v>
                </c:pt>
                <c:pt idx="94162">
                  <c:v>89.97</c:v>
                </c:pt>
                <c:pt idx="94163">
                  <c:v>89.97</c:v>
                </c:pt>
                <c:pt idx="94164">
                  <c:v>119.95</c:v>
                </c:pt>
                <c:pt idx="94165">
                  <c:v>95.96</c:v>
                </c:pt>
                <c:pt idx="94166">
                  <c:v>89.97</c:v>
                </c:pt>
                <c:pt idx="94167">
                  <c:v>89.97</c:v>
                </c:pt>
                <c:pt idx="94168">
                  <c:v>119.95</c:v>
                </c:pt>
                <c:pt idx="94169">
                  <c:v>63.96</c:v>
                </c:pt>
                <c:pt idx="94170">
                  <c:v>79.95</c:v>
                </c:pt>
                <c:pt idx="94171">
                  <c:v>149.94999999999999</c:v>
                </c:pt>
                <c:pt idx="94172">
                  <c:v>89.97</c:v>
                </c:pt>
                <c:pt idx="94173">
                  <c:v>89.97</c:v>
                </c:pt>
                <c:pt idx="94174">
                  <c:v>62.98</c:v>
                </c:pt>
                <c:pt idx="94175">
                  <c:v>69.959999999999994</c:v>
                </c:pt>
                <c:pt idx="94176">
                  <c:v>59.98</c:v>
                </c:pt>
                <c:pt idx="94177">
                  <c:v>59.98</c:v>
                </c:pt>
                <c:pt idx="94178">
                  <c:v>76.97</c:v>
                </c:pt>
                <c:pt idx="94179">
                  <c:v>99.95</c:v>
                </c:pt>
                <c:pt idx="94180">
                  <c:v>149.94</c:v>
                </c:pt>
                <c:pt idx="94181">
                  <c:v>109.16</c:v>
                </c:pt>
                <c:pt idx="94182">
                  <c:v>79.47</c:v>
                </c:pt>
                <c:pt idx="94183">
                  <c:v>50.97</c:v>
                </c:pt>
                <c:pt idx="94184">
                  <c:v>95.98</c:v>
                </c:pt>
                <c:pt idx="94185">
                  <c:v>79.95</c:v>
                </c:pt>
                <c:pt idx="94186">
                  <c:v>59.96</c:v>
                </c:pt>
                <c:pt idx="94187">
                  <c:v>104.94</c:v>
                </c:pt>
                <c:pt idx="94188">
                  <c:v>94.98</c:v>
                </c:pt>
                <c:pt idx="94189">
                  <c:v>97.18</c:v>
                </c:pt>
                <c:pt idx="94190">
                  <c:v>47.03</c:v>
                </c:pt>
                <c:pt idx="94191">
                  <c:v>18.989999999999998</c:v>
                </c:pt>
                <c:pt idx="94192">
                  <c:v>335.5</c:v>
                </c:pt>
                <c:pt idx="94193">
                  <c:v>84.99</c:v>
                </c:pt>
                <c:pt idx="94194">
                  <c:v>94.96</c:v>
                </c:pt>
                <c:pt idx="94195">
                  <c:v>46.17</c:v>
                </c:pt>
                <c:pt idx="94196">
                  <c:v>99.9</c:v>
                </c:pt>
                <c:pt idx="94197">
                  <c:v>129.87</c:v>
                </c:pt>
                <c:pt idx="94198">
                  <c:v>99.9</c:v>
                </c:pt>
                <c:pt idx="94199">
                  <c:v>87.06</c:v>
                </c:pt>
                <c:pt idx="94200">
                  <c:v>61.67</c:v>
                </c:pt>
                <c:pt idx="94201">
                  <c:v>335.39</c:v>
                </c:pt>
                <c:pt idx="94202">
                  <c:v>150.94999999999999</c:v>
                </c:pt>
                <c:pt idx="94203">
                  <c:v>150.94999999999999</c:v>
                </c:pt>
                <c:pt idx="94204">
                  <c:v>79.959999999999994</c:v>
                </c:pt>
                <c:pt idx="94205">
                  <c:v>79.959999999999994</c:v>
                </c:pt>
                <c:pt idx="94206">
                  <c:v>71.87</c:v>
                </c:pt>
                <c:pt idx="94207">
                  <c:v>70.98</c:v>
                </c:pt>
                <c:pt idx="94208">
                  <c:v>141.96</c:v>
                </c:pt>
                <c:pt idx="94209">
                  <c:v>1.3</c:v>
                </c:pt>
                <c:pt idx="94210">
                  <c:v>56.94</c:v>
                </c:pt>
                <c:pt idx="94211">
                  <c:v>67.930000000000007</c:v>
                </c:pt>
                <c:pt idx="94212">
                  <c:v>58.75</c:v>
                </c:pt>
                <c:pt idx="94213">
                  <c:v>68.37</c:v>
                </c:pt>
                <c:pt idx="94214">
                  <c:v>65.989999999999995</c:v>
                </c:pt>
                <c:pt idx="94215">
                  <c:v>60.98</c:v>
                </c:pt>
                <c:pt idx="94216">
                  <c:v>50.98</c:v>
                </c:pt>
                <c:pt idx="94217">
                  <c:v>23.48</c:v>
                </c:pt>
                <c:pt idx="94218">
                  <c:v>50.98</c:v>
                </c:pt>
                <c:pt idx="94219">
                  <c:v>47.25</c:v>
                </c:pt>
                <c:pt idx="94220">
                  <c:v>75.52</c:v>
                </c:pt>
                <c:pt idx="94221">
                  <c:v>65.98</c:v>
                </c:pt>
                <c:pt idx="94222">
                  <c:v>98.97</c:v>
                </c:pt>
                <c:pt idx="94223">
                  <c:v>24.49</c:v>
                </c:pt>
                <c:pt idx="94224">
                  <c:v>50.81</c:v>
                </c:pt>
                <c:pt idx="94225">
                  <c:v>56.97</c:v>
                </c:pt>
                <c:pt idx="94226">
                  <c:v>71.97</c:v>
                </c:pt>
                <c:pt idx="94227">
                  <c:v>114.28</c:v>
                </c:pt>
                <c:pt idx="94228">
                  <c:v>65.989999999999995</c:v>
                </c:pt>
                <c:pt idx="94229">
                  <c:v>59.39</c:v>
                </c:pt>
                <c:pt idx="94230">
                  <c:v>75.48</c:v>
                </c:pt>
                <c:pt idx="94231">
                  <c:v>54.98</c:v>
                </c:pt>
                <c:pt idx="94232">
                  <c:v>59.98</c:v>
                </c:pt>
                <c:pt idx="94233">
                  <c:v>69.98</c:v>
                </c:pt>
                <c:pt idx="94234">
                  <c:v>62.98</c:v>
                </c:pt>
                <c:pt idx="94235">
                  <c:v>71.09</c:v>
                </c:pt>
                <c:pt idx="94236">
                  <c:v>84.99</c:v>
                </c:pt>
                <c:pt idx="94237">
                  <c:v>84.99</c:v>
                </c:pt>
                <c:pt idx="94238">
                  <c:v>84.99</c:v>
                </c:pt>
                <c:pt idx="94239">
                  <c:v>89.97</c:v>
                </c:pt>
                <c:pt idx="94240">
                  <c:v>113.96</c:v>
                </c:pt>
                <c:pt idx="94241">
                  <c:v>124.95</c:v>
                </c:pt>
                <c:pt idx="94242">
                  <c:v>120.98</c:v>
                </c:pt>
                <c:pt idx="94243">
                  <c:v>120.98</c:v>
                </c:pt>
                <c:pt idx="94244">
                  <c:v>120.98</c:v>
                </c:pt>
                <c:pt idx="94245">
                  <c:v>67.959999999999994</c:v>
                </c:pt>
                <c:pt idx="94246">
                  <c:v>61.97</c:v>
                </c:pt>
                <c:pt idx="94247">
                  <c:v>63.96</c:v>
                </c:pt>
                <c:pt idx="94248">
                  <c:v>55.94</c:v>
                </c:pt>
                <c:pt idx="94249">
                  <c:v>33.28</c:v>
                </c:pt>
                <c:pt idx="94250">
                  <c:v>41.29</c:v>
                </c:pt>
                <c:pt idx="94251">
                  <c:v>89.97</c:v>
                </c:pt>
                <c:pt idx="94252">
                  <c:v>51.98</c:v>
                </c:pt>
                <c:pt idx="94253">
                  <c:v>59.94</c:v>
                </c:pt>
                <c:pt idx="94254">
                  <c:v>59.97</c:v>
                </c:pt>
                <c:pt idx="94255">
                  <c:v>94.96</c:v>
                </c:pt>
                <c:pt idx="94256">
                  <c:v>58.8</c:v>
                </c:pt>
                <c:pt idx="94257">
                  <c:v>54.98</c:v>
                </c:pt>
                <c:pt idx="94258">
                  <c:v>108.86</c:v>
                </c:pt>
                <c:pt idx="94259">
                  <c:v>108.86</c:v>
                </c:pt>
                <c:pt idx="94260">
                  <c:v>145.15</c:v>
                </c:pt>
                <c:pt idx="94261">
                  <c:v>362.76</c:v>
                </c:pt>
                <c:pt idx="94262">
                  <c:v>101.97</c:v>
                </c:pt>
                <c:pt idx="94263">
                  <c:v>65.989999999999995</c:v>
                </c:pt>
                <c:pt idx="94264">
                  <c:v>144.47999999999999</c:v>
                </c:pt>
                <c:pt idx="94265">
                  <c:v>183.95</c:v>
                </c:pt>
                <c:pt idx="94266">
                  <c:v>23.28</c:v>
                </c:pt>
                <c:pt idx="94267">
                  <c:v>57.95</c:v>
                </c:pt>
                <c:pt idx="94268">
                  <c:v>139.94</c:v>
                </c:pt>
                <c:pt idx="94269">
                  <c:v>62.98</c:v>
                </c:pt>
                <c:pt idx="94270">
                  <c:v>80.48</c:v>
                </c:pt>
                <c:pt idx="94271">
                  <c:v>56.34</c:v>
                </c:pt>
                <c:pt idx="94272">
                  <c:v>65.97</c:v>
                </c:pt>
                <c:pt idx="94273">
                  <c:v>62.15</c:v>
                </c:pt>
                <c:pt idx="94274">
                  <c:v>72.239999999999995</c:v>
                </c:pt>
                <c:pt idx="94275">
                  <c:v>99.98</c:v>
                </c:pt>
                <c:pt idx="94276">
                  <c:v>59.98</c:v>
                </c:pt>
                <c:pt idx="94277">
                  <c:v>59.98</c:v>
                </c:pt>
                <c:pt idx="94278">
                  <c:v>85.97</c:v>
                </c:pt>
                <c:pt idx="94279">
                  <c:v>85.97</c:v>
                </c:pt>
                <c:pt idx="94280">
                  <c:v>59.98</c:v>
                </c:pt>
                <c:pt idx="94281">
                  <c:v>55.98</c:v>
                </c:pt>
                <c:pt idx="94282">
                  <c:v>55.98</c:v>
                </c:pt>
                <c:pt idx="94283">
                  <c:v>65.97</c:v>
                </c:pt>
                <c:pt idx="94284">
                  <c:v>59.98</c:v>
                </c:pt>
                <c:pt idx="94285">
                  <c:v>50.98</c:v>
                </c:pt>
                <c:pt idx="94286">
                  <c:v>50.98</c:v>
                </c:pt>
                <c:pt idx="94287">
                  <c:v>65.97</c:v>
                </c:pt>
                <c:pt idx="94288">
                  <c:v>115.97</c:v>
                </c:pt>
                <c:pt idx="94289">
                  <c:v>83.02</c:v>
                </c:pt>
                <c:pt idx="94290">
                  <c:v>-83.02</c:v>
                </c:pt>
                <c:pt idx="94291">
                  <c:v>131.97</c:v>
                </c:pt>
                <c:pt idx="94292">
                  <c:v>49.73</c:v>
                </c:pt>
                <c:pt idx="94293">
                  <c:v>106.98</c:v>
                </c:pt>
                <c:pt idx="94294">
                  <c:v>49.46</c:v>
                </c:pt>
                <c:pt idx="94295">
                  <c:v>87.95</c:v>
                </c:pt>
                <c:pt idx="94296">
                  <c:v>59.95</c:v>
                </c:pt>
                <c:pt idx="94297">
                  <c:v>51.21</c:v>
                </c:pt>
                <c:pt idx="94298">
                  <c:v>63.97</c:v>
                </c:pt>
                <c:pt idx="94299">
                  <c:v>87.95</c:v>
                </c:pt>
                <c:pt idx="94300">
                  <c:v>51.21</c:v>
                </c:pt>
                <c:pt idx="94301">
                  <c:v>49.46</c:v>
                </c:pt>
                <c:pt idx="94302">
                  <c:v>59.95</c:v>
                </c:pt>
                <c:pt idx="94303">
                  <c:v>63.97</c:v>
                </c:pt>
                <c:pt idx="94304">
                  <c:v>29.48</c:v>
                </c:pt>
                <c:pt idx="94305">
                  <c:v>104.25</c:v>
                </c:pt>
                <c:pt idx="94306">
                  <c:v>62.57</c:v>
                </c:pt>
                <c:pt idx="94307">
                  <c:v>171.9</c:v>
                </c:pt>
                <c:pt idx="94308">
                  <c:v>141.27000000000001</c:v>
                </c:pt>
                <c:pt idx="94309">
                  <c:v>191.96</c:v>
                </c:pt>
                <c:pt idx="94310">
                  <c:v>57.97</c:v>
                </c:pt>
                <c:pt idx="94311">
                  <c:v>69.39</c:v>
                </c:pt>
                <c:pt idx="94312">
                  <c:v>104.33</c:v>
                </c:pt>
                <c:pt idx="94313">
                  <c:v>74.98</c:v>
                </c:pt>
                <c:pt idx="94314">
                  <c:v>68.83</c:v>
                </c:pt>
                <c:pt idx="94315">
                  <c:v>59.98</c:v>
                </c:pt>
                <c:pt idx="94316">
                  <c:v>123.47</c:v>
                </c:pt>
                <c:pt idx="94317">
                  <c:v>93.97</c:v>
                </c:pt>
                <c:pt idx="94318">
                  <c:v>68.989999999999995</c:v>
                </c:pt>
                <c:pt idx="94319">
                  <c:v>169.98</c:v>
                </c:pt>
                <c:pt idx="94320">
                  <c:v>99.97</c:v>
                </c:pt>
                <c:pt idx="94321">
                  <c:v>179.96</c:v>
                </c:pt>
                <c:pt idx="94322">
                  <c:v>52.98</c:v>
                </c:pt>
                <c:pt idx="94323">
                  <c:v>79.989999999999995</c:v>
                </c:pt>
                <c:pt idx="94324">
                  <c:v>65.989999999999995</c:v>
                </c:pt>
                <c:pt idx="94325">
                  <c:v>49.99</c:v>
                </c:pt>
                <c:pt idx="94326">
                  <c:v>51.49</c:v>
                </c:pt>
                <c:pt idx="94327">
                  <c:v>329.95</c:v>
                </c:pt>
                <c:pt idx="94328">
                  <c:v>72.53</c:v>
                </c:pt>
                <c:pt idx="94329">
                  <c:v>72.53</c:v>
                </c:pt>
                <c:pt idx="94330">
                  <c:v>71.08</c:v>
                </c:pt>
                <c:pt idx="94331">
                  <c:v>53.06</c:v>
                </c:pt>
                <c:pt idx="94332">
                  <c:v>53.97</c:v>
                </c:pt>
                <c:pt idx="94333">
                  <c:v>80.040000000000006</c:v>
                </c:pt>
                <c:pt idx="94334">
                  <c:v>59.98</c:v>
                </c:pt>
                <c:pt idx="94335">
                  <c:v>79.959999999999994</c:v>
                </c:pt>
                <c:pt idx="94336">
                  <c:v>62.96</c:v>
                </c:pt>
                <c:pt idx="94337">
                  <c:v>61.95</c:v>
                </c:pt>
                <c:pt idx="94338">
                  <c:v>89.91</c:v>
                </c:pt>
                <c:pt idx="94339">
                  <c:v>55.76</c:v>
                </c:pt>
                <c:pt idx="94340">
                  <c:v>64.989999999999995</c:v>
                </c:pt>
                <c:pt idx="94341">
                  <c:v>116.06</c:v>
                </c:pt>
                <c:pt idx="94342">
                  <c:v>89.98</c:v>
                </c:pt>
                <c:pt idx="94343">
                  <c:v>89.98</c:v>
                </c:pt>
                <c:pt idx="94344">
                  <c:v>119.56</c:v>
                </c:pt>
                <c:pt idx="94345">
                  <c:v>18.489999999999998</c:v>
                </c:pt>
                <c:pt idx="94346">
                  <c:v>140.36000000000001</c:v>
                </c:pt>
                <c:pt idx="94347">
                  <c:v>65.989999999999995</c:v>
                </c:pt>
                <c:pt idx="94348">
                  <c:v>122.97</c:v>
                </c:pt>
                <c:pt idx="94349">
                  <c:v>331.94</c:v>
                </c:pt>
                <c:pt idx="94350">
                  <c:v>46.29</c:v>
                </c:pt>
                <c:pt idx="94351">
                  <c:v>98.98</c:v>
                </c:pt>
                <c:pt idx="94352">
                  <c:v>40.24</c:v>
                </c:pt>
                <c:pt idx="94353">
                  <c:v>84.99</c:v>
                </c:pt>
                <c:pt idx="94354">
                  <c:v>84.99</c:v>
                </c:pt>
                <c:pt idx="94355">
                  <c:v>103.18</c:v>
                </c:pt>
                <c:pt idx="94356">
                  <c:v>97.22</c:v>
                </c:pt>
                <c:pt idx="94357">
                  <c:v>234.54</c:v>
                </c:pt>
                <c:pt idx="94358">
                  <c:v>72.959999999999994</c:v>
                </c:pt>
                <c:pt idx="94359">
                  <c:v>29.86</c:v>
                </c:pt>
                <c:pt idx="94360">
                  <c:v>59.97</c:v>
                </c:pt>
                <c:pt idx="94361">
                  <c:v>41.28</c:v>
                </c:pt>
                <c:pt idx="94362">
                  <c:v>50.97</c:v>
                </c:pt>
                <c:pt idx="94363">
                  <c:v>139.97999999999999</c:v>
                </c:pt>
                <c:pt idx="94364">
                  <c:v>147.74</c:v>
                </c:pt>
                <c:pt idx="94365">
                  <c:v>146.03</c:v>
                </c:pt>
                <c:pt idx="94366">
                  <c:v>59.96</c:v>
                </c:pt>
                <c:pt idx="94367">
                  <c:v>59.96</c:v>
                </c:pt>
                <c:pt idx="94368">
                  <c:v>28.23</c:v>
                </c:pt>
                <c:pt idx="94369">
                  <c:v>33.28</c:v>
                </c:pt>
                <c:pt idx="94370">
                  <c:v>33.26</c:v>
                </c:pt>
                <c:pt idx="94371">
                  <c:v>54.97</c:v>
                </c:pt>
                <c:pt idx="94372">
                  <c:v>36.78</c:v>
                </c:pt>
                <c:pt idx="94373">
                  <c:v>72.55</c:v>
                </c:pt>
                <c:pt idx="94374">
                  <c:v>75.2</c:v>
                </c:pt>
                <c:pt idx="94375">
                  <c:v>105.94</c:v>
                </c:pt>
                <c:pt idx="94376">
                  <c:v>74.14</c:v>
                </c:pt>
                <c:pt idx="94377">
                  <c:v>99.97</c:v>
                </c:pt>
                <c:pt idx="94378">
                  <c:v>92.97</c:v>
                </c:pt>
                <c:pt idx="94379">
                  <c:v>82.98</c:v>
                </c:pt>
                <c:pt idx="94380">
                  <c:v>56.97</c:v>
                </c:pt>
                <c:pt idx="94381">
                  <c:v>78.97</c:v>
                </c:pt>
                <c:pt idx="94382">
                  <c:v>87.97</c:v>
                </c:pt>
                <c:pt idx="94383">
                  <c:v>106.96</c:v>
                </c:pt>
                <c:pt idx="94384">
                  <c:v>324.91000000000003</c:v>
                </c:pt>
                <c:pt idx="94385">
                  <c:v>54.99</c:v>
                </c:pt>
                <c:pt idx="94386">
                  <c:v>46.49</c:v>
                </c:pt>
                <c:pt idx="94387">
                  <c:v>4.9800000000000004</c:v>
                </c:pt>
                <c:pt idx="94388">
                  <c:v>109.97</c:v>
                </c:pt>
                <c:pt idx="94389">
                  <c:v>69.989999999999995</c:v>
                </c:pt>
                <c:pt idx="94390">
                  <c:v>64.989999999999995</c:v>
                </c:pt>
                <c:pt idx="94391">
                  <c:v>82.11</c:v>
                </c:pt>
                <c:pt idx="94392">
                  <c:v>51.99</c:v>
                </c:pt>
                <c:pt idx="94393">
                  <c:v>91.8</c:v>
                </c:pt>
                <c:pt idx="94394">
                  <c:v>123.12</c:v>
                </c:pt>
                <c:pt idx="94395">
                  <c:v>77.400000000000006</c:v>
                </c:pt>
                <c:pt idx="94396">
                  <c:v>160.16999999999999</c:v>
                </c:pt>
                <c:pt idx="94397">
                  <c:v>120.95</c:v>
                </c:pt>
                <c:pt idx="94398">
                  <c:v>33.479999999999997</c:v>
                </c:pt>
                <c:pt idx="94399">
                  <c:v>99.97</c:v>
                </c:pt>
                <c:pt idx="94400">
                  <c:v>83.48</c:v>
                </c:pt>
                <c:pt idx="94401">
                  <c:v>62.47</c:v>
                </c:pt>
                <c:pt idx="94402">
                  <c:v>72.959999999999994</c:v>
                </c:pt>
                <c:pt idx="94403">
                  <c:v>53.96</c:v>
                </c:pt>
                <c:pt idx="94404">
                  <c:v>28.48</c:v>
                </c:pt>
                <c:pt idx="94405">
                  <c:v>58.27</c:v>
                </c:pt>
                <c:pt idx="94406">
                  <c:v>49.71</c:v>
                </c:pt>
                <c:pt idx="94407">
                  <c:v>7.04</c:v>
                </c:pt>
                <c:pt idx="94408">
                  <c:v>74.28</c:v>
                </c:pt>
                <c:pt idx="94409">
                  <c:v>73.98</c:v>
                </c:pt>
                <c:pt idx="94410">
                  <c:v>72.97</c:v>
                </c:pt>
                <c:pt idx="94411">
                  <c:v>164.97</c:v>
                </c:pt>
                <c:pt idx="94412">
                  <c:v>77.97</c:v>
                </c:pt>
                <c:pt idx="94413">
                  <c:v>89.97</c:v>
                </c:pt>
                <c:pt idx="94414">
                  <c:v>59.98</c:v>
                </c:pt>
                <c:pt idx="94415">
                  <c:v>59.98</c:v>
                </c:pt>
                <c:pt idx="94416">
                  <c:v>119.96</c:v>
                </c:pt>
                <c:pt idx="94417">
                  <c:v>98.95</c:v>
                </c:pt>
                <c:pt idx="94418">
                  <c:v>230.85</c:v>
                </c:pt>
                <c:pt idx="94419">
                  <c:v>197.96</c:v>
                </c:pt>
                <c:pt idx="94420">
                  <c:v>136.08000000000001</c:v>
                </c:pt>
                <c:pt idx="94421">
                  <c:v>59.96</c:v>
                </c:pt>
                <c:pt idx="94422">
                  <c:v>89.95</c:v>
                </c:pt>
                <c:pt idx="94423">
                  <c:v>59.96</c:v>
                </c:pt>
                <c:pt idx="94424">
                  <c:v>59.96</c:v>
                </c:pt>
                <c:pt idx="94425">
                  <c:v>65.989999999999995</c:v>
                </c:pt>
                <c:pt idx="94426">
                  <c:v>64.709999999999994</c:v>
                </c:pt>
                <c:pt idx="94427">
                  <c:v>53.97</c:v>
                </c:pt>
                <c:pt idx="94428">
                  <c:v>89.93</c:v>
                </c:pt>
                <c:pt idx="94429">
                  <c:v>99.95</c:v>
                </c:pt>
                <c:pt idx="94430">
                  <c:v>59.96</c:v>
                </c:pt>
                <c:pt idx="94431">
                  <c:v>89.93</c:v>
                </c:pt>
                <c:pt idx="94432">
                  <c:v>201.95</c:v>
                </c:pt>
                <c:pt idx="94433">
                  <c:v>54.98</c:v>
                </c:pt>
                <c:pt idx="94434">
                  <c:v>71.97</c:v>
                </c:pt>
                <c:pt idx="94435">
                  <c:v>89.95</c:v>
                </c:pt>
                <c:pt idx="94436">
                  <c:v>82.4</c:v>
                </c:pt>
                <c:pt idx="94437">
                  <c:v>77.150000000000006</c:v>
                </c:pt>
                <c:pt idx="94438">
                  <c:v>71.180000000000007</c:v>
                </c:pt>
                <c:pt idx="94439">
                  <c:v>36.479999999999997</c:v>
                </c:pt>
                <c:pt idx="94440">
                  <c:v>89.98</c:v>
                </c:pt>
                <c:pt idx="94441">
                  <c:v>126.99</c:v>
                </c:pt>
                <c:pt idx="94442">
                  <c:v>110.06</c:v>
                </c:pt>
                <c:pt idx="94443">
                  <c:v>119.73</c:v>
                </c:pt>
                <c:pt idx="94444">
                  <c:v>218.89</c:v>
                </c:pt>
                <c:pt idx="94445">
                  <c:v>89.98</c:v>
                </c:pt>
                <c:pt idx="94446">
                  <c:v>218.89</c:v>
                </c:pt>
                <c:pt idx="94447">
                  <c:v>218.89</c:v>
                </c:pt>
                <c:pt idx="94448">
                  <c:v>137.87</c:v>
                </c:pt>
                <c:pt idx="94449">
                  <c:v>137.87</c:v>
                </c:pt>
                <c:pt idx="94450">
                  <c:v>89.98</c:v>
                </c:pt>
                <c:pt idx="94451">
                  <c:v>137.87</c:v>
                </c:pt>
                <c:pt idx="94452">
                  <c:v>89.98</c:v>
                </c:pt>
                <c:pt idx="94453">
                  <c:v>72.56</c:v>
                </c:pt>
                <c:pt idx="94454">
                  <c:v>152.41</c:v>
                </c:pt>
                <c:pt idx="94455">
                  <c:v>72.56</c:v>
                </c:pt>
                <c:pt idx="94456">
                  <c:v>49.57</c:v>
                </c:pt>
                <c:pt idx="94457">
                  <c:v>53.97</c:v>
                </c:pt>
                <c:pt idx="94458">
                  <c:v>53.43</c:v>
                </c:pt>
                <c:pt idx="94459">
                  <c:v>189.98</c:v>
                </c:pt>
                <c:pt idx="94460">
                  <c:v>56.97</c:v>
                </c:pt>
                <c:pt idx="94461">
                  <c:v>80.97</c:v>
                </c:pt>
                <c:pt idx="94462">
                  <c:v>80.97</c:v>
                </c:pt>
                <c:pt idx="94463">
                  <c:v>70.650000000000006</c:v>
                </c:pt>
                <c:pt idx="94464">
                  <c:v>70.650000000000006</c:v>
                </c:pt>
                <c:pt idx="94465">
                  <c:v>50.98</c:v>
                </c:pt>
                <c:pt idx="94466">
                  <c:v>50.98</c:v>
                </c:pt>
                <c:pt idx="94467">
                  <c:v>59.98</c:v>
                </c:pt>
                <c:pt idx="94468">
                  <c:v>59.98</c:v>
                </c:pt>
                <c:pt idx="94469">
                  <c:v>68.989999999999995</c:v>
                </c:pt>
                <c:pt idx="94470">
                  <c:v>327.92</c:v>
                </c:pt>
                <c:pt idx="94471">
                  <c:v>62.28</c:v>
                </c:pt>
                <c:pt idx="94472">
                  <c:v>49.99</c:v>
                </c:pt>
                <c:pt idx="94473">
                  <c:v>245.56</c:v>
                </c:pt>
                <c:pt idx="94474">
                  <c:v>50.48</c:v>
                </c:pt>
                <c:pt idx="94475">
                  <c:v>114.91</c:v>
                </c:pt>
                <c:pt idx="94476">
                  <c:v>119.98</c:v>
                </c:pt>
                <c:pt idx="94477">
                  <c:v>110.98</c:v>
                </c:pt>
                <c:pt idx="94478">
                  <c:v>62.97</c:v>
                </c:pt>
                <c:pt idx="94479">
                  <c:v>19.48</c:v>
                </c:pt>
                <c:pt idx="94480">
                  <c:v>56.97</c:v>
                </c:pt>
                <c:pt idx="94481">
                  <c:v>56.97</c:v>
                </c:pt>
                <c:pt idx="94482">
                  <c:v>68.73</c:v>
                </c:pt>
                <c:pt idx="94483">
                  <c:v>59.37</c:v>
                </c:pt>
                <c:pt idx="94484">
                  <c:v>-5.9</c:v>
                </c:pt>
                <c:pt idx="94485">
                  <c:v>58.98</c:v>
                </c:pt>
                <c:pt idx="94486">
                  <c:v>64.98</c:v>
                </c:pt>
                <c:pt idx="94487">
                  <c:v>70.13</c:v>
                </c:pt>
                <c:pt idx="94488">
                  <c:v>91.91</c:v>
                </c:pt>
                <c:pt idx="94489">
                  <c:v>91.91</c:v>
                </c:pt>
                <c:pt idx="94490">
                  <c:v>49.59</c:v>
                </c:pt>
                <c:pt idx="94491">
                  <c:v>79.849999999999994</c:v>
                </c:pt>
                <c:pt idx="94492">
                  <c:v>49.59</c:v>
                </c:pt>
                <c:pt idx="94493">
                  <c:v>157.26</c:v>
                </c:pt>
                <c:pt idx="94494">
                  <c:v>50.97</c:v>
                </c:pt>
                <c:pt idx="94495">
                  <c:v>-24.99</c:v>
                </c:pt>
                <c:pt idx="94496">
                  <c:v>-25.98</c:v>
                </c:pt>
                <c:pt idx="94497">
                  <c:v>27.48</c:v>
                </c:pt>
                <c:pt idx="94498">
                  <c:v>27.48</c:v>
                </c:pt>
                <c:pt idx="94499">
                  <c:v>59.83</c:v>
                </c:pt>
                <c:pt idx="94500">
                  <c:v>100.45</c:v>
                </c:pt>
                <c:pt idx="94501">
                  <c:v>84.99</c:v>
                </c:pt>
                <c:pt idx="94502">
                  <c:v>84.99</c:v>
                </c:pt>
                <c:pt idx="94503">
                  <c:v>84.99</c:v>
                </c:pt>
                <c:pt idx="94504">
                  <c:v>72.239999999999995</c:v>
                </c:pt>
                <c:pt idx="94505">
                  <c:v>79.849999999999994</c:v>
                </c:pt>
                <c:pt idx="94506">
                  <c:v>79.849999999999994</c:v>
                </c:pt>
                <c:pt idx="94507">
                  <c:v>108.86</c:v>
                </c:pt>
                <c:pt idx="94508">
                  <c:v>86.49</c:v>
                </c:pt>
                <c:pt idx="94509">
                  <c:v>45.96</c:v>
                </c:pt>
                <c:pt idx="94510">
                  <c:v>37.18</c:v>
                </c:pt>
                <c:pt idx="94511">
                  <c:v>67.739999999999995</c:v>
                </c:pt>
                <c:pt idx="94512">
                  <c:v>77.98</c:v>
                </c:pt>
                <c:pt idx="94513">
                  <c:v>170.97</c:v>
                </c:pt>
                <c:pt idx="94514">
                  <c:v>77.98</c:v>
                </c:pt>
                <c:pt idx="94515">
                  <c:v>154.96</c:v>
                </c:pt>
                <c:pt idx="94516">
                  <c:v>129.96</c:v>
                </c:pt>
                <c:pt idx="94517">
                  <c:v>119.92</c:v>
                </c:pt>
                <c:pt idx="94518">
                  <c:v>50.97</c:v>
                </c:pt>
                <c:pt idx="94519">
                  <c:v>68.97</c:v>
                </c:pt>
                <c:pt idx="94520">
                  <c:v>29.48</c:v>
                </c:pt>
                <c:pt idx="94521">
                  <c:v>24.49</c:v>
                </c:pt>
                <c:pt idx="94522">
                  <c:v>68.97</c:v>
                </c:pt>
                <c:pt idx="94523">
                  <c:v>24.49</c:v>
                </c:pt>
                <c:pt idx="94524">
                  <c:v>21.04</c:v>
                </c:pt>
                <c:pt idx="94525">
                  <c:v>53.97</c:v>
                </c:pt>
                <c:pt idx="94526">
                  <c:v>53.97</c:v>
                </c:pt>
                <c:pt idx="94527">
                  <c:v>19.29</c:v>
                </c:pt>
                <c:pt idx="94528">
                  <c:v>53.98</c:v>
                </c:pt>
                <c:pt idx="94529">
                  <c:v>119.94</c:v>
                </c:pt>
                <c:pt idx="94530">
                  <c:v>71.959999999999994</c:v>
                </c:pt>
                <c:pt idx="94531">
                  <c:v>70.69</c:v>
                </c:pt>
                <c:pt idx="94532">
                  <c:v>64.77</c:v>
                </c:pt>
                <c:pt idx="94533">
                  <c:v>55.98</c:v>
                </c:pt>
                <c:pt idx="94534">
                  <c:v>103.96</c:v>
                </c:pt>
                <c:pt idx="94535">
                  <c:v>119.92</c:v>
                </c:pt>
                <c:pt idx="94536">
                  <c:v>79.989999999999995</c:v>
                </c:pt>
                <c:pt idx="94537">
                  <c:v>121.16</c:v>
                </c:pt>
                <c:pt idx="94538">
                  <c:v>129.36000000000001</c:v>
                </c:pt>
                <c:pt idx="94539">
                  <c:v>99.98</c:v>
                </c:pt>
                <c:pt idx="94540">
                  <c:v>82.97</c:v>
                </c:pt>
                <c:pt idx="94541">
                  <c:v>54.99</c:v>
                </c:pt>
                <c:pt idx="94542">
                  <c:v>54.99</c:v>
                </c:pt>
                <c:pt idx="94543">
                  <c:v>54.99</c:v>
                </c:pt>
                <c:pt idx="94544">
                  <c:v>99.98</c:v>
                </c:pt>
                <c:pt idx="94545">
                  <c:v>55.98</c:v>
                </c:pt>
                <c:pt idx="94546">
                  <c:v>74.98</c:v>
                </c:pt>
                <c:pt idx="94547">
                  <c:v>65.680000000000007</c:v>
                </c:pt>
                <c:pt idx="94548">
                  <c:v>104.98</c:v>
                </c:pt>
                <c:pt idx="94549">
                  <c:v>80.739999999999995</c:v>
                </c:pt>
                <c:pt idx="94550">
                  <c:v>55.96</c:v>
                </c:pt>
                <c:pt idx="94551">
                  <c:v>117.76</c:v>
                </c:pt>
                <c:pt idx="94552">
                  <c:v>146.96</c:v>
                </c:pt>
                <c:pt idx="94553">
                  <c:v>132.36000000000001</c:v>
                </c:pt>
                <c:pt idx="94554">
                  <c:v>59.39</c:v>
                </c:pt>
                <c:pt idx="94555">
                  <c:v>54.98</c:v>
                </c:pt>
                <c:pt idx="94556">
                  <c:v>64.95</c:v>
                </c:pt>
                <c:pt idx="94557">
                  <c:v>94.98</c:v>
                </c:pt>
                <c:pt idx="94558">
                  <c:v>58.93</c:v>
                </c:pt>
                <c:pt idx="94559">
                  <c:v>146.36000000000001</c:v>
                </c:pt>
                <c:pt idx="94560">
                  <c:v>106.86</c:v>
                </c:pt>
                <c:pt idx="94561">
                  <c:v>59.98</c:v>
                </c:pt>
                <c:pt idx="94562">
                  <c:v>56.98</c:v>
                </c:pt>
                <c:pt idx="94563">
                  <c:v>277.41000000000003</c:v>
                </c:pt>
                <c:pt idx="94564">
                  <c:v>51.96</c:v>
                </c:pt>
                <c:pt idx="94565">
                  <c:v>151.91999999999999</c:v>
                </c:pt>
                <c:pt idx="94566">
                  <c:v>71.959999999999994</c:v>
                </c:pt>
                <c:pt idx="94567">
                  <c:v>89.94</c:v>
                </c:pt>
                <c:pt idx="94568">
                  <c:v>226.41</c:v>
                </c:pt>
                <c:pt idx="94569">
                  <c:v>76.47</c:v>
                </c:pt>
                <c:pt idx="94570">
                  <c:v>60.97</c:v>
                </c:pt>
                <c:pt idx="94571">
                  <c:v>89.91</c:v>
                </c:pt>
                <c:pt idx="94572">
                  <c:v>78.959999999999994</c:v>
                </c:pt>
                <c:pt idx="94573">
                  <c:v>39.89</c:v>
                </c:pt>
                <c:pt idx="94574">
                  <c:v>47.28</c:v>
                </c:pt>
                <c:pt idx="94575">
                  <c:v>45.26</c:v>
                </c:pt>
                <c:pt idx="94576">
                  <c:v>55.97</c:v>
                </c:pt>
                <c:pt idx="94577">
                  <c:v>54.95</c:v>
                </c:pt>
                <c:pt idx="94578">
                  <c:v>139.94999999999999</c:v>
                </c:pt>
                <c:pt idx="94579">
                  <c:v>209.97</c:v>
                </c:pt>
                <c:pt idx="94580">
                  <c:v>26.29</c:v>
                </c:pt>
                <c:pt idx="94581">
                  <c:v>41.28</c:v>
                </c:pt>
                <c:pt idx="94582">
                  <c:v>41.28</c:v>
                </c:pt>
                <c:pt idx="94583">
                  <c:v>69.97</c:v>
                </c:pt>
                <c:pt idx="94584">
                  <c:v>158.97</c:v>
                </c:pt>
                <c:pt idx="94585">
                  <c:v>159.97999999999999</c:v>
                </c:pt>
                <c:pt idx="94586">
                  <c:v>50.37</c:v>
                </c:pt>
                <c:pt idx="94587">
                  <c:v>71.97</c:v>
                </c:pt>
                <c:pt idx="94588">
                  <c:v>146.36000000000001</c:v>
                </c:pt>
                <c:pt idx="94589">
                  <c:v>53.97</c:v>
                </c:pt>
                <c:pt idx="94590">
                  <c:v>117.98</c:v>
                </c:pt>
                <c:pt idx="94591">
                  <c:v>117.98</c:v>
                </c:pt>
                <c:pt idx="94592">
                  <c:v>16.29</c:v>
                </c:pt>
                <c:pt idx="94593">
                  <c:v>56.98</c:v>
                </c:pt>
                <c:pt idx="94594">
                  <c:v>16.29</c:v>
                </c:pt>
                <c:pt idx="94595">
                  <c:v>56.98</c:v>
                </c:pt>
                <c:pt idx="94596">
                  <c:v>53.97</c:v>
                </c:pt>
                <c:pt idx="94597">
                  <c:v>109.96</c:v>
                </c:pt>
                <c:pt idx="94598">
                  <c:v>213.92</c:v>
                </c:pt>
                <c:pt idx="94599">
                  <c:v>42.31</c:v>
                </c:pt>
                <c:pt idx="94600">
                  <c:v>42.31</c:v>
                </c:pt>
                <c:pt idx="94601">
                  <c:v>37.47</c:v>
                </c:pt>
                <c:pt idx="94602">
                  <c:v>74.95</c:v>
                </c:pt>
                <c:pt idx="94603">
                  <c:v>46.47</c:v>
                </c:pt>
                <c:pt idx="94604">
                  <c:v>74.95</c:v>
                </c:pt>
                <c:pt idx="94605">
                  <c:v>64.989999999999995</c:v>
                </c:pt>
                <c:pt idx="94606">
                  <c:v>56.97</c:v>
                </c:pt>
                <c:pt idx="94607">
                  <c:v>114.98</c:v>
                </c:pt>
                <c:pt idx="94608">
                  <c:v>67.989999999999995</c:v>
                </c:pt>
                <c:pt idx="94609">
                  <c:v>62.97</c:v>
                </c:pt>
                <c:pt idx="94610">
                  <c:v>52.68</c:v>
                </c:pt>
                <c:pt idx="94611">
                  <c:v>61.98</c:v>
                </c:pt>
                <c:pt idx="94612">
                  <c:v>69.98</c:v>
                </c:pt>
                <c:pt idx="94613">
                  <c:v>75.97</c:v>
                </c:pt>
                <c:pt idx="94614">
                  <c:v>117.96</c:v>
                </c:pt>
                <c:pt idx="94615">
                  <c:v>99.98</c:v>
                </c:pt>
                <c:pt idx="94616">
                  <c:v>125.98</c:v>
                </c:pt>
                <c:pt idx="94617">
                  <c:v>89.96</c:v>
                </c:pt>
                <c:pt idx="94618">
                  <c:v>101.97</c:v>
                </c:pt>
                <c:pt idx="94619">
                  <c:v>94.98</c:v>
                </c:pt>
                <c:pt idx="94620">
                  <c:v>87.98</c:v>
                </c:pt>
                <c:pt idx="94621">
                  <c:v>99.98</c:v>
                </c:pt>
                <c:pt idx="94622">
                  <c:v>64.98</c:v>
                </c:pt>
                <c:pt idx="94623">
                  <c:v>32.479999999999997</c:v>
                </c:pt>
                <c:pt idx="94624">
                  <c:v>59.96</c:v>
                </c:pt>
                <c:pt idx="94625">
                  <c:v>59.91</c:v>
                </c:pt>
                <c:pt idx="94626">
                  <c:v>169.98</c:v>
                </c:pt>
                <c:pt idx="94627">
                  <c:v>152.97999999999999</c:v>
                </c:pt>
                <c:pt idx="94628">
                  <c:v>34.06</c:v>
                </c:pt>
                <c:pt idx="94629">
                  <c:v>64.95</c:v>
                </c:pt>
                <c:pt idx="94630">
                  <c:v>64.95</c:v>
                </c:pt>
                <c:pt idx="94631">
                  <c:v>49.05</c:v>
                </c:pt>
                <c:pt idx="94632">
                  <c:v>61.67</c:v>
                </c:pt>
                <c:pt idx="94633">
                  <c:v>193.55</c:v>
                </c:pt>
                <c:pt idx="94634">
                  <c:v>39.99</c:v>
                </c:pt>
                <c:pt idx="94635">
                  <c:v>157.94999999999999</c:v>
                </c:pt>
                <c:pt idx="94636">
                  <c:v>89.97</c:v>
                </c:pt>
                <c:pt idx="94637">
                  <c:v>139.94999999999999</c:v>
                </c:pt>
                <c:pt idx="94638">
                  <c:v>89.97</c:v>
                </c:pt>
                <c:pt idx="94639">
                  <c:v>69.98</c:v>
                </c:pt>
                <c:pt idx="94640">
                  <c:v>70.97</c:v>
                </c:pt>
                <c:pt idx="94641">
                  <c:v>31.49</c:v>
                </c:pt>
                <c:pt idx="94642">
                  <c:v>55.97</c:v>
                </c:pt>
                <c:pt idx="94643">
                  <c:v>31.49</c:v>
                </c:pt>
                <c:pt idx="94644">
                  <c:v>31.49</c:v>
                </c:pt>
                <c:pt idx="94645">
                  <c:v>259.95999999999998</c:v>
                </c:pt>
                <c:pt idx="94646">
                  <c:v>259.95999999999998</c:v>
                </c:pt>
                <c:pt idx="94647">
                  <c:v>56.97</c:v>
                </c:pt>
                <c:pt idx="94648">
                  <c:v>56.97</c:v>
                </c:pt>
                <c:pt idx="94649">
                  <c:v>69.989999999999995</c:v>
                </c:pt>
                <c:pt idx="94650">
                  <c:v>99.97</c:v>
                </c:pt>
                <c:pt idx="94651">
                  <c:v>55.98</c:v>
                </c:pt>
                <c:pt idx="94652">
                  <c:v>50.98</c:v>
                </c:pt>
                <c:pt idx="94653">
                  <c:v>16.489999999999998</c:v>
                </c:pt>
                <c:pt idx="94654">
                  <c:v>59.99</c:v>
                </c:pt>
                <c:pt idx="94655">
                  <c:v>55.96</c:v>
                </c:pt>
                <c:pt idx="94656">
                  <c:v>151.47</c:v>
                </c:pt>
                <c:pt idx="94657">
                  <c:v>56.97</c:v>
                </c:pt>
                <c:pt idx="94658">
                  <c:v>108.41</c:v>
                </c:pt>
                <c:pt idx="94659">
                  <c:v>63.96</c:v>
                </c:pt>
                <c:pt idx="94660">
                  <c:v>63.96</c:v>
                </c:pt>
                <c:pt idx="94661">
                  <c:v>63.96</c:v>
                </c:pt>
                <c:pt idx="94662">
                  <c:v>68.94</c:v>
                </c:pt>
                <c:pt idx="94663">
                  <c:v>77.959999999999994</c:v>
                </c:pt>
                <c:pt idx="94664">
                  <c:v>269.75</c:v>
                </c:pt>
                <c:pt idx="94665">
                  <c:v>79.849999999999994</c:v>
                </c:pt>
                <c:pt idx="94666">
                  <c:v>119.97</c:v>
                </c:pt>
                <c:pt idx="94667">
                  <c:v>99.95</c:v>
                </c:pt>
                <c:pt idx="94668">
                  <c:v>79.98</c:v>
                </c:pt>
                <c:pt idx="94669">
                  <c:v>79.98</c:v>
                </c:pt>
                <c:pt idx="94670">
                  <c:v>99.95</c:v>
                </c:pt>
                <c:pt idx="94671">
                  <c:v>119.97</c:v>
                </c:pt>
                <c:pt idx="94672">
                  <c:v>26.49</c:v>
                </c:pt>
                <c:pt idx="94673">
                  <c:v>39.479999999999997</c:v>
                </c:pt>
                <c:pt idx="94674">
                  <c:v>26.49</c:v>
                </c:pt>
                <c:pt idx="94675">
                  <c:v>16.239999999999998</c:v>
                </c:pt>
                <c:pt idx="94676">
                  <c:v>22.94</c:v>
                </c:pt>
                <c:pt idx="94677">
                  <c:v>26.49</c:v>
                </c:pt>
                <c:pt idx="94678">
                  <c:v>26.49</c:v>
                </c:pt>
                <c:pt idx="94679">
                  <c:v>121.98</c:v>
                </c:pt>
                <c:pt idx="94680">
                  <c:v>199.96</c:v>
                </c:pt>
                <c:pt idx="94681">
                  <c:v>182.94</c:v>
                </c:pt>
                <c:pt idx="94682">
                  <c:v>134.94999999999999</c:v>
                </c:pt>
                <c:pt idx="94683">
                  <c:v>68.97</c:v>
                </c:pt>
                <c:pt idx="94684">
                  <c:v>59.98</c:v>
                </c:pt>
                <c:pt idx="94685">
                  <c:v>98.06</c:v>
                </c:pt>
                <c:pt idx="94686">
                  <c:v>31.28</c:v>
                </c:pt>
                <c:pt idx="94687">
                  <c:v>16.940000000000001</c:v>
                </c:pt>
                <c:pt idx="94688">
                  <c:v>53.76</c:v>
                </c:pt>
                <c:pt idx="94689">
                  <c:v>70.98</c:v>
                </c:pt>
                <c:pt idx="94690">
                  <c:v>62.97</c:v>
                </c:pt>
                <c:pt idx="94691">
                  <c:v>66.48</c:v>
                </c:pt>
                <c:pt idx="94692">
                  <c:v>119.97</c:v>
                </c:pt>
                <c:pt idx="94693">
                  <c:v>75.97</c:v>
                </c:pt>
                <c:pt idx="94694">
                  <c:v>51.96</c:v>
                </c:pt>
                <c:pt idx="94695">
                  <c:v>41.48</c:v>
                </c:pt>
                <c:pt idx="94696">
                  <c:v>237.55</c:v>
                </c:pt>
                <c:pt idx="94697">
                  <c:v>66.47</c:v>
                </c:pt>
                <c:pt idx="94698">
                  <c:v>51.98</c:v>
                </c:pt>
                <c:pt idx="94699">
                  <c:v>89.97</c:v>
                </c:pt>
                <c:pt idx="94700">
                  <c:v>89.97</c:v>
                </c:pt>
                <c:pt idx="94701">
                  <c:v>83.97</c:v>
                </c:pt>
                <c:pt idx="94702">
                  <c:v>67.98</c:v>
                </c:pt>
                <c:pt idx="94703">
                  <c:v>83.97</c:v>
                </c:pt>
                <c:pt idx="94704">
                  <c:v>47.98</c:v>
                </c:pt>
                <c:pt idx="94705">
                  <c:v>57.98</c:v>
                </c:pt>
                <c:pt idx="94706">
                  <c:v>33.479999999999997</c:v>
                </c:pt>
                <c:pt idx="94707">
                  <c:v>41.48</c:v>
                </c:pt>
                <c:pt idx="94708">
                  <c:v>68.959999999999994</c:v>
                </c:pt>
                <c:pt idx="94709">
                  <c:v>41.48</c:v>
                </c:pt>
                <c:pt idx="94710">
                  <c:v>56.98</c:v>
                </c:pt>
                <c:pt idx="94711">
                  <c:v>79.97</c:v>
                </c:pt>
                <c:pt idx="94712">
                  <c:v>68.91</c:v>
                </c:pt>
                <c:pt idx="94713">
                  <c:v>54.99</c:v>
                </c:pt>
                <c:pt idx="94714">
                  <c:v>54.99</c:v>
                </c:pt>
                <c:pt idx="94715">
                  <c:v>16.940000000000001</c:v>
                </c:pt>
                <c:pt idx="94716">
                  <c:v>16.29</c:v>
                </c:pt>
                <c:pt idx="94717">
                  <c:v>16.940000000000001</c:v>
                </c:pt>
                <c:pt idx="94718">
                  <c:v>106.44</c:v>
                </c:pt>
                <c:pt idx="94719">
                  <c:v>96.78</c:v>
                </c:pt>
                <c:pt idx="94720">
                  <c:v>300.55</c:v>
                </c:pt>
                <c:pt idx="94721">
                  <c:v>65.98</c:v>
                </c:pt>
                <c:pt idx="94722">
                  <c:v>159.96</c:v>
                </c:pt>
                <c:pt idx="94723">
                  <c:v>57.8</c:v>
                </c:pt>
                <c:pt idx="94724">
                  <c:v>72.239999999999995</c:v>
                </c:pt>
                <c:pt idx="94725">
                  <c:v>185.27</c:v>
                </c:pt>
                <c:pt idx="94726">
                  <c:v>72.97</c:v>
                </c:pt>
                <c:pt idx="94727">
                  <c:v>50.98</c:v>
                </c:pt>
                <c:pt idx="94728">
                  <c:v>87.96</c:v>
                </c:pt>
                <c:pt idx="94729">
                  <c:v>59.47</c:v>
                </c:pt>
                <c:pt idx="94730">
                  <c:v>100.95</c:v>
                </c:pt>
                <c:pt idx="94731">
                  <c:v>99.95</c:v>
                </c:pt>
                <c:pt idx="94732">
                  <c:v>119.95</c:v>
                </c:pt>
                <c:pt idx="94733">
                  <c:v>62.98</c:v>
                </c:pt>
                <c:pt idx="94734">
                  <c:v>106.15</c:v>
                </c:pt>
                <c:pt idx="94735">
                  <c:v>42.67</c:v>
                </c:pt>
                <c:pt idx="94736">
                  <c:v>102.48</c:v>
                </c:pt>
                <c:pt idx="94737">
                  <c:v>89.23</c:v>
                </c:pt>
                <c:pt idx="94738">
                  <c:v>114.98</c:v>
                </c:pt>
                <c:pt idx="94739">
                  <c:v>76.11</c:v>
                </c:pt>
                <c:pt idx="94740">
                  <c:v>125.97</c:v>
                </c:pt>
                <c:pt idx="94741">
                  <c:v>184.95</c:v>
                </c:pt>
                <c:pt idx="94742">
                  <c:v>159.97</c:v>
                </c:pt>
                <c:pt idx="94743">
                  <c:v>59.96</c:v>
                </c:pt>
                <c:pt idx="94744">
                  <c:v>77.459999999999994</c:v>
                </c:pt>
                <c:pt idx="94745">
                  <c:v>178.17</c:v>
                </c:pt>
                <c:pt idx="94746">
                  <c:v>43.48</c:v>
                </c:pt>
                <c:pt idx="94747">
                  <c:v>79.98</c:v>
                </c:pt>
                <c:pt idx="94748">
                  <c:v>65.97</c:v>
                </c:pt>
                <c:pt idx="94749">
                  <c:v>59.96</c:v>
                </c:pt>
                <c:pt idx="94750">
                  <c:v>31.48</c:v>
                </c:pt>
                <c:pt idx="94751">
                  <c:v>149.97</c:v>
                </c:pt>
                <c:pt idx="94752">
                  <c:v>83.48</c:v>
                </c:pt>
                <c:pt idx="94753">
                  <c:v>134.97999999999999</c:v>
                </c:pt>
                <c:pt idx="94754">
                  <c:v>54.98</c:v>
                </c:pt>
                <c:pt idx="94755">
                  <c:v>124.97</c:v>
                </c:pt>
                <c:pt idx="94756">
                  <c:v>114.97</c:v>
                </c:pt>
                <c:pt idx="94757">
                  <c:v>77.97</c:v>
                </c:pt>
                <c:pt idx="94758">
                  <c:v>78.97</c:v>
                </c:pt>
                <c:pt idx="94759">
                  <c:v>64.98</c:v>
                </c:pt>
                <c:pt idx="94760">
                  <c:v>32.24</c:v>
                </c:pt>
                <c:pt idx="94761">
                  <c:v>121.46</c:v>
                </c:pt>
                <c:pt idx="94762">
                  <c:v>122.95</c:v>
                </c:pt>
                <c:pt idx="94763">
                  <c:v>53.98</c:v>
                </c:pt>
                <c:pt idx="94764">
                  <c:v>53.98</c:v>
                </c:pt>
                <c:pt idx="94765">
                  <c:v>56.98</c:v>
                </c:pt>
                <c:pt idx="94766">
                  <c:v>89.97</c:v>
                </c:pt>
                <c:pt idx="94767">
                  <c:v>59.98</c:v>
                </c:pt>
                <c:pt idx="94768">
                  <c:v>27.23</c:v>
                </c:pt>
                <c:pt idx="94769">
                  <c:v>16.04</c:v>
                </c:pt>
                <c:pt idx="94770">
                  <c:v>11.09</c:v>
                </c:pt>
                <c:pt idx="94771">
                  <c:v>31.48</c:v>
                </c:pt>
                <c:pt idx="94772">
                  <c:v>31.48</c:v>
                </c:pt>
                <c:pt idx="94773">
                  <c:v>26.48</c:v>
                </c:pt>
                <c:pt idx="94774">
                  <c:v>84.32</c:v>
                </c:pt>
                <c:pt idx="94775">
                  <c:v>59.96</c:v>
                </c:pt>
                <c:pt idx="94776">
                  <c:v>112.95</c:v>
                </c:pt>
                <c:pt idx="94777">
                  <c:v>164.96</c:v>
                </c:pt>
                <c:pt idx="94778">
                  <c:v>83.96</c:v>
                </c:pt>
                <c:pt idx="94779">
                  <c:v>14.99</c:v>
                </c:pt>
                <c:pt idx="94780">
                  <c:v>84.98</c:v>
                </c:pt>
                <c:pt idx="94781">
                  <c:v>68.989999999999995</c:v>
                </c:pt>
                <c:pt idx="94782">
                  <c:v>95.98</c:v>
                </c:pt>
                <c:pt idx="94783">
                  <c:v>55.96</c:v>
                </c:pt>
                <c:pt idx="94784">
                  <c:v>108.57</c:v>
                </c:pt>
                <c:pt idx="94785">
                  <c:v>65.989999999999995</c:v>
                </c:pt>
                <c:pt idx="94786">
                  <c:v>61.98</c:v>
                </c:pt>
                <c:pt idx="94787">
                  <c:v>56.09</c:v>
                </c:pt>
                <c:pt idx="94788">
                  <c:v>65.989999999999995</c:v>
                </c:pt>
                <c:pt idx="94789">
                  <c:v>61.98</c:v>
                </c:pt>
                <c:pt idx="94790">
                  <c:v>65.989999999999995</c:v>
                </c:pt>
                <c:pt idx="94791">
                  <c:v>65.989999999999995</c:v>
                </c:pt>
                <c:pt idx="94792">
                  <c:v>65.989999999999995</c:v>
                </c:pt>
                <c:pt idx="94793">
                  <c:v>65.989999999999995</c:v>
                </c:pt>
                <c:pt idx="94794">
                  <c:v>56.09</c:v>
                </c:pt>
                <c:pt idx="94795">
                  <c:v>65.989999999999995</c:v>
                </c:pt>
                <c:pt idx="94796">
                  <c:v>65.989999999999995</c:v>
                </c:pt>
                <c:pt idx="94797">
                  <c:v>159.97999999999999</c:v>
                </c:pt>
                <c:pt idx="94798">
                  <c:v>65.98</c:v>
                </c:pt>
                <c:pt idx="94799">
                  <c:v>65.98</c:v>
                </c:pt>
                <c:pt idx="94800">
                  <c:v>63.98</c:v>
                </c:pt>
                <c:pt idx="94801">
                  <c:v>59.98</c:v>
                </c:pt>
                <c:pt idx="94802">
                  <c:v>63.98</c:v>
                </c:pt>
                <c:pt idx="94803">
                  <c:v>119.96</c:v>
                </c:pt>
                <c:pt idx="94804">
                  <c:v>59.98</c:v>
                </c:pt>
                <c:pt idx="94805">
                  <c:v>122.56</c:v>
                </c:pt>
                <c:pt idx="94806">
                  <c:v>82.58</c:v>
                </c:pt>
                <c:pt idx="94807">
                  <c:v>77.42</c:v>
                </c:pt>
                <c:pt idx="94808">
                  <c:v>65.53</c:v>
                </c:pt>
                <c:pt idx="94809">
                  <c:v>12.08</c:v>
                </c:pt>
                <c:pt idx="94810">
                  <c:v>41.49</c:v>
                </c:pt>
                <c:pt idx="94811">
                  <c:v>41.49</c:v>
                </c:pt>
                <c:pt idx="94812">
                  <c:v>134.97999999999999</c:v>
                </c:pt>
                <c:pt idx="94813">
                  <c:v>184.41</c:v>
                </c:pt>
                <c:pt idx="94814">
                  <c:v>93.96</c:v>
                </c:pt>
                <c:pt idx="94815">
                  <c:v>74.97</c:v>
                </c:pt>
                <c:pt idx="94816">
                  <c:v>89.99</c:v>
                </c:pt>
                <c:pt idx="94817">
                  <c:v>57.96</c:v>
                </c:pt>
                <c:pt idx="94818">
                  <c:v>49.47</c:v>
                </c:pt>
                <c:pt idx="94819">
                  <c:v>30.28</c:v>
                </c:pt>
                <c:pt idx="94820">
                  <c:v>56.24</c:v>
                </c:pt>
                <c:pt idx="94821">
                  <c:v>74.27</c:v>
                </c:pt>
                <c:pt idx="94822">
                  <c:v>119.68</c:v>
                </c:pt>
                <c:pt idx="94823">
                  <c:v>111.27</c:v>
                </c:pt>
                <c:pt idx="94824">
                  <c:v>58.97</c:v>
                </c:pt>
                <c:pt idx="94825">
                  <c:v>53.98</c:v>
                </c:pt>
                <c:pt idx="94826">
                  <c:v>59.98</c:v>
                </c:pt>
                <c:pt idx="94827">
                  <c:v>88.17</c:v>
                </c:pt>
                <c:pt idx="94828">
                  <c:v>51.98</c:v>
                </c:pt>
                <c:pt idx="94829">
                  <c:v>203.97</c:v>
                </c:pt>
                <c:pt idx="94830">
                  <c:v>114.55</c:v>
                </c:pt>
                <c:pt idx="94831">
                  <c:v>89.23</c:v>
                </c:pt>
                <c:pt idx="94832">
                  <c:v>96.86</c:v>
                </c:pt>
                <c:pt idx="94833">
                  <c:v>55.98</c:v>
                </c:pt>
                <c:pt idx="94834">
                  <c:v>70.989999999999995</c:v>
                </c:pt>
                <c:pt idx="94835">
                  <c:v>124.96</c:v>
                </c:pt>
                <c:pt idx="94836">
                  <c:v>225.6</c:v>
                </c:pt>
                <c:pt idx="94837">
                  <c:v>14.99</c:v>
                </c:pt>
                <c:pt idx="94838">
                  <c:v>59.95</c:v>
                </c:pt>
                <c:pt idx="94839">
                  <c:v>69.989999999999995</c:v>
                </c:pt>
                <c:pt idx="94840">
                  <c:v>169.98</c:v>
                </c:pt>
                <c:pt idx="94841">
                  <c:v>42.47</c:v>
                </c:pt>
                <c:pt idx="94842">
                  <c:v>80.94</c:v>
                </c:pt>
                <c:pt idx="94843">
                  <c:v>59.96</c:v>
                </c:pt>
                <c:pt idx="94844">
                  <c:v>70.98</c:v>
                </c:pt>
                <c:pt idx="94845">
                  <c:v>71.98</c:v>
                </c:pt>
                <c:pt idx="94846">
                  <c:v>169.93</c:v>
                </c:pt>
                <c:pt idx="94847">
                  <c:v>142.44999999999999</c:v>
                </c:pt>
                <c:pt idx="94848">
                  <c:v>76.45</c:v>
                </c:pt>
                <c:pt idx="94849">
                  <c:v>50.98</c:v>
                </c:pt>
                <c:pt idx="94850">
                  <c:v>131.97999999999999</c:v>
                </c:pt>
                <c:pt idx="94851">
                  <c:v>131.97999999999999</c:v>
                </c:pt>
                <c:pt idx="94852">
                  <c:v>36.49</c:v>
                </c:pt>
                <c:pt idx="94853">
                  <c:v>36.89</c:v>
                </c:pt>
                <c:pt idx="94854">
                  <c:v>21.49</c:v>
                </c:pt>
                <c:pt idx="94855">
                  <c:v>59.98</c:v>
                </c:pt>
                <c:pt idx="94856">
                  <c:v>62.98</c:v>
                </c:pt>
                <c:pt idx="94857">
                  <c:v>71.150000000000006</c:v>
                </c:pt>
                <c:pt idx="94858">
                  <c:v>101.62</c:v>
                </c:pt>
                <c:pt idx="94859">
                  <c:v>56.97</c:v>
                </c:pt>
                <c:pt idx="94860">
                  <c:v>189.9</c:v>
                </c:pt>
                <c:pt idx="94861">
                  <c:v>28.92</c:v>
                </c:pt>
                <c:pt idx="94862">
                  <c:v>103.85</c:v>
                </c:pt>
                <c:pt idx="94863">
                  <c:v>72.97</c:v>
                </c:pt>
                <c:pt idx="94864">
                  <c:v>140.96</c:v>
                </c:pt>
                <c:pt idx="94865">
                  <c:v>55.98</c:v>
                </c:pt>
                <c:pt idx="94866">
                  <c:v>55.98</c:v>
                </c:pt>
                <c:pt idx="94867">
                  <c:v>53.98</c:v>
                </c:pt>
                <c:pt idx="94868">
                  <c:v>55.98</c:v>
                </c:pt>
                <c:pt idx="94869">
                  <c:v>31.49</c:v>
                </c:pt>
                <c:pt idx="94870">
                  <c:v>50.38</c:v>
                </c:pt>
                <c:pt idx="94871">
                  <c:v>229.78</c:v>
                </c:pt>
                <c:pt idx="94872">
                  <c:v>114.89</c:v>
                </c:pt>
                <c:pt idx="94873">
                  <c:v>114.89</c:v>
                </c:pt>
                <c:pt idx="94874">
                  <c:v>114.89</c:v>
                </c:pt>
                <c:pt idx="94875">
                  <c:v>114.89</c:v>
                </c:pt>
                <c:pt idx="94876">
                  <c:v>33.479999999999997</c:v>
                </c:pt>
                <c:pt idx="94877">
                  <c:v>56.97</c:v>
                </c:pt>
                <c:pt idx="94878">
                  <c:v>77.47</c:v>
                </c:pt>
                <c:pt idx="94879">
                  <c:v>33.479999999999997</c:v>
                </c:pt>
                <c:pt idx="94880">
                  <c:v>49.97</c:v>
                </c:pt>
                <c:pt idx="94881">
                  <c:v>77.47</c:v>
                </c:pt>
                <c:pt idx="94882">
                  <c:v>56.97</c:v>
                </c:pt>
                <c:pt idx="94883">
                  <c:v>49.97</c:v>
                </c:pt>
                <c:pt idx="94884">
                  <c:v>68.989999999999995</c:v>
                </c:pt>
                <c:pt idx="94885">
                  <c:v>84.98</c:v>
                </c:pt>
                <c:pt idx="94886">
                  <c:v>68.989999999999995</c:v>
                </c:pt>
                <c:pt idx="94887">
                  <c:v>87.64</c:v>
                </c:pt>
                <c:pt idx="94888">
                  <c:v>63.72</c:v>
                </c:pt>
                <c:pt idx="94889">
                  <c:v>87.64</c:v>
                </c:pt>
                <c:pt idx="94890">
                  <c:v>84.99</c:v>
                </c:pt>
                <c:pt idx="94891">
                  <c:v>75.58</c:v>
                </c:pt>
                <c:pt idx="94892">
                  <c:v>84.99</c:v>
                </c:pt>
                <c:pt idx="94893">
                  <c:v>63.72</c:v>
                </c:pt>
                <c:pt idx="94894">
                  <c:v>84.98</c:v>
                </c:pt>
                <c:pt idx="94895">
                  <c:v>75.58</c:v>
                </c:pt>
                <c:pt idx="94896">
                  <c:v>208.96</c:v>
                </c:pt>
                <c:pt idx="94897">
                  <c:v>59.96</c:v>
                </c:pt>
                <c:pt idx="94898">
                  <c:v>59.96</c:v>
                </c:pt>
                <c:pt idx="94899">
                  <c:v>67.709999999999994</c:v>
                </c:pt>
                <c:pt idx="94900">
                  <c:v>65.19</c:v>
                </c:pt>
                <c:pt idx="94901">
                  <c:v>69.98</c:v>
                </c:pt>
                <c:pt idx="94902">
                  <c:v>76.489999999999995</c:v>
                </c:pt>
                <c:pt idx="94903">
                  <c:v>99.98</c:v>
                </c:pt>
                <c:pt idx="94904">
                  <c:v>89.97</c:v>
                </c:pt>
                <c:pt idx="94905">
                  <c:v>227.04</c:v>
                </c:pt>
                <c:pt idx="94906">
                  <c:v>87.36</c:v>
                </c:pt>
                <c:pt idx="94907">
                  <c:v>70.989999999999995</c:v>
                </c:pt>
                <c:pt idx="94908">
                  <c:v>53.96</c:v>
                </c:pt>
                <c:pt idx="94909">
                  <c:v>50.97</c:v>
                </c:pt>
                <c:pt idx="94910">
                  <c:v>15.49</c:v>
                </c:pt>
                <c:pt idx="94911">
                  <c:v>13.7</c:v>
                </c:pt>
                <c:pt idx="94912">
                  <c:v>25.48</c:v>
                </c:pt>
                <c:pt idx="94913">
                  <c:v>15.49</c:v>
                </c:pt>
                <c:pt idx="94914">
                  <c:v>50.98</c:v>
                </c:pt>
                <c:pt idx="94915">
                  <c:v>30.23</c:v>
                </c:pt>
                <c:pt idx="94916">
                  <c:v>65.94</c:v>
                </c:pt>
                <c:pt idx="94917">
                  <c:v>69.989999999999995</c:v>
                </c:pt>
                <c:pt idx="94918">
                  <c:v>59.96</c:v>
                </c:pt>
                <c:pt idx="94919">
                  <c:v>27.38</c:v>
                </c:pt>
                <c:pt idx="94920">
                  <c:v>41.49</c:v>
                </c:pt>
                <c:pt idx="94921">
                  <c:v>102.46</c:v>
                </c:pt>
                <c:pt idx="94922">
                  <c:v>59.96</c:v>
                </c:pt>
                <c:pt idx="94923">
                  <c:v>50.98</c:v>
                </c:pt>
                <c:pt idx="94924">
                  <c:v>89.97</c:v>
                </c:pt>
                <c:pt idx="94925">
                  <c:v>79.97</c:v>
                </c:pt>
                <c:pt idx="94926">
                  <c:v>89.97</c:v>
                </c:pt>
                <c:pt idx="94927">
                  <c:v>59.96</c:v>
                </c:pt>
                <c:pt idx="94928">
                  <c:v>90.87</c:v>
                </c:pt>
                <c:pt idx="94929">
                  <c:v>59.96</c:v>
                </c:pt>
                <c:pt idx="94930">
                  <c:v>31.48</c:v>
                </c:pt>
                <c:pt idx="94931">
                  <c:v>59.96</c:v>
                </c:pt>
                <c:pt idx="94932">
                  <c:v>84.99</c:v>
                </c:pt>
                <c:pt idx="94933">
                  <c:v>160.08000000000001</c:v>
                </c:pt>
                <c:pt idx="94934">
                  <c:v>85.49</c:v>
                </c:pt>
                <c:pt idx="94935">
                  <c:v>77.39</c:v>
                </c:pt>
                <c:pt idx="94936">
                  <c:v>39.49</c:v>
                </c:pt>
                <c:pt idx="94937">
                  <c:v>87.98</c:v>
                </c:pt>
                <c:pt idx="94938">
                  <c:v>46.49</c:v>
                </c:pt>
                <c:pt idx="94939">
                  <c:v>64.349999999999994</c:v>
                </c:pt>
                <c:pt idx="94940">
                  <c:v>46.49</c:v>
                </c:pt>
                <c:pt idx="94941">
                  <c:v>59.84</c:v>
                </c:pt>
                <c:pt idx="94942">
                  <c:v>43.25</c:v>
                </c:pt>
                <c:pt idx="94943">
                  <c:v>62.27</c:v>
                </c:pt>
                <c:pt idx="94944">
                  <c:v>159.69999999999999</c:v>
                </c:pt>
                <c:pt idx="94945">
                  <c:v>182.67</c:v>
                </c:pt>
                <c:pt idx="94946">
                  <c:v>74.97</c:v>
                </c:pt>
                <c:pt idx="94947">
                  <c:v>139.97999999999999</c:v>
                </c:pt>
                <c:pt idx="94948">
                  <c:v>169.98</c:v>
                </c:pt>
                <c:pt idx="94949">
                  <c:v>229.97</c:v>
                </c:pt>
                <c:pt idx="94950">
                  <c:v>63.54</c:v>
                </c:pt>
                <c:pt idx="94951">
                  <c:v>166.85</c:v>
                </c:pt>
                <c:pt idx="94952">
                  <c:v>79.98</c:v>
                </c:pt>
                <c:pt idx="94953">
                  <c:v>77.97</c:v>
                </c:pt>
                <c:pt idx="94954">
                  <c:v>77.97</c:v>
                </c:pt>
                <c:pt idx="94955">
                  <c:v>77.97</c:v>
                </c:pt>
                <c:pt idx="94956">
                  <c:v>77.97</c:v>
                </c:pt>
                <c:pt idx="94957">
                  <c:v>77.97</c:v>
                </c:pt>
                <c:pt idx="94958">
                  <c:v>75.63</c:v>
                </c:pt>
                <c:pt idx="94959">
                  <c:v>75.63</c:v>
                </c:pt>
                <c:pt idx="94960">
                  <c:v>77.97</c:v>
                </c:pt>
                <c:pt idx="94961">
                  <c:v>59.98</c:v>
                </c:pt>
                <c:pt idx="94962">
                  <c:v>65.97</c:v>
                </c:pt>
                <c:pt idx="94963">
                  <c:v>55.96</c:v>
                </c:pt>
                <c:pt idx="94964">
                  <c:v>93.56</c:v>
                </c:pt>
                <c:pt idx="94965">
                  <c:v>137.94999999999999</c:v>
                </c:pt>
                <c:pt idx="94966">
                  <c:v>77.97</c:v>
                </c:pt>
                <c:pt idx="94967">
                  <c:v>130.94999999999999</c:v>
                </c:pt>
                <c:pt idx="94968">
                  <c:v>62.96</c:v>
                </c:pt>
                <c:pt idx="94969">
                  <c:v>67.989999999999995</c:v>
                </c:pt>
                <c:pt idx="94970">
                  <c:v>49.72</c:v>
                </c:pt>
                <c:pt idx="94971">
                  <c:v>93.03</c:v>
                </c:pt>
                <c:pt idx="94972">
                  <c:v>94.99</c:v>
                </c:pt>
                <c:pt idx="94973">
                  <c:v>69.98</c:v>
                </c:pt>
                <c:pt idx="94974">
                  <c:v>84.99</c:v>
                </c:pt>
                <c:pt idx="94975">
                  <c:v>54.99</c:v>
                </c:pt>
                <c:pt idx="94976">
                  <c:v>68.97</c:v>
                </c:pt>
                <c:pt idx="94977">
                  <c:v>98.42</c:v>
                </c:pt>
                <c:pt idx="94978">
                  <c:v>91.96</c:v>
                </c:pt>
                <c:pt idx="94979">
                  <c:v>51.44</c:v>
                </c:pt>
                <c:pt idx="94980">
                  <c:v>51.44</c:v>
                </c:pt>
                <c:pt idx="94981">
                  <c:v>262.94</c:v>
                </c:pt>
                <c:pt idx="94982">
                  <c:v>93.57</c:v>
                </c:pt>
                <c:pt idx="94983">
                  <c:v>48.57</c:v>
                </c:pt>
                <c:pt idx="94984">
                  <c:v>37.28</c:v>
                </c:pt>
                <c:pt idx="94985">
                  <c:v>67.959999999999994</c:v>
                </c:pt>
                <c:pt idx="94986">
                  <c:v>49.27</c:v>
                </c:pt>
                <c:pt idx="94987">
                  <c:v>143.97999999999999</c:v>
                </c:pt>
                <c:pt idx="94988">
                  <c:v>169.98</c:v>
                </c:pt>
                <c:pt idx="94989">
                  <c:v>199.96</c:v>
                </c:pt>
                <c:pt idx="94990">
                  <c:v>113.97</c:v>
                </c:pt>
                <c:pt idx="94991">
                  <c:v>71.97</c:v>
                </c:pt>
                <c:pt idx="94992">
                  <c:v>127.96</c:v>
                </c:pt>
                <c:pt idx="94993">
                  <c:v>113.97</c:v>
                </c:pt>
                <c:pt idx="94994">
                  <c:v>79.98</c:v>
                </c:pt>
                <c:pt idx="94995">
                  <c:v>37.46</c:v>
                </c:pt>
                <c:pt idx="94996">
                  <c:v>32.93</c:v>
                </c:pt>
                <c:pt idx="94997">
                  <c:v>28.44</c:v>
                </c:pt>
                <c:pt idx="94998">
                  <c:v>51.98</c:v>
                </c:pt>
                <c:pt idx="94999">
                  <c:v>55.98</c:v>
                </c:pt>
                <c:pt idx="95000">
                  <c:v>56.97</c:v>
                </c:pt>
                <c:pt idx="95001">
                  <c:v>114.48</c:v>
                </c:pt>
                <c:pt idx="95002">
                  <c:v>148.96</c:v>
                </c:pt>
                <c:pt idx="95003">
                  <c:v>313.83</c:v>
                </c:pt>
                <c:pt idx="95004">
                  <c:v>84.98</c:v>
                </c:pt>
                <c:pt idx="95005">
                  <c:v>69.989999999999995</c:v>
                </c:pt>
                <c:pt idx="95006">
                  <c:v>83.48</c:v>
                </c:pt>
                <c:pt idx="95007">
                  <c:v>135.5</c:v>
                </c:pt>
                <c:pt idx="95008">
                  <c:v>67.87</c:v>
                </c:pt>
                <c:pt idx="95009">
                  <c:v>71.86</c:v>
                </c:pt>
                <c:pt idx="95010">
                  <c:v>65.3</c:v>
                </c:pt>
                <c:pt idx="95011">
                  <c:v>89.97</c:v>
                </c:pt>
                <c:pt idx="95012">
                  <c:v>80.97</c:v>
                </c:pt>
                <c:pt idx="95013">
                  <c:v>73.98</c:v>
                </c:pt>
                <c:pt idx="95014">
                  <c:v>72.58</c:v>
                </c:pt>
                <c:pt idx="95015">
                  <c:v>100.55</c:v>
                </c:pt>
                <c:pt idx="95016">
                  <c:v>72.58</c:v>
                </c:pt>
                <c:pt idx="95017">
                  <c:v>59.18</c:v>
                </c:pt>
                <c:pt idx="95018">
                  <c:v>81.48</c:v>
                </c:pt>
                <c:pt idx="95019">
                  <c:v>31.49</c:v>
                </c:pt>
                <c:pt idx="95020">
                  <c:v>59.38</c:v>
                </c:pt>
                <c:pt idx="95021">
                  <c:v>59.38</c:v>
                </c:pt>
                <c:pt idx="95022">
                  <c:v>83.94</c:v>
                </c:pt>
                <c:pt idx="95023">
                  <c:v>83.94</c:v>
                </c:pt>
                <c:pt idx="95024">
                  <c:v>83.94</c:v>
                </c:pt>
                <c:pt idx="95025">
                  <c:v>55.96</c:v>
                </c:pt>
                <c:pt idx="95026">
                  <c:v>75.959999999999994</c:v>
                </c:pt>
                <c:pt idx="95027">
                  <c:v>83.93</c:v>
                </c:pt>
                <c:pt idx="95028">
                  <c:v>55.96</c:v>
                </c:pt>
                <c:pt idx="95029">
                  <c:v>87.1</c:v>
                </c:pt>
                <c:pt idx="95030">
                  <c:v>83.48</c:v>
                </c:pt>
                <c:pt idx="95031">
                  <c:v>69.989999999999995</c:v>
                </c:pt>
                <c:pt idx="95032">
                  <c:v>69.989999999999995</c:v>
                </c:pt>
                <c:pt idx="95033">
                  <c:v>54.48</c:v>
                </c:pt>
                <c:pt idx="95034">
                  <c:v>79.98</c:v>
                </c:pt>
                <c:pt idx="95035">
                  <c:v>76.489999999999995</c:v>
                </c:pt>
                <c:pt idx="95036">
                  <c:v>164.25</c:v>
                </c:pt>
                <c:pt idx="95037">
                  <c:v>71.63</c:v>
                </c:pt>
                <c:pt idx="95038">
                  <c:v>113.7</c:v>
                </c:pt>
                <c:pt idx="95039">
                  <c:v>93.27</c:v>
                </c:pt>
                <c:pt idx="95040">
                  <c:v>119.97</c:v>
                </c:pt>
                <c:pt idx="95041">
                  <c:v>149.97999999999999</c:v>
                </c:pt>
                <c:pt idx="95042">
                  <c:v>159.97999999999999</c:v>
                </c:pt>
                <c:pt idx="95043">
                  <c:v>149.97999999999999</c:v>
                </c:pt>
                <c:pt idx="95044">
                  <c:v>159.97999999999999</c:v>
                </c:pt>
                <c:pt idx="95045">
                  <c:v>59.97</c:v>
                </c:pt>
                <c:pt idx="95046">
                  <c:v>100.95</c:v>
                </c:pt>
                <c:pt idx="95047">
                  <c:v>95.95</c:v>
                </c:pt>
                <c:pt idx="95048">
                  <c:v>69.95</c:v>
                </c:pt>
                <c:pt idx="95049">
                  <c:v>111.93</c:v>
                </c:pt>
                <c:pt idx="95050">
                  <c:v>69.95</c:v>
                </c:pt>
                <c:pt idx="95051">
                  <c:v>59.99</c:v>
                </c:pt>
                <c:pt idx="95052">
                  <c:v>65.989999999999995</c:v>
                </c:pt>
                <c:pt idx="95053">
                  <c:v>65.989999999999995</c:v>
                </c:pt>
                <c:pt idx="95054">
                  <c:v>41.48</c:v>
                </c:pt>
                <c:pt idx="95055">
                  <c:v>41.48</c:v>
                </c:pt>
                <c:pt idx="95056">
                  <c:v>65.989999999999995</c:v>
                </c:pt>
                <c:pt idx="95057">
                  <c:v>65.989999999999995</c:v>
                </c:pt>
                <c:pt idx="95058">
                  <c:v>65.989999999999995</c:v>
                </c:pt>
                <c:pt idx="95059">
                  <c:v>65.989999999999995</c:v>
                </c:pt>
                <c:pt idx="95060">
                  <c:v>65.989999999999995</c:v>
                </c:pt>
                <c:pt idx="95061">
                  <c:v>51.09</c:v>
                </c:pt>
                <c:pt idx="95062">
                  <c:v>51.09</c:v>
                </c:pt>
                <c:pt idx="95063">
                  <c:v>65.989999999999995</c:v>
                </c:pt>
                <c:pt idx="95064">
                  <c:v>73.48</c:v>
                </c:pt>
                <c:pt idx="95065">
                  <c:v>74.98</c:v>
                </c:pt>
                <c:pt idx="95066">
                  <c:v>75.98</c:v>
                </c:pt>
                <c:pt idx="95067">
                  <c:v>63.98</c:v>
                </c:pt>
                <c:pt idx="95068">
                  <c:v>31.98</c:v>
                </c:pt>
                <c:pt idx="95069">
                  <c:v>69.97</c:v>
                </c:pt>
                <c:pt idx="95070">
                  <c:v>93.96</c:v>
                </c:pt>
                <c:pt idx="95071">
                  <c:v>95.4</c:v>
                </c:pt>
                <c:pt idx="95072">
                  <c:v>55.21</c:v>
                </c:pt>
                <c:pt idx="95073">
                  <c:v>64.95</c:v>
                </c:pt>
                <c:pt idx="95074">
                  <c:v>64.95</c:v>
                </c:pt>
                <c:pt idx="95075">
                  <c:v>51.96</c:v>
                </c:pt>
                <c:pt idx="95076">
                  <c:v>64.95</c:v>
                </c:pt>
                <c:pt idx="95077">
                  <c:v>64.95</c:v>
                </c:pt>
                <c:pt idx="95078">
                  <c:v>31.49</c:v>
                </c:pt>
                <c:pt idx="95079">
                  <c:v>64.37</c:v>
                </c:pt>
                <c:pt idx="95080">
                  <c:v>131.97999999999999</c:v>
                </c:pt>
                <c:pt idx="95081">
                  <c:v>66.540000000000006</c:v>
                </c:pt>
                <c:pt idx="95082">
                  <c:v>117.56</c:v>
                </c:pt>
                <c:pt idx="95083">
                  <c:v>66.540000000000006</c:v>
                </c:pt>
                <c:pt idx="95084">
                  <c:v>66.540000000000006</c:v>
                </c:pt>
                <c:pt idx="95085">
                  <c:v>119.98</c:v>
                </c:pt>
                <c:pt idx="95086">
                  <c:v>55.23</c:v>
                </c:pt>
                <c:pt idx="95087">
                  <c:v>64.989999999999995</c:v>
                </c:pt>
                <c:pt idx="95088">
                  <c:v>65.98</c:v>
                </c:pt>
                <c:pt idx="95089">
                  <c:v>140.53</c:v>
                </c:pt>
                <c:pt idx="95090">
                  <c:v>98.96</c:v>
                </c:pt>
                <c:pt idx="95091">
                  <c:v>92.57</c:v>
                </c:pt>
                <c:pt idx="95092">
                  <c:v>62.56</c:v>
                </c:pt>
                <c:pt idx="95093">
                  <c:v>99.98</c:v>
                </c:pt>
                <c:pt idx="95094">
                  <c:v>105.98</c:v>
                </c:pt>
                <c:pt idx="95095">
                  <c:v>99.98</c:v>
                </c:pt>
                <c:pt idx="95096">
                  <c:v>59.98</c:v>
                </c:pt>
                <c:pt idx="95097">
                  <c:v>90.97</c:v>
                </c:pt>
                <c:pt idx="95098">
                  <c:v>71.98</c:v>
                </c:pt>
                <c:pt idx="95099">
                  <c:v>82.98</c:v>
                </c:pt>
                <c:pt idx="95100">
                  <c:v>59.96</c:v>
                </c:pt>
                <c:pt idx="95101">
                  <c:v>245.97</c:v>
                </c:pt>
                <c:pt idx="95102">
                  <c:v>197.94</c:v>
                </c:pt>
                <c:pt idx="95103">
                  <c:v>51.48</c:v>
                </c:pt>
                <c:pt idx="95104">
                  <c:v>59.98</c:v>
                </c:pt>
                <c:pt idx="95105">
                  <c:v>59.98</c:v>
                </c:pt>
                <c:pt idx="95106">
                  <c:v>59.98</c:v>
                </c:pt>
                <c:pt idx="95107">
                  <c:v>57.48</c:v>
                </c:pt>
                <c:pt idx="95108">
                  <c:v>124.18</c:v>
                </c:pt>
                <c:pt idx="95109">
                  <c:v>76.489999999999995</c:v>
                </c:pt>
                <c:pt idx="95110">
                  <c:v>124.18</c:v>
                </c:pt>
                <c:pt idx="95111">
                  <c:v>76.489999999999995</c:v>
                </c:pt>
                <c:pt idx="95112">
                  <c:v>124.18</c:v>
                </c:pt>
                <c:pt idx="95113">
                  <c:v>124.18</c:v>
                </c:pt>
                <c:pt idx="95114">
                  <c:v>84.99</c:v>
                </c:pt>
                <c:pt idx="95115">
                  <c:v>76.489999999999995</c:v>
                </c:pt>
                <c:pt idx="95116">
                  <c:v>84.99</c:v>
                </c:pt>
                <c:pt idx="95117">
                  <c:v>84.99</c:v>
                </c:pt>
                <c:pt idx="95118">
                  <c:v>152.97999999999999</c:v>
                </c:pt>
                <c:pt idx="95119">
                  <c:v>152.97999999999999</c:v>
                </c:pt>
                <c:pt idx="95120">
                  <c:v>76.489999999999995</c:v>
                </c:pt>
                <c:pt idx="95121">
                  <c:v>152.97999999999999</c:v>
                </c:pt>
                <c:pt idx="95122">
                  <c:v>84.99</c:v>
                </c:pt>
                <c:pt idx="95123">
                  <c:v>152.97999999999999</c:v>
                </c:pt>
                <c:pt idx="95124">
                  <c:v>59.98</c:v>
                </c:pt>
                <c:pt idx="95125">
                  <c:v>85.97</c:v>
                </c:pt>
                <c:pt idx="95126">
                  <c:v>59.94</c:v>
                </c:pt>
                <c:pt idx="95127">
                  <c:v>99.93</c:v>
                </c:pt>
                <c:pt idx="95128">
                  <c:v>75.44</c:v>
                </c:pt>
                <c:pt idx="95129">
                  <c:v>75.44</c:v>
                </c:pt>
                <c:pt idx="95130">
                  <c:v>53.96</c:v>
                </c:pt>
                <c:pt idx="95131">
                  <c:v>53.96</c:v>
                </c:pt>
                <c:pt idx="95132">
                  <c:v>61.97</c:v>
                </c:pt>
                <c:pt idx="95133">
                  <c:v>53.96</c:v>
                </c:pt>
                <c:pt idx="95134">
                  <c:v>53.96</c:v>
                </c:pt>
                <c:pt idx="95135">
                  <c:v>52.06</c:v>
                </c:pt>
                <c:pt idx="95136">
                  <c:v>61.97</c:v>
                </c:pt>
                <c:pt idx="95137">
                  <c:v>52.06</c:v>
                </c:pt>
                <c:pt idx="95138">
                  <c:v>71.86</c:v>
                </c:pt>
                <c:pt idx="95139">
                  <c:v>71.86</c:v>
                </c:pt>
                <c:pt idx="95140">
                  <c:v>65.3</c:v>
                </c:pt>
                <c:pt idx="95141">
                  <c:v>108.88</c:v>
                </c:pt>
                <c:pt idx="95142">
                  <c:v>61.69</c:v>
                </c:pt>
                <c:pt idx="95143">
                  <c:v>55.53</c:v>
                </c:pt>
                <c:pt idx="95144">
                  <c:v>67.87</c:v>
                </c:pt>
                <c:pt idx="95145">
                  <c:v>59.88</c:v>
                </c:pt>
                <c:pt idx="95146">
                  <c:v>55.53</c:v>
                </c:pt>
                <c:pt idx="95147">
                  <c:v>65.3</c:v>
                </c:pt>
                <c:pt idx="95148">
                  <c:v>77.099999999999994</c:v>
                </c:pt>
                <c:pt idx="95149">
                  <c:v>77.099999999999994</c:v>
                </c:pt>
                <c:pt idx="95150">
                  <c:v>67.87</c:v>
                </c:pt>
                <c:pt idx="95151">
                  <c:v>77.099999999999994</c:v>
                </c:pt>
                <c:pt idx="95152">
                  <c:v>108.88</c:v>
                </c:pt>
                <c:pt idx="95153">
                  <c:v>77.099999999999994</c:v>
                </c:pt>
                <c:pt idx="95154">
                  <c:v>72.239999999999995</c:v>
                </c:pt>
                <c:pt idx="95155">
                  <c:v>108.88</c:v>
                </c:pt>
                <c:pt idx="95156">
                  <c:v>55.53</c:v>
                </c:pt>
                <c:pt idx="95157">
                  <c:v>108.88</c:v>
                </c:pt>
                <c:pt idx="95158">
                  <c:v>59.88</c:v>
                </c:pt>
                <c:pt idx="95159">
                  <c:v>67.87</c:v>
                </c:pt>
                <c:pt idx="95160">
                  <c:v>61.69</c:v>
                </c:pt>
                <c:pt idx="95161">
                  <c:v>61.69</c:v>
                </c:pt>
                <c:pt idx="95162">
                  <c:v>59.88</c:v>
                </c:pt>
                <c:pt idx="95163">
                  <c:v>55.53</c:v>
                </c:pt>
                <c:pt idx="95164">
                  <c:v>72.239999999999995</c:v>
                </c:pt>
                <c:pt idx="95165">
                  <c:v>65.3</c:v>
                </c:pt>
                <c:pt idx="95166">
                  <c:v>71.86</c:v>
                </c:pt>
                <c:pt idx="95167">
                  <c:v>72.239999999999995</c:v>
                </c:pt>
                <c:pt idx="95168">
                  <c:v>72.239999999999995</c:v>
                </c:pt>
                <c:pt idx="95169">
                  <c:v>71.86</c:v>
                </c:pt>
                <c:pt idx="95170">
                  <c:v>65.3</c:v>
                </c:pt>
                <c:pt idx="95171">
                  <c:v>67.87</c:v>
                </c:pt>
                <c:pt idx="95172">
                  <c:v>61.69</c:v>
                </c:pt>
                <c:pt idx="95173">
                  <c:v>59.88</c:v>
                </c:pt>
                <c:pt idx="95174">
                  <c:v>17.489999999999998</c:v>
                </c:pt>
                <c:pt idx="95175">
                  <c:v>79.98</c:v>
                </c:pt>
                <c:pt idx="95176">
                  <c:v>51.23</c:v>
                </c:pt>
                <c:pt idx="95177">
                  <c:v>8.49</c:v>
                </c:pt>
                <c:pt idx="95178">
                  <c:v>36.49</c:v>
                </c:pt>
                <c:pt idx="95179">
                  <c:v>74.98</c:v>
                </c:pt>
                <c:pt idx="95180">
                  <c:v>79.819999999999993</c:v>
                </c:pt>
                <c:pt idx="95181">
                  <c:v>33.840000000000003</c:v>
                </c:pt>
                <c:pt idx="95182">
                  <c:v>117.57</c:v>
                </c:pt>
                <c:pt idx="95183">
                  <c:v>96.76</c:v>
                </c:pt>
                <c:pt idx="95184">
                  <c:v>106.97</c:v>
                </c:pt>
                <c:pt idx="95185">
                  <c:v>134.97</c:v>
                </c:pt>
                <c:pt idx="95186">
                  <c:v>56.97</c:v>
                </c:pt>
                <c:pt idx="95187">
                  <c:v>103.98</c:v>
                </c:pt>
                <c:pt idx="95188">
                  <c:v>87.97</c:v>
                </c:pt>
                <c:pt idx="95189">
                  <c:v>92.54</c:v>
                </c:pt>
                <c:pt idx="95190">
                  <c:v>120.96</c:v>
                </c:pt>
                <c:pt idx="95191">
                  <c:v>123.38</c:v>
                </c:pt>
                <c:pt idx="95192">
                  <c:v>63.37</c:v>
                </c:pt>
                <c:pt idx="95193">
                  <c:v>88.97</c:v>
                </c:pt>
                <c:pt idx="95194">
                  <c:v>123.26</c:v>
                </c:pt>
                <c:pt idx="95195">
                  <c:v>30.26</c:v>
                </c:pt>
                <c:pt idx="95196">
                  <c:v>70.989999999999995</c:v>
                </c:pt>
                <c:pt idx="95197">
                  <c:v>169.97</c:v>
                </c:pt>
                <c:pt idx="95198">
                  <c:v>128.24</c:v>
                </c:pt>
                <c:pt idx="95199">
                  <c:v>79.849999999999994</c:v>
                </c:pt>
                <c:pt idx="95200">
                  <c:v>128.24</c:v>
                </c:pt>
                <c:pt idx="95201">
                  <c:v>62.97</c:v>
                </c:pt>
                <c:pt idx="95202">
                  <c:v>53.76</c:v>
                </c:pt>
                <c:pt idx="95203">
                  <c:v>62.97</c:v>
                </c:pt>
                <c:pt idx="95204">
                  <c:v>26.49</c:v>
                </c:pt>
                <c:pt idx="95205">
                  <c:v>140.18</c:v>
                </c:pt>
                <c:pt idx="95206">
                  <c:v>63.97</c:v>
                </c:pt>
                <c:pt idx="95207">
                  <c:v>-1.5</c:v>
                </c:pt>
                <c:pt idx="95208">
                  <c:v>159.96</c:v>
                </c:pt>
                <c:pt idx="95209">
                  <c:v>119.97</c:v>
                </c:pt>
                <c:pt idx="95210">
                  <c:v>131.97999999999999</c:v>
                </c:pt>
                <c:pt idx="95211">
                  <c:v>131.97999999999999</c:v>
                </c:pt>
                <c:pt idx="95212">
                  <c:v>133.47999999999999</c:v>
                </c:pt>
                <c:pt idx="95213">
                  <c:v>174.95</c:v>
                </c:pt>
                <c:pt idx="95214">
                  <c:v>174.95</c:v>
                </c:pt>
                <c:pt idx="95215">
                  <c:v>133.47999999999999</c:v>
                </c:pt>
                <c:pt idx="95216">
                  <c:v>193.76</c:v>
                </c:pt>
                <c:pt idx="95217">
                  <c:v>199.9</c:v>
                </c:pt>
                <c:pt idx="95218">
                  <c:v>79.959999999999994</c:v>
                </c:pt>
                <c:pt idx="95219">
                  <c:v>124.96</c:v>
                </c:pt>
                <c:pt idx="95220">
                  <c:v>79.97</c:v>
                </c:pt>
                <c:pt idx="95221">
                  <c:v>101.92</c:v>
                </c:pt>
                <c:pt idx="95222">
                  <c:v>219.11</c:v>
                </c:pt>
                <c:pt idx="95223">
                  <c:v>129.46</c:v>
                </c:pt>
                <c:pt idx="95224">
                  <c:v>89.98</c:v>
                </c:pt>
                <c:pt idx="95225">
                  <c:v>89.98</c:v>
                </c:pt>
                <c:pt idx="95226">
                  <c:v>146.25</c:v>
                </c:pt>
                <c:pt idx="95227">
                  <c:v>84.96</c:v>
                </c:pt>
                <c:pt idx="95228">
                  <c:v>90.73</c:v>
                </c:pt>
                <c:pt idx="95229">
                  <c:v>100.39</c:v>
                </c:pt>
                <c:pt idx="95230">
                  <c:v>-6</c:v>
                </c:pt>
                <c:pt idx="95231">
                  <c:v>112.18</c:v>
                </c:pt>
                <c:pt idx="95232">
                  <c:v>59.39</c:v>
                </c:pt>
                <c:pt idx="95233">
                  <c:v>64.989999999999995</c:v>
                </c:pt>
                <c:pt idx="95234">
                  <c:v>49.49</c:v>
                </c:pt>
                <c:pt idx="95235">
                  <c:v>76.489999999999995</c:v>
                </c:pt>
                <c:pt idx="95236">
                  <c:v>168.97</c:v>
                </c:pt>
                <c:pt idx="95237">
                  <c:v>155.94999999999999</c:v>
                </c:pt>
                <c:pt idx="95238">
                  <c:v>64.989999999999995</c:v>
                </c:pt>
                <c:pt idx="95239">
                  <c:v>59.96</c:v>
                </c:pt>
                <c:pt idx="95240">
                  <c:v>59.95</c:v>
                </c:pt>
                <c:pt idx="95241">
                  <c:v>83.48</c:v>
                </c:pt>
                <c:pt idx="95242">
                  <c:v>55.97</c:v>
                </c:pt>
                <c:pt idx="95243">
                  <c:v>51.27</c:v>
                </c:pt>
                <c:pt idx="95244">
                  <c:v>56.68</c:v>
                </c:pt>
                <c:pt idx="95245">
                  <c:v>26.99</c:v>
                </c:pt>
                <c:pt idx="95246">
                  <c:v>56.97</c:v>
                </c:pt>
                <c:pt idx="95247">
                  <c:v>58.97</c:v>
                </c:pt>
                <c:pt idx="95248">
                  <c:v>74.28</c:v>
                </c:pt>
                <c:pt idx="95249">
                  <c:v>134.94999999999999</c:v>
                </c:pt>
                <c:pt idx="95250">
                  <c:v>-3.3</c:v>
                </c:pt>
                <c:pt idx="95251">
                  <c:v>77.98</c:v>
                </c:pt>
                <c:pt idx="95252">
                  <c:v>59.38</c:v>
                </c:pt>
                <c:pt idx="95253">
                  <c:v>75.98</c:v>
                </c:pt>
                <c:pt idx="95254">
                  <c:v>89.97</c:v>
                </c:pt>
                <c:pt idx="95255">
                  <c:v>53.97</c:v>
                </c:pt>
                <c:pt idx="95256">
                  <c:v>53.97</c:v>
                </c:pt>
                <c:pt idx="95257">
                  <c:v>71.959999999999994</c:v>
                </c:pt>
                <c:pt idx="95258">
                  <c:v>74.95</c:v>
                </c:pt>
                <c:pt idx="95259">
                  <c:v>54.99</c:v>
                </c:pt>
                <c:pt idx="95260">
                  <c:v>59.98</c:v>
                </c:pt>
                <c:pt idx="95261">
                  <c:v>80.97</c:v>
                </c:pt>
                <c:pt idx="95262">
                  <c:v>76.47</c:v>
                </c:pt>
                <c:pt idx="95263">
                  <c:v>85.47</c:v>
                </c:pt>
                <c:pt idx="95264">
                  <c:v>89.07</c:v>
                </c:pt>
                <c:pt idx="95265">
                  <c:v>88.72</c:v>
                </c:pt>
                <c:pt idx="95266">
                  <c:v>124.95</c:v>
                </c:pt>
                <c:pt idx="95267">
                  <c:v>76.489999999999995</c:v>
                </c:pt>
                <c:pt idx="95268">
                  <c:v>83.29</c:v>
                </c:pt>
                <c:pt idx="95269">
                  <c:v>84.99</c:v>
                </c:pt>
                <c:pt idx="95270">
                  <c:v>84.14</c:v>
                </c:pt>
                <c:pt idx="95271">
                  <c:v>-23.6</c:v>
                </c:pt>
                <c:pt idx="95272">
                  <c:v>154.91</c:v>
                </c:pt>
                <c:pt idx="95273">
                  <c:v>123.4</c:v>
                </c:pt>
                <c:pt idx="95274">
                  <c:v>288.72000000000003</c:v>
                </c:pt>
                <c:pt idx="95275">
                  <c:v>131.97999999999999</c:v>
                </c:pt>
                <c:pt idx="95276">
                  <c:v>171.96</c:v>
                </c:pt>
                <c:pt idx="95277">
                  <c:v>117.85</c:v>
                </c:pt>
                <c:pt idx="95278">
                  <c:v>41.48</c:v>
                </c:pt>
                <c:pt idx="95279">
                  <c:v>16.489999999999998</c:v>
                </c:pt>
                <c:pt idx="95280">
                  <c:v>31.48</c:v>
                </c:pt>
                <c:pt idx="95281">
                  <c:v>15.95</c:v>
                </c:pt>
                <c:pt idx="95282">
                  <c:v>16.190000000000001</c:v>
                </c:pt>
                <c:pt idx="95283">
                  <c:v>145.76</c:v>
                </c:pt>
                <c:pt idx="95284">
                  <c:v>61.69</c:v>
                </c:pt>
                <c:pt idx="95285">
                  <c:v>48.89</c:v>
                </c:pt>
                <c:pt idx="95286">
                  <c:v>126.97</c:v>
                </c:pt>
                <c:pt idx="95287">
                  <c:v>67.959999999999994</c:v>
                </c:pt>
                <c:pt idx="95288">
                  <c:v>112.97</c:v>
                </c:pt>
                <c:pt idx="95289">
                  <c:v>68.98</c:v>
                </c:pt>
                <c:pt idx="95290">
                  <c:v>74.95</c:v>
                </c:pt>
                <c:pt idx="95291">
                  <c:v>157.44999999999999</c:v>
                </c:pt>
                <c:pt idx="95292">
                  <c:v>79.47</c:v>
                </c:pt>
                <c:pt idx="95293">
                  <c:v>60.73</c:v>
                </c:pt>
                <c:pt idx="95294">
                  <c:v>19.04</c:v>
                </c:pt>
                <c:pt idx="95295">
                  <c:v>188.36</c:v>
                </c:pt>
                <c:pt idx="95296">
                  <c:v>20.29</c:v>
                </c:pt>
                <c:pt idx="95297">
                  <c:v>20.29</c:v>
                </c:pt>
                <c:pt idx="95298">
                  <c:v>72.55</c:v>
                </c:pt>
                <c:pt idx="95299">
                  <c:v>72.55</c:v>
                </c:pt>
                <c:pt idx="95300">
                  <c:v>72.55</c:v>
                </c:pt>
                <c:pt idx="95301">
                  <c:v>-72.55</c:v>
                </c:pt>
                <c:pt idx="95302">
                  <c:v>72.55</c:v>
                </c:pt>
                <c:pt idx="95303">
                  <c:v>14.99</c:v>
                </c:pt>
                <c:pt idx="95304">
                  <c:v>29.98</c:v>
                </c:pt>
                <c:pt idx="95305">
                  <c:v>84.95</c:v>
                </c:pt>
                <c:pt idx="95306">
                  <c:v>123.47</c:v>
                </c:pt>
                <c:pt idx="95307">
                  <c:v>50.41</c:v>
                </c:pt>
                <c:pt idx="95308">
                  <c:v>63.96</c:v>
                </c:pt>
                <c:pt idx="95309">
                  <c:v>63.96</c:v>
                </c:pt>
                <c:pt idx="95310">
                  <c:v>54.95</c:v>
                </c:pt>
                <c:pt idx="95311">
                  <c:v>89.9</c:v>
                </c:pt>
                <c:pt idx="95312">
                  <c:v>51.94</c:v>
                </c:pt>
                <c:pt idx="95313">
                  <c:v>54.95</c:v>
                </c:pt>
                <c:pt idx="95314">
                  <c:v>54.95</c:v>
                </c:pt>
                <c:pt idx="95315">
                  <c:v>142.13</c:v>
                </c:pt>
                <c:pt idx="95316">
                  <c:v>53.97</c:v>
                </c:pt>
                <c:pt idx="95317">
                  <c:v>50.97</c:v>
                </c:pt>
                <c:pt idx="95318">
                  <c:v>76.459999999999994</c:v>
                </c:pt>
                <c:pt idx="95319">
                  <c:v>102.48</c:v>
                </c:pt>
                <c:pt idx="95320">
                  <c:v>85.49</c:v>
                </c:pt>
                <c:pt idx="95321">
                  <c:v>102.48</c:v>
                </c:pt>
                <c:pt idx="95322">
                  <c:v>85.49</c:v>
                </c:pt>
                <c:pt idx="95323">
                  <c:v>170.48</c:v>
                </c:pt>
                <c:pt idx="95324">
                  <c:v>170.48</c:v>
                </c:pt>
                <c:pt idx="95325">
                  <c:v>55.97</c:v>
                </c:pt>
                <c:pt idx="95326">
                  <c:v>183.96</c:v>
                </c:pt>
                <c:pt idx="95327">
                  <c:v>66.47</c:v>
                </c:pt>
                <c:pt idx="95328">
                  <c:v>68.930000000000007</c:v>
                </c:pt>
                <c:pt idx="95329">
                  <c:v>68.930000000000007</c:v>
                </c:pt>
                <c:pt idx="95330">
                  <c:v>68.930000000000007</c:v>
                </c:pt>
                <c:pt idx="95331">
                  <c:v>47.15</c:v>
                </c:pt>
                <c:pt idx="95332">
                  <c:v>68.930000000000007</c:v>
                </c:pt>
                <c:pt idx="95333">
                  <c:v>79.989999999999995</c:v>
                </c:pt>
                <c:pt idx="95334">
                  <c:v>79.989999999999995</c:v>
                </c:pt>
                <c:pt idx="95335">
                  <c:v>36.479999999999997</c:v>
                </c:pt>
                <c:pt idx="95336">
                  <c:v>128.96</c:v>
                </c:pt>
                <c:pt idx="95337">
                  <c:v>71.98</c:v>
                </c:pt>
                <c:pt idx="95338">
                  <c:v>49.28</c:v>
                </c:pt>
                <c:pt idx="95339">
                  <c:v>39.99</c:v>
                </c:pt>
                <c:pt idx="95340">
                  <c:v>49.88</c:v>
                </c:pt>
                <c:pt idx="95341">
                  <c:v>59.96</c:v>
                </c:pt>
                <c:pt idx="95342">
                  <c:v>196.25</c:v>
                </c:pt>
                <c:pt idx="95343">
                  <c:v>100.98</c:v>
                </c:pt>
                <c:pt idx="95344">
                  <c:v>59.97</c:v>
                </c:pt>
                <c:pt idx="95345">
                  <c:v>59.99</c:v>
                </c:pt>
                <c:pt idx="95346">
                  <c:v>54.98</c:v>
                </c:pt>
                <c:pt idx="95347">
                  <c:v>54.98</c:v>
                </c:pt>
                <c:pt idx="95348">
                  <c:v>72.22</c:v>
                </c:pt>
                <c:pt idx="95349">
                  <c:v>59.97</c:v>
                </c:pt>
                <c:pt idx="95350">
                  <c:v>48.48</c:v>
                </c:pt>
                <c:pt idx="95351">
                  <c:v>17.489999999999998</c:v>
                </c:pt>
                <c:pt idx="95352">
                  <c:v>89.97</c:v>
                </c:pt>
                <c:pt idx="95353">
                  <c:v>106.97</c:v>
                </c:pt>
                <c:pt idx="95354">
                  <c:v>104.98</c:v>
                </c:pt>
                <c:pt idx="95355">
                  <c:v>158.47</c:v>
                </c:pt>
                <c:pt idx="95356">
                  <c:v>94.36</c:v>
                </c:pt>
                <c:pt idx="95357">
                  <c:v>112.97</c:v>
                </c:pt>
                <c:pt idx="95358">
                  <c:v>201.94</c:v>
                </c:pt>
                <c:pt idx="95359">
                  <c:v>106.98</c:v>
                </c:pt>
                <c:pt idx="95360">
                  <c:v>106.98</c:v>
                </c:pt>
                <c:pt idx="95361">
                  <c:v>112.97</c:v>
                </c:pt>
                <c:pt idx="95362">
                  <c:v>201.94</c:v>
                </c:pt>
                <c:pt idx="95363">
                  <c:v>169.98</c:v>
                </c:pt>
                <c:pt idx="95364">
                  <c:v>73.97</c:v>
                </c:pt>
                <c:pt idx="95365">
                  <c:v>81.58</c:v>
                </c:pt>
                <c:pt idx="95366">
                  <c:v>144.46</c:v>
                </c:pt>
                <c:pt idx="95367">
                  <c:v>81.58</c:v>
                </c:pt>
                <c:pt idx="95368">
                  <c:v>144.46</c:v>
                </c:pt>
                <c:pt idx="95369">
                  <c:v>73.97</c:v>
                </c:pt>
                <c:pt idx="95370">
                  <c:v>141.91</c:v>
                </c:pt>
                <c:pt idx="95371">
                  <c:v>158.05000000000001</c:v>
                </c:pt>
                <c:pt idx="95372">
                  <c:v>101.05</c:v>
                </c:pt>
                <c:pt idx="95373">
                  <c:v>119.97</c:v>
                </c:pt>
                <c:pt idx="95374">
                  <c:v>299.89999999999998</c:v>
                </c:pt>
                <c:pt idx="95375">
                  <c:v>74.95</c:v>
                </c:pt>
                <c:pt idx="95376">
                  <c:v>74.95</c:v>
                </c:pt>
                <c:pt idx="95377">
                  <c:v>119.96</c:v>
                </c:pt>
                <c:pt idx="95378">
                  <c:v>179.94</c:v>
                </c:pt>
                <c:pt idx="95379">
                  <c:v>59.98</c:v>
                </c:pt>
                <c:pt idx="95380">
                  <c:v>59.98</c:v>
                </c:pt>
                <c:pt idx="95381">
                  <c:v>59.98</c:v>
                </c:pt>
                <c:pt idx="95382">
                  <c:v>119.96</c:v>
                </c:pt>
                <c:pt idx="95383">
                  <c:v>59.97</c:v>
                </c:pt>
                <c:pt idx="95384">
                  <c:v>54.98</c:v>
                </c:pt>
                <c:pt idx="95385">
                  <c:v>63.98</c:v>
                </c:pt>
                <c:pt idx="95386">
                  <c:v>54.98</c:v>
                </c:pt>
                <c:pt idx="95387">
                  <c:v>65.989999999999995</c:v>
                </c:pt>
                <c:pt idx="95388">
                  <c:v>299.88</c:v>
                </c:pt>
                <c:pt idx="95389">
                  <c:v>89.97</c:v>
                </c:pt>
                <c:pt idx="95390">
                  <c:v>149.94999999999999</c:v>
                </c:pt>
                <c:pt idx="95391">
                  <c:v>119.95</c:v>
                </c:pt>
                <c:pt idx="95392">
                  <c:v>89.97</c:v>
                </c:pt>
                <c:pt idx="95393">
                  <c:v>-149.94999999999999</c:v>
                </c:pt>
                <c:pt idx="95394">
                  <c:v>61.69</c:v>
                </c:pt>
                <c:pt idx="95395">
                  <c:v>97.99</c:v>
                </c:pt>
                <c:pt idx="95396">
                  <c:v>22.29</c:v>
                </c:pt>
                <c:pt idx="95397">
                  <c:v>128.24</c:v>
                </c:pt>
                <c:pt idx="95398">
                  <c:v>71.959999999999994</c:v>
                </c:pt>
                <c:pt idx="95399">
                  <c:v>62.96</c:v>
                </c:pt>
                <c:pt idx="95400">
                  <c:v>76.959999999999994</c:v>
                </c:pt>
                <c:pt idx="95401">
                  <c:v>85.48</c:v>
                </c:pt>
                <c:pt idx="95402">
                  <c:v>62.98</c:v>
                </c:pt>
                <c:pt idx="95403">
                  <c:v>23.48</c:v>
                </c:pt>
                <c:pt idx="95404">
                  <c:v>67.959999999999994</c:v>
                </c:pt>
                <c:pt idx="95405">
                  <c:v>139.94999999999999</c:v>
                </c:pt>
                <c:pt idx="95406">
                  <c:v>51.45</c:v>
                </c:pt>
                <c:pt idx="95407">
                  <c:v>122.97</c:v>
                </c:pt>
                <c:pt idx="95408">
                  <c:v>120.97</c:v>
                </c:pt>
                <c:pt idx="95409">
                  <c:v>183.95</c:v>
                </c:pt>
                <c:pt idx="95410">
                  <c:v>183.95</c:v>
                </c:pt>
                <c:pt idx="95411">
                  <c:v>120.97</c:v>
                </c:pt>
                <c:pt idx="95412">
                  <c:v>183.95</c:v>
                </c:pt>
                <c:pt idx="95413">
                  <c:v>122.97</c:v>
                </c:pt>
                <c:pt idx="95414">
                  <c:v>122.97</c:v>
                </c:pt>
                <c:pt idx="95415">
                  <c:v>79.98</c:v>
                </c:pt>
                <c:pt idx="95416">
                  <c:v>120.97</c:v>
                </c:pt>
                <c:pt idx="95417">
                  <c:v>79.98</c:v>
                </c:pt>
                <c:pt idx="95418">
                  <c:v>79.98</c:v>
                </c:pt>
                <c:pt idx="95419">
                  <c:v>113.22</c:v>
                </c:pt>
                <c:pt idx="95420">
                  <c:v>182.87</c:v>
                </c:pt>
                <c:pt idx="95421">
                  <c:v>327.92</c:v>
                </c:pt>
                <c:pt idx="95422">
                  <c:v>72.55</c:v>
                </c:pt>
                <c:pt idx="95423">
                  <c:v>61.67</c:v>
                </c:pt>
                <c:pt idx="95424">
                  <c:v>59.96</c:v>
                </c:pt>
                <c:pt idx="95425">
                  <c:v>37.47</c:v>
                </c:pt>
                <c:pt idx="95426">
                  <c:v>55.92</c:v>
                </c:pt>
                <c:pt idx="95427">
                  <c:v>31.48</c:v>
                </c:pt>
                <c:pt idx="95428">
                  <c:v>59.36</c:v>
                </c:pt>
                <c:pt idx="95429">
                  <c:v>152.96</c:v>
                </c:pt>
                <c:pt idx="95430">
                  <c:v>17.239999999999998</c:v>
                </c:pt>
                <c:pt idx="95431">
                  <c:v>96.68</c:v>
                </c:pt>
                <c:pt idx="95432">
                  <c:v>79.989999999999995</c:v>
                </c:pt>
                <c:pt idx="95433">
                  <c:v>123.47</c:v>
                </c:pt>
                <c:pt idx="95434">
                  <c:v>118.26</c:v>
                </c:pt>
                <c:pt idx="95435">
                  <c:v>145.1</c:v>
                </c:pt>
                <c:pt idx="95436">
                  <c:v>112.45</c:v>
                </c:pt>
                <c:pt idx="95437">
                  <c:v>49.99</c:v>
                </c:pt>
                <c:pt idx="95438">
                  <c:v>49.99</c:v>
                </c:pt>
                <c:pt idx="95439">
                  <c:v>50.98</c:v>
                </c:pt>
                <c:pt idx="95440">
                  <c:v>50.86</c:v>
                </c:pt>
                <c:pt idx="95441">
                  <c:v>24.48</c:v>
                </c:pt>
                <c:pt idx="95442">
                  <c:v>60.97</c:v>
                </c:pt>
                <c:pt idx="95443">
                  <c:v>49.47</c:v>
                </c:pt>
                <c:pt idx="95444">
                  <c:v>24.48</c:v>
                </c:pt>
                <c:pt idx="95445">
                  <c:v>49.47</c:v>
                </c:pt>
                <c:pt idx="95446">
                  <c:v>49.47</c:v>
                </c:pt>
                <c:pt idx="95447">
                  <c:v>49.47</c:v>
                </c:pt>
                <c:pt idx="95448">
                  <c:v>50.98</c:v>
                </c:pt>
                <c:pt idx="95449">
                  <c:v>24.48</c:v>
                </c:pt>
                <c:pt idx="95450">
                  <c:v>50.98</c:v>
                </c:pt>
                <c:pt idx="95451">
                  <c:v>50.98</c:v>
                </c:pt>
                <c:pt idx="95452">
                  <c:v>50.86</c:v>
                </c:pt>
                <c:pt idx="95453">
                  <c:v>60.97</c:v>
                </c:pt>
                <c:pt idx="95454">
                  <c:v>50.86</c:v>
                </c:pt>
                <c:pt idx="95455">
                  <c:v>50.86</c:v>
                </c:pt>
                <c:pt idx="95456">
                  <c:v>49.99</c:v>
                </c:pt>
                <c:pt idx="95457">
                  <c:v>60.97</c:v>
                </c:pt>
                <c:pt idx="95458">
                  <c:v>24.48</c:v>
                </c:pt>
                <c:pt idx="95459">
                  <c:v>49.99</c:v>
                </c:pt>
                <c:pt idx="95460">
                  <c:v>60.97</c:v>
                </c:pt>
                <c:pt idx="95461">
                  <c:v>155.96</c:v>
                </c:pt>
                <c:pt idx="95462">
                  <c:v>143.97</c:v>
                </c:pt>
                <c:pt idx="95463">
                  <c:v>249.95</c:v>
                </c:pt>
                <c:pt idx="95464">
                  <c:v>51.97</c:v>
                </c:pt>
                <c:pt idx="95465">
                  <c:v>57.98</c:v>
                </c:pt>
                <c:pt idx="95466">
                  <c:v>54.99</c:v>
                </c:pt>
                <c:pt idx="95467">
                  <c:v>58.77</c:v>
                </c:pt>
                <c:pt idx="95468">
                  <c:v>21.29</c:v>
                </c:pt>
                <c:pt idx="95469">
                  <c:v>21.29</c:v>
                </c:pt>
                <c:pt idx="95470">
                  <c:v>269.91000000000003</c:v>
                </c:pt>
                <c:pt idx="95471">
                  <c:v>79.989999999999995</c:v>
                </c:pt>
                <c:pt idx="95472">
                  <c:v>117.76</c:v>
                </c:pt>
                <c:pt idx="95473">
                  <c:v>54.96</c:v>
                </c:pt>
                <c:pt idx="95474">
                  <c:v>59.95</c:v>
                </c:pt>
                <c:pt idx="95475">
                  <c:v>72.239999999999995</c:v>
                </c:pt>
                <c:pt idx="95476">
                  <c:v>107.97</c:v>
                </c:pt>
                <c:pt idx="95477">
                  <c:v>8.75</c:v>
                </c:pt>
                <c:pt idx="95478">
                  <c:v>51.96</c:v>
                </c:pt>
                <c:pt idx="95479">
                  <c:v>64.95</c:v>
                </c:pt>
                <c:pt idx="95480">
                  <c:v>251.61</c:v>
                </c:pt>
                <c:pt idx="95481">
                  <c:v>77.42</c:v>
                </c:pt>
                <c:pt idx="95482">
                  <c:v>68.38</c:v>
                </c:pt>
                <c:pt idx="95483">
                  <c:v>51.97</c:v>
                </c:pt>
                <c:pt idx="95484">
                  <c:v>53.94</c:v>
                </c:pt>
                <c:pt idx="95485">
                  <c:v>89.98</c:v>
                </c:pt>
                <c:pt idx="95486">
                  <c:v>61.97</c:v>
                </c:pt>
                <c:pt idx="95487">
                  <c:v>45.49</c:v>
                </c:pt>
                <c:pt idx="95488">
                  <c:v>98.96</c:v>
                </c:pt>
                <c:pt idx="95489">
                  <c:v>53.97</c:v>
                </c:pt>
                <c:pt idx="95490">
                  <c:v>64.349999999999994</c:v>
                </c:pt>
                <c:pt idx="95491">
                  <c:v>159.96</c:v>
                </c:pt>
                <c:pt idx="95492">
                  <c:v>137.94999999999999</c:v>
                </c:pt>
                <c:pt idx="95493">
                  <c:v>97.92</c:v>
                </c:pt>
                <c:pt idx="95494">
                  <c:v>99.98</c:v>
                </c:pt>
                <c:pt idx="95495">
                  <c:v>115.95</c:v>
                </c:pt>
                <c:pt idx="95496">
                  <c:v>43.47</c:v>
                </c:pt>
                <c:pt idx="95497">
                  <c:v>59.25</c:v>
                </c:pt>
                <c:pt idx="95498">
                  <c:v>87.08</c:v>
                </c:pt>
                <c:pt idx="95499">
                  <c:v>100.39</c:v>
                </c:pt>
                <c:pt idx="95500">
                  <c:v>72.58</c:v>
                </c:pt>
                <c:pt idx="95501">
                  <c:v>27.28</c:v>
                </c:pt>
                <c:pt idx="95502">
                  <c:v>99.98</c:v>
                </c:pt>
                <c:pt idx="95503">
                  <c:v>52.18</c:v>
                </c:pt>
                <c:pt idx="95504">
                  <c:v>75.569999999999993</c:v>
                </c:pt>
                <c:pt idx="95505">
                  <c:v>62.88</c:v>
                </c:pt>
                <c:pt idx="95506">
                  <c:v>61.18</c:v>
                </c:pt>
                <c:pt idx="95507">
                  <c:v>46.76</c:v>
                </c:pt>
                <c:pt idx="95508">
                  <c:v>59.16</c:v>
                </c:pt>
                <c:pt idx="95509">
                  <c:v>246.21</c:v>
                </c:pt>
                <c:pt idx="95510">
                  <c:v>99.98</c:v>
                </c:pt>
                <c:pt idx="95511">
                  <c:v>246.21</c:v>
                </c:pt>
                <c:pt idx="95512">
                  <c:v>99.98</c:v>
                </c:pt>
                <c:pt idx="95513">
                  <c:v>59.16</c:v>
                </c:pt>
                <c:pt idx="95514">
                  <c:v>65.989999999999995</c:v>
                </c:pt>
                <c:pt idx="95515">
                  <c:v>65.989999999999995</c:v>
                </c:pt>
                <c:pt idx="95516">
                  <c:v>35.99</c:v>
                </c:pt>
                <c:pt idx="95517">
                  <c:v>65.989999999999995</c:v>
                </c:pt>
                <c:pt idx="95518">
                  <c:v>76.489999999999995</c:v>
                </c:pt>
                <c:pt idx="95519">
                  <c:v>84.99</c:v>
                </c:pt>
                <c:pt idx="95520">
                  <c:v>70.989999999999995</c:v>
                </c:pt>
                <c:pt idx="95521">
                  <c:v>69.98</c:v>
                </c:pt>
                <c:pt idx="95522">
                  <c:v>61.17</c:v>
                </c:pt>
                <c:pt idx="95523">
                  <c:v>92.58</c:v>
                </c:pt>
                <c:pt idx="95524">
                  <c:v>110.96</c:v>
                </c:pt>
                <c:pt idx="95525">
                  <c:v>115.97</c:v>
                </c:pt>
                <c:pt idx="95526">
                  <c:v>95.98</c:v>
                </c:pt>
                <c:pt idx="95527">
                  <c:v>84.99</c:v>
                </c:pt>
                <c:pt idx="95528">
                  <c:v>121.05</c:v>
                </c:pt>
                <c:pt idx="95529">
                  <c:v>138.27000000000001</c:v>
                </c:pt>
                <c:pt idx="95530">
                  <c:v>63.97</c:v>
                </c:pt>
                <c:pt idx="95531">
                  <c:v>52.97</c:v>
                </c:pt>
                <c:pt idx="95532">
                  <c:v>62.97</c:v>
                </c:pt>
                <c:pt idx="95533">
                  <c:v>99.03</c:v>
                </c:pt>
                <c:pt idx="95534">
                  <c:v>228.53</c:v>
                </c:pt>
                <c:pt idx="95535">
                  <c:v>59.98</c:v>
                </c:pt>
                <c:pt idx="95536">
                  <c:v>45.14</c:v>
                </c:pt>
                <c:pt idx="95537">
                  <c:v>56.09</c:v>
                </c:pt>
                <c:pt idx="95538">
                  <c:v>85.98</c:v>
                </c:pt>
                <c:pt idx="95539">
                  <c:v>41.49</c:v>
                </c:pt>
                <c:pt idx="95540">
                  <c:v>64.61</c:v>
                </c:pt>
                <c:pt idx="95541">
                  <c:v>42.24</c:v>
                </c:pt>
                <c:pt idx="95542">
                  <c:v>69.98</c:v>
                </c:pt>
                <c:pt idx="95543">
                  <c:v>56.98</c:v>
                </c:pt>
                <c:pt idx="95544">
                  <c:v>64.95</c:v>
                </c:pt>
                <c:pt idx="95545">
                  <c:v>259.8</c:v>
                </c:pt>
                <c:pt idx="95546">
                  <c:v>58.18</c:v>
                </c:pt>
                <c:pt idx="95547">
                  <c:v>53.96</c:v>
                </c:pt>
                <c:pt idx="95548">
                  <c:v>117.47</c:v>
                </c:pt>
                <c:pt idx="95549">
                  <c:v>115.18</c:v>
                </c:pt>
                <c:pt idx="95550">
                  <c:v>92.28</c:v>
                </c:pt>
                <c:pt idx="95551">
                  <c:v>99.97</c:v>
                </c:pt>
                <c:pt idx="95552">
                  <c:v>98.97</c:v>
                </c:pt>
                <c:pt idx="95553">
                  <c:v>99.99</c:v>
                </c:pt>
                <c:pt idx="95554">
                  <c:v>65.989999999999995</c:v>
                </c:pt>
                <c:pt idx="95555">
                  <c:v>169.98</c:v>
                </c:pt>
                <c:pt idx="95556">
                  <c:v>51.98</c:v>
                </c:pt>
                <c:pt idx="95557">
                  <c:v>21.48</c:v>
                </c:pt>
                <c:pt idx="95558">
                  <c:v>52.98</c:v>
                </c:pt>
                <c:pt idx="95559">
                  <c:v>53.98</c:v>
                </c:pt>
                <c:pt idx="95560">
                  <c:v>59.98</c:v>
                </c:pt>
                <c:pt idx="95561">
                  <c:v>52.98</c:v>
                </c:pt>
                <c:pt idx="95562">
                  <c:v>49.48</c:v>
                </c:pt>
                <c:pt idx="95563">
                  <c:v>54.98</c:v>
                </c:pt>
                <c:pt idx="95564">
                  <c:v>93.95</c:v>
                </c:pt>
                <c:pt idx="95565">
                  <c:v>39.479999999999997</c:v>
                </c:pt>
                <c:pt idx="95566">
                  <c:v>125.95</c:v>
                </c:pt>
                <c:pt idx="95567">
                  <c:v>34.979999999999997</c:v>
                </c:pt>
                <c:pt idx="95568">
                  <c:v>59.96</c:v>
                </c:pt>
                <c:pt idx="95569">
                  <c:v>59.96</c:v>
                </c:pt>
                <c:pt idx="95570">
                  <c:v>59.37</c:v>
                </c:pt>
                <c:pt idx="95571">
                  <c:v>59.96</c:v>
                </c:pt>
                <c:pt idx="95572">
                  <c:v>82.98</c:v>
                </c:pt>
                <c:pt idx="95573">
                  <c:v>44.49</c:v>
                </c:pt>
                <c:pt idx="95574">
                  <c:v>109.96</c:v>
                </c:pt>
                <c:pt idx="95575">
                  <c:v>64.58</c:v>
                </c:pt>
                <c:pt idx="95576">
                  <c:v>50.97</c:v>
                </c:pt>
                <c:pt idx="95577">
                  <c:v>17.29</c:v>
                </c:pt>
                <c:pt idx="95578">
                  <c:v>20.29</c:v>
                </c:pt>
                <c:pt idx="95579">
                  <c:v>24.68</c:v>
                </c:pt>
                <c:pt idx="95580">
                  <c:v>19.29</c:v>
                </c:pt>
                <c:pt idx="95581">
                  <c:v>69.27</c:v>
                </c:pt>
                <c:pt idx="95582">
                  <c:v>41.49</c:v>
                </c:pt>
                <c:pt idx="95583">
                  <c:v>41.49</c:v>
                </c:pt>
                <c:pt idx="95584">
                  <c:v>84.99</c:v>
                </c:pt>
                <c:pt idx="95585">
                  <c:v>56.97</c:v>
                </c:pt>
                <c:pt idx="95586">
                  <c:v>59.98</c:v>
                </c:pt>
                <c:pt idx="95587">
                  <c:v>55.98</c:v>
                </c:pt>
                <c:pt idx="95588">
                  <c:v>59.98</c:v>
                </c:pt>
                <c:pt idx="95589">
                  <c:v>84.99</c:v>
                </c:pt>
                <c:pt idx="95590">
                  <c:v>84.99</c:v>
                </c:pt>
                <c:pt idx="95591">
                  <c:v>84.99</c:v>
                </c:pt>
                <c:pt idx="95592">
                  <c:v>87.97</c:v>
                </c:pt>
                <c:pt idx="95593">
                  <c:v>115.98</c:v>
                </c:pt>
                <c:pt idx="95594">
                  <c:v>65.69</c:v>
                </c:pt>
                <c:pt idx="95595">
                  <c:v>54.29</c:v>
                </c:pt>
                <c:pt idx="95596">
                  <c:v>135.97</c:v>
                </c:pt>
                <c:pt idx="95597">
                  <c:v>19.489999999999998</c:v>
                </c:pt>
                <c:pt idx="95598">
                  <c:v>130.47999999999999</c:v>
                </c:pt>
                <c:pt idx="95599">
                  <c:v>63.95</c:v>
                </c:pt>
                <c:pt idx="95600">
                  <c:v>125.05</c:v>
                </c:pt>
                <c:pt idx="95601">
                  <c:v>58.98</c:v>
                </c:pt>
                <c:pt idx="95602">
                  <c:v>52.95</c:v>
                </c:pt>
                <c:pt idx="95603">
                  <c:v>114.93</c:v>
                </c:pt>
                <c:pt idx="95604">
                  <c:v>72.540000000000006</c:v>
                </c:pt>
                <c:pt idx="95605">
                  <c:v>72.55</c:v>
                </c:pt>
                <c:pt idx="95606">
                  <c:v>114.93</c:v>
                </c:pt>
                <c:pt idx="95607">
                  <c:v>66.53</c:v>
                </c:pt>
                <c:pt idx="95608">
                  <c:v>66.53</c:v>
                </c:pt>
                <c:pt idx="95609">
                  <c:v>72.540000000000006</c:v>
                </c:pt>
                <c:pt idx="95610">
                  <c:v>76.17</c:v>
                </c:pt>
                <c:pt idx="95611">
                  <c:v>76.17</c:v>
                </c:pt>
                <c:pt idx="95612">
                  <c:v>72.55</c:v>
                </c:pt>
                <c:pt idx="95613">
                  <c:v>59.96</c:v>
                </c:pt>
                <c:pt idx="95614">
                  <c:v>61.67</c:v>
                </c:pt>
                <c:pt idx="95615">
                  <c:v>134.24</c:v>
                </c:pt>
                <c:pt idx="95616">
                  <c:v>130.58000000000001</c:v>
                </c:pt>
                <c:pt idx="95617">
                  <c:v>72.97</c:v>
                </c:pt>
                <c:pt idx="95618">
                  <c:v>53.91</c:v>
                </c:pt>
                <c:pt idx="95619">
                  <c:v>54.98</c:v>
                </c:pt>
                <c:pt idx="95620">
                  <c:v>62.97</c:v>
                </c:pt>
                <c:pt idx="95621">
                  <c:v>55.98</c:v>
                </c:pt>
                <c:pt idx="95622">
                  <c:v>98.37</c:v>
                </c:pt>
                <c:pt idx="95623">
                  <c:v>19.489999999999998</c:v>
                </c:pt>
                <c:pt idx="95624">
                  <c:v>59.98</c:v>
                </c:pt>
                <c:pt idx="95625">
                  <c:v>55.98</c:v>
                </c:pt>
                <c:pt idx="95626">
                  <c:v>53.18</c:v>
                </c:pt>
                <c:pt idx="95627">
                  <c:v>59.98</c:v>
                </c:pt>
                <c:pt idx="95628">
                  <c:v>59.98</c:v>
                </c:pt>
                <c:pt idx="95629">
                  <c:v>65.98</c:v>
                </c:pt>
                <c:pt idx="95630">
                  <c:v>36.619999999999997</c:v>
                </c:pt>
                <c:pt idx="95631">
                  <c:v>31.18</c:v>
                </c:pt>
                <c:pt idx="95632">
                  <c:v>79.989999999999995</c:v>
                </c:pt>
                <c:pt idx="95633">
                  <c:v>118.17</c:v>
                </c:pt>
                <c:pt idx="95634">
                  <c:v>179.54</c:v>
                </c:pt>
                <c:pt idx="95635">
                  <c:v>114.97</c:v>
                </c:pt>
                <c:pt idx="95636">
                  <c:v>29.98</c:v>
                </c:pt>
                <c:pt idx="95637">
                  <c:v>191.96</c:v>
                </c:pt>
                <c:pt idx="95638">
                  <c:v>131.87</c:v>
                </c:pt>
                <c:pt idx="95639">
                  <c:v>-36</c:v>
                </c:pt>
                <c:pt idx="95640">
                  <c:v>84.98</c:v>
                </c:pt>
                <c:pt idx="95641">
                  <c:v>139.97999999999999</c:v>
                </c:pt>
                <c:pt idx="95642">
                  <c:v>69.989999999999995</c:v>
                </c:pt>
                <c:pt idx="95643">
                  <c:v>29.49</c:v>
                </c:pt>
                <c:pt idx="95644">
                  <c:v>29.49</c:v>
                </c:pt>
                <c:pt idx="95645">
                  <c:v>29.49</c:v>
                </c:pt>
                <c:pt idx="95646">
                  <c:v>28.49</c:v>
                </c:pt>
                <c:pt idx="95647">
                  <c:v>29.49</c:v>
                </c:pt>
                <c:pt idx="95648">
                  <c:v>51.97</c:v>
                </c:pt>
                <c:pt idx="95649">
                  <c:v>26.49</c:v>
                </c:pt>
                <c:pt idx="95650">
                  <c:v>54.95</c:v>
                </c:pt>
                <c:pt idx="95651">
                  <c:v>84.99</c:v>
                </c:pt>
                <c:pt idx="95652">
                  <c:v>60.97</c:v>
                </c:pt>
                <c:pt idx="95653">
                  <c:v>54.98</c:v>
                </c:pt>
                <c:pt idx="95654">
                  <c:v>-29.99</c:v>
                </c:pt>
                <c:pt idx="95655">
                  <c:v>86.45</c:v>
                </c:pt>
                <c:pt idx="95656">
                  <c:v>99.95</c:v>
                </c:pt>
                <c:pt idx="95657">
                  <c:v>139.97</c:v>
                </c:pt>
                <c:pt idx="95658">
                  <c:v>141.25</c:v>
                </c:pt>
                <c:pt idx="95659">
                  <c:v>192.33</c:v>
                </c:pt>
                <c:pt idx="95660">
                  <c:v>66.540000000000006</c:v>
                </c:pt>
                <c:pt idx="95661">
                  <c:v>66.540000000000006</c:v>
                </c:pt>
                <c:pt idx="95662">
                  <c:v>96.79</c:v>
                </c:pt>
                <c:pt idx="95663">
                  <c:v>165.73</c:v>
                </c:pt>
                <c:pt idx="95664">
                  <c:v>62.88</c:v>
                </c:pt>
                <c:pt idx="95665">
                  <c:v>89.98</c:v>
                </c:pt>
                <c:pt idx="95666">
                  <c:v>53.35</c:v>
                </c:pt>
                <c:pt idx="95667">
                  <c:v>66.959999999999994</c:v>
                </c:pt>
                <c:pt idx="95668">
                  <c:v>83.48</c:v>
                </c:pt>
                <c:pt idx="95669">
                  <c:v>98.49</c:v>
                </c:pt>
                <c:pt idx="95670">
                  <c:v>90.68</c:v>
                </c:pt>
                <c:pt idx="95671">
                  <c:v>72.58</c:v>
                </c:pt>
                <c:pt idx="95672">
                  <c:v>107.91</c:v>
                </c:pt>
                <c:pt idx="95673">
                  <c:v>130.38</c:v>
                </c:pt>
                <c:pt idx="95674">
                  <c:v>168.97</c:v>
                </c:pt>
                <c:pt idx="95675">
                  <c:v>64.98</c:v>
                </c:pt>
                <c:pt idx="95676">
                  <c:v>108.65</c:v>
                </c:pt>
                <c:pt idx="95677">
                  <c:v>121.98</c:v>
                </c:pt>
                <c:pt idx="95678">
                  <c:v>84.97</c:v>
                </c:pt>
                <c:pt idx="95679">
                  <c:v>171.97</c:v>
                </c:pt>
                <c:pt idx="95680">
                  <c:v>121.98</c:v>
                </c:pt>
                <c:pt idx="95681">
                  <c:v>50.19</c:v>
                </c:pt>
                <c:pt idx="95682">
                  <c:v>96.78</c:v>
                </c:pt>
                <c:pt idx="95683">
                  <c:v>163.30000000000001</c:v>
                </c:pt>
                <c:pt idx="95684">
                  <c:v>53.98</c:v>
                </c:pt>
                <c:pt idx="95685">
                  <c:v>64.569999999999993</c:v>
                </c:pt>
                <c:pt idx="95686">
                  <c:v>57.58</c:v>
                </c:pt>
                <c:pt idx="95687">
                  <c:v>56.97</c:v>
                </c:pt>
                <c:pt idx="95688">
                  <c:v>65.959999999999994</c:v>
                </c:pt>
                <c:pt idx="95689">
                  <c:v>59.98</c:v>
                </c:pt>
                <c:pt idx="95690">
                  <c:v>59.98</c:v>
                </c:pt>
                <c:pt idx="95691">
                  <c:v>53.98</c:v>
                </c:pt>
                <c:pt idx="95692">
                  <c:v>59.98</c:v>
                </c:pt>
                <c:pt idx="95693">
                  <c:v>69.95</c:v>
                </c:pt>
                <c:pt idx="95694">
                  <c:v>55.96</c:v>
                </c:pt>
                <c:pt idx="95695">
                  <c:v>59.95</c:v>
                </c:pt>
                <c:pt idx="95696">
                  <c:v>59.95</c:v>
                </c:pt>
                <c:pt idx="95697">
                  <c:v>59.95</c:v>
                </c:pt>
                <c:pt idx="95698">
                  <c:v>50.97</c:v>
                </c:pt>
                <c:pt idx="95699">
                  <c:v>233.82</c:v>
                </c:pt>
                <c:pt idx="95700">
                  <c:v>64.95</c:v>
                </c:pt>
                <c:pt idx="95701">
                  <c:v>79.989999999999995</c:v>
                </c:pt>
                <c:pt idx="95702">
                  <c:v>79.989999999999995</c:v>
                </c:pt>
                <c:pt idx="95703">
                  <c:v>147.97</c:v>
                </c:pt>
                <c:pt idx="95704">
                  <c:v>97.97</c:v>
                </c:pt>
                <c:pt idx="95705">
                  <c:v>90.97</c:v>
                </c:pt>
                <c:pt idx="95706">
                  <c:v>107.06</c:v>
                </c:pt>
                <c:pt idx="95707">
                  <c:v>76.66</c:v>
                </c:pt>
                <c:pt idx="95708">
                  <c:v>0.97</c:v>
                </c:pt>
                <c:pt idx="95709">
                  <c:v>61.98</c:v>
                </c:pt>
                <c:pt idx="95710">
                  <c:v>63.98</c:v>
                </c:pt>
                <c:pt idx="95711">
                  <c:v>69.989999999999995</c:v>
                </c:pt>
                <c:pt idx="95712">
                  <c:v>69.989999999999995</c:v>
                </c:pt>
                <c:pt idx="95713">
                  <c:v>83.48</c:v>
                </c:pt>
                <c:pt idx="95714">
                  <c:v>69.989999999999995</c:v>
                </c:pt>
                <c:pt idx="95715">
                  <c:v>295.92</c:v>
                </c:pt>
                <c:pt idx="95716">
                  <c:v>72.25</c:v>
                </c:pt>
                <c:pt idx="95717">
                  <c:v>69.260000000000005</c:v>
                </c:pt>
                <c:pt idx="95718">
                  <c:v>51.23</c:v>
                </c:pt>
                <c:pt idx="95719">
                  <c:v>68.39</c:v>
                </c:pt>
                <c:pt idx="95720">
                  <c:v>69.989999999999995</c:v>
                </c:pt>
                <c:pt idx="95721">
                  <c:v>79.959999999999994</c:v>
                </c:pt>
                <c:pt idx="95722">
                  <c:v>79.959999999999994</c:v>
                </c:pt>
                <c:pt idx="95723">
                  <c:v>69.97</c:v>
                </c:pt>
                <c:pt idx="95724">
                  <c:v>53.96</c:v>
                </c:pt>
                <c:pt idx="95725">
                  <c:v>59.96</c:v>
                </c:pt>
                <c:pt idx="95726">
                  <c:v>118.91</c:v>
                </c:pt>
                <c:pt idx="95727">
                  <c:v>90.97</c:v>
                </c:pt>
                <c:pt idx="95728">
                  <c:v>75.98</c:v>
                </c:pt>
                <c:pt idx="95729">
                  <c:v>75.98</c:v>
                </c:pt>
                <c:pt idx="95730">
                  <c:v>73.98</c:v>
                </c:pt>
                <c:pt idx="95731">
                  <c:v>92.38</c:v>
                </c:pt>
                <c:pt idx="95732">
                  <c:v>73.05</c:v>
                </c:pt>
                <c:pt idx="95733">
                  <c:v>232.96</c:v>
                </c:pt>
                <c:pt idx="95734">
                  <c:v>59.39</c:v>
                </c:pt>
                <c:pt idx="95735">
                  <c:v>55.78</c:v>
                </c:pt>
                <c:pt idx="95736">
                  <c:v>89.96</c:v>
                </c:pt>
                <c:pt idx="95737">
                  <c:v>92.96</c:v>
                </c:pt>
                <c:pt idx="95738">
                  <c:v>92.97</c:v>
                </c:pt>
                <c:pt idx="95739">
                  <c:v>55.78</c:v>
                </c:pt>
                <c:pt idx="95740">
                  <c:v>55.78</c:v>
                </c:pt>
                <c:pt idx="95741">
                  <c:v>55.78</c:v>
                </c:pt>
                <c:pt idx="95742">
                  <c:v>89.96</c:v>
                </c:pt>
                <c:pt idx="95743">
                  <c:v>92.97</c:v>
                </c:pt>
                <c:pt idx="95744">
                  <c:v>92.96</c:v>
                </c:pt>
                <c:pt idx="95745">
                  <c:v>56.97</c:v>
                </c:pt>
                <c:pt idx="95746">
                  <c:v>59.95</c:v>
                </c:pt>
                <c:pt idx="95747">
                  <c:v>56.97</c:v>
                </c:pt>
                <c:pt idx="95748">
                  <c:v>50.98</c:v>
                </c:pt>
                <c:pt idx="95749">
                  <c:v>79.98</c:v>
                </c:pt>
                <c:pt idx="95750">
                  <c:v>99.98</c:v>
                </c:pt>
                <c:pt idx="95751">
                  <c:v>50.98</c:v>
                </c:pt>
                <c:pt idx="95752">
                  <c:v>39.99</c:v>
                </c:pt>
                <c:pt idx="95753">
                  <c:v>150.44999999999999</c:v>
                </c:pt>
                <c:pt idx="95754">
                  <c:v>150.44999999999999</c:v>
                </c:pt>
                <c:pt idx="95755">
                  <c:v>92.97</c:v>
                </c:pt>
                <c:pt idx="95756">
                  <c:v>128.24</c:v>
                </c:pt>
                <c:pt idx="95757">
                  <c:v>84.99</c:v>
                </c:pt>
                <c:pt idx="95758">
                  <c:v>100.41</c:v>
                </c:pt>
                <c:pt idx="95759">
                  <c:v>31.78</c:v>
                </c:pt>
                <c:pt idx="95760">
                  <c:v>31.78</c:v>
                </c:pt>
                <c:pt idx="95761">
                  <c:v>31.78</c:v>
                </c:pt>
                <c:pt idx="95762">
                  <c:v>31.18</c:v>
                </c:pt>
                <c:pt idx="95763">
                  <c:v>31.18</c:v>
                </c:pt>
                <c:pt idx="95764">
                  <c:v>31.78</c:v>
                </c:pt>
                <c:pt idx="95765">
                  <c:v>31.18</c:v>
                </c:pt>
                <c:pt idx="95766">
                  <c:v>99.9</c:v>
                </c:pt>
                <c:pt idx="95767">
                  <c:v>219.8</c:v>
                </c:pt>
                <c:pt idx="95768">
                  <c:v>59.98</c:v>
                </c:pt>
                <c:pt idx="95769">
                  <c:v>49.48</c:v>
                </c:pt>
                <c:pt idx="95770">
                  <c:v>68.959999999999994</c:v>
                </c:pt>
                <c:pt idx="95771">
                  <c:v>79.95</c:v>
                </c:pt>
                <c:pt idx="95772">
                  <c:v>65.989999999999995</c:v>
                </c:pt>
                <c:pt idx="95773">
                  <c:v>16.47</c:v>
                </c:pt>
                <c:pt idx="95774">
                  <c:v>59.96</c:v>
                </c:pt>
                <c:pt idx="95775">
                  <c:v>111.97</c:v>
                </c:pt>
                <c:pt idx="95776">
                  <c:v>193.24</c:v>
                </c:pt>
                <c:pt idx="95777">
                  <c:v>94.95</c:v>
                </c:pt>
                <c:pt idx="95778">
                  <c:v>35.479999999999997</c:v>
                </c:pt>
                <c:pt idx="95779">
                  <c:v>76.180000000000007</c:v>
                </c:pt>
                <c:pt idx="95780">
                  <c:v>96.78</c:v>
                </c:pt>
                <c:pt idx="95781">
                  <c:v>62.9</c:v>
                </c:pt>
                <c:pt idx="95782">
                  <c:v>111.28</c:v>
                </c:pt>
                <c:pt idx="95783">
                  <c:v>84.69</c:v>
                </c:pt>
                <c:pt idx="95784">
                  <c:v>62.9</c:v>
                </c:pt>
                <c:pt idx="95785">
                  <c:v>61.98</c:v>
                </c:pt>
                <c:pt idx="95786">
                  <c:v>92.97</c:v>
                </c:pt>
                <c:pt idx="95787">
                  <c:v>30.99</c:v>
                </c:pt>
                <c:pt idx="95788">
                  <c:v>71.959999999999994</c:v>
                </c:pt>
                <c:pt idx="95789">
                  <c:v>219.93</c:v>
                </c:pt>
                <c:pt idx="95790">
                  <c:v>34.99</c:v>
                </c:pt>
                <c:pt idx="95791">
                  <c:v>15.29</c:v>
                </c:pt>
                <c:pt idx="95792">
                  <c:v>43.27</c:v>
                </c:pt>
                <c:pt idx="95793">
                  <c:v>58.48</c:v>
                </c:pt>
                <c:pt idx="95794">
                  <c:v>63.96</c:v>
                </c:pt>
                <c:pt idx="95795">
                  <c:v>68.62</c:v>
                </c:pt>
                <c:pt idx="95796">
                  <c:v>72.97</c:v>
                </c:pt>
                <c:pt idx="95797">
                  <c:v>46.49</c:v>
                </c:pt>
                <c:pt idx="95798">
                  <c:v>43.47</c:v>
                </c:pt>
                <c:pt idx="95799">
                  <c:v>132.96</c:v>
                </c:pt>
                <c:pt idx="95800">
                  <c:v>79.98</c:v>
                </c:pt>
                <c:pt idx="95801">
                  <c:v>65.97</c:v>
                </c:pt>
                <c:pt idx="95802">
                  <c:v>59.98</c:v>
                </c:pt>
                <c:pt idx="95803">
                  <c:v>89.97</c:v>
                </c:pt>
                <c:pt idx="95804">
                  <c:v>83.97</c:v>
                </c:pt>
                <c:pt idx="95805">
                  <c:v>95.97</c:v>
                </c:pt>
                <c:pt idx="95806">
                  <c:v>115.96</c:v>
                </c:pt>
                <c:pt idx="95807">
                  <c:v>127.92</c:v>
                </c:pt>
                <c:pt idx="95808">
                  <c:v>59.94</c:v>
                </c:pt>
                <c:pt idx="95809">
                  <c:v>69.98</c:v>
                </c:pt>
                <c:pt idx="95810">
                  <c:v>83.94</c:v>
                </c:pt>
                <c:pt idx="95811">
                  <c:v>104.45</c:v>
                </c:pt>
                <c:pt idx="95812">
                  <c:v>50.22</c:v>
                </c:pt>
                <c:pt idx="95813">
                  <c:v>59.98</c:v>
                </c:pt>
                <c:pt idx="95814">
                  <c:v>65.989999999999995</c:v>
                </c:pt>
                <c:pt idx="95815">
                  <c:v>50.97</c:v>
                </c:pt>
                <c:pt idx="95816">
                  <c:v>51.29</c:v>
                </c:pt>
                <c:pt idx="95817">
                  <c:v>99.13</c:v>
                </c:pt>
                <c:pt idx="95818">
                  <c:v>76.489999999999995</c:v>
                </c:pt>
                <c:pt idx="95819">
                  <c:v>75.97</c:v>
                </c:pt>
                <c:pt idx="95820">
                  <c:v>51.97</c:v>
                </c:pt>
                <c:pt idx="95821">
                  <c:v>114.93</c:v>
                </c:pt>
                <c:pt idx="95822">
                  <c:v>73.790000000000006</c:v>
                </c:pt>
                <c:pt idx="95823">
                  <c:v>49.59</c:v>
                </c:pt>
                <c:pt idx="95824">
                  <c:v>72.56</c:v>
                </c:pt>
                <c:pt idx="95825">
                  <c:v>65.989999999999995</c:v>
                </c:pt>
                <c:pt idx="95826">
                  <c:v>52.99</c:v>
                </c:pt>
                <c:pt idx="95827">
                  <c:v>59.98</c:v>
                </c:pt>
                <c:pt idx="95828">
                  <c:v>53.72</c:v>
                </c:pt>
                <c:pt idx="95829">
                  <c:v>39.93</c:v>
                </c:pt>
                <c:pt idx="95830">
                  <c:v>27.28</c:v>
                </c:pt>
                <c:pt idx="95831">
                  <c:v>40.270000000000003</c:v>
                </c:pt>
                <c:pt idx="95832">
                  <c:v>53.98</c:v>
                </c:pt>
                <c:pt idx="95833">
                  <c:v>59.98</c:v>
                </c:pt>
                <c:pt idx="95834">
                  <c:v>29.99</c:v>
                </c:pt>
                <c:pt idx="95835">
                  <c:v>89.98</c:v>
                </c:pt>
                <c:pt idx="95836">
                  <c:v>99.98</c:v>
                </c:pt>
                <c:pt idx="95837">
                  <c:v>99.98</c:v>
                </c:pt>
                <c:pt idx="95838">
                  <c:v>46.94</c:v>
                </c:pt>
                <c:pt idx="95839">
                  <c:v>16.29</c:v>
                </c:pt>
                <c:pt idx="95840">
                  <c:v>51.29</c:v>
                </c:pt>
                <c:pt idx="95841">
                  <c:v>87.47</c:v>
                </c:pt>
                <c:pt idx="95842">
                  <c:v>69.95</c:v>
                </c:pt>
                <c:pt idx="95843">
                  <c:v>55.96</c:v>
                </c:pt>
                <c:pt idx="95844">
                  <c:v>55.96</c:v>
                </c:pt>
                <c:pt idx="95845">
                  <c:v>61.98</c:v>
                </c:pt>
                <c:pt idx="95846">
                  <c:v>79.97</c:v>
                </c:pt>
                <c:pt idx="95847">
                  <c:v>61.98</c:v>
                </c:pt>
                <c:pt idx="95848">
                  <c:v>86.96</c:v>
                </c:pt>
                <c:pt idx="95849">
                  <c:v>55.98</c:v>
                </c:pt>
                <c:pt idx="95850">
                  <c:v>58.98</c:v>
                </c:pt>
                <c:pt idx="95851">
                  <c:v>52.98</c:v>
                </c:pt>
                <c:pt idx="95852">
                  <c:v>55.98</c:v>
                </c:pt>
                <c:pt idx="95853">
                  <c:v>126.48</c:v>
                </c:pt>
                <c:pt idx="95854">
                  <c:v>139.97999999999999</c:v>
                </c:pt>
                <c:pt idx="95855">
                  <c:v>64.98</c:v>
                </c:pt>
                <c:pt idx="95856">
                  <c:v>79.98</c:v>
                </c:pt>
                <c:pt idx="95857">
                  <c:v>59.97</c:v>
                </c:pt>
                <c:pt idx="95858">
                  <c:v>89.97</c:v>
                </c:pt>
                <c:pt idx="95859">
                  <c:v>54.98</c:v>
                </c:pt>
                <c:pt idx="95860">
                  <c:v>50.96</c:v>
                </c:pt>
                <c:pt idx="95861">
                  <c:v>119.97</c:v>
                </c:pt>
                <c:pt idx="95862">
                  <c:v>99.95</c:v>
                </c:pt>
                <c:pt idx="95863">
                  <c:v>114.96</c:v>
                </c:pt>
                <c:pt idx="95864">
                  <c:v>79.959999999999994</c:v>
                </c:pt>
                <c:pt idx="95865">
                  <c:v>238.33</c:v>
                </c:pt>
                <c:pt idx="95866">
                  <c:v>84.99</c:v>
                </c:pt>
                <c:pt idx="95867">
                  <c:v>94.98</c:v>
                </c:pt>
                <c:pt idx="95868">
                  <c:v>98.98</c:v>
                </c:pt>
                <c:pt idx="95869">
                  <c:v>121.67</c:v>
                </c:pt>
                <c:pt idx="95870">
                  <c:v>68.98</c:v>
                </c:pt>
                <c:pt idx="95871">
                  <c:v>54.98</c:v>
                </c:pt>
                <c:pt idx="95872">
                  <c:v>59.98</c:v>
                </c:pt>
                <c:pt idx="95873">
                  <c:v>59.98</c:v>
                </c:pt>
                <c:pt idx="95874">
                  <c:v>59.98</c:v>
                </c:pt>
                <c:pt idx="95875">
                  <c:v>61.98</c:v>
                </c:pt>
                <c:pt idx="95876">
                  <c:v>72.430000000000007</c:v>
                </c:pt>
                <c:pt idx="95877">
                  <c:v>92.97</c:v>
                </c:pt>
                <c:pt idx="95878">
                  <c:v>61.98</c:v>
                </c:pt>
                <c:pt idx="95879">
                  <c:v>51.98</c:v>
                </c:pt>
                <c:pt idx="95880">
                  <c:v>51.98</c:v>
                </c:pt>
                <c:pt idx="95881">
                  <c:v>51.98</c:v>
                </c:pt>
                <c:pt idx="95882">
                  <c:v>159.69999999999999</c:v>
                </c:pt>
                <c:pt idx="95883">
                  <c:v>319.39</c:v>
                </c:pt>
                <c:pt idx="95884">
                  <c:v>319.39</c:v>
                </c:pt>
                <c:pt idx="95885">
                  <c:v>159.69999999999999</c:v>
                </c:pt>
                <c:pt idx="95886">
                  <c:v>108.86</c:v>
                </c:pt>
                <c:pt idx="95887">
                  <c:v>72.58</c:v>
                </c:pt>
                <c:pt idx="95888">
                  <c:v>218.95</c:v>
                </c:pt>
                <c:pt idx="95889">
                  <c:v>188.95</c:v>
                </c:pt>
                <c:pt idx="95890">
                  <c:v>79.98</c:v>
                </c:pt>
                <c:pt idx="95891">
                  <c:v>206.92</c:v>
                </c:pt>
                <c:pt idx="95892">
                  <c:v>29.99</c:v>
                </c:pt>
                <c:pt idx="95893">
                  <c:v>113.97</c:v>
                </c:pt>
                <c:pt idx="95894">
                  <c:v>81.97</c:v>
                </c:pt>
                <c:pt idx="95895">
                  <c:v>97.97</c:v>
                </c:pt>
                <c:pt idx="95896">
                  <c:v>157.96</c:v>
                </c:pt>
                <c:pt idx="95897">
                  <c:v>131.97999999999999</c:v>
                </c:pt>
                <c:pt idx="95898">
                  <c:v>119.96</c:v>
                </c:pt>
                <c:pt idx="95899">
                  <c:v>168.64</c:v>
                </c:pt>
                <c:pt idx="95900">
                  <c:v>186.97</c:v>
                </c:pt>
                <c:pt idx="95901">
                  <c:v>128.86000000000001</c:v>
                </c:pt>
                <c:pt idx="95902">
                  <c:v>159.69999999999999</c:v>
                </c:pt>
                <c:pt idx="95903">
                  <c:v>158.47</c:v>
                </c:pt>
                <c:pt idx="95904">
                  <c:v>63.96</c:v>
                </c:pt>
                <c:pt idx="95905">
                  <c:v>139.11000000000001</c:v>
                </c:pt>
                <c:pt idx="95906">
                  <c:v>85.06</c:v>
                </c:pt>
                <c:pt idx="95907">
                  <c:v>51.23</c:v>
                </c:pt>
                <c:pt idx="95908">
                  <c:v>50.98</c:v>
                </c:pt>
                <c:pt idx="95909">
                  <c:v>50.98</c:v>
                </c:pt>
                <c:pt idx="95910">
                  <c:v>69.98</c:v>
                </c:pt>
                <c:pt idx="95911">
                  <c:v>69.98</c:v>
                </c:pt>
                <c:pt idx="95912">
                  <c:v>51.97</c:v>
                </c:pt>
                <c:pt idx="95913">
                  <c:v>50.98</c:v>
                </c:pt>
                <c:pt idx="95914">
                  <c:v>47.58</c:v>
                </c:pt>
                <c:pt idx="95915">
                  <c:v>59.98</c:v>
                </c:pt>
                <c:pt idx="95916">
                  <c:v>76.819999999999993</c:v>
                </c:pt>
                <c:pt idx="95917">
                  <c:v>121.96</c:v>
                </c:pt>
                <c:pt idx="95918">
                  <c:v>69.98</c:v>
                </c:pt>
                <c:pt idx="95919">
                  <c:v>72.56</c:v>
                </c:pt>
                <c:pt idx="95920">
                  <c:v>96.75</c:v>
                </c:pt>
                <c:pt idx="95921">
                  <c:v>43.54</c:v>
                </c:pt>
                <c:pt idx="95922">
                  <c:v>85.87</c:v>
                </c:pt>
                <c:pt idx="95923">
                  <c:v>54.99</c:v>
                </c:pt>
                <c:pt idx="95924">
                  <c:v>54.99</c:v>
                </c:pt>
                <c:pt idx="95925">
                  <c:v>54.99</c:v>
                </c:pt>
                <c:pt idx="95926">
                  <c:v>46.74</c:v>
                </c:pt>
                <c:pt idx="95927">
                  <c:v>123.23</c:v>
                </c:pt>
                <c:pt idx="95928">
                  <c:v>96.85</c:v>
                </c:pt>
                <c:pt idx="95929">
                  <c:v>94.95</c:v>
                </c:pt>
                <c:pt idx="95930">
                  <c:v>69.989999999999995</c:v>
                </c:pt>
                <c:pt idx="95931">
                  <c:v>-44.99</c:v>
                </c:pt>
                <c:pt idx="95932">
                  <c:v>97.15</c:v>
                </c:pt>
                <c:pt idx="95933">
                  <c:v>98.97</c:v>
                </c:pt>
                <c:pt idx="95934">
                  <c:v>79.17</c:v>
                </c:pt>
                <c:pt idx="95935">
                  <c:v>64.98</c:v>
                </c:pt>
                <c:pt idx="95936">
                  <c:v>25.74</c:v>
                </c:pt>
                <c:pt idx="95937">
                  <c:v>79.98</c:v>
                </c:pt>
                <c:pt idx="95938">
                  <c:v>74.98</c:v>
                </c:pt>
                <c:pt idx="95939">
                  <c:v>61.67</c:v>
                </c:pt>
                <c:pt idx="95940">
                  <c:v>65.319999999999993</c:v>
                </c:pt>
                <c:pt idx="95941">
                  <c:v>97.96</c:v>
                </c:pt>
                <c:pt idx="95942">
                  <c:v>92.53</c:v>
                </c:pt>
                <c:pt idx="95943">
                  <c:v>153.91999999999999</c:v>
                </c:pt>
                <c:pt idx="95944">
                  <c:v>118.97</c:v>
                </c:pt>
                <c:pt idx="95945">
                  <c:v>87.97</c:v>
                </c:pt>
                <c:pt idx="95946">
                  <c:v>71.349999999999994</c:v>
                </c:pt>
                <c:pt idx="95947">
                  <c:v>181.44</c:v>
                </c:pt>
                <c:pt idx="95948">
                  <c:v>27.28</c:v>
                </c:pt>
                <c:pt idx="95949">
                  <c:v>82.49</c:v>
                </c:pt>
                <c:pt idx="95950">
                  <c:v>79.849999999999994</c:v>
                </c:pt>
                <c:pt idx="95951">
                  <c:v>85.85</c:v>
                </c:pt>
                <c:pt idx="95952">
                  <c:v>57.97</c:v>
                </c:pt>
                <c:pt idx="95953">
                  <c:v>52.97</c:v>
                </c:pt>
                <c:pt idx="95954">
                  <c:v>63.97</c:v>
                </c:pt>
                <c:pt idx="95955">
                  <c:v>88.97</c:v>
                </c:pt>
                <c:pt idx="95956">
                  <c:v>110.46</c:v>
                </c:pt>
                <c:pt idx="95957">
                  <c:v>78.97</c:v>
                </c:pt>
                <c:pt idx="95958">
                  <c:v>134.97999999999999</c:v>
                </c:pt>
                <c:pt idx="95959">
                  <c:v>159.54</c:v>
                </c:pt>
                <c:pt idx="95960">
                  <c:v>69.98</c:v>
                </c:pt>
                <c:pt idx="95961">
                  <c:v>114.97</c:v>
                </c:pt>
                <c:pt idx="95962">
                  <c:v>79.959999999999994</c:v>
                </c:pt>
                <c:pt idx="95963">
                  <c:v>59.97</c:v>
                </c:pt>
                <c:pt idx="95964">
                  <c:v>83.96</c:v>
                </c:pt>
                <c:pt idx="95965">
                  <c:v>51.97</c:v>
                </c:pt>
                <c:pt idx="95966">
                  <c:v>54.99</c:v>
                </c:pt>
                <c:pt idx="95967">
                  <c:v>54.99</c:v>
                </c:pt>
                <c:pt idx="95968">
                  <c:v>43.28</c:v>
                </c:pt>
                <c:pt idx="95969">
                  <c:v>59.95</c:v>
                </c:pt>
                <c:pt idx="95970">
                  <c:v>25.48</c:v>
                </c:pt>
                <c:pt idx="95971">
                  <c:v>25.48</c:v>
                </c:pt>
                <c:pt idx="95972">
                  <c:v>89.97</c:v>
                </c:pt>
                <c:pt idx="95973">
                  <c:v>119.96</c:v>
                </c:pt>
                <c:pt idx="95974">
                  <c:v>80.97</c:v>
                </c:pt>
                <c:pt idx="95975">
                  <c:v>71.98</c:v>
                </c:pt>
                <c:pt idx="95976">
                  <c:v>58.97</c:v>
                </c:pt>
                <c:pt idx="95977">
                  <c:v>89.97</c:v>
                </c:pt>
                <c:pt idx="95978">
                  <c:v>64.86</c:v>
                </c:pt>
                <c:pt idx="95979">
                  <c:v>64.989999999999995</c:v>
                </c:pt>
                <c:pt idx="95980">
                  <c:v>91.17</c:v>
                </c:pt>
                <c:pt idx="95981">
                  <c:v>89.95</c:v>
                </c:pt>
                <c:pt idx="95982">
                  <c:v>64.58</c:v>
                </c:pt>
                <c:pt idx="95983">
                  <c:v>80.97</c:v>
                </c:pt>
                <c:pt idx="95984">
                  <c:v>46.29</c:v>
                </c:pt>
                <c:pt idx="95985">
                  <c:v>57.56</c:v>
                </c:pt>
                <c:pt idx="95986">
                  <c:v>63.96</c:v>
                </c:pt>
                <c:pt idx="95987">
                  <c:v>163.94</c:v>
                </c:pt>
                <c:pt idx="95988">
                  <c:v>62.47</c:v>
                </c:pt>
                <c:pt idx="95989">
                  <c:v>62.99</c:v>
                </c:pt>
                <c:pt idx="95990">
                  <c:v>69.98</c:v>
                </c:pt>
                <c:pt idx="95991">
                  <c:v>49.98</c:v>
                </c:pt>
                <c:pt idx="95992">
                  <c:v>76.48</c:v>
                </c:pt>
                <c:pt idx="95993">
                  <c:v>93.97</c:v>
                </c:pt>
                <c:pt idx="95994">
                  <c:v>84.99</c:v>
                </c:pt>
                <c:pt idx="95995">
                  <c:v>54.99</c:v>
                </c:pt>
                <c:pt idx="95996">
                  <c:v>31.49</c:v>
                </c:pt>
                <c:pt idx="95997">
                  <c:v>104.98</c:v>
                </c:pt>
                <c:pt idx="95998">
                  <c:v>289.91000000000003</c:v>
                </c:pt>
                <c:pt idx="95999">
                  <c:v>54.98</c:v>
                </c:pt>
                <c:pt idx="96000">
                  <c:v>59.98</c:v>
                </c:pt>
                <c:pt idx="96001">
                  <c:v>54.98</c:v>
                </c:pt>
                <c:pt idx="96002">
                  <c:v>59.98</c:v>
                </c:pt>
                <c:pt idx="96003">
                  <c:v>289.86</c:v>
                </c:pt>
                <c:pt idx="96004">
                  <c:v>-221.39</c:v>
                </c:pt>
                <c:pt idx="96005">
                  <c:v>147.6</c:v>
                </c:pt>
                <c:pt idx="96006">
                  <c:v>221.39</c:v>
                </c:pt>
                <c:pt idx="96007">
                  <c:v>72.56</c:v>
                </c:pt>
                <c:pt idx="96008">
                  <c:v>72.56</c:v>
                </c:pt>
                <c:pt idx="96009">
                  <c:v>84.68</c:v>
                </c:pt>
                <c:pt idx="96010">
                  <c:v>84.68</c:v>
                </c:pt>
                <c:pt idx="96011">
                  <c:v>69.95</c:v>
                </c:pt>
                <c:pt idx="96012">
                  <c:v>69.95</c:v>
                </c:pt>
                <c:pt idx="96013">
                  <c:v>79.959999999999994</c:v>
                </c:pt>
                <c:pt idx="96014">
                  <c:v>69.95</c:v>
                </c:pt>
                <c:pt idx="96015">
                  <c:v>149.9</c:v>
                </c:pt>
                <c:pt idx="96016">
                  <c:v>169.28</c:v>
                </c:pt>
                <c:pt idx="96017">
                  <c:v>145.18</c:v>
                </c:pt>
                <c:pt idx="96018">
                  <c:v>41.49</c:v>
                </c:pt>
                <c:pt idx="96019">
                  <c:v>54.95</c:v>
                </c:pt>
                <c:pt idx="96020">
                  <c:v>34.92</c:v>
                </c:pt>
                <c:pt idx="96021">
                  <c:v>65.94</c:v>
                </c:pt>
                <c:pt idx="96022">
                  <c:v>54.95</c:v>
                </c:pt>
                <c:pt idx="96023">
                  <c:v>65.94</c:v>
                </c:pt>
                <c:pt idx="96024">
                  <c:v>72.58</c:v>
                </c:pt>
                <c:pt idx="96025">
                  <c:v>55.96</c:v>
                </c:pt>
                <c:pt idx="96026">
                  <c:v>111.12</c:v>
                </c:pt>
                <c:pt idx="96027">
                  <c:v>62.98</c:v>
                </c:pt>
                <c:pt idx="96028">
                  <c:v>57.97</c:v>
                </c:pt>
                <c:pt idx="96029">
                  <c:v>57.58</c:v>
                </c:pt>
                <c:pt idx="96030">
                  <c:v>94.95</c:v>
                </c:pt>
                <c:pt idx="96031">
                  <c:v>118.73</c:v>
                </c:pt>
                <c:pt idx="96032">
                  <c:v>24.68</c:v>
                </c:pt>
                <c:pt idx="96033">
                  <c:v>56.98</c:v>
                </c:pt>
                <c:pt idx="96034">
                  <c:v>53.97</c:v>
                </c:pt>
                <c:pt idx="96035">
                  <c:v>15.29</c:v>
                </c:pt>
                <c:pt idx="96036">
                  <c:v>87.47</c:v>
                </c:pt>
                <c:pt idx="96037">
                  <c:v>124.97</c:v>
                </c:pt>
                <c:pt idx="96038">
                  <c:v>59.96</c:v>
                </c:pt>
                <c:pt idx="96039">
                  <c:v>4.97</c:v>
                </c:pt>
                <c:pt idx="96040">
                  <c:v>32.49</c:v>
                </c:pt>
                <c:pt idx="96041">
                  <c:v>47.24</c:v>
                </c:pt>
                <c:pt idx="96042">
                  <c:v>92.98</c:v>
                </c:pt>
                <c:pt idx="96043">
                  <c:v>85.97</c:v>
                </c:pt>
                <c:pt idx="96044">
                  <c:v>76.98</c:v>
                </c:pt>
                <c:pt idx="96045">
                  <c:v>65.989999999999995</c:v>
                </c:pt>
                <c:pt idx="96046">
                  <c:v>50.98</c:v>
                </c:pt>
                <c:pt idx="96047">
                  <c:v>89.98</c:v>
                </c:pt>
                <c:pt idx="96048">
                  <c:v>152.44</c:v>
                </c:pt>
                <c:pt idx="96049">
                  <c:v>68.989999999999995</c:v>
                </c:pt>
                <c:pt idx="96050">
                  <c:v>32.479999999999997</c:v>
                </c:pt>
                <c:pt idx="96051">
                  <c:v>111.96</c:v>
                </c:pt>
                <c:pt idx="96052">
                  <c:v>55.98</c:v>
                </c:pt>
                <c:pt idx="96053">
                  <c:v>55.98</c:v>
                </c:pt>
                <c:pt idx="96054">
                  <c:v>59.98</c:v>
                </c:pt>
                <c:pt idx="96055">
                  <c:v>59.96</c:v>
                </c:pt>
                <c:pt idx="96056">
                  <c:v>56.97</c:v>
                </c:pt>
                <c:pt idx="96057">
                  <c:v>56.97</c:v>
                </c:pt>
                <c:pt idx="96058">
                  <c:v>159.97</c:v>
                </c:pt>
                <c:pt idx="96059">
                  <c:v>158.47</c:v>
                </c:pt>
                <c:pt idx="96060">
                  <c:v>76.489999999999995</c:v>
                </c:pt>
                <c:pt idx="96061">
                  <c:v>54.99</c:v>
                </c:pt>
                <c:pt idx="96062">
                  <c:v>72.239999999999995</c:v>
                </c:pt>
                <c:pt idx="96063">
                  <c:v>84.99</c:v>
                </c:pt>
                <c:pt idx="96064">
                  <c:v>110.04</c:v>
                </c:pt>
                <c:pt idx="96065">
                  <c:v>111.24</c:v>
                </c:pt>
                <c:pt idx="96066">
                  <c:v>63.58</c:v>
                </c:pt>
                <c:pt idx="96067">
                  <c:v>77.39</c:v>
                </c:pt>
                <c:pt idx="96068">
                  <c:v>68.97</c:v>
                </c:pt>
                <c:pt idx="96069">
                  <c:v>58.62</c:v>
                </c:pt>
                <c:pt idx="96070">
                  <c:v>41.49</c:v>
                </c:pt>
                <c:pt idx="96071">
                  <c:v>41.49</c:v>
                </c:pt>
                <c:pt idx="96072">
                  <c:v>124.98</c:v>
                </c:pt>
                <c:pt idx="96073">
                  <c:v>55.98</c:v>
                </c:pt>
                <c:pt idx="96074">
                  <c:v>57.74</c:v>
                </c:pt>
                <c:pt idx="96075">
                  <c:v>55.98</c:v>
                </c:pt>
                <c:pt idx="96076">
                  <c:v>49.08</c:v>
                </c:pt>
                <c:pt idx="96077">
                  <c:v>55.98</c:v>
                </c:pt>
                <c:pt idx="96078">
                  <c:v>56.97</c:v>
                </c:pt>
                <c:pt idx="96079">
                  <c:v>61.97</c:v>
                </c:pt>
                <c:pt idx="96080">
                  <c:v>56.97</c:v>
                </c:pt>
                <c:pt idx="96081">
                  <c:v>74.98</c:v>
                </c:pt>
                <c:pt idx="96082">
                  <c:v>39.99</c:v>
                </c:pt>
                <c:pt idx="96083">
                  <c:v>89.97</c:v>
                </c:pt>
                <c:pt idx="96084">
                  <c:v>31.24</c:v>
                </c:pt>
                <c:pt idx="96085">
                  <c:v>54.37</c:v>
                </c:pt>
                <c:pt idx="96086">
                  <c:v>58.97</c:v>
                </c:pt>
                <c:pt idx="96087">
                  <c:v>55.96</c:v>
                </c:pt>
                <c:pt idx="96088">
                  <c:v>113.87</c:v>
                </c:pt>
                <c:pt idx="96089">
                  <c:v>36.49</c:v>
                </c:pt>
                <c:pt idx="96090">
                  <c:v>58.18</c:v>
                </c:pt>
                <c:pt idx="96091">
                  <c:v>55.98</c:v>
                </c:pt>
                <c:pt idx="96092">
                  <c:v>66.98</c:v>
                </c:pt>
                <c:pt idx="96093">
                  <c:v>102.98</c:v>
                </c:pt>
                <c:pt idx="96094">
                  <c:v>184.98</c:v>
                </c:pt>
                <c:pt idx="96095">
                  <c:v>155.97</c:v>
                </c:pt>
                <c:pt idx="96096">
                  <c:v>131.97999999999999</c:v>
                </c:pt>
                <c:pt idx="96097">
                  <c:v>300.38</c:v>
                </c:pt>
                <c:pt idx="96098">
                  <c:v>131.96</c:v>
                </c:pt>
                <c:pt idx="96099">
                  <c:v>150.94999999999999</c:v>
                </c:pt>
                <c:pt idx="96100">
                  <c:v>109.97</c:v>
                </c:pt>
                <c:pt idx="96101">
                  <c:v>72.98</c:v>
                </c:pt>
                <c:pt idx="96102">
                  <c:v>83.97</c:v>
                </c:pt>
                <c:pt idx="96103">
                  <c:v>79.98</c:v>
                </c:pt>
                <c:pt idx="96104">
                  <c:v>118.98</c:v>
                </c:pt>
                <c:pt idx="96105">
                  <c:v>212.61</c:v>
                </c:pt>
                <c:pt idx="96106">
                  <c:v>56.97</c:v>
                </c:pt>
                <c:pt idx="96107">
                  <c:v>28.38</c:v>
                </c:pt>
                <c:pt idx="96108">
                  <c:v>59.98</c:v>
                </c:pt>
                <c:pt idx="96109">
                  <c:v>65.989999999999995</c:v>
                </c:pt>
                <c:pt idx="96110">
                  <c:v>56.97</c:v>
                </c:pt>
                <c:pt idx="96111">
                  <c:v>56.97</c:v>
                </c:pt>
                <c:pt idx="96112">
                  <c:v>84.99</c:v>
                </c:pt>
                <c:pt idx="96113">
                  <c:v>76.489999999999995</c:v>
                </c:pt>
                <c:pt idx="96114">
                  <c:v>65.19</c:v>
                </c:pt>
                <c:pt idx="96115">
                  <c:v>62.98</c:v>
                </c:pt>
                <c:pt idx="96116">
                  <c:v>59.39</c:v>
                </c:pt>
                <c:pt idx="96117">
                  <c:v>65.989999999999995</c:v>
                </c:pt>
                <c:pt idx="96118">
                  <c:v>46.79</c:v>
                </c:pt>
                <c:pt idx="96119">
                  <c:v>56.09</c:v>
                </c:pt>
                <c:pt idx="96120">
                  <c:v>171.53</c:v>
                </c:pt>
                <c:pt idx="96121">
                  <c:v>20.49</c:v>
                </c:pt>
                <c:pt idx="96122">
                  <c:v>131.97999999999999</c:v>
                </c:pt>
                <c:pt idx="96123">
                  <c:v>39.22</c:v>
                </c:pt>
                <c:pt idx="96124">
                  <c:v>68.989999999999995</c:v>
                </c:pt>
                <c:pt idx="96125">
                  <c:v>19.899999999999999</c:v>
                </c:pt>
                <c:pt idx="96126">
                  <c:v>57.42</c:v>
                </c:pt>
                <c:pt idx="96127">
                  <c:v>152.91999999999999</c:v>
                </c:pt>
                <c:pt idx="96128">
                  <c:v>129.91999999999999</c:v>
                </c:pt>
                <c:pt idx="96129">
                  <c:v>55.98</c:v>
                </c:pt>
                <c:pt idx="96130">
                  <c:v>48.87</c:v>
                </c:pt>
                <c:pt idx="96131">
                  <c:v>80.98</c:v>
                </c:pt>
                <c:pt idx="96132">
                  <c:v>91.96</c:v>
                </c:pt>
                <c:pt idx="96133">
                  <c:v>45.06</c:v>
                </c:pt>
                <c:pt idx="96134">
                  <c:v>15.49</c:v>
                </c:pt>
                <c:pt idx="96135">
                  <c:v>55.96</c:v>
                </c:pt>
                <c:pt idx="96136">
                  <c:v>156.46</c:v>
                </c:pt>
                <c:pt idx="96137">
                  <c:v>76.47</c:v>
                </c:pt>
                <c:pt idx="96138">
                  <c:v>54.98</c:v>
                </c:pt>
                <c:pt idx="96139">
                  <c:v>86.27</c:v>
                </c:pt>
                <c:pt idx="96140">
                  <c:v>123.12</c:v>
                </c:pt>
                <c:pt idx="96141">
                  <c:v>187.22</c:v>
                </c:pt>
                <c:pt idx="96142">
                  <c:v>119.97</c:v>
                </c:pt>
                <c:pt idx="96143">
                  <c:v>115.95</c:v>
                </c:pt>
                <c:pt idx="96144">
                  <c:v>77.81</c:v>
                </c:pt>
                <c:pt idx="96145">
                  <c:v>79.97</c:v>
                </c:pt>
                <c:pt idx="96146">
                  <c:v>123.23</c:v>
                </c:pt>
                <c:pt idx="96147">
                  <c:v>51.49</c:v>
                </c:pt>
                <c:pt idx="96148">
                  <c:v>51.49</c:v>
                </c:pt>
                <c:pt idx="96149">
                  <c:v>60.98</c:v>
                </c:pt>
                <c:pt idx="96150">
                  <c:v>49.99</c:v>
                </c:pt>
                <c:pt idx="96151">
                  <c:v>49.99</c:v>
                </c:pt>
                <c:pt idx="96152">
                  <c:v>129.97999999999999</c:v>
                </c:pt>
                <c:pt idx="96153">
                  <c:v>-9.15</c:v>
                </c:pt>
                <c:pt idx="96154">
                  <c:v>53.97</c:v>
                </c:pt>
                <c:pt idx="96155">
                  <c:v>75.98</c:v>
                </c:pt>
                <c:pt idx="96156">
                  <c:v>71.959999999999994</c:v>
                </c:pt>
                <c:pt idx="96157">
                  <c:v>91.75</c:v>
                </c:pt>
                <c:pt idx="96158">
                  <c:v>59.96</c:v>
                </c:pt>
                <c:pt idx="96159">
                  <c:v>31.28</c:v>
                </c:pt>
                <c:pt idx="96160">
                  <c:v>17.489999999999998</c:v>
                </c:pt>
                <c:pt idx="96161">
                  <c:v>136.35</c:v>
                </c:pt>
                <c:pt idx="96162">
                  <c:v>60.99</c:v>
                </c:pt>
                <c:pt idx="96163">
                  <c:v>56.97</c:v>
                </c:pt>
                <c:pt idx="96164">
                  <c:v>65.989999999999995</c:v>
                </c:pt>
                <c:pt idx="96165">
                  <c:v>65.989999999999995</c:v>
                </c:pt>
                <c:pt idx="96166">
                  <c:v>68.36</c:v>
                </c:pt>
                <c:pt idx="96167">
                  <c:v>59.99</c:v>
                </c:pt>
                <c:pt idx="96168">
                  <c:v>56.4</c:v>
                </c:pt>
                <c:pt idx="96169">
                  <c:v>-68.36</c:v>
                </c:pt>
                <c:pt idx="96170">
                  <c:v>55.2</c:v>
                </c:pt>
                <c:pt idx="96171">
                  <c:v>161.47999999999999</c:v>
                </c:pt>
                <c:pt idx="96172">
                  <c:v>123.47</c:v>
                </c:pt>
                <c:pt idx="96173">
                  <c:v>75.959999999999994</c:v>
                </c:pt>
                <c:pt idx="96174">
                  <c:v>92.98</c:v>
                </c:pt>
                <c:pt idx="96175">
                  <c:v>119.97</c:v>
                </c:pt>
                <c:pt idx="96176">
                  <c:v>56.97</c:v>
                </c:pt>
                <c:pt idx="96177">
                  <c:v>56.97</c:v>
                </c:pt>
                <c:pt idx="96178">
                  <c:v>56.97</c:v>
                </c:pt>
                <c:pt idx="96179">
                  <c:v>56.97</c:v>
                </c:pt>
                <c:pt idx="96180">
                  <c:v>199.97</c:v>
                </c:pt>
                <c:pt idx="96181">
                  <c:v>79.98</c:v>
                </c:pt>
                <c:pt idx="96182">
                  <c:v>72.58</c:v>
                </c:pt>
                <c:pt idx="96183">
                  <c:v>49.59</c:v>
                </c:pt>
                <c:pt idx="96184">
                  <c:v>61.67</c:v>
                </c:pt>
                <c:pt idx="96185">
                  <c:v>24.04</c:v>
                </c:pt>
                <c:pt idx="96186">
                  <c:v>60.97</c:v>
                </c:pt>
                <c:pt idx="96187">
                  <c:v>83.97</c:v>
                </c:pt>
                <c:pt idx="96188">
                  <c:v>69.98</c:v>
                </c:pt>
                <c:pt idx="96189">
                  <c:v>64.98</c:v>
                </c:pt>
                <c:pt idx="96190">
                  <c:v>54.88</c:v>
                </c:pt>
                <c:pt idx="96191">
                  <c:v>54.95</c:v>
                </c:pt>
                <c:pt idx="96192">
                  <c:v>84.99</c:v>
                </c:pt>
                <c:pt idx="96193">
                  <c:v>84.99</c:v>
                </c:pt>
                <c:pt idx="96194">
                  <c:v>140.34</c:v>
                </c:pt>
                <c:pt idx="96195">
                  <c:v>96.78</c:v>
                </c:pt>
                <c:pt idx="96196">
                  <c:v>71.86</c:v>
                </c:pt>
                <c:pt idx="96197">
                  <c:v>69.98</c:v>
                </c:pt>
                <c:pt idx="96198">
                  <c:v>50.97</c:v>
                </c:pt>
                <c:pt idx="96199">
                  <c:v>74.95</c:v>
                </c:pt>
                <c:pt idx="96200">
                  <c:v>92.94</c:v>
                </c:pt>
                <c:pt idx="96201">
                  <c:v>69.95</c:v>
                </c:pt>
                <c:pt idx="96202">
                  <c:v>83.67</c:v>
                </c:pt>
                <c:pt idx="96203">
                  <c:v>55.98</c:v>
                </c:pt>
                <c:pt idx="96204">
                  <c:v>55.98</c:v>
                </c:pt>
                <c:pt idx="96205">
                  <c:v>83.97</c:v>
                </c:pt>
                <c:pt idx="96206">
                  <c:v>179.54</c:v>
                </c:pt>
                <c:pt idx="96207">
                  <c:v>101.97</c:v>
                </c:pt>
                <c:pt idx="96208">
                  <c:v>101.97</c:v>
                </c:pt>
                <c:pt idx="96209">
                  <c:v>59.95</c:v>
                </c:pt>
                <c:pt idx="96210">
                  <c:v>99.98</c:v>
                </c:pt>
                <c:pt idx="96211">
                  <c:v>83.98</c:v>
                </c:pt>
                <c:pt idx="96212">
                  <c:v>99.98</c:v>
                </c:pt>
                <c:pt idx="96213">
                  <c:v>108.78</c:v>
                </c:pt>
                <c:pt idx="96214">
                  <c:v>97.98</c:v>
                </c:pt>
                <c:pt idx="96215">
                  <c:v>15.49</c:v>
                </c:pt>
                <c:pt idx="96216">
                  <c:v>131.91999999999999</c:v>
                </c:pt>
                <c:pt idx="96217">
                  <c:v>94.95</c:v>
                </c:pt>
                <c:pt idx="96218">
                  <c:v>56.97</c:v>
                </c:pt>
                <c:pt idx="96219">
                  <c:v>55.61</c:v>
                </c:pt>
                <c:pt idx="96220">
                  <c:v>66.53</c:v>
                </c:pt>
                <c:pt idx="96221">
                  <c:v>71.22</c:v>
                </c:pt>
                <c:pt idx="96222">
                  <c:v>66.53</c:v>
                </c:pt>
                <c:pt idx="96223">
                  <c:v>39.99</c:v>
                </c:pt>
                <c:pt idx="96224">
                  <c:v>55.96</c:v>
                </c:pt>
                <c:pt idx="96225">
                  <c:v>77.97</c:v>
                </c:pt>
                <c:pt idx="96226">
                  <c:v>45.97</c:v>
                </c:pt>
                <c:pt idx="96227">
                  <c:v>4.29</c:v>
                </c:pt>
                <c:pt idx="96228">
                  <c:v>13.99</c:v>
                </c:pt>
                <c:pt idx="96229">
                  <c:v>78.27</c:v>
                </c:pt>
                <c:pt idx="96230">
                  <c:v>68.38</c:v>
                </c:pt>
                <c:pt idx="96231">
                  <c:v>59.98</c:v>
                </c:pt>
                <c:pt idx="96232">
                  <c:v>76.48</c:v>
                </c:pt>
                <c:pt idx="96233">
                  <c:v>73.78</c:v>
                </c:pt>
                <c:pt idx="96234">
                  <c:v>125.08</c:v>
                </c:pt>
                <c:pt idx="96235">
                  <c:v>104.95</c:v>
                </c:pt>
                <c:pt idx="96236">
                  <c:v>199.92</c:v>
                </c:pt>
                <c:pt idx="96237">
                  <c:v>59.97</c:v>
                </c:pt>
                <c:pt idx="96238">
                  <c:v>64.98</c:v>
                </c:pt>
                <c:pt idx="96239">
                  <c:v>59.97</c:v>
                </c:pt>
                <c:pt idx="96240">
                  <c:v>59.97</c:v>
                </c:pt>
                <c:pt idx="96241">
                  <c:v>59.97</c:v>
                </c:pt>
                <c:pt idx="96242">
                  <c:v>134.52000000000001</c:v>
                </c:pt>
                <c:pt idx="96243">
                  <c:v>92.59</c:v>
                </c:pt>
                <c:pt idx="96244">
                  <c:v>137.19999999999999</c:v>
                </c:pt>
                <c:pt idx="96245">
                  <c:v>169.82</c:v>
                </c:pt>
                <c:pt idx="96246">
                  <c:v>203.36</c:v>
                </c:pt>
                <c:pt idx="96247">
                  <c:v>79.459999999999994</c:v>
                </c:pt>
                <c:pt idx="96248">
                  <c:v>137.94</c:v>
                </c:pt>
                <c:pt idx="96249">
                  <c:v>139.94999999999999</c:v>
                </c:pt>
                <c:pt idx="96250">
                  <c:v>79.989999999999995</c:v>
                </c:pt>
                <c:pt idx="96251">
                  <c:v>117.96</c:v>
                </c:pt>
                <c:pt idx="96252">
                  <c:v>79.989999999999995</c:v>
                </c:pt>
                <c:pt idx="96253">
                  <c:v>118.96</c:v>
                </c:pt>
                <c:pt idx="96254">
                  <c:v>85.97</c:v>
                </c:pt>
                <c:pt idx="96255">
                  <c:v>16.489999999999998</c:v>
                </c:pt>
                <c:pt idx="96256">
                  <c:v>79.989999999999995</c:v>
                </c:pt>
                <c:pt idx="96257">
                  <c:v>98.98</c:v>
                </c:pt>
                <c:pt idx="96258">
                  <c:v>-1.1000000000000001</c:v>
                </c:pt>
                <c:pt idx="96259">
                  <c:v>67.69</c:v>
                </c:pt>
                <c:pt idx="96260">
                  <c:v>50.98</c:v>
                </c:pt>
                <c:pt idx="96261">
                  <c:v>50.98</c:v>
                </c:pt>
                <c:pt idx="96262">
                  <c:v>26.09</c:v>
                </c:pt>
                <c:pt idx="96263">
                  <c:v>60.96</c:v>
                </c:pt>
                <c:pt idx="96264">
                  <c:v>26.49</c:v>
                </c:pt>
                <c:pt idx="96265">
                  <c:v>25.49</c:v>
                </c:pt>
                <c:pt idx="96266">
                  <c:v>22.24</c:v>
                </c:pt>
                <c:pt idx="96267">
                  <c:v>25.49</c:v>
                </c:pt>
                <c:pt idx="96268">
                  <c:v>59.98</c:v>
                </c:pt>
                <c:pt idx="96269">
                  <c:v>27.24</c:v>
                </c:pt>
                <c:pt idx="96270">
                  <c:v>27.24</c:v>
                </c:pt>
                <c:pt idx="96271">
                  <c:v>60.97</c:v>
                </c:pt>
                <c:pt idx="96272">
                  <c:v>139.94999999999999</c:v>
                </c:pt>
                <c:pt idx="96273">
                  <c:v>74.97</c:v>
                </c:pt>
                <c:pt idx="96274">
                  <c:v>68.97</c:v>
                </c:pt>
                <c:pt idx="96275">
                  <c:v>50.48</c:v>
                </c:pt>
                <c:pt idx="96276">
                  <c:v>58.84</c:v>
                </c:pt>
                <c:pt idx="96277">
                  <c:v>16.489999999999998</c:v>
                </c:pt>
                <c:pt idx="96278">
                  <c:v>99.98</c:v>
                </c:pt>
                <c:pt idx="96279">
                  <c:v>15.79</c:v>
                </c:pt>
                <c:pt idx="96280">
                  <c:v>69.39</c:v>
                </c:pt>
                <c:pt idx="96281">
                  <c:v>74.95</c:v>
                </c:pt>
                <c:pt idx="96282">
                  <c:v>74.95</c:v>
                </c:pt>
                <c:pt idx="96283">
                  <c:v>74.95</c:v>
                </c:pt>
                <c:pt idx="96284">
                  <c:v>53.99</c:v>
                </c:pt>
                <c:pt idx="96285">
                  <c:v>53.99</c:v>
                </c:pt>
                <c:pt idx="96286">
                  <c:v>53.99</c:v>
                </c:pt>
                <c:pt idx="96287">
                  <c:v>119.36</c:v>
                </c:pt>
                <c:pt idx="96288">
                  <c:v>96.96</c:v>
                </c:pt>
                <c:pt idx="96289">
                  <c:v>53.99</c:v>
                </c:pt>
                <c:pt idx="96290">
                  <c:v>119.36</c:v>
                </c:pt>
                <c:pt idx="96291">
                  <c:v>96.96</c:v>
                </c:pt>
                <c:pt idx="96292">
                  <c:v>146.5</c:v>
                </c:pt>
                <c:pt idx="96293">
                  <c:v>59.98</c:v>
                </c:pt>
                <c:pt idx="96294">
                  <c:v>84.99</c:v>
                </c:pt>
                <c:pt idx="96295">
                  <c:v>139.47</c:v>
                </c:pt>
                <c:pt idx="96296">
                  <c:v>281.88</c:v>
                </c:pt>
                <c:pt idx="96297">
                  <c:v>56.97</c:v>
                </c:pt>
                <c:pt idx="96298">
                  <c:v>91.96</c:v>
                </c:pt>
                <c:pt idx="96299">
                  <c:v>75.959999999999994</c:v>
                </c:pt>
                <c:pt idx="96300">
                  <c:v>56.97</c:v>
                </c:pt>
                <c:pt idx="96301">
                  <c:v>51.96</c:v>
                </c:pt>
                <c:pt idx="96302">
                  <c:v>54.82</c:v>
                </c:pt>
                <c:pt idx="96303">
                  <c:v>51.96</c:v>
                </c:pt>
                <c:pt idx="96304">
                  <c:v>51.96</c:v>
                </c:pt>
                <c:pt idx="96305">
                  <c:v>51.96</c:v>
                </c:pt>
                <c:pt idx="96306">
                  <c:v>-55.96</c:v>
                </c:pt>
                <c:pt idx="96307">
                  <c:v>55.96</c:v>
                </c:pt>
                <c:pt idx="96308">
                  <c:v>11.39</c:v>
                </c:pt>
                <c:pt idx="96309">
                  <c:v>49.46</c:v>
                </c:pt>
                <c:pt idx="96310">
                  <c:v>65.98</c:v>
                </c:pt>
                <c:pt idx="96311">
                  <c:v>6.23</c:v>
                </c:pt>
                <c:pt idx="96312">
                  <c:v>65.98</c:v>
                </c:pt>
                <c:pt idx="96313">
                  <c:v>117.95</c:v>
                </c:pt>
                <c:pt idx="96314">
                  <c:v>211.45</c:v>
                </c:pt>
                <c:pt idx="96315">
                  <c:v>67.459999999999994</c:v>
                </c:pt>
                <c:pt idx="96316">
                  <c:v>26.49</c:v>
                </c:pt>
                <c:pt idx="96317">
                  <c:v>52.97</c:v>
                </c:pt>
                <c:pt idx="96318">
                  <c:v>59.98</c:v>
                </c:pt>
                <c:pt idx="96319">
                  <c:v>60.98</c:v>
                </c:pt>
                <c:pt idx="96320">
                  <c:v>46.9</c:v>
                </c:pt>
                <c:pt idx="96321">
                  <c:v>68.989999999999995</c:v>
                </c:pt>
                <c:pt idx="96322">
                  <c:v>124.06</c:v>
                </c:pt>
                <c:pt idx="96323">
                  <c:v>109.98</c:v>
                </c:pt>
                <c:pt idx="96324">
                  <c:v>52.97</c:v>
                </c:pt>
                <c:pt idx="96325">
                  <c:v>152.94999999999999</c:v>
                </c:pt>
                <c:pt idx="96326">
                  <c:v>49.59</c:v>
                </c:pt>
                <c:pt idx="96327">
                  <c:v>71.37</c:v>
                </c:pt>
                <c:pt idx="96328">
                  <c:v>77.73</c:v>
                </c:pt>
                <c:pt idx="96329">
                  <c:v>224.52</c:v>
                </c:pt>
                <c:pt idx="96330">
                  <c:v>22.49</c:v>
                </c:pt>
                <c:pt idx="96331">
                  <c:v>22.49</c:v>
                </c:pt>
                <c:pt idx="96332">
                  <c:v>22.49</c:v>
                </c:pt>
                <c:pt idx="96333">
                  <c:v>62.98</c:v>
                </c:pt>
                <c:pt idx="96334">
                  <c:v>19.489999999999998</c:v>
                </c:pt>
                <c:pt idx="96335">
                  <c:v>52.24</c:v>
                </c:pt>
                <c:pt idx="96336">
                  <c:v>149.97999999999999</c:v>
                </c:pt>
                <c:pt idx="96337">
                  <c:v>125.98</c:v>
                </c:pt>
                <c:pt idx="96338">
                  <c:v>115.98</c:v>
                </c:pt>
                <c:pt idx="96339">
                  <c:v>135.97</c:v>
                </c:pt>
                <c:pt idx="96340">
                  <c:v>139.97</c:v>
                </c:pt>
                <c:pt idx="96341">
                  <c:v>25.48</c:v>
                </c:pt>
                <c:pt idx="96342">
                  <c:v>77.94</c:v>
                </c:pt>
                <c:pt idx="96343">
                  <c:v>55.76</c:v>
                </c:pt>
                <c:pt idx="96344">
                  <c:v>93.93</c:v>
                </c:pt>
                <c:pt idx="96345">
                  <c:v>53.08</c:v>
                </c:pt>
                <c:pt idx="96346">
                  <c:v>60.99</c:v>
                </c:pt>
                <c:pt idx="96347">
                  <c:v>106.87</c:v>
                </c:pt>
                <c:pt idx="96348">
                  <c:v>51.84</c:v>
                </c:pt>
                <c:pt idx="96349">
                  <c:v>63.98</c:v>
                </c:pt>
                <c:pt idx="96350">
                  <c:v>67.98</c:v>
                </c:pt>
                <c:pt idx="96351">
                  <c:v>137.46</c:v>
                </c:pt>
                <c:pt idx="96352">
                  <c:v>89.17</c:v>
                </c:pt>
                <c:pt idx="96353">
                  <c:v>78.17</c:v>
                </c:pt>
                <c:pt idx="96354">
                  <c:v>59.98</c:v>
                </c:pt>
                <c:pt idx="96355">
                  <c:v>53.98</c:v>
                </c:pt>
                <c:pt idx="96356">
                  <c:v>85.47</c:v>
                </c:pt>
                <c:pt idx="96357">
                  <c:v>107.97</c:v>
                </c:pt>
                <c:pt idx="96358">
                  <c:v>157.93</c:v>
                </c:pt>
                <c:pt idx="96359">
                  <c:v>124.94</c:v>
                </c:pt>
                <c:pt idx="96360">
                  <c:v>55.96</c:v>
                </c:pt>
                <c:pt idx="96361">
                  <c:v>63.98</c:v>
                </c:pt>
                <c:pt idx="96362">
                  <c:v>55.96</c:v>
                </c:pt>
                <c:pt idx="96363">
                  <c:v>89.98</c:v>
                </c:pt>
                <c:pt idx="96364">
                  <c:v>121.47</c:v>
                </c:pt>
                <c:pt idx="96365">
                  <c:v>99.96</c:v>
                </c:pt>
                <c:pt idx="96366">
                  <c:v>99.96</c:v>
                </c:pt>
                <c:pt idx="96367">
                  <c:v>89.96</c:v>
                </c:pt>
                <c:pt idx="96368">
                  <c:v>20.46</c:v>
                </c:pt>
                <c:pt idx="96369">
                  <c:v>69.98</c:v>
                </c:pt>
                <c:pt idx="96370">
                  <c:v>79.12</c:v>
                </c:pt>
                <c:pt idx="96371">
                  <c:v>105.89</c:v>
                </c:pt>
                <c:pt idx="96372">
                  <c:v>64.12</c:v>
                </c:pt>
                <c:pt idx="96373">
                  <c:v>79.849999999999994</c:v>
                </c:pt>
                <c:pt idx="96374">
                  <c:v>79.849999999999994</c:v>
                </c:pt>
                <c:pt idx="96375">
                  <c:v>55.96</c:v>
                </c:pt>
                <c:pt idx="96376">
                  <c:v>55.96</c:v>
                </c:pt>
                <c:pt idx="96377">
                  <c:v>55.96</c:v>
                </c:pt>
                <c:pt idx="96378">
                  <c:v>55.96</c:v>
                </c:pt>
                <c:pt idx="96379">
                  <c:v>55.96</c:v>
                </c:pt>
                <c:pt idx="96380">
                  <c:v>70.98</c:v>
                </c:pt>
                <c:pt idx="96381">
                  <c:v>58.48</c:v>
                </c:pt>
                <c:pt idx="96382">
                  <c:v>22.49</c:v>
                </c:pt>
                <c:pt idx="96383">
                  <c:v>69.95</c:v>
                </c:pt>
                <c:pt idx="96384">
                  <c:v>114.94</c:v>
                </c:pt>
                <c:pt idx="96385">
                  <c:v>65.989999999999995</c:v>
                </c:pt>
                <c:pt idx="96386">
                  <c:v>54.99</c:v>
                </c:pt>
                <c:pt idx="96387">
                  <c:v>22.49</c:v>
                </c:pt>
                <c:pt idx="96388">
                  <c:v>54.99</c:v>
                </c:pt>
                <c:pt idx="96389">
                  <c:v>276.86</c:v>
                </c:pt>
                <c:pt idx="96390">
                  <c:v>59.99</c:v>
                </c:pt>
                <c:pt idx="96391">
                  <c:v>51.48</c:v>
                </c:pt>
                <c:pt idx="96392">
                  <c:v>51.46</c:v>
                </c:pt>
                <c:pt idx="96393">
                  <c:v>-51.48</c:v>
                </c:pt>
                <c:pt idx="96394">
                  <c:v>59.99</c:v>
                </c:pt>
                <c:pt idx="96395">
                  <c:v>51.48</c:v>
                </c:pt>
                <c:pt idx="96396">
                  <c:v>51.48</c:v>
                </c:pt>
                <c:pt idx="96397">
                  <c:v>22.82</c:v>
                </c:pt>
                <c:pt idx="96398">
                  <c:v>54.95</c:v>
                </c:pt>
                <c:pt idx="96399">
                  <c:v>31.48</c:v>
                </c:pt>
                <c:pt idx="96400">
                  <c:v>59.96</c:v>
                </c:pt>
                <c:pt idx="96401">
                  <c:v>34.47</c:v>
                </c:pt>
                <c:pt idx="96402">
                  <c:v>65.3</c:v>
                </c:pt>
                <c:pt idx="96403">
                  <c:v>87.07</c:v>
                </c:pt>
                <c:pt idx="96404">
                  <c:v>57.94</c:v>
                </c:pt>
                <c:pt idx="96405">
                  <c:v>143.49</c:v>
                </c:pt>
                <c:pt idx="96406">
                  <c:v>130.46</c:v>
                </c:pt>
                <c:pt idx="96407">
                  <c:v>79.98</c:v>
                </c:pt>
                <c:pt idx="96408">
                  <c:v>50.27</c:v>
                </c:pt>
                <c:pt idx="96409">
                  <c:v>73.78</c:v>
                </c:pt>
                <c:pt idx="96410">
                  <c:v>98.96</c:v>
                </c:pt>
                <c:pt idx="96411">
                  <c:v>59.95</c:v>
                </c:pt>
                <c:pt idx="96412">
                  <c:v>59.95</c:v>
                </c:pt>
                <c:pt idx="96413">
                  <c:v>131.97999999999999</c:v>
                </c:pt>
                <c:pt idx="96414">
                  <c:v>103.98</c:v>
                </c:pt>
                <c:pt idx="96415">
                  <c:v>174.55</c:v>
                </c:pt>
                <c:pt idx="96416">
                  <c:v>111.08</c:v>
                </c:pt>
                <c:pt idx="96417">
                  <c:v>57.76</c:v>
                </c:pt>
                <c:pt idx="96418">
                  <c:v>109.98</c:v>
                </c:pt>
                <c:pt idx="96419">
                  <c:v>75.97</c:v>
                </c:pt>
                <c:pt idx="96420">
                  <c:v>67.98</c:v>
                </c:pt>
                <c:pt idx="96421">
                  <c:v>57.96</c:v>
                </c:pt>
                <c:pt idx="96422">
                  <c:v>52.98</c:v>
                </c:pt>
                <c:pt idx="96423">
                  <c:v>53.97</c:v>
                </c:pt>
                <c:pt idx="96424">
                  <c:v>63.98</c:v>
                </c:pt>
                <c:pt idx="96425">
                  <c:v>49.49</c:v>
                </c:pt>
                <c:pt idx="96426">
                  <c:v>51.96</c:v>
                </c:pt>
                <c:pt idx="96427">
                  <c:v>57.59</c:v>
                </c:pt>
                <c:pt idx="96428">
                  <c:v>99.95</c:v>
                </c:pt>
                <c:pt idx="96429">
                  <c:v>79.959999999999994</c:v>
                </c:pt>
                <c:pt idx="96430">
                  <c:v>69.989999999999995</c:v>
                </c:pt>
                <c:pt idx="96431">
                  <c:v>84.69</c:v>
                </c:pt>
                <c:pt idx="96432">
                  <c:v>84.69</c:v>
                </c:pt>
                <c:pt idx="96433">
                  <c:v>50.38</c:v>
                </c:pt>
                <c:pt idx="96434">
                  <c:v>58.98</c:v>
                </c:pt>
                <c:pt idx="96435">
                  <c:v>47.58</c:v>
                </c:pt>
                <c:pt idx="96436">
                  <c:v>70.97</c:v>
                </c:pt>
                <c:pt idx="96437">
                  <c:v>71.38</c:v>
                </c:pt>
                <c:pt idx="96438">
                  <c:v>11.49</c:v>
                </c:pt>
                <c:pt idx="96439">
                  <c:v>85.98</c:v>
                </c:pt>
                <c:pt idx="96440">
                  <c:v>79.989999999999995</c:v>
                </c:pt>
                <c:pt idx="96441">
                  <c:v>147.56</c:v>
                </c:pt>
                <c:pt idx="96442">
                  <c:v>127.96</c:v>
                </c:pt>
                <c:pt idx="96443">
                  <c:v>-55.96</c:v>
                </c:pt>
                <c:pt idx="96444">
                  <c:v>69.989999999999995</c:v>
                </c:pt>
                <c:pt idx="96445">
                  <c:v>203.91</c:v>
                </c:pt>
                <c:pt idx="96446">
                  <c:v>55.96</c:v>
                </c:pt>
                <c:pt idx="96447">
                  <c:v>55.96</c:v>
                </c:pt>
                <c:pt idx="96448">
                  <c:v>55.96</c:v>
                </c:pt>
                <c:pt idx="96449">
                  <c:v>55.96</c:v>
                </c:pt>
                <c:pt idx="96450">
                  <c:v>55.96</c:v>
                </c:pt>
                <c:pt idx="96451">
                  <c:v>55.96</c:v>
                </c:pt>
                <c:pt idx="96452">
                  <c:v>74.97</c:v>
                </c:pt>
                <c:pt idx="96453">
                  <c:v>89.97</c:v>
                </c:pt>
                <c:pt idx="96454">
                  <c:v>53.97</c:v>
                </c:pt>
                <c:pt idx="96455">
                  <c:v>73.459999999999994</c:v>
                </c:pt>
                <c:pt idx="96456">
                  <c:v>90.95</c:v>
                </c:pt>
                <c:pt idx="96457">
                  <c:v>37.479999999999997</c:v>
                </c:pt>
                <c:pt idx="96458">
                  <c:v>127.46</c:v>
                </c:pt>
                <c:pt idx="96459">
                  <c:v>89.96</c:v>
                </c:pt>
                <c:pt idx="96460">
                  <c:v>59.98</c:v>
                </c:pt>
                <c:pt idx="96461">
                  <c:v>65.97</c:v>
                </c:pt>
                <c:pt idx="96462">
                  <c:v>57.56</c:v>
                </c:pt>
                <c:pt idx="96463">
                  <c:v>63.96</c:v>
                </c:pt>
                <c:pt idx="96464">
                  <c:v>53.86</c:v>
                </c:pt>
                <c:pt idx="96465">
                  <c:v>49.99</c:v>
                </c:pt>
                <c:pt idx="96466">
                  <c:v>49.99</c:v>
                </c:pt>
                <c:pt idx="96467">
                  <c:v>22.49</c:v>
                </c:pt>
                <c:pt idx="96468">
                  <c:v>50.98</c:v>
                </c:pt>
                <c:pt idx="96469">
                  <c:v>50.96</c:v>
                </c:pt>
                <c:pt idx="96470">
                  <c:v>72.22</c:v>
                </c:pt>
                <c:pt idx="96471">
                  <c:v>71.97</c:v>
                </c:pt>
                <c:pt idx="96472">
                  <c:v>104.97</c:v>
                </c:pt>
                <c:pt idx="96473">
                  <c:v>95.97</c:v>
                </c:pt>
                <c:pt idx="96474">
                  <c:v>104.97</c:v>
                </c:pt>
                <c:pt idx="96475">
                  <c:v>104.97</c:v>
                </c:pt>
                <c:pt idx="96476">
                  <c:v>21.48</c:v>
                </c:pt>
                <c:pt idx="96477">
                  <c:v>19.48</c:v>
                </c:pt>
                <c:pt idx="96478">
                  <c:v>19.48</c:v>
                </c:pt>
                <c:pt idx="96479">
                  <c:v>55.96</c:v>
                </c:pt>
                <c:pt idx="96480">
                  <c:v>83.24</c:v>
                </c:pt>
                <c:pt idx="96481">
                  <c:v>69.95</c:v>
                </c:pt>
                <c:pt idx="96482">
                  <c:v>75.98</c:v>
                </c:pt>
                <c:pt idx="96483">
                  <c:v>94.98</c:v>
                </c:pt>
                <c:pt idx="96484">
                  <c:v>100.98</c:v>
                </c:pt>
                <c:pt idx="96485">
                  <c:v>68.989999999999995</c:v>
                </c:pt>
                <c:pt idx="96486">
                  <c:v>114.98</c:v>
                </c:pt>
                <c:pt idx="96487">
                  <c:v>87.98</c:v>
                </c:pt>
                <c:pt idx="96488">
                  <c:v>163.94</c:v>
                </c:pt>
                <c:pt idx="96489">
                  <c:v>107.97</c:v>
                </c:pt>
                <c:pt idx="96490">
                  <c:v>59.98</c:v>
                </c:pt>
                <c:pt idx="96491">
                  <c:v>70.97</c:v>
                </c:pt>
                <c:pt idx="96492">
                  <c:v>97.95</c:v>
                </c:pt>
                <c:pt idx="96493">
                  <c:v>103.47</c:v>
                </c:pt>
                <c:pt idx="96494">
                  <c:v>52.41</c:v>
                </c:pt>
                <c:pt idx="96495">
                  <c:v>52.97</c:v>
                </c:pt>
                <c:pt idx="96496">
                  <c:v>54.85</c:v>
                </c:pt>
                <c:pt idx="96497">
                  <c:v>55.98</c:v>
                </c:pt>
                <c:pt idx="96498">
                  <c:v>55.98</c:v>
                </c:pt>
                <c:pt idx="96499">
                  <c:v>55.98</c:v>
                </c:pt>
                <c:pt idx="96500">
                  <c:v>99.98</c:v>
                </c:pt>
                <c:pt idx="96501">
                  <c:v>60.98</c:v>
                </c:pt>
                <c:pt idx="96502">
                  <c:v>159.69999999999999</c:v>
                </c:pt>
                <c:pt idx="96503">
                  <c:v>140.34</c:v>
                </c:pt>
                <c:pt idx="96504">
                  <c:v>37.49</c:v>
                </c:pt>
                <c:pt idx="96505">
                  <c:v>20.99</c:v>
                </c:pt>
                <c:pt idx="96506">
                  <c:v>61.62</c:v>
                </c:pt>
                <c:pt idx="96507">
                  <c:v>125.75</c:v>
                </c:pt>
                <c:pt idx="96508">
                  <c:v>66.22</c:v>
                </c:pt>
                <c:pt idx="96509">
                  <c:v>130.38</c:v>
                </c:pt>
                <c:pt idx="96510">
                  <c:v>140.94999999999999</c:v>
                </c:pt>
                <c:pt idx="96511">
                  <c:v>97.99</c:v>
                </c:pt>
                <c:pt idx="96512">
                  <c:v>24.99</c:v>
                </c:pt>
                <c:pt idx="96513">
                  <c:v>72.959999999999994</c:v>
                </c:pt>
                <c:pt idx="96514">
                  <c:v>89.96</c:v>
                </c:pt>
                <c:pt idx="96515">
                  <c:v>39.28</c:v>
                </c:pt>
                <c:pt idx="96516">
                  <c:v>82.17</c:v>
                </c:pt>
                <c:pt idx="96517">
                  <c:v>39.28</c:v>
                </c:pt>
                <c:pt idx="96518">
                  <c:v>70.22</c:v>
                </c:pt>
                <c:pt idx="96519">
                  <c:v>183.96</c:v>
                </c:pt>
                <c:pt idx="96520">
                  <c:v>134.97</c:v>
                </c:pt>
                <c:pt idx="96521">
                  <c:v>85.97</c:v>
                </c:pt>
                <c:pt idx="96522">
                  <c:v>54.98</c:v>
                </c:pt>
                <c:pt idx="96523">
                  <c:v>299.39999999999998</c:v>
                </c:pt>
                <c:pt idx="96524">
                  <c:v>113.94</c:v>
                </c:pt>
                <c:pt idx="96525">
                  <c:v>153.22</c:v>
                </c:pt>
                <c:pt idx="96526">
                  <c:v>299.33</c:v>
                </c:pt>
                <c:pt idx="96527">
                  <c:v>51.49</c:v>
                </c:pt>
                <c:pt idx="96528">
                  <c:v>65.989999999999995</c:v>
                </c:pt>
                <c:pt idx="96529">
                  <c:v>11.49</c:v>
                </c:pt>
                <c:pt idx="96530">
                  <c:v>73.98</c:v>
                </c:pt>
                <c:pt idx="96531">
                  <c:v>226.29</c:v>
                </c:pt>
                <c:pt idx="96532">
                  <c:v>54.9</c:v>
                </c:pt>
                <c:pt idx="96533">
                  <c:v>55.42</c:v>
                </c:pt>
                <c:pt idx="96534">
                  <c:v>55.98</c:v>
                </c:pt>
                <c:pt idx="96535">
                  <c:v>54.98</c:v>
                </c:pt>
                <c:pt idx="96536">
                  <c:v>51.98</c:v>
                </c:pt>
                <c:pt idx="96537">
                  <c:v>54.98</c:v>
                </c:pt>
                <c:pt idx="96538">
                  <c:v>11.49</c:v>
                </c:pt>
                <c:pt idx="96539">
                  <c:v>77.42</c:v>
                </c:pt>
                <c:pt idx="96540">
                  <c:v>58.5</c:v>
                </c:pt>
                <c:pt idx="96541">
                  <c:v>59.98</c:v>
                </c:pt>
                <c:pt idx="96542">
                  <c:v>80.97</c:v>
                </c:pt>
                <c:pt idx="96543">
                  <c:v>74.97</c:v>
                </c:pt>
                <c:pt idx="96544">
                  <c:v>80.97</c:v>
                </c:pt>
                <c:pt idx="96545">
                  <c:v>51.49</c:v>
                </c:pt>
                <c:pt idx="96546">
                  <c:v>74.97</c:v>
                </c:pt>
                <c:pt idx="96547">
                  <c:v>51.49</c:v>
                </c:pt>
                <c:pt idx="96548">
                  <c:v>53.98</c:v>
                </c:pt>
                <c:pt idx="96549">
                  <c:v>49.44</c:v>
                </c:pt>
                <c:pt idx="96550">
                  <c:v>59.94</c:v>
                </c:pt>
                <c:pt idx="96551">
                  <c:v>50.98</c:v>
                </c:pt>
                <c:pt idx="96552">
                  <c:v>59.96</c:v>
                </c:pt>
                <c:pt idx="96553">
                  <c:v>53.96</c:v>
                </c:pt>
                <c:pt idx="96554">
                  <c:v>59.96</c:v>
                </c:pt>
                <c:pt idx="96555">
                  <c:v>37.49</c:v>
                </c:pt>
                <c:pt idx="96556">
                  <c:v>163.30000000000001</c:v>
                </c:pt>
                <c:pt idx="96557">
                  <c:v>135.74</c:v>
                </c:pt>
                <c:pt idx="96558">
                  <c:v>84.99</c:v>
                </c:pt>
                <c:pt idx="96559">
                  <c:v>107.94</c:v>
                </c:pt>
                <c:pt idx="96560">
                  <c:v>41.47</c:v>
                </c:pt>
                <c:pt idx="96561">
                  <c:v>25.99</c:v>
                </c:pt>
                <c:pt idx="96562">
                  <c:v>79.849999999999994</c:v>
                </c:pt>
                <c:pt idx="96563">
                  <c:v>72.58</c:v>
                </c:pt>
                <c:pt idx="96564">
                  <c:v>146.37</c:v>
                </c:pt>
                <c:pt idx="96565">
                  <c:v>65.290000000000006</c:v>
                </c:pt>
                <c:pt idx="96566">
                  <c:v>135.5</c:v>
                </c:pt>
                <c:pt idx="96567">
                  <c:v>97.99</c:v>
                </c:pt>
                <c:pt idx="96568">
                  <c:v>115.96</c:v>
                </c:pt>
                <c:pt idx="96569">
                  <c:v>68.91</c:v>
                </c:pt>
                <c:pt idx="96570">
                  <c:v>108.88</c:v>
                </c:pt>
                <c:pt idx="96571">
                  <c:v>295.92</c:v>
                </c:pt>
                <c:pt idx="96572">
                  <c:v>150.24</c:v>
                </c:pt>
                <c:pt idx="96573">
                  <c:v>102.97</c:v>
                </c:pt>
                <c:pt idx="96574">
                  <c:v>54.98</c:v>
                </c:pt>
                <c:pt idx="96575">
                  <c:v>109.98</c:v>
                </c:pt>
                <c:pt idx="96576">
                  <c:v>21.29</c:v>
                </c:pt>
                <c:pt idx="96577">
                  <c:v>64.97</c:v>
                </c:pt>
                <c:pt idx="96578">
                  <c:v>51.28</c:v>
                </c:pt>
                <c:pt idx="96579">
                  <c:v>142.09</c:v>
                </c:pt>
                <c:pt idx="96580">
                  <c:v>79.819999999999993</c:v>
                </c:pt>
                <c:pt idx="96581">
                  <c:v>99.97</c:v>
                </c:pt>
                <c:pt idx="96582">
                  <c:v>99.97</c:v>
                </c:pt>
                <c:pt idx="96583">
                  <c:v>69.989999999999995</c:v>
                </c:pt>
                <c:pt idx="96584">
                  <c:v>149.94999999999999</c:v>
                </c:pt>
                <c:pt idx="96585">
                  <c:v>89.97</c:v>
                </c:pt>
                <c:pt idx="96586">
                  <c:v>89.97</c:v>
                </c:pt>
                <c:pt idx="96587">
                  <c:v>59.97</c:v>
                </c:pt>
                <c:pt idx="96588">
                  <c:v>99.98</c:v>
                </c:pt>
                <c:pt idx="96589">
                  <c:v>59.97</c:v>
                </c:pt>
                <c:pt idx="96590">
                  <c:v>41.48</c:v>
                </c:pt>
                <c:pt idx="96591">
                  <c:v>107.93</c:v>
                </c:pt>
                <c:pt idx="96592">
                  <c:v>134.91</c:v>
                </c:pt>
                <c:pt idx="96593">
                  <c:v>134.91</c:v>
                </c:pt>
                <c:pt idx="96594">
                  <c:v>107.93</c:v>
                </c:pt>
                <c:pt idx="96595">
                  <c:v>107.93</c:v>
                </c:pt>
                <c:pt idx="96596">
                  <c:v>107.93</c:v>
                </c:pt>
                <c:pt idx="96597">
                  <c:v>107.93</c:v>
                </c:pt>
                <c:pt idx="96598">
                  <c:v>134.91</c:v>
                </c:pt>
                <c:pt idx="96599">
                  <c:v>107.93</c:v>
                </c:pt>
                <c:pt idx="96600">
                  <c:v>107.93</c:v>
                </c:pt>
                <c:pt idx="96601">
                  <c:v>134.91</c:v>
                </c:pt>
                <c:pt idx="96602">
                  <c:v>107.93</c:v>
                </c:pt>
                <c:pt idx="96603">
                  <c:v>17.34</c:v>
                </c:pt>
                <c:pt idx="96604">
                  <c:v>54.99</c:v>
                </c:pt>
                <c:pt idx="96605">
                  <c:v>99.98</c:v>
                </c:pt>
                <c:pt idx="96606">
                  <c:v>67.959999999999994</c:v>
                </c:pt>
                <c:pt idx="96607">
                  <c:v>125.97</c:v>
                </c:pt>
                <c:pt idx="96608">
                  <c:v>145.97</c:v>
                </c:pt>
                <c:pt idx="96609">
                  <c:v>297.58</c:v>
                </c:pt>
                <c:pt idx="96610">
                  <c:v>56.97</c:v>
                </c:pt>
                <c:pt idx="96611">
                  <c:v>217.05</c:v>
                </c:pt>
                <c:pt idx="96612">
                  <c:v>54.98</c:v>
                </c:pt>
                <c:pt idx="96613">
                  <c:v>80.97</c:v>
                </c:pt>
                <c:pt idx="96614">
                  <c:v>29.99</c:v>
                </c:pt>
                <c:pt idx="96615">
                  <c:v>120.46</c:v>
                </c:pt>
                <c:pt idx="96616">
                  <c:v>40.28</c:v>
                </c:pt>
                <c:pt idx="96617">
                  <c:v>69.98</c:v>
                </c:pt>
                <c:pt idx="96618">
                  <c:v>57.97</c:v>
                </c:pt>
                <c:pt idx="96619">
                  <c:v>65.97</c:v>
                </c:pt>
                <c:pt idx="96620">
                  <c:v>79.98</c:v>
                </c:pt>
                <c:pt idx="96621">
                  <c:v>76.489999999999995</c:v>
                </c:pt>
                <c:pt idx="96622">
                  <c:v>51.97</c:v>
                </c:pt>
                <c:pt idx="96623">
                  <c:v>145.37</c:v>
                </c:pt>
                <c:pt idx="96624">
                  <c:v>69.989999999999995</c:v>
                </c:pt>
                <c:pt idx="96625">
                  <c:v>55.98</c:v>
                </c:pt>
                <c:pt idx="96626">
                  <c:v>69.989999999999995</c:v>
                </c:pt>
                <c:pt idx="96627">
                  <c:v>73.48</c:v>
                </c:pt>
                <c:pt idx="96628">
                  <c:v>73.98</c:v>
                </c:pt>
                <c:pt idx="96629">
                  <c:v>73.48</c:v>
                </c:pt>
                <c:pt idx="96630">
                  <c:v>88.97</c:v>
                </c:pt>
                <c:pt idx="96631">
                  <c:v>29.48</c:v>
                </c:pt>
                <c:pt idx="96632">
                  <c:v>73.98</c:v>
                </c:pt>
                <c:pt idx="96633">
                  <c:v>29.48</c:v>
                </c:pt>
                <c:pt idx="96634">
                  <c:v>88.97</c:v>
                </c:pt>
                <c:pt idx="96635">
                  <c:v>29.48</c:v>
                </c:pt>
                <c:pt idx="96636">
                  <c:v>29.48</c:v>
                </c:pt>
                <c:pt idx="96637">
                  <c:v>109.96</c:v>
                </c:pt>
                <c:pt idx="96638">
                  <c:v>183.95</c:v>
                </c:pt>
                <c:pt idx="96639">
                  <c:v>86.94</c:v>
                </c:pt>
                <c:pt idx="96640">
                  <c:v>61.47</c:v>
                </c:pt>
                <c:pt idx="96641">
                  <c:v>52.23</c:v>
                </c:pt>
                <c:pt idx="96642">
                  <c:v>52.23</c:v>
                </c:pt>
                <c:pt idx="96643">
                  <c:v>47.23</c:v>
                </c:pt>
                <c:pt idx="96644">
                  <c:v>59.97</c:v>
                </c:pt>
                <c:pt idx="96645">
                  <c:v>59.97</c:v>
                </c:pt>
                <c:pt idx="96646">
                  <c:v>59.97</c:v>
                </c:pt>
                <c:pt idx="96647">
                  <c:v>59.97</c:v>
                </c:pt>
                <c:pt idx="96648">
                  <c:v>164.5</c:v>
                </c:pt>
                <c:pt idx="96649">
                  <c:v>25.37</c:v>
                </c:pt>
                <c:pt idx="96650">
                  <c:v>261.26</c:v>
                </c:pt>
                <c:pt idx="96651">
                  <c:v>-15</c:v>
                </c:pt>
                <c:pt idx="96652">
                  <c:v>118.78</c:v>
                </c:pt>
                <c:pt idx="96653">
                  <c:v>79.98</c:v>
                </c:pt>
                <c:pt idx="96654">
                  <c:v>1.3</c:v>
                </c:pt>
                <c:pt idx="96655">
                  <c:v>1.3</c:v>
                </c:pt>
                <c:pt idx="96656">
                  <c:v>7.7</c:v>
                </c:pt>
                <c:pt idx="96657">
                  <c:v>1.3</c:v>
                </c:pt>
                <c:pt idx="96658">
                  <c:v>1.3</c:v>
                </c:pt>
                <c:pt idx="96659">
                  <c:v>7.7</c:v>
                </c:pt>
                <c:pt idx="96660">
                  <c:v>1.3</c:v>
                </c:pt>
                <c:pt idx="96661">
                  <c:v>1.3</c:v>
                </c:pt>
                <c:pt idx="96662">
                  <c:v>1.3</c:v>
                </c:pt>
                <c:pt idx="96663">
                  <c:v>1.3</c:v>
                </c:pt>
                <c:pt idx="96664">
                  <c:v>1.3</c:v>
                </c:pt>
                <c:pt idx="96665">
                  <c:v>1.3</c:v>
                </c:pt>
                <c:pt idx="96666">
                  <c:v>1.3</c:v>
                </c:pt>
                <c:pt idx="96667">
                  <c:v>1.3</c:v>
                </c:pt>
                <c:pt idx="96668">
                  <c:v>1.3</c:v>
                </c:pt>
                <c:pt idx="96669">
                  <c:v>1.3</c:v>
                </c:pt>
                <c:pt idx="96670">
                  <c:v>1.3</c:v>
                </c:pt>
                <c:pt idx="96671">
                  <c:v>1.3</c:v>
                </c:pt>
                <c:pt idx="96672">
                  <c:v>27.48</c:v>
                </c:pt>
                <c:pt idx="96673">
                  <c:v>109.78</c:v>
                </c:pt>
                <c:pt idx="96674">
                  <c:v>59.38</c:v>
                </c:pt>
                <c:pt idx="96675">
                  <c:v>73.77</c:v>
                </c:pt>
                <c:pt idx="96676">
                  <c:v>43.33</c:v>
                </c:pt>
                <c:pt idx="96677">
                  <c:v>50.97</c:v>
                </c:pt>
                <c:pt idx="96678">
                  <c:v>50.97</c:v>
                </c:pt>
                <c:pt idx="96679">
                  <c:v>62.57</c:v>
                </c:pt>
                <c:pt idx="96680">
                  <c:v>51.48</c:v>
                </c:pt>
                <c:pt idx="96681">
                  <c:v>73.48</c:v>
                </c:pt>
                <c:pt idx="96682">
                  <c:v>66.53</c:v>
                </c:pt>
                <c:pt idx="96683">
                  <c:v>99.18</c:v>
                </c:pt>
                <c:pt idx="96684">
                  <c:v>46.56</c:v>
                </c:pt>
                <c:pt idx="96685">
                  <c:v>74.02</c:v>
                </c:pt>
                <c:pt idx="96686">
                  <c:v>73.099999999999994</c:v>
                </c:pt>
                <c:pt idx="96687">
                  <c:v>99.99</c:v>
                </c:pt>
                <c:pt idx="96688">
                  <c:v>110.89</c:v>
                </c:pt>
                <c:pt idx="96689">
                  <c:v>177.44</c:v>
                </c:pt>
                <c:pt idx="96690">
                  <c:v>39.479999999999997</c:v>
                </c:pt>
                <c:pt idx="96691">
                  <c:v>56.97</c:v>
                </c:pt>
                <c:pt idx="96692">
                  <c:v>56.97</c:v>
                </c:pt>
                <c:pt idx="96693">
                  <c:v>124.97</c:v>
                </c:pt>
                <c:pt idx="96694">
                  <c:v>120.97</c:v>
                </c:pt>
                <c:pt idx="96695">
                  <c:v>84.99</c:v>
                </c:pt>
                <c:pt idx="96696">
                  <c:v>120.97</c:v>
                </c:pt>
                <c:pt idx="96697">
                  <c:v>65.989999999999995</c:v>
                </c:pt>
                <c:pt idx="96698">
                  <c:v>57.98</c:v>
                </c:pt>
                <c:pt idx="96699">
                  <c:v>95.96</c:v>
                </c:pt>
                <c:pt idx="96700">
                  <c:v>81.96</c:v>
                </c:pt>
                <c:pt idx="96701">
                  <c:v>79.98</c:v>
                </c:pt>
                <c:pt idx="96702">
                  <c:v>53.98</c:v>
                </c:pt>
                <c:pt idx="96703">
                  <c:v>55.96</c:v>
                </c:pt>
                <c:pt idx="96704">
                  <c:v>79.849999999999994</c:v>
                </c:pt>
                <c:pt idx="96705">
                  <c:v>67.87</c:v>
                </c:pt>
                <c:pt idx="96706">
                  <c:v>56.62</c:v>
                </c:pt>
                <c:pt idx="96707">
                  <c:v>79.849999999999994</c:v>
                </c:pt>
                <c:pt idx="96708">
                  <c:v>1.2</c:v>
                </c:pt>
                <c:pt idx="96709">
                  <c:v>54.47</c:v>
                </c:pt>
                <c:pt idx="96710">
                  <c:v>63.46</c:v>
                </c:pt>
                <c:pt idx="96711">
                  <c:v>54.98</c:v>
                </c:pt>
                <c:pt idx="96712">
                  <c:v>68.98</c:v>
                </c:pt>
                <c:pt idx="96713">
                  <c:v>87.98</c:v>
                </c:pt>
                <c:pt idx="96714">
                  <c:v>54.98</c:v>
                </c:pt>
                <c:pt idx="96715">
                  <c:v>52.96</c:v>
                </c:pt>
                <c:pt idx="96716">
                  <c:v>52.96</c:v>
                </c:pt>
                <c:pt idx="96717">
                  <c:v>45.47</c:v>
                </c:pt>
                <c:pt idx="96718">
                  <c:v>55.98</c:v>
                </c:pt>
                <c:pt idx="96719">
                  <c:v>71.959999999999994</c:v>
                </c:pt>
                <c:pt idx="96720">
                  <c:v>53.97</c:v>
                </c:pt>
                <c:pt idx="96721">
                  <c:v>99.98</c:v>
                </c:pt>
                <c:pt idx="96722">
                  <c:v>244.43</c:v>
                </c:pt>
                <c:pt idx="96723">
                  <c:v>47.15</c:v>
                </c:pt>
                <c:pt idx="96724">
                  <c:v>47.75</c:v>
                </c:pt>
                <c:pt idx="96725">
                  <c:v>47.15</c:v>
                </c:pt>
                <c:pt idx="96726">
                  <c:v>47.75</c:v>
                </c:pt>
                <c:pt idx="96727">
                  <c:v>64.98</c:v>
                </c:pt>
                <c:pt idx="96728">
                  <c:v>84.97</c:v>
                </c:pt>
                <c:pt idx="96729">
                  <c:v>64.98</c:v>
                </c:pt>
                <c:pt idx="96730">
                  <c:v>51.97</c:v>
                </c:pt>
                <c:pt idx="96731">
                  <c:v>59.94</c:v>
                </c:pt>
                <c:pt idx="96732">
                  <c:v>97.14</c:v>
                </c:pt>
                <c:pt idx="96733">
                  <c:v>103.98</c:v>
                </c:pt>
                <c:pt idx="96734">
                  <c:v>20.29</c:v>
                </c:pt>
                <c:pt idx="96735">
                  <c:v>68.98</c:v>
                </c:pt>
                <c:pt idx="96736">
                  <c:v>135.87</c:v>
                </c:pt>
                <c:pt idx="96737">
                  <c:v>69.989999999999995</c:v>
                </c:pt>
                <c:pt idx="96738">
                  <c:v>85.8</c:v>
                </c:pt>
                <c:pt idx="96739">
                  <c:v>58.46</c:v>
                </c:pt>
                <c:pt idx="96740">
                  <c:v>51.97</c:v>
                </c:pt>
                <c:pt idx="96741">
                  <c:v>79.98</c:v>
                </c:pt>
                <c:pt idx="96742">
                  <c:v>38.65</c:v>
                </c:pt>
                <c:pt idx="96743">
                  <c:v>22.29</c:v>
                </c:pt>
                <c:pt idx="96744">
                  <c:v>128.96</c:v>
                </c:pt>
                <c:pt idx="96745">
                  <c:v>-1.3</c:v>
                </c:pt>
                <c:pt idx="96746">
                  <c:v>68.97</c:v>
                </c:pt>
                <c:pt idx="96747">
                  <c:v>77.36</c:v>
                </c:pt>
                <c:pt idx="96748">
                  <c:v>91.9</c:v>
                </c:pt>
                <c:pt idx="96749">
                  <c:v>59.74</c:v>
                </c:pt>
                <c:pt idx="96750">
                  <c:v>44.71</c:v>
                </c:pt>
                <c:pt idx="96751">
                  <c:v>84.98</c:v>
                </c:pt>
                <c:pt idx="96752">
                  <c:v>84.99</c:v>
                </c:pt>
                <c:pt idx="96753">
                  <c:v>57.98</c:v>
                </c:pt>
                <c:pt idx="96754">
                  <c:v>62.98</c:v>
                </c:pt>
                <c:pt idx="96755">
                  <c:v>49.12</c:v>
                </c:pt>
                <c:pt idx="96756">
                  <c:v>67.98</c:v>
                </c:pt>
                <c:pt idx="96757">
                  <c:v>46.49</c:v>
                </c:pt>
                <c:pt idx="96758">
                  <c:v>73.98</c:v>
                </c:pt>
                <c:pt idx="96759">
                  <c:v>123.96</c:v>
                </c:pt>
                <c:pt idx="96760">
                  <c:v>92.97</c:v>
                </c:pt>
                <c:pt idx="96761">
                  <c:v>134.87</c:v>
                </c:pt>
                <c:pt idx="96762">
                  <c:v>39.99</c:v>
                </c:pt>
                <c:pt idx="96763">
                  <c:v>54.98</c:v>
                </c:pt>
                <c:pt idx="96764">
                  <c:v>59.96</c:v>
                </c:pt>
                <c:pt idx="96765">
                  <c:v>59.96</c:v>
                </c:pt>
                <c:pt idx="96766">
                  <c:v>56.97</c:v>
                </c:pt>
                <c:pt idx="96767">
                  <c:v>56.97</c:v>
                </c:pt>
                <c:pt idx="96768">
                  <c:v>51.27</c:v>
                </c:pt>
                <c:pt idx="96769">
                  <c:v>39.28</c:v>
                </c:pt>
                <c:pt idx="96770">
                  <c:v>56.97</c:v>
                </c:pt>
                <c:pt idx="96771">
                  <c:v>83.96</c:v>
                </c:pt>
                <c:pt idx="96772">
                  <c:v>61.97</c:v>
                </c:pt>
                <c:pt idx="96773">
                  <c:v>61.97</c:v>
                </c:pt>
                <c:pt idx="96774">
                  <c:v>57.57</c:v>
                </c:pt>
                <c:pt idx="96775">
                  <c:v>64.97</c:v>
                </c:pt>
                <c:pt idx="96776">
                  <c:v>75.98</c:v>
                </c:pt>
                <c:pt idx="96777">
                  <c:v>176.97</c:v>
                </c:pt>
                <c:pt idx="96778">
                  <c:v>269.95999999999998</c:v>
                </c:pt>
                <c:pt idx="96779">
                  <c:v>104.98</c:v>
                </c:pt>
                <c:pt idx="96780">
                  <c:v>164.97</c:v>
                </c:pt>
                <c:pt idx="96781">
                  <c:v>269.91000000000003</c:v>
                </c:pt>
                <c:pt idx="96782">
                  <c:v>53.98</c:v>
                </c:pt>
                <c:pt idx="96783">
                  <c:v>79.98</c:v>
                </c:pt>
                <c:pt idx="96784">
                  <c:v>40.49</c:v>
                </c:pt>
                <c:pt idx="96785">
                  <c:v>38.479999999999997</c:v>
                </c:pt>
                <c:pt idx="96786">
                  <c:v>39.49</c:v>
                </c:pt>
                <c:pt idx="96787">
                  <c:v>89.98</c:v>
                </c:pt>
                <c:pt idx="96788">
                  <c:v>126.16</c:v>
                </c:pt>
                <c:pt idx="96789">
                  <c:v>121.98</c:v>
                </c:pt>
                <c:pt idx="96790">
                  <c:v>41.29</c:v>
                </c:pt>
                <c:pt idx="96791">
                  <c:v>59.94</c:v>
                </c:pt>
                <c:pt idx="96792">
                  <c:v>107.88</c:v>
                </c:pt>
                <c:pt idx="96793">
                  <c:v>71.92</c:v>
                </c:pt>
                <c:pt idx="96794">
                  <c:v>71.92</c:v>
                </c:pt>
                <c:pt idx="96795">
                  <c:v>53.94</c:v>
                </c:pt>
                <c:pt idx="96796">
                  <c:v>107.88</c:v>
                </c:pt>
                <c:pt idx="96797">
                  <c:v>107.88</c:v>
                </c:pt>
                <c:pt idx="96798">
                  <c:v>53.94</c:v>
                </c:pt>
                <c:pt idx="96799">
                  <c:v>107.88</c:v>
                </c:pt>
                <c:pt idx="96800">
                  <c:v>171.48</c:v>
                </c:pt>
                <c:pt idx="96801">
                  <c:v>84.99</c:v>
                </c:pt>
                <c:pt idx="96802">
                  <c:v>79.98</c:v>
                </c:pt>
                <c:pt idx="96803">
                  <c:v>99.98</c:v>
                </c:pt>
                <c:pt idx="96804">
                  <c:v>79.02</c:v>
                </c:pt>
                <c:pt idx="96805">
                  <c:v>185.94</c:v>
                </c:pt>
                <c:pt idx="96806">
                  <c:v>140.16999999999999</c:v>
                </c:pt>
                <c:pt idx="96807">
                  <c:v>53.97</c:v>
                </c:pt>
                <c:pt idx="96808">
                  <c:v>64.47</c:v>
                </c:pt>
                <c:pt idx="96809">
                  <c:v>247.94</c:v>
                </c:pt>
                <c:pt idx="96810">
                  <c:v>59.98</c:v>
                </c:pt>
                <c:pt idx="96811">
                  <c:v>59.98</c:v>
                </c:pt>
                <c:pt idx="96812">
                  <c:v>89.97</c:v>
                </c:pt>
                <c:pt idx="96813">
                  <c:v>54.95</c:v>
                </c:pt>
                <c:pt idx="96814">
                  <c:v>91.4</c:v>
                </c:pt>
                <c:pt idx="96815">
                  <c:v>54.95</c:v>
                </c:pt>
                <c:pt idx="96816">
                  <c:v>54.95</c:v>
                </c:pt>
                <c:pt idx="96817">
                  <c:v>90.35</c:v>
                </c:pt>
                <c:pt idx="96818">
                  <c:v>55.65</c:v>
                </c:pt>
                <c:pt idx="96819">
                  <c:v>146.36000000000001</c:v>
                </c:pt>
                <c:pt idx="96820">
                  <c:v>158.76</c:v>
                </c:pt>
                <c:pt idx="96821">
                  <c:v>54.89</c:v>
                </c:pt>
                <c:pt idx="96822">
                  <c:v>42.49</c:v>
                </c:pt>
                <c:pt idx="96823">
                  <c:v>123.96</c:v>
                </c:pt>
                <c:pt idx="96824">
                  <c:v>140.56</c:v>
                </c:pt>
                <c:pt idx="96825">
                  <c:v>79.7</c:v>
                </c:pt>
                <c:pt idx="96826">
                  <c:v>212.31</c:v>
                </c:pt>
                <c:pt idx="96827">
                  <c:v>59.99</c:v>
                </c:pt>
                <c:pt idx="96828">
                  <c:v>64.48</c:v>
                </c:pt>
                <c:pt idx="96829">
                  <c:v>59.99</c:v>
                </c:pt>
                <c:pt idx="96830">
                  <c:v>59.99</c:v>
                </c:pt>
                <c:pt idx="96831">
                  <c:v>64.48</c:v>
                </c:pt>
                <c:pt idx="96832">
                  <c:v>59.99</c:v>
                </c:pt>
                <c:pt idx="96833">
                  <c:v>119.92</c:v>
                </c:pt>
                <c:pt idx="96834">
                  <c:v>57.98</c:v>
                </c:pt>
                <c:pt idx="96835">
                  <c:v>57.42</c:v>
                </c:pt>
                <c:pt idx="96836">
                  <c:v>55.98</c:v>
                </c:pt>
                <c:pt idx="96837">
                  <c:v>65.98</c:v>
                </c:pt>
                <c:pt idx="96838">
                  <c:v>30.99</c:v>
                </c:pt>
                <c:pt idx="96839">
                  <c:v>23.28</c:v>
                </c:pt>
                <c:pt idx="96840">
                  <c:v>65.98</c:v>
                </c:pt>
                <c:pt idx="96841">
                  <c:v>23.28</c:v>
                </c:pt>
                <c:pt idx="96842">
                  <c:v>112.95</c:v>
                </c:pt>
                <c:pt idx="96843">
                  <c:v>20.29</c:v>
                </c:pt>
                <c:pt idx="96844">
                  <c:v>59.25</c:v>
                </c:pt>
                <c:pt idx="96845">
                  <c:v>43.47</c:v>
                </c:pt>
                <c:pt idx="96846">
                  <c:v>55.96</c:v>
                </c:pt>
                <c:pt idx="96847">
                  <c:v>52.56</c:v>
                </c:pt>
                <c:pt idx="96848">
                  <c:v>70.98</c:v>
                </c:pt>
                <c:pt idx="96849">
                  <c:v>82.76</c:v>
                </c:pt>
                <c:pt idx="96850">
                  <c:v>68.97</c:v>
                </c:pt>
                <c:pt idx="96851">
                  <c:v>116.95</c:v>
                </c:pt>
                <c:pt idx="96852">
                  <c:v>291.52999999999997</c:v>
                </c:pt>
                <c:pt idx="96853">
                  <c:v>45.26</c:v>
                </c:pt>
                <c:pt idx="96854">
                  <c:v>56.48</c:v>
                </c:pt>
                <c:pt idx="96855">
                  <c:v>67.989999999999995</c:v>
                </c:pt>
                <c:pt idx="96856">
                  <c:v>59.48</c:v>
                </c:pt>
                <c:pt idx="96857">
                  <c:v>79.989999999999995</c:v>
                </c:pt>
                <c:pt idx="96858">
                  <c:v>74.97</c:v>
                </c:pt>
                <c:pt idx="96859">
                  <c:v>188.93</c:v>
                </c:pt>
                <c:pt idx="96860">
                  <c:v>55.98</c:v>
                </c:pt>
                <c:pt idx="96861">
                  <c:v>123.96</c:v>
                </c:pt>
                <c:pt idx="96862">
                  <c:v>83.97</c:v>
                </c:pt>
                <c:pt idx="96863">
                  <c:v>47.15</c:v>
                </c:pt>
                <c:pt idx="96864">
                  <c:v>165.71</c:v>
                </c:pt>
                <c:pt idx="96865">
                  <c:v>68.930000000000007</c:v>
                </c:pt>
                <c:pt idx="96866">
                  <c:v>39.479999999999997</c:v>
                </c:pt>
                <c:pt idx="96867">
                  <c:v>84.98</c:v>
                </c:pt>
                <c:pt idx="96868">
                  <c:v>131.97999999999999</c:v>
                </c:pt>
                <c:pt idx="96869">
                  <c:v>288.86</c:v>
                </c:pt>
                <c:pt idx="96870">
                  <c:v>51.98</c:v>
                </c:pt>
                <c:pt idx="96871">
                  <c:v>65.989999999999995</c:v>
                </c:pt>
                <c:pt idx="96872">
                  <c:v>65.989999999999995</c:v>
                </c:pt>
                <c:pt idx="96873">
                  <c:v>199.94</c:v>
                </c:pt>
                <c:pt idx="96874">
                  <c:v>65.989999999999995</c:v>
                </c:pt>
                <c:pt idx="96875">
                  <c:v>55.78</c:v>
                </c:pt>
                <c:pt idx="96876">
                  <c:v>50.98</c:v>
                </c:pt>
                <c:pt idx="96877">
                  <c:v>59.98</c:v>
                </c:pt>
                <c:pt idx="96878">
                  <c:v>65.989999999999995</c:v>
                </c:pt>
                <c:pt idx="96879">
                  <c:v>65.989999999999995</c:v>
                </c:pt>
                <c:pt idx="96880">
                  <c:v>65.989999999999995</c:v>
                </c:pt>
                <c:pt idx="96881">
                  <c:v>65.989999999999995</c:v>
                </c:pt>
                <c:pt idx="96882">
                  <c:v>69.989999999999995</c:v>
                </c:pt>
                <c:pt idx="96883">
                  <c:v>59.96</c:v>
                </c:pt>
                <c:pt idx="96884">
                  <c:v>73.349999999999994</c:v>
                </c:pt>
                <c:pt idx="96885">
                  <c:v>33.479999999999997</c:v>
                </c:pt>
                <c:pt idx="96886">
                  <c:v>33.479999999999997</c:v>
                </c:pt>
                <c:pt idx="96887">
                  <c:v>63.96</c:v>
                </c:pt>
                <c:pt idx="96888">
                  <c:v>49.47</c:v>
                </c:pt>
                <c:pt idx="96889">
                  <c:v>59.96</c:v>
                </c:pt>
                <c:pt idx="96890">
                  <c:v>59.96</c:v>
                </c:pt>
                <c:pt idx="96891">
                  <c:v>159.69999999999999</c:v>
                </c:pt>
                <c:pt idx="96892">
                  <c:v>130.63999999999999</c:v>
                </c:pt>
                <c:pt idx="96893">
                  <c:v>145.15</c:v>
                </c:pt>
                <c:pt idx="96894">
                  <c:v>145.13999999999999</c:v>
                </c:pt>
                <c:pt idx="96895">
                  <c:v>63.97</c:v>
                </c:pt>
                <c:pt idx="96896">
                  <c:v>74.97</c:v>
                </c:pt>
                <c:pt idx="96897">
                  <c:v>61.98</c:v>
                </c:pt>
                <c:pt idx="96898">
                  <c:v>68.959999999999994</c:v>
                </c:pt>
                <c:pt idx="96899">
                  <c:v>111.96</c:v>
                </c:pt>
                <c:pt idx="96900">
                  <c:v>109.9</c:v>
                </c:pt>
                <c:pt idx="96901">
                  <c:v>72.55</c:v>
                </c:pt>
                <c:pt idx="96902">
                  <c:v>74.95</c:v>
                </c:pt>
                <c:pt idx="96903">
                  <c:v>83.27</c:v>
                </c:pt>
                <c:pt idx="96904">
                  <c:v>52.96</c:v>
                </c:pt>
                <c:pt idx="96905">
                  <c:v>130.9</c:v>
                </c:pt>
                <c:pt idx="96906">
                  <c:v>70.97</c:v>
                </c:pt>
                <c:pt idx="96907">
                  <c:v>100.97</c:v>
                </c:pt>
                <c:pt idx="96908">
                  <c:v>-31.99</c:v>
                </c:pt>
                <c:pt idx="96909">
                  <c:v>130.96</c:v>
                </c:pt>
                <c:pt idx="96910">
                  <c:v>22.64</c:v>
                </c:pt>
                <c:pt idx="96911">
                  <c:v>9.64</c:v>
                </c:pt>
                <c:pt idx="96912">
                  <c:v>99.42</c:v>
                </c:pt>
                <c:pt idx="96913">
                  <c:v>68.98</c:v>
                </c:pt>
                <c:pt idx="96914">
                  <c:v>102.97</c:v>
                </c:pt>
                <c:pt idx="96915">
                  <c:v>209.77</c:v>
                </c:pt>
                <c:pt idx="96916">
                  <c:v>79.849999999999994</c:v>
                </c:pt>
                <c:pt idx="96917">
                  <c:v>87.73</c:v>
                </c:pt>
                <c:pt idx="96918">
                  <c:v>88.47</c:v>
                </c:pt>
                <c:pt idx="96919">
                  <c:v>86.07</c:v>
                </c:pt>
                <c:pt idx="96920">
                  <c:v>40.43</c:v>
                </c:pt>
                <c:pt idx="96921">
                  <c:v>34.94</c:v>
                </c:pt>
                <c:pt idx="96922">
                  <c:v>51.29</c:v>
                </c:pt>
                <c:pt idx="96923">
                  <c:v>29.99</c:v>
                </c:pt>
                <c:pt idx="96924">
                  <c:v>180.95</c:v>
                </c:pt>
                <c:pt idx="96925">
                  <c:v>54.98</c:v>
                </c:pt>
                <c:pt idx="96926">
                  <c:v>54.98</c:v>
                </c:pt>
                <c:pt idx="96927">
                  <c:v>54.98</c:v>
                </c:pt>
                <c:pt idx="96928">
                  <c:v>91.91</c:v>
                </c:pt>
                <c:pt idx="96929">
                  <c:v>91.91</c:v>
                </c:pt>
                <c:pt idx="96930">
                  <c:v>110.87</c:v>
                </c:pt>
                <c:pt idx="96931">
                  <c:v>84.99</c:v>
                </c:pt>
                <c:pt idx="96932">
                  <c:v>289.14</c:v>
                </c:pt>
                <c:pt idx="96933">
                  <c:v>90.87</c:v>
                </c:pt>
                <c:pt idx="96934">
                  <c:v>170.96</c:v>
                </c:pt>
                <c:pt idx="96935">
                  <c:v>79.98</c:v>
                </c:pt>
                <c:pt idx="96936">
                  <c:v>131.97999999999999</c:v>
                </c:pt>
                <c:pt idx="96937">
                  <c:v>65.989999999999995</c:v>
                </c:pt>
                <c:pt idx="96938">
                  <c:v>65.989999999999995</c:v>
                </c:pt>
                <c:pt idx="96939">
                  <c:v>65.989999999999995</c:v>
                </c:pt>
                <c:pt idx="96940">
                  <c:v>88.57</c:v>
                </c:pt>
                <c:pt idx="96941">
                  <c:v>89.86</c:v>
                </c:pt>
                <c:pt idx="96942">
                  <c:v>179.94</c:v>
                </c:pt>
                <c:pt idx="96943">
                  <c:v>81.569999999999993</c:v>
                </c:pt>
                <c:pt idx="96944">
                  <c:v>60.98</c:v>
                </c:pt>
                <c:pt idx="96945">
                  <c:v>62.98</c:v>
                </c:pt>
                <c:pt idx="96946">
                  <c:v>52.24</c:v>
                </c:pt>
                <c:pt idx="96947">
                  <c:v>37.72</c:v>
                </c:pt>
                <c:pt idx="96948">
                  <c:v>52.18</c:v>
                </c:pt>
                <c:pt idx="96949">
                  <c:v>76.489999999999995</c:v>
                </c:pt>
                <c:pt idx="96950">
                  <c:v>99.98</c:v>
                </c:pt>
                <c:pt idx="96951">
                  <c:v>84.99</c:v>
                </c:pt>
                <c:pt idx="96952">
                  <c:v>89.97</c:v>
                </c:pt>
                <c:pt idx="96953">
                  <c:v>76.47</c:v>
                </c:pt>
                <c:pt idx="96954">
                  <c:v>77.97</c:v>
                </c:pt>
                <c:pt idx="96955">
                  <c:v>79.989999999999995</c:v>
                </c:pt>
                <c:pt idx="96956">
                  <c:v>185.94</c:v>
                </c:pt>
                <c:pt idx="96957">
                  <c:v>95.96</c:v>
                </c:pt>
                <c:pt idx="96958">
                  <c:v>11.29</c:v>
                </c:pt>
                <c:pt idx="96959">
                  <c:v>125.96</c:v>
                </c:pt>
                <c:pt idx="96960">
                  <c:v>139.96</c:v>
                </c:pt>
                <c:pt idx="96961">
                  <c:v>163.94</c:v>
                </c:pt>
                <c:pt idx="96962">
                  <c:v>101.97</c:v>
                </c:pt>
                <c:pt idx="96963">
                  <c:v>41.48</c:v>
                </c:pt>
                <c:pt idx="96964">
                  <c:v>59.98</c:v>
                </c:pt>
                <c:pt idx="96965">
                  <c:v>140.94999999999999</c:v>
                </c:pt>
                <c:pt idx="96966">
                  <c:v>59.98</c:v>
                </c:pt>
                <c:pt idx="96967">
                  <c:v>99.98</c:v>
                </c:pt>
                <c:pt idx="96968">
                  <c:v>92.94</c:v>
                </c:pt>
                <c:pt idx="96969">
                  <c:v>67.97</c:v>
                </c:pt>
                <c:pt idx="96970">
                  <c:v>59.98</c:v>
                </c:pt>
                <c:pt idx="96971">
                  <c:v>119.97</c:v>
                </c:pt>
                <c:pt idx="96972">
                  <c:v>59.98</c:v>
                </c:pt>
                <c:pt idx="96973">
                  <c:v>59.98</c:v>
                </c:pt>
                <c:pt idx="96974">
                  <c:v>119.96</c:v>
                </c:pt>
                <c:pt idx="96975">
                  <c:v>59.98</c:v>
                </c:pt>
                <c:pt idx="96976">
                  <c:v>116.11</c:v>
                </c:pt>
                <c:pt idx="96977">
                  <c:v>102.83</c:v>
                </c:pt>
                <c:pt idx="96978">
                  <c:v>68.930000000000007</c:v>
                </c:pt>
                <c:pt idx="96979">
                  <c:v>77.97</c:v>
                </c:pt>
                <c:pt idx="96980">
                  <c:v>65.989999999999995</c:v>
                </c:pt>
                <c:pt idx="96981">
                  <c:v>52.97</c:v>
                </c:pt>
                <c:pt idx="96982">
                  <c:v>65.989999999999995</c:v>
                </c:pt>
                <c:pt idx="96983">
                  <c:v>68.930000000000007</c:v>
                </c:pt>
                <c:pt idx="96984">
                  <c:v>183.87</c:v>
                </c:pt>
                <c:pt idx="96985">
                  <c:v>264.94</c:v>
                </c:pt>
                <c:pt idx="96986">
                  <c:v>264.94</c:v>
                </c:pt>
                <c:pt idx="96987">
                  <c:v>73.97</c:v>
                </c:pt>
                <c:pt idx="96988">
                  <c:v>74.98</c:v>
                </c:pt>
                <c:pt idx="96989">
                  <c:v>52.98</c:v>
                </c:pt>
                <c:pt idx="96990">
                  <c:v>62.98</c:v>
                </c:pt>
                <c:pt idx="96991">
                  <c:v>47.93</c:v>
                </c:pt>
                <c:pt idx="96992">
                  <c:v>91.96</c:v>
                </c:pt>
                <c:pt idx="96993">
                  <c:v>34.28</c:v>
                </c:pt>
                <c:pt idx="96994">
                  <c:v>68.97</c:v>
                </c:pt>
                <c:pt idx="96995">
                  <c:v>149.9</c:v>
                </c:pt>
                <c:pt idx="96996">
                  <c:v>149.9</c:v>
                </c:pt>
                <c:pt idx="96997">
                  <c:v>149.9</c:v>
                </c:pt>
                <c:pt idx="96998">
                  <c:v>149.9</c:v>
                </c:pt>
                <c:pt idx="96999">
                  <c:v>59.98</c:v>
                </c:pt>
                <c:pt idx="97000">
                  <c:v>59.98</c:v>
                </c:pt>
                <c:pt idx="97001">
                  <c:v>59.98</c:v>
                </c:pt>
                <c:pt idx="97002">
                  <c:v>59.98</c:v>
                </c:pt>
                <c:pt idx="97003">
                  <c:v>59.98</c:v>
                </c:pt>
                <c:pt idx="97004">
                  <c:v>59.98</c:v>
                </c:pt>
                <c:pt idx="97005">
                  <c:v>59.98</c:v>
                </c:pt>
                <c:pt idx="97006">
                  <c:v>59.98</c:v>
                </c:pt>
                <c:pt idx="97007">
                  <c:v>169.98</c:v>
                </c:pt>
                <c:pt idx="97008">
                  <c:v>89.94</c:v>
                </c:pt>
                <c:pt idx="97009">
                  <c:v>95.97</c:v>
                </c:pt>
                <c:pt idx="97010">
                  <c:v>54.97</c:v>
                </c:pt>
                <c:pt idx="97011">
                  <c:v>46.47</c:v>
                </c:pt>
                <c:pt idx="97012">
                  <c:v>53.97</c:v>
                </c:pt>
                <c:pt idx="97013">
                  <c:v>16.489999999999998</c:v>
                </c:pt>
                <c:pt idx="97014">
                  <c:v>16.489999999999998</c:v>
                </c:pt>
                <c:pt idx="97015">
                  <c:v>89.99</c:v>
                </c:pt>
                <c:pt idx="97016">
                  <c:v>129.94999999999999</c:v>
                </c:pt>
                <c:pt idx="97017">
                  <c:v>129.94999999999999</c:v>
                </c:pt>
                <c:pt idx="97018">
                  <c:v>67.959999999999994</c:v>
                </c:pt>
                <c:pt idx="97019">
                  <c:v>63.96</c:v>
                </c:pt>
                <c:pt idx="97020">
                  <c:v>63.96</c:v>
                </c:pt>
                <c:pt idx="97021">
                  <c:v>63.96</c:v>
                </c:pt>
                <c:pt idx="97022">
                  <c:v>176.62</c:v>
                </c:pt>
                <c:pt idx="97023">
                  <c:v>65.98</c:v>
                </c:pt>
                <c:pt idx="97024">
                  <c:v>66.98</c:v>
                </c:pt>
                <c:pt idx="97025">
                  <c:v>71.97</c:v>
                </c:pt>
                <c:pt idx="97026">
                  <c:v>54.98</c:v>
                </c:pt>
                <c:pt idx="97027">
                  <c:v>59.98</c:v>
                </c:pt>
                <c:pt idx="97028">
                  <c:v>56.98</c:v>
                </c:pt>
                <c:pt idx="97029">
                  <c:v>53.98</c:v>
                </c:pt>
                <c:pt idx="97030">
                  <c:v>94.95</c:v>
                </c:pt>
                <c:pt idx="97031">
                  <c:v>168.96</c:v>
                </c:pt>
                <c:pt idx="97032">
                  <c:v>263.89</c:v>
                </c:pt>
                <c:pt idx="97033">
                  <c:v>123.96</c:v>
                </c:pt>
                <c:pt idx="97034">
                  <c:v>74.97</c:v>
                </c:pt>
                <c:pt idx="97035">
                  <c:v>79.97</c:v>
                </c:pt>
                <c:pt idx="97036">
                  <c:v>54.48</c:v>
                </c:pt>
                <c:pt idx="97037">
                  <c:v>64.95</c:v>
                </c:pt>
                <c:pt idx="97038">
                  <c:v>50.79</c:v>
                </c:pt>
                <c:pt idx="97039">
                  <c:v>51.96</c:v>
                </c:pt>
                <c:pt idx="97040">
                  <c:v>52.46</c:v>
                </c:pt>
                <c:pt idx="97041">
                  <c:v>55.98</c:v>
                </c:pt>
                <c:pt idx="97042">
                  <c:v>207.46</c:v>
                </c:pt>
                <c:pt idx="97043">
                  <c:v>96.78</c:v>
                </c:pt>
                <c:pt idx="97044">
                  <c:v>35.049999999999997</c:v>
                </c:pt>
                <c:pt idx="97045">
                  <c:v>12.08</c:v>
                </c:pt>
                <c:pt idx="97046">
                  <c:v>35.049999999999997</c:v>
                </c:pt>
                <c:pt idx="97047">
                  <c:v>35.049999999999997</c:v>
                </c:pt>
                <c:pt idx="97048">
                  <c:v>24.18</c:v>
                </c:pt>
                <c:pt idx="97049">
                  <c:v>120.97</c:v>
                </c:pt>
                <c:pt idx="97050">
                  <c:v>80.97</c:v>
                </c:pt>
                <c:pt idx="97051">
                  <c:v>81.58</c:v>
                </c:pt>
                <c:pt idx="97052">
                  <c:v>78.95</c:v>
                </c:pt>
                <c:pt idx="97053">
                  <c:v>58.78</c:v>
                </c:pt>
                <c:pt idx="97054">
                  <c:v>29.99</c:v>
                </c:pt>
                <c:pt idx="97055">
                  <c:v>59.98</c:v>
                </c:pt>
                <c:pt idx="97056">
                  <c:v>51.48</c:v>
                </c:pt>
                <c:pt idx="97057">
                  <c:v>53.98</c:v>
                </c:pt>
                <c:pt idx="97058">
                  <c:v>56.97</c:v>
                </c:pt>
                <c:pt idx="97059">
                  <c:v>65.959999999999994</c:v>
                </c:pt>
                <c:pt idx="97060">
                  <c:v>65.52</c:v>
                </c:pt>
                <c:pt idx="97061">
                  <c:v>58.6</c:v>
                </c:pt>
                <c:pt idx="97062">
                  <c:v>68.31</c:v>
                </c:pt>
                <c:pt idx="97063">
                  <c:v>144.47999999999999</c:v>
                </c:pt>
                <c:pt idx="97064">
                  <c:v>59.96</c:v>
                </c:pt>
                <c:pt idx="97065">
                  <c:v>53.96</c:v>
                </c:pt>
                <c:pt idx="97066">
                  <c:v>94.98</c:v>
                </c:pt>
                <c:pt idx="97067">
                  <c:v>92.85</c:v>
                </c:pt>
                <c:pt idx="97068">
                  <c:v>51.9</c:v>
                </c:pt>
                <c:pt idx="97069">
                  <c:v>20.29</c:v>
                </c:pt>
                <c:pt idx="97070">
                  <c:v>56.97</c:v>
                </c:pt>
                <c:pt idx="97071">
                  <c:v>50.47</c:v>
                </c:pt>
                <c:pt idx="97072">
                  <c:v>68.98</c:v>
                </c:pt>
                <c:pt idx="97073">
                  <c:v>23.28</c:v>
                </c:pt>
                <c:pt idx="97074">
                  <c:v>37.28</c:v>
                </c:pt>
                <c:pt idx="97075">
                  <c:v>76.95</c:v>
                </c:pt>
                <c:pt idx="97076">
                  <c:v>80.95</c:v>
                </c:pt>
                <c:pt idx="97077">
                  <c:v>52.97</c:v>
                </c:pt>
                <c:pt idx="97078">
                  <c:v>51.96</c:v>
                </c:pt>
                <c:pt idx="97079">
                  <c:v>170.27</c:v>
                </c:pt>
                <c:pt idx="97080">
                  <c:v>-1.3</c:v>
                </c:pt>
                <c:pt idx="97081">
                  <c:v>29.28</c:v>
                </c:pt>
                <c:pt idx="97082">
                  <c:v>55.87</c:v>
                </c:pt>
                <c:pt idx="97083">
                  <c:v>65.989999999999995</c:v>
                </c:pt>
                <c:pt idx="97084">
                  <c:v>65.989999999999995</c:v>
                </c:pt>
                <c:pt idx="97085">
                  <c:v>51.49</c:v>
                </c:pt>
                <c:pt idx="97086">
                  <c:v>65.989999999999995</c:v>
                </c:pt>
                <c:pt idx="97087">
                  <c:v>188.97</c:v>
                </c:pt>
                <c:pt idx="97088">
                  <c:v>59.99</c:v>
                </c:pt>
                <c:pt idx="97089">
                  <c:v>91.97</c:v>
                </c:pt>
                <c:pt idx="97090">
                  <c:v>105.98</c:v>
                </c:pt>
                <c:pt idx="97091">
                  <c:v>74.989999999999995</c:v>
                </c:pt>
                <c:pt idx="97092">
                  <c:v>122.37</c:v>
                </c:pt>
                <c:pt idx="97093">
                  <c:v>67.959999999999994</c:v>
                </c:pt>
                <c:pt idx="97094">
                  <c:v>41.29</c:v>
                </c:pt>
                <c:pt idx="97095">
                  <c:v>27.18</c:v>
                </c:pt>
                <c:pt idx="97096">
                  <c:v>27.18</c:v>
                </c:pt>
                <c:pt idx="97097">
                  <c:v>118.97</c:v>
                </c:pt>
                <c:pt idx="97098">
                  <c:v>138.57</c:v>
                </c:pt>
                <c:pt idx="97099">
                  <c:v>138.57</c:v>
                </c:pt>
                <c:pt idx="97100">
                  <c:v>118.97</c:v>
                </c:pt>
                <c:pt idx="97101">
                  <c:v>103.57</c:v>
                </c:pt>
                <c:pt idx="97102">
                  <c:v>158.47</c:v>
                </c:pt>
                <c:pt idx="97103">
                  <c:v>84.66</c:v>
                </c:pt>
                <c:pt idx="97104">
                  <c:v>199.58</c:v>
                </c:pt>
                <c:pt idx="97105">
                  <c:v>38.49</c:v>
                </c:pt>
                <c:pt idx="97106">
                  <c:v>63.98</c:v>
                </c:pt>
                <c:pt idx="97107">
                  <c:v>45.49</c:v>
                </c:pt>
                <c:pt idx="97108">
                  <c:v>36.479999999999997</c:v>
                </c:pt>
                <c:pt idx="97109">
                  <c:v>68.98</c:v>
                </c:pt>
                <c:pt idx="97110">
                  <c:v>65.989999999999995</c:v>
                </c:pt>
                <c:pt idx="97111">
                  <c:v>65.989999999999995</c:v>
                </c:pt>
                <c:pt idx="97112">
                  <c:v>51.49</c:v>
                </c:pt>
                <c:pt idx="97113">
                  <c:v>65.989999999999995</c:v>
                </c:pt>
                <c:pt idx="97114">
                  <c:v>123.38</c:v>
                </c:pt>
                <c:pt idx="97115">
                  <c:v>67.72</c:v>
                </c:pt>
                <c:pt idx="97116">
                  <c:v>93.13</c:v>
                </c:pt>
                <c:pt idx="97117">
                  <c:v>22.29</c:v>
                </c:pt>
                <c:pt idx="97118">
                  <c:v>115.97</c:v>
                </c:pt>
                <c:pt idx="97119">
                  <c:v>111.57</c:v>
                </c:pt>
                <c:pt idx="97120">
                  <c:v>31.88</c:v>
                </c:pt>
                <c:pt idx="97121">
                  <c:v>27.91</c:v>
                </c:pt>
                <c:pt idx="97122">
                  <c:v>29.28</c:v>
                </c:pt>
                <c:pt idx="97123">
                  <c:v>114.95</c:v>
                </c:pt>
                <c:pt idx="97124">
                  <c:v>82.77</c:v>
                </c:pt>
                <c:pt idx="97125">
                  <c:v>107.97</c:v>
                </c:pt>
                <c:pt idx="97126">
                  <c:v>71.22</c:v>
                </c:pt>
                <c:pt idx="97127">
                  <c:v>89.97</c:v>
                </c:pt>
                <c:pt idx="97128">
                  <c:v>74.97</c:v>
                </c:pt>
                <c:pt idx="97129">
                  <c:v>13.49</c:v>
                </c:pt>
                <c:pt idx="97130">
                  <c:v>35.020000000000003</c:v>
                </c:pt>
                <c:pt idx="97131">
                  <c:v>13.49</c:v>
                </c:pt>
                <c:pt idx="97132">
                  <c:v>47.15</c:v>
                </c:pt>
                <c:pt idx="97133">
                  <c:v>47.15</c:v>
                </c:pt>
                <c:pt idx="97134">
                  <c:v>47.15</c:v>
                </c:pt>
                <c:pt idx="97135">
                  <c:v>29.98</c:v>
                </c:pt>
                <c:pt idx="97136">
                  <c:v>130.97</c:v>
                </c:pt>
                <c:pt idx="97137">
                  <c:v>125.66</c:v>
                </c:pt>
                <c:pt idx="97138">
                  <c:v>76.489999999999995</c:v>
                </c:pt>
                <c:pt idx="97139">
                  <c:v>1.5</c:v>
                </c:pt>
                <c:pt idx="97140">
                  <c:v>84.99</c:v>
                </c:pt>
                <c:pt idx="97141">
                  <c:v>84.99</c:v>
                </c:pt>
                <c:pt idx="97142">
                  <c:v>87.97</c:v>
                </c:pt>
                <c:pt idx="97143">
                  <c:v>122.97</c:v>
                </c:pt>
                <c:pt idx="97144">
                  <c:v>55.96</c:v>
                </c:pt>
                <c:pt idx="97145">
                  <c:v>88.57</c:v>
                </c:pt>
                <c:pt idx="97146">
                  <c:v>55.96</c:v>
                </c:pt>
                <c:pt idx="97147">
                  <c:v>55.96</c:v>
                </c:pt>
                <c:pt idx="97148">
                  <c:v>55.97</c:v>
                </c:pt>
                <c:pt idx="97149">
                  <c:v>252.21</c:v>
                </c:pt>
                <c:pt idx="97150">
                  <c:v>59.99</c:v>
                </c:pt>
                <c:pt idx="97151">
                  <c:v>21.49</c:v>
                </c:pt>
                <c:pt idx="97152">
                  <c:v>69.97</c:v>
                </c:pt>
                <c:pt idx="97153">
                  <c:v>91.94</c:v>
                </c:pt>
                <c:pt idx="97154">
                  <c:v>181.44</c:v>
                </c:pt>
                <c:pt idx="97155">
                  <c:v>74.260000000000005</c:v>
                </c:pt>
                <c:pt idx="97156">
                  <c:v>74.95</c:v>
                </c:pt>
                <c:pt idx="97157">
                  <c:v>52.98</c:v>
                </c:pt>
                <c:pt idx="97158">
                  <c:v>63.98</c:v>
                </c:pt>
                <c:pt idx="97159">
                  <c:v>56.98</c:v>
                </c:pt>
                <c:pt idx="97160">
                  <c:v>11.29</c:v>
                </c:pt>
                <c:pt idx="97161">
                  <c:v>67.98</c:v>
                </c:pt>
                <c:pt idx="97162">
                  <c:v>63.98</c:v>
                </c:pt>
                <c:pt idx="97163">
                  <c:v>63.98</c:v>
                </c:pt>
                <c:pt idx="97164">
                  <c:v>59.98</c:v>
                </c:pt>
                <c:pt idx="97165">
                  <c:v>19.850000000000001</c:v>
                </c:pt>
                <c:pt idx="97166">
                  <c:v>31.24</c:v>
                </c:pt>
                <c:pt idx="97167">
                  <c:v>67.260000000000005</c:v>
                </c:pt>
                <c:pt idx="97168">
                  <c:v>69.959999999999994</c:v>
                </c:pt>
                <c:pt idx="97169">
                  <c:v>104.98</c:v>
                </c:pt>
                <c:pt idx="97170">
                  <c:v>84.99</c:v>
                </c:pt>
                <c:pt idx="97171">
                  <c:v>65.989999999999995</c:v>
                </c:pt>
                <c:pt idx="97172">
                  <c:v>95.94</c:v>
                </c:pt>
                <c:pt idx="97173">
                  <c:v>159.9</c:v>
                </c:pt>
                <c:pt idx="97174">
                  <c:v>170.73</c:v>
                </c:pt>
                <c:pt idx="97175">
                  <c:v>85.49</c:v>
                </c:pt>
                <c:pt idx="97176">
                  <c:v>51.29</c:v>
                </c:pt>
                <c:pt idx="97177">
                  <c:v>70.17</c:v>
                </c:pt>
                <c:pt idx="97178">
                  <c:v>51.94</c:v>
                </c:pt>
                <c:pt idx="97179">
                  <c:v>51.94</c:v>
                </c:pt>
                <c:pt idx="97180">
                  <c:v>65.19</c:v>
                </c:pt>
                <c:pt idx="97181">
                  <c:v>31.29</c:v>
                </c:pt>
                <c:pt idx="97182">
                  <c:v>54.98</c:v>
                </c:pt>
                <c:pt idx="97183">
                  <c:v>21.29</c:v>
                </c:pt>
                <c:pt idx="97184">
                  <c:v>69.98</c:v>
                </c:pt>
                <c:pt idx="97185">
                  <c:v>57.96</c:v>
                </c:pt>
                <c:pt idx="97186">
                  <c:v>23.6</c:v>
                </c:pt>
                <c:pt idx="97187">
                  <c:v>72.95</c:v>
                </c:pt>
                <c:pt idx="97188">
                  <c:v>57.96</c:v>
                </c:pt>
                <c:pt idx="97189">
                  <c:v>57.96</c:v>
                </c:pt>
                <c:pt idx="97190">
                  <c:v>62.48</c:v>
                </c:pt>
                <c:pt idx="97191">
                  <c:v>122.46</c:v>
                </c:pt>
                <c:pt idx="97192">
                  <c:v>7.74</c:v>
                </c:pt>
                <c:pt idx="97193">
                  <c:v>70.98</c:v>
                </c:pt>
                <c:pt idx="97194">
                  <c:v>42.73</c:v>
                </c:pt>
                <c:pt idx="97195">
                  <c:v>70.98</c:v>
                </c:pt>
                <c:pt idx="97196">
                  <c:v>112.97</c:v>
                </c:pt>
                <c:pt idx="97197">
                  <c:v>63.98</c:v>
                </c:pt>
                <c:pt idx="97198">
                  <c:v>-6.38</c:v>
                </c:pt>
                <c:pt idx="97199">
                  <c:v>148.47</c:v>
                </c:pt>
                <c:pt idx="97200">
                  <c:v>106.96</c:v>
                </c:pt>
                <c:pt idx="97201">
                  <c:v>99.98</c:v>
                </c:pt>
                <c:pt idx="97202">
                  <c:v>159.97</c:v>
                </c:pt>
                <c:pt idx="97203">
                  <c:v>58.97</c:v>
                </c:pt>
                <c:pt idx="97204">
                  <c:v>37.729999999999997</c:v>
                </c:pt>
                <c:pt idx="97205">
                  <c:v>32.479999999999997</c:v>
                </c:pt>
                <c:pt idx="97206">
                  <c:v>26.99</c:v>
                </c:pt>
                <c:pt idx="97207">
                  <c:v>65.959999999999994</c:v>
                </c:pt>
                <c:pt idx="97208">
                  <c:v>59.98</c:v>
                </c:pt>
                <c:pt idx="97209">
                  <c:v>79.98</c:v>
                </c:pt>
                <c:pt idx="97210">
                  <c:v>59.98</c:v>
                </c:pt>
                <c:pt idx="97211">
                  <c:v>61.28</c:v>
                </c:pt>
                <c:pt idx="97212">
                  <c:v>61.28</c:v>
                </c:pt>
                <c:pt idx="97213">
                  <c:v>59.98</c:v>
                </c:pt>
                <c:pt idx="97214">
                  <c:v>59.98</c:v>
                </c:pt>
                <c:pt idx="97215">
                  <c:v>59.96</c:v>
                </c:pt>
                <c:pt idx="97216">
                  <c:v>59.97</c:v>
                </c:pt>
                <c:pt idx="97217">
                  <c:v>79.98</c:v>
                </c:pt>
                <c:pt idx="97218">
                  <c:v>79.849999999999994</c:v>
                </c:pt>
                <c:pt idx="97219">
                  <c:v>108.86</c:v>
                </c:pt>
                <c:pt idx="97220">
                  <c:v>79.849999999999994</c:v>
                </c:pt>
                <c:pt idx="97221">
                  <c:v>49.59</c:v>
                </c:pt>
                <c:pt idx="97222">
                  <c:v>49.59</c:v>
                </c:pt>
                <c:pt idx="97223">
                  <c:v>93.01</c:v>
                </c:pt>
                <c:pt idx="97224">
                  <c:v>108.86</c:v>
                </c:pt>
                <c:pt idx="97225">
                  <c:v>93.01</c:v>
                </c:pt>
                <c:pt idx="97226">
                  <c:v>79.849999999999994</c:v>
                </c:pt>
                <c:pt idx="97227">
                  <c:v>79.849999999999994</c:v>
                </c:pt>
                <c:pt idx="97228">
                  <c:v>36.090000000000003</c:v>
                </c:pt>
                <c:pt idx="97229">
                  <c:v>36.090000000000003</c:v>
                </c:pt>
                <c:pt idx="97230">
                  <c:v>54.99</c:v>
                </c:pt>
                <c:pt idx="97231">
                  <c:v>91.96</c:v>
                </c:pt>
                <c:pt idx="97232">
                  <c:v>127.47</c:v>
                </c:pt>
                <c:pt idx="97233">
                  <c:v>127.57</c:v>
                </c:pt>
                <c:pt idx="97234">
                  <c:v>84.99</c:v>
                </c:pt>
                <c:pt idx="97235">
                  <c:v>169.98</c:v>
                </c:pt>
                <c:pt idx="97236">
                  <c:v>84.99</c:v>
                </c:pt>
                <c:pt idx="97237">
                  <c:v>84.99</c:v>
                </c:pt>
                <c:pt idx="97238">
                  <c:v>84.99</c:v>
                </c:pt>
                <c:pt idx="97239">
                  <c:v>51.76</c:v>
                </c:pt>
                <c:pt idx="97240">
                  <c:v>50.06</c:v>
                </c:pt>
                <c:pt idx="97241">
                  <c:v>84.99</c:v>
                </c:pt>
                <c:pt idx="97242">
                  <c:v>84.99</c:v>
                </c:pt>
                <c:pt idx="97243">
                  <c:v>84.99</c:v>
                </c:pt>
                <c:pt idx="97244">
                  <c:v>254.97</c:v>
                </c:pt>
                <c:pt idx="97245">
                  <c:v>254.97</c:v>
                </c:pt>
                <c:pt idx="97246">
                  <c:v>254.97</c:v>
                </c:pt>
                <c:pt idx="97247">
                  <c:v>69.97</c:v>
                </c:pt>
                <c:pt idx="97248">
                  <c:v>99.98</c:v>
                </c:pt>
                <c:pt idx="97249">
                  <c:v>31.49</c:v>
                </c:pt>
                <c:pt idx="97250">
                  <c:v>62.98</c:v>
                </c:pt>
                <c:pt idx="97251">
                  <c:v>215.95</c:v>
                </c:pt>
                <c:pt idx="97252">
                  <c:v>73.92</c:v>
                </c:pt>
                <c:pt idx="97253">
                  <c:v>104.98</c:v>
                </c:pt>
                <c:pt idx="97254">
                  <c:v>99.98</c:v>
                </c:pt>
                <c:pt idx="97255">
                  <c:v>71.069999999999993</c:v>
                </c:pt>
                <c:pt idx="97256">
                  <c:v>76.19</c:v>
                </c:pt>
                <c:pt idx="97257">
                  <c:v>104.04</c:v>
                </c:pt>
                <c:pt idx="97258">
                  <c:v>172.19</c:v>
                </c:pt>
                <c:pt idx="97259">
                  <c:v>54.98</c:v>
                </c:pt>
                <c:pt idx="97260">
                  <c:v>54.98</c:v>
                </c:pt>
                <c:pt idx="97261">
                  <c:v>87.1</c:v>
                </c:pt>
                <c:pt idx="97262">
                  <c:v>65.3</c:v>
                </c:pt>
                <c:pt idx="97263">
                  <c:v>128.53</c:v>
                </c:pt>
                <c:pt idx="97264">
                  <c:v>65.989999999999995</c:v>
                </c:pt>
                <c:pt idx="97265">
                  <c:v>53.47</c:v>
                </c:pt>
                <c:pt idx="97266">
                  <c:v>84.98</c:v>
                </c:pt>
                <c:pt idx="97267">
                  <c:v>37.24</c:v>
                </c:pt>
                <c:pt idx="97268">
                  <c:v>140.36000000000001</c:v>
                </c:pt>
                <c:pt idx="97269">
                  <c:v>19.93</c:v>
                </c:pt>
                <c:pt idx="97270">
                  <c:v>51.49</c:v>
                </c:pt>
                <c:pt idx="97271">
                  <c:v>49.99</c:v>
                </c:pt>
                <c:pt idx="97272">
                  <c:v>75</c:v>
                </c:pt>
                <c:pt idx="97273">
                  <c:v>76.08</c:v>
                </c:pt>
                <c:pt idx="97274">
                  <c:v>85.98</c:v>
                </c:pt>
                <c:pt idx="97275">
                  <c:v>93.76</c:v>
                </c:pt>
                <c:pt idx="97276">
                  <c:v>61.98</c:v>
                </c:pt>
                <c:pt idx="97277">
                  <c:v>98.96</c:v>
                </c:pt>
                <c:pt idx="97278">
                  <c:v>257.94</c:v>
                </c:pt>
                <c:pt idx="97279">
                  <c:v>54.98</c:v>
                </c:pt>
                <c:pt idx="97280">
                  <c:v>69.97</c:v>
                </c:pt>
                <c:pt idx="97281">
                  <c:v>26.94</c:v>
                </c:pt>
                <c:pt idx="97282">
                  <c:v>59.98</c:v>
                </c:pt>
                <c:pt idx="97283">
                  <c:v>92.98</c:v>
                </c:pt>
                <c:pt idx="97284">
                  <c:v>99.98</c:v>
                </c:pt>
                <c:pt idx="97285">
                  <c:v>59.99</c:v>
                </c:pt>
                <c:pt idx="97286">
                  <c:v>64.430000000000007</c:v>
                </c:pt>
                <c:pt idx="97287">
                  <c:v>184.97</c:v>
                </c:pt>
                <c:pt idx="97288">
                  <c:v>67.98</c:v>
                </c:pt>
                <c:pt idx="97289">
                  <c:v>102.97</c:v>
                </c:pt>
                <c:pt idx="97290">
                  <c:v>54.98</c:v>
                </c:pt>
                <c:pt idx="97291">
                  <c:v>94.97</c:v>
                </c:pt>
                <c:pt idx="97292">
                  <c:v>257.91000000000003</c:v>
                </c:pt>
                <c:pt idx="97293">
                  <c:v>94.98</c:v>
                </c:pt>
                <c:pt idx="97294">
                  <c:v>64.97</c:v>
                </c:pt>
                <c:pt idx="97295">
                  <c:v>49.99</c:v>
                </c:pt>
                <c:pt idx="97296">
                  <c:v>101.97</c:v>
                </c:pt>
                <c:pt idx="97297">
                  <c:v>94.97</c:v>
                </c:pt>
                <c:pt idx="97298">
                  <c:v>59.98</c:v>
                </c:pt>
                <c:pt idx="97299">
                  <c:v>70.180000000000007</c:v>
                </c:pt>
                <c:pt idx="97300">
                  <c:v>64.58</c:v>
                </c:pt>
                <c:pt idx="97301">
                  <c:v>121.96</c:v>
                </c:pt>
                <c:pt idx="97302">
                  <c:v>54.99</c:v>
                </c:pt>
                <c:pt idx="97303">
                  <c:v>-54.98</c:v>
                </c:pt>
                <c:pt idx="97304">
                  <c:v>54.98</c:v>
                </c:pt>
                <c:pt idx="97305">
                  <c:v>94.82</c:v>
                </c:pt>
                <c:pt idx="97306">
                  <c:v>79.959999999999994</c:v>
                </c:pt>
                <c:pt idx="97307">
                  <c:v>15.49</c:v>
                </c:pt>
                <c:pt idx="97308">
                  <c:v>15.49</c:v>
                </c:pt>
                <c:pt idx="97309">
                  <c:v>119.97</c:v>
                </c:pt>
                <c:pt idx="97310">
                  <c:v>28.73</c:v>
                </c:pt>
                <c:pt idx="97311">
                  <c:v>32.229999999999997</c:v>
                </c:pt>
                <c:pt idx="97312">
                  <c:v>27.78</c:v>
                </c:pt>
                <c:pt idx="97313">
                  <c:v>51.29</c:v>
                </c:pt>
                <c:pt idx="97314">
                  <c:v>26.29</c:v>
                </c:pt>
                <c:pt idx="97315">
                  <c:v>64.98</c:v>
                </c:pt>
                <c:pt idx="97316">
                  <c:v>51.29</c:v>
                </c:pt>
                <c:pt idx="97317">
                  <c:v>89.99</c:v>
                </c:pt>
                <c:pt idx="97318">
                  <c:v>161.97999999999999</c:v>
                </c:pt>
                <c:pt idx="97319">
                  <c:v>251.91</c:v>
                </c:pt>
                <c:pt idx="97320">
                  <c:v>33.479999999999997</c:v>
                </c:pt>
                <c:pt idx="97321">
                  <c:v>56.97</c:v>
                </c:pt>
                <c:pt idx="97322">
                  <c:v>39.479999999999997</c:v>
                </c:pt>
                <c:pt idx="97323">
                  <c:v>39.479999999999997</c:v>
                </c:pt>
                <c:pt idx="97324">
                  <c:v>56.97</c:v>
                </c:pt>
                <c:pt idx="97325">
                  <c:v>31.48</c:v>
                </c:pt>
                <c:pt idx="97326">
                  <c:v>16.489999999999998</c:v>
                </c:pt>
                <c:pt idx="97327">
                  <c:v>56.95</c:v>
                </c:pt>
                <c:pt idx="97328">
                  <c:v>31.48</c:v>
                </c:pt>
                <c:pt idx="97329">
                  <c:v>91.67</c:v>
                </c:pt>
                <c:pt idx="97330">
                  <c:v>69.98</c:v>
                </c:pt>
                <c:pt idx="97331">
                  <c:v>49.99</c:v>
                </c:pt>
                <c:pt idx="97332">
                  <c:v>139.96</c:v>
                </c:pt>
                <c:pt idx="97333">
                  <c:v>15.65</c:v>
                </c:pt>
                <c:pt idx="97334">
                  <c:v>198.95</c:v>
                </c:pt>
                <c:pt idx="97335">
                  <c:v>75.959999999999994</c:v>
                </c:pt>
                <c:pt idx="97336">
                  <c:v>46.49</c:v>
                </c:pt>
                <c:pt idx="97337">
                  <c:v>95.95</c:v>
                </c:pt>
                <c:pt idx="97338">
                  <c:v>99.96</c:v>
                </c:pt>
                <c:pt idx="97339">
                  <c:v>69.430000000000007</c:v>
                </c:pt>
                <c:pt idx="97340">
                  <c:v>69.430000000000007</c:v>
                </c:pt>
                <c:pt idx="97341">
                  <c:v>129.94999999999999</c:v>
                </c:pt>
                <c:pt idx="97342">
                  <c:v>31.28</c:v>
                </c:pt>
                <c:pt idx="97343">
                  <c:v>55.96</c:v>
                </c:pt>
                <c:pt idx="97344">
                  <c:v>55.96</c:v>
                </c:pt>
                <c:pt idx="97345">
                  <c:v>129.94999999999999</c:v>
                </c:pt>
                <c:pt idx="97346">
                  <c:v>31.28</c:v>
                </c:pt>
                <c:pt idx="97347">
                  <c:v>250.91</c:v>
                </c:pt>
                <c:pt idx="97348">
                  <c:v>61.96</c:v>
                </c:pt>
                <c:pt idx="97349">
                  <c:v>55.97</c:v>
                </c:pt>
                <c:pt idx="97350">
                  <c:v>51.47</c:v>
                </c:pt>
                <c:pt idx="97351">
                  <c:v>51.47</c:v>
                </c:pt>
                <c:pt idx="97352">
                  <c:v>50.95</c:v>
                </c:pt>
                <c:pt idx="97353">
                  <c:v>63.96</c:v>
                </c:pt>
                <c:pt idx="97354">
                  <c:v>63.96</c:v>
                </c:pt>
                <c:pt idx="97355">
                  <c:v>63.96</c:v>
                </c:pt>
                <c:pt idx="97356">
                  <c:v>50.95</c:v>
                </c:pt>
                <c:pt idx="97357">
                  <c:v>63.96</c:v>
                </c:pt>
                <c:pt idx="97358">
                  <c:v>19.940000000000001</c:v>
                </c:pt>
                <c:pt idx="97359">
                  <c:v>40.49</c:v>
                </c:pt>
                <c:pt idx="97360">
                  <c:v>145.15</c:v>
                </c:pt>
                <c:pt idx="97361">
                  <c:v>122.15</c:v>
                </c:pt>
                <c:pt idx="97362">
                  <c:v>170.95</c:v>
                </c:pt>
                <c:pt idx="97363">
                  <c:v>50.12</c:v>
                </c:pt>
                <c:pt idx="97364">
                  <c:v>66.97</c:v>
                </c:pt>
                <c:pt idx="97365">
                  <c:v>79.97</c:v>
                </c:pt>
                <c:pt idx="97366">
                  <c:v>57.98</c:v>
                </c:pt>
                <c:pt idx="97367">
                  <c:v>84.99</c:v>
                </c:pt>
                <c:pt idx="97368">
                  <c:v>84.99</c:v>
                </c:pt>
                <c:pt idx="97369">
                  <c:v>84.99</c:v>
                </c:pt>
                <c:pt idx="97370">
                  <c:v>254.97</c:v>
                </c:pt>
                <c:pt idx="97371">
                  <c:v>89.98</c:v>
                </c:pt>
                <c:pt idx="97372">
                  <c:v>109.98</c:v>
                </c:pt>
                <c:pt idx="97373">
                  <c:v>54.97</c:v>
                </c:pt>
                <c:pt idx="97374">
                  <c:v>72.069999999999993</c:v>
                </c:pt>
                <c:pt idx="97375">
                  <c:v>102.83</c:v>
                </c:pt>
                <c:pt idx="97376">
                  <c:v>102.83</c:v>
                </c:pt>
                <c:pt idx="97377">
                  <c:v>98.97</c:v>
                </c:pt>
                <c:pt idx="97378">
                  <c:v>48.98</c:v>
                </c:pt>
                <c:pt idx="97379">
                  <c:v>86.48</c:v>
                </c:pt>
                <c:pt idx="97380">
                  <c:v>94.48</c:v>
                </c:pt>
                <c:pt idx="97381">
                  <c:v>91.37</c:v>
                </c:pt>
                <c:pt idx="97382">
                  <c:v>68.94</c:v>
                </c:pt>
                <c:pt idx="97383">
                  <c:v>89.95</c:v>
                </c:pt>
                <c:pt idx="97384">
                  <c:v>51.64</c:v>
                </c:pt>
                <c:pt idx="97385">
                  <c:v>95.86</c:v>
                </c:pt>
                <c:pt idx="97386">
                  <c:v>70.98</c:v>
                </c:pt>
                <c:pt idx="97387">
                  <c:v>72.97</c:v>
                </c:pt>
                <c:pt idx="97388">
                  <c:v>59.98</c:v>
                </c:pt>
                <c:pt idx="97389">
                  <c:v>61.17</c:v>
                </c:pt>
                <c:pt idx="97390">
                  <c:v>55.96</c:v>
                </c:pt>
                <c:pt idx="97391">
                  <c:v>152.41</c:v>
                </c:pt>
                <c:pt idx="97392">
                  <c:v>50.17</c:v>
                </c:pt>
                <c:pt idx="97393">
                  <c:v>49.57</c:v>
                </c:pt>
                <c:pt idx="97394">
                  <c:v>99.98</c:v>
                </c:pt>
                <c:pt idx="97395">
                  <c:v>149.97</c:v>
                </c:pt>
                <c:pt idx="97396">
                  <c:v>149.97</c:v>
                </c:pt>
                <c:pt idx="97397">
                  <c:v>84.99</c:v>
                </c:pt>
                <c:pt idx="97398">
                  <c:v>84.99</c:v>
                </c:pt>
                <c:pt idx="97399">
                  <c:v>99.98</c:v>
                </c:pt>
                <c:pt idx="97400">
                  <c:v>149.97</c:v>
                </c:pt>
                <c:pt idx="97401">
                  <c:v>99.98</c:v>
                </c:pt>
                <c:pt idx="97402">
                  <c:v>84.99</c:v>
                </c:pt>
                <c:pt idx="97403">
                  <c:v>89.98</c:v>
                </c:pt>
                <c:pt idx="97404">
                  <c:v>89.98</c:v>
                </c:pt>
                <c:pt idx="97405">
                  <c:v>69.98</c:v>
                </c:pt>
                <c:pt idx="97406">
                  <c:v>249.95</c:v>
                </c:pt>
                <c:pt idx="97407">
                  <c:v>59.98</c:v>
                </c:pt>
                <c:pt idx="97408">
                  <c:v>89.97</c:v>
                </c:pt>
                <c:pt idx="97409">
                  <c:v>99.98</c:v>
                </c:pt>
                <c:pt idx="97410">
                  <c:v>89.97</c:v>
                </c:pt>
                <c:pt idx="97411">
                  <c:v>59.98</c:v>
                </c:pt>
                <c:pt idx="97412">
                  <c:v>99.96</c:v>
                </c:pt>
                <c:pt idx="97413">
                  <c:v>229.86</c:v>
                </c:pt>
                <c:pt idx="97414">
                  <c:v>54.99</c:v>
                </c:pt>
                <c:pt idx="97415">
                  <c:v>149.94</c:v>
                </c:pt>
                <c:pt idx="97416">
                  <c:v>99.96</c:v>
                </c:pt>
                <c:pt idx="97417">
                  <c:v>249.9</c:v>
                </c:pt>
                <c:pt idx="97418">
                  <c:v>20.49</c:v>
                </c:pt>
                <c:pt idx="97419">
                  <c:v>46.49</c:v>
                </c:pt>
                <c:pt idx="97420">
                  <c:v>56.97</c:v>
                </c:pt>
                <c:pt idx="97421">
                  <c:v>143.58000000000001</c:v>
                </c:pt>
                <c:pt idx="97422">
                  <c:v>129.96</c:v>
                </c:pt>
                <c:pt idx="97423">
                  <c:v>174.95</c:v>
                </c:pt>
                <c:pt idx="97424">
                  <c:v>76.97</c:v>
                </c:pt>
                <c:pt idx="97425">
                  <c:v>30.87</c:v>
                </c:pt>
                <c:pt idx="97426">
                  <c:v>59.94</c:v>
                </c:pt>
                <c:pt idx="97427">
                  <c:v>59.94</c:v>
                </c:pt>
                <c:pt idx="97428">
                  <c:v>275.74</c:v>
                </c:pt>
                <c:pt idx="97429">
                  <c:v>51.98</c:v>
                </c:pt>
                <c:pt idx="97430">
                  <c:v>51.98</c:v>
                </c:pt>
                <c:pt idx="97431">
                  <c:v>38.49</c:v>
                </c:pt>
                <c:pt idx="97432">
                  <c:v>38.49</c:v>
                </c:pt>
                <c:pt idx="97433">
                  <c:v>58.98</c:v>
                </c:pt>
                <c:pt idx="97434">
                  <c:v>67.72</c:v>
                </c:pt>
                <c:pt idx="97435">
                  <c:v>62.88</c:v>
                </c:pt>
                <c:pt idx="97436">
                  <c:v>77.39</c:v>
                </c:pt>
                <c:pt idx="97437">
                  <c:v>67.72</c:v>
                </c:pt>
                <c:pt idx="97438">
                  <c:v>117.35</c:v>
                </c:pt>
                <c:pt idx="97439">
                  <c:v>87.1</c:v>
                </c:pt>
                <c:pt idx="97440">
                  <c:v>87.1</c:v>
                </c:pt>
                <c:pt idx="97441">
                  <c:v>147.6</c:v>
                </c:pt>
                <c:pt idx="97442">
                  <c:v>117.35</c:v>
                </c:pt>
                <c:pt idx="97443">
                  <c:v>147.6</c:v>
                </c:pt>
                <c:pt idx="97444">
                  <c:v>75.09</c:v>
                </c:pt>
                <c:pt idx="97445">
                  <c:v>109.96</c:v>
                </c:pt>
                <c:pt idx="97446">
                  <c:v>68.989999999999995</c:v>
                </c:pt>
                <c:pt idx="97447">
                  <c:v>51.29</c:v>
                </c:pt>
                <c:pt idx="97448">
                  <c:v>36.29</c:v>
                </c:pt>
                <c:pt idx="97449">
                  <c:v>17.29</c:v>
                </c:pt>
                <c:pt idx="97450">
                  <c:v>59.98</c:v>
                </c:pt>
                <c:pt idx="97451">
                  <c:v>17.29</c:v>
                </c:pt>
                <c:pt idx="97452">
                  <c:v>59.33</c:v>
                </c:pt>
                <c:pt idx="97453">
                  <c:v>59.99</c:v>
                </c:pt>
                <c:pt idx="97454">
                  <c:v>59.95</c:v>
                </c:pt>
                <c:pt idx="97455">
                  <c:v>79.98</c:v>
                </c:pt>
                <c:pt idx="97456">
                  <c:v>71.47</c:v>
                </c:pt>
                <c:pt idx="97457">
                  <c:v>118.66</c:v>
                </c:pt>
                <c:pt idx="97458">
                  <c:v>100.96</c:v>
                </c:pt>
                <c:pt idx="97459">
                  <c:v>142.37</c:v>
                </c:pt>
                <c:pt idx="97460">
                  <c:v>107.97</c:v>
                </c:pt>
                <c:pt idx="97461">
                  <c:v>99.98</c:v>
                </c:pt>
                <c:pt idx="97462">
                  <c:v>88.98</c:v>
                </c:pt>
                <c:pt idx="97463">
                  <c:v>93.98</c:v>
                </c:pt>
                <c:pt idx="97464">
                  <c:v>66.13</c:v>
                </c:pt>
                <c:pt idx="97465">
                  <c:v>79.92</c:v>
                </c:pt>
                <c:pt idx="97466">
                  <c:v>59.94</c:v>
                </c:pt>
                <c:pt idx="97467">
                  <c:v>62.94</c:v>
                </c:pt>
                <c:pt idx="97468">
                  <c:v>69.930000000000007</c:v>
                </c:pt>
                <c:pt idx="97469">
                  <c:v>80.98</c:v>
                </c:pt>
                <c:pt idx="97470">
                  <c:v>108.98</c:v>
                </c:pt>
                <c:pt idx="97471">
                  <c:v>61.18</c:v>
                </c:pt>
                <c:pt idx="97472">
                  <c:v>71.48</c:v>
                </c:pt>
                <c:pt idx="97473">
                  <c:v>107.48</c:v>
                </c:pt>
                <c:pt idx="97474">
                  <c:v>57.98</c:v>
                </c:pt>
                <c:pt idx="97475">
                  <c:v>29.49</c:v>
                </c:pt>
                <c:pt idx="97476">
                  <c:v>55.98</c:v>
                </c:pt>
                <c:pt idx="97477">
                  <c:v>59.98</c:v>
                </c:pt>
                <c:pt idx="97478">
                  <c:v>29.49</c:v>
                </c:pt>
                <c:pt idx="97479">
                  <c:v>80.97</c:v>
                </c:pt>
                <c:pt idx="97480">
                  <c:v>59.98</c:v>
                </c:pt>
                <c:pt idx="97481">
                  <c:v>107.96</c:v>
                </c:pt>
                <c:pt idx="97482">
                  <c:v>55.96</c:v>
                </c:pt>
                <c:pt idx="97483">
                  <c:v>57.96</c:v>
                </c:pt>
                <c:pt idx="97484">
                  <c:v>70.180000000000007</c:v>
                </c:pt>
                <c:pt idx="97485">
                  <c:v>70.180000000000007</c:v>
                </c:pt>
                <c:pt idx="97486">
                  <c:v>83.48</c:v>
                </c:pt>
                <c:pt idx="97487">
                  <c:v>83.48</c:v>
                </c:pt>
                <c:pt idx="97488">
                  <c:v>194.76</c:v>
                </c:pt>
                <c:pt idx="97489">
                  <c:v>194.76</c:v>
                </c:pt>
                <c:pt idx="97490">
                  <c:v>79.849999999999994</c:v>
                </c:pt>
                <c:pt idx="97491">
                  <c:v>79.849999999999994</c:v>
                </c:pt>
                <c:pt idx="97492">
                  <c:v>9.9700000000000006</c:v>
                </c:pt>
                <c:pt idx="97493">
                  <c:v>9.9700000000000006</c:v>
                </c:pt>
                <c:pt idx="97494">
                  <c:v>51.12</c:v>
                </c:pt>
                <c:pt idx="97495">
                  <c:v>51.12</c:v>
                </c:pt>
                <c:pt idx="97496">
                  <c:v>77.98</c:v>
                </c:pt>
                <c:pt idx="97497">
                  <c:v>223.8</c:v>
                </c:pt>
                <c:pt idx="97498">
                  <c:v>209.25</c:v>
                </c:pt>
                <c:pt idx="97499">
                  <c:v>156.65</c:v>
                </c:pt>
                <c:pt idx="97500">
                  <c:v>117.33</c:v>
                </c:pt>
                <c:pt idx="97501">
                  <c:v>21.24</c:v>
                </c:pt>
                <c:pt idx="97502">
                  <c:v>23.49</c:v>
                </c:pt>
                <c:pt idx="97503">
                  <c:v>39.479999999999997</c:v>
                </c:pt>
                <c:pt idx="97504">
                  <c:v>20.49</c:v>
                </c:pt>
                <c:pt idx="97505">
                  <c:v>71.48</c:v>
                </c:pt>
                <c:pt idx="97506">
                  <c:v>89.98</c:v>
                </c:pt>
                <c:pt idx="97507">
                  <c:v>90.08</c:v>
                </c:pt>
                <c:pt idx="97508">
                  <c:v>70.08</c:v>
                </c:pt>
                <c:pt idx="97509">
                  <c:v>185.94</c:v>
                </c:pt>
                <c:pt idx="97510">
                  <c:v>61.98</c:v>
                </c:pt>
                <c:pt idx="97511">
                  <c:v>123.96</c:v>
                </c:pt>
                <c:pt idx="97512">
                  <c:v>123.96</c:v>
                </c:pt>
                <c:pt idx="97513">
                  <c:v>64.97</c:v>
                </c:pt>
                <c:pt idx="97514">
                  <c:v>59.98</c:v>
                </c:pt>
                <c:pt idx="97515">
                  <c:v>165.91</c:v>
                </c:pt>
                <c:pt idx="97516">
                  <c:v>59.98</c:v>
                </c:pt>
                <c:pt idx="97517">
                  <c:v>59.98</c:v>
                </c:pt>
                <c:pt idx="97518">
                  <c:v>59.98</c:v>
                </c:pt>
                <c:pt idx="97519">
                  <c:v>59.98</c:v>
                </c:pt>
                <c:pt idx="97520">
                  <c:v>59.98</c:v>
                </c:pt>
                <c:pt idx="97521">
                  <c:v>115.97</c:v>
                </c:pt>
                <c:pt idx="97522">
                  <c:v>115.97</c:v>
                </c:pt>
                <c:pt idx="97523">
                  <c:v>65.98</c:v>
                </c:pt>
                <c:pt idx="97524">
                  <c:v>65.989999999999995</c:v>
                </c:pt>
                <c:pt idx="97525">
                  <c:v>65.989999999999995</c:v>
                </c:pt>
                <c:pt idx="97526">
                  <c:v>59.98</c:v>
                </c:pt>
                <c:pt idx="97527">
                  <c:v>65.98</c:v>
                </c:pt>
                <c:pt idx="97528">
                  <c:v>75.959999999999994</c:v>
                </c:pt>
                <c:pt idx="97529">
                  <c:v>171.97</c:v>
                </c:pt>
                <c:pt idx="97530">
                  <c:v>72.55</c:v>
                </c:pt>
                <c:pt idx="97531">
                  <c:v>77.09</c:v>
                </c:pt>
                <c:pt idx="97532">
                  <c:v>37.47</c:v>
                </c:pt>
                <c:pt idx="97533">
                  <c:v>77.09</c:v>
                </c:pt>
                <c:pt idx="97534">
                  <c:v>92.97</c:v>
                </c:pt>
                <c:pt idx="97535">
                  <c:v>61.98</c:v>
                </c:pt>
                <c:pt idx="97536">
                  <c:v>92.97</c:v>
                </c:pt>
                <c:pt idx="97537">
                  <c:v>84.27</c:v>
                </c:pt>
                <c:pt idx="97538">
                  <c:v>57.12</c:v>
                </c:pt>
                <c:pt idx="97539">
                  <c:v>56.38</c:v>
                </c:pt>
                <c:pt idx="97540">
                  <c:v>199.94</c:v>
                </c:pt>
                <c:pt idx="97541">
                  <c:v>41.48</c:v>
                </c:pt>
                <c:pt idx="97542">
                  <c:v>15.49</c:v>
                </c:pt>
                <c:pt idx="97543">
                  <c:v>109.93</c:v>
                </c:pt>
                <c:pt idx="97544">
                  <c:v>51.97</c:v>
                </c:pt>
                <c:pt idx="97545">
                  <c:v>59.98</c:v>
                </c:pt>
                <c:pt idx="97546">
                  <c:v>59.98</c:v>
                </c:pt>
                <c:pt idx="97547">
                  <c:v>59.98</c:v>
                </c:pt>
                <c:pt idx="97548">
                  <c:v>72.239999999999995</c:v>
                </c:pt>
                <c:pt idx="97549">
                  <c:v>103.17</c:v>
                </c:pt>
                <c:pt idx="97550">
                  <c:v>191.94</c:v>
                </c:pt>
                <c:pt idx="97551">
                  <c:v>46.48</c:v>
                </c:pt>
                <c:pt idx="97552">
                  <c:v>56.07</c:v>
                </c:pt>
                <c:pt idx="97553">
                  <c:v>47.23</c:v>
                </c:pt>
                <c:pt idx="97554">
                  <c:v>76.47</c:v>
                </c:pt>
                <c:pt idx="97555">
                  <c:v>113.7</c:v>
                </c:pt>
                <c:pt idx="97556">
                  <c:v>73.48</c:v>
                </c:pt>
                <c:pt idx="97557">
                  <c:v>79.849999999999994</c:v>
                </c:pt>
                <c:pt idx="97558">
                  <c:v>61.98</c:v>
                </c:pt>
                <c:pt idx="97559">
                  <c:v>81.02</c:v>
                </c:pt>
                <c:pt idx="97560">
                  <c:v>70.14</c:v>
                </c:pt>
                <c:pt idx="97561">
                  <c:v>55.59</c:v>
                </c:pt>
                <c:pt idx="97562">
                  <c:v>47.13</c:v>
                </c:pt>
                <c:pt idx="97563">
                  <c:v>47.15</c:v>
                </c:pt>
                <c:pt idx="97564">
                  <c:v>47.15</c:v>
                </c:pt>
                <c:pt idx="97565">
                  <c:v>47.15</c:v>
                </c:pt>
                <c:pt idx="97566">
                  <c:v>102.83</c:v>
                </c:pt>
                <c:pt idx="97567">
                  <c:v>95.95</c:v>
                </c:pt>
                <c:pt idx="97568">
                  <c:v>55.96</c:v>
                </c:pt>
                <c:pt idx="97569">
                  <c:v>212.35</c:v>
                </c:pt>
                <c:pt idx="97570">
                  <c:v>25.93</c:v>
                </c:pt>
                <c:pt idx="97571">
                  <c:v>61.69</c:v>
                </c:pt>
                <c:pt idx="97572">
                  <c:v>63.13</c:v>
                </c:pt>
                <c:pt idx="97573">
                  <c:v>117.2</c:v>
                </c:pt>
                <c:pt idx="97574">
                  <c:v>52.96</c:v>
                </c:pt>
                <c:pt idx="97575">
                  <c:v>58.98</c:v>
                </c:pt>
                <c:pt idx="97576">
                  <c:v>54.99</c:v>
                </c:pt>
                <c:pt idx="97577">
                  <c:v>23.99</c:v>
                </c:pt>
                <c:pt idx="97578">
                  <c:v>58.98</c:v>
                </c:pt>
                <c:pt idx="97579">
                  <c:v>194.94</c:v>
                </c:pt>
                <c:pt idx="97580">
                  <c:v>55.98</c:v>
                </c:pt>
                <c:pt idx="97581">
                  <c:v>112.57</c:v>
                </c:pt>
                <c:pt idx="97582">
                  <c:v>88.28</c:v>
                </c:pt>
                <c:pt idx="97583">
                  <c:v>71.37</c:v>
                </c:pt>
                <c:pt idx="97584">
                  <c:v>269.89999999999998</c:v>
                </c:pt>
                <c:pt idx="97585">
                  <c:v>44.18</c:v>
                </c:pt>
                <c:pt idx="97586">
                  <c:v>43.98</c:v>
                </c:pt>
                <c:pt idx="97587">
                  <c:v>59.37</c:v>
                </c:pt>
                <c:pt idx="97588">
                  <c:v>52.16</c:v>
                </c:pt>
                <c:pt idx="97589">
                  <c:v>46.73</c:v>
                </c:pt>
                <c:pt idx="97590">
                  <c:v>58.97</c:v>
                </c:pt>
                <c:pt idx="97591">
                  <c:v>59.97</c:v>
                </c:pt>
                <c:pt idx="97592">
                  <c:v>57.97</c:v>
                </c:pt>
                <c:pt idx="97593">
                  <c:v>69.959999999999994</c:v>
                </c:pt>
                <c:pt idx="97594">
                  <c:v>79.98</c:v>
                </c:pt>
                <c:pt idx="97595">
                  <c:v>107.97</c:v>
                </c:pt>
                <c:pt idx="97596">
                  <c:v>90.48</c:v>
                </c:pt>
                <c:pt idx="97597">
                  <c:v>72.58</c:v>
                </c:pt>
                <c:pt idx="97598">
                  <c:v>62.58</c:v>
                </c:pt>
                <c:pt idx="97599">
                  <c:v>55.98</c:v>
                </c:pt>
                <c:pt idx="97600">
                  <c:v>63.98</c:v>
                </c:pt>
                <c:pt idx="97601">
                  <c:v>73.97</c:v>
                </c:pt>
                <c:pt idx="97602">
                  <c:v>59.98</c:v>
                </c:pt>
                <c:pt idx="97603">
                  <c:v>59.98</c:v>
                </c:pt>
                <c:pt idx="97604">
                  <c:v>51.97</c:v>
                </c:pt>
                <c:pt idx="97605">
                  <c:v>90.96</c:v>
                </c:pt>
                <c:pt idx="97606">
                  <c:v>90.96</c:v>
                </c:pt>
                <c:pt idx="97607">
                  <c:v>63.97</c:v>
                </c:pt>
                <c:pt idx="97608">
                  <c:v>139.97999999999999</c:v>
                </c:pt>
                <c:pt idx="97609">
                  <c:v>105.94</c:v>
                </c:pt>
                <c:pt idx="97610">
                  <c:v>133.47999999999999</c:v>
                </c:pt>
                <c:pt idx="97611">
                  <c:v>96.47</c:v>
                </c:pt>
                <c:pt idx="97612">
                  <c:v>54.99</c:v>
                </c:pt>
                <c:pt idx="97613">
                  <c:v>51.29</c:v>
                </c:pt>
                <c:pt idx="97614">
                  <c:v>65.19</c:v>
                </c:pt>
                <c:pt idx="97615">
                  <c:v>69.98</c:v>
                </c:pt>
                <c:pt idx="97616">
                  <c:v>23.48</c:v>
                </c:pt>
                <c:pt idx="97617">
                  <c:v>23.48</c:v>
                </c:pt>
                <c:pt idx="97618">
                  <c:v>23.48</c:v>
                </c:pt>
                <c:pt idx="97619">
                  <c:v>123.96</c:v>
                </c:pt>
                <c:pt idx="97620">
                  <c:v>123.96</c:v>
                </c:pt>
                <c:pt idx="97621">
                  <c:v>57.98</c:v>
                </c:pt>
                <c:pt idx="97622">
                  <c:v>47.38</c:v>
                </c:pt>
                <c:pt idx="97623">
                  <c:v>49.98</c:v>
                </c:pt>
                <c:pt idx="97624">
                  <c:v>81.97</c:v>
                </c:pt>
                <c:pt idx="97625">
                  <c:v>249.96</c:v>
                </c:pt>
                <c:pt idx="97626">
                  <c:v>249.96</c:v>
                </c:pt>
                <c:pt idx="97627">
                  <c:v>79.98</c:v>
                </c:pt>
                <c:pt idx="97628">
                  <c:v>79.989999999999995</c:v>
                </c:pt>
                <c:pt idx="97629">
                  <c:v>89.98</c:v>
                </c:pt>
                <c:pt idx="97630">
                  <c:v>225.9</c:v>
                </c:pt>
                <c:pt idx="97631">
                  <c:v>41.28</c:v>
                </c:pt>
                <c:pt idx="97632">
                  <c:v>36.29</c:v>
                </c:pt>
                <c:pt idx="97633">
                  <c:v>59.98</c:v>
                </c:pt>
                <c:pt idx="97634">
                  <c:v>21.94</c:v>
                </c:pt>
                <c:pt idx="97635">
                  <c:v>21.29</c:v>
                </c:pt>
                <c:pt idx="97636">
                  <c:v>249.88</c:v>
                </c:pt>
                <c:pt idx="97637">
                  <c:v>63.98</c:v>
                </c:pt>
                <c:pt idx="97638">
                  <c:v>127.96</c:v>
                </c:pt>
                <c:pt idx="97639">
                  <c:v>96.74</c:v>
                </c:pt>
                <c:pt idx="97640">
                  <c:v>77.39</c:v>
                </c:pt>
                <c:pt idx="97641">
                  <c:v>146.38999999999999</c:v>
                </c:pt>
                <c:pt idx="97642">
                  <c:v>84.96</c:v>
                </c:pt>
                <c:pt idx="97643">
                  <c:v>67.34</c:v>
                </c:pt>
                <c:pt idx="97644">
                  <c:v>125.96</c:v>
                </c:pt>
                <c:pt idx="97645">
                  <c:v>51.7</c:v>
                </c:pt>
                <c:pt idx="97646">
                  <c:v>119.96</c:v>
                </c:pt>
                <c:pt idx="97647">
                  <c:v>124.95</c:v>
                </c:pt>
                <c:pt idx="97648">
                  <c:v>54.99</c:v>
                </c:pt>
                <c:pt idx="97649">
                  <c:v>70.98</c:v>
                </c:pt>
                <c:pt idx="97650">
                  <c:v>67.98</c:v>
                </c:pt>
                <c:pt idx="97651">
                  <c:v>50.98</c:v>
                </c:pt>
                <c:pt idx="97652">
                  <c:v>99.97</c:v>
                </c:pt>
                <c:pt idx="97653">
                  <c:v>89.97</c:v>
                </c:pt>
                <c:pt idx="97654">
                  <c:v>54.98</c:v>
                </c:pt>
                <c:pt idx="97655">
                  <c:v>62.97</c:v>
                </c:pt>
                <c:pt idx="97656">
                  <c:v>87.96</c:v>
                </c:pt>
                <c:pt idx="97657">
                  <c:v>59.98</c:v>
                </c:pt>
                <c:pt idx="97658">
                  <c:v>31.48</c:v>
                </c:pt>
                <c:pt idx="97659">
                  <c:v>74.989999999999995</c:v>
                </c:pt>
                <c:pt idx="97660">
                  <c:v>79.98</c:v>
                </c:pt>
                <c:pt idx="97661">
                  <c:v>50.98</c:v>
                </c:pt>
                <c:pt idx="97662">
                  <c:v>136.97</c:v>
                </c:pt>
                <c:pt idx="97663">
                  <c:v>126.86</c:v>
                </c:pt>
                <c:pt idx="97664">
                  <c:v>84.95</c:v>
                </c:pt>
                <c:pt idx="97665">
                  <c:v>41.97</c:v>
                </c:pt>
                <c:pt idx="97666">
                  <c:v>29.08</c:v>
                </c:pt>
                <c:pt idx="97667">
                  <c:v>46.07</c:v>
                </c:pt>
                <c:pt idx="97668">
                  <c:v>83.48</c:v>
                </c:pt>
                <c:pt idx="97669">
                  <c:v>43.07</c:v>
                </c:pt>
                <c:pt idx="97670">
                  <c:v>53.97</c:v>
                </c:pt>
                <c:pt idx="97671">
                  <c:v>53.97</c:v>
                </c:pt>
                <c:pt idx="97672">
                  <c:v>89.97</c:v>
                </c:pt>
                <c:pt idx="97673">
                  <c:v>50.97</c:v>
                </c:pt>
                <c:pt idx="97674">
                  <c:v>31.48</c:v>
                </c:pt>
                <c:pt idx="97675">
                  <c:v>31.48</c:v>
                </c:pt>
                <c:pt idx="97676">
                  <c:v>31.48</c:v>
                </c:pt>
                <c:pt idx="97677">
                  <c:v>72.88</c:v>
                </c:pt>
                <c:pt idx="97678">
                  <c:v>92.97</c:v>
                </c:pt>
                <c:pt idx="97679">
                  <c:v>79.98</c:v>
                </c:pt>
                <c:pt idx="97680">
                  <c:v>149.94999999999999</c:v>
                </c:pt>
                <c:pt idx="97681">
                  <c:v>124.95</c:v>
                </c:pt>
                <c:pt idx="97682">
                  <c:v>131.97999999999999</c:v>
                </c:pt>
                <c:pt idx="97683">
                  <c:v>31.48</c:v>
                </c:pt>
                <c:pt idx="97684">
                  <c:v>21.48</c:v>
                </c:pt>
                <c:pt idx="97685">
                  <c:v>64.95</c:v>
                </c:pt>
                <c:pt idx="97686">
                  <c:v>51.22</c:v>
                </c:pt>
                <c:pt idx="97687">
                  <c:v>51.96</c:v>
                </c:pt>
                <c:pt idx="97688">
                  <c:v>64.95</c:v>
                </c:pt>
                <c:pt idx="97689">
                  <c:v>33.72</c:v>
                </c:pt>
                <c:pt idx="97690">
                  <c:v>22.48</c:v>
                </c:pt>
                <c:pt idx="97691">
                  <c:v>134.97</c:v>
                </c:pt>
                <c:pt idx="97692">
                  <c:v>54.98</c:v>
                </c:pt>
                <c:pt idx="97693">
                  <c:v>111.98</c:v>
                </c:pt>
                <c:pt idx="97694">
                  <c:v>131.97999999999999</c:v>
                </c:pt>
                <c:pt idx="97695">
                  <c:v>41.49</c:v>
                </c:pt>
                <c:pt idx="97696">
                  <c:v>125.06</c:v>
                </c:pt>
                <c:pt idx="97697">
                  <c:v>93.11</c:v>
                </c:pt>
                <c:pt idx="97698">
                  <c:v>61.47</c:v>
                </c:pt>
                <c:pt idx="97699">
                  <c:v>61.47</c:v>
                </c:pt>
                <c:pt idx="97700">
                  <c:v>125.06</c:v>
                </c:pt>
                <c:pt idx="97701">
                  <c:v>41.49</c:v>
                </c:pt>
                <c:pt idx="97702">
                  <c:v>93.11</c:v>
                </c:pt>
                <c:pt idx="97703">
                  <c:v>74.97</c:v>
                </c:pt>
                <c:pt idx="97704">
                  <c:v>105.94</c:v>
                </c:pt>
                <c:pt idx="97705">
                  <c:v>56.97</c:v>
                </c:pt>
                <c:pt idx="97706">
                  <c:v>20.49</c:v>
                </c:pt>
                <c:pt idx="97707">
                  <c:v>20.49</c:v>
                </c:pt>
                <c:pt idx="97708">
                  <c:v>79.02</c:v>
                </c:pt>
                <c:pt idx="97709">
                  <c:v>109.76</c:v>
                </c:pt>
                <c:pt idx="97710">
                  <c:v>157.94</c:v>
                </c:pt>
                <c:pt idx="97711">
                  <c:v>111.13</c:v>
                </c:pt>
                <c:pt idx="97712">
                  <c:v>39.979999999999997</c:v>
                </c:pt>
                <c:pt idx="97713">
                  <c:v>91.95</c:v>
                </c:pt>
                <c:pt idx="97714">
                  <c:v>116.97</c:v>
                </c:pt>
                <c:pt idx="97715">
                  <c:v>69.98</c:v>
                </c:pt>
                <c:pt idx="97716">
                  <c:v>107.96</c:v>
                </c:pt>
                <c:pt idx="97717">
                  <c:v>93.47</c:v>
                </c:pt>
                <c:pt idx="97718">
                  <c:v>69.989999999999995</c:v>
                </c:pt>
                <c:pt idx="97719">
                  <c:v>62.07</c:v>
                </c:pt>
                <c:pt idx="97720">
                  <c:v>56.97</c:v>
                </c:pt>
                <c:pt idx="97721">
                  <c:v>68.98</c:v>
                </c:pt>
                <c:pt idx="97722">
                  <c:v>64.98</c:v>
                </c:pt>
                <c:pt idx="97723">
                  <c:v>84.99</c:v>
                </c:pt>
                <c:pt idx="97724">
                  <c:v>93.33</c:v>
                </c:pt>
                <c:pt idx="97725">
                  <c:v>96.76</c:v>
                </c:pt>
                <c:pt idx="97726">
                  <c:v>69.989999999999995</c:v>
                </c:pt>
                <c:pt idx="97727">
                  <c:v>59.36</c:v>
                </c:pt>
                <c:pt idx="97728">
                  <c:v>59.96</c:v>
                </c:pt>
                <c:pt idx="97729">
                  <c:v>89.52</c:v>
                </c:pt>
                <c:pt idx="97730">
                  <c:v>89.52</c:v>
                </c:pt>
                <c:pt idx="97731">
                  <c:v>89.52</c:v>
                </c:pt>
                <c:pt idx="97732">
                  <c:v>59.49</c:v>
                </c:pt>
                <c:pt idx="97733">
                  <c:v>134.97999999999999</c:v>
                </c:pt>
                <c:pt idx="97734">
                  <c:v>19.850000000000001</c:v>
                </c:pt>
                <c:pt idx="97735">
                  <c:v>51.28</c:v>
                </c:pt>
                <c:pt idx="97736">
                  <c:v>53.96</c:v>
                </c:pt>
                <c:pt idx="97737">
                  <c:v>41.93</c:v>
                </c:pt>
                <c:pt idx="97738">
                  <c:v>59.96</c:v>
                </c:pt>
                <c:pt idx="97739">
                  <c:v>64.97</c:v>
                </c:pt>
                <c:pt idx="97740">
                  <c:v>89.96</c:v>
                </c:pt>
                <c:pt idx="97741">
                  <c:v>99.96</c:v>
                </c:pt>
                <c:pt idx="97742">
                  <c:v>102.98</c:v>
                </c:pt>
                <c:pt idx="97743">
                  <c:v>139.97999999999999</c:v>
                </c:pt>
                <c:pt idx="97744">
                  <c:v>152.97999999999999</c:v>
                </c:pt>
                <c:pt idx="97745">
                  <c:v>84.99</c:v>
                </c:pt>
                <c:pt idx="97746">
                  <c:v>77.97</c:v>
                </c:pt>
                <c:pt idx="97747">
                  <c:v>79.989999999999995</c:v>
                </c:pt>
                <c:pt idx="97748">
                  <c:v>54.18</c:v>
                </c:pt>
                <c:pt idx="97749">
                  <c:v>38.979999999999997</c:v>
                </c:pt>
                <c:pt idx="97750">
                  <c:v>51.47</c:v>
                </c:pt>
                <c:pt idx="97751">
                  <c:v>43.18</c:v>
                </c:pt>
                <c:pt idx="97752">
                  <c:v>89.97</c:v>
                </c:pt>
                <c:pt idx="97753">
                  <c:v>92.97</c:v>
                </c:pt>
                <c:pt idx="97754">
                  <c:v>59.98</c:v>
                </c:pt>
                <c:pt idx="97755">
                  <c:v>244.93</c:v>
                </c:pt>
                <c:pt idx="97756">
                  <c:v>70.97</c:v>
                </c:pt>
                <c:pt idx="97757">
                  <c:v>59.98</c:v>
                </c:pt>
                <c:pt idx="97758">
                  <c:v>53.98</c:v>
                </c:pt>
                <c:pt idx="97759">
                  <c:v>59.98</c:v>
                </c:pt>
                <c:pt idx="97760">
                  <c:v>142.97</c:v>
                </c:pt>
                <c:pt idx="97761">
                  <c:v>20.29</c:v>
                </c:pt>
                <c:pt idx="97762">
                  <c:v>75.11</c:v>
                </c:pt>
                <c:pt idx="97763">
                  <c:v>59.97</c:v>
                </c:pt>
                <c:pt idx="97764">
                  <c:v>59.97</c:v>
                </c:pt>
                <c:pt idx="97765">
                  <c:v>67.12</c:v>
                </c:pt>
                <c:pt idx="97766">
                  <c:v>59.96</c:v>
                </c:pt>
                <c:pt idx="97767">
                  <c:v>55.96</c:v>
                </c:pt>
                <c:pt idx="97768">
                  <c:v>83.94</c:v>
                </c:pt>
                <c:pt idx="97769">
                  <c:v>55.96</c:v>
                </c:pt>
                <c:pt idx="97770">
                  <c:v>246.94</c:v>
                </c:pt>
                <c:pt idx="97771">
                  <c:v>29.28</c:v>
                </c:pt>
                <c:pt idx="97772">
                  <c:v>87.97</c:v>
                </c:pt>
                <c:pt idx="97773">
                  <c:v>82.97</c:v>
                </c:pt>
                <c:pt idx="97774">
                  <c:v>29.28</c:v>
                </c:pt>
                <c:pt idx="97775">
                  <c:v>56.09</c:v>
                </c:pt>
                <c:pt idx="97776">
                  <c:v>85.98</c:v>
                </c:pt>
                <c:pt idx="97777">
                  <c:v>100.45</c:v>
                </c:pt>
                <c:pt idx="97778">
                  <c:v>114.98</c:v>
                </c:pt>
                <c:pt idx="97779">
                  <c:v>76.489999999999995</c:v>
                </c:pt>
                <c:pt idx="97780">
                  <c:v>76.489999999999995</c:v>
                </c:pt>
                <c:pt idx="97781">
                  <c:v>59.39</c:v>
                </c:pt>
                <c:pt idx="97782">
                  <c:v>59.39</c:v>
                </c:pt>
                <c:pt idx="97783">
                  <c:v>114.98</c:v>
                </c:pt>
                <c:pt idx="97784">
                  <c:v>59.39</c:v>
                </c:pt>
                <c:pt idx="97785">
                  <c:v>114.98</c:v>
                </c:pt>
                <c:pt idx="97786">
                  <c:v>59.39</c:v>
                </c:pt>
                <c:pt idx="97787">
                  <c:v>64.989999999999995</c:v>
                </c:pt>
                <c:pt idx="97788">
                  <c:v>76.489999999999995</c:v>
                </c:pt>
                <c:pt idx="97789">
                  <c:v>72.239999999999995</c:v>
                </c:pt>
                <c:pt idx="97790">
                  <c:v>64.989999999999995</c:v>
                </c:pt>
                <c:pt idx="97791">
                  <c:v>64.989999999999995</c:v>
                </c:pt>
                <c:pt idx="97792">
                  <c:v>59.39</c:v>
                </c:pt>
                <c:pt idx="97793">
                  <c:v>59.39</c:v>
                </c:pt>
                <c:pt idx="97794">
                  <c:v>72.239999999999995</c:v>
                </c:pt>
                <c:pt idx="97795">
                  <c:v>72.239999999999995</c:v>
                </c:pt>
                <c:pt idx="97796">
                  <c:v>59.96</c:v>
                </c:pt>
                <c:pt idx="97797">
                  <c:v>185.28</c:v>
                </c:pt>
                <c:pt idx="97798">
                  <c:v>82.24</c:v>
                </c:pt>
                <c:pt idx="97799">
                  <c:v>96.86</c:v>
                </c:pt>
                <c:pt idx="97800">
                  <c:v>46.57</c:v>
                </c:pt>
                <c:pt idx="97801">
                  <c:v>89.98</c:v>
                </c:pt>
                <c:pt idx="97802">
                  <c:v>72.97</c:v>
                </c:pt>
                <c:pt idx="97803">
                  <c:v>112.97</c:v>
                </c:pt>
                <c:pt idx="97804">
                  <c:v>55.96</c:v>
                </c:pt>
                <c:pt idx="97805">
                  <c:v>58.97</c:v>
                </c:pt>
                <c:pt idx="97806">
                  <c:v>53.9</c:v>
                </c:pt>
                <c:pt idx="97807">
                  <c:v>56.98</c:v>
                </c:pt>
                <c:pt idx="97808">
                  <c:v>75.98</c:v>
                </c:pt>
                <c:pt idx="97809">
                  <c:v>171.47</c:v>
                </c:pt>
                <c:pt idx="97810">
                  <c:v>122.43</c:v>
                </c:pt>
                <c:pt idx="97811">
                  <c:v>118.98</c:v>
                </c:pt>
                <c:pt idx="97812">
                  <c:v>62.96</c:v>
                </c:pt>
                <c:pt idx="97813">
                  <c:v>52.23</c:v>
                </c:pt>
                <c:pt idx="97814">
                  <c:v>59.98</c:v>
                </c:pt>
                <c:pt idx="97815">
                  <c:v>74.97</c:v>
                </c:pt>
                <c:pt idx="97816">
                  <c:v>141.46</c:v>
                </c:pt>
                <c:pt idx="97817">
                  <c:v>129.9</c:v>
                </c:pt>
                <c:pt idx="97818">
                  <c:v>51.97</c:v>
                </c:pt>
                <c:pt idx="97819">
                  <c:v>54.95</c:v>
                </c:pt>
                <c:pt idx="97820">
                  <c:v>76.34</c:v>
                </c:pt>
                <c:pt idx="97821">
                  <c:v>61.96</c:v>
                </c:pt>
                <c:pt idx="97822">
                  <c:v>90.97</c:v>
                </c:pt>
                <c:pt idx="97823">
                  <c:v>79.98</c:v>
                </c:pt>
                <c:pt idx="97824">
                  <c:v>69.98</c:v>
                </c:pt>
                <c:pt idx="97825">
                  <c:v>228.19</c:v>
                </c:pt>
                <c:pt idx="97826">
                  <c:v>72.239999999999995</c:v>
                </c:pt>
                <c:pt idx="97827">
                  <c:v>19.739999999999998</c:v>
                </c:pt>
                <c:pt idx="97828">
                  <c:v>69.989999999999995</c:v>
                </c:pt>
                <c:pt idx="97829">
                  <c:v>84.98</c:v>
                </c:pt>
                <c:pt idx="97830">
                  <c:v>31.48</c:v>
                </c:pt>
                <c:pt idx="97831">
                  <c:v>54.98</c:v>
                </c:pt>
                <c:pt idx="97832">
                  <c:v>84.99</c:v>
                </c:pt>
                <c:pt idx="97833">
                  <c:v>159.97999999999999</c:v>
                </c:pt>
                <c:pt idx="97834">
                  <c:v>77.099999999999994</c:v>
                </c:pt>
                <c:pt idx="97835">
                  <c:v>65.98</c:v>
                </c:pt>
                <c:pt idx="97836">
                  <c:v>68.930000000000007</c:v>
                </c:pt>
                <c:pt idx="97837">
                  <c:v>62.04</c:v>
                </c:pt>
                <c:pt idx="97838">
                  <c:v>68.930000000000007</c:v>
                </c:pt>
                <c:pt idx="97839">
                  <c:v>65.290000000000006</c:v>
                </c:pt>
                <c:pt idx="97840">
                  <c:v>69.98</c:v>
                </c:pt>
                <c:pt idx="97841">
                  <c:v>169.98</c:v>
                </c:pt>
                <c:pt idx="97842">
                  <c:v>59.98</c:v>
                </c:pt>
                <c:pt idx="97843">
                  <c:v>89.97</c:v>
                </c:pt>
                <c:pt idx="97844">
                  <c:v>89.97</c:v>
                </c:pt>
                <c:pt idx="97845">
                  <c:v>149.94999999999999</c:v>
                </c:pt>
                <c:pt idx="97846">
                  <c:v>89.97</c:v>
                </c:pt>
                <c:pt idx="97847">
                  <c:v>183.88</c:v>
                </c:pt>
                <c:pt idx="97848">
                  <c:v>59.98</c:v>
                </c:pt>
                <c:pt idx="97849">
                  <c:v>59.98</c:v>
                </c:pt>
                <c:pt idx="97850">
                  <c:v>59.98</c:v>
                </c:pt>
                <c:pt idx="97851">
                  <c:v>59.98</c:v>
                </c:pt>
                <c:pt idx="97852">
                  <c:v>179.94</c:v>
                </c:pt>
                <c:pt idx="97853">
                  <c:v>65.98</c:v>
                </c:pt>
                <c:pt idx="97854">
                  <c:v>53.97</c:v>
                </c:pt>
                <c:pt idx="97855">
                  <c:v>64.97</c:v>
                </c:pt>
                <c:pt idx="97856">
                  <c:v>46.48</c:v>
                </c:pt>
                <c:pt idx="97857">
                  <c:v>143.94</c:v>
                </c:pt>
                <c:pt idx="97858">
                  <c:v>95.96</c:v>
                </c:pt>
                <c:pt idx="97859">
                  <c:v>139.91999999999999</c:v>
                </c:pt>
                <c:pt idx="97860">
                  <c:v>97.92</c:v>
                </c:pt>
                <c:pt idx="97861">
                  <c:v>-97.92</c:v>
                </c:pt>
                <c:pt idx="97862">
                  <c:v>-139.91999999999999</c:v>
                </c:pt>
                <c:pt idx="97863">
                  <c:v>95.98</c:v>
                </c:pt>
                <c:pt idx="97864">
                  <c:v>65.680000000000007</c:v>
                </c:pt>
                <c:pt idx="97865">
                  <c:v>100.98</c:v>
                </c:pt>
                <c:pt idx="97866">
                  <c:v>61.29</c:v>
                </c:pt>
                <c:pt idx="97867">
                  <c:v>59.99</c:v>
                </c:pt>
                <c:pt idx="97868">
                  <c:v>69.989999999999995</c:v>
                </c:pt>
                <c:pt idx="97869">
                  <c:v>126.97</c:v>
                </c:pt>
                <c:pt idx="97870">
                  <c:v>99.96</c:v>
                </c:pt>
                <c:pt idx="97871">
                  <c:v>83.96</c:v>
                </c:pt>
                <c:pt idx="97872">
                  <c:v>51.28</c:v>
                </c:pt>
                <c:pt idx="97873">
                  <c:v>60.97</c:v>
                </c:pt>
                <c:pt idx="97874">
                  <c:v>31.06</c:v>
                </c:pt>
                <c:pt idx="97875">
                  <c:v>99.99</c:v>
                </c:pt>
                <c:pt idx="97876">
                  <c:v>99.99</c:v>
                </c:pt>
                <c:pt idx="97877">
                  <c:v>101.46</c:v>
                </c:pt>
                <c:pt idx="97878">
                  <c:v>72.58</c:v>
                </c:pt>
                <c:pt idx="97879">
                  <c:v>69.989999999999995</c:v>
                </c:pt>
                <c:pt idx="97880">
                  <c:v>64.94</c:v>
                </c:pt>
                <c:pt idx="97881">
                  <c:v>104.97</c:v>
                </c:pt>
                <c:pt idx="97882">
                  <c:v>113.96</c:v>
                </c:pt>
                <c:pt idx="97883">
                  <c:v>-113.96</c:v>
                </c:pt>
                <c:pt idx="97884">
                  <c:v>127.85</c:v>
                </c:pt>
                <c:pt idx="97885">
                  <c:v>125.96</c:v>
                </c:pt>
                <c:pt idx="97886">
                  <c:v>113.36</c:v>
                </c:pt>
                <c:pt idx="97887">
                  <c:v>92.97</c:v>
                </c:pt>
                <c:pt idx="97888">
                  <c:v>20.29</c:v>
                </c:pt>
                <c:pt idx="97889">
                  <c:v>109.98</c:v>
                </c:pt>
                <c:pt idx="97890">
                  <c:v>-100</c:v>
                </c:pt>
                <c:pt idx="97891">
                  <c:v>99.98</c:v>
                </c:pt>
                <c:pt idx="97892">
                  <c:v>201.95</c:v>
                </c:pt>
                <c:pt idx="97893">
                  <c:v>59.97</c:v>
                </c:pt>
                <c:pt idx="97894">
                  <c:v>149.94999999999999</c:v>
                </c:pt>
                <c:pt idx="97895">
                  <c:v>65.27</c:v>
                </c:pt>
                <c:pt idx="97896">
                  <c:v>65.27</c:v>
                </c:pt>
                <c:pt idx="97897">
                  <c:v>68.180000000000007</c:v>
                </c:pt>
                <c:pt idx="97898">
                  <c:v>65.27</c:v>
                </c:pt>
                <c:pt idx="97899">
                  <c:v>79.98</c:v>
                </c:pt>
                <c:pt idx="97900">
                  <c:v>11.49</c:v>
                </c:pt>
                <c:pt idx="97901">
                  <c:v>68.97</c:v>
                </c:pt>
                <c:pt idx="97902">
                  <c:v>-1.5</c:v>
                </c:pt>
                <c:pt idx="97903">
                  <c:v>79.98</c:v>
                </c:pt>
                <c:pt idx="97904">
                  <c:v>114.96</c:v>
                </c:pt>
                <c:pt idx="97905">
                  <c:v>32.49</c:v>
                </c:pt>
                <c:pt idx="97906">
                  <c:v>65.98</c:v>
                </c:pt>
                <c:pt idx="97907">
                  <c:v>169.97</c:v>
                </c:pt>
                <c:pt idx="97908">
                  <c:v>89.97</c:v>
                </c:pt>
                <c:pt idx="97909">
                  <c:v>100.46</c:v>
                </c:pt>
                <c:pt idx="97910">
                  <c:v>31.48</c:v>
                </c:pt>
                <c:pt idx="97911">
                  <c:v>108.87</c:v>
                </c:pt>
                <c:pt idx="97912">
                  <c:v>64.98</c:v>
                </c:pt>
                <c:pt idx="97913">
                  <c:v>64.98</c:v>
                </c:pt>
                <c:pt idx="97914">
                  <c:v>104.04</c:v>
                </c:pt>
                <c:pt idx="97915">
                  <c:v>79.849999999999994</c:v>
                </c:pt>
                <c:pt idx="97916">
                  <c:v>161.94</c:v>
                </c:pt>
                <c:pt idx="97917">
                  <c:v>84.69</c:v>
                </c:pt>
                <c:pt idx="97918">
                  <c:v>65.19</c:v>
                </c:pt>
                <c:pt idx="97919">
                  <c:v>59.98</c:v>
                </c:pt>
                <c:pt idx="97920">
                  <c:v>59.98</c:v>
                </c:pt>
                <c:pt idx="97921">
                  <c:v>58.78</c:v>
                </c:pt>
                <c:pt idx="97922">
                  <c:v>59.98</c:v>
                </c:pt>
                <c:pt idx="97923">
                  <c:v>65.290000000000006</c:v>
                </c:pt>
                <c:pt idx="97924">
                  <c:v>125.78</c:v>
                </c:pt>
                <c:pt idx="97925">
                  <c:v>72.55</c:v>
                </c:pt>
                <c:pt idx="97926">
                  <c:v>79.97</c:v>
                </c:pt>
                <c:pt idx="97927">
                  <c:v>162.94999999999999</c:v>
                </c:pt>
                <c:pt idx="97928">
                  <c:v>56.97</c:v>
                </c:pt>
                <c:pt idx="97929">
                  <c:v>56.97</c:v>
                </c:pt>
                <c:pt idx="97930">
                  <c:v>65.7</c:v>
                </c:pt>
                <c:pt idx="97931">
                  <c:v>62.08</c:v>
                </c:pt>
                <c:pt idx="97932">
                  <c:v>59.99</c:v>
                </c:pt>
                <c:pt idx="97933">
                  <c:v>146.96</c:v>
                </c:pt>
                <c:pt idx="97934">
                  <c:v>44.97</c:v>
                </c:pt>
                <c:pt idx="97935">
                  <c:v>55.96</c:v>
                </c:pt>
                <c:pt idx="97936">
                  <c:v>99.96</c:v>
                </c:pt>
                <c:pt idx="97937">
                  <c:v>104.95</c:v>
                </c:pt>
                <c:pt idx="97938">
                  <c:v>49.43</c:v>
                </c:pt>
                <c:pt idx="97939">
                  <c:v>71.94</c:v>
                </c:pt>
                <c:pt idx="97940">
                  <c:v>31.28</c:v>
                </c:pt>
                <c:pt idx="97941">
                  <c:v>51.29</c:v>
                </c:pt>
                <c:pt idx="97942">
                  <c:v>173.65</c:v>
                </c:pt>
                <c:pt idx="97943">
                  <c:v>66.98</c:v>
                </c:pt>
                <c:pt idx="97944">
                  <c:v>65.989999999999995</c:v>
                </c:pt>
                <c:pt idx="97945">
                  <c:v>65.98</c:v>
                </c:pt>
                <c:pt idx="97946">
                  <c:v>44.99</c:v>
                </c:pt>
                <c:pt idx="97947">
                  <c:v>84.99</c:v>
                </c:pt>
                <c:pt idx="97948">
                  <c:v>84.99</c:v>
                </c:pt>
                <c:pt idx="97949">
                  <c:v>72.239999999999995</c:v>
                </c:pt>
                <c:pt idx="97950">
                  <c:v>104.02</c:v>
                </c:pt>
                <c:pt idx="97951">
                  <c:v>54.94</c:v>
                </c:pt>
                <c:pt idx="97952">
                  <c:v>90.96</c:v>
                </c:pt>
                <c:pt idx="97953">
                  <c:v>112.96</c:v>
                </c:pt>
                <c:pt idx="97954">
                  <c:v>41.48</c:v>
                </c:pt>
                <c:pt idx="97955">
                  <c:v>63.96</c:v>
                </c:pt>
                <c:pt idx="97956">
                  <c:v>41.48</c:v>
                </c:pt>
                <c:pt idx="97957">
                  <c:v>63.96</c:v>
                </c:pt>
                <c:pt idx="97958">
                  <c:v>119.97</c:v>
                </c:pt>
                <c:pt idx="97959">
                  <c:v>119.96</c:v>
                </c:pt>
                <c:pt idx="97960">
                  <c:v>97.93</c:v>
                </c:pt>
                <c:pt idx="97961">
                  <c:v>139.9</c:v>
                </c:pt>
                <c:pt idx="97962">
                  <c:v>241.97</c:v>
                </c:pt>
                <c:pt idx="97963">
                  <c:v>73.989999999999995</c:v>
                </c:pt>
                <c:pt idx="97964">
                  <c:v>84.99</c:v>
                </c:pt>
                <c:pt idx="97965">
                  <c:v>84.99</c:v>
                </c:pt>
                <c:pt idx="97966">
                  <c:v>96.97</c:v>
                </c:pt>
                <c:pt idx="97967">
                  <c:v>146.96</c:v>
                </c:pt>
                <c:pt idx="97968">
                  <c:v>64.760000000000005</c:v>
                </c:pt>
                <c:pt idx="97969">
                  <c:v>58.62</c:v>
                </c:pt>
                <c:pt idx="97970">
                  <c:v>68.36</c:v>
                </c:pt>
                <c:pt idx="97971">
                  <c:v>52.17</c:v>
                </c:pt>
                <c:pt idx="97972">
                  <c:v>72.55</c:v>
                </c:pt>
                <c:pt idx="97973">
                  <c:v>59.36</c:v>
                </c:pt>
                <c:pt idx="97974">
                  <c:v>174.97</c:v>
                </c:pt>
                <c:pt idx="97975">
                  <c:v>84.99</c:v>
                </c:pt>
                <c:pt idx="97976">
                  <c:v>84.97</c:v>
                </c:pt>
                <c:pt idx="97977">
                  <c:v>124.97</c:v>
                </c:pt>
                <c:pt idx="97978">
                  <c:v>40.479999999999997</c:v>
                </c:pt>
                <c:pt idx="97979">
                  <c:v>92.53</c:v>
                </c:pt>
                <c:pt idx="97980">
                  <c:v>169.34</c:v>
                </c:pt>
                <c:pt idx="97981">
                  <c:v>86.07</c:v>
                </c:pt>
                <c:pt idx="97982">
                  <c:v>65.989999999999995</c:v>
                </c:pt>
                <c:pt idx="97983">
                  <c:v>84.99</c:v>
                </c:pt>
                <c:pt idx="97984">
                  <c:v>76.19</c:v>
                </c:pt>
                <c:pt idx="97985">
                  <c:v>91.91</c:v>
                </c:pt>
                <c:pt idx="97986">
                  <c:v>57.98</c:v>
                </c:pt>
                <c:pt idx="97987">
                  <c:v>64.97</c:v>
                </c:pt>
                <c:pt idx="97988">
                  <c:v>55.97</c:v>
                </c:pt>
                <c:pt idx="97989">
                  <c:v>184.97</c:v>
                </c:pt>
                <c:pt idx="97990">
                  <c:v>62.97</c:v>
                </c:pt>
                <c:pt idx="97991">
                  <c:v>70.98</c:v>
                </c:pt>
                <c:pt idx="97992">
                  <c:v>106.96</c:v>
                </c:pt>
                <c:pt idx="97993">
                  <c:v>80.959999999999994</c:v>
                </c:pt>
                <c:pt idx="97994">
                  <c:v>64.97</c:v>
                </c:pt>
                <c:pt idx="97995">
                  <c:v>94.97</c:v>
                </c:pt>
                <c:pt idx="97996">
                  <c:v>59.98</c:v>
                </c:pt>
                <c:pt idx="97997">
                  <c:v>29.09</c:v>
                </c:pt>
                <c:pt idx="97998">
                  <c:v>32.49</c:v>
                </c:pt>
                <c:pt idx="97999">
                  <c:v>29.49</c:v>
                </c:pt>
                <c:pt idx="98000">
                  <c:v>55.98</c:v>
                </c:pt>
                <c:pt idx="98001">
                  <c:v>95.94</c:v>
                </c:pt>
                <c:pt idx="98002">
                  <c:v>125.96</c:v>
                </c:pt>
                <c:pt idx="98003">
                  <c:v>65.989999999999995</c:v>
                </c:pt>
                <c:pt idx="98004">
                  <c:v>52.97</c:v>
                </c:pt>
                <c:pt idx="98005">
                  <c:v>99.2</c:v>
                </c:pt>
                <c:pt idx="98006">
                  <c:v>94.97</c:v>
                </c:pt>
                <c:pt idx="98007">
                  <c:v>83.98</c:v>
                </c:pt>
                <c:pt idx="98008">
                  <c:v>174.34</c:v>
                </c:pt>
                <c:pt idx="98009">
                  <c:v>61.98</c:v>
                </c:pt>
                <c:pt idx="98010">
                  <c:v>1.5</c:v>
                </c:pt>
                <c:pt idx="98011">
                  <c:v>23.99</c:v>
                </c:pt>
                <c:pt idx="98012">
                  <c:v>26.6</c:v>
                </c:pt>
                <c:pt idx="98013">
                  <c:v>26.6</c:v>
                </c:pt>
                <c:pt idx="98014">
                  <c:v>26.6</c:v>
                </c:pt>
                <c:pt idx="98015">
                  <c:v>27.2</c:v>
                </c:pt>
                <c:pt idx="98016">
                  <c:v>55.26</c:v>
                </c:pt>
                <c:pt idx="98017">
                  <c:v>69.95</c:v>
                </c:pt>
                <c:pt idx="98018">
                  <c:v>63.98</c:v>
                </c:pt>
                <c:pt idx="98019">
                  <c:v>93.97</c:v>
                </c:pt>
                <c:pt idx="98020">
                  <c:v>65.989999999999995</c:v>
                </c:pt>
                <c:pt idx="98021">
                  <c:v>84.99</c:v>
                </c:pt>
                <c:pt idx="98022">
                  <c:v>54.99</c:v>
                </c:pt>
                <c:pt idx="98023">
                  <c:v>64.98</c:v>
                </c:pt>
                <c:pt idx="98024">
                  <c:v>115.98</c:v>
                </c:pt>
                <c:pt idx="98025">
                  <c:v>117.96</c:v>
                </c:pt>
                <c:pt idx="98026">
                  <c:v>62.99</c:v>
                </c:pt>
                <c:pt idx="98027">
                  <c:v>62.99</c:v>
                </c:pt>
                <c:pt idx="98028">
                  <c:v>65.989999999999995</c:v>
                </c:pt>
                <c:pt idx="98029">
                  <c:v>65.989999999999995</c:v>
                </c:pt>
                <c:pt idx="98030">
                  <c:v>59.99</c:v>
                </c:pt>
                <c:pt idx="98031">
                  <c:v>59.99</c:v>
                </c:pt>
                <c:pt idx="98032">
                  <c:v>59.99</c:v>
                </c:pt>
                <c:pt idx="98033">
                  <c:v>59.99</c:v>
                </c:pt>
                <c:pt idx="98034">
                  <c:v>222.56</c:v>
                </c:pt>
                <c:pt idx="98035">
                  <c:v>79.98</c:v>
                </c:pt>
                <c:pt idx="98036">
                  <c:v>79.98</c:v>
                </c:pt>
                <c:pt idx="98037">
                  <c:v>60.98</c:v>
                </c:pt>
                <c:pt idx="98038">
                  <c:v>21.49</c:v>
                </c:pt>
                <c:pt idx="98039">
                  <c:v>99.97</c:v>
                </c:pt>
                <c:pt idx="98040">
                  <c:v>0</c:v>
                </c:pt>
                <c:pt idx="98041">
                  <c:v>139.96</c:v>
                </c:pt>
                <c:pt idx="98042">
                  <c:v>21.29</c:v>
                </c:pt>
                <c:pt idx="98043">
                  <c:v>119.94</c:v>
                </c:pt>
                <c:pt idx="98044">
                  <c:v>119.94</c:v>
                </c:pt>
                <c:pt idx="98045">
                  <c:v>59.96</c:v>
                </c:pt>
                <c:pt idx="98046">
                  <c:v>59.96</c:v>
                </c:pt>
                <c:pt idx="98047">
                  <c:v>59.96</c:v>
                </c:pt>
                <c:pt idx="98048">
                  <c:v>59.96</c:v>
                </c:pt>
                <c:pt idx="98049">
                  <c:v>59.96</c:v>
                </c:pt>
                <c:pt idx="98050">
                  <c:v>59.96</c:v>
                </c:pt>
                <c:pt idx="98051">
                  <c:v>34.369999999999997</c:v>
                </c:pt>
                <c:pt idx="98052">
                  <c:v>34.369999999999997</c:v>
                </c:pt>
                <c:pt idx="98053">
                  <c:v>58.65</c:v>
                </c:pt>
                <c:pt idx="98054">
                  <c:v>58.65</c:v>
                </c:pt>
                <c:pt idx="98055">
                  <c:v>72.56</c:v>
                </c:pt>
                <c:pt idx="98056">
                  <c:v>72.56</c:v>
                </c:pt>
                <c:pt idx="98057">
                  <c:v>129.43</c:v>
                </c:pt>
                <c:pt idx="98058">
                  <c:v>129.43</c:v>
                </c:pt>
                <c:pt idx="98059">
                  <c:v>95.92</c:v>
                </c:pt>
                <c:pt idx="98060">
                  <c:v>83.93</c:v>
                </c:pt>
                <c:pt idx="98061">
                  <c:v>87.97</c:v>
                </c:pt>
                <c:pt idx="98062">
                  <c:v>85.47</c:v>
                </c:pt>
                <c:pt idx="98063">
                  <c:v>40.729999999999997</c:v>
                </c:pt>
                <c:pt idx="98064">
                  <c:v>74.97</c:v>
                </c:pt>
                <c:pt idx="98065">
                  <c:v>74.97</c:v>
                </c:pt>
                <c:pt idx="98066">
                  <c:v>85.47</c:v>
                </c:pt>
                <c:pt idx="98067">
                  <c:v>59.98</c:v>
                </c:pt>
                <c:pt idx="98068">
                  <c:v>59.98</c:v>
                </c:pt>
                <c:pt idx="98069">
                  <c:v>64.58</c:v>
                </c:pt>
                <c:pt idx="98070">
                  <c:v>29.99</c:v>
                </c:pt>
                <c:pt idx="98071">
                  <c:v>29.99</c:v>
                </c:pt>
                <c:pt idx="98072">
                  <c:v>73.17</c:v>
                </c:pt>
                <c:pt idx="98073">
                  <c:v>59.98</c:v>
                </c:pt>
                <c:pt idx="98074">
                  <c:v>59.98</c:v>
                </c:pt>
                <c:pt idx="98075">
                  <c:v>114.96</c:v>
                </c:pt>
                <c:pt idx="98076">
                  <c:v>119.96</c:v>
                </c:pt>
                <c:pt idx="98077">
                  <c:v>54.98</c:v>
                </c:pt>
                <c:pt idx="98078">
                  <c:v>89.97</c:v>
                </c:pt>
                <c:pt idx="98079">
                  <c:v>23.98</c:v>
                </c:pt>
                <c:pt idx="98080">
                  <c:v>89.97</c:v>
                </c:pt>
                <c:pt idx="98081">
                  <c:v>35.99</c:v>
                </c:pt>
                <c:pt idx="98082">
                  <c:v>234.96</c:v>
                </c:pt>
                <c:pt idx="98083">
                  <c:v>139.97</c:v>
                </c:pt>
                <c:pt idx="98084">
                  <c:v>94.96</c:v>
                </c:pt>
                <c:pt idx="98085">
                  <c:v>54.98</c:v>
                </c:pt>
                <c:pt idx="98086">
                  <c:v>59.98</c:v>
                </c:pt>
                <c:pt idx="98087">
                  <c:v>59.98</c:v>
                </c:pt>
                <c:pt idx="98088">
                  <c:v>59.98</c:v>
                </c:pt>
                <c:pt idx="98089">
                  <c:v>98.98</c:v>
                </c:pt>
                <c:pt idx="98090">
                  <c:v>27.89</c:v>
                </c:pt>
                <c:pt idx="98091">
                  <c:v>59.97</c:v>
                </c:pt>
                <c:pt idx="98092">
                  <c:v>84.99</c:v>
                </c:pt>
                <c:pt idx="98093">
                  <c:v>68.989999999999995</c:v>
                </c:pt>
                <c:pt idx="98094">
                  <c:v>84.99</c:v>
                </c:pt>
                <c:pt idx="98095">
                  <c:v>84.98</c:v>
                </c:pt>
                <c:pt idx="98096">
                  <c:v>46.29</c:v>
                </c:pt>
                <c:pt idx="98097">
                  <c:v>58.98</c:v>
                </c:pt>
                <c:pt idx="98098">
                  <c:v>106.46</c:v>
                </c:pt>
                <c:pt idx="98099">
                  <c:v>73.98</c:v>
                </c:pt>
                <c:pt idx="98100">
                  <c:v>73.180000000000007</c:v>
                </c:pt>
                <c:pt idx="98101">
                  <c:v>119.97</c:v>
                </c:pt>
                <c:pt idx="98102">
                  <c:v>96.78</c:v>
                </c:pt>
                <c:pt idx="98103">
                  <c:v>94.69</c:v>
                </c:pt>
                <c:pt idx="98104">
                  <c:v>67.709999999999994</c:v>
                </c:pt>
                <c:pt idx="98105">
                  <c:v>56.97</c:v>
                </c:pt>
                <c:pt idx="98106">
                  <c:v>56.97</c:v>
                </c:pt>
                <c:pt idx="98107">
                  <c:v>209.46</c:v>
                </c:pt>
                <c:pt idx="98108">
                  <c:v>57.96</c:v>
                </c:pt>
                <c:pt idx="98109">
                  <c:v>54.95</c:v>
                </c:pt>
                <c:pt idx="98110">
                  <c:v>48.47</c:v>
                </c:pt>
                <c:pt idx="98111">
                  <c:v>64.77</c:v>
                </c:pt>
                <c:pt idx="98112">
                  <c:v>40.47</c:v>
                </c:pt>
                <c:pt idx="98113">
                  <c:v>51.96</c:v>
                </c:pt>
                <c:pt idx="98114">
                  <c:v>84.98</c:v>
                </c:pt>
                <c:pt idx="98115">
                  <c:v>133.97999999999999</c:v>
                </c:pt>
                <c:pt idx="98116">
                  <c:v>38.229999999999997</c:v>
                </c:pt>
                <c:pt idx="98117">
                  <c:v>37.28</c:v>
                </c:pt>
                <c:pt idx="98118">
                  <c:v>37.479999999999997</c:v>
                </c:pt>
                <c:pt idx="98119">
                  <c:v>37.479999999999997</c:v>
                </c:pt>
                <c:pt idx="98120">
                  <c:v>37.479999999999997</c:v>
                </c:pt>
                <c:pt idx="98121">
                  <c:v>84.99</c:v>
                </c:pt>
                <c:pt idx="98122">
                  <c:v>84.14</c:v>
                </c:pt>
                <c:pt idx="98123">
                  <c:v>191.43</c:v>
                </c:pt>
                <c:pt idx="98124">
                  <c:v>59.99</c:v>
                </c:pt>
                <c:pt idx="98125">
                  <c:v>55.96</c:v>
                </c:pt>
                <c:pt idx="98126">
                  <c:v>117.96</c:v>
                </c:pt>
                <c:pt idx="98127">
                  <c:v>16.489999999999998</c:v>
                </c:pt>
                <c:pt idx="98128">
                  <c:v>54.98</c:v>
                </c:pt>
                <c:pt idx="98129">
                  <c:v>113.96</c:v>
                </c:pt>
                <c:pt idx="98130">
                  <c:v>102.98</c:v>
                </c:pt>
                <c:pt idx="98131">
                  <c:v>134.97999999999999</c:v>
                </c:pt>
                <c:pt idx="98132">
                  <c:v>237.95</c:v>
                </c:pt>
                <c:pt idx="98133">
                  <c:v>59.96</c:v>
                </c:pt>
                <c:pt idx="98134">
                  <c:v>59.96</c:v>
                </c:pt>
                <c:pt idx="98135">
                  <c:v>255.93</c:v>
                </c:pt>
                <c:pt idx="98136">
                  <c:v>53.98</c:v>
                </c:pt>
                <c:pt idx="98137">
                  <c:v>53.98</c:v>
                </c:pt>
                <c:pt idx="98138">
                  <c:v>103.46</c:v>
                </c:pt>
                <c:pt idx="98139">
                  <c:v>103.46</c:v>
                </c:pt>
                <c:pt idx="98140">
                  <c:v>113.06</c:v>
                </c:pt>
                <c:pt idx="98141">
                  <c:v>135.44</c:v>
                </c:pt>
                <c:pt idx="98142">
                  <c:v>72.55</c:v>
                </c:pt>
                <c:pt idx="98143">
                  <c:v>50.19</c:v>
                </c:pt>
                <c:pt idx="98144">
                  <c:v>120.98</c:v>
                </c:pt>
                <c:pt idx="98145">
                  <c:v>235.53</c:v>
                </c:pt>
                <c:pt idx="98146">
                  <c:v>106.47</c:v>
                </c:pt>
                <c:pt idx="98147">
                  <c:v>106.47</c:v>
                </c:pt>
                <c:pt idx="98148">
                  <c:v>191.04</c:v>
                </c:pt>
                <c:pt idx="98149">
                  <c:v>191.04</c:v>
                </c:pt>
                <c:pt idx="98150">
                  <c:v>84.12</c:v>
                </c:pt>
                <c:pt idx="98151">
                  <c:v>89.97</c:v>
                </c:pt>
                <c:pt idx="98152">
                  <c:v>59.38</c:v>
                </c:pt>
                <c:pt idx="98153">
                  <c:v>149.94999999999999</c:v>
                </c:pt>
                <c:pt idx="98154">
                  <c:v>85.47</c:v>
                </c:pt>
                <c:pt idx="98155">
                  <c:v>68.98</c:v>
                </c:pt>
                <c:pt idx="98156">
                  <c:v>56.97</c:v>
                </c:pt>
                <c:pt idx="98157">
                  <c:v>59.56</c:v>
                </c:pt>
                <c:pt idx="98158">
                  <c:v>79.989999999999995</c:v>
                </c:pt>
                <c:pt idx="98159">
                  <c:v>46.47</c:v>
                </c:pt>
                <c:pt idx="98160">
                  <c:v>35.49</c:v>
                </c:pt>
                <c:pt idx="98161">
                  <c:v>54.37</c:v>
                </c:pt>
                <c:pt idx="98162">
                  <c:v>61.98</c:v>
                </c:pt>
                <c:pt idx="98163">
                  <c:v>61.98</c:v>
                </c:pt>
                <c:pt idx="98164">
                  <c:v>51.28</c:v>
                </c:pt>
                <c:pt idx="98165">
                  <c:v>58.98</c:v>
                </c:pt>
                <c:pt idx="98166">
                  <c:v>82.76</c:v>
                </c:pt>
                <c:pt idx="98167">
                  <c:v>46.77</c:v>
                </c:pt>
                <c:pt idx="98168">
                  <c:v>111.56</c:v>
                </c:pt>
                <c:pt idx="98169">
                  <c:v>78.959999999999994</c:v>
                </c:pt>
                <c:pt idx="98170">
                  <c:v>195.89</c:v>
                </c:pt>
                <c:pt idx="98171">
                  <c:v>59.99</c:v>
                </c:pt>
                <c:pt idx="98172">
                  <c:v>61.17</c:v>
                </c:pt>
                <c:pt idx="98173">
                  <c:v>54.98</c:v>
                </c:pt>
                <c:pt idx="98174">
                  <c:v>75.959999999999994</c:v>
                </c:pt>
                <c:pt idx="98175">
                  <c:v>107.63</c:v>
                </c:pt>
                <c:pt idx="98176">
                  <c:v>49.49</c:v>
                </c:pt>
                <c:pt idx="98177">
                  <c:v>152.06</c:v>
                </c:pt>
                <c:pt idx="98178">
                  <c:v>77.97</c:v>
                </c:pt>
                <c:pt idx="98179">
                  <c:v>103.96</c:v>
                </c:pt>
                <c:pt idx="98180">
                  <c:v>50.97</c:v>
                </c:pt>
                <c:pt idx="98181">
                  <c:v>62.89</c:v>
                </c:pt>
                <c:pt idx="98182">
                  <c:v>84.99</c:v>
                </c:pt>
                <c:pt idx="98183">
                  <c:v>84.99</c:v>
                </c:pt>
                <c:pt idx="98184">
                  <c:v>254.97</c:v>
                </c:pt>
                <c:pt idx="98185">
                  <c:v>96.78</c:v>
                </c:pt>
                <c:pt idx="98186">
                  <c:v>61.97</c:v>
                </c:pt>
                <c:pt idx="98187">
                  <c:v>65.98</c:v>
                </c:pt>
                <c:pt idx="98188">
                  <c:v>63.96</c:v>
                </c:pt>
                <c:pt idx="98189">
                  <c:v>33.479999999999997</c:v>
                </c:pt>
                <c:pt idx="98190">
                  <c:v>68.95</c:v>
                </c:pt>
                <c:pt idx="98191">
                  <c:v>84.98</c:v>
                </c:pt>
                <c:pt idx="98192">
                  <c:v>73.95</c:v>
                </c:pt>
                <c:pt idx="98193">
                  <c:v>77.94</c:v>
                </c:pt>
                <c:pt idx="98194">
                  <c:v>28.28</c:v>
                </c:pt>
                <c:pt idx="98195">
                  <c:v>59.96</c:v>
                </c:pt>
                <c:pt idx="98196">
                  <c:v>59.96</c:v>
                </c:pt>
                <c:pt idx="98197">
                  <c:v>31.28</c:v>
                </c:pt>
                <c:pt idx="98198">
                  <c:v>29.24</c:v>
                </c:pt>
                <c:pt idx="98199">
                  <c:v>47.18</c:v>
                </c:pt>
                <c:pt idx="98200">
                  <c:v>57.98</c:v>
                </c:pt>
                <c:pt idx="98201">
                  <c:v>51.58</c:v>
                </c:pt>
                <c:pt idx="98202">
                  <c:v>104.46</c:v>
                </c:pt>
                <c:pt idx="98203">
                  <c:v>63.97</c:v>
                </c:pt>
                <c:pt idx="98204">
                  <c:v>54.97</c:v>
                </c:pt>
                <c:pt idx="98205">
                  <c:v>51.96</c:v>
                </c:pt>
                <c:pt idx="98206">
                  <c:v>51.96</c:v>
                </c:pt>
                <c:pt idx="98207">
                  <c:v>69.959999999999994</c:v>
                </c:pt>
                <c:pt idx="98208">
                  <c:v>66.64</c:v>
                </c:pt>
                <c:pt idx="98209">
                  <c:v>68.489999999999995</c:v>
                </c:pt>
                <c:pt idx="98210">
                  <c:v>63.98</c:v>
                </c:pt>
                <c:pt idx="98211">
                  <c:v>55.96</c:v>
                </c:pt>
                <c:pt idx="98212">
                  <c:v>79.989999999999995</c:v>
                </c:pt>
                <c:pt idx="98213">
                  <c:v>16.29</c:v>
                </c:pt>
                <c:pt idx="98214">
                  <c:v>59.06</c:v>
                </c:pt>
                <c:pt idx="98215">
                  <c:v>256.47000000000003</c:v>
                </c:pt>
                <c:pt idx="98216">
                  <c:v>60.98</c:v>
                </c:pt>
                <c:pt idx="98217">
                  <c:v>26.29</c:v>
                </c:pt>
                <c:pt idx="98218">
                  <c:v>64.98</c:v>
                </c:pt>
                <c:pt idx="98219">
                  <c:v>96.74</c:v>
                </c:pt>
                <c:pt idx="98220">
                  <c:v>159.58000000000001</c:v>
                </c:pt>
                <c:pt idx="98221">
                  <c:v>54.99</c:v>
                </c:pt>
                <c:pt idx="98222">
                  <c:v>54.99</c:v>
                </c:pt>
                <c:pt idx="98223">
                  <c:v>83.87</c:v>
                </c:pt>
                <c:pt idx="98224">
                  <c:v>54.99</c:v>
                </c:pt>
                <c:pt idx="98225">
                  <c:v>51.27</c:v>
                </c:pt>
                <c:pt idx="98226">
                  <c:v>51.27</c:v>
                </c:pt>
                <c:pt idx="98227">
                  <c:v>86.07</c:v>
                </c:pt>
                <c:pt idx="98228">
                  <c:v>50.08</c:v>
                </c:pt>
                <c:pt idx="98229">
                  <c:v>87.47</c:v>
                </c:pt>
                <c:pt idx="98230">
                  <c:v>145.96</c:v>
                </c:pt>
                <c:pt idx="98231">
                  <c:v>50.7</c:v>
                </c:pt>
                <c:pt idx="98232">
                  <c:v>125.36</c:v>
                </c:pt>
                <c:pt idx="98233">
                  <c:v>78.959999999999994</c:v>
                </c:pt>
                <c:pt idx="98234">
                  <c:v>54.98</c:v>
                </c:pt>
                <c:pt idx="98235">
                  <c:v>130.97</c:v>
                </c:pt>
                <c:pt idx="98236">
                  <c:v>75.98</c:v>
                </c:pt>
                <c:pt idx="98237">
                  <c:v>55.96</c:v>
                </c:pt>
                <c:pt idx="98238">
                  <c:v>237.96</c:v>
                </c:pt>
                <c:pt idx="98239">
                  <c:v>55.36</c:v>
                </c:pt>
                <c:pt idx="98240">
                  <c:v>63.95</c:v>
                </c:pt>
                <c:pt idx="98241">
                  <c:v>51.98</c:v>
                </c:pt>
                <c:pt idx="98242">
                  <c:v>51.98</c:v>
                </c:pt>
                <c:pt idx="98243">
                  <c:v>233.73</c:v>
                </c:pt>
                <c:pt idx="98244">
                  <c:v>53.96</c:v>
                </c:pt>
                <c:pt idx="98245">
                  <c:v>76.959999999999994</c:v>
                </c:pt>
                <c:pt idx="98246">
                  <c:v>53.95</c:v>
                </c:pt>
                <c:pt idx="98247">
                  <c:v>53.95</c:v>
                </c:pt>
                <c:pt idx="98248">
                  <c:v>68.98</c:v>
                </c:pt>
                <c:pt idx="98249">
                  <c:v>106.67</c:v>
                </c:pt>
                <c:pt idx="98250">
                  <c:v>55.98</c:v>
                </c:pt>
                <c:pt idx="98251">
                  <c:v>27.79</c:v>
                </c:pt>
                <c:pt idx="98252">
                  <c:v>66.489999999999995</c:v>
                </c:pt>
                <c:pt idx="98253">
                  <c:v>41.09</c:v>
                </c:pt>
                <c:pt idx="98254">
                  <c:v>41.09</c:v>
                </c:pt>
                <c:pt idx="98255">
                  <c:v>55.96</c:v>
                </c:pt>
                <c:pt idx="98256">
                  <c:v>60.96</c:v>
                </c:pt>
                <c:pt idx="98257">
                  <c:v>62.57</c:v>
                </c:pt>
                <c:pt idx="98258">
                  <c:v>48.58</c:v>
                </c:pt>
                <c:pt idx="98259">
                  <c:v>53.98</c:v>
                </c:pt>
                <c:pt idx="98260">
                  <c:v>56.97</c:v>
                </c:pt>
                <c:pt idx="98261">
                  <c:v>89.97</c:v>
                </c:pt>
                <c:pt idx="98262">
                  <c:v>-2.25</c:v>
                </c:pt>
                <c:pt idx="98263">
                  <c:v>59.98</c:v>
                </c:pt>
                <c:pt idx="98264">
                  <c:v>32.24</c:v>
                </c:pt>
                <c:pt idx="98265">
                  <c:v>52.98</c:v>
                </c:pt>
                <c:pt idx="98266">
                  <c:v>114.97</c:v>
                </c:pt>
                <c:pt idx="98267">
                  <c:v>125.97</c:v>
                </c:pt>
                <c:pt idx="98268">
                  <c:v>-11</c:v>
                </c:pt>
                <c:pt idx="98269">
                  <c:v>94.43</c:v>
                </c:pt>
                <c:pt idx="98270">
                  <c:v>136.76</c:v>
                </c:pt>
                <c:pt idx="98271">
                  <c:v>255.19</c:v>
                </c:pt>
                <c:pt idx="98272">
                  <c:v>144.96</c:v>
                </c:pt>
                <c:pt idx="98273">
                  <c:v>59.98</c:v>
                </c:pt>
                <c:pt idx="98274">
                  <c:v>29.99</c:v>
                </c:pt>
                <c:pt idx="98275">
                  <c:v>79.989999999999995</c:v>
                </c:pt>
                <c:pt idx="98276">
                  <c:v>96.97</c:v>
                </c:pt>
                <c:pt idx="98277">
                  <c:v>133.96</c:v>
                </c:pt>
                <c:pt idx="98278">
                  <c:v>125.95</c:v>
                </c:pt>
                <c:pt idx="98279">
                  <c:v>104.97</c:v>
                </c:pt>
                <c:pt idx="98280">
                  <c:v>50.98</c:v>
                </c:pt>
                <c:pt idx="98281">
                  <c:v>59.98</c:v>
                </c:pt>
                <c:pt idx="98282">
                  <c:v>59.98</c:v>
                </c:pt>
                <c:pt idx="98283">
                  <c:v>55.98</c:v>
                </c:pt>
                <c:pt idx="98284">
                  <c:v>63.98</c:v>
                </c:pt>
                <c:pt idx="98285">
                  <c:v>53.98</c:v>
                </c:pt>
                <c:pt idx="98286">
                  <c:v>57.98</c:v>
                </c:pt>
                <c:pt idx="98287">
                  <c:v>235.84</c:v>
                </c:pt>
                <c:pt idx="98288">
                  <c:v>59.98</c:v>
                </c:pt>
                <c:pt idx="98289">
                  <c:v>79.98</c:v>
                </c:pt>
                <c:pt idx="98290">
                  <c:v>86.28</c:v>
                </c:pt>
                <c:pt idx="98291">
                  <c:v>56.95</c:v>
                </c:pt>
                <c:pt idx="98292">
                  <c:v>59.95</c:v>
                </c:pt>
                <c:pt idx="98293">
                  <c:v>59.95</c:v>
                </c:pt>
                <c:pt idx="98294">
                  <c:v>53.96</c:v>
                </c:pt>
                <c:pt idx="98295">
                  <c:v>59.96</c:v>
                </c:pt>
                <c:pt idx="98296">
                  <c:v>55.98</c:v>
                </c:pt>
                <c:pt idx="98297">
                  <c:v>62.57</c:v>
                </c:pt>
                <c:pt idx="98298">
                  <c:v>53.97</c:v>
                </c:pt>
                <c:pt idx="98299">
                  <c:v>57.98</c:v>
                </c:pt>
                <c:pt idx="98300">
                  <c:v>123.96</c:v>
                </c:pt>
                <c:pt idx="98301">
                  <c:v>59.15</c:v>
                </c:pt>
                <c:pt idx="98302">
                  <c:v>75.13</c:v>
                </c:pt>
                <c:pt idx="98303">
                  <c:v>170.45</c:v>
                </c:pt>
                <c:pt idx="98304">
                  <c:v>51.49</c:v>
                </c:pt>
                <c:pt idx="98305">
                  <c:v>59.96</c:v>
                </c:pt>
                <c:pt idx="98306">
                  <c:v>59.96</c:v>
                </c:pt>
                <c:pt idx="98307">
                  <c:v>66.97</c:v>
                </c:pt>
                <c:pt idx="98308">
                  <c:v>83.97</c:v>
                </c:pt>
                <c:pt idx="98309">
                  <c:v>83.97</c:v>
                </c:pt>
                <c:pt idx="98310">
                  <c:v>66.97</c:v>
                </c:pt>
                <c:pt idx="98311">
                  <c:v>119.96</c:v>
                </c:pt>
                <c:pt idx="98312">
                  <c:v>131.94999999999999</c:v>
                </c:pt>
                <c:pt idx="98313">
                  <c:v>229.94</c:v>
                </c:pt>
                <c:pt idx="98314">
                  <c:v>79.98</c:v>
                </c:pt>
                <c:pt idx="98315">
                  <c:v>149.96</c:v>
                </c:pt>
                <c:pt idx="98316">
                  <c:v>79.989999999999995</c:v>
                </c:pt>
                <c:pt idx="98317">
                  <c:v>233.94</c:v>
                </c:pt>
                <c:pt idx="98318">
                  <c:v>49.99</c:v>
                </c:pt>
                <c:pt idx="98319">
                  <c:v>70.98</c:v>
                </c:pt>
                <c:pt idx="98320">
                  <c:v>78.97</c:v>
                </c:pt>
                <c:pt idx="98321">
                  <c:v>59.98</c:v>
                </c:pt>
                <c:pt idx="98322">
                  <c:v>26.49</c:v>
                </c:pt>
                <c:pt idx="98323">
                  <c:v>74.97</c:v>
                </c:pt>
                <c:pt idx="98324">
                  <c:v>59.98</c:v>
                </c:pt>
                <c:pt idx="98325">
                  <c:v>59.98</c:v>
                </c:pt>
                <c:pt idx="98326">
                  <c:v>233.91</c:v>
                </c:pt>
                <c:pt idx="98327">
                  <c:v>53.97</c:v>
                </c:pt>
                <c:pt idx="98328">
                  <c:v>53.97</c:v>
                </c:pt>
                <c:pt idx="98329">
                  <c:v>67.98</c:v>
                </c:pt>
                <c:pt idx="98330">
                  <c:v>59.96</c:v>
                </c:pt>
                <c:pt idx="98331">
                  <c:v>73.95</c:v>
                </c:pt>
                <c:pt idx="98332">
                  <c:v>59.96</c:v>
                </c:pt>
                <c:pt idx="98333">
                  <c:v>90.93</c:v>
                </c:pt>
                <c:pt idx="98334">
                  <c:v>64.95</c:v>
                </c:pt>
                <c:pt idx="98335">
                  <c:v>57.47</c:v>
                </c:pt>
                <c:pt idx="98336">
                  <c:v>71.510000000000005</c:v>
                </c:pt>
                <c:pt idx="98337">
                  <c:v>48.96</c:v>
                </c:pt>
                <c:pt idx="98338">
                  <c:v>47.17</c:v>
                </c:pt>
                <c:pt idx="98339">
                  <c:v>79.95</c:v>
                </c:pt>
                <c:pt idx="98340">
                  <c:v>40.49</c:v>
                </c:pt>
                <c:pt idx="98341">
                  <c:v>84.99</c:v>
                </c:pt>
                <c:pt idx="98342">
                  <c:v>41.49</c:v>
                </c:pt>
                <c:pt idx="98343">
                  <c:v>17.489999999999998</c:v>
                </c:pt>
                <c:pt idx="98344">
                  <c:v>16.96</c:v>
                </c:pt>
                <c:pt idx="98345">
                  <c:v>23.24</c:v>
                </c:pt>
                <c:pt idx="98346">
                  <c:v>22.48</c:v>
                </c:pt>
                <c:pt idx="98347">
                  <c:v>17.489999999999998</c:v>
                </c:pt>
                <c:pt idx="98348">
                  <c:v>50.46</c:v>
                </c:pt>
                <c:pt idx="98349">
                  <c:v>187.73</c:v>
                </c:pt>
                <c:pt idx="98350">
                  <c:v>79.989999999999995</c:v>
                </c:pt>
                <c:pt idx="98351">
                  <c:v>70.98</c:v>
                </c:pt>
                <c:pt idx="98352">
                  <c:v>165.96</c:v>
                </c:pt>
                <c:pt idx="98353">
                  <c:v>50.22</c:v>
                </c:pt>
                <c:pt idx="98354">
                  <c:v>84.99</c:v>
                </c:pt>
                <c:pt idx="98355">
                  <c:v>80.739999999999995</c:v>
                </c:pt>
                <c:pt idx="98356">
                  <c:v>53.98</c:v>
                </c:pt>
                <c:pt idx="98357">
                  <c:v>59.98</c:v>
                </c:pt>
                <c:pt idx="98358">
                  <c:v>46.48</c:v>
                </c:pt>
                <c:pt idx="98359">
                  <c:v>59.98</c:v>
                </c:pt>
                <c:pt idx="98360">
                  <c:v>195.97</c:v>
                </c:pt>
                <c:pt idx="98361">
                  <c:v>47.15</c:v>
                </c:pt>
                <c:pt idx="98362">
                  <c:v>103.96</c:v>
                </c:pt>
                <c:pt idx="98363">
                  <c:v>-1.5</c:v>
                </c:pt>
                <c:pt idx="98364">
                  <c:v>-11.99</c:v>
                </c:pt>
                <c:pt idx="98365">
                  <c:v>71.97</c:v>
                </c:pt>
                <c:pt idx="98366">
                  <c:v>51.82</c:v>
                </c:pt>
                <c:pt idx="98367">
                  <c:v>14.49</c:v>
                </c:pt>
                <c:pt idx="98368">
                  <c:v>68.97</c:v>
                </c:pt>
                <c:pt idx="98369">
                  <c:v>55.97</c:v>
                </c:pt>
                <c:pt idx="98370">
                  <c:v>93.97</c:v>
                </c:pt>
                <c:pt idx="98371">
                  <c:v>134.51</c:v>
                </c:pt>
                <c:pt idx="98372">
                  <c:v>69.95</c:v>
                </c:pt>
                <c:pt idx="98373">
                  <c:v>83.94</c:v>
                </c:pt>
                <c:pt idx="98374">
                  <c:v>240.45</c:v>
                </c:pt>
                <c:pt idx="98375">
                  <c:v>87.97</c:v>
                </c:pt>
                <c:pt idx="98376">
                  <c:v>108.97</c:v>
                </c:pt>
                <c:pt idx="98377">
                  <c:v>140.94999999999999</c:v>
                </c:pt>
                <c:pt idx="98378">
                  <c:v>-87.97</c:v>
                </c:pt>
                <c:pt idx="98379">
                  <c:v>31.18</c:v>
                </c:pt>
                <c:pt idx="98380">
                  <c:v>31.78</c:v>
                </c:pt>
                <c:pt idx="98381">
                  <c:v>31.18</c:v>
                </c:pt>
                <c:pt idx="98382">
                  <c:v>74.97</c:v>
                </c:pt>
                <c:pt idx="98383">
                  <c:v>163.97</c:v>
                </c:pt>
                <c:pt idx="98384">
                  <c:v>65.989999999999995</c:v>
                </c:pt>
                <c:pt idx="98385">
                  <c:v>169.98</c:v>
                </c:pt>
                <c:pt idx="98386">
                  <c:v>49.47</c:v>
                </c:pt>
                <c:pt idx="98387">
                  <c:v>57.98</c:v>
                </c:pt>
                <c:pt idx="98388">
                  <c:v>59.98</c:v>
                </c:pt>
                <c:pt idx="98389">
                  <c:v>55.98</c:v>
                </c:pt>
                <c:pt idx="98390">
                  <c:v>53.98</c:v>
                </c:pt>
                <c:pt idx="98391">
                  <c:v>79.81</c:v>
                </c:pt>
                <c:pt idx="98392">
                  <c:v>79.81</c:v>
                </c:pt>
                <c:pt idx="98393">
                  <c:v>76.8</c:v>
                </c:pt>
                <c:pt idx="98394">
                  <c:v>76.8</c:v>
                </c:pt>
                <c:pt idx="98395">
                  <c:v>56.97</c:v>
                </c:pt>
                <c:pt idx="98396">
                  <c:v>56.97</c:v>
                </c:pt>
                <c:pt idx="98397">
                  <c:v>56.97</c:v>
                </c:pt>
                <c:pt idx="98398">
                  <c:v>56.97</c:v>
                </c:pt>
                <c:pt idx="98399">
                  <c:v>56.97</c:v>
                </c:pt>
                <c:pt idx="98400">
                  <c:v>56.97</c:v>
                </c:pt>
                <c:pt idx="98401">
                  <c:v>57.98</c:v>
                </c:pt>
                <c:pt idx="98402">
                  <c:v>61.98</c:v>
                </c:pt>
                <c:pt idx="98403">
                  <c:v>59.98</c:v>
                </c:pt>
                <c:pt idx="98404">
                  <c:v>231.91</c:v>
                </c:pt>
                <c:pt idx="98405">
                  <c:v>72.239999999999995</c:v>
                </c:pt>
                <c:pt idx="98406">
                  <c:v>72.239999999999995</c:v>
                </c:pt>
                <c:pt idx="98407">
                  <c:v>74.680000000000007</c:v>
                </c:pt>
                <c:pt idx="98408">
                  <c:v>74.680000000000007</c:v>
                </c:pt>
                <c:pt idx="98409">
                  <c:v>31.79</c:v>
                </c:pt>
                <c:pt idx="98410">
                  <c:v>31.79</c:v>
                </c:pt>
                <c:pt idx="98411">
                  <c:v>83.95</c:v>
                </c:pt>
                <c:pt idx="98412">
                  <c:v>143.91999999999999</c:v>
                </c:pt>
                <c:pt idx="98413">
                  <c:v>116.45</c:v>
                </c:pt>
                <c:pt idx="98414">
                  <c:v>111.47</c:v>
                </c:pt>
                <c:pt idx="98415">
                  <c:v>158.54</c:v>
                </c:pt>
                <c:pt idx="98416">
                  <c:v>55.96</c:v>
                </c:pt>
                <c:pt idx="98417">
                  <c:v>83.25</c:v>
                </c:pt>
                <c:pt idx="98418">
                  <c:v>79.98</c:v>
                </c:pt>
                <c:pt idx="98419">
                  <c:v>142.61000000000001</c:v>
                </c:pt>
                <c:pt idx="98420">
                  <c:v>91.97</c:v>
                </c:pt>
                <c:pt idx="98421">
                  <c:v>66.48</c:v>
                </c:pt>
                <c:pt idx="98422">
                  <c:v>66.48</c:v>
                </c:pt>
                <c:pt idx="98423">
                  <c:v>74.97</c:v>
                </c:pt>
                <c:pt idx="98424">
                  <c:v>82.95</c:v>
                </c:pt>
                <c:pt idx="98425">
                  <c:v>59.95</c:v>
                </c:pt>
                <c:pt idx="98426">
                  <c:v>82.95</c:v>
                </c:pt>
                <c:pt idx="98427">
                  <c:v>91.97</c:v>
                </c:pt>
                <c:pt idx="98428">
                  <c:v>59.95</c:v>
                </c:pt>
                <c:pt idx="98429">
                  <c:v>74.97</c:v>
                </c:pt>
                <c:pt idx="98430">
                  <c:v>87.94</c:v>
                </c:pt>
                <c:pt idx="98431">
                  <c:v>79.97</c:v>
                </c:pt>
                <c:pt idx="98432">
                  <c:v>57.98</c:v>
                </c:pt>
                <c:pt idx="98433">
                  <c:v>92.98</c:v>
                </c:pt>
                <c:pt idx="98434">
                  <c:v>74.98</c:v>
                </c:pt>
                <c:pt idx="98435">
                  <c:v>74.98</c:v>
                </c:pt>
                <c:pt idx="98436">
                  <c:v>80.98</c:v>
                </c:pt>
                <c:pt idx="98437">
                  <c:v>56.97</c:v>
                </c:pt>
                <c:pt idx="98438">
                  <c:v>56.97</c:v>
                </c:pt>
                <c:pt idx="98439">
                  <c:v>56.97</c:v>
                </c:pt>
                <c:pt idx="98440">
                  <c:v>56.97</c:v>
                </c:pt>
                <c:pt idx="98441">
                  <c:v>56.97</c:v>
                </c:pt>
                <c:pt idx="98442">
                  <c:v>56.97</c:v>
                </c:pt>
                <c:pt idx="98443">
                  <c:v>99.99</c:v>
                </c:pt>
                <c:pt idx="98444">
                  <c:v>56.97</c:v>
                </c:pt>
                <c:pt idx="98445">
                  <c:v>99.99</c:v>
                </c:pt>
                <c:pt idx="98446">
                  <c:v>56.97</c:v>
                </c:pt>
                <c:pt idx="98447">
                  <c:v>39.880000000000003</c:v>
                </c:pt>
                <c:pt idx="98448">
                  <c:v>93.56</c:v>
                </c:pt>
                <c:pt idx="98449">
                  <c:v>53.97</c:v>
                </c:pt>
                <c:pt idx="98450">
                  <c:v>93.13</c:v>
                </c:pt>
                <c:pt idx="98451">
                  <c:v>69.16</c:v>
                </c:pt>
                <c:pt idx="98452">
                  <c:v>57.48</c:v>
                </c:pt>
                <c:pt idx="98453">
                  <c:v>99.98</c:v>
                </c:pt>
                <c:pt idx="98454">
                  <c:v>65.3</c:v>
                </c:pt>
                <c:pt idx="98455">
                  <c:v>65.3</c:v>
                </c:pt>
                <c:pt idx="98456">
                  <c:v>44.73</c:v>
                </c:pt>
                <c:pt idx="98457">
                  <c:v>65.3</c:v>
                </c:pt>
                <c:pt idx="98458">
                  <c:v>59.95</c:v>
                </c:pt>
                <c:pt idx="98459">
                  <c:v>55.96</c:v>
                </c:pt>
                <c:pt idx="98460">
                  <c:v>98.98</c:v>
                </c:pt>
                <c:pt idx="98461">
                  <c:v>178.95</c:v>
                </c:pt>
                <c:pt idx="98462">
                  <c:v>73.8</c:v>
                </c:pt>
                <c:pt idx="98463">
                  <c:v>164.97</c:v>
                </c:pt>
                <c:pt idx="98464">
                  <c:v>61.33</c:v>
                </c:pt>
                <c:pt idx="98465">
                  <c:v>80.739999999999995</c:v>
                </c:pt>
                <c:pt idx="98466">
                  <c:v>68.989999999999995</c:v>
                </c:pt>
                <c:pt idx="98467">
                  <c:v>53.96</c:v>
                </c:pt>
                <c:pt idx="98468">
                  <c:v>-53.96</c:v>
                </c:pt>
                <c:pt idx="98469">
                  <c:v>91.96</c:v>
                </c:pt>
                <c:pt idx="98470">
                  <c:v>65.959999999999994</c:v>
                </c:pt>
                <c:pt idx="98471">
                  <c:v>72.239999999999995</c:v>
                </c:pt>
                <c:pt idx="98472">
                  <c:v>119.97</c:v>
                </c:pt>
                <c:pt idx="98473">
                  <c:v>106.23</c:v>
                </c:pt>
                <c:pt idx="98474">
                  <c:v>230.13</c:v>
                </c:pt>
                <c:pt idx="98475">
                  <c:v>227.95</c:v>
                </c:pt>
                <c:pt idx="98476">
                  <c:v>229.97</c:v>
                </c:pt>
                <c:pt idx="98477">
                  <c:v>79.989999999999995</c:v>
                </c:pt>
                <c:pt idx="98478">
                  <c:v>46.49</c:v>
                </c:pt>
                <c:pt idx="98479">
                  <c:v>90.98</c:v>
                </c:pt>
                <c:pt idx="98480">
                  <c:v>69.98</c:v>
                </c:pt>
                <c:pt idx="98481">
                  <c:v>159.97</c:v>
                </c:pt>
                <c:pt idx="98482">
                  <c:v>145.30000000000001</c:v>
                </c:pt>
                <c:pt idx="98483">
                  <c:v>36.49</c:v>
                </c:pt>
                <c:pt idx="98484">
                  <c:v>36.49</c:v>
                </c:pt>
                <c:pt idx="98485">
                  <c:v>145.30000000000001</c:v>
                </c:pt>
                <c:pt idx="98486">
                  <c:v>145.30000000000001</c:v>
                </c:pt>
                <c:pt idx="98487">
                  <c:v>36.49</c:v>
                </c:pt>
                <c:pt idx="98488">
                  <c:v>186.46</c:v>
                </c:pt>
                <c:pt idx="98489">
                  <c:v>151.94</c:v>
                </c:pt>
                <c:pt idx="98490">
                  <c:v>75.98</c:v>
                </c:pt>
                <c:pt idx="98491">
                  <c:v>229.95</c:v>
                </c:pt>
                <c:pt idx="98492">
                  <c:v>84.99</c:v>
                </c:pt>
                <c:pt idx="98493">
                  <c:v>144.94999999999999</c:v>
                </c:pt>
                <c:pt idx="98494">
                  <c:v>225.96</c:v>
                </c:pt>
                <c:pt idx="98495">
                  <c:v>90.74</c:v>
                </c:pt>
                <c:pt idx="98496">
                  <c:v>158.72</c:v>
                </c:pt>
                <c:pt idx="98497">
                  <c:v>66.97</c:v>
                </c:pt>
                <c:pt idx="98498">
                  <c:v>75.98</c:v>
                </c:pt>
                <c:pt idx="98499">
                  <c:v>55.98</c:v>
                </c:pt>
                <c:pt idx="98500">
                  <c:v>59.98</c:v>
                </c:pt>
                <c:pt idx="98501">
                  <c:v>56.97</c:v>
                </c:pt>
                <c:pt idx="98502">
                  <c:v>56.97</c:v>
                </c:pt>
                <c:pt idx="98503">
                  <c:v>48.42</c:v>
                </c:pt>
                <c:pt idx="98504">
                  <c:v>66.98</c:v>
                </c:pt>
                <c:pt idx="98505">
                  <c:v>31.48</c:v>
                </c:pt>
                <c:pt idx="98506">
                  <c:v>31.48</c:v>
                </c:pt>
                <c:pt idx="98507">
                  <c:v>31.48</c:v>
                </c:pt>
                <c:pt idx="98508">
                  <c:v>59.96</c:v>
                </c:pt>
                <c:pt idx="98509">
                  <c:v>59.96</c:v>
                </c:pt>
                <c:pt idx="98510">
                  <c:v>59.96</c:v>
                </c:pt>
                <c:pt idx="98511">
                  <c:v>59.96</c:v>
                </c:pt>
                <c:pt idx="98512">
                  <c:v>31.48</c:v>
                </c:pt>
                <c:pt idx="98513">
                  <c:v>31.48</c:v>
                </c:pt>
                <c:pt idx="98514">
                  <c:v>31.48</c:v>
                </c:pt>
                <c:pt idx="98515">
                  <c:v>66.98</c:v>
                </c:pt>
                <c:pt idx="98516">
                  <c:v>120.98</c:v>
                </c:pt>
                <c:pt idx="98517">
                  <c:v>128.24</c:v>
                </c:pt>
                <c:pt idx="98518">
                  <c:v>159.69999999999999</c:v>
                </c:pt>
                <c:pt idx="98519">
                  <c:v>85.67</c:v>
                </c:pt>
                <c:pt idx="98520">
                  <c:v>83.94</c:v>
                </c:pt>
                <c:pt idx="98521">
                  <c:v>55.96</c:v>
                </c:pt>
                <c:pt idx="98522">
                  <c:v>65.989999999999995</c:v>
                </c:pt>
                <c:pt idx="98523">
                  <c:v>99.97</c:v>
                </c:pt>
                <c:pt idx="98524">
                  <c:v>58.96</c:v>
                </c:pt>
                <c:pt idx="98525">
                  <c:v>66.97</c:v>
                </c:pt>
                <c:pt idx="98526">
                  <c:v>104.98</c:v>
                </c:pt>
                <c:pt idx="98527">
                  <c:v>42.24</c:v>
                </c:pt>
                <c:pt idx="98528">
                  <c:v>17.489999999999998</c:v>
                </c:pt>
                <c:pt idx="98529">
                  <c:v>99.98</c:v>
                </c:pt>
                <c:pt idx="98530">
                  <c:v>67.98</c:v>
                </c:pt>
                <c:pt idx="98531">
                  <c:v>60.98</c:v>
                </c:pt>
                <c:pt idx="98532">
                  <c:v>158.94999999999999</c:v>
                </c:pt>
                <c:pt idx="98533">
                  <c:v>75.58</c:v>
                </c:pt>
                <c:pt idx="98534">
                  <c:v>75.959999999999994</c:v>
                </c:pt>
                <c:pt idx="98535">
                  <c:v>46.94</c:v>
                </c:pt>
                <c:pt idx="98536">
                  <c:v>109.97</c:v>
                </c:pt>
                <c:pt idx="98537">
                  <c:v>59.97</c:v>
                </c:pt>
                <c:pt idx="98538">
                  <c:v>46.49</c:v>
                </c:pt>
                <c:pt idx="98539">
                  <c:v>83.96</c:v>
                </c:pt>
                <c:pt idx="98540">
                  <c:v>113.95</c:v>
                </c:pt>
                <c:pt idx="98541">
                  <c:v>22.29</c:v>
                </c:pt>
                <c:pt idx="98542">
                  <c:v>139.97</c:v>
                </c:pt>
                <c:pt idx="98543">
                  <c:v>84.98</c:v>
                </c:pt>
                <c:pt idx="98544">
                  <c:v>224.96</c:v>
                </c:pt>
                <c:pt idx="98545">
                  <c:v>111.26</c:v>
                </c:pt>
                <c:pt idx="98546">
                  <c:v>89.94</c:v>
                </c:pt>
                <c:pt idx="98547">
                  <c:v>59.96</c:v>
                </c:pt>
                <c:pt idx="98548">
                  <c:v>74.95</c:v>
                </c:pt>
                <c:pt idx="98549">
                  <c:v>51.49</c:v>
                </c:pt>
                <c:pt idx="98550">
                  <c:v>51.47</c:v>
                </c:pt>
                <c:pt idx="98551">
                  <c:v>58.36</c:v>
                </c:pt>
                <c:pt idx="98552">
                  <c:v>75.48</c:v>
                </c:pt>
                <c:pt idx="98553">
                  <c:v>141.96</c:v>
                </c:pt>
                <c:pt idx="98554">
                  <c:v>55.97</c:v>
                </c:pt>
                <c:pt idx="98555">
                  <c:v>245.91</c:v>
                </c:pt>
                <c:pt idx="98556">
                  <c:v>42.48</c:v>
                </c:pt>
                <c:pt idx="98557">
                  <c:v>193.94</c:v>
                </c:pt>
                <c:pt idx="98558">
                  <c:v>83.96</c:v>
                </c:pt>
                <c:pt idx="98559">
                  <c:v>62.97</c:v>
                </c:pt>
                <c:pt idx="98560">
                  <c:v>77.97</c:v>
                </c:pt>
                <c:pt idx="98561">
                  <c:v>123.26</c:v>
                </c:pt>
                <c:pt idx="98562">
                  <c:v>95.38</c:v>
                </c:pt>
                <c:pt idx="98563">
                  <c:v>79.98</c:v>
                </c:pt>
                <c:pt idx="98564">
                  <c:v>41.49</c:v>
                </c:pt>
                <c:pt idx="98565">
                  <c:v>39.520000000000003</c:v>
                </c:pt>
                <c:pt idx="98566">
                  <c:v>74.95</c:v>
                </c:pt>
                <c:pt idx="98567">
                  <c:v>50.97</c:v>
                </c:pt>
                <c:pt idx="98568">
                  <c:v>58.98</c:v>
                </c:pt>
                <c:pt idx="98569">
                  <c:v>58.98</c:v>
                </c:pt>
                <c:pt idx="98570">
                  <c:v>46.49</c:v>
                </c:pt>
                <c:pt idx="98571">
                  <c:v>-46.49</c:v>
                </c:pt>
                <c:pt idx="98572">
                  <c:v>-58.98</c:v>
                </c:pt>
                <c:pt idx="98573">
                  <c:v>58.98</c:v>
                </c:pt>
                <c:pt idx="98574">
                  <c:v>43.47</c:v>
                </c:pt>
                <c:pt idx="98575">
                  <c:v>46.49</c:v>
                </c:pt>
                <c:pt idx="98576">
                  <c:v>64.98</c:v>
                </c:pt>
                <c:pt idx="98577">
                  <c:v>227.94</c:v>
                </c:pt>
                <c:pt idx="98578">
                  <c:v>103.37</c:v>
                </c:pt>
                <c:pt idx="98579">
                  <c:v>103.37</c:v>
                </c:pt>
                <c:pt idx="98580">
                  <c:v>229.96</c:v>
                </c:pt>
                <c:pt idx="98581">
                  <c:v>62.58</c:v>
                </c:pt>
                <c:pt idx="98582">
                  <c:v>89.97</c:v>
                </c:pt>
                <c:pt idx="98583">
                  <c:v>49.28</c:v>
                </c:pt>
                <c:pt idx="98584">
                  <c:v>59.98</c:v>
                </c:pt>
                <c:pt idx="98585">
                  <c:v>55.98</c:v>
                </c:pt>
                <c:pt idx="98586">
                  <c:v>113.96</c:v>
                </c:pt>
                <c:pt idx="98587">
                  <c:v>122.96</c:v>
                </c:pt>
                <c:pt idx="98588">
                  <c:v>90.92</c:v>
                </c:pt>
                <c:pt idx="98589">
                  <c:v>78.27</c:v>
                </c:pt>
                <c:pt idx="98590">
                  <c:v>58.64</c:v>
                </c:pt>
                <c:pt idx="98591">
                  <c:v>63.97</c:v>
                </c:pt>
                <c:pt idx="98592">
                  <c:v>30.51</c:v>
                </c:pt>
                <c:pt idx="98593">
                  <c:v>37.47</c:v>
                </c:pt>
                <c:pt idx="98594">
                  <c:v>29.98</c:v>
                </c:pt>
                <c:pt idx="98595">
                  <c:v>30.21</c:v>
                </c:pt>
                <c:pt idx="98596">
                  <c:v>76.87</c:v>
                </c:pt>
                <c:pt idx="98597">
                  <c:v>90.95</c:v>
                </c:pt>
                <c:pt idx="98598">
                  <c:v>81.94</c:v>
                </c:pt>
                <c:pt idx="98599">
                  <c:v>54.87</c:v>
                </c:pt>
                <c:pt idx="98600">
                  <c:v>68.97</c:v>
                </c:pt>
                <c:pt idx="98601">
                  <c:v>59.96</c:v>
                </c:pt>
                <c:pt idx="98602">
                  <c:v>123.82</c:v>
                </c:pt>
                <c:pt idx="98603">
                  <c:v>103.47</c:v>
                </c:pt>
                <c:pt idx="98604">
                  <c:v>57.02</c:v>
                </c:pt>
                <c:pt idx="98605">
                  <c:v>166.27</c:v>
                </c:pt>
                <c:pt idx="98606">
                  <c:v>42.24</c:v>
                </c:pt>
                <c:pt idx="98607">
                  <c:v>41.48</c:v>
                </c:pt>
                <c:pt idx="98608">
                  <c:v>49.99</c:v>
                </c:pt>
                <c:pt idx="98609">
                  <c:v>68.86</c:v>
                </c:pt>
                <c:pt idx="98610">
                  <c:v>121.95</c:v>
                </c:pt>
                <c:pt idx="98611">
                  <c:v>89.98</c:v>
                </c:pt>
                <c:pt idx="98612">
                  <c:v>123.12</c:v>
                </c:pt>
                <c:pt idx="98613">
                  <c:v>123.12</c:v>
                </c:pt>
                <c:pt idx="98614">
                  <c:v>129.96</c:v>
                </c:pt>
                <c:pt idx="98615">
                  <c:v>92.97</c:v>
                </c:pt>
                <c:pt idx="98616">
                  <c:v>53.97</c:v>
                </c:pt>
                <c:pt idx="98617">
                  <c:v>20.49</c:v>
                </c:pt>
                <c:pt idx="98618">
                  <c:v>46.49</c:v>
                </c:pt>
                <c:pt idx="98619">
                  <c:v>56.97</c:v>
                </c:pt>
                <c:pt idx="98620">
                  <c:v>20.49</c:v>
                </c:pt>
                <c:pt idx="98621">
                  <c:v>65.98</c:v>
                </c:pt>
                <c:pt idx="98622">
                  <c:v>37.479999999999997</c:v>
                </c:pt>
                <c:pt idx="98623">
                  <c:v>55.98</c:v>
                </c:pt>
                <c:pt idx="98624">
                  <c:v>46.48</c:v>
                </c:pt>
                <c:pt idx="98625">
                  <c:v>181.46</c:v>
                </c:pt>
                <c:pt idx="98626">
                  <c:v>120.96</c:v>
                </c:pt>
                <c:pt idx="98627">
                  <c:v>105.25</c:v>
                </c:pt>
                <c:pt idx="98628">
                  <c:v>56.97</c:v>
                </c:pt>
                <c:pt idx="98629">
                  <c:v>96.02</c:v>
                </c:pt>
                <c:pt idx="98630">
                  <c:v>129.97999999999999</c:v>
                </c:pt>
                <c:pt idx="98631">
                  <c:v>99.98</c:v>
                </c:pt>
                <c:pt idx="98632">
                  <c:v>125.97</c:v>
                </c:pt>
                <c:pt idx="98633">
                  <c:v>155.97</c:v>
                </c:pt>
                <c:pt idx="98634">
                  <c:v>101.94</c:v>
                </c:pt>
                <c:pt idx="98635">
                  <c:v>123.95</c:v>
                </c:pt>
                <c:pt idx="98636">
                  <c:v>221.94</c:v>
                </c:pt>
                <c:pt idx="98637">
                  <c:v>84.96</c:v>
                </c:pt>
                <c:pt idx="98638">
                  <c:v>59.96</c:v>
                </c:pt>
                <c:pt idx="98639">
                  <c:v>244.98</c:v>
                </c:pt>
                <c:pt idx="98640">
                  <c:v>83.97</c:v>
                </c:pt>
                <c:pt idx="98641">
                  <c:v>53.97</c:v>
                </c:pt>
                <c:pt idx="98642">
                  <c:v>53.98</c:v>
                </c:pt>
                <c:pt idx="98643">
                  <c:v>26.48</c:v>
                </c:pt>
                <c:pt idx="98644">
                  <c:v>26.48</c:v>
                </c:pt>
                <c:pt idx="98645">
                  <c:v>77.98</c:v>
                </c:pt>
                <c:pt idx="98646">
                  <c:v>53.98</c:v>
                </c:pt>
                <c:pt idx="98647">
                  <c:v>83.97</c:v>
                </c:pt>
                <c:pt idx="98648">
                  <c:v>30.49</c:v>
                </c:pt>
                <c:pt idx="98649">
                  <c:v>53.97</c:v>
                </c:pt>
                <c:pt idx="98650">
                  <c:v>17.489999999999998</c:v>
                </c:pt>
                <c:pt idx="98651">
                  <c:v>77.98</c:v>
                </c:pt>
                <c:pt idx="98652">
                  <c:v>17.489999999999998</c:v>
                </c:pt>
                <c:pt idx="98653">
                  <c:v>30.49</c:v>
                </c:pt>
                <c:pt idx="98654">
                  <c:v>62.06</c:v>
                </c:pt>
                <c:pt idx="98655">
                  <c:v>84.99</c:v>
                </c:pt>
                <c:pt idx="98656">
                  <c:v>51.49</c:v>
                </c:pt>
                <c:pt idx="98657">
                  <c:v>76.489999999999995</c:v>
                </c:pt>
                <c:pt idx="98658">
                  <c:v>87.08</c:v>
                </c:pt>
                <c:pt idx="98659">
                  <c:v>84.66</c:v>
                </c:pt>
                <c:pt idx="98660">
                  <c:v>72.58</c:v>
                </c:pt>
                <c:pt idx="98661">
                  <c:v>63.96</c:v>
                </c:pt>
                <c:pt idx="98662">
                  <c:v>67.989999999999995</c:v>
                </c:pt>
                <c:pt idx="98663">
                  <c:v>99.98</c:v>
                </c:pt>
                <c:pt idx="98664">
                  <c:v>59.99</c:v>
                </c:pt>
                <c:pt idx="98665">
                  <c:v>51.94</c:v>
                </c:pt>
                <c:pt idx="98666">
                  <c:v>134.97999999999999</c:v>
                </c:pt>
                <c:pt idx="98667">
                  <c:v>43.27</c:v>
                </c:pt>
                <c:pt idx="98668">
                  <c:v>29.28</c:v>
                </c:pt>
                <c:pt idx="98669">
                  <c:v>15.29</c:v>
                </c:pt>
                <c:pt idx="98670">
                  <c:v>20.29</c:v>
                </c:pt>
                <c:pt idx="98671">
                  <c:v>39.28</c:v>
                </c:pt>
                <c:pt idx="98672">
                  <c:v>39.28</c:v>
                </c:pt>
                <c:pt idx="98673">
                  <c:v>75.959999999999994</c:v>
                </c:pt>
                <c:pt idx="98674">
                  <c:v>10.24</c:v>
                </c:pt>
                <c:pt idx="98675">
                  <c:v>57.98</c:v>
                </c:pt>
                <c:pt idx="98676">
                  <c:v>79.98</c:v>
                </c:pt>
                <c:pt idx="98677">
                  <c:v>95.94</c:v>
                </c:pt>
                <c:pt idx="98678">
                  <c:v>32.479999999999997</c:v>
                </c:pt>
                <c:pt idx="98679">
                  <c:v>32.479999999999997</c:v>
                </c:pt>
                <c:pt idx="98680">
                  <c:v>95.94</c:v>
                </c:pt>
                <c:pt idx="98681">
                  <c:v>131.91</c:v>
                </c:pt>
                <c:pt idx="98682">
                  <c:v>131.91</c:v>
                </c:pt>
                <c:pt idx="98683">
                  <c:v>20.29</c:v>
                </c:pt>
                <c:pt idx="98684">
                  <c:v>39.28</c:v>
                </c:pt>
                <c:pt idx="98685">
                  <c:v>90.78</c:v>
                </c:pt>
                <c:pt idx="98686">
                  <c:v>56.97</c:v>
                </c:pt>
                <c:pt idx="98687">
                  <c:v>70.75</c:v>
                </c:pt>
                <c:pt idx="98688">
                  <c:v>96.97</c:v>
                </c:pt>
                <c:pt idx="98689">
                  <c:v>74.97</c:v>
                </c:pt>
                <c:pt idx="98690">
                  <c:v>17.489999999999998</c:v>
                </c:pt>
                <c:pt idx="98691">
                  <c:v>60.98</c:v>
                </c:pt>
                <c:pt idx="98692">
                  <c:v>59.98</c:v>
                </c:pt>
                <c:pt idx="98693">
                  <c:v>14.89</c:v>
                </c:pt>
                <c:pt idx="98694">
                  <c:v>83.82</c:v>
                </c:pt>
                <c:pt idx="98695">
                  <c:v>116.97</c:v>
                </c:pt>
                <c:pt idx="98696">
                  <c:v>21.04</c:v>
                </c:pt>
                <c:pt idx="98697">
                  <c:v>91.96</c:v>
                </c:pt>
                <c:pt idx="98698">
                  <c:v>55.97</c:v>
                </c:pt>
                <c:pt idx="98699">
                  <c:v>34.479999999999997</c:v>
                </c:pt>
                <c:pt idx="98700">
                  <c:v>72.98</c:v>
                </c:pt>
                <c:pt idx="98701">
                  <c:v>64.489999999999995</c:v>
                </c:pt>
                <c:pt idx="98702">
                  <c:v>48.98</c:v>
                </c:pt>
                <c:pt idx="98703">
                  <c:v>79.989999999999995</c:v>
                </c:pt>
                <c:pt idx="98704">
                  <c:v>86.38</c:v>
                </c:pt>
                <c:pt idx="98705">
                  <c:v>53.98</c:v>
                </c:pt>
                <c:pt idx="98706">
                  <c:v>106.97</c:v>
                </c:pt>
                <c:pt idx="98707">
                  <c:v>56.33</c:v>
                </c:pt>
                <c:pt idx="98708">
                  <c:v>56.97</c:v>
                </c:pt>
                <c:pt idx="98709">
                  <c:v>59.98</c:v>
                </c:pt>
                <c:pt idx="98710">
                  <c:v>49.48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4-0319-CA4F-A7EA-0EC55C5D6C7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48299983"/>
        <c:axId val="250866783"/>
      </c:scatterChart>
      <c:valAx>
        <c:axId val="348299983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100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Item</a:t>
                </a:r>
                <a:r>
                  <a:rPr lang="en-US" sz="1100" b="1" baseline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Sold</a:t>
                </a:r>
                <a:endParaRPr lang="en-US" sz="11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50866783"/>
        <c:crosses val="autoZero"/>
        <c:crossBetween val="midCat"/>
      </c:valAx>
      <c:valAx>
        <c:axId val="25086678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100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Net</a:t>
                </a:r>
                <a:r>
                  <a:rPr lang="en-US" sz="1100" b="1" baseline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Sales ($)</a:t>
                </a:r>
                <a:endParaRPr lang="en-US" sz="11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48299983"/>
        <c:crosses val="autoZero"/>
        <c:crossBetween val="midCat"/>
      </c:valAx>
      <c:spPr>
        <a:noFill/>
        <a:ln>
          <a:solidFill>
            <a:schemeClr val="accent1"/>
          </a:solidFill>
          <a:prstDash val="sysDot"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solidFill>
      <a:schemeClr val="bg1"/>
    </a:solidFill>
    <a:ln w="9525" cap="flat" cmpd="sng" algn="ctr">
      <a:solidFill>
        <a:schemeClr val="accent1"/>
      </a:solidFill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CA" sz="1400" b="1" i="0" u="none" strike="noStrike" baseline="0"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Top Products</a:t>
            </a:r>
            <a:endParaRPr lang="en-US" b="1">
              <a:latin typeface="Times New Roman" panose="02020603050405020304" pitchFamily="18" charset="0"/>
              <a:cs typeface="Times New Roman" panose="02020603050405020304" pitchFamily="18" charset="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'product summary'!$B$1</c:f>
              <c:strCache>
                <c:ptCount val="1"/>
                <c:pt idx="0">
                  <c:v>Product count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'product summary'!$A$2:$A$26</c:f>
              <c:strCache>
                <c:ptCount val="25"/>
                <c:pt idx="0">
                  <c:v>1× Peachy Keen - 1.5 mg/ml ULTRA LOW, 120ml, 1× Banandarin - 1.5 mg/ml ULTRA LOW, 120ml</c:v>
                </c:pt>
                <c:pt idx="1">
                  <c:v>1× Banandarin - 1.5 mg/ml ULTRA LOW, 120ml, 1× Peachy Keen - 1.5 mg/ml ULTRA LOW, 120ml</c:v>
                </c:pt>
                <c:pt idx="2">
                  <c:v>2× Peachy Keen - 1.5 mg/ml ULTRA LOW, 120ml, 1× Aspire Nautilus BVC Coils - 1.8ohm</c:v>
                </c:pt>
                <c:pt idx="3">
                  <c:v>2× Peachy Keen - 1.5 mg/ml ULTRA LOW, 120ml</c:v>
                </c:pt>
                <c:pt idx="4">
                  <c:v>3× Banandarin - 1.5 mg/ml ULTRA LOW, 120ml, 1× Peachy Keen - 1.5 mg/ml ULTRA LOW, 120ml</c:v>
                </c:pt>
                <c:pt idx="5">
                  <c:v>3× Peachy Keen - 1.5 mg/ml ULTRA LOW, 120ml</c:v>
                </c:pt>
                <c:pt idx="6">
                  <c:v>2× Banandarin - 1.5 mg/ml ULTRA LOW, 120ml, 2× Peachy Keen - 1.5 mg/ml ULTRA LOW, 120ml, 1× Aspire Nautilus BVC Coils - 1.8ohm</c:v>
                </c:pt>
                <c:pt idx="7">
                  <c:v>1× Banandarin - 1.5 mg/ml ULTRA LOW, 120ml, 3× Peachy Keen - 1.5 mg/ml ULTRA LOW, 120ml</c:v>
                </c:pt>
                <c:pt idx="8">
                  <c:v>1× Banandarin - 1.5 mg/ml ULTRA LOW, 120ml, 2× Peachy Keen - 1.5 mg/ml ULTRA LOW, 120ml</c:v>
                </c:pt>
                <c:pt idx="9">
                  <c:v>2× Banandarin - 1.5 mg/ml ULTRA LOW, 120ml, 2× Peachy Keen - 1.5 mg/ml ULTRA LOW, 120ml</c:v>
                </c:pt>
                <c:pt idx="10">
                  <c:v>1× Banandarin - 1.5 mg/ml ULTRA LOW, 120ml, 1× Peachy Keen - 1.5 mg/ml ULTRA LOW, 120ml, 1× Aspire Nautilus BVC Coils - 1.8ohm</c:v>
                </c:pt>
                <c:pt idx="11">
                  <c:v>2× Peachy Keen - 1.5 mg/ml ULTRA LOW, 120ml, 1× Banandarin - 1.5 mg/ml ULTRA LOW, 120ml</c:v>
                </c:pt>
                <c:pt idx="12">
                  <c:v>2× Aspire Nautilus BVC Coils - 1.8ohm, 1× Peachy Keen - 1.5 mg/ml ULTRA LOW, 120ml, 1× Banandarin - 1.5 mg/ml ULTRA LOW, 120ml</c:v>
                </c:pt>
                <c:pt idx="13">
                  <c:v>2× Banandarin - 1.5 mg/ml ULTRA LOW, 60ml, 1× Peachy Keen - 1.5 mg/ml ULTRA LOW, 120ml</c:v>
                </c:pt>
                <c:pt idx="14">
                  <c:v>2× Peachy Keen - 1.5 mg/ml ULTRA LOW, 120ml, 2× Banandarin - 1.5 mg/ml ULTRA LOW, 120ml, 1× Aspire Nautilus BVC Coils - 1.8ohm</c:v>
                </c:pt>
                <c:pt idx="15">
                  <c:v>1× NiteCore i4 - 18650 Battery Charger, 2× Samsung INR 3000mAh 15A 18650</c:v>
                </c:pt>
                <c:pt idx="16">
                  <c:v>1× Aspire Nautilus 3 Tank - Stainless Steel, 1× Peachy Keen - 1.5 mg/ml ULTRA LOW, 120ml, 1× Aspire Nautilus 3 Tank - Black</c:v>
                </c:pt>
                <c:pt idx="17">
                  <c:v>6× Samsung INR 3000mAh 15A 18650</c:v>
                </c:pt>
                <c:pt idx="18">
                  <c:v>3× Peachy Keen - 1.5 mg/ml ULTRA LOW, 120ml, 1× Banandarin - 1.5 mg/ml ULTRA LOW, 120ml</c:v>
                </c:pt>
                <c:pt idx="19">
                  <c:v>5× No Flavour - 6 mg/ml LOW, 120ml, 2× Aspire Nautilus X Coils - 1.8ohm</c:v>
                </c:pt>
                <c:pt idx="20">
                  <c:v>5× No Flavour - 6 mg/ml LOW, 120ml, 3× Aspire Nautilus X Coils - 1.8ohm</c:v>
                </c:pt>
                <c:pt idx="21">
                  <c:v>4× No Flavour - 6 mg/ml LOW, 120ml, 2× Aspire Nautilus X Coils - 1.8ohm</c:v>
                </c:pt>
                <c:pt idx="22">
                  <c:v>4× VG No Flavour - 6 mg/ml LOW, 120ml, 4× Aspire Nautilus X Coils - 1.8ohm</c:v>
                </c:pt>
                <c:pt idx="23">
                  <c:v>3× No Flavour - 6 mg/ml LOW, 120ml, 2× Aspire Nautilus X Coils - 1.8ohm</c:v>
                </c:pt>
                <c:pt idx="24">
                  <c:v>3× No Flavour - 6 mg/ml LOW, 120ml</c:v>
                </c:pt>
              </c:strCache>
            </c:strRef>
          </c:cat>
          <c:val>
            <c:numRef>
              <c:f>'product summary'!$B$2:$B$26</c:f>
              <c:numCache>
                <c:formatCode>General</c:formatCode>
                <c:ptCount val="25"/>
                <c:pt idx="0">
                  <c:v>3</c:v>
                </c:pt>
                <c:pt idx="1">
                  <c:v>9</c:v>
                </c:pt>
                <c:pt idx="2">
                  <c:v>1</c:v>
                </c:pt>
                <c:pt idx="3">
                  <c:v>24</c:v>
                </c:pt>
                <c:pt idx="4">
                  <c:v>1</c:v>
                </c:pt>
                <c:pt idx="5">
                  <c:v>2</c:v>
                </c:pt>
                <c:pt idx="6">
                  <c:v>1</c:v>
                </c:pt>
                <c:pt idx="7">
                  <c:v>2</c:v>
                </c:pt>
                <c:pt idx="8">
                  <c:v>10</c:v>
                </c:pt>
                <c:pt idx="9">
                  <c:v>6</c:v>
                </c:pt>
                <c:pt idx="10">
                  <c:v>1</c:v>
                </c:pt>
                <c:pt idx="11">
                  <c:v>4</c:v>
                </c:pt>
                <c:pt idx="12">
                  <c:v>2</c:v>
                </c:pt>
                <c:pt idx="13">
                  <c:v>1</c:v>
                </c:pt>
                <c:pt idx="14">
                  <c:v>1</c:v>
                </c:pt>
                <c:pt idx="15">
                  <c:v>1</c:v>
                </c:pt>
                <c:pt idx="16">
                  <c:v>1</c:v>
                </c:pt>
                <c:pt idx="17">
                  <c:v>1</c:v>
                </c:pt>
                <c:pt idx="18">
                  <c:v>1</c:v>
                </c:pt>
                <c:pt idx="19">
                  <c:v>13</c:v>
                </c:pt>
                <c:pt idx="20">
                  <c:v>5</c:v>
                </c:pt>
                <c:pt idx="21">
                  <c:v>1</c:v>
                </c:pt>
                <c:pt idx="22">
                  <c:v>1</c:v>
                </c:pt>
                <c:pt idx="23">
                  <c:v>2</c:v>
                </c:pt>
                <c:pt idx="24">
                  <c:v>69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4C0-0445-A88B-93EF315B8E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1045700384"/>
        <c:axId val="1045804464"/>
      </c:barChart>
      <c:catAx>
        <c:axId val="104570038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45804464"/>
        <c:crosses val="autoZero"/>
        <c:auto val="1"/>
        <c:lblAlgn val="ctr"/>
        <c:lblOffset val="100"/>
        <c:noMultiLvlLbl val="0"/>
      </c:catAx>
      <c:valAx>
        <c:axId val="1045804464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4570038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Ex1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numDim type="val">
        <cx:f>Canadavapes!$G$2:$G$98712</cx:f>
        <cx:lvl ptCount="98711" formatCode="General">
          <cx:pt idx="0">97.359999999999999</cx:pt>
          <cx:pt idx="1">239.97</cx:pt>
          <cx:pt idx="2">184.97</cx:pt>
          <cx:pt idx="3">159.97999999999999</cx:pt>
          <cx:pt idx="4">199.96000000000001</cx:pt>
          <cx:pt idx="5">149.97</cx:pt>
          <cx:pt idx="6">278.94999999999999</cx:pt>
          <cx:pt idx="7">263.95999999999998</cx:pt>
          <cx:pt idx="8">111.98</cx:pt>
          <cx:pt idx="9">169.97999999999999</cx:pt>
          <cx:pt idx="10">197.97</cx:pt>
          <cx:pt idx="11">254.97</cx:pt>
          <cx:pt idx="12">249.38</cx:pt>
          <cx:pt idx="13">172.97</cx:pt>
          <cx:pt idx="14">212.56</cx:pt>
          <cx:pt idx="15">197.97</cx:pt>
          <cx:pt idx="16">197.97</cx:pt>
          <cx:pt idx="17">131.97999999999999</cx:pt>
          <cx:pt idx="18">165.03999999999999</cx:pt>
          <cx:pt idx="19">169.97999999999999</cx:pt>
          <cx:pt idx="20">169.97999999999999</cx:pt>
          <cx:pt idx="21">254.97</cx:pt>
          <cx:pt idx="22">169.97999999999999</cx:pt>
          <cx:pt idx="23">158.97999999999999</cx:pt>
          <cx:pt idx="24">131.97999999999999</cx:pt>
          <cx:pt idx="25">169.97999999999999</cx:pt>
          <cx:pt idx="26">190.30000000000001</cx:pt>
          <cx:pt idx="27">131.97999999999999</cx:pt>
          <cx:pt idx="28">263.95999999999998</cx:pt>
          <cx:pt idx="29">240.47999999999999</cx:pt>
          <cx:pt idx="30">169.97999999999999</cx:pt>
          <cx:pt idx="31">197.97</cx:pt>
          <cx:pt idx="32">199.96000000000001</cx:pt>
          <cx:pt idx="33">145.97</cx:pt>
          <cx:pt idx="34">131.97999999999999</cx:pt>
          <cx:pt idx="35">229.38999999999999</cx:pt>
          <cx:pt idx="36">263.95999999999998</cx:pt>
          <cx:pt idx="37">169.97999999999999</cx:pt>
          <cx:pt idx="38">199.96000000000001</cx:pt>
          <cx:pt idx="39">354.94999999999999</cx:pt>
          <cx:pt idx="40">216.72</cx:pt>
          <cx:pt idx="41">55.969999999999999</cx:pt>
          <cx:pt idx="42">131.97999999999999</cx:pt>
          <cx:pt idx="43">169.97999999999999</cx:pt>
          <cx:pt idx="44">169.97999999999999</cx:pt>
          <cx:pt idx="45">131.97999999999999</cx:pt>
          <cx:pt idx="46">341.06</cx:pt>
          <cx:pt idx="47">160.94999999999999</cx:pt>
          <cx:pt idx="48">131.97999999999999</cx:pt>
          <cx:pt idx="49">263.95999999999998</cx:pt>
          <cx:pt idx="50">74.019999999999996</cx:pt>
          <cx:pt idx="51">263.95999999999998</cx:pt>
          <cx:pt idx="52">169.97999999999999</cx:pt>
          <cx:pt idx="53">254.97</cx:pt>
          <cx:pt idx="54">159.97999999999999</cx:pt>
          <cx:pt idx="55">238.96000000000001</cx:pt>
          <cx:pt idx="56">197.97</cx:pt>
          <cx:pt idx="57">254.97</cx:pt>
          <cx:pt idx="58">254.97</cx:pt>
          <cx:pt idx="59">437.93000000000001</cx:pt>
          <cx:pt idx="60">456.92000000000002</cx:pt>
          <cx:pt idx="61">335.95999999999998</cx:pt>
          <cx:pt idx="62">433.55000000000001</cx:pt>
          <cx:pt idx="63">408.36000000000001</cx:pt>
          <cx:pt idx="64">339.5</cx:pt>
          <cx:pt idx="65">433.55000000000001</cx:pt>
          <cx:pt idx="66">357.88</cx:pt>
          <cx:pt idx="67">362.42000000000002</cx:pt>
          <cx:pt idx="68">408.55000000000001</cx:pt>
          <cx:pt idx="69">429.31</cx:pt>
          <cx:pt idx="70">348.99000000000001</cx:pt>
          <cx:pt idx="71">288.43000000000001</cx:pt>
          <cx:pt idx="72">453.49000000000001</cx:pt>
          <cx:pt idx="73">192.52000000000001</cx:pt>
          <cx:pt idx="74">339.31</cx:pt>
          <cx:pt idx="75">157.97</cx:pt>
          <cx:pt idx="76">243.96000000000001</cx:pt>
          <cx:pt idx="77">395.35000000000002</cx:pt>
          <cx:pt idx="78">430.94999999999999</cx:pt>
          <cx:pt idx="79">447.5</cx:pt>
          <cx:pt idx="80">339.5</cx:pt>
          <cx:pt idx="81">433.55000000000001</cx:pt>
          <cx:pt idx="82">339.31</cx:pt>
          <cx:pt idx="83">305.44999999999999</cx:pt>
          <cx:pt idx="84">304.81999999999999</cx:pt>
          <cx:pt idx="85">908.50999999999999</cx:pt>
          <cx:pt idx="86">798.48000000000002</cx:pt>
          <cx:pt idx="87">834.82000000000005</cx:pt>
          <cx:pt idx="88">772.39999999999998</cx:pt>
          <cx:pt idx="89">659.89999999999998</cx:pt>
          <cx:pt idx="90">799.67999999999995</cx:pt>
          <cx:pt idx="91">343.87</cx:pt>
          <cx:pt idx="92">852.88999999999999</cx:pt>
          <cx:pt idx="93">854.09000000000003</cx:pt>
          <cx:pt idx="94">908.50999999999999</cx:pt>
          <cx:pt idx="95">303.63</cx:pt>
          <cx:pt idx="96">42.310000000000002</cx:pt>
          <cx:pt idx="97">799.67999999999995</cx:pt>
          <cx:pt idx="98">814.75</cx:pt>
          <cx:pt idx="99">88.769999999999996</cx:pt>
          <cx:pt idx="100">163.37</cx:pt>
          <cx:pt idx="101">68.969999999999999</cx:pt>
          <cx:pt idx="102">238.41999999999999</cx:pt>
          <cx:pt idx="103">95.25</cx:pt>
          <cx:pt idx="104">90.810000000000002</cx:pt>
          <cx:pt idx="105">150.78</cx:pt>
          <cx:pt idx="106">119.95999999999999</cx:pt>
          <cx:pt idx="107">114.95</cx:pt>
          <cx:pt idx="108">114.72</cx:pt>
          <cx:pt idx="109">191.93000000000001</cx:pt>
          <cx:pt idx="110">151.47</cx:pt>
          <cx:pt idx="111">238.13999999999999</cx:pt>
          <cx:pt idx="112">77.280000000000001</cx:pt>
          <cx:pt idx="113">151.44</cx:pt>
          <cx:pt idx="114">169.00999999999999</cx:pt>
          <cx:pt idx="115">137.94</cx:pt>
          <cx:pt idx="116">151.44</cx:pt>
          <cx:pt idx="117">102.75</cx:pt>
          <cx:pt idx="118">151.94</cx:pt>
          <cx:pt idx="119">178.94999999999999</cx:pt>
          <cx:pt idx="120">138.55000000000001</cx:pt>
          <cx:pt idx="121">156.96000000000001</cx:pt>
          <cx:pt idx="122">89.969999999999999</cx:pt>
          <cx:pt idx="123">130.55000000000001</cx:pt>
          <cx:pt idx="124">191.77000000000001</cx:pt>
          <cx:pt idx="125">123.95</cx:pt>
          <cx:pt idx="126">123.56</cx:pt>
          <cx:pt idx="127">59.079999999999998</cx:pt>
          <cx:pt idx="128">119.06</cx:pt>
          <cx:pt idx="129">66.810000000000002</cx:pt>
          <cx:pt idx="130">89.069999999999993</cx:pt>
          <cx:pt idx="131">90.030000000000001</cx:pt>
          <cx:pt idx="132">112.23999999999999</cx:pt>
          <cx:pt idx="133">66.980000000000004</cx:pt>
          <cx:pt idx="134">68.189999999999998</cx:pt>
          <cx:pt idx="135">89.209999999999994</cx:pt>
          <cx:pt idx="136">89.969999999999999</cx:pt>
          <cx:pt idx="137">100.95999999999999</cx:pt>
          <cx:pt idx="138">69.980000000000004</cx:pt>
          <cx:pt idx="139">151.44</cx:pt>
          <cx:pt idx="140">151.44</cx:pt>
          <cx:pt idx="141">68.969999999999999</cx:pt>
          <cx:pt idx="142">83.969999999999999</cx:pt>
          <cx:pt idx="143">122.98</cx:pt>
          <cx:pt idx="144">176.43000000000001</cx:pt>
          <cx:pt idx="145">446.32999999999998</cx:pt>
          <cx:pt idx="146">151.65000000000001</cx:pt>
          <cx:pt idx="147">90.719999999999999</cx:pt>
          <cx:pt idx="148">74.980000000000004</cx:pt>
          <cx:pt idx="149">127.36</cx:pt>
          <cx:pt idx="150">104.18000000000001</cx:pt>
          <cx:pt idx="151">98.269999999999996</cx:pt>
          <cx:pt idx="152">130.44999999999999</cx:pt>
          <cx:pt idx="153">127.95999999999999</cx:pt>
          <cx:pt idx="154">119.95999999999999</cx:pt>
          <cx:pt idx="155">119.36</cx:pt>
          <cx:pt idx="156">250.93000000000001</cx:pt>
          <cx:pt idx="157">130.66</cx:pt>
          <cx:pt idx="158">108.95999999999999</cx:pt>
          <cx:pt idx="159">257.94999999999999</cx:pt>
          <cx:pt idx="160">164.03</cx:pt>
          <cx:pt idx="161">84.140000000000001</cx:pt>
          <cx:pt idx="162">252.41999999999999</cx:pt>
          <cx:pt idx="163">332.04000000000002</cx:pt>
          <cx:pt idx="164">254.97</cx:pt>
          <cx:pt idx="165">251.38</cx:pt>
          <cx:pt idx="166">174.96000000000001</cx:pt>
          <cx:pt idx="167">81.590000000000003</cx:pt>
          <cx:pt idx="168">136.78999999999999</cx:pt>
          <cx:pt idx="169">329.94999999999999</cx:pt>
          <cx:pt idx="170">76.489999999999995</cx:pt>
          <cx:pt idx="171">134.97999999999999</cx:pt>
          <cx:pt idx="172">78.189999999999998</cx:pt>
          <cx:pt idx="173">197.97</cx:pt>
          <cx:pt idx="174">273.95999999999998</cx:pt>
          <cx:pt idx="175">263.95999999999998</cx:pt>
          <cx:pt idx="176">144.47999999999999</cx:pt>
          <cx:pt idx="177">252.41999999999999</cx:pt>
          <cx:pt idx="178">323.16000000000003</cx:pt>
          <cx:pt idx="179">249.87</cx:pt>
          <cx:pt idx="180">76.489999999999995</cx:pt>
          <cx:pt idx="181">318.54000000000002</cx:pt>
          <cx:pt idx="182">83.609999999999999</cx:pt>
          <cx:pt idx="183">254.97</cx:pt>
          <cx:pt idx="184">115.88</cx:pt>
          <cx:pt idx="185">254.97</cx:pt>
          <cx:pt idx="186">169.97999999999999</cx:pt>
          <cx:pt idx="187">329.94999999999999</cx:pt>
          <cx:pt idx="188">389.33999999999997</cx:pt>
          <cx:pt idx="189">282.94999999999999</cx:pt>
          <cx:pt idx="190">453.88</cx:pt>
          <cx:pt idx="191">348.51999999999998</cx:pt>
          <cx:pt idx="192">502.92000000000002</cx:pt>
          <cx:pt idx="193">485.35000000000002</cx:pt>
          <cx:pt idx="194">421.98000000000002</cx:pt>
          <cx:pt idx="195">527.91999999999996</cx:pt>
          <cx:pt idx="196">537.91999999999996</cx:pt>
          <cx:pt idx="197">414.94999999999999</cx:pt>
          <cx:pt idx="198">547.5</cx:pt>
          <cx:pt idx="199">71.980000000000004</cx:pt>
          <cx:pt idx="200">509.94</cx:pt>
          <cx:pt idx="201">395.94</cx:pt>
          <cx:pt idx="202">426.50999999999999</cx:pt>
          <cx:pt idx="203">417.88999999999999</cx:pt>
          <cx:pt idx="204">317.92000000000002</cx:pt>
          <cx:pt idx="205">423.92000000000002</cx:pt>
          <cx:pt idx="206">161.94</cx:pt>
          <cx:pt idx="207">254.97</cx:pt>
          <cx:pt idx="208">252.94999999999999</cx:pt>
          <cx:pt idx="209">286.94999999999999</cx:pt>
          <cx:pt idx="210">265.16000000000003</cx:pt>
          <cx:pt idx="211">356.32999999999998</cx:pt>
          <cx:pt idx="212">307.93000000000001</cx:pt>
          <cx:pt idx="213">445.06</cx:pt>
          <cx:pt idx="214">303.74000000000001</cx:pt>
          <cx:pt idx="215">348.80000000000001</cx:pt>
          <cx:pt idx="216">347.33999999999997</cx:pt>
          <cx:pt idx="217">329.94999999999999</cx:pt>
          <cx:pt idx="218">363.94</cx:pt>
          <cx:pt idx="219">256.17000000000002</cx:pt>
          <cx:pt idx="220">436.76999999999998</cx:pt>
          <cx:pt idx="221">363.94</cx:pt>
          <cx:pt idx="222">289.13999999999999</cx:pt>
          <cx:pt idx="223">393.92000000000002</cx:pt>
          <cx:pt idx="224">265.16000000000003</cx:pt>
          <cx:pt idx="225">426.14999999999998</cx:pt>
          <cx:pt idx="226">250.36000000000001</cx:pt>
          <cx:pt idx="227">254.97</cx:pt>
          <cx:pt idx="228">254.97</cx:pt>
          <cx:pt idx="229">254.97</cx:pt>
          <cx:pt idx="230">304.95999999999998</cx:pt>
          <cx:pt idx="231">477.33999999999997</cx:pt>
          <cx:pt idx="232">221.94999999999999</cx:pt>
          <cx:pt idx="233">424.94999999999999</cx:pt>
          <cx:pt idx="234">326.98000000000002</cx:pt>
          <cx:pt idx="235">332.35000000000002</cx:pt>
          <cx:pt idx="236">489.88999999999999</cx:pt>
          <cx:pt idx="237">532.85000000000002</cx:pt>
          <cx:pt idx="238">411.89999999999998</cx:pt>
          <cx:pt idx="239">455.80000000000001</cx:pt>
          <cx:pt idx="240">419.91000000000003</cx:pt>
          <cx:pt idx="241">420.41000000000003</cx:pt>
          <cx:pt idx="242">479.76999999999998</cx:pt>
          <cx:pt idx="243">299.94</cx:pt>
          <cx:pt idx="244">293.41000000000003</cx:pt>
          <cx:pt idx="245">559.87</cx:pt>
          <cx:pt idx="246">499.89999999999998</cx:pt>
          <cx:pt idx="247">361.89999999999998</cx:pt>
          <cx:pt idx="248">437.18000000000001</cx:pt>
          <cx:pt idx="249">293.17000000000002</cx:pt>
          <cx:pt idx="250">514.84000000000003</cx:pt>
          <cx:pt idx="251">380.16000000000003</cx:pt>
          <cx:pt idx="252">450.39999999999998</cx:pt>
          <cx:pt idx="253">252.93000000000001</cx:pt>
          <cx:pt idx="254">599.88</cx:pt>
          <cx:pt idx="255">329.91000000000003</cx:pt>
          <cx:pt idx="256">186.44</cx:pt>
          <cx:pt idx="257">415.27999999999997</cx:pt>
          <cx:pt idx="258">340.43000000000001</cx:pt>
          <cx:pt idx="259">355.94999999999999</cx:pt>
          <cx:pt idx="260">254.97</cx:pt>
          <cx:pt idx="261">169.97999999999999</cx:pt>
          <cx:pt idx="262">254.97</cx:pt>
          <cx:pt idx="263">169.97999999999999</cx:pt>
          <cx:pt idx="264">237.56</cx:pt>
          <cx:pt idx="265">263.95999999999998</cx:pt>
          <cx:pt idx="266">13.49</cx:pt>
          <cx:pt idx="267">185.97</cx:pt>
          <cx:pt idx="268">270.95999999999998</cx:pt>
          <cx:pt idx="269">387.94</cx:pt>
          <cx:pt idx="270">263.95999999999998</cx:pt>
          <cx:pt idx="271">262.95999999999998</cx:pt>
          <cx:pt idx="272">397.92000000000002</cx:pt>
          <cx:pt idx="273">311.91000000000003</cx:pt>
          <cx:pt idx="274">270.95999999999998</cx:pt>
          <cx:pt idx="275">156.97</cx:pt>
          <cx:pt idx="276">355.94999999999999</cx:pt>
          <cx:pt idx="277">246.97</cx:pt>
          <cx:pt idx="278">270.95999999999998</cx:pt>
          <cx:pt idx="279">270.95999999999998</cx:pt>
          <cx:pt idx="280">262.94</cx:pt>
          <cx:pt idx="281">270.95999999999998</cx:pt>
          <cx:pt idx="282">270.95999999999998</cx:pt>
          <cx:pt idx="283">254.97</cx:pt>
          <cx:pt idx="284">339.95999999999998</cx:pt>
          <cx:pt idx="285">263.95999999999998</cx:pt>
          <cx:pt idx="286">330.94999999999999</cx:pt>
          <cx:pt idx="287">309.93000000000001</cx:pt>
          <cx:pt idx="288">336.14999999999998</cx:pt>
          <cx:pt idx="289">189.56999999999999</cx:pt>
          <cx:pt idx="290">181.47</cx:pt>
          <cx:pt idx="291">321.43000000000001</cx:pt>
          <cx:pt idx="292">235.25999999999999</cx:pt>
          <cx:pt idx="293">206.46000000000001</cx:pt>
          <cx:pt idx="294">216.46000000000001</cx:pt>
          <cx:pt idx="295">174.47</cx:pt>
          <cx:pt idx="296">219.96000000000001</cx:pt>
          <cx:pt idx="297">216.25999999999999</cx:pt>
          <cx:pt idx="298">199.47</cx:pt>
          <cx:pt idx="299">196.47</cx:pt>
          <cx:pt idx="300">199.47</cx:pt>
          <cx:pt idx="301">391.43000000000001</cx:pt>
          <cx:pt idx="302">199.47</cx:pt>
          <cx:pt idx="303">197.47</cx:pt>
          <cx:pt idx="304">212.96000000000001</cx:pt>
          <cx:pt idx="305">196.27000000000001</cx:pt>
          <cx:pt idx="306">211.46000000000001</cx:pt>
          <cx:pt idx="307">221.25999999999999</cx:pt>
          <cx:pt idx="308">220.25999999999999</cx:pt>
          <cx:pt idx="309">216.46000000000001</cx:pt>
          <cx:pt idx="310">214.46000000000001</cx:pt>
          <cx:pt idx="311">189.46000000000001</cx:pt>
          <cx:pt idx="312">215.25999999999999</cx:pt>
          <cx:pt idx="313">201.27000000000001</cx:pt>
          <cx:pt idx="314">189.46000000000001</cx:pt>
          <cx:pt idx="315">200.46000000000001</cx:pt>
          <cx:pt idx="316">199.47</cx:pt>
          <cx:pt idx="317">-3</cx:pt>
          <cx:pt idx="318">191.46000000000001</cx:pt>
          <cx:pt idx="319">199.47</cx:pt>
          <cx:pt idx="320">201.27000000000001</cx:pt>
          <cx:pt idx="321">499.41000000000003</cx:pt>
          <cx:pt idx="322">211.46000000000001</cx:pt>
          <cx:pt idx="323">174.47</cx:pt>
          <cx:pt idx="324">181.47</cx:pt>
          <cx:pt idx="325">199.47</cx:pt>
          <cx:pt idx="326">172.47</cx:pt>
          <cx:pt idx="327">199.47</cx:pt>
          <cx:pt idx="328">218.46000000000001</cx:pt>
          <cx:pt idx="329">199.47</cx:pt>
          <cx:pt idx="330">212.46000000000001</cx:pt>
          <cx:pt idx="331">195.93000000000001</cx:pt>
          <cx:pt idx="332">530.91999999999996</cx:pt>
          <cx:pt idx="333">252.06</cx:pt>
          <cx:pt idx="334">734.34000000000003</cx:pt>
          <cx:pt idx="335">529.41999999999996</cx:pt>
          <cx:pt idx="336">529.41999999999996</cx:pt>
          <cx:pt idx="337">661.39999999999998</cx:pt>
          <cx:pt idx="338">527.91999999999996</cx:pt>
          <cx:pt idx="339">615.88999999999999</cx:pt>
          <cx:pt idx="340">529.41999999999996</cx:pt>
          <cx:pt idx="341">529.41999999999996</cx:pt>
          <cx:pt idx="342">789.36000000000001</cx:pt>
          <cx:pt idx="343">530.91999999999996</cx:pt>
          <cx:pt idx="344">691.21000000000004</cx:pt>
          <cx:pt idx="345">582.88</cx:pt>
          <cx:pt idx="346">518.34000000000003</cx:pt>
          <cx:pt idx="347">662.00999999999999</cx:pt>
          <cx:pt idx="348">518.86000000000001</cx:pt>
          <cx:pt idx="349">527.91999999999996</cx:pt>
          <cx:pt idx="350">636.39999999999998</cx:pt>
          <cx:pt idx="351">565.11000000000001</cx:pt>
          <cx:pt idx="352">207.94999999999999</cx:pt>
          <cx:pt idx="353">187.96000000000001</cx:pt>
          <cx:pt idx="354">219.97</cx:pt>
          <cx:pt idx="355">254.97</cx:pt>
          <cx:pt idx="356">254.97</cx:pt>
          <cx:pt idx="357">187.96000000000001</cx:pt>
          <cx:pt idx="358">294.94</cx:pt>
          <cx:pt idx="359">169.97999999999999</cx:pt>
          <cx:pt idx="360">169.97999999999999</cx:pt>
          <cx:pt idx="361">583.88</cx:pt>
          <cx:pt idx="362">184.94999999999999</cx:pt>
          <cx:pt idx="363">187.96000000000001</cx:pt>
          <cx:pt idx="364">254.97</cx:pt>
          <cx:pt idx="365">169.97999999999999</cx:pt>
          <cx:pt idx="366">254.97</cx:pt>
          <cx:pt idx="367">254.97</cx:pt>
          <cx:pt idx="368">254.97</cx:pt>
          <cx:pt idx="369">292.94</cx:pt>
          <cx:pt idx="370">254.97</cx:pt>
          <cx:pt idx="371">206.96000000000001</cx:pt>
          <cx:pt idx="372">247.94999999999999</cx:pt>
          <cx:pt idx="373">254.97</cx:pt>
          <cx:pt idx="374">207.94999999999999</cx:pt>
          <cx:pt idx="375">263.95999999999998</cx:pt>
          <cx:pt idx="376">3.9199999999999999</cx:pt>
          <cx:pt idx="377">233.93000000000001</cx:pt>
          <cx:pt idx="378">172.97</cx:pt>
          <cx:pt idx="379">224.94</cx:pt>
          <cx:pt idx="380">263.95999999999998</cx:pt>
          <cx:pt idx="381">78.900000000000006</cx:pt>
          <cx:pt idx="382">254.97</cx:pt>
          <cx:pt idx="383">19.280000000000001</cx:pt>
          <cx:pt idx="384">197.97</cx:pt>
          <cx:pt idx="385">-9.9800000000000004</cx:pt>
          <cx:pt idx="386">272.94999999999999</cx:pt>
          <cx:pt idx="387">254.97</cx:pt>
          <cx:pt idx="388">264.94999999999999</cx:pt>
          <cx:pt idx="389">272.94999999999999</cx:pt>
          <cx:pt idx="390">221.55000000000001</cx:pt>
          <cx:pt idx="391">254.97</cx:pt>
          <cx:pt idx="392">659.89999999999998</cx:pt>
          <cx:pt idx="393">119.95999999999999</cx:pt>
          <cx:pt idx="394">339.95999999999998</cx:pt>
          <cx:pt idx="395">611.84000000000003</cx:pt>
          <cx:pt idx="396">119.95999999999999</cx:pt>
          <cx:pt idx="397">339.95999999999998</cx:pt>
          <cx:pt idx="398">99.980000000000004</cx:pt>
          <cx:pt idx="399">339.95999999999998</cx:pt>
          <cx:pt idx="400">169.97999999999999</cx:pt>
          <cx:pt idx="401">263.95999999999998</cx:pt>
          <cx:pt idx="402">169.97999999999999</cx:pt>
          <cx:pt idx="403">659.89999999999998</cx:pt>
          <cx:pt idx="404">849.89999999999998</cx:pt>
          <cx:pt idx="405">59.950000000000003</cx:pt>
          <cx:pt idx="406">169.97999999999999</cx:pt>
          <cx:pt idx="407">169.41999999999999</cx:pt>
          <cx:pt idx="408">679.91999999999996</cx:pt>
          <cx:pt idx="409">149.94</cx:pt>
          <cx:pt idx="410">191.72</cx:pt>
          <cx:pt idx="411">339.95999999999998</cx:pt>
          <cx:pt idx="412">149.94</cx:pt>
          <cx:pt idx="413">375.89999999999998</cx:pt>
          <cx:pt idx="414">764.90999999999997</cx:pt>
          <cx:pt idx="415">159.97999999999999</cx:pt>
          <cx:pt idx="416">199.97</cx:pt>
          <cx:pt idx="417">187.97</cx:pt>
          <cx:pt idx="418">126.98</cx:pt>
          <cx:pt idx="419">137.97999999999999</cx:pt>
          <cx:pt idx="420">224.03999999999999</cx:pt>
          <cx:pt idx="421">137.97999999999999</cx:pt>
          <cx:pt idx="422">159.97999999999999</cx:pt>
          <cx:pt idx="423">235.94999999999999</cx:pt>
          <cx:pt idx="424">209.97</cx:pt>
          <cx:pt idx="425">126.98</cx:pt>
          <cx:pt idx="426">129.97999999999999</cx:pt>
          <cx:pt idx="427">159.97999999999999</cx:pt>
          <cx:pt idx="428">51.960000000000001</cx:pt>
          <cx:pt idx="429">159.97999999999999</cx:pt>
          <cx:pt idx="430">140.97</cx:pt>
          <cx:pt idx="431">209.97</cx:pt>
          <cx:pt idx="432">159.97999999999999</cx:pt>
          <cx:pt idx="433">163.97</cx:pt>
          <cx:pt idx="434">99.980000000000004</cx:pt>
          <cx:pt idx="435">209.97</cx:pt>
          <cx:pt idx="436">199.97</cx:pt>
          <cx:pt idx="437">199.34999999999999</cx:pt>
          <cx:pt idx="438">209.97</cx:pt>
          <cx:pt idx="439">140.97</cx:pt>
          <cx:pt idx="440">149.97999999999999</cx:pt>
          <cx:pt idx="441">126.98</cx:pt>
          <cx:pt idx="442">159.97999999999999</cx:pt>
          <cx:pt idx="443">140.97</cx:pt>
          <cx:pt idx="444">209.97</cx:pt>
          <cx:pt idx="445">209.97</cx:pt>
          <cx:pt idx="446">209.97</cx:pt>
          <cx:pt idx="447">191.94999999999999</cx:pt>
          <cx:pt idx="448">79.980000000000004</cx:pt>
          <cx:pt idx="449">116.98</cx:pt>
          <cx:pt idx="450">129.97999999999999</cx:pt>
          <cx:pt idx="451">126.98</cx:pt>
          <cx:pt idx="452">209.97</cx:pt>
          <cx:pt idx="453">49.920000000000002</cx:pt>
          <cx:pt idx="454">79.989999999999995</cx:pt>
          <cx:pt idx="455">149.97999999999999</cx:pt>
          <cx:pt idx="456">159.97999999999999</cx:pt>
          <cx:pt idx="457">127.98</cx:pt>
          <cx:pt idx="458">209.97</cx:pt>
          <cx:pt idx="459">209.97</cx:pt>
          <cx:pt idx="460">165.97</cx:pt>
          <cx:pt idx="461">126.98</cx:pt>
          <cx:pt idx="462">159.97999999999999</cx:pt>
          <cx:pt idx="463">151.97</cx:pt>
          <cx:pt idx="464">116.98</cx:pt>
          <cx:pt idx="465">159.97999999999999</cx:pt>
          <cx:pt idx="466">501.33999999999997</cx:pt>
          <cx:pt idx="467">273.87</cx:pt>
          <cx:pt idx="468">65.989999999999995</cx:pt>
          <cx:pt idx="469">339.95999999999998</cx:pt>
          <cx:pt idx="470">557.89999999999998</cx:pt>
          <cx:pt idx="471">1393.0599999999999</cx:pt>
          <cx:pt idx="472">189.16</cx:pt>
          <cx:pt idx="473">834.90999999999997</cx:pt>
          <cx:pt idx="474">247.24000000000001</cx:pt>
          <cx:pt idx="475">-1.2</cx:pt>
          <cx:pt idx="476">710.84000000000003</cx:pt>
          <cx:pt idx="477">819.86000000000001</cx:pt>
          <cx:pt idx="478">1007.8200000000001</cx:pt>
          <cx:pt idx="479">424.85000000000002</cx:pt>
          <cx:pt idx="480">399.94999999999999</cx:pt>
          <cx:pt idx="481">399.94999999999999</cx:pt>
          <cx:pt idx="482">399.94999999999999</cx:pt>
          <cx:pt idx="483">319.89999999999998</cx:pt>
          <cx:pt idx="484">66.25</cx:pt>
          <cx:pt idx="485">524.85000000000002</cx:pt>
          <cx:pt idx="486">359.89999999999998</cx:pt>
          <cx:pt idx="487">419.89999999999998</cx:pt>
          <cx:pt idx="488">459.89999999999998</cx:pt>
          <cx:pt idx="489">459.89999999999998</cx:pt>
          <cx:pt idx="490">419.89999999999998</cx:pt>
          <cx:pt idx="491">459.89999999999998</cx:pt>
          <cx:pt idx="492">401.25</cx:pt>
          <cx:pt idx="493">359.89999999999998</cx:pt>
          <cx:pt idx="494">359.89999999999998</cx:pt>
          <cx:pt idx="495">451.91000000000003</cx:pt>
          <cx:pt idx="496">459.89999999999998</cx:pt>
          <cx:pt idx="497">451.91000000000003</cx:pt>
          <cx:pt idx="498">399.94999999999999</cx:pt>
          <cx:pt idx="499">459.89999999999998</cx:pt>
          <cx:pt idx="500">359.89999999999998</cx:pt>
          <cx:pt idx="501">429.89999999999998</cx:pt>
          <cx:pt idx="502">71.430000000000007</cx:pt>
          <cx:pt idx="503">214.06</cx:pt>
          <cx:pt idx="504">100.98</cx:pt>
          <cx:pt idx="505">84.989999999999995</cx:pt>
          <cx:pt idx="506">169.97999999999999</cx:pt>
          <cx:pt idx="507">253.96000000000001</cx:pt>
          <cx:pt idx="508">168.56</cx:pt>
          <cx:pt idx="509">84.989999999999995</cx:pt>
          <cx:pt idx="510">84.989999999999995</cx:pt>
          <cx:pt idx="511">118.2</cx:pt>
          <cx:pt idx="512">121.97</cx:pt>
          <cx:pt idx="513">60.979999999999997</cx:pt>
          <cx:pt idx="514">79.959999999999994</cx:pt>
          <cx:pt idx="515">170.96000000000001</cx:pt>
          <cx:pt idx="516">119.97</cx:pt>
          <cx:pt idx="517">179.12</cx:pt>
          <cx:pt idx="518">235.94999999999999</cx:pt>
          <cx:pt idx="519">84.989999999999995</cx:pt>
          <cx:pt idx="520">53.969999999999999</cx:pt>
          <cx:pt idx="521">226.94</cx:pt>
          <cx:pt idx="522">196.94999999999999</cx:pt>
          <cx:pt idx="523">113.15000000000001</cx:pt>
          <cx:pt idx="524">114.98</cx:pt>
          <cx:pt idx="525">113.86</cx:pt>
          <cx:pt idx="526">122.97</cx:pt>
          <cx:pt idx="527">84.989999999999995</cx:pt>
          <cx:pt idx="528">138.46000000000001</cx:pt>
          <cx:pt idx="529">237.96000000000001</cx:pt>
          <cx:pt idx="530">271.83999999999997</cx:pt>
          <cx:pt idx="531">84.989999999999995</cx:pt>
          <cx:pt idx="532">183.94999999999999</cx:pt>
          <cx:pt idx="533">238.96000000000001</cx:pt>
          <cx:pt idx="534">187.31999999999999</cx:pt>
          <cx:pt idx="535">100.98</cx:pt>
          <cx:pt idx="536">84.989999999999995</cx:pt>
          <cx:pt idx="537">172.94999999999999</cx:pt>
          <cx:pt idx="538">173.94</cx:pt>
          <cx:pt idx="539">114.98</cx:pt>
          <cx:pt idx="540">155.97</cx:pt>
          <cx:pt idx="541">84.989999999999995</cx:pt>
          <cx:pt idx="542">75.650000000000006</cx:pt>
          <cx:pt idx="543">167.97</cx:pt>
          <cx:pt idx="544">244.53999999999999</cx:pt>
          <cx:pt idx="545">215.94999999999999</cx:pt>
          <cx:pt idx="546">103.98</cx:pt>
          <cx:pt idx="547">339.95999999999998</cx:pt>
          <cx:pt idx="548">310.51999999999998</cx:pt>
          <cx:pt idx="549">197.94999999999999</cx:pt>
          <cx:pt idx="550">254.97</cx:pt>
          <cx:pt idx="551">339.95999999999998</cx:pt>
          <cx:pt idx="552">509.94</cx:pt>
          <cx:pt idx="553">254.97</cx:pt>
          <cx:pt idx="554">121.98</cx:pt>
          <cx:pt idx="555">509.94</cx:pt>
          <cx:pt idx="556">255.66</cx:pt>
          <cx:pt idx="557">169.97999999999999</cx:pt>
          <cx:pt idx="558">339.95999999999998</cx:pt>
          <cx:pt idx="559">272.95999999999998</cx:pt>
          <cx:pt idx="560">254.97</cx:pt>
          <cx:pt idx="561">263.95999999999998</cx:pt>
          <cx:pt idx="562">172.97</cx:pt>
          <cx:pt idx="563">254.97</cx:pt>
          <cx:pt idx="564">254.97</cx:pt>
          <cx:pt idx="565">136.75999999999999</cx:pt>
          <cx:pt idx="566">197.97</cx:pt>
          <cx:pt idx="567">155.97</cx:pt>
          <cx:pt idx="568">339.95999999999998</cx:pt>
          <cx:pt idx="569">334.94999999999999</cx:pt>
          <cx:pt idx="570">254.97</cx:pt>
          <cx:pt idx="571">121.98</cx:pt>
          <cx:pt idx="572">254.97</cx:pt>
          <cx:pt idx="573">254.97</cx:pt>
          <cx:pt idx="574">197.97</cx:pt>
          <cx:pt idx="575">249.25999999999999</cx:pt>
          <cx:pt idx="576">375.94</cx:pt>
          <cx:pt idx="577">339.95999999999998</cx:pt>
          <cx:pt idx="578">263.95999999999998</cx:pt>
          <cx:pt idx="579">169.97999999999999</cx:pt>
          <cx:pt idx="580">242.96000000000001</cx:pt>
          <cx:pt idx="581">329.94999999999999</cx:pt>
          <cx:pt idx="582">254.97</cx:pt>
          <cx:pt idx="583">254.97</cx:pt>
          <cx:pt idx="584">339.95999999999998</cx:pt>
          <cx:pt idx="585">339.95999999999998</cx:pt>
          <cx:pt idx="586">197.97</cx:pt>
          <cx:pt idx="587">254.97</cx:pt>
          <cx:pt idx="588">263.95999999999998</cx:pt>
          <cx:pt idx="589">339.95999999999998</cx:pt>
          <cx:pt idx="590">272.95999999999998</cx:pt>
          <cx:pt idx="591">129.84999999999999</cx:pt>
          <cx:pt idx="592">106.37</cx:pt>
          <cx:pt idx="593">102.06</cx:pt>
          <cx:pt idx="594">108.75</cx:pt>
          <cx:pt idx="595">107.45</cx:pt>
          <cx:pt idx="596">89.049999999999997</cx:pt>
          <cx:pt idx="597">121.36</cx:pt>
          <cx:pt idx="598">83.599999999999994</cx:pt>
          <cx:pt idx="599">89.950000000000003</cx:pt>
          <cx:pt idx="600">106.37</cx:pt>
          <cx:pt idx="601">110.31</cx:pt>
          <cx:pt idx="602">106.37</cx:pt>
          <cx:pt idx="603">107.45</cx:pt>
          <cx:pt idx="604">136</cx:pt>
          <cx:pt idx="605">91.329999999999998</cx:pt>
          <cx:pt idx="606">106.37</cx:pt>
          <cx:pt idx="607">107.45</cx:pt>
          <cx:pt idx="608">106.37</cx:pt>
          <cx:pt idx="609">106.37</cx:pt>
          <cx:pt idx="610">106.37</cx:pt>
          <cx:pt idx="611">89.099999999999994</cx:pt>
          <cx:pt idx="612">106.37</cx:pt>
          <cx:pt idx="613">57.079999999999998</cx:pt>
          <cx:pt idx="614">89.950000000000003</cx:pt>
          <cx:pt idx="615">107.45</cx:pt>
          <cx:pt idx="616">105</cx:pt>
          <cx:pt idx="617">90.930000000000007</cx:pt>
          <cx:pt idx="618">89.230000000000004</cx:pt>
          <cx:pt idx="619">89.049999999999997</cx:pt>
          <cx:pt idx="620">107.45</cx:pt>
          <cx:pt idx="621">106.37</cx:pt>
          <cx:pt idx="622">107.45</cx:pt>
          <cx:pt idx="623">107.45</cx:pt>
          <cx:pt idx="624">106.37</cx:pt>
          <cx:pt idx="625">106.37</cx:pt>
          <cx:pt idx="626">115.48999999999999</cx:pt>
          <cx:pt idx="627">45.509999999999998</cx:pt>
          <cx:pt idx="628">106.37</cx:pt>
          <cx:pt idx="629">89.049999999999997</cx:pt>
          <cx:pt idx="630">106.37</cx:pt>
          <cx:pt idx="631">100.39</cx:pt>
          <cx:pt idx="632">88.569999999999993</cx:pt>
          <cx:pt idx="633">106.54000000000001</cx:pt>
          <cx:pt idx="634">45.259999999999998</cx:pt>
          <cx:pt idx="635">106.14</cx:pt>
          <cx:pt idx="636">107.45</cx:pt>
          <cx:pt idx="637">128.94</cx:pt>
          <cx:pt idx="638">106.37</cx:pt>
          <cx:pt idx="639">106.37</cx:pt>
          <cx:pt idx="640">87.099999999999994</cx:pt>
          <cx:pt idx="641">89.049999999999997</cx:pt>
          <cx:pt idx="642">101.20999999999999</cx:pt>
          <cx:pt idx="643">107.45</cx:pt>
          <cx:pt idx="644">136.97999999999999</cx:pt>
          <cx:pt idx="645">89.049999999999997</cx:pt>
          <cx:pt idx="646">105.3</cx:pt>
          <cx:pt idx="647">89.049999999999997</cx:pt>
          <cx:pt idx="648">129.36000000000001</cx:pt>
          <cx:pt idx="649">89.049999999999997</cx:pt>
          <cx:pt idx="650">70.659999999999997</cx:pt>
          <cx:pt idx="651">107.45</cx:pt>
          <cx:pt idx="652">84.349999999999994</cx:pt>
          <cx:pt idx="653">63.899999999999999</cx:pt>
          <cx:pt idx="654">106.37</cx:pt>
          <cx:pt idx="655">56.130000000000003</cx:pt>
          <cx:pt idx="656">89.049999999999997</cx:pt>
          <cx:pt idx="657">106.37</cx:pt>
          <cx:pt idx="658">104.37</cx:pt>
          <cx:pt idx="659">89.049999999999997</cx:pt>
          <cx:pt idx="660">89.950000000000003</cx:pt>
          <cx:pt idx="661">102.31999999999999</cx:pt>
          <cx:pt idx="662">97.069999999999993</cx:pt>
          <cx:pt idx="663">46.270000000000003</cx:pt>
          <cx:pt idx="664">74.939999999999998</cx:pt>
          <cx:pt idx="665">107.45</cx:pt>
          <cx:pt idx="666">107.45</cx:pt>
          <cx:pt idx="667">106.37</cx:pt>
          <cx:pt idx="668">106.37</cx:pt>
          <cx:pt idx="669">89.950000000000003</cx:pt>
          <cx:pt idx="670">106.8</cx:pt>
          <cx:pt idx="671">84.379999999999995</cx:pt>
          <cx:pt idx="672">107.45</cx:pt>
          <cx:pt idx="673">143.93000000000001</cx:pt>
          <cx:pt idx="674">84.099999999999994</cx:pt>
          <cx:pt idx="675">104.94</cx:pt>
          <cx:pt idx="676">99.790000000000006</cx:pt>
          <cx:pt idx="677">107.45</cx:pt>
          <cx:pt idx="678">107.45</cx:pt>
          <cx:pt idx="679">106.37</cx:pt>
          <cx:pt idx="680">104.94</cx:pt>
          <cx:pt idx="681">106.37</cx:pt>
          <cx:pt idx="682">106.37</cx:pt>
          <cx:pt idx="683">89.719999999999999</cx:pt>
          <cx:pt idx="684">106.59</cx:pt>
          <cx:pt idx="685">84.099999999999994</cx:pt>
          <cx:pt idx="686">107.28</cx:pt>
          <cx:pt idx="687">84.879999999999995</cx:pt>
          <cx:pt idx="688">106.55</cx:pt>
          <cx:pt idx="689">89.049999999999997</cx:pt>
          <cx:pt idx="690">107.45</cx:pt>
          <cx:pt idx="691">106.37</cx:pt>
          <cx:pt idx="692">258.44999999999999</cx:pt>
          <cx:pt idx="693">265.45999999999998</cx:pt>
          <cx:pt idx="694">263.95999999999998</cx:pt>
          <cx:pt idx="695">265.25999999999999</cx:pt>
          <cx:pt idx="696">319.42000000000002</cx:pt>
          <cx:pt idx="697">79.980000000000004</cx:pt>
          <cx:pt idx="698">293.94</cx:pt>
          <cx:pt idx="699">278.94999999999999</cx:pt>
          <cx:pt idx="700">323.94</cx:pt>
          <cx:pt idx="701">265.45999999999998</cx:pt>
          <cx:pt idx="702">184.25999999999999</cx:pt>
          <cx:pt idx="703">265.45999999999998</cx:pt>
          <cx:pt idx="704">312.42000000000002</cx:pt>
          <cx:pt idx="705">269.44999999999999</cx:pt>
          <cx:pt idx="706">325.44</cx:pt>
          <cx:pt idx="707">263.44</cx:pt>
          <cx:pt idx="708">194.44999999999999</cx:pt>
          <cx:pt idx="709">59.960000000000001</cx:pt>
          <cx:pt idx="710">395.94</cx:pt>
          <cx:pt idx="711">339.95999999999998</cx:pt>
          <cx:pt idx="712">395.94</cx:pt>
          <cx:pt idx="713">314.95999999999998</cx:pt>
          <cx:pt idx="714">342.81999999999999</cx:pt>
          <cx:pt idx="715">329.83999999999997</cx:pt>
          <cx:pt idx="716">328.82999999999998</cx:pt>
          <cx:pt idx="717">54.990000000000002</cx:pt>
          <cx:pt idx="718">226.13999999999999</cx:pt>
          <cx:pt idx="719">54.969999999999999</cx:pt>
          <cx:pt idx="720">339.95999999999998</cx:pt>
          <cx:pt idx="721">431.44999999999999</cx:pt>
          <cx:pt idx="722">339.95999999999998</cx:pt>
          <cx:pt idx="723">377.94</cx:pt>
          <cx:pt idx="724">17.289999999999999</cx:pt>
          <cx:pt idx="725">639.89999999999998</cx:pt>
          <cx:pt idx="726">339.95999999999998</cx:pt>
          <cx:pt idx="727">339.95999999999998</cx:pt>
          <cx:pt idx="728">428.31999999999999</cx:pt>
          <cx:pt idx="729">83.280000000000001</cx:pt>
          <cx:pt idx="730">329.94999999999999</cx:pt>
          <cx:pt idx="731">56.969999999999999</cx:pt>
          <cx:pt idx="732">263.95999999999998</cx:pt>
          <cx:pt idx="733">1055.6500000000001</cx:pt>
          <cx:pt idx="734">396.18000000000001</cx:pt>
          <cx:pt idx="735">593.90999999999997</cx:pt>
          <cx:pt idx="736">361.27999999999997</cx:pt>
          <cx:pt idx="737">51.960000000000001</cx:pt>
          <cx:pt idx="738">1177.8599999999999</cx:pt>
          <cx:pt idx="739">1199.7</cx:pt>
          <cx:pt idx="740">550.27999999999997</cx:pt>
          <cx:pt idx="741">197.97</cx:pt>
          <cx:pt idx="742">402.44999999999999</cx:pt>
          <cx:pt idx="743">84.989999999999995</cx:pt>
          <cx:pt idx="744">84.989999999999995</cx:pt>
          <cx:pt idx="745">54.979999999999997</cx:pt>
          <cx:pt idx="746">84.989999999999995</cx:pt>
          <cx:pt idx="747">65.989999999999995</cx:pt>
          <cx:pt idx="748">71.989999999999995</cx:pt>
          <cx:pt idx="749">71.989999999999995</cx:pt>
          <cx:pt idx="750">65.989999999999995</cx:pt>
          <cx:pt idx="751">70.989999999999995</cx:pt>
          <cx:pt idx="752">70.989999999999995</cx:pt>
          <cx:pt idx="753">54.979999999999997</cx:pt>
          <cx:pt idx="754">84.989999999999995</cx:pt>
          <cx:pt idx="755">84.989999999999995</cx:pt>
          <cx:pt idx="756">54.979999999999997</cx:pt>
          <cx:pt idx="757">54.979999999999997</cx:pt>
          <cx:pt idx="758">84.989999999999995</cx:pt>
          <cx:pt idx="759">84.989999999999995</cx:pt>
          <cx:pt idx="760">32</cx:pt>
          <cx:pt idx="761">32</cx:pt>
          <cx:pt idx="762">84.989999999999995</cx:pt>
          <cx:pt idx="763">84.989999999999995</cx:pt>
          <cx:pt idx="764">84.989999999999995</cx:pt>
          <cx:pt idx="765">84.989999999999995</cx:pt>
          <cx:pt idx="766">65.989999999999995</cx:pt>
          <cx:pt idx="767">65.989999999999995</cx:pt>
          <cx:pt idx="768">68.989999999999995</cx:pt>
          <cx:pt idx="769">10</cx:pt>
          <cx:pt idx="770">68.989999999999995</cx:pt>
          <cx:pt idx="771">84.989999999999995</cx:pt>
          <cx:pt idx="772">84.989999999999995</cx:pt>
          <cx:pt idx="773">84.989999999999995</cx:pt>
          <cx:pt idx="774">84.989999999999995</cx:pt>
          <cx:pt idx="775">84.989999999999995</cx:pt>
          <cx:pt idx="776">68.989999999999995</cx:pt>
          <cx:pt idx="777">76.989999999999995</cx:pt>
          <cx:pt idx="778">76.989999999999995</cx:pt>
          <cx:pt idx="779">68.989999999999995</cx:pt>
          <cx:pt idx="780">65.989999999999995</cx:pt>
          <cx:pt idx="781">64.989999999999995</cx:pt>
          <cx:pt idx="782">64.989999999999995</cx:pt>
          <cx:pt idx="783">65.989999999999995</cx:pt>
          <cx:pt idx="784">84.989999999999995</cx:pt>
          <cx:pt idx="785">84.989999999999995</cx:pt>
          <cx:pt idx="786">10</cx:pt>
          <cx:pt idx="787">65.989999999999995</cx:pt>
          <cx:pt idx="788">91.680000000000007</cx:pt>
          <cx:pt idx="789">91.680000000000007</cx:pt>
          <cx:pt idx="790">84.989999999999995</cx:pt>
          <cx:pt idx="791">79.329999999999998</cx:pt>
          <cx:pt idx="792">79.329999999999998</cx:pt>
          <cx:pt idx="793">65.989999999999995</cx:pt>
          <cx:pt idx="794">65.989999999999995</cx:pt>
          <cx:pt idx="795">84.989999999999995</cx:pt>
          <cx:pt idx="796">84.989999999999995</cx:pt>
          <cx:pt idx="797">84.989999999999995</cx:pt>
          <cx:pt idx="798">84.989999999999995</cx:pt>
          <cx:pt idx="799">51.289999999999999</cx:pt>
          <cx:pt idx="800">51.289999999999999</cx:pt>
          <cx:pt idx="801">65.989999999999995</cx:pt>
          <cx:pt idx="802">84.989999999999995</cx:pt>
          <cx:pt idx="803">84.989999999999995</cx:pt>
          <cx:pt idx="804">64.790000000000006</cx:pt>
          <cx:pt idx="805">65.329999999999998</cx:pt>
          <cx:pt idx="806">64.790000000000006</cx:pt>
          <cx:pt idx="807">65.329999999999998</cx:pt>
          <cx:pt idx="808">65.989999999999995</cx:pt>
          <cx:pt idx="809">84.989999999999995</cx:pt>
          <cx:pt idx="810">74.989999999999995</cx:pt>
          <cx:pt idx="811">84.989999999999995</cx:pt>
          <cx:pt idx="812">74.989999999999995</cx:pt>
          <cx:pt idx="813">65.989999999999995</cx:pt>
          <cx:pt idx="814">84.989999999999995</cx:pt>
          <cx:pt idx="815">84.989999999999995</cx:pt>
          <cx:pt idx="816">84.989999999999995</cx:pt>
          <cx:pt idx="817">68.989999999999995</cx:pt>
          <cx:pt idx="818">84.989999999999995</cx:pt>
          <cx:pt idx="819">84.989999999999995</cx:pt>
          <cx:pt idx="820">65.989999999999995</cx:pt>
          <cx:pt idx="821">56.229999999999997</cx:pt>
          <cx:pt idx="822">65.989999999999995</cx:pt>
          <cx:pt idx="823">56.229999999999997</cx:pt>
          <cx:pt idx="824">90.980000000000004</cx:pt>
          <cx:pt idx="825">90.980000000000004</cx:pt>
          <cx:pt idx="826">68.989999999999995</cx:pt>
          <cx:pt idx="827">68.989999999999995</cx:pt>
          <cx:pt idx="828">79.980000000000004</cx:pt>
          <cx:pt idx="829">84.989999999999995</cx:pt>
          <cx:pt idx="830">84.989999999999995</cx:pt>
          <cx:pt idx="831">65.989999999999995</cx:pt>
          <cx:pt idx="832">79.980000000000004</cx:pt>
          <cx:pt idx="833">114.98</cx:pt>
          <cx:pt idx="834">65.989999999999995</cx:pt>
          <cx:pt idx="835">84.989999999999995</cx:pt>
          <cx:pt idx="836">114.98</cx:pt>
          <cx:pt idx="837">84.989999999999995</cx:pt>
          <cx:pt idx="838">65.329999999999998</cx:pt>
          <cx:pt idx="839">84.989999999999995</cx:pt>
          <cx:pt idx="840">84.989999999999995</cx:pt>
          <cx:pt idx="841">84.989999999999995</cx:pt>
          <cx:pt idx="842">65.989999999999995</cx:pt>
          <cx:pt idx="843">84.989999999999995</cx:pt>
          <cx:pt idx="844">65.329999999999998</cx:pt>
          <cx:pt idx="845">65.989999999999995</cx:pt>
          <cx:pt idx="846">65.989999999999995</cx:pt>
          <cx:pt idx="847">84.989999999999995</cx:pt>
          <cx:pt idx="848">80.980000000000004</cx:pt>
          <cx:pt idx="849">84.989999999999995</cx:pt>
          <cx:pt idx="850">80.980000000000004</cx:pt>
          <cx:pt idx="851">99.980000000000004</cx:pt>
          <cx:pt idx="852">77.739999999999995</cx:pt>
          <cx:pt idx="853">84.989999999999995</cx:pt>
          <cx:pt idx="854">65.989999999999995</cx:pt>
          <cx:pt idx="855">65.989999999999995</cx:pt>
          <cx:pt idx="856">84.989999999999995</cx:pt>
          <cx:pt idx="857">84.989999999999995</cx:pt>
          <cx:pt idx="858">77.739999999999995</cx:pt>
          <cx:pt idx="859">84.989999999999995</cx:pt>
          <cx:pt idx="860">161.30000000000001</cx:pt>
          <cx:pt idx="861">84.989999999999995</cx:pt>
          <cx:pt idx="862">161.30000000000001</cx:pt>
          <cx:pt idx="863">84.989999999999995</cx:pt>
          <cx:pt idx="864">104.98</cx:pt>
          <cx:pt idx="865">40</cx:pt>
          <cx:pt idx="866">104.98</cx:pt>
          <cx:pt idx="867">84.989999999999995</cx:pt>
          <cx:pt idx="868">84.989999999999995</cx:pt>
          <cx:pt idx="869">84.989999999999995</cx:pt>
          <cx:pt idx="870">65.989999999999995</cx:pt>
          <cx:pt idx="871">65.989999999999995</cx:pt>
          <cx:pt idx="872">84.989999999999995</cx:pt>
          <cx:pt idx="873">40</cx:pt>
          <cx:pt idx="874">99.980000000000004</cx:pt>
          <cx:pt idx="875">65.989999999999995</cx:pt>
          <cx:pt idx="876">84.989999999999995</cx:pt>
          <cx:pt idx="877">68.989999999999995</cx:pt>
          <cx:pt idx="878">40</cx:pt>
          <cx:pt idx="879">84.989999999999995</cx:pt>
          <cx:pt idx="880">40</cx:pt>
          <cx:pt idx="881">84.989999999999995</cx:pt>
          <cx:pt idx="882">84.989999999999995</cx:pt>
          <cx:pt idx="883">65.989999999999995</cx:pt>
          <cx:pt idx="884">68.989999999999995</cx:pt>
          <cx:pt idx="885">84.989999999999995</cx:pt>
          <cx:pt idx="886">79.989999999999995</cx:pt>
          <cx:pt idx="887">65.329999999999998</cx:pt>
          <cx:pt idx="888">40</cx:pt>
          <cx:pt idx="889">79.989999999999995</cx:pt>
          <cx:pt idx="890">84.989999999999995</cx:pt>
          <cx:pt idx="891">74.989999999999995</cx:pt>
          <cx:pt idx="892">84.989999999999995</cx:pt>
          <cx:pt idx="893">84.989999999999995</cx:pt>
          <cx:pt idx="894">84.989999999999995</cx:pt>
          <cx:pt idx="895">84.989999999999995</cx:pt>
          <cx:pt idx="896">65.989999999999995</cx:pt>
          <cx:pt idx="897">77.329999999999998</cx:pt>
          <cx:pt idx="898">65.989999999999995</cx:pt>
          <cx:pt idx="899">74.989999999999995</cx:pt>
          <cx:pt idx="900">84.989999999999995</cx:pt>
          <cx:pt idx="901">84.989999999999995</cx:pt>
          <cx:pt idx="902">68.989999999999995</cx:pt>
          <cx:pt idx="903">65.989999999999995</cx:pt>
          <cx:pt idx="904">84.989999999999995</cx:pt>
          <cx:pt idx="905">40</cx:pt>
          <cx:pt idx="906">65.329999999999998</cx:pt>
          <cx:pt idx="907">40</cx:pt>
          <cx:pt idx="908">84.989999999999995</cx:pt>
          <cx:pt idx="909">65.989999999999995</cx:pt>
          <cx:pt idx="910">84.989999999999995</cx:pt>
          <cx:pt idx="911">40</cx:pt>
          <cx:pt idx="912">84.989999999999995</cx:pt>
          <cx:pt idx="913">77.329999999999998</cx:pt>
          <cx:pt idx="914">84.989999999999995</cx:pt>
          <cx:pt idx="915">65.989999999999995</cx:pt>
          <cx:pt idx="916">84.989999999999995</cx:pt>
          <cx:pt idx="917">247.96000000000001</cx:pt>
          <cx:pt idx="918">172.97</cx:pt>
          <cx:pt idx="919">277.95999999999998</cx:pt>
          <cx:pt idx="920">150.97</cx:pt>
          <cx:pt idx="921">237.96000000000001</cx:pt>
          <cx:pt idx="922">237.96000000000001</cx:pt>
          <cx:pt idx="923">197.97</cx:pt>
          <cx:pt idx="924">197.97</cx:pt>
          <cx:pt idx="925">99.659999999999997</cx:pt>
          <cx:pt idx="926">299.94</cx:pt>
          <cx:pt idx="927">149.97</cx:pt>
          <cx:pt idx="928">197.97</cx:pt>
          <cx:pt idx="929">178.16999999999999</cx:pt>
          <cx:pt idx="930">150.97</cx:pt>
          <cx:pt idx="931">197.97</cx:pt>
          <cx:pt idx="932">799.79999999999995</cx:pt>
          <cx:pt idx="933">156.97</cx:pt>
          <cx:pt idx="934">197.97</cx:pt>
          <cx:pt idx="935">572.5</cx:pt>
          <cx:pt idx="936">131.97999999999999</cx:pt>
          <cx:pt idx="937">172.97</cx:pt>
          <cx:pt idx="938">131.97999999999999</cx:pt>
          <cx:pt idx="939">233.96000000000001</cx:pt>
          <cx:pt idx="940">267.93000000000001</cx:pt>
          <cx:pt idx="941">223.16</cx:pt>
          <cx:pt idx="942">175.94999999999999</cx:pt>
          <cx:pt idx="943">149.97</cx:pt>
          <cx:pt idx="944">161.97</cx:pt>
          <cx:pt idx="945">131.97999999999999</cx:pt>
          <cx:pt idx="946">131.97999999999999</cx:pt>
          <cx:pt idx="947">224.37</cx:pt>
          <cx:pt idx="948">143.27000000000001</cx:pt>
          <cx:pt idx="949">2168.9000000000001</cx:pt>
          <cx:pt idx="950">985.83000000000004</cx:pt>
          <cx:pt idx="951">985.83000000000004</cx:pt>
          <cx:pt idx="952">1319.8</cx:pt>
          <cx:pt idx="953">2168.9000000000001</cx:pt>
          <cx:pt idx="954">1319.8</cx:pt>
          <cx:pt idx="955">84.989999999999995</cx:pt>
          <cx:pt idx="956">84.969999999999999</cx:pt>
          <cx:pt idx="957">214.02000000000001</cx:pt>
          <cx:pt idx="958">126.05</cx:pt>
          <cx:pt idx="959">131.97999999999999</cx:pt>
          <cx:pt idx="960">169.97999999999999</cx:pt>
          <cx:pt idx="961">84.989999999999995</cx:pt>
          <cx:pt idx="962">84.989999999999995</cx:pt>
          <cx:pt idx="963">72.989999999999995</cx:pt>
          <cx:pt idx="964">169.97999999999999</cx:pt>
          <cx:pt idx="965">131.97999999999999</cx:pt>
          <cx:pt idx="966">51.289999999999999</cx:pt>
          <cx:pt idx="967">158.18000000000001</cx:pt>
          <cx:pt idx="968">84.989999999999995</cx:pt>
          <cx:pt idx="969">134.58000000000001</cx:pt>
          <cx:pt idx="970">53.979999999999997</cx:pt>
          <cx:pt idx="971">236.94999999999999</cx:pt>
          <cx:pt idx="972">121.98</cx:pt>
          <cx:pt idx="973">171.28</cx:pt>
          <cx:pt idx="974">169.97999999999999</cx:pt>
          <cx:pt idx="975">126.28</cx:pt>
          <cx:pt idx="976">169.97999999999999</cx:pt>
          <cx:pt idx="977">179.97</cx:pt>
          <cx:pt idx="978">131.97999999999999</cx:pt>
          <cx:pt idx="979">169.97999999999999</cx:pt>
          <cx:pt idx="980">54.990000000000002</cx:pt>
          <cx:pt idx="981">169.97999999999999</cx:pt>
          <cx:pt idx="982">169.97999999999999</cx:pt>
          <cx:pt idx="983">176.16999999999999</cx:pt>
          <cx:pt idx="984">169.97999999999999</cx:pt>
          <cx:pt idx="985">179.72</cx:pt>
          <cx:pt idx="986">169.97999999999999</cx:pt>
          <cx:pt idx="987">169.97999999999999</cx:pt>
          <cx:pt idx="988">54.990000000000002</cx:pt>
          <cx:pt idx="989">94.959999999999994</cx:pt>
          <cx:pt idx="990">118.45999999999999</cx:pt>
          <cx:pt idx="991">149.97</cx:pt>
          <cx:pt idx="992">65.989999999999995</cx:pt>
          <cx:pt idx="993">144.97</cx:pt>
          <cx:pt idx="994">51.289999999999999</cx:pt>
          <cx:pt idx="995">131.97999999999999</cx:pt>
          <cx:pt idx="996">254.97</cx:pt>
          <cx:pt idx="997">159.30000000000001</cx:pt>
          <cx:pt idx="998">169.97999999999999</cx:pt>
          <cx:pt idx="999">135.96000000000001</cx:pt>
          <cx:pt idx="1000">134.97999999999999</cx:pt>
          <cx:pt idx="1001">132.78</cx:pt>
          <cx:pt idx="1002">199.96000000000001</cx:pt>
          <cx:pt idx="1003">212.19999999999999</cx:pt>
          <cx:pt idx="1004">133.28</cx:pt>
          <cx:pt idx="1005">84.989999999999995</cx:pt>
          <cx:pt idx="1006">172.58000000000001</cx:pt>
          <cx:pt idx="1007">239.53999999999999</cx:pt>
          <cx:pt idx="1008">319.38999999999999</cx:pt>
          <cx:pt idx="1009">240.74000000000001</cx:pt>
          <cx:pt idx="1010">287.44999999999999</cx:pt>
          <cx:pt idx="1011">281.54000000000002</cx:pt>
          <cx:pt idx="1012">159.69999999999999</cx:pt>
          <cx:pt idx="1013">282.75</cx:pt>
          <cx:pt idx="1014">227.56</cx:pt>
          <cx:pt idx="1015">319.38999999999999</cx:pt>
          <cx:pt idx="1016">232.78999999999999</cx:pt>
          <cx:pt idx="1017">319.38999999999999</cx:pt>
          <cx:pt idx="1018">209.28999999999999</cx:pt>
          <cx:pt idx="1019">239.53999999999999</cx:pt>
          <cx:pt idx="1020">319.38999999999999</cx:pt>
          <cx:pt idx="1021">151.71000000000001</cx:pt>
          <cx:pt idx="1022">309.81</cx:pt>
          <cx:pt idx="1023">296.72000000000003</cx:pt>
          <cx:pt idx="1024">239.53999999999999</cx:pt>
          <cx:pt idx="1025">239.53999999999999</cx:pt>
          <cx:pt idx="1026">239.53999999999999</cx:pt>
          <cx:pt idx="1027">159.69999999999999</cx:pt>
          <cx:pt idx="1028">159.69999999999999</cx:pt>
          <cx:pt idx="1029">319.38999999999999</cx:pt>
          <cx:pt idx="1030">147.59999999999999</cx:pt>
          <cx:pt idx="1031">239.53999999999999</cx:pt>
          <cx:pt idx="1032">169.97999999999999</cx:pt>
          <cx:pt idx="1033">169.97999999999999</cx:pt>
          <cx:pt idx="1034">169.97999999999999</cx:pt>
          <cx:pt idx="1035">304.94</cx:pt>
          <cx:pt idx="1036">169.97999999999999</cx:pt>
          <cx:pt idx="1037">154.52000000000001</cx:pt>
          <cx:pt idx="1038">169.97999999999999</cx:pt>
          <cx:pt idx="1039">84.989999999999995</cx:pt>
          <cx:pt idx="1040">169.97999999999999</cx:pt>
          <cx:pt idx="1041">169.97999999999999</cx:pt>
          <cx:pt idx="1042">96.980000000000004</cx:pt>
          <cx:pt idx="1043">159.97999999999999</cx:pt>
          <cx:pt idx="1044">184.97</cx:pt>
          <cx:pt idx="1045">169.97999999999999</cx:pt>
          <cx:pt idx="1046">169.97999999999999</cx:pt>
          <cx:pt idx="1047">106.97</cx:pt>
          <cx:pt idx="1048">184.97</cx:pt>
          <cx:pt idx="1049">304.94</cx:pt>
          <cx:pt idx="1050">96.980000000000004</cx:pt>
          <cx:pt idx="1051">154.52000000000001</cx:pt>
          <cx:pt idx="1052">169.97999999999999</cx:pt>
          <cx:pt idx="1053">169.97999999999999</cx:pt>
          <cx:pt idx="1054">169.97999999999999</cx:pt>
          <cx:pt idx="1055">84.989999999999995</cx:pt>
          <cx:pt idx="1056">159.97999999999999</cx:pt>
          <cx:pt idx="1057">106.97</cx:pt>
          <cx:pt idx="1058">84.989999999999995</cx:pt>
          <cx:pt idx="1059">84.989999999999995</cx:pt>
          <cx:pt idx="1060">159.97999999999999</cx:pt>
          <cx:pt idx="1061">84.989999999999995</cx:pt>
          <cx:pt idx="1062">263.95999999999998</cx:pt>
          <cx:pt idx="1063">84.989999999999995</cx:pt>
          <cx:pt idx="1064">84.989999999999995</cx:pt>
          <cx:pt idx="1065">169.97999999999999</cx:pt>
          <cx:pt idx="1066">169.97999999999999</cx:pt>
          <cx:pt idx="1067">263.95999999999998</cx:pt>
          <cx:pt idx="1068">263.95999999999998</cx:pt>
          <cx:pt idx="1069">263.95999999999998</cx:pt>
          <cx:pt idx="1070">169.97999999999999</cx:pt>
          <cx:pt idx="1071">206.97</cx:pt>
          <cx:pt idx="1072">84.989999999999995</cx:pt>
          <cx:pt idx="1073">84.989999999999995</cx:pt>
          <cx:pt idx="1074">84.989999999999995</cx:pt>
          <cx:pt idx="1075">237.96000000000001</cx:pt>
          <cx:pt idx="1076">169.97999999999999</cx:pt>
          <cx:pt idx="1077">169.97999999999999</cx:pt>
          <cx:pt idx="1078">237.96000000000001</cx:pt>
          <cx:pt idx="1079">206.97</cx:pt>
          <cx:pt idx="1080">66.239999999999995</cx:pt>
          <cx:pt idx="1081">66.239999999999995</cx:pt>
          <cx:pt idx="1082">159.97999999999999</cx:pt>
          <cx:pt idx="1083">84.989999999999995</cx:pt>
          <cx:pt idx="1084">84.989999999999995</cx:pt>
          <cx:pt idx="1085">169.97999999999999</cx:pt>
          <cx:pt idx="1086">84.989999999999995</cx:pt>
          <cx:pt idx="1087">254.96000000000001</cx:pt>
          <cx:pt idx="1088">78.370000000000005</cx:pt>
          <cx:pt idx="1089">169.97999999999999</cx:pt>
          <cx:pt idx="1090">169.97999999999999</cx:pt>
          <cx:pt idx="1091">123.16</cx:pt>
          <cx:pt idx="1092">169.97999999999999</cx:pt>
          <cx:pt idx="1093">78.370000000000005</cx:pt>
          <cx:pt idx="1094">153.97999999999999</cx:pt>
          <cx:pt idx="1095">153.97999999999999</cx:pt>
          <cx:pt idx="1096">345.75</cx:pt>
          <cx:pt idx="1097">345.75</cx:pt>
          <cx:pt idx="1098">123.16</cx:pt>
          <cx:pt idx="1099">169.97999999999999</cx:pt>
          <cx:pt idx="1100">254.96000000000001</cx:pt>
          <cx:pt idx="1101">84.989999999999995</cx:pt>
          <cx:pt idx="1102">84.989999999999995</cx:pt>
          <cx:pt idx="1103">169.97999999999999</cx:pt>
          <cx:pt idx="1104">169.97999999999999</cx:pt>
          <cx:pt idx="1105">169.97999999999999</cx:pt>
          <cx:pt idx="1106">84.989999999999995</cx:pt>
          <cx:pt idx="1107">169.97999999999999</cx:pt>
          <cx:pt idx="1108">108.27</cx:pt>
          <cx:pt idx="1109">149.97</cx:pt>
          <cx:pt idx="1110">110.97</cx:pt>
          <cx:pt idx="1111">162.46000000000001</cx:pt>
          <cx:pt idx="1112">84.989999999999995</cx:pt>
          <cx:pt idx="1113">99.980000000000004</cx:pt>
          <cx:pt idx="1114">154.52000000000001</cx:pt>
          <cx:pt idx="1115">64.980000000000004</cx:pt>
          <cx:pt idx="1116">69.989999999999995</cx:pt>
          <cx:pt idx="1117">155.97</cx:pt>
          <cx:pt idx="1118">89.799999999999997</cx:pt>
          <cx:pt idx="1119">142.90000000000001</cx:pt>
          <cx:pt idx="1120">99.980000000000004</cx:pt>
          <cx:pt idx="1121">106.73</cx:pt>
          <cx:pt idx="1122">62.979999999999997</cx:pt>
          <cx:pt idx="1123">147.97</cx:pt>
          <cx:pt idx="1124">184.94</cx:pt>
          <cx:pt idx="1125">95.719999999999999</cx:pt>
          <cx:pt idx="1126">174.97</cx:pt>
          <cx:pt idx="1127">354.94</cx:pt>
          <cx:pt idx="1128">76.019999999999996</cx:pt>
          <cx:pt idx="1129">84.989999999999995</cx:pt>
          <cx:pt idx="1130">97.980000000000004</cx:pt>
          <cx:pt idx="1131">240.93000000000001</cx:pt>
          <cx:pt idx="1132">157.46000000000001</cx:pt>
          <cx:pt idx="1133">131.97999999999999</cx:pt>
          <cx:pt idx="1134">147.97999999999999</cx:pt>
          <cx:pt idx="1135">84.989999999999995</cx:pt>
          <cx:pt idx="1136">144.97</cx:pt>
          <cx:pt idx="1137">158.44999999999999</cx:pt>
          <cx:pt idx="1138">107.79000000000001</cx:pt>
          <cx:pt idx="1139">114.97</cx:pt>
          <cx:pt idx="1140">39.990000000000002</cx:pt>
          <cx:pt idx="1141">65.989999999999995</cx:pt>
          <cx:pt idx="1142">68.989999999999995</cx:pt>
          <cx:pt idx="1143">112.97</cx:pt>
          <cx:pt idx="1144">65.989999999999995</cx:pt>
          <cx:pt idx="1145">96.980000000000004</cx:pt>
          <cx:pt idx="1146">110.97</cx:pt>
          <cx:pt idx="1147">84.989999999999995</cx:pt>
          <cx:pt idx="1148">140.94999999999999</cx:pt>
          <cx:pt idx="1149">79.969999999999999</cx:pt>
          <cx:pt idx="1150">170.90000000000001</cx:pt>
          <cx:pt idx="1151">185.94</cx:pt>
          <cx:pt idx="1152">84.989999999999995</cx:pt>
          <cx:pt idx="1153">50.479999999999997</cx:pt>
          <cx:pt idx="1154">183.96000000000001</cx:pt>
          <cx:pt idx="1155">314.95999999999998</cx:pt>
          <cx:pt idx="1156">369.94</cx:pt>
          <cx:pt idx="1157">254.97</cx:pt>
          <cx:pt idx="1158">339.95999999999998</cx:pt>
          <cx:pt idx="1159">119.95999999999999</cx:pt>
          <cx:pt idx="1160">197.97</cx:pt>
          <cx:pt idx="1161">288.97000000000003</cx:pt>
          <cx:pt idx="1162">218.97</cx:pt>
          <cx:pt idx="1163">415.39999999999998</cx:pt>
          <cx:pt idx="1164">169.97999999999999</cx:pt>
          <cx:pt idx="1165">564.90999999999997</cx:pt>
          <cx:pt idx="1166">254.97</cx:pt>
          <cx:pt idx="1167">336.38999999999999</cx:pt>
          <cx:pt idx="1168">188.97</cx:pt>
          <cx:pt idx="1169">339.95999999999998</cx:pt>
          <cx:pt idx="1170">159.94999999999999</cx:pt>
          <cx:pt idx="1171">254.97</cx:pt>
          <cx:pt idx="1172">169.97999999999999</cx:pt>
          <cx:pt idx="1173">172.97</cx:pt>
          <cx:pt idx="1174">305.95999999999998</cx:pt>
          <cx:pt idx="1175">254.97</cx:pt>
          <cx:pt idx="1176">339.95999999999998</cx:pt>
          <cx:pt idx="1177">333.95999999999998</cx:pt>
          <cx:pt idx="1178">433.17000000000002</cx:pt>
          <cx:pt idx="1179">39.990000000000002</cx:pt>
          <cx:pt idx="1180">332.67000000000002</cx:pt>
          <cx:pt idx="1181">197.97</cx:pt>
          <cx:pt idx="1182">254.97</cx:pt>
          <cx:pt idx="1183">180.53999999999999</cx:pt>
          <cx:pt idx="1184">144.47999999999999</cx:pt>
          <cx:pt idx="1185">169.97999999999999</cx:pt>
          <cx:pt idx="1186">235.94999999999999</cx:pt>
          <cx:pt idx="1187">170.96000000000001</cx:pt>
          <cx:pt idx="1188">229.47</cx:pt>
          <cx:pt idx="1189">109.98</cx:pt>
          <cx:pt idx="1190">197.97</cx:pt>
          <cx:pt idx="1191">254.97</cx:pt>
          <cx:pt idx="1192">229.97</cx:pt>
          <cx:pt idx="1193">254.97</cx:pt>
          <cx:pt idx="1194">254.97</cx:pt>
          <cx:pt idx="1195">254.97</cx:pt>
          <cx:pt idx="1196">169.97999999999999</cx:pt>
          <cx:pt idx="1197">169.97999999999999</cx:pt>
          <cx:pt idx="1198">169.97999999999999</cx:pt>
          <cx:pt idx="1199">172.97</cx:pt>
          <cx:pt idx="1200">178.16999999999999</cx:pt>
          <cx:pt idx="1201">254.97</cx:pt>
          <cx:pt idx="1202">99.980000000000004</cx:pt>
          <cx:pt idx="1203">254.97</cx:pt>
          <cx:pt idx="1204">210.44999999999999</cx:pt>
          <cx:pt idx="1205">304.95999999999998</cx:pt>
          <cx:pt idx="1206">172.97</cx:pt>
          <cx:pt idx="1207">254.97</cx:pt>
          <cx:pt idx="1208">65.989999999999995</cx:pt>
          <cx:pt idx="1209">199.96000000000001</cx:pt>
          <cx:pt idx="1210">197.97</cx:pt>
          <cx:pt idx="1211">227.94999999999999</cx:pt>
          <cx:pt idx="1212">254.97</cx:pt>
          <cx:pt idx="1213">339.95999999999998</cx:pt>
          <cx:pt idx="1214">339.95999999999998</cx:pt>
          <cx:pt idx="1215">237.41</cx:pt>
          <cx:pt idx="1216">261.31999999999999</cx:pt>
          <cx:pt idx="1217">164.88</cx:pt>
          <cx:pt idx="1218">254.97</cx:pt>
          <cx:pt idx="1219">254.97</cx:pt>
          <cx:pt idx="1220">236.31999999999999</cx:pt>
          <cx:pt idx="1221">339.95999999999998</cx:pt>
          <cx:pt idx="1222">254.81</cx:pt>
          <cx:pt idx="1223">254.97</cx:pt>
          <cx:pt idx="1224">254.97</cx:pt>
          <cx:pt idx="1225">261.31999999999999</cx:pt>
          <cx:pt idx="1226">254.97</cx:pt>
          <cx:pt idx="1227">254.97</cx:pt>
          <cx:pt idx="1228">65.989999999999995</cx:pt>
          <cx:pt idx="1229">263.95999999999998</cx:pt>
          <cx:pt idx="1230">339.95999999999998</cx:pt>
          <cx:pt idx="1231">195.33000000000001</cx:pt>
          <cx:pt idx="1232">331.27999999999997</cx:pt>
          <cx:pt idx="1233">261.98000000000002</cx:pt>
          <cx:pt idx="1234">168.65000000000001</cx:pt>
          <cx:pt idx="1235">246.02000000000001</cx:pt>
          <cx:pt idx="1236">232.94999999999999</cx:pt>
          <cx:pt idx="1237">231.96000000000001</cx:pt>
          <cx:pt idx="1238">338.13999999999999</cx:pt>
          <cx:pt idx="1239">169.97999999999999</cx:pt>
          <cx:pt idx="1240">229.47</cx:pt>
          <cx:pt idx="1241">224.94999999999999</cx:pt>
          <cx:pt idx="1242">197.97</cx:pt>
          <cx:pt idx="1243">254.97</cx:pt>
          <cx:pt idx="1244">254.97</cx:pt>
          <cx:pt idx="1245">151.97</cx:pt>
          <cx:pt idx="1246">148.94999999999999</cx:pt>
          <cx:pt idx="1247">134.97999999999999</cx:pt>
          <cx:pt idx="1248">254.97</cx:pt>
          <cx:pt idx="1249">250.47</cx:pt>
          <cx:pt idx="1250">183.16</cx:pt>
          <cx:pt idx="1251">291.69</cx:pt>
          <cx:pt idx="1252">195.55000000000001</cx:pt>
          <cx:pt idx="1253">169.97999999999999</cx:pt>
          <cx:pt idx="1254">254.97</cx:pt>
          <cx:pt idx="1255">89.969999999999999</cx:pt>
          <cx:pt idx="1256">254.97</cx:pt>
          <cx:pt idx="1257">221.56999999999999</cx:pt>
          <cx:pt idx="1258">169.97999999999999</cx:pt>
          <cx:pt idx="1259">118.83</cx:pt>
          <cx:pt idx="1260">-38.25</cx:pt>
          <cx:pt idx="1261">272.95999999999998</cx:pt>
          <cx:pt idx="1262">267.94999999999999</cx:pt>
          <cx:pt idx="1263">209.87</cx:pt>
          <cx:pt idx="1264">84.989999999999995</cx:pt>
          <cx:pt idx="1265">169.97999999999999</cx:pt>
          <cx:pt idx="1266">180.49000000000001</cx:pt>
          <cx:pt idx="1267">121.98</cx:pt>
          <cx:pt idx="1268">169.97999999999999</cx:pt>
          <cx:pt idx="1269">166.47999999999999</cx:pt>
          <cx:pt idx="1270">169.97999999999999</cx:pt>
          <cx:pt idx="1271">169.97999999999999</cx:pt>
          <cx:pt idx="1272">187.96000000000001</cx:pt>
          <cx:pt idx="1273">121.98</cx:pt>
          <cx:pt idx="1274">153.97999999999999</cx:pt>
          <cx:pt idx="1275">169.97999999999999</cx:pt>
          <cx:pt idx="1276">152.97999999999999</cx:pt>
          <cx:pt idx="1277">176.97</cx:pt>
          <cx:pt idx="1278">188.97</cx:pt>
          <cx:pt idx="1279">176.97</cx:pt>
          <cx:pt idx="1280">152.97999999999999</cx:pt>
          <cx:pt idx="1281">169.97999999999999</cx:pt>
          <cx:pt idx="1282">35</cx:pt>
          <cx:pt idx="1283">190.97</cx:pt>
          <cx:pt idx="1284">84.989999999999995</cx:pt>
          <cx:pt idx="1285">158.53999999999999</cx:pt>
          <cx:pt idx="1286">161.71000000000001</cx:pt>
          <cx:pt idx="1287">84.989999999999995</cx:pt>
          <cx:pt idx="1288">169.97999999999999</cx:pt>
          <cx:pt idx="1289">137.97999999999999</cx:pt>
          <cx:pt idx="1290">131.97999999999999</cx:pt>
          <cx:pt idx="1291">109.95999999999999</cx:pt>
          <cx:pt idx="1292">190.97</cx:pt>
          <cx:pt idx="1293">169.97999999999999</cx:pt>
          <cx:pt idx="1294">131.97999999999999</cx:pt>
          <cx:pt idx="1295">114.95999999999999</cx:pt>
          <cx:pt idx="1296">149.97</cx:pt>
          <cx:pt idx="1297">92.069999999999993</cx:pt>
          <cx:pt idx="1298">178.97</cx:pt>
          <cx:pt idx="1299">169.97999999999999</cx:pt>
          <cx:pt idx="1300">18.989999999999998</cx:pt>
          <cx:pt idx="1301">293.55000000000001</cx:pt>
          <cx:pt idx="1302">263.95999999999998</cx:pt>
          <cx:pt idx="1303">263.95999999999998</cx:pt>
          <cx:pt idx="1304">270.76999999999998</cx:pt>
          <cx:pt idx="1305">263.95999999999998</cx:pt>
          <cx:pt idx="1306">244.75</cx:pt>
          <cx:pt idx="1307">263.95999999999998</cx:pt>
          <cx:pt idx="1308">263.95999999999998</cx:pt>
          <cx:pt idx="1309">263.95999999999998</cx:pt>
          <cx:pt idx="1310">217.96000000000001</cx:pt>
          <cx:pt idx="1311">237.56</cx:pt>
          <cx:pt idx="1312">237.56</cx:pt>
          <cx:pt idx="1313">239.94</cx:pt>
          <cx:pt idx="1314">339.95999999999998</cx:pt>
          <cx:pt idx="1315">399.92000000000002</cx:pt>
          <cx:pt idx="1316">439.94</cx:pt>
          <cx:pt idx="1317">279.92000000000002</cx:pt>
          <cx:pt idx="1318">339.95999999999998</cx:pt>
          <cx:pt idx="1319">99.959999999999994</cx:pt>
          <cx:pt idx="1320">369.13999999999999</cx:pt>
          <cx:pt idx="1321">359.92000000000002</cx:pt>
          <cx:pt idx="1322">389.62</cx:pt>
          <cx:pt idx="1323">389.94999999999999</cx:pt>
          <cx:pt idx="1324">462.51999999999998</cx:pt>
          <cx:pt idx="1325">509.94</cx:pt>
          <cx:pt idx="1326">452.93000000000001</cx:pt>
          <cx:pt idx="1327">339.95999999999998</cx:pt>
          <cx:pt idx="1328">191.94</cx:pt>
          <cx:pt idx="1329">419.72000000000003</cx:pt>
          <cx:pt idx="1330">319.92000000000002</cx:pt>
          <cx:pt idx="1331">239.94</cx:pt>
          <cx:pt idx="1332">399.92000000000002</cx:pt>
          <cx:pt idx="1333">99.959999999999994</cx:pt>
          <cx:pt idx="1334">237.62</cx:pt>
          <cx:pt idx="1335">238.96000000000001</cx:pt>
          <cx:pt idx="1336">263.95999999999998</cx:pt>
          <cx:pt idx="1337">263.95999999999998</cx:pt>
          <cx:pt idx="1338">263.95999999999998</cx:pt>
          <cx:pt idx="1339">238.96000000000001</cx:pt>
          <cx:pt idx="1340">263.95999999999998</cx:pt>
          <cx:pt idx="1341">263.95999999999998</cx:pt>
          <cx:pt idx="1342">263.95999999999998</cx:pt>
          <cx:pt idx="1343">131.97999999999999</cx:pt>
          <cx:pt idx="1344">424.94999999999999</cx:pt>
          <cx:pt idx="1345">238.96000000000001</cx:pt>
          <cx:pt idx="1346">118.02</cx:pt>
          <cx:pt idx="1347">509.94</cx:pt>
          <cx:pt idx="1348">670.57000000000005</cx:pt>
          <cx:pt idx="1349">125.59999999999999</cx:pt>
          <cx:pt idx="1350">423.63</cx:pt>
          <cx:pt idx="1351">304.95999999999998</cx:pt>
          <cx:pt idx="1352">254.97</cx:pt>
          <cx:pt idx="1353">197.97</cx:pt>
          <cx:pt idx="1354">172.97</cx:pt>
          <cx:pt idx="1355">146.97</cx:pt>
          <cx:pt idx="1356">288.94999999999999</cx:pt>
          <cx:pt idx="1357">269.95999999999998</cx:pt>
          <cx:pt idx="1358">269.95999999999998</cx:pt>
          <cx:pt idx="1359">216.96000000000001</cx:pt>
          <cx:pt idx="1360">231.94999999999999</cx:pt>
          <cx:pt idx="1361">225.27000000000001</cx:pt>
          <cx:pt idx="1362">197.97</cx:pt>
          <cx:pt idx="1363">269.95999999999998</cx:pt>
          <cx:pt idx="1364">254.25</cx:pt>
          <cx:pt idx="1365">229.97</cx:pt>
          <cx:pt idx="1366">190.13999999999999</cx:pt>
          <cx:pt idx="1367">254.97</cx:pt>
          <cx:pt idx="1368">224.97</cx:pt>
          <cx:pt idx="1369">172.97</cx:pt>
          <cx:pt idx="1370">254.97</cx:pt>
          <cx:pt idx="1371">288.94999999999999</cx:pt>
          <cx:pt idx="1372">254.97</cx:pt>
          <cx:pt idx="1373">254.97</cx:pt>
          <cx:pt idx="1374">254.97</cx:pt>
          <cx:pt idx="1375">254.97</cx:pt>
          <cx:pt idx="1376">159.96000000000001</cx:pt>
          <cx:pt idx="1377">197.97</cx:pt>
          <cx:pt idx="1378">159.69999999999999</cx:pt>
          <cx:pt idx="1379">81.049999999999997</cx:pt>
          <cx:pt idx="1380">239.53999999999999</cx:pt>
          <cx:pt idx="1381">146.37</cx:pt>
          <cx:pt idx="1382">239.53999999999999</cx:pt>
          <cx:pt idx="1383">244.38</cx:pt>
          <cx:pt idx="1384">-131.97999999999999</cx:pt>
          <cx:pt idx="1385">269.95999999999998</cx:pt>
          <cx:pt idx="1386">257.43000000000001</cx:pt>
          <cx:pt idx="1387">101.01000000000001</cx:pt>
          <cx:pt idx="1388">159.69999999999999</cx:pt>
          <cx:pt idx="1389">239.53999999999999</cx:pt>
          <cx:pt idx="1390">239.53999999999999</cx:pt>
          <cx:pt idx="1391">131.97999999999999</cx:pt>
          <cx:pt idx="1392">80.980000000000004</cx:pt>
          <cx:pt idx="1393">79.849999999999994</cx:pt>
          <cx:pt idx="1394">203.22</cx:pt>
          <cx:pt idx="1395">177.83000000000001</cx:pt>
          <cx:pt idx="1396">254.97</cx:pt>
          <cx:pt idx="1397">269.95999999999998</cx:pt>
          <cx:pt idx="1398">97.989999999999995</cx:pt>
          <cx:pt idx="1399">159.69999999999999</cx:pt>
          <cx:pt idx="1400">159.69999999999999</cx:pt>
          <cx:pt idx="1401">159.69999999999999</cx:pt>
          <cx:pt idx="1402">79.849999999999994</cx:pt>
          <cx:pt idx="1403">159.69999999999999</cx:pt>
          <cx:pt idx="1404">177.83000000000001</cx:pt>
          <cx:pt idx="1405">163.06999999999999</cx:pt>
          <cx:pt idx="1406">226.22</cx:pt>
          <cx:pt idx="1407">339.95999999999998</cx:pt>
          <cx:pt idx="1408">384.94</cx:pt>
          <cx:pt idx="1409">324.87</cx:pt>
          <cx:pt idx="1410">295.94999999999999</cx:pt>
          <cx:pt idx="1411">289.74000000000001</cx:pt>
          <cx:pt idx="1412">339.95999999999998</cx:pt>
          <cx:pt idx="1413">371.57999999999998</cx:pt>
          <cx:pt idx="1414">339.95999999999998</cx:pt>
          <cx:pt idx="1415">238.96000000000001</cx:pt>
          <cx:pt idx="1416">283.94999999999999</cx:pt>
          <cx:pt idx="1417">339.95999999999998</cx:pt>
          <cx:pt idx="1418">305.95999999999998</cx:pt>
          <cx:pt idx="1419">283.94999999999999</cx:pt>
          <cx:pt idx="1420">330.16000000000003</cx:pt>
          <cx:pt idx="1421">359.94999999999999</cx:pt>
          <cx:pt idx="1422">348.02999999999997</cx:pt>
          <cx:pt idx="1423">204.62</cx:pt>
          <cx:pt idx="1424">128.77000000000001</cx:pt>
          <cx:pt idx="1425">169.97999999999999</cx:pt>
          <cx:pt idx="1426">169.97999999999999</cx:pt>
          <cx:pt idx="1427">307.95999999999998</cx:pt>
          <cx:pt idx="1428">131.97999999999999</cx:pt>
          <cx:pt idx="1429">100.98</cx:pt>
          <cx:pt idx="1430">131.97999999999999</cx:pt>
          <cx:pt idx="1431">169.97999999999999</cx:pt>
          <cx:pt idx="1432">189.97</cx:pt>
          <cx:pt idx="1433">151.97</cx:pt>
          <cx:pt idx="1434">204.97</cx:pt>
          <cx:pt idx="1435">169.97999999999999</cx:pt>
          <cx:pt idx="1436">169.97999999999999</cx:pt>
          <cx:pt idx="1437">198.22999999999999</cx:pt>
          <cx:pt idx="1438">170.97</cx:pt>
          <cx:pt idx="1439">169.97999999999999</cx:pt>
          <cx:pt idx="1440">160.94</cx:pt>
          <cx:pt idx="1441">169.97999999999999</cx:pt>
          <cx:pt idx="1442">189.97</cx:pt>
          <cx:pt idx="1443">131.97999999999999</cx:pt>
          <cx:pt idx="1444">169.97999999999999</cx:pt>
          <cx:pt idx="1445">119.95999999999999</cx:pt>
          <cx:pt idx="1446">254.97</cx:pt>
          <cx:pt idx="1447">226.96000000000001</cx:pt>
          <cx:pt idx="1448">229.97</cx:pt>
          <cx:pt idx="1449">131.97999999999999</cx:pt>
          <cx:pt idx="1450">189.97</cx:pt>
          <cx:pt idx="1451">131.97999999999999</cx:pt>
          <cx:pt idx="1452">151.97</cx:pt>
          <cx:pt idx="1453">169.97999999999999</cx:pt>
          <cx:pt idx="1454">169.97999999999999</cx:pt>
          <cx:pt idx="1455">169.97999999999999</cx:pt>
          <cx:pt idx="1456">197.97</cx:pt>
          <cx:pt idx="1457">131.97999999999999</cx:pt>
          <cx:pt idx="1458">105.58</cx:pt>
          <cx:pt idx="1459">170.96000000000001</cx:pt>
          <cx:pt idx="1460">145.97</cx:pt>
          <cx:pt idx="1461">131.97999999999999</cx:pt>
          <cx:pt idx="1462">263.95999999999998</cx:pt>
          <cx:pt idx="1463">159.96000000000001</cx:pt>
          <cx:pt idx="1464">199.96000000000001</cx:pt>
          <cx:pt idx="1465">197.97</cx:pt>
          <cx:pt idx="1466">138.58000000000001</cx:pt>
          <cx:pt idx="1467">79.980000000000004</cx:pt>
          <cx:pt idx="1468">84.989999999999995</cx:pt>
          <cx:pt idx="1469">170.96000000000001</cx:pt>
          <cx:pt idx="1470">117.95999999999999</cx:pt>
          <cx:pt idx="1471">197.97</cx:pt>
          <cx:pt idx="1472">248.94999999999999</cx:pt>
          <cx:pt idx="1473">172.97</cx:pt>
          <cx:pt idx="1474">308.92000000000002</cx:pt>
          <cx:pt idx="1475">100.98</cx:pt>
          <cx:pt idx="1476">131.97999999999999</cx:pt>
          <cx:pt idx="1477">144.97</cx:pt>
          <cx:pt idx="1478">171.65000000000001</cx:pt>
          <cx:pt idx="1479">131.97999999999999</cx:pt>
          <cx:pt idx="1480">113.23</cx:pt>
          <cx:pt idx="1481">178.16999999999999</cx:pt>
          <cx:pt idx="1482">210.94999999999999</cx:pt>
          <cx:pt idx="1483">131.97999999999999</cx:pt>
          <cx:pt idx="1484">145.97</cx:pt>
          <cx:pt idx="1485">144.97</cx:pt>
          <cx:pt idx="1486">195.55000000000001</cx:pt>
          <cx:pt idx="1487">131.97999999999999</cx:pt>
          <cx:pt idx="1488">84.989999999999995</cx:pt>
          <cx:pt idx="1489">134.97999999999999</cx:pt>
          <cx:pt idx="1490">84.989999999999995</cx:pt>
          <cx:pt idx="1491">66.700000000000003</cx:pt>
          <cx:pt idx="1492">57.979999999999997</cx:pt>
          <cx:pt idx="1493">84.989999999999995</cx:pt>
          <cx:pt idx="1494">134.97999999999999</cx:pt>
          <cx:pt idx="1495">79.980000000000004</cx:pt>
          <cx:pt idx="1496">83.969999999999999</cx:pt>
          <cx:pt idx="1497">84.989999999999995</cx:pt>
          <cx:pt idx="1498">84.989999999999995</cx:pt>
          <cx:pt idx="1499">79.980000000000004</cx:pt>
          <cx:pt idx="1500">70.709999999999994</cx:pt>
          <cx:pt idx="1501">79.980000000000004</cx:pt>
          <cx:pt idx="1502">127.98</cx:pt>
          <cx:pt idx="1503">134.97999999999999</cx:pt>
          <cx:pt idx="1504">169.97999999999999</cx:pt>
          <cx:pt idx="1505">134.97999999999999</cx:pt>
          <cx:pt idx="1506">169.97999999999999</cx:pt>
          <cx:pt idx="1507">110.98</cx:pt>
          <cx:pt idx="1508">84.989999999999995</cx:pt>
          <cx:pt idx="1509">110.95999999999999</cx:pt>
          <cx:pt idx="1510">84.989999999999995</cx:pt>
          <cx:pt idx="1511">84.989999999999995</cx:pt>
          <cx:pt idx="1512">84.989999999999995</cx:pt>
          <cx:pt idx="1513">89.980000000000004</cx:pt>
          <cx:pt idx="1514">169.97999999999999</cx:pt>
          <cx:pt idx="1515">78.989999999999995</cx:pt>
          <cx:pt idx="1516">124.97</cx:pt>
          <cx:pt idx="1517">84.989999999999995</cx:pt>
          <cx:pt idx="1518">84.989999999999995</cx:pt>
          <cx:pt idx="1519">93.969999999999999</cx:pt>
          <cx:pt idx="1520">84.989999999999995</cx:pt>
          <cx:pt idx="1521">127.98</cx:pt>
          <cx:pt idx="1522">134.97999999999999</cx:pt>
          <cx:pt idx="1523">169.97999999999999</cx:pt>
          <cx:pt idx="1524">92.980000000000004</cx:pt>
          <cx:pt idx="1525">72.939999999999998</cx:pt>
          <cx:pt idx="1526">65.989999999999995</cx:pt>
          <cx:pt idx="1527">55.979999999999997</cx:pt>
          <cx:pt idx="1528">120.98</cx:pt>
          <cx:pt idx="1529">84.989999999999995</cx:pt>
          <cx:pt idx="1530">84.989999999999995</cx:pt>
          <cx:pt idx="1531">64.980000000000004</cx:pt>
          <cx:pt idx="1532">84.989999999999995</cx:pt>
          <cx:pt idx="1533">169.97999999999999</cx:pt>
          <cx:pt idx="1534">76.170000000000002</cx:pt>
          <cx:pt idx="1535">79.980000000000004</cx:pt>
          <cx:pt idx="1536">84.989999999999995</cx:pt>
          <cx:pt idx="1537">56.979999999999997</cx:pt>
          <cx:pt idx="1538">221.43000000000001</cx:pt>
          <cx:pt idx="1539">1094.74</cx:pt>
          <cx:pt idx="1540">1896.8199999999999</cx:pt>
          <cx:pt idx="1541">1364.6400000000001</cx:pt>
          <cx:pt idx="1542">135.41999999999999</cx:pt>
          <cx:pt idx="1543">201.94999999999999</cx:pt>
          <cx:pt idx="1544">99.959999999999994</cx:pt>
          <cx:pt idx="1545">289.94</cx:pt>
          <cx:pt idx="1546">198.46000000000001</cx:pt>
          <cx:pt idx="1547">339.95999999999998</cx:pt>
          <cx:pt idx="1548">206.97</cx:pt>
          <cx:pt idx="1549">369.94</cx:pt>
          <cx:pt idx="1550">119.97</cx:pt>
          <cx:pt idx="1551">124.98</cx:pt>
          <cx:pt idx="1552">339.95999999999998</cx:pt>
          <cx:pt idx="1553">300.94999999999999</cx:pt>
          <cx:pt idx="1554">293.95999999999998</cx:pt>
          <cx:pt idx="1555">360.93000000000001</cx:pt>
          <cx:pt idx="1556">349.89999999999998</cx:pt>
          <cx:pt idx="1557">59.979999999999997</cx:pt>
          <cx:pt idx="1558">303.92000000000002</cx:pt>
          <cx:pt idx="1559">349.89999999999998</cx:pt>
          <cx:pt idx="1560">260.75999999999999</cx:pt>
          <cx:pt idx="1561">99.959999999999994</cx:pt>
          <cx:pt idx="1562">369.94</cx:pt>
          <cx:pt idx="1563">339.95999999999998</cx:pt>
          <cx:pt idx="1564">69.980000000000004</cx:pt>
          <cx:pt idx="1565">169.97999999999999</cx:pt>
          <cx:pt idx="1566">379.58999999999997</cx:pt>
          <cx:pt idx="1567">424.94999999999999</cx:pt>
          <cx:pt idx="1568">166.87</cx:pt>
          <cx:pt idx="1569">131.97999999999999</cx:pt>
          <cx:pt idx="1570">172.97</cx:pt>
          <cx:pt idx="1571">254.97</cx:pt>
          <cx:pt idx="1572">183.09</cx:pt>
          <cx:pt idx="1573">67.969999999999999</cx:pt>
          <cx:pt idx="1574">254.97</cx:pt>
          <cx:pt idx="1575">138.58000000000001</cx:pt>
          <cx:pt idx="1576">94.519999999999996</cx:pt>
          <cx:pt idx="1577">365.94999999999999</cx:pt>
          <cx:pt idx="1578">339.95999999999998</cx:pt>
          <cx:pt idx="1579">169.97999999999999</cx:pt>
          <cx:pt idx="1580">76.489999999999995</cx:pt>
          <cx:pt idx="1581">339.95999999999998</cx:pt>
          <cx:pt idx="1582">76.489999999999995</cx:pt>
          <cx:pt idx="1583">55.960000000000001</cx:pt>
          <cx:pt idx="1584">282.94999999999999</cx:pt>
          <cx:pt idx="1585">131.97999999999999</cx:pt>
          <cx:pt idx="1586">119.97</cx:pt>
          <cx:pt idx="1587">91.980000000000004</cx:pt>
          <cx:pt idx="1588">334.86000000000001</cx:pt>
          <cx:pt idx="1589">55.960000000000001</cx:pt>
          <cx:pt idx="1590">254.97</cx:pt>
          <cx:pt idx="1591">508.08999999999997</cx:pt>
          <cx:pt idx="1592">58.979999999999997</cx:pt>
          <cx:pt idx="1593">96.579999999999998</cx:pt>
          <cx:pt idx="1594">121.98</cx:pt>
          <cx:pt idx="1595">254.97</cx:pt>
          <cx:pt idx="1596">254.97</cx:pt>
          <cx:pt idx="1597">339.95999999999998</cx:pt>
          <cx:pt idx="1598">107.95999999999999</cx:pt>
          <cx:pt idx="1599">246.63</cx:pt>
          <cx:pt idx="1600">251.56999999999999</cx:pt>
          <cx:pt idx="1601">131.97999999999999</cx:pt>
          <cx:pt idx="1602">69.980000000000004</cx:pt>
          <cx:pt idx="1603">334.00999999999999</cx:pt>
          <cx:pt idx="1604">172.97</cx:pt>
          <cx:pt idx="1605">254.97</cx:pt>
          <cx:pt idx="1606">34.979999999999997</cx:pt>
          <cx:pt idx="1607">328.37</cx:pt>
          <cx:pt idx="1608">84.989999999999995</cx:pt>
          <cx:pt idx="1609">254.97</cx:pt>
          <cx:pt idx="1610">223.94</cx:pt>
          <cx:pt idx="1611">119.97</cx:pt>
          <cx:pt idx="1612">1619.46</cx:pt>
          <cx:pt idx="1613">1502.1400000000001</cx:pt>
          <cx:pt idx="1614">771.51999999999998</cx:pt>
          <cx:pt idx="1615">1739.4200000000001</cx:pt>
          <cx:pt idx="1616">1799.4000000000001</cx:pt>
          <cx:pt idx="1617">1199.5999999999999</cx:pt>
          <cx:pt idx="1618">1939.3</cx:pt>
          <cx:pt idx="1619">166.97999999999999</cx:pt>
          <cx:pt idx="1620">169.97999999999999</cx:pt>
          <cx:pt idx="1621">163.97</cx:pt>
          <cx:pt idx="1622">168.28</cx:pt>
          <cx:pt idx="1623">163.24000000000001</cx:pt>
          <cx:pt idx="1624">64.670000000000002</cx:pt>
          <cx:pt idx="1625">139.97999999999999</cx:pt>
          <cx:pt idx="1626">168.28</cx:pt>
          <cx:pt idx="1627">169.97999999999999</cx:pt>
          <cx:pt idx="1628">158.28</cx:pt>
          <cx:pt idx="1629">148.65000000000001</cx:pt>
          <cx:pt idx="1630">198.25999999999999</cx:pt>
          <cx:pt idx="1631">130.47999999999999</cx:pt>
          <cx:pt idx="1632">152.80000000000001</cx:pt>
          <cx:pt idx="1633">159.13</cx:pt>
          <cx:pt idx="1634">169.97999999999999</cx:pt>
          <cx:pt idx="1635">130.47999999999999</cx:pt>
          <cx:pt idx="1636">81.75</cx:pt>
          <cx:pt idx="1637">163.61000000000001</cx:pt>
          <cx:pt idx="1638">169.97999999999999</cx:pt>
          <cx:pt idx="1639">168.28</cx:pt>
          <cx:pt idx="1640">259.44999999999999</cx:pt>
          <cx:pt idx="1641">128.68000000000001</cx:pt>
          <cx:pt idx="1642">152.97999999999999</cx:pt>
          <cx:pt idx="1643">168.28</cx:pt>
          <cx:pt idx="1644">288.97000000000003</cx:pt>
          <cx:pt idx="1645">169.97999999999999</cx:pt>
          <cx:pt idx="1646">129.06999999999999</cx:pt>
          <cx:pt idx="1647">196.96000000000001</cx:pt>
          <cx:pt idx="1648">163.75</cx:pt>
          <cx:pt idx="1649">169.97999999999999</cx:pt>
          <cx:pt idx="1650">10.99</cx:pt>
          <cx:pt idx="1651">305.94</cx:pt>
          <cx:pt idx="1652">147.96000000000001</cx:pt>
          <cx:pt idx="1653">226.94</cx:pt>
          <cx:pt idx="1654">254.94999999999999</cx:pt>
          <cx:pt idx="1655">139.94999999999999</cx:pt>
          <cx:pt idx="1656">234.93000000000001</cx:pt>
          <cx:pt idx="1657">235.94999999999999</cx:pt>
          <cx:pt idx="1658">140.94999999999999</cx:pt>
          <cx:pt idx="1659">239.97</cx:pt>
          <cx:pt idx="1660">319.95999999999998</cx:pt>
          <cx:pt idx="1661">289.95999999999998</cx:pt>
          <cx:pt idx="1662">328.93000000000001</cx:pt>
          <cx:pt idx="1663">100.95999999999999</cx:pt>
          <cx:pt idx="1664">287.93000000000001</cx:pt>
          <cx:pt idx="1665">384.92000000000002</cx:pt>
          <cx:pt idx="1666">302.92000000000002</cx:pt>
          <cx:pt idx="1667">138.91999999999999</cx:pt>
          <cx:pt idx="1668">254.24000000000001</cx:pt>
          <cx:pt idx="1669">324.95999999999998</cx:pt>
          <cx:pt idx="1670">210.94999999999999</cx:pt>
          <cx:pt idx="1671">319.95999999999998</cx:pt>
          <cx:pt idx="1672">265.94999999999999</cx:pt>
          <cx:pt idx="1673">239.97</cx:pt>
          <cx:pt idx="1674">322.93000000000001</cx:pt>
          <cx:pt idx="1675">239.97</cx:pt>
          <cx:pt idx="1676">131.97999999999999</cx:pt>
          <cx:pt idx="1677">131.97999999999999</cx:pt>
          <cx:pt idx="1678">131.94999999999999</cx:pt>
          <cx:pt idx="1679">334.31999999999999</cx:pt>
          <cx:pt idx="1680">314.95999999999998</cx:pt>
          <cx:pt idx="1681">139.97999999999999</cx:pt>
          <cx:pt idx="1682">130.68000000000001</cx:pt>
          <cx:pt idx="1683">169.97999999999999</cx:pt>
          <cx:pt idx="1684">339.95999999999998</cx:pt>
          <cx:pt idx="1685">225.44</cx:pt>
          <cx:pt idx="1686">65.989999999999995</cx:pt>
          <cx:pt idx="1687">131.97999999999999</cx:pt>
          <cx:pt idx="1688">339.95999999999998</cx:pt>
          <cx:pt idx="1689">163.83000000000001</cx:pt>
          <cx:pt idx="1690">169.97999999999999</cx:pt>
          <cx:pt idx="1691">128.05000000000001</cx:pt>
          <cx:pt idx="1692">322.95999999999998</cx:pt>
          <cx:pt idx="1693">287.16000000000003</cx:pt>
          <cx:pt idx="1694">339.95999999999998</cx:pt>
          <cx:pt idx="1695">148.03</cx:pt>
          <cx:pt idx="1696">336.56</cx:pt>
          <cx:pt idx="1697">159.31999999999999</cx:pt>
          <cx:pt idx="1698">130</cx:pt>
          <cx:pt idx="1699">169.97999999999999</cx:pt>
          <cx:pt idx="1700">131.97999999999999</cx:pt>
          <cx:pt idx="1701">339.95999999999998</cx:pt>
          <cx:pt idx="1702">339.95999999999998</cx:pt>
          <cx:pt idx="1703">239.97</cx:pt>
          <cx:pt idx="1704">137.97999999999999</cx:pt>
          <cx:pt idx="1705">135.97999999999999</cx:pt>
          <cx:pt idx="1706">159.97</cx:pt>
          <cx:pt idx="1707">129.28</cx:pt>
          <cx:pt idx="1708">94.980000000000004</cx:pt>
          <cx:pt idx="1709">159.97999999999999</cx:pt>
          <cx:pt idx="1710">189.96000000000001</cx:pt>
          <cx:pt idx="1711">159.97999999999999</cx:pt>
          <cx:pt idx="1712">174.97</cx:pt>
          <cx:pt idx="1713">172.96000000000001</cx:pt>
          <cx:pt idx="1714">139.97999999999999</cx:pt>
          <cx:pt idx="1715">119.98</cx:pt>
          <cx:pt idx="1716">125.98</cx:pt>
          <cx:pt idx="1717">174.97</cx:pt>
          <cx:pt idx="1718">159.97999999999999</cx:pt>
          <cx:pt idx="1719">157.97</cx:pt>
          <cx:pt idx="1720">171.97</cx:pt>
          <cx:pt idx="1721">239.97</cx:pt>
          <cx:pt idx="1722">176.96000000000001</cx:pt>
          <cx:pt idx="1723">136.97</cx:pt>
          <cx:pt idx="1724">119.98</cx:pt>
          <cx:pt idx="1725">121.98</cx:pt>
          <cx:pt idx="1726">159.97999999999999</cx:pt>
          <cx:pt idx="1727">85.980000000000004</cx:pt>
          <cx:pt idx="1728">174.56</cx:pt>
          <cx:pt idx="1729">174.97</cx:pt>
          <cx:pt idx="1730">131.97999999999999</cx:pt>
          <cx:pt idx="1731">169.97999999999999</cx:pt>
          <cx:pt idx="1732">197.97</cx:pt>
          <cx:pt idx="1733">159.31999999999999</cx:pt>
          <cx:pt idx="1734">169.97999999999999</cx:pt>
          <cx:pt idx="1735">197.97</cx:pt>
          <cx:pt idx="1736">129.06999999999999</cx:pt>
          <cx:pt idx="1737">131.97999999999999</cx:pt>
          <cx:pt idx="1738">169.97999999999999</cx:pt>
          <cx:pt idx="1739">257.82999999999998</cx:pt>
          <cx:pt idx="1740">254.97</cx:pt>
          <cx:pt idx="1741">254.97</cx:pt>
          <cx:pt idx="1742">111.20999999999999</cx:pt>
          <cx:pt idx="1743">169.97999999999999</cx:pt>
          <cx:pt idx="1744">169.97999999999999</cx:pt>
          <cx:pt idx="1745">84.989999999999995</cx:pt>
          <cx:pt idx="1746">169.97999999999999</cx:pt>
          <cx:pt idx="1747">254.97</cx:pt>
          <cx:pt idx="1748">172.97</cx:pt>
          <cx:pt idx="1749">158.71000000000001</cx:pt>
          <cx:pt idx="1750">131.97999999999999</cx:pt>
          <cx:pt idx="1751">169.97999999999999</cx:pt>
          <cx:pt idx="1752">246.25</cx:pt>
          <cx:pt idx="1753">169.97999999999999</cx:pt>
          <cx:pt idx="1754">169.97999999999999</cx:pt>
          <cx:pt idx="1755">197.97</cx:pt>
          <cx:pt idx="1756">159.97999999999999</cx:pt>
          <cx:pt idx="1757">254.97</cx:pt>
          <cx:pt idx="1758">383.93000000000001</cx:pt>
          <cx:pt idx="1759">337.25999999999999</cx:pt>
          <cx:pt idx="1760">314.95999999999998</cx:pt>
          <cx:pt idx="1761">266.56</cx:pt>
          <cx:pt idx="1762">367.69999999999999</cx:pt>
          <cx:pt idx="1763">292.69</cx:pt>
          <cx:pt idx="1764">529.98000000000002</cx:pt>
          <cx:pt idx="1765">243.25999999999999</cx:pt>
          <cx:pt idx="1766">309.91000000000003</cx:pt>
          <cx:pt idx="1767">149.94999999999999</cx:pt>
          <cx:pt idx="1768">129.06</cx:pt>
          <cx:pt idx="1769">235.94999999999999</cx:pt>
          <cx:pt idx="1770">235.94999999999999</cx:pt>
          <cx:pt idx="1771">216.96000000000001</cx:pt>
          <cx:pt idx="1772">235.94999999999999</cx:pt>
          <cx:pt idx="1773">172.97</cx:pt>
          <cx:pt idx="1774">197.97</cx:pt>
          <cx:pt idx="1775">37.979999999999997</cx:pt>
          <cx:pt idx="1776">197.97</cx:pt>
          <cx:pt idx="1777">169.97999999999999</cx:pt>
          <cx:pt idx="1778">197.97</cx:pt>
          <cx:pt idx="1779">271.94</cx:pt>
          <cx:pt idx="1780">235.94999999999999</cx:pt>
          <cx:pt idx="1781">220.44</cx:pt>
          <cx:pt idx="1782">235.94999999999999</cx:pt>
          <cx:pt idx="1783">197.97</cx:pt>
          <cx:pt idx="1784">197.97</cx:pt>
          <cx:pt idx="1785">235.94999999999999</cx:pt>
          <cx:pt idx="1786">235.94999999999999</cx:pt>
          <cx:pt idx="1787">235.94999999999999</cx:pt>
          <cx:pt idx="1788">216.96000000000001</cx:pt>
          <cx:pt idx="1789">235.94999999999999</cx:pt>
          <cx:pt idx="1790">235.94999999999999</cx:pt>
          <cx:pt idx="1791">197.97</cx:pt>
          <cx:pt idx="1792">197.97</cx:pt>
          <cx:pt idx="1793">197.97</cx:pt>
          <cx:pt idx="1794">235.94999999999999</cx:pt>
          <cx:pt idx="1795">235.94999999999999</cx:pt>
          <cx:pt idx="1796">172.97</cx:pt>
          <cx:pt idx="1797">235.94999999999999</cx:pt>
          <cx:pt idx="1798">263.95999999999998</cx:pt>
          <cx:pt idx="1799">197.97</cx:pt>
          <cx:pt idx="1800">235.94999999999999</cx:pt>
          <cx:pt idx="1801">235.94999999999999</cx:pt>
          <cx:pt idx="1802">254.97</cx:pt>
          <cx:pt idx="1803">238.97</cx:pt>
          <cx:pt idx="1804">245.47999999999999</cx:pt>
          <cx:pt idx="1805">245.06</cx:pt>
          <cx:pt idx="1806">252.41999999999999</cx:pt>
          <cx:pt idx="1807">226.37</cx:pt>
          <cx:pt idx="1808">197.97</cx:pt>
          <cx:pt idx="1809">254.97</cx:pt>
          <cx:pt idx="1810">195.38999999999999</cx:pt>
          <cx:pt idx="1811">197.97</cx:pt>
          <cx:pt idx="1812">229.97</cx:pt>
          <cx:pt idx="1813">195.99000000000001</cx:pt>
          <cx:pt idx="1814">339.95999999999998</cx:pt>
          <cx:pt idx="1815">252.41999999999999</cx:pt>
          <cx:pt idx="1816">197.97</cx:pt>
          <cx:pt idx="1817">257.93000000000001</cx:pt>
          <cx:pt idx="1818">254.97</cx:pt>
          <cx:pt idx="1819">178.16999999999999</cx:pt>
          <cx:pt idx="1820">252.41999999999999</cx:pt>
          <cx:pt idx="1821">197.97</cx:pt>
          <cx:pt idx="1822">241.77000000000001</cx:pt>
          <cx:pt idx="1823">172.97</cx:pt>
          <cx:pt idx="1824">254.97</cx:pt>
          <cx:pt idx="1825">241.41999999999999</cx:pt>
          <cx:pt idx="1826">182.13</cx:pt>
          <cx:pt idx="1827">254.97</cx:pt>
          <cx:pt idx="1828">178.16999999999999</cx:pt>
          <cx:pt idx="1829">249.87</cx:pt>
          <cx:pt idx="1830">197.97</cx:pt>
          <cx:pt idx="1831">250.44</cx:pt>
          <cx:pt idx="1832">146.09999999999999</cx:pt>
          <cx:pt idx="1833">159.69999999999999</cx:pt>
          <cx:pt idx="1834">135.74000000000001</cx:pt>
          <cx:pt idx="1835">188.03</cx:pt>
          <cx:pt idx="1836">147.59999999999999</cx:pt>
          <cx:pt idx="1837">159.69999999999999</cx:pt>
          <cx:pt idx="1838">159.69999999999999</cx:pt>
          <cx:pt idx="1839">159.69999999999999</cx:pt>
          <cx:pt idx="1840">159.69999999999999</cx:pt>
          <cx:pt idx="1841">96.790000000000006</cx:pt>
          <cx:pt idx="1842">159.69999999999999</cx:pt>
          <cx:pt idx="1843">159.69999999999999</cx:pt>
          <cx:pt idx="1844">159.69999999999999</cx:pt>
          <cx:pt idx="1845">159.69999999999999</cx:pt>
          <cx:pt idx="1846">159.69999999999999</cx:pt>
          <cx:pt idx="1847">147.59999999999999</cx:pt>
          <cx:pt idx="1848">159.69999999999999</cx:pt>
          <cx:pt idx="1849">159.69999999999999</cx:pt>
          <cx:pt idx="1850">202.03</cx:pt>
          <cx:pt idx="1851">159.69999999999999</cx:pt>
          <cx:pt idx="1852">139.56</cx:pt>
          <cx:pt idx="1853">147.59999999999999</cx:pt>
          <cx:pt idx="1854">159.69999999999999</cx:pt>
          <cx:pt idx="1855">159.69999999999999</cx:pt>
          <cx:pt idx="1856">79.989999999999995</cx:pt>
          <cx:pt idx="1857">147.59999999999999</cx:pt>
          <cx:pt idx="1858">145.15000000000001</cx:pt>
          <cx:pt idx="1859">147.59999999999999</cx:pt>
          <cx:pt idx="1860">159.69999999999999</cx:pt>
          <cx:pt idx="1861">159.69999999999999</cx:pt>
          <cx:pt idx="1862">159.69999999999999</cx:pt>
          <cx:pt idx="1863">162.09</cx:pt>
          <cx:pt idx="1864">162.09</cx:pt>
          <cx:pt idx="1865">211.69</cx:pt>
          <cx:pt idx="1866">162.09</cx:pt>
          <cx:pt idx="1867">162.33000000000001</cx:pt>
          <cx:pt idx="1868">162.33000000000001</cx:pt>
          <cx:pt idx="1869">162.09</cx:pt>
          <cx:pt idx="1870">162.09</cx:pt>
          <cx:pt idx="1871">162.09</cx:pt>
          <cx:pt idx="1872">162.09</cx:pt>
          <cx:pt idx="1873">211.69</cx:pt>
          <cx:pt idx="1874">162.09</cx:pt>
          <cx:pt idx="1875">162.09</cx:pt>
          <cx:pt idx="1876">138.61000000000001</cx:pt>
          <cx:pt idx="1877">138.61000000000001</cx:pt>
          <cx:pt idx="1878">162.33000000000001</cx:pt>
          <cx:pt idx="1879">162.09</cx:pt>
          <cx:pt idx="1880">162.33000000000001</cx:pt>
          <cx:pt idx="1881">138.13999999999999</cx:pt>
          <cx:pt idx="1882">162.33000000000001</cx:pt>
          <cx:pt idx="1883">138.13999999999999</cx:pt>
          <cx:pt idx="1884">162.33000000000001</cx:pt>
          <cx:pt idx="1885">162.09</cx:pt>
          <cx:pt idx="1886">162.09</cx:pt>
          <cx:pt idx="1887">162.09</cx:pt>
          <cx:pt idx="1888">162.09</cx:pt>
          <cx:pt idx="1889">154.11000000000001</cx:pt>
          <cx:pt idx="1890">154.11000000000001</cx:pt>
          <cx:pt idx="1891">241.94</cx:pt>
          <cx:pt idx="1892">241.94</cx:pt>
          <cx:pt idx="1893">162.33000000000001</cx:pt>
          <cx:pt idx="1894">162.33000000000001</cx:pt>
          <cx:pt idx="1895">162.33000000000001</cx:pt>
          <cx:pt idx="1896">162.33000000000001</cx:pt>
          <cx:pt idx="1897">162.09</cx:pt>
          <cx:pt idx="1898">162.09</cx:pt>
          <cx:pt idx="1899">151.69</cx:pt>
          <cx:pt idx="1900">162.09</cx:pt>
          <cx:pt idx="1901">151.69</cx:pt>
          <cx:pt idx="1902">162.09</cx:pt>
          <cx:pt idx="1903">162.09</cx:pt>
          <cx:pt idx="1904">159.69999999999999</cx:pt>
          <cx:pt idx="1905">149.99000000000001</cx:pt>
          <cx:pt idx="1906">162.09</cx:pt>
          <cx:pt idx="1907">149.99000000000001</cx:pt>
          <cx:pt idx="1908">159.69999999999999</cx:pt>
          <cx:pt idx="1909">162.09</cx:pt>
          <cx:pt idx="1910">162.09</cx:pt>
          <cx:pt idx="1911">84.989999999999995</cx:pt>
          <cx:pt idx="1912">131.97999999999999</cx:pt>
          <cx:pt idx="1913">169.97999999999999</cx:pt>
          <cx:pt idx="1914">84.989999999999995</cx:pt>
          <cx:pt idx="1915">84.989999999999995</cx:pt>
          <cx:pt idx="1916">124.98</cx:pt>
          <cx:pt idx="1917">65.989999999999995</cx:pt>
          <cx:pt idx="1918">141.97999999999999</cx:pt>
          <cx:pt idx="1919">188.97</cx:pt>
          <cx:pt idx="1920">84.989999999999995</cx:pt>
          <cx:pt idx="1921">65.989999999999995</cx:pt>
          <cx:pt idx="1922">49.990000000000002</cx:pt>
          <cx:pt idx="1923">84.989999999999995</cx:pt>
          <cx:pt idx="1924">84.989999999999995</cx:pt>
          <cx:pt idx="1925">78.099999999999994</cx:pt>
          <cx:pt idx="1926">131.97999999999999</cx:pt>
          <cx:pt idx="1927">65.989999999999995</cx:pt>
          <cx:pt idx="1928">84.989999999999995</cx:pt>
          <cx:pt idx="1929">84.989999999999995</cx:pt>
          <cx:pt idx="1930">134.97999999999999</cx:pt>
          <cx:pt idx="1931">84.989999999999995</cx:pt>
          <cx:pt idx="1932">79.890000000000001</cx:pt>
          <cx:pt idx="1933">131.97999999999999</cx:pt>
          <cx:pt idx="1934">103.98</cx:pt>
          <cx:pt idx="1935">84.989999999999995</cx:pt>
          <cx:pt idx="1936">131.97999999999999</cx:pt>
          <cx:pt idx="1937">84.989999999999995</cx:pt>
          <cx:pt idx="1938">65.989999999999995</cx:pt>
          <cx:pt idx="1939">84.989999999999995</cx:pt>
          <cx:pt idx="1940">84.989999999999995</cx:pt>
          <cx:pt idx="1941">81.590000000000003</cx:pt>
          <cx:pt idx="1942">84.980000000000004</cx:pt>
          <cx:pt idx="1943">84.989999999999995</cx:pt>
          <cx:pt idx="1944">84.989999999999995</cx:pt>
          <cx:pt idx="1945">84.989999999999995</cx:pt>
          <cx:pt idx="1946">84.989999999999995</cx:pt>
          <cx:pt idx="1947">72.049999999999997</cx:pt>
          <cx:pt idx="1948">84.989999999999995</cx:pt>
          <cx:pt idx="1949">84.989999999999995</cx:pt>
          <cx:pt idx="1950">84.980000000000004</cx:pt>
          <cx:pt idx="1951">84.989999999999995</cx:pt>
          <cx:pt idx="1952">84.989999999999995</cx:pt>
          <cx:pt idx="1953">84.989999999999995</cx:pt>
          <cx:pt idx="1954">169.97999999999999</cx:pt>
          <cx:pt idx="1955">84.989999999999995</cx:pt>
          <cx:pt idx="1956">84.989999999999995</cx:pt>
          <cx:pt idx="1957">154.97999999999999</cx:pt>
          <cx:pt idx="1958">84.989999999999995</cx:pt>
          <cx:pt idx="1959">84.989999999999995</cx:pt>
          <cx:pt idx="1960">57.859999999999999</cx:pt>
          <cx:pt idx="1961">84.989999999999995</cx:pt>
          <cx:pt idx="1962">65.989999999999995</cx:pt>
          <cx:pt idx="1963">84.989999999999995</cx:pt>
          <cx:pt idx="1964">65.989999999999995</cx:pt>
          <cx:pt idx="1965">84.989999999999995</cx:pt>
          <cx:pt idx="1966">84.989999999999995</cx:pt>
          <cx:pt idx="1967">84.989999999999995</cx:pt>
          <cx:pt idx="1968">84.989999999999995</cx:pt>
          <cx:pt idx="1969">84.989999999999995</cx:pt>
          <cx:pt idx="1970">84.989999999999995</cx:pt>
          <cx:pt idx="1971">65.989999999999995</cx:pt>
          <cx:pt idx="1972">169.97999999999999</cx:pt>
          <cx:pt idx="1973">84.989999999999995</cx:pt>
          <cx:pt idx="1974">61.960000000000001</cx:pt>
          <cx:pt idx="1975">61.960000000000001</cx:pt>
          <cx:pt idx="1976">61.960000000000001</cx:pt>
          <cx:pt idx="1977">71.950000000000003</cx:pt>
          <cx:pt idx="1978">71.950000000000003</cx:pt>
          <cx:pt idx="1979">126.92</cx:pt>
          <cx:pt idx="1980">61.960000000000001</cx:pt>
          <cx:pt idx="1981">52.200000000000003</cx:pt>
          <cx:pt idx="1982">71.950000000000003</cx:pt>
          <cx:pt idx="1983">71.950000000000003</cx:pt>
          <cx:pt idx="1984">126.92</cx:pt>
          <cx:pt idx="1985">52.200000000000003</cx:pt>
          <cx:pt idx="1986">159.06</cx:pt>
          <cx:pt idx="1987">168.28</cx:pt>
          <cx:pt idx="1988">157.09999999999999</cx:pt>
          <cx:pt idx="1989">65.989999999999995</cx:pt>
          <cx:pt idx="1990">225.27000000000001</cx:pt>
          <cx:pt idx="1991">63.670000000000002</cx:pt>
          <cx:pt idx="1992">163.43000000000001</cx:pt>
          <cx:pt idx="1993">169.13</cx:pt>
          <cx:pt idx="1994">167.41999999999999</cx:pt>
          <cx:pt idx="1995">84.140000000000001</cx:pt>
          <cx:pt idx="1996">131.97999999999999</cx:pt>
          <cx:pt idx="1997">64.010000000000005</cx:pt>
          <cx:pt idx="1998">128.36000000000001</cx:pt>
          <cx:pt idx="1999">168.28</cx:pt>
          <cx:pt idx="2000">74.819999999999993</cx:pt>
          <cx:pt idx="2001">271.94999999999999</cx:pt>
          <cx:pt idx="2002">255.96000000000001</cx:pt>
          <cx:pt idx="2003">166.97</cx:pt>
          <cx:pt idx="2004">59.390000000000001</cx:pt>
          <cx:pt idx="2005">84.140000000000001</cx:pt>
          <cx:pt idx="2006">84.989999999999995</cx:pt>
          <cx:pt idx="2007">82.629999999999995</cx:pt>
          <cx:pt idx="2008">169.97999999999999</cx:pt>
          <cx:pt idx="2009">83.290000000000006</cx:pt>
          <cx:pt idx="2010">169.97999999999999</cx:pt>
          <cx:pt idx="2011">62.369999999999997</cx:pt>
          <cx:pt idx="2012">167.43000000000001</cx:pt>
          <cx:pt idx="2013">121.98</cx:pt>
          <cx:pt idx="2014">97.969999999999999</cx:pt>
          <cx:pt idx="2015">251.69999999999999</cx:pt>
          <cx:pt idx="2016">169.97999999999999</cx:pt>
          <cx:pt idx="2017">169.97999999999999</cx:pt>
          <cx:pt idx="2018">1061.98</cx:pt>
          <cx:pt idx="2019">490.20999999999998</cx:pt>
          <cx:pt idx="2020">373.92000000000002</cx:pt>
          <cx:pt idx="2021">271.92000000000002</cx:pt>
          <cx:pt idx="2022">659.89999999999998</cx:pt>
          <cx:pt idx="2023">638.88</cx:pt>
          <cx:pt idx="2024">985.86000000000001</cx:pt>
          <cx:pt idx="2025">272.66000000000003</cx:pt>
          <cx:pt idx="2026">764.90999999999997</cx:pt>
          <cx:pt idx="2027">165.93000000000001</cx:pt>
          <cx:pt idx="2028">224.72</cx:pt>
          <cx:pt idx="2029">169.97999999999999</cx:pt>
          <cx:pt idx="2030">169.97999999999999</cx:pt>
          <cx:pt idx="2031">169.97999999999999</cx:pt>
          <cx:pt idx="2032">185.97</cx:pt>
          <cx:pt idx="2033">169.97999999999999</cx:pt>
          <cx:pt idx="2034">269.97000000000003</cx:pt>
          <cx:pt idx="2035">164.72</cx:pt>
          <cx:pt idx="2036">166.96000000000001</cx:pt>
          <cx:pt idx="2037">169.97999999999999</cx:pt>
          <cx:pt idx="2038">169.97999999999999</cx:pt>
          <cx:pt idx="2039">166.58000000000001</cx:pt>
          <cx:pt idx="2040">165.72999999999999</cx:pt>
          <cx:pt idx="2041">169.97999999999999</cx:pt>
          <cx:pt idx="2042">261.14999999999998</cx:pt>
          <cx:pt idx="2043">169.97999999999999</cx:pt>
          <cx:pt idx="2044">100.98</cx:pt>
          <cx:pt idx="2045">169.97999999999999</cx:pt>
          <cx:pt idx="2046">175.97</cx:pt>
          <cx:pt idx="2047">169.97999999999999</cx:pt>
          <cx:pt idx="2048">127.36</cx:pt>
          <cx:pt idx="2049">172.97</cx:pt>
          <cx:pt idx="2050">148.97</cx:pt>
          <cx:pt idx="2051">167.27000000000001</cx:pt>
          <cx:pt idx="2052">185.97</cx:pt>
          <cx:pt idx="2053">156.06</cx:pt>
          <cx:pt idx="2054">55.979999999999997</cx:pt>
          <cx:pt idx="2055">112.97</cx:pt>
          <cx:pt idx="2056">169.97999999999999</cx:pt>
          <cx:pt idx="2057">169.97999999999999</cx:pt>
          <cx:pt idx="2058">184.97</cx:pt>
          <cx:pt idx="2059">167.96000000000001</cx:pt>
          <cx:pt idx="2060">131.97999999999999</cx:pt>
          <cx:pt idx="2061">160.77000000000001</cx:pt>
          <cx:pt idx="2062">144.97</cx:pt>
          <cx:pt idx="2063">132.47999999999999</cx:pt>
          <cx:pt idx="2064">144.97</cx:pt>
          <cx:pt idx="2065">151.97</cx:pt>
          <cx:pt idx="2066">131.97999999999999</cx:pt>
          <cx:pt idx="2067">203.96000000000001</cx:pt>
          <cx:pt idx="2068">188.97</cx:pt>
          <cx:pt idx="2069">182.97</cx:pt>
          <cx:pt idx="2070">131.97999999999999</cx:pt>
          <cx:pt idx="2071">131.97999999999999</cx:pt>
          <cx:pt idx="2072">155.97</cx:pt>
          <cx:pt idx="2073">188.96000000000001</cx:pt>
          <cx:pt idx="2074">188.97</cx:pt>
          <cx:pt idx="2075">173.47</cx:pt>
          <cx:pt idx="2076">450.41000000000003</cx:pt>
          <cx:pt idx="2077">188.97</cx:pt>
          <cx:pt idx="2078">59.979999999999997</cx:pt>
          <cx:pt idx="2079">188.97</cx:pt>
          <cx:pt idx="2080">144.97</cx:pt>
          <cx:pt idx="2081">169.97999999999999</cx:pt>
          <cx:pt idx="2082">150.18000000000001</cx:pt>
          <cx:pt idx="2083">121.98</cx:pt>
          <cx:pt idx="2084">145.47</cx:pt>
          <cx:pt idx="2085">184.97</cx:pt>
          <cx:pt idx="2086">131.97999999999999</cx:pt>
          <cx:pt idx="2087">131.97999999999999</cx:pt>
          <cx:pt idx="2088">270.73000000000002</cx:pt>
          <cx:pt idx="2089">159.41999999999999</cx:pt>
          <cx:pt idx="2090">-56.439999999999998</cx:pt>
          <cx:pt idx="2091">287.92000000000002</cx:pt>
          <cx:pt idx="2092">66.430000000000007</cx:pt>
          <cx:pt idx="2093">411.92000000000002</cx:pt>
          <cx:pt idx="2094">440.29000000000002</cx:pt>
          <cx:pt idx="2095">417.56</cx:pt>
          <cx:pt idx="2096">191.96000000000001</cx:pt>
          <cx:pt idx="2097">308.94</cx:pt>
          <cx:pt idx="2098">84.659999999999997</cx:pt>
          <cx:pt idx="2099">80.969999999999999</cx:pt>
          <cx:pt idx="2100">339.95999999999998</cx:pt>
          <cx:pt idx="2101">384.94999999999999</cx:pt>
          <cx:pt idx="2102">224.41999999999999</cx:pt>
          <cx:pt idx="2103">469.69</cx:pt>
          <cx:pt idx="2104">81.049999999999997</cx:pt>
          <cx:pt idx="2105">289.63999999999999</cx:pt>
          <cx:pt idx="2106">422.92000000000002</cx:pt>
          <cx:pt idx="2107">425.04000000000002</cx:pt>
          <cx:pt idx="2108">253.93000000000001</cx:pt>
          <cx:pt idx="2109">59.960000000000001</cx:pt>
          <cx:pt idx="2110">389.48000000000002</cx:pt>
          <cx:pt idx="2111">555.89999999999998</cx:pt>
          <cx:pt idx="2112">395.94</cx:pt>
          <cx:pt idx="2113">1039.47</cx:pt>
          <cx:pt idx="2114">169.97999999999999</cx:pt>
          <cx:pt idx="2115">177.94999999999999</cx:pt>
          <cx:pt idx="2116">159.77000000000001</cx:pt>
          <cx:pt idx="2117">131.97999999999999</cx:pt>
          <cx:pt idx="2118">169.97999999999999</cx:pt>
          <cx:pt idx="2119">125.84</cx:pt>
          <cx:pt idx="2120">169.97999999999999</cx:pt>
          <cx:pt idx="2121">169.97999999999999</cx:pt>
          <cx:pt idx="2122">169.97999999999999</cx:pt>
          <cx:pt idx="2123">169.97999999999999</cx:pt>
          <cx:pt idx="2124">187.97</cx:pt>
          <cx:pt idx="2125">159.97999999999999</cx:pt>
          <cx:pt idx="2126">187.97</cx:pt>
          <cx:pt idx="2127">131.97999999999999</cx:pt>
          <cx:pt idx="2128">169.97999999999999</cx:pt>
          <cx:pt idx="2129">121.98</cx:pt>
          <cx:pt idx="2130">149.97</cx:pt>
          <cx:pt idx="2131">187.97</cx:pt>
          <cx:pt idx="2132">187.97</cx:pt>
          <cx:pt idx="2133">121.98</cx:pt>
          <cx:pt idx="2134">169.97999999999999</cx:pt>
          <cx:pt idx="2135">140.37</cx:pt>
          <cx:pt idx="2136">79.980000000000004</cx:pt>
          <cx:pt idx="2137">177.97</cx:pt>
          <cx:pt idx="2138">156.78</cx:pt>
          <cx:pt idx="2139">169.97999999999999</cx:pt>
          <cx:pt idx="2140">169.97999999999999</cx:pt>
          <cx:pt idx="2141">169.97999999999999</cx:pt>
          <cx:pt idx="2142">319.95999999999998</cx:pt>
          <cx:pt idx="2143">319.95999999999998</cx:pt>
          <cx:pt idx="2144">243.96000000000001</cx:pt>
          <cx:pt idx="2145">243.96000000000001</cx:pt>
          <cx:pt idx="2146">243.96000000000001</cx:pt>
          <cx:pt idx="2147">319.95999999999998</cx:pt>
          <cx:pt idx="2148">319.95999999999998</cx:pt>
          <cx:pt idx="2149">163.65000000000001</cx:pt>
          <cx:pt idx="2150">218.96000000000001</cx:pt>
          <cx:pt idx="2151">257.92000000000002</cx:pt>
          <cx:pt idx="2152">182.97</cx:pt>
          <cx:pt idx="2153">294.95999999999998</cx:pt>
          <cx:pt idx="2154">319.95999999999998</cx:pt>
          <cx:pt idx="2155">319.95999999999998</cx:pt>
          <cx:pt idx="2156">319.95999999999998</cx:pt>
          <cx:pt idx="2157">319.95999999999998</cx:pt>
          <cx:pt idx="2158">319.95999999999998</cx:pt>
          <cx:pt idx="2159">243.96000000000001</cx:pt>
          <cx:pt idx="2160">243.96000000000001</cx:pt>
          <cx:pt idx="2161">319.95999999999998</cx:pt>
          <cx:pt idx="2162">319.95999999999998</cx:pt>
          <cx:pt idx="2163">319.95999999999998</cx:pt>
          <cx:pt idx="2164">243.96000000000001</cx:pt>
          <cx:pt idx="2165">319.95999999999998</cx:pt>
          <cx:pt idx="2166">319.95999999999998</cx:pt>
          <cx:pt idx="2167">319.95999999999998</cx:pt>
          <cx:pt idx="2168">587.88</cx:pt>
          <cx:pt idx="2169">471.89999999999998</cx:pt>
          <cx:pt idx="2170">395.94</cx:pt>
          <cx:pt idx="2171">553.89999999999998</cx:pt>
          <cx:pt idx="2172">527.91999999999996</cx:pt>
          <cx:pt idx="2173">553.89999999999998</cx:pt>
          <cx:pt idx="2174">587.88</cx:pt>
          <cx:pt idx="2175">216.94999999999999</cx:pt>
          <cx:pt idx="2176">527.91999999999996</cx:pt>
          <cx:pt idx="2177">263.95999999999998</cx:pt>
          <cx:pt idx="2178">613.86000000000001</cx:pt>
          <cx:pt idx="2179">603.88</cx:pt>
          <cx:pt idx="2180">527.91999999999996</cx:pt>
          <cx:pt idx="2181">131.97999999999999</cx:pt>
          <cx:pt idx="2182">115.97</cx:pt>
          <cx:pt idx="2183">109.64</cx:pt>
          <cx:pt idx="2184">75.980000000000004</cx:pt>
          <cx:pt idx="2185">196.96000000000001</cx:pt>
          <cx:pt idx="2186">178.16999999999999</cx:pt>
          <cx:pt idx="2187">121.98</cx:pt>
          <cx:pt idx="2188">253.94999999999999</cx:pt>
          <cx:pt idx="2189">131.97999999999999</cx:pt>
          <cx:pt idx="2190">212.96000000000001</cx:pt>
          <cx:pt idx="2191">131.97999999999999</cx:pt>
          <cx:pt idx="2192">131.97999999999999</cx:pt>
          <cx:pt idx="2193">131.97999999999999</cx:pt>
          <cx:pt idx="2194">95.430000000000007</cx:pt>
          <cx:pt idx="2195">60.990000000000002</cx:pt>
          <cx:pt idx="2196">65.989999999999995</cx:pt>
          <cx:pt idx="2197">197.97</cx:pt>
          <cx:pt idx="2198">121.98</cx:pt>
          <cx:pt idx="2199">156.38999999999999</cx:pt>
          <cx:pt idx="2200">131.97999999999999</cx:pt>
          <cx:pt idx="2201">212.96000000000001</cx:pt>
          <cx:pt idx="2202">80.340000000000003</cx:pt>
          <cx:pt idx="2203">132.66</cx:pt>
          <cx:pt idx="2204">71.980000000000004</cx:pt>
          <cx:pt idx="2205">121.98</cx:pt>
          <cx:pt idx="2206">254.97</cx:pt>
          <cx:pt idx="2207">199.97</cx:pt>
          <cx:pt idx="2208">248.94999999999999</cx:pt>
          <cx:pt idx="2209">197.97</cx:pt>
          <cx:pt idx="2210">219.97</cx:pt>
          <cx:pt idx="2211">200.83000000000001</cx:pt>
          <cx:pt idx="2212">284.94999999999999</cx:pt>
          <cx:pt idx="2213">197.97</cx:pt>
          <cx:pt idx="2214">281.44999999999999</cx:pt>
          <cx:pt idx="2215">214.96000000000001</cx:pt>
          <cx:pt idx="2216">254.97</cx:pt>
          <cx:pt idx="2217">254.97</cx:pt>
          <cx:pt idx="2218">288.94999999999999</cx:pt>
          <cx:pt idx="2219">256.45999999999998</cx:pt>
          <cx:pt idx="2220">639.84000000000003</cx:pt>
          <cx:pt idx="2221">516.52999999999997</cx:pt>
          <cx:pt idx="2222">472.94</cx:pt>
          <cx:pt idx="2223">507.92000000000002</cx:pt>
          <cx:pt idx="2224">370.33999999999997</cx:pt>
          <cx:pt idx="2225">506.38999999999999</cx:pt>
          <cx:pt idx="2226">342.31999999999999</cx:pt>
          <cx:pt idx="2227">380.82999999999998</cx:pt>
          <cx:pt idx="2228">639.91999999999996</cx:pt>
          <cx:pt idx="2229">484.13</cx:pt>
          <cx:pt idx="2230">401.58999999999997</cx:pt>
          <cx:pt idx="2231">415.51999999999998</cx:pt>
          <cx:pt idx="2232">561.42999999999995</cx:pt>
          <cx:pt idx="2233">531.15999999999997</cx:pt>
          <cx:pt idx="2234">389.93000000000001</cx:pt>
          <cx:pt idx="2235">370.33999999999997</cx:pt>
          <cx:pt idx="2236">562.67999999999995</cx:pt>
          <cx:pt idx="2237">497.73000000000002</cx:pt>
          <cx:pt idx="2238">111.98</cx:pt>
          <cx:pt idx="2239">159.97999999999999</cx:pt>
          <cx:pt idx="2240">110.98</cx:pt>
          <cx:pt idx="2241">147.97999999999999</cx:pt>
          <cx:pt idx="2242">121.97</cx:pt>
          <cx:pt idx="2243">159.97999999999999</cx:pt>
          <cx:pt idx="2244">110.98</cx:pt>
          <cx:pt idx="2245">159.97999999999999</cx:pt>
          <cx:pt idx="2246">111.98</cx:pt>
          <cx:pt idx="2247">121.98</cx:pt>
          <cx:pt idx="2248">159.97999999999999</cx:pt>
          <cx:pt idx="2249">123.18000000000001</cx:pt>
          <cx:pt idx="2250">159.97999999999999</cx:pt>
          <cx:pt idx="2251">121.98</cx:pt>
          <cx:pt idx="2252">124.98</cx:pt>
          <cx:pt idx="2253">156.78</cx:pt>
          <cx:pt idx="2254">159.97999999999999</cx:pt>
          <cx:pt idx="2255">110.98</cx:pt>
          <cx:pt idx="2256">159.97999999999999</cx:pt>
          <cx:pt idx="2257">159.97999999999999</cx:pt>
          <cx:pt idx="2258">121.98</cx:pt>
          <cx:pt idx="2259">149.97999999999999</cx:pt>
          <cx:pt idx="2260">159.97999999999999</cx:pt>
          <cx:pt idx="2261">121.98</cx:pt>
          <cx:pt idx="2262">121.98</cx:pt>
          <cx:pt idx="2263">121.98</cx:pt>
          <cx:pt idx="2264">121.98</cx:pt>
          <cx:pt idx="2265">128.19999999999999</cx:pt>
          <cx:pt idx="2266">159.97999999999999</cx:pt>
          <cx:pt idx="2267">121.98</cx:pt>
          <cx:pt idx="2268">110.98</cx:pt>
          <cx:pt idx="2269">105.98</cx:pt>
          <cx:pt idx="2270">110.98</cx:pt>
          <cx:pt idx="2271">110.98</cx:pt>
          <cx:pt idx="2272">121.98</cx:pt>
          <cx:pt idx="2273">159.97999999999999</cx:pt>
          <cx:pt idx="2274">159.97999999999999</cx:pt>
          <cx:pt idx="2275">79.989999999999995</cx:pt>
          <cx:pt idx="2276">236.11000000000001</cx:pt>
          <cx:pt idx="2277">317.43000000000001</cx:pt>
          <cx:pt idx="2278">263.73000000000002</cx:pt>
          <cx:pt idx="2279">241.94</cx:pt>
          <cx:pt idx="2280">339.94</cx:pt>
          <cx:pt idx="2281">209.28999999999999</cx:pt>
          <cx:pt idx="2282">271.11000000000001</cx:pt>
          <cx:pt idx="2283">309.63</cx:pt>
          <cx:pt idx="2284">176.24000000000001</cx:pt>
          <cx:pt idx="2285">310.13999999999999</cx:pt>
          <cx:pt idx="2286">322.02999999999997</cx:pt>
          <cx:pt idx="2287">271.82999999999998</cx:pt>
          <cx:pt idx="2288">195.97999999999999</cx:pt>
          <cx:pt idx="2289">360.69</cx:pt>
          <cx:pt idx="2290">365.37</cx:pt>
          <cx:pt idx="2291">169.81999999999999</cx:pt>
          <cx:pt idx="2292">85.969999999999999</cx:pt>
          <cx:pt idx="2293">84.980000000000004</cx:pt>
          <cx:pt idx="2294">55.990000000000002</cx:pt>
          <cx:pt idx="2295">259.94</cx:pt>
          <cx:pt idx="2296">249.94999999999999</cx:pt>
          <cx:pt idx="2297">181.72</cx:pt>
          <cx:pt idx="2298">329.92000000000002</cx:pt>
          <cx:pt idx="2299">199.96000000000001</cx:pt>
          <cx:pt idx="2300">199.96000000000001</cx:pt>
          <cx:pt idx="2301">249.94999999999999</cx:pt>
          <cx:pt idx="2302">199.96000000000001</cx:pt>
          <cx:pt idx="2303">211.94</cx:pt>
          <cx:pt idx="2304">296.93000000000001</cx:pt>
          <cx:pt idx="2305">349.93000000000001</cx:pt>
          <cx:pt idx="2306">149.97</cx:pt>
          <cx:pt idx="2307">299.94</cx:pt>
          <cx:pt idx="2308">227.94</cx:pt>
          <cx:pt idx="2309">239.94</cx:pt>
          <cx:pt idx="2310">302.54000000000002</cx:pt>
          <cx:pt idx="2311">249.94999999999999</cx:pt>
          <cx:pt idx="2312">239.94</cx:pt>
          <cx:pt idx="2313">265.48000000000002</cx:pt>
          <cx:pt idx="2314">392.91000000000003</cx:pt>
          <cx:pt idx="2315">169.97999999999999</cx:pt>
          <cx:pt idx="2316">334.94</cx:pt>
          <cx:pt idx="2317">169.97999999999999</cx:pt>
          <cx:pt idx="2318">260.95999999999998</cx:pt>
          <cx:pt idx="2319">339.95999999999998</cx:pt>
          <cx:pt idx="2320">339.95999999999998</cx:pt>
          <cx:pt idx="2321">354.74000000000001</cx:pt>
          <cx:pt idx="2322">10.99</cx:pt>
          <cx:pt idx="2323">-84.989999999999995</cx:pt>
          <cx:pt idx="2324">254.93000000000001</cx:pt>
          <cx:pt idx="2325">311.92000000000002</cx:pt>
          <cx:pt idx="2326">329.95999999999998</cx:pt>
          <cx:pt idx="2327">367.13</cx:pt>
          <cx:pt idx="2328">291.94999999999999</cx:pt>
          <cx:pt idx="2329">280.94</cx:pt>
          <cx:pt idx="2330">379.52999999999997</cx:pt>
          <cx:pt idx="2331">315.94999999999999</cx:pt>
          <cx:pt idx="2332">270.94999999999999</cx:pt>
          <cx:pt idx="2333">424.93000000000001</cx:pt>
          <cx:pt idx="2334">354.94999999999999</cx:pt>
          <cx:pt idx="2335">254.75999999999999</cx:pt>
          <cx:pt idx="2336">105.98</cx:pt>
          <cx:pt idx="2337">246.69999999999999</cx:pt>
          <cx:pt idx="2338">234.43000000000001</cx:pt>
          <cx:pt idx="2339">246.75999999999999</cx:pt>
          <cx:pt idx="2340">154.96000000000001</cx:pt>
          <cx:pt idx="2341">316.94999999999999</cx:pt>
          <cx:pt idx="2342">254.97</cx:pt>
          <cx:pt idx="2343">424.94999999999999</cx:pt>
          <cx:pt idx="2344">301.94</cx:pt>
          <cx:pt idx="2345">389.94999999999999</cx:pt>
          <cx:pt idx="2346">303.94999999999999</cx:pt>
          <cx:pt idx="2347">79.989999999999995</cx:pt>
          <cx:pt idx="2348">79.989999999999995</cx:pt>
          <cx:pt idx="2349">244.97</cx:pt>
          <cx:pt idx="2350">159.97999999999999</cx:pt>
          <cx:pt idx="2351">169.97999999999999</cx:pt>
          <cx:pt idx="2352">373.44</cx:pt>
          <cx:pt idx="2353">336.55000000000001</cx:pt>
          <cx:pt idx="2354">249.94999999999999</cx:pt>
          <cx:pt idx="2355">159.97999999999999</cx:pt>
          <cx:pt idx="2356">154.43000000000001</cx:pt>
          <cx:pt idx="2357">169.97999999999999</cx:pt>
          <cx:pt idx="2358">79.989999999999995</cx:pt>
          <cx:pt idx="2359">149.97</cx:pt>
          <cx:pt idx="2360">122.70999999999999</cx:pt>
          <cx:pt idx="2361">79.989999999999995</cx:pt>
          <cx:pt idx="2362">263.95999999999998</cx:pt>
          <cx:pt idx="2363">84.980000000000004</cx:pt>
          <cx:pt idx="2364">263.95999999999998</cx:pt>
          <cx:pt idx="2365">237.56</cx:pt>
          <cx:pt idx="2366">197.97</cx:pt>
          <cx:pt idx="2367">199.25</cx:pt>
          <cx:pt idx="2368">186.25</cx:pt>
          <cx:pt idx="2369">215.25999999999999</cx:pt>
          <cx:pt idx="2370">150.27000000000001</cx:pt>
          <cx:pt idx="2371">216.25999999999999</cx:pt>
          <cx:pt idx="2372">197.97</cx:pt>
          <cx:pt idx="2373">216.25999999999999</cx:pt>
          <cx:pt idx="2374">213.96000000000001</cx:pt>
          <cx:pt idx="2375">188.96000000000001</cx:pt>
          <cx:pt idx="2376">199.47</cx:pt>
          <cx:pt idx="2377">226.94999999999999</cx:pt>
          <cx:pt idx="2378">147.91</cx:pt>
          <cx:pt idx="2379">200.97</cx:pt>
          <cx:pt idx="2380">216.96000000000001</cx:pt>
          <cx:pt idx="2381">191.06999999999999</cx:pt>
          <cx:pt idx="2382">200.97</cx:pt>
          <cx:pt idx="2383">178.16999999999999</cx:pt>
          <cx:pt idx="2384">215.96000000000001</cx:pt>
          <cx:pt idx="2385">212.84</cx:pt>
          <cx:pt idx="2386">216.25999999999999</cx:pt>
          <cx:pt idx="2387">216.25999999999999</cx:pt>
          <cx:pt idx="2388">216.25999999999999</cx:pt>
          <cx:pt idx="2389">187.96000000000001</cx:pt>
          <cx:pt idx="2390">214.46000000000001</cx:pt>
          <cx:pt idx="2391">192.56</cx:pt>
          <cx:pt idx="2392">345.93000000000001</cx:pt>
          <cx:pt idx="2393">208.50999999999999</cx:pt>
          <cx:pt idx="2394">176.97</cx:pt>
          <cx:pt idx="2395">268.14999999999998</cx:pt>
          <cx:pt idx="2396">288.94999999999999</cx:pt>
          <cx:pt idx="2397">263.95999999999998</cx:pt>
          <cx:pt idx="2398">84.989999999999995</cx:pt>
          <cx:pt idx="2399">114.97</cx:pt>
          <cx:pt idx="2400">150.97</cx:pt>
          <cx:pt idx="2401">314.93000000000001</cx:pt>
          <cx:pt idx="2402">263.95999999999998</cx:pt>
          <cx:pt idx="2403">169.97999999999999</cx:pt>
          <cx:pt idx="2404">332.81</cx:pt>
          <cx:pt idx="2405">179.46000000000001</cx:pt>
          <cx:pt idx="2406">339.95999999999998</cx:pt>
          <cx:pt idx="2407">293.94</cx:pt>
          <cx:pt idx="2408">178.96000000000001</cx:pt>
          <cx:pt idx="2409">131.83000000000001</cx:pt>
          <cx:pt idx="2410">143.72</cx:pt>
          <cx:pt idx="2411">319.38999999999999</cx:pt>
          <cx:pt idx="2412">239.53999999999999</cx:pt>
          <cx:pt idx="2413">181.46000000000001</cx:pt>
          <cx:pt idx="2414">191.13</cx:pt>
          <cx:pt idx="2415">326.85000000000002</cx:pt>
          <cx:pt idx="2416">209.28999999999999</cx:pt>
          <cx:pt idx="2417">215.59</cx:pt>
          <cx:pt idx="2418">135.5</cx:pt>
          <cx:pt idx="2419">239.53999999999999</cx:pt>
          <cx:pt idx="2420">61.670000000000002</cx:pt>
          <cx:pt idx="2421">239.53999999999999</cx:pt>
          <cx:pt idx="2422">239.53999999999999</cx:pt>
          <cx:pt idx="2423">65.299999999999997</cx:pt>
          <cx:pt idx="2424">107.63</cx:pt>
          <cx:pt idx="2425">76.159999999999997</cx:pt>
          <cx:pt idx="2426">352.04000000000002</cx:pt>
          <cx:pt idx="2427">322.99000000000001</cx:pt>
          <cx:pt idx="2428">0</cx:pt>
          <cx:pt idx="2429">82.260000000000005</cx:pt>
          <cx:pt idx="2430">113.7</cx:pt>
          <cx:pt idx="2431">241.94999999999999</cx:pt>
          <cx:pt idx="2432">127.47</cx:pt>
          <cx:pt idx="2433">108.78</cx:pt>
          <cx:pt idx="2434">79.989999999999995</cx:pt>
          <cx:pt idx="2435">177.31999999999999</cx:pt>
          <cx:pt idx="2436">143.00999999999999</cx:pt>
          <cx:pt idx="2437">150.63999999999999</cx:pt>
          <cx:pt idx="2438">250.66</cx:pt>
          <cx:pt idx="2439">184.97</cx:pt>
          <cx:pt idx="2440">148.72</cx:pt>
          <cx:pt idx="2441">166.28</cx:pt>
          <cx:pt idx="2442">131.97999999999999</cx:pt>
          <cx:pt idx="2443">173.18000000000001</cx:pt>
          <cx:pt idx="2444">239.97</cx:pt>
          <cx:pt idx="2445">153.40000000000001</cx:pt>
          <cx:pt idx="2446">179.97</cx:pt>
          <cx:pt idx="2447">130.78</cx:pt>
          <cx:pt idx="2448">159.97999999999999</cx:pt>
          <cx:pt idx="2449">162.90000000000001</cx:pt>
          <cx:pt idx="2450">242.96000000000001</cx:pt>
          <cx:pt idx="2451">212.65000000000001</cx:pt>
          <cx:pt idx="2452">169.97999999999999</cx:pt>
          <cx:pt idx="2453">182.97</cx:pt>
          <cx:pt idx="2454">182.97</cx:pt>
          <cx:pt idx="2455">169.97999999999999</cx:pt>
          <cx:pt idx="2456">182.97</cx:pt>
          <cx:pt idx="2457">169.97999999999999</cx:pt>
          <cx:pt idx="2458">182.97</cx:pt>
          <cx:pt idx="2459">182.97</cx:pt>
          <cx:pt idx="2460">169.97999999999999</cx:pt>
          <cx:pt idx="2461">169.97999999999999</cx:pt>
          <cx:pt idx="2462">182.97</cx:pt>
          <cx:pt idx="2463">169.97999999999999</cx:pt>
          <cx:pt idx="2464">169.97999999999999</cx:pt>
          <cx:pt idx="2465">169.16999999999999</cx:pt>
          <cx:pt idx="2466">159.97999999999999</cx:pt>
          <cx:pt idx="2467">169.97999999999999</cx:pt>
          <cx:pt idx="2468">182.97</cx:pt>
          <cx:pt idx="2469">169.97999999999999</cx:pt>
          <cx:pt idx="2470">169.97999999999999</cx:pt>
          <cx:pt idx="2471">169.97999999999999</cx:pt>
          <cx:pt idx="2472">169.97999999999999</cx:pt>
          <cx:pt idx="2473">169.97999999999999</cx:pt>
          <cx:pt idx="2474">169.97999999999999</cx:pt>
          <cx:pt idx="2475">169.97999999999999</cx:pt>
          <cx:pt idx="2476">254.97</cx:pt>
          <cx:pt idx="2477">254.97</cx:pt>
          <cx:pt idx="2478">150.97</cx:pt>
          <cx:pt idx="2479">131.97999999999999</cx:pt>
          <cx:pt idx="2480">159.97999999999999</cx:pt>
          <cx:pt idx="2481">169.16999999999999</cx:pt>
          <cx:pt idx="2482">150.97</cx:pt>
          <cx:pt idx="2483">131.97999999999999</cx:pt>
          <cx:pt idx="2484">169.97999999999999</cx:pt>
          <cx:pt idx="2485">131.97999999999999</cx:pt>
          <cx:pt idx="2486">131.97999999999999</cx:pt>
          <cx:pt idx="2487">169.97999999999999</cx:pt>
          <cx:pt idx="2488">169.97999999999999</cx:pt>
          <cx:pt idx="2489">121.98</cx:pt>
          <cx:pt idx="2490">131.97999999999999</cx:pt>
          <cx:pt idx="2491">131.97999999999999</cx:pt>
          <cx:pt idx="2492">182.97</cx:pt>
          <cx:pt idx="2493">131.97999999999999</cx:pt>
          <cx:pt idx="2494">131.97999999999999</cx:pt>
          <cx:pt idx="2495">121.98</cx:pt>
          <cx:pt idx="2496">131.97999999999999</cx:pt>
          <cx:pt idx="2497">182.97</cx:pt>
          <cx:pt idx="2498">131.97999999999999</cx:pt>
          <cx:pt idx="2499">131.97999999999999</cx:pt>
          <cx:pt idx="2500">169.97999999999999</cx:pt>
          <cx:pt idx="2501">169.97999999999999</cx:pt>
          <cx:pt idx="2502">182.97</cx:pt>
          <cx:pt idx="2503">169.97999999999999</cx:pt>
          <cx:pt idx="2504">182.97</cx:pt>
          <cx:pt idx="2505">182.97</cx:pt>
          <cx:pt idx="2506">131.97999999999999</cx:pt>
          <cx:pt idx="2507">169.97999999999999</cx:pt>
          <cx:pt idx="2508">79.799999999999997</cx:pt>
          <cx:pt idx="2509">185.5</cx:pt>
          <cx:pt idx="2510">250.16</cx:pt>
          <cx:pt idx="2511">276.77999999999997</cx:pt>
          <cx:pt idx="2512">240.52000000000001</cx:pt>
          <cx:pt idx="2513">143.71000000000001</cx:pt>
          <cx:pt idx="2514">223.16999999999999</cx:pt>
          <cx:pt idx="2515">197.27000000000001</cx:pt>
          <cx:pt idx="2516">182.13</cx:pt>
          <cx:pt idx="2517">285.38999999999999</cx:pt>
          <cx:pt idx="2518">282.87</cx:pt>
          <cx:pt idx="2519">209.84</cx:pt>
          <cx:pt idx="2520">395.08999999999997</cx:pt>
          <cx:pt idx="2521">169.97999999999999</cx:pt>
          <cx:pt idx="2522">180.97</cx:pt>
          <cx:pt idx="2523">219.97</cx:pt>
          <cx:pt idx="2524">329.93000000000001</cx:pt>
          <cx:pt idx="2525">211.81</cx:pt>
          <cx:pt idx="2526">291.05000000000001</cx:pt>
          <cx:pt idx="2527">101.73</cx:pt>
          <cx:pt idx="2528">339.63</cx:pt>
          <cx:pt idx="2529">161.72</cx:pt>
          <cx:pt idx="2530">190.96000000000001</cx:pt>
          <cx:pt idx="2531">94.299999999999997</cx:pt>
          <cx:pt idx="2532">134.97999999999999</cx:pt>
          <cx:pt idx="2533">231</cx:pt>
          <cx:pt idx="2534">275.31</cx:pt>
          <cx:pt idx="2535">127.56999999999999</cx:pt>
          <cx:pt idx="2536">218.27000000000001</cx:pt>
          <cx:pt idx="2537">133.63</cx:pt>
          <cx:pt idx="2538">132.83000000000001</cx:pt>
          <cx:pt idx="2539">242.19999999999999</cx:pt>
          <cx:pt idx="2540">82.790000000000006</cx:pt>
          <cx:pt idx="2541">193.87</cx:pt>
          <cx:pt idx="2542">49.990000000000002</cx:pt>
          <cx:pt idx="2543">152.97999999999999</cx:pt>
          <cx:pt idx="2544">133.59999999999999</cx:pt>
          <cx:pt idx="2545">120.66</cx:pt>
          <cx:pt idx="2546">180.37</cx:pt>
          <cx:pt idx="2547">169.97999999999999</cx:pt>
          <cx:pt idx="2548">152.97999999999999</cx:pt>
          <cx:pt idx="2549">168.63</cx:pt>
          <cx:pt idx="2550">180.47</cx:pt>
          <cx:pt idx="2551">76.489999999999995</cx:pt>
          <cx:pt idx="2552">129.97999999999999</cx:pt>
          <cx:pt idx="2553">133.63</cx:pt>
          <cx:pt idx="2554">159.97999999999999</cx:pt>
          <cx:pt idx="2555">133.63</cx:pt>
          <cx:pt idx="2556">168.63</cx:pt>
          <cx:pt idx="2557">168.63</cx:pt>
          <cx:pt idx="2558">136.63</cx:pt>
          <cx:pt idx="2559">131.58000000000001</cx:pt>
          <cx:pt idx="2560">154.77000000000001</cx:pt>
          <cx:pt idx="2561">254.97</cx:pt>
          <cx:pt idx="2562">134.13</cx:pt>
          <cx:pt idx="2563">219.97</cx:pt>
          <cx:pt idx="2564">169.97999999999999</cx:pt>
          <cx:pt idx="2565">130.16</cx:pt>
          <cx:pt idx="2566">79.400000000000006</cx:pt>
          <cx:pt idx="2567">159.97999999999999</cx:pt>
          <cx:pt idx="2568">120.53</cx:pt>
          <cx:pt idx="2569">152.16999999999999</cx:pt>
          <cx:pt idx="2570">120.45999999999999</cx:pt>
          <cx:pt idx="2571">159.97999999999999</cx:pt>
          <cx:pt idx="2572">173.46000000000001</cx:pt>
          <cx:pt idx="2573">159.97999999999999</cx:pt>
          <cx:pt idx="2574">140.97</cx:pt>
          <cx:pt idx="2575">209.97</cx:pt>
          <cx:pt idx="2576">156.78</cx:pt>
          <cx:pt idx="2577">155.56</cx:pt>
          <cx:pt idx="2578">135.97999999999999</cx:pt>
          <cx:pt idx="2579">159.97999999999999</cx:pt>
          <cx:pt idx="2580">159.97999999999999</cx:pt>
          <cx:pt idx="2581">167.97</cx:pt>
          <cx:pt idx="2582">175.59</cx:pt>
          <cx:pt idx="2583">192.94999999999999</cx:pt>
          <cx:pt idx="2584">159.97999999999999</cx:pt>
          <cx:pt idx="2585">159.97999999999999</cx:pt>
          <cx:pt idx="2586">109.54000000000001</cx:pt>
          <cx:pt idx="2587">159.97999999999999</cx:pt>
          <cx:pt idx="2588">156.81</cx:pt>
          <cx:pt idx="2589">156.09</cx:pt>
          <cx:pt idx="2590">159.97999999999999</cx:pt>
          <cx:pt idx="2591">123.48</cx:pt>
          <cx:pt idx="2592">159.97999999999999</cx:pt>
          <cx:pt idx="2593">159.97999999999999</cx:pt>
          <cx:pt idx="2594">159.97999999999999</cx:pt>
          <cx:pt idx="2595">156.78</cx:pt>
          <cx:pt idx="2596">159.97999999999999</cx:pt>
          <cx:pt idx="2597">119.34999999999999</cx:pt>
          <cx:pt idx="2598">159.97999999999999</cx:pt>
          <cx:pt idx="2599">163.96000000000001</cx:pt>
          <cx:pt idx="2600">163.96000000000001</cx:pt>
          <cx:pt idx="2601">224.94</cx:pt>
          <cx:pt idx="2602">204.94999999999999</cx:pt>
          <cx:pt idx="2603">186.78</cx:pt>
          <cx:pt idx="2604">113.97</cx:pt>
          <cx:pt idx="2605">166.06</cx:pt>
          <cx:pt idx="2606">213.94999999999999</cx:pt>
          <cx:pt idx="2607">153.49000000000001</cx:pt>
          <cx:pt idx="2608">184.97</cx:pt>
          <cx:pt idx="2609">193.96000000000001</cx:pt>
          <cx:pt idx="2610">207.78999999999999</cx:pt>
          <cx:pt idx="2611">174.96000000000001</cx:pt>
          <cx:pt idx="2612">235.94</cx:pt>
          <cx:pt idx="2613">163.96000000000001</cx:pt>
          <cx:pt idx="2614">213.94999999999999</cx:pt>
          <cx:pt idx="2615">193.96000000000001</cx:pt>
          <cx:pt idx="2616">204.96000000000001</cx:pt>
          <cx:pt idx="2617">163.96000000000001</cx:pt>
          <cx:pt idx="2618">223.94999999999999</cx:pt>
          <cx:pt idx="2619">264.93000000000001</cx:pt>
          <cx:pt idx="2620">214.94</cx:pt>
          <cx:pt idx="2621">215.94999999999999</cx:pt>
          <cx:pt idx="2622">191.96000000000001</cx:pt>
          <cx:pt idx="2623">105.95</cx:pt>
          <cx:pt idx="2624">65.989999999999995</cx:pt>
          <cx:pt idx="2625">37.469999999999999</cx:pt>
          <cx:pt idx="2626">355.67000000000002</cx:pt>
          <cx:pt idx="2627">127.06</cx:pt>
          <cx:pt idx="2628">123.25</cx:pt>
          <cx:pt idx="2629">263.95999999999998</cx:pt>
          <cx:pt idx="2630">30.48</cx:pt>
          <cx:pt idx="2631">411.35000000000002</cx:pt>
          <cx:pt idx="2632">339.95999999999998</cx:pt>
          <cx:pt idx="2633">169.97999999999999</cx:pt>
          <cx:pt idx="2634">422.22000000000003</cx:pt>
          <cx:pt idx="2635">131.97999999999999</cx:pt>
          <cx:pt idx="2636">72.519999999999996</cx:pt>
          <cx:pt idx="2637">57.450000000000003</cx:pt>
          <cx:pt idx="2638">239.53999999999999</cx:pt>
          <cx:pt idx="2639">337.52999999999997</cx:pt>
          <cx:pt idx="2640">162.15000000000001</cx:pt>
          <cx:pt idx="2641">131.97999999999999</cx:pt>
          <cx:pt idx="2642">319.38999999999999</cx:pt>
          <cx:pt idx="2643">377.94</cx:pt>
          <cx:pt idx="2644">261.13</cx:pt>
          <cx:pt idx="2645">169.97999999999999</cx:pt>
          <cx:pt idx="2646">163.50999999999999</cx:pt>
          <cx:pt idx="2647">336.18000000000001</cx:pt>
          <cx:pt idx="2648">300.04000000000002</cx:pt>
          <cx:pt idx="2649">260.66000000000003</cx:pt>
          <cx:pt idx="2650">331.93000000000001</cx:pt>
          <cx:pt idx="2651">234.75</cx:pt>
          <cx:pt idx="2652">330.62</cx:pt>
          <cx:pt idx="2653">280.31</cx:pt>
          <cx:pt idx="2654">336.56</cx:pt>
          <cx:pt idx="2655">126.81999999999999</cx:pt>
          <cx:pt idx="2656">333.16000000000003</cx:pt>
          <cx:pt idx="2657">169.97999999999999</cx:pt>
          <cx:pt idx="2658">462.93000000000001</cx:pt>
          <cx:pt idx="2659">339.95999999999998</cx:pt>
          <cx:pt idx="2660">283.10000000000002</cx:pt>
          <cx:pt idx="2661">346.61000000000001</cx:pt>
          <cx:pt idx="2662">250.68000000000001</cx:pt>
          <cx:pt idx="2663">339.95999999999998</cx:pt>
          <cx:pt idx="2664">336.56</cx:pt>
          <cx:pt idx="2665">236.69</cx:pt>
          <cx:pt idx="2666">377.94</cx:pt>
          <cx:pt idx="2667">329.94999999999999</cx:pt>
          <cx:pt idx="2668">250.49000000000001</cx:pt>
          <cx:pt idx="2669">265.94999999999999</cx:pt>
          <cx:pt idx="2670">225.94999999999999</cx:pt>
          <cx:pt idx="2671">183.94999999999999</cx:pt>
          <cx:pt idx="2672">239.53999999999999</cx:pt>
          <cx:pt idx="2673">339.95999999999998</cx:pt>
          <cx:pt idx="2674">281.94</cx:pt>
          <cx:pt idx="2675">405.93000000000001</cx:pt>
          <cx:pt idx="2676">319.94</cx:pt>
          <cx:pt idx="2677">339.95999999999998</cx:pt>
          <cx:pt idx="2678">354.94999999999999</cx:pt>
          <cx:pt idx="2679">263.95999999999998</cx:pt>
          <cx:pt idx="2680">332.95999999999998</cx:pt>
          <cx:pt idx="2681">84.989999999999995</cx:pt>
          <cx:pt idx="2682">344.94</cx:pt>
          <cx:pt idx="2683">169.97999999999999</cx:pt>
          <cx:pt idx="2684">318.94</cx:pt>
          <cx:pt idx="2685">346.94999999999999</cx:pt>
          <cx:pt idx="2686">89.980000000000004</cx:pt>
          <cx:pt idx="2687">226.94999999999999</cx:pt>
          <cx:pt idx="2688">201.34</cx:pt>
          <cx:pt idx="2689">309.94</cx:pt>
          <cx:pt idx="2690">158.44999999999999</cx:pt>
          <cx:pt idx="2691">-1.3</cx:pt>
          <cx:pt idx="2692">324.93000000000001</cx:pt>
          <cx:pt idx="2693">409.92000000000002</cx:pt>
          <cx:pt idx="2694">206.96000000000001</cx:pt>
          <cx:pt idx="2695">362.01999999999998</cx:pt>
          <cx:pt idx="2696">277.93000000000001</cx:pt>
          <cx:pt idx="2697">206.96000000000001</cx:pt>
          <cx:pt idx="2698">211.94</cx:pt>
          <cx:pt idx="2699">192.96000000000001</cx:pt>
          <cx:pt idx="2700">198.94999999999999</cx:pt>
          <cx:pt idx="2701">201.94</cx:pt>
          <cx:pt idx="2702">393.93000000000001</cx:pt>
          <cx:pt idx="2703">51.289999999999999</cx:pt>
          <cx:pt idx="2704">358.94999999999999</cx:pt>
          <cx:pt idx="2705">211.94</cx:pt>
          <cx:pt idx="2706">186.25999999999999</cx:pt>
          <cx:pt idx="2707">51.479999999999997</cx:pt>
          <cx:pt idx="2708">123.97</cx:pt>
          <cx:pt idx="2709">137.97999999999999</cx:pt>
          <cx:pt idx="2710">118.95</cx:pt>
          <cx:pt idx="2711">137.97999999999999</cx:pt>
          <cx:pt idx="2712">137.97999999999999</cx:pt>
          <cx:pt idx="2713">139.97999999999999</cx:pt>
          <cx:pt idx="2714">80.180000000000007</cx:pt>
          <cx:pt idx="2715">195.96000000000001</cx:pt>
          <cx:pt idx="2716">137.97999999999999</cx:pt>
          <cx:pt idx="2717">141.97999999999999</cx:pt>
          <cx:pt idx="2718">107.97</cx:pt>
          <cx:pt idx="2719">209.93000000000001</cx:pt>
          <cx:pt idx="2720">169.97999999999999</cx:pt>
          <cx:pt idx="2721">94.170000000000002</cx:pt>
          <cx:pt idx="2722">141.28999999999999</cx:pt>
          <cx:pt idx="2723">121.97</cx:pt>
          <cx:pt idx="2724">126.03</cx:pt>
          <cx:pt idx="2725">57.969999999999999</cx:pt>
          <cx:pt idx="2726">152.97</cx:pt>
          <cx:pt idx="2727">151.78</cx:pt>
          <cx:pt idx="2728">186.27000000000001</cx:pt>
          <cx:pt idx="2729">64.980000000000004</cx:pt>
          <cx:pt idx="2730">142.96000000000001</cx:pt>
          <cx:pt idx="2731">152.97</cx:pt>
          <cx:pt idx="2732">154.97</cx:pt>
          <cx:pt idx="2733">145.94999999999999</cx:pt>
          <cx:pt idx="2734">217.03999999999999</cx:pt>
          <cx:pt idx="2735">140.97</cx:pt>
          <cx:pt idx="2736">139.97999999999999</cx:pt>
          <cx:pt idx="2737">187.96000000000001</cx:pt>
          <cx:pt idx="2738">155.94999999999999</cx:pt>
          <cx:pt idx="2739">187.96000000000001</cx:pt>
          <cx:pt idx="2740">187.96000000000001</cx:pt>
          <cx:pt idx="2741">187.96000000000001</cx:pt>
          <cx:pt idx="2742">159.97999999999999</cx:pt>
          <cx:pt idx="2743">180.44</cx:pt>
          <cx:pt idx="2744">183.97</cx:pt>
          <cx:pt idx="2745">164.09</cx:pt>
          <cx:pt idx="2746">156.12</cx:pt>
          <cx:pt idx="2747">139.96000000000001</cx:pt>
          <cx:pt idx="2748">159.97999999999999</cx:pt>
          <cx:pt idx="2749">251.94</cx:pt>
          <cx:pt idx="2750">142.86000000000001</cx:pt>
          <cx:pt idx="2751">159.97999999999999</cx:pt>
          <cx:pt idx="2752">267.94999999999999</cx:pt>
          <cx:pt idx="2753">187.96000000000001</cx:pt>
          <cx:pt idx="2754">159.97999999999999</cx:pt>
          <cx:pt idx="2755">183.97</cx:pt>
          <cx:pt idx="2756">112.97</cx:pt>
          <cx:pt idx="2757">251.94</cx:pt>
          <cx:pt idx="2758">58.979999999999997</cx:pt>
          <cx:pt idx="2759">195.94999999999999</cx:pt>
          <cx:pt idx="2760">139.96000000000001</cx:pt>
          <cx:pt idx="2761">219.96000000000001</cx:pt>
          <cx:pt idx="2762">179.96000000000001</cx:pt>
          <cx:pt idx="2763">129.97999999999999</cx:pt>
          <cx:pt idx="2764">251.94</cx:pt>
          <cx:pt idx="2765">189.22999999999999</cx:pt>
          <cx:pt idx="2766">151.72</cx:pt>
          <cx:pt idx="2767">195.94999999999999</cx:pt>
          <cx:pt idx="2768">316.94999999999999</cx:pt>
          <cx:pt idx="2769">301.95999999999998</cx:pt>
          <cx:pt idx="2770">79.980000000000004</cx:pt>
          <cx:pt idx="2771">181.97</cx:pt>
          <cx:pt idx="2772">137.97999999999999</cx:pt>
          <cx:pt idx="2773">79.269999999999996</cx:pt>
          <cx:pt idx="2774">149.97</cx:pt>
          <cx:pt idx="2775">44.990000000000002</cx:pt>
          <cx:pt idx="2776">173.93000000000001</cx:pt>
          <cx:pt idx="2777">135.97</cx:pt>
          <cx:pt idx="2778">213.84999999999999</cx:pt>
          <cx:pt idx="2779">120.98</cx:pt>
          <cx:pt idx="2780">73.989999999999995</cx:pt>
          <cx:pt idx="2781">169.97999999999999</cx:pt>
          <cx:pt idx="2782">149.96000000000001</cx:pt>
          <cx:pt idx="2783">168.97</cx:pt>
          <cx:pt idx="2784">137.97999999999999</cx:pt>
          <cx:pt idx="2785">50.520000000000003</cx:pt>
          <cx:pt idx="2786">134.97999999999999</cx:pt>
          <cx:pt idx="2787">88.980000000000004</cx:pt>
          <cx:pt idx="2788">150.18000000000001</cx:pt>
          <cx:pt idx="2789">129.96000000000001</cx:pt>
          <cx:pt idx="2790">288.81999999999999</cx:pt>
          <cx:pt idx="2791">79.969999999999999</cx:pt>
          <cx:pt idx="2792">144.47999999999999</cx:pt>
          <cx:pt idx="2793">169.97999999999999</cx:pt>
          <cx:pt idx="2794">186.97</cx:pt>
          <cx:pt idx="2795">169.97999999999999</cx:pt>
          <cx:pt idx="2796">158.97999999999999</cx:pt>
          <cx:pt idx="2797">185.97</cx:pt>
          <cx:pt idx="2798">169.97999999999999</cx:pt>
          <cx:pt idx="2799">169.97999999999999</cx:pt>
          <cx:pt idx="2800">117.97</cx:pt>
          <cx:pt idx="2801">169.97999999999999</cx:pt>
          <cx:pt idx="2802">169.97999999999999</cx:pt>
          <cx:pt idx="2803">197.97</cx:pt>
          <cx:pt idx="2804">162.96000000000001</cx:pt>
          <cx:pt idx="2805">169.97999999999999</cx:pt>
          <cx:pt idx="2806">127.44</cx:pt>
          <cx:pt idx="2807">169.97999999999999</cx:pt>
          <cx:pt idx="2808">172.97</cx:pt>
          <cx:pt idx="2809">181.97</cx:pt>
          <cx:pt idx="2810">166.97</cx:pt>
          <cx:pt idx="2811">169.97999999999999</cx:pt>
          <cx:pt idx="2812">254.96000000000001</cx:pt>
          <cx:pt idx="2813">169.97999999999999</cx:pt>
          <cx:pt idx="2814">134.77000000000001</cx:pt>
          <cx:pt idx="2815">169.97999999999999</cx:pt>
          <cx:pt idx="2816">229.96000000000001</cx:pt>
          <cx:pt idx="2817">199.97</cx:pt>
          <cx:pt idx="2818">169.97999999999999</cx:pt>
          <cx:pt idx="2819">284.94999999999999</cx:pt>
          <cx:pt idx="2820">169.97999999999999</cx:pt>
          <cx:pt idx="2821">153.97999999999999</cx:pt>
          <cx:pt idx="2822">147.97</cx:pt>
          <cx:pt idx="2823">208.28999999999999</cx:pt>
          <cx:pt idx="2824">297.43000000000001</cx:pt>
          <cx:pt idx="2825">322.95999999999998</cx:pt>
          <cx:pt idx="2826">206.25</cx:pt>
          <cx:pt idx="2827">232.25</cx:pt>
          <cx:pt idx="2828">296.73000000000002</cx:pt>
          <cx:pt idx="2829">160.53</cx:pt>
          <cx:pt idx="2830">255.24000000000001</cx:pt>
          <cx:pt idx="2831">249.59</cx:pt>
          <cx:pt idx="2832">301.19</cx:pt>
          <cx:pt idx="2833">208.05000000000001</cx:pt>
          <cx:pt idx="2834">264.92000000000002</cx:pt>
          <cx:pt idx="2835">347.19</cx:pt>
          <cx:pt idx="2836">254.03</cx:pt>
          <cx:pt idx="2837">439.94</cx:pt>
          <cx:pt idx="2838">133.91</cx:pt>
          <cx:pt idx="2839">311.56</cx:pt>
          <cx:pt idx="2840">254.66999999999999</cx:pt>
          <cx:pt idx="2841">87.469999999999999</cx:pt>
          <cx:pt idx="2842">211.96000000000001</cx:pt>
          <cx:pt idx="2843">226.44999999999999</cx:pt>
          <cx:pt idx="2844">73.079999999999998</cx:pt>
          <cx:pt idx="2845">409.66000000000003</cx:pt>
          <cx:pt idx="2846">395.81</cx:pt>
          <cx:pt idx="2847">49.579999999999998</cx:pt>
          <cx:pt idx="2848">99.969999999999999</cx:pt>
          <cx:pt idx="2849">65.989999999999995</cx:pt>
          <cx:pt idx="2850">173.97</cx:pt>
          <cx:pt idx="2851">292.85000000000002</cx:pt>
          <cx:pt idx="2852">336.83999999999997</cx:pt>
          <cx:pt idx="2853">424.94999999999999</cx:pt>
          <cx:pt idx="2854">339.95999999999998</cx:pt>
          <cx:pt idx="2855">80.980000000000004</cx:pt>
          <cx:pt idx="2856">69.989999999999995</cx:pt>
          <cx:pt idx="2857">85.980000000000004</cx:pt>
          <cx:pt idx="2858">328.05000000000001</cx:pt>
          <cx:pt idx="2859">382.45999999999998</cx:pt>
          <cx:pt idx="2860">339.95999999999998</cx:pt>
          <cx:pt idx="2861">424.94999999999999</cx:pt>
          <cx:pt idx="2862">339.95999999999998</cx:pt>
          <cx:pt idx="2863">154.97999999999999</cx:pt>
          <cx:pt idx="2864">424.94999999999999</cx:pt>
          <cx:pt idx="2865">370.94</cx:pt>
          <cx:pt idx="2866">424.94999999999999</cx:pt>
          <cx:pt idx="2867">424.94999999999999</cx:pt>
          <cx:pt idx="2868">424.94999999999999</cx:pt>
          <cx:pt idx="2869">329.94999999999999</cx:pt>
          <cx:pt idx="2870">68.980000000000004</cx:pt>
          <cx:pt idx="2871">399.94999999999999</cx:pt>
          <cx:pt idx="2872">424.94999999999999</cx:pt>
          <cx:pt idx="2873">30.93</cx:pt>
          <cx:pt idx="2874">150.75999999999999</cx:pt>
          <cx:pt idx="2875">424.94999999999999</cx:pt>
          <cx:pt idx="2876">332.95999999999998</cx:pt>
          <cx:pt idx="2877">219.88</cx:pt>
          <cx:pt idx="2878">254.22</cx:pt>
          <cx:pt idx="2879">124.58</cx:pt>
          <cx:pt idx="2880">273.39999999999998</cx:pt>
          <cx:pt idx="2881">162.08000000000001</cx:pt>
          <cx:pt idx="2882">270.66000000000003</cx:pt>
          <cx:pt idx="2883">256.47000000000003</cx:pt>
          <cx:pt idx="2884">270.02999999999997</cx:pt>
          <cx:pt idx="2885">323.69999999999999</cx:pt>
          <cx:pt idx="2886">273.39999999999998</cx:pt>
          <cx:pt idx="2887">253.74000000000001</cx:pt>
          <cx:pt idx="2888">226.22</cx:pt>
          <cx:pt idx="2889">253.91</cx:pt>
          <cx:pt idx="2890">286.70999999999998</cx:pt>
          <cx:pt idx="2891">244.28</cx:pt>
          <cx:pt idx="2892">465.10000000000002</cx:pt>
          <cx:pt idx="2893">65.989999999999995</cx:pt>
          <cx:pt idx="2894">450.57999999999998</cx:pt>
          <cx:pt idx="2895">15.300000000000001</cx:pt>
          <cx:pt idx="2896">451.11000000000001</cx:pt>
          <cx:pt idx="2897">467.44999999999999</cx:pt>
          <cx:pt idx="2898">280.14999999999998</cx:pt>
          <cx:pt idx="2899">302.67000000000002</cx:pt>
          <cx:pt idx="2900">505.75</cx:pt>
          <cx:pt idx="2901">281.55000000000001</cx:pt>
          <cx:pt idx="2902">383.94999999999999</cx:pt>
          <cx:pt idx="2903">337.11000000000001</cx:pt>
          <cx:pt idx="2904">346.54000000000002</cx:pt>
          <cx:pt idx="2905">231.96000000000001</cx:pt>
          <cx:pt idx="2906">197.97</cx:pt>
          <cx:pt idx="2907">377.82999999999998</cx:pt>
          <cx:pt idx="2908">338.88</cx:pt>
          <cx:pt idx="2909">172.97</cx:pt>
          <cx:pt idx="2910">305.95999999999998</cx:pt>
          <cx:pt idx="2911">335.80000000000001</cx:pt>
          <cx:pt idx="2912">296.95999999999998</cx:pt>
          <cx:pt idx="2913">339.95999999999998</cx:pt>
          <cx:pt idx="2914">381.94</cx:pt>
          <cx:pt idx="2915">193.65000000000001</cx:pt>
          <cx:pt idx="2916">181.97</cx:pt>
          <cx:pt idx="2917">254.97</cx:pt>
          <cx:pt idx="2918">237.46000000000001</cx:pt>
          <cx:pt idx="2919">258.45999999999998</cx:pt>
          <cx:pt idx="2920">308.93000000000001</cx:pt>
          <cx:pt idx="2921">273.33999999999997</cx:pt>
          <cx:pt idx="2922">249.66</cx:pt>
          <cx:pt idx="2923">102.06999999999999</cx:pt>
          <cx:pt idx="2924">275.95999999999998</cx:pt>
          <cx:pt idx="2925">51.960000000000001</cx:pt>
          <cx:pt idx="2926">290.95999999999998</cx:pt>
          <cx:pt idx="2927">336.56</cx:pt>
          <cx:pt idx="2928">377.94999999999999</cx:pt>
          <cx:pt idx="2929">210.90000000000001</cx:pt>
          <cx:pt idx="2930">435.76999999999998</cx:pt>
          <cx:pt idx="2931">331.58999999999997</cx:pt>
          <cx:pt idx="2932">126.13</cx:pt>
          <cx:pt idx="2933">199.96000000000001</cx:pt>
          <cx:pt idx="2934">197.97</cx:pt>
          <cx:pt idx="2935">299.63</cx:pt>
          <cx:pt idx="2936">183.97</cx:pt>
          <cx:pt idx="2937">249.94999999999999</cx:pt>
          <cx:pt idx="2938">254.97</cx:pt>
          <cx:pt idx="2939">-75.939999999999998</cx:pt>
          <cx:pt idx="2940">197.97</cx:pt>
          <cx:pt idx="2941">227.96000000000001</cx:pt>
          <cx:pt idx="2942">254.97</cx:pt>
          <cx:pt idx="2943">214.94999999999999</cx:pt>
          <cx:pt idx="2944">227.94999999999999</cx:pt>
          <cx:pt idx="2945">211.96000000000001</cx:pt>
          <cx:pt idx="2946">278.76999999999998</cx:pt>
          <cx:pt idx="2947">923.86000000000001</cx:pt>
          <cx:pt idx="2948">442.88</cx:pt>
          <cx:pt idx="2949">329.94999999999999</cx:pt>
          <cx:pt idx="2950">252.91999999999999</cx:pt>
          <cx:pt idx="2951">282.93000000000001</cx:pt>
          <cx:pt idx="2952">119.16</cx:pt>
          <cx:pt idx="2953">520.90999999999997</cx:pt>
          <cx:pt idx="2954">398.94</cx:pt>
          <cx:pt idx="2955">197.97</cx:pt>
          <cx:pt idx="2956">398.94</cx:pt>
          <cx:pt idx="2957">121.98</cx:pt>
          <cx:pt idx="2958">527.91999999999996</cx:pt>
          <cx:pt idx="2959">238.96000000000001</cx:pt>
          <cx:pt idx="2960">179.94999999999999</cx:pt>
          <cx:pt idx="2961">571.33000000000004</cx:pt>
          <cx:pt idx="2962">553.85000000000002</cx:pt>
          <cx:pt idx="2963">323.77999999999997</cx:pt>
          <cx:pt idx="2964">379.42000000000002</cx:pt>
          <cx:pt idx="2965">445.41000000000003</cx:pt>
          <cx:pt idx="2966">131.97999999999999</cx:pt>
          <cx:pt idx="2967">110.98</cx:pt>
          <cx:pt idx="2968">169.97999999999999</cx:pt>
          <cx:pt idx="2969">54.979999999999997</cx:pt>
          <cx:pt idx="2970">84.989999999999995</cx:pt>
          <cx:pt idx="2971">84.989999999999995</cx:pt>
          <cx:pt idx="2972">84.989999999999995</cx:pt>
          <cx:pt idx="2973">77.689999999999998</cx:pt>
          <cx:pt idx="2974">84.989999999999995</cx:pt>
          <cx:pt idx="2975">84.989999999999995</cx:pt>
          <cx:pt idx="2976">84.989999999999995</cx:pt>
          <cx:pt idx="2977">63.799999999999997</cx:pt>
          <cx:pt idx="2978">134.97999999999999</cx:pt>
          <cx:pt idx="2979">84.989999999999995</cx:pt>
          <cx:pt idx="2980">177.97</cx:pt>
          <cx:pt idx="2981">84.989999999999995</cx:pt>
          <cx:pt idx="2982">87.969999999999999</cx:pt>
          <cx:pt idx="2983">84.989999999999995</cx:pt>
          <cx:pt idx="2984">171.97</cx:pt>
          <cx:pt idx="2985">99.980000000000004</cx:pt>
          <cx:pt idx="2986">84.989999999999995</cx:pt>
          <cx:pt idx="2987">169.97999999999999</cx:pt>
          <cx:pt idx="2988">169.97999999999999</cx:pt>
          <cx:pt idx="2989">169.97999999999999</cx:pt>
          <cx:pt idx="2990">84.989999999999995</cx:pt>
          <cx:pt idx="2991">84.989999999999995</cx:pt>
          <cx:pt idx="2992">211.96000000000001</cx:pt>
          <cx:pt idx="2993">94.980000000000004</cx:pt>
          <cx:pt idx="2994">57.979999999999997</cx:pt>
          <cx:pt idx="2995">84.989999999999995</cx:pt>
          <cx:pt idx="2996">84.989999999999995</cx:pt>
          <cx:pt idx="2997">84.989999999999995</cx:pt>
          <cx:pt idx="2998">84.989999999999995</cx:pt>
          <cx:pt idx="2999">84.989999999999995</cx:pt>
          <cx:pt idx="3000">169.97999999999999</cx:pt>
          <cx:pt idx="3001">74.980000000000004</cx:pt>
          <cx:pt idx="3002">149.61000000000001</cx:pt>
          <cx:pt idx="3003">497.93000000000001</cx:pt>
          <cx:pt idx="3004">378.52999999999997</cx:pt>
          <cx:pt idx="3005">395.94</cx:pt>
          <cx:pt idx="3006">254.97</cx:pt>
          <cx:pt idx="3007">523.92999999999995</cx:pt>
          <cx:pt idx="3008">474.94</cx:pt>
          <cx:pt idx="3009">514.92999999999995</cx:pt>
          <cx:pt idx="3010">493.94</cx:pt>
          <cx:pt idx="3011">311.93000000000001</cx:pt>
          <cx:pt idx="3012">486.43000000000001</cx:pt>
          <cx:pt idx="3013">338.92000000000002</cx:pt>
          <cx:pt idx="3014">405.92000000000002</cx:pt>
          <cx:pt idx="3015">403.94</cx:pt>
          <cx:pt idx="3016">169.97999999999999</cx:pt>
          <cx:pt idx="3017">169.97999999999999</cx:pt>
          <cx:pt idx="3018">199.96000000000001</cx:pt>
          <cx:pt idx="3019">144.47999999999999</cx:pt>
          <cx:pt idx="3020">159.96000000000001</cx:pt>
          <cx:pt idx="3021">131.97999999999999</cx:pt>
          <cx:pt idx="3022">134.97</cx:pt>
          <cx:pt idx="3023">254.97</cx:pt>
          <cx:pt idx="3024">131.97999999999999</cx:pt>
          <cx:pt idx="3025">172.97</cx:pt>
          <cx:pt idx="3026">131.97999999999999</cx:pt>
          <cx:pt idx="3027">126.38</cx:pt>
          <cx:pt idx="3028">169.97999999999999</cx:pt>
          <cx:pt idx="3029">263.95999999999998</cx:pt>
          <cx:pt idx="3030">91.969999999999999</cx:pt>
          <cx:pt idx="3031">178.16999999999999</cx:pt>
          <cx:pt idx="3032">83.400000000000006</cx:pt>
          <cx:pt idx="3033">223.34999999999999</cx:pt>
          <cx:pt idx="3034">203.16</cx:pt>
          <cx:pt idx="3035">246.47999999999999</cx:pt>
          <cx:pt idx="3036">209.93000000000001</cx:pt>
          <cx:pt idx="3037">325.43000000000001</cx:pt>
          <cx:pt idx="3038">233.03</cx:pt>
          <cx:pt idx="3039">211.96000000000001</cx:pt>
          <cx:pt idx="3040">-211.96000000000001</cx:pt>
          <cx:pt idx="3041">211.96000000000001</cx:pt>
          <cx:pt idx="3042">215.94</cx:pt>
          <cx:pt idx="3043">170.61000000000001</cx:pt>
          <cx:pt idx="3044">139.25999999999999</cx:pt>
          <cx:pt idx="3045">263.95999999999998</cx:pt>
          <cx:pt idx="3046">75.670000000000002</cx:pt>
          <cx:pt idx="3047">311.44</cx:pt>
          <cx:pt idx="3048">131.97999999999999</cx:pt>
          <cx:pt idx="3049">185.96000000000001</cx:pt>
          <cx:pt idx="3050">263.95999999999998</cx:pt>
          <cx:pt idx="3051">84.980000000000004</cx:pt>
          <cx:pt idx="3052">156.69999999999999</cx:pt>
          <cx:pt idx="3053">248.50999999999999</cx:pt>
          <cx:pt idx="3054">238.96000000000001</cx:pt>
          <cx:pt idx="3055">616.85000000000002</cx:pt>
          <cx:pt idx="3056">255.97</cx:pt>
          <cx:pt idx="3057">339.95999999999998</cx:pt>
          <cx:pt idx="3058">59.990000000000002</cx:pt>
          <cx:pt idx="3059">272.94999999999999</cx:pt>
          <cx:pt idx="3060">263.95999999999998</cx:pt>
          <cx:pt idx="3061">339.95999999999998</cx:pt>
          <cx:pt idx="3062">78.950000000000003</cx:pt>
          <cx:pt idx="3063">309.42000000000002</cx:pt>
          <cx:pt idx="3064">335.94999999999999</cx:pt>
          <cx:pt idx="3065">725.89999999999998</cx:pt>
          <cx:pt idx="3066">319.95999999999998</cx:pt>
          <cx:pt idx="3067">254.97</cx:pt>
          <cx:pt idx="3068">238.97</cx:pt>
          <cx:pt idx="3069">254.97</cx:pt>
          <cx:pt idx="3070">304.95999999999998</cx:pt>
          <cx:pt idx="3071">320.93000000000001</cx:pt>
          <cx:pt idx="3072">287.36000000000001</cx:pt>
          <cx:pt idx="3073">149.96000000000001</cx:pt>
          <cx:pt idx="3074">49.990000000000002</cx:pt>
          <cx:pt idx="3075">237.56</cx:pt>
          <cx:pt idx="3076">263.95999999999998</cx:pt>
          <cx:pt idx="3077">326.93000000000001</cx:pt>
          <cx:pt idx="3078">507.92000000000002</cx:pt>
          <cx:pt idx="3079">149.97</cx:pt>
          <cx:pt idx="3080">456.92000000000002</cx:pt>
          <cx:pt idx="3081">144.94999999999999</cx:pt>
          <cx:pt idx="3082">391.85000000000002</cx:pt>
          <cx:pt idx="3083">253.94999999999999</cx:pt>
          <cx:pt idx="3084">254.97</cx:pt>
          <cx:pt idx="3085">179.72999999999999</cx:pt>
          <cx:pt idx="3086">441.92000000000002</cx:pt>
          <cx:pt idx="3087">224.97</cx:pt>
          <cx:pt idx="3088">183.97</cx:pt>
          <cx:pt idx="3089">299.94</cx:pt>
          <cx:pt idx="3090">291</cx:pt>
          <cx:pt idx="3091">216.72</cx:pt>
          <cx:pt idx="3092">225.94</cx:pt>
          <cx:pt idx="3093">388.54000000000002</cx:pt>
          <cx:pt idx="3094">296.94</cx:pt>
          <cx:pt idx="3095">240.30000000000001</cx:pt>
          <cx:pt idx="3096">278.94999999999999</cx:pt>
          <cx:pt idx="3097">284.72000000000003</cx:pt>
          <cx:pt idx="3098">271.94</cx:pt>
          <cx:pt idx="3099">131.97999999999999</cx:pt>
          <cx:pt idx="3100">119.34</cx:pt>
          <cx:pt idx="3101">131.97999999999999</cx:pt>
          <cx:pt idx="3102">131.97999999999999</cx:pt>
          <cx:pt idx="3103">126.7</cx:pt>
          <cx:pt idx="3104">131.97999999999999</cx:pt>
          <cx:pt idx="3105">128.86000000000001</cx:pt>
          <cx:pt idx="3106">131.97999999999999</cx:pt>
          <cx:pt idx="3107">121.98</cx:pt>
          <cx:pt idx="3108">129.34</cx:pt>
          <cx:pt idx="3109">95.939999999999998</cx:pt>
          <cx:pt idx="3110">169.97999999999999</cx:pt>
          <cx:pt idx="3111">121.95999999999999</cx:pt>
          <cx:pt idx="3112">256.39999999999998</cx:pt>
          <cx:pt idx="3113">126.7</cx:pt>
          <cx:pt idx="3114">147.97</cx:pt>
          <cx:pt idx="3115">179.94999999999999</cx:pt>
          <cx:pt idx="3116">131.97999999999999</cx:pt>
          <cx:pt idx="3117">131.97999999999999</cx:pt>
          <cx:pt idx="3118">131.97999999999999</cx:pt>
          <cx:pt idx="3119">80.959999999999994</cx:pt>
          <cx:pt idx="3120">131.97999999999999</cx:pt>
          <cx:pt idx="3121">163.96000000000001</cx:pt>
          <cx:pt idx="3122">131.97999999999999</cx:pt>
          <cx:pt idx="3123">162.84999999999999</cx:pt>
          <cx:pt idx="3124">146.97</cx:pt>
          <cx:pt idx="3125">131.97999999999999</cx:pt>
          <cx:pt idx="3126">131.97999999999999</cx:pt>
          <cx:pt idx="3127">131.97999999999999</cx:pt>
          <cx:pt idx="3128">131.97999999999999</cx:pt>
          <cx:pt idx="3129">125.75</cx:pt>
          <cx:pt idx="3130">131.37</cx:pt>
          <cx:pt idx="3131">154.77000000000001</cx:pt>
          <cx:pt idx="3132">129.34</cx:pt>
          <cx:pt idx="3133">185.97</cx:pt>
          <cx:pt idx="3134">165.46000000000001</cx:pt>
          <cx:pt idx="3135">85.959999999999994</cx:pt>
          <cx:pt idx="3136">65.989999999999995</cx:pt>
          <cx:pt idx="3137">68.659999999999997</cx:pt>
          <cx:pt idx="3138">1.3</cx:pt>
          <cx:pt idx="3139">63.909999999999997</cx:pt>
          <cx:pt idx="3140">197.97</cx:pt>
          <cx:pt idx="3141">99.980000000000004</cx:pt>
          <cx:pt idx="3142">199.96000000000001</cx:pt>
          <cx:pt idx="3143">169.97999999999999</cx:pt>
          <cx:pt idx="3144">139.96000000000001</cx:pt>
          <cx:pt idx="3145">115.29000000000001</cx:pt>
          <cx:pt idx="3146">114.97</cx:pt>
          <cx:pt idx="3147">1.3</cx:pt>
          <cx:pt idx="3148">471.92000000000002</cx:pt>
          <cx:pt idx="3149">170.44</cx:pt>
          <cx:pt idx="3150">169.97999999999999</cx:pt>
          <cx:pt idx="3151">169.97999999999999</cx:pt>
          <cx:pt idx="3152">170.97</cx:pt>
          <cx:pt idx="3153">169.97999999999999</cx:pt>
          <cx:pt idx="3154">440.94</cx:pt>
          <cx:pt idx="3155">213.96000000000001</cx:pt>
          <cx:pt idx="3156">114.97</cx:pt>
          <cx:pt idx="3157">131.97999999999999</cx:pt>
          <cx:pt idx="3158">169.97999999999999</cx:pt>
          <cx:pt idx="3159">11.279999999999999</cx:pt>
          <cx:pt idx="3160">119.95999999999999</cx:pt>
          <cx:pt idx="3161">286.44999999999999</cx:pt>
          <cx:pt idx="3162">184.97</cx:pt>
          <cx:pt idx="3163">54.960000000000001</cx:pt>
          <cx:pt idx="3164">130.83000000000001</cx:pt>
          <cx:pt idx="3165">160.27000000000001</cx:pt>
          <cx:pt idx="3166">149.12</cx:pt>
          <cx:pt idx="3167">242.96000000000001</cx:pt>
          <cx:pt idx="3168">195.56999999999999</cx:pt>
          <cx:pt idx="3169">144.47999999999999</cx:pt>
          <cx:pt idx="3170">85.150000000000006</cx:pt>
          <cx:pt idx="3171">232.66999999999999</cx:pt>
          <cx:pt idx="3172">203.13999999999999</cx:pt>
          <cx:pt idx="3173">197.75999999999999</cx:pt>
          <cx:pt idx="3174">138.58000000000001</cx:pt>
          <cx:pt idx="3175">163.56</cx:pt>
          <cx:pt idx="3176">151.97999999999999</cx:pt>
          <cx:pt idx="3177">59.990000000000002</cx:pt>
          <cx:pt idx="3178">147.03</cx:pt>
          <cx:pt idx="3179">137.97999999999999</cx:pt>
          <cx:pt idx="3180">129.52000000000001</cx:pt>
          <cx:pt idx="3181">184.97</cx:pt>
          <cx:pt idx="3182">121.02</cx:pt>
          <cx:pt idx="3183">167.97</cx:pt>
          <cx:pt idx="3184">133.47999999999999</cx:pt>
          <cx:pt idx="3185">203.87</cx:pt>
          <cx:pt idx="3186">134.97999999999999</cx:pt>
          <cx:pt idx="3187">230.97</cx:pt>
          <cx:pt idx="3188">171.47999999999999</cx:pt>
          <cx:pt idx="3189">94.650000000000006</cx:pt>
          <cx:pt idx="3190">215.5</cx:pt>
          <cx:pt idx="3191">137.97999999999999</cx:pt>
          <cx:pt idx="3192">169.97999999999999</cx:pt>
          <cx:pt idx="3193">113.31999999999999</cx:pt>
          <cx:pt idx="3194">149.97</cx:pt>
          <cx:pt idx="3195">209.96000000000001</cx:pt>
          <cx:pt idx="3196">150.97999999999999</cx:pt>
          <cx:pt idx="3197">135.65000000000001</cx:pt>
          <cx:pt idx="3198">146.97</cx:pt>
          <cx:pt idx="3199">246.55000000000001</cx:pt>
          <cx:pt idx="3200">229.93000000000001</cx:pt>
          <cx:pt idx="3201">452.37</cx:pt>
          <cx:pt idx="3202">532.25</cx:pt>
          <cx:pt idx="3203">716.11000000000001</cx:pt>
          <cx:pt idx="3204">958.74000000000001</cx:pt>
          <cx:pt idx="3205">139.16</cx:pt>
          <cx:pt idx="3206">59.969999999999999</cx:pt>
          <cx:pt idx="3207">179.96000000000001</cx:pt>
          <cx:pt idx="3208">159.96000000000001</cx:pt>
          <cx:pt idx="3209">79.959999999999994</cx:pt>
          <cx:pt idx="3210">128.77000000000001</cx:pt>
          <cx:pt idx="3211">179.97</cx:pt>
          <cx:pt idx="3212">135.58000000000001</cx:pt>
          <cx:pt idx="3213">154.94999999999999</cx:pt>
          <cx:pt idx="3214">209.96000000000001</cx:pt>
          <cx:pt idx="3215">154.19999999999999</cx:pt>
          <cx:pt idx="3216">169.97999999999999</cx:pt>
          <cx:pt idx="3217">151.97</cx:pt>
          <cx:pt idx="3218">192.16</cx:pt>
          <cx:pt idx="3219">224.24000000000001</cx:pt>
          <cx:pt idx="3220">189.97</cx:pt>
          <cx:pt idx="3221">170.96000000000001</cx:pt>
          <cx:pt idx="3222">171.96000000000001</cx:pt>
          <cx:pt idx="3223">171.96000000000001</cx:pt>
          <cx:pt idx="3224">151.97</cx:pt>
          <cx:pt idx="3225">145.94</cx:pt>
          <cx:pt idx="3226">163.97</cx:pt>
          <cx:pt idx="3227">199.96000000000001</cx:pt>
          <cx:pt idx="3228">172.97</cx:pt>
          <cx:pt idx="3229">189.97</cx:pt>
          <cx:pt idx="3230">151.97</cx:pt>
          <cx:pt idx="3231">131.97999999999999</cx:pt>
          <cx:pt idx="3232">152.97999999999999</cx:pt>
          <cx:pt idx="3233">151.97</cx:pt>
          <cx:pt idx="3234">124.97</cx:pt>
          <cx:pt idx="3235">179.97</cx:pt>
          <cx:pt idx="3236">151.97</cx:pt>
          <cx:pt idx="3237">189.97</cx:pt>
          <cx:pt idx="3238">225.94999999999999</cx:pt>
          <cx:pt idx="3239">316.12</cx:pt>
          <cx:pt idx="3240">368.57999999999998</cx:pt>
          <cx:pt idx="3241">279.95999999999998</cx:pt>
          <cx:pt idx="3242">424.94999999999999</cx:pt>
          <cx:pt idx="3243">263.95999999999998</cx:pt>
          <cx:pt idx="3244">284.93000000000001</cx:pt>
          <cx:pt idx="3245">339.95999999999998</cx:pt>
          <cx:pt idx="3246">259.07999999999998</cx:pt>
          <cx:pt idx="3247">224.52000000000001</cx:pt>
          <cx:pt idx="3248">258.42000000000002</cx:pt>
          <cx:pt idx="3249">254.97</cx:pt>
          <cx:pt idx="3250">287.30000000000001</cx:pt>
          <cx:pt idx="3251">197.97</cx:pt>
          <cx:pt idx="3252">151.94</cx:pt>
          <cx:pt idx="3253">211.94</cx:pt>
          <cx:pt idx="3254">47.969999999999999</cx:pt>
          <cx:pt idx="3255">80.980000000000004</cx:pt>
          <cx:pt idx="3256">107.48999999999999</cx:pt>
          <cx:pt idx="3257">160.86000000000001</cx:pt>
          <cx:pt idx="3258">202.97</cx:pt>
          <cx:pt idx="3259">105.98</cx:pt>
          <cx:pt idx="3260">202.93000000000001</cx:pt>
          <cx:pt idx="3261">146.88</cx:pt>
          <cx:pt idx="3262">200.93000000000001</cx:pt>
          <cx:pt idx="3263">158.24000000000001</cx:pt>
          <cx:pt idx="3264">129.33000000000001</cx:pt>
          <cx:pt idx="3265">190.12</cx:pt>
          <cx:pt idx="3266">146.49000000000001</cx:pt>
          <cx:pt idx="3267">171.94999999999999</cx:pt>
          <cx:pt idx="3268">136.49000000000001</cx:pt>
          <cx:pt idx="3269">142.21000000000001</cx:pt>
          <cx:pt idx="3270">112.95999999999999</cx:pt>
          <cx:pt idx="3271">199</cx:pt>
          <cx:pt idx="3272">77.959999999999994</cx:pt>
          <cx:pt idx="3273">127.02</cx:pt>
          <cx:pt idx="3274">135.96000000000001</cx:pt>
          <cx:pt idx="3275">179.94999999999999</cx:pt>
          <cx:pt idx="3276">174.47</cx:pt>
          <cx:pt idx="3277">146.37</cx:pt>
          <cx:pt idx="3278">131.97999999999999</cx:pt>
          <cx:pt idx="3279">158.47999999999999</cx:pt>
          <cx:pt idx="3280">136.65000000000001</cx:pt>
          <cx:pt idx="3281">130.5</cx:pt>
          <cx:pt idx="3282">76.659999999999997</cx:pt>
          <cx:pt idx="3283">146.37</cx:pt>
          <cx:pt idx="3284">187.94</cx:pt>
          <cx:pt idx="3285">158.36000000000001</cx:pt>
          <cx:pt idx="3286">167.96000000000001</cx:pt>
          <cx:pt idx="3287">130.50999999999999</cx:pt>
          <cx:pt idx="3288">131.97999999999999</cx:pt>
          <cx:pt idx="3289">189.63</cx:pt>
          <cx:pt idx="3290">155.96000000000001</cx:pt>
          <cx:pt idx="3291">158.63999999999999</cx:pt>
          <cx:pt idx="3292">84.989999999999995</cx:pt>
          <cx:pt idx="3293">140.61000000000001</cx:pt>
          <cx:pt idx="3294">90.980000000000004</cx:pt>
          <cx:pt idx="3295">57.979999999999997</cx:pt>
          <cx:pt idx="3296">145.37</cx:pt>
          <cx:pt idx="3297">76.950000000000003</cx:pt>
          <cx:pt idx="3298">21.989999999999998</cx:pt>
          <cx:pt idx="3299">148.47999999999999</cx:pt>
          <cx:pt idx="3300">30</cx:pt>
          <cx:pt idx="3301">79.980000000000004</cx:pt>
          <cx:pt idx="3302">3.48</cx:pt>
          <cx:pt idx="3303">103.97</cx:pt>
          <cx:pt idx="3304">99.989999999999995</cx:pt>
          <cx:pt idx="3305">329.94999999999999</cx:pt>
          <cx:pt idx="3306">65.989999999999995</cx:pt>
          <cx:pt idx="3307">55.960000000000001</cx:pt>
          <cx:pt idx="3308">6</cx:pt>
          <cx:pt idx="3309">89.980000000000004</cx:pt>
          <cx:pt idx="3310">334.93000000000001</cx:pt>
          <cx:pt idx="3311">245.96000000000001</cx:pt>
          <cx:pt idx="3312">474.93000000000001</cx:pt>
          <cx:pt idx="3313">159.97999999999999</cx:pt>
          <cx:pt idx="3314">309.95999999999998</cx:pt>
          <cx:pt idx="3315">329.95999999999998</cx:pt>
          <cx:pt idx="3316">121.98</cx:pt>
          <cx:pt idx="3317">329.95999999999998</cx:pt>
          <cx:pt idx="3318">428.24000000000001</cx:pt>
          <cx:pt idx="3319">398.94999999999999</cx:pt>
          <cx:pt idx="3320">342.94999999999999</cx:pt>
          <cx:pt idx="3321">292.94</cx:pt>
          <cx:pt idx="3322">329.95999999999998</cx:pt>
          <cx:pt idx="3323">453.24000000000001</cx:pt>
          <cx:pt idx="3324">499.94</cx:pt>
          <cx:pt idx="3325">115.95999999999999</cx:pt>
          <cx:pt idx="3326">153.97999999999999</cx:pt>
          <cx:pt idx="3327">409.94999999999999</cx:pt>
          <cx:pt idx="3328">259.95999999999998</cx:pt>
          <cx:pt idx="3329">99.980000000000004</cx:pt>
          <cx:pt idx="3330">84.989999999999995</cx:pt>
          <cx:pt idx="3331">429.83999999999997</cx:pt>
          <cx:pt idx="3332">329.95999999999998</cx:pt>
          <cx:pt idx="3333">131.97999999999999</cx:pt>
          <cx:pt idx="3334">99.980000000000004</cx:pt>
          <cx:pt idx="3335">161.96000000000001</cx:pt>
          <cx:pt idx="3336">92.390000000000001</cx:pt>
          <cx:pt idx="3337">271.95999999999998</cx:pt>
          <cx:pt idx="3338">145.96000000000001</cx:pt>
          <cx:pt idx="3339">131.97999999999999</cx:pt>
          <cx:pt idx="3340">241.96000000000001</cx:pt>
          <cx:pt idx="3341">146.97</cx:pt>
          <cx:pt idx="3342">99.980000000000004</cx:pt>
          <cx:pt idx="3343">146.97</cx:pt>
          <cx:pt idx="3344">45.880000000000003</cx:pt>
          <cx:pt idx="3345">130.97</cx:pt>
          <cx:pt idx="3346">131.97999999999999</cx:pt>
          <cx:pt idx="3347">146.97</cx:pt>
          <cx:pt idx="3348">146.97</cx:pt>
          <cx:pt idx="3349">171.97</cx:pt>
          <cx:pt idx="3350">263.95999999999998</cx:pt>
          <cx:pt idx="3351">59.960000000000001</cx:pt>
          <cx:pt idx="3352">110.98</cx:pt>
          <cx:pt idx="3353">131.97999999999999</cx:pt>
          <cx:pt idx="3354">133.47999999999999</cx:pt>
          <cx:pt idx="3355">95.170000000000002</cx:pt>
          <cx:pt idx="3356">145.96000000000001</cx:pt>
          <cx:pt idx="3357">68.989999999999995</cx:pt>
          <cx:pt idx="3358">263.94999999999999</cx:pt>
          <cx:pt idx="3359">65.989999999999995</cx:pt>
          <cx:pt idx="3360">131.97999999999999</cx:pt>
          <cx:pt idx="3361">131.97999999999999</cx:pt>
          <cx:pt idx="3362">78.969999999999999</cx:pt>
          <cx:pt idx="3363">131.97999999999999</cx:pt>
          <cx:pt idx="3364">131.97999999999999</cx:pt>
          <cx:pt idx="3365">131.97999999999999</cx:pt>
          <cx:pt idx="3366">146.97</cx:pt>
          <cx:pt idx="3367">298.92000000000002</cx:pt>
          <cx:pt idx="3368">136.97</cx:pt>
          <cx:pt idx="3369">146.97</cx:pt>
          <cx:pt idx="3370">131.97999999999999</cx:pt>
          <cx:pt idx="3371">193.55000000000001</cx:pt>
          <cx:pt idx="3372">193.55000000000001</cx:pt>
          <cx:pt idx="3373">193.55000000000001</cx:pt>
          <cx:pt idx="3374">193.55000000000001</cx:pt>
          <cx:pt idx="3375">290.32999999999998</cx:pt>
          <cx:pt idx="3376">193.55000000000001</cx:pt>
          <cx:pt idx="3377">193.55000000000001</cx:pt>
          <cx:pt idx="3378">193.55000000000001</cx:pt>
          <cx:pt idx="3379">241.94</cx:pt>
          <cx:pt idx="3380">193.55000000000001</cx:pt>
          <cx:pt idx="3381">205.63999999999999</cx:pt>
          <cx:pt idx="3382">193.53999999999999</cx:pt>
          <cx:pt idx="3383">193.55000000000001</cx:pt>
          <cx:pt idx="3384">174.46000000000001</cx:pt>
          <cx:pt idx="3385">241.94</cx:pt>
          <cx:pt idx="3386">186.97999999999999</cx:pt>
          <cx:pt idx="3387">215.31999999999999</cx:pt>
          <cx:pt idx="3388">145.16</cx:pt>
          <cx:pt idx="3389">145.15000000000001</cx:pt>
          <cx:pt idx="3390">193.55000000000001</cx:pt>
          <cx:pt idx="3391">193.55000000000001</cx:pt>
          <cx:pt idx="3392">290.32999999999998</cx:pt>
          <cx:pt idx="3393">131.97999999999999</cx:pt>
          <cx:pt idx="3394">79.980000000000004</cx:pt>
          <cx:pt idx="3395">48.479999999999997</cx:pt>
          <cx:pt idx="3396">65.969999999999999</cx:pt>
          <cx:pt idx="3397">75.980000000000004</cx:pt>
          <cx:pt idx="3398">114.17</cx:pt>
          <cx:pt idx="3399">99.980000000000004</cx:pt>
          <cx:pt idx="3400">84.989999999999995</cx:pt>
          <cx:pt idx="3401">109.98</cx:pt>
          <cx:pt idx="3402">82.969999999999999</cx:pt>
          <cx:pt idx="3403">149.97</cx:pt>
          <cx:pt idx="3404">65.989999999999995</cx:pt>
          <cx:pt idx="3405">93.980000000000004</cx:pt>
          <cx:pt idx="3406">170.93000000000001</cx:pt>
          <cx:pt idx="3407">78.989999999999995</cx:pt>
          <cx:pt idx="3408">64.969999999999999</cx:pt>
          <cx:pt idx="3409">260.75999999999999</cx:pt>
          <cx:pt idx="3410">84.980000000000004</cx:pt>
          <cx:pt idx="3411">-22.989999999999998</cx:pt>
          <cx:pt idx="3412">169.97999999999999</cx:pt>
          <cx:pt idx="3413">52.969999999999999</cx:pt>
          <cx:pt idx="3414">71.950000000000003</cx:pt>
          <cx:pt idx="3415">59.979999999999997</cx:pt>
          <cx:pt idx="3416">70.969999999999999</cx:pt>
          <cx:pt idx="3417">59.969999999999999</cx:pt>
          <cx:pt idx="3418">54.969999999999999</cx:pt>
          <cx:pt idx="3419">284.74000000000001</cx:pt>
          <cx:pt idx="3420">194.16</cx:pt>
          <cx:pt idx="3421">52.979999999999997</cx:pt>
          <cx:pt idx="3422">49.990000000000002</cx:pt>
          <cx:pt idx="3423">67.969999999999999</cx:pt>
          <cx:pt idx="3424">54.969999999999999</cx:pt>
          <cx:pt idx="3425">62.969999999999999</cx:pt>
          <cx:pt idx="3426">50.979999999999997</cx:pt>
          <cx:pt idx="3427">74.969999999999999</cx:pt>
          <cx:pt idx="3428">50.969999999999999</cx:pt>
          <cx:pt idx="3429">60.979999999999997</cx:pt>
          <cx:pt idx="3430">63.969999999999999</cx:pt>
          <cx:pt idx="3431">59.969999999999999</cx:pt>
          <cx:pt idx="3432">99.980000000000004</cx:pt>
          <cx:pt idx="3433">51.969999999999999</cx:pt>
          <cx:pt idx="3434">131.97999999999999</cx:pt>
          <cx:pt idx="3435">99.980000000000004</cx:pt>
          <cx:pt idx="3436">169.97999999999999</cx:pt>
          <cx:pt idx="3437">168.97</cx:pt>
          <cx:pt idx="3438">153.97999999999999</cx:pt>
          <cx:pt idx="3439">131.97999999999999</cx:pt>
          <cx:pt idx="3440">161.96000000000001</cx:pt>
          <cx:pt idx="3441">184.97</cx:pt>
          <cx:pt idx="3442">169.97999999999999</cx:pt>
          <cx:pt idx="3443">184.97</cx:pt>
          <cx:pt idx="3444">131.97999999999999</cx:pt>
          <cx:pt idx="3445">152.97999999999999</cx:pt>
          <cx:pt idx="3446">184.97</cx:pt>
          <cx:pt idx="3447">184.97</cx:pt>
          <cx:pt idx="3448">169.97999999999999</cx:pt>
          <cx:pt idx="3449">235.97</cx:pt>
          <cx:pt idx="3450">169.97999999999999</cx:pt>
          <cx:pt idx="3451">169.97999999999999</cx:pt>
          <cx:pt idx="3452">131.97999999999999</cx:pt>
          <cx:pt idx="3453">136.97</cx:pt>
          <cx:pt idx="3454">184.97</cx:pt>
          <cx:pt idx="3455">169.97999999999999</cx:pt>
          <cx:pt idx="3456">89.030000000000001</cx:pt>
          <cx:pt idx="3457">184.59</cx:pt>
          <cx:pt idx="3458">131.97999999999999</cx:pt>
          <cx:pt idx="3459">174.97</cx:pt>
          <cx:pt idx="3460">136.97</cx:pt>
          <cx:pt idx="3461">169.97999999999999</cx:pt>
          <cx:pt idx="3462">106.47</cx:pt>
          <cx:pt idx="3463">254.97</cx:pt>
          <cx:pt idx="3464">258.50999999999999</cx:pt>
          <cx:pt idx="3465">254.97</cx:pt>
          <cx:pt idx="3466">254.97</cx:pt>
          <cx:pt idx="3467">169.97999999999999</cx:pt>
          <cx:pt idx="3468">169.97999999999999</cx:pt>
          <cx:pt idx="3469">169.97999999999999</cx:pt>
          <cx:pt idx="3470">263.95999999999998</cx:pt>
          <cx:pt idx="3471">263.95999999999998</cx:pt>
          <cx:pt idx="3472">258.50999999999999</cx:pt>
          <cx:pt idx="3473">153.18000000000001</cx:pt>
          <cx:pt idx="3474">137.97999999999999</cx:pt>
          <cx:pt idx="3475">137.97999999999999</cx:pt>
          <cx:pt idx="3476">18.989999999999998</cx:pt>
          <cx:pt idx="3477">169.97999999999999</cx:pt>
          <cx:pt idx="3478">18.989999999999998</cx:pt>
          <cx:pt idx="3479">169.97999999999999</cx:pt>
          <cx:pt idx="3480">241.37</cx:pt>
          <cx:pt idx="3481">241.37</cx:pt>
          <cx:pt idx="3482">279.94999999999999</cx:pt>
          <cx:pt idx="3483">279.94999999999999</cx:pt>
          <cx:pt idx="3484">254.97</cx:pt>
          <cx:pt idx="3485">254.97</cx:pt>
          <cx:pt idx="3486">254.97</cx:pt>
          <cx:pt idx="3487">254.97</cx:pt>
          <cx:pt idx="3488">169.97999999999999</cx:pt>
          <cx:pt idx="3489">169.97999999999999</cx:pt>
          <cx:pt idx="3490">98.969999999999999</cx:pt>
          <cx:pt idx="3491">169.97999999999999</cx:pt>
          <cx:pt idx="3492">98.969999999999999</cx:pt>
          <cx:pt idx="3493">254.97</cx:pt>
          <cx:pt idx="3494">254.97</cx:pt>
          <cx:pt idx="3495">153.18000000000001</cx:pt>
          <cx:pt idx="3496">168.96000000000001</cx:pt>
          <cx:pt idx="3497">254.97</cx:pt>
          <cx:pt idx="3498">274.95999999999998</cx:pt>
          <cx:pt idx="3499">274.95999999999998</cx:pt>
          <cx:pt idx="3500">254.97</cx:pt>
          <cx:pt idx="3501">254.97</cx:pt>
          <cx:pt idx="3502">238.06</cx:pt>
          <cx:pt idx="3503">238.06</cx:pt>
          <cx:pt idx="3504">168.96000000000001</cx:pt>
          <cx:pt idx="3505">69.989999999999995</cx:pt>
          <cx:pt idx="3506">167.96000000000001</cx:pt>
          <cx:pt idx="3507">375.94</cx:pt>
          <cx:pt idx="3508">239.97</cx:pt>
          <cx:pt idx="3509">169.97999999999999</cx:pt>
          <cx:pt idx="3510">410.91000000000003</cx:pt>
          <cx:pt idx="3511">224.94999999999999</cx:pt>
          <cx:pt idx="3512">326.89999999999998</cx:pt>
          <cx:pt idx="3513">170.97</cx:pt>
          <cx:pt idx="3514">178.97</cx:pt>
          <cx:pt idx="3515">201.96000000000001</cx:pt>
          <cx:pt idx="3516">510.93000000000001</cx:pt>
          <cx:pt idx="3517">130.38</cx:pt>
          <cx:pt idx="3518">137.97999999999999</cx:pt>
          <cx:pt idx="3519">99.980000000000004</cx:pt>
          <cx:pt idx="3520">93.980000000000004</cx:pt>
          <cx:pt idx="3521">139.94999999999999</cx:pt>
          <cx:pt idx="3522">77.980000000000004</cx:pt>
          <cx:pt idx="3523">67.969999999999999</cx:pt>
          <cx:pt idx="3524">137.97999999999999</cx:pt>
          <cx:pt idx="3525">109.95999999999999</cx:pt>
          <cx:pt idx="3526">153.97</cx:pt>
          <cx:pt idx="3527">70.989999999999995</cx:pt>
          <cx:pt idx="3528">74.989999999999995</cx:pt>
          <cx:pt idx="3529">104.98</cx:pt>
          <cx:pt idx="3530">96.980000000000004</cx:pt>
          <cx:pt idx="3531">76.489999999999995</cx:pt>
          <cx:pt idx="3532">85.180000000000007</cx:pt>
          <cx:pt idx="3533">74.980000000000004</cx:pt>
          <cx:pt idx="3534">84.989999999999995</cx:pt>
          <cx:pt idx="3535">99.980000000000004</cx:pt>
          <cx:pt idx="3536">69.980000000000004</cx:pt>
          <cx:pt idx="3537">75.239999999999995</cx:pt>
          <cx:pt idx="3538">88.980000000000004</cx:pt>
          <cx:pt idx="3539">100.97</cx:pt>
          <cx:pt idx="3540">100.95999999999999</cx:pt>
          <cx:pt idx="3541">74.989999999999995</cx:pt>
          <cx:pt idx="3542">119.97</cx:pt>
          <cx:pt idx="3543">113.95999999999999</cx:pt>
          <cx:pt idx="3544">53.969999999999999</cx:pt>
          <cx:pt idx="3545">71.989999999999995</cx:pt>
          <cx:pt idx="3546">85.959999999999994</cx:pt>
          <cx:pt idx="3547">134.97999999999999</cx:pt>
          <cx:pt idx="3548">134.97999999999999</cx:pt>
          <cx:pt idx="3549">105.98</cx:pt>
          <cx:pt idx="3550">134.97999999999999</cx:pt>
          <cx:pt idx="3551">97.980000000000004</cx:pt>
          <cx:pt idx="3552">97.370000000000005</cx:pt>
          <cx:pt idx="3553">84.989999999999995</cx:pt>
          <cx:pt idx="3554">105.98</cx:pt>
          <cx:pt idx="3555">98.980000000000004</cx:pt>
          <cx:pt idx="3556">147.97</cx:pt>
          <cx:pt idx="3557">103.86</cx:pt>
          <cx:pt idx="3558">134.97999999999999</cx:pt>
          <cx:pt idx="3559">105.98</cx:pt>
          <cx:pt idx="3560">129.94999999999999</cx:pt>
          <cx:pt idx="3561">105.98</cx:pt>
          <cx:pt idx="3562">126.56</cx:pt>
          <cx:pt idx="3563">134.97999999999999</cx:pt>
          <cx:pt idx="3564">179.97</cx:pt>
          <cx:pt idx="3565">134.97999999999999</cx:pt>
          <cx:pt idx="3566">118.97</cx:pt>
          <cx:pt idx="3567">84.989999999999995</cx:pt>
          <cx:pt idx="3568">116.5</cx:pt>
          <cx:pt idx="3569">118.97</cx:pt>
          <cx:pt idx="3570">11.44</cx:pt>
          <cx:pt idx="3571">105.98</cx:pt>
          <cx:pt idx="3572">105.98</cx:pt>
          <cx:pt idx="3573">97.980000000000004</cx:pt>
          <cx:pt idx="3574">105.98</cx:pt>
          <cx:pt idx="3575">134.97999999999999</cx:pt>
          <cx:pt idx="3576">134.97999999999999</cx:pt>
          <cx:pt idx="3577">105.98</cx:pt>
          <cx:pt idx="3578">128.09999999999999</cx:pt>
          <cx:pt idx="3579">134.97999999999999</cx:pt>
          <cx:pt idx="3580">99.980000000000004</cx:pt>
          <cx:pt idx="3581">36.289999999999999</cx:pt>
          <cx:pt idx="3582">127.98</cx:pt>
          <cx:pt idx="3583">148.97</cx:pt>
          <cx:pt idx="3584">104.98</cx:pt>
          <cx:pt idx="3585">127.97</cx:pt>
          <cx:pt idx="3586">114.98</cx:pt>
          <cx:pt idx="3587">793.63</cx:pt>
          <cx:pt idx="3588">642.5</cx:pt>
          <cx:pt idx="3589">891.57000000000005</cx:pt>
          <cx:pt idx="3590">-225.75</cx:pt>
          <cx:pt idx="3591">793.07000000000005</cx:pt>
          <cx:pt idx="3592">849.05999999999995</cx:pt>
          <cx:pt idx="3593">159.69999999999999</cx:pt>
          <cx:pt idx="3594">843.85000000000002</cx:pt>
          <cx:pt idx="3595">244.93000000000001</cx:pt>
          <cx:pt idx="3596">69.989999999999995</cx:pt>
          <cx:pt idx="3597">204.93000000000001</cx:pt>
          <cx:pt idx="3598">103.98</cx:pt>
          <cx:pt idx="3599">209.93000000000001</cx:pt>
          <cx:pt idx="3600">244.93000000000001</cx:pt>
          <cx:pt idx="3601">204.93000000000001</cx:pt>
          <cx:pt idx="3602">189.94</cx:pt>
          <cx:pt idx="3603">119.95999999999999</cx:pt>
          <cx:pt idx="3604">224.93000000000001</cx:pt>
          <cx:pt idx="3605">217.68000000000001</cx:pt>
          <cx:pt idx="3606">244.93000000000001</cx:pt>
          <cx:pt idx="3607">232.05000000000001</cx:pt>
          <cx:pt idx="3608">173.71000000000001</cx:pt>
          <cx:pt idx="3609">194.94</cx:pt>
          <cx:pt idx="3610">154.97</cx:pt>
          <cx:pt idx="3611">194.94</cx:pt>
          <cx:pt idx="3612">184.93000000000001</cx:pt>
          <cx:pt idx="3613">244.93000000000001</cx:pt>
          <cx:pt idx="3614">204.93000000000001</cx:pt>
          <cx:pt idx="3615">244.93000000000001</cx:pt>
          <cx:pt idx="3616">213.91999999999999</cx:pt>
          <cx:pt idx="3617">250.72999999999999</cx:pt>
          <cx:pt idx="3618">229.47</cx:pt>
          <cx:pt idx="3619">296.29000000000002</cx:pt>
          <cx:pt idx="3620">209.19999999999999</cx:pt>
          <cx:pt idx="3621">246.99000000000001</cx:pt>
          <cx:pt idx="3622">112.56</cx:pt>
          <cx:pt idx="3623">116.42</cx:pt>
          <cx:pt idx="3624">254.97</cx:pt>
          <cx:pt idx="3625">212.56</cx:pt>
          <cx:pt idx="3626">169.97999999999999</cx:pt>
          <cx:pt idx="3627">259.22000000000003</cx:pt>
          <cx:pt idx="3628">246.97999999999999</cx:pt>
          <cx:pt idx="3629">227.84999999999999</cx:pt>
          <cx:pt idx="3630">276.94999999999999</cx:pt>
          <cx:pt idx="3631">254.97</cx:pt>
          <cx:pt idx="3632">305.95999999999998</cx:pt>
          <cx:pt idx="3633">242.52000000000001</cx:pt>
          <cx:pt idx="3634">287.82999999999998</cx:pt>
          <cx:pt idx="3635">254.66</cx:pt>
          <cx:pt idx="3636">95.980000000000004</cx:pt>
          <cx:pt idx="3637">254.97</cx:pt>
          <cx:pt idx="3638">199.96000000000001</cx:pt>
          <cx:pt idx="3639">248.87</cx:pt>
          <cx:pt idx="3640">254.97</cx:pt>
          <cx:pt idx="3641">-84.989999999999995</cx:pt>
          <cx:pt idx="3642">-82.959999999999994</cx:pt>
          <cx:pt idx="3643">-84.989999999999995</cx:pt>
          <cx:pt idx="3644">254.97</cx:pt>
          <cx:pt idx="3645">234.96000000000001</cx:pt>
          <cx:pt idx="3646">193.61000000000001</cx:pt>
          <cx:pt idx="3647">369.94999999999999</cx:pt>
          <cx:pt idx="3648">313.94999999999999</cx:pt>
          <cx:pt idx="3649">329.94999999999999</cx:pt>
          <cx:pt idx="3650">404.93000000000001</cx:pt>
          <cx:pt idx="3651">339.95999999999998</cx:pt>
          <cx:pt idx="3652">509.94</cx:pt>
          <cx:pt idx="3653">468.82999999999998</cx:pt>
          <cx:pt idx="3654">477.94</cx:pt>
          <cx:pt idx="3655">594.92999999999995</cx:pt>
          <cx:pt idx="3656">351.19999999999999</cx:pt>
          <cx:pt idx="3657">369.94999999999999</cx:pt>
          <cx:pt idx="3658">84.989999999999995</cx:pt>
          <cx:pt idx="3659">137.84</cx:pt>
          <cx:pt idx="3660">147.55000000000001</cx:pt>
          <cx:pt idx="3661">131.97999999999999</cx:pt>
          <cx:pt idx="3662">84.989999999999995</cx:pt>
          <cx:pt idx="3663">84.989999999999995</cx:pt>
          <cx:pt idx="3664">84.989999999999995</cx:pt>
          <cx:pt idx="3665">84.989999999999995</cx:pt>
          <cx:pt idx="3666">59.990000000000002</cx:pt>
          <cx:pt idx="3667">86.980000000000004</cx:pt>
          <cx:pt idx="3668">65.989999999999995</cx:pt>
          <cx:pt idx="3669">84.989999999999995</cx:pt>
          <cx:pt idx="3670">65.989999999999995</cx:pt>
          <cx:pt idx="3671">84.989999999999995</cx:pt>
          <cx:pt idx="3672">80.739999999999995</cx:pt>
          <cx:pt idx="3673">76.489999999999995</cx:pt>
          <cx:pt idx="3674">84.989999999999995</cx:pt>
          <cx:pt idx="3675">84.989999999999995</cx:pt>
          <cx:pt idx="3676">84.989999999999995</cx:pt>
          <cx:pt idx="3677">119.95999999999999</cx:pt>
          <cx:pt idx="3678">169.97999999999999</cx:pt>
          <cx:pt idx="3679">84.989999999999995</cx:pt>
          <cx:pt idx="3680">88.980000000000004</cx:pt>
          <cx:pt idx="3681">75.090000000000003</cx:pt>
          <cx:pt idx="3682">118.78</cx:pt>
          <cx:pt idx="3683">84.989999999999995</cx:pt>
          <cx:pt idx="3684">84.989999999999995</cx:pt>
          <cx:pt idx="3685">45.140000000000001</cx:pt>
          <cx:pt idx="3686">84.989999999999995</cx:pt>
          <cx:pt idx="3687">121.98</cx:pt>
          <cx:pt idx="3688">84.989999999999995</cx:pt>
          <cx:pt idx="3689">84.989999999999995</cx:pt>
          <cx:pt idx="3690">105.98</cx:pt>
          <cx:pt idx="3691">131.97999999999999</cx:pt>
          <cx:pt idx="3692">159.97999999999999</cx:pt>
          <cx:pt idx="3693">84.989999999999995</cx:pt>
          <cx:pt idx="3694">65.989999999999995</cx:pt>
          <cx:pt idx="3695">65.989999999999995</cx:pt>
          <cx:pt idx="3696">84.989999999999995</cx:pt>
          <cx:pt idx="3697">84.989999999999995</cx:pt>
          <cx:pt idx="3698">-84.989999999999995</cx:pt>
          <cx:pt idx="3699">169.97999999999999</cx:pt>
          <cx:pt idx="3700">169.97999999999999</cx:pt>
          <cx:pt idx="3701">169.97999999999999</cx:pt>
          <cx:pt idx="3702">169.97999999999999</cx:pt>
          <cx:pt idx="3703">188.97</cx:pt>
          <cx:pt idx="3704">169.97999999999999</cx:pt>
          <cx:pt idx="3705">169.97999999999999</cx:pt>
          <cx:pt idx="3706">150.97</cx:pt>
          <cx:pt idx="3707">188.97</cx:pt>
          <cx:pt idx="3708">188.97</cx:pt>
          <cx:pt idx="3709">150.97</cx:pt>
          <cx:pt idx="3710">169.97999999999999</cx:pt>
          <cx:pt idx="3711">169.97999999999999</cx:pt>
          <cx:pt idx="3712">214.97</cx:pt>
          <cx:pt idx="3713">169.97999999999999</cx:pt>
          <cx:pt idx="3714">169.97999999999999</cx:pt>
          <cx:pt idx="3715">219.44999999999999</cx:pt>
          <cx:pt idx="3716">219.44999999999999</cx:pt>
          <cx:pt idx="3717">169.97999999999999</cx:pt>
          <cx:pt idx="3718">214.97</cx:pt>
          <cx:pt idx="3719">188.97</cx:pt>
          <cx:pt idx="3720">219.96000000000001</cx:pt>
          <cx:pt idx="3721">219.96000000000001</cx:pt>
          <cx:pt idx="3722">188.97</cx:pt>
          <cx:pt idx="3723">188.97</cx:pt>
          <cx:pt idx="3724">169.97999999999999</cx:pt>
          <cx:pt idx="3725">131.97999999999999</cx:pt>
          <cx:pt idx="3726">131.97999999999999</cx:pt>
          <cx:pt idx="3727">199.25999999999999</cx:pt>
          <cx:pt idx="3728">169.97999999999999</cx:pt>
          <cx:pt idx="3729">199.25999999999999</cx:pt>
          <cx:pt idx="3730">169.97999999999999</cx:pt>
          <cx:pt idx="3731">169.97999999999999</cx:pt>
          <cx:pt idx="3732">169.97999999999999</cx:pt>
          <cx:pt idx="3733">169.97999999999999</cx:pt>
          <cx:pt idx="3734">206.96000000000001</cx:pt>
          <cx:pt idx="3735">206.96000000000001</cx:pt>
          <cx:pt idx="3736">169.97999999999999</cx:pt>
          <cx:pt idx="3737">169.97999999999999</cx:pt>
          <cx:pt idx="3738">169.97999999999999</cx:pt>
          <cx:pt idx="3739">131.97999999999999</cx:pt>
          <cx:pt idx="3740">188.97</cx:pt>
          <cx:pt idx="3741">304.95999999999998</cx:pt>
          <cx:pt idx="3742">188.97</cx:pt>
          <cx:pt idx="3743">131.97999999999999</cx:pt>
          <cx:pt idx="3744">159.97999999999999</cx:pt>
          <cx:pt idx="3745">159.97999999999999</cx:pt>
          <cx:pt idx="3746">153.97</cx:pt>
          <cx:pt idx="3747">304.95999999999998</cx:pt>
          <cx:pt idx="3748">153.97</cx:pt>
          <cx:pt idx="3749">65.989999999999995</cx:pt>
          <cx:pt idx="3750">196.65000000000001</cx:pt>
          <cx:pt idx="3751">131.97999999999999</cx:pt>
          <cx:pt idx="3752">131.97999999999999</cx:pt>
          <cx:pt idx="3753">120.66</cx:pt>
          <cx:pt idx="3754">108.02</cx:pt>
          <cx:pt idx="3755">121.98</cx:pt>
          <cx:pt idx="3756">78.719999999999999</cx:pt>
          <cx:pt idx="3757">89.629999999999995</cx:pt>
          <cx:pt idx="3758">131.97999999999999</cx:pt>
          <cx:pt idx="3759">130.40000000000001</cx:pt>
          <cx:pt idx="3760">63.590000000000003</cx:pt>
          <cx:pt idx="3761">129.5</cx:pt>
          <cx:pt idx="3762">65.989999999999995</cx:pt>
          <cx:pt idx="3763">64.010000000000005</cx:pt>
          <cx:pt idx="3764">131.97999999999999</cx:pt>
          <cx:pt idx="3765">131.97999999999999</cx:pt>
          <cx:pt idx="3766">131.31999999999999</cx:pt>
          <cx:pt idx="3767">130.66</cx:pt>
          <cx:pt idx="3768">98.159999999999997</cx:pt>
          <cx:pt idx="3769">19.989999999999998</cx:pt>
          <cx:pt idx="3770">118.78</cx:pt>
          <cx:pt idx="3771">65.329999999999998</cx:pt>
          <cx:pt idx="3772">171.97</cx:pt>
          <cx:pt idx="3773">115.70999999999999</cx:pt>
          <cx:pt idx="3774">124.65000000000001</cx:pt>
          <cx:pt idx="3775">84.989999999999995</cx:pt>
          <cx:pt idx="3776">65.989999999999995</cx:pt>
          <cx:pt idx="3777">197.97</cx:pt>
          <cx:pt idx="3778">125.38</cx:pt>
          <cx:pt idx="3779">65.989999999999995</cx:pt>
          <cx:pt idx="3780">131.97999999999999</cx:pt>
          <cx:pt idx="3781">92</cx:pt>
          <cx:pt idx="3782">131.97999999999999</cx:pt>
          <cx:pt idx="3783">130.66</cx:pt>
          <cx:pt idx="3784">131.97999999999999</cx:pt>
          <cx:pt idx="3785">142.21000000000001</cx:pt>
          <cx:pt idx="3786">79.980000000000004</cx:pt>
          <cx:pt idx="3787">64.670000000000002</cx:pt>
          <cx:pt idx="3788">197.97</cx:pt>
          <cx:pt idx="3789">254.97</cx:pt>
          <cx:pt idx="3790">162.44999999999999</cx:pt>
          <cx:pt idx="3791">214.97</cx:pt>
          <cx:pt idx="3792">169.97999999999999</cx:pt>
          <cx:pt idx="3793">254.97</cx:pt>
          <cx:pt idx="3794">263.95999999999998</cx:pt>
          <cx:pt idx="3795">131.97999999999999</cx:pt>
          <cx:pt idx="3796">236.97</cx:pt>
          <cx:pt idx="3797">169.97999999999999</cx:pt>
          <cx:pt idx="3798">254.97</cx:pt>
          <cx:pt idx="3799">339.95999999999998</cx:pt>
          <cx:pt idx="3800">254.97</cx:pt>
          <cx:pt idx="3801">274.94999999999999</cx:pt>
          <cx:pt idx="3802">169.97999999999999</cx:pt>
          <cx:pt idx="3803">424.94999999999999</cx:pt>
          <cx:pt idx="3804">-169.97999999999999</cx:pt>
          <cx:pt idx="3805">229.97</cx:pt>
          <cx:pt idx="3806">172.97</cx:pt>
          <cx:pt idx="3807">119.44</cx:pt>
          <cx:pt idx="3808">159.97999999999999</cx:pt>
          <cx:pt idx="3809">254.97</cx:pt>
          <cx:pt idx="3810">79.849999999999994</cx:pt>
          <cx:pt idx="3811">217.75</cx:pt>
          <cx:pt idx="3812">217.75</cx:pt>
          <cx:pt idx="3813">145.15000000000001</cx:pt>
          <cx:pt idx="3814">169.34999999999999</cx:pt>
          <cx:pt idx="3815">208.06999999999999</cx:pt>
          <cx:pt idx="3816">217.75</cx:pt>
          <cx:pt idx="3817">217.75</cx:pt>
          <cx:pt idx="3818">319.23000000000002</cx:pt>
          <cx:pt idx="3819">169.34999999999999</cx:pt>
          <cx:pt idx="3820">217.75</cx:pt>
          <cx:pt idx="3821">217.75</cx:pt>
          <cx:pt idx="3822">217.75</cx:pt>
          <cx:pt idx="3823">217.75</cx:pt>
          <cx:pt idx="3824">187.22</cx:pt>
          <cx:pt idx="3825">133.05000000000001</cx:pt>
          <cx:pt idx="3826">388.55000000000001</cx:pt>
          <cx:pt idx="3827">600.14999999999998</cx:pt>
          <cx:pt idx="3828">299.94</cx:pt>
          <cx:pt idx="3829">292.94999999999999</cx:pt>
          <cx:pt idx="3830">374.62</cx:pt>
          <cx:pt idx="3831">121.73999999999999</cx:pt>
          <cx:pt idx="3832">380.43000000000001</cx:pt>
          <cx:pt idx="3833">329.94999999999999</cx:pt>
          <cx:pt idx="3834">307.94</cx:pt>
          <cx:pt idx="3835">130.44999999999999</cx:pt>
          <cx:pt idx="3836">212.94</cx:pt>
          <cx:pt idx="3837">109.95999999999999</cx:pt>
          <cx:pt idx="3838">171.97</cx:pt>
          <cx:pt idx="3839">179.40000000000001</cx:pt>
          <cx:pt idx="3840">206.94</cx:pt>
          <cx:pt idx="3841">53.979999999999997</cx:pt>
          <cx:pt idx="3842">121.98</cx:pt>
          <cx:pt idx="3843">192.56</cx:pt>
          <cx:pt idx="3844">108.78</cx:pt>
          <cx:pt idx="3845">189.96000000000001</cx:pt>
          <cx:pt idx="3846">155.96000000000001</cx:pt>
          <cx:pt idx="3847">116.98999999999999</cx:pt>
          <cx:pt idx="3848">131.97999999999999</cx:pt>
          <cx:pt idx="3849">121.98</cx:pt>
          <cx:pt idx="3850">174.75</cx:pt>
          <cx:pt idx="3851">118.78</cx:pt>
          <cx:pt idx="3852">156.97</cx:pt>
          <cx:pt idx="3853">201.96000000000001</cx:pt>
          <cx:pt idx="3854">147.97</cx:pt>
          <cx:pt idx="3855">288.94999999999999</cx:pt>
          <cx:pt idx="3856">117.95999999999999</cx:pt>
          <cx:pt idx="3857">197.97</cx:pt>
          <cx:pt idx="3858">147.97</cx:pt>
          <cx:pt idx="3859">103.91</cx:pt>
          <cx:pt idx="3860">188.97</cx:pt>
          <cx:pt idx="3861">84.989999999999995</cx:pt>
          <cx:pt idx="3862">96.650000000000006</cx:pt>
          <cx:pt idx="3863">88.969999999999999</cx:pt>
          <cx:pt idx="3864">169.97999999999999</cx:pt>
          <cx:pt idx="3865">194.96000000000001</cx:pt>
          <cx:pt idx="3866">217.94999999999999</cx:pt>
          <cx:pt idx="3867">105.98</cx:pt>
          <cx:pt idx="3868">79.969999999999999</cx:pt>
          <cx:pt idx="3869">84.989999999999995</cx:pt>
          <cx:pt idx="3870">187.97</cx:pt>
          <cx:pt idx="3871">177.97</cx:pt>
          <cx:pt idx="3872">77.510000000000005</cx:pt>
          <cx:pt idx="3873">168.94</cx:pt>
          <cx:pt idx="3874">166.97</cx:pt>
          <cx:pt idx="3875">183.55000000000001</cx:pt>
          <cx:pt idx="3876">105.98</cx:pt>
          <cx:pt idx="3877">123.97</cx:pt>
          <cx:pt idx="3878">154.37</cx:pt>
          <cx:pt idx="3879">226.96000000000001</cx:pt>
          <cx:pt idx="3880">161.86000000000001</cx:pt>
          <cx:pt idx="3881">84.989999999999995</cx:pt>
          <cx:pt idx="3882">232.96000000000001</cx:pt>
          <cx:pt idx="3883">196.94999999999999</cx:pt>
          <cx:pt idx="3884">118.78</cx:pt>
          <cx:pt idx="3885">176.33000000000001</cx:pt>
          <cx:pt idx="3886">83.930000000000007</cx:pt>
          <cx:pt idx="3887">139.97999999999999</cx:pt>
          <cx:pt idx="3888">179.75</cx:pt>
          <cx:pt idx="3889">116.73999999999999</cx:pt>
          <cx:pt idx="3890">109.98999999999999</cx:pt>
          <cx:pt idx="3891">187.97</cx:pt>
          <cx:pt idx="3892">100.98</cx:pt>
          <cx:pt idx="3893">187.97</cx:pt>
          <cx:pt idx="3894">74.480000000000004</cx:pt>
          <cx:pt idx="3895">108.17</cx:pt>
          <cx:pt idx="3896">95.689999999999998</cx:pt>
          <cx:pt idx="3897">187.97</cx:pt>
          <cx:pt idx="3898">146.97</cx:pt>
          <cx:pt idx="3899">61.170000000000002</cx:pt>
          <cx:pt idx="3900">76.019999999999996</cx:pt>
          <cx:pt idx="3901">121.98</cx:pt>
          <cx:pt idx="3902">104.98</cx:pt>
          <cx:pt idx="3903">-33.880000000000003</cx:pt>
          <cx:pt idx="3904">91.409999999999997</cx:pt>
          <cx:pt idx="3905">169.97999999999999</cx:pt>
          <cx:pt idx="3906">108.97</cx:pt>
          <cx:pt idx="3907">126.38</cx:pt>
          <cx:pt idx="3908">131.97999999999999</cx:pt>
          <cx:pt idx="3909">169.97999999999999</cx:pt>
          <cx:pt idx="3910">186.06</cx:pt>
          <cx:pt idx="3911">89.969999999999999</cx:pt>
          <cx:pt idx="3912">205.96000000000001</cx:pt>
          <cx:pt idx="3913">164.96000000000001</cx:pt>
          <cx:pt idx="3914">86.959999999999994</cx:pt>
          <cx:pt idx="3915">80.980000000000004</cx:pt>
          <cx:pt idx="3916">151.96000000000001</cx:pt>
          <cx:pt idx="3917">93.659999999999997</cx:pt>
          <cx:pt idx="3918">169.97999999999999</cx:pt>
          <cx:pt idx="3919">86.959999999999994</cx:pt>
          <cx:pt idx="3920">246.94999999999999</cx:pt>
          <cx:pt idx="3921">121.56999999999999</cx:pt>
          <cx:pt idx="3922">79.209999999999994</cx:pt>
          <cx:pt idx="3923">137.97</cx:pt>
          <cx:pt idx="3924">163.34999999999999</cx:pt>
          <cx:pt idx="3925">155.00999999999999</cx:pt>
          <cx:pt idx="3926">197.97</cx:pt>
          <cx:pt idx="3927">131.97999999999999</cx:pt>
          <cx:pt idx="3928">162.96000000000001</cx:pt>
          <cx:pt idx="3929">146.97</cx:pt>
          <cx:pt idx="3930">88.980000000000004</cx:pt>
          <cx:pt idx="3931">95.969999999999999</cx:pt>
          <cx:pt idx="3932">77.980000000000004</cx:pt>
          <cx:pt idx="3933">137.97999999999999</cx:pt>
          <cx:pt idx="3934">126.16</cx:pt>
          <cx:pt idx="3935">169.97999999999999</cx:pt>
          <cx:pt idx="3936">147.56999999999999</cx:pt>
          <cx:pt idx="3937">183.87</cx:pt>
          <cx:pt idx="3938">165.03</cx:pt>
          <cx:pt idx="3939">159.69999999999999</cx:pt>
          <cx:pt idx="3940">204.43000000000001</cx:pt>
          <cx:pt idx="3941">110.09</cx:pt>
          <cx:pt idx="3942">181.46000000000001</cx:pt>
          <cx:pt idx="3943">181.44999999999999</cx:pt>
          <cx:pt idx="3944">181.46000000000001</cx:pt>
          <cx:pt idx="3945">208.03999999999999</cx:pt>
          <cx:pt idx="3946">79.849999999999994</cx:pt>
          <cx:pt idx="3947">181.46000000000001</cx:pt>
          <cx:pt idx="3948">101.62</cx:pt>
          <cx:pt idx="3949">82.209999999999994</cx:pt>
          <cx:pt idx="3950">181.46000000000001</cx:pt>
          <cx:pt idx="3951">123.38</cx:pt>
          <cx:pt idx="3952">143.97</cx:pt>
          <cx:pt idx="3953">203.22999999999999</cx:pt>
          <cx:pt idx="3954">147.56</cx:pt>
          <cx:pt idx="3955">67.709999999999994</cx:pt>
          <cx:pt idx="3956">113.7</cx:pt>
          <cx:pt idx="3957">147.56</cx:pt>
          <cx:pt idx="3958">203.22999999999999</cx:pt>
          <cx:pt idx="3959">130.63</cx:pt>
          <cx:pt idx="3960">125.79000000000001</cx:pt>
          <cx:pt idx="3961">125.8</cx:pt>
          <cx:pt idx="3962">163.44</cx:pt>
          <cx:pt idx="3963">130.38</cx:pt>
          <cx:pt idx="3964">174.97</cx:pt>
          <cx:pt idx="3965">174.97</cx:pt>
          <cx:pt idx="3966">130.38</cx:pt>
          <cx:pt idx="3967">146.97</cx:pt>
          <cx:pt idx="3968">182.97</cx:pt>
          <cx:pt idx="3969">182.97</cx:pt>
          <cx:pt idx="3970">99.980000000000004</cx:pt>
          <cx:pt idx="3971">99.980000000000004</cx:pt>
          <cx:pt idx="3972">65.989999999999995</cx:pt>
          <cx:pt idx="3973">146.97</cx:pt>
          <cx:pt idx="3974">163.44</cx:pt>
          <cx:pt idx="3975">128</cx:pt>
          <cx:pt idx="3976">162.61000000000001</cx:pt>
          <cx:pt idx="3977">162.61000000000001</cx:pt>
          <cx:pt idx="3978">134.97999999999999</cx:pt>
          <cx:pt idx="3979">84.989999999999995</cx:pt>
          <cx:pt idx="3980">84.989999999999995</cx:pt>
          <cx:pt idx="3981">134.97999999999999</cx:pt>
          <cx:pt idx="3982">41.289999999999999</cx:pt>
          <cx:pt idx="3983">145.97</cx:pt>
          <cx:pt idx="3984">101.44</cx:pt>
          <cx:pt idx="3985">101.44</cx:pt>
          <cx:pt idx="3986">41.289999999999999</cx:pt>
          <cx:pt idx="3987">186.96000000000001</cx:pt>
          <cx:pt idx="3988">95.379999999999995</cx:pt>
          <cx:pt idx="3989">119.98</cx:pt>
          <cx:pt idx="3990">95.379999999999995</cx:pt>
          <cx:pt idx="3991">84.989999999999995</cx:pt>
          <cx:pt idx="3992">123.98</cx:pt>
          <cx:pt idx="3993">124.03</cx:pt>
          <cx:pt idx="3994">139.37</cx:pt>
          <cx:pt idx="3995">124.03</cx:pt>
          <cx:pt idx="3996">84.989999999999995</cx:pt>
          <cx:pt idx="3997">139.37</cx:pt>
          <cx:pt idx="3998">169.97999999999999</cx:pt>
          <cx:pt idx="3999">104.97</cx:pt>
          <cx:pt idx="4000">104.97</cx:pt>
          <cx:pt idx="4001">169.97999999999999</cx:pt>
          <cx:pt idx="4002">128</cx:pt>
          <cx:pt idx="4003">123.98</cx:pt>
          <cx:pt idx="4004">119.98</cx:pt>
          <cx:pt idx="4005">145.97</cx:pt>
          <cx:pt idx="4006">99.980000000000004</cx:pt>
          <cx:pt idx="4007">84.989999999999995</cx:pt>
          <cx:pt idx="4008">84.989999999999995</cx:pt>
          <cx:pt idx="4009">93.650000000000006</cx:pt>
          <cx:pt idx="4010">99.980000000000004</cx:pt>
          <cx:pt idx="4011">99.980000000000004</cx:pt>
          <cx:pt idx="4012">59.969999999999999</cx:pt>
          <cx:pt idx="4013">93.650000000000006</cx:pt>
          <cx:pt idx="4014">59.969999999999999</cx:pt>
          <cx:pt idx="4015">156.97999999999999</cx:pt>
          <cx:pt idx="4016">156.97999999999999</cx:pt>
          <cx:pt idx="4017">145.96000000000001</cx:pt>
          <cx:pt idx="4018">99.980000000000004</cx:pt>
          <cx:pt idx="4019">145.96000000000001</cx:pt>
          <cx:pt idx="4020">65.989999999999995</cx:pt>
          <cx:pt idx="4021">114.97</cx:pt>
          <cx:pt idx="4022">186.96000000000001</cx:pt>
          <cx:pt idx="4023">84.989999999999995</cx:pt>
          <cx:pt idx="4024">84.989999999999995</cx:pt>
          <cx:pt idx="4025">203.97</cx:pt>
          <cx:pt idx="4026">203.97</cx:pt>
          <cx:pt idx="4027">110.37</cx:pt>
          <cx:pt idx="4028">110.37</cx:pt>
          <cx:pt idx="4029">114.97</cx:pt>
          <cx:pt idx="4030">188.69</cx:pt>
          <cx:pt idx="4031">254.03</cx:pt>
          <cx:pt idx="4032">111.28</cx:pt>
          <cx:pt idx="4033">191.11000000000001</cx:pt>
          <cx:pt idx="4034">92.379999999999995</cx:pt>
          <cx:pt idx="4035">31.399999999999999</cx:pt>
          <cx:pt idx="4036">188.69</cx:pt>
          <cx:pt idx="4037">188.69</cx:pt>
          <cx:pt idx="4038">125.79000000000001</cx:pt>
          <cx:pt idx="4039">198.37</cx:pt>
          <cx:pt idx="4040">179.00999999999999</cx:pt>
          <cx:pt idx="4041">212.72999999999999</cx:pt>
          <cx:pt idx="4042">127</cx:pt>
          <cx:pt idx="4043">125.79000000000001</cx:pt>
          <cx:pt idx="4044">191.30000000000001</cx:pt>
          <cx:pt idx="4045">55.590000000000003</cx:pt>
          <cx:pt idx="4046">246.74000000000001</cx:pt>
          <cx:pt idx="4047">162.08000000000001</cx:pt>
          <cx:pt idx="4048">119.73999999999999</cx:pt>
          <cx:pt idx="4049">80.409999999999997</cx:pt>
          <cx:pt idx="4050">163.28999999999999</cx:pt>
          <cx:pt idx="4051">261.25999999999999</cx:pt>
          <cx:pt idx="4052">174.18000000000001</cx:pt>
          <cx:pt idx="4053">114.90000000000001</cx:pt>
          <cx:pt idx="4054">78.170000000000002</cx:pt>
          <cx:pt idx="4055">237.06</cx:pt>
          <cx:pt idx="4056">318.94999999999999</cx:pt>
          <cx:pt idx="4057">131.97999999999999</cx:pt>
          <cx:pt idx="4058">169.97999999999999</cx:pt>
          <cx:pt idx="4059">169.97999999999999</cx:pt>
          <cx:pt idx="4060">184.97</cx:pt>
          <cx:pt idx="4061">69.980000000000004</cx:pt>
          <cx:pt idx="4062">184.97</cx:pt>
          <cx:pt idx="4063">197.97</cx:pt>
          <cx:pt idx="4064">116.58</cx:pt>
          <cx:pt idx="4065">174.96000000000001</cx:pt>
          <cx:pt idx="4066">131.97999999999999</cx:pt>
          <cx:pt idx="4067">184.97</cx:pt>
          <cx:pt idx="4068">169.97999999999999</cx:pt>
          <cx:pt idx="4069">168.97</cx:pt>
          <cx:pt idx="4070">147.66999999999999</cx:pt>
          <cx:pt idx="4071">199.96000000000001</cx:pt>
          <cx:pt idx="4072">169.97999999999999</cx:pt>
          <cx:pt idx="4073">120.97</cx:pt>
          <cx:pt idx="4074">184.97</cx:pt>
          <cx:pt idx="4075">194.96000000000001</cx:pt>
          <cx:pt idx="4076">153.97999999999999</cx:pt>
          <cx:pt idx="4077">169.97999999999999</cx:pt>
          <cx:pt idx="4078">110.08</cx:pt>
          <cx:pt idx="4079">269.95999999999998</cx:pt>
          <cx:pt idx="4080">121.98</cx:pt>
          <cx:pt idx="4081">120.98</cx:pt>
          <cx:pt idx="4082">254.97</cx:pt>
          <cx:pt idx="4083">131.97999999999999</cx:pt>
          <cx:pt idx="4084">121.98</cx:pt>
          <cx:pt idx="4085">169.97999999999999</cx:pt>
          <cx:pt idx="4086">139.97999999999999</cx:pt>
          <cx:pt idx="4087">174.97</cx:pt>
          <cx:pt idx="4088">339.95999999999998</cx:pt>
          <cx:pt idx="4089">169.97999999999999</cx:pt>
          <cx:pt idx="4090">177.97</cx:pt>
          <cx:pt idx="4091">169.97999999999999</cx:pt>
          <cx:pt idx="4092">169.97999999999999</cx:pt>
          <cx:pt idx="4093">329.94999999999999</cx:pt>
          <cx:pt idx="4094">365.13</cx:pt>
          <cx:pt idx="4095">414.93000000000001</cx:pt>
          <cx:pt idx="4096">363.50999999999999</cx:pt>
          <cx:pt idx="4097">414.93000000000001</cx:pt>
          <cx:pt idx="4098">375.13999999999999</cx:pt>
          <cx:pt idx="4099">675.07000000000005</cx:pt>
          <cx:pt idx="4100">329.94999999999999</cx:pt>
          <cx:pt idx="4101">301.93000000000001</cx:pt>
          <cx:pt idx="4102">301.93000000000001</cx:pt>
          <cx:pt idx="4103">194.61000000000001</cx:pt>
          <cx:pt idx="4104">194.61000000000001</cx:pt>
          <cx:pt idx="4105">480.94</cx:pt>
          <cx:pt idx="4106">392.89999999999998</cx:pt>
          <cx:pt idx="4107">392.89999999999998</cx:pt>
          <cx:pt idx="4108">675.07000000000005</cx:pt>
          <cx:pt idx="4109">375.13999999999999</cx:pt>
          <cx:pt idx="4110">69.530000000000001</cx:pt>
          <cx:pt idx="4111">675.96000000000004</cx:pt>
          <cx:pt idx="4112">69.530000000000001</cx:pt>
          <cx:pt idx="4113">395.94</cx:pt>
          <cx:pt idx="4114">584.92999999999995</cx:pt>
          <cx:pt idx="4115">584.92999999999995</cx:pt>
          <cx:pt idx="4116">181.59999999999999</cx:pt>
          <cx:pt idx="4117">529.91999999999996</cx:pt>
          <cx:pt idx="4118">480.94</cx:pt>
          <cx:pt idx="4119">675.96000000000004</cx:pt>
          <cx:pt idx="4120">181.59999999999999</cx:pt>
          <cx:pt idx="4121">100.38</cx:pt>
          <cx:pt idx="4122">100.38</cx:pt>
          <cx:pt idx="4123">363.50999999999999</cx:pt>
          <cx:pt idx="4124">529.91999999999996</cx:pt>
          <cx:pt idx="4125">365.13</cx:pt>
          <cx:pt idx="4126">437.92000000000002</cx:pt>
          <cx:pt idx="4127">395.94</cx:pt>
          <cx:pt idx="4128">437.92000000000002</cx:pt>
          <cx:pt idx="4129">282.93000000000001</cx:pt>
          <cx:pt idx="4130">131.96000000000001</cx:pt>
          <cx:pt idx="4131">288.94</cx:pt>
          <cx:pt idx="4132">241.40000000000001</cx:pt>
          <cx:pt idx="4133">263.94</cx:pt>
          <cx:pt idx="4134">-16.399999999999999</cx:pt>
          <cx:pt idx="4135">224.37</cx:pt>
          <cx:pt idx="4136">261.94</cx:pt>
          <cx:pt idx="4137">366.41000000000003</cx:pt>
          <cx:pt idx="4138">403.92000000000002</cx:pt>
          <cx:pt idx="4139">242.94</cx:pt>
          <cx:pt idx="4140">29.969999999999999</cx:pt>
          <cx:pt idx="4141">124.93000000000001</cx:pt>
          <cx:pt idx="4142">175.41999999999999</cx:pt>
          <cx:pt idx="4143">65.989999999999995</cx:pt>
          <cx:pt idx="4144">98.980000000000004</cx:pt>
          <cx:pt idx="4145">65.989999999999995</cx:pt>
          <cx:pt idx="4146">99.980000000000004</cx:pt>
          <cx:pt idx="4147">145.5</cx:pt>
          <cx:pt idx="4148">138.49000000000001</cx:pt>
          <cx:pt idx="4149">145.65000000000001</cx:pt>
          <cx:pt idx="4150">83.989999999999995</cx:pt>
          <cx:pt idx="4151">63.670000000000002</cx:pt>
          <cx:pt idx="4152">183.12</cx:pt>
          <cx:pt idx="4153">139.96000000000001</cx:pt>
          <cx:pt idx="4154">145.5</cx:pt>
          <cx:pt idx="4155">130.50999999999999</cx:pt>
          <cx:pt idx="4156">120.51000000000001</cx:pt>
          <cx:pt idx="4157">152.97</cx:pt>
          <cx:pt idx="4158">65.989999999999995</cx:pt>
          <cx:pt idx="4159">82.989999999999995</cx:pt>
          <cx:pt idx="4160">68.150000000000006</cx:pt>
          <cx:pt idx="4161">183.12</cx:pt>
          <cx:pt idx="4162">135.5</cx:pt>
          <cx:pt idx="4163">163.31</cx:pt>
          <cx:pt idx="4164">84.989999999999995</cx:pt>
          <cx:pt idx="4165">98.980000000000004</cx:pt>
          <cx:pt idx="4166">99.129999999999995</cx:pt>
          <cx:pt idx="4167">183.12</cx:pt>
          <cx:pt idx="4168">135.5</cx:pt>
          <cx:pt idx="4169">145.65000000000001</cx:pt>
          <cx:pt idx="4170">82.450000000000003</cx:pt>
          <cx:pt idx="4171">89.980000000000004</cx:pt>
          <cx:pt idx="4172">14.970000000000001</cx:pt>
          <cx:pt idx="4173">14.99</cx:pt>
          <cx:pt idx="4174">98.439999999999998</cx:pt>
          <cx:pt idx="4175">172.97</cx:pt>
          <cx:pt idx="4176">339.95999999999998</cx:pt>
          <cx:pt idx="4177">310.70999999999998</cx:pt>
          <cx:pt idx="4178">297.81</cx:pt>
          <cx:pt idx="4179">172.97</cx:pt>
          <cx:pt idx="4180">339.95999999999998</cx:pt>
          <cx:pt idx="4181">229.94999999999999</cx:pt>
          <cx:pt idx="4182">323.95999999999998</cx:pt>
          <cx:pt idx="4183">313.88</cx:pt>
          <cx:pt idx="4184">263.95999999999998</cx:pt>
          <cx:pt idx="4185">339.95999999999998</cx:pt>
          <cx:pt idx="4186">307.95999999999998</cx:pt>
          <cx:pt idx="4187">339.81</cx:pt>
          <cx:pt idx="4188">339.95999999999998</cx:pt>
          <cx:pt idx="4189">159.94</cx:pt>
          <cx:pt idx="4190">226.41999999999999</cx:pt>
          <cx:pt idx="4191">314.95999999999998</cx:pt>
          <cx:pt idx="4192">339.95999999999998</cx:pt>
          <cx:pt idx="4193">137.96000000000001</cx:pt>
          <cx:pt idx="4194">280.56</cx:pt>
          <cx:pt idx="4195">354.94999999999999</cx:pt>
          <cx:pt idx="4196">323.95999999999998</cx:pt>
          <cx:pt idx="4197">333.16000000000003</cx:pt>
          <cx:pt idx="4198">143.72</cx:pt>
          <cx:pt idx="4199">159.69999999999999</cx:pt>
          <cx:pt idx="4200">159.69999999999999</cx:pt>
          <cx:pt idx="4201">159.69999999999999</cx:pt>
          <cx:pt idx="4202">127.03</cx:pt>
          <cx:pt idx="4203">159.69999999999999</cx:pt>
          <cx:pt idx="4204">159.69999999999999</cx:pt>
          <cx:pt idx="4205">120.98</cx:pt>
          <cx:pt idx="4206">159.69999999999999</cx:pt>
          <cx:pt idx="4207">147.59999999999999</cx:pt>
          <cx:pt idx="4208">159.69999999999999</cx:pt>
          <cx:pt idx="4209">159.69999999999999</cx:pt>
          <cx:pt idx="4210">159.69999999999999</cx:pt>
          <cx:pt idx="4211">143.72</cx:pt>
          <cx:pt idx="4212">159.69999999999999</cx:pt>
          <cx:pt idx="4213">143.72</cx:pt>
          <cx:pt idx="4214">159.69999999999999</cx:pt>
          <cx:pt idx="4215">159.69999999999999</cx:pt>
          <cx:pt idx="4216">208.08000000000001</cx:pt>
          <cx:pt idx="4217">159.69999999999999</cx:pt>
          <cx:pt idx="4218">214.13</cx:pt>
          <cx:pt idx="4219">154.96000000000001</cx:pt>
          <cx:pt idx="4220">165.81</cx:pt>
          <cx:pt idx="4221">149.97999999999999</cx:pt>
          <cx:pt idx="4222">95.239999999999995</cx:pt>
          <cx:pt idx="4223">159.97999999999999</cx:pt>
          <cx:pt idx="4224">149.96000000000001</cx:pt>
          <cx:pt idx="4225">159.97999999999999</cx:pt>
          <cx:pt idx="4226">86.319999999999993</cx:pt>
          <cx:pt idx="4227">143.97999999999999</cx:pt>
          <cx:pt idx="4228">159.97999999999999</cx:pt>
          <cx:pt idx="4229">185.96000000000001</cx:pt>
          <cx:pt idx="4230">166.97</cx:pt>
          <cx:pt idx="4231">155.37</cx:pt>
          <cx:pt idx="4232">104.98</cx:pt>
          <cx:pt idx="4233">135.97</cx:pt>
          <cx:pt idx="4234">176.41999999999999</cx:pt>
          <cx:pt idx="4235">173.97</cx:pt>
          <cx:pt idx="4236">159.97999999999999</cx:pt>
          <cx:pt idx="4237">155.18000000000001</cx:pt>
          <cx:pt idx="4238">176.96000000000001</cx:pt>
          <cx:pt idx="4239">159.97999999999999</cx:pt>
          <cx:pt idx="4240">162.78</cx:pt>
          <cx:pt idx="4241">179.97</cx:pt>
          <cx:pt idx="4242">159.97999999999999</cx:pt>
          <cx:pt idx="4243">195.96000000000001</cx:pt>
          <cx:pt idx="4244">159.97999999999999</cx:pt>
          <cx:pt idx="4245">185.43000000000001</cx:pt>
          <cx:pt idx="4246">181.96000000000001</cx:pt>
          <cx:pt idx="4247">161.47</cx:pt>
          <cx:pt idx="4248">170.97</cx:pt>
          <cx:pt idx="4249">110.98</cx:pt>
          <cx:pt idx="4250">149.28</cx:pt>
          <cx:pt idx="4251">161.88999999999999</cx:pt>
          <cx:pt idx="4252">170.96000000000001</cx:pt>
          <cx:pt idx="4253">171.97</cx:pt>
          <cx:pt idx="4254">159.97999999999999</cx:pt>
          <cx:pt idx="4255">190.96000000000001</cx:pt>
          <cx:pt idx="4256">338.94999999999999</cx:pt>
          <cx:pt idx="4257">195.96000000000001</cx:pt>
          <cx:pt idx="4258">85.980000000000004</cx:pt>
          <cx:pt idx="4259">104.98</cx:pt>
          <cx:pt idx="4260">84.989999999999995</cx:pt>
          <cx:pt idx="4261">65.989999999999995</cx:pt>
          <cx:pt idx="4262">-13.529999999999999</cx:pt>
          <cx:pt idx="4263">34.990000000000002</cx:pt>
          <cx:pt idx="4264">119.98</cx:pt>
          <cx:pt idx="4265">135.47</cx:pt>
          <cx:pt idx="4266">84.989999999999995</cx:pt>
          <cx:pt idx="4267">104.98</cx:pt>
          <cx:pt idx="4268">96.480000000000004</cx:pt>
          <cx:pt idx="4269">84.989999999999995</cx:pt>
          <cx:pt idx="4270">62.689999999999998</cx:pt>
          <cx:pt idx="4271">96.590000000000003</cx:pt>
          <cx:pt idx="4272">84.989999999999995</cx:pt>
          <cx:pt idx="4273">75.879999999999995</cx:pt>
          <cx:pt idx="4274">169.97999999999999</cx:pt>
          <cx:pt idx="4275">135.47</cx:pt>
          <cx:pt idx="4276">151.97</cx:pt>
          <cx:pt idx="4277">113.23</cx:pt>
          <cx:pt idx="4278">84.989999999999995</cx:pt>
          <cx:pt idx="4279">85.980000000000004</cx:pt>
          <cx:pt idx="4280">152.97999999999999</cx:pt>
          <cx:pt idx="4281">141.97</cx:pt>
          <cx:pt idx="4282">96.480000000000004</cx:pt>
          <cx:pt idx="4283">139.97</cx:pt>
          <cx:pt idx="4284">95.079999999999998</cx:pt>
          <cx:pt idx="4285">69.980000000000004</cx:pt>
          <cx:pt idx="4286">116.98</cx:pt>
          <cx:pt idx="4287">189.97</cx:pt>
          <cx:pt idx="4288">135.47</cx:pt>
          <cx:pt idx="4289">85.980000000000004</cx:pt>
          <cx:pt idx="4290">104.98</cx:pt>
          <cx:pt idx="4291">115.63</cx:pt>
          <cx:pt idx="4292">96.480000000000004</cx:pt>
          <cx:pt idx="4293">78.010000000000005</cx:pt>
          <cx:pt idx="4294">254.97</cx:pt>
          <cx:pt idx="4295">172.97</cx:pt>
          <cx:pt idx="4296">339.95999999999998</cx:pt>
          <cx:pt idx="4297">160.16999999999999</cx:pt>
          <cx:pt idx="4298">254.97</cx:pt>
          <cx:pt idx="4299">284.94999999999999</cx:pt>
          <cx:pt idx="4300">254.97</cx:pt>
          <cx:pt idx="4301">290.94999999999999</cx:pt>
          <cx:pt idx="4302">224.97</cx:pt>
          <cx:pt idx="4303">292.94999999999999</cx:pt>
          <cx:pt idx="4304">117.97</cx:pt>
          <cx:pt idx="4305">197.97</cx:pt>
          <cx:pt idx="4306">344.94999999999999</cx:pt>
          <cx:pt idx="4307">56.969999999999999</cx:pt>
          <cx:pt idx="4308">216.72</cx:pt>
          <cx:pt idx="4309">254.97</cx:pt>
          <cx:pt idx="4310">226.33000000000001</cx:pt>
          <cx:pt idx="4311">197.97</cx:pt>
          <cx:pt idx="4312">118.97</cx:pt>
          <cx:pt idx="4313">104.93000000000001</cx:pt>
          <cx:pt idx="4314">104.93000000000001</cx:pt>
          <cx:pt idx="4315">159.96000000000001</cx:pt>
          <cx:pt idx="4316">194.21000000000001</cx:pt>
          <cx:pt idx="4317">194.21000000000001</cx:pt>
          <cx:pt idx="4318">185.91</cx:pt>
          <cx:pt idx="4319">204.91</cx:pt>
          <cx:pt idx="4320">204.91</cx:pt>
          <cx:pt idx="4321">280.36000000000001</cx:pt>
          <cx:pt idx="4322">185.91</cx:pt>
          <cx:pt idx="4323">185.91</cx:pt>
          <cx:pt idx="4324">156.25999999999999</cx:pt>
          <cx:pt idx="4325">156.25999999999999</cx:pt>
          <cx:pt idx="4326">84.989999999999995</cx:pt>
          <cx:pt idx="4327">196.93000000000001</cx:pt>
          <cx:pt idx="4328">280.36000000000001</cx:pt>
          <cx:pt idx="4329">159.96000000000001</cx:pt>
          <cx:pt idx="4330">204.91</cx:pt>
          <cx:pt idx="4331">274.91000000000003</cx:pt>
          <cx:pt idx="4332">185.91</cx:pt>
          <cx:pt idx="4333">196.93000000000001</cx:pt>
          <cx:pt idx="4334">84.989999999999995</cx:pt>
          <cx:pt idx="4335">204.91</cx:pt>
          <cx:pt idx="4336">239</cx:pt>
          <cx:pt idx="4337">239</cx:pt>
          <cx:pt idx="4338">143.34999999999999</cx:pt>
          <cx:pt idx="4339">274.91000000000003</cx:pt>
          <cx:pt idx="4340">143.34999999999999</cx:pt>
          <cx:pt idx="4341">547.38</cx:pt>
          <cx:pt idx="4342">396.33999999999997</cx:pt>
          <cx:pt idx="4343">489.93000000000001</cx:pt>
          <cx:pt idx="4344">453.64999999999998</cx:pt>
          <cx:pt idx="4345">324.41000000000003</cx:pt>
          <cx:pt idx="4346">479.08999999999997</cx:pt>
          <cx:pt idx="4347">569.77999999999997</cx:pt>
          <cx:pt idx="4348">401.01999999999998</cx:pt>
          <cx:pt idx="4349">169.97999999999999</cx:pt>
          <cx:pt idx="4350">277.55000000000001</cx:pt>
          <cx:pt idx="4351">154.53999999999999</cx:pt>
          <cx:pt idx="4352">169.97999999999999</cx:pt>
          <cx:pt idx="4353">172.97</cx:pt>
          <cx:pt idx="4354">130.19</cx:pt>
          <cx:pt idx="4355">339.95999999999998</cx:pt>
          <cx:pt idx="4356">159.97999999999999</cx:pt>
          <cx:pt idx="4357">280.94999999999999</cx:pt>
          <cx:pt idx="4358">169.97999999999999</cx:pt>
          <cx:pt idx="4359">332.52999999999997</cx:pt>
          <cx:pt idx="4360">79.989999999999995</cx:pt>
          <cx:pt idx="4361">134.97999999999999</cx:pt>
          <cx:pt idx="4362">130.38</cx:pt>
          <cx:pt idx="4363">159.97999999999999</cx:pt>
          <cx:pt idx="4364">254.97</cx:pt>
          <cx:pt idx="4365">142.53999999999999</cx:pt>
          <cx:pt idx="4366">189.97</cx:pt>
          <cx:pt idx="4367">263.95999999999998</cx:pt>
          <cx:pt idx="4368">220.18000000000001</cx:pt>
          <cx:pt idx="4369">256.47000000000003</cx:pt>
          <cx:pt idx="4370">261.31</cx:pt>
          <cx:pt idx="4371">333.88999999999999</cx:pt>
          <cx:pt idx="4372">-65.989999999999995</cx:pt>
          <cx:pt idx="4373">68.930000000000007</cx:pt>
          <cx:pt idx="4374">164.52000000000001</cx:pt>
          <cx:pt idx="4375">267.93000000000001</cx:pt>
          <cx:pt idx="4376">189.93000000000001</cx:pt>
          <cx:pt idx="4377">235.88</cx:pt>
          <cx:pt idx="4378">84.680000000000007</cx:pt>
          <cx:pt idx="4379">203.24000000000001</cx:pt>
          <cx:pt idx="4380">79.849999999999994</cx:pt>
          <cx:pt idx="4381">209.28999999999999</cx:pt>
          <cx:pt idx="4382">341.16000000000003</cx:pt>
          <cx:pt idx="4383">159.69999999999999</cx:pt>
          <cx:pt idx="4384">239.53999999999999</cx:pt>
          <cx:pt idx="4385">215.59</cx:pt>
          <cx:pt idx="4386">-12.859999999999999</cx:pt>
          <cx:pt idx="4387">159.69999999999999</cx:pt>
          <cx:pt idx="4388">238.31</cx:pt>
          <cx:pt idx="4389">145.16</cx:pt>
          <cx:pt idx="4390">239.53999999999999</cx:pt>
          <cx:pt idx="4391">241.94999999999999</cx:pt>
          <cx:pt idx="4392">115.97</cx:pt>
          <cx:pt idx="4393">144.05000000000001</cx:pt>
          <cx:pt idx="4394">134.97</cx:pt>
          <cx:pt idx="4395">146.97</cx:pt>
          <cx:pt idx="4396">170.06999999999999</cx:pt>
          <cx:pt idx="4397">114.97</cx:pt>
          <cx:pt idx="4398">95.480000000000004</cx:pt>
          <cx:pt idx="4399">84.989999999999995</cx:pt>
          <cx:pt idx="4400">137.97999999999999</cx:pt>
          <cx:pt idx="4401">269.95999999999998</cx:pt>
          <cx:pt idx="4402">227.94999999999999</cx:pt>
          <cx:pt idx="4403">244.46000000000001</cx:pt>
          <cx:pt idx="4404">164.97</cx:pt>
          <cx:pt idx="4405">184.97</cx:pt>
          <cx:pt idx="4406">323.94999999999999</cx:pt>
          <cx:pt idx="4407">127.98</cx:pt>
          <cx:pt idx="4408">212.96000000000001</cx:pt>
          <cx:pt idx="4409">184.97</cx:pt>
          <cx:pt idx="4410">166.66</cx:pt>
          <cx:pt idx="4411">114.97</cx:pt>
          <cx:pt idx="4412">152.81999999999999</cx:pt>
          <cx:pt idx="4413">180.96000000000001</cx:pt>
          <cx:pt idx="4414">197.97</cx:pt>
          <cx:pt idx="4415">292.94999999999999</cx:pt>
          <cx:pt idx="4416">293.94999999999999</cx:pt>
          <cx:pt idx="4417">237.96000000000001</cx:pt>
          <cx:pt idx="4418">395.94</cx:pt>
          <cx:pt idx="4419">398.13999999999999</cx:pt>
          <cx:pt idx="4420">370.86000000000001</cx:pt>
          <cx:pt idx="4421">304.94999999999999</cx:pt>
          <cx:pt idx="4422">329.94999999999999</cx:pt>
          <cx:pt idx="4423">163.96000000000001</cx:pt>
          <cx:pt idx="4424">395.94</cx:pt>
          <cx:pt idx="4425">395.94</cx:pt>
          <cx:pt idx="4426">169.97999999999999</cx:pt>
          <cx:pt idx="4427">261.31999999999999</cx:pt>
          <cx:pt idx="4428">169.97999999999999</cx:pt>
          <cx:pt idx="4429">164.78999999999999</cx:pt>
          <cx:pt idx="4430">169.97999999999999</cx:pt>
          <cx:pt idx="4431">131.97999999999999</cx:pt>
          <cx:pt idx="4432">263.95999999999998</cx:pt>
          <cx:pt idx="4433">263.95999999999998</cx:pt>
          <cx:pt idx="4434">169.97999999999999</cx:pt>
          <cx:pt idx="4435">152.97999999999999</cx:pt>
          <cx:pt idx="4436">169.97999999999999</cx:pt>
          <cx:pt idx="4437">169.97999999999999</cx:pt>
          <cx:pt idx="4438">169.97999999999999</cx:pt>
          <cx:pt idx="4439">253.40000000000001</cx:pt>
          <cx:pt idx="4440">254.97</cx:pt>
          <cx:pt idx="4441">166.58000000000001</cx:pt>
          <cx:pt idx="4442">166.58000000000001</cx:pt>
          <cx:pt idx="4443">154.88</cx:pt>
          <cx:pt idx="4444">169.97999999999999</cx:pt>
          <cx:pt idx="4445">238.96000000000001</cx:pt>
          <cx:pt idx="4446">169.97999999999999</cx:pt>
          <cx:pt idx="4447">169.97999999999999</cx:pt>
          <cx:pt idx="4448">131.97999999999999</cx:pt>
          <cx:pt idx="4449">131.97999999999999</cx:pt>
          <cx:pt idx="4450">150.97</cx:pt>
          <cx:pt idx="4451">121.98</cx:pt>
          <cx:pt idx="4452">131.97999999999999</cx:pt>
          <cx:pt idx="4453">84.980000000000004</cx:pt>
          <cx:pt idx="4454">140.97</cx:pt>
          <cx:pt idx="4455">131.97999999999999</cx:pt>
          <cx:pt idx="4456">146.94</cx:pt>
          <cx:pt idx="4457">131.97999999999999</cx:pt>
          <cx:pt idx="4458">289.91000000000003</cx:pt>
          <cx:pt idx="4459">131.97999999999999</cx:pt>
          <cx:pt idx="4460">211.96000000000001</cx:pt>
          <cx:pt idx="4461">184.97</cx:pt>
          <cx:pt idx="4462">219.97</cx:pt>
          <cx:pt idx="4463">199.94</cx:pt>
          <cx:pt idx="4464">200.94999999999999</cx:pt>
          <cx:pt idx="4465">171.97</cx:pt>
          <cx:pt idx="4466">299.89999999999998</cx:pt>
          <cx:pt idx="4467">59.969999999999999</cx:pt>
          <cx:pt idx="4468">155.88</cx:pt>
          <cx:pt idx="4469">125.95999999999999</cx:pt>
          <cx:pt idx="4470">229.93000000000001</cx:pt>
          <cx:pt idx="4471">169.94999999999999</cx:pt>
          <cx:pt idx="4472">171.97</cx:pt>
          <cx:pt idx="4473">169.97999999999999</cx:pt>
          <cx:pt idx="4474">158.87</cx:pt>
          <cx:pt idx="4475">302.70999999999998</cx:pt>
          <cx:pt idx="4476">259.92000000000002</cx:pt>
          <cx:pt idx="4477">171.97</cx:pt>
          <cx:pt idx="4478">171.97</cx:pt>
          <cx:pt idx="4479">527.76999999999998</cx:pt>
          <cx:pt idx="4480">236.96000000000001</cx:pt>
          <cx:pt idx="4481">577.92999999999995</cx:pt>
          <cx:pt idx="4482">577.92999999999995</cx:pt>
          <cx:pt idx="4483">169.97999999999999</cx:pt>
          <cx:pt idx="4484">169.97999999999999</cx:pt>
          <cx:pt idx="4485">169.97999999999999</cx:pt>
          <cx:pt idx="4486">169.97999999999999</cx:pt>
          <cx:pt idx="4487">236.96000000000001</cx:pt>
          <cx:pt idx="4488">169.97999999999999</cx:pt>
          <cx:pt idx="4489">169.97999999999999</cx:pt>
          <cx:pt idx="4490">689.89999999999998</cx:pt>
          <cx:pt idx="4491">217.90000000000001</cx:pt>
          <cx:pt idx="4492">217.90000000000001</cx:pt>
          <cx:pt idx="4493">169.97999999999999</cx:pt>
          <cx:pt idx="4494">689.89999999999998</cx:pt>
          <cx:pt idx="4495">527.76999999999998</cx:pt>
          <cx:pt idx="4496">169.97999999999999</cx:pt>
          <cx:pt idx="4497">182.97</cx:pt>
          <cx:pt idx="4498">209.21000000000001</cx:pt>
          <cx:pt idx="4499">258.95999999999998</cx:pt>
          <cx:pt idx="4500">31.280000000000001</cx:pt>
          <cx:pt idx="4501">143.97999999999999</cx:pt>
          <cx:pt idx="4502">144.47999999999999</cx:pt>
          <cx:pt idx="4503">131.97999999999999</cx:pt>
          <cx:pt idx="4504">157.97</cx:pt>
          <cx:pt idx="4505">182.97</cx:pt>
          <cx:pt idx="4506">314.94999999999999</cx:pt>
          <cx:pt idx="4507">135.38999999999999</cx:pt>
          <cx:pt idx="4508">102.22</cx:pt>
          <cx:pt idx="4509">119.95</cx:pt>
          <cx:pt idx="4510">29.98</cx:pt>
          <cx:pt idx="4511">197.96000000000001</cx:pt>
          <cx:pt idx="4512">182.97</cx:pt>
          <cx:pt idx="4513">247.94999999999999</cx:pt>
          <cx:pt idx="4514">198.40000000000001</cx:pt>
          <cx:pt idx="4515">193.34999999999999</cx:pt>
          <cx:pt idx="4516">169.97999999999999</cx:pt>
          <cx:pt idx="4517">121.65000000000001</cx:pt>
          <cx:pt idx="4518">243.33000000000001</cx:pt>
          <cx:pt idx="4519">219.97</cx:pt>
          <cx:pt idx="4520">131.97999999999999</cx:pt>
          <cx:pt idx="4521">169.97999999999999</cx:pt>
          <cx:pt idx="4522">205.49000000000001</cx:pt>
          <cx:pt idx="4523">131.97999999999999</cx:pt>
          <cx:pt idx="4524">169.97999999999999</cx:pt>
          <cx:pt idx="4525">169.97999999999999</cx:pt>
          <cx:pt idx="4526">169.97999999999999</cx:pt>
          <cx:pt idx="4527">130.84999999999999</cx:pt>
          <cx:pt idx="4528">169.97999999999999</cx:pt>
          <cx:pt idx="4529">169.97999999999999</cx:pt>
          <cx:pt idx="4530">195.96000000000001</cx:pt>
          <cx:pt idx="4531">152.97999999999999</cx:pt>
          <cx:pt idx="4532">269.95999999999998</cx:pt>
          <cx:pt idx="4533">339.95999999999998</cx:pt>
          <cx:pt idx="4534">333.16000000000003</cx:pt>
          <cx:pt idx="4535">328.06</cx:pt>
          <cx:pt idx="4536">247.31999999999999</cx:pt>
          <cx:pt idx="4537">199.94</cx:pt>
          <cx:pt idx="4538">254.97</cx:pt>
          <cx:pt idx="4539">339.95999999999998</cx:pt>
          <cx:pt idx="4540">74.939999999999998</cx:pt>
          <cx:pt idx="4541">197.97</cx:pt>
          <cx:pt idx="4542">254.97</cx:pt>
          <cx:pt idx="4543">314.95999999999998</cx:pt>
          <cx:pt idx="4544">192.16</cx:pt>
          <cx:pt idx="4545">333.16000000000003</cx:pt>
          <cx:pt idx="4546">197.97</cx:pt>
          <cx:pt idx="4547">339.95999999999998</cx:pt>
          <cx:pt idx="4548">242.22</cx:pt>
          <cx:pt idx="4549">308.06999999999999</cx:pt>
          <cx:pt idx="4550">314.95999999999998</cx:pt>
          <cx:pt idx="4551">249.78999999999999</cx:pt>
          <cx:pt idx="4552">339.95999999999998</cx:pt>
          <cx:pt idx="4553">197.97</cx:pt>
          <cx:pt idx="4554">172.97</cx:pt>
          <cx:pt idx="4555">268.06</cx:pt>
          <cx:pt idx="4556">197.97</cx:pt>
          <cx:pt idx="4557">254.97</cx:pt>
          <cx:pt idx="4558">254.97</cx:pt>
          <cx:pt idx="4559">395.94</cx:pt>
          <cx:pt idx="4560">424.94999999999999</cx:pt>
          <cx:pt idx="4561">424.94999999999999</cx:pt>
          <cx:pt idx="4562">424.94999999999999</cx:pt>
          <cx:pt idx="4563">395.94</cx:pt>
          <cx:pt idx="4564">416.44999999999999</cx:pt>
          <cx:pt idx="4565">299.94999999999999</cx:pt>
          <cx:pt idx="4566">424.94999999999999</cx:pt>
          <cx:pt idx="4567">299.94999999999999</cx:pt>
          <cx:pt idx="4568">377.19999999999999</cx:pt>
          <cx:pt idx="4569">377.19999999999999</cx:pt>
          <cx:pt idx="4570">420.93000000000001</cx:pt>
          <cx:pt idx="4571">417.69</cx:pt>
          <cx:pt idx="4572">416.44999999999999</cx:pt>
          <cx:pt idx="4573">420.93000000000001</cx:pt>
          <cx:pt idx="4574">417.69</cx:pt>
          <cx:pt idx="4575">349.63999999999999</cx:pt>
          <cx:pt idx="4576">339.95999999999998</cx:pt>
          <cx:pt idx="4577">389.94999999999999</cx:pt>
          <cx:pt idx="4578">378.82999999999998</cx:pt>
          <cx:pt idx="4579">305.95999999999998</cx:pt>
          <cx:pt idx="4580">293.06</cx:pt>
          <cx:pt idx="4581">288.94999999999999</cx:pt>
          <cx:pt idx="4582">360.94999999999999</cx:pt>
          <cx:pt idx="4583">339.95999999999998</cx:pt>
          <cx:pt idx="4584">339.95999999999998</cx:pt>
          <cx:pt idx="4585">263.95999999999998</cx:pt>
          <cx:pt idx="4586">339.95999999999998</cx:pt>
          <cx:pt idx="4587">263.95999999999998</cx:pt>
          <cx:pt idx="4588">243.24000000000001</cx:pt>
          <cx:pt idx="4589">327.94</cx:pt>
          <cx:pt idx="4590">389.94999999999999</cx:pt>
          <cx:pt idx="4591">334.86000000000001</cx:pt>
          <cx:pt idx="4592">254.97</cx:pt>
          <cx:pt idx="4593">249.87</cx:pt>
          <cx:pt idx="4594">254.97</cx:pt>
          <cx:pt idx="4595">142.16</cx:pt>
          <cx:pt idx="4596">239.96000000000001</cx:pt>
          <cx:pt idx="4597">322.16000000000003</cx:pt>
          <cx:pt idx="4598">339.95999999999998</cx:pt>
          <cx:pt idx="4599">284.94999999999999</cx:pt>
          <cx:pt idx="4600">73.969999999999999</cx:pt>
          <cx:pt idx="4601">339.95999999999998</cx:pt>
          <cx:pt idx="4602">240.44999999999999</cx:pt>
          <cx:pt idx="4603">327.36000000000001</cx:pt>
          <cx:pt idx="4604">254.97</cx:pt>
          <cx:pt idx="4605">131.97999999999999</cx:pt>
          <cx:pt idx="4606">224.02000000000001</cx:pt>
          <cx:pt idx="4607">254.97</cx:pt>
          <cx:pt idx="4608">339.95999999999998</cx:pt>
          <cx:pt idx="4609">178.16999999999999</cx:pt>
          <cx:pt idx="4610">323.74000000000001</cx:pt>
          <cx:pt idx="4611">254.97</cx:pt>
          <cx:pt idx="4612">246.58000000000001</cx:pt>
          <cx:pt idx="4613">244.16999999999999</cx:pt>
          <cx:pt idx="4614">254.97</cx:pt>
          <cx:pt idx="4615">105.95999999999999</cx:pt>
          <cx:pt idx="4616">229.47</cx:pt>
          <cx:pt idx="4617">197.97</cx:pt>
          <cx:pt idx="4618">197.97</cx:pt>
          <cx:pt idx="4619">172.97</cx:pt>
          <cx:pt idx="4620">254.97</cx:pt>
          <cx:pt idx="4621">131.97999999999999</cx:pt>
          <cx:pt idx="4622">132.16</cx:pt>
          <cx:pt idx="4623">130.66</cx:pt>
          <cx:pt idx="4624">122.16</cx:pt>
          <cx:pt idx="4625">132.16</cx:pt>
          <cx:pt idx="4626">132.16</cx:pt>
          <cx:pt idx="4627">132.41999999999999</cx:pt>
          <cx:pt idx="4628">122.59</cx:pt>
          <cx:pt idx="4629">132.16</cx:pt>
          <cx:pt idx="4630">95.150000000000006</cx:pt>
          <cx:pt idx="4631">131.88</cx:pt>
          <cx:pt idx="4632">104.66</cx:pt>
          <cx:pt idx="4633">148.47</cx:pt>
          <cx:pt idx="4634">132.16</cx:pt>
          <cx:pt idx="4635">132.16</cx:pt>
          <cx:pt idx="4636">130.66</cx:pt>
          <cx:pt idx="4637">132.16</cx:pt>
          <cx:pt idx="4638">131.97999999999999</cx:pt>
          <cx:pt idx="4639">118.76000000000001</cx:pt>
          <cx:pt idx="4640">132.16</cx:pt>
          <cx:pt idx="4641">131.97999999999999</cx:pt>
          <cx:pt idx="4642">132.16</cx:pt>
          <cx:pt idx="4643">133.47999999999999</cx:pt>
          <cx:pt idx="4644">133.47999999999999</cx:pt>
          <cx:pt idx="4645">131.97999999999999</cx:pt>
          <cx:pt idx="4646">132.16</cx:pt>
          <cx:pt idx="4647">130.66</cx:pt>
          <cx:pt idx="4648">132.16</cx:pt>
          <cx:pt idx="4649">130.66</cx:pt>
          <cx:pt idx="4650">122.16</cx:pt>
          <cx:pt idx="4651">132.16</cx:pt>
          <cx:pt idx="4652">615.77999999999997</cx:pt>
          <cx:pt idx="4653">359.31999999999999</cx:pt>
          <cx:pt idx="4654">342.37</cx:pt>
          <cx:pt idx="4655">353.25</cx:pt>
          <cx:pt idx="4656">495.26999999999998</cx:pt>
          <cx:pt idx="4657">342.37</cx:pt>
          <cx:pt idx="4658">525.03999999999996</cx:pt>
          <cx:pt idx="4659">321.79000000000002</cx:pt>
          <cx:pt idx="4660">479.08999999999997</cx:pt>
          <cx:pt idx="4661">399.24000000000001</cx:pt>
          <cx:pt idx="4662">131.97999999999999</cx:pt>
          <cx:pt idx="4663">131.97999999999999</cx:pt>
          <cx:pt idx="4664">131.97999999999999</cx:pt>
          <cx:pt idx="4665">129.19999999999999</cx:pt>
          <cx:pt idx="4666">130.66</cx:pt>
          <cx:pt idx="4667">120.66</cx:pt>
          <cx:pt idx="4668">129.19</cx:pt>
          <cx:pt idx="4669">131.97999999999999</cx:pt>
          <cx:pt idx="4670">125.98</cx:pt>
          <cx:pt idx="4671">164.59</cx:pt>
          <cx:pt idx="4672">131.97999999999999</cx:pt>
          <cx:pt idx="4673">145.65000000000001</cx:pt>
          <cx:pt idx="4674">129.34</cx:pt>
          <cx:pt idx="4675">112.18000000000001</cx:pt>
          <cx:pt idx="4676">55.979999999999997</cx:pt>
          <cx:pt idx="4677">126.98</cx:pt>
          <cx:pt idx="4678">131.97999999999999</cx:pt>
          <cx:pt idx="4679">131.97999999999999</cx:pt>
          <cx:pt idx="4680">128.84</cx:pt>
          <cx:pt idx="4681">128.68000000000001</cx:pt>
          <cx:pt idx="4682">131.97999999999999</cx:pt>
          <cx:pt idx="4683">172.97</cx:pt>
          <cx:pt idx="4684">130.66</cx:pt>
          <cx:pt idx="4685">129.34</cx:pt>
          <cx:pt idx="4686">126.97</cx:pt>
          <cx:pt idx="4687">129.34</cx:pt>
          <cx:pt idx="4688">628.96000000000004</cx:pt>
          <cx:pt idx="4689">628.96000000000004</cx:pt>
          <cx:pt idx="4690">314.48000000000002</cx:pt>
          <cx:pt idx="4691">392.77999999999997</cx:pt>
          <cx:pt idx="4692">622.66999999999996</cx:pt>
          <cx:pt idx="4693">628.96000000000004</cx:pt>
          <cx:pt idx="4694">610.08000000000004</cx:pt>
          <cx:pt idx="4695">308.19999999999999</cx:pt>
          <cx:pt idx="4696">628.96000000000004</cx:pt>
          <cx:pt idx="4697">345.93000000000001</cx:pt>
          <cx:pt idx="4698">84.989999999999995</cx:pt>
          <cx:pt idx="4699">323.94</cx:pt>
          <cx:pt idx="4700">339.75</cx:pt>
          <cx:pt idx="4701">339.75</cx:pt>
          <cx:pt idx="4702">358.13999999999999</cx:pt>
          <cx:pt idx="4703">273.95999999999998</cx:pt>
          <cx:pt idx="4704">84.989999999999995</cx:pt>
          <cx:pt idx="4705">377.81999999999999</cx:pt>
          <cx:pt idx="4706">273.95999999999998</cx:pt>
          <cx:pt idx="4707">377.81999999999999</cx:pt>
          <cx:pt idx="4708">358.13999999999999</cx:pt>
          <cx:pt idx="4709">207.96000000000001</cx:pt>
          <cx:pt idx="4710">207.96000000000001</cx:pt>
          <cx:pt idx="4711">323.94</cx:pt>
          <cx:pt idx="4712">192.66</cx:pt>
          <cx:pt idx="4713">207.96000000000001</cx:pt>
          <cx:pt idx="4714">358.94999999999999</cx:pt>
          <cx:pt idx="4715">192.66</cx:pt>
          <cx:pt idx="4716">273.95999999999998</cx:pt>
          <cx:pt idx="4717">207.96000000000001</cx:pt>
          <cx:pt idx="4718">248.90000000000001</cx:pt>
          <cx:pt idx="4719">248.90000000000001</cx:pt>
          <cx:pt idx="4720">358.94999999999999</cx:pt>
          <cx:pt idx="4721">273.95999999999998</cx:pt>
          <cx:pt idx="4722">193.55000000000001</cx:pt>
          <cx:pt idx="4723">1.2</cx:pt>
          <cx:pt idx="4724">193.55000000000001</cx:pt>
          <cx:pt idx="4725">164.52000000000001</cx:pt>
          <cx:pt idx="4726">1.2</cx:pt>
          <cx:pt idx="4727">128.22</cx:pt>
          <cx:pt idx="4728">212.91</cx:pt>
          <cx:pt idx="4729">212.31</cx:pt>
          <cx:pt idx="4730">1.2</cx:pt>
          <cx:pt idx="4731">193.55000000000001</cx:pt>
          <cx:pt idx="4732">1.2</cx:pt>
          <cx:pt idx="4733">193.55000000000001</cx:pt>
          <cx:pt idx="4734">27.120000000000001</cx:pt>
          <cx:pt idx="4735">1.2</cx:pt>
          <cx:pt idx="4736">193.55000000000001</cx:pt>
          <cx:pt idx="4737">193.55000000000001</cx:pt>
          <cx:pt idx="4738">181.91</cx:pt>
          <cx:pt idx="4739">96.75</cx:pt>
          <cx:pt idx="4740">133.05000000000001</cx:pt>
          <cx:pt idx="4741">169.34999999999999</cx:pt>
          <cx:pt idx="4742">131.97999999999999</cx:pt>
          <cx:pt idx="4743">169.97999999999999</cx:pt>
          <cx:pt idx="4744">131.97999999999999</cx:pt>
          <cx:pt idx="4745">169.97999999999999</cx:pt>
          <cx:pt idx="4746">131.97999999999999</cx:pt>
          <cx:pt idx="4747">169.97999999999999</cx:pt>
          <cx:pt idx="4748">188.97</cx:pt>
          <cx:pt idx="4749">163.18000000000001</cx:pt>
          <cx:pt idx="4750">140.18000000000001</cx:pt>
          <cx:pt idx="4751">143.44999999999999</cx:pt>
          <cx:pt idx="4752">103.98</cx:pt>
          <cx:pt idx="4753">131.97999999999999</cx:pt>
          <cx:pt idx="4754">126.7</cx:pt>
          <cx:pt idx="4755">159.97999999999999</cx:pt>
          <cx:pt idx="4756">169.97999999999999</cx:pt>
          <cx:pt idx="4757">169.97999999999999</cx:pt>
          <cx:pt idx="4758">169.97999999999999</cx:pt>
          <cx:pt idx="4759">121.98</cx:pt>
          <cx:pt idx="4760">188.97</cx:pt>
          <cx:pt idx="4761">163.44</cx:pt>
          <cx:pt idx="4762">169.97999999999999</cx:pt>
          <cx:pt idx="4763">163</cx:pt>
          <cx:pt idx="4764">169.97999999999999</cx:pt>
          <cx:pt idx="4765">169.97999999999999</cx:pt>
          <cx:pt idx="4766">169.97999999999999</cx:pt>
          <cx:pt idx="4767">169.97999999999999</cx:pt>
          <cx:pt idx="4768">161.94999999999999</cx:pt>
          <cx:pt idx="4769">254.97</cx:pt>
          <cx:pt idx="4770">254.97</cx:pt>
          <cx:pt idx="4771">254.97</cx:pt>
          <cx:pt idx="4772">254.97</cx:pt>
          <cx:pt idx="4773">197.97</cx:pt>
          <cx:pt idx="4774">172.97</cx:pt>
          <cx:pt idx="4775">254.97</cx:pt>
          <cx:pt idx="4776">197.97</cx:pt>
          <cx:pt idx="4777">229.97</cx:pt>
          <cx:pt idx="4778">254.97</cx:pt>
          <cx:pt idx="4779">254.97</cx:pt>
          <cx:pt idx="4780">200.18000000000001</cx:pt>
          <cx:pt idx="4781">197.97</cx:pt>
          <cx:pt idx="4782">254.97</cx:pt>
          <cx:pt idx="4783">254.97</cx:pt>
          <cx:pt idx="4784">254.97</cx:pt>
          <cx:pt idx="4785">254.97</cx:pt>
          <cx:pt idx="4786">169.97999999999999</cx:pt>
          <cx:pt idx="4787">153.16999999999999</cx:pt>
          <cx:pt idx="4788">197.97</cx:pt>
          <cx:pt idx="4789">197.97</cx:pt>
          <cx:pt idx="4790">197.97</cx:pt>
          <cx:pt idx="4791">254.97</cx:pt>
          <cx:pt idx="4792">113.48</cx:pt>
          <cx:pt idx="4793">65.989999999999995</cx:pt>
          <cx:pt idx="4794">131.97999999999999</cx:pt>
          <cx:pt idx="4795">83.980000000000004</cx:pt>
          <cx:pt idx="4796">103.98</cx:pt>
          <cx:pt idx="4797">131.97999999999999</cx:pt>
          <cx:pt idx="4798">131.97999999999999</cx:pt>
          <cx:pt idx="4799">137.08000000000001</cx:pt>
          <cx:pt idx="4800">83.980000000000004</cx:pt>
          <cx:pt idx="4801">131.97999999999999</cx:pt>
          <cx:pt idx="4802">131.97999999999999</cx:pt>
          <cx:pt idx="4803">131.97999999999999</cx:pt>
          <cx:pt idx="4804">118.78</cx:pt>
          <cx:pt idx="4805">131.97999999999999</cx:pt>
          <cx:pt idx="4806">83.980000000000004</cx:pt>
          <cx:pt idx="4807">131.97999999999999</cx:pt>
          <cx:pt idx="4808">131.97999999999999</cx:pt>
          <cx:pt idx="4809">131.97999999999999</cx:pt>
          <cx:pt idx="4810">83.980000000000004</cx:pt>
          <cx:pt idx="4811">110.98</cx:pt>
          <cx:pt idx="4812">131.97999999999999</cx:pt>
          <cx:pt idx="4813">83.980000000000004</cx:pt>
          <cx:pt idx="4814">131.97999999999999</cx:pt>
          <cx:pt idx="4815">108.78</cx:pt>
          <cx:pt idx="4816">110.98</cx:pt>
          <cx:pt idx="4817">109.98</cx:pt>
          <cx:pt idx="4818">79.980000000000004</cx:pt>
          <cx:pt idx="4819">110.98</cx:pt>
          <cx:pt idx="4820">131.97999999999999</cx:pt>
          <cx:pt idx="4821">131.97999999999999</cx:pt>
          <cx:pt idx="4822">75.790000000000006</cx:pt>
          <cx:pt idx="4823">158.97</cx:pt>
          <cx:pt idx="4824">131.97999999999999</cx:pt>
          <cx:pt idx="4825">121.98</cx:pt>
          <cx:pt idx="4826">141.96000000000001</cx:pt>
          <cx:pt idx="4827">131.97999999999999</cx:pt>
          <cx:pt idx="4828">103.98</cx:pt>
          <cx:pt idx="4829">149.97</cx:pt>
          <cx:pt idx="4830">62.979999999999997</cx:pt>
          <cx:pt idx="4831">131.97999999999999</cx:pt>
          <cx:pt idx="4832">131.97999999999999</cx:pt>
          <cx:pt idx="4833">141.03999999999999</cx:pt>
          <cx:pt idx="4834">254.97</cx:pt>
          <cx:pt idx="4835">169.97999999999999</cx:pt>
          <cx:pt idx="4836">204.97</cx:pt>
          <cx:pt idx="4837">172.97</cx:pt>
          <cx:pt idx="4838">201.96000000000001</cx:pt>
          <cx:pt idx="4839">166.97</cx:pt>
          <cx:pt idx="4840">189.97</cx:pt>
          <cx:pt idx="4841">157.91</cx:pt>
          <cx:pt idx="4842">169.97999999999999</cx:pt>
          <cx:pt idx="4843">204.97</cx:pt>
          <cx:pt idx="4844">166.97</cx:pt>
          <cx:pt idx="4845">254.97</cx:pt>
          <cx:pt idx="4846">182.66</cx:pt>
          <cx:pt idx="4847">169.97999999999999</cx:pt>
          <cx:pt idx="4848">199.97</cx:pt>
          <cx:pt idx="4849">145.06999999999999</cx:pt>
          <cx:pt idx="4850">259.94999999999999</cx:pt>
          <cx:pt idx="4851">169.97999999999999</cx:pt>
          <cx:pt idx="4852">187.97</cx:pt>
          <cx:pt idx="4853">162.97</cx:pt>
          <cx:pt idx="4854">216.72</cx:pt>
          <cx:pt idx="4855">219.50999999999999</cx:pt>
          <cx:pt idx="4856">278.91000000000003</cx:pt>
          <cx:pt idx="4857">160.96000000000001</cx:pt>
          <cx:pt idx="4858">84.980000000000004</cx:pt>
          <cx:pt idx="4859">254.97</cx:pt>
          <cx:pt idx="4860">169.97999999999999</cx:pt>
          <cx:pt idx="4861">239.91999999999999</cx:pt>
          <cx:pt idx="4862">216.93000000000001</cx:pt>
          <cx:pt idx="4863">238.97</cx:pt>
          <cx:pt idx="4864">223.91999999999999</cx:pt>
          <cx:pt idx="4865">127.98999999999999</cx:pt>
          <cx:pt idx="4866">79.980000000000004</cx:pt>
          <cx:pt idx="4867">239.91999999999999</cx:pt>
          <cx:pt idx="4868">269.91000000000003</cx:pt>
          <cx:pt idx="4869">239.91999999999999</cx:pt>
          <cx:pt idx="4870">247.91999999999999</cx:pt>
          <cx:pt idx="4871">169.97999999999999</cx:pt>
          <cx:pt idx="4872">239.91999999999999</cx:pt>
          <cx:pt idx="4873">239.91999999999999</cx:pt>
          <cx:pt idx="4874">278.91000000000003</cx:pt>
          <cx:pt idx="4875">169.97999999999999</cx:pt>
          <cx:pt idx="4876">239.91999999999999</cx:pt>
          <cx:pt idx="4877">254.97</cx:pt>
          <cx:pt idx="4878">159.97999999999999</cx:pt>
          <cx:pt idx="4879">224.97</cx:pt>
          <cx:pt idx="4880">169.97999999999999</cx:pt>
          <cx:pt idx="4881">169.97999999999999</cx:pt>
          <cx:pt idx="4882">169.97999999999999</cx:pt>
          <cx:pt idx="4883">111.98</cx:pt>
          <cx:pt idx="4884">169.97999999999999</cx:pt>
          <cx:pt idx="4885">-169.97999999999999</cx:pt>
          <cx:pt idx="4886">165.56999999999999</cx:pt>
          <cx:pt idx="4887">161.96000000000001</cx:pt>
          <cx:pt idx="4888">129.59999999999999</cx:pt>
          <cx:pt idx="4889">159.18000000000001</cx:pt>
          <cx:pt idx="4890">158.96000000000001</cx:pt>
          <cx:pt idx="4891">131.97999999999999</cx:pt>
          <cx:pt idx="4892">-169.97999999999999</cx:pt>
          <cx:pt idx="4893">169.97999999999999</cx:pt>
          <cx:pt idx="4894">169.97999999999999</cx:pt>
          <cx:pt idx="4895">152.97999999999999</cx:pt>
          <cx:pt idx="4896">169.97999999999999</cx:pt>
          <cx:pt idx="4897">131.97999999999999</cx:pt>
          <cx:pt idx="4898">169.97999999999999</cx:pt>
          <cx:pt idx="4899">169.97999999999999</cx:pt>
          <cx:pt idx="4900">169.97999999999999</cx:pt>
          <cx:pt idx="4901">112.97</cx:pt>
          <cx:pt idx="4902">169.97999999999999</cx:pt>
          <cx:pt idx="4903">131.97999999999999</cx:pt>
          <cx:pt idx="4904">59.990000000000002</cx:pt>
          <cx:pt idx="4905">159.97999999999999</cx:pt>
          <cx:pt idx="4906">169.97999999999999</cx:pt>
          <cx:pt idx="4907">137.97999999999999</cx:pt>
          <cx:pt idx="4908">283.95999999999998</cx:pt>
          <cx:pt idx="4909">131.97999999999999</cx:pt>
          <cx:pt idx="4910">229.97</cx:pt>
          <cx:pt idx="4911">131.97999999999999</cx:pt>
          <cx:pt idx="4912">229.96000000000001</cx:pt>
          <cx:pt idx="4913">189.93000000000001</cx:pt>
          <cx:pt idx="4914">156.18000000000001</cx:pt>
          <cx:pt idx="4915">147.11000000000001</cx:pt>
          <cx:pt idx="4916">95.180000000000007</cx:pt>
          <cx:pt idx="4917">229.96000000000001</cx:pt>
          <cx:pt idx="4918">147.11000000000001</cx:pt>
          <cx:pt idx="4919">-2.2799999999999998</cx:pt>
          <cx:pt idx="4920">-130</cx:pt>
          <cx:pt idx="4921">155.97</cx:pt>
          <cx:pt idx="4922">155.97</cx:pt>
          <cx:pt idx="4923">157.30000000000001</cx:pt>
          <cx:pt idx="4924">157.30000000000001</cx:pt>
          <cx:pt idx="4925">244.40000000000001</cx:pt>
          <cx:pt idx="4926">78.590000000000003</cx:pt>
          <cx:pt idx="4927">244.40000000000001</cx:pt>
          <cx:pt idx="4928">95.180000000000007</cx:pt>
          <cx:pt idx="4929">78.590000000000003</cx:pt>
          <cx:pt idx="4930">184.47</cx:pt>
          <cx:pt idx="4931">137.94999999999999</cx:pt>
          <cx:pt idx="4932">-2.2799999999999998</cx:pt>
          <cx:pt idx="4933">137.94999999999999</cx:pt>
          <cx:pt idx="4934">247.94999999999999</cx:pt>
          <cx:pt idx="4935">240.34999999999999</cx:pt>
          <cx:pt idx="4936">-130</cx:pt>
          <cx:pt idx="4937">240.34999999999999</cx:pt>
          <cx:pt idx="4938">247.94999999999999</cx:pt>
          <cx:pt idx="4939">121.98</cx:pt>
          <cx:pt idx="4940">156.18000000000001</cx:pt>
          <cx:pt idx="4941">189.93000000000001</cx:pt>
          <cx:pt idx="4942">659.89999999999998</cx:pt>
          <cx:pt idx="4943">659.89999999999998</cx:pt>
          <cx:pt idx="4944">144.97</cx:pt>
          <cx:pt idx="4945">144.97</cx:pt>
          <cx:pt idx="4946">131.97999999999999</cx:pt>
          <cx:pt idx="4947">189.83000000000001</cx:pt>
          <cx:pt idx="4948">118.97</cx:pt>
          <cx:pt idx="4949">118.97</cx:pt>
          <cx:pt idx="4950">189.83000000000001</cx:pt>
          <cx:pt idx="4951">121.98</cx:pt>
          <cx:pt idx="4952">184.47</cx:pt>
          <cx:pt idx="4953">159.69999999999999</cx:pt>
          <cx:pt idx="4954">168.72999999999999</cx:pt>
          <cx:pt idx="4955">168.72999999999999</cx:pt>
          <cx:pt idx="4956">121.98</cx:pt>
          <cx:pt idx="4957">159.69999999999999</cx:pt>
          <cx:pt idx="4958">131.97999999999999</cx:pt>
          <cx:pt idx="4959">121.98</cx:pt>
          <cx:pt idx="4960">127.88</cx:pt>
          <cx:pt idx="4961">127.88</cx:pt>
          <cx:pt idx="4962">267.44</cx:pt>
          <cx:pt idx="4963">90.069999999999993</cx:pt>
          <cx:pt idx="4964">199.96000000000001</cx:pt>
          <cx:pt idx="4965">65.989999999999995</cx:pt>
          <cx:pt idx="4966">197.97</cx:pt>
          <cx:pt idx="4967">95.969999999999999</cx:pt>
          <cx:pt idx="4968">60.979999999999997</cx:pt>
          <cx:pt idx="4969">79.980000000000004</cx:pt>
          <cx:pt idx="4970">207.78</cx:pt>
          <cx:pt idx="4971">65.989999999999995</cx:pt>
          <cx:pt idx="4972">131.97999999999999</cx:pt>
          <cx:pt idx="4973">60.979999999999997</cx:pt>
          <cx:pt idx="4974">53.979999999999997</cx:pt>
          <cx:pt idx="4975">74.769999999999996</cx:pt>
          <cx:pt idx="4976">99.980000000000004</cx:pt>
          <cx:pt idx="4977">185.94999999999999</cx:pt>
          <cx:pt idx="4978">82.310000000000002</cx:pt>
          <cx:pt idx="4979">264.94</cx:pt>
          <cx:pt idx="4980">252.40000000000001</cx:pt>
          <cx:pt idx="4981">527.91999999999996</cx:pt>
          <cx:pt idx="4982">-81.590000000000003</cx:pt>
          <cx:pt idx="4983">408.93000000000001</cx:pt>
          <cx:pt idx="4984">531.90999999999997</cx:pt>
          <cx:pt idx="4985">329.94999999999999</cx:pt>
          <cx:pt idx="4986">339.95999999999998</cx:pt>
          <cx:pt idx="4987">584.90999999999997</cx:pt>
          <cx:pt idx="4988">603.88999999999999</cx:pt>
          <cx:pt idx="4989">-78.280000000000001</cx:pt>
          <cx:pt idx="4990">521.89999999999998</cx:pt>
          <cx:pt idx="4991">527.91999999999996</cx:pt>
          <cx:pt idx="4992">51.280000000000001</cx:pt>
          <cx:pt idx="4993">339.95999999999998</cx:pt>
          <cx:pt idx="4994">543.88</cx:pt>
          <cx:pt idx="4995">-1.3</cx:pt>
          <cx:pt idx="4996">339.95999999999998</cx:pt>
          <cx:pt idx="4997">224.30000000000001</cx:pt>
          <cx:pt idx="4998">284.94999999999999</cx:pt>
          <cx:pt idx="4999">292.45999999999998</cx:pt>
          <cx:pt idx="5000">226.44999999999999</cx:pt>
          <cx:pt idx="5001">369.94</cx:pt>
          <cx:pt idx="5002">269.30000000000001</cx:pt>
          <cx:pt idx="5003">256.98000000000002</cx:pt>
          <cx:pt idx="5004">383.88999999999999</cx:pt>
          <cx:pt idx="5005">326.43000000000001</cx:pt>
          <cx:pt idx="5006">147.69</cx:pt>
          <cx:pt idx="5007">164.03</cx:pt>
          <cx:pt idx="5008">261.24000000000001</cx:pt>
          <cx:pt idx="5009">302.13</cx:pt>
          <cx:pt idx="5010">184.97</cx:pt>
          <cx:pt idx="5011">174.97</cx:pt>
          <cx:pt idx="5012">184.97</cx:pt>
          <cx:pt idx="5013">184.97</cx:pt>
          <cx:pt idx="5014">158.69999999999999</cx:pt>
          <cx:pt idx="5015">146.97</cx:pt>
          <cx:pt idx="5016">171.74000000000001</cx:pt>
          <cx:pt idx="5017">84.989999999999995</cx:pt>
          <cx:pt idx="5018">184.97</cx:pt>
          <cx:pt idx="5019">146.97</cx:pt>
          <cx:pt idx="5020">184.97</cx:pt>
          <cx:pt idx="5021">184.97</cx:pt>
          <cx:pt idx="5022">186.96000000000001</cx:pt>
          <cx:pt idx="5023">171.77000000000001</cx:pt>
          <cx:pt idx="5024">260.70999999999998</cx:pt>
          <cx:pt idx="5025">269.95999999999998</cx:pt>
          <cx:pt idx="5026">184.97</cx:pt>
          <cx:pt idx="5027">136.97</cx:pt>
          <cx:pt idx="5028">184.97</cx:pt>
          <cx:pt idx="5029">184.97</cx:pt>
          <cx:pt idx="5030">168.97</cx:pt>
          <cx:pt idx="5031">184.97</cx:pt>
          <cx:pt idx="5032">184.97</cx:pt>
          <cx:pt idx="5033">184.97</cx:pt>
          <cx:pt idx="5034">184.97</cx:pt>
          <cx:pt idx="5035">184.97</cx:pt>
          <cx:pt idx="5036">146.97</cx:pt>
          <cx:pt idx="5037">105.98</cx:pt>
          <cx:pt idx="5038">184.97</cx:pt>
          <cx:pt idx="5039">136.97</cx:pt>
          <cx:pt idx="5040">184.97</cx:pt>
          <cx:pt idx="5041">184.97</cx:pt>
          <cx:pt idx="5042">184.97</cx:pt>
          <cx:pt idx="5043">144.96000000000001</cx:pt>
          <cx:pt idx="5044">184.97</cx:pt>
          <cx:pt idx="5045">132.06999999999999</cx:pt>
          <cx:pt idx="5046">258.51999999999998</cx:pt>
          <cx:pt idx="5047">119.95999999999999</cx:pt>
          <cx:pt idx="5048">339.95999999999998</cx:pt>
          <cx:pt idx="5049">339.94999999999999</cx:pt>
          <cx:pt idx="5050">172.97</cx:pt>
          <cx:pt idx="5051">166.37</cx:pt>
          <cx:pt idx="5052">172.97</cx:pt>
          <cx:pt idx="5053">172.97</cx:pt>
          <cx:pt idx="5054">339.95999999999998</cx:pt>
          <cx:pt idx="5055">309.44</cx:pt>
          <cx:pt idx="5056">339.95999999999998</cx:pt>
          <cx:pt idx="5057">541.15999999999997</cx:pt>
          <cx:pt idx="5058">239.91999999999999</cx:pt>
          <cx:pt idx="5059">169.97999999999999</cx:pt>
          <cx:pt idx="5060">432.48000000000002</cx:pt>
          <cx:pt idx="5061">168.28</cx:pt>
          <cx:pt idx="5062">169.97999999999999</cx:pt>
          <cx:pt idx="5063">130</cx:pt>
          <cx:pt idx="5064">125.38</cx:pt>
          <cx:pt idx="5065">164.88</cx:pt>
          <cx:pt idx="5066">129.34</cx:pt>
          <cx:pt idx="5067">131.97999999999999</cx:pt>
          <cx:pt idx="5068">168.28</cx:pt>
          <cx:pt idx="5069">108.78</cx:pt>
          <cx:pt idx="5070">163.28</cx:pt>
          <cx:pt idx="5071">169.97999999999999</cx:pt>
          <cx:pt idx="5072">169.97999999999999</cx:pt>
          <cx:pt idx="5073">169.97999999999999</cx:pt>
          <cx:pt idx="5074">166.58000000000001</cx:pt>
          <cx:pt idx="5075">118.98999999999999</cx:pt>
          <cx:pt idx="5076">169.97999999999999</cx:pt>
          <cx:pt idx="5077">114.3</cx:pt>
          <cx:pt idx="5078">168.78</cx:pt>
          <cx:pt idx="5079">152.97999999999999</cx:pt>
          <cx:pt idx="5080">165.38</cx:pt>
          <cx:pt idx="5081">168.28</cx:pt>
          <cx:pt idx="5082">98.859999999999999</cx:pt>
          <cx:pt idx="5083">108.28</cx:pt>
          <cx:pt idx="5084">158.97999999999999</cx:pt>
          <cx:pt idx="5085">206.53</cx:pt>
          <cx:pt idx="5086">169.97999999999999</cx:pt>
          <cx:pt idx="5087">295.95999999999998</cx:pt>
          <cx:pt idx="5088">254.97</cx:pt>
          <cx:pt idx="5089">353.94999999999999</cx:pt>
          <cx:pt idx="5090">579.89999999999998</cx:pt>
          <cx:pt idx="5091">131.97999999999999</cx:pt>
          <cx:pt idx="5092">110.09</cx:pt>
          <cx:pt idx="5093">169.97999999999999</cx:pt>
          <cx:pt idx="5094">249.72999999999999</cx:pt>
          <cx:pt idx="5095">232.63999999999999</cx:pt>
          <cx:pt idx="5096">559.63</cx:pt>
          <cx:pt idx="5097">199.96000000000001</cx:pt>
          <cx:pt idx="5098">254.97</cx:pt>
          <cx:pt idx="5099">162.09999999999999</cx:pt>
          <cx:pt idx="5100">164.28999999999999</cx:pt>
          <cx:pt idx="5101">427.89999999999998</cx:pt>
          <cx:pt idx="5102">546.22000000000003</cx:pt>
          <cx:pt idx="5103">258.54000000000002</cx:pt>
          <cx:pt idx="5104">119.95999999999999</cx:pt>
          <cx:pt idx="5105">299.95999999999998</cx:pt>
          <cx:pt idx="5106">151.09</cx:pt>
          <cx:pt idx="5107">89.969999999999999</cx:pt>
          <cx:pt idx="5108">268.95999999999998</cx:pt>
          <cx:pt idx="5109">268.95999999999998</cx:pt>
          <cx:pt idx="5110">164.31999999999999</cx:pt>
          <cx:pt idx="5111">241.90000000000001</cx:pt>
          <cx:pt idx="5112">319.91000000000003</cx:pt>
          <cx:pt idx="5113">422.88999999999999</cx:pt>
          <cx:pt idx="5114">189.24000000000001</cx:pt>
          <cx:pt idx="5115">300.36000000000001</cx:pt>
          <cx:pt idx="5116">155.97999999999999</cx:pt>
          <cx:pt idx="5117">381.75</cx:pt>
          <cx:pt idx="5118">279.93000000000001</cx:pt>
          <cx:pt idx="5119">395.92000000000002</cx:pt>
          <cx:pt idx="5120">172.97</cx:pt>
          <cx:pt idx="5121">131.97999999999999</cx:pt>
          <cx:pt idx="5122">131.97999999999999</cx:pt>
          <cx:pt idx="5123">169.97999999999999</cx:pt>
          <cx:pt idx="5124">169.97999999999999</cx:pt>
          <cx:pt idx="5125">112.64</cx:pt>
          <cx:pt idx="5126">169.97999999999999</cx:pt>
          <cx:pt idx="5127">169.97999999999999</cx:pt>
          <cx:pt idx="5128">184.97</cx:pt>
          <cx:pt idx="5129">239.97</cx:pt>
          <cx:pt idx="5130">131.97999999999999</cx:pt>
          <cx:pt idx="5131">69.989999999999995</cx:pt>
          <cx:pt idx="5132">169.97999999999999</cx:pt>
          <cx:pt idx="5133">169.97999999999999</cx:pt>
          <cx:pt idx="5134">169.97999999999999</cx:pt>
          <cx:pt idx="5135">184.97</cx:pt>
          <cx:pt idx="5136">169.97999999999999</cx:pt>
          <cx:pt idx="5137">174.97</cx:pt>
          <cx:pt idx="5138">197.97</cx:pt>
          <cx:pt idx="5139">178.16999999999999</cx:pt>
          <cx:pt idx="5140">174.09</cx:pt>
          <cx:pt idx="5141">254.97</cx:pt>
          <cx:pt idx="5142">254.97</cx:pt>
          <cx:pt idx="5143">179.02000000000001</cx:pt>
          <cx:pt idx="5144">144.47999999999999</cx:pt>
          <cx:pt idx="5145">169.97999999999999</cx:pt>
          <cx:pt idx="5146">172.62</cx:pt>
          <cx:pt idx="5147">269.95999999999998</cx:pt>
          <cx:pt idx="5148">269.95999999999998</cx:pt>
          <cx:pt idx="5149">254.97</cx:pt>
          <cx:pt idx="5150">169.97999999999999</cx:pt>
          <cx:pt idx="5151">169.97999999999999</cx:pt>
          <cx:pt idx="5152">254.97</cx:pt>
          <cx:pt idx="5153">263.95999999999998</cx:pt>
          <cx:pt idx="5154">77.980000000000004</cx:pt>
          <cx:pt idx="5155">182.97</cx:pt>
          <cx:pt idx="5156">153.43000000000001</cx:pt>
          <cx:pt idx="5157">169.97999999999999</cx:pt>
          <cx:pt idx="5158">182.97</cx:pt>
          <cx:pt idx="5159">153.61000000000001</cx:pt>
          <cx:pt idx="5160">74.969999999999999</cx:pt>
          <cx:pt idx="5161">189.97</cx:pt>
          <cx:pt idx="5162">231.81999999999999</cx:pt>
          <cx:pt idx="5163">130.38</cx:pt>
          <cx:pt idx="5164">169.97999999999999</cx:pt>
          <cx:pt idx="5165">65.980000000000004</cx:pt>
          <cx:pt idx="5166">137.97999999999999</cx:pt>
          <cx:pt idx="5167">121.95999999999999</cx:pt>
          <cx:pt idx="5168">150.97</cx:pt>
          <cx:pt idx="5169">121.98</cx:pt>
          <cx:pt idx="5170">169.97999999999999</cx:pt>
          <cx:pt idx="5171">144.97</cx:pt>
          <cx:pt idx="5172">137.97999999999999</cx:pt>
          <cx:pt idx="5173">189.97</cx:pt>
          <cx:pt idx="5174">207.97</cx:pt>
          <cx:pt idx="5175">99.959999999999994</cx:pt>
          <cx:pt idx="5176">223.28</cx:pt>
          <cx:pt idx="5177">169.97999999999999</cx:pt>
          <cx:pt idx="5178">169.97999999999999</cx:pt>
          <cx:pt idx="5179">173.30000000000001</cx:pt>
          <cx:pt idx="5180">131.97999999999999</cx:pt>
          <cx:pt idx="5181">159.97999999999999</cx:pt>
          <cx:pt idx="5182">169.97999999999999</cx:pt>
          <cx:pt idx="5183">169.97999999999999</cx:pt>
          <cx:pt idx="5184">169.97999999999999</cx:pt>
          <cx:pt idx="5185">152.97999999999999</cx:pt>
          <cx:pt idx="5186">131.97999999999999</cx:pt>
          <cx:pt idx="5187">206.94999999999999</cx:pt>
          <cx:pt idx="5188">131.97999999999999</cx:pt>
          <cx:pt idx="5189">178.97</cx:pt>
          <cx:pt idx="5190">152.97999999999999</cx:pt>
          <cx:pt idx="5191">254.97</cx:pt>
          <cx:pt idx="5192">187.96000000000001</cx:pt>
          <cx:pt idx="5193">169.97999999999999</cx:pt>
          <cx:pt idx="5194">169.97999999999999</cx:pt>
          <cx:pt idx="5195">169.97999999999999</cx:pt>
          <cx:pt idx="5196">152.97999999999999</cx:pt>
          <cx:pt idx="5197">131.97999999999999</cx:pt>
          <cx:pt idx="5198">131.97999999999999</cx:pt>
          <cx:pt idx="5199">169.97999999999999</cx:pt>
          <cx:pt idx="5200">187.96000000000001</cx:pt>
          <cx:pt idx="5201">154.96000000000001</cx:pt>
          <cx:pt idx="5202">169.97999999999999</cx:pt>
          <cx:pt idx="5203">131.97999999999999</cx:pt>
          <cx:pt idx="5204">159.97999999999999</cx:pt>
          <cx:pt idx="5205">169.97999999999999</cx:pt>
          <cx:pt idx="5206">121.98</cx:pt>
          <cx:pt idx="5207">65.989999999999995</cx:pt>
          <cx:pt idx="5208">65.989999999999995</cx:pt>
          <cx:pt idx="5209">65.989999999999995</cx:pt>
          <cx:pt idx="5210">65.989999999999995</cx:pt>
          <cx:pt idx="5211">65.989999999999995</cx:pt>
          <cx:pt idx="5212">85.980000000000004</cx:pt>
          <cx:pt idx="5213">65.989999999999995</cx:pt>
          <cx:pt idx="5214">65.989999999999995</cx:pt>
          <cx:pt idx="5215">65.989999999999995</cx:pt>
          <cx:pt idx="5216">65.989999999999995</cx:pt>
          <cx:pt idx="5217">65.989999999999995</cx:pt>
          <cx:pt idx="5218">65.989999999999995</cx:pt>
          <cx:pt idx="5219">65.989999999999995</cx:pt>
          <cx:pt idx="5220">104.97</cx:pt>
          <cx:pt idx="5221">65.989999999999995</cx:pt>
          <cx:pt idx="5222">65.989999999999995</cx:pt>
          <cx:pt idx="5223">85.980000000000004</cx:pt>
          <cx:pt idx="5224">65.989999999999995</cx:pt>
          <cx:pt idx="5225">100.98</cx:pt>
          <cx:pt idx="5226">65.989999999999995</cx:pt>
          <cx:pt idx="5227">65.989999999999995</cx:pt>
          <cx:pt idx="5228">65.989999999999995</cx:pt>
          <cx:pt idx="5229">65.989999999999995</cx:pt>
          <cx:pt idx="5230">65.989999999999995</cx:pt>
          <cx:pt idx="5231">65.989999999999995</cx:pt>
          <cx:pt idx="5232">65.989999999999995</cx:pt>
          <cx:pt idx="5233">65.989999999999995</cx:pt>
          <cx:pt idx="5234">65.989999999999995</cx:pt>
          <cx:pt idx="5235">85.980000000000004</cx:pt>
          <cx:pt idx="5236">65.989999999999995</cx:pt>
          <cx:pt idx="5237">85.980000000000004</cx:pt>
          <cx:pt idx="5238">85.980000000000004</cx:pt>
          <cx:pt idx="5239">131.97999999999999</cx:pt>
          <cx:pt idx="5240">79.980000000000004</cx:pt>
          <cx:pt idx="5241">65.989999999999995</cx:pt>
          <cx:pt idx="5242">85.980000000000004</cx:pt>
          <cx:pt idx="5243">65.989999999999995</cx:pt>
          <cx:pt idx="5244">65.989999999999995</cx:pt>
          <cx:pt idx="5245">65.989999999999995</cx:pt>
          <cx:pt idx="5246">65.989999999999995</cx:pt>
          <cx:pt idx="5247">24.989999999999998</cx:pt>
          <cx:pt idx="5248">65.989999999999995</cx:pt>
          <cx:pt idx="5249">65.989999999999995</cx:pt>
          <cx:pt idx="5250">65.989999999999995</cx:pt>
          <cx:pt idx="5251">64.980000000000004</cx:pt>
          <cx:pt idx="5252">31.98</cx:pt>
          <cx:pt idx="5253">85.980000000000004</cx:pt>
          <cx:pt idx="5254">65.989999999999995</cx:pt>
          <cx:pt idx="5255">65.989999999999995</cx:pt>
          <cx:pt idx="5256">273.57999999999998</cx:pt>
          <cx:pt idx="5257">197.97</cx:pt>
          <cx:pt idx="5258">145.97</cx:pt>
          <cx:pt idx="5259">211.96000000000001</cx:pt>
          <cx:pt idx="5260">169.40000000000001</cx:pt>
          <cx:pt idx="5261">163.94999999999999</cx:pt>
          <cx:pt idx="5262">144.08000000000001</cx:pt>
          <cx:pt idx="5263">276.58999999999997</cx:pt>
          <cx:pt idx="5264">87.700000000000003</cx:pt>
          <cx:pt idx="5265">254.97</cx:pt>
          <cx:pt idx="5266">197.97</cx:pt>
          <cx:pt idx="5267">230.94999999999999</cx:pt>
          <cx:pt idx="5268">169.97999999999999</cx:pt>
          <cx:pt idx="5269">265.14999999999998</cx:pt>
          <cx:pt idx="5270">197.31999999999999</cx:pt>
          <cx:pt idx="5271">254.97</cx:pt>
          <cx:pt idx="5272">189.96000000000001</cx:pt>
          <cx:pt idx="5273">183.90000000000001</cx:pt>
          <cx:pt idx="5274">98.480000000000004</cx:pt>
          <cx:pt idx="5275">284.94999999999999</cx:pt>
          <cx:pt idx="5276">337.94</cx:pt>
          <cx:pt idx="5277">261.31999999999999</cx:pt>
          <cx:pt idx="5278">272.06</cx:pt>
          <cx:pt idx="5279">259.01999999999998</cx:pt>
          <cx:pt idx="5280">337.19999999999999</cx:pt>
          <cx:pt idx="5281">387.26999999999998</cx:pt>
          <cx:pt idx="5282">319.95999999999998</cx:pt>
          <cx:pt idx="5283">479.94</cx:pt>
          <cx:pt idx="5284">334.48000000000002</cx:pt>
          <cx:pt idx="5285">319.95999999999998</cx:pt>
          <cx:pt idx="5286">189.91</cx:pt>
          <cx:pt idx="5287">479.94</cx:pt>
          <cx:pt idx="5288">305.41000000000003</cx:pt>
          <cx:pt idx="5289">159.97999999999999</cx:pt>
          <cx:pt idx="5290">479.94</cx:pt>
          <cx:pt idx="5291">440.92000000000002</cx:pt>
          <cx:pt idx="5292">294.95999999999998</cx:pt>
          <cx:pt idx="5293">137.97999999999999</cx:pt>
          <cx:pt idx="5294">209.97</cx:pt>
          <cx:pt idx="5295">190.94</cx:pt>
          <cx:pt idx="5296">319.95999999999998</cx:pt>
          <cx:pt idx="5297">319.95999999999998</cx:pt>
          <cx:pt idx="5298">111.93000000000001</cx:pt>
          <cx:pt idx="5299">239.97</cx:pt>
          <cx:pt idx="5300">319.95999999999998</cx:pt>
          <cx:pt idx="5301">239.97</cx:pt>
          <cx:pt idx="5302">319.95999999999998</cx:pt>
          <cx:pt idx="5303">244.11000000000001</cx:pt>
          <cx:pt idx="5304">590.28999999999996</cx:pt>
          <cx:pt idx="5305">343.57999999999998</cx:pt>
          <cx:pt idx="5306">182.55000000000001</cx:pt>
          <cx:pt idx="5307">228.94</cx:pt>
          <cx:pt idx="5308">319.38999999999999</cx:pt>
          <cx:pt idx="5309">361.73000000000002</cx:pt>
          <cx:pt idx="5310">239.53999999999999</cx:pt>
          <cx:pt idx="5311">343.57999999999998</cx:pt>
          <cx:pt idx="5312">195.96000000000001</cx:pt>
          <cx:pt idx="5313">135.28</cx:pt>
          <cx:pt idx="5314">107.48</cx:pt>
          <cx:pt idx="5315">88.599999999999994</cx:pt>
          <cx:pt idx="5316">184.09</cx:pt>
          <cx:pt idx="5317">105.34999999999999</cx:pt>
          <cx:pt idx="5318">107.48</cx:pt>
          <cx:pt idx="5319">143.03999999999999</cx:pt>
          <cx:pt idx="5320">122.47</cx:pt>
          <cx:pt idx="5321">81.420000000000002</cx:pt>
          <cx:pt idx="5322">128.59999999999999</cx:pt>
          <cx:pt idx="5323">81.159999999999997</cx:pt>
          <cx:pt idx="5324">130.84</cx:pt>
          <cx:pt idx="5325">152.47</cx:pt>
          <cx:pt idx="5326">66.019999999999996</cx:pt>
          <cx:pt idx="5327">121.98</cx:pt>
          <cx:pt idx="5328">82.480000000000004</cx:pt>
          <cx:pt idx="5329">67.489999999999995</cx:pt>
          <cx:pt idx="5330">84.980000000000004</cx:pt>
          <cx:pt idx="5331">67.489999999999995</cx:pt>
          <cx:pt idx="5332">107.48</cx:pt>
          <cx:pt idx="5333">211.96000000000001</cx:pt>
          <cx:pt idx="5334">131.16</cx:pt>
          <cx:pt idx="5335">97.469999999999999</cx:pt>
          <cx:pt idx="5336">133.47999999999999</cx:pt>
          <cx:pt idx="5337">132.34</cx:pt>
          <cx:pt idx="5338">128.22999999999999</cx:pt>
          <cx:pt idx="5339">150.27000000000001</cx:pt>
          <cx:pt idx="5340">146.97</cx:pt>
          <cx:pt idx="5341">133.47999999999999</cx:pt>
          <cx:pt idx="5342">151.96000000000001</cx:pt>
          <cx:pt idx="5343">191.96000000000001</cx:pt>
          <cx:pt idx="5344">155.97</cx:pt>
          <cx:pt idx="5345">127.95999999999999</cx:pt>
          <cx:pt idx="5346">155.97</cx:pt>
          <cx:pt idx="5347">65.989999999999995</cx:pt>
          <cx:pt idx="5348">155.97</cx:pt>
          <cx:pt idx="5349">138.96000000000001</cx:pt>
          <cx:pt idx="5350">129.97</cx:pt>
          <cx:pt idx="5351">145.97</cx:pt>
          <cx:pt idx="5352">191.96000000000001</cx:pt>
          <cx:pt idx="5353">152.06</cx:pt>
          <cx:pt idx="5354">161.96000000000001</cx:pt>
          <cx:pt idx="5355">145.96000000000001</cx:pt>
          <cx:pt idx="5356">259.91000000000003</cx:pt>
          <cx:pt idx="5357">110.98</cx:pt>
          <cx:pt idx="5358">89.969999999999999</cx:pt>
          <cx:pt idx="5359">213.93000000000001</cx:pt>
          <cx:pt idx="5360">161.96000000000001</cx:pt>
          <cx:pt idx="5361">170.96000000000001</cx:pt>
          <cx:pt idx="5362">159.96000000000001</cx:pt>
          <cx:pt idx="5363">125.95999999999999</cx:pt>
          <cx:pt idx="5364">149.97</cx:pt>
          <cx:pt idx="5365">185.94999999999999</cx:pt>
          <cx:pt idx="5366">145.97</cx:pt>
          <cx:pt idx="5367">185.94999999999999</cx:pt>
          <cx:pt idx="5368">139.97</cx:pt>
          <cx:pt idx="5369">170.96000000000001</cx:pt>
          <cx:pt idx="5370">155.97</cx:pt>
          <cx:pt idx="5371">89.980000000000004</cx:pt>
          <cx:pt idx="5372">135.97</cx:pt>
          <cx:pt idx="5373">161.96000000000001</cx:pt>
          <cx:pt idx="5374">311.94</cx:pt>
          <cx:pt idx="5375">184.94999999999999</cx:pt>
          <cx:pt idx="5376">165.97</cx:pt>
          <cx:pt idx="5377">185.94999999999999</cx:pt>
          <cx:pt idx="5378">159.96000000000001</cx:pt>
          <cx:pt idx="5379">155.97</cx:pt>
          <cx:pt idx="5380">185.94999999999999</cx:pt>
          <cx:pt idx="5381">147.94</cx:pt>
          <cx:pt idx="5382">134.97999999999999</cx:pt>
          <cx:pt idx="5383">105.98</cx:pt>
          <cx:pt idx="5384">131.78999999999999</cx:pt>
          <cx:pt idx="5385">105.98</cx:pt>
          <cx:pt idx="5386">114.98</cx:pt>
          <cx:pt idx="5387">105.98</cx:pt>
          <cx:pt idx="5388">84.989999999999995</cx:pt>
          <cx:pt idx="5389">120.05</cx:pt>
          <cx:pt idx="5390">130.97999999999999</cx:pt>
          <cx:pt idx="5391">-77.859999999999999</cx:pt>
          <cx:pt idx="5392">134.97999999999999</cx:pt>
          <cx:pt idx="5393">134.97999999999999</cx:pt>
          <cx:pt idx="5394">208.72</cx:pt>
          <cx:pt idx="5395">145.97</cx:pt>
          <cx:pt idx="5396">84.989999999999995</cx:pt>
          <cx:pt idx="5397">98.430000000000007</cx:pt>
          <cx:pt idx="5398">105.98</cx:pt>
          <cx:pt idx="5399">68.980000000000004</cx:pt>
          <cx:pt idx="5400">94.980000000000004</cx:pt>
          <cx:pt idx="5401">121.97</cx:pt>
          <cx:pt idx="5402">134.97999999999999</cx:pt>
          <cx:pt idx="5403">134.97999999999999</cx:pt>
          <cx:pt idx="5404">134.97999999999999</cx:pt>
          <cx:pt idx="5405">217.40000000000001</cx:pt>
          <cx:pt idx="5406">134.97999999999999</cx:pt>
          <cx:pt idx="5407">134.97999999999999</cx:pt>
          <cx:pt idx="5408">77.859999999999999</cx:pt>
          <cx:pt idx="5409">134.97999999999999</cx:pt>
          <cx:pt idx="5410">134.97999999999999</cx:pt>
          <cx:pt idx="5411">461.66000000000003</cx:pt>
          <cx:pt idx="5412">319.95999999999998</cx:pt>
          <cx:pt idx="5413">166.97</cx:pt>
          <cx:pt idx="5414">181.61000000000001</cx:pt>
          <cx:pt idx="5415">243.96000000000001</cx:pt>
          <cx:pt idx="5416">319.95999999999998</cx:pt>
          <cx:pt idx="5417">479.94</cx:pt>
          <cx:pt idx="5418">239.97</cx:pt>
          <cx:pt idx="5419">332.94</cx:pt>
          <cx:pt idx="5420">196.96000000000001</cx:pt>
          <cx:pt idx="5421">261.94999999999999</cx:pt>
          <cx:pt idx="5422">243.96000000000001</cx:pt>
          <cx:pt idx="5423">399.94999999999999</cx:pt>
          <cx:pt idx="5424">115.97</cx:pt>
          <cx:pt idx="5425">204.97</cx:pt>
          <cx:pt idx="5426">82.269999999999996</cx:pt>
          <cx:pt idx="5427">159.97999999999999</cx:pt>
          <cx:pt idx="5428">299.13</cx:pt>
          <cx:pt idx="5429">330.73000000000002</cx:pt>
          <cx:pt idx="5430">399.94999999999999</cx:pt>
          <cx:pt idx="5431">399.94999999999999</cx:pt>
          <cx:pt idx="5432">399.94999999999999</cx:pt>
          <cx:pt idx="5433">183.56999999999999</cx:pt>
          <cx:pt idx="5434">197.97</cx:pt>
          <cx:pt idx="5435">197.97</cx:pt>
          <cx:pt idx="5436">84.989999999999995</cx:pt>
          <cx:pt idx="5437">235.44</cx:pt>
          <cx:pt idx="5438">186.49000000000001</cx:pt>
          <cx:pt idx="5439">197.97</cx:pt>
          <cx:pt idx="5440">197.97</cx:pt>
          <cx:pt idx="5441">171.97</cx:pt>
          <cx:pt idx="5442">197.97</cx:pt>
          <cx:pt idx="5443">171.97</cx:pt>
          <cx:pt idx="5444">84.989999999999995</cx:pt>
          <cx:pt idx="5445">187.53</cx:pt>
          <cx:pt idx="5446">213.96000000000001</cx:pt>
          <cx:pt idx="5447">191.91999999999999</cx:pt>
          <cx:pt idx="5448">197.97</cx:pt>
          <cx:pt idx="5449">192.13</cx:pt>
          <cx:pt idx="5450">267.95999999999998</cx:pt>
          <cx:pt idx="5451">229.94999999999999</cx:pt>
          <cx:pt idx="5452">181.97</cx:pt>
          <cx:pt idx="5453">183.94999999999999</cx:pt>
          <cx:pt idx="5454">171.97</cx:pt>
          <cx:pt idx="5455">197.97</cx:pt>
          <cx:pt idx="5456">179.94</cx:pt>
          <cx:pt idx="5457">109.95999999999999</cx:pt>
          <cx:pt idx="5458">149.94999999999999</cx:pt>
          <cx:pt idx="5459">185.94</cx:pt>
          <cx:pt idx="5460">144.94999999999999</cx:pt>
          <cx:pt idx="5461">184.93000000000001</cx:pt>
          <cx:pt idx="5462">188.91</cx:pt>
          <cx:pt idx="5463">123.95999999999999</cx:pt>
          <cx:pt idx="5464">172.94</cx:pt>
          <cx:pt idx="5465">146.94999999999999</cx:pt>
          <cx:pt idx="5466">174.94</cx:pt>
          <cx:pt idx="5467">179.94</cx:pt>
          <cx:pt idx="5468">100.26000000000001</cx:pt>
          <cx:pt idx="5469">204.93000000000001</cx:pt>
          <cx:pt idx="5470">168.94999999999999</cx:pt>
          <cx:pt idx="5471">146.94999999999999</cx:pt>
          <cx:pt idx="5472">100.34999999999999</cx:pt>
          <cx:pt idx="5473">145.94999999999999</cx:pt>
          <cx:pt idx="5474">215.93000000000001</cx:pt>
          <cx:pt idx="5475">143.94999999999999</cx:pt>
          <cx:pt idx="5476">179.94</cx:pt>
          <cx:pt idx="5477">113.95999999999999</cx:pt>
          <cx:pt idx="5478">158.96000000000001</cx:pt>
          <cx:pt idx="5479">64.670000000000002</cx:pt>
          <cx:pt idx="5480">92.370000000000005</cx:pt>
          <cx:pt idx="5481">169.22</cx:pt>
          <cx:pt idx="5482">196.25999999999999</cx:pt>
          <cx:pt idx="5483">139.97999999999999</cx:pt>
          <cx:pt idx="5484">65.840000000000003</cx:pt>
          <cx:pt idx="5485">168</cx:pt>
          <cx:pt idx="5486">129.31999999999999</cx:pt>
          <cx:pt idx="5487">65.329999999999998</cx:pt>
          <cx:pt idx="5488">130.22999999999999</cx:pt>
          <cx:pt idx="5489">130.28</cx:pt>
          <cx:pt idx="5490">196.25999999999999</cx:pt>
          <cx:pt idx="5491">233.25</cx:pt>
          <cx:pt idx="5492">169.28999999999999</cx:pt>
          <cx:pt idx="5493">173.15000000000001</cx:pt>
          <cx:pt idx="5494">98.680000000000007</cx:pt>
          <cx:pt idx="5495">195.97999999999999</cx:pt>
          <cx:pt idx="5496">252.62</cx:pt>
          <cx:pt idx="5497">131.97999999999999</cx:pt>
          <cx:pt idx="5498">168</cx:pt>
          <cx:pt idx="5499">168.28</cx:pt>
          <cx:pt idx="5500">195.41</cx:pt>
          <cx:pt idx="5501">169.97999999999999</cx:pt>
          <cx:pt idx="5502">74.280000000000001</cx:pt>
          <cx:pt idx="5503">107.02</cx:pt>
          <cx:pt idx="5504">168</cx:pt>
          <cx:pt idx="5505">27.780000000000001</cx:pt>
          <cx:pt idx="5506">-44.659999999999997</cx:pt>
          <cx:pt idx="5507">300.13</cx:pt>
          <cx:pt idx="5508">159.69999999999999</cx:pt>
          <cx:pt idx="5509">96.780000000000001</cx:pt>
          <cx:pt idx="5510">159.69999999999999</cx:pt>
          <cx:pt idx="5511">241.94999999999999</cx:pt>
          <cx:pt idx="5512">319.38999999999999</cx:pt>
          <cx:pt idx="5513">159.69999999999999</cx:pt>
          <cx:pt idx="5514">191.13999999999999</cx:pt>
          <cx:pt idx="5515">176.87</cx:pt>
          <cx:pt idx="5516">239.53999999999999</cx:pt>
          <cx:pt idx="5517">159.69999999999999</cx:pt>
          <cx:pt idx="5518">239.53999999999999</cx:pt>
          <cx:pt idx="5519">239.53999999999999</cx:pt>
          <cx:pt idx="5520">239.53999999999999</cx:pt>
          <cx:pt idx="5521">129.91</cx:pt>
          <cx:pt idx="5522">176.62</cx:pt>
          <cx:pt idx="5523">159.69999999999999</cx:pt>
          <cx:pt idx="5524">147.59999999999999</cx:pt>
          <cx:pt idx="5525">145.16</cx:pt>
          <cx:pt idx="5526">242.94999999999999</cx:pt>
          <cx:pt idx="5527">459.67000000000002</cx:pt>
          <cx:pt idx="5528">216.05000000000001</cx:pt>
          <cx:pt idx="5529">212.96000000000001</cx:pt>
          <cx:pt idx="5530">202.94999999999999</cx:pt>
          <cx:pt idx="5531">172.97</cx:pt>
          <cx:pt idx="5532">212.96000000000001</cx:pt>
          <cx:pt idx="5533">172.97</cx:pt>
          <cx:pt idx="5534">209.72</cx:pt>
          <cx:pt idx="5535">173.97</cx:pt>
          <cx:pt idx="5536">197.97</cx:pt>
          <cx:pt idx="5537">99.980000000000004</cx:pt>
          <cx:pt idx="5538">197.97</cx:pt>
          <cx:pt idx="5539">242.94</cx:pt>
          <cx:pt idx="5540">312.25</cx:pt>
          <cx:pt idx="5541">118.53</cx:pt>
          <cx:pt idx="5542">159.69999999999999</cx:pt>
          <cx:pt idx="5543">174.02000000000001</cx:pt>
          <cx:pt idx="5544">72.579999999999998</cx:pt>
          <cx:pt idx="5545">159.69999999999999</cx:pt>
          <cx:pt idx="5546">239.53999999999999</cx:pt>
          <cx:pt idx="5547">145.16</cx:pt>
          <cx:pt idx="5548">193.55000000000001</cx:pt>
          <cx:pt idx="5549">147.59999999999999</cx:pt>
          <cx:pt idx="5550">96.780000000000001</cx:pt>
          <cx:pt idx="5551">159.69999999999999</cx:pt>
          <cx:pt idx="5552">256.47000000000003</cx:pt>
          <cx:pt idx="5553">64.090000000000003</cx:pt>
          <cx:pt idx="5554">159.69999999999999</cx:pt>
          <cx:pt idx="5555">84.650000000000006</cx:pt>
          <cx:pt idx="5556">239.53999999999999</cx:pt>
          <cx:pt idx="5557">128.24000000000001</cx:pt>
          <cx:pt idx="5558">375</cx:pt>
          <cx:pt idx="5559">131.97999999999999</cx:pt>
          <cx:pt idx="5560">213.96000000000001</cx:pt>
          <cx:pt idx="5561">413.87</cx:pt>
          <cx:pt idx="5562">174.96000000000001</cx:pt>
          <cx:pt idx="5563">339.95999999999998</cx:pt>
          <cx:pt idx="5564">450.19</cx:pt>
          <cx:pt idx="5565">339.95999999999998</cx:pt>
          <cx:pt idx="5566">230.02000000000001</cx:pt>
          <cx:pt idx="5567">449.92000000000002</cx:pt>
          <cx:pt idx="5568">340.93000000000001</cx:pt>
          <cx:pt idx="5569">213.96000000000001</cx:pt>
          <cx:pt idx="5570">124.98</cx:pt>
          <cx:pt idx="5571">49.990000000000002</cx:pt>
          <cx:pt idx="5572">157.91999999999999</cx:pt>
          <cx:pt idx="5573">143.72</cx:pt>
          <cx:pt idx="5574">134.97999999999999</cx:pt>
          <cx:pt idx="5575">146.94</cx:pt>
          <cx:pt idx="5576">159.69999999999999</cx:pt>
          <cx:pt idx="5577">159.97999999999999</cx:pt>
          <cx:pt idx="5578">188.44</cx:pt>
          <cx:pt idx="5579">219.97</cx:pt>
          <cx:pt idx="5580">164.55000000000001</cx:pt>
          <cx:pt idx="5581">171.27000000000001</cx:pt>
          <cx:pt idx="5582">159.69999999999999</cx:pt>
          <cx:pt idx="5583">171.13</cx:pt>
          <cx:pt idx="5584">170.56</cx:pt>
          <cx:pt idx="5585">176.86000000000001</cx:pt>
          <cx:pt idx="5586">225.63</cx:pt>
          <cx:pt idx="5587">224.96000000000001</cx:pt>
          <cx:pt idx="5588">87.069999999999993</cx:pt>
          <cx:pt idx="5589">116.09</cx:pt>
          <cx:pt idx="5590">87.069999999999993</cx:pt>
          <cx:pt idx="5591">108.81999999999999</cx:pt>
          <cx:pt idx="5592">95.969999999999999</cx:pt>
          <cx:pt idx="5593">263.95999999999998</cx:pt>
          <cx:pt idx="5594">197.97</cx:pt>
          <cx:pt idx="5595">293.94</cx:pt>
          <cx:pt idx="5596">-28.75</cx:pt>
          <cx:pt idx="5597">89.489999999999995</cx:pt>
          <cx:pt idx="5598">94.519999999999996</cx:pt>
          <cx:pt idx="5599">53.960000000000001</cx:pt>
          <cx:pt idx="5600">131.97999999999999</cx:pt>
          <cx:pt idx="5601">131.97999999999999</cx:pt>
          <cx:pt idx="5602">161.96000000000001</cx:pt>
          <cx:pt idx="5603">131.97999999999999</cx:pt>
          <cx:pt idx="5604">238.96000000000001</cx:pt>
          <cx:pt idx="5605">71.969999999999999</cx:pt>
          <cx:pt idx="5606">153.37</cx:pt>
          <cx:pt idx="5607">95.969999999999999</cx:pt>
          <cx:pt idx="5608">131.97999999999999</cx:pt>
          <cx:pt idx="5609">59.960000000000001</cx:pt>
          <cx:pt idx="5610">293.94</cx:pt>
          <cx:pt idx="5611">206.97</cx:pt>
          <cx:pt idx="5612">84.989999999999995</cx:pt>
          <cx:pt idx="5613">180.16</cx:pt>
          <cx:pt idx="5614">149.90000000000001</cx:pt>
          <cx:pt idx="5615">184.97</cx:pt>
          <cx:pt idx="5616">881.80999999999995</cx:pt>
          <cx:pt idx="5617">114.97</cx:pt>
          <cx:pt idx="5618">159.96000000000001</cx:pt>
          <cx:pt idx="5619">524.90999999999997</cx:pt>
          <cx:pt idx="5620">53.579999999999998</cx:pt>
          <cx:pt idx="5621">907.82000000000005</cx:pt>
          <cx:pt idx="5622">84.989999999999995</cx:pt>
          <cx:pt idx="5623">84.989999999999995</cx:pt>
          <cx:pt idx="5624">97.969999999999999</cx:pt>
          <cx:pt idx="5625">84.989999999999995</cx:pt>
          <cx:pt idx="5626">157.41999999999999</cx:pt>
          <cx:pt idx="5627">84.989999999999995</cx:pt>
          <cx:pt idx="5628">114.44</cx:pt>
          <cx:pt idx="5629">89.969999999999999</cx:pt>
          <cx:pt idx="5630">84.989999999999995</cx:pt>
          <cx:pt idx="5631">275.95999999999998</cx:pt>
          <cx:pt idx="5632">439.38999999999999</cx:pt>
          <cx:pt idx="5633">84.989999999999995</cx:pt>
          <cx:pt idx="5634">71.989999999999995</cx:pt>
          <cx:pt idx="5635">74.980000000000004</cx:pt>
          <cx:pt idx="5636">228.47999999999999</cx:pt>
          <cx:pt idx="5637">121.98</cx:pt>
          <cx:pt idx="5638">87.739999999999995</cx:pt>
          <cx:pt idx="5639">155.18000000000001</cx:pt>
          <cx:pt idx="5640">203.97</cx:pt>
          <cx:pt idx="5641">133.97999999999999</cx:pt>
          <cx:pt idx="5642">314.95999999999998</cx:pt>
          <cx:pt idx="5643">75.980000000000004</cx:pt>
          <cx:pt idx="5644">239.97</cx:pt>
          <cx:pt idx="5645">74.980000000000004</cx:pt>
          <cx:pt idx="5646">120.01000000000001</cx:pt>
          <cx:pt idx="5647">143.97999999999999</cx:pt>
          <cx:pt idx="5648">121.98</cx:pt>
          <cx:pt idx="5649">229.62</cx:pt>
          <cx:pt idx="5650">121.98</cx:pt>
          <cx:pt idx="5651">239.97</cx:pt>
          <cx:pt idx="5652">121.98</cx:pt>
          <cx:pt idx="5653">159.97999999999999</cx:pt>
          <cx:pt idx="5654">115.88</cx:pt>
          <cx:pt idx="5655">253.96000000000001</cx:pt>
          <cx:pt idx="5656">108.5</cx:pt>
          <cx:pt idx="5657">129.97999999999999</cx:pt>
          <cx:pt idx="5658">314.95999999999998</cx:pt>
          <cx:pt idx="5659">74.980000000000004</cx:pt>
          <cx:pt idx="5660">72.540000000000006</cx:pt>
          <cx:pt idx="5661">159.97999999999999</cx:pt>
          <cx:pt idx="5662">257.94999999999999</cx:pt>
          <cx:pt idx="5663">60.990000000000002</cx:pt>
          <cx:pt idx="5664">159.97999999999999</cx:pt>
          <cx:pt idx="5665">79.989999999999995</cx:pt>
          <cx:pt idx="5666">270.94</cx:pt>
          <cx:pt idx="5667">139.81999999999999</cx:pt>
          <cx:pt idx="5668">112.97</cx:pt>
          <cx:pt idx="5669">125.53</cx:pt>
          <cx:pt idx="5670">140.55000000000001</cx:pt>
          <cx:pt idx="5671">112.97</cx:pt>
          <cx:pt idx="5672">63.979999999999997</cx:pt>
          <cx:pt idx="5673">112.97</cx:pt>
          <cx:pt idx="5674">117.06</cx:pt>
          <cx:pt idx="5675">185.59</cx:pt>
          <cx:pt idx="5676">112.97</cx:pt>
          <cx:pt idx="5677">13.99</cx:pt>
          <cx:pt idx="5678">106.31</cx:pt>
          <cx:pt idx="5679">93.969999999999999</cx:pt>
          <cx:pt idx="5680">162.96000000000001</cx:pt>
          <cx:pt idx="5681">112.97</cx:pt>
          <cx:pt idx="5682">112.97</cx:pt>
          <cx:pt idx="5683">176.94999999999999</cx:pt>
          <cx:pt idx="5684">117.97</cx:pt>
          <cx:pt idx="5685">181.94999999999999</cx:pt>
          <cx:pt idx="5686">178.90000000000001</cx:pt>
          <cx:pt idx="5687">150.96000000000001</cx:pt>
          <cx:pt idx="5688">133.96000000000001</cx:pt>
          <cx:pt idx="5689">133.96000000000001</cx:pt>
          <cx:pt idx="5690">53.979999999999997</cx:pt>
          <cx:pt idx="5691">156.28</cx:pt>
          <cx:pt idx="5692">62.869999999999997</cx:pt>
          <cx:pt idx="5693">72.549999999999997</cx:pt>
          <cx:pt idx="5694">287.81999999999999</cx:pt>
          <cx:pt idx="5695">161.93000000000001</cx:pt>
          <cx:pt idx="5696">256.38999999999999</cx:pt>
          <cx:pt idx="5697">72.549999999999997</cx:pt>
          <cx:pt idx="5698">220.11000000000001</cx:pt>
          <cx:pt idx="5699">155.97999999999999</cx:pt>
          <cx:pt idx="5700">289.02999999999997</cx:pt>
          <cx:pt idx="5701">256.38999999999999</cx:pt>
          <cx:pt idx="5702">272.11000000000001</cx:pt>
          <cx:pt idx="5703">235.83000000000001</cx:pt>
          <cx:pt idx="5704">188.68000000000001</cx:pt>
          <cx:pt idx="5705">319.25999999999999</cx:pt>
          <cx:pt idx="5706">165.46000000000001</cx:pt>
          <cx:pt idx="5707">251.55000000000001</cx:pt>
          <cx:pt idx="5708">349.94</cx:pt>
          <cx:pt idx="5709">269.94999999999999</cx:pt>
          <cx:pt idx="5710">225.94999999999999</cx:pt>
          <cx:pt idx="5711">287.44999999999999</cx:pt>
          <cx:pt idx="5712">411.94</cx:pt>
          <cx:pt idx="5713">271.99000000000001</cx:pt>
          <cx:pt idx="5714">517.89999999999998</cx:pt>
          <cx:pt idx="5715">547.40999999999997</cx:pt>
          <cx:pt idx="5716">88.980000000000004</cx:pt>
          <cx:pt idx="5717">59.990000000000002</cx:pt>
          <cx:pt idx="5718">27.989999999999998</cx:pt>
          <cx:pt idx="5719">319.95999999999998</cx:pt>
          <cx:pt idx="5720">355.93000000000001</cx:pt>
          <cx:pt idx="5721">379.92000000000002</cx:pt>
          <cx:pt idx="5722">-287.92000000000002</cx:pt>
          <cx:pt idx="5723">183.96000000000001</cx:pt>
          <cx:pt idx="5724">284.95999999999998</cx:pt>
          <cx:pt idx="5725">124.29000000000001</cx:pt>
          <cx:pt idx="5726">275.94</cx:pt>
          <cx:pt idx="5727">275.94</cx:pt>
          <cx:pt idx="5728">234.55000000000001</cx:pt>
          <cx:pt idx="5729">319.91000000000003</cx:pt>
          <cx:pt idx="5730">279.68000000000001</cx:pt>
          <cx:pt idx="5731">183.96000000000001</cx:pt>
          <cx:pt idx="5732">183.96000000000001</cx:pt>
          <cx:pt idx="5733">445.02999999999997</cx:pt>
          <cx:pt idx="5734">287.92000000000002</cx:pt>
          <cx:pt idx="5735">367.92000000000002</cx:pt>
          <cx:pt idx="5736">293.04000000000002</cx:pt>
          <cx:pt idx="5737">137.97</cx:pt>
          <cx:pt idx="5738">175.94</cx:pt>
          <cx:pt idx="5739">137.97</cx:pt>
          <cx:pt idx="5740">113.97</cx:pt>
          <cx:pt idx="5741">369.94</cx:pt>
          <cx:pt idx="5742">300.95999999999998</cx:pt>
          <cx:pt idx="5743">339.95999999999998</cx:pt>
          <cx:pt idx="5744">337.94</cx:pt>
          <cx:pt idx="5745">184.97</cx:pt>
          <cx:pt idx="5746">339.95999999999998</cx:pt>
          <cx:pt idx="5747">255.18000000000001</cx:pt>
          <cx:pt idx="5748">1.5</cx:pt>
          <cx:pt idx="5749">322.92000000000002</cx:pt>
          <cx:pt idx="5750">133.47999999999999</cx:pt>
          <cx:pt idx="5751">200.97</cx:pt>
          <cx:pt idx="5752">199.47</cx:pt>
          <cx:pt idx="5753">218.46000000000001</cx:pt>
          <cx:pt idx="5754">152.47</cx:pt>
          <cx:pt idx="5755">152.47</cx:pt>
          <cx:pt idx="5756">133.47999999999999</cx:pt>
          <cx:pt idx="5757">218.46000000000001</cx:pt>
          <cx:pt idx="5758">214.46000000000001</cx:pt>
          <cx:pt idx="5759">199.47</cx:pt>
          <cx:pt idx="5760">197.68000000000001</cx:pt>
          <cx:pt idx="5761">199.47</cx:pt>
          <cx:pt idx="5762">193.46000000000001</cx:pt>
          <cx:pt idx="5763">114.97</cx:pt>
          <cx:pt idx="5764">284.94999999999999</cx:pt>
          <cx:pt idx="5765">169.97999999999999</cx:pt>
          <cx:pt idx="5766">131.97999999999999</cx:pt>
          <cx:pt idx="5767">191.96000000000001</cx:pt>
          <cx:pt idx="5768">131.97999999999999</cx:pt>
          <cx:pt idx="5769">116.51000000000001</cx:pt>
          <cx:pt idx="5770">131.97999999999999</cx:pt>
          <cx:pt idx="5771">263.95999999999998</cx:pt>
          <cx:pt idx="5772">169.97999999999999</cx:pt>
          <cx:pt idx="5773">183.99000000000001</cx:pt>
          <cx:pt idx="5774">84.989999999999995</cx:pt>
          <cx:pt idx="5775">169.97999999999999</cx:pt>
          <cx:pt idx="5776">153.96000000000001</cx:pt>
          <cx:pt idx="5777">379.94999999999999</cx:pt>
          <cx:pt idx="5778">199.96000000000001</cx:pt>
          <cx:pt idx="5779">339.95999999999998</cx:pt>
          <cx:pt idx="5780">174.93000000000001</cx:pt>
          <cx:pt idx="5781">490.36000000000001</cx:pt>
          <cx:pt idx="5782">682.41999999999996</cx:pt>
          <cx:pt idx="5783">340.45999999999998</cx:pt>
          <cx:pt idx="5784">680.41999999999996</cx:pt>
          <cx:pt idx="5785">299.94</cx:pt>
          <cx:pt idx="5786">104.93000000000001</cx:pt>
          <cx:pt idx="5787">339.95999999999998</cx:pt>
          <cx:pt idx="5788">74.950000000000003</cx:pt>
          <cx:pt idx="5789">340.95999999999998</cx:pt>
          <cx:pt idx="5790">680.41999999999996</cx:pt>
          <cx:pt idx="5791">680.41999999999996</cx:pt>
          <cx:pt idx="5792">680.41999999999996</cx:pt>
          <cx:pt idx="5793">4.9900000000000002</cx:pt>
          <cx:pt idx="5794">350.93000000000001</cx:pt>
          <cx:pt idx="5795">100.98</cx:pt>
          <cx:pt idx="5796">64.980000000000004</cx:pt>
          <cx:pt idx="5797">169.97999999999999</cx:pt>
          <cx:pt idx="5798">169.97999999999999</cx:pt>
          <cx:pt idx="5799">169.97999999999999</cx:pt>
          <cx:pt idx="5800">84.989999999999995</cx:pt>
          <cx:pt idx="5801">84.989999999999995</cx:pt>
          <cx:pt idx="5802">84.989999999999995</cx:pt>
          <cx:pt idx="5803">185.97</cx:pt>
          <cx:pt idx="5804">84.989999999999995</cx:pt>
          <cx:pt idx="5805">84.989999999999995</cx:pt>
          <cx:pt idx="5806">169.97999999999999</cx:pt>
          <cx:pt idx="5807">203.94999999999999</cx:pt>
          <cx:pt idx="5808">169.97999999999999</cx:pt>
          <cx:pt idx="5809">84.989999999999995</cx:pt>
          <cx:pt idx="5810">169.97999999999999</cx:pt>
          <cx:pt idx="5811">153.97</cx:pt>
          <cx:pt idx="5812">84.989999999999995</cx:pt>
          <cx:pt idx="5813">68.989999999999995</cx:pt>
          <cx:pt idx="5814">49.990000000000002</cx:pt>
          <cx:pt idx="5815">116.97</cx:pt>
          <cx:pt idx="5816">84.989999999999995</cx:pt>
          <cx:pt idx="5817">169.97999999999999</cx:pt>
          <cx:pt idx="5818">169.97999999999999</cx:pt>
          <cx:pt idx="5819">116.97</cx:pt>
          <cx:pt idx="5820">169.97999999999999</cx:pt>
          <cx:pt idx="5821">169.97999999999999</cx:pt>
          <cx:pt idx="5822">169.97999999999999</cx:pt>
          <cx:pt idx="5823">137.97999999999999</cx:pt>
          <cx:pt idx="5824">84.989999999999995</cx:pt>
          <cx:pt idx="5825">164.97</cx:pt>
          <cx:pt idx="5826">169.97999999999999</cx:pt>
          <cx:pt idx="5827">124.98</cx:pt>
          <cx:pt idx="5828">84.989999999999995</cx:pt>
          <cx:pt idx="5829">84.989999999999995</cx:pt>
          <cx:pt idx="5830">187.96000000000001</cx:pt>
          <cx:pt idx="5831">197.97</cx:pt>
          <cx:pt idx="5832">262.94999999999999</cx:pt>
          <cx:pt idx="5833">168.27000000000001</cx:pt>
          <cx:pt idx="5834">216.96000000000001</cx:pt>
          <cx:pt idx="5835">197.97</cx:pt>
          <cx:pt idx="5836">200.15000000000001</cx:pt>
          <cx:pt idx="5837">197.97</cx:pt>
          <cx:pt idx="5838">216.96000000000001</cx:pt>
          <cx:pt idx="5839">237.56</cx:pt>
          <cx:pt idx="5840">199.96000000000001</cx:pt>
          <cx:pt idx="5841">231.72999999999999</cx:pt>
          <cx:pt idx="5842">172.97</cx:pt>
          <cx:pt idx="5843">231.94999999999999</cx:pt>
          <cx:pt idx="5844">70.980000000000004</cx:pt>
          <cx:pt idx="5845">155.62</cx:pt>
          <cx:pt idx="5846">303.94999999999999</cx:pt>
          <cx:pt idx="5847">59.979999999999997</cx:pt>
          <cx:pt idx="5848">254.66</cx:pt>
          <cx:pt idx="5849">88.969999999999999</cx:pt>
          <cx:pt idx="5850">143.27000000000001</cx:pt>
          <cx:pt idx="5851">290.04000000000002</cx:pt>
          <cx:pt idx="5852">183.18000000000001</cx:pt>
          <cx:pt idx="5853">178.16999999999999</cx:pt>
          <cx:pt idx="5854">197.97</cx:pt>
          <cx:pt idx="5855">168.27000000000001</cx:pt>
          <cx:pt idx="5856">131.97999999999999</cx:pt>
          <cx:pt idx="5857">131.97999999999999</cx:pt>
          <cx:pt idx="5858">131.97999999999999</cx:pt>
          <cx:pt idx="5859">169.97999999999999</cx:pt>
          <cx:pt idx="5860">131.97999999999999</cx:pt>
          <cx:pt idx="5861">169.97999999999999</cx:pt>
          <cx:pt idx="5862">146.02000000000001</cx:pt>
          <cx:pt idx="5863">169.97999999999999</cx:pt>
          <cx:pt idx="5864">131.97999999999999</cx:pt>
          <cx:pt idx="5865">169.97999999999999</cx:pt>
          <cx:pt idx="5866">150.18000000000001</cx:pt>
          <cx:pt idx="5867">169.97999999999999</cx:pt>
          <cx:pt idx="5868">169.97999999999999</cx:pt>
          <cx:pt idx="5869">169.97999999999999</cx:pt>
          <cx:pt idx="5870">121.98</cx:pt>
          <cx:pt idx="5871">169.97999999999999</cx:pt>
          <cx:pt idx="5872">169.97999999999999</cx:pt>
          <cx:pt idx="5873">169.97999999999999</cx:pt>
          <cx:pt idx="5874">169.97999999999999</cx:pt>
          <cx:pt idx="5875">169.97999999999999</cx:pt>
          <cx:pt idx="5876">574.50999999999999</cx:pt>
          <cx:pt idx="5877">454.93000000000001</cx:pt>
          <cx:pt idx="5878">169.97999999999999</cx:pt>
          <cx:pt idx="5879">169.97999999999999</cx:pt>
          <cx:pt idx="5880">484.91000000000003</cx:pt>
          <cx:pt idx="5881">628.89999999999998</cx:pt>
          <cx:pt idx="5882">305.94</cx:pt>
          <cx:pt idx="5883">314.44999999999999</cx:pt>
          <cx:pt idx="5884">195.94999999999999</cx:pt>
          <cx:pt idx="5885">185.94999999999999</cx:pt>
          <cx:pt idx="5886">185.94999999999999</cx:pt>
          <cx:pt idx="5887">183.96000000000001</cx:pt>
          <cx:pt idx="5888">236.94</cx:pt>
          <cx:pt idx="5889">193.96000000000001</cx:pt>
          <cx:pt idx="5890">193.96000000000001</cx:pt>
          <cx:pt idx="5891">236.94</cx:pt>
          <cx:pt idx="5892">183.96000000000001</cx:pt>
          <cx:pt idx="5893">183.96000000000001</cx:pt>
          <cx:pt idx="5894">212.66999999999999</cx:pt>
          <cx:pt idx="5895">209.96000000000001</cx:pt>
          <cx:pt idx="5896">212.66999999999999</cx:pt>
          <cx:pt idx="5897">195.94999999999999</cx:pt>
          <cx:pt idx="5898">84.989999999999995</cx:pt>
          <cx:pt idx="5899">84.989999999999995</cx:pt>
          <cx:pt idx="5900">184.96000000000001</cx:pt>
          <cx:pt idx="5901">201.15000000000001</cx:pt>
          <cx:pt idx="5902">201.15000000000001</cx:pt>
          <cx:pt idx="5903">207.94</cx:pt>
          <cx:pt idx="5904">192.91999999999999</cx:pt>
          <cx:pt idx="5905">207.94</cx:pt>
          <cx:pt idx="5906">192.91999999999999</cx:pt>
          <cx:pt idx="5907">184.96000000000001</cx:pt>
          <cx:pt idx="5908">195.94999999999999</cx:pt>
          <cx:pt idx="5909">209.96000000000001</cx:pt>
          <cx:pt idx="5910">183.96000000000001</cx:pt>
          <cx:pt idx="5911">65.989999999999995</cx:pt>
          <cx:pt idx="5912">183.96000000000001</cx:pt>
          <cx:pt idx="5913">167.96000000000001</cx:pt>
          <cx:pt idx="5914">195.94999999999999</cx:pt>
          <cx:pt idx="5915">183.96000000000001</cx:pt>
          <cx:pt idx="5916">167.96000000000001</cx:pt>
          <cx:pt idx="5917">203.80000000000001</cx:pt>
          <cx:pt idx="5918">183.96000000000001</cx:pt>
          <cx:pt idx="5919">183.96000000000001</cx:pt>
          <cx:pt idx="5920">65.989999999999995</cx:pt>
          <cx:pt idx="5921">203.80000000000001</cx:pt>
          <cx:pt idx="5922">131.97999999999999</cx:pt>
          <cx:pt idx="5923">112.18000000000001</cx:pt>
          <cx:pt idx="5924">126.7</cx:pt>
          <cx:pt idx="5925">131.97999999999999</cx:pt>
          <cx:pt idx="5926">131.97999999999999</cx:pt>
          <cx:pt idx="5927">124.38</cx:pt>
          <cx:pt idx="5928">131.97999999999999</cx:pt>
          <cx:pt idx="5929">131.97999999999999</cx:pt>
          <cx:pt idx="5930">131.97999999999999</cx:pt>
          <cx:pt idx="5931">124.06</cx:pt>
          <cx:pt idx="5932">124.25</cx:pt>
          <cx:pt idx="5933">131.97999999999999</cx:pt>
          <cx:pt idx="5934">99.980000000000004</cx:pt>
          <cx:pt idx="5935">131.97999999999999</cx:pt>
          <cx:pt idx="5936">119.95999999999999</cx:pt>
          <cx:pt idx="5937">131.97999999999999</cx:pt>
          <cx:pt idx="5938">131.97999999999999</cx:pt>
          <cx:pt idx="5939">131.97999999999999</cx:pt>
          <cx:pt idx="5940">131.97999999999999</cx:pt>
          <cx:pt idx="5941">145.97</cx:pt>
          <cx:pt idx="5942">124.95999999999999</cx:pt>
          <cx:pt idx="5943">131.97999999999999</cx:pt>
          <cx:pt idx="5944">-131.97999999999999</cx:pt>
          <cx:pt idx="5945">121.98</cx:pt>
          <cx:pt idx="5946">131.97999999999999</cx:pt>
          <cx:pt idx="5947">108.78</cx:pt>
          <cx:pt idx="5948">249.53</cx:pt>
          <cx:pt idx="5949">84.989999999999995</cx:pt>
          <cx:pt idx="5950">169.97999999999999</cx:pt>
          <cx:pt idx="5951">90.510000000000005</cx:pt>
          <cx:pt idx="5952">239.97</cx:pt>
          <cx:pt idx="5953">277.41000000000003</cx:pt>
          <cx:pt idx="5954">64.989999999999995</cx:pt>
          <cx:pt idx="5955">223.28999999999999</cx:pt>
          <cx:pt idx="5956">261.04000000000002</cx:pt>
          <cx:pt idx="5957">323.92000000000002</cx:pt>
          <cx:pt idx="5958">266.75</cx:pt>
          <cx:pt idx="5959">258.11000000000001</cx:pt>
          <cx:pt idx="5960">249.69999999999999</cx:pt>
          <cx:pt idx="5961">294.94</cx:pt>
          <cx:pt idx="5962">159.09</cx:pt>
          <cx:pt idx="5963">181.12</cx:pt>
          <cx:pt idx="5964">131.97999999999999</cx:pt>
          <cx:pt idx="5965">131.97999999999999</cx:pt>
          <cx:pt idx="5966">121.98</cx:pt>
          <cx:pt idx="5967">131.97999999999999</cx:pt>
          <cx:pt idx="5968">236.91</cx:pt>
          <cx:pt idx="5969">197.97</cx:pt>
          <cx:pt idx="5970">356.35000000000002</cx:pt>
          <cx:pt idx="5971">87.469999999999999</cx:pt>
          <cx:pt idx="5972">105.98</cx:pt>
          <cx:pt idx="5973">423.87</cx:pt>
          <cx:pt idx="5974">131.97999999999999</cx:pt>
          <cx:pt idx="5975">77.980000000000004</cx:pt>
          <cx:pt idx="5976">121.98</cx:pt>
          <cx:pt idx="5977">131.97999999999999</cx:pt>
          <cx:pt idx="5978">131.97999999999999</cx:pt>
          <cx:pt idx="5979">131.97999999999999</cx:pt>
          <cx:pt idx="5980">147.97</cx:pt>
          <cx:pt idx="5981">146.97</cx:pt>
          <cx:pt idx="5982">131.97999999999999</cx:pt>
          <cx:pt idx="5983">146.97</cx:pt>
          <cx:pt idx="5984">131.97999999999999</cx:pt>
          <cx:pt idx="5985">134.97</cx:pt>
          <cx:pt idx="5986">131.97999999999999</cx:pt>
          <cx:pt idx="5987">121.98</cx:pt>
          <cx:pt idx="5988">201.97</cx:pt>
          <cx:pt idx="5989">131.97999999999999</cx:pt>
          <cx:pt idx="5990">-131.97999999999999</cx:pt>
          <cx:pt idx="5991">81.980000000000004</cx:pt>
          <cx:pt idx="5992">80.980000000000004</cx:pt>
          <cx:pt idx="5993">131.97999999999999</cx:pt>
          <cx:pt idx="5994">71.900000000000006</cx:pt>
          <cx:pt idx="5995">122.66</cx:pt>
          <cx:pt idx="5996">164.46000000000001</cx:pt>
          <cx:pt idx="5997">131.97999999999999</cx:pt>
          <cx:pt idx="5998">498.94</cx:pt>
          <cx:pt idx="5999">339.95999999999998</cx:pt>
          <cx:pt idx="6000">395.94</cx:pt>
          <cx:pt idx="6001">408.94999999999999</cx:pt>
          <cx:pt idx="6002">509.94</cx:pt>
          <cx:pt idx="6003">114.97</cx:pt>
          <cx:pt idx="6004">176.25</cx:pt>
          <cx:pt idx="6005">509.94</cx:pt>
          <cx:pt idx="6006">134.97999999999999</cx:pt>
          <cx:pt idx="6007">3</cx:pt>
          <cx:pt idx="6008">133.47999999999999</cx:pt>
          <cx:pt idx="6009">133.47999999999999</cx:pt>
          <cx:pt idx="6010">139.47999999999999</cx:pt>
          <cx:pt idx="6011">155.97</cx:pt>
          <cx:pt idx="6012">123.48</cx:pt>
          <cx:pt idx="6013">133.47999999999999</cx:pt>
          <cx:pt idx="6014">131.97999999999999</cx:pt>
          <cx:pt idx="6015">199.34999999999999</cx:pt>
          <cx:pt idx="6016">131.97999999999999</cx:pt>
          <cx:pt idx="6017">101.98</cx:pt>
          <cx:pt idx="6018">131.97999999999999</cx:pt>
          <cx:pt idx="6019">134.97999999999999</cx:pt>
          <cx:pt idx="6020">108.98</cx:pt>
          <cx:pt idx="6021">131.97999999999999</cx:pt>
          <cx:pt idx="6022">94.870000000000005</cx:pt>
          <cx:pt idx="6023">131.97999999999999</cx:pt>
          <cx:pt idx="6024">133.47999999999999</cx:pt>
          <cx:pt idx="6025">133.47999999999999</cx:pt>
          <cx:pt idx="6026">154.47</cx:pt>
          <cx:pt idx="6027">134.97999999999999</cx:pt>
          <cx:pt idx="6028">106.54000000000001</cx:pt>
          <cx:pt idx="6029">133.47999999999999</cx:pt>
          <cx:pt idx="6030">123.97</cx:pt>
          <cx:pt idx="6031">149.36000000000001</cx:pt>
          <cx:pt idx="6032">123.48</cx:pt>
          <cx:pt idx="6033">134.97999999999999</cx:pt>
          <cx:pt idx="6034">126.97</cx:pt>
          <cx:pt idx="6035">101.48</cx:pt>
          <cx:pt idx="6036">134.97999999999999</cx:pt>
          <cx:pt idx="6037">134.97999999999999</cx:pt>
          <cx:pt idx="6038">108.98</cx:pt>
          <cx:pt idx="6039">68.989999999999995</cx:pt>
          <cx:pt idx="6040">169.97999999999999</cx:pt>
          <cx:pt idx="6041">173.97</cx:pt>
          <cx:pt idx="6042">155.93000000000001</cx:pt>
          <cx:pt idx="6043">206.97</cx:pt>
          <cx:pt idx="6044">150.84</cx:pt>
          <cx:pt idx="6045">62.590000000000003</cx:pt>
          <cx:pt idx="6046">172.84</cx:pt>
          <cx:pt idx="6047">186.56999999999999</cx:pt>
          <cx:pt idx="6048">164.97999999999999</cx:pt>
          <cx:pt idx="6049">171.28</cx:pt>
          <cx:pt idx="6050">172.58000000000001</cx:pt>
          <cx:pt idx="6051">197.97</cx:pt>
          <cx:pt idx="6052">188.75999999999999</cx:pt>
          <cx:pt idx="6053">172.58000000000001</cx:pt>
          <cx:pt idx="6054">169.97999999999999</cx:pt>
          <cx:pt idx="6055">227.94999999999999</cx:pt>
          <cx:pt idx="6056">163.74000000000001</cx:pt>
          <cx:pt idx="6057">254.97</cx:pt>
          <cx:pt idx="6058">84.989999999999995</cx:pt>
          <cx:pt idx="6059">317.86000000000001</cx:pt>
          <cx:pt idx="6060">339.95999999999998</cx:pt>
          <cx:pt idx="6061">314.95999999999998</cx:pt>
          <cx:pt idx="6062">263.95999999999998</cx:pt>
          <cx:pt idx="6063">326.98000000000002</cx:pt>
          <cx:pt idx="6064">339.95999999999998</cx:pt>
          <cx:pt idx="6065">238.96000000000001</cx:pt>
          <cx:pt idx="6066">326.36000000000001</cx:pt>
          <cx:pt idx="6067">275.95999999999998</cx:pt>
          <cx:pt idx="6068">131.97999999999999</cx:pt>
          <cx:pt idx="6069">70.980000000000004</cx:pt>
          <cx:pt idx="6070">184.97</cx:pt>
          <cx:pt idx="6071">169.97999999999999</cx:pt>
          <cx:pt idx="6072">84.989999999999995</cx:pt>
          <cx:pt idx="6073">131.97999999999999</cx:pt>
          <cx:pt idx="6074">131.97999999999999</cx:pt>
          <cx:pt idx="6075">144.97</cx:pt>
          <cx:pt idx="6076">126.97</cx:pt>
          <cx:pt idx="6077">164.97</cx:pt>
          <cx:pt idx="6078">74.150000000000006</cx:pt>
          <cx:pt idx="6079">131.97999999999999</cx:pt>
          <cx:pt idx="6080">169.97999999999999</cx:pt>
          <cx:pt idx="6081">184.97</cx:pt>
          <cx:pt idx="6082">169.97999999999999</cx:pt>
          <cx:pt idx="6083">169.97999999999999</cx:pt>
          <cx:pt idx="6084">68.989999999999995</cx:pt>
          <cx:pt idx="6085">131.97999999999999</cx:pt>
          <cx:pt idx="6086">169.97999999999999</cx:pt>
          <cx:pt idx="6087">169.97999999999999</cx:pt>
          <cx:pt idx="6088">169.97999999999999</cx:pt>
          <cx:pt idx="6089">131.97999999999999</cx:pt>
          <cx:pt idx="6090">169.97999999999999</cx:pt>
          <cx:pt idx="6091">131.97999999999999</cx:pt>
          <cx:pt idx="6092">131.97999999999999</cx:pt>
          <cx:pt idx="6093">131.97999999999999</cx:pt>
          <cx:pt idx="6094">159.97999999999999</cx:pt>
          <cx:pt idx="6095">84.989999999999995</cx:pt>
          <cx:pt idx="6096">136.97</cx:pt>
          <cx:pt idx="6097">159.96000000000001</cx:pt>
          <cx:pt idx="6098">131.97999999999999</cx:pt>
          <cx:pt idx="6099">161.96000000000001</cx:pt>
          <cx:pt idx="6100">144.47999999999999</cx:pt>
          <cx:pt idx="6101">159.37</cx:pt>
          <cx:pt idx="6102">67.489999999999995</cx:pt>
          <cx:pt idx="6103">152.47</cx:pt>
          <cx:pt idx="6104">137.97999999999999</cx:pt>
          <cx:pt idx="6105">80.480000000000004</cx:pt>
          <cx:pt idx="6106">133.47999999999999</cx:pt>
          <cx:pt idx="6107">172.97999999999999</cx:pt>
          <cx:pt idx="6108">173.16999999999999</cx:pt>
          <cx:pt idx="6109">136.46000000000001</cx:pt>
          <cx:pt idx="6110">63.630000000000003</cx:pt>
          <cx:pt idx="6111">172.97999999999999</cx:pt>
          <cx:pt idx="6112">107.48</cx:pt>
          <cx:pt idx="6113">107.48</cx:pt>
          <cx:pt idx="6114">193.46000000000001</cx:pt>
          <cx:pt idx="6115">166.31</cx:pt>
          <cx:pt idx="6116">80.939999999999998</cx:pt>
          <cx:pt idx="6117">157.44999999999999</cx:pt>
          <cx:pt idx="6118">73.280000000000001</cx:pt>
          <cx:pt idx="6119">90.469999999999999</cx:pt>
          <cx:pt idx="6120">96.469999999999999</cx:pt>
          <cx:pt idx="6121">103.90000000000001</cx:pt>
          <cx:pt idx="6122">125.45</cx:pt>
          <cx:pt idx="6123">146.47</cx:pt>
          <cx:pt idx="6124">80.480000000000004</cx:pt>
          <cx:pt idx="6125">107.48</cx:pt>
          <cx:pt idx="6126">136.46000000000001</cx:pt>
          <cx:pt idx="6127">149.47</cx:pt>
          <cx:pt idx="6128">120.47</cx:pt>
          <cx:pt idx="6129">107.48</cx:pt>
          <cx:pt idx="6130">180.06999999999999</cx:pt>
          <cx:pt idx="6131">137.97999999999999</cx:pt>
          <cx:pt idx="6132">54.990000000000002</cx:pt>
          <cx:pt idx="6133">128.02000000000001</cx:pt>
          <cx:pt idx="6134">85.969999999999999</cx:pt>
          <cx:pt idx="6135">121.98</cx:pt>
          <cx:pt idx="6136">131.97999999999999</cx:pt>
          <cx:pt idx="6137">131.97999999999999</cx:pt>
          <cx:pt idx="6138">131.97999999999999</cx:pt>
          <cx:pt idx="6139">131.97999999999999</cx:pt>
          <cx:pt idx="6140">131.97999999999999</cx:pt>
          <cx:pt idx="6141">131.97999999999999</cx:pt>
          <cx:pt idx="6142">131.97999999999999</cx:pt>
          <cx:pt idx="6143">131.97999999999999</cx:pt>
          <cx:pt idx="6144">131.97999999999999</cx:pt>
          <cx:pt idx="6145">131.97999999999999</cx:pt>
          <cx:pt idx="6146">171.97</cx:pt>
          <cx:pt idx="6147">131.97999999999999</cx:pt>
          <cx:pt idx="6148">131.97999999999999</cx:pt>
          <cx:pt idx="6149">122.65000000000001</cx:pt>
          <cx:pt idx="6150">121.02</cx:pt>
          <cx:pt idx="6151">118.78</cx:pt>
          <cx:pt idx="6152">121.98</cx:pt>
          <cx:pt idx="6153">188.97</cx:pt>
          <cx:pt idx="6154">188.97</cx:pt>
          <cx:pt idx="6155">119.95999999999999</cx:pt>
          <cx:pt idx="6156">118.97</cx:pt>
          <cx:pt idx="6157">206.96000000000001</cx:pt>
          <cx:pt idx="6158">171.97</cx:pt>
          <cx:pt idx="6159">160.62</cx:pt>
          <cx:pt idx="6160">169.97999999999999</cx:pt>
          <cx:pt idx="6161">152.97999999999999</cx:pt>
          <cx:pt idx="6162">229.97</cx:pt>
          <cx:pt idx="6163">167.09</cx:pt>
          <cx:pt idx="6164">124.98</cx:pt>
          <cx:pt idx="6165">58.979999999999997</cx:pt>
          <cx:pt idx="6166">169.97999999999999</cx:pt>
          <cx:pt idx="6167">150.97</cx:pt>
          <cx:pt idx="6168">188.97</cx:pt>
          <cx:pt idx="6169">79.849999999999994</cx:pt>
          <cx:pt idx="6170">50.409999999999997</cx:pt>
          <cx:pt idx="6171">79.849999999999994</cx:pt>
          <cx:pt idx="6172">102.83</cx:pt>
          <cx:pt idx="6173">55.640000000000001</cx:pt>
          <cx:pt idx="6174">239.53999999999999</cx:pt>
          <cx:pt idx="6175">79.849999999999994</cx:pt>
          <cx:pt idx="6176">159.69999999999999</cx:pt>
          <cx:pt idx="6177">159.69999999999999</cx:pt>
          <cx:pt idx="6178">65.989999999999995</cx:pt>
          <cx:pt idx="6179">82.629999999999995</cx:pt>
          <cx:pt idx="6180">82.439999999999998</cx:pt>
          <cx:pt idx="6181">169.97999999999999</cx:pt>
          <cx:pt idx="6182">169.97999999999999</cx:pt>
          <cx:pt idx="6183">84.989999999999995</cx:pt>
          <cx:pt idx="6184">168.28</cx:pt>
          <cx:pt idx="6185">159.78</cx:pt>
          <cx:pt idx="6186">84.989999999999995</cx:pt>
          <cx:pt idx="6187">84.989999999999995</cx:pt>
          <cx:pt idx="6188">84.989999999999995</cx:pt>
          <cx:pt idx="6189">108.78</cx:pt>
          <cx:pt idx="6190">130.66</cx:pt>
          <cx:pt idx="6191">119.34</cx:pt>
          <cx:pt idx="6192">84.989999999999995</cx:pt>
          <cx:pt idx="6193">169.97999999999999</cx:pt>
          <cx:pt idx="6194">43.329999999999998</cx:pt>
          <cx:pt idx="6195">158.28</cx:pt>
          <cx:pt idx="6196">82.439999999999998</cx:pt>
          <cx:pt idx="6197">131.97999999999999</cx:pt>
          <cx:pt idx="6198">84.989999999999995</cx:pt>
          <cx:pt idx="6199">84.989999999999995</cx:pt>
          <cx:pt idx="6200">169.97999999999999</cx:pt>
          <cx:pt idx="6201">84.989999999999995</cx:pt>
          <cx:pt idx="6202">169.97999999999999</cx:pt>
          <cx:pt idx="6203">166.58000000000001</cx:pt>
          <cx:pt idx="6204">118.78</cx:pt>
          <cx:pt idx="6205">169.97999999999999</cx:pt>
          <cx:pt idx="6206">287.94</cx:pt>
          <cx:pt idx="6207">308.93000000000001</cx:pt>
          <cx:pt idx="6208">455.89999999999998</cx:pt>
          <cx:pt idx="6209">220.44999999999999</cx:pt>
          <cx:pt idx="6210">455.89999999999998</cx:pt>
          <cx:pt idx="6211">440.91000000000003</cx:pt>
          <cx:pt idx="6212">333.94999999999999</cx:pt>
          <cx:pt idx="6213">263.95999999999998</cx:pt>
          <cx:pt idx="6214">263.95999999999998</cx:pt>
          <cx:pt idx="6215">46.469999999999999</cx:pt>
          <cx:pt idx="6216">267.94</cx:pt>
          <cx:pt idx="6217">308.93000000000001</cx:pt>
          <cx:pt idx="6218">157.94999999999999</cx:pt>
          <cx:pt idx="6219">157.94999999999999</cx:pt>
          <cx:pt idx="6220">110.72</cx:pt>
          <cx:pt idx="6221">91.980000000000004</cx:pt>
          <cx:pt idx="6222">157.94999999999999</cx:pt>
          <cx:pt idx="6223">147.96000000000001</cx:pt>
          <cx:pt idx="6224">102.95</cx:pt>
          <cx:pt idx="6225">193.94999999999999</cx:pt>
          <cx:pt idx="6226">134.16</cx:pt>
          <cx:pt idx="6227">137.97</cx:pt>
          <cx:pt idx="6228">147.96000000000001</cx:pt>
          <cx:pt idx="6229">147.96000000000001</cx:pt>
          <cx:pt idx="6230">92.959999999999994</cx:pt>
          <cx:pt idx="6231">117.95999999999999</cx:pt>
          <cx:pt idx="6232">142.06</cx:pt>
          <cx:pt idx="6233">183.96000000000001</cx:pt>
          <cx:pt idx="6234">107.97</cx:pt>
          <cx:pt idx="6235">112.06</cx:pt>
          <cx:pt idx="6236">134.94</cx:pt>
          <cx:pt idx="6237">183.96000000000001</cx:pt>
          <cx:pt idx="6238">111.95999999999999</cx:pt>
          <cx:pt idx="6239">117.95999999999999</cx:pt>
          <cx:pt idx="6240">143.96000000000001</cx:pt>
          <cx:pt idx="6241">147.96000000000001</cx:pt>
          <cx:pt idx="6242">126.59</cx:pt>
          <cx:pt idx="6243">82.969999999999999</cx:pt>
          <cx:pt idx="6244">157.94999999999999</cx:pt>
          <cx:pt idx="6245">142.52000000000001</cx:pt>
          <cx:pt idx="6246">117.95999999999999</cx:pt>
          <cx:pt idx="6247">117.95999999999999</cx:pt>
          <cx:pt idx="6248">179.94999999999999</cx:pt>
          <cx:pt idx="6249">143.96000000000001</cx:pt>
          <cx:pt idx="6250">188.61000000000001</cx:pt>
          <cx:pt idx="6251">341.45999999999998</cx:pt>
          <cx:pt idx="6252">314.95999999999998</cx:pt>
          <cx:pt idx="6253">131.97999999999999</cx:pt>
          <cx:pt idx="6254">339.95999999999998</cx:pt>
          <cx:pt idx="6255">489.91000000000003</cx:pt>
          <cx:pt idx="6256">339.95999999999998</cx:pt>
          <cx:pt idx="6257">341.45999999999998</cx:pt>
          <cx:pt idx="6258">339.95999999999998</cx:pt>
          <cx:pt idx="6259">509.94</cx:pt>
          <cx:pt idx="6260">339.95999999999998</cx:pt>
          <cx:pt idx="6261">329.94999999999999</cx:pt>
          <cx:pt idx="6262">423.92000000000002</cx:pt>
          <cx:pt idx="6263">314.95999999999998</cx:pt>
          <cx:pt idx="6264">317.94</cx:pt>
          <cx:pt idx="6265">48.899999999999999</cx:pt>
          <cx:pt idx="6266">343.25999999999999</cx:pt>
          <cx:pt idx="6267">64.980000000000004</cx:pt>
          <cx:pt idx="6268">454.93000000000001</cx:pt>
          <cx:pt idx="6269">170.78999999999999</cx:pt>
          <cx:pt idx="6270">267.94999999999999</cx:pt>
          <cx:pt idx="6271">215.28</cx:pt>
          <cx:pt idx="6272">254.97</cx:pt>
          <cx:pt idx="6273">322.39999999999998</cx:pt>
          <cx:pt idx="6274">331.41000000000003</cx:pt>
          <cx:pt idx="6275">225.94999999999999</cx:pt>
          <cx:pt idx="6276">215.94</cx:pt>
          <cx:pt idx="6277">274.95999999999998</cx:pt>
          <cx:pt idx="6278">199.72999999999999</cx:pt>
          <cx:pt idx="6279">252.78999999999999</cx:pt>
          <cx:pt idx="6280">165.74000000000001</cx:pt>
          <cx:pt idx="6281">164.97999999999999</cx:pt>
          <cx:pt idx="6282">254.97</cx:pt>
          <cx:pt idx="6283">254.97</cx:pt>
          <cx:pt idx="6284">169.97999999999999</cx:pt>
          <cx:pt idx="6285">169.97999999999999</cx:pt>
          <cx:pt idx="6286">254.97</cx:pt>
          <cx:pt idx="6287">151.78</cx:pt>
          <cx:pt idx="6288">242.27000000000001</cx:pt>
          <cx:pt idx="6289">254.97</cx:pt>
          <cx:pt idx="6290">159.97999999999999</cx:pt>
          <cx:pt idx="6291">254.97</cx:pt>
          <cx:pt idx="6292">200.94999999999999</cx:pt>
          <cx:pt idx="6293">254.97</cx:pt>
          <cx:pt idx="6294">254.97</cx:pt>
          <cx:pt idx="6295">131.97999999999999</cx:pt>
          <cx:pt idx="6296">254.97</cx:pt>
          <cx:pt idx="6297">254.97</cx:pt>
          <cx:pt idx="6298">229.97</cx:pt>
          <cx:pt idx="6299">240.43000000000001</cx:pt>
          <cx:pt idx="6300">50.979999999999997</cx:pt>
          <cx:pt idx="6301">274.94999999999999</cx:pt>
          <cx:pt idx="6302">-84.989999999999995</cx:pt>
          <cx:pt idx="6303">254.97</cx:pt>
          <cx:pt idx="6304">254.97</cx:pt>
          <cx:pt idx="6305">169.97999999999999</cx:pt>
          <cx:pt idx="6306">84.989999999999995</cx:pt>
          <cx:pt idx="6307">254.97</cx:pt>
          <cx:pt idx="6308">49.990000000000002</cx:pt>
          <cx:pt idx="6309">99.980000000000004</cx:pt>
          <cx:pt idx="6310">169.97999999999999</cx:pt>
          <cx:pt idx="6311">232.94999999999999</cx:pt>
          <cx:pt idx="6312">131.97999999999999</cx:pt>
          <cx:pt idx="6313">98.969999999999999</cx:pt>
          <cx:pt idx="6314">121.98</cx:pt>
          <cx:pt idx="6315">169.97999999999999</cx:pt>
          <cx:pt idx="6316">114.97</cx:pt>
          <cx:pt idx="6317">183.74000000000001</cx:pt>
          <cx:pt idx="6318">289.94999999999999</cx:pt>
          <cx:pt idx="6319">141.97</cx:pt>
          <cx:pt idx="6320">169.97999999999999</cx:pt>
          <cx:pt idx="6321">164.97</cx:pt>
          <cx:pt idx="6322">131.97999999999999</cx:pt>
          <cx:pt idx="6323">162.96000000000001</cx:pt>
          <cx:pt idx="6324">124.95999999999999</cx:pt>
          <cx:pt idx="6325">-84.989999999999995</cx:pt>
          <cx:pt idx="6326">131.97999999999999</cx:pt>
          <cx:pt idx="6327">99.980000000000004</cx:pt>
          <cx:pt idx="6328">121.48</cx:pt>
          <cx:pt idx="6329">169.97999999999999</cx:pt>
          <cx:pt idx="6330">287.94</cx:pt>
          <cx:pt idx="6331">379.94</cx:pt>
          <cx:pt idx="6332">289.95999999999998</cx:pt>
          <cx:pt idx="6333">325.86000000000001</cx:pt>
          <cx:pt idx="6334">249.41999999999999</cx:pt>
          <cx:pt idx="6335">254.97</cx:pt>
          <cx:pt idx="6336">262.42000000000002</cx:pt>
          <cx:pt idx="6337">169.97999999999999</cx:pt>
          <cx:pt idx="6338">339.95999999999998</cx:pt>
          <cx:pt idx="6339">105.27</cx:pt>
          <cx:pt idx="6340">282.94999999999999</cx:pt>
          <cx:pt idx="6341">332.94</cx:pt>
          <cx:pt idx="6342">339.95999999999998</cx:pt>
          <cx:pt idx="6343">279.95999999999998</cx:pt>
          <cx:pt idx="6344">229.97</cx:pt>
          <cx:pt idx="6345">131.97999999999999</cx:pt>
          <cx:pt idx="6346">263.95999999999998</cx:pt>
          <cx:pt idx="6347">240.40000000000001</cx:pt>
          <cx:pt idx="6348">58.979999999999997</cx:pt>
          <cx:pt idx="6349">72.969999999999999</cx:pt>
          <cx:pt idx="6350">193.96000000000001</cx:pt>
          <cx:pt idx="6351">245.46000000000001</cx:pt>
          <cx:pt idx="6352">172.97</cx:pt>
          <cx:pt idx="6353">169.97999999999999</cx:pt>
          <cx:pt idx="6354">126.77</cx:pt>
          <cx:pt idx="6355">137.97999999999999</cx:pt>
          <cx:pt idx="6356">103.95999999999999</cx:pt>
          <cx:pt idx="6357">161.97999999999999</cx:pt>
          <cx:pt idx="6358">94.969999999999999</cx:pt>
          <cx:pt idx="6359">146.97</cx:pt>
          <cx:pt idx="6360">131.97999999999999</cx:pt>
          <cx:pt idx="6361">152.97</cx:pt>
          <cx:pt idx="6362">153.97999999999999</cx:pt>
          <cx:pt idx="6363">153.97999999999999</cx:pt>
          <cx:pt idx="6364">219.97</cx:pt>
          <cx:pt idx="6365">169.97999999999999</cx:pt>
          <cx:pt idx="6366">169.97999999999999</cx:pt>
          <cx:pt idx="6367">169.97999999999999</cx:pt>
          <cx:pt idx="6368">169.97999999999999</cx:pt>
          <cx:pt idx="6369">-131.97999999999999</cx:pt>
          <cx:pt idx="6370">159.97999999999999</cx:pt>
          <cx:pt idx="6371">131.97999999999999</cx:pt>
          <cx:pt idx="6372">131.97999999999999</cx:pt>
          <cx:pt idx="6373">169.97999999999999</cx:pt>
          <cx:pt idx="6374">156.06999999999999</cx:pt>
          <cx:pt idx="6375">131.97999999999999</cx:pt>
          <cx:pt idx="6376">84.989999999999995</cx:pt>
          <cx:pt idx="6377">131.97999999999999</cx:pt>
          <cx:pt idx="6378">105.98</cx:pt>
          <cx:pt idx="6379">153.97999999999999</cx:pt>
          <cx:pt idx="6380">169.97999999999999</cx:pt>
          <cx:pt idx="6381">105.98</cx:pt>
          <cx:pt idx="6382">163.18000000000001</cx:pt>
          <cx:pt idx="6383">169.97999999999999</cx:pt>
          <cx:pt idx="6384">169.97999999999999</cx:pt>
          <cx:pt idx="6385">121.98</cx:pt>
          <cx:pt idx="6386">156.53999999999999</cx:pt>
          <cx:pt idx="6387">216.72</cx:pt>
          <cx:pt idx="6388">259.75999999999999</cx:pt>
          <cx:pt idx="6389">229.47</cx:pt>
          <cx:pt idx="6390">265.61000000000001</cx:pt>
          <cx:pt idx="6391">209.08000000000001</cx:pt>
          <cx:pt idx="6392">197.97</cx:pt>
          <cx:pt idx="6393">243.46000000000001</cx:pt>
          <cx:pt idx="6394">307.87</cx:pt>
          <cx:pt idx="6395">290.05000000000001</cx:pt>
          <cx:pt idx="6396">202.90000000000001</cx:pt>
          <cx:pt idx="6397">182.80000000000001</cx:pt>
          <cx:pt idx="6398">229.47</cx:pt>
          <cx:pt idx="6399">268.95999999999998</cx:pt>
          <cx:pt idx="6400">190.75999999999999</cx:pt>
          <cx:pt idx="6401">170.84999999999999</cx:pt>
          <cx:pt idx="6402">137.97999999999999</cx:pt>
          <cx:pt idx="6403">249.94999999999999</cx:pt>
          <cx:pt idx="6404">263.95999999999998</cx:pt>
          <cx:pt idx="6405">131.97999999999999</cx:pt>
          <cx:pt idx="6406">222.68000000000001</cx:pt>
          <cx:pt idx="6407">131.97999999999999</cx:pt>
          <cx:pt idx="6408">238.96000000000001</cx:pt>
          <cx:pt idx="6409">83.870000000000005</cx:pt>
          <cx:pt idx="6410">119.95999999999999</cx:pt>
          <cx:pt idx="6411">197.97</cx:pt>
          <cx:pt idx="6412">197.97</cx:pt>
          <cx:pt idx="6413">172.97</cx:pt>
          <cx:pt idx="6414">119.95999999999999</cx:pt>
          <cx:pt idx="6415">614.58000000000004</cx:pt>
          <cx:pt idx="6416">307.29000000000002</cx:pt>
          <cx:pt idx="6417">460.94</cx:pt>
          <cx:pt idx="6418">566.17999999999995</cx:pt>
          <cx:pt idx="6419">307.29000000000002</cx:pt>
          <cx:pt idx="6420">307.29000000000002</cx:pt>
          <cx:pt idx="6421">307.29000000000002</cx:pt>
          <cx:pt idx="6422">268.56999999999999</cx:pt>
          <cx:pt idx="6423">307.29000000000002</cx:pt>
          <cx:pt idx="6424">307.29000000000002</cx:pt>
          <cx:pt idx="6425">307.29000000000002</cx:pt>
          <cx:pt idx="6426">277.04000000000002</cx:pt>
          <cx:pt idx="6427">80.969999999999999</cx:pt>
          <cx:pt idx="6428">97.969999999999999</cx:pt>
          <cx:pt idx="6429">94.969999999999999</cx:pt>
          <cx:pt idx="6430">119.97</cx:pt>
          <cx:pt idx="6431">183.46000000000001</cx:pt>
          <cx:pt idx="6432">59.979999999999997</cx:pt>
          <cx:pt idx="6433">96.200000000000003</cx:pt>
          <cx:pt idx="6434">111.97</cx:pt>
          <cx:pt idx="6435">88.969999999999999</cx:pt>
          <cx:pt idx="6436">55.969999999999999</cx:pt>
          <cx:pt idx="6437">64.980000000000004</cx:pt>
          <cx:pt idx="6438">77.969999999999999</cx:pt>
          <cx:pt idx="6439">177.94999999999999</cx:pt>
          <cx:pt idx="6440">129.78</cx:pt>
          <cx:pt idx="6441">96.969999999999999</cx:pt>
          <cx:pt idx="6442">149.96000000000001</cx:pt>
          <cx:pt idx="6443">92.299999999999997</cx:pt>
          <cx:pt idx="6444">84.989999999999995</cx:pt>
          <cx:pt idx="6445">114.95999999999999</cx:pt>
          <cx:pt idx="6446">87.980000000000004</cx:pt>
          <cx:pt idx="6447">127.95</cx:pt>
          <cx:pt idx="6448">65.980000000000004</cx:pt>
          <cx:pt idx="6449">79.969999999999999</cx:pt>
          <cx:pt idx="6450">135.96000000000001</cx:pt>
          <cx:pt idx="6451">99.980000000000004</cx:pt>
          <cx:pt idx="6452">84.980000000000004</cx:pt>
          <cx:pt idx="6453">55.950000000000003</cx:pt>
          <cx:pt idx="6454">95.719999999999999</cx:pt>
          <cx:pt idx="6455">125.95999999999999</cx:pt>
          <cx:pt idx="6456">115.97</cx:pt>
          <cx:pt idx="6457">95.269999999999996</cx:pt>
          <cx:pt idx="6458">154.96000000000001</cx:pt>
          <cx:pt idx="6459">159.96000000000001</cx:pt>
          <cx:pt idx="6460">85.209999999999994</cx:pt>
          <cx:pt idx="6461">106.95999999999999</cx:pt>
          <cx:pt idx="6462">142.78</cx:pt>
          <cx:pt idx="6463">69.980000000000004</cx:pt>
          <cx:pt idx="6464">106.97</cx:pt>
          <cx:pt idx="6465">185.97</cx:pt>
          <cx:pt idx="6466">153.96000000000001</cx:pt>
          <cx:pt idx="6467">115.97</cx:pt>
          <cx:pt idx="6468">96.930000000000007</cx:pt>
          <cx:pt idx="6469">65.980000000000004</cx:pt>
          <cx:pt idx="6470">114.69</cx:pt>
          <cx:pt idx="6471">118.95999999999999</cx:pt>
          <cx:pt idx="6472">106.97</cx:pt>
          <cx:pt idx="6473">99.959999999999994</cx:pt>
          <cx:pt idx="6474">115.97</cx:pt>
          <cx:pt idx="6475">119.97</cx:pt>
          <cx:pt idx="6476">99.980000000000004</cx:pt>
          <cx:pt idx="6477">101.28</cx:pt>
          <cx:pt idx="6478">73.969999999999999</cx:pt>
          <cx:pt idx="6479">169.97999999999999</cx:pt>
          <cx:pt idx="6480">169.97999999999999</cx:pt>
          <cx:pt idx="6481">131.97999999999999</cx:pt>
          <cx:pt idx="6482">131.97999999999999</cx:pt>
          <cx:pt idx="6483">169.97999999999999</cx:pt>
          <cx:pt idx="6484">99.980000000000004</cx:pt>
          <cx:pt idx="6485">188.97</cx:pt>
          <cx:pt idx="6486">99.980000000000004</cx:pt>
          <cx:pt idx="6487">144.47999999999999</cx:pt>
          <cx:pt idx="6488">169.97999999999999</cx:pt>
          <cx:pt idx="6489">169.97999999999999</cx:pt>
          <cx:pt idx="6490">169.97999999999999</cx:pt>
          <cx:pt idx="6491">131.97999999999999</cx:pt>
          <cx:pt idx="6492">169.97999999999999</cx:pt>
          <cx:pt idx="6493">169.97999999999999</cx:pt>
          <cx:pt idx="6494">169.97999999999999</cx:pt>
          <cx:pt idx="6495">137.97999999999999</cx:pt>
          <cx:pt idx="6496">121.98</cx:pt>
          <cx:pt idx="6497">157.84999999999999</cx:pt>
          <cx:pt idx="6498">159.97999999999999</cx:pt>
          <cx:pt idx="6499">131.97999999999999</cx:pt>
          <cx:pt idx="6500">150.97</cx:pt>
          <cx:pt idx="6501">188.97</cx:pt>
          <cx:pt idx="6502">160.09999999999999</cx:pt>
          <cx:pt idx="6503">169.97999999999999</cx:pt>
          <cx:pt idx="6504">169.97999999999999</cx:pt>
          <cx:pt idx="6505">161.49000000000001</cx:pt>
          <cx:pt idx="6506">91.879999999999995</cx:pt>
          <cx:pt idx="6507">121.98</cx:pt>
          <cx:pt idx="6508">169.97999999999999</cx:pt>
          <cx:pt idx="6509">169.97999999999999</cx:pt>
          <cx:pt idx="6510">261.63999999999999</cx:pt>
          <cx:pt idx="6511">405.10000000000002</cx:pt>
          <cx:pt idx="6512">337.31999999999999</cx:pt>
          <cx:pt idx="6513">229.96000000000001</cx:pt>
          <cx:pt idx="6514">274.94999999999999</cx:pt>
          <cx:pt idx="6515">245.81999999999999</cx:pt>
          <cx:pt idx="6516">271.92000000000002</cx:pt>
          <cx:pt idx="6517">240.46000000000001</cx:pt>
          <cx:pt idx="6518">266.95999999999998</cx:pt>
          <cx:pt idx="6519">263.95999999999998</cx:pt>
          <cx:pt idx="6520">199.96000000000001</cx:pt>
          <cx:pt idx="6521">257.94999999999999</cx:pt>
          <cx:pt idx="6522">265.45999999999998</cx:pt>
          <cx:pt idx="6523">253.34</cx:pt>
          <cx:pt idx="6524">172.97</cx:pt>
          <cx:pt idx="6525">188.06999999999999</cx:pt>
          <cx:pt idx="6526">381.93000000000001</cx:pt>
          <cx:pt idx="6527">193.61000000000001</cx:pt>
          <cx:pt idx="6528">336.13999999999999</cx:pt>
          <cx:pt idx="6529">248.18000000000001</cx:pt>
          <cx:pt idx="6530">288.97000000000003</cx:pt>
          <cx:pt idx="6531">336.27999999999997</cx:pt>
          <cx:pt idx="6532">84.269999999999996</cx:pt>
          <cx:pt idx="6533">339.95999999999998</cx:pt>
          <cx:pt idx="6534">361.13999999999999</cx:pt>
          <cx:pt idx="6535">367.94</cx:pt>
          <cx:pt idx="6536">126.34999999999999</cx:pt>
          <cx:pt idx="6537">169.97999999999999</cx:pt>
          <cx:pt idx="6538">83.480000000000004</cx:pt>
          <cx:pt idx="6539">143.97999999999999</cx:pt>
          <cx:pt idx="6540">186.96000000000001</cx:pt>
          <cx:pt idx="6541">69.989999999999995</cx:pt>
          <cx:pt idx="6542">160.53</cx:pt>
          <cx:pt idx="6543">111.97</cx:pt>
          <cx:pt idx="6544">131.97999999999999</cx:pt>
          <cx:pt idx="6545">154.91999999999999</cx:pt>
          <cx:pt idx="6546">84.989999999999995</cx:pt>
          <cx:pt idx="6547">238.97</cx:pt>
          <cx:pt idx="6548">84.989999999999995</cx:pt>
          <cx:pt idx="6549">284.94999999999999</cx:pt>
          <cx:pt idx="6550">111.97</cx:pt>
          <cx:pt idx="6551">169.97999999999999</cx:pt>
          <cx:pt idx="6552">199.96000000000001</cx:pt>
          <cx:pt idx="6553">167.97</cx:pt>
          <cx:pt idx="6554">184.97</cx:pt>
          <cx:pt idx="6555">169.97999999999999</cx:pt>
          <cx:pt idx="6556">169.97999999999999</cx:pt>
          <cx:pt idx="6557">127.36</cx:pt>
          <cx:pt idx="6558">224.94999999999999</cx:pt>
          <cx:pt idx="6559">169.97999999999999</cx:pt>
          <cx:pt idx="6560">184.97</cx:pt>
          <cx:pt idx="6561">64.959999999999994</cx:pt>
          <cx:pt idx="6562">156.78</cx:pt>
          <cx:pt idx="6563">126.04000000000001</cx:pt>
          <cx:pt idx="6564">50.969999999999999</cx:pt>
          <cx:pt idx="6565">152.97999999999999</cx:pt>
          <cx:pt idx="6566">199.78</cx:pt>
          <cx:pt idx="6567">52.159999999999997</cx:pt>
          <cx:pt idx="6568">169.97999999999999</cx:pt>
          <cx:pt idx="6569">131.97999999999999</cx:pt>
          <cx:pt idx="6570">154.97</cx:pt>
          <cx:pt idx="6571">159.97999999999999</cx:pt>
          <cx:pt idx="6572">169.97999999999999</cx:pt>
          <cx:pt idx="6573">127.98</cx:pt>
          <cx:pt idx="6574">84.989999999999995</cx:pt>
          <cx:pt idx="6575">169.97999999999999</cx:pt>
          <cx:pt idx="6576">69.980000000000004</cx:pt>
          <cx:pt idx="6577">153.97999999999999</cx:pt>
          <cx:pt idx="6578">131.97999999999999</cx:pt>
          <cx:pt idx="6579">91.349999999999994</cx:pt>
          <cx:pt idx="6580">83.980000000000004</cx:pt>
          <cx:pt idx="6581">107.15000000000001</cx:pt>
          <cx:pt idx="6582">71.959999999999994</cx:pt>
          <cx:pt idx="6583">169.43000000000001</cx:pt>
          <cx:pt idx="6584">134.97999999999999</cx:pt>
          <cx:pt idx="6585">299.92000000000002</cx:pt>
          <cx:pt idx="6586">254.97</cx:pt>
          <cx:pt idx="6587">211.94999999999999</cx:pt>
          <cx:pt idx="6588">254.97</cx:pt>
          <cx:pt idx="6589">348.91000000000003</cx:pt>
          <cx:pt idx="6590">349.91000000000003</cx:pt>
          <cx:pt idx="6591">171.49000000000001</cx:pt>
          <cx:pt idx="6592">199.93000000000001</cx:pt>
          <cx:pt idx="6593">232.93000000000001</cx:pt>
          <cx:pt idx="6594">185.94</cx:pt>
          <cx:pt idx="6595">78.390000000000001</cx:pt>
          <cx:pt idx="6596">79.989999999999995</cx:pt>
          <cx:pt idx="6597">73.980000000000004</cx:pt>
          <cx:pt idx="6598">77.340000000000003</cx:pt>
          <cx:pt idx="6599">79.989999999999995</cx:pt>
          <cx:pt idx="6600">81.969999999999999</cx:pt>
          <cx:pt idx="6601">79.989999999999995</cx:pt>
          <cx:pt idx="6602">97.359999999999999</cx:pt>
          <cx:pt idx="6603">48.289999999999999</cx:pt>
          <cx:pt idx="6604">46.93</cx:pt>
          <cx:pt idx="6605">78.390000000000001</cx:pt>
          <cx:pt idx="6606">79.989999999999995</cx:pt>
          <cx:pt idx="6607">79.989999999999995</cx:pt>
          <cx:pt idx="6608">65.989999999999995</cx:pt>
          <cx:pt idx="6609">75.989999999999995</cx:pt>
          <cx:pt idx="6610">65.989999999999995</cx:pt>
          <cx:pt idx="6611">107.01000000000001</cx:pt>
          <cx:pt idx="6612">79.989999999999995</cx:pt>
          <cx:pt idx="6613">79.989999999999995</cx:pt>
          <cx:pt idx="6614">123.98</cx:pt>
          <cx:pt idx="6615">65.989999999999995</cx:pt>
          <cx:pt idx="6616">47.289999999999999</cx:pt>
          <cx:pt idx="6617">101.98</cx:pt>
          <cx:pt idx="6618">76.790000000000006</cx:pt>
          <cx:pt idx="6619">87.650000000000006</cx:pt>
          <cx:pt idx="6620">84.989999999999995</cx:pt>
          <cx:pt idx="6621">79.989999999999995</cx:pt>
          <cx:pt idx="6622">79.989999999999995</cx:pt>
          <cx:pt idx="6623">159.97999999999999</cx:pt>
          <cx:pt idx="6624">35.289999999999999</cx:pt>
          <cx:pt idx="6625">65.989999999999995</cx:pt>
          <cx:pt idx="6626">79.989999999999995</cx:pt>
          <cx:pt idx="6627">48.289999999999999</cx:pt>
          <cx:pt idx="6628">79.989999999999995</cx:pt>
          <cx:pt idx="6629">78.390000000000001</cx:pt>
          <cx:pt idx="6630">79.980000000000004</cx:pt>
          <cx:pt idx="6631">92.980000000000004</cx:pt>
          <cx:pt idx="6632">125.97</cx:pt>
          <cx:pt idx="6633">64.980000000000004</cx:pt>
          <cx:pt idx="6634">108.58</cx:pt>
          <cx:pt idx="6635">133.46000000000001</cx:pt>
          <cx:pt idx="6636">79.989999999999995</cx:pt>
          <cx:pt idx="6637">65.989999999999995</cx:pt>
          <cx:pt idx="6638">91.980000000000004</cx:pt>
          <cx:pt idx="6639">1.3</cx:pt>
          <cx:pt idx="6640">79.989999999999995</cx:pt>
          <cx:pt idx="6641">111.97</cx:pt>
          <cx:pt idx="6642">84.989999999999995</cx:pt>
          <cx:pt idx="6643">79.989999999999995</cx:pt>
          <cx:pt idx="6644">263.95999999999998</cx:pt>
          <cx:pt idx="6645">131.97999999999999</cx:pt>
          <cx:pt idx="6646">263.95999999999998</cx:pt>
          <cx:pt idx="6647">157.97999999999999</cx:pt>
          <cx:pt idx="6648">140.97</cx:pt>
          <cx:pt idx="6649">104.38</cx:pt>
          <cx:pt idx="6650">151.97</cx:pt>
          <cx:pt idx="6651">149.97</cx:pt>
          <cx:pt idx="6652">131.97999999999999</cx:pt>
          <cx:pt idx="6653">171.96000000000001</cx:pt>
          <cx:pt idx="6654">195.99000000000001</cx:pt>
          <cx:pt idx="6655">190.03</cx:pt>
          <cx:pt idx="6656">197.97</cx:pt>
          <cx:pt idx="6657">194.72999999999999</cx:pt>
          <cx:pt idx="6658">119.97</cx:pt>
          <cx:pt idx="6659">95.659999999999997</cx:pt>
          <cx:pt idx="6660">226.94999999999999</cx:pt>
          <cx:pt idx="6661">197.97</cx:pt>
          <cx:pt idx="6662">0</cx:pt>
          <cx:pt idx="6663">2.0499999999999998</cx:pt>
          <cx:pt idx="6664">227.94999999999999</cx:pt>
          <cx:pt idx="6665">131.97999999999999</cx:pt>
          <cx:pt idx="6666">277.94999999999999</cx:pt>
          <cx:pt idx="6667">197.97</cx:pt>
          <cx:pt idx="6668">131.97999999999999</cx:pt>
          <cx:pt idx="6669">209.06999999999999</cx:pt>
          <cx:pt idx="6670">131.97999999999999</cx:pt>
          <cx:pt idx="6671">212.96000000000001</cx:pt>
          <cx:pt idx="6672">221.94999999999999</cx:pt>
          <cx:pt idx="6673">197.97</cx:pt>
          <cx:pt idx="6674">131.97999999999999</cx:pt>
          <cx:pt idx="6675">197.97</cx:pt>
          <cx:pt idx="6676">197.97</cx:pt>
          <cx:pt idx="6677">252.94999999999999</cx:pt>
          <cx:pt idx="6678">179.94</cx:pt>
          <cx:pt idx="6679">197.97</cx:pt>
          <cx:pt idx="6680">254.96000000000001</cx:pt>
          <cx:pt idx="6681">254.96000000000001</cx:pt>
          <cx:pt idx="6682">159.97999999999999</cx:pt>
          <cx:pt idx="6683">201.96000000000001</cx:pt>
          <cx:pt idx="6684">201.96000000000001</cx:pt>
          <cx:pt idx="6685">272.19999999999999</cx:pt>
          <cx:pt idx="6686">338.32999999999998</cx:pt>
          <cx:pt idx="6687">254.96000000000001</cx:pt>
          <cx:pt idx="6688">254.96000000000001</cx:pt>
          <cx:pt idx="6689">280.94</cx:pt>
          <cx:pt idx="6690">227.94</cx:pt>
          <cx:pt idx="6691">173.84999999999999</cx:pt>
          <cx:pt idx="6692">334.94999999999999</cx:pt>
          <cx:pt idx="6693">168.28</cx:pt>
          <cx:pt idx="6694">131.97999999999999</cx:pt>
          <cx:pt idx="6695">169.97999999999999</cx:pt>
          <cx:pt idx="6696">131.97999999999999</cx:pt>
          <cx:pt idx="6697">49.990000000000002</cx:pt>
          <cx:pt idx="6698">128.02000000000001</cx:pt>
          <cx:pt idx="6699">162.52000000000001</cx:pt>
          <cx:pt idx="6700">169.97999999999999</cx:pt>
          <cx:pt idx="6701">101.98</cx:pt>
          <cx:pt idx="6702">125.38</cx:pt>
          <cx:pt idx="6703">158.28</cx:pt>
          <cx:pt idx="6704">121.98</cx:pt>
          <cx:pt idx="6705">132.47999999999999</cx:pt>
          <cx:pt idx="6706">168.28</cx:pt>
          <cx:pt idx="6707">166.58000000000001</cx:pt>
          <cx:pt idx="6708">129.34</cx:pt>
          <cx:pt idx="6709">169.97999999999999</cx:pt>
          <cx:pt idx="6710">169.97999999999999</cx:pt>
          <cx:pt idx="6711">148.83000000000001</cx:pt>
          <cx:pt idx="6712">129.34</cx:pt>
          <cx:pt idx="6713">117.98</cx:pt>
          <cx:pt idx="6714">168.47</cx:pt>
          <cx:pt idx="6715">127.98</cx:pt>
          <cx:pt idx="6716">137.96000000000001</cx:pt>
          <cx:pt idx="6717">358.94999999999999</cx:pt>
          <cx:pt idx="6718">56.969999999999999</cx:pt>
          <cx:pt idx="6719">53.979999999999997</cx:pt>
          <cx:pt idx="6720">51.770000000000003</cx:pt>
          <cx:pt idx="6721">103.98</cx:pt>
          <cx:pt idx="6722">49.460000000000001</cx:pt>
          <cx:pt idx="6723">184.97</cx:pt>
          <cx:pt idx="6724">159.97999999999999</cx:pt>
          <cx:pt idx="6725">135.46000000000001</cx:pt>
          <cx:pt idx="6726">152.97</cx:pt>
          <cx:pt idx="6727">169.97999999999999</cx:pt>
          <cx:pt idx="6728">121.98</cx:pt>
          <cx:pt idx="6729">121.98</cx:pt>
          <cx:pt idx="6730">169.97999999999999</cx:pt>
          <cx:pt idx="6731">184.97</cx:pt>
          <cx:pt idx="6732">131.97999999999999</cx:pt>
          <cx:pt idx="6733">197.97</cx:pt>
          <cx:pt idx="6734">84.989999999999995</cx:pt>
          <cx:pt idx="6735">131.97999999999999</cx:pt>
          <cx:pt idx="6736">84.989999999999995</cx:pt>
          <cx:pt idx="6737">184.97</cx:pt>
          <cx:pt idx="6738">84.989999999999995</cx:pt>
          <cx:pt idx="6739">152.97</cx:pt>
          <cx:pt idx="6740">169.97999999999999</cx:pt>
          <cx:pt idx="6741">161.25</cx:pt>
          <cx:pt idx="6742">84.980000000000004</cx:pt>
          <cx:pt idx="6743">197.97</cx:pt>
          <cx:pt idx="6744">161.25</cx:pt>
          <cx:pt idx="6745">169.97999999999999</cx:pt>
          <cx:pt idx="6746">84.989999999999995</cx:pt>
          <cx:pt idx="6747">84.989999999999995</cx:pt>
          <cx:pt idx="6748">135.46000000000001</cx:pt>
          <cx:pt idx="6749">184.97</cx:pt>
          <cx:pt idx="6750">264.97000000000003</cx:pt>
          <cx:pt idx="6751">169.97999999999999</cx:pt>
          <cx:pt idx="6752">84.989999999999995</cx:pt>
          <cx:pt idx="6753">264.97000000000003</cx:pt>
          <cx:pt idx="6754">84.989999999999995</cx:pt>
          <cx:pt idx="6755">84.989999999999995</cx:pt>
          <cx:pt idx="6756">159.97999999999999</cx:pt>
          <cx:pt idx="6757">84.989999999999995</cx:pt>
          <cx:pt idx="6758">83.980000000000004</cx:pt>
          <cx:pt idx="6759">54.07</cx:pt>
          <cx:pt idx="6760">169.97999999999999</cx:pt>
          <cx:pt idx="6761">83.980000000000004</cx:pt>
          <cx:pt idx="6762">84.989999999999995</cx:pt>
          <cx:pt idx="6763">197.97</cx:pt>
          <cx:pt idx="6764">54.07</cx:pt>
          <cx:pt idx="6765">197.97</cx:pt>
          <cx:pt idx="6766">84.980000000000004</cx:pt>
          <cx:pt idx="6767">51.479999999999997</cx:pt>
          <cx:pt idx="6768">41.289999999999999</cx:pt>
          <cx:pt idx="6769">84.989999999999995</cx:pt>
          <cx:pt idx="6770">50.979999999999997</cx:pt>
          <cx:pt idx="6771">46.289999999999999</cx:pt>
          <cx:pt idx="6772">62.090000000000003</cx:pt>
          <cx:pt idx="6773">62.090000000000003</cx:pt>
          <cx:pt idx="6774">99.980000000000004</cx:pt>
          <cx:pt idx="6775">149.97</cx:pt>
          <cx:pt idx="6776">69.989999999999995</cx:pt>
          <cx:pt idx="6777">126.11</cx:pt>
          <cx:pt idx="6778">83.629999999999995</cx:pt>
          <cx:pt idx="6779">84.989999999999995</cx:pt>
          <cx:pt idx="6780">84.989999999999995</cx:pt>
          <cx:pt idx="6781">84.299999999999997</cx:pt>
          <cx:pt idx="6782">70.989999999999995</cx:pt>
          <cx:pt idx="6783">51.479999999999997</cx:pt>
          <cx:pt idx="6784">84.989999999999995</cx:pt>
          <cx:pt idx="6785">169.97999999999999</cx:pt>
          <cx:pt idx="6786">113.06999999999999</cx:pt>
          <cx:pt idx="6787">61.729999999999997</cx:pt>
          <cx:pt idx="6788">82.640000000000001</cx:pt>
          <cx:pt idx="6789">62.990000000000002</cx:pt>
          <cx:pt idx="6790">65.989999999999995</cx:pt>
          <cx:pt idx="6791">78</cx:pt>
          <cx:pt idx="6792">73.989999999999995</cx:pt>
          <cx:pt idx="6793">56.090000000000003</cx:pt>
          <cx:pt idx="6794">50.450000000000003</cx:pt>
          <cx:pt idx="6795">47.289999999999999</cx:pt>
          <cx:pt idx="6796">84.989999999999995</cx:pt>
          <cx:pt idx="6797">80.980000000000004</cx:pt>
          <cx:pt idx="6798">85.480000000000004</cx:pt>
          <cx:pt idx="6799">138.96000000000001</cx:pt>
          <cx:pt idx="6800">84.989999999999995</cx:pt>
          <cx:pt idx="6801">66.439999999999998</cx:pt>
          <cx:pt idx="6802">84.989999999999995</cx:pt>
          <cx:pt idx="6803">-1.3</cx:pt>
          <cx:pt idx="6804">84.989999999999995</cx:pt>
          <cx:pt idx="6805">84.989999999999995</cx:pt>
          <cx:pt idx="6806">84.989999999999995</cx:pt>
          <cx:pt idx="6807">95.379999999999995</cx:pt>
          <cx:pt idx="6808">89.980000000000004</cx:pt>
          <cx:pt idx="6809">82.359999999999999</cx:pt>
          <cx:pt idx="6810">84.989999999999995</cx:pt>
          <cx:pt idx="6811">84.980000000000004</cx:pt>
          <cx:pt idx="6812">294.95999999999998</cx:pt>
          <cx:pt idx="6813">294.95999999999998</cx:pt>
          <cx:pt idx="6814">213.96000000000001</cx:pt>
          <cx:pt idx="6815">197.97</cx:pt>
          <cx:pt idx="6816">206.97</cx:pt>
          <cx:pt idx="6817">254.97</cx:pt>
          <cx:pt idx="6818">213.96000000000001</cx:pt>
          <cx:pt idx="6819">197.97</cx:pt>
          <cx:pt idx="6820">254.97</cx:pt>
          <cx:pt idx="6821">270.95999999999998</cx:pt>
          <cx:pt idx="6822">254.97</cx:pt>
          <cx:pt idx="6823">254.97</cx:pt>
          <cx:pt idx="6824">131.97999999999999</cx:pt>
          <cx:pt idx="6825">197.97</cx:pt>
          <cx:pt idx="6826">121.98</cx:pt>
          <cx:pt idx="6827">197.97</cx:pt>
          <cx:pt idx="6828">197.97</cx:pt>
          <cx:pt idx="6829">159.91999999999999</cx:pt>
          <cx:pt idx="6830">171.97</cx:pt>
          <cx:pt idx="6831">247.94</cx:pt>
          <cx:pt idx="6832">121.98</cx:pt>
          <cx:pt idx="6833">131.97999999999999</cx:pt>
          <cx:pt idx="6834">105.98</cx:pt>
          <cx:pt idx="6835">199.47</cx:pt>
          <cx:pt idx="6836">131.97999999999999</cx:pt>
          <cx:pt idx="6837">99.980000000000004</cx:pt>
          <cx:pt idx="6838">137.96000000000001</cx:pt>
          <cx:pt idx="6839">131.97999999999999</cx:pt>
          <cx:pt idx="6840">173.97</cx:pt>
          <cx:pt idx="6841">124.15000000000001</cx:pt>
          <cx:pt idx="6842">197.97</cx:pt>
          <cx:pt idx="6843">117.61</cx:pt>
          <cx:pt idx="6844">383.31999999999999</cx:pt>
          <cx:pt idx="6845">487.51999999999998</cx:pt>
          <cx:pt idx="6846">65.989999999999995</cx:pt>
          <cx:pt idx="6847">307.39999999999998</cx:pt>
          <cx:pt idx="6848">147.59999999999999</cx:pt>
          <cx:pt idx="6849">263.95999999999998</cx:pt>
          <cx:pt idx="6850">181.97</cx:pt>
          <cx:pt idx="6851">181.97</cx:pt>
          <cx:pt idx="6852">280.68000000000001</cx:pt>
          <cx:pt idx="6853">278.94999999999999</cx:pt>
          <cx:pt idx="6854">263.95999999999998</cx:pt>
          <cx:pt idx="6855">178.16999999999999</cx:pt>
          <cx:pt idx="6856">178.16999999999999</cx:pt>
          <cx:pt idx="6857">232.96000000000001</cx:pt>
          <cx:pt idx="6858">269.50999999999999</cx:pt>
          <cx:pt idx="6859">457.83999999999997</cx:pt>
          <cx:pt idx="6860">99.980000000000004</cx:pt>
          <cx:pt idx="6861">280.68000000000001</cx:pt>
          <cx:pt idx="6862">457.83999999999997</cx:pt>
          <cx:pt idx="6863">232.96000000000001</cx:pt>
          <cx:pt idx="6864">313.94999999999999</cx:pt>
          <cx:pt idx="6865">278.94999999999999</cx:pt>
          <cx:pt idx="6866">269.50999999999999</cx:pt>
          <cx:pt idx="6867">313.94999999999999</cx:pt>
          <cx:pt idx="6868">340.13</cx:pt>
          <cx:pt idx="6869">340.13</cx:pt>
          <cx:pt idx="6870">348.24000000000001</cx:pt>
          <cx:pt idx="6871">348.24000000000001</cx:pt>
          <cx:pt idx="6872">99.980000000000004</cx:pt>
          <cx:pt idx="6873">199.96000000000001</cx:pt>
          <cx:pt idx="6874">213.93000000000001</cx:pt>
          <cx:pt idx="6875">339.95999999999998</cx:pt>
          <cx:pt idx="6876">255.96000000000001</cx:pt>
          <cx:pt idx="6877">217.96000000000001</cx:pt>
          <cx:pt idx="6878">174.97</cx:pt>
          <cx:pt idx="6879">269.95999999999998</cx:pt>
          <cx:pt idx="6880">339.95999999999998</cx:pt>
          <cx:pt idx="6881">293.93000000000001</cx:pt>
          <cx:pt idx="6882">212.97</cx:pt>
          <cx:pt idx="6883">77.980000000000004</cx:pt>
          <cx:pt idx="6884">169.97999999999999</cx:pt>
          <cx:pt idx="6885">102.95999999999999</cx:pt>
          <cx:pt idx="6886">113.97</cx:pt>
          <cx:pt idx="6887">77.969999999999999</cx:pt>
          <cx:pt idx="6888">62.979999999999997</cx:pt>
          <cx:pt idx="6889">99.980000000000004</cx:pt>
          <cx:pt idx="6890">79.980000000000004</cx:pt>
          <cx:pt idx="6891">92.870000000000005</cx:pt>
          <cx:pt idx="6892">79.980000000000004</cx:pt>
          <cx:pt idx="6893">116.81999999999999</cx:pt>
          <cx:pt idx="6894">99.980000000000004</cx:pt>
          <cx:pt idx="6895">99.980000000000004</cx:pt>
          <cx:pt idx="6896">138.96000000000001</cx:pt>
          <cx:pt idx="6897">89.969999999999999</cx:pt>
          <cx:pt idx="6898">98.980000000000004</cx:pt>
          <cx:pt idx="6899">94.310000000000002</cx:pt>
          <cx:pt idx="6900">88.980000000000004</cx:pt>
          <cx:pt idx="6901">90.569999999999993</cx:pt>
          <cx:pt idx="6902">99.980000000000004</cx:pt>
          <cx:pt idx="6903">112.97</cx:pt>
          <cx:pt idx="6904">105.95999999999999</cx:pt>
          <cx:pt idx="6905">118.53</cx:pt>
          <cx:pt idx="6906">125.95999999999999</cx:pt>
          <cx:pt idx="6907">113.97</cx:pt>
          <cx:pt idx="6908">99.980000000000004</cx:pt>
          <cx:pt idx="6909">79.980000000000004</cx:pt>
          <cx:pt idx="6910">99.980000000000004</cx:pt>
          <cx:pt idx="6911">79.980000000000004</cx:pt>
          <cx:pt idx="6912">75.840000000000003</cx:pt>
          <cx:pt idx="6913">108.3</cx:pt>
          <cx:pt idx="6914">84.980000000000004</cx:pt>
          <cx:pt idx="6915">131.97999999999999</cx:pt>
          <cx:pt idx="6916">251.81999999999999</cx:pt>
          <cx:pt idx="6917">206.94999999999999</cx:pt>
          <cx:pt idx="6918">26.989999999999998</cx:pt>
          <cx:pt idx="6919">121.98</cx:pt>
          <cx:pt idx="6920">171.96000000000001</cx:pt>
          <cx:pt idx="6921">155.58000000000001</cx:pt>
          <cx:pt idx="6922">65.989999999999995</cx:pt>
          <cx:pt idx="6923">131.97999999999999</cx:pt>
          <cx:pt idx="6924">151.96000000000001</cx:pt>
          <cx:pt idx="6925">214.94999999999999</cx:pt>
          <cx:pt idx="6926">232.96000000000001</cx:pt>
          <cx:pt idx="6927">131.97999999999999</cx:pt>
          <cx:pt idx="6928">237.94999999999999</cx:pt>
          <cx:pt idx="6929">197.97</cx:pt>
          <cx:pt idx="6930">131.97999999999999</cx:pt>
          <cx:pt idx="6931">101.95999999999999</cx:pt>
          <cx:pt idx="6932">285.44</cx:pt>
          <cx:pt idx="6933">212.96000000000001</cx:pt>
          <cx:pt idx="6934">212.96000000000001</cx:pt>
          <cx:pt idx="6935">212.96000000000001</cx:pt>
          <cx:pt idx="6936">212.96000000000001</cx:pt>
          <cx:pt idx="6937">212.96000000000001</cx:pt>
          <cx:pt idx="6938">146.97</cx:pt>
          <cx:pt idx="6939">212.96000000000001</cx:pt>
          <cx:pt idx="6940">212.96000000000001</cx:pt>
          <cx:pt idx="6941">212.96000000000001</cx:pt>
          <cx:pt idx="6942">225.44999999999999</cx:pt>
          <cx:pt idx="6943">242.94999999999999</cx:pt>
          <cx:pt idx="6944">212.96000000000001</cx:pt>
          <cx:pt idx="6945">212.96000000000001</cx:pt>
          <cx:pt idx="6946">165.94999999999999</cx:pt>
          <cx:pt idx="6947">235.97</cx:pt>
          <cx:pt idx="6948">192.94999999999999</cx:pt>
          <cx:pt idx="6949">197.97</cx:pt>
          <cx:pt idx="6950">339.95999999999998</cx:pt>
          <cx:pt idx="6951">339.95999999999998</cx:pt>
          <cx:pt idx="6952">339.95999999999998</cx:pt>
          <cx:pt idx="6953">339.95999999999998</cx:pt>
          <cx:pt idx="6954">275.37</cx:pt>
          <cx:pt idx="6955">339.95999999999998</cx:pt>
          <cx:pt idx="6956">339.95999999999998</cx:pt>
          <cx:pt idx="6957">293.93000000000001</cx:pt>
          <cx:pt idx="6958">294.47000000000003</cx:pt>
          <cx:pt idx="6959">339.95999999999998</cx:pt>
          <cx:pt idx="6960">426.44999999999999</cx:pt>
          <cx:pt idx="6961">205.93000000000001</cx:pt>
          <cx:pt idx="6962">279.95999999999998</cx:pt>
          <cx:pt idx="6963">424.94999999999999</cx:pt>
          <cx:pt idx="6964">158.38</cx:pt>
          <cx:pt idx="6965">159.97999999999999</cx:pt>
          <cx:pt idx="6966">156.68000000000001</cx:pt>
          <cx:pt idx="6967">20.489999999999998</cx:pt>
          <cx:pt idx="6968">21.239999999999998</cx:pt>
          <cx:pt idx="6969">168.38</cx:pt>
          <cx:pt idx="6970">20.489999999999998</cx:pt>
          <cx:pt idx="6971">121.98</cx:pt>
          <cx:pt idx="6972">121.98</cx:pt>
          <cx:pt idx="6973">148.38</cx:pt>
          <cx:pt idx="6974">153.5</cx:pt>
          <cx:pt idx="6975">158.38</cx:pt>
          <cx:pt idx="6976">120.76000000000001</cx:pt>
          <cx:pt idx="6977">121.98</cx:pt>
          <cx:pt idx="6978">159.97999999999999</cx:pt>
          <cx:pt idx="6979">159.97999999999999</cx:pt>
          <cx:pt idx="6980">74.989999999999995</cx:pt>
          <cx:pt idx="6981">158.38</cx:pt>
          <cx:pt idx="6982">158.19</cx:pt>
          <cx:pt idx="6983">159.97999999999999</cx:pt>
          <cx:pt idx="6984">158.38</cx:pt>
          <cx:pt idx="6985">84.989999999999995</cx:pt>
          <cx:pt idx="6986">119.54000000000001</cx:pt>
          <cx:pt idx="6987">111.98</cx:pt>
          <cx:pt idx="6988">308.93000000000001</cx:pt>
          <cx:pt idx="6989">367.94</cx:pt>
          <cx:pt idx="6990">326.94999999999999</cx:pt>
          <cx:pt idx="6991">293.94</cx:pt>
          <cx:pt idx="6992">352.93000000000001</cx:pt>
          <cx:pt idx="6993">172.97</cx:pt>
          <cx:pt idx="6994">322.94999999999999</cx:pt>
          <cx:pt idx="6995">323.93000000000001</cx:pt>
          <cx:pt idx="6996">313.94999999999999</cx:pt>
          <cx:pt idx="6997">344.94999999999999</cx:pt>
          <cx:pt idx="6998">400.92000000000002</cx:pt>
          <cx:pt idx="6999">225.94999999999999</cx:pt>
          <cx:pt idx="7000">344.49000000000001</cx:pt>
          <cx:pt idx="7001">227.94999999999999</cx:pt>
          <cx:pt idx="7002">244.94999999999999</cx:pt>
          <cx:pt idx="7003">247.96000000000001</cx:pt>
          <cx:pt idx="7004">288.74000000000001</cx:pt>
          <cx:pt idx="7005">147.41999999999999</cx:pt>
          <cx:pt idx="7006">112</cx:pt>
          <cx:pt idx="7007">166.58000000000001</cx:pt>
          <cx:pt idx="7008">145.97</cx:pt>
          <cx:pt idx="7009">63.960000000000001</cx:pt>
          <cx:pt idx="7010">150.58000000000001</cx:pt>
          <cx:pt idx="7011">131.97999999999999</cx:pt>
          <cx:pt idx="7012">154.18000000000001</cx:pt>
          <cx:pt idx="7013">169.97999999999999</cx:pt>
          <cx:pt idx="7014">169.97999999999999</cx:pt>
          <cx:pt idx="7015">99.980000000000004</cx:pt>
          <cx:pt idx="7016">152.97999999999999</cx:pt>
          <cx:pt idx="7017">150.18000000000001</cx:pt>
          <cx:pt idx="7018">113.47</cx:pt>
          <cx:pt idx="7019">137.97999999999999</cx:pt>
          <cx:pt idx="7020">171.96000000000001</cx:pt>
          <cx:pt idx="7021">142.97</cx:pt>
          <cx:pt idx="7022">165.97</cx:pt>
          <cx:pt idx="7023">131.97999999999999</cx:pt>
          <cx:pt idx="7024">79.980000000000004</cx:pt>
          <cx:pt idx="7025">136.53</cx:pt>
          <cx:pt idx="7026">162.97</cx:pt>
          <cx:pt idx="7027">154.34</cx:pt>
          <cx:pt idx="7028">156.78</cx:pt>
          <cx:pt idx="7029">152.97</cx:pt>
          <cx:pt idx="7030">162.97</cx:pt>
          <cx:pt idx="7031">123.48</cx:pt>
          <cx:pt idx="7032">141.46000000000001</cx:pt>
          <cx:pt idx="7033">159.97999999999999</cx:pt>
          <cx:pt idx="7034">159.97999999999999</cx:pt>
          <cx:pt idx="7035">163.27000000000001</cx:pt>
          <cx:pt idx="7036">156.47999999999999</cx:pt>
          <cx:pt idx="7037">124.97</cx:pt>
          <cx:pt idx="7038">158.61000000000001</cx:pt>
          <cx:pt idx="7039">131.18000000000001</cx:pt>
          <cx:pt idx="7040">29.879999999999999</cx:pt>
          <cx:pt idx="7041">162.97</cx:pt>
          <cx:pt idx="7042">48.979999999999997</cx:pt>
          <cx:pt idx="7043">189.96000000000001</cx:pt>
          <cx:pt idx="7044">159.97999999999999</cx:pt>
          <cx:pt idx="7045">156.81</cx:pt>
          <cx:pt idx="7046">122.48</cx:pt>
          <cx:pt idx="7047">185.97</cx:pt>
          <cx:pt idx="7048">169.97999999999999</cx:pt>
          <cx:pt idx="7049">169.97999999999999</cx:pt>
          <cx:pt idx="7050">169.97999999999999</cx:pt>
          <cx:pt idx="7051">203.96000000000001</cx:pt>
          <cx:pt idx="7052">143.97999999999999</cx:pt>
          <cx:pt idx="7053">188.97</cx:pt>
          <cx:pt idx="7054">131.97999999999999</cx:pt>
          <cx:pt idx="7055">99.980000000000004</cx:pt>
          <cx:pt idx="7056">188.97</cx:pt>
          <cx:pt idx="7057">147.97999999999999</cx:pt>
          <cx:pt idx="7058">169.97999999999999</cx:pt>
          <cx:pt idx="7059">150.97</cx:pt>
          <cx:pt idx="7060">131.97999999999999</cx:pt>
          <cx:pt idx="7061">121.98</cx:pt>
          <cx:pt idx="7062">150.97</cx:pt>
          <cx:pt idx="7063">169.97999999999999</cx:pt>
          <cx:pt idx="7064">188.97</cx:pt>
          <cx:pt idx="7065">169.97999999999999</cx:pt>
          <cx:pt idx="7066">130.38</cx:pt>
          <cx:pt idx="7067">169.97999999999999</cx:pt>
          <cx:pt idx="7068">169.97999999999999</cx:pt>
          <cx:pt idx="7069">169.97999999999999</cx:pt>
          <cx:pt idx="7070">172.97</cx:pt>
          <cx:pt idx="7071">140.97</cx:pt>
          <cx:pt idx="7072">178.97</cx:pt>
          <cx:pt idx="7073">169.97999999999999</cx:pt>
          <cx:pt idx="7074">169.97999999999999</cx:pt>
          <cx:pt idx="7075">169.97999999999999</cx:pt>
          <cx:pt idx="7076">150.97</cx:pt>
          <cx:pt idx="7077">169.97999999999999</cx:pt>
          <cx:pt idx="7078">137.97999999999999</cx:pt>
          <cx:pt idx="7079">239.53999999999999</cx:pt>
          <cx:pt idx="7080">245.53999999999999</cx:pt>
          <cx:pt idx="7081">255.09999999999999</cx:pt>
          <cx:pt idx="7082">254.71000000000001</cx:pt>
          <cx:pt idx="7083">254.31</cx:pt>
          <cx:pt idx="7084">333.85000000000002</cx:pt>
          <cx:pt idx="7085">294.66000000000003</cx:pt>
          <cx:pt idx="7086">162.09</cx:pt>
          <cx:pt idx="7087">51.979999999999997</cx:pt>
          <cx:pt idx="7088">237.56</cx:pt>
          <cx:pt idx="7089">214.96000000000001</cx:pt>
          <cx:pt idx="7090">214.96000000000001</cx:pt>
          <cx:pt idx="7091">323.50999999999999</cx:pt>
          <cx:pt idx="7092">329.94999999999999</cx:pt>
          <cx:pt idx="7093">148.97</cx:pt>
          <cx:pt idx="7094">293.94999999999999</cx:pt>
          <cx:pt idx="7095">280.94999999999999</cx:pt>
          <cx:pt idx="7096">197.97</cx:pt>
          <cx:pt idx="7097">16.989999999999998</cx:pt>
          <cx:pt idx="7098">170.96000000000001</cx:pt>
          <cx:pt idx="7099">176.97</cx:pt>
          <cx:pt idx="7100">197.97</cx:pt>
          <cx:pt idx="7101">52.969999999999999</cx:pt>
          <cx:pt idx="7102">69.980000000000004</cx:pt>
          <cx:pt idx="7103">45.700000000000003</cx:pt>
          <cx:pt idx="7104">197.97</cx:pt>
          <cx:pt idx="7105">-329.13999999999999</cx:pt>
          <cx:pt idx="7106">71.920000000000002</cx:pt>
          <cx:pt idx="7107">254.78</cx:pt>
          <cx:pt idx="7108">404.88</cx:pt>
          <cx:pt idx="7109">503.01999999999998</cx:pt>
          <cx:pt idx="7110">509.94</cx:pt>
          <cx:pt idx="7111">835.84000000000003</cx:pt>
          <cx:pt idx="7112">547.78999999999996</cx:pt>
          <cx:pt idx="7113">679.91999999999996</cx:pt>
          <cx:pt idx="7114">199.96000000000001</cx:pt>
          <cx:pt idx="7115">199.96000000000001</cx:pt>
          <cx:pt idx="7116">299.94</cx:pt>
          <cx:pt idx="7117">112.97</cx:pt>
          <cx:pt idx="7118">290.88999999999999</cx:pt>
          <cx:pt idx="7119">237.94</cx:pt>
          <cx:pt idx="7120">292.52999999999997</cx:pt>
          <cx:pt idx="7121">225.94</cx:pt>
          <cx:pt idx="7122">324.88999999999999</cx:pt>
          <cx:pt idx="7123">289.18000000000001</cx:pt>
          <cx:pt idx="7124">275.94</cx:pt>
          <cx:pt idx="7125">240.27000000000001</cx:pt>
          <cx:pt idx="7126">125.93000000000001</cx:pt>
          <cx:pt idx="7127">214.90000000000001</cx:pt>
          <cx:pt idx="7128">157.72</cx:pt>
          <cx:pt idx="7129">208.40000000000001</cx:pt>
          <cx:pt idx="7130">141.61000000000001</cx:pt>
          <cx:pt idx="7131">230.87</cx:pt>
          <cx:pt idx="7132">214.90000000000001</cx:pt>
          <cx:pt idx="7133">125.93000000000001</cx:pt>
          <cx:pt idx="7134">161.91</cx:pt>
          <cx:pt idx="7135">179.90000000000001</cx:pt>
          <cx:pt idx="7136">251.86000000000001</cx:pt>
          <cx:pt idx="7137">174.5</cx:pt>
          <cx:pt idx="7138">80.170000000000002</cx:pt>
          <cx:pt idx="7139">171.91999999999999</cx:pt>
          <cx:pt idx="7140">104.94</cx:pt>
          <cx:pt idx="7141">380.31999999999999</cx:pt>
          <cx:pt idx="7142">176.47999999999999</cx:pt>
          <cx:pt idx="7143">-193.69999999999999</cx:pt>
          <cx:pt idx="7144">143.93000000000001</cx:pt>
          <cx:pt idx="7145">227.44999999999999</cx:pt>
          <cx:pt idx="7146">107.94</cx:pt>
          <cx:pt idx="7147">-28.25</cx:pt>
          <cx:pt idx="7148">939.25</cx:pt>
          <cx:pt idx="7149">258.39999999999998</cx:pt>
          <cx:pt idx="7150">254.97</cx:pt>
          <cx:pt idx="7151">609.5</cx:pt>
          <cx:pt idx="7152">434.80000000000001</cx:pt>
          <cx:pt idx="7153">309.29000000000002</cx:pt>
          <cx:pt idx="7154">227.80000000000001</cx:pt>
          <cx:pt idx="7155">169.97999999999999</cx:pt>
          <cx:pt idx="7156">43.450000000000003</cx:pt>
          <cx:pt idx="7157">59.100000000000001</cx:pt>
          <cx:pt idx="7158">81.969999999999999</cx:pt>
          <cx:pt idx="7159">102.97</cx:pt>
          <cx:pt idx="7160">102.97</cx:pt>
          <cx:pt idx="7161">68.989999999999995</cx:pt>
          <cx:pt idx="7162">65.989999999999995</cx:pt>
          <cx:pt idx="7163">95.480000000000004</cx:pt>
          <cx:pt idx="7164">85.189999999999998</cx:pt>
          <cx:pt idx="7165">103.97</cx:pt>
          <cx:pt idx="7166">93.980000000000004</cx:pt>
          <cx:pt idx="7167">68.989999999999995</cx:pt>
          <cx:pt idx="7168">130.38</cx:pt>
          <cx:pt idx="7169">126.97</cx:pt>
          <cx:pt idx="7170">50.479999999999997</cx:pt>
          <cx:pt idx="7171">84.989999999999995</cx:pt>
          <cx:pt idx="7172">88.969999999999999</cx:pt>
          <cx:pt idx="7173">73.840000000000003</cx:pt>
          <cx:pt idx="7174">86.969999999999999</cx:pt>
          <cx:pt idx="7175">100.98</cx:pt>
          <cx:pt idx="7176">117.98</cx:pt>
          <cx:pt idx="7177">68.989999999999995</cx:pt>
          <cx:pt idx="7178">51.490000000000002</cx:pt>
          <cx:pt idx="7179">65.989999999999995</cx:pt>
          <cx:pt idx="7180">58.979999999999997</cx:pt>
          <cx:pt idx="7181">28.469999999999999</cx:pt>
          <cx:pt idx="7182">84.989999999999995</cx:pt>
          <cx:pt idx="7183">93.980000000000004</cx:pt>
          <cx:pt idx="7184">77.980000000000004</cx:pt>
          <cx:pt idx="7185">36.479999999999997</cx:pt>
          <cx:pt idx="7186">113.95999999999999</cx:pt>
          <cx:pt idx="7187">58.979999999999997</cx:pt>
          <cx:pt idx="7188">65.989999999999995</cx:pt>
          <cx:pt idx="7189">93.980000000000004</cx:pt>
          <cx:pt idx="7190">88.969999999999999</cx:pt>
          <cx:pt idx="7191">65.989999999999995</cx:pt>
          <cx:pt idx="7192">197.97</cx:pt>
          <cx:pt idx="7193">235.94999999999999</cx:pt>
          <cx:pt idx="7194">257.47000000000003</cx:pt>
          <cx:pt idx="7195">197.97</cx:pt>
          <cx:pt idx="7196">197.97</cx:pt>
          <cx:pt idx="7197">257.47000000000003</cx:pt>
          <cx:pt idx="7198">230.97</cx:pt>
          <cx:pt idx="7199">235.94999999999999</cx:pt>
          <cx:pt idx="7200">254.97</cx:pt>
          <cx:pt idx="7201">294.05000000000001</cx:pt>
          <cx:pt idx="7202">255.97</cx:pt>
          <cx:pt idx="7203">236.44999999999999</cx:pt>
          <cx:pt idx="7204">255.97</cx:pt>
          <cx:pt idx="7205">235.94999999999999</cx:pt>
          <cx:pt idx="7206">259.94</cx:pt>
          <cx:pt idx="7207">236.44999999999999</cx:pt>
          <cx:pt idx="7208">294.05000000000001</cx:pt>
          <cx:pt idx="7209">256.06999999999999</cx:pt>
          <cx:pt idx="7210">197.97</cx:pt>
          <cx:pt idx="7211">50.969999999999999</cx:pt>
          <cx:pt idx="7212">50.969999999999999</cx:pt>
          <cx:pt idx="7213">230.97</cx:pt>
          <cx:pt idx="7214">230.97</cx:pt>
          <cx:pt idx="7215">66.989999999999995</cx:pt>
          <cx:pt idx="7216">259.94</cx:pt>
          <cx:pt idx="7217">235.94999999999999</cx:pt>
          <cx:pt idx="7218">254.97</cx:pt>
          <cx:pt idx="7219">256.06999999999999</cx:pt>
          <cx:pt idx="7220">230.97</cx:pt>
          <cx:pt idx="7221">66.989999999999995</cx:pt>
          <cx:pt idx="7222">140.63</cx:pt>
          <cx:pt idx="7223">169.97999999999999</cx:pt>
          <cx:pt idx="7224">87.969999999999999</cx:pt>
          <cx:pt idx="7225">108.97</cx:pt>
          <cx:pt idx="7226">84.069999999999993</cx:pt>
          <cx:pt idx="7227">116.97</cx:pt>
          <cx:pt idx="7228">213.94999999999999</cx:pt>
          <cx:pt idx="7229">96.980000000000004</cx:pt>
          <cx:pt idx="7230">81.959999999999994</cx:pt>
          <cx:pt idx="7231">88.480000000000004</cx:pt>
          <cx:pt idx="7232">96.980000000000004</cx:pt>
          <cx:pt idx="7233">96.980000000000004</cx:pt>
          <cx:pt idx="7234">89.969999999999999</cx:pt>
          <cx:pt idx="7235">77.980000000000004</cx:pt>
          <cx:pt idx="7236">96.980000000000004</cx:pt>
          <cx:pt idx="7237">68.989999999999995</cx:pt>
          <cx:pt idx="7238">96.980000000000004</cx:pt>
          <cx:pt idx="7239">148.96000000000001</cx:pt>
          <cx:pt idx="7240">96.980000000000004</cx:pt>
          <cx:pt idx="7241">96.980000000000004</cx:pt>
          <cx:pt idx="7242">84.989999999999995</cx:pt>
          <cx:pt idx="7243">175.22</cx:pt>
          <cx:pt idx="7244">193.96000000000001</cx:pt>
          <cx:pt idx="7245">155.96000000000001</cx:pt>
          <cx:pt idx="7246">119.95999999999999</cx:pt>
          <cx:pt idx="7247">144.47999999999999</cx:pt>
          <cx:pt idx="7248">108.97</cx:pt>
          <cx:pt idx="7249">123.95999999999999</cx:pt>
          <cx:pt idx="7250">193.96000000000001</cx:pt>
          <cx:pt idx="7251">77.980000000000004</cx:pt>
          <cx:pt idx="7252">124.98</cx:pt>
          <cx:pt idx="7253">133.41</cx:pt>
          <cx:pt idx="7254">161.97</cx:pt>
          <cx:pt idx="7255">59.079999999999998</cx:pt>
          <cx:pt idx="7256">76.489999999999995</cx:pt>
          <cx:pt idx="7257">77.980000000000004</cx:pt>
          <cx:pt idx="7258">177.96000000000001</cx:pt>
          <cx:pt idx="7259">143.94999999999999</cx:pt>
          <cx:pt idx="7260">249.94</cx:pt>
          <cx:pt idx="7261">131.97</cx:pt>
          <cx:pt idx="7262">579.91999999999996</cx:pt>
          <cx:pt idx="7263">169.97999999999999</cx:pt>
          <cx:pt idx="7264">330.31</cx:pt>
          <cx:pt idx="7265">273.48000000000002</cx:pt>
          <cx:pt idx="7266">564.91999999999996</cx:pt>
          <cx:pt idx="7267">509.94</cx:pt>
          <cx:pt idx="7268">53.979999999999997</cx:pt>
          <cx:pt idx="7269">457.88</cx:pt>
          <cx:pt idx="7270">494.93000000000001</cx:pt>
          <cx:pt idx="7271">344.94999999999999</cx:pt>
          <cx:pt idx="7272">197.97</cx:pt>
          <cx:pt idx="7273">613.89999999999998</cx:pt>
          <cx:pt idx="7274">374.94999999999999</cx:pt>
          <cx:pt idx="7275">169.97999999999999</cx:pt>
          <cx:pt idx="7276">475.10000000000002</cx:pt>
          <cx:pt idx="7277">254.97</cx:pt>
          <cx:pt idx="7278">188</cx:pt>
          <cx:pt idx="7279">339.95999999999998</cx:pt>
          <cx:pt idx="7280">251.38</cx:pt>
          <cx:pt idx="7281">393.30000000000001</cx:pt>
          <cx:pt idx="7282">252.80000000000001</cx:pt>
          <cx:pt idx="7283">283.30000000000001</cx:pt>
          <cx:pt idx="7284">331.07999999999998</cx:pt>
          <cx:pt idx="7285">306.18000000000001</cx:pt>
          <cx:pt idx="7286">339.95999999999998</cx:pt>
          <cx:pt idx="7287">356.39999999999998</cx:pt>
          <cx:pt idx="7288">97.989999999999995</cx:pt>
          <cx:pt idx="7289">79.849999999999994</cx:pt>
          <cx:pt idx="7290">174.46000000000001</cx:pt>
          <cx:pt idx="7291">177.83000000000001</cx:pt>
          <cx:pt idx="7292">257.68000000000001</cx:pt>
          <cx:pt idx="7293">268.66000000000003</cx:pt>
          <cx:pt idx="7294">333.97000000000003</cx:pt>
          <cx:pt idx="7295">449.31999999999999</cx:pt>
          <cx:pt idx="7296">325.72000000000003</cx:pt>
          <cx:pt idx="7297">127.01000000000001</cx:pt>
          <cx:pt idx="7298">159.69999999999999</cx:pt>
          <cx:pt idx="7299">303.89999999999998</cx:pt>
          <cx:pt idx="7300">134.28999999999999</cx:pt>
          <cx:pt idx="7301">283.08999999999997</cx:pt>
          <cx:pt idx="7302">70.989999999999995</cx:pt>
          <cx:pt idx="7303">551.63999999999999</cx:pt>
          <cx:pt idx="7304">489.58999999999997</cx:pt>
          <cx:pt idx="7305">257.68000000000001</cx:pt>
          <cx:pt idx="7306">162.09</cx:pt>
          <cx:pt idx="7307">268.37</cx:pt>
          <cx:pt idx="7308">107.48</cx:pt>
          <cx:pt idx="7309">67.290000000000006</cx:pt>
          <cx:pt idx="7310">128.97</cx:pt>
          <cx:pt idx="7311">107.48</cx:pt>
          <cx:pt idx="7312">151.97</cx:pt>
          <cx:pt idx="7313">93.379999999999995</cx:pt>
          <cx:pt idx="7314">220.96000000000001</cx:pt>
          <cx:pt idx="7315">127.47</cx:pt>
          <cx:pt idx="7316">154.97</cx:pt>
          <cx:pt idx="7317">67.489999999999995</cx:pt>
          <cx:pt idx="7318">67.489999999999995</cx:pt>
          <cx:pt idx="7319">120.19</cx:pt>
          <cx:pt idx="7320">107.48</cx:pt>
          <cx:pt idx="7321">159.47</cx:pt>
          <cx:pt idx="7322">148.96000000000001</cx:pt>
          <cx:pt idx="7323">98.939999999999998</cx:pt>
          <cx:pt idx="7324">67.489999999999995</cx:pt>
          <cx:pt idx="7325">67.489999999999995</cx:pt>
          <cx:pt idx="7326">96.109999999999999</cx:pt>
          <cx:pt idx="7327">67.489999999999995</cx:pt>
          <cx:pt idx="7328">155.27000000000001</cx:pt>
          <cx:pt idx="7329">67.489999999999995</cx:pt>
          <cx:pt idx="7330">108.98</cx:pt>
          <cx:pt idx="7331">107.48</cx:pt>
          <cx:pt idx="7332">108.98</cx:pt>
          <cx:pt idx="7333">168.96000000000001</cx:pt>
          <cx:pt idx="7334">107.48</cx:pt>
          <cx:pt idx="7335">116.39</cx:pt>
          <cx:pt idx="7336">168.84</cx:pt>
          <cx:pt idx="7337">121.98</cx:pt>
          <cx:pt idx="7338">165.56999999999999</cx:pt>
          <cx:pt idx="7339">79.980000000000004</cx:pt>
          <cx:pt idx="7340">110.43000000000001</cx:pt>
          <cx:pt idx="7341">168.13999999999999</cx:pt>
          <cx:pt idx="7342">198.72999999999999</cx:pt>
          <cx:pt idx="7343">105.04000000000001</cx:pt>
          <cx:pt idx="7344">144.77000000000001</cx:pt>
          <cx:pt idx="7345">125.38</cx:pt>
          <cx:pt idx="7346">183.97</cx:pt>
          <cx:pt idx="7347">90.269999999999996</cx:pt>
          <cx:pt idx="7348">122.27</cx:pt>
          <cx:pt idx="7349">104.52</cx:pt>
          <cx:pt idx="7350">84.989999999999995</cx:pt>
          <cx:pt idx="7351">146.97</cx:pt>
          <cx:pt idx="7352">84.989999999999995</cx:pt>
          <cx:pt idx="7353">129.44999999999999</cx:pt>
          <cx:pt idx="7354">154.46000000000001</cx:pt>
          <cx:pt idx="7355">121.98</cx:pt>
          <cx:pt idx="7356">84.989999999999995</cx:pt>
          <cx:pt idx="7357">131.97999999999999</cx:pt>
          <cx:pt idx="7358">169.97999999999999</cx:pt>
          <cx:pt idx="7359">184.97</cx:pt>
          <cx:pt idx="7360">155.28</cx:pt>
          <cx:pt idx="7361">83.480000000000004</cx:pt>
          <cx:pt idx="7362">184.97</cx:pt>
          <cx:pt idx="7363">154.97999999999999</cx:pt>
          <cx:pt idx="7364">69.989999999999995</cx:pt>
          <cx:pt idx="7365">80.980000000000004</cx:pt>
          <cx:pt idx="7366">131.97999999999999</cx:pt>
          <cx:pt idx="7367">169.97999999999999</cx:pt>
          <cx:pt idx="7368">99.980000000000004</cx:pt>
          <cx:pt idx="7369">169.97999999999999</cx:pt>
          <cx:pt idx="7370">692.90999999999997</cx:pt>
          <cx:pt idx="7371">849.89999999999998</cx:pt>
          <cx:pt idx="7372">679.91999999999996</cx:pt>
          <cx:pt idx="7373">502.92000000000002</cx:pt>
          <cx:pt idx="7374">682.01999999999998</cx:pt>
          <cx:pt idx="7375">509.94</cx:pt>
          <cx:pt idx="7376">50.979999999999997</cx:pt>
          <cx:pt idx="7377">89.469999999999999</cx:pt>
          <cx:pt idx="7378">52.979999999999997</cx:pt>
          <cx:pt idx="7379">65.989999999999995</cx:pt>
          <cx:pt idx="7380">87.969999999999999</cx:pt>
          <cx:pt idx="7381">87.969999999999999</cx:pt>
          <cx:pt idx="7382">65.989999999999995</cx:pt>
          <cx:pt idx="7383">65.989999999999995</cx:pt>
          <cx:pt idx="7384">87.969999999999999</cx:pt>
          <cx:pt idx="7385">65.989999999999995</cx:pt>
          <cx:pt idx="7386">75.969999999999999</cx:pt>
          <cx:pt idx="7387">99.950000000000003</cx:pt>
          <cx:pt idx="7388">50.979999999999997</cx:pt>
          <cx:pt idx="7389">65.989999999999995</cx:pt>
          <cx:pt idx="7390">49.979999999999997</cx:pt>
          <cx:pt idx="7391">65.989999999999995</cx:pt>
          <cx:pt idx="7392">57.490000000000002</cx:pt>
          <cx:pt idx="7393">87.969999999999999</cx:pt>
          <cx:pt idx="7394">41.490000000000002</cx:pt>
          <cx:pt idx="7395">131.97999999999999</cx:pt>
          <cx:pt idx="7396">76.980000000000004</cx:pt>
          <cx:pt idx="7397">131.97999999999999</cx:pt>
          <cx:pt idx="7398">65.989999999999995</cx:pt>
          <cx:pt idx="7399">65.989999999999995</cx:pt>
          <cx:pt idx="7400">64.480000000000004</cx:pt>
          <cx:pt idx="7401">67.489999999999995</cx:pt>
          <cx:pt idx="7402">76.980000000000004</cx:pt>
          <cx:pt idx="7403">78.980000000000004</cx:pt>
          <cx:pt idx="7404">56.990000000000002</cx:pt>
          <cx:pt idx="7405">77.849999999999994</cx:pt>
          <cx:pt idx="7406">64.980000000000004</cx:pt>
          <cx:pt idx="7407">65.989999999999995</cx:pt>
          <cx:pt idx="7408">65.989999999999995</cx:pt>
          <cx:pt idx="7409">56.090000000000003</cx:pt>
          <cx:pt idx="7410">67.489999999999995</cx:pt>
          <cx:pt idx="7411">123.22</cx:pt>
          <cx:pt idx="7412">76.980000000000004</cx:pt>
          <cx:pt idx="7413">65.989999999999995</cx:pt>
          <cx:pt idx="7414">78.980000000000004</cx:pt>
          <cx:pt idx="7415">65.989999999999995</cx:pt>
          <cx:pt idx="7416">57.969999999999999</cx:pt>
          <cx:pt idx="7417">65.989999999999995</cx:pt>
          <cx:pt idx="7418">71.980000000000004</cx:pt>
          <cx:pt idx="7419">41.490000000000002</cx:pt>
          <cx:pt idx="7420">76.980000000000004</cx:pt>
          <cx:pt idx="7421">-45.200000000000003</cx:pt>
          <cx:pt idx="7422">152.75999999999999</cx:pt>
          <cx:pt idx="7423">152.97999999999999</cx:pt>
          <cx:pt idx="7424">201.15000000000001</cx:pt>
          <cx:pt idx="7425">275.95999999999998</cx:pt>
          <cx:pt idx="7426">167.63</cx:pt>
          <cx:pt idx="7427">217.88</cx:pt>
          <cx:pt idx="7428">156.78</cx:pt>
          <cx:pt idx="7429">-127.63</cx:pt>
          <cx:pt idx="7430">274.91000000000003</cx:pt>
          <cx:pt idx="7431">169.97999999999999</cx:pt>
          <cx:pt idx="7432">178.47</cx:pt>
          <cx:pt idx="7433">85.459999999999994</cx:pt>
          <cx:pt idx="7434">84.989999999999995</cx:pt>
          <cx:pt idx="7435">212.83000000000001</cx:pt>
          <cx:pt idx="7436">220.94</cx:pt>
          <cx:pt idx="7437">120.18000000000001</cx:pt>
          <cx:pt idx="7438">167.80000000000001</cx:pt>
          <cx:pt idx="7439">131.97999999999999</cx:pt>
          <cx:pt idx="7440">131.08000000000001</cx:pt>
          <cx:pt idx="7441">148.88</cx:pt>
          <cx:pt idx="7442">184.97</cx:pt>
          <cx:pt idx="7443">188.59</cx:pt>
          <cx:pt idx="7444">84.989999999999995</cx:pt>
          <cx:pt idx="7445">152.97999999999999</cx:pt>
          <cx:pt idx="7446">129.40000000000001</cx:pt>
          <cx:pt idx="7447">145.97</cx:pt>
          <cx:pt idx="7448">118.98</cx:pt>
          <cx:pt idx="7449">131.97999999999999</cx:pt>
          <cx:pt idx="7450">121.98</cx:pt>
          <cx:pt idx="7451">134.97999999999999</cx:pt>
          <cx:pt idx="7452">125.34999999999999</cx:pt>
          <cx:pt idx="7453">75.359999999999999</cx:pt>
          <cx:pt idx="7454">169.97999999999999</cx:pt>
          <cx:pt idx="7455">169.97999999999999</cx:pt>
          <cx:pt idx="7456">181.28999999999999</cx:pt>
          <cx:pt idx="7457">123.56</cx:pt>
          <cx:pt idx="7458">85.980000000000004</cx:pt>
          <cx:pt idx="7459">159.91</cx:pt>
          <cx:pt idx="7460">169.97999999999999</cx:pt>
          <cx:pt idx="7461">135.80000000000001</cx:pt>
          <cx:pt idx="7462">189.93000000000001</cx:pt>
          <cx:pt idx="7463">103.18000000000001</cx:pt>
          <cx:pt idx="7464">134.97999999999999</cx:pt>
          <cx:pt idx="7465">170.97</cx:pt>
          <cx:pt idx="7466">169.97999999999999</cx:pt>
          <cx:pt idx="7467">114.73</cx:pt>
          <cx:pt idx="7468">171.47999999999999</cx:pt>
          <cx:pt idx="7469">163.16</cx:pt>
          <cx:pt idx="7470">171.27000000000001</cx:pt>
          <cx:pt idx="7471">157.47</cx:pt>
          <cx:pt idx="7472">159.97999999999999</cx:pt>
          <cx:pt idx="7473">114.73</cx:pt>
          <cx:pt idx="7474">169.97999999999999</cx:pt>
          <cx:pt idx="7475">214.97</cx:pt>
          <cx:pt idx="7476">214.97</cx:pt>
          <cx:pt idx="7477">113.98</cx:pt>
          <cx:pt idx="7478">131.97999999999999</cx:pt>
          <cx:pt idx="7479">171.97</cx:pt>
          <cx:pt idx="7480">37.990000000000002</cx:pt>
          <cx:pt idx="7481">84.989999999999995</cx:pt>
          <cx:pt idx="7482">84.989999999999995</cx:pt>
          <cx:pt idx="7483">84.989999999999995</cx:pt>
          <cx:pt idx="7484">84.989999999999995</cx:pt>
          <cx:pt idx="7485">84.989999999999995</cx:pt>
          <cx:pt idx="7486">37.479999999999997</cx:pt>
          <cx:pt idx="7487">84.989999999999995</cx:pt>
          <cx:pt idx="7488">68.170000000000002</cx:pt>
          <cx:pt idx="7489">68.170000000000002</cx:pt>
          <cx:pt idx="7490">169.97999999999999</cx:pt>
          <cx:pt idx="7491">113.98</cx:pt>
          <cx:pt idx="7492">137.97999999999999</cx:pt>
          <cx:pt idx="7493">55.979999999999997</cx:pt>
          <cx:pt idx="7494">169.97999999999999</cx:pt>
          <cx:pt idx="7495">84.989999999999995</cx:pt>
          <cx:pt idx="7496">169.97999999999999</cx:pt>
          <cx:pt idx="7497">84.989999999999995</cx:pt>
          <cx:pt idx="7498">134.97999999999999</cx:pt>
          <cx:pt idx="7499">131.97999999999999</cx:pt>
          <cx:pt idx="7500">84.989999999999995</cx:pt>
          <cx:pt idx="7501">134.97999999999999</cx:pt>
          <cx:pt idx="7502">193.16</cx:pt>
          <cx:pt idx="7503">137.97999999999999</cx:pt>
          <cx:pt idx="7504">171.97</cx:pt>
          <cx:pt idx="7505">84.989999999999995</cx:pt>
          <cx:pt idx="7506">55.979999999999997</cx:pt>
          <cx:pt idx="7507">84.989999999999995</cx:pt>
          <cx:pt idx="7508">197.97</cx:pt>
          <cx:pt idx="7509">37.479999999999997</cx:pt>
          <cx:pt idx="7510">84.989999999999995</cx:pt>
          <cx:pt idx="7511">197.97</cx:pt>
          <cx:pt idx="7512">169.97999999999999</cx:pt>
          <cx:pt idx="7513">84.989999999999995</cx:pt>
          <cx:pt idx="7514">37.990000000000002</cx:pt>
          <cx:pt idx="7515">169.97999999999999</cx:pt>
          <cx:pt idx="7516">193.16</cx:pt>
          <cx:pt idx="7517">84.989999999999995</cx:pt>
          <cx:pt idx="7518">178.16999999999999</cx:pt>
          <cx:pt idx="7519">298.94</cx:pt>
          <cx:pt idx="7520">163.05000000000001</cx:pt>
          <cx:pt idx="7521">65.989999999999995</cx:pt>
          <cx:pt idx="7522">94.969999999999999</cx:pt>
          <cx:pt idx="7523">237.56</cx:pt>
          <cx:pt idx="7524">253.27000000000001</cx:pt>
          <cx:pt idx="7525">178.16999999999999</cx:pt>
          <cx:pt idx="7526">252.74000000000001</cx:pt>
          <cx:pt idx="7527">151.97999999999999</cx:pt>
          <cx:pt idx="7528">199.94999999999999</cx:pt>
          <cx:pt idx="7529">237.56</cx:pt>
          <cx:pt idx="7530">237.56</cx:pt>
          <cx:pt idx="7531">394.57999999999998</cx:pt>
          <cx:pt idx="7532">336.20999999999998</cx:pt>
          <cx:pt idx="7533">192.87</cx:pt>
          <cx:pt idx="7534">254.97</cx:pt>
          <cx:pt idx="7535">168</cx:pt>
          <cx:pt idx="7536">191.71000000000001</cx:pt>
          <cx:pt idx="7537">163.84</cx:pt>
          <cx:pt idx="7538">131.97999999999999</cx:pt>
          <cx:pt idx="7539">424.94999999999999</cx:pt>
          <cx:pt idx="7540">252.41999999999999</cx:pt>
          <cx:pt idx="7541">269.94999999999999</cx:pt>
          <cx:pt idx="7542">243.31999999999999</cx:pt>
          <cx:pt idx="7543">252.41999999999999</cx:pt>
          <cx:pt idx="7544">194.00999999999999</cx:pt>
          <cx:pt idx="7545">178.16999999999999</cx:pt>
          <cx:pt idx="7546">168.30000000000001</cx:pt>
          <cx:pt idx="7547">169.97999999999999</cx:pt>
          <cx:pt idx="7548">216.94999999999999</cx:pt>
          <cx:pt idx="7549">124.97</cx:pt>
          <cx:pt idx="7550">254.97</cx:pt>
          <cx:pt idx="7551">169.97999999999999</cx:pt>
          <cx:pt idx="7552">-84.989999999999995</cx:pt>
          <cx:pt idx="7553">247.40000000000001</cx:pt>
          <cx:pt idx="7554">249.94999999999999</cx:pt>
          <cx:pt idx="7555">131.97</cx:pt>
          <cx:pt idx="7556">67.489999999999995</cx:pt>
          <cx:pt idx="7557">80.379999999999995</cx:pt>
          <cx:pt idx="7558">80.5</cx:pt>
          <cx:pt idx="7559">65.329999999999998</cx:pt>
          <cx:pt idx="7560">65.989999999999995</cx:pt>
          <cx:pt idx="7561">65.180000000000007</cx:pt>
          <cx:pt idx="7562">83.980000000000004</cx:pt>
          <cx:pt idx="7563">65.989999999999995</cx:pt>
          <cx:pt idx="7564">110.34</cx:pt>
          <cx:pt idx="7565">126.01000000000001</cx:pt>
          <cx:pt idx="7566">65.989999999999995</cx:pt>
          <cx:pt idx="7567">141.53999999999999</cx:pt>
          <cx:pt idx="7568">65.329999999999998</cx:pt>
          <cx:pt idx="7569">65.329999999999998</cx:pt>
          <cx:pt idx="7570">65.989999999999995</cx:pt>
          <cx:pt idx="7571">89.980000000000004</cx:pt>
          <cx:pt idx="7572">65.329999999999998</cx:pt>
          <cx:pt idx="7573">130.15000000000001</cx:pt>
          <cx:pt idx="7574">65.329999999999998</cx:pt>
          <cx:pt idx="7575">65.329999999999998</cx:pt>
          <cx:pt idx="7576">130.66</cx:pt>
          <cx:pt idx="7577">64.879999999999995</cx:pt>
          <cx:pt idx="7578">79.840000000000003</cx:pt>
          <cx:pt idx="7579">121.17</cx:pt>
          <cx:pt idx="7580">50.659999999999997</cx:pt>
          <cx:pt idx="7581">65.329999999999998</cx:pt>
          <cx:pt idx="7582">65.200000000000003</cx:pt>
          <cx:pt idx="7583">65.329999999999998</cx:pt>
          <cx:pt idx="7584">131.31999999999999</cx:pt>
          <cx:pt idx="7585">65.329999999999998</cx:pt>
          <cx:pt idx="7586">83.319999999999993</cx:pt>
          <cx:pt idx="7587">78.310000000000002</cx:pt>
          <cx:pt idx="7588">65.989999999999995</cx:pt>
          <cx:pt idx="7589">65.329999999999998</cx:pt>
          <cx:pt idx="7590">400.92000000000002</cx:pt>
          <cx:pt idx="7591">454.93000000000001</cx:pt>
          <cx:pt idx="7592">71.090000000000003</cx:pt>
          <cx:pt idx="7593">359.93000000000001</cx:pt>
          <cx:pt idx="7594">395.94</cx:pt>
          <cx:pt idx="7595">425.92000000000002</cx:pt>
          <cx:pt idx="7596">64.989999999999995</cx:pt>
          <cx:pt idx="7597">514.91999999999996</cx:pt>
          <cx:pt idx="7598">471.69</cx:pt>
          <cx:pt idx="7599">292.93000000000001</cx:pt>
          <cx:pt idx="7600">429.89999999999998</cx:pt>
          <cx:pt idx="7601">291.52999999999997</cx:pt>
          <cx:pt idx="7602">336.55000000000001</cx:pt>
          <cx:pt idx="7603">584.88999999999999</cx:pt>
          <cx:pt idx="7604">227.94999999999999</cx:pt>
          <cx:pt idx="7605">363.30000000000001</cx:pt>
          <cx:pt idx="7606">388.91000000000003</cx:pt>
          <cx:pt idx="7607">95.969999999999999</cx:pt>
          <cx:pt idx="7608">271.92000000000002</cx:pt>
          <cx:pt idx="7609">235.91999999999999</cx:pt>
          <cx:pt idx="7610">313.89999999999998</cx:pt>
          <cx:pt idx="7611">212.91999999999999</cx:pt>
          <cx:pt idx="7612">175.94999999999999</cx:pt>
          <cx:pt idx="7613">314.61000000000001</cx:pt>
          <cx:pt idx="7614">207.91</cx:pt>
          <cx:pt idx="7615">231.94</cx:pt>
          <cx:pt idx="7616">195.94999999999999</cx:pt>
          <cx:pt idx="7617">290.94</cx:pt>
          <cx:pt idx="7618">194.34999999999999</cx:pt>
          <cx:pt idx="7619">217.96000000000001</cx:pt>
          <cx:pt idx="7620">242.94</cx:pt>
          <cx:pt idx="7621">277.91000000000003</cx:pt>
          <cx:pt idx="7622">241.94</cx:pt>
          <cx:pt idx="7623">308.91000000000003</cx:pt>
          <cx:pt idx="7624">146.19999999999999</cx:pt>
          <cx:pt idx="7625">234.94999999999999</cx:pt>
          <cx:pt idx="7626">245.44</cx:pt>
          <cx:pt idx="7627">82.769999999999996</cx:pt>
          <cx:pt idx="7628">199.53999999999999</cx:pt>
          <cx:pt idx="7629">146.96000000000001</cx:pt>
          <cx:pt idx="7630">200.69</cx:pt>
          <cx:pt idx="7631">59.960000000000001</cx:pt>
          <cx:pt idx="7632">285.89999999999998</cx:pt>
          <cx:pt idx="7633">163.94999999999999</cx:pt>
          <cx:pt idx="7634">199.96000000000001</cx:pt>
          <cx:pt idx="7635">232.91</cx:pt>
          <cx:pt idx="7636">189.94</cx:pt>
          <cx:pt idx="7637">161.96000000000001</cx:pt>
          <cx:pt idx="7638">73.480000000000004</cx:pt>
          <cx:pt idx="7639">179.94</cx:pt>
          <cx:pt idx="7640">176.94999999999999</cx:pt>
          <cx:pt idx="7641">169.97999999999999</cx:pt>
          <cx:pt idx="7642">73.060000000000002</cx:pt>
          <cx:pt idx="7643">84.989999999999995</cx:pt>
          <cx:pt idx="7644">135.96000000000001</cx:pt>
          <cx:pt idx="7645">84.989999999999995</cx:pt>
          <cx:pt idx="7646">110.18000000000001</cx:pt>
          <cx:pt idx="7647">68.989999999999995</cx:pt>
          <cx:pt idx="7648">115.97</cx:pt>
          <cx:pt idx="7649">49.990000000000002</cx:pt>
          <cx:pt idx="7650">84.989999999999995</cx:pt>
          <cx:pt idx="7651">135.96000000000001</cx:pt>
          <cx:pt idx="7652">65.989999999999995</cx:pt>
          <cx:pt idx="7653">78.980000000000004</cx:pt>
          <cx:pt idx="7654">84.989999999999995</cx:pt>
          <cx:pt idx="7655">84.989999999999995</cx:pt>
          <cx:pt idx="7656">135.96000000000001</cx:pt>
          <cx:pt idx="7657">110.97</cx:pt>
          <cx:pt idx="7658">101.06999999999999</cx:pt>
          <cx:pt idx="7659">50.969999999999999</cx:pt>
          <cx:pt idx="7660">84.989999999999995</cx:pt>
          <cx:pt idx="7661">65.989999999999995</cx:pt>
          <cx:pt idx="7662">78.980000000000004</cx:pt>
          <cx:pt idx="7663">110.97</cx:pt>
          <cx:pt idx="7664">97.980000000000004</cx:pt>
          <cx:pt idx="7665">99.980000000000004</cx:pt>
          <cx:pt idx="7666">110.97</cx:pt>
          <cx:pt idx="7667">65.989999999999995</cx:pt>
          <cx:pt idx="7668">65.989999999999995</cx:pt>
          <cx:pt idx="7669">93.670000000000002</cx:pt>
          <cx:pt idx="7670">84.989999999999995</cx:pt>
          <cx:pt idx="7671">157.96000000000001</cx:pt>
          <cx:pt idx="7672">200.96000000000001</cx:pt>
          <cx:pt idx="7673">205.96000000000001</cx:pt>
          <cx:pt idx="7674">134.97</cx:pt>
          <cx:pt idx="7675">171.88</cx:pt>
          <cx:pt idx="7676">187.97</cx:pt>
          <cx:pt idx="7677">182.31</cx:pt>
          <cx:pt idx="7678">171.28</cx:pt>
          <cx:pt idx="7679">157.96000000000001</cx:pt>
          <cx:pt idx="7680">84.989999999999995</cx:pt>
          <cx:pt idx="7681">111.16</cx:pt>
          <cx:pt idx="7682">180.24000000000001</cx:pt>
          <cx:pt idx="7683">85.969999999999999</cx:pt>
          <cx:pt idx="7684">187.97</cx:pt>
          <cx:pt idx="7685">167.97</cx:pt>
          <cx:pt idx="7686">157.96000000000001</cx:pt>
          <cx:pt idx="7687">169.97999999999999</cx:pt>
          <cx:pt idx="7688">179.09999999999999</cx:pt>
          <cx:pt idx="7689">169.97999999999999</cx:pt>
          <cx:pt idx="7690">84.989999999999995</cx:pt>
          <cx:pt idx="7691">209.74000000000001</cx:pt>
          <cx:pt idx="7692">169.97999999999999</cx:pt>
          <cx:pt idx="7693">262.29000000000002</cx:pt>
          <cx:pt idx="7694">84.989999999999995</cx:pt>
          <cx:pt idx="7695">157.43000000000001</cx:pt>
          <cx:pt idx="7696">89.980000000000004</cx:pt>
          <cx:pt idx="7697">266.94999999999999</cx:pt>
          <cx:pt idx="7698">84.989999999999995</cx:pt>
          <cx:pt idx="7699">163.74000000000001</cx:pt>
          <cx:pt idx="7700">188.97</cx:pt>
          <cx:pt idx="7701">169.97999999999999</cx:pt>
          <cx:pt idx="7702">89.980000000000004</cx:pt>
          <cx:pt idx="7703">131.97999999999999</cx:pt>
          <cx:pt idx="7704">214.97</cx:pt>
          <cx:pt idx="7705">169.97999999999999</cx:pt>
          <cx:pt idx="7706">139.72999999999999</cx:pt>
          <cx:pt idx="7707">169.97999999999999</cx:pt>
          <cx:pt idx="7708">176.43000000000001</cx:pt>
          <cx:pt idx="7709">169.97999999999999</cx:pt>
          <cx:pt idx="7710">254.97</cx:pt>
          <cx:pt idx="7711">129.97999999999999</cx:pt>
          <cx:pt idx="7712">-1.5</cx:pt>
          <cx:pt idx="7713">131.97999999999999</cx:pt>
          <cx:pt idx="7714">75.989999999999995</cx:pt>
          <cx:pt idx="7715">169.97999999999999</cx:pt>
          <cx:pt idx="7716">131.97999999999999</cx:pt>
          <cx:pt idx="7717">-70.739999999999995</cx:pt>
          <cx:pt idx="7718">118.97</cx:pt>
          <cx:pt idx="7719">225.58000000000001</cx:pt>
          <cx:pt idx="7720">84.989999999999995</cx:pt>
          <cx:pt idx="7721">76.989999999999995</cx:pt>
          <cx:pt idx="7722">70.739999999999995</cx:pt>
          <cx:pt idx="7723">29.48</cx:pt>
          <cx:pt idx="7724">89.980000000000004</cx:pt>
          <cx:pt idx="7725">189.71000000000001</cx:pt>
          <cx:pt idx="7726">89.980000000000004</cx:pt>
          <cx:pt idx="7727">139.97999999999999</cx:pt>
          <cx:pt idx="7728">68.989999999999995</cx:pt>
          <cx:pt idx="7729">131.97999999999999</cx:pt>
          <cx:pt idx="7730">164.88</cx:pt>
          <cx:pt idx="7731">169.97999999999999</cx:pt>
          <cx:pt idx="7732">131.97999999999999</cx:pt>
          <cx:pt idx="7733">121.98</cx:pt>
          <cx:pt idx="7734">169.97999999999999</cx:pt>
          <cx:pt idx="7735">131.97999999999999</cx:pt>
          <cx:pt idx="7736">169.97999999999999</cx:pt>
          <cx:pt idx="7737">163.18000000000001</cx:pt>
          <cx:pt idx="7738">130.38</cx:pt>
          <cx:pt idx="7739">166.97</cx:pt>
          <cx:pt idx="7740">137.97999999999999</cx:pt>
          <cx:pt idx="7741">169.97999999999999</cx:pt>
          <cx:pt idx="7742">169.97999999999999</cx:pt>
          <cx:pt idx="7743">169.97999999999999</cx:pt>
          <cx:pt idx="7744">99.980000000000004</cx:pt>
          <cx:pt idx="7745">169.97999999999999</cx:pt>
          <cx:pt idx="7746">168.28</cx:pt>
          <cx:pt idx="7747">127.02</cx:pt>
          <cx:pt idx="7748">156.90000000000001</cx:pt>
          <cx:pt idx="7749">169.97999999999999</cx:pt>
          <cx:pt idx="7750">169.97999999999999</cx:pt>
          <cx:pt idx="7751">168.28</cx:pt>
          <cx:pt idx="7752">137.97999999999999</cx:pt>
          <cx:pt idx="7753">156.90000000000001</cx:pt>
          <cx:pt idx="7754">169.97999999999999</cx:pt>
          <cx:pt idx="7755">131.97999999999999</cx:pt>
          <cx:pt idx="7756">131.97999999999999</cx:pt>
          <cx:pt idx="7757">114.87</cx:pt>
          <cx:pt idx="7758">55.979999999999997</cx:pt>
          <cx:pt idx="7759">260.06</cx:pt>
          <cx:pt idx="7760">215.06999999999999</cx:pt>
          <cx:pt idx="7761">226.96000000000001</cx:pt>
          <cx:pt idx="7762">381.93000000000001</cx:pt>
          <cx:pt idx="7763">228.91999999999999</cx:pt>
          <cx:pt idx="7764">49.990000000000002</cx:pt>
          <cx:pt idx="7765">222.46000000000001</cx:pt>
          <cx:pt idx="7766">73.049999999999997</cx:pt>
          <cx:pt idx="7767">274.95999999999998</cx:pt>
          <cx:pt idx="7768">264.44</cx:pt>
          <cx:pt idx="7769">269.94</cx:pt>
          <cx:pt idx="7770">97.959999999999994</cx:pt>
          <cx:pt idx="7771">193.94999999999999</cx:pt>
          <cx:pt idx="7772">233.72</cx:pt>
          <cx:pt idx="7773">171.86000000000001</cx:pt>
          <cx:pt idx="7774">269.89999999999998</cx:pt>
          <cx:pt idx="7775">169.97999999999999</cx:pt>
          <cx:pt idx="7776">59.159999999999997</cx:pt>
          <cx:pt idx="7777">65.989999999999995</cx:pt>
          <cx:pt idx="7778">148.16</cx:pt>
          <cx:pt idx="7779">83.980000000000004</cx:pt>
          <cx:pt idx="7780">53.969999999999999</cx:pt>
          <cx:pt idx="7781">143.65000000000001</cx:pt>
          <cx:pt idx="7782">110.98</cx:pt>
          <cx:pt idx="7783">65.989999999999995</cx:pt>
          <cx:pt idx="7784">84.980000000000004</cx:pt>
          <cx:pt idx="7785">94.980000000000004</cx:pt>
          <cx:pt idx="7786">110.98</cx:pt>
          <cx:pt idx="7787">100.98</cx:pt>
          <cx:pt idx="7788">65.989999999999995</cx:pt>
          <cx:pt idx="7789">83.980000000000004</cx:pt>
          <cx:pt idx="7790">110.98</cx:pt>
          <cx:pt idx="7791">110.98</cx:pt>
          <cx:pt idx="7792">99.980000000000004</cx:pt>
          <cx:pt idx="7793">65.989999999999995</cx:pt>
          <cx:pt idx="7794">110.98</cx:pt>
          <cx:pt idx="7795">65.989999999999995</cx:pt>
          <cx:pt idx="7796">110.98</cx:pt>
          <cx:pt idx="7797">100.98</cx:pt>
          <cx:pt idx="7798">69.980000000000004</cx:pt>
          <cx:pt idx="7799">84.980000000000004</cx:pt>
          <cx:pt idx="7800">94.969999999999999</cx:pt>
          <cx:pt idx="7801">50.630000000000003</cx:pt>
          <cx:pt idx="7802">108.95999999999999</cx:pt>
          <cx:pt idx="7803">50.979999999999997</cx:pt>
          <cx:pt idx="7804">79.980000000000004</cx:pt>
          <cx:pt idx="7805">97.799999999999997</cx:pt>
          <cx:pt idx="7806">99.980000000000004</cx:pt>
          <cx:pt idx="7807">63.979999999999997</cx:pt>
          <cx:pt idx="7808">99.980000000000004</cx:pt>
          <cx:pt idx="7809">79.980000000000004</cx:pt>
          <cx:pt idx="7810">64.980000000000004</cx:pt>
          <cx:pt idx="7811">84.980000000000004</cx:pt>
          <cx:pt idx="7812">75.689999999999998</cx:pt>
          <cx:pt idx="7813">116.97</cx:pt>
          <cx:pt idx="7814">102.97</cx:pt>
          <cx:pt idx="7815">206.19</cx:pt>
          <cx:pt idx="7816">87.950000000000003</cx:pt>
          <cx:pt idx="7817">153.97</cx:pt>
          <cx:pt idx="7818">253.96000000000001</cx:pt>
          <cx:pt idx="7819">169.36000000000001</cx:pt>
          <cx:pt idx="7820">188.97</cx:pt>
          <cx:pt idx="7821">128.97</cx:pt>
          <cx:pt idx="7822">208.55000000000001</cx:pt>
          <cx:pt idx="7823">184.97</cx:pt>
          <cx:pt idx="7824">156.97999999999999</cx:pt>
          <cx:pt idx="7825">65.989999999999995</cx:pt>
          <cx:pt idx="7826">155.97</cx:pt>
          <cx:pt idx="7827">47.93</cx:pt>
          <cx:pt idx="7828">84.969999999999999</cx:pt>
          <cx:pt idx="7829">152.94999999999999</cx:pt>
          <cx:pt idx="7830">249.94</cx:pt>
          <cx:pt idx="7831">122.97</cx:pt>
          <cx:pt idx="7832">126.97</cx:pt>
          <cx:pt idx="7833">179.96000000000001</cx:pt>
          <cx:pt idx="7834">296.52999999999997</cx:pt>
          <cx:pt idx="7835">197.97</cx:pt>
          <cx:pt idx="7836">197.97</cx:pt>
          <cx:pt idx="7837">131.06</cx:pt>
          <cx:pt idx="7838">131.97999999999999</cx:pt>
          <cx:pt idx="7839">197.97</cx:pt>
          <cx:pt idx="7840">152.97</cx:pt>
          <cx:pt idx="7841">139.97</cx:pt>
          <cx:pt idx="7842">121.98</cx:pt>
          <cx:pt idx="7843">120.98</cx:pt>
          <cx:pt idx="7844">131.97999999999999</cx:pt>
          <cx:pt idx="7845">197.97</cx:pt>
          <cx:pt idx="7846">152.97</cx:pt>
          <cx:pt idx="7847">149.97</cx:pt>
          <cx:pt idx="7848">131.97999999999999</cx:pt>
          <cx:pt idx="7849">131.97999999999999</cx:pt>
          <cx:pt idx="7850">138.97</cx:pt>
          <cx:pt idx="7851">17.989999999999998</cx:pt>
          <cx:pt idx="7852">172.97</cx:pt>
          <cx:pt idx="7853">131.97999999999999</cx:pt>
          <cx:pt idx="7854">149.97</cx:pt>
          <cx:pt idx="7855">142.63</cx:pt>
          <cx:pt idx="7856">131.97999999999999</cx:pt>
          <cx:pt idx="7857">152.97</cx:pt>
          <cx:pt idx="7858">181.97</cx:pt>
          <cx:pt idx="7859">57.979999999999997</cx:pt>
          <cx:pt idx="7860">84.989999999999995</cx:pt>
          <cx:pt idx="7861">119.95999999999999</cx:pt>
          <cx:pt idx="7862">131.97999999999999</cx:pt>
          <cx:pt idx="7863">84.989999999999995</cx:pt>
          <cx:pt idx="7864">84.989999999999995</cx:pt>
          <cx:pt idx="7865">84.989999999999995</cx:pt>
          <cx:pt idx="7866">59.979999999999997</cx:pt>
          <cx:pt idx="7867">121.42</cx:pt>
          <cx:pt idx="7868">59.979999999999997</cx:pt>
          <cx:pt idx="7869">59.979999999999997</cx:pt>
          <cx:pt idx="7870">57.979999999999997</cx:pt>
          <cx:pt idx="7871">84.989999999999995</cx:pt>
          <cx:pt idx="7872">57.979999999999997</cx:pt>
          <cx:pt idx="7873">55.979999999999997</cx:pt>
          <cx:pt idx="7874">59.979999999999997</cx:pt>
          <cx:pt idx="7875">84.989999999999995</cx:pt>
          <cx:pt idx="7876">84.989999999999995</cx:pt>
          <cx:pt idx="7877">62.969999999999999</cx:pt>
          <cx:pt idx="7878">84.989999999999995</cx:pt>
          <cx:pt idx="7879">53.969999999999999</cx:pt>
          <cx:pt idx="7880">53.969999999999999</cx:pt>
          <cx:pt idx="7881">119.95999999999999</cx:pt>
          <cx:pt idx="7882">84.989999999999995</cx:pt>
          <cx:pt idx="7883">62.969999999999999</cx:pt>
          <cx:pt idx="7884">121.42</cx:pt>
          <cx:pt idx="7885">121.42</cx:pt>
          <cx:pt idx="7886">84.989999999999995</cx:pt>
          <cx:pt idx="7887">84.989999999999995</cx:pt>
          <cx:pt idx="7888">131.97999999999999</cx:pt>
          <cx:pt idx="7889">121.42</cx:pt>
          <cx:pt idx="7890">119.95999999999999</cx:pt>
          <cx:pt idx="7891">59.979999999999997</cx:pt>
          <cx:pt idx="7892">53.969999999999999</cx:pt>
          <cx:pt idx="7893">54.979999999999997</cx:pt>
          <cx:pt idx="7894">211.96000000000001</cx:pt>
          <cx:pt idx="7895">84.989999999999995</cx:pt>
          <cx:pt idx="7896">84.989999999999995</cx:pt>
          <cx:pt idx="7897">131.97999999999999</cx:pt>
          <cx:pt idx="7898">54.979999999999997</cx:pt>
          <cx:pt idx="7899">54.979999999999997</cx:pt>
          <cx:pt idx="7900">84.989999999999995</cx:pt>
          <cx:pt idx="7901">54.979999999999997</cx:pt>
          <cx:pt idx="7902">84.989999999999995</cx:pt>
          <cx:pt idx="7903">131.97999999999999</cx:pt>
          <cx:pt idx="7904">52.979999999999997</cx:pt>
          <cx:pt idx="7905">57.979999999999997</cx:pt>
          <cx:pt idx="7906">50.979999999999997</cx:pt>
          <cx:pt idx="7907">131.97999999999999</cx:pt>
          <cx:pt idx="7908">75.090000000000003</cx:pt>
          <cx:pt idx="7909">75.090000000000003</cx:pt>
          <cx:pt idx="7910">52.979999999999997</cx:pt>
          <cx:pt idx="7911">59.979999999999997</cx:pt>
          <cx:pt idx="7912">158.84999999999999</cx:pt>
          <cx:pt idx="7913">59.979999999999997</cx:pt>
          <cx:pt idx="7914">84.989999999999995</cx:pt>
          <cx:pt idx="7915">131.97999999999999</cx:pt>
          <cx:pt idx="7916">59.979999999999997</cx:pt>
          <cx:pt idx="7917">131.97999999999999</cx:pt>
          <cx:pt idx="7918">84.989999999999995</cx:pt>
          <cx:pt idx="7919">84.989999999999995</cx:pt>
          <cx:pt idx="7920">69.969999999999999</cx:pt>
          <cx:pt idx="7921">52.979999999999997</cx:pt>
          <cx:pt idx="7922">75.090000000000003</cx:pt>
          <cx:pt idx="7923">75.090000000000003</cx:pt>
          <cx:pt idx="7924">84.989999999999995</cx:pt>
          <cx:pt idx="7925">119.95999999999999</cx:pt>
          <cx:pt idx="7926">62.969999999999999</cx:pt>
          <cx:pt idx="7927">211.96000000000001</cx:pt>
          <cx:pt idx="7928">131.97999999999999</cx:pt>
          <cx:pt idx="7929">121.98</cx:pt>
          <cx:pt idx="7930">131.97999999999999</cx:pt>
          <cx:pt idx="7931">55.979999999999997</cx:pt>
          <cx:pt idx="7932">131.97999999999999</cx:pt>
          <cx:pt idx="7933">55.979999999999997</cx:pt>
          <cx:pt idx="7934">131.97999999999999</cx:pt>
          <cx:pt idx="7935">71.989999999999995</cx:pt>
          <cx:pt idx="7936">55.979999999999997</cx:pt>
          <cx:pt idx="7937">131.97999999999999</cx:pt>
          <cx:pt idx="7938">122.18000000000001</cx:pt>
          <cx:pt idx="7939">121.98</cx:pt>
          <cx:pt idx="7940">122.18000000000001</cx:pt>
          <cx:pt idx="7941">122.18000000000001</cx:pt>
          <cx:pt idx="7942">122.18000000000001</cx:pt>
          <cx:pt idx="7943">131.97999999999999</cx:pt>
          <cx:pt idx="7944">55.979999999999997</cx:pt>
          <cx:pt idx="7945">55.979999999999997</cx:pt>
          <cx:pt idx="7946">57.969999999999999</cx:pt>
          <cx:pt idx="7947">131.97999999999999</cx:pt>
          <cx:pt idx="7948">131.97999999999999</cx:pt>
          <cx:pt idx="7949">131.97999999999999</cx:pt>
          <cx:pt idx="7950">57.969999999999999</cx:pt>
          <cx:pt idx="7951">71.989999999999995</cx:pt>
          <cx:pt idx="7952">131.97999999999999</cx:pt>
          <cx:pt idx="7953">57.969999999999999</cx:pt>
          <cx:pt idx="7954">131.97999999999999</cx:pt>
          <cx:pt idx="7955">57.969999999999999</cx:pt>
          <cx:pt idx="7956">131.97999999999999</cx:pt>
          <cx:pt idx="7957">55.979999999999997</cx:pt>
          <cx:pt idx="7958">55.979999999999997</cx:pt>
          <cx:pt idx="7959">55.979999999999997</cx:pt>
          <cx:pt idx="7960">131.97999999999999</cx:pt>
          <cx:pt idx="7961">55.979999999999997</cx:pt>
          <cx:pt idx="7962">131.97999999999999</cx:pt>
          <cx:pt idx="7963">121.98</cx:pt>
          <cx:pt idx="7964">119.95999999999999</cx:pt>
          <cx:pt idx="7965">84.989999999999995</cx:pt>
          <cx:pt idx="7966">84.989999999999995</cx:pt>
          <cx:pt idx="7967">99.980000000000004</cx:pt>
          <cx:pt idx="7968">99.980000000000004</cx:pt>
          <cx:pt idx="7969">84.989999999999995</cx:pt>
          <cx:pt idx="7970">84.989999999999995</cx:pt>
          <cx:pt idx="7971">99.980000000000004</cx:pt>
          <cx:pt idx="7972">99.980000000000004</cx:pt>
          <cx:pt idx="7973">119.95999999999999</cx:pt>
          <cx:pt idx="7974">53.969999999999999</cx:pt>
          <cx:pt idx="7975">55.979999999999997</cx:pt>
          <cx:pt idx="7976">71.989999999999995</cx:pt>
          <cx:pt idx="7977">84.989999999999995</cx:pt>
          <cx:pt idx="7978">84.989999999999995</cx:pt>
          <cx:pt idx="7979">55.979999999999997</cx:pt>
          <cx:pt idx="7980">84.989999999999995</cx:pt>
          <cx:pt idx="7981">131.97999999999999</cx:pt>
          <cx:pt idx="7982">131.97999999999999</cx:pt>
          <cx:pt idx="7983">55.979999999999997</cx:pt>
          <cx:pt idx="7984">131.97999999999999</cx:pt>
          <cx:pt idx="7985">84.989999999999995</cx:pt>
          <cx:pt idx="7986">71.989999999999995</cx:pt>
          <cx:pt idx="7987">119.95999999999999</cx:pt>
          <cx:pt idx="7988">55.979999999999997</cx:pt>
          <cx:pt idx="7989">131.97999999999999</cx:pt>
          <cx:pt idx="7990">55.979999999999997</cx:pt>
          <cx:pt idx="7991">55.979999999999997</cx:pt>
          <cx:pt idx="7992">131.97999999999999</cx:pt>
          <cx:pt idx="7993">121.98</cx:pt>
          <cx:pt idx="7994">84.989999999999995</cx:pt>
          <cx:pt idx="7995">131.97999999999999</cx:pt>
          <cx:pt idx="7996">119.95999999999999</cx:pt>
          <cx:pt idx="7997">62.969999999999999</cx:pt>
          <cx:pt idx="7998">64.469999999999999</cx:pt>
          <cx:pt idx="7999">52.979999999999997</cx:pt>
          <cx:pt idx="8000">55.979999999999997</cx:pt>
          <cx:pt idx="8001">131.97999999999999</cx:pt>
          <cx:pt idx="8002">131.97999999999999</cx:pt>
          <cx:pt idx="8003">131.97999999999999</cx:pt>
          <cx:pt idx="8004">131.97999999999999</cx:pt>
          <cx:pt idx="8005">131.97999999999999</cx:pt>
          <cx:pt idx="8006">54.979999999999997</cx:pt>
          <cx:pt idx="8007">99.980000000000004</cx:pt>
          <cx:pt idx="8008">76.489999999999995</cx:pt>
          <cx:pt idx="8009">54.979999999999997</cx:pt>
          <cx:pt idx="8010">131.97999999999999</cx:pt>
          <cx:pt idx="8011">121.94</cx:pt>
          <cx:pt idx="8012">53.969999999999999</cx:pt>
          <cx:pt idx="8013">158.84999999999999</cx:pt>
          <cx:pt idx="8014">54.979999999999997</cx:pt>
          <cx:pt idx="8015">99.980000000000004</cx:pt>
          <cx:pt idx="8016">54.979999999999997</cx:pt>
          <cx:pt idx="8017">99.980000000000004</cx:pt>
          <cx:pt idx="8018">131.97999999999999</cx:pt>
          <cx:pt idx="8019">50.979999999999997</cx:pt>
          <cx:pt idx="8020">50.979999999999997</cx:pt>
          <cx:pt idx="8021">99.980000000000004</cx:pt>
          <cx:pt idx="8022">131.97999999999999</cx:pt>
          <cx:pt idx="8023">53.969999999999999</cx:pt>
          <cx:pt idx="8024">131.97999999999999</cx:pt>
          <cx:pt idx="8025">131.97999999999999</cx:pt>
          <cx:pt idx="8026">121.94</cx:pt>
          <cx:pt idx="8027">55.979999999999997</cx:pt>
          <cx:pt idx="8028">114.98</cx:pt>
          <cx:pt idx="8029">131.97999999999999</cx:pt>
          <cx:pt idx="8030">131.97999999999999</cx:pt>
          <cx:pt idx="8031">114.98</cx:pt>
          <cx:pt idx="8032">131.97999999999999</cx:pt>
          <cx:pt idx="8033">131.97999999999999</cx:pt>
          <cx:pt idx="8034">55.979999999999997</cx:pt>
          <cx:pt idx="8035">121.94</cx:pt>
          <cx:pt idx="8036">131.97999999999999</cx:pt>
          <cx:pt idx="8037">121.94</cx:pt>
          <cx:pt idx="8038">84.989999999999995</cx:pt>
          <cx:pt idx="8039">50.979999999999997</cx:pt>
          <cx:pt idx="8040">84.989999999999995</cx:pt>
          <cx:pt idx="8041">114.98</cx:pt>
          <cx:pt idx="8042">53.969999999999999</cx:pt>
          <cx:pt idx="8043">114.98</cx:pt>
          <cx:pt idx="8044">158.84999999999999</cx:pt>
          <cx:pt idx="8045">53.969999999999999</cx:pt>
          <cx:pt idx="8046">131.97999999999999</cx:pt>
          <cx:pt idx="8047">211.96000000000001</cx:pt>
          <cx:pt idx="8048">131.97999999999999</cx:pt>
          <cx:pt idx="8049">64.469999999999999</cx:pt>
          <cx:pt idx="8050">84.989999999999995</cx:pt>
          <cx:pt idx="8051">211.96000000000001</cx:pt>
          <cx:pt idx="8052">131.97999999999999</cx:pt>
          <cx:pt idx="8053">131.97999999999999</cx:pt>
          <cx:pt idx="8054">76.489999999999995</cx:pt>
          <cx:pt idx="8055">131.97999999999999</cx:pt>
          <cx:pt idx="8056">131.97999999999999</cx:pt>
          <cx:pt idx="8057">69.969999999999999</cx:pt>
          <cx:pt idx="8058">64.469999999999999</cx:pt>
          <cx:pt idx="8059">131.97999999999999</cx:pt>
          <cx:pt idx="8060">64.469999999999999</cx:pt>
          <cx:pt idx="8061">131.97999999999999</cx:pt>
          <cx:pt idx="8062">84.989999999999995</cx:pt>
          <cx:pt idx="8063">76.489999999999995</cx:pt>
          <cx:pt idx="8064">131.97999999999999</cx:pt>
          <cx:pt idx="8065">69.969999999999999</cx:pt>
          <cx:pt idx="8066">158.84999999999999</cx:pt>
          <cx:pt idx="8067">55.979999999999997</cx:pt>
          <cx:pt idx="8068">76.489999999999995</cx:pt>
          <cx:pt idx="8069">131.97999999999999</cx:pt>
          <cx:pt idx="8070">69.969999999999999</cx:pt>
          <cx:pt idx="8071">319.95999999999998</cx:pt>
          <cx:pt idx="8072">309.93000000000001</cx:pt>
          <cx:pt idx="8073">403.80000000000001</cx:pt>
          <cx:pt idx="8074">59.799999999999997</cx:pt>
          <cx:pt idx="8075">220.25</cx:pt>
          <cx:pt idx="8076">319.95999999999998</cx:pt>
          <cx:pt idx="8077">319.95999999999998</cx:pt>
          <cx:pt idx="8078">319.95999999999998</cx:pt>
          <cx:pt idx="8079">339.95999999999998</cx:pt>
          <cx:pt idx="8080">365.94</cx:pt>
          <cx:pt idx="8081">280.87</cx:pt>
          <cx:pt idx="8082">133.97999999999999</cx:pt>
          <cx:pt idx="8083">174.97</cx:pt>
          <cx:pt idx="8084">95.469999999999999</cx:pt>
          <cx:pt idx="8085">159.87</cx:pt>
          <cx:pt idx="8086">93.980000000000004</cx:pt>
          <cx:pt idx="8087">150.94999999999999</cx:pt>
          <cx:pt idx="8088">135.97</cx:pt>
          <cx:pt idx="8089">76.480000000000004</cx:pt>
          <cx:pt idx="8090">133.56999999999999</cx:pt>
          <cx:pt idx="8091">107.97</cx:pt>
          <cx:pt idx="8092">151.97</cx:pt>
          <cx:pt idx="8093">159.97999999999999</cx:pt>
          <cx:pt idx="8094">87.280000000000001</cx:pt>
          <cx:pt idx="8095">123.95999999999999</cx:pt>
          <cx:pt idx="8096">74.980000000000004</cx:pt>
          <cx:pt idx="8097">91.980000000000004</cx:pt>
          <cx:pt idx="8098">239.53999999999999</cx:pt>
          <cx:pt idx="8099">239.53999999999999</cx:pt>
          <cx:pt idx="8100">239.53999999999999</cx:pt>
          <cx:pt idx="8101">479.08999999999997</cx:pt>
          <cx:pt idx="8102">202.69999999999999</cx:pt>
          <cx:pt idx="8103">239.53999999999999</cx:pt>
          <cx:pt idx="8104">159.69999999999999</cx:pt>
          <cx:pt idx="8105">239.53999999999999</cx:pt>
          <cx:pt idx="8106">239.53999999999999</cx:pt>
          <cx:pt idx="8107">233.49000000000001</cx:pt>
          <cx:pt idx="8108">239.53999999999999</cx:pt>
          <cx:pt idx="8109">159.69999999999999</cx:pt>
          <cx:pt idx="8110">157.25999999999999</cx:pt>
          <cx:pt idx="8111">239.53999999999999</cx:pt>
          <cx:pt idx="8112">239.53999999999999</cx:pt>
          <cx:pt idx="8113">215.59</cx:pt>
          <cx:pt idx="8114">239.53999999999999</cx:pt>
          <cx:pt idx="8115">239.53999999999999</cx:pt>
          <cx:pt idx="8116">239.53999999999999</cx:pt>
          <cx:pt idx="8117">209.28999999999999</cx:pt>
          <cx:pt idx="8118">239.53999999999999</cx:pt>
          <cx:pt idx="8119">233.49000000000001</cx:pt>
          <cx:pt idx="8120">91.980000000000004</cx:pt>
          <cx:pt idx="8121">75.980000000000004</cx:pt>
          <cx:pt idx="8122">124.98</cx:pt>
          <cx:pt idx="8123">84.989999999999995</cx:pt>
          <cx:pt idx="8124">54.990000000000002</cx:pt>
          <cx:pt idx="8125">91.980000000000004</cx:pt>
          <cx:pt idx="8126">54.979999999999997</cx:pt>
          <cx:pt idx="8127">159.97999999999999</cx:pt>
          <cx:pt idx="8128">84.989999999999995</cx:pt>
          <cx:pt idx="8129">169.97999999999999</cx:pt>
          <cx:pt idx="8130">49.979999999999997</cx:pt>
          <cx:pt idx="8131">101.98</cx:pt>
          <cx:pt idx="8132">84.989999999999995</cx:pt>
          <cx:pt idx="8133">169.97999999999999</cx:pt>
          <cx:pt idx="8134">139.97999999999999</cx:pt>
          <cx:pt idx="8135">120.97</cx:pt>
          <cx:pt idx="8136">158.97</cx:pt>
          <cx:pt idx="8137">54.979999999999997</cx:pt>
          <cx:pt idx="8138">101.98</cx:pt>
          <cx:pt idx="8139">139.97999999999999</cx:pt>
          <cx:pt idx="8140">84.989999999999995</cx:pt>
          <cx:pt idx="8141">101.98</cx:pt>
          <cx:pt idx="8142">70.989999999999995</cx:pt>
          <cx:pt idx="8143">188.97</cx:pt>
          <cx:pt idx="8144">194.97</cx:pt>
          <cx:pt idx="8145">137.97999999999999</cx:pt>
          <cx:pt idx="8146">55.859999999999999</cx:pt>
          <cx:pt idx="8147">84.989999999999995</cx:pt>
          <cx:pt idx="8148">169.97999999999999</cx:pt>
          <cx:pt idx="8149">103.98</cx:pt>
          <cx:pt idx="8150">103.98</cx:pt>
          <cx:pt idx="8151">254.97</cx:pt>
          <cx:pt idx="8152">84.989999999999995</cx:pt>
          <cx:pt idx="8153">169.97999999999999</cx:pt>
          <cx:pt idx="8154">169.97999999999999</cx:pt>
          <cx:pt idx="8155">173.47999999999999</cx:pt>
          <cx:pt idx="8156">187.96000000000001</cx:pt>
          <cx:pt idx="8157">131.97999999999999</cx:pt>
          <cx:pt idx="8158">169.97999999999999</cx:pt>
          <cx:pt idx="8159">161.94999999999999</cx:pt>
          <cx:pt idx="8160">185.97</cx:pt>
          <cx:pt idx="8161">118.78</cx:pt>
          <cx:pt idx="8162">121.98</cx:pt>
          <cx:pt idx="8163">169.97999999999999</cx:pt>
          <cx:pt idx="8164">121.98</cx:pt>
          <cx:pt idx="8165">169.97999999999999</cx:pt>
          <cx:pt idx="8166">131.97999999999999</cx:pt>
          <cx:pt idx="8167">169.97999999999999</cx:pt>
          <cx:pt idx="8168">175.97</cx:pt>
          <cx:pt idx="8169">131.97999999999999</cx:pt>
          <cx:pt idx="8170">185.97</cx:pt>
          <cx:pt idx="8171">99.980000000000004</cx:pt>
          <cx:pt idx="8172">169.97999999999999</cx:pt>
          <cx:pt idx="8173">163.28</cx:pt>
          <cx:pt idx="8174">168.28</cx:pt>
          <cx:pt idx="8175">151.96000000000001</cx:pt>
          <cx:pt idx="8176">168.28</cx:pt>
          <cx:pt idx="8177">169.97999999999999</cx:pt>
          <cx:pt idx="8178">121.98</cx:pt>
          <cx:pt idx="8179">169.97999999999999</cx:pt>
          <cx:pt idx="8180">118.78</cx:pt>
          <cx:pt idx="8181">164.93000000000001</cx:pt>
          <cx:pt idx="8182">136.28</cx:pt>
          <cx:pt idx="8183">164.88999999999999</cx:pt>
          <cx:pt idx="8184">131.97999999999999</cx:pt>
          <cx:pt idx="8185">156.58000000000001</cx:pt>
          <cx:pt idx="8186">18.600000000000001</cx:pt>
          <cx:pt idx="8187">156.77000000000001</cx:pt>
          <cx:pt idx="8188">168.28</cx:pt>
          <cx:pt idx="8189">168.28</cx:pt>
          <cx:pt idx="8190">168.28</cx:pt>
          <cx:pt idx="8191">169.97999999999999</cx:pt>
          <cx:pt idx="8192">168.59999999999999</cx:pt>
          <cx:pt idx="8193">166.58000000000001</cx:pt>
          <cx:pt idx="8194">169.97999999999999</cx:pt>
          <cx:pt idx="8195">121.98</cx:pt>
          <cx:pt idx="8196">131.97999999999999</cx:pt>
          <cx:pt idx="8197">169.97999999999999</cx:pt>
          <cx:pt idx="8198">169.97999999999999</cx:pt>
          <cx:pt idx="8199">168.28</cx:pt>
          <cx:pt idx="8200">131.25999999999999</cx:pt>
          <cx:pt idx="8201">70.879999999999995</cx:pt>
          <cx:pt idx="8202">53.979999999999997</cx:pt>
          <cx:pt idx="8203">254.97</cx:pt>
          <cx:pt idx="8204">84.989999999999995</cx:pt>
          <cx:pt idx="8205">314.95999999999998</cx:pt>
          <cx:pt idx="8206">227.77000000000001</cx:pt>
          <cx:pt idx="8207">169.97999999999999</cx:pt>
          <cx:pt idx="8208">73.480000000000004</cx:pt>
          <cx:pt idx="8209">63.57</cx:pt>
          <cx:pt idx="8210">134.97999999999999</cx:pt>
          <cx:pt idx="8211">167.43000000000001</cx:pt>
          <cx:pt idx="8212">65.989999999999995</cx:pt>
          <cx:pt idx="8213">249.87</cx:pt>
          <cx:pt idx="8214">77.859999999999999</cx:pt>
          <cx:pt idx="8215">263.30000000000001</cx:pt>
          <cx:pt idx="8216">163.50999999999999</cx:pt>
          <cx:pt idx="8217">169.97999999999999</cx:pt>
          <cx:pt idx="8218">166.47</cx:pt>
          <cx:pt idx="8219">252.41999999999999</cx:pt>
          <cx:pt idx="8220">69.040000000000006</cx:pt>
          <cx:pt idx="8221">70.930000000000007</cx:pt>
          <cx:pt idx="8222">167.43000000000001</cx:pt>
          <cx:pt idx="8223">168.13999999999999</cx:pt>
          <cx:pt idx="8224">268.22000000000003</cx:pt>
          <cx:pt idx="8225">154.99000000000001</cx:pt>
          <cx:pt idx="8226">223.88</cx:pt>
          <cx:pt idx="8227">182.27000000000001</cx:pt>
          <cx:pt idx="8228">229.47</cx:pt>
          <cx:pt idx="8229">145.97</cx:pt>
          <cx:pt idx="8230">253.91999999999999</cx:pt>
          <cx:pt idx="8231">84.989999999999995</cx:pt>
          <cx:pt idx="8232">78.390000000000001</cx:pt>
          <cx:pt idx="8233">65.989999999999995</cx:pt>
          <cx:pt idx="8234">84.989999999999995</cx:pt>
          <cx:pt idx="8235">108.98</cx:pt>
          <cx:pt idx="8236">86.980000000000004</cx:pt>
          <cx:pt idx="8237">55.990000000000002</cx:pt>
          <cx:pt idx="8238">86.980000000000004</cx:pt>
          <cx:pt idx="8239">76.489999999999995</cx:pt>
          <cx:pt idx="8240">59.390000000000001</cx:pt>
          <cx:pt idx="8241">59.390000000000001</cx:pt>
          <cx:pt idx="8242">78.390000000000001</cx:pt>
          <cx:pt idx="8243">84.989999999999995</cx:pt>
          <cx:pt idx="8244">84.989999999999995</cx:pt>
          <cx:pt idx="8245">76.489999999999995</cx:pt>
          <cx:pt idx="8246">55.990000000000002</cx:pt>
          <cx:pt idx="8247">65.989999999999995</cx:pt>
          <cx:pt idx="8248">108.98</cx:pt>
          <cx:pt idx="8249">84.989999999999995</cx:pt>
          <cx:pt idx="8250">169.97</cx:pt>
          <cx:pt idx="8251">54.960000000000001</cx:pt>
          <cx:pt idx="8252">103.98</cx:pt>
          <cx:pt idx="8253">64.980000000000004</cx:pt>
          <cx:pt idx="8254">118.98</cx:pt>
          <cx:pt idx="8255">95.969999999999999</cx:pt>
          <cx:pt idx="8256">76.420000000000002</cx:pt>
          <cx:pt idx="8257">35.979999999999997</cx:pt>
          <cx:pt idx="8258">76.420000000000002</cx:pt>
          <cx:pt idx="8259">191.36000000000001</cx:pt>
          <cx:pt idx="8260">172.97</cx:pt>
          <cx:pt idx="8261">84.989999999999995</cx:pt>
          <cx:pt idx="8262">65.989999999999995</cx:pt>
          <cx:pt idx="8263">64.980000000000004</cx:pt>
          <cx:pt idx="8264">97.980000000000004</cx:pt>
          <cx:pt idx="8265">191.36000000000001</cx:pt>
          <cx:pt idx="8266">65.989999999999995</cx:pt>
          <cx:pt idx="8267">35.979999999999997</cx:pt>
          <cx:pt idx="8268">169.97</cx:pt>
          <cx:pt idx="8269">118.98</cx:pt>
          <cx:pt idx="8270">65.989999999999995</cx:pt>
          <cx:pt idx="8271">191.44999999999999</cx:pt>
          <cx:pt idx="8272">65.989999999999995</cx:pt>
          <cx:pt idx="8273">172.97</cx:pt>
          <cx:pt idx="8274">84.689999999999998</cx:pt>
          <cx:pt idx="8275">191.44999999999999</cx:pt>
          <cx:pt idx="8276">103.98</cx:pt>
          <cx:pt idx="8277">54.960000000000001</cx:pt>
          <cx:pt idx="8278">97.980000000000004</cx:pt>
          <cx:pt idx="8279">94.079999999999998</cx:pt>
          <cx:pt idx="8280">84.689999999999998</cx:pt>
          <cx:pt idx="8281">130.96000000000001</cx:pt>
          <cx:pt idx="8282">95.969999999999999</cx:pt>
          <cx:pt idx="8283">94.079999999999998</cx:pt>
          <cx:pt idx="8284">130.96000000000001</cx:pt>
          <cx:pt idx="8285">169.97999999999999</cx:pt>
          <cx:pt idx="8286">115.98</cx:pt>
          <cx:pt idx="8287">131.97999999999999</cx:pt>
          <cx:pt idx="8288">229.97</cx:pt>
          <cx:pt idx="8289">269.95999999999998</cx:pt>
          <cx:pt idx="8290">229.97</cx:pt>
          <cx:pt idx="8291">339.95999999999998</cx:pt>
          <cx:pt idx="8292">147.97</cx:pt>
          <cx:pt idx="8293">169.97999999999999</cx:pt>
          <cx:pt idx="8294">-220.53999999999999</cx:pt>
          <cx:pt idx="8295">254.97</cx:pt>
          <cx:pt idx="8296">197.97</cx:pt>
          <cx:pt idx="8297">189.97</cx:pt>
          <cx:pt idx="8298">339.95999999999998</cx:pt>
          <cx:pt idx="8299">169.97999999999999</cx:pt>
          <cx:pt idx="8300">309.95999999999998</cx:pt>
          <cx:pt idx="8301">208.75999999999999</cx:pt>
          <cx:pt idx="8302">220.53999999999999</cx:pt>
          <cx:pt idx="8303">420.44</cx:pt>
          <cx:pt idx="8304">399.24000000000001</cx:pt>
          <cx:pt idx="8305">176.62</cx:pt>
          <cx:pt idx="8306">375.27999999999997</cx:pt>
          <cx:pt idx="8307">346.23000000000002</cx:pt>
          <cx:pt idx="8308">368.23000000000002</cx:pt>
          <cx:pt idx="8309">459.72000000000003</cx:pt>
          <cx:pt idx="8310">367.77999999999997</cx:pt>
          <cx:pt idx="8311">336.31999999999999</cx:pt>
          <cx:pt idx="8312">470.57999999999998</cx:pt>
          <cx:pt idx="8313">91.920000000000002</cx:pt>
          <cx:pt idx="8314">428.26999999999998</cx:pt>
          <cx:pt idx="8315">314.36000000000001</cx:pt>
          <cx:pt idx="8316">414.66000000000003</cx:pt>
          <cx:pt idx="8317">430.69</cx:pt>
          <cx:pt idx="8318">337.52999999999997</cx:pt>
          <cx:pt idx="8319">131.97999999999999</cx:pt>
          <cx:pt idx="8320">46.450000000000003</cx:pt>
          <cx:pt idx="8321">131.97999999999999</cx:pt>
          <cx:pt idx="8322">131.97999999999999</cx:pt>
          <cx:pt idx="8323">-13.199999999999999</cx:pt>
          <cx:pt idx="8324">121.98</cx:pt>
          <cx:pt idx="8325">131.97999999999999</cx:pt>
          <cx:pt idx="8326">131.97999999999999</cx:pt>
          <cx:pt idx="8327">131.97999999999999</cx:pt>
          <cx:pt idx="8328">216.33000000000001</cx:pt>
          <cx:pt idx="8329">121.98</cx:pt>
          <cx:pt idx="8330">131.97999999999999</cx:pt>
          <cx:pt idx="8331">206.93000000000001</cx:pt>
          <cx:pt idx="8332">59.950000000000003</cx:pt>
          <cx:pt idx="8333">167.94999999999999</cx:pt>
          <cx:pt idx="8334">113.45999999999999</cx:pt>
          <cx:pt idx="8335">191.94</cx:pt>
          <cx:pt idx="8336">83.480000000000004</cx:pt>
          <cx:pt idx="8337">131.97999999999999</cx:pt>
          <cx:pt idx="8338">287.44999999999999</cx:pt>
          <cx:pt idx="8339">289.13999999999999</cx:pt>
          <cx:pt idx="8340">319.38999999999999</cx:pt>
          <cx:pt idx="8341">319.38999999999999</cx:pt>
          <cx:pt idx="8342">319.38999999999999</cx:pt>
          <cx:pt idx="8343">319.38999999999999</cx:pt>
          <cx:pt idx="8344">319.38999999999999</cx:pt>
          <cx:pt idx="8345">319.38999999999999</cx:pt>
          <cx:pt idx="8346">323.98000000000002</cx:pt>
          <cx:pt idx="8347">319.38999999999999</cx:pt>
          <cx:pt idx="8348">296.39999999999998</cx:pt>
          <cx:pt idx="8349">341.16000000000003</cx:pt>
          <cx:pt idx="8350">319.38999999999999</cx:pt>
          <cx:pt idx="8351">289.13999999999999</cx:pt>
          <cx:pt idx="8352">319.38999999999999</cx:pt>
          <cx:pt idx="8353">341.16000000000003</cx:pt>
          <cx:pt idx="8354">379.87</cx:pt>
          <cx:pt idx="8355">319.38999999999999</cx:pt>
          <cx:pt idx="8356">228.63999999999999</cx:pt>
          <cx:pt idx="8357">239.53999999999999</cx:pt>
          <cx:pt idx="8358">253.71000000000001</cx:pt>
          <cx:pt idx="8359">239.53999999999999</cx:pt>
          <cx:pt idx="8360">250.08000000000001</cx:pt>
          <cx:pt idx="8361">228.63999999999999</cx:pt>
          <cx:pt idx="8362">324.18000000000001</cx:pt>
          <cx:pt idx="8363">362.92000000000002</cx:pt>
          <cx:pt idx="8364">506.45999999999998</cx:pt>
          <cx:pt idx="8365">546.74000000000001</cx:pt>
          <cx:pt idx="8366">512.5</cx:pt>
          <cx:pt idx="8367">419.13</cx:pt>
          <cx:pt idx="8368">521.40999999999997</cx:pt>
          <cx:pt idx="8369">515.79999999999995</cx:pt>
          <cx:pt idx="8370">287.86000000000001</cx:pt>
          <cx:pt idx="8371">214.11000000000001</cx:pt>
          <cx:pt idx="8372">63.979999999999997</cx:pt>
          <cx:pt idx="8373">203.94999999999999</cx:pt>
          <cx:pt idx="8374">170.99000000000001</cx:pt>
          <cx:pt idx="8375">62.579999999999998</cx:pt>
          <cx:pt idx="8376">130.66</cx:pt>
          <cx:pt idx="8377">154.24000000000001</cx:pt>
          <cx:pt idx="8378">197.97</cx:pt>
          <cx:pt idx="8379">195.96000000000001</cx:pt>
          <cx:pt idx="8380">10.470000000000001</cx:pt>
          <cx:pt idx="8381">188.74000000000001</cx:pt>
          <cx:pt idx="8382">127.23999999999999</cx:pt>
          <cx:pt idx="8383">195.99000000000001</cx:pt>
          <cx:pt idx="8384">250.96000000000001</cx:pt>
          <cx:pt idx="8385">169.97999999999999</cx:pt>
          <cx:pt idx="8386">217.91999999999999</cx:pt>
          <cx:pt idx="8387">131.97999999999999</cx:pt>
          <cx:pt idx="8388">169.97999999999999</cx:pt>
          <cx:pt idx="8389">36.490000000000002</cx:pt>
          <cx:pt idx="8390">169.97999999999999</cx:pt>
          <cx:pt idx="8391">215.34</cx:pt>
          <cx:pt idx="8392">283.85000000000002</cx:pt>
          <cx:pt idx="8393">169.97999999999999</cx:pt>
          <cx:pt idx="8394">169.97999999999999</cx:pt>
          <cx:pt idx="8395">121.98</cx:pt>
          <cx:pt idx="8396">254.97</cx:pt>
          <cx:pt idx="8397">186.97</cx:pt>
          <cx:pt idx="8398">169.97999999999999</cx:pt>
          <cx:pt idx="8399">169.97999999999999</cx:pt>
          <cx:pt idx="8400">254.97</cx:pt>
          <cx:pt idx="8401">254.97</cx:pt>
          <cx:pt idx="8402">159.97999999999999</cx:pt>
          <cx:pt idx="8403">131.97999999999999</cx:pt>
          <cx:pt idx="8404">152.97</cx:pt>
          <cx:pt idx="8405">256.42000000000002</cx:pt>
          <cx:pt idx="8406">313.92000000000002</cx:pt>
          <cx:pt idx="8407">258.68000000000001</cx:pt>
          <cx:pt idx="8408">297.94999999999999</cx:pt>
          <cx:pt idx="8409">339.95999999999998</cx:pt>
          <cx:pt idx="8410">263.95999999999998</cx:pt>
          <cx:pt idx="8411">339.95999999999998</cx:pt>
          <cx:pt idx="8412">317.31999999999999</cx:pt>
          <cx:pt idx="8413">263.95999999999998</cx:pt>
          <cx:pt idx="8414">305.11000000000001</cx:pt>
          <cx:pt idx="8415">144.37</cx:pt>
          <cx:pt idx="8416">116.97</cx:pt>
          <cx:pt idx="8417">168.75999999999999</cx:pt>
          <cx:pt idx="8418">137.97999999999999</cx:pt>
          <cx:pt idx="8419">169.13</cx:pt>
          <cx:pt idx="8420">84.989999999999995</cx:pt>
          <cx:pt idx="8421">138.5</cx:pt>
          <cx:pt idx="8422">76.090000000000003</cx:pt>
          <cx:pt idx="8423">136.81</cx:pt>
          <cx:pt idx="8424">84.989999999999995</cx:pt>
          <cx:pt idx="8425">81.829999999999998</cx:pt>
          <cx:pt idx="8426">84.140000000000001</cx:pt>
          <cx:pt idx="8427">59.490000000000002</cx:pt>
          <cx:pt idx="8428">83.969999999999999</cx:pt>
          <cx:pt idx="8429">169.97999999999999</cx:pt>
          <cx:pt idx="8430">26.489999999999998</cx:pt>
          <cx:pt idx="8431">84.969999999999999</cx:pt>
          <cx:pt idx="8432">131.96000000000001</cx:pt>
          <cx:pt idx="8433">95.129999999999995</cx:pt>
          <cx:pt idx="8434">95.980000000000004</cx:pt>
          <cx:pt idx="8435">100.56999999999999</cx:pt>
          <cx:pt idx="8436">254.97</cx:pt>
          <cx:pt idx="8437">84.030000000000001</cx:pt>
          <cx:pt idx="8438">84.140000000000001</cx:pt>
          <cx:pt idx="8439">83.280000000000001</cx:pt>
          <cx:pt idx="8440">84.140000000000001</cx:pt>
          <cx:pt idx="8441">83.609999999999999</cx:pt>
          <cx:pt idx="8442">134.97999999999999</cx:pt>
          <cx:pt idx="8443">78.930000000000007</cx:pt>
          <cx:pt idx="8444">145.97</cx:pt>
          <cx:pt idx="8445">84.989999999999995</cx:pt>
          <cx:pt idx="8446">290.93000000000001</cx:pt>
          <cx:pt idx="8447">178.16999999999999</cx:pt>
          <cx:pt idx="8448">255.94999999999999</cx:pt>
          <cx:pt idx="8449">354.94</cx:pt>
          <cx:pt idx="8450">329.94999999999999</cx:pt>
          <cx:pt idx="8451">237.96000000000001</cx:pt>
          <cx:pt idx="8452">224.93000000000001</cx:pt>
          <cx:pt idx="8453">304.93000000000001</cx:pt>
          <cx:pt idx="8454">282.81999999999999</cx:pt>
          <cx:pt idx="8455">339.95999999999998</cx:pt>
          <cx:pt idx="8456">237.96000000000001</cx:pt>
          <cx:pt idx="8457">339.95999999999998</cx:pt>
          <cx:pt idx="8458">374.94999999999999</cx:pt>
          <cx:pt idx="8459">238.96000000000001</cx:pt>
          <cx:pt idx="8460">339.95999999999998</cx:pt>
          <cx:pt idx="8461">339.95999999999998</cx:pt>
          <cx:pt idx="8462">263.95999999999998</cx:pt>
          <cx:pt idx="8463">339.95999999999998</cx:pt>
          <cx:pt idx="8464">263.95999999999998</cx:pt>
          <cx:pt idx="8465">263.95999999999998</cx:pt>
          <cx:pt idx="8466">305.95999999999998</cx:pt>
          <cx:pt idx="8467">314.95999999999998</cx:pt>
          <cx:pt idx="8468">65.969999999999999</cx:pt>
          <cx:pt idx="8469">509.94</cx:pt>
          <cx:pt idx="8470">343.32999999999998</cx:pt>
          <cx:pt idx="8471">321.25999999999999</cx:pt>
          <cx:pt idx="8472">329.75999999999999</cx:pt>
          <cx:pt idx="8473">312.06</cx:pt>
          <cx:pt idx="8474">135.97</cx:pt>
          <cx:pt idx="8475">159.97999999999999</cx:pt>
          <cx:pt idx="8476">196.96000000000001</cx:pt>
          <cx:pt idx="8477">239.97</cx:pt>
          <cx:pt idx="8478">268.94999999999999</cx:pt>
          <cx:pt idx="8479">292.47000000000003</cx:pt>
          <cx:pt idx="8480">182.97</cx:pt>
          <cx:pt idx="8481">157.97</cx:pt>
          <cx:pt idx="8482">154.13</cx:pt>
          <cx:pt idx="8483">143.13999999999999</cx:pt>
          <cx:pt idx="8484">205.15000000000001</cx:pt>
          <cx:pt idx="8485">-182.97</cx:pt>
          <cx:pt idx="8486">159.97999999999999</cx:pt>
          <cx:pt idx="8487">294.95999999999998</cx:pt>
          <cx:pt idx="8488">159.97999999999999</cx:pt>
          <cx:pt idx="8489">271.97000000000003</cx:pt>
          <cx:pt idx="8490">196.96000000000001</cx:pt>
          <cx:pt idx="8491">157.97</cx:pt>
          <cx:pt idx="8492">121.98</cx:pt>
          <cx:pt idx="8493">115.88</cx:pt>
          <cx:pt idx="8494">143.97999999999999</cx:pt>
          <cx:pt idx="8495">239.97</cx:pt>
          <cx:pt idx="8496">109.78</cx:pt>
          <cx:pt idx="8497">153.13999999999999</cx:pt>
          <cx:pt idx="8498">176.62</cx:pt>
          <cx:pt idx="8499">79.849999999999994</cx:pt>
          <cx:pt idx="8500">159.66999999999999</cx:pt>
          <cx:pt idx="8501">123.38</cx:pt>
          <cx:pt idx="8502">114.91</cx:pt>
          <cx:pt idx="8503">116.14</cx:pt>
          <cx:pt idx="8504">106.44</cx:pt>
          <cx:pt idx="8505">128.24000000000001</cx:pt>
          <cx:pt idx="8506">152.63999999999999</cx:pt>
          <cx:pt idx="8507">94.359999999999999</cx:pt>
          <cx:pt idx="8508">90.629999999999995</cx:pt>
          <cx:pt idx="8509">131.97999999999999</cx:pt>
          <cx:pt idx="8510">179.03999999999999</cx:pt>
          <cx:pt idx="8511">79.849999999999994</cx:pt>
          <cx:pt idx="8512">116.66</cx:pt>
          <cx:pt idx="8513">159.69999999999999</cx:pt>
          <cx:pt idx="8514">79.849999999999994</cx:pt>
          <cx:pt idx="8515">131.97999999999999</cx:pt>
          <cx:pt idx="8516">131.97999999999999</cx:pt>
          <cx:pt idx="8517">131.97999999999999</cx:pt>
          <cx:pt idx="8518">131.97999999999999</cx:pt>
          <cx:pt idx="8519">110.73999999999999</cx:pt>
          <cx:pt idx="8520">131.97999999999999</cx:pt>
          <cx:pt idx="8521">108.95999999999999</cx:pt>
          <cx:pt idx="8522">99.980000000000004</cx:pt>
          <cx:pt idx="8523">84.989999999999995</cx:pt>
          <cx:pt idx="8524">119.97</cx:pt>
          <cx:pt idx="8525">107.48</cx:pt>
          <cx:pt idx="8526">56.090000000000003</cx:pt>
          <cx:pt idx="8527">149.97</cx:pt>
          <cx:pt idx="8528">11.99</cx:pt>
          <cx:pt idx="8529">113.67</cx:pt>
          <cx:pt idx="8530">131.97999999999999</cx:pt>
          <cx:pt idx="8531">80.980000000000004</cx:pt>
          <cx:pt idx="8532">131.97999999999999</cx:pt>
          <cx:pt idx="8533">131.97999999999999</cx:pt>
          <cx:pt idx="8534">211.69999999999999</cx:pt>
          <cx:pt idx="8535">271.47000000000003</cx:pt>
          <cx:pt idx="8536">53.82</cx:pt>
          <cx:pt idx="8537">285.62</cx:pt>
          <cx:pt idx="8538">319.38999999999999</cx:pt>
          <cx:pt idx="8539">135.74000000000001</cx:pt>
          <cx:pt idx="8540">319.38999999999999</cx:pt>
          <cx:pt idx="8541">319.38999999999999</cx:pt>
          <cx:pt idx="8542">269.5</cx:pt>
          <cx:pt idx="8543">309.11000000000001</cx:pt>
          <cx:pt idx="8544">289.13999999999999</cx:pt>
          <cx:pt idx="8545">197.97</cx:pt>
          <cx:pt idx="8546">241.94999999999999</cx:pt>
          <cx:pt idx="8547">319.38999999999999</cx:pt>
          <cx:pt idx="8548">241.94999999999999</cx:pt>
          <cx:pt idx="8549">116.97</cx:pt>
          <cx:pt idx="8550">103.98</cx:pt>
          <cx:pt idx="8551">144.97</cx:pt>
          <cx:pt idx="8552">100.98</cx:pt>
          <cx:pt idx="8553">78.980000000000004</cx:pt>
          <cx:pt idx="8554">100.98</cx:pt>
          <cx:pt idx="8555">68.989999999999995</cx:pt>
          <cx:pt idx="8556">169.97</cx:pt>
          <cx:pt idx="8557">91.969999999999999</cx:pt>
          <cx:pt idx="8558">100.98</cx:pt>
          <cx:pt idx="8559">84.989999999999995</cx:pt>
          <cx:pt idx="8560">100.98</cx:pt>
          <cx:pt idx="8561">127.97</cx:pt>
          <cx:pt idx="8562">79.959999999999994</cx:pt>
          <cx:pt idx="8563">144.97</cx:pt>
          <cx:pt idx="8564">100.98</cx:pt>
          <cx:pt idx="8565">100.98</cx:pt>
          <cx:pt idx="8566">529.88999999999999</cx:pt>
          <cx:pt idx="8567">669.89999999999998</cx:pt>
          <cx:pt idx="8568">679.75999999999999</cx:pt>
          <cx:pt idx="8569">509.94</cx:pt>
          <cx:pt idx="8570">628.85000000000002</cx:pt>
          <cx:pt idx="8571">179.94</cx:pt>
          <cx:pt idx="8572">131.96000000000001</cx:pt>
          <cx:pt idx="8573">219.94</cx:pt>
          <cx:pt idx="8574">197.94</cx:pt>
          <cx:pt idx="8575">131.96000000000001</cx:pt>
          <cx:pt idx="8576">169.94999999999999</cx:pt>
          <cx:pt idx="8577">204.68000000000001</cx:pt>
          <cx:pt idx="8578">179.94</cx:pt>
          <cx:pt idx="8579">197.94</cx:pt>
          <cx:pt idx="8580">72.980000000000004</cx:pt>
          <cx:pt idx="8581">134.94999999999999</cx:pt>
          <cx:pt idx="8582">207.93000000000001</cx:pt>
          <cx:pt idx="8583">203.68000000000001</cx:pt>
          <cx:pt idx="8584">179.94</cx:pt>
          <cx:pt idx="8585">119.95999999999999</cx:pt>
          <cx:pt idx="8586">65.989999999999995</cx:pt>
          <cx:pt idx="8587">359.88</cx:pt>
          <cx:pt idx="8588">264.93000000000001</cx:pt>
          <cx:pt idx="8589">299.89999999999998</cx:pt>
          <cx:pt idx="8590">187.94</cx:pt>
          <cx:pt idx="8591">131.96000000000001</cx:pt>
          <cx:pt idx="8592">93.310000000000002</cx:pt>
          <cx:pt idx="8593">79.719999999999999</cx:pt>
          <cx:pt idx="8594">292.22000000000003</cx:pt>
          <cx:pt idx="8595">151.94</cx:pt>
          <cx:pt idx="8596">120.26000000000001</cx:pt>
          <cx:pt idx="8597">209.93000000000001</cx:pt>
          <cx:pt idx="8598">330.75</cx:pt>
          <cx:pt idx="8599">174.96000000000001</cx:pt>
          <cx:pt idx="8600">89.969999999999999</cx:pt>
          <cx:pt idx="8601">134.53999999999999</cx:pt>
          <cx:pt idx="8602">169.97999999999999</cx:pt>
          <cx:pt idx="8603">97.019999999999996</cx:pt>
          <cx:pt idx="8604">114.97</cx:pt>
          <cx:pt idx="8605">87.489999999999995</cx:pt>
          <cx:pt idx="8606">46.490000000000002</cx:pt>
          <cx:pt idx="8607">204.44</cx:pt>
          <cx:pt idx="8608">126.11</cx:pt>
          <cx:pt idx="8609">118.78</cx:pt>
          <cx:pt idx="8610">145.97</cx:pt>
          <cx:pt idx="8611">145.97</cx:pt>
          <cx:pt idx="8612">121.98</cx:pt>
          <cx:pt idx="8613">173.97</cx:pt>
          <cx:pt idx="8614">146.97</cx:pt>
          <cx:pt idx="8615">131.97999999999999</cx:pt>
          <cx:pt idx="8616">131.97999999999999</cx:pt>
          <cx:pt idx="8617">183.97</cx:pt>
          <cx:pt idx="8618">170.97999999999999</cx:pt>
          <cx:pt idx="8619">151.97</cx:pt>
          <cx:pt idx="8620">135.96000000000001</cx:pt>
          <cx:pt idx="8621">151.97</cx:pt>
          <cx:pt idx="8622">59.969999999999999</cx:pt>
          <cx:pt idx="8623">151.97</cx:pt>
          <cx:pt idx="8624">166.96000000000001</cx:pt>
          <cx:pt idx="8625">166.96000000000001</cx:pt>
          <cx:pt idx="8626">151.97</cx:pt>
          <cx:pt idx="8627">151.97</cx:pt>
          <cx:pt idx="8628">176.96000000000001</cx:pt>
          <cx:pt idx="8629">151.97</cx:pt>
          <cx:pt idx="8630">151.97</cx:pt>
          <cx:pt idx="8631">150.96000000000001</cx:pt>
          <cx:pt idx="8632">131.97999999999999</cx:pt>
          <cx:pt idx="8633">105.98</cx:pt>
          <cx:pt idx="8634">131.97999999999999</cx:pt>
          <cx:pt idx="8635">115.97</cx:pt>
          <cx:pt idx="8636">171.96000000000001</cx:pt>
          <cx:pt idx="8637">89.969999999999999</cx:pt>
          <cx:pt idx="8638">125.95999999999999</cx:pt>
          <cx:pt idx="8639">79.189999999999998</cx:pt>
          <cx:pt idx="8640">79.980000000000004</cx:pt>
          <cx:pt idx="8641">82.379999999999995</cx:pt>
          <cx:pt idx="8642">78.319999999999993</cx:pt>
          <cx:pt idx="8643">50.789999999999999</cx:pt>
          <cx:pt idx="8644">51.039999999999999</cx:pt>
          <cx:pt idx="8645">77.980000000000004</cx:pt>
          <cx:pt idx="8646">90.189999999999998</cx:pt>
          <cx:pt idx="8647">83.260000000000005</cx:pt>
          <cx:pt idx="8648">78.180000000000007</cx:pt>
          <cx:pt idx="8649">-9.4199999999999999</cx:pt>
          <cx:pt idx="8650">65.329999999999998</cx:pt>
          <cx:pt idx="8651">78.319999999999993</cx:pt>
          <cx:pt idx="8652">88.180000000000007</cx:pt>
          <cx:pt idx="8653">83.510000000000005</cx:pt>
          <cx:pt idx="8654">52.32</cx:pt>
          <cx:pt idx="8655">84.359999999999999</cx:pt>
          <cx:pt idx="8656">25.440000000000001</cx:pt>
          <cx:pt idx="8657">97.129999999999995</cx:pt>
          <cx:pt idx="8658">78.319999999999993</cx:pt>
          <cx:pt idx="8659">65.079999999999998</cx:pt>
          <cx:pt idx="8660">65.329999999999998</cx:pt>
          <cx:pt idx="8661">84.140000000000001</cx:pt>
          <cx:pt idx="8662">76.489999999999995</cx:pt>
          <cx:pt idx="8663">50.310000000000002</cx:pt>
          <cx:pt idx="8664">112.12</cx:pt>
          <cx:pt idx="8665">122.97</cx:pt>
          <cx:pt idx="8666">65.200000000000003</cx:pt>
          <cx:pt idx="8667">89.480000000000004</cx:pt>
          <cx:pt idx="8668">65.459999999999994</cx:pt>
          <cx:pt idx="8669">61.210000000000001</cx:pt>
          <cx:pt idx="8670">51.82</cx:pt>
          <cx:pt idx="8671">285.83999999999997</cx:pt>
          <cx:pt idx="8672">214.94999999999999</cx:pt>
          <cx:pt idx="8673">242.91999999999999</cx:pt>
          <cx:pt idx="8674">83.480000000000004</cx:pt>
          <cx:pt idx="8675">238.96000000000001</cx:pt>
          <cx:pt idx="8676">333.50999999999999</cx:pt>
          <cx:pt idx="8677">195.91999999999999</cx:pt>
          <cx:pt idx="8678">399.92000000000002</cx:pt>
          <cx:pt idx="8679">244.93000000000001</cx:pt>
          <cx:pt idx="8680">249.97</cx:pt>
          <cx:pt idx="8681">344.91000000000003</cx:pt>
          <cx:pt idx="8682">269.94999999999999</cx:pt>
          <cx:pt idx="8683">250.69</cx:pt>
          <cx:pt idx="8684">383.32999999999998</cx:pt>
          <cx:pt idx="8685">319.95999999999998</cx:pt>
          <cx:pt idx="8686">319.95999999999998</cx:pt>
          <cx:pt idx="8687">34.990000000000002</cx:pt>
          <cx:pt idx="8688">223.96000000000001</cx:pt>
          <cx:pt idx="8689">34.990000000000002</cx:pt>
          <cx:pt idx="8690">208.06</cx:pt>
          <cx:pt idx="8691">263.94</cx:pt>
          <cx:pt idx="8692">389.94</cx:pt>
          <cx:pt idx="8693">208.06</cx:pt>
          <cx:pt idx="8694">389.94</cx:pt>
          <cx:pt idx="8695">223.96000000000001</cx:pt>
          <cx:pt idx="8696">290.51999999999998</cx:pt>
          <cx:pt idx="8697">150.93000000000001</cx:pt>
          <cx:pt idx="8698">94.340000000000003</cx:pt>
          <cx:pt idx="8699">94.340000000000003</cx:pt>
          <cx:pt idx="8700">294.95999999999998</cx:pt>
          <cx:pt idx="8701">294.95999999999998</cx:pt>
          <cx:pt idx="8702">319.95999999999998</cx:pt>
          <cx:pt idx="8703">319.95999999999998</cx:pt>
          <cx:pt idx="8704">314.31999999999999</cx:pt>
          <cx:pt idx="8705">150.93000000000001</cx:pt>
          <cx:pt idx="8706">263.94</cx:pt>
          <cx:pt idx="8707">314.31999999999999</cx:pt>
          <cx:pt idx="8708">319.95999999999998</cx:pt>
          <cx:pt idx="8709">319.95999999999998</cx:pt>
          <cx:pt idx="8710">185.34</cx:pt>
          <cx:pt idx="8711">319.95999999999998</cx:pt>
          <cx:pt idx="8712">290.51999999999998</cx:pt>
          <cx:pt idx="8713">319.95999999999998</cx:pt>
          <cx:pt idx="8714">185.34</cx:pt>
          <cx:pt idx="8715">129.97999999999999</cx:pt>
          <cx:pt idx="8716">74.890000000000001</cx:pt>
          <cx:pt idx="8717">72.989999999999995</cx:pt>
          <cx:pt idx="8718">98.980000000000004</cx:pt>
          <cx:pt idx="8719">79.989999999999995</cx:pt>
          <cx:pt idx="8720">79.989999999999995</cx:pt>
          <cx:pt idx="8721">92.879999999999995</cx:pt>
          <cx:pt idx="8722">114.59999999999999</cx:pt>
          <cx:pt idx="8723">79.989999999999995</cx:pt>
          <cx:pt idx="8724">79.989999999999995</cx:pt>
          <cx:pt idx="8725">60.990000000000002</cx:pt>
          <cx:pt idx="8726">94.980000000000004</cx:pt>
          <cx:pt idx="8727">78.349999999999994</cx:pt>
          <cx:pt idx="8728">82.379999999999995</cx:pt>
          <cx:pt idx="8729">131.97</cx:pt>
          <cx:pt idx="8730">94.980000000000004</cx:pt>
          <cx:pt idx="8731">79.989999999999995</cx:pt>
          <cx:pt idx="8732">60.990000000000002</cx:pt>
          <cx:pt idx="8733">75.980000000000004</cx:pt>
          <cx:pt idx="8734">76.819999999999993</cx:pt>
          <cx:pt idx="8735">79.989999999999995</cx:pt>
          <cx:pt idx="8736">79.989999999999995</cx:pt>
          <cx:pt idx="8737">79.040000000000006</cx:pt>
          <cx:pt idx="8738">59.219999999999999</cx:pt>
          <cx:pt idx="8739">77.469999999999999</cx:pt>
          <cx:pt idx="8740">79.989999999999995</cx:pt>
          <cx:pt idx="8741">79.989999999999995</cx:pt>
          <cx:pt idx="8742">94.980000000000004</cx:pt>
          <cx:pt idx="8743">93.379999999999995</cx:pt>
          <cx:pt idx="8744">94.980000000000004</cx:pt>
          <cx:pt idx="8745">74.450000000000003</cx:pt>
          <cx:pt idx="8746">79.989999999999995</cx:pt>
          <cx:pt idx="8747">75.980000000000004</cx:pt>
          <cx:pt idx="8748">79.989999999999995</cx:pt>
          <cx:pt idx="8749">60.990000000000002</cx:pt>
          <cx:pt idx="8750">77.439999999999998</cx:pt>
          <cx:pt idx="8751">79.040000000000006</cx:pt>
          <cx:pt idx="8752">156.02000000000001</cx:pt>
          <cx:pt idx="8753">153.38999999999999</cx:pt>
          <cx:pt idx="8754">159.69999999999999</cx:pt>
          <cx:pt idx="8755">135.5</cx:pt>
          <cx:pt idx="8756">227.56</cx:pt>
          <cx:pt idx="8757">158.41</cx:pt>
          <cx:pt idx="8758">143.72</cx:pt>
          <cx:pt idx="8759">171.72</cx:pt>
          <cx:pt idx="8760">122.63</cx:pt>
          <cx:pt idx="8761">159.69999999999999</cx:pt>
          <cx:pt idx="8762">177.59</cx:pt>
          <cx:pt idx="8763">180.27000000000001</cx:pt>
          <cx:pt idx="8764">164.52000000000001</cx:pt>
          <cx:pt idx="8765">287.93000000000001</cx:pt>
          <cx:pt idx="8766">192.84</cx:pt>
          <cx:pt idx="8767">158.09999999999999</cx:pt>
          <cx:pt idx="8768">211.94</cx:pt>
          <cx:pt idx="8769">230.61000000000001</cx:pt>
          <cx:pt idx="8770">236.94</cx:pt>
          <cx:pt idx="8771">182.56999999999999</cx:pt>
          <cx:pt idx="8772">236.94</cx:pt>
          <cx:pt idx="8773">197.97</cx:pt>
          <cx:pt idx="8774">185.94999999999999</cx:pt>
          <cx:pt idx="8775">197.97</cx:pt>
          <cx:pt idx="8776">197.97</cx:pt>
          <cx:pt idx="8777">63.829999999999998</cx:pt>
          <cx:pt idx="8778">73.799999999999997</cx:pt>
          <cx:pt idx="8779">71.579999999999998</cx:pt>
          <cx:pt idx="8780">73.799999999999997</cx:pt>
          <cx:pt idx="8781">141.81999999999999</cx:pt>
          <cx:pt idx="8782">73.799999999999997</cx:pt>
          <cx:pt idx="8783">240.53999999999999</cx:pt>
          <cx:pt idx="8784">73.799999999999997</cx:pt>
          <cx:pt idx="8785">153.65000000000001</cx:pt>
          <cx:pt idx="8786">239.53999999999999</cx:pt>
          <cx:pt idx="8787">96.780000000000001</cx:pt>
          <cx:pt idx="8788">173.94</cx:pt>
          <cx:pt idx="8789">73.799999999999997</cx:pt>
          <cx:pt idx="8790">73.799999999999997</cx:pt>
          <cx:pt idx="8791">76.689999999999998</cx:pt>
          <cx:pt idx="8792">116.14</cx:pt>
          <cx:pt idx="8793">73.799999999999997</cx:pt>
          <cx:pt idx="8794">195.78999999999999</cx:pt>
          <cx:pt idx="8795">96.780000000000001</cx:pt>
          <cx:pt idx="8796">72.090000000000003</cx:pt>
          <cx:pt idx="8797">70.790000000000006</cx:pt>
          <cx:pt idx="8798">157.30000000000001</cx:pt>
          <cx:pt idx="8799">96.780000000000001</cx:pt>
          <cx:pt idx="8800">73.799999999999997</cx:pt>
          <cx:pt idx="8801">131.36000000000001</cx:pt>
          <cx:pt idx="8802">73.799999999999997</cx:pt>
          <cx:pt idx="8803">111.27</cx:pt>
          <cx:pt idx="8804">108.88</cx:pt>
          <cx:pt idx="8805">70.980000000000004</cx:pt>
          <cx:pt idx="8806">147.59999999999999</cx:pt>
          <cx:pt idx="8807">73.799999999999997</cx:pt>
          <cx:pt idx="8808">79.849999999999994</cx:pt>
          <cx:pt idx="8809">73.799999999999997</cx:pt>
          <cx:pt idx="8810">153.65000000000001</cx:pt>
          <cx:pt idx="8811">96.780000000000001</cx:pt>
          <cx:pt idx="8812">222.97</cx:pt>
          <cx:pt idx="8813">188.97</cx:pt>
          <cx:pt idx="8814">231.96000000000001</cx:pt>
          <cx:pt idx="8815">263.95999999999998</cx:pt>
          <cx:pt idx="8816">243.33000000000001</cx:pt>
          <cx:pt idx="8817">153.97999999999999</cx:pt>
          <cx:pt idx="8818">215.96000000000001</cx:pt>
          <cx:pt idx="8819">332.44</cx:pt>
          <cx:pt idx="8820">160.97</cx:pt>
          <cx:pt idx="8821">470</cx:pt>
          <cx:pt idx="8822">412.20999999999998</cx:pt>
          <cx:pt idx="8823">448.83999999999997</cx:pt>
          <cx:pt idx="8824">101.01000000000001</cx:pt>
          <cx:pt idx="8825">77.370000000000005</cx:pt>
          <cx:pt idx="8826">68.969999999999999</cx:pt>
          <cx:pt idx="8827">89.969999999999999</cx:pt>
          <cx:pt idx="8828">80.370000000000005</cx:pt>
          <cx:pt idx="8829">119.95999999999999</cx:pt>
          <cx:pt idx="8830">89.969999999999999</cx:pt>
          <cx:pt idx="8831">87.890000000000001</cx:pt>
          <cx:pt idx="8832">58.909999999999997</cx:pt>
          <cx:pt idx="8833">52.479999999999997</cx:pt>
          <cx:pt idx="8834">89.969999999999999</cx:pt>
          <cx:pt idx="8835">89.969999999999999</cx:pt>
          <cx:pt idx="8836">85.969999999999999</cx:pt>
          <cx:pt idx="8837">89.969999999999999</cx:pt>
          <cx:pt idx="8838">83.469999999999999</cx:pt>
          <cx:pt idx="8839">78.969999999999999</cx:pt>
          <cx:pt idx="8840">89.969999999999999</cx:pt>
          <cx:pt idx="8841">89.969999999999999</cx:pt>
          <cx:pt idx="8842">74.969999999999999</cx:pt>
          <cx:pt idx="8843">57.280000000000001</cx:pt>
          <cx:pt idx="8844">89.969999999999999</cx:pt>
          <cx:pt idx="8845">81.969999999999999</cx:pt>
          <cx:pt idx="8846">119.95999999999999</cx:pt>
          <cx:pt idx="8847">89.969999999999999</cx:pt>
          <cx:pt idx="8848">74.969999999999999</cx:pt>
          <cx:pt idx="8849">80.969999999999999</cx:pt>
          <cx:pt idx="8850">62.969999999999999</cx:pt>
          <cx:pt idx="8851">89.959999999999994</cx:pt>
          <cx:pt idx="8852">87.569999999999993</cx:pt>
          <cx:pt idx="8853">80.219999999999999</cx:pt>
          <cx:pt idx="8854">89.969999999999999</cx:pt>
          <cx:pt idx="8855">76.640000000000001</cx:pt>
          <cx:pt idx="8856">85.969999999999999</cx:pt>
          <cx:pt idx="8857">85.969999999999999</cx:pt>
          <cx:pt idx="8858">52.479999999999997</cx:pt>
          <cx:pt idx="8859">103.95999999999999</cx:pt>
          <cx:pt idx="8860">52.479999999999997</cx:pt>
          <cx:pt idx="8861">89.969999999999999</cx:pt>
          <cx:pt idx="8862">62.979999999999997</cx:pt>
          <cx:pt idx="8863">69.400000000000006</cx:pt>
          <cx:pt idx="8864">49.270000000000003</cx:pt>
          <cx:pt idx="8865">85.969999999999999</cx:pt>
          <cx:pt idx="8866">117.95999999999999</cx:pt>
          <cx:pt idx="8867">187.97</cx:pt>
          <cx:pt idx="8868">283.89999999999998</cx:pt>
          <cx:pt idx="8869">387.92000000000002</cx:pt>
          <cx:pt idx="8870">339.95999999999998</cx:pt>
          <cx:pt idx="8871">509.94</cx:pt>
          <cx:pt idx="8872">369.94</cx:pt>
          <cx:pt idx="8873">263.95999999999998</cx:pt>
          <cx:pt idx="8874">438.89999999999998</cx:pt>
          <cx:pt idx="8875">307.92000000000002</cx:pt>
          <cx:pt idx="8876">197.97</cx:pt>
          <cx:pt idx="8877">254.97</cx:pt>
          <cx:pt idx="8878">254.97</cx:pt>
          <cx:pt idx="8879">137.58000000000001</cx:pt>
          <cx:pt idx="8880">197.97</cx:pt>
          <cx:pt idx="8881">199.77000000000001</cx:pt>
          <cx:pt idx="8882">197.97</cx:pt>
          <cx:pt idx="8883">197.97</cx:pt>
          <cx:pt idx="8884">254.97</cx:pt>
          <cx:pt idx="8885">161.96000000000001</cx:pt>
          <cx:pt idx="8886">40.490000000000002</cx:pt>
          <cx:pt idx="8887">169.97999999999999</cx:pt>
          <cx:pt idx="8888">59.960000000000001</cx:pt>
          <cx:pt idx="8889">79.980000000000004</cx:pt>
          <cx:pt idx="8890">79.980000000000004</cx:pt>
          <cx:pt idx="8891">127.45999999999999</cx:pt>
          <cx:pt idx="8892">254.97</cx:pt>
          <cx:pt idx="8893">197.97</cx:pt>
          <cx:pt idx="8894">129.96000000000001</cx:pt>
          <cx:pt idx="8895">229.97</cx:pt>
          <cx:pt idx="8896">227.94999999999999</cx:pt>
          <cx:pt idx="8897">254.97</cx:pt>
          <cx:pt idx="8898">149.97</cx:pt>
          <cx:pt idx="8899">149.97</cx:pt>
          <cx:pt idx="8900">157.96000000000001</cx:pt>
          <cx:pt idx="8901">98.969999999999999</cx:pt>
          <cx:pt idx="8902">131.97999999999999</cx:pt>
          <cx:pt idx="8903">131.97999999999999</cx:pt>
          <cx:pt idx="8904">37.479999999999997</cx:pt>
          <cx:pt idx="8905">167.96000000000001</cx:pt>
          <cx:pt idx="8906">119.27</cx:pt>
          <cx:pt idx="8907">131.97999999999999</cx:pt>
          <cx:pt idx="8908">164.96000000000001</cx:pt>
          <cx:pt idx="8909">101.94</cx:pt>
          <cx:pt idx="8910">132.97</cx:pt>
          <cx:pt idx="8911">207.94</cx:pt>
          <cx:pt idx="8912">64.980000000000004</cx:pt>
          <cx:pt idx="8913">201.27000000000001</cx:pt>
          <cx:pt idx="8914">145.13999999999999</cx:pt>
          <cx:pt idx="8915">67.959999999999994</cx:pt>
          <cx:pt idx="8916">101.97</cx:pt>
          <cx:pt idx="8917">119.95999999999999</cx:pt>
          <cx:pt idx="8918">207.90000000000001</cx:pt>
          <cx:pt idx="8919">169.97999999999999</cx:pt>
          <cx:pt idx="8920">233.18000000000001</cx:pt>
          <cx:pt idx="8921">237.96000000000001</cx:pt>
          <cx:pt idx="8922">284.94999999999999</cx:pt>
          <cx:pt idx="8923">77.129999999999995</cx:pt>
          <cx:pt idx="8924">150.18000000000001</cx:pt>
          <cx:pt idx="8925">100.98</cx:pt>
          <cx:pt idx="8926">248.19999999999999</cx:pt>
          <cx:pt idx="8927">97.629999999999995</cx:pt>
          <cx:pt idx="8928">177.16999999999999</cx:pt>
          <cx:pt idx="8929">131.84</cx:pt>
          <cx:pt idx="8930">242.21000000000001</cx:pt>
          <cx:pt idx="8931">92.480000000000004</cx:pt>
          <cx:pt idx="8932">314.94999999999999</cx:pt>
          <cx:pt idx="8933">373.94999999999999</cx:pt>
          <cx:pt idx="8934">-0.75</cx:pt>
          <cx:pt idx="8935">73.480000000000004</cx:pt>
          <cx:pt idx="8936">62.57</cx:pt>
          <cx:pt idx="8937">419.27999999999997</cx:pt>
          <cx:pt idx="8938">108.48999999999999</cx:pt>
          <cx:pt idx="8939">19.739999999999998</cx:pt>
          <cx:pt idx="8940">266.94</cx:pt>
          <cx:pt idx="8941">297.81999999999999</cx:pt>
          <cx:pt idx="8942">403.94</cx:pt>
          <cx:pt idx="8943">323.93000000000001</cx:pt>
          <cx:pt idx="8944">256.87</cx:pt>
          <cx:pt idx="8945">189.93000000000001</cx:pt>
          <cx:pt idx="8946">577.92999999999995</cx:pt>
          <cx:pt idx="8947">689.89999999999998</cx:pt>
          <cx:pt idx="8948">356.82999999999998</cx:pt>
          <cx:pt idx="8949">55.170000000000002</cx:pt>
          <cx:pt idx="8950">169.97999999999999</cx:pt>
          <cx:pt idx="8951">344.94999999999999</cx:pt>
          <cx:pt idx="8952">169.97999999999999</cx:pt>
          <cx:pt idx="8953">105.98</cx:pt>
          <cx:pt idx="8954">120.98</cx:pt>
          <cx:pt idx="8955">65.989999999999995</cx:pt>
          <cx:pt idx="8956">84.989999999999995</cx:pt>
          <cx:pt idx="8957">115.97</cx:pt>
          <cx:pt idx="8958">83.290000000000006</cx:pt>
          <cx:pt idx="8959">82.439999999999998</cx:pt>
          <cx:pt idx="8960">79.890000000000001</cx:pt>
          <cx:pt idx="8961">84.989999999999995</cx:pt>
          <cx:pt idx="8962">82.129999999999995</cx:pt>
          <cx:pt idx="8963">84.989999999999995</cx:pt>
          <cx:pt idx="8964">84.989999999999995</cx:pt>
          <cx:pt idx="8965">83.290000000000006</cx:pt>
          <cx:pt idx="8966">84.989999999999995</cx:pt>
          <cx:pt idx="8967">84.989999999999995</cx:pt>
          <cx:pt idx="8968">84.989999999999995</cx:pt>
          <cx:pt idx="8969">84.989999999999995</cx:pt>
          <cx:pt idx="8970">84.989999999999995</cx:pt>
          <cx:pt idx="8971">84.989999999999995</cx:pt>
          <cx:pt idx="8972">65.989999999999995</cx:pt>
          <cx:pt idx="8973">84.989999999999995</cx:pt>
          <cx:pt idx="8974">84.989999999999995</cx:pt>
          <cx:pt idx="8975">79.930000000000007</cx:pt>
          <cx:pt idx="8976">65.989999999999995</cx:pt>
          <cx:pt idx="8977">81.379999999999995</cx:pt>
          <cx:pt idx="8978">146.97</cx:pt>
          <cx:pt idx="8979">146.97</cx:pt>
          <cx:pt idx="8980">115.97</cx:pt>
          <cx:pt idx="8981">169.97999999999999</cx:pt>
          <cx:pt idx="8982">59.049999999999997</cx:pt>
          <cx:pt idx="8983">94.959999999999994</cx:pt>
          <cx:pt idx="8984">59.049999999999997</cx:pt>
          <cx:pt idx="8985">28.73</cx:pt>
          <cx:pt idx="8986">146.97</cx:pt>
          <cx:pt idx="8987">51.490000000000002</cx:pt>
          <cx:pt idx="8988">131.74000000000001</cx:pt>
          <cx:pt idx="8989">131.74000000000001</cx:pt>
          <cx:pt idx="8990">28.73</cx:pt>
          <cx:pt idx="8991">206.97</cx:pt>
          <cx:pt idx="8992">103.97</cx:pt>
          <cx:pt idx="8993">28.73</cx:pt>
          <cx:pt idx="8994">206.97</cx:pt>
          <cx:pt idx="8995">206.97</cx:pt>
          <cx:pt idx="8996">169.97999999999999</cx:pt>
          <cx:pt idx="8997">171.47999999999999</cx:pt>
          <cx:pt idx="8998">171.47999999999999</cx:pt>
          <cx:pt idx="8999">171.47999999999999</cx:pt>
          <cx:pt idx="9000">174.97</cx:pt>
          <cx:pt idx="9001">115.97</cx:pt>
          <cx:pt idx="9002">131.74000000000001</cx:pt>
          <cx:pt idx="9003">115.97</cx:pt>
          <cx:pt idx="9004">51.490000000000002</cx:pt>
          <cx:pt idx="9005">121.98</cx:pt>
          <cx:pt idx="9006">174.97</cx:pt>
          <cx:pt idx="9007">54.990000000000002</cx:pt>
          <cx:pt idx="9008">94.959999999999994</cx:pt>
          <cx:pt idx="9009">121.98</cx:pt>
          <cx:pt idx="9010">121.98</cx:pt>
          <cx:pt idx="9011">94.959999999999994</cx:pt>
          <cx:pt idx="9012">121.98</cx:pt>
          <cx:pt idx="9013">127.97</cx:pt>
          <cx:pt idx="9014">118.98999999999999</cx:pt>
          <cx:pt idx="9015">118.98999999999999</cx:pt>
          <cx:pt idx="9016">118.98999999999999</cx:pt>
          <cx:pt idx="9017">127.97</cx:pt>
          <cx:pt idx="9018">68.989999999999995</cx:pt>
          <cx:pt idx="9019">184.97</cx:pt>
          <cx:pt idx="9020">68.989999999999995</cx:pt>
          <cx:pt idx="9021">68.989999999999995</cx:pt>
          <cx:pt idx="9022">121.98</cx:pt>
          <cx:pt idx="9023">184.97</cx:pt>
          <cx:pt idx="9024">84.989999999999995</cx:pt>
          <cx:pt idx="9025">103.97</cx:pt>
          <cx:pt idx="9026">84.989999999999995</cx:pt>
          <cx:pt idx="9027">141.97</cx:pt>
          <cx:pt idx="9028">169.97999999999999</cx:pt>
          <cx:pt idx="9029">169.97999999999999</cx:pt>
          <cx:pt idx="9030">169.97999999999999</cx:pt>
          <cx:pt idx="9031">174.97</cx:pt>
          <cx:pt idx="9032">84.989999999999995</cx:pt>
          <cx:pt idx="9033">103.97</cx:pt>
          <cx:pt idx="9034">59.049999999999997</cx:pt>
          <cx:pt idx="9035">169.97999999999999</cx:pt>
          <cx:pt idx="9036">169.97999999999999</cx:pt>
          <cx:pt idx="9037">169.97999999999999</cx:pt>
          <cx:pt idx="9038">169.97999999999999</cx:pt>
          <cx:pt idx="9039">121.98</cx:pt>
          <cx:pt idx="9040">127.97</cx:pt>
          <cx:pt idx="9041">141.97</cx:pt>
          <cx:pt idx="9042">54.990000000000002</cx:pt>
          <cx:pt idx="9043">141.97</cx:pt>
          <cx:pt idx="9044">54.990000000000002</cx:pt>
          <cx:pt idx="9045">84.989999999999995</cx:pt>
          <cx:pt idx="9046">184.97</cx:pt>
          <cx:pt idx="9047">84.989999999999995</cx:pt>
          <cx:pt idx="9048">84.989999999999995</cx:pt>
          <cx:pt idx="9049">131.97999999999999</cx:pt>
          <cx:pt idx="9050">169.97999999999999</cx:pt>
          <cx:pt idx="9051">169.97999999999999</cx:pt>
          <cx:pt idx="9052">179.97</cx:pt>
          <cx:pt idx="9053">131.97999999999999</cx:pt>
          <cx:pt idx="9054">169.97999999999999</cx:pt>
          <cx:pt idx="9055">169.97999999999999</cx:pt>
          <cx:pt idx="9056">179.97</cx:pt>
          <cx:pt idx="9057">84.989999999999995</cx:pt>
          <cx:pt idx="9058">99.980000000000004</cx:pt>
          <cx:pt idx="9059">99.980000000000004</cx:pt>
          <cx:pt idx="9060">99.980000000000004</cx:pt>
          <cx:pt idx="9061">84.989999999999995</cx:pt>
          <cx:pt idx="9062">194.96000000000001</cx:pt>
          <cx:pt idx="9063">194.96000000000001</cx:pt>
          <cx:pt idx="9064">194.96000000000001</cx:pt>
          <cx:pt idx="9065">84.989999999999995</cx:pt>
          <cx:pt idx="9066">84.989999999999995</cx:pt>
          <cx:pt idx="9067">169.97999999999999</cx:pt>
          <cx:pt idx="9068">84.989999999999995</cx:pt>
          <cx:pt idx="9069">84.989999999999995</cx:pt>
          <cx:pt idx="9070">131.97999999999999</cx:pt>
          <cx:pt idx="9071">84.989999999999995</cx:pt>
          <cx:pt idx="9072">152.06</cx:pt>
          <cx:pt idx="9073">131.97999999999999</cx:pt>
          <cx:pt idx="9074">169.97999999999999</cx:pt>
          <cx:pt idx="9075">169.97999999999999</cx:pt>
          <cx:pt idx="9076">169.97999999999999</cx:pt>
          <cx:pt idx="9077">96.969999999999999</cx:pt>
          <cx:pt idx="9078">96.969999999999999</cx:pt>
          <cx:pt idx="9079">96.969999999999999</cx:pt>
          <cx:pt idx="9080">169.97999999999999</cx:pt>
          <cx:pt idx="9081">254.97</cx:pt>
          <cx:pt idx="9082">169.97999999999999</cx:pt>
          <cx:pt idx="9083">254.97</cx:pt>
          <cx:pt idx="9084">254.97</cx:pt>
          <cx:pt idx="9085">131.97999999999999</cx:pt>
          <cx:pt idx="9086">169.97999999999999</cx:pt>
          <cx:pt idx="9087">164.08000000000001</cx:pt>
          <cx:pt idx="9088">164.08000000000001</cx:pt>
          <cx:pt idx="9089">164.08000000000001</cx:pt>
          <cx:pt idx="9090">131.97999999999999</cx:pt>
          <cx:pt idx="9091">179.97</cx:pt>
          <cx:pt idx="9092">152.06</cx:pt>
          <cx:pt idx="9093">152.06</cx:pt>
          <cx:pt idx="9094">169.97999999999999</cx:pt>
          <cx:pt idx="9095">169.97999999999999</cx:pt>
          <cx:pt idx="9096">112.97</cx:pt>
          <cx:pt idx="9097">169.97999999999999</cx:pt>
          <cx:pt idx="9098">84.989999999999995</cx:pt>
          <cx:pt idx="9099">21.48</cx:pt>
          <cx:pt idx="9100">21.48</cx:pt>
          <cx:pt idx="9101">21.48</cx:pt>
          <cx:pt idx="9102">112.97</cx:pt>
          <cx:pt idx="9103">74.040000000000006</cx:pt>
          <cx:pt idx="9104">74.040000000000006</cx:pt>
          <cx:pt idx="9105">184.97</cx:pt>
          <cx:pt idx="9106">84.989999999999995</cx:pt>
          <cx:pt idx="9107">84.989999999999995</cx:pt>
          <cx:pt idx="9108">149.97</cx:pt>
          <cx:pt idx="9109">146.97</cx:pt>
          <cx:pt idx="9110">146.97</cx:pt>
          <cx:pt idx="9111">146.97</cx:pt>
          <cx:pt idx="9112">149.97</cx:pt>
          <cx:pt idx="9113">183.97</cx:pt>
          <cx:pt idx="9114">183.97</cx:pt>
          <cx:pt idx="9115">149.97</cx:pt>
          <cx:pt idx="9116">164.25999999999999</cx:pt>
          <cx:pt idx="9117">179.97</cx:pt>
          <cx:pt idx="9118">179.97</cx:pt>
          <cx:pt idx="9119">179.97</cx:pt>
          <cx:pt idx="9120">51.490000000000002</cx:pt>
          <cx:pt idx="9121">183.97</cx:pt>
          <cx:pt idx="9122">169.97999999999999</cx:pt>
          <cx:pt idx="9123">164.25999999999999</cx:pt>
          <cx:pt idx="9124">74.040000000000006</cx:pt>
          <cx:pt idx="9125">84.989999999999995</cx:pt>
          <cx:pt idx="9126">84.989999999999995</cx:pt>
          <cx:pt idx="9127">184.97</cx:pt>
          <cx:pt idx="9128">164.25999999999999</cx:pt>
          <cx:pt idx="9129">99.980000000000004</cx:pt>
          <cx:pt idx="9130">84.989999999999995</cx:pt>
          <cx:pt idx="9131">99.980000000000004</cx:pt>
          <cx:pt idx="9132">84.989999999999995</cx:pt>
          <cx:pt idx="9133">112.97</cx:pt>
          <cx:pt idx="9134">84.989999999999995</cx:pt>
          <cx:pt idx="9135">99.980000000000004</cx:pt>
          <cx:pt idx="9136">184.97</cx:pt>
          <cx:pt idx="9137">494.94</cx:pt>
          <cx:pt idx="9138">349.94999999999999</cx:pt>
          <cx:pt idx="9139">79.969999999999999</cx:pt>
          <cx:pt idx="9140">293.94999999999999</cx:pt>
          <cx:pt idx="9141">228.96000000000001</cx:pt>
          <cx:pt idx="9142">204.96000000000001</cx:pt>
          <cx:pt idx="9143">253.96000000000001</cx:pt>
          <cx:pt idx="9144">564.91999999999996</cx:pt>
          <cx:pt idx="9145">62.969999999999999</cx:pt>
          <cx:pt idx="9146">349.94999999999999</cx:pt>
          <cx:pt idx="9147">408.26999999999998</cx:pt>
          <cx:pt idx="9148">69.980000000000004</cx:pt>
          <cx:pt idx="9149">349.94999999999999</cx:pt>
          <cx:pt idx="9150">126.98</cx:pt>
          <cx:pt idx="9151">115.86</cx:pt>
          <cx:pt idx="9152">564.91999999999996</cx:pt>
          <cx:pt idx="9153">494.94</cx:pt>
          <cx:pt idx="9154">349.94999999999999</cx:pt>
          <cx:pt idx="9155">49.979999999999997</cx:pt>
          <cx:pt idx="9156">304.89999999999998</cx:pt>
          <cx:pt idx="9157">155.91</cx:pt>
          <cx:pt idx="9158">233.97999999999999</cx:pt>
          <cx:pt idx="9159">311.88</cx:pt>
          <cx:pt idx="9160">140.94</cx:pt>
          <cx:pt idx="9161">176.91999999999999</cx:pt>
          <cx:pt idx="9162">243.00999999999999</cx:pt>
          <cx:pt idx="9163">219.41999999999999</cx:pt>
          <cx:pt idx="9164">296.37</cx:pt>
          <cx:pt idx="9165">426.86000000000001</cx:pt>
          <cx:pt idx="9166">210.46000000000001</cx:pt>
          <cx:pt idx="9167">327.47000000000003</cx:pt>
          <cx:pt idx="9168">350.88</cx:pt>
          <cx:pt idx="9169">295.82999999999998</cx:pt>
          <cx:pt idx="9170">457.35000000000002</cx:pt>
          <cx:pt idx="9171">190.97</cx:pt>
          <cx:pt idx="9172">187.97</cx:pt>
          <cx:pt idx="9173">187.97</cx:pt>
          <cx:pt idx="9174">206.96000000000001</cx:pt>
          <cx:pt idx="9175">164.94999999999999</cx:pt>
          <cx:pt idx="9176">169.97999999999999</cx:pt>
          <cx:pt idx="9177">162.84999999999999</cx:pt>
          <cx:pt idx="9178">96.859999999999999</cx:pt>
          <cx:pt idx="9179">206.96000000000001</cx:pt>
          <cx:pt idx="9180">105.98</cx:pt>
          <cx:pt idx="9181">202.96000000000001</cx:pt>
          <cx:pt idx="9182">126.97</cx:pt>
          <cx:pt idx="9183">195.86000000000001</cx:pt>
          <cx:pt idx="9184">84.989999999999995</cx:pt>
          <cx:pt idx="9185">78.349999999999994</cx:pt>
          <cx:pt idx="9186">99.980000000000004</cx:pt>
          <cx:pt idx="9187">76.489999999999995</cx:pt>
          <cx:pt idx="9188">65.989999999999995</cx:pt>
          <cx:pt idx="9189">84.989999999999995</cx:pt>
          <cx:pt idx="9190">99.980000000000004</cx:pt>
          <cx:pt idx="9191">80.980000000000004</cx:pt>
          <cx:pt idx="9192">84.989999999999995</cx:pt>
          <cx:pt idx="9193">80.980000000000004</cx:pt>
          <cx:pt idx="9194">99.980000000000004</cx:pt>
          <cx:pt idx="9195">65.989999999999995</cx:pt>
          <cx:pt idx="9196">99.980000000000004</cx:pt>
          <cx:pt idx="9197">99.980000000000004</cx:pt>
          <cx:pt idx="9198">84.989999999999995</cx:pt>
          <cx:pt idx="9199">80.980000000000004</cx:pt>
          <cx:pt idx="9200">84.989999999999995</cx:pt>
          <cx:pt idx="9201">-15</cx:pt>
          <cx:pt idx="9202">84.989999999999995</cx:pt>
          <cx:pt idx="9203">75.090000000000003</cx:pt>
          <cx:pt idx="9204">80.980000000000004</cx:pt>
          <cx:pt idx="9205">78.180000000000007</cx:pt>
          <cx:pt idx="9206">84.989999999999995</cx:pt>
          <cx:pt idx="9207">81.790000000000006</cx:pt>
          <cx:pt idx="9208">58.789999999999999</cx:pt>
          <cx:pt idx="9209">80.980000000000004</cx:pt>
          <cx:pt idx="9210">65.989999999999995</cx:pt>
          <cx:pt idx="9211">76.489999999999995</cx:pt>
          <cx:pt idx="9212">293.94</cx:pt>
          <cx:pt idx="9213">161.97</cx:pt>
          <cx:pt idx="9214">133.77000000000001</cx:pt>
          <cx:pt idx="9215">146.97</cx:pt>
          <cx:pt idx="9216">103.8</cx:pt>
          <cx:pt idx="9217">215.46000000000001</cx:pt>
          <cx:pt idx="9218">131.97999999999999</cx:pt>
          <cx:pt idx="9219">156.24000000000001</cx:pt>
          <cx:pt idx="9220">90.959999999999994</cx:pt>
          <cx:pt idx="9221">65.989999999999995</cx:pt>
          <cx:pt idx="9222">146.97</cx:pt>
          <cx:pt idx="9223">101.98</cx:pt>
          <cx:pt idx="9224">146.97</cx:pt>
          <cx:pt idx="9225">136.97</cx:pt>
          <cx:pt idx="9226">139.43000000000001</cx:pt>
          <cx:pt idx="9227">131.97999999999999</cx:pt>
          <cx:pt idx="9228">122.81</cx:pt>
          <cx:pt idx="9229">107.37</cx:pt>
          <cx:pt idx="9230">131.97999999999999</cx:pt>
          <cx:pt idx="9231">131.97999999999999</cx:pt>
          <cx:pt idx="9232">339.95999999999998</cx:pt>
          <cx:pt idx="9233">323.95999999999998</cx:pt>
          <cx:pt idx="9234">339.95999999999998</cx:pt>
          <cx:pt idx="9235">339.95999999999998</cx:pt>
          <cx:pt idx="9236">357.94999999999999</cx:pt>
          <cx:pt idx="9237">283.94999999999999</cx:pt>
          <cx:pt idx="9238">97.079999999999998</cx:pt>
          <cx:pt idx="9239">154.96000000000001</cx:pt>
          <cx:pt idx="9240">257.95999999999998</cx:pt>
          <cx:pt idx="9241">338.45999999999998</cx:pt>
          <cx:pt idx="9242">239.53999999999999</cx:pt>
          <cx:pt idx="9243">285.5</cx:pt>
          <cx:pt idx="9244">319.38999999999999</cx:pt>
          <cx:pt idx="9245">228.63</cx:pt>
          <cx:pt idx="9246">336.30000000000001</cx:pt>
          <cx:pt idx="9247">216.53</cx:pt>
          <cx:pt idx="9248">241.94</cx:pt>
          <cx:pt idx="9249">239.53999999999999</cx:pt>
          <cx:pt idx="9250">270.97000000000003</cx:pt>
          <cx:pt idx="9251">433.10000000000002</cx:pt>
          <cx:pt idx="9252">146.36000000000001</cx:pt>
          <cx:pt idx="9253">239.53999999999999</cx:pt>
          <cx:pt idx="9254">122.19</cx:pt>
          <cx:pt idx="9255">194.75</cx:pt>
          <cx:pt idx="9256">262.51999999999998</cx:pt>
          <cx:pt idx="9257">382.30000000000001</cx:pt>
          <cx:pt idx="9258">308.48000000000002</cx:pt>
          <cx:pt idx="9259">76.170000000000002</cx:pt>
          <cx:pt idx="9260">147.59999999999999</cx:pt>
          <cx:pt idx="9261">239.53999999999999</cx:pt>
          <cx:pt idx="9262">159.69999999999999</cx:pt>
          <cx:pt idx="9263">159.69999999999999</cx:pt>
          <cx:pt idx="9264">159.69999999999999</cx:pt>
          <cx:pt idx="9265">208.08000000000001</cx:pt>
          <cx:pt idx="9266">176.62</cx:pt>
          <cx:pt idx="9267">159.69999999999999</cx:pt>
          <cx:pt idx="9268">147.59999999999999</cx:pt>
          <cx:pt idx="9269">159.69999999999999</cx:pt>
          <cx:pt idx="9270">159.69999999999999</cx:pt>
          <cx:pt idx="9271">159.69999999999999</cx:pt>
          <cx:pt idx="9272">239.53999999999999</cx:pt>
          <cx:pt idx="9273">159.69999999999999</cx:pt>
          <cx:pt idx="9274">206.12</cx:pt>
          <cx:pt idx="9275">143.72</cx:pt>
          <cx:pt idx="9276">159.69999999999999</cx:pt>
          <cx:pt idx="9277">159.69999999999999</cx:pt>
          <cx:pt idx="9278">159.69999999999999</cx:pt>
          <cx:pt idx="9279">159.69999999999999</cx:pt>
          <cx:pt idx="9280">159.69999999999999</cx:pt>
          <cx:pt idx="9281">147.59999999999999</cx:pt>
          <cx:pt idx="9282">499.89999999999998</cx:pt>
          <cx:pt idx="9283">499.89999999999998</cx:pt>
          <cx:pt idx="9284">499.89999999999998</cx:pt>
          <cx:pt idx="9285">499.89999999999998</cx:pt>
          <cx:pt idx="9286">499.89999999999998</cx:pt>
          <cx:pt idx="9287">459.89999999999998</cx:pt>
          <cx:pt idx="9288">499.89999999999998</cx:pt>
          <cx:pt idx="9289">499.89999999999998</cx:pt>
          <cx:pt idx="9290">459.82999999999998</cx:pt>
          <cx:pt idx="9291">359.89999999999998</cx:pt>
          <cx:pt idx="9292">409.88</cx:pt>
          <cx:pt idx="9293">169.97999999999999</cx:pt>
          <cx:pt idx="9294">169.97999999999999</cx:pt>
          <cx:pt idx="9295">169.97999999999999</cx:pt>
          <cx:pt idx="9296">169.97999999999999</cx:pt>
          <cx:pt idx="9297">108.78</cx:pt>
          <cx:pt idx="9298">131.97999999999999</cx:pt>
          <cx:pt idx="9299">169.97999999999999</cx:pt>
          <cx:pt idx="9300">184.97</cx:pt>
          <cx:pt idx="9301">131.97999999999999</cx:pt>
          <cx:pt idx="9302">121.98</cx:pt>
          <cx:pt idx="9303">146.97</cx:pt>
          <cx:pt idx="9304">146.97</cx:pt>
          <cx:pt idx="9305">155.15000000000001</cx:pt>
          <cx:pt idx="9306">156.97</cx:pt>
          <cx:pt idx="9307">146.97</cx:pt>
          <cx:pt idx="9308">124.92</cx:pt>
          <cx:pt idx="9309">184.97</cx:pt>
          <cx:pt idx="9310">219.94999999999999</cx:pt>
          <cx:pt idx="9311">254.97</cx:pt>
          <cx:pt idx="9312">169.97999999999999</cx:pt>
          <cx:pt idx="9313">169.97999999999999</cx:pt>
          <cx:pt idx="9314">82.439999999999998</cx:pt>
          <cx:pt idx="9315">200.40000000000001</cx:pt>
          <cx:pt idx="9316">169.97999999999999</cx:pt>
          <cx:pt idx="9317">361.94</cx:pt>
          <cx:pt idx="9318">248.81</cx:pt>
          <cx:pt idx="9319">197.97</cx:pt>
          <cx:pt idx="9320">164.55000000000001</cx:pt>
          <cx:pt idx="9321">197.97</cx:pt>
          <cx:pt idx="9322">166.94999999999999</cx:pt>
          <cx:pt idx="9323">165.27000000000001</cx:pt>
          <cx:pt idx="9324">219.94999999999999</cx:pt>
          <cx:pt idx="9325">198.47</cx:pt>
          <cx:pt idx="9326">264.45999999999998</cx:pt>
          <cx:pt idx="9327">190.55000000000001</cx:pt>
          <cx:pt idx="9328">198.47</cx:pt>
          <cx:pt idx="9329">78.969999999999999</cx:pt>
          <cx:pt idx="9330">66.989999999999995</cx:pt>
          <cx:pt idx="9331">198.47</cx:pt>
          <cx:pt idx="9332">127.7</cx:pt>
          <cx:pt idx="9333">198.47</cx:pt>
          <cx:pt idx="9334">234.84</cx:pt>
          <cx:pt idx="9335">50.979999999999997</cx:pt>
          <cx:pt idx="9336">79.989999999999995</cx:pt>
          <cx:pt idx="9337">79.780000000000001</cx:pt>
          <cx:pt idx="9338">121.98</cx:pt>
          <cx:pt idx="9339">79.989999999999995</cx:pt>
          <cx:pt idx="9340">75.629999999999995</cx:pt>
          <cx:pt idx="9341">79.989999999999995</cx:pt>
          <cx:pt idx="9342">94.980000000000004</cx:pt>
          <cx:pt idx="9343">100.98</cx:pt>
          <cx:pt idx="9344">79.989999999999995</cx:pt>
          <cx:pt idx="9345">79.989999999999995</cx:pt>
          <cx:pt idx="9346">94.980000000000004</cx:pt>
          <cx:pt idx="9347">94.980000000000004</cx:pt>
          <cx:pt idx="9348">66.659999999999997</cx:pt>
          <cx:pt idx="9349">79.989999999999995</cx:pt>
          <cx:pt idx="9350">79.989999999999995</cx:pt>
          <cx:pt idx="9351">79.989999999999995</cx:pt>
          <cx:pt idx="9352">79.989999999999995</cx:pt>
          <cx:pt idx="9353">79.989999999999995</cx:pt>
          <cx:pt idx="9354">79.989999999999995</cx:pt>
          <cx:pt idx="9355">111.98</cx:pt>
          <cx:pt idx="9356">100.98</cx:pt>
          <cx:pt idx="9357">94.980000000000004</cx:pt>
          <cx:pt idx="9358">79.989999999999995</cx:pt>
          <cx:pt idx="9359">82.980000000000004</cx:pt>
          <cx:pt idx="9360">94.980000000000004</cx:pt>
          <cx:pt idx="9361">79.989999999999995</cx:pt>
          <cx:pt idx="9362">141.97</cx:pt>
          <cx:pt idx="9363">99.019999999999996</cx:pt>
          <cx:pt idx="9364">84.989999999999995</cx:pt>
          <cx:pt idx="9365">84.989999999999995</cx:pt>
          <cx:pt idx="9366">221.96000000000001</cx:pt>
          <cx:pt idx="9367">112.98</cx:pt>
          <cx:pt idx="9368">105.91</cx:pt>
          <cx:pt idx="9369">84.989999999999995</cx:pt>
          <cx:pt idx="9370">61.979999999999997</cx:pt>
          <cx:pt idx="9371">84.989999999999995</cx:pt>
          <cx:pt idx="9372">65.989999999999995</cx:pt>
          <cx:pt idx="9373">65.989999999999995</cx:pt>
          <cx:pt idx="9374">177.97</cx:pt>
          <cx:pt idx="9375">75.969999999999999</cx:pt>
          <cx:pt idx="9376">65.989999999999995</cx:pt>
          <cx:pt idx="9377">84.989999999999995</cx:pt>
          <cx:pt idx="9378">65.989999999999995</cx:pt>
          <cx:pt idx="9379">134.97999999999999</cx:pt>
          <cx:pt idx="9380">234.90000000000001</cx:pt>
          <cx:pt idx="9381">84.989999999999995</cx:pt>
          <cx:pt idx="9382">134.97999999999999</cx:pt>
          <cx:pt idx="9383">87.469999999999999</cx:pt>
          <cx:pt idx="9384">134.97999999999999</cx:pt>
          <cx:pt idx="9385">121.98</cx:pt>
          <cx:pt idx="9386">131.97999999999999</cx:pt>
          <cx:pt idx="9387">84.989999999999995</cx:pt>
          <cx:pt idx="9388">479.08999999999997</cx:pt>
          <cx:pt idx="9389">237.15000000000001</cx:pt>
          <cx:pt idx="9390">406.45999999999998</cx:pt>
          <cx:pt idx="9391">352.91000000000003</cx:pt>
          <cx:pt idx="9392">307.68000000000001</cx:pt>
          <cx:pt idx="9393">241.93000000000001</cx:pt>
          <cx:pt idx="9394">304.85000000000002</cx:pt>
          <cx:pt idx="9395">159.69999999999999</cx:pt>
          <cx:pt idx="9396">319.38999999999999</cx:pt>
          <cx:pt idx="9397">194.75999999999999</cx:pt>
          <cx:pt idx="9398">148.22999999999999</cx:pt>
          <cx:pt idx="9399">187.49000000000001</cx:pt>
          <cx:pt idx="9400">175.11000000000001</cx:pt>
          <cx:pt idx="9401">159.69999999999999</cx:pt>
          <cx:pt idx="9402">215.44</cx:pt>
          <cx:pt idx="9403">159.69999999999999</cx:pt>
          <cx:pt idx="9404">84.140000000000001</cx:pt>
          <cx:pt idx="9405">198.96000000000001</cx:pt>
          <cx:pt idx="9406">112.18000000000001</cx:pt>
          <cx:pt idx="9407">84.140000000000001</cx:pt>
          <cx:pt idx="9408">104.98</cx:pt>
          <cx:pt idx="9409">129.12</cx:pt>
          <cx:pt idx="9410">130.66</cx:pt>
          <cx:pt idx="9411">84.989999999999995</cx:pt>
          <cx:pt idx="9412">84.989999999999995</cx:pt>
          <cx:pt idx="9413">83.689999999999998</cx:pt>
          <cx:pt idx="9414">159.12</cx:pt>
          <cx:pt idx="9415">169.97999999999999</cx:pt>
          <cx:pt idx="9416">83.290000000000006</cx:pt>
          <cx:pt idx="9417">84.140000000000001</cx:pt>
          <cx:pt idx="9418">181.96000000000001</cx:pt>
          <cx:pt idx="9419">83</cx:pt>
          <cx:pt idx="9420">217.28999999999999</cx:pt>
          <cx:pt idx="9421">64.790000000000006</cx:pt>
          <cx:pt idx="9422">128.22999999999999</cx:pt>
          <cx:pt idx="9423">150.18000000000001</cx:pt>
          <cx:pt idx="9424">83.290000000000006</cx:pt>
          <cx:pt idx="9425">84.989999999999995</cx:pt>
          <cx:pt idx="9426">158.97999999999999</cx:pt>
          <cx:pt idx="9427">119.98</cx:pt>
          <cx:pt idx="9428">184.97</cx:pt>
          <cx:pt idx="9429">63.969999999999999</cx:pt>
          <cx:pt idx="9430">99.980000000000004</cx:pt>
          <cx:pt idx="9431">113.97</cx:pt>
          <cx:pt idx="9432">169.97999999999999</cx:pt>
          <cx:pt idx="9433">118.97</cx:pt>
          <cx:pt idx="9434">93.980000000000004</cx:pt>
          <cx:pt idx="9435">109.56999999999999</cx:pt>
          <cx:pt idx="9436">164.97999999999999</cx:pt>
          <cx:pt idx="9437">137.46000000000001</cx:pt>
          <cx:pt idx="9438">98.980000000000004</cx:pt>
          <cx:pt idx="9439">65.989999999999995</cx:pt>
          <cx:pt idx="9440">59.979999999999997</cx:pt>
          <cx:pt idx="9441">64.189999999999998</cx:pt>
          <cx:pt idx="9442">169.97999999999999</cx:pt>
          <cx:pt idx="9443">79.980000000000004</cx:pt>
          <cx:pt idx="9444">249.96000000000001</cx:pt>
          <cx:pt idx="9445">138.97</cx:pt>
          <cx:pt idx="9446">121.98</cx:pt>
          <cx:pt idx="9447">99.980000000000004</cx:pt>
          <cx:pt idx="9448">255.94</cx:pt>
          <cx:pt idx="9449">181.97</cx:pt>
          <cx:pt idx="9450">145.97</cx:pt>
          <cx:pt idx="9451">119.95999999999999</cx:pt>
          <cx:pt idx="9452">181.97</cx:pt>
          <cx:pt idx="9453">131.97999999999999</cx:pt>
          <cx:pt idx="9454">159.96000000000001</cx:pt>
          <cx:pt idx="9455">121.98</cx:pt>
          <cx:pt idx="9456">119.95999999999999</cx:pt>
          <cx:pt idx="9457">197.97</cx:pt>
          <cx:pt idx="9458">181.97</cx:pt>
          <cx:pt idx="9459">121.98</cx:pt>
          <cx:pt idx="9460">159.96000000000001</cx:pt>
          <cx:pt idx="9461">181.97</cx:pt>
          <cx:pt idx="9462">131.97999999999999</cx:pt>
          <cx:pt idx="9463">159.96000000000001</cx:pt>
          <cx:pt idx="9464">63.979999999999997</cx:pt>
          <cx:pt idx="9465">153.97999999999999</cx:pt>
          <cx:pt idx="9466">188.97</cx:pt>
          <cx:pt idx="9467">162.69</cx:pt>
          <cx:pt idx="9468">121.98</cx:pt>
          <cx:pt idx="9469">169.97999999999999</cx:pt>
          <cx:pt idx="9470">129.97</cx:pt>
          <cx:pt idx="9471">150.97</cx:pt>
          <cx:pt idx="9472">115.98</cx:pt>
          <cx:pt idx="9473">188.97</cx:pt>
          <cx:pt idx="9474">170.97</cx:pt>
          <cx:pt idx="9475">188.97</cx:pt>
          <cx:pt idx="9476">149.96000000000001</cx:pt>
          <cx:pt idx="9477">172.97</cx:pt>
          <cx:pt idx="9478">139.36000000000001</cx:pt>
          <cx:pt idx="9479">150.97</cx:pt>
          <cx:pt idx="9480">287.94999999999999</cx:pt>
          <cx:pt idx="9481">134.97999999999999</cx:pt>
          <cx:pt idx="9482">339.95999999999998</cx:pt>
          <cx:pt idx="9483">265.93000000000001</cx:pt>
          <cx:pt idx="9484">363.91000000000003</cx:pt>
          <cx:pt idx="9485">115.56</cx:pt>
          <cx:pt idx="9486">322.94</cx:pt>
          <cx:pt idx="9487">330.95999999999998</cx:pt>
          <cx:pt idx="9488">304.95999999999998</cx:pt>
          <cx:pt idx="9489">351.93000000000001</cx:pt>
          <cx:pt idx="9490">254.97</cx:pt>
          <cx:pt idx="9491">253.78999999999999</cx:pt>
          <cx:pt idx="9492">281.94</cx:pt>
          <cx:pt idx="9493">-330.95999999999998</cx:pt>
          <cx:pt idx="9494">299.37</cx:pt>
          <cx:pt idx="9495">163.94</cx:pt>
          <cx:pt idx="9496">101.98</cx:pt>
          <cx:pt idx="9497">116.97</cx:pt>
          <cx:pt idx="9498">84.989999999999995</cx:pt>
          <cx:pt idx="9499">59.979999999999997</cx:pt>
          <cx:pt idx="9500">65.989999999999995</cx:pt>
          <cx:pt idx="9501">65.989999999999995</cx:pt>
          <cx:pt idx="9502">84.989999999999995</cx:pt>
          <cx:pt idx="9503">65.989999999999995</cx:pt>
          <cx:pt idx="9504">102.48</cx:pt>
          <cx:pt idx="9505">81.219999999999999</cx:pt>
          <cx:pt idx="9506">90.980000000000004</cx:pt>
          <cx:pt idx="9507">94.980000000000004</cx:pt>
          <cx:pt idx="9508">99.969999999999999</cx:pt>
          <cx:pt idx="9509">94.980000000000004</cx:pt>
          <cx:pt idx="9510">101.98</cx:pt>
          <cx:pt idx="9511">139.97999999999999</cx:pt>
          <cx:pt idx="9512">84.989999999999995</cx:pt>
          <cx:pt idx="9513">137.97999999999999</cx:pt>
          <cx:pt idx="9514">80.739999999999995</cx:pt>
          <cx:pt idx="9515">97.879999999999995</cx:pt>
          <cx:pt idx="9516">85.980000000000004</cx:pt>
          <cx:pt idx="9517">83.159999999999997</cx:pt>
          <cx:pt idx="9518">82.569999999999993</cx:pt>
          <cx:pt idx="9519">85.980000000000004</cx:pt>
          <cx:pt idx="9520">159.65000000000001</cx:pt>
          <cx:pt idx="9521">63.600000000000001</cx:pt>
          <cx:pt idx="9522">152.97999999999999</cx:pt>
          <cx:pt idx="9523">84.989999999999995</cx:pt>
          <cx:pt idx="9524">159.97</cx:pt>
          <cx:pt idx="9525">63.469999999999999</cx:pt>
          <cx:pt idx="9526">101.98</cx:pt>
          <cx:pt idx="9527">65.989999999999995</cx:pt>
          <cx:pt idx="9528">169.97999999999999</cx:pt>
          <cx:pt idx="9529">22.890000000000001</cx:pt>
          <cx:pt idx="9530">89.890000000000001</cx:pt>
          <cx:pt idx="9531">131.97999999999999</cx:pt>
          <cx:pt idx="9532">169.97999999999999</cx:pt>
          <cx:pt idx="9533">169.97999999999999</cx:pt>
          <cx:pt idx="9534">164.93000000000001</cx:pt>
          <cx:pt idx="9535">169.97999999999999</cx:pt>
          <cx:pt idx="9536">207.96000000000001</cx:pt>
          <cx:pt idx="9537">131.97999999999999</cx:pt>
          <cx:pt idx="9538">166.56</cx:pt>
          <cx:pt idx="9539">159.97999999999999</cx:pt>
          <cx:pt idx="9540">179.94</cx:pt>
          <cx:pt idx="9541">169.97999999999999</cx:pt>
          <cx:pt idx="9542">169.97999999999999</cx:pt>
          <cx:pt idx="9543">169.97999999999999</cx:pt>
          <cx:pt idx="9544">163.56999999999999</cx:pt>
          <cx:pt idx="9545">164.74000000000001</cx:pt>
          <cx:pt idx="9546">229.47</cx:pt>
          <cx:pt idx="9547">177.97</cx:pt>
          <cx:pt idx="9548">65.989999999999995</cx:pt>
          <cx:pt idx="9549">189.96000000000001</cx:pt>
          <cx:pt idx="9550">169.97999999999999</cx:pt>
          <cx:pt idx="9551">108.93000000000001</cx:pt>
          <cx:pt idx="9552">263.95999999999998</cx:pt>
          <cx:pt idx="9553">166.16</cx:pt>
          <cx:pt idx="9554">119.92</cx:pt>
          <cx:pt idx="9555">257.94999999999999</cx:pt>
          <cx:pt idx="9556">216.72</cx:pt>
          <cx:pt idx="9557">219.81999999999999</cx:pt>
          <cx:pt idx="9558">199.96000000000001</cx:pt>
          <cx:pt idx="9559">129.97</cx:pt>
          <cx:pt idx="9560">144.47999999999999</cx:pt>
          <cx:pt idx="9561">65.950000000000003</cx:pt>
          <cx:pt idx="9562">80.230000000000004</cx:pt>
          <cx:pt idx="9563">150.18000000000001</cx:pt>
          <cx:pt idx="9564">265.94999999999999</cx:pt>
          <cx:pt idx="9565">205.96000000000001</cx:pt>
          <cx:pt idx="9566">209.96000000000001</cx:pt>
          <cx:pt idx="9567">166.96000000000001</cx:pt>
          <cx:pt idx="9568">65.989999999999995</cx:pt>
          <cx:pt idx="9569">159.97999999999999</cx:pt>
          <cx:pt idx="9570">185.06999999999999</cx:pt>
          <cx:pt idx="9571">114.95</cx:pt>
          <cx:pt idx="9572">85.980000000000004</cx:pt>
          <cx:pt idx="9573">134.97999999999999</cx:pt>
          <cx:pt idx="9574">161.44999999999999</cx:pt>
          <cx:pt idx="9575">160.47</cx:pt>
          <cx:pt idx="9576">189.97</cx:pt>
          <cx:pt idx="9577">116.37</cx:pt>
          <cx:pt idx="9578">188.06999999999999</cx:pt>
          <cx:pt idx="9579">189.97</cx:pt>
          <cx:pt idx="9580">108.5</cx:pt>
          <cx:pt idx="9581">188.06999999999999</cx:pt>
          <cx:pt idx="9582">169.97999999999999</cx:pt>
          <cx:pt idx="9583">189.97</cx:pt>
          <cx:pt idx="9584">49.990000000000002</cx:pt>
          <cx:pt idx="9585">87.980000000000004</cx:pt>
          <cx:pt idx="9586">210.31999999999999</cx:pt>
          <cx:pt idx="9587">109.95999999999999</cx:pt>
          <cx:pt idx="9588">189.97</cx:pt>
          <cx:pt idx="9589">161.25999999999999</cx:pt>
          <cx:pt idx="9590">121.98</cx:pt>
          <cx:pt idx="9591">159.97999999999999</cx:pt>
          <cx:pt idx="9592">156.63</cx:pt>
          <cx:pt idx="9593">159.97999999999999</cx:pt>
          <cx:pt idx="9594">174.97</cx:pt>
          <cx:pt idx="9595">75.980000000000004</cx:pt>
          <cx:pt idx="9596">159.97999999999999</cx:pt>
          <cx:pt idx="9597">159.97999999999999</cx:pt>
          <cx:pt idx="9598">85.980000000000004</cx:pt>
          <cx:pt idx="9599">121.98</cx:pt>
          <cx:pt idx="9600">159.97999999999999</cx:pt>
          <cx:pt idx="9601">165.22</cx:pt>
          <cx:pt idx="9602">158.38</cx:pt>
          <cx:pt idx="9603">159.97999999999999</cx:pt>
          <cx:pt idx="9604">159.97999999999999</cx:pt>
          <cx:pt idx="9605">159.97999999999999</cx:pt>
          <cx:pt idx="9606">118.02</cx:pt>
          <cx:pt idx="9607">149.97999999999999</cx:pt>
          <cx:pt idx="9608">154.69999999999999</cx:pt>
          <cx:pt idx="9609">85.980000000000004</cx:pt>
          <cx:pt idx="9610">121.98</cx:pt>
          <cx:pt idx="9611">105.98</cx:pt>
          <cx:pt idx="9612">203.96000000000001</cx:pt>
          <cx:pt idx="9613">137.63999999999999</cx:pt>
          <cx:pt idx="9614">131.97999999999999</cx:pt>
          <cx:pt idx="9615">128.68000000000001</cx:pt>
          <cx:pt idx="9616">80.659999999999997</cx:pt>
          <cx:pt idx="9617">153.16999999999999</cx:pt>
          <cx:pt idx="9618">131.97999999999999</cx:pt>
          <cx:pt idx="9619">117.97</cx:pt>
          <cx:pt idx="9620">126.27</cx:pt>
          <cx:pt idx="9621">131.97999999999999</cx:pt>
          <cx:pt idx="9622">115.98</cx:pt>
          <cx:pt idx="9623">112.18000000000001</cx:pt>
          <cx:pt idx="9624">131.97999999999999</cx:pt>
          <cx:pt idx="9625">123.53</cx:pt>
          <cx:pt idx="9626">165.97</cx:pt>
          <cx:pt idx="9627">95.569999999999993</cx:pt>
          <cx:pt idx="9628">73.799999999999997</cx:pt>
          <cx:pt idx="9629">128.24000000000001</cx:pt>
          <cx:pt idx="9630">73.799999999999997</cx:pt>
          <cx:pt idx="9631">79.849999999999994</cx:pt>
          <cx:pt idx="9632">61.689999999999998</cx:pt>
          <cx:pt idx="9633">73.799999999999997</cx:pt>
          <cx:pt idx="9634">219.56</cx:pt>
          <cx:pt idx="9635">243.96000000000001</cx:pt>
          <cx:pt idx="9636">172.97</cx:pt>
          <cx:pt idx="9637">479.44999999999999</cx:pt>
          <cx:pt idx="9638">183.96000000000001</cx:pt>
          <cx:pt idx="9639">89.969999999999999</cx:pt>
          <cx:pt idx="9640">200.88999999999999</cx:pt>
          <cx:pt idx="9641">347.91000000000003</cx:pt>
          <cx:pt idx="9642">190.94</cx:pt>
          <cx:pt idx="9643">65.989999999999995</cx:pt>
          <cx:pt idx="9644">172.97</cx:pt>
          <cx:pt idx="9645">-63.960000000000001</cx:pt>
          <cx:pt idx="9646">161.93000000000001</cx:pt>
          <cx:pt idx="9647">99.980000000000004</cx:pt>
          <cx:pt idx="9648">149.97</cx:pt>
          <cx:pt idx="9649">119.97</cx:pt>
          <cx:pt idx="9650">99.980000000000004</cx:pt>
          <cx:pt idx="9651">99.980000000000004</cx:pt>
          <cx:pt idx="9652">149.97</cx:pt>
          <cx:pt idx="9653">149.97</cx:pt>
          <cx:pt idx="9654">79.980000000000004</cx:pt>
          <cx:pt idx="9655">123.95999999999999</cx:pt>
          <cx:pt idx="9656">119.97</cx:pt>
          <cx:pt idx="9657">79.980000000000004</cx:pt>
          <cx:pt idx="9658">149.97</cx:pt>
          <cx:pt idx="9659">123.95999999999999</cx:pt>
          <cx:pt idx="9660">79.969999999999999</cx:pt>
          <cx:pt idx="9661">114.97</cx:pt>
          <cx:pt idx="9662">149.97</cx:pt>
          <cx:pt idx="9663">114.97</cx:pt>
          <cx:pt idx="9664">99.980000000000004</cx:pt>
          <cx:pt idx="9665">84.980000000000004</cx:pt>
          <cx:pt idx="9666">84.980000000000004</cx:pt>
          <cx:pt idx="9667">149.97</cx:pt>
          <cx:pt idx="9668">119.97</cx:pt>
          <cx:pt idx="9669">99.980000000000004</cx:pt>
          <cx:pt idx="9670">149.97</cx:pt>
          <cx:pt idx="9671">99.980000000000004</cx:pt>
          <cx:pt idx="9672">99.980000000000004</cx:pt>
          <cx:pt idx="9673">64.980000000000004</cx:pt>
          <cx:pt idx="9674">149.97</cx:pt>
          <cx:pt idx="9675">149.97</cx:pt>
          <cx:pt idx="9676">149.97</cx:pt>
          <cx:pt idx="9677">149.97</cx:pt>
          <cx:pt idx="9678">119.97</cx:pt>
          <cx:pt idx="9679">99.980000000000004</cx:pt>
          <cx:pt idx="9680">80.719999999999999</cx:pt>
          <cx:pt idx="9681">149.97</cx:pt>
          <cx:pt idx="9682">149.97</cx:pt>
          <cx:pt idx="9683">64.980000000000004</cx:pt>
          <cx:pt idx="9684">79.969999999999999</cx:pt>
          <cx:pt idx="9685">149.97</cx:pt>
          <cx:pt idx="9686">99.980000000000004</cx:pt>
          <cx:pt idx="9687">99.980000000000004</cx:pt>
          <cx:pt idx="9688">64.980000000000004</cx:pt>
          <cx:pt idx="9689">64.980000000000004</cx:pt>
          <cx:pt idx="9690">80.719999999999999</cx:pt>
          <cx:pt idx="9691">184.97</cx:pt>
          <cx:pt idx="9692">184.97</cx:pt>
          <cx:pt idx="9693">224.97</cx:pt>
          <cx:pt idx="9694">169.97999999999999</cx:pt>
          <cx:pt idx="9695">195.96000000000001</cx:pt>
          <cx:pt idx="9696">169.97999999999999</cx:pt>
          <cx:pt idx="9697">146.97</cx:pt>
          <cx:pt idx="9698">165.97</cx:pt>
          <cx:pt idx="9699">194.96000000000001</cx:pt>
          <cx:pt idx="9700">184.97</cx:pt>
          <cx:pt idx="9701">163.37</cx:pt>
          <cx:pt idx="9702">36.479999999999997</cx:pt>
          <cx:pt idx="9703">184.97</cx:pt>
          <cx:pt idx="9704">131.97999999999999</cx:pt>
          <cx:pt idx="9705">131.97999999999999</cx:pt>
          <cx:pt idx="9706">184.97</cx:pt>
          <cx:pt idx="9707">103.98</cx:pt>
          <cx:pt idx="9708">84.989999999999995</cx:pt>
          <cx:pt idx="9709">106.97</cx:pt>
          <cx:pt idx="9710">84.989999999999995</cx:pt>
          <cx:pt idx="9711">84.989999999999995</cx:pt>
          <cx:pt idx="9712">56.969999999999999</cx:pt>
          <cx:pt idx="9713">84.989999999999995</cx:pt>
          <cx:pt idx="9714">84.989999999999995</cx:pt>
          <cx:pt idx="9715">84.989999999999995</cx:pt>
          <cx:pt idx="9716">134.47</cx:pt>
          <cx:pt idx="9717">84.980000000000004</cx:pt>
          <cx:pt idx="9718">103.98</cx:pt>
          <cx:pt idx="9719">103.98</cx:pt>
          <cx:pt idx="9720">188.97</cx:pt>
          <cx:pt idx="9721">84.989999999999995</cx:pt>
          <cx:pt idx="9722">84.989999999999995</cx:pt>
          <cx:pt idx="9723">97.780000000000001</cx:pt>
          <cx:pt idx="9724">84.989999999999995</cx:pt>
          <cx:pt idx="9725">84.989999999999995</cx:pt>
          <cx:pt idx="9726">87.700000000000003</cx:pt>
          <cx:pt idx="9727">84.989999999999995</cx:pt>
          <cx:pt idx="9728">103.98</cx:pt>
          <cx:pt idx="9729">103.98</cx:pt>
          <cx:pt idx="9730">103.97</cx:pt>
          <cx:pt idx="9731">84.989999999999995</cx:pt>
          <cx:pt idx="9732">188.97</cx:pt>
          <cx:pt idx="9733">84.980000000000004</cx:pt>
          <cx:pt idx="9734">105.48</cx:pt>
          <cx:pt idx="9735">84.980000000000004</cx:pt>
          <cx:pt idx="9736">84.989999999999995</cx:pt>
          <cx:pt idx="9737">84.980000000000004</cx:pt>
          <cx:pt idx="9738">126.98</cx:pt>
          <cx:pt idx="9739">84.989999999999995</cx:pt>
          <cx:pt idx="9740">103.98</cx:pt>
          <cx:pt idx="9741">84.980000000000004</cx:pt>
          <cx:pt idx="9742">84.989999999999995</cx:pt>
          <cx:pt idx="9743">103.98</cx:pt>
          <cx:pt idx="9744">84.989999999999995</cx:pt>
          <cx:pt idx="9745">92.969999999999999</cx:pt>
          <cx:pt idx="9746">208.38999999999999</cx:pt>
          <cx:pt idx="9747">169.11000000000001</cx:pt>
          <cx:pt idx="9748">136.97</cx:pt>
          <cx:pt idx="9749">194.97</cx:pt>
          <cx:pt idx="9750">169.97999999999999</cx:pt>
          <cx:pt idx="9751">246.94999999999999</cx:pt>
          <cx:pt idx="9752">169.97999999999999</cx:pt>
          <cx:pt idx="9753">214.96000000000001</cx:pt>
          <cx:pt idx="9754">169.97999999999999</cx:pt>
          <cx:pt idx="9755">169.97999999999999</cx:pt>
          <cx:pt idx="9756">208.96000000000001</cx:pt>
          <cx:pt idx="9757">254.97</cx:pt>
          <cx:pt idx="9758">175.16999999999999</cx:pt>
          <cx:pt idx="9759">59.969999999999999</cx:pt>
          <cx:pt idx="9760">111.64</cx:pt>
          <cx:pt idx="9761">59.280000000000001</cx:pt>
          <cx:pt idx="9762">87.569999999999993</cx:pt>
          <cx:pt idx="9763">131.97999999999999</cx:pt>
          <cx:pt idx="9764">65.989999999999995</cx:pt>
          <cx:pt idx="9765">99.980000000000004</cx:pt>
          <cx:pt idx="9766">126.45</cx:pt>
          <cx:pt idx="9767">91.870000000000005</cx:pt>
          <cx:pt idx="9768">157.86000000000001</cx:pt>
          <cx:pt idx="9769">125.12</cx:pt>
          <cx:pt idx="9770">118.78</cx:pt>
          <cx:pt idx="9771">62.979999999999997</cx:pt>
          <cx:pt idx="9772">99.980000000000004</cx:pt>
          <cx:pt idx="9773">125.38</cx:pt>
          <cx:pt idx="9774">124.81999999999999</cx:pt>
          <cx:pt idx="9775">131.97999999999999</cx:pt>
          <cx:pt idx="9776">129.03</cx:pt>
          <cx:pt idx="9777">79.980000000000004</cx:pt>
          <cx:pt idx="9778">131.97999999999999</cx:pt>
          <cx:pt idx="9779">133.47999999999999</cx:pt>
          <cx:pt idx="9780">131.97999999999999</cx:pt>
          <cx:pt idx="9781">131.97999999999999</cx:pt>
          <cx:pt idx="9782">121.98</cx:pt>
          <cx:pt idx="9783">-1.5</cx:pt>
          <cx:pt idx="9784">131.97999999999999</cx:pt>
          <cx:pt idx="9785">65.989999999999995</cx:pt>
          <cx:pt idx="9786">99.980000000000004</cx:pt>
          <cx:pt idx="9787">170.94999999999999</cx:pt>
          <cx:pt idx="9788">119.97</cx:pt>
          <cx:pt idx="9789">224.94999999999999</cx:pt>
          <cx:pt idx="9790">158.96000000000001</cx:pt>
          <cx:pt idx="9791">155.96000000000001</cx:pt>
          <cx:pt idx="9792">104.95999999999999</cx:pt>
          <cx:pt idx="9793">118.78</cx:pt>
          <cx:pt idx="9794">184.97</cx:pt>
          <cx:pt idx="9795">188.96000000000001</cx:pt>
          <cx:pt idx="9796">189.97</cx:pt>
          <cx:pt idx="9797">183.96000000000001</cx:pt>
          <cx:pt idx="9798">186.24000000000001</cx:pt>
          <cx:pt idx="9799">79.849999999999994</cx:pt>
          <cx:pt idx="9800">202.00999999999999</cx:pt>
          <cx:pt idx="9801">200.81</cx:pt>
          <cx:pt idx="9802">96.780000000000001</cx:pt>
          <cx:pt idx="9803">84.689999999999998</cx:pt>
          <cx:pt idx="9804">159.69999999999999</cx:pt>
          <cx:pt idx="9805">104.14</cx:pt>
          <cx:pt idx="9806">127.42</cx:pt>
          <cx:pt idx="9807">147.59999999999999</cx:pt>
          <cx:pt idx="9808">159.69999999999999</cx:pt>
          <cx:pt idx="9809">159.69999999999999</cx:pt>
          <cx:pt idx="9810">159.69999999999999</cx:pt>
          <cx:pt idx="9811">159.69999999999999</cx:pt>
          <cx:pt idx="9812">144.41999999999999</cx:pt>
          <cx:pt idx="9813">74.319999999999993</cx:pt>
          <cx:pt idx="9814">79.849999999999994</cx:pt>
          <cx:pt idx="9815">79.849999999999994</cx:pt>
          <cx:pt idx="9816">159.69999999999999</cx:pt>
          <cx:pt idx="9817">195.97</cx:pt>
          <cx:pt idx="9818">140.34</cx:pt>
          <cx:pt idx="9819">116.12</cx:pt>
          <cx:pt idx="9820">284.94</cx:pt>
          <cx:pt idx="9821">69.969999999999999</cx:pt>
          <cx:pt idx="9822">159.97999999999999</cx:pt>
          <cx:pt idx="9823">365.44999999999999</cx:pt>
          <cx:pt idx="9824">365.93000000000001</cx:pt>
          <cx:pt idx="9825">159.97999999999999</cx:pt>
          <cx:pt idx="9826">399.92000000000002</cx:pt>
          <cx:pt idx="9827">57.619999999999997</cx:pt>
          <cx:pt idx="9828">159.97999999999999</cx:pt>
          <cx:pt idx="9829">287.95999999999998</cx:pt>
          <cx:pt idx="9830">96.969999999999999</cx:pt>
          <cx:pt idx="9831">159.97999999999999</cx:pt>
          <cx:pt idx="9832">69.969999999999999</cx:pt>
          <cx:pt idx="9833">159.97999999999999</cx:pt>
          <cx:pt idx="9834">105.98</cx:pt>
          <cx:pt idx="9835">96.969999999999999</cx:pt>
          <cx:pt idx="9836">159.97999999999999</cx:pt>
          <cx:pt idx="9837">101.47</cx:pt>
          <cx:pt idx="9838">309.94999999999999</cx:pt>
          <cx:pt idx="9839">207.46000000000001</cx:pt>
          <cx:pt idx="9840">300.44</cx:pt>
          <cx:pt idx="9841">399.92000000000002</cx:pt>
          <cx:pt idx="9842">81.569999999999993</cx:pt>
          <cx:pt idx="9843">118.78</cx:pt>
          <cx:pt idx="9844">152.97999999999999</cx:pt>
          <cx:pt idx="9845">206.97</cx:pt>
          <cx:pt idx="9846">216.24000000000001</cx:pt>
          <cx:pt idx="9847">225.27000000000001</cx:pt>
          <cx:pt idx="9848">169.97999999999999</cx:pt>
          <cx:pt idx="9849">136.97</cx:pt>
          <cx:pt idx="9850">176.36000000000001</cx:pt>
          <cx:pt idx="9851">169.97999999999999</cx:pt>
          <cx:pt idx="9852">143.58000000000001</cx:pt>
          <cx:pt idx="9853">186.5</cx:pt>
          <cx:pt idx="9854">169.97999999999999</cx:pt>
          <cx:pt idx="9855">152.97999999999999</cx:pt>
          <cx:pt idx="9856">169.97999999999999</cx:pt>
          <cx:pt idx="9857">217.71000000000001</cx:pt>
          <cx:pt idx="9858">229.47</cx:pt>
          <cx:pt idx="9859">121.48</cx:pt>
          <cx:pt idx="9860">167.75999999999999</cx:pt>
          <cx:pt idx="9861">131.97999999999999</cx:pt>
          <cx:pt idx="9862">-19.960000000000001</cx:pt>
          <cx:pt idx="9863">84.989999999999995</cx:pt>
          <cx:pt idx="9864">143.97999999999999</cx:pt>
          <cx:pt idx="9865">84.989999999999995</cx:pt>
          <cx:pt idx="9866">143.97999999999999</cx:pt>
          <cx:pt idx="9867">143.97999999999999</cx:pt>
          <cx:pt idx="9868">134.90000000000001</cx:pt>
          <cx:pt idx="9869">59.960000000000001</cx:pt>
          <cx:pt idx="9870">65.989999999999995</cx:pt>
          <cx:pt idx="9871">65.989999999999995</cx:pt>
          <cx:pt idx="9872">164.25999999999999</cx:pt>
          <cx:pt idx="9873">65.989999999999995</cx:pt>
          <cx:pt idx="9874">119.98</cx:pt>
          <cx:pt idx="9875">84.989999999999995</cx:pt>
          <cx:pt idx="9876">0</cx:pt>
          <cx:pt idx="9877">0</cx:pt>
          <cx:pt idx="9878">0</cx:pt>
          <cx:pt idx="9879">-19.960000000000001</cx:pt>
          <cx:pt idx="9880">134.90000000000001</cx:pt>
          <cx:pt idx="9881">119.98</cx:pt>
          <cx:pt idx="9882">169.91999999999999</cx:pt>
          <cx:pt idx="9883">-19.960000000000001</cx:pt>
          <cx:pt idx="9884">119.98</cx:pt>
          <cx:pt idx="9885">134.90000000000001</cx:pt>
          <cx:pt idx="9886">131.97999999999999</cx:pt>
          <cx:pt idx="9887">59.960000000000001</cx:pt>
          <cx:pt idx="9888">298.95999999999998</cx:pt>
          <cx:pt idx="9889">139.97999999999999</cx:pt>
          <cx:pt idx="9890">164.25999999999999</cx:pt>
          <cx:pt idx="9891">164.25999999999999</cx:pt>
          <cx:pt idx="9892">205.12</cx:pt>
          <cx:pt idx="9893">205.12</cx:pt>
          <cx:pt idx="9894">205.12</cx:pt>
          <cx:pt idx="9895">238.46000000000001</cx:pt>
          <cx:pt idx="9896">298.95999999999998</cx:pt>
          <cx:pt idx="9897">238.46000000000001</cx:pt>
          <cx:pt idx="9898">238.46000000000001</cx:pt>
          <cx:pt idx="9899">84.939999999999998</cx:pt>
          <cx:pt idx="9900">84.939999999999998</cx:pt>
          <cx:pt idx="9901">229.97</cx:pt>
          <cx:pt idx="9902">229.97</cx:pt>
          <cx:pt idx="9903">68.969999999999999</cx:pt>
          <cx:pt idx="9904">68.969999999999999</cx:pt>
          <cx:pt idx="9905">68.969999999999999</cx:pt>
          <cx:pt idx="9906">84.939999999999998</cx:pt>
          <cx:pt idx="9907">-29.98</cx:pt>
          <cx:pt idx="9908">298.95999999999998</cx:pt>
          <cx:pt idx="9909">139.97999999999999</cx:pt>
          <cx:pt idx="9910">131.97999999999999</cx:pt>
          <cx:pt idx="9911">131.97999999999999</cx:pt>
          <cx:pt idx="9912">254.97</cx:pt>
          <cx:pt idx="9913">254.97</cx:pt>
          <cx:pt idx="9914">254.97</cx:pt>
          <cx:pt idx="9915">121.98</cx:pt>
          <cx:pt idx="9916">121.98</cx:pt>
          <cx:pt idx="9917">121.98</cx:pt>
          <cx:pt idx="9918">139.97999999999999</cx:pt>
          <cx:pt idx="9919">263.95999999999998</cx:pt>
          <cx:pt idx="9920">178.16999999999999</cx:pt>
          <cx:pt idx="9921">178.16999999999999</cx:pt>
          <cx:pt idx="9922">178.16999999999999</cx:pt>
          <cx:pt idx="9923">59.950000000000003</cx:pt>
          <cx:pt idx="9924">59.950000000000003</cx:pt>
          <cx:pt idx="9925">59.950000000000003</cx:pt>
          <cx:pt idx="9926">85.950000000000003</cx:pt>
          <cx:pt idx="9927">85.950000000000003</cx:pt>
          <cx:pt idx="9928">85.950000000000003</cx:pt>
          <cx:pt idx="9929">-29.98</cx:pt>
          <cx:pt idx="9930">229.97</cx:pt>
          <cx:pt idx="9931">197.97</cx:pt>
          <cx:pt idx="9932">263.95999999999998</cx:pt>
          <cx:pt idx="9933">59.960000000000001</cx:pt>
          <cx:pt idx="9934">-29.98</cx:pt>
          <cx:pt idx="9935">197.97</cx:pt>
          <cx:pt idx="9936">169.91999999999999</cx:pt>
          <cx:pt idx="9937">169.91999999999999</cx:pt>
          <cx:pt idx="9938">197.97</cx:pt>
          <cx:pt idx="9939">263.95999999999998</cx:pt>
          <cx:pt idx="9940">400.14999999999998</cx:pt>
          <cx:pt idx="9941">572.52999999999997</cx:pt>
          <cx:pt idx="9942">273.94999999999999</cx:pt>
          <cx:pt idx="9943">355.94999999999999</cx:pt>
          <cx:pt idx="9944">460.92000000000002</cx:pt>
          <cx:pt idx="9945">84.180000000000007</cx:pt>
          <cx:pt idx="9946">509.94</cx:pt>
          <cx:pt idx="9947">269.95999999999998</cx:pt>
          <cx:pt idx="9948">509.94</cx:pt>
          <cx:pt idx="9949">339.95999999999998</cx:pt>
          <cx:pt idx="9950">282.93000000000001</cx:pt>
          <cx:pt idx="9951">266.31999999999999</cx:pt>
          <cx:pt idx="9952">509.94</cx:pt>
          <cx:pt idx="9953">509.94</cx:pt>
          <cx:pt idx="9954">325.94999999999999</cx:pt>
          <cx:pt idx="9955">219.97</cx:pt>
          <cx:pt idx="9956">187.44999999999999</cx:pt>
          <cx:pt idx="9957">254.97</cx:pt>
          <cx:pt idx="9958">254.97</cx:pt>
          <cx:pt idx="9959">254.97</cx:pt>
          <cx:pt idx="9960">254.97</cx:pt>
          <cx:pt idx="9961">250.44999999999999</cx:pt>
          <cx:pt idx="9962">254.97</cx:pt>
          <cx:pt idx="9963">254.97</cx:pt>
          <cx:pt idx="9964">84.010000000000005</cx:pt>
          <cx:pt idx="9965">195.97999999999999</cx:pt>
          <cx:pt idx="9966">244.77000000000001</cx:pt>
          <cx:pt idx="9967">1.3</cx:pt>
          <cx:pt idx="9968">244.87</cx:pt>
          <cx:pt idx="9969">119.97</cx:pt>
          <cx:pt idx="9970">161.96000000000001</cx:pt>
          <cx:pt idx="9971">197.62</cx:pt>
          <cx:pt idx="9972">79.959999999999994</cx:pt>
          <cx:pt idx="9973">249.94</cx:pt>
          <cx:pt idx="9974">105.97</cx:pt>
          <cx:pt idx="9975">231.94</cx:pt>
          <cx:pt idx="9976">169.97999999999999</cx:pt>
          <cx:pt idx="9977">271.93000000000001</cx:pt>
          <cx:pt idx="9978">232.34999999999999</cx:pt>
          <cx:pt idx="9979">249.94</cx:pt>
          <cx:pt idx="9980">158.94999999999999</cx:pt>
          <cx:pt idx="9981">271.93000000000001</cx:pt>
          <cx:pt idx="9982">201.13999999999999</cx:pt>
          <cx:pt idx="9983">276.92000000000002</cx:pt>
          <cx:pt idx="9984">164.97999999999999</cx:pt>
          <cx:pt idx="9985">239.96000000000001</cx:pt>
          <cx:pt idx="9986">58.969999999999999</cx:pt>
          <cx:pt idx="9987">109.98</cx:pt>
          <cx:pt idx="9988">78.019999999999996</cx:pt>
          <cx:pt idx="9989">89.980000000000004</cx:pt>
          <cx:pt idx="9990">74.969999999999999</cx:pt>
          <cx:pt idx="9991">169.97999999999999</cx:pt>
          <cx:pt idx="9992">60.979999999999997</cx:pt>
          <cx:pt idx="9993">50.979999999999997</cx:pt>
          <cx:pt idx="9994">84.989999999999995</cx:pt>
          <cx:pt idx="9995">124.97</cx:pt>
          <cx:pt idx="9996">99.980000000000004</cx:pt>
          <cx:pt idx="9997">84.989999999999995</cx:pt>
          <cx:pt idx="9998">74.980000000000004</cx:pt>
          <cx:pt idx="9999">137.97999999999999</cx:pt>
          <cx:pt idx="10000">104.98</cx:pt>
          <cx:pt idx="10001">66.969999999999999</cx:pt>
          <cx:pt idx="10002">54.990000000000002</cx:pt>
          <cx:pt idx="10003">130.38</cx:pt>
          <cx:pt idx="10004">119.98</cx:pt>
          <cx:pt idx="10005">84.989999999999995</cx:pt>
          <cx:pt idx="10006">84.989999999999995</cx:pt>
          <cx:pt idx="10007">84.989999999999995</cx:pt>
          <cx:pt idx="10008">88.980000000000004</cx:pt>
          <cx:pt idx="10009">84.989999999999995</cx:pt>
          <cx:pt idx="10010">119.98</cx:pt>
          <cx:pt idx="10011">131.97999999999999</cx:pt>
          <cx:pt idx="10012">84.989999999999995</cx:pt>
          <cx:pt idx="10013">59.969999999999999</cx:pt>
          <cx:pt idx="10014">99.980000000000004</cx:pt>
          <cx:pt idx="10015">104.98</cx:pt>
          <cx:pt idx="10016">69.980000000000004</cx:pt>
          <cx:pt idx="10017">169.97999999999999</cx:pt>
          <cx:pt idx="10018">89.980000000000004</cx:pt>
          <cx:pt idx="10019">104.98</cx:pt>
          <cx:pt idx="10020">104.98</cx:pt>
          <cx:pt idx="10021">157.31999999999999</cx:pt>
          <cx:pt idx="10022">164.88</cx:pt>
          <cx:pt idx="10023">182.96000000000001</cx:pt>
          <cx:pt idx="10024">164.88</cx:pt>
          <cx:pt idx="10025">169.97999999999999</cx:pt>
          <cx:pt idx="10026">169.97999999999999</cx:pt>
          <cx:pt idx="10027">290.94999999999999</cx:pt>
          <cx:pt idx="10028">199.96000000000001</cx:pt>
          <cx:pt idx="10029">83.480000000000004</cx:pt>
          <cx:pt idx="10030">159.97999999999999</cx:pt>
          <cx:pt idx="10031">254.96000000000001</cx:pt>
          <cx:pt idx="10032">169.97999999999999</cx:pt>
          <cx:pt idx="10033">169.97999999999999</cx:pt>
          <cx:pt idx="10034">149.97</cx:pt>
          <cx:pt idx="10035">169.97999999999999</cx:pt>
          <cx:pt idx="10036">169.97999999999999</cx:pt>
          <cx:pt idx="10037">166.47</cx:pt>
          <cx:pt idx="10038">131.97999999999999</cx:pt>
          <cx:pt idx="10039">169.97999999999999</cx:pt>
          <cx:pt idx="10040">329.94999999999999</cx:pt>
          <cx:pt idx="10041">199.96000000000001</cx:pt>
          <cx:pt idx="10042">228.93000000000001</cx:pt>
          <cx:pt idx="10043">172.97</cx:pt>
          <cx:pt idx="10044">238.96000000000001</cx:pt>
          <cx:pt idx="10045">292.94999999999999</cx:pt>
          <cx:pt idx="10046">239.91999999999999</cx:pt>
          <cx:pt idx="10047">254.78</cx:pt>
          <cx:pt idx="10048">435.93000000000001</cx:pt>
          <cx:pt idx="10049">385.82999999999998</cx:pt>
          <cx:pt idx="10050">65.989999999999995</cx:pt>
          <cx:pt idx="10051">263.95999999999998</cx:pt>
          <cx:pt idx="10052">424.94999999999999</cx:pt>
          <cx:pt idx="10053">89.969999999999999</cx:pt>
          <cx:pt idx="10054">367.63999999999999</cx:pt>
          <cx:pt idx="10055">79.980000000000004</cx:pt>
          <cx:pt idx="10056">320.77999999999997</cx:pt>
          <cx:pt idx="10057">172.97</cx:pt>
          <cx:pt idx="10058">121.98</cx:pt>
          <cx:pt idx="10059">501.77999999999997</cx:pt>
          <cx:pt idx="10060">509.94</cx:pt>
          <cx:pt idx="10061">480.56999999999999</cx:pt>
          <cx:pt idx="10062">377.94999999999999</cx:pt>
          <cx:pt idx="10063">329.94</cx:pt>
          <cx:pt idx="10064">239.94</cx:pt>
          <cx:pt idx="10065">445.00999999999999</cx:pt>
          <cx:pt idx="10066">258.94999999999999</cx:pt>
          <cx:pt idx="10067">411.93000000000001</cx:pt>
          <cx:pt idx="10068">569.89999999999998</cx:pt>
          <cx:pt idx="10069">303.94999999999999</cx:pt>
          <cx:pt idx="10070">204.09</cx:pt>
          <cx:pt idx="10071">167.96000000000001</cx:pt>
          <cx:pt idx="10072">293.94</cx:pt>
          <cx:pt idx="10073">116.81</cx:pt>
          <cx:pt idx="10074">237.74000000000001</cx:pt>
          <cx:pt idx="10075">156.74000000000001</cx:pt>
          <cx:pt idx="10076">116.81</cx:pt>
          <cx:pt idx="10077">313.60000000000002</cx:pt>
          <cx:pt idx="10078">146.97</cx:pt>
          <cx:pt idx="10079">146.97</cx:pt>
          <cx:pt idx="10080">217.75999999999999</cx:pt>
          <cx:pt idx="10081">212.55000000000001</cx:pt>
          <cx:pt idx="10082">156.74000000000001</cx:pt>
          <cx:pt idx="10083">370.32999999999998</cx:pt>
          <cx:pt idx="10084">217.75999999999999</cx:pt>
          <cx:pt idx="10085">237.74000000000001</cx:pt>
          <cx:pt idx="10086">204.09</cx:pt>
          <cx:pt idx="10087">167.96000000000001</cx:pt>
          <cx:pt idx="10088">212.55000000000001</cx:pt>
          <cx:pt idx="10089">313.60000000000002</cx:pt>
          <cx:pt idx="10090">293.94</cx:pt>
          <cx:pt idx="10091">151.96000000000001</cx:pt>
          <cx:pt idx="10092">118.78</cx:pt>
          <cx:pt idx="10093">151.96000000000001</cx:pt>
          <cx:pt idx="10094">370.32999999999998</cx:pt>
          <cx:pt idx="10095">118.78</cx:pt>
          <cx:pt idx="10096">169.97999999999999</cx:pt>
          <cx:pt idx="10097">101.97</cx:pt>
          <cx:pt idx="10098">339.95999999999998</cx:pt>
          <cx:pt idx="10099">169.97999999999999</cx:pt>
          <cx:pt idx="10100">121.98</cx:pt>
          <cx:pt idx="10101">136.28</cx:pt>
          <cx:pt idx="10102">131.97999999999999</cx:pt>
          <cx:pt idx="10103">127.76000000000001</cx:pt>
          <cx:pt idx="10104">131.97999999999999</cx:pt>
          <cx:pt idx="10105">161.94999999999999</cx:pt>
          <cx:pt idx="10106">77.709999999999994</cx:pt>
          <cx:pt idx="10107">131.97999999999999</cx:pt>
          <cx:pt idx="10108">167.47999999999999</cx:pt>
          <cx:pt idx="10109">169.97999999999999</cx:pt>
          <cx:pt idx="10110">99.980000000000004</cx:pt>
          <cx:pt idx="10111">99.980000000000004</cx:pt>
          <cx:pt idx="10112">169.97999999999999</cx:pt>
          <cx:pt idx="10113">169.97999999999999</cx:pt>
          <cx:pt idx="10114">206.97</cx:pt>
          <cx:pt idx="10115">84.989999999999995</cx:pt>
          <cx:pt idx="10116">98.939999999999998</cx:pt>
          <cx:pt idx="10117">59.390000000000001</cx:pt>
          <cx:pt idx="10118">119.95999999999999</cx:pt>
          <cx:pt idx="10119">84.989999999999995</cx:pt>
          <cx:pt idx="10120">84.989999999999995</cx:pt>
          <cx:pt idx="10121">60.960000000000001</cx:pt>
          <cx:pt idx="10122">59.990000000000002</cx:pt>
          <cx:pt idx="10123">88.780000000000001</cx:pt>
          <cx:pt idx="10124">65.989999999999995</cx:pt>
          <cx:pt idx="10125">103.98</cx:pt>
          <cx:pt idx="10126">84.989999999999995</cx:pt>
          <cx:pt idx="10127">84.989999999999995</cx:pt>
          <cx:pt idx="10128">84.989999999999995</cx:pt>
          <cx:pt idx="10129">153.97999999999999</cx:pt>
          <cx:pt idx="10130">56.969999999999999</cx:pt>
          <cx:pt idx="10131">121.98</cx:pt>
          <cx:pt idx="10132">229.97</cx:pt>
          <cx:pt idx="10133">58.979999999999997</cx:pt>
          <cx:pt idx="10134">59.979999999999997</cx:pt>
          <cx:pt idx="10135">79.980000000000004</cx:pt>
          <cx:pt idx="10136">58.5</cx:pt>
          <cx:pt idx="10137">110.98</cx:pt>
          <cx:pt idx="10138">67.489999999999995</cx:pt>
          <cx:pt idx="10139">130.97</cx:pt>
          <cx:pt idx="10140">54.479999999999997</cx:pt>
          <cx:pt idx="10141">80.980000000000004</cx:pt>
          <cx:pt idx="10142">65.989999999999995</cx:pt>
          <cx:pt idx="10143">112.48</cx:pt>
          <cx:pt idx="10144">55.479999999999997</cx:pt>
          <cx:pt idx="10145">91.480000000000004</cx:pt>
          <cx:pt idx="10146">64.980000000000004</cx:pt>
          <cx:pt idx="10147">56.490000000000002</cx:pt>
          <cx:pt idx="10148">130.25999999999999</cx:pt>
          <cx:pt idx="10149">12.99</cx:pt>
          <cx:pt idx="10150">67.489999999999995</cx:pt>
          <cx:pt idx="10151">59.479999999999997</cx:pt>
          <cx:pt idx="10152">71.959999999999994</cx:pt>
          <cx:pt idx="10153">146.97</cx:pt>
          <cx:pt idx="10154">65.989999999999995</cx:pt>
          <cx:pt idx="10155">65.989999999999995</cx:pt>
          <cx:pt idx="10156">33.729999999999997</cx:pt>
          <cx:pt idx="10157">58.600000000000001</cx:pt>
          <cx:pt idx="10158">146.97</cx:pt>
          <cx:pt idx="10159">80.180000000000007</cx:pt>
          <cx:pt idx="10160">137.94999999999999</cx:pt>
          <cx:pt idx="10161">107.37</cx:pt>
          <cx:pt idx="10162">84.469999999999999</cx:pt>
          <cx:pt idx="10163">59.479999999999997</cx:pt>
          <cx:pt idx="10164">84.989999999999995</cx:pt>
          <cx:pt idx="10165">65.989999999999995</cx:pt>
          <cx:pt idx="10166">84.989999999999995</cx:pt>
          <cx:pt idx="10167">84.989999999999995</cx:pt>
          <cx:pt idx="10168">65.989999999999995</cx:pt>
          <cx:pt idx="10169">115.98</cx:pt>
          <cx:pt idx="10170">84.989999999999995</cx:pt>
          <cx:pt idx="10171">84.989999999999995</cx:pt>
          <cx:pt idx="10172">72.239999999999995</cx:pt>
          <cx:pt idx="10173">79.980000000000004</cx:pt>
          <cx:pt idx="10174">105.98</cx:pt>
          <cx:pt idx="10175">79.980000000000004</cx:pt>
          <cx:pt idx="10176">84.989999999999995</cx:pt>
          <cx:pt idx="10177">65.989999999999995</cx:pt>
          <cx:pt idx="10178">153.97999999999999</cx:pt>
          <cx:pt idx="10179">413.12</cx:pt>
          <cx:pt idx="10180">163.30000000000001</cx:pt>
          <cx:pt idx="10181">72.549999999999997</cx:pt>
          <cx:pt idx="10182">319.38999999999999</cx:pt>
          <cx:pt idx="10183">657.72000000000003</cx:pt>
          <cx:pt idx="10184">319.38999999999999</cx:pt>
          <cx:pt idx="10185">203.31999999999999</cx:pt>
          <cx:pt idx="10186">97.969999999999999</cx:pt>
          <cx:pt idx="10187">77.980000000000004</cx:pt>
          <cx:pt idx="10188">65.989999999999995</cx:pt>
          <cx:pt idx="10189">95.370000000000005</cx:pt>
          <cx:pt idx="10190">91.969999999999999</cx:pt>
          <cx:pt idx="10191">122.09999999999999</cx:pt>
          <cx:pt idx="10192">71.969999999999999</cx:pt>
          <cx:pt idx="10193">65.989999999999995</cx:pt>
          <cx:pt idx="10194">71.969999999999999</cx:pt>
          <cx:pt idx="10195">119.97</cx:pt>
          <cx:pt idx="10196">69.939999999999998</cx:pt>
          <cx:pt idx="10197">79.980000000000004</cx:pt>
          <cx:pt idx="10198">103.95999999999999</cx:pt>
          <cx:pt idx="10199">100.3</cx:pt>
          <cx:pt idx="10200">65.989999999999995</cx:pt>
          <cx:pt idx="10201">259.89999999999998</cx:pt>
          <cx:pt idx="10202">1625.6700000000001</cx:pt>
          <cx:pt idx="10203">2047.3599999999999</cx:pt>
          <cx:pt idx="10204">21.280000000000001</cx:pt>
          <cx:pt idx="10205">837.10000000000002</cx:pt>
          <cx:pt idx="10206">839.70000000000005</cx:pt>
          <cx:pt idx="10207">50.979999999999997</cx:pt>
          <cx:pt idx="10208">50.979999999999997</cx:pt>
          <cx:pt idx="10209">50.979999999999997</cx:pt>
          <cx:pt idx="10210">64.980000000000004</cx:pt>
          <cx:pt idx="10211">63.979999999999997</cx:pt>
          <cx:pt idx="10212">62.060000000000002</cx:pt>
          <cx:pt idx="10213">74.980000000000004</cx:pt>
          <cx:pt idx="10214">50.979999999999997</cx:pt>
          <cx:pt idx="10215">50.979999999999997</cx:pt>
          <cx:pt idx="10216">26.289999999999999</cx:pt>
          <cx:pt idx="10217">50.979999999999997</cx:pt>
          <cx:pt idx="10218">26.870000000000001</cx:pt>
          <cx:pt idx="10219">50.979999999999997</cx:pt>
          <cx:pt idx="10220">50.979999999999997</cx:pt>
          <cx:pt idx="10221">50.979999999999997</cx:pt>
          <cx:pt idx="10222">50.979999999999997</cx:pt>
          <cx:pt idx="10223">50.979999999999997</cx:pt>
          <cx:pt idx="10224">50.979999999999997</cx:pt>
          <cx:pt idx="10225">50.979999999999997</cx:pt>
          <cx:pt idx="10226">50.979999999999997</cx:pt>
          <cx:pt idx="10227">64.980000000000004</cx:pt>
          <cx:pt idx="10228">50.979999999999997</cx:pt>
          <cx:pt idx="10229">50.979999999999997</cx:pt>
          <cx:pt idx="10230">62.920000000000002</cx:pt>
          <cx:pt idx="10231">50.979999999999997</cx:pt>
          <cx:pt idx="10232">50.979999999999997</cx:pt>
          <cx:pt idx="10233">76.769999999999996</cx:pt>
          <cx:pt idx="10234">50.979999999999997</cx:pt>
          <cx:pt idx="10235">50.979999999999997</cx:pt>
          <cx:pt idx="10236">68.989999999999995</cx:pt>
          <cx:pt idx="10237">40.979999999999997</cx:pt>
          <cx:pt idx="10238">63.979999999999997</cx:pt>
          <cx:pt idx="10239">50.979999999999997</cx:pt>
          <cx:pt idx="10240">13.949999999999999</cx:pt>
          <cx:pt idx="10241">50.979999999999997</cx:pt>
          <cx:pt idx="10242">63.979999999999997</cx:pt>
          <cx:pt idx="10243">50.979999999999997</cx:pt>
          <cx:pt idx="10244">50.979999999999997</cx:pt>
          <cx:pt idx="10245">12.529999999999999</cx:pt>
          <cx:pt idx="10246">50.979999999999997</cx:pt>
          <cx:pt idx="10247">15.289999999999999</cx:pt>
          <cx:pt idx="10248">15.289999999999999</cx:pt>
          <cx:pt idx="10249">62.509999999999998</cx:pt>
          <cx:pt idx="10250">50.979999999999997</cx:pt>
          <cx:pt idx="10251">56.490000000000002</cx:pt>
          <cx:pt idx="10252">79.980000000000004</cx:pt>
          <cx:pt idx="10253">15.289999999999999</cx:pt>
          <cx:pt idx="10254">52.969999999999999</cx:pt>
          <cx:pt idx="10255">50.979999999999997</cx:pt>
          <cx:pt idx="10256">131.97999999999999</cx:pt>
          <cx:pt idx="10257">169.97999999999999</cx:pt>
          <cx:pt idx="10258">159.97999999999999</cx:pt>
          <cx:pt idx="10259">84.989999999999995</cx:pt>
          <cx:pt idx="10260">119.95999999999999</cx:pt>
          <cx:pt idx="10261">169.97999999999999</cx:pt>
          <cx:pt idx="10262">131.97999999999999</cx:pt>
          <cx:pt idx="10263">156.44999999999999</cx:pt>
          <cx:pt idx="10264">131.97999999999999</cx:pt>
          <cx:pt idx="10265">169.97999999999999</cx:pt>
          <cx:pt idx="10266">147.97</cx:pt>
          <cx:pt idx="10267">138.97</cx:pt>
          <cx:pt idx="10268">131.97999999999999</cx:pt>
          <cx:pt idx="10269">172.97</cx:pt>
          <cx:pt idx="10270">155.88</cx:pt>
          <cx:pt idx="10271">115.97</cx:pt>
          <cx:pt idx="10272">169.97999999999999</cx:pt>
          <cx:pt idx="10273">50.950000000000003</cx:pt>
          <cx:pt idx="10274">115.97</cx:pt>
          <cx:pt idx="10275">166.97</cx:pt>
          <cx:pt idx="10276">314.95999999999998</cx:pt>
          <cx:pt idx="10277">509.94</cx:pt>
          <cx:pt idx="10278">424.94999999999999</cx:pt>
          <cx:pt idx="10279">-82.090000000000003</cx:pt>
          <cx:pt idx="10280">329.99000000000001</cx:pt>
          <cx:pt idx="10281">340.45999999999998</cx:pt>
          <cx:pt idx="10282">237.56</cx:pt>
          <cx:pt idx="10283">339.95999999999998</cx:pt>
          <cx:pt idx="10284">339.95999999999998</cx:pt>
          <cx:pt idx="10285">316.86000000000001</cx:pt>
          <cx:pt idx="10286">339.95999999999998</cx:pt>
          <cx:pt idx="10287">263.95999999999998</cx:pt>
          <cx:pt idx="10288">238.96000000000001</cx:pt>
          <cx:pt idx="10289">371.93000000000001</cx:pt>
          <cx:pt idx="10290">564.02999999999997</cx:pt>
          <cx:pt idx="10291">277.94</cx:pt>
          <cx:pt idx="10292">340.92000000000002</cx:pt>
          <cx:pt idx="10293">368.13</cx:pt>
          <cx:pt idx="10294">133.63999999999999</cx:pt>
          <cx:pt idx="10295">620.99000000000001</cx:pt>
          <cx:pt idx="10296">339.95999999999998</cx:pt>
          <cx:pt idx="10297">188.56</cx:pt>
          <cx:pt idx="10298">329.94999999999999</cx:pt>
          <cx:pt idx="10299">368.93000000000001</cx:pt>
          <cx:pt idx="10300">424.31</cx:pt>
          <cx:pt idx="10301">337.20999999999998</cx:pt>
          <cx:pt idx="10302">254.97</cx:pt>
          <cx:pt idx="10303">414.94999999999999</cx:pt>
          <cx:pt idx="10304">310.18000000000001</cx:pt>
          <cx:pt idx="10305">202.37</cx:pt>
          <cx:pt idx="10306">103.59999999999999</cx:pt>
          <cx:pt idx="10307">238.84</cx:pt>
          <cx:pt idx="10308">131.97999999999999</cx:pt>
          <cx:pt idx="10309">227.66</cx:pt>
          <cx:pt idx="10310">263.95999999999998</cx:pt>
          <cx:pt idx="10311">197.97</cx:pt>
          <cx:pt idx="10312">197.97</cx:pt>
          <cx:pt idx="10313">178.16999999999999</cx:pt>
          <cx:pt idx="10314">197.97</cx:pt>
          <cx:pt idx="10315">159.69999999999999</cx:pt>
          <cx:pt idx="10316">154.69</cx:pt>
          <cx:pt idx="10317">128.31999999999999</cx:pt>
          <cx:pt idx="10318">61.689999999999998</cx:pt>
          <cx:pt idx="10319">125.81999999999999</cx:pt>
          <cx:pt idx="10320">120.98</cx:pt>
          <cx:pt idx="10321">143.72</cx:pt>
          <cx:pt idx="10322">159.69999999999999</cx:pt>
          <cx:pt idx="10323">77.420000000000002</cx:pt>
          <cx:pt idx="10324">83.469999999999999</cx:pt>
          <cx:pt idx="10325">166.93000000000001</cx:pt>
          <cx:pt idx="10326">167.38</cx:pt>
          <cx:pt idx="10327">136.22999999999999</cx:pt>
          <cx:pt idx="10328">79.849999999999994</cx:pt>
          <cx:pt idx="10329">147.59999999999999</cx:pt>
          <cx:pt idx="10330">96.780000000000001</cx:pt>
          <cx:pt idx="10331">151.59</cx:pt>
          <cx:pt idx="10332">79.849999999999994</cx:pt>
          <cx:pt idx="10333">116.38</cx:pt>
          <cx:pt idx="10334">120.98</cx:pt>
          <cx:pt idx="10335">104.38</cx:pt>
          <cx:pt idx="10336">159.69999999999999</cx:pt>
          <cx:pt idx="10337">102.83</cx:pt>
          <cx:pt idx="10338">112.5</cx:pt>
          <cx:pt idx="10339">67.870000000000005</cx:pt>
          <cx:pt idx="10340">289.38</cx:pt>
          <cx:pt idx="10341">159.69999999999999</cx:pt>
          <cx:pt idx="10342">223.91</cx:pt>
          <cx:pt idx="10343">454.82999999999998</cx:pt>
          <cx:pt idx="10344">287.93000000000001</cx:pt>
          <cx:pt idx="10345">256.47000000000003</cx:pt>
          <cx:pt idx="10346">141.47999999999999</cx:pt>
          <cx:pt idx="10347">123.98</cx:pt>
          <cx:pt idx="10348">95.379999999999995</cx:pt>
          <cx:pt idx="10349">134.97999999999999</cx:pt>
          <cx:pt idx="10350">169.97999999999999</cx:pt>
          <cx:pt idx="10351">153.97</cx:pt>
          <cx:pt idx="10352">134.97999999999999</cx:pt>
          <cx:pt idx="10353">52.969999999999999</cx:pt>
          <cx:pt idx="10354">122.8</cx:pt>
          <cx:pt idx="10355">99.980000000000004</cx:pt>
          <cx:pt idx="10356">169.97999999999999</cx:pt>
          <cx:pt idx="10357">134.97999999999999</cx:pt>
          <cx:pt idx="10358">103.98</cx:pt>
          <cx:pt idx="10359">139.96000000000001</cx:pt>
          <cx:pt idx="10360">96.980000000000004</cx:pt>
          <cx:pt idx="10361">84.989999999999995</cx:pt>
          <cx:pt idx="10362">125.22</cx:pt>
          <cx:pt idx="10363">124.08</cx:pt>
          <cx:pt idx="10364">113.78</cx:pt>
          <cx:pt idx="10365">134.97999999999999</cx:pt>
          <cx:pt idx="10366">131.97999999999999</cx:pt>
          <cx:pt idx="10367">171.97</cx:pt>
          <cx:pt idx="10368">131.93000000000001</cx:pt>
          <cx:pt idx="10369">92.939999999999998</cx:pt>
          <cx:pt idx="10370">104.97</cx:pt>
          <cx:pt idx="10371">169.97999999999999</cx:pt>
          <cx:pt idx="10372">303.92000000000002</cx:pt>
          <cx:pt idx="10373">159.97999999999999</cx:pt>
          <cx:pt idx="10374">151.97</cx:pt>
          <cx:pt idx="10375">164.97999999999999</cx:pt>
          <cx:pt idx="10376">109.97</cx:pt>
          <cx:pt idx="10377">149.13999999999999</cx:pt>
          <cx:pt idx="10378">137.97999999999999</cx:pt>
          <cx:pt idx="10379">275.95999999999998</cx:pt>
          <cx:pt idx="10380">359.94999999999999</cx:pt>
          <cx:pt idx="10381">170.44999999999999</cx:pt>
          <cx:pt idx="10382">102.97</cx:pt>
          <cx:pt idx="10383">99.980000000000004</cx:pt>
          <cx:pt idx="10384">169.97999999999999</cx:pt>
          <cx:pt idx="10385">59.969999999999999</cx:pt>
          <cx:pt idx="10386">132.53999999999999</cx:pt>
          <cx:pt idx="10387">124.97</cx:pt>
          <cx:pt idx="10388">65.189999999999998</cx:pt>
          <cx:pt idx="10389">169.97999999999999</cx:pt>
          <cx:pt idx="10390">160.31999999999999</cx:pt>
          <cx:pt idx="10391">264.94</cx:pt>
          <cx:pt idx="10392">179.96000000000001</cx:pt>
          <cx:pt idx="10393">199.96000000000001</cx:pt>
          <cx:pt idx="10394">254.21000000000001</cx:pt>
          <cx:pt idx="10395">132.41999999999999</cx:pt>
          <cx:pt idx="10396">84.989999999999995</cx:pt>
          <cx:pt idx="10397">113.97</cx:pt>
          <cx:pt idx="10398">100.48</cx:pt>
          <cx:pt idx="10399">183.97</cx:pt>
          <cx:pt idx="10400">84.989999999999995</cx:pt>
          <cx:pt idx="10401">81.799999999999997</cx:pt>
          <cx:pt idx="10402">134.97999999999999</cx:pt>
          <cx:pt idx="10403">76.489999999999995</cx:pt>
          <cx:pt idx="10404">98.980000000000004</cx:pt>
          <cx:pt idx="10405">82.980000000000004</cx:pt>
          <cx:pt idx="10406">56.060000000000002</cx:pt>
          <cx:pt idx="10407">145.97</cx:pt>
          <cx:pt idx="10408">84.989999999999995</cx:pt>
          <cx:pt idx="10409">98.980000000000004</cx:pt>
          <cx:pt idx="10410">134.97999999999999</cx:pt>
          <cx:pt idx="10411">98.980000000000004</cx:pt>
          <cx:pt idx="10412">172.46000000000001</cx:pt>
          <cx:pt idx="10413">84.989999999999995</cx:pt>
          <cx:pt idx="10414">95.150000000000006</cx:pt>
          <cx:pt idx="10415">78.430000000000007</cx:pt>
          <cx:pt idx="10416">185.46000000000001</cx:pt>
          <cx:pt idx="10417">137.97999999999999</cx:pt>
          <cx:pt idx="10418">65.989999999999995</cx:pt>
          <cx:pt idx="10419">98.980000000000004</cx:pt>
          <cx:pt idx="10420">95.900000000000006</cx:pt>
          <cx:pt idx="10421">84.989999999999995</cx:pt>
          <cx:pt idx="10422">84.989999999999995</cx:pt>
          <cx:pt idx="10423">183.97</cx:pt>
          <cx:pt idx="10424">68.989999999999995</cx:pt>
          <cx:pt idx="10425">95.010000000000005</cx:pt>
          <cx:pt idx="10426">98.980000000000004</cx:pt>
          <cx:pt idx="10427">183.97</cx:pt>
          <cx:pt idx="10428">95.090000000000003</cx:pt>
          <cx:pt idx="10429">65.989999999999995</cx:pt>
          <cx:pt idx="10430">81.379999999999995</cx:pt>
          <cx:pt idx="10431">149.38</cx:pt>
          <cx:pt idx="10432">97.980000000000004</cx:pt>
          <cx:pt idx="10433">113.97</cx:pt>
          <cx:pt idx="10434">98.980000000000004</cx:pt>
          <cx:pt idx="10435">121.98</cx:pt>
          <cx:pt idx="10436">158.97</cx:pt>
          <cx:pt idx="10437">65.989999999999995</cx:pt>
          <cx:pt idx="10438">183.97</cx:pt>
          <cx:pt idx="10439">65.989999999999995</cx:pt>
          <cx:pt idx="10440">46.289999999999999</cx:pt>
          <cx:pt idx="10441">65.989999999999995</cx:pt>
          <cx:pt idx="10442">84.989999999999995</cx:pt>
          <cx:pt idx="10443">65.989999999999995</cx:pt>
          <cx:pt idx="10444">198.96000000000001</cx:pt>
          <cx:pt idx="10445">46.289999999999999</cx:pt>
          <cx:pt idx="10446">65.989999999999995</cx:pt>
          <cx:pt idx="10447">84.989999999999995</cx:pt>
          <cx:pt idx="10448">84.989999999999995</cx:pt>
          <cx:pt idx="10449">93.950000000000003</cx:pt>
          <cx:pt idx="10450">84.989999999999995</cx:pt>
          <cx:pt idx="10451">59.969999999999999</cx:pt>
          <cx:pt idx="10452">122.19</cx:pt>
          <cx:pt idx="10453">59.960000000000001</cx:pt>
          <cx:pt idx="10454">65.989999999999995</cx:pt>
          <cx:pt idx="10455">25.289999999999999</cx:pt>
          <cx:pt idx="10456">80.980000000000004</cx:pt>
          <cx:pt idx="10457">84.989999999999995</cx:pt>
          <cx:pt idx="10458">84.989999999999995</cx:pt>
          <cx:pt idx="10459">41.289999999999999</cx:pt>
          <cx:pt idx="10460">65.989999999999995</cx:pt>
          <cx:pt idx="10461">84.989999999999995</cx:pt>
          <cx:pt idx="10462">84.989999999999995</cx:pt>
          <cx:pt idx="10463">41.289999999999999</cx:pt>
          <cx:pt idx="10464">103.97</cx:pt>
          <cx:pt idx="10465">84.989999999999995</cx:pt>
          <cx:pt idx="10466">84.989999999999995</cx:pt>
          <cx:pt idx="10467">124.95</cx:pt>
          <cx:pt idx="10468">84.989999999999995</cx:pt>
          <cx:pt idx="10469">131.97999999999999</cx:pt>
          <cx:pt idx="10470">59.960000000000001</cx:pt>
          <cx:pt idx="10471">39.289999999999999</cx:pt>
          <cx:pt idx="10472">154.93000000000001</cx:pt>
          <cx:pt idx="10473">23.289999999999999</cx:pt>
          <cx:pt idx="10474">84.989999999999995</cx:pt>
          <cx:pt idx="10475">-44.990000000000002</cx:pt>
          <cx:pt idx="10476">50.329999999999998</cx:pt>
          <cx:pt idx="10477">95.969999999999999</cx:pt>
          <cx:pt idx="10478">75.980000000000004</cx:pt>
          <cx:pt idx="10479">169.97999999999999</cx:pt>
          <cx:pt idx="10480">46.289999999999999</cx:pt>
          <cx:pt idx="10481">108.98</cx:pt>
          <cx:pt idx="10482">84.989999999999995</cx:pt>
          <cx:pt idx="10483">84.989999999999995</cx:pt>
          <cx:pt idx="10484">46.939999999999998</cx:pt>
          <cx:pt idx="10485">46.289999999999999</cx:pt>
          <cx:pt idx="10486">84.989999999999995</cx:pt>
          <cx:pt idx="10487">65.989999999999995</cx:pt>
          <cx:pt idx="10488">25.289999999999999</cx:pt>
          <cx:pt idx="10489">39.289999999999999</cx:pt>
          <cx:pt idx="10490">191.94</cx:pt>
          <cx:pt idx="10491">84.989999999999995</cx:pt>
          <cx:pt idx="10492">64.969999999999999</cx:pt>
          <cx:pt idx="10493">169.96000000000001</cx:pt>
          <cx:pt idx="10494">105.98</cx:pt>
          <cx:pt idx="10495">81.890000000000001</cx:pt>
          <cx:pt idx="10496">71.980000000000004</cx:pt>
          <cx:pt idx="10497">134.96000000000001</cx:pt>
          <cx:pt idx="10498">84.989999999999995</cx:pt>
          <cx:pt idx="10499">84.989999999999995</cx:pt>
          <cx:pt idx="10500">59.979999999999997</cx:pt>
          <cx:pt idx="10501">84.989999999999995</cx:pt>
          <cx:pt idx="10502">137.97999999999999</cx:pt>
          <cx:pt idx="10503">65.989999999999995</cx:pt>
          <cx:pt idx="10504">169.97999999999999</cx:pt>
          <cx:pt idx="10505">62.689999999999998</cx:pt>
          <cx:pt idx="10506">65.989999999999995</cx:pt>
          <cx:pt idx="10507">65.989999999999995</cx:pt>
          <cx:pt idx="10508">65.989999999999995</cx:pt>
          <cx:pt idx="10509">169.97999999999999</cx:pt>
          <cx:pt idx="10510">152.97</cx:pt>
          <cx:pt idx="10511">65.989999999999995</cx:pt>
          <cx:pt idx="10512">65.989999999999995</cx:pt>
          <cx:pt idx="10513">87.939999999999998</cx:pt>
          <cx:pt idx="10514">59.390000000000001</cx:pt>
          <cx:pt idx="10515">65.989999999999995</cx:pt>
          <cx:pt idx="10516">75.969999999999999</cx:pt>
          <cx:pt idx="10517">169.97999999999999</cx:pt>
          <cx:pt idx="10518">65.989999999999995</cx:pt>
          <cx:pt idx="10519">200.96000000000001</cx:pt>
          <cx:pt idx="10520">169.97999999999999</cx:pt>
          <cx:pt idx="10521">169.97999999999999</cx:pt>
          <cx:pt idx="10522">84.989999999999995</cx:pt>
          <cx:pt idx="10523">153.97999999999999</cx:pt>
          <cx:pt idx="10524">65.989999999999995</cx:pt>
          <cx:pt idx="10525">59.390000000000001</cx:pt>
          <cx:pt idx="10526">202</cx:pt>
          <cx:pt idx="10527">169.34</cx:pt>
          <cx:pt idx="10528">176.5</cx:pt>
          <cx:pt idx="10529">113.7</cx:pt>
          <cx:pt idx="10530">149.96000000000001</cx:pt>
          <cx:pt idx="10531">70.109999999999999</cx:pt>
          <cx:pt idx="10532">177.78999999999999</cx:pt>
          <cx:pt idx="10533">164.49000000000001</cx:pt>
          <cx:pt idx="10534">169.59</cx:pt>
          <cx:pt idx="10535">147.56</cx:pt>
          <cx:pt idx="10536">82.25</cx:pt>
          <cx:pt idx="10537">154.63</cx:pt>
          <cx:pt idx="10538">202</cx:pt>
          <cx:pt idx="10539">244.34</cx:pt>
          <cx:pt idx="10540">147.56</cx:pt>
          <cx:pt idx="10541">219.97</cx:pt>
          <cx:pt idx="10542">282.60000000000002</cx:pt>
          <cx:pt idx="10543">254.94999999999999</cx:pt>
          <cx:pt idx="10544">229.75999999999999</cx:pt>
          <cx:pt idx="10545">236.49000000000001</cx:pt>
          <cx:pt idx="10546">272.38999999999999</cx:pt>
          <cx:pt idx="10547">284.94999999999999</cx:pt>
          <cx:pt idx="10548">211.96000000000001</cx:pt>
          <cx:pt idx="10549">232.21000000000001</cx:pt>
          <cx:pt idx="10550">232.11000000000001</cx:pt>
          <cx:pt idx="10551">183.96000000000001</cx:pt>
          <cx:pt idx="10552">49.990000000000002</cx:pt>
          <cx:pt idx="10553">140.34</cx:pt>
          <cx:pt idx="10554">159.69999999999999</cx:pt>
          <cx:pt idx="10555">145.16</cx:pt>
          <cx:pt idx="10556">119.05</cx:pt>
          <cx:pt idx="10557">96.780000000000001</cx:pt>
          <cx:pt idx="10558">159.69999999999999</cx:pt>
          <cx:pt idx="10559">108.86</cx:pt>
          <cx:pt idx="10560">71.049999999999997</cx:pt>
          <cx:pt idx="10561">96.780000000000001</cx:pt>
          <cx:pt idx="10562">159.69999999999999</cx:pt>
          <cx:pt idx="10563">159.69999999999999</cx:pt>
          <cx:pt idx="10564">79.849999999999994</cx:pt>
          <cx:pt idx="10565">79.849999999999994</cx:pt>
          <cx:pt idx="10566">147.59999999999999</cx:pt>
          <cx:pt idx="10567">128.24000000000001</cx:pt>
          <cx:pt idx="10568">96.780000000000001</cx:pt>
          <cx:pt idx="10569">145.16</cx:pt>
          <cx:pt idx="10570">96.780000000000001</cx:pt>
          <cx:pt idx="10571">159.69999999999999</cx:pt>
          <cx:pt idx="10572">193.55000000000001</cx:pt>
          <cx:pt idx="10573">153.22</cx:pt>
          <cx:pt idx="10574">82.25</cx:pt>
          <cx:pt idx="10575">159.69999999999999</cx:pt>
          <cx:pt idx="10576">113.97</cx:pt>
          <cx:pt idx="10577">164.94</cx:pt>
          <cx:pt idx="10578">122.97</cx:pt>
          <cx:pt idx="10579">160.13</cx:pt>
          <cx:pt idx="10580">84.989999999999995</cx:pt>
          <cx:pt idx="10581">83.969999999999999</cx:pt>
          <cx:pt idx="10582">84.989999999999995</cx:pt>
          <cx:pt idx="10583">118.78</cx:pt>
          <cx:pt idx="10584">133.22999999999999</cx:pt>
          <cx:pt idx="10585">256.99000000000001</cx:pt>
          <cx:pt idx="10586">169.97999999999999</cx:pt>
          <cx:pt idx="10587">121.98</cx:pt>
          <cx:pt idx="10588">58.979999999999997</cx:pt>
          <cx:pt idx="10589">79.049999999999997</cx:pt>
          <cx:pt idx="10590">364.94999999999999</cx:pt>
          <cx:pt idx="10591">339.95999999999998</cx:pt>
          <cx:pt idx="10592">93.579999999999998</cx:pt>
          <cx:pt idx="10593">139.97999999999999</cx:pt>
          <cx:pt idx="10594">169.97999999999999</cx:pt>
          <cx:pt idx="10595">131.97999999999999</cx:pt>
          <cx:pt idx="10596">169.97999999999999</cx:pt>
          <cx:pt idx="10597">169.97999999999999</cx:pt>
          <cx:pt idx="10598">263.95999999999998</cx:pt>
          <cx:pt idx="10599">196.02000000000001</cx:pt>
          <cx:pt idx="10600">139.78999999999999</cx:pt>
          <cx:pt idx="10601">239.13999999999999</cx:pt>
          <cx:pt idx="10602">214.53</cx:pt>
          <cx:pt idx="10603">215.88</cx:pt>
          <cx:pt idx="10604">187.97999999999999</cx:pt>
          <cx:pt idx="10605">213.74000000000001</cx:pt>
          <cx:pt idx="10606">217.75999999999999</cx:pt>
          <cx:pt idx="10607">249.96000000000001</cx:pt>
          <cx:pt idx="10608">76.079999999999998</cx:pt>
          <cx:pt idx="10609">150.18000000000001</cx:pt>
          <cx:pt idx="10610">156.97</cx:pt>
          <cx:pt idx="10611">69.969999999999999</cx:pt>
          <cx:pt idx="10612">129.41999999999999</cx:pt>
          <cx:pt idx="10613">199.96000000000001</cx:pt>
          <cx:pt idx="10614">131.5</cx:pt>
          <cx:pt idx="10615">124.97</cx:pt>
          <cx:pt idx="10616">90.980000000000004</cx:pt>
          <cx:pt idx="10617">64.969999999999999</cx:pt>
          <cx:pt idx="10618">84.989999999999995</cx:pt>
          <cx:pt idx="10619">189.96000000000001</cx:pt>
          <cx:pt idx="10620">65.989999999999995</cx:pt>
          <cx:pt idx="10621">72.980000000000004</cx:pt>
          <cx:pt idx="10622">169.97999999999999</cx:pt>
          <cx:pt idx="10623">140.65000000000001</cx:pt>
          <cx:pt idx="10624">275.95999999999998</cx:pt>
          <cx:pt idx="10625">65.989999999999995</cx:pt>
          <cx:pt idx="10626">62.969999999999999</cx:pt>
          <cx:pt idx="10627">75.950000000000003</cx:pt>
          <cx:pt idx="10628">119.95999999999999</cx:pt>
          <cx:pt idx="10629">144.47999999999999</cx:pt>
          <cx:pt idx="10630">94.959999999999994</cx:pt>
          <cx:pt idx="10631">134.97999999999999</cx:pt>
          <cx:pt idx="10632">62.969999999999999</cx:pt>
          <cx:pt idx="10633">169.97999999999999</cx:pt>
          <cx:pt idx="10634">152.97999999999999</cx:pt>
          <cx:pt idx="10635">176.77000000000001</cx:pt>
          <cx:pt idx="10636">121.98</cx:pt>
          <cx:pt idx="10637">147.96000000000001</cx:pt>
          <cx:pt idx="10638">147.96000000000001</cx:pt>
          <cx:pt idx="10639">258.95999999999998</cx:pt>
          <cx:pt idx="10640">174.96000000000001</cx:pt>
          <cx:pt idx="10641">121.98</cx:pt>
          <cx:pt idx="10642">187.96000000000001</cx:pt>
          <cx:pt idx="10643">140.97</cx:pt>
          <cx:pt idx="10644">187.96000000000001</cx:pt>
          <cx:pt idx="10645">227.94999999999999</cx:pt>
          <cx:pt idx="10646">281.94</cx:pt>
          <cx:pt idx="10647">147.96000000000001</cx:pt>
          <cx:pt idx="10648">71.069999999999993</cx:pt>
          <cx:pt idx="10649">121.98</cx:pt>
          <cx:pt idx="10650">199.96000000000001</cx:pt>
          <cx:pt idx="10651">260.95999999999998</cx:pt>
          <cx:pt idx="10652">121.98</cx:pt>
          <cx:pt idx="10653">187.96000000000001</cx:pt>
          <cx:pt idx="10654">196.94999999999999</cx:pt>
          <cx:pt idx="10655">107.95999999999999</cx:pt>
          <cx:pt idx="10656">73.980000000000004</cx:pt>
          <cx:pt idx="10657">159.97999999999999</cx:pt>
          <cx:pt idx="10658">121.98</cx:pt>
          <cx:pt idx="10659">107.95999999999999</cx:pt>
          <cx:pt idx="10660">281.94</cx:pt>
          <cx:pt idx="10661">295.92000000000002</cx:pt>
          <cx:pt idx="10662">206.94999999999999</cx:pt>
          <cx:pt idx="10663">73.980000000000004</cx:pt>
          <cx:pt idx="10664">179.97</cx:pt>
          <cx:pt idx="10665">187.96000000000001</cx:pt>
          <cx:pt idx="10666">84.989999999999995</cx:pt>
          <cx:pt idx="10667">99.980000000000004</cx:pt>
          <cx:pt idx="10668">134.97999999999999</cx:pt>
          <cx:pt idx="10669">134.97999999999999</cx:pt>
          <cx:pt idx="10670">134.97999999999999</cx:pt>
          <cx:pt idx="10671">84.989999999999995</cx:pt>
          <cx:pt idx="10672">84.989999999999995</cx:pt>
          <cx:pt idx="10673">85.969999999999999</cx:pt>
          <cx:pt idx="10674">169.97999999999999</cx:pt>
          <cx:pt idx="10675">84.989999999999995</cx:pt>
          <cx:pt idx="10676">138.22</cx:pt>
          <cx:pt idx="10677">89.980000000000004</cx:pt>
          <cx:pt idx="10678">84.989999999999995</cx:pt>
          <cx:pt idx="10679">131.97999999999999</cx:pt>
          <cx:pt idx="10680">159.97999999999999</cx:pt>
          <cx:pt idx="10681">131.97999999999999</cx:pt>
          <cx:pt idx="10682">164.5</cx:pt>
          <cx:pt idx="10683">84.989999999999995</cx:pt>
          <cx:pt idx="10684">134.97999999999999</cx:pt>
          <cx:pt idx="10685">80.980000000000004</cx:pt>
          <cx:pt idx="10686">142.97</cx:pt>
          <cx:pt idx="10687">131.97999999999999</cx:pt>
          <cx:pt idx="10688">142.97</cx:pt>
          <cx:pt idx="10689">131.97999999999999</cx:pt>
          <cx:pt idx="10690">131.97999999999999</cx:pt>
          <cx:pt idx="10691">146.97</cx:pt>
          <cx:pt idx="10692">131.97999999999999</cx:pt>
          <cx:pt idx="10693">181.97</cx:pt>
          <cx:pt idx="10694">121.98</cx:pt>
          <cx:pt idx="10695">131.97999999999999</cx:pt>
          <cx:pt idx="10696">96.930000000000007</cx:pt>
          <cx:pt idx="10697">112.97</cx:pt>
          <cx:pt idx="10698">49.990000000000002</cx:pt>
          <cx:pt idx="10699">183.96000000000001</cx:pt>
          <cx:pt idx="10700">171.97</cx:pt>
          <cx:pt idx="10701">128.46000000000001</cx:pt>
          <cx:pt idx="10702">116.97</cx:pt>
          <cx:pt idx="10703">69.709999999999994</cx:pt>
          <cx:pt idx="10704">244.94999999999999</cx:pt>
          <cx:pt idx="10705">254.97</cx:pt>
          <cx:pt idx="10706">260.12</cx:pt>
          <cx:pt idx="10707">328.94</cx:pt>
          <cx:pt idx="10708">384.08999999999997</cx:pt>
          <cx:pt idx="10709">262.11000000000001</cx:pt>
          <cx:pt idx="10710">219.97</cx:pt>
          <cx:pt idx="10711">335.11000000000001</cx:pt>
          <cx:pt idx="10712">84.989999999999995</cx:pt>
          <cx:pt idx="10713">137.97999999999999</cx:pt>
          <cx:pt idx="10714">87.469999999999999</cx:pt>
          <cx:pt idx="10715">131.97999999999999</cx:pt>
          <cx:pt idx="10716">84.989999999999995</cx:pt>
          <cx:pt idx="10717">99.980000000000004</cx:pt>
          <cx:pt idx="10718">114.97</cx:pt>
          <cx:pt idx="10719">99.980000000000004</cx:pt>
          <cx:pt idx="10720">102.12</cx:pt>
          <cx:pt idx="10721">84.989999999999995</cx:pt>
          <cx:pt idx="10722">131.97999999999999</cx:pt>
          <cx:pt idx="10723">84.989999999999995</cx:pt>
          <cx:pt idx="10724">84.989999999999995</cx:pt>
          <cx:pt idx="10725">89.290000000000006</cx:pt>
          <cx:pt idx="10726">84.989999999999995</cx:pt>
          <cx:pt idx="10727">84.980000000000004</cx:pt>
          <cx:pt idx="10728">114.97</cx:pt>
          <cx:pt idx="10729">84.989999999999995</cx:pt>
          <cx:pt idx="10730">99.980000000000004</cx:pt>
          <cx:pt idx="10731">84.989999999999995</cx:pt>
          <cx:pt idx="10732">108.78</cx:pt>
          <cx:pt idx="10733">84.989999999999995</cx:pt>
          <cx:pt idx="10734">65.989999999999995</cx:pt>
          <cx:pt idx="10735">59.979999999999997</cx:pt>
          <cx:pt idx="10736">65.989999999999995</cx:pt>
          <cx:pt idx="10737">81.980000000000004</cx:pt>
          <cx:pt idx="10738">65.989999999999995</cx:pt>
          <cx:pt idx="10739">26.989999999999998</cx:pt>
          <cx:pt idx="10740">89.980000000000004</cx:pt>
          <cx:pt idx="10741">65.989999999999995</cx:pt>
          <cx:pt idx="10742">65.989999999999995</cx:pt>
          <cx:pt idx="10743">65.989999999999995</cx:pt>
          <cx:pt idx="10744">59.979999999999997</cx:pt>
          <cx:pt idx="10745">105.97</cx:pt>
          <cx:pt idx="10746">68.969999999999999</cx:pt>
          <cx:pt idx="10747">59.979999999999997</cx:pt>
          <cx:pt idx="10748">65.989999999999995</cx:pt>
          <cx:pt idx="10749">92.980000000000004</cx:pt>
          <cx:pt idx="10750">59.979999999999997</cx:pt>
          <cx:pt idx="10751">65.989999999999995</cx:pt>
          <cx:pt idx="10752">65.980000000000004</cx:pt>
          <cx:pt idx="10753">75.969999999999999</cx:pt>
          <cx:pt idx="10754">77.980000000000004</cx:pt>
          <cx:pt idx="10755">75.969999999999999</cx:pt>
          <cx:pt idx="10756">59.979999999999997</cx:pt>
          <cx:pt idx="10757">65.989999999999995</cx:pt>
          <cx:pt idx="10758">65.989999999999995</cx:pt>
          <cx:pt idx="10759">56.909999999999997</cx:pt>
          <cx:pt idx="10760">62.990000000000002</cx:pt>
          <cx:pt idx="10761">60.189999999999998</cx:pt>
          <cx:pt idx="10762">81.980000000000004</cx:pt>
          <cx:pt idx="10763">61.700000000000003</cx:pt>
          <cx:pt idx="10764">65.989999999999995</cx:pt>
          <cx:pt idx="10765">51.479999999999997</cx:pt>
          <cx:pt idx="10766">65.989999999999995</cx:pt>
          <cx:pt idx="10767">197.94</cx:pt>
          <cx:pt idx="10768">234.91999999999999</cx:pt>
          <cx:pt idx="10769">212.94</cx:pt>
          <cx:pt idx="10770">151.34999999999999</cx:pt>
          <cx:pt idx="10771">285.92000000000002</cx:pt>
          <cx:pt idx="10772">218.94</cx:pt>
          <cx:pt idx="10773">-41.960000000000001</cx:pt>
          <cx:pt idx="10774">167.94999999999999</cx:pt>
          <cx:pt idx="10775">300.91000000000003</cx:pt>
          <cx:pt idx="10776">207.86000000000001</cx:pt>
          <cx:pt idx="10777">105.95999999999999</cx:pt>
          <cx:pt idx="10778">236.93000000000001</cx:pt>
          <cx:pt idx="10779">245.93000000000001</cx:pt>
          <cx:pt idx="10780">161.94</cx:pt>
          <cx:pt idx="10781">121.95999999999999</cx:pt>
          <cx:pt idx="10782">131.96000000000001</cx:pt>
          <cx:pt idx="10783">253.03999999999999</cx:pt>
          <cx:pt idx="10784">285.91000000000003</cx:pt>
          <cx:pt idx="10785">255.03</cx:pt>
          <cx:pt idx="10786">178.94</cx:pt>
          <cx:pt idx="10787">187.94</cx:pt>
          <cx:pt idx="10788">212.59</cx:pt>
          <cx:pt idx="10789">211.94999999999999</cx:pt>
          <cx:pt idx="10790">104.97</cx:pt>
          <cx:pt idx="10791">131.97999999999999</cx:pt>
          <cx:pt idx="10792">98.980000000000004</cx:pt>
          <cx:pt idx="10793">111.98</cx:pt>
          <cx:pt idx="10794">104.95999999999999</cx:pt>
          <cx:pt idx="10795">181.94999999999999</cx:pt>
          <cx:pt idx="10796">119.95999999999999</cx:pt>
          <cx:pt idx="10797">115.97</cx:pt>
          <cx:pt idx="10798">129.93000000000001</cx:pt>
          <cx:pt idx="10799">86.969999999999999</cx:pt>
          <cx:pt idx="10800">133.77000000000001</cx:pt>
          <cx:pt idx="10801">208.94999999999999</cx:pt>
          <cx:pt idx="10802">151.97</cx:pt>
          <cx:pt idx="10803">142.84</cx:pt>
          <cx:pt idx="10804">131.97999999999999</cx:pt>
          <cx:pt idx="10805">134.94999999999999</cx:pt>
          <cx:pt idx="10806">65.989999999999995</cx:pt>
          <cx:pt idx="10807">99.959999999999994</cx:pt>
          <cx:pt idx="10808">89.969999999999999</cx:pt>
          <cx:pt idx="10809">54.979999999999997</cx:pt>
          <cx:pt idx="10810">54.979999999999997</cx:pt>
          <cx:pt idx="10811">146.97</cx:pt>
          <cx:pt idx="10812">2.9900000000000002</cx:pt>
          <cx:pt idx="10813">146.97</cx:pt>
          <cx:pt idx="10814">121.97</cx:pt>
          <cx:pt idx="10815">107.94</cx:pt>
          <cx:pt idx="10816">113.95999999999999</cx:pt>
          <cx:pt idx="10817">142.96000000000001</cx:pt>
          <cx:pt idx="10818">149.97</cx:pt>
          <cx:pt idx="10819">214.94999999999999</cx:pt>
          <cx:pt idx="10820">131.97999999999999</cx:pt>
          <cx:pt idx="10821">146.97</cx:pt>
          <cx:pt idx="10822">131.97999999999999</cx:pt>
          <cx:pt idx="10823">228.22999999999999</cx:pt>
          <cx:pt idx="10824">65.989999999999995</cx:pt>
          <cx:pt idx="10825">135.81999999999999</cx:pt>
          <cx:pt idx="10826">90.939999999999998</cx:pt>
          <cx:pt idx="10827">65.989999999999995</cx:pt>
          <cx:pt idx="10828">84.989999999999995</cx:pt>
          <cx:pt idx="10829">81.980000000000004</cx:pt>
          <cx:pt idx="10830">65.989999999999995</cx:pt>
          <cx:pt idx="10831">84.989999999999995</cx:pt>
          <cx:pt idx="10832">84.989999999999995</cx:pt>
          <cx:pt idx="10833">92.980000000000004</cx:pt>
          <cx:pt idx="10834">65.989999999999995</cx:pt>
          <cx:pt idx="10835">84.989999999999995</cx:pt>
          <cx:pt idx="10836">84.989999999999995</cx:pt>
          <cx:pt idx="10837">84.989999999999995</cx:pt>
          <cx:pt idx="10838">84.989999999999995</cx:pt>
          <cx:pt idx="10839">65.989999999999995</cx:pt>
          <cx:pt idx="10840">104.98</cx:pt>
          <cx:pt idx="10841">84.989999999999995</cx:pt>
          <cx:pt idx="10842">84.989999999999995</cx:pt>
          <cx:pt idx="10843">84.989999999999995</cx:pt>
          <cx:pt idx="10844">84.989999999999995</cx:pt>
          <cx:pt idx="10845">99.980000000000004</cx:pt>
          <cx:pt idx="10846">84.989999999999995</cx:pt>
          <cx:pt idx="10847">84.989999999999995</cx:pt>
          <cx:pt idx="10848">84.989999999999995</cx:pt>
          <cx:pt idx="10849">65.989999999999995</cx:pt>
          <cx:pt idx="10850">65.989999999999995</cx:pt>
          <cx:pt idx="10851">84.989999999999995</cx:pt>
          <cx:pt idx="10852">84.989999999999995</cx:pt>
          <cx:pt idx="10853">119.98</cx:pt>
          <cx:pt idx="10854">65.989999999999995</cx:pt>
          <cx:pt idx="10855">81.980000000000004</cx:pt>
          <cx:pt idx="10856">65.989999999999995</cx:pt>
          <cx:pt idx="10857">104.98</cx:pt>
          <cx:pt idx="10858">84.989999999999995</cx:pt>
          <cx:pt idx="10859">104.98</cx:pt>
          <cx:pt idx="10860">84.989999999999995</cx:pt>
          <cx:pt idx="10861">65.989999999999995</cx:pt>
          <cx:pt idx="10862">81.980000000000004</cx:pt>
          <cx:pt idx="10863">81.980000000000004</cx:pt>
          <cx:pt idx="10864">81.980000000000004</cx:pt>
          <cx:pt idx="10865">65.989999999999995</cx:pt>
          <cx:pt idx="10866">81.980000000000004</cx:pt>
          <cx:pt idx="10867">84.989999999999995</cx:pt>
          <cx:pt idx="10868">134.97</cx:pt>
          <cx:pt idx="10869">15.49</cx:pt>
          <cx:pt idx="10870">225.93000000000001</cx:pt>
          <cx:pt idx="10871">207.93000000000001</cx:pt>
          <cx:pt idx="10872">99.959999999999994</cx:pt>
          <cx:pt idx="10873">94.950000000000003</cx:pt>
          <cx:pt idx="10874">116.84</cx:pt>
          <cx:pt idx="10875">119.95999999999999</cx:pt>
          <cx:pt idx="10876">119.95999999999999</cx:pt>
          <cx:pt idx="10877">89.969999999999999</cx:pt>
          <cx:pt idx="10878">59.979999999999997</cx:pt>
          <cx:pt idx="10879">169.94</cx:pt>
          <cx:pt idx="10880">193.94</cx:pt>
          <cx:pt idx="10881">221.91999999999999</cx:pt>
          <cx:pt idx="10882">184.27000000000001</cx:pt>
          <cx:pt idx="10883">184.97</cx:pt>
          <cx:pt idx="10884">150.27000000000001</cx:pt>
          <cx:pt idx="10885">120.66</cx:pt>
          <cx:pt idx="10886">130.46000000000001</cx:pt>
          <cx:pt idx="10887">148.97</cx:pt>
          <cx:pt idx="10888">89.980000000000004</cx:pt>
          <cx:pt idx="10889">158</cx:pt>
          <cx:pt idx="10890">173.47</cx:pt>
          <cx:pt idx="10891">128.80000000000001</cx:pt>
          <cx:pt idx="10892">166.38</cx:pt>
          <cx:pt idx="10893">196.65000000000001</cx:pt>
          <cx:pt idx="10894">169.97999999999999</cx:pt>
          <cx:pt idx="10895">89.969999999999999</cx:pt>
          <cx:pt idx="10896">169.97999999999999</cx:pt>
          <cx:pt idx="10897">104.97</cx:pt>
          <cx:pt idx="10898">155.96000000000001</cx:pt>
          <cx:pt idx="10899">84.980000000000004</cx:pt>
          <cx:pt idx="10900">105.98</cx:pt>
          <cx:pt idx="10901">65.640000000000001</cx:pt>
          <cx:pt idx="10902">145.41999999999999</cx:pt>
          <cx:pt idx="10903">54.969999999999999</cx:pt>
          <cx:pt idx="10904">119.97</cx:pt>
          <cx:pt idx="10905">173.97</cx:pt>
          <cx:pt idx="10906">130.38</cx:pt>
          <cx:pt idx="10907">127.98</cx:pt>
          <cx:pt idx="10908">84.980000000000004</cx:pt>
          <cx:pt idx="10909">84.989999999999995</cx:pt>
          <cx:pt idx="10910">109.95</cx:pt>
          <cx:pt idx="10911">84.989999999999995</cx:pt>
          <cx:pt idx="10912">134.97999999999999</cx:pt>
          <cx:pt idx="10913">80.969999999999999</cx:pt>
          <cx:pt idx="10914">134.97999999999999</cx:pt>
          <cx:pt idx="10915">63.049999999999997</cx:pt>
          <cx:pt idx="10916">69.980000000000004</cx:pt>
          <cx:pt idx="10917">84.989999999999995</cx:pt>
          <cx:pt idx="10918">195.34999999999999</cx:pt>
          <cx:pt idx="10919">70.989999999999995</cx:pt>
          <cx:pt idx="10920">139.94999999999999</cx:pt>
          <cx:pt idx="10921">84.989999999999995</cx:pt>
          <cx:pt idx="10922">169.97999999999999</cx:pt>
          <cx:pt idx="10923">205.66999999999999</cx:pt>
          <cx:pt idx="10924">84.989999999999995</cx:pt>
          <cx:pt idx="10925">131.97999999999999</cx:pt>
          <cx:pt idx="10926">207.96000000000001</cx:pt>
          <cx:pt idx="10927">207.96000000000001</cx:pt>
          <cx:pt idx="10928">153.47</cx:pt>
          <cx:pt idx="10929">153.47</cx:pt>
          <cx:pt idx="10930">68.980000000000004</cx:pt>
          <cx:pt idx="10931">188.97</cx:pt>
          <cx:pt idx="10932">68.980000000000004</cx:pt>
          <cx:pt idx="10933">149.34</cx:pt>
          <cx:pt idx="10934">149.34</cx:pt>
          <cx:pt idx="10935">131.97999999999999</cx:pt>
          <cx:pt idx="10936">131.97999999999999</cx:pt>
          <cx:pt idx="10937">169.97999999999999</cx:pt>
          <cx:pt idx="10938">131.97999999999999</cx:pt>
          <cx:pt idx="10939">169.97999999999999</cx:pt>
          <cx:pt idx="10940">65.989999999999995</cx:pt>
          <cx:pt idx="10941">65.989999999999995</cx:pt>
          <cx:pt idx="10942">131.97999999999999</cx:pt>
          <cx:pt idx="10943">188.97</cx:pt>
          <cx:pt idx="10944">227.94</cx:pt>
          <cx:pt idx="10945">207.96000000000001</cx:pt>
          <cx:pt idx="10946">150.97</cx:pt>
          <cx:pt idx="10947">150.97</cx:pt>
          <cx:pt idx="10948">131.97999999999999</cx:pt>
          <cx:pt idx="10949">207.96000000000001</cx:pt>
          <cx:pt idx="10950">227.94</cx:pt>
          <cx:pt idx="10951">260.82999999999998</cx:pt>
          <cx:pt idx="10952">49.969999999999999</cx:pt>
          <cx:pt idx="10953">276.49000000000001</cx:pt>
          <cx:pt idx="10954">309.72000000000003</cx:pt>
          <cx:pt idx="10955">145.97</cx:pt>
          <cx:pt idx="10956">157.31999999999999</cx:pt>
          <cx:pt idx="10957">279.13</cx:pt>
          <cx:pt idx="10958">62.979999999999997</cx:pt>
          <cx:pt idx="10959">75.870000000000005</cx:pt>
          <cx:pt idx="10960">152.96000000000001</cx:pt>
          <cx:pt idx="10961">36.039999999999999</cx:pt>
          <cx:pt idx="10962">112.62</cx:pt>
          <cx:pt idx="10963">62.979999999999997</cx:pt>
          <cx:pt idx="10964">209.97</cx:pt>
          <cx:pt idx="10965">309.95999999999998</cx:pt>
          <cx:pt idx="10966">134.97999999999999</cx:pt>
          <cx:pt idx="10967">395.94</cx:pt>
          <cx:pt idx="10968">75.969999999999999</cx:pt>
          <cx:pt idx="10969">187.97</cx:pt>
          <cx:pt idx="10970">121.98</cx:pt>
          <cx:pt idx="10971">644.91999999999996</cx:pt>
          <cx:pt idx="10972">216.97</cx:pt>
          <cx:pt idx="10973">159.97999999999999</cx:pt>
          <cx:pt idx="10974">169.97999999999999</cx:pt>
          <cx:pt idx="10975">62.979999999999997</cx:pt>
          <cx:pt idx="10976">169.97999999999999</cx:pt>
          <cx:pt idx="10977">169.97999999999999</cx:pt>
          <cx:pt idx="10978">238.96000000000001</cx:pt>
          <cx:pt idx="10979">190.97</cx:pt>
          <cx:pt idx="10980">164.88</cx:pt>
          <cx:pt idx="10981">70.969999999999999</cx:pt>
          <cx:pt idx="10982">169.97999999999999</cx:pt>
          <cx:pt idx="10983">101.47</cx:pt>
          <cx:pt idx="10984">169.97999999999999</cx:pt>
          <cx:pt idx="10985">126.51000000000001</cx:pt>
          <cx:pt idx="10986">152.66999999999999</cx:pt>
          <cx:pt idx="10987">53.979999999999997</cx:pt>
          <cx:pt idx="10988">96.969999999999999</cx:pt>
          <cx:pt idx="10989">96.969999999999999</cx:pt>
          <cx:pt idx="10990">124.92</cx:pt>
          <cx:pt idx="10991">98.980000000000004</cx:pt>
          <cx:pt idx="10992">79.980000000000004</cx:pt>
          <cx:pt idx="10993">109.97</cx:pt>
          <cx:pt idx="10994">69.980000000000004</cx:pt>
          <cx:pt idx="10995">84.989999999999995</cx:pt>
          <cx:pt idx="10996">84.989999999999995</cx:pt>
          <cx:pt idx="10997">211.96000000000001</cx:pt>
          <cx:pt idx="10998">211.96000000000001</cx:pt>
          <cx:pt idx="10999">251.94</cx:pt>
          <cx:pt idx="11000">291.94</cx:pt>
          <cx:pt idx="11001">84.989999999999995</cx:pt>
          <cx:pt idx="11002">278.80000000000001</cx:pt>
          <cx:pt idx="11003">190.59</cx:pt>
          <cx:pt idx="11004">188.96000000000001</cx:pt>
          <cx:pt idx="11005">153.46000000000001</cx:pt>
          <cx:pt idx="11006">119.97</cx:pt>
          <cx:pt idx="11007">118.98</cx:pt>
          <cx:pt idx="11008">172.97</cx:pt>
          <cx:pt idx="11009">156.58000000000001</cx:pt>
          <cx:pt idx="11010">168.58000000000001</cx:pt>
          <cx:pt idx="11011">99.980000000000004</cx:pt>
          <cx:pt idx="11012">149.97999999999999</cx:pt>
          <cx:pt idx="11013">160.96000000000001</cx:pt>
          <cx:pt idx="11014">172.78999999999999</cx:pt>
          <cx:pt idx="11015">79.980000000000004</cx:pt>
          <cx:pt idx="11016">217.46000000000001</cx:pt>
          <cx:pt idx="11017">198.97999999999999</cx:pt>
          <cx:pt idx="11018">174.97</cx:pt>
          <cx:pt idx="11019">245.94999999999999</cx:pt>
          <cx:pt idx="11020">343.94</cx:pt>
          <cx:pt idx="11021">263.95999999999998</cx:pt>
          <cx:pt idx="11022">197.97</cx:pt>
          <cx:pt idx="11023">252.59999999999999</cx:pt>
          <cx:pt idx="11024">112.97</cx:pt>
          <cx:pt idx="11025">237.56</cx:pt>
          <cx:pt idx="11026">165.47</cx:pt>
          <cx:pt idx="11027">78.980000000000004</cx:pt>
          <cx:pt idx="11028">109.98</cx:pt>
          <cx:pt idx="11029">131.06</cx:pt>
          <cx:pt idx="11030">169.97999999999999</cx:pt>
          <cx:pt idx="11031">179.96000000000001</cx:pt>
          <cx:pt idx="11032">191.21000000000001</cx:pt>
          <cx:pt idx="11033">196.97</cx:pt>
          <cx:pt idx="11034">170.53999999999999</cx:pt>
          <cx:pt idx="11035">137.72</cx:pt>
          <cx:pt idx="11036">201.50999999999999</cx:pt>
          <cx:pt idx="11037">138.56999999999999</cx:pt>
          <cx:pt idx="11038">240.88999999999999</cx:pt>
          <cx:pt idx="11039">116.97</cx:pt>
          <cx:pt idx="11040">-355.94999999999999</cx:pt>
          <cx:pt idx="11041">61.979999999999997</cx:pt>
          <cx:pt idx="11042">254.97</cx:pt>
          <cx:pt idx="11043">355.94999999999999</cx:pt>
          <cx:pt idx="11044">147.16</cx:pt>
          <cx:pt idx="11045">131.97999999999999</cx:pt>
          <cx:pt idx="11046">158.61000000000001</cx:pt>
          <cx:pt idx="11047">339.95999999999998</cx:pt>
          <cx:pt idx="11048">131.97999999999999</cx:pt>
          <cx:pt idx="11049">295.94</cx:pt>
          <cx:pt idx="11050">247.77000000000001</cx:pt>
          <cx:pt idx="11051">254.97</cx:pt>
          <cx:pt idx="11052">339.95999999999998</cx:pt>
          <cx:pt idx="11053">280.95999999999998</cx:pt>
          <cx:pt idx="11054">169.97999999999999</cx:pt>
          <cx:pt idx="11055">147.97</cx:pt>
          <cx:pt idx="11056">339.95999999999998</cx:pt>
          <cx:pt idx="11057">247.47</cx:pt>
          <cx:pt idx="11058">339.95999999999998</cx:pt>
          <cx:pt idx="11059">314.95999999999998</cx:pt>
          <cx:pt idx="11060">69.989999999999995</cx:pt>
          <cx:pt idx="11061">232.08000000000001</cx:pt>
          <cx:pt idx="11062">339.95999999999998</cx:pt>
          <cx:pt idx="11063">254.97</cx:pt>
          <cx:pt idx="11064">154.58000000000001</cx:pt>
          <cx:pt idx="11065">154.15000000000001</cx:pt>
          <cx:pt idx="11066">159.97999999999999</cx:pt>
          <cx:pt idx="11067">219.97</cx:pt>
          <cx:pt idx="11068">159.97999999999999</cx:pt>
          <cx:pt idx="11069">159.97999999999999</cx:pt>
          <cx:pt idx="11070">240.69</cx:pt>
          <cx:pt idx="11071">159.97999999999999</cx:pt>
          <cx:pt idx="11072">219.97</cx:pt>
          <cx:pt idx="11073">159.97999999999999</cx:pt>
          <cx:pt idx="11074">154.15000000000001</cx:pt>
          <cx:pt idx="11075">159.97999999999999</cx:pt>
          <cx:pt idx="11076">213.96000000000001</cx:pt>
          <cx:pt idx="11077">131.97999999999999</cx:pt>
          <cx:pt idx="11078">169.97999999999999</cx:pt>
          <cx:pt idx="11079">169.97999999999999</cx:pt>
          <cx:pt idx="11080">135.97</cx:pt>
          <cx:pt idx="11081">155.44</cx:pt>
          <cx:pt idx="11082">155.44</cx:pt>
          <cx:pt idx="11083">131.97999999999999</cx:pt>
          <cx:pt idx="11084">154.58000000000001</cx:pt>
          <cx:pt idx="11085">154.28</cx:pt>
          <cx:pt idx="11086">213.96000000000001</cx:pt>
          <cx:pt idx="11087">131.97999999999999</cx:pt>
          <cx:pt idx="11088">135.97</cx:pt>
          <cx:pt idx="11089">159.97999999999999</cx:pt>
          <cx:pt idx="11090">159.97999999999999</cx:pt>
          <cx:pt idx="11091">131.97999999999999</cx:pt>
          <cx:pt idx="11092">154.28</cx:pt>
          <cx:pt idx="11093">240.69</cx:pt>
          <cx:pt idx="11094">399.92000000000002</cx:pt>
          <cx:pt idx="11095">214.91999999999999</cx:pt>
          <cx:pt idx="11096">339.95999999999998</cx:pt>
          <cx:pt idx="11097">161.96000000000001</cx:pt>
          <cx:pt idx="11098">263.95999999999998</cx:pt>
          <cx:pt idx="11099">254.97</cx:pt>
          <cx:pt idx="11100">247.37</cx:pt>
          <cx:pt idx="11101">323.95999999999998</cx:pt>
          <cx:pt idx="11102">184.97</cx:pt>
          <cx:pt idx="11103">263.95999999999998</cx:pt>
          <cx:pt idx="11104">146.94999999999999</cx:pt>
          <cx:pt idx="11105">147.96000000000001</cx:pt>
          <cx:pt idx="11106">59.939999999999998</cx:pt>
          <cx:pt idx="11107">132.88</cx:pt>
          <cx:pt idx="11108">143.94999999999999</cx:pt>
          <cx:pt idx="11109">136.93000000000001</cx:pt>
          <cx:pt idx="11110">61.960000000000001</cx:pt>
          <cx:pt idx="11111">130.91</cx:pt>
          <cx:pt idx="11112">71.930000000000007</cx:pt>
          <cx:pt idx="11113">190.91</cx:pt>
          <cx:pt idx="11114">250.93000000000001</cx:pt>
          <cx:pt idx="11115">76.950000000000003</cx:pt>
          <cx:pt idx="11116">94.969999999999999</cx:pt>
          <cx:pt idx="11117">147.96000000000001</cx:pt>
          <cx:pt idx="11118">59.939999999999998</cx:pt>
          <cx:pt idx="11119">180.94</cx:pt>
          <cx:pt idx="11120">73.980000000000004</cx:pt>
          <cx:pt idx="11121">59.939999999999998</cx:pt>
          <cx:pt idx="11122">209.93000000000001</cx:pt>
          <cx:pt idx="11123">68.969999999999999</cx:pt>
          <cx:pt idx="11124">101.95</cx:pt>
          <cx:pt idx="11125">75.319999999999993</cx:pt>
          <cx:pt idx="11126">65.989999999999995</cx:pt>
          <cx:pt idx="11127">65.989999999999995</cx:pt>
          <cx:pt idx="11128">53.969999999999999</cx:pt>
          <cx:pt idx="11129">65.329999999999998</cx:pt>
          <cx:pt idx="11130">65.329999999999998</cx:pt>
          <cx:pt idx="11131">53.969999999999999</cx:pt>
          <cx:pt idx="11132">65.989999999999995</cx:pt>
          <cx:pt idx="11133">84.439999999999998</cx:pt>
          <cx:pt idx="11134">65.989999999999995</cx:pt>
          <cx:pt idx="11135">64.370000000000005</cx:pt>
          <cx:pt idx="11136">84.439999999999998</cx:pt>
          <cx:pt idx="11137">74.319999999999993</cx:pt>
          <cx:pt idx="11138">80.980000000000004</cx:pt>
          <cx:pt idx="11139">74.319999999999993</cx:pt>
          <cx:pt idx="11140">75.319999999999993</cx:pt>
          <cx:pt idx="11141">80.980000000000004</cx:pt>
          <cx:pt idx="11142">65.329999999999998</cx:pt>
          <cx:pt idx="11143">65.329999999999998</cx:pt>
          <cx:pt idx="11144">65.230000000000004</cx:pt>
          <cx:pt idx="11145">55.310000000000002</cx:pt>
          <cx:pt idx="11146">65.230000000000004</cx:pt>
          <cx:pt idx="11147">53.100000000000001</cx:pt>
          <cx:pt idx="11148">65.989999999999995</cx:pt>
          <cx:pt idx="11149">65.989999999999995</cx:pt>
          <cx:pt idx="11150">80.129999999999995</cx:pt>
          <cx:pt idx="11151">80.129999999999995</cx:pt>
          <cx:pt idx="11152">65.329999999999998</cx:pt>
          <cx:pt idx="11153">65.140000000000001</cx:pt>
          <cx:pt idx="11154">90.480000000000004</cx:pt>
          <cx:pt idx="11155">90.480000000000004</cx:pt>
          <cx:pt idx="11156">65.140000000000001</cx:pt>
          <cx:pt idx="11157">35.990000000000002</cx:pt>
          <cx:pt idx="11158">55.310000000000002</cx:pt>
          <cx:pt idx="11159">65.989999999999995</cx:pt>
          <cx:pt idx="11160">74.319999999999993</cx:pt>
          <cx:pt idx="11161">95.159999999999997</cx:pt>
          <cx:pt idx="11162">95.159999999999997</cx:pt>
          <cx:pt idx="11163">65.329999999999998</cx:pt>
          <cx:pt idx="11164">74.319999999999993</cx:pt>
          <cx:pt idx="11165">74.980000000000004</cx:pt>
          <cx:pt idx="11166">53.100000000000001</cx:pt>
          <cx:pt idx="11167">84.319999999999993</cx:pt>
          <cx:pt idx="11168">74.980000000000004</cx:pt>
          <cx:pt idx="11169">74.980000000000004</cx:pt>
          <cx:pt idx="11170">65.989999999999995</cx:pt>
          <cx:pt idx="11171">84.319999999999993</cx:pt>
          <cx:pt idx="11172">35.990000000000002</cx:pt>
          <cx:pt idx="11173">74.980000000000004</cx:pt>
          <cx:pt idx="11174">64.370000000000005</cx:pt>
          <cx:pt idx="11175">65.150000000000006</cx:pt>
          <cx:pt idx="11176">60.530000000000001</cx:pt>
          <cx:pt idx="11177">74.319999999999993</cx:pt>
          <cx:pt idx="11178">65.989999999999995</cx:pt>
          <cx:pt idx="11179">65.150000000000006</cx:pt>
          <cx:pt idx="11180">86.959999999999994</cx:pt>
          <cx:pt idx="11181">86.959999999999994</cx:pt>
          <cx:pt idx="11182">74.319999999999993</cx:pt>
          <cx:pt idx="11183">65.989999999999995</cx:pt>
          <cx:pt idx="11184">65.989999999999995</cx:pt>
          <cx:pt idx="11185">65.030000000000001</cx:pt>
          <cx:pt idx="11186">60.530000000000001</cx:pt>
          <cx:pt idx="11187">65.069999999999993</cx:pt>
          <cx:pt idx="11188">74.230000000000004</cx:pt>
          <cx:pt idx="11189">83.219999999999999</cx:pt>
          <cx:pt idx="11190">65.069999999999993</cx:pt>
          <cx:pt idx="11191">83.219999999999999</cx:pt>
          <cx:pt idx="11192">83.969999999999999</cx:pt>
          <cx:pt idx="11193">65.989999999999995</cx:pt>
          <cx:pt idx="11194">64.370000000000005</cx:pt>
          <cx:pt idx="11195">64.370000000000005</cx:pt>
          <cx:pt idx="11196">83.969999999999999</cx:pt>
          <cx:pt idx="11197">65.430000000000007</cx:pt>
          <cx:pt idx="11198">65.030000000000001</cx:pt>
          <cx:pt idx="11199">65.989999999999995</cx:pt>
          <cx:pt idx="11200">65.430000000000007</cx:pt>
          <cx:pt idx="11201">65.989999999999995</cx:pt>
          <cx:pt idx="11202">74.230000000000004</cx:pt>
          <cx:pt idx="11203">169.97999999999999</cx:pt>
          <cx:pt idx="11204">169.97999999999999</cx:pt>
          <cx:pt idx="11205">159.31999999999999</cx:pt>
          <cx:pt idx="11206">159.63</cx:pt>
          <cx:pt idx="11207">169.97999999999999</cx:pt>
          <cx:pt idx="11208">84.989999999999995</cx:pt>
          <cx:pt idx="11209">197.97</cx:pt>
          <cx:pt idx="11210">184.97</cx:pt>
          <cx:pt idx="11211">169.97999999999999</cx:pt>
          <cx:pt idx="11212">116.98</cx:pt>
          <cx:pt idx="11213">159.97999999999999</cx:pt>
          <cx:pt idx="11214">169.97999999999999</cx:pt>
          <cx:pt idx="11215">184.97</cx:pt>
          <cx:pt idx="11216">197.97</cx:pt>
          <cx:pt idx="11217">197.97</cx:pt>
          <cx:pt idx="11218">154.19999999999999</cx:pt>
          <cx:pt idx="11219">169.97999999999999</cx:pt>
          <cx:pt idx="11220">169.97999999999999</cx:pt>
          <cx:pt idx="11221">169.97999999999999</cx:pt>
          <cx:pt idx="11222">169.97999999999999</cx:pt>
          <cx:pt idx="11223">169.97999999999999</cx:pt>
          <cx:pt idx="11224">169.97999999999999</cx:pt>
          <cx:pt idx="11225">172.97</cx:pt>
          <cx:pt idx="11226">197.97</cx:pt>
          <cx:pt idx="11227">169.97999999999999</cx:pt>
          <cx:pt idx="11228">137.97999999999999</cx:pt>
          <cx:pt idx="11229">84.989999999999995</cx:pt>
          <cx:pt idx="11230">169.97999999999999</cx:pt>
          <cx:pt idx="11231">116.27</cx:pt>
          <cx:pt idx="11232">125.93000000000001</cx:pt>
          <cx:pt idx="11233">166.25999999999999</cx:pt>
          <cx:pt idx="11234">151.27000000000001</cx:pt>
          <cx:pt idx="11235">93.980000000000004</cx:pt>
          <cx:pt idx="11236">166.25999999999999</cx:pt>
          <cx:pt idx="11237">101.28</cx:pt>
          <cx:pt idx="11238">121.26000000000001</cx:pt>
          <cx:pt idx="11239">151.27000000000001</cx:pt>
          <cx:pt idx="11240">151.27000000000001</cx:pt>
          <cx:pt idx="11241">99.980000000000004</cx:pt>
          <cx:pt idx="11242">102.58</cx:pt>
          <cx:pt idx="11243">151.27000000000001</cx:pt>
          <cx:pt idx="11244">96.269999999999996</cx:pt>
          <cx:pt idx="11245">136.25999999999999</cx:pt>
          <cx:pt idx="11246">93.469999999999999</cx:pt>
          <cx:pt idx="11247">164.97999999999999</cx:pt>
          <cx:pt idx="11248">137.97999999999999</cx:pt>
          <cx:pt idx="11249">148.47999999999999</cx:pt>
          <cx:pt idx="11250">71.989999999999995</cx:pt>
          <cx:pt idx="11251">120.98</cx:pt>
          <cx:pt idx="11252">159.97999999999999</cx:pt>
          <cx:pt idx="11253">224.97</cx:pt>
          <cx:pt idx="11254">90.969999999999999</cx:pt>
          <cx:pt idx="11255">105.98</cx:pt>
          <cx:pt idx="11256">361.93000000000001</cx:pt>
          <cx:pt idx="11257">424.94999999999999</cx:pt>
          <cx:pt idx="11258">158.97</cx:pt>
          <cx:pt idx="11259">329.94999999999999</cx:pt>
          <cx:pt idx="11260">402.02999999999997</cx:pt>
          <cx:pt idx="11261">329.94999999999999</cx:pt>
          <cx:pt idx="11262">286.80000000000001</cx:pt>
          <cx:pt idx="11263">420.86000000000001</cx:pt>
          <cx:pt idx="11264">499.38999999999999</cx:pt>
          <cx:pt idx="11265">333.92000000000002</cx:pt>
          <cx:pt idx="11266">395.94</cx:pt>
          <cx:pt idx="11267">232.94999999999999</cx:pt>
          <cx:pt idx="11268">461.79000000000002</cx:pt>
          <cx:pt idx="11269">252.36000000000001</cx:pt>
          <cx:pt idx="11270">382.45999999999998</cx:pt>
          <cx:pt idx="11271">472.43000000000001</cx:pt>
          <cx:pt idx="11272">131.97999999999999</cx:pt>
          <cx:pt idx="11273">323.92000000000002</cx:pt>
          <cx:pt idx="11274">74.950000000000003</cx:pt>
          <cx:pt idx="11275">424.94999999999999</cx:pt>
          <cx:pt idx="11276">395.94</cx:pt>
          <cx:pt idx="11277">339.95999999999998</cx:pt>
          <cx:pt idx="11278">413.94</cx:pt>
          <cx:pt idx="11279">243.97</cx:pt>
          <cx:pt idx="11280">254.97</cx:pt>
          <cx:pt idx="11281">-20</cx:pt>
          <cx:pt idx="11282">74.969999999999999</cx:pt>
          <cx:pt idx="11283">129.90000000000001</cx:pt>
          <cx:pt idx="11284">162.55000000000001</cx:pt>
          <cx:pt idx="11285">238.12</cx:pt>
          <cx:pt idx="11286">169.97999999999999</cx:pt>
          <cx:pt idx="11287">169.97999999999999</cx:pt>
          <cx:pt idx="11288">212.86000000000001</cx:pt>
          <cx:pt idx="11289">169.97999999999999</cx:pt>
          <cx:pt idx="11290">306.26999999999998</cx:pt>
          <cx:pt idx="11291">246.69999999999999</cx:pt>
          <cx:pt idx="11292">186.88</cx:pt>
          <cx:pt idx="11293">78.549999999999997</cx:pt>
          <cx:pt idx="11294">130.31999999999999</cx:pt>
          <cx:pt idx="11295">237.96000000000001</cx:pt>
          <cx:pt idx="11296">171.97</cx:pt>
          <cx:pt idx="11297">87.980000000000004</cx:pt>
          <cx:pt idx="11298">166.97</cx:pt>
          <cx:pt idx="11299">91.980000000000004</cx:pt>
          <cx:pt idx="11300">156.06</cx:pt>
          <cx:pt idx="11301">56.340000000000003</cx:pt>
          <cx:pt idx="11302">164.97999999999999</cx:pt>
          <cx:pt idx="11303">171.97</cx:pt>
          <cx:pt idx="11304">68.989999999999995</cx:pt>
          <cx:pt idx="11305">99.980000000000004</cx:pt>
          <cx:pt idx="11306">116.98</cx:pt>
          <cx:pt idx="11307">84.989999999999995</cx:pt>
          <cx:pt idx="11308">74.959999999999994</cx:pt>
          <cx:pt idx="11309">104.36</cx:pt>
          <cx:pt idx="11310">14.699999999999999</cx:pt>
          <cx:pt idx="11311">89.950000000000003</cx:pt>
          <cx:pt idx="11312">172.97</cx:pt>
          <cx:pt idx="11313">263.95999999999998</cx:pt>
          <cx:pt idx="11314">263.95999999999998</cx:pt>
          <cx:pt idx="11315">172.97</cx:pt>
          <cx:pt idx="11316">197.97</cx:pt>
          <cx:pt idx="11317">242.96000000000001</cx:pt>
          <cx:pt idx="11318">179.97</cx:pt>
          <cx:pt idx="11319">204.97</cx:pt>
          <cx:pt idx="11320">189.96000000000001</cx:pt>
          <cx:pt idx="11321">182.94</cx:pt>
          <cx:pt idx="11322">204.96000000000001</cx:pt>
          <cx:pt idx="11323">187.94999999999999</cx:pt>
          <cx:pt idx="11324">194.77000000000001</cx:pt>
          <cx:pt idx="11325">209.96000000000001</cx:pt>
          <cx:pt idx="11326">194.97</cx:pt>
          <cx:pt idx="11327">239.91</cx:pt>
          <cx:pt idx="11328">179.97</cx:pt>
          <cx:pt idx="11329">189.96000000000001</cx:pt>
          <cx:pt idx="11330">120.95</cx:pt>
          <cx:pt idx="11331">203.94</cx:pt>
          <cx:pt idx="11332">169.97999999999999</cx:pt>
          <cx:pt idx="11333">80.180000000000007</cx:pt>
          <cx:pt idx="11334">99.980000000000004</cx:pt>
          <cx:pt idx="11335">99.980000000000004</cx:pt>
          <cx:pt idx="11336">165.16999999999999</cx:pt>
          <cx:pt idx="11337">99.980000000000004</cx:pt>
          <cx:pt idx="11338">99.980000000000004</cx:pt>
          <cx:pt idx="11339">64.980000000000004</cx:pt>
          <cx:pt idx="11340">160.90000000000001</cx:pt>
          <cx:pt idx="11341">99.980000000000004</cx:pt>
          <cx:pt idx="11342">83.480000000000004</cx:pt>
          <cx:pt idx="11343">99.980000000000004</cx:pt>
          <cx:pt idx="11344">84.989999999999995</cx:pt>
          <cx:pt idx="11345">184.97</cx:pt>
          <cx:pt idx="11346">114.97</cx:pt>
          <cx:pt idx="11347">99.980000000000004</cx:pt>
          <cx:pt idx="11348">109.56</cx:pt>
          <cx:pt idx="11349">64.980000000000004</cx:pt>
          <cx:pt idx="11350">143.74000000000001</cx:pt>
          <cx:pt idx="11351">99.980000000000004</cx:pt>
          <cx:pt idx="11352">184.97</cx:pt>
          <cx:pt idx="11353">76.280000000000001</cx:pt>
          <cx:pt idx="11354">84.989999999999995</cx:pt>
          <cx:pt idx="11355">167.96000000000001</cx:pt>
          <cx:pt idx="11356">152.97</cx:pt>
          <cx:pt idx="11357">84.989999999999995</cx:pt>
          <cx:pt idx="11358">64.980000000000004</cx:pt>
          <cx:pt idx="11359">99.980000000000004</cx:pt>
          <cx:pt idx="11360">184.97</cx:pt>
          <cx:pt idx="11361">84.989999999999995</cx:pt>
          <cx:pt idx="11362">71.379999999999995</cx:pt>
          <cx:pt idx="11363">138.78</cx:pt>
          <cx:pt idx="11364">84.989999999999995</cx:pt>
          <cx:pt idx="11365">99.980000000000004</cx:pt>
          <cx:pt idx="11366">84.989999999999995</cx:pt>
          <cx:pt idx="11367">84.989999999999995</cx:pt>
          <cx:pt idx="11368">84.989999999999995</cx:pt>
          <cx:pt idx="11369">118.17</cx:pt>
          <cx:pt idx="11370">99.980000000000004</cx:pt>
          <cx:pt idx="11371">74.790000000000006</cx:pt>
          <cx:pt idx="11372">174.97</cx:pt>
          <cx:pt idx="11373">99.980000000000004</cx:pt>
          <cx:pt idx="11374">99.980000000000004</cx:pt>
          <cx:pt idx="11375">169.97999999999999</cx:pt>
          <cx:pt idx="11376">64.980000000000004</cx:pt>
          <cx:pt idx="11377">103.98</cx:pt>
          <cx:pt idx="11378">84.989999999999995</cx:pt>
          <cx:pt idx="11379">275.95999999999998</cx:pt>
          <cx:pt idx="11380">110.48</cx:pt>
          <cx:pt idx="11381">76.489999999999995</cx:pt>
          <cx:pt idx="11382">81.069999999999993</cx:pt>
          <cx:pt idx="11383">169.97999999999999</cx:pt>
          <cx:pt idx="11384">93.980000000000004</cx:pt>
          <cx:pt idx="11385">172.97</cx:pt>
          <cx:pt idx="11386">84.989999999999995</cx:pt>
          <cx:pt idx="11387">84.989999999999995</cx:pt>
          <cx:pt idx="11388">52.759999999999998</cx:pt>
          <cx:pt idx="11389">84.989999999999995</cx:pt>
          <cx:pt idx="11390">144.47999999999999</cx:pt>
          <cx:pt idx="11391">248.96000000000001</cx:pt>
          <cx:pt idx="11392">84.989999999999995</cx:pt>
          <cx:pt idx="11393">84.989999999999995</cx:pt>
          <cx:pt idx="11394">151.16</cx:pt>
          <cx:pt idx="11395">104.13</cx:pt>
          <cx:pt idx="11396">51.979999999999997</cx:pt>
          <cx:pt idx="11397">59.979999999999997</cx:pt>
          <cx:pt idx="11398">68.989999999999995</cx:pt>
          <cx:pt idx="11399">52.969999999999999</cx:pt>
          <cx:pt idx="11400">65.989999999999995</cx:pt>
          <cx:pt idx="11401">68.989999999999995</cx:pt>
          <cx:pt idx="11402">82.200000000000003</cx:pt>
          <cx:pt idx="11403">66.879999999999995</cx:pt>
          <cx:pt idx="11404">84.989999999999995</cx:pt>
          <cx:pt idx="11405">81.909999999999997</cx:pt>
          <cx:pt idx="11406">68.989999999999995</cx:pt>
          <cx:pt idx="11407">68.989999999999995</cx:pt>
          <cx:pt idx="11408">58.979999999999997</cx:pt>
          <cx:pt idx="11409">68.989999999999995</cx:pt>
          <cx:pt idx="11410">54.979999999999997</cx:pt>
          <cx:pt idx="11411">68.989999999999995</cx:pt>
          <cx:pt idx="11412">63.789999999999999</cx:pt>
          <cx:pt idx="11413">131.97999999999999</cx:pt>
          <cx:pt idx="11414">59.979999999999997</cx:pt>
          <cx:pt idx="11415">71.989999999999995</cx:pt>
          <cx:pt idx="11416">73.980000000000004</cx:pt>
          <cx:pt idx="11417">50.979999999999997</cx:pt>
          <cx:pt idx="11418">169.97999999999999</cx:pt>
          <cx:pt idx="11419">59.979999999999997</cx:pt>
          <cx:pt idx="11420">59.530000000000001</cx:pt>
          <cx:pt idx="11421">84.989999999999995</cx:pt>
          <cx:pt idx="11422">79.980000000000004</cx:pt>
          <cx:pt idx="11423">65.989999999999995</cx:pt>
          <cx:pt idx="11424">50.479999999999997</cx:pt>
          <cx:pt idx="11425">76.900000000000006</cx:pt>
          <cx:pt idx="11426">147.97</cx:pt>
          <cx:pt idx="11427">129.18000000000001</cx:pt>
          <cx:pt idx="11428">131.97999999999999</cx:pt>
          <cx:pt idx="11429">196.52000000000001</cx:pt>
          <cx:pt idx="11430">80.659999999999997</cx:pt>
          <cx:pt idx="11431">199.96000000000001</cx:pt>
          <cx:pt idx="11432">131.97999999999999</cx:pt>
          <cx:pt idx="11433">238.96000000000001</cx:pt>
          <cx:pt idx="11434">120.04000000000001</cx:pt>
          <cx:pt idx="11435">128.52000000000001</cx:pt>
          <cx:pt idx="11436">142.06999999999999</cx:pt>
          <cx:pt idx="11437">121.98</cx:pt>
          <cx:pt idx="11438">147.97</cx:pt>
          <cx:pt idx="11439">129.18000000000001</cx:pt>
          <cx:pt idx="11440">237.56</cx:pt>
          <cx:pt idx="11441">131.97999999999999</cx:pt>
          <cx:pt idx="11442">130.66</cx:pt>
          <cx:pt idx="11443">53.979999999999997</cx:pt>
          <cx:pt idx="11444">147.97</cx:pt>
          <cx:pt idx="11445">131.97999999999999</cx:pt>
          <cx:pt idx="11446">131.97999999999999</cx:pt>
          <cx:pt idx="11447">131.97999999999999</cx:pt>
          <cx:pt idx="11448">279.94999999999999</cx:pt>
          <cx:pt idx="11449">86.090000000000003</cx:pt>
          <cx:pt idx="11450">86.090000000000003</cx:pt>
          <cx:pt idx="11451">84.140000000000001</cx:pt>
          <cx:pt idx="11452">65.989999999999995</cx:pt>
          <cx:pt idx="11453">131.97999999999999</cx:pt>
          <cx:pt idx="11454">85.140000000000001</cx:pt>
          <cx:pt idx="11455">84.140000000000001</cx:pt>
          <cx:pt idx="11456">82.299999999999997</cx:pt>
          <cx:pt idx="11457">82.299999999999997</cx:pt>
          <cx:pt idx="11458">169.36000000000001</cx:pt>
          <cx:pt idx="11459">131.97999999999999</cx:pt>
          <cx:pt idx="11460">65.989999999999995</cx:pt>
          <cx:pt idx="11461">65.989999999999995</cx:pt>
          <cx:pt idx="11462">131.97999999999999</cx:pt>
          <cx:pt idx="11463">105.98</cx:pt>
          <cx:pt idx="11464">96.280000000000001</cx:pt>
          <cx:pt idx="11465">85.989999999999995</cx:pt>
          <cx:pt idx="11466">85.989999999999995</cx:pt>
          <cx:pt idx="11467">84.969999999999999</cx:pt>
          <cx:pt idx="11468">84.969999999999999</cx:pt>
          <cx:pt idx="11469">96.280000000000001</cx:pt>
          <cx:pt idx="11470">57.350000000000001</cx:pt>
          <cx:pt idx="11471">57.350000000000001</cx:pt>
          <cx:pt idx="11472">105.98</cx:pt>
          <cx:pt idx="11473">86.090000000000003</cx:pt>
          <cx:pt idx="11474">86.090000000000003</cx:pt>
          <cx:pt idx="11475">145.97999999999999</cx:pt>
          <cx:pt idx="11476">84.989999999999995</cx:pt>
          <cx:pt idx="11477">84.989999999999995</cx:pt>
          <cx:pt idx="11478">169.36000000000001</cx:pt>
          <cx:pt idx="11479">145.97999999999999</cx:pt>
          <cx:pt idx="11480">85.140000000000001</cx:pt>
          <cx:pt idx="11481">130.66</cx:pt>
          <cx:pt idx="11482">131.97999999999999</cx:pt>
          <cx:pt idx="11483">86.090000000000003</cx:pt>
          <cx:pt idx="11484">65.989999999999995</cx:pt>
          <cx:pt idx="11485">65.989999999999995</cx:pt>
          <cx:pt idx="11486">93.980000000000004</cx:pt>
          <cx:pt idx="11487">79.540000000000006</cx:pt>
          <cx:pt idx="11488">86.090000000000003</cx:pt>
          <cx:pt idx="11489">93.980000000000004</cx:pt>
          <cx:pt idx="11490">130.66</cx:pt>
          <cx:pt idx="11491">65.989999999999995</cx:pt>
          <cx:pt idx="11492">79.540000000000006</cx:pt>
          <cx:pt idx="11493">32.979999999999997</cx:pt>
          <cx:pt idx="11494">280.75</cx:pt>
          <cx:pt idx="11495">199.96000000000001</cx:pt>
          <cx:pt idx="11496">199.96000000000001</cx:pt>
          <cx:pt idx="11497">327.92000000000002</cx:pt>
          <cx:pt idx="11498">51.979999999999997</cx:pt>
          <cx:pt idx="11499">280.75</cx:pt>
          <cx:pt idx="11500">199.94</cx:pt>
          <cx:pt idx="11501">254.97</cx:pt>
          <cx:pt idx="11502">252.94999999999999</cx:pt>
          <cx:pt idx="11503">252.94999999999999</cx:pt>
          <cx:pt idx="11504">254.97</cx:pt>
          <cx:pt idx="11505">131.97999999999999</cx:pt>
          <cx:pt idx="11506">169.97999999999999</cx:pt>
          <cx:pt idx="11507">199.94</cx:pt>
          <cx:pt idx="11508">32.979999999999997</cx:pt>
          <cx:pt idx="11509">169.97999999999999</cx:pt>
          <cx:pt idx="11510">169.97999999999999</cx:pt>
          <cx:pt idx="11511">51.979999999999997</cx:pt>
          <cx:pt idx="11512">79.980000000000004</cx:pt>
          <cx:pt idx="11513">327.92000000000002</cx:pt>
          <cx:pt idx="11514">169.97999999999999</cx:pt>
          <cx:pt idx="11515">79.980000000000004</cx:pt>
          <cx:pt idx="11516">131.97999999999999</cx:pt>
          <cx:pt idx="11517">291.95999999999998</cx:pt>
          <cx:pt idx="11518">169.97999999999999</cx:pt>
          <cx:pt idx="11519">291.95999999999998</cx:pt>
          <cx:pt idx="11520">169.97999999999999</cx:pt>
          <cx:pt idx="11521">182.97</cx:pt>
          <cx:pt idx="11522">239.97</cx:pt>
          <cx:pt idx="11523">182.97</cx:pt>
          <cx:pt idx="11524">168.33000000000001</cx:pt>
          <cx:pt idx="11525">239.97</cx:pt>
          <cx:pt idx="11526">157.97</cx:pt>
          <cx:pt idx="11527">169.97999999999999</cx:pt>
          <cx:pt idx="11528">254.97</cx:pt>
          <cx:pt idx="11529">69.989999999999995</cx:pt>
          <cx:pt idx="11530">74.950000000000003</cx:pt>
          <cx:pt idx="11531">269.95999999999998</cx:pt>
          <cx:pt idx="11532">268.93000000000001</cx:pt>
          <cx:pt idx="11533">69.989999999999995</cx:pt>
          <cx:pt idx="11534">269.95999999999998</cx:pt>
          <cx:pt idx="11535">185.96000000000001</cx:pt>
          <cx:pt idx="11536">325.69999999999999</cx:pt>
          <cx:pt idx="11537">82.159999999999997</cx:pt>
          <cx:pt idx="11538">65.989999999999995</cx:pt>
          <cx:pt idx="11539">65.989999999999995</cx:pt>
          <cx:pt idx="11540">65.989999999999995</cx:pt>
          <cx:pt idx="11541">50.630000000000003</cx:pt>
          <cx:pt idx="11542">65.989999999999995</cx:pt>
          <cx:pt idx="11543">131.97999999999999</cx:pt>
          <cx:pt idx="11544">65.989999999999995</cx:pt>
          <cx:pt idx="11545">84.140000000000001</cx:pt>
          <cx:pt idx="11546">-50.630000000000003</cx:pt>
          <cx:pt idx="11547">84.140000000000001</cx:pt>
          <cx:pt idx="11548">65.989999999999995</cx:pt>
          <cx:pt idx="11549">84.989999999999995</cx:pt>
          <cx:pt idx="11550">64.010000000000005</cx:pt>
          <cx:pt idx="11551">84.989999999999995</cx:pt>
          <cx:pt idx="11552">84.989999999999995</cx:pt>
          <cx:pt idx="11553">84.140000000000001</cx:pt>
          <cx:pt idx="11554">84.989999999999995</cx:pt>
          <cx:pt idx="11555">65.989999999999995</cx:pt>
          <cx:pt idx="11556">78.980000000000004</cx:pt>
          <cx:pt idx="11557">61.109999999999999</cx:pt>
          <cx:pt idx="11558">83.290000000000006</cx:pt>
          <cx:pt idx="11559">87.709999999999994</cx:pt>
          <cx:pt idx="11560">147.59999999999999</cx:pt>
          <cx:pt idx="11561">146.86000000000001</cx:pt>
          <cx:pt idx="11562">122.19</cx:pt>
          <cx:pt idx="11563">79.819999999999993</cx:pt>
          <cx:pt idx="11564">122.19</cx:pt>
          <cx:pt idx="11565">147.59999999999999</cx:pt>
          <cx:pt idx="11566">73.799999999999997</cx:pt>
          <cx:pt idx="11567">73.060000000000002</cx:pt>
          <cx:pt idx="11568">122.19</cx:pt>
          <cx:pt idx="11569">84.819999999999993</cx:pt>
          <cx:pt idx="11570">72.930000000000007</cx:pt>
          <cx:pt idx="11571">72.890000000000001</cx:pt>
          <cx:pt idx="11572">153.65000000000001</cx:pt>
          <cx:pt idx="11573">72.319999999999993</cx:pt>
          <cx:pt idx="11574">175.15000000000001</cx:pt>
          <cx:pt idx="11575">134.28999999999999</cx:pt>
          <cx:pt idx="11576">87.099999999999994</cx:pt>
          <cx:pt idx="11577">307.94</cx:pt>
          <cx:pt idx="11578">389.94999999999999</cx:pt>
          <cx:pt idx="11579">292.94999999999999</cx:pt>
          <cx:pt idx="11580">339.95999999999998</cx:pt>
          <cx:pt idx="11581">426.89999999999998</cx:pt>
          <cx:pt idx="11582">297.33999999999997</cx:pt>
          <cx:pt idx="11583">458.73000000000002</cx:pt>
          <cx:pt idx="11584">458.94999999999999</cx:pt>
          <cx:pt idx="11585">256.45999999999998</cx:pt>
          <cx:pt idx="11586">254.97</cx:pt>
          <cx:pt idx="11587">254.97</cx:pt>
          <cx:pt idx="11588">287.44</cx:pt>
          <cx:pt idx="11589">229.47</cx:pt>
          <cx:pt idx="11590">199.09</cx:pt>
          <cx:pt idx="11591">159.69999999999999</cx:pt>
          <cx:pt idx="11592">157.55000000000001</cx:pt>
          <cx:pt idx="11593">189.34</cx:pt>
          <cx:pt idx="11594">131.62</cx:pt>
          <cx:pt idx="11595">181.08000000000001</cx:pt>
          <cx:pt idx="11596">187.83000000000001</cx:pt>
          <cx:pt idx="11597">159.69999999999999</cx:pt>
          <cx:pt idx="11598">151.71000000000001</cx:pt>
          <cx:pt idx="11599">159.69999999999999</cx:pt>
          <cx:pt idx="11600">159.69999999999999</cx:pt>
          <cx:pt idx="11601">159.69999999999999</cx:pt>
          <cx:pt idx="11602">132.36000000000001</cx:pt>
          <cx:pt idx="11603">159.69999999999999</cx:pt>
          <cx:pt idx="11604">395.94</cx:pt>
          <cx:pt idx="11605">424.94999999999999</cx:pt>
          <cx:pt idx="11606">424.94999999999999</cx:pt>
          <cx:pt idx="11607">352.36000000000001</cx:pt>
          <cx:pt idx="11608">567.39999999999998</cx:pt>
          <cx:pt idx="11609">426.44999999999999</cx:pt>
          <cx:pt idx="11610">152.97</cx:pt>
          <cx:pt idx="11611">199.96000000000001</cx:pt>
          <cx:pt idx="11612">219.97</cx:pt>
          <cx:pt idx="11613">254.97</cx:pt>
          <cx:pt idx="11614">206.96000000000001</cx:pt>
          <cx:pt idx="11615">247.96000000000001</cx:pt>
          <cx:pt idx="11616">209.97</cx:pt>
          <cx:pt idx="11617">159.97999999999999</cx:pt>
          <cx:pt idx="11618">254.97</cx:pt>
          <cx:pt idx="11619">254.97</cx:pt>
          <cx:pt idx="11620">171.97</cx:pt>
          <cx:pt idx="11621">185.96000000000001</cx:pt>
          <cx:pt idx="11622">237.94999999999999</cx:pt>
          <cx:pt idx="11623">169.97999999999999</cx:pt>
          <cx:pt idx="11624">169.97999999999999</cx:pt>
          <cx:pt idx="11625">254.97</cx:pt>
          <cx:pt idx="11626">229.97</cx:pt>
          <cx:pt idx="11627">254.97</cx:pt>
          <cx:pt idx="11628">105.98</cx:pt>
          <cx:pt idx="11629">254.97</cx:pt>
          <cx:pt idx="11630">254.97</cx:pt>
          <cx:pt idx="11631">132.97999999999999</cx:pt>
          <cx:pt idx="11632">159.69999999999999</cx:pt>
          <cx:pt idx="11633">215.27000000000001</cx:pt>
          <cx:pt idx="11634">159.69999999999999</cx:pt>
          <cx:pt idx="11635">147.59999999999999</cx:pt>
          <cx:pt idx="11636">239.53999999999999</cx:pt>
          <cx:pt idx="11637">159.69999999999999</cx:pt>
          <cx:pt idx="11638">205.65000000000001</cx:pt>
          <cx:pt idx="11639">147.59999999999999</cx:pt>
          <cx:pt idx="11640">239.53999999999999</cx:pt>
          <cx:pt idx="11641">159.69999999999999</cx:pt>
          <cx:pt idx="11642">263.36000000000001</cx:pt>
          <cx:pt idx="11643">258.68000000000001</cx:pt>
          <cx:pt idx="11644">293.94</cx:pt>
          <cx:pt idx="11645">263.95999999999998</cx:pt>
          <cx:pt idx="11646">307.00999999999999</cx:pt>
          <cx:pt idx="11647">185.69999999999999</cx:pt>
          <cx:pt idx="11648">323.94</cx:pt>
          <cx:pt idx="11649">260.87</cx:pt>
          <cx:pt idx="11650">263.95999999999998</cx:pt>
          <cx:pt idx="11651">263.95999999999998</cx:pt>
          <cx:pt idx="11652">159.96000000000001</cx:pt>
          <cx:pt idx="11653">199.96000000000001</cx:pt>
          <cx:pt idx="11654">199.96000000000001</cx:pt>
          <cx:pt idx="11655">192.90000000000001</cx:pt>
          <cx:pt idx="11656">214.94999999999999</cx:pt>
          <cx:pt idx="11657">199.96000000000001</cx:pt>
          <cx:pt idx="11658">199.96000000000001</cx:pt>
          <cx:pt idx="11659">159.96000000000001</cx:pt>
          <cx:pt idx="11660">134.94999999999999</cx:pt>
          <cx:pt idx="11661">199.96000000000001</cx:pt>
          <cx:pt idx="11662">199.96000000000001</cx:pt>
          <cx:pt idx="11663">197.97</cx:pt>
          <cx:pt idx="11664">339.95999999999998</cx:pt>
          <cx:pt idx="11665">113.31</cx:pt>
          <cx:pt idx="11666">509.94</cx:pt>
          <cx:pt idx="11667">439.94</cx:pt>
          <cx:pt idx="11668">484.94</cx:pt>
          <cx:pt idx="11669">238.96000000000001</cx:pt>
          <cx:pt idx="11670">39.479999999999997</cx:pt>
          <cx:pt idx="11671">32.799999999999997</cx:pt>
          <cx:pt idx="11672">159.69999999999999</cx:pt>
          <cx:pt idx="11673">140.34</cx:pt>
          <cx:pt idx="11674">257.68000000000001</cx:pt>
          <cx:pt idx="11675">177.83000000000001</cx:pt>
          <cx:pt idx="11676">216.75999999999999</cx:pt>
          <cx:pt idx="11677">160.88999999999999</cx:pt>
          <cx:pt idx="11678">139.11000000000001</cx:pt>
          <cx:pt idx="11679">258.88</cx:pt>
          <cx:pt idx="11680">208.06999999999999</cx:pt>
          <cx:pt idx="11681">147.59999999999999</cx:pt>
          <cx:pt idx="11682">130.47999999999999</cx:pt>
          <cx:pt idx="11683">169.97999999999999</cx:pt>
          <cx:pt idx="11684">161.27000000000001</cx:pt>
          <cx:pt idx="11685">178.56999999999999</cx:pt>
          <cx:pt idx="11686">165.36000000000001</cx:pt>
          <cx:pt idx="11687">84.989999999999995</cx:pt>
          <cx:pt idx="11688">96.980000000000004</cx:pt>
          <cx:pt idx="11689">84.989999999999995</cx:pt>
          <cx:pt idx="11690">84.989999999999995</cx:pt>
          <cx:pt idx="11691">206.97</cx:pt>
          <cx:pt idx="11692">181.97</cx:pt>
          <cx:pt idx="11693">171.97</cx:pt>
          <cx:pt idx="11694">131.97999999999999</cx:pt>
          <cx:pt idx="11695">-1.95</cx:pt>
          <cx:pt idx="11696">84.989999999999995</cx:pt>
          <cx:pt idx="11697">150.18000000000001</cx:pt>
          <cx:pt idx="11698">84.989999999999995</cx:pt>
          <cx:pt idx="11699">24.23</cx:pt>
          <cx:pt idx="11700">172.97</cx:pt>
          <cx:pt idx="11701">199.96000000000001</cx:pt>
          <cx:pt idx="11702">169.97999999999999</cx:pt>
          <cx:pt idx="11703">85.969999999999999</cx:pt>
          <cx:pt idx="11704">155.96000000000001</cx:pt>
          <cx:pt idx="11705">175.94999999999999</cx:pt>
          <cx:pt idx="11706">139.97</cx:pt>
          <cx:pt idx="11707">151.97</cx:pt>
          <cx:pt idx="11708">64.980000000000004</cx:pt>
          <cx:pt idx="11709">109.97</cx:pt>
          <cx:pt idx="11710">117.97</cx:pt>
          <cx:pt idx="11711">131.97999999999999</cx:pt>
          <cx:pt idx="11712">131.97999999999999</cx:pt>
          <cx:pt idx="11713">99.969999999999999</cx:pt>
          <cx:pt idx="11714">64.980000000000004</cx:pt>
          <cx:pt idx="11715">99.969999999999999</cx:pt>
          <cx:pt idx="11716">179.96000000000001</cx:pt>
          <cx:pt idx="11717">179.94999999999999</cx:pt>
          <cx:pt idx="11718">81.980000000000004</cx:pt>
          <cx:pt idx="11719">85.980000000000004</cx:pt>
          <cx:pt idx="11720">70.980000000000004</cx:pt>
          <cx:pt idx="11721">251.94999999999999</cx:pt>
          <cx:pt idx="11722">232.96000000000001</cx:pt>
          <cx:pt idx="11723">151.97</cx:pt>
          <cx:pt idx="11724">85.980000000000004</cx:pt>
          <cx:pt idx="11725">232.96000000000001</cx:pt>
          <cx:pt idx="11726">65.989999999999995</cx:pt>
          <cx:pt idx="11727">155.96000000000001</cx:pt>
          <cx:pt idx="11728">109.97</cx:pt>
          <cx:pt idx="11729">79.980000000000004</cx:pt>
          <cx:pt idx="11730">79.980000000000004</cx:pt>
          <cx:pt idx="11731">93.969999999999999</cx:pt>
          <cx:pt idx="11732">59.979999999999997</cx:pt>
          <cx:pt idx="11733">59.979999999999997</cx:pt>
          <cx:pt idx="11734">133.97</cx:pt>
          <cx:pt idx="11735">133.97</cx:pt>
          <cx:pt idx="11736">179.96000000000001</cx:pt>
          <cx:pt idx="11737">167.96000000000001</cx:pt>
          <cx:pt idx="11738">131.97999999999999</cx:pt>
          <cx:pt idx="11739">167.96000000000001</cx:pt>
          <cx:pt idx="11740">151.97</cx:pt>
          <cx:pt idx="11741">81.980000000000004</cx:pt>
          <cx:pt idx="11742">144.97</cx:pt>
          <cx:pt idx="11743">251.94999999999999</cx:pt>
          <cx:pt idx="11744">65.989999999999995</cx:pt>
          <cx:pt idx="11745">175.94999999999999</cx:pt>
          <cx:pt idx="11746">139.97</cx:pt>
          <cx:pt idx="11747">131.97999999999999</cx:pt>
          <cx:pt idx="11748">70.980000000000004</cx:pt>
          <cx:pt idx="11749">131.97999999999999</cx:pt>
          <cx:pt idx="11750">151.97</cx:pt>
          <cx:pt idx="11751">131.97999999999999</cx:pt>
          <cx:pt idx="11752">117.97</cx:pt>
          <cx:pt idx="11753">144.97</cx:pt>
          <cx:pt idx="11754">93.969999999999999</cx:pt>
          <cx:pt idx="11755">179.94999999999999</cx:pt>
          <cx:pt idx="11756">85.969999999999999</cx:pt>
          <cx:pt idx="11757">238.96000000000001</cx:pt>
          <cx:pt idx="11758">339.95999999999998</cx:pt>
          <cx:pt idx="11759">339.95999999999998</cx:pt>
          <cx:pt idx="11760">263.95999999999998</cx:pt>
          <cx:pt idx="11761">263.95999999999998</cx:pt>
          <cx:pt idx="11762">339.95999999999998</cx:pt>
          <cx:pt idx="11763">339.95999999999998</cx:pt>
          <cx:pt idx="11764">339.95999999999998</cx:pt>
          <cx:pt idx="11765">339.95999999999998</cx:pt>
          <cx:pt idx="11766">339.95999999999998</cx:pt>
          <cx:pt idx="11767">339.95999999999998</cx:pt>
          <cx:pt idx="11768">153.88999999999999</cx:pt>
          <cx:pt idx="11769">339.95999999999998</cx:pt>
          <cx:pt idx="11770">339.95999999999998</cx:pt>
          <cx:pt idx="11771">131.97999999999999</cx:pt>
          <cx:pt idx="11772">197.97</cx:pt>
          <cx:pt idx="11773">197.97</cx:pt>
          <cx:pt idx="11774">172.97</cx:pt>
          <cx:pt idx="11775">131.97999999999999</cx:pt>
          <cx:pt idx="11776">197.97</cx:pt>
          <cx:pt idx="11777">131.97999999999999</cx:pt>
          <cx:pt idx="11778">184.97</cx:pt>
          <cx:pt idx="11779">129.80000000000001</cx:pt>
          <cx:pt idx="11780">146.97</cx:pt>
          <cx:pt idx="11781">146.97</cx:pt>
          <cx:pt idx="11782">160.86000000000001</cx:pt>
          <cx:pt idx="11783">197.97</cx:pt>
          <cx:pt idx="11784">169.97999999999999</cx:pt>
          <cx:pt idx="11785">197.97</cx:pt>
          <cx:pt idx="11786">551.91999999999996</cx:pt>
          <cx:pt idx="11787">329.94999999999999</cx:pt>
          <cx:pt idx="11788">423.92000000000002</cx:pt>
          <cx:pt idx="11789">184.96000000000001</cx:pt>
          <cx:pt idx="11790">339.95999999999998</cx:pt>
          <cx:pt idx="11791">369.94</cx:pt>
          <cx:pt idx="11792">263.95999999999998</cx:pt>
          <cx:pt idx="11793">263.95999999999998</cx:pt>
          <cx:pt idx="11794">394.19999999999999</cx:pt>
          <cx:pt idx="11795">187.96000000000001</cx:pt>
          <cx:pt idx="11796">148.96000000000001</cx:pt>
          <cx:pt idx="11797">136.94999999999999</cx:pt>
          <cx:pt idx="11798">148.96000000000001</cx:pt>
          <cx:pt idx="11799">136.94999999999999</cx:pt>
          <cx:pt idx="11800">187.96000000000001</cx:pt>
          <cx:pt idx="11801">214.96000000000001</cx:pt>
          <cx:pt idx="11802">131.97999999999999</cx:pt>
          <cx:pt idx="11803">131.97999999999999</cx:pt>
          <cx:pt idx="11804">271.69999999999999</cx:pt>
          <cx:pt idx="11805">131.88999999999999</cx:pt>
          <cx:pt idx="11806">134.97999999999999</cx:pt>
          <cx:pt idx="11807">131.88999999999999</cx:pt>
          <cx:pt idx="11808">134.97999999999999</cx:pt>
          <cx:pt idx="11809">156.43000000000001</cx:pt>
          <cx:pt idx="11810">271.69999999999999</cx:pt>
          <cx:pt idx="11811">293.94999999999999</cx:pt>
          <cx:pt idx="11812">156.43000000000001</cx:pt>
          <cx:pt idx="11813">293.94999999999999</cx:pt>
          <cx:pt idx="11814">254.97</cx:pt>
          <cx:pt idx="11815">197.97</cx:pt>
          <cx:pt idx="11816">197.97</cx:pt>
          <cx:pt idx="11817">254.97</cx:pt>
          <cx:pt idx="11818">84.989999999999995</cx:pt>
          <cx:pt idx="11819">84.989999999999995</cx:pt>
          <cx:pt idx="11820">171.97</cx:pt>
          <cx:pt idx="11821">214.96000000000001</cx:pt>
          <cx:pt idx="11822">171.97</cx:pt>
          <cx:pt idx="11823">350.42000000000002</cx:pt>
          <cx:pt idx="11824">232.96000000000001</cx:pt>
          <cx:pt idx="11825">114.45999999999999</cx:pt>
          <cx:pt idx="11826">200.66</cx:pt>
          <cx:pt idx="11827">304.44</cx:pt>
          <cx:pt idx="11828">285.44999999999999</cx:pt>
          <cx:pt idx="11829">138.34</cx:pt>
          <cx:pt idx="11830">241.94999999999999</cx:pt>
          <cx:pt idx="11831">251.31999999999999</cx:pt>
          <cx:pt idx="11832">157.97</cx:pt>
          <cx:pt idx="11833">104.06</cx:pt>
          <cx:pt idx="11834">179.44</cx:pt>
          <cx:pt idx="11835">262.63</cx:pt>
          <cx:pt idx="11836">98.510000000000005</cx:pt>
          <cx:pt idx="11837">245.46000000000001</cx:pt>
          <cx:pt idx="11838">121.98</cx:pt>
          <cx:pt idx="11839">56.969999999999999</cx:pt>
          <cx:pt idx="11840">56.539999999999999</cx:pt>
          <cx:pt idx="11841">169.97999999999999</cx:pt>
          <cx:pt idx="11842">169.97999999999999</cx:pt>
          <cx:pt idx="11843">169.97999999999999</cx:pt>
          <cx:pt idx="11844">188.97</cx:pt>
          <cx:pt idx="11845">169.97999999999999</cx:pt>
          <cx:pt idx="11846">121.98</cx:pt>
          <cx:pt idx="11847">71.980000000000004</cx:pt>
          <cx:pt idx="11848">169.97999999999999</cx:pt>
          <cx:pt idx="11849">131.97999999999999</cx:pt>
          <cx:pt idx="11850">169.97999999999999</cx:pt>
          <cx:pt idx="11851">169.97999999999999</cx:pt>
          <cx:pt idx="11852">188.97</cx:pt>
          <cx:pt idx="11853">65.989999999999995</cx:pt>
          <cx:pt idx="11854">169.97999999999999</cx:pt>
          <cx:pt idx="11855">169.97999999999999</cx:pt>
          <cx:pt idx="11856">161.47999999999999</cx:pt>
          <cx:pt idx="11857">169.97999999999999</cx:pt>
          <cx:pt idx="11858">169.97999999999999</cx:pt>
          <cx:pt idx="11859">65.989999999999995</cx:pt>
          <cx:pt idx="11860">137.81</cx:pt>
          <cx:pt idx="11861">84.989999999999995</cx:pt>
          <cx:pt idx="11862">169.97999999999999</cx:pt>
          <cx:pt idx="11863">198.16</cx:pt>
          <cx:pt idx="11864">188.97</cx:pt>
          <cx:pt idx="11865">84.989999999999995</cx:pt>
          <cx:pt idx="11866">169.97999999999999</cx:pt>
          <cx:pt idx="11867">84.989999999999995</cx:pt>
          <cx:pt idx="11868">79.969999999999999</cx:pt>
          <cx:pt idx="11869">131.97999999999999</cx:pt>
          <cx:pt idx="11870">131.97999999999999</cx:pt>
          <cx:pt idx="11871">125.23999999999999</cx:pt>
          <cx:pt idx="11872">129.34</cx:pt>
          <cx:pt idx="11873">131.97999999999999</cx:pt>
          <cx:pt idx="11874">131.97999999999999</cx:pt>
          <cx:pt idx="11875">121.98</cx:pt>
          <cx:pt idx="11876">131.97999999999999</cx:pt>
          <cx:pt idx="11877">131.97999999999999</cx:pt>
          <cx:pt idx="11878">131.97999999999999</cx:pt>
          <cx:pt idx="11879">109.61</cx:pt>
          <cx:pt idx="11880">131.97999999999999</cx:pt>
          <cx:pt idx="11881">131.97999999999999</cx:pt>
          <cx:pt idx="11882">128.02000000000001</cx:pt>
          <cx:pt idx="11883">145.97</cx:pt>
          <cx:pt idx="11884">131.97999999999999</cx:pt>
          <cx:pt idx="11885">131.97999999999999</cx:pt>
          <cx:pt idx="11886">101.48</cx:pt>
          <cx:pt idx="11887">119.95999999999999</cx:pt>
          <cx:pt idx="11888">131.97999999999999</cx:pt>
          <cx:pt idx="11889">118.78</cx:pt>
          <cx:pt idx="11890">131.97999999999999</cx:pt>
          <cx:pt idx="11891">131.97999999999999</cx:pt>
          <cx:pt idx="11892">131.97999999999999</cx:pt>
          <cx:pt idx="11893">131.97999999999999</cx:pt>
          <cx:pt idx="11894">125.56</cx:pt>
          <cx:pt idx="11895">131.97999999999999</cx:pt>
          <cx:pt idx="11896">131.97999999999999</cx:pt>
          <cx:pt idx="11897">140.69</cx:pt>
          <cx:pt idx="11898">131.97999999999999</cx:pt>
          <cx:pt idx="11899">120.09999999999999</cx:pt>
          <cx:pt idx="11900">121.98</cx:pt>
          <cx:pt idx="11901">131.97999999999999</cx:pt>
          <cx:pt idx="11902">131.97999999999999</cx:pt>
          <cx:pt idx="11903">254.97</cx:pt>
          <cx:pt idx="11904">180.99000000000001</cx:pt>
          <cx:pt idx="11905">168.15000000000001</cx:pt>
          <cx:pt idx="11906">162.66999999999999</cx:pt>
          <cx:pt idx="11907">171.91</cx:pt>
          <cx:pt idx="11908">300.00999999999999</cx:pt>
          <cx:pt idx="11909">97.159999999999997</cx:pt>
          <cx:pt idx="11910">222.16999999999999</cx:pt>
          <cx:pt idx="11911">194.91</cx:pt>
          <cx:pt idx="11912">197.97</cx:pt>
          <cx:pt idx="11913">206.97</cx:pt>
          <cx:pt idx="11914">130.38</cx:pt>
          <cx:pt idx="11915">137.97999999999999</cx:pt>
          <cx:pt idx="11916">157.97</cx:pt>
          <cx:pt idx="11917">179.97</cx:pt>
          <cx:pt idx="11918">207.94</cx:pt>
          <cx:pt idx="11919">138.75999999999999</cx:pt>
          <cx:pt idx="11920">179.52000000000001</cx:pt>
          <cx:pt idx="11921">144.18000000000001</cx:pt>
          <cx:pt idx="11922">172.97</cx:pt>
          <cx:pt idx="11923">131.97999999999999</cx:pt>
          <cx:pt idx="11924">118.78</cx:pt>
          <cx:pt idx="11925">169.97999999999999</cx:pt>
          <cx:pt idx="11926">170.96000000000001</cx:pt>
          <cx:pt idx="11927">137.97999999999999</cx:pt>
          <cx:pt idx="11928">169.97999999999999</cx:pt>
          <cx:pt idx="11929">172.96000000000001</cx:pt>
          <cx:pt idx="11930">151.96000000000001</cx:pt>
          <cx:pt idx="11931">169.97999999999999</cx:pt>
          <cx:pt idx="11932">137.97999999999999</cx:pt>
          <cx:pt idx="11933">145.97999999999999</cx:pt>
          <cx:pt idx="11934">169.97999999999999</cx:pt>
          <cx:pt idx="11935">165.34999999999999</cx:pt>
          <cx:pt idx="11936">153.97999999999999</cx:pt>
          <cx:pt idx="11937">345.66000000000003</cx:pt>
          <cx:pt idx="11938">325.93000000000001</cx:pt>
          <cx:pt idx="11939">114.97</cx:pt>
          <cx:pt idx="11940">164.97999999999999</cx:pt>
          <cx:pt idx="11941">187.94999999999999</cx:pt>
          <cx:pt idx="11942">164.97999999999999</cx:pt>
          <cx:pt idx="11943">323.94999999999999</cx:pt>
          <cx:pt idx="11944">268.94</cx:pt>
          <cx:pt idx="11945">244.97</cx:pt>
          <cx:pt idx="11946">238.94</cx:pt>
          <cx:pt idx="11947">216.96000000000001</cx:pt>
          <cx:pt idx="11948">148.44999999999999</cx:pt>
          <cx:pt idx="11949">302.95999999999998</cx:pt>
          <cx:pt idx="11950">329.95999999999998</cx:pt>
          <cx:pt idx="11951">164.97999999999999</cx:pt>
          <cx:pt idx="11952">270.94</cx:pt>
          <cx:pt idx="11953">314.12</cx:pt>
          <cx:pt idx="11954">329.95999999999998</cx:pt>
          <cx:pt idx="11955">184.94999999999999</cx:pt>
          <cx:pt idx="11956">51.960000000000001</cx:pt>
          <cx:pt idx="11957">51.960000000000001</cx:pt>
          <cx:pt idx="11958">62.969999999999999</cx:pt>
          <cx:pt idx="11959">75.959999999999994</cx:pt>
          <cx:pt idx="11960">74.450000000000003</cx:pt>
          <cx:pt idx="11961">51.439999999999998</cx:pt>
          <cx:pt idx="11962">51.960000000000001</cx:pt>
          <cx:pt idx="11963">50.289999999999999</cx:pt>
          <cx:pt idx="11964">51.439999999999998</cx:pt>
          <cx:pt idx="11965">51.960000000000001</cx:pt>
          <cx:pt idx="11966">51.960000000000001</cx:pt>
          <cx:pt idx="11967">51.960000000000001</cx:pt>
          <cx:pt idx="11968">50.920000000000002</cx:pt>
          <cx:pt idx="11969">106.95999999999999</cx:pt>
          <cx:pt idx="11970">72.409999999999997</cx:pt>
          <cx:pt idx="11971">75.980000000000004</cx:pt>
          <cx:pt idx="11972">65.989999999999995</cx:pt>
          <cx:pt idx="11973">64.409999999999997</cx:pt>
          <cx:pt idx="11974">65.989999999999995</cx:pt>
          <cx:pt idx="11975">69.969999999999999</cx:pt>
          <cx:pt idx="11976">85.980000000000004</cx:pt>
          <cx:pt idx="11977">65.989999999999995</cx:pt>
          <cx:pt idx="11978">75.980000000000004</cx:pt>
          <cx:pt idx="11979">69.980000000000004</cx:pt>
          <cx:pt idx="11980">65.989999999999995</cx:pt>
          <cx:pt idx="11981">65.989999999999995</cx:pt>
          <cx:pt idx="11982">95.969999999999999</cx:pt>
          <cx:pt idx="11983">73.799999999999997</cx:pt>
          <cx:pt idx="11984">85.980000000000004</cx:pt>
          <cx:pt idx="11985">75.980000000000004</cx:pt>
          <cx:pt idx="11986">75.980000000000004</cx:pt>
          <cx:pt idx="11987">75.980000000000004</cx:pt>
          <cx:pt idx="11988">75.980000000000004</cx:pt>
          <cx:pt idx="11989">78.75</cx:pt>
          <cx:pt idx="11990">81.980000000000004</cx:pt>
          <cx:pt idx="11991">75.980000000000004</cx:pt>
          <cx:pt idx="11992">166.96000000000001</cx:pt>
          <cx:pt idx="11993">85.969999999999999</cx:pt>
          <cx:pt idx="11994">56.759999999999998</cx:pt>
          <cx:pt idx="11995">50.479999999999997</cx:pt>
          <cx:pt idx="11996">54.990000000000002</cx:pt>
          <cx:pt idx="11997">124.97</cx:pt>
          <cx:pt idx="11998">84.989999999999995</cx:pt>
          <cx:pt idx="11999">169.97999999999999</cx:pt>
          <cx:pt idx="12000">53.350000000000001</cx:pt>
          <cx:pt idx="12001">169.97999999999999</cx:pt>
          <cx:pt idx="12002">62.969999999999999</cx:pt>
          <cx:pt idx="12003">54.990000000000002</cx:pt>
          <cx:pt idx="12004">150.18000000000001</cx:pt>
          <cx:pt idx="12005">65.189999999999998</cx:pt>
          <cx:pt idx="12006">70.989999999999995</cx:pt>
          <cx:pt idx="12007">99.980000000000004</cx:pt>
          <cx:pt idx="12008">70.989999999999995</cx:pt>
          <cx:pt idx="12009">79.959999999999994</cx:pt>
          <cx:pt idx="12010">54.990000000000002</cx:pt>
          <cx:pt idx="12011">234.44999999999999</cx:pt>
          <cx:pt idx="12012">107.97</cx:pt>
          <cx:pt idx="12013">137.97999999999999</cx:pt>
          <cx:pt idx="12014">0</cx:pt>
          <cx:pt idx="12015">99.980000000000004</cx:pt>
          <cx:pt idx="12016">72.989999999999995</cx:pt>
          <cx:pt idx="12017">89.980000000000004</cx:pt>
          <cx:pt idx="12018">52.990000000000002</cx:pt>
          <cx:pt idx="12019">24.920000000000002</cx:pt>
          <cx:pt idx="12020">89.980000000000004</cx:pt>
          <cx:pt idx="12021">58.990000000000002</cx:pt>
          <cx:pt idx="12022">199.96000000000001</cx:pt>
          <cx:pt idx="12023">177.97</cx:pt>
          <cx:pt idx="12024">58.640000000000001</cx:pt>
          <cx:pt idx="12025">68.989999999999995</cx:pt>
          <cx:pt idx="12026">65.189999999999998</cx:pt>
          <cx:pt idx="12027">65.989999999999995</cx:pt>
          <cx:pt idx="12028">50.990000000000002</cx:pt>
          <cx:pt idx="12029">54.990000000000002</cx:pt>
          <cx:pt idx="12030">65.189999999999998</cx:pt>
          <cx:pt idx="12031">71.989999999999995</cx:pt>
          <cx:pt idx="12032">134.97999999999999</cx:pt>
          <cx:pt idx="12033">118.53</cx:pt>
          <cx:pt idx="12034">114.52</cx:pt>
          <cx:pt idx="12035">151.21000000000001</cx:pt>
          <cx:pt idx="12036">155.62</cx:pt>
          <cx:pt idx="12037">93.379999999999995</cx:pt>
          <cx:pt idx="12038">84.680000000000007</cx:pt>
          <cx:pt idx="12039">159.69999999999999</cx:pt>
          <cx:pt idx="12040">223.80000000000001</cx:pt>
          <cx:pt idx="12041">128.24000000000001</cx:pt>
          <cx:pt idx="12042">120.97</cx:pt>
          <cx:pt idx="12043">128.24000000000001</cx:pt>
          <cx:pt idx="12044">134.97999999999999</cx:pt>
          <cx:pt idx="12045">128.24000000000001</cx:pt>
          <cx:pt idx="12046">155.68000000000001</cx:pt>
          <cx:pt idx="12047">128.24000000000001</cx:pt>
          <cx:pt idx="12048">159.69999999999999</cx:pt>
          <cx:pt idx="12049">131.84999999999999</cx:pt>
          <cx:pt idx="12050">90.959999999999994</cx:pt>
          <cx:pt idx="12051">159.69999999999999</cx:pt>
          <cx:pt idx="12052">159.69999999999999</cx:pt>
          <cx:pt idx="12053">122.22</cx:pt>
          <cx:pt idx="12054">96.780000000000001</cx:pt>
          <cx:pt idx="12055">84.969999999999999</cx:pt>
          <cx:pt idx="12056">89.969999999999999</cx:pt>
          <cx:pt idx="12057">89.969999999999999</cx:pt>
          <cx:pt idx="12058">84.969999999999999</cx:pt>
          <cx:pt idx="12059">59.979999999999997</cx:pt>
          <cx:pt idx="12060">365.92000000000002</cx:pt>
          <cx:pt idx="12061">225.81</cx:pt>
          <cx:pt idx="12062">12.99</cx:pt>
          <cx:pt idx="12063">257.93000000000001</cx:pt>
          <cx:pt idx="12064">74.969999999999999</cx:pt>
          <cx:pt idx="12065">335.64999999999998</cx:pt>
          <cx:pt idx="12066">169.97999999999999</cx:pt>
          <cx:pt idx="12067">84.859999999999999</cx:pt>
          <cx:pt idx="12068">139.12</cx:pt>
          <cx:pt idx="12069">94.969999999999999</cx:pt>
          <cx:pt idx="12070">80.980000000000004</cx:pt>
          <cx:pt idx="12071">114.56999999999999</cx:pt>
          <cx:pt idx="12072">84.969999999999999</cx:pt>
          <cx:pt idx="12073">65.989999999999995</cx:pt>
          <cx:pt idx="12074">80.980000000000004</cx:pt>
          <cx:pt idx="12075">80.980000000000004</cx:pt>
          <cx:pt idx="12076">145.97</cx:pt>
          <cx:pt idx="12077">145.97</cx:pt>
          <cx:pt idx="12078">80.980000000000004</cx:pt>
          <cx:pt idx="12079">146.97</cx:pt>
          <cx:pt idx="12080">99.980000000000004</cx:pt>
          <cx:pt idx="12081">112.18000000000001</cx:pt>
          <cx:pt idx="12082">79.980000000000004</cx:pt>
          <cx:pt idx="12083">103.26000000000001</cx:pt>
          <cx:pt idx="12084">79.980000000000004</cx:pt>
          <cx:pt idx="12085">131.97999999999999</cx:pt>
          <cx:pt idx="12086">195.55000000000001</cx:pt>
          <cx:pt idx="12087">65.989999999999995</cx:pt>
          <cx:pt idx="12088">173.36000000000001</cx:pt>
          <cx:pt idx="12089">80.980000000000004</cx:pt>
          <cx:pt idx="12090">82.349999999999994</cx:pt>
          <cx:pt idx="12091">131.97999999999999</cx:pt>
          <cx:pt idx="12092">307.92000000000002</cx:pt>
          <cx:pt idx="12093">275.94</cx:pt>
          <cx:pt idx="12094">319.95999999999998</cx:pt>
          <cx:pt idx="12095">84.989999999999995</cx:pt>
          <cx:pt idx="12096">327.92000000000002</cx:pt>
          <cx:pt idx="12097">127.95999999999999</cx:pt>
          <cx:pt idx="12098">153.96000000000001</cx:pt>
          <cx:pt idx="12099">159.97999999999999</cx:pt>
          <cx:pt idx="12100">159.97999999999999</cx:pt>
          <cx:pt idx="12101">108.95999999999999</cx:pt>
          <cx:pt idx="12102">319.95999999999998</cx:pt>
          <cx:pt idx="12103">323.91000000000003</cx:pt>
          <cx:pt idx="12104">399.94999999999999</cx:pt>
          <cx:pt idx="12105">289.24000000000001</cx:pt>
          <cx:pt idx="12106">214.94999999999999</cx:pt>
          <cx:pt idx="12107">57.950000000000003</cx:pt>
          <cx:pt idx="12108">96</cx:pt>
          <cx:pt idx="12109">169.97999999999999</cx:pt>
          <cx:pt idx="12110">54.969999999999999</cx:pt>
          <cx:pt idx="12111">169.97999999999999</cx:pt>
          <cx:pt idx="12112">71.969999999999999</cx:pt>
          <cx:pt idx="12113">60.979999999999997</cx:pt>
          <cx:pt idx="12114">60.420000000000002</cx:pt>
          <cx:pt idx="12115">169.97999999999999</cx:pt>
          <cx:pt idx="12116">56.960000000000001</cx:pt>
          <cx:pt idx="12117">17.879999999999999</cx:pt>
          <cx:pt idx="12118">120.97</cx:pt>
          <cx:pt idx="12119">84.989999999999995</cx:pt>
          <cx:pt idx="12120">164.75999999999999</cx:pt>
          <cx:pt idx="12121">169.97999999999999</cx:pt>
          <cx:pt idx="12122">181.96000000000001</cx:pt>
          <cx:pt idx="12123">58.960000000000001</cx:pt>
          <cx:pt idx="12124">84.989999999999995</cx:pt>
          <cx:pt idx="12125">230.96000000000001</cx:pt>
          <cx:pt idx="12126">84.989999999999995</cx:pt>
          <cx:pt idx="12127">169.97999999999999</cx:pt>
          <cx:pt idx="12128">99.980000000000004</cx:pt>
          <cx:pt idx="12129">169.97999999999999</cx:pt>
          <cx:pt idx="12130">269.95999999999998</cx:pt>
          <cx:pt idx="12131">57.950000000000003</cx:pt>
          <cx:pt idx="12132">134.97999999999999</cx:pt>
          <cx:pt idx="12133">169.97999999999999</cx:pt>
          <cx:pt idx="12134">79.980000000000004</cx:pt>
          <cx:pt idx="12135">219.97</cx:pt>
          <cx:pt idx="12136">219.97</cx:pt>
          <cx:pt idx="12137">57.960000000000001</cx:pt>
          <cx:pt idx="12138">169.97999999999999</cx:pt>
          <cx:pt idx="12139">134.97999999999999</cx:pt>
          <cx:pt idx="12140">56.950000000000003</cx:pt>
          <cx:pt idx="12141">169.97999999999999</cx:pt>
          <cx:pt idx="12142">70.969999999999999</cx:pt>
          <cx:pt idx="12143">179.09</cx:pt>
          <cx:pt idx="12144">240.96000000000001</cx:pt>
          <cx:pt idx="12145">197.97</cx:pt>
          <cx:pt idx="12146">263.95999999999998</cx:pt>
          <cx:pt idx="12147">145.97</cx:pt>
          <cx:pt idx="12148">197.97</cx:pt>
          <cx:pt idx="12149">304.94999999999999</cx:pt>
          <cx:pt idx="12150">197.97</cx:pt>
          <cx:pt idx="12151">197.97</cx:pt>
          <cx:pt idx="12152">97.849999999999994</cx:pt>
          <cx:pt idx="12153">145.97</cx:pt>
          <cx:pt idx="12154">80.980000000000004</cx:pt>
          <cx:pt idx="12155">75.980000000000004</cx:pt>
          <cx:pt idx="12156">145.97</cx:pt>
          <cx:pt idx="12157">161.96000000000001</cx:pt>
          <cx:pt idx="12158">95.969999999999999</cx:pt>
          <cx:pt idx="12159">131.97999999999999</cx:pt>
          <cx:pt idx="12160">95.969999999999999</cx:pt>
          <cx:pt idx="12161">80.980000000000004</cx:pt>
          <cx:pt idx="12162">105.98</cx:pt>
          <cx:pt idx="12163">80.980000000000004</cx:pt>
          <cx:pt idx="12164">131.97999999999999</cx:pt>
          <cx:pt idx="12165">79.920000000000002</cx:pt>
          <cx:pt idx="12166">84.989999999999995</cx:pt>
          <cx:pt idx="12167">131.97999999999999</cx:pt>
          <cx:pt idx="12168">119.26000000000001</cx:pt>
          <cx:pt idx="12169">112.18000000000001</cx:pt>
          <cx:pt idx="12170">64.590000000000003</cx:pt>
          <cx:pt idx="12171">131.97999999999999</cx:pt>
          <cx:pt idx="12172">65.989999999999995</cx:pt>
          <cx:pt idx="12173">105.98</cx:pt>
          <cx:pt idx="12174">175.94999999999999</cx:pt>
          <cx:pt idx="12175">100.31999999999999</cx:pt>
          <cx:pt idx="12176">-1.3</cx:pt>
          <cx:pt idx="12177">136.87</cx:pt>
          <cx:pt idx="12178">182.19999999999999</cx:pt>
          <cx:pt idx="12179">169.97999999999999</cx:pt>
          <cx:pt idx="12180">228.27000000000001</cx:pt>
          <cx:pt idx="12181">59.390000000000001</cx:pt>
          <cx:pt idx="12182">221.96000000000001</cx:pt>
          <cx:pt idx="12183">100.42</cx:pt>
          <cx:pt idx="12184">65.989999999999995</cx:pt>
          <cx:pt idx="12185">184.97</cx:pt>
          <cx:pt idx="12186">163.63999999999999</cx:pt>
          <cx:pt idx="12187">169.97999999999999</cx:pt>
          <cx:pt idx="12188">221.96000000000001</cx:pt>
          <cx:pt idx="12189">99.980000000000004</cx:pt>
          <cx:pt idx="12190">51.289999999999999</cx:pt>
          <cx:pt idx="12191">74.379999999999995</cx:pt>
          <cx:pt idx="12192">83.290000000000006</cx:pt>
          <cx:pt idx="12193">169.97999999999999</cx:pt>
          <cx:pt idx="12194">162.93000000000001</cx:pt>
          <cx:pt idx="12195">159.97999999999999</cx:pt>
          <cx:pt idx="12196">169.97999999999999</cx:pt>
          <cx:pt idx="12197">169.97999999999999</cx:pt>
          <cx:pt idx="12198">73.079999999999998</cx:pt>
          <cx:pt idx="12199">169.97999999999999</cx:pt>
          <cx:pt idx="12200">131.97999999999999</cx:pt>
          <cx:pt idx="12201">131.97999999999999</cx:pt>
          <cx:pt idx="12202">84.980000000000004</cx:pt>
          <cx:pt idx="12203">203.96000000000001</cx:pt>
          <cx:pt idx="12204">179.96000000000001</cx:pt>
          <cx:pt idx="12205">169.97999999999999</cx:pt>
          <cx:pt idx="12206">137.97999999999999</cx:pt>
          <cx:pt idx="12207">169.97999999999999</cx:pt>
          <cx:pt idx="12208">84.980000000000004</cx:pt>
          <cx:pt idx="12209">137.97999999999999</cx:pt>
          <cx:pt idx="12210">84.989999999999995</cx:pt>
          <cx:pt idx="12211">121.98</cx:pt>
          <cx:pt idx="12212">169.97999999999999</cx:pt>
          <cx:pt idx="12213">169.97999999999999</cx:pt>
          <cx:pt idx="12214">65.989999999999995</cx:pt>
          <cx:pt idx="12215">131.97999999999999</cx:pt>
          <cx:pt idx="12216">119.97</cx:pt>
          <cx:pt idx="12217">79.980000000000004</cx:pt>
          <cx:pt idx="12218">79.980000000000004</cx:pt>
          <cx:pt idx="12219">163.38</cx:pt>
          <cx:pt idx="12220">84.989999999999995</cx:pt>
          <cx:pt idx="12221">169.97999999999999</cx:pt>
          <cx:pt idx="12222">149.97</cx:pt>
          <cx:pt idx="12223">146.50999999999999</cx:pt>
          <cx:pt idx="12224">137.97999999999999</cx:pt>
          <cx:pt idx="12225">169.97999999999999</cx:pt>
          <cx:pt idx="12226">131.97999999999999</cx:pt>
          <cx:pt idx="12227">169.97999999999999</cx:pt>
          <cx:pt idx="12228">169.97999999999999</cx:pt>
          <cx:pt idx="12229">412.57999999999998</cx:pt>
          <cx:pt idx="12230">316.75</cx:pt>
          <cx:pt idx="12231">147.62</cx:pt>
          <cx:pt idx="12232">85.980000000000004</cx:pt>
          <cx:pt idx="12233">84.989999999999995</cx:pt>
          <cx:pt idx="12234">133.49000000000001</cx:pt>
          <cx:pt idx="12235">134.13</cx:pt>
          <cx:pt idx="12236">114.73</cx:pt>
          <cx:pt idx="12237">58.259999999999998</cx:pt>
          <cx:pt idx="12238">78.760000000000005</cx:pt>
          <cx:pt idx="12239">105.98</cx:pt>
          <cx:pt idx="12240">134.97999999999999</cx:pt>
          <cx:pt idx="12241">130.97999999999999</cx:pt>
          <cx:pt idx="12242">78.640000000000001</cx:pt>
          <cx:pt idx="12243">72.239999999999995</cx:pt>
          <cx:pt idx="12244">98.629999999999995</cx:pt>
          <cx:pt idx="12245">112.47</cx:pt>
          <cx:pt idx="12246">169.97999999999999</cx:pt>
          <cx:pt idx="12247">79.359999999999999</cx:pt>
          <cx:pt idx="12248">84.989999999999995</cx:pt>
          <cx:pt idx="12249">163.77000000000001</cx:pt>
          <cx:pt idx="12250">83.640000000000001</cx:pt>
          <cx:pt idx="12251">134.13</cx:pt>
          <cx:pt idx="12252">64.129999999999995</cx:pt>
          <cx:pt idx="12253">131.97999999999999</cx:pt>
          <cx:pt idx="12254">145.65000000000001</cx:pt>
          <cx:pt idx="12255">142.05000000000001</cx:pt>
          <cx:pt idx="12256">129.34</cx:pt>
          <cx:pt idx="12257">136.97</cx:pt>
          <cx:pt idx="12258">129.59999999999999</cx:pt>
          <cx:pt idx="12259">172.97</cx:pt>
          <cx:pt idx="12260">102.64</cx:pt>
          <cx:pt idx="12261">131.97999999999999</cx:pt>
          <cx:pt idx="12262">361.94</cx:pt>
          <cx:pt idx="12263">339.95999999999998</cx:pt>
          <cx:pt idx="12264">389.94999999999999</cx:pt>
          <cx:pt idx="12265">389.94999999999999</cx:pt>
          <cx:pt idx="12266">339.95999999999998</cx:pt>
          <cx:pt idx="12267">323.92000000000002</cx:pt>
          <cx:pt idx="12268">361.94</cx:pt>
          <cx:pt idx="12269">486.69999999999999</cx:pt>
          <cx:pt idx="12270">486.69999999999999</cx:pt>
          <cx:pt idx="12271">323.92000000000002</cx:pt>
          <cx:pt idx="12272">333.95999999999998</cx:pt>
          <cx:pt idx="12273">325.94999999999999</cx:pt>
          <cx:pt idx="12274">159.97999999999999</cx:pt>
          <cx:pt idx="12275">113.97</cx:pt>
          <cx:pt idx="12276">254.97</cx:pt>
          <cx:pt idx="12277">187.97</cx:pt>
          <cx:pt idx="12278">132.25999999999999</cx:pt>
          <cx:pt idx="12279">139.96000000000001</cx:pt>
          <cx:pt idx="12280">169.97999999999999</cx:pt>
          <cx:pt idx="12281">169.97999999999999</cx:pt>
          <cx:pt idx="12282">115.97</cx:pt>
          <cx:pt idx="12283">79.980000000000004</cx:pt>
          <cx:pt idx="12284">339.95999999999998</cx:pt>
          <cx:pt idx="12285">125.95999999999999</cx:pt>
          <cx:pt idx="12286">254.97</cx:pt>
          <cx:pt idx="12287">169.97999999999999</cx:pt>
          <cx:pt idx="12288">169.97999999999999</cx:pt>
          <cx:pt idx="12289">155.97999999999999</cx:pt>
          <cx:pt idx="12290">254.97</cx:pt>
          <cx:pt idx="12291">272.95999999999998</cx:pt>
          <cx:pt idx="12292">413.93000000000001</cx:pt>
          <cx:pt idx="12293">169.97999999999999</cx:pt>
          <cx:pt idx="12294">109.98</cx:pt>
          <cx:pt idx="12295">118.95999999999999</cx:pt>
          <cx:pt idx="12296">130.38</cx:pt>
          <cx:pt idx="12297">111.48</cx:pt>
          <cx:pt idx="12298">164.97</cx:pt>
          <cx:pt idx="12299">98.980000000000004</cx:pt>
          <cx:pt idx="12300">123.09</cx:pt>
          <cx:pt idx="12301">137.72999999999999</cx:pt>
          <cx:pt idx="12302">169.97999999999999</cx:pt>
          <cx:pt idx="12303">83.280000000000001</cx:pt>
          <cx:pt idx="12304">108.97</cx:pt>
          <cx:pt idx="12305">44.990000000000002</cx:pt>
          <cx:pt idx="12306">119.97</cx:pt>
          <cx:pt idx="12307">159.97999999999999</cx:pt>
          <cx:pt idx="12308">90.480000000000004</cx:pt>
          <cx:pt idx="12309">89.980000000000004</cx:pt>
          <cx:pt idx="12310">94.980000000000004</cx:pt>
          <cx:pt idx="12311">153.96000000000001</cx:pt>
          <cx:pt idx="12312">109.98</cx:pt>
          <cx:pt idx="12313">94.980000000000004</cx:pt>
          <cx:pt idx="12314">74.980000000000004</cx:pt>
          <cx:pt idx="12315">106.45999999999999</cx:pt>
          <cx:pt idx="12316">182.46000000000001</cx:pt>
          <cx:pt idx="12317">169.97999999999999</cx:pt>
          <cx:pt idx="12318">89.980000000000004</cx:pt>
          <cx:pt idx="12319">339.95999999999998</cx:pt>
          <cx:pt idx="12320">479.14999999999998</cx:pt>
          <cx:pt idx="12321">129.28</cx:pt>
          <cx:pt idx="12322">115.98</cx:pt>
          <cx:pt idx="12323">85.480000000000004</cx:pt>
          <cx:pt idx="12324">131.97999999999999</cx:pt>
          <cx:pt idx="12325">90.230000000000004</cx:pt>
          <cx:pt idx="12326">147.83000000000001</cx:pt>
          <cx:pt idx="12327">131.97999999999999</cx:pt>
          <cx:pt idx="12328">254.97</cx:pt>
          <cx:pt idx="12329">94.980000000000004</cx:pt>
          <cx:pt idx="12330">110.98</cx:pt>
          <cx:pt idx="12331">65.989999999999995</cx:pt>
          <cx:pt idx="12332">131.97999999999999</cx:pt>
          <cx:pt idx="12333">84.989999999999995</cx:pt>
          <cx:pt idx="12334">62.689999999999998</cx:pt>
          <cx:pt idx="12335">83.129999999999995</cx:pt>
          <cx:pt idx="12336">98.340000000000003</cx:pt>
          <cx:pt idx="12337">65.989999999999995</cx:pt>
          <cx:pt idx="12338">84.989999999999995</cx:pt>
          <cx:pt idx="12339">65.989999999999995</cx:pt>
          <cx:pt idx="12340">65.989999999999995</cx:pt>
          <cx:pt idx="12341">84.989999999999995</cx:pt>
          <cx:pt idx="12342">65.989999999999995</cx:pt>
          <cx:pt idx="12343">84.140000000000001</cx:pt>
          <cx:pt idx="12344">65.989999999999995</cx:pt>
          <cx:pt idx="12345">65.989999999999995</cx:pt>
          <cx:pt idx="12346">83.980000000000004</cx:pt>
          <cx:pt idx="12347">84.989999999999995</cx:pt>
          <cx:pt idx="12348">100.98</cx:pt>
          <cx:pt idx="12349">65.989999999999995</cx:pt>
          <cx:pt idx="12350">65.989999999999995</cx:pt>
          <cx:pt idx="12351">61.869999999999997</cx:pt>
          <cx:pt idx="12352">65.989999999999995</cx:pt>
          <cx:pt idx="12353">81.980000000000004</cx:pt>
          <cx:pt idx="12354">128.84</cx:pt>
          <cx:pt idx="12355">81.980000000000004</cx:pt>
          <cx:pt idx="12356">65.989999999999995</cx:pt>
          <cx:pt idx="12357">223.12</cx:pt>
          <cx:pt idx="12358">71.969999999999999</cx:pt>
          <cx:pt idx="12359">206.94999999999999</cx:pt>
          <cx:pt idx="12360">201.13</cx:pt>
          <cx:pt idx="12361">269.91000000000003</cx:pt>
          <cx:pt idx="12362">95.980000000000004</cx:pt>
          <cx:pt idx="12363">50.979999999999997</cx:pt>
          <cx:pt idx="12364">236.94</cx:pt>
          <cx:pt idx="12365">184.97</cx:pt>
          <cx:pt idx="12366">240.96000000000001</cx:pt>
          <cx:pt idx="12367">258.95999999999998</cx:pt>
          <cx:pt idx="12368">215.37</cx:pt>
          <cx:pt idx="12369">265.95999999999998</cx:pt>
          <cx:pt idx="12370">180.97</cx:pt>
          <cx:pt idx="12371">95.980000000000004</cx:pt>
          <cx:pt idx="12372">276.94999999999999</cx:pt>
          <cx:pt idx="12373">265.95999999999998</cx:pt>
          <cx:pt idx="12374">241.94999999999999</cx:pt>
          <cx:pt idx="12375">64.980000000000004</cx:pt>
          <cx:pt idx="12376">145.97</cx:pt>
          <cx:pt idx="12377">92.980000000000004</cx:pt>
          <cx:pt idx="12378">191.96000000000001</cx:pt>
          <cx:pt idx="12379">54.979999999999997</cx:pt>
          <cx:pt idx="12380">131.97999999999999</cx:pt>
          <cx:pt idx="12381">131.97999999999999</cx:pt>
          <cx:pt idx="12382">118.78</cx:pt>
          <cx:pt idx="12383">131.97999999999999</cx:pt>
          <cx:pt idx="12384">104.36</cx:pt>
          <cx:pt idx="12385">131.97999999999999</cx:pt>
          <cx:pt idx="12386">121.98</cx:pt>
          <cx:pt idx="12387">131.97999999999999</cx:pt>
          <cx:pt idx="12388">94.969999999999999</cx:pt>
          <cx:pt idx="12389">115.38</cx:pt>
          <cx:pt idx="12390">65.989999999999995</cx:pt>
          <cx:pt idx="12391">171.97</cx:pt>
          <cx:pt idx="12392">74.950000000000003</cx:pt>
          <cx:pt idx="12393">131.97999999999999</cx:pt>
          <cx:pt idx="12394">131.97999999999999</cx:pt>
          <cx:pt idx="12395">131.97999999999999</cx:pt>
          <cx:pt idx="12396">131.97999999999999</cx:pt>
          <cx:pt idx="12397">82.489999999999995</cx:pt>
          <cx:pt idx="12398">131.97999999999999</cx:pt>
          <cx:pt idx="12399">105.98</cx:pt>
          <cx:pt idx="12400">67.980000000000004</cx:pt>
          <cx:pt idx="12401">65.989999999999995</cx:pt>
          <cx:pt idx="12402">131.97999999999999</cx:pt>
          <cx:pt idx="12403">131.97999999999999</cx:pt>
          <cx:pt idx="12404">146.97</cx:pt>
          <cx:pt idx="12405">65.989999999999995</cx:pt>
          <cx:pt idx="12406">131.97999999999999</cx:pt>
          <cx:pt idx="12407">175.97</cx:pt>
          <cx:pt idx="12408">159.97999999999999</cx:pt>
          <cx:pt idx="12409">183.96000000000001</cx:pt>
          <cx:pt idx="12410">183.96000000000001</cx:pt>
          <cx:pt idx="12411">141.97</cx:pt>
          <cx:pt idx="12412">79.989999999999995</cx:pt>
          <cx:pt idx="12413">129.97999999999999</cx:pt>
          <cx:pt idx="12414">81.579999999999998</cx:pt>
          <cx:pt idx="12415">79.989999999999995</cx:pt>
          <cx:pt idx="12416">121.98</cx:pt>
          <cx:pt idx="12417">79.989999999999995</cx:pt>
          <cx:pt idx="12418">133.97</cx:pt>
          <cx:pt idx="12419">95.170000000000002</cx:pt>
          <cx:pt idx="12420">79.989999999999995</cx:pt>
          <cx:pt idx="12421">117.89</cx:pt>
          <cx:pt idx="12422">135.96000000000001</cx:pt>
          <cx:pt idx="12423">79.989999999999995</cx:pt>
          <cx:pt idx="12424">120.76000000000001</cx:pt>
          <cx:pt idx="12425">239.97</cx:pt>
          <cx:pt idx="12426">65.989999999999995</cx:pt>
          <cx:pt idx="12427">140.34</cx:pt>
          <cx:pt idx="12428">159.69999999999999</cx:pt>
          <cx:pt idx="12429">140.34</cx:pt>
          <cx:pt idx="12430">195.97999999999999</cx:pt>
          <cx:pt idx="12431">225.24000000000001</cx:pt>
          <cx:pt idx="12432">159.69999999999999</cx:pt>
          <cx:pt idx="12433">120.98</cx:pt>
          <cx:pt idx="12434">159.69999999999999</cx:pt>
          <cx:pt idx="12435">179.03999999999999</cx:pt>
          <cx:pt idx="12436">209.28999999999999</cx:pt>
          <cx:pt idx="12437">147.59999999999999</cx:pt>
          <cx:pt idx="12438">185.11000000000001</cx:pt>
          <cx:pt idx="12439">159.69999999999999</cx:pt>
          <cx:pt idx="12440">161.13999999999999</cx:pt>
          <cx:pt idx="12441">179.03999999999999</cx:pt>
          <cx:pt idx="12442">159.69999999999999</cx:pt>
          <cx:pt idx="12443">182.66999999999999</cx:pt>
          <cx:pt idx="12444">159.69999999999999</cx:pt>
          <cx:pt idx="12445">159.69999999999999</cx:pt>
          <cx:pt idx="12446">159.69999999999999</cx:pt>
          <cx:pt idx="12447">120.98</cx:pt>
          <cx:pt idx="12448">146.13</cx:pt>
          <cx:pt idx="12449">159.69999999999999</cx:pt>
          <cx:pt idx="12450">107.20999999999999</cx:pt>
          <cx:pt idx="12451">159.69999999999999</cx:pt>
          <cx:pt idx="12452">159.69999999999999</cx:pt>
          <cx:pt idx="12453">120.66</cx:pt>
          <cx:pt idx="12454">159.69999999999999</cx:pt>
          <cx:pt idx="12455">153.09</cx:pt>
          <cx:pt idx="12456">159.69999999999999</cx:pt>
          <cx:pt idx="12457">193.55000000000001</cx:pt>
          <cx:pt idx="12458">123.40000000000001</cx:pt>
          <cx:pt idx="12459">153.62</cx:pt>
          <cx:pt idx="12460">147.59999999999999</cx:pt>
          <cx:pt idx="12461">159.69999999999999</cx:pt>
          <cx:pt idx="12462">122.14</cx:pt>
          <cx:pt idx="12463">143.25</cx:pt>
          <cx:pt idx="12464">168.18000000000001</cx:pt>
          <cx:pt idx="12465">180.06999999999999</cx:pt>
          <cx:pt idx="12466">152.43000000000001</cx:pt>
          <cx:pt idx="12467">189.02000000000001</cx:pt>
          <cx:pt idx="12468">168.28</cx:pt>
          <cx:pt idx="12469">158.53</cx:pt>
          <cx:pt idx="12470">128.06</cx:pt>
          <cx:pt idx="12471">179.97</cx:pt>
          <cx:pt idx="12472">459.91000000000003</cx:pt>
          <cx:pt idx="12473">182.93000000000001</cx:pt>
          <cx:pt idx="12474">89.980000000000004</cx:pt>
          <cx:pt idx="12475">145.97</cx:pt>
          <cx:pt idx="12476">231.09</cx:pt>
          <cx:pt idx="12477">308.69</cx:pt>
          <cx:pt idx="12478">239.97</cx:pt>
          <cx:pt idx="12479">239.97</cx:pt>
          <cx:pt idx="12480">165.53</cx:pt>
          <cx:pt idx="12481">239.97</cx:pt>
          <cx:pt idx="12482">181.16999999999999</cx:pt>
          <cx:pt idx="12483">157.97</cx:pt>
          <cx:pt idx="12484">155.52000000000001</cx:pt>
          <cx:pt idx="12485">233.61000000000001</cx:pt>
          <cx:pt idx="12486">239.97</cx:pt>
          <cx:pt idx="12487">99.980000000000004</cx:pt>
          <cx:pt idx="12488">105.98</cx:pt>
          <cx:pt idx="12489">159.97999999999999</cx:pt>
          <cx:pt idx="12490">184.97</cx:pt>
          <cx:pt idx="12491">99.980000000000004</cx:pt>
          <cx:pt idx="12492">176.56999999999999</cx:pt>
          <cx:pt idx="12493">184.97</cx:pt>
          <cx:pt idx="12494">76.689999999999998</cx:pt>
          <cx:pt idx="12495">114.98</cx:pt>
          <cx:pt idx="12496">80.980000000000004</cx:pt>
          <cx:pt idx="12497">120.97</cx:pt>
          <cx:pt idx="12498">75.900000000000006</cx:pt>
          <cx:pt idx="12499">184.97</cx:pt>
          <cx:pt idx="12500">99.980000000000004</cx:pt>
          <cx:pt idx="12501">133.77000000000001</cx:pt>
          <cx:pt idx="12502">179.12</cx:pt>
          <cx:pt idx="12503">79.959999999999994</cx:pt>
          <cx:pt idx="12504">121.98</cx:pt>
          <cx:pt idx="12505">111.98</cx:pt>
          <cx:pt idx="12506">121.98</cx:pt>
          <cx:pt idx="12507">121.98</cx:pt>
          <cx:pt idx="12508">121.98</cx:pt>
          <cx:pt idx="12509">141.97</cx:pt>
          <cx:pt idx="12510">121.98</cx:pt>
          <cx:pt idx="12511">149.96000000000001</cx:pt>
          <cx:pt idx="12512">145.75999999999999</cx:pt>
          <cx:pt idx="12513">121.98</cx:pt>
          <cx:pt idx="12514">157.96000000000001</cx:pt>
          <cx:pt idx="12515">121.98</cx:pt>
          <cx:pt idx="12516">137.97</cx:pt>
          <cx:pt idx="12517">111.98</cx:pt>
          <cx:pt idx="12518">95.980000000000004</cx:pt>
          <cx:pt idx="12519">164.96000000000001</cx:pt>
          <cx:pt idx="12520">161.96000000000001</cx:pt>
          <cx:pt idx="12521">304.94999999999999</cx:pt>
          <cx:pt idx="12522">404.94999999999999</cx:pt>
          <cx:pt idx="12523">399.94999999999999</cx:pt>
          <cx:pt idx="12524">304.94999999999999</cx:pt>
          <cx:pt idx="12525">72.5</cx:pt>
          <cx:pt idx="12526">123.93000000000001</cx:pt>
          <cx:pt idx="12527">68.980000000000004</cx:pt>
          <cx:pt idx="12528">109.95</cx:pt>
          <cx:pt idx="12529">98.969999999999999</cx:pt>
          <cx:pt idx="12530">107.94</cx:pt>
          <cx:pt idx="12531">104.95</cx:pt>
          <cx:pt idx="12532">79.980000000000004</cx:pt>
          <cx:pt idx="12533">111.11</cx:pt>
          <cx:pt idx="12534">29.489999999999998</cx:pt>
          <cx:pt idx="12535">179.91</cx:pt>
          <cx:pt idx="12536">122.93000000000001</cx:pt>
          <cx:pt idx="12537">86.950000000000003</cx:pt>
          <cx:pt idx="12538">71.959999999999994</cx:pt>
          <cx:pt idx="12539">175.90000000000001</cx:pt>
          <cx:pt idx="12540">141.91999999999999</cx:pt>
          <cx:pt idx="12541">70.969999999999999</cx:pt>
          <cx:pt idx="12542">87.969999999999999</cx:pt>
          <cx:pt idx="12543">109.28</cx:pt>
          <cx:pt idx="12544">156.91</cx:pt>
          <cx:pt idx="12545">114.97</cx:pt>
          <cx:pt idx="12546">89.980000000000004</cx:pt>
          <cx:pt idx="12547">84.980000000000004</cx:pt>
          <cx:pt idx="12548">117.94</cx:pt>
          <cx:pt idx="12549">125.89</cx:pt>
          <cx:pt idx="12550">120.93000000000001</cx:pt>
          <cx:pt idx="12551">61.689999999999998</cx:pt>
          <cx:pt idx="12552">107.95999999999999</cx:pt>
          <cx:pt idx="12553">48.289999999999999</cx:pt>
          <cx:pt idx="12554">112.97</cx:pt>
          <cx:pt idx="12555">129.93000000000001</cx:pt>
          <cx:pt idx="12556">79.980000000000004</cx:pt>
          <cx:pt idx="12557">114.97</cx:pt>
          <cx:pt idx="12558">139.93000000000001</cx:pt>
          <cx:pt idx="12559">109.34999999999999</cx:pt>
          <cx:pt idx="12560">149.44</cx:pt>
          <cx:pt idx="12561">150.13999999999999</cx:pt>
          <cx:pt idx="12562">110.81</cx:pt>
          <cx:pt idx="12563">159.25</cx:pt>
          <cx:pt idx="12564">72.239999999999995</cx:pt>
          <cx:pt idx="12565">130.96000000000001</cx:pt>
          <cx:pt idx="12566">16.07</cx:pt>
          <cx:pt idx="12567">187.15000000000001</cx:pt>
          <cx:pt idx="12568">114.20999999999999</cx:pt>
          <cx:pt idx="12569">191.96000000000001</cx:pt>
          <cx:pt idx="12570">73.760000000000005</cx:pt>
          <cx:pt idx="12571">94.969999999999999</cx:pt>
          <cx:pt idx="12572">416.91000000000003</cx:pt>
          <cx:pt idx="12573">55.68</cx:pt>
          <cx:pt idx="12574">99.980000000000004</cx:pt>
          <cx:pt idx="12575">68.989999999999995</cx:pt>
          <cx:pt idx="12576">89.980000000000004</cx:pt>
          <cx:pt idx="12577">338.56</cx:pt>
          <cx:pt idx="12578">338.56</cx:pt>
          <cx:pt idx="12579">338.56</cx:pt>
          <cx:pt idx="12580">338.56</cx:pt>
          <cx:pt idx="12581">314.36000000000001</cx:pt>
          <cx:pt idx="12582">338.56</cx:pt>
          <cx:pt idx="12583">338.56</cx:pt>
          <cx:pt idx="12584">314.36000000000001</cx:pt>
          <cx:pt idx="12585">120.95</cx:pt>
          <cx:pt idx="12586">344.60000000000002</cx:pt>
          <cx:pt idx="12587">314.36000000000001</cx:pt>
          <cx:pt idx="12588">314.36000000000001</cx:pt>
          <cx:pt idx="12589">124.95</cx:pt>
          <cx:pt idx="12590">84.989999999999995</cx:pt>
          <cx:pt idx="12591">59.979999999999997</cx:pt>
          <cx:pt idx="12592">179.94</cx:pt>
          <cx:pt idx="12593">54.630000000000003</cx:pt>
          <cx:pt idx="12594">231.88999999999999</cx:pt>
          <cx:pt idx="12595">200.41999999999999</cx:pt>
          <cx:pt idx="12596">89.969999999999999</cx:pt>
          <cx:pt idx="12597">200.56</cx:pt>
          <cx:pt idx="12598">121.97</cx:pt>
          <cx:pt idx="12599">114.97</cx:pt>
          <cx:pt idx="12600">209.93000000000001</cx:pt>
          <cx:pt idx="12601">229.91999999999999</cx:pt>
          <cx:pt idx="12602">269.91000000000003</cx:pt>
          <cx:pt idx="12603">209.93000000000001</cx:pt>
          <cx:pt idx="12604">119.95999999999999</cx:pt>
          <cx:pt idx="12605">207.44</cx:pt>
          <cx:pt idx="12606">199.91999999999999</cx:pt>
          <cx:pt idx="12607">289.91000000000003</cx:pt>
          <cx:pt idx="12608">172.97</cx:pt>
          <cx:pt idx="12609">197.97</cx:pt>
          <cx:pt idx="12610">254.97</cx:pt>
          <cx:pt idx="12611">197.97</cx:pt>
          <cx:pt idx="12612">169.97999999999999</cx:pt>
          <cx:pt idx="12613">84.989999999999995</cx:pt>
          <cx:pt idx="12614">197.97</cx:pt>
          <cx:pt idx="12615">229.97</cx:pt>
          <cx:pt idx="12616">169.97999999999999</cx:pt>
          <cx:pt idx="12617">-84.989999999999995</cx:pt>
          <cx:pt idx="12618">254.97</cx:pt>
          <cx:pt idx="12619">169.97999999999999</cx:pt>
          <cx:pt idx="12620">169.97999999999999</cx:pt>
          <cx:pt idx="12621">169.97999999999999</cx:pt>
          <cx:pt idx="12622">172.97</cx:pt>
          <cx:pt idx="12623">197.97</cx:pt>
          <cx:pt idx="12624">254.97</cx:pt>
          <cx:pt idx="12625">254.97</cx:pt>
          <cx:pt idx="12626">169.97999999999999</cx:pt>
          <cx:pt idx="12627">254.97</cx:pt>
          <cx:pt idx="12628">254.97</cx:pt>
          <cx:pt idx="12629">339.95999999999998</cx:pt>
          <cx:pt idx="12630">223.56</cx:pt>
          <cx:pt idx="12631">52.549999999999997</cx:pt>
          <cx:pt idx="12632">319.38999999999999</cx:pt>
          <cx:pt idx="12633">199.78</cx:pt>
          <cx:pt idx="12634">360.50999999999999</cx:pt>
          <cx:pt idx="12635">159.69999999999999</cx:pt>
          <cx:pt idx="12636">239.53999999999999</cx:pt>
          <cx:pt idx="12637">158.09999999999999</cx:pt>
          <cx:pt idx="12638">232.25</cx:pt>
          <cx:pt idx="12639">154.97999999999999</cx:pt>
          <cx:pt idx="12640">218.94</cx:pt>
          <cx:pt idx="12641">159.69999999999999</cx:pt>
          <cx:pt idx="12642">239.53999999999999</cx:pt>
          <cx:pt idx="12643">169.97999999999999</cx:pt>
          <cx:pt idx="12644">169.97999999999999</cx:pt>
          <cx:pt idx="12645">169.97999999999999</cx:pt>
          <cx:pt idx="12646">197.97</cx:pt>
          <cx:pt idx="12647">169.97999999999999</cx:pt>
          <cx:pt idx="12648">169.97999999999999</cx:pt>
          <cx:pt idx="12649">169.97999999999999</cx:pt>
          <cx:pt idx="12650">254.97</cx:pt>
          <cx:pt idx="12651">131.97999999999999</cx:pt>
          <cx:pt idx="12652">169.97999999999999</cx:pt>
          <cx:pt idx="12653">84.989999999999995</cx:pt>
          <cx:pt idx="12654">169.97999999999999</cx:pt>
          <cx:pt idx="12655">129.97</cx:pt>
          <cx:pt idx="12656">59.979999999999997</cx:pt>
          <cx:pt idx="12657">123.97</cx:pt>
          <cx:pt idx="12658">84.969999999999999</cx:pt>
          <cx:pt idx="12659">130.96000000000001</cx:pt>
          <cx:pt idx="12660">59.979999999999997</cx:pt>
          <cx:pt idx="12661">65.989999999999995</cx:pt>
          <cx:pt idx="12662">89.969999999999999</cx:pt>
          <cx:pt idx="12663">152.46000000000001</cx:pt>
          <cx:pt idx="12664">85.769999999999996</cx:pt>
          <cx:pt idx="12665">114.31</cx:pt>
          <cx:pt idx="12666">192.94999999999999</cx:pt>
          <cx:pt idx="12667">65.989999999999995</cx:pt>
          <cx:pt idx="12668">89.969999999999999</cx:pt>
          <cx:pt idx="12669">59.979999999999997</cx:pt>
          <cx:pt idx="12670">124.95</cx:pt>
          <cx:pt idx="12671">89.969999999999999</cx:pt>
          <cx:pt idx="12672">146.97</cx:pt>
          <cx:pt idx="12673">58.310000000000002</cx:pt>
          <cx:pt idx="12674">89.969999999999999</cx:pt>
          <cx:pt idx="12675">61.969999999999999</cx:pt>
          <cx:pt idx="12676">50.329999999999998</cx:pt>
          <cx:pt idx="12677">69.980000000000004</cx:pt>
          <cx:pt idx="12678">83.959999999999994</cx:pt>
          <cx:pt idx="12679">88.969999999999999</cx:pt>
          <cx:pt idx="12680">190.96000000000001</cx:pt>
          <cx:pt idx="12681">159.96000000000001</cx:pt>
          <cx:pt idx="12682">97.959999999999994</cx:pt>
          <cx:pt idx="12683">135.97</cx:pt>
          <cx:pt idx="12684">103.97</cx:pt>
          <cx:pt idx="12685">159.96000000000001</cx:pt>
          <cx:pt idx="12686">87.959999999999994</cx:pt>
          <cx:pt idx="12687">159.96000000000001</cx:pt>
          <cx:pt idx="12688">103.97</cx:pt>
          <cx:pt idx="12689">88.969999999999999</cx:pt>
          <cx:pt idx="12690">103.97</cx:pt>
          <cx:pt idx="12691">65.989999999999995</cx:pt>
          <cx:pt idx="12692">73.969999999999999</cx:pt>
          <cx:pt idx="12693">103.97</cx:pt>
          <cx:pt idx="12694">103.97</cx:pt>
          <cx:pt idx="12695">73.969999999999999</cx:pt>
          <cx:pt idx="12696">103.97</cx:pt>
          <cx:pt idx="12697">159.96000000000001</cx:pt>
          <cx:pt idx="12698">117.95999999999999</cx:pt>
          <cx:pt idx="12699">190.96000000000001</cx:pt>
          <cx:pt idx="12700">117.95999999999999</cx:pt>
          <cx:pt idx="12701">147.96000000000001</cx:pt>
          <cx:pt idx="12702">103.97</cx:pt>
          <cx:pt idx="12703">159.96000000000001</cx:pt>
          <cx:pt idx="12704">127.95999999999999</cx:pt>
          <cx:pt idx="12705">88.969999999999999</cx:pt>
          <cx:pt idx="12706">117.95999999999999</cx:pt>
          <cx:pt idx="12707">89.450000000000003</cx:pt>
          <cx:pt idx="12708">117.95999999999999</cx:pt>
          <cx:pt idx="12709">103.97</cx:pt>
          <cx:pt idx="12710">168.28</cx:pt>
          <cx:pt idx="12711">168.13</cx:pt>
          <cx:pt idx="12712">88.849999999999994</cx:pt>
          <cx:pt idx="12713">164.93000000000001</cx:pt>
          <cx:pt idx="12714">168.28</cx:pt>
          <cx:pt idx="12715">168.28</cx:pt>
          <cx:pt idx="12716">169.97999999999999</cx:pt>
          <cx:pt idx="12717">166.58000000000001</cx:pt>
          <cx:pt idx="12718">141.97999999999999</cx:pt>
          <cx:pt idx="12719">295.95999999999998</cx:pt>
          <cx:pt idx="12720">504.89999999999998</cx:pt>
          <cx:pt idx="12721">169.97999999999999</cx:pt>
          <cx:pt idx="12722">163.38999999999999</cx:pt>
          <cx:pt idx="12723">131.97999999999999</cx:pt>
          <cx:pt idx="12724">169.97999999999999</cx:pt>
          <cx:pt idx="12725">169.97999999999999</cx:pt>
          <cx:pt idx="12726">169.97999999999999</cx:pt>
          <cx:pt idx="12727">159.46000000000001</cx:pt>
          <cx:pt idx="12728">168.28</cx:pt>
          <cx:pt idx="12729">163.46000000000001</cx:pt>
          <cx:pt idx="12730">84.989999999999995</cx:pt>
          <cx:pt idx="12731">169.97999999999999</cx:pt>
          <cx:pt idx="12732">199.37</cx:pt>
          <cx:pt idx="12733">189.97</cx:pt>
          <cx:pt idx="12734">169.97999999999999</cx:pt>
          <cx:pt idx="12735">203.12</cx:pt>
          <cx:pt idx="12736">178.96000000000001</cx:pt>
          <cx:pt idx="12737">193.96000000000001</cx:pt>
          <cx:pt idx="12738">134.97999999999999</cx:pt>
          <cx:pt idx="12739">81.870000000000005</cx:pt>
          <cx:pt idx="12740">146.25</cx:pt>
          <cx:pt idx="12741">179.94999999999999</cx:pt>
          <cx:pt idx="12742">80.079999999999998</cx:pt>
          <cx:pt idx="12743">102.97</cx:pt>
          <cx:pt idx="12744">134.97999999999999</cx:pt>
          <cx:pt idx="12745">178.96000000000001</cx:pt>
          <cx:pt idx="12746">99.980000000000004</cx:pt>
          <cx:pt idx="12747">99.950000000000003</cx:pt>
          <cx:pt idx="12748">236.5</cx:pt>
          <cx:pt idx="12749">228.63</cx:pt>
          <cx:pt idx="12750">254.97</cx:pt>
          <cx:pt idx="12751">215.36000000000001</cx:pt>
          <cx:pt idx="12752">290.44</cx:pt>
          <cx:pt idx="12753">408.92000000000002</cx:pt>
          <cx:pt idx="12754">195.97</cx:pt>
          <cx:pt idx="12755">172.16999999999999</cx:pt>
          <cx:pt idx="12756">208.08000000000001</cx:pt>
          <cx:pt idx="12757">159.69999999999999</cx:pt>
          <cx:pt idx="12758">237.37</cx:pt>
          <cx:pt idx="12759">442.06999999999999</cx:pt>
          <cx:pt idx="12760">53.969999999999999</cx:pt>
          <cx:pt idx="12761">121.98</cx:pt>
          <cx:pt idx="12762">131.97</cx:pt>
          <cx:pt idx="12763">131.97999999999999</cx:pt>
          <cx:pt idx="12764">131.97999999999999</cx:pt>
          <cx:pt idx="12765">117.84999999999999</cx:pt>
          <cx:pt idx="12766">131.97999999999999</cx:pt>
          <cx:pt idx="12767">131.97999999999999</cx:pt>
          <cx:pt idx="12768">82.969999999999999</cx:pt>
          <cx:pt idx="12769">169.97999999999999</cx:pt>
          <cx:pt idx="12770">296.93000000000001</cx:pt>
          <cx:pt idx="12771">131.97999999999999</cx:pt>
          <cx:pt idx="12772">131.97999999999999</cx:pt>
          <cx:pt idx="12773">339.95999999999998</cx:pt>
          <cx:pt idx="12774">339.95999999999998</cx:pt>
          <cx:pt idx="12775">139.90000000000001</cx:pt>
          <cx:pt idx="12776">144.41999999999999</cx:pt>
          <cx:pt idx="12777">169.97999999999999</cx:pt>
          <cx:pt idx="12778">164.88</cx:pt>
          <cx:pt idx="12779">339.95999999999998</cx:pt>
          <cx:pt idx="12780">263.95999999999998</cx:pt>
          <cx:pt idx="12781">159.97999999999999</cx:pt>
          <cx:pt idx="12782">169.97999999999999</cx:pt>
          <cx:pt idx="12783">339.95999999999998</cx:pt>
          <cx:pt idx="12784">263.95999999999998</cx:pt>
          <cx:pt idx="12785">169.97999999999999</cx:pt>
          <cx:pt idx="12786">169.97999999999999</cx:pt>
          <cx:pt idx="12787">339.95999999999998</cx:pt>
          <cx:pt idx="12788">169.97999999999999</cx:pt>
          <cx:pt idx="12789">121.98</cx:pt>
          <cx:pt idx="12790">128.47999999999999</cx:pt>
          <cx:pt idx="12791">136.46000000000001</cx:pt>
          <cx:pt idx="12792">72.540000000000006</cx:pt>
          <cx:pt idx="12793">49.590000000000003</cx:pt>
          <cx:pt idx="12794">77.420000000000002</cx:pt>
          <cx:pt idx="12795">84.659999999999997</cx:pt>
          <cx:pt idx="12796">43.539999999999999</cx:pt>
          <cx:pt idx="12797">71.370000000000005</cx:pt>
          <cx:pt idx="12798">145.16</cx:pt>
          <cx:pt idx="12799">54.939999999999998</cx:pt>
          <cx:pt idx="12800">136.69</cx:pt>
          <cx:pt idx="12801">102.83</cx:pt>
          <cx:pt idx="12802">125.8</cx:pt>
          <cx:pt idx="12803">108.88</cx:pt>
          <cx:pt idx="12804">45.259999999999998</cx:pt>
          <cx:pt idx="12805">125.8</cx:pt>
          <cx:pt idx="12806">129.43000000000001</cx:pt>
          <cx:pt idx="12807">-125.8</cx:pt>
          <cx:pt idx="12808">79.849999999999994</cx:pt>
          <cx:pt idx="12809">72.579999999999998</cx:pt>
          <cx:pt idx="12810">79.849999999999994</cx:pt>
          <cx:pt idx="12811">55.649999999999999</cx:pt>
          <cx:pt idx="12812">96.780000000000001</cx:pt>
          <cx:pt idx="12813">71.349999999999994</cx:pt>
          <cx:pt idx="12814">104.63</cx:pt>
          <cx:pt idx="12815">111.91</cx:pt>
          <cx:pt idx="12816">66.530000000000001</cx:pt>
          <cx:pt idx="12817">99.980000000000004</cx:pt>
          <cx:pt idx="12818">114.97</cx:pt>
          <cx:pt idx="12819">138.05000000000001</cx:pt>
          <cx:pt idx="12820">83.969999999999999</cx:pt>
          <cx:pt idx="12821">108.95999999999999</cx:pt>
          <cx:pt idx="12822">111.95999999999999</cx:pt>
          <cx:pt idx="12823">54.990000000000002</cx:pt>
          <cx:pt idx="12824">114.95</cx:pt>
          <cx:pt idx="12825">144.94999999999999</cx:pt>
          <cx:pt idx="12826">111.95999999999999</cx:pt>
          <cx:pt idx="12827">83.969999999999999</cx:pt>
          <cx:pt idx="12828">147.49000000000001</cx:pt>
          <cx:pt idx="12829">84.969999999999999</cx:pt>
          <cx:pt idx="12830">139.94999999999999</cx:pt>
          <cx:pt idx="12831">114.97</cx:pt>
          <cx:pt idx="12832">139.94999999999999</cx:pt>
          <cx:pt idx="12833">117.95999999999999</cx:pt>
          <cx:pt idx="12834">139.97999999999999</cx:pt>
          <cx:pt idx="12835">114.97</cx:pt>
          <cx:pt idx="12836">-27.989999999999998</cx:pt>
          <cx:pt idx="12837">104.97</cx:pt>
          <cx:pt idx="12838">111.95999999999999</cx:pt>
          <cx:pt idx="12839">84.989999999999995</cx:pt>
          <cx:pt idx="12840">83.969999999999999</cx:pt>
          <cx:pt idx="12841">88.870000000000005</cx:pt>
          <cx:pt idx="12842">84.989999999999995</cx:pt>
          <cx:pt idx="12843">99.980000000000004</cx:pt>
          <cx:pt idx="12844">129.96000000000001</cx:pt>
          <cx:pt idx="12845">99.959999999999994</cx:pt>
          <cx:pt idx="12846">68.989999999999995</cx:pt>
          <cx:pt idx="12847">159.94</cx:pt>
          <cx:pt idx="12848">184.94999999999999</cx:pt>
          <cx:pt idx="12849">111.95999999999999</cx:pt>
          <cx:pt idx="12850">129.96000000000001</cx:pt>
          <cx:pt idx="12851">114.97</cx:pt>
          <cx:pt idx="12852">201.97</cx:pt>
          <cx:pt idx="12853">141.16</cx:pt>
          <cx:pt idx="12854">124.78</cx:pt>
          <cx:pt idx="12855">84.989999999999995</cx:pt>
          <cx:pt idx="12856">161.96000000000001</cx:pt>
          <cx:pt idx="12857">146.97</cx:pt>
          <cx:pt idx="12858">146.97</cx:pt>
          <cx:pt idx="12859">227.94999999999999</cx:pt>
          <cx:pt idx="12860">137.72</cx:pt>
          <cx:pt idx="12861">194.44999999999999</cx:pt>
          <cx:pt idx="12862">146.97</cx:pt>
          <cx:pt idx="12863">169.97999999999999</cx:pt>
          <cx:pt idx="12864">169.97999999999999</cx:pt>
          <cx:pt idx="12865">131.97999999999999</cx:pt>
          <cx:pt idx="12866">148.47</cx:pt>
          <cx:pt idx="12867">146.97</cx:pt>
          <cx:pt idx="12868">154.19</cx:pt>
          <cx:pt idx="12869">136.97</cx:pt>
          <cx:pt idx="12870">133.97</cx:pt>
          <cx:pt idx="12871">131.97999999999999</cx:pt>
          <cx:pt idx="12872">143.97</cx:pt>
          <cx:pt idx="12873">153.96000000000001</cx:pt>
          <cx:pt idx="12874">159.97999999999999</cx:pt>
          <cx:pt idx="12875">121.98</cx:pt>
          <cx:pt idx="12876">159.97999999999999</cx:pt>
          <cx:pt idx="12877">149.13</cx:pt>
          <cx:pt idx="12878">121.98</cx:pt>
          <cx:pt idx="12879">159.97999999999999</cx:pt>
          <cx:pt idx="12880">159.38</cx:pt>
          <cx:pt idx="12881">121.98</cx:pt>
          <cx:pt idx="12882">153.53</cx:pt>
          <cx:pt idx="12883">121.98</cx:pt>
          <cx:pt idx="12884">159.97999999999999</cx:pt>
          <cx:pt idx="12885">159.97999999999999</cx:pt>
          <cx:pt idx="12886">159.97999999999999</cx:pt>
          <cx:pt idx="12887">121.97</cx:pt>
          <cx:pt idx="12888">159.97999999999999</cx:pt>
          <cx:pt idx="12889">159.97999999999999</cx:pt>
          <cx:pt idx="12890">121.98</cx:pt>
          <cx:pt idx="12891">159.97999999999999</cx:pt>
          <cx:pt idx="12892">159.97999999999999</cx:pt>
          <cx:pt idx="12893">159.97999999999999</cx:pt>
          <cx:pt idx="12894">121.98</cx:pt>
          <cx:pt idx="12895">159.97999999999999</cx:pt>
          <cx:pt idx="12896">239.97</cx:pt>
          <cx:pt idx="12897">159.97999999999999</cx:pt>
          <cx:pt idx="12898">76.879999999999995</cx:pt>
          <cx:pt idx="12899">159.97999999999999</cx:pt>
          <cx:pt idx="12900">149.97</cx:pt>
          <cx:pt idx="12901">84.989999999999995</cx:pt>
          <cx:pt idx="12902">50.490000000000002</cx:pt>
          <cx:pt idx="12903">65.989999999999995</cx:pt>
          <cx:pt idx="12904">71.989999999999995</cx:pt>
          <cx:pt idx="12905">54.759999999999998</cx:pt>
          <cx:pt idx="12906">65.989999999999995</cx:pt>
          <cx:pt idx="12907">84.989999999999995</cx:pt>
          <cx:pt idx="12908">94.980000000000004</cx:pt>
          <cx:pt idx="12909">99.980000000000004</cx:pt>
          <cx:pt idx="12910">225.84</cx:pt>
          <cx:pt idx="12911">120.98</cx:pt>
          <cx:pt idx="12912">389.33999999999997</cx:pt>
          <cx:pt idx="12913">263.95999999999998</cx:pt>
          <cx:pt idx="12914">64.069999999999993</cx:pt>
          <cx:pt idx="12915">67.969999999999999</cx:pt>
          <cx:pt idx="12916">195.97999999999999</cx:pt>
          <cx:pt idx="12917">62.469999999999999</cx:pt>
          <cx:pt idx="12918">395.94</cx:pt>
          <cx:pt idx="12919">258.68000000000001</cx:pt>
          <cx:pt idx="12920">322.87</cx:pt>
          <cx:pt idx="12921">127.42</cx:pt>
          <cx:pt idx="12922">84.069999999999993</cx:pt>
          <cx:pt idx="12923">254.97</cx:pt>
          <cx:pt idx="12924">254.97</cx:pt>
          <cx:pt idx="12925">164.25999999999999</cx:pt>
          <cx:pt idx="12926">132.61000000000001</cx:pt>
          <cx:pt idx="12927">443.66000000000003</cx:pt>
          <cx:pt idx="12928">372.55000000000001</cx:pt>
          <cx:pt idx="12929">238.96000000000001</cx:pt>
          <cx:pt idx="12930">84.989999999999995</cx:pt>
          <cx:pt idx="12931">509.94</cx:pt>
          <cx:pt idx="12932">424.94999999999999</cx:pt>
          <cx:pt idx="12933">509.94</cx:pt>
          <cx:pt idx="12934">130.97</cx:pt>
          <cx:pt idx="12935">99</cx:pt>
          <cx:pt idx="12936">100.98</cx:pt>
          <cx:pt idx="12937">113.81999999999999</cx:pt>
          <cx:pt idx="12938">71.370000000000005</cx:pt>
          <cx:pt idx="12939">176.78</cx:pt>
          <cx:pt idx="12940">161.97</cx:pt>
          <cx:pt idx="12941">142.75999999999999</cx:pt>
          <cx:pt idx="12942">120.73</cx:pt>
          <cx:pt idx="12943">82.890000000000001</cx:pt>
          <cx:pt idx="12944">58.43</cx:pt>
          <cx:pt idx="12945">60.990000000000002</cx:pt>
          <cx:pt idx="12946">124.12</cx:pt>
          <cx:pt idx="12947">75.200000000000003</cx:pt>
          <cx:pt idx="12948">139.00999999999999</cx:pt>
          <cx:pt idx="12949">60.990000000000002</cx:pt>
          <cx:pt idx="12950">139.53</cx:pt>
          <cx:pt idx="12951">147.22999999999999</cx:pt>
          <cx:pt idx="12952">116.97</cx:pt>
          <cx:pt idx="12953">53.979999999999997</cx:pt>
          <cx:pt idx="12954">53.210000000000001</cx:pt>
          <cx:pt idx="12955">226.94999999999999</cx:pt>
          <cx:pt idx="12956">171.25</cx:pt>
          <cx:pt idx="12957">71.439999999999998</cx:pt>
          <cx:pt idx="12958">142.55000000000001</cx:pt>
          <cx:pt idx="12959">300.36000000000001</cx:pt>
          <cx:pt idx="12960">254.97</cx:pt>
          <cx:pt idx="12961">284.61000000000001</cx:pt>
          <cx:pt idx="12962">206.97</cx:pt>
          <cx:pt idx="12963">312.95999999999998</cx:pt>
          <cx:pt idx="12964">229.97</cx:pt>
          <cx:pt idx="12965">75.959999999999994</cx:pt>
          <cx:pt idx="12966">274.94</cx:pt>
          <cx:pt idx="12967">197.97</cx:pt>
          <cx:pt idx="12968">304.95999999999998</cx:pt>
          <cx:pt idx="12969">197.97</cx:pt>
          <cx:pt idx="12970">329.94999999999999</cx:pt>
          <cx:pt idx="12971">181.96000000000001</cx:pt>
          <cx:pt idx="12972">98.980000000000004</cx:pt>
          <cx:pt idx="12973">183.94999999999999</cx:pt>
          <cx:pt idx="12974">53.979999999999997</cx:pt>
          <cx:pt idx="12975">84.989999999999995</cx:pt>
          <cx:pt idx="12976">184.94</cx:pt>
          <cx:pt idx="12977">156.5</cx:pt>
          <cx:pt idx="12978">137.96000000000001</cx:pt>
          <cx:pt idx="12979">163.53999999999999</cx:pt>
          <cx:pt idx="12980">98.980000000000004</cx:pt>
          <cx:pt idx="12981">55.939999999999998</cx:pt>
          <cx:pt idx="12982">169.97999999999999</cx:pt>
          <cx:pt idx="12983">84.989999999999995</cx:pt>
          <cx:pt idx="12984">112.18000000000001</cx:pt>
          <cx:pt idx="12985">169.97999999999999</cx:pt>
          <cx:pt idx="12986">127.31</cx:pt>
          <cx:pt idx="12987">112.97</cx:pt>
          <cx:pt idx="12988">130.97999999999999</cx:pt>
          <cx:pt idx="12989">169.97999999999999</cx:pt>
          <cx:pt idx="12990">198.25999999999999</cx:pt>
          <cx:pt idx="12991">51.960000000000001</cx:pt>
          <cx:pt idx="12992">76.959999999999994</cx:pt>
          <cx:pt idx="12993">146.41999999999999</cx:pt>
          <cx:pt idx="12994">214.61000000000001</cx:pt>
          <cx:pt idx="12995">99.980000000000004</cx:pt>
          <cx:pt idx="12996">65.989999999999995</cx:pt>
          <cx:pt idx="12997">124.18000000000001</cx:pt>
          <cx:pt idx="12998">167.16</cx:pt>
          <cx:pt idx="12999">55.960000000000001</cx:pt>
          <cx:pt idx="13000">339.95999999999998</cx:pt>
          <cx:pt idx="13001">169.97999999999999</cx:pt>
          <cx:pt idx="13002">169.97999999999999</cx:pt>
          <cx:pt idx="13003">134.97</cx:pt>
          <cx:pt idx="13004">-81.590000000000003</cx:pt>
          <cx:pt idx="13005">339.95999999999998</cx:pt>
          <cx:pt idx="13006">326.36000000000001</cx:pt>
          <cx:pt idx="13007">263.95999999999998</cx:pt>
          <cx:pt idx="13008">130.66</cx:pt>
          <cx:pt idx="13009">263.95999999999998</cx:pt>
          <cx:pt idx="13010">339.95999999999998</cx:pt>
          <cx:pt idx="13011">314.95999999999998</cx:pt>
          <cx:pt idx="13012">339.95999999999998</cx:pt>
          <cx:pt idx="13013">339.95999999999998</cx:pt>
          <cx:pt idx="13014">169.97999999999999</cx:pt>
          <cx:pt idx="13015">339.95999999999998</cx:pt>
          <cx:pt idx="13016">339.95999999999998</cx:pt>
          <cx:pt idx="13017">99.980000000000004</cx:pt>
          <cx:pt idx="13018">44.229999999999997</cx:pt>
          <cx:pt idx="13019">339.95999999999998</cx:pt>
          <cx:pt idx="13020">339.95999999999998</cx:pt>
          <cx:pt idx="13021">263.95999999999998</cx:pt>
          <cx:pt idx="13022">263.95999999999998</cx:pt>
          <cx:pt idx="13023">314.95999999999998</cx:pt>
          <cx:pt idx="13024">85.980000000000004</cx:pt>
          <cx:pt idx="13025">84.980000000000004</cx:pt>
          <cx:pt idx="13026">68.989999999999995</cx:pt>
          <cx:pt idx="13027">68.989999999999995</cx:pt>
          <cx:pt idx="13028">68.989999999999995</cx:pt>
          <cx:pt idx="13029">69.290000000000006</cx:pt>
          <cx:pt idx="13030">65.989999999999995</cx:pt>
          <cx:pt idx="13031">65.989999999999995</cx:pt>
          <cx:pt idx="13032">68.989999999999995</cx:pt>
          <cx:pt idx="13033">103.98</cx:pt>
          <cx:pt idx="13034">68.989999999999995</cx:pt>
          <cx:pt idx="13035">88.980000000000004</cx:pt>
          <cx:pt idx="13036">68.989999999999995</cx:pt>
          <cx:pt idx="13037">68.989999999999995</cx:pt>
          <cx:pt idx="13038">68.989999999999995</cx:pt>
          <cx:pt idx="13039">69.290000000000006</cx:pt>
          <cx:pt idx="13040">68.989999999999995</cx:pt>
          <cx:pt idx="13041">59.990000000000002</cx:pt>
          <cx:pt idx="13042">69.290000000000006</cx:pt>
          <cx:pt idx="13043">108.98</cx:pt>
          <cx:pt idx="13044">69.290000000000006</cx:pt>
          <cx:pt idx="13045">68.989999999999995</cx:pt>
          <cx:pt idx="13046">82.489999999999995</cx:pt>
          <cx:pt idx="13047">84.989999999999995</cx:pt>
          <cx:pt idx="13048">93.329999999999998</cx:pt>
          <cx:pt idx="13049">49.479999999999997</cx:pt>
          <cx:pt idx="13050">98.129999999999995</cx:pt>
          <cx:pt idx="13051">65.989999999999995</cx:pt>
          <cx:pt idx="13052">99.980000000000004</cx:pt>
          <cx:pt idx="13053">99.980000000000004</cx:pt>
          <cx:pt idx="13054">94.969999999999999</cx:pt>
          <cx:pt idx="13055">96.260000000000005</cx:pt>
          <cx:pt idx="13056">99.980000000000004</cx:pt>
          <cx:pt idx="13057">99.980000000000004</cx:pt>
          <cx:pt idx="13058">61.299999999999997</cx:pt>
          <cx:pt idx="13059">99.980000000000004</cx:pt>
          <cx:pt idx="13060">54.990000000000002</cx:pt>
          <cx:pt idx="13061">99.980000000000004</cx:pt>
          <cx:pt idx="13062">65.989999999999995</cx:pt>
          <cx:pt idx="13063">99.980000000000004</cx:pt>
          <cx:pt idx="13064">99.969999999999999</cx:pt>
          <cx:pt idx="13065">99.980000000000004</cx:pt>
          <cx:pt idx="13066">79.659999999999997</cx:pt>
          <cx:pt idx="13067">99.980000000000004</cx:pt>
          <cx:pt idx="13068">160.27000000000001</cx:pt>
          <cx:pt idx="13069">84.989999999999995</cx:pt>
          <cx:pt idx="13070">215.59</cx:pt>
          <cx:pt idx="13071">130.66</cx:pt>
          <cx:pt idx="13072">96.780000000000001</cx:pt>
          <cx:pt idx="13073">108.86</cx:pt>
          <cx:pt idx="13074">122</cx:pt>
          <cx:pt idx="13075">208.06999999999999</cx:pt>
          <cx:pt idx="13076">175.41</cx:pt>
          <cx:pt idx="13077">173.72</cx:pt>
          <cx:pt idx="13078">149.03999999999999</cx:pt>
          <cx:pt idx="13079">145.15000000000001</cx:pt>
          <cx:pt idx="13080">129.56</cx:pt>
          <cx:pt idx="13081">170.56</cx:pt>
          <cx:pt idx="13082">67.980000000000004</cx:pt>
          <cx:pt idx="13083">59.979999999999997</cx:pt>
          <cx:pt idx="13084">59.979999999999997</cx:pt>
          <cx:pt idx="13085">93.969999999999999</cx:pt>
          <cx:pt idx="13086">75.980000000000004</cx:pt>
          <cx:pt idx="13087">123.97</cx:pt>
          <cx:pt idx="13088">15.289999999999999</cx:pt>
          <cx:pt idx="13089">194.96000000000001</cx:pt>
          <cx:pt idx="13090">93.969999999999999</cx:pt>
          <cx:pt idx="13091">-75.980000000000004</cx:pt>
          <cx:pt idx="13092">123.45999999999999</cx:pt>
          <cx:pt idx="13093">59.979999999999997</cx:pt>
          <cx:pt idx="13094">67.980000000000004</cx:pt>
          <cx:pt idx="13095">61.549999999999997</cx:pt>
          <cx:pt idx="13096">112.97</cx:pt>
          <cx:pt idx="13097">75.980000000000004</cx:pt>
          <cx:pt idx="13098">139.97999999999999</cx:pt>
          <cx:pt idx="13099">59.979999999999997</cx:pt>
          <cx:pt idx="13100">134.97999999999999</cx:pt>
          <cx:pt idx="13101">123.95999999999999</cx:pt>
          <cx:pt idx="13102">59.979999999999997</cx:pt>
          <cx:pt idx="13103">74.969999999999999</cx:pt>
          <cx:pt idx="13104">93.969999999999999</cx:pt>
          <cx:pt idx="13105">227.94</cx:pt>
          <cx:pt idx="13106">49.990000000000002</cx:pt>
          <cx:pt idx="13107">159.96000000000001</cx:pt>
          <cx:pt idx="13108">134.97999999999999</cx:pt>
          <cx:pt idx="13109">59.979999999999997</cx:pt>
          <cx:pt idx="13110">44.890000000000001</cx:pt>
          <cx:pt idx="13111">59.979999999999997</cx:pt>
          <cx:pt idx="13112">75.980000000000004</cx:pt>
          <cx:pt idx="13113">144.97</cx:pt>
          <cx:pt idx="13114">165.94999999999999</cx:pt>
          <cx:pt idx="13115">55.960000000000001</cx:pt>
          <cx:pt idx="13116">114.97</cx:pt>
          <cx:pt idx="13117">177.94</cx:pt>
          <cx:pt idx="13118">59.979999999999997</cx:pt>
          <cx:pt idx="13119">59.979999999999997</cx:pt>
          <cx:pt idx="13120">59.979999999999997</cx:pt>
          <cx:pt idx="13121">44.990000000000002</cx:pt>
          <cx:pt idx="13122">59.979999999999997</cx:pt>
          <cx:pt idx="13123">71.989999999999995</cx:pt>
          <cx:pt idx="13124">84.989999999999995</cx:pt>
          <cx:pt idx="13125">99.980000000000004</cx:pt>
          <cx:pt idx="13126">99.980000000000004</cx:pt>
          <cx:pt idx="13127">59.979999999999997</cx:pt>
          <cx:pt idx="13128">104.98</cx:pt>
          <cx:pt idx="13129">104.98</cx:pt>
          <cx:pt idx="13130">139.96000000000001</cx:pt>
          <cx:pt idx="13131">71.989999999999995</cx:pt>
          <cx:pt idx="13132">109.97</cx:pt>
          <cx:pt idx="13133">139.96000000000001</cx:pt>
          <cx:pt idx="13134">59.979999999999997</cx:pt>
          <cx:pt idx="13135">64.980000000000004</cx:pt>
          <cx:pt idx="13136">69.980000000000004</cx:pt>
          <cx:pt idx="13137">73.989999999999995</cx:pt>
          <cx:pt idx="13138">69.980000000000004</cx:pt>
          <cx:pt idx="13139">69.980000000000004</cx:pt>
          <cx:pt idx="13140">99.969999999999999</cx:pt>
          <cx:pt idx="13141">70.780000000000001</cx:pt>
          <cx:pt idx="13142">64.980000000000004</cx:pt>
          <cx:pt idx="13143">70.780000000000001</cx:pt>
          <cx:pt idx="13144">99.969999999999999</cx:pt>
          <cx:pt idx="13145">170.97</cx:pt>
          <cx:pt idx="13146">84.980000000000004</cx:pt>
          <cx:pt idx="13147">170.97</cx:pt>
          <cx:pt idx="13148">84.980000000000004</cx:pt>
          <cx:pt idx="13149">169.97999999999999</cx:pt>
          <cx:pt idx="13150">119.97</cx:pt>
          <cx:pt idx="13151">169.97999999999999</cx:pt>
          <cx:pt idx="13152">144.47999999999999</cx:pt>
          <cx:pt idx="13153">144.47999999999999</cx:pt>
          <cx:pt idx="13154">109.97</cx:pt>
          <cx:pt idx="13155">54.979999999999997</cx:pt>
          <cx:pt idx="13156">119.97</cx:pt>
          <cx:pt idx="13157">54.979999999999997</cx:pt>
          <cx:pt idx="13158">73.989999999999995</cx:pt>
          <cx:pt idx="13159">69.980000000000004</cx:pt>
          <cx:pt idx="13160">84.989999999999995</cx:pt>
          <cx:pt idx="13161">81.980000000000004</cx:pt>
          <cx:pt idx="13162">169.96000000000001</cx:pt>
          <cx:pt idx="13163">139.97</cx:pt>
          <cx:pt idx="13164">169.97999999999999</cx:pt>
          <cx:pt idx="13165">99.980000000000004</cx:pt>
          <cx:pt idx="13166">169.97999999999999</cx:pt>
          <cx:pt idx="13167">79.980000000000004</cx:pt>
          <cx:pt idx="13168">109.97</cx:pt>
          <cx:pt idx="13169">139.97</cx:pt>
          <cx:pt idx="13170">243.21000000000001</cx:pt>
          <cx:pt idx="13171">84.989999999999995</cx:pt>
          <cx:pt idx="13172">243.21000000000001</cx:pt>
          <cx:pt idx="13173">91.969999999999999</cx:pt>
          <cx:pt idx="13174">169.96000000000001</cx:pt>
          <cx:pt idx="13175">84.989999999999995</cx:pt>
          <cx:pt idx="13176">84.989999999999995</cx:pt>
          <cx:pt idx="13177">107.97</cx:pt>
          <cx:pt idx="13178">92.980000000000004</cx:pt>
          <cx:pt idx="13179">110.98</cx:pt>
          <cx:pt idx="13180">110.98</cx:pt>
          <cx:pt idx="13181">81.980000000000004</cx:pt>
          <cx:pt idx="13182">107.97</cx:pt>
          <cx:pt idx="13183">91.969999999999999</cx:pt>
          <cx:pt idx="13184">96.969999999999999</cx:pt>
          <cx:pt idx="13185">84.989999999999995</cx:pt>
          <cx:pt idx="13186">96.969999999999999</cx:pt>
          <cx:pt idx="13187">169.96000000000001</cx:pt>
          <cx:pt idx="13188">169.96000000000001</cx:pt>
          <cx:pt idx="13189">109.97</cx:pt>
          <cx:pt idx="13190">99.980000000000004</cx:pt>
          <cx:pt idx="13191">79.980000000000004</cx:pt>
          <cx:pt idx="13192">92.980000000000004</cx:pt>
          <cx:pt idx="13193">168.22</cx:pt>
          <cx:pt idx="13194">252.41999999999999</cx:pt>
          <cx:pt idx="13195">194.91999999999999</cx:pt>
          <cx:pt idx="13196">228.27000000000001</cx:pt>
          <cx:pt idx="13197">254.97</cx:pt>
          <cx:pt idx="13198">89.409999999999997</cx:pt>
          <cx:pt idx="13199">59.390000000000001</cx:pt>
          <cx:pt idx="13200">229.47</cx:pt>
          <cx:pt idx="13201">260.56</cx:pt>
          <cx:pt idx="13202">117.84</cx:pt>
          <cx:pt idx="13203">229.47</cx:pt>
          <cx:pt idx="13204">131.97999999999999</cx:pt>
          <cx:pt idx="13205">173.97</cx:pt>
          <cx:pt idx="13206">125.97</cx:pt>
          <cx:pt idx="13207">229.47</cx:pt>
          <cx:pt idx="13208">169.97999999999999</cx:pt>
          <cx:pt idx="13209">229.47</cx:pt>
          <cx:pt idx="13210">242.47</cx:pt>
          <cx:pt idx="13211">161.47999999999999</cx:pt>
          <cx:pt idx="13212">169.97999999999999</cx:pt>
          <cx:pt idx="13213">249.87</cx:pt>
          <cx:pt idx="13214">252.33000000000001</cx:pt>
          <cx:pt idx="13215">164.88</cx:pt>
          <cx:pt idx="13216">172.96000000000001</cx:pt>
          <cx:pt idx="13217">251.16999999999999</cx:pt>
          <cx:pt idx="13218">294.86000000000001</cx:pt>
          <cx:pt idx="13219">129.50999999999999</cx:pt>
          <cx:pt idx="13220">269.95999999999998</cx:pt>
          <cx:pt idx="13221">230.62</cx:pt>
          <cx:pt idx="13222">375.02999999999997</cx:pt>
          <cx:pt idx="13223">-33.560000000000002</cx:pt>
          <cx:pt idx="13224">220.94999999999999</cx:pt>
          <cx:pt idx="13225">167.43000000000001</cx:pt>
          <cx:pt idx="13226">109.98</cx:pt>
          <cx:pt idx="13227">120.97</cx:pt>
          <cx:pt idx="13228">169.97999999999999</cx:pt>
          <cx:pt idx="13229">160.77000000000001</cx:pt>
          <cx:pt idx="13230">114.97</cx:pt>
          <cx:pt idx="13231">99.980000000000004</cx:pt>
          <cx:pt idx="13232">124.98</cx:pt>
          <cx:pt idx="13233">124.98</cx:pt>
          <cx:pt idx="13234">120.97</cx:pt>
          <cx:pt idx="13235">169.97999999999999</cx:pt>
          <cx:pt idx="13236">134.97999999999999</cx:pt>
          <cx:pt idx="13237">142.43000000000001</cx:pt>
          <cx:pt idx="13238">169.97999999999999</cx:pt>
          <cx:pt idx="13239">189.96000000000001</cx:pt>
          <cx:pt idx="13240">169.97999999999999</cx:pt>
          <cx:pt idx="13241">164.97999999999999</cx:pt>
          <cx:pt idx="13242">129.97999999999999</cx:pt>
          <cx:pt idx="13243">169.97999999999999</cx:pt>
          <cx:pt idx="13244">134.97999999999999</cx:pt>
          <cx:pt idx="13245">169.97999999999999</cx:pt>
          <cx:pt idx="13246">169.97999999999999</cx:pt>
          <cx:pt idx="13247">164.97999999999999</cx:pt>
          <cx:pt idx="13248">216.72</cx:pt>
          <cx:pt idx="13249">219.97</cx:pt>
          <cx:pt idx="13250">216.72</cx:pt>
          <cx:pt idx="13251">169.97999999999999</cx:pt>
          <cx:pt idx="13252">84.989999999999995</cx:pt>
          <cx:pt idx="13253">169.97999999999999</cx:pt>
          <cx:pt idx="13254">293.13999999999999</cx:pt>
          <cx:pt idx="13255">164.97999999999999</cx:pt>
          <cx:pt idx="13256">293.13999999999999</cx:pt>
          <cx:pt idx="13257">84.989999999999995</cx:pt>
          <cx:pt idx="13258">219.97</cx:pt>
          <cx:pt idx="13259">99.980000000000004</cx:pt>
          <cx:pt idx="13260">99.980000000000004</cx:pt>
          <cx:pt idx="13261">169.97999999999999</cx:pt>
          <cx:pt idx="13262">169.97999999999999</cx:pt>
          <cx:pt idx="13263">169.97999999999999</cx:pt>
          <cx:pt idx="13264">169.97999999999999</cx:pt>
          <cx:pt idx="13265">161.97999999999999</cx:pt>
          <cx:pt idx="13266">164.97999999999999</cx:pt>
          <cx:pt idx="13267">129.97999999999999</cx:pt>
          <cx:pt idx="13268">169.97999999999999</cx:pt>
          <cx:pt idx="13269">124.98</cx:pt>
          <cx:pt idx="13270">158.97</cx:pt>
          <cx:pt idx="13271">134.97999999999999</cx:pt>
          <cx:pt idx="13272">169.97999999999999</cx:pt>
          <cx:pt idx="13273">158.97</cx:pt>
          <cx:pt idx="13274">190.97</cx:pt>
          <cx:pt idx="13275">169.97999999999999</cx:pt>
          <cx:pt idx="13276">281.85000000000002</cx:pt>
          <cx:pt idx="13277">158.97</cx:pt>
          <cx:pt idx="13278">164.97999999999999</cx:pt>
          <cx:pt idx="13279">124.98</cx:pt>
          <cx:pt idx="13280">169.97999999999999</cx:pt>
          <cx:pt idx="13281">171.87</cx:pt>
          <cx:pt idx="13282">281.85000000000002</cx:pt>
          <cx:pt idx="13283">171.87</cx:pt>
          <cx:pt idx="13284">161.97999999999999</cx:pt>
          <cx:pt idx="13285">190.97</cx:pt>
          <cx:pt idx="13286">158.97</cx:pt>
          <cx:pt idx="13287">164.97999999999999</cx:pt>
          <cx:pt idx="13288">169.97999999999999</cx:pt>
          <cx:pt idx="13289">185.96000000000001</cx:pt>
          <cx:pt idx="13290">355.89999999999998</cx:pt>
          <cx:pt idx="13291">65.620000000000005</cx:pt>
          <cx:pt idx="13292">243.94</cx:pt>
          <cx:pt idx="13293">125.98</cx:pt>
          <cx:pt idx="13294">131.97999999999999</cx:pt>
          <cx:pt idx="13295">281.92000000000002</cx:pt>
          <cx:pt idx="13296">331.93000000000001</cx:pt>
          <cx:pt idx="13297">131.97999999999999</cx:pt>
          <cx:pt idx="13298">84.989999999999995</cx:pt>
          <cx:pt idx="13299">104.98</cx:pt>
          <cx:pt idx="13300">107.98</cx:pt>
          <cx:pt idx="13301">84.989999999999995</cx:pt>
          <cx:pt idx="13302">84.989999999999995</cx:pt>
          <cx:pt idx="13303">84.989999999999995</cx:pt>
          <cx:pt idx="13304">84.989999999999995</cx:pt>
          <cx:pt idx="13305">77.760000000000005</cx:pt>
          <cx:pt idx="13306">84.989999999999995</cx:pt>
          <cx:pt idx="13307">78.769999999999996</cx:pt>
          <cx:pt idx="13308">84.989999999999995</cx:pt>
          <cx:pt idx="13309">84.989999999999995</cx:pt>
          <cx:pt idx="13310">77.640000000000001</cx:pt>
          <cx:pt idx="13311">84.989999999999995</cx:pt>
          <cx:pt idx="13312">142.63</cx:pt>
          <cx:pt idx="13313">84.989999999999995</cx:pt>
          <cx:pt idx="13314">84.989999999999995</cx:pt>
          <cx:pt idx="13315">84.989999999999995</cx:pt>
          <cx:pt idx="13316">84.989999999999995</cx:pt>
          <cx:pt idx="13317">139.97</cx:pt>
          <cx:pt idx="13318">84.989999999999995</cx:pt>
          <cx:pt idx="13319">84.989999999999995</cx:pt>
          <cx:pt idx="13320">68.989999999999995</cx:pt>
          <cx:pt idx="13321">104.98</cx:pt>
          <cx:pt idx="13322">329.94999999999999</cx:pt>
          <cx:pt idx="13323">304.70999999999998</cx:pt>
          <cx:pt idx="13324">304.94999999999999</cx:pt>
          <cx:pt idx="13325">329.94999999999999</cx:pt>
          <cx:pt idx="13326">329.94999999999999</cx:pt>
          <cx:pt idx="13327">169.97999999999999</cx:pt>
          <cx:pt idx="13328">278.79000000000002</cx:pt>
          <cx:pt idx="13329">329.94999999999999</cx:pt>
          <cx:pt idx="13330">119.84</cx:pt>
          <cx:pt idx="13331">146.37</cx:pt>
          <cx:pt idx="13332">172.47999999999999</cx:pt>
          <cx:pt idx="13333">286.94999999999999</cx:pt>
          <cx:pt idx="13334">169.97999999999999</cx:pt>
          <cx:pt idx="13335">146.22</cx:pt>
          <cx:pt idx="13336">167.27000000000001</cx:pt>
          <cx:pt idx="13337">170.47999999999999</cx:pt>
          <cx:pt idx="13338">284.94999999999999</cx:pt>
          <cx:pt idx="13339">67.980000000000004</cx:pt>
          <cx:pt idx="13340">169.97999999999999</cx:pt>
          <cx:pt idx="13341">-2.5</cx:pt>
          <cx:pt idx="13342">169.97999999999999</cx:pt>
          <cx:pt idx="13343">213.96000000000001</cx:pt>
          <cx:pt idx="13344">170.72999999999999</cx:pt>
          <cx:pt idx="13345">245.94</cx:pt>
          <cx:pt idx="13346">169.97999999999999</cx:pt>
          <cx:pt idx="13347">201.96000000000001</cx:pt>
          <cx:pt idx="13348">104.47</cx:pt>
          <cx:pt idx="13349">253.96000000000001</cx:pt>
          <cx:pt idx="13350">182.97</cx:pt>
          <cx:pt idx="13351">100.98</cx:pt>
          <cx:pt idx="13352">232.33000000000001</cx:pt>
          <cx:pt idx="13353">55.960000000000001</cx:pt>
          <cx:pt idx="13354">182.97</cx:pt>
          <cx:pt idx="13355">96.980000000000004</cx:pt>
          <cx:pt idx="13356">239.97</cx:pt>
          <cx:pt idx="13357">157.97</cx:pt>
          <cx:pt idx="13358">234.56999999999999</cx:pt>
          <cx:pt idx="13359">63.329999999999998</cx:pt>
          <cx:pt idx="13360">182.97</cx:pt>
          <cx:pt idx="13361">242.94999999999999</cx:pt>
          <cx:pt idx="13362">121.98</cx:pt>
          <cx:pt idx="13363">239.97</cx:pt>
          <cx:pt idx="13364">203.97</cx:pt>
          <cx:pt idx="13365">228.56</cx:pt>
          <cx:pt idx="13366">59.990000000000002</cx:pt>
          <cx:pt idx="13367">239.97</cx:pt>
          <cx:pt idx="13368">291.58999999999997</cx:pt>
          <cx:pt idx="13369">278.86000000000001</cx:pt>
          <cx:pt idx="13370">239.97</cx:pt>
          <cx:pt idx="13371">260.75</cx:pt>
          <cx:pt idx="13372">65.989999999999995</cx:pt>
          <cx:pt idx="13373">84.989999999999995</cx:pt>
          <cx:pt idx="13374">84.989999999999995</cx:pt>
          <cx:pt idx="13375">84.989999999999995</cx:pt>
          <cx:pt idx="13376">65.989999999999995</cx:pt>
          <cx:pt idx="13377">65.989999999999995</cx:pt>
          <cx:pt idx="13378">65.989999999999995</cx:pt>
          <cx:pt idx="13379">65.989999999999995</cx:pt>
          <cx:pt idx="13380">65.989999999999995</cx:pt>
          <cx:pt idx="13381">84.989999999999995</cx:pt>
          <cx:pt idx="13382">65.989999999999995</cx:pt>
          <cx:pt idx="13383">84.989999999999995</cx:pt>
          <cx:pt idx="13384">84.989999999999995</cx:pt>
          <cx:pt idx="13385">84.989999999999995</cx:pt>
          <cx:pt idx="13386">84.989999999999995</cx:pt>
          <cx:pt idx="13387">68.989999999999995</cx:pt>
          <cx:pt idx="13388">76.489999999999995</cx:pt>
          <cx:pt idx="13389">84.989999999999995</cx:pt>
          <cx:pt idx="13390">84.989999999999995</cx:pt>
          <cx:pt idx="13391">65.989999999999995</cx:pt>
          <cx:pt idx="13392">663.25</cx:pt>
          <cx:pt idx="13393">547.74000000000001</cx:pt>
          <cx:pt idx="13394">319.38999999999999</cx:pt>
          <cx:pt idx="13395">319.38999999999999</cx:pt>
          <cx:pt idx="13396">65.989999999999995</cx:pt>
          <cx:pt idx="13397">638.77999999999997</cx:pt>
          <cx:pt idx="13398">65.989999999999995</cx:pt>
          <cx:pt idx="13399">285.22000000000003</cx:pt>
          <cx:pt idx="13400">638.77999999999997</cx:pt>
          <cx:pt idx="13401">547.74000000000001</cx:pt>
          <cx:pt idx="13402">638.77999999999997</cx:pt>
          <cx:pt idx="13403">285.22000000000003</cx:pt>
          <cx:pt idx="13404">304.22000000000003</cx:pt>
          <cx:pt idx="13405">638.77999999999997</cx:pt>
          <cx:pt idx="13406">304.22000000000003</cx:pt>
          <cx:pt idx="13407">663.25</cx:pt>
          <cx:pt idx="13408">479.08999999999997</cx:pt>
          <cx:pt idx="13409">479.08999999999997</cx:pt>
          <cx:pt idx="13410">638.77999999999997</cx:pt>
          <cx:pt idx="13411">638.77999999999997</cx:pt>
          <cx:pt idx="13412">380.44</cx:pt>
          <cx:pt idx="13413">202.90000000000001</cx:pt>
          <cx:pt idx="13414">380.44</cx:pt>
          <cx:pt idx="13415">294.75999999999999</cx:pt>
          <cx:pt idx="13416">398.92000000000002</cx:pt>
          <cx:pt idx="13417">209.96000000000001</cx:pt>
          <cx:pt idx="13418">245.86000000000001</cx:pt>
          <cx:pt idx="13419">420.52999999999997</cx:pt>
          <cx:pt idx="13420">294.75999999999999</cx:pt>
          <cx:pt idx="13421">245.86000000000001</cx:pt>
          <cx:pt idx="13422">380.44</cx:pt>
          <cx:pt idx="13423">294.75999999999999</cx:pt>
          <cx:pt idx="13424">379.89999999999998</cx:pt>
          <cx:pt idx="13425">379.89999999999998</cx:pt>
          <cx:pt idx="13426">398.92000000000002</cx:pt>
          <cx:pt idx="13427">209.96000000000001</cx:pt>
          <cx:pt idx="13428">398.92000000000002</cx:pt>
          <cx:pt idx="13429">336.76999999999998</cx:pt>
          <cx:pt idx="13430">379.89999999999998</cx:pt>
          <cx:pt idx="13431">336.76999999999998</cx:pt>
          <cx:pt idx="13432">209.96000000000001</cx:pt>
          <cx:pt idx="13433">202.90000000000001</cx:pt>
          <cx:pt idx="13434">420.52999999999997</cx:pt>
          <cx:pt idx="13435">336.76999999999998</cx:pt>
          <cx:pt idx="13436">420.52999999999997</cx:pt>
          <cx:pt idx="13437">202.90000000000001</cx:pt>
          <cx:pt idx="13438">245.86000000000001</cx:pt>
          <cx:pt idx="13439">100.98</cx:pt>
          <cx:pt idx="13440">101.08</cx:pt>
          <cx:pt idx="13441">100.98</cx:pt>
          <cx:pt idx="13442">287.44999999999999</cx:pt>
          <cx:pt idx="13443">64.980000000000004</cx:pt>
          <cx:pt idx="13444">367.77999999999997</cx:pt>
          <cx:pt idx="13445">368.99000000000001</cx:pt>
          <cx:pt idx="13446">49.590000000000003</cx:pt>
          <cx:pt idx="13447">64.980000000000004</cx:pt>
          <cx:pt idx="13448">-18.039999999999999</cx:pt>
          <cx:pt idx="13449">558.94000000000005</cx:pt>
          <cx:pt idx="13450">479.08999999999997</cx:pt>
          <cx:pt idx="13451">219.97</cx:pt>
          <cx:pt idx="13452">467.17000000000002</cx:pt>
          <cx:pt idx="13453">479.08999999999997</cx:pt>
          <cx:pt idx="13454">319.38999999999999</cx:pt>
          <cx:pt idx="13455">399.24000000000001</cx:pt>
          <cx:pt idx="13456">287.93000000000001</cx:pt>
          <cx:pt idx="13457">78.620000000000005</cx:pt>
          <cx:pt idx="13458">121.98</cx:pt>
          <cx:pt idx="13459">32.810000000000002</cx:pt>
          <cx:pt idx="13460">131.97999999999999</cx:pt>
          <cx:pt idx="13461">197.97</cx:pt>
          <cx:pt idx="13462">31.68</cx:pt>
          <cx:pt idx="13463">52.600000000000001</cx:pt>
          <cx:pt idx="13464">237.96000000000001</cx:pt>
          <cx:pt idx="13465">184.97</cx:pt>
          <cx:pt idx="13466">169.97999999999999</cx:pt>
          <cx:pt idx="13467">146.97</cx:pt>
          <cx:pt idx="13468">132.27000000000001</cx:pt>
          <cx:pt idx="13469">169.97999999999999</cx:pt>
          <cx:pt idx="13470">184.97</cx:pt>
          <cx:pt idx="13471">146.97</cx:pt>
          <cx:pt idx="13472">146.97</cx:pt>
          <cx:pt idx="13473">169.97999999999999</cx:pt>
          <cx:pt idx="13474">165.16999999999999</cx:pt>
          <cx:pt idx="13475">110.95</cx:pt>
          <cx:pt idx="13476">174.97</cx:pt>
          <cx:pt idx="13477">166.47</cx:pt>
          <cx:pt idx="13478">169.61000000000001</cx:pt>
          <cx:pt idx="13479">131.97999999999999</cx:pt>
          <cx:pt idx="13480">134.97</cx:pt>
          <cx:pt idx="13481">121.98</cx:pt>
          <cx:pt idx="13482">184.97</cx:pt>
          <cx:pt idx="13483">75.980000000000004</cx:pt>
          <cx:pt idx="13484">160.93000000000001</cx:pt>
          <cx:pt idx="13485">146.97</cx:pt>
          <cx:pt idx="13486">146.97</cx:pt>
          <cx:pt idx="13487">121.98</cx:pt>
          <cx:pt idx="13488">134.97999999999999</cx:pt>
          <cx:pt idx="13489">53.43</cx:pt>
          <cx:pt idx="13490">134.97999999999999</cx:pt>
          <cx:pt idx="13491">134.97999999999999</cx:pt>
          <cx:pt idx="13492">90.510000000000005</cx:pt>
          <cx:pt idx="13493">131.97999999999999</cx:pt>
          <cx:pt idx="13494">83.980000000000004</cx:pt>
          <cx:pt idx="13495">163.46000000000001</cx:pt>
          <cx:pt idx="13496">149.97</cx:pt>
          <cx:pt idx="13497">158.97</cx:pt>
          <cx:pt idx="13498">82.980000000000004</cx:pt>
          <cx:pt idx="13499">164.96000000000001</cx:pt>
          <cx:pt idx="13500">135.28</cx:pt>
          <cx:pt idx="13501">124.98</cx:pt>
          <cx:pt idx="13502">195.96000000000001</cx:pt>
          <cx:pt idx="13503">83.280000000000001</cx:pt>
          <cx:pt idx="13504">364.94999999999999</cx:pt>
          <cx:pt idx="13505">161.74000000000001</cx:pt>
          <cx:pt idx="13506">169.97999999999999</cx:pt>
          <cx:pt idx="13507">263.95999999999998</cx:pt>
          <cx:pt idx="13508">259.31999999999999</cx:pt>
          <cx:pt idx="13509">169.97999999999999</cx:pt>
          <cx:pt idx="13510">84.989999999999995</cx:pt>
          <cx:pt idx="13511">119.95999999999999</cx:pt>
          <cx:pt idx="13512">298.26999999999998</cx:pt>
          <cx:pt idx="13513">134.97999999999999</cx:pt>
          <cx:pt idx="13514">169.97999999999999</cx:pt>
          <cx:pt idx="13515">-84.989999999999995</cx:pt>
          <cx:pt idx="13516">254.97</cx:pt>
          <cx:pt idx="13517">263.95999999999998</cx:pt>
          <cx:pt idx="13518">169.97999999999999</cx:pt>
          <cx:pt idx="13519">64.959999999999994</cx:pt>
          <cx:pt idx="13520">254.97</cx:pt>
          <cx:pt idx="13521">254.97</cx:pt>
          <cx:pt idx="13522">52.18</cx:pt>
          <cx:pt idx="13523">254.97</cx:pt>
          <cx:pt idx="13524">254.97</cx:pt>
          <cx:pt idx="13525">263.95999999999998</cx:pt>
          <cx:pt idx="13526">169.97999999999999</cx:pt>
          <cx:pt idx="13527">74.969999999999999</cx:pt>
          <cx:pt idx="13528">84.989999999999995</cx:pt>
          <cx:pt idx="13529">118.47</cx:pt>
          <cx:pt idx="13530">129.34</cx:pt>
          <cx:pt idx="13531">169.97999999999999</cx:pt>
          <cx:pt idx="13532">169.97999999999999</cx:pt>
          <cx:pt idx="13533">183.27000000000001</cx:pt>
          <cx:pt idx="13534">166.96000000000001</cx:pt>
          <cx:pt idx="13535">165.19999999999999</cx:pt>
          <cx:pt idx="13536">153.97999999999999</cx:pt>
          <cx:pt idx="13537">184.97</cx:pt>
          <cx:pt idx="13538">131.97999999999999</cx:pt>
          <cx:pt idx="13539">168.28</cx:pt>
          <cx:pt idx="13540">169.97999999999999</cx:pt>
          <cx:pt idx="13541">84.989999999999995</cx:pt>
          <cx:pt idx="13542">84.989999999999995</cx:pt>
          <cx:pt idx="13543">89.980000000000004</cx:pt>
          <cx:pt idx="13544">127.47</cx:pt>
          <cx:pt idx="13545">129.97999999999999</cx:pt>
          <cx:pt idx="13546">169.97999999999999</cx:pt>
          <cx:pt idx="13547">64.659999999999997</cx:pt>
          <cx:pt idx="13548">102.98</cx:pt>
          <cx:pt idx="13549">102.98</cx:pt>
          <cx:pt idx="13550">131.97999999999999</cx:pt>
          <cx:pt idx="13551">169.97999999999999</cx:pt>
          <cx:pt idx="13552">84.989999999999995</cx:pt>
          <cx:pt idx="13553">169.97999999999999</cx:pt>
          <cx:pt idx="13554">134.97999999999999</cx:pt>
          <cx:pt idx="13555">169.97999999999999</cx:pt>
          <cx:pt idx="13556">169.97999999999999</cx:pt>
          <cx:pt idx="13557">102.98</cx:pt>
          <cx:pt idx="13558">84.989999999999995</cx:pt>
          <cx:pt idx="13559">124.97</cx:pt>
          <cx:pt idx="13560">84.989999999999995</cx:pt>
          <cx:pt idx="13561">91.379999999999995</cx:pt>
          <cx:pt idx="13562">95.980000000000004</cx:pt>
          <cx:pt idx="13563">149.97</cx:pt>
          <cx:pt idx="13564">169.97999999999999</cx:pt>
          <cx:pt idx="13565">199.91</cx:pt>
          <cx:pt idx="13566">260.94999999999999</cx:pt>
          <cx:pt idx="13567">195.56999999999999</cx:pt>
          <cx:pt idx="13568">248.33000000000001</cx:pt>
          <cx:pt idx="13569">391.94999999999999</cx:pt>
          <cx:pt idx="13570">370.98000000000002</cx:pt>
          <cx:pt idx="13571">124.18000000000001</cx:pt>
          <cx:pt idx="13572">254.97</cx:pt>
          <cx:pt idx="13573">171.97</cx:pt>
          <cx:pt idx="13574">94.969999999999999</cx:pt>
          <cx:pt idx="13575">97.980000000000004</cx:pt>
          <cx:pt idx="13576">97.980000000000004</cx:pt>
          <cx:pt idx="13577">84.989999999999995</cx:pt>
          <cx:pt idx="13578">84.989999999999995</cx:pt>
          <cx:pt idx="13579">131.97999999999999</cx:pt>
          <cx:pt idx="13580">84.989999999999995</cx:pt>
          <cx:pt idx="13581">84.989999999999995</cx:pt>
          <cx:pt idx="13582">84.989999999999995</cx:pt>
          <cx:pt idx="13583">84.989999999999995</cx:pt>
          <cx:pt idx="13584">84.989999999999995</cx:pt>
          <cx:pt idx="13585">79.980000000000004</cx:pt>
          <cx:pt idx="13586">84.989999999999995</cx:pt>
          <cx:pt idx="13587">84.989999999999995</cx:pt>
          <cx:pt idx="13588">84.989999999999995</cx:pt>
          <cx:pt idx="13589">84.989999999999995</cx:pt>
          <cx:pt idx="13590">97.980000000000004</cx:pt>
          <cx:pt idx="13591">126.98</cx:pt>
          <cx:pt idx="13592">99.969999999999999</cx:pt>
          <cx:pt idx="13593">197.97</cx:pt>
          <cx:pt idx="13594">209.46000000000001</cx:pt>
          <cx:pt idx="13595">119.97</cx:pt>
          <cx:pt idx="13596">80.230000000000004</cx:pt>
          <cx:pt idx="13597">131.97999999999999</cx:pt>
          <cx:pt idx="13598">131.97999999999999</cx:pt>
          <cx:pt idx="13599">41.090000000000003</cx:pt>
          <cx:pt idx="13600">112.18000000000001</cx:pt>
          <cx:pt idx="13601">105.98</cx:pt>
          <cx:pt idx="13602">125.97</cx:pt>
          <cx:pt idx="13603">57.990000000000002</cx:pt>
          <cx:pt idx="13604">273.95999999999998</cx:pt>
          <cx:pt idx="13605">304.95999999999998</cx:pt>
          <cx:pt idx="13606">254.97</cx:pt>
          <cx:pt idx="13607">197.97</cx:pt>
          <cx:pt idx="13608">178.16999999999999</cx:pt>
          <cx:pt idx="13609">172.97</cx:pt>
          <cx:pt idx="13610">229.97</cx:pt>
          <cx:pt idx="13611">150.97</cx:pt>
          <cx:pt idx="13612">254.97</cx:pt>
          <cx:pt idx="13613">323.94999999999999</cx:pt>
          <cx:pt idx="13614">254.97</cx:pt>
          <cx:pt idx="13615">273.95999999999998</cx:pt>
          <cx:pt idx="13616">229.47</cx:pt>
          <cx:pt idx="13617">254.97</cx:pt>
          <cx:pt idx="13618">93.969999999999999</cx:pt>
          <cx:pt idx="13619">105.98</cx:pt>
          <cx:pt idx="13620">131.97999999999999</cx:pt>
          <cx:pt idx="13621">85.310000000000002</cx:pt>
          <cx:pt idx="13622">174.97</cx:pt>
          <cx:pt idx="13623">171.96000000000001</cx:pt>
          <cx:pt idx="13624">133.96000000000001</cx:pt>
          <cx:pt idx="13625">145.97</cx:pt>
          <cx:pt idx="13626">115.98</cx:pt>
          <cx:pt idx="13627">104.97</cx:pt>
          <cx:pt idx="13628">194.47</cx:pt>
          <cx:pt idx="13629">185.94999999999999</cx:pt>
          <cx:pt idx="13630">171.97</cx:pt>
          <cx:pt idx="13631">79.980000000000004</cx:pt>
          <cx:pt idx="13632">115.97</cx:pt>
          <cx:pt idx="13633">131.97999999999999</cx:pt>
          <cx:pt idx="13634">137.96000000000001</cx:pt>
          <cx:pt idx="13635">171.97</cx:pt>
          <cx:pt idx="13636">131.97999999999999</cx:pt>
          <cx:pt idx="13637">119.97</cx:pt>
          <cx:pt idx="13638">59.979999999999997</cx:pt>
          <cx:pt idx="13639">105.98</cx:pt>
          <cx:pt idx="13640">143.96000000000001</cx:pt>
          <cx:pt idx="13641">65.989999999999995</cx:pt>
          <cx:pt idx="13642">197.97</cx:pt>
          <cx:pt idx="13643">247.75</cx:pt>
          <cx:pt idx="13644">203.36000000000001</cx:pt>
          <cx:pt idx="13645">208.96000000000001</cx:pt>
          <cx:pt idx="13646">236.96000000000001</cx:pt>
          <cx:pt idx="13647">205.68000000000001</cx:pt>
          <cx:pt idx="13648">222.44</cx:pt>
          <cx:pt idx="13649">271.73000000000002</cx:pt>
          <cx:pt idx="13650">134.97</cx:pt>
          <cx:pt idx="13651">139.96000000000001</cx:pt>
          <cx:pt idx="13652">216.31</cx:pt>
          <cx:pt idx="13653">91.959999999999994</cx:pt>
          <cx:pt idx="13654">206.97</cx:pt>
          <cx:pt idx="13655">184.96000000000001</cx:pt>
          <cx:pt idx="13656">184.97</cx:pt>
          <cx:pt idx="13657">134.97</cx:pt>
          <cx:pt idx="13658">258.94</cx:pt>
          <cx:pt idx="13659">209.97</cx:pt>
          <cx:pt idx="13660">169.97999999999999</cx:pt>
          <cx:pt idx="13661">222.47</cx:pt>
          <cx:pt idx="13662">238.96000000000001</cx:pt>
          <cx:pt idx="13663">218.93000000000001</cx:pt>
          <cx:pt idx="13664">495.98000000000002</cx:pt>
          <cx:pt idx="13665">239.53999999999999</cx:pt>
          <cx:pt idx="13666">391.94</cx:pt>
          <cx:pt idx="13667">293.94999999999999</cx:pt>
          <cx:pt idx="13668">163.75</cx:pt>
          <cx:pt idx="13669">251.63</cx:pt>
          <cx:pt idx="13670">193.55000000000001</cx:pt>
          <cx:pt idx="13671">231.03</cx:pt>
          <cx:pt idx="13672">287.89999999999998</cx:pt>
          <cx:pt idx="13673">214.09999999999999</cx:pt>
          <cx:pt idx="13674">378.42000000000002</cx:pt>
          <cx:pt idx="13675">307.26999999999998</cx:pt>
          <cx:pt idx="13676">290.32999999999998</cx:pt>
          <cx:pt idx="13677">67.709999999999994</cx:pt>
          <cx:pt idx="13678">273.36000000000001</cx:pt>
          <cx:pt idx="13679">210.47999999999999</cx:pt>
          <cx:pt idx="13680">78.980000000000004</cx:pt>
          <cx:pt idx="13681">65.989999999999995</cx:pt>
          <cx:pt idx="13682">106.98</cx:pt>
          <cx:pt idx="13683">94.510000000000005</cx:pt>
          <cx:pt idx="13684">65.989999999999995</cx:pt>
          <cx:pt idx="13685">84.989999999999995</cx:pt>
          <cx:pt idx="13686">65.989999999999995</cx:pt>
          <cx:pt idx="13687">63.979999999999997</cx:pt>
          <cx:pt idx="13688">59.990000000000002</cx:pt>
          <cx:pt idx="13689">50.990000000000002</cx:pt>
          <cx:pt idx="13690">65.989999999999995</cx:pt>
          <cx:pt idx="13691">65.989999999999995</cx:pt>
          <cx:pt idx="13692">34.009999999999998</cx:pt>
          <cx:pt idx="13693">65.989999999999995</cx:pt>
          <cx:pt idx="13694">65.989999999999995</cx:pt>
          <cx:pt idx="13695">84.980000000000004</cx:pt>
          <cx:pt idx="13696">65.989999999999995</cx:pt>
          <cx:pt idx="13697">115.03</cx:pt>
          <cx:pt idx="13698">65.989999999999995</cx:pt>
          <cx:pt idx="13699">65.989999999999995</cx:pt>
          <cx:pt idx="13700">65.989999999999995</cx:pt>
          <cx:pt idx="13701">65.989999999999995</cx:pt>
          <cx:pt idx="13702">65.989999999999995</cx:pt>
          <cx:pt idx="13703">58.979999999999997</cx:pt>
          <cx:pt idx="13704">65.989999999999995</cx:pt>
          <cx:pt idx="13705">56.090000000000003</cx:pt>
          <cx:pt idx="13706">65.989999999999995</cx:pt>
          <cx:pt idx="13707">62.689999999999998</cx:pt>
          <cx:pt idx="13708">101.98</cx:pt>
          <cx:pt idx="13709">65.989999999999995</cx:pt>
          <cx:pt idx="13710">65.989999999999995</cx:pt>
          <cx:pt idx="13711">70.980000000000004</cx:pt>
          <cx:pt idx="13712">53.780000000000001</cx:pt>
          <cx:pt idx="13713">84.980000000000004</cx:pt>
          <cx:pt idx="13714">61.619999999999997</cx:pt>
          <cx:pt idx="13715">70.980000000000004</cx:pt>
          <cx:pt idx="13716">67.290000000000006</cx:pt>
          <cx:pt idx="13717">67.489999999999995</cx:pt>
          <cx:pt idx="13718">84.969999999999999</cx:pt>
          <cx:pt idx="13719">65.989999999999995</cx:pt>
          <cx:pt idx="13720">65.989999999999995</cx:pt>
          <cx:pt idx="13721">57.509999999999998</cx:pt>
          <cx:pt idx="13722">97.969999999999999</cx:pt>
          <cx:pt idx="13723">126.98</cx:pt>
          <cx:pt idx="13724">60.359999999999999</cx:pt>
          <cx:pt idx="13725">108.78</cx:pt>
          <cx:pt idx="13726">-14</cx:pt>
          <cx:pt idx="13727">65.989999999999995</cx:pt>
          <cx:pt idx="13728">65.989999999999995</cx:pt>
          <cx:pt idx="13729">65.989999999999995</cx:pt>
          <cx:pt idx="13730">58.979999999999997</cx:pt>
          <cx:pt idx="13731">65.989999999999995</cx:pt>
          <cx:pt idx="13732">79.980000000000004</cx:pt>
          <cx:pt idx="13733">54.979999999999997</cx:pt>
          <cx:pt idx="13734">127.48999999999999</cx:pt>
          <cx:pt idx="13735">314.89999999999998</cx:pt>
          <cx:pt idx="13736">230.93000000000001</cx:pt>
          <cx:pt idx="13737">248.94</cx:pt>
          <cx:pt idx="13738">185.93000000000001</cx:pt>
          <cx:pt idx="13739">206.94999999999999</cx:pt>
          <cx:pt idx="13740">269.91000000000003</cx:pt>
          <cx:pt idx="13741">309.89999999999998</cx:pt>
          <cx:pt idx="13742">278.91000000000003</cx:pt>
          <cx:pt idx="13743">299.89999999999998</cx:pt>
          <cx:pt idx="13744">119.95999999999999</cx:pt>
          <cx:pt idx="13745">158.94999999999999</cx:pt>
          <cx:pt idx="13746">239.91999999999999</cx:pt>
          <cx:pt idx="13747">309.89999999999998</cx:pt>
          <cx:pt idx="13748">213.24000000000001</cx:pt>
          <cx:pt idx="13749">299.89999999999998</cx:pt>
          <cx:pt idx="13750">309.89999999999998</cx:pt>
          <cx:pt idx="13751">234.91999999999999</cx:pt>
          <cx:pt idx="13752">239.91999999999999</cx:pt>
          <cx:pt idx="13753">123.95999999999999</cx:pt>
          <cx:pt idx="13754">309.89999999999998</cx:pt>
          <cx:pt idx="13755">119.95999999999999</cx:pt>
          <cx:pt idx="13756">222.24000000000001</cx:pt>
          <cx:pt idx="13757">239.53999999999999</cx:pt>
          <cx:pt idx="13758">79.989999999999995</cx:pt>
          <cx:pt idx="13759">61.689999999999998</cx:pt>
          <cx:pt idx="13760">80.349999999999994</cx:pt>
          <cx:pt idx="13761">80.349999999999994</cx:pt>
          <cx:pt idx="13762">80.939999999999998</cx:pt>
          <cx:pt idx="13763">81.049999999999997</cx:pt>
          <cx:pt idx="13764">73.060000000000002</cx:pt>
          <cx:pt idx="13765">95.299999999999997</cx:pt>
          <cx:pt idx="13766">111.28</cx:pt>
          <cx:pt idx="13767">81.049999999999997</cx:pt>
          <cx:pt idx="13768">97.969999999999999</cx:pt>
          <cx:pt idx="13769">81.049999999999997</cx:pt>
          <cx:pt idx="13770">97.969999999999999</cx:pt>
          <cx:pt idx="13771">79.849999999999994</cx:pt>
          <cx:pt idx="13772">81.049999999999997</cx:pt>
          <cx:pt idx="13773">81.049999999999997</cx:pt>
          <cx:pt idx="13774">67.689999999999998</cx:pt>
          <cx:pt idx="13775">104.02</cx:pt>
          <cx:pt idx="13776">79.849999999999994</cx:pt>
          <cx:pt idx="13777">85.870000000000005</cx:pt>
          <cx:pt idx="13778">209.78</cx:pt>
          <cx:pt idx="13779">169.97999999999999</cx:pt>
          <cx:pt idx="13780">140.97</cx:pt>
          <cx:pt idx="13781">111.01000000000001</cx:pt>
          <cx:pt idx="13782">131.97999999999999</cx:pt>
          <cx:pt idx="13783">169.97999999999999</cx:pt>
          <cx:pt idx="13784">199.47</cx:pt>
          <cx:pt idx="13785">131.97999999999999</cx:pt>
          <cx:pt idx="13786">131.97999999999999</cx:pt>
          <cx:pt idx="13787">131.97999999999999</cx:pt>
          <cx:pt idx="13788">200.97</cx:pt>
          <cx:pt idx="13789">128.84999999999999</cx:pt>
          <cx:pt idx="13790">172.96000000000001</cx:pt>
          <cx:pt idx="13791">131.97999999999999</cx:pt>
          <cx:pt idx="13792">169.97999999999999</cx:pt>
          <cx:pt idx="13793">72.700000000000003</cx:pt>
          <cx:pt idx="13794">97.989999999999995</cx:pt>
          <cx:pt idx="13795">79.849999999999994</cx:pt>
          <cx:pt idx="13796">79.849999999999994</cx:pt>
          <cx:pt idx="13797">90.730000000000004</cx:pt>
          <cx:pt idx="13798">101.01000000000001</cx:pt>
          <cx:pt idx="13799">79.849999999999994</cx:pt>
          <cx:pt idx="13800">79.849999999999994</cx:pt>
          <cx:pt idx="13801">47.229999999999997</cx:pt>
          <cx:pt idx="13802">48.890000000000001</cx:pt>
          <cx:pt idx="13803">97.989999999999995</cx:pt>
          <cx:pt idx="13804">45.159999999999997</cx:pt>
          <cx:pt idx="13805">50.189999999999998</cx:pt>
          <cx:pt idx="13806">91.030000000000001</cx:pt>
          <cx:pt idx="13807">79.849999999999994</cx:pt>
          <cx:pt idx="13808">79.849999999999994</cx:pt>
          <cx:pt idx="13809">79.849999999999994</cx:pt>
          <cx:pt idx="13810">79.849999999999994</cx:pt>
          <cx:pt idx="13811">79.849999999999994</cx:pt>
          <cx:pt idx="13812">97.989999999999995</cx:pt>
          <cx:pt idx="13813">49.590000000000003</cx:pt>
          <cx:pt idx="13814">79.849999999999994</cx:pt>
          <cx:pt idx="13815">79.849999999999994</cx:pt>
          <cx:pt idx="13816">79.849999999999994</cx:pt>
          <cx:pt idx="13817">79.849999999999994</cx:pt>
          <cx:pt idx="13818">77.969999999999999</cx:pt>
          <cx:pt idx="13819">212.56999999999999</cx:pt>
          <cx:pt idx="13820">86.969999999999999</cx:pt>
          <cx:pt idx="13821">188.97</cx:pt>
          <cx:pt idx="13822">191.94999999999999</cx:pt>
          <cx:pt idx="13823">131.02000000000001</cx:pt>
          <cx:pt idx="13824">218.94</cx:pt>
          <cx:pt idx="13825">218.96000000000001</cx:pt>
          <cx:pt idx="13826">240.93000000000001</cx:pt>
          <cx:pt idx="13827">69.959999999999994</cx:pt>
          <cx:pt idx="13828">41.979999999999997</cx:pt>
          <cx:pt idx="13829">233.87</cx:pt>
          <cx:pt idx="13830">169.97999999999999</cx:pt>
          <cx:pt idx="13831">299.94</cx:pt>
          <cx:pt idx="13832">254.97</cx:pt>
          <cx:pt idx="13833">167.83000000000001</cx:pt>
          <cx:pt idx="13834">224.96000000000001</cx:pt>
          <cx:pt idx="13835">120.97</cx:pt>
          <cx:pt idx="13836">263.17000000000002</cx:pt>
          <cx:pt idx="13837">128.94999999999999</cx:pt>
          <cx:pt idx="13838">329.05000000000001</cx:pt>
          <cx:pt idx="13839">197.97</cx:pt>
          <cx:pt idx="13840">199.96000000000001</cx:pt>
          <cx:pt idx="13841">66.530000000000001</cx:pt>
          <cx:pt idx="13842">147.56</cx:pt>
          <cx:pt idx="13843">128.24000000000001</cx:pt>
          <cx:pt idx="13844">128.24000000000001</cx:pt>
          <cx:pt idx="13845">131.72999999999999</cx:pt>
          <cx:pt idx="13846">115.41</cx:pt>
          <cx:pt idx="13847">84.659999999999997</cx:pt>
          <cx:pt idx="13848">114.48</cx:pt>
          <cx:pt idx="13849">128.24000000000001</cx:pt>
          <cx:pt idx="13850">164.50999999999999</cx:pt>
          <cx:pt idx="13851">108.78</cx:pt>
          <cx:pt idx="13852">213.94999999999999</cx:pt>
          <cx:pt idx="13853">152.97999999999999</cx:pt>
          <cx:pt idx="13854">165.97999999999999</cx:pt>
          <cx:pt idx="13855">213.94999999999999</cx:pt>
          <cx:pt idx="13856">130</cx:pt>
          <cx:pt idx="13857">166.27000000000001</cx:pt>
          <cx:pt idx="13858">128.02000000000001</cx:pt>
          <cx:pt idx="13859">154.53999999999999</cx:pt>
          <cx:pt idx="13860">121.98</cx:pt>
          <cx:pt idx="13861">189.24000000000001</cx:pt>
          <cx:pt idx="13862">169.97999999999999</cx:pt>
          <cx:pt idx="13863">159.97999999999999</cx:pt>
          <cx:pt idx="13864">129.24000000000001</cx:pt>
          <cx:pt idx="13865">79.989999999999995</cx:pt>
          <cx:pt idx="13866">131.97999999999999</cx:pt>
          <cx:pt idx="13867">163.59999999999999</cx:pt>
          <cx:pt idx="13868">197.97</cx:pt>
          <cx:pt idx="13869">121.98</cx:pt>
          <cx:pt idx="13870">169.97999999999999</cx:pt>
          <cx:pt idx="13871">79.989999999999995</cx:pt>
          <cx:pt idx="13872">79.989999999999995</cx:pt>
          <cx:pt idx="13873">301.63999999999999</cx:pt>
          <cx:pt idx="13874">224.22999999999999</cx:pt>
          <cx:pt idx="13875">158.91999999999999</cx:pt>
          <cx:pt idx="13876">218.94999999999999</cx:pt>
          <cx:pt idx="13877">159.97999999999999</cx:pt>
          <cx:pt idx="13878">266.19</cx:pt>
          <cx:pt idx="13879">115.56999999999999</cx:pt>
          <cx:pt idx="13880">57.960000000000001</cx:pt>
          <cx:pt idx="13881">159.97999999999999</cx:pt>
          <cx:pt idx="13882">232.96000000000001</cx:pt>
          <cx:pt idx="13883">165.96000000000001</cx:pt>
          <cx:pt idx="13884">145.88999999999999</cx:pt>
          <cx:pt idx="13885">109.78</cx:pt>
          <cx:pt idx="13886">157.97</cx:pt>
          <cx:pt idx="13887">121.98</cx:pt>
          <cx:pt idx="13888">159.97999999999999</cx:pt>
          <cx:pt idx="13889">177.97</cx:pt>
          <cx:pt idx="13890">160.96000000000001</cx:pt>
          <cx:pt idx="13891">60.990000000000002</cx:pt>
          <cx:pt idx="13892">53.969999999999999</cx:pt>
          <cx:pt idx="13893">159.97999999999999</cx:pt>
          <cx:pt idx="13894">139.97</cx:pt>
          <cx:pt idx="13895">159.97999999999999</cx:pt>
          <cx:pt idx="13896">244.50999999999999</cx:pt>
          <cx:pt idx="13897">154.55000000000001</cx:pt>
          <cx:pt idx="13898">239.97</cx:pt>
          <cx:pt idx="13899">348.94</cx:pt>
          <cx:pt idx="13900">388.01999999999998</cx:pt>
          <cx:pt idx="13901">263.95999999999998</cx:pt>
          <cx:pt idx="13902">263.95999999999998</cx:pt>
          <cx:pt idx="13903">212.96000000000001</cx:pt>
          <cx:pt idx="13904">263.95999999999998</cx:pt>
          <cx:pt idx="13905">263.95999999999998</cx:pt>
          <cx:pt idx="13906">159.96000000000001</cx:pt>
          <cx:pt idx="13907">284.93000000000001</cx:pt>
          <cx:pt idx="13908">236.93000000000001</cx:pt>
          <cx:pt idx="13909">299.94</cx:pt>
          <cx:pt idx="13910">89.980000000000004</cx:pt>
          <cx:pt idx="13911">249.94999999999999</cx:pt>
          <cx:pt idx="13912">263.94</cx:pt>
          <cx:pt idx="13913">299.94</cx:pt>
          <cx:pt idx="13914">131.97999999999999</cx:pt>
          <cx:pt idx="13915">65.989999999999995</cx:pt>
          <cx:pt idx="13916">131.97999999999999</cx:pt>
          <cx:pt idx="13917">131.97999999999999</cx:pt>
          <cx:pt idx="13918">131.97999999999999</cx:pt>
          <cx:pt idx="13919">131.97999999999999</cx:pt>
          <cx:pt idx="13920">112.18000000000001</cx:pt>
          <cx:pt idx="13921">146.97</cx:pt>
          <cx:pt idx="13922">124.38</cx:pt>
          <cx:pt idx="13923">89.980000000000004</cx:pt>
          <cx:pt idx="13924">131.97999999999999</cx:pt>
          <cx:pt idx="13925">65.989999999999995</cx:pt>
          <cx:pt idx="13926">146.97</cx:pt>
          <cx:pt idx="13927">84.980000000000004</cx:pt>
          <cx:pt idx="13928">141.84</cx:pt>
          <cx:pt idx="13929">141.53999999999999</cx:pt>
          <cx:pt idx="13930">131.97999999999999</cx:pt>
          <cx:pt idx="13931">131.97999999999999</cx:pt>
          <cx:pt idx="13932">131.97999999999999</cx:pt>
          <cx:pt idx="13933">101.98</cx:pt>
          <cx:pt idx="13934">124.42</cx:pt>
          <cx:pt idx="13935">197.97</cx:pt>
          <cx:pt idx="13936">146.97</cx:pt>
          <cx:pt idx="13937">122.73999999999999</cx:pt>
          <cx:pt idx="13938">101.98</cx:pt>
          <cx:pt idx="13939">146.97</cx:pt>
          <cx:pt idx="13940">161.96000000000001</cx:pt>
          <cx:pt idx="13941">79.980000000000004</cx:pt>
          <cx:pt idx="13942">183.94999999999999</cx:pt>
          <cx:pt idx="13943">155.97</cx:pt>
          <cx:pt idx="13944">105.04000000000001</cx:pt>
          <cx:pt idx="13945">197.97</cx:pt>
          <cx:pt idx="13946">131.97999999999999</cx:pt>
          <cx:pt idx="13947">197.97</cx:pt>
          <cx:pt idx="13948">134.97</cx:pt>
          <cx:pt idx="13949">121.98</cx:pt>
          <cx:pt idx="13950">126.83</cx:pt>
          <cx:pt idx="13951">234.34999999999999</cx:pt>
          <cx:pt idx="13952">138.96000000000001</cx:pt>
          <cx:pt idx="13953">134.97</cx:pt>
          <cx:pt idx="13954">201.93000000000001</cx:pt>
          <cx:pt idx="13955">289.38</cx:pt>
          <cx:pt idx="13956">259.93000000000001</cx:pt>
          <cx:pt idx="13957">241.94</cx:pt>
          <cx:pt idx="13958">109.28</cx:pt>
          <cx:pt idx="13959">209.97</cx:pt>
          <cx:pt idx="13960">228.96000000000001</cx:pt>
          <cx:pt idx="13961">163.25999999999999</cx:pt>
          <cx:pt idx="13962">72.680000000000007</cx:pt>
          <cx:pt idx="13963">165.56999999999999</cx:pt>
          <cx:pt idx="13964">173.94999999999999</cx:pt>
          <cx:pt idx="13965">124.98</cx:pt>
          <cx:pt idx="13966">124.97</cx:pt>
          <cx:pt idx="13967">206.50999999999999</cx:pt>
          <cx:pt idx="13968">112.97</cx:pt>
          <cx:pt idx="13969">169.97999999999999</cx:pt>
          <cx:pt idx="13970">137.97999999999999</cx:pt>
          <cx:pt idx="13971">241.94</cx:pt>
          <cx:pt idx="13972">138.96000000000001</cx:pt>
          <cx:pt idx="13973">147.96000000000001</cx:pt>
          <cx:pt idx="13974">96.019999999999996</cx:pt>
          <cx:pt idx="13975">212.19999999999999</cx:pt>
          <cx:pt idx="13976">251.94</cx:pt>
          <cx:pt idx="13977">164.96000000000001</cx:pt>
          <cx:pt idx="13978">198.94999999999999</cx:pt>
          <cx:pt idx="13979">131.97999999999999</cx:pt>
          <cx:pt idx="13980">112.95999999999999</cx:pt>
          <cx:pt idx="13981">128.25999999999999</cx:pt>
          <cx:pt idx="13982">147.13999999999999</cx:pt>
          <cx:pt idx="13983">172.97</cx:pt>
          <cx:pt idx="13984">129.97999999999999</cx:pt>
          <cx:pt idx="13985">189.96000000000001</cx:pt>
          <cx:pt idx="13986">169.97999999999999</cx:pt>
          <cx:pt idx="13987">275.74000000000001</cx:pt>
          <cx:pt idx="13988">193.16</cx:pt>
          <cx:pt idx="13989">192.59999999999999</cx:pt>
          <cx:pt idx="13990">334.38</cx:pt>
          <cx:pt idx="13991">153.27000000000001</cx:pt>
          <cx:pt idx="13992">131.97999999999999</cx:pt>
          <cx:pt idx="13993">130.38</cx:pt>
          <cx:pt idx="13994">128.97999999999999</cx:pt>
          <cx:pt idx="13995">295.50999999999999</cx:pt>
          <cx:pt idx="13996">164.28</cx:pt>
          <cx:pt idx="13997">205.96000000000001</cx:pt>
          <cx:pt idx="13998">130.66</cx:pt>
          <cx:pt idx="13999">169.97999999999999</cx:pt>
          <cx:pt idx="14000">268.63999999999999</cx:pt>
          <cx:pt idx="14001">161.72999999999999</cx:pt>
          <cx:pt idx="14002">153.97</cx:pt>
          <cx:pt idx="14003">209.94</cx:pt>
          <cx:pt idx="14004">84.989999999999995</cx:pt>
          <cx:pt idx="14005">159.97999999999999</cx:pt>
          <cx:pt idx="14006">88.379999999999995</cx:pt>
          <cx:pt idx="14007">99.959999999999994</cx:pt>
          <cx:pt idx="14008">19.989999999999998</cx:pt>
          <cx:pt idx="14009">117.95999999999999</cx:pt>
          <cx:pt idx="14010">178.22</cx:pt>
          <cx:pt idx="14011">88.980000000000004</cx:pt>
          <cx:pt idx="14012">169.97999999999999</cx:pt>
          <cx:pt idx="14013">119.98</cx:pt>
          <cx:pt idx="14014">54.840000000000003</cx:pt>
          <cx:pt idx="14015">68.019999999999996</cx:pt>
          <cx:pt idx="14016">139.97999999999999</cx:pt>
          <cx:pt idx="14017">181.94999999999999</cx:pt>
          <cx:pt idx="14018">104.98</cx:pt>
          <cx:pt idx="14019">81.599999999999994</cx:pt>
          <cx:pt idx="14020">135.75999999999999</cx:pt>
          <cx:pt idx="14021">104.98</cx:pt>
          <cx:pt idx="14022">110.98</cx:pt>
          <cx:pt idx="14023">82.769999999999996</cx:pt>
          <cx:pt idx="14024">89.079999999999998</cx:pt>
          <cx:pt idx="14025">105.97</cx:pt>
          <cx:pt idx="14026">165.84</cx:pt>
          <cx:pt idx="14027">130.38</cx:pt>
          <cx:pt idx="14028">102.09</cx:pt>
          <cx:pt idx="14029">105.08</cx:pt>
          <cx:pt idx="14030">68.989999999999995</cx:pt>
          <cx:pt idx="14031">76.409999999999997</cx:pt>
          <cx:pt idx="14032">104.13</cx:pt>
          <cx:pt idx="14033">180.91</cx:pt>
          <cx:pt idx="14034">124.97</cx:pt>
          <cx:pt idx="14035">135.90000000000001</cx:pt>
          <cx:pt idx="14036">199.96000000000001</cx:pt>
          <cx:pt idx="14037">131.97999999999999</cx:pt>
          <cx:pt idx="14038">134.97999999999999</cx:pt>
          <cx:pt idx="14039">169.97999999999999</cx:pt>
          <cx:pt idx="14040">291.95999999999998</cx:pt>
          <cx:pt idx="14041">131.97999999999999</cx:pt>
          <cx:pt idx="14042">251.94</cx:pt>
          <cx:pt idx="14043">74.989999999999995</cx:pt>
          <cx:pt idx="14044">68.989999999999995</cx:pt>
          <cx:pt idx="14045">140.97</cx:pt>
          <cx:pt idx="14046">288.97000000000003</cx:pt>
          <cx:pt idx="14047">314.95999999999998</cx:pt>
          <cx:pt idx="14048">62.469999999999999</cx:pt>
          <cx:pt idx="14049">147.97999999999999</cx:pt>
          <cx:pt idx="14050">275.95999999999998</cx:pt>
          <cx:pt idx="14051">339.95999999999998</cx:pt>
          <cx:pt idx="14052">89.980000000000004</cx:pt>
          <cx:pt idx="14053">335.89999999999998</cx:pt>
          <cx:pt idx="14054">84.989999999999995</cx:pt>
          <cx:pt idx="14055">131.97999999999999</cx:pt>
          <cx:pt idx="14056">169.97999999999999</cx:pt>
          <cx:pt idx="14057">169.97999999999999</cx:pt>
          <cx:pt idx="14058">169.97999999999999</cx:pt>
          <cx:pt idx="14059">131.97999999999999</cx:pt>
          <cx:pt idx="14060">112.98</cx:pt>
          <cx:pt idx="14061">169.97999999999999</cx:pt>
          <cx:pt idx="14062">131.97999999999999</cx:pt>
          <cx:pt idx="14063">184.97</cx:pt>
          <cx:pt idx="14064">131.97999999999999</cx:pt>
          <cx:pt idx="14065">131.97999999999999</cx:pt>
          <cx:pt idx="14066">157.97999999999999</cx:pt>
          <cx:pt idx="14067">169.97999999999999</cx:pt>
          <cx:pt idx="14068">169.97999999999999</cx:pt>
          <cx:pt idx="14069">169.97999999999999</cx:pt>
          <cx:pt idx="14070">99.980000000000004</cx:pt>
          <cx:pt idx="14071">84.989999999999995</cx:pt>
          <cx:pt idx="14072">184.97</cx:pt>
          <cx:pt idx="14073">184.97</cx:pt>
          <cx:pt idx="14074">184.97</cx:pt>
          <cx:pt idx="14075">169.97999999999999</cx:pt>
          <cx:pt idx="14076">159.97999999999999</cx:pt>
          <cx:pt idx="14077">99.980000000000004</cx:pt>
          <cx:pt idx="14078">169.97999999999999</cx:pt>
          <cx:pt idx="14079">223.16</cx:pt>
          <cx:pt idx="14080">254.97</cx:pt>
          <cx:pt idx="14081">201.96000000000001</cx:pt>
          <cx:pt idx="14082">169.97999999999999</cx:pt>
          <cx:pt idx="14083">172.74000000000001</cx:pt>
          <cx:pt idx="14084">169.97999999999999</cx:pt>
          <cx:pt idx="14085">311.93000000000001</cx:pt>
          <cx:pt idx="14086">169.97999999999999</cx:pt>
          <cx:pt idx="14087">239.16999999999999</cx:pt>
          <cx:pt idx="14088">185.97</cx:pt>
          <cx:pt idx="14089">229.59</cx:pt>
          <cx:pt idx="14090">153.97</cx:pt>
          <cx:pt idx="14091">124.97</cx:pt>
          <cx:pt idx="14092">254.97</cx:pt>
          <cx:pt idx="14093">169.97999999999999</cx:pt>
          <cx:pt idx="14094">216.93000000000001</cx:pt>
          <cx:pt idx="14095">187.47</cx:pt>
          <cx:pt idx="14096">243.56999999999999</cx:pt>
          <cx:pt idx="14097">60.700000000000003</cx:pt>
          <cx:pt idx="14098">86.349999999999994</cx:pt>
          <cx:pt idx="14099">81.519999999999996</cx:pt>
          <cx:pt idx="14100">97.969999999999999</cx:pt>
          <cx:pt idx="14101">50.979999999999997</cx:pt>
          <cx:pt idx="14102">67.980000000000004</cx:pt>
          <cx:pt idx="14103">101.95999999999999</cx:pt>
          <cx:pt idx="14104">81.969999999999999</cx:pt>
          <cx:pt idx="14105">81.400000000000006</cx:pt>
          <cx:pt idx="14106">78.969999999999999</cx:pt>
          <cx:pt idx="14107">60.979999999999997</cx:pt>
          <cx:pt idx="14108">60.979999999999997</cx:pt>
          <cx:pt idx="14109">69.109999999999999</cx:pt>
          <cx:pt idx="14110">50.969999999999999</cx:pt>
          <cx:pt idx="14111">115.95999999999999</cx:pt>
          <cx:pt idx="14112">126.90000000000001</cx:pt>
          <cx:pt idx="14113">93.099999999999994</cx:pt>
          <cx:pt idx="14114">78.969999999999999</cx:pt>
          <cx:pt idx="14115">125.7</cx:pt>
          <cx:pt idx="14116">55.979999999999997</cx:pt>
          <cx:pt idx="14117">94.969999999999999</cx:pt>
          <cx:pt idx="14118">68.099999999999994</cx:pt>
          <cx:pt idx="14119">74.969999999999999</cx:pt>
          <cx:pt idx="14120">85.159999999999997</cx:pt>
          <cx:pt idx="14121">67.980000000000004</cx:pt>
          <cx:pt idx="14122">107.95999999999999</cx:pt>
          <cx:pt idx="14123">92.969999999999999</cx:pt>
          <cx:pt idx="14124">85.510000000000005</cx:pt>
          <cx:pt idx="14125">104.56</cx:pt>
          <cx:pt idx="14126">114.95999999999999</cx:pt>
          <cx:pt idx="14127">162.21000000000001</cx:pt>
          <cx:pt idx="14128">169.97999999999999</cx:pt>
          <cx:pt idx="14129">169.97999999999999</cx:pt>
          <cx:pt idx="14130">169.97999999999999</cx:pt>
          <cx:pt idx="14131">206.97</cx:pt>
          <cx:pt idx="14132">162.80000000000001</cx:pt>
          <cx:pt idx="14133">169.97999999999999</cx:pt>
          <cx:pt idx="14134">156.38</cx:pt>
          <cx:pt idx="14135">169.97999999999999</cx:pt>
          <cx:pt idx="14136">169.97999999999999</cx:pt>
          <cx:pt idx="14137">254.97</cx:pt>
          <cx:pt idx="14138">169.97999999999999</cx:pt>
          <cx:pt idx="14139">139.97999999999999</cx:pt>
          <cx:pt idx="14140">169.97999999999999</cx:pt>
          <cx:pt idx="14141">169.97999999999999</cx:pt>
          <cx:pt idx="14142">169.97999999999999</cx:pt>
          <cx:pt idx="14143">254.97</cx:pt>
          <cx:pt idx="14144">169.97999999999999</cx:pt>
          <cx:pt idx="14145">121.98</cx:pt>
          <cx:pt idx="14146">224.5</cx:pt>
          <cx:pt idx="14147">169.97999999999999</cx:pt>
          <cx:pt idx="14148">124.18000000000001</cx:pt>
          <cx:pt idx="14149">199.96000000000001</cx:pt>
          <cx:pt idx="14150">169.97999999999999</cx:pt>
          <cx:pt idx="14151">144.47999999999999</cx:pt>
          <cx:pt idx="14152">172.97</cx:pt>
          <cx:pt idx="14153">161.25999999999999</cx:pt>
          <cx:pt idx="14154">77.040000000000006</cx:pt>
          <cx:pt idx="14155">150.18000000000001</cx:pt>
          <cx:pt idx="14156">169.97999999999999</cx:pt>
          <cx:pt idx="14157">147.97</cx:pt>
          <cx:pt idx="14158">163.84999999999999</cx:pt>
          <cx:pt idx="14159">99.980000000000004</cx:pt>
          <cx:pt idx="14160">172.97</cx:pt>
          <cx:pt idx="14161">169.97999999999999</cx:pt>
          <cx:pt idx="14162">169.97999999999999</cx:pt>
          <cx:pt idx="14163">188.97</cx:pt>
          <cx:pt idx="14164">169.97999999999999</cx:pt>
          <cx:pt idx="14165">169.97999999999999</cx:pt>
          <cx:pt idx="14166">188.97</cx:pt>
          <cx:pt idx="14167">169.97999999999999</cx:pt>
          <cx:pt idx="14168">169.97999999999999</cx:pt>
          <cx:pt idx="14169">178.97</cx:pt>
          <cx:pt idx="14170">188.97</cx:pt>
          <cx:pt idx="14171">182.97</cx:pt>
          <cx:pt idx="14172">188.97</cx:pt>
          <cx:pt idx="14173">188.97</cx:pt>
          <cx:pt idx="14174">188.97</cx:pt>
          <cx:pt idx="14175">169.97999999999999</cx:pt>
          <cx:pt idx="14176">188.97</cx:pt>
          <cx:pt idx="14177">160.97</cx:pt>
          <cx:pt idx="14178">159.97999999999999</cx:pt>
          <cx:pt idx="14179">188.97</cx:pt>
          <cx:pt idx="14180">169.97999999999999</cx:pt>
          <cx:pt idx="14181">188.97</cx:pt>
          <cx:pt idx="14182">110.98</cx:pt>
          <cx:pt idx="14183">277.82999999999998</cx:pt>
          <cx:pt idx="14184">226.84999999999999</cx:pt>
          <cx:pt idx="14185">83.980000000000004</cx:pt>
          <cx:pt idx="14186">102.98</cx:pt>
          <cx:pt idx="14187">97.980000000000004</cx:pt>
          <cx:pt idx="14188">83.980000000000004</cx:pt>
          <cx:pt idx="14189">104.97</cx:pt>
          <cx:pt idx="14190">104.97</cx:pt>
          <cx:pt idx="14191">102.98</cx:pt>
          <cx:pt idx="14192">102.98</cx:pt>
          <cx:pt idx="14193">83.980000000000004</cx:pt>
          <cx:pt idx="14194">156.96000000000001</cx:pt>
          <cx:pt idx="14195">65.989999999999995</cx:pt>
          <cx:pt idx="14196">46.289999999999999</cx:pt>
          <cx:pt idx="14197">90.329999999999998</cx:pt>
          <cx:pt idx="14198">102.98</cx:pt>
          <cx:pt idx="14199">97.980000000000004</cx:pt>
          <cx:pt idx="14200">83.980000000000004</cx:pt>
          <cx:pt idx="14201">102.98</cx:pt>
          <cx:pt idx="14202">46.289999999999999</cx:pt>
          <cx:pt idx="14203">97.980000000000004</cx:pt>
          <cx:pt idx="14204">102.98</cx:pt>
          <cx:pt idx="14205">102.98</cx:pt>
          <cx:pt idx="14206">102.98</cx:pt>
          <cx:pt idx="14207">83.980000000000004</cx:pt>
          <cx:pt idx="14208">102.98</cx:pt>
          <cx:pt idx="14209">83.930000000000007</cx:pt>
          <cx:pt idx="14210">129.97999999999999</cx:pt>
          <cx:pt idx="14211">99.980000000000004</cx:pt>
          <cx:pt idx="14212">84.989999999999995</cx:pt>
          <cx:pt idx="14213">212.96000000000001</cx:pt>
          <cx:pt idx="14214">84.140000000000001</cx:pt>
          <cx:pt idx="14215">104.38</cx:pt>
          <cx:pt idx="14216">84.989999999999995</cx:pt>
          <cx:pt idx="14217">120.66</cx:pt>
          <cx:pt idx="14218">111.98</cx:pt>
          <cx:pt idx="14219">158.63999999999999</cx:pt>
          <cx:pt idx="14220">84.140000000000001</cx:pt>
          <cx:pt idx="14221">169.97999999999999</cx:pt>
          <cx:pt idx="14222">131.97999999999999</cx:pt>
          <cx:pt idx="14223">169.97999999999999</cx:pt>
          <cx:pt idx="14224">169.97999999999999</cx:pt>
          <cx:pt idx="14225">169.97999999999999</cx:pt>
          <cx:pt idx="14226">169.97999999999999</cx:pt>
          <cx:pt idx="14227">169.97999999999999</cx:pt>
          <cx:pt idx="14228">157.72</cx:pt>
          <cx:pt idx="14229">169.97999999999999</cx:pt>
          <cx:pt idx="14230">159.97999999999999</cx:pt>
          <cx:pt idx="14231">121.98</cx:pt>
          <cx:pt idx="14232">169.97999999999999</cx:pt>
          <cx:pt idx="14233">169.97999999999999</cx:pt>
          <cx:pt idx="14234">131.97999999999999</cx:pt>
          <cx:pt idx="14235">104.16</cx:pt>
          <cx:pt idx="14236">254.97</cx:pt>
          <cx:pt idx="14237">169.96000000000001</cx:pt>
          <cx:pt idx="14238">119.97</cx:pt>
          <cx:pt idx="14239">254.97</cx:pt>
          <cx:pt idx="14240">254.97</cx:pt>
          <cx:pt idx="14241">248.37</cx:pt>
          <cx:pt idx="14242">52.310000000000002</cx:pt>
          <cx:pt idx="14243">197.97</cx:pt>
          <cx:pt idx="14244">254.97</cx:pt>
          <cx:pt idx="14245">178.47999999999999</cx:pt>
          <cx:pt idx="14246">122.53</cx:pt>
          <cx:pt idx="14247">254.97</cx:pt>
          <cx:pt idx="14248">229.97</cx:pt>
          <cx:pt idx="14249">14.99</cx:pt>
          <cx:pt idx="14250">178.16999999999999</cx:pt>
          <cx:pt idx="14251">233.31999999999999</cx:pt>
          <cx:pt idx="14252">284.94999999999999</cx:pt>
          <cx:pt idx="14253">292.94</cx:pt>
          <cx:pt idx="14254">201.94999999999999</cx:pt>
          <cx:pt idx="14255">161.96000000000001</cx:pt>
          <cx:pt idx="14256">169.53</cx:pt>
          <cx:pt idx="14257">110.95999999999999</cx:pt>
          <cx:pt idx="14258">99.670000000000002</cx:pt>
          <cx:pt idx="14259">201.94999999999999</cx:pt>
          <cx:pt idx="14260">269.91000000000003</cx:pt>
          <cx:pt idx="14261">258.31</cx:pt>
          <cx:pt idx="14262">209.93000000000001</cx:pt>
          <cx:pt idx="14263">292.10000000000002</cx:pt>
          <cx:pt idx="14264">209.93000000000001</cx:pt>
          <cx:pt idx="14265">258.31</cx:pt>
          <cx:pt idx="14266">239.91999999999999</cx:pt>
          <cx:pt idx="14267">209.93000000000001</cx:pt>
          <cx:pt idx="14268">209.93000000000001</cx:pt>
          <cx:pt idx="14269">239.91999999999999</cx:pt>
          <cx:pt idx="14270">383.88</cx:pt>
          <cx:pt idx="14271">383.88</cx:pt>
          <cx:pt idx="14272">209.93000000000001</cx:pt>
          <cx:pt idx="14273">239.91999999999999</cx:pt>
          <cx:pt idx="14274">209.93000000000001</cx:pt>
          <cx:pt idx="14275">239.91999999999999</cx:pt>
          <cx:pt idx="14276">226.5</cx:pt>
          <cx:pt idx="14277">226.5</cx:pt>
          <cx:pt idx="14278">292.10000000000002</cx:pt>
          <cx:pt idx="14279">269.91000000000003</cx:pt>
          <cx:pt idx="14280">191.94</cx:pt>
          <cx:pt idx="14281">179.94</cx:pt>
          <cx:pt idx="14282">239.91999999999999</cx:pt>
          <cx:pt idx="14283">201.53999999999999</cx:pt>
          <cx:pt idx="14284">199.91999999999999</cx:pt>
          <cx:pt idx="14285">239.91999999999999</cx:pt>
          <cx:pt idx="14286">239.91999999999999</cx:pt>
          <cx:pt idx="14287">213.88999999999999</cx:pt>
          <cx:pt idx="14288">239.91999999999999</cx:pt>
          <cx:pt idx="14289">179.94</cx:pt>
          <cx:pt idx="14290">191.94</cx:pt>
          <cx:pt idx="14291">213.88999999999999</cx:pt>
          <cx:pt idx="14292">199.91999999999999</cx:pt>
          <cx:pt idx="14293">239.91999999999999</cx:pt>
          <cx:pt idx="14294">201.53999999999999</cx:pt>
          <cx:pt idx="14295">239.91999999999999</cx:pt>
          <cx:pt idx="14296">120.97</cx:pt>
          <cx:pt idx="14297">198.61000000000001</cx:pt>
          <cx:pt idx="14298">54.979999999999997</cx:pt>
          <cx:pt idx="14299">99.980000000000004</cx:pt>
          <cx:pt idx="14300">18.280000000000001</cx:pt>
          <cx:pt idx="14301">63.969999999999999</cx:pt>
          <cx:pt idx="14302">79.989999999999995</cx:pt>
          <cx:pt idx="14303">51.289999999999999</cx:pt>
          <cx:pt idx="14304">209.94999999999999</cx:pt>
          <cx:pt idx="14305">166.97</cx:pt>
          <cx:pt idx="14306">79.469999999999999</cx:pt>
          <cx:pt idx="14307">190.27000000000001</cx:pt>
          <cx:pt idx="14308">135.97</cx:pt>
          <cx:pt idx="14309">89.980000000000004</cx:pt>
          <cx:pt idx="14310">96.959999999999994</cx:pt>
          <cx:pt idx="14311">186.94999999999999</cx:pt>
          <cx:pt idx="14312">164.97999999999999</cx:pt>
          <cx:pt idx="14313">171.47</cx:pt>
          <cx:pt idx="14314">169.97999999999999</cx:pt>
          <cx:pt idx="14315">131.97999999999999</cx:pt>
          <cx:pt idx="14316">172.97</cx:pt>
          <cx:pt idx="14317">190.97</cx:pt>
          <cx:pt idx="14318">159.11000000000001</cx:pt>
          <cx:pt idx="14319">200.96000000000001</cx:pt>
          <cx:pt idx="14320">169.97999999999999</cx:pt>
          <cx:pt idx="14321">169.97999999999999</cx:pt>
          <cx:pt idx="14322">159.97999999999999</cx:pt>
          <cx:pt idx="14323">169.97999999999999</cx:pt>
          <cx:pt idx="14324">171.97999999999999</cx:pt>
          <cx:pt idx="14325">158.96000000000001</cx:pt>
          <cx:pt idx="14326">117.84999999999999</cx:pt>
          <cx:pt idx="14327">144.96000000000001</cx:pt>
          <cx:pt idx="14328">126.98</cx:pt>
          <cx:pt idx="14329">97.969999999999999</cx:pt>
          <cx:pt idx="14330">184.96000000000001</cx:pt>
          <cx:pt idx="14331">184.96000000000001</cx:pt>
          <cx:pt idx="14332">140.97</cx:pt>
          <cx:pt idx="14333">158.96000000000001</cx:pt>
          <cx:pt idx="14334">144.97</cx:pt>
          <cx:pt idx="14335">158.96000000000001</cx:pt>
          <cx:pt idx="14336">269.95999999999998</cx:pt>
          <cx:pt idx="14337">76.489999999999995</cx:pt>
          <cx:pt idx="14338">150.18000000000001</cx:pt>
          <cx:pt idx="14339">165.16999999999999</cx:pt>
          <cx:pt idx="14340">169.97999999999999</cx:pt>
          <cx:pt idx="14341">161.96000000000001</cx:pt>
          <cx:pt idx="14342">84.989999999999995</cx:pt>
          <cx:pt idx="14343">99.980000000000004</cx:pt>
          <cx:pt idx="14344">121.98</cx:pt>
          <cx:pt idx="14345">169.97999999999999</cx:pt>
          <cx:pt idx="14346">184.97</cx:pt>
          <cx:pt idx="14347">131.97999999999999</cx:pt>
          <cx:pt idx="14348">159.97999999999999</cx:pt>
          <cx:pt idx="14349">84.989999999999995</cx:pt>
          <cx:pt idx="14350">184.97</cx:pt>
          <cx:pt idx="14351">269.95999999999998</cx:pt>
          <cx:pt idx="14352">254.97</cx:pt>
          <cx:pt idx="14353">254.97</cx:pt>
          <cx:pt idx="14354">254.97</cx:pt>
          <cx:pt idx="14355">249.97</cx:pt>
          <cx:pt idx="14356">344.94999999999999</cx:pt>
          <cx:pt idx="14357">220.52000000000001</cx:pt>
          <cx:pt idx="14358">108.98</cx:pt>
          <cx:pt idx="14359">259.95999999999998</cx:pt>
          <cx:pt idx="14360">134.97999999999999</cx:pt>
          <cx:pt idx="14361">254.06</cx:pt>
          <cx:pt idx="14362">148.56999999999999</cx:pt>
          <cx:pt idx="14363">219.97</cx:pt>
          <cx:pt idx="14364">184.97</cx:pt>
          <cx:pt idx="14365">254.97</cx:pt>
          <cx:pt idx="14366">294.95999999999998</cx:pt>
          <cx:pt idx="14367">219.97</cx:pt>
          <cx:pt idx="14368">121.98</cx:pt>
          <cx:pt idx="14369">159.97999999999999</cx:pt>
          <cx:pt idx="14370">171.97</cx:pt>
          <cx:pt idx="14371">178.96000000000001</cx:pt>
          <cx:pt idx="14372">85.569999999999993</cx:pt>
          <cx:pt idx="14373">165.66999999999999</cx:pt>
          <cx:pt idx="14374">155.93000000000001</cx:pt>
          <cx:pt idx="14375">89.980000000000004</cx:pt>
          <cx:pt idx="14376">164.97</cx:pt>
          <cx:pt idx="14377">64.969999999999999</cx:pt>
          <cx:pt idx="14378">59.960000000000001</cx:pt>
          <cx:pt idx="14379">203.97</cx:pt>
          <cx:pt idx="14380">69.969999999999999</cx:pt>
          <cx:pt idx="14381">135.86000000000001</cx:pt>
          <cx:pt idx="14382">228.21000000000001</cx:pt>
          <cx:pt idx="14383">298.22000000000003</cx:pt>
          <cx:pt idx="14384">63.979999999999997</cx:pt>
          <cx:pt idx="14385">113.95999999999999</cx:pt>
          <cx:pt idx="14386">423.42000000000002</cx:pt>
          <cx:pt idx="14387">342.36000000000001</cx:pt>
          <cx:pt idx="14388">384.37</cx:pt>
          <cx:pt idx="14389">416.39999999999998</cx:pt>
          <cx:pt idx="14390">399.23000000000002</cx:pt>
          <cx:pt idx="14391">575.84000000000003</cx:pt>
          <cx:pt idx="14392">341.16000000000003</cx:pt>
          <cx:pt idx="14393">413.24000000000001</cx:pt>
          <cx:pt idx="14394">368.99000000000001</cx:pt>
          <cx:pt idx="14395">321.80000000000001</cx:pt>
          <cx:pt idx="14396">399.24000000000001</cx:pt>
          <cx:pt idx="14397">67.980000000000004</cx:pt>
          <cx:pt idx="14398">134.97999999999999</cx:pt>
          <cx:pt idx="14399">86.799999999999997</cx:pt>
          <cx:pt idx="14400">68.989999999999995</cx:pt>
          <cx:pt idx="14401">124.98</cx:pt>
          <cx:pt idx="14402">118.98</cx:pt>
          <cx:pt idx="14403">131.97999999999999</cx:pt>
          <cx:pt idx="14404">84.989999999999995</cx:pt>
          <cx:pt idx="14405">120.98</cx:pt>
          <cx:pt idx="14406">79.980000000000004</cx:pt>
          <cx:pt idx="14407">70.989999999999995</cx:pt>
          <cx:pt idx="14408">65.189999999999998</cx:pt>
          <cx:pt idx="14409">65.989999999999995</cx:pt>
          <cx:pt idx="14410">131.97999999999999</cx:pt>
          <cx:pt idx="14411">60.979999999999997</cx:pt>
          <cx:pt idx="14412">84.989999999999995</cx:pt>
          <cx:pt idx="14413">102.28</cx:pt>
          <cx:pt idx="14414">84.989999999999995</cx:pt>
          <cx:pt idx="14415">54.979999999999997</cx:pt>
          <cx:pt idx="14416">79.980000000000004</cx:pt>
          <cx:pt idx="14417">65.989999999999995</cx:pt>
          <cx:pt idx="14418">134.97999999999999</cx:pt>
          <cx:pt idx="14419">134.97999999999999</cx:pt>
          <cx:pt idx="14420">69.980000000000004</cx:pt>
          <cx:pt idx="14421">65.989999999999995</cx:pt>
          <cx:pt idx="14422">70.989999999999995</cx:pt>
          <cx:pt idx="14423">90.969999999999999</cx:pt>
          <cx:pt idx="14424">94.079999999999998</cx:pt>
          <cx:pt idx="14425">74.980000000000004</cx:pt>
          <cx:pt idx="14426">82.969999999999999</cx:pt>
          <cx:pt idx="14427">161.75999999999999</cx:pt>
          <cx:pt idx="14428">79.849999999999994</cx:pt>
          <cx:pt idx="14429">142.63999999999999</cx:pt>
          <cx:pt idx="14430">116.12</cx:pt>
          <cx:pt idx="14431">160.88999999999999</cx:pt>
          <cx:pt idx="14432">155.28</cx:pt>
          <cx:pt idx="14433">157</cx:pt>
          <cx:pt idx="14434">160.88999999999999</cx:pt>
          <cx:pt idx="14435">162.33000000000001</cx:pt>
          <cx:pt idx="14436">97.969999999999999</cx:pt>
          <cx:pt idx="14437">160.19999999999999</cx:pt>
          <cx:pt idx="14438">154.50999999999999</cx:pt>
          <cx:pt idx="14439">160.88999999999999</cx:pt>
          <cx:pt idx="14440">160.88999999999999</cx:pt>
          <cx:pt idx="14441">160.88999999999999</cx:pt>
          <cx:pt idx="14442">235.78999999999999</cx:pt>
          <cx:pt idx="14443">160.88999999999999</cx:pt>
          <cx:pt idx="14444">148.78999999999999</cx:pt>
          <cx:pt idx="14445">251.16</cx:pt>
          <cx:pt idx="14446">197.97</cx:pt>
          <cx:pt idx="14447">125.34999999999999</cx:pt>
          <cx:pt idx="14448">84.989999999999995</cx:pt>
          <cx:pt idx="14449">263.95999999999998</cx:pt>
          <cx:pt idx="14450">65.989999999999995</cx:pt>
          <cx:pt idx="14451">175.36000000000001</cx:pt>
          <cx:pt idx="14452">165.21000000000001</cx:pt>
          <cx:pt idx="14453">171.97</cx:pt>
          <cx:pt idx="14454">169.97999999999999</cx:pt>
          <cx:pt idx="14455">172.96000000000001</cx:pt>
          <cx:pt idx="14456">341.23000000000002</cx:pt>
          <cx:pt idx="14457">96.269999999999996</cx:pt>
          <cx:pt idx="14458">314.93000000000001</cx:pt>
          <cx:pt idx="14459">241.40000000000001</cx:pt>
          <cx:pt idx="14460">281.23000000000002</cx:pt>
          <cx:pt idx="14461">149.97</cx:pt>
          <cx:pt idx="14462">290.74000000000001</cx:pt>
          <cx:pt idx="14463">299.94</cx:pt>
          <cx:pt idx="14464">60.990000000000002</cx:pt>
          <cx:pt idx="14465">169.97999999999999</cx:pt>
          <cx:pt idx="14466">297.95999999999998</cx:pt>
          <cx:pt idx="14467">131.97999999999999</cx:pt>
          <cx:pt idx="14468">134.97999999999999</cx:pt>
          <cx:pt idx="14469">384.94999999999999</cx:pt>
          <cx:pt idx="14470">221.97</cx:pt>
          <cx:pt idx="14471">121.98</cx:pt>
          <cx:pt idx="14472">197.97</cx:pt>
          <cx:pt idx="14473">254.97</cx:pt>
          <cx:pt idx="14474">107.06999999999999</cx:pt>
          <cx:pt idx="14475">272.95999999999998</cx:pt>
          <cx:pt idx="14476">339.95999999999998</cx:pt>
          <cx:pt idx="14477">254.97</cx:pt>
          <cx:pt idx="14478">241.96000000000001</cx:pt>
          <cx:pt idx="14479">197.97</cx:pt>
          <cx:pt idx="14480">216.72</cx:pt>
          <cx:pt idx="14481">229.97</cx:pt>
          <cx:pt idx="14482">99.980000000000004</cx:pt>
          <cx:pt idx="14483">216.34999999999999</cx:pt>
          <cx:pt idx="14484">64.859999999999999</cx:pt>
          <cx:pt idx="14485">254.97</cx:pt>
          <cx:pt idx="14486">149.97</cx:pt>
          <cx:pt idx="14487">197.97</cx:pt>
          <cx:pt idx="14488">197.97</cx:pt>
          <cx:pt idx="14489">109.78</cx:pt>
          <cx:pt idx="14490">92.969999999999999</cx:pt>
          <cx:pt idx="14491">165.40000000000001</cx:pt>
          <cx:pt idx="14492">71.629999999999995</cx:pt>
          <cx:pt idx="14493">155.47</cx:pt>
          <cx:pt idx="14494">-14.970000000000001</cx:pt>
          <cx:pt idx="14495">191.96000000000001</cx:pt>
          <cx:pt idx="14496">159.97999999999999</cx:pt>
          <cx:pt idx="14497">177.96000000000001</cx:pt>
          <cx:pt idx="14498">86.980000000000004</cx:pt>
          <cx:pt idx="14499">147.97</cx:pt>
          <cx:pt idx="14500">159.97999999999999</cx:pt>
          <cx:pt idx="14501">168.97</cx:pt>
          <cx:pt idx="14502">75.980000000000004</cx:pt>
          <cx:pt idx="14503">75.629999999999995</cx:pt>
          <cx:pt idx="14504">145.90000000000001</cx:pt>
          <cx:pt idx="14505">118.78</cx:pt>
          <cx:pt idx="14506">176.05000000000001</cx:pt>
          <cx:pt idx="14507">180.96000000000001</cx:pt>
          <cx:pt idx="14508">197.97</cx:pt>
          <cx:pt idx="14509">197.97</cx:pt>
          <cx:pt idx="14510">169.97999999999999</cx:pt>
          <cx:pt idx="14511">131.97999999999999</cx:pt>
          <cx:pt idx="14512">196.06</cx:pt>
          <cx:pt idx="14513">169.97999999999999</cx:pt>
          <cx:pt idx="14514">169.97999999999999</cx:pt>
          <cx:pt idx="14515">254.97</cx:pt>
          <cx:pt idx="14516">169.97999999999999</cx:pt>
          <cx:pt idx="14517">134.34999999999999</cx:pt>
          <cx:pt idx="14518">196.96000000000001</cx:pt>
          <cx:pt idx="14519">169.97999999999999</cx:pt>
          <cx:pt idx="14520">231.94999999999999</cx:pt>
          <cx:pt idx="14521">239.06</cx:pt>
          <cx:pt idx="14522">263.95999999999998</cx:pt>
          <cx:pt idx="14523">288.97000000000003</cx:pt>
          <cx:pt idx="14524">237.96000000000001</cx:pt>
          <cx:pt idx="14525">84.989999999999995</cx:pt>
          <cx:pt idx="14526">202.63999999999999</cx:pt>
          <cx:pt idx="14527">197.97</cx:pt>
          <cx:pt idx="14528">305.95999999999998</cx:pt>
          <cx:pt idx="14529">305.95999999999998</cx:pt>
          <cx:pt idx="14530">288.97000000000003</cx:pt>
          <cx:pt idx="14531">369.94</cx:pt>
          <cx:pt idx="14532">305.95999999999998</cx:pt>
          <cx:pt idx="14533">324.17000000000002</cx:pt>
          <cx:pt idx="14534">233.02000000000001</cx:pt>
          <cx:pt idx="14535">336.27999999999997</cx:pt>
          <cx:pt idx="14536">342.79000000000002</cx:pt>
          <cx:pt idx="14537">346.92000000000002</cx:pt>
          <cx:pt idx="14538">259.95999999999998</cx:pt>
          <cx:pt idx="14539">235.94999999999999</cx:pt>
          <cx:pt idx="14540">504.91000000000003</cx:pt>
          <cx:pt idx="14541">218.91</cx:pt>
          <cx:pt idx="14542">254.50999999999999</cx:pt>
          <cx:pt idx="14543">292.05000000000001</cx:pt>
          <cx:pt idx="14544">339.94999999999999</cx:pt>
          <cx:pt idx="14545">307.25999999999999</cx:pt>
          <cx:pt idx="14546">267.93000000000001</cx:pt>
          <cx:pt idx="14547">259.94999999999999</cx:pt>
          <cx:pt idx="14548">249.96000000000001</cx:pt>
          <cx:pt idx="14549">179.94</cx:pt>
          <cx:pt idx="14550">167.90000000000001</cx:pt>
          <cx:pt idx="14551">98.640000000000001</cx:pt>
          <cx:pt idx="14552">130.62</cx:pt>
          <cx:pt idx="14553">186.88999999999999</cx:pt>
          <cx:pt idx="14554">89.969999999999999</cx:pt>
          <cx:pt idx="14555">204.53</cx:pt>
          <cx:pt idx="14556">247.91999999999999</cx:pt>
          <cx:pt idx="14557">179.94</cx:pt>
          <cx:pt idx="14558">259.91000000000003</cx:pt>
          <cx:pt idx="14559">117.17</cx:pt>
          <cx:pt idx="14560">264.93000000000001</cx:pt>
          <cx:pt idx="14561">203.75</cx:pt>
          <cx:pt idx="14562">144.96000000000001</cx:pt>
          <cx:pt idx="14563">239.91999999999999</cx:pt>
          <cx:pt idx="14564">133.62</cx:pt>
          <cx:pt idx="14565">403.92000000000002</cx:pt>
          <cx:pt idx="14566">311.93000000000001</cx:pt>
          <cx:pt idx="14567">454.64999999999998</cx:pt>
          <cx:pt idx="14568">573.89999999999998</cx:pt>
          <cx:pt idx="14569">435.89999999999998</cx:pt>
          <cx:pt idx="14570">377.92000000000002</cx:pt>
          <cx:pt idx="14571">573.89999999999998</cx:pt>
          <cx:pt idx="14572">359.88999999999999</cx:pt>
          <cx:pt idx="14573">39.479999999999997</cx:pt>
          <cx:pt idx="14574">252.94</cx:pt>
          <cx:pt idx="14575">257.95999999999998</cx:pt>
          <cx:pt idx="14576">252.94</cx:pt>
          <cx:pt idx="14577">257.95999999999998</cx:pt>
          <cx:pt idx="14578">256.47000000000003</cx:pt>
          <cx:pt idx="14579">262.45999999999998</cx:pt>
          <cx:pt idx="14580">223.25999999999999</cx:pt>
          <cx:pt idx="14581">258.25999999999999</cx:pt>
          <cx:pt idx="14582">34.229999999999997</cx:pt>
          <cx:pt idx="14583">220.94999999999999</cx:pt>
          <cx:pt idx="14584">139.25</cx:pt>
          <cx:pt idx="14585">39.479999999999997</cx:pt>
          <cx:pt idx="14586">258.25999999999999</cx:pt>
          <cx:pt idx="14587">152.96000000000001</cx:pt>
          <cx:pt idx="14588">177.47</cx:pt>
          <cx:pt idx="14589">262.45999999999998</cx:pt>
          <cx:pt idx="14590">149.97</cx:pt>
          <cx:pt idx="14591">57.979999999999997</cx:pt>
          <cx:pt idx="14592">257.95999999999998</cx:pt>
          <cx:pt idx="14593">103.98</cx:pt>
          <cx:pt idx="14594">124.45</cx:pt>
          <cx:pt idx="14595">84.989999999999995</cx:pt>
          <cx:pt idx="14596">113.97</cx:pt>
          <cx:pt idx="14597">102.76000000000001</cx:pt>
          <cx:pt idx="14598">93.069999999999993</cx:pt>
          <cx:pt idx="14599">111.47</cx:pt>
          <cx:pt idx="14600">163.96000000000001</cx:pt>
          <cx:pt idx="14601">84.989999999999995</cx:pt>
          <cx:pt idx="14602">65.989999999999995</cx:pt>
          <cx:pt idx="14603">113.97</cx:pt>
          <cx:pt idx="14604">93.069999999999993</cx:pt>
          <cx:pt idx="14605">113.97</cx:pt>
          <cx:pt idx="14606">113.97</cx:pt>
          <cx:pt idx="14607">104.06999999999999</cx:pt>
          <cx:pt idx="14608">103.98</cx:pt>
          <cx:pt idx="14609">76.480000000000004</cx:pt>
          <cx:pt idx="14610">79.969999999999999</cx:pt>
          <cx:pt idx="14611">121.45999999999999</cx:pt>
          <cx:pt idx="14612">119.95999999999999</cx:pt>
          <cx:pt idx="14613">89.969999999999999</cx:pt>
          <cx:pt idx="14614">87.469999999999999</cx:pt>
          <cx:pt idx="14615">88.469999999999999</cx:pt>
          <cx:pt idx="14616">114.95999999999999</cx:pt>
          <cx:pt idx="14617">54.140000000000001</cx:pt>
          <cx:pt idx="14618">91.469999999999999</cx:pt>
          <cx:pt idx="14619">96.469999999999999</cx:pt>
          <cx:pt idx="14620">127.95</cx:pt>
          <cx:pt idx="14621">49.979999999999997</cx:pt>
          <cx:pt idx="14622">111.95</cx:pt>
          <cx:pt idx="14623">74.969999999999999</cx:pt>
          <cx:pt idx="14624">113.45999999999999</cx:pt>
          <cx:pt idx="14625">91.469999999999999</cx:pt>
          <cx:pt idx="14626">125.95999999999999</cx:pt>
          <cx:pt idx="14627">107.95999999999999</cx:pt>
          <cx:pt idx="14628">83.969999999999999</cx:pt>
          <cx:pt idx="14629">115.45999999999999</cx:pt>
          <cx:pt idx="14630">94.969999999999999</cx:pt>
          <cx:pt idx="14631">123.95999999999999</cx:pt>
          <cx:pt idx="14632">76.439999999999998</cx:pt>
          <cx:pt idx="14633">61.979999999999997</cx:pt>
          <cx:pt idx="14634">66.969999999999999</cx:pt>
          <cx:pt idx="14635">111.95999999999999</cx:pt>
          <cx:pt idx="14636">121.45999999999999</cx:pt>
          <cx:pt idx="14637">177.44</cx:pt>
          <cx:pt idx="14638">116.95999999999999</cx:pt>
          <cx:pt idx="14639">117.45999999999999</cx:pt>
          <cx:pt idx="14640">114.91</cx:pt>
          <cx:pt idx="14641">119.45999999999999</cx:pt>
          <cx:pt idx="14642">89.969999999999999</cx:pt>
          <cx:pt idx="14643">119.95999999999999</cx:pt>
          <cx:pt idx="14644">67.980000000000004</cx:pt>
          <cx:pt idx="14645">119.95999999999999</cx:pt>
          <cx:pt idx="14646">53.979999999999997</cx:pt>
          <cx:pt idx="14647">121.45999999999999</cx:pt>
          <cx:pt idx="14648">115.95999999999999</cx:pt>
          <cx:pt idx="14649">59.979999999999997</cx:pt>
          <cx:pt idx="14650">119.95999999999999</cx:pt>
          <cx:pt idx="14651">121.94</cx:pt>
          <cx:pt idx="14652">84.680000000000007</cx:pt>
          <cx:pt idx="14653">227.40000000000001</cx:pt>
          <cx:pt idx="14654">149.46000000000001</cx:pt>
          <cx:pt idx="14655">183.84999999999999</cx:pt>
          <cx:pt idx="14656">120.98</cx:pt>
          <cx:pt idx="14657">72.730000000000004</cx:pt>
          <cx:pt idx="14658">139.94999999999999</cx:pt>
          <cx:pt idx="14659">215.61000000000001</cx:pt>
          <cx:pt idx="14660">114.93000000000001</cx:pt>
          <cx:pt idx="14661">157.83000000000001</cx:pt>
          <cx:pt idx="14662">184.99000000000001</cx:pt>
          <cx:pt idx="14663">19.989999999999998</cx:pt>
          <cx:pt idx="14664">410.12</cx:pt>
          <cx:pt idx="14665">61.689999999999998</cx:pt>
          <cx:pt idx="14666">29.989999999999998</cx:pt>
          <cx:pt idx="14667">147.52000000000001</cx:pt>
          <cx:pt idx="14668">175.78</cx:pt>
          <cx:pt idx="14669">120.98</cx:pt>
          <cx:pt idx="14670">104.02</cx:pt>
          <cx:pt idx="14671">184.69</cx:pt>
          <cx:pt idx="14672">-1.2</cx:pt>
          <cx:pt idx="14673">94.700000000000003</cx:pt>
          <cx:pt idx="14674">68.989999999999995</cx:pt>
          <cx:pt idx="14675">99.980000000000004</cx:pt>
          <cx:pt idx="14676">54.979999999999997</cx:pt>
          <cx:pt idx="14677">30</cx:pt>
          <cx:pt idx="14678">40</cx:pt>
          <cx:pt idx="14679">103.98</cx:pt>
          <cx:pt idx="14680">146.97</cx:pt>
          <cx:pt idx="14681">84.989999999999995</cx:pt>
          <cx:pt idx="14682">136.97</cx:pt>
          <cx:pt idx="14683">122.98</cx:pt>
          <cx:pt idx="14684">74.969999999999999</cx:pt>
          <cx:pt idx="14685">101.08</cx:pt>
          <cx:pt idx="14686">164.96000000000001</cx:pt>
          <cx:pt idx="14687">149.97</cx:pt>
          <cx:pt idx="14688">134.97999999999999</cx:pt>
          <cx:pt idx="14689">94.969999999999999</cx:pt>
          <cx:pt idx="14690">164.96000000000001</cx:pt>
          <cx:pt idx="14691">54.979999999999997</cx:pt>
          <cx:pt idx="14692">168.97</cx:pt>
          <cx:pt idx="14693">134.97999999999999</cx:pt>
          <cx:pt idx="14694">70.709999999999994</cx:pt>
          <cx:pt idx="14695">114.97</cx:pt>
          <cx:pt idx="14696">139.97</cx:pt>
          <cx:pt idx="14697">-1.5</cx:pt>
          <cx:pt idx="14698">204.44999999999999</cx:pt>
          <cx:pt idx="14699">99.959999999999994</cx:pt>
          <cx:pt idx="14700">165.56999999999999</cx:pt>
          <cx:pt idx="14701">134.94</cx:pt>
          <cx:pt idx="14702">125.97</cx:pt>
          <cx:pt idx="14703">184.96000000000001</cx:pt>
          <cx:pt idx="14704">59.990000000000002</cx:pt>
          <cx:pt idx="14705">135.78999999999999</cx:pt>
          <cx:pt idx="14706">137.71000000000001</cx:pt>
          <cx:pt idx="14707">194.46000000000001</cx:pt>
          <cx:pt idx="14708">107.01000000000001</cx:pt>
          <cx:pt idx="14709">137.97999999999999</cx:pt>
          <cx:pt idx="14710">64.709999999999994</cx:pt>
          <cx:pt idx="14711">119.95999999999999</cx:pt>
          <cx:pt idx="14712">50.969999999999999</cx:pt>
          <cx:pt idx="14713">63.810000000000002</cx:pt>
          <cx:pt idx="14714">65.189999999999998</cx:pt>
          <cx:pt idx="14715">153.97999999999999</cx:pt>
          <cx:pt idx="14716">105.98</cx:pt>
          <cx:pt idx="14717">99.980000000000004</cx:pt>
          <cx:pt idx="14718">84.989999999999995</cx:pt>
          <cx:pt idx="14719">68.989999999999995</cx:pt>
          <cx:pt idx="14720">241.93000000000001</cx:pt>
          <cx:pt idx="14721">435.41000000000003</cx:pt>
          <cx:pt idx="14722">291.52999999999997</cx:pt>
          <cx:pt idx="14723">257.67000000000002</cx:pt>
          <cx:pt idx="14724">239.53999999999999</cx:pt>
          <cx:pt idx="14725">291.52999999999997</cx:pt>
          <cx:pt idx="14726">287.44</cx:pt>
          <cx:pt idx="14727">291.52999999999997</cx:pt>
          <cx:pt idx="14728">248.53</cx:pt>
          <cx:pt idx="14729">254.97</cx:pt>
          <cx:pt idx="14730">53.969999999999999</cx:pt>
          <cx:pt idx="14731">163.88999999999999</cx:pt>
          <cx:pt idx="14732">193.16</cx:pt>
          <cx:pt idx="14733">160</cx:pt>
          <cx:pt idx="14734">290.94999999999999</cx:pt>
          <cx:pt idx="14735">173.96000000000001</cx:pt>
          <cx:pt idx="14736">169.97999999999999</cx:pt>
          <cx:pt idx="14737">260.75999999999999</cx:pt>
          <cx:pt idx="14738">73.170000000000002</cx:pt>
          <cx:pt idx="14739">169.97999999999999</cx:pt>
          <cx:pt idx="14740">159.88</cx:pt>
          <cx:pt idx="14741">169.97999999999999</cx:pt>
          <cx:pt idx="14742">169.97999999999999</cx:pt>
          <cx:pt idx="14743">249.93000000000001</cx:pt>
          <cx:pt idx="14744">239.93000000000001</cx:pt>
          <cx:pt idx="14745">254.97</cx:pt>
          <cx:pt idx="14746">93.969999999999999</cx:pt>
          <cx:pt idx="14747">76.439999999999998</cx:pt>
          <cx:pt idx="14748">148.47</cx:pt>
          <cx:pt idx="14749">65.870000000000005</cx:pt>
          <cx:pt idx="14750">82.480000000000004</cx:pt>
          <cx:pt idx="14751">82.480000000000004</cx:pt>
          <cx:pt idx="14752">65.870000000000005</cx:pt>
          <cx:pt idx="14753">79.980000000000004</cx:pt>
          <cx:pt idx="14754">112.48</cx:pt>
          <cx:pt idx="14755">65.989999999999995</cx:pt>
          <cx:pt idx="14756">65.989999999999995</cx:pt>
          <cx:pt idx="14757">108.01000000000001</cx:pt>
          <cx:pt idx="14758">82.480000000000004</cx:pt>
          <cx:pt idx="14759">82.480000000000004</cx:pt>
          <cx:pt idx="14760">80.980000000000004</cx:pt>
          <cx:pt idx="14761">108.01000000000001</cx:pt>
          <cx:pt idx="14762">80.980000000000004</cx:pt>
          <cx:pt idx="14763">56.479999999999997</cx:pt>
          <cx:pt idx="14764">82.480000000000004</cx:pt>
          <cx:pt idx="14765">82.480000000000004</cx:pt>
          <cx:pt idx="14766">112.48</cx:pt>
          <cx:pt idx="14767">79.980000000000004</cx:pt>
          <cx:pt idx="14768">148.47</cx:pt>
          <cx:pt idx="14769">76.439999999999998</cx:pt>
          <cx:pt idx="14770">75.810000000000002</cx:pt>
          <cx:pt idx="14771">79.980000000000004</cx:pt>
          <cx:pt idx="14772">93.969999999999999</cx:pt>
          <cx:pt idx="14773">67.489999999999995</cx:pt>
          <cx:pt idx="14774">133.47999999999999</cx:pt>
          <cx:pt idx="14775">79.969999999999999</cx:pt>
          <cx:pt idx="14776">79.969999999999999</cx:pt>
          <cx:pt idx="14777">75.810000000000002</cx:pt>
          <cx:pt idx="14778">81.480000000000004</cx:pt>
          <cx:pt idx="14779">133.47999999999999</cx:pt>
          <cx:pt idx="14780">81.480000000000004</cx:pt>
          <cx:pt idx="14781">126.47</cx:pt>
          <cx:pt idx="14782">79.980000000000004</cx:pt>
          <cx:pt idx="14783">67.489999999999995</cx:pt>
          <cx:pt idx="14784">56.479999999999997</cx:pt>
          <cx:pt idx="14785">120.97</cx:pt>
          <cx:pt idx="14786">53.979999999999997</cx:pt>
          <cx:pt idx="14787">69.469999999999999</cx:pt>
          <cx:pt idx="14788">120.97</cx:pt>
          <cx:pt idx="14789">53.979999999999997</cx:pt>
          <cx:pt idx="14790">69.469999999999999</cx:pt>
          <cx:pt idx="14791">126.47</cx:pt>
          <cx:pt idx="14792">0</cx:pt>
          <cx:pt idx="14793">137.94</cx:pt>
          <cx:pt idx="14794">239.91999999999999</cx:pt>
          <cx:pt idx="14795">279.41000000000003</cx:pt>
          <cx:pt idx="14796">183.91999999999999</cx:pt>
          <cx:pt idx="14797">100.95999999999999</cx:pt>
          <cx:pt idx="14798">133.94999999999999</cx:pt>
          <cx:pt idx="14799">183.91999999999999</cx:pt>
          <cx:pt idx="14800">201.91999999999999</cx:pt>
          <cx:pt idx="14801">292.89999999999998</cx:pt>
          <cx:pt idx="14802">137.94</cx:pt>
          <cx:pt idx="14803">179.94</cx:pt>
          <cx:pt idx="14804">78.969999999999999</cx:pt>
          <cx:pt idx="14805">299.89999999999998</cx:pt>
          <cx:pt idx="14806">114.95</cx:pt>
          <cx:pt idx="14807">125.45</cx:pt>
          <cx:pt idx="14808">166.94</cx:pt>
          <cx:pt idx="14809">234.91999999999999</cx:pt>
          <cx:pt idx="14810">104.95999999999999</cx:pt>
          <cx:pt idx="14811">169.93000000000001</cx:pt>
          <cx:pt idx="14812">141.94999999999999</cx:pt>
          <cx:pt idx="14813">80.969999999999999</cx:pt>
          <cx:pt idx="14814">91.959999999999994</cx:pt>
          <cx:pt idx="14815">91.959999999999994</cx:pt>
          <cx:pt idx="14816">137.94</cx:pt>
          <cx:pt idx="14817">11.289999999999999</cx:pt>
          <cx:pt idx="14818">146.94</cx:pt>
          <cx:pt idx="14819">139.62</cx:pt>
          <cx:pt idx="14820">159.69999999999999</cx:pt>
          <cx:pt idx="14821">160.88999999999999</cx:pt>
          <cx:pt idx="14822">183.16999999999999</cx:pt>
          <cx:pt idx="14823">160.88999999999999</cx:pt>
          <cx:pt idx="14824">121.48</cx:pt>
          <cx:pt idx="14825">131.97999999999999</cx:pt>
          <cx:pt idx="14826">434.88</cx:pt>
          <cx:pt idx="14827">395.94</cx:pt>
          <cx:pt idx="14828">131.97999999999999</cx:pt>
          <cx:pt idx="14829">99.980000000000004</cx:pt>
          <cx:pt idx="14830">131.97999999999999</cx:pt>
          <cx:pt idx="14831">861.79999999999995</cx:pt>
          <cx:pt idx="14832">131.97999999999999</cx:pt>
          <cx:pt idx="14833">131.97999999999999</cx:pt>
          <cx:pt idx="14834">131.97999999999999</cx:pt>
          <cx:pt idx="14835">531.87</cx:pt>
          <cx:pt idx="14836">196.97</cx:pt>
          <cx:pt idx="14837">311.94</cx:pt>
          <cx:pt idx="14838">131.97999999999999</cx:pt>
          <cx:pt idx="14839">131.97999999999999</cx:pt>
          <cx:pt idx="14840">131.97999999999999</cx:pt>
          <cx:pt idx="14841">102.72</cx:pt>
          <cx:pt idx="14842">203.59</cx:pt>
          <cx:pt idx="14843">153.03999999999999</cx:pt>
          <cx:pt idx="14844">84.989999999999995</cx:pt>
          <cx:pt idx="14845">172.97</cx:pt>
          <cx:pt idx="14846">65.989999999999995</cx:pt>
          <cx:pt idx="14847">149.97999999999999</cx:pt>
          <cx:pt idx="14848">163.88999999999999</cx:pt>
          <cx:pt idx="14849">144.47999999999999</cx:pt>
          <cx:pt idx="14850">158.58000000000001</cx:pt>
          <cx:pt idx="14851">183.97</cx:pt>
          <cx:pt idx="14852">169.97999999999999</cx:pt>
          <cx:pt idx="14853">131.97999999999999</cx:pt>
          <cx:pt idx="14854">169.97999999999999</cx:pt>
          <cx:pt idx="14855">254.97</cx:pt>
          <cx:pt idx="14856">254.97</cx:pt>
          <cx:pt idx="14857">166.97</cx:pt>
          <cx:pt idx="14858">169.97999999999999</cx:pt>
          <cx:pt idx="14859">86.379999999999995</cx:pt>
          <cx:pt idx="14860">229.96000000000001</cx:pt>
          <cx:pt idx="14861">149.97</cx:pt>
          <cx:pt idx="14862">76.489999999999995</cx:pt>
          <cx:pt idx="14863">124.34</cx:pt>
          <cx:pt idx="14864">192.16</cx:pt>
          <cx:pt idx="14865">169.97999999999999</cx:pt>
          <cx:pt idx="14866">339.95999999999998</cx:pt>
          <cx:pt idx="14867">339.95999999999998</cx:pt>
          <cx:pt idx="14868">346.43000000000001</cx:pt>
          <cx:pt idx="14869">197.97</cx:pt>
          <cx:pt idx="14870">304.95999999999998</cx:pt>
          <cx:pt idx="14871">280.94999999999999</cx:pt>
          <cx:pt idx="14872">197.97</cx:pt>
          <cx:pt idx="14873">319.92000000000002</cx:pt>
          <cx:pt idx="14874">172.97</cx:pt>
          <cx:pt idx="14875">380.89999999999998</cx:pt>
          <cx:pt idx="14876">140.13</cx:pt>
          <cx:pt idx="14877">80.950000000000003</cx:pt>
          <cx:pt idx="14878">171.47999999999999</cx:pt>
          <cx:pt idx="14879">77.939999999999998</cx:pt>
          <cx:pt idx="14880">247.91999999999999</cx:pt>
          <cx:pt idx="14881">79.939999999999998</cx:pt>
          <cx:pt idx="14882">215.94</cx:pt>
          <cx:pt idx="14883">187.94</cx:pt>
          <cx:pt idx="14884">304.92000000000002</cx:pt>
          <cx:pt idx="14885">214.94999999999999</cx:pt>
          <cx:pt idx="14886">213.28</cx:pt>
          <cx:pt idx="14887">43.909999999999997</cx:pt>
          <cx:pt idx="14888">219.94</cx:pt>
          <cx:pt idx="14889">219.94</cx:pt>
          <cx:pt idx="14890">150.25999999999999</cx:pt>
          <cx:pt idx="14891">131.97999999999999</cx:pt>
          <cx:pt idx="14892">199.96000000000001</cx:pt>
          <cx:pt idx="14893">191.93000000000001</cx:pt>
          <cx:pt idx="14894">209.94999999999999</cx:pt>
          <cx:pt idx="14895">209.94</cx:pt>
          <cx:pt idx="14896">234.93000000000001</cx:pt>
          <cx:pt idx="14897">219.94</cx:pt>
          <cx:pt idx="14898">97.519999999999996</cx:pt>
          <cx:pt idx="14899">121.98</cx:pt>
          <cx:pt idx="14900">155.97</cx:pt>
          <cx:pt idx="14901">121.98</cx:pt>
          <cx:pt idx="14902">198.96000000000001</cx:pt>
          <cx:pt idx="14903">120.15000000000001</cx:pt>
          <cx:pt idx="14904">135.97</cx:pt>
          <cx:pt idx="14905">182.97</cx:pt>
          <cx:pt idx="14906">121.98</cx:pt>
          <cx:pt idx="14907">118.01000000000001</cx:pt>
          <cx:pt idx="14908">60.990000000000002</cx:pt>
          <cx:pt idx="14909">171.96000000000001</cx:pt>
          <cx:pt idx="14910">121.98</cx:pt>
          <cx:pt idx="14911">118.93000000000001</cx:pt>
          <cx:pt idx="14912">60.990000000000002</cx:pt>
          <cx:pt idx="14913">121.98</cx:pt>
          <cx:pt idx="14914">131.97999999999999</cx:pt>
          <cx:pt idx="14915">133.44999999999999</cx:pt>
          <cx:pt idx="14916">152.97</cx:pt>
          <cx:pt idx="14917">131.97999999999999</cx:pt>
          <cx:pt idx="14918">131.97999999999999</cx:pt>
          <cx:pt idx="14919">121.98</cx:pt>
          <cx:pt idx="14920">121.98</cx:pt>
          <cx:pt idx="14921">133.47</cx:pt>
          <cx:pt idx="14922">141.97</cx:pt>
          <cx:pt idx="14923">131.97999999999999</cx:pt>
          <cx:pt idx="14924">152.97</cx:pt>
          <cx:pt idx="14925">186.97</cx:pt>
          <cx:pt idx="14926">131.97999999999999</cx:pt>
          <cx:pt idx="14927">131.97999999999999</cx:pt>
          <cx:pt idx="14928">103.95999999999999</cx:pt>
          <cx:pt idx="14929">211.96000000000001</cx:pt>
          <cx:pt idx="14930">64.930000000000007</cx:pt>
          <cx:pt idx="14931">65.180000000000007</cx:pt>
          <cx:pt idx="14932">65.329999999999998</cx:pt>
          <cx:pt idx="14933">65.329999999999998</cx:pt>
          <cx:pt idx="14934">64.670000000000002</cx:pt>
          <cx:pt idx="14935">65.989999999999995</cx:pt>
          <cx:pt idx="14936">65.329999999999998</cx:pt>
          <cx:pt idx="14937">144.65000000000001</cx:pt>
          <cx:pt idx="14938">65.329999999999998</cx:pt>
          <cx:pt idx="14939">105.31999999999999</cx:pt>
          <cx:pt idx="14940">129.84999999999999</cx:pt>
          <cx:pt idx="14941">151.97</cx:pt>
          <cx:pt idx="14942">80.980000000000004</cx:pt>
          <cx:pt idx="14943">65.189999999999998</cx:pt>
          <cx:pt idx="14944">124.31</cx:pt>
          <cx:pt idx="14945">80.319999999999993</cx:pt>
          <cx:pt idx="14946">65.329999999999998</cx:pt>
          <cx:pt idx="14947">65.989999999999995</cx:pt>
          <cx:pt idx="14948">131.31999999999999</cx:pt>
          <cx:pt idx="14949">131.97999999999999</cx:pt>
          <cx:pt idx="14950">39.990000000000002</cx:pt>
          <cx:pt idx="14951">146.31</cx:pt>
          <cx:pt idx="14952">65.329999999999998</cx:pt>
          <cx:pt idx="14953">65.989999999999995</cx:pt>
          <cx:pt idx="14954">65.989999999999995</cx:pt>
          <cx:pt idx="14955">65.329999999999998</cx:pt>
          <cx:pt idx="14956">65.290000000000006</cx:pt>
          <cx:pt idx="14957">65.329999999999998</cx:pt>
          <cx:pt idx="14958">65.329999999999998</cx:pt>
          <cx:pt idx="14959">65.989999999999995</cx:pt>
          <cx:pt idx="14960">65.329999999999998</cx:pt>
          <cx:pt idx="14961">105.98</cx:pt>
          <cx:pt idx="14962">65.329999999999998</cx:pt>
          <cx:pt idx="14963">105.98</cx:pt>
          <cx:pt idx="14964">126.81999999999999</cx:pt>
          <cx:pt idx="14965">68.719999999999999</cx:pt>
          <cx:pt idx="14966">129.19</cx:pt>
          <cx:pt idx="14967">84.989999999999995</cx:pt>
          <cx:pt idx="14968">84.989999999999995</cx:pt>
          <cx:pt idx="14969">65.989999999999995</cx:pt>
          <cx:pt idx="14970">65.989999999999995</cx:pt>
          <cx:pt idx="14971">65.989999999999995</cx:pt>
          <cx:pt idx="14972">65.989999999999995</cx:pt>
          <cx:pt idx="14973">84.989999999999995</cx:pt>
          <cx:pt idx="14974">169.97999999999999</cx:pt>
          <cx:pt idx="14975">84.989999999999995</cx:pt>
          <cx:pt idx="14976">84.989999999999995</cx:pt>
          <cx:pt idx="14977">169.97999999999999</cx:pt>
          <cx:pt idx="14978">84.989999999999995</cx:pt>
          <cx:pt idx="14979">129.97999999999999</cx:pt>
          <cx:pt idx="14980">169.97999999999999</cx:pt>
          <cx:pt idx="14981">169.97999999999999</cx:pt>
          <cx:pt idx="14982">84.989999999999995</cx:pt>
          <cx:pt idx="14983">84.989999999999995</cx:pt>
          <cx:pt idx="14984">84.989999999999995</cx:pt>
          <cx:pt idx="14985">77.739999999999995</cx:pt>
          <cx:pt idx="14986">120.43000000000001</cx:pt>
          <cx:pt idx="14987">65.989999999999995</cx:pt>
          <cx:pt idx="14988">169.97999999999999</cx:pt>
          <cx:pt idx="14989">208.06999999999999</cx:pt>
          <cx:pt idx="14990">83.689999999999998</cx:pt>
          <cx:pt idx="14991">65.989999999999995</cx:pt>
          <cx:pt idx="14992">65.989999999999995</cx:pt>
          <cx:pt idx="14993">164.63999999999999</cx:pt>
          <cx:pt idx="14994">169.97999999999999</cx:pt>
          <cx:pt idx="14995">130.31</cx:pt>
          <cx:pt idx="14996">252.43000000000001</cx:pt>
          <cx:pt idx="14997">145.83000000000001</cx:pt>
          <cx:pt idx="14998">61.979999999999997</cx:pt>
          <cx:pt idx="14999">204.61000000000001</cx:pt>
          <cx:pt idx="15000">234.62</cx:pt>
          <cx:pt idx="15001">131.97999999999999</cx:pt>
          <cx:pt idx="15002">216.00999999999999</cx:pt>
          <cx:pt idx="15003">179.94</cx:pt>
          <cx:pt idx="15004">179.94</cx:pt>
          <cx:pt idx="15005">121.98</cx:pt>
          <cx:pt idx="15006">155.96000000000001</cx:pt>
          <cx:pt idx="15007">155.96000000000001</cx:pt>
          <cx:pt idx="15008">155.96000000000001</cx:pt>
          <cx:pt idx="15009">131.97999999999999</cx:pt>
          <cx:pt idx="15010">205.94999999999999</cx:pt>
          <cx:pt idx="15011">131.97999999999999</cx:pt>
          <cx:pt idx="15012">180.62</cx:pt>
          <cx:pt idx="15013">131.97999999999999</cx:pt>
          <cx:pt idx="15014">179.94</cx:pt>
          <cx:pt idx="15015">203.91999999999999</cx:pt>
          <cx:pt idx="15016">165.46000000000001</cx:pt>
          <cx:pt idx="15017">245.93000000000001</cx:pt>
          <cx:pt idx="15018">58.380000000000003</cx:pt>
          <cx:pt idx="15019">59.969999999999999</cx:pt>
          <cx:pt idx="15020">98.159999999999997</cx:pt>
          <cx:pt idx="15021">99.980000000000004</cx:pt>
          <cx:pt idx="15022">65.980000000000004</cx:pt>
          <cx:pt idx="15023">84.969999999999999</cx:pt>
          <cx:pt idx="15024">51.490000000000002</cx:pt>
          <cx:pt idx="15025">-18.989999999999998</cx:pt>
          <cx:pt idx="15026">112.95</cx:pt>
          <cx:pt idx="15027">59.840000000000003</cx:pt>
          <cx:pt idx="15028">65.980000000000004</cx:pt>
          <cx:pt idx="15029">65.980000000000004</cx:pt>
          <cx:pt idx="15030">59.369999999999997</cx:pt>
          <cx:pt idx="15031">-79.180000000000007</cx:pt>
          <cx:pt idx="15032">-39.990000000000002</cx:pt>
          <cx:pt idx="15033">64.319999999999993</cx:pt>
          <cx:pt idx="15034">54.990000000000002</cx:pt>
          <cx:pt idx="15035">113.47</cx:pt>
          <cx:pt idx="15036">64.980000000000004</cx:pt>
          <cx:pt idx="15037">84.989999999999995</cx:pt>
          <cx:pt idx="15038">39.990000000000002</cx:pt>
          <cx:pt idx="15039">99.980000000000004</cx:pt>
          <cx:pt idx="15040">84.989999999999995</cx:pt>
          <cx:pt idx="15041">79.980000000000004</cx:pt>
          <cx:pt idx="15042">99.980000000000004</cx:pt>
          <cx:pt idx="15043">80.079999999999998</cx:pt>
          <cx:pt idx="15044">65.980000000000004</cx:pt>
          <cx:pt idx="15045">69.980000000000004</cx:pt>
          <cx:pt idx="15046">44.490000000000002</cx:pt>
          <cx:pt idx="15047">51.490000000000002</cx:pt>
          <cx:pt idx="15048">49.990000000000002</cx:pt>
          <cx:pt idx="15049">79.180000000000007</cx:pt>
          <cx:pt idx="15050">85.829999999999998</cx:pt>
          <cx:pt idx="15051">115.97</cx:pt>
          <cx:pt idx="15052">79.75</cx:pt>
          <cx:pt idx="15053">99.980000000000004</cx:pt>
          <cx:pt idx="15054">63.659999999999997</cx:pt>
          <cx:pt idx="15055">65.980000000000004</cx:pt>
          <cx:pt idx="15056">65.319999999999993</cx:pt>
          <cx:pt idx="15057">69.980000000000004</cx:pt>
          <cx:pt idx="15058">51.490000000000002</cx:pt>
          <cx:pt idx="15059">79.379999999999995</cx:pt>
          <cx:pt idx="15060">98.819999999999993</cx:pt>
          <cx:pt idx="15061">97.469999999999999</cx:pt>
          <cx:pt idx="15062">84.980000000000004</cx:pt>
          <cx:pt idx="15063">99.980000000000004</cx:pt>
          <cx:pt idx="15064">99.980000000000004</cx:pt>
          <cx:pt idx="15065">64.980000000000004</cx:pt>
          <cx:pt idx="15066">84.989999999999995</cx:pt>
          <cx:pt idx="15067">84.989999999999995</cx:pt>
          <cx:pt idx="15068">99.980000000000004</cx:pt>
          <cx:pt idx="15069">99.980000000000004</cx:pt>
          <cx:pt idx="15070">51.490000000000002</cx:pt>
          <cx:pt idx="15071">65.980000000000004</cx:pt>
          <cx:pt idx="15072">58.979999999999997</cx:pt>
          <cx:pt idx="15073">64.980000000000004</cx:pt>
          <cx:pt idx="15074">69.329999999999998</cx:pt>
          <cx:pt idx="15075">84.989999999999995</cx:pt>
          <cx:pt idx="15076">79.980000000000004</cx:pt>
          <cx:pt idx="15077">84.989999999999995</cx:pt>
          <cx:pt idx="15078">84.989999999999995</cx:pt>
          <cx:pt idx="15079">85.829999999999998</cx:pt>
          <cx:pt idx="15080">84.989999999999995</cx:pt>
          <cx:pt idx="15081">65.989999999999995</cx:pt>
          <cx:pt idx="15082">137.46000000000001</cx:pt>
          <cx:pt idx="15083">65.989999999999995</cx:pt>
          <cx:pt idx="15084">81.819999999999993</cx:pt>
          <cx:pt idx="15085">84.989999999999995</cx:pt>
          <cx:pt idx="15086">65.989999999999995</cx:pt>
          <cx:pt idx="15087">75.980000000000004</cx:pt>
          <cx:pt idx="15088">99.980000000000004</cx:pt>
          <cx:pt idx="15089">70.989999999999995</cx:pt>
          <cx:pt idx="15090">72.239999999999995</cx:pt>
          <cx:pt idx="15091">84.989999999999995</cx:pt>
          <cx:pt idx="15092">84.989999999999995</cx:pt>
          <cx:pt idx="15093">84.989999999999995</cx:pt>
          <cx:pt idx="15094">84.989999999999995</cx:pt>
          <cx:pt idx="15095">84.989999999999995</cx:pt>
          <cx:pt idx="15096">84.989999999999995</cx:pt>
          <cx:pt idx="15097">84.989999999999995</cx:pt>
          <cx:pt idx="15098">84.989999999999995</cx:pt>
          <cx:pt idx="15099">84.989999999999995</cx:pt>
          <cx:pt idx="15100">65.989999999999995</cx:pt>
          <cx:pt idx="15101">105.98</cx:pt>
          <cx:pt idx="15102">84.989999999999995</cx:pt>
          <cx:pt idx="15103">84.989999999999995</cx:pt>
          <cx:pt idx="15104">102.98</cx:pt>
          <cx:pt idx="15105">105.98</cx:pt>
          <cx:pt idx="15106">84.989999999999995</cx:pt>
          <cx:pt idx="15107">84.989999999999995</cx:pt>
          <cx:pt idx="15108">105.98</cx:pt>
          <cx:pt idx="15109">65.989999999999995</cx:pt>
          <cx:pt idx="15110">84.989999999999995</cx:pt>
          <cx:pt idx="15111">57.979999999999997</cx:pt>
          <cx:pt idx="15112">65.989999999999995</cx:pt>
          <cx:pt idx="15113">84.989999999999995</cx:pt>
          <cx:pt idx="15114">84.989999999999995</cx:pt>
          <cx:pt idx="15115">84.989999999999995</cx:pt>
          <cx:pt idx="15116">89.980000000000004</cx:pt>
          <cx:pt idx="15117">84.989999999999995</cx:pt>
          <cx:pt idx="15118">68.810000000000002</cx:pt>
          <cx:pt idx="15119">84.989999999999995</cx:pt>
          <cx:pt idx="15120">84.989999999999995</cx:pt>
          <cx:pt idx="15121">105.98</cx:pt>
          <cx:pt idx="15122">68.989999999999995</cx:pt>
          <cx:pt idx="15123">84.989999999999995</cx:pt>
          <cx:pt idx="15124">84.989999999999995</cx:pt>
          <cx:pt idx="15125">84.989999999999995</cx:pt>
          <cx:pt idx="15126">84.989999999999995</cx:pt>
          <cx:pt idx="15127">84.989999999999995</cx:pt>
          <cx:pt idx="15128">200.05000000000001</cx:pt>
          <cx:pt idx="15129">212.62</cx:pt>
          <cx:pt idx="15130">122.97</cx:pt>
          <cx:pt idx="15131">216.96000000000001</cx:pt>
          <cx:pt idx="15132">225.94999999999999</cx:pt>
          <cx:pt idx="15133">263.95999999999998</cx:pt>
          <cx:pt idx="15134">184.77000000000001</cx:pt>
          <cx:pt idx="15135">263.95999999999998</cx:pt>
          <cx:pt idx="15136">238.96000000000001</cx:pt>
          <cx:pt idx="15137">263.95999999999998</cx:pt>
          <cx:pt idx="15138">83.480000000000004</cx:pt>
          <cx:pt idx="15139">97.980000000000004</cx:pt>
          <cx:pt idx="15140">-10</cx:pt>
          <cx:pt idx="15141">145.37</cx:pt>
          <cx:pt idx="15142">-5.75</cx:pt>
          <cx:pt idx="15143">39.990000000000002</cx:pt>
          <cx:pt idx="15144">130.38</cx:pt>
          <cx:pt idx="15145">98.829999999999998</cx:pt>
          <cx:pt idx="15146">127.98</cx:pt>
          <cx:pt idx="15147">53.18</cx:pt>
          <cx:pt idx="15148">84.980000000000004</cx:pt>
          <cx:pt idx="15149">59.979999999999997</cx:pt>
          <cx:pt idx="15150">176.84</cx:pt>
          <cx:pt idx="15151">54.990000000000002</cx:pt>
          <cx:pt idx="15152">99.290000000000006</cx:pt>
          <cx:pt idx="15153">59.140000000000001</cx:pt>
          <cx:pt idx="15154">278.94999999999999</cx:pt>
          <cx:pt idx="15155">147.12</cx:pt>
          <cx:pt idx="15156">68.989999999999995</cx:pt>
          <cx:pt idx="15157">59.979999999999997</cx:pt>
          <cx:pt idx="15158">113.59</cx:pt>
          <cx:pt idx="15159">68.989999999999995</cx:pt>
          <cx:pt idx="15160">-13</cx:pt>
          <cx:pt idx="15161">67.489999999999995</cx:pt>
          <cx:pt idx="15162">126.98</cx:pt>
          <cx:pt idx="15163">276.22000000000003</cx:pt>
          <cx:pt idx="15164">83.689999999999998</cx:pt>
          <cx:pt idx="15165">69.989999999999995</cx:pt>
          <cx:pt idx="15166">137.28999999999999</cx:pt>
          <cx:pt idx="15167">68.299999999999997</cx:pt>
          <cx:pt idx="15168">119.95999999999999</cx:pt>
          <cx:pt idx="15169">65.609999999999999</cx:pt>
          <cx:pt idx="15170">84.989999999999995</cx:pt>
          <cx:pt idx="15171">80.980000000000004</cx:pt>
          <cx:pt idx="15172">131.97999999999999</cx:pt>
          <cx:pt idx="15173">113.47</cx:pt>
          <cx:pt idx="15174">131.97999999999999</cx:pt>
          <cx:pt idx="15175">65.989999999999995</cx:pt>
          <cx:pt idx="15176">135.97999999999999</cx:pt>
          <cx:pt idx="15177">135.97999999999999</cx:pt>
          <cx:pt idx="15178">113.47</cx:pt>
          <cx:pt idx="15179">135.97999999999999</cx:pt>
          <cx:pt idx="15180">86.069999999999993</cx:pt>
          <cx:pt idx="15181">144.72999999999999</cx:pt>
          <cx:pt idx="15182">86.069999999999993</cx:pt>
          <cx:pt idx="15183">53.43</cx:pt>
          <cx:pt idx="15184">53.43</cx:pt>
          <cx:pt idx="15185">80.980000000000004</cx:pt>
          <cx:pt idx="15186">65.989999999999995</cx:pt>
          <cx:pt idx="15187">80.980000000000004</cx:pt>
          <cx:pt idx="15188">135.97999999999999</cx:pt>
          <cx:pt idx="15189">-131.97999999999999</cx:pt>
          <cx:pt idx="15190">67.980000000000004</cx:pt>
          <cx:pt idx="15191">131.97999999999999</cx:pt>
          <cx:pt idx="15192">131.97999999999999</cx:pt>
          <cx:pt idx="15193">80.859999999999999</cx:pt>
          <cx:pt idx="15194">80.980000000000004</cx:pt>
          <cx:pt idx="15195">65.989999999999995</cx:pt>
          <cx:pt idx="15196">65.989999999999995</cx:pt>
          <cx:pt idx="15197">161.96000000000001</cx:pt>
          <cx:pt idx="15198">67.980000000000004</cx:pt>
          <cx:pt idx="15199">82.469999999999999</cx:pt>
          <cx:pt idx="15200">161.96000000000001</cx:pt>
          <cx:pt idx="15201">65.989999999999995</cx:pt>
          <cx:pt idx="15202">78.819999999999993</cx:pt>
          <cx:pt idx="15203">78.819999999999993</cx:pt>
          <cx:pt idx="15204">95.969999999999999</cx:pt>
          <cx:pt idx="15205">65.989999999999995</cx:pt>
          <cx:pt idx="15206">95.969999999999999</cx:pt>
          <cx:pt idx="15207">82.469999999999999</cx:pt>
          <cx:pt idx="15208">65.989999999999995</cx:pt>
          <cx:pt idx="15209">80.859999999999999</cx:pt>
          <cx:pt idx="15210">131.97999999999999</cx:pt>
          <cx:pt idx="15211">131.97999999999999</cx:pt>
          <cx:pt idx="15212">65.989999999999995</cx:pt>
          <cx:pt idx="15213">62.880000000000003</cx:pt>
          <cx:pt idx="15214">161.96000000000001</cx:pt>
          <cx:pt idx="15215">161.96000000000001</cx:pt>
          <cx:pt idx="15216">62.880000000000003</cx:pt>
          <cx:pt idx="15217">144.72999999999999</cx:pt>
          <cx:pt idx="15218">-131.97999999999999</cx:pt>
          <cx:pt idx="15219">80.980000000000004</cx:pt>
          <cx:pt idx="15220">80.980000000000004</cx:pt>
          <cx:pt idx="15221">84.989999999999995</cx:pt>
          <cx:pt idx="15222">183.16</cx:pt>
          <cx:pt idx="15223">19.289999999999999</cx:pt>
          <cx:pt idx="15224">187.97</cx:pt>
          <cx:pt idx="15225">65.989999999999995</cx:pt>
          <cx:pt idx="15226">79.989999999999995</cx:pt>
          <cx:pt idx="15227">79.989999999999995</cx:pt>
          <cx:pt idx="15228">65.989999999999995</cx:pt>
          <cx:pt idx="15229">65.989999999999995</cx:pt>
          <cx:pt idx="15230">65.989999999999995</cx:pt>
          <cx:pt idx="15231">-1.3</cx:pt>
          <cx:pt idx="15232">79.989999999999995</cx:pt>
          <cx:pt idx="15233">79.989999999999995</cx:pt>
          <cx:pt idx="15234">84.989999999999995</cx:pt>
          <cx:pt idx="15235">79.989999999999995</cx:pt>
          <cx:pt idx="15236">149.94999999999999</cx:pt>
          <cx:pt idx="15237">169.97999999999999</cx:pt>
          <cx:pt idx="15238">97.980000000000004</cx:pt>
          <cx:pt idx="15239">-1.3</cx:pt>
          <cx:pt idx="15240">60.990000000000002</cx:pt>
          <cx:pt idx="15241">115.98</cx:pt>
          <cx:pt idx="15242">19.289999999999999</cx:pt>
          <cx:pt idx="15243">263.95999999999998</cx:pt>
          <cx:pt idx="15244">-65.989999999999995</cx:pt>
          <cx:pt idx="15245">159.97999999999999</cx:pt>
          <cx:pt idx="15246">19.289999999999999</cx:pt>
          <cx:pt idx="15247">46.289999999999999</cx:pt>
          <cx:pt idx="15248">89.980000000000004</cx:pt>
          <cx:pt idx="15249">67.980000000000004</cx:pt>
          <cx:pt idx="15250">59.979999999999997</cx:pt>
          <cx:pt idx="15251">-1.3</cx:pt>
          <cx:pt idx="15252">84.989999999999995</cx:pt>
          <cx:pt idx="15253">97.980000000000004</cx:pt>
          <cx:pt idx="15254">309.94999999999999</cx:pt>
          <cx:pt idx="15255">404.94999999999999</cx:pt>
          <cx:pt idx="15256">339.95999999999998</cx:pt>
          <cx:pt idx="15257">424.94999999999999</cx:pt>
          <cx:pt idx="15258">339.95999999999998</cx:pt>
          <cx:pt idx="15259">263.95999999999998</cx:pt>
          <cx:pt idx="15260">339.95999999999998</cx:pt>
          <cx:pt idx="15261">263.95999999999998</cx:pt>
          <cx:pt idx="15262">141.97</cx:pt>
          <cx:pt idx="15263">129.96000000000001</cx:pt>
          <cx:pt idx="15264">171.97</cx:pt>
          <cx:pt idx="15265">146.97</cx:pt>
          <cx:pt idx="15266">179.46000000000001</cx:pt>
          <cx:pt idx="15267">175.56</cx:pt>
          <cx:pt idx="15268">160.96000000000001</cx:pt>
          <cx:pt idx="15269">146.97</cx:pt>
          <cx:pt idx="15270">212.96000000000001</cx:pt>
          <cx:pt idx="15271">121.98</cx:pt>
          <cx:pt idx="15272">171.97</cx:pt>
          <cx:pt idx="15273">146.97</cx:pt>
          <cx:pt idx="15274">154.69999999999999</cx:pt>
          <cx:pt idx="15275">164.96000000000001</cx:pt>
          <cx:pt idx="15276">168</cx:pt>
          <cx:pt idx="15277">131.97999999999999</cx:pt>
          <cx:pt idx="15278">169.97999999999999</cx:pt>
          <cx:pt idx="15279">132.27000000000001</cx:pt>
          <cx:pt idx="15280">148.75999999999999</cx:pt>
          <cx:pt idx="15281">50.090000000000003</cx:pt>
          <cx:pt idx="15282">59.979999999999997</cx:pt>
          <cx:pt idx="15283">55.979999999999997</cx:pt>
          <cx:pt idx="15284">93.980000000000004</cx:pt>
          <cx:pt idx="15285">59.979999999999997</cx:pt>
          <cx:pt idx="15286">89.969999999999999</cx:pt>
          <cx:pt idx="15287">90.969999999999999</cx:pt>
          <cx:pt idx="15288">157.97</cx:pt>
          <cx:pt idx="15289">125.97</cx:pt>
          <cx:pt idx="15290">59.979999999999997</cx:pt>
          <cx:pt idx="15291">59.979999999999997</cx:pt>
          <cx:pt idx="15292">125.97</cx:pt>
          <cx:pt idx="15293">125.97</cx:pt>
          <cx:pt idx="15294">125.97</cx:pt>
          <cx:pt idx="15295">117.97</cx:pt>
          <cx:pt idx="15296">146.09</cx:pt>
          <cx:pt idx="15297">59.979999999999997</cx:pt>
          <cx:pt idx="15298">163.96000000000001</cx:pt>
          <cx:pt idx="15299">117.95999999999999</cx:pt>
          <cx:pt idx="15300">74.980000000000004</cx:pt>
          <cx:pt idx="15301">102.37</cx:pt>
          <cx:pt idx="15302">99.090000000000003</cx:pt>
          <cx:pt idx="15303">150.96000000000001</cx:pt>
          <cx:pt idx="15304">99.980000000000004</cx:pt>
          <cx:pt idx="15305">90.980000000000004</cx:pt>
          <cx:pt idx="15306">138.97</cx:pt>
          <cx:pt idx="15307">94.969999999999999</cx:pt>
          <cx:pt idx="15308">119.97</cx:pt>
          <cx:pt idx="15309">65.989999999999995</cx:pt>
          <cx:pt idx="15310">94.969999999999999</cx:pt>
          <cx:pt idx="15311">105.97</cx:pt>
          <cx:pt idx="15312">84.989999999999995</cx:pt>
          <cx:pt idx="15313">55.979999999999997</cx:pt>
          <cx:pt idx="15314">115.97</cx:pt>
          <cx:pt idx="15315">84.989999999999995</cx:pt>
          <cx:pt idx="15316">189.97</cx:pt>
          <cx:pt idx="15317">76.980000000000004</cx:pt>
          <cx:pt idx="15318">91.370000000000005</cx:pt>
          <cx:pt idx="15319">152.97</cx:pt>
          <cx:pt idx="15320">238.96000000000001</cx:pt>
          <cx:pt idx="15321">131.97999999999999</cx:pt>
          <cx:pt idx="15322">279.13</cx:pt>
          <cx:pt idx="15323">146.66999999999999</cx:pt>
          <cx:pt idx="15324">65.989999999999995</cx:pt>
          <cx:pt idx="15325">181.97</cx:pt>
          <cx:pt idx="15326">192.13999999999999</cx:pt>
          <cx:pt idx="15327">240.94</cx:pt>
          <cx:pt idx="15328">223.94999999999999</cx:pt>
          <cx:pt idx="15329">216.72</cx:pt>
          <cx:pt idx="15330">212.96000000000001</cx:pt>
          <cx:pt idx="15331">254.97</cx:pt>
          <cx:pt idx="15332">254.97</cx:pt>
          <cx:pt idx="15333">169.97999999999999</cx:pt>
          <cx:pt idx="15334">197.97</cx:pt>
          <cx:pt idx="15335">197.97</cx:pt>
          <cx:pt idx="15336">169.97999999999999</cx:pt>
          <cx:pt idx="15337">279.94</cx:pt>
          <cx:pt idx="15338">309.94999999999999</cx:pt>
          <cx:pt idx="15339">254.80000000000001</cx:pt>
          <cx:pt idx="15340">279.94</cx:pt>
          <cx:pt idx="15341">216.72</cx:pt>
          <cx:pt idx="15342">254.80000000000001</cx:pt>
          <cx:pt idx="15343">212.96000000000001</cx:pt>
          <cx:pt idx="15344">309.94999999999999</cx:pt>
          <cx:pt idx="15345">131.97999999999999</cx:pt>
          <cx:pt idx="15346">131.97999999999999</cx:pt>
          <cx:pt idx="15347">131.97999999999999</cx:pt>
          <cx:pt idx="15348">131.97999999999999</cx:pt>
          <cx:pt idx="15349">131.97999999999999</cx:pt>
          <cx:pt idx="15350">131.97999999999999</cx:pt>
          <cx:pt idx="15351">121.98</cx:pt>
          <cx:pt idx="15352">171.97</cx:pt>
          <cx:pt idx="15353">131.97999999999999</cx:pt>
          <cx:pt idx="15354">131.97999999999999</cx:pt>
          <cx:pt idx="15355">131.97999999999999</cx:pt>
          <cx:pt idx="15356">144.47999999999999</cx:pt>
          <cx:pt idx="15357">59.490000000000002</cx:pt>
          <cx:pt idx="15358">99.980000000000004</cx:pt>
          <cx:pt idx="15359">184.97</cx:pt>
          <cx:pt idx="15360">94.980000000000004</cx:pt>
          <cx:pt idx="15361">94.980000000000004</cx:pt>
          <cx:pt idx="15362">-4.5</cx:pt>
          <cx:pt idx="15363">135.37</cx:pt>
          <cx:pt idx="15364">137.97999999999999</cx:pt>
          <cx:pt idx="15365">54.990000000000002</cx:pt>
          <cx:pt idx="15366">84.989999999999995</cx:pt>
          <cx:pt idx="15367">75.980000000000004</cx:pt>
          <cx:pt idx="15368">72.239999999999995</cx:pt>
          <cx:pt idx="15369">59.390000000000001</cx:pt>
          <cx:pt idx="15370">84.989999999999995</cx:pt>
          <cx:pt idx="15371">84.989999999999995</cx:pt>
          <cx:pt idx="15372">84.989999999999995</cx:pt>
          <cx:pt idx="15373">65.989999999999995</cx:pt>
          <cx:pt idx="15374">55.369999999999997</cx:pt>
          <cx:pt idx="15375">65.989999999999995</cx:pt>
          <cx:pt idx="15376">65.989999999999995</cx:pt>
          <cx:pt idx="15377">84.989999999999995</cx:pt>
          <cx:pt idx="15378">75.980000000000004</cx:pt>
          <cx:pt idx="15379">75.090000000000003</cx:pt>
          <cx:pt idx="15380">84.989999999999995</cx:pt>
          <cx:pt idx="15381">65.989999999999995</cx:pt>
          <cx:pt idx="15382">305.81999999999999</cx:pt>
          <cx:pt idx="15383">337.22000000000003</cx:pt>
          <cx:pt idx="15384">292.39999999999998</cx:pt>
          <cx:pt idx="15385">135.03</cx:pt>
          <cx:pt idx="15386">252.09</cx:pt>
          <cx:pt idx="15387">284.82999999999998</cx:pt>
          <cx:pt idx="15388">272.57999999999998</cx:pt>
          <cx:pt idx="15389">148.47999999999999</cx:pt>
          <cx:pt idx="15390">62.090000000000003</cx:pt>
          <cx:pt idx="15391">134.97999999999999</cx:pt>
          <cx:pt idx="15392">143.41999999999999</cx:pt>
          <cx:pt idx="15393">84.989999999999995</cx:pt>
          <cx:pt idx="15394">148.47999999999999</cx:pt>
          <cx:pt idx="15395">134.08000000000001</cx:pt>
          <cx:pt idx="15396">84.989999999999995</cx:pt>
          <cx:pt idx="15397">94.980000000000004</cx:pt>
          <cx:pt idx="15398">164.97999999999999</cx:pt>
          <cx:pt idx="15399">109.98</cx:pt>
          <cx:pt idx="15400">109.98</cx:pt>
          <cx:pt idx="15401">-23</cx:pt>
          <cx:pt idx="15402">140.22999999999999</cx:pt>
          <cx:pt idx="15403">-20</cx:pt>
          <cx:pt idx="15404">145.18000000000001</cx:pt>
          <cx:pt idx="15405">79.980000000000004</cx:pt>
          <cx:pt idx="15406">109.98</cx:pt>
          <cx:pt idx="15407">164.97999999999999</cx:pt>
          <cx:pt idx="15408">93.480000000000004</cx:pt>
          <cx:pt idx="15409">164.97999999999999</cx:pt>
          <cx:pt idx="15410">156.72999999999999</cx:pt>
          <cx:pt idx="15411">109.98</cx:pt>
          <cx:pt idx="15412">109.98</cx:pt>
          <cx:pt idx="15413">164.97999999999999</cx:pt>
          <cx:pt idx="15414">109.98</cx:pt>
          <cx:pt idx="15415">164.97999999999999</cx:pt>
          <cx:pt idx="15416">151.09</cx:pt>
          <cx:pt idx="15417">164.97999999999999</cx:pt>
          <cx:pt idx="15418">164.97999999999999</cx:pt>
          <cx:pt idx="15419">146.66999999999999</cx:pt>
          <cx:pt idx="15420">164.97999999999999</cx:pt>
          <cx:pt idx="15421">159.97999999999999</cx:pt>
          <cx:pt idx="15422">169.97999999999999</cx:pt>
          <cx:pt idx="15423">143.27000000000001</cx:pt>
          <cx:pt idx="15424">159.97999999999999</cx:pt>
          <cx:pt idx="15425">131.97999999999999</cx:pt>
          <cx:pt idx="15426">161.18000000000001</cx:pt>
          <cx:pt idx="15427">169.97999999999999</cx:pt>
          <cx:pt idx="15428">169.97999999999999</cx:pt>
          <cx:pt idx="15429">184.97</cx:pt>
          <cx:pt idx="15430">115.98</cx:pt>
          <cx:pt idx="15431">134.97999999999999</cx:pt>
          <cx:pt idx="15432">142.97999999999999</cx:pt>
          <cx:pt idx="15433">134.97999999999999</cx:pt>
          <cx:pt idx="15434">131.97999999999999</cx:pt>
          <cx:pt idx="15435">123.04000000000001</cx:pt>
          <cx:pt idx="15436">131.97999999999999</cx:pt>
          <cx:pt idx="15437">131.97999999999999</cx:pt>
          <cx:pt idx="15438">150.18000000000001</cx:pt>
          <cx:pt idx="15439">101.98</cx:pt>
          <cx:pt idx="15440">169.97999999999999</cx:pt>
          <cx:pt idx="15441">137.97999999999999</cx:pt>
          <cx:pt idx="15442">89.980000000000004</cx:pt>
          <cx:pt idx="15443">134.22999999999999</cx:pt>
          <cx:pt idx="15444">65.989999999999995</cx:pt>
          <cx:pt idx="15445">92.379999999999995</cx:pt>
          <cx:pt idx="15446">65.989999999999995</cx:pt>
          <cx:pt idx="15447">131.97999999999999</cx:pt>
          <cx:pt idx="15448">124.72</cx:pt>
          <cx:pt idx="15449">65.989999999999995</cx:pt>
          <cx:pt idx="15450">131.97999999999999</cx:pt>
          <cx:pt idx="15451">65.989999999999995</cx:pt>
          <cx:pt idx="15452">65.989999999999995</cx:pt>
          <cx:pt idx="15453">131.97999999999999</cx:pt>
          <cx:pt idx="15454">59.390000000000001</cx:pt>
          <cx:pt idx="15455">65.989999999999995</cx:pt>
          <cx:pt idx="15456">65.989999999999995</cx:pt>
          <cx:pt idx="15457">63.969999999999999</cx:pt>
          <cx:pt idx="15458">171.96000000000001</cx:pt>
          <cx:pt idx="15459">68.959999999999994</cx:pt>
          <cx:pt idx="15460">219.33000000000001</cx:pt>
          <cx:pt idx="15461">137.91</cx:pt>
          <cx:pt idx="15462">166.91</cx:pt>
          <cx:pt idx="15463">63.939999999999998</cx:pt>
          <cx:pt idx="15464">169.94</cx:pt>
          <cx:pt idx="15465">141.91999999999999</cx:pt>
          <cx:pt idx="15466">191.93000000000001</cx:pt>
          <cx:pt idx="15467">207.81</cx:pt>
          <cx:pt idx="15468">89.969999999999999</cx:pt>
          <cx:pt idx="15469">116.92</cx:pt>
          <cx:pt idx="15470">83.969999999999999</cx:pt>
          <cx:pt idx="15471">63.960000000000001</cx:pt>
          <cx:pt idx="15472">126.95</cx:pt>
          <cx:pt idx="15473">188.81</cx:pt>
          <cx:pt idx="15474">319.38999999999999</cx:pt>
          <cx:pt idx="15475">185.34</cx:pt>
          <cx:pt idx="15476">382.25999999999999</cx:pt>
          <cx:pt idx="15477">479.08999999999997</cx:pt>
          <cx:pt idx="15478">386.38999999999999</cx:pt>
          <cx:pt idx="15479">319.38999999999999</cx:pt>
          <cx:pt idx="15480">239.53999999999999</cx:pt>
          <cx:pt idx="15481">239.53999999999999</cx:pt>
          <cx:pt idx="15482">466.41000000000003</cx:pt>
          <cx:pt idx="15483">84.989999999999995</cx:pt>
          <cx:pt idx="15484">169.84999999999999</cx:pt>
          <cx:pt idx="15485">146.97</cx:pt>
          <cx:pt idx="15486">169.91999999999999</cx:pt>
          <cx:pt idx="15487">84.989999999999995</cx:pt>
          <cx:pt idx="15488">124.93000000000001</cx:pt>
          <cx:pt idx="15489">67.659999999999997</cx:pt>
          <cx:pt idx="15490">169.97999999999999</cx:pt>
          <cx:pt idx="15491">64.980000000000004</cx:pt>
          <cx:pt idx="15492">131.97999999999999</cx:pt>
          <cx:pt idx="15493">84.989999999999995</cx:pt>
          <cx:pt idx="15494">183</cx:pt>
          <cx:pt idx="15495">169.88999999999999</cx:pt>
          <cx:pt idx="15496">84.989999999999995</cx:pt>
          <cx:pt idx="15497">184.93000000000001</cx:pt>
          <cx:pt idx="15498">146.97</cx:pt>
          <cx:pt idx="15499">184.97</cx:pt>
          <cx:pt idx="15500">159.91</cx:pt>
          <cx:pt idx="15501">109.06999999999999</cx:pt>
          <cx:pt idx="15502">231.06</cx:pt>
          <cx:pt idx="15503">258.88999999999999</cx:pt>
          <cx:pt idx="15504">319.38999999999999</cx:pt>
          <cx:pt idx="15505">241.94</cx:pt>
          <cx:pt idx="15506">287.88999999999999</cx:pt>
          <cx:pt idx="15507">159.69999999999999</cx:pt>
          <cx:pt idx="15508">131.97999999999999</cx:pt>
          <cx:pt idx="15509">204.47</cx:pt>
          <cx:pt idx="15510">60.07</cx:pt>
          <cx:pt idx="15511">68.989999999999995</cx:pt>
          <cx:pt idx="15512">164.96000000000001</cx:pt>
          <cx:pt idx="15513">204.97</cx:pt>
          <cx:pt idx="15514">154.93000000000001</cx:pt>
          <cx:pt idx="15515">209.97</cx:pt>
          <cx:pt idx="15516">155.41999999999999</cx:pt>
          <cx:pt idx="15517">169.97999999999999</cx:pt>
          <cx:pt idx="15518">169.97999999999999</cx:pt>
          <cx:pt idx="15519">254.97</cx:pt>
          <cx:pt idx="15520">197.97</cx:pt>
          <cx:pt idx="15521">4.9900000000000002</cx:pt>
          <cx:pt idx="15522">159.97999999999999</cx:pt>
          <cx:pt idx="15523">197.97</cx:pt>
          <cx:pt idx="15524">169.97999999999999</cx:pt>
          <cx:pt idx="15525">189.96000000000001</cx:pt>
          <cx:pt idx="15526">224.96000000000001</cx:pt>
          <cx:pt idx="15527">197.97</cx:pt>
          <cx:pt idx="15528">164.52000000000001</cx:pt>
          <cx:pt idx="15529">224.97</cx:pt>
          <cx:pt idx="15530">186.56</cx:pt>
          <cx:pt idx="15531">84.969999999999999</cx:pt>
          <cx:pt idx="15532">72.280000000000001</cx:pt>
          <cx:pt idx="15533">110.98</cx:pt>
          <cx:pt idx="15534">97.480000000000004</cx:pt>
          <cx:pt idx="15535">65.989999999999995</cx:pt>
          <cx:pt idx="15536">26.489999999999998</cx:pt>
          <cx:pt idx="15537">84.989999999999995</cx:pt>
          <cx:pt idx="15538">95.980000000000004</cx:pt>
          <cx:pt idx="15539">95.980000000000004</cx:pt>
          <cx:pt idx="15540">84.989999999999995</cx:pt>
          <cx:pt idx="15541">95.980000000000004</cx:pt>
          <cx:pt idx="15542">70.489999999999995</cx:pt>
          <cx:pt idx="15543">121.97</cx:pt>
          <cx:pt idx="15544">74.980000000000004</cx:pt>
          <cx:pt idx="15545">103.98</cx:pt>
          <cx:pt idx="15546">83.980000000000004</cx:pt>
          <cx:pt idx="15547">84.989999999999995</cx:pt>
          <cx:pt idx="15548">85.980000000000004</cx:pt>
          <cx:pt idx="15549">84.989999999999995</cx:pt>
          <cx:pt idx="15550">109.78</cx:pt>
          <cx:pt idx="15551">71.989999999999995</cx:pt>
          <cx:pt idx="15552">121.98</cx:pt>
          <cx:pt idx="15553">111.98</cx:pt>
          <cx:pt idx="15554">136.97</cx:pt>
          <cx:pt idx="15555">119.98</cx:pt>
          <cx:pt idx="15556">114.31999999999999</cx:pt>
          <cx:pt idx="15557">184.97</cx:pt>
          <cx:pt idx="15558">134.96000000000001</cx:pt>
          <cx:pt idx="15559">0</cx:pt>
          <cx:pt idx="15560">163.31</cx:pt>
          <cx:pt idx="15561">134.96000000000001</cx:pt>
          <cx:pt idx="15562">156.50999999999999</cx:pt>
          <cx:pt idx="15563">161.66</cx:pt>
          <cx:pt idx="15564">123.45999999999999</cx:pt>
          <cx:pt idx="15565">164.96000000000001</cx:pt>
          <cx:pt idx="15566">164.96000000000001</cx:pt>
          <cx:pt idx="15567">134.94999999999999</cx:pt>
          <cx:pt idx="15568">114.97</cx:pt>
          <cx:pt idx="15569">166.25999999999999</cx:pt>
          <cx:pt idx="15570">182.66999999999999</cx:pt>
          <cx:pt idx="15571">128.24000000000001</cx:pt>
          <cx:pt idx="15572">342.37</cx:pt>
          <cx:pt idx="15573">72.590000000000003</cx:pt>
          <cx:pt idx="15574">319.38999999999999</cx:pt>
          <cx:pt idx="15575">319.38999999999999</cx:pt>
          <cx:pt idx="15576">172.94</cx:pt>
          <cx:pt idx="15577">114.95999999999999</cx:pt>
          <cx:pt idx="15578">119.95999999999999</cx:pt>
          <cx:pt idx="15579">139.94999999999999</cx:pt>
          <cx:pt idx="15580">247.91999999999999</cx:pt>
          <cx:pt idx="15581">73.700000000000003</cx:pt>
          <cx:pt idx="15582">119.95999999999999</cx:pt>
          <cx:pt idx="15583">124.95</cx:pt>
          <cx:pt idx="15584">92.969999999999999</cx:pt>
          <cx:pt idx="15585">139.94999999999999</cx:pt>
          <cx:pt idx="15586">89.969999999999999</cx:pt>
          <cx:pt idx="15587">195.93000000000001</cx:pt>
          <cx:pt idx="15588">83.969999999999999</cx:pt>
          <cx:pt idx="15589">89.969999999999999</cx:pt>
          <cx:pt idx="15590">61.979999999999997</cx:pt>
          <cx:pt idx="15591">89.969999999999999</cx:pt>
          <cx:pt idx="15592">55.979999999999997</cx:pt>
          <cx:pt idx="15593">149.94999999999999</cx:pt>
          <cx:pt idx="15594">89.969999999999999</cx:pt>
          <cx:pt idx="15595">119.95999999999999</cx:pt>
          <cx:pt idx="15596">119.95999999999999</cx:pt>
          <cx:pt idx="15597">149.94999999999999</cx:pt>
          <cx:pt idx="15598">89.969999999999999</cx:pt>
          <cx:pt idx="15599">89.969999999999999</cx:pt>
          <cx:pt idx="15600">860.39999999999998</cx:pt>
          <cx:pt idx="15601">834.84000000000003</cx:pt>
          <cx:pt idx="15602">739.88</cx:pt>
          <cx:pt idx="15603">743.88</cx:pt>
          <cx:pt idx="15604">949.88</cx:pt>
          <cx:pt idx="15605">218.96000000000001</cx:pt>
          <cx:pt idx="15606">429.92000000000002</cx:pt>
          <cx:pt idx="15607">169.97999999999999</cx:pt>
          <cx:pt idx="15608">429.92000000000002</cx:pt>
          <cx:pt idx="15609">249.94</cx:pt>
          <cx:pt idx="15610">249.90000000000001</cx:pt>
          <cx:pt idx="15611">246.93000000000001</cx:pt>
          <cx:pt idx="15612">109.95999999999999</cx:pt>
          <cx:pt idx="15613">99.980000000000004</cx:pt>
          <cx:pt idx="15614">149.97</cx:pt>
          <cx:pt idx="15615">21.260000000000002</cx:pt>
          <cx:pt idx="15616">-1.3</cx:pt>
          <cx:pt idx="15617">51.289999999999999</cx:pt>
          <cx:pt idx="15618">149.97</cx:pt>
          <cx:pt idx="15619">149.97</cx:pt>
          <cx:pt idx="15620">247.43000000000001</cx:pt>
          <cx:pt idx="15621">99.980000000000004</cx:pt>
          <cx:pt idx="15622">180.91999999999999</cx:pt>
          <cx:pt idx="15623">322.73000000000002</cx:pt>
          <cx:pt idx="15624">219.91999999999999</cx:pt>
          <cx:pt idx="15625">119.97</cx:pt>
          <cx:pt idx="15626">190.94999999999999</cx:pt>
          <cx:pt idx="15627">154.97</cx:pt>
          <cx:pt idx="15628">199.93000000000001</cx:pt>
          <cx:pt idx="15629">177.96000000000001</cx:pt>
          <cx:pt idx="15630">276.94</cx:pt>
          <cx:pt idx="15631">131.97999999999999</cx:pt>
          <cx:pt idx="15632">263.54000000000002</cx:pt>
          <cx:pt idx="15633">148.63</cx:pt>
          <cx:pt idx="15634">169.96000000000001</cx:pt>
          <cx:pt idx="15635">192.96000000000001</cx:pt>
          <cx:pt idx="15636">171.86000000000001</cx:pt>
          <cx:pt idx="15637">83.480000000000004</cx:pt>
          <cx:pt idx="15638">87.950000000000003</cx:pt>
          <cx:pt idx="15639">129.94999999999999</cx:pt>
          <cx:pt idx="15640">99.969999999999999</cx:pt>
          <cx:pt idx="15641">55.299999999999997</cx:pt>
          <cx:pt idx="15642">129.94999999999999</cx:pt>
          <cx:pt idx="15643">99.969999999999999</cx:pt>
          <cx:pt idx="15644">109.95</cx:pt>
          <cx:pt idx="15645">92.450000000000003</cx:pt>
          <cx:pt idx="15646">59.960000000000001</cx:pt>
          <cx:pt idx="15647">59.960000000000001</cx:pt>
          <cx:pt idx="15648">112.97</cx:pt>
          <cx:pt idx="15649">254.97</cx:pt>
          <cx:pt idx="15650">62.329999999999998</cx:pt>
          <cx:pt idx="15651">269.95999999999998</cx:pt>
          <cx:pt idx="15652">269.95999999999998</cx:pt>
          <cx:pt idx="15653">284.94999999999999</cx:pt>
          <cx:pt idx="15654">178.16999999999999</cx:pt>
          <cx:pt idx="15655">254.97</cx:pt>
          <cx:pt idx="15656">284.94999999999999</cx:pt>
          <cx:pt idx="15657">254.97</cx:pt>
          <cx:pt idx="15658">254.97</cx:pt>
          <cx:pt idx="15659">172.97</cx:pt>
          <cx:pt idx="15660">93.980000000000004</cx:pt>
          <cx:pt idx="15661">314.95999999999998</cx:pt>
          <cx:pt idx="15662">197.97</cx:pt>
          <cx:pt idx="15663">268.95999999999998</cx:pt>
          <cx:pt idx="15664">305.94</cx:pt>
          <cx:pt idx="15665">147.94999999999999</cx:pt>
          <cx:pt idx="15666">84.989999999999995</cx:pt>
          <cx:pt idx="15667">121.98</cx:pt>
          <cx:pt idx="15668">131.97999999999999</cx:pt>
          <cx:pt idx="15669">163.96000000000001</cx:pt>
          <cx:pt idx="15670">167.96000000000001</cx:pt>
          <cx:pt idx="15671">83.980000000000004</cx:pt>
          <cx:pt idx="15672">131.97999999999999</cx:pt>
          <cx:pt idx="15673">135.87</cx:pt>
          <cx:pt idx="15674">74.909999999999997</cx:pt>
          <cx:pt idx="15675">169.97999999999999</cx:pt>
          <cx:pt idx="15676">120.98</cx:pt>
          <cx:pt idx="15677">188.30000000000001</cx:pt>
          <cx:pt idx="15678">98.980000000000004</cx:pt>
          <cx:pt idx="15679">159.69999999999999</cx:pt>
          <cx:pt idx="15680">159.69999999999999</cx:pt>
          <cx:pt idx="15681">144.52000000000001</cx:pt>
          <cx:pt idx="15682">159.69999999999999</cx:pt>
          <cx:pt idx="15683">159.69999999999999</cx:pt>
          <cx:pt idx="15684">159.69999999999999</cx:pt>
          <cx:pt idx="15685">79.849999999999994</cx:pt>
          <cx:pt idx="15686">71.859999999999999</cx:pt>
          <cx:pt idx="15687">159.69999999999999</cx:pt>
          <cx:pt idx="15688">152.09999999999999</cx:pt>
          <cx:pt idx="15689">159.69999999999999</cx:pt>
          <cx:pt idx="15690">159.69999999999999</cx:pt>
          <cx:pt idx="15691">159.69999999999999</cx:pt>
          <cx:pt idx="15692">120.98</cx:pt>
          <cx:pt idx="15693">79.849999999999994</cx:pt>
          <cx:pt idx="15694">159.69999999999999</cx:pt>
          <cx:pt idx="15695">61.670000000000002</cx:pt>
          <cx:pt idx="15696">131.97999999999999</cx:pt>
          <cx:pt idx="15697">105.98</cx:pt>
          <cx:pt idx="15698">105.98</cx:pt>
          <cx:pt idx="15699">112.97</cx:pt>
          <cx:pt idx="15700">120.97</cx:pt>
          <cx:pt idx="15701">131.97999999999999</cx:pt>
          <cx:pt idx="15702">95.969999999999999</cx:pt>
          <cx:pt idx="15703">74.379999999999995</cx:pt>
          <cx:pt idx="15704">147.97</cx:pt>
          <cx:pt idx="15705">135.19999999999999</cx:pt>
          <cx:pt idx="15706">121.97</cx:pt>
          <cx:pt idx="15707">95.969999999999999</cx:pt>
          <cx:pt idx="15708">131.97999999999999</cx:pt>
          <cx:pt idx="15709">115.98</cx:pt>
          <cx:pt idx="15710">99.980000000000004</cx:pt>
          <cx:pt idx="15711">131.97999999999999</cx:pt>
          <cx:pt idx="15712">120.97</cx:pt>
          <cx:pt idx="15713">147.96000000000001</cx:pt>
          <cx:pt idx="15714">80.980000000000004</cx:pt>
          <cx:pt idx="15715">121.97</cx:pt>
          <cx:pt idx="15716">149.96000000000001</cx:pt>
          <cx:pt idx="15717">131.97999999999999</cx:pt>
          <cx:pt idx="15718">131.97999999999999</cx:pt>
          <cx:pt idx="15719">161.96000000000001</cx:pt>
          <cx:pt idx="15720">65.989999999999995</cx:pt>
          <cx:pt idx="15721">55.670000000000002</cx:pt>
          <cx:pt idx="15722">120.97</cx:pt>
          <cx:pt idx="15723">131.97999999999999</cx:pt>
          <cx:pt idx="15724">131.97999999999999</cx:pt>
          <cx:pt idx="15725">146.97</cx:pt>
          <cx:pt idx="15726">50.140000000000001</cx:pt>
          <cx:pt idx="15727">95.969999999999999</cx:pt>
          <cx:pt idx="15728">143.97</cx:pt>
          <cx:pt idx="15729">131.97999999999999</cx:pt>
          <cx:pt idx="15730">136.97</cx:pt>
          <cx:pt idx="15731">131.97999999999999</cx:pt>
          <cx:pt idx="15732">136.97</cx:pt>
          <cx:pt idx="15733">131.97999999999999</cx:pt>
          <cx:pt idx="15734">131.97999999999999</cx:pt>
          <cx:pt idx="15735">131.97999999999999</cx:pt>
          <cx:pt idx="15736">146.97</cx:pt>
          <cx:pt idx="15737">131.97999999999999</cx:pt>
          <cx:pt idx="15738">131.97999999999999</cx:pt>
          <cx:pt idx="15739">201.97</cx:pt>
          <cx:pt idx="15740">149.97999999999999</cx:pt>
          <cx:pt idx="15741">131.97999999999999</cx:pt>
          <cx:pt idx="15742">79.989999999999995</cx:pt>
          <cx:pt idx="15743">358.94999999999999</cx:pt>
          <cx:pt idx="15744">415.92000000000002</cx:pt>
          <cx:pt idx="15745">339.95999999999998</cx:pt>
          <cx:pt idx="15746">373.86000000000001</cx:pt>
          <cx:pt idx="15747">261.94</cx:pt>
          <cx:pt idx="15748">90.980000000000004</cx:pt>
          <cx:pt idx="15749">78.980000000000004</cx:pt>
          <cx:pt idx="15750">87.519999999999996</cx:pt>
          <cx:pt idx="15751">143.40000000000001</cx:pt>
          <cx:pt idx="15752">62.850000000000001</cx:pt>
          <cx:pt idx="15753">131.97999999999999</cx:pt>
          <cx:pt idx="15754">85.989999999999995</cx:pt>
          <cx:pt idx="15755">129.97</cx:pt>
          <cx:pt idx="15756">68.989999999999995</cx:pt>
          <cx:pt idx="15757">84.989999999999995</cx:pt>
          <cx:pt idx="15758">65.939999999999998</cx:pt>
          <cx:pt idx="15759">131.97999999999999</cx:pt>
          <cx:pt idx="15760">103.18000000000001</cx:pt>
          <cx:pt idx="15761">127.98</cx:pt>
          <cx:pt idx="15762">160.97999999999999</cx:pt>
          <cx:pt idx="15763">100.98</cx:pt>
          <cx:pt idx="15764">65.989999999999995</cx:pt>
          <cx:pt idx="15765">116.17</cx:pt>
          <cx:pt idx="15766">80.530000000000001</cx:pt>
          <cx:pt idx="15767">181.97</cx:pt>
          <cx:pt idx="15768">117.52</cx:pt>
          <cx:pt idx="15769">65.989999999999995</cx:pt>
          <cx:pt idx="15770">65.980000000000004</cx:pt>
          <cx:pt idx="15771">164.66999999999999</cx:pt>
          <cx:pt idx="15772">147.49000000000001</cx:pt>
          <cx:pt idx="15773">119.98</cx:pt>
          <cx:pt idx="15774">119.97</cx:pt>
          <cx:pt idx="15775">229.97</cx:pt>
          <cx:pt idx="15776">347.44</cx:pt>
          <cx:pt idx="15777">169.97</cx:pt>
          <cx:pt idx="15778">207.49000000000001</cx:pt>
          <cx:pt idx="15779">369.94</cx:pt>
          <cx:pt idx="15780">369.94</cx:pt>
          <cx:pt idx="15781">144.97999999999999</cx:pt>
          <cx:pt idx="15782">254.97</cx:pt>
          <cx:pt idx="15783">84.989999999999995</cx:pt>
          <cx:pt idx="15784">84.989999999999995</cx:pt>
          <cx:pt idx="15785">84.989999999999995</cx:pt>
          <cx:pt idx="15786">79.040000000000006</cx:pt>
          <cx:pt idx="15787">137.97999999999999</cx:pt>
          <cx:pt idx="15788">87.239999999999995</cx:pt>
          <cx:pt idx="15789">169.97999999999999</cx:pt>
          <cx:pt idx="15790">169.97999999999999</cx:pt>
          <cx:pt idx="15791">137.97999999999999</cx:pt>
          <cx:pt idx="15792">84.989999999999995</cx:pt>
          <cx:pt idx="15793">84.989999999999995</cx:pt>
          <cx:pt idx="15794">65.989999999999995</cx:pt>
          <cx:pt idx="15795">84.989999999999995</cx:pt>
          <cx:pt idx="15796">84.989999999999995</cx:pt>
          <cx:pt idx="15797">169.97999999999999</cx:pt>
          <cx:pt idx="15798">76.599999999999994</cx:pt>
          <cx:pt idx="15799">65.989999999999995</cx:pt>
          <cx:pt idx="15800">65.989999999999995</cx:pt>
          <cx:pt idx="15801">65.989999999999995</cx:pt>
          <cx:pt idx="15802">81.590000000000003</cx:pt>
          <cx:pt idx="15803">169.97999999999999</cx:pt>
          <cx:pt idx="15804">131.97999999999999</cx:pt>
          <cx:pt idx="15805">78.010000000000005</cx:pt>
          <cx:pt idx="15806">84.989999999999995</cx:pt>
          <cx:pt idx="15807">169.97999999999999</cx:pt>
          <cx:pt idx="15808">131.97999999999999</cx:pt>
          <cx:pt idx="15809">131.97999999999999</cx:pt>
          <cx:pt idx="15810">121.98</cx:pt>
          <cx:pt idx="15811">84.989999999999995</cx:pt>
          <cx:pt idx="15812">65.989999999999995</cx:pt>
          <cx:pt idx="15813">169.97999999999999</cx:pt>
          <cx:pt idx="15814">165.72999999999999</cx:pt>
          <cx:pt idx="15815">59.590000000000003</cx:pt>
          <cx:pt idx="15816">84.989999999999995</cx:pt>
          <cx:pt idx="15817">130.50999999999999</cx:pt>
          <cx:pt idx="15818">130.50999999999999</cx:pt>
          <cx:pt idx="15819">113.66</cx:pt>
          <cx:pt idx="15820">78.260000000000005</cx:pt>
          <cx:pt idx="15821">80.980000000000004</cx:pt>
          <cx:pt idx="15822">65.989999999999995</cx:pt>
          <cx:pt idx="15823">130.97</cx:pt>
          <cx:pt idx="15824">100.98</cx:pt>
          <cx:pt idx="15825">78.459999999999994</cx:pt>
          <cx:pt idx="15826">69.980000000000004</cx:pt>
          <cx:pt idx="15827">69.980000000000004</cx:pt>
          <cx:pt idx="15828">100.98</cx:pt>
          <cx:pt idx="15829">65.989999999999995</cx:pt>
          <cx:pt idx="15830">116.97</cx:pt>
          <cx:pt idx="15831">116.97</cx:pt>
          <cx:pt idx="15832">80.980000000000004</cx:pt>
          <cx:pt idx="15833">76.680000000000007</cx:pt>
          <cx:pt idx="15834">65.989999999999995</cx:pt>
          <cx:pt idx="15835">72.879999999999995</cx:pt>
          <cx:pt idx="15836">65.989999999999995</cx:pt>
          <cx:pt idx="15837">78.260000000000005</cx:pt>
          <cx:pt idx="15838">131.97999999999999</cx:pt>
          <cx:pt idx="15839">131.97999999999999</cx:pt>
          <cx:pt idx="15840">120.97</cx:pt>
          <cx:pt idx="15841">120.97</cx:pt>
          <cx:pt idx="15842">76.680000000000007</cx:pt>
          <cx:pt idx="15843">130.97</cx:pt>
          <cx:pt idx="15844">113.66</cx:pt>
          <cx:pt idx="15845">142.81999999999999</cx:pt>
          <cx:pt idx="15846">72.879999999999995</cx:pt>
          <cx:pt idx="15847">78.459999999999994</cx:pt>
          <cx:pt idx="15848">60.630000000000003</cx:pt>
          <cx:pt idx="15849">142.81999999999999</cx:pt>
          <cx:pt idx="15850">131.97999999999999</cx:pt>
          <cx:pt idx="15851">60.630000000000003</cx:pt>
          <cx:pt idx="15852">131.97999999999999</cx:pt>
          <cx:pt idx="15853">80.980000000000004</cx:pt>
          <cx:pt idx="15854">89.829999999999998</cx:pt>
          <cx:pt idx="15855">80.980000000000004</cx:pt>
          <cx:pt idx="15856">89.829999999999998</cx:pt>
          <cx:pt idx="15857">220.93000000000001</cx:pt>
          <cx:pt idx="15858">140.94999999999999</cx:pt>
          <cx:pt idx="15859">208.91999999999999</cx:pt>
          <cx:pt idx="15860">239.93000000000001</cx:pt>
          <cx:pt idx="15861">225.94</cx:pt>
          <cx:pt idx="15862">121.95</cx:pt>
          <cx:pt idx="15863">160.37</cx:pt>
          <cx:pt idx="15864">225.94</cx:pt>
          <cx:pt idx="15865">301.93000000000001</cx:pt>
          <cx:pt idx="15866">211.94999999999999</cx:pt>
          <cx:pt idx="15867">192.05000000000001</cx:pt>
          <cx:pt idx="15868">218.94</cx:pt>
          <cx:pt idx="15869">165.13</cx:pt>
          <cx:pt idx="15870">197.96000000000001</cx:pt>
          <cx:pt idx="15871">158.86000000000001</cx:pt>
          <cx:pt idx="15872">63.960000000000001</cx:pt>
          <cx:pt idx="15873">159.97</cx:pt>
          <cx:pt idx="15874">174.37</cx:pt>
          <cx:pt idx="15875">158.38</cx:pt>
          <cx:pt idx="15876">280.07999999999998</cx:pt>
          <cx:pt idx="15877">320.85000000000002</cx:pt>
          <cx:pt idx="15878">33.280000000000001</cx:pt>
          <cx:pt idx="15879">110.53</cx:pt>
          <cx:pt idx="15880">273.44</cx:pt>
          <cx:pt idx="15881">186.46000000000001</cx:pt>
          <cx:pt idx="15882">164.97999999999999</cx:pt>
          <cx:pt idx="15883">104.98</cx:pt>
          <cx:pt idx="15884">175.19999999999999</cx:pt>
          <cx:pt idx="15885">155.08000000000001</cx:pt>
          <cx:pt idx="15886">394.13</cx:pt>
          <cx:pt idx="15887">155.63999999999999</cx:pt>
          <cx:pt idx="15888">48.950000000000003</cx:pt>
          <cx:pt idx="15889">329.95999999999998</cx:pt>
          <cx:pt idx="15890">229.47</cx:pt>
          <cx:pt idx="15891">65.969999999999999</cx:pt>
          <cx:pt idx="15892">339.95999999999998</cx:pt>
          <cx:pt idx="15893">263.95999999999998</cx:pt>
          <cx:pt idx="15894">343.94</cx:pt>
          <cx:pt idx="15895">339.95999999999998</cx:pt>
          <cx:pt idx="15896">259.91000000000003</cx:pt>
          <cx:pt idx="15897">54.990000000000002</cx:pt>
          <cx:pt idx="15898">40</cx:pt>
          <cx:pt idx="15899">40</cx:pt>
          <cx:pt idx="15900">40</cx:pt>
          <cx:pt idx="15901">65.989999999999995</cx:pt>
          <cx:pt idx="15902">40</cx:pt>
          <cx:pt idx="15903">65.989999999999995</cx:pt>
          <cx:pt idx="15904">65.989999999999995</cx:pt>
          <cx:pt idx="15905">65.989999999999995</cx:pt>
          <cx:pt idx="15906">65.989999999999995</cx:pt>
          <cx:pt idx="15907">65.989999999999995</cx:pt>
          <cx:pt idx="15908">84.989999999999995</cx:pt>
          <cx:pt idx="15909">65.989999999999995</cx:pt>
          <cx:pt idx="15910">65.989999999999995</cx:pt>
          <cx:pt idx="15911">65.989999999999995</cx:pt>
          <cx:pt idx="15912">113.65000000000001</cx:pt>
          <cx:pt idx="15913">169.97</cx:pt>
          <cx:pt idx="15914">288.97000000000003</cx:pt>
          <cx:pt idx="15915">183.97</cx:pt>
          <cx:pt idx="15916">153.97999999999999</cx:pt>
          <cx:pt idx="15917">254.97</cx:pt>
          <cx:pt idx="15918">67.219999999999999</cx:pt>
          <cx:pt idx="15919">161.47999999999999</cx:pt>
          <cx:pt idx="15920">82.590000000000003</cx:pt>
          <cx:pt idx="15921">82.450000000000003</cx:pt>
          <cx:pt idx="15922">169.97999999999999</cx:pt>
          <cx:pt idx="15923">185.62</cx:pt>
          <cx:pt idx="15924">214.08000000000001</cx:pt>
          <cx:pt idx="15925">254.12</cx:pt>
          <cx:pt idx="15926">84.989999999999995</cx:pt>
          <cx:pt idx="15927">145.77000000000001</cx:pt>
          <cx:pt idx="15928">207.97</cx:pt>
          <cx:pt idx="15929">84.989999999999995</cx:pt>
          <cx:pt idx="15930">80.049999999999997</cx:pt>
          <cx:pt idx="15931">164.16999999999999</cx:pt>
          <cx:pt idx="15932">129.81999999999999</cx:pt>
          <cx:pt idx="15933">259.92000000000002</cx:pt>
          <cx:pt idx="15934">99.980000000000004</cx:pt>
          <cx:pt idx="15935">233.88</cx:pt>
          <cx:pt idx="15936">149.94</cx:pt>
          <cx:pt idx="15937">214.94</cx:pt>
          <cx:pt idx="15938">203.97999999999999</cx:pt>
          <cx:pt idx="15939">246.50999999999999</cx:pt>
          <cx:pt idx="15940">140.88999999999999</cx:pt>
          <cx:pt idx="15941">184.94</cx:pt>
          <cx:pt idx="15942">99.980000000000004</cx:pt>
          <cx:pt idx="15943">104.97</cx:pt>
          <cx:pt idx="15944">79.959999999999994</cx:pt>
          <cx:pt idx="15945">30.460000000000001</cx:pt>
          <cx:pt idx="15946">309.94</cx:pt>
          <cx:pt idx="15947">314.94</cx:pt>
          <cx:pt idx="15948">79.980000000000004</cx:pt>
          <cx:pt idx="15949">254.97</cx:pt>
          <cx:pt idx="15950">65.980000000000004</cx:pt>
          <cx:pt idx="15951">127.95999999999999</cx:pt>
          <cx:pt idx="15952">55.979999999999997</cx:pt>
          <cx:pt idx="15953">49.880000000000003</cx:pt>
          <cx:pt idx="15954">59.979999999999997</cx:pt>
          <cx:pt idx="15955">59.979999999999997</cx:pt>
          <cx:pt idx="15956">44.479999999999997</cx:pt>
          <cx:pt idx="15957">34.490000000000002</cx:pt>
          <cx:pt idx="15958">55.979999999999997</cx:pt>
          <cx:pt idx="15959">65.980000000000004</cx:pt>
          <cx:pt idx="15960">51.979999999999997</cx:pt>
          <cx:pt idx="15961">39.490000000000002</cx:pt>
          <cx:pt idx="15962">65.980000000000004</cx:pt>
          <cx:pt idx="15963">55.979999999999997</cx:pt>
          <cx:pt idx="15964">70.980000000000004</cx:pt>
          <cx:pt idx="15965">55.979999999999997</cx:pt>
          <cx:pt idx="15966">65.980000000000004</cx:pt>
          <cx:pt idx="15967">70.980000000000004</cx:pt>
          <cx:pt idx="15968">55.979999999999997</cx:pt>
          <cx:pt idx="15969">71.969999999999999</cx:pt>
          <cx:pt idx="15970">55.979999999999997</cx:pt>
          <cx:pt idx="15971">70.980000000000004</cx:pt>
          <cx:pt idx="15972">48.479999999999997</cx:pt>
          <cx:pt idx="15973">70.980000000000004</cx:pt>
          <cx:pt idx="15974">65.980000000000004</cx:pt>
          <cx:pt idx="15975">14.49</cx:pt>
          <cx:pt idx="15976">65.980000000000004</cx:pt>
          <cx:pt idx="15977">155.94999999999999</cx:pt>
          <cx:pt idx="15978">85.969999999999999</cx:pt>
          <cx:pt idx="15979">139.96000000000001</cx:pt>
          <cx:pt idx="15980">89.969999999999999</cx:pt>
          <cx:pt idx="15981">154.97</cx:pt>
          <cx:pt idx="15982">179.94999999999999</cx:pt>
          <cx:pt idx="15983">74.980000000000004</cx:pt>
          <cx:pt idx="15984">125.16</cx:pt>
          <cx:pt idx="15985">119.95999999999999</cx:pt>
          <cx:pt idx="15986">99.769999999999996</cx:pt>
          <cx:pt idx="15987">108.97</cx:pt>
          <cx:pt idx="15988">164.94999999999999</cx:pt>
          <cx:pt idx="15989">75.510000000000005</cx:pt>
          <cx:pt idx="15990">116.45999999999999</cx:pt>
          <cx:pt idx="15991">139.96000000000001</cx:pt>
          <cx:pt idx="15992">113.97</cx:pt>
          <cx:pt idx="15993">93.969999999999999</cx:pt>
          <cx:pt idx="15994">59.969999999999999</cx:pt>
          <cx:pt idx="15995">105.97</cx:pt>
          <cx:pt idx="15996">98.400000000000006</cx:pt>
          <cx:pt idx="15997">109.97</cx:pt>
          <cx:pt idx="15998">63.969999999999999</cx:pt>
          <cx:pt idx="15999">123.34999999999999</cx:pt>
          <cx:pt idx="16000">139.96000000000001</cx:pt>
          <cx:pt idx="16001">119.63</cx:pt>
          <cx:pt idx="16002">109.97</cx:pt>
          <cx:pt idx="16003">229.94999999999999</cx:pt>
          <cx:pt idx="16004">121.48</cx:pt>
          <cx:pt idx="16005">200.16999999999999</cx:pt>
          <cx:pt idx="16006">134.97999999999999</cx:pt>
          <cx:pt idx="16007">134.97999999999999</cx:pt>
          <cx:pt idx="16008">87.469999999999999</cx:pt>
          <cx:pt idx="16009">134.97999999999999</cx:pt>
          <cx:pt idx="16010">95.379999999999995</cx:pt>
          <cx:pt idx="16011">295.92000000000002</cx:pt>
          <cx:pt idx="16012">295.92000000000002</cx:pt>
          <cx:pt idx="16013">388.87</cx:pt>
          <cx:pt idx="16014">79.980000000000004</cx:pt>
          <cx:pt idx="16015">221.94</cx:pt>
          <cx:pt idx="16016">418.48000000000002</cx:pt>
          <cx:pt idx="16017">255.91999999999999</cx:pt>
          <cx:pt idx="16018">107.44</cx:pt>
          <cx:pt idx="16019">295.92000000000002</cx:pt>
          <cx:pt idx="16020">333.92000000000002</cx:pt>
          <cx:pt idx="16021">169.97999999999999</cx:pt>
          <cx:pt idx="16022">185.24000000000001</cx:pt>
          <cx:pt idx="16023">254.97</cx:pt>
          <cx:pt idx="16024">243.13999999999999</cx:pt>
          <cx:pt idx="16025">169.97999999999999</cx:pt>
          <cx:pt idx="16026">208.94999999999999</cx:pt>
          <cx:pt idx="16027">124.93000000000001</cx:pt>
          <cx:pt idx="16028">129.97999999999999</cx:pt>
          <cx:pt idx="16029">258.66000000000003</cx:pt>
          <cx:pt idx="16030">128.68000000000001</cx:pt>
          <cx:pt idx="16031">104.38</cx:pt>
          <cx:pt idx="16032">136.68000000000001</cx:pt>
          <cx:pt idx="16033">145.69999999999999</cx:pt>
          <cx:pt idx="16034">143.66999999999999</cx:pt>
          <cx:pt idx="16035">129.97999999999999</cx:pt>
          <cx:pt idx="16036">129.97999999999999</cx:pt>
          <cx:pt idx="16037">92.340000000000003</cx:pt>
          <cx:pt idx="16038">127.06999999999999</cx:pt>
          <cx:pt idx="16039">219.97</cx:pt>
          <cx:pt idx="16040">145.5</cx:pt>
          <cx:pt idx="16041">127.23</cx:pt>
          <cx:pt idx="16042">129.97999999999999</cx:pt>
          <cx:pt idx="16043">123.33</cx:pt>
          <cx:pt idx="16044">131.97</cx:pt>
          <cx:pt idx="16045">119.93000000000001</cx:pt>
          <cx:pt idx="16046">116.98</cx:pt>
          <cx:pt idx="16047">112.18000000000001</cx:pt>
          <cx:pt idx="16048">65.989999999999995</cx:pt>
          <cx:pt idx="16049">131.97999999999999</cx:pt>
          <cx:pt idx="16050">73.980000000000004</cx:pt>
          <cx:pt idx="16051">65.989999999999995</cx:pt>
          <cx:pt idx="16052">78.159999999999997</cx:pt>
          <cx:pt idx="16053">65.989999999999995</cx:pt>
          <cx:pt idx="16054">60.109999999999999</cx:pt>
          <cx:pt idx="16055">62.539999999999999</cx:pt>
          <cx:pt idx="16056">146.97</cx:pt>
          <cx:pt idx="16057">65.989999999999995</cx:pt>
          <cx:pt idx="16058">131.97999999999999</cx:pt>
          <cx:pt idx="16059">65.989999999999995</cx:pt>
          <cx:pt idx="16060">65.989999999999995</cx:pt>
          <cx:pt idx="16061">120.98</cx:pt>
          <cx:pt idx="16062">75.980000000000004</cx:pt>
          <cx:pt idx="16063">80.980000000000004</cx:pt>
          <cx:pt idx="16064">75.969999999999999</cx:pt>
          <cx:pt idx="16065">65.989999999999995</cx:pt>
          <cx:pt idx="16066">68.989999999999995</cx:pt>
          <cx:pt idx="16067">41.490000000000002</cx:pt>
          <cx:pt idx="16068">62.469999999999999</cx:pt>
          <cx:pt idx="16069">51.979999999999997</cx:pt>
          <cx:pt idx="16070">79.980000000000004</cx:pt>
          <cx:pt idx="16071">32.240000000000002</cx:pt>
          <cx:pt idx="16072">49.990000000000002</cx:pt>
          <cx:pt idx="16073">41.490000000000002</cx:pt>
          <cx:pt idx="16074">11.49</cx:pt>
          <cx:pt idx="16075">41.490000000000002</cx:pt>
          <cx:pt idx="16076">57.479999999999997</cx:pt>
          <cx:pt idx="16077">41.490000000000002</cx:pt>
          <cx:pt idx="16078">59.979999999999997</cx:pt>
          <cx:pt idx="16079">55.979999999999997</cx:pt>
          <cx:pt idx="16080">52.990000000000002</cx:pt>
          <cx:pt idx="16081">-1.5</cx:pt>
          <cx:pt idx="16082">69.980000000000004</cx:pt>
          <cx:pt idx="16083">41.490000000000002</cx:pt>
          <cx:pt idx="16084">65.989999999999995</cx:pt>
          <cx:pt idx="16085">26.16</cx:pt>
          <cx:pt idx="16086">13.49</cx:pt>
          <cx:pt idx="16087">41.490000000000002</cx:pt>
          <cx:pt idx="16088">89.980000000000004</cx:pt>
          <cx:pt idx="16089">65.989999999999995</cx:pt>
          <cx:pt idx="16090">79.980000000000004</cx:pt>
          <cx:pt idx="16091">41.490000000000002</cx:pt>
          <cx:pt idx="16092">65.989999999999995</cx:pt>
          <cx:pt idx="16093">79.980000000000004</cx:pt>
          <cx:pt idx="16094">79.980000000000004</cx:pt>
          <cx:pt idx="16095">54.979999999999997</cx:pt>
          <cx:pt idx="16096">51.990000000000002</cx:pt>
          <cx:pt idx="16097">43.479999999999997</cx:pt>
          <cx:pt idx="16098">57.990000000000002</cx:pt>
          <cx:pt idx="16099">64.980000000000004</cx:pt>
          <cx:pt idx="16100">31.489999999999998</cx:pt>
          <cx:pt idx="16101">65.989999999999995</cx:pt>
          <cx:pt idx="16102">79.980000000000004</cx:pt>
          <cx:pt idx="16103">51.490000000000002</cx:pt>
          <cx:pt idx="16104">79.980000000000004</cx:pt>
          <cx:pt idx="16105">65.989999999999995</cx:pt>
          <cx:pt idx="16106">272.56</cx:pt>
          <cx:pt idx="16107">211.41999999999999</cx:pt>
          <cx:pt idx="16108">144.18000000000001</cx:pt>
          <cx:pt idx="16109">169.97999999999999</cx:pt>
          <cx:pt idx="16110">170.81</cx:pt>
          <cx:pt idx="16111">68.989999999999995</cx:pt>
          <cx:pt idx="16112">75.090000000000003</cx:pt>
          <cx:pt idx="16113">152.97999999999999</cx:pt>
          <cx:pt idx="16114">97.219999999999999</cx:pt>
          <cx:pt idx="16115">105.98</cx:pt>
          <cx:pt idx="16116">84.989999999999995</cx:pt>
          <cx:pt idx="16117">66.799999999999997</cx:pt>
          <cx:pt idx="16118">212.19999999999999</cx:pt>
          <cx:pt idx="16119">139.97999999999999</cx:pt>
          <cx:pt idx="16120">21.489999999999998</cx:pt>
          <cx:pt idx="16121">99.980000000000004</cx:pt>
          <cx:pt idx="16122">60.990000000000002</cx:pt>
          <cx:pt idx="16123">63.960000000000001</cx:pt>
          <cx:pt idx="16124">39.979999999999997</cx:pt>
          <cx:pt idx="16125">37.479999999999997</cx:pt>
          <cx:pt idx="16126">79.989999999999995</cx:pt>
          <cx:pt idx="16127">47.490000000000002</cx:pt>
          <cx:pt idx="16128">99.959999999999994</cx:pt>
          <cx:pt idx="16129">59.960000000000001</cx:pt>
          <cx:pt idx="16130">77.980000000000004</cx:pt>
          <cx:pt idx="16131">59.960000000000001</cx:pt>
          <cx:pt idx="16132">59.960000000000001</cx:pt>
          <cx:pt idx="16133">76.829999999999998</cx:pt>
          <cx:pt idx="16134">84.959999999999994</cx:pt>
          <cx:pt idx="16135">59.960000000000001</cx:pt>
          <cx:pt idx="16136">50.969999999999999</cx:pt>
          <cx:pt idx="16137">169.97999999999999</cx:pt>
          <cx:pt idx="16138">169.97999999999999</cx:pt>
          <cx:pt idx="16139">150.18000000000001</cx:pt>
          <cx:pt idx="16140">169.97999999999999</cx:pt>
          <cx:pt idx="16141">131.97999999999999</cx:pt>
          <cx:pt idx="16142">131.97999999999999</cx:pt>
          <cx:pt idx="16143">142.31999999999999</cx:pt>
          <cx:pt idx="16144">131.97999999999999</cx:pt>
          <cx:pt idx="16145">158.80000000000001</cx:pt>
          <cx:pt idx="16146">169.97999999999999</cx:pt>
          <cx:pt idx="16147">169.97999999999999</cx:pt>
          <cx:pt idx="16148">76.489999999999995</cx:pt>
          <cx:pt idx="16149">84.989999999999995</cx:pt>
          <cx:pt idx="16150">59.979999999999997</cx:pt>
          <cx:pt idx="16151">76.489999999999995</cx:pt>
          <cx:pt idx="16152">55.259999999999998</cx:pt>
          <cx:pt idx="16153">53.979999999999997</cx:pt>
          <cx:pt idx="16154">89.969999999999999</cx:pt>
          <cx:pt idx="16155">78.980000000000004</cx:pt>
          <cx:pt idx="16156">78.980000000000004</cx:pt>
          <cx:pt idx="16157">57.969999999999999</cx:pt>
          <cx:pt idx="16158">89.969999999999999</cx:pt>
          <cx:pt idx="16159">55.259999999999998</cx:pt>
          <cx:pt idx="16160">75.980000000000004</cx:pt>
          <cx:pt idx="16161">75.980000000000004</cx:pt>
          <cx:pt idx="16162">212.97</cx:pt>
          <cx:pt idx="16163">53.979999999999997</cx:pt>
          <cx:pt idx="16164">119.95999999999999</cx:pt>
          <cx:pt idx="16165">59.979999999999997</cx:pt>
          <cx:pt idx="16166">108.88</cx:pt>
          <cx:pt idx="16167">108.88</cx:pt>
          <cx:pt idx="16168">57.969999999999999</cx:pt>
          <cx:pt idx="16169">89.969999999999999</cx:pt>
          <cx:pt idx="16170">80.739999999999995</cx:pt>
          <cx:pt idx="16171">92.959999999999994</cx:pt>
          <cx:pt idx="16172">89.969999999999999</cx:pt>
          <cx:pt idx="16173">59.979999999999997</cx:pt>
          <cx:pt idx="16174">59.979999999999997</cx:pt>
          <cx:pt idx="16175">119.95999999999999</cx:pt>
          <cx:pt idx="16176">80.739999999999995</cx:pt>
          <cx:pt idx="16177">92.959999999999994</cx:pt>
          <cx:pt idx="16178">151.96000000000001</cx:pt>
          <cx:pt idx="16179">212.97</cx:pt>
          <cx:pt idx="16180">84.989999999999995</cx:pt>
          <cx:pt idx="16181">70.859999999999999</cx:pt>
          <cx:pt idx="16182">70.859999999999999</cx:pt>
          <cx:pt idx="16183">151.96000000000001</cx:pt>
          <cx:pt idx="16184">150.97</cx:pt>
          <cx:pt idx="16185">128.74000000000001</cx:pt>
          <cx:pt idx="16186">188.97</cx:pt>
          <cx:pt idx="16187">145.25</cx:pt>
          <cx:pt idx="16188">148.09999999999999</cx:pt>
          <cx:pt idx="16189">140.97</cx:pt>
          <cx:pt idx="16190">150.97</cx:pt>
          <cx:pt idx="16191">152.47</cx:pt>
          <cx:pt idx="16192">207.75</cx:pt>
          <cx:pt idx="16193">169.96000000000001</cx:pt>
          <cx:pt idx="16194">118.97</cx:pt>
          <cx:pt idx="16195">150.97</cx:pt>
          <cx:pt idx="16196">-23</cx:pt>
          <cx:pt idx="16197">228.94999999999999</cx:pt>
          <cx:pt idx="16198">241.44</cx:pt>
          <cx:pt idx="16199">178.16999999999999</cx:pt>
          <cx:pt idx="16200">196.59</cx:pt>
          <cx:pt idx="16201">211.96000000000001</cx:pt>
          <cx:pt idx="16202">200.94999999999999</cx:pt>
          <cx:pt idx="16203">195.99000000000001</cx:pt>
          <cx:pt idx="16204">217.72</cx:pt>
          <cx:pt idx="16205">171.97</cx:pt>
          <cx:pt idx="16206">191.75</cx:pt>
          <cx:pt idx="16207">200.97</cx:pt>
          <cx:pt idx="16208">159.96000000000001</cx:pt>
          <cx:pt idx="16209">65.989999999999995</cx:pt>
          <cx:pt idx="16210">89.980000000000004</cx:pt>
          <cx:pt idx="16211">207.72</cx:pt>
          <cx:pt idx="16212">126.36</cx:pt>
          <cx:pt idx="16213">222.65000000000001</cx:pt>
          <cx:pt idx="16214">219.72999999999999</cx:pt>
          <cx:pt idx="16215">82.909999999999997</cx:pt>
          <cx:pt idx="16216">95.980000000000004</cx:pt>
          <cx:pt idx="16217">60.979999999999997</cx:pt>
          <cx:pt idx="16218">58.869999999999997</cx:pt>
          <cx:pt idx="16219">85.969999999999999</cx:pt>
          <cx:pt idx="16220">95.980000000000004</cx:pt>
          <cx:pt idx="16221">84.989999999999995</cx:pt>
          <cx:pt idx="16222">53.969999999999999</cx:pt>
          <cx:pt idx="16223">370.94</cx:pt>
          <cx:pt idx="16224">449.85000000000002</cx:pt>
          <cx:pt idx="16225">172.18000000000001</cx:pt>
          <cx:pt idx="16226">166.65000000000001</cx:pt>
          <cx:pt idx="16227">277.93000000000001</cx:pt>
          <cx:pt idx="16228">233.91999999999999</cx:pt>
          <cx:pt idx="16229">90.209999999999994</cx:pt>
          <cx:pt idx="16230">17.989999999999998</cx:pt>
          <cx:pt idx="16231">169.97999999999999</cx:pt>
          <cx:pt idx="16232">213.97</cx:pt>
          <cx:pt idx="16233">195.56999999999999</cx:pt>
          <cx:pt idx="16234">161.46000000000001</cx:pt>
          <cx:pt idx="16235">153.34999999999999</cx:pt>
          <cx:pt idx="16236">229.97</cx:pt>
          <cx:pt idx="16237">169.94999999999999</cx:pt>
          <cx:pt idx="16238">258.50999999999999</cx:pt>
          <cx:pt idx="16239">102.98</cx:pt>
          <cx:pt idx="16240">254.97</cx:pt>
          <cx:pt idx="16241">137.97999999999999</cx:pt>
          <cx:pt idx="16242">203.62</cx:pt>
          <cx:pt idx="16243">66.920000000000002</cx:pt>
          <cx:pt idx="16244">147.41999999999999</cx:pt>
          <cx:pt idx="16245">149.97</cx:pt>
          <cx:pt idx="16246">206.97</cx:pt>
          <cx:pt idx="16247">226.96000000000001</cx:pt>
          <cx:pt idx="16248">134.13</cx:pt>
          <cx:pt idx="16249">20.789999999999999</cx:pt>
          <cx:pt idx="16250">65.989999999999995</cx:pt>
          <cx:pt idx="16251">65.989999999999995</cx:pt>
          <cx:pt idx="16252">150.97</cx:pt>
          <cx:pt idx="16253">84.989999999999995</cx:pt>
          <cx:pt idx="16254">-1.8</cx:pt>
          <cx:pt idx="16255">84.980000000000004</cx:pt>
          <cx:pt idx="16256">84.989999999999995</cx:pt>
          <cx:pt idx="16257">65.989999999999995</cx:pt>
          <cx:pt idx="16258">84.989999999999995</cx:pt>
          <cx:pt idx="16259">65.989999999999995</cx:pt>
          <cx:pt idx="16260">84.989999999999995</cx:pt>
          <cx:pt idx="16261">84.989999999999995</cx:pt>
          <cx:pt idx="16262">18.989999999999998</cx:pt>
          <cx:pt idx="16263">84.989999999999995</cx:pt>
          <cx:pt idx="16264">65.989999999999995</cx:pt>
          <cx:pt idx="16265">84.980000000000004</cx:pt>
          <cx:pt idx="16266">103.98</cx:pt>
          <cx:pt idx="16267">84.989999999999995</cx:pt>
          <cx:pt idx="16268">103.98</cx:pt>
          <cx:pt idx="16269">65.989999999999995</cx:pt>
          <cx:pt idx="16270">169.97999999999999</cx:pt>
          <cx:pt idx="16271">58.979999999999997</cx:pt>
          <cx:pt idx="16272">105.98</cx:pt>
          <cx:pt idx="16273">65.989999999999995</cx:pt>
          <cx:pt idx="16274">65.989999999999995</cx:pt>
          <cx:pt idx="16275">39.990000000000002</cx:pt>
          <cx:pt idx="16276">84.980000000000004</cx:pt>
          <cx:pt idx="16277">169.97999999999999</cx:pt>
          <cx:pt idx="16278">65.989999999999995</cx:pt>
          <cx:pt idx="16279">39.990000000000002</cx:pt>
          <cx:pt idx="16280">65.989999999999995</cx:pt>
          <cx:pt idx="16281">84.989999999999995</cx:pt>
          <cx:pt idx="16282">65.989999999999995</cx:pt>
          <cx:pt idx="16283">84.980000000000004</cx:pt>
          <cx:pt idx="16284">65.989999999999995</cx:pt>
          <cx:pt idx="16285">114.3</cx:pt>
          <cx:pt idx="16286">151.06999999999999</cx:pt>
          <cx:pt idx="16287">93.920000000000002</cx:pt>
          <cx:pt idx="16288">120.56</cx:pt>
          <cx:pt idx="16289">104.45999999999999</cx:pt>
          <cx:pt idx="16290">104.81999999999999</cx:pt>
          <cx:pt idx="16291">64.930000000000007</cx:pt>
          <cx:pt idx="16292">104.64</cx:pt>
          <cx:pt idx="16293">65.989999999999995</cx:pt>
          <cx:pt idx="16294">166.56</cx:pt>
          <cx:pt idx="16295">80.980000000000004</cx:pt>
          <cx:pt idx="16296">148.44</cx:pt>
          <cx:pt idx="16297">78.920000000000002</cx:pt>
          <cx:pt idx="16298">129.69</cx:pt>
          <cx:pt idx="16299">93.310000000000002</cx:pt>
          <cx:pt idx="16300">86.700000000000003</cx:pt>
          <cx:pt idx="16301">121.98</cx:pt>
          <cx:pt idx="16302">136.97</cx:pt>
          <cx:pt idx="16303">121.98</cx:pt>
          <cx:pt idx="16304">166.44</cx:pt>
          <cx:pt idx="16305">189.96000000000001</cx:pt>
          <cx:pt idx="16306">213.90000000000001</cx:pt>
          <cx:pt idx="16307">145.97</cx:pt>
          <cx:pt idx="16308">174.66999999999999</cx:pt>
          <cx:pt idx="16309">129.46000000000001</cx:pt>
          <cx:pt idx="16310">169.97999999999999</cx:pt>
          <cx:pt idx="16311">169.97</cx:pt>
          <cx:pt idx="16312">131.97999999999999</cx:pt>
          <cx:pt idx="16313">288.33999999999997</cx:pt>
          <cx:pt idx="16314">117.53</cx:pt>
          <cx:pt idx="16315">95.980000000000004</cx:pt>
          <cx:pt idx="16316">147.69999999999999</cx:pt>
          <cx:pt idx="16317">53.829999999999998</cx:pt>
          <cx:pt idx="16318">121.98</cx:pt>
          <cx:pt idx="16319">138.75999999999999</cx:pt>
          <cx:pt idx="16320">97.959999999999994</cx:pt>
          <cx:pt idx="16321">106.97</cx:pt>
          <cx:pt idx="16322">65.189999999999998</cx:pt>
          <cx:pt idx="16323">84.989999999999995</cx:pt>
          <cx:pt idx="16324">118.98</cx:pt>
          <cx:pt idx="16325">84.989999999999995</cx:pt>
          <cx:pt idx="16326">94.959999999999994</cx:pt>
          <cx:pt idx="16327">84.989999999999995</cx:pt>
          <cx:pt idx="16328">76.489999999999995</cx:pt>
          <cx:pt idx="16329">83.189999999999998</cx:pt>
          <cx:pt idx="16330">84.989999999999995</cx:pt>
          <cx:pt idx="16331">118.98</cx:pt>
          <cx:pt idx="16332">79.890000000000001</cx:pt>
          <cx:pt idx="16333">103.98</cx:pt>
          <cx:pt idx="16334">76.140000000000001</cx:pt>
          <cx:pt idx="16335">120.56999999999999</cx:pt>
          <cx:pt idx="16336">118.98</cx:pt>
          <cx:pt idx="16337">145.96000000000001</cx:pt>
          <cx:pt idx="16338">95.939999999999998</cx:pt>
          <cx:pt idx="16339">241.96000000000001</cx:pt>
          <cx:pt idx="16340">241.96000000000001</cx:pt>
          <cx:pt idx="16341">131.97999999999999</cx:pt>
          <cx:pt idx="16342">95.939999999999998</cx:pt>
          <cx:pt idx="16343">214.94999999999999</cx:pt>
          <cx:pt idx="16344">99.980000000000004</cx:pt>
          <cx:pt idx="16345">99.980000000000004</cx:pt>
          <cx:pt idx="16346">240.94999999999999</cx:pt>
          <cx:pt idx="16347">240.94999999999999</cx:pt>
          <cx:pt idx="16348">197.97</cx:pt>
          <cx:pt idx="16349">150.97</cx:pt>
          <cx:pt idx="16350">243.94999999999999</cx:pt>
          <cx:pt idx="16351">131.97999999999999</cx:pt>
          <cx:pt idx="16352">197.97</cx:pt>
          <cx:pt idx="16353">150.97</cx:pt>
          <cx:pt idx="16354">131.97999999999999</cx:pt>
          <cx:pt idx="16355">243.94999999999999</cx:pt>
          <cx:pt idx="16356">131.97999999999999</cx:pt>
          <cx:pt idx="16357">226.84999999999999</cx:pt>
          <cx:pt idx="16358">226.84999999999999</cx:pt>
          <cx:pt idx="16359">166.77000000000001</cx:pt>
          <cx:pt idx="16360">166.77000000000001</cx:pt>
          <cx:pt idx="16361">107.97</cx:pt>
          <cx:pt idx="16362">107.97</cx:pt>
          <cx:pt idx="16363">149.97</cx:pt>
          <cx:pt idx="16364">149.97</cx:pt>
          <cx:pt idx="16365">169.96000000000001</cx:pt>
          <cx:pt idx="16366">149.96000000000001</cx:pt>
          <cx:pt idx="16367">149.96000000000001</cx:pt>
          <cx:pt idx="16368">99.980000000000004</cx:pt>
          <cx:pt idx="16369">131.97999999999999</cx:pt>
          <cx:pt idx="16370">131.97999999999999</cx:pt>
          <cx:pt idx="16371">99.980000000000004</cx:pt>
          <cx:pt idx="16372">131.97999999999999</cx:pt>
          <cx:pt idx="16373">131.97999999999999</cx:pt>
          <cx:pt idx="16374">131.97999999999999</cx:pt>
          <cx:pt idx="16375">131.97999999999999</cx:pt>
          <cx:pt idx="16376">214.94999999999999</cx:pt>
          <cx:pt idx="16377">59.950000000000003</cx:pt>
          <cx:pt idx="16378">131.97999999999999</cx:pt>
          <cx:pt idx="16379">131.97999999999999</cx:pt>
          <cx:pt idx="16380">59.950000000000003</cx:pt>
          <cx:pt idx="16381">169.96000000000001</cx:pt>
          <cx:pt idx="16382">131.97999999999999</cx:pt>
          <cx:pt idx="16383">197.97</cx:pt>
          <cx:pt idx="16384">197.97</cx:pt>
          <cx:pt idx="16385">131.97999999999999</cx:pt>
          <cx:pt idx="16386">254.97</cx:pt>
          <cx:pt idx="16387">187.97</cx:pt>
          <cx:pt idx="16388">91.969999999999999</cx:pt>
          <cx:pt idx="16389">131.97999999999999</cx:pt>
          <cx:pt idx="16390">105.98</cx:pt>
          <cx:pt idx="16391">139.97</cx:pt>
          <cx:pt idx="16392">105.98</cx:pt>
          <cx:pt idx="16393">131.97999999999999</cx:pt>
          <cx:pt idx="16394">84.989999999999995</cx:pt>
          <cx:pt idx="16395">131.97999999999999</cx:pt>
          <cx:pt idx="16396">99.980000000000004</cx:pt>
          <cx:pt idx="16397">131.97999999999999</cx:pt>
          <cx:pt idx="16398">54.990000000000002</cx:pt>
          <cx:pt idx="16399">109.98</cx:pt>
          <cx:pt idx="16400">104.38</cx:pt>
          <cx:pt idx="16401">169.97999999999999</cx:pt>
          <cx:pt idx="16402">199.96000000000001</cx:pt>
          <cx:pt idx="16403">125.38</cx:pt>
          <cx:pt idx="16404">131.97999999999999</cx:pt>
          <cx:pt idx="16405">131.97999999999999</cx:pt>
          <cx:pt idx="16406">131.97999999999999</cx:pt>
          <cx:pt idx="16407">123.28</cx:pt>
          <cx:pt idx="16408">121.98</cx:pt>
          <cx:pt idx="16409">150.97</cx:pt>
          <cx:pt idx="16410">131.97999999999999</cx:pt>
          <cx:pt idx="16411">124.06</cx:pt>
          <cx:pt idx="16412">121.98</cx:pt>
          <cx:pt idx="16413">131.97999999999999</cx:pt>
          <cx:pt idx="16414">157.96000000000001</cx:pt>
          <cx:pt idx="16415">105.38</cx:pt>
          <cx:pt idx="16416">149.25999999999999</cx:pt>
          <cx:pt idx="16417">154.56999999999999</cx:pt>
          <cx:pt idx="16418">187.96000000000001</cx:pt>
          <cx:pt idx="16419">94.980000000000004</cx:pt>
          <cx:pt idx="16420">153.97999999999999</cx:pt>
          <cx:pt idx="16421">211.90000000000001</cx:pt>
          <cx:pt idx="16422">93.980000000000004</cx:pt>
          <cx:pt idx="16423">90.930000000000007</cx:pt>
          <cx:pt idx="16424">128.91999999999999</cx:pt>
          <cx:pt idx="16425">84.989999999999995</cx:pt>
          <cx:pt idx="16426">129.96000000000001</cx:pt>
          <cx:pt idx="16427">169.97999999999999</cx:pt>
          <cx:pt idx="16428">53.939999999999998</cx:pt>
          <cx:pt idx="16429">69.959999999999994</cx:pt>
          <cx:pt idx="16430">65.989999999999995</cx:pt>
          <cx:pt idx="16431">196.94999999999999</cx:pt>
          <cx:pt idx="16432">50.990000000000002</cx:pt>
          <cx:pt idx="16433">84.989999999999995</cx:pt>
          <cx:pt idx="16434">169.97999999999999</cx:pt>
          <cx:pt idx="16435">234.96000000000001</cx:pt>
          <cx:pt idx="16436">146.69</cx:pt>
          <cx:pt idx="16437">156.84</cx:pt>
          <cx:pt idx="16438">169.97999999999999</cx:pt>
          <cx:pt idx="16439">84.989999999999995</cx:pt>
          <cx:pt idx="16440">91.959999999999994</cx:pt>
          <cx:pt idx="16441">134.97</cx:pt>
          <cx:pt idx="16442">339.95999999999998</cx:pt>
          <cx:pt idx="16443">84.989999999999995</cx:pt>
          <cx:pt idx="16444">509.94</cx:pt>
          <cx:pt idx="16445">207.97</cx:pt>
          <cx:pt idx="16446">169.97999999999999</cx:pt>
          <cx:pt idx="16447">339.95999999999998</cx:pt>
          <cx:pt idx="16448">565.91999999999996</cx:pt>
          <cx:pt idx="16449">81.870000000000005</cx:pt>
          <cx:pt idx="16450">51.960000000000001</cx:pt>
          <cx:pt idx="16451">59.979999999999997</cx:pt>
          <cx:pt idx="16452">84.989999999999995</cx:pt>
          <cx:pt idx="16453">65.989999999999995</cx:pt>
          <cx:pt idx="16454">65.989999999999995</cx:pt>
          <cx:pt idx="16455">49.990000000000002</cx:pt>
          <cx:pt idx="16456">65.989999999999995</cx:pt>
          <cx:pt idx="16457">65.989999999999995</cx:pt>
          <cx:pt idx="16458">84.989999999999995</cx:pt>
          <cx:pt idx="16459">41.490000000000002</cx:pt>
          <cx:pt idx="16460">84.989999999999995</cx:pt>
          <cx:pt idx="16461">84.989999999999995</cx:pt>
          <cx:pt idx="16462">54.979999999999997</cx:pt>
          <cx:pt idx="16463">74.989999999999995</cx:pt>
          <cx:pt idx="16464">78.319999999999993</cx:pt>
          <cx:pt idx="16465">84.989999999999995</cx:pt>
          <cx:pt idx="16466">84.989999999999995</cx:pt>
          <cx:pt idx="16467">84.989999999999995</cx:pt>
          <cx:pt idx="16468">84.989999999999995</cx:pt>
          <cx:pt idx="16469">84.989999999999995</cx:pt>
          <cx:pt idx="16470">84.989999999999995</cx:pt>
          <cx:pt idx="16471">61.600000000000001</cx:pt>
          <cx:pt idx="16472">64.980000000000004</cx:pt>
          <cx:pt idx="16473">64.980000000000004</cx:pt>
          <cx:pt idx="16474">84.989999999999995</cx:pt>
          <cx:pt idx="16475">84.989999999999995</cx:pt>
          <cx:pt idx="16476">65.989999999999995</cx:pt>
          <cx:pt idx="16477">49.990000000000002</cx:pt>
          <cx:pt idx="16478">84.989999999999995</cx:pt>
          <cx:pt idx="16479">49.990000000000002</cx:pt>
          <cx:pt idx="16480">49.990000000000002</cx:pt>
          <cx:pt idx="16481">199.96000000000001</cx:pt>
          <cx:pt idx="16482">141.96000000000001</cx:pt>
          <cx:pt idx="16483">50.420000000000002</cx:pt>
          <cx:pt idx="16484">50.420000000000002</cx:pt>
          <cx:pt idx="16485">141.96000000000001</cx:pt>
          <cx:pt idx="16486">174.46000000000001</cx:pt>
          <cx:pt idx="16487">199.96000000000001</cx:pt>
          <cx:pt idx="16488">174.46000000000001</cx:pt>
          <cx:pt idx="16489">199.96000000000001</cx:pt>
          <cx:pt idx="16490">199.96000000000001</cx:pt>
          <cx:pt idx="16491">141.96000000000001</cx:pt>
          <cx:pt idx="16492">141.96000000000001</cx:pt>
          <cx:pt idx="16493">254.97</cx:pt>
          <cx:pt idx="16494">131.97999999999999</cx:pt>
          <cx:pt idx="16495">123.95999999999999</cx:pt>
          <cx:pt idx="16496">131.97999999999999</cx:pt>
          <cx:pt idx="16497">123.95999999999999</cx:pt>
          <cx:pt idx="16498">254.97</cx:pt>
          <cx:pt idx="16499">63.979999999999997</cx:pt>
          <cx:pt idx="16500">63.979999999999997</cx:pt>
          <cx:pt idx="16501">131.97999999999999</cx:pt>
          <cx:pt idx="16502">169.97999999999999</cx:pt>
          <cx:pt idx="16503">169.97999999999999</cx:pt>
          <cx:pt idx="16504">184.97</cx:pt>
          <cx:pt idx="16505">188.97</cx:pt>
          <cx:pt idx="16506">169.97999999999999</cx:pt>
          <cx:pt idx="16507">134.97999999999999</cx:pt>
          <cx:pt idx="16508">184.97</cx:pt>
          <cx:pt idx="16509">131.97999999999999</cx:pt>
          <cx:pt idx="16510">134.97999999999999</cx:pt>
          <cx:pt idx="16511">169.97999999999999</cx:pt>
          <cx:pt idx="16512">188.97</cx:pt>
          <cx:pt idx="16513">99.959999999999994</cx:pt>
          <cx:pt idx="16514">84.989999999999995</cx:pt>
          <cx:pt idx="16515">99.980000000000004</cx:pt>
          <cx:pt idx="16516">99.959999999999994</cx:pt>
          <cx:pt idx="16517">76.859999999999999</cx:pt>
          <cx:pt idx="16518">84.989999999999995</cx:pt>
          <cx:pt idx="16519">104.97</cx:pt>
          <cx:pt idx="16520">134.97999999999999</cx:pt>
          <cx:pt idx="16521">84.989999999999995</cx:pt>
          <cx:pt idx="16522">101.66</cx:pt>
          <cx:pt idx="16523">108.97</cx:pt>
          <cx:pt idx="16524">73.969999999999999</cx:pt>
          <cx:pt idx="16525">122.59</cx:pt>
          <cx:pt idx="16526">137.97999999999999</cx:pt>
          <cx:pt idx="16527">104.97</cx:pt>
          <cx:pt idx="16528">96.980000000000004</cx:pt>
          <cx:pt idx="16529">99.959999999999994</cx:pt>
          <cx:pt idx="16530">79.980000000000004</cx:pt>
          <cx:pt idx="16531">114.95999999999999</cx:pt>
          <cx:pt idx="16532">134.97999999999999</cx:pt>
          <cx:pt idx="16533">169.97999999999999</cx:pt>
          <cx:pt idx="16534">84.989999999999995</cx:pt>
          <cx:pt idx="16535">79.980000000000004</cx:pt>
          <cx:pt idx="16536">109.95</cx:pt>
          <cx:pt idx="16537">84.989999999999995</cx:pt>
          <cx:pt idx="16538">84.989999999999995</cx:pt>
          <cx:pt idx="16539">184.83000000000001</cx:pt>
          <cx:pt idx="16540">84.989999999999995</cx:pt>
          <cx:pt idx="16541">113.97</cx:pt>
          <cx:pt idx="16542">54.979999999999997</cx:pt>
          <cx:pt idx="16543">84.989999999999995</cx:pt>
          <cx:pt idx="16544">99.980000000000004</cx:pt>
          <cx:pt idx="16545">65.989999999999995</cx:pt>
          <cx:pt idx="16546">64.239999999999995</cx:pt>
          <cx:pt idx="16547">99.980000000000004</cx:pt>
          <cx:pt idx="16548">82.689999999999998</cx:pt>
          <cx:pt idx="16549">81.319999999999993</cx:pt>
          <cx:pt idx="16550">93.980000000000004</cx:pt>
          <cx:pt idx="16551">160.96000000000001</cx:pt>
          <cx:pt idx="16552">124.98</cx:pt>
          <cx:pt idx="16553">102.97</cx:pt>
          <cx:pt idx="16554">130.97</cx:pt>
          <cx:pt idx="16555">99.969999999999999</cx:pt>
          <cx:pt idx="16556">81.980000000000004</cx:pt>
          <cx:pt idx="16557">147.25</cx:pt>
          <cx:pt idx="16558">84.989999999999995</cx:pt>
          <cx:pt idx="16559">133.78</cx:pt>
          <cx:pt idx="16560">81.159999999999997</cx:pt>
          <cx:pt idx="16561">369.94</cx:pt>
          <cx:pt idx="16562">449.88</cx:pt>
          <cx:pt idx="16563">263.95999999999998</cx:pt>
          <cx:pt idx="16564">423.73000000000002</cx:pt>
          <cx:pt idx="16565">144.94999999999999</cx:pt>
          <cx:pt idx="16566">84.989999999999995</cx:pt>
          <cx:pt idx="16567">84.989999999999995</cx:pt>
          <cx:pt idx="16568">184.97</cx:pt>
          <cx:pt idx="16569">170.75</cx:pt>
          <cx:pt idx="16570">84.989999999999995</cx:pt>
          <cx:pt idx="16571">169.97999999999999</cx:pt>
          <cx:pt idx="16572">153.93000000000001</cx:pt>
          <cx:pt idx="16573">79.980000000000004</cx:pt>
          <cx:pt idx="16574">79.980000000000004</cx:pt>
          <cx:pt idx="16575">169.97999999999999</cx:pt>
          <cx:pt idx="16576">84.989999999999995</cx:pt>
          <cx:pt idx="16577">189.94</cx:pt>
          <cx:pt idx="16578">131.97999999999999</cx:pt>
          <cx:pt idx="16579">236.93000000000001</cx:pt>
          <cx:pt idx="16580">189.94</cx:pt>
          <cx:pt idx="16581">76.379999999999995</cx:pt>
          <cx:pt idx="16582">236.93000000000001</cx:pt>
          <cx:pt idx="16583">131.97999999999999</cx:pt>
          <cx:pt idx="16584">84.989999999999995</cx:pt>
          <cx:pt idx="16585">184.97</cx:pt>
          <cx:pt idx="16586">65.989999999999995</cx:pt>
          <cx:pt idx="16587">76.379999999999995</cx:pt>
          <cx:pt idx="16588">170.75</cx:pt>
          <cx:pt idx="16589">153.93000000000001</cx:pt>
          <cx:pt idx="16590">65.989999999999995</cx:pt>
          <cx:pt idx="16591">84.989999999999995</cx:pt>
          <cx:pt idx="16592">84.989999999999995</cx:pt>
          <cx:pt idx="16593">84.989999999999995</cx:pt>
          <cx:pt idx="16594">76.450000000000003</cx:pt>
          <cx:pt idx="16595">131.97999999999999</cx:pt>
          <cx:pt idx="16596">84.989999999999995</cx:pt>
          <cx:pt idx="16597">65.989999999999995</cx:pt>
          <cx:pt idx="16598">62.689999999999998</cx:pt>
          <cx:pt idx="16599">109.98</cx:pt>
          <cx:pt idx="16600">84.989999999999995</cx:pt>
          <cx:pt idx="16601">123.97</cx:pt>
          <cx:pt idx="16602">109.98</cx:pt>
          <cx:pt idx="16603">139.96000000000001</cx:pt>
          <cx:pt idx="16604">112.97</cx:pt>
          <cx:pt idx="16605">104.05</cx:pt>
          <cx:pt idx="16606">84.989999999999995</cx:pt>
          <cx:pt idx="16607">84.989999999999995</cx:pt>
          <cx:pt idx="16608">121.98</cx:pt>
          <cx:pt idx="16609">109.98</cx:pt>
          <cx:pt idx="16610">107.97</cx:pt>
          <cx:pt idx="16611">84.989999999999995</cx:pt>
          <cx:pt idx="16612">62.969999999999999</cx:pt>
          <cx:pt idx="16613">97.980000000000004</cx:pt>
          <cx:pt idx="16614">84.989999999999995</cx:pt>
          <cx:pt idx="16615">111.95999999999999</cx:pt>
          <cx:pt idx="16616">111.95999999999999</cx:pt>
          <cx:pt idx="16617">111.95999999999999</cx:pt>
          <cx:pt idx="16618">111.95999999999999</cx:pt>
          <cx:pt idx="16619">83.969999999999999</cx:pt>
          <cx:pt idx="16620">106.36</cx:pt>
          <cx:pt idx="16621">55.979999999999997</cx:pt>
          <cx:pt idx="16622">111.95999999999999</cx:pt>
          <cx:pt idx="16623">111.95999999999999</cx:pt>
          <cx:pt idx="16624">111.95999999999999</cx:pt>
          <cx:pt idx="16625">142.93000000000001</cx:pt>
          <cx:pt idx="16626">111.95999999999999</cx:pt>
          <cx:pt idx="16627">111.95999999999999</cx:pt>
          <cx:pt idx="16628">106.36</cx:pt>
          <cx:pt idx="16629">96.5</cx:pt>
          <cx:pt idx="16630">111.95999999999999</cx:pt>
          <cx:pt idx="16631">57.740000000000002</cx:pt>
          <cx:pt idx="16632">106.36</cx:pt>
          <cx:pt idx="16633">111.95999999999999</cx:pt>
          <cx:pt idx="16634">83.969999999999999</cx:pt>
          <cx:pt idx="16635">111.95999999999999</cx:pt>
          <cx:pt idx="16636">108.59999999999999</cx:pt>
          <cx:pt idx="16637">111.95999999999999</cx:pt>
          <cx:pt idx="16638">111.95999999999999</cx:pt>
          <cx:pt idx="16639">146.97</cx:pt>
          <cx:pt idx="16640">197.97</cx:pt>
          <cx:pt idx="16641">128.44999999999999</cx:pt>
          <cx:pt idx="16642">93.579999999999998</cx:pt>
          <cx:pt idx="16643">184.97</cx:pt>
          <cx:pt idx="16644">131.86000000000001</cx:pt>
          <cx:pt idx="16645">64.980000000000004</cx:pt>
          <cx:pt idx="16646">169.97999999999999</cx:pt>
          <cx:pt idx="16647">253.46000000000001</cx:pt>
          <cx:pt idx="16648">84.989999999999995</cx:pt>
          <cx:pt idx="16649">169.97999999999999</cx:pt>
          <cx:pt idx="16650">134.97999999999999</cx:pt>
          <cx:pt idx="16651">169.97999999999999</cx:pt>
          <cx:pt idx="16652">84.989999999999995</cx:pt>
          <cx:pt idx="16653">367.44</cx:pt>
          <cx:pt idx="16654">213.68000000000001</cx:pt>
          <cx:pt idx="16655">159.97999999999999</cx:pt>
          <cx:pt idx="16656">314.75999999999999</cx:pt>
          <cx:pt idx="16657">243.96000000000001</cx:pt>
          <cx:pt idx="16658">319.95999999999998</cx:pt>
          <cx:pt idx="16659">151.55000000000001</cx:pt>
          <cx:pt idx="16660">83.480000000000004</cx:pt>
          <cx:pt idx="16661">195.08000000000001</cx:pt>
          <cx:pt idx="16662">108.97</cx:pt>
          <cx:pt idx="16663">65.989999999999995</cx:pt>
          <cx:pt idx="16664">79.469999999999999</cx:pt>
          <cx:pt idx="16665">12.289999999999999</cx:pt>
          <cx:pt idx="16666">85.989999999999995</cx:pt>
          <cx:pt idx="16667">24.510000000000002</cx:pt>
          <cx:pt idx="16668">29.600000000000001</cx:pt>
          <cx:pt idx="16669">60.979999999999997</cx:pt>
          <cx:pt idx="16670">49.479999999999997</cx:pt>
          <cx:pt idx="16671">62.68</cx:pt>
          <cx:pt idx="16672">58.32</cx:pt>
          <cx:pt idx="16673">128.96000000000001</cx:pt>
          <cx:pt idx="16674">58.229999999999997</cx:pt>
          <cx:pt idx="16675">99.980000000000004</cx:pt>
          <cx:pt idx="16676">66.790000000000006</cx:pt>
          <cx:pt idx="16677">71.989999999999995</cx:pt>
          <cx:pt idx="16678">68.989999999999995</cx:pt>
          <cx:pt idx="16679">59.289999999999999</cx:pt>
          <cx:pt idx="16680">105.18000000000001</cx:pt>
          <cx:pt idx="16681">90.420000000000002</cx:pt>
          <cx:pt idx="16682">101.69</cx:pt>
          <cx:pt idx="16683">103.18000000000001</cx:pt>
          <cx:pt idx="16684">70.989999999999995</cx:pt>
          <cx:pt idx="16685">68.989999999999995</cx:pt>
          <cx:pt idx="16686">68.989999999999995</cx:pt>
          <cx:pt idx="16687">114.98</cx:pt>
          <cx:pt idx="16688">104.98</cx:pt>
          <cx:pt idx="16689">57.979999999999997</cx:pt>
          <cx:pt idx="16690">65.989999999999995</cx:pt>
          <cx:pt idx="16691">89.980000000000004</cx:pt>
          <cx:pt idx="16692">88.980000000000004</cx:pt>
          <cx:pt idx="16693">134.97999999999999</cx:pt>
          <cx:pt idx="16694">68.989999999999995</cx:pt>
          <cx:pt idx="16695">68.989999999999995</cx:pt>
          <cx:pt idx="16696">84.989999999999995</cx:pt>
          <cx:pt idx="16697">73.989999999999995</cx:pt>
          <cx:pt idx="16698">99.980000000000004</cx:pt>
          <cx:pt idx="16699">84.989999999999995</cx:pt>
          <cx:pt idx="16700">84.989999999999995</cx:pt>
          <cx:pt idx="16701">120.17</cx:pt>
          <cx:pt idx="16702">72.239999999999995</cx:pt>
          <cx:pt idx="16703">88.980000000000004</cx:pt>
          <cx:pt idx="16704">65.989999999999995</cx:pt>
          <cx:pt idx="16705">644.32000000000005</cx:pt>
          <cx:pt idx="16706">529.78999999999996</cx:pt>
          <cx:pt idx="16707">1051.3599999999999</cx:pt>
          <cx:pt idx="16708">183.97</cx:pt>
          <cx:pt idx="16709">146.59</cx:pt>
          <cx:pt idx="16710">177.56999999999999</cx:pt>
          <cx:pt idx="16711">169.97999999999999</cx:pt>
          <cx:pt idx="16712">169.97999999999999</cx:pt>
          <cx:pt idx="16713">181.44999999999999</cx:pt>
          <cx:pt idx="16714">149.96000000000001</cx:pt>
          <cx:pt idx="16715">169.97999999999999</cx:pt>
          <cx:pt idx="16716">299.54000000000002</cx:pt>
          <cx:pt idx="16717">73.799999999999997</cx:pt>
          <cx:pt idx="16718">73.799999999999997</cx:pt>
          <cx:pt idx="16719">73.799999999999997</cx:pt>
          <cx:pt idx="16720">73.799999999999997</cx:pt>
          <cx:pt idx="16721">73.799999999999997</cx:pt>
          <cx:pt idx="16722">73.799999999999997</cx:pt>
          <cx:pt idx="16723">73.799999999999997</cx:pt>
          <cx:pt idx="16724">73.799999999999997</cx:pt>
          <cx:pt idx="16725">73.799999999999997</cx:pt>
          <cx:pt idx="16726">73.799999999999997</cx:pt>
          <cx:pt idx="16727">73.799999999999997</cx:pt>
          <cx:pt idx="16728">73.799999999999997</cx:pt>
          <cx:pt idx="16729">29.98</cx:pt>
          <cx:pt idx="16730">73.799999999999997</cx:pt>
          <cx:pt idx="16731">147.59999999999999</cx:pt>
          <cx:pt idx="16732">73.799999999999997</cx:pt>
          <cx:pt idx="16733">73.799999999999997</cx:pt>
          <cx:pt idx="16734">220.13999999999999</cx:pt>
          <cx:pt idx="16735">73.799999999999997</cx:pt>
          <cx:pt idx="16736">73.799999999999997</cx:pt>
          <cx:pt idx="16737">73.799999999999997</cx:pt>
          <cx:pt idx="16738">73.799999999999997</cx:pt>
          <cx:pt idx="16739">73.799999999999997</cx:pt>
          <cx:pt idx="16740">73.799999999999997</cx:pt>
          <cx:pt idx="16741">73.799999999999997</cx:pt>
          <cx:pt idx="16742">73.799999999999997</cx:pt>
          <cx:pt idx="16743">73.799999999999997</cx:pt>
          <cx:pt idx="16744">183.87</cx:pt>
          <cx:pt idx="16745">91.939999999999998</cx:pt>
          <cx:pt idx="16746">73.799999999999997</cx:pt>
          <cx:pt idx="16747">73.799999999999997</cx:pt>
          <cx:pt idx="16748">331.47000000000003</cx:pt>
          <cx:pt idx="16749">73.799999999999997</cx:pt>
          <cx:pt idx="16750">73.799999999999997</cx:pt>
          <cx:pt idx="16751">73.799999999999997</cx:pt>
          <cx:pt idx="16752">1187.8199999999999</cx:pt>
          <cx:pt idx="16753">1223.8599999999999</cx:pt>
          <cx:pt idx="16754">150.22999999999999</cx:pt>
          <cx:pt idx="16755">66.540000000000006</cx:pt>
          <cx:pt idx="16756">123.40000000000001</cx:pt>
          <cx:pt idx="16757">147.59999999999999</cx:pt>
          <cx:pt idx="16758">150.22999999999999</cx:pt>
          <cx:pt idx="16759">159.97999999999999</cx:pt>
          <cx:pt idx="16760">166.93000000000001</cx:pt>
          <cx:pt idx="16761">79.989999999999995</cx:pt>
          <cx:pt idx="16762">165.72999999999999</cx:pt>
          <cx:pt idx="16763">147.59999999999999</cx:pt>
          <cx:pt idx="16764">200.78999999999999</cx:pt>
          <cx:pt idx="16765">151.97999999999999</cx:pt>
          <cx:pt idx="16766">166.47999999999999</cx:pt>
          <cx:pt idx="16767">143.97999999999999</cx:pt>
          <cx:pt idx="16768">105.90000000000001</cx:pt>
          <cx:pt idx="16769">125.45</cx:pt>
          <cx:pt idx="16770">132.83000000000001</cx:pt>
          <cx:pt idx="16771">147.59999999999999</cx:pt>
          <cx:pt idx="16772">150.22999999999999</cx:pt>
          <cx:pt idx="16773">150.22999999999999</cx:pt>
          <cx:pt idx="16774">-121.98</cx:pt>
          <cx:pt idx="16775">147.59999999999999</cx:pt>
          <cx:pt idx="16776">147.59999999999999</cx:pt>
          <cx:pt idx="16777">-28.260000000000002</cx:pt>
          <cx:pt idx="16778">147.59999999999999</cx:pt>
          <cx:pt idx="16779">150.22999999999999</cx:pt>
          <cx:pt idx="16780">137.90000000000001</cx:pt>
          <cx:pt idx="16781">159.97999999999999</cx:pt>
          <cx:pt idx="16782">-147.59999999999999</cx:pt>
          <cx:pt idx="16783">-137.90000000000001</cx:pt>
          <cx:pt idx="16784">135.5</cx:pt>
          <cx:pt idx="16785">135.5</cx:pt>
          <cx:pt idx="16786">124.56999999999999</cx:pt>
          <cx:pt idx="16787">147.59999999999999</cx:pt>
          <cx:pt idx="16788">149.94</cx:pt>
          <cx:pt idx="16789">269.91000000000003</cx:pt>
          <cx:pt idx="16790">172.44</cx:pt>
          <cx:pt idx="16791">209.93000000000001</cx:pt>
          <cx:pt idx="16792">206.33000000000001</cx:pt>
          <cx:pt idx="16793">134.41</cx:pt>
          <cx:pt idx="16794">135.97</cx:pt>
          <cx:pt idx="16795">142.09</cx:pt>
          <cx:pt idx="16796">146.97</cx:pt>
          <cx:pt idx="16797">168.94999999999999</cx:pt>
          <cx:pt idx="16798">155.96000000000001</cx:pt>
          <cx:pt idx="16799">150.97</cx:pt>
          <cx:pt idx="16800">148.47</cx:pt>
          <cx:pt idx="16801">146.97</cx:pt>
          <cx:pt idx="16802">83.969999999999999</cx:pt>
          <cx:pt idx="16803">131.97999999999999</cx:pt>
          <cx:pt idx="16804">150.27000000000001</cx:pt>
          <cx:pt idx="16805">131.97999999999999</cx:pt>
          <cx:pt idx="16806">117.48</cx:pt>
          <cx:pt idx="16807">146.97</cx:pt>
          <cx:pt idx="16808">172.66999999999999</cx:pt>
          <cx:pt idx="16809">120.58</cx:pt>
          <cx:pt idx="16810">99.980000000000004</cx:pt>
          <cx:pt idx="16811">122.98</cx:pt>
          <cx:pt idx="16812">103.97</cx:pt>
          <cx:pt idx="16813">89.969999999999999</cx:pt>
          <cx:pt idx="16814">182.97</cx:pt>
          <cx:pt idx="16815">121.98</cx:pt>
          <cx:pt idx="16816">22.489999999999998</cx:pt>
          <cx:pt idx="16817">181.97</cx:pt>
          <cx:pt idx="16818">181.46000000000001</cx:pt>
          <cx:pt idx="16819">169.97999999999999</cx:pt>
          <cx:pt idx="16820">169.97999999999999</cx:pt>
          <cx:pt idx="16821">150.97</cx:pt>
          <cx:pt idx="16822">261.94999999999999</cx:pt>
          <cx:pt idx="16823">65.469999999999999</cx:pt>
          <cx:pt idx="16824">92.969999999999999</cx:pt>
          <cx:pt idx="16825">144.97</cx:pt>
          <cx:pt idx="16826">31.489999999999998</cx:pt>
          <cx:pt idx="16827">131.97999999999999</cx:pt>
          <cx:pt idx="16828">169.97999999999999</cx:pt>
          <cx:pt idx="16829">169.97999999999999</cx:pt>
          <cx:pt idx="16830">74.989999999999995</cx:pt>
          <cx:pt idx="16831">124.98</cx:pt>
          <cx:pt idx="16832">81.980000000000004</cx:pt>
          <cx:pt idx="16833">84.150000000000006</cx:pt>
          <cx:pt idx="16834">183.27000000000001</cx:pt>
          <cx:pt idx="16835">130.16</cx:pt>
          <cx:pt idx="16836">103.14</cx:pt>
          <cx:pt idx="16837">168.97999999999999</cx:pt>
          <cx:pt idx="16838">68.930000000000007</cx:pt>
          <cx:pt idx="16839">104.27</cx:pt>
          <cx:pt idx="16840">94.890000000000001</cx:pt>
          <cx:pt idx="16841">82.670000000000002</cx:pt>
          <cx:pt idx="16842">193.55000000000001</cx:pt>
          <cx:pt idx="16843">84.989999999999995</cx:pt>
          <cx:pt idx="16844">103.98</cx:pt>
          <cx:pt idx="16845">84.989999999999995</cx:pt>
          <cx:pt idx="16846">139.25999999999999</cx:pt>
          <cx:pt idx="16847">99.980000000000004</cx:pt>
          <cx:pt idx="16848">97.430000000000007</cx:pt>
          <cx:pt idx="16849">83.980000000000004</cx:pt>
          <cx:pt idx="16850">79.030000000000001</cx:pt>
          <cx:pt idx="16851">183.02000000000001</cx:pt>
          <cx:pt idx="16852">84.989999999999995</cx:pt>
          <cx:pt idx="16853">152.93000000000001</cx:pt>
          <cx:pt idx="16854">99.980000000000004</cx:pt>
          <cx:pt idx="16855">193.11000000000001</cx:pt>
          <cx:pt idx="16856">228.12</cx:pt>
          <cx:pt idx="16857">390.73000000000002</cx:pt>
          <cx:pt idx="16858">315.70999999999998</cx:pt>
          <cx:pt idx="16859">378.63</cx:pt>
          <cx:pt idx="16860">457.54000000000002</cx:pt>
          <cx:pt idx="16861">405.94</cx:pt>
          <cx:pt idx="16862">287.92000000000002</cx:pt>
          <cx:pt idx="16863">159.69999999999999</cx:pt>
          <cx:pt idx="16864">798.48000000000002</cx:pt>
          <cx:pt idx="16865">350.19999999999999</cx:pt>
          <cx:pt idx="16866">120.98</cx:pt>
          <cx:pt idx="16867">239.53999999999999</cx:pt>
          <cx:pt idx="16868">57.859999999999999</cx:pt>
          <cx:pt idx="16869">84.620000000000005</cx:pt>
          <cx:pt idx="16870">137.09</cx:pt>
          <cx:pt idx="16871">84.530000000000001</cx:pt>
          <cx:pt idx="16872">65.989999999999995</cx:pt>
          <cx:pt idx="16873">186.97</cx:pt>
          <cx:pt idx="16874">65.129999999999995</cx:pt>
          <cx:pt idx="16875">177.97</cx:pt>
          <cx:pt idx="16876">374.80000000000001</cx:pt>
          <cx:pt idx="16877">82.079999999999998</cx:pt>
          <cx:pt idx="16878">186.27000000000001</cx:pt>
          <cx:pt idx="16879">74.969999999999999</cx:pt>
          <cx:pt idx="16880">159.97</cx:pt>
          <cx:pt idx="16881">65.329999999999998</cx:pt>
          <cx:pt idx="16882">85.480000000000004</cx:pt>
          <cx:pt idx="16883">131.12</cx:pt>
          <cx:pt idx="16884">201.96000000000001</cx:pt>
          <cx:pt idx="16885">229.63999999999999</cx:pt>
          <cx:pt idx="16886">133.63999999999999</cx:pt>
          <cx:pt idx="16887">49.329999999999998</cx:pt>
          <cx:pt idx="16888">216.72</cx:pt>
          <cx:pt idx="16889">213.94999999999999</cx:pt>
          <cx:pt idx="16890">232.40000000000001</cx:pt>
          <cx:pt idx="16891">246.53999999999999</cx:pt>
          <cx:pt idx="16892">197.97</cx:pt>
          <cx:pt idx="16893">289.94999999999999</cx:pt>
          <cx:pt idx="16894">185.96000000000001</cx:pt>
          <cx:pt idx="16895">131.97999999999999</cx:pt>
          <cx:pt idx="16896">139.18000000000001</cx:pt>
          <cx:pt idx="16897">169.97999999999999</cx:pt>
          <cx:pt idx="16898">183.97</cx:pt>
          <cx:pt idx="16899">118.78</cx:pt>
          <cx:pt idx="16900">169.97999999999999</cx:pt>
          <cx:pt idx="16901">169.97999999999999</cx:pt>
          <cx:pt idx="16902">169.97999999999999</cx:pt>
          <cx:pt idx="16903">219.96000000000001</cx:pt>
          <cx:pt idx="16904">169.97999999999999</cx:pt>
          <cx:pt idx="16905">44.990000000000002</cx:pt>
          <cx:pt idx="16906">159.97999999999999</cx:pt>
          <cx:pt idx="16907">214.97</cx:pt>
          <cx:pt idx="16908">121.98</cx:pt>
          <cx:pt idx="16909">62.979999999999997</cx:pt>
          <cx:pt idx="16910">169.97999999999999</cx:pt>
          <cx:pt idx="16911">84.980000000000004</cx:pt>
          <cx:pt idx="16912">166.97</cx:pt>
          <cx:pt idx="16913">51.289999999999999</cx:pt>
          <cx:pt idx="16914">51.289999999999999</cx:pt>
          <cx:pt idx="16915">149.97</cx:pt>
          <cx:pt idx="16916">197.97</cx:pt>
          <cx:pt idx="16917">169.97999999999999</cx:pt>
          <cx:pt idx="16918">279.95999999999998</cx:pt>
          <cx:pt idx="16919">119.97</cx:pt>
          <cx:pt idx="16920">149.97</cx:pt>
          <cx:pt idx="16921">119.97</cx:pt>
          <cx:pt idx="16922">127.47</cx:pt>
          <cx:pt idx="16923">94.969999999999999</cx:pt>
          <cx:pt idx="16924">99.969999999999999</cx:pt>
          <cx:pt idx="16925">99.980000000000004</cx:pt>
          <cx:pt idx="16926">130.37</cx:pt>
          <cx:pt idx="16927">119.97</cx:pt>
          <cx:pt idx="16928">149.97</cx:pt>
          <cx:pt idx="16929">149.97</cx:pt>
          <cx:pt idx="16930">119.97</cx:pt>
          <cx:pt idx="16931">94.969999999999999</cx:pt>
          <cx:pt idx="16932">99.980000000000004</cx:pt>
          <cx:pt idx="16933">199.97</cx:pt>
          <cx:pt idx="16934">169.97999999999999</cx:pt>
          <cx:pt idx="16935">191.46000000000001</cx:pt>
          <cx:pt idx="16936">129.78</cx:pt>
          <cx:pt idx="16937">121.98</cx:pt>
          <cx:pt idx="16938">131.97999999999999</cx:pt>
          <cx:pt idx="16939">126.95999999999999</cx:pt>
          <cx:pt idx="16940">169.97999999999999</cx:pt>
          <cx:pt idx="16941">131.97999999999999</cx:pt>
          <cx:pt idx="16942">112.97</cx:pt>
          <cx:pt idx="16943">131.97999999999999</cx:pt>
          <cx:pt idx="16944">169.97999999999999</cx:pt>
          <cx:pt idx="16945">110.83</cx:pt>
          <cx:pt idx="16946">135.5</cx:pt>
          <cx:pt idx="16947">146.91999999999999</cx:pt>
          <cx:pt idx="16948">212.96000000000001</cx:pt>
          <cx:pt idx="16949">144.34</cx:pt>
          <cx:pt idx="16950">146.97</cx:pt>
          <cx:pt idx="16951">146.97</cx:pt>
          <cx:pt idx="16952">131.97999999999999</cx:pt>
          <cx:pt idx="16953">156.96000000000001</cx:pt>
          <cx:pt idx="16954">169.97999999999999</cx:pt>
          <cx:pt idx="16955">137.97</cx:pt>
          <cx:pt idx="16956">206.97</cx:pt>
          <cx:pt idx="16957">62.119999999999997</cx:pt>
          <cx:pt idx="16958">119.95999999999999</cx:pt>
          <cx:pt idx="16959">134.94999999999999</cx:pt>
          <cx:pt idx="16960">84.989999999999995</cx:pt>
          <cx:pt idx="16961">172.97</cx:pt>
          <cx:pt idx="16962">168.28</cx:pt>
          <cx:pt idx="16963">169.97999999999999</cx:pt>
          <cx:pt idx="16964">168.28</cx:pt>
          <cx:pt idx="16965">168.28</cx:pt>
          <cx:pt idx="16966">131.97999999999999</cx:pt>
          <cx:pt idx="16967">167.72</cx:pt>
          <cx:pt idx="16968">168.28</cx:pt>
          <cx:pt idx="16969">84.700000000000003</cx:pt>
          <cx:pt idx="16970">205.46000000000001</cx:pt>
          <cx:pt idx="16971">169.97999999999999</cx:pt>
          <cx:pt idx="16972">168.28</cx:pt>
          <cx:pt idx="16973">89.730000000000004</cx:pt>
          <cx:pt idx="16974">158.28</cx:pt>
          <cx:pt idx="16975">121.98</cx:pt>
          <cx:pt idx="16976">167.72999999999999</cx:pt>
          <cx:pt idx="16977">169.97999999999999</cx:pt>
          <cx:pt idx="16978">53.280000000000001</cx:pt>
          <cx:pt idx="16979">168.28</cx:pt>
          <cx:pt idx="16980">169.97999999999999</cx:pt>
          <cx:pt idx="16981">144.65000000000001</cx:pt>
          <cx:pt idx="16982">169.97999999999999</cx:pt>
          <cx:pt idx="16983">130.91999999999999</cx:pt>
          <cx:pt idx="16984">112.97</cx:pt>
          <cx:pt idx="16985">134.97999999999999</cx:pt>
          <cx:pt idx="16986">100.98</cx:pt>
          <cx:pt idx="16987">68.989999999999995</cx:pt>
          <cx:pt idx="16988">84.989999999999995</cx:pt>
          <cx:pt idx="16989">69.329999999999998</cx:pt>
          <cx:pt idx="16990">68.989999999999995</cx:pt>
          <cx:pt idx="16991">84.989999999999995</cx:pt>
          <cx:pt idx="16992">84.989999999999995</cx:pt>
          <cx:pt idx="16993">114.98</cx:pt>
          <cx:pt idx="16994">155.96000000000001</cx:pt>
          <cx:pt idx="16995">84.989999999999995</cx:pt>
          <cx:pt idx="16996">134.97</cx:pt>
          <cx:pt idx="16997">165.96000000000001</cx:pt>
          <cx:pt idx="16998">84.989999999999995</cx:pt>
          <cx:pt idx="16999">84.989999999999995</cx:pt>
          <cx:pt idx="17000">84.989999999999995</cx:pt>
          <cx:pt idx="17001">91.969999999999999</cx:pt>
          <cx:pt idx="17002">96.980000000000004</cx:pt>
          <cx:pt idx="17003">84.989999999999995</cx:pt>
          <cx:pt idx="17004">97.980000000000004</cx:pt>
          <cx:pt idx="17005">131.97999999999999</cx:pt>
          <cx:pt idx="17006">57.960000000000001</cx:pt>
          <cx:pt idx="17007">126.53</cx:pt>
          <cx:pt idx="17008">68.989999999999995</cx:pt>
          <cx:pt idx="17009">94.969999999999999</cx:pt>
          <cx:pt idx="17010">116.97</cx:pt>
          <cx:pt idx="17011">84.989999999999995</cx:pt>
          <cx:pt idx="17012">84.989999999999995</cx:pt>
          <cx:pt idx="17013">84.989999999999995</cx:pt>
          <cx:pt idx="17014">59.969999999999999</cx:pt>
          <cx:pt idx="17015">92.980000000000004</cx:pt>
          <cx:pt idx="17016">121.95999999999999</cx:pt>
          <cx:pt idx="17017">118.56999999999999</cx:pt>
          <cx:pt idx="17018">139.97</cx:pt>
          <cx:pt idx="17019">84.989999999999995</cx:pt>
          <cx:pt idx="17020">119.98</cx:pt>
          <cx:pt idx="17021">184.94</cx:pt>
          <cx:pt idx="17022">167.94</cx:pt>
          <cx:pt idx="17023">84.989999999999995</cx:pt>
          <cx:pt idx="17024">84.989999999999995</cx:pt>
          <cx:pt idx="17025">113.95999999999999</cx:pt>
          <cx:pt idx="17026">104.95999999999999</cx:pt>
          <cx:pt idx="17027">144.69999999999999</cx:pt>
          <cx:pt idx="17028">113.95999999999999</cx:pt>
          <cx:pt idx="17029">132.96000000000001</cx:pt>
          <cx:pt idx="17030">116.97</cx:pt>
          <cx:pt idx="17031">164.94</cx:pt>
          <cx:pt idx="17032">113.95999999999999</cx:pt>
          <cx:pt idx="17033">104.98</cx:pt>
          <cx:pt idx="17034">99.950000000000003</cx:pt>
          <cx:pt idx="17035">116.97</cx:pt>
          <cx:pt idx="17036">82.920000000000002</cx:pt>
          <cx:pt idx="17037">85.049999999999997</cx:pt>
          <cx:pt idx="17038">80.980000000000004</cx:pt>
          <cx:pt idx="17039">84.989999999999995</cx:pt>
          <cx:pt idx="17040">83.260000000000005</cx:pt>
          <cx:pt idx="17041">68.819999999999993</cx:pt>
          <cx:pt idx="17042">65.329999999999998</cx:pt>
          <cx:pt idx="17043">59.979999999999997</cx:pt>
          <cx:pt idx="17044">65.439999999999998</cx:pt>
          <cx:pt idx="17045">370.94</cx:pt>
          <cx:pt idx="17046">65.189999999999998</cx:pt>
          <cx:pt idx="17047">395.94</cx:pt>
          <cx:pt idx="17048">395.94</cx:pt>
          <cx:pt idx="17049">78.969999999999999</cx:pt>
          <cx:pt idx="17050">65.189999999999998</cx:pt>
          <cx:pt idx="17051">65.989999999999995</cx:pt>
          <cx:pt idx="17052">370.94</cx:pt>
          <cx:pt idx="17053">65.989999999999995</cx:pt>
          <cx:pt idx="17054">215.96000000000001</cx:pt>
          <cx:pt idx="17055">215.96000000000001</cx:pt>
          <cx:pt idx="17056">281.94999999999999</cx:pt>
          <cx:pt idx="17057">50.469999999999999</cx:pt>
          <cx:pt idx="17058">395.92000000000002</cx:pt>
          <cx:pt idx="17059">281.94999999999999</cx:pt>
          <cx:pt idx="17060">149.97</cx:pt>
          <cx:pt idx="17061">119.95999999999999</cx:pt>
          <cx:pt idx="17062">149.97</cx:pt>
          <cx:pt idx="17063">78.969999999999999</cx:pt>
          <cx:pt idx="17064">119.95999999999999</cx:pt>
          <cx:pt idx="17065">395.92000000000002</cx:pt>
          <cx:pt idx="17066">65.989999999999995</cx:pt>
          <cx:pt idx="17067">50.469999999999999</cx:pt>
          <cx:pt idx="17068">65.989999999999995</cx:pt>
          <cx:pt idx="17069">188.66</cx:pt>
          <cx:pt idx="17070">145.38</cx:pt>
          <cx:pt idx="17071">129.05000000000001</cx:pt>
          <cx:pt idx="17072">109.97</cx:pt>
          <cx:pt idx="17073">147.97</cx:pt>
          <cx:pt idx="17074">163.97</cx:pt>
          <cx:pt idx="17075">189.96000000000001</cx:pt>
          <cx:pt idx="17076">229.97</cx:pt>
          <cx:pt idx="17077">159.97999999999999</cx:pt>
          <cx:pt idx="17078">46.469999999999999</cx:pt>
          <cx:pt idx="17079">121.98</cx:pt>
          <cx:pt idx="17080">17.239999999999998</cx:pt>
          <cx:pt idx="17081">60.990000000000002</cx:pt>
          <cx:pt idx="17082">159.97999999999999</cx:pt>
          <cx:pt idx="17083">159.97999999999999</cx:pt>
          <cx:pt idx="17084">111.98</cx:pt>
          <cx:pt idx="17085">79.989999999999995</cx:pt>
          <cx:pt idx="17086">79.989999999999995</cx:pt>
          <cx:pt idx="17087">159.97999999999999</cx:pt>
          <cx:pt idx="17088">159.97999999999999</cx:pt>
          <cx:pt idx="17089">111.98</cx:pt>
          <cx:pt idx="17090">79.989999999999995</cx:pt>
          <cx:pt idx="17091">79.989999999999995</cx:pt>
          <cx:pt idx="17092">159.97999999999999</cx:pt>
          <cx:pt idx="17093">121.98</cx:pt>
          <cx:pt idx="17094">174.97</cx:pt>
          <cx:pt idx="17095">159.97999999999999</cx:pt>
          <cx:pt idx="17096">174.97</cx:pt>
          <cx:pt idx="17097">149.97999999999999</cx:pt>
          <cx:pt idx="17098">124.97</cx:pt>
          <cx:pt idx="17099">154.94999999999999</cx:pt>
          <cx:pt idx="17100">179.94</cx:pt>
          <cx:pt idx="17101">149.94999999999999</cx:pt>
          <cx:pt idx="17102">119.95999999999999</cx:pt>
          <cx:pt idx="17103">119.95999999999999</cx:pt>
          <cx:pt idx="17104">149.94</cx:pt>
          <cx:pt idx="17105">154.94999999999999</cx:pt>
          <cx:pt idx="17106">119.95999999999999</cx:pt>
          <cx:pt idx="17107">59.979999999999997</cx:pt>
          <cx:pt idx="17108">69.959999999999994</cx:pt>
          <cx:pt idx="17109">209.93000000000001</cx:pt>
          <cx:pt idx="17110">247.91999999999999</cx:pt>
          <cx:pt idx="17111">119.95999999999999</cx:pt>
          <cx:pt idx="17112">-99.950000000000003</cx:pt>
          <cx:pt idx="17113">179.94</cx:pt>
          <cx:pt idx="17114">154.94999999999999</cx:pt>
          <cx:pt idx="17115">148.34999999999999</cx:pt>
          <cx:pt idx="17116">99.950000000000003</cx:pt>
          <cx:pt idx="17117">149.94</cx:pt>
          <cx:pt idx="17118">29.989999999999998</cx:pt>
          <cx:pt idx="17119">89.969999999999999</cx:pt>
          <cx:pt idx="17120">848.76999999999998</cx:pt>
          <cx:pt idx="17121">263.95999999999998</cx:pt>
          <cx:pt idx="17122">307.95999999999998</cx:pt>
          <cx:pt idx="17123">199.96000000000001</cx:pt>
          <cx:pt idx="17124">197.97</cx:pt>
          <cx:pt idx="17125">169.97999999999999</cx:pt>
          <cx:pt idx="17126">197.96000000000001</cx:pt>
          <cx:pt idx="17127">219.47999999999999</cx:pt>
          <cx:pt idx="17128">160.96000000000001</cx:pt>
          <cx:pt idx="17129">84.980000000000004</cx:pt>
          <cx:pt idx="17130">117.48</cx:pt>
          <cx:pt idx="17131">89.969999999999999</cx:pt>
          <cx:pt idx="17132">189.97</cx:pt>
          <cx:pt idx="17133">104.98</cx:pt>
          <cx:pt idx="17134">134.97999999999999</cx:pt>
          <cx:pt idx="17135">137.97999999999999</cx:pt>
          <cx:pt idx="17136">84.989999999999995</cx:pt>
          <cx:pt idx="17137">170.16999999999999</cx:pt>
          <cx:pt idx="17138">169.97999999999999</cx:pt>
          <cx:pt idx="17139">149.81</cx:pt>
          <cx:pt idx="17140">134.97999999999999</cx:pt>
          <cx:pt idx="17141">164.47999999999999</cx:pt>
          <cx:pt idx="17142">189.97</cx:pt>
          <cx:pt idx="17143">135.06</cx:pt>
          <cx:pt idx="17144">204.97</cx:pt>
          <cx:pt idx="17145">42.990000000000002</cx:pt>
          <cx:pt idx="17146">101.98</cx:pt>
          <cx:pt idx="17147">144.22999999999999</cx:pt>
          <cx:pt idx="17148">84.989999999999995</cx:pt>
          <cx:pt idx="17149">134.97999999999999</cx:pt>
          <cx:pt idx="17150">185.97</cx:pt>
          <cx:pt idx="17151">128.97</cx:pt>
          <cx:pt idx="17152">159.97999999999999</cx:pt>
          <cx:pt idx="17153">164.97999999999999</cx:pt>
          <cx:pt idx="17154">65.989999999999995</cx:pt>
          <cx:pt idx="17155">65.989999999999995</cx:pt>
          <cx:pt idx="17156">60.049999999999997</cx:pt>
          <cx:pt idx="17157">84.989999999999995</cx:pt>
          <cx:pt idx="17158">65.989999999999995</cx:pt>
          <cx:pt idx="17159">65.989999999999995</cx:pt>
          <cx:pt idx="17160">65.989999999999995</cx:pt>
          <cx:pt idx="17161">65.989999999999995</cx:pt>
          <cx:pt idx="17162">61.390000000000001</cx:pt>
          <cx:pt idx="17163">65.989999999999995</cx:pt>
          <cx:pt idx="17164">51.490000000000002</cx:pt>
          <cx:pt idx="17165">65.989999999999995</cx:pt>
          <cx:pt idx="17166">65.989999999999995</cx:pt>
          <cx:pt idx="17167">65.989999999999995</cx:pt>
          <cx:pt idx="17168">65.989999999999995</cx:pt>
          <cx:pt idx="17169">65.989999999999995</cx:pt>
          <cx:pt idx="17170">65.989999999999995</cx:pt>
          <cx:pt idx="17171">65.989999999999995</cx:pt>
          <cx:pt idx="17172">74.290000000000006</cx:pt>
          <cx:pt idx="17173">65.989999999999995</cx:pt>
          <cx:pt idx="17174">65.989999999999995</cx:pt>
          <cx:pt idx="17175">65.989999999999995</cx:pt>
          <cx:pt idx="17176">65.989999999999995</cx:pt>
          <cx:pt idx="17177">159.97999999999999</cx:pt>
          <cx:pt idx="17178">121.98</cx:pt>
          <cx:pt idx="17179">121.98</cx:pt>
          <cx:pt idx="17180">239.97</cx:pt>
          <cx:pt idx="17181">233.03</cx:pt>
          <cx:pt idx="17182">239.97</cx:pt>
          <cx:pt idx="17183">159.97999999999999</cx:pt>
          <cx:pt idx="17184">159.97999999999999</cx:pt>
          <cx:pt idx="17185">239.97</cx:pt>
          <cx:pt idx="17186">121.98</cx:pt>
          <cx:pt idx="17187">17.489999999999998</cx:pt>
          <cx:pt idx="17188">239.97</cx:pt>
          <cx:pt idx="17189">159.97999999999999</cx:pt>
          <cx:pt idx="17190">159.97999999999999</cx:pt>
          <cx:pt idx="17191">210.94999999999999</cx:pt>
          <cx:pt idx="17192">213.75999999999999</cx:pt>
          <cx:pt idx="17193">239.97</cx:pt>
          <cx:pt idx="17194">239.97</cx:pt>
          <cx:pt idx="17195">149.97999999999999</cx:pt>
          <cx:pt idx="17196">169.97999999999999</cx:pt>
          <cx:pt idx="17197">77.959999999999994</cx:pt>
          <cx:pt idx="17198">207.59</cx:pt>
          <cx:pt idx="17199">180.16999999999999</cx:pt>
          <cx:pt idx="17200">193.93000000000001</cx:pt>
          <cx:pt idx="17201">229.94999999999999</cx:pt>
          <cx:pt idx="17202">169.97999999999999</cx:pt>
          <cx:pt idx="17203">146.97</cx:pt>
          <cx:pt idx="17204">94.709999999999994</cx:pt>
          <cx:pt idx="17205">84.989999999999995</cx:pt>
          <cx:pt idx="17206">55.969999999999999</cx:pt>
          <cx:pt idx="17207">198.94999999999999</cx:pt>
          <cx:pt idx="17208">106.95</cx:pt>
          <cx:pt idx="17209">66.980000000000004</cx:pt>
          <cx:pt idx="17210">160.53999999999999</cx:pt>
          <cx:pt idx="17211">129.97</cx:pt>
          <cx:pt idx="17212">149.97</cx:pt>
          <cx:pt idx="17213">164.97999999999999</cx:pt>
          <cx:pt idx="17214">84.989999999999995</cx:pt>
          <cx:pt idx="17215">94.480000000000004</cx:pt>
          <cx:pt idx="17216">134.97999999999999</cx:pt>
          <cx:pt idx="17217">192.97</cx:pt>
          <cx:pt idx="17218">169.97999999999999</cx:pt>
          <cx:pt idx="17219">73.640000000000001</cx:pt>
          <cx:pt idx="17220">186.97</cx:pt>
          <cx:pt idx="17221">84.989999999999995</cx:pt>
          <cx:pt idx="17222">187.97</cx:pt>
          <cx:pt idx="17223">169.97999999999999</cx:pt>
          <cx:pt idx="17224">134.97999999999999</cx:pt>
          <cx:pt idx="17225">134.97999999999999</cx:pt>
          <cx:pt idx="17226">169.97999999999999</cx:pt>
          <cx:pt idx="17227">169.97999999999999</cx:pt>
          <cx:pt idx="17228">169.97999999999999</cx:pt>
          <cx:pt idx="17229">18.989999999999998</cx:pt>
          <cx:pt idx="17230">99.980000000000004</cx:pt>
          <cx:pt idx="17231">188.97</cx:pt>
          <cx:pt idx="17232">169.97999999999999</cx:pt>
          <cx:pt idx="17233">99.980000000000004</cx:pt>
          <cx:pt idx="17234">118.97</cx:pt>
          <cx:pt idx="17235">169.97999999999999</cx:pt>
          <cx:pt idx="17236">89.980000000000004</cx:pt>
          <cx:pt idx="17237">99.980000000000004</cx:pt>
          <cx:pt idx="17238">150.18000000000001</cx:pt>
          <cx:pt idx="17239">135.66999999999999</cx:pt>
          <cx:pt idx="17240">188.97</cx:pt>
          <cx:pt idx="17241">159.97999999999999</cx:pt>
          <cx:pt idx="17242">169.97999999999999</cx:pt>
          <cx:pt idx="17243">159.97999999999999</cx:pt>
          <cx:pt idx="17244">169.97999999999999</cx:pt>
          <cx:pt idx="17245">169.97999999999999</cx:pt>
          <cx:pt idx="17246">99.980000000000004</cx:pt>
          <cx:pt idx="17247">169.97999999999999</cx:pt>
          <cx:pt idx="17248">118.97</cx:pt>
          <cx:pt idx="17249">129.94999999999999</cx:pt>
          <cx:pt idx="17250">99.969999999999999</cx:pt>
          <cx:pt idx="17251">102.45999999999999</cx:pt>
          <cx:pt idx="17252">153.18000000000001</cx:pt>
          <cx:pt idx="17253">166.93000000000001</cx:pt>
          <cx:pt idx="17254">88.959999999999994</cx:pt>
          <cx:pt idx="17255">91.469999999999999</cx:pt>
          <cx:pt idx="17256">85.969999999999999</cx:pt>
          <cx:pt idx="17257">129.94999999999999</cx:pt>
          <cx:pt idx="17258">121.95999999999999</cx:pt>
          <cx:pt idx="17259">233.91</cx:pt>
          <cx:pt idx="17260">140.44999999999999</cx:pt>
          <cx:pt idx="17261">158.44</cx:pt>
          <cx:pt idx="17262">167.44</cx:pt>
          <cx:pt idx="17263">91.469999999999999</cx:pt>
          <cx:pt idx="17264">122.95</cx:pt>
          <cx:pt idx="17265">121.98</cx:pt>
          <cx:pt idx="17266">169.97999999999999</cx:pt>
          <cx:pt idx="17267">109.95999999999999</cx:pt>
          <cx:pt idx="17268">131.97999999999999</cx:pt>
          <cx:pt idx="17269">137.97999999999999</cx:pt>
          <cx:pt idx="17270">116.98</cx:pt>
          <cx:pt idx="17271">76.489999999999995</cx:pt>
          <cx:pt idx="17272">184.74000000000001</cx:pt>
          <cx:pt idx="17273">166.03999999999999</cx:pt>
          <cx:pt idx="17274">59.979999999999997</cx:pt>
          <cx:pt idx="17275">65.989999999999995</cx:pt>
          <cx:pt idx="17276">151.78</cx:pt>
          <cx:pt idx="17277">159.97999999999999</cx:pt>
          <cx:pt idx="17278">84.879999999999995</cx:pt>
          <cx:pt idx="17279">59.969999999999999</cx:pt>
          <cx:pt idx="17280">209.28999999999999</cx:pt>
          <cx:pt idx="17281">159.69999999999999</cx:pt>
          <cx:pt idx="17282">231.28999999999999</cx:pt>
          <cx:pt idx="17283">159.69999999999999</cx:pt>
          <cx:pt idx="17284">159.69999999999999</cx:pt>
          <cx:pt idx="17285">159.69999999999999</cx:pt>
          <cx:pt idx="17286">159.69999999999999</cx:pt>
          <cx:pt idx="17287">159.69999999999999</cx:pt>
          <cx:pt idx="17288">199.96000000000001</cx:pt>
          <cx:pt idx="17289">169.22</cx:pt>
          <cx:pt idx="17290">290.94999999999999</cx:pt>
          <cx:pt idx="17291">161.59</cx:pt>
          <cx:pt idx="17292">161.96000000000001</cx:pt>
          <cx:pt idx="17293">228.27000000000001</cx:pt>
          <cx:pt idx="17294">215.97</cx:pt>
          <cx:pt idx="17295">204.41999999999999</cx:pt>
          <cx:pt idx="17296">167.83000000000001</cx:pt>
          <cx:pt idx="17297">212.31</cx:pt>
          <cx:pt idx="17298">261.98000000000002</cx:pt>
          <cx:pt idx="17299">85.980000000000004</cx:pt>
          <cx:pt idx="17300">131.96000000000001</cx:pt>
          <cx:pt idx="17301">50.979999999999997</cx:pt>
          <cx:pt idx="17302">153.97</cx:pt>
          <cx:pt idx="17303">65.989999999999995</cx:pt>
          <cx:pt idx="17304">142.96000000000001</cx:pt>
          <cx:pt idx="17305">85.969999999999999</cx:pt>
          <cx:pt idx="17306">98.969999999999999</cx:pt>
          <cx:pt idx="17307">154.96000000000001</cx:pt>
          <cx:pt idx="17308">59.979999999999997</cx:pt>
          <cx:pt idx="17309">65.989999999999995</cx:pt>
          <cx:pt idx="17310">119.66</cx:pt>
          <cx:pt idx="17311">166.97</cx:pt>
          <cx:pt idx="17312">65.989999999999995</cx:pt>
          <cx:pt idx="17313">100.97</cx:pt>
          <cx:pt idx="17314">131.97999999999999</cx:pt>
          <cx:pt idx="17315">85.980000000000004</cx:pt>
          <cx:pt idx="17316">105.98</cx:pt>
          <cx:pt idx="17317">124.98</cx:pt>
          <cx:pt idx="17318">353.89999999999998</cx:pt>
          <cx:pt idx="17319">298.92000000000002</cx:pt>
          <cx:pt idx="17320">89.939999999999998</cx:pt>
          <cx:pt idx="17321">527.91999999999996</cx:pt>
          <cx:pt idx="17322">117.97</cx:pt>
          <cx:pt idx="17323">98.969999999999999</cx:pt>
          <cx:pt idx="17324">145.97999999999999</cx:pt>
          <cx:pt idx="17325">134.97999999999999</cx:pt>
          <cx:pt idx="17326">239.94999999999999</cx:pt>
          <cx:pt idx="17327">112.98</cx:pt>
          <cx:pt idx="17328">160.96000000000001</cx:pt>
          <cx:pt idx="17329">163.46000000000001</cx:pt>
          <cx:pt idx="17330">186.47</cx:pt>
          <cx:pt idx="17331">153.37</cx:pt>
          <cx:pt idx="17332">124.98</cx:pt>
          <cx:pt idx="17333">202.96000000000001</cx:pt>
          <cx:pt idx="17334">161.96000000000001</cx:pt>
          <cx:pt idx="17335">228.84999999999999</cx:pt>
          <cx:pt idx="17336">133.47999999999999</cx:pt>
          <cx:pt idx="17337">51.490000000000002</cx:pt>
          <cx:pt idx="17338">306.06999999999999</cx:pt>
          <cx:pt idx="17339">242.55000000000001</cx:pt>
          <cx:pt idx="17340">324.20999999999998</cx:pt>
          <cx:pt idx="17341">137.30000000000001</cx:pt>
          <cx:pt idx="17342">186.50999999999999</cx:pt>
          <cx:pt idx="17343">316.94999999999999</cx:pt>
          <cx:pt idx="17344">324.20999999999998</cx:pt>
          <cx:pt idx="17345">115.38</cx:pt>
          <cx:pt idx="17346">82.969999999999999</cx:pt>
          <cx:pt idx="17347">131.97999999999999</cx:pt>
          <cx:pt idx="17348">83.480000000000004</cx:pt>
          <cx:pt idx="17349">69.989999999999995</cx:pt>
          <cx:pt idx="17350">131.97999999999999</cx:pt>
          <cx:pt idx="17351">63.960000000000001</cx:pt>
          <cx:pt idx="17352">59.960000000000001</cx:pt>
          <cx:pt idx="17353">169.97999999999999</cx:pt>
          <cx:pt idx="17354">59.950000000000003</cx:pt>
          <cx:pt idx="17355">69.989999999999995</cx:pt>
          <cx:pt idx="17356">121.98</cx:pt>
          <cx:pt idx="17357">74.950000000000003</cx:pt>
          <cx:pt idx="17358">69.989999999999995</cx:pt>
          <cx:pt idx="17359">144.47999999999999</cx:pt>
          <cx:pt idx="17360">158</cx:pt>
          <cx:pt idx="17361">69.989999999999995</cx:pt>
          <cx:pt idx="17362">74.950000000000003</cx:pt>
          <cx:pt idx="17363">758.12</cx:pt>
          <cx:pt idx="17364">207.74000000000001</cx:pt>
          <cx:pt idx="17365">143.97</cx:pt>
          <cx:pt idx="17366">131.97999999999999</cx:pt>
          <cx:pt idx="17367">89.079999999999998</cx:pt>
          <cx:pt idx="17368">188.13999999999999</cx:pt>
          <cx:pt idx="17369">202.75</cx:pt>
          <cx:pt idx="17370">131.97999999999999</cx:pt>
          <cx:pt idx="17371">131.97999999999999</cx:pt>
          <cx:pt idx="17372">45.469999999999999</cx:pt>
          <cx:pt idx="17373">206.94</cx:pt>
          <cx:pt idx="17374">169.97999999999999</cx:pt>
          <cx:pt idx="17375">195.15000000000001</cx:pt>
          <cx:pt idx="17376">169.97999999999999</cx:pt>
          <cx:pt idx="17377">156.81999999999999</cx:pt>
          <cx:pt idx="17378">199.96000000000001</cx:pt>
          <cx:pt idx="17379">146.97</cx:pt>
          <cx:pt idx="17380">509.94</cx:pt>
          <cx:pt idx="17381">314.95999999999998</cx:pt>
          <cx:pt idx="17382">254.97</cx:pt>
          <cx:pt idx="17383">509.94</cx:pt>
          <cx:pt idx="17384">679.91999999999996</cx:pt>
          <cx:pt idx="17385">509.94</cx:pt>
          <cx:pt idx="17386">169.97999999999999</cx:pt>
          <cx:pt idx="17387">229.47</cx:pt>
          <cx:pt idx="17388">54.979999999999997</cx:pt>
          <cx:pt idx="17389">62.979999999999997</cx:pt>
          <cx:pt idx="17390">154.97</cx:pt>
          <cx:pt idx="17391">152.28</cx:pt>
          <cx:pt idx="17392">119.97</cx:pt>
          <cx:pt idx="17393">206.97</cx:pt>
          <cx:pt idx="17394">146.96000000000001</cx:pt>
          <cx:pt idx="17395">210.68000000000001</cx:pt>
          <cx:pt idx="17396">168.44</cx:pt>
          <cx:pt idx="17397">89.969999999999999</cx:pt>
          <cx:pt idx="17398">136.28</cx:pt>
          <cx:pt idx="17399">226.16999999999999</cx:pt>
          <cx:pt idx="17400">209.68000000000001</cx:pt>
          <cx:pt idx="17401">166.74000000000001</cx:pt>
          <cx:pt idx="17402">168.97</cx:pt>
          <cx:pt idx="17403">83.099999999999994</cx:pt>
          <cx:pt idx="17404">152.28</cx:pt>
          <cx:pt idx="17405">137.97999999999999</cx:pt>
          <cx:pt idx="17406">145.53999999999999</cx:pt>
          <cx:pt idx="17407">142.97999999999999</cx:pt>
          <cx:pt idx="17408">144.62</cx:pt>
          <cx:pt idx="17409">94.969999999999999</cx:pt>
          <cx:pt idx="17410">169.97999999999999</cx:pt>
          <cx:pt idx="17411">130.38</cx:pt>
          <cx:pt idx="17412">168.49000000000001</cx:pt>
          <cx:pt idx="17413">99.280000000000001</cx:pt>
          <cx:pt idx="17414">315.93000000000001</cx:pt>
          <cx:pt idx="17415">367.94</cx:pt>
          <cx:pt idx="17416">571.50999999999999</cx:pt>
          <cx:pt idx="17417">55.960000000000001</cx:pt>
          <cx:pt idx="17418">169.97999999999999</cx:pt>
          <cx:pt idx="17419">373.36000000000001</cx:pt>
          <cx:pt idx="17420">579.88999999999999</cx:pt>
          <cx:pt idx="17421">242.94</cx:pt>
          <cx:pt idx="17422">159.96000000000001</cx:pt>
          <cx:pt idx="17423">352.12</cx:pt>
          <cx:pt idx="17424">145.97</cx:pt>
          <cx:pt idx="17425">213.94</cx:pt>
          <cx:pt idx="17426">206.94</cx:pt>
          <cx:pt idx="17427">214.11000000000001</cx:pt>
          <cx:pt idx="17428">150.80000000000001</cx:pt>
          <cx:pt idx="17429">275.92000000000002</cx:pt>
          <cx:pt idx="17430">225.66999999999999</cx:pt>
          <cx:pt idx="17431">241.93000000000001</cx:pt>
          <cx:pt idx="17432">145.13</cx:pt>
          <cx:pt idx="17433">337.38999999999999</cx:pt>
          <cx:pt idx="17434">346.42000000000002</cx:pt>
          <cx:pt idx="17435">331.47000000000003</cx:pt>
          <cx:pt idx="17436">300</cx:pt>
          <cx:pt idx="17437">-46</cx:pt>
          <cx:pt idx="17438">166.88</cx:pt>
          <cx:pt idx="17439">449.98000000000002</cx:pt>
          <cx:pt idx="17440">321.39999999999998</cx:pt>
          <cx:pt idx="17441">185.05000000000001</cx:pt>
          <cx:pt idx="17442">239.53999999999999</cx:pt>
          <cx:pt idx="17443">127.03</cx:pt>
          <cx:pt idx="17444">206.87</cx:pt>
          <cx:pt idx="17445">224.19999999999999</cx:pt>
          <cx:pt idx="17446">24.18</cx:pt>
          <cx:pt idx="17447">147.59999999999999</cx:pt>
          <cx:pt idx="17448">146.37</cx:pt>
          <cx:pt idx="17449">215.59</cx:pt>
          <cx:pt idx="17450">159.69999999999999</cx:pt>
          <cx:pt idx="17451">159.69999999999999</cx:pt>
          <cx:pt idx="17452">197.97</cx:pt>
          <cx:pt idx="17453">265.45999999999998</cx:pt>
          <cx:pt idx="17454">197.97</cx:pt>
          <cx:pt idx="17455">199.96000000000001</cx:pt>
          <cx:pt idx="17456">256.32999999999998</cx:pt>
          <cx:pt idx="17457">223.69999999999999</cx:pt>
          <cx:pt idx="17458">194.96000000000001</cx:pt>
          <cx:pt idx="17459">87.980000000000004</cx:pt>
          <cx:pt idx="17460">98.469999999999999</cx:pt>
          <cx:pt idx="17461">149.65000000000001</cx:pt>
          <cx:pt idx="17462">208.47999999999999</cx:pt>
          <cx:pt idx="17463">134.33000000000001</cx:pt>
          <cx:pt idx="17464">131.97999999999999</cx:pt>
          <cx:pt idx="17465">131.97999999999999</cx:pt>
          <cx:pt idx="17466">131.97999999999999</cx:pt>
          <cx:pt idx="17467">131.97999999999999</cx:pt>
          <cx:pt idx="17468">130.66</cx:pt>
          <cx:pt idx="17469">163.37</cx:pt>
          <cx:pt idx="17470">231.96000000000001</cx:pt>
          <cx:pt idx="17471">131.97999999999999</cx:pt>
          <cx:pt idx="17472">80.459999999999994</cx:pt>
          <cx:pt idx="17473">146.38</cx:pt>
          <cx:pt idx="17474">144.75999999999999</cx:pt>
          <cx:pt idx="17475">97.810000000000002</cx:pt>
          <cx:pt idx="17476">239.53999999999999</cx:pt>
          <cx:pt idx="17477">263.95999999999998</cx:pt>
          <cx:pt idx="17478">94.980000000000004</cx:pt>
          <cx:pt idx="17479">163.31</cx:pt>
          <cx:pt idx="17480">163.31</cx:pt>
          <cx:pt idx="17481">217.75</cx:pt>
          <cx:pt idx="17482">271.75</cx:pt>
          <cx:pt idx="17483">127.01000000000001</cx:pt>
          <cx:pt idx="17484">179.96000000000001</cx:pt>
          <cx:pt idx="17485">169.34999999999999</cx:pt>
          <cx:pt idx="17486">92.489999999999995</cx:pt>
          <cx:pt idx="17487">134.97</cx:pt>
          <cx:pt idx="17488">90.730000000000004</cx:pt>
          <cx:pt idx="17489">44.990000000000002</cx:pt>
          <cx:pt idx="17490">197.97</cx:pt>
          <cx:pt idx="17491">249.94999999999999</cx:pt>
          <cx:pt idx="17492">225.72999999999999</cx:pt>
          <cx:pt idx="17493">369.92000000000002</cx:pt>
          <cx:pt idx="17494">289.94</cx:pt>
          <cx:pt idx="17495">155.91999999999999</cx:pt>
          <cx:pt idx="17496">245.16999999999999</cx:pt>
          <cx:pt idx="17497">249.94999999999999</cx:pt>
          <cx:pt idx="17498">392.89999999999998</cx:pt>
          <cx:pt idx="17499">299.94</cx:pt>
          <cx:pt idx="17500">81.900000000000006</cx:pt>
          <cx:pt idx="17501">78.700000000000003</cx:pt>
          <cx:pt idx="17502">84.989999999999995</cx:pt>
          <cx:pt idx="17503">93.769999999999996</cx:pt>
          <cx:pt idx="17504">99.980000000000004</cx:pt>
          <cx:pt idx="17505">99.980000000000004</cx:pt>
          <cx:pt idx="17506">65.989999999999995</cx:pt>
          <cx:pt idx="17507">78.189999999999998</cx:pt>
          <cx:pt idx="17508">65.180000000000007</cx:pt>
          <cx:pt idx="17509">75.090000000000003</cx:pt>
          <cx:pt idx="17510">65.989999999999995</cx:pt>
          <cx:pt idx="17511">80.980000000000004</cx:pt>
          <cx:pt idx="17512">80.980000000000004</cx:pt>
          <cx:pt idx="17513">84.140000000000001</cx:pt>
          <cx:pt idx="17514">80.980000000000004</cx:pt>
          <cx:pt idx="17515">99.980000000000004</cx:pt>
          <cx:pt idx="17516">74.379999999999995</cx:pt>
          <cx:pt idx="17517">201.46000000000001</cx:pt>
          <cx:pt idx="17518">144.97</cx:pt>
          <cx:pt idx="17519">263.95999999999998</cx:pt>
          <cx:pt idx="17520">252.96000000000001</cx:pt>
          <cx:pt idx="17521">263.95999999999998</cx:pt>
          <cx:pt idx="17522">290.47000000000003</cx:pt>
          <cx:pt idx="17523">277.25</cx:pt>
          <cx:pt idx="17524">254.97</cx:pt>
          <cx:pt idx="17525">277.25</cx:pt>
          <cx:pt idx="17526">183.97</cx:pt>
          <cx:pt idx="17527">252.96000000000001</cx:pt>
          <cx:pt idx="17528">290.47000000000003</cx:pt>
          <cx:pt idx="17529">292.25999999999999</cx:pt>
          <cx:pt idx="17530">228.25999999999999</cx:pt>
          <cx:pt idx="17531">136.96000000000001</cx:pt>
          <cx:pt idx="17532">136.96000000000001</cx:pt>
          <cx:pt idx="17533">221.47</cx:pt>
          <cx:pt idx="17534">144.97</cx:pt>
          <cx:pt idx="17535">221.47</cx:pt>
          <cx:pt idx="17536">251.47</cx:pt>
          <cx:pt idx="17537">251.47</cx:pt>
          <cx:pt idx="17538">67.959999999999994</cx:pt>
          <cx:pt idx="17539">67.959999999999994</cx:pt>
          <cx:pt idx="17540">67.959999999999994</cx:pt>
          <cx:pt idx="17541">67.959999999999994</cx:pt>
          <cx:pt idx="17542">201.46000000000001</cx:pt>
          <cx:pt idx="17543">254.97</cx:pt>
          <cx:pt idx="17544">292.25999999999999</cx:pt>
          <cx:pt idx="17545">228.25999999999999</cx:pt>
          <cx:pt idx="17546">183.97</cx:pt>
          <cx:pt idx="17547">282.13999999999999</cx:pt>
          <cx:pt idx="17548">151.05000000000001</cx:pt>
          <cx:pt idx="17549">254.97</cx:pt>
          <cx:pt idx="17550">80.969999999999999</cx:pt>
          <cx:pt idx="17551">133.96000000000001</cx:pt>
          <cx:pt idx="17552">297.94</cx:pt>
          <cx:pt idx="17553">143.96000000000001</cx:pt>
          <cx:pt idx="17554">382.93000000000001</cx:pt>
          <cx:pt idx="17555">281.39999999999998</cx:pt>
          <cx:pt idx="17556">155.36000000000001</cx:pt>
          <cx:pt idx="17557">307.94</cx:pt>
          <cx:pt idx="17558">285.38999999999999</cx:pt>
          <cx:pt idx="17559">352.94999999999999</cx:pt>
          <cx:pt idx="17560">168.94999999999999</cx:pt>
          <cx:pt idx="17561">149.96000000000001</cx:pt>
          <cx:pt idx="17562">56.969999999999999</cx:pt>
          <cx:pt idx="17563">59.979999999999997</cx:pt>
          <cx:pt idx="17564">59.979999999999997</cx:pt>
          <cx:pt idx="17565">149.96000000000001</cx:pt>
          <cx:pt idx="17566">143.97</cx:pt>
          <cx:pt idx="17567">37.270000000000003</cx:pt>
          <cx:pt idx="17568">119.95999999999999</cx:pt>
          <cx:pt idx="17569">122.84999999999999</cx:pt>
          <cx:pt idx="17570">37.270000000000003</cx:pt>
          <cx:pt idx="17571">143.97</cx:pt>
          <cx:pt idx="17572">89.969999999999999</cx:pt>
          <cx:pt idx="17573">89.969999999999999</cx:pt>
          <cx:pt idx="17574">67.969999999999999</cx:pt>
          <cx:pt idx="17575">52.969999999999999</cx:pt>
          <cx:pt idx="17576">89.969999999999999</cx:pt>
          <cx:pt idx="17577">119.95999999999999</cx:pt>
          <cx:pt idx="17578">122.84999999999999</cx:pt>
          <cx:pt idx="17579">199.96000000000001</cx:pt>
          <cx:pt idx="17580">58.969999999999999</cx:pt>
          <cx:pt idx="17581">54.950000000000003</cx:pt>
          <cx:pt idx="17582">89.969999999999999</cx:pt>
          <cx:pt idx="17583">52.969999999999999</cx:pt>
          <cx:pt idx="17584">89.969999999999999</cx:pt>
          <cx:pt idx="17585">119.95999999999999</cx:pt>
          <cx:pt idx="17586">54.950000000000003</cx:pt>
          <cx:pt idx="17587">58.969999999999999</cx:pt>
          <cx:pt idx="17588">67.969999999999999</cx:pt>
          <cx:pt idx="17589">56.969999999999999</cx:pt>
          <cx:pt idx="17590">119.95999999999999</cx:pt>
          <cx:pt idx="17591">199.96000000000001</cx:pt>
          <cx:pt idx="17592">89.969999999999999</cx:pt>
          <cx:pt idx="17593">131.97999999999999</cx:pt>
          <cx:pt idx="17594">95.969999999999999</cx:pt>
          <cx:pt idx="17595">134.24000000000001</cx:pt>
          <cx:pt idx="17596">95.969999999999999</cx:pt>
          <cx:pt idx="17597">205.94999999999999</cx:pt>
          <cx:pt idx="17598">169.97999999999999</cx:pt>
          <cx:pt idx="17599">193.96000000000001</cx:pt>
          <cx:pt idx="17600">114.97</cx:pt>
          <cx:pt idx="17601">99.980000000000004</cx:pt>
          <cx:pt idx="17602">169.97999999999999</cx:pt>
          <cx:pt idx="17603">142.84</cx:pt>
          <cx:pt idx="17604">189.96000000000001</cx:pt>
          <cx:pt idx="17605">169.97999999999999</cx:pt>
          <cx:pt idx="17606">199.96000000000001</cx:pt>
          <cx:pt idx="17607">169.97999999999999</cx:pt>
          <cx:pt idx="17608">199.96000000000001</cx:pt>
          <cx:pt idx="17609">59.960000000000001</cx:pt>
          <cx:pt idx="17610">214.94999999999999</cx:pt>
          <cx:pt idx="17611">197.94</cx:pt>
          <cx:pt idx="17612">166.96000000000001</cx:pt>
          <cx:pt idx="17613">169.97999999999999</cx:pt>
          <cx:pt idx="17614">144.94999999999999</cx:pt>
          <cx:pt idx="17615">84.989999999999995</cx:pt>
          <cx:pt idx="17616">65.989999999999995</cx:pt>
          <cx:pt idx="17617">169.97999999999999</cx:pt>
          <cx:pt idx="17618">224.96000000000001</cx:pt>
          <cx:pt idx="17619">169.97999999999999</cx:pt>
          <cx:pt idx="17620">197.97</cx:pt>
          <cx:pt idx="17621">65.140000000000001</cx:pt>
          <cx:pt idx="17622">169.97999999999999</cx:pt>
          <cx:pt idx="17623">249.93000000000001</cx:pt>
          <cx:pt idx="17624">169.97999999999999</cx:pt>
          <cx:pt idx="17625">169.97999999999999</cx:pt>
          <cx:pt idx="17626">159.97999999999999</cx:pt>
          <cx:pt idx="17627">79.980000000000004</cx:pt>
          <cx:pt idx="17628">63.990000000000002</cx:pt>
          <cx:pt idx="17629">55.979999999999997</cx:pt>
          <cx:pt idx="17630">112.98</cx:pt>
          <cx:pt idx="17631">65.989999999999995</cx:pt>
          <cx:pt idx="17632">84.989999999999995</cx:pt>
          <cx:pt idx="17633">65.980000000000004</cx:pt>
          <cx:pt idx="17634">84.989999999999995</cx:pt>
          <cx:pt idx="17635">79.340000000000003</cx:pt>
          <cx:pt idx="17636">81.980000000000004</cx:pt>
          <cx:pt idx="17637">84.989999999999995</cx:pt>
          <cx:pt idx="17638">65.989999999999995</cx:pt>
          <cx:pt idx="17639">64.239999999999995</cx:pt>
          <cx:pt idx="17640">79.980000000000004</cx:pt>
          <cx:pt idx="17641">81.489999999999995</cx:pt>
          <cx:pt idx="17642">67.980000000000004</cx:pt>
          <cx:pt idx="17643">84.989999999999995</cx:pt>
          <cx:pt idx="17644">65.989999999999995</cx:pt>
          <cx:pt idx="17645">65.989999999999995</cx:pt>
          <cx:pt idx="17646">104.98</cx:pt>
          <cx:pt idx="17647">81.980000000000004</cx:pt>
          <cx:pt idx="17648">124.98</cx:pt>
          <cx:pt idx="17649">115.98</cx:pt>
          <cx:pt idx="17650">152.97</cx:pt>
          <cx:pt idx="17651">173.96000000000001</cx:pt>
          <cx:pt idx="17652">157.86000000000001</cx:pt>
          <cx:pt idx="17653">313.94</cx:pt>
          <cx:pt idx="17654">263.95999999999998</cx:pt>
          <cx:pt idx="17655">79.980000000000004</cx:pt>
          <cx:pt idx="17656">65.989999999999995</cx:pt>
          <cx:pt idx="17657">199.93000000000001</cx:pt>
          <cx:pt idx="17658">109.98</cx:pt>
          <cx:pt idx="17659">131.97999999999999</cx:pt>
          <cx:pt idx="17660">334.94</cx:pt>
          <cx:pt idx="17661">252.94</cx:pt>
          <cx:pt idx="17662">134.97999999999999</cx:pt>
          <cx:pt idx="17663">266.95999999999998</cx:pt>
          <cx:pt idx="17664">147.97</cx:pt>
          <cx:pt idx="17665">138.81999999999999</cx:pt>
          <cx:pt idx="17666">159.97999999999999</cx:pt>
          <cx:pt idx="17667">117.97</cx:pt>
          <cx:pt idx="17668">159.97999999999999</cx:pt>
          <cx:pt idx="17669">130.97</cx:pt>
          <cx:pt idx="17670">79.980000000000004</cx:pt>
          <cx:pt idx="17671">98.980000000000004</cx:pt>
          <cx:pt idx="17672">159.97</cx:pt>
          <cx:pt idx="17673">117.97</cx:pt>
          <cx:pt idx="17674">178.97</cx:pt>
          <cx:pt idx="17675">98.969999999999999</cx:pt>
          <cx:pt idx="17676">91.980000000000004</cx:pt>
          <cx:pt idx="17677">98.980000000000004</cx:pt>
          <cx:pt idx="17678">121.98</cx:pt>
          <cx:pt idx="17679">131.97999999999999</cx:pt>
          <cx:pt idx="17680">53.979999999999997</cx:pt>
          <cx:pt idx="17681">84.989999999999995</cx:pt>
          <cx:pt idx="17682">169.97999999999999</cx:pt>
          <cx:pt idx="17683">79.980000000000004</cx:pt>
          <cx:pt idx="17684">65.989999999999995</cx:pt>
          <cx:pt idx="17685">84.989999999999995</cx:pt>
          <cx:pt idx="17686">159.97999999999999</cx:pt>
          <cx:pt idx="17687">77.390000000000001</cx:pt>
          <cx:pt idx="17688">169.97999999999999</cx:pt>
          <cx:pt idx="17689">84.989999999999995</cx:pt>
          <cx:pt idx="17690">137.97999999999999</cx:pt>
          <cx:pt idx="17691">169.97999999999999</cx:pt>
          <cx:pt idx="17692">84.989999999999995</cx:pt>
          <cx:pt idx="17693">79.980000000000004</cx:pt>
          <cx:pt idx="17694">112.97</cx:pt>
          <cx:pt idx="17695">183.97</cx:pt>
          <cx:pt idx="17696">65.989999999999995</cx:pt>
          <cx:pt idx="17697">65.989999999999995</cx:pt>
          <cx:pt idx="17698">169.97999999999999</cx:pt>
          <cx:pt idx="17699">72.989999999999995</cx:pt>
          <cx:pt idx="17700">98.980000000000004</cx:pt>
          <cx:pt idx="17701">169.97999999999999</cx:pt>
          <cx:pt idx="17702">98.980000000000004</cx:pt>
          <cx:pt idx="17703">165.71000000000001</cx:pt>
          <cx:pt idx="17704">169.97999999999999</cx:pt>
          <cx:pt idx="17705">169.97999999999999</cx:pt>
          <cx:pt idx="17706">77.060000000000002</cx:pt>
          <cx:pt idx="17707">84.989999999999995</cx:pt>
          <cx:pt idx="17708">53.979999999999997</cx:pt>
          <cx:pt idx="17709">150.18000000000001</cx:pt>
          <cx:pt idx="17710">171.47999999999999</cx:pt>
          <cx:pt idx="17711">317.89999999999998</cx:pt>
          <cx:pt idx="17712">94.450000000000003</cx:pt>
          <cx:pt idx="17713">99.840000000000003</cx:pt>
          <cx:pt idx="17714">131.97999999999999</cx:pt>
          <cx:pt idx="17715">235.12</cx:pt>
          <cx:pt idx="17716">263.95999999999998</cx:pt>
          <cx:pt idx="17717">271.94</cx:pt>
          <cx:pt idx="17718">197.97</cx:pt>
          <cx:pt idx="17719">158.97</cx:pt>
          <cx:pt idx="17720">-150.18000000000001</cx:pt>
          <cx:pt idx="17721">79.989999999999995</cx:pt>
          <cx:pt idx="17722">146.97</cx:pt>
          <cx:pt idx="17723">78.959999999999994</cx:pt>
          <cx:pt idx="17724">98.959999999999994</cx:pt>
          <cx:pt idx="17725">198.94999999999999</cx:pt>
          <cx:pt idx="17726">99.980000000000004</cx:pt>
          <cx:pt idx="17727">46.280000000000001</cx:pt>
          <cx:pt idx="17728">197.96000000000001</cx:pt>
          <cx:pt idx="17729">146.97</cx:pt>
          <cx:pt idx="17730">54.969999999999999</cx:pt>
          <cx:pt idx="17731">59.979999999999997</cx:pt>
          <cx:pt idx="17732">131.97999999999999</cx:pt>
          <cx:pt idx="17733">80.980000000000004</cx:pt>
          <cx:pt idx="17734">137.46000000000001</cx:pt>
          <cx:pt idx="17735">125.97</cx:pt>
          <cx:pt idx="17736">32.210000000000001</cx:pt>
          <cx:pt idx="17737">131.97999999999999</cx:pt>
          <cx:pt idx="17738">75.879999999999995</cx:pt>
          <cx:pt idx="17739">197.94</cx:pt>
          <cx:pt idx="17740">131.97999999999999</cx:pt>
          <cx:pt idx="17741">18.989999999999998</cx:pt>
          <cx:pt idx="17742">77.969999999999999</cx:pt>
          <cx:pt idx="17743">113.94</cx:pt>
          <cx:pt idx="17744">94.950000000000003</cx:pt>
          <cx:pt idx="17745">131.97999999999999</cx:pt>
          <cx:pt idx="17746">94.950000000000003</cx:pt>
          <cx:pt idx="17747">94.920000000000002</cx:pt>
          <cx:pt idx="17748">113.94</cx:pt>
          <cx:pt idx="17749">94.950000000000003</cx:pt>
          <cx:pt idx="17750">94.950000000000003</cx:pt>
          <cx:pt idx="17751">113.94</cx:pt>
          <cx:pt idx="17752">100.37</cx:pt>
          <cx:pt idx="17753">207.94</cx:pt>
          <cx:pt idx="17754">78.980000000000004</cx:pt>
          <cx:pt idx="17755">124.98</cx:pt>
          <cx:pt idx="17756">97.980000000000004</cx:pt>
          <cx:pt idx="17757">31.93</cx:pt>
          <cx:pt idx="17758">84.989999999999995</cx:pt>
          <cx:pt idx="17759">84.989999999999995</cx:pt>
          <cx:pt idx="17760">105.98</cx:pt>
          <cx:pt idx="17761">99.980000000000004</cx:pt>
          <cx:pt idx="17762">97.980000000000004</cx:pt>
          <cx:pt idx="17763">14.99</cx:pt>
          <cx:pt idx="17764">84.989999999999995</cx:pt>
          <cx:pt idx="17765">159.97999999999999</cx:pt>
          <cx:pt idx="17766">85.969999999999999</cx:pt>
          <cx:pt idx="17767">78.980000000000004</cx:pt>
          <cx:pt idx="17768">84.989999999999995</cx:pt>
          <cx:pt idx="17769">65.989999999999995</cx:pt>
          <cx:pt idx="17770">169.97999999999999</cx:pt>
          <cx:pt idx="17771">169.97999999999999</cx:pt>
          <cx:pt idx="17772">169.97999999999999</cx:pt>
          <cx:pt idx="17773">43.490000000000002</cx:pt>
          <cx:pt idx="17774">195.97</cx:pt>
          <cx:pt idx="17775">99.980000000000004</cx:pt>
          <cx:pt idx="17776">97.980000000000004</cx:pt>
          <cx:pt idx="17777">105.98</cx:pt>
          <cx:pt idx="17778">170.97</cx:pt>
          <cx:pt idx="17779">84.989999999999995</cx:pt>
          <cx:pt idx="17780">84.989999999999995</cx:pt>
          <cx:pt idx="17781">217.94999999999999</cx:pt>
          <cx:pt idx="17782">165.97</cx:pt>
          <cx:pt idx="17783">173.96000000000001</cx:pt>
          <cx:pt idx="17784">173.96000000000001</cx:pt>
          <cx:pt idx="17785">165.97</cx:pt>
          <cx:pt idx="17786">217.94999999999999</cx:pt>
          <cx:pt idx="17787">119.95999999999999</cx:pt>
          <cx:pt idx="17788">193.94999999999999</cx:pt>
          <cx:pt idx="17789">213.44999999999999</cx:pt>
          <cx:pt idx="17790">179.46000000000001</cx:pt>
          <cx:pt idx="17791">162.96000000000001</cx:pt>
          <cx:pt idx="17792">131.97999999999999</cx:pt>
          <cx:pt idx="17793">213.44999999999999</cx:pt>
          <cx:pt idx="17794">131.97999999999999</cx:pt>
          <cx:pt idx="17795">179.46000000000001</cx:pt>
          <cx:pt idx="17796">162.96000000000001</cx:pt>
          <cx:pt idx="17797">197.94</cx:pt>
          <cx:pt idx="17798">145.97</cx:pt>
          <cx:pt idx="17799">193.94999999999999</cx:pt>
          <cx:pt idx="17800">199.96000000000001</cx:pt>
          <cx:pt idx="17801">145.97</cx:pt>
          <cx:pt idx="17802">119.95999999999999</cx:pt>
          <cx:pt idx="17803">197.94</cx:pt>
          <cx:pt idx="17804">199.96000000000001</cx:pt>
          <cx:pt idx="17805">230.91</cx:pt>
          <cx:pt idx="17806">139.94999999999999</cx:pt>
          <cx:pt idx="17807">243.96000000000001</cx:pt>
          <cx:pt idx="17808">199.63</cx:pt>
          <cx:pt idx="17809">157.97</cx:pt>
          <cx:pt idx="17810">218.96000000000001</cx:pt>
          <cx:pt idx="17811">182.97</cx:pt>
          <cx:pt idx="17812">184.06999999999999</cx:pt>
          <cx:pt idx="17813">246.16</cx:pt>
          <cx:pt idx="17814">185.16999999999999</cx:pt>
          <cx:pt idx="17815">70.140000000000001</cx:pt>
          <cx:pt idx="17816">157.86000000000001</cx:pt>
          <cx:pt idx="17817">79.849999999999994</cx:pt>
          <cx:pt idx="17818">120.98</cx:pt>
          <cx:pt idx="17819">72.579999999999998</cx:pt>
          <cx:pt idx="17820">114.15000000000001</cx:pt>
          <cx:pt idx="17821">111.78</cx:pt>
          <cx:pt idx="17822">79.049999999999997</cx:pt>
          <cx:pt idx="17823">114.93000000000001</cx:pt>
          <cx:pt idx="17824">157.02000000000001</cx:pt>
          <cx:pt idx="17825">150.83000000000001</cx:pt>
          <cx:pt idx="17826">170.58000000000001</cx:pt>
          <cx:pt idx="17827">83.150000000000006</cx:pt>
          <cx:pt idx="17828">111.78</cx:pt>
          <cx:pt idx="17829">135.74000000000001</cx:pt>
          <cx:pt idx="17830">108.88</cx:pt>
          <cx:pt idx="17831">145.16</cx:pt>
          <cx:pt idx="17832">79.849999999999994</cx:pt>
          <cx:pt idx="17833">100.81</cx:pt>
          <cx:pt idx="17834">119.45</cx:pt>
          <cx:pt idx="17835">118.53</cx:pt>
          <cx:pt idx="17836">163.31</cx:pt>
          <cx:pt idx="17837">83.959999999999994</cx:pt>
          <cx:pt idx="17838">119.42</cx:pt>
          <cx:pt idx="17839">70.989999999999995</cx:pt>
          <cx:pt idx="17840">110.93000000000001</cx:pt>
          <cx:pt idx="17841">71.859999999999999</cx:pt>
          <cx:pt idx="17842">158.06999999999999</cx:pt>
          <cx:pt idx="17843">107.95999999999999</cx:pt>
          <cx:pt idx="17844">159.97999999999999</cx:pt>
          <cx:pt idx="17845">184.97</cx:pt>
          <cx:pt idx="17846">212.47</cx:pt>
          <cx:pt idx="17847">125.38</cx:pt>
          <cx:pt idx="17848">184.97</cx:pt>
          <cx:pt idx="17849">150.97999999999999</cx:pt>
          <cx:pt idx="17850">168.97</cx:pt>
          <cx:pt idx="17851">169.97999999999999</cx:pt>
          <cx:pt idx="17852">149.97</cx:pt>
          <cx:pt idx="17853">121.98</cx:pt>
          <cx:pt idx="17854">192.96000000000001</cx:pt>
          <cx:pt idx="17855">124.17</cx:pt>
          <cx:pt idx="17856">91.980000000000004</cx:pt>
          <cx:pt idx="17857">137.97</cx:pt>
          <cx:pt idx="17858">137.97</cx:pt>
          <cx:pt idx="17859">124.17</cx:pt>
          <cx:pt idx="17860">137.97</cx:pt>
          <cx:pt idx="17861">81.469999999999999</cx:pt>
          <cx:pt idx="17862">137.97</cx:pt>
          <cx:pt idx="17863">157.96000000000001</cx:pt>
          <cx:pt idx="17864">112.97</cx:pt>
          <cx:pt idx="17865">65.959999999999994</cx:pt>
          <cx:pt idx="17866">157.94999999999999</cx:pt>
          <cx:pt idx="17867">95.959999999999994</cx:pt>
          <cx:pt idx="17868">119.97</cx:pt>
          <cx:pt idx="17869">137.97</cx:pt>
          <cx:pt idx="17870">137.97</cx:pt>
          <cx:pt idx="17871">82.969999999999999</cx:pt>
          <cx:pt idx="17872">59.979999999999997</cx:pt>
          <cx:pt idx="17873">75.950000000000003</cx:pt>
          <cx:pt idx="17874">183.96000000000001</cx:pt>
          <cx:pt idx="17875">146.97</cx:pt>
          <cx:pt idx="17876">107.97</cx:pt>
          <cx:pt idx="17877">157.96000000000001</cx:pt>
          <cx:pt idx="17878">137.97</cx:pt>
          <cx:pt idx="17879">65.989999999999995</cx:pt>
          <cx:pt idx="17880">108.97</cx:pt>
          <cx:pt idx="17881">169.97999999999999</cx:pt>
          <cx:pt idx="17882">135.97</cx:pt>
          <cx:pt idx="17883">119.95999999999999</cx:pt>
          <cx:pt idx="17884">59.990000000000002</cx:pt>
          <cx:pt idx="17885">64.760000000000005</cx:pt>
          <cx:pt idx="17886">121.98</cx:pt>
          <cx:pt idx="17887">169.97999999999999</cx:pt>
          <cx:pt idx="17888">159.96000000000001</cx:pt>
          <cx:pt idx="17889">66.790000000000006</cx:pt>
          <cx:pt idx="17890">55.960000000000001</cx:pt>
          <cx:pt idx="17891">65.989999999999995</cx:pt>
          <cx:pt idx="17892">190.97</cx:pt>
          <cx:pt idx="17893">95.549999999999997</cx:pt>
          <cx:pt idx="17894">191.91</cx:pt>
          <cx:pt idx="17895">126.95</cx:pt>
          <cx:pt idx="17896">66.290000000000006</cx:pt>
          <cx:pt idx="17897">99.980000000000004</cx:pt>
          <cx:pt idx="17898">105.98</cx:pt>
          <cx:pt idx="17899">104.98</cx:pt>
          <cx:pt idx="17900">109.98</cx:pt>
          <cx:pt idx="17901">84.989999999999995</cx:pt>
          <cx:pt idx="17902">79.359999999999999</cx:pt>
          <cx:pt idx="17903">96.980000000000004</cx:pt>
          <cx:pt idx="17904">171.97</cx:pt>
          <cx:pt idx="17905">77.980000000000004</cx:pt>
          <cx:pt idx="17906">104.98</cx:pt>
          <cx:pt idx="17907">96.980000000000004</cx:pt>
          <cx:pt idx="17908">96.980000000000004</cx:pt>
          <cx:pt idx="17909">105.98</cx:pt>
          <cx:pt idx="17910">104.98</cx:pt>
          <cx:pt idx="17911">96.980000000000004</cx:pt>
          <cx:pt idx="17912">68.989999999999995</cx:pt>
          <cx:pt idx="17913">84.989999999999995</cx:pt>
          <cx:pt idx="17914">68.319999999999993</cx:pt>
          <cx:pt idx="17915">96.980000000000004</cx:pt>
          <cx:pt idx="17916">53.530000000000001</cx:pt>
          <cx:pt idx="17917">77.980000000000004</cx:pt>
          <cx:pt idx="17918">89.969999999999999</cx:pt>
          <cx:pt idx="17919">77.980000000000004</cx:pt>
          <cx:pt idx="17920">84.989999999999995</cx:pt>
          <cx:pt idx="17921">84.989999999999995</cx:pt>
          <cx:pt idx="17922">143.97</cx:pt>
          <cx:pt idx="17923">50.950000000000003</cx:pt>
          <cx:pt idx="17924">65.989999999999995</cx:pt>
          <cx:pt idx="17925">84.989999999999995</cx:pt>
          <cx:pt idx="17926">96.980000000000004</cx:pt>
          <cx:pt idx="17927">108.97</cx:pt>
          <cx:pt idx="17928">51.939999999999998</cx:pt>
          <cx:pt idx="17929">161.96000000000001</cx:pt>
          <cx:pt idx="17930">199.96000000000001</cx:pt>
          <cx:pt idx="17931">99.959999999999994</cx:pt>
          <cx:pt idx="17932">59.960000000000001</cx:pt>
          <cx:pt idx="17933">161.96000000000001</cx:pt>
          <cx:pt idx="17934">119.98</cx:pt>
          <cx:pt idx="17935">205.94999999999999</cx:pt>
          <cx:pt idx="17936">169.97999999999999</cx:pt>
          <cx:pt idx="17937">169.97999999999999</cx:pt>
          <cx:pt idx="17938">118.39</cx:pt>
          <cx:pt idx="17939">134.97999999999999</cx:pt>
          <cx:pt idx="17940">112.47</cx:pt>
          <cx:pt idx="17941">79.980000000000004</cx:pt>
          <cx:pt idx="17942">121.98</cx:pt>
          <cx:pt idx="17943">168.28</cx:pt>
          <cx:pt idx="17944">168.28</cx:pt>
          <cx:pt idx="17945">254.97</cx:pt>
          <cx:pt idx="17946">163.65000000000001</cx:pt>
          <cx:pt idx="17947">59.390000000000001</cx:pt>
          <cx:pt idx="17948">168.28</cx:pt>
          <cx:pt idx="17949">158.28</cx:pt>
          <cx:pt idx="17950">253.27000000000001</cx:pt>
          <cx:pt idx="17951">294.19</cx:pt>
          <cx:pt idx="17952">152.97999999999999</cx:pt>
          <cx:pt idx="17953">254.97</cx:pt>
          <cx:pt idx="17954">186.44</cx:pt>
          <cx:pt idx="17955">255.96000000000001</cx:pt>
          <cx:pt idx="17956">135.97999999999999</cx:pt>
          <cx:pt idx="17957">203.94999999999999</cx:pt>
          <cx:pt idx="17958">167.96000000000001</cx:pt>
          <cx:pt idx="17959">168.28</cx:pt>
          <cx:pt idx="17960">206.97</cx:pt>
          <cx:pt idx="17961">169.97999999999999</cx:pt>
          <cx:pt idx="17962">121.98</cx:pt>
          <cx:pt idx="17963">148.72</cx:pt>
          <cx:pt idx="17964">59.979999999999997</cx:pt>
          <cx:pt idx="17965">169.97999999999999</cx:pt>
          <cx:pt idx="17966">224.96000000000001</cx:pt>
          <cx:pt idx="17967">141.94999999999999</cx:pt>
          <cx:pt idx="17968">101.06</cx:pt>
          <cx:pt idx="17969">154.97</cx:pt>
          <cx:pt idx="17970">79.340000000000003</cx:pt>
          <cx:pt idx="17971">184.94</cx:pt>
          <cx:pt idx="17972">80.980000000000004</cx:pt>
          <cx:pt idx="17973">82.780000000000001</cx:pt>
          <cx:pt idx="17974">99.980000000000004</cx:pt>
          <cx:pt idx="17975">99.980000000000004</cx:pt>
          <cx:pt idx="17976">84.989999999999995</cx:pt>
          <cx:pt idx="17977">84.989999999999995</cx:pt>
          <cx:pt idx="17978">84.989999999999995</cx:pt>
          <cx:pt idx="17979">99.980000000000004</cx:pt>
          <cx:pt idx="17980">80.980000000000004</cx:pt>
          <cx:pt idx="17981">131.97999999999999</cx:pt>
          <cx:pt idx="17982">84.989999999999995</cx:pt>
          <cx:pt idx="17983">121.98</cx:pt>
          <cx:pt idx="17984">76.840000000000003</cx:pt>
          <cx:pt idx="17985">84.989999999999995</cx:pt>
          <cx:pt idx="17986">98.989999999999995</cx:pt>
          <cx:pt idx="17987">193.63</cx:pt>
          <cx:pt idx="17988">234.97</cx:pt>
          <cx:pt idx="17989">193.63</cx:pt>
          <cx:pt idx="17990">266.44999999999999</cx:pt>
          <cx:pt idx="17991">234.97</cx:pt>
          <cx:pt idx="17992">248.94999999999999</cx:pt>
          <cx:pt idx="17993">248.94999999999999</cx:pt>
          <cx:pt idx="17994">175.16</cx:pt>
          <cx:pt idx="17995">175.16</cx:pt>
          <cx:pt idx="17996">266.44999999999999</cx:pt>
          <cx:pt idx="17997">168.94</cx:pt>
          <cx:pt idx="17998">66.129999999999995</cx:pt>
          <cx:pt idx="17999">84.989999999999995</cx:pt>
          <cx:pt idx="18000">168.94</cx:pt>
          <cx:pt idx="18001">83.609999999999999</cx:pt>
          <cx:pt idx="18002">94.540000000000006</cx:pt>
          <cx:pt idx="18003">66.129999999999995</cx:pt>
          <cx:pt idx="18004">116.97</cx:pt>
          <cx:pt idx="18005">116.97</cx:pt>
          <cx:pt idx="18006">65.810000000000002</cx:pt>
          <cx:pt idx="18007">65.810000000000002</cx:pt>
          <cx:pt idx="18008">91.980000000000004</cx:pt>
          <cx:pt idx="18009">84.989999999999995</cx:pt>
          <cx:pt idx="18010">98.790000000000006</cx:pt>
          <cx:pt idx="18011">99.290000000000006</cx:pt>
          <cx:pt idx="18012">117.09</cx:pt>
          <cx:pt idx="18013">99.290000000000006</cx:pt>
          <cx:pt idx="18014">117.09</cx:pt>
          <cx:pt idx="18015">84.980000000000004</cx:pt>
          <cx:pt idx="18016">101.98</cx:pt>
          <cx:pt idx="18017">83.609999999999999</cx:pt>
          <cx:pt idx="18018">83.709999999999994</cx:pt>
          <cx:pt idx="18019">84.980000000000004</cx:pt>
          <cx:pt idx="18020">71.329999999999998</cx:pt>
          <cx:pt idx="18021">71.329999999999998</cx:pt>
          <cx:pt idx="18022">83.709999999999994</cx:pt>
          <cx:pt idx="18023">98.790000000000006</cx:pt>
          <cx:pt idx="18024">91.980000000000004</cx:pt>
          <cx:pt idx="18025">101.98</cx:pt>
          <cx:pt idx="18026">105.95999999999999</cx:pt>
          <cx:pt idx="18027">94.540000000000006</cx:pt>
          <cx:pt idx="18028">99.980000000000004</cx:pt>
          <cx:pt idx="18029">116.97</cx:pt>
          <cx:pt idx="18030">60.979999999999997</cx:pt>
          <cx:pt idx="18031">60.979999999999997</cx:pt>
          <cx:pt idx="18032">64.010000000000005</cx:pt>
          <cx:pt idx="18033">64.010000000000005</cx:pt>
          <cx:pt idx="18034">117.93000000000001</cx:pt>
          <cx:pt idx="18035">82.969999999999999</cx:pt>
          <cx:pt idx="18036">82.969999999999999</cx:pt>
          <cx:pt idx="18037">99.980000000000004</cx:pt>
          <cx:pt idx="18038">86.950000000000003</cx:pt>
          <cx:pt idx="18039">101.98</cx:pt>
          <cx:pt idx="18040">105.95</cx:pt>
          <cx:pt idx="18041">105.95</cx:pt>
          <cx:pt idx="18042">117.93000000000001</cx:pt>
          <cx:pt idx="18043">86.950000000000003</cx:pt>
          <cx:pt idx="18044">79.239999999999995</cx:pt>
          <cx:pt idx="18045">79.239999999999995</cx:pt>
          <cx:pt idx="18046">168.11000000000001</cx:pt>
          <cx:pt idx="18047">101.98</cx:pt>
          <cx:pt idx="18048">59.979999999999997</cx:pt>
          <cx:pt idx="18049">116.97</cx:pt>
          <cx:pt idx="18050">99.790000000000006</cx:pt>
          <cx:pt idx="18051">130.78</cx:pt>
          <cx:pt idx="18052">130.78</cx:pt>
          <cx:pt idx="18053">81.810000000000002</cx:pt>
          <cx:pt idx="18054">81.810000000000002</cx:pt>
          <cx:pt idx="18055">116.97</cx:pt>
          <cx:pt idx="18056">56.979999999999997</cx:pt>
          <cx:pt idx="18057">56.979999999999997</cx:pt>
          <cx:pt idx="18058">116.97</cx:pt>
          <cx:pt idx="18059">79.980000000000004</cx:pt>
          <cx:pt idx="18060">99.790000000000006</cx:pt>
          <cx:pt idx="18061">82.980000000000004</cx:pt>
          <cx:pt idx="18062">105.95999999999999</cx:pt>
          <cx:pt idx="18063">83.939999999999998</cx:pt>
          <cx:pt idx="18064">83.939999999999998</cx:pt>
          <cx:pt idx="18065">67.930000000000007</cx:pt>
          <cx:pt idx="18066">67.930000000000007</cx:pt>
          <cx:pt idx="18067">168.11000000000001</cx:pt>
          <cx:pt idx="18068">59.979999999999997</cx:pt>
          <cx:pt idx="18069">79.980000000000004</cx:pt>
          <cx:pt idx="18070">82.980000000000004</cx:pt>
          <cx:pt idx="18071">99.180000000000007</cx:pt>
          <cx:pt idx="18072">170.56</cx:pt>
          <cx:pt idx="18073">159.66999999999999</cx:pt>
          <cx:pt idx="18074">166.93000000000001</cx:pt>
          <cx:pt idx="18075">115.41</cx:pt>
          <cx:pt idx="18076">187.49000000000001</cx:pt>
          <cx:pt idx="18077">150.97</cx:pt>
          <cx:pt idx="18078">202.02000000000001</cx:pt>
          <cx:pt idx="18079">105.22</cx:pt>
          <cx:pt idx="18080">147.58000000000001</cx:pt>
          <cx:pt idx="18081">67.489999999999995</cx:pt>
          <cx:pt idx="18082">49.990000000000002</cx:pt>
          <cx:pt idx="18083">65.989999999999995</cx:pt>
          <cx:pt idx="18084">84.989999999999995</cx:pt>
          <cx:pt idx="18085">84.989999999999995</cx:pt>
          <cx:pt idx="18086">67.489999999999995</cx:pt>
          <cx:pt idx="18087">67.489999999999995</cx:pt>
          <cx:pt idx="18088">67.489999999999995</cx:pt>
          <cx:pt idx="18089">67.489999999999995</cx:pt>
          <cx:pt idx="18090">68.989999999999995</cx:pt>
          <cx:pt idx="18091">77.989999999999995</cx:pt>
          <cx:pt idx="18092">67.489999999999995</cx:pt>
          <cx:pt idx="18093">86.489999999999995</cx:pt>
          <cx:pt idx="18094">49.990000000000002</cx:pt>
          <cx:pt idx="18095">66.489999999999995</cx:pt>
          <cx:pt idx="18096">68.290000000000006</cx:pt>
          <cx:pt idx="18097">67.489999999999995</cx:pt>
          <cx:pt idx="18098">65.989999999999995</cx:pt>
          <cx:pt idx="18099">86.489999999999995</cx:pt>
          <cx:pt idx="18100">67.489999999999995</cx:pt>
          <cx:pt idx="18101">109.98</cx:pt>
          <cx:pt idx="18102">83.980000000000004</cx:pt>
          <cx:pt idx="18103">84.989999999999995</cx:pt>
          <cx:pt idx="18104">84.989999999999995</cx:pt>
          <cx:pt idx="18105">84.989999999999995</cx:pt>
          <cx:pt idx="18106">130.38</cx:pt>
          <cx:pt idx="18107">105.98</cx:pt>
          <cx:pt idx="18108">109.98</cx:pt>
          <cx:pt idx="18109">89.980000000000004</cx:pt>
          <cx:pt idx="18110">99.969999999999999</cx:pt>
          <cx:pt idx="18111">169.97999999999999</cx:pt>
          <cx:pt idx="18112">125.97</cx:pt>
          <cx:pt idx="18113">65.989999999999995</cx:pt>
          <cx:pt idx="18114">104.98</cx:pt>
          <cx:pt idx="18115">185.97</cx:pt>
          <cx:pt idx="18116">118.78</cx:pt>
          <cx:pt idx="18117">157.36000000000001</cx:pt>
          <cx:pt idx="18118">169.97999999999999</cx:pt>
          <cx:pt idx="18119">169.97999999999999</cx:pt>
          <cx:pt idx="18120">131.97999999999999</cx:pt>
          <cx:pt idx="18121">58.200000000000003</cx:pt>
          <cx:pt idx="18122">225.94</cx:pt>
          <cx:pt idx="18123">89.980000000000004</cx:pt>
          <cx:pt idx="18124">169.97999999999999</cx:pt>
          <cx:pt idx="18125">119.97</cx:pt>
          <cx:pt idx="18126">149.97</cx:pt>
          <cx:pt idx="18127">169.97999999999999</cx:pt>
          <cx:pt idx="18128">189.97</cx:pt>
          <cx:pt idx="18129">59.969999999999999</cx:pt>
          <cx:pt idx="18130">115.97</cx:pt>
          <cx:pt idx="18131">71.989999999999995</cx:pt>
          <cx:pt idx="18132">79.989999999999995</cx:pt>
          <cx:pt idx="18133">79.989999999999995</cx:pt>
          <cx:pt idx="18134">151.66999999999999</cx:pt>
          <cx:pt idx="18135">69.510000000000005</cx:pt>
          <cx:pt idx="18136">79.989999999999995</cx:pt>
          <cx:pt idx="18137">79.989999999999995</cx:pt>
          <cx:pt idx="18138">79.989999999999995</cx:pt>
          <cx:pt idx="18139">59.990000000000002</cx:pt>
          <cx:pt idx="18140">60.990000000000002</cx:pt>
          <cx:pt idx="18141">159.97999999999999</cx:pt>
          <cx:pt idx="18142">60.990000000000002</cx:pt>
          <cx:pt idx="18143">79.989999999999995</cx:pt>
          <cx:pt idx="18144">79.879999999999995</cx:pt>
          <cx:pt idx="18145">79.989999999999995</cx:pt>
          <cx:pt idx="18146">148.66</cx:pt>
          <cx:pt idx="18147">155.97999999999999</cx:pt>
          <cx:pt idx="18148">93.980000000000004</cx:pt>
          <cx:pt idx="18149">74.980000000000004</cx:pt>
          <cx:pt idx="18150">79.989999999999995</cx:pt>
          <cx:pt idx="18151">60.990000000000002</cx:pt>
          <cx:pt idx="18152">132.66999999999999</cx:pt>
          <cx:pt idx="18153">60.990000000000002</cx:pt>
          <cx:pt idx="18154">79.989999999999995</cx:pt>
          <cx:pt idx="18155">71.989999999999995</cx:pt>
          <cx:pt idx="18156">121.97</cx:pt>
          <cx:pt idx="18157">103.97</cx:pt>
          <cx:pt idx="18158">221.46000000000001</cx:pt>
          <cx:pt idx="18159">556.87</cx:pt>
          <cx:pt idx="18160">148.96000000000001</cx:pt>
          <cx:pt idx="18161">180.16</cx:pt>
          <cx:pt idx="18162">190.96000000000001</cx:pt>
          <cx:pt idx="18163">143.46000000000001</cx:pt>
          <cx:pt idx="18164">148.75</cx:pt>
          <cx:pt idx="18165">132.75</cx:pt>
          <cx:pt idx="18166">197.97</cx:pt>
          <cx:pt idx="18167">168.06999999999999</cx:pt>
          <cx:pt idx="18168">193.94999999999999</cx:pt>
          <cx:pt idx="18169">170.96000000000001</cx:pt>
          <cx:pt idx="18170">112.18000000000001</cx:pt>
          <cx:pt idx="18171">143.27000000000001</cx:pt>
          <cx:pt idx="18172">171.97</cx:pt>
          <cx:pt idx="18173">131.97999999999999</cx:pt>
          <cx:pt idx="18174">185.96000000000001</cx:pt>
          <cx:pt idx="18175">172.97</cx:pt>
          <cx:pt idx="18176">119.95999999999999</cx:pt>
          <cx:pt idx="18177">169.97</cx:pt>
          <cx:pt idx="18178">124.95999999999999</cx:pt>
          <cx:pt idx="18179">99.980000000000004</cx:pt>
          <cx:pt idx="18180">147.68000000000001</cx:pt>
          <cx:pt idx="18181">185.96000000000001</cx:pt>
          <cx:pt idx="18182">105.97</cx:pt>
          <cx:pt idx="18183">105.98</cx:pt>
          <cx:pt idx="18184">131.97999999999999</cx:pt>
          <cx:pt idx="18185">263.95999999999998</cx:pt>
          <cx:pt idx="18186">313.94999999999999</cx:pt>
          <cx:pt idx="18187">185.96000000000001</cx:pt>
          <cx:pt idx="18188">252.88</cx:pt>
          <cx:pt idx="18189">170.25</cx:pt>
          <cx:pt idx="18190">171.97</cx:pt>
          <cx:pt idx="18191">170.25</cx:pt>
          <cx:pt idx="18192">171.97</cx:pt>
          <cx:pt idx="18193">41.289999999999999</cx:pt>
          <cx:pt idx="18194">55.979999999999997</cx:pt>
          <cx:pt idx="18195">87.780000000000001</cx:pt>
          <cx:pt idx="18196">41.289999999999999</cx:pt>
          <cx:pt idx="18197">100.98</cx:pt>
          <cx:pt idx="18198">84.980000000000004</cx:pt>
          <cx:pt idx="18199">100.98</cx:pt>
          <cx:pt idx="18200">100.98</cx:pt>
          <cx:pt idx="18201">62.68</cx:pt>
          <cx:pt idx="18202">81.980000000000004</cx:pt>
          <cx:pt idx="18203">55.979999999999997</cx:pt>
          <cx:pt idx="18204">100.98</cx:pt>
          <cx:pt idx="18205">170.97</cx:pt>
          <cx:pt idx="18206">75.969999999999999</cx:pt>
          <cx:pt idx="18207">111.12</cx:pt>
          <cx:pt idx="18208">100.98</cx:pt>
          <cx:pt idx="18209">55.979999999999997</cx:pt>
          <cx:pt idx="18210">100.98</cx:pt>
          <cx:pt idx="18211">100.98</cx:pt>
          <cx:pt idx="18212">169.97999999999999</cx:pt>
          <cx:pt idx="18213">131.97999999999999</cx:pt>
          <cx:pt idx="18214">274.95999999999998</cx:pt>
          <cx:pt idx="18215">220.25999999999999</cx:pt>
          <cx:pt idx="18216">212.94999999999999</cx:pt>
          <cx:pt idx="18217">172.93000000000001</cx:pt>
          <cx:pt idx="18218">159.97999999999999</cx:pt>
          <cx:pt idx="18219">150.18000000000001</cx:pt>
          <cx:pt idx="18220">79.980000000000004</cx:pt>
          <cx:pt idx="18221">169.97999999999999</cx:pt>
          <cx:pt idx="18222">163.96000000000001</cx:pt>
          <cx:pt idx="18223">264.86000000000001</cx:pt>
          <cx:pt idx="18224">169.97999999999999</cx:pt>
          <cx:pt idx="18225">281.44</cx:pt>
          <cx:pt idx="18226">449.92000000000002</cx:pt>
          <cx:pt idx="18227">211.91999999999999</cx:pt>
          <cx:pt idx="18228">140.34</cx:pt>
          <cx:pt idx="18229">165.74000000000001</cx:pt>
          <cx:pt idx="18230">131.13</cx:pt>
          <cx:pt idx="18231">147.59999999999999</cx:pt>
          <cx:pt idx="18232">159.69999999999999</cx:pt>
          <cx:pt idx="18233">185.97</cx:pt>
          <cx:pt idx="18234">152.59999999999999</cx:pt>
          <cx:pt idx="18235">79.840000000000003</cx:pt>
          <cx:pt idx="18236">159.69999999999999</cx:pt>
          <cx:pt idx="18237">159.69999999999999</cx:pt>
          <cx:pt idx="18238">159.69999999999999</cx:pt>
          <cx:pt idx="18239">122.17</cx:pt>
          <cx:pt idx="18240">120.98</cx:pt>
          <cx:pt idx="18241">160.88999999999999</cx:pt>
          <cx:pt idx="18242">159.69999999999999</cx:pt>
          <cx:pt idx="18243">180.86000000000001</cx:pt>
          <cx:pt idx="18244">147.59999999999999</cx:pt>
          <cx:pt idx="18245">160.88999999999999</cx:pt>
          <cx:pt idx="18246">64.980000000000004</cx:pt>
          <cx:pt idx="18247">119.98</cx:pt>
          <cx:pt idx="18248">114.97</cx:pt>
          <cx:pt idx="18249">207.43000000000001</cx:pt>
          <cx:pt idx="18250">169.97999999999999</cx:pt>
          <cx:pt idx="18251">131.97999999999999</cx:pt>
          <cx:pt idx="18252">165.97</cx:pt>
          <cx:pt idx="18253">278.94999999999999</cx:pt>
          <cx:pt idx="18254">169.97999999999999</cx:pt>
          <cx:pt idx="18255">223.66</cx:pt>
          <cx:pt idx="18256">134.97999999999999</cx:pt>
          <cx:pt idx="18257">134.97999999999999</cx:pt>
          <cx:pt idx="18258">170.28999999999999</cx:pt>
          <cx:pt idx="18259">304.42000000000002</cx:pt>
          <cx:pt idx="18260">145.97</cx:pt>
          <cx:pt idx="18261">169.97999999999999</cx:pt>
          <cx:pt idx="18262">54.990000000000002</cx:pt>
          <cx:pt idx="18263">404.91000000000003</cx:pt>
          <cx:pt idx="18264">89.5</cx:pt>
          <cx:pt idx="18265">105.94</cx:pt>
          <cx:pt idx="18266">253.94</cx:pt>
          <cx:pt idx="18267">54.990000000000002</cx:pt>
          <cx:pt idx="18268">339.95999999999998</cx:pt>
          <cx:pt idx="18269">105.94</cx:pt>
          <cx:pt idx="18270">253.94</cx:pt>
          <cx:pt idx="18271">339.95999999999998</cx:pt>
          <cx:pt idx="18272">404.91000000000003</cx:pt>
          <cx:pt idx="18273">89.5</cx:pt>
          <cx:pt idx="18274">287.94</cx:pt>
          <cx:pt idx="18275">424.94999999999999</cx:pt>
          <cx:pt idx="18276">247.53999999999999</cx:pt>
          <cx:pt idx="18277">247.53999999999999</cx:pt>
          <cx:pt idx="18278">59.960000000000001</cx:pt>
          <cx:pt idx="18279">135.96000000000001</cx:pt>
          <cx:pt idx="18280">135.96000000000001</cx:pt>
          <cx:pt idx="18281">258.83999999999997</cx:pt>
          <cx:pt idx="18282">59.960000000000001</cx:pt>
          <cx:pt idx="18283">379.92000000000002</cx:pt>
          <cx:pt idx="18284">379.92000000000002</cx:pt>
          <cx:pt idx="18285">258.83999999999997</cx:pt>
          <cx:pt idx="18286">424.94999999999999</cx:pt>
          <cx:pt idx="18287">287.94</cx:pt>
          <cx:pt idx="18288">254.97</cx:pt>
          <cx:pt idx="18289">224.96000000000001</cx:pt>
          <cx:pt idx="18290">339.95999999999998</cx:pt>
          <cx:pt idx="18291">339.95999999999998</cx:pt>
          <cx:pt idx="18292">224.96000000000001</cx:pt>
          <cx:pt idx="18293">254.97</cx:pt>
          <cx:pt idx="18294">-1.5</cx:pt>
          <cx:pt idx="18295">14.49</cx:pt>
          <cx:pt idx="18296">80.969999999999999</cx:pt>
          <cx:pt idx="18297">65.989999999999995</cx:pt>
          <cx:pt idx="18298">88.599999999999994</cx:pt>
          <cx:pt idx="18299">59.390000000000001</cx:pt>
          <cx:pt idx="18300">65.989999999999995</cx:pt>
          <cx:pt idx="18301">65.069999999999993</cx:pt>
          <cx:pt idx="18302">137.74000000000001</cx:pt>
          <cx:pt idx="18303">69.959999999999994</cx:pt>
          <cx:pt idx="18304">90.359999999999999</cx:pt>
          <cx:pt idx="18305">52.979999999999997</cx:pt>
          <cx:pt idx="18306">55.770000000000003</cx:pt>
          <cx:pt idx="18307">73.409999999999997</cx:pt>
          <cx:pt idx="18308">123.27</cx:pt>
          <cx:pt idx="18309">46.729999999999997</cx:pt>
          <cx:pt idx="18310">131.97999999999999</cx:pt>
          <cx:pt idx="18311">60.990000000000002</cx:pt>
          <cx:pt idx="18312">89.969999999999999</cx:pt>
          <cx:pt idx="18313">96.760000000000005</cx:pt>
          <cx:pt idx="18314">60.990000000000002</cx:pt>
          <cx:pt idx="18315">49.990000000000002</cx:pt>
          <cx:pt idx="18316">60.990000000000002</cx:pt>
          <cx:pt idx="18317">49.990000000000002</cx:pt>
          <cx:pt idx="18318">50.950000000000003</cx:pt>
          <cx:pt idx="18319">227.94999999999999</cx:pt>
          <cx:pt idx="18320">164.96000000000001</cx:pt>
          <cx:pt idx="18321">180.96000000000001</cx:pt>
          <cx:pt idx="18322">197.97</cx:pt>
          <cx:pt idx="18323">226.94999999999999</cx:pt>
          <cx:pt idx="18324">219.34999999999999</cx:pt>
          <cx:pt idx="18325">105.98</cx:pt>
          <cx:pt idx="18326">75.980000000000004</cx:pt>
          <cx:pt idx="18327">225.50999999999999</cx:pt>
          <cx:pt idx="18328">209.25999999999999</cx:pt>
          <cx:pt idx="18329">185.96000000000001</cx:pt>
          <cx:pt idx="18330">210.16</cx:pt>
          <cx:pt idx="18331">197.97</cx:pt>
          <cx:pt idx="18332">163.44999999999999</cx:pt>
          <cx:pt idx="18333">197.97</cx:pt>
          <cx:pt idx="18334">84.989999999999995</cx:pt>
          <cx:pt idx="18335">169.97999999999999</cx:pt>
          <cx:pt idx="18336">169.97999999999999</cx:pt>
          <cx:pt idx="18337">169.97999999999999</cx:pt>
          <cx:pt idx="18338">202.84999999999999</cx:pt>
          <cx:pt idx="18339">169.97999999999999</cx:pt>
          <cx:pt idx="18340">131.97999999999999</cx:pt>
          <cx:pt idx="18341">169.97999999999999</cx:pt>
          <cx:pt idx="18342">169.97999999999999</cx:pt>
          <cx:pt idx="18343">169.97999999999999</cx:pt>
          <cx:pt idx="18344">184.97</cx:pt>
          <cx:pt idx="18345">131.97999999999999</cx:pt>
          <cx:pt idx="18346">139.61000000000001</cx:pt>
          <cx:pt idx="18347">149.80000000000001</cx:pt>
          <cx:pt idx="18348">319.38999999999999</cx:pt>
          <cx:pt idx="18349">240.5</cx:pt>
          <cx:pt idx="18350">120.98</cx:pt>
          <cx:pt idx="18351">141.88</cx:pt>
          <cx:pt idx="18352">159.69999999999999</cx:pt>
          <cx:pt idx="18353">170.81999999999999</cx:pt>
          <cx:pt idx="18354">215.59</cx:pt>
          <cx:pt idx="18355">135.74000000000001</cx:pt>
          <cx:pt idx="18356">203.59</cx:pt>
          <cx:pt idx="18357">143.72</cx:pt>
          <cx:pt idx="18358">169.34</cx:pt>
          <cx:pt idx="18359">84.989999999999995</cx:pt>
          <cx:pt idx="18360">159.69999999999999</cx:pt>
          <cx:pt idx="18361">143.72</cx:pt>
          <cx:pt idx="18362">183.91999999999999</cx:pt>
          <cx:pt idx="18363">84.989999999999995</cx:pt>
          <cx:pt idx="18364">163.96000000000001</cx:pt>
          <cx:pt idx="18365">169.97999999999999</cx:pt>
          <cx:pt idx="18366">191.47</cx:pt>
          <cx:pt idx="18367">144.41</cx:pt>
          <cx:pt idx="18368">169.97999999999999</cx:pt>
          <cx:pt idx="18369">166.77000000000001</cx:pt>
          <cx:pt idx="18370">152.97999999999999</cx:pt>
          <cx:pt idx="18371">159.97999999999999</cx:pt>
          <cx:pt idx="18372">108.78</cx:pt>
          <cx:pt idx="18373">118.98999999999999</cx:pt>
          <cx:pt idx="18374">166.58000000000001</cx:pt>
          <cx:pt idx="18375">131.97999999999999</cx:pt>
          <cx:pt idx="18376">171.97</cx:pt>
          <cx:pt idx="18377">166.36000000000001</cx:pt>
          <cx:pt idx="18378">169.97999999999999</cx:pt>
          <cx:pt idx="18379">144.47999999999999</cx:pt>
          <cx:pt idx="18380">126.13</cx:pt>
          <cx:pt idx="18381">134.97999999999999</cx:pt>
          <cx:pt idx="18382">169.97999999999999</cx:pt>
          <cx:pt idx="18383">169.97999999999999</cx:pt>
          <cx:pt idx="18384">75.980000000000004</cx:pt>
          <cx:pt idx="18385">100.98</cx:pt>
          <cx:pt idx="18386">253.96000000000001</cx:pt>
          <cx:pt idx="18387">253.96000000000001</cx:pt>
          <cx:pt idx="18388">187.97</cx:pt>
          <cx:pt idx="18389">61.119999999999997</cx:pt>
          <cx:pt idx="18390">247.46000000000001</cx:pt>
          <cx:pt idx="18391">157.96000000000001</cx:pt>
          <cx:pt idx="18392">126.98</cx:pt>
          <cx:pt idx="18393">134.97999999999999</cx:pt>
          <cx:pt idx="18394">169.97999999999999</cx:pt>
          <cx:pt idx="18395">169.97999999999999</cx:pt>
          <cx:pt idx="18396">154.44999999999999</cx:pt>
          <cx:pt idx="18397">134.97999999999999</cx:pt>
          <cx:pt idx="18398">169.97999999999999</cx:pt>
          <cx:pt idx="18399">169.97999999999999</cx:pt>
          <cx:pt idx="18400">149.97</cx:pt>
          <cx:pt idx="18401">162.03</cx:pt>
          <cx:pt idx="18402">84.989999999999995</cx:pt>
          <cx:pt idx="18403">124.98</cx:pt>
          <cx:pt idx="18404">199.97</cx:pt>
          <cx:pt idx="18405">134.97999999999999</cx:pt>
          <cx:pt idx="18406">84.989999999999995</cx:pt>
          <cx:pt idx="18407">169.97999999999999</cx:pt>
          <cx:pt idx="18408">150.18000000000001</cx:pt>
          <cx:pt idx="18409">134.97999999999999</cx:pt>
          <cx:pt idx="18410">124.98</cx:pt>
          <cx:pt idx="18411">169.97999999999999</cx:pt>
          <cx:pt idx="18412">178.97</cx:pt>
          <cx:pt idx="18413">84.989999999999995</cx:pt>
          <cx:pt idx="18414">160.08000000000001</cx:pt>
          <cx:pt idx="18415">134.97999999999999</cx:pt>
          <cx:pt idx="18416">84.989999999999995</cx:pt>
          <cx:pt idx="18417">339.95999999999998</cx:pt>
          <cx:pt idx="18418">79.980000000000004</cx:pt>
          <cx:pt idx="18419">185.16999999999999</cx:pt>
          <cx:pt idx="18420">339.95999999999998</cx:pt>
          <cx:pt idx="18421">414.93000000000001</cx:pt>
          <cx:pt idx="18422">169.97999999999999</cx:pt>
          <cx:pt idx="18423">229.94999999999999</cx:pt>
          <cx:pt idx="18424">260.95999999999998</cx:pt>
          <cx:pt idx="18425">181.46000000000001</cx:pt>
          <cx:pt idx="18426">299.94</cx:pt>
          <cx:pt idx="18427">221.99000000000001</cx:pt>
          <cx:pt idx="18428">120.97</cx:pt>
          <cx:pt idx="18429">84.989999999999995</cx:pt>
          <cx:pt idx="18430">177.97</cx:pt>
          <cx:pt idx="18431">161.96000000000001</cx:pt>
          <cx:pt idx="18432">84.989999999999995</cx:pt>
          <cx:pt idx="18433">84.989999999999995</cx:pt>
          <cx:pt idx="18434">104.98</cx:pt>
          <cx:pt idx="18435">84.980000000000004</cx:pt>
          <cx:pt idx="18436">84.989999999999995</cx:pt>
          <cx:pt idx="18437">82.260000000000005</cx:pt>
          <cx:pt idx="18438">185.97</cx:pt>
          <cx:pt idx="18439">100.98</cx:pt>
          <cx:pt idx="18440">119.95999999999999</cx:pt>
          <cx:pt idx="18441">137.97</cx:pt>
          <cx:pt idx="18442">84.989999999999995</cx:pt>
          <cx:pt idx="18443">56.090000000000003</cx:pt>
          <cx:pt idx="18444">15.99</cx:pt>
          <cx:pt idx="18445">104.98</cx:pt>
          <cx:pt idx="18446">84.989999999999995</cx:pt>
          <cx:pt idx="18447">120.97</cx:pt>
          <cx:pt idx="18448">84.989999999999995</cx:pt>
          <cx:pt idx="18449">65.989999999999995</cx:pt>
          <cx:pt idx="18450">159.69999999999999</cx:pt>
          <cx:pt idx="18451">159.69999999999999</cx:pt>
          <cx:pt idx="18452">159.69999999999999</cx:pt>
          <cx:pt idx="18453">208.08000000000001</cx:pt>
          <cx:pt idx="18454">159.69999999999999</cx:pt>
          <cx:pt idx="18455">186.99000000000001</cx:pt>
          <cx:pt idx="18456">159.69999999999999</cx:pt>
          <cx:pt idx="18457">159.69999999999999</cx:pt>
          <cx:pt idx="18458">159.69999999999999</cx:pt>
          <cx:pt idx="18459">159.69999999999999</cx:pt>
          <cx:pt idx="18460">143.72</cx:pt>
          <cx:pt idx="18461">136.24000000000001</cx:pt>
          <cx:pt idx="18462">108.98</cx:pt>
          <cx:pt idx="18463">89.980000000000004</cx:pt>
          <cx:pt idx="18464">131.96000000000001</cx:pt>
          <cx:pt idx="18465">88.629999999999995</cx:pt>
          <cx:pt idx="18466">118.78</cx:pt>
          <cx:pt idx="18467">163.96000000000001</cx:pt>
          <cx:pt idx="18468">126.97</cx:pt>
          <cx:pt idx="18469">134.75999999999999</cx:pt>
          <cx:pt idx="18470">155.97</cx:pt>
          <cx:pt idx="18471">157.96000000000001</cx:pt>
          <cx:pt idx="18472">105.97</cx:pt>
          <cx:pt idx="18473">89.980000000000004</cx:pt>
          <cx:pt idx="18474">155.97</cx:pt>
          <cx:pt idx="18475">121.95999999999999</cx:pt>
          <cx:pt idx="18476">99.549999999999997</cx:pt>
          <cx:pt idx="18477">84.989999999999995</cx:pt>
          <cx:pt idx="18478">84.989999999999995</cx:pt>
          <cx:pt idx="18479">103.98</cx:pt>
          <cx:pt idx="18480">103.98</cx:pt>
          <cx:pt idx="18481">131.97999999999999</cx:pt>
          <cx:pt idx="18482">84.180000000000007</cx:pt>
          <cx:pt idx="18483">149.96000000000001</cx:pt>
          <cx:pt idx="18484">84.989999999999995</cx:pt>
          <cx:pt idx="18485">84.989999999999995</cx:pt>
          <cx:pt idx="18486">131.97999999999999</cx:pt>
          <cx:pt idx="18487">68.989999999999995</cx:pt>
          <cx:pt idx="18488">87.980000000000004</cx:pt>
          <cx:pt idx="18489">131.97999999999999</cx:pt>
          <cx:pt idx="18490">84.989999999999995</cx:pt>
          <cx:pt idx="18491">93.980000000000004</cx:pt>
          <cx:pt idx="18492">39.289999999999999</cx:pt>
          <cx:pt idx="18493">84.989999999999995</cx:pt>
          <cx:pt idx="18494">35</cx:pt>
          <cx:pt idx="18495">84.989999999999995</cx:pt>
          <cx:pt idx="18496">84.989999999999995</cx:pt>
          <cx:pt idx="18497">84.989999999999995</cx:pt>
          <cx:pt idx="18498">131.97999999999999</cx:pt>
          <cx:pt idx="18499">129.97</cx:pt>
          <cx:pt idx="18500">84.989999999999995</cx:pt>
          <cx:pt idx="18501">103.98</cx:pt>
          <cx:pt idx="18502">131.97999999999999</cx:pt>
          <cx:pt idx="18503">131.97999999999999</cx:pt>
          <cx:pt idx="18504">131.97999999999999</cx:pt>
          <cx:pt idx="18505">124.52</cx:pt>
          <cx:pt idx="18506">131.97999999999999</cx:pt>
          <cx:pt idx="18507">161.96000000000001</cx:pt>
          <cx:pt idx="18508">119.8</cx:pt>
          <cx:pt idx="18509">171.97</cx:pt>
          <cx:pt idx="18510">131.97999999999999</cx:pt>
          <cx:pt idx="18511">133.47999999999999</cx:pt>
          <cx:pt idx="18512">131.97999999999999</cx:pt>
          <cx:pt idx="18513">131.97999999999999</cx:pt>
          <cx:pt idx="18514">84.989999999999995</cx:pt>
          <cx:pt idx="18515">159.97999999999999</cx:pt>
          <cx:pt idx="18516">147.08000000000001</cx:pt>
          <cx:pt idx="18517">169.97999999999999</cx:pt>
          <cx:pt idx="18518">129.18000000000001</cx:pt>
          <cx:pt idx="18519">143.96000000000001</cx:pt>
          <cx:pt idx="18520">118.78</cx:pt>
          <cx:pt idx="18521">65.989999999999995</cx:pt>
          <cx:pt idx="18522">169.97999999999999</cx:pt>
          <cx:pt idx="18523">99.980000000000004</cx:pt>
          <cx:pt idx="18524">144.47999999999999</cx:pt>
          <cx:pt idx="18525">84.989999999999995</cx:pt>
          <cx:pt idx="18526">152.97999999999999</cx:pt>
          <cx:pt idx="18527">169.97999999999999</cx:pt>
          <cx:pt idx="18528">84.989999999999995</cx:pt>
          <cx:pt idx="18529">169.97999999999999</cx:pt>
          <cx:pt idx="18530">84.989999999999995</cx:pt>
          <cx:pt idx="18531">84.989999999999995</cx:pt>
          <cx:pt idx="18532">169.97999999999999</cx:pt>
          <cx:pt idx="18533">169.97999999999999</cx:pt>
          <cx:pt idx="18534">1.5</cx:pt>
          <cx:pt idx="18535">175.96000000000001</cx:pt>
          <cx:pt idx="18536">87.980000000000004</cx:pt>
          <cx:pt idx="18537">171.47999999999999</cx:pt>
          <cx:pt idx="18538">131.97999999999999</cx:pt>
          <cx:pt idx="18539">101.27</cx:pt>
          <cx:pt idx="18540">265.94999999999999</cx:pt>
          <cx:pt idx="18541">-77.579999999999998</cx:pt>
          <cx:pt idx="18542">280.93000000000001</cx:pt>
          <cx:pt idx="18543">188.94999999999999</cx:pt>
          <cx:pt idx="18544">121.98</cx:pt>
          <cx:pt idx="18545">128.86000000000001</cx:pt>
          <cx:pt idx="18546">239.97</cx:pt>
          <cx:pt idx="18547">239.97</cx:pt>
          <cx:pt idx="18548">232.74000000000001</cx:pt>
          <cx:pt idx="18549">65.189999999999998</cx:pt>
          <cx:pt idx="18550">72.989999999999995</cx:pt>
          <cx:pt idx="18551">83.980000000000004</cx:pt>
          <cx:pt idx="18552">146.97</cx:pt>
          <cx:pt idx="18553">84.989999999999995</cx:pt>
          <cx:pt idx="18554">68.989999999999995</cx:pt>
          <cx:pt idx="18555">83.980000000000004</cx:pt>
          <cx:pt idx="18556">57.439999999999998</cx:pt>
          <cx:pt idx="18557">73.989999999999995</cx:pt>
          <cx:pt idx="18558">137.97999999999999</cx:pt>
          <cx:pt idx="18559">124.98</cx:pt>
          <cx:pt idx="18560">99.980000000000004</cx:pt>
          <cx:pt idx="18561">131.97999999999999</cx:pt>
          <cx:pt idx="18562">73.989999999999995</cx:pt>
          <cx:pt idx="18563">68.989999999999995</cx:pt>
          <cx:pt idx="18564">80.180000000000007</cx:pt>
          <cx:pt idx="18565">131.97999999999999</cx:pt>
          <cx:pt idx="18566">84.989999999999995</cx:pt>
          <cx:pt idx="18567">84.989999999999995</cx:pt>
          <cx:pt idx="18568">84.989999999999995</cx:pt>
          <cx:pt idx="18569">84.989999999999995</cx:pt>
          <cx:pt idx="18570">74.989999999999995</cx:pt>
          <cx:pt idx="18571">74.989999999999995</cx:pt>
          <cx:pt idx="18572">73.980000000000004</cx:pt>
          <cx:pt idx="18573">84.989999999999995</cx:pt>
          <cx:pt idx="18574">84.989999999999995</cx:pt>
          <cx:pt idx="18575">84.989999999999995</cx:pt>
          <cx:pt idx="18576">68.989999999999995</cx:pt>
          <cx:pt idx="18577">84.989999999999995</cx:pt>
          <cx:pt idx="18578">150.18000000000001</cx:pt>
          <cx:pt idx="18579">84.989999999999995</cx:pt>
          <cx:pt idx="18580">150.18000000000001</cx:pt>
          <cx:pt idx="18581">111.98</cx:pt>
          <cx:pt idx="18582">84.989999999999995</cx:pt>
          <cx:pt idx="18583">169.97999999999999</cx:pt>
          <cx:pt idx="18584">84.989999999999995</cx:pt>
          <cx:pt idx="18585">65.989999999999995</cx:pt>
          <cx:pt idx="18586">84.989999999999995</cx:pt>
          <cx:pt idx="18587">84.989999999999995</cx:pt>
          <cx:pt idx="18588">65.989999999999995</cx:pt>
          <cx:pt idx="18589">84.989999999999995</cx:pt>
          <cx:pt idx="18590">65.989999999999995</cx:pt>
          <cx:pt idx="18591">76.489999999999995</cx:pt>
          <cx:pt idx="18592">84.989999999999995</cx:pt>
          <cx:pt idx="18593">65.989999999999995</cx:pt>
          <cx:pt idx="18594">84.989999999999995</cx:pt>
          <cx:pt idx="18595">84.989999999999995</cx:pt>
          <cx:pt idx="18596">76.489999999999995</cx:pt>
          <cx:pt idx="18597">84.989999999999995</cx:pt>
          <cx:pt idx="18598">84.989999999999995</cx:pt>
          <cx:pt idx="18599">118.78</cx:pt>
          <cx:pt idx="18600">65.989999999999995</cx:pt>
          <cx:pt idx="18601">84.989999999999995</cx:pt>
          <cx:pt idx="18602">84.989999999999995</cx:pt>
          <cx:pt idx="18603">65.989999999999995</cx:pt>
          <cx:pt idx="18604">137.97</cx:pt>
          <cx:pt idx="18605">201.96000000000001</cx:pt>
          <cx:pt idx="18606">159.97999999999999</cx:pt>
          <cx:pt idx="18607">279.94999999999999</cx:pt>
          <cx:pt idx="18608">233.94</cx:pt>
          <cx:pt idx="18609">84.989999999999995</cx:pt>
          <cx:pt idx="18610">169.97999999999999</cx:pt>
          <cx:pt idx="18611">93.950000000000003</cx:pt>
          <cx:pt idx="18612">229.94</cx:pt>
          <cx:pt idx="18613">169.97999999999999</cx:pt>
          <cx:pt idx="18614">116.97</cx:pt>
          <cx:pt idx="18615">166.40000000000001</cx:pt>
          <cx:pt idx="18616">187.96000000000001</cx:pt>
          <cx:pt idx="18617">197.96000000000001</cx:pt>
          <cx:pt idx="18618">162.13</cx:pt>
          <cx:pt idx="18619">99.980000000000004</cx:pt>
          <cx:pt idx="18620">149.97</cx:pt>
          <cx:pt idx="18621">197.96000000000001</cx:pt>
          <cx:pt idx="18622">197.96000000000001</cx:pt>
          <cx:pt idx="18623">155.09</cx:pt>
          <cx:pt idx="18624">211.88</cx:pt>
          <cx:pt idx="18625">169.97999999999999</cx:pt>
          <cx:pt idx="18626">277.38</cx:pt>
          <cx:pt idx="18627">142.94999999999999</cx:pt>
          <cx:pt idx="18628">176.94</cx:pt>
          <cx:pt idx="18629">207.91999999999999</cx:pt>
          <cx:pt idx="18630">-3</cx:pt>
          <cx:pt idx="18631">185.41999999999999</cx:pt>
          <cx:pt idx="18632">205.41999999999999</cx:pt>
          <cx:pt idx="18633">192.44</cx:pt>
          <cx:pt idx="18634">234.38999999999999</cx:pt>
          <cx:pt idx="18635">113.45999999999999</cx:pt>
          <cx:pt idx="18636">155.46000000000001</cx:pt>
          <cx:pt idx="18637">133.63</cx:pt>
          <cx:pt idx="18638">201.41</cx:pt>
          <cx:pt idx="18639">188.93000000000001</cx:pt>
          <cx:pt idx="18640">214.22</cx:pt>
          <cx:pt idx="18641">165.94</cx:pt>
          <cx:pt idx="18642">181.41</cx:pt>
          <cx:pt idx="18643">81.469999999999999</cx:pt>
          <cx:pt idx="18644">179.93000000000001</cx:pt>
          <cx:pt idx="18645">84.989999999999995</cx:pt>
          <cx:pt idx="18646">99.980000000000004</cx:pt>
          <cx:pt idx="18647">166.58000000000001</cx:pt>
          <cx:pt idx="18648">169.97999999999999</cx:pt>
          <cx:pt idx="18649">99.980000000000004</cx:pt>
          <cx:pt idx="18650">163.18000000000001</cx:pt>
          <cx:pt idx="18651">210.97</cx:pt>
          <cx:pt idx="18652">169.97999999999999</cx:pt>
          <cx:pt idx="18653">119.97</cx:pt>
          <cx:pt idx="18654">169.97999999999999</cx:pt>
          <cx:pt idx="18655">254.97</cx:pt>
          <cx:pt idx="18656">169.97999999999999</cx:pt>
          <cx:pt idx="18657">84.989999999999995</cx:pt>
          <cx:pt idx="18658">169.97999999999999</cx:pt>
          <cx:pt idx="18659">164.33000000000001</cx:pt>
          <cx:pt idx="18660">109.97</cx:pt>
          <cx:pt idx="18661">84.989999999999995</cx:pt>
          <cx:pt idx="18662">84.989999999999995</cx:pt>
          <cx:pt idx="18663">84.989999999999995</cx:pt>
          <cx:pt idx="18664">169.97999999999999</cx:pt>
          <cx:pt idx="18665">169.97999999999999</cx:pt>
          <cx:pt idx="18666">169.97999999999999</cx:pt>
          <cx:pt idx="18667">151.94</cx:pt>
          <cx:pt idx="18668">144.47999999999999</cx:pt>
          <cx:pt idx="18669">227.52000000000001</cx:pt>
          <cx:pt idx="18670">190.61000000000001</cx:pt>
          <cx:pt idx="18671">181.53</cx:pt>
          <cx:pt idx="18672">181.53</cx:pt>
          <cx:pt idx="18673">184.97</cx:pt>
          <cx:pt idx="18674">184.97</cx:pt>
          <cx:pt idx="18675">144.47999999999999</cx:pt>
          <cx:pt idx="18676">70.640000000000001</cx:pt>
          <cx:pt idx="18677">169.97999999999999</cx:pt>
          <cx:pt idx="18678">168.97</cx:pt>
          <cx:pt idx="18679">203.03</cx:pt>
          <cx:pt idx="18680">169.97999999999999</cx:pt>
          <cx:pt idx="18681">227.52000000000001</cx:pt>
          <cx:pt idx="18682">203.03</cx:pt>
          <cx:pt idx="18683">168.97</cx:pt>
          <cx:pt idx="18684">130.49000000000001</cx:pt>
          <cx:pt idx="18685">147.02000000000001</cx:pt>
          <cx:pt idx="18686">130.49000000000001</cx:pt>
          <cx:pt idx="18687">148.24000000000001</cx:pt>
          <cx:pt idx="18688">148.24000000000001</cx:pt>
          <cx:pt idx="18689">147.02000000000001</cx:pt>
          <cx:pt idx="18690">70.640000000000001</cx:pt>
          <cx:pt idx="18691">190.61000000000001</cx:pt>
          <cx:pt idx="18692">66.489999999999995</cx:pt>
          <cx:pt idx="18693">152.63999999999999</cx:pt>
          <cx:pt idx="18694">183.44999999999999</cx:pt>
          <cx:pt idx="18695">152.63999999999999</cx:pt>
          <cx:pt idx="18696">66.489999999999995</cx:pt>
          <cx:pt idx="18697">183.44999999999999</cx:pt>
          <cx:pt idx="18698">214.96000000000001</cx:pt>
          <cx:pt idx="18699">199.97</cx:pt>
          <cx:pt idx="18700">166.25</cx:pt>
          <cx:pt idx="18701">169.97999999999999</cx:pt>
          <cx:pt idx="18702">157.97</cx:pt>
          <cx:pt idx="18703">131.37</cx:pt>
          <cx:pt idx="18704">154.16999999999999</cx:pt>
          <cx:pt idx="18705">169.97999999999999</cx:pt>
          <cx:pt idx="18706">157.97</cx:pt>
          <cx:pt idx="18707">89.980000000000004</cx:pt>
          <cx:pt idx="18708">84.989999999999995</cx:pt>
          <cx:pt idx="18709">84.989999999999995</cx:pt>
          <cx:pt idx="18710">84.989999999999995</cx:pt>
          <cx:pt idx="18711">89.980000000000004</cx:pt>
          <cx:pt idx="18712">131.97999999999999</cx:pt>
          <cx:pt idx="18713">71.819999999999993</cx:pt>
          <cx:pt idx="18714">65.989999999999995</cx:pt>
          <cx:pt idx="18715">39.990000000000002</cx:pt>
          <cx:pt idx="18716">39.990000000000002</cx:pt>
          <cx:pt idx="18717">65.989999999999995</cx:pt>
          <cx:pt idx="18718">71.819999999999993</cx:pt>
          <cx:pt idx="18719">19.289999999999999</cx:pt>
          <cx:pt idx="18720">84.989999999999995</cx:pt>
          <cx:pt idx="18721">19.289999999999999</cx:pt>
          <cx:pt idx="18722">84.989999999999995</cx:pt>
          <cx:pt idx="18723">84.989999999999995</cx:pt>
          <cx:pt idx="18724">84.989999999999995</cx:pt>
          <cx:pt idx="18725">84.989999999999995</cx:pt>
          <cx:pt idx="18726">84.989999999999995</cx:pt>
          <cx:pt idx="18727">84.989999999999995</cx:pt>
          <cx:pt idx="18728">84.989999999999995</cx:pt>
          <cx:pt idx="18729">84.989999999999995</cx:pt>
          <cx:pt idx="18730">84.989999999999995</cx:pt>
          <cx:pt idx="18731">131.97999999999999</cx:pt>
          <cx:pt idx="18732">84.989999999999995</cx:pt>
          <cx:pt idx="18733">131.97999999999999</cx:pt>
          <cx:pt idx="18734">68.980000000000004</cx:pt>
          <cx:pt idx="18735">84.989999999999995</cx:pt>
          <cx:pt idx="18736">68.980000000000004</cx:pt>
          <cx:pt idx="18737">84.989999999999995</cx:pt>
          <cx:pt idx="18738">84.989999999999995</cx:pt>
          <cx:pt idx="18739">84.989999999999995</cx:pt>
          <cx:pt idx="18740">131.97999999999999</cx:pt>
          <cx:pt idx="18741">84.989999999999995</cx:pt>
          <cx:pt idx="18742">84.989999999999995</cx:pt>
          <cx:pt idx="18743">84.989999999999995</cx:pt>
          <cx:pt idx="18744">84.989999999999995</cx:pt>
          <cx:pt idx="18745">84.989999999999995</cx:pt>
          <cx:pt idx="18746">84.989999999999995</cx:pt>
          <cx:pt idx="18747">185.94</cx:pt>
          <cx:pt idx="18748">179.16</cx:pt>
          <cx:pt idx="18749">158.94999999999999</cx:pt>
          <cx:pt idx="18750">82.969999999999999</cx:pt>
          <cx:pt idx="18751">107.59999999999999</cx:pt>
          <cx:pt idx="18752">143.19</cx:pt>
          <cx:pt idx="18753">111.95999999999999</cx:pt>
          <cx:pt idx="18754">89.969999999999999</cx:pt>
          <cx:pt idx="18755">55.979999999999997</cx:pt>
          <cx:pt idx="18756">141.87</cx:pt>
          <cx:pt idx="18757">145.94</cx:pt>
          <cx:pt idx="18758">127.95999999999999</cx:pt>
          <cx:pt idx="18759">157.71000000000001</cx:pt>
          <cx:pt idx="18760">123.95</cx:pt>
          <cx:pt idx="18761">123.95999999999999</cx:pt>
          <cx:pt idx="18762">55.979999999999997</cx:pt>
          <cx:pt idx="18763">111.95999999999999</cx:pt>
          <cx:pt idx="18764">185.94</cx:pt>
          <cx:pt idx="18765">146.94999999999999</cx:pt>
          <cx:pt idx="18766">189.94</cx:pt>
          <cx:pt idx="18767">111.94</cx:pt>
          <cx:pt idx="18768">191.94</cx:pt>
          <cx:pt idx="18769">173.91999999999999</cx:pt>
          <cx:pt idx="18770">123.95999999999999</cx:pt>
          <cx:pt idx="18771">88.980000000000004</cx:pt>
          <cx:pt idx="18772">144.47</cx:pt>
          <cx:pt idx="18773">165.47999999999999</cx:pt>
          <cx:pt idx="18774">84.989999999999995</cx:pt>
          <cx:pt idx="18775">114.97</cx:pt>
          <cx:pt idx="18776">144.47999999999999</cx:pt>
          <cx:pt idx="18777">133.16999999999999</cx:pt>
          <cx:pt idx="18778">84.989999999999995</cx:pt>
          <cx:pt idx="18779">127.52</cx:pt>
          <cx:pt idx="18780">68.989999999999995</cx:pt>
          <cx:pt idx="18781">259.94999999999999</cx:pt>
          <cx:pt idx="18782">197.96000000000001</cx:pt>
          <cx:pt idx="18783">84.989999999999995</cx:pt>
          <cx:pt idx="18784">124.97</cx:pt>
          <cx:pt idx="18785">147.97</cx:pt>
          <cx:pt idx="18786">134.97999999999999</cx:pt>
          <cx:pt idx="18787">71.790000000000006</cx:pt>
          <cx:pt idx="18788">126.97</cx:pt>
          <cx:pt idx="18789">38.990000000000002</cx:pt>
          <cx:pt idx="18790">94.980000000000004</cx:pt>
          <cx:pt idx="18791">84.989999999999995</cx:pt>
          <cx:pt idx="18792">100.98</cx:pt>
          <cx:pt idx="18793">60.979999999999997</cx:pt>
          <cx:pt idx="18794">185.31999999999999</cx:pt>
          <cx:pt idx="18795">82.989999999999995</cx:pt>
          <cx:pt idx="18796">84.980000000000004</cx:pt>
          <cx:pt idx="18797">65.989999999999995</cx:pt>
          <cx:pt idx="18798">84.989999999999995</cx:pt>
          <cx:pt idx="18799">137.97999999999999</cx:pt>
          <cx:pt idx="18800">114.13</cx:pt>
          <cx:pt idx="18801">84.989999999999995</cx:pt>
          <cx:pt idx="18802">56.090000000000003</cx:pt>
          <cx:pt idx="18803">84.989999999999995</cx:pt>
          <cx:pt idx="18804">84.989999999999995</cx:pt>
          <cx:pt idx="18805">68.989999999999995</cx:pt>
          <cx:pt idx="18806">41.490000000000002</cx:pt>
          <cx:pt idx="18807">84.989999999999995</cx:pt>
          <cx:pt idx="18808">70.989999999999995</cx:pt>
          <cx:pt idx="18809">8.4700000000000006</cx:pt>
          <cx:pt idx="18810">100.98</cx:pt>
          <cx:pt idx="18811">55.979999999999997</cx:pt>
          <cx:pt idx="18812">82.489999999999995</cx:pt>
          <cx:pt idx="18813">78.980000000000004</cx:pt>
          <cx:pt idx="18814">74.260000000000005</cx:pt>
          <cx:pt idx="18815">80.980000000000004</cx:pt>
          <cx:pt idx="18816">74.989999999999995</cx:pt>
          <cx:pt idx="18817">79.530000000000001</cx:pt>
          <cx:pt idx="18818">68.980000000000004</cx:pt>
          <cx:pt idx="18819">94.980000000000004</cx:pt>
          <cx:pt idx="18820">91.980000000000004</cx:pt>
          <cx:pt idx="18821">65.980000000000004</cx:pt>
          <cx:pt idx="18822">62.689999999999998</cx:pt>
          <cx:pt idx="18823">74.989999999999995</cx:pt>
          <cx:pt idx="18824">100.25</cx:pt>
          <cx:pt idx="18825">70.489999999999995</cx:pt>
          <cx:pt idx="18826">100.98</cx:pt>
          <cx:pt idx="18827">77.980000000000004</cx:pt>
          <cx:pt idx="18828">65.75</cx:pt>
          <cx:pt idx="18829">83.129999999999995</cx:pt>
          <cx:pt idx="18830">84.140000000000001</cx:pt>
          <cx:pt idx="18831">72.239999999999995</cx:pt>
          <cx:pt idx="18832">51.460000000000001</cx:pt>
          <cx:pt idx="18833">191.63</cx:pt>
          <cx:pt idx="18834">239.91999999999999</cx:pt>
          <cx:pt idx="18835">204.93000000000001</cx:pt>
          <cx:pt idx="18836">107.95999999999999</cx:pt>
          <cx:pt idx="18837">168.11000000000001</cx:pt>
          <cx:pt idx="18838">142.94999999999999</cx:pt>
          <cx:pt idx="18839">119.95</cx:pt>
          <cx:pt idx="18840">306.81999999999999</cx:pt>
          <cx:pt idx="18841">139.94999999999999</cx:pt>
          <cx:pt idx="18842">179.94</cx:pt>
          <cx:pt idx="18843">91.959999999999994</cx:pt>
          <cx:pt idx="18844">239.91999999999999</cx:pt>
          <cx:pt idx="18845">170.94</cx:pt>
          <cx:pt idx="18846">86.959999999999994</cx:pt>
          <cx:pt idx="18847">264.91000000000003</cx:pt>
          <cx:pt idx="18848">166.94</cx:pt>
          <cx:pt idx="18849">80.969999999999999</cx:pt>
          <cx:pt idx="18850">189.93000000000001</cx:pt>
          <cx:pt idx="18851">209.93000000000001</cx:pt>
          <cx:pt idx="18852">144.97</cx:pt>
          <cx:pt idx="18853">165.97</cx:pt>
          <cx:pt idx="18854">143.97</cx:pt>
          <cx:pt idx="18855">156.96000000000001</cx:pt>
          <cx:pt idx="18856">149.96000000000001</cx:pt>
          <cx:pt idx="18857">143.97</cx:pt>
          <cx:pt idx="18858">131.97999999999999</cx:pt>
          <cx:pt idx="18859">114.95999999999999</cx:pt>
          <cx:pt idx="18860">248.46000000000001</cx:pt>
          <cx:pt idx="18861">205.56</cx:pt>
          <cx:pt idx="18862">150.97</cx:pt>
          <cx:pt idx="18863">248.46000000000001</cx:pt>
          <cx:pt idx="18864">51.969999999999999</cx:pt>
          <cx:pt idx="18865">51.969999999999999</cx:pt>
          <cx:pt idx="18866">188.97</cx:pt>
          <cx:pt idx="18867">187.47999999999999</cx:pt>
          <cx:pt idx="18868">205.56</cx:pt>
          <cx:pt idx="18869">112.18000000000001</cx:pt>
          <cx:pt idx="18870">187.47999999999999</cx:pt>
          <cx:pt idx="18871">169.97999999999999</cx:pt>
          <cx:pt idx="18872">229.47</cx:pt>
          <cx:pt idx="18873">169.97999999999999</cx:pt>
          <cx:pt idx="18874">121.98</cx:pt>
          <cx:pt idx="18875">188.97</cx:pt>
          <cx:pt idx="18876">229.47</cx:pt>
          <cx:pt idx="18877">112.18000000000001</cx:pt>
          <cx:pt idx="18878">121.98</cx:pt>
          <cx:pt idx="18879">150.97</cx:pt>
          <cx:pt idx="18880">159.97999999999999</cx:pt>
          <cx:pt idx="18881">150.16999999999999</cx:pt>
          <cx:pt idx="18882">68.980000000000004</cx:pt>
          <cx:pt idx="18883">129.97999999999999</cx:pt>
          <cx:pt idx="18884">182.97</cx:pt>
          <cx:pt idx="18885">124.97</cx:pt>
          <cx:pt idx="18886">159.97999999999999</cx:pt>
          <cx:pt idx="18887">329.94999999999999</cx:pt>
          <cx:pt idx="18888">303.94999999999999</cx:pt>
          <cx:pt idx="18889">369.94</cx:pt>
          <cx:pt idx="18890">171.97</cx:pt>
          <cx:pt idx="18891">371.92000000000002</cx:pt>
          <cx:pt idx="18892">315.49000000000001</cx:pt>
          <cx:pt idx="18893">416.73000000000002</cx:pt>
          <cx:pt idx="18894">419.92000000000002</cx:pt>
          <cx:pt idx="18895">411.51999999999998</cx:pt>
          <cx:pt idx="18896">90.969999999999999</cx:pt>
          <cx:pt idx="18897">80.959999999999994</cx:pt>
          <cx:pt idx="18898">99.959999999999994</cx:pt>
          <cx:pt idx="18899">56.969999999999999</cx:pt>
          <cx:pt idx="18900">55.979999999999997</cx:pt>
          <cx:pt idx="18901">79.969999999999999</cx:pt>
          <cx:pt idx="18902">110.97</cx:pt>
          <cx:pt idx="18903">71.879999999999995</cx:pt>
          <cx:pt idx="18904">99.959999999999994</cx:pt>
          <cx:pt idx="18905">59.979999999999997</cx:pt>
          <cx:pt idx="18906">63.960000000000001</cx:pt>
          <cx:pt idx="18907">89.969999999999999</cx:pt>
          <cx:pt idx="18908">89.969999999999999</cx:pt>
          <cx:pt idx="18909">59.979999999999997</cx:pt>
          <cx:pt idx="18910">99.959999999999994</cx:pt>
          <cx:pt idx="18911">91.269999999999996</cx:pt>
          <cx:pt idx="18912">103.95999999999999</cx:pt>
          <cx:pt idx="18913">89.969999999999999</cx:pt>
          <cx:pt idx="18914">89.969999999999999</cx:pt>
          <cx:pt idx="18915">83.390000000000001</cx:pt>
          <cx:pt idx="18916">84.950000000000003</cx:pt>
          <cx:pt idx="18917">87.969999999999999</cx:pt>
          <cx:pt idx="18918">98.950000000000003</cx:pt>
          <cx:pt idx="18919">119.61</cx:pt>
          <cx:pt idx="18920">131.97999999999999</cx:pt>
          <cx:pt idx="18921">89.569999999999993</cx:pt>
          <cx:pt idx="18922">131.97999999999999</cx:pt>
          <cx:pt idx="18923">131.97999999999999</cx:pt>
          <cx:pt idx="18924">110.45</cx:pt>
          <cx:pt idx="18925">93.969999999999999</cx:pt>
          <cx:pt idx="18926">131.97999999999999</cx:pt>
          <cx:pt idx="18927">169.97999999999999</cx:pt>
          <cx:pt idx="18928">169.97999999999999</cx:pt>
          <cx:pt idx="18929">131.97999999999999</cx:pt>
          <cx:pt idx="18930">159.97999999999999</cx:pt>
          <cx:pt idx="18931">150.18000000000001</cx:pt>
          <cx:pt idx="18932">69.989999999999995</cx:pt>
          <cx:pt idx="18933">169.97999999999999</cx:pt>
          <cx:pt idx="18934">69.989999999999995</cx:pt>
          <cx:pt idx="18935">169.97999999999999</cx:pt>
          <cx:pt idx="18936">161.96000000000001</cx:pt>
          <cx:pt idx="18937">184.97</cx:pt>
          <cx:pt idx="18938">162.97999999999999</cx:pt>
          <cx:pt idx="18939">189.97</cx:pt>
          <cx:pt idx="18940">169.97999999999999</cx:pt>
          <cx:pt idx="18941">169.97999999999999</cx:pt>
          <cx:pt idx="18942">169.97999999999999</cx:pt>
          <cx:pt idx="18943">169.97999999999999</cx:pt>
          <cx:pt idx="18944">169.97999999999999</cx:pt>
          <cx:pt idx="18945">131.97999999999999</cx:pt>
          <cx:pt idx="18946">121.98</cx:pt>
          <cx:pt idx="18947">131.97999999999999</cx:pt>
          <cx:pt idx="18948">78.239999999999995</cx:pt>
          <cx:pt idx="18949">84.989999999999995</cx:pt>
          <cx:pt idx="18950">169.97999999999999</cx:pt>
          <cx:pt idx="18951">114.97</cx:pt>
          <cx:pt idx="18952">70.989999999999995</cx:pt>
          <cx:pt idx="18953">169.97999999999999</cx:pt>
          <cx:pt idx="18954">156.97</cx:pt>
          <cx:pt idx="18955">169.97999999999999</cx:pt>
          <cx:pt idx="18956">184.97</cx:pt>
          <cx:pt idx="18957">193.97</cx:pt>
          <cx:pt idx="18958">169.97999999999999</cx:pt>
          <cx:pt idx="18959">169.97999999999999</cx:pt>
          <cx:pt idx="18960">169.97999999999999</cx:pt>
          <cx:pt idx="18961">99.980000000000004</cx:pt>
          <cx:pt idx="18962">169.97999999999999</cx:pt>
          <cx:pt idx="18963">149.97</cx:pt>
          <cx:pt idx="18964">159.97999999999999</cx:pt>
          <cx:pt idx="18965">169.97999999999999</cx:pt>
          <cx:pt idx="18966">169.97999999999999</cx:pt>
          <cx:pt idx="18967">144.96000000000001</cx:pt>
          <cx:pt idx="18968">189.97</cx:pt>
          <cx:pt idx="18969">144.96000000000001</cx:pt>
          <cx:pt idx="18970">159.5</cx:pt>
          <cx:pt idx="18971">142.97</cx:pt>
          <cx:pt idx="18972">178.06999999999999</cx:pt>
          <cx:pt idx="18973">99.969999999999999</cx:pt>
          <cx:pt idx="18974">36.490000000000002</cx:pt>
          <cx:pt idx="18975">-1.5</cx:pt>
          <cx:pt idx="18976">212.44999999999999</cx:pt>
          <cx:pt idx="18977">41.479999999999997</cx:pt>
          <cx:pt idx="18978">188.25999999999999</cx:pt>
          <cx:pt idx="18979">157.44999999999999</cx:pt>
          <cx:pt idx="18980">179.97</cx:pt>
          <cx:pt idx="18981">-1.5</cx:pt>
          <cx:pt idx="18982">189.97</cx:pt>
          <cx:pt idx="18983">244.96000000000001</cx:pt>
          <cx:pt idx="18984">157.96000000000001</cx:pt>
          <cx:pt idx="18985">203.31</cx:pt>
          <cx:pt idx="18986">40.439999999999998</cx:pt>
          <cx:pt idx="18987">225.96000000000001</cx:pt>
          <cx:pt idx="18988">131.97999999999999</cx:pt>
          <cx:pt idx="18989">256.33999999999997</cx:pt>
          <cx:pt idx="18990">130</cx:pt>
          <cx:pt idx="18991">131.97999999999999</cx:pt>
          <cx:pt idx="18992">195.99000000000001</cx:pt>
          <cx:pt idx="18993">202.33000000000001</cx:pt>
          <cx:pt idx="18994">217.63999999999999</cx:pt>
          <cx:pt idx="18995">137.97999999999999</cx:pt>
          <cx:pt idx="18996">137.97999999999999</cx:pt>
          <cx:pt idx="18997">206.97</cx:pt>
          <cx:pt idx="18998">214.16</cx:pt>
          <cx:pt idx="18999">79.980000000000004</cx:pt>
          <cx:pt idx="19000">147.46000000000001</cx:pt>
          <cx:pt idx="19001">115.56</cx:pt>
          <cx:pt idx="19002">84.989999999999995</cx:pt>
          <cx:pt idx="19003">79.980000000000004</cx:pt>
          <cx:pt idx="19004">89.980000000000004</cx:pt>
          <cx:pt idx="19005">199.96000000000001</cx:pt>
          <cx:pt idx="19006">91.780000000000001</cx:pt>
          <cx:pt idx="19007">124.98</cx:pt>
          <cx:pt idx="19008">164.96000000000001</cx:pt>
          <cx:pt idx="19009">116.64</cx:pt>
          <cx:pt idx="19010">123.51000000000001</cx:pt>
          <cx:pt idx="19011">139.97</cx:pt>
          <cx:pt idx="19012">78.980000000000004</cx:pt>
          <cx:pt idx="19013">153.06</cx:pt>
          <cx:pt idx="19014">134.97999999999999</cx:pt>
          <cx:pt idx="19015">58.990000000000002</cx:pt>
          <cx:pt idx="19016">100.98</cx:pt>
          <cx:pt idx="19017">99.980000000000004</cx:pt>
          <cx:pt idx="19018">84.989999999999995</cx:pt>
          <cx:pt idx="19019">84.989999999999995</cx:pt>
          <cx:pt idx="19020">167.75999999999999</cx:pt>
          <cx:pt idx="19021">84.989999999999995</cx:pt>
          <cx:pt idx="19022">108.87</cx:pt>
          <cx:pt idx="19023">139.97</cx:pt>
          <cx:pt idx="19024">84.989999999999995</cx:pt>
          <cx:pt idx="19025">104.98</cx:pt>
          <cx:pt idx="19026">84.989999999999995</cx:pt>
          <cx:pt idx="19027">68.989999999999995</cx:pt>
          <cx:pt idx="19028">224.96000000000001</cx:pt>
          <cx:pt idx="19029">84.989999999999995</cx:pt>
          <cx:pt idx="19030">67.230000000000004</cx:pt>
          <cx:pt idx="19031">169.34999999999999</cx:pt>
          <cx:pt idx="19032">160.87</cx:pt>
          <cx:pt idx="19033">181.44999999999999</cx:pt>
          <cx:pt idx="19034">176.00999999999999</cx:pt>
          <cx:pt idx="19035">145.15000000000001</cx:pt>
          <cx:pt idx="19036">181.44999999999999</cx:pt>
          <cx:pt idx="19037">146.62</cx:pt>
          <cx:pt idx="19038">176.15000000000001</cx:pt>
          <cx:pt idx="19039">170.56999999999999</cx:pt>
          <cx:pt idx="19040">181.44999999999999</cx:pt>
          <cx:pt idx="19041">161.68000000000001</cx:pt>
          <cx:pt idx="19042">146.62</cx:pt>
          <cx:pt idx="19043">419.75999999999999</cx:pt>
          <cx:pt idx="19044">300.79000000000002</cx:pt>
          <cx:pt idx="19045">356.74000000000001</cx:pt>
          <cx:pt idx="19046">48.840000000000003</cx:pt>
          <cx:pt idx="19047">638.44000000000005</cx:pt>
          <cx:pt idx="19048">226.88999999999999</cx:pt>
          <cx:pt idx="19049">501.38999999999999</cx:pt>
          <cx:pt idx="19050">697.13</cx:pt>
          <cx:pt idx="19051">458.69</cx:pt>
          <cx:pt idx="19052">75.969999999999999</cx:pt>
          <cx:pt idx="19053">169.97999999999999</cx:pt>
          <cx:pt idx="19054">172.97</cx:pt>
          <cx:pt idx="19055">89.980000000000004</cx:pt>
          <cx:pt idx="19056">169.97999999999999</cx:pt>
          <cx:pt idx="19057">144.97</cx:pt>
          <cx:pt idx="19058">169.97999999999999</cx:pt>
          <cx:pt idx="19059">208.94999999999999</cx:pt>
          <cx:pt idx="19060">169.97999999999999</cx:pt>
          <cx:pt idx="19061">29.989999999999998</cx:pt>
          <cx:pt idx="19062">29.989999999999998</cx:pt>
          <cx:pt idx="19063">98.950000000000003</cx:pt>
          <cx:pt idx="19064">232.96000000000001</cx:pt>
          <cx:pt idx="19065">123.20999999999999</cx:pt>
          <cx:pt idx="19066">69.980000000000004</cx:pt>
          <cx:pt idx="19067">69.989999999999995</cx:pt>
          <cx:pt idx="19068">86.969999999999999</cx:pt>
          <cx:pt idx="19069">92.969999999999999</cx:pt>
          <cx:pt idx="19070">131.97999999999999</cx:pt>
          <cx:pt idx="19071">126.58</cx:pt>
          <cx:pt idx="19072">141.96000000000001</cx:pt>
          <cx:pt idx="19073">189.44999999999999</cx:pt>
          <cx:pt idx="19074">145.96000000000001</cx:pt>
          <cx:pt idx="19075">139.96000000000001</cx:pt>
          <cx:pt idx="19076">121.98</cx:pt>
          <cx:pt idx="19077">265.52999999999997</cx:pt>
          <cx:pt idx="19078">79.849999999999994</cx:pt>
          <cx:pt idx="19079">102.83</cx:pt>
          <cx:pt idx="19080">147.59999999999999</cx:pt>
          <cx:pt idx="19081">193.55000000000001</cx:pt>
          <cx:pt idx="19082">164.52000000000001</cx:pt>
          <cx:pt idx="19083">208.08000000000001</cx:pt>
          <cx:pt idx="19084">169.97999999999999</cx:pt>
          <cx:pt idx="19085">83.349999999999994</cx:pt>
          <cx:pt idx="19086">84.989999999999995</cx:pt>
          <cx:pt idx="19087">112.12</cx:pt>
          <cx:pt idx="19088">237.94999999999999</cx:pt>
          <cx:pt idx="19089">111.84</cx:pt>
          <cx:pt idx="19090">169.97999999999999</cx:pt>
          <cx:pt idx="19091">203.72</cx:pt>
          <cx:pt idx="19092">199.96000000000001</cx:pt>
          <cx:pt idx="19093">82.849999999999994</cx:pt>
          <cx:pt idx="19094">53.979999999999997</cx:pt>
          <cx:pt idx="19095">112.84</cx:pt>
          <cx:pt idx="19096">157.30000000000001</cx:pt>
          <cx:pt idx="19097">169.97999999999999</cx:pt>
          <cx:pt idx="19098">81.590000000000003</cx:pt>
          <cx:pt idx="19099">169.97999999999999</cx:pt>
          <cx:pt idx="19100">197.97</cx:pt>
          <cx:pt idx="19101">197.97</cx:pt>
          <cx:pt idx="19102">197.97</cx:pt>
          <cx:pt idx="19103">197.97</cx:pt>
          <cx:pt idx="19104">197.97</cx:pt>
          <cx:pt idx="19105">71.989999999999995</cx:pt>
          <cx:pt idx="19106">197.97</cx:pt>
          <cx:pt idx="19107">197.97</cx:pt>
          <cx:pt idx="19108">172.97</cx:pt>
          <cx:pt idx="19109">197.97</cx:pt>
          <cx:pt idx="19110">227.93000000000001</cx:pt>
          <cx:pt idx="19111">208.94</cx:pt>
          <cx:pt idx="19112">199.94999999999999</cx:pt>
          <cx:pt idx="19113">226.03</cx:pt>
          <cx:pt idx="19114">199.94999999999999</cx:pt>
          <cx:pt idx="19115">199.94999999999999</cx:pt>
          <cx:pt idx="19116">237.94</cx:pt>
          <cx:pt idx="19117">225.94999999999999</cx:pt>
          <cx:pt idx="19118">199.94999999999999</cx:pt>
          <cx:pt idx="19119">239.94</cx:pt>
          <cx:pt idx="19120">131.97999999999999</cx:pt>
          <cx:pt idx="19121">140.97</cx:pt>
          <cx:pt idx="19122">79.980000000000004</cx:pt>
          <cx:pt idx="19123">159.94999999999999</cx:pt>
          <cx:pt idx="19124">187.93000000000001</cx:pt>
          <cx:pt idx="19125">79.980000000000004</cx:pt>
          <cx:pt idx="19126">263.95999999999998</cx:pt>
          <cx:pt idx="19127">67.969999999999999</cx:pt>
          <cx:pt idx="19128">284.95999999999998</cx:pt>
          <cx:pt idx="19129">199.97</cx:pt>
          <cx:pt idx="19130">284.95999999999998</cx:pt>
          <cx:pt idx="19131">252.96000000000001</cx:pt>
          <cx:pt idx="19132">121.95999999999999</cx:pt>
          <cx:pt idx="19133">243.94999999999999</cx:pt>
          <cx:pt idx="19134">197.97</cx:pt>
          <cx:pt idx="19135">159.97</cx:pt>
          <cx:pt idx="19136">223.96000000000001</cx:pt>
          <cx:pt idx="19137">69.959999999999994</cx:pt>
          <cx:pt idx="19138">172.97</cx:pt>
          <cx:pt idx="19139">239.96000000000001</cx:pt>
          <cx:pt idx="19140">197.97</cx:pt>
          <cx:pt idx="19141">175.84999999999999</cx:pt>
          <cx:pt idx="19142">88.969999999999999</cx:pt>
          <cx:pt idx="19143">173.94</cx:pt>
          <cx:pt idx="19144">114.97</cx:pt>
          <cx:pt idx="19145">119.95999999999999</cx:pt>
          <cx:pt idx="19146">115.97</cx:pt>
          <cx:pt idx="19147">184.97</cx:pt>
          <cx:pt idx="19148">127.98</cx:pt>
          <cx:pt idx="19149">121.98</cx:pt>
          <cx:pt idx="19150">216.83000000000001</cx:pt>
          <cx:pt idx="19151">204.94</cx:pt>
          <cx:pt idx="19152">474.91000000000003</cx:pt>
          <cx:pt idx="19153">94.969999999999999</cx:pt>
          <cx:pt idx="19154">340.94999999999999</cx:pt>
          <cx:pt idx="19155">235.96000000000001</cx:pt>
          <cx:pt idx="19156">105.95999999999999</cx:pt>
          <cx:pt idx="19157">146.97</cx:pt>
          <cx:pt idx="19158">254.97</cx:pt>
          <cx:pt idx="19159">112.28</cx:pt>
          <cx:pt idx="19160">254.97</cx:pt>
          <cx:pt idx="19161">73.420000000000002</cx:pt>
          <cx:pt idx="19162">79.849999999999994</cx:pt>
          <cx:pt idx="19163">79.849999999999994</cx:pt>
          <cx:pt idx="19164">79.849999999999994</cx:pt>
          <cx:pt idx="19165">77.510000000000005</cx:pt>
          <cx:pt idx="19166">79.849999999999994</cx:pt>
          <cx:pt idx="19167">55.640000000000001</cx:pt>
          <cx:pt idx="19168">79.849999999999994</cx:pt>
          <cx:pt idx="19169">79.849999999999994</cx:pt>
          <cx:pt idx="19170">94.239999999999995</cx:pt>
          <cx:pt idx="19171">84.689999999999998</cx:pt>
          <cx:pt idx="19172">79.849999999999994</cx:pt>
          <cx:pt idx="19173">114.97</cx:pt>
          <cx:pt idx="19174">184.97</cx:pt>
          <cx:pt idx="19175">131.97999999999999</cx:pt>
          <cx:pt idx="19176">127.5</cx:pt>
          <cx:pt idx="19177">169.97999999999999</cx:pt>
          <cx:pt idx="19178">169.97999999999999</cx:pt>
          <cx:pt idx="19179">169.97999999999999</cx:pt>
          <cx:pt idx="19180">159.97999999999999</cx:pt>
          <cx:pt idx="19181">102.18000000000001</cx:pt>
          <cx:pt idx="19182">169.97999999999999</cx:pt>
          <cx:pt idx="19183">156.88</cx:pt>
          <cx:pt idx="19184">114.98</cx:pt>
          <cx:pt idx="19185">150.08000000000001</cx:pt>
          <cx:pt idx="19186">65.989999999999995</cx:pt>
          <cx:pt idx="19187">83.969999999999999</cx:pt>
          <cx:pt idx="19188">84.989999999999995</cx:pt>
          <cx:pt idx="19189">75.980000000000004</cx:pt>
          <cx:pt idx="19190">94.980000000000004</cx:pt>
          <cx:pt idx="19191">84.989999999999995</cx:pt>
          <cx:pt idx="19192">84.989999999999995</cx:pt>
          <cx:pt idx="19193">110.98</cx:pt>
          <cx:pt idx="19194">90.980000000000004</cx:pt>
          <cx:pt idx="19195">110.98</cx:pt>
          <cx:pt idx="19196">75.980000000000004</cx:pt>
          <cx:pt idx="19197">100.98</cx:pt>
          <cx:pt idx="19198">59.799999999999997</cx:pt>
          <cx:pt idx="19199">100.98</cx:pt>
          <cx:pt idx="19200">59.799999999999997</cx:pt>
          <cx:pt idx="19201">84.989999999999995</cx:pt>
          <cx:pt idx="19202">94.980000000000004</cx:pt>
          <cx:pt idx="19203">84.989999999999995</cx:pt>
          <cx:pt idx="19204">89.980000000000004</cx:pt>
          <cx:pt idx="19205">99.980000000000004</cx:pt>
          <cx:pt idx="19206">99.980000000000004</cx:pt>
          <cx:pt idx="19207">84.989999999999995</cx:pt>
          <cx:pt idx="19208">84.989999999999995</cx:pt>
          <cx:pt idx="19209">83.969999999999999</cx:pt>
          <cx:pt idx="19210">65.989999999999995</cx:pt>
          <cx:pt idx="19211">89.980000000000004</cx:pt>
          <cx:pt idx="19212">65.989999999999995</cx:pt>
          <cx:pt idx="19213">65.989999999999995</cx:pt>
          <cx:pt idx="19214">84.989999999999995</cx:pt>
          <cx:pt idx="19215">84.989999999999995</cx:pt>
          <cx:pt idx="19216">90.980000000000004</cx:pt>
          <cx:pt idx="19217">84.989999999999995</cx:pt>
          <cx:pt idx="19218">140.96000000000001</cx:pt>
          <cx:pt idx="19219">140.96000000000001</cx:pt>
          <cx:pt idx="19220">195.97</cx:pt>
          <cx:pt idx="19221">355.67000000000002</cx:pt>
          <cx:pt idx="19222">361.69</cx:pt>
          <cx:pt idx="19223">595.21000000000004</cx:pt>
          <cx:pt idx="19224">293.95999999999998</cx:pt>
          <cx:pt idx="19225">159.69999999999999</cx:pt>
          <cx:pt idx="19226">159.69999999999999</cx:pt>
          <cx:pt idx="19227">159.69999999999999</cx:pt>
          <cx:pt idx="19228">155.78</cx:pt>
          <cx:pt idx="19229">319.38999999999999</cx:pt>
          <cx:pt idx="19230">227.56</cx:pt>
          <cx:pt idx="19231">167.59</cx:pt>
          <cx:pt idx="19232">232.25</cx:pt>
          <cx:pt idx="19233">239.53999999999999</cx:pt>
          <cx:pt idx="19234">159.65000000000001</cx:pt>
          <cx:pt idx="19235">111.3</cx:pt>
          <cx:pt idx="19236">108.81999999999999</cx:pt>
          <cx:pt idx="19237">159.65000000000001</cx:pt>
          <cx:pt idx="19238">220.15000000000001</cx:pt>
          <cx:pt idx="19239">220.15000000000001</cx:pt>
          <cx:pt idx="19240">123.38</cx:pt>
          <cx:pt idx="19241">111.3</cx:pt>
          <cx:pt idx="19242">108.81999999999999</cx:pt>
          <cx:pt idx="19243">134.25</cx:pt>
          <cx:pt idx="19244">102.56999999999999</cx:pt>
          <cx:pt idx="19245">141.11000000000001</cx:pt>
          <cx:pt idx="19246">131.83000000000001</cx:pt>
          <cx:pt idx="19247">131.83000000000001</cx:pt>
          <cx:pt idx="19248">141.11000000000001</cx:pt>
          <cx:pt idx="19249">229.83000000000001</cx:pt>
          <cx:pt idx="19250">229.83000000000001</cx:pt>
          <cx:pt idx="19251">134.25</cx:pt>
          <cx:pt idx="19252">134.28999999999999</cx:pt>
          <cx:pt idx="19253">134.28999999999999</cx:pt>
          <cx:pt idx="19254">236.13999999999999</cx:pt>
          <cx:pt idx="19255">142.74000000000001</cx:pt>
          <cx:pt idx="19256">142.74000000000001</cx:pt>
          <cx:pt idx="19257">157.24000000000001</cx:pt>
          <cx:pt idx="19258">157.24000000000001</cx:pt>
          <cx:pt idx="19259">236.13999999999999</cx:pt>
          <cx:pt idx="19260">102.56999999999999</cx:pt>
          <cx:pt idx="19261">123.38</cx:pt>
          <cx:pt idx="19262">101.59</cx:pt>
          <cx:pt idx="19263">101.59</cx:pt>
          <cx:pt idx="19264">90.239999999999995</cx:pt>
          <cx:pt idx="19265">90.239999999999995</cx:pt>
          <cx:pt idx="19266">61.689999999999998</cx:pt>
          <cx:pt idx="19267">61.689999999999998</cx:pt>
          <cx:pt idx="19268">119.95999999999999</cx:pt>
          <cx:pt idx="19269">108.16</cx:pt>
          <cx:pt idx="19270">89.969999999999999</cx:pt>
          <cx:pt idx="19271">139.94999999999999</cx:pt>
          <cx:pt idx="19272">86.670000000000002</cx:pt>
          <cx:pt idx="19273">89.969999999999999</cx:pt>
          <cx:pt idx="19274">59.979999999999997</cx:pt>
          <cx:pt idx="19275">59.979999999999997</cx:pt>
          <cx:pt idx="19276">83.969999999999999</cx:pt>
          <cx:pt idx="19277">99.959999999999994</cx:pt>
          <cx:pt idx="19278">76.469999999999999</cx:pt>
          <cx:pt idx="19279">118.95</cx:pt>
          <cx:pt idx="19280">88.870000000000005</cx:pt>
          <cx:pt idx="19281">80.969999999999999</cx:pt>
          <cx:pt idx="19282">79.980000000000004</cx:pt>
          <cx:pt idx="19283">83.980000000000004</cx:pt>
          <cx:pt idx="19284">65.989999999999995</cx:pt>
          <cx:pt idx="19285">65.989999999999995</cx:pt>
          <cx:pt idx="19286">58.270000000000003</cx:pt>
          <cx:pt idx="19287">131.97999999999999</cx:pt>
          <cx:pt idx="19288">172.97</cx:pt>
          <cx:pt idx="19289">224.43000000000001</cx:pt>
          <cx:pt idx="19290">161.96000000000001</cx:pt>
          <cx:pt idx="19291">242.94</cx:pt>
          <cx:pt idx="19292">227.94999999999999</cx:pt>
          <cx:pt idx="19293">275.43000000000001</cx:pt>
          <cx:pt idx="19294">127.94</cx:pt>
          <cx:pt idx="19295">206.96000000000001</cx:pt>
          <cx:pt idx="19296">102.98</cx:pt>
          <cx:pt idx="19297">157.97</cx:pt>
          <cx:pt idx="19298">137.97999999999999</cx:pt>
          <cx:pt idx="19299">84.989999999999995</cx:pt>
          <cx:pt idx="19300">84.989999999999995</cx:pt>
          <cx:pt idx="19301">102.98</cx:pt>
          <cx:pt idx="19302">109.98</cx:pt>
          <cx:pt idx="19303">79.409999999999997</cx:pt>
          <cx:pt idx="19304">-33.899999999999999</cx:pt>
          <cx:pt idx="19305">151.52000000000001</cx:pt>
          <cx:pt idx="19306">84.989999999999995</cx:pt>
          <cx:pt idx="19307">84.989999999999995</cx:pt>
          <cx:pt idx="19308">149.97999999999999</cx:pt>
          <cx:pt idx="19309">79.400000000000006</cx:pt>
          <cx:pt idx="19310">102.98</cx:pt>
          <cx:pt idx="19311">-22.600000000000001</cx:pt>
          <cx:pt idx="19312">169.97999999999999</cx:pt>
          <cx:pt idx="19313">82.260000000000005</cx:pt>
          <cx:pt idx="19314">83.989999999999995</cx:pt>
          <cx:pt idx="19315">81.379999999999995</cx:pt>
          <cx:pt idx="19316">84.989999999999995</cx:pt>
          <cx:pt idx="19317">84.989999999999995</cx:pt>
          <cx:pt idx="19318">121.97</cx:pt>
          <cx:pt idx="19319">102.98</cx:pt>
          <cx:pt idx="19320">99.129999999999995</cx:pt>
          <cx:pt idx="19321">79.980000000000004</cx:pt>
          <cx:pt idx="19322">129.97999999999999</cx:pt>
          <cx:pt idx="19323">84.989999999999995</cx:pt>
          <cx:pt idx="19324">82.840000000000003</cx:pt>
          <cx:pt idx="19325">108.98</cx:pt>
          <cx:pt idx="19326">84.989999999999995</cx:pt>
          <cx:pt idx="19327">84.989999999999995</cx:pt>
          <cx:pt idx="19328">137.97999999999999</cx:pt>
          <cx:pt idx="19329">109.98</cx:pt>
          <cx:pt idx="19330">83.290000000000006</cx:pt>
          <cx:pt idx="19331">-20</cx:pt>
          <cx:pt idx="19332">118.93000000000001</cx:pt>
          <cx:pt idx="19333">84.140000000000001</cx:pt>
          <cx:pt idx="19334">59.390000000000001</cx:pt>
          <cx:pt idx="19335">103.83</cx:pt>
          <cx:pt idx="19336">83.790000000000006</cx:pt>
          <cx:pt idx="19337">82.629999999999995</cx:pt>
          <cx:pt idx="19338">77.980000000000004</cx:pt>
          <cx:pt idx="19339">70.180000000000007</cx:pt>
          <cx:pt idx="19340">65.439999999999998</cx:pt>
          <cx:pt idx="19341">84.989999999999995</cx:pt>
          <cx:pt idx="19342">52.759999999999998</cx:pt>
          <cx:pt idx="19343">84.989999999999995</cx:pt>
          <cx:pt idx="19344">75.090000000000003</cx:pt>
          <cx:pt idx="19345">84.989999999999995</cx:pt>
          <cx:pt idx="19346">113.28</cx:pt>
          <cx:pt idx="19347">76.489999999999995</cx:pt>
          <cx:pt idx="19348">76.540000000000006</cx:pt>
          <cx:pt idx="19349">64.269999999999996</cx:pt>
          <cx:pt idx="19350">84.989999999999995</cx:pt>
          <cx:pt idx="19351">84.989999999999995</cx:pt>
          <cx:pt idx="19352">76.489999999999995</cx:pt>
          <cx:pt idx="19353">653.29999999999995</cx:pt>
          <cx:pt idx="19354">659.89999999999998</cx:pt>
          <cx:pt idx="19355">659.89999999999998</cx:pt>
          <cx:pt idx="19356">184.97</cx:pt>
          <cx:pt idx="19357">144.47</cx:pt>
          <cx:pt idx="19358">242.46000000000001</cx:pt>
          <cx:pt idx="19359">184.97</cx:pt>
          <cx:pt idx="19360">184.97</cx:pt>
          <cx:pt idx="19361">273.94</cx:pt>
          <cx:pt idx="19362">242.96000000000001</cx:pt>
          <cx:pt idx="19363">50.990000000000002</cx:pt>
          <cx:pt idx="19364">291.94</cx:pt>
          <cx:pt idx="19365">219.46000000000001</cx:pt>
          <cx:pt idx="19366">263.95999999999998</cx:pt>
          <cx:pt idx="19367">239.53999999999999</cx:pt>
          <cx:pt idx="19368">283.63999999999999</cx:pt>
          <cx:pt idx="19369">239.53999999999999</cx:pt>
          <cx:pt idx="19370">297.55000000000001</cx:pt>
          <cx:pt idx="19371">361.70999999999998</cx:pt>
          <cx:pt idx="19372">159.69999999999999</cx:pt>
          <cx:pt idx="19373">399.24000000000001</cx:pt>
          <cx:pt idx="19374">319.38999999999999</cx:pt>
          <cx:pt idx="19375">223.21000000000001</cx:pt>
          <cx:pt idx="19376">86.780000000000001</cx:pt>
          <cx:pt idx="19377">71.939999999999998</cx:pt>
          <cx:pt idx="19378">87.939999999999998</cx:pt>
          <cx:pt idx="19379">95.620000000000005</cx:pt>
          <cx:pt idx="19380">89.930000000000007</cx:pt>
          <cx:pt idx="19381">79.939999999999998</cx:pt>
          <cx:pt idx="19382">156.88999999999999</cx:pt>
          <cx:pt idx="19383">99.930000000000007</cx:pt>
          <cx:pt idx="19384">71.939999999999998</cx:pt>
          <cx:pt idx="19385">84.989999999999995</cx:pt>
          <cx:pt idx="19386">206.97</cx:pt>
          <cx:pt idx="19387">169.97999999999999</cx:pt>
          <cx:pt idx="19388">254.97</cx:pt>
          <cx:pt idx="19389">254.97</cx:pt>
          <cx:pt idx="19390">121.98</cx:pt>
          <cx:pt idx="19391">183.94999999999999</cx:pt>
          <cx:pt idx="19392">88.760000000000005</cx:pt>
          <cx:pt idx="19393">99.980000000000004</cx:pt>
          <cx:pt idx="19394">177.96000000000001</cx:pt>
          <cx:pt idx="19395">300.93000000000001</cx:pt>
          <cx:pt idx="19396">275.75</cx:pt>
          <cx:pt idx="19397">201.66999999999999</cx:pt>
          <cx:pt idx="19398">103.98</cx:pt>
          <cx:pt idx="19399">124.73999999999999</cx:pt>
          <cx:pt idx="19400">253.56999999999999</cx:pt>
          <cx:pt idx="19401">45.479999999999997</cx:pt>
          <cx:pt idx="19402">59.979999999999997</cx:pt>
          <cx:pt idx="19403">131.86000000000001</cx:pt>
          <cx:pt idx="19404">84.989999999999995</cx:pt>
          <cx:pt idx="19405">84.989999999999995</cx:pt>
          <cx:pt idx="19406">76.489999999999995</cx:pt>
          <cx:pt idx="19407">130.38</cx:pt>
          <cx:pt idx="19408">84.989999999999995</cx:pt>
          <cx:pt idx="19409">84.989999999999995</cx:pt>
          <cx:pt idx="19410">84.989999999999995</cx:pt>
          <cx:pt idx="19411">84.989999999999995</cx:pt>
          <cx:pt idx="19412">84.989999999999995</cx:pt>
          <cx:pt idx="19413">84.989999999999995</cx:pt>
          <cx:pt idx="19414">84.989999999999995</cx:pt>
          <cx:pt idx="19415">84.989999999999995</cx:pt>
          <cx:pt idx="19416">71.439999999999998</cx:pt>
          <cx:pt idx="19417">84.989999999999995</cx:pt>
          <cx:pt idx="19418">58.979999999999997</cx:pt>
          <cx:pt idx="19419">89.980000000000004</cx:pt>
          <cx:pt idx="19420">84.989999999999995</cx:pt>
          <cx:pt idx="19421">89.980000000000004</cx:pt>
          <cx:pt idx="19422">84.579999999999998</cx:pt>
          <cx:pt idx="19423">97.040000000000006</cx:pt>
          <cx:pt idx="19424">28.43</cx:pt>
          <cx:pt idx="19425">89.980000000000004</cx:pt>
          <cx:pt idx="19426">46.289999999999999</cx:pt>
          <cx:pt idx="19427">89.980000000000004</cx:pt>
          <cx:pt idx="19428">89.980000000000004</cx:pt>
          <cx:pt idx="19429">65.989999999999995</cx:pt>
          <cx:pt idx="19430">89.980000000000004</cx:pt>
          <cx:pt idx="19431">84.989999999999995</cx:pt>
          <cx:pt idx="19432">56.979999999999997</cx:pt>
          <cx:pt idx="19433">129.97999999999999</cx:pt>
          <cx:pt idx="19434">89.980000000000004</cx:pt>
          <cx:pt idx="19435">89.980000000000004</cx:pt>
          <cx:pt idx="19436">44.539999999999999</cx:pt>
          <cx:pt idx="19437">89.980000000000004</cx:pt>
          <cx:pt idx="19438">89.980000000000004</cx:pt>
          <cx:pt idx="19439">89.980000000000004</cx:pt>
          <cx:pt idx="19440">87.280000000000001</cx:pt>
          <cx:pt idx="19441">84.680000000000007</cx:pt>
          <cx:pt idx="19442">85.930000000000007</cx:pt>
          <cx:pt idx="19443">89.980000000000004</cx:pt>
          <cx:pt idx="19444">89.980000000000004</cx:pt>
          <cx:pt idx="19445">45.159999999999997</cx:pt>
          <cx:pt idx="19446">89.980000000000004</cx:pt>
          <cx:pt idx="19447">89.980000000000004</cx:pt>
          <cx:pt idx="19448">88.180000000000007</cx:pt>
          <cx:pt idx="19449">89.980000000000004</cx:pt>
          <cx:pt idx="19450">36.289999999999999</cx:pt>
          <cx:pt idx="19451">89.980000000000004</cx:pt>
          <cx:pt idx="19452">229.47</cx:pt>
          <cx:pt idx="19453">68.989999999999995</cx:pt>
          <cx:pt idx="19454">238.78</cx:pt>
          <cx:pt idx="19455">146.97</cx:pt>
          <cx:pt idx="19456">184.97</cx:pt>
          <cx:pt idx="19457">131.97999999999999</cx:pt>
          <cx:pt idx="19458">64.980000000000004</cx:pt>
          <cx:pt idx="19459">199.96000000000001</cx:pt>
          <cx:pt idx="19460">131.97999999999999</cx:pt>
          <cx:pt idx="19461">197.97</cx:pt>
          <cx:pt idx="19462">146.97</cx:pt>
          <cx:pt idx="19463">79.980000000000004</cx:pt>
          <cx:pt idx="19464">79.980000000000004</cx:pt>
          <cx:pt idx="19465">159.94999999999999</cx:pt>
          <cx:pt idx="19466">131.97999999999999</cx:pt>
          <cx:pt idx="19467">131.97999999999999</cx:pt>
          <cx:pt idx="19468">105.98</cx:pt>
          <cx:pt idx="19469">131.97999999999999</cx:pt>
          <cx:pt idx="19470">131.97999999999999</cx:pt>
          <cx:pt idx="19471">146.97</cx:pt>
          <cx:pt idx="19472">131.97999999999999</cx:pt>
          <cx:pt idx="19473">65.989999999999995</cx:pt>
          <cx:pt idx="19474">76.340000000000003</cx:pt>
          <cx:pt idx="19475">131.97999999999999</cx:pt>
          <cx:pt idx="19476">67.980000000000004</cx:pt>
          <cx:pt idx="19477">123.34</cx:pt>
          <cx:pt idx="19478">302.94999999999999</cx:pt>
          <cx:pt idx="19479">124.13</cx:pt>
          <cx:pt idx="19480">269.95999999999998</cx:pt>
          <cx:pt idx="19481">239.97</cx:pt>
          <cx:pt idx="19482">91.980000000000004</cx:pt>
          <cx:pt idx="19483">244.97</cx:pt>
          <cx:pt idx="19484">204.97</cx:pt>
          <cx:pt idx="19485">239.97</cx:pt>
          <cx:pt idx="19486">334.95999999999998</cx:pt>
          <cx:pt idx="19487">262.05000000000001</cx:pt>
          <cx:pt idx="19488">466.81999999999999</cx:pt>
          <cx:pt idx="19489">164.97999999999999</cx:pt>
          <cx:pt idx="19490">159.97999999999999</cx:pt>
          <cx:pt idx="19491">234.97</cx:pt>
          <cx:pt idx="19492">215.97</cx:pt>
          <cx:pt idx="19493">84.989999999999995</cx:pt>
          <cx:pt idx="19494">197.97</cx:pt>
          <cx:pt idx="19495">39.479999999999997</cx:pt>
          <cx:pt idx="19496">39.479999999999997</cx:pt>
          <cx:pt idx="19497">147.97</cx:pt>
          <cx:pt idx="19498">179.94999999999999</cx:pt>
          <cx:pt idx="19499">147.97</cx:pt>
          <cx:pt idx="19500">-199.96000000000001</cx:pt>
          <cx:pt idx="19501">279.92000000000002</cx:pt>
          <cx:pt idx="19502">48.469999999999999</cx:pt>
          <cx:pt idx="19503">229.94999999999999</cx:pt>
          <cx:pt idx="19504">48.469999999999999</cx:pt>
          <cx:pt idx="19505">279.92000000000002</cx:pt>
          <cx:pt idx="19506">-199.96000000000001</cx:pt>
          <cx:pt idx="19507">197.97</cx:pt>
          <cx:pt idx="19508">179.94999999999999</cx:pt>
          <cx:pt idx="19509">237.96000000000001</cx:pt>
          <cx:pt idx="19510">237.96000000000001</cx:pt>
          <cx:pt idx="19511">229.94999999999999</cx:pt>
          <cx:pt idx="19512">324.79000000000002</cx:pt>
          <cx:pt idx="19513">324.79000000000002</cx:pt>
          <cx:pt idx="19514">90.950000000000003</cx:pt>
          <cx:pt idx="19515">90.950000000000003</cx:pt>
          <cx:pt idx="19516">767.76999999999998</cx:pt>
          <cx:pt idx="19517">339.95999999999998</cx:pt>
          <cx:pt idx="19518">127.81</cx:pt>
          <cx:pt idx="19519">133.94</cx:pt>
          <cx:pt idx="19520">303.82999999999998</cx:pt>
          <cx:pt idx="19521">254.97</cx:pt>
          <cx:pt idx="19522">254.97</cx:pt>
          <cx:pt idx="19523">424.94999999999999</cx:pt>
          <cx:pt idx="19524">67.870000000000005</cx:pt>
          <cx:pt idx="19525">149.97</cx:pt>
          <cx:pt idx="19526">145.94999999999999</cx:pt>
          <cx:pt idx="19527">169.97999999999999</cx:pt>
          <cx:pt idx="19528">169.97999999999999</cx:pt>
          <cx:pt idx="19529">169.97999999999999</cx:pt>
          <cx:pt idx="19530">172.97</cx:pt>
          <cx:pt idx="19531">169.97999999999999</cx:pt>
          <cx:pt idx="19532">169.97999999999999</cx:pt>
          <cx:pt idx="19533">169.97999999999999</cx:pt>
          <cx:pt idx="19534">160.94999999999999</cx:pt>
          <cx:pt idx="19535">171.47999999999999</cx:pt>
          <cx:pt idx="19536">169.97999999999999</cx:pt>
          <cx:pt idx="19537">84.980000000000004</cx:pt>
          <cx:pt idx="19538">159.97999999999999</cx:pt>
          <cx:pt idx="19539">131.97999999999999</cx:pt>
          <cx:pt idx="19540">188.97</cx:pt>
          <cx:pt idx="19541">207.96000000000001</cx:pt>
          <cx:pt idx="19542">152.97999999999999</cx:pt>
          <cx:pt idx="19543">188.97</cx:pt>
          <cx:pt idx="19544">169.97999999999999</cx:pt>
          <cx:pt idx="19545">351.94999999999999</cx:pt>
          <cx:pt idx="19546">339.95999999999998</cx:pt>
          <cx:pt idx="19547">190.16</cx:pt>
          <cx:pt idx="19548">140.83000000000001</cx:pt>
          <cx:pt idx="19549">339.95999999999998</cx:pt>
          <cx:pt idx="19550">339.95999999999998</cx:pt>
          <cx:pt idx="19551">96.980000000000004</cx:pt>
          <cx:pt idx="19552">235.15000000000001</cx:pt>
          <cx:pt idx="19553">351.94999999999999</cx:pt>
          <cx:pt idx="19554">266.94</cx:pt>
          <cx:pt idx="19555">197.97</cx:pt>
          <cx:pt idx="19556">399.94999999999999</cx:pt>
          <cx:pt idx="19557">266.95999999999998</cx:pt>
          <cx:pt idx="19558">127.51000000000001</cx:pt>
          <cx:pt idx="19559">271.94999999999999</cx:pt>
          <cx:pt idx="19560">84.989999999999995</cx:pt>
          <cx:pt idx="19561">84.989999999999995</cx:pt>
          <cx:pt idx="19562">73.409999999999997</cx:pt>
          <cx:pt idx="19563">131.97999999999999</cx:pt>
          <cx:pt idx="19564">150.97</cx:pt>
          <cx:pt idx="19565">103.98</cx:pt>
          <cx:pt idx="19566">121.98</cx:pt>
          <cx:pt idx="19567">110.95999999999999</cx:pt>
          <cx:pt idx="19568">84.989999999999995</cx:pt>
          <cx:pt idx="19569">118.78</cx:pt>
          <cx:pt idx="19570">131.97999999999999</cx:pt>
          <cx:pt idx="19571">74.989999999999995</cx:pt>
          <cx:pt idx="19572">131.97999999999999</cx:pt>
          <cx:pt idx="19573">168.21000000000001</cx:pt>
          <cx:pt idx="19574">204.25999999999999</cx:pt>
          <cx:pt idx="19575">143.97999999999999</cx:pt>
          <cx:pt idx="19576">120.3</cx:pt>
          <cx:pt idx="19577">165.27000000000001</cx:pt>
          <cx:pt idx="19578">168.30000000000001</cx:pt>
          <cx:pt idx="19579">169.97999999999999</cx:pt>
          <cx:pt idx="19580">168.28</cx:pt>
          <cx:pt idx="19581">141.97999999999999</cx:pt>
          <cx:pt idx="19582">166.63999999999999</cx:pt>
          <cx:pt idx="19583">166.63999999999999</cx:pt>
          <cx:pt idx="19584">109.98</cx:pt>
          <cx:pt idx="19585">84.989999999999995</cx:pt>
          <cx:pt idx="19586">80.980000000000004</cx:pt>
          <cx:pt idx="19587">84.989999999999995</cx:pt>
          <cx:pt idx="19588">99.980000000000004</cx:pt>
          <cx:pt idx="19589">80.319999999999993</cx:pt>
          <cx:pt idx="19590">83.989999999999995</cx:pt>
          <cx:pt idx="19591">84.989999999999995</cx:pt>
          <cx:pt idx="19592">84.989999999999995</cx:pt>
          <cx:pt idx="19593">65.189999999999998</cx:pt>
          <cx:pt idx="19594">83.079999999999998</cx:pt>
          <cx:pt idx="19595">99.980000000000004</cx:pt>
          <cx:pt idx="19596">83.140000000000001</cx:pt>
          <cx:pt idx="19597">84.140000000000001</cx:pt>
          <cx:pt idx="19598">99.980000000000004</cx:pt>
          <cx:pt idx="19599">98.280000000000001</cx:pt>
          <cx:pt idx="19600">65.989999999999995</cx:pt>
          <cx:pt idx="19601">63.859999999999999</cx:pt>
          <cx:pt idx="19602">64.670000000000002</cx:pt>
          <cx:pt idx="19603">94.980000000000004</cx:pt>
          <cx:pt idx="19604">169.97</cx:pt>
          <cx:pt idx="19605">53.960000000000001</cx:pt>
          <cx:pt idx="19606">233.44999999999999</cx:pt>
          <cx:pt idx="19607">65.299999999999997</cx:pt>
          <cx:pt idx="19608">177.68000000000001</cx:pt>
          <cx:pt idx="19609">66.5</cx:pt>
          <cx:pt idx="19610">79.849999999999994</cx:pt>
          <cx:pt idx="19611">87.069999999999993</cx:pt>
          <cx:pt idx="19612">77.950000000000003</cx:pt>
          <cx:pt idx="19613">75.950000000000003</cx:pt>
          <cx:pt idx="19614">69.989999999999995</cx:pt>
          <cx:pt idx="19615">67.959999999999994</cx:pt>
          <cx:pt idx="19616">62.020000000000003</cx:pt>
          <cx:pt idx="19617">55.979999999999997</cx:pt>
          <cx:pt idx="19618">54.979999999999997</cx:pt>
          <cx:pt idx="19619">219.96000000000001</cx:pt>
          <cx:pt idx="19620">259.89999999999998</cx:pt>
          <cx:pt idx="19621">257.30000000000001</cx:pt>
          <cx:pt idx="19622">259.89999999999998</cx:pt>
          <cx:pt idx="19623">251.31</cx:pt>
          <cx:pt idx="19624">32.630000000000003</cx:pt>
          <cx:pt idx="19625">56.82</cx:pt>
          <cx:pt idx="19626">48.350000000000001</cx:pt>
          <cx:pt idx="19627">25.390000000000001</cx:pt>
          <cx:pt idx="19628">55.960000000000001</cx:pt>
          <cx:pt idx="19629">55.960000000000001</cx:pt>
          <cx:pt idx="19630">55.960000000000001</cx:pt>
          <cx:pt idx="19631">55.960000000000001</cx:pt>
          <cx:pt idx="19632">79.989999999999995</cx:pt>
          <cx:pt idx="19633">61.979999999999997</cx:pt>
          <cx:pt idx="19634">77.980000000000004</cx:pt>
          <cx:pt idx="19635">109.98</cx:pt>
          <cx:pt idx="19636">219.96000000000001</cx:pt>
          <cx:pt idx="19637">121.45999999999999</cx:pt>
          <cx:pt idx="19638">89.980000000000004</cx:pt>
          <cx:pt idx="19639">202.94999999999999</cx:pt>
          <cx:pt idx="19640">219.93000000000001</cx:pt>
          <cx:pt idx="19641">62.960000000000001</cx:pt>
          <cx:pt idx="19642">73.480000000000004</cx:pt>
          <cx:pt idx="19643">119.95999999999999</cx:pt>
          <cx:pt idx="19644">99.959999999999994</cx:pt>
          <cx:pt idx="19645">71.969999999999999</cx:pt>
          <cx:pt idx="19646">74.980000000000004</cx:pt>
          <cx:pt idx="19647">85.980000000000004</cx:pt>
          <cx:pt idx="19648">169.97999999999999</cx:pt>
          <cx:pt idx="19649">109.98</cx:pt>
          <cx:pt idx="19650">91.980000000000004</cx:pt>
          <cx:pt idx="19651">100.98</cx:pt>
          <cx:pt idx="19652">81.980000000000004</cx:pt>
          <cx:pt idx="19653">100.98</cx:pt>
          <cx:pt idx="19654">58.979999999999997</cx:pt>
          <cx:pt idx="19655">84.989999999999995</cx:pt>
          <cx:pt idx="19656">95.969999999999999</cx:pt>
          <cx:pt idx="19657">79.239999999999995</cx:pt>
          <cx:pt idx="19658">89.549999999999997</cx:pt>
          <cx:pt idx="19659">54.990000000000002</cx:pt>
          <cx:pt idx="19660">84.989999999999995</cx:pt>
          <cx:pt idx="19661">54.990000000000002</cx:pt>
          <cx:pt idx="19662">219.91999999999999</cx:pt>
          <cx:pt idx="19663">63.960000000000001</cx:pt>
          <cx:pt idx="19664">202.91</cx:pt>
          <cx:pt idx="19665">68.969999999999999</cx:pt>
          <cx:pt idx="19666">52.229999999999997</cx:pt>
          <cx:pt idx="19667">52.229999999999997</cx:pt>
          <cx:pt idx="19668">67.469999999999999</cx:pt>
          <cx:pt idx="19669">67.469999999999999</cx:pt>
          <cx:pt idx="19670">68.969999999999999</cx:pt>
          <cx:pt idx="19671">99.959999999999994</cx:pt>
          <cx:pt idx="19672">99.959999999999994</cx:pt>
          <cx:pt idx="19673">60.979999999999997</cx:pt>
          <cx:pt idx="19674">31.489999999999998</cx:pt>
          <cx:pt idx="19675">51.060000000000002</cx:pt>
          <cx:pt idx="19676">64.989999999999995</cx:pt>
          <cx:pt idx="19677">64.989999999999995</cx:pt>
          <cx:pt idx="19678">53.990000000000002</cx:pt>
          <cx:pt idx="19679">165.56</cx:pt>
          <cx:pt idx="19680">78.640000000000001</cx:pt>
          <cx:pt idx="19681">62.100000000000001</cx:pt>
          <cx:pt idx="19682">101.62</cx:pt>
          <cx:pt idx="19683">116.14</cx:pt>
          <cx:pt idx="19684">133.66</cx:pt>
          <cx:pt idx="19685">122.17</cx:pt>
          <cx:pt idx="19686">147.59999999999999</cx:pt>
          <cx:pt idx="19687">79.849999999999994</cx:pt>
          <cx:pt idx="19688">104.04000000000001</cx:pt>
          <cx:pt idx="19689">117.20999999999999</cx:pt>
          <cx:pt idx="19690">79.849999999999994</cx:pt>
          <cx:pt idx="19691">131.87</cx:pt>
          <cx:pt idx="19692">79.849999999999994</cx:pt>
          <cx:pt idx="19693">79.849999999999994</cx:pt>
          <cx:pt idx="19694">85.280000000000001</cx:pt>
          <cx:pt idx="19695">93.150000000000006</cx:pt>
          <cx:pt idx="19696">70.989999999999995</cx:pt>
          <cx:pt idx="19697">59.979999999999997</cx:pt>
          <cx:pt idx="19698">99.959999999999994</cx:pt>
          <cx:pt idx="19699">59.380000000000003</cx:pt>
          <cx:pt idx="19700">97.159999999999997</cx:pt>
          <cx:pt idx="19701">29.48</cx:pt>
          <cx:pt idx="19702">53.979999999999997</cx:pt>
          <cx:pt idx="19703">21.579999999999998</cx:pt>
          <cx:pt idx="19704">82.969999999999999</cx:pt>
          <cx:pt idx="19705">75.980000000000004</cx:pt>
          <cx:pt idx="19706">71.980000000000004</cx:pt>
          <cx:pt idx="19707">129.16</cx:pt>
          <cx:pt idx="19708">141.62</cx:pt>
          <cx:pt idx="19709">127.47</cx:pt>
          <cx:pt idx="19710">126.25</cx:pt>
          <cx:pt idx="19711">145.91999999999999</cx:pt>
          <cx:pt idx="19712">129.97999999999999</cx:pt>
          <cx:pt idx="19713">127.47</cx:pt>
          <cx:pt idx="19714">172.12</cx:pt>
          <cx:pt idx="19715">212.46000000000001</cx:pt>
          <cx:pt idx="19716">179.97</cx:pt>
          <cx:pt idx="19717">73.140000000000001</cx:pt>
          <cx:pt idx="19718">196.50999999999999</cx:pt>
          <cx:pt idx="19719">139.97999999999999</cx:pt>
          <cx:pt idx="19720">99.980000000000004</cx:pt>
          <cx:pt idx="19721">79.969999999999999</cx:pt>
          <cx:pt idx="19722">241.90000000000001</cx:pt>
          <cx:pt idx="19723">59.960000000000001</cx:pt>
          <cx:pt idx="19724">73.969999999999999</cx:pt>
          <cx:pt idx="19725">144.96000000000001</cx:pt>
          <cx:pt idx="19726">46.490000000000002</cx:pt>
          <cx:pt idx="19727">65.989999999999995</cx:pt>
          <cx:pt idx="19728">47.479999999999997</cx:pt>
          <cx:pt idx="19729">78.950000000000003</cx:pt>
          <cx:pt idx="19730">139.96000000000001</cx:pt>
          <cx:pt idx="19731">127.31999999999999</cx:pt>
          <cx:pt idx="19732">230.44</cx:pt>
          <cx:pt idx="19733">-289.75999999999999</cx:pt>
          <cx:pt idx="19734">171.97</cx:pt>
          <cx:pt idx="19735">149.24000000000001</cx:pt>
          <cx:pt idx="19736">178.16999999999999</cx:pt>
          <cx:pt idx="19737">202.43000000000001</cx:pt>
          <cx:pt idx="19738">121.98</cx:pt>
          <cx:pt idx="19739">275.95999999999998</cx:pt>
          <cx:pt idx="19740">169.97999999999999</cx:pt>
          <cx:pt idx="19741">133.96000000000001</cx:pt>
          <cx:pt idx="19742">143.96000000000001</cx:pt>
          <cx:pt idx="19743">31.280000000000001</cx:pt>
          <cx:pt idx="19744">29.98</cx:pt>
          <cx:pt idx="19745">27.280000000000001</cx:pt>
          <cx:pt idx="19746">79.959999999999994</cx:pt>
          <cx:pt idx="19747">63.960000000000001</cx:pt>
          <cx:pt idx="19748">74.969999999999999</cx:pt>
          <cx:pt idx="19749">159.96000000000001</cx:pt>
          <cx:pt idx="19750">59.390000000000001</cx:pt>
          <cx:pt idx="19751">39.479999999999997</cx:pt>
          <cx:pt idx="19752">19.469999999999999</cx:pt>
          <cx:pt idx="19753">131.97999999999999</cx:pt>
          <cx:pt idx="19754">51.979999999999997</cx:pt>
          <cx:pt idx="19755">23.239999999999998</cx:pt>
          <cx:pt idx="19756">78.269999999999996</cx:pt>
          <cx:pt idx="19757">139.97</cx:pt>
          <cx:pt idx="19758">131.97999999999999</cx:pt>
          <cx:pt idx="19759">169.97999999999999</cx:pt>
          <cx:pt idx="19760">169.97999999999999</cx:pt>
          <cx:pt idx="19761">94.969999999999999</cx:pt>
          <cx:pt idx="19762">254.97</cx:pt>
          <cx:pt idx="19763">258.94</cx:pt>
          <cx:pt idx="19764">155.94999999999999</cx:pt>
          <cx:pt idx="19765">131.97999999999999</cx:pt>
          <cx:pt idx="19766">131.97999999999999</cx:pt>
          <cx:pt idx="19767">131.97999999999999</cx:pt>
          <cx:pt idx="19768">161.96000000000001</cx:pt>
          <cx:pt idx="19769">141.94999999999999</cx:pt>
          <cx:pt idx="19770">131.97999999999999</cx:pt>
          <cx:pt idx="19771">75.219999999999999</cx:pt>
          <cx:pt idx="19772">71.980000000000004</cx:pt>
          <cx:pt idx="19773">72.980000000000004</cx:pt>
          <cx:pt idx="19774">41.479999999999997</cx:pt>
          <cx:pt idx="19775">15.49</cx:pt>
          <cx:pt idx="19776">59.979999999999997</cx:pt>
          <cx:pt idx="19777">109.98</cx:pt>
          <cx:pt idx="19778">41.490000000000002</cx:pt>
          <cx:pt idx="19779">118.97</cx:pt>
          <cx:pt idx="19780">191.94</cx:pt>
          <cx:pt idx="19781">21.280000000000001</cx:pt>
          <cx:pt idx="19782">163.96000000000001</cx:pt>
          <cx:pt idx="19783">55.969999999999999</cx:pt>
          <cx:pt idx="19784">79.849999999999994</cx:pt>
          <cx:pt idx="19785">79.849999999999994</cx:pt>
          <cx:pt idx="19786">81.049999999999997</cx:pt>
          <cx:pt idx="19787">15.49</cx:pt>
          <cx:pt idx="19788">65.980000000000004</cx:pt>
          <cx:pt idx="19789">127.95999999999999</cx:pt>
          <cx:pt idx="19790">242.94</cx:pt>
          <cx:pt idx="19791">254.97</cx:pt>
          <cx:pt idx="19792">254.97</cx:pt>
          <cx:pt idx="19793">197.97</cx:pt>
          <cx:pt idx="19794">254.97</cx:pt>
          <cx:pt idx="19795">254.97</cx:pt>
          <cx:pt idx="19796">229.97</cx:pt>
          <cx:pt idx="19797">84.989999999999995</cx:pt>
          <cx:pt idx="19798">113.95999999999999</cx:pt>
          <cx:pt idx="19799">51.969999999999999</cx:pt>
          <cx:pt idx="19800">51.969999999999999</cx:pt>
          <cx:pt idx="19801">217.94999999999999</cx:pt>
          <cx:pt idx="19802">129.94999999999999</cx:pt>
          <cx:pt idx="19803">62.979999999999997</cx:pt>
          <cx:pt idx="19804">98.980000000000004</cx:pt>
          <cx:pt idx="19805">132.15000000000001</cx:pt>
          <cx:pt idx="19806">190.94999999999999</cx:pt>
          <cx:pt idx="19807">137.94</cx:pt>
          <cx:pt idx="19808">109.97</cx:pt>
          <cx:pt idx="19809">98.969999999999999</cx:pt>
          <cx:pt idx="19810">114.98</cx:pt>
          <cx:pt idx="19811">201.96000000000001</cx:pt>
          <cx:pt idx="19812">144.53</cx:pt>
          <cx:pt idx="19813">123.22</cx:pt>
          <cx:pt idx="19814">83.980000000000004</cx:pt>
          <cx:pt idx="19815">97.159999999999997</cx:pt>
          <cx:pt idx="19816">169.97999999999999</cx:pt>
          <cx:pt idx="19817">59.979999999999997</cx:pt>
          <cx:pt idx="19818">84.989999999999995</cx:pt>
          <cx:pt idx="19819">32.229999999999997</cx:pt>
          <cx:pt idx="19820">32.229999999999997</cx:pt>
          <cx:pt idx="19821">31.48</cx:pt>
          <cx:pt idx="19822">79.980000000000004</cx:pt>
          <cx:pt idx="19823">137.47</cx:pt>
          <cx:pt idx="19824">51.270000000000003</cx:pt>
          <cx:pt idx="19825">162.31</cx:pt>
          <cx:pt idx="19826">54.969999999999999</cx:pt>
          <cx:pt idx="19827">77.969999999999999</cx:pt>
          <cx:pt idx="19828">159.94999999999999</cx:pt>
          <cx:pt idx="19829">83.980000000000004</cx:pt>
          <cx:pt idx="19830">91.959999999999994</cx:pt>
          <cx:pt idx="19831">77.959999999999994</cx:pt>
          <cx:pt idx="19832">67.980000000000004</cx:pt>
          <cx:pt idx="19833">100.95</cx:pt>
          <cx:pt idx="19834">98.709999999999994</cx:pt>
          <cx:pt idx="19835">102.97</cx:pt>
          <cx:pt idx="19836">59.950000000000003</cx:pt>
          <cx:pt idx="19837">158.94</cx:pt>
          <cx:pt idx="19838">72.239999999999995</cx:pt>
          <cx:pt idx="19839">76.489999999999995</cx:pt>
          <cx:pt idx="19840">84.989999999999995</cx:pt>
          <cx:pt idx="19841">50.979999999999997</cx:pt>
          <cx:pt idx="19842">84.989999999999995</cx:pt>
          <cx:pt idx="19843">166.96000000000001</cx:pt>
          <cx:pt idx="19844">55.979999999999997</cx:pt>
          <cx:pt idx="19845">53.979999999999997</cx:pt>
          <cx:pt idx="19846">51.960000000000001</cx:pt>
          <cx:pt idx="19847">58.979999999999997</cx:pt>
          <cx:pt idx="19848">73.480000000000004</cx:pt>
          <cx:pt idx="19849">60.490000000000002</cx:pt>
          <cx:pt idx="19850">60.939999999999998</cx:pt>
          <cx:pt idx="19851">89.519999999999996</cx:pt>
          <cx:pt idx="19852">35.049999999999997</cx:pt>
          <cx:pt idx="19853">85.989999999999995</cx:pt>
          <cx:pt idx="19854">90.730000000000004</cx:pt>
          <cx:pt idx="19855">62.899999999999999</cx:pt>
          <cx:pt idx="19856">277.44999999999999</cx:pt>
          <cx:pt idx="19857">355.94999999999999</cx:pt>
          <cx:pt idx="19858">320.94999999999999</cx:pt>
          <cx:pt idx="19859">371.94</cx:pt>
          <cx:pt idx="19860">371.94</cx:pt>
          <cx:pt idx="19861">286.94999999999999</cx:pt>
          <cx:pt idx="19862">270.95999999999998</cx:pt>
          <cx:pt idx="19863">339.94999999999999</cx:pt>
          <cx:pt idx="19864">230.31999999999999</cx:pt>
          <cx:pt idx="19865">79.849999999999994</cx:pt>
          <cx:pt idx="19866">79.849999999999994</cx:pt>
          <cx:pt idx="19867">79.849999999999994</cx:pt>
          <cx:pt idx="19868">79.849999999999994</cx:pt>
          <cx:pt idx="19869">79.849999999999994</cx:pt>
          <cx:pt idx="19870">79.849999999999994</cx:pt>
          <cx:pt idx="19871">79.849999999999994</cx:pt>
          <cx:pt idx="19872">239.53999999999999</cx:pt>
          <cx:pt idx="19873">239.53999999999999</cx:pt>
          <cx:pt idx="19874">239.53999999999999</cx:pt>
          <cx:pt idx="19875">216.94</cx:pt>
          <cx:pt idx="19876">160.94999999999999</cx:pt>
          <cx:pt idx="19877">72.549999999999997</cx:pt>
          <cx:pt idx="19878">87.069999999999993</cx:pt>
          <cx:pt idx="19879">79.849999999999994</cx:pt>
          <cx:pt idx="19880">197.97</cx:pt>
          <cx:pt idx="19881">131.97999999999999</cx:pt>
          <cx:pt idx="19882">165.84</cx:pt>
          <cx:pt idx="19883">131.97999999999999</cx:pt>
          <cx:pt idx="19884">161.97</cx:pt>
          <cx:pt idx="19885">121.98</cx:pt>
          <cx:pt idx="19886">-197.97</cx:pt>
          <cx:pt idx="19887">131.97999999999999</cx:pt>
          <cx:pt idx="19888">131.97999999999999</cx:pt>
          <cx:pt idx="19889">136.68000000000001</cx:pt>
          <cx:pt idx="19890">197.97</cx:pt>
          <cx:pt idx="19891">121.98</cx:pt>
          <cx:pt idx="19892">215.46000000000001</cx:pt>
          <cx:pt idx="19893">150.25999999999999</cx:pt>
          <cx:pt idx="19894">197.97</cx:pt>
          <cx:pt idx="19895">46.469999999999999</cx:pt>
          <cx:pt idx="19896">21.48</cx:pt>
          <cx:pt idx="19897">64.109999999999999</cx:pt>
          <cx:pt idx="19898">142.49000000000001</cx:pt>
          <cx:pt idx="19899">55.979999999999997</cx:pt>
          <cx:pt idx="19900">50.380000000000003</cx:pt>
          <cx:pt idx="19901">51.979999999999997</cx:pt>
          <cx:pt idx="19902">49.979999999999997</cx:pt>
          <cx:pt idx="19903">65.989999999999995</cx:pt>
          <cx:pt idx="19904">26.489999999999998</cx:pt>
          <cx:pt idx="19905">65.989999999999995</cx:pt>
          <cx:pt idx="19906">96.780000000000001</cx:pt>
          <cx:pt idx="19907">142.13999999999999</cx:pt>
          <cx:pt idx="19908">56.969999999999999</cx:pt>
          <cx:pt idx="19909">84.989999999999995</cx:pt>
          <cx:pt idx="19910">84.989999999999995</cx:pt>
          <cx:pt idx="19911">135.06</cx:pt>
          <cx:pt idx="19912">135.06</cx:pt>
          <cx:pt idx="19913">111.95999999999999</cx:pt>
          <cx:pt idx="19914">173.22</cx:pt>
          <cx:pt idx="19915">102.59999999999999</cx:pt>
          <cx:pt idx="19916">114.79000000000001</cx:pt>
          <cx:pt idx="19917">157.44</cx:pt>
          <cx:pt idx="19918">104.06999999999999</cx:pt>
          <cx:pt idx="19919">121.97</cx:pt>
          <cx:pt idx="19920">127.81</cx:pt>
          <cx:pt idx="19921">52.979999999999997</cx:pt>
          <cx:pt idx="19922">72.969999999999999</cx:pt>
          <cx:pt idx="19923">51.979999999999997</cx:pt>
          <cx:pt idx="19924">31.489999999999998</cx:pt>
          <cx:pt idx="19925">65.299999999999997</cx:pt>
          <cx:pt idx="19926">61.670000000000002</cx:pt>
          <cx:pt idx="19927">65.299999999999997</cx:pt>
          <cx:pt idx="19928">32.039999999999999</cx:pt>
          <cx:pt idx="19929">69.950000000000003</cx:pt>
          <cx:pt idx="19930">85.930000000000007</cx:pt>
          <cx:pt idx="19931">63.960000000000001</cx:pt>
          <cx:pt idx="19932">145.93000000000001</cx:pt>
          <cx:pt idx="19933">69.980000000000004</cx:pt>
          <cx:pt idx="19934">65.969999999999999</cx:pt>
          <cx:pt idx="19935">161.94</cx:pt>
          <cx:pt idx="19936">81.489999999999995</cx:pt>
          <cx:pt idx="19937">125.92</cx:pt>
          <cx:pt idx="19938">194.96000000000001</cx:pt>
          <cx:pt idx="19939">55.979999999999997</cx:pt>
          <cx:pt idx="19940">194.96000000000001</cx:pt>
          <cx:pt idx="19941">169.97999999999999</cx:pt>
          <cx:pt idx="19942">55.979999999999997</cx:pt>
          <cx:pt idx="19943">-49.990000000000002</cx:pt>
          <cx:pt idx="19944">-49.990000000000002</cx:pt>
          <cx:pt idx="19945">79.980000000000004</cx:pt>
          <cx:pt idx="19946">169.97999999999999</cx:pt>
          <cx:pt idx="19947">79.980000000000004</cx:pt>
          <cx:pt idx="19948">56.979999999999997</cx:pt>
          <cx:pt idx="19949">89.969999999999999</cx:pt>
          <cx:pt idx="19950">107.94</cx:pt>
          <cx:pt idx="19951">19.940000000000001</cx:pt>
          <cx:pt idx="19952">18.559999999999999</cx:pt>
          <cx:pt idx="19953">70.769999999999996</cx:pt>
          <cx:pt idx="19954">18.989999999999998</cx:pt>
          <cx:pt idx="19955">53.219999999999999</cx:pt>
          <cx:pt idx="19956">19.34</cx:pt>
          <cx:pt idx="19957">82.590000000000003</cx:pt>
          <cx:pt idx="19958">102.14</cx:pt>
          <cx:pt idx="19959">57.979999999999997</cx:pt>
          <cx:pt idx="19960">67.980000000000004</cx:pt>
          <cx:pt idx="19961">70.969999999999999</cx:pt>
          <cx:pt idx="19962">76.579999999999998</cx:pt>
          <cx:pt idx="19963">117.28</cx:pt>
          <cx:pt idx="19964">101.97</cx:pt>
          <cx:pt idx="19965">278.24000000000001</cx:pt>
          <cx:pt idx="19966">275.81999999999999</cx:pt>
          <cx:pt idx="19967">185.97</cx:pt>
          <cx:pt idx="19968">159.69999999999999</cx:pt>
          <cx:pt idx="19969">179.03999999999999</cx:pt>
          <cx:pt idx="19970">198.38999999999999</cx:pt>
          <cx:pt idx="19971">147.59999999999999</cx:pt>
          <cx:pt idx="19972">135.47</cx:pt>
          <cx:pt idx="19973">220.44999999999999</cx:pt>
          <cx:pt idx="19974">147.59999999999999</cx:pt>
          <cx:pt idx="19975">128.24000000000001</cx:pt>
          <cx:pt idx="19976">169.97999999999999</cx:pt>
          <cx:pt idx="19977">159.69999999999999</cx:pt>
          <cx:pt idx="19978">51.969999999999999</cx:pt>
          <cx:pt idx="19979">50.969999999999999</cx:pt>
          <cx:pt idx="19980">218.97</cx:pt>
          <cx:pt idx="19981">28.27</cx:pt>
          <cx:pt idx="19982">20.289999999999999</cx:pt>
          <cx:pt idx="19983">20.940000000000001</cx:pt>
          <cx:pt idx="19984">39.280000000000001</cx:pt>
          <cx:pt idx="19985">39.280000000000001</cx:pt>
          <cx:pt idx="19986">20.940000000000001</cx:pt>
          <cx:pt idx="19987">20.289999999999999</cx:pt>
          <cx:pt idx="19988">28.27</cx:pt>
          <cx:pt idx="19989">99.989999999999995</cx:pt>
          <cx:pt idx="19990">99.989999999999995</cx:pt>
          <cx:pt idx="19991">95.969999999999999</cx:pt>
          <cx:pt idx="19992">71.959999999999994</cx:pt>
          <cx:pt idx="19993">50.969999999999999</cx:pt>
          <cx:pt idx="19994">53.960000000000001</cx:pt>
          <cx:pt idx="19995">150.66999999999999</cx:pt>
          <cx:pt idx="19996">200.88</cx:pt>
          <cx:pt idx="19997">120.97</cx:pt>
          <cx:pt idx="19998">138.97999999999999</cx:pt>
          <cx:pt idx="19999">308.93000000000001</cx:pt>
          <cx:pt idx="20000">70.489999999999995</cx:pt>
          <cx:pt idx="20001">162.16</cx:pt>
          <cx:pt idx="20002">60.460000000000001</cx:pt>
          <cx:pt idx="20003">409.94999999999999</cx:pt>
          <cx:pt idx="20004">167.88999999999999</cx:pt>
          <cx:pt idx="20005">172.47999999999999</cx:pt>
          <cx:pt idx="20006">192.47</cx:pt>
          <cx:pt idx="20007">83.980000000000004</cx:pt>
          <cx:pt idx="20008">51.990000000000002</cx:pt>
          <cx:pt idx="20009">49.990000000000002</cx:pt>
          <cx:pt idx="20010">32.509999999999998</cx:pt>
          <cx:pt idx="20011">15.49</cx:pt>
          <cx:pt idx="20012">43.490000000000002</cx:pt>
          <cx:pt idx="20013">52.979999999999997</cx:pt>
          <cx:pt idx="20014">84.989999999999995</cx:pt>
          <cx:pt idx="20015">129.97</cx:pt>
          <cx:pt idx="20016">123.97</cx:pt>
          <cx:pt idx="20017">92.870000000000005</cx:pt>
          <cx:pt idx="20018">85.980000000000004</cx:pt>
          <cx:pt idx="20019">128.97</cx:pt>
          <cx:pt idx="20020">154.97999999999999</cx:pt>
          <cx:pt idx="20021">72.969999999999999</cx:pt>
          <cx:pt idx="20022">60.969999999999999</cx:pt>
          <cx:pt idx="20023">80.959999999999994</cx:pt>
          <cx:pt idx="20024">54.979999999999997</cx:pt>
          <cx:pt idx="20025">99.900000000000006</cx:pt>
          <cx:pt idx="20026">59.939999999999998</cx:pt>
          <cx:pt idx="20027">149.97</cx:pt>
          <cx:pt idx="20028">11.289999999999999</cx:pt>
          <cx:pt idx="20029">14.289999999999999</cx:pt>
          <cx:pt idx="20030">105.94</cx:pt>
          <cx:pt idx="20031">112.18000000000001</cx:pt>
          <cx:pt idx="20032">68.969999999999999</cx:pt>
          <cx:pt idx="20033">-1.3</cx:pt>
          <cx:pt idx="20034">172.97</cx:pt>
          <cx:pt idx="20035">-1.3</cx:pt>
          <cx:pt idx="20036">67.890000000000001</cx:pt>
          <cx:pt idx="20037">56.960000000000001</cx:pt>
          <cx:pt idx="20038">134.97</cx:pt>
          <cx:pt idx="20039">83.640000000000001</cx:pt>
          <cx:pt idx="20040">100.98</cx:pt>
          <cx:pt idx="20041">100.98</cx:pt>
          <cx:pt idx="20042">60.990000000000002</cx:pt>
          <cx:pt idx="20043">60.990000000000002</cx:pt>
          <cx:pt idx="20044">54.979999999999997</cx:pt>
          <cx:pt idx="20045">54.979999999999997</cx:pt>
          <cx:pt idx="20046">90.980000000000004</cx:pt>
          <cx:pt idx="20047">63.140000000000001</cx:pt>
          <cx:pt idx="20048">145.66999999999999</cx:pt>
          <cx:pt idx="20049">68.870000000000005</cx:pt>
          <cx:pt idx="20050">139.97999999999999</cx:pt>
          <cx:pt idx="20051">74.969999999999999</cx:pt>
          <cx:pt idx="20052">93.010000000000005</cx:pt>
          <cx:pt idx="20053">143.81</cx:pt>
          <cx:pt idx="20054">64.980000000000004</cx:pt>
          <cx:pt idx="20055">63.479999999999997</cx:pt>
          <cx:pt idx="20056">61.979999999999997</cx:pt>
          <cx:pt idx="20057">128.68000000000001</cx:pt>
          <cx:pt idx="20058">131.97999999999999</cx:pt>
          <cx:pt idx="20059">131.97999999999999</cx:pt>
          <cx:pt idx="20060">131.97999999999999</cx:pt>
          <cx:pt idx="20061">131.97999999999999</cx:pt>
          <cx:pt idx="20062">197.97</cx:pt>
          <cx:pt idx="20063">131.97999999999999</cx:pt>
          <cx:pt idx="20064">126.7</cx:pt>
          <cx:pt idx="20065">117.02</cx:pt>
          <cx:pt idx="20066">130.66</cx:pt>
          <cx:pt idx="20067">99.980000000000004</cx:pt>
          <cx:pt idx="20068">130.66</cx:pt>
          <cx:pt idx="20069">131.97999999999999</cx:pt>
          <cx:pt idx="20070">16.489999999999998</cx:pt>
          <cx:pt idx="20071">61.960000000000001</cx:pt>
          <cx:pt idx="20072">71.969999999999999</cx:pt>
          <cx:pt idx="20073">52.18</cx:pt>
          <cx:pt idx="20074">50.969999999999999</cx:pt>
          <cx:pt idx="20075">54.369999999999997</cx:pt>
          <cx:pt idx="20076">57.960000000000001</cx:pt>
          <cx:pt idx="20077">50.969999999999999</cx:pt>
          <cx:pt idx="20078">73.569999999999993</cx:pt>
          <cx:pt idx="20079">144.31</cx:pt>
          <cx:pt idx="20080">54.990000000000002</cx:pt>
          <cx:pt idx="20081">54.990000000000002</cx:pt>
          <cx:pt idx="20082">160.96000000000001</cx:pt>
          <cx:pt idx="20083">160.96000000000001</cx:pt>
          <cx:pt idx="20084">186.97</cx:pt>
          <cx:pt idx="20085">53.969999999999999</cx:pt>
          <cx:pt idx="20086">215.88999999999999</cx:pt>
          <cx:pt idx="20087">213.94999999999999</cx:pt>
          <cx:pt idx="20088">49.979999999999997</cx:pt>
          <cx:pt idx="20089">51.969999999999999</cx:pt>
          <cx:pt idx="20090">55.960000000000001</cx:pt>
          <cx:pt idx="20091">217.28</cx:pt>
          <cx:pt idx="20092">84.989999999999995</cx:pt>
          <cx:pt idx="20093">320.99000000000001</cx:pt>
          <cx:pt idx="20094">268.95999999999998</cx:pt>
          <cx:pt idx="20095">268.95999999999998</cx:pt>
          <cx:pt idx="20096">180.97</cx:pt>
          <cx:pt idx="20097">51.289999999999999</cx:pt>
          <cx:pt idx="20098">64.989999999999995</cx:pt>
          <cx:pt idx="20099">64.989999999999995</cx:pt>
          <cx:pt idx="20100">113.95</cx:pt>
          <cx:pt idx="20101">99.950000000000003</cx:pt>
          <cx:pt idx="20102">108.84999999999999</cx:pt>
          <cx:pt idx="20103">87.920000000000002</cx:pt>
          <cx:pt idx="20104">49.590000000000003</cx:pt>
          <cx:pt idx="20105">72.549999999999997</cx:pt>
          <cx:pt idx="20106">72.549999999999997</cx:pt>
          <cx:pt idx="20107">76.219999999999999</cx:pt>
          <cx:pt idx="20108">72.579999999999998</cx:pt>
          <cx:pt idx="20109">-72.579999999999998</cx:pt>
          <cx:pt idx="20110">159.69999999999999</cx:pt>
          <cx:pt idx="20111">233.94</cx:pt>
          <cx:pt idx="20112">104.92</cx:pt>
          <cx:pt idx="20113">152.97999999999999</cx:pt>
          <cx:pt idx="20114">84.989999999999995</cx:pt>
          <cx:pt idx="20115">84.650000000000006</cx:pt>
          <cx:pt idx="20116">151.21000000000001</cx:pt>
          <cx:pt idx="20117">235.84999999999999</cx:pt>
          <cx:pt idx="20118">84.069999999999993</cx:pt>
          <cx:pt idx="20119">226.13999999999999</cx:pt>
          <cx:pt idx="20120">51.289999999999999</cx:pt>
          <cx:pt idx="20121">23.280000000000001</cx:pt>
          <cx:pt idx="20122">73.569999999999993</cx:pt>
          <cx:pt idx="20123">65.989999999999995</cx:pt>
          <cx:pt idx="20124">65.989999999999995</cx:pt>
          <cx:pt idx="20125">65.989999999999995</cx:pt>
          <cx:pt idx="20126">65.989999999999995</cx:pt>
          <cx:pt idx="20127">65.989999999999995</cx:pt>
          <cx:pt idx="20128">60.869999999999997</cx:pt>
          <cx:pt idx="20129">51.090000000000003</cx:pt>
          <cx:pt idx="20130">65.989999999999995</cx:pt>
          <cx:pt idx="20131">60.869999999999997</cx:pt>
          <cx:pt idx="20132">65.989999999999995</cx:pt>
          <cx:pt idx="20133">65.989999999999995</cx:pt>
          <cx:pt idx="20134">51.090000000000003</cx:pt>
          <cx:pt idx="20135">65.989999999999995</cx:pt>
          <cx:pt idx="20136">65.989999999999995</cx:pt>
          <cx:pt idx="20137">99.980000000000004</cx:pt>
          <cx:pt idx="20138">65.989999999999995</cx:pt>
          <cx:pt idx="20139">65.989999999999995</cx:pt>
          <cx:pt idx="20140">65.989999999999995</cx:pt>
          <cx:pt idx="20141">65.989999999999995</cx:pt>
          <cx:pt idx="20142">65.989999999999995</cx:pt>
          <cx:pt idx="20143">105.98</cx:pt>
          <cx:pt idx="20144">65.989999999999995</cx:pt>
          <cx:pt idx="20145">65.989999999999995</cx:pt>
          <cx:pt idx="20146">65.989999999999995</cx:pt>
          <cx:pt idx="20147">99.980000000000004</cx:pt>
          <cx:pt idx="20148">65.989999999999995</cx:pt>
          <cx:pt idx="20149">105.98</cx:pt>
          <cx:pt idx="20150">65.989999999999995</cx:pt>
          <cx:pt idx="20151">65.989999999999995</cx:pt>
          <cx:pt idx="20152">49.990000000000002</cx:pt>
          <cx:pt idx="20153">65.989999999999995</cx:pt>
          <cx:pt idx="20154">65.989999999999995</cx:pt>
          <cx:pt idx="20155">65.989999999999995</cx:pt>
          <cx:pt idx="20156">49.990000000000002</cx:pt>
          <cx:pt idx="20157">65.989999999999995</cx:pt>
          <cx:pt idx="20158">65.989999999999995</cx:pt>
          <cx:pt idx="20159">69.980000000000004</cx:pt>
          <cx:pt idx="20160">69.980000000000004</cx:pt>
          <cx:pt idx="20161">73.980000000000004</cx:pt>
          <cx:pt idx="20162">51.960000000000001</cx:pt>
          <cx:pt idx="20163">56.969999999999999</cx:pt>
          <cx:pt idx="20164">104.31</cx:pt>
          <cx:pt idx="20165">-1.5</cx:pt>
          <cx:pt idx="20166">39.479999999999997</cx:pt>
          <cx:pt idx="20167">39.479999999999997</cx:pt>
          <cx:pt idx="20168">79.980000000000004</cx:pt>
          <cx:pt idx="20169">31.93</cx:pt>
          <cx:pt idx="20170">84.989999999999995</cx:pt>
          <cx:pt idx="20171">216.93000000000001</cx:pt>
          <cx:pt idx="20172">22.239999999999998</cx:pt>
          <cx:pt idx="20173">84.980000000000004</cx:pt>
          <cx:pt idx="20174">21.489999999999998</cx:pt>
          <cx:pt idx="20175">21.489999999999998</cx:pt>
          <cx:pt idx="20176">23.489999999999998</cx:pt>
          <cx:pt idx="20177">23.489999999999998</cx:pt>
          <cx:pt idx="20178">22.239999999999998</cx:pt>
          <cx:pt idx="20179">59.979999999999997</cx:pt>
          <cx:pt idx="20180">59.960000000000001</cx:pt>
          <cx:pt idx="20181">185.97</cx:pt>
          <cx:pt idx="20182">85.969999999999999</cx:pt>
          <cx:pt idx="20183">164.94</cx:pt>
          <cx:pt idx="20184">169.97999999999999</cx:pt>
          <cx:pt idx="20185">131.84999999999999</cx:pt>
          <cx:pt idx="20186">193.46000000000001</cx:pt>
          <cx:pt idx="20187">181.77000000000001</cx:pt>
          <cx:pt idx="20188">105.97</cx:pt>
          <cx:pt idx="20189">84.989999999999995</cx:pt>
          <cx:pt idx="20190">159.97999999999999</cx:pt>
          <cx:pt idx="20191">163.18000000000001</cx:pt>
          <cx:pt idx="20192">169.97999999999999</cx:pt>
          <cx:pt idx="20193">140.56999999999999</cx:pt>
          <cx:pt idx="20194">137.97999999999999</cx:pt>
          <cx:pt idx="20195">131.97999999999999</cx:pt>
          <cx:pt idx="20196">201.96000000000001</cx:pt>
          <cx:pt idx="20197">139.96000000000001</cx:pt>
          <cx:pt idx="20198">169.97999999999999</cx:pt>
          <cx:pt idx="20199">222.96000000000001</cx:pt>
          <cx:pt idx="20200">59.979999999999997</cx:pt>
          <cx:pt idx="20201">235.15000000000001</cx:pt>
          <cx:pt idx="20202">-52.979999999999997</cx:pt>
          <cx:pt idx="20203">52.979999999999997</cx:pt>
          <cx:pt idx="20204">18.989999999999998</cx:pt>
          <cx:pt idx="20205">99.989999999999995</cx:pt>
          <cx:pt idx="20206">52.979999999999997</cx:pt>
          <cx:pt idx="20207">52.979999999999997</cx:pt>
          <cx:pt idx="20208">100.97</cx:pt>
          <cx:pt idx="20209">94.980000000000004</cx:pt>
          <cx:pt idx="20210">102.95</cx:pt>
          <cx:pt idx="20211">109.95999999999999</cx:pt>
          <cx:pt idx="20212">71.980000000000004</cx:pt>
          <cx:pt idx="20213">79.980000000000004</cx:pt>
          <cx:pt idx="20214">36.090000000000003</cx:pt>
          <cx:pt idx="20215">59.979999999999997</cx:pt>
          <cx:pt idx="20216">21.079999999999998</cx:pt>
          <cx:pt idx="20217">106.95999999999999</cx:pt>
          <cx:pt idx="20218">155.88</cx:pt>
          <cx:pt idx="20219">56.969999999999999</cx:pt>
          <cx:pt idx="20220">51.270000000000003</cx:pt>
          <cx:pt idx="20221">56.969999999999999</cx:pt>
          <cx:pt idx="20222">233.56999999999999</cx:pt>
          <cx:pt idx="20223">-79.989999999999995</cx:pt>
          <cx:pt idx="20224">239.97</cx:pt>
          <cx:pt idx="20225">159.97999999999999</cx:pt>
          <cx:pt idx="20226">163.27000000000001</cx:pt>
          <cx:pt idx="20227">239.97</cx:pt>
          <cx:pt idx="20228">232.83000000000001</cx:pt>
          <cx:pt idx="20229">239.97</cx:pt>
          <cx:pt idx="20230">160.25999999999999</cx:pt>
          <cx:pt idx="20231">159.97999999999999</cx:pt>
          <cx:pt idx="20232">156.94</cx:pt>
          <cx:pt idx="20233">238.96000000000001</cx:pt>
          <cx:pt idx="20234">239.97</cx:pt>
          <cx:pt idx="20235">238.37</cx:pt>
          <cx:pt idx="20236">159.97999999999999</cx:pt>
          <cx:pt idx="20237">59.960000000000001</cx:pt>
          <cx:pt idx="20238">121.98</cx:pt>
          <cx:pt idx="20239">238.37</cx:pt>
          <cx:pt idx="20240">26.489999999999998</cx:pt>
          <cx:pt idx="20241">71.980000000000004</cx:pt>
          <cx:pt idx="20242">94.469999999999999</cx:pt>
          <cx:pt idx="20243">119.97</cx:pt>
          <cx:pt idx="20244">119.97</cx:pt>
          <cx:pt idx="20245">109.45999999999999</cx:pt>
          <cx:pt idx="20246">94.469999999999999</cx:pt>
          <cx:pt idx="20247">109.45999999999999</cx:pt>
          <cx:pt idx="20248">78.590000000000003</cx:pt>
          <cx:pt idx="20249">94.310000000000002</cx:pt>
          <cx:pt idx="20250">61.670000000000002</cx:pt>
          <cx:pt idx="20251">88.959999999999994</cx:pt>
          <cx:pt idx="20252">71.939999999999998</cx:pt>
          <cx:pt idx="20253">51.460000000000001</cx:pt>
          <cx:pt idx="20254">79.849999999999994</cx:pt>
          <cx:pt idx="20255">88.170000000000002</cx:pt>
          <cx:pt idx="20256">66.400000000000006</cx:pt>
          <cx:pt idx="20257">215.31</cx:pt>
          <cx:pt idx="20258">215.96000000000001</cx:pt>
          <cx:pt idx="20259">215.96000000000001</cx:pt>
          <cx:pt idx="20260">215.96000000000001</cx:pt>
          <cx:pt idx="20261">215.96000000000001</cx:pt>
          <cx:pt idx="20262">215.96000000000001</cx:pt>
          <cx:pt idx="20263">215.96000000000001</cx:pt>
          <cx:pt idx="20264">72.549999999999997</cx:pt>
          <cx:pt idx="20265">226.44999999999999</cx:pt>
          <cx:pt idx="20266">71.099999999999994</cx:pt>
          <cx:pt idx="20267">72.549999999999997</cx:pt>
          <cx:pt idx="20268">197.78999999999999</cx:pt>
          <cx:pt idx="20269">71.099999999999994</cx:pt>
          <cx:pt idx="20270">109.17</cx:pt>
          <cx:pt idx="20271">71.829999999999998</cx:pt>
          <cx:pt idx="20272">71.099999999999994</cx:pt>
          <cx:pt idx="20273">65.290000000000006</cx:pt>
          <cx:pt idx="20274">141.40000000000001</cx:pt>
          <cx:pt idx="20275">95.989999999999995</cx:pt>
          <cx:pt idx="20276">79.980000000000004</cx:pt>
          <cx:pt idx="20277">59.979999999999997</cx:pt>
          <cx:pt idx="20278">50.979999999999997</cx:pt>
          <cx:pt idx="20279">50.979999999999997</cx:pt>
          <cx:pt idx="20280">53.979999999999997</cx:pt>
          <cx:pt idx="20281">215.88</cx:pt>
          <cx:pt idx="20282">59.960000000000001</cx:pt>
          <cx:pt idx="20283">59.960000000000001</cx:pt>
          <cx:pt idx="20284">149.97</cx:pt>
          <cx:pt idx="20285">149.97</cx:pt>
          <cx:pt idx="20286">62.469999999999999</cx:pt>
          <cx:pt idx="20287">69.989999999999995</cx:pt>
          <cx:pt idx="20288">69.989999999999995</cx:pt>
          <cx:pt idx="20289">44.039999999999999</cx:pt>
          <cx:pt idx="20290">21.289999999999999</cx:pt>
          <cx:pt idx="20291">84.980000000000004</cx:pt>
          <cx:pt idx="20292">39.380000000000003</cx:pt>
          <cx:pt idx="20293">79.980000000000004</cx:pt>
          <cx:pt idx="20294">131.97999999999999</cx:pt>
          <cx:pt idx="20295">131.97999999999999</cx:pt>
          <cx:pt idx="20296">211.96000000000001</cx:pt>
          <cx:pt idx="20297">70.980000000000004</cx:pt>
          <cx:pt idx="20298">61.979999999999997</cx:pt>
          <cx:pt idx="20299">61.979999999999997</cx:pt>
          <cx:pt idx="20300">129.94999999999999</cx:pt>
          <cx:pt idx="20301">56.490000000000002</cx:pt>
          <cx:pt idx="20302">108.72</cx:pt>
          <cx:pt idx="20303">62.630000000000003</cx:pt>
          <cx:pt idx="20304">92.969999999999999</cx:pt>
          <cx:pt idx="20305">53.979999999999997</cx:pt>
          <cx:pt idx="20306">146.97</cx:pt>
          <cx:pt idx="20307">51.289999999999999</cx:pt>
          <cx:pt idx="20308">83.969999999999999</cx:pt>
          <cx:pt idx="20309">69.980000000000004</cx:pt>
          <cx:pt idx="20310">76.489999999999995</cx:pt>
          <cx:pt idx="20311">53.979999999999997</cx:pt>
          <cx:pt idx="20312">84.989999999999995</cx:pt>
          <cx:pt idx="20313">259.93000000000001</cx:pt>
          <cx:pt idx="20314">71.980000000000004</cx:pt>
          <cx:pt idx="20315">123.64</cx:pt>
          <cx:pt idx="20316">29.98</cx:pt>
          <cx:pt idx="20317">113.45999999999999</cx:pt>
          <cx:pt idx="20318">163.94999999999999</cx:pt>
          <cx:pt idx="20319">99.980000000000004</cx:pt>
          <cx:pt idx="20320">64.980000000000004</cx:pt>
          <cx:pt idx="20321">94.969999999999999</cx:pt>
          <cx:pt idx="20322">159.96000000000001</cx:pt>
          <cx:pt idx="20323">84.980000000000004</cx:pt>
          <cx:pt idx="20324">113.11</cx:pt>
          <cx:pt idx="20325">120.69</cx:pt>
          <cx:pt idx="20326">49.990000000000002</cx:pt>
          <cx:pt idx="20327">83.969999999999999</cx:pt>
          <cx:pt idx="20328">93.129999999999995</cx:pt>
          <cx:pt idx="20329">51.759999999999998</cx:pt>
          <cx:pt idx="20330">53.969999999999999</cx:pt>
          <cx:pt idx="20331">22.949999999999999</cx:pt>
          <cx:pt idx="20332">63.960000000000001</cx:pt>
          <cx:pt idx="20333">159.69999999999999</cx:pt>
          <cx:pt idx="20334">73.799999999999997</cx:pt>
          <cx:pt idx="20335">53.219999999999999</cx:pt>
          <cx:pt idx="20336">62.289999999999999</cx:pt>
          <cx:pt idx="20337">182.66999999999999</cx:pt>
          <cx:pt idx="20338">233.50999999999999</cx:pt>
          <cx:pt idx="20339">181.44999999999999</cx:pt>
          <cx:pt idx="20340">239.53999999999999</cx:pt>
          <cx:pt idx="20341">76.489999999999995</cx:pt>
          <cx:pt idx="20342">84.980000000000004</cx:pt>
          <cx:pt idx="20343">99.980000000000004</cx:pt>
          <cx:pt idx="20344">114.98</cx:pt>
          <cx:pt idx="20345">134.97999999999999</cx:pt>
          <cx:pt idx="20346">79.969999999999999</cx:pt>
          <cx:pt idx="20347">89.549999999999997</cx:pt>
          <cx:pt idx="20348">104.69</cx:pt>
          <cx:pt idx="20349">175.91999999999999</cx:pt>
          <cx:pt idx="20350">112.97</cx:pt>
          <cx:pt idx="20351">56.969999999999999</cx:pt>
          <cx:pt idx="20352">155.33000000000001</cx:pt>
          <cx:pt idx="20353">70.980000000000004</cx:pt>
          <cx:pt idx="20354">77.969999999999999</cx:pt>
          <cx:pt idx="20355">50.979999999999997</cx:pt>
          <cx:pt idx="20356">173.94999999999999</cx:pt>
          <cx:pt idx="20357">163.93000000000001</cx:pt>
          <cx:pt idx="20358">153.75</cx:pt>
          <cx:pt idx="20359">177.96000000000001</cx:pt>
          <cx:pt idx="20360">162.96000000000001</cx:pt>
          <cx:pt idx="20361">180.96000000000001</cx:pt>
          <cx:pt idx="20362">105.98</cx:pt>
          <cx:pt idx="20363">185.94</cx:pt>
          <cx:pt idx="20364">177.96000000000001</cx:pt>
          <cx:pt idx="20365">159.97999999999999</cx:pt>
          <cx:pt idx="20366">203.94999999999999</cx:pt>
          <cx:pt idx="20367">173.96000000000001</cx:pt>
          <cx:pt idx="20368">177.96000000000001</cx:pt>
          <cx:pt idx="20369">65.980000000000004</cx:pt>
          <cx:pt idx="20370">151.18000000000001</cx:pt>
          <cx:pt idx="20371">50.979999999999997</cx:pt>
          <cx:pt idx="20372">69.989999999999995</cx:pt>
          <cx:pt idx="20373">84.980000000000004</cx:pt>
          <cx:pt idx="20374">59.490000000000002</cx:pt>
          <cx:pt idx="20375">20.489999999999998</cx:pt>
          <cx:pt idx="20376">63.979999999999997</cx:pt>
          <cx:pt idx="20377">117.76000000000001</cx:pt>
          <cx:pt idx="20378">135.87</cx:pt>
          <cx:pt idx="20379">67.489999999999995</cx:pt>
          <cx:pt idx="20380">29.489999999999998</cx:pt>
          <cx:pt idx="20381">97.969999999999999</cx:pt>
          <cx:pt idx="20382">-1.5</cx:pt>
          <cx:pt idx="20383">84.569999999999993</cx:pt>
          <cx:pt idx="20384">99.969999999999999</cx:pt>
          <cx:pt idx="20385">52.960000000000001</cx:pt>
          <cx:pt idx="20386">49.079999999999998</cx:pt>
          <cx:pt idx="20387">84.980000000000004</cx:pt>
          <cx:pt idx="20388">169.97999999999999</cx:pt>
          <cx:pt idx="20389">89.980000000000004</cx:pt>
          <cx:pt idx="20390">159.44</cx:pt>
          <cx:pt idx="20391">51.289999999999999</cx:pt>
          <cx:pt idx="20392">121.98</cx:pt>
          <cx:pt idx="20393">214.97</cx:pt>
          <cx:pt idx="20394">160.68000000000001</cx:pt>
          <cx:pt idx="20395">131.97999999999999</cx:pt>
          <cx:pt idx="20396">159.97999999999999</cx:pt>
          <cx:pt idx="20397">169.97999999999999</cx:pt>
          <cx:pt idx="20398">188.96000000000001</cx:pt>
          <cx:pt idx="20399">54.369999999999997</cx:pt>
          <cx:pt idx="20400">69.989999999999995</cx:pt>
          <cx:pt idx="20401">96.969999999999999</cx:pt>
          <cx:pt idx="20402">116.97</cx:pt>
          <cx:pt idx="20403">69.989999999999995</cx:pt>
          <cx:pt idx="20404">65.980000000000004</cx:pt>
          <cx:pt idx="20405">84.980000000000004</cx:pt>
          <cx:pt idx="20406">62.960000000000001</cx:pt>
          <cx:pt idx="20407">56.670000000000002</cx:pt>
          <cx:pt idx="20408">63.880000000000003</cx:pt>
          <cx:pt idx="20409">63.880000000000003</cx:pt>
          <cx:pt idx="20410">56.670000000000002</cx:pt>
          <cx:pt idx="20411">51.759999999999998</cx:pt>
          <cx:pt idx="20412">51.759999999999998</cx:pt>
          <cx:pt idx="20413">63.880000000000003</cx:pt>
          <cx:pt idx="20414">51.759999999999998</cx:pt>
          <cx:pt idx="20415">63.880000000000003</cx:pt>
          <cx:pt idx="20416">56.670000000000002</cx:pt>
          <cx:pt idx="20417">56.670000000000002</cx:pt>
          <cx:pt idx="20418">56.670000000000002</cx:pt>
          <cx:pt idx="20419">56.670000000000002</cx:pt>
          <cx:pt idx="20420">51.759999999999998</cx:pt>
          <cx:pt idx="20421">63.880000000000003</cx:pt>
          <cx:pt idx="20422">104.27</cx:pt>
          <cx:pt idx="20423">104.27</cx:pt>
          <cx:pt idx="20424">51.280000000000001</cx:pt>
          <cx:pt idx="20425">51.280000000000001</cx:pt>
          <cx:pt idx="20426">51.280000000000001</cx:pt>
          <cx:pt idx="20427">51.280000000000001</cx:pt>
          <cx:pt idx="20428">51.280000000000001</cx:pt>
          <cx:pt idx="20429">49.990000000000002</cx:pt>
          <cx:pt idx="20430">49.990000000000002</cx:pt>
          <cx:pt idx="20431">51.759999999999998</cx:pt>
          <cx:pt idx="20432">49.990000000000002</cx:pt>
          <cx:pt idx="20433">49.990000000000002</cx:pt>
          <cx:pt idx="20434">63.880000000000003</cx:pt>
          <cx:pt idx="20435">49.990000000000002</cx:pt>
          <cx:pt idx="20436">104.27</cx:pt>
          <cx:pt idx="20437">104.27</cx:pt>
          <cx:pt idx="20438">104.27</cx:pt>
          <cx:pt idx="20439">104.27</cx:pt>
          <cx:pt idx="20440">49.990000000000002</cx:pt>
          <cx:pt idx="20441">51.280000000000001</cx:pt>
          <cx:pt idx="20442">51.759999999999998</cx:pt>
          <cx:pt idx="20443">59.380000000000003</cx:pt>
          <cx:pt idx="20444">59.380000000000003</cx:pt>
          <cx:pt idx="20445">59.380000000000003</cx:pt>
          <cx:pt idx="20446">59.380000000000003</cx:pt>
          <cx:pt idx="20447">59.380000000000003</cx:pt>
          <cx:pt idx="20448">59.380000000000003</cx:pt>
          <cx:pt idx="20449">14.99</cx:pt>
          <cx:pt idx="20450">59.969999999999999</cx:pt>
          <cx:pt idx="20451">155.94</cx:pt>
          <cx:pt idx="20452">94.469999999999999</cx:pt>
          <cx:pt idx="20453">49.990000000000002</cx:pt>
          <cx:pt idx="20454">74.980000000000004</cx:pt>
          <cx:pt idx="20455">148.97</cx:pt>
          <cx:pt idx="20456">182.94999999999999</cx:pt>
          <cx:pt idx="20457">59.979999999999997</cx:pt>
          <cx:pt idx="20458">58.969999999999999</cx:pt>
          <cx:pt idx="20459">79.980000000000004</cx:pt>
          <cx:pt idx="20460">59.979999999999997</cx:pt>
          <cx:pt idx="20461">89.969999999999999</cx:pt>
          <cx:pt idx="20462">60.979999999999997</cx:pt>
          <cx:pt idx="20463">99.980000000000004</cx:pt>
          <cx:pt idx="20464">58.770000000000003</cx:pt>
          <cx:pt idx="20465">59.979999999999997</cx:pt>
          <cx:pt idx="20466">77.489999999999995</cx:pt>
          <cx:pt idx="20467">87</cx:pt>
          <cx:pt idx="20468">58.780000000000001</cx:pt>
          <cx:pt idx="20469">59.979999999999997</cx:pt>
          <cx:pt idx="20470">67.379999999999995</cx:pt>
          <cx:pt idx="20471">89.969999999999999</cx:pt>
          <cx:pt idx="20472">57.090000000000003</cx:pt>
          <cx:pt idx="20473">89.969999999999999</cx:pt>
          <cx:pt idx="20474">59.969999999999999</cx:pt>
          <cx:pt idx="20475">59.979999999999997</cx:pt>
          <cx:pt idx="20476">98.370000000000005</cx:pt>
          <cx:pt idx="20477">58.479999999999997</cx:pt>
          <cx:pt idx="20478">84.989999999999995</cx:pt>
          <cx:pt idx="20479">58.579999999999998</cx:pt>
          <cx:pt idx="20480">59.979999999999997</cx:pt>
          <cx:pt idx="20481">29.989999999999998</cx:pt>
          <cx:pt idx="20482">59.979999999999997</cx:pt>
          <cx:pt idx="20483">59.979999999999997</cx:pt>
          <cx:pt idx="20484">59.079999999999998</cx:pt>
          <cx:pt idx="20485">64.980000000000004</cx:pt>
          <cx:pt idx="20486">59.979999999999997</cx:pt>
          <cx:pt idx="20487">59.979999999999997</cx:pt>
          <cx:pt idx="20488">87.969999999999999</cx:pt>
          <cx:pt idx="20489">86.090000000000003</cx:pt>
          <cx:pt idx="20490">79.980000000000004</cx:pt>
          <cx:pt idx="20491">59.979999999999997</cx:pt>
          <cx:pt idx="20492">74.980000000000004</cx:pt>
          <cx:pt idx="20493">88.469999999999999</cx:pt>
          <cx:pt idx="20494">113.77</cx:pt>
          <cx:pt idx="20495">59.950000000000003</cx:pt>
          <cx:pt idx="20496">229.94999999999999</cx:pt>
          <cx:pt idx="20497">209.94</cx:pt>
          <cx:pt idx="20498">209.93000000000001</cx:pt>
          <cx:pt idx="20499">59.979999999999997</cx:pt>
          <cx:pt idx="20500">63.979999999999997</cx:pt>
          <cx:pt idx="20501">105.97</cx:pt>
          <cx:pt idx="20502">119.97</cx:pt>
          <cx:pt idx="20503">89.980000000000004</cx:pt>
          <cx:pt idx="20504">69.980000000000004</cx:pt>
          <cx:pt idx="20505">69.980000000000004</cx:pt>
          <cx:pt idx="20506">53.979999999999997</cx:pt>
          <cx:pt idx="20507">50.979999999999997</cx:pt>
          <cx:pt idx="20508">50.979999999999997</cx:pt>
          <cx:pt idx="20509">53.979999999999997</cx:pt>
          <cx:pt idx="20510">53.979999999999997</cx:pt>
          <cx:pt idx="20511">74.969999999999999</cx:pt>
          <cx:pt idx="20512">80.969999999999999</cx:pt>
          <cx:pt idx="20513">67.489999999999995</cx:pt>
          <cx:pt idx="20514">86.290000000000006</cx:pt>
          <cx:pt idx="20515">61.979999999999997</cx:pt>
          <cx:pt idx="20516">67.290000000000006</cx:pt>
          <cx:pt idx="20517">75.469999999999999</cx:pt>
          <cx:pt idx="20518">75.480000000000004</cx:pt>
          <cx:pt idx="20519">67.489999999999995</cx:pt>
          <cx:pt idx="20520">67.489999999999995</cx:pt>
          <cx:pt idx="20521">67.489999999999995</cx:pt>
          <cx:pt idx="20522">65.989999999999995</cx:pt>
          <cx:pt idx="20523">61.979999999999997</cx:pt>
          <cx:pt idx="20524">84.989999999999995</cx:pt>
          <cx:pt idx="20525">67.489999999999995</cx:pt>
          <cx:pt idx="20526">52.969999999999999</cx:pt>
          <cx:pt idx="20527">67.489999999999995</cx:pt>
          <cx:pt idx="20528">67.489999999999995</cx:pt>
          <cx:pt idx="20529">83.480000000000004</cx:pt>
          <cx:pt idx="20530">56.969999999999999</cx:pt>
          <cx:pt idx="20531">39.479999999999997</cx:pt>
          <cx:pt idx="20532">39.479999999999997</cx:pt>
          <cx:pt idx="20533">81.650000000000006</cx:pt>
          <cx:pt idx="20534">81.650000000000006</cx:pt>
          <cx:pt idx="20535">112.47</cx:pt>
          <cx:pt idx="20536">112.47</cx:pt>
          <cx:pt idx="20537">81.650000000000006</cx:pt>
          <cx:pt idx="20538">112.47</cx:pt>
          <cx:pt idx="20539">32.799999999999997</cx:pt>
          <cx:pt idx="20540">67.480000000000004</cx:pt>
          <cx:pt idx="20541">63.969999999999999</cx:pt>
          <cx:pt idx="20542">55.979999999999997</cx:pt>
          <cx:pt idx="20543">89.769999999999996</cx:pt>
          <cx:pt idx="20544">99.480000000000004</cx:pt>
          <cx:pt idx="20545">51.289999999999999</cx:pt>
          <cx:pt idx="20546">73.480000000000004</cx:pt>
          <cx:pt idx="20547">73.239999999999995</cx:pt>
          <cx:pt idx="20548">169.97999999999999</cx:pt>
          <cx:pt idx="20549">132.97999999999999</cx:pt>
          <cx:pt idx="20550">65.989999999999995</cx:pt>
          <cx:pt idx="20551">61.369999999999997</cx:pt>
          <cx:pt idx="20552">33.479999999999997</cx:pt>
          <cx:pt idx="20553">131.97999999999999</cx:pt>
          <cx:pt idx="20554">65.989999999999995</cx:pt>
          <cx:pt idx="20555">79.980000000000004</cx:pt>
          <cx:pt idx="20556">126.23999999999999</cx:pt>
          <cx:pt idx="20557">155.58000000000001</cx:pt>
          <cx:pt idx="20558">188.97</cx:pt>
          <cx:pt idx="20559">139.06</cx:pt>
          <cx:pt idx="20560">65.989999999999995</cx:pt>
          <cx:pt idx="20561">60.979999999999997</cx:pt>
          <cx:pt idx="20562">69.969999999999999</cx:pt>
          <cx:pt idx="20563">46.079999999999998</cx:pt>
          <cx:pt idx="20564">68.969999999999999</cx:pt>
          <cx:pt idx="20565">20.289999999999999</cx:pt>
          <cx:pt idx="20566">93.560000000000002</cx:pt>
          <cx:pt idx="20567">98.969999999999999</cx:pt>
          <cx:pt idx="20568">79.980000000000004</cx:pt>
          <cx:pt idx="20569">212.94999999999999</cx:pt>
          <cx:pt idx="20570">161.80000000000001</cx:pt>
          <cx:pt idx="20571">195.56999999999999</cx:pt>
          <cx:pt idx="20572">125.38</cx:pt>
          <cx:pt idx="20573">121.98</cx:pt>
          <cx:pt idx="20574">104.93000000000001</cx:pt>
          <cx:pt idx="20575">131.97999999999999</cx:pt>
          <cx:pt idx="20576">169.97999999999999</cx:pt>
          <cx:pt idx="20577">137.97999999999999</cx:pt>
          <cx:pt idx="20578">169.97999999999999</cx:pt>
          <cx:pt idx="20579">152.97999999999999</cx:pt>
          <cx:pt idx="20580">191.94</cx:pt>
          <cx:pt idx="20581">164.59</cx:pt>
          <cx:pt idx="20582">215.97</cx:pt>
          <cx:pt idx="20583">124.05</cx:pt>
          <cx:pt idx="20584">152.97999999999999</cx:pt>
          <cx:pt idx="20585">169.97999999999999</cx:pt>
          <cx:pt idx="20586">152.97999999999999</cx:pt>
          <cx:pt idx="20587">99.980000000000004</cx:pt>
          <cx:pt idx="20588">161.38999999999999</cx:pt>
          <cx:pt idx="20589">169.97999999999999</cx:pt>
          <cx:pt idx="20590">57.950000000000003</cx:pt>
          <cx:pt idx="20591">122.36</cx:pt>
          <cx:pt idx="20592">20.489999999999998</cx:pt>
          <cx:pt idx="20593">123.95</cx:pt>
          <cx:pt idx="20594">88.969999999999999</cx:pt>
          <cx:pt idx="20595">91.349999999999994</cx:pt>
          <cx:pt idx="20596">51.979999999999997</cx:pt>
          <cx:pt idx="20597">210.97</cx:pt>
          <cx:pt idx="20598">42.240000000000002</cx:pt>
          <cx:pt idx="20599">98.879999999999995</cx:pt>
          <cx:pt idx="20600">109.98</cx:pt>
          <cx:pt idx="20601">201.97</cx:pt>
          <cx:pt idx="20602">329.94999999999999</cx:pt>
          <cx:pt idx="20603">211.96000000000001</cx:pt>
          <cx:pt idx="20604">131.97999999999999</cx:pt>
          <cx:pt idx="20605">131.97999999999999</cx:pt>
          <cx:pt idx="20606">227.94999999999999</cx:pt>
          <cx:pt idx="20607">172.25</cx:pt>
          <cx:pt idx="20608">105.98</cx:pt>
          <cx:pt idx="20609">99.980000000000004</cx:pt>
          <cx:pt idx="20610">163.46000000000001</cx:pt>
          <cx:pt idx="20611">263.95999999999998</cx:pt>
          <cx:pt idx="20612">131.97999999999999</cx:pt>
          <cx:pt idx="20613">131.97999999999999</cx:pt>
          <cx:pt idx="20614">263.95999999999998</cx:pt>
          <cx:pt idx="20615">197.97</cx:pt>
          <cx:pt idx="20616">20.289999999999999</cx:pt>
          <cx:pt idx="20617">93.579999999999998</cx:pt>
          <cx:pt idx="20618">89.989999999999995</cx:pt>
          <cx:pt idx="20619">106.97</cx:pt>
          <cx:pt idx="20620">31.93</cx:pt>
          <cx:pt idx="20621">24.489999999999998</cx:pt>
          <cx:pt idx="20622">34.609999999999999</cx:pt>
          <cx:pt idx="20623">36.490000000000002</cx:pt>
          <cx:pt idx="20624">31.489999999999998</cx:pt>
          <cx:pt idx="20625">54.990000000000002</cx:pt>
          <cx:pt idx="20626">40.490000000000002</cx:pt>
          <cx:pt idx="20627">168.25999999999999</cx:pt>
          <cx:pt idx="20628">64.989999999999995</cx:pt>
          <cx:pt idx="20629">65.969999999999999</cx:pt>
          <cx:pt idx="20630">77.379999999999995</cx:pt>
          <cx:pt idx="20631">84.989999999999995</cx:pt>
          <cx:pt idx="20632">84.989999999999995</cx:pt>
          <cx:pt idx="20633">84.989999999999995</cx:pt>
          <cx:pt idx="20634">84.989999999999995</cx:pt>
          <cx:pt idx="20635">131.97999999999999</cx:pt>
          <cx:pt idx="20636">169.97999999999999</cx:pt>
          <cx:pt idx="20637">84.989999999999995</cx:pt>
          <cx:pt idx="20638">65.989999999999995</cx:pt>
          <cx:pt idx="20639">84.989999999999995</cx:pt>
          <cx:pt idx="20640">84.989999999999995</cx:pt>
          <cx:pt idx="20641">168.96000000000001</cx:pt>
          <cx:pt idx="20642">84.989999999999995</cx:pt>
          <cx:pt idx="20643">75.090000000000003</cx:pt>
          <cx:pt idx="20644">84.989999999999995</cx:pt>
          <cx:pt idx="20645">65.989999999999995</cx:pt>
          <cx:pt idx="20646">194.56</cx:pt>
          <cx:pt idx="20647">176.13</cx:pt>
          <cx:pt idx="20648">79.980000000000004</cx:pt>
          <cx:pt idx="20649">121.47</cx:pt>
          <cx:pt idx="20650">110.98</cx:pt>
          <cx:pt idx="20651">79.849999999999994</cx:pt>
          <cx:pt idx="20652">150</cx:pt>
          <cx:pt idx="20653">83.469999999999999</cx:pt>
          <cx:pt idx="20654">78.629999999999995</cx:pt>
          <cx:pt idx="20655">67.739999999999995</cx:pt>
          <cx:pt idx="20656">54.979999999999997</cx:pt>
          <cx:pt idx="20657">89.969999999999999</cx:pt>
          <cx:pt idx="20658">64.969999999999999</cx:pt>
          <cx:pt idx="20659">66.489999999999995</cx:pt>
          <cx:pt idx="20660">163.27000000000001</cx:pt>
          <cx:pt idx="20661">207.94</cx:pt>
          <cx:pt idx="20662">67.980000000000004</cx:pt>
          <cx:pt idx="20663">84.989999999999995</cx:pt>
          <cx:pt idx="20664">54.990000000000002</cx:pt>
          <cx:pt idx="20665">23.48</cx:pt>
          <cx:pt idx="20666">79.980000000000004</cx:pt>
          <cx:pt idx="20667">23.48</cx:pt>
          <cx:pt idx="20668">23.48</cx:pt>
          <cx:pt idx="20669">23.48</cx:pt>
          <cx:pt idx="20670">56.969999999999999</cx:pt>
          <cx:pt idx="20671">75.959999999999994</cx:pt>
          <cx:pt idx="20672">134.97</cx:pt>
          <cx:pt idx="20673">76.489999999999995</cx:pt>
          <cx:pt idx="20674">34.939999999999998</cx:pt>
          <cx:pt idx="20675">35.439999999999998</cx:pt>
          <cx:pt idx="20676">114.98</cx:pt>
          <cx:pt idx="20677">286.94999999999999</cx:pt>
          <cx:pt idx="20678">166.97</cx:pt>
          <cx:pt idx="20679">249.97</cx:pt>
          <cx:pt idx="20680">243.96000000000001</cx:pt>
          <cx:pt idx="20681">293.36000000000001</cx:pt>
          <cx:pt idx="20682">182.96000000000001</cx:pt>
          <cx:pt idx="20683">251.93000000000001</cx:pt>
          <cx:pt idx="20684">156.97</cx:pt>
          <cx:pt idx="20685">128.00999999999999</cx:pt>
          <cx:pt idx="20686">56.18</cx:pt>
          <cx:pt idx="20687">174.94999999999999</cx:pt>
          <cx:pt idx="20688">304.92000000000002</cx:pt>
          <cx:pt idx="20689">222.44</cx:pt>
          <cx:pt idx="20690">236.96000000000001</cx:pt>
          <cx:pt idx="20691">195.44999999999999</cx:pt>
          <cx:pt idx="20692">165.24000000000001</cx:pt>
          <cx:pt idx="20693">96.859999999999999</cx:pt>
          <cx:pt idx="20694">50.829999999999998</cx:pt>
          <cx:pt idx="20695">160.50999999999999</cx:pt>
          <cx:pt idx="20696">229.22</cx:pt>
          <cx:pt idx="20697">136.06</cx:pt>
          <cx:pt idx="20698">93.010000000000005</cx:pt>
          <cx:pt idx="20699">92.959999999999994</cx:pt>
          <cx:pt idx="20700">59.969999999999999</cx:pt>
          <cx:pt idx="20701">65.980000000000004</cx:pt>
          <cx:pt idx="20702">-9.9900000000000002</cx:pt>
          <cx:pt idx="20703">92.760000000000005</cx:pt>
          <cx:pt idx="20704">116.12</cx:pt>
          <cx:pt idx="20705">93.859999999999999</cx:pt>
          <cx:pt idx="20706">72.870000000000005</cx:pt>
          <cx:pt idx="20707">96.780000000000001</cx:pt>
          <cx:pt idx="20708">161.12</cx:pt>
          <cx:pt idx="20709">96.780000000000001</cx:pt>
          <cx:pt idx="20710">116.12</cx:pt>
          <cx:pt idx="20711">67.739999999999995</cx:pt>
          <cx:pt idx="20712">95.150000000000006</cx:pt>
          <cx:pt idx="20713">145.15000000000001</cx:pt>
          <cx:pt idx="20714">96.780000000000001</cx:pt>
          <cx:pt idx="20715">67.739999999999995</cx:pt>
          <cx:pt idx="20716">96.780000000000001</cx:pt>
          <cx:pt idx="20717">113.22</cx:pt>
          <cx:pt idx="20718">116.12</cx:pt>
          <cx:pt idx="20719">96.780000000000001</cx:pt>
          <cx:pt idx="20720">193.55000000000001</cx:pt>
          <cx:pt idx="20721">91.920000000000002</cx:pt>
          <cx:pt idx="20722">94.840000000000003</cx:pt>
          <cx:pt idx="20723">226.97</cx:pt>
          <cx:pt idx="20724">54.990000000000002</cx:pt>
          <cx:pt idx="20725">86.290000000000006</cx:pt>
          <cx:pt idx="20726">67.280000000000001</cx:pt>
          <cx:pt idx="20727">0</cx:pt>
          <cx:pt idx="20728">87.450000000000003</cx:pt>
          <cx:pt idx="20729">83.959999999999994</cx:pt>
          <cx:pt idx="20730">56.969999999999999</cx:pt>
          <cx:pt idx="20731">49.729999999999997</cx:pt>
          <cx:pt idx="20732">86.140000000000001</cx:pt>
          <cx:pt idx="20733">569.89999999999998</cx:pt>
          <cx:pt idx="20734">288.93000000000001</cx:pt>
          <cx:pt idx="20735">409.94999999999999</cx:pt>
          <cx:pt idx="20736">547.88999999999999</cx:pt>
          <cx:pt idx="20737">495.88999999999999</cx:pt>
          <cx:pt idx="20738">659.84000000000003</cx:pt>
          <cx:pt idx="20739">197.97</cx:pt>
          <cx:pt idx="20740">206.97</cx:pt>
          <cx:pt idx="20741">68.969999999999999</cx:pt>
          <cx:pt idx="20742">68.969999999999999</cx:pt>
          <cx:pt idx="20743">68.969999999999999</cx:pt>
          <cx:pt idx="20744">28.489999999999998</cx:pt>
          <cx:pt idx="20745">26.489999999999998</cx:pt>
          <cx:pt idx="20746">26.489999999999998</cx:pt>
          <cx:pt idx="20747">31.489999999999998</cx:pt>
          <cx:pt idx="20748">59.979999999999997</cx:pt>
          <cx:pt idx="20749">55.979999999999997</cx:pt>
          <cx:pt idx="20750">102.97</cx:pt>
          <cx:pt idx="20751">40.460000000000001</cx:pt>
          <cx:pt idx="20752">46.469999999999999</cx:pt>
          <cx:pt idx="20753">83.480000000000004</cx:pt>
          <cx:pt idx="20754">59.979999999999997</cx:pt>
          <cx:pt idx="20755">191.22</cx:pt>
          <cx:pt idx="20756">80.980000000000004</cx:pt>
          <cx:pt idx="20757">108.98</cx:pt>
          <cx:pt idx="20758">134.28999999999999</cx:pt>
          <cx:pt idx="20759">93.629999999999995</cx:pt>
          <cx:pt idx="20760">67.980000000000004</cx:pt>
          <cx:pt idx="20761">33.990000000000002</cx:pt>
          <cx:pt idx="20762">135.96000000000001</cx:pt>
          <cx:pt idx="20763">-67.980000000000004</cx:pt>
          <cx:pt idx="20764">69.989999999999995</cx:pt>
          <cx:pt idx="20765">69.989999999999995</cx:pt>
          <cx:pt idx="20766">69.989999999999995</cx:pt>
          <cx:pt idx="20767">209.97</cx:pt>
          <cx:pt idx="20768">69.989999999999995</cx:pt>
          <cx:pt idx="20769">139.97999999999999</cx:pt>
          <cx:pt idx="20770">59.979999999999997</cx:pt>
          <cx:pt idx="20771">74.969999999999999</cx:pt>
          <cx:pt idx="20772">74.969999999999999</cx:pt>
          <cx:pt idx="20773">65.989999999999995</cx:pt>
          <cx:pt idx="20774">65.989999999999995</cx:pt>
          <cx:pt idx="20775">78.689999999999998</cx:pt>
          <cx:pt idx="20776">131.97999999999999</cx:pt>
          <cx:pt idx="20777">65.989999999999995</cx:pt>
          <cx:pt idx="20778">121.98</cx:pt>
          <cx:pt idx="20779">131.97999999999999</cx:pt>
          <cx:pt idx="20780">103.95999999999999</cx:pt>
          <cx:pt idx="20781">37.280000000000001</cx:pt>
          <cx:pt idx="20782">37.280000000000001</cx:pt>
          <cx:pt idx="20783">71.959999999999994</cx:pt>
          <cx:pt idx="20784">37.280000000000001</cx:pt>
          <cx:pt idx="20785">129.97999999999999</cx:pt>
          <cx:pt idx="20786">59.960000000000001</cx:pt>
          <cx:pt idx="20787">59.960000000000001</cx:pt>
          <cx:pt idx="20788">59.960000000000001</cx:pt>
          <cx:pt idx="20789">89.939999999999998</cx:pt>
          <cx:pt idx="20790">53.939999999999998</cx:pt>
          <cx:pt idx="20791">53.939999999999998</cx:pt>
          <cx:pt idx="20792">89.5</cx:pt>
          <cx:pt idx="20793">138.13</cx:pt>
          <cx:pt idx="20794">354.94999999999999</cx:pt>
          <cx:pt idx="20795">202.27000000000001</cx:pt>
          <cx:pt idx="20796">254.97</cx:pt>
          <cx:pt idx="20797">249.96000000000001</cx:pt>
          <cx:pt idx="20798">257.95999999999998</cx:pt>
          <cx:pt idx="20799">172.97</cx:pt>
          <cx:pt idx="20800">229.47</cx:pt>
          <cx:pt idx="20801">254.97</cx:pt>
          <cx:pt idx="20802">237.25999999999999</cx:pt>
          <cx:pt idx="20803">197.97</cx:pt>
          <cx:pt idx="20804">81.980000000000004</cx:pt>
          <cx:pt idx="20805">65.989999999999995</cx:pt>
          <cx:pt idx="20806">147.55000000000001</cx:pt>
          <cx:pt idx="20807">72.969999999999999</cx:pt>
          <cx:pt idx="20808">72.969999999999999</cx:pt>
          <cx:pt idx="20809">61.939999999999998</cx:pt>
          <cx:pt idx="20810">53.969999999999999</cx:pt>
          <cx:pt idx="20811">51.979999999999997</cx:pt>
          <cx:pt idx="20812">73.969999999999999</cx:pt>
          <cx:pt idx="20813">79.969999999999999</cx:pt>
          <cx:pt idx="20814">25.489999999999998</cx:pt>
          <cx:pt idx="20815">59.979999999999997</cx:pt>
          <cx:pt idx="20816">53.969999999999999</cx:pt>
          <cx:pt idx="20817">49.479999999999997</cx:pt>
          <cx:pt idx="20818">17.489999999999998</cx:pt>
          <cx:pt idx="20819">99.959999999999994</cx:pt>
          <cx:pt idx="20820">51.280000000000001</cx:pt>
          <cx:pt idx="20821">55.960000000000001</cx:pt>
          <cx:pt idx="20822">39.18</cx:pt>
          <cx:pt idx="20823">50.340000000000003</cx:pt>
          <cx:pt idx="20824">288.97000000000003</cx:pt>
          <cx:pt idx="20825">244.71000000000001</cx:pt>
          <cx:pt idx="20826">268.95999999999998</cx:pt>
          <cx:pt idx="20827">256.45999999999998</cx:pt>
          <cx:pt idx="20828">169.97999999999999</cx:pt>
          <cx:pt idx="20829">152.97999999999999</cx:pt>
          <cx:pt idx="20830">169.97999999999999</cx:pt>
          <cx:pt idx="20831">-17</cx:pt>
          <cx:pt idx="20832">152.97999999999999</cx:pt>
          <cx:pt idx="20833">142.97999999999999</cx:pt>
          <cx:pt idx="20834">181.5</cx:pt>
          <cx:pt idx="20835">305.95999999999998</cx:pt>
          <cx:pt idx="20836">245.96000000000001</cx:pt>
          <cx:pt idx="20837">68.969999999999999</cx:pt>
          <cx:pt idx="20838">67.590000000000003</cx:pt>
          <cx:pt idx="20839">68.969999999999999</cx:pt>
          <cx:pt idx="20840">63.960000000000001</cx:pt>
          <cx:pt idx="20841">85.980000000000004</cx:pt>
          <cx:pt idx="20842">56.969999999999999</cx:pt>
          <cx:pt idx="20843">151.96000000000001</cx:pt>
          <cx:pt idx="20844">34.229999999999997</cx:pt>
          <cx:pt idx="20845">95.969999999999999</cx:pt>
          <cx:pt idx="20846">63.960000000000001</cx:pt>
          <cx:pt idx="20847">188.06</cx:pt>
          <cx:pt idx="20848">343.94</cx:pt>
          <cx:pt idx="20849">381.91000000000003</cx:pt>
          <cx:pt idx="20850">409.93000000000001</cx:pt>
          <cx:pt idx="20851">370.94</cx:pt>
          <cx:pt idx="20852">107.94</cx:pt>
          <cx:pt idx="20853">97.150000000000006</cx:pt>
          <cx:pt idx="20854">204.94999999999999</cx:pt>
          <cx:pt idx="20855">84.980000000000004</cx:pt>
          <cx:pt idx="20856">74.980000000000004</cx:pt>
          <cx:pt idx="20857">74.969999999999999</cx:pt>
          <cx:pt idx="20858">69.980000000000004</cx:pt>
          <cx:pt idx="20859">59.979999999999997</cx:pt>
          <cx:pt idx="20860">82.980000000000004</cx:pt>
          <cx:pt idx="20861">56.969999999999999</cx:pt>
          <cx:pt idx="20862">64.980000000000004</cx:pt>
          <cx:pt idx="20863">104.98</cx:pt>
          <cx:pt idx="20864">84.989999999999995</cx:pt>
          <cx:pt idx="20865">119.97</cx:pt>
          <cx:pt idx="20866">187.96000000000001</cx:pt>
          <cx:pt idx="20867">125.38</cx:pt>
          <cx:pt idx="20868">131.97999999999999</cx:pt>
          <cx:pt idx="20869">129.34</cx:pt>
          <cx:pt idx="20870">131.97999999999999</cx:pt>
          <cx:pt idx="20871">131.97999999999999</cx:pt>
          <cx:pt idx="20872">249.72999999999999</cx:pt>
          <cx:pt idx="20873">197.97</cx:pt>
          <cx:pt idx="20874">65.989999999999995</cx:pt>
          <cx:pt idx="20875">131.97999999999999</cx:pt>
          <cx:pt idx="20876">41.490000000000002</cx:pt>
          <cx:pt idx="20877">94.980000000000004</cx:pt>
          <cx:pt idx="20878">51.490000000000002</cx:pt>
          <cx:pt idx="20879">106.97</cx:pt>
          <cx:pt idx="20880">97.969999999999999</cx:pt>
          <cx:pt idx="20881">68.969999999999999</cx:pt>
          <cx:pt idx="20882">50.969999999999999</cx:pt>
          <cx:pt idx="20883">84.989999999999995</cx:pt>
          <cx:pt idx="20884">89.969999999999999</cx:pt>
          <cx:pt idx="20885">59.979999999999997</cx:pt>
          <cx:pt idx="20886">54.979999999999997</cx:pt>
          <cx:pt idx="20887">-89.969999999999999</cx:pt>
          <cx:pt idx="20888">89.969999999999999</cx:pt>
          <cx:pt idx="20889">89.969999999999999</cx:pt>
          <cx:pt idx="20890">87.959999999999994</cx:pt>
          <cx:pt idx="20891">58.969999999999999</cx:pt>
          <cx:pt idx="20892">94.950000000000003</cx:pt>
          <cx:pt idx="20893">54.479999999999997</cx:pt>
          <cx:pt idx="20894">53.969999999999999</cx:pt>
          <cx:pt idx="20895">76.870000000000005</cx:pt>
          <cx:pt idx="20896">159.69999999999999</cx:pt>
          <cx:pt idx="20897">156.5</cx:pt>
          <cx:pt idx="20898">137.91999999999999</cx:pt>
          <cx:pt idx="20899">159.69999999999999</cx:pt>
          <cx:pt idx="20900">159.69999999999999</cx:pt>
          <cx:pt idx="20901">159.69999999999999</cx:pt>
          <cx:pt idx="20902">134.38</cx:pt>
          <cx:pt idx="20903">159.69999999999999</cx:pt>
          <cx:pt idx="20904">159.69999999999999</cx:pt>
          <cx:pt idx="20905">151.96000000000001</cx:pt>
          <cx:pt idx="20906">159.69999999999999</cx:pt>
          <cx:pt idx="20907">208.34999999999999</cx:pt>
          <cx:pt idx="20908">62.880000000000003</cx:pt>
          <cx:pt idx="20909">70.859999999999999</cx:pt>
          <cx:pt idx="20910">72.549999999999997</cx:pt>
          <cx:pt idx="20911">90.480000000000004</cx:pt>
          <cx:pt idx="20912">83.980000000000004</cx:pt>
          <cx:pt idx="20913">63.960000000000001</cx:pt>
          <cx:pt idx="20914">208.15000000000001</cx:pt>
          <cx:pt idx="20915">91.959999999999994</cx:pt>
          <cx:pt idx="20916">131.96000000000001</cx:pt>
          <cx:pt idx="20917">59.979999999999997</cx:pt>
          <cx:pt idx="20918">144.44999999999999</cx:pt>
          <cx:pt idx="20919">63.960000000000001</cx:pt>
          <cx:pt idx="20920">63.960000000000001</cx:pt>
          <cx:pt idx="20921">73.980000000000004</cx:pt>
          <cx:pt idx="20922">153.97999999999999</cx:pt>
          <cx:pt idx="20923">129.96000000000001</cx:pt>
          <cx:pt idx="20924">121.98</cx:pt>
          <cx:pt idx="20925">123.98999999999999</cx:pt>
          <cx:pt idx="20926">201.94</cx:pt>
          <cx:pt idx="20927">121.98</cx:pt>
          <cx:pt idx="20928">148.97</cx:pt>
          <cx:pt idx="20929">163.96000000000001</cx:pt>
          <cx:pt idx="20930">165.12</cx:pt>
          <cx:pt idx="20931">184.75999999999999</cx:pt>
          <cx:pt idx="20932">131.97999999999999</cx:pt>
          <cx:pt idx="20933">15.289999999999999</cx:pt>
          <cx:pt idx="20934">59.990000000000002</cx:pt>
          <cx:pt idx="20935">15.289999999999999</cx:pt>
          <cx:pt idx="20936">59.979999999999997</cx:pt>
          <cx:pt idx="20937">18.23</cx:pt>
          <cx:pt idx="20938">59.979999999999997</cx:pt>
          <cx:pt idx="20939">54.979999999999997</cx:pt>
          <cx:pt idx="20940">63.960000000000001</cx:pt>
          <cx:pt idx="20941">79.950000000000003</cx:pt>
          <cx:pt idx="20942">63.960000000000001</cx:pt>
          <cx:pt idx="20943">102.95</cx:pt>
          <cx:pt idx="20944">55.960000000000001</cx:pt>
          <cx:pt idx="20945">131.97999999999999</cx:pt>
          <cx:pt idx="20946">131.97999999999999</cx:pt>
          <cx:pt idx="20947">169.97999999999999</cx:pt>
          <cx:pt idx="20948">197.96000000000001</cx:pt>
          <cx:pt idx="20949">137.97999999999999</cx:pt>
          <cx:pt idx="20950">137.97999999999999</cx:pt>
          <cx:pt idx="20951">154.69</cx:pt>
          <cx:pt idx="20952">183.97</cx:pt>
          <cx:pt idx="20953">131.97999999999999</cx:pt>
          <cx:pt idx="20954">169.97999999999999</cx:pt>
          <cx:pt idx="20955">137.97999999999999</cx:pt>
          <cx:pt idx="20956">169.97999999999999</cx:pt>
          <cx:pt idx="20957">131.97999999999999</cx:pt>
          <cx:pt idx="20958">184.97</cx:pt>
          <cx:pt idx="20959">137.97999999999999</cx:pt>
          <cx:pt idx="20960">169.97999999999999</cx:pt>
          <cx:pt idx="20961">163.34999999999999</cx:pt>
          <cx:pt idx="20962">159.97999999999999</cx:pt>
          <cx:pt idx="20963">23.32</cx:pt>
          <cx:pt idx="20964">137.97999999999999</cx:pt>
          <cx:pt idx="20965">53.979999999999997</cx:pt>
          <cx:pt idx="20966">137.97999999999999</cx:pt>
          <cx:pt idx="20967">116.98</cx:pt>
          <cx:pt idx="20968">120.98</cx:pt>
          <cx:pt idx="20969">65.189999999999998</cx:pt>
          <cx:pt idx="20970">96.959999999999994</cx:pt>
          <cx:pt idx="20971">41.969999999999999</cx:pt>
          <cx:pt idx="20972">73.480000000000004</cx:pt>
          <cx:pt idx="20973">125.97</cx:pt>
          <cx:pt idx="20974">79.870000000000005</cx:pt>
          <cx:pt idx="20975">85.980000000000004</cx:pt>
          <cx:pt idx="20976">85.980000000000004</cx:pt>
          <cx:pt idx="20977">51.289999999999999</cx:pt>
          <cx:pt idx="20978">51.289999999999999</cx:pt>
          <cx:pt idx="20979">108.06</cx:pt>
          <cx:pt idx="20980">87.469999999999999</cx:pt>
          <cx:pt idx="20981">13.289999999999999</cx:pt>
          <cx:pt idx="20982">13.890000000000001</cx:pt>
          <cx:pt idx="20983">203.97</cx:pt>
          <cx:pt idx="20984">36.490000000000002</cx:pt>
          <cx:pt idx="20985">84.989999999999995</cx:pt>
          <cx:pt idx="20986">73.989999999999995</cx:pt>
          <cx:pt idx="20987">106.97</cx:pt>
          <cx:pt idx="20988">139.97999999999999</cx:pt>
          <cx:pt idx="20989">100.97</cx:pt>
          <cx:pt idx="20990">102.95999999999999</cx:pt>
          <cx:pt idx="20991">102.98</cx:pt>
          <cx:pt idx="20992">19.289999999999999</cx:pt>
          <cx:pt idx="20993">76.489999999999995</cx:pt>
          <cx:pt idx="20994">63.960000000000001</cx:pt>
          <cx:pt idx="20995">89.930000000000007</cx:pt>
          <cx:pt idx="20996">61.380000000000003</cx:pt>
          <cx:pt idx="20997">125.97</cx:pt>
          <cx:pt idx="20998">169.97999999999999</cx:pt>
          <cx:pt idx="20999">214.94999999999999</cx:pt>
          <cx:pt idx="21000">90.069999999999993</cx:pt>
          <cx:pt idx="21001">184.97</cx:pt>
          <cx:pt idx="21002">64.980000000000004</cx:pt>
          <cx:pt idx="21003">171.97</cx:pt>
          <cx:pt idx="21004">197.59999999999999</cx:pt>
          <cx:pt idx="21005">189.97</cx:pt>
          <cx:pt idx="21006">76.489999999999995</cx:pt>
          <cx:pt idx="21007">51.270000000000003</cx:pt>
          <cx:pt idx="21008">79.420000000000002</cx:pt>
          <cx:pt idx="21009">69.980000000000004</cx:pt>
          <cx:pt idx="21010">122.97</cx:pt>
          <cx:pt idx="21011">63.490000000000002</cx:pt>
          <cx:pt idx="21012">68.950000000000003</cx:pt>
          <cx:pt idx="21013">71.980000000000004</cx:pt>
          <cx:pt idx="21014">84.989999999999995</cx:pt>
          <cx:pt idx="21015">179.93000000000001</cx:pt>
          <cx:pt idx="21016">179.93000000000001</cx:pt>
          <cx:pt idx="21017">206.93000000000001</cx:pt>
          <cx:pt idx="21018">206.93000000000001</cx:pt>
          <cx:pt idx="21019">203.34999999999999</cx:pt>
          <cx:pt idx="21020">50.380000000000003</cx:pt>
          <cx:pt idx="21021">96.870000000000005</cx:pt>
          <cx:pt idx="21022">55.979999999999997</cx:pt>
          <cx:pt idx="21023">59.979999999999997</cx:pt>
          <cx:pt idx="21024">51.479999999999997</cx:pt>
          <cx:pt idx="21025">29.989999999999998</cx:pt>
          <cx:pt idx="21026">131.97999999999999</cx:pt>
          <cx:pt idx="21027">69.980000000000004</cx:pt>
          <cx:pt idx="21028">131.97999999999999</cx:pt>
          <cx:pt idx="21029">169.97999999999999</cx:pt>
          <cx:pt idx="21030">65.989999999999995</cx:pt>
          <cx:pt idx="21031">131.97999999999999</cx:pt>
          <cx:pt idx="21032">263.95999999999998</cx:pt>
          <cx:pt idx="21033">60.049999999999997</cx:pt>
          <cx:pt idx="21034">210.94</cx:pt>
          <cx:pt idx="21035">131.97999999999999</cx:pt>
          <cx:pt idx="21036">65.989999999999995</cx:pt>
          <cx:pt idx="21037">131.97999999999999</cx:pt>
          <cx:pt idx="21038">131.97999999999999</cx:pt>
          <cx:pt idx="21039">131.97999999999999</cx:pt>
          <cx:pt idx="21040">206.94999999999999</cx:pt>
          <cx:pt idx="21041">65.989999999999995</cx:pt>
          <cx:pt idx="21042">197.97</cx:pt>
          <cx:pt idx="21043">197.97</cx:pt>
          <cx:pt idx="21044">105.58</cx:pt>
          <cx:pt idx="21045">86.159999999999997</cx:pt>
          <cx:pt idx="21046">53.969999999999999</cx:pt>
          <cx:pt idx="21047">104.97</cx:pt>
          <cx:pt idx="21048">202.94999999999999</cx:pt>
          <cx:pt idx="21049">51.829999999999998</cx:pt>
          <cx:pt idx="21050">51.829999999999998</cx:pt>
          <cx:pt idx="21051">53.289999999999999</cx:pt>
          <cx:pt idx="21052">46.240000000000002</cx:pt>
          <cx:pt idx="21053">53.289999999999999</cx:pt>
          <cx:pt idx="21054">46.240000000000002</cx:pt>
          <cx:pt idx="21055">85.969999999999999</cx:pt>
          <cx:pt idx="21056">85.969999999999999</cx:pt>
          <cx:pt idx="21057">202.97999999999999</cx:pt>
          <cx:pt idx="21058">131.97999999999999</cx:pt>
          <cx:pt idx="21059">58.979999999999997</cx:pt>
          <cx:pt idx="21060">61.469999999999999</cx:pt>
          <cx:pt idx="21061">84.120000000000005</cx:pt>
          <cx:pt idx="21062">67.859999999999999</cx:pt>
          <cx:pt idx="21063">116.12</cx:pt>
          <cx:pt idx="21064">168.75999999999999</cx:pt>
          <cx:pt idx="21065">159.69999999999999</cx:pt>
          <cx:pt idx="21066">170.91999999999999</cx:pt>
          <cx:pt idx="21067">126.41</cx:pt>
          <cx:pt idx="21068">119.28</cx:pt>
          <cx:pt idx="21069">198.38999999999999</cx:pt>
          <cx:pt idx="21070">141.53</cx:pt>
          <cx:pt idx="21071">65.989999999999995</cx:pt>
          <cx:pt idx="21072">59.990000000000002</cx:pt>
          <cx:pt idx="21073">202.75</cx:pt>
          <cx:pt idx="21074">20.489999999999998</cx:pt>
          <cx:pt idx="21075">149.97999999999999</cx:pt>
          <cx:pt idx="21076">20.489999999999998</cx:pt>
          <cx:pt idx="21077">20.489999999999998</cx:pt>
          <cx:pt idx="21078">20.489999999999998</cx:pt>
          <cx:pt idx="21079">20.489999999999998</cx:pt>
          <cx:pt idx="21080">20.489999999999998</cx:pt>
          <cx:pt idx="21081">20.489999999999998</cx:pt>
          <cx:pt idx="21082">20.489999999999998</cx:pt>
          <cx:pt idx="21083">20.489999999999998</cx:pt>
          <cx:pt idx="21084">20.489999999999998</cx:pt>
          <cx:pt idx="21085">149.97999999999999</cx:pt>
          <cx:pt idx="21086">20.489999999999998</cx:pt>
          <cx:pt idx="21087">20.489999999999998</cx:pt>
          <cx:pt idx="21088">20.489999999999998</cx:pt>
          <cx:pt idx="21089">20.489999999999998</cx:pt>
          <cx:pt idx="21090">147.59999999999999</cx:pt>
          <cx:pt idx="21091">76.209999999999994</cx:pt>
          <cx:pt idx="21092">78.629999999999995</cx:pt>
          <cx:pt idx="21093">72.579999999999998</cx:pt>
          <cx:pt idx="21094">72.579999999999998</cx:pt>
          <cx:pt idx="21095">84.680000000000007</cx:pt>
          <cx:pt idx="21096">66.530000000000001</cx:pt>
          <cx:pt idx="21097">72.540000000000006</cx:pt>
          <cx:pt idx="21098">129.66</cx:pt>
          <cx:pt idx="21099">72.939999999999998</cx:pt>
          <cx:pt idx="21100">102.97</cx:pt>
          <cx:pt idx="21101">177.81999999999999</cx:pt>
          <cx:pt idx="21102">118.91</cx:pt>
          <cx:pt idx="21103">69.420000000000002</cx:pt>
          <cx:pt idx="21104">95.569999999999993</cx:pt>
          <cx:pt idx="21105">85.799999999999997</cx:pt>
          <cx:pt idx="21106">97.980000000000004</cx:pt>
          <cx:pt idx="21107">76.209999999999994</cx:pt>
          <cx:pt idx="21108">79.849999999999994</cx:pt>
          <cx:pt idx="21109">127.5</cx:pt>
          <cx:pt idx="21110">111.28</cx:pt>
          <cx:pt idx="21111">61.689999999999998</cx:pt>
          <cx:pt idx="21112">76.209999999999994</cx:pt>
          <cx:pt idx="21113">117.56999999999999</cx:pt>
          <cx:pt idx="21114">111.28</cx:pt>
          <cx:pt idx="21115">79.849999999999994</cx:pt>
          <cx:pt idx="21116">125.79000000000001</cx:pt>
          <cx:pt idx="21117">91.920000000000002</cx:pt>
          <cx:pt idx="21118">104.04000000000001</cx:pt>
          <cx:pt idx="21119">37.490000000000002</cx:pt>
          <cx:pt idx="21120">79.849999999999994</cx:pt>
          <cx:pt idx="21121">90.709999999999994</cx:pt>
          <cx:pt idx="21122">43.539999999999999</cx:pt>
          <cx:pt idx="21123">94.980000000000004</cx:pt>
          <cx:pt idx="21124">18.239999999999998</cx:pt>
          <cx:pt idx="21125">83.969999999999999</cx:pt>
          <cx:pt idx="21126">89.969999999999999</cx:pt>
          <cx:pt idx="21127">42.479999999999997</cx:pt>
          <cx:pt idx="21128">102.34</cx:pt>
          <cx:pt idx="21129">-16.43</cx:pt>
          <cx:pt idx="21130">78.870000000000005</cx:pt>
          <cx:pt idx="21131">109.90000000000001</cx:pt>
          <cx:pt idx="21132">92.450000000000003</cx:pt>
          <cx:pt idx="21133">69.989999999999995</cx:pt>
          <cx:pt idx="21134">69.989999999999995</cx:pt>
          <cx:pt idx="21135">149.97</cx:pt>
          <cx:pt idx="21136">159.96000000000001</cx:pt>
          <cx:pt idx="21137">159.96000000000001</cx:pt>
          <cx:pt idx="21138">249.94999999999999</cx:pt>
          <cx:pt idx="21139">199.96000000000001</cx:pt>
          <cx:pt idx="21140">159.96000000000001</cx:pt>
          <cx:pt idx="21141">199.96000000000001</cx:pt>
          <cx:pt idx="21142">199.96000000000001</cx:pt>
          <cx:pt idx="21143">119.95999999999999</cx:pt>
          <cx:pt idx="21144">225.94999999999999</cx:pt>
          <cx:pt idx="21145">179.96000000000001</cx:pt>
          <cx:pt idx="21146">199.96000000000001</cx:pt>
          <cx:pt idx="21147">119.95999999999999</cx:pt>
          <cx:pt idx="21148">199.96000000000001</cx:pt>
          <cx:pt idx="21149">249.94999999999999</cx:pt>
          <cx:pt idx="21150">199.96000000000001</cx:pt>
          <cx:pt idx="21151">61.979999999999997</cx:pt>
          <cx:pt idx="21152">123.95999999999999</cx:pt>
          <cx:pt idx="21153">89.079999999999998</cx:pt>
          <cx:pt idx="21154">112.97</cx:pt>
          <cx:pt idx="21155">59.380000000000003</cx:pt>
          <cx:pt idx="21156">28.48</cx:pt>
          <cx:pt idx="21157">65.969999999999999</cx:pt>
          <cx:pt idx="21158">57.759999999999998</cx:pt>
          <cx:pt idx="21159">71.989999999999995</cx:pt>
          <cx:pt idx="21160">78.939999999999998</cx:pt>
          <cx:pt idx="21161">50.960000000000001</cx:pt>
          <cx:pt idx="21162">4.5</cx:pt>
          <cx:pt idx="21163">98.370000000000005</cx:pt>
          <cx:pt idx="21164">59.969999999999999</cx:pt>
          <cx:pt idx="21165">222.56999999999999</cx:pt>
          <cx:pt idx="21166">13.289999999999999</cx:pt>
          <cx:pt idx="21167">82.859999999999999</cx:pt>
          <cx:pt idx="21168">81.049999999999997</cx:pt>
          <cx:pt idx="21169">72.549999999999997</cx:pt>
          <cx:pt idx="21170">81.049999999999997</cx:pt>
          <cx:pt idx="21171">72.549999999999997</cx:pt>
          <cx:pt idx="21172">187.56</cx:pt>
          <cx:pt idx="21173">219.97</cx:pt>
          <cx:pt idx="21174">159.94999999999999</cx:pt>
          <cx:pt idx="21175">179.96000000000001</cx:pt>
          <cx:pt idx="21176">72.400000000000006</cx:pt>
          <cx:pt idx="21177">291.13</cx:pt>
          <cx:pt idx="21178">309.94999999999999</cx:pt>
          <cx:pt idx="21179">222.34</cx:pt>
          <cx:pt idx="21180">51.960000000000001</cx:pt>
          <cx:pt idx="21181">94.319999999999993</cx:pt>
          <cx:pt idx="21182">71.379999999999995</cx:pt>
          <cx:pt idx="21183">-94.319999999999993</cx:pt>
          <cx:pt idx="21184">51.960000000000001</cx:pt>
          <cx:pt idx="21185">72.579999999999998</cx:pt>
          <cx:pt idx="21186">67.739999999999995</cx:pt>
          <cx:pt idx="21187">81.640000000000001</cx:pt>
          <cx:pt idx="21188">69.980000000000004</cx:pt>
          <cx:pt idx="21189">44.490000000000002</cx:pt>
          <cx:pt idx="21190">16.489999999999998</cx:pt>
          <cx:pt idx="21191">44.490000000000002</cx:pt>
          <cx:pt idx="21192">28.23</cx:pt>
          <cx:pt idx="21193">79.989999999999995</cx:pt>
          <cx:pt idx="21194">79.989999999999995</cx:pt>
          <cx:pt idx="21195">117.17</cx:pt>
          <cx:pt idx="21196">67.980000000000004</cx:pt>
          <cx:pt idx="21197">85.980000000000004</cx:pt>
          <cx:pt idx="21198">71.939999999999998</cx:pt>
          <cx:pt idx="21199">122.19</cx:pt>
          <cx:pt idx="21200">99.200000000000003</cx:pt>
          <cx:pt idx="21201">99.980000000000004</cx:pt>
          <cx:pt idx="21202">37.93</cx:pt>
          <cx:pt idx="21203">37.280000000000001</cx:pt>
          <cx:pt idx="21204">83.980000000000004</cx:pt>
          <cx:pt idx="21205">51.939999999999998</cx:pt>
          <cx:pt idx="21206">41.939999999999998</cx:pt>
          <cx:pt idx="21207">85.959999999999994</cx:pt>
          <cx:pt idx="21208">49.280000000000001</cx:pt>
          <cx:pt idx="21209">59.979999999999997</cx:pt>
          <cx:pt idx="21210">112.97</cx:pt>
          <cx:pt idx="21211">102.97</cx:pt>
          <cx:pt idx="21212">109.97</cx:pt>
          <cx:pt idx="21213">64.950000000000003</cx:pt>
          <cx:pt idx="21214">-10.970000000000001</cx:pt>
          <cx:pt idx="21215">34.479999999999997</cx:pt>
          <cx:pt idx="21216">12.24</cx:pt>
          <cx:pt idx="21217">70.469999999999999</cx:pt>
          <cx:pt idx="21218">54.990000000000002</cx:pt>
          <cx:pt idx="21219">72.239999999999995</cx:pt>
          <cx:pt idx="21220">76.489999999999995</cx:pt>
          <cx:pt idx="21221">99.980000000000004</cx:pt>
          <cx:pt idx="21222">99.980000000000004</cx:pt>
          <cx:pt idx="21223">99.980000000000004</cx:pt>
          <cx:pt idx="21224">199.96000000000001</cx:pt>
          <cx:pt idx="21225">79.980000000000004</cx:pt>
          <cx:pt idx="21226">160.41</cx:pt>
          <cx:pt idx="21227">209.28999999999999</cx:pt>
          <cx:pt idx="21228">108.88</cx:pt>
          <cx:pt idx="21229">159.69999999999999</cx:pt>
          <cx:pt idx="21230">90.75</cx:pt>
          <cx:pt idx="21231">120.98</cx:pt>
          <cx:pt idx="21232">120.98</cx:pt>
          <cx:pt idx="21233">120.98</cx:pt>
          <cx:pt idx="21234">99.980000000000004</cx:pt>
          <cx:pt idx="21235">99.980000000000004</cx:pt>
          <cx:pt idx="21236">139.94999999999999</cx:pt>
          <cx:pt idx="21237">88.959999999999994</cx:pt>
          <cx:pt idx="21238">139.97</cx:pt>
          <cx:pt idx="21239">59.960000000000001</cx:pt>
          <cx:pt idx="21240">157.44</cx:pt>
          <cx:pt idx="21241">59.990000000000002</cx:pt>
          <cx:pt idx="21242">184.88999999999999</cx:pt>
          <cx:pt idx="21243">214.84999999999999</cx:pt>
          <cx:pt idx="21244">171.18000000000001</cx:pt>
          <cx:pt idx="21245">250.56999999999999</cx:pt>
          <cx:pt idx="21246">282.80000000000001</cx:pt>
          <cx:pt idx="21247">170.55000000000001</cx:pt>
          <cx:pt idx="21248">59.960000000000001</cx:pt>
          <cx:pt idx="21249">213.15000000000001</cx:pt>
          <cx:pt idx="21250">139.90000000000001</cx:pt>
          <cx:pt idx="21251">258.13999999999999</cx:pt>
          <cx:pt idx="21252">327.79000000000002</cx:pt>
          <cx:pt idx="21253">59.979999999999997</cx:pt>
          <cx:pt idx="21254">62.969999999999999</cx:pt>
          <cx:pt idx="21255">84.989999999999995</cx:pt>
          <cx:pt idx="21256">-84.989999999999995</cx:pt>
          <cx:pt idx="21257">59.979999999999997</cx:pt>
          <cx:pt idx="21258">55.979999999999997</cx:pt>
          <cx:pt idx="21259">57.979999999999997</cx:pt>
          <cx:pt idx="21260">85.969999999999999</cx:pt>
          <cx:pt idx="21261">99.959999999999994</cx:pt>
          <cx:pt idx="21262">99.959999999999994</cx:pt>
          <cx:pt idx="21263">31.48</cx:pt>
          <cx:pt idx="21264">79.969999999999999</cx:pt>
          <cx:pt idx="21265">79.969999999999999</cx:pt>
          <cx:pt idx="21266">65.989999999999995</cx:pt>
          <cx:pt idx="21267">59.979999999999997</cx:pt>
          <cx:pt idx="21268">74.969999999999999</cx:pt>
          <cx:pt idx="21269">79.950000000000003</cx:pt>
          <cx:pt idx="21270">91.980000000000004</cx:pt>
          <cx:pt idx="21271">59.960000000000001</cx:pt>
          <cx:pt idx="21272">75.870000000000005</cx:pt>
          <cx:pt idx="21273">51.479999999999997</cx:pt>
          <cx:pt idx="21274">121.98</cx:pt>
          <cx:pt idx="21275">79.969999999999999</cx:pt>
          <cx:pt idx="21276">191.94</cx:pt>
          <cx:pt idx="21277">79.969999999999999</cx:pt>
          <cx:pt idx="21278">69.989999999999995</cx:pt>
          <cx:pt idx="21279">69.989999999999995</cx:pt>
          <cx:pt idx="21280">69.989999999999995</cx:pt>
          <cx:pt idx="21281">54.990000000000002</cx:pt>
          <cx:pt idx="21282">57.390000000000001</cx:pt>
          <cx:pt idx="21283">72.590000000000003</cx:pt>
          <cx:pt idx="21284">147.69</cx:pt>
          <cx:pt idx="21285">67.469999999999999</cx:pt>
          <cx:pt idx="21286">65.989999999999995</cx:pt>
          <cx:pt idx="21287">84.989999999999995</cx:pt>
          <cx:pt idx="21288">202.93000000000001</cx:pt>
          <cx:pt idx="21289">84.989999999999995</cx:pt>
          <cx:pt idx="21290">79.890000000000001</cx:pt>
          <cx:pt idx="21291">65.989999999999995</cx:pt>
          <cx:pt idx="21292">119.95999999999999</cx:pt>
          <cx:pt idx="21293">61.950000000000003</cx:pt>
          <cx:pt idx="21294">84.989999999999995</cx:pt>
          <cx:pt idx="21295">65.989999999999995</cx:pt>
          <cx:pt idx="21296">84.989999999999995</cx:pt>
          <cx:pt idx="21297">84.989999999999995</cx:pt>
          <cx:pt idx="21298">82.159999999999997</cx:pt>
          <cx:pt idx="21299">65.989999999999995</cx:pt>
          <cx:pt idx="21300">80.390000000000001</cx:pt>
          <cx:pt idx="21301">84.989999999999995</cx:pt>
          <cx:pt idx="21302">84.989999999999995</cx:pt>
          <cx:pt idx="21303">84.989999999999995</cx:pt>
          <cx:pt idx="21304">82.439999999999998</cx:pt>
          <cx:pt idx="21305">84.989999999999995</cx:pt>
          <cx:pt idx="21306">119.95999999999999</cx:pt>
          <cx:pt idx="21307">84.989999999999995</cx:pt>
          <cx:pt idx="21308">220.18000000000001</cx:pt>
          <cx:pt idx="21309">220.15000000000001</cx:pt>
          <cx:pt idx="21310">183.69999999999999</cx:pt>
          <cx:pt idx="21311">200.84</cx:pt>
          <cx:pt idx="21312">134.13</cx:pt>
          <cx:pt idx="21313">-22.98</cx:pt>
          <cx:pt idx="21314">84.989999999999995</cx:pt>
          <cx:pt idx="21315">20.489999999999998</cx:pt>
          <cx:pt idx="21316">28.23</cx:pt>
          <cx:pt idx="21317">137.96000000000001</cx:pt>
          <cx:pt idx="21318">61.670000000000002</cx:pt>
          <cx:pt idx="21319">17.52</cx:pt>
          <cx:pt idx="21320">32.039999999999999</cx:pt>
          <cx:pt idx="21321">79.840000000000003</cx:pt>
          <cx:pt idx="21322">54.950000000000003</cx:pt>
          <cx:pt idx="21323">87.920000000000002</cx:pt>
          <cx:pt idx="21324">56.049999999999997</cx:pt>
          <cx:pt idx="21325">170.96000000000001</cx:pt>
          <cx:pt idx="21326">193.16</cx:pt>
          <cx:pt idx="21327">126.16</cx:pt>
          <cx:pt idx="21328">170.58000000000001</cx:pt>
          <cx:pt idx="21329">169.97999999999999</cx:pt>
          <cx:pt idx="21330">84.989999999999995</cx:pt>
          <cx:pt idx="21331">250.31999999999999</cx:pt>
          <cx:pt idx="21332">193.16</cx:pt>
          <cx:pt idx="21333">139.41</cx:pt>
          <cx:pt idx="21334">226.52000000000001</cx:pt>
          <cx:pt idx="21335">51.960000000000001</cx:pt>
          <cx:pt idx="21336">51.960000000000001</cx:pt>
          <cx:pt idx="21337">51.960000000000001</cx:pt>
          <cx:pt idx="21338">75.950000000000003</cx:pt>
          <cx:pt idx="21339">115.41</cx:pt>
          <cx:pt idx="21340">36.490000000000002</cx:pt>
          <cx:pt idx="21341">50.579999999999998</cx:pt>
          <cx:pt idx="21342">53.979999999999997</cx:pt>
          <cx:pt idx="21343">40.600000000000001</cx:pt>
          <cx:pt idx="21344">84.969999999999999</cx:pt>
          <cx:pt idx="21345">93.939999999999998</cx:pt>
          <cx:pt idx="21346">125.26000000000001</cx:pt>
          <cx:pt idx="21347">24.489999999999998</cx:pt>
          <cx:pt idx="21348">50.979999999999997</cx:pt>
          <cx:pt idx="21349">50.979999999999997</cx:pt>
          <cx:pt idx="21350">64.980000000000004</cx:pt>
          <cx:pt idx="21351">79.980000000000004</cx:pt>
          <cx:pt idx="21352">99.980000000000004</cx:pt>
          <cx:pt idx="21353">99.980000000000004</cx:pt>
          <cx:pt idx="21354">99.980000000000004</cx:pt>
          <cx:pt idx="21355">99.980000000000004</cx:pt>
          <cx:pt idx="21356">93.560000000000002</cx:pt>
          <cx:pt idx="21357">99.980000000000004</cx:pt>
          <cx:pt idx="21358">79.980000000000004</cx:pt>
          <cx:pt idx="21359">99.980000000000004</cx:pt>
          <cx:pt idx="21360">112.34</cx:pt>
          <cx:pt idx="21361">114.98</cx:pt>
          <cx:pt idx="21362">69.980000000000004</cx:pt>
          <cx:pt idx="21363">99.980000000000004</cx:pt>
          <cx:pt idx="21364">79.980000000000004</cx:pt>
          <cx:pt idx="21365">119.95999999999999</cx:pt>
          <cx:pt idx="21366">63.969999999999999</cx:pt>
          <cx:pt idx="21367">84.989999999999995</cx:pt>
          <cx:pt idx="21368">99.980000000000004</cx:pt>
          <cx:pt idx="21369">82.980000000000004</cx:pt>
          <cx:pt idx="21370">69.980000000000004</cx:pt>
          <cx:pt idx="21371">81.980000000000004</cx:pt>
          <cx:pt idx="21372">92.549999999999997</cx:pt>
          <cx:pt idx="21373">71.909999999999997</cx:pt>
          <cx:pt idx="21374">97.579999999999998</cx:pt>
          <cx:pt idx="21375">59.979999999999997</cx:pt>
          <cx:pt idx="21376">70.980000000000004</cx:pt>
          <cx:pt idx="21377">51.289999999999999</cx:pt>
          <cx:pt idx="21378">52.18</cx:pt>
          <cx:pt idx="21379">58.979999999999997</cx:pt>
          <cx:pt idx="21380">82.969999999999999</cx:pt>
          <cx:pt idx="21381">118.95</cx:pt>
          <cx:pt idx="21382">101.97</cx:pt>
          <cx:pt idx="21383">99.959999999999994</cx:pt>
          <cx:pt idx="21384">56.969999999999999</cx:pt>
          <cx:pt idx="21385">101.45</cx:pt>
          <cx:pt idx="21386">94.950000000000003</cx:pt>
          <cx:pt idx="21387">106.95999999999999</cx:pt>
          <cx:pt idx="21388">20.289999999999999</cx:pt>
          <cx:pt idx="21389">39.280000000000001</cx:pt>
          <cx:pt idx="21390">20.289999999999999</cx:pt>
          <cx:pt idx="21391">39.280000000000001</cx:pt>
          <cx:pt idx="21392">39.280000000000001</cx:pt>
          <cx:pt idx="21393">31.48</cx:pt>
          <cx:pt idx="21394">25.48</cx:pt>
          <cx:pt idx="21395">32.229999999999997</cx:pt>
          <cx:pt idx="21396">31.48</cx:pt>
          <cx:pt idx="21397">31.48</cx:pt>
          <cx:pt idx="21398">64.950000000000003</cx:pt>
          <cx:pt idx="21399">83.469999999999999</cx:pt>
          <cx:pt idx="21400">123.95999999999999</cx:pt>
          <cx:pt idx="21401">91.959999999999994</cx:pt>
          <cx:pt idx="21402">124.94</cx:pt>
          <cx:pt idx="21403">86.069999999999993</cx:pt>
          <cx:pt idx="21404">55.960000000000001</cx:pt>
          <cx:pt idx="21405">55.960000000000001</cx:pt>
          <cx:pt idx="21406">197.94</cx:pt>
          <cx:pt idx="21407">197.96000000000001</cx:pt>
          <cx:pt idx="21408">51.979999999999997</cx:pt>
          <cx:pt idx="21409">59.950000000000003</cx:pt>
          <cx:pt idx="21410">25.48</cx:pt>
          <cx:pt idx="21411">51.979999999999997</cx:pt>
          <cx:pt idx="21412">179.94</cx:pt>
          <cx:pt idx="21413">84.989999999999995</cx:pt>
          <cx:pt idx="21414">60.219999999999999</cx:pt>
          <cx:pt idx="21415">179.94</cx:pt>
          <cx:pt idx="21416">115.97</cx:pt>
          <cx:pt idx="21417">84.989999999999995</cx:pt>
          <cx:pt idx="21418">106.97</cx:pt>
          <cx:pt idx="21419">95.980000000000004</cx:pt>
          <cx:pt idx="21420">117.95999999999999</cx:pt>
          <cx:pt idx="21421">131.97999999999999</cx:pt>
          <cx:pt idx="21422">134.97</cx:pt>
          <cx:pt idx="21423">146.97</cx:pt>
          <cx:pt idx="21424">84.989999999999995</cx:pt>
          <cx:pt idx="21425">179.94</cx:pt>
          <cx:pt idx="21426">84.989999999999995</cx:pt>
          <cx:pt idx="21427">79.859999999999999</cx:pt>
          <cx:pt idx="21428">179.94</cx:pt>
          <cx:pt idx="21429">241.94</cx:pt>
          <cx:pt idx="21430">179.94</cx:pt>
          <cx:pt idx="21431">121.34</cx:pt>
          <cx:pt idx="21432">115.95999999999999</cx:pt>
          <cx:pt idx="21433">139.94999999999999</cx:pt>
          <cx:pt idx="21434">106.97</cx:pt>
          <cx:pt idx="21435">118.95999999999999</cx:pt>
          <cx:pt idx="21436">197.74000000000001</cx:pt>
          <cx:pt idx="21437">48.259999999999998</cx:pt>
          <cx:pt idx="21438">44.170000000000002</cx:pt>
          <cx:pt idx="21439">62.939999999999998</cx:pt>
          <cx:pt idx="21440">139.91999999999999</cx:pt>
          <cx:pt idx="21441">65.980000000000004</cx:pt>
          <cx:pt idx="21442">65.980000000000004</cx:pt>
          <cx:pt idx="21443">65.980000000000004</cx:pt>
          <cx:pt idx="21444">113.37</cx:pt>
          <cx:pt idx="21445">84.980000000000004</cx:pt>
          <cx:pt idx="21446">141.97</cx:pt>
          <cx:pt idx="21447">263.95999999999998</cx:pt>
          <cx:pt idx="21448">158.38999999999999</cx:pt>
          <cx:pt idx="21449">169.97999999999999</cx:pt>
          <cx:pt idx="21450">169.97999999999999</cx:pt>
          <cx:pt idx="21451">131.97999999999999</cx:pt>
          <cx:pt idx="21452">108.98</cx:pt>
          <cx:pt idx="21453">99.980000000000004</cx:pt>
          <cx:pt idx="21454">137.97999999999999</cx:pt>
          <cx:pt idx="21455">68.989999999999995</cx:pt>
          <cx:pt idx="21456">131.97999999999999</cx:pt>
          <cx:pt idx="21457">108.88</cx:pt>
          <cx:pt idx="21458">127.01000000000001</cx:pt>
          <cx:pt idx="21459">90.730000000000004</cx:pt>
          <cx:pt idx="21460">84.980000000000004</cx:pt>
          <cx:pt idx="21461">130.94999999999999</cx:pt>
          <cx:pt idx="21462">94.340000000000003</cx:pt>
          <cx:pt idx="21463">123.38</cx:pt>
          <cx:pt idx="21464">217.68000000000001</cx:pt>
          <cx:pt idx="21465">315.69999999999999</cx:pt>
          <cx:pt idx="21466">71.150000000000006</cx:pt>
          <cx:pt idx="21467">131.97999999999999</cx:pt>
          <cx:pt idx="21468">208.84999999999999</cx:pt>
          <cx:pt idx="21469">131.97999999999999</cx:pt>
          <cx:pt idx="21470">181.97</cx:pt>
          <cx:pt idx="21471">103.95999999999999</cx:pt>
          <cx:pt idx="21472">480.89999999999998</cx:pt>
          <cx:pt idx="21473">131.97999999999999</cx:pt>
          <cx:pt idx="21474">121.98</cx:pt>
          <cx:pt idx="21475">249.44999999999999</cx:pt>
          <cx:pt idx="21476">71.959999999999994</cx:pt>
          <cx:pt idx="21477">131.97999999999999</cx:pt>
          <cx:pt idx="21478">130.61000000000001</cx:pt>
          <cx:pt idx="21479">130.61000000000001</cx:pt>
          <cx:pt idx="21480">87.069999999999993</cx:pt>
          <cx:pt idx="21481">89.519999999999996</cx:pt>
          <cx:pt idx="21482">89.519999999999996</cx:pt>
          <cx:pt idx="21483">87.069999999999993</cx:pt>
          <cx:pt idx="21484">107.98</cx:pt>
          <cx:pt idx="21485">116.97</cx:pt>
          <cx:pt idx="21486">79.980000000000004</cx:pt>
          <cx:pt idx="21487">196.93000000000001</cx:pt>
          <cx:pt idx="21488">98.25</cx:pt>
          <cx:pt idx="21489">83.269999999999996</cx:pt>
          <cx:pt idx="21490">-3.29</cx:pt>
          <cx:pt idx="21491">119.97</cx:pt>
          <cx:pt idx="21492">119.97</cx:pt>
          <cx:pt idx="21493">60.969999999999999</cx:pt>
          <cx:pt idx="21494">219.97</cx:pt>
          <cx:pt idx="21495">169.97999999999999</cx:pt>
          <cx:pt idx="21496">251.93000000000001</cx:pt>
          <cx:pt idx="21497">159.93000000000001</cx:pt>
          <cx:pt idx="21498">124.97</cx:pt>
          <cx:pt idx="21499">25.989999999999998</cx:pt>
          <cx:pt idx="21500">117.34</cx:pt>
          <cx:pt idx="21501">204.96000000000001</cx:pt>
          <cx:pt idx="21502">67.989999999999995</cx:pt>
          <cx:pt idx="21503">128.56999999999999</cx:pt>
          <cx:pt idx="21504">99.989999999999995</cx:pt>
          <cx:pt idx="21505">99.989999999999995</cx:pt>
          <cx:pt idx="21506">199.97</cx:pt>
          <cx:pt idx="21507">199.96000000000001</cx:pt>
          <cx:pt idx="21508">99.980000000000004</cx:pt>
          <cx:pt idx="21509">99.980000000000004</cx:pt>
          <cx:pt idx="21510">156.47</cx:pt>
          <cx:pt idx="21511">79.980000000000004</cx:pt>
          <cx:pt idx="21512">79.980000000000004</cx:pt>
          <cx:pt idx="21513">139.97</cx:pt>
          <cx:pt idx="21514">21.289999999999999</cx:pt>
          <cx:pt idx="21515">21.289999999999999</cx:pt>
          <cx:pt idx="21516">74.969999999999999</cx:pt>
          <cx:pt idx="21517">124.95</cx:pt>
          <cx:pt idx="21518">124.44</cx:pt>
          <cx:pt idx="21519">72.549999999999997</cx:pt>
          <cx:pt idx="21520">71.829999999999998</cx:pt>
          <cx:pt idx="21521">72.549999999999997</cx:pt>
          <cx:pt idx="21522">31.280000000000001</cx:pt>
          <cx:pt idx="21523">31.280000000000001</cx:pt>
          <cx:pt idx="21524">119.95999999999999</cx:pt>
          <cx:pt idx="21525">76.469999999999999</cx:pt>
          <cx:pt idx="21526">72.540000000000006</cx:pt>
          <cx:pt idx="21527">90.689999999999998</cx:pt>
          <cx:pt idx="21528">61.960000000000001</cx:pt>
          <cx:pt idx="21529">50.950000000000003</cx:pt>
          <cx:pt idx="21530">83.480000000000004</cx:pt>
          <cx:pt idx="21531">65.989999999999995</cx:pt>
          <cx:pt idx="21532">131.97999999999999</cx:pt>
          <cx:pt idx="21533">84.989999999999995</cx:pt>
          <cx:pt idx="21534">75.969999999999999</cx:pt>
          <cx:pt idx="21535">65.989999999999995</cx:pt>
          <cx:pt idx="21536">55.979999999999997</cx:pt>
          <cx:pt idx="21537">84.989999999999995</cx:pt>
          <cx:pt idx="21538">171.97</cx:pt>
          <cx:pt idx="21539">121.97</cx:pt>
          <cx:pt idx="21540">106.97</cx:pt>
          <cx:pt idx="21541">58.18</cx:pt>
          <cx:pt idx="21542">178.96000000000001</cx:pt>
          <cx:pt idx="21543">169.97999999999999</cx:pt>
          <cx:pt idx="21544">169.97999999999999</cx:pt>
          <cx:pt idx="21545">131.97999999999999</cx:pt>
          <cx:pt idx="21546">65.989999999999995</cx:pt>
          <cx:pt idx="21547">95.400000000000006</cx:pt>
          <cx:pt idx="21548">99.980000000000004</cx:pt>
          <cx:pt idx="21549">131.97999999999999</cx:pt>
          <cx:pt idx="21550">65.989999999999995</cx:pt>
          <cx:pt idx="21551">136.97</cx:pt>
          <cx:pt idx="21552">83.989999999999995</cx:pt>
          <cx:pt idx="21553">92.480000000000004</cx:pt>
          <cx:pt idx="21554">84.989999999999995</cx:pt>
          <cx:pt idx="21555">65.989999999999995</cx:pt>
          <cx:pt idx="21556">169.97999999999999</cx:pt>
          <cx:pt idx="21557">188.84999999999999</cx:pt>
          <cx:pt idx="21558">131.97999999999999</cx:pt>
          <cx:pt idx="21559">155.94</cx:pt>
          <cx:pt idx="21560">84.989999999999995</cx:pt>
          <cx:pt idx="21561">131.97999999999999</cx:pt>
          <cx:pt idx="21562">54.990000000000002</cx:pt>
          <cx:pt idx="21563">30.48</cx:pt>
          <cx:pt idx="21564">79.980000000000004</cx:pt>
          <cx:pt idx="21565">50.460000000000001</cx:pt>
          <cx:pt idx="21566">54.990000000000002</cx:pt>
          <cx:pt idx="21567">74.969999999999999</cx:pt>
          <cx:pt idx="21568">15.49</cx:pt>
          <cx:pt idx="21569">15.49</cx:pt>
          <cx:pt idx="21570">30.48</cx:pt>
          <cx:pt idx="21571">70.969999999999999</cx:pt>
          <cx:pt idx="21572">45.729999999999997</cx:pt>
          <cx:pt idx="21573">197.91</cx:pt>
          <cx:pt idx="21574">85.890000000000001</cx:pt>
          <cx:pt idx="21575">47.770000000000003</cx:pt>
          <cx:pt idx="21576">68.579999999999998</cx:pt>
          <cx:pt idx="21577">79.980000000000004</cx:pt>
          <cx:pt idx="21578">64.980000000000004</cx:pt>
          <cx:pt idx="21579">66.489999999999995</cx:pt>
          <cx:pt idx="21580">149.97999999999999</cx:pt>
          <cx:pt idx="21581">79.980000000000004</cx:pt>
          <cx:pt idx="21582">105.95999999999999</cx:pt>
          <cx:pt idx="21583">89.969999999999999</cx:pt>
          <cx:pt idx="21584">119.97</cx:pt>
          <cx:pt idx="21585">95.969999999999999</cx:pt>
          <cx:pt idx="21586">182.40000000000001</cx:pt>
          <cx:pt idx="21587">134.94999999999999</cx:pt>
          <cx:pt idx="21588">159.97</cx:pt>
          <cx:pt idx="21589">84.959999999999994</cx:pt>
          <cx:pt idx="21590">172.97</cx:pt>
          <cx:pt idx="21591">134.97</cx:pt>
          <cx:pt idx="21592">83.969999999999999</cx:pt>
          <cx:pt idx="21593">55.979999999999997</cx:pt>
          <cx:pt idx="21594">55.979999999999997</cx:pt>
          <cx:pt idx="21595">73.799999999999997</cx:pt>
          <cx:pt idx="21596">195.94999999999999</cx:pt>
          <cx:pt idx="21597">195.91999999999999</cx:pt>
          <cx:pt idx="21598">59.969999999999999</cx:pt>
          <cx:pt idx="21599">63.960000000000001</cx:pt>
          <cx:pt idx="21600">129.97999999999999</cx:pt>
          <cx:pt idx="21601">70.959999999999994</cx:pt>
          <cx:pt idx="21602">59.490000000000002</cx:pt>
          <cx:pt idx="21603">74.780000000000001</cx:pt>
          <cx:pt idx="21604">-59.490000000000002</cx:pt>
          <cx:pt idx="21605">59.990000000000002</cx:pt>
          <cx:pt idx="21606">62.460000000000001</cx:pt>
          <cx:pt idx="21607">59.390000000000001</cx:pt>
          <cx:pt idx="21608">81.980000000000004</cx:pt>
          <cx:pt idx="21609">65.170000000000002</cx:pt>
          <cx:pt idx="21610">89.319999999999993</cx:pt>
          <cx:pt idx="21611">65.090000000000003</cx:pt>
          <cx:pt idx="21612">65.989999999999995</cx:pt>
          <cx:pt idx="21613">81.980000000000004</cx:pt>
          <cx:pt idx="21614">65.989999999999995</cx:pt>
          <cx:pt idx="21615">80.659999999999997</cx:pt>
          <cx:pt idx="21616">49.170000000000002</cx:pt>
          <cx:pt idx="21617">65.989999999999995</cx:pt>
          <cx:pt idx="21618">65.989999999999995</cx:pt>
          <cx:pt idx="21619">81.319999999999993</cx:pt>
          <cx:pt idx="21620">80.659999999999997</cx:pt>
          <cx:pt idx="21621">64.510000000000005</cx:pt>
          <cx:pt idx="21622">65.489999999999995</cx:pt>
          <cx:pt idx="21623">56.090000000000003</cx:pt>
          <cx:pt idx="21624">65.989999999999995</cx:pt>
          <cx:pt idx="21625">64.670000000000002</cx:pt>
          <cx:pt idx="21626">65.329999999999998</cx:pt>
          <cx:pt idx="21627">65.989999999999995</cx:pt>
          <cx:pt idx="21628">65.989999999999995</cx:pt>
          <cx:pt idx="21629">62.689999999999998</cx:pt>
          <cx:pt idx="21630">51.869999999999997</cx:pt>
          <cx:pt idx="21631">68.930000000000007</cx:pt>
          <cx:pt idx="21632">66.510000000000005</cx:pt>
          <cx:pt idx="21633">32.229999999999997</cx:pt>
          <cx:pt idx="21634">179.88</cx:pt>
          <cx:pt idx="21635">98.980000000000004</cx:pt>
          <cx:pt idx="21636">99.980000000000004</cx:pt>
          <cx:pt idx="21637">55.960000000000001</cx:pt>
          <cx:pt idx="21638">55.960000000000001</cx:pt>
          <cx:pt idx="21639">86.959999999999994</cx:pt>
          <cx:pt idx="21640">54.950000000000003</cx:pt>
          <cx:pt idx="21641">71.969999999999999</cx:pt>
          <cx:pt idx="21642">71.959999999999994</cx:pt>
          <cx:pt idx="21643">68.870000000000005</cx:pt>
          <cx:pt idx="21644">52.240000000000002</cx:pt>
          <cx:pt idx="21645">86.980000000000004</cx:pt>
          <cx:pt idx="21646">113.47</cx:pt>
          <cx:pt idx="21647">86.980000000000004</cx:pt>
          <cx:pt idx="21648">149.97</cx:pt>
          <cx:pt idx="21649">65.989999999999995</cx:pt>
          <cx:pt idx="21650">65.989999999999995</cx:pt>
          <cx:pt idx="21651">39.990000000000002</cx:pt>
          <cx:pt idx="21652">60.909999999999997</cx:pt>
          <cx:pt idx="21653">59.390000000000001</cx:pt>
          <cx:pt idx="21654">14.390000000000001</cx:pt>
          <cx:pt idx="21655">102.98</cx:pt>
          <cx:pt idx="21656">72.549999999999997</cx:pt>
          <cx:pt idx="21657">72.549999999999997</cx:pt>
          <cx:pt idx="21658">70.159999999999997</cx:pt>
          <cx:pt idx="21659">177.94999999999999</cx:pt>
          <cx:pt idx="21660">262.92000000000002</cx:pt>
          <cx:pt idx="21661">183.94</cx:pt>
          <cx:pt idx="21662">140.16</cx:pt>
          <cx:pt idx="21663">199.96000000000001</cx:pt>
          <cx:pt idx="21664">191.08000000000001</cx:pt>
          <cx:pt idx="21665">195.81</cx:pt>
          <cx:pt idx="21666">79.980000000000004</cx:pt>
          <cx:pt idx="21667">109.97</cx:pt>
          <cx:pt idx="21668">84.969999999999999</cx:pt>
          <cx:pt idx="21669">89.969999999999999</cx:pt>
          <cx:pt idx="21670">87.959999999999994</cx:pt>
          <cx:pt idx="21671">59.960000000000001</cx:pt>
          <cx:pt idx="21672">79.980000000000004</cx:pt>
          <cx:pt idx="21673">54.979999999999997</cx:pt>
          <cx:pt idx="21674">53.979999999999997</cx:pt>
          <cx:pt idx="21675">80.969999999999999</cx:pt>
          <cx:pt idx="21676">59.979999999999997</cx:pt>
          <cx:pt idx="21677">131.91999999999999</cx:pt>
          <cx:pt idx="21678">62.969999999999999</cx:pt>
          <cx:pt idx="21679">55.979999999999997</cx:pt>
          <cx:pt idx="21680">131.97999999999999</cx:pt>
          <cx:pt idx="21681">130.63999999999999</cx:pt>
          <cx:pt idx="21682">206.34</cx:pt>
          <cx:pt idx="21683">130.06999999999999</cx:pt>
          <cx:pt idx="21684">179.96000000000001</cx:pt>
          <cx:pt idx="21685">121.98</cx:pt>
          <cx:pt idx="21686">112.97</cx:pt>
          <cx:pt idx="21687">197.94999999999999</cx:pt>
          <cx:pt idx="21688">189.25</cx:pt>
          <cx:pt idx="21689">50.479999999999997</cx:pt>
          <cx:pt idx="21690">67.739999999999995</cx:pt>
          <cx:pt idx="21691">159.97999999999999</cx:pt>
          <cx:pt idx="21692">79.980000000000004</cx:pt>
          <cx:pt idx="21693">76.980000000000004</cx:pt>
          <cx:pt idx="21694">129.97</cx:pt>
          <cx:pt idx="21695">159.22999999999999</cx:pt>
          <cx:pt idx="21696">178.97</cx:pt>
          <cx:pt idx="21697">91.980000000000004</cx:pt>
          <cx:pt idx="21698">121.98</cx:pt>
          <cx:pt idx="21699">149.97999999999999</cx:pt>
          <cx:pt idx="21700">121.98</cx:pt>
          <cx:pt idx="21701">159.97999999999999</cx:pt>
          <cx:pt idx="21702">159.97999999999999</cx:pt>
          <cx:pt idx="21703">121.98</cx:pt>
          <cx:pt idx="21704">159.97999999999999</cx:pt>
          <cx:pt idx="21705">159.97999999999999</cx:pt>
          <cx:pt idx="21706">159.97999999999999</cx:pt>
          <cx:pt idx="21707">91.980000000000004</cx:pt>
          <cx:pt idx="21708">71.680000000000007</cx:pt>
          <cx:pt idx="21709">71.680000000000007</cx:pt>
          <cx:pt idx="21710">123.93000000000001</cx:pt>
          <cx:pt idx="21711">61.979999999999997</cx:pt>
          <cx:pt idx="21712">61.979999999999997</cx:pt>
          <cx:pt idx="21713">63.479999999999997</cx:pt>
          <cx:pt idx="21714">31.079999999999998</cx:pt>
          <cx:pt idx="21715">59.950000000000003</cx:pt>
          <cx:pt idx="21716">79.950000000000003</cx:pt>
          <cx:pt idx="21717">69.980000000000004</cx:pt>
          <cx:pt idx="21718">65.989999999999995</cx:pt>
          <cx:pt idx="21719">59.979999999999997</cx:pt>
          <cx:pt idx="21720">44.710000000000001</cx:pt>
          <cx:pt idx="21721">24.18</cx:pt>
          <cx:pt idx="21722">22.949999999999999</cx:pt>
          <cx:pt idx="21723">27.469999999999999</cx:pt>
          <cx:pt idx="21724">26.489999999999998</cx:pt>
          <cx:pt idx="21725">31.489999999999998</cx:pt>
          <cx:pt idx="21726">31.489999999999998</cx:pt>
          <cx:pt idx="21727">31.489999999999998</cx:pt>
          <cx:pt idx="21728">31.489999999999998</cx:pt>
          <cx:pt idx="21729">31.489999999999998</cx:pt>
          <cx:pt idx="21730">31.489999999999998</cx:pt>
          <cx:pt idx="21731">31.489999999999998</cx:pt>
          <cx:pt idx="21732">31.489999999999998</cx:pt>
          <cx:pt idx="21733">26.489999999999998</cx:pt>
          <cx:pt idx="21734">31.489999999999998</cx:pt>
          <cx:pt idx="21735">32.240000000000002</cx:pt>
          <cx:pt idx="21736">32.240000000000002</cx:pt>
          <cx:pt idx="21737">32.240000000000002</cx:pt>
          <cx:pt idx="21738">26.489999999999998</cx:pt>
          <cx:pt idx="21739">31.489999999999998</cx:pt>
          <cx:pt idx="21740">31.489999999999998</cx:pt>
          <cx:pt idx="21741">31.489999999999998</cx:pt>
          <cx:pt idx="21742">125.05</cx:pt>
          <cx:pt idx="21743">239.97</cx:pt>
          <cx:pt idx="21744">164.97999999999999</cx:pt>
          <cx:pt idx="21745">364.94999999999999</cx:pt>
          <cx:pt idx="21746">239.97</cx:pt>
          <cx:pt idx="21747">239.97</cx:pt>
          <cx:pt idx="21748">239.97</cx:pt>
          <cx:pt idx="21749">239.97</cx:pt>
          <cx:pt idx="21750">53.969999999999999</cx:pt>
          <cx:pt idx="21751">239.97</cx:pt>
          <cx:pt idx="21752">249.96000000000001</cx:pt>
          <cx:pt idx="21753">47.240000000000002</cx:pt>
          <cx:pt idx="21754">239.97</cx:pt>
          <cx:pt idx="21755">267.94999999999999</cx:pt>
          <cx:pt idx="21756">239.97</cx:pt>
          <cx:pt idx="21757">79.980000000000004</cx:pt>
          <cx:pt idx="21758">53.979999999999997</cx:pt>
          <cx:pt idx="21759">64.989999999999995</cx:pt>
          <cx:pt idx="21760">128.97</cx:pt>
          <cx:pt idx="21761">104.04000000000001</cx:pt>
          <cx:pt idx="21762">110.09</cx:pt>
          <cx:pt idx="21763">71.370000000000005</cx:pt>
          <cx:pt idx="21764">71.370000000000005</cx:pt>
          <cx:pt idx="21765">193.86000000000001</cx:pt>
          <cx:pt idx="21766">62.289999999999999</cx:pt>
          <cx:pt idx="21767">71.859999999999999</cx:pt>
          <cx:pt idx="21768">58.409999999999997</cx:pt>
          <cx:pt idx="21769">58.409999999999997</cx:pt>
          <cx:pt idx="21770">53.969999999999999</cx:pt>
          <cx:pt idx="21771">49.479999999999997</cx:pt>
          <cx:pt idx="21772">49.479999999999997</cx:pt>
          <cx:pt idx="21773">89.230000000000004</cx:pt>
          <cx:pt idx="21774">89.230000000000004</cx:pt>
          <cx:pt idx="21775">53.969999999999999</cx:pt>
          <cx:pt idx="21776">132.13</cx:pt>
          <cx:pt idx="21777">79.989999999999995</cx:pt>
          <cx:pt idx="21778">180.19999999999999</cx:pt>
          <cx:pt idx="21779">178.28</cx:pt>
          <cx:pt idx="21780">84.989999999999995</cx:pt>
          <cx:pt idx="21781">141.94</cx:pt>
          <cx:pt idx="21782">131.94999999999999</cx:pt>
          <cx:pt idx="21783">95.980000000000004</cx:pt>
          <cx:pt idx="21784">147.46000000000001</cx:pt>
          <cx:pt idx="21785">190.00999999999999</cx:pt>
          <cx:pt idx="21786">137.65000000000001</cx:pt>
          <cx:pt idx="21787">150.96000000000001</cx:pt>
          <cx:pt idx="21788">95.980000000000004</cx:pt>
          <cx:pt idx="21789">145.36000000000001</cx:pt>
          <cx:pt idx="21790">176.36000000000001</cx:pt>
          <cx:pt idx="21791">171.19999999999999</cx:pt>
          <cx:pt idx="21792">106.95999999999999</cx:pt>
          <cx:pt idx="21793">109.15000000000001</cx:pt>
          <cx:pt idx="21794">89.969999999999999</cx:pt>
          <cx:pt idx="21795">145.97</cx:pt>
          <cx:pt idx="21796">162.94999999999999</cx:pt>
          <cx:pt idx="21797">183.36000000000001</cx:pt>
          <cx:pt idx="21798">118.98</cx:pt>
          <cx:pt idx="21799">89.980000000000004</cx:pt>
          <cx:pt idx="21800">141.63</cx:pt>
          <cx:pt idx="21801">25.390000000000001</cx:pt>
          <cx:pt idx="21802">18.129999999999999</cx:pt>
          <cx:pt idx="21803">30.199999999999999</cx:pt>
          <cx:pt idx="21804">63.969999999999999</cx:pt>
          <cx:pt idx="21805">29.48</cx:pt>
          <cx:pt idx="21806">52.969999999999999</cx:pt>
          <cx:pt idx="21807">79.989999999999995</cx:pt>
          <cx:pt idx="21808">131.96000000000001</cx:pt>
          <cx:pt idx="21809">110.97</cx:pt>
          <cx:pt idx="21810">85.969999999999999</cx:pt>
          <cx:pt idx="21811">82.969999999999999</cx:pt>
          <cx:pt idx="21812">45.740000000000002</cx:pt>
          <cx:pt idx="21813">68.980000000000004</cx:pt>
          <cx:pt idx="21814">96.859999999999999</cx:pt>
          <cx:pt idx="21815">50.490000000000002</cx:pt>
          <cx:pt idx="21816">83.290000000000006</cx:pt>
          <cx:pt idx="21817">84.989999999999995</cx:pt>
          <cx:pt idx="21818">167.84999999999999</cx:pt>
          <cx:pt idx="21819">89.980000000000004</cx:pt>
          <cx:pt idx="21820">86.959999999999994</cx:pt>
          <cx:pt idx="21821">102.79000000000001</cx:pt>
          <cx:pt idx="21822">134.97999999999999</cx:pt>
          <cx:pt idx="21823">83.450000000000003</cx:pt>
          <cx:pt idx="21824">99.980000000000004</cx:pt>
          <cx:pt idx="21825">153.06</cx:pt>
          <cx:pt idx="21826">58.100000000000001</cx:pt>
          <cx:pt idx="21827">144.97</cx:pt>
          <cx:pt idx="21828">-102.79000000000001</cx:pt>
          <cx:pt idx="21829">106.13</cx:pt>
          <cx:pt idx="21830">84.989999999999995</cx:pt>
          <cx:pt idx="21831">84.989999999999995</cx:pt>
          <cx:pt idx="21832">94.709999999999994</cx:pt>
          <cx:pt idx="21833">133.97</cx:pt>
          <cx:pt idx="21834">84.989999999999995</cx:pt>
          <cx:pt idx="21835">89.980000000000004</cx:pt>
          <cx:pt idx="21836">164.97999999999999</cx:pt>
          <cx:pt idx="21837">84.989999999999995</cx:pt>
          <cx:pt idx="21838">88.480000000000004</cx:pt>
          <cx:pt idx="21839">129.97999999999999</cx:pt>
          <cx:pt idx="21840">52.380000000000003</cx:pt>
          <cx:pt idx="21841">52.380000000000003</cx:pt>
          <cx:pt idx="21842">50.979999999999997</cx:pt>
          <cx:pt idx="21843">76.469999999999999</cx:pt>
          <cx:pt idx="21844">76.469999999999999</cx:pt>
          <cx:pt idx="21845">89.959999999999994</cx:pt>
          <cx:pt idx="21846">50.979999999999997</cx:pt>
          <cx:pt idx="21847">89.959999999999994</cx:pt>
          <cx:pt idx="21848">46.490000000000002</cx:pt>
          <cx:pt idx="21849">60.329999999999998</cx:pt>
          <cx:pt idx="21850">125.95999999999999</cx:pt>
          <cx:pt idx="21851">68.969999999999999</cx:pt>
          <cx:pt idx="21852">211.65000000000001</cx:pt>
          <cx:pt idx="21853">64.569999999999993</cx:pt>
          <cx:pt idx="21854">79.980000000000004</cx:pt>
          <cx:pt idx="21855">51.979999999999997</cx:pt>
          <cx:pt idx="21856">50.979999999999997</cx:pt>
          <cx:pt idx="21857">54.979999999999997</cx:pt>
          <cx:pt idx="21858">53.479999999999997</cx:pt>
          <cx:pt idx="21859">51.979999999999997</cx:pt>
          <cx:pt idx="21860">99.980000000000004</cx:pt>
          <cx:pt idx="21861">119.87</cx:pt>
          <cx:pt idx="21862">129.66</cx:pt>
          <cx:pt idx="21863">131.97999999999999</cx:pt>
          <cx:pt idx="21864">56.969999999999999</cx:pt>
          <cx:pt idx="21865">134.97</cx:pt>
          <cx:pt idx="21866">124.14</cx:pt>
          <cx:pt idx="21867">73.569999999999993</cx:pt>
          <cx:pt idx="21868">131.97999999999999</cx:pt>
          <cx:pt idx="21869">208.31</cx:pt>
          <cx:pt idx="21870">148.94999999999999</cx:pt>
          <cx:pt idx="21871">137.97</cx:pt>
          <cx:pt idx="21872">58.640000000000001</cx:pt>
          <cx:pt idx="21873">65.189999999999998</cx:pt>
          <cx:pt idx="21874">137.94999999999999</cx:pt>
          <cx:pt idx="21875">67.719999999999999</cx:pt>
          <cx:pt idx="21876">114.16</cx:pt>
          <cx:pt idx="21877">79.980000000000004</cx:pt>
          <cx:pt idx="21878">124.97</cx:pt>
          <cx:pt idx="21879">169.97999999999999</cx:pt>
          <cx:pt idx="21880">84.989999999999995</cx:pt>
          <cx:pt idx="21881">103.98</cx:pt>
          <cx:pt idx="21882">253.47999999999999</cx:pt>
          <cx:pt idx="21883">137.97999999999999</cx:pt>
          <cx:pt idx="21884">209.96000000000001</cx:pt>
          <cx:pt idx="21885">65.989999999999995</cx:pt>
          <cx:pt idx="21886">497.91000000000003</cx:pt>
          <cx:pt idx="21887">344.94999999999999</cx:pt>
          <cx:pt idx="21888">65.989999999999995</cx:pt>
          <cx:pt idx="21889">99.980000000000004</cx:pt>
          <cx:pt idx="21890">202.96000000000001</cx:pt>
          <cx:pt idx="21891">188.97</cx:pt>
          <cx:pt idx="21892">159.87</cx:pt>
          <cx:pt idx="21893">65.989999999999995</cx:pt>
          <cx:pt idx="21894">49.990000000000002</cx:pt>
          <cx:pt idx="21895">161.03</cx:pt>
          <cx:pt idx="21896">75.980000000000004</cx:pt>
          <cx:pt idx="21897">100.98</cx:pt>
          <cx:pt idx="21898">54.990000000000002</cx:pt>
          <cx:pt idx="21899">54.990000000000002</cx:pt>
          <cx:pt idx="21900">60.329999999999998</cx:pt>
          <cx:pt idx="21901">70.980000000000004</cx:pt>
          <cx:pt idx="21902">59.950000000000003</cx:pt>
          <cx:pt idx="21903">59.950000000000003</cx:pt>
          <cx:pt idx="21904">71.939999999999998</cx:pt>
          <cx:pt idx="21905">98.950000000000003</cx:pt>
          <cx:pt idx="21906">84.299999999999997</cx:pt>
          <cx:pt idx="21907">83.780000000000001</cx:pt>
          <cx:pt idx="21908">59.390000000000001</cx:pt>
          <cx:pt idx="21909">64.980000000000004</cx:pt>
          <cx:pt idx="21910">137.97999999999999</cx:pt>
          <cx:pt idx="21911">84.989999999999995</cx:pt>
          <cx:pt idx="21912">59.969999999999999</cx:pt>
          <cx:pt idx="21913">100.31999999999999</cx:pt>
          <cx:pt idx="21914">65.189999999999998</cx:pt>
          <cx:pt idx="21915">118.72</cx:pt>
          <cx:pt idx="21916">104.98</cx:pt>
          <cx:pt idx="21917">59.979999999999997</cx:pt>
          <cx:pt idx="21918">79.519999999999996</cx:pt>
          <cx:pt idx="21919">84.989999999999995</cx:pt>
          <cx:pt idx="21920">88.329999999999998</cx:pt>
          <cx:pt idx="21921">84.989999999999995</cx:pt>
          <cx:pt idx="21922">88.129999999999995</cx:pt>
          <cx:pt idx="21923">100.98</cx:pt>
          <cx:pt idx="21924">120.97</cx:pt>
          <cx:pt idx="21925">74.980000000000004</cx:pt>
          <cx:pt idx="21926">68.390000000000001</cx:pt>
          <cx:pt idx="21927">85.180000000000007</cx:pt>
          <cx:pt idx="21928">84.989999999999995</cx:pt>
          <cx:pt idx="21929">84.989999999999995</cx:pt>
          <cx:pt idx="21930">129.97</cx:pt>
          <cx:pt idx="21931">131.15000000000001</cx:pt>
          <cx:pt idx="21932">131.87</cx:pt>
          <cx:pt idx="21933">79.849999999999994</cx:pt>
          <cx:pt idx="21934">36.280000000000001</cx:pt>
          <cx:pt idx="21935">118.97</cx:pt>
          <cx:pt idx="21936">84.989999999999995</cx:pt>
          <cx:pt idx="21937">54.990000000000002</cx:pt>
          <cx:pt idx="21938">54.990000000000002</cx:pt>
          <cx:pt idx="21939">89.980000000000004</cx:pt>
          <cx:pt idx="21940">104.97</cx:pt>
          <cx:pt idx="21941">92.480000000000004</cx:pt>
          <cx:pt idx="21942">84.989999999999995</cx:pt>
          <cx:pt idx="21943">8.7899999999999991</cx:pt>
          <cx:pt idx="21944">79.849999999999994</cx:pt>
          <cx:pt idx="21945">156.81999999999999</cx:pt>
          <cx:pt idx="21946">208.06999999999999</cx:pt>
          <cx:pt idx="21947">192.34</cx:pt>
          <cx:pt idx="21948">122.19</cx:pt>
          <cx:pt idx="21949">153.65000000000001</cx:pt>
          <cx:pt idx="21950">160.05000000000001</cx:pt>
          <cx:pt idx="21951">221.38999999999999</cx:pt>
          <cx:pt idx="21952">134.28999999999999</cx:pt>
          <cx:pt idx="21953">65.319999999999993</cx:pt>
          <cx:pt idx="21954">159.68000000000001</cx:pt>
          <cx:pt idx="21955">153.65000000000001</cx:pt>
          <cx:pt idx="21956">145.96000000000001</cx:pt>
          <cx:pt idx="21957">141.55000000000001</cx:pt>
          <cx:pt idx="21958">73.799999999999997</cx:pt>
          <cx:pt idx="21959">233.49000000000001</cx:pt>
          <cx:pt idx="21960">197.18000000000001</cx:pt>
          <cx:pt idx="21961">177.83000000000001</cx:pt>
          <cx:pt idx="21962">153.65000000000001</cx:pt>
          <cx:pt idx="21963">73.799999999999997</cx:pt>
          <cx:pt idx="21964">208.06999999999999</cx:pt>
          <cx:pt idx="21965">72.620000000000005</cx:pt>
          <cx:pt idx="21966">15.99</cx:pt>
          <cx:pt idx="21967">119.75</cx:pt>
          <cx:pt idx="21968">112.48999999999999</cx:pt>
          <cx:pt idx="21969">69.989999999999995</cx:pt>
          <cx:pt idx="21970">62.990000000000002</cx:pt>
          <cx:pt idx="21971">69.989999999999995</cx:pt>
          <cx:pt idx="21972">170.96000000000001</cx:pt>
          <cx:pt idx="21973">66.129999999999995</cx:pt>
          <cx:pt idx="21974">-44.990000000000002</cx:pt>
          <cx:pt idx="21975">33.280000000000001</cx:pt>
          <cx:pt idx="21976">33.93</cx:pt>
          <cx:pt idx="21977">33.280000000000001</cx:pt>
          <cx:pt idx="21978">72.549999999999997</cx:pt>
          <cx:pt idx="21979">138.86000000000001</cx:pt>
          <cx:pt idx="21980">59.960000000000001</cx:pt>
          <cx:pt idx="21981">59.960000000000001</cx:pt>
          <cx:pt idx="21982">254.97</cx:pt>
          <cx:pt idx="21983">254.97</cx:pt>
          <cx:pt idx="21984">62.969999999999999</cx:pt>
          <cx:pt idx="21985">254.97</cx:pt>
          <cx:pt idx="21986">263.95999999999998</cx:pt>
          <cx:pt idx="21987">285.44</cx:pt>
          <cx:pt idx="21988">254.97</cx:pt>
          <cx:pt idx="21989">206.97</cx:pt>
          <cx:pt idx="21990">254.97</cx:pt>
          <cx:pt idx="21991">254.97</cx:pt>
          <cx:pt idx="21992">37.479999999999997</cx:pt>
          <cx:pt idx="21993">254.97</cx:pt>
          <cx:pt idx="21994">339.95999999999998</cx:pt>
          <cx:pt idx="21995">57.579999999999998</cx:pt>
          <cx:pt idx="21996">73.980000000000004</cx:pt>
          <cx:pt idx="21997">190.94999999999999</cx:pt>
          <cx:pt idx="21998">47.240000000000002</cx:pt>
          <cx:pt idx="21999">75.980000000000004</cx:pt>
          <cx:pt idx="22000">46.490000000000002</cx:pt>
          <cx:pt idx="22001">25.48</cx:pt>
          <cx:pt idx="22002">126.95999999999999</cx:pt>
          <cx:pt idx="22003">21.48</cx:pt>
          <cx:pt idx="22004">69.989999999999995</cx:pt>
          <cx:pt idx="22005">124.23</cx:pt>
          <cx:pt idx="22006">194.13</cx:pt>
          <cx:pt idx="22007">168.97</cx:pt>
          <cx:pt idx="22008">99.980000000000004</cx:pt>
          <cx:pt idx="22009">178.97</cx:pt>
          <cx:pt idx="22010">128.02000000000001</cx:pt>
          <cx:pt idx="22011">99.980000000000004</cx:pt>
          <cx:pt idx="22012">169.97999999999999</cx:pt>
          <cx:pt idx="22013">184.97</cx:pt>
          <cx:pt idx="22014">102.18000000000001</cx:pt>
          <cx:pt idx="22015">169.97999999999999</cx:pt>
          <cx:pt idx="22016">51.969999999999999</cx:pt>
          <cx:pt idx="22017">84.989999999999995</cx:pt>
          <cx:pt idx="22018">104.97</cx:pt>
          <cx:pt idx="22019">88.969999999999999</cx:pt>
          <cx:pt idx="22020">93.959999999999994</cx:pt>
          <cx:pt idx="22021">59.979999999999997</cx:pt>
          <cx:pt idx="22022">73.980000000000004</cx:pt>
          <cx:pt idx="22023">59.969999999999999</cx:pt>
          <cx:pt idx="22024">59.969999999999999</cx:pt>
          <cx:pt idx="22025">68.989999999999995</cx:pt>
          <cx:pt idx="22026">16.289999999999999</cx:pt>
          <cx:pt idx="22027">54.979999999999997</cx:pt>
          <cx:pt idx="22028">16.289999999999999</cx:pt>
          <cx:pt idx="22029">11.289999999999999</cx:pt>
          <cx:pt idx="22030">59.950000000000003</cx:pt>
          <cx:pt idx="22031">29.93</cx:pt>
          <cx:pt idx="22032">21.940000000000001</cx:pt>
          <cx:pt idx="22033">55.960000000000001</cx:pt>
          <cx:pt idx="22034">59.969999999999999</cx:pt>
          <cx:pt idx="22035">163.97999999999999</cx:pt>
          <cx:pt idx="22036">204.56</cx:pt>
          <cx:pt idx="22037">229.97</cx:pt>
          <cx:pt idx="22038">275.32999999999998</cx:pt>
          <cx:pt idx="22039">69.989999999999995</cx:pt>
          <cx:pt idx="22040">69.989999999999995</cx:pt>
          <cx:pt idx="22041">169.97999999999999</cx:pt>
          <cx:pt idx="22042">169.97999999999999</cx:pt>
          <cx:pt idx="22043">99.980000000000004</cx:pt>
          <cx:pt idx="22044">275.32999999999998</cx:pt>
          <cx:pt idx="22045">131.97999999999999</cx:pt>
          <cx:pt idx="22046">131.97999999999999</cx:pt>
          <cx:pt idx="22047">99.980000000000004</cx:pt>
          <cx:pt idx="22048">204.56</cx:pt>
          <cx:pt idx="22049">229.97</cx:pt>
          <cx:pt idx="22050">163.97999999999999</cx:pt>
          <cx:pt idx="22051">181.27000000000001</cx:pt>
          <cx:pt idx="22052">254.97</cx:pt>
          <cx:pt idx="22053">181.27000000000001</cx:pt>
          <cx:pt idx="22054">163.28999999999999</cx:pt>
          <cx:pt idx="22055">254.97</cx:pt>
          <cx:pt idx="22056">163.28999999999999</cx:pt>
          <cx:pt idx="22057">59.990000000000002</cx:pt>
          <cx:pt idx="22058">59.990000000000002</cx:pt>
          <cx:pt idx="22059">72.549999999999997</cx:pt>
          <cx:pt idx="22060">72.549999999999997</cx:pt>
          <cx:pt idx="22061">67.930000000000007</cx:pt>
          <cx:pt idx="22062">64.989999999999995</cx:pt>
          <cx:pt idx="22063">61.159999999999997</cx:pt>
          <cx:pt idx="22064">64.349999999999994</cx:pt>
          <cx:pt idx="22065">68.980000000000004</cx:pt>
          <cx:pt idx="22066">57.590000000000003</cx:pt>
          <cx:pt idx="22067">68.980000000000004</cx:pt>
          <cx:pt idx="22068">74.969999999999999</cx:pt>
          <cx:pt idx="22069">55.969999999999999</cx:pt>
          <cx:pt idx="22070">59.979999999999997</cx:pt>
          <cx:pt idx="22071">65.989999999999995</cx:pt>
          <cx:pt idx="22072">68.969999999999999</cx:pt>
          <cx:pt idx="22073">55.969999999999999</cx:pt>
          <cx:pt idx="22074">59.950000000000003</cx:pt>
          <cx:pt idx="22075">69.980000000000004</cx:pt>
          <cx:pt idx="22076">120.95999999999999</cx:pt>
          <cx:pt idx="22077">65.989999999999995</cx:pt>
          <cx:pt idx="22078">84.989999999999995</cx:pt>
          <cx:pt idx="22079">65.989999999999995</cx:pt>
          <cx:pt idx="22080">84.989999999999995</cx:pt>
          <cx:pt idx="22081">82.629999999999995</cx:pt>
          <cx:pt idx="22082">75.969999999999999</cx:pt>
          <cx:pt idx="22083">74.989999999999995</cx:pt>
          <cx:pt idx="22084">76.510000000000005</cx:pt>
          <cx:pt idx="22085">100.98</cx:pt>
          <cx:pt idx="22086">69.980000000000004</cx:pt>
          <cx:pt idx="22087">91.079999999999998</cx:pt>
          <cx:pt idx="22088">100.98</cx:pt>
          <cx:pt idx="22089">65.980000000000004</cx:pt>
          <cx:pt idx="22090">80.980000000000004</cx:pt>
          <cx:pt idx="22091">67.469999999999999</cx:pt>
          <cx:pt idx="22092">65.989999999999995</cx:pt>
          <cx:pt idx="22093">-39.530000000000001</cx:pt>
          <cx:pt idx="22094">69.969999999999999</cx:pt>
          <cx:pt idx="22095">26.289999999999999</cx:pt>
          <cx:pt idx="22096">57.979999999999997</cx:pt>
          <cx:pt idx="22097">66.980000000000004</cx:pt>
          <cx:pt idx="22098">55.979999999999997</cx:pt>
          <cx:pt idx="22099">68.969999999999999</cx:pt>
          <cx:pt idx="22100">65.290000000000006</cx:pt>
          <cx:pt idx="22101">79.849999999999994</cx:pt>
          <cx:pt idx="22102">40.369999999999997</cx:pt>
          <cx:pt idx="22103">80.200000000000003</cx:pt>
          <cx:pt idx="22104">171.25</cx:pt>
          <cx:pt idx="22105">58.979999999999997</cx:pt>
          <cx:pt idx="22106">58.979999999999997</cx:pt>
          <cx:pt idx="22107">140.96000000000001</cx:pt>
          <cx:pt idx="22108">121.98</cx:pt>
          <cx:pt idx="22109">66.219999999999999</cx:pt>
          <cx:pt idx="22110">108.27</cx:pt>
          <cx:pt idx="22111">135.28</cx:pt>
          <cx:pt idx="22112">91.950000000000003</cx:pt>
          <cx:pt idx="22113">115.28</cx:pt>
          <cx:pt idx="22114">135.28</cx:pt>
          <cx:pt idx="22115">125.94</cx:pt>
          <cx:pt idx="22116">191.93000000000001</cx:pt>
          <cx:pt idx="22117">87.670000000000002</cx:pt>
          <cx:pt idx="22118">117.47</cx:pt>
          <cx:pt idx="22119">92.189999999999998</cx:pt>
          <cx:pt idx="22120">28.489999999999998</cx:pt>
          <cx:pt idx="22121">55.979999999999997</cx:pt>
          <cx:pt idx="22122">96.969999999999999</cx:pt>
          <cx:pt idx="22123">89.980000000000004</cx:pt>
          <cx:pt idx="22124">99.980000000000004</cx:pt>
          <cx:pt idx="22125">105.86</cx:pt>
          <cx:pt idx="22126">79.980000000000004</cx:pt>
          <cx:pt idx="22127">109.98</cx:pt>
          <cx:pt idx="22128">81.969999999999999</cx:pt>
          <cx:pt idx="22129">107.98</cx:pt>
          <cx:pt idx="22130">69.980000000000004</cx:pt>
          <cx:pt idx="22131">119.97</cx:pt>
          <cx:pt idx="22132">64.980000000000004</cx:pt>
          <cx:pt idx="22133">65.989999999999995</cx:pt>
          <cx:pt idx="22134">58.979999999999997</cx:pt>
          <cx:pt idx="22135">49.479999999999997</cx:pt>
          <cx:pt idx="22136">47.479999999999997</cx:pt>
          <cx:pt idx="22137">11.49</cx:pt>
          <cx:pt idx="22138">47.479999999999997</cx:pt>
          <cx:pt idx="22139">61.479999999999997</cx:pt>
          <cx:pt idx="22140">59.979999999999997</cx:pt>
          <cx:pt idx="22141">59.979999999999997</cx:pt>
          <cx:pt idx="22142">99.959999999999994</cx:pt>
          <cx:pt idx="22143">89.969999999999999</cx:pt>
          <cx:pt idx="22144">84.989999999999995</cx:pt>
          <cx:pt idx="22145">84.989999999999995</cx:pt>
          <cx:pt idx="22146">84.989999999999995</cx:pt>
          <cx:pt idx="22147">84.989999999999995</cx:pt>
          <cx:pt idx="22148">131.97999999999999</cx:pt>
          <cx:pt idx="22149">75.090000000000003</cx:pt>
          <cx:pt idx="22150">84.989999999999995</cx:pt>
          <cx:pt idx="22151">84.989999999999995</cx:pt>
          <cx:pt idx="22152">84.989999999999995</cx:pt>
          <cx:pt idx="22153">65.989999999999995</cx:pt>
          <cx:pt idx="22154">41.479999999999997</cx:pt>
          <cx:pt idx="22155">55.979999999999997</cx:pt>
          <cx:pt idx="22156">83.969999999999999</cx:pt>
          <cx:pt idx="22157">194.94</cx:pt>
          <cx:pt idx="22158">119.95999999999999</cx:pt>
          <cx:pt idx="22159">118.97</cx:pt>
          <cx:pt idx="22160">73.969999999999999</cx:pt>
          <cx:pt idx="22161">189.96000000000001</cx:pt>
          <cx:pt idx="22162">181.94999999999999</cx:pt>
          <cx:pt idx="22163">153.06</cx:pt>
          <cx:pt idx="22164">139.97</cx:pt>
          <cx:pt idx="22165">137.97</cx:pt>
          <cx:pt idx="22166">181.94999999999999</cx:pt>
          <cx:pt idx="22167">55.979999999999997</cx:pt>
          <cx:pt idx="22168">131.96000000000001</cx:pt>
          <cx:pt idx="22169">149.97</cx:pt>
          <cx:pt idx="22170">149.97</cx:pt>
          <cx:pt idx="22171">65.980000000000004</cx:pt>
          <cx:pt idx="22172">197.94</cx:pt>
          <cx:pt idx="22173">97.959999999999994</cx:pt>
          <cx:pt idx="22174">181.94999999999999</cx:pt>
          <cx:pt idx="22175">149.97</cx:pt>
          <cx:pt idx="22176">231.94</cx:pt>
          <cx:pt idx="22177">63.960000000000001</cx:pt>
          <cx:pt idx="22178">149.97</cx:pt>
          <cx:pt idx="22179">149.97</cx:pt>
          <cx:pt idx="22180">145.97</cx:pt>
          <cx:pt idx="22181">59.969999999999999</cx:pt>
          <cx:pt idx="22182">132.96000000000001</cx:pt>
          <cx:pt idx="22183">55.969999999999999</cx:pt>
          <cx:pt idx="22184">56.969999999999999</cx:pt>
          <cx:pt idx="22185">131.97999999999999</cx:pt>
          <cx:pt idx="22186">62.640000000000001</cx:pt>
          <cx:pt idx="22187">84.980000000000004</cx:pt>
          <cx:pt idx="22188">53.960000000000001</cx:pt>
          <cx:pt idx="22189">53.960000000000001</cx:pt>
          <cx:pt idx="22190">87.099999999999994</cx:pt>
          <cx:pt idx="22191">122.19</cx:pt>
          <cx:pt idx="22192">110.95999999999999</cx:pt>
          <cx:pt idx="22193">79.969999999999999</cx:pt>
          <cx:pt idx="22194">74.950000000000003</cx:pt>
          <cx:pt idx="22195">114.95999999999999</cx:pt>
          <cx:pt idx="22196">53.969999999999999</cx:pt>
          <cx:pt idx="22197">62.090000000000003</cx:pt>
          <cx:pt idx="22198">76.489999999999995</cx:pt>
          <cx:pt idx="22199">59.960000000000001</cx:pt>
          <cx:pt idx="22200">59.960000000000001</cx:pt>
          <cx:pt idx="22201">159.97999999999999</cx:pt>
          <cx:pt idx="22202">159.97999999999999</cx:pt>
          <cx:pt idx="22203">161.28</cx:pt>
          <cx:pt idx="22204">79.989999999999995</cx:pt>
          <cx:pt idx="22205">159.97999999999999</cx:pt>
          <cx:pt idx="22206">159.97</cx:pt>
          <cx:pt idx="22207">60.990000000000002</cx:pt>
          <cx:pt idx="22208">159.97999999999999</cx:pt>
          <cx:pt idx="22209">60.990000000000002</cx:pt>
          <cx:pt idx="22210">162.58000000000001</cx:pt>
          <cx:pt idx="22211">159.97999999999999</cx:pt>
          <cx:pt idx="22212">159.97999999999999</cx:pt>
          <cx:pt idx="22213">159.97999999999999</cx:pt>
          <cx:pt idx="22214">159.97999999999999</cx:pt>
          <cx:pt idx="22215">162.58000000000001</cx:pt>
          <cx:pt idx="22216">121.98</cx:pt>
          <cx:pt idx="22217">162.58000000000001</cx:pt>
          <cx:pt idx="22218">16.289999999999999</cx:pt>
          <cx:pt idx="22219">60.990000000000002</cx:pt>
          <cx:pt idx="22220">159.97999999999999</cx:pt>
          <cx:pt idx="22221">104.95999999999999</cx:pt>
          <cx:pt idx="22222">87.519999999999996</cx:pt>
          <cx:pt idx="22223">83.480000000000004</cx:pt>
          <cx:pt idx="22224">73.969999999999999</cx:pt>
          <cx:pt idx="22225">99.959999999999994</cx:pt>
          <cx:pt idx="22226">188.96000000000001</cx:pt>
          <cx:pt idx="22227">188.97</cx:pt>
          <cx:pt idx="22228">59.979999999999997</cx:pt>
          <cx:pt idx="22229">121.45999999999999</cx:pt>
          <cx:pt idx="22230">206.94</cx:pt>
          <cx:pt idx="22231">91.959999999999994</cx:pt>
          <cx:pt idx="22232">78.969999999999999</cx:pt>
          <cx:pt idx="22233">82.760000000000005</cx:pt>
          <cx:pt idx="22234">55.979999999999997</cx:pt>
          <cx:pt idx="22235">68.969999999999999</cx:pt>
          <cx:pt idx="22236">55.969999999999999</cx:pt>
          <cx:pt idx="22237">217.43000000000001</cx:pt>
          <cx:pt idx="22238">173.94</cx:pt>
          <cx:pt idx="22239">59.979999999999997</cx:pt>
          <cx:pt idx="22240">55.979999999999997</cx:pt>
          <cx:pt idx="22241">173.94</cx:pt>
          <cx:pt idx="22242">157.78</cx:pt>
          <cx:pt idx="22243">80.969999999999999</cx:pt>
          <cx:pt idx="22244">88.959999999999994</cx:pt>
          <cx:pt idx="22245">78.980000000000004</cx:pt>
          <cx:pt idx="22246">281.39999999999998</cx:pt>
          <cx:pt idx="22247">57.560000000000002</cx:pt>
          <cx:pt idx="22248">216.94</cx:pt>
          <cx:pt idx="22249">78.959999999999994</cx:pt>
          <cx:pt idx="22250">65.980000000000004</cx:pt>
          <cx:pt idx="22251">59.969999999999999</cx:pt>
          <cx:pt idx="22252">69.980000000000004</cx:pt>
          <cx:pt idx="22253">51.979999999999997</cx:pt>
          <cx:pt idx="22254">50.969999999999999</cx:pt>
          <cx:pt idx="22255">125.95999999999999</cx:pt>
          <cx:pt idx="22256">76.969999999999999</cx:pt>
          <cx:pt idx="22257">182.94999999999999</cx:pt>
          <cx:pt idx="22258">110.97</cx:pt>
          <cx:pt idx="22259">163.94</cx:pt>
          <cx:pt idx="22260">69.980000000000004</cx:pt>
          <cx:pt idx="22261">45.140000000000001</cx:pt>
          <cx:pt idx="22262">134.97</cx:pt>
          <cx:pt idx="22263">191.88999999999999</cx:pt>
          <cx:pt idx="22264">63.960000000000001</cx:pt>
          <cx:pt idx="22265">63.960000000000001</cx:pt>
          <cx:pt idx="22266">63.960000000000001</cx:pt>
          <cx:pt idx="22267">63.960000000000001</cx:pt>
          <cx:pt idx="22268">63.960000000000001</cx:pt>
          <cx:pt idx="22269">22.489999999999998</cx:pt>
          <cx:pt idx="22270">52.18</cx:pt>
          <cx:pt idx="22271">50.979999999999997</cx:pt>
          <cx:pt idx="22272">104.04000000000001</cx:pt>
          <cx:pt idx="22273">74.969999999999999</cx:pt>
          <cx:pt idx="22274">58.969999999999999</cx:pt>
          <cx:pt idx="22275">59.469999999999999</cx:pt>
          <cx:pt idx="22276">69.989999999999995</cx:pt>
          <cx:pt idx="22277">39.789999999999999</cx:pt>
          <cx:pt idx="22278">169.97999999999999</cx:pt>
          <cx:pt idx="22279">162.18000000000001</cx:pt>
          <cx:pt idx="22280">84.989999999999995</cx:pt>
          <cx:pt idx="22281">137.97999999999999</cx:pt>
          <cx:pt idx="22282">169.97999999999999</cx:pt>
          <cx:pt idx="22283">139.97999999999999</cx:pt>
          <cx:pt idx="22284">190.97</cx:pt>
          <cx:pt idx="22285">190.97</cx:pt>
          <cx:pt idx="22286">206.97</cx:pt>
          <cx:pt idx="22287">169.97999999999999</cx:pt>
          <cx:pt idx="22288">169.97999999999999</cx:pt>
          <cx:pt idx="22289">113.87</cx:pt>
          <cx:pt idx="22290">30.18</cx:pt>
          <cx:pt idx="22291">169.97999999999999</cx:pt>
          <cx:pt idx="22292">180.97</cx:pt>
          <cx:pt idx="22293">169.97999999999999</cx:pt>
          <cx:pt idx="22294">65.989999999999995</cx:pt>
          <cx:pt idx="22295">190.97</cx:pt>
          <cx:pt idx="22296">159.97999999999999</cx:pt>
          <cx:pt idx="22297">88.469999999999999</cx:pt>
          <cx:pt idx="22298">33.479999999999997</cx:pt>
          <cx:pt idx="22299">54.979999999999997</cx:pt>
          <cx:pt idx="22300">35.280000000000001</cx:pt>
          <cx:pt idx="22301">37.479999999999997</cx:pt>
          <cx:pt idx="22302">35.479999999999997</cx:pt>
          <cx:pt idx="22303">68.489999999999995</cx:pt>
          <cx:pt idx="22304">114.27</cx:pt>
          <cx:pt idx="22305">83.939999999999998</cx:pt>
          <cx:pt idx="22306">69.950000000000003</cx:pt>
          <cx:pt idx="22307">75.959999999999994</cx:pt>
          <cx:pt idx="22308">187.94999999999999</cx:pt>
          <cx:pt idx="22309">149.94999999999999</cx:pt>
          <cx:pt idx="22310">119.95999999999999</cx:pt>
          <cx:pt idx="22311">169.94</cx:pt>
          <cx:pt idx="22312">329.88999999999999</cx:pt>
          <cx:pt idx="22313">199.93000000000001</cx:pt>
          <cx:pt idx="22314">59.979999999999997</cx:pt>
          <cx:pt idx="22315">188.87</cx:pt>
          <cx:pt idx="22316">109.95999999999999</cx:pt>
          <cx:pt idx="22317">119.95999999999999</cx:pt>
          <cx:pt idx="22318">389.87</cx:pt>
          <cx:pt idx="22319">59.979999999999997</cx:pt>
          <cx:pt idx="22320">119.95999999999999</cx:pt>
          <cx:pt idx="22321">119.95999999999999</cx:pt>
          <cx:pt idx="22322">239.91999999999999</cx:pt>
          <cx:pt idx="22323">170.83000000000001</cx:pt>
          <cx:pt idx="22324">114.95999999999999</cx:pt>
          <cx:pt idx="22325">119.95999999999999</cx:pt>
          <cx:pt idx="22326">119.95999999999999</cx:pt>
          <cx:pt idx="22327">32.229999999999997</cx:pt>
          <cx:pt idx="22328">31.48</cx:pt>
          <cx:pt idx="22329">124.95</cx:pt>
          <cx:pt idx="22330">86.569999999999993</cx:pt>
          <cx:pt idx="22331">101.95999999999999</cx:pt>
          <cx:pt idx="22332">130.97</cx:pt>
          <cx:pt idx="22333">59.969999999999999</cx:pt>
          <cx:pt idx="22334">190.75999999999999</cx:pt>
          <cx:pt idx="22335">163.96000000000001</cx:pt>
          <cx:pt idx="22336">147.96000000000001</cx:pt>
          <cx:pt idx="22337">194.96000000000001</cx:pt>
          <cx:pt idx="22338">169.97999999999999</cx:pt>
          <cx:pt idx="22339">138.97</cx:pt>
          <cx:pt idx="22340">105.95999999999999</cx:pt>
          <cx:pt idx="22341">169.97999999999999</cx:pt>
          <cx:pt idx="22342">134.97999999999999</cx:pt>
          <cx:pt idx="22343">115.95999999999999</cx:pt>
          <cx:pt idx="22344">144.97999999999999</cx:pt>
          <cx:pt idx="22345">104.98</cx:pt>
          <cx:pt idx="22346">145.18000000000001</cx:pt>
          <cx:pt idx="22347">150.91999999999999</cx:pt>
          <cx:pt idx="22348">100.53</cx:pt>
          <cx:pt idx="22349">188.86000000000001</cx:pt>
          <cx:pt idx="22350">134.97999999999999</cx:pt>
          <cx:pt idx="22351">105.98</cx:pt>
          <cx:pt idx="22352">145.15000000000001</cx:pt>
          <cx:pt idx="22353">61.689999999999998</cx:pt>
          <cx:pt idx="22354">68.930000000000007</cx:pt>
          <cx:pt idx="22355">68.930000000000007</cx:pt>
          <cx:pt idx="22356">68.930000000000007</cx:pt>
          <cx:pt idx="22357">72.549999999999997</cx:pt>
          <cx:pt idx="22358">-58.979999999999997</cx:pt>
          <cx:pt idx="22359">78.980000000000004</cx:pt>
          <cx:pt idx="22360">58.979999999999997</cx:pt>
          <cx:pt idx="22361">56.969999999999999</cx:pt>
          <cx:pt idx="22362">144.94999999999999</cx:pt>
          <cx:pt idx="22363">59.979999999999997</cx:pt>
          <cx:pt idx="22364">47.979999999999997</cx:pt>
          <cx:pt idx="22365">59.960000000000001</cx:pt>
          <cx:pt idx="22366">204.87</cx:pt>
          <cx:pt idx="22367">204.87</cx:pt>
          <cx:pt idx="22368">80.980000000000004</cx:pt>
          <cx:pt idx="22369">106.06999999999999</cx:pt>
          <cx:pt idx="22370">263.95999999999998</cx:pt>
          <cx:pt idx="22371">-1.2</cx:pt>
          <cx:pt idx="22372">254.97</cx:pt>
          <cx:pt idx="22373">16.190000000000001</cx:pt>
          <cx:pt idx="22374">197.97</cx:pt>
          <cx:pt idx="22375">254.97</cx:pt>
          <cx:pt idx="22376">269.95999999999998</cx:pt>
          <cx:pt idx="22377">16.190000000000001</cx:pt>
          <cx:pt idx="22378">229.97</cx:pt>
          <cx:pt idx="22379">197.97</cx:pt>
          <cx:pt idx="22380">254.97</cx:pt>
          <cx:pt idx="22381">254.97</cx:pt>
          <cx:pt idx="22382">169.97999999999999</cx:pt>
          <cx:pt idx="22383">254.97</cx:pt>
          <cx:pt idx="22384">254.97</cx:pt>
          <cx:pt idx="22385">254.97</cx:pt>
          <cx:pt idx="22386">254.97</cx:pt>
          <cx:pt idx="22387">79.989999999999995</cx:pt>
          <cx:pt idx="22388">59.960000000000001</cx:pt>
          <cx:pt idx="22389">115.97</cx:pt>
          <cx:pt idx="22390">99.989999999999995</cx:pt>
          <cx:pt idx="22391">99.989999999999995</cx:pt>
          <cx:pt idx="22392">61.979999999999997</cx:pt>
          <cx:pt idx="22393">-22.98</cx:pt>
          <cx:pt idx="22394">104.98</cx:pt>
          <cx:pt idx="22395">101.97</cx:pt>
          <cx:pt idx="22396">53.979999999999997</cx:pt>
          <cx:pt idx="22397">-54.990000000000002</cx:pt>
          <cx:pt idx="22398">68.989999999999995</cx:pt>
          <cx:pt idx="22399">118.97</cx:pt>
          <cx:pt idx="22400">186.94999999999999</cx:pt>
          <cx:pt idx="22401">57.579999999999998</cx:pt>
          <cx:pt idx="22402">65.989999999999995</cx:pt>
          <cx:pt idx="22403">63.340000000000003</cx:pt>
          <cx:pt idx="22404">119.95999999999999</cx:pt>
          <cx:pt idx="22405">31.48</cx:pt>
          <cx:pt idx="22406">53.979999999999997</cx:pt>
          <cx:pt idx="22407">67.090000000000003</cx:pt>
          <cx:pt idx="22408">66.620000000000005</cx:pt>
          <cx:pt idx="22409">84.989999999999995</cx:pt>
          <cx:pt idx="22410">82.200000000000003</cx:pt>
          <cx:pt idx="22411">68.989999999999995</cx:pt>
          <cx:pt idx="22412">77.069999999999993</cx:pt>
          <cx:pt idx="22413">87.980000000000004</cx:pt>
          <cx:pt idx="22414">54.990000000000002</cx:pt>
          <cx:pt idx="22415">102.43000000000001</cx:pt>
          <cx:pt idx="22416">21.489999999999998</cx:pt>
          <cx:pt idx="22417">51.969999999999999</cx:pt>
          <cx:pt idx="22418">84.989999999999995</cx:pt>
          <cx:pt idx="22419">85.980000000000004</cx:pt>
          <cx:pt idx="22420">104.98</cx:pt>
          <cx:pt idx="22421">84.989999999999995</cx:pt>
          <cx:pt idx="22422">51.969999999999999</cx:pt>
          <cx:pt idx="22423">124.31</cx:pt>
          <cx:pt idx="22424">79.340000000000003</cx:pt>
          <cx:pt idx="22425">79.980000000000004</cx:pt>
          <cx:pt idx="22426">-35.979999999999997</cx:pt>
          <cx:pt idx="22427">84.989999999999995</cx:pt>
          <cx:pt idx="22428">87.599999999999994</cx:pt>
          <cx:pt idx="22429">63.93</cx:pt>
          <cx:pt idx="22430">85.180000000000007</cx:pt>
          <cx:pt idx="22431">-15.99</cx:pt>
          <cx:pt idx="22432">84.989999999999995</cx:pt>
          <cx:pt idx="22433">79.980000000000004</cx:pt>
          <cx:pt idx="22434">84.989999999999995</cx:pt>
          <cx:pt idx="22435">137.97</cx:pt>
          <cx:pt idx="22436">84.989999999999995</cx:pt>
          <cx:pt idx="22437">-2.9900000000000002</cx:pt>
          <cx:pt idx="22438">84.989999999999995</cx:pt>
          <cx:pt idx="22439">84.989999999999995</cx:pt>
          <cx:pt idx="22440">64.980000000000004</cx:pt>
          <cx:pt idx="22441">121.95</cx:pt>
          <cx:pt idx="22442">105.95999999999999</cx:pt>
          <cx:pt idx="22443">68.709999999999994</cx:pt>
          <cx:pt idx="22444">20.48</cx:pt>
          <cx:pt idx="22445">178.34999999999999</cx:pt>
          <cx:pt idx="22446">189.97</cx:pt>
          <cx:pt idx="22447">149.97999999999999</cx:pt>
          <cx:pt idx="22448">31.280000000000001</cx:pt>
          <cx:pt idx="22449">134.00999999999999</cx:pt>
          <cx:pt idx="22450">42.689999999999998</cx:pt>
          <cx:pt idx="22451">134.00999999999999</cx:pt>
          <cx:pt idx="22452">76.989999999999995</cx:pt>
          <cx:pt idx="22453">121.98</cx:pt>
          <cx:pt idx="22454">123.47</cx:pt>
          <cx:pt idx="22455">79.189999999999998</cx:pt>
          <cx:pt idx="22456">121.98</cx:pt>
          <cx:pt idx="22457">121.98</cx:pt>
          <cx:pt idx="22458">121.98</cx:pt>
          <cx:pt idx="22459">139.97999999999999</cx:pt>
          <cx:pt idx="22460">42.689999999999998</cx:pt>
          <cx:pt idx="22461">77.790000000000006</cx:pt>
          <cx:pt idx="22462">139.97999999999999</cx:pt>
          <cx:pt idx="22463">76.989999999999995</cx:pt>
          <cx:pt idx="22464">79.989999999999995</cx:pt>
          <cx:pt idx="22465">79.989999999999995</cx:pt>
          <cx:pt idx="22466">79.989999999999995</cx:pt>
          <cx:pt idx="22467">60.990000000000002</cx:pt>
          <cx:pt idx="22468">79.189999999999998</cx:pt>
          <cx:pt idx="22469">94.980000000000004</cx:pt>
          <cx:pt idx="22470">77.790000000000006</cx:pt>
          <cx:pt idx="22471">60.990000000000002</cx:pt>
          <cx:pt idx="22472">94.980000000000004</cx:pt>
          <cx:pt idx="22473">79.989999999999995</cx:pt>
          <cx:pt idx="22474">123.47</cx:pt>
          <cx:pt idx="22475">59.979999999999997</cx:pt>
          <cx:pt idx="22476">61.280000000000001</cx:pt>
          <cx:pt idx="22477">59.979999999999997</cx:pt>
          <cx:pt idx="22478">89.950000000000003</cx:pt>
          <cx:pt idx="22479">99.980000000000004</cx:pt>
          <cx:pt idx="22480">98.469999999999999</cx:pt>
          <cx:pt idx="22481">120.95999999999999</cx:pt>
          <cx:pt idx="22482">77.969999999999999</cx:pt>
          <cx:pt idx="22483">51.969999999999999</cx:pt>
          <cx:pt idx="22484">65.989999999999995</cx:pt>
          <cx:pt idx="22485">65.989999999999995</cx:pt>
          <cx:pt idx="22486">134.46000000000001</cx:pt>
          <cx:pt idx="22487">71.319999999999993</cx:pt>
          <cx:pt idx="22488">102.83</cx:pt>
          <cx:pt idx="22489">102.83</cx:pt>
          <cx:pt idx="22490">205.65000000000001</cx:pt>
          <cx:pt idx="22491">68.930000000000007</cx:pt>
          <cx:pt idx="22492">136.69</cx:pt>
          <cx:pt idx="22493">67.739999999999995</cx:pt>
          <cx:pt idx="22494">68.930000000000007</cx:pt>
          <cx:pt idx="22495">68.930000000000007</cx:pt>
          <cx:pt idx="22496">66.489999999999995</cx:pt>
          <cx:pt idx="22497">66.489999999999995</cx:pt>
          <cx:pt idx="22498">72.530000000000001</cx:pt>
          <cx:pt idx="22499">84.689999999999998</cx:pt>
          <cx:pt idx="22500">31.489999999999998</cx:pt>
          <cx:pt idx="22501">128.44</cx:pt>
          <cx:pt idx="22502">99.980000000000004</cx:pt>
          <cx:pt idx="22503">120.98</cx:pt>
          <cx:pt idx="22504">59.390000000000001</cx:pt>
          <cx:pt idx="22505">99.980000000000004</cx:pt>
          <cx:pt idx="22506">65.989999999999995</cx:pt>
          <cx:pt idx="22507">67.480000000000004</cx:pt>
          <cx:pt idx="22508">170.47</cx:pt>
          <cx:pt idx="22509">106.97</cx:pt>
          <cx:pt idx="22510">82.769999999999996</cx:pt>
          <cx:pt idx="22511">81.980000000000004</cx:pt>
          <cx:pt idx="22512">104.98</cx:pt>
          <cx:pt idx="22513">86.980000000000004</cx:pt>
          <cx:pt idx="22514">99.980000000000004</cx:pt>
          <cx:pt idx="22515">65.989999999999995</cx:pt>
          <cx:pt idx="22516">193.96000000000001</cx:pt>
          <cx:pt idx="22517">185.94</cx:pt>
          <cx:pt idx="22518">100.98</cx:pt>
          <cx:pt idx="22519">84.989999999999995</cx:pt>
          <cx:pt idx="22520">100.98</cx:pt>
          <cx:pt idx="22521">84.989999999999995</cx:pt>
          <cx:pt idx="22522">185.97</cx:pt>
          <cx:pt idx="22523">132.77000000000001</cx:pt>
          <cx:pt idx="22524">185.96000000000001</cx:pt>
          <cx:pt idx="22525">58.969999999999999</cx:pt>
          <cx:pt idx="22526">65.980000000000004</cx:pt>
          <cx:pt idx="22527">54.979999999999997</cx:pt>
          <cx:pt idx="22528">64.980000000000004</cx:pt>
          <cx:pt idx="22529">84.989999999999995</cx:pt>
          <cx:pt idx="22530">65.989999999999995</cx:pt>
          <cx:pt idx="22531">75.510000000000005</cx:pt>
          <cx:pt idx="22532">84.989999999999995</cx:pt>
          <cx:pt idx="22533">65.989999999999995</cx:pt>
          <cx:pt idx="22534">84.989999999999995</cx:pt>
          <cx:pt idx="22535">84.989999999999995</cx:pt>
          <cx:pt idx="22536">79.980000000000004</cx:pt>
          <cx:pt idx="22537">82.980000000000004</cx:pt>
          <cx:pt idx="22538">84.989999999999995</cx:pt>
          <cx:pt idx="22539">84.989999999999995</cx:pt>
          <cx:pt idx="22540">98.980000000000004</cx:pt>
          <cx:pt idx="22541">84.989999999999995</cx:pt>
          <cx:pt idx="22542">84.989999999999995</cx:pt>
          <cx:pt idx="22543">65.989999999999995</cx:pt>
          <cx:pt idx="22544">84.989999999999995</cx:pt>
          <cx:pt idx="22545">65.989999999999995</cx:pt>
          <cx:pt idx="22546">84.989999999999995</cx:pt>
          <cx:pt idx="22547">65.989999999999995</cx:pt>
          <cx:pt idx="22548">84.989999999999995</cx:pt>
          <cx:pt idx="22549">75.090000000000003</cx:pt>
          <cx:pt idx="22550">79.060000000000002</cx:pt>
          <cx:pt idx="22551">98.980000000000004</cx:pt>
          <cx:pt idx="22552">76.409999999999997</cx:pt>
          <cx:pt idx="22553">84.989999999999995</cx:pt>
          <cx:pt idx="22554">101.77</cx:pt>
          <cx:pt idx="22555">84.989999999999995</cx:pt>
          <cx:pt idx="22556">65.469999999999999</cx:pt>
          <cx:pt idx="22557">55.960000000000001</cx:pt>
          <cx:pt idx="22558">59.950000000000003</cx:pt>
          <cx:pt idx="22559">53.960000000000001</cx:pt>
          <cx:pt idx="22560">71.939999999999998</cx:pt>
          <cx:pt idx="22561">93.959999999999994</cx:pt>
          <cx:pt idx="22562">76.969999999999999</cx:pt>
          <cx:pt idx="22563">14.99</cx:pt>
          <cx:pt idx="22564">12.49</cx:pt>
          <cx:pt idx="22565">12.19</cx:pt>
          <cx:pt idx="22566">76.180000000000007</cx:pt>
          <cx:pt idx="22567">12.49</cx:pt>
          <cx:pt idx="22568">14.99</cx:pt>
          <cx:pt idx="22569">112.48</cx:pt>
          <cx:pt idx="22570">76.489999999999995</cx:pt>
          <cx:pt idx="22571">51.939999999999998</cx:pt>
          <cx:pt idx="22572">123.94</cx:pt>
          <cx:pt idx="22573">49.829999999999998</cx:pt>
          <cx:pt idx="22574">28.239999999999998</cx:pt>
          <cx:pt idx="22575">29.280000000000001</cx:pt>
          <cx:pt idx="22576">53.990000000000002</cx:pt>
          <cx:pt idx="22577">79.980000000000004</cx:pt>
          <cx:pt idx="22578">83.530000000000001</cx:pt>
          <cx:pt idx="22579">84.989999999999995</cx:pt>
          <cx:pt idx="22580">84.989999999999995</cx:pt>
          <cx:pt idx="22581">84.989999999999995</cx:pt>
          <cx:pt idx="22582">84.989999999999995</cx:pt>
          <cx:pt idx="22583">83.290000000000006</cx:pt>
          <cx:pt idx="22584">59.390000000000001</cx:pt>
          <cx:pt idx="22585">78.329999999999998</cx:pt>
          <cx:pt idx="22586">84.989999999999995</cx:pt>
          <cx:pt idx="22587">84.989999999999995</cx:pt>
          <cx:pt idx="22588">79.980000000000004</cx:pt>
          <cx:pt idx="22589">119.97</cx:pt>
          <cx:pt idx="22590">80.739999999999995</cx:pt>
          <cx:pt idx="22591">77.180000000000007</cx:pt>
          <cx:pt idx="22592">84.989999999999995</cx:pt>
          <cx:pt idx="22593">84.989999999999995</cx:pt>
          <cx:pt idx="22594">84.989999999999995</cx:pt>
          <cx:pt idx="22595">169.97999999999999</cx:pt>
          <cx:pt idx="22596">84.989999999999995</cx:pt>
          <cx:pt idx="22597">82.439999999999998</cx:pt>
          <cx:pt idx="22598">50.969999999999999</cx:pt>
          <cx:pt idx="22599">185.43000000000001</cx:pt>
          <cx:pt idx="22600">101.97</cx:pt>
          <cx:pt idx="22601">83.480000000000004</cx:pt>
          <cx:pt idx="22602">39.979999999999997</cx:pt>
          <cx:pt idx="22603">40.479999999999997</cx:pt>
          <cx:pt idx="22604">84.989999999999995</cx:pt>
          <cx:pt idx="22605">85.959999999999994</cx:pt>
          <cx:pt idx="22606">116.95</cx:pt>
          <cx:pt idx="22607">99.950000000000003</cx:pt>
          <cx:pt idx="22608">99.950000000000003</cx:pt>
          <cx:pt idx="22609">59.280000000000001</cx:pt>
          <cx:pt idx="22610">59.280000000000001</cx:pt>
          <cx:pt idx="22611">41.289999999999999</cx:pt>
          <cx:pt idx="22612">41.289999999999999</cx:pt>
          <cx:pt idx="22613">147.59999999999999</cx:pt>
          <cx:pt idx="22614">159.69999999999999</cx:pt>
          <cx:pt idx="22615">99.200000000000003</cx:pt>
          <cx:pt idx="22616">159.69999999999999</cx:pt>
          <cx:pt idx="22617">159.69999999999999</cx:pt>
          <cx:pt idx="22618">163.06999999999999</cx:pt>
          <cx:pt idx="22619">179.03999999999999</cx:pt>
          <cx:pt idx="22620">198.38999999999999</cx:pt>
          <cx:pt idx="22621">148.78999999999999</cx:pt>
          <cx:pt idx="22622">79.849999999999994</cx:pt>
          <cx:pt idx="22623">55.960000000000001</cx:pt>
          <cx:pt idx="22624">29.93</cx:pt>
          <cx:pt idx="22625">26.289999999999999</cx:pt>
          <cx:pt idx="22626">135.46000000000001</cx:pt>
          <cx:pt idx="22627">41.490000000000002</cx:pt>
          <cx:pt idx="22628">29.68</cx:pt>
          <cx:pt idx="22629">65.540000000000006</cx:pt>
          <cx:pt idx="22630">58.469999999999999</cx:pt>
          <cx:pt idx="22631">60.990000000000002</cx:pt>
          <cx:pt idx="22632">87.969999999999999</cx:pt>
          <cx:pt idx="22633">84.989999999999995</cx:pt>
          <cx:pt idx="22634">99.980000000000004</cx:pt>
          <cx:pt idx="22635">184.97</cx:pt>
          <cx:pt idx="22636">184.91999999999999</cx:pt>
          <cx:pt idx="22637">137.94</cx:pt>
          <cx:pt idx="22638">184.91999999999999</cx:pt>
          <cx:pt idx="22639">137.94</cx:pt>
          <cx:pt idx="22640">124.98</cx:pt>
          <cx:pt idx="22641">59.979999999999997</cx:pt>
          <cx:pt idx="22642">159.69999999999999</cx:pt>
          <cx:pt idx="22643">159.69999999999999</cx:pt>
          <cx:pt idx="22644">159.69999999999999</cx:pt>
          <cx:pt idx="22645">159.69999999999999</cx:pt>
          <cx:pt idx="22646">159.69999999999999</cx:pt>
          <cx:pt idx="22647">159.69999999999999</cx:pt>
          <cx:pt idx="22648">135.74000000000001</cx:pt>
          <cx:pt idx="22649">159.69999999999999</cx:pt>
          <cx:pt idx="22650">176.87</cx:pt>
          <cx:pt idx="22651">159.69999999999999</cx:pt>
          <cx:pt idx="22652">159.69999999999999</cx:pt>
          <cx:pt idx="22653">160.88999999999999</cx:pt>
          <cx:pt idx="22654">147.59999999999999</cx:pt>
          <cx:pt idx="22655">200.81999999999999</cx:pt>
          <cx:pt idx="22656">159.69999999999999</cx:pt>
          <cx:pt idx="22657">52.229999999999997</cx:pt>
          <cx:pt idx="22658">59.979999999999997</cx:pt>
          <cx:pt idx="22659">59.979999999999997</cx:pt>
          <cx:pt idx="22660">59.960000000000001</cx:pt>
          <cx:pt idx="22661">62.469999999999999</cx:pt>
          <cx:pt idx="22662">62.469999999999999</cx:pt>
          <cx:pt idx="22663">62.469999999999999</cx:pt>
          <cx:pt idx="22664">69.989999999999995</cx:pt>
          <cx:pt idx="22665">69.989999999999995</cx:pt>
          <cx:pt idx="22666">77.969999999999999</cx:pt>
          <cx:pt idx="22667">85.959999999999994</cx:pt>
          <cx:pt idx="22668">23.98</cx:pt>
          <cx:pt idx="22669">63.979999999999997</cx:pt>
          <cx:pt idx="22670">84.939999999999998</cx:pt>
          <cx:pt idx="22671">449.19999999999999</cx:pt>
          <cx:pt idx="22672">521.85000000000002</cx:pt>
          <cx:pt idx="22673">309.89999999999998</cx:pt>
          <cx:pt idx="22674">110.95999999999999</cx:pt>
          <cx:pt idx="22675">459.87</cx:pt>
          <cx:pt idx="22676">480.87</cx:pt>
          <cx:pt idx="22677">443.88</cx:pt>
          <cx:pt idx="22678">63.960000000000001</cx:pt>
          <cx:pt idx="22679">113.09</cx:pt>
          <cx:pt idx="22680">61.18</cx:pt>
          <cx:pt idx="22681">71.680000000000007</cx:pt>
          <cx:pt idx="22682">59.990000000000002</cx:pt>
          <cx:pt idx="22683">56.969999999999999</cx:pt>
          <cx:pt idx="22684">51.229999999999997</cx:pt>
          <cx:pt idx="22685">61.979999999999997</cx:pt>
          <cx:pt idx="22686">59.979999999999997</cx:pt>
          <cx:pt idx="22687">131.97999999999999</cx:pt>
          <cx:pt idx="22688">94.480000000000004</cx:pt>
          <cx:pt idx="22689">164.97999999999999</cx:pt>
          <cx:pt idx="22690">69.980000000000004</cx:pt>
          <cx:pt idx="22691">143.28</cx:pt>
          <cx:pt idx="22692">88.769999999999996</cx:pt>
          <cx:pt idx="22693">164.97999999999999</cx:pt>
          <cx:pt idx="22694">114.95999999999999</cx:pt>
          <cx:pt idx="22695">55.979999999999997</cx:pt>
          <cx:pt idx="22696">131.97999999999999</cx:pt>
          <cx:pt idx="22697">200.40000000000001</cx:pt>
          <cx:pt idx="22698">79.989999999999995</cx:pt>
          <cx:pt idx="22699">119.95999999999999</cx:pt>
          <cx:pt idx="22700">200.40000000000001</cx:pt>
          <cx:pt idx="22701">79.989999999999995</cx:pt>
          <cx:pt idx="22702">79.989999999999995</cx:pt>
          <cx:pt idx="22703">116.14</cx:pt>
          <cx:pt idx="22704">116.14</cx:pt>
          <cx:pt idx="22705">116.14</cx:pt>
          <cx:pt idx="22706">99.959999999999994</cx:pt>
          <cx:pt idx="22707">116.14</cx:pt>
          <cx:pt idx="22708">88.769999999999996</cx:pt>
          <cx:pt idx="22709">200.40000000000001</cx:pt>
          <cx:pt idx="22710">143.28</cx:pt>
          <cx:pt idx="22711">200.40000000000001</cx:pt>
          <cx:pt idx="22712">143.28</cx:pt>
          <cx:pt idx="22713">55.979999999999997</cx:pt>
          <cx:pt idx="22714">55.979999999999997</cx:pt>
          <cx:pt idx="22715">55.979999999999997</cx:pt>
          <cx:pt idx="22716">69.980000000000004</cx:pt>
          <cx:pt idx="22717">145.72</cx:pt>
          <cx:pt idx="22718">77.540000000000006</cx:pt>
          <cx:pt idx="22719">88.769999999999996</cx:pt>
          <cx:pt idx="22720">143.28</cx:pt>
          <cx:pt idx="22721">119.95999999999999</cx:pt>
          <cx:pt idx="22722">164.97999999999999</cx:pt>
          <cx:pt idx="22723">114.95999999999999</cx:pt>
          <cx:pt idx="22724">114.95999999999999</cx:pt>
          <cx:pt idx="22725">168.53999999999999</cx:pt>
          <cx:pt idx="22726">114.95999999999999</cx:pt>
          <cx:pt idx="22727">116.40000000000001</cx:pt>
          <cx:pt idx="22728">121.45999999999999</cx:pt>
          <cx:pt idx="22729">116.40000000000001</cx:pt>
          <cx:pt idx="22730">120.09999999999999</cx:pt>
          <cx:pt idx="22731">76.489999999999995</cx:pt>
          <cx:pt idx="22732">120.09999999999999</cx:pt>
          <cx:pt idx="22733">94.480000000000004</cx:pt>
          <cx:pt idx="22734">120.09999999999999</cx:pt>
          <cx:pt idx="22735">120.09999999999999</cx:pt>
          <cx:pt idx="22736">145.72</cx:pt>
          <cx:pt idx="22737">98.959999999999994</cx:pt>
          <cx:pt idx="22738">89.069999999999993</cx:pt>
          <cx:pt idx="22739">121.45999999999999</cx:pt>
          <cx:pt idx="22740">76.489999999999995</cx:pt>
          <cx:pt idx="22741">220.53</cx:pt>
          <cx:pt idx="22742">76.489999999999995</cx:pt>
          <cx:pt idx="22743">121.45999999999999</cx:pt>
          <cx:pt idx="22744">116.40000000000001</cx:pt>
          <cx:pt idx="22745">145.72</cx:pt>
          <cx:pt idx="22746">220.53</cx:pt>
          <cx:pt idx="22747">145.72</cx:pt>
          <cx:pt idx="22748">98.959999999999994</cx:pt>
          <cx:pt idx="22749">220.53</cx:pt>
          <cx:pt idx="22750">69.980000000000004</cx:pt>
          <cx:pt idx="22751">76.489999999999995</cx:pt>
          <cx:pt idx="22752">69.980000000000004</cx:pt>
          <cx:pt idx="22753">220.53</cx:pt>
          <cx:pt idx="22754">152.97999999999999</cx:pt>
          <cx:pt idx="22755">152.97999999999999</cx:pt>
          <cx:pt idx="22756">89.069999999999993</cx:pt>
          <cx:pt idx="22757">130.66</cx:pt>
          <cx:pt idx="22758">130.66</cx:pt>
          <cx:pt idx="22759">130.66</cx:pt>
          <cx:pt idx="22760">202.38999999999999</cx:pt>
          <cx:pt idx="22761">202.38999999999999</cx:pt>
          <cx:pt idx="22762">66.959999999999994</cx:pt>
          <cx:pt idx="22763">130.66</cx:pt>
          <cx:pt idx="22764">66.959999999999994</cx:pt>
          <cx:pt idx="22765">152.97999999999999</cx:pt>
          <cx:pt idx="22766">119.95999999999999</cx:pt>
          <cx:pt idx="22767">66.959999999999994</cx:pt>
          <cx:pt idx="22768">66.959999999999994</cx:pt>
          <cx:pt idx="22769">89.069999999999993</cx:pt>
          <cx:pt idx="22770">202.38999999999999</cx:pt>
          <cx:pt idx="22771">53.960000000000001</cx:pt>
          <cx:pt idx="22772">118.95999999999999</cx:pt>
          <cx:pt idx="22773">116.40000000000001</cx:pt>
          <cx:pt idx="22774">118.95999999999999</cx:pt>
          <cx:pt idx="22775">79.989999999999995</cx:pt>
          <cx:pt idx="22776">89.069999999999993</cx:pt>
          <cx:pt idx="22777">202.38999999999999</cx:pt>
          <cx:pt idx="22778">53.960000000000001</cx:pt>
          <cx:pt idx="22779">118.95999999999999</cx:pt>
          <cx:pt idx="22780">121.45999999999999</cx:pt>
          <cx:pt idx="22781">152.97999999999999</cx:pt>
          <cx:pt idx="22782">118.95999999999999</cx:pt>
          <cx:pt idx="22783">114.95999999999999</cx:pt>
          <cx:pt idx="22784">164.97999999999999</cx:pt>
          <cx:pt idx="22785">104.94</cx:pt>
          <cx:pt idx="22786">88.769999999999996</cx:pt>
          <cx:pt idx="22787">118.76000000000001</cx:pt>
          <cx:pt idx="22788">119.95999999999999</cx:pt>
          <cx:pt idx="22789">114.95999999999999</cx:pt>
          <cx:pt idx="22790">121.98</cx:pt>
          <cx:pt idx="22791">98.260000000000005</cx:pt>
          <cx:pt idx="22792">216.72</cx:pt>
          <cx:pt idx="22793">216.72</cx:pt>
          <cx:pt idx="22794">99.959999999999994</cx:pt>
          <cx:pt idx="22795">79.989999999999995</cx:pt>
          <cx:pt idx="22796">79.989999999999995</cx:pt>
          <cx:pt idx="22797">77.540000000000006</cx:pt>
          <cx:pt idx="22798">216.72</cx:pt>
          <cx:pt idx="22799">114.56</cx:pt>
          <cx:pt idx="22800">79.989999999999995</cx:pt>
          <cx:pt idx="22801">114.56</cx:pt>
          <cx:pt idx="22802">114.56</cx:pt>
          <cx:pt idx="22803">98.959999999999994</cx:pt>
          <cx:pt idx="22804">104.94</cx:pt>
          <cx:pt idx="22805">168.53999999999999</cx:pt>
          <cx:pt idx="22806">118.76000000000001</cx:pt>
          <cx:pt idx="22807">216.72</cx:pt>
          <cx:pt idx="22808">77.540000000000006</cx:pt>
          <cx:pt idx="22809">94.480000000000004</cx:pt>
          <cx:pt idx="22810">98.260000000000005</cx:pt>
          <cx:pt idx="22811">53.960000000000001</cx:pt>
          <cx:pt idx="22812">168.53999999999999</cx:pt>
          <cx:pt idx="22813">152.97999999999999</cx:pt>
          <cx:pt idx="22814">118.76000000000001</cx:pt>
          <cx:pt idx="22815">206.94</cx:pt>
          <cx:pt idx="22816">206.94</cx:pt>
          <cx:pt idx="22817">79.989999999999995</cx:pt>
          <cx:pt idx="22818">168.53999999999999</cx:pt>
          <cx:pt idx="22819">206.94</cx:pt>
          <cx:pt idx="22820">131.97999999999999</cx:pt>
          <cx:pt idx="22821">104.94</cx:pt>
          <cx:pt idx="22822">152.97999999999999</cx:pt>
          <cx:pt idx="22823">152.97999999999999</cx:pt>
          <cx:pt idx="22824">131.97999999999999</cx:pt>
          <cx:pt idx="22825">152.97999999999999</cx:pt>
          <cx:pt idx="22826">94.480000000000004</cx:pt>
          <cx:pt idx="22827">121.98</cx:pt>
          <cx:pt idx="22828">114.56</cx:pt>
          <cx:pt idx="22829">98.260000000000005</cx:pt>
          <cx:pt idx="22830">98.959999999999994</cx:pt>
          <cx:pt idx="22831">53.960000000000001</cx:pt>
          <cx:pt idx="22832">121.98</cx:pt>
          <cx:pt idx="22833">121.98</cx:pt>
          <cx:pt idx="22834">206.94</cx:pt>
          <cx:pt idx="22835">114.95999999999999</cx:pt>
          <cx:pt idx="22836">99.959999999999994</cx:pt>
          <cx:pt idx="22837">118.76000000000001</cx:pt>
          <cx:pt idx="22838">77.540000000000006</cx:pt>
          <cx:pt idx="22839">99.959999999999994</cx:pt>
          <cx:pt idx="22840">98.260000000000005</cx:pt>
          <cx:pt idx="22841">104.94</cx:pt>
          <cx:pt idx="22842">114.95999999999999</cx:pt>
          <cx:pt idx="22843">201.96000000000001</cx:pt>
          <cx:pt idx="22844">165.66999999999999</cx:pt>
          <cx:pt idx="22845">54.990000000000002</cx:pt>
          <cx:pt idx="22846">103.97</cx:pt>
          <cx:pt idx="22847">34.979999999999997</cx:pt>
          <cx:pt idx="22848">62.979999999999997</cx:pt>
          <cx:pt idx="22849">68.989999999999995</cx:pt>
          <cx:pt idx="22850">39.609999999999999</cx:pt>
          <cx:pt idx="22851">17.289999999999999</cx:pt>
          <cx:pt idx="22852">120.98</cx:pt>
          <cx:pt idx="22853">123.95999999999999</cx:pt>
          <cx:pt idx="22854">123.95999999999999</cx:pt>
          <cx:pt idx="22855">123.95999999999999</cx:pt>
          <cx:pt idx="22856">119.31</cx:pt>
          <cx:pt idx="22857">92.969999999999999</cx:pt>
          <cx:pt idx="22858">123.95999999999999</cx:pt>
          <cx:pt idx="22859">83.670000000000002</cx:pt>
          <cx:pt idx="22860">123.95999999999999</cx:pt>
          <cx:pt idx="22861">123.95999999999999</cx:pt>
          <cx:pt idx="22862">121.48</cx:pt>
          <cx:pt idx="22863">123.95999999999999</cx:pt>
          <cx:pt idx="22864">61.979999999999997</cx:pt>
          <cx:pt idx="22865">120.23999999999999</cx:pt>
          <cx:pt idx="22866">92.969999999999999</cx:pt>
          <cx:pt idx="22867">121.48</cx:pt>
          <cx:pt idx="22868">117.92</cx:pt>
          <cx:pt idx="22869">123.95999999999999</cx:pt>
          <cx:pt idx="22870">121.48</cx:pt>
          <cx:pt idx="22871">123.95999999999999</cx:pt>
          <cx:pt idx="22872">117.76000000000001</cx:pt>
          <cx:pt idx="22873">61.979999999999997</cx:pt>
          <cx:pt idx="22874">125.26000000000001</cx:pt>
          <cx:pt idx="22875">118.38</cx:pt>
          <cx:pt idx="22876">123.95999999999999</cx:pt>
          <cx:pt idx="22877">123.95999999999999</cx:pt>
          <cx:pt idx="22878">87.469999999999999</cx:pt>
          <cx:pt idx="22879">41.289999999999999</cx:pt>
          <cx:pt idx="22880">65.989999999999995</cx:pt>
          <cx:pt idx="22881">63.979999999999997</cx:pt>
          <cx:pt idx="22882">139.31</cx:pt>
          <cx:pt idx="22883">26.789999999999999</cx:pt>
          <cx:pt idx="22884">120.98</cx:pt>
          <cx:pt idx="22885">82.260000000000005</cx:pt>
          <cx:pt idx="22886">123.38</cx:pt>
          <cx:pt idx="22887">67.739999999999995</cx:pt>
          <cx:pt idx="22888">61.689999999999998</cx:pt>
          <cx:pt idx="22889">130.63999999999999</cx:pt>
          <cx:pt idx="22890">33.420000000000002</cx:pt>
          <cx:pt idx="22891">59.950000000000003</cx:pt>
          <cx:pt idx="22892">172.97</cx:pt>
          <cx:pt idx="22893">85.980000000000004</cx:pt>
          <cx:pt idx="22894">229.97</cx:pt>
          <cx:pt idx="22895">229.94999999999999</cx:pt>
          <cx:pt idx="22896">240.97</cx:pt>
          <cx:pt idx="22897">204.97</cx:pt>
          <cx:pt idx="22898">339.95999999999998</cx:pt>
          <cx:pt idx="22899">124.58</cx:pt>
          <cx:pt idx="22900">169.97999999999999</cx:pt>
          <cx:pt idx="22901">-229.94999999999999</cx:pt>
          <cx:pt idx="22902">237.96000000000001</cx:pt>
          <cx:pt idx="22903">281.95999999999998</cx:pt>
          <cx:pt idx="22904">85.980000000000004</cx:pt>
          <cx:pt idx="22905">93.579999999999998</cx:pt>
          <cx:pt idx="22906">183.94</cx:pt>
          <cx:pt idx="22907">93.959999999999994</cx:pt>
          <cx:pt idx="22908">89.959999999999994</cx:pt>
          <cx:pt idx="22909">99.980000000000004</cx:pt>
          <cx:pt idx="22910">83.930000000000007</cx:pt>
          <cx:pt idx="22911">183.84999999999999</cx:pt>
          <cx:pt idx="22912">72.870000000000005</cx:pt>
          <cx:pt idx="22913">110.97</cx:pt>
          <cx:pt idx="22914">90.689999999999998</cx:pt>
          <cx:pt idx="22915">93.090000000000003</cx:pt>
          <cx:pt idx="22916">89.980000000000004</cx:pt>
          <cx:pt idx="22917">68.989999999999995</cx:pt>
          <cx:pt idx="22918">104.97</cx:pt>
          <cx:pt idx="22919">115.97</cx:pt>
          <cx:pt idx="22920">99.980000000000004</cx:pt>
          <cx:pt idx="22921">155.94999999999999</cx:pt>
          <cx:pt idx="22922">131.97999999999999</cx:pt>
          <cx:pt idx="22923">149.97</cx:pt>
          <cx:pt idx="22924">193.94</cx:pt>
          <cx:pt idx="22925">131.97999999999999</cx:pt>
          <cx:pt idx="22926">24.989999999999998</cx:pt>
          <cx:pt idx="22927">167.94</cx:pt>
          <cx:pt idx="22928">187.96000000000001</cx:pt>
          <cx:pt idx="22929">82.890000000000001</cx:pt>
          <cx:pt idx="22930">33.93</cx:pt>
          <cx:pt idx="22931">97.959999999999994</cx:pt>
          <cx:pt idx="22932">33.280000000000001</cx:pt>
          <cx:pt idx="22933">83.659999999999997</cx:pt>
          <cx:pt idx="22934">68.959999999999994</cx:pt>
          <cx:pt idx="22935">63.979999999999997</cx:pt>
          <cx:pt idx="22936">68.959999999999994</cx:pt>
          <cx:pt idx="22937">63.979999999999997</cx:pt>
          <cx:pt idx="22938">83.659999999999997</cx:pt>
          <cx:pt idx="22939">44.729999999999997</cx:pt>
          <cx:pt idx="22940">116.48999999999999</cx:pt>
          <cx:pt idx="22941">22.449999999999999</cx:pt>
          <cx:pt idx="22942">71.939999999999998</cx:pt>
          <cx:pt idx="22943">62.920000000000002</cx:pt>
          <cx:pt idx="22944">51.960000000000001</cx:pt>
          <cx:pt idx="22945">55.960000000000001</cx:pt>
          <cx:pt idx="22946">127.64</cx:pt>
          <cx:pt idx="22947">181.93000000000001</cx:pt>
          <cx:pt idx="22948">186.66</cx:pt>
          <cx:pt idx="22949">176.37</cx:pt>
          <cx:pt idx="22950">202.50999999999999</cx:pt>
          <cx:pt idx="22951">176.37</cx:pt>
          <cx:pt idx="22952">202.50999999999999</cx:pt>
          <cx:pt idx="22953">103.95</cx:pt>
          <cx:pt idx="22954">117.97</cx:pt>
          <cx:pt idx="22955">130.00999999999999</cx:pt>
          <cx:pt idx="22956">120.88</cx:pt>
          <cx:pt idx="22957">135.96000000000001</cx:pt>
          <cx:pt idx="22958">131.97999999999999</cx:pt>
          <cx:pt idx="22959">65.989999999999995</cx:pt>
          <cx:pt idx="22960">65.989999999999995</cx:pt>
          <cx:pt idx="22961">65.989999999999995</cx:pt>
          <cx:pt idx="22962">131.97999999999999</cx:pt>
          <cx:pt idx="22963">65.989999999999995</cx:pt>
          <cx:pt idx="22964">58.990000000000002</cx:pt>
          <cx:pt idx="22965">93.780000000000001</cx:pt>
          <cx:pt idx="22966">79.980000000000004</cx:pt>
          <cx:pt idx="22967">172.97</cx:pt>
          <cx:pt idx="22968">98.959999999999994</cx:pt>
          <cx:pt idx="22969">85.969999999999999</cx:pt>
          <cx:pt idx="22970">64.989999999999995</cx:pt>
          <cx:pt idx="22971">119.92</cx:pt>
          <cx:pt idx="22972">65.319999999999993</cx:pt>
          <cx:pt idx="22973">63.399999999999999</cx:pt>
          <cx:pt idx="22974">64.109999999999999</cx:pt>
          <cx:pt idx="22975">186.34</cx:pt>
          <cx:pt idx="22976">117.56</cx:pt>
          <cx:pt idx="22977">49.990000000000002</cx:pt>
          <cx:pt idx="22978">135.86000000000001</cx:pt>
          <cx:pt idx="22979">6.9900000000000002</cx:pt>
          <cx:pt idx="22980">49.979999999999997</cx:pt>
          <cx:pt idx="22981">59.979999999999997</cx:pt>
          <cx:pt idx="22982">53.979999999999997</cx:pt>
          <cx:pt idx="22983">130.02000000000001</cx:pt>
          <cx:pt idx="22984">65.980000000000004</cx:pt>
          <cx:pt idx="22985">98.980000000000004</cx:pt>
          <cx:pt idx="22986">204.47</cx:pt>
          <cx:pt idx="22987">135.97</cx:pt>
          <cx:pt idx="22988">112.06</cx:pt>
          <cx:pt idx="22989">99.980000000000004</cx:pt>
          <cx:pt idx="22990">55.979999999999997</cx:pt>
          <cx:pt idx="22991">145.97</cx:pt>
          <cx:pt idx="22992">134.97</cx:pt>
          <cx:pt idx="22993">148.44999999999999</cx:pt>
          <cx:pt idx="22994">125.98</cx:pt>
          <cx:pt idx="22995">148.97</cx:pt>
          <cx:pt idx="22996">112.97</cx:pt>
          <cx:pt idx="22997">88.980000000000004</cx:pt>
          <cx:pt idx="22998">144.47999999999999</cx:pt>
          <cx:pt idx="22999">156.97</cx:pt>
          <cx:pt idx="23000">84.989999999999995</cx:pt>
          <cx:pt idx="23001">199.96000000000001</cx:pt>
          <cx:pt idx="23002">68.980000000000004</cx:pt>
          <cx:pt idx="23003">56.969999999999999</cx:pt>
          <cx:pt idx="23004">56.969999999999999</cx:pt>
          <cx:pt idx="23005">60.990000000000002</cx:pt>
          <cx:pt idx="23006">60.990000000000002</cx:pt>
          <cx:pt idx="23007">60.990000000000002</cx:pt>
          <cx:pt idx="23008">67.980000000000004</cx:pt>
          <cx:pt idx="23009">62.979999999999997</cx:pt>
          <cx:pt idx="23010">46.289999999999999</cx:pt>
          <cx:pt idx="23011">68.170000000000002</cx:pt>
          <cx:pt idx="23012">50.979999999999997</cx:pt>
          <cx:pt idx="23013">109.98</cx:pt>
          <cx:pt idx="23014">100.97</cx:pt>
          <cx:pt idx="23015">84.989999999999995</cx:pt>
          <cx:pt idx="23016">116.98</cx:pt>
          <cx:pt idx="23017">84.989999999999995</cx:pt>
          <cx:pt idx="23018">219.94</cx:pt>
          <cx:pt idx="23019">91.780000000000001</cx:pt>
          <cx:pt idx="23020">76.900000000000006</cx:pt>
          <cx:pt idx="23021">84.989999999999995</cx:pt>
          <cx:pt idx="23022">94.969999999999999</cx:pt>
          <cx:pt idx="23023">79.980000000000004</cx:pt>
          <cx:pt idx="23024">159.96000000000001</cx:pt>
          <cx:pt idx="23025">153.97999999999999</cx:pt>
          <cx:pt idx="23026">99.980000000000004</cx:pt>
          <cx:pt idx="23027">84.989999999999995</cx:pt>
          <cx:pt idx="23028">99.980000000000004</cx:pt>
          <cx:pt idx="23029">150.13</cx:pt>
          <cx:pt idx="23030">99.980000000000004</cx:pt>
          <cx:pt idx="23031">92.980000000000004</cx:pt>
          <cx:pt idx="23032">84.269999999999996</cx:pt>
          <cx:pt idx="23033">64.980000000000004</cx:pt>
          <cx:pt idx="23034">50.979999999999997</cx:pt>
          <cx:pt idx="23035">69.980000000000004</cx:pt>
          <cx:pt idx="23036">57.979999999999997</cx:pt>
          <cx:pt idx="23037">67.980000000000004</cx:pt>
          <cx:pt idx="23038">59.969999999999999</cx:pt>
          <cx:pt idx="23039">131.96000000000001</cx:pt>
          <cx:pt idx="23040">95.959999999999994</cx:pt>
          <cx:pt idx="23041">89.969999999999999</cx:pt>
          <cx:pt idx="23042">117.01000000000001</cx:pt>
          <cx:pt idx="23043">84.689999999999998</cx:pt>
          <cx:pt idx="23044">106.97</cx:pt>
          <cx:pt idx="23045">77.980000000000004</cx:pt>
          <cx:pt idx="23046">46.780000000000001</cx:pt>
          <cx:pt idx="23047">75.200000000000003</cx:pt>
          <cx:pt idx="23048">199.93000000000001</cx:pt>
          <cx:pt idx="23049">99.959999999999994</cx:pt>
          <cx:pt idx="23050">99.959999999999994</cx:pt>
          <cx:pt idx="23051">68.989999999999995</cx:pt>
          <cx:pt idx="23052">92.969999999999999</cx:pt>
          <cx:pt idx="23053">65.189999999999998</cx:pt>
          <cx:pt idx="23054">52.219999999999999</cx:pt>
          <cx:pt idx="23055">51.979999999999997</cx:pt>
          <cx:pt idx="23056">47.950000000000003</cx:pt>
          <cx:pt idx="23057">54.990000000000002</cx:pt>
          <cx:pt idx="23058">41.289999999999999</cx:pt>
          <cx:pt idx="23059">54.990000000000002</cx:pt>
          <cx:pt idx="23060">94.980000000000004</cx:pt>
          <cx:pt idx="23061">54.990000000000002</cx:pt>
          <cx:pt idx="23062">56.979999999999997</cx:pt>
          <cx:pt idx="23063">56.479999999999997</cx:pt>
          <cx:pt idx="23064">54.990000000000002</cx:pt>
          <cx:pt idx="23065">51.969999999999999</cx:pt>
          <cx:pt idx="23066">54.990000000000002</cx:pt>
          <cx:pt idx="23067">59.979999999999997</cx:pt>
          <cx:pt idx="23068">28.280000000000001</cx:pt>
          <cx:pt idx="23069">54.990000000000002</cx:pt>
          <cx:pt idx="23070">52.969999999999999</cx:pt>
          <cx:pt idx="23071">91.099999999999994</cx:pt>
          <cx:pt idx="23072">54.969999999999999</cx:pt>
          <cx:pt idx="23073">50.960000000000001</cx:pt>
          <cx:pt idx="23074">56.979999999999997</cx:pt>
          <cx:pt idx="23075">65.189999999999998</cx:pt>
          <cx:pt idx="23076">54.990000000000002</cx:pt>
          <cx:pt idx="23077">70.980000000000004</cx:pt>
          <cx:pt idx="23078">65.980000000000004</cx:pt>
          <cx:pt idx="23079">78.459999999999994</cx:pt>
          <cx:pt idx="23080">103.98</cx:pt>
          <cx:pt idx="23081">92.530000000000001</cx:pt>
          <cx:pt idx="23082">108.86</cx:pt>
          <cx:pt idx="23083">45.329999999999998</cx:pt>
          <cx:pt idx="23084">61.670000000000002</cx:pt>
          <cx:pt idx="23085">185.36000000000001</cx:pt>
          <cx:pt idx="23086">39.229999999999997</cx:pt>
          <cx:pt idx="23087">39.229999999999997</cx:pt>
          <cx:pt idx="23088">17.489999999999998</cx:pt>
          <cx:pt idx="23089">17.489999999999998</cx:pt>
          <cx:pt idx="23090">159.97999999999999</cx:pt>
          <cx:pt idx="23091">172.96000000000001</cx:pt>
          <cx:pt idx="23092">84.989999999999995</cx:pt>
          <cx:pt idx="23093">207.96000000000001</cx:pt>
          <cx:pt idx="23094">207.96000000000001</cx:pt>
          <cx:pt idx="23095">118.97</cx:pt>
          <cx:pt idx="23096">172.03999999999999</cx:pt>
          <cx:pt idx="23097">169.97999999999999</cx:pt>
          <cx:pt idx="23098">188.97</cx:pt>
          <cx:pt idx="23099">98.969999999999999</cx:pt>
          <cx:pt idx="23100">69.980000000000004</cx:pt>
          <cx:pt idx="23101">111.93000000000001</cx:pt>
          <cx:pt idx="23102">200.80000000000001</cx:pt>
          <cx:pt idx="23103">91.909999999999997</cx:pt>
          <cx:pt idx="23104">108.83</cx:pt>
          <cx:pt idx="23105">336.56</cx:pt>
          <cx:pt idx="23106">339.11000000000001</cx:pt>
          <cx:pt idx="23107">252.19</cx:pt>
          <cx:pt idx="23108">339.95999999999998</cx:pt>
          <cx:pt idx="23109">252.13999999999999</cx:pt>
          <cx:pt idx="23110">82.439999999999998</cx:pt>
          <cx:pt idx="23111">167.56</cx:pt>
          <cx:pt idx="23112">59.979999999999997</cx:pt>
          <cx:pt idx="23113">69.969999999999999</cx:pt>
          <cx:pt idx="23114">91.760000000000005</cx:pt>
          <cx:pt idx="23115">89.980000000000004</cx:pt>
          <cx:pt idx="23116">109.98</cx:pt>
          <cx:pt idx="23117">137.97999999999999</cx:pt>
          <cx:pt idx="23118">113.97</cx:pt>
          <cx:pt idx="23119">89.980000000000004</cx:pt>
          <cx:pt idx="23120">169.97999999999999</cx:pt>
          <cx:pt idx="23121">122.97</cx:pt>
          <cx:pt idx="23122">84.989999999999995</cx:pt>
          <cx:pt idx="23123">84.989999999999995</cx:pt>
          <cx:pt idx="23124">84.989999999999995</cx:pt>
          <cx:pt idx="23125">107.38</cx:pt>
          <cx:pt idx="23126">95.799999999999997</cx:pt>
          <cx:pt idx="23127">55.960000000000001</cx:pt>
          <cx:pt idx="23128">69.390000000000001</cx:pt>
          <cx:pt idx="23129">79.989999999999995</cx:pt>
          <cx:pt idx="23130">104.45</cx:pt>
          <cx:pt idx="23131">111.48</cx:pt>
          <cx:pt idx="23132">61.229999999999997</cx:pt>
          <cx:pt idx="23133">105.23999999999999</cx:pt>
          <cx:pt idx="23134">75.959999999999994</cx:pt>
          <cx:pt idx="23135">98.870000000000005</cx:pt>
          <cx:pt idx="23136">70.989999999999995</cx:pt>
          <cx:pt idx="23137">59.960000000000001</cx:pt>
          <cx:pt idx="23138">64.370000000000005</cx:pt>
          <cx:pt idx="23139">59.960000000000001</cx:pt>
          <cx:pt idx="23140">84.989999999999995</cx:pt>
          <cx:pt idx="23141">172.06</cx:pt>
          <cx:pt idx="23142">99.980000000000004</cx:pt>
          <cx:pt idx="23143">139.97</cx:pt>
          <cx:pt idx="23144">121.98</cx:pt>
          <cx:pt idx="23145">84.989999999999995</cx:pt>
          <cx:pt idx="23146">72.239999999999995</cx:pt>
          <cx:pt idx="23147">166.47</cx:pt>
          <cx:pt idx="23148">146.97</cx:pt>
          <cx:pt idx="23149">169.97999999999999</cx:pt>
          <cx:pt idx="23150">99.980000000000004</cx:pt>
          <cx:pt idx="23151">169.97999999999999</cx:pt>
          <cx:pt idx="23152">146.97</cx:pt>
          <cx:pt idx="23153">152.97</cx:pt>
          <cx:pt idx="23154">-8.6899999999999995</cx:pt>
          <cx:pt idx="23155">54.979999999999997</cx:pt>
          <cx:pt idx="23156">83.980000000000004</cx:pt>
          <cx:pt idx="23157">124.12</cx:pt>
          <cx:pt idx="23158">149.97</cx:pt>
          <cx:pt idx="23159">84.989999999999995</cx:pt>
          <cx:pt idx="23160">99.980000000000004</cx:pt>
          <cx:pt idx="23161">84.989999999999995</cx:pt>
          <cx:pt idx="23162">72.560000000000002</cx:pt>
          <cx:pt idx="23163">50.170000000000002</cx:pt>
          <cx:pt idx="23164">62.869999999999997</cx:pt>
          <cx:pt idx="23165">14.49</cx:pt>
          <cx:pt idx="23166">14.49</cx:pt>
          <cx:pt idx="23167">59.950000000000003</cx:pt>
          <cx:pt idx="23168">79.959999999999994</cx:pt>
          <cx:pt idx="23169">100.47</cx:pt>
          <cx:pt idx="23170">102.83</cx:pt>
          <cx:pt idx="23171">113.90000000000001</cx:pt>
          <cx:pt idx="23172">65.989999999999995</cx:pt>
          <cx:pt idx="23173">41.490000000000002</cx:pt>
          <cx:pt idx="23174">65.989999999999995</cx:pt>
          <cx:pt idx="23175">56.969999999999999</cx:pt>
          <cx:pt idx="23176">82.879999999999995</cx:pt>
          <cx:pt idx="23177">-1.3</cx:pt>
          <cx:pt idx="23178">334.25999999999999</cx:pt>
          <cx:pt idx="23179">169.97999999999999</cx:pt>
          <cx:pt idx="23180">334.25999999999999</cx:pt>
          <cx:pt idx="23181">81.590000000000003</cx:pt>
          <cx:pt idx="23182">20.289999999999999</cx:pt>
          <cx:pt idx="23183">81.590000000000003</cx:pt>
          <cx:pt idx="23184">169.97999999999999</cx:pt>
          <cx:pt idx="23185">304.94999999999999</cx:pt>
          <cx:pt idx="23186">82.879999999999995</cx:pt>
          <cx:pt idx="23187">-1.3</cx:pt>
          <cx:pt idx="23188">124.98</cx:pt>
          <cx:pt idx="23189">169.97999999999999</cx:pt>
          <cx:pt idx="23190">20.289999999999999</cx:pt>
          <cx:pt idx="23191">304.94999999999999</cx:pt>
          <cx:pt idx="23192">169.97999999999999</cx:pt>
          <cx:pt idx="23193">64.989999999999995</cx:pt>
          <cx:pt idx="23194">64.989999999999995</cx:pt>
          <cx:pt idx="23195">124.98</cx:pt>
          <cx:pt idx="23196">183.96000000000001</cx:pt>
          <cx:pt idx="23197">96.780000000000001</cx:pt>
          <cx:pt idx="23198">102.83</cx:pt>
          <cx:pt idx="23199">39.280000000000001</cx:pt>
          <cx:pt idx="23200">199.56999999999999</cx:pt>
          <cx:pt idx="23201">65.319999999999993</cx:pt>
          <cx:pt idx="23202">68.930000000000007</cx:pt>
          <cx:pt idx="23203">65.319999999999993</cx:pt>
          <cx:pt idx="23204">119.94</cx:pt>
          <cx:pt idx="23205">63.960000000000001</cx:pt>
          <cx:pt idx="23206">52.979999999999997</cx:pt>
          <cx:pt idx="23207">15.48</cx:pt>
          <cx:pt idx="23208">65.989999999999995</cx:pt>
          <cx:pt idx="23209">54.979999999999997</cx:pt>
          <cx:pt idx="23210">65.189999999999998</cx:pt>
          <cx:pt idx="23211">80.980000000000004</cx:pt>
          <cx:pt idx="23212">54.979999999999997</cx:pt>
          <cx:pt idx="23213">65.989999999999995</cx:pt>
          <cx:pt idx="23214">74.75</cx:pt>
          <cx:pt idx="23215">80.980000000000004</cx:pt>
          <cx:pt idx="23216">59.979999999999997</cx:pt>
          <cx:pt idx="23217">146.97</cx:pt>
          <cx:pt idx="23218">79.980000000000004</cx:pt>
          <cx:pt idx="23219">54.979999999999997</cx:pt>
          <cx:pt idx="23220">65.989999999999995</cx:pt>
          <cx:pt idx="23221">58.909999999999997</cx:pt>
          <cx:pt idx="23222">80.980000000000004</cx:pt>
          <cx:pt idx="23223">65.989999999999995</cx:pt>
          <cx:pt idx="23224">61.18</cx:pt>
          <cx:pt idx="23225">59.979999999999997</cx:pt>
          <cx:pt idx="23226">65.989999999999995</cx:pt>
          <cx:pt idx="23227">69.989999999999995</cx:pt>
          <cx:pt idx="23228">65.989999999999995</cx:pt>
          <cx:pt idx="23229">54.979999999999997</cx:pt>
          <cx:pt idx="23230">80.980000000000004</cx:pt>
          <cx:pt idx="23231">80.980000000000004</cx:pt>
          <cx:pt idx="23232">80.980000000000004</cx:pt>
          <cx:pt idx="23233">65.989999999999995</cx:pt>
          <cx:pt idx="23234">72.549999999999997</cx:pt>
          <cx:pt idx="23235">126.97</cx:pt>
          <cx:pt idx="23236">68.430000000000007</cx:pt>
          <cx:pt idx="23237">115.44</cx:pt>
          <cx:pt idx="23238">54.990000000000002</cx:pt>
          <cx:pt idx="23239">72.579999999999998</cx:pt>
          <cx:pt idx="23240">59.960000000000001</cx:pt>
          <cx:pt idx="23241">53.969999999999999</cx:pt>
          <cx:pt idx="23242">55.439999999999998</cx:pt>
          <cx:pt idx="23243">74.409999999999997</cx:pt>
          <cx:pt idx="23244">52.240000000000002</cx:pt>
          <cx:pt idx="23245">65.989999999999995</cx:pt>
          <cx:pt idx="23246">124.95</cx:pt>
          <cx:pt idx="23247">59.979999999999997</cx:pt>
          <cx:pt idx="23248">54.990000000000002</cx:pt>
          <cx:pt idx="23249">54.990000000000002</cx:pt>
          <cx:pt idx="23250">65.329999999999998</cx:pt>
          <cx:pt idx="23251">65.329999999999998</cx:pt>
          <cx:pt idx="23252">65.989999999999995</cx:pt>
          <cx:pt idx="23253">65.329999999999998</cx:pt>
          <cx:pt idx="23254">65.329999999999998</cx:pt>
          <cx:pt idx="23255">65.989999999999995</cx:pt>
          <cx:pt idx="23256">68.319999999999993</cx:pt>
          <cx:pt idx="23257">65.989999999999995</cx:pt>
          <cx:pt idx="23258">65.329999999999998</cx:pt>
          <cx:pt idx="23259">65.989999999999995</cx:pt>
          <cx:pt idx="23260">65.329999999999998</cx:pt>
          <cx:pt idx="23261">74.319999999999993</cx:pt>
          <cx:pt idx="23262">65.329999999999998</cx:pt>
          <cx:pt idx="23263">65.329999999999998</cx:pt>
          <cx:pt idx="23264">65.989999999999995</cx:pt>
          <cx:pt idx="23265">65.989999999999995</cx:pt>
          <cx:pt idx="23266">64.650000000000006</cx:pt>
          <cx:pt idx="23267">67.569999999999993</cx:pt>
          <cx:pt idx="23268">65.329999999999998</cx:pt>
          <cx:pt idx="23269">65.329999999999998</cx:pt>
          <cx:pt idx="23270">65.989999999999995</cx:pt>
          <cx:pt idx="23271">65.239999999999995</cx:pt>
          <cx:pt idx="23272">59.390000000000001</cx:pt>
          <cx:pt idx="23273">74.980000000000004</cx:pt>
          <cx:pt idx="23274">65.329999999999998</cx:pt>
          <cx:pt idx="23275">65.329999999999998</cx:pt>
          <cx:pt idx="23276">65.989999999999995</cx:pt>
          <cx:pt idx="23277">64.640000000000001</cx:pt>
          <cx:pt idx="23278">20.809999999999999</cx:pt>
          <cx:pt idx="23279">115.98</cx:pt>
          <cx:pt idx="23280">65.989999999999995</cx:pt>
          <cx:pt idx="23281">50.359999999999999</cx:pt>
          <cx:pt idx="23282">129.97</cx:pt>
          <cx:pt idx="23283">67.469999999999999</cx:pt>
          <cx:pt idx="23284">112.56999999999999</cx:pt>
          <cx:pt idx="23285">60.280000000000001</cx:pt>
          <cx:pt idx="23286">105.31</cx:pt>
          <cx:pt idx="23287">21.489999999999998</cx:pt>
          <cx:pt idx="23288">59.990000000000002</cx:pt>
          <cx:pt idx="23289">119.98</cx:pt>
          <cx:pt idx="23290">222.97</cx:pt>
          <cx:pt idx="23291">131.97999999999999</cx:pt>
          <cx:pt idx="23292">276.94999999999999</cx:pt>
          <cx:pt idx="23293">289.92000000000002</cx:pt>
          <cx:pt idx="23294">548.92999999999995</cx:pt>
          <cx:pt idx="23295">246.53</cx:pt>
          <cx:pt idx="23296">323.94999999999999</cx:pt>
          <cx:pt idx="23297">240.97</cx:pt>
          <cx:pt idx="23298">233.38</cx:pt>
          <cx:pt idx="23299">63.979999999999997</cx:pt>
          <cx:pt idx="23300">54.990000000000002</cx:pt>
          <cx:pt idx="23301">59.979999999999997</cx:pt>
          <cx:pt idx="23302">59.979999999999997</cx:pt>
          <cx:pt idx="23303">59.979999999999997</cx:pt>
          <cx:pt idx="23304">59.979999999999997</cx:pt>
          <cx:pt idx="23305">59.979999999999997</cx:pt>
          <cx:pt idx="23306">89.969999999999999</cx:pt>
          <cx:pt idx="23307">89.969999999999999</cx:pt>
          <cx:pt idx="23308">59.979999999999997</cx:pt>
          <cx:pt idx="23309">51.479999999999997</cx:pt>
          <cx:pt idx="23310">41.479999999999997</cx:pt>
          <cx:pt idx="23311">54.979999999999997</cx:pt>
          <cx:pt idx="23312">69.989999999999995</cx:pt>
          <cx:pt idx="23313">64.980000000000004</cx:pt>
          <cx:pt idx="23314">129.97</cx:pt>
          <cx:pt idx="23315">-99.980000000000004</cx:pt>
          <cx:pt idx="23316">84.989999999999995</cx:pt>
          <cx:pt idx="23317">185.96000000000001</cx:pt>
          <cx:pt idx="23318">366.94</cx:pt>
          <cx:pt idx="23319">146.97</cx:pt>
          <cx:pt idx="23320">139.96000000000001</cx:pt>
          <cx:pt idx="23321">105.98</cx:pt>
          <cx:pt idx="23322">269.94999999999999</cx:pt>
          <cx:pt idx="23323">389.94999999999999</cx:pt>
          <cx:pt idx="23324">229.94999999999999</cx:pt>
          <cx:pt idx="23325">131.97999999999999</cx:pt>
          <cx:pt idx="23326">-65.989999999999995</cx:pt>
          <cx:pt idx="23327">178.75</cx:pt>
          <cx:pt idx="23328">121.95999999999999</cx:pt>
          <cx:pt idx="23329">211.96000000000001</cx:pt>
          <cx:pt idx="23330">128.36000000000001</cx:pt>
          <cx:pt idx="23331">253.36000000000001</cx:pt>
          <cx:pt idx="23332">146.97</cx:pt>
          <cx:pt idx="23333">246.96000000000001</cx:pt>
          <cx:pt idx="23334">106.16</cx:pt>
          <cx:pt idx="23335">89.980000000000004</cx:pt>
          <cx:pt idx="23336">59.979999999999997</cx:pt>
          <cx:pt idx="23337">59.979999999999997</cx:pt>
          <cx:pt idx="23338">59.979999999999997</cx:pt>
          <cx:pt idx="23339">59.979999999999997</cx:pt>
          <cx:pt idx="23340">59.979999999999997</cx:pt>
          <cx:pt idx="23341">119.95999999999999</cx:pt>
          <cx:pt idx="23342">59.979999999999997</cx:pt>
          <cx:pt idx="23343">119.95999999999999</cx:pt>
          <cx:pt idx="23344">89.950000000000003</cx:pt>
          <cx:pt idx="23345">89.950000000000003</cx:pt>
          <cx:pt idx="23346">103.98</cx:pt>
          <cx:pt idx="23347">84.989999999999995</cx:pt>
          <cx:pt idx="23348">84.989999999999995</cx:pt>
          <cx:pt idx="23349">103.98</cx:pt>
          <cx:pt idx="23350">76.489999999999995</cx:pt>
          <cx:pt idx="23351">81.780000000000001</cx:pt>
          <cx:pt idx="23352">174.97</cx:pt>
          <cx:pt idx="23353">102.28</cx:pt>
          <cx:pt idx="23354">64.780000000000001</cx:pt>
          <cx:pt idx="23355">84.989999999999995</cx:pt>
          <cx:pt idx="23356">84.989999999999995</cx:pt>
          <cx:pt idx="23357">83.959999999999994</cx:pt>
          <cx:pt idx="23358">104.47</cx:pt>
          <cx:pt idx="23359">94.969999999999999</cx:pt>
          <cx:pt idx="23360">84.980000000000004</cx:pt>
          <cx:pt idx="23361">78.640000000000001</cx:pt>
          <cx:pt idx="23362">83.099999999999994</cx:pt>
          <cx:pt idx="23363">101.38</cx:pt>
          <cx:pt idx="23364">84.989999999999995</cx:pt>
          <cx:pt idx="23365">85.980000000000004</cx:pt>
          <cx:pt idx="23366">84.989999999999995</cx:pt>
          <cx:pt idx="23367">102.13</cx:pt>
          <cx:pt idx="23368">89.969999999999999</cx:pt>
          <cx:pt idx="23369">89.969999999999999</cx:pt>
          <cx:pt idx="23370">59.979999999999997</cx:pt>
          <cx:pt idx="23371">59.979999999999997</cx:pt>
          <cx:pt idx="23372">59.979999999999997</cx:pt>
          <cx:pt idx="23373">127.95</cx:pt>
          <cx:pt idx="23374">59.979999999999997</cx:pt>
          <cx:pt idx="23375">59.979999999999997</cx:pt>
          <cx:pt idx="23376">51.479999999999997</cx:pt>
          <cx:pt idx="23377">124.95</cx:pt>
          <cx:pt idx="23378">179.90000000000001</cx:pt>
          <cx:pt idx="23379">89.939999999999998</cx:pt>
          <cx:pt idx="23380">89.939999999999998</cx:pt>
          <cx:pt idx="23381">83.930000000000007</cx:pt>
          <cx:pt idx="23382">95.920000000000002</cx:pt>
          <cx:pt idx="23383">89.969999999999999</cx:pt>
          <cx:pt idx="23384">187.27000000000001</cx:pt>
          <cx:pt idx="23385">168.36000000000001</cx:pt>
          <cx:pt idx="23386">136.28</cx:pt>
          <cx:pt idx="23387">103.97</cx:pt>
          <cx:pt idx="23388">93.579999999999998</cx:pt>
          <cx:pt idx="23389">188.97</cx:pt>
          <cx:pt idx="23390">164.86000000000001</cx:pt>
          <cx:pt idx="23391">84.989999999999995</cx:pt>
          <cx:pt idx="23392">68.989999999999995</cx:pt>
          <cx:pt idx="23393">84.989999999999995</cx:pt>
          <cx:pt idx="23394">137.94999999999999</cx:pt>
          <cx:pt idx="23395">159.06999999999999</cx:pt>
          <cx:pt idx="23396">188.97</cx:pt>
          <cx:pt idx="23397">-1.5</cx:pt>
          <cx:pt idx="23398">84.989999999999995</cx:pt>
          <cx:pt idx="23399">79.099999999999994</cx:pt>
          <cx:pt idx="23400">16.489999999999998</cx:pt>
          <cx:pt idx="23401">202.80000000000001</cx:pt>
          <cx:pt idx="23402">207.96000000000001</cx:pt>
          <cx:pt idx="23403">64.980000000000004</cx:pt>
          <cx:pt idx="23404">54.979999999999997</cx:pt>
          <cx:pt idx="23405">182.94</cx:pt>
          <cx:pt idx="23406">182.93000000000001</cx:pt>
          <cx:pt idx="23407">91.469999999999999</cx:pt>
          <cx:pt idx="23408">91.469999999999999</cx:pt>
          <cx:pt idx="23409">55.950000000000003</cx:pt>
          <cx:pt idx="23410">66.980000000000004</cx:pt>
          <cx:pt idx="23411">59.979999999999997</cx:pt>
          <cx:pt idx="23412">19.48</cx:pt>
          <cx:pt idx="23413">198.38999999999999</cx:pt>
          <cx:pt idx="23414">59.990000000000002</cx:pt>
          <cx:pt idx="23415">20.489999999999998</cx:pt>
          <cx:pt idx="23416">20.260000000000002</cx:pt>
          <cx:pt idx="23417">20.489999999999998</cx:pt>
          <cx:pt idx="23418">20.489999999999998</cx:pt>
          <cx:pt idx="23419">54.990000000000002</cx:pt>
          <cx:pt idx="23420">55.229999999999997</cx:pt>
          <cx:pt idx="23421">89.939999999999998</cx:pt>
          <cx:pt idx="23422">149.97</cx:pt>
          <cx:pt idx="23423">55.969999999999999</cx:pt>
          <cx:pt idx="23424">55.969999999999999</cx:pt>
          <cx:pt idx="23425">99.980000000000004</cx:pt>
          <cx:pt idx="23426">99.980000000000004</cx:pt>
          <cx:pt idx="23427">115.95</cx:pt>
          <cx:pt idx="23428">86.959999999999994</cx:pt>
          <cx:pt idx="23429">86.069999999999993</cx:pt>
          <cx:pt idx="23430">149.97</cx:pt>
          <cx:pt idx="23431">65.989999999999995</cx:pt>
          <cx:pt idx="23432">115.95</cx:pt>
          <cx:pt idx="23433">51.479999999999997</cx:pt>
          <cx:pt idx="23434">86.069999999999993</cx:pt>
          <cx:pt idx="23435">51.479999999999997</cx:pt>
          <cx:pt idx="23436">55.969999999999999</cx:pt>
          <cx:pt idx="23437">55.969999999999999</cx:pt>
          <cx:pt idx="23438">86.959999999999994</cx:pt>
          <cx:pt idx="23439">59.969999999999999</cx:pt>
          <cx:pt idx="23440">59.969999999999999</cx:pt>
          <cx:pt idx="23441">-8.2799999999999994</cx:pt>
          <cx:pt idx="23442">205.46000000000001</cx:pt>
          <cx:pt idx="23443">156.37</cx:pt>
          <cx:pt idx="23444">205.46000000000001</cx:pt>
          <cx:pt idx="23445">-8.2799999999999994</cx:pt>
          <cx:pt idx="23446">65.989999999999995</cx:pt>
          <cx:pt idx="23447">84.989999999999995</cx:pt>
          <cx:pt idx="23448">156.37</cx:pt>
          <cx:pt idx="23449">84.989999999999995</cx:pt>
          <cx:pt idx="23450">19.34</cx:pt>
          <cx:pt idx="23451">84.689999999999998</cx:pt>
          <cx:pt idx="23452">84.689999999999998</cx:pt>
          <cx:pt idx="23453">53.43</cx:pt>
          <cx:pt idx="23454">71.959999999999994</cx:pt>
          <cx:pt idx="23455">50.979999999999997</cx:pt>
          <cx:pt idx="23456">77.370000000000005</cx:pt>
          <cx:pt idx="23457">50.979999999999997</cx:pt>
          <cx:pt idx="23458">84.980000000000004</cx:pt>
          <cx:pt idx="23459">84.980000000000004</cx:pt>
          <cx:pt idx="23460">70.129999999999995</cx:pt>
          <cx:pt idx="23461">51.490000000000002</cx:pt>
          <cx:pt idx="23462">54.390000000000001</cx:pt>
          <cx:pt idx="23463">51.490000000000002</cx:pt>
          <cx:pt idx="23464">54.390000000000001</cx:pt>
          <cx:pt idx="23465">54.390000000000001</cx:pt>
          <cx:pt idx="23466">54.390000000000001</cx:pt>
          <cx:pt idx="23467">70.129999999999995</cx:pt>
          <cx:pt idx="23468">77.379999999999995</cx:pt>
          <cx:pt idx="23469">101.89</cx:pt>
          <cx:pt idx="23470">182.21000000000001</cx:pt>
          <cx:pt idx="23471">277.25</cx:pt>
          <cx:pt idx="23472">234.69</cx:pt>
          <cx:pt idx="23473">274.60000000000002</cx:pt>
          <cx:pt idx="23474">209.28999999999999</cx:pt>
          <cx:pt idx="23475">302.42000000000002</cx:pt>
          <cx:pt idx="23476">241.93000000000001</cx:pt>
          <cx:pt idx="23477">377.26999999999998</cx:pt>
          <cx:pt idx="23478">300.25</cx:pt>
          <cx:pt idx="23479">243.15000000000001</cx:pt>
          <cx:pt idx="23480">105.22</cx:pt>
          <cx:pt idx="23481">145.16</cx:pt>
          <cx:pt idx="23482">260.06999999999999</cx:pt>
          <cx:pt idx="23483">303.47000000000003</cx:pt>
          <cx:pt idx="23484">105.95999999999999</cx:pt>
          <cx:pt idx="23485">178.97</cx:pt>
          <cx:pt idx="23486">33.479999999999997</cx:pt>
          <cx:pt idx="23487">17.489999999999998</cx:pt>
          <cx:pt idx="23488">36.490000000000002</cx:pt>
          <cx:pt idx="23489">65.989999999999995</cx:pt>
          <cx:pt idx="23490">50.189999999999998</cx:pt>
          <cx:pt idx="23491">133.08000000000001</cx:pt>
          <cx:pt idx="23492">74.950000000000003</cx:pt>
          <cx:pt idx="23493">82.489999999999995</cx:pt>
          <cx:pt idx="23494">94.950000000000003</cx:pt>
          <cx:pt idx="23495">83.939999999999998</cx:pt>
          <cx:pt idx="23496">181.97</cx:pt>
          <cx:pt idx="23497">196.65000000000001</cx:pt>
          <cx:pt idx="23498">158.66</cx:pt>
          <cx:pt idx="23499">120.66</cx:pt>
          <cx:pt idx="23500">131.97999999999999</cx:pt>
          <cx:pt idx="23501">99.980000000000004</cx:pt>
          <cx:pt idx="23502">169.97999999999999</cx:pt>
          <cx:pt idx="23503">168.28</cx:pt>
          <cx:pt idx="23504">128.68000000000001</cx:pt>
          <cx:pt idx="23505">169.38</cx:pt>
          <cx:pt idx="23506">128.02000000000001</cx:pt>
          <cx:pt idx="23507">33.280000000000001</cx:pt>
          <cx:pt idx="23508">69.989999999999995</cx:pt>
          <cx:pt idx="23509">106.97</cx:pt>
          <cx:pt idx="23510">74.980000000000004</cx:pt>
          <cx:pt idx="23511">127.95</cx:pt>
          <cx:pt idx="23512">69.989999999999995</cx:pt>
          <cx:pt idx="23513">119.98</cx:pt>
          <cx:pt idx="23514">197.41</cx:pt>
          <cx:pt idx="23515">59.380000000000003</cx:pt>
          <cx:pt idx="23516">311.75</cx:pt>
          <cx:pt idx="23517">288.97000000000003</cx:pt>
          <cx:pt idx="23518">254.97</cx:pt>
          <cx:pt idx="23519">189.96000000000001</cx:pt>
          <cx:pt idx="23520">344.94</cx:pt>
          <cx:pt idx="23521">304.94</cx:pt>
          <cx:pt idx="23522">162.77000000000001</cx:pt>
          <cx:pt idx="23523">187.44999999999999</cx:pt>
          <cx:pt idx="23524">174.05000000000001</cx:pt>
          <cx:pt idx="23525">59.359999999999999</cx:pt>
          <cx:pt idx="23526">59.359999999999999</cx:pt>
          <cx:pt idx="23527">59.960000000000001</cx:pt>
          <cx:pt idx="23528">74.950000000000003</cx:pt>
          <cx:pt idx="23529">76.189999999999998</cx:pt>
          <cx:pt idx="23530">120.98</cx:pt>
          <cx:pt idx="23531">108.05</cx:pt>
          <cx:pt idx="23532">179.94</cx:pt>
          <cx:pt idx="23533">59.950000000000003</cx:pt>
          <cx:pt idx="23534">99.980000000000004</cx:pt>
          <cx:pt idx="23535">89.980000000000004</cx:pt>
          <cx:pt idx="23536">72.549999999999997</cx:pt>
          <cx:pt idx="23537">133.05000000000001</cx:pt>
          <cx:pt idx="23538">53.960000000000001</cx:pt>
          <cx:pt idx="23539">63.960000000000001</cx:pt>
          <cx:pt idx="23540">63.420000000000002</cx:pt>
          <cx:pt idx="23541">107.06999999999999</cx:pt>
          <cx:pt idx="23542">70.980000000000004</cx:pt>
          <cx:pt idx="23543">12.49</cx:pt>
          <cx:pt idx="23544">12.49</cx:pt>
          <cx:pt idx="23545">60.979999999999997</cx:pt>
          <cx:pt idx="23546">74.980000000000004</cx:pt>
          <cx:pt idx="23547">172.25999999999999</cx:pt>
          <cx:pt idx="23548">62.979999999999997</cx:pt>
          <cx:pt idx="23549">271.94</cx:pt>
          <cx:pt idx="23550">375.92000000000002</cx:pt>
          <cx:pt idx="23551">239.97</cx:pt>
          <cx:pt idx="23552">239.97</cx:pt>
          <cx:pt idx="23553">119.93000000000001</cx:pt>
          <cx:pt idx="23554">281.94</cx:pt>
          <cx:pt idx="23555">294.95999999999998</cx:pt>
          <cx:pt idx="23556">319.95999999999998</cx:pt>
          <cx:pt idx="23557">315.94</cx:pt>
          <cx:pt idx="23558">321.93000000000001</cx:pt>
          <cx:pt idx="23559">347.94</cx:pt>
          <cx:pt idx="23560">118.53</cx:pt>
          <cx:pt idx="23561">46.289999999999999</cx:pt>
          <cx:pt idx="23562">79.980000000000004</cx:pt>
          <cx:pt idx="23563">54.990000000000002</cx:pt>
          <cx:pt idx="23564">52.240000000000002</cx:pt>
          <cx:pt idx="23565">57.759999999999998</cx:pt>
          <cx:pt idx="23566">74.969999999999999</cx:pt>
          <cx:pt idx="23567">94.260000000000005</cx:pt>
          <cx:pt idx="23568">59.979999999999997</cx:pt>
          <cx:pt idx="23569">18.710000000000001</cx:pt>
          <cx:pt idx="23570">61.689999999999998</cx:pt>
          <cx:pt idx="23571">91.799999999999997</cx:pt>
          <cx:pt idx="23572">119.97</cx:pt>
          <cx:pt idx="23573">162.18000000000001</cx:pt>
          <cx:pt idx="23574">150.53999999999999</cx:pt>
          <cx:pt idx="23575">117.95999999999999</cx:pt>
          <cx:pt idx="23576">159.97999999999999</cx:pt>
          <cx:pt idx="23577">85.489999999999995</cx:pt>
          <cx:pt idx="23578">122.95999999999999</cx:pt>
          <cx:pt idx="23579">72.969999999999999</cx:pt>
          <cx:pt idx="23580">219.94</cx:pt>
          <cx:pt idx="23581">107.89</cx:pt>
          <cx:pt idx="23582">129.97999999999999</cx:pt>
          <cx:pt idx="23583">211.94999999999999</cx:pt>
          <cx:pt idx="23584">172.84999999999999</cx:pt>
          <cx:pt idx="23585">207.09999999999999</cx:pt>
          <cx:pt idx="23586">65.989999999999995</cx:pt>
          <cx:pt idx="23587">167.94</cx:pt>
          <cx:pt idx="23588">127.95999999999999</cx:pt>
          <cx:pt idx="23589">146.44999999999999</cx:pt>
          <cx:pt idx="23590">83.450000000000003</cx:pt>
          <cx:pt idx="23591">94.980000000000004</cx:pt>
          <cx:pt idx="23592">38.490000000000002</cx:pt>
          <cx:pt idx="23593">34.789999999999999</cx:pt>
          <cx:pt idx="23594">38.490000000000002</cx:pt>
          <cx:pt idx="23595">32.939999999999998</cx:pt>
          <cx:pt idx="23596">195.96000000000001</cx:pt>
          <cx:pt idx="23597">82.239999999999995</cx:pt>
          <cx:pt idx="23598">113.7</cx:pt>
          <cx:pt idx="23599">87.069999999999993</cx:pt>
          <cx:pt idx="23600">108.84</cx:pt>
          <cx:pt idx="23601">113.97</cx:pt>
          <cx:pt idx="23602">69.980000000000004</cx:pt>
          <cx:pt idx="23603">108.84</cx:pt>
          <cx:pt idx="23604">108.84</cx:pt>
          <cx:pt idx="23605">87.069999999999993</cx:pt>
          <cx:pt idx="23606">87.069999999999993</cx:pt>
          <cx:pt idx="23607">69.980000000000004</cx:pt>
          <cx:pt idx="23608">27.629999999999999</cx:pt>
          <cx:pt idx="23609">56.710000000000001</cx:pt>
          <cx:pt idx="23610">99.969999999999999</cx:pt>
          <cx:pt idx="23611">59.979999999999997</cx:pt>
          <cx:pt idx="23612">19.989999999999998</cx:pt>
          <cx:pt idx="23613">83.969999999999999</cx:pt>
          <cx:pt idx="23614">93.969999999999999</cx:pt>
          <cx:pt idx="23615">169.97999999999999</cx:pt>
          <cx:pt idx="23616">169.97999999999999</cx:pt>
          <cx:pt idx="23617">158.53999999999999</cx:pt>
          <cx:pt idx="23618">169.97999999999999</cx:pt>
          <cx:pt idx="23619">140.97</cx:pt>
          <cx:pt idx="23620">169.97999999999999</cx:pt>
          <cx:pt idx="23621">188.97</cx:pt>
          <cx:pt idx="23622">145.97</cx:pt>
          <cx:pt idx="23623">169.97999999999999</cx:pt>
          <cx:pt idx="23624">169.97999999999999</cx:pt>
          <cx:pt idx="23625">118.78</cx:pt>
          <cx:pt idx="23626">190.96000000000001</cx:pt>
          <cx:pt idx="23627">156.97999999999999</cx:pt>
          <cx:pt idx="23628">169.97999999999999</cx:pt>
          <cx:pt idx="23629">219.97</cx:pt>
          <cx:pt idx="23630">169.97999999999999</cx:pt>
          <cx:pt idx="23631">161.47</cx:pt>
          <cx:pt idx="23632">123.12</cx:pt>
          <cx:pt idx="23633">72.579999999999998</cx:pt>
          <cx:pt idx="23634">125.95999999999999</cx:pt>
          <cx:pt idx="23635">54.380000000000003</cx:pt>
          <cx:pt idx="23636">89.989999999999995</cx:pt>
          <cx:pt idx="23637">79.959999999999994</cx:pt>
          <cx:pt idx="23638">121.66</cx:pt>
          <cx:pt idx="23639">193.96000000000001</cx:pt>
          <cx:pt idx="23640">184.44</cx:pt>
          <cx:pt idx="23641">36.479999999999997</cx:pt>
          <cx:pt idx="23642">18.489999999999998</cx:pt>
          <cx:pt idx="23643">36.479999999999997</cx:pt>
          <cx:pt idx="23644">36.479999999999997</cx:pt>
          <cx:pt idx="23645">198.38999999999999</cx:pt>
          <cx:pt idx="23646">79.849999999999994</cx:pt>
          <cx:pt idx="23647">72.590000000000003</cx:pt>
          <cx:pt idx="23648">79.849999999999994</cx:pt>
          <cx:pt idx="23649">99.200000000000003</cx:pt>
          <cx:pt idx="23650">39.890000000000001</cx:pt>
          <cx:pt idx="23651">79.849999999999994</cx:pt>
          <cx:pt idx="23652">-1.5</cx:pt>
          <cx:pt idx="23653">79.849999999999994</cx:pt>
          <cx:pt idx="23654">79.849999999999994</cx:pt>
          <cx:pt idx="23655">79.849999999999994</cx:pt>
          <cx:pt idx="23656">135.74000000000001</cx:pt>
          <cx:pt idx="23657">79.849999999999994</cx:pt>
          <cx:pt idx="23658">78.629999999999995</cx:pt>
          <cx:pt idx="23659">120.98</cx:pt>
          <cx:pt idx="23660">62.280000000000001</cx:pt>
          <cx:pt idx="23661">99.200000000000003</cx:pt>
          <cx:pt idx="23662">88.280000000000001</cx:pt>
          <cx:pt idx="23663">91.950000000000003</cx:pt>
          <cx:pt idx="23664">179.97999999999999</cx:pt>
          <cx:pt idx="23665">179.97</cx:pt>
          <cx:pt idx="23666">135.46000000000001</cx:pt>
          <cx:pt idx="23667">89.980000000000004</cx:pt>
          <cx:pt idx="23668">99.980000000000004</cx:pt>
          <cx:pt idx="23669">634.91999999999996</cx:pt>
          <cx:pt idx="23670">328.06999999999999</cx:pt>
          <cx:pt idx="23671">187.96000000000001</cx:pt>
          <cx:pt idx="23672">302.94</cx:pt>
          <cx:pt idx="23673">96.989999999999995</cx:pt>
          <cx:pt idx="23674">169.97999999999999</cx:pt>
          <cx:pt idx="23675">279.94999999999999</cx:pt>
          <cx:pt idx="23676">121.98</cx:pt>
          <cx:pt idx="23677">89.980000000000004</cx:pt>
          <cx:pt idx="23678">89.980000000000004</cx:pt>
          <cx:pt idx="23679">-89.950000000000003</cx:pt>
          <cx:pt idx="23680">179.96000000000001</cx:pt>
          <cx:pt idx="23681">89.950000000000003</cx:pt>
          <cx:pt idx="23682">179.96000000000001</cx:pt>
          <cx:pt idx="23683">124.98</cx:pt>
          <cx:pt idx="23684">46.289999999999999</cx:pt>
          <cx:pt idx="23685">84.969999999999999</cx:pt>
          <cx:pt idx="23686">94.980000000000004</cx:pt>
          <cx:pt idx="23687">89.980000000000004</cx:pt>
          <cx:pt idx="23688">54.979999999999997</cx:pt>
          <cx:pt idx="23689">89.980000000000004</cx:pt>
          <cx:pt idx="23690">89.980000000000004</cx:pt>
          <cx:pt idx="23691">89.980000000000004</cx:pt>
          <cx:pt idx="23692">89.980000000000004</cx:pt>
          <cx:pt idx="23693">79.980000000000004</cx:pt>
          <cx:pt idx="23694">79.980000000000004</cx:pt>
          <cx:pt idx="23695">79.980000000000004</cx:pt>
          <cx:pt idx="23696">89.980000000000004</cx:pt>
          <cx:pt idx="23697">89.980000000000004</cx:pt>
          <cx:pt idx="23698">79.980000000000004</cx:pt>
          <cx:pt idx="23699">89.980000000000004</cx:pt>
          <cx:pt idx="23700">89.980000000000004</cx:pt>
          <cx:pt idx="23701">79.980000000000004</cx:pt>
          <cx:pt idx="23702">54.979999999999997</cx:pt>
          <cx:pt idx="23703">34.990000000000002</cx:pt>
          <cx:pt idx="23704">54.979999999999997</cx:pt>
          <cx:pt idx="23705">34.990000000000002</cx:pt>
          <cx:pt idx="23706">54.979999999999997</cx:pt>
          <cx:pt idx="23707">54.979999999999997</cx:pt>
          <cx:pt idx="23708">34.990000000000002</cx:pt>
          <cx:pt idx="23709">34.990000000000002</cx:pt>
          <cx:pt idx="23710">34.990000000000002</cx:pt>
          <cx:pt idx="23711">89.980000000000004</cx:pt>
          <cx:pt idx="23712">55.979999999999997</cx:pt>
          <cx:pt idx="23713">61.979999999999997</cx:pt>
          <cx:pt idx="23714">114.97</cx:pt>
          <cx:pt idx="23715">64.939999999999998</cx:pt>
          <cx:pt idx="23716">65.989999999999995</cx:pt>
          <cx:pt idx="23717">104.97</cx:pt>
          <cx:pt idx="23718">137.97999999999999</cx:pt>
          <cx:pt idx="23719">0</cx:pt>
          <cx:pt idx="23720">137.97</cx:pt>
          <cx:pt idx="23721">73.170000000000002</cx:pt>
          <cx:pt idx="23722">84.379999999999995</cx:pt>
          <cx:pt idx="23723">101.98</cx:pt>
          <cx:pt idx="23724">55.960000000000001</cx:pt>
          <cx:pt idx="23725">348.57999999999998</cx:pt>
          <cx:pt idx="23726">51.32</cx:pt>
          <cx:pt idx="23727">121.47</cx:pt>
          <cx:pt idx="23728">60.439999999999998</cx:pt>
          <cx:pt idx="23729">129.47</cx:pt>
          <cx:pt idx="23730">105.98</cx:pt>
          <cx:pt idx="23731">109.98</cx:pt>
          <cx:pt idx="23732">89.939999999999998</cx:pt>
          <cx:pt idx="23733">89.939999999999998</cx:pt>
          <cx:pt idx="23734">23.239999999999998</cx:pt>
          <cx:pt idx="23735">72.370000000000005</cx:pt>
          <cx:pt idx="23736">81.980000000000004</cx:pt>
          <cx:pt idx="23737">155.94999999999999</cx:pt>
          <cx:pt idx="23738">155.94999999999999</cx:pt>
          <cx:pt idx="23739">77.280000000000001</cx:pt>
          <cx:pt idx="23740">77.280000000000001</cx:pt>
          <cx:pt idx="23741">81.980000000000004</cx:pt>
          <cx:pt idx="23742">51.939999999999998</cx:pt>
          <cx:pt idx="23743">51.939999999999998</cx:pt>
          <cx:pt idx="23744">194.77000000000001</cx:pt>
          <cx:pt idx="23745">52.18</cx:pt>
          <cx:pt idx="23746">64.980000000000004</cx:pt>
          <cx:pt idx="23747">125.8</cx:pt>
          <cx:pt idx="23748">68.930000000000007</cx:pt>
          <cx:pt idx="23749">123.47</cx:pt>
          <cx:pt idx="23750">47.289999999999999</cx:pt>
          <cx:pt idx="23751">20.550000000000001</cx:pt>
          <cx:pt idx="23752">77.390000000000001</cx:pt>
          <cx:pt idx="23753">87.079999999999998</cx:pt>
          <cx:pt idx="23754">25.989999999999998</cx:pt>
          <cx:pt idx="23755">27.989999999999998</cx:pt>
          <cx:pt idx="23756">29.539999999999999</cx:pt>
          <cx:pt idx="23757">53.18</cx:pt>
          <cx:pt idx="23758">29.489999999999998</cx:pt>
          <cx:pt idx="23759">202.03</cx:pt>
          <cx:pt idx="23760">120.98</cx:pt>
          <cx:pt idx="23761">209.28999999999999</cx:pt>
          <cx:pt idx="23762">214.13</cx:pt>
          <cx:pt idx="23763">185.09</cx:pt>
          <cx:pt idx="23764">147.59999999999999</cx:pt>
          <cx:pt idx="23765">159.69999999999999</cx:pt>
          <cx:pt idx="23766">152.19</cx:pt>
          <cx:pt idx="23767">159.69999999999999</cx:pt>
          <cx:pt idx="23768">131.97999999999999</cx:pt>
          <cx:pt idx="23769">63.960000000000001</cx:pt>
          <cx:pt idx="23770">115.16</cx:pt>
          <cx:pt idx="23771">65.989999999999995</cx:pt>
          <cx:pt idx="23772">109.98</cx:pt>
          <cx:pt idx="23773">68.969999999999999</cx:pt>
          <cx:pt idx="23774">37.979999999999997</cx:pt>
          <cx:pt idx="23775">73.969999999999999</cx:pt>
          <cx:pt idx="23776">69.989999999999995</cx:pt>
          <cx:pt idx="23777">69.989999999999995</cx:pt>
          <cx:pt idx="23778">84.989999999999995</cx:pt>
          <cx:pt idx="23779">90.980000000000004</cx:pt>
          <cx:pt idx="23780">175.96000000000001</cx:pt>
          <cx:pt idx="23781">369.74000000000001</cx:pt>
          <cx:pt idx="23782">199.96000000000001</cx:pt>
          <cx:pt idx="23783">239.93000000000001</cx:pt>
          <cx:pt idx="23784">319.91000000000003</cx:pt>
          <cx:pt idx="23785">199.96000000000001</cx:pt>
          <cx:pt idx="23786">279.93000000000001</cx:pt>
          <cx:pt idx="23787">349.93000000000001</cx:pt>
          <cx:pt idx="23788">331.92000000000002</cx:pt>
          <cx:pt idx="23789">376.41000000000003</cx:pt>
          <cx:pt idx="23790">237.96000000000001</cx:pt>
          <cx:pt idx="23791">149.96000000000001</cx:pt>
          <cx:pt idx="23792">57.979999999999997</cx:pt>
          <cx:pt idx="23793">57.979999999999997</cx:pt>
          <cx:pt idx="23794">59.960000000000001</cx:pt>
          <cx:pt idx="23795">173.21000000000001</cx:pt>
          <cx:pt idx="23796">41.490000000000002</cx:pt>
          <cx:pt idx="23797">92.969999999999999</cx:pt>
          <cx:pt idx="23798">85.969999999999999</cx:pt>
          <cx:pt idx="23799">84.989999999999995</cx:pt>
          <cx:pt idx="23800">93.950000000000003</cx:pt>
          <cx:pt idx="23801">74.969999999999999</cx:pt>
          <cx:pt idx="23802">103.95999999999999</cx:pt>
          <cx:pt idx="23803">97.969999999999999</cx:pt>
          <cx:pt idx="23804">130.78999999999999</cx:pt>
          <cx:pt idx="23805">137.96000000000001</cx:pt>
          <cx:pt idx="23806">81.980000000000004</cx:pt>
          <cx:pt idx="23807">100.95</cx:pt>
          <cx:pt idx="23808">74.980000000000004</cx:pt>
          <cx:pt idx="23809">97.969999999999999</cx:pt>
          <cx:pt idx="23810">50.969999999999999</cx:pt>
          <cx:pt idx="23811">81.980000000000004</cx:pt>
          <cx:pt idx="23812">110.98</cx:pt>
          <cx:pt idx="23813">64.579999999999998</cx:pt>
          <cx:pt idx="23814">29.280000000000001</cx:pt>
          <cx:pt idx="23815">75.980000000000004</cx:pt>
          <cx:pt idx="23816">175.43000000000001</cx:pt>
          <cx:pt idx="23817">35.490000000000002</cx:pt>
          <cx:pt idx="23818">191.96000000000001</cx:pt>
          <cx:pt idx="23819">193.55000000000001</cx:pt>
          <cx:pt idx="23820">71.269999999999996</cx:pt>
          <cx:pt idx="23821">98.370000000000005</cx:pt>
          <cx:pt idx="23822">65.329999999999998</cx:pt>
          <cx:pt idx="23823">59.390000000000001</cx:pt>
          <cx:pt idx="23824">75.090000000000003</cx:pt>
          <cx:pt idx="23825">65.230000000000004</cx:pt>
          <cx:pt idx="23826">78.810000000000002</cx:pt>
          <cx:pt idx="23827">82.819999999999993</cx:pt>
          <cx:pt idx="23828">84.980000000000004</cx:pt>
          <cx:pt idx="23829">84.989999999999995</cx:pt>
          <cx:pt idx="23830">83.299999999999997</cx:pt>
          <cx:pt idx="23831">71.790000000000006</cx:pt>
          <cx:pt idx="23832">99.980000000000004</cx:pt>
          <cx:pt idx="23833">84.989999999999995</cx:pt>
          <cx:pt idx="23834">46.469999999999999</cx:pt>
          <cx:pt idx="23835">37.469999999999999</cx:pt>
          <cx:pt idx="23836">30.73</cx:pt>
          <cx:pt idx="23837">30.73</cx:pt>
          <cx:pt idx="23838">138.44</cx:pt>
          <cx:pt idx="23839">31.48</cx:pt>
          <cx:pt idx="23840">138.44</cx:pt>
          <cx:pt idx="23841">30.48</cx:pt>
          <cx:pt idx="23842">30.48</cx:pt>
          <cx:pt idx="23843">31.48</cx:pt>
          <cx:pt idx="23844">174.16</cx:pt>
          <cx:pt idx="23845">89.980000000000004</cx:pt>
          <cx:pt idx="23846">84.989999999999995</cx:pt>
          <cx:pt idx="23847">26.48</cx:pt>
          <cx:pt idx="23848">27.48</cx:pt>
          <cx:pt idx="23849">89.969999999999999</cx:pt>
          <cx:pt idx="23850">124.06</cx:pt>
          <cx:pt idx="23851">118.36</cx:pt>
          <cx:pt idx="23852">124.06</cx:pt>
          <cx:pt idx="23853">53.979999999999997</cx:pt>
          <cx:pt idx="23854">53.979999999999997</cx:pt>
          <cx:pt idx="23855">53.979999999999997</cx:pt>
          <cx:pt idx="23856">53.979999999999997</cx:pt>
          <cx:pt idx="23857">118.36</cx:pt>
          <cx:pt idx="23858">174.96000000000001</cx:pt>
          <cx:pt idx="23859">69.980000000000004</cx:pt>
          <cx:pt idx="23860">69.980000000000004</cx:pt>
          <cx:pt idx="23861">104.97</cx:pt>
          <cx:pt idx="23862">157.96000000000001</cx:pt>
          <cx:pt idx="23863">174.94</cx:pt>
          <cx:pt idx="23864">79.969999999999999</cx:pt>
          <cx:pt idx="23865">251.71000000000001</cx:pt>
          <cx:pt idx="23866">147.91</cx:pt>
          <cx:pt idx="23867">156.97</cx:pt>
          <cx:pt idx="23868">169.13999999999999</cx:pt>
          <cx:pt idx="23869">210.71000000000001</cx:pt>
          <cx:pt idx="23870">160.08000000000001</cx:pt>
          <cx:pt idx="23871">189.97</cx:pt>
          <cx:pt idx="23872">169.97999999999999</cx:pt>
          <cx:pt idx="23873">224.94999999999999</cx:pt>
          <cx:pt idx="23874">135.97</cx:pt>
          <cx:pt idx="23875">177.38999999999999</cx:pt>
          <cx:pt idx="23876">132.97</cx:pt>
          <cx:pt idx="23877">135.97</cx:pt>
          <cx:pt idx="23878">89.969999999999999</cx:pt>
          <cx:pt idx="23879">84.969999999999999</cx:pt>
          <cx:pt idx="23880">64.969999999999999</cx:pt>
          <cx:pt idx="23881">54.979999999999997</cx:pt>
          <cx:pt idx="23882">54.979999999999997</cx:pt>
          <cx:pt idx="23883">74.969999999999999</cx:pt>
          <cx:pt idx="23884">70.980000000000004</cx:pt>
          <cx:pt idx="23885">51.979999999999997</cx:pt>
          <cx:pt idx="23886">51.979999999999997</cx:pt>
          <cx:pt idx="23887">114.97</cx:pt>
          <cx:pt idx="23888">51.460000000000001</cx:pt>
          <cx:pt idx="23889">54.979999999999997</cx:pt>
          <cx:pt idx="23890">59.960000000000001</cx:pt>
          <cx:pt idx="23891">117.92</cx:pt>
          <cx:pt idx="23892">59.979999999999997</cx:pt>
          <cx:pt idx="23893">121.98</cx:pt>
          <cx:pt idx="23894">128.58000000000001</cx:pt>
          <cx:pt idx="23895">64.950000000000003</cx:pt>
          <cx:pt idx="23896">200.40000000000001</cx:pt>
          <cx:pt idx="23897">49.990000000000002</cx:pt>
          <cx:pt idx="23898">89.950000000000003</cx:pt>
          <cx:pt idx="23899">59.979999999999997</cx:pt>
          <cx:pt idx="23900">115.97</cx:pt>
          <cx:pt idx="23901">106.70999999999999</cx:pt>
          <cx:pt idx="23902">85.890000000000001</cx:pt>
          <cx:pt idx="23903">66.469999999999999</cx:pt>
          <cx:pt idx="23904">55.979999999999997</cx:pt>
          <cx:pt idx="23905">51.979999999999997</cx:pt>
          <cx:pt idx="23906">100.45</cx:pt>
          <cx:pt idx="23907">71.469999999999999</cx:pt>
          <cx:pt idx="23908">62.969999999999999</cx:pt>
          <cx:pt idx="23909">59.960000000000001</cx:pt>
          <cx:pt idx="23910">51.759999999999998</cx:pt>
          <cx:pt idx="23911">137.87</cx:pt>
          <cx:pt idx="23912">125.79000000000001</cx:pt>
          <cx:pt idx="23913">105.25</cx:pt>
          <cx:pt idx="23914">125.79000000000001</cx:pt>
          <cx:pt idx="23915">111.78</cx:pt>
          <cx:pt idx="23916">251.58000000000001</cx:pt>
          <cx:pt idx="23917">142.74000000000001</cx:pt>
          <cx:pt idx="23918">157.25</cx:pt>
          <cx:pt idx="23919">161.72</cx:pt>
          <cx:pt idx="23920">143.94999999999999</cx:pt>
          <cx:pt idx="23921">153.16</cx:pt>
          <cx:pt idx="23922">125.79000000000001</cx:pt>
          <cx:pt idx="23923">134.27000000000001</cx:pt>
          <cx:pt idx="23924">134.25</cx:pt>
          <cx:pt idx="23925">188.69</cx:pt>
          <cx:pt idx="23926">223.80000000000001</cx:pt>
          <cx:pt idx="23927">169.36000000000001</cx:pt>
          <cx:pt idx="23928">55.960000000000001</cx:pt>
          <cx:pt idx="23929">76.980000000000004</cx:pt>
          <cx:pt idx="23930">53.979999999999997</cx:pt>
          <cx:pt idx="23931">77.969999999999999</cx:pt>
          <cx:pt idx="23932">114.31</cx:pt>
          <cx:pt idx="23933">62.049999999999997</cx:pt>
          <cx:pt idx="23934">69.989999999999995</cx:pt>
          <cx:pt idx="23935">31.940000000000001</cx:pt>
          <cx:pt idx="23936">509.94</cx:pt>
          <cx:pt idx="23937">308.67000000000002</cx:pt>
          <cx:pt idx="23938">36.270000000000003</cx:pt>
          <cx:pt idx="23939">421.55000000000001</cx:pt>
          <cx:pt idx="23940">197.94</cx:pt>
          <cx:pt idx="23941">336.80000000000001</cx:pt>
          <cx:pt idx="23942">59.979999999999997</cx:pt>
          <cx:pt idx="23943">113.95999999999999</cx:pt>
          <cx:pt idx="23944">53.979999999999997</cx:pt>
          <cx:pt idx="23945">59.979999999999997</cx:pt>
          <cx:pt idx="23946">59.979999999999997</cx:pt>
          <cx:pt idx="23947">39.479999999999997</cx:pt>
          <cx:pt idx="23948">77.969999999999999</cx:pt>
          <cx:pt idx="23949">59.969999999999999</cx:pt>
          <cx:pt idx="23950">59.969999999999999</cx:pt>
          <cx:pt idx="23951">53.969999999999999</cx:pt>
          <cx:pt idx="23952">59.969999999999999</cx:pt>
          <cx:pt idx="23953">59.969999999999999</cx:pt>
          <cx:pt idx="23954">53.969999999999999</cx:pt>
          <cx:pt idx="23955">56.969999999999999</cx:pt>
          <cx:pt idx="23956">59.969999999999999</cx:pt>
          <cx:pt idx="23957">50.979999999999997</cx:pt>
          <cx:pt idx="23958">50.950000000000003</cx:pt>
          <cx:pt idx="23959">74.980000000000004</cx:pt>
          <cx:pt idx="23960">59.950000000000003</cx:pt>
          <cx:pt idx="23961">59.950000000000003</cx:pt>
          <cx:pt idx="23962">300.81999999999999</cx:pt>
          <cx:pt idx="23963">261.98000000000002</cx:pt>
          <cx:pt idx="23964">424.5</cx:pt>
          <cx:pt idx="23965">369.94</cx:pt>
          <cx:pt idx="23966">338.06</cx:pt>
          <cx:pt idx="23967">335.68000000000001</cx:pt>
          <cx:pt idx="23968">333.77999999999997</cx:pt>
          <cx:pt idx="23969">53.920000000000002</cx:pt>
          <cx:pt idx="23970">59.969999999999999</cx:pt>
          <cx:pt idx="23971">59.390000000000001</cx:pt>
          <cx:pt idx="23972">43.969999999999999</cx:pt>
          <cx:pt idx="23973">71.969999999999999</cx:pt>
          <cx:pt idx="23974">102.28</cx:pt>
          <cx:pt idx="23975">54.969999999999999</cx:pt>
          <cx:pt idx="23976">56.969999999999999</cx:pt>
          <cx:pt idx="23977">157.94999999999999</cx:pt>
          <cx:pt idx="23978">62.960000000000001</cx:pt>
          <cx:pt idx="23979">174.94999999999999</cx:pt>
          <cx:pt idx="23980">51.490000000000002</cx:pt>
          <cx:pt idx="23981">84.989999999999995</cx:pt>
          <cx:pt idx="23982">50.340000000000003</cx:pt>
          <cx:pt idx="23983">99.980000000000004</cx:pt>
          <cx:pt idx="23984">99.980000000000004</cx:pt>
          <cx:pt idx="23985">99.980000000000004</cx:pt>
          <cx:pt idx="23986">84.989999999999995</cx:pt>
          <cx:pt idx="23987">79.980000000000004</cx:pt>
          <cx:pt idx="23988">41.490000000000002</cx:pt>
          <cx:pt idx="23989">84.989999999999995</cx:pt>
          <cx:pt idx="23990">92.329999999999998</cx:pt>
          <cx:pt idx="23991">84.989999999999995</cx:pt>
          <cx:pt idx="23992">84.989999999999995</cx:pt>
          <cx:pt idx="23993">73.989999999999995</cx:pt>
          <cx:pt idx="23994">41.490000000000002</cx:pt>
          <cx:pt idx="23995">0</cx:pt>
          <cx:pt idx="23996">99.980000000000004</cx:pt>
          <cx:pt idx="23997">49.990000000000002</cx:pt>
          <cx:pt idx="23998">90.439999999999998</cx:pt>
          <cx:pt idx="23999">99.980000000000004</cx:pt>
          <cx:pt idx="24000">84.989999999999995</cx:pt>
          <cx:pt idx="24001">79.980000000000004</cx:pt>
          <cx:pt idx="24002">44.979999999999997</cx:pt>
          <cx:pt idx="24003">99.980000000000004</cx:pt>
          <cx:pt idx="24004">84.989999999999995</cx:pt>
          <cx:pt idx="24005">79.980000000000004</cx:pt>
          <cx:pt idx="24006">99.980000000000004</cx:pt>
          <cx:pt idx="24007">84.989999999999995</cx:pt>
          <cx:pt idx="24008">99.980000000000004</cx:pt>
          <cx:pt idx="24009">99.980000000000004</cx:pt>
          <cx:pt idx="24010">49.990000000000002</cx:pt>
          <cx:pt idx="24011">41.490000000000002</cx:pt>
          <cx:pt idx="24012">84.989999999999995</cx:pt>
          <cx:pt idx="24013">103.18000000000001</cx:pt>
          <cx:pt idx="24014">79.980000000000004</cx:pt>
          <cx:pt idx="24015">84.989999999999995</cx:pt>
          <cx:pt idx="24016">142.46000000000001</cx:pt>
          <cx:pt idx="24017">28.390000000000001</cx:pt>
          <cx:pt idx="24018">119.98</cx:pt>
          <cx:pt idx="24019">69.950000000000003</cx:pt>
          <cx:pt idx="24020">39.210000000000001</cx:pt>
          <cx:pt idx="24021">75.959999999999994</cx:pt>
          <cx:pt idx="24022">113.95</cx:pt>
          <cx:pt idx="24023">62.469999999999999</cx:pt>
          <cx:pt idx="24024">41.289999999999999</cx:pt>
          <cx:pt idx="24025">63.969999999999999</cx:pt>
          <cx:pt idx="24026">31.48</cx:pt>
          <cx:pt idx="24027">109.95999999999999</cx:pt>
          <cx:pt idx="24028">237.56</cx:pt>
          <cx:pt idx="24029">311</cx:pt>
          <cx:pt idx="24030">123.09999999999999</cx:pt>
          <cx:pt idx="24031">238.96000000000001</cx:pt>
          <cx:pt idx="24032">65.989999999999995</cx:pt>
          <cx:pt idx="24033">263.95999999999998</cx:pt>
          <cx:pt idx="24034">266.55000000000001</cx:pt>
          <cx:pt idx="24035">161.47999999999999</cx:pt>
          <cx:pt idx="24036">169.97999999999999</cx:pt>
          <cx:pt idx="24037">149.47</cx:pt>
          <cx:pt idx="24038">193.75999999999999</cx:pt>
          <cx:pt idx="24039">105.98</cx:pt>
          <cx:pt idx="24040">291.95999999999998</cx:pt>
          <cx:pt idx="24041">127.66</cx:pt>
          <cx:pt idx="24042">117.98</cx:pt>
          <cx:pt idx="24043">53.200000000000003</cx:pt>
          <cx:pt idx="24044">39.299999999999997</cx:pt>
          <cx:pt idx="24045">75</cx:pt>
          <cx:pt idx="24046">59.979999999999997</cx:pt>
          <cx:pt idx="24047">72.219999999999999</cx:pt>
          <cx:pt idx="24048">57.579999999999998</cx:pt>
          <cx:pt idx="24049">63.960000000000001</cx:pt>
          <cx:pt idx="24050">17.190000000000001</cx:pt>
          <cx:pt idx="24051">17.789999999999999</cx:pt>
          <cx:pt idx="24052">17.789999999999999</cx:pt>
          <cx:pt idx="24053">17.190000000000001</cx:pt>
          <cx:pt idx="24054">98.959999999999994</cx:pt>
          <cx:pt idx="24055">77.319999999999993</cx:pt>
          <cx:pt idx="24056">68.359999999999999</cx:pt>
          <cx:pt idx="24057">104.04000000000001</cx:pt>
          <cx:pt idx="24058">87.099999999999994</cx:pt>
          <cx:pt idx="24059">114.91</cx:pt>
          <cx:pt idx="24060">76.209999999999994</cx:pt>
          <cx:pt idx="24061">108.78</cx:pt>
          <cx:pt idx="24062">82.260000000000005</cx:pt>
          <cx:pt idx="24063">176.05000000000001</cx:pt>
          <cx:pt idx="24064">172.97</cx:pt>
          <cx:pt idx="24065">105.97</cx:pt>
          <cx:pt idx="24066">198.94999999999999</cx:pt>
          <cx:pt idx="24067">198.94999999999999</cx:pt>
          <cx:pt idx="24068">159.97999999999999</cx:pt>
          <cx:pt idx="24069">159.97999999999999</cx:pt>
          <cx:pt idx="24070">198.94999999999999</cx:pt>
          <cx:pt idx="24071">105.97</cx:pt>
          <cx:pt idx="24072">172.97</cx:pt>
          <cx:pt idx="24073">198.94999999999999</cx:pt>
          <cx:pt idx="24074">172.94999999999999</cx:pt>
          <cx:pt idx="24075">102.81999999999999</cx:pt>
          <cx:pt idx="24076">88.180000000000007</cx:pt>
          <cx:pt idx="24077">104.98</cx:pt>
          <cx:pt idx="24078">59.979999999999997</cx:pt>
          <cx:pt idx="24079">115.97</cx:pt>
          <cx:pt idx="24080">175.93000000000001</cx:pt>
          <cx:pt idx="24081">66.530000000000001</cx:pt>
          <cx:pt idx="24082">56.520000000000003</cx:pt>
          <cx:pt idx="24083">67.840000000000003</cx:pt>
          <cx:pt idx="24084">59.390000000000001</cx:pt>
          <cx:pt idx="24085">251.74000000000001</cx:pt>
          <cx:pt idx="24086">197.97</cx:pt>
          <cx:pt idx="24087">197.97</cx:pt>
          <cx:pt idx="24088">131.97999999999999</cx:pt>
          <cx:pt idx="24089">197.97</cx:pt>
          <cx:pt idx="24090">131.97999999999999</cx:pt>
          <cx:pt idx="24091">197.97</cx:pt>
          <cx:pt idx="24092">71.069999999999993</cx:pt>
          <cx:pt idx="24093">94.379999999999995</cx:pt>
          <cx:pt idx="24094">94.379999999999995</cx:pt>
          <cx:pt idx="24095">131.97999999999999</cx:pt>
          <cx:pt idx="24096">131.97999999999999</cx:pt>
          <cx:pt idx="24097">131.97999999999999</cx:pt>
          <cx:pt idx="24098">65.989999999999995</cx:pt>
          <cx:pt idx="24099">131.97999999999999</cx:pt>
          <cx:pt idx="24100">197.97</cx:pt>
          <cx:pt idx="24101">131.97999999999999</cx:pt>
          <cx:pt idx="24102">131.97999999999999</cx:pt>
          <cx:pt idx="24103">197.97</cx:pt>
          <cx:pt idx="24104">103.03</cx:pt>
          <cx:pt idx="24105">-20.989999999999998</cx:pt>
          <cx:pt idx="24106">147.46000000000001</cx:pt>
          <cx:pt idx="24107">50.979999999999997</cx:pt>
          <cx:pt idx="24108">54.990000000000002</cx:pt>
          <cx:pt idx="24109">117.76000000000001</cx:pt>
          <cx:pt idx="24110">58.780000000000001</cx:pt>
          <cx:pt idx="24111">188.97</cx:pt>
          <cx:pt idx="24112">107.97</cx:pt>
          <cx:pt idx="24113">80.980000000000004</cx:pt>
          <cx:pt idx="24114">35.479999999999997</cx:pt>
          <cx:pt idx="24115">74.980000000000004</cx:pt>
          <cx:pt idx="24116">68.989999999999995</cx:pt>
          <cx:pt idx="24117">99.980000000000004</cx:pt>
          <cx:pt idx="24118">65.989999999999995</cx:pt>
          <cx:pt idx="24119">99.980000000000004</cx:pt>
          <cx:pt idx="24120">84.989999999999995</cx:pt>
          <cx:pt idx="24121">99.980000000000004</cx:pt>
          <cx:pt idx="24122">84.989999999999995</cx:pt>
          <cx:pt idx="24123">80.980000000000004</cx:pt>
          <cx:pt idx="24124">99.980000000000004</cx:pt>
          <cx:pt idx="24125">99.980000000000004</cx:pt>
          <cx:pt idx="24126">84.989999999999995</cx:pt>
          <cx:pt idx="24127">84.989999999999995</cx:pt>
          <cx:pt idx="24128">84.989999999999995</cx:pt>
          <cx:pt idx="24129">84.989999999999995</cx:pt>
          <cx:pt idx="24130">131.97999999999999</cx:pt>
          <cx:pt idx="24131">136.97</cx:pt>
          <cx:pt idx="24132">169.97999999999999</cx:pt>
          <cx:pt idx="24133">69.969999999999999</cx:pt>
          <cx:pt idx="24134">38.280000000000001</cx:pt>
          <cx:pt idx="24135">48.420000000000002</cx:pt>
          <cx:pt idx="24136">120.95</cx:pt>
          <cx:pt idx="24137">54.990000000000002</cx:pt>
          <cx:pt idx="24138">81.480000000000004</cx:pt>
          <cx:pt idx="24139">84.989999999999995</cx:pt>
          <cx:pt idx="24140">120.98999999999999</cx:pt>
          <cx:pt idx="24141">68.930000000000007</cx:pt>
          <cx:pt idx="24142">81.049999999999997</cx:pt>
          <cx:pt idx="24143">108.86</cx:pt>
          <cx:pt idx="24144">68.989999999999995</cx:pt>
          <cx:pt idx="24145">96.980000000000004</cx:pt>
          <cx:pt idx="24146">169.97999999999999</cx:pt>
          <cx:pt idx="24147">96.980000000000004</cx:pt>
          <cx:pt idx="24148">113.95999999999999</cx:pt>
          <cx:pt idx="24149">84.989999999999995</cx:pt>
          <cx:pt idx="24150">239.94999999999999</cx:pt>
          <cx:pt idx="24151">105.87</cx:pt>
          <cx:pt idx="24152">189.97</cx:pt>
          <cx:pt idx="24153">116.95999999999999</cx:pt>
          <cx:pt idx="24154">84.989999999999995</cx:pt>
          <cx:pt idx="24155">102.56</cx:pt>
          <cx:pt idx="24156">154.97999999999999</cx:pt>
          <cx:pt idx="24157">96.980000000000004</cx:pt>
          <cx:pt idx="24158">84.989999999999995</cx:pt>
          <cx:pt idx="24159">169.97999999999999</cx:pt>
          <cx:pt idx="24160">64.400000000000006</cx:pt>
          <cx:pt idx="24161">84.989999999999995</cx:pt>
          <cx:pt idx="24162">96.980000000000004</cx:pt>
          <cx:pt idx="24163">84.989999999999995</cx:pt>
          <cx:pt idx="24164">161.96000000000001</cx:pt>
          <cx:pt idx="24165">91.609999999999999</cx:pt>
          <cx:pt idx="24166">69.980000000000004</cx:pt>
          <cx:pt idx="24167">169.97999999999999</cx:pt>
          <cx:pt idx="24168">84.989999999999995</cx:pt>
          <cx:pt idx="24169">193.96000000000001</cx:pt>
          <cx:pt idx="24170">66.530000000000001</cx:pt>
          <cx:pt idx="24171">61.670000000000002</cx:pt>
          <cx:pt idx="24172">61.670000000000002</cx:pt>
          <cx:pt idx="24173">84.989999999999995</cx:pt>
          <cx:pt idx="24174">86.969999999999999</cx:pt>
          <cx:pt idx="24175">36.289999999999999</cx:pt>
          <cx:pt idx="24176">51.289999999999999</cx:pt>
          <cx:pt idx="24177">69.989999999999995</cx:pt>
          <cx:pt idx="24178">80.969999999999999</cx:pt>
          <cx:pt idx="24179">93.959999999999994</cx:pt>
          <cx:pt idx="24180">51.979999999999997</cx:pt>
          <cx:pt idx="24181">79.989999999999995</cx:pt>
          <cx:pt idx="24182">84.989999999999995</cx:pt>
          <cx:pt idx="24183">60.990000000000002</cx:pt>
          <cx:pt idx="24184">60.990000000000002</cx:pt>
          <cx:pt idx="24185">79.989999999999995</cx:pt>
          <cx:pt idx="24186">79.989999999999995</cx:pt>
          <cx:pt idx="24187">79.989999999999995</cx:pt>
          <cx:pt idx="24188">60.990000000000002</cx:pt>
          <cx:pt idx="24189">79.989999999999995</cx:pt>
          <cx:pt idx="24190">60.990000000000002</cx:pt>
          <cx:pt idx="24191">60.990000000000002</cx:pt>
          <cx:pt idx="24192">65.980000000000004</cx:pt>
          <cx:pt idx="24193">79.989999999999995</cx:pt>
          <cx:pt idx="24194">60.990000000000002</cx:pt>
          <cx:pt idx="24195">64</cx:pt>
          <cx:pt idx="24196">79.989999999999995</cx:pt>
          <cx:pt idx="24197">79.989999999999995</cx:pt>
          <cx:pt idx="24198">106.97</cx:pt>
          <cx:pt idx="24199">95.980000000000004</cx:pt>
          <cx:pt idx="24200">95.980000000000004</cx:pt>
          <cx:pt idx="24201">95.980000000000004</cx:pt>
          <cx:pt idx="24202">60.990000000000002</cx:pt>
          <cx:pt idx="24203">79.989999999999995</cx:pt>
          <cx:pt idx="24204">84.989999999999995</cx:pt>
          <cx:pt idx="24205">79.989999999999995</cx:pt>
          <cx:pt idx="24206">60.990000000000002</cx:pt>
          <cx:pt idx="24207">49.270000000000003</cx:pt>
          <cx:pt idx="24208">116.97</cx:pt>
          <cx:pt idx="24209">72.969999999999999</cx:pt>
          <cx:pt idx="24210">50.969999999999999</cx:pt>
          <cx:pt idx="24211">50.969999999999999</cx:pt>
          <cx:pt idx="24212">62.969999999999999</cx:pt>
          <cx:pt idx="24213">51.280000000000001</cx:pt>
          <cx:pt idx="24214">66.959999999999994</cx:pt>
          <cx:pt idx="24215">55.960000000000001</cx:pt>
          <cx:pt idx="24216">51.960000000000001</cx:pt>
          <cx:pt idx="24217">170.53</cx:pt>
          <cx:pt idx="24218">169.97999999999999</cx:pt>
          <cx:pt idx="24219">163.18000000000001</cx:pt>
          <cx:pt idx="24220">168.28</cx:pt>
          <cx:pt idx="24221">159.97999999999999</cx:pt>
          <cx:pt idx="24222">169.97999999999999</cx:pt>
          <cx:pt idx="24223">169.97999999999999</cx:pt>
          <cx:pt idx="24224">169.97999999999999</cx:pt>
          <cx:pt idx="24225">169.97999999999999</cx:pt>
          <cx:pt idx="24226">51.969999999999999</cx:pt>
          <cx:pt idx="24227">64.769999999999996</cx:pt>
          <cx:pt idx="24228">54.950000000000003</cx:pt>
          <cx:pt idx="24229">157.91999999999999</cx:pt>
          <cx:pt idx="24230">71.680000000000007</cx:pt>
          <cx:pt idx="24231">99.980000000000004</cx:pt>
          <cx:pt idx="24232">70.980000000000004</cx:pt>
          <cx:pt idx="24233">69.980000000000004</cx:pt>
          <cx:pt idx="24234">91.959999999999994</cx:pt>
          <cx:pt idx="24235">80.969999999999999</cx:pt>
          <cx:pt idx="24236">94.969999999999999</cx:pt>
          <cx:pt idx="24237">76.489999999999995</cx:pt>
          <cx:pt idx="24238">91.959999999999994</cx:pt>
          <cx:pt idx="24239">232.90000000000001</cx:pt>
          <cx:pt idx="24240">232.90000000000001</cx:pt>
          <cx:pt idx="24241">156.91999999999999</cx:pt>
          <cx:pt idx="24242">112.04000000000001</cx:pt>
          <cx:pt idx="24243">125.93000000000001</cx:pt>
          <cx:pt idx="24244">246.91999999999999</cx:pt>
          <cx:pt idx="24245">156.93000000000001</cx:pt>
          <cx:pt idx="24246">336.19</cx:pt>
          <cx:pt idx="24247">160.93000000000001</cx:pt>
          <cx:pt idx="24248">-232.90000000000001</cx:pt>
          <cx:pt idx="24249">321.68000000000001</cx:pt>
          <cx:pt idx="24250">170.91</cx:pt>
          <cx:pt idx="24251">61.969999999999999</cx:pt>
          <cx:pt idx="24252">201.24000000000001</cx:pt>
          <cx:pt idx="24253">121.95999999999999</cx:pt>
          <cx:pt idx="24254">55.979999999999997</cx:pt>
          <cx:pt idx="24255">69.069999999999993</cx:pt>
          <cx:pt idx="24256">55.149999999999999</cx:pt>
          <cx:pt idx="24257">50.149999999999999</cx:pt>
          <cx:pt idx="24258">66.530000000000001</cx:pt>
          <cx:pt idx="24259">81.049999999999997</cx:pt>
          <cx:pt idx="24260">89.969999999999999</cx:pt>
          <cx:pt idx="24261">80.969999999999999</cx:pt>
          <cx:pt idx="24262">79.989999999999995</cx:pt>
          <cx:pt idx="24263">90.980000000000004</cx:pt>
          <cx:pt idx="24264">84.989999999999995</cx:pt>
          <cx:pt idx="24265">65.989999999999995</cx:pt>
          <cx:pt idx="24266">83.209999999999994</cx:pt>
          <cx:pt idx="24267">65.989999999999995</cx:pt>
          <cx:pt idx="24268">84.989999999999995</cx:pt>
          <cx:pt idx="24269">77.189999999999998</cx:pt>
          <cx:pt idx="24270">80.980000000000004</cx:pt>
          <cx:pt idx="24271">80.980000000000004</cx:pt>
          <cx:pt idx="24272">79.189999999999998</cx:pt>
          <cx:pt idx="24273">84.989999999999995</cx:pt>
          <cx:pt idx="24274">65.989999999999995</cx:pt>
          <cx:pt idx="24275">65.989999999999995</cx:pt>
          <cx:pt idx="24276">84.989999999999995</cx:pt>
          <cx:pt idx="24277">65.989999999999995</cx:pt>
          <cx:pt idx="24278">84.989999999999995</cx:pt>
          <cx:pt idx="24279">84.989999999999995</cx:pt>
          <cx:pt idx="24280">54.990000000000002</cx:pt>
          <cx:pt idx="24281">99.980000000000004</cx:pt>
          <cx:pt idx="24282">84.989999999999995</cx:pt>
          <cx:pt idx="24283">78.140000000000001</cx:pt>
          <cx:pt idx="24284">76.489999999999995</cx:pt>
          <cx:pt idx="24285">72.239999999999995</cx:pt>
          <cx:pt idx="24286">65.989999999999995</cx:pt>
          <cx:pt idx="24287">84.989999999999995</cx:pt>
          <cx:pt idx="24288">65.989999999999995</cx:pt>
          <cx:pt idx="24289">99.980000000000004</cx:pt>
          <cx:pt idx="24290">170.96000000000001</cx:pt>
          <cx:pt idx="24291">65.329999999999998</cx:pt>
          <cx:pt idx="24292">123.40000000000001</cx:pt>
          <cx:pt idx="24293">94.950000000000003</cx:pt>
          <cx:pt idx="24294">116.12</cx:pt>
          <cx:pt idx="24295">72.579999999999998</cx:pt>
          <cx:pt idx="24296">50.969999999999999</cx:pt>
          <cx:pt idx="24297">51.960000000000001</cx:pt>
          <cx:pt idx="24298">14.289999999999999</cx:pt>
          <cx:pt idx="24299">39.280000000000001</cx:pt>
          <cx:pt idx="24300">59.960000000000001</cx:pt>
          <cx:pt idx="24301">59.960000000000001</cx:pt>
          <cx:pt idx="24302">53.960000000000001</cx:pt>
          <cx:pt idx="24303">90.709999999999994</cx:pt>
          <cx:pt idx="24304">97.969999999999999</cx:pt>
          <cx:pt idx="24305">38.219999999999999</cx:pt>
          <cx:pt idx="24306">59.960000000000001</cx:pt>
          <cx:pt idx="24307">59.950000000000003</cx:pt>
          <cx:pt idx="24308">59.960000000000001</cx:pt>
          <cx:pt idx="24309">59.960000000000001</cx:pt>
          <cx:pt idx="24310">111.95999999999999</cx:pt>
          <cx:pt idx="24311">123.95999999999999</cx:pt>
          <cx:pt idx="24312">123.95999999999999</cx:pt>
          <cx:pt idx="24313">179.94</cx:pt>
          <cx:pt idx="24314">123.95999999999999</cx:pt>
          <cx:pt idx="24315">112.73</cx:pt>
          <cx:pt idx="24316">117.95999999999999</cx:pt>
          <cx:pt idx="24317">119.95999999999999</cx:pt>
          <cx:pt idx="24318">119.95999999999999</cx:pt>
          <cx:pt idx="24319">123.95999999999999</cx:pt>
          <cx:pt idx="24320">24.989999999999998</cx:pt>
          <cx:pt idx="24321">139.94999999999999</cx:pt>
          <cx:pt idx="24322">118.45999999999999</cx:pt>
          <cx:pt idx="24323">29.989999999999998</cx:pt>
          <cx:pt idx="24324">147.25</cx:pt>
          <cx:pt idx="24325">117.56</cx:pt>
          <cx:pt idx="24326">164.34</cx:pt>
          <cx:pt idx="24327">119.95999999999999</cx:pt>
          <cx:pt idx="24328">119.95999999999999</cx:pt>
          <cx:pt idx="24329">92.640000000000001</cx:pt>
          <cx:pt idx="24330">149.94999999999999</cx:pt>
          <cx:pt idx="24331">99.959999999999994</cx:pt>
          <cx:pt idx="24332">111.56</cx:pt>
          <cx:pt idx="24333">114.95999999999999</cx:pt>
          <cx:pt idx="24334">124.97</cx:pt>
          <cx:pt idx="24335">123.34</cx:pt>
          <cx:pt idx="24336">61.689999999999998</cx:pt>
          <cx:pt idx="24337">52.979999999999997</cx:pt>
          <cx:pt idx="24338">64.969999999999999</cx:pt>
          <cx:pt idx="24339">68.980000000000004</cx:pt>
          <cx:pt idx="24340">41.990000000000002</cx:pt>
          <cx:pt idx="24341">44.990000000000002</cx:pt>
          <cx:pt idx="24342">102.56999999999999</cx:pt>
          <cx:pt idx="24343">67.969999999999999</cx:pt>
          <cx:pt idx="24344">84.989999999999995</cx:pt>
          <cx:pt idx="24345">111.42</cx:pt>
          <cx:pt idx="24346">100.98</cx:pt>
          <cx:pt idx="24347">147.44999999999999</cx:pt>
          <cx:pt idx="24348">321.72000000000003</cx:pt>
          <cx:pt idx="24349">83.680000000000007</cx:pt>
          <cx:pt idx="24350">169.97999999999999</cx:pt>
          <cx:pt idx="24351">145.97999999999999</cx:pt>
          <cx:pt idx="24352">109.70999999999999</cx:pt>
          <cx:pt idx="24353">67.579999999999998</cx:pt>
          <cx:pt idx="24354">84.989999999999995</cx:pt>
          <cx:pt idx="24355">68.989999999999995</cx:pt>
          <cx:pt idx="24356">114.97</cx:pt>
          <cx:pt idx="24357">69.980000000000004</cx:pt>
          <cx:pt idx="24358">193.72</cx:pt>
          <cx:pt idx="24359">147.94</cx:pt>
          <cx:pt idx="24360">114.97</cx:pt>
          <cx:pt idx="24361">107.79000000000001</cx:pt>
          <cx:pt idx="24362">64.980000000000004</cx:pt>
          <cx:pt idx="24363">111.06999999999999</cx:pt>
          <cx:pt idx="24364">173.46000000000001</cx:pt>
          <cx:pt idx="24365">56.969999999999999</cx:pt>
          <cx:pt idx="24366">56.969999999999999</cx:pt>
          <cx:pt idx="24367">63.960000000000001</cx:pt>
          <cx:pt idx="24368">51.759999999999998</cx:pt>
          <cx:pt idx="24369">102.98</cx:pt>
          <cx:pt idx="24370">54.990000000000002</cx:pt>
          <cx:pt idx="24371">167.16</cx:pt>
          <cx:pt idx="24372">26.190000000000001</cx:pt>
          <cx:pt idx="24373">59.979999999999997</cx:pt>
          <cx:pt idx="24374">50.979999999999997</cx:pt>
          <cx:pt idx="24375">59.380000000000003</cx:pt>
          <cx:pt idx="24376">156.56</cx:pt>
          <cx:pt idx="24377">68.969999999999999</cx:pt>
          <cx:pt idx="24378">169.97999999999999</cx:pt>
          <cx:pt idx="24379">84.989999999999995</cx:pt>
          <cx:pt idx="24380">84.989999999999995</cx:pt>
          <cx:pt idx="24381">169.97999999999999</cx:pt>
          <cx:pt idx="24382">15.48</cx:pt>
          <cx:pt idx="24383">48.5</cx:pt>
          <cx:pt idx="24384">84.989999999999995</cx:pt>
          <cx:pt idx="24385">131.97999999999999</cx:pt>
          <cx:pt idx="24386">84.989999999999995</cx:pt>
          <cx:pt idx="24387">81.590000000000003</cx:pt>
          <cx:pt idx="24388">83.459999999999994</cx:pt>
          <cx:pt idx="24389">129.97999999999999</cx:pt>
          <cx:pt idx="24390">151.16999999999999</cx:pt>
          <cx:pt idx="24391">84.989999999999995</cx:pt>
          <cx:pt idx="24392">39.280000000000001</cx:pt>
          <cx:pt idx="24393">122.97</cx:pt>
          <cx:pt idx="24394">44.990000000000002</cx:pt>
          <cx:pt idx="24395">130.96000000000001</cx:pt>
          <cx:pt idx="24396">84.989999999999995</cx:pt>
          <cx:pt idx="24397">84.989999999999995</cx:pt>
          <cx:pt idx="24398">169.97999999999999</cx:pt>
          <cx:pt idx="24399">169.97999999999999</cx:pt>
          <cx:pt idx="24400">169.97999999999999</cx:pt>
          <cx:pt idx="24401">199.94999999999999</cx:pt>
          <cx:pt idx="24402">197.97</cx:pt>
          <cx:pt idx="24403">182.16</cx:pt>
          <cx:pt idx="24404">197.97</cx:pt>
          <cx:pt idx="24405">261.94999999999999</cx:pt>
          <cx:pt idx="24406">119.95999999999999</cx:pt>
          <cx:pt idx="24407">134.96000000000001</cx:pt>
          <cx:pt idx="24408">119.97</cx:pt>
          <cx:pt idx="24409">197.97</cx:pt>
          <cx:pt idx="24410">187.44</cx:pt>
          <cx:pt idx="24411">179.94999999999999</cx:pt>
          <cx:pt idx="24412">79.939999999999998</cx:pt>
          <cx:pt idx="24413">74.980000000000004</cx:pt>
          <cx:pt idx="24414">97.980000000000004</cx:pt>
          <cx:pt idx="24415">101.97</cx:pt>
          <cx:pt idx="24416">67.980000000000004</cx:pt>
          <cx:pt idx="24417">73.980000000000004</cx:pt>
          <cx:pt idx="24418">84.989999999999995</cx:pt>
          <cx:pt idx="24419">84.989999999999995</cx:pt>
          <cx:pt idx="24420">84.989999999999995</cx:pt>
          <cx:pt idx="24421">169.97999999999999</cx:pt>
          <cx:pt idx="24422">79.980000000000004</cx:pt>
          <cx:pt idx="24423">84.989999999999995</cx:pt>
          <cx:pt idx="24424">82.430000000000007</cx:pt>
          <cx:pt idx="24425">184.12</cx:pt>
          <cx:pt idx="24426">169.13</cx:pt>
          <cx:pt idx="24427">84.140000000000001</cx:pt>
          <cx:pt idx="24428">82.290000000000006</cx:pt>
          <cx:pt idx="24429">62.979999999999997</cx:pt>
          <cx:pt idx="24430">84.140000000000001</cx:pt>
          <cx:pt idx="24431">84.140000000000001</cx:pt>
          <cx:pt idx="24432">104.66</cx:pt>
          <cx:pt idx="24433">131.31999999999999</cx:pt>
          <cx:pt idx="24434">84.140000000000001</cx:pt>
          <cx:pt idx="24435">84.989999999999995</cx:pt>
          <cx:pt idx="24436">83.290000000000006</cx:pt>
          <cx:pt idx="24437">184.97</cx:pt>
          <cx:pt idx="24438">169.97999999999999</cx:pt>
          <cx:pt idx="24439">84.989999999999995</cx:pt>
          <cx:pt idx="24440">84.989999999999995</cx:pt>
          <cx:pt idx="24441">169.97999999999999</cx:pt>
          <cx:pt idx="24442">84.989999999999995</cx:pt>
          <cx:pt idx="24443">84.989999999999995</cx:pt>
          <cx:pt idx="24444">169.97999999999999</cx:pt>
          <cx:pt idx="24445">169.97999999999999</cx:pt>
          <cx:pt idx="24446">169.97999999999999</cx:pt>
          <cx:pt idx="24447">84.989999999999995</cx:pt>
          <cx:pt idx="24448">84.989999999999995</cx:pt>
          <cx:pt idx="24449">84.989999999999995</cx:pt>
          <cx:pt idx="24450">84.989999999999995</cx:pt>
          <cx:pt idx="24451">84.989999999999995</cx:pt>
          <cx:pt idx="24452">77.980000000000004</cx:pt>
          <cx:pt idx="24453">84.989999999999995</cx:pt>
          <cx:pt idx="24454">183.97</cx:pt>
          <cx:pt idx="24455">113.97</cx:pt>
          <cx:pt idx="24456">169.97999999999999</cx:pt>
          <cx:pt idx="24457">93.969999999999999</cx:pt>
          <cx:pt idx="24458">150.18000000000001</cx:pt>
          <cx:pt idx="24459">76.480000000000004</cx:pt>
          <cx:pt idx="24460">84.989999999999995</cx:pt>
          <cx:pt idx="24461">173.94999999999999</cx:pt>
          <cx:pt idx="24462">84.989999999999995</cx:pt>
          <cx:pt idx="24463">84.989999999999995</cx:pt>
          <cx:pt idx="24464">84.989999999999995</cx:pt>
          <cx:pt idx="24465">81.310000000000002</cx:pt>
          <cx:pt idx="24466">84.989999999999995</cx:pt>
          <cx:pt idx="24467">58.460000000000001</cx:pt>
          <cx:pt idx="24468">76.489999999999995</cx:pt>
          <cx:pt idx="24469">84.989999999999995</cx:pt>
          <cx:pt idx="24470">96.150000000000006</cx:pt>
          <cx:pt idx="24471">79.980000000000004</cx:pt>
          <cx:pt idx="24472">81.299999999999997</cx:pt>
          <cx:pt idx="24473">98.980000000000004</cx:pt>
          <cx:pt idx="24474">84.989999999999995</cx:pt>
          <cx:pt idx="24475">112.97</cx:pt>
          <cx:pt idx="24476">84.989999999999995</cx:pt>
          <cx:pt idx="24477">169.97999999999999</cx:pt>
          <cx:pt idx="24478">169.97999999999999</cx:pt>
          <cx:pt idx="24479">169.97999999999999</cx:pt>
          <cx:pt idx="24480">99.969999999999999</cx:pt>
          <cx:pt idx="24481">72.980000000000004</cx:pt>
          <cx:pt idx="24482">84.989999999999995</cx:pt>
          <cx:pt idx="24483">84.989999999999995</cx:pt>
          <cx:pt idx="24484">169.97999999999999</cx:pt>
          <cx:pt idx="24485">169.97999999999999</cx:pt>
          <cx:pt idx="24486">169.97999999999999</cx:pt>
          <cx:pt idx="24487">84.980000000000004</cx:pt>
          <cx:pt idx="24488">156.56999999999999</cx:pt>
          <cx:pt idx="24489">169.97999999999999</cx:pt>
          <cx:pt idx="24490">163.18000000000001</cx:pt>
          <cx:pt idx="24491">169.97999999999999</cx:pt>
          <cx:pt idx="24492">169.97999999999999</cx:pt>
          <cx:pt idx="24493">197.97</cx:pt>
          <cx:pt idx="24494">159.97999999999999</cx:pt>
          <cx:pt idx="24495">131.97999999999999</cx:pt>
          <cx:pt idx="24496">169.97999999999999</cx:pt>
          <cx:pt idx="24497">151.80000000000001</cx:pt>
          <cx:pt idx="24498">254.97</cx:pt>
          <cx:pt idx="24499">172.97</cx:pt>
          <cx:pt idx="24500">254.97</cx:pt>
          <cx:pt idx="24501">169.97999999999999</cx:pt>
          <cx:pt idx="24502">162.06</cx:pt>
          <cx:pt idx="24503">169.96000000000001</cx:pt>
          <cx:pt idx="24504">89.980000000000004</cx:pt>
          <cx:pt idx="24505">79.980000000000004</cx:pt>
          <cx:pt idx="24506">47.479999999999997</cx:pt>
          <cx:pt idx="24507">45.479999999999997</cx:pt>
          <cx:pt idx="24508">59.979999999999997</cx:pt>
          <cx:pt idx="24509">99.980000000000004</cx:pt>
          <cx:pt idx="24510">61.479999999999997</cx:pt>
          <cx:pt idx="24511">109.95999999999999</cx:pt>
          <cx:pt idx="24512">59.979999999999997</cx:pt>
          <cx:pt idx="24513">43.469999999999999</cx:pt>
          <cx:pt idx="24514">15.49</cx:pt>
          <cx:pt idx="24515">55.960000000000001</cx:pt>
          <cx:pt idx="24516">59.960000000000001</cx:pt>
          <cx:pt idx="24517">59.960000000000001</cx:pt>
          <cx:pt idx="24518">41.469999999999999</cx:pt>
          <cx:pt idx="24519">17.239999999999998</cx:pt>
          <cx:pt idx="24520">16.489999999999998</cx:pt>
          <cx:pt idx="24521">16.489999999999998</cx:pt>
          <cx:pt idx="24522">31.48</cx:pt>
          <cx:pt idx="24523">16.489999999999998</cx:pt>
          <cx:pt idx="24524">187.49000000000001</cx:pt>
          <cx:pt idx="24525">66.530000000000001</cx:pt>
          <cx:pt idx="24526">120.95999999999999</cx:pt>
          <cx:pt idx="24527">54.990000000000002</cx:pt>
          <cx:pt idx="24528">59.950000000000003</cx:pt>
          <cx:pt idx="24529">50.960000000000001</cx:pt>
          <cx:pt idx="24530">58.75</cx:pt>
          <cx:pt idx="24531">171.03999999999999</cx:pt>
          <cx:pt idx="24532">162.46000000000001</cx:pt>
          <cx:pt idx="24533">59.990000000000002</cx:pt>
          <cx:pt idx="24534">65.549999999999997</cx:pt>
          <cx:pt idx="24535">59.990000000000002</cx:pt>
          <cx:pt idx="24536">68.980000000000004</cx:pt>
          <cx:pt idx="24537">185.36000000000001</cx:pt>
          <cx:pt idx="24538">69.989999999999995</cx:pt>
          <cx:pt idx="24539">99.280000000000001</cx:pt>
          <cx:pt idx="24540">65.989999999999995</cx:pt>
          <cx:pt idx="24541">51.759999999999998</cx:pt>
          <cx:pt idx="24542">51.479999999999997</cx:pt>
          <cx:pt idx="24543">169.16</cx:pt>
          <cx:pt idx="24544">109.19</cx:pt>
          <cx:pt idx="24545">137.97999999999999</cx:pt>
          <cx:pt idx="24546">129.96000000000001</cx:pt>
          <cx:pt idx="24547">78.980000000000004</cx:pt>
          <cx:pt idx="24548">68.989999999999995</cx:pt>
          <cx:pt idx="24549">115.18000000000001</cx:pt>
          <cx:pt idx="24550">99.980000000000004</cx:pt>
          <cx:pt idx="24551">86.980000000000004</cx:pt>
          <cx:pt idx="24552">73.989999999999995</cx:pt>
          <cx:pt idx="24553">120.97</cx:pt>
          <cx:pt idx="24554">52.200000000000003</cx:pt>
          <cx:pt idx="24555">46.490000000000002</cx:pt>
          <cx:pt idx="24556">59.159999999999997</cx:pt>
          <cx:pt idx="24557">46.490000000000002</cx:pt>
          <cx:pt idx="24558">51.469999999999999</cx:pt>
          <cx:pt idx="24559">118.98</cx:pt>
          <cx:pt idx="24560">152.83000000000001</cx:pt>
          <cx:pt idx="24561">168.97</cx:pt>
          <cx:pt idx="24562">56.969999999999999</cx:pt>
          <cx:pt idx="24563">57.960000000000001</cx:pt>
          <cx:pt idx="24564">56.969999999999999</cx:pt>
          <cx:pt idx="24565">89.950000000000003</cx:pt>
          <cx:pt idx="24566">53.969999999999999</cx:pt>
          <cx:pt idx="24567">19.289999999999999</cx:pt>
          <cx:pt idx="24568">82.969999999999999</cx:pt>
          <cx:pt idx="24569">85.969999999999999</cx:pt>
          <cx:pt idx="24570">184.97999999999999</cx:pt>
          <cx:pt idx="24571">84.989999999999995</cx:pt>
          <cx:pt idx="24572">99.980000000000004</cx:pt>
          <cx:pt idx="24573">71.620000000000005</cx:pt>
          <cx:pt idx="24574">53.119999999999997</cx:pt>
          <cx:pt idx="24575">59.979999999999997</cx:pt>
          <cx:pt idx="24576">59.979999999999997</cx:pt>
          <cx:pt idx="24577">59.979999999999997</cx:pt>
          <cx:pt idx="24578">122.94</cx:pt>
          <cx:pt idx="24579">53.979999999999997</cx:pt>
          <cx:pt idx="24580">26.989999999999998</cx:pt>
          <cx:pt idx="24581">89.349999999999994</cx:pt>
          <cx:pt idx="24582">59.979999999999997</cx:pt>
          <cx:pt idx="24583">53.979999999999997</cx:pt>
          <cx:pt idx="24584">58.329999999999998</cx:pt>
          <cx:pt idx="24585">59.979999999999997</cx:pt>
          <cx:pt idx="24586">53.979999999999997</cx:pt>
          <cx:pt idx="24587">59.979999999999997</cx:pt>
          <cx:pt idx="24588">85.230000000000004</cx:pt>
          <cx:pt idx="24589">59.969999999999999</cx:pt>
          <cx:pt idx="24590">53.979999999999997</cx:pt>
          <cx:pt idx="24591">74.969999999999999</cx:pt>
          <cx:pt idx="24592">99.959999999999994</cx:pt>
          <cx:pt idx="24593">57.579999999999998</cx:pt>
          <cx:pt idx="24594">59.979999999999997</cx:pt>
          <cx:pt idx="24595">90.459999999999994</cx:pt>
          <cx:pt idx="24596">59.979999999999997</cx:pt>
          <cx:pt idx="24597">54.469999999999999</cx:pt>
          <cx:pt idx="24598">89.069999999999993</cx:pt>
          <cx:pt idx="24599">59.979999999999997</cx:pt>
          <cx:pt idx="24600">53.979999999999997</cx:pt>
          <cx:pt idx="24601">80.969999999999999</cx:pt>
          <cx:pt idx="24602">91.959999999999994</cx:pt>
          <cx:pt idx="24603">61.369999999999997</cx:pt>
          <cx:pt idx="24604">52.689999999999998</cx:pt>
          <cx:pt idx="24605">53.979999999999997</cx:pt>
          <cx:pt idx="24606">78.75</cx:pt>
          <cx:pt idx="24607">29.989999999999998</cx:pt>
          <cx:pt idx="24608">52.82</cx:pt>
          <cx:pt idx="24609">79.260000000000005</cx:pt>
          <cx:pt idx="24610">63.969999999999999</cx:pt>
          <cx:pt idx="24611">53.979999999999997</cx:pt>
          <cx:pt idx="24612">88.200000000000003</cx:pt>
          <cx:pt idx="24613">59.979999999999997</cx:pt>
          <cx:pt idx="24614">137.47999999999999</cx:pt>
          <cx:pt idx="24615">88.969999999999999</cx:pt>
          <cx:pt idx="24616">54.979999999999997</cx:pt>
          <cx:pt idx="24617">31.48</cx:pt>
          <cx:pt idx="24618">31.48</cx:pt>
          <cx:pt idx="24619">25.48</cx:pt>
          <cx:pt idx="24620">45.869999999999997</cx:pt>
          <cx:pt idx="24621">85.459999999999994</cx:pt>
          <cx:pt idx="24622">29.989999999999998</cx:pt>
          <cx:pt idx="24623">108.88</cx:pt>
          <cx:pt idx="24624">77.420000000000002</cx:pt>
          <cx:pt idx="24625">99.980000000000004</cx:pt>
          <cx:pt idx="24626">131.55000000000001</cx:pt>
          <cx:pt idx="24627">131.55000000000001</cx:pt>
          <cx:pt idx="24628">31.93</cx:pt>
          <cx:pt idx="24629">31.93</cx:pt>
          <cx:pt idx="24630">157.94999999999999</cx:pt>
          <cx:pt idx="24631">169.96000000000001</cx:pt>
          <cx:pt idx="24632">186.77000000000001</cx:pt>
          <cx:pt idx="24633">218.94</cx:pt>
          <cx:pt idx="24634">119.97</cx:pt>
          <cx:pt idx="24635">119.95999999999999</cx:pt>
          <cx:pt idx="24636">152.75999999999999</cx:pt>
          <cx:pt idx="24637">136.75999999999999</cx:pt>
          <cx:pt idx="24638">124.06999999999999</cx:pt>
          <cx:pt idx="24639">117.78</cx:pt>
          <cx:pt idx="24640">69.989999999999995</cx:pt>
          <cx:pt idx="24641">89.980000000000004</cx:pt>
          <cx:pt idx="24642">79.980000000000004</cx:pt>
          <cx:pt idx="24643">53.759999999999998</cx:pt>
          <cx:pt idx="24644">70.980000000000004</cx:pt>
          <cx:pt idx="24645">77.390000000000001</cx:pt>
          <cx:pt idx="24646">70.129999999999995</cx:pt>
          <cx:pt idx="24647">50.219999999999999</cx:pt>
          <cx:pt idx="24648">33.280000000000001</cx:pt>
          <cx:pt idx="24649">97.079999999999998</cx:pt>
          <cx:pt idx="24650">131.97999999999999</cx:pt>
          <cx:pt idx="24651">121.98</cx:pt>
          <cx:pt idx="24652">131.97999999999999</cx:pt>
          <cx:pt idx="24653">131.97999999999999</cx:pt>
          <cx:pt idx="24654">131.97999999999999</cx:pt>
          <cx:pt idx="24655">214.94</cx:pt>
          <cx:pt idx="24656">138.96000000000001</cx:pt>
          <cx:pt idx="24657">131.97999999999999</cx:pt>
          <cx:pt idx="24658">131.97999999999999</cx:pt>
          <cx:pt idx="24659">131.97999999999999</cx:pt>
          <cx:pt idx="24660">121.98</cx:pt>
          <cx:pt idx="24661">62.469999999999999</cx:pt>
          <cx:pt idx="24662">99.980000000000004</cx:pt>
          <cx:pt idx="24663">16.289999999999999</cx:pt>
          <cx:pt idx="24664">59.969999999999999</cx:pt>
          <cx:pt idx="24665">50.969999999999999</cx:pt>
          <cx:pt idx="24666">56.969999999999999</cx:pt>
          <cx:pt idx="24667">56.969999999999999</cx:pt>
          <cx:pt idx="24668">167.97</cx:pt>
          <cx:pt idx="24669">94.950000000000003</cx:pt>
          <cx:pt idx="24670">63.979999999999997</cx:pt>
          <cx:pt idx="24671">99.980000000000004</cx:pt>
          <cx:pt idx="24672">169.97999999999999</cx:pt>
          <cx:pt idx="24673">263.95999999999998</cx:pt>
          <cx:pt idx="24674">105.98</cx:pt>
          <cx:pt idx="24675">334.35000000000002</cx:pt>
          <cx:pt idx="24676">131.97999999999999</cx:pt>
          <cx:pt idx="24677">111.95999999999999</cx:pt>
          <cx:pt idx="24678">55.979999999999997</cx:pt>
          <cx:pt idx="24679">103.95</cx:pt>
          <cx:pt idx="24680">55.960000000000001</cx:pt>
          <cx:pt idx="24681">55.960000000000001</cx:pt>
          <cx:pt idx="24682">83.939999999999998</cx:pt>
          <cx:pt idx="24683">83.939999999999998</cx:pt>
          <cx:pt idx="24684">170.77000000000001</cx:pt>
          <cx:pt idx="24685">99.180000000000007</cx:pt>
          <cx:pt idx="24686">86.090000000000003</cx:pt>
          <cx:pt idx="24687">56.969999999999999</cx:pt>
          <cx:pt idx="24688">58.640000000000001</cx:pt>
          <cx:pt idx="24689">56.969999999999999</cx:pt>
          <cx:pt idx="24690">58.640000000000001</cx:pt>
          <cx:pt idx="24691">134.06999999999999</cx:pt>
          <cx:pt idx="24692">134.06999999999999</cx:pt>
          <cx:pt idx="24693">167.75</cx:pt>
          <cx:pt idx="24694">324.95999999999998</cx:pt>
          <cx:pt idx="24695">308.51999999999998</cx:pt>
          <cx:pt idx="24696">272.93000000000001</cx:pt>
          <cx:pt idx="24697">299.95999999999998</cx:pt>
          <cx:pt idx="24698">254.96000000000001</cx:pt>
          <cx:pt idx="24699">248.96000000000001</cx:pt>
          <cx:pt idx="24700">404.94999999999999</cx:pt>
          <cx:pt idx="24701">39.07</cx:pt>
          <cx:pt idx="24702">51.960000000000001</cx:pt>
          <cx:pt idx="24703">63.960000000000001</cx:pt>
          <cx:pt idx="24704">58.880000000000003</cx:pt>
          <cx:pt idx="24705">46.490000000000002</cx:pt>
          <cx:pt idx="24706">59.960000000000001</cx:pt>
          <cx:pt idx="24707">59.969999999999999</cx:pt>
          <cx:pt idx="24708">59.960000000000001</cx:pt>
          <cx:pt idx="24709">59.969999999999999</cx:pt>
          <cx:pt idx="24710">59.960000000000001</cx:pt>
          <cx:pt idx="24711">62.899999999999999</cx:pt>
          <cx:pt idx="24712">102.81</cx:pt>
          <cx:pt idx="24713">19.989999999999998</cx:pt>
          <cx:pt idx="24714">30.23</cx:pt>
          <cx:pt idx="24715">102.83</cx:pt>
          <cx:pt idx="24716">32.649999999999999</cx:pt>
          <cx:pt idx="24717">197.97</cx:pt>
          <cx:pt idx="24718">230</cx:pt>
          <cx:pt idx="24719">131.16</cx:pt>
          <cx:pt idx="24720">133.37</cx:pt>
          <cx:pt idx="24721">367.24000000000001</cx:pt>
          <cx:pt idx="24722">141.87</cx:pt>
          <cx:pt idx="24723">152.97</cx:pt>
          <cx:pt idx="24724">246.94999999999999</cx:pt>
          <cx:pt idx="24725">177.46000000000001</cx:pt>
          <cx:pt idx="24726">20.489999999999998</cx:pt>
          <cx:pt idx="24727">47.240000000000002</cx:pt>
          <cx:pt idx="24728">190.88</cx:pt>
          <cx:pt idx="24729">172.97</cx:pt>
          <cx:pt idx="24730">44.75</cx:pt>
          <cx:pt idx="24731">111.27</cx:pt>
          <cx:pt idx="24732">105.22</cx:pt>
          <cx:pt idx="24733">64.950000000000003</cx:pt>
          <cx:pt idx="24734">65.989999999999995</cx:pt>
          <cx:pt idx="24735">169.97999999999999</cx:pt>
          <cx:pt idx="24736">169.97999999999999</cx:pt>
          <cx:pt idx="24737">169.97999999999999</cx:pt>
          <cx:pt idx="24738">61.979999999999997</cx:pt>
          <cx:pt idx="24739">56.979999999999997</cx:pt>
          <cx:pt idx="24740">84.989999999999995</cx:pt>
          <cx:pt idx="24741">84.989999999999995</cx:pt>
          <cx:pt idx="24742">57.960000000000001</cx:pt>
          <cx:pt idx="24743">306.91000000000003</cx:pt>
          <cx:pt idx="24744">199.96000000000001</cx:pt>
          <cx:pt idx="24745">331.92000000000002</cx:pt>
          <cx:pt idx="24746">299.06999999999999</cx:pt>
          <cx:pt idx="24747">97.150000000000006</cx:pt>
          <cx:pt idx="24748">169.97999999999999</cx:pt>
          <cx:pt idx="24749">84.989999999999995</cx:pt>
          <cx:pt idx="24750">84.989999999999995</cx:pt>
          <cx:pt idx="24751">169.97999999999999</cx:pt>
          <cx:pt idx="24752">169.97999999999999</cx:pt>
          <cx:pt idx="24753">169.97999999999999</cx:pt>
          <cx:pt idx="24754">84.989999999999995</cx:pt>
          <cx:pt idx="24755">84.989999999999995</cx:pt>
          <cx:pt idx="24756">169.97</cx:pt>
          <cx:pt idx="24757">169.97</cx:pt>
          <cx:pt idx="24758">84.980000000000004</cx:pt>
          <cx:pt idx="24759">84.980000000000004</cx:pt>
          <cx:pt idx="24760">84.980000000000004</cx:pt>
          <cx:pt idx="24761">84.989999999999995</cx:pt>
          <cx:pt idx="24762">100.98</cx:pt>
          <cx:pt idx="24763">100.98</cx:pt>
          <cx:pt idx="24764">169.97999999999999</cx:pt>
          <cx:pt idx="24765">152.97</cx:pt>
          <cx:pt idx="24766">185.97</cx:pt>
          <cx:pt idx="24767">169.97999999999999</cx:pt>
          <cx:pt idx="24768">84.989999999999995</cx:pt>
          <cx:pt idx="24769">84.989999999999995</cx:pt>
          <cx:pt idx="24770">169.97999999999999</cx:pt>
          <cx:pt idx="24771">134.97999999999999</cx:pt>
          <cx:pt idx="24772">152.93000000000001</cx:pt>
          <cx:pt idx="24773">169.97999999999999</cx:pt>
          <cx:pt idx="24774">185.97</cx:pt>
          <cx:pt idx="24775">100.98</cx:pt>
          <cx:pt idx="24776">100.98</cx:pt>
          <cx:pt idx="24777">100.98</cx:pt>
          <cx:pt idx="24778">169.97999999999999</cx:pt>
          <cx:pt idx="24779">185.96000000000001</cx:pt>
          <cx:pt idx="24780">84.980000000000004</cx:pt>
          <cx:pt idx="24781">84.980000000000004</cx:pt>
          <cx:pt idx="24782">69.989999999999995</cx:pt>
          <cx:pt idx="24783">99.969999999999999</cx:pt>
          <cx:pt idx="24784">169.96000000000001</cx:pt>
          <cx:pt idx="24785">59.990000000000002</cx:pt>
          <cx:pt idx="24786">55.969999999999999</cx:pt>
          <cx:pt idx="24787">26.289999999999999</cx:pt>
          <cx:pt idx="24788">134.97</cx:pt>
          <cx:pt idx="24789">59.979999999999997</cx:pt>
          <cx:pt idx="24790">49.979999999999997</cx:pt>
          <cx:pt idx="24791">59.979999999999997</cx:pt>
          <cx:pt idx="24792">95.969999999999999</cx:pt>
          <cx:pt idx="24793">73.969999999999999</cx:pt>
          <cx:pt idx="24794">94.959999999999994</cx:pt>
          <cx:pt idx="24795">258.88</cx:pt>
          <cx:pt idx="24796">197.97</cx:pt>
          <cx:pt idx="24797">133.96000000000001</cx:pt>
          <cx:pt idx="24798">233.15000000000001</cx:pt>
          <cx:pt idx="24799">151.96000000000001</cx:pt>
          <cx:pt idx="24800">100.97</cx:pt>
          <cx:pt idx="24801">166.49000000000001</cx:pt>
          <cx:pt idx="24802">65.989999999999995</cx:pt>
          <cx:pt idx="24803">131.97999999999999</cx:pt>
          <cx:pt idx="24804">131.97999999999999</cx:pt>
          <cx:pt idx="24805">41.289999999999999</cx:pt>
          <cx:pt idx="24806">51.289999999999999</cx:pt>
          <cx:pt idx="24807">51.289999999999999</cx:pt>
          <cx:pt idx="24808">117.95999999999999</cx:pt>
          <cx:pt idx="24809">51.969999999999999</cx:pt>
          <cx:pt idx="24810">62.710000000000001</cx:pt>
          <cx:pt idx="24811">27.18</cx:pt>
          <cx:pt idx="24812">52.219999999999999</cx:pt>
          <cx:pt idx="24813">104.97</cx:pt>
          <cx:pt idx="24814">61.979999999999997</cx:pt>
          <cx:pt idx="24815">79.980000000000004</cx:pt>
          <cx:pt idx="24816">131.97999999999999</cx:pt>
          <cx:pt idx="24817">131.97999999999999</cx:pt>
          <cx:pt idx="24818">212.96000000000001</cx:pt>
          <cx:pt idx="24819">65.989999999999995</cx:pt>
          <cx:pt idx="24820">131.97999999999999</cx:pt>
          <cx:pt idx="24821">147.97</cx:pt>
          <cx:pt idx="24822">169.97999999999999</cx:pt>
          <cx:pt idx="24823">70.709999999999994</cx:pt>
          <cx:pt idx="24824">65.989999999999995</cx:pt>
          <cx:pt idx="24825">256.24000000000001</cx:pt>
          <cx:pt idx="24826">79.989999999999995</cx:pt>
          <cx:pt idx="24827">65.989999999999995</cx:pt>
          <cx:pt idx="24828">84.569999999999993</cx:pt>
          <cx:pt idx="24829">90.980000000000004</cx:pt>
          <cx:pt idx="24830">-9.9800000000000004</cx:pt>
          <cx:pt idx="24831">72.239999999999995</cx:pt>
          <cx:pt idx="24832">76.489999999999995</cx:pt>
          <cx:pt idx="24833">9.4800000000000004</cx:pt>
          <cx:pt idx="24834">40.939999999999998</cx:pt>
          <cx:pt idx="24835">-19.489999999999998</cx:pt>
          <cx:pt idx="24836">84.989999999999995</cx:pt>
          <cx:pt idx="24837">45.240000000000002</cx:pt>
          <cx:pt idx="24838">75.099999999999994</cx:pt>
          <cx:pt idx="24839">85.980000000000004</cx:pt>
          <cx:pt idx="24840">83.480000000000004</cx:pt>
          <cx:pt idx="24841">59.990000000000002</cx:pt>
          <cx:pt idx="24842">101.95999999999999</cx:pt>
          <cx:pt idx="24843">65.989999999999995</cx:pt>
          <cx:pt idx="24844">65.980000000000004</cx:pt>
          <cx:pt idx="24845">101.97</cx:pt>
          <cx:pt idx="24846">131.97999999999999</cx:pt>
          <cx:pt idx="24847">143.96000000000001</cx:pt>
          <cx:pt idx="24848">65.989999999999995</cx:pt>
          <cx:pt idx="24849">65.989999999999995</cx:pt>
          <cx:pt idx="24850">80.980000000000004</cx:pt>
          <cx:pt idx="24851">33.869999999999997</cx:pt>
          <cx:pt idx="24852">65.989999999999995</cx:pt>
          <cx:pt idx="24853">65.989999999999995</cx:pt>
          <cx:pt idx="24854">58.979999999999997</cx:pt>
          <cx:pt idx="24855">65.989999999999995</cx:pt>
          <cx:pt idx="24856">65.989999999999995</cx:pt>
          <cx:pt idx="24857">65.989999999999995</cx:pt>
          <cx:pt idx="24858">163.96000000000001</cx:pt>
          <cx:pt idx="24859">197.97</cx:pt>
          <cx:pt idx="24860">121.98</cx:pt>
          <cx:pt idx="24861">65.989999999999995</cx:pt>
          <cx:pt idx="24862">84.980000000000004</cx:pt>
          <cx:pt idx="24863">135.96000000000001</cx:pt>
          <cx:pt idx="24864">65.989999999999995</cx:pt>
          <cx:pt idx="24865">65.989999999999995</cx:pt>
          <cx:pt idx="24866">65.989999999999995</cx:pt>
          <cx:pt idx="24867">65.989999999999995</cx:pt>
          <cx:pt idx="24868">68.480000000000004</cx:pt>
          <cx:pt idx="24869">169.44</cx:pt>
          <cx:pt idx="24870">52.979999999999997</cx:pt>
          <cx:pt idx="24871">114.95999999999999</cx:pt>
          <cx:pt idx="24872">76.489999999999995</cx:pt>
          <cx:pt idx="24873">49.990000000000002</cx:pt>
          <cx:pt idx="24874">51.979999999999997</cx:pt>
          <cx:pt idx="24875">53.780000000000001</cx:pt>
          <cx:pt idx="24876">53.979999999999997</cx:pt>
          <cx:pt idx="24877">59.979999999999997</cx:pt>
          <cx:pt idx="24878">99.980000000000004</cx:pt>
          <cx:pt idx="24879">62.689999999999998</cx:pt>
          <cx:pt idx="24880">84.989999999999995</cx:pt>
          <cx:pt idx="24881">63.450000000000003</cx:pt>
          <cx:pt idx="24882">81.5</cx:pt>
          <cx:pt idx="24883">84.989999999999995</cx:pt>
          <cx:pt idx="24884">84.989999999999995</cx:pt>
          <cx:pt idx="24885">84.989999999999995</cx:pt>
          <cx:pt idx="24886">84.989999999999995</cx:pt>
          <cx:pt idx="24887">84.989999999999995</cx:pt>
          <cx:pt idx="24888">84.989999999999995</cx:pt>
          <cx:pt idx="24889">82.299999999999997</cx:pt>
          <cx:pt idx="24890">84.989999999999995</cx:pt>
          <cx:pt idx="24891">84.140000000000001</cx:pt>
          <cx:pt idx="24892">83.290000000000006</cx:pt>
          <cx:pt idx="24893">96.269999999999996</cx:pt>
          <cx:pt idx="24894">84.989999999999995</cx:pt>
          <cx:pt idx="24895">65.989999999999995</cx:pt>
          <cx:pt idx="24896">79.040000000000006</cx:pt>
          <cx:pt idx="24897">65.989999999999995</cx:pt>
          <cx:pt idx="24898">84.989999999999995</cx:pt>
          <cx:pt idx="24899">84.989999999999995</cx:pt>
          <cx:pt idx="24900">82.640000000000001</cx:pt>
          <cx:pt idx="24901">84.989999999999995</cx:pt>
          <cx:pt idx="24902">98.980000000000004</cx:pt>
          <cx:pt idx="24903">84.989999999999995</cx:pt>
          <cx:pt idx="24904">59.390000000000001</cx:pt>
          <cx:pt idx="24905">50.460000000000001</cx:pt>
          <cx:pt idx="24906">58.979999999999997</cx:pt>
          <cx:pt idx="24907">52.979999999999997</cx:pt>
          <cx:pt idx="24908">84.980000000000004</cx:pt>
          <cx:pt idx="24909">68.980000000000004</cx:pt>
          <cx:pt idx="24910">99.980000000000004</cx:pt>
          <cx:pt idx="24911">105.97</cx:pt>
          <cx:pt idx="24912">62.979999999999997</cx:pt>
          <cx:pt idx="24913">84.989999999999995</cx:pt>
          <cx:pt idx="24914">146.97</cx:pt>
          <cx:pt idx="24915">184.97</cx:pt>
          <cx:pt idx="24916">146.97</cx:pt>
          <cx:pt idx="24917">146.97</cx:pt>
          <cx:pt idx="24918">84.989999999999995</cx:pt>
          <cx:pt idx="24919">184.97</cx:pt>
          <cx:pt idx="24920">150.41</cx:pt>
          <cx:pt idx="24921">83.480000000000004</cx:pt>
          <cx:pt idx="24922">174.97</cx:pt>
          <cx:pt idx="24923">104.97</cx:pt>
          <cx:pt idx="24924">169.97999999999999</cx:pt>
          <cx:pt idx="24925">169.97999999999999</cx:pt>
          <cx:pt idx="24926">154.97999999999999</cx:pt>
          <cx:pt idx="24927">114.97</cx:pt>
          <cx:pt idx="24928">146.97</cx:pt>
          <cx:pt idx="24929">41.289999999999999</cx:pt>
          <cx:pt idx="24930">94.980000000000004</cx:pt>
          <cx:pt idx="24931">83.969999999999999</cx:pt>
          <cx:pt idx="24932">67.579999999999998</cx:pt>
          <cx:pt idx="24933">36.289999999999999</cx:pt>
          <cx:pt idx="24934">20.940000000000001</cx:pt>
          <cx:pt idx="24935">36.289999999999999</cx:pt>
          <cx:pt idx="24936">36.289999999999999</cx:pt>
          <cx:pt idx="24937">90.980000000000004</cx:pt>
          <cx:pt idx="24938">74.959999999999994</cx:pt>
          <cx:pt idx="24939">13.49</cx:pt>
          <cx:pt idx="24940">21.489999999999998</cx:pt>
          <cx:pt idx="24941">21.489999999999998</cx:pt>
          <cx:pt idx="24942">42.229999999999997</cx:pt>
          <cx:pt idx="24943">90.709999999999994</cx:pt>
          <cx:pt idx="24944">92.530000000000001</cx:pt>
          <cx:pt idx="24945">95.980000000000004</cx:pt>
          <cx:pt idx="24946">69.989999999999995</cx:pt>
          <cx:pt idx="24947">74.810000000000002</cx:pt>
          <cx:pt idx="24948">150.18000000000001</cx:pt>
          <cx:pt idx="24949">108.97</cx:pt>
          <cx:pt idx="24950">59.950000000000003</cx:pt>
          <cx:pt idx="24951">84.989999999999995</cx:pt>
          <cx:pt idx="24952">139.96000000000001</cx:pt>
          <cx:pt idx="24953">133.96000000000001</cx:pt>
          <cx:pt idx="24954">109.98</cx:pt>
          <cx:pt idx="24955">206.97</cx:pt>
          <cx:pt idx="24956">119.97</cx:pt>
          <cx:pt idx="24957">163.94</cx:pt>
          <cx:pt idx="24958">59.979999999999997</cx:pt>
          <cx:pt idx="24959">109.98</cx:pt>
          <cx:pt idx="24960">71.680000000000007</cx:pt>
          <cx:pt idx="24961">101.97</cx:pt>
          <cx:pt idx="24962">84.989999999999995</cx:pt>
          <cx:pt idx="24963">86.290000000000006</cx:pt>
          <cx:pt idx="24964">89.980000000000004</cx:pt>
          <cx:pt idx="24965">109.98</cx:pt>
          <cx:pt idx="24966">113.95999999999999</cx:pt>
          <cx:pt idx="24967">82.230000000000004</cx:pt>
          <cx:pt idx="24968">165.96000000000001</cx:pt>
          <cx:pt idx="24969">31.489999999999998</cx:pt>
          <cx:pt idx="24970">59.979999999999997</cx:pt>
          <cx:pt idx="24971">65.969999999999999</cx:pt>
          <cx:pt idx="24972">53.979999999999997</cx:pt>
          <cx:pt idx="24973">80.980000000000004</cx:pt>
          <cx:pt idx="24974">16.489999999999998</cx:pt>
          <cx:pt idx="24975">17.239999999999998</cx:pt>
          <cx:pt idx="24976">17.239999999999998</cx:pt>
          <cx:pt idx="24977">50.829999999999998</cx:pt>
          <cx:pt idx="24978">114.95</cx:pt>
          <cx:pt idx="24979">84.989999999999995</cx:pt>
          <cx:pt idx="24980">80.739999999999995</cx:pt>
          <cx:pt idx="24981">37.270000000000003</cx:pt>
          <cx:pt idx="24982">339.95999999999998</cx:pt>
          <cx:pt idx="24983">254.97</cx:pt>
          <cx:pt idx="24984">263.95999999999998</cx:pt>
          <cx:pt idx="24985">226.63999999999999</cx:pt>
          <cx:pt idx="24986">306.37</cx:pt>
          <cx:pt idx="24987">339.95999999999998</cx:pt>
          <cx:pt idx="24988">53.630000000000003</cx:pt>
          <cx:pt idx="24989">55.969999999999999</cx:pt>
          <cx:pt idx="24990">55.969999999999999</cx:pt>
          <cx:pt idx="24991">89.980000000000004</cx:pt>
          <cx:pt idx="24992">79.980000000000004</cx:pt>
          <cx:pt idx="24993">100.98</cx:pt>
          <cx:pt idx="24994">103.95999999999999</cx:pt>
          <cx:pt idx="24995">-72.579999999999998</cx:pt>
          <cx:pt idx="24996">78.629999999999995</cx:pt>
          <cx:pt idx="24997">72.579999999999998</cx:pt>
          <cx:pt idx="24998">104.04000000000001</cx:pt>
          <cx:pt idx="24999">152.96000000000001</cx:pt>
          <cx:pt idx="25000">149.97</cx:pt>
          <cx:pt idx="25001">136.72999999999999</cx:pt>
          <cx:pt idx="25002">64.969999999999999</cx:pt>
          <cx:pt idx="25003">237.46000000000001</cx:pt>
          <cx:pt idx="25004">146.94999999999999</cx:pt>
          <cx:pt idx="25005">72.329999999999998</cx:pt>
          <cx:pt idx="25006">41.979999999999997</cx:pt>
          <cx:pt idx="25007">208.46000000000001</cx:pt>
          <cx:pt idx="25008">124.87</cx:pt>
          <cx:pt idx="25009">46.969999999999999</cx:pt>
          <cx:pt idx="25010">187.13999999999999</cx:pt>
          <cx:pt idx="25011">91.959999999999994</cx:pt>
          <cx:pt idx="25012">57.350000000000001</cx:pt>
          <cx:pt idx="25013">159.94999999999999</cx:pt>
          <cx:pt idx="25014">254.63999999999999</cx:pt>
          <cx:pt idx="25015">194.40000000000001</cx:pt>
          <cx:pt idx="25016">148.46000000000001</cx:pt>
          <cx:pt idx="25017">80.739999999999995</cx:pt>
          <cx:pt idx="25018">182.66999999999999</cx:pt>
          <cx:pt idx="25019">31.18</cx:pt>
          <cx:pt idx="25020">19.489999999999998</cx:pt>
          <cx:pt idx="25021">29.48</cx:pt>
          <cx:pt idx="25022">19.27</cx:pt>
          <cx:pt idx="25023">19.489999999999998</cx:pt>
          <cx:pt idx="25024">55.960000000000001</cx:pt>
          <cx:pt idx="25025">55.960000000000001</cx:pt>
          <cx:pt idx="25026">79.980000000000004</cx:pt>
          <cx:pt idx="25027">17.489999999999998</cx:pt>
          <cx:pt idx="25028">51.469999999999999</cx:pt>
          <cx:pt idx="25029">85.980000000000004</cx:pt>
          <cx:pt idx="25030">79.980000000000004</cx:pt>
          <cx:pt idx="25031">92.980000000000004</cx:pt>
          <cx:pt idx="25032">75.090000000000003</cx:pt>
          <cx:pt idx="25033">50.969999999999999</cx:pt>
          <cx:pt idx="25034">112.13</cx:pt>
          <cx:pt idx="25035">214.94999999999999</cx:pt>
          <cx:pt idx="25036">197.97</cx:pt>
          <cx:pt idx="25037">245.93000000000001</cx:pt>
          <cx:pt idx="25038">260.75999999999999</cx:pt>
          <cx:pt idx="25039">242.94</cx:pt>
          <cx:pt idx="25040">275.93000000000001</cx:pt>
          <cx:pt idx="25041">256.92000000000002</cx:pt>
          <cx:pt idx="25042">167.96000000000001</cx:pt>
          <cx:pt idx="25043">80.939999999999998</cx:pt>
          <cx:pt idx="25044">84.140000000000001</cx:pt>
          <cx:pt idx="25045">84.989999999999995</cx:pt>
          <cx:pt idx="25046">167.94</cx:pt>
          <cx:pt idx="25047">72.980000000000004</cx:pt>
          <cx:pt idx="25048">30.059999999999999</cx:pt>
          <cx:pt idx="25049">57.960000000000001</cx:pt>
          <cx:pt idx="25050">109.95999999999999</cx:pt>
          <cx:pt idx="25051">74.060000000000002</cx:pt>
          <cx:pt idx="25052">90.930000000000007</cx:pt>
          <cx:pt idx="25053">31.489999999999998</cx:pt>
          <cx:pt idx="25054">31.489999999999998</cx:pt>
          <cx:pt idx="25055">104.98</cx:pt>
          <cx:pt idx="25056">51.490000000000002</cx:pt>
          <cx:pt idx="25057">287.83999999999997</cx:pt>
          <cx:pt idx="25058">107.94</cx:pt>
          <cx:pt idx="25059">69.439999999999998</cx:pt>
          <cx:pt idx="25060">92.969999999999999</cx:pt>
          <cx:pt idx="25061">107.06</cx:pt>
          <cx:pt idx="25062">143.91999999999999</cx:pt>
          <cx:pt idx="25063">85.120000000000005</cx:pt>
          <cx:pt idx="25064">88.150000000000006</cx:pt>
          <cx:pt idx="25065">82.140000000000001</cx:pt>
          <cx:pt idx="25066">88.890000000000001</cx:pt>
          <cx:pt idx="25067">107.94</cx:pt>
          <cx:pt idx="25068">92.969999999999999</cx:pt>
          <cx:pt idx="25069">103.98</cx:pt>
          <cx:pt idx="25070">123.95999999999999</cx:pt>
          <cx:pt idx="25071">92.969999999999999</cx:pt>
          <cx:pt idx="25072">164.91</cx:pt>
          <cx:pt idx="25073">59.979999999999997</cx:pt>
          <cx:pt idx="25074">104.97</cx:pt>
          <cx:pt idx="25075">54.979999999999997</cx:pt>
          <cx:pt idx="25076">54.979999999999997</cx:pt>
          <cx:pt idx="25077">79.459999999999994</cx:pt>
          <cx:pt idx="25078">68.480000000000004</cx:pt>
          <cx:pt idx="25079">164.94</cx:pt>
          <cx:pt idx="25080">74.969999999999999</cx:pt>
          <cx:pt idx="25081">89.969999999999999</cx:pt>
          <cx:pt idx="25082">74.969999999999999</cx:pt>
          <cx:pt idx="25083">89.969999999999999</cx:pt>
          <cx:pt idx="25084">74.969999999999999</cx:pt>
          <cx:pt idx="25085">89.969999999999999</cx:pt>
          <cx:pt idx="25086">133.94999999999999</cx:pt>
          <cx:pt idx="25087">22.469999999999999</cx:pt>
          <cx:pt idx="25088">21.289999999999999</cx:pt>
          <cx:pt idx="25089">23.289999999999999</cx:pt>
          <cx:pt idx="25090">29.280000000000001</cx:pt>
          <cx:pt idx="25091">23.289999999999999</cx:pt>
          <cx:pt idx="25092">121.98</cx:pt>
          <cx:pt idx="25093">169.97999999999999</cx:pt>
          <cx:pt idx="25094">185.97</cx:pt>
          <cx:pt idx="25095">169.97999999999999</cx:pt>
          <cx:pt idx="25096">149.97</cx:pt>
          <cx:pt idx="25097">169.97999999999999</cx:pt>
          <cx:pt idx="25098">175.97</cx:pt>
          <cx:pt idx="25099">239.97</cx:pt>
          <cx:pt idx="25100">131.97999999999999</cx:pt>
          <cx:pt idx="25101">169.97999999999999</cx:pt>
          <cx:pt idx="25102">169.97999999999999</cx:pt>
          <cx:pt idx="25103">185.97</cx:pt>
          <cx:pt idx="25104">105.84</cx:pt>
          <cx:pt idx="25105">58.979999999999997</cx:pt>
          <cx:pt idx="25106">55.960000000000001</cx:pt>
          <cx:pt idx="25107">38.240000000000002</cx:pt>
          <cx:pt idx="25108">65.989999999999995</cx:pt>
          <cx:pt idx="25109">35.189999999999998</cx:pt>
          <cx:pt idx="25110">35.189999999999998</cx:pt>
          <cx:pt idx="25111">65.989999999999995</cx:pt>
          <cx:pt idx="25112">99.980000000000004</cx:pt>
          <cx:pt idx="25113">170.47999999999999</cx:pt>
          <cx:pt idx="25114">110.95999999999999</cx:pt>
          <cx:pt idx="25115">161.96000000000001</cx:pt>
          <cx:pt idx="25116">80.980000000000004</cx:pt>
          <cx:pt idx="25117">124.55</cx:pt>
          <cx:pt idx="25118">151.96000000000001</cx:pt>
          <cx:pt idx="25119">149.96000000000001</cx:pt>
          <cx:pt idx="25120">165.46000000000001</cx:pt>
          <cx:pt idx="25121">170.47999999999999</cx:pt>
          <cx:pt idx="25122">85.489999999999995</cx:pt>
          <cx:pt idx="25123">84.980000000000004</cx:pt>
          <cx:pt idx="25124">77.420000000000002</cx:pt>
          <cx:pt idx="25125">62.479999999999997</cx:pt>
          <cx:pt idx="25126">60.479999999999997</cx:pt>
          <cx:pt idx="25127">62.479999999999997</cx:pt>
          <cx:pt idx="25128">89.969999999999999</cx:pt>
          <cx:pt idx="25129">89.969999999999999</cx:pt>
          <cx:pt idx="25130">160.94</cx:pt>
          <cx:pt idx="25131">181.43000000000001</cx:pt>
          <cx:pt idx="25132">181.43000000000001</cx:pt>
          <cx:pt idx="25133">169.97999999999999</cx:pt>
          <cx:pt idx="25134">84.989999999999995</cx:pt>
          <cx:pt idx="25135">84.989999999999995</cx:pt>
          <cx:pt idx="25136">86.980000000000004</cx:pt>
          <cx:pt idx="25137">84.989999999999995</cx:pt>
          <cx:pt idx="25138">139.97</cx:pt>
          <cx:pt idx="25139">84.989999999999995</cx:pt>
          <cx:pt idx="25140">84.989999999999995</cx:pt>
          <cx:pt idx="25141">134.97</cx:pt>
          <cx:pt idx="25142">79.959999999999994</cx:pt>
          <cx:pt idx="25143">84.989999999999995</cx:pt>
          <cx:pt idx="25144">84.989999999999995</cx:pt>
          <cx:pt idx="25145">78.189999999999998</cx:pt>
          <cx:pt idx="25146">84.989999999999995</cx:pt>
          <cx:pt idx="25147">105.95</cx:pt>
          <cx:pt idx="25148">104.98</cx:pt>
          <cx:pt idx="25149">131.97999999999999</cx:pt>
          <cx:pt idx="25150">121.98</cx:pt>
          <cx:pt idx="25151">90.709999999999994</cx:pt>
          <cx:pt idx="25152">90.709999999999994</cx:pt>
          <cx:pt idx="25153">59.969999999999999</cx:pt>
          <cx:pt idx="25154">59.969999999999999</cx:pt>
          <cx:pt idx="25155">90.689999999999998</cx:pt>
          <cx:pt idx="25156">90.689999999999998</cx:pt>
          <cx:pt idx="25157">90.689999999999998</cx:pt>
          <cx:pt idx="25158">20.489999999999998</cx:pt>
          <cx:pt idx="25159">20.489999999999998</cx:pt>
          <cx:pt idx="25160">12.49</cx:pt>
          <cx:pt idx="25161">36.479999999999997</cx:pt>
          <cx:pt idx="25162">12.49</cx:pt>
          <cx:pt idx="25163">74.969999999999999</cx:pt>
          <cx:pt idx="25164">89.219999999999999</cx:pt>
          <cx:pt idx="25165">67.489999999999995</cx:pt>
          <cx:pt idx="25166">41.479999999999997</cx:pt>
          <cx:pt idx="25167">72.969999999999999</cx:pt>
          <cx:pt idx="25168">91.969999999999999</cx:pt>
          <cx:pt idx="25169">78.180000000000007</cx:pt>
          <cx:pt idx="25170">85.980000000000004</cx:pt>
          <cx:pt idx="25171">160.93000000000001</cx:pt>
          <cx:pt idx="25172">183.91999999999999</cx:pt>
          <cx:pt idx="25173">58.850000000000001</cx:pt>
          <cx:pt idx="25174">137.94</cx:pt>
          <cx:pt idx="25175">177.71000000000001</cx:pt>
          <cx:pt idx="25176">62.439999999999998</cx:pt>
          <cx:pt idx="25177">183.91999999999999</cx:pt>
          <cx:pt idx="25178">133.94999999999999</cx:pt>
          <cx:pt idx="25179">68.969999999999999</cx:pt>
          <cx:pt idx="25180">59.969999999999999</cx:pt>
          <cx:pt idx="25181">105.95999999999999</cx:pt>
          <cx:pt idx="25182">183.91999999999999</cx:pt>
          <cx:pt idx="25183">68.969999999999999</cx:pt>
          <cx:pt idx="25184">27.989999999999998</cx:pt>
          <cx:pt idx="25185">98.959999999999994</cx:pt>
          <cx:pt idx="25186">137.94</cx:pt>
          <cx:pt idx="25187">68.969999999999999</cx:pt>
          <cx:pt idx="25188">183.91999999999999</cx:pt>
          <cx:pt idx="25189">30.780000000000001</cx:pt>
          <cx:pt idx="25190">183.91999999999999</cx:pt>
          <cx:pt idx="25191">68.969999999999999</cx:pt>
          <cx:pt idx="25192">83.959999999999994</cx:pt>
          <cx:pt idx="25193">160.93000000000001</cx:pt>
          <cx:pt idx="25194">-68.969999999999999</cx:pt>
          <cx:pt idx="25195">68.969999999999999</cx:pt>
          <cx:pt idx="25196">59.969999999999999</cx:pt>
          <cx:pt idx="25197">114.95</cx:pt>
          <cx:pt idx="25198">164.15000000000001</cx:pt>
          <cx:pt idx="25199">41.490000000000002</cx:pt>
          <cx:pt idx="25200">51.479999999999997</cx:pt>
          <cx:pt idx="25201">54.979999999999997</cx:pt>
          <cx:pt idx="25202">74.950000000000003</cx:pt>
          <cx:pt idx="25203">89.189999999999998</cx:pt>
          <cx:pt idx="25204">84.989999999999995</cx:pt>
          <cx:pt idx="25205">70.159999999999997</cx:pt>
          <cx:pt idx="25206">149.56</cx:pt>
          <cx:pt idx="25207">72.239999999999995</cx:pt>
          <cx:pt idx="25208">91.769999999999996</cx:pt>
          <cx:pt idx="25209">112.95999999999999</cx:pt>
          <cx:pt idx="25210">99.989999999999995</cx:pt>
          <cx:pt idx="25211">146.97</cx:pt>
          <cx:pt idx="25212">212.36000000000001</cx:pt>
          <cx:pt idx="25213">131.97999999999999</cx:pt>
          <cx:pt idx="25214">135.97</cx:pt>
          <cx:pt idx="25215">197.97</cx:pt>
          <cx:pt idx="25216">197.97</cx:pt>
          <cx:pt idx="25217">131.97999999999999</cx:pt>
          <cx:pt idx="25218">76.069999999999993</cx:pt>
          <cx:pt idx="25219">163.96000000000001</cx:pt>
          <cx:pt idx="25220">176.36000000000001</cx:pt>
          <cx:pt idx="25221">-176.36000000000001</cx:pt>
          <cx:pt idx="25222">56.969999999999999</cx:pt>
          <cx:pt idx="25223">50.950000000000003</cx:pt>
          <cx:pt idx="25224">75.959999999999994</cx:pt>
          <cx:pt idx="25225">87.939999999999998</cx:pt>
          <cx:pt idx="25226">163.74000000000001</cx:pt>
          <cx:pt idx="25227">358.94999999999999</cx:pt>
          <cx:pt idx="25228">352.31999999999999</cx:pt>
          <cx:pt idx="25229">377.94</cx:pt>
          <cx:pt idx="25230">399.94999999999999</cx:pt>
          <cx:pt idx="25231">338.94999999999999</cx:pt>
          <cx:pt idx="25232">339.95999999999998</cx:pt>
          <cx:pt idx="25233">339.95999999999998</cx:pt>
          <cx:pt idx="25234">164.97</cx:pt>
          <cx:pt idx="25235">164.96000000000001</cx:pt>
          <cx:pt idx="25236">89.980000000000004</cx:pt>
          <cx:pt idx="25237">74.980000000000004</cx:pt>
          <cx:pt idx="25238">42.880000000000003</cx:pt>
          <cx:pt idx="25239">-55.969999999999999</cx:pt>
          <cx:pt idx="25240">55.979999999999997</cx:pt>
          <cx:pt idx="25241">55.969999999999999</cx:pt>
          <cx:pt idx="25242">55.969999999999999</cx:pt>
          <cx:pt idx="25243">75.980000000000004</cx:pt>
          <cx:pt idx="25244">87.269999999999996</cx:pt>
          <cx:pt idx="25245">180.21000000000001</cx:pt>
          <cx:pt idx="25246">89.980000000000004</cx:pt>
          <cx:pt idx="25247">177.05000000000001</cx:pt>
          <cx:pt idx="25248">214.99000000000001</cx:pt>
          <cx:pt idx="25249">180.38999999999999</cx:pt>
          <cx:pt idx="25250">131.97999999999999</cx:pt>
          <cx:pt idx="25251">65.989999999999995</cx:pt>
          <cx:pt idx="25252">169.97999999999999</cx:pt>
          <cx:pt idx="25253">121.98</cx:pt>
          <cx:pt idx="25254">65.989999999999995</cx:pt>
          <cx:pt idx="25255">169.97999999999999</cx:pt>
          <cx:pt idx="25256">185.97</cx:pt>
          <cx:pt idx="25257">19.989999999999998</cx:pt>
          <cx:pt idx="25258">169.97999999999999</cx:pt>
          <cx:pt idx="25259">355.88999999999999</cx:pt>
          <cx:pt idx="25260">69.980000000000004</cx:pt>
          <cx:pt idx="25261">170.55000000000001</cx:pt>
          <cx:pt idx="25262">170.55000000000001</cx:pt>
          <cx:pt idx="25263">99.959999999999994</cx:pt>
          <cx:pt idx="25264">50.969999999999999</cx:pt>
          <cx:pt idx="25265">61.979999999999997</cx:pt>
          <cx:pt idx="25266">52.969999999999999</cx:pt>
          <cx:pt idx="25267">79.980000000000004</cx:pt>
          <cx:pt idx="25268">69.989999999999995</cx:pt>
          <cx:pt idx="25269">93.959999999999994</cx:pt>
          <cx:pt idx="25270">95.950000000000003</cx:pt>
          <cx:pt idx="25271">69.950000000000003</cx:pt>
          <cx:pt idx="25272">55.979999999999997</cx:pt>
          <cx:pt idx="25273">106.95999999999999</cx:pt>
          <cx:pt idx="25274">149.90000000000001</cx:pt>
          <cx:pt idx="25275">169.97999999999999</cx:pt>
          <cx:pt idx="25276">131.97999999999999</cx:pt>
          <cx:pt idx="25277">129.30000000000001</cx:pt>
          <cx:pt idx="25278">119.97</cx:pt>
          <cx:pt idx="25279">167.34</cx:pt>
          <cx:pt idx="25280">131.97999999999999</cx:pt>
          <cx:pt idx="25281">169.97999999999999</cx:pt>
          <cx:pt idx="25282">169.97999999999999</cx:pt>
          <cx:pt idx="25283">63.979999999999997</cx:pt>
          <cx:pt idx="25284">98.980000000000004</cx:pt>
          <cx:pt idx="25285">103.98</cx:pt>
          <cx:pt idx="25286">58.979999999999997</cx:pt>
          <cx:pt idx="25287">90.780000000000001</cx:pt>
          <cx:pt idx="25288">72.180000000000007</cx:pt>
          <cx:pt idx="25289">179.88999999999999</cx:pt>
          <cx:pt idx="25290">17.489999999999998</cx:pt>
          <cx:pt idx="25291">108.47</cx:pt>
          <cx:pt idx="25292">108.47</cx:pt>
          <cx:pt idx="25293">108.47</cx:pt>
          <cx:pt idx="25294">11.48</cx:pt>
          <cx:pt idx="25295">11.48</cx:pt>
          <cx:pt idx="25296">108.47</cx:pt>
          <cx:pt idx="25297">17.489999999999998</cx:pt>
          <cx:pt idx="25298">94.969999999999999</cx:pt>
          <cx:pt idx="25299">79.989999999999995</cx:pt>
          <cx:pt idx="25300">67.489999999999995</cx:pt>
          <cx:pt idx="25301">69.290000000000006</cx:pt>
          <cx:pt idx="25302">145.27000000000001</cx:pt>
          <cx:pt idx="25303">79.819999999999993</cx:pt>
          <cx:pt idx="25304">268.55000000000001</cx:pt>
          <cx:pt idx="25305">260.86000000000001</cx:pt>
          <cx:pt idx="25306">223.78999999999999</cx:pt>
          <cx:pt idx="25307">272.18000000000001</cx:pt>
          <cx:pt idx="25308">223.78999999999999</cx:pt>
          <cx:pt idx="25309">249.66</cx:pt>
          <cx:pt idx="25310">268.55000000000001</cx:pt>
          <cx:pt idx="25311">316.94</cx:pt>
          <cx:pt idx="25312">275.81</cx:pt>
          <cx:pt idx="25313">223.78999999999999</cx:pt>
          <cx:pt idx="25314">272.18000000000001</cx:pt>
          <cx:pt idx="25315">61.979999999999997</cx:pt>
          <cx:pt idx="25316">55.979999999999997</cx:pt>
          <cx:pt idx="25317">47.579999999999998</cx:pt>
          <cx:pt idx="25318">163.96000000000001</cx:pt>
          <cx:pt idx="25319">56.960000000000001</cx:pt>
          <cx:pt idx="25320">48.770000000000003</cx:pt>
          <cx:pt idx="25321">50.969999999999999</cx:pt>
          <cx:pt idx="25322">22.969999999999999</cx:pt>
          <cx:pt idx="25323">61.479999999999997</cx:pt>
          <cx:pt idx="25324">100.98</cx:pt>
          <cx:pt idx="25325">45.869999999999997</cx:pt>
          <cx:pt idx="25326">50.969999999999999</cx:pt>
          <cx:pt idx="25327">95.129999999999995</cx:pt>
          <cx:pt idx="25328">69.950000000000003</cx:pt>
          <cx:pt idx="25329">169.38</cx:pt>
          <cx:pt idx="25330">78.790000000000006</cx:pt>
          <cx:pt idx="25331">64.269999999999996</cx:pt>
          <cx:pt idx="25332">149.37</cx:pt>
          <cx:pt idx="25333">229.47</cx:pt>
          <cx:pt idx="25334">114.29000000000001</cx:pt>
          <cx:pt idx="25335">105.73</cx:pt>
          <cx:pt idx="25336">131.97999999999999</cx:pt>
          <cx:pt idx="25337">151.94</cx:pt>
          <cx:pt idx="25338">51.960000000000001</cx:pt>
          <cx:pt idx="25339">79.989999999999995</cx:pt>
          <cx:pt idx="25340">191.96000000000001</cx:pt>
          <cx:pt idx="25341">59.979999999999997</cx:pt>
          <cx:pt idx="25342">43.280000000000001</cx:pt>
          <cx:pt idx="25343">59.979999999999997</cx:pt>
          <cx:pt idx="25344">90.180000000000007</cx:pt>
          <cx:pt idx="25345">71.980000000000004</cx:pt>
          <cx:pt idx="25346">54.990000000000002</cx:pt>
          <cx:pt idx="25347">54.990000000000002</cx:pt>
          <cx:pt idx="25348">54.990000000000002</cx:pt>
          <cx:pt idx="25349">164.97</cx:pt>
          <cx:pt idx="25350">156.27000000000001</cx:pt>
          <cx:pt idx="25351">59.979999999999997</cx:pt>
          <cx:pt idx="25352">104.98</cx:pt>
          <cx:pt idx="25353">164.94999999999999</cx:pt>
          <cx:pt idx="25354">179</cx:pt>
          <cx:pt idx="25355">25.280000000000001</cx:pt>
          <cx:pt idx="25356">46.289999999999999</cx:pt>
          <cx:pt idx="25357">46.289999999999999</cx:pt>
          <cx:pt idx="25358">46.289999999999999</cx:pt>
          <cx:pt idx="25359">219.97</cx:pt>
          <cx:pt idx="25360">219.97</cx:pt>
          <cx:pt idx="25361">219.97</cx:pt>
          <cx:pt idx="25362">219.97</cx:pt>
          <cx:pt idx="25363">146.16999999999999</cx:pt>
          <cx:pt idx="25364">219.97</cx:pt>
          <cx:pt idx="25365">171.97</cx:pt>
          <cx:pt idx="25366">204.19</cx:pt>
          <cx:pt idx="25367">59.960000000000001</cx:pt>
          <cx:pt idx="25368">53.960000000000001</cx:pt>
          <cx:pt idx="25369">85.980000000000004</cx:pt>
          <cx:pt idx="25370">75.969999999999999</cx:pt>
          <cx:pt idx="25371">54.979999999999997</cx:pt>
          <cx:pt idx="25372">55.420000000000002</cx:pt>
          <cx:pt idx="25373">54.420000000000002</cx:pt>
          <cx:pt idx="25374">22.289999999999999</cx:pt>
          <cx:pt idx="25375">22.289999999999999</cx:pt>
          <cx:pt idx="25376">22.940000000000001</cx:pt>
          <cx:pt idx="25377">27.18</cx:pt>
          <cx:pt idx="25378">69.969999999999999</cx:pt>
          <cx:pt idx="25379">91.959999999999994</cx:pt>
          <cx:pt idx="25380">51.960000000000001</cx:pt>
          <cx:pt idx="25381">55.960000000000001</cx:pt>
          <cx:pt idx="25382">44.990000000000002</cx:pt>
          <cx:pt idx="25383">59.969999999999999</cx:pt>
          <cx:pt idx="25384">64.980000000000004</cx:pt>
          <cx:pt idx="25385">254.97</cx:pt>
          <cx:pt idx="25386">176.97</cx:pt>
          <cx:pt idx="25387">188.16999999999999</cx:pt>
          <cx:pt idx="25388">188.16999999999999</cx:pt>
          <cx:pt idx="25389">274.95999999999998</cx:pt>
          <cx:pt idx="25390">197.96000000000001</cx:pt>
          <cx:pt idx="25391">254.97</cx:pt>
          <cx:pt idx="25392">197.96000000000001</cx:pt>
          <cx:pt idx="25393">197.97</cx:pt>
          <cx:pt idx="25394">176.97</cx:pt>
          <cx:pt idx="25395">274.95999999999998</cx:pt>
          <cx:pt idx="25396">197.97</cx:pt>
          <cx:pt idx="25397">169.97999999999999</cx:pt>
          <cx:pt idx="25398">221.99000000000001</cx:pt>
          <cx:pt idx="25399">221.99000000000001</cx:pt>
          <cx:pt idx="25400">169.97999999999999</cx:pt>
          <cx:pt idx="25401">71.959999999999994</cx:pt>
          <cx:pt idx="25402">69.980000000000004</cx:pt>
          <cx:pt idx="25403">28.379999999999999</cx:pt>
          <cx:pt idx="25404">46.490000000000002</cx:pt>
          <cx:pt idx="25405">84.299999999999997</cx:pt>
          <cx:pt idx="25406">94.340000000000003</cx:pt>
          <cx:pt idx="25407">34.280000000000001</cx:pt>
          <cx:pt idx="25408">97.969999999999999</cx:pt>
          <cx:pt idx="25409">64.980000000000004</cx:pt>
          <cx:pt idx="25410">30.210000000000001</cx:pt>
          <cx:pt idx="25411">66.530000000000001</cx:pt>
          <cx:pt idx="25412">19.34</cx:pt>
          <cx:pt idx="25413">1.8</cx:pt>
          <cx:pt idx="25414">49.990000000000002</cx:pt>
          <cx:pt idx="25415">121.98</cx:pt>
          <cx:pt idx="25416">133.47999999999999</cx:pt>
          <cx:pt idx="25417">84.980000000000004</cx:pt>
          <cx:pt idx="25418">22.780000000000001</cx:pt>
          <cx:pt idx="25419">47.909999999999997</cx:pt>
          <cx:pt idx="25420">32.630000000000003</cx:pt>
          <cx:pt idx="25421">32.630000000000003</cx:pt>
          <cx:pt idx="25422">58.649999999999999</cx:pt>
          <cx:pt idx="25423">84.989999999999995</cx:pt>
          <cx:pt idx="25424">64.090000000000003</cx:pt>
          <cx:pt idx="25425">59.969999999999999</cx:pt>
          <cx:pt idx="25426">59.969999999999999</cx:pt>
          <cx:pt idx="25427">59.390000000000001</cx:pt>
          <cx:pt idx="25428">51.969999999999999</cx:pt>
          <cx:pt idx="25429">49.979999999999997</cx:pt>
          <cx:pt idx="25430">125.08</cx:pt>
          <cx:pt idx="25431">43.539999999999999</cx:pt>
          <cx:pt idx="25432">82.969999999999999</cx:pt>
          <cx:pt idx="25433">163.96000000000001</cx:pt>
          <cx:pt idx="25434">163.96000000000001</cx:pt>
          <cx:pt idx="25435">29.48</cx:pt>
          <cx:pt idx="25436">163.96000000000001</cx:pt>
          <cx:pt idx="25437">124.97</cx:pt>
          <cx:pt idx="25438">94.969999999999999</cx:pt>
          <cx:pt idx="25439">149.97</cx:pt>
          <cx:pt idx="25440">110.97</cx:pt>
          <cx:pt idx="25441">129.97</cx:pt>
          <cx:pt idx="25442">149.97</cx:pt>
          <cx:pt idx="25443">149.97</cx:pt>
          <cx:pt idx="25444">119.97</cx:pt>
          <cx:pt idx="25445">119.97</cx:pt>
          <cx:pt idx="25446">119.97</cx:pt>
          <cx:pt idx="25447">147.94999999999999</cx:pt>
          <cx:pt idx="25448">149.97</cx:pt>
          <cx:pt idx="25449">62.159999999999997</cx:pt>
          <cx:pt idx="25450">62.899999999999999</cx:pt>
          <cx:pt idx="25451">33.840000000000003</cx:pt>
          <cx:pt idx="25452">37.490000000000002</cx:pt>
          <cx:pt idx="25453">63.979999999999997</cx:pt>
          <cx:pt idx="25454">99.980000000000004</cx:pt>
          <cx:pt idx="25455">104.98</cx:pt>
          <cx:pt idx="25456">58.979999999999997</cx:pt>
          <cx:pt idx="25457">144.81</cx:pt>
          <cx:pt idx="25458">11.890000000000001</cx:pt>
          <cx:pt idx="25459">19.879999999999999</cx:pt>
          <cx:pt idx="25460">11.289999999999999</cx:pt>
          <cx:pt idx="25461">93.950000000000003</cx:pt>
          <cx:pt idx="25462">41.259999999999998</cx:pt>
          <cx:pt idx="25463">194.91999999999999</cx:pt>
          <cx:pt idx="25464">205.91999999999999</cx:pt>
          <cx:pt idx="25465">59.950000000000003</cx:pt>
          <cx:pt idx="25466">59.960000000000001</cx:pt>
          <cx:pt idx="25467">92.459999999999994</cx:pt>
          <cx:pt idx="25468">114.94</cx:pt>
          <cx:pt idx="25469">206.93000000000001</cx:pt>
          <cx:pt idx="25470">201.93000000000001</cx:pt>
          <cx:pt idx="25471">84.959999999999994</cx:pt>
          <cx:pt idx="25472">177.81999999999999</cx:pt>
          <cx:pt idx="25473">177.81999999999999</cx:pt>
          <cx:pt idx="25474">177.81999999999999</cx:pt>
          <cx:pt idx="25475">68.930000000000007</cx:pt>
          <cx:pt idx="25476">72.540000000000006</cx:pt>
          <cx:pt idx="25477">105.22</cx:pt>
          <cx:pt idx="25478">60.979999999999997</cx:pt>
          <cx:pt idx="25479">99.980000000000004</cx:pt>
          <cx:pt idx="25480">160.94999999999999</cx:pt>
          <cx:pt idx="25481">68.989999999999995</cx:pt>
          <cx:pt idx="25482">153.22999999999999</cx:pt>
          <cx:pt idx="25483">117.31999999999999</cx:pt>
          <cx:pt idx="25484">128.65000000000001</cx:pt>
          <cx:pt idx="25485">365.35000000000002</cx:pt>
          <cx:pt idx="25486">159.69999999999999</cx:pt>
          <cx:pt idx="25487">195.97</cx:pt>
          <cx:pt idx="25488">62.979999999999997</cx:pt>
          <cx:pt idx="25489">97.969999999999999</cx:pt>
          <cx:pt idx="25490">56.969999999999999</cx:pt>
          <cx:pt idx="25491">103.92</cx:pt>
          <cx:pt idx="25492">160.86000000000001</cx:pt>
          <cx:pt idx="25493">143.25</cx:pt>
          <cx:pt idx="25494">54.990000000000002</cx:pt>
          <cx:pt idx="25495">109.98</cx:pt>
          <cx:pt idx="25496">151.94999999999999</cx:pt>
          <cx:pt idx="25497">179.94</cx:pt>
          <cx:pt idx="25498">83.959999999999994</cx:pt>
          <cx:pt idx="25499">65.989999999999995</cx:pt>
          <cx:pt idx="25500">139.28</cx:pt>
          <cx:pt idx="25501">83.650000000000006</cx:pt>
          <cx:pt idx="25502">179.94</cx:pt>
          <cx:pt idx="25503">179.94</cx:pt>
          <cx:pt idx="25504">119.95999999999999</cx:pt>
          <cx:pt idx="25505">95.939999999999998</cx:pt>
          <cx:pt idx="25506">79.950000000000003</cx:pt>
          <cx:pt idx="25507">27.48</cx:pt>
          <cx:pt idx="25508">51.960000000000001</cx:pt>
          <cx:pt idx="25509">27.48</cx:pt>
          <cx:pt idx="25510">24.329999999999998</cx:pt>
          <cx:pt idx="25511">55.960000000000001</cx:pt>
          <cx:pt idx="25512">55.960000000000001</cx:pt>
          <cx:pt idx="25513">55.960000000000001</cx:pt>
          <cx:pt idx="25514">99.980000000000004</cx:pt>
          <cx:pt idx="25515">75.870000000000005</cx:pt>
          <cx:pt idx="25516">1.3</cx:pt>
          <cx:pt idx="25517">79.959999999999994</cx:pt>
          <cx:pt idx="25518">80.969999999999999</cx:pt>
          <cx:pt idx="25519">159.96000000000001</cx:pt>
          <cx:pt idx="25520">366.91000000000003</cx:pt>
          <cx:pt idx="25521">254.94999999999999</cx:pt>
          <cx:pt idx="25522">214.94999999999999</cx:pt>
          <cx:pt idx="25523">-45.719999999999999</cx:pt>
          <cx:pt idx="25524">116.06999999999999</cx:pt>
          <cx:pt idx="25525">45.719999999999999</cx:pt>
          <cx:pt idx="25526">103.95999999999999</cx:pt>
          <cx:pt idx="25527">151.96000000000001</cx:pt>
          <cx:pt idx="25528">199.96000000000001</cx:pt>
          <cx:pt idx="25529">159.96000000000001</cx:pt>
          <cx:pt idx="25530">149.97</cx:pt>
          <cx:pt idx="25531">153.53999999999999</cx:pt>
          <cx:pt idx="25532">159.96000000000001</cx:pt>
          <cx:pt idx="25533">143.86000000000001</cx:pt>
          <cx:pt idx="25534">229.94</cx:pt>
          <cx:pt idx="25535">199.96000000000001</cx:pt>
          <cx:pt idx="25536">52.969999999999999</cx:pt>
          <cx:pt idx="25537">50.979999999999997</cx:pt>
          <cx:pt idx="25538">51.979999999999997</cx:pt>
          <cx:pt idx="25539">159.97999999999999</cx:pt>
          <cx:pt idx="25540">131.97999999999999</cx:pt>
          <cx:pt idx="25541">57.18</cx:pt>
          <cx:pt idx="25542">85.469999999999999</cx:pt>
          <cx:pt idx="25543">57.18</cx:pt>
          <cx:pt idx="25544">39.530000000000001</cx:pt>
          <cx:pt idx="25545">85.170000000000002</cx:pt>
          <cx:pt idx="25546">89.170000000000002</cx:pt>
          <cx:pt idx="25547">113.16</cx:pt>
          <cx:pt idx="25548">83.969999999999999</cx:pt>
          <cx:pt idx="25549">85.170000000000002</cx:pt>
          <cx:pt idx="25550">77.670000000000002</cx:pt>
          <cx:pt idx="25551">65.180000000000007</cx:pt>
          <cx:pt idx="25552">57.18</cx:pt>
          <cx:pt idx="25553">111.95999999999999</cx:pt>
          <cx:pt idx="25554">85.170000000000002</cx:pt>
          <cx:pt idx="25555">86.609999999999999</cx:pt>
          <cx:pt idx="25556">96.469999999999999</cx:pt>
          <cx:pt idx="25557">27.239999999999998</cx:pt>
          <cx:pt idx="25558">59.979999999999997</cx:pt>
          <cx:pt idx="25559">59.979999999999997</cx:pt>
          <cx:pt idx="25560">59.979999999999997</cx:pt>
          <cx:pt idx="25561">59.979999999999997</cx:pt>
          <cx:pt idx="25562">31.489999999999998</cx:pt>
          <cx:pt idx="25563">79.989999999999995</cx:pt>
          <cx:pt idx="25564">159.97999999999999</cx:pt>
          <cx:pt idx="25565">31.489999999999998</cx:pt>
          <cx:pt idx="25566">31.489999999999998</cx:pt>
          <cx:pt idx="25567">31.489999999999998</cx:pt>
          <cx:pt idx="25568">59.979999999999997</cx:pt>
          <cx:pt idx="25569">31.489999999999998</cx:pt>
          <cx:pt idx="25570">59.979999999999997</cx:pt>
          <cx:pt idx="25571">59.979999999999997</cx:pt>
          <cx:pt idx="25572">59.979999999999997</cx:pt>
          <cx:pt idx="25573">89.969999999999999</cx:pt>
          <cx:pt idx="25574">61.479999999999997</cx:pt>
          <cx:pt idx="25575">59.979999999999997</cx:pt>
          <cx:pt idx="25576">99.959999999999994</cx:pt>
          <cx:pt idx="25577">159.97999999999999</cx:pt>
          <cx:pt idx="25578">159.97999999999999</cx:pt>
          <cx:pt idx="25579">84.989999999999995</cx:pt>
          <cx:pt idx="25580">79.980000000000004</cx:pt>
          <cx:pt idx="25581">79.980000000000004</cx:pt>
          <cx:pt idx="25582">84.989999999999995</cx:pt>
          <cx:pt idx="25583">77.340000000000003</cx:pt>
          <cx:pt idx="25584">84.989999999999995</cx:pt>
          <cx:pt idx="25585">84.989999999999995</cx:pt>
          <cx:pt idx="25586">79.980000000000004</cx:pt>
          <cx:pt idx="25587">84.989999999999995</cx:pt>
          <cx:pt idx="25588">84.989999999999995</cx:pt>
          <cx:pt idx="25589">84.989999999999995</cx:pt>
          <cx:pt idx="25590">79.980000000000004</cx:pt>
          <cx:pt idx="25591">74.540000000000006</cx:pt>
          <cx:pt idx="25592">84.989999999999995</cx:pt>
          <cx:pt idx="25593">84.989999999999995</cx:pt>
          <cx:pt idx="25594">84.989999999999995</cx:pt>
          <cx:pt idx="25595">84.989999999999995</cx:pt>
          <cx:pt idx="25596">84.989999999999995</cx:pt>
          <cx:pt idx="25597">38.350000000000001</cx:pt>
          <cx:pt idx="25598">76.489999999999995</cx:pt>
          <cx:pt idx="25599">84.989999999999995</cx:pt>
          <cx:pt idx="25600">84.989999999999995</cx:pt>
          <cx:pt idx="25601">84.989999999999995</cx:pt>
          <cx:pt idx="25602">84.989999999999995</cx:pt>
          <cx:pt idx="25603">79.980000000000004</cx:pt>
          <cx:pt idx="25604">68.989999999999995</cx:pt>
          <cx:pt idx="25605">79.989999999999995</cx:pt>
          <cx:pt idx="25606">59.979999999999997</cx:pt>
          <cx:pt idx="25607">99.959999999999994</cx:pt>
          <cx:pt idx="25608">90.969999999999999</cx:pt>
          <cx:pt idx="25609">68.959999999999994</cx:pt>
          <cx:pt idx="25610">79.980000000000004</cx:pt>
          <cx:pt idx="25611">79.980000000000004</cx:pt>
          <cx:pt idx="25612">15.49</cx:pt>
          <cx:pt idx="25613">89.969999999999999</cx:pt>
          <cx:pt idx="25614">37.479999999999997</cx:pt>
          <cx:pt idx="25615">84.989999999999995</cx:pt>
          <cx:pt idx="25616">36.490000000000002</cx:pt>
          <cx:pt idx="25617">21.489999999999998</cx:pt>
          <cx:pt idx="25618">53.979999999999997</cx:pt>
          <cx:pt idx="25619">157.38</cx:pt>
          <cx:pt idx="25620">159.97999999999999</cx:pt>
          <cx:pt idx="25621">159.97999999999999</cx:pt>
          <cx:pt idx="25622">159.97999999999999</cx:pt>
          <cx:pt idx="25623">103.68000000000001</cx:pt>
          <cx:pt idx="25624">121.98</cx:pt>
          <cx:pt idx="25625">96.319999999999993</cx:pt>
          <cx:pt idx="25626">111.98</cx:pt>
          <cx:pt idx="25627">106.86</cx:pt>
          <cx:pt idx="25628">59.950000000000003</cx:pt>
          <cx:pt idx="25629">99.980000000000004</cx:pt>
          <cx:pt idx="25630">31.489999999999998</cx:pt>
          <cx:pt idx="25631">59.979999999999997</cx:pt>
          <cx:pt idx="25632">59.979999999999997</cx:pt>
          <cx:pt idx="25633">59.979999999999997</cx:pt>
          <cx:pt idx="25634">58.979999999999997</cx:pt>
          <cx:pt idx="25635">58.979999999999997</cx:pt>
          <cx:pt idx="25636">28.23</cx:pt>
          <cx:pt idx="25637">28.23</cx:pt>
          <cx:pt idx="25638">59.979999999999997</cx:pt>
          <cx:pt idx="25639">162.71000000000001</cx:pt>
          <cx:pt idx="25640">159.90000000000001</cx:pt>
          <cx:pt idx="25641">39.479999999999997</cx:pt>
          <cx:pt idx="25642">57.960000000000001</cx:pt>
          <cx:pt idx="25643">53.960000000000001</cx:pt>
          <cx:pt idx="25644">31.48</cx:pt>
          <cx:pt idx="25645">31.48</cx:pt>
          <cx:pt idx="25646">31.48</cx:pt>
          <cx:pt idx="25647">31.48</cx:pt>
          <cx:pt idx="25648">62.57</cx:pt>
          <cx:pt idx="25649">155.97999999999999</cx:pt>
          <cx:pt idx="25650">152.97</cx:pt>
          <cx:pt idx="25651">283.95999999999998</cx:pt>
          <cx:pt idx="25652">58.969999999999999</cx:pt>
          <cx:pt idx="25653">58.969999999999999</cx:pt>
          <cx:pt idx="25654">51.979999999999997</cx:pt>
          <cx:pt idx="25655">83.099999999999994</cx:pt>
          <cx:pt idx="25656">283.95999999999998</cx:pt>
          <cx:pt idx="25657">92.790000000000006</cx:pt>
          <cx:pt idx="25658">92.790000000000006</cx:pt>
          <cx:pt idx="25659">152.97</cx:pt>
          <cx:pt idx="25660">51.979999999999997</cx:pt>
          <cx:pt idx="25661">59.380000000000003</cx:pt>
          <cx:pt idx="25662">68.989999999999995</cx:pt>
          <cx:pt idx="25663">84.989999999999995</cx:pt>
          <cx:pt idx="25664">55.979999999999997</cx:pt>
          <cx:pt idx="25665">68.989999999999995</cx:pt>
          <cx:pt idx="25666">55.979999999999997</cx:pt>
          <cx:pt idx="25667">68.989999999999995</cx:pt>
          <cx:pt idx="25668">68.989999999999995</cx:pt>
          <cx:pt idx="25669">84.989999999999995</cx:pt>
          <cx:pt idx="25670">159.97999999999999</cx:pt>
          <cx:pt idx="25671">65.510000000000005</cx:pt>
          <cx:pt idx="25672">159.97999999999999</cx:pt>
          <cx:pt idx="25673">75.090000000000003</cx:pt>
          <cx:pt idx="25674">75.090000000000003</cx:pt>
          <cx:pt idx="25675">71.129999999999995</cx:pt>
          <cx:pt idx="25676">71.980000000000004</cx:pt>
          <cx:pt idx="25677">71.129999999999995</cx:pt>
          <cx:pt idx="25678">71.980000000000004</cx:pt>
          <cx:pt idx="25679">65.510000000000005</cx:pt>
          <cx:pt idx="25680">59.380000000000003</cx:pt>
          <cx:pt idx="25681">83.099999999999994</cx:pt>
          <cx:pt idx="25682">65.980000000000004</cx:pt>
          <cx:pt idx="25683">65.980000000000004</cx:pt>
          <cx:pt idx="25684">69.980000000000004</cx:pt>
          <cx:pt idx="25685">104.97</cx:pt>
          <cx:pt idx="25686">165.44999999999999</cx:pt>
          <cx:pt idx="25687">162.44</cx:pt>
          <cx:pt idx="25688">100.95999999999999</cx:pt>
          <cx:pt idx="25689">93.939999999999998</cx:pt>
          <cx:pt idx="25690">68.359999999999999</cx:pt>
          <cx:pt idx="25691">59.469999999999999</cx:pt>
          <cx:pt idx="25692">99.980000000000004</cx:pt>
          <cx:pt idx="25693">150.94999999999999</cx:pt>
          <cx:pt idx="25694">424.94999999999999</cx:pt>
          <cx:pt idx="25695">263.95999999999998</cx:pt>
          <cx:pt idx="25696">218.94</cx:pt>
          <cx:pt idx="25697">158.06999999999999</cx:pt>
          <cx:pt idx="25698">349.92000000000002</cx:pt>
          <cx:pt idx="25699">355.94999999999999</cx:pt>
          <cx:pt idx="25700">328.91000000000003</cx:pt>
          <cx:pt idx="25701">116.97</cx:pt>
          <cx:pt idx="25702">41.189999999999998</cx:pt>
          <cx:pt idx="25703">161.97</cx:pt>
          <cx:pt idx="25704">76.969999999999999</cx:pt>
          <cx:pt idx="25705">84.989999999999995</cx:pt>
          <cx:pt idx="25706">89.939999999999998</cx:pt>
          <cx:pt idx="25707">69.989999999999995</cx:pt>
          <cx:pt idx="25708">141.66</cx:pt>
          <cx:pt idx="25709">136.93000000000001</cx:pt>
          <cx:pt idx="25710">257.36000000000001</cx:pt>
          <cx:pt idx="25711">183.96000000000001</cx:pt>
          <cx:pt idx="25712">131.97999999999999</cx:pt>
          <cx:pt idx="25713">259.48000000000002</cx:pt>
          <cx:pt idx="25714">161.94999999999999</cx:pt>
          <cx:pt idx="25715">53.969999999999999</cx:pt>
          <cx:pt idx="25716">161.91</cx:pt>
          <cx:pt idx="25717">161.84</cx:pt>
          <cx:pt idx="25718">158.96000000000001</cx:pt>
          <cx:pt idx="25719">81.980000000000004</cx:pt>
          <cx:pt idx="25720">76.980000000000004</cx:pt>
          <cx:pt idx="25721">158.93000000000001</cx:pt>
          <cx:pt idx="25722">79.980000000000004</cx:pt>
          <cx:pt idx="25723">65.689999999999998</cx:pt>
          <cx:pt idx="25724">123.77</cx:pt>
          <cx:pt idx="25725">78.780000000000001</cx:pt>
          <cx:pt idx="25726">320.24000000000001</cx:pt>
          <cx:pt idx="25727">272.19</cx:pt>
          <cx:pt idx="25728">57.780000000000001</cx:pt>
          <cx:pt idx="25729">30.829999999999998</cx:pt>
          <cx:pt idx="25730">79.319999999999993</cx:pt>
          <cx:pt idx="25731">64.780000000000001</cx:pt>
          <cx:pt idx="25732">74.709999999999994</cx:pt>
          <cx:pt idx="25733">75.219999999999999</cx:pt>
          <cx:pt idx="25734">118.25</cx:pt>
          <cx:pt idx="25735">50.869999999999997</cx:pt>
          <cx:pt idx="25736">50.969999999999999</cx:pt>
          <cx:pt idx="25737">51.979999999999997</cx:pt>
          <cx:pt idx="25738">55.979999999999997</cx:pt>
          <cx:pt idx="25739">175.41</cx:pt>
          <cx:pt idx="25740">78.629999999999995</cx:pt>
          <cx:pt idx="25741">96.780000000000001</cx:pt>
          <cx:pt idx="25742">50.969999999999999</cx:pt>
          <cx:pt idx="25743">50.969999999999999</cx:pt>
          <cx:pt idx="25744">71.989999999999995</cx:pt>
          <cx:pt idx="25745">57.979999999999997</cx:pt>
          <cx:pt idx="25746">53.759999999999998</cx:pt>
          <cx:pt idx="25747">49.859999999999999</cx:pt>
          <cx:pt idx="25748">39.990000000000002</cx:pt>
          <cx:pt idx="25749">95.379999999999995</cx:pt>
          <cx:pt idx="25750">105.98</cx:pt>
          <cx:pt idx="25751">169.97999999999999</cx:pt>
          <cx:pt idx="25752">105.98</cx:pt>
          <cx:pt idx="25753">124.97</cx:pt>
          <cx:pt idx="25754">105.98</cx:pt>
          <cx:pt idx="25755">153.97</cx:pt>
          <cx:pt idx="25756">105.98</cx:pt>
          <cx:pt idx="25757">89.980000000000004</cx:pt>
          <cx:pt idx="25758">134.97999999999999</cx:pt>
          <cx:pt idx="25759">105.98</cx:pt>
          <cx:pt idx="25760">188.97</cx:pt>
          <cx:pt idx="25761">169.97999999999999</cx:pt>
          <cx:pt idx="25762">105.98</cx:pt>
          <cx:pt idx="25763">134.97999999999999</cx:pt>
          <cx:pt idx="25764">91.969999999999999</cx:pt>
          <cx:pt idx="25765">68.170000000000002</cx:pt>
          <cx:pt idx="25766">51.960000000000001</cx:pt>
          <cx:pt idx="25767">49.280000000000001</cx:pt>
          <cx:pt idx="25768">110.86</cx:pt>
          <cx:pt idx="25769">89.980000000000004</cx:pt>
          <cx:pt idx="25770">159.96000000000001</cx:pt>
          <cx:pt idx="25771">24.18</cx:pt>
          <cx:pt idx="25772">65.319999999999993</cx:pt>
          <cx:pt idx="25773">46.490000000000002</cx:pt>
          <cx:pt idx="25774">67.980000000000004</cx:pt>
          <cx:pt idx="25775">52.240000000000002</cx:pt>
          <cx:pt idx="25776">93.579999999999998</cx:pt>
          <cx:pt idx="25777">158.47</cx:pt>
          <cx:pt idx="25778">158.47</cx:pt>
          <cx:pt idx="25779">46.490000000000002</cx:pt>
          <cx:pt idx="25780">40.229999999999997</cx:pt>
          <cx:pt idx="25781">72.959999999999994</cx:pt>
          <cx:pt idx="25782">85.459999999999994</cx:pt>
          <cx:pt idx="25783">13.27</cx:pt>
          <cx:pt idx="25784">58.969999999999999</cx:pt>
          <cx:pt idx="25785">50.380000000000003</cx:pt>
          <cx:pt idx="25786">50.380000000000003</cx:pt>
          <cx:pt idx="25787">67.719999999999999</cx:pt>
          <cx:pt idx="25788">159.69999999999999</cx:pt>
          <cx:pt idx="25789">147.59999999999999</cx:pt>
          <cx:pt idx="25790">99.200000000000003</cx:pt>
          <cx:pt idx="25791">79.849999999999994</cx:pt>
          <cx:pt idx="25792">165.90000000000001</cx:pt>
          <cx:pt idx="25793">79.849999999999994</cx:pt>
          <cx:pt idx="25794">99.200000000000003</cx:pt>
          <cx:pt idx="25795">79.849999999999994</cx:pt>
          <cx:pt idx="25796">159.69999999999999</cx:pt>
          <cx:pt idx="25797">67.719999999999999</cx:pt>
          <cx:pt idx="25798">79.849999999999994</cx:pt>
          <cx:pt idx="25799">159.69999999999999</cx:pt>
          <cx:pt idx="25800">159.69999999999999</cx:pt>
          <cx:pt idx="25801">79.849999999999994</cx:pt>
          <cx:pt idx="25802">159.69999999999999</cx:pt>
          <cx:pt idx="25803">159.69999999999999</cx:pt>
          <cx:pt idx="25804">395.94</cx:pt>
          <cx:pt idx="25805">395.94</cx:pt>
          <cx:pt idx="25806">370.94</cx:pt>
          <cx:pt idx="25807">370.94</cx:pt>
          <cx:pt idx="25808">79.849999999999994</cx:pt>
          <cx:pt idx="25809">79.849999999999994</cx:pt>
          <cx:pt idx="25810">165.90000000000001</cx:pt>
          <cx:pt idx="25811">79.849999999999994</cx:pt>
          <cx:pt idx="25812">395.94</cx:pt>
          <cx:pt idx="25813">147.59999999999999</cx:pt>
          <cx:pt idx="25814">304.94999999999999</cx:pt>
          <cx:pt idx="25815">395.94</cx:pt>
          <cx:pt idx="25816">304.94999999999999</cx:pt>
          <cx:pt idx="25817">45.960000000000001</cx:pt>
          <cx:pt idx="25818">62.899999999999999</cx:pt>
          <cx:pt idx="25819">42.079999999999998</cx:pt>
          <cx:pt idx="25820">84.980000000000004</cx:pt>
          <cx:pt idx="25821">76.069999999999993</cx:pt>
          <cx:pt idx="25822">79.980000000000004</cx:pt>
          <cx:pt idx="25823">59.979999999999997</cx:pt>
          <cx:pt idx="25824">100.95999999999999</cx:pt>
          <cx:pt idx="25825">96.969999999999999</cx:pt>
          <cx:pt idx="25826">63.960000000000001</cx:pt>
          <cx:pt idx="25827">84.989999999999995</cx:pt>
          <cx:pt idx="25828">120.56</cx:pt>
          <cx:pt idx="25829">84.989999999999995</cx:pt>
          <cx:pt idx="25830">84.989999999999995</cx:pt>
          <cx:pt idx="25831">104.98</cx:pt>
          <cx:pt idx="25832">79.319999999999993</cx:pt>
          <cx:pt idx="25833">-63.530000000000001</cx:pt>
          <cx:pt idx="25834">84.989999999999995</cx:pt>
          <cx:pt idx="25835">65.329999999999998</cx:pt>
          <cx:pt idx="25836">63.530000000000001</cx:pt>
          <cx:pt idx="25837">64.140000000000001</cx:pt>
          <cx:pt idx="25838">74.980000000000004</cx:pt>
          <cx:pt idx="25839">72.239999999999995</cx:pt>
          <cx:pt idx="25840">133.15000000000001</cx:pt>
          <cx:pt idx="25841">76.489999999999995</cx:pt>
          <cx:pt idx="25842">104.13</cx:pt>
          <cx:pt idx="25843">48.579999999999998</cx:pt>
          <cx:pt idx="25844">100.43000000000001</cx:pt>
          <cx:pt idx="25845">99.299999999999997</cx:pt>
          <cx:pt idx="25846">83.939999999999998</cx:pt>
          <cx:pt idx="25847">180.16999999999999</cx:pt>
          <cx:pt idx="25848">79.319999999999993</cx:pt>
          <cx:pt idx="25849">124.06999999999999</cx:pt>
          <cx:pt idx="25850">77.609999999999999</cx:pt>
          <cx:pt idx="25851">65.189999999999998</cx:pt>
          <cx:pt idx="25852">107.98</cx:pt>
          <cx:pt idx="25853">65.989999999999995</cx:pt>
          <cx:pt idx="25854">110.97</cx:pt>
          <cx:pt idx="25855">149.47</cx:pt>
          <cx:pt idx="25856">49.479999999999997</cx:pt>
          <cx:pt idx="25857">99.980000000000004</cx:pt>
          <cx:pt idx="25858">40.229999999999997</cx:pt>
          <cx:pt idx="25859">39.479999999999997</cx:pt>
          <cx:pt idx="25860">56.969999999999999</cx:pt>
          <cx:pt idx="25861">63.960000000000001</cx:pt>
          <cx:pt idx="25862">13.48</cx:pt>
          <cx:pt idx="25863">55.979999999999997</cx:pt>
          <cx:pt idx="25864">94.980000000000004</cx:pt>
          <cx:pt idx="25865">65.670000000000002</cx:pt>
          <cx:pt idx="25866">159.97999999999999</cx:pt>
          <cx:pt idx="25867">111.95999999999999</cx:pt>
          <cx:pt idx="25868">51.289999999999999</cx:pt>
          <cx:pt idx="25869">158.86000000000001</cx:pt>
          <cx:pt idx="25870">55.979999999999997</cx:pt>
          <cx:pt idx="25871">157.46000000000001</cx:pt>
          <cx:pt idx="25872">138.97999999999999</cx:pt>
          <cx:pt idx="25873">74.25</cx:pt>
          <cx:pt idx="25874">274.12</cx:pt>
          <cx:pt idx="25875">159.97999999999999</cx:pt>
          <cx:pt idx="25876">153.97999999999999</cx:pt>
          <cx:pt idx="25877">148.97999999999999</cx:pt>
          <cx:pt idx="25878">71.980000000000004</cx:pt>
          <cx:pt idx="25879">142.11000000000001</cx:pt>
          <cx:pt idx="25880">54.380000000000003</cx:pt>
          <cx:pt idx="25881">90.060000000000002</cx:pt>
          <cx:pt idx="25882">143.97999999999999</cx:pt>
          <cx:pt idx="25883">137.41</cx:pt>
          <cx:pt idx="25884">268.16000000000003</cx:pt>
          <cx:pt idx="25885">301.95999999999998</cx:pt>
          <cx:pt idx="25886">97.969999999999999</cx:pt>
          <cx:pt idx="25887">54.990000000000002</cx:pt>
          <cx:pt idx="25888">54.990000000000002</cx:pt>
          <cx:pt idx="25889">54.990000000000002</cx:pt>
          <cx:pt idx="25890">174.19</cx:pt>
          <cx:pt idx="25891">174.19</cx:pt>
          <cx:pt idx="25892">108.88</cx:pt>
          <cx:pt idx="25893">65.299999999999997</cx:pt>
          <cx:pt idx="25894">146.34</cx:pt>
          <cx:pt idx="25895">146.34</cx:pt>
          <cx:pt idx="25896">174.16999999999999</cx:pt>
          <cx:pt idx="25897">174.16999999999999</cx:pt>
          <cx:pt idx="25898">87.079999999999998</cx:pt>
          <cx:pt idx="25899">87.079999999999998</cx:pt>
          <cx:pt idx="25900">174.13999999999999</cx:pt>
          <cx:pt idx="25901">77.390000000000001</cx:pt>
          <cx:pt idx="25902">96.739999999999995</cx:pt>
          <cx:pt idx="25903">149.47</cx:pt>
          <cx:pt idx="25904">80.980000000000004</cx:pt>
          <cx:pt idx="25905">17.68</cx:pt>
          <cx:pt idx="25906">80.980000000000004</cx:pt>
          <cx:pt idx="25907">31.780000000000001</cx:pt>
          <cx:pt idx="25908">84.980000000000004</cx:pt>
          <cx:pt idx="25909">102.77</cx:pt>
          <cx:pt idx="25910">71.329999999999998</cx:pt>
          <cx:pt idx="25911">71.329999999999998</cx:pt>
          <cx:pt idx="25912">102.77</cx:pt>
          <cx:pt idx="25913">158.94999999999999</cx:pt>
          <cx:pt idx="25914">116.12</cx:pt>
          <cx:pt idx="25915">84.969999999999999</cx:pt>
          <cx:pt idx="25916">59.969999999999999</cx:pt>
          <cx:pt idx="25917">65.299999999999997</cx:pt>
          <cx:pt idx="25918">44.729999999999997</cx:pt>
          <cx:pt idx="25919">44.729999999999997</cx:pt>
          <cx:pt idx="25920">60.990000000000002</cx:pt>
          <cx:pt idx="25921">28.489999999999998</cx:pt>
          <cx:pt idx="25922">59.979999999999997</cx:pt>
          <cx:pt idx="25923">57.979999999999997</cx:pt>
          <cx:pt idx="25924">99.400000000000006</cx:pt>
          <cx:pt idx="25925">395.94</cx:pt>
          <cx:pt idx="25926">395.94</cx:pt>
          <cx:pt idx="25927">383.24000000000001</cx:pt>
          <cx:pt idx="25928">263.95999999999998</cx:pt>
          <cx:pt idx="25929">356.93000000000001</cx:pt>
          <cx:pt idx="25930">238.96000000000001</cx:pt>
          <cx:pt idx="25931">527.91999999999996</cx:pt>
          <cx:pt idx="25932">73.480000000000004</cx:pt>
          <cx:pt idx="25933">75.959999999999994</cx:pt>
          <cx:pt idx="25934">157.22999999999999</cx:pt>
          <cx:pt idx="25935">79.989999999999995</cx:pt>
          <cx:pt idx="25936">79.989999999999995</cx:pt>
          <cx:pt idx="25937">159.97999999999999</cx:pt>
          <cx:pt idx="25938">69.989999999999995</cx:pt>
          <cx:pt idx="25939">72.590000000000003</cx:pt>
          <cx:pt idx="25940">80.739999999999995</cx:pt>
          <cx:pt idx="25941">76.489999999999995</cx:pt>
          <cx:pt idx="25942">99.980000000000004</cx:pt>
          <cx:pt idx="25943">51.289999999999999</cx:pt>
          <cx:pt idx="25944">97.540000000000006</cx:pt>
          <cx:pt idx="25945">26.289999999999999</cx:pt>
          <cx:pt idx="25946">127.56999999999999</cx:pt>
          <cx:pt idx="25947">159.94999999999999</cx:pt>
          <cx:pt idx="25948">59.979999999999997</cx:pt>
          <cx:pt idx="25949">104.97</cx:pt>
          <cx:pt idx="25950">53.969999999999999</cx:pt>
          <cx:pt idx="25951">53.969999999999999</cx:pt>
          <cx:pt idx="25952">50.969999999999999</cx:pt>
          <cx:pt idx="25953">101.51000000000001</cx:pt>
          <cx:pt idx="25954">134.97999999999999</cx:pt>
          <cx:pt idx="25955">133.25999999999999</cx:pt>
          <cx:pt idx="25956">84.989999999999995</cx:pt>
          <cx:pt idx="25957">105.98</cx:pt>
          <cx:pt idx="25958">154.97</cx:pt>
          <cx:pt idx="25959">75.090000000000003</cx:pt>
          <cx:pt idx="25960">134.97999999999999</cx:pt>
          <cx:pt idx="25961">65.989999999999995</cx:pt>
          <cx:pt idx="25962">65.989999999999995</cx:pt>
          <cx:pt idx="25963">134.97999999999999</cx:pt>
          <cx:pt idx="25964">134.97999999999999</cx:pt>
          <cx:pt idx="25965">134.97999999999999</cx:pt>
          <cx:pt idx="25966">84.989999999999995</cx:pt>
          <cx:pt idx="25967">134.97999999999999</cx:pt>
          <cx:pt idx="25968">127.18000000000001</cx:pt>
          <cx:pt idx="25969">51.93</cx:pt>
          <cx:pt idx="25970">95.939999999999998</cx:pt>
          <cx:pt idx="25971">63.960000000000001</cx:pt>
          <cx:pt idx="25972">81.969999999999999</cx:pt>
          <cx:pt idx="25973">75.129999999999995</cx:pt>
          <cx:pt idx="25974">173.47</cx:pt>
          <cx:pt idx="25975">35.68</cx:pt>
          <cx:pt idx="25976">37.229999999999997</cx:pt>
          <cx:pt idx="25977">20.489999999999998</cx:pt>
          <cx:pt idx="25978">21.239999999999998</cx:pt>
          <cx:pt idx="25979">21.239999999999998</cx:pt>
          <cx:pt idx="25980">20.489999999999998</cx:pt>
          <cx:pt idx="25981">37.229999999999997</cx:pt>
          <cx:pt idx="25982">35.68</cx:pt>
          <cx:pt idx="25983">20.489999999999998</cx:pt>
          <cx:pt idx="25984">20.489999999999998</cx:pt>
          <cx:pt idx="25985">171.94999999999999</cx:pt>
          <cx:pt idx="25986">162.44999999999999</cx:pt>
          <cx:pt idx="25987">114.95</cx:pt>
          <cx:pt idx="25988">56.969999999999999</cx:pt>
          <cx:pt idx="25989">829.39999999999998</cx:pt>
          <cx:pt idx="25990">722.41999999999996</cx:pt>
          <cx:pt idx="25991">31.48</cx:pt>
          <cx:pt idx="25992">339.95999999999998</cx:pt>
          <cx:pt idx="25993">339.95999999999998</cx:pt>
          <cx:pt idx="25994">149.97</cx:pt>
          <cx:pt idx="25995">339.95999999999998</cx:pt>
          <cx:pt idx="25996">69.980000000000004</cx:pt>
          <cx:pt idx="25997">101.94</cx:pt>
          <cx:pt idx="25998">66.980000000000004</cx:pt>
          <cx:pt idx="25999">89.980000000000004</cx:pt>
          <cx:pt idx="26000">99.980000000000004</cx:pt>
          <cx:pt idx="26001">99.980000000000004</cx:pt>
          <cx:pt idx="26002">89.980000000000004</cx:pt>
          <cx:pt idx="26003">66.980000000000004</cx:pt>
          <cx:pt idx="26004">84.989999999999995</cx:pt>
          <cx:pt idx="26005">16.460000000000001</cx:pt>
          <cx:pt idx="26006">79.950000000000003</cx:pt>
          <cx:pt idx="26007">65.969999999999999</cx:pt>
          <cx:pt idx="26008">32.490000000000002</cx:pt>
          <cx:pt idx="26009">26.489999999999998</cx:pt>
          <cx:pt idx="26010">34.490000000000002</cx:pt>
          <cx:pt idx="26011">29.489999999999998</cx:pt>
          <cx:pt idx="26012">68.980000000000004</cx:pt>
          <cx:pt idx="26013">87.969999999999999</cx:pt>
          <cx:pt idx="26014">-1.5</cx:pt>
          <cx:pt idx="26015">51.490000000000002</cx:pt>
          <cx:pt idx="26016">106.95999999999999</cx:pt>
          <cx:pt idx="26017">105.94</cx:pt>
          <cx:pt idx="26018">51.979999999999997</cx:pt>
          <cx:pt idx="26019">55.780000000000001</cx:pt>
          <cx:pt idx="26020">55.780000000000001</cx:pt>
          <cx:pt idx="26021">58.479999999999997</cx:pt>
          <cx:pt idx="26022">47.68</cx:pt>
          <cx:pt idx="26023">58.479999999999997</cx:pt>
          <cx:pt idx="26024">47.68</cx:pt>
          <cx:pt idx="26025">51.979999999999997</cx:pt>
          <cx:pt idx="26026">131.97999999999999</cx:pt>
          <cx:pt idx="26027">84.989999999999995</cx:pt>
          <cx:pt idx="26028">131.12</cx:pt>
          <cx:pt idx="26029">167.94999999999999</cx:pt>
          <cx:pt idx="26030">155.96000000000001</cx:pt>
          <cx:pt idx="26031">31.489999999999998</cx:pt>
          <cx:pt idx="26032">388.39999999999998</cx:pt>
          <cx:pt idx="26033">197.97</cx:pt>
          <cx:pt idx="26034">84.989999999999995</cx:pt>
          <cx:pt idx="26035">-0.5</cx:pt>
          <cx:pt idx="26036">167.94999999999999</cx:pt>
          <cx:pt idx="26037">193.96000000000001</cx:pt>
          <cx:pt idx="26038">205.94999999999999</cx:pt>
          <cx:pt idx="26039">143.97</cx:pt>
          <cx:pt idx="26040">84.989999999999995</cx:pt>
          <cx:pt idx="26041">131.97999999999999</cx:pt>
          <cx:pt idx="26042">20.489999999999998</cx:pt>
          <cx:pt idx="26043">208.94</cx:pt>
          <cx:pt idx="26044">224.97</cx:pt>
          <cx:pt idx="26045">59.990000000000002</cx:pt>
          <cx:pt idx="26046">28.280000000000001</cx:pt>
          <cx:pt idx="26047">59.990000000000002</cx:pt>
          <cx:pt idx="26048">78.260000000000005</cx:pt>
          <cx:pt idx="26049">31.289999999999999</cx:pt>
          <cx:pt idx="26050">24.739999999999998</cx:pt>
          <cx:pt idx="26051">40.270000000000003</cx:pt>
          <cx:pt idx="26052">51.960000000000001</cx:pt>
          <cx:pt idx="26053">48.049999999999997</cx:pt>
          <cx:pt idx="26054">99.980000000000004</cx:pt>
          <cx:pt idx="26055">133.28</cx:pt>
          <cx:pt idx="26056">149.97</cx:pt>
          <cx:pt idx="26057">136.28</cx:pt>
          <cx:pt idx="26058">105.98</cx:pt>
          <cx:pt idx="26059">157.33000000000001</cx:pt>
          <cx:pt idx="26060">149.97</cx:pt>
          <cx:pt idx="26061">134.97999999999999</cx:pt>
          <cx:pt idx="26062">95.150000000000006</cx:pt>
          <cx:pt idx="26063">134.97999999999999</cx:pt>
          <cx:pt idx="26064">129.96000000000001</cx:pt>
          <cx:pt idx="26065">104.66</cx:pt>
          <cx:pt idx="26066">138.66</cx:pt>
          <cx:pt idx="26067">142.77000000000001</cx:pt>
          <cx:pt idx="26068">65.989999999999995</cx:pt>
          <cx:pt idx="26069">74.129999999999995</cx:pt>
          <cx:pt idx="26070">84.980000000000004</cx:pt>
          <cx:pt idx="26071">61.960000000000001</cx:pt>
          <cx:pt idx="26072">67.480000000000004</cx:pt>
          <cx:pt idx="26073">26.489999999999998</cx:pt>
          <cx:pt idx="26074">53.780000000000001</cx:pt>
          <cx:pt idx="26075">13.289999999999999</cx:pt>
          <cx:pt idx="26076">73.980000000000004</cx:pt>
          <cx:pt idx="26077">84.989999999999995</cx:pt>
          <cx:pt idx="26078">158.96000000000001</cx:pt>
          <cx:pt idx="26079">257.68000000000001</cx:pt>
          <cx:pt idx="26080">-253.15000000000001</cx:pt>
          <cx:pt idx="26081">183.87</cx:pt>
          <cx:pt idx="26082">175.87</cx:pt>
          <cx:pt idx="26083">-173.30000000000001</cx:pt>
          <cx:pt idx="26084">175.87</cx:pt>
          <cx:pt idx="26085">257.68000000000001</cx:pt>
          <cx:pt idx="26086">177.83000000000001</cx:pt>
          <cx:pt idx="26087">253.15000000000001</cx:pt>
          <cx:pt idx="26088">-173.30000000000001</cx:pt>
          <cx:pt idx="26089">173.30000000000001</cx:pt>
          <cx:pt idx="26090">-253.15000000000001</cx:pt>
          <cx:pt idx="26091">183.87</cx:pt>
          <cx:pt idx="26092">177.83000000000001</cx:pt>
          <cx:pt idx="26093">173.30000000000001</cx:pt>
          <cx:pt idx="26094">231.91</cx:pt>
          <cx:pt idx="26095">231.91</cx:pt>
          <cx:pt idx="26096">253.15000000000001</cx:pt>
          <cx:pt idx="26097">56.969999999999999</cx:pt>
          <cx:pt idx="26098">101.97</cx:pt>
          <cx:pt idx="26099">56.969999999999999</cx:pt>
          <cx:pt idx="26100">101.97</cx:pt>
          <cx:pt idx="26101">101.97</cx:pt>
          <cx:pt idx="26102">56.969999999999999</cx:pt>
          <cx:pt idx="26103">63.960000000000001</cx:pt>
          <cx:pt idx="26104">93.579999999999998</cx:pt>
          <cx:pt idx="26105">151.97</cx:pt>
          <cx:pt idx="26106">92.540000000000006</cx:pt>
          <cx:pt idx="26107">79.840000000000003</cx:pt>
          <cx:pt idx="26108">83.980000000000004</cx:pt>
          <cx:pt idx="26109">56.969999999999999</cx:pt>
          <cx:pt idx="26110">56.969999999999999</cx:pt>
          <cx:pt idx="26111">56.969999999999999</cx:pt>
          <cx:pt idx="26112">171.97</cx:pt>
          <cx:pt idx="26113">131.97999999999999</cx:pt>
          <cx:pt idx="26114">84.989999999999995</cx:pt>
          <cx:pt idx="26115">84.989999999999995</cx:pt>
          <cx:pt idx="26116">84.989999999999995</cx:pt>
          <cx:pt idx="26117">77.969999999999999</cx:pt>
          <cx:pt idx="26118">77.969999999999999</cx:pt>
          <cx:pt idx="26119">79.989999999999995</cx:pt>
          <cx:pt idx="26120">75.980000000000004</cx:pt>
          <cx:pt idx="26121">86.969999999999999</cx:pt>
          <cx:pt idx="26122">68.980000000000004</cx:pt>
          <cx:pt idx="26123">96.780000000000001</cx:pt>
          <cx:pt idx="26124">158.47</cx:pt>
          <cx:pt idx="26125">68.969999999999999</cx:pt>
          <cx:pt idx="26126">12.49</cx:pt>
          <cx:pt idx="26127">57.57</cx:pt>
          <cx:pt idx="26128">156.94999999999999</cx:pt>
          <cx:pt idx="26129">91.980000000000004</cx:pt>
          <cx:pt idx="26130">140.59</cx:pt>
          <cx:pt idx="26131">169.97999999999999</cx:pt>
          <cx:pt idx="26132">230.03999999999999</cx:pt>
          <cx:pt idx="26133">157.38</cx:pt>
          <cx:pt idx="26134">226.96000000000001</cx:pt>
          <cx:pt idx="26135">131.97999999999999</cx:pt>
          <cx:pt idx="26136">123.48</cx:pt>
          <cx:pt idx="26137">124.98</cx:pt>
          <cx:pt idx="26138">81.980000000000004</cx:pt>
          <cx:pt idx="26139">59.979999999999997</cx:pt>
          <cx:pt idx="26140">1.5</cx:pt>
          <cx:pt idx="26141">84.989999999999995</cx:pt>
          <cx:pt idx="26142">67.959999999999994</cx:pt>
          <cx:pt idx="26143">169.97999999999999</cx:pt>
          <cx:pt idx="26144">169.97999999999999</cx:pt>
          <cx:pt idx="26145">131.97999999999999</cx:pt>
          <cx:pt idx="26146">59.390000000000001</cx:pt>
          <cx:pt idx="26147">169.97999999999999</cx:pt>
          <cx:pt idx="26148">69.980000000000004</cx:pt>
          <cx:pt idx="26149">69.980000000000004</cx:pt>
          <cx:pt idx="26150">94.969999999999999</cx:pt>
          <cx:pt idx="26151">86.950000000000003</cx:pt>
          <cx:pt idx="26152">94.969999999999999</cx:pt>
          <cx:pt idx="26153">86.950000000000003</cx:pt>
          <cx:pt idx="26154">171.77000000000001</cx:pt>
          <cx:pt idx="26155">171.77000000000001</cx:pt>
          <cx:pt idx="26156">91.920000000000002</cx:pt>
          <cx:pt idx="26157">79.819999999999993</cx:pt>
          <cx:pt idx="26158">48.57</cx:pt>
          <cx:pt idx="26159">51.969999999999999</cx:pt>
          <cx:pt idx="26160">42.229999999999997</cx:pt>
          <cx:pt idx="26161">51.289999999999999</cx:pt>
          <cx:pt idx="26162">39.93</cx:pt>
          <cx:pt idx="26163">75.959999999999994</cx:pt>
          <cx:pt idx="26164">79.980000000000004</cx:pt>
          <cx:pt idx="26165">98.980000000000004</cx:pt>
          <cx:pt idx="26166">58.979999999999997</cx:pt>
          <cx:pt idx="26167">157.96000000000001</cx:pt>
          <cx:pt idx="26168">119.95999999999999</cx:pt>
          <cx:pt idx="26169">89.969999999999999</cx:pt>
          <cx:pt idx="26170">89.969999999999999</cx:pt>
          <cx:pt idx="26171">69.969999999999999</cx:pt>
          <cx:pt idx="26172">92.969999999999999</cx:pt>
          <cx:pt idx="26173">69.969999999999999</cx:pt>
          <cx:pt idx="26174">29.989999999999998</cx:pt>
          <cx:pt idx="26175">29.989999999999998</cx:pt>
          <cx:pt idx="26176">119.86</cx:pt>
          <cx:pt idx="26177">119.95999999999999</cx:pt>
          <cx:pt idx="26178">92.969999999999999</cx:pt>
          <cx:pt idx="26179">119.95999999999999</cx:pt>
          <cx:pt idx="26180">119.95999999999999</cx:pt>
          <cx:pt idx="26181">89.969999999999999</cx:pt>
          <cx:pt idx="26182">85.469999999999999</cx:pt>
          <cx:pt idx="26183">83.670000000000002</cx:pt>
          <cx:pt idx="26184">83.670000000000002</cx:pt>
          <cx:pt idx="26185">149.94999999999999</cx:pt>
          <cx:pt idx="26186">119.95999999999999</cx:pt>
          <cx:pt idx="26187">149.94999999999999</cx:pt>
          <cx:pt idx="26188">85.469999999999999</cx:pt>
          <cx:pt idx="26189">119.86</cx:pt>
          <cx:pt idx="26190">59.979999999999997</cx:pt>
          <cx:pt idx="26191">89.959999999999994</cx:pt>
          <cx:pt idx="26192">92.969999999999999</cx:pt>
          <cx:pt idx="26193">119.95999999999999</cx:pt>
          <cx:pt idx="26194">123.95999999999999</cx:pt>
          <cx:pt idx="26195">59.979999999999997</cx:pt>
          <cx:pt idx="26196">83.670000000000002</cx:pt>
          <cx:pt idx="26197">83.670000000000002</cx:pt>
          <cx:pt idx="26198">112.45999999999999</cx:pt>
          <cx:pt idx="26199">89.969999999999999</cx:pt>
          <cx:pt idx="26200">89.969999999999999</cx:pt>
          <cx:pt idx="26201">112.45999999999999</cx:pt>
          <cx:pt idx="26202">52.68</cx:pt>
          <cx:pt idx="26203">119.95999999999999</cx:pt>
          <cx:pt idx="26204">89.969999999999999</cx:pt>
          <cx:pt idx="26205">52.68</cx:pt>
          <cx:pt idx="26206">92.969999999999999</cx:pt>
          <cx:pt idx="26207">89.969999999999999</cx:pt>
          <cx:pt idx="26208">154.94999999999999</cx:pt>
          <cx:pt idx="26209">139.16</cx:pt>
          <cx:pt idx="26210">119.95999999999999</cx:pt>
          <cx:pt idx="26211">149.94999999999999</cx:pt>
          <cx:pt idx="26212">89.969999999999999</cx:pt>
          <cx:pt idx="26213">119.95999999999999</cx:pt>
          <cx:pt idx="26214">154.94999999999999</cx:pt>
          <cx:pt idx="26215">149.94999999999999</cx:pt>
          <cx:pt idx="26216">123.95999999999999</cx:pt>
          <cx:pt idx="26217">119.95999999999999</cx:pt>
          <cx:pt idx="26218">119.95999999999999</cx:pt>
          <cx:pt idx="26219">119.95999999999999</cx:pt>
          <cx:pt idx="26220">89.959999999999994</cx:pt>
          <cx:pt idx="26221">139.16</cx:pt>
          <cx:pt idx="26222">169.97999999999999</cx:pt>
          <cx:pt idx="26223">84.989999999999995</cx:pt>
          <cx:pt idx="26224">84.989999999999995</cx:pt>
          <cx:pt idx="26225">254.97</cx:pt>
          <cx:pt idx="26226">169.97999999999999</cx:pt>
          <cx:pt idx="26227">-254.97</cx:pt>
          <cx:pt idx="26228">169.97999999999999</cx:pt>
          <cx:pt idx="26229">56.969999999999999</cx:pt>
          <cx:pt idx="26230">61.689999999999998</cx:pt>
          <cx:pt idx="26231">49.990000000000002</cx:pt>
          <cx:pt idx="26232">61.689999999999998</cx:pt>
          <cx:pt idx="26233">76.079999999999998</cx:pt>
          <cx:pt idx="26234">53.649999999999999</cx:pt>
          <cx:pt idx="26235">52.18</cx:pt>
          <cx:pt idx="26236">76.920000000000002</cx:pt>
          <cx:pt idx="26237">57.399999999999999</cx:pt>
          <cx:pt idx="26238">52.399999999999999</cx:pt>
          <cx:pt idx="26239">130.94999999999999</cx:pt>
          <cx:pt idx="26240">132.91</cx:pt>
          <cx:pt idx="26241">104.44</cx:pt>
          <cx:pt idx="26242">97.980000000000004</cx:pt>
          <cx:pt idx="26243">93.599999999999994</cx:pt>
          <cx:pt idx="26244">97.980000000000004</cx:pt>
          <cx:pt idx="26245">77.439999999999998</cx:pt>
          <cx:pt idx="26246">55.719999999999999</cx:pt>
          <cx:pt idx="26247">52</cx:pt>
          <cx:pt idx="26248">169.96000000000001</cx:pt>
          <cx:pt idx="26249">99.969999999999999</cx:pt>
          <cx:pt idx="26250">69.989999999999995</cx:pt>
          <cx:pt idx="26251">50.490000000000002</cx:pt>
          <cx:pt idx="26252">90.469999999999999</cx:pt>
          <cx:pt idx="26253">0.5</cx:pt>
          <cx:pt idx="26254">73.180000000000007</cx:pt>
          <cx:pt idx="26255">73.480000000000004</cx:pt>
          <cx:pt idx="26256">56.969999999999999</cx:pt>
          <cx:pt idx="26257">98.969999999999999</cx:pt>
          <cx:pt idx="26258">72.540000000000006</cx:pt>
          <cx:pt idx="26259">-97.909999999999997</cx:pt>
          <cx:pt idx="26260">97.909999999999997</cx:pt>
          <cx:pt idx="26261">98.650000000000006</cx:pt>
          <cx:pt idx="26262">29.48</cx:pt>
          <cx:pt idx="26263">14.49</cx:pt>
          <cx:pt idx="26264">55.960000000000001</cx:pt>
          <cx:pt idx="26265">29.48</cx:pt>
          <cx:pt idx="26266">79.989999999999995</cx:pt>
          <cx:pt idx="26267">99.969999999999999</cx:pt>
          <cx:pt idx="26268">76.480000000000004</cx:pt>
          <cx:pt idx="26269">187.97</cx:pt>
          <cx:pt idx="26270">99.969999999999999</cx:pt>
          <cx:pt idx="26271">31.469999999999999</cx:pt>
          <cx:pt idx="26272">69.959999999999994</cx:pt>
          <cx:pt idx="26273">80.980000000000004</cx:pt>
          <cx:pt idx="26274">65.980000000000004</cx:pt>
          <cx:pt idx="26275">79.959999999999994</cx:pt>
          <cx:pt idx="26276">60.990000000000002</cx:pt>
          <cx:pt idx="26277">154.97999999999999</cx:pt>
          <cx:pt idx="26278">59.979999999999997</cx:pt>
          <cx:pt idx="26279">94.980000000000004</cx:pt>
          <cx:pt idx="26280">68.989999999999995</cx:pt>
          <cx:pt idx="26281">69.989999999999995</cx:pt>
          <cx:pt idx="26282">68.989999999999995</cx:pt>
          <cx:pt idx="26283">69.989999999999995</cx:pt>
          <cx:pt idx="26284">79.989999999999995</cx:pt>
          <cx:pt idx="26285">74.989999999999995</cx:pt>
          <cx:pt idx="26286">154.94999999999999</cx:pt>
          <cx:pt idx="26287">154.97</cx:pt>
          <cx:pt idx="26288">154.97</cx:pt>
          <cx:pt idx="26289">55.939999999999998</cx:pt>
          <cx:pt idx="26290">46.82</cx:pt>
          <cx:pt idx="26291">154.97</cx:pt>
          <cx:pt idx="26292">154.97</cx:pt>
          <cx:pt idx="26293">111.87</cx:pt>
          <cx:pt idx="26294">91.870000000000005</cx:pt>
          <cx:pt idx="26295">105.98</cx:pt>
          <cx:pt idx="26296">84.989999999999995</cx:pt>
          <cx:pt idx="26297">105.98</cx:pt>
          <cx:pt idx="26298">110.87</cx:pt>
          <cx:pt idx="26299">105.98</cx:pt>
          <cx:pt idx="26300">103.44</cx:pt>
          <cx:pt idx="26301">118.98</cx:pt>
          <cx:pt idx="26302">99.980000000000004</cx:pt>
          <cx:pt idx="26303">84.989999999999995</cx:pt>
          <cx:pt idx="26304">70.980000000000004</cx:pt>
          <cx:pt idx="26305">110.87</cx:pt>
          <cx:pt idx="26306">86.980000000000004</cx:pt>
          <cx:pt idx="26307">91.870000000000005</cx:pt>
          <cx:pt idx="26308">81.599999999999994</cx:pt>
          <cx:pt idx="26309">105.98</cx:pt>
          <cx:pt idx="26310">95.870000000000005</cx:pt>
          <cx:pt idx="26311">134.97999999999999</cx:pt>
          <cx:pt idx="26312">84.989999999999995</cx:pt>
          <cx:pt idx="26313">99.980000000000004</cx:pt>
          <cx:pt idx="26314">126.97</cx:pt>
          <cx:pt idx="26315">71.989999999999995</cx:pt>
          <cx:pt idx="26316">105.98</cx:pt>
          <cx:pt idx="26317">105.98</cx:pt>
          <cx:pt idx="26318">99.980000000000004</cx:pt>
          <cx:pt idx="26319">84.989999999999995</cx:pt>
          <cx:pt idx="26320">47.490000000000002</cx:pt>
          <cx:pt idx="26321">56.969999999999999</cx:pt>
          <cx:pt idx="26322">97.980000000000004</cx:pt>
          <cx:pt idx="26323">65.989999999999995</cx:pt>
          <cx:pt idx="26324">22.239999999999998</cx:pt>
          <cx:pt idx="26325">42.240000000000002</cx:pt>
          <cx:pt idx="26326">28.489999999999998</cx:pt>
          <cx:pt idx="26327">80.969999999999999</cx:pt>
          <cx:pt idx="26328">28.390000000000001</cx:pt>
          <cx:pt idx="26329">95.370000000000005</cx:pt>
          <cx:pt idx="26330">157.44999999999999</cx:pt>
          <cx:pt idx="26331">79.980000000000004</cx:pt>
          <cx:pt idx="26332">79.849999999999994</cx:pt>
          <cx:pt idx="26333">104.04000000000001</cx:pt>
          <cx:pt idx="26334">129.43000000000001</cx:pt>
          <cx:pt idx="26335">79.849999999999994</cx:pt>
          <cx:pt idx="26336">79.849999999999994</cx:pt>
          <cx:pt idx="26337">114.87</cx:pt>
          <cx:pt idx="26338">104.02</cx:pt>
          <cx:pt idx="26339">104.04000000000001</cx:pt>
          <cx:pt idx="26340">122.19</cx:pt>
          <cx:pt idx="26341">96.780000000000001</cx:pt>
          <cx:pt idx="26342">84.680000000000007</cx:pt>
          <cx:pt idx="26343">71.859999999999999</cx:pt>
          <cx:pt idx="26344">96.780000000000001</cx:pt>
          <cx:pt idx="26345">79.849999999999994</cx:pt>
          <cx:pt idx="26346">62.210000000000001</cx:pt>
          <cx:pt idx="26347">127</cx:pt>
          <cx:pt idx="26348">104.04000000000001</cx:pt>
          <cx:pt idx="26349">47.340000000000003</cx:pt>
          <cx:pt idx="26350">109.98</cx:pt>
          <cx:pt idx="26351">72.239999999999995</cx:pt>
          <cx:pt idx="26352">84.989999999999995</cx:pt>
          <cx:pt idx="26353">72.239999999999995</cx:pt>
          <cx:pt idx="26354">84.989999999999995</cx:pt>
          <cx:pt idx="26355">16.289999999999999</cx:pt>
          <cx:pt idx="26356">16.289999999999999</cx:pt>
          <cx:pt idx="26357">97.950000000000003</cx:pt>
          <cx:pt idx="26358">72.549999999999997</cx:pt>
          <cx:pt idx="26359">169.97999999999999</cx:pt>
          <cx:pt idx="26360">137.97999999999999</cx:pt>
          <cx:pt idx="26361">99.980000000000004</cx:pt>
          <cx:pt idx="26362">139.97999999999999</cx:pt>
          <cx:pt idx="26363">169.97999999999999</cx:pt>
          <cx:pt idx="26364">69.980000000000004</cx:pt>
          <cx:pt idx="26365">54.990000000000002</cx:pt>
          <cx:pt idx="26366">131.97999999999999</cx:pt>
          <cx:pt idx="26367">65.989999999999995</cx:pt>
          <cx:pt idx="26368">110.98</cx:pt>
          <cx:pt idx="26369">54.990000000000002</cx:pt>
          <cx:pt idx="26370">65.989999999999995</cx:pt>
          <cx:pt idx="26371">89.980000000000004</cx:pt>
          <cx:pt idx="26372">169.97999999999999</cx:pt>
          <cx:pt idx="26373">169.97999999999999</cx:pt>
          <cx:pt idx="26374">84.989999999999995</cx:pt>
          <cx:pt idx="26375">65.989999999999995</cx:pt>
          <cx:pt idx="26376">84.989999999999995</cx:pt>
          <cx:pt idx="26377">54.990000000000002</cx:pt>
          <cx:pt idx="26378">89.980000000000004</cx:pt>
          <cx:pt idx="26379">74.980000000000004</cx:pt>
          <cx:pt idx="26380">110.98</cx:pt>
          <cx:pt idx="26381">107.97</cx:pt>
          <cx:pt idx="26382">49.100000000000001</cx:pt>
          <cx:pt idx="26383">89.969999999999999</cx:pt>
          <cx:pt idx="26384">51.969999999999999</cx:pt>
          <cx:pt idx="26385">98.969999999999999</cx:pt>
          <cx:pt idx="26386">69.980000000000004</cx:pt>
          <cx:pt idx="26387">149.96000000000001</cx:pt>
          <cx:pt idx="26388">84.989999999999995</cx:pt>
          <cx:pt idx="26389">71.980000000000004</cx:pt>
          <cx:pt idx="26390">66.980000000000004</cx:pt>
          <cx:pt idx="26391">89.980000000000004</cx:pt>
          <cx:pt idx="26392">91.959999999999994</cx:pt>
          <cx:pt idx="26393">99.980000000000004</cx:pt>
          <cx:pt idx="26394">171.06999999999999</cx:pt>
          <cx:pt idx="26395">241.91999999999999</cx:pt>
          <cx:pt idx="26396">134.97999999999999</cx:pt>
          <cx:pt idx="26397">37.490000000000002</cx:pt>
          <cx:pt idx="26398">177.94999999999999</cx:pt>
          <cx:pt idx="26399">129.96000000000001</cx:pt>
          <cx:pt idx="26400">149.93000000000001</cx:pt>
          <cx:pt idx="26401">59.960000000000001</cx:pt>
          <cx:pt idx="26402">241.93000000000001</cx:pt>
          <cx:pt idx="26403">205.93000000000001</cx:pt>
          <cx:pt idx="26404">199.83000000000001</cx:pt>
          <cx:pt idx="26405">187.94</cx:pt>
          <cx:pt idx="26406">155.94</cx:pt>
          <cx:pt idx="26407">215.97999999999999</cx:pt>
          <cx:pt idx="26408">64.799999999999997</cx:pt>
          <cx:pt idx="26409">154.49000000000001</cx:pt>
          <cx:pt idx="26410">71.329999999999998</cx:pt>
          <cx:pt idx="26411">68.989999999999995</cx:pt>
          <cx:pt idx="26412">84.989999999999995</cx:pt>
          <cx:pt idx="26413">153.97999999999999</cx:pt>
          <cx:pt idx="26414">84.989999999999995</cx:pt>
          <cx:pt idx="26415">68.989999999999995</cx:pt>
          <cx:pt idx="26416">84.989999999999995</cx:pt>
          <cx:pt idx="26417">68.989999999999995</cx:pt>
          <cx:pt idx="26418">73.989999999999995</cx:pt>
          <cx:pt idx="26419">102.18000000000001</cx:pt>
          <cx:pt idx="26420">169.97999999999999</cx:pt>
          <cx:pt idx="26421">229.97</cx:pt>
          <cx:pt idx="26422">69.980000000000004</cx:pt>
          <cx:pt idx="26423">131.97999999999999</cx:pt>
          <cx:pt idx="26424">137.97999999999999</cx:pt>
          <cx:pt idx="26425">55.960000000000001</cx:pt>
          <cx:pt idx="26426">242.75999999999999</cx:pt>
          <cx:pt idx="26427">36.140000000000001</cx:pt>
          <cx:pt idx="26428">13.289999999999999</cx:pt>
          <cx:pt idx="26429">101.48</cx:pt>
          <cx:pt idx="26430">51.969999999999999</cx:pt>
          <cx:pt idx="26431">92.469999999999999</cx:pt>
          <cx:pt idx="26432">29.989999999999998</cx:pt>
          <cx:pt idx="26433">83.939999999999998</cx:pt>
          <cx:pt idx="26434">153.86000000000001</cx:pt>
          <cx:pt idx="26435">53.969999999999999</cx:pt>
          <cx:pt idx="26436">48.57</cx:pt>
          <cx:pt idx="26437">53.969999999999999</cx:pt>
          <cx:pt idx="26438">169.84</cx:pt>
          <cx:pt idx="26439">203.59</cx:pt>
          <cx:pt idx="26440">89.230000000000004</cx:pt>
          <cx:pt idx="26441">68.989999999999995</cx:pt>
          <cx:pt idx="26442">145.97999999999999</cx:pt>
          <cx:pt idx="26443">98.480000000000004</cx:pt>
          <cx:pt idx="26444">97.909999999999997</cx:pt>
          <cx:pt idx="26445">137.97999999999999</cx:pt>
          <cx:pt idx="26446">173.96000000000001</cx:pt>
          <cx:pt idx="26447">68.989999999999995</cx:pt>
          <cx:pt idx="26448">73.969999999999999</cx:pt>
          <cx:pt idx="26449">82.469999999999999</cx:pt>
          <cx:pt idx="26450">39.280000000000001</cx:pt>
          <cx:pt idx="26451">108.43000000000001</cx:pt>
          <cx:pt idx="26452">29.550000000000001</cx:pt>
          <cx:pt idx="26453">65.299999999999997</cx:pt>
          <cx:pt idx="26454">80.959999999999994</cx:pt>
          <cx:pt idx="26455">80.959999999999994</cx:pt>
          <cx:pt idx="26456">98.950000000000003</cx:pt>
          <cx:pt idx="26457">84.689999999999998</cx:pt>
          <cx:pt idx="26458">84.689999999999998</cx:pt>
          <cx:pt idx="26459">134.97999999999999</cx:pt>
          <cx:pt idx="26460">177.97</cx:pt>
          <cx:pt idx="26461">135.72999999999999</cx:pt>
          <cx:pt idx="26462">101.28</cx:pt>
          <cx:pt idx="26463">39.990000000000002</cx:pt>
          <cx:pt idx="26464">218.58000000000001</cx:pt>
          <cx:pt idx="26465">165.84</cx:pt>
          <cx:pt idx="26466">76.489999999999995</cx:pt>
          <cx:pt idx="26467">167.96000000000001</cx:pt>
          <cx:pt idx="26468">169.34999999999999</cx:pt>
          <cx:pt idx="26469">167.94</cx:pt>
          <cx:pt idx="26470">72.540000000000006</cx:pt>
          <cx:pt idx="26471">96.780000000000001</cx:pt>
          <cx:pt idx="26472">72.560000000000002</cx:pt>
          <cx:pt idx="26473">84.659999999999997</cx:pt>
          <cx:pt idx="26474">155.96000000000001</cx:pt>
          <cx:pt idx="26475">59.979999999999997</cx:pt>
          <cx:pt idx="26476">95.959999999999994</cx:pt>
          <cx:pt idx="26477">419.99000000000001</cx:pt>
          <cx:pt idx="26478">97.140000000000001</cx:pt>
          <cx:pt idx="26479">206.97</cx:pt>
          <cx:pt idx="26480">139.94</cx:pt>
          <cx:pt idx="26481">824.25999999999999</cx:pt>
          <cx:pt idx="26482">-180.80000000000001</cx:pt>
          <cx:pt idx="26483">250.93000000000001</cx:pt>
          <cx:pt idx="26484">229.97</cx:pt>
          <cx:pt idx="26485">279.95999999999998</cx:pt>
          <cx:pt idx="26486">229.97</cx:pt>
          <cx:pt idx="26487">51.969999999999999</cx:pt>
          <cx:pt idx="26488">51.969999999999999</cx:pt>
          <cx:pt idx="26489">24.989999999999998</cx:pt>
          <cx:pt idx="26490">167.75</cx:pt>
          <cx:pt idx="26491">88.170000000000002</cx:pt>
          <cx:pt idx="26492">64.989999999999995</cx:pt>
          <cx:pt idx="26493">68.140000000000001</cx:pt>
          <cx:pt idx="26494">84.989999999999995</cx:pt>
          <cx:pt idx="26495">120.98</cx:pt>
          <cx:pt idx="26496">197.97</cx:pt>
          <cx:pt idx="26497">125.45999999999999</cx:pt>
          <cx:pt idx="26498">126.48999999999999</cx:pt>
          <cx:pt idx="26499">224.36000000000001</cx:pt>
          <cx:pt idx="26500">197.91999999999999</cx:pt>
          <cx:pt idx="26501">112.18000000000001</cx:pt>
          <cx:pt idx="26502">131.97999999999999</cx:pt>
          <cx:pt idx="26503">217.03</cx:pt>
          <cx:pt idx="26504">-125.45999999999999</cx:pt>
          <cx:pt idx="26505">196.65000000000001</cx:pt>
          <cx:pt idx="26506">190.49000000000001</cx:pt>
          <cx:pt idx="26507">130</cx:pt>
          <cx:pt idx="26508">53.969999999999999</cx:pt>
          <cx:pt idx="26509">53.969999999999999</cx:pt>
          <cx:pt idx="26510">53.969999999999999</cx:pt>
          <cx:pt idx="26511">101.04000000000001</cx:pt>
          <cx:pt idx="26512">51.979999999999997</cx:pt>
          <cx:pt idx="26513">34.490000000000002</cx:pt>
          <cx:pt idx="26514">67.480000000000004</cx:pt>
          <cx:pt idx="26515">62.979999999999997</cx:pt>
          <cx:pt idx="26516">112.94</cx:pt>
          <cx:pt idx="26517">31.48</cx:pt>
          <cx:pt idx="26518">72.969999999999999</cx:pt>
          <cx:pt idx="26519">79.969999999999999</cx:pt>
          <cx:pt idx="26520">54.979999999999997</cx:pt>
          <cx:pt idx="26521">59.469999999999999</cx:pt>
          <cx:pt idx="26522">52.969999999999999</cx:pt>
          <cx:pt idx="26523">183.74000000000001</cx:pt>
          <cx:pt idx="26524">131.97999999999999</cx:pt>
          <cx:pt idx="26525">152.97</cx:pt>
          <cx:pt idx="26526">157.86000000000001</cx:pt>
          <cx:pt idx="26527">152.97</cx:pt>
          <cx:pt idx="26528">178.84999999999999</cx:pt>
          <cx:pt idx="26529">138.97</cx:pt>
          <cx:pt idx="26530">173.96000000000001</cx:pt>
          <cx:pt idx="26531">63.880000000000003</cx:pt>
          <cx:pt idx="26532">152.97</cx:pt>
          <cx:pt idx="26533">110.97</cx:pt>
          <cx:pt idx="26534">194.94999999999999</cx:pt>
          <cx:pt idx="26535">83.969999999999999</cx:pt>
          <cx:pt idx="26536">68.859999999999999</cx:pt>
          <cx:pt idx="26537">64.989999999999995</cx:pt>
          <cx:pt idx="26538">97.969999999999999</cx:pt>
          <cx:pt idx="26539">99.989999999999995</cx:pt>
          <cx:pt idx="26540">26.09</cx:pt>
          <cx:pt idx="26541">31.09</cx:pt>
          <cx:pt idx="26542">29.09</cx:pt>
          <cx:pt idx="26543">23.09</cx:pt>
          <cx:pt idx="26544">69.950000000000003</cx:pt>
          <cx:pt idx="26545">83.980000000000004</cx:pt>
          <cx:pt idx="26546">37.479999999999997</cx:pt>
          <cx:pt idx="26547">131.97999999999999</cx:pt>
          <cx:pt idx="26548">131.97999999999999</cx:pt>
          <cx:pt idx="26549">146.97</cx:pt>
          <cx:pt idx="26550">131.86000000000001</cx:pt>
          <cx:pt idx="26551">146.97</cx:pt>
          <cx:pt idx="26552">157.96000000000001</cx:pt>
          <cx:pt idx="26553">61.18</cx:pt>
          <cx:pt idx="26554">80.980000000000004</cx:pt>
          <cx:pt idx="26555">80.980000000000004</cx:pt>
          <cx:pt idx="26556">138.87</cx:pt>
          <cx:pt idx="26557">80.980000000000004</cx:pt>
          <cx:pt idx="26558">121.98</cx:pt>
          <cx:pt idx="26559">131.97999999999999</cx:pt>
          <cx:pt idx="26560">155.16999999999999</cx:pt>
          <cx:pt idx="26561">77.099999999999994</cx:pt>
          <cx:pt idx="26562">64.980000000000004</cx:pt>
          <cx:pt idx="26563">34.990000000000002</cx:pt>
          <cx:pt idx="26564">57.979999999999997</cx:pt>
          <cx:pt idx="26565">169.97999999999999</cx:pt>
          <cx:pt idx="26566">84.989999999999995</cx:pt>
          <cx:pt idx="26567">169.97999999999999</cx:pt>
          <cx:pt idx="26568">169.97999999999999</cx:pt>
          <cx:pt idx="26569">131.97999999999999</cx:pt>
          <cx:pt idx="26570">131.97999999999999</cx:pt>
          <cx:pt idx="26571">98.980000000000004</cx:pt>
          <cx:pt idx="26572">89.980000000000004</cx:pt>
          <cx:pt idx="26573">64.980000000000004</cx:pt>
          <cx:pt idx="26574">154.94999999999999</cx:pt>
          <cx:pt idx="26575">168.13999999999999</cx:pt>
          <cx:pt idx="26576">154.94</cx:pt>
          <cx:pt idx="26577">100.39</cx:pt>
          <cx:pt idx="26578">67.739999999999995</cx:pt>
          <cx:pt idx="26579">59.960000000000001</cx:pt>
          <cx:pt idx="26580">31.280000000000001</cx:pt>
          <cx:pt idx="26581">59.960000000000001</cx:pt>
          <cx:pt idx="26582">94.950000000000003</cx:pt>
          <cx:pt idx="26583">94.959999999999994</cx:pt>
          <cx:pt idx="26584">59.960000000000001</cx:pt>
          <cx:pt idx="26585">199.91999999999999</cx:pt>
          <cx:pt idx="26586">154.93000000000001</cx:pt>
          <cx:pt idx="26587">75.969999999999999</cx:pt>
          <cx:pt idx="26588">86.930000000000007</cx:pt>
          <cx:pt idx="26589">162.75</cx:pt>
          <cx:pt idx="26590">172.21000000000001</cx:pt>
          <cx:pt idx="26591">213.27000000000001</cx:pt>
          <cx:pt idx="26592">69.989999999999995</cx:pt>
          <cx:pt idx="26593">17.489999999999998</cx:pt>
          <cx:pt idx="26594">13.49</cx:pt>
          <cx:pt idx="26595">21.489999999999998</cx:pt>
          <cx:pt idx="26596">14.24</cx:pt>
          <cx:pt idx="26597">96.969999999999999</cx:pt>
          <cx:pt idx="26598">57.759999999999998</cx:pt>
          <cx:pt idx="26599">133.59</cx:pt>
          <cx:pt idx="26600">133.59</cx:pt>
          <cx:pt idx="26601">49.990000000000002</cx:pt>
          <cx:pt idx="26602">73.569999999999993</cx:pt>
          <cx:pt idx="26603">-23</cx:pt>
          <cx:pt idx="26604">54.990000000000002</cx:pt>
          <cx:pt idx="26605">75.969999999999999</cx:pt>
          <cx:pt idx="26606">67.480000000000004</cx:pt>
          <cx:pt idx="26607">151.94</cx:pt>
          <cx:pt idx="26608">74.989999999999995</cx:pt>
          <cx:pt idx="26609">94.989999999999995</cx:pt>
          <cx:pt idx="26610">104.98</cx:pt>
          <cx:pt idx="26611">179.05000000000001</cx:pt>
          <cx:pt idx="26612">269.89999999999998</cx:pt>
          <cx:pt idx="26613">309.95999999999998</cx:pt>
          <cx:pt idx="26614">99.959999999999994</cx:pt>
          <cx:pt idx="26615">229.97</cx:pt>
          <cx:pt idx="26616">106.97</cx:pt>
          <cx:pt idx="26617">471.04000000000002</cx:pt>
          <cx:pt idx="26618">151.96000000000001</cx:pt>
          <cx:pt idx="26619">87.969999999999999</cx:pt>
          <cx:pt idx="26620">63.979999999999997</cx:pt>
          <cx:pt idx="26621">99.989999999999995</cx:pt>
          <cx:pt idx="26622">51.960000000000001</cx:pt>
          <cx:pt idx="26623">70.980000000000004</cx:pt>
          <cx:pt idx="26624">151.74000000000001</cx:pt>
          <cx:pt idx="26625">51.960000000000001</cx:pt>
          <cx:pt idx="26626">87.969999999999999</cx:pt>
          <cx:pt idx="26627">64.980000000000004</cx:pt>
          <cx:pt idx="26628">55.390000000000001</cx:pt>
          <cx:pt idx="26629">98.920000000000002</cx:pt>
          <cx:pt idx="26630">84.989999999999995</cx:pt>
          <cx:pt idx="26631">169.97</cx:pt>
          <cx:pt idx="26632">161.03999999999999</cx:pt>
          <cx:pt idx="26633">99.980000000000004</cx:pt>
          <cx:pt idx="26634">136.97</cx:pt>
          <cx:pt idx="26635">131.97999999999999</cx:pt>
          <cx:pt idx="26636">65.989999999999995</cx:pt>
          <cx:pt idx="26637">99.469999999999999</cx:pt>
          <cx:pt idx="26638">39.890000000000001</cx:pt>
          <cx:pt idx="26639">50.979999999999997</cx:pt>
          <cx:pt idx="26640">59.979999999999997</cx:pt>
          <cx:pt idx="26641">41.490000000000002</cx:pt>
          <cx:pt idx="26642">51.979999999999997</cx:pt>
          <cx:pt idx="26643">108.81999999999999</cx:pt>
          <cx:pt idx="26644">59.469999999999999</cx:pt>
          <cx:pt idx="26645">55.969999999999999</cx:pt>
          <cx:pt idx="26646">27.489999999999998</cx:pt>
          <cx:pt idx="26647">-36.990000000000002</cx:pt>
          <cx:pt idx="26648">38.490000000000002</cx:pt>
          <cx:pt idx="26649">-1.5</cx:pt>
          <cx:pt idx="26650">53.969999999999999</cx:pt>
          <cx:pt idx="26651">53.969999999999999</cx:pt>
          <cx:pt idx="26652">84.989999999999995</cx:pt>
          <cx:pt idx="26653">137.97999999999999</cx:pt>
          <cx:pt idx="26654">84.989999999999995</cx:pt>
          <cx:pt idx="26655">152.97999999999999</cx:pt>
          <cx:pt idx="26656">65.989999999999995</cx:pt>
          <cx:pt idx="26657">84.989999999999995</cx:pt>
          <cx:pt idx="26658">84.989999999999995</cx:pt>
          <cx:pt idx="26659">65.989999999999995</cx:pt>
          <cx:pt idx="26660">65.989999999999995</cx:pt>
          <cx:pt idx="26661">65.989999999999995</cx:pt>
          <cx:pt idx="26662">84.989999999999995</cx:pt>
          <cx:pt idx="26663">63.890000000000001</cx:pt>
          <cx:pt idx="26664">65.989999999999995</cx:pt>
          <cx:pt idx="26665">131.97999999999999</cx:pt>
          <cx:pt idx="26666">84.989999999999995</cx:pt>
          <cx:pt idx="26667">84.989999999999995</cx:pt>
          <cx:pt idx="26668">65.989999999999995</cx:pt>
          <cx:pt idx="26669">131.97999999999999</cx:pt>
          <cx:pt idx="26670">84.989999999999995</cx:pt>
          <cx:pt idx="26671">84.989999999999995</cx:pt>
          <cx:pt idx="26672">65.989999999999995</cx:pt>
          <cx:pt idx="26673">84.989999999999995</cx:pt>
          <cx:pt idx="26674">84.989999999999995</cx:pt>
          <cx:pt idx="26675">84.989999999999995</cx:pt>
          <cx:pt idx="26676">65.989999999999995</cx:pt>
          <cx:pt idx="26677">75.090000000000003</cx:pt>
          <cx:pt idx="26678">134.97999999999999</cx:pt>
          <cx:pt idx="26679">134.97999999999999</cx:pt>
          <cx:pt idx="26680">65.989999999999995</cx:pt>
          <cx:pt idx="26681">84.989999999999995</cx:pt>
          <cx:pt idx="26682">84.989999999999995</cx:pt>
          <cx:pt idx="26683">153.97999999999999</cx:pt>
          <cx:pt idx="26684">84.989999999999995</cx:pt>
          <cx:pt idx="26685">68.989999999999995</cx:pt>
          <cx:pt idx="26686">20.289999999999999</cx:pt>
          <cx:pt idx="26687">51.939999999999998</cx:pt>
          <cx:pt idx="26688">153.93000000000001</cx:pt>
          <cx:pt idx="26689">89.969999999999999</cx:pt>
          <cx:pt idx="26690">67.709999999999994</cx:pt>
          <cx:pt idx="26691">46.920000000000002</cx:pt>
          <cx:pt idx="26692">31.280000000000001</cx:pt>
          <cx:pt idx="26693">40.490000000000002</cx:pt>
          <cx:pt idx="26694">40.490000000000002</cx:pt>
          <cx:pt idx="26695">89.969999999999999</cx:pt>
          <cx:pt idx="26696">80.969999999999999</cx:pt>
          <cx:pt idx="26697">89.969999999999999</cx:pt>
          <cx:pt idx="26698">89.969999999999999</cx:pt>
          <cx:pt idx="26699">53.979999999999997</cx:pt>
          <cx:pt idx="26700">150.25999999999999</cx:pt>
          <cx:pt idx="26701">77.969999999999999</cx:pt>
          <cx:pt idx="26702">84.969999999999999</cx:pt>
          <cx:pt idx="26703">119.95999999999999</cx:pt>
          <cx:pt idx="26704">65.989999999999995</cx:pt>
          <cx:pt idx="26705">74.969999999999999</cx:pt>
          <cx:pt idx="26706">89.969999999999999</cx:pt>
          <cx:pt idx="26707">59.979999999999997</cx:pt>
          <cx:pt idx="26708">89.969999999999999</cx:pt>
          <cx:pt idx="26709">89.969999999999999</cx:pt>
          <cx:pt idx="26710">89.969999999999999</cx:pt>
          <cx:pt idx="26711">80.909999999999997</cx:pt>
          <cx:pt idx="26712">81.069999999999993</cx:pt>
          <cx:pt idx="26713">89.969999999999999</cx:pt>
          <cx:pt idx="26714">83.450000000000003</cx:pt>
          <cx:pt idx="26715">83.450000000000003</cx:pt>
          <cx:pt idx="26716">151.15000000000001</cx:pt>
          <cx:pt idx="26717">117.98</cx:pt>
          <cx:pt idx="26718">24.68</cx:pt>
          <cx:pt idx="26719">150.97</cx:pt>
          <cx:pt idx="26720">74.969999999999999</cx:pt>
          <cx:pt idx="26721">75.959999999999994</cx:pt>
          <cx:pt idx="26722">125.97</cx:pt>
          <cx:pt idx="26723">53.57</cx:pt>
          <cx:pt idx="26724">17.489999999999998</cx:pt>
          <cx:pt idx="26725">50.969999999999999</cx:pt>
          <cx:pt idx="26726">39.479999999999997</cx:pt>
          <cx:pt idx="26727">17.489999999999998</cx:pt>
          <cx:pt idx="26728">55.640000000000001</cx:pt>
          <cx:pt idx="26729">157.25999999999999</cx:pt>
          <cx:pt idx="26730">119.37</cx:pt>
          <cx:pt idx="26731">92.540000000000006</cx:pt>
          <cx:pt idx="26732">114.54000000000001</cx:pt>
          <cx:pt idx="26733">108.88</cx:pt>
          <cx:pt idx="26734">153.62</cx:pt>
          <cx:pt idx="26735">108.88</cx:pt>
          <cx:pt idx="26736">127.01000000000001</cx:pt>
          <cx:pt idx="26737">121.93000000000001</cx:pt>
          <cx:pt idx="26738">159.68000000000001</cx:pt>
          <cx:pt idx="26739">215.31999999999999</cx:pt>
          <cx:pt idx="26740">128.22</cx:pt>
          <cx:pt idx="26741">134.28999999999999</cx:pt>
          <cx:pt idx="26742">102.83</cx:pt>
          <cx:pt idx="26743">37.460000000000001</cx:pt>
          <cx:pt idx="26744">41.490000000000002</cx:pt>
          <cx:pt idx="26745">46.450000000000003</cx:pt>
          <cx:pt idx="26746">101.75</cx:pt>
          <cx:pt idx="26747">51.759999999999998</cx:pt>
          <cx:pt idx="26748">69.989999999999995</cx:pt>
          <cx:pt idx="26749">83.480000000000004</cx:pt>
          <cx:pt idx="26750">67.980000000000004</cx:pt>
          <cx:pt idx="26751">85.459999999999994</cx:pt>
          <cx:pt idx="26752">269.95999999999998</cx:pt>
          <cx:pt idx="26753">269.95999999999998</cx:pt>
          <cx:pt idx="26754">257.83999999999997</cx:pt>
          <cx:pt idx="26755">257.83999999999997</cx:pt>
          <cx:pt idx="26756">205.94999999999999</cx:pt>
          <cx:pt idx="26757">269.95999999999998</cx:pt>
          <cx:pt idx="26758">197.97</cx:pt>
          <cx:pt idx="26759">269.95999999999998</cx:pt>
          <cx:pt idx="26760">269.95999999999998</cx:pt>
          <cx:pt idx="26761">169.97999999999999</cx:pt>
          <cx:pt idx="26762">197.97</cx:pt>
          <cx:pt idx="26763">267.25999999999999</cx:pt>
          <cx:pt idx="26764">169.97999999999999</cx:pt>
          <cx:pt idx="26765">269.95999999999998</cx:pt>
          <cx:pt idx="26766">146.97</cx:pt>
          <cx:pt idx="26767">169.97999999999999</cx:pt>
          <cx:pt idx="26768">244.96000000000001</cx:pt>
          <cx:pt idx="26769">154.97</cx:pt>
          <cx:pt idx="26770">185.97</cx:pt>
          <cx:pt idx="26771">185.97</cx:pt>
          <cx:pt idx="26772">169.97999999999999</cx:pt>
          <cx:pt idx="26773">244.96000000000001</cx:pt>
          <cx:pt idx="26774">205.94999999999999</cx:pt>
          <cx:pt idx="26775">143.19</cx:pt>
          <cx:pt idx="26776">146.97</cx:pt>
          <cx:pt idx="26777">154.97</cx:pt>
          <cx:pt idx="26778">267.25999999999999</cx:pt>
          <cx:pt idx="26779">143.19</cx:pt>
          <cx:pt idx="26780">151.96000000000001</cx:pt>
          <cx:pt idx="26781">75.980000000000004</cx:pt>
          <cx:pt idx="26782">75.980000000000004</cx:pt>
          <cx:pt idx="26783">29.98</cx:pt>
          <cx:pt idx="26784">32.229999999999997</cx:pt>
          <cx:pt idx="26785">31.48</cx:pt>
          <cx:pt idx="26786">31.48</cx:pt>
          <cx:pt idx="26787">54.979999999999997</cx:pt>
          <cx:pt idx="26788">152.97999999999999</cx:pt>
          <cx:pt idx="26789">152.96000000000001</cx:pt>
          <cx:pt idx="26790">152.97</cx:pt>
          <cx:pt idx="26791">131.97999999999999</cx:pt>
          <cx:pt idx="26792">169.97999999999999</cx:pt>
          <cx:pt idx="26793">169.97999999999999</cx:pt>
          <cx:pt idx="26794">159.97999999999999</cx:pt>
          <cx:pt idx="26795">184.97</cx:pt>
          <cx:pt idx="26796">175.94999999999999</cx:pt>
          <cx:pt idx="26797">169.97999999999999</cx:pt>
          <cx:pt idx="26798">184.97</cx:pt>
          <cx:pt idx="26799">185.97</cx:pt>
          <cx:pt idx="26800">178.16999999999999</cx:pt>
          <cx:pt idx="26801">185.97</cx:pt>
          <cx:pt idx="26802">100.98</cx:pt>
          <cx:pt idx="26803">184.97</cx:pt>
          <cx:pt idx="26804">169.97999999999999</cx:pt>
          <cx:pt idx="26805">234.96000000000001</cx:pt>
          <cx:pt idx="26806">75.129999999999995</cx:pt>
          <cx:pt idx="26807">76.459999999999994</cx:pt>
          <cx:pt idx="26808">22.48</cx:pt>
          <cx:pt idx="26809">22.73</cx:pt>
          <cx:pt idx="26810">11.49</cx:pt>
          <cx:pt idx="26811">36.479999999999997</cx:pt>
          <cx:pt idx="26812">19.18</cx:pt>
          <cx:pt idx="26813">150.18000000000001</cx:pt>
          <cx:pt idx="26814">150.18000000000001</cx:pt>
          <cx:pt idx="26815">39.479999999999997</cx:pt>
          <cx:pt idx="26816">33.990000000000002</cx:pt>
          <cx:pt idx="26817">133.08000000000001</cx:pt>
          <cx:pt idx="26818">165.69</cx:pt>
          <cx:pt idx="26819">149.97</cx:pt>
          <cx:pt idx="26820">153.97999999999999</cx:pt>
          <cx:pt idx="26821">84.989999999999995</cx:pt>
          <cx:pt idx="26822">65.989999999999995</cx:pt>
          <cx:pt idx="26823">84.989999999999995</cx:pt>
          <cx:pt idx="26824">64.980000000000004</cx:pt>
          <cx:pt idx="26825">84.989999999999995</cx:pt>
          <cx:pt idx="26826">84.989999999999995</cx:pt>
          <cx:pt idx="26827">68.989999999999995</cx:pt>
          <cx:pt idx="26828">84.989999999999995</cx:pt>
          <cx:pt idx="26829">80.180000000000007</cx:pt>
          <cx:pt idx="26830">68.989999999999995</cx:pt>
          <cx:pt idx="26831">99.980000000000004</cx:pt>
          <cx:pt idx="26832">99.980000000000004</cx:pt>
          <cx:pt idx="26833">71.489999999999995</cx:pt>
          <cx:pt idx="26834">84.989999999999995</cx:pt>
          <cx:pt idx="26835">111.98</cx:pt>
          <cx:pt idx="26836">68.989999999999995</cx:pt>
          <cx:pt idx="26837">84.989999999999995</cx:pt>
          <cx:pt idx="26838">95.280000000000001</cx:pt>
          <cx:pt idx="26839">68.989999999999995</cx:pt>
          <cx:pt idx="26840">99.980000000000004</cx:pt>
          <cx:pt idx="26841">137.97999999999999</cx:pt>
          <cx:pt idx="26842">84.989999999999995</cx:pt>
          <cx:pt idx="26843">99.980000000000004</cx:pt>
          <cx:pt idx="26844">65.989999999999995</cx:pt>
          <cx:pt idx="26845">62.689999999999998</cx:pt>
          <cx:pt idx="26846">64.980000000000004</cx:pt>
          <cx:pt idx="26847">132.97</cx:pt>
          <cx:pt idx="26848">89.969999999999999</cx:pt>
          <cx:pt idx="26849">59.979999999999997</cx:pt>
          <cx:pt idx="26850">59.979999999999997</cx:pt>
          <cx:pt idx="26851">89.969999999999999</cx:pt>
          <cx:pt idx="26852">81.969999999999999</cx:pt>
          <cx:pt idx="26853">149.97</cx:pt>
          <cx:pt idx="26854">149.97</cx:pt>
          <cx:pt idx="26855">149.97</cx:pt>
          <cx:pt idx="26856">149.94</cx:pt>
          <cx:pt idx="26857">149.97</cx:pt>
          <cx:pt idx="26858">149.97</cx:pt>
          <cx:pt idx="26859">271.85000000000002</cx:pt>
          <cx:pt idx="26860">190.16</cx:pt>
          <cx:pt idx="26861">294.95999999999998</cx:pt>
          <cx:pt idx="26862">76.870000000000005</cx:pt>
          <cx:pt idx="26863">187.97</cx:pt>
          <cx:pt idx="26864">187.97</cx:pt>
          <cx:pt idx="26865">102.97</cx:pt>
          <cx:pt idx="26866">82.430000000000007</cx:pt>
          <cx:pt idx="26867">41.479999999999997</cx:pt>
          <cx:pt idx="26868">99.989999999999995</cx:pt>
          <cx:pt idx="26869">153.94</cx:pt>
          <cx:pt idx="26870">149.96000000000001</cx:pt>
          <cx:pt idx="26871">149.94999999999999</cx:pt>
          <cx:pt idx="26872">59.979999999999997</cx:pt>
          <cx:pt idx="26873">89.969999999999999</cx:pt>
          <cx:pt idx="26874">32.240000000000002</cx:pt>
          <cx:pt idx="26875">32.240000000000002</cx:pt>
          <cx:pt idx="26876">59.979999999999997</cx:pt>
          <cx:pt idx="26877">89.969999999999999</cx:pt>
          <cx:pt idx="26878">59.979999999999997</cx:pt>
          <cx:pt idx="26879">149.94999999999999</cx:pt>
          <cx:pt idx="26880">79.980000000000004</cx:pt>
          <cx:pt idx="26881">89.969999999999999</cx:pt>
          <cx:pt idx="26882">59.979999999999997</cx:pt>
          <cx:pt idx="26883">147.96000000000001</cx:pt>
          <cx:pt idx="26884">221.94</cx:pt>
          <cx:pt idx="26885">147.96000000000001</cx:pt>
          <cx:pt idx="26886">147.96000000000001</cx:pt>
          <cx:pt idx="26887">110.97</cx:pt>
          <cx:pt idx="26888">139.94999999999999</cx:pt>
          <cx:pt idx="26889">221.94</cx:pt>
          <cx:pt idx="26890">139.94999999999999</cx:pt>
          <cx:pt idx="26891">147.96000000000001</cx:pt>
          <cx:pt idx="26892">107.92</cx:pt>
          <cx:pt idx="26893">202.88</cx:pt>
          <cx:pt idx="26894">111.95999999999999</cx:pt>
          <cx:pt idx="26895">73.980000000000004</cx:pt>
          <cx:pt idx="26896">147.96000000000001</cx:pt>
          <cx:pt idx="26897">147.96000000000001</cx:pt>
          <cx:pt idx="26898">221.94</cx:pt>
          <cx:pt idx="26899">110.97</cx:pt>
          <cx:pt idx="26900">33.479999999999997</cx:pt>
          <cx:pt idx="26901">56.979999999999997</cx:pt>
          <cx:pt idx="26902">50.979999999999997</cx:pt>
          <cx:pt idx="26903">149.94</cx:pt>
          <cx:pt idx="26904">149.90000000000001</cx:pt>
          <cx:pt idx="26905">149.90000000000001</cx:pt>
          <cx:pt idx="26906">149.90000000000001</cx:pt>
          <cx:pt idx="26907">149.90000000000001</cx:pt>
          <cx:pt idx="26908">49.43</cx:pt>
          <cx:pt idx="26909">89.939999999999998</cx:pt>
          <cx:pt idx="26910">166.65000000000001</cx:pt>
          <cx:pt idx="26911">92.870000000000005</cx:pt>
          <cx:pt idx="26912">121.98</cx:pt>
          <cx:pt idx="26913">65.989999999999995</cx:pt>
          <cx:pt idx="26914">131.97999999999999</cx:pt>
          <cx:pt idx="26915">56.979999999999997</cx:pt>
          <cx:pt idx="26916">112.2</cx:pt>
          <cx:pt idx="26917">43.479999999999997</cx:pt>
          <cx:pt idx="26918">131.97999999999999</cx:pt>
          <cx:pt idx="26919">135.28</cx:pt>
          <cx:pt idx="26920">47.969999999999999</cx:pt>
          <cx:pt idx="26921">61.310000000000002</cx:pt>
          <cx:pt idx="26922">126.97</cx:pt>
          <cx:pt idx="26923">65.989999999999995</cx:pt>
          <cx:pt idx="26924">136.97</cx:pt>
          <cx:pt idx="26925">92.870000000000005</cx:pt>
          <cx:pt idx="26926">158.86000000000001</cx:pt>
          <cx:pt idx="26927">154.47</cx:pt>
          <cx:pt idx="26928">150.96000000000001</cx:pt>
          <cx:pt idx="26929">54.990000000000002</cx:pt>
          <cx:pt idx="26930">152.06</cx:pt>
          <cx:pt idx="26931">79.980000000000004</cx:pt>
          <cx:pt idx="26932">191.00999999999999</cx:pt>
          <cx:pt idx="26933">100.31999999999999</cx:pt>
          <cx:pt idx="26934">159.69999999999999</cx:pt>
          <cx:pt idx="26935">147.59999999999999</cx:pt>
          <cx:pt idx="26936">36.939999999999998</cx:pt>
          <cx:pt idx="26937">101.97</cx:pt>
          <cx:pt idx="26938">51.289999999999999</cx:pt>
          <cx:pt idx="26939">28.280000000000001</cx:pt>
          <cx:pt idx="26940">91.909999999999997</cx:pt>
          <cx:pt idx="26941">75.959999999999994</cx:pt>
          <cx:pt idx="26942">56.969999999999999</cx:pt>
          <cx:pt idx="26943">94.969999999999999</cx:pt>
          <cx:pt idx="26944">54.979999999999997</cx:pt>
          <cx:pt idx="26945">59.960000000000001</cx:pt>
          <cx:pt idx="26946">31.079999999999998</cx:pt>
          <cx:pt idx="26947">131.97999999999999</cx:pt>
          <cx:pt idx="26948">69.989999999999995</cx:pt>
          <cx:pt idx="26949">125.20999999999999</cx:pt>
          <cx:pt idx="26950">81.980000000000004</cx:pt>
          <cx:pt idx="26951">151.27000000000001</cx:pt>
          <cx:pt idx="26952">147.97</cx:pt>
          <cx:pt idx="26953">147.97</cx:pt>
          <cx:pt idx="26954">137.97</cx:pt>
          <cx:pt idx="26955">60.950000000000003</cx:pt>
          <cx:pt idx="26956">81.980000000000004</cx:pt>
          <cx:pt idx="26957">147.97</cx:pt>
          <cx:pt idx="26958">81.980000000000004</cx:pt>
          <cx:pt idx="26959">147.97</cx:pt>
          <cx:pt idx="26960">147.97</cx:pt>
          <cx:pt idx="26961">71.489999999999995</cx:pt>
          <cx:pt idx="26962">140.19</cx:pt>
          <cx:pt idx="26963">147.97</cx:pt>
          <cx:pt idx="26964">81.980000000000004</cx:pt>
          <cx:pt idx="26965">147.97</cx:pt>
          <cx:pt idx="26966">147.97</cx:pt>
          <cx:pt idx="26967">41.490000000000002</cx:pt>
          <cx:pt idx="26968">41.490000000000002</cx:pt>
          <cx:pt idx="26969">40.490000000000002</cx:pt>
          <cx:pt idx="26970">45.469999999999999</cx:pt>
          <cx:pt idx="26971">94.959999999999994</cx:pt>
          <cx:pt idx="26972">79.980000000000004</cx:pt>
          <cx:pt idx="26973">68.989999999999995</cx:pt>
          <cx:pt idx="26974">88.909999999999997</cx:pt>
          <cx:pt idx="26975">148.96000000000001</cx:pt>
          <cx:pt idx="26976">8.2899999999999991</cx:pt>
          <cx:pt idx="26977">51.609999999999999</cx:pt>
          <cx:pt idx="26978">21.489999999999998</cx:pt>
          <cx:pt idx="26979">169.34999999999999</cx:pt>
          <cx:pt idx="26980">62.880000000000003</cx:pt>
          <cx:pt idx="26981">259.33999999999997</cx:pt>
          <cx:pt idx="26982">208.06999999999999</cx:pt>
          <cx:pt idx="26983">120.15000000000001</cx:pt>
          <cx:pt idx="26984">319.38999999999999</cx:pt>
          <cx:pt idx="26985">140.97</cx:pt>
          <cx:pt idx="26986">147.56999999999999</cx:pt>
          <cx:pt idx="26987">195.96000000000001</cx:pt>
          <cx:pt idx="26988">382.27999999999997</cx:pt>
          <cx:pt idx="26989">193.55000000000001</cx:pt>
          <cx:pt idx="26990">29.48</cx:pt>
          <cx:pt idx="26991">110.98</cx:pt>
          <cx:pt idx="26992">29.489999999999998</cx:pt>
          <cx:pt idx="26993">22.239999999999998</cx:pt>
          <cx:pt idx="26994">29.489999999999998</cx:pt>
          <cx:pt idx="26995">29.489999999999998</cx:pt>
          <cx:pt idx="26996">56.969999999999999</cx:pt>
          <cx:pt idx="26997">91.959999999999994</cx:pt>
          <cx:pt idx="26998">64.989999999999995</cx:pt>
          <cx:pt idx="26999">54.979999999999997</cx:pt>
          <cx:pt idx="27000">63.960000000000001</cx:pt>
          <cx:pt idx="27001">93.950000000000003</cx:pt>
          <cx:pt idx="27002">54.979999999999997</cx:pt>
          <cx:pt idx="27003">63.960000000000001</cx:pt>
          <cx:pt idx="27004">64.989999999999995</cx:pt>
          <cx:pt idx="27005">93.950000000000003</cx:pt>
          <cx:pt idx="27006">63.979999999999997</cx:pt>
          <cx:pt idx="27007">72.980000000000004</cx:pt>
          <cx:pt idx="27008">136.94999999999999</cx:pt>
          <cx:pt idx="27009">62.899999999999999</cx:pt>
          <cx:pt idx="27010">26.600000000000001</cx:pt>
          <cx:pt idx="27011">65.319999999999993</cx:pt>
          <cx:pt idx="27012">155.06</cx:pt>
          <cx:pt idx="27013">98.980000000000004</cx:pt>
          <cx:pt idx="27014">197.96000000000001</cx:pt>
          <cx:pt idx="27015">84.989999999999995</cx:pt>
          <cx:pt idx="27016">84.989999999999995</cx:pt>
          <cx:pt idx="27017">80.75</cx:pt>
          <cx:pt idx="27018">84.989999999999995</cx:pt>
          <cx:pt idx="27019">84.989999999999995</cx:pt>
          <cx:pt idx="27020">79.980000000000004</cx:pt>
          <cx:pt idx="27021">105.98</cx:pt>
          <cx:pt idx="27022">88.340000000000003</cx:pt>
          <cx:pt idx="27023">131.19999999999999</cx:pt>
          <cx:pt idx="27024">183.97</cx:pt>
          <cx:pt idx="27025">84.989999999999995</cx:pt>
          <cx:pt idx="27026">84.989999999999995</cx:pt>
          <cx:pt idx="27027">105.98</cx:pt>
          <cx:pt idx="27028">164.5</cx:pt>
          <cx:pt idx="27029">84.989999999999995</cx:pt>
          <cx:pt idx="27030">141.97</cx:pt>
          <cx:pt idx="27031">98.980000000000004</cx:pt>
          <cx:pt idx="27032">124.98</cx:pt>
          <cx:pt idx="27033">211.94999999999999</cx:pt>
          <cx:pt idx="27034">162.94999999999999</cx:pt>
          <cx:pt idx="27035">54.990000000000002</cx:pt>
          <cx:pt idx="27036">46.770000000000003</cx:pt>
          <cx:pt idx="27037">55.979999999999997</cx:pt>
          <cx:pt idx="27038">74.969999999999999</cx:pt>
          <cx:pt idx="27039">148.46000000000001</cx:pt>
          <cx:pt idx="27040">179.96000000000001</cx:pt>
          <cx:pt idx="27041">27.989999999999998</cx:pt>
          <cx:pt idx="27042">269.94</cx:pt>
          <cx:pt idx="27043">179.96000000000001</cx:pt>
          <cx:pt idx="27044">179.96000000000001</cx:pt>
          <cx:pt idx="27045">89.069999999999993</cx:pt>
          <cx:pt idx="27046">111.95999999999999</cx:pt>
          <cx:pt idx="27047">179.96000000000001</cx:pt>
          <cx:pt idx="27048">203.13999999999999</cx:pt>
          <cx:pt idx="27049">83.969999999999999</cx:pt>
          <cx:pt idx="27050">269.94</cx:pt>
          <cx:pt idx="27051">269.94</cx:pt>
          <cx:pt idx="27052">125.95</cx:pt>
          <cx:pt idx="27053">251.91</cx:pt>
          <cx:pt idx="27054">179.96000000000001</cx:pt>
          <cx:pt idx="27055">97.980000000000004</cx:pt>
          <cx:pt idx="27056">98.370000000000005</cx:pt>
          <cx:pt idx="27057">41.490000000000002</cx:pt>
          <cx:pt idx="27058">150.96000000000001</cx:pt>
          <cx:pt idx="27059">77.969999999999999</cx:pt>
          <cx:pt idx="27060">72.969999999999999</cx:pt>
          <cx:pt idx="27061">290.94</cx:pt>
          <cx:pt idx="27062">278.94999999999999</cx:pt>
          <cx:pt idx="27063">108.97</cx:pt>
          <cx:pt idx="27064">84.989999999999995</cx:pt>
          <cx:pt idx="27065">193.96000000000001</cx:pt>
          <cx:pt idx="27066">278.94999999999999</cx:pt>
          <cx:pt idx="27067">270.48000000000002</cx:pt>
          <cx:pt idx="27068">131.44999999999999</cx:pt>
          <cx:pt idx="27069">205.94999999999999</cx:pt>
          <cx:pt idx="27070">278.94999999999999</cx:pt>
          <cx:pt idx="27071">278.94999999999999</cx:pt>
          <cx:pt idx="27072">265.94</cx:pt>
          <cx:pt idx="27073">73.480000000000004</cx:pt>
          <cx:pt idx="27074">162.36000000000001</cx:pt>
          <cx:pt idx="27075">62.969999999999999</cx:pt>
          <cx:pt idx="27076">99.219999999999999</cx:pt>
          <cx:pt idx="27077">73.980000000000004</cx:pt>
          <cx:pt idx="27078">73.980000000000004</cx:pt>
          <cx:pt idx="27079">65.989999999999995</cx:pt>
          <cx:pt idx="27080">17.489999999999998</cx:pt>
          <cx:pt idx="27081">67.989999999999995</cx:pt>
          <cx:pt idx="27082">79.989999999999995</cx:pt>
          <cx:pt idx="27083">75.980000000000004</cx:pt>
          <cx:pt idx="27084">51.979999999999997</cx:pt>
          <cx:pt idx="27085">19.989999999999998</cx:pt>
          <cx:pt idx="27086">79.980000000000004</cx:pt>
          <cx:pt idx="27087">67.980000000000004</cx:pt>
          <cx:pt idx="27088">81.980000000000004</cx:pt>
          <cx:pt idx="27089">65.989999999999995</cx:pt>
          <cx:pt idx="27090">30.23</cx:pt>
          <cx:pt idx="27091">104.97</cx:pt>
          <cx:pt idx="27092">59.979999999999997</cx:pt>
          <cx:pt idx="27093">87.969999999999999</cx:pt>
          <cx:pt idx="27094">67.950000000000003</cx:pt>
          <cx:pt idx="27095">79.980000000000004</cx:pt>
          <cx:pt idx="27096">66.540000000000006</cx:pt>
          <cx:pt idx="27097">96.780000000000001</cx:pt>
          <cx:pt idx="27098">163.30000000000001</cx:pt>
          <cx:pt idx="27099">163.31</cx:pt>
          <cx:pt idx="27100">90.709999999999994</cx:pt>
          <cx:pt idx="27101">72.579999999999998</cx:pt>
          <cx:pt idx="27102">150.97</cx:pt>
          <cx:pt idx="27103">182.94999999999999</cx:pt>
          <cx:pt idx="27104">137.77000000000001</cx:pt>
          <cx:pt idx="27105">118.78</cx:pt>
          <cx:pt idx="27106">150.97</cx:pt>
          <cx:pt idx="27107">131.97999999999999</cx:pt>
          <cx:pt idx="27108">150.97</cx:pt>
          <cx:pt idx="27109">118.78</cx:pt>
          <cx:pt idx="27110">115.98</cx:pt>
          <cx:pt idx="27111">131.97999999999999</cx:pt>
          <cx:pt idx="27112">169.96000000000001</cx:pt>
          <cx:pt idx="27113">115.98</cx:pt>
          <cx:pt idx="27114">131.97999999999999</cx:pt>
          <cx:pt idx="27115">169.96000000000001</cx:pt>
          <cx:pt idx="27116">137.77000000000001</cx:pt>
          <cx:pt idx="27117">131.97999999999999</cx:pt>
          <cx:pt idx="27118">118.78</cx:pt>
          <cx:pt idx="27119">69.989999999999995</cx:pt>
          <cx:pt idx="27120">69.989999999999995</cx:pt>
          <cx:pt idx="27121">131.97999999999999</cx:pt>
          <cx:pt idx="27122">131.97999999999999</cx:pt>
          <cx:pt idx="27123">119.11</cx:pt>
          <cx:pt idx="27124">131.97999999999999</cx:pt>
          <cx:pt idx="27125">119.11</cx:pt>
          <cx:pt idx="27126">131.97999999999999</cx:pt>
          <cx:pt idx="27127">150.97</cx:pt>
          <cx:pt idx="27128">150.97</cx:pt>
          <cx:pt idx="27129">461.93000000000001</cx:pt>
          <cx:pt idx="27130">182.94999999999999</cx:pt>
          <cx:pt idx="27131">461.93000000000001</cx:pt>
          <cx:pt idx="27132">131.97999999999999</cx:pt>
          <cx:pt idx="27133">135.87</cx:pt>
          <cx:pt idx="27134">135.87</cx:pt>
          <cx:pt idx="27135">131.97999999999999</cx:pt>
          <cx:pt idx="27136">150.97</cx:pt>
          <cx:pt idx="27137">118.78</cx:pt>
          <cx:pt idx="27138">90.689999999999998</cx:pt>
          <cx:pt idx="27139">72.549999999999997</cx:pt>
          <cx:pt idx="27140">84.319999999999993</cx:pt>
          <cx:pt idx="27141">66.069999999999993</cx:pt>
          <cx:pt idx="27142">72.239999999999995</cx:pt>
          <cx:pt idx="27143">77.980000000000004</cx:pt>
          <cx:pt idx="27144">29.48</cx:pt>
          <cx:pt idx="27145">71.680000000000007</cx:pt>
          <cx:pt idx="27146">29.48</cx:pt>
          <cx:pt idx="27147">63.960000000000001</cx:pt>
          <cx:pt idx="27148">259.89999999999998</cx:pt>
          <cx:pt idx="27149">259.89999999999998</cx:pt>
          <cx:pt idx="27150">259.89999999999998</cx:pt>
          <cx:pt idx="27151">259.89999999999998</cx:pt>
          <cx:pt idx="27152">259.89999999999998</cx:pt>
          <cx:pt idx="27153">103.95999999999999</cx:pt>
          <cx:pt idx="27154">259.89999999999998</cx:pt>
          <cx:pt idx="27155">239.90000000000001</cx:pt>
          <cx:pt idx="27156">259.89999999999998</cx:pt>
          <cx:pt idx="27157">-239.90000000000001</cx:pt>
          <cx:pt idx="27158">259.89999999999998</cx:pt>
          <cx:pt idx="27159">259.89999999999998</cx:pt>
          <cx:pt idx="27160">84.989999999999995</cx:pt>
          <cx:pt idx="27161">65.189999999999998</cx:pt>
          <cx:pt idx="27162">54.869999999999997</cx:pt>
          <cx:pt idx="27163">92.670000000000002</cx:pt>
          <cx:pt idx="27164">65.980000000000004</cx:pt>
          <cx:pt idx="27165">84.120000000000005</cx:pt>
          <cx:pt idx="27166">76.489999999999995</cx:pt>
          <cx:pt idx="27167">70.980000000000004</cx:pt>
          <cx:pt idx="27168">73.980000000000004</cx:pt>
          <cx:pt idx="27169">60.990000000000002</cx:pt>
          <cx:pt idx="27170">154.97999999999999</cx:pt>
          <cx:pt idx="27171">58.039999999999999</cx:pt>
          <cx:pt idx="27172">95.980000000000004</cx:pt>
          <cx:pt idx="27173">84.989999999999995</cx:pt>
          <cx:pt idx="27174">84.989999999999995</cx:pt>
          <cx:pt idx="27175">60.990000000000002</cx:pt>
          <cx:pt idx="27176">95.980000000000004</cx:pt>
          <cx:pt idx="27177">153.52000000000001</cx:pt>
          <cx:pt idx="27178">95.980000000000004</cx:pt>
          <cx:pt idx="27179">80.980000000000004</cx:pt>
          <cx:pt idx="27180">95.980000000000004</cx:pt>
          <cx:pt idx="27181">84.989999999999995</cx:pt>
          <cx:pt idx="27182">84.989999999999995</cx:pt>
          <cx:pt idx="27183">87.469999999999999</cx:pt>
          <cx:pt idx="27184">60.990000000000002</cx:pt>
          <cx:pt idx="27185">60.920000000000002</cx:pt>
          <cx:pt idx="27186">149.97</cx:pt>
          <cx:pt idx="27187">149.94999999999999</cx:pt>
          <cx:pt idx="27188">31.940000000000001</cx:pt>
          <cx:pt idx="27189">31.940000000000001</cx:pt>
          <cx:pt idx="27190">59.979999999999997</cx:pt>
          <cx:pt idx="27191">31.280000000000001</cx:pt>
          <cx:pt idx="27192">101.28</cx:pt>
          <cx:pt idx="27193">149.93000000000001</cx:pt>
          <cx:pt idx="27194">83.480000000000004</cx:pt>
          <cx:pt idx="27195">149.90000000000001</cx:pt>
          <cx:pt idx="27196">149.90000000000001</cx:pt>
          <cx:pt idx="27197">83.480000000000004</cx:pt>
          <cx:pt idx="27198">74.950000000000003</cx:pt>
          <cx:pt idx="27199">89.939999999999998</cx:pt>
          <cx:pt idx="27200">74.950000000000003</cx:pt>
          <cx:pt idx="27201">89.939999999999998</cx:pt>
          <cx:pt idx="27202">73.950000000000003</cx:pt>
          <cx:pt idx="27203">59.960000000000001</cx:pt>
          <cx:pt idx="27204">73.950000000000003</cx:pt>
          <cx:pt idx="27205">59.960000000000001</cx:pt>
          <cx:pt idx="27206">99.980000000000004</cx:pt>
          <cx:pt idx="27207">118.87</cx:pt>
          <cx:pt idx="27208">79.980000000000004</cx:pt>
          <cx:pt idx="27209">74.980000000000004</cx:pt>
          <cx:pt idx="27210">131.47999999999999</cx:pt>
          <cx:pt idx="27211">117.97</cx:pt>
          <cx:pt idx="27212">177.96000000000001</cx:pt>
          <cx:pt idx="27213">108.98</cx:pt>
          <cx:pt idx="27214">79.980000000000004</cx:pt>
          <cx:pt idx="27215">134.97999999999999</cx:pt>
          <cx:pt idx="27216">99.980000000000004</cx:pt>
          <cx:pt idx="27217">105.98</cx:pt>
          <cx:pt idx="27218">161.97</cx:pt>
          <cx:pt idx="27219">146.97</cx:pt>
          <cx:pt idx="27220">151.66</cx:pt>
          <cx:pt idx="27221">59.770000000000003</cx:pt>
          <cx:pt idx="27222">21.289999999999999</cx:pt>
          <cx:pt idx="27223">59.969999999999999</cx:pt>
          <cx:pt idx="27224">71.859999999999999</cx:pt>
          <cx:pt idx="27225">81.049999999999997</cx:pt>
          <cx:pt idx="27226">27.489999999999998</cx:pt>
          <cx:pt idx="27227">27.489999999999998</cx:pt>
          <cx:pt idx="27228">27.489999999999998</cx:pt>
          <cx:pt idx="27229">22.48</cx:pt>
          <cx:pt idx="27230">31.489999999999998</cx:pt>
          <cx:pt idx="27231">22.48</cx:pt>
          <cx:pt idx="27232">27.489999999999998</cx:pt>
          <cx:pt idx="27233">31.489999999999998</cx:pt>
          <cx:pt idx="27234">20.489999999999998</cx:pt>
          <cx:pt idx="27235">20.489999999999998</cx:pt>
          <cx:pt idx="27236">65.989999999999995</cx:pt>
          <cx:pt idx="27237">80.980000000000004</cx:pt>
          <cx:pt idx="27238">90.969999999999999</cx:pt>
          <cx:pt idx="27239">55.979999999999997</cx:pt>
          <cx:pt idx="27240">146.97</cx:pt>
          <cx:pt idx="27241">29.48</cx:pt>
          <cx:pt idx="27242">29.48</cx:pt>
          <cx:pt idx="27243">114.95999999999999</cx:pt>
          <cx:pt idx="27244">84.989999999999995</cx:pt>
          <cx:pt idx="27245">227.37</cx:pt>
          <cx:pt idx="27246">149.94999999999999</cx:pt>
          <cx:pt idx="27247">159.97999999999999</cx:pt>
          <cx:pt idx="27248">215.91999999999999</cx:pt>
          <cx:pt idx="27249">159.97999999999999</cx:pt>
          <cx:pt idx="27250">114.95999999999999</cx:pt>
          <cx:pt idx="27251">179.94</cx:pt>
          <cx:pt idx="27252">84.989999999999995</cx:pt>
          <cx:pt idx="27253">63.979999999999997</cx:pt>
          <cx:pt idx="27254">116.97</cx:pt>
          <cx:pt idx="27255">116.97</cx:pt>
          <cx:pt idx="27256">119.95999999999999</cx:pt>
          <cx:pt idx="27257">207.91999999999999</cx:pt>
          <cx:pt idx="27258">215.91999999999999</cx:pt>
          <cx:pt idx="27259">119.95999999999999</cx:pt>
          <cx:pt idx="27260">63.979999999999997</cx:pt>
          <cx:pt idx="27261">207.91999999999999</cx:pt>
          <cx:pt idx="27262">251.86000000000001</cx:pt>
          <cx:pt idx="27263">143.91999999999999</cx:pt>
          <cx:pt idx="27264">251.86000000000001</cx:pt>
          <cx:pt idx="27265">119.95999999999999</cx:pt>
          <cx:pt idx="27266">119.95999999999999</cx:pt>
          <cx:pt idx="27267">74.980000000000004</cx:pt>
          <cx:pt idx="27268">143.91999999999999</cx:pt>
          <cx:pt idx="27269">74.980000000000004</cx:pt>
          <cx:pt idx="27270">227.37</cx:pt>
          <cx:pt idx="27271">179.94</cx:pt>
          <cx:pt idx="27272">149.94999999999999</cx:pt>
          <cx:pt idx="27273">149.94999999999999</cx:pt>
          <cx:pt idx="27274">179.90000000000001</cx:pt>
          <cx:pt idx="27275">149.94999999999999</cx:pt>
          <cx:pt idx="27276">179.90000000000001</cx:pt>
          <cx:pt idx="27277">79.980000000000004</cx:pt>
          <cx:pt idx="27278">22.489999999999998</cx:pt>
          <cx:pt idx="27279">66.980000000000004</cx:pt>
          <cx:pt idx="27280">79.980000000000004</cx:pt>
          <cx:pt idx="27281">93.939999999999998</cx:pt>
          <cx:pt idx="27282">66.959999999999994</cx:pt>
          <cx:pt idx="27283">51.960000000000001</cx:pt>
          <cx:pt idx="27284">51.960000000000001</cx:pt>
          <cx:pt idx="27285">56.969999999999999</cx:pt>
          <cx:pt idx="27286">96.859999999999999</cx:pt>
          <cx:pt idx="27287">177.83000000000001</cx:pt>
          <cx:pt idx="27288">147.59999999999999</cx:pt>
          <cx:pt idx="27289">329.06999999999999</cx:pt>
          <cx:pt idx="27290">146.37</cx:pt>
          <cx:pt idx="27291">152.36000000000001</cx:pt>
          <cx:pt idx="27292">128.24000000000001</cx:pt>
          <cx:pt idx="27293">262.51999999999998</cx:pt>
          <cx:pt idx="27294">159.69999999999999</cx:pt>
          <cx:pt idx="27295">177.83000000000001</cx:pt>
          <cx:pt idx="27296">159.69999999999999</cx:pt>
          <cx:pt idx="27297">84.659999999999997</cx:pt>
          <cx:pt idx="27298">65.319999999999993</cx:pt>
          <cx:pt idx="27299">96.780000000000001</cx:pt>
          <cx:pt idx="27300">36.289999999999999</cx:pt>
          <cx:pt idx="27301">147.96000000000001</cx:pt>
          <cx:pt idx="27302">147.94999999999999</cx:pt>
          <cx:pt idx="27303">41.490000000000002</cx:pt>
          <cx:pt idx="27304">79.840000000000003</cx:pt>
          <cx:pt idx="27305">31.440000000000001</cx:pt>
          <cx:pt idx="27306">31.440000000000001</cx:pt>
          <cx:pt idx="27307">52.979999999999997</cx:pt>
          <cx:pt idx="27308">93.959999999999994</cx:pt>
          <cx:pt idx="27309">65.989999999999995</cx:pt>
          <cx:pt idx="27310">65.989999999999995</cx:pt>
          <cx:pt idx="27311">43.990000000000002</cx:pt>
          <cx:pt idx="27312">62.240000000000002</cx:pt>
          <cx:pt idx="27313">65.989999999999995</cx:pt>
          <cx:pt idx="27314">85.980000000000004</cx:pt>
          <cx:pt idx="27315">65.989999999999995</cx:pt>
          <cx:pt idx="27316">56.090000000000003</cx:pt>
          <cx:pt idx="27317">65.989999999999995</cx:pt>
          <cx:pt idx="27318">65.989999999999995</cx:pt>
          <cx:pt idx="27319">65.989999999999995</cx:pt>
          <cx:pt idx="27320">78.140000000000001</cx:pt>
          <cx:pt idx="27321">65.989999999999995</cx:pt>
          <cx:pt idx="27322">65.989999999999995</cx:pt>
          <cx:pt idx="27323">65.989999999999995</cx:pt>
          <cx:pt idx="27324">65.989999999999995</cx:pt>
          <cx:pt idx="27325">21.489999999999998</cx:pt>
          <cx:pt idx="27326">65.989999999999995</cx:pt>
          <cx:pt idx="27327">39.68</cx:pt>
          <cx:pt idx="27328">65.989999999999995</cx:pt>
          <cx:pt idx="27329">65.989999999999995</cx:pt>
          <cx:pt idx="27330">65.989999999999995</cx:pt>
          <cx:pt idx="27331">103.92</cx:pt>
          <cx:pt idx="27332">51.960000000000001</cx:pt>
          <cx:pt idx="27333">60.460000000000001</cx:pt>
          <cx:pt idx="27334">17.489999999999998</cx:pt>
          <cx:pt idx="27335">51.289999999999999</cx:pt>
          <cx:pt idx="27336">8.2899999999999991</cx:pt>
          <cx:pt idx="27337">20.940000000000001</cx:pt>
          <cx:pt idx="27338">63.979999999999997</cx:pt>
          <cx:pt idx="27339">57.280000000000001</cx:pt>
          <cx:pt idx="27340">57.280000000000001</cx:pt>
          <cx:pt idx="27341">10.289999999999999</cx:pt>
          <cx:pt idx="27342">63.979999999999997</cx:pt>
          <cx:pt idx="27343">10.289999999999999</cx:pt>
          <cx:pt idx="27344">25.390000000000001</cx:pt>
          <cx:pt idx="27345">25.390000000000001</cx:pt>
          <cx:pt idx="27346">68.989999999999995</cx:pt>
          <cx:pt idx="27347">77.379999999999995</cx:pt>
          <cx:pt idx="27348">159.69999999999999</cx:pt>
          <cx:pt idx="27349">153.31</cx:pt>
          <cx:pt idx="27350">254.97</cx:pt>
          <cx:pt idx="27351">159.69999999999999</cx:pt>
          <cx:pt idx="27352">159.69999999999999</cx:pt>
          <cx:pt idx="27353">239.53999999999999</cx:pt>
          <cx:pt idx="27354">319.38999999999999</cx:pt>
          <cx:pt idx="27355">169.97999999999999</cx:pt>
          <cx:pt idx="27356">227.72</cx:pt>
          <cx:pt idx="27357">209.28999999999999</cx:pt>
          <cx:pt idx="27358">161.46000000000001</cx:pt>
          <cx:pt idx="27359">96.109999999999999</cx:pt>
          <cx:pt idx="27360">65.319999999999993</cx:pt>
          <cx:pt idx="27361">79.980000000000004</cx:pt>
          <cx:pt idx="27362">79.980000000000004</cx:pt>
          <cx:pt idx="27363">79.969999999999999</cx:pt>
          <cx:pt idx="27364">79.980000000000004</cx:pt>
          <cx:pt idx="27365">150.44999999999999</cx:pt>
          <cx:pt idx="27366">30.48</cx:pt>
          <cx:pt idx="27367">30.48</cx:pt>
          <cx:pt idx="27368">288.97000000000003</cx:pt>
          <cx:pt idx="27369">330.24000000000001</cx:pt>
          <cx:pt idx="27370">243.96000000000001</cx:pt>
          <cx:pt idx="27371">138.77000000000001</cx:pt>
          <cx:pt idx="27372">188.06999999999999</cx:pt>
          <cx:pt idx="27373">336.56</cx:pt>
          <cx:pt idx="27374">263.95999999999998</cx:pt>
          <cx:pt idx="27375">257.10000000000002</cx:pt>
          <cx:pt idx="27376">261.93000000000001</cx:pt>
          <cx:pt idx="27377">148.72</cx:pt>
          <cx:pt idx="27378">342.94</cx:pt>
          <cx:pt idx="27379">53.939999999999998</cx:pt>
          <cx:pt idx="27380">74.659999999999997</cx:pt>
          <cx:pt idx="27381">46.740000000000002</cx:pt>
          <cx:pt idx="27382">46.740000000000002</cx:pt>
          <cx:pt idx="27383">74.659999999999997</cx:pt>
          <cx:pt idx="27384">74.659999999999997</cx:pt>
          <cx:pt idx="27385">60.979999999999997</cx:pt>
          <cx:pt idx="27386">46.740000000000002</cx:pt>
          <cx:pt idx="27387">84.989999999999995</cx:pt>
          <cx:pt idx="27388">84.989999999999995</cx:pt>
          <cx:pt idx="27389">60.979999999999997</cx:pt>
          <cx:pt idx="27390">84.989999999999995</cx:pt>
          <cx:pt idx="27391">60.979999999999997</cx:pt>
          <cx:pt idx="27392">40.229999999999997</cx:pt>
          <cx:pt idx="27393">53.920000000000002</cx:pt>
          <cx:pt idx="27394">55.960000000000001</cx:pt>
          <cx:pt idx="27395">148.47</cx:pt>
          <cx:pt idx="27396">39.890000000000001</cx:pt>
          <cx:pt idx="27397">50.189999999999998</cx:pt>
          <cx:pt idx="27398">50.189999999999998</cx:pt>
          <cx:pt idx="27399">37.490000000000002</cx:pt>
          <cx:pt idx="27400">119.03</cx:pt>
          <cx:pt idx="27401">37.490000000000002</cx:pt>
          <cx:pt idx="27402">39.890000000000001</cx:pt>
          <cx:pt idx="27403">119.03</cx:pt>
          <cx:pt idx="27404">84.989999999999995</cx:pt>
          <cx:pt idx="27405">124.97</cx:pt>
          <cx:pt idx="27406">107.98</cx:pt>
          <cx:pt idx="27407">131.97</cx:pt>
          <cx:pt idx="27408">169.97999999999999</cx:pt>
          <cx:pt idx="27409">81.569999999999993</cx:pt>
          <cx:pt idx="27410">84.989999999999995</cx:pt>
          <cx:pt idx="27411">33.469999999999999</cx:pt>
          <cx:pt idx="27412">138.44999999999999</cx:pt>
          <cx:pt idx="27413">80.980000000000004</cx:pt>
          <cx:pt idx="27414">65.989999999999995</cx:pt>
          <cx:pt idx="27415">80.969999999999999</cx:pt>
          <cx:pt idx="27416">160.88</cx:pt>
          <cx:pt idx="27417">147.97</cx:pt>
          <cx:pt idx="27418">69.989999999999995</cx:pt>
          <cx:pt idx="27419">77.969999999999999</cx:pt>
          <cx:pt idx="27420">49.990000000000002</cx:pt>
          <cx:pt idx="27421">109.98</cx:pt>
          <cx:pt idx="27422">159.97999999999999</cx:pt>
          <cx:pt idx="27423">182.25</cx:pt>
          <cx:pt idx="27424">62.579999999999998</cx:pt>
          <cx:pt idx="27425">129.97999999999999</cx:pt>
          <cx:pt idx="27426">182.97</cx:pt>
          <cx:pt idx="27427">219.96000000000001</cx:pt>
          <cx:pt idx="27428">79.989999999999995</cx:pt>
          <cx:pt idx="27429">79.989999999999995</cx:pt>
          <cx:pt idx="27430">59.979999999999997</cx:pt>
          <cx:pt idx="27431">67.980000000000004</cx:pt>
          <cx:pt idx="27432">79.980000000000004</cx:pt>
          <cx:pt idx="27433">147.96000000000001</cx:pt>
          <cx:pt idx="27434">147.96000000000001</cx:pt>
          <cx:pt idx="27435">89.980000000000004</cx:pt>
          <cx:pt idx="27436">57.969999999999999</cx:pt>
          <cx:pt idx="27437">89.959999999999994</cx:pt>
          <cx:pt idx="27438">91.920000000000002</cx:pt>
          <cx:pt idx="27439">68.579999999999998</cx:pt>
          <cx:pt idx="27440">75.090000000000003</cx:pt>
          <cx:pt idx="27441">83.980000000000004</cx:pt>
          <cx:pt idx="27442">145.44999999999999</cx:pt>
          <cx:pt idx="27443">238.97</cx:pt>
          <cx:pt idx="27444">246.22</cx:pt>
          <cx:pt idx="27445">181.97</cx:pt>
          <cx:pt idx="27446">169.97999999999999</cx:pt>
          <cx:pt idx="27447">193.53</cx:pt>
          <cx:pt idx="27448">424.94999999999999</cx:pt>
          <cx:pt idx="27449">263.95999999999998</cx:pt>
          <cx:pt idx="27450">169.97999999999999</cx:pt>
          <cx:pt idx="27451">59.969999999999999</cx:pt>
          <cx:pt idx="27452">127.95</cx:pt>
          <cx:pt idx="27453">51.490000000000002</cx:pt>
          <cx:pt idx="27454">84.989999999999995</cx:pt>
          <cx:pt idx="27455">89.980000000000004</cx:pt>
          <cx:pt idx="27456">131.97999999999999</cx:pt>
          <cx:pt idx="27457">119.95999999999999</cx:pt>
          <cx:pt idx="27458">40.490000000000002</cx:pt>
          <cx:pt idx="27459">54.979999999999997</cx:pt>
          <cx:pt idx="27460">51.490000000000002</cx:pt>
          <cx:pt idx="27461">84.980000000000004</cx:pt>
          <cx:pt idx="27462">144.97</cx:pt>
          <cx:pt idx="27463">144.94999999999999</cx:pt>
          <cx:pt idx="27464">56.969999999999999</cx:pt>
          <cx:pt idx="27465">14.24</cx:pt>
          <cx:pt idx="27466">85.959999999999994</cx:pt>
          <cx:pt idx="27467">39.490000000000002</cx:pt>
          <cx:pt idx="27468">99.980000000000004</cx:pt>
          <cx:pt idx="27469">199.96000000000001</cx:pt>
          <cx:pt idx="27470">121.98</cx:pt>
          <cx:pt idx="27471">132.37</cx:pt>
          <cx:pt idx="27472">122.48</cx:pt>
          <cx:pt idx="27473">84.989999999999995</cx:pt>
          <cx:pt idx="27474">95.689999999999998</cx:pt>
          <cx:pt idx="27475">131.97999999999999</cx:pt>
          <cx:pt idx="27476">150.47</cx:pt>
          <cx:pt idx="27477">87.069999999999993</cx:pt>
          <cx:pt idx="27478">145.97</cx:pt>
          <cx:pt idx="27479">84.969999999999999</cx:pt>
          <cx:pt idx="27480">30.23</cx:pt>
          <cx:pt idx="27481">145.94999999999999</cx:pt>
          <cx:pt idx="27482">79.849999999999994</cx:pt>
          <cx:pt idx="27483">159.69999999999999</cx:pt>
          <cx:pt idx="27484">65.989999999999995</cx:pt>
          <cx:pt idx="27485">126.72</cx:pt>
          <cx:pt idx="27486">142.94999999999999</cx:pt>
          <cx:pt idx="27487">90.980000000000004</cx:pt>
          <cx:pt idx="27488">105.98</cx:pt>
          <cx:pt idx="27489">80.980000000000004</cx:pt>
          <cx:pt idx="27490">143.94999999999999</cx:pt>
          <cx:pt idx="27491">116.16</cx:pt>
          <cx:pt idx="27492">142.94999999999999</cx:pt>
          <cx:pt idx="27493">124.48999999999999</cx:pt>
          <cx:pt idx="27494">131.97999999999999</cx:pt>
          <cx:pt idx="27495">65.989999999999995</cx:pt>
          <cx:pt idx="27496">159.69999999999999</cx:pt>
          <cx:pt idx="27497">79.849999999999994</cx:pt>
          <cx:pt idx="27498">79.849999999999994</cx:pt>
          <cx:pt idx="27499">159.69999999999999</cx:pt>
          <cx:pt idx="27500">159.69999999999999</cx:pt>
          <cx:pt idx="27501">159.69999999999999</cx:pt>
          <cx:pt idx="27502">159.69999999999999</cx:pt>
          <cx:pt idx="27503">59.200000000000003</cx:pt>
          <cx:pt idx="27504">67.980000000000004</cx:pt>
          <cx:pt idx="27505">11.289999999999999</cx:pt>
          <cx:pt idx="27506">159.69999999999999</cx:pt>
          <cx:pt idx="27507">159.69999999999999</cx:pt>
          <cx:pt idx="27508">159.69999999999999</cx:pt>
          <cx:pt idx="27509">239.97</cx:pt>
          <cx:pt idx="27510">79.980000000000004</cx:pt>
          <cx:pt idx="27511">86.980000000000004</cx:pt>
          <cx:pt idx="27512">140.97</cx:pt>
          <cx:pt idx="27513">182.97</cx:pt>
          <cx:pt idx="27514">77.980000000000004</cx:pt>
          <cx:pt idx="27515">110.97</cx:pt>
          <cx:pt idx="27516">159.97999999999999</cx:pt>
          <cx:pt idx="27517">159.69999999999999</cx:pt>
          <cx:pt idx="27518">67.739999999999995</cx:pt>
          <cx:pt idx="27519">91.920000000000002</cx:pt>
          <cx:pt idx="27520">79.969999999999999</cx:pt>
          <cx:pt idx="27521">144.47999999999999</cx:pt>
          <cx:pt idx="27522">57.770000000000003</cx:pt>
          <cx:pt idx="27523">89.230000000000004</cx:pt>
          <cx:pt idx="27524">67.709999999999994</cx:pt>
          <cx:pt idx="27525">91.799999999999997</cx:pt>
          <cx:pt idx="27526">18.129999999999999</cx:pt>
          <cx:pt idx="27527">18.129999999999999</cx:pt>
          <cx:pt idx="27528">146.96000000000001</cx:pt>
          <cx:pt idx="27529">65.989999999999995</cx:pt>
          <cx:pt idx="27530">84.989999999999995</cx:pt>
          <cx:pt idx="27531">80.980000000000004</cx:pt>
          <cx:pt idx="27532">65.989999999999995</cx:pt>
          <cx:pt idx="27533">84.989999999999995</cx:pt>
          <cx:pt idx="27534">114.97</cx:pt>
          <cx:pt idx="27535">105.98</cx:pt>
          <cx:pt idx="27536">84.989999999999995</cx:pt>
          <cx:pt idx="27537">76.400000000000006</cx:pt>
          <cx:pt idx="27538">84.989999999999995</cx:pt>
          <cx:pt idx="27539">84.989999999999995</cx:pt>
          <cx:pt idx="27540">65.390000000000001</cx:pt>
          <cx:pt idx="27541">104.97</cx:pt>
          <cx:pt idx="27542">123.97</cx:pt>
          <cx:pt idx="27543">67.959999999999994</cx:pt>
          <cx:pt idx="27544">146.91999999999999</cx:pt>
          <cx:pt idx="27545">88.180000000000007</cx:pt>
          <cx:pt idx="27546">159.31999999999999</cx:pt>
          <cx:pt idx="27547">69.150000000000006</cx:pt>
          <cx:pt idx="27548">75.129999999999995</cx:pt>
          <cx:pt idx="27549">87.069999999999993</cx:pt>
          <cx:pt idx="27550">157.96000000000001</cx:pt>
          <cx:pt idx="27551">89.980000000000004</cx:pt>
          <cx:pt idx="27552">81.109999999999999</cx:pt>
          <cx:pt idx="27553">84.989999999999995</cx:pt>
          <cx:pt idx="27554">84.989999999999995</cx:pt>
          <cx:pt idx="27555">68.989999999999995</cx:pt>
          <cx:pt idx="27556">-86.480000000000004</cx:pt>
          <cx:pt idx="27557">31.989999999999998</cx:pt>
          <cx:pt idx="27558">79.980000000000004</cx:pt>
          <cx:pt idx="27559">86.480000000000004</cx:pt>
          <cx:pt idx="27560">65.989999999999995</cx:pt>
          <cx:pt idx="27561">84.989999999999995</cx:pt>
          <cx:pt idx="27562">65.989999999999995</cx:pt>
          <cx:pt idx="27563">86.480000000000004</cx:pt>
          <cx:pt idx="27564">156.66999999999999</cx:pt>
          <cx:pt idx="27565">84.989999999999995</cx:pt>
          <cx:pt idx="27566">59.390000000000001</cx:pt>
          <cx:pt idx="27567">84.989999999999995</cx:pt>
          <cx:pt idx="27568">65.989999999999995</cx:pt>
          <cx:pt idx="27569">78.329999999999998</cx:pt>
          <cx:pt idx="27570">84.989999999999995</cx:pt>
          <cx:pt idx="27571">84.989999999999995</cx:pt>
          <cx:pt idx="27572">84.989999999999995</cx:pt>
          <cx:pt idx="27573">99.980000000000004</cx:pt>
          <cx:pt idx="27574">84.989999999999995</cx:pt>
          <cx:pt idx="27575">62.689999999999998</cx:pt>
          <cx:pt idx="27576">59.880000000000003</cx:pt>
          <cx:pt idx="27577">86.480000000000004</cx:pt>
          <cx:pt idx="27578">84.989999999999995</cx:pt>
          <cx:pt idx="27579">68.989999999999995</cx:pt>
          <cx:pt idx="27580">56.479999999999997</cx:pt>
          <cx:pt idx="27581">84.989999999999995</cx:pt>
          <cx:pt idx="27582">84.989999999999995</cx:pt>
          <cx:pt idx="27583">135.56999999999999</cx:pt>
          <cx:pt idx="27584">50.979999999999997</cx:pt>
          <cx:pt idx="27585">64.980000000000004</cx:pt>
          <cx:pt idx="27586">31.48</cx:pt>
          <cx:pt idx="27587">31.48</cx:pt>
          <cx:pt idx="27588">86.010000000000005</cx:pt>
          <cx:pt idx="27589">72.989999999999995</cx:pt>
          <cx:pt idx="27590">30.530000000000001</cx:pt>
          <cx:pt idx="27591">16.489999999999998</cx:pt>
          <cx:pt idx="27592">79.980000000000004</cx:pt>
          <cx:pt idx="27593">143.97999999999999</cx:pt>
          <cx:pt idx="27594">13.49</cx:pt>
          <cx:pt idx="27595">61.979999999999997</cx:pt>
          <cx:pt idx="27596">51.490000000000002</cx:pt>
          <cx:pt idx="27597">143.94</cx:pt>
          <cx:pt idx="27598">20.489999999999998</cx:pt>
          <cx:pt idx="27599">114.98</cx:pt>
          <cx:pt idx="27600">63.979999999999997</cx:pt>
          <cx:pt idx="27601">64.950000000000003</cx:pt>
          <cx:pt idx="27602">84.140000000000001</cx:pt>
          <cx:pt idx="27603">84.140000000000001</cx:pt>
          <cx:pt idx="27604">83.950000000000003</cx:pt>
          <cx:pt idx="27605">79.609999999999999</cx:pt>
          <cx:pt idx="27606">84.989999999999995</cx:pt>
          <cx:pt idx="27607">84.140000000000001</cx:pt>
          <cx:pt idx="27608">84.140000000000001</cx:pt>
          <cx:pt idx="27609">82.340000000000003</cx:pt>
          <cx:pt idx="27610">103.98</cx:pt>
          <cx:pt idx="27611">54.640000000000001</cx:pt>
          <cx:pt idx="27612">103.13</cx:pt>
          <cx:pt idx="27613">120.68000000000001</cx:pt>
          <cx:pt idx="27614">83.950000000000003</cx:pt>
          <cx:pt idx="27615">84.140000000000001</cx:pt>
          <cx:pt idx="27616">112.12</cx:pt>
          <cx:pt idx="27617">84.989999999999995</cx:pt>
          <cx:pt idx="27618">84.140000000000001</cx:pt>
          <cx:pt idx="27619">84.989999999999995</cx:pt>
          <cx:pt idx="27620">84.140000000000001</cx:pt>
          <cx:pt idx="27621">103.13</cx:pt>
          <cx:pt idx="27622">169.41999999999999</cx:pt>
          <cx:pt idx="27623">130.66</cx:pt>
          <cx:pt idx="27624">84.989999999999995</cx:pt>
          <cx:pt idx="27625">53.969999999999999</cx:pt>
          <cx:pt idx="27626">59.979999999999997</cx:pt>
          <cx:pt idx="27627">83.959999999999994</cx:pt>
          <cx:pt idx="27628">41.789999999999999</cx:pt>
          <cx:pt idx="27629">87.280000000000001</cx:pt>
          <cx:pt idx="27630">143.91999999999999</cx:pt>
          <cx:pt idx="27631">136.47</cx:pt>
          <cx:pt idx="27632">64.980000000000004</cx:pt>
          <cx:pt idx="27633">66.959999999999994</cx:pt>
          <cx:pt idx="27634">77.969999999999999</cx:pt>
          <cx:pt idx="27635">105.97</cx:pt>
          <cx:pt idx="27636">65.989999999999995</cx:pt>
          <cx:pt idx="27637">299.94</cx:pt>
          <cx:pt idx="27638">118.78</cx:pt>
          <cx:pt idx="27639">110.98</cx:pt>
          <cx:pt idx="27640">119.09999999999999</cx:pt>
          <cx:pt idx="27641">197.97</cx:pt>
          <cx:pt idx="27642">263.95999999999998</cx:pt>
          <cx:pt idx="27643">263.95999999999998</cx:pt>
          <cx:pt idx="27644">125.38</cx:pt>
          <cx:pt idx="27645">131.97999999999999</cx:pt>
          <cx:pt idx="27646">194.22</cx:pt>
          <cx:pt idx="27647">130</cx:pt>
          <cx:pt idx="27648">123.97</cx:pt>
          <cx:pt idx="27649">198.05000000000001</cx:pt>
          <cx:pt idx="27650">111.98</cx:pt>
          <cx:pt idx="27651">125.62</cx:pt>
          <cx:pt idx="27652">143.56999999999999</cx:pt>
          <cx:pt idx="27653">158.47</cx:pt>
          <cx:pt idx="27654">158.47</cx:pt>
          <cx:pt idx="27655">37.479999999999997</cx:pt>
          <cx:pt idx="27656">17.48</cx:pt>
          <cx:pt idx="27657">304.95999999999998</cx:pt>
          <cx:pt idx="27658">254.97</cx:pt>
          <cx:pt idx="27659">254.97</cx:pt>
          <cx:pt idx="27660">169.97999999999999</cx:pt>
          <cx:pt idx="27661">87.959999999999994</cx:pt>
          <cx:pt idx="27662">263.95999999999998</cx:pt>
          <cx:pt idx="27663">199.96000000000001</cx:pt>
          <cx:pt idx="27664">150.15000000000001</cx:pt>
          <cx:pt idx="27665">145.97</cx:pt>
          <cx:pt idx="27666">69.980000000000004</cx:pt>
          <cx:pt idx="27667">61.969999999999999</cx:pt>
          <cx:pt idx="27668">145.94</cx:pt>
          <cx:pt idx="27669">41.280000000000001</cx:pt>
          <cx:pt idx="27670">63.960000000000001</cx:pt>
          <cx:pt idx="27671">42.880000000000003</cx:pt>
          <cx:pt idx="27672">91.959999999999994</cx:pt>
          <cx:pt idx="27673">114.89</cx:pt>
          <cx:pt idx="27674">131.97999999999999</cx:pt>
          <cx:pt idx="27675">99.980000000000004</cx:pt>
          <cx:pt idx="27676">84.989999999999995</cx:pt>
          <cx:pt idx="27677">81.920000000000002</cx:pt>
          <cx:pt idx="27678">142.97</cx:pt>
          <cx:pt idx="27679">142.97</cx:pt>
          <cx:pt idx="27680">57.979999999999997</cx:pt>
          <cx:pt idx="27681">84.989999999999995</cx:pt>
          <cx:pt idx="27682">157.86000000000001</cx:pt>
          <cx:pt idx="27683">62.979999999999997</cx:pt>
          <cx:pt idx="27684">62.979999999999997</cx:pt>
          <cx:pt idx="27685">142.97</cx:pt>
          <cx:pt idx="27686">142.97</cx:pt>
          <cx:pt idx="27687">197.97</cx:pt>
          <cx:pt idx="27688">172.97</cx:pt>
          <cx:pt idx="27689">171.94</cx:pt>
          <cx:pt idx="27690">186.24000000000001</cx:pt>
          <cx:pt idx="27691">212.96000000000001</cx:pt>
          <cx:pt idx="27692">197.97</cx:pt>
          <cx:pt idx="27693">171.97</cx:pt>
          <cx:pt idx="27694">197.97</cx:pt>
          <cx:pt idx="27695">237.96000000000001</cx:pt>
          <cx:pt idx="27696">131.97999999999999</cx:pt>
          <cx:pt idx="27697">105.93000000000001</cx:pt>
          <cx:pt idx="27698">142.96000000000001</cx:pt>
          <cx:pt idx="27699">87.969999999999999</cx:pt>
          <cx:pt idx="27700">54.990000000000002</cx:pt>
          <cx:pt idx="27701">37.479999999999997</cx:pt>
          <cx:pt idx="27702">38.229999999999997</cx:pt>
          <cx:pt idx="27703">37.479999999999997</cx:pt>
          <cx:pt idx="27704">63.960000000000001</cx:pt>
          <cx:pt idx="27705">78.950000000000003</cx:pt>
          <cx:pt idx="27706">55.969999999999999</cx:pt>
          <cx:pt idx="27707">53.969999999999999</cx:pt>
          <cx:pt idx="27708">31.789999999999999</cx:pt>
          <cx:pt idx="27709">24.789999999999999</cx:pt>
          <cx:pt idx="27710">22.289999999999999</cx:pt>
          <cx:pt idx="27711">31.789999999999999</cx:pt>
          <cx:pt idx="27712">70.980000000000004</cx:pt>
          <cx:pt idx="27713">51.850000000000001</cx:pt>
          <cx:pt idx="27714">50.450000000000003</cx:pt>
          <cx:pt idx="27715">65.989999999999995</cx:pt>
          <cx:pt idx="27716">64.469999999999999</cx:pt>
          <cx:pt idx="27717">50.329999999999998</cx:pt>
          <cx:pt idx="27718">51.479999999999997</cx:pt>
          <cx:pt idx="27719">21.48</cx:pt>
          <cx:pt idx="27720">51.590000000000003</cx:pt>
          <cx:pt idx="27721">94.040000000000006</cx:pt>
          <cx:pt idx="27722">50.969999999999999</cx:pt>
          <cx:pt idx="27723">92.629999999999995</cx:pt>
          <cx:pt idx="27724">50.979999999999997</cx:pt>
          <cx:pt idx="27725">49.049999999999997</cx:pt>
          <cx:pt idx="27726">50.960000000000001</cx:pt>
          <cx:pt idx="27727">59.979999999999997</cx:pt>
          <cx:pt idx="27728">61.350000000000001</cx:pt>
          <cx:pt idx="27729">138.46000000000001</cx:pt>
          <cx:pt idx="27730">50.450000000000003</cx:pt>
          <cx:pt idx="27731">51.479999999999997</cx:pt>
          <cx:pt idx="27732">57.979999999999997</cx:pt>
          <cx:pt idx="27733">89.459999999999994</cx:pt>
          <cx:pt idx="27734">50.960000000000001</cx:pt>
          <cx:pt idx="27735">49.990000000000002</cx:pt>
          <cx:pt idx="27736">39.990000000000002</cx:pt>
          <cx:pt idx="27737">61.979999999999997</cx:pt>
          <cx:pt idx="27738">65.989999999999995</cx:pt>
          <cx:pt idx="27739">-1.23</cx:pt>
          <cx:pt idx="27740">64.670000000000002</cx:pt>
          <cx:pt idx="27741">62.689999999999998</cx:pt>
          <cx:pt idx="27742">92.980000000000004</cx:pt>
          <cx:pt idx="27743">58.979999999999997</cx:pt>
          <cx:pt idx="27744">50.079999999999998</cx:pt>
          <cx:pt idx="27745">64.689999999999998</cx:pt>
          <cx:pt idx="27746">-107.65000000000001</cx:pt>
          <cx:pt idx="27747">107.65000000000001</cx:pt>
          <cx:pt idx="27748">76.439999999999998</cx:pt>
          <cx:pt idx="27749">62.469999999999999</cx:pt>
          <cx:pt idx="27750">99.989999999999995</cx:pt>
          <cx:pt idx="27751">99.989999999999995</cx:pt>
          <cx:pt idx="27752">144.97</cx:pt>
          <cx:pt idx="27753">144.97</cx:pt>
          <cx:pt idx="27754">144.97</cx:pt>
          <cx:pt idx="27755">144.96000000000001</cx:pt>
          <cx:pt idx="27756">64.530000000000001</cx:pt>
          <cx:pt idx="27757">72.989999999999995</cx:pt>
          <cx:pt idx="27758">61.310000000000002</cx:pt>
          <cx:pt idx="27759">79.650000000000006</cx:pt>
          <cx:pt idx="27760">107.61</cx:pt>
          <cx:pt idx="27761">142.65000000000001</cx:pt>
          <cx:pt idx="27762">167.19</cx:pt>
          <cx:pt idx="27763">107.53</cx:pt>
          <cx:pt idx="27764">84.989999999999995</cx:pt>
          <cx:pt idx="27765">89.969999999999999</cx:pt>
          <cx:pt idx="27766">84.140000000000001</cx:pt>
          <cx:pt idx="27767">108.97</cx:pt>
          <cx:pt idx="27768">84.989999999999995</cx:pt>
          <cx:pt idx="27769">120.95999999999999</cx:pt>
          <cx:pt idx="27770">59.950000000000003</cx:pt>
          <cx:pt idx="27771">82.810000000000002</cx:pt>
          <cx:pt idx="27772">59.950000000000003</cx:pt>
          <cx:pt idx="27773">108.97</cx:pt>
          <cx:pt idx="27774">193.96000000000001</cx:pt>
          <cx:pt idx="27775">65.989999999999995</cx:pt>
          <cx:pt idx="27776">79.980000000000004</cx:pt>
          <cx:pt idx="27777">83.400000000000006</cx:pt>
          <cx:pt idx="27778">69.969999999999999</cx:pt>
          <cx:pt idx="27779">83.040000000000006</cx:pt>
          <cx:pt idx="27780">84.140000000000001</cx:pt>
          <cx:pt idx="27781">88.969999999999999</cx:pt>
          <cx:pt idx="27782">55.979999999999997</cx:pt>
          <cx:pt idx="27783">81.969999999999999</cx:pt>
          <cx:pt idx="27784">155.96000000000001</cx:pt>
          <cx:pt idx="27785">74.969999999999999</cx:pt>
          <cx:pt idx="27786">67.469999999999999</cx:pt>
          <cx:pt idx="27787">157.24000000000001</cx:pt>
          <cx:pt idx="27788">94.340000000000003</cx:pt>
          <cx:pt idx="27789">62.899999999999999</cx:pt>
          <cx:pt idx="27790">62.899999999999999</cx:pt>
          <cx:pt idx="27791">94.340000000000003</cx:pt>
          <cx:pt idx="27792">64.950000000000003</cx:pt>
          <cx:pt idx="27793">64.950000000000003</cx:pt>
          <cx:pt idx="27794">157.24000000000001</cx:pt>
          <cx:pt idx="27795">90.730000000000004</cx:pt>
          <cx:pt idx="27796">107.94</cx:pt>
          <cx:pt idx="27797">71.959999999999994</cx:pt>
          <cx:pt idx="27798">143.91999999999999</cx:pt>
          <cx:pt idx="27799">107.94</cx:pt>
          <cx:pt idx="27800">107.94</cx:pt>
          <cx:pt idx="27801">104.67</cx:pt>
          <cx:pt idx="27802">107.94</cx:pt>
          <cx:pt idx="27803">107.94</cx:pt>
          <cx:pt idx="27804">99.299999999999997</cx:pt>
          <cx:pt idx="27805">104.94</cx:pt>
          <cx:pt idx="27806">-17.989999999999998</cx:pt>
          <cx:pt idx="27807">106.5</cx:pt>
          <cx:pt idx="27808">107.94</cx:pt>
          <cx:pt idx="27809">107.94</cx:pt>
          <cx:pt idx="27810">71.959999999999994</cx:pt>
          <cx:pt idx="27811">105.78</cx:pt>
          <cx:pt idx="27812">141.31999999999999</cx:pt>
          <cx:pt idx="27813">107.94</cx:pt>
          <cx:pt idx="27814">86.950000000000003</cx:pt>
          <cx:pt idx="27815">71.959999999999994</cx:pt>
          <cx:pt idx="27816">135.75999999999999</cx:pt>
          <cx:pt idx="27817">71.959999999999994</cx:pt>
          <cx:pt idx="27818">70.879999999999995</cx:pt>
          <cx:pt idx="27819">106.14</cx:pt>
          <cx:pt idx="27820">143.91999999999999</cx:pt>
          <cx:pt idx="27821">107.94</cx:pt>
          <cx:pt idx="27822">106.94</cx:pt>
          <cx:pt idx="27823">65.989999999999995</cx:pt>
          <cx:pt idx="27824">64.980000000000004</cx:pt>
          <cx:pt idx="27825">17.489999999999998</cx:pt>
          <cx:pt idx="27826">37.479999999999997</cx:pt>
          <cx:pt idx="27827">15.09</cx:pt>
          <cx:pt idx="27828">61.689999999999998</cx:pt>
          <cx:pt idx="27829">21.289999999999999</cx:pt>
          <cx:pt idx="27830">56.68</cx:pt>
          <cx:pt idx="27831">57.979999999999997</cx:pt>
          <cx:pt idx="27832">64.109999999999999</cx:pt>
          <cx:pt idx="27833">83.310000000000002</cx:pt>
          <cx:pt idx="27834">59.979999999999997</cx:pt>
          <cx:pt idx="27835">94.950000000000003</cx:pt>
          <cx:pt idx="27836">55.640000000000001</cx:pt>
          <cx:pt idx="27837">12.68</cx:pt>
          <cx:pt idx="27838">118.02</cx:pt>
          <cx:pt idx="27839">88.170000000000002</cx:pt>
          <cx:pt idx="27840">73.969999999999999</cx:pt>
          <cx:pt idx="27841">89.980000000000004</cx:pt>
          <cx:pt idx="27842">84.989999999999995</cx:pt>
          <cx:pt idx="27843">69.980000000000004</cx:pt>
          <cx:pt idx="27844">69.980000000000004</cx:pt>
          <cx:pt idx="27845">51.289999999999999</cx:pt>
          <cx:pt idx="27846">66.969999999999999</cx:pt>
          <cx:pt idx="27847">143.94999999999999</cx:pt>
          <cx:pt idx="27848">70.510000000000005</cx:pt>
          <cx:pt idx="27849">108.95999999999999</cx:pt>
          <cx:pt idx="27850">69.980000000000004</cx:pt>
          <cx:pt idx="27851">80.560000000000002</cx:pt>
          <cx:pt idx="27852">69.980000000000004</cx:pt>
          <cx:pt idx="27853">69.980000000000004</cx:pt>
          <cx:pt idx="27854">125.97</cx:pt>
          <cx:pt idx="27855">77.969999999999999</cx:pt>
          <cx:pt idx="27856">67.890000000000001</cx:pt>
          <cx:pt idx="27857">85.980000000000004</cx:pt>
          <cx:pt idx="27858">82.129999999999995</cx:pt>
          <cx:pt idx="27859">61.649999999999999</cx:pt>
          <cx:pt idx="27860">104.98</cx:pt>
          <cx:pt idx="27861">62.979999999999997</cx:pt>
          <cx:pt idx="27862">62.149999999999999</cx:pt>
          <cx:pt idx="27863">125.23</cx:pt>
          <cx:pt idx="27864">69.969999999999999</cx:pt>
          <cx:pt idx="27865">57.979999999999997</cx:pt>
          <cx:pt idx="27866">15.99</cx:pt>
          <cx:pt idx="27867">18.739999999999998</cx:pt>
          <cx:pt idx="27868">19.93</cx:pt>
          <cx:pt idx="27869">19.280000000000001</cx:pt>
          <cx:pt idx="27870">19.280000000000001</cx:pt>
          <cx:pt idx="27871">130.46000000000001</cx:pt>
          <cx:pt idx="27872">130.46000000000001</cx:pt>
          <cx:pt idx="27873">110.66</cx:pt>
          <cx:pt idx="27874">110.66</cx:pt>
          <cx:pt idx="27875">156.56999999999999</cx:pt>
          <cx:pt idx="27876">71.959999999999994</cx:pt>
          <cx:pt idx="27877">79.849999999999994</cx:pt>
          <cx:pt idx="27878">62.289999999999999</cx:pt>
          <cx:pt idx="27879">43.520000000000003</cx:pt>
          <cx:pt idx="27880">84.689999999999998</cx:pt>
          <cx:pt idx="27881">143.97</cx:pt>
          <cx:pt idx="27882">69.980000000000004</cx:pt>
          <cx:pt idx="27883">135.96000000000001</cx:pt>
          <cx:pt idx="27884">160.94999999999999</cx:pt>
          <cx:pt idx="27885">131.97999999999999</cx:pt>
          <cx:pt idx="27886">107.31999999999999</cx:pt>
          <cx:pt idx="27887">125.95999999999999</cx:pt>
          <cx:pt idx="27888">92.390000000000001</cx:pt>
          <cx:pt idx="27889">131.97999999999999</cx:pt>
          <cx:pt idx="27890">131.97999999999999</cx:pt>
          <cx:pt idx="27891">72.579999999999998</cx:pt>
          <cx:pt idx="27892">79.989999999999995</cx:pt>
          <cx:pt idx="27893">58.979999999999997</cx:pt>
          <cx:pt idx="27894">30.489999999999998</cx:pt>
          <cx:pt idx="27895">143.94999999999999</cx:pt>
          <cx:pt idx="27896">169.97999999999999</cx:pt>
          <cx:pt idx="27897">169.97999999999999</cx:pt>
          <cx:pt idx="27898">148.36000000000001</cx:pt>
          <cx:pt idx="27899">169.97999999999999</cx:pt>
          <cx:pt idx="27900">121.98</cx:pt>
          <cx:pt idx="27901">169.97999999999999</cx:pt>
          <cx:pt idx="27902">150.18000000000001</cx:pt>
          <cx:pt idx="27903">131.97999999999999</cx:pt>
          <cx:pt idx="27904">99.980000000000004</cx:pt>
          <cx:pt idx="27905">137.97999999999999</cx:pt>
          <cx:pt idx="27906">131.97999999999999</cx:pt>
          <cx:pt idx="27907">99.980000000000004</cx:pt>
          <cx:pt idx="27908">131.97999999999999</cx:pt>
          <cx:pt idx="27909">85.959999999999994</cx:pt>
          <cx:pt idx="27910">57.969999999999999</cx:pt>
          <cx:pt idx="27911">67.980000000000004</cx:pt>
          <cx:pt idx="27912">73.980000000000004</cx:pt>
          <cx:pt idx="27913">59.950000000000003</cx:pt>
          <cx:pt idx="27914">83.930000000000007</cx:pt>
          <cx:pt idx="27915">99.420000000000002</cx:pt>
          <cx:pt idx="27916">33.479999999999997</cx:pt>
          <cx:pt idx="27917">48.990000000000002</cx:pt>
          <cx:pt idx="27918">48.990000000000002</cx:pt>
          <cx:pt idx="27919">59.979999999999997</cx:pt>
          <cx:pt idx="27920">32.390000000000001</cx:pt>
          <cx:pt idx="27921">59.979999999999997</cx:pt>
          <cx:pt idx="27922">108.97</cx:pt>
          <cx:pt idx="27923">32.390000000000001</cx:pt>
          <cx:pt idx="27924">32.390000000000001</cx:pt>
          <cx:pt idx="27925">108.97</cx:pt>
          <cx:pt idx="27926">108.97</cx:pt>
          <cx:pt idx="27927">59.979999999999997</cx:pt>
          <cx:pt idx="27928">48.990000000000002</cx:pt>
          <cx:pt idx="27929">141.34999999999999</cx:pt>
          <cx:pt idx="27930">55.969999999999999</cx:pt>
          <cx:pt idx="27931">53.979999999999997</cx:pt>
          <cx:pt idx="27932">55.969999999999999</cx:pt>
          <cx:pt idx="27933">53.979999999999997</cx:pt>
          <cx:pt idx="27934">59.240000000000002</cx:pt>
          <cx:pt idx="27935">81.370000000000005</cx:pt>
          <cx:pt idx="27936">60.990000000000002</cx:pt>
          <cx:pt idx="27937">85.480000000000004</cx:pt>
          <cx:pt idx="27938">56.020000000000003</cx:pt>
          <cx:pt idx="27939">125.06</cx:pt>
          <cx:pt idx="27940">140.97</cx:pt>
          <cx:pt idx="27941">63.469999999999999</cx:pt>
          <cx:pt idx="27942">132.47</cx:pt>
          <cx:pt idx="27943">108.98</cx:pt>
          <cx:pt idx="27944">114.95</cx:pt>
          <cx:pt idx="27945">131.97999999999999</cx:pt>
          <cx:pt idx="27946">168.55000000000001</cx:pt>
          <cx:pt idx="27947">131.16</cx:pt>
          <cx:pt idx="27948">67.980000000000004</cx:pt>
          <cx:pt idx="27949">177.24000000000001</cx:pt>
          <cx:pt idx="27950">169.97999999999999</cx:pt>
          <cx:pt idx="27951">82.989999999999995</cx:pt>
          <cx:pt idx="27952">169.97999999999999</cx:pt>
          <cx:pt idx="27953">172.94999999999999</cx:pt>
          <cx:pt idx="27954">141.81999999999999</cx:pt>
          <cx:pt idx="27955">157.96000000000001</cx:pt>
          <cx:pt idx="27956">198.58000000000001</cx:pt>
          <cx:pt idx="27957">198.25999999999999</cx:pt>
          <cx:pt idx="27958">169.13</cx:pt>
          <cx:pt idx="27959">169.97999999999999</cx:pt>
          <cx:pt idx="27960">113.27</cx:pt>
          <cx:pt idx="27961">84.989999999999995</cx:pt>
          <cx:pt idx="27962">123.97</cx:pt>
          <cx:pt idx="27963">19.489999999999998</cx:pt>
          <cx:pt idx="27964">51.490000000000002</cx:pt>
          <cx:pt idx="27965">63.960000000000001</cx:pt>
          <cx:pt idx="27966">65.980000000000004</cx:pt>
          <cx:pt idx="27967">74.980000000000004</cx:pt>
          <cx:pt idx="27968">57.979999999999997</cx:pt>
          <cx:pt idx="27969">82.969999999999999</cx:pt>
          <cx:pt idx="27970">143.36000000000001</cx:pt>
          <cx:pt idx="27971">59.990000000000002</cx:pt>
          <cx:pt idx="27972">58.539999999999999</cx:pt>
          <cx:pt idx="27973">143.36000000000001</cx:pt>
          <cx:pt idx="27974">58.539999999999999</cx:pt>
          <cx:pt idx="27975">59.990000000000002</cx:pt>
          <cx:pt idx="27976">51.939999999999998</cx:pt>
          <cx:pt idx="27977">-1.95</cx:pt>
          <cx:pt idx="27978">29.489999999999998</cx:pt>
          <cx:pt idx="27979">51.979999999999997</cx:pt>
          <cx:pt idx="27980">51.979999999999997</cx:pt>
          <cx:pt idx="27981">46.719999999999999</cx:pt>
          <cx:pt idx="27982">161.96000000000001</cx:pt>
          <cx:pt idx="27983">176.94999999999999</cx:pt>
          <cx:pt idx="27984">161.96000000000001</cx:pt>
          <cx:pt idx="27985">161.96000000000001</cx:pt>
          <cx:pt idx="27986">161.96000000000001</cx:pt>
          <cx:pt idx="27987">67.489999999999995</cx:pt>
          <cx:pt idx="27988">163.46000000000001</cx:pt>
          <cx:pt idx="27989">-14.99</cx:pt>
          <cx:pt idx="27990">177.93000000000001</cx:pt>
          <cx:pt idx="27991">163.46000000000001</cx:pt>
          <cx:pt idx="27992">141.97</cx:pt>
          <cx:pt idx="27993">143.06999999999999</cx:pt>
          <cx:pt idx="27994">56.969999999999999</cx:pt>
          <cx:pt idx="27995">56.969999999999999</cx:pt>
          <cx:pt idx="27996">53.979999999999997</cx:pt>
          <cx:pt idx="27997">54.979999999999997</cx:pt>
          <cx:pt idx="27998">35.490000000000002</cx:pt>
          <cx:pt idx="27999">76.189999999999998</cx:pt>
          <cx:pt idx="28000">79</cx:pt>
          <cx:pt idx="28001">142.97</cx:pt>
          <cx:pt idx="28002">63.990000000000002</cx:pt>
          <cx:pt idx="28003">305.95999999999998</cx:pt>
          <cx:pt idx="28004">339.95999999999998</cx:pt>
          <cx:pt idx="28005">119.95999999999999</cx:pt>
          <cx:pt idx="28006">208.34999999999999</cx:pt>
          <cx:pt idx="28007">79.980000000000004</cx:pt>
          <cx:pt idx="28008">347.38</cx:pt>
          <cx:pt idx="28009">80.480000000000004</cx:pt>
          <cx:pt idx="28010">50.460000000000001</cx:pt>
          <cx:pt idx="28011">140.36000000000001</cx:pt>
          <cx:pt idx="28012">142.75999999999999</cx:pt>
          <cx:pt idx="28013">68.950000000000003</cx:pt>
          <cx:pt idx="28014">82.260000000000005</cx:pt>
          <cx:pt idx="28015">72.579999999999998</cx:pt>
          <cx:pt idx="28016">154.81999999999999</cx:pt>
          <cx:pt idx="28017">74.969999999999999</cx:pt>
          <cx:pt idx="28018">74.969999999999999</cx:pt>
          <cx:pt idx="28019">77.390000000000001</cx:pt>
          <cx:pt idx="28020">77.390000000000001</cx:pt>
          <cx:pt idx="28021">368.99000000000001</cx:pt>
          <cx:pt idx="28022">730.72000000000003</cx:pt>
          <cx:pt idx="28023">798.48000000000002</cx:pt>
          <cx:pt idx="28024">596.07000000000005</cx:pt>
          <cx:pt idx="28025">139.97999999999999</cx:pt>
          <cx:pt idx="28026">68.900000000000006</cx:pt>
          <cx:pt idx="28027">66.489999999999995</cx:pt>
          <cx:pt idx="28028">19.989999999999998</cx:pt>
          <cx:pt idx="28029">69.980000000000004</cx:pt>
          <cx:pt idx="28030">69.980000000000004</cx:pt>
          <cx:pt idx="28031">69.980000000000004</cx:pt>
          <cx:pt idx="28032">69.980000000000004</cx:pt>
          <cx:pt idx="28033">69.980000000000004</cx:pt>
          <cx:pt idx="28034">69.980000000000004</cx:pt>
          <cx:pt idx="28035">139.96000000000001</cx:pt>
          <cx:pt idx="28036">139.96000000000001</cx:pt>
          <cx:pt idx="28037">139.96000000000001</cx:pt>
          <cx:pt idx="28038">69.989999999999995</cx:pt>
          <cx:pt idx="28039">69.989999999999995</cx:pt>
          <cx:pt idx="28040">51.490000000000002</cx:pt>
          <cx:pt idx="28041">79.989999999999995</cx:pt>
          <cx:pt idx="28042">69.989999999999995</cx:pt>
          <cx:pt idx="28043">69.989999999999995</cx:pt>
          <cx:pt idx="28044">139.97999999999999</cx:pt>
          <cx:pt idx="28045">139.97999999999999</cx:pt>
          <cx:pt idx="28046">69.989999999999995</cx:pt>
          <cx:pt idx="28047">69.989999999999995</cx:pt>
          <cx:pt idx="28048">11.49</cx:pt>
          <cx:pt idx="28049">119.95999999999999</cx:pt>
          <cx:pt idx="28050">69.989999999999995</cx:pt>
          <cx:pt idx="28051">69.989999999999995</cx:pt>
          <cx:pt idx="28052">139.97999999999999</cx:pt>
          <cx:pt idx="28053">139.97999999999999</cx:pt>
          <cx:pt idx="28054">254.97</cx:pt>
          <cx:pt idx="28055">229.97</cx:pt>
          <cx:pt idx="28056">256.47000000000003</cx:pt>
          <cx:pt idx="28057">197.97</cx:pt>
          <cx:pt idx="28058">137.66999999999999</cx:pt>
          <cx:pt idx="28059">254.97</cx:pt>
          <cx:pt idx="28060">139.97</cx:pt>
          <cx:pt idx="28061">54.979999999999997</cx:pt>
          <cx:pt idx="28062">84.989999999999995</cx:pt>
          <cx:pt idx="28063">54.979999999999997</cx:pt>
          <cx:pt idx="28064">84.989999999999995</cx:pt>
          <cx:pt idx="28065">54.979999999999997</cx:pt>
          <cx:pt idx="28066">84.980000000000004</cx:pt>
          <cx:pt idx="28067">139.96000000000001</cx:pt>
          <cx:pt idx="28068">74.950000000000003</cx:pt>
          <cx:pt idx="28069">139.96000000000001</cx:pt>
          <cx:pt idx="28070">33.840000000000003</cx:pt>
          <cx:pt idx="28071">66.530000000000001</cx:pt>
          <cx:pt idx="28072">35.07</cx:pt>
          <cx:pt idx="28073">139.94999999999999</cx:pt>
          <cx:pt idx="28074">142.25</cx:pt>
          <cx:pt idx="28075">153.97999999999999</cx:pt>
          <cx:pt idx="28076">159.97999999999999</cx:pt>
          <cx:pt idx="28077">169.97999999999999</cx:pt>
          <cx:pt idx="28078">131.97999999999999</cx:pt>
          <cx:pt idx="28079">169.97999999999999</cx:pt>
          <cx:pt idx="28080">165.96000000000001</cx:pt>
          <cx:pt idx="28081">139.96000000000001</cx:pt>
          <cx:pt idx="28082">157.97999999999999</cx:pt>
          <cx:pt idx="28083">159.96000000000001</cx:pt>
          <cx:pt idx="28084">140.66999999999999</cx:pt>
          <cx:pt idx="28085">169.97999999999999</cx:pt>
          <cx:pt idx="28086">131.97999999999999</cx:pt>
          <cx:pt idx="28087">243.46000000000001</cx:pt>
          <cx:pt idx="28088">121.98</cx:pt>
          <cx:pt idx="28089">131.97999999999999</cx:pt>
          <cx:pt idx="28090">67.969999999999999</cx:pt>
          <cx:pt idx="28091">154.63999999999999</cx:pt>
          <cx:pt idx="28092">169.97999999999999</cx:pt>
          <cx:pt idx="28093">169.97999999999999</cx:pt>
          <cx:pt idx="28094">59.960000000000001</cx:pt>
          <cx:pt idx="28095">22.23</cx:pt>
          <cx:pt idx="28096">104.97</cx:pt>
          <cx:pt idx="28097">139.94999999999999</cx:pt>
          <cx:pt idx="28098">139.90000000000001</cx:pt>
          <cx:pt idx="28099">59.969999999999999</cx:pt>
          <cx:pt idx="28100">41.479999999999997</cx:pt>
          <cx:pt idx="28101">21.489999999999998</cx:pt>
          <cx:pt idx="28102">84.989999999999995</cx:pt>
          <cx:pt idx="28103">53.969999999999999</cx:pt>
          <cx:pt idx="28104">20.489999999999998</cx:pt>
          <cx:pt idx="28105">56.969999999999999</cx:pt>
          <cx:pt idx="28106">69.950000000000003</cx:pt>
          <cx:pt idx="28107">69.950000000000003</cx:pt>
          <cx:pt idx="28108">99.980000000000004</cx:pt>
          <cx:pt idx="28109">174.97</cx:pt>
          <cx:pt idx="28110">105.98</cx:pt>
          <cx:pt idx="28111">145.97</cx:pt>
          <cx:pt idx="28112">145.97</cx:pt>
          <cx:pt idx="28113">139.90000000000001</cx:pt>
          <cx:pt idx="28114">139.90000000000001</cx:pt>
          <cx:pt idx="28115">80.969999999999999</cx:pt>
          <cx:pt idx="28116">59.950000000000003</cx:pt>
          <cx:pt idx="28117">152.97999999999999</cx:pt>
          <cx:pt idx="28118">152.97999999999999</cx:pt>
          <cx:pt idx="28119">152.96000000000001</cx:pt>
          <cx:pt idx="28120">62.969999999999999</cx:pt>
          <cx:pt idx="28121">72.579999999999998</cx:pt>
          <cx:pt idx="28122">81.640000000000001</cx:pt>
          <cx:pt idx="28123">157.97</cx:pt>
          <cx:pt idx="28124">233.38</cx:pt>
          <cx:pt idx="28125">216.94</cx:pt>
          <cx:pt idx="28126">197.97</cx:pt>
          <cx:pt idx="28127">197.97</cx:pt>
          <cx:pt idx="28128">363.38</cx:pt>
          <cx:pt idx="28129">196.69999999999999</cx:pt>
          <cx:pt idx="28130">86.069999999999993</cx:pt>
          <cx:pt idx="28131">141.96000000000001</cx:pt>
          <cx:pt idx="28132">83.969999999999999</cx:pt>
          <cx:pt idx="28133">57.979999999999997</cx:pt>
          <cx:pt idx="28134">139.47</cx:pt>
          <cx:pt idx="28135">65.049999999999997</cx:pt>
          <cx:pt idx="28136">88.900000000000006</cx:pt>
          <cx:pt idx="28137">69.989999999999995</cx:pt>
          <cx:pt idx="28138">69.989999999999995</cx:pt>
          <cx:pt idx="28139">179.94999999999999</cx:pt>
          <cx:pt idx="28140">275.93000000000001</cx:pt>
          <cx:pt idx="28141">114.65000000000001</cx:pt>
          <cx:pt idx="28142">226.80000000000001</cx:pt>
          <cx:pt idx="28143">212.97</cx:pt>
          <cx:pt idx="28144">254.97</cx:pt>
          <cx:pt idx="28145">131.97999999999999</cx:pt>
          <cx:pt idx="28146">225.55000000000001</cx:pt>
          <cx:pt idx="28147">107.97</cx:pt>
          <cx:pt idx="28148">229.97</cx:pt>
          <cx:pt idx="28149">201.96000000000001</cx:pt>
          <cx:pt idx="28150">131.97999999999999</cx:pt>
          <cx:pt idx="28151">169.97999999999999</cx:pt>
          <cx:pt idx="28152">69.290000000000006</cx:pt>
          <cx:pt idx="28153">69.989999999999995</cx:pt>
          <cx:pt idx="28154">56.969999999999999</cx:pt>
          <cx:pt idx="28155">56.969999999999999</cx:pt>
          <cx:pt idx="28156">47.75</cx:pt>
          <cx:pt idx="28157">22.949999999999999</cx:pt>
          <cx:pt idx="28158">49.590000000000003</cx:pt>
          <cx:pt idx="28159">141.62</cx:pt>
          <cx:pt idx="28160">79.849999999999994</cx:pt>
          <cx:pt idx="28161">84.989999999999995</cx:pt>
          <cx:pt idx="28162">79.989999999999995</cx:pt>
          <cx:pt idx="28163">89.969999999999999</cx:pt>
          <cx:pt idx="28164">84.989999999999995</cx:pt>
          <cx:pt idx="28165">58.990000000000002</cx:pt>
          <cx:pt idx="28166">60.979999999999997</cx:pt>
          <cx:pt idx="28167">99.980000000000004</cx:pt>
          <cx:pt idx="28168">64.969999999999999</cx:pt>
          <cx:pt idx="28169">66.219999999999999</cx:pt>
          <cx:pt idx="28170">99.980000000000004</cx:pt>
          <cx:pt idx="28171">60.979999999999997</cx:pt>
          <cx:pt idx="28172">93.909999999999997</cx:pt>
          <cx:pt idx="28173">59.390000000000001</cx:pt>
          <cx:pt idx="28174">74.969999999999999</cx:pt>
          <cx:pt idx="28175">72.659999999999997</cx:pt>
          <cx:pt idx="28176">53.18</cx:pt>
          <cx:pt idx="28177">62.869999999999997</cx:pt>
          <cx:pt idx="28178">84.989999999999995</cx:pt>
          <cx:pt idx="28179">68.989999999999995</cx:pt>
          <cx:pt idx="28180">31.48</cx:pt>
          <cx:pt idx="28181">30.879999999999999</cx:pt>
          <cx:pt idx="28182">41.240000000000002</cx:pt>
          <cx:pt idx="28183">84.989999999999995</cx:pt>
          <cx:pt idx="28184">84.989999999999995</cx:pt>
          <cx:pt idx="28185">53.979999999999997</cx:pt>
          <cx:pt idx="28186">138.97</cx:pt>
          <cx:pt idx="28187">69.959999999999994</cx:pt>
          <cx:pt idx="28188">68.959999999999994</cx:pt>
          <cx:pt idx="28189">53.960000000000001</cx:pt>
          <cx:pt idx="28190">139.96000000000001</cx:pt>
          <cx:pt idx="28191">194.97</cx:pt>
          <cx:pt idx="28192">242.94999999999999</cx:pt>
          <cx:pt idx="28193">131.97999999999999</cx:pt>
          <cx:pt idx="28194">156.97</cx:pt>
          <cx:pt idx="28195">184.21000000000001</cx:pt>
          <cx:pt idx="28196">151.97</cx:pt>
          <cx:pt idx="28197">69.980000000000004</cx:pt>
          <cx:pt idx="28198">69.980000000000004</cx:pt>
          <cx:pt idx="28199">57.979999999999997</cx:pt>
          <cx:pt idx="28200">28.489999999999998</cx:pt>
          <cx:pt idx="28201">55.979999999999997</cx:pt>
          <cx:pt idx="28202">141.16999999999999</cx:pt>
          <cx:pt idx="28203">139.91999999999999</cx:pt>
          <cx:pt idx="28204">61.409999999999997</cx:pt>
          <cx:pt idx="28205">80.980000000000004</cx:pt>
          <cx:pt idx="28206">153.65000000000001</cx:pt>
          <cx:pt idx="28207">130.63999999999999</cx:pt>
          <cx:pt idx="28208">203.24000000000001</cx:pt>
          <cx:pt idx="28209">210.13999999999999</cx:pt>
          <cx:pt idx="28210">313.33999999999997</cx:pt>
          <cx:pt idx="28211">313.33999999999997</cx:pt>
          <cx:pt idx="28212">169.84</cx:pt>
          <cx:pt idx="28213">114.91</cx:pt>
          <cx:pt idx="28214">100.39</cx:pt>
          <cx:pt idx="28215">114.91</cx:pt>
          <cx:pt idx="28216">145.15000000000001</cx:pt>
          <cx:pt idx="28217">248.66</cx:pt>
          <cx:pt idx="28218">119.75</cx:pt>
          <cx:pt idx="28219">130.59</cx:pt>
          <cx:pt idx="28220">153.65000000000001</cx:pt>
          <cx:pt idx="28221">159.69999999999999</cx:pt>
          <cx:pt idx="28222">174.49000000000001</cx:pt>
          <cx:pt idx="28223">214.13</cx:pt>
          <cx:pt idx="28224">68.980000000000004</cx:pt>
          <cx:pt idx="28225">68.980000000000004</cx:pt>
          <cx:pt idx="28226">68.969999999999999</cx:pt>
          <cx:pt idx="28227">68.969999999999999</cx:pt>
          <cx:pt idx="28228">72.959999999999994</cx:pt>
          <cx:pt idx="28229">67.969999999999999</cx:pt>
          <cx:pt idx="28230">70.469999999999999</cx:pt>
          <cx:pt idx="28231">70.469999999999999</cx:pt>
          <cx:pt idx="28232">83.870000000000005</cx:pt>
          <cx:pt idx="28233">183.68000000000001</cx:pt>
          <cx:pt idx="28234">169.97999999999999</cx:pt>
          <cx:pt idx="28235">158.97</cx:pt>
          <cx:pt idx="28236">175.5</cx:pt>
          <cx:pt idx="28237">131.97999999999999</cx:pt>
          <cx:pt idx="28238">188.97</cx:pt>
          <cx:pt idx="28239">169.97999999999999</cx:pt>
          <cx:pt idx="28240">134.97999999999999</cx:pt>
          <cx:pt idx="28241">165.63999999999999</cx:pt>
          <cx:pt idx="28242">144.47999999999999</cx:pt>
          <cx:pt idx="28243">150.97</cx:pt>
          <cx:pt idx="28244">169.97999999999999</cx:pt>
          <cx:pt idx="28245">178.97</cx:pt>
          <cx:pt idx="28246">169.97999999999999</cx:pt>
          <cx:pt idx="28247">65.989999999999995</cx:pt>
          <cx:pt idx="28248">134.97999999999999</cx:pt>
          <cx:pt idx="28249">82.260000000000005</cx:pt>
          <cx:pt idx="28250">56.219999999999999</cx:pt>
          <cx:pt idx="28251">50.380000000000003</cx:pt>
          <cx:pt idx="28252">87.959999999999994</cx:pt>
          <cx:pt idx="28253">88.969999999999999</cx:pt>
          <cx:pt idx="28254">51.759999999999998</cx:pt>
          <cx:pt idx="28255">151.96000000000001</cx:pt>
          <cx:pt idx="28256">161.96000000000001</cx:pt>
          <cx:pt idx="28257">146.97</cx:pt>
          <cx:pt idx="28258">127.06999999999999</cx:pt>
          <cx:pt idx="28259">136.97</cx:pt>
          <cx:pt idx="28260">161.53</cx:pt>
          <cx:pt idx="28261">72.579999999999998</cx:pt>
          <cx:pt idx="28262">79.849999999999994</cx:pt>
          <cx:pt idx="28263">31.489999999999998</cx:pt>
          <cx:pt idx="28264">50.979999999999997</cx:pt>
          <cx:pt idx="28265">38.479999999999997</cx:pt>
          <cx:pt idx="28266">50.479999999999997</cx:pt>
          <cx:pt idx="28267">89.980000000000004</cx:pt>
          <cx:pt idx="28268">79.849999999999994</cx:pt>
          <cx:pt idx="28269">72.560000000000002</cx:pt>
          <cx:pt idx="28270">120.95</cx:pt>
          <cx:pt idx="28271">120.95</cx:pt>
          <cx:pt idx="28272">152.41</cx:pt>
          <cx:pt idx="28273">152.41</cx:pt>
          <cx:pt idx="28274">159.97999999999999</cx:pt>
          <cx:pt idx="28275">145.97</cx:pt>
          <cx:pt idx="28276">77.959999999999994</cx:pt>
          <cx:pt idx="28277">67.980000000000004</cx:pt>
          <cx:pt idx="28278">227.96000000000001</cx:pt>
          <cx:pt idx="28279">77.959999999999994</cx:pt>
          <cx:pt idx="28280">146.46000000000001</cx:pt>
          <cx:pt idx="28281">193.97</cx:pt>
          <cx:pt idx="28282">209.94</cx:pt>
          <cx:pt idx="28283">197.46000000000001</cx:pt>
          <cx:pt idx="28284">198.96000000000001</cx:pt>
          <cx:pt idx="28285">83.480000000000004</cx:pt>
          <cx:pt idx="28286">152.38999999999999</cx:pt>
          <cx:pt idx="28287">137.97</cx:pt>
          <cx:pt idx="28288">61.670000000000002</cx:pt>
          <cx:pt idx="28289">102.98</cx:pt>
          <cx:pt idx="28290">22.239999999999998</cx:pt>
          <cx:pt idx="28291">137.96000000000001</cx:pt>
          <cx:pt idx="28292">89.969999999999999</cx:pt>
          <cx:pt idx="28293">89.969999999999999</cx:pt>
          <cx:pt idx="28294">137.97999999999999</cx:pt>
          <cx:pt idx="28295">287.93000000000001</cx:pt>
          <cx:pt idx="28296">255.96000000000001</cx:pt>
          <cx:pt idx="28297">197.97</cx:pt>
          <cx:pt idx="28298">143.72</cx:pt>
          <cx:pt idx="28299">250.13</cx:pt>
          <cx:pt idx="28300">192.21000000000001</cx:pt>
          <cx:pt idx="28301">137.97999999999999</cx:pt>
          <cx:pt idx="28302">137.97999999999999</cx:pt>
          <cx:pt idx="28303">137.97999999999999</cx:pt>
          <cx:pt idx="28304">66.540000000000006</cx:pt>
          <cx:pt idx="28305">85.739999999999995</cx:pt>
          <cx:pt idx="28306">16.489999999999998</cx:pt>
          <cx:pt idx="28307">57.979999999999997</cx:pt>
          <cx:pt idx="28308">16.489999999999998</cx:pt>
          <cx:pt idx="28309">17.239999999999998</cx:pt>
          <cx:pt idx="28310">133.02000000000001</cx:pt>
          <cx:pt idx="28311">84.969999999999999</cx:pt>
          <cx:pt idx="28312">211.96000000000001</cx:pt>
          <cx:pt idx="28313">280.94999999999999</cx:pt>
          <cx:pt idx="28314">174.97</cx:pt>
          <cx:pt idx="28315">251.18000000000001</cx:pt>
          <cx:pt idx="28316">346.94</cx:pt>
          <cx:pt idx="28317">211.96000000000001</cx:pt>
          <cx:pt idx="28318">211.96000000000001</cx:pt>
          <cx:pt idx="28319">59.840000000000003</cx:pt>
          <cx:pt idx="28320">55.359999999999999</cx:pt>
          <cx:pt idx="28321">137.66999999999999</cx:pt>
          <cx:pt idx="28322">69.989999999999995</cx:pt>
          <cx:pt idx="28323">69.989999999999995</cx:pt>
          <cx:pt idx="28324">69.989999999999995</cx:pt>
          <cx:pt idx="28325">69.989999999999995</cx:pt>
          <cx:pt idx="28326">69.989999999999995</cx:pt>
          <cx:pt idx="28327">69.989999999999995</cx:pt>
          <cx:pt idx="28328">69.989999999999995</cx:pt>
          <cx:pt idx="28329">499.93000000000001</cx:pt>
          <cx:pt idx="28330">419.92000000000002</cx:pt>
          <cx:pt idx="28331">69.989999999999995</cx:pt>
          <cx:pt idx="28332">54.979999999999997</cx:pt>
          <cx:pt idx="28333">84.989999999999995</cx:pt>
          <cx:pt idx="28334">84.989999999999995</cx:pt>
          <cx:pt idx="28335">41.939999999999998</cx:pt>
          <cx:pt idx="28336">139.97</cx:pt>
          <cx:pt idx="28337">46.289999999999999</cx:pt>
          <cx:pt idx="28338">84.989999999999995</cx:pt>
          <cx:pt idx="28339">84.989999999999995</cx:pt>
          <cx:pt idx="28340">46.289999999999999</cx:pt>
          <cx:pt idx="28341">54.979999999999997</cx:pt>
          <cx:pt idx="28342">84.980000000000004</cx:pt>
          <cx:pt idx="28343">144.94999999999999</cx:pt>
          <cx:pt idx="28344">145.94999999999999</cx:pt>
          <cx:pt idx="28345">145.94999999999999</cx:pt>
          <cx:pt idx="28346">154.94999999999999</cx:pt>
          <cx:pt idx="28347">92.969999999999999</cx:pt>
          <cx:pt idx="28348">92.969999999999999</cx:pt>
          <cx:pt idx="28349">123.95999999999999</cx:pt>
          <cx:pt idx="28350">148.94999999999999</cx:pt>
          <cx:pt idx="28351">109.19</cx:pt>
          <cx:pt idx="28352">92.969999999999999</cx:pt>
          <cx:pt idx="28353">123.95999999999999</cx:pt>
          <cx:pt idx="28354">120.95999999999999</cx:pt>
          <cx:pt idx="28355">79.969999999999999</cx:pt>
          <cx:pt idx="28356">116.95999999999999</cx:pt>
          <cx:pt idx="28357">154.94999999999999</cx:pt>
          <cx:pt idx="28358">145.94999999999999</cx:pt>
          <cx:pt idx="28359">87.909999999999997</cx:pt>
          <cx:pt idx="28360">142.34</cx:pt>
          <cx:pt idx="28361">118.13</cx:pt>
          <cx:pt idx="28362">123.95999999999999</cx:pt>
          <cx:pt idx="28363">107.27</cx:pt>
          <cx:pt idx="28364">75.569999999999993</cx:pt>
          <cx:pt idx="28365">139.94999999999999</cx:pt>
          <cx:pt idx="28366">73.969999999999999</cx:pt>
          <cx:pt idx="28367">65.980000000000004</cx:pt>
          <cx:pt idx="28368">139.94999999999999</cx:pt>
          <cx:pt idx="28369">41.280000000000001</cx:pt>
          <cx:pt idx="28370">89.980000000000004</cx:pt>
          <cx:pt idx="28371">131.25</cx:pt>
          <cx:pt idx="28372">111.95999999999999</cx:pt>
          <cx:pt idx="28373">69.950000000000003</cx:pt>
          <cx:pt idx="28374">69.980000000000004</cx:pt>
          <cx:pt idx="28375">179.97</cx:pt>
          <cx:pt idx="28376">144.97</cx:pt>
          <cx:pt idx="28377">49.990000000000002</cx:pt>
          <cx:pt idx="28378">128.56</cx:pt>
          <cx:pt idx="28379">50.969999999999999</cx:pt>
          <cx:pt idx="28380">80.950000000000003</cx:pt>
          <cx:pt idx="28381">104.97</cx:pt>
          <cx:pt idx="28382">49.990000000000002</cx:pt>
          <cx:pt idx="28383">109.98</cx:pt>
          <cx:pt idx="28384">56.469999999999999</cx:pt>
          <cx:pt idx="28385">99.980000000000004</cx:pt>
          <cx:pt idx="28386">141.94</cx:pt>
          <cx:pt idx="28387">99.980000000000004</cx:pt>
          <cx:pt idx="28388">79.989999999999995</cx:pt>
          <cx:pt idx="28389">129.97999999999999</cx:pt>
          <cx:pt idx="28390">86.159999999999997</cx:pt>
          <cx:pt idx="28391">79.989999999999995</cx:pt>
          <cx:pt idx="28392">59.939999999999998</cx:pt>
          <cx:pt idx="28393">85.959999999999994</cx:pt>
          <cx:pt idx="28394">137.46000000000001</cx:pt>
          <cx:pt idx="28395">120.86</cx:pt>
          <cx:pt idx="28396">10.289999999999999</cx:pt>
          <cx:pt idx="28397">84.920000000000002</cx:pt>
          <cx:pt idx="28398">66.530000000000001</cx:pt>
          <cx:pt idx="28399">80.969999999999999</cx:pt>
          <cx:pt idx="28400">56.090000000000003</cx:pt>
          <cx:pt idx="28401">37.479999999999997</cx:pt>
          <cx:pt idx="28402">37.479999999999997</cx:pt>
          <cx:pt idx="28403">73.980000000000004</cx:pt>
          <cx:pt idx="28404">73.980000000000004</cx:pt>
          <cx:pt idx="28405">86.469999999999999</cx:pt>
          <cx:pt idx="28406">44.270000000000003</cx:pt>
          <cx:pt idx="28407">76.969999999999999</cx:pt>
          <cx:pt idx="28408">59.979999999999997</cx:pt>
          <cx:pt idx="28409">56.979999999999997</cx:pt>
          <cx:pt idx="28410">62.979999999999997</cx:pt>
          <cx:pt idx="28411">58.979999999999997</cx:pt>
          <cx:pt idx="28412">77.969999999999999</cx:pt>
          <cx:pt idx="28413">103.98</cx:pt>
          <cx:pt idx="28414">246.56</cx:pt>
          <cx:pt idx="28415">169.97999999999999</cx:pt>
          <cx:pt idx="28416">84.989999999999995</cx:pt>
          <cx:pt idx="28417">158.13999999999999</cx:pt>
          <cx:pt idx="28418">169.97999999999999</cx:pt>
          <cx:pt idx="28419">103.98</cx:pt>
          <cx:pt idx="28420">156.97</cx:pt>
          <cx:pt idx="28421">188.97</cx:pt>
          <cx:pt idx="28422">93.579999999999998</cx:pt>
          <cx:pt idx="28423">76.489999999999995</cx:pt>
          <cx:pt idx="28424">214.56</cx:pt>
          <cx:pt idx="28425">247.88999999999999</cx:pt>
          <cx:pt idx="28426">64.989999999999995</cx:pt>
          <cx:pt idx="28427">151.47999999999999</cx:pt>
          <cx:pt idx="28428">137.97999999999999</cx:pt>
          <cx:pt idx="28429">102.48</cx:pt>
          <cx:pt idx="28430">70.980000000000004</cx:pt>
          <cx:pt idx="28431">65.980000000000004</cx:pt>
          <cx:pt idx="28432">149.96000000000001</cx:pt>
          <cx:pt idx="28433">61.689999999999998</cx:pt>
          <cx:pt idx="28434">89.519999999999996</cx:pt>
          <cx:pt idx="28435">84.969999999999999</cx:pt>
          <cx:pt idx="28436">51.979999999999997</cx:pt>
          <cx:pt idx="28437">18.73</cx:pt>
          <cx:pt idx="28438">89.980000000000004</cx:pt>
          <cx:pt idx="28439">59.960000000000001</cx:pt>
          <cx:pt idx="28440">286.25</cx:pt>
          <cx:pt idx="28441">254.97</cx:pt>
          <cx:pt idx="28442">254.97</cx:pt>
          <cx:pt idx="28443">274.86000000000001</cx:pt>
          <cx:pt idx="28444">164.90000000000001</cx:pt>
          <cx:pt idx="28445">284.95999999999998</cx:pt>
          <cx:pt idx="28446">396.91000000000003</cx:pt>
          <cx:pt idx="28447">227.16</cx:pt>
          <cx:pt idx="28448">103.3</cx:pt>
          <cx:pt idx="28449">343.88</cx:pt>
          <cx:pt idx="28450">12.49</cx:pt>
          <cx:pt idx="28451">13.48</cx:pt>
          <cx:pt idx="28452">33.479999999999997</cx:pt>
          <cx:pt idx="28453">46.490000000000002</cx:pt>
          <cx:pt idx="28454">81.870000000000005</cx:pt>
          <cx:pt idx="28455">69.980000000000004</cx:pt>
          <cx:pt idx="28456">30.210000000000001</cx:pt>
          <cx:pt idx="28457">111.28</cx:pt>
          <cx:pt idx="28458">95.349999999999994</cx:pt>
          <cx:pt idx="28459">54.369999999999997</cx:pt>
          <cx:pt idx="28460">121.98</cx:pt>
          <cx:pt idx="28461">166.94</cx:pt>
          <cx:pt idx="28462">395.94</cx:pt>
          <cx:pt idx="28463">191.93000000000001</cx:pt>
          <cx:pt idx="28464">534.51999999999998</cx:pt>
          <cx:pt idx="28465">197.97</cx:pt>
          <cx:pt idx="28466">67.980000000000004</cx:pt>
          <cx:pt idx="28467">71.069999999999993</cx:pt>
          <cx:pt idx="28468">84.980000000000004</cx:pt>
          <cx:pt idx="28469">84.980000000000004</cx:pt>
          <cx:pt idx="28470">70.450000000000003</cx:pt>
          <cx:pt idx="28471">52.07</cx:pt>
          <cx:pt idx="28472">64.950000000000003</cx:pt>
          <cx:pt idx="28473">76.480000000000004</cx:pt>
          <cx:pt idx="28474">59.979999999999997</cx:pt>
          <cx:pt idx="28475">76.469999999999999</cx:pt>
          <cx:pt idx="28476">59.979999999999997</cx:pt>
          <cx:pt idx="28477">53.289999999999999</cx:pt>
          <cx:pt idx="28478">32.490000000000002</cx:pt>
          <cx:pt idx="28479">61.740000000000002</cx:pt>
          <cx:pt idx="28480">25.18</cx:pt>
          <cx:pt idx="28481">134.97999999999999</cx:pt>
          <cx:pt idx="28482">119.95999999999999</cx:pt>
          <cx:pt idx="28483">134.97999999999999</cx:pt>
          <cx:pt idx="28484">101.97</cx:pt>
          <cx:pt idx="28485">89.969999999999999</cx:pt>
          <cx:pt idx="28486">99.980000000000004</cx:pt>
          <cx:pt idx="28487">149.94999999999999</cx:pt>
          <cx:pt idx="28488">119.95999999999999</cx:pt>
          <cx:pt idx="28489">99.980000000000004</cx:pt>
          <cx:pt idx="28490">179.94</cx:pt>
          <cx:pt idx="28491">102.40000000000001</cx:pt>
          <cx:pt idx="28492">119.95999999999999</cx:pt>
          <cx:pt idx="28493">89.969999999999999</cx:pt>
          <cx:pt idx="28494">168.96000000000001</cx:pt>
          <cx:pt idx="28495">119.95999999999999</cx:pt>
          <cx:pt idx="28496">149.94999999999999</cx:pt>
          <cx:pt idx="28497">84.390000000000001</cx:pt>
          <cx:pt idx="28498">87.239999999999995</cx:pt>
          <cx:pt idx="28499">139.97</cx:pt>
          <cx:pt idx="28500">114.97</cx:pt>
          <cx:pt idx="28501">49.460000000000001</cx:pt>
          <cx:pt idx="28502">139.97</cx:pt>
          <cx:pt idx="28503">20.190000000000001</cx:pt>
          <cx:pt idx="28504">139.91999999999999</cx:pt>
          <cx:pt idx="28505">96.780000000000001</cx:pt>
          <cx:pt idx="28506">42.93</cx:pt>
          <cx:pt idx="28507">95.079999999999998</cx:pt>
          <cx:pt idx="28508">169.97999999999999</cx:pt>
          <cx:pt idx="28509">156.78</cx:pt>
          <cx:pt idx="28510">171.97</cx:pt>
          <cx:pt idx="28511">169.97999999999999</cx:pt>
          <cx:pt idx="28512">75.090000000000003</cx:pt>
          <cx:pt idx="28513">238.96000000000001</cx:pt>
          <cx:pt idx="28514">254.97</cx:pt>
          <cx:pt idx="28515">210.99000000000001</cx:pt>
          <cx:pt idx="28516">136.13999999999999</cx:pt>
          <cx:pt idx="28517">94.980000000000004</cx:pt>
          <cx:pt idx="28518">5.7400000000000002</cx:pt>
          <cx:pt idx="28519">47.490000000000002</cx:pt>
          <cx:pt idx="28520">135.97</cx:pt>
          <cx:pt idx="28521">135.96000000000001</cx:pt>
          <cx:pt idx="28522">75.450000000000003</cx:pt>
          <cx:pt idx="28523">76.969999999999999</cx:pt>
          <cx:pt idx="28524">58.979999999999997</cx:pt>
          <cx:pt idx="28525">95.700000000000003</cx:pt>
          <cx:pt idx="28526">53.979999999999997</cx:pt>
          <cx:pt idx="28527">69.980000000000004</cx:pt>
          <cx:pt idx="28528">64.980000000000004</cx:pt>
          <cx:pt idx="28529">69.980000000000004</cx:pt>
          <cx:pt idx="28530">104.97</cx:pt>
          <cx:pt idx="28531">74.969999999999999</cx:pt>
          <cx:pt idx="28532">69.980000000000004</cx:pt>
          <cx:pt idx="28533">73.980000000000004</cx:pt>
          <cx:pt idx="28534">69.980000000000004</cx:pt>
          <cx:pt idx="28535">73.980000000000004</cx:pt>
          <cx:pt idx="28536">59.979999999999997</cx:pt>
          <cx:pt idx="28537">69.980000000000004</cx:pt>
          <cx:pt idx="28538">62.649999999999999</cx:pt>
          <cx:pt idx="28539">69.980000000000004</cx:pt>
          <cx:pt idx="28540">89.969999999999999</cx:pt>
          <cx:pt idx="28541">71.980000000000004</cx:pt>
          <cx:pt idx="28542">79.980000000000004</cx:pt>
          <cx:pt idx="28543">11.49</cx:pt>
          <cx:pt idx="28544">51.479999999999997</cx:pt>
          <cx:pt idx="28545">75.969999999999999</cx:pt>
          <cx:pt idx="28546">59.979999999999997</cx:pt>
          <cx:pt idx="28547">19.489999999999998</cx:pt>
          <cx:pt idx="28548">53.969999999999999</cx:pt>
          <cx:pt idx="28549">53.969999999999999</cx:pt>
          <cx:pt idx="28550">135.87</cx:pt>
          <cx:pt idx="28551">64.980000000000004</cx:pt>
          <cx:pt idx="28552">74.980000000000004</cx:pt>
          <cx:pt idx="28553">150</cx:pt>
          <cx:pt idx="28554">60.990000000000002</cx:pt>
          <cx:pt idx="28555">85.980000000000004</cx:pt>
          <cx:pt idx="28556">85.980000000000004</cx:pt>
          <cx:pt idx="28557">85.980000000000004</cx:pt>
          <cx:pt idx="28558">65.989999999999995</cx:pt>
          <cx:pt idx="28559">85.980000000000004</cx:pt>
          <cx:pt idx="28560">46.479999999999997</cx:pt>
          <cx:pt idx="28561">121.98</cx:pt>
          <cx:pt idx="28562">65.989999999999995</cx:pt>
          <cx:pt idx="28563">52.240000000000002</cx:pt>
          <cx:pt idx="28564">65.989999999999995</cx:pt>
          <cx:pt idx="28565">65.989999999999995</cx:pt>
          <cx:pt idx="28566">84.969999999999999</cx:pt>
          <cx:pt idx="28567">41.490000000000002</cx:pt>
          <cx:pt idx="28568">65.989999999999995</cx:pt>
          <cx:pt idx="28569">65.989999999999995</cx:pt>
          <cx:pt idx="28570">53.990000000000002</cx:pt>
          <cx:pt idx="28571">150</cx:pt>
          <cx:pt idx="28572">62.469999999999999</cx:pt>
          <cx:pt idx="28573">62.469999999999999</cx:pt>
          <cx:pt idx="28574">150</cx:pt>
          <cx:pt idx="28575">75</cx:pt>
          <cx:pt idx="28576">75</cx:pt>
          <cx:pt idx="28577">149.99000000000001</cx:pt>
          <cx:pt idx="28578">75</cx:pt>
          <cx:pt idx="28579">75</cx:pt>
          <cx:pt idx="28580">149.99000000000001</cx:pt>
          <cx:pt idx="28581">59.990000000000002</cx:pt>
          <cx:pt idx="28582">135.75999999999999</cx:pt>
          <cx:pt idx="28583">83.049999999999997</cx:pt>
          <cx:pt idx="28584">73.980000000000004</cx:pt>
          <cx:pt idx="28585">7</cx:pt>
          <cx:pt idx="28586">7.9900000000000002</cx:pt>
          <cx:pt idx="28587">18</cx:pt>
          <cx:pt idx="28588">7</cx:pt>
          <cx:pt idx="28589">23.989999999999998</cx:pt>
          <cx:pt idx="28590">-1.3</cx:pt>
          <cx:pt idx="28591">31.879999999999999</cx:pt>
          <cx:pt idx="28592">73.480000000000004</cx:pt>
          <cx:pt idx="28593">74.980000000000004</cx:pt>
          <cx:pt idx="28594">62.979999999999997</cx:pt>
          <cx:pt idx="28595">74.980000000000004</cx:pt>
          <cx:pt idx="28596">62.979999999999997</cx:pt>
          <cx:pt idx="28597">73.480000000000004</cx:pt>
          <cx:pt idx="28598">86.069999999999993</cx:pt>
          <cx:pt idx="28599">145.97</cx:pt>
          <cx:pt idx="28600">254.97</cx:pt>
          <cx:pt idx="28601">229.97</cx:pt>
          <cx:pt idx="28602">243.46000000000001</cx:pt>
          <cx:pt idx="28603">238.96000000000001</cx:pt>
          <cx:pt idx="28604">212.74000000000001</cx:pt>
          <cx:pt idx="28605">311.94</cx:pt>
          <cx:pt idx="28606">137.96000000000001</cx:pt>
          <cx:pt idx="28607">68.980000000000004</cx:pt>
          <cx:pt idx="28608">68.969999999999999</cx:pt>
          <cx:pt idx="28609">62.960000000000001</cx:pt>
          <cx:pt idx="28610">74.969999999999999</cx:pt>
          <cx:pt idx="28611">59.979999999999997</cx:pt>
          <cx:pt idx="28612">50.380000000000003</cx:pt>
          <cx:pt idx="28613">29.989999999999998</cx:pt>
          <cx:pt idx="28614">65.989999999999995</cx:pt>
          <cx:pt idx="28615">69.989999999999995</cx:pt>
          <cx:pt idx="28616">8.9800000000000004</cx:pt>
          <cx:pt idx="28617">62.119999999999997</cx:pt>
          <cx:pt idx="28618">68.069999999999993</cx:pt>
          <cx:pt idx="28619">168.59999999999999</cx:pt>
          <cx:pt idx="28620">136.72999999999999</cx:pt>
          <cx:pt idx="28621">150.18000000000001</cx:pt>
          <cx:pt idx="28622">137.18000000000001</cx:pt>
          <cx:pt idx="28623">136.18000000000001</cx:pt>
          <cx:pt idx="28624">77.310000000000002</cx:pt>
          <cx:pt idx="28625">128.41</cx:pt>
          <cx:pt idx="28626">168.28</cx:pt>
          <cx:pt idx="28627">123.59999999999999</cx:pt>
          <cx:pt idx="28628">121.98</cx:pt>
          <cx:pt idx="28629">53.969999999999999</cx:pt>
          <cx:pt idx="28630">57.979999999999997</cx:pt>
          <cx:pt idx="28631">15.91</cx:pt>
          <cx:pt idx="28632">135.16</cx:pt>
          <cx:pt idx="28633">128.97999999999999</cx:pt>
          <cx:pt idx="28634">41.289999999999999</cx:pt>
          <cx:pt idx="28635">87.469999999999999</cx:pt>
          <cx:pt idx="28636">134.97</cx:pt>
          <cx:pt idx="28637">79.980000000000004</cx:pt>
          <cx:pt idx="28638">54.979999999999997</cx:pt>
          <cx:pt idx="28639">134.97999999999999</cx:pt>
          <cx:pt idx="28640">134.97999999999999</cx:pt>
          <cx:pt idx="28641">134.97999999999999</cx:pt>
          <cx:pt idx="28642">103.95</cx:pt>
          <cx:pt idx="28643">86.950000000000003</cx:pt>
          <cx:pt idx="28644">292.22000000000003</cx:pt>
          <cx:pt idx="28645">89.950000000000003</cx:pt>
          <cx:pt idx="28646">53.969999999999999</cx:pt>
          <cx:pt idx="28647">215.88</cx:pt>
          <cx:pt idx="28648">179.90000000000001</cx:pt>
          <cx:pt idx="28649">284.83999999999997</cx:pt>
          <cx:pt idx="28650">89.950000000000003</cx:pt>
          <cx:pt idx="28651">156.91</cx:pt>
          <cx:pt idx="28652">215.88</cx:pt>
          <cx:pt idx="28653">179.90000000000001</cx:pt>
          <cx:pt idx="28654">179.90000000000001</cx:pt>
          <cx:pt idx="28655">161.91</cx:pt>
          <cx:pt idx="28656">134.96000000000001</cx:pt>
          <cx:pt idx="28657">33.479999999999997</cx:pt>
          <cx:pt idx="28658">92.980000000000004</cx:pt>
          <cx:pt idx="28659">41.490000000000002</cx:pt>
          <cx:pt idx="28660">134.97</cx:pt>
          <cx:pt idx="28661">69.989999999999995</cx:pt>
          <cx:pt idx="28662">68.989999999999995</cx:pt>
          <cx:pt idx="28663">65.989999999999995</cx:pt>
          <cx:pt idx="28664">84.980000000000004</cx:pt>
          <cx:pt idx="28665">41.490000000000002</cx:pt>
          <cx:pt idx="28666">134.97</cx:pt>
          <cx:pt idx="28667">59.969999999999999</cx:pt>
          <cx:pt idx="28668">74.989999999999995</cx:pt>
          <cx:pt idx="28669">134.96000000000001</cx:pt>
          <cx:pt idx="28670">71.370000000000005</cx:pt>
          <cx:pt idx="28671">96.790000000000006</cx:pt>
          <cx:pt idx="28672">-18.989999999999998</cx:pt>
          <cx:pt idx="28673">79.959999999999994</cx:pt>
          <cx:pt idx="28674">11.49</cx:pt>
          <cx:pt idx="28675">22.23</cx:pt>
          <cx:pt idx="28676">75.959999999999994</cx:pt>
          <cx:pt idx="28677">58.979999999999997</cx:pt>
          <cx:pt idx="28678">68.909999999999997</cx:pt>
          <cx:pt idx="28679">80.079999999999998</cx:pt>
          <cx:pt idx="28680">59.979999999999997</cx:pt>
          <cx:pt idx="28681">74.969999999999999</cx:pt>
          <cx:pt idx="28682">84.959999999999994</cx:pt>
          <cx:pt idx="28683">41.490000000000002</cx:pt>
          <cx:pt idx="28684">31.280000000000001</cx:pt>
          <cx:pt idx="28685">81.969999999999999</cx:pt>
          <cx:pt idx="28686">31.280000000000001</cx:pt>
          <cx:pt idx="28687">117.95999999999999</cx:pt>
          <cx:pt idx="28688">53.960000000000001</cx:pt>
          <cx:pt idx="28689">80.950000000000003</cx:pt>
          <cx:pt idx="28690">62.979999999999997</cx:pt>
          <cx:pt idx="28691">72.959999999999994</cx:pt>
          <cx:pt idx="28692">61.920000000000002</cx:pt>
          <cx:pt idx="28693">94.329999999999998</cx:pt>
          <cx:pt idx="28694">54.469999999999999</cx:pt>
          <cx:pt idx="28695">148.78999999999999</cx:pt>
          <cx:pt idx="28696">71.980000000000004</cx:pt>
          <cx:pt idx="28697">76.799999999999997</cx:pt>
          <cx:pt idx="28698">349.39999999999998</cx:pt>
          <cx:pt idx="28699">353.88</cx:pt>
          <cx:pt idx="28700">347.30000000000001</cx:pt>
          <cx:pt idx="28701">179.94</cx:pt>
          <cx:pt idx="28702">323.88999999999999</cx:pt>
          <cx:pt idx="28703">131.96000000000001</cx:pt>
          <cx:pt idx="28704">349.88</cx:pt>
          <cx:pt idx="28705">225.91999999999999</cx:pt>
          <cx:pt idx="28706">136.94999999999999</cx:pt>
          <cx:pt idx="28707">136.93000000000001</cx:pt>
          <cx:pt idx="28708">27.18</cx:pt>
          <cx:pt idx="28709">46.090000000000003</cx:pt>
          <cx:pt idx="28710">95.569999999999993</cx:pt>
          <cx:pt idx="28711">54.990000000000002</cx:pt>
          <cx:pt idx="28712">136.72999999999999</cx:pt>
          <cx:pt idx="28713">78.629999999999995</cx:pt>
          <cx:pt idx="28714">148.41999999999999</cx:pt>
          <cx:pt idx="28715">68.140000000000001</cx:pt>
          <cx:pt idx="28716">63.890000000000001</cx:pt>
          <cx:pt idx="28717">114.97</cx:pt>
          <cx:pt idx="28718">84.989999999999995</cx:pt>
          <cx:pt idx="28719">72.239999999999995</cx:pt>
          <cx:pt idx="28720">84.329999999999998</cx:pt>
          <cx:pt idx="28721">59.229999999999997</cx:pt>
          <cx:pt idx="28722">74.969999999999999</cx:pt>
          <cx:pt idx="28723">146.84999999999999</cx:pt>
          <cx:pt idx="28724">148.06</cx:pt>
          <cx:pt idx="28725">58.469999999999999</cx:pt>
          <cx:pt idx="28726">77.980000000000004</cx:pt>
          <cx:pt idx="28727">111.97</cx:pt>
          <cx:pt idx="28728">13.49</cx:pt>
          <cx:pt idx="28729">64.980000000000004</cx:pt>
          <cx:pt idx="28730">68.980000000000004</cx:pt>
          <cx:pt idx="28731">104.98</cx:pt>
          <cx:pt idx="28732">20.489999999999998</cx:pt>
          <cx:pt idx="28733">133.94999999999999</cx:pt>
          <cx:pt idx="28734">83.959999999999994</cx:pt>
          <cx:pt idx="28735">83.959999999999994</cx:pt>
          <cx:pt idx="28736">27.18</cx:pt>
          <cx:pt idx="28737">83.959999999999994</cx:pt>
          <cx:pt idx="28738">83.959999999999994</cx:pt>
          <cx:pt idx="28739">83.959999999999994</cx:pt>
          <cx:pt idx="28740">83.959999999999994</cx:pt>
          <cx:pt idx="28741">83.959999999999994</cx:pt>
          <cx:pt idx="28742">83.959999999999994</cx:pt>
          <cx:pt idx="28743">83.959999999999994</cx:pt>
          <cx:pt idx="28744">83.959999999999994</cx:pt>
          <cx:pt idx="28745">83.959999999999994</cx:pt>
          <cx:pt idx="28746">83.959999999999994</cx:pt>
          <cx:pt idx="28747">83.959999999999994</cx:pt>
          <cx:pt idx="28748">99.980000000000004</cx:pt>
          <cx:pt idx="28749">83.959999999999994</cx:pt>
          <cx:pt idx="28750">183.94</cx:pt>
          <cx:pt idx="28751">83.959999999999994</cx:pt>
          <cx:pt idx="28752">63.57</cx:pt>
          <cx:pt idx="28753">83.959999999999994</cx:pt>
          <cx:pt idx="28754">83.959999999999994</cx:pt>
          <cx:pt idx="28755">83.959999999999994</cx:pt>
          <cx:pt idx="28756">83.959999999999994</cx:pt>
          <cx:pt idx="28757">60.479999999999997</cx:pt>
          <cx:pt idx="28758">61.479999999999997</cx:pt>
          <cx:pt idx="28759">62.979999999999997</cx:pt>
          <cx:pt idx="28760">71.980000000000004</cx:pt>
          <cx:pt idx="28761">31.280000000000001</cx:pt>
          <cx:pt idx="28762">96.180000000000007</cx:pt>
          <cx:pt idx="28763">13.289999999999999</cx:pt>
          <cx:pt idx="28764">114.16</cx:pt>
          <cx:pt idx="28765">147.59999999999999</cx:pt>
          <cx:pt idx="28766">147.59999999999999</cx:pt>
          <cx:pt idx="28767">147.59999999999999</cx:pt>
          <cx:pt idx="28768">73.799999999999997</cx:pt>
          <cx:pt idx="28769">73.799999999999997</cx:pt>
          <cx:pt idx="28770">147.59999999999999</cx:pt>
          <cx:pt idx="28771">65.989999999999995</cx:pt>
          <cx:pt idx="28772">147.55000000000001</cx:pt>
          <cx:pt idx="28773">65.980000000000004</cx:pt>
          <cx:pt idx="28774">69.989999999999995</cx:pt>
          <cx:pt idx="28775">102.42</cx:pt>
          <cx:pt idx="28776">84.140000000000001</cx:pt>
          <cx:pt idx="28777">169.97999999999999</cx:pt>
          <cx:pt idx="28778">84.989999999999995</cx:pt>
          <cx:pt idx="28779">84.989999999999995</cx:pt>
          <cx:pt idx="28780">79.609999999999999</cx:pt>
          <cx:pt idx="28781">229.97</cx:pt>
          <cx:pt idx="28782">163.83000000000001</cx:pt>
          <cx:pt idx="28783">65.989999999999995</cx:pt>
          <cx:pt idx="28784">150.18000000000001</cx:pt>
          <cx:pt idx="28785">65.989999999999995</cx:pt>
          <cx:pt idx="28786">75.969999999999999</cx:pt>
          <cx:pt idx="28787">84.989999999999995</cx:pt>
          <cx:pt idx="28788">169.97999999999999</cx:pt>
          <cx:pt idx="28789">118.78</cx:pt>
          <cx:pt idx="28790">102.95999999999999</cx:pt>
          <cx:pt idx="28791">84.140000000000001</cx:pt>
          <cx:pt idx="28792">84.989999999999995</cx:pt>
          <cx:pt idx="28793">69.989999999999995</cx:pt>
          <cx:pt idx="28794">74.980000000000004</cx:pt>
          <cx:pt idx="28795">60.969999999999999</cx:pt>
          <cx:pt idx="28796">56.490000000000002</cx:pt>
          <cx:pt idx="28797">11.49</cx:pt>
          <cx:pt idx="28798">56.490000000000002</cx:pt>
          <cx:pt idx="28799">11.49</cx:pt>
          <cx:pt idx="28800">55.270000000000003</cx:pt>
          <cx:pt idx="28801">20.09</cx:pt>
          <cx:pt idx="28802">94.969999999999999</cx:pt>
          <cx:pt idx="28803">146.22</cx:pt>
          <cx:pt idx="28804">56.490000000000002</cx:pt>
          <cx:pt idx="28805">188.41</cx:pt>
          <cx:pt idx="28806">59.979999999999997</cx:pt>
          <cx:pt idx="28807">219.97</cx:pt>
          <cx:pt idx="28808">135.97999999999999</cx:pt>
          <cx:pt idx="28809">131.97999999999999</cx:pt>
          <cx:pt idx="28810">65.989999999999995</cx:pt>
          <cx:pt idx="28811">111.98</cx:pt>
          <cx:pt idx="28812">169.97999999999999</cx:pt>
          <cx:pt idx="28813">124.18000000000001</cx:pt>
          <cx:pt idx="28814">389.85000000000002</cx:pt>
          <cx:pt idx="28815">65.989999999999995</cx:pt>
          <cx:pt idx="28816">36.259999999999998</cx:pt>
          <cx:pt idx="28817">119.37</cx:pt>
          <cx:pt idx="28818">145.94999999999999</cx:pt>
          <cx:pt idx="28819">91.980000000000004</cx:pt>
          <cx:pt idx="28820">80.969999999999999</cx:pt>
          <cx:pt idx="28821">86.980000000000004</cx:pt>
          <cx:pt idx="28822">65.989999999999995</cx:pt>
          <cx:pt idx="28823">84.989999999999995</cx:pt>
          <cx:pt idx="28824">84.989999999999995</cx:pt>
          <cx:pt idx="28825">84.989999999999995</cx:pt>
          <cx:pt idx="28826">84.989999999999995</cx:pt>
          <cx:pt idx="28827">60.5</cx:pt>
          <cx:pt idx="28828">84.989999999999995</cx:pt>
          <cx:pt idx="28829">84.989999999999995</cx:pt>
          <cx:pt idx="28830">84.989999999999995</cx:pt>
          <cx:pt idx="28831">84.989999999999995</cx:pt>
          <cx:pt idx="28832">78.379999999999995</cx:pt>
          <cx:pt idx="28833">65.989999999999995</cx:pt>
          <cx:pt idx="28834">84.989999999999995</cx:pt>
          <cx:pt idx="28835">95.950000000000003</cx:pt>
          <cx:pt idx="28836">75.959999999999994</cx:pt>
          <cx:pt idx="28837">124.47</cx:pt>
          <cx:pt idx="28838">75.959999999999994</cx:pt>
          <cx:pt idx="28839">56.969999999999999</cx:pt>
          <cx:pt idx="28840">40.490000000000002</cx:pt>
          <cx:pt idx="28841">83.969999999999999</cx:pt>
          <cx:pt idx="28842">49.469999999999999</cx:pt>
          <cx:pt idx="28843">62.979999999999997</cx:pt>
          <cx:pt idx="28844">22.489999999999998</cx:pt>
          <cx:pt idx="28845">37.18</cx:pt>
          <cx:pt idx="28846">54.990000000000002</cx:pt>
          <cx:pt idx="28847">87.269999999999996</cx:pt>
          <cx:pt idx="28848">37.18</cx:pt>
          <cx:pt idx="28849">37.18</cx:pt>
          <cx:pt idx="28850">54.990000000000002</cx:pt>
          <cx:pt idx="28851">87.269999999999996</cx:pt>
          <cx:pt idx="28852">22.489999999999998</cx:pt>
          <cx:pt idx="28853">37.18</cx:pt>
          <cx:pt idx="28854">33.479999999999997</cx:pt>
          <cx:pt idx="28855">40.469999999999999</cx:pt>
          <cx:pt idx="28856">157.65000000000001</cx:pt>
          <cx:pt idx="28857">119.95999999999999</cx:pt>
          <cx:pt idx="28858">-201.93000000000001</cx:pt>
          <cx:pt idx="28859">201.93000000000001</cx:pt>
          <cx:pt idx="28860">153.96000000000001</cx:pt>
          <cx:pt idx="28861">133.08000000000001</cx:pt>
          <cx:pt idx="28862">176.15000000000001</cx:pt>
          <cx:pt idx="28863">112.72</cx:pt>
          <cx:pt idx="28864">62.960000000000001</cx:pt>
          <cx:pt idx="28865">73.980000000000004</cx:pt>
          <cx:pt idx="28866">59.979999999999997</cx:pt>
          <cx:pt idx="28867">19.34</cx:pt>
          <cx:pt idx="28868">36.490000000000002</cx:pt>
          <cx:pt idx="28869">20.489999999999998</cx:pt>
          <cx:pt idx="28870">18.59</cx:pt>
          <cx:pt idx="28871">69.989999999999995</cx:pt>
          <cx:pt idx="28872">64.989999999999995</cx:pt>
          <cx:pt idx="28873">134.97999999999999</cx:pt>
          <cx:pt idx="28874">57.509999999999998</cx:pt>
          <cx:pt idx="28875">56.979999999999997</cx:pt>
          <cx:pt idx="28876">65.989999999999995</cx:pt>
          <cx:pt idx="28877">75.319999999999993</cx:pt>
          <cx:pt idx="28878">50.640000000000001</cx:pt>
          <cx:pt idx="28879">55.960000000000001</cx:pt>
          <cx:pt idx="28880">104.20999999999999</cx:pt>
          <cx:pt idx="28881">83.939999999999998</cx:pt>
          <cx:pt idx="28882">112.12</cx:pt>
          <cx:pt idx="28883">65.170000000000002</cx:pt>
          <cx:pt idx="28884">84.140000000000001</cx:pt>
          <cx:pt idx="28885">84.989999999999995</cx:pt>
          <cx:pt idx="28886">84.75</cx:pt>
          <cx:pt idx="28887">83.859999999999999</cx:pt>
          <cx:pt idx="28888">61.979999999999997</cx:pt>
          <cx:pt idx="28889">65.329999999999998</cx:pt>
          <cx:pt idx="28890">84.140000000000001</cx:pt>
          <cx:pt idx="28891">61.479999999999997</cx:pt>
          <cx:pt idx="28892">89.120000000000005</cx:pt>
          <cx:pt idx="28893">51.490000000000002</cx:pt>
          <cx:pt idx="28894">16.82</cx:pt>
          <cx:pt idx="28895">24.859999999999999</cx:pt>
          <cx:pt idx="28896">61.979999999999997</cx:pt>
          <cx:pt idx="28897">79.980000000000004</cx:pt>
          <cx:pt idx="28898">59.969999999999999</cx:pt>
          <cx:pt idx="28899">74.989999999999995</cx:pt>
          <cx:pt idx="28900">54.990000000000002</cx:pt>
          <cx:pt idx="28901">79.969999999999999</cx:pt>
          <cx:pt idx="28902">54.979999999999997</cx:pt>
          <cx:pt idx="28903">79.969999999999999</cx:pt>
          <cx:pt idx="28904">17.289999999999999</cx:pt>
          <cx:pt idx="28905">64.969999999999999</cx:pt>
          <cx:pt idx="28906">64.969999999999999</cx:pt>
          <cx:pt idx="28907">69.969999999999999</cx:pt>
          <cx:pt idx="28908">69.969999999999999</cx:pt>
          <cx:pt idx="28909">74.969999999999999</cx:pt>
          <cx:pt idx="28910">59.969999999999999</cx:pt>
          <cx:pt idx="28911">124.94</cx:pt>
          <cx:pt idx="28912">129.94</cx:pt>
          <cx:pt idx="28913">124.94</cx:pt>
          <cx:pt idx="28914">99.969999999999999</cx:pt>
          <cx:pt idx="28915">120.94</cx:pt>
          <cx:pt idx="28916">117.58</cx:pt>
          <cx:pt idx="28917">94.200000000000003</cx:pt>
          <cx:pt idx="28918">99.950000000000003</cx:pt>
          <cx:pt idx="28919">124.94</cx:pt>
          <cx:pt idx="28920">99.950000000000003</cx:pt>
          <cx:pt idx="28921">58.939999999999998</cx:pt>
          <cx:pt idx="28922">58.939999999999998</cx:pt>
          <cx:pt idx="28923">45.909999999999997</cx:pt>
          <cx:pt idx="28924">45.909999999999997</cx:pt>
          <cx:pt idx="28925">78.260000000000005</cx:pt>
          <cx:pt idx="28926">16.289999999999999</cx:pt>
          <cx:pt idx="28927">134.91</cx:pt>
          <cx:pt idx="28928">134.91</cx:pt>
          <cx:pt idx="28929">107.93000000000001</cx:pt>
          <cx:pt idx="28930">107.93000000000001</cx:pt>
          <cx:pt idx="28931">134.91</cx:pt>
          <cx:pt idx="28932">59.960000000000001</cx:pt>
          <cx:pt idx="28933">74.950000000000003</cx:pt>
          <cx:pt idx="28934">59.960000000000001</cx:pt>
          <cx:pt idx="28935">74.950000000000003</cx:pt>
          <cx:pt idx="28936">79.849999999999994</cx:pt>
          <cx:pt idx="28937">66.530000000000001</cx:pt>
          <cx:pt idx="28938">76.489999999999995</cx:pt>
          <cx:pt idx="28939">65.989999999999995</cx:pt>
          <cx:pt idx="28940">151.97</cx:pt>
          <cx:pt idx="28941">122.08</cx:pt>
          <cx:pt idx="28942">175.96000000000001</cx:pt>
          <cx:pt idx="28943">125.97</cx:pt>
          <cx:pt idx="28944">151.97</cx:pt>
          <cx:pt idx="28945">122.08</cx:pt>
          <cx:pt idx="28946">125.97</cx:pt>
          <cx:pt idx="28947">131.97999999999999</cx:pt>
          <cx:pt idx="28948">175.96000000000001</cx:pt>
          <cx:pt idx="28949">131.97999999999999</cx:pt>
          <cx:pt idx="28950">136.66999999999999</cx:pt>
          <cx:pt idx="28951">69.980000000000004</cx:pt>
          <cx:pt idx="28952">89.980000000000004</cx:pt>
          <cx:pt idx="28953">56.240000000000002</cx:pt>
          <cx:pt idx="28954">125.97</cx:pt>
          <cx:pt idx="28955">56.240000000000002</cx:pt>
          <cx:pt idx="28956">125.97</cx:pt>
          <cx:pt idx="28957">69.290000000000006</cx:pt>
          <cx:pt idx="28958">89.980000000000004</cx:pt>
          <cx:pt idx="28959">170.97</cx:pt>
          <cx:pt idx="28960">102.97</cx:pt>
          <cx:pt idx="28961">95.969999999999999</cx:pt>
          <cx:pt idx="28962">147.47</cx:pt>
          <cx:pt idx="28963">131.97999999999999</cx:pt>
          <cx:pt idx="28964">197.97</cx:pt>
          <cx:pt idx="28965">79.980000000000004</cx:pt>
          <cx:pt idx="28966">53.990000000000002</cx:pt>
          <cx:pt idx="28967">36.229999999999997</cx:pt>
          <cx:pt idx="28968">35.479999999999997</cx:pt>
          <cx:pt idx="28969">68.959999999999994</cx:pt>
          <cx:pt idx="28970">133.15000000000001</cx:pt>
          <cx:pt idx="28971">133.15000000000001</cx:pt>
          <cx:pt idx="28972">68.959999999999994</cx:pt>
          <cx:pt idx="28973">65.989999999999995</cx:pt>
          <cx:pt idx="28974">65.989999999999995</cx:pt>
          <cx:pt idx="28975">131.97999999999999</cx:pt>
          <cx:pt idx="28976">79.849999999999994</cx:pt>
          <cx:pt idx="28977">79.849999999999994</cx:pt>
          <cx:pt idx="28978">82.25</cx:pt>
          <cx:pt idx="28979">25.370000000000001</cx:pt>
          <cx:pt idx="28980">206.81999999999999</cx:pt>
          <cx:pt idx="28981">145.16</cx:pt>
          <cx:pt idx="28982">58.590000000000003</cx:pt>
          <cx:pt idx="28983">96.760000000000005</cx:pt>
          <cx:pt idx="28984">160.69999999999999</cx:pt>
          <cx:pt idx="28985">147.58000000000001</cx:pt>
          <cx:pt idx="28986">98.299999999999997</cx:pt>
          <cx:pt idx="28987">159.69999999999999</cx:pt>
          <cx:pt idx="28988">159.69999999999999</cx:pt>
          <cx:pt idx="28989">49.590000000000003</cx:pt>
          <cx:pt idx="28990">82.25</cx:pt>
          <cx:pt idx="28991">159.69999999999999</cx:pt>
          <cx:pt idx="28992">28.98</cx:pt>
          <cx:pt idx="28993">131.96000000000001</cx:pt>
          <cx:pt idx="28994">68.980000000000004</cx:pt>
          <cx:pt idx="28995">62.979999999999997</cx:pt>
          <cx:pt idx="28996">123.45999999999999</cx:pt>
          <cx:pt idx="28997">131.96000000000001</cx:pt>
          <cx:pt idx="28998">131.96000000000001</cx:pt>
          <cx:pt idx="28999">168.96000000000001</cx:pt>
          <cx:pt idx="29000">129.97</cx:pt>
          <cx:pt idx="29001">84.980000000000004</cx:pt>
          <cx:pt idx="29002">188.97</cx:pt>
          <cx:pt idx="29003">89.969999999999999</cx:pt>
          <cx:pt idx="29004">169.97999999999999</cx:pt>
          <cx:pt idx="29005">97.980000000000004</cx:pt>
          <cx:pt idx="29006">136.97999999999999</cx:pt>
          <cx:pt idx="29007">101.28</cx:pt>
          <cx:pt idx="29008">169.97999999999999</cx:pt>
          <cx:pt idx="29009">84.989999999999995</cx:pt>
          <cx:pt idx="29010">109.95999999999999</cx:pt>
          <cx:pt idx="29011">114.95999999999999</cx:pt>
          <cx:pt idx="29012">134.27000000000001</cx:pt>
          <cx:pt idx="29013">51.479999999999997</cx:pt>
          <cx:pt idx="29014">71.950000000000003</cx:pt>
          <cx:pt idx="29015">131.96000000000001</cx:pt>
          <cx:pt idx="29016">67.980000000000004</cx:pt>
          <cx:pt idx="29017">56.969999999999999</cx:pt>
          <cx:pt idx="29018">74.950000000000003</cx:pt>
          <cx:pt idx="29019">143.56999999999999</cx:pt>
          <cx:pt idx="29020">169.97999999999999</cx:pt>
          <cx:pt idx="29021">65.989999999999995</cx:pt>
          <cx:pt idx="29022">118.78</cx:pt>
          <cx:pt idx="29023">194.69999999999999</cx:pt>
          <cx:pt idx="29024">119.95999999999999</cx:pt>
          <cx:pt idx="29025">58.789999999999999</cx:pt>
          <cx:pt idx="29026">98.980000000000004</cx:pt>
          <cx:pt idx="29027">126.58</cx:pt>
          <cx:pt idx="29028">99.980000000000004</cx:pt>
          <cx:pt idx="29029">254.97</cx:pt>
          <cx:pt idx="29030">131.97999999999999</cx:pt>
          <cx:pt idx="29031">169.97999999999999</cx:pt>
          <cx:pt idx="29032">71.950000000000003</cx:pt>
          <cx:pt idx="29033">70.219999999999999</cx:pt>
          <cx:pt idx="29034">59.939999999999998</cx:pt>
          <cx:pt idx="29035">71.939999999999998</cx:pt>
          <cx:pt idx="29036">134.06999999999999</cx:pt>
          <cx:pt idx="29037">63.960000000000001</cx:pt>
          <cx:pt idx="29038">52.969999999999999</cx:pt>
          <cx:pt idx="29039">1.3</cx:pt>
          <cx:pt idx="29040">101.95999999999999</cx:pt>
          <cx:pt idx="29041">371.94</cx:pt>
          <cx:pt idx="29042">371.94</cx:pt>
          <cx:pt idx="29043">101.95999999999999</cx:pt>
          <cx:pt idx="29044">413.94</cx:pt>
          <cx:pt idx="29045">240.97</cx:pt>
          <cx:pt idx="29046">172.97</cx:pt>
          <cx:pt idx="29047">216.96000000000001</cx:pt>
          <cx:pt idx="29048">216.96000000000001</cx:pt>
          <cx:pt idx="29049">240.97</cx:pt>
          <cx:pt idx="29050">172.97</cx:pt>
          <cx:pt idx="29051">413.94</cx:pt>
          <cx:pt idx="29052">93.579999999999998</cx:pt>
          <cx:pt idx="29053">-2.25</cx:pt>
          <cx:pt idx="29054">40.229999999999997</cx:pt>
          <cx:pt idx="29055">120.97</cx:pt>
          <cx:pt idx="29056">64.989999999999995</cx:pt>
          <cx:pt idx="29057">69.989999999999995</cx:pt>
          <cx:pt idx="29058">72.579999999999998</cx:pt>
          <cx:pt idx="29059">50.979999999999997</cx:pt>
          <cx:pt idx="29060">92.980000000000004</cx:pt>
          <cx:pt idx="29061">70.159999999999997</cx:pt>
          <cx:pt idx="29062">75</cx:pt>
          <cx:pt idx="29063">145.16</cx:pt>
          <cx:pt idx="29064">99.980000000000004</cx:pt>
          <cx:pt idx="29065">106.97</cx:pt>
          <cx:pt idx="29066">62.369999999999997</cx:pt>
          <cx:pt idx="29067">99.980000000000004</cx:pt>
          <cx:pt idx="29068">99.980000000000004</cx:pt>
          <cx:pt idx="29069">59.969999999999999</cx:pt>
          <cx:pt idx="29070">99.980000000000004</cx:pt>
          <cx:pt idx="29071">52.979999999999997</cx:pt>
          <cx:pt idx="29072">99.980000000000004</cx:pt>
          <cx:pt idx="29073">99.980000000000004</cx:pt>
          <cx:pt idx="29074">99.980000000000004</cx:pt>
          <cx:pt idx="29075">99.980000000000004</cx:pt>
          <cx:pt idx="29076">119.97</cx:pt>
          <cx:pt idx="29077">197.96000000000001</cx:pt>
          <cx:pt idx="29078">122.97</cx:pt>
          <cx:pt idx="29079">119.97</cx:pt>
          <cx:pt idx="29080">99.980000000000004</cx:pt>
          <cx:pt idx="29081">72.280000000000001</cx:pt>
          <cx:pt idx="29082">109.97</cx:pt>
          <cx:pt idx="29083">99.980000000000004</cx:pt>
          <cx:pt idx="29084">198.96000000000001</cx:pt>
          <cx:pt idx="29085">88.969999999999999</cx:pt>
          <cx:pt idx="29086">69.980000000000004</cx:pt>
          <cx:pt idx="29087">109.97</cx:pt>
          <cx:pt idx="29088">99.980000000000004</cx:pt>
          <cx:pt idx="29089">99.980000000000004</cx:pt>
          <cx:pt idx="29090">145.16</cx:pt>
          <cx:pt idx="29091">72.579999999999998</cx:pt>
          <cx:pt idx="29092">72.579999999999998</cx:pt>
          <cx:pt idx="29093">145.16</cx:pt>
          <cx:pt idx="29094">72.579999999999998</cx:pt>
          <cx:pt idx="29095">72.579999999999998</cx:pt>
          <cx:pt idx="29096">145.13999999999999</cx:pt>
          <cx:pt idx="29097">47.240000000000002</cx:pt>
          <cx:pt idx="29098">71.469999999999999</cx:pt>
          <cx:pt idx="29099">145.13999999999999</cx:pt>
          <cx:pt idx="29100">121.98</cx:pt>
          <cx:pt idx="29101">121.98</cx:pt>
          <cx:pt idx="29102">254.94999999999999</cx:pt>
          <cx:pt idx="29103">79.170000000000002</cx:pt>
          <cx:pt idx="29104">151.96000000000001</cx:pt>
          <cx:pt idx="29105">121.98</cx:pt>
          <cx:pt idx="29106">185.94999999999999</cx:pt>
          <cx:pt idx="29107">135.97</cx:pt>
          <cx:pt idx="29108">157.96000000000001</cx:pt>
          <cx:pt idx="29109">139.69</cx:pt>
          <cx:pt idx="29110">109.78</cx:pt>
          <cx:pt idx="29111">159.97999999999999</cx:pt>
          <cx:pt idx="29112">72.560000000000002</cx:pt>
          <cx:pt idx="29113">72.560000000000002</cx:pt>
          <cx:pt idx="29114">65.989999999999995</cx:pt>
          <cx:pt idx="29115">65.989999999999995</cx:pt>
          <cx:pt idx="29116">72.549999999999997</cx:pt>
          <cx:pt idx="29117">72.549999999999997</cx:pt>
          <cx:pt idx="29118">145.09999999999999</cx:pt>
          <cx:pt idx="29119">72.549999999999997</cx:pt>
          <cx:pt idx="29120">72.549999999999997</cx:pt>
          <cx:pt idx="29121">59.950000000000003</cx:pt>
          <cx:pt idx="29122">71.939999999999998</cx:pt>
          <cx:pt idx="29123">94.480000000000004</cx:pt>
          <cx:pt idx="29124">28.379999999999999</cx:pt>
          <cx:pt idx="29125">85.890000000000001</cx:pt>
          <cx:pt idx="29126">49.590000000000003</cx:pt>
          <cx:pt idx="29127">65.329999999999998</cx:pt>
          <cx:pt idx="29128">65.989999999999995</cx:pt>
          <cx:pt idx="29129">131.31</cx:pt>
          <cx:pt idx="29130">55.969999999999999</cx:pt>
          <cx:pt idx="29131">75.969999999999999</cx:pt>
          <cx:pt idx="29132">70.129999999999995</cx:pt>
          <cx:pt idx="29133">89.469999999999999</cx:pt>
          <cx:pt idx="29134">55.960000000000001</cx:pt>
          <cx:pt idx="29135">130.97</cx:pt>
          <cx:pt idx="29136">75.980000000000004</cx:pt>
          <cx:pt idx="29137">54.990000000000002</cx:pt>
          <cx:pt idx="29138">52.240000000000002</cx:pt>
          <cx:pt idx="29139">65.989999999999995</cx:pt>
          <cx:pt idx="29140">50.969999999999999</cx:pt>
          <cx:pt idx="29141">79.989999999999995</cx:pt>
          <cx:pt idx="29142">122.47</cx:pt>
          <cx:pt idx="29143">113.95999999999999</cx:pt>
          <cx:pt idx="29144">77.969999999999999</cx:pt>
          <cx:pt idx="29145">40.229999999999997</cx:pt>
          <cx:pt idx="29146">122.47</cx:pt>
          <cx:pt idx="29147">102.97</cx:pt>
          <cx:pt idx="29148">20.489999999999998</cx:pt>
          <cx:pt idx="29149">21.239999999999998</cx:pt>
          <cx:pt idx="29150">21.239999999999998</cx:pt>
          <cx:pt idx="29151">21.239999999999998</cx:pt>
          <cx:pt idx="29152">143.36000000000001</cx:pt>
          <cx:pt idx="29153">133.16</cx:pt>
          <cx:pt idx="29154">65.989999999999995</cx:pt>
          <cx:pt idx="29155">169.97999999999999</cx:pt>
          <cx:pt idx="29156">169.97999999999999</cx:pt>
          <cx:pt idx="29157">215.05000000000001</cx:pt>
          <cx:pt idx="29158">169.97999999999999</cx:pt>
          <cx:pt idx="29159">156.08000000000001</cx:pt>
          <cx:pt idx="29160">160.86000000000001</cx:pt>
          <cx:pt idx="29161">79.959999999999994</cx:pt>
          <cx:pt idx="29162">131.97999999999999</cx:pt>
          <cx:pt idx="29163">131.97999999999999</cx:pt>
          <cx:pt idx="29164">131.97999999999999</cx:pt>
          <cx:pt idx="29165">65.989999999999995</cx:pt>
          <cx:pt idx="29166">65.989999999999995</cx:pt>
          <cx:pt idx="29167">131.97999999999999</cx:pt>
          <cx:pt idx="29168">131.97999999999999</cx:pt>
          <cx:pt idx="29169">131.97999999999999</cx:pt>
          <cx:pt idx="29170">131.97999999999999</cx:pt>
          <cx:pt idx="29171">92.379999999999995</cx:pt>
          <cx:pt idx="29172">101.95999999999999</cx:pt>
          <cx:pt idx="29173">85.109999999999999</cx:pt>
          <cx:pt idx="29174">65.989999999999995</cx:pt>
          <cx:pt idx="29175">65.989999999999995</cx:pt>
          <cx:pt idx="29176">65.989999999999995</cx:pt>
          <cx:pt idx="29177">65.989999999999995</cx:pt>
          <cx:pt idx="29178">65.989999999999995</cx:pt>
          <cx:pt idx="29179">87.969999999999999</cx:pt>
          <cx:pt idx="29180">65.989999999999995</cx:pt>
          <cx:pt idx="29181">101.5</cx:pt>
          <cx:pt idx="29182">87.969999999999999</cx:pt>
          <cx:pt idx="29183">58.18</cx:pt>
          <cx:pt idx="29184">87.969999999999999</cx:pt>
          <cx:pt idx="29185">65.989999999999995</cx:pt>
          <cx:pt idx="29186">131.97999999999999</cx:pt>
          <cx:pt idx="29187">65.989999999999995</cx:pt>
          <cx:pt idx="29188">57.109999999999999</cx:pt>
          <cx:pt idx="29189">65.989999999999995</cx:pt>
          <cx:pt idx="29190">87.969999999999999</cx:pt>
          <cx:pt idx="29191">68.980000000000004</cx:pt>
          <cx:pt idx="29192">68.980000000000004</cx:pt>
          <cx:pt idx="29193">79.980000000000004</cx:pt>
          <cx:pt idx="29194">52.18</cx:pt>
          <cx:pt idx="29195">54.939999999999998</cx:pt>
          <cx:pt idx="29196">79.840000000000003</cx:pt>
          <cx:pt idx="29197">32</cx:pt>
          <cx:pt idx="29198">26.239999999999998</cx:pt>
          <cx:pt idx="29199">28.289999999999999</cx:pt>
          <cx:pt idx="29200">132.94999999999999</cx:pt>
          <cx:pt idx="29201">132.94999999999999</cx:pt>
          <cx:pt idx="29202">63.979999999999997</cx:pt>
          <cx:pt idx="29203">68.969999999999999</cx:pt>
          <cx:pt idx="29204">56.969999999999999</cx:pt>
          <cx:pt idx="29205">189.94</cx:pt>
          <cx:pt idx="29206">32.490000000000002</cx:pt>
          <cx:pt idx="29207">37.979999999999997</cx:pt>
          <cx:pt idx="29208">62.979999999999997</cx:pt>
          <cx:pt idx="29209">16.289999999999999</cx:pt>
          <cx:pt idx="29210">31.93</cx:pt>
          <cx:pt idx="29211">75.959999999999994</cx:pt>
          <cx:pt idx="29212">75.959999999999994</cx:pt>
          <cx:pt idx="29213">75.959999999999994</cx:pt>
          <cx:pt idx="29214">75.959999999999994</cx:pt>
          <cx:pt idx="29215">56.969999999999999</cx:pt>
          <cx:pt idx="29216">56.969999999999999</cx:pt>
          <cx:pt idx="29217">59.960000000000001</cx:pt>
          <cx:pt idx="29218">72.969999999999999</cx:pt>
          <cx:pt idx="29219">142.97</cx:pt>
          <cx:pt idx="29220">36.479999999999997</cx:pt>
          <cx:pt idx="29221">36.729999999999997</cx:pt>
          <cx:pt idx="29222">36.479999999999997</cx:pt>
          <cx:pt idx="29223">130.47</cx:pt>
          <cx:pt idx="29224">99.969999999999999</cx:pt>
          <cx:pt idx="29225">34.990000000000002</cx:pt>
          <cx:pt idx="29226">143.94999999999999</cx:pt>
          <cx:pt idx="29227">95.780000000000001</cx:pt>
          <cx:pt idx="29228">162.63999999999999</cx:pt>
          <cx:pt idx="29229">130.53999999999999</cx:pt>
          <cx:pt idx="29230">155.63999999999999</cx:pt>
          <cx:pt idx="29231">130.31</cx:pt>
          <cx:pt idx="29232">201.96000000000001</cx:pt>
          <cx:pt idx="29233">130.31999999999999</cx:pt>
          <cx:pt idx="29234">158.66</cx:pt>
          <cx:pt idx="29235">118.27</cx:pt>
          <cx:pt idx="29236">169.97999999999999</cx:pt>
          <cx:pt idx="29237">68.930000000000007</cx:pt>
          <cx:pt idx="29238">74.980000000000004</cx:pt>
          <cx:pt idx="29239">74.989999999999995</cx:pt>
          <cx:pt idx="29240">72.980000000000004</cx:pt>
          <cx:pt idx="29241">57.240000000000002</cx:pt>
          <cx:pt idx="29242">143.72</cx:pt>
          <cx:pt idx="29243">94.950000000000003</cx:pt>
          <cx:pt idx="29244">64.090000000000003</cx:pt>
          <cx:pt idx="29245">79.469999999999999</cx:pt>
          <cx:pt idx="29246">54.990000000000002</cx:pt>
          <cx:pt idx="29247">57.990000000000002</cx:pt>
          <cx:pt idx="29248">94.019999999999996</cx:pt>
          <cx:pt idx="29249">121.26000000000001</cx:pt>
          <cx:pt idx="29250">60.969999999999999</cx:pt>
          <cx:pt idx="29251">67.459999999999994</cx:pt>
          <cx:pt idx="29252">187.53999999999999</cx:pt>
          <cx:pt idx="29253">129.97</cx:pt>
          <cx:pt idx="29254">129.96000000000001</cx:pt>
          <cx:pt idx="29255">129.96000000000001</cx:pt>
          <cx:pt idx="29256">129.97999999999999</cx:pt>
          <cx:pt idx="29257">129.97999999999999</cx:pt>
          <cx:pt idx="29258">129.94999999999999</cx:pt>
          <cx:pt idx="29259">60.990000000000002</cx:pt>
          <cx:pt idx="29260">60.990000000000002</cx:pt>
          <cx:pt idx="29261">56.719999999999999</cx:pt>
          <cx:pt idx="29262">60.990000000000002</cx:pt>
          <cx:pt idx="29263">58.549999999999997</cx:pt>
          <cx:pt idx="29264">60.990000000000002</cx:pt>
          <cx:pt idx="29265">60.990000000000002</cx:pt>
          <cx:pt idx="29266">54.890000000000001</cx:pt>
          <cx:pt idx="29267">60.380000000000003</cx:pt>
          <cx:pt idx="29268">60.990000000000002</cx:pt>
          <cx:pt idx="29269">59.770000000000003</cx:pt>
          <cx:pt idx="29270">60.990000000000002</cx:pt>
          <cx:pt idx="29271">60.990000000000002</cx:pt>
          <cx:pt idx="29272">60.380000000000003</cx:pt>
          <cx:pt idx="29273">60.990000000000002</cx:pt>
          <cx:pt idx="29274">60.990000000000002</cx:pt>
          <cx:pt idx="29275">60.380000000000003</cx:pt>
          <cx:pt idx="29276">60.990000000000002</cx:pt>
          <cx:pt idx="29277">59.770000000000003</cx:pt>
          <cx:pt idx="29278">60.990000000000002</cx:pt>
          <cx:pt idx="29279">60.990000000000002</cx:pt>
          <cx:pt idx="29280">111.98</cx:pt>
          <cx:pt idx="29281">60.990000000000002</cx:pt>
          <cx:pt idx="29282">60.990000000000002</cx:pt>
          <cx:pt idx="29283">60.990000000000002</cx:pt>
          <cx:pt idx="29284">67.480000000000004</cx:pt>
          <cx:pt idx="29285">53.979999999999997</cx:pt>
          <cx:pt idx="29286">121.45999999999999</cx:pt>
          <cx:pt idx="29287">121.48</cx:pt>
          <cx:pt idx="29288">129.94999999999999</cx:pt>
          <cx:pt idx="29289">129.96000000000001</cx:pt>
          <cx:pt idx="29290">112.95999999999999</cx:pt>
          <cx:pt idx="29291">32.240000000000002</cx:pt>
          <cx:pt idx="29292">32.240000000000002</cx:pt>
          <cx:pt idx="29293">31.489999999999998</cx:pt>
          <cx:pt idx="29294">59.979999999999997</cx:pt>
          <cx:pt idx="29295">61.479999999999997</cx:pt>
          <cx:pt idx="29296">61.479999999999997</cx:pt>
          <cx:pt idx="29297">59.979999999999997</cx:pt>
          <cx:pt idx="29298">71.959999999999994</cx:pt>
          <cx:pt idx="29299">53.969999999999999</cx:pt>
          <cx:pt idx="29300">53.969999999999999</cx:pt>
          <cx:pt idx="29301">103.94</cx:pt>
          <cx:pt idx="29302">50.969999999999999</cx:pt>
          <cx:pt idx="29303">53.969999999999999</cx:pt>
          <cx:pt idx="29304">64.959999999999994</cx:pt>
          <cx:pt idx="29305">142.94999999999999</cx:pt>
          <cx:pt idx="29306">51.979999999999997</cx:pt>
          <cx:pt idx="29307">34.460000000000001</cx:pt>
          <cx:pt idx="29308">68.959999999999994</cx:pt>
          <cx:pt idx="29309">53.969999999999999</cx:pt>
          <cx:pt idx="29310">14.99</cx:pt>
          <cx:pt idx="29311">50.969999999999999</cx:pt>
          <cx:pt idx="29312">53.969999999999999</cx:pt>
          <cx:pt idx="29313">53.969999999999999</cx:pt>
          <cx:pt idx="29314">53.969999999999999</cx:pt>
          <cx:pt idx="29315">26.489999999999998</cx:pt>
          <cx:pt idx="29316">74.969999999999999</cx:pt>
          <cx:pt idx="29317">130.97999999999999</cx:pt>
          <cx:pt idx="29318">130.96000000000001</cx:pt>
          <cx:pt idx="29319">113.98</cx:pt>
          <cx:pt idx="29320">79.849999999999994</cx:pt>
          <cx:pt idx="29321">306.04000000000002</cx:pt>
          <cx:pt idx="29322">257.88999999999999</cx:pt>
          <cx:pt idx="29323">239.53999999999999</cx:pt>
          <cx:pt idx="29324">270.86000000000001</cx:pt>
          <cx:pt idx="29325">384.94999999999999</cx:pt>
          <cx:pt idx="29326">230.06999999999999</cx:pt>
          <cx:pt idx="29327">319.38999999999999</cx:pt>
          <cx:pt idx="29328">344.79000000000002</cx:pt>
          <cx:pt idx="29329">289.13999999999999</cx:pt>
          <cx:pt idx="29330">424.63999999999999</cx:pt>
          <cx:pt idx="29331">59.979999999999997</cx:pt>
          <cx:pt idx="29332">32.850000000000001</cx:pt>
          <cx:pt idx="29333">112.81999999999999</cx:pt>
          <cx:pt idx="29334">71.969999999999999</cx:pt>
          <cx:pt idx="29335">59.969999999999999</cx:pt>
          <cx:pt idx="29336">69.989999999999995</cx:pt>
          <cx:pt idx="29337">69.989999999999995</cx:pt>
          <cx:pt idx="29338">35.280000000000001</cx:pt>
          <cx:pt idx="29339">35.280000000000001</cx:pt>
          <cx:pt idx="29340">35.280000000000001</cx:pt>
          <cx:pt idx="29341">78.629999999999995</cx:pt>
          <cx:pt idx="29342">50.189999999999998</cx:pt>
          <cx:pt idx="29343">131.97999999999999</cx:pt>
          <cx:pt idx="29344">263.95999999999998</cx:pt>
          <cx:pt idx="29345">263.95999999999998</cx:pt>
          <cx:pt idx="29346">254.31999999999999</cx:pt>
          <cx:pt idx="29347">263.95999999999998</cx:pt>
          <cx:pt idx="29348">221.94999999999999</cx:pt>
          <cx:pt idx="29349">219.44999999999999</cx:pt>
          <cx:pt idx="29350">56.969999999999999</cx:pt>
          <cx:pt idx="29351">39.18</cx:pt>
          <cx:pt idx="29352">84.969999999999999</cx:pt>
          <cx:pt idx="29353">69.989999999999995</cx:pt>
          <cx:pt idx="29354">51.289999999999999</cx:pt>
          <cx:pt idx="29355">71.680000000000007</cx:pt>
          <cx:pt idx="29356">51.289999999999999</cx:pt>
          <cx:pt idx="29357">71.680000000000007</cx:pt>
          <cx:pt idx="29358">75</cx:pt>
          <cx:pt idx="29359">67.870000000000005</cx:pt>
          <cx:pt idx="29360">129.34999999999999</cx:pt>
          <cx:pt idx="29361">64.069999999999993</cx:pt>
          <cx:pt idx="29362">159.69999999999999</cx:pt>
          <cx:pt idx="29363">147.59999999999999</cx:pt>
          <cx:pt idx="29364">175.41</cx:pt>
          <cx:pt idx="29365">159.69999999999999</cx:pt>
          <cx:pt idx="29366">191.13</cx:pt>
          <cx:pt idx="29367">159.69999999999999</cx:pt>
          <cx:pt idx="29368">179.03</cx:pt>
          <cx:pt idx="29369">159.69999999999999</cx:pt>
          <cx:pt idx="29370">175.41</cx:pt>
          <cx:pt idx="29371">159.69999999999999</cx:pt>
          <cx:pt idx="29372">319.38999999999999</cx:pt>
          <cx:pt idx="29373">159.69999999999999</cx:pt>
          <cx:pt idx="29374">159.69999999999999</cx:pt>
          <cx:pt idx="29375">159.69999999999999</cx:pt>
          <cx:pt idx="29376">69.989999999999995</cx:pt>
          <cx:pt idx="29377">59.960000000000001</cx:pt>
          <cx:pt idx="29378">36.259999999999998</cx:pt>
          <cx:pt idx="29379">36.859999999999999</cx:pt>
          <cx:pt idx="29380">36.259999999999998</cx:pt>
          <cx:pt idx="29381">55.960000000000001</cx:pt>
          <cx:pt idx="29382">55.960000000000001</cx:pt>
          <cx:pt idx="29383">142.72999999999999</cx:pt>
          <cx:pt idx="29384">67.719999999999999</cx:pt>
          <cx:pt idx="29385">74.980000000000004</cx:pt>
          <cx:pt idx="29386">131.46000000000001</cx:pt>
          <cx:pt idx="29387">53.979999999999997</cx:pt>
          <cx:pt idx="29388">99.980000000000004</cx:pt>
          <cx:pt idx="29389">85.969999999999999</cx:pt>
          <cx:pt idx="29390">150.97</cx:pt>
          <cx:pt idx="29391">65.989999999999995</cx:pt>
          <cx:pt idx="29392">97.969999999999999</cx:pt>
          <cx:pt idx="29393">129.97</cx:pt>
          <cx:pt idx="29394">125.95999999999999</cx:pt>
          <cx:pt idx="29395">86.680000000000007</cx:pt>
          <cx:pt idx="29396">131.97999999999999</cx:pt>
          <cx:pt idx="29397">119.95999999999999</cx:pt>
          <cx:pt idx="29398">131.97999999999999</cx:pt>
          <cx:pt idx="29399">130.96000000000001</cx:pt>
          <cx:pt idx="29400">134.96000000000001</cx:pt>
          <cx:pt idx="29401">76.969999999999999</cx:pt>
          <cx:pt idx="29402">108.97</cx:pt>
          <cx:pt idx="29403">89.980000000000004</cx:pt>
          <cx:pt idx="29404">79.980000000000004</cx:pt>
          <cx:pt idx="29405">126.97</cx:pt>
          <cx:pt idx="29406">131.97999999999999</cx:pt>
          <cx:pt idx="29407">89.980000000000004</cx:pt>
          <cx:pt idx="29408">73.439999999999998</cx:pt>
          <cx:pt idx="29409">131.36000000000001</cx:pt>
          <cx:pt idx="29410">60.329999999999998</cx:pt>
          <cx:pt idx="29411">70.959999999999994</cx:pt>
          <cx:pt idx="29412">111.98</cx:pt>
          <cx:pt idx="29413">68.969999999999999</cx:pt>
          <cx:pt idx="29414">59.969999999999999</cx:pt>
          <cx:pt idx="29415">55.960000000000001</cx:pt>
          <cx:pt idx="29416">171.31</cx:pt>
          <cx:pt idx="29417">181.96000000000001</cx:pt>
          <cx:pt idx="29418">219.96000000000001</cx:pt>
          <cx:pt idx="29419">123.22</cx:pt>
          <cx:pt idx="29420">-1.5</cx:pt>
          <cx:pt idx="29421">12.99</cx:pt>
          <cx:pt idx="29422">182.97</cx:pt>
          <cx:pt idx="29423">195.96000000000001</cx:pt>
          <cx:pt idx="29424">207.96000000000001</cx:pt>
          <cx:pt idx="29425">14.49</cx:pt>
          <cx:pt idx="29426">159.97999999999999</cx:pt>
          <cx:pt idx="29427">139.21000000000001</cx:pt>
          <cx:pt idx="29428">182.97</cx:pt>
          <cx:pt idx="29429">110.25</cx:pt>
          <cx:pt idx="29430">31.129999999999999</cx:pt>
          <cx:pt idx="29431">84.989999999999995</cx:pt>
          <cx:pt idx="29432">59.990000000000002</cx:pt>
          <cx:pt idx="29433">69.469999999999999</cx:pt>
          <cx:pt idx="29434">129.97999999999999</cx:pt>
          <cx:pt idx="29435">129.97</cx:pt>
          <cx:pt idx="29436">129.97</cx:pt>
          <cx:pt idx="29437">145.15000000000001</cx:pt>
          <cx:pt idx="29438">84.680000000000007</cx:pt>
          <cx:pt idx="29439">128.24000000000001</cx:pt>
          <cx:pt idx="29440">133.08000000000001</cx:pt>
          <cx:pt idx="29441">128.24000000000001</cx:pt>
          <cx:pt idx="29442">133.96000000000001</cx:pt>
          <cx:pt idx="29443">79.540000000000006</cx:pt>
          <cx:pt idx="29444">122.78</cx:pt>
          <cx:pt idx="29445">119.15000000000001</cx:pt>
          <cx:pt idx="29446">139.09</cx:pt>
          <cx:pt idx="29447">1.2</cx:pt>
          <cx:pt idx="29448">84.659999999999997</cx:pt>
          <cx:pt idx="29449">72.579999999999998</cx:pt>
          <cx:pt idx="29450">168.13999999999999</cx:pt>
          <cx:pt idx="29451">226.22</cx:pt>
          <cx:pt idx="29452">73.980000000000004</cx:pt>
          <cx:pt idx="29453">55.979999999999997</cx:pt>
          <cx:pt idx="29454">69.980000000000004</cx:pt>
          <cx:pt idx="29455">59.969999999999999</cx:pt>
          <cx:pt idx="29456">50.939999999999998</cx:pt>
          <cx:pt idx="29457">78.980000000000004</cx:pt>
          <cx:pt idx="29458">35.490000000000002</cx:pt>
          <cx:pt idx="29459">41.490000000000002</cx:pt>
          <cx:pt idx="29460">39.990000000000002</cx:pt>
          <cx:pt idx="29461">84.959999999999994</cx:pt>
          <cx:pt idx="29462">75.980000000000004</cx:pt>
          <cx:pt idx="29463">84.959999999999994</cx:pt>
          <cx:pt idx="29464">75.980000000000004</cx:pt>
          <cx:pt idx="29465">54.990000000000002</cx:pt>
          <cx:pt idx="29466">54.990000000000002</cx:pt>
          <cx:pt idx="29467">70.159999999999997</cx:pt>
          <cx:pt idx="29468">50.969999999999999</cx:pt>
          <cx:pt idx="29469">79.969999999999999</cx:pt>
          <cx:pt idx="29470">70.980000000000004</cx:pt>
          <cx:pt idx="29471">58.979999999999997</cx:pt>
          <cx:pt idx="29472">93.810000000000002</cx:pt>
          <cx:pt idx="29473">193.55000000000001</cx:pt>
          <cx:pt idx="29474">79.849999999999994</cx:pt>
          <cx:pt idx="29475">182.66999999999999</cx:pt>
          <cx:pt idx="29476">140.34</cx:pt>
          <cx:pt idx="29477">79.849999999999994</cx:pt>
          <cx:pt idx="29478">96.780000000000001</cx:pt>
          <cx:pt idx="29479">79.849999999999994</cx:pt>
          <cx:pt idx="29480">140.34</cx:pt>
          <cx:pt idx="29481">129.41</cx:pt>
          <cx:pt idx="29482">62.909999999999997</cx:pt>
          <cx:pt idx="29483">79.849999999999994</cx:pt>
          <cx:pt idx="29484">232.25</cx:pt>
          <cx:pt idx="29485">96.780000000000001</cx:pt>
          <cx:pt idx="29486">37.280000000000001</cx:pt>
          <cx:pt idx="29487">40.270000000000003</cx:pt>
          <cx:pt idx="29488">27.280000000000001</cx:pt>
          <cx:pt idx="29489">50.079999999999998</cx:pt>
          <cx:pt idx="29490">61.490000000000002</cx:pt>
          <cx:pt idx="29491">67.469999999999999</cx:pt>
          <cx:pt idx="29492">60.969999999999999</cx:pt>
          <cx:pt idx="29493">128.47</cx:pt>
          <cx:pt idx="29494">75.480000000000004</cx:pt>
          <cx:pt idx="29495">62.979999999999997</cx:pt>
          <cx:pt idx="29496">67.480000000000004</cx:pt>
          <cx:pt idx="29497">218.27000000000001</cx:pt>
          <cx:pt idx="29498">84.989999999999995</cx:pt>
          <cx:pt idx="29499">131.97999999999999</cx:pt>
          <cx:pt idx="29500">169.97999999999999</cx:pt>
          <cx:pt idx="29501">128.81999999999999</cx:pt>
          <cx:pt idx="29502">254.97</cx:pt>
          <cx:pt idx="29503">254.97</cx:pt>
          <cx:pt idx="29504">39.990000000000002</cx:pt>
          <cx:pt idx="29505">183.96000000000001</cx:pt>
          <cx:pt idx="29506">309.92000000000002</cx:pt>
          <cx:pt idx="29507">118.78</cx:pt>
          <cx:pt idx="29508">254.97</cx:pt>
          <cx:pt idx="29509">193.96000000000001</cx:pt>
          <cx:pt idx="29510">249.97</cx:pt>
          <cx:pt idx="29511">131.97999999999999</cx:pt>
          <cx:pt idx="29512">86.969999999999999</cx:pt>
          <cx:pt idx="29513">33.479999999999997</cx:pt>
          <cx:pt idx="29514">141.55000000000001</cx:pt>
          <cx:pt idx="29515">141.52000000000001</cx:pt>
          <cx:pt idx="29516">141.52000000000001</cx:pt>
          <cx:pt idx="29517">55.469999999999999</cx:pt>
          <cx:pt idx="29518">63.960000000000001</cx:pt>
          <cx:pt idx="29519">79.989999999999995</cx:pt>
          <cx:pt idx="29520">46.490000000000002</cx:pt>
          <cx:pt idx="29521">127.98</cx:pt>
          <cx:pt idx="29522">289.92000000000002</cx:pt>
          <cx:pt idx="29523">179.94999999999999</cx:pt>
          <cx:pt idx="29524">157.96000000000001</cx:pt>
          <cx:pt idx="29525">161.97</cx:pt>
          <cx:pt idx="29526">169.97999999999999</cx:pt>
          <cx:pt idx="29527">198.81999999999999</cx:pt>
          <cx:pt idx="29528">249.93000000000001</cx:pt>
          <cx:pt idx="29529">131.97999999999999</cx:pt>
          <cx:pt idx="29530">279.18000000000001</cx:pt>
          <cx:pt idx="29531">228.93000000000001</cx:pt>
          <cx:pt idx="29532">59.979999999999997</cx:pt>
          <cx:pt idx="29533">67.980000000000004</cx:pt>
          <cx:pt idx="29534">127.92</cx:pt>
          <cx:pt idx="29535">120.45999999999999</cx:pt>
          <cx:pt idx="29536">63.960000000000001</cx:pt>
          <cx:pt idx="29537">63.960000000000001</cx:pt>
          <cx:pt idx="29538">71.980000000000004</cx:pt>
          <cx:pt idx="29539">55.960000000000001</cx:pt>
          <cx:pt idx="29540">63.960000000000001</cx:pt>
          <cx:pt idx="29541">63.960000000000001</cx:pt>
          <cx:pt idx="29542">132.94999999999999</cx:pt>
          <cx:pt idx="29543">63.960000000000001</cx:pt>
          <cx:pt idx="29544">84.659999999999997</cx:pt>
          <cx:pt idx="29545">32.630000000000003</cx:pt>
          <cx:pt idx="29546">14.99</cx:pt>
          <cx:pt idx="29547">53.979999999999997</cx:pt>
          <cx:pt idx="29548">86.069999999999993</cx:pt>
          <cx:pt idx="29549">139.97</cx:pt>
          <cx:pt idx="29550">92.469999999999999</cx:pt>
          <cx:pt idx="29551">139.96000000000001</cx:pt>
          <cx:pt idx="29552">141.09999999999999</cx:pt>
          <cx:pt idx="29553">129.97999999999999</cx:pt>
          <cx:pt idx="29554">243.47</cx:pt>
          <cx:pt idx="29555">243.47</cx:pt>
          <cx:pt idx="29556">184.97</cx:pt>
          <cx:pt idx="29557">184.97</cx:pt>
          <cx:pt idx="29558">228.02000000000001</cx:pt>
          <cx:pt idx="29559">120.95999999999999</cx:pt>
          <cx:pt idx="29560">120.95999999999999</cx:pt>
          <cx:pt idx="29561">105.94</cx:pt>
          <cx:pt idx="29562">237.25</cx:pt>
          <cx:pt idx="29563">213.12</cx:pt>
          <cx:pt idx="29564">130.96000000000001</cx:pt>
          <cx:pt idx="29565">237.25</cx:pt>
          <cx:pt idx="29566">228.02000000000001</cx:pt>
          <cx:pt idx="29567">213.12</cx:pt>
          <cx:pt idx="29568">105.94</cx:pt>
          <cx:pt idx="29569">130.96000000000001</cx:pt>
          <cx:pt idx="29570">129.97999999999999</cx:pt>
          <cx:pt idx="29571">57.590000000000003</cx:pt>
          <cx:pt idx="29572">54.990000000000002</cx:pt>
          <cx:pt idx="29573">54.990000000000002</cx:pt>
          <cx:pt idx="29574">57.590000000000003</cx:pt>
          <cx:pt idx="29575">51.759999999999998</cx:pt>
          <cx:pt idx="29576">75.980000000000004</cx:pt>
          <cx:pt idx="29577">63.969999999999999</cx:pt>
          <cx:pt idx="29578">65.969999999999999</cx:pt>
          <cx:pt idx="29579">26.289999999999999</cx:pt>
          <cx:pt idx="29580">46.289999999999999</cx:pt>
          <cx:pt idx="29581">31.289999999999999</cx:pt>
          <cx:pt idx="29582">83.859999999999999</cx:pt>
          <cx:pt idx="29583">87.969999999999999</cx:pt>
          <cx:pt idx="29584">57.979999999999997</cx:pt>
          <cx:pt idx="29585">89.969999999999999</cx:pt>
          <cx:pt idx="29586">122.95999999999999</cx:pt>
          <cx:pt idx="29587">84.969999999999999</cx:pt>
          <cx:pt idx="29588">117.95999999999999</cx:pt>
          <cx:pt idx="29589">86.969999999999999</cx:pt>
          <cx:pt idx="29590">74.969999999999999</cx:pt>
          <cx:pt idx="29591">79.969999999999999</cx:pt>
          <cx:pt idx="29592">123.26000000000001</cx:pt>
          <cx:pt idx="29593">74.969999999999999</cx:pt>
          <cx:pt idx="29594">90.969999999999999</cx:pt>
          <cx:pt idx="29595">93.269999999999996</cx:pt>
          <cx:pt idx="29596">89.969999999999999</cx:pt>
          <cx:pt idx="29597">59.979999999999997</cx:pt>
          <cx:pt idx="29598">59.979999999999997</cx:pt>
          <cx:pt idx="29599">87.650000000000006</cx:pt>
          <cx:pt idx="29600">93.269999999999996</cx:pt>
          <cx:pt idx="29601">87.969999999999999</cx:pt>
          <cx:pt idx="29602">25.59</cx:pt>
          <cx:pt idx="29603">92.969999999999999</cx:pt>
          <cx:pt idx="29604">89.719999999999999</cx:pt>
          <cx:pt idx="29605">89.969999999999999</cx:pt>
          <cx:pt idx="29606">82.560000000000002</cx:pt>
          <cx:pt idx="29607">89.969999999999999</cx:pt>
          <cx:pt idx="29608">59.979999999999997</cx:pt>
          <cx:pt idx="29609">84.969999999999999</cx:pt>
          <cx:pt idx="29610">25.93</cx:pt>
          <cx:pt idx="29611">25.93</cx:pt>
          <cx:pt idx="29612">29.280000000000001</cx:pt>
          <cx:pt idx="29613">29.280000000000001</cx:pt>
          <cx:pt idx="29614">29.280000000000001</cx:pt>
          <cx:pt idx="29615">29.280000000000001</cx:pt>
          <cx:pt idx="29616">59.960000000000001</cx:pt>
          <cx:pt idx="29617">69.950000000000003</cx:pt>
          <cx:pt idx="29618">69.900000000000006</cx:pt>
          <cx:pt idx="29619">59.159999999999997</cx:pt>
          <cx:pt idx="29620">89.269999999999996</cx:pt>
          <cx:pt idx="29621">41.960000000000001</cx:pt>
          <cx:pt idx="29622">63.369999999999997</cx:pt>
          <cx:pt idx="29623">64.670000000000002</cx:pt>
          <cx:pt idx="29624">84.989999999999995</cx:pt>
          <cx:pt idx="29625">68.989999999999995</cx:pt>
          <cx:pt idx="29626">84.989999999999995</cx:pt>
          <cx:pt idx="29627">86.489999999999995</cx:pt>
          <cx:pt idx="29628">70.290000000000006</cx:pt>
          <cx:pt idx="29629">82.489999999999995</cx:pt>
          <cx:pt idx="29630">84.989999999999995</cx:pt>
          <cx:pt idx="29631">84.989999999999995</cx:pt>
          <cx:pt idx="29632">84.989999999999995</cx:pt>
          <cx:pt idx="29633">84.989999999999995</cx:pt>
          <cx:pt idx="29634">65.989999999999995</cx:pt>
          <cx:pt idx="29635">84.989999999999995</cx:pt>
          <cx:pt idx="29636">63.659999999999997</cx:pt>
          <cx:pt idx="29637">99.980000000000004</cx:pt>
          <cx:pt idx="29638">79.719999999999999</cx:pt>
          <cx:pt idx="29639">65.989999999999995</cx:pt>
          <cx:pt idx="29640">80.900000000000006</cx:pt>
          <cx:pt idx="29641">84.989999999999995</cx:pt>
          <cx:pt idx="29642">84.989999999999995</cx:pt>
          <cx:pt idx="29643">53.960000000000001</cx:pt>
          <cx:pt idx="29644">73.980000000000004</cx:pt>
          <cx:pt idx="29645">33.479999999999997</cx:pt>
          <cx:pt idx="29646">140.47</cx:pt>
          <cx:pt idx="29647">22.940000000000001</cx:pt>
          <cx:pt idx="29648">99.200000000000003</cx:pt>
          <cx:pt idx="29649">183.88</cx:pt>
          <cx:pt idx="29650">79.849999999999994</cx:pt>
          <cx:pt idx="29651">79.849999999999994</cx:pt>
          <cx:pt idx="29652">79.849999999999994</cx:pt>
          <cx:pt idx="29653">159.69999999999999</cx:pt>
          <cx:pt idx="29654">202.03</cx:pt>
          <cx:pt idx="29655">112.51000000000001</cx:pt>
          <cx:pt idx="29656">183.88</cx:pt>
          <cx:pt idx="29657">135.74000000000001</cx:pt>
          <cx:pt idx="29658">142.74000000000001</cx:pt>
          <cx:pt idx="29659">79.849999999999994</cx:pt>
          <cx:pt idx="29660">79.849999999999994</cx:pt>
          <cx:pt idx="29661">116.14</cx:pt>
          <cx:pt idx="29662">79.849999999999994</cx:pt>
          <cx:pt idx="29663">79.849999999999994</cx:pt>
          <cx:pt idx="29664">79.849999999999994</cx:pt>
          <cx:pt idx="29665">116.97</cx:pt>
          <cx:pt idx="29666">59.390000000000001</cx:pt>
          <cx:pt idx="29667">69.989999999999995</cx:pt>
          <cx:pt idx="29668">140.34</cx:pt>
          <cx:pt idx="29669">140.34</cx:pt>
          <cx:pt idx="29670">64.980000000000004</cx:pt>
          <cx:pt idx="29671">64.329999999999998</cx:pt>
          <cx:pt idx="29672">140.31</cx:pt>
          <cx:pt idx="29673">140.30000000000001</cx:pt>
          <cx:pt idx="29674">82.969999999999999</cx:pt>
          <cx:pt idx="29675">56.140000000000001</cx:pt>
          <cx:pt idx="29676">191.13999999999999</cx:pt>
          <cx:pt idx="29677">171.33000000000001</cx:pt>
          <cx:pt idx="29678">120.98</cx:pt>
          <cx:pt idx="29679">179.03999999999999</cx:pt>
          <cx:pt idx="29680">336.31</cx:pt>
          <cx:pt idx="29681">319.38999999999999</cx:pt>
          <cx:pt idx="29682">159.69999999999999</cx:pt>
          <cx:pt idx="29683">69.989999999999995</cx:pt>
          <cx:pt idx="29684">59.259999999999998</cx:pt>
          <cx:pt idx="29685">68.989999999999995</cx:pt>
          <cx:pt idx="29686">57.979999999999997</cx:pt>
          <cx:pt idx="29687">84.680000000000007</cx:pt>
          <cx:pt idx="29688">45.960000000000001</cx:pt>
          <cx:pt idx="29689">130.63</cx:pt>
          <cx:pt idx="29690">65.980000000000004</cx:pt>
          <cx:pt idx="29691">60.979999999999997</cx:pt>
          <cx:pt idx="29692">71.969999999999999</cx:pt>
          <cx:pt idx="29693">71.969999999999999</cx:pt>
          <cx:pt idx="29694">91.959999999999994</cx:pt>
          <cx:pt idx="29695">71.969999999999999</cx:pt>
          <cx:pt idx="29696">104.95999999999999</cx:pt>
          <cx:pt idx="29697">71.969999999999999</cx:pt>
          <cx:pt idx="29698">41.490000000000002</cx:pt>
          <cx:pt idx="29699">76.969999999999999</cx:pt>
          <cx:pt idx="29700">57.969999999999999</cx:pt>
          <cx:pt idx="29701">69.989999999999995</cx:pt>
          <cx:pt idx="29702">68.980000000000004</cx:pt>
          <cx:pt idx="29703">138.96000000000001</cx:pt>
          <cx:pt idx="29704">127.95999999999999</cx:pt>
          <cx:pt idx="29705">65.989999999999995</cx:pt>
          <cx:pt idx="29706">69.989999999999995</cx:pt>
          <cx:pt idx="29707">61.689999999999998</cx:pt>
          <cx:pt idx="29708">128.97</cx:pt>
          <cx:pt idx="29709">63.979999999999997</cx:pt>
          <cx:pt idx="29710">64.980000000000004</cx:pt>
          <cx:pt idx="29711">66.859999999999999</cx:pt>
          <cx:pt idx="29712">61.979999999999997</cx:pt>
          <cx:pt idx="29713">126.55</cx:pt>
          <cx:pt idx="29714">108.97</cx:pt>
          <cx:pt idx="29715">85.959999999999994</cx:pt>
          <cx:pt idx="29716">66.290000000000006</cx:pt>
          <cx:pt idx="29717">70.980000000000004</cx:pt>
          <cx:pt idx="29718">128.66999999999999</cx:pt>
          <cx:pt idx="29719">126.40000000000001</cx:pt>
          <cx:pt idx="29720">74.969999999999999</cx:pt>
          <cx:pt idx="29721">51.280000000000001</cx:pt>
          <cx:pt idx="29722">-51.479999999999997</cx:pt>
          <cx:pt idx="29723">51.479999999999997</cx:pt>
          <cx:pt idx="29724">67.980000000000004</cx:pt>
          <cx:pt idx="29725">139.11000000000001</cx:pt>
          <cx:pt idx="29726">154.34999999999999</cx:pt>
          <cx:pt idx="29727">141.97999999999999</cx:pt>
          <cx:pt idx="29728">84.989999999999995</cx:pt>
          <cx:pt idx="29729">84.989999999999995</cx:pt>
          <cx:pt idx="29730">169.97999999999999</cx:pt>
          <cx:pt idx="29731">79.980000000000004</cx:pt>
          <cx:pt idx="29732">151.97999999999999</cx:pt>
          <cx:pt idx="29733">169.97999999999999</cx:pt>
          <cx:pt idx="29734">169.97999999999999</cx:pt>
          <cx:pt idx="29735">121.98</cx:pt>
          <cx:pt idx="29736">79.959999999999994</cx:pt>
          <cx:pt idx="29737">131.97999999999999</cx:pt>
          <cx:pt idx="29738">169.97999999999999</cx:pt>
          <cx:pt idx="29739">79.980000000000004</cx:pt>
          <cx:pt idx="29740">169.97999999999999</cx:pt>
          <cx:pt idx="29741">84.989999999999995</cx:pt>
          <cx:pt idx="29742">169.97999999999999</cx:pt>
          <cx:pt idx="29743">144.97</cx:pt>
          <cx:pt idx="29744">130.46000000000001</cx:pt>
          <cx:pt idx="29745">117.06</cx:pt>
          <cx:pt idx="29746">139.09999999999999</cx:pt>
          <cx:pt idx="29747">28.239999999999998</cx:pt>
          <cx:pt idx="29748">84.989999999999995</cx:pt>
          <cx:pt idx="29749">51.979999999999997</cx:pt>
          <cx:pt idx="29750">56.969999999999999</cx:pt>
          <cx:pt idx="29751">31.489999999999998</cx:pt>
          <cx:pt idx="29752">59.979999999999997</cx:pt>
          <cx:pt idx="29753">31.489999999999998</cx:pt>
          <cx:pt idx="29754">17.489999999999998</cx:pt>
          <cx:pt idx="29755">59.979999999999997</cx:pt>
          <cx:pt idx="29756">17.489999999999998</cx:pt>
          <cx:pt idx="29757">125.98</cx:pt>
          <cx:pt idx="29758">36.479999999999997</cx:pt>
          <cx:pt idx="29759">82.469999999999999</cx:pt>
          <cx:pt idx="29760">125.95999999999999</cx:pt>
          <cx:pt idx="29761">209.97</cx:pt>
          <cx:pt idx="29762">169.97999999999999</cx:pt>
          <cx:pt idx="29763">131.97999999999999</cx:pt>
          <cx:pt idx="29764">121.98</cx:pt>
          <cx:pt idx="29765">84.989999999999995</cx:pt>
          <cx:pt idx="29766">161.66999999999999</cx:pt>
          <cx:pt idx="29767">84.989999999999995</cx:pt>
          <cx:pt idx="29768">169.97999999999999</cx:pt>
          <cx:pt idx="29769">84.989999999999995</cx:pt>
          <cx:pt idx="29770">188.06</cx:pt>
          <cx:pt idx="29771">46.490000000000002</cx:pt>
          <cx:pt idx="29772">125.95999999999999</cx:pt>
          <cx:pt idx="29773">65.989999999999995</cx:pt>
          <cx:pt idx="29774">51.469999999999999</cx:pt>
          <cx:pt idx="29775">139.06999999999999</cx:pt>
          <cx:pt idx="29776">68.980000000000004</cx:pt>
          <cx:pt idx="29777">56.969999999999999</cx:pt>
          <cx:pt idx="29778">68.980000000000004</cx:pt>
          <cx:pt idx="29779">56.969999999999999</cx:pt>
          <cx:pt idx="29780">50.960000000000001</cx:pt>
          <cx:pt idx="29781">74.969999999999999</cx:pt>
          <cx:pt idx="29782">39.079999999999998</cx:pt>
          <cx:pt idx="29783">68.980000000000004</cx:pt>
          <cx:pt idx="29784">24.48</cx:pt>
          <cx:pt idx="29785">36.469999999999999</cx:pt>
          <cx:pt idx="29786">169.97999999999999</cx:pt>
          <cx:pt idx="29787">234.96000000000001</cx:pt>
          <cx:pt idx="29788">164.72999999999999</cx:pt>
          <cx:pt idx="29789">159.96000000000001</cx:pt>
          <cx:pt idx="29790">119.97</cx:pt>
          <cx:pt idx="29791">169.97999999999999</cx:pt>
          <cx:pt idx="29792">84.989999999999995</cx:pt>
          <cx:pt idx="29793">156.31</cx:pt>
          <cx:pt idx="29794">199.96000000000001</cx:pt>
          <cx:pt idx="29795">169.97999999999999</cx:pt>
          <cx:pt idx="29796">149.97</cx:pt>
          <cx:pt idx="29797">154.96000000000001</cx:pt>
          <cx:pt idx="29798">199.97</cx:pt>
          <cx:pt idx="29799">184.97</cx:pt>
          <cx:pt idx="29800">57.979999999999997</cx:pt>
          <cx:pt idx="29801">67.859999999999999</cx:pt>
          <cx:pt idx="29802">51.979999999999997</cx:pt>
          <cx:pt idx="29803">77.400000000000006</cx:pt>
          <cx:pt idx="29804">127.98</cx:pt>
          <cx:pt idx="29805">127.98</cx:pt>
          <cx:pt idx="29806">127.98</cx:pt>
          <cx:pt idx="29807">127.98</cx:pt>
          <cx:pt idx="29808">127.97</cx:pt>
          <cx:pt idx="29809">48.280000000000001</cx:pt>
          <cx:pt idx="29810">68.969999999999999</cx:pt>
          <cx:pt idx="29811">197.97</cx:pt>
          <cx:pt idx="29812">239.13999999999999</cx:pt>
          <cx:pt idx="29813">225.94999999999999</cx:pt>
          <cx:pt idx="29814">197.97</cx:pt>
          <cx:pt idx="29815">169.97</cx:pt>
          <cx:pt idx="29816">51.979999999999997</cx:pt>
          <cx:pt idx="29817">75.980000000000004</cx:pt>
          <cx:pt idx="29818">63.979999999999997</cx:pt>
          <cx:pt idx="29819">63.979999999999997</cx:pt>
          <cx:pt idx="29820">61.979999999999997</cx:pt>
          <cx:pt idx="29821">65.969999999999999</cx:pt>
          <cx:pt idx="29822">74.980000000000004</cx:pt>
          <cx:pt idx="29823">44.280000000000001</cx:pt>
          <cx:pt idx="29824">63.960000000000001</cx:pt>
          <cx:pt idx="29825">63.979999999999997</cx:pt>
          <cx:pt idx="29826">52.18</cx:pt>
          <cx:pt idx="29827">85.480000000000004</cx:pt>
          <cx:pt idx="29828">61.960000000000001</cx:pt>
          <cx:pt idx="29829">64.760000000000005</cx:pt>
          <cx:pt idx="29830">323.95999999999998</cx:pt>
          <cx:pt idx="29831">339.95999999999998</cx:pt>
          <cx:pt idx="29832">323.95999999999998</cx:pt>
          <cx:pt idx="29833">339.95999999999998</cx:pt>
          <cx:pt idx="29834">269.95999999999998</cx:pt>
          <cx:pt idx="29835">339.95999999999998</cx:pt>
          <cx:pt idx="29836">169.97999999999999</cx:pt>
          <cx:pt idx="29837">53.969999999999999</cx:pt>
          <cx:pt idx="29838">65.680000000000007</cx:pt>
          <cx:pt idx="29839">51.969999999999999</cx:pt>
          <cx:pt idx="29840">46.490000000000002</cx:pt>
          <cx:pt idx="29841">70.980000000000004</cx:pt>
          <cx:pt idx="29842">159.97999999999999</cx:pt>
          <cx:pt idx="29843">59.950000000000003</cx:pt>
          <cx:pt idx="29844">159.97999999999999</cx:pt>
          <cx:pt idx="29845">59.950000000000003</cx:pt>
          <cx:pt idx="29846">121.98</cx:pt>
          <cx:pt idx="29847">161.88999999999999</cx:pt>
          <cx:pt idx="29848">179.97</cx:pt>
          <cx:pt idx="29849">121.98</cx:pt>
          <cx:pt idx="29850">179.97</cx:pt>
          <cx:pt idx="29851">183.96000000000001</cx:pt>
          <cx:pt idx="29852">179.97</cx:pt>
          <cx:pt idx="29853">59.950000000000003</cx:pt>
          <cx:pt idx="29854">179.97</cx:pt>
          <cx:pt idx="29855">174.75</cx:pt>
          <cx:pt idx="29856">179.97</cx:pt>
          <cx:pt idx="29857">159.97999999999999</cx:pt>
          <cx:pt idx="29858">69.989999999999995</cx:pt>
          <cx:pt idx="29859">65.390000000000001</cx:pt>
          <cx:pt idx="29860">59.979999999999997</cx:pt>
          <cx:pt idx="29861">73.969999999999999</cx:pt>
          <cx:pt idx="29862">137.21000000000001</cx:pt>
          <cx:pt idx="29863">20.489999999999998</cx:pt>
          <cx:pt idx="29864">73.480000000000004</cx:pt>
          <cx:pt idx="29865">76.560000000000002</cx:pt>
          <cx:pt idx="29866">131.97999999999999</cx:pt>
          <cx:pt idx="29867">115.98</cx:pt>
          <cx:pt idx="29868">131.97999999999999</cx:pt>
          <cx:pt idx="29869">131.97999999999999</cx:pt>
          <cx:pt idx="29870">131.97999999999999</cx:pt>
          <cx:pt idx="29871">131.97999999999999</cx:pt>
          <cx:pt idx="29872">65.989999999999995</cx:pt>
          <cx:pt idx="29873">65.989999999999995</cx:pt>
          <cx:pt idx="29874">131.97999999999999</cx:pt>
          <cx:pt idx="29875">131.97999999999999</cx:pt>
          <cx:pt idx="29876">65.989999999999995</cx:pt>
          <cx:pt idx="29877">125.06999999999999</cx:pt>
          <cx:pt idx="29878">89.939999999999998</cx:pt>
          <cx:pt idx="29879">124.98</cx:pt>
          <cx:pt idx="29880">124.97</cx:pt>
          <cx:pt idx="29881">59.979999999999997</cx:pt>
          <cx:pt idx="29882">64.980000000000004</cx:pt>
          <cx:pt idx="29883">69.980000000000004</cx:pt>
          <cx:pt idx="29884">54.979999999999997</cx:pt>
          <cx:pt idx="29885">89.989999999999995</cx:pt>
          <cx:pt idx="29886">124.98</cx:pt>
          <cx:pt idx="29887">247.59</cx:pt>
          <cx:pt idx="29888">254.97</cx:pt>
          <cx:pt idx="29889">245.94</cx:pt>
          <cx:pt idx="29890">259.41000000000003</cx:pt>
          <cx:pt idx="29891">266.56</cx:pt>
          <cx:pt idx="29892">206.97</cx:pt>
          <cx:pt idx="29893">169.97999999999999</cx:pt>
          <cx:pt idx="29894">169.97999999999999</cx:pt>
          <cx:pt idx="29895">169.97999999999999</cx:pt>
          <cx:pt idx="29896">124.98</cx:pt>
          <cx:pt idx="29897">124.95</cx:pt>
          <cx:pt idx="29898">124.98</cx:pt>
          <cx:pt idx="29899">54.990000000000002</cx:pt>
          <cx:pt idx="29900">69.989999999999995</cx:pt>
          <cx:pt idx="29901">124.97</cx:pt>
          <cx:pt idx="29902">59.960000000000001</cx:pt>
          <cx:pt idx="29903">64.980000000000004</cx:pt>
          <cx:pt idx="29904">-23</cx:pt>
          <cx:pt idx="29905">53.969999999999999</cx:pt>
          <cx:pt idx="29906">54.990000000000002</cx:pt>
          <cx:pt idx="29907">-23</cx:pt>
          <cx:pt idx="29908">54.990000000000002</cx:pt>
          <cx:pt idx="29909">53.969999999999999</cx:pt>
          <cx:pt idx="29910">89.980000000000004</cx:pt>
          <cx:pt idx="29911">89.980000000000004</cx:pt>
          <cx:pt idx="29912">46.479999999999997</cx:pt>
          <cx:pt idx="29913">144.97</cx:pt>
          <cx:pt idx="29914">461.42000000000002</cx:pt>
          <cx:pt idx="29915">311.92000000000002</cx:pt>
          <cx:pt idx="29916">319.92000000000002</cx:pt>
          <cx:pt idx="29917">413.94</cx:pt>
          <cx:pt idx="29918">399.92000000000002</cx:pt>
          <cx:pt idx="29919">361.92000000000002</cx:pt>
          <cx:pt idx="29920">52.229999999999997</cx:pt>
          <cx:pt idx="29921">59.979999999999997</cx:pt>
          <cx:pt idx="29922">124.95</cx:pt>
          <cx:pt idx="29923">124.95</cx:pt>
          <cx:pt idx="29924">45.880000000000003</cx:pt>
          <cx:pt idx="29925">70.480000000000004</cx:pt>
          <cx:pt idx="29926">84.450000000000003</cx:pt>
          <cx:pt idx="29927">84.989999999999995</cx:pt>
          <cx:pt idx="29928">87.969999999999999</cx:pt>
          <cx:pt idx="29929">84.989999999999995</cx:pt>
          <cx:pt idx="29930">65.989999999999995</cx:pt>
          <cx:pt idx="29931">86.189999999999998</cx:pt>
          <cx:pt idx="29932">104.98</cx:pt>
          <cx:pt idx="29933">125.97</cx:pt>
          <cx:pt idx="29934">99.980000000000004</cx:pt>
          <cx:pt idx="29935">83.010000000000005</cx:pt>
          <cx:pt idx="29936">84.989999999999995</cx:pt>
          <cx:pt idx="29937">64.980000000000004</cx:pt>
          <cx:pt idx="29938">78.969999999999999</cx:pt>
          <cx:pt idx="29939">73.980000000000004</cx:pt>
          <cx:pt idx="29940">51.950000000000003</cx:pt>
          <cx:pt idx="29941">137.87</cx:pt>
          <cx:pt idx="29942">68.930000000000007</cx:pt>
          <cx:pt idx="29943">65.290000000000006</cx:pt>
          <cx:pt idx="29944">72.549999999999997</cx:pt>
          <cx:pt idx="29945">531.86000000000001</cx:pt>
          <cx:pt idx="29946">108.42</cx:pt>
          <cx:pt idx="29947">167.24000000000001</cx:pt>
          <cx:pt idx="29948">107.95999999999999</cx:pt>
          <cx:pt idx="29949">69.980000000000004</cx:pt>
          <cx:pt idx="29950">166.25999999999999</cx:pt>
          <cx:pt idx="29951">197.94</cx:pt>
          <cx:pt idx="29952">154.94</cx:pt>
          <cx:pt idx="29953">159.25999999999999</cx:pt>
          <cx:pt idx="29954">57.960000000000001</cx:pt>
          <cx:pt idx="29955">78.349999999999994</cx:pt>
          <cx:pt idx="29956">88.959999999999994</cx:pt>
          <cx:pt idx="29957">230.13999999999999</cx:pt>
          <cx:pt idx="29958">85.939999999999998</cx:pt>
          <cx:pt idx="29959">98.540000000000006</cx:pt>
          <cx:pt idx="29960">17.289999999999999</cx:pt>
          <cx:pt idx="29961">100.98</cx:pt>
          <cx:pt idx="29962">-59.979999999999997</cx:pt>
          <cx:pt idx="29963">31.940000000000001</cx:pt>
          <cx:pt idx="29964">62.840000000000003</cx:pt>
          <cx:pt idx="29965">59.979999999999997</cx:pt>
          <cx:pt idx="29966">78.629999999999995</cx:pt>
          <cx:pt idx="29967">49.590000000000003</cx:pt>
          <cx:pt idx="29968">68.980000000000004</cx:pt>
          <cx:pt idx="29969">20.289999999999999</cx:pt>
          <cx:pt idx="29970">29.920000000000002</cx:pt>
          <cx:pt idx="29971">59.229999999999997</cx:pt>
          <cx:pt idx="29972">169.97999999999999</cx:pt>
          <cx:pt idx="29973">197.97</cx:pt>
          <cx:pt idx="29974">169.97999999999999</cx:pt>
          <cx:pt idx="29975">121.98</cx:pt>
          <cx:pt idx="29976">159.97999999999999</cx:pt>
          <cx:pt idx="29977">169.97999999999999</cx:pt>
          <cx:pt idx="29978">169.97999999999999</cx:pt>
          <cx:pt idx="29979">169.97999999999999</cx:pt>
          <cx:pt idx="29980">60.829999999999998</cx:pt>
          <cx:pt idx="29981">21.98</cx:pt>
          <cx:pt idx="29982">49.270000000000003</cx:pt>
          <cx:pt idx="29983">57.960000000000001</cx:pt>
          <cx:pt idx="29984">63.969999999999999</cx:pt>
          <cx:pt idx="29985">62.57</cx:pt>
          <cx:pt idx="29986">79.980000000000004</cx:pt>
          <cx:pt idx="29987">45.420000000000002</cx:pt>
          <cx:pt idx="29988">52.979999999999997</cx:pt>
          <cx:pt idx="29989">71.870000000000005</cx:pt>
          <cx:pt idx="29990">84.989999999999995</cx:pt>
          <cx:pt idx="29991">95.969999999999999</cx:pt>
          <cx:pt idx="29992">84.989999999999995</cx:pt>
          <cx:pt idx="29993">65.989999999999995</cx:pt>
          <cx:pt idx="29994">84.989999999999995</cx:pt>
          <cx:pt idx="29995">95.969999999999999</cx:pt>
          <cx:pt idx="29996">99.980000000000004</cx:pt>
          <cx:pt idx="29997">84.989999999999995</cx:pt>
          <cx:pt idx="29998">84.989999999999995</cx:pt>
          <cx:pt idx="29999">99.980000000000004</cx:pt>
          <cx:pt idx="30000">65.989999999999995</cx:pt>
          <cx:pt idx="30001">149.47</cx:pt>
          <cx:pt idx="30002">84.989999999999995</cx:pt>
          <cx:pt idx="30003">184.97</cx:pt>
          <cx:pt idx="30004">84.989999999999995</cx:pt>
          <cx:pt idx="30005">184.97</cx:pt>
          <cx:pt idx="30006">110.95999999999999</cx:pt>
          <cx:pt idx="30007">143.58000000000001</cx:pt>
          <cx:pt idx="30008">169.97999999999999</cx:pt>
          <cx:pt idx="30009">131.97999999999999</cx:pt>
          <cx:pt idx="30010">99.980000000000004</cx:pt>
          <cx:pt idx="30011">45.469999999999999</cx:pt>
          <cx:pt idx="30012">72.879999999999995</cx:pt>
          <cx:pt idx="30013">51.270000000000003</cx:pt>
          <cx:pt idx="30014">135.96000000000001</cx:pt>
          <cx:pt idx="30015">114.16</cx:pt>
          <cx:pt idx="30016">79.980000000000004</cx:pt>
          <cx:pt idx="30017">107.98</cx:pt>
          <cx:pt idx="30018">78.969999999999999</cx:pt>
          <cx:pt idx="30019">169.13</cx:pt>
          <cx:pt idx="30020">84.140000000000001</cx:pt>
          <cx:pt idx="30021">130</cx:pt>
          <cx:pt idx="30022">131.97999999999999</cx:pt>
          <cx:pt idx="30023">128.28</cx:pt>
          <cx:pt idx="30024">170.65000000000001</cx:pt>
          <cx:pt idx="30025">254.97</cx:pt>
          <cx:pt idx="30026">105.98</cx:pt>
          <cx:pt idx="30027">131.97999999999999</cx:pt>
          <cx:pt idx="30028">169.97999999999999</cx:pt>
          <cx:pt idx="30029">83.290000000000006</cx:pt>
          <cx:pt idx="30030">158.25999999999999</cx:pt>
          <cx:pt idx="30031">36.490000000000002</cx:pt>
          <cx:pt idx="30032">79.980000000000004</cx:pt>
          <cx:pt idx="30033">123.95</cx:pt>
          <cx:pt idx="30034">123.98</cx:pt>
          <cx:pt idx="30035">123.95999999999999</cx:pt>
          <cx:pt idx="30036">55.960000000000001</cx:pt>
          <cx:pt idx="30037">67.969999999999999</cx:pt>
          <cx:pt idx="30038">68.980000000000004</cx:pt>
          <cx:pt idx="30039">123.95999999999999</cx:pt>
          <cx:pt idx="30040">358.93000000000001</cx:pt>
          <cx:pt idx="30041">237.38</cx:pt>
          <cx:pt idx="30042">180.81</cx:pt>
          <cx:pt idx="30043">354.81999999999999</cx:pt>
          <cx:pt idx="30044">208.94999999999999</cx:pt>
          <cx:pt idx="30045">185.96000000000001</cx:pt>
          <cx:pt idx="30046">61.979999999999997</cx:pt>
          <cx:pt idx="30047">61.979999999999997</cx:pt>
          <cx:pt idx="30048">123.95999999999999</cx:pt>
          <cx:pt idx="30049">71.980000000000004</cx:pt>
          <cx:pt idx="30050">51.979999999999997</cx:pt>
          <cx:pt idx="30051">123.95999999999999</cx:pt>
          <cx:pt idx="30052">59.960000000000001</cx:pt>
          <cx:pt idx="30053">59.960000000000001</cx:pt>
          <cx:pt idx="30054">-10</cx:pt>
          <cx:pt idx="30055">76.969999999999999</cx:pt>
          <cx:pt idx="30056">48.469999999999999</cx:pt>
          <cx:pt idx="30057">31.48</cx:pt>
          <cx:pt idx="30058">35.479999999999997</cx:pt>
          <cx:pt idx="30059">31.48</cx:pt>
          <cx:pt idx="30060">54.979999999999997</cx:pt>
          <cx:pt idx="30061">56.380000000000003</cx:pt>
          <cx:pt idx="30062">287.44999999999999</cx:pt>
          <cx:pt idx="30063">239.53999999999999</cx:pt>
          <cx:pt idx="30064">319.38999999999999</cx:pt>
          <cx:pt idx="30065">302.02999999999997</cx:pt>
          <cx:pt idx="30066">350.82999999999998</cx:pt>
          <cx:pt idx="30067">315.75</cx:pt>
          <cx:pt idx="30068">215.34</cx:pt>
          <cx:pt idx="30069">239.53999999999999</cx:pt>
          <cx:pt idx="30070">203.34999999999999</cx:pt>
          <cx:pt idx="30071">318.91000000000003</cx:pt>
          <cx:pt idx="30072">62.990000000000002</cx:pt>
          <cx:pt idx="30073">69.989999999999995</cx:pt>
          <cx:pt idx="30074">124.92</cx:pt>
          <cx:pt idx="30075">125.97</cx:pt>
          <cx:pt idx="30076">125.95999999999999</cx:pt>
          <cx:pt idx="30077">75.980000000000004</cx:pt>
          <cx:pt idx="30078">41.289999999999999</cx:pt>
          <cx:pt idx="30079">117.26000000000001</cx:pt>
          <cx:pt idx="30080">152.75999999999999</cx:pt>
          <cx:pt idx="30081">143.97</cx:pt>
          <cx:pt idx="30082">125.97</cx:pt>
          <cx:pt idx="30083">104.98</cx:pt>
          <cx:pt idx="30084">117.97</cx:pt>
          <cx:pt idx="30085">136.77000000000001</cx:pt>
          <cx:pt idx="30086">84.989999999999995</cx:pt>
          <cx:pt idx="30087">210.63999999999999</cx:pt>
          <cx:pt idx="30088">78.409999999999997</cx:pt>
          <cx:pt idx="30089">84.989999999999995</cx:pt>
          <cx:pt idx="30090">104.98</cx:pt>
          <cx:pt idx="30091">113.97</cx:pt>
          <cx:pt idx="30092">169.97999999999999</cx:pt>
          <cx:pt idx="30093">142.47</cx:pt>
          <cx:pt idx="30094">128.53</cx:pt>
          <cx:pt idx="30095">155.84</cx:pt>
          <cx:pt idx="30096">157.97</cx:pt>
          <cx:pt idx="30097">66.730000000000004</cx:pt>
          <cx:pt idx="30098">167.53</cx:pt>
          <cx:pt idx="30099">84.989999999999995</cx:pt>
          <cx:pt idx="30100">68.980000000000004</cx:pt>
          <cx:pt idx="30101">56.969999999999999</cx:pt>
          <cx:pt idx="30102">56.969999999999999</cx:pt>
          <cx:pt idx="30103">68.980000000000004</cx:pt>
          <cx:pt idx="30104">136.68000000000001</cx:pt>
          <cx:pt idx="30105">136.66999999999999</cx:pt>
          <cx:pt idx="30106">53.969999999999999</cx:pt>
          <cx:pt idx="30107">71.959999999999994</cx:pt>
          <cx:pt idx="30108">53.969999999999999</cx:pt>
          <cx:pt idx="30109">71.959999999999994</cx:pt>
          <cx:pt idx="30110">68.950000000000003</cx:pt>
          <cx:pt idx="30111">56.969999999999999</cx:pt>
          <cx:pt idx="30112">69.980000000000004</cx:pt>
          <cx:pt idx="30113">444.88999999999999</cx:pt>
          <cx:pt idx="30114">469.92000000000002</cx:pt>
          <cx:pt idx="30115">427.62</cx:pt>
          <cx:pt idx="30116">399.92000000000002</cx:pt>
          <cx:pt idx="30117">339.95999999999998</cx:pt>
          <cx:pt idx="30118">65.959999999999994</cx:pt>
          <cx:pt idx="30119">32.039999999999999</cx:pt>
          <cx:pt idx="30120">33.859999999999999</cx:pt>
          <cx:pt idx="30121">37.18</cx:pt>
          <cx:pt idx="30122">70.870000000000005</cx:pt>
          <cx:pt idx="30123">54.850000000000001</cx:pt>
          <cx:pt idx="30124">117.29000000000001</cx:pt>
          <cx:pt idx="30125">123.47</cx:pt>
          <cx:pt idx="30126">317.93000000000001</cx:pt>
          <cx:pt idx="30127">294.95999999999998</cx:pt>
          <cx:pt idx="30128">273.45999999999998</cx:pt>
          <cx:pt idx="30129">331.44</cx:pt>
          <cx:pt idx="30130">123.45</cx:pt>
          <cx:pt idx="30131">67.700000000000003</cx:pt>
          <cx:pt idx="30132">54.990000000000002</cx:pt>
          <cx:pt idx="30133">61.359999999999999</cx:pt>
          <cx:pt idx="30134">61.979999999999997</cx:pt>
          <cx:pt idx="30135">87.489999999999995</cx:pt>
          <cx:pt idx="30136">134.97999999999999</cx:pt>
          <cx:pt idx="30137">134.97999999999999</cx:pt>
          <cx:pt idx="30138">21.289999999999999</cx:pt>
          <cx:pt idx="30139">105.97</cx:pt>
          <cx:pt idx="30140">162.25</cx:pt>
          <cx:pt idx="30141">151.96000000000001</cx:pt>
          <cx:pt idx="30142">96.969999999999999</cx:pt>
          <cx:pt idx="30143">89.969999999999999</cx:pt>
          <cx:pt idx="30144">46.270000000000003</cx:pt>
          <cx:pt idx="30145">75.980000000000004</cx:pt>
          <cx:pt idx="30146">177.41999999999999</cx:pt>
          <cx:pt idx="30147">147.47</cx:pt>
          <cx:pt idx="30148">104.95999999999999</cx:pt>
          <cx:pt idx="30149">124.95999999999999</cx:pt>
          <cx:pt idx="30150">141.94999999999999</cx:pt>
          <cx:pt idx="30151">89.969999999999999</cx:pt>
          <cx:pt idx="30152">160.25</cx:pt>
          <cx:pt idx="30153">119.97</cx:pt>
          <cx:pt idx="30154">167.21000000000001</cx:pt>
          <cx:pt idx="30155">110.97</cx:pt>
          <cx:pt idx="30156">144.94999999999999</cx:pt>
          <cx:pt idx="30157">89.969999999999999</cx:pt>
          <cx:pt idx="30158">134.97999999999999</cx:pt>
          <cx:pt idx="30159">134.97999999999999</cx:pt>
          <cx:pt idx="30160">50.450000000000003</cx:pt>
          <cx:pt idx="30161">74.969999999999999</cx:pt>
          <cx:pt idx="30162">134.97</cx:pt>
          <cx:pt idx="30163">125.47</cx:pt>
          <cx:pt idx="30164">134.96000000000001</cx:pt>
          <cx:pt idx="30165">136.09</cx:pt>
          <cx:pt idx="30166">55.479999999999997</cx:pt>
          <cx:pt idx="30167">60.479999999999997</cx:pt>
          <cx:pt idx="30168">180.97</cx:pt>
          <cx:pt idx="30169">194.97</cx:pt>
          <cx:pt idx="30170">169.97999999999999</cx:pt>
          <cx:pt idx="30171">180.97</cx:pt>
          <cx:pt idx="30172">71.969999999999999</cx:pt>
          <cx:pt idx="30173">150.81999999999999</cx:pt>
          <cx:pt idx="30174">105.98</cx:pt>
          <cx:pt idx="30175">169.97999999999999</cx:pt>
          <cx:pt idx="30176">180.97</cx:pt>
          <cx:pt idx="30177">99.969999999999999</cx:pt>
          <cx:pt idx="30178">60.729999999999997</cx:pt>
          <cx:pt idx="30179">50.479999999999997</cx:pt>
          <cx:pt idx="30180">32.479999999999997</cx:pt>
          <cx:pt idx="30181">50.960000000000001</cx:pt>
          <cx:pt idx="30182">32.479999999999997</cx:pt>
          <cx:pt idx="30183">54.950000000000003</cx:pt>
          <cx:pt idx="30184">79.939999999999998</cx:pt>
          <cx:pt idx="30185">68.359999999999999</cx:pt>
          <cx:pt idx="30186">56.969999999999999</cx:pt>
          <cx:pt idx="30187">21.489999999999998</cx:pt>
          <cx:pt idx="30188">67.859999999999999</cx:pt>
          <cx:pt idx="30189">26.379999999999999</cx:pt>
          <cx:pt idx="30190">275.06</cx:pt>
          <cx:pt idx="30191">300.36000000000001</cx:pt>
          <cx:pt idx="30192">122.97</cx:pt>
          <cx:pt idx="30193">52.240000000000002</cx:pt>
          <cx:pt idx="30194">45.240000000000002</cx:pt>
          <cx:pt idx="30195">63.950000000000003</cx:pt>
          <cx:pt idx="30196">71.849999999999994</cx:pt>
          <cx:pt idx="30197">53.979999999999997</cx:pt>
          <cx:pt idx="30198">60.479999999999997</cx:pt>
          <cx:pt idx="30199">122.95999999999999</cx:pt>
          <cx:pt idx="30200">53.969999999999999</cx:pt>
          <cx:pt idx="30201">68.989999999999995</cx:pt>
          <cx:pt idx="30202">67.980000000000004</cx:pt>
          <cx:pt idx="30203">54.979999999999997</cx:pt>
          <cx:pt idx="30204">76.680000000000007</cx:pt>
          <cx:pt idx="30205">159.18000000000001</cx:pt>
          <cx:pt idx="30206">184.97</cx:pt>
          <cx:pt idx="30207">134.97</cx:pt>
          <cx:pt idx="30208">129.97999999999999</cx:pt>
          <cx:pt idx="30209">152.97</cx:pt>
          <cx:pt idx="30210">105.98</cx:pt>
          <cx:pt idx="30211">149.96000000000001</cx:pt>
          <cx:pt idx="30212">53.979999999999997</cx:pt>
          <cx:pt idx="30213">184.97</cx:pt>
          <cx:pt idx="30214">169.97999999999999</cx:pt>
          <cx:pt idx="30215">184.97</cx:pt>
          <cx:pt idx="30216">134.97</cx:pt>
          <cx:pt idx="30217">169.97999999999999</cx:pt>
          <cx:pt idx="30218">84.989999999999995</cx:pt>
          <cx:pt idx="30219">63.979999999999997</cx:pt>
          <cx:pt idx="30220">12.49</cx:pt>
          <cx:pt idx="30221">29.48</cx:pt>
          <cx:pt idx="30222">55.969999999999999</cx:pt>
          <cx:pt idx="30223">65.989999999999995</cx:pt>
          <cx:pt idx="30224">53.960000000000001</cx:pt>
          <cx:pt idx="30225">124.98</cx:pt>
          <cx:pt idx="30226">392.17000000000002</cx:pt>
          <cx:pt idx="30227">119.97</cx:pt>
          <cx:pt idx="30228">79.980000000000004</cx:pt>
          <cx:pt idx="30229">291.94</cx:pt>
          <cx:pt idx="30230">263.95999999999998</cx:pt>
          <cx:pt idx="30231">79.980000000000004</cx:pt>
          <cx:pt idx="30232">373.61000000000001</cx:pt>
          <cx:pt idx="30233">257.93000000000001</cx:pt>
          <cx:pt idx="30234">321.58999999999997</cx:pt>
          <cx:pt idx="30235">395.94</cx:pt>
          <cx:pt idx="30236">84.989999999999995</cx:pt>
          <cx:pt idx="30237">64.989999999999995</cx:pt>
          <cx:pt idx="30238">51.289999999999999</cx:pt>
          <cx:pt idx="30239">74.980000000000004</cx:pt>
          <cx:pt idx="30240">54.990000000000002</cx:pt>
          <cx:pt idx="30241">51.289999999999999</cx:pt>
          <cx:pt idx="30242">51.939999999999998</cx:pt>
          <cx:pt idx="30243">124.95999999999999</cx:pt>
          <cx:pt idx="30244">124.95999999999999</cx:pt>
          <cx:pt idx="30245">69.989999999999995</cx:pt>
          <cx:pt idx="30246">46.270000000000003</cx:pt>
          <cx:pt idx="30247">339.95999999999998</cx:pt>
          <cx:pt idx="30248">264.62</cx:pt>
          <cx:pt idx="30249">75.959999999999994</cx:pt>
          <cx:pt idx="30250">228.50999999999999</cx:pt>
          <cx:pt idx="30251">105.95999999999999</cx:pt>
          <cx:pt idx="30252">50.969999999999999</cx:pt>
          <cx:pt idx="30253">73.959999999999994</cx:pt>
          <cx:pt idx="30254">17.289999999999999</cx:pt>
          <cx:pt idx="30255">17.289999999999999</cx:pt>
          <cx:pt idx="30256">17.289999999999999</cx:pt>
          <cx:pt idx="30257">17.289999999999999</cx:pt>
          <cx:pt idx="30258">-1.3</cx:pt>
          <cx:pt idx="30259">17.940000000000001</cx:pt>
          <cx:pt idx="30260">72.579999999999998</cx:pt>
          <cx:pt idx="30261">62.899999999999999</cx:pt>
          <cx:pt idx="30262">65.269999999999996</cx:pt>
          <cx:pt idx="30263">70.120000000000005</cx:pt>
          <cx:pt idx="30264">59.979999999999997</cx:pt>
          <cx:pt idx="30265">64.769999999999996</cx:pt>
          <cx:pt idx="30266">60.759999999999998</cx:pt>
          <cx:pt idx="30267">63.960000000000001</cx:pt>
          <cx:pt idx="30268">67.980000000000004</cx:pt>
          <cx:pt idx="30269">65.969999999999999</cx:pt>
          <cx:pt idx="30270">84.989999999999995</cx:pt>
          <cx:pt idx="30271">194.56</cx:pt>
          <cx:pt idx="30272">84.989999999999995</cx:pt>
          <cx:pt idx="30273">126.14</cx:pt>
          <cx:pt idx="30274">86.069999999999993</cx:pt>
          <cx:pt idx="30275">84.989999999999995</cx:pt>
          <cx:pt idx="30276">131.97999999999999</cx:pt>
          <cx:pt idx="30277">84.989999999999995</cx:pt>
          <cx:pt idx="30278">68.989999999999995</cx:pt>
          <cx:pt idx="30279">84.989999999999995</cx:pt>
          <cx:pt idx="30280">96.780000000000001</cx:pt>
          <cx:pt idx="30281">39.990000000000002</cx:pt>
          <cx:pt idx="30282">59.950000000000003</cx:pt>
          <cx:pt idx="30283">62.469999999999999</cx:pt>
          <cx:pt idx="30284">-141.94999999999999</cx:pt>
          <cx:pt idx="30285">141.94999999999999</cx:pt>
          <cx:pt idx="30286">133.94999999999999</cx:pt>
          <cx:pt idx="30287">49.990000000000002</cx:pt>
          <cx:pt idx="30288">59.990000000000002</cx:pt>
          <cx:pt idx="30289">13.99</cx:pt>
          <cx:pt idx="30290">63.969999999999999</cx:pt>
          <cx:pt idx="30291">41.240000000000002</cx:pt>
          <cx:pt idx="30292">60.479999999999997</cx:pt>
          <cx:pt idx="30293">72.969999999999999</cx:pt>
          <cx:pt idx="30294">51.280000000000001</cx:pt>
          <cx:pt idx="30295">109.98</cx:pt>
          <cx:pt idx="30296">19.489999999999998</cx:pt>
          <cx:pt idx="30297">124.17</cx:pt>
          <cx:pt idx="30298">47.490000000000002</cx:pt>
          <cx:pt idx="30299">65.989999999999995</cx:pt>
          <cx:pt idx="30300">47.490000000000002</cx:pt>
          <cx:pt idx="30301">65.980000000000004</cx:pt>
          <cx:pt idx="30302">65.989999999999995</cx:pt>
          <cx:pt idx="30303">121.66</cx:pt>
          <cx:pt idx="30304">80.980000000000004</cx:pt>
          <cx:pt idx="30305">84.980000000000004</cx:pt>
          <cx:pt idx="30306">146.97</cx:pt>
          <cx:pt idx="30307">131.97999999999999</cx:pt>
          <cx:pt idx="30308">114.97</cx:pt>
          <cx:pt idx="30309">131.97999999999999</cx:pt>
          <cx:pt idx="30310">146.97</cx:pt>
          <cx:pt idx="30311">99.980000000000004</cx:pt>
          <cx:pt idx="30312">108.88</cx:pt>
          <cx:pt idx="30313">11.470000000000001</cx:pt>
          <cx:pt idx="30314">70.980000000000004</cx:pt>
          <cx:pt idx="30315">64.959999999999994</cx:pt>
          <cx:pt idx="30316">56.969999999999999</cx:pt>
          <cx:pt idx="30317">65.980000000000004</cx:pt>
          <cx:pt idx="30318">55.979999999999997</cx:pt>
          <cx:pt idx="30319">71.939999999999998</cx:pt>
          <cx:pt idx="30320">41.490000000000002</cx:pt>
          <cx:pt idx="30321">121.95</cx:pt>
          <cx:pt idx="30322">63.979999999999997</cx:pt>
          <cx:pt idx="30323">17.489999999999998</cx:pt>
          <cx:pt idx="30324">55.969999999999999</cx:pt>
          <cx:pt idx="30325">61.689999999999998</cx:pt>
          <cx:pt idx="30326">72.939999999999998</cx:pt>
          <cx:pt idx="30327">33.93</cx:pt>
          <cx:pt idx="30328">68.989999999999995</cx:pt>
          <cx:pt idx="30329">84.989999999999995</cx:pt>
          <cx:pt idx="30330">92.980000000000004</cx:pt>
          <cx:pt idx="30331">84.989999999999995</cx:pt>
          <cx:pt idx="30332">17.289999999999999</cx:pt>
          <cx:pt idx="30333">169.97999999999999</cx:pt>
          <cx:pt idx="30334">39.939999999999998</cx:pt>
          <cx:pt idx="30335">84.989999999999995</cx:pt>
          <cx:pt idx="30336">105.98</cx:pt>
          <cx:pt idx="30337">68.989999999999995</cx:pt>
          <cx:pt idx="30338">65.989999999999995</cx:pt>
          <cx:pt idx="30339">79.980000000000004</cx:pt>
          <cx:pt idx="30340">84.989999999999995</cx:pt>
          <cx:pt idx="30341">17.289999999999999</cx:pt>
          <cx:pt idx="30342">79.980000000000004</cx:pt>
          <cx:pt idx="30343">68.989999999999995</cx:pt>
          <cx:pt idx="30344">57.579999999999998</cx:pt>
          <cx:pt idx="30345">57.579999999999998</cx:pt>
          <cx:pt idx="30346">62.979999999999997</cx:pt>
          <cx:pt idx="30347">62.979999999999997</cx:pt>
          <cx:pt idx="30348">71.859999999999999</cx:pt>
          <cx:pt idx="30349">123.97</cx:pt>
          <cx:pt idx="30350">66.980000000000004</cx:pt>
          <cx:pt idx="30351">56.979999999999997</cx:pt>
          <cx:pt idx="30352">61.979999999999997</cx:pt>
          <cx:pt idx="30353">61.979999999999997</cx:pt>
          <cx:pt idx="30354">51.960000000000001</cx:pt>
          <cx:pt idx="30355">53.969999999999999</cx:pt>
          <cx:pt idx="30356">9.2899999999999991</cx:pt>
          <cx:pt idx="30357">159.44</cx:pt>
          <cx:pt idx="30358">372.5</cx:pt>
          <cx:pt idx="30359">153.61000000000001</cx:pt>
          <cx:pt idx="30360">145.15000000000001</cx:pt>
          <cx:pt idx="30361">158.46000000000001</cx:pt>
          <cx:pt idx="30362">181.44</cx:pt>
          <cx:pt idx="30363">120.98</cx:pt>
          <cx:pt idx="30364">166.94</cx:pt>
          <cx:pt idx="30365">418.44</cx:pt>
          <cx:pt idx="30366">169.34</cx:pt>
          <cx:pt idx="30367">206.58000000000001</cx:pt>
          <cx:pt idx="30368">183.87</cx:pt>
          <cx:pt idx="30369">127.01000000000001</cx:pt>
          <cx:pt idx="30370">169.34999999999999</cx:pt>
          <cx:pt idx="30371">123.89</cx:pt>
          <cx:pt idx="30372">75.980000000000004</cx:pt>
          <cx:pt idx="30373">46.780000000000001</cx:pt>
          <cx:pt idx="30374">24.989999999999998</cx:pt>
          <cx:pt idx="30375">52.229999999999997</cx:pt>
          <cx:pt idx="30376">26.489999999999998</cx:pt>
          <cx:pt idx="30377">69.260000000000005</cx:pt>
          <cx:pt idx="30378">134.28999999999999</cx:pt>
          <cx:pt idx="30379">134.28999999999999</cx:pt>
          <cx:pt idx="30380">134.28999999999999</cx:pt>
          <cx:pt idx="30381">134.28999999999999</cx:pt>
          <cx:pt idx="30382">50.979999999999997</cx:pt>
          <cx:pt idx="30383">50.979999999999997</cx:pt>
          <cx:pt idx="30384">119.97</cx:pt>
          <cx:pt idx="30385">106.97</cx:pt>
          <cx:pt idx="30386">184.93000000000001</cx:pt>
          <cx:pt idx="30387">196.37</cx:pt>
          <cx:pt idx="30388">177.94999999999999</cx:pt>
          <cx:pt idx="30389">150.94999999999999</cx:pt>
          <cx:pt idx="30390">126.95</cx:pt>
          <cx:pt idx="30391">165.94</cx:pt>
          <cx:pt idx="30392">96.969999999999999</cx:pt>
          <cx:pt idx="30393">92.859999999999999</cx:pt>
          <cx:pt idx="30394">100.97</cx:pt>
          <cx:pt idx="30395">142.96000000000001</cx:pt>
          <cx:pt idx="30396">98.959999999999994</cx:pt>
          <cx:pt idx="30397">55.979999999999997</cx:pt>
          <cx:pt idx="30398">144.96000000000001</cx:pt>
          <cx:pt idx="30399">180.94</cx:pt>
          <cx:pt idx="30400">121.45</cx:pt>
          <cx:pt idx="30401">71.980000000000004</cx:pt>
          <cx:pt idx="30402">107.83</cx:pt>
          <cx:pt idx="30403">244.93000000000001</cx:pt>
          <cx:pt idx="30404">134.27000000000001</cx:pt>
          <cx:pt idx="30405">134.27000000000001</cx:pt>
          <cx:pt idx="30406">72.579999999999998</cx:pt>
          <cx:pt idx="30407">61.670000000000002</cx:pt>
          <cx:pt idx="30408">61.670000000000002</cx:pt>
          <cx:pt idx="30409">72.549999999999997</cx:pt>
          <cx:pt idx="30410">121.48</cx:pt>
          <cx:pt idx="30411">121.48</cx:pt>
          <cx:pt idx="30412">113.97</cx:pt>
          <cx:pt idx="30413">123.45</cx:pt>
          <cx:pt idx="30414">115.03</cx:pt>
          <cx:pt idx="30415">70.980000000000004</cx:pt>
          <cx:pt idx="30416">104.97</cx:pt>
          <cx:pt idx="30417">110.97</cx:pt>
          <cx:pt idx="30418">108.95</cx:pt>
          <cx:pt idx="30419">129.97</cx:pt>
          <cx:pt idx="30420">84.870000000000005</cx:pt>
          <cx:pt idx="30421">160.96000000000001</cx:pt>
          <cx:pt idx="30422">94.980000000000004</cx:pt>
          <cx:pt idx="30423">95.980000000000004</cx:pt>
          <cx:pt idx="30424">89.980000000000004</cx:pt>
          <cx:pt idx="30425">110.98</cx:pt>
          <cx:pt idx="30426">100.98</cx:pt>
          <cx:pt idx="30427">99.430000000000007</cx:pt>
          <cx:pt idx="30428">51.960000000000001</cx:pt>
          <cx:pt idx="30429">59.979999999999997</cx:pt>
          <cx:pt idx="30430">123.16</cx:pt>
          <cx:pt idx="30431">84.989999999999995</cx:pt>
          <cx:pt idx="30432">98.980000000000004</cx:pt>
          <cx:pt idx="30433">181.88999999999999</cx:pt>
          <cx:pt idx="30434">244.53</cx:pt>
          <cx:pt idx="30435">98.980000000000004</cx:pt>
          <cx:pt idx="30436">82.170000000000002</cx:pt>
          <cx:pt idx="30437">95.980000000000004</cx:pt>
          <cx:pt idx="30438">95.980000000000004</cx:pt>
          <cx:pt idx="30439">244.53</cx:pt>
          <cx:pt idx="30440">84.930000000000007</cx:pt>
          <cx:pt idx="30441">84.989999999999995</cx:pt>
          <cx:pt idx="30442">82.170000000000002</cx:pt>
          <cx:pt idx="30443">84.930000000000007</cx:pt>
          <cx:pt idx="30444">193.94</cx:pt>
          <cx:pt idx="30445">121.48</cx:pt>
          <cx:pt idx="30446">193.94</cx:pt>
          <cx:pt idx="30447">84.989999999999995</cx:pt>
          <cx:pt idx="30448">84.989999999999995</cx:pt>
          <cx:pt idx="30449">84.989999999999995</cx:pt>
          <cx:pt idx="30450">84.989999999999995</cx:pt>
          <cx:pt idx="30451">84.989999999999995</cx:pt>
          <cx:pt idx="30452">79.049999999999997</cx:pt>
          <cx:pt idx="30453">84.989999999999995</cx:pt>
          <cx:pt idx="30454">79.049999999999997</cx:pt>
          <cx:pt idx="30455">181.88999999999999</cx:pt>
          <cx:pt idx="30456">121.48</cx:pt>
          <cx:pt idx="30457">120.97</cx:pt>
          <cx:pt idx="30458">51.490000000000002</cx:pt>
          <cx:pt idx="30459">60.979999999999997</cx:pt>
          <cx:pt idx="30460">120.97</cx:pt>
          <cx:pt idx="30461">120.97</cx:pt>
          <cx:pt idx="30462">120.97</cx:pt>
          <cx:pt idx="30463">16.489999999999998</cx:pt>
          <cx:pt idx="30464">120.97</cx:pt>
          <cx:pt idx="30465">60.990000000000002</cx:pt>
          <cx:pt idx="30466">256.88999999999999</cx:pt>
          <cx:pt idx="30467">60.990000000000002</cx:pt>
          <cx:pt idx="30468">60.990000000000002</cx:pt>
          <cx:pt idx="30469">159.97999999999999</cx:pt>
          <cx:pt idx="30470">143.97999999999999</cx:pt>
          <cx:pt idx="30471">60.990000000000002</cx:pt>
          <cx:pt idx="30472">143.97999999999999</cx:pt>
          <cx:pt idx="30473">143.97999999999999</cx:pt>
          <cx:pt idx="30474">54.890000000000001</cx:pt>
          <cx:pt idx="30475">60.990000000000002</cx:pt>
          <cx:pt idx="30476">223.96000000000001</cx:pt>
          <cx:pt idx="30477">67.780000000000001</cx:pt>
          <cx:pt idx="30478">147.22</cx:pt>
          <cx:pt idx="30479">83.980000000000004</cx:pt>
          <cx:pt idx="30480">149.97999999999999</cx:pt>
          <cx:pt idx="30481">135.97999999999999</cx:pt>
          <cx:pt idx="30482">148.53</cx:pt>
          <cx:pt idx="30483">129.97999999999999</cx:pt>
          <cx:pt idx="30484">60.990000000000002</cx:pt>
          <cx:pt idx="30485">31.48</cx:pt>
          <cx:pt idx="30486">50.979999999999997</cx:pt>
          <cx:pt idx="30487">70.980000000000004</cx:pt>
          <cx:pt idx="30488">75.980000000000004</cx:pt>
          <cx:pt idx="30489">51.979999999999997</cx:pt>
          <cx:pt idx="30490">121.95999999999999</cx:pt>
          <cx:pt idx="30491">60.920000000000002</cx:pt>
          <cx:pt idx="30492">72.549999999999997</cx:pt>
          <cx:pt idx="30493">122.98</cx:pt>
          <cx:pt idx="30494">122.97</cx:pt>
          <cx:pt idx="30495">134.97</cx:pt>
          <cx:pt idx="30496">179.96000000000001</cx:pt>
          <cx:pt idx="30497">179.96000000000001</cx:pt>
          <cx:pt idx="30498">98.980000000000004</cx:pt>
          <cx:pt idx="30499">93.060000000000002</cx:pt>
          <cx:pt idx="30500">179.96000000000001</cx:pt>
          <cx:pt idx="30501">167.66</cx:pt>
          <cx:pt idx="30502">123.95999999999999</cx:pt>
          <cx:pt idx="30503">179.96000000000001</cx:pt>
          <cx:pt idx="30504">179.96000000000001</cx:pt>
          <cx:pt idx="30505">172.88</cx:pt>
          <cx:pt idx="30506">111.95999999999999</cx:pt>
          <cx:pt idx="30507">164.96000000000001</cx:pt>
          <cx:pt idx="30508">179.96000000000001</cx:pt>
          <cx:pt idx="30509">134.97</cx:pt>
          <cx:pt idx="30510">77.459999999999994</cx:pt>
          <cx:pt idx="30511">122.97</cx:pt>
          <cx:pt idx="30512">41.490000000000002</cx:pt>
          <cx:pt idx="30513">53.969999999999999</cx:pt>
          <cx:pt idx="30514">68.980000000000004</cx:pt>
          <cx:pt idx="30515">62.990000000000002</cx:pt>
          <cx:pt idx="30516">59.960000000000001</cx:pt>
          <cx:pt idx="30517">63.960000000000001</cx:pt>
          <cx:pt idx="30518">50.859999999999999</cx:pt>
          <cx:pt idx="30519">70.980000000000004</cx:pt>
          <cx:pt idx="30520">213.94999999999999</cx:pt>
          <cx:pt idx="30521">283.93000000000001</cx:pt>
          <cx:pt idx="30522">294.68000000000001</cx:pt>
          <cx:pt idx="30523">206.97</cx:pt>
          <cx:pt idx="30524">221.96000000000001</cx:pt>
          <cx:pt idx="30525">84.989999999999995</cx:pt>
          <cx:pt idx="30526">256.88999999999999</cx:pt>
          <cx:pt idx="30527">119.95999999999999</cx:pt>
          <cx:pt idx="30528">62.969999999999999</cx:pt>
          <cx:pt idx="30529">70.129999999999995</cx:pt>
          <cx:pt idx="30530">63.109999999999999</cx:pt>
          <cx:pt idx="30531">110.97</cx:pt>
          <cx:pt idx="30532">110.97</cx:pt>
          <cx:pt idx="30533">112.95999999999999</cx:pt>
          <cx:pt idx="30534">258.52999999999997</cx:pt>
          <cx:pt idx="30535">222.09</cx:pt>
          <cx:pt idx="30536">224.96000000000001</cx:pt>
          <cx:pt idx="30537">194.94999999999999</cx:pt>
          <cx:pt idx="30538">171.97</cx:pt>
          <cx:pt idx="30539">202.94999999999999</cx:pt>
          <cx:pt idx="30540">291.54000000000002</cx:pt>
          <cx:pt idx="30541">234.84999999999999</cx:pt>
          <cx:pt idx="30542">66.540000000000006</cx:pt>
          <cx:pt idx="30543">66.540000000000006</cx:pt>
          <cx:pt idx="30544">133.08000000000001</cx:pt>
          <cx:pt idx="30545">133.08000000000001</cx:pt>
          <cx:pt idx="30546">133.08000000000001</cx:pt>
          <cx:pt idx="30547">133.08000000000001</cx:pt>
          <cx:pt idx="30548">133.06</cx:pt>
          <cx:pt idx="30549">133.06</cx:pt>
          <cx:pt idx="30550">84.989999999999995</cx:pt>
          <cx:pt idx="30551">57.960000000000001</cx:pt>
          <cx:pt idx="30552">83.980000000000004</cx:pt>
          <cx:pt idx="30553">169.97999999999999</cx:pt>
          <cx:pt idx="30554">93.969999999999999</cx:pt>
          <cx:pt idx="30555">159.97999999999999</cx:pt>
          <cx:pt idx="30556">55.969999999999999</cx:pt>
          <cx:pt idx="30557">67.980000000000004</cx:pt>
          <cx:pt idx="30558">114.94</cx:pt>
          <cx:pt idx="30559">60.32</cx:pt>
          <cx:pt idx="30560">235.90000000000001</cx:pt>
          <cx:pt idx="30561">137.97999999999999</cx:pt>
          <cx:pt idx="30562">84.989999999999995</cx:pt>
          <cx:pt idx="30563">339.95999999999998</cx:pt>
          <cx:pt idx="30564">84.989999999999995</cx:pt>
          <cx:pt idx="30565">65.989999999999995</cx:pt>
          <cx:pt idx="30566">884.32000000000005</cx:pt>
          <cx:pt idx="30567">131.96000000000001</cx:pt>
          <cx:pt idx="30568">133.05000000000001</cx:pt>
          <cx:pt idx="30569">133.05000000000001</cx:pt>
          <cx:pt idx="30570">133.05000000000001</cx:pt>
          <cx:pt idx="30571">56.969999999999999</cx:pt>
          <cx:pt idx="30572">62.57</cx:pt>
          <cx:pt idx="30573">57.57</cx:pt>
          <cx:pt idx="30574">64.989999999999995</cx:pt>
          <cx:pt idx="30575">66.489999999999995</cx:pt>
          <cx:pt idx="30576">66.489999999999995</cx:pt>
          <cx:pt idx="30577">132.97999999999999</cx:pt>
          <cx:pt idx="30578">73.189999999999998</cx:pt>
          <cx:pt idx="30579">159.97999999999999</cx:pt>
          <cx:pt idx="30580">137.97999999999999</cx:pt>
          <cx:pt idx="30581">169.97999999999999</cx:pt>
          <cx:pt idx="30582">122.97</cx:pt>
          <cx:pt idx="30583">131.97999999999999</cx:pt>
          <cx:pt idx="30584">169.97999999999999</cx:pt>
          <cx:pt idx="30585">131.97999999999999</cx:pt>
          <cx:pt idx="30586">169.97999999999999</cx:pt>
          <cx:pt idx="30587">211.38</cx:pt>
          <cx:pt idx="30588">169.97999999999999</cx:pt>
          <cx:pt idx="30589">64.980000000000004</cx:pt>
          <cx:pt idx="30590">60.329999999999998</cx:pt>
          <cx:pt idx="30591">51.490000000000002</cx:pt>
          <cx:pt idx="30592">122.37</cx:pt>
          <cx:pt idx="30593">159.69999999999999</cx:pt>
          <cx:pt idx="30594">214.11000000000001</cx:pt>
          <cx:pt idx="30595">79.849999999999994</cx:pt>
          <cx:pt idx="30596">177.83000000000001</cx:pt>
          <cx:pt idx="30597">149.97</cx:pt>
          <cx:pt idx="30598">72.549999999999997</cx:pt>
          <cx:pt idx="30599">159.69999999999999</cx:pt>
          <cx:pt idx="30600">293.95999999999998</cx:pt>
          <cx:pt idx="30601">159.69999999999999</cx:pt>
          <cx:pt idx="30602">195.97</cx:pt>
          <cx:pt idx="30603">195.97</cx:pt>
          <cx:pt idx="30604">183.87</cx:pt>
          <cx:pt idx="30605">159.69999999999999</cx:pt>
          <cx:pt idx="30606">123.98</cx:pt>
          <cx:pt idx="30607">84.659999999999997</cx:pt>
          <cx:pt idx="30608">177.83000000000001</cx:pt>
          <cx:pt idx="30609">159.69999999999999</cx:pt>
          <cx:pt idx="30610">176.37</cx:pt>
          <cx:pt idx="30611">56.18</cx:pt>
          <cx:pt idx="30612">21.579999999999998</cx:pt>
          <cx:pt idx="30613">89.969999999999999</cx:pt>
          <cx:pt idx="30614">71.959999999999994</cx:pt>
          <cx:pt idx="30615">18.879999999999999</cx:pt>
          <cx:pt idx="30616">104.14</cx:pt>
          <cx:pt idx="30617">119.98</cx:pt>
          <cx:pt idx="30618">181.44999999999999</cx:pt>
          <cx:pt idx="30619">297.51999999999998</cx:pt>
          <cx:pt idx="30620">221.38999999999999</cx:pt>
          <cx:pt idx="30621">160.61000000000001</cx:pt>
          <cx:pt idx="30622">316.88</cx:pt>
          <cx:pt idx="30623">147.59999999999999</cx:pt>
          <cx:pt idx="30624">146.37</cx:pt>
          <cx:pt idx="30625">82.260000000000005</cx:pt>
          <cx:pt idx="30626">141.50999999999999</cx:pt>
          <cx:pt idx="30627">290.68000000000001</cx:pt>
          <cx:pt idx="30628">209.33000000000001</cx:pt>
          <cx:pt idx="30629">144.56</cx:pt>
          <cx:pt idx="30630">169.22999999999999</cx:pt>
          <cx:pt idx="30631">119.97</cx:pt>
          <cx:pt idx="30632">119.97</cx:pt>
          <cx:pt idx="30633">119.97</cx:pt>
          <cx:pt idx="30634">59.979999999999997</cx:pt>
          <cx:pt idx="30635">59.979999999999997</cx:pt>
          <cx:pt idx="30636">59.979999999999997</cx:pt>
          <cx:pt idx="30637">59.979999999999997</cx:pt>
          <cx:pt idx="30638">59.979999999999997</cx:pt>
          <cx:pt idx="30639">59.979999999999997</cx:pt>
          <cx:pt idx="30640">59.979999999999997</cx:pt>
          <cx:pt idx="30641">59.979999999999997</cx:pt>
          <cx:pt idx="30642">111.12</cx:pt>
          <cx:pt idx="30643">84.989999999999995</cx:pt>
          <cx:pt idx="30644">83.140000000000001</cx:pt>
          <cx:pt idx="30645">84.989999999999995</cx:pt>
          <cx:pt idx="30646">99.980000000000004</cx:pt>
          <cx:pt idx="30647">84.989999999999995</cx:pt>
          <cx:pt idx="30648">99.980000000000004</cx:pt>
          <cx:pt idx="30649">99.980000000000004</cx:pt>
          <cx:pt idx="30650">99.980000000000004</cx:pt>
          <cx:pt idx="30651">65.189999999999998</cx:pt>
          <cx:pt idx="30652">79.980000000000004</cx:pt>
          <cx:pt idx="30653">96.840000000000003</cx:pt>
          <cx:pt idx="30654">79.989999999999995</cx:pt>
          <cx:pt idx="30655">83.989999999999995</cx:pt>
          <cx:pt idx="30656">97.980000000000004</cx:pt>
          <cx:pt idx="30657">80.390000000000001</cx:pt>
          <cx:pt idx="30658">79.980000000000004</cx:pt>
          <cx:pt idx="30659">89.980000000000004</cx:pt>
          <cx:pt idx="30660">127.56</cx:pt>
          <cx:pt idx="30661">96.280000000000001</cx:pt>
          <cx:pt idx="30662">99.980000000000004</cx:pt>
          <cx:pt idx="30663">89.980000000000004</cx:pt>
          <cx:pt idx="30664">79.989999999999995</cx:pt>
          <cx:pt idx="30665">74.969999999999999</cx:pt>
          <cx:pt idx="30666">77.180000000000007</cx:pt>
          <cx:pt idx="30667">99.980000000000004</cx:pt>
          <cx:pt idx="30668">79.980000000000004</cx:pt>
          <cx:pt idx="30669">71.980000000000004</cx:pt>
          <cx:pt idx="30670">99.980000000000004</cx:pt>
          <cx:pt idx="30671">59.979999999999997</cx:pt>
          <cx:pt idx="30672">59.979999999999997</cx:pt>
          <cx:pt idx="30673">59.979999999999997</cx:pt>
          <cx:pt idx="30674">59.979999999999997</cx:pt>
          <cx:pt idx="30675">119.95999999999999</cx:pt>
          <cx:pt idx="30676">119.95999999999999</cx:pt>
          <cx:pt idx="30677">111.47</cx:pt>
          <cx:pt idx="30678">67.109999999999999</cx:pt>
          <cx:pt idx="30679">119.98</cx:pt>
          <cx:pt idx="30680">137.97999999999999</cx:pt>
          <cx:pt idx="30681">64.640000000000001</cx:pt>
          <cx:pt idx="30682">163.00999999999999</cx:pt>
          <cx:pt idx="30683">213.97</cx:pt>
          <cx:pt idx="30684">126.37</cx:pt>
          <cx:pt idx="30685">168.27000000000001</cx:pt>
          <cx:pt idx="30686">209.69</cx:pt>
          <cx:pt idx="30687">60.329999999999998</cx:pt>
          <cx:pt idx="30688">129.69</cx:pt>
          <cx:pt idx="30689">89.980000000000004</cx:pt>
          <cx:pt idx="30690">66.439999999999998</cx:pt>
          <cx:pt idx="30691">226.86000000000001</cx:pt>
          <cx:pt idx="30692">119.98</cx:pt>
          <cx:pt idx="30693">119.95</cx:pt>
          <cx:pt idx="30694">119.95999999999999</cx:pt>
          <cx:pt idx="30695">51.479999999999997</cx:pt>
          <cx:pt idx="30696">59.979999999999997</cx:pt>
          <cx:pt idx="30697">119.95999999999999</cx:pt>
          <cx:pt idx="30698">26.489999999999998</cx:pt>
          <cx:pt idx="30699">16.489999999999998</cx:pt>
          <cx:pt idx="30700">41.479999999999997</cx:pt>
          <cx:pt idx="30701">69.969999999999999</cx:pt>
          <cx:pt idx="30702">59.969999999999999</cx:pt>
          <cx:pt idx="30703">59.969999999999999</cx:pt>
          <cx:pt idx="30704">147.96000000000001</cx:pt>
          <cx:pt idx="30705">131.97999999999999</cx:pt>
          <cx:pt idx="30706">142.96000000000001</cx:pt>
          <cx:pt idx="30707">59.990000000000002</cx:pt>
          <cx:pt idx="30708">59.990000000000002</cx:pt>
          <cx:pt idx="30709">119.95</cx:pt>
          <cx:pt idx="30710">41.479999999999997</cx:pt>
          <cx:pt idx="30711">69.969999999999999</cx:pt>
          <cx:pt idx="30712">31.48</cx:pt>
          <cx:pt idx="30713">102.97</cx:pt>
          <cx:pt idx="30714">119.97</cx:pt>
          <cx:pt idx="30715">59.969999999999999</cx:pt>
          <cx:pt idx="30716">59.969999999999999</cx:pt>
          <cx:pt idx="30717">114.97</cx:pt>
          <cx:pt idx="30718">99.980000000000004</cx:pt>
          <cx:pt idx="30719">69.969999999999999</cx:pt>
          <cx:pt idx="30720">74.620000000000005</cx:pt>
          <cx:pt idx="30721">114.97</cx:pt>
          <cx:pt idx="30722">99.980000000000004</cx:pt>
          <cx:pt idx="30723">99.969999999999999</cx:pt>
          <cx:pt idx="30724">89.980000000000004</cx:pt>
          <cx:pt idx="30725">84.989999999999995</cx:pt>
          <cx:pt idx="30726">94.980000000000004</cx:pt>
          <cx:pt idx="30727">84.989999999999995</cx:pt>
          <cx:pt idx="30728">129.96000000000001</cx:pt>
          <cx:pt idx="30729">65.989999999999995</cx:pt>
          <cx:pt idx="30730">74.989999999999995</cx:pt>
          <cx:pt idx="30731">59.979999999999997</cx:pt>
          <cx:pt idx="30732">59.979999999999997</cx:pt>
          <cx:pt idx="30733">59.979999999999997</cx:pt>
          <cx:pt idx="30734">59.979999999999997</cx:pt>
          <cx:pt idx="30735">59.979999999999997</cx:pt>
          <cx:pt idx="30736">59.979999999999997</cx:pt>
          <cx:pt idx="30737">59.979999999999997</cx:pt>
          <cx:pt idx="30738">119.95999999999999</cx:pt>
          <cx:pt idx="30739">119.95999999999999</cx:pt>
          <cx:pt idx="30740">59.979999999999997</cx:pt>
          <cx:pt idx="30741">59.979999999999997</cx:pt>
          <cx:pt idx="30742">119.95999999999999</cx:pt>
          <cx:pt idx="30743">119.95999999999999</cx:pt>
          <cx:pt idx="30744">76.469999999999999</cx:pt>
          <cx:pt idx="30745">76.469999999999999</cx:pt>
          <cx:pt idx="30746">161.94999999999999</cx:pt>
          <cx:pt idx="30747">115.97</cx:pt>
          <cx:pt idx="30748">94.069999999999993</cx:pt>
          <cx:pt idx="30749">80.950000000000003</cx:pt>
          <cx:pt idx="30750">345.92000000000002</cx:pt>
          <cx:pt idx="30751">227.91999999999999</cx:pt>
          <cx:pt idx="30752">133.96000000000001</cx:pt>
          <cx:pt idx="30753">81.650000000000006</cx:pt>
          <cx:pt idx="30754">244.65000000000001</cx:pt>
          <cx:pt idx="30755">159.66</cx:pt>
          <cx:pt idx="30756">69.980000000000004</cx:pt>
          <cx:pt idx="30757">135.68000000000001</cx:pt>
          <cx:pt idx="30758">118.95999999999999</cx:pt>
          <cx:pt idx="30759">59.979999999999997</cx:pt>
          <cx:pt idx="30760">59.979999999999997</cx:pt>
          <cx:pt idx="30761">59.979999999999997</cx:pt>
          <cx:pt idx="30762">59.979999999999997</cx:pt>
          <cx:pt idx="30763">59.979999999999997</cx:pt>
          <cx:pt idx="30764">59.979999999999997</cx:pt>
          <cx:pt idx="30765">59.979999999999997</cx:pt>
          <cx:pt idx="30766">59.979999999999997</cx:pt>
          <cx:pt idx="30767">119.95999999999999</cx:pt>
          <cx:pt idx="30768">59.979999999999997</cx:pt>
          <cx:pt idx="30769">59.979999999999997</cx:pt>
          <cx:pt idx="30770">59.979999999999997</cx:pt>
          <cx:pt idx="30771">59.979999999999997</cx:pt>
          <cx:pt idx="30772">59.979999999999997</cx:pt>
          <cx:pt idx="30773">59.979999999999997</cx:pt>
          <cx:pt idx="30774">119.95999999999999</cx:pt>
          <cx:pt idx="30775">89.450000000000003</cx:pt>
          <cx:pt idx="30776">62.969999999999999</cx:pt>
          <cx:pt idx="30777">141.33000000000001</cx:pt>
          <cx:pt idx="30778">93.959999999999994</cx:pt>
          <cx:pt idx="30779">104.95</cx:pt>
          <cx:pt idx="30780">93.959999999999994</cx:pt>
          <cx:pt idx="30781">98.959999999999994</cx:pt>
          <cx:pt idx="30782">112.97</cx:pt>
          <cx:pt idx="30783">91.769999999999996</cx:pt>
          <cx:pt idx="30784">110.18000000000001</cx:pt>
          <cx:pt idx="30785">117.95</cx:pt>
          <cx:pt idx="30786">112.97</cx:pt>
          <cx:pt idx="30787">125.94</cx:pt>
          <cx:pt idx="30788">131.93000000000001</cx:pt>
          <cx:pt idx="30789">116.87</cx:pt>
          <cx:pt idx="30790">62.969999999999999</cx:pt>
          <cx:pt idx="30791">98.980000000000004</cx:pt>
          <cx:pt idx="30792">77.959999999999994</cx:pt>
          <cx:pt idx="30793">143.94999999999999</cx:pt>
          <cx:pt idx="30794">72.030000000000001</cx:pt>
          <cx:pt idx="30795">111.81999999999999</cx:pt>
          <cx:pt idx="30796">114.95</cx:pt>
          <cx:pt idx="30797">77.969999999999999</cx:pt>
          <cx:pt idx="30798">145.94</cx:pt>
          <cx:pt idx="30799">153.52000000000001</cx:pt>
          <cx:pt idx="30800">119.95999999999999</cx:pt>
          <cx:pt idx="30801">54.979999999999997</cx:pt>
          <cx:pt idx="30802">52.229999999999997</cx:pt>
          <cx:pt idx="30803">51.479999999999997</cx:pt>
          <cx:pt idx="30804">59.979999999999997</cx:pt>
          <cx:pt idx="30805">119.92</cx:pt>
          <cx:pt idx="30806">51.479999999999997</cx:pt>
          <cx:pt idx="30807">59.979999999999997</cx:pt>
          <cx:pt idx="30808">56.969999999999999</cx:pt>
          <cx:pt idx="30809">59.950000000000003</cx:pt>
          <cx:pt idx="30810">59.969999999999999</cx:pt>
          <cx:pt idx="30811">55.979999999999997</cx:pt>
          <cx:pt idx="30812">84.980000000000004</cx:pt>
          <cx:pt idx="30813">55.979999999999997</cx:pt>
          <cx:pt idx="30814">95.170000000000002</cx:pt>
          <cx:pt idx="30815">58.979999999999997</cx:pt>
          <cx:pt idx="30816">65.980000000000004</cx:pt>
          <cx:pt idx="30817">55.719999999999999</cx:pt>
          <cx:pt idx="30818">79.180000000000007</cx:pt>
          <cx:pt idx="30819">61.969999999999999</cx:pt>
          <cx:pt idx="30820">65.980000000000004</cx:pt>
          <cx:pt idx="30821">84.980000000000004</cx:pt>
          <cx:pt idx="30822">51.759999999999998</cx:pt>
          <cx:pt idx="30823">63.880000000000003</cx:pt>
          <cx:pt idx="30824">50.979999999999997</cx:pt>
          <cx:pt idx="30825">57.43</cx:pt>
          <cx:pt idx="30826">72.239999999999995</cx:pt>
          <cx:pt idx="30827">65.989999999999995</cx:pt>
          <cx:pt idx="30828">89.980000000000004</cx:pt>
          <cx:pt idx="30829">63.969999999999999</cx:pt>
          <cx:pt idx="30830">50.380000000000003</cx:pt>
          <cx:pt idx="30831">50.979999999999997</cx:pt>
          <cx:pt idx="30832">72.239999999999995</cx:pt>
          <cx:pt idx="30833">120.95999999999999</cx:pt>
          <cx:pt idx="30834">59.869999999999997</cx:pt>
          <cx:pt idx="30835">59.960000000000001</cx:pt>
          <cx:pt idx="30836">59.960000000000001</cx:pt>
          <cx:pt idx="30837">59.960000000000001</cx:pt>
          <cx:pt idx="30838">59.960000000000001</cx:pt>
          <cx:pt idx="30839">59.960000000000001</cx:pt>
          <cx:pt idx="30840">59.960000000000001</cx:pt>
          <cx:pt idx="30841">89.980000000000004</cx:pt>
          <cx:pt idx="30842">59.960000000000001</cx:pt>
          <cx:pt idx="30843">59.960000000000001</cx:pt>
          <cx:pt idx="30844">89.980000000000004</cx:pt>
          <cx:pt idx="30845">59.960000000000001</cx:pt>
          <cx:pt idx="30846">59.950000000000003</cx:pt>
          <cx:pt idx="30847">59.950000000000003</cx:pt>
          <cx:pt idx="30848">59.960000000000001</cx:pt>
          <cx:pt idx="30849">59.950000000000003</cx:pt>
          <cx:pt idx="30850">52.07</cx:pt>
          <cx:pt idx="30851">79.969999999999999</cx:pt>
          <cx:pt idx="30852">131.97999999999999</cx:pt>
          <cx:pt idx="30853">148.88999999999999</cx:pt>
          <cx:pt idx="30854">84.989999999999995</cx:pt>
          <cx:pt idx="30855">74.969999999999999</cx:pt>
          <cx:pt idx="30856">28.48</cx:pt>
          <cx:pt idx="30857">131.97999999999999</cx:pt>
          <cx:pt idx="30858">123.84999999999999</cx:pt>
          <cx:pt idx="30859">59.979999999999997</cx:pt>
          <cx:pt idx="30860">70.519999999999996</cx:pt>
          <cx:pt idx="30861">103.97</cx:pt>
          <cx:pt idx="30862">59.979999999999997</cx:pt>
          <cx:pt idx="30863">84.989999999999995</cx:pt>
          <cx:pt idx="30864">61.479999999999997</cx:pt>
          <cx:pt idx="30865">59.979999999999997</cx:pt>
          <cx:pt idx="30866">59.979999999999997</cx:pt>
          <cx:pt idx="30867">150.97</cx:pt>
          <cx:pt idx="30868">103.98</cx:pt>
          <cx:pt idx="30869">84.989999999999995</cx:pt>
          <cx:pt idx="30870">141.96000000000001</cx:pt>
          <cx:pt idx="30871">84.989999999999995</cx:pt>
          <cx:pt idx="30872">84.989999999999995</cx:pt>
          <cx:pt idx="30873">59.979999999999997</cx:pt>
          <cx:pt idx="30874">59.979999999999997</cx:pt>
          <cx:pt idx="30875">84.989999999999995</cx:pt>
          <cx:pt idx="30876">93.969999999999999</cx:pt>
          <cx:pt idx="30877">59.950000000000003</cx:pt>
          <cx:pt idx="30878">59.950000000000003</cx:pt>
          <cx:pt idx="30879">59.950000000000003</cx:pt>
          <cx:pt idx="30880">59.950000000000003</cx:pt>
          <cx:pt idx="30881">119.90000000000001</cx:pt>
          <cx:pt idx="30882">84.620000000000005</cx:pt>
          <cx:pt idx="30883">23.48</cx:pt>
          <cx:pt idx="30884">23.48</cx:pt>
          <cx:pt idx="30885">24.23</cx:pt>
          <cx:pt idx="30886">0</cx:pt>
          <cx:pt idx="30887">23.48</cx:pt>
          <cx:pt idx="30888">70.980000000000004</cx:pt>
          <cx:pt idx="30889">50.979999999999997</cx:pt>
          <cx:pt idx="30890">97.090000000000003</cx:pt>
          <cx:pt idx="30891">97.090000000000003</cx:pt>
          <cx:pt idx="30892">116.97</cx:pt>
          <cx:pt idx="30893">116.97</cx:pt>
          <cx:pt idx="30894">69.980000000000004</cx:pt>
          <cx:pt idx="30895">79.980000000000004</cx:pt>
          <cx:pt idx="30896">69.980000000000004</cx:pt>
          <cx:pt idx="30897">98.560000000000002</cx:pt>
          <cx:pt idx="30898">54.810000000000002</cx:pt>
          <cx:pt idx="30899">54.810000000000002</cx:pt>
          <cx:pt idx="30900">70.469999999999999</cx:pt>
          <cx:pt idx="30901">98.560000000000002</cx:pt>
          <cx:pt idx="30902">123.40000000000001</cx:pt>
          <cx:pt idx="30903">123.40000000000001</cx:pt>
          <cx:pt idx="30904">171.94</cx:pt>
          <cx:pt idx="30905">68.959999999999994</cx:pt>
          <cx:pt idx="30906">79.980000000000004</cx:pt>
          <cx:pt idx="30907">70.469999999999999</cx:pt>
          <cx:pt idx="30908">68.959999999999994</cx:pt>
          <cx:pt idx="30909">171.94</cx:pt>
          <cx:pt idx="30910">32.850000000000001</cx:pt>
          <cx:pt idx="30911">41.280000000000001</cx:pt>
          <cx:pt idx="30912">71.969999999999999</cx:pt>
          <cx:pt idx="30913">104.54000000000001</cx:pt>
          <cx:pt idx="30914">55.460000000000001</cx:pt>
          <cx:pt idx="30915">4.9900000000000002</cx:pt>
          <cx:pt idx="30916">64.780000000000001</cx:pt>
          <cx:pt idx="30917">62.990000000000002</cx:pt>
          <cx:pt idx="30918">63.960000000000001</cx:pt>
          <cx:pt idx="30919">63.960000000000001</cx:pt>
          <cx:pt idx="30920">130.94</cx:pt>
          <cx:pt idx="30921">73.989999999999995</cx:pt>
          <cx:pt idx="30922">64.340000000000003</cx:pt>
          <cx:pt idx="30923">62.090000000000003</cx:pt>
          <cx:pt idx="30924">84.140000000000001</cx:pt>
          <cx:pt idx="30925">68.299999999999997</cx:pt>
          <cx:pt idx="30926">58.640000000000001</cx:pt>
          <cx:pt idx="30927">83.980000000000004</cx:pt>
          <cx:pt idx="30928">135.75999999999999</cx:pt>
          <cx:pt idx="30929">71.989999999999995</cx:pt>
          <cx:pt idx="30930">131.31999999999999</cx:pt>
          <cx:pt idx="30931">68.989999999999995</cx:pt>
          <cx:pt idx="30932">82.980000000000004</cx:pt>
          <cx:pt idx="30933">121.98999999999999</cx:pt>
          <cx:pt idx="30934">136.83000000000001</cx:pt>
          <cx:pt idx="30935">64.340000000000003</cx:pt>
          <cx:pt idx="30936">163.63999999999999</cx:pt>
          <cx:pt idx="30937">169.97999999999999</cx:pt>
          <cx:pt idx="30938">140.97</cx:pt>
          <cx:pt idx="30939">148.47</cx:pt>
          <cx:pt idx="30940">82.920000000000002</cx:pt>
          <cx:pt idx="30941">113.47</cx:pt>
          <cx:pt idx="30942">84.989999999999995</cx:pt>
          <cx:pt idx="30943">59.990000000000002</cx:pt>
          <cx:pt idx="30944">59.990000000000002</cx:pt>
          <cx:pt idx="30945">32.630000000000003</cx:pt>
          <cx:pt idx="30946">33.229999999999997</cx:pt>
          <cx:pt idx="30947">32.630000000000003</cx:pt>
          <cx:pt idx="30948">151.97999999999999</cx:pt>
          <cx:pt idx="30949">65.989999999999995</cx:pt>
          <cx:pt idx="30950">101.98</cx:pt>
          <cx:pt idx="30951">65.989999999999995</cx:pt>
          <cx:pt idx="30952">99.980000000000004</cx:pt>
          <cx:pt idx="30953">100.98</cx:pt>
          <cx:pt idx="30954">65.989999999999995</cx:pt>
          <cx:pt idx="30955">84.989999999999995</cx:pt>
          <cx:pt idx="30956">83.980000000000004</cx:pt>
          <cx:pt idx="30957">84.989999999999995</cx:pt>
          <cx:pt idx="30958">65.989999999999995</cx:pt>
          <cx:pt idx="30959">84.989999999999995</cx:pt>
          <cx:pt idx="30960">99.980000000000004</cx:pt>
          <cx:pt idx="30961">131.87</cx:pt>
          <cx:pt idx="30962">131.87</cx:pt>
          <cx:pt idx="30963">54.979999999999997</cx:pt>
          <cx:pt idx="30964">131.84999999999999</cx:pt>
          <cx:pt idx="30965">121.47</cx:pt>
          <cx:pt idx="30966">69.989999999999995</cx:pt>
          <cx:pt idx="30967">16.489999999999998</cx:pt>
          <cx:pt idx="30968">59.960000000000001</cx:pt>
          <cx:pt idx="30969">59.359999999999999</cx:pt>
          <cx:pt idx="30970">122.19</cx:pt>
          <cx:pt idx="30971">76.489999999999995</cx:pt>
          <cx:pt idx="30972">62.689999999999998</cx:pt>
          <cx:pt idx="30973">65.989999999999995</cx:pt>
          <cx:pt idx="30974">84.980000000000004</cx:pt>
          <cx:pt idx="30975">84.989999999999995</cx:pt>
          <cx:pt idx="30976">68.980000000000004</cx:pt>
          <cx:pt idx="30977">58.210000000000001</cx:pt>
          <cx:pt idx="30978">84.989999999999995</cx:pt>
          <cx:pt idx="30979">59.390000000000001</cx:pt>
          <cx:pt idx="30980">65.989999999999995</cx:pt>
          <cx:pt idx="30981">113.98</cx:pt>
          <cx:pt idx="30982">84.989999999999995</cx:pt>
          <cx:pt idx="30983">65.989999999999995</cx:pt>
          <cx:pt idx="30984">65.989999999999995</cx:pt>
          <cx:pt idx="30985">74.650000000000006</cx:pt>
          <cx:pt idx="30986">61.670000000000002</cx:pt>
          <cx:pt idx="30987">60.460000000000001</cx:pt>
          <cx:pt idx="30988">69.969999999999999</cx:pt>
          <cx:pt idx="30989">51.270000000000003</cx:pt>
          <cx:pt idx="30990">101.27</cx:pt>
          <cx:pt idx="30991">130.38</cx:pt>
          <cx:pt idx="30992">118.98</cx:pt>
          <cx:pt idx="30993">84.989999999999995</cx:pt>
          <cx:pt idx="30994">169.97999999999999</cx:pt>
          <cx:pt idx="30995">65.989999999999995</cx:pt>
          <cx:pt idx="30996">84.989999999999995</cx:pt>
          <cx:pt idx="30997">69.980000000000004</cx:pt>
          <cx:pt idx="30998">65.989999999999995</cx:pt>
          <cx:pt idx="30999">88.219999999999999</cx:pt>
          <cx:pt idx="31000">171.47999999999999</cx:pt>
          <cx:pt idx="31001">105.98</cx:pt>
          <cx:pt idx="31002">169.97999999999999</cx:pt>
          <cx:pt idx="31003">84.989999999999995</cx:pt>
          <cx:pt idx="31004">266.98000000000002</cx:pt>
          <cx:pt idx="31005">84.989999999999995</cx:pt>
          <cx:pt idx="31006">156.78</cx:pt>
          <cx:pt idx="31007">169.97999999999999</cx:pt>
          <cx:pt idx="31008">194.96000000000001</cx:pt>
          <cx:pt idx="31009">153.96000000000001</cx:pt>
          <cx:pt idx="31010">118.97</cx:pt>
          <cx:pt idx="31011">118.97</cx:pt>
          <cx:pt idx="31012">119.98</cx:pt>
          <cx:pt idx="31013">29.98</cx:pt>
          <cx:pt idx="31014">92.890000000000001</cx:pt>
          <cx:pt idx="31015">119.97</cx:pt>
          <cx:pt idx="31016">119.97</cx:pt>
          <cx:pt idx="31017">80.980000000000004</cx:pt>
          <cx:pt idx="31018">119.97</cx:pt>
          <cx:pt idx="31019">119.97</cx:pt>
          <cx:pt idx="31020">59.979999999999997</cx:pt>
          <cx:pt idx="31021">59.979999999999997</cx:pt>
          <cx:pt idx="31022">50.479999999999997</cx:pt>
          <cx:pt idx="31023">119.95999999999999</cx:pt>
          <cx:pt idx="31024">59.979999999999997</cx:pt>
          <cx:pt idx="31025">59.979999999999997</cx:pt>
          <cx:pt idx="31026">119.95999999999999</cx:pt>
          <cx:pt idx="31027">119.95999999999999</cx:pt>
          <cx:pt idx="31028">59.979999999999997</cx:pt>
          <cx:pt idx="31029">59.979999999999997</cx:pt>
          <cx:pt idx="31030">119.95999999999999</cx:pt>
          <cx:pt idx="31031">122.95999999999999</cx:pt>
          <cx:pt idx="31032">198.94999999999999</cx:pt>
          <cx:pt idx="31033">143.96000000000001</cx:pt>
          <cx:pt idx="31034">143.96000000000001</cx:pt>
          <cx:pt idx="31035">103.95999999999999</cx:pt>
          <cx:pt idx="31036">107.97</cx:pt>
          <cx:pt idx="31037">143.96000000000001</cx:pt>
          <cx:pt idx="31038">183.96000000000001</cx:pt>
          <cx:pt idx="31039">-1.5</cx:pt>
          <cx:pt idx="31040">183.96000000000001</cx:pt>
          <cx:pt idx="31041">37.490000000000002</cx:pt>
          <cx:pt idx="31042">119.95999999999999</cx:pt>
          <cx:pt idx="31043">119.95999999999999</cx:pt>
          <cx:pt idx="31044">120.97</cx:pt>
          <cx:pt idx="31045">119.90000000000001</cx:pt>
          <cx:pt idx="31046">14.48</cx:pt>
          <cx:pt idx="31047">59.979999999999997</cx:pt>
          <cx:pt idx="31048">60.960000000000001</cx:pt>
          <cx:pt idx="31049">118.84999999999999</cx:pt>
          <cx:pt idx="31050">65.989999999999995</cx:pt>
          <cx:pt idx="31051">65.989999999999995</cx:pt>
          <cx:pt idx="31052">65.989999999999995</cx:pt>
          <cx:pt idx="31053">65.989999999999995</cx:pt>
          <cx:pt idx="31054">65.989999999999995</cx:pt>
          <cx:pt idx="31055">65.989999999999995</cx:pt>
          <cx:pt idx="31056">65.989999999999995</cx:pt>
          <cx:pt idx="31057">65.989999999999995</cx:pt>
          <cx:pt idx="31058">67.489999999999995</cx:pt>
          <cx:pt idx="31059">65.989999999999995</cx:pt>
          <cx:pt idx="31060">56.090000000000003</cx:pt>
          <cx:pt idx="31061">65.989999999999995</cx:pt>
          <cx:pt idx="31062">67.489999999999995</cx:pt>
          <cx:pt idx="31063">67.489999999999995</cx:pt>
          <cx:pt idx="31064">67.489999999999995</cx:pt>
          <cx:pt idx="31065">65.989999999999995</cx:pt>
          <cx:pt idx="31066">65.989999999999995</cx:pt>
          <cx:pt idx="31067">67.489999999999995</cx:pt>
          <cx:pt idx="31068">65.989999999999995</cx:pt>
          <cx:pt idx="31069">67.390000000000001</cx:pt>
          <cx:pt idx="31070">65.989999999999995</cx:pt>
          <cx:pt idx="31071">65.989999999999995</cx:pt>
          <cx:pt idx="31072">67.489999999999995</cx:pt>
          <cx:pt idx="31073">65.989999999999995</cx:pt>
          <cx:pt idx="31074">65.989999999999995</cx:pt>
          <cx:pt idx="31075">65.989999999999995</cx:pt>
          <cx:pt idx="31076">67.489999999999995</cx:pt>
          <cx:pt idx="31077">65.989999999999995</cx:pt>
          <cx:pt idx="31078">56.090000000000003</cx:pt>
          <cx:pt idx="31079">131.97999999999999</cx:pt>
          <cx:pt idx="31080">65.989999999999995</cx:pt>
          <cx:pt idx="31081">69.290000000000006</cx:pt>
          <cx:pt idx="31082">49.990000000000002</cx:pt>
          <cx:pt idx="31083">67.489999999999995</cx:pt>
          <cx:pt idx="31084">115.98</cx:pt>
          <cx:pt idx="31085">65.989999999999995</cx:pt>
          <cx:pt idx="31086">67.489999999999995</cx:pt>
          <cx:pt idx="31087">65.989999999999995</cx:pt>
          <cx:pt idx="31088">120.90000000000001</cx:pt>
          <cx:pt idx="31089">65.939999999999998</cx:pt>
          <cx:pt idx="31090">54.950000000000003</cx:pt>
          <cx:pt idx="31091">121.95</cx:pt>
          <cx:pt idx="31092">68.519999999999996</cx:pt>
          <cx:pt idx="31093">118.5</cx:pt>
          <cx:pt idx="31094">65.989999999999995</cx:pt>
          <cx:pt idx="31095">131.97999999999999</cx:pt>
          <cx:pt idx="31096">65.989999999999995</cx:pt>
          <cx:pt idx="31097">131.97999999999999</cx:pt>
          <cx:pt idx="31098">64.670000000000002</cx:pt>
          <cx:pt idx="31099">131.28</cx:pt>
          <cx:pt idx="31100">63.659999999999997</cx:pt>
          <cx:pt idx="31101">215.46000000000001</cx:pt>
          <cx:pt idx="31102">136.31</cx:pt>
          <cx:pt idx="31103">65.989999999999995</cx:pt>
          <cx:pt idx="31104">131.18000000000001</cx:pt>
          <cx:pt idx="31105">129.97999999999999</cx:pt>
          <cx:pt idx="31106">120.45999999999999</cx:pt>
          <cx:pt idx="31107">71.980000000000004</cx:pt>
          <cx:pt idx="31108">38.490000000000002</cx:pt>
          <cx:pt idx="31109">129.94</cx:pt>
          <cx:pt idx="31110">24.48</cx:pt>
          <cx:pt idx="31111">47.75</cx:pt>
          <cx:pt idx="31112">68.930000000000007</cx:pt>
          <cx:pt idx="31113">62.68</cx:pt>
          <cx:pt idx="31114">55.979999999999997</cx:pt>
          <cx:pt idx="31115">20.98</cx:pt>
          <cx:pt idx="31116">64.950000000000003</cx:pt>
          <cx:pt idx="31117">62.57</cx:pt>
          <cx:pt idx="31118">141.94999999999999</cx:pt>
          <cx:pt idx="31119">125.95999999999999</cx:pt>
          <cx:pt idx="31120">131.96000000000001</cx:pt>
          <cx:pt idx="31121">197.94</cx:pt>
          <cx:pt idx="31122">201.94</cx:pt>
          <cx:pt idx="31123">197.94</cx:pt>
          <cx:pt idx="31124">115.95999999999999</cx:pt>
          <cx:pt idx="31125">123.95999999999999</cx:pt>
          <cx:pt idx="31126">56.969999999999999</cx:pt>
          <cx:pt idx="31127">136.94</cx:pt>
          <cx:pt idx="31128">237.44</cx:pt>
          <cx:pt idx="31129">131.96000000000001</cx:pt>
          <cx:pt idx="31130">92.969999999999999</cx:pt>
          <cx:pt idx="31131">92.969999999999999</cx:pt>
          <cx:pt idx="31132">152.80000000000001</cx:pt>
          <cx:pt idx="31133">84.969999999999999</cx:pt>
          <cx:pt idx="31134">160.31</cx:pt>
          <cx:pt idx="31135">133.96000000000001</cx:pt>
          <cx:pt idx="31136">123.95999999999999</cx:pt>
          <cx:pt idx="31137">127.95999999999999</cx:pt>
          <cx:pt idx="31138">52.979999999999997</cx:pt>
          <cx:pt idx="31139">67.480000000000004</cx:pt>
          <cx:pt idx="31140">120.45</cx:pt>
          <cx:pt idx="31141">108.86</cx:pt>
          <cx:pt idx="31142">84.989999999999995</cx:pt>
          <cx:pt idx="31143">84.989999999999995</cx:pt>
          <cx:pt idx="31144">65.989999999999995</cx:pt>
          <cx:pt idx="31145">123.58</cx:pt>
          <cx:pt idx="31146">131.97999999999999</cx:pt>
          <cx:pt idx="31147">73.980000000000004</cx:pt>
          <cx:pt idx="31148">170.94999999999999</cx:pt>
          <cx:pt idx="31149">152.00999999999999</cx:pt>
          <cx:pt idx="31150">62.969999999999999</cx:pt>
          <cx:pt idx="31151">185.43000000000001</cx:pt>
          <cx:pt idx="31152">144.97</cx:pt>
          <cx:pt idx="31153">121.98</cx:pt>
          <cx:pt idx="31154">121.98</cx:pt>
          <cx:pt idx="31155">65.319999999999993</cx:pt>
          <cx:pt idx="31156">65.319999999999993</cx:pt>
          <cx:pt idx="31157">130.63999999999999</cx:pt>
          <cx:pt idx="31158">130.63</cx:pt>
          <cx:pt idx="31159">50.380000000000003</cx:pt>
          <cx:pt idx="31160">61.280000000000001</cx:pt>
          <cx:pt idx="31161">65.299999999999997</cx:pt>
          <cx:pt idx="31162">65.299999999999997</cx:pt>
          <cx:pt idx="31163">52.159999999999997</cx:pt>
          <cx:pt idx="31164">65.989999999999995</cx:pt>
          <cx:pt idx="31165">100.27</cx:pt>
          <cx:pt idx="31166">146.65000000000001</cx:pt>
          <cx:pt idx="31167">131.97999999999999</cx:pt>
          <cx:pt idx="31168">189.96000000000001</cx:pt>
          <cx:pt idx="31169">162.96000000000001</cx:pt>
          <cx:pt idx="31170">162.96000000000001</cx:pt>
          <cx:pt idx="31171">94.25</cx:pt>
          <cx:pt idx="31172">94.25</cx:pt>
          <cx:pt idx="31173">146.65000000000001</cx:pt>
          <cx:pt idx="31174">115.98</cx:pt>
          <cx:pt idx="31175">132.37</cx:pt>
          <cx:pt idx="31176">132.37</cx:pt>
          <cx:pt idx="31177">115.98</cx:pt>
          <cx:pt idx="31178">75.870000000000005</cx:pt>
          <cx:pt idx="31179">131.97999999999999</cx:pt>
          <cx:pt idx="31180">131.97999999999999</cx:pt>
          <cx:pt idx="31181">75.870000000000005</cx:pt>
          <cx:pt idx="31182">131.97999999999999</cx:pt>
          <cx:pt idx="31183">189.96000000000001</cx:pt>
          <cx:pt idx="31184">120.98</cx:pt>
          <cx:pt idx="31185">131.97999999999999</cx:pt>
          <cx:pt idx="31186">118.78</cx:pt>
          <cx:pt idx="31187">118.78</cx:pt>
          <cx:pt idx="31188">95.379999999999995</cx:pt>
          <cx:pt idx="31189">95.379999999999995</cx:pt>
          <cx:pt idx="31190">154.77000000000001</cx:pt>
          <cx:pt idx="31191">154.77000000000001</cx:pt>
          <cx:pt idx="31192">84.980000000000004</cx:pt>
          <cx:pt idx="31193">131.97999999999999</cx:pt>
          <cx:pt idx="31194">84.980000000000004</cx:pt>
          <cx:pt idx="31195">142.50999999999999</cx:pt>
          <cx:pt idx="31196">142.50999999999999</cx:pt>
          <cx:pt idx="31197">120.88</cx:pt>
          <cx:pt idx="31198">120.88</cx:pt>
          <cx:pt idx="31199">120.98</cx:pt>
          <cx:pt idx="31200">41.490000000000002</cx:pt>
          <cx:pt idx="31201">195.03</cx:pt>
          <cx:pt idx="31202">195.03</cx:pt>
          <cx:pt idx="31203">41.490000000000002</cx:pt>
          <cx:pt idx="31204">118.08</cx:pt>
          <cx:pt idx="31205">111.27</cx:pt>
          <cx:pt idx="31206">117.97</cx:pt>
          <cx:pt idx="31207">117.97</cx:pt>
          <cx:pt idx="31208">117.95999999999999</cx:pt>
          <cx:pt idx="31209">54.990000000000002</cx:pt>
          <cx:pt idx="31210">21.239999999999998</cx:pt>
          <cx:pt idx="31211">117.97</cx:pt>
          <cx:pt idx="31212">131.97999999999999</cx:pt>
          <cx:pt idx="31213">131.97999999999999</cx:pt>
          <cx:pt idx="31214">121.98</cx:pt>
          <cx:pt idx="31215">66.980000000000004</cx:pt>
          <cx:pt idx="31216">131.97999999999999</cx:pt>
          <cx:pt idx="31217">131.97999999999999</cx:pt>
          <cx:pt idx="31218">169.97999999999999</cx:pt>
          <cx:pt idx="31219">99.980000000000004</cx:pt>
          <cx:pt idx="31220">169.97999999999999</cx:pt>
          <cx:pt idx="31221">169.97999999999999</cx:pt>
          <cx:pt idx="31222">84.989999999999995</cx:pt>
          <cx:pt idx="31223">99.980000000000004</cx:pt>
          <cx:pt idx="31224">131.97999999999999</cx:pt>
          <cx:pt idx="31225">59.960000000000001</cx:pt>
          <cx:pt idx="31226">45.240000000000002</cx:pt>
          <cx:pt idx="31227">51.979999999999997</cx:pt>
          <cx:pt idx="31228">65.989999999999995</cx:pt>
          <cx:pt idx="31229">61.979999999999997</cx:pt>
          <cx:pt idx="31230">55.979999999999997</cx:pt>
          <cx:pt idx="31231">58.479999999999997</cx:pt>
          <cx:pt idx="31232">59.969999999999999</cx:pt>
          <cx:pt idx="31233">19.489999999999998</cx:pt>
          <cx:pt idx="31234">84.980000000000004</cx:pt>
          <cx:pt idx="31235">77.859999999999999</cx:pt>
          <cx:pt idx="31236">131.97999999999999</cx:pt>
          <cx:pt idx="31237">111.59999999999999</cx:pt>
          <cx:pt idx="31238">105.98</cx:pt>
          <cx:pt idx="31239">131.97999999999999</cx:pt>
          <cx:pt idx="31240">156.66</cx:pt>
          <cx:pt idx="31241">24.079999999999998</cx:pt>
          <cx:pt idx="31242">83.980000000000004</cx:pt>
          <cx:pt idx="31243">131.97999999999999</cx:pt>
          <cx:pt idx="31244">131.97999999999999</cx:pt>
          <cx:pt idx="31245">131.97999999999999</cx:pt>
          <cx:pt idx="31246">79.980000000000004</cx:pt>
          <cx:pt idx="31247">127.47</cx:pt>
          <cx:pt idx="31248">102.59</cx:pt>
          <cx:pt idx="31249">119.98</cx:pt>
          <cx:pt idx="31250">119.98</cx:pt>
          <cx:pt idx="31251">119.98</cx:pt>
          <cx:pt idx="31252">119.98</cx:pt>
          <cx:pt idx="31253">59.990000000000002</cx:pt>
          <cx:pt idx="31254">59.990000000000002</cx:pt>
          <cx:pt idx="31255">119.97</cx:pt>
          <cx:pt idx="31256">64.980000000000004</cx:pt>
          <cx:pt idx="31257">59.390000000000001</cx:pt>
          <cx:pt idx="31258">84.989999999999995</cx:pt>
          <cx:pt idx="31259">146.97</cx:pt>
          <cx:pt idx="31260">65.989999999999995</cx:pt>
          <cx:pt idx="31261">108.17</cx:pt>
          <cx:pt idx="31262">65.989999999999995</cx:pt>
          <cx:pt idx="31263">65.989999999999995</cx:pt>
          <cx:pt idx="31264">79.650000000000006</cx:pt>
          <cx:pt idx="31265">84.989999999999995</cx:pt>
          <cx:pt idx="31266">73.489999999999995</cx:pt>
          <cx:pt idx="31267">65.989999999999995</cx:pt>
          <cx:pt idx="31268">84.989999999999995</cx:pt>
          <cx:pt idx="31269">72.239999999999995</cx:pt>
          <cx:pt idx="31270">63.979999999999997</cx:pt>
          <cx:pt idx="31271">65.989999999999995</cx:pt>
          <cx:pt idx="31272">84.989999999999995</cx:pt>
          <cx:pt idx="31273">84.989999999999995</cx:pt>
          <cx:pt idx="31274">93.980000000000004</cx:pt>
          <cx:pt idx="31275">53.960000000000001</cx:pt>
          <cx:pt idx="31276">63.960000000000001</cx:pt>
          <cx:pt idx="31277">59.979999999999997</cx:pt>
          <cx:pt idx="31278">59.979999999999997</cx:pt>
          <cx:pt idx="31279">59.979999999999997</cx:pt>
          <cx:pt idx="31280">61.979999999999997</cx:pt>
          <cx:pt idx="31281">57.979999999999997</cx:pt>
          <cx:pt idx="31282">107.97</cx:pt>
          <cx:pt idx="31283">51.979999999999997</cx:pt>
          <cx:pt idx="31284">61.969999999999999</cx:pt>
          <cx:pt idx="31285">150.97</cx:pt>
          <cx:pt idx="31286">58.979999999999997</cx:pt>
          <cx:pt idx="31287">50.579999999999998</cx:pt>
          <cx:pt idx="31288">63.979999999999997</cx:pt>
          <cx:pt idx="31289">63.979999999999997</cx:pt>
          <cx:pt idx="31290">71.969999999999999</cx:pt>
          <cx:pt idx="31291">64.980000000000004</cx:pt>
          <cx:pt idx="31292">69.579999999999998</cx:pt>
          <cx:pt idx="31293">71.959999999999994</cx:pt>
          <cx:pt idx="31294">55.960000000000001</cx:pt>
          <cx:pt idx="31295">119.95999999999999</cx:pt>
          <cx:pt idx="31296">119.95999999999999</cx:pt>
          <cx:pt idx="31297">41.289999999999999</cx:pt>
          <cx:pt idx="31298">69.980000000000004</cx:pt>
          <cx:pt idx="31299">119.95999999999999</cx:pt>
          <cx:pt idx="31300">119.95999999999999</cx:pt>
          <cx:pt idx="31301">119.95999999999999</cx:pt>
          <cx:pt idx="31302">263.95999999999998</cx:pt>
          <cx:pt idx="31303">263.95999999999998</cx:pt>
          <cx:pt idx="31304">199.94999999999999</cx:pt>
          <cx:pt idx="31305">199.94999999999999</cx:pt>
          <cx:pt idx="31306">104.33</cx:pt>
          <cx:pt idx="31307">128.03999999999999</cx:pt>
          <cx:pt idx="31308">263.95999999999998</cx:pt>
          <cx:pt idx="31309">51.289999999999999</cx:pt>
          <cx:pt idx="31310">51.280000000000001</cx:pt>
          <cx:pt idx="31311">89.959999999999994</cx:pt>
          <cx:pt idx="31312">21.289999999999999</cx:pt>
          <cx:pt idx="31313">50.979999999999997</cx:pt>
          <cx:pt idx="31314">68.959999999999994</cx:pt>
          <cx:pt idx="31315">16.289999999999999</cx:pt>
          <cx:pt idx="31316">26.289999999999999</cx:pt>
          <cx:pt idx="31317">51.289999999999999</cx:pt>
          <cx:pt idx="31318">48.780000000000001</cx:pt>
          <cx:pt idx="31319">62.469999999999999</cx:pt>
          <cx:pt idx="31320">72.549999999999997</cx:pt>
          <cx:pt idx="31321">59.960000000000001</cx:pt>
          <cx:pt idx="31322">75.959999999999994</cx:pt>
          <cx:pt idx="31323">59.960000000000001</cx:pt>
          <cx:pt idx="31324">46.920000000000002</cx:pt>
          <cx:pt idx="31325">59.960000000000001</cx:pt>
          <cx:pt idx="31326">59.960000000000001</cx:pt>
          <cx:pt idx="31327">74.810000000000002</cx:pt>
          <cx:pt idx="31328">81.969999999999999</cx:pt>
          <cx:pt idx="31329">84.989999999999995</cx:pt>
          <cx:pt idx="31330">142.16</cx:pt>
          <cx:pt idx="31331">96.099999999999994</cx:pt>
          <cx:pt idx="31332">84.989999999999995</cx:pt>
          <cx:pt idx="31333">99.980000000000004</cx:pt>
          <cx:pt idx="31334">150.97</cx:pt>
          <cx:pt idx="31335">100.98</cx:pt>
          <cx:pt idx="31336">131.97999999999999</cx:pt>
          <cx:pt idx="31337">61.25</cx:pt>
          <cx:pt idx="31338">185.97</cx:pt>
          <cx:pt idx="31339">105.98</cx:pt>
          <cx:pt idx="31340">134.97999999999999</cx:pt>
          <cx:pt idx="31341">134.97999999999999</cx:pt>
          <cx:pt idx="31342">83.510000000000005</cx:pt>
          <cx:pt idx="31343">137.96000000000001</cx:pt>
          <cx:pt idx="31344">96.450000000000003</cx:pt>
          <cx:pt idx="31345">84.989999999999995</cx:pt>
          <cx:pt idx="31346">84.989999999999995</cx:pt>
          <cx:pt idx="31347">148.94999999999999</cx:pt>
          <cx:pt idx="31348">59.960000000000001</cx:pt>
          <cx:pt idx="31349">59.960000000000001</cx:pt>
          <cx:pt idx="31350">59.960000000000001</cx:pt>
          <cx:pt idx="31351">59.960000000000001</cx:pt>
          <cx:pt idx="31352">59.960000000000001</cx:pt>
          <cx:pt idx="31353">59.960000000000001</cx:pt>
          <cx:pt idx="31354">127.95999999999999</cx:pt>
          <cx:pt idx="31355">-61.979999999999997</cx:pt>
          <cx:pt idx="31356">127.95999999999999</cx:pt>
          <cx:pt idx="31357">115.16</cx:pt>
          <cx:pt idx="31358">-61.979999999999997</cx:pt>
          <cx:pt idx="31359">127.95999999999999</cx:pt>
          <cx:pt idx="31360">115.16</cx:pt>
          <cx:pt idx="31361">-61.979999999999997</cx:pt>
          <cx:pt idx="31362">115.16</cx:pt>
          <cx:pt idx="31363">55.780000000000001</cx:pt>
          <cx:pt idx="31364">61.979999999999997</cx:pt>
          <cx:pt idx="31365">-127.95999999999999</cx:pt>
          <cx:pt idx="31366">-127.95999999999999</cx:pt>
          <cx:pt idx="31367">55.780000000000001</cx:pt>
          <cx:pt idx="31368">-127.95999999999999</cx:pt>
          <cx:pt idx="31369">55.780000000000001</cx:pt>
          <cx:pt idx="31370">55.780000000000001</cx:pt>
          <cx:pt idx="31371">55.780000000000001</cx:pt>
          <cx:pt idx="31372">61.979999999999997</cx:pt>
          <cx:pt idx="31373">55.780000000000001</cx:pt>
          <cx:pt idx="31374">61.979999999999997</cx:pt>
          <cx:pt idx="31375">61.979999999999997</cx:pt>
          <cx:pt idx="31376">61.979999999999997</cx:pt>
          <cx:pt idx="31377">61.979999999999997</cx:pt>
          <cx:pt idx="31378">117.76000000000001</cx:pt>
          <cx:pt idx="31379">119.47</cx:pt>
          <cx:pt idx="31380">128.96000000000001</cx:pt>
          <cx:pt idx="31381">117.76000000000001</cx:pt>
          <cx:pt idx="31382">117.76000000000001</cx:pt>
          <cx:pt idx="31383">117.76000000000001</cx:pt>
          <cx:pt idx="31384">117.76000000000001</cx:pt>
          <cx:pt idx="31385">117.76000000000001</cx:pt>
          <cx:pt idx="31386">239.91999999999999</cx:pt>
          <cx:pt idx="31387">239.91999999999999</cx:pt>
          <cx:pt idx="31388">269.91000000000003</cx:pt>
          <cx:pt idx="31389">209.93000000000001</cx:pt>
          <cx:pt idx="31390">149.94999999999999</cx:pt>
          <cx:pt idx="31391">302.89999999999998</cx:pt>
          <cx:pt idx="31392">149.94999999999999</cx:pt>
          <cx:pt idx="31393">254.91999999999999</cx:pt>
          <cx:pt idx="31394">233.91999999999999</cx:pt>
          <cx:pt idx="31395">119.95999999999999</cx:pt>
          <cx:pt idx="31396">65.989999999999995</cx:pt>
          <cx:pt idx="31397">-65.989999999999995</cx:pt>
          <cx:pt idx="31398">118.76000000000001</cx:pt>
          <cx:pt idx="31399">90.739999999999995</cx:pt>
          <cx:pt idx="31400">65.989999999999995</cx:pt>
          <cx:pt idx="31401">67.709999999999994</cx:pt>
          <cx:pt idx="31402">62.039999999999999</cx:pt>
          <cx:pt idx="31403">10.26</cx:pt>
          <cx:pt idx="31404">129.69</cx:pt>
          <cx:pt idx="31405">203.06</cx:pt>
          <cx:pt idx="31406">248.94</cx:pt>
          <cx:pt idx="31407">95.969999999999999</cx:pt>
          <cx:pt idx="31408">178.44999999999999</cx:pt>
          <cx:pt idx="31409">175.96000000000001</cx:pt>
          <cx:pt idx="31410">212.96000000000001</cx:pt>
          <cx:pt idx="31411">64.090000000000003</cx:pt>
          <cx:pt idx="31412">41.700000000000003</cx:pt>
          <cx:pt idx="31413">118.36</cx:pt>
          <cx:pt idx="31414">129.43000000000001</cx:pt>
          <cx:pt idx="31415">129.43000000000001</cx:pt>
          <cx:pt idx="31416">129.43000000000001</cx:pt>
          <cx:pt idx="31417">65.989999999999995</cx:pt>
          <cx:pt idx="31418">31.289999999999999</cx:pt>
          <cx:pt idx="31419">139.96000000000001</cx:pt>
          <cx:pt idx="31420">121.95999999999999</cx:pt>
          <cx:pt idx="31421">164.97</cx:pt>
          <cx:pt idx="31422">169.97999999999999</cx:pt>
          <cx:pt idx="31423">158.91</cx:pt>
          <cx:pt idx="31424">63.979999999999997</cx:pt>
          <cx:pt idx="31425">99.980000000000004</cx:pt>
          <cx:pt idx="31426">66.980000000000004</cx:pt>
          <cx:pt idx="31427">75.980000000000004</cx:pt>
          <cx:pt idx="31428">80.969999999999999</cx:pt>
          <cx:pt idx="31429">82.980000000000004</cx:pt>
          <cx:pt idx="31430">137.97999999999999</cx:pt>
          <cx:pt idx="31431">230.69999999999999</cx:pt>
          <cx:pt idx="31432">131.97999999999999</cx:pt>
          <cx:pt idx="31433">135.24000000000001</cx:pt>
          <cx:pt idx="31434">65.400000000000006</cx:pt>
          <cx:pt idx="31435">138.97</cx:pt>
          <cx:pt idx="31436">77.980000000000004</cx:pt>
          <cx:pt idx="31437">139.96000000000001</cx:pt>
          <cx:pt idx="31438">139.96000000000001</cx:pt>
          <cx:pt idx="31439">52.200000000000003</cx:pt>
          <cx:pt idx="31440">64.950000000000003</cx:pt>
          <cx:pt idx="31441">71.349999999999994</cx:pt>
          <cx:pt idx="31442">71.349999999999994</cx:pt>
          <cx:pt idx="31443">129.30000000000001</cx:pt>
          <cx:pt idx="31444">129.30000000000001</cx:pt>
          <cx:pt idx="31445">51.490000000000002</cx:pt>
          <cx:pt idx="31446">56.979999999999997</cx:pt>
          <cx:pt idx="31447">38.490000000000002</cx:pt>
          <cx:pt idx="31448">69.980000000000004</cx:pt>
          <cx:pt idx="31449">169.97999999999999</cx:pt>
          <cx:pt idx="31450">169.97999999999999</cx:pt>
          <cx:pt idx="31451">84.989999999999995</cx:pt>
          <cx:pt idx="31452">169.97999999999999</cx:pt>
          <cx:pt idx="31453">169.97999999999999</cx:pt>
          <cx:pt idx="31454">169.97999999999999</cx:pt>
          <cx:pt idx="31455">169.88</cx:pt>
          <cx:pt idx="31456">169.97999999999999</cx:pt>
          <cx:pt idx="31457">169.97999999999999</cx:pt>
          <cx:pt idx="31458">169.97999999999999</cx:pt>
          <cx:pt idx="31459">169.97999999999999</cx:pt>
          <cx:pt idx="31460">169.97999999999999</cx:pt>
          <cx:pt idx="31461">169.97999999999999</cx:pt>
          <cx:pt idx="31462">169.97999999999999</cx:pt>
          <cx:pt idx="31463">159.97999999999999</cx:pt>
          <cx:pt idx="31464">54.979999999999997</cx:pt>
          <cx:pt idx="31465">61.969999999999999</cx:pt>
          <cx:pt idx="31466">116.97</cx:pt>
          <cx:pt idx="31467">116.94</cx:pt>
          <cx:pt idx="31468">69.989999999999995</cx:pt>
          <cx:pt idx="31469">13.49</cx:pt>
          <cx:pt idx="31470">13.49</cx:pt>
          <cx:pt idx="31471">16.489999999999998</cx:pt>
          <cx:pt idx="31472">17.239999999999998</cx:pt>
          <cx:pt idx="31473">16.489999999999998</cx:pt>
          <cx:pt idx="31474">17.239999999999998</cx:pt>
          <cx:pt idx="31475">69.989999999999995</cx:pt>
          <cx:pt idx="31476">98.260000000000005</cx:pt>
          <cx:pt idx="31477">56.979999999999997</cx:pt>
          <cx:pt idx="31478">59.979999999999997</cx:pt>
          <cx:pt idx="31479">91.859999999999999</cx:pt>
          <cx:pt idx="31480">17.489999999999998</cx:pt>
          <cx:pt idx="31481">118.97</cx:pt>
          <cx:pt idx="31482">62.990000000000002</cx:pt>
          <cx:pt idx="31483">64.489999999999995</cx:pt>
          <cx:pt idx="31484">84.989999999999995</cx:pt>
          <cx:pt idx="31485">65.989999999999995</cx:pt>
          <cx:pt idx="31486">84.989999999999995</cx:pt>
          <cx:pt idx="31487">92.120000000000005</cx:pt>
          <cx:pt idx="31488">81.969999999999999</cx:pt>
          <cx:pt idx="31489">84.989999999999995</cx:pt>
          <cx:pt idx="31490">124.37</cx:pt>
          <cx:pt idx="31491">84.989999999999995</cx:pt>
          <cx:pt idx="31492">72.239999999999995</cx:pt>
          <cx:pt idx="31493">58.979999999999997</cx:pt>
          <cx:pt idx="31494">118.97</cx:pt>
          <cx:pt idx="31495">66.980000000000004</cx:pt>
          <cx:pt idx="31496">51.979999999999997</cx:pt>
          <cx:pt idx="31497">118.95999999999999</cx:pt>
          <cx:pt idx="31498">97.969999999999999</cx:pt>
          <cx:pt idx="31499">118.95999999999999</cx:pt>
          <cx:pt idx="31500">97.969999999999999</cx:pt>
          <cx:pt idx="31501">61.979999999999997</cx:pt>
          <cx:pt idx="31502">98.980000000000004</cx:pt>
          <cx:pt idx="31503">11.279999999999999</cx:pt>
          <cx:pt idx="31504">50.979999999999997</cx:pt>
          <cx:pt idx="31505">50.979999999999997</cx:pt>
          <cx:pt idx="31506">8.2899999999999991</cx:pt>
          <cx:pt idx="31507">52.979999999999997</cx:pt>
          <cx:pt idx="31508">60.479999999999997</cx:pt>
          <cx:pt idx="31509">99.810000000000002</cx:pt>
          <cx:pt idx="31510">155.94</cx:pt>
          <cx:pt idx="31511">103.95999999999999</cx:pt>
          <cx:pt idx="31512">155.94</cx:pt>
          <cx:pt idx="31513">103.95999999999999</cx:pt>
          <cx:pt idx="31514">77.969999999999999</cx:pt>
          <cx:pt idx="31515">149.94999999999999</cx:pt>
          <cx:pt idx="31516">155.94</cx:pt>
          <cx:pt idx="31517">155.94</cx:pt>
          <cx:pt idx="31518">89.969999999999999</cx:pt>
          <cx:pt idx="31519">179.94</cx:pt>
          <cx:pt idx="31520">75.969999999999999</cx:pt>
          <cx:pt idx="31521">119.95999999999999</cx:pt>
          <cx:pt idx="31522">119.95999999999999</cx:pt>
          <cx:pt idx="31523">133.94999999999999</cx:pt>
          <cx:pt idx="31524">119.95999999999999</cx:pt>
          <cx:pt idx="31525">119.81</cx:pt>
          <cx:pt idx="31526">119.95999999999999</cx:pt>
          <cx:pt idx="31527">89.969999999999999</cx:pt>
          <cx:pt idx="31528">89.969999999999999</cx:pt>
          <cx:pt idx="31529">129.94999999999999</cx:pt>
          <cx:pt idx="31530">63.969999999999999</cx:pt>
          <cx:pt idx="31531">119.98</cx:pt>
          <cx:pt idx="31532">119.95999999999999</cx:pt>
          <cx:pt idx="31533">50.189999999999998</cx:pt>
          <cx:pt idx="31534">50.189999999999998</cx:pt>
          <cx:pt idx="31535">127.95</cx:pt>
          <cx:pt idx="31536">55.979999999999997</cx:pt>
          <cx:pt idx="31537">63.960000000000001</cx:pt>
          <cx:pt idx="31538">117.76000000000001</cx:pt>
          <cx:pt idx="31539">117.76000000000001</cx:pt>
          <cx:pt idx="31540">117.76000000000001</cx:pt>
          <cx:pt idx="31541">62.979999999999997</cx:pt>
          <cx:pt idx="31542">62.979999999999997</cx:pt>
          <cx:pt idx="31543">68.989999999999995</cx:pt>
          <cx:pt idx="31544">84.170000000000002</cx:pt>
          <cx:pt idx="31545">124.18000000000001</cx:pt>
          <cx:pt idx="31546">79.439999999999998</cx:pt>
          <cx:pt idx="31547">199.65000000000001</cx:pt>
          <cx:pt idx="31548">84.989999999999995</cx:pt>
          <cx:pt idx="31549">104.97</cx:pt>
          <cx:pt idx="31550">89.980000000000004</cx:pt>
          <cx:pt idx="31551">99.980000000000004</cx:pt>
          <cx:pt idx="31552">103.98</cx:pt>
          <cx:pt idx="31553">56.670000000000002</cx:pt>
          <cx:pt idx="31554">95.480000000000004</cx:pt>
          <cx:pt idx="31555">103.98</cx:pt>
          <cx:pt idx="31556">78.019999999999996</cx:pt>
          <cx:pt idx="31557">155.66</cx:pt>
          <cx:pt idx="31558">143.41999999999999</cx:pt>
          <cx:pt idx="31559">63.770000000000003</cx:pt>
          <cx:pt idx="31560">54.990000000000002</cx:pt>
          <cx:pt idx="31561">68.980000000000004</cx:pt>
          <cx:pt idx="31562">128.46000000000001</cx:pt>
          <cx:pt idx="31563">65.989999999999995</cx:pt>
          <cx:pt idx="31564">65.989999999999995</cx:pt>
          <cx:pt idx="31565">80.980000000000004</cx:pt>
          <cx:pt idx="31566">54.979999999999997</cx:pt>
          <cx:pt idx="31567">65.989999999999995</cx:pt>
          <cx:pt idx="31568">65.989999999999995</cx:pt>
          <cx:pt idx="31569">41.490000000000002</cx:pt>
          <cx:pt idx="31570">65.989999999999995</cx:pt>
          <cx:pt idx="31571">65.989999999999995</cx:pt>
          <cx:pt idx="31572">118.36</cx:pt>
          <cx:pt idx="31573">88.909999999999997</cx:pt>
          <cx:pt idx="31574">29.969999999999999</cx:pt>
          <cx:pt idx="31575">53.969999999999999</cx:pt>
          <cx:pt idx="31576">51.960000000000001</cx:pt>
          <cx:pt idx="31577">128.24000000000001</cx:pt>
          <cx:pt idx="31578">128.24000000000001</cx:pt>
          <cx:pt idx="31579">128.24000000000001</cx:pt>
          <cx:pt idx="31580">65.319999999999993</cx:pt>
          <cx:pt idx="31581">62.899999999999999</cx:pt>
          <cx:pt idx="31582">70.629999999999995</cx:pt>
          <cx:pt idx="31583">128.21000000000001</cx:pt>
          <cx:pt idx="31584">128.19999999999999</cx:pt>
          <cx:pt idx="31585">58.979999999999997</cx:pt>
          <cx:pt idx="31586">116.06</cx:pt>
          <cx:pt idx="31587">115.98</cx:pt>
          <cx:pt idx="31588">107.48</cx:pt>
          <cx:pt idx="31589">54.990000000000002</cx:pt>
          <cx:pt idx="31590">61.979999999999997</cx:pt>
          <cx:pt idx="31591">104.97</cx:pt>
          <cx:pt idx="31592">218.93000000000001</cx:pt>
          <cx:pt idx="31593">47.479999999999997</cx:pt>
          <cx:pt idx="31594">59.979999999999997</cx:pt>
          <cx:pt idx="31595">115.98</cx:pt>
          <cx:pt idx="31596">57.979999999999997</cx:pt>
          <cx:pt idx="31597">107.03</cx:pt>
          <cx:pt idx="31598">20.969999999999999</cx:pt>
          <cx:pt idx="31599">116.95999999999999</cx:pt>
          <cx:pt idx="31600">115.97</cx:pt>
          <cx:pt idx="31601">55.979999999999997</cx:pt>
          <cx:pt idx="31602">59.979999999999997</cx:pt>
          <cx:pt idx="31603">117.97</cx:pt>
          <cx:pt idx="31604">131.97999999999999</cx:pt>
          <cx:pt idx="31605">225.94999999999999</cx:pt>
          <cx:pt idx="31606">131.97999999999999</cx:pt>
          <cx:pt idx="31607">109.28</cx:pt>
          <cx:pt idx="31608">62.979999999999997</cx:pt>
          <cx:pt idx="31609">54.979999999999997</cx:pt>
          <cx:pt idx="31610">118.97</cx:pt>
          <cx:pt idx="31611">91.680000000000007</cx:pt>
          <cx:pt idx="31612">96.969999999999999</cx:pt>
          <cx:pt idx="31613">121.98</cx:pt>
          <cx:pt idx="31614">99.980000000000004</cx:pt>
          <cx:pt idx="31615">110.16</cx:pt>
          <cx:pt idx="31616">117.76000000000001</cx:pt>
          <cx:pt idx="31617">117.76000000000001</cx:pt>
          <cx:pt idx="31618">56.969999999999999</cx:pt>
          <cx:pt idx="31619">57.979999999999997</cx:pt>
          <cx:pt idx="31620">169.97999999999999</cx:pt>
          <cx:pt idx="31621">254.97</cx:pt>
          <cx:pt idx="31622">131.97999999999999</cx:pt>
          <cx:pt idx="31623">55.960000000000001</cx:pt>
          <cx:pt idx="31624">169.97999999999999</cx:pt>
          <cx:pt idx="31625">84.989999999999995</cx:pt>
          <cx:pt idx="31626">238.16</cx:pt>
          <cx:pt idx="31627">91.959999999999994</cx:pt>
          <cx:pt idx="31628">164.97999999999999</cx:pt>
          <cx:pt idx="31629">159.96000000000001</cx:pt>
          <cx:pt idx="31630">100.98</cx:pt>
          <cx:pt idx="31631">169.97999999999999</cx:pt>
          <cx:pt idx="31632">72.010000000000005</cx:pt>
          <cx:pt idx="31633">57.969999999999999</cx:pt>
          <cx:pt idx="31634">107.95999999999999</cx:pt>
          <cx:pt idx="31635">77.980000000000004</cx:pt>
          <cx:pt idx="31636">61.979999999999997</cx:pt>
          <cx:pt idx="31637">99.980000000000004</cx:pt>
          <cx:pt idx="31638">76.980000000000004</cx:pt>
          <cx:pt idx="31639">55.960000000000001</cx:pt>
          <cx:pt idx="31640">68.930000000000007</cx:pt>
          <cx:pt idx="31641">41.289999999999999</cx:pt>
          <cx:pt idx="31642">65.299999999999997</cx:pt>
          <cx:pt idx="31643">63.439999999999998</cx:pt>
          <cx:pt idx="31644">56.240000000000002</cx:pt>
          <cx:pt idx="31645">47.149999999999999</cx:pt>
          <cx:pt idx="31646">169.97999999999999</cx:pt>
          <cx:pt idx="31647">121.94</cx:pt>
          <cx:pt idx="31648">169.97999999999999</cx:pt>
          <cx:pt idx="31649">195.96000000000001</cx:pt>
          <cx:pt idx="31650">148.94</cx:pt>
          <cx:pt idx="31651">132.94999999999999</cx:pt>
          <cx:pt idx="31652">177.94</cx:pt>
          <cx:pt idx="31653">117.95</cx:pt>
          <cx:pt idx="31654">50.969999999999999</cx:pt>
          <cx:pt idx="31655">131.97999999999999</cx:pt>
          <cx:pt idx="31656">147.97</cx:pt>
          <cx:pt idx="31657">123.86</cx:pt>
          <cx:pt idx="31658">120.95</cx:pt>
          <cx:pt idx="31659">59.380000000000003</cx:pt>
          <cx:pt idx="31660">79.980000000000004</cx:pt>
          <cx:pt idx="31661">41.479999999999997</cx:pt>
          <cx:pt idx="31662">65.189999999999998</cx:pt>
          <cx:pt idx="31663">51.969999999999999</cx:pt>
          <cx:pt idx="31664">127.03</cx:pt>
          <cx:pt idx="31665">49.469999999999999</cx:pt>
          <cx:pt idx="31666">48.469999999999999</cx:pt>
          <cx:pt idx="31667">127.03</cx:pt>
          <cx:pt idx="31668">127.01000000000001</cx:pt>
          <cx:pt idx="31669">161.96000000000001</cx:pt>
          <cx:pt idx="31670">159.97999999999999</cx:pt>
          <cx:pt idx="31671">165.94</cx:pt>
          <cx:pt idx="31672">214.94999999999999</cx:pt>
          <cx:pt idx="31673">145.97</cx:pt>
          <cx:pt idx="31674">176.94999999999999</cx:pt>
          <cx:pt idx="31675">199.96000000000001</cx:pt>
          <cx:pt idx="31676">149.97</cx:pt>
          <cx:pt idx="31677">125.95</cx:pt>
          <cx:pt idx="31678">126.98999999999999</cx:pt>
          <cx:pt idx="31679">126.98999999999999</cx:pt>
          <cx:pt idx="31680">125.93000000000001</cx:pt>
          <cx:pt idx="31681">65.299999999999997</cx:pt>
          <cx:pt idx="31682">115.98</cx:pt>
          <cx:pt idx="31683">114.97</cx:pt>
          <cx:pt idx="31684">119.97</cx:pt>
          <cx:pt idx="31685">71.980000000000004</cx:pt>
          <cx:pt idx="31686">150.47999999999999</cx:pt>
          <cx:pt idx="31687">169.97999999999999</cx:pt>
          <cx:pt idx="31688">45.740000000000002</cx:pt>
          <cx:pt idx="31689">169.97999999999999</cx:pt>
          <cx:pt idx="31690">169.96000000000001</cx:pt>
          <cx:pt idx="31691">170.47999999999999</cx:pt>
          <cx:pt idx="31692">119.97</cx:pt>
          <cx:pt idx="31693">115.95999999999999</cx:pt>
          <cx:pt idx="31694">149.97</cx:pt>
          <cx:pt idx="31695">79.980000000000004</cx:pt>
          <cx:pt idx="31696">169.97999999999999</cx:pt>
          <cx:pt idx="31697">119.97</cx:pt>
          <cx:pt idx="31698">149.97</cx:pt>
          <cx:pt idx="31699">79.980000000000004</cx:pt>
          <cx:pt idx="31700">115.97</cx:pt>
          <cx:pt idx="31701">58.979999999999997</cx:pt>
          <cx:pt idx="31702">55.979999999999997</cx:pt>
          <cx:pt idx="31703">38.229999999999997</cx:pt>
          <cx:pt idx="31704">63.979999999999997</cx:pt>
          <cx:pt idx="31705">114.98</cx:pt>
          <cx:pt idx="31706">99.980000000000004</cx:pt>
          <cx:pt idx="31707">99.980000000000004</cx:pt>
          <cx:pt idx="31708">114.98</cx:pt>
          <cx:pt idx="31709">114.98</cx:pt>
          <cx:pt idx="31710">43.479999999999997</cx:pt>
          <cx:pt idx="31711">97.969999999999999</cx:pt>
          <cx:pt idx="31712">29.489999999999998</cx:pt>
          <cx:pt idx="31713">32.490000000000002</cx:pt>
          <cx:pt idx="31714">27.489999999999998</cx:pt>
          <cx:pt idx="31715">130.66</cx:pt>
          <cx:pt idx="31716">175.96000000000001</cx:pt>
          <cx:pt idx="31717">152.94999999999999</cx:pt>
          <cx:pt idx="31718">146.31</cx:pt>
          <cx:pt idx="31719">126.7</cx:pt>
          <cx:pt idx="31720">179.46000000000001</cx:pt>
          <cx:pt idx="31721">65.989999999999995</cx:pt>
          <cx:pt idx="31722">80.980000000000004</cx:pt>
          <cx:pt idx="31723">63.859999999999999</cx:pt>
          <cx:pt idx="31724">51.490000000000002</cx:pt>
          <cx:pt idx="31725">46.490000000000002</cx:pt>
          <cx:pt idx="31726">55.960000000000001</cx:pt>
          <cx:pt idx="31727">58.979999999999997</cx:pt>
          <cx:pt idx="31728">51.490000000000002</cx:pt>
          <cx:pt idx="31729">54.979999999999997</cx:pt>
          <cx:pt idx="31730">106.47</cx:pt>
          <cx:pt idx="31731">31.489999999999998</cx:pt>
          <cx:pt idx="31732">74.980000000000004</cx:pt>
          <cx:pt idx="31733">59.979999999999997</cx:pt>
          <cx:pt idx="31734">59.960000000000001</cx:pt>
          <cx:pt idx="31735">59.960000000000001</cx:pt>
          <cx:pt idx="31736">138.96000000000001</cx:pt>
          <cx:pt idx="31737">59.979999999999997</cx:pt>
          <cx:pt idx="31738">54.979999999999997</cx:pt>
          <cx:pt idx="31739">116.95</cx:pt>
          <cx:pt idx="31740">59.969999999999999</cx:pt>
          <cx:pt idx="31741">56.969999999999999</cx:pt>
          <cx:pt idx="31742">59.960000000000001</cx:pt>
          <cx:pt idx="31743">56.969999999999999</cx:pt>
          <cx:pt idx="31744">115.92</cx:pt>
          <cx:pt idx="31745">28.489999999999998</cx:pt>
          <cx:pt idx="31746">17.489999999999998</cx:pt>
          <cx:pt idx="31747">43.479999999999997</cx:pt>
          <cx:pt idx="31748">59.960000000000001</cx:pt>
          <cx:pt idx="31749">46.469999999999999</cx:pt>
          <cx:pt idx="31750">56.969999999999999</cx:pt>
          <cx:pt idx="31751">59.960000000000001</cx:pt>
          <cx:pt idx="31752">169.91999999999999</cx:pt>
          <cx:pt idx="31753">227.43000000000001</cx:pt>
          <cx:pt idx="31754">223.91999999999999</cx:pt>
          <cx:pt idx="31755">313.89999999999998</cx:pt>
          <cx:pt idx="31756">195.25999999999999</cx:pt>
          <cx:pt idx="31757">263.91000000000003</cx:pt>
          <cx:pt idx="31758">137.31</cx:pt>
          <cx:pt idx="31759">155.30000000000001</cx:pt>
          <cx:pt idx="31760">58.469999999999999</cx:pt>
          <cx:pt idx="31761">58.469999999999999</cx:pt>
          <cx:pt idx="31762">54.960000000000001</cx:pt>
          <cx:pt idx="31763">51.979999999999997</cx:pt>
          <cx:pt idx="31764">62.880000000000003</cx:pt>
          <cx:pt idx="31765">114.70999999999999</cx:pt>
          <cx:pt idx="31766">59.979999999999997</cx:pt>
          <cx:pt idx="31767">-6</cx:pt>
          <cx:pt idx="31768">59.979999999999997</cx:pt>
          <cx:pt idx="31769">76.129999999999995</cx:pt>
          <cx:pt idx="31770">65.989999999999995</cx:pt>
          <cx:pt idx="31771">97.969999999999999</cx:pt>
          <cx:pt idx="31772">65.989999999999995</cx:pt>
          <cx:pt idx="31773">79.980000000000004</cx:pt>
          <cx:pt idx="31774">65.989999999999995</cx:pt>
          <cx:pt idx="31775">65.989999999999995</cx:pt>
          <cx:pt idx="31776">41.490000000000002</cx:pt>
          <cx:pt idx="31777">58.979999999999997</cx:pt>
          <cx:pt idx="31778">79.980000000000004</cx:pt>
          <cx:pt idx="31779">94.980000000000004</cx:pt>
          <cx:pt idx="31780">81.980000000000004</cx:pt>
          <cx:pt idx="31781">60.979999999999997</cx:pt>
          <cx:pt idx="31782">79.980000000000004</cx:pt>
          <cx:pt idx="31783">14.09</cx:pt>
          <cx:pt idx="31784">79.980000000000004</cx:pt>
          <cx:pt idx="31785">65.989999999999995</cx:pt>
          <cx:pt idx="31786">65.989999999999995</cx:pt>
          <cx:pt idx="31787">148.97</cx:pt>
          <cx:pt idx="31788">69.989999999999995</cx:pt>
          <cx:pt idx="31789">46.729999999999997</cx:pt>
          <cx:pt idx="31790">56.969999999999999</cx:pt>
          <cx:pt idx="31791">51.759999999999998</cx:pt>
          <cx:pt idx="31792">64.859999999999999</cx:pt>
          <cx:pt idx="31793">56.979999999999997</cx:pt>
          <cx:pt idx="31794">57.560000000000002</cx:pt>
          <cx:pt idx="31795">116.55</cx:pt>
          <cx:pt idx="31796">196.94</cx:pt>
          <cx:pt idx="31797">89.069999999999993</cx:pt>
          <cx:pt idx="31798">104.98</cx:pt>
          <cx:pt idx="31799">106.98</cx:pt>
          <cx:pt idx="31800">174.94999999999999</cx:pt>
          <cx:pt idx="31801">169.97999999999999</cx:pt>
          <cx:pt idx="31802">106.98</cx:pt>
          <cx:pt idx="31803">54.990000000000002</cx:pt>
          <cx:pt idx="31804">134.97</cx:pt>
          <cx:pt idx="31805">104.98</cx:pt>
          <cx:pt idx="31806">216.96000000000001</cx:pt>
          <cx:pt idx="31807">84.989999999999995</cx:pt>
          <cx:pt idx="31808">179.96000000000001</cx:pt>
          <cx:pt idx="31809">84.989999999999995</cx:pt>
          <cx:pt idx="31810">166.27000000000001</cx:pt>
          <cx:pt idx="31811">116.45</cx:pt>
          <cx:pt idx="31812">72.489999999999995</cx:pt>
          <cx:pt idx="31813">60.960000000000001</cx:pt>
          <cx:pt idx="31814">65.989999999999995</cx:pt>
          <cx:pt idx="31815">94.310000000000002</cx:pt>
          <cx:pt idx="31816">229.47</cx:pt>
          <cx:pt idx="31817">286.94999999999999</cx:pt>
          <cx:pt idx="31818">464.93000000000001</cx:pt>
          <cx:pt idx="31819">254.90000000000001</cx:pt>
          <cx:pt idx="31820">386.57999999999998</cx:pt>
          <cx:pt idx="31821">335.94</cx:pt>
          <cx:pt idx="31822">424.92000000000002</cx:pt>
          <cx:pt idx="31823">366.50999999999999</cx:pt>
          <cx:pt idx="31824">68.170000000000002</cx:pt>
          <cx:pt idx="31825">37.490000000000002</cx:pt>
          <cx:pt idx="31826">72.969999999999999</cx:pt>
          <cx:pt idx="31827">72.969999999999999</cx:pt>
          <cx:pt idx="31828">124.98</cx:pt>
          <cx:pt idx="31829">50.740000000000002</cx:pt>
          <cx:pt idx="31830">45.740000000000002</cx:pt>
          <cx:pt idx="31831">116.06999999999999</cx:pt>
          <cx:pt idx="31832">160.83000000000001</cx:pt>
          <cx:pt idx="31833">131.97999999999999</cx:pt>
          <cx:pt idx="31834">85.980000000000004</cx:pt>
          <cx:pt idx="31835">105.94</cx:pt>
          <cx:pt idx="31836">100.97</cx:pt>
          <cx:pt idx="31837">129</cx:pt>
          <cx:pt idx="31838">119.97</cx:pt>
          <cx:pt idx="31839">69.969999999999999</cx:pt>
          <cx:pt idx="31840">59.990000000000002</cx:pt>
          <cx:pt idx="31841">114.97</cx:pt>
          <cx:pt idx="31842">113.97</cx:pt>
          <cx:pt idx="31843">59.979999999999997</cx:pt>
          <cx:pt idx="31844">53.979999999999997</cx:pt>
          <cx:pt idx="31845">53.979999999999997</cx:pt>
          <cx:pt idx="31846">59.979999999999997</cx:pt>
          <cx:pt idx="31847">59.979999999999997</cx:pt>
          <cx:pt idx="31848">53.979999999999997</cx:pt>
          <cx:pt idx="31849">62.979999999999997</cx:pt>
          <cx:pt idx="31850">50.979999999999997</cx:pt>
          <cx:pt idx="31851">79.980000000000004</cx:pt>
          <cx:pt idx="31852">99.980000000000004</cx:pt>
          <cx:pt idx="31853">99.980000000000004</cx:pt>
          <cx:pt idx="31854">79.980000000000004</cx:pt>
          <cx:pt idx="31855">75.969999999999999</cx:pt>
          <cx:pt idx="31856">91.769999999999996</cx:pt>
          <cx:pt idx="31857">77.579999999999998</cx:pt>
          <cx:pt idx="31858">97.480000000000004</cx:pt>
          <cx:pt idx="31859">79.980000000000004</cx:pt>
          <cx:pt idx="31860">75.219999999999999</cx:pt>
          <cx:pt idx="31861">99.180000000000007</cx:pt>
          <cx:pt idx="31862">99.980000000000004</cx:pt>
          <cx:pt idx="31863">98.980000000000004</cx:pt>
          <cx:pt idx="31864">89.980000000000004</cx:pt>
          <cx:pt idx="31865">89.980000000000004</cx:pt>
          <cx:pt idx="31866">82.980000000000004</cx:pt>
          <cx:pt idx="31867">85.980000000000004</cx:pt>
          <cx:pt idx="31868">80.540000000000006</cx:pt>
          <cx:pt idx="31869">79.980000000000004</cx:pt>
          <cx:pt idx="31870">99.980000000000004</cx:pt>
          <cx:pt idx="31871">98.980000000000004</cx:pt>
          <cx:pt idx="31872">81.980000000000004</cx:pt>
          <cx:pt idx="31873">94.069999999999993</cx:pt>
          <cx:pt idx="31874">74.980000000000004</cx:pt>
          <cx:pt idx="31875">71.980000000000004</cx:pt>
          <cx:pt idx="31876">71.980000000000004</cx:pt>
          <cx:pt idx="31877">114.95</cx:pt>
          <cx:pt idx="31878">17.489999999999998</cx:pt>
          <cx:pt idx="31879">87.969999999999999</cx:pt>
          <cx:pt idx="31880">107.28</cx:pt>
          <cx:pt idx="31881">113.97</cx:pt>
          <cx:pt idx="31882">64.980000000000004</cx:pt>
          <cx:pt idx="31883">50.979999999999997</cx:pt>
          <cx:pt idx="31884">55.979999999999997</cx:pt>
          <cx:pt idx="31885">59.979999999999997</cx:pt>
          <cx:pt idx="31886">57.979999999999997</cx:pt>
          <cx:pt idx="31887">57.979999999999997</cx:pt>
          <cx:pt idx="31888">115.95999999999999</cx:pt>
          <cx:pt idx="31889">169.97999999999999</cx:pt>
          <cx:pt idx="31890">75.180000000000007</cx:pt>
          <cx:pt idx="31891">84.989999999999995</cx:pt>
          <cx:pt idx="31892">131.97999999999999</cx:pt>
          <cx:pt idx="31893">92.239999999999995</cx:pt>
          <cx:pt idx="31894">131.97999999999999</cx:pt>
          <cx:pt idx="31895">183.97</cx:pt>
          <cx:pt idx="31896">134.94</cx:pt>
          <cx:pt idx="31897">121.98</cx:pt>
          <cx:pt idx="31898">84.989999999999995</cx:pt>
          <cx:pt idx="31899">149.97999999999999</cx:pt>
          <cx:pt idx="31900">169.91</cx:pt>
          <cx:pt idx="31901">49.990000000000002</cx:pt>
          <cx:pt idx="31902">169.97999999999999</cx:pt>
          <cx:pt idx="31903">84.989999999999995</cx:pt>
          <cx:pt idx="31904">76.489999999999995</cx:pt>
          <cx:pt idx="31905">169.97999999999999</cx:pt>
          <cx:pt idx="31906">148.97</cx:pt>
          <cx:pt idx="31907">169.97999999999999</cx:pt>
          <cx:pt idx="31908">53.979999999999997</cx:pt>
          <cx:pt idx="31909">59.979999999999997</cx:pt>
          <cx:pt idx="31910">53.979999999999997</cx:pt>
          <cx:pt idx="31911">59.979999999999997</cx:pt>
          <cx:pt idx="31912">53.979999999999997</cx:pt>
          <cx:pt idx="31913">59.979999999999997</cx:pt>
          <cx:pt idx="31914">59.979999999999997</cx:pt>
          <cx:pt idx="31915">53.979999999999997</cx:pt>
          <cx:pt idx="31916">53.979999999999997</cx:pt>
          <cx:pt idx="31917">59.979999999999997</cx:pt>
          <cx:pt idx="31918">164.93000000000001</cx:pt>
          <cx:pt idx="31919">152.97999999999999</cx:pt>
          <cx:pt idx="31920">169.97999999999999</cx:pt>
          <cx:pt idx="31921">164.56</cx:pt>
          <cx:pt idx="31922">166.58000000000001</cx:pt>
          <cx:pt idx="31923">169.97999999999999</cx:pt>
          <cx:pt idx="31924">169.97999999999999</cx:pt>
          <cx:pt idx="31925">163.28</cx:pt>
          <cx:pt idx="31926">169.97999999999999</cx:pt>
          <cx:pt idx="31927">164.88</cx:pt>
          <cx:pt idx="31928">159.97999999999999</cx:pt>
          <cx:pt idx="31929">169.97999999999999</cx:pt>
          <cx:pt idx="31930">169.97999999999999</cx:pt>
          <cx:pt idx="31931">201.96000000000001</cx:pt>
          <cx:pt idx="31932">55.979999999999997</cx:pt>
          <cx:pt idx="31933">31.93</cx:pt>
          <cx:pt idx="31934">70.969999999999999</cx:pt>
          <cx:pt idx="31935">116.97</cx:pt>
          <cx:pt idx="31936">53.979999999999997</cx:pt>
          <cx:pt idx="31937">51.479999999999997</cx:pt>
          <cx:pt idx="31938">62.899999999999999</cx:pt>
          <cx:pt idx="31939">62.899999999999999</cx:pt>
          <cx:pt idx="31940">26.289999999999999</cx:pt>
          <cx:pt idx="31941">113.94</cx:pt>
          <cx:pt idx="31942">116.95999999999999</cx:pt>
          <cx:pt idx="31943">324.01999999999998</cx:pt>
          <cx:pt idx="31944">376.13999999999999</cx:pt>
          <cx:pt idx="31945">131.97999999999999</cx:pt>
          <cx:pt idx="31946">339.95999999999998</cx:pt>
          <cx:pt idx="31947">297.47000000000003</cx:pt>
          <cx:pt idx="31948">305.95999999999998</cx:pt>
          <cx:pt idx="31949">172.97</cx:pt>
          <cx:pt idx="31950">125.79000000000001</cx:pt>
          <cx:pt idx="31951">125.79000000000001</cx:pt>
          <cx:pt idx="31952">116.95</cx:pt>
          <cx:pt idx="31953">125.79000000000001</cx:pt>
          <cx:pt idx="31954">55.969999999999999</cx:pt>
          <cx:pt idx="31955">49.469999999999999</cx:pt>
          <cx:pt idx="31956">59.960000000000001</cx:pt>
          <cx:pt idx="31957">61.960000000000001</cx:pt>
          <cx:pt idx="31958">135.5</cx:pt>
          <cx:pt idx="31959">147.59999999999999</cx:pt>
          <cx:pt idx="31960">147.59999999999999</cx:pt>
          <cx:pt idx="31961">147.59999999999999</cx:pt>
          <cx:pt idx="31962">147.59999999999999</cx:pt>
          <cx:pt idx="31963">147.59999999999999</cx:pt>
          <cx:pt idx="31964">147.59999999999999</cx:pt>
          <cx:pt idx="31965">147.59999999999999</cx:pt>
          <cx:pt idx="31966">147.59999999999999</cx:pt>
          <cx:pt idx="31967">137.43000000000001</cx:pt>
          <cx:pt idx="31968">100.39</cx:pt>
          <cx:pt idx="31969">75.870000000000005</cx:pt>
          <cx:pt idx="31970">49.590000000000003</cx:pt>
          <cx:pt idx="31971">66.540000000000006</cx:pt>
          <cx:pt idx="31972">59.969999999999999</cx:pt>
          <cx:pt idx="31973">59.969999999999999</cx:pt>
          <cx:pt idx="31974">84.989999999999995</cx:pt>
          <cx:pt idx="31975">84.989999999999995</cx:pt>
          <cx:pt idx="31976">53.759999999999998</cx:pt>
          <cx:pt idx="31977">53.759999999999998</cx:pt>
          <cx:pt idx="31978">46.490000000000002</cx:pt>
          <cx:pt idx="31979">55.979999999999997</cx:pt>
          <cx:pt idx="31980">57.979999999999997</cx:pt>
          <cx:pt idx="31981">55.979999999999997</cx:pt>
          <cx:pt idx="31982">46.490000000000002</cx:pt>
          <cx:pt idx="31983">57.979999999999997</cx:pt>
          <cx:pt idx="31984">62.469999999999999</cx:pt>
          <cx:pt idx="31985">62.979999999999997</cx:pt>
          <cx:pt idx="31986">125.19</cx:pt>
          <cx:pt idx="31987">61.689999999999998</cx:pt>
          <cx:pt idx="31988">63.5</cx:pt>
          <cx:pt idx="31989">50.479999999999997</cx:pt>
          <cx:pt idx="31990">54.380000000000003</cx:pt>
          <cx:pt idx="31991">46.289999999999999</cx:pt>
          <cx:pt idx="31992">292.68000000000001</cx:pt>
          <cx:pt idx="31993">128.24000000000001</cx:pt>
          <cx:pt idx="31994">287.93000000000001</cx:pt>
          <cx:pt idx="31995">274.61000000000001</cx:pt>
          <cx:pt idx="31996">260.13</cx:pt>
          <cx:pt idx="31997">389.44999999999999</cx:pt>
          <cx:pt idx="31998">125.08</cx:pt>
          <cx:pt idx="31999">69.269999999999996</cx:pt>
          <cx:pt idx="32000">51.979999999999997</cx:pt>
          <cx:pt idx="32001">123.95999999999999</cx:pt>
          <cx:pt idx="32002">114.17</cx:pt>
          <cx:pt idx="32003">114.37</cx:pt>
          <cx:pt idx="32004">79.980000000000004</cx:pt>
          <cx:pt idx="32005">59.969999999999999</cx:pt>
          <cx:pt idx="32006">55.159999999999997</cx:pt>
          <cx:pt idx="32007">82.069999999999993</cx:pt>
          <cx:pt idx="32008">80.049999999999997</cx:pt>
          <cx:pt idx="32009">67.980000000000004</cx:pt>
          <cx:pt idx="32010">107.97</cx:pt>
          <cx:pt idx="32011">85.980000000000004</cx:pt>
          <cx:pt idx="32012">58.25</cx:pt>
          <cx:pt idx="32013">65.989999999999995</cx:pt>
          <cx:pt idx="32014">51.979999999999997</cx:pt>
          <cx:pt idx="32015">59.979999999999997</cx:pt>
          <cx:pt idx="32016">65.989999999999995</cx:pt>
          <cx:pt idx="32017">64.980000000000004</cx:pt>
          <cx:pt idx="32018">58.969999999999999</cx:pt>
          <cx:pt idx="32019">57.649999999999999</cx:pt>
          <cx:pt idx="32020">84.980000000000004</cx:pt>
          <cx:pt idx="32021">65.989999999999995</cx:pt>
          <cx:pt idx="32022">65.989999999999995</cx:pt>
          <cx:pt idx="32023">54.969999999999999</cx:pt>
          <cx:pt idx="32024">72.980000000000004</cx:pt>
          <cx:pt idx="32025">68.989999999999995</cx:pt>
          <cx:pt idx="32026">62.890000000000001</cx:pt>
          <cx:pt idx="32027">98.969999999999999</cx:pt>
          <cx:pt idx="32028">79.980000000000004</cx:pt>
          <cx:pt idx="32029">26.379999999999999</cx:pt>
          <cx:pt idx="32030">42.729999999999997</cx:pt>
          <cx:pt idx="32031">21.489999999999998</cx:pt>
          <cx:pt idx="32032">113.97</cx:pt>
          <cx:pt idx="32033">114.98</cx:pt>
          <cx:pt idx="32034">59.979999999999997</cx:pt>
          <cx:pt idx="32035">53.979999999999997</cx:pt>
          <cx:pt idx="32036">114.97</cx:pt>
          <cx:pt idx="32037">74.989999999999995</cx:pt>
          <cx:pt idx="32038">60.990000000000002</cx:pt>
          <cx:pt idx="32039">159.97999999999999</cx:pt>
          <cx:pt idx="32040">91.769999999999996</cx:pt>
          <cx:pt idx="32041">60.990000000000002</cx:pt>
          <cx:pt idx="32042">60.990000000000002</cx:pt>
          <cx:pt idx="32043">79.989999999999995</cx:pt>
          <cx:pt idx="32044">99.980000000000004</cx:pt>
          <cx:pt idx="32045">149.97999999999999</cx:pt>
          <cx:pt idx="32046">161.86000000000001</cx:pt>
          <cx:pt idx="32047">65.989999999999995</cx:pt>
          <cx:pt idx="32048">98.980000000000004</cx:pt>
          <cx:pt idx="32049">79.989999999999995</cx:pt>
          <cx:pt idx="32050">156.96000000000001</cx:pt>
          <cx:pt idx="32051">79.989999999999995</cx:pt>
          <cx:pt idx="32052">60.990000000000002</cx:pt>
          <cx:pt idx="32053">79.989999999999995</cx:pt>
          <cx:pt idx="32054">79.989999999999995</cx:pt>
          <cx:pt idx="32055">147.47</cx:pt>
          <cx:pt idx="32056">109.97</cx:pt>
          <cx:pt idx="32057">79.989999999999995</cx:pt>
          <cx:pt idx="32058">79.989999999999995</cx:pt>
          <cx:pt idx="32059">55.439999999999998</cx:pt>
          <cx:pt idx="32060">154.97999999999999</cx:pt>
          <cx:pt idx="32061">114.97</cx:pt>
          <cx:pt idx="32062">106.28</cx:pt>
          <cx:pt idx="32063">51.289999999999999</cx:pt>
          <cx:pt idx="32064">46.289999999999999</cx:pt>
          <cx:pt idx="32065">46.289999999999999</cx:pt>
          <cx:pt idx="32066">51.289999999999999</cx:pt>
          <cx:pt idx="32067">31.280000000000001</cx:pt>
          <cx:pt idx="32068">112.97</cx:pt>
          <cx:pt idx="32069">60.829999999999998</cx:pt>
          <cx:pt idx="32070">84.989999999999995</cx:pt>
          <cx:pt idx="32071">84.989999999999995</cx:pt>
          <cx:pt idx="32072">98.980000000000004</cx:pt>
          <cx:pt idx="32073">65.989999999999995</cx:pt>
          <cx:pt idx="32074">131.97999999999999</cx:pt>
          <cx:pt idx="32075">59.390000000000001</cx:pt>
          <cx:pt idx="32076">105.98</cx:pt>
          <cx:pt idx="32077">98.319999999999993</cx:pt>
          <cx:pt idx="32078">99.980000000000004</cx:pt>
          <cx:pt idx="32079">84.989999999999995</cx:pt>
          <cx:pt idx="32080">95.969999999999999</cx:pt>
          <cx:pt idx="32081">59.960000000000001</cx:pt>
          <cx:pt idx="32082">54.979999999999997</cx:pt>
          <cx:pt idx="32083">112.95999999999999</cx:pt>
          <cx:pt idx="32084">51.490000000000002</cx:pt>
          <cx:pt idx="32085">44.270000000000003</cx:pt>
          <cx:pt idx="32086">59.960000000000001</cx:pt>
          <cx:pt idx="32087">40.229999999999997</cx:pt>
          <cx:pt idx="32088">58.960000000000001</cx:pt>
          <cx:pt idx="32089">53.969999999999999</cx:pt>
          <cx:pt idx="32090">56.969999999999999</cx:pt>
          <cx:pt idx="32091">69.989999999999995</cx:pt>
          <cx:pt idx="32092">63.880000000000003</cx:pt>
          <cx:pt idx="32093">67.840000000000003</cx:pt>
          <cx:pt idx="32094">195.47</cx:pt>
          <cx:pt idx="32095">279.85000000000002</cx:pt>
          <cx:pt idx="32096">62.899999999999999</cx:pt>
          <cx:pt idx="32097">61.689999999999998</cx:pt>
          <cx:pt idx="32098">124.59</cx:pt>
          <cx:pt idx="32099">124.59</cx:pt>
          <cx:pt idx="32100">124.56999999999999</cx:pt>
          <cx:pt idx="32101">70.980000000000004</cx:pt>
          <cx:pt idx="32102">42.990000000000002</cx:pt>
          <cx:pt idx="32103">49.469999999999999</cx:pt>
          <cx:pt idx="32104">5.9800000000000004</cx:pt>
          <cx:pt idx="32105">54.979999999999997</cx:pt>
          <cx:pt idx="32106">52.979999999999997</cx:pt>
          <cx:pt idx="32107">65.299999999999997</cx:pt>
          <cx:pt idx="32108">241.94999999999999</cx:pt>
          <cx:pt idx="32109">200.81999999999999</cx:pt>
          <cx:pt idx="32110">152.44</cx:pt>
          <cx:pt idx="32111">171.75999999999999</cx:pt>
          <cx:pt idx="32112">214.77000000000001</cx:pt>
          <cx:pt idx="32113">193.55000000000001</cx:pt>
          <cx:pt idx="32114">152.91</cx:pt>
          <cx:pt idx="32115">56.969999999999999</cx:pt>
          <cx:pt idx="32116">58.479999999999997</cx:pt>
          <cx:pt idx="32117">55.969999999999999</cx:pt>
          <cx:pt idx="32118">112.48</cx:pt>
          <cx:pt idx="32119">112.45999999999999</cx:pt>
          <cx:pt idx="32120">84.989999999999995</cx:pt>
          <cx:pt idx="32121">60.829999999999998</cx:pt>
          <cx:pt idx="32122">84.989999999999995</cx:pt>
          <cx:pt idx="32123">15.289999999999999</cx:pt>
          <cx:pt idx="32124">85.980000000000004</cx:pt>
          <cx:pt idx="32125">59.990000000000002</cx:pt>
          <cx:pt idx="32126">75.090000000000003</cx:pt>
          <cx:pt idx="32127">65.989999999999995</cx:pt>
          <cx:pt idx="32128">84.989999999999995</cx:pt>
          <cx:pt idx="32129">84.989999999999995</cx:pt>
          <cx:pt idx="32130">84.989999999999995</cx:pt>
          <cx:pt idx="32131">84.989999999999995</cx:pt>
          <cx:pt idx="32132">31.280000000000001</cx:pt>
          <cx:pt idx="32133">103.37</cx:pt>
          <cx:pt idx="32134">112.31999999999999</cx:pt>
          <cx:pt idx="32135">122.97</cx:pt>
          <cx:pt idx="32136">59.990000000000002</cx:pt>
          <cx:pt idx="32137">59.990000000000002</cx:pt>
          <cx:pt idx="32138">59.979999999999997</cx:pt>
          <cx:pt idx="32139">59.979999999999997</cx:pt>
          <cx:pt idx="32140">53.990000000000002</cx:pt>
          <cx:pt idx="32141">243.96000000000001</cx:pt>
          <cx:pt idx="32142">159.97999999999999</cx:pt>
          <cx:pt idx="32143">159.97999999999999</cx:pt>
          <cx:pt idx="32144">173.97</cx:pt>
          <cx:pt idx="32145">93.980000000000004</cx:pt>
          <cx:pt idx="32146">182.37</cx:pt>
          <cx:pt idx="32147">173.97</cx:pt>
          <cx:pt idx="32148">159.97999999999999</cx:pt>
          <cx:pt idx="32149">159.97999999999999</cx:pt>
          <cx:pt idx="32150">132.34</cx:pt>
          <cx:pt idx="32151">159.97999999999999</cx:pt>
          <cx:pt idx="32152">121.98</cx:pt>
          <cx:pt idx="32153">113.97</cx:pt>
          <cx:pt idx="32154">113.97</cx:pt>
          <cx:pt idx="32155">113.97</cx:pt>
          <cx:pt idx="32156">53.979999999999997</cx:pt>
          <cx:pt idx="32157">177.24000000000001</cx:pt>
          <cx:pt idx="32158">183.91999999999999</cx:pt>
          <cx:pt idx="32159">259.37</cx:pt>
          <cx:pt idx="32160">176.78999999999999</cx:pt>
          <cx:pt idx="32161">274.88999999999999</cx:pt>
          <cx:pt idx="32162">183.91999999999999</cx:pt>
          <cx:pt idx="32163">183.91999999999999</cx:pt>
          <cx:pt idx="32164">160.93000000000001</cx:pt>
          <cx:pt idx="32165">269.91000000000003</cx:pt>
          <cx:pt idx="32166">269.91000000000003</cx:pt>
          <cx:pt idx="32167">112.95999999999999</cx:pt>
          <cx:pt idx="32168">53.979999999999997</cx:pt>
          <cx:pt idx="32169">59.979999999999997</cx:pt>
          <cx:pt idx="32170">51.990000000000002</cx:pt>
          <cx:pt idx="32171">19.940000000000001</cx:pt>
          <cx:pt idx="32172">19.940000000000001</cx:pt>
          <cx:pt idx="32173">51.990000000000002</cx:pt>
          <cx:pt idx="32174">51.990000000000002</cx:pt>
          <cx:pt idx="32175">42.5</cx:pt>
          <cx:pt idx="32176">42.5</cx:pt>
          <cx:pt idx="32177">19.940000000000001</cx:pt>
          <cx:pt idx="32178">19.940000000000001</cx:pt>
          <cx:pt idx="32179">51.990000000000002</cx:pt>
          <cx:pt idx="32180">20.289999999999999</cx:pt>
          <cx:pt idx="32181">42.5</cx:pt>
          <cx:pt idx="32182">20.289999999999999</cx:pt>
          <cx:pt idx="32183">20.289999999999999</cx:pt>
          <cx:pt idx="32184">42.5</cx:pt>
          <cx:pt idx="32185">20.289999999999999</cx:pt>
          <cx:pt idx="32186">70.469999999999999</cx:pt>
          <cx:pt idx="32187">19.989999999999998</cx:pt>
          <cx:pt idx="32188">65.989999999999995</cx:pt>
          <cx:pt idx="32189">56.969999999999999</cx:pt>
          <cx:pt idx="32190">111.95999999999999</cx:pt>
          <cx:pt idx="32191">59.969999999999999</cx:pt>
          <cx:pt idx="32192">56.969999999999999</cx:pt>
          <cx:pt idx="32193">55.979999999999997</cx:pt>
          <cx:pt idx="32194">55.979999999999997</cx:pt>
          <cx:pt idx="32195">177.83000000000001</cx:pt>
          <cx:pt idx="32196">184.97</cx:pt>
          <cx:pt idx="32197">209.28999999999999</cx:pt>
          <cx:pt idx="32198">129.96000000000001</cx:pt>
          <cx:pt idx="32199">87.099999999999994</cx:pt>
          <cx:pt idx="32200">-184.97</cx:pt>
          <cx:pt idx="32201">159.69999999999999</cx:pt>
          <cx:pt idx="32202">56.969999999999999</cx:pt>
          <cx:pt idx="32203">55.979999999999997</cx:pt>
          <cx:pt idx="32204">55.979999999999997</cx:pt>
          <cx:pt idx="32205">111.95999999999999</cx:pt>
          <cx:pt idx="32206">111.95999999999999</cx:pt>
          <cx:pt idx="32207">55.979999999999997</cx:pt>
          <cx:pt idx="32208">55.979999999999997</cx:pt>
          <cx:pt idx="32209">55.979999999999997</cx:pt>
          <cx:pt idx="32210">55.979999999999997</cx:pt>
          <cx:pt idx="32211">113.94</cx:pt>
          <cx:pt idx="32212">168.28</cx:pt>
          <cx:pt idx="32213">56.090000000000003</cx:pt>
          <cx:pt idx="32214">99.189999999999998</cx:pt>
          <cx:pt idx="32215">65.989999999999995</cx:pt>
          <cx:pt idx="32216">64.390000000000001</cx:pt>
          <cx:pt idx="32217">169.97999999999999</cx:pt>
          <cx:pt idx="32218">168.08000000000001</cx:pt>
          <cx:pt idx="32219">168.97</cx:pt>
          <cx:pt idx="32220">111.95</cx:pt>
          <cx:pt idx="32221">54.979999999999997</cx:pt>
          <cx:pt idx="32222">59.969999999999999</cx:pt>
          <cx:pt idx="32223">27.48</cx:pt>
          <cx:pt idx="32224">75.980000000000004</cx:pt>
          <cx:pt idx="32225">59.960000000000001</cx:pt>
          <cx:pt idx="32226">59.960000000000001</cx:pt>
          <cx:pt idx="32227">59.960000000000001</cx:pt>
          <cx:pt idx="32228">59.960000000000001</cx:pt>
          <cx:pt idx="32229">59.960000000000001</cx:pt>
          <cx:pt idx="32230">54.979999999999997</cx:pt>
          <cx:pt idx="32231">59.950000000000003</cx:pt>
          <cx:pt idx="32232">55.969999999999999</cx:pt>
          <cx:pt idx="32233">47.479999999999997</cx:pt>
          <cx:pt idx="32234">47.479999999999997</cx:pt>
          <cx:pt idx="32235">55.969999999999999</cx:pt>
          <cx:pt idx="32236">20.489999999999998</cx:pt>
          <cx:pt idx="32237">65.989999999999995</cx:pt>
          <cx:pt idx="32238">65.989999999999995</cx:pt>
          <cx:pt idx="32239">65.989999999999995</cx:pt>
          <cx:pt idx="32240">10.49</cx:pt>
          <cx:pt idx="32241">55.969999999999999</cx:pt>
          <cx:pt idx="32242">62.969999999999999</cx:pt>
          <cx:pt idx="32243">84.980000000000004</cx:pt>
          <cx:pt idx="32244">49.149999999999999</cx:pt>
          <cx:pt idx="32245">68.980000000000004</cx:pt>
          <cx:pt idx="32246">65.989999999999995</cx:pt>
          <cx:pt idx="32247">39.479999999999997</cx:pt>
          <cx:pt idx="32248">65.989999999999995</cx:pt>
          <cx:pt idx="32249">65.989999999999995</cx:pt>
          <cx:pt idx="32250">111.95999999999999</cx:pt>
          <cx:pt idx="32251">59.960000000000001</cx:pt>
          <cx:pt idx="32252">53.960000000000001</cx:pt>
          <cx:pt idx="32253">33.280000000000001</cx:pt>
          <cx:pt idx="32254">59.979999999999997</cx:pt>
          <cx:pt idx="32255">111.95999999999999</cx:pt>
          <cx:pt idx="32256">19.489999999999998</cx:pt>
          <cx:pt idx="32257">19.489999999999998</cx:pt>
          <cx:pt idx="32258">19.489999999999998</cx:pt>
          <cx:pt idx="32259">59.960000000000001</cx:pt>
          <cx:pt idx="32260">43.479999999999997</cx:pt>
          <cx:pt idx="32261">55.960000000000001</cx:pt>
          <cx:pt idx="32262">55.960000000000001</cx:pt>
          <cx:pt idx="32263">79.980000000000004</cx:pt>
          <cx:pt idx="32264">112.95999999999999</cx:pt>
          <cx:pt idx="32265">77.379999999999995</cx:pt>
          <cx:pt idx="32266">51.490000000000002</cx:pt>
          <cx:pt idx="32267">50.460000000000001</cx:pt>
          <cx:pt idx="32268">50.460000000000001</cx:pt>
          <cx:pt idx="32269">51.490000000000002</cx:pt>
          <cx:pt idx="32270">51.759999999999998</cx:pt>
          <cx:pt idx="32271">51.759999999999998</cx:pt>
          <cx:pt idx="32272">123.38</cx:pt>
          <cx:pt idx="32273">123.38</cx:pt>
          <cx:pt idx="32274">65.980000000000004</cx:pt>
          <cx:pt idx="32275">111.56999999999999</cx:pt>
          <cx:pt idx="32276">111.56</cx:pt>
          <cx:pt idx="32277">65.989999999999995</cx:pt>
          <cx:pt idx="32278">89.969999999999999</cx:pt>
          <cx:pt idx="32279">84.989999999999995</cx:pt>
          <cx:pt idx="32280">84.989999999999995</cx:pt>
          <cx:pt idx="32281">84.989999999999995</cx:pt>
          <cx:pt idx="32282">89.969999999999999</cx:pt>
          <cx:pt idx="32283">100.98</cx:pt>
          <cx:pt idx="32284">47.490000000000002</cx:pt>
          <cx:pt idx="32285">99.980000000000004</cx:pt>
          <cx:pt idx="32286">105.98</cx:pt>
          <cx:pt idx="32287">164.28</cx:pt>
          <cx:pt idx="32288">99.980000000000004</cx:pt>
          <cx:pt idx="32289">169.97999999999999</cx:pt>
          <cx:pt idx="32290">217.46000000000001</cx:pt>
          <cx:pt idx="32291">84.989999999999995</cx:pt>
          <cx:pt idx="32292">89.969999999999999</cx:pt>
          <cx:pt idx="32293">89.969999999999999</cx:pt>
          <cx:pt idx="32294">74.379999999999995</cx:pt>
          <cx:pt idx="32295">89.969999999999999</cx:pt>
          <cx:pt idx="32296">89.969999999999999</cx:pt>
          <cx:pt idx="32297">123.97</cx:pt>
          <cx:pt idx="32298">89.969999999999999</cx:pt>
          <cx:pt idx="32299">80.980000000000004</cx:pt>
          <cx:pt idx="32300">127.95999999999999</cx:pt>
          <cx:pt idx="32301">123.12</cx:pt>
          <cx:pt idx="32302">111.47</cx:pt>
          <cx:pt idx="32303">61.390000000000001</cx:pt>
          <cx:pt idx="32304">51.979999999999997</cx:pt>
          <cx:pt idx="32305">51.450000000000003</cx:pt>
          <cx:pt idx="32306">59.960000000000001</cx:pt>
          <cx:pt idx="32307">147.96000000000001</cx:pt>
          <cx:pt idx="32308">58.020000000000003</cx:pt>
          <cx:pt idx="32309">97.980000000000004</cx:pt>
          <cx:pt idx="32310">121.98</cx:pt>
          <cx:pt idx="32311">101.06999999999999</cx:pt>
          <cx:pt idx="32312">108.75</cx:pt>
          <cx:pt idx="32313">84.980000000000004</cx:pt>
          <cx:pt idx="32314">76.489999999999995</cx:pt>
          <cx:pt idx="32315">107.03</cx:pt>
          <cx:pt idx="32316">97.980000000000004</cx:pt>
          <cx:pt idx="32317">84.989999999999995</cx:pt>
          <cx:pt idx="32318">110.97</cx:pt>
          <cx:pt idx="32319">97.340000000000003</cx:pt>
          <cx:pt idx="32320">147.96000000000001</cx:pt>
          <cx:pt idx="32321">145.97</cx:pt>
          <cx:pt idx="32322">56.969999999999999</cx:pt>
          <cx:pt idx="32323">64.989999999999995</cx:pt>
          <cx:pt idx="32324">55.920000000000002</cx:pt>
          <cx:pt idx="32325">55.920000000000002</cx:pt>
          <cx:pt idx="32326">53.979999999999997</cx:pt>
          <cx:pt idx="32327">67.969999999999999</cx:pt>
          <cx:pt idx="32328">59.939999999999998</cx:pt>
          <cx:pt idx="32329">51.380000000000003</cx:pt>
          <cx:pt idx="32330">64.989999999999995</cx:pt>
          <cx:pt idx="32331">59.990000000000002</cx:pt>
          <cx:pt idx="32332">65.989999999999995</cx:pt>
          <cx:pt idx="32333">125.38</cx:pt>
          <cx:pt idx="32334">65.989999999999995</cx:pt>
          <cx:pt idx="32335">65.989999999999995</cx:pt>
          <cx:pt idx="32336">99.519999999999996</cx:pt>
          <cx:pt idx="32337">65.989999999999995</cx:pt>
          <cx:pt idx="32338">65.989999999999995</cx:pt>
          <cx:pt idx="32339">91.969999999999999</cx:pt>
          <cx:pt idx="32340">78.170000000000002</cx:pt>
          <cx:pt idx="32341">103.97</cx:pt>
          <cx:pt idx="32342">99.980000000000004</cx:pt>
          <cx:pt idx="32343">56.969999999999999</cx:pt>
          <cx:pt idx="32344">121.67</cx:pt>
          <cx:pt idx="32345">53.979999999999997</cx:pt>
          <cx:pt idx="32346">58.979999999999997</cx:pt>
          <cx:pt idx="32347">52.979999999999997</cx:pt>
          <cx:pt idx="32348">58.979999999999997</cx:pt>
          <cx:pt idx="32349">254.97</cx:pt>
          <cx:pt idx="32350">150.18000000000001</cx:pt>
          <cx:pt idx="32351">188.96000000000001</cx:pt>
          <cx:pt idx="32352">213.96000000000001</cx:pt>
          <cx:pt idx="32353">339.94999999999999</cx:pt>
          <cx:pt idx="32354">257.18000000000001</cx:pt>
          <cx:pt idx="32355">339.94999999999999</cx:pt>
          <cx:pt idx="32356">254.97</cx:pt>
          <cx:pt idx="32357">177.94999999999999</cx:pt>
          <cx:pt idx="32358">55.960000000000001</cx:pt>
          <cx:pt idx="32359">55.990000000000002</cx:pt>
          <cx:pt idx="32360">51.490000000000002</cx:pt>
          <cx:pt idx="32361">50.979999999999997</cx:pt>
          <cx:pt idx="32362">110.98</cx:pt>
          <cx:pt idx="32363">110.95</cx:pt>
          <cx:pt idx="32364">43.990000000000002</cx:pt>
          <cx:pt idx="32365">58.479999999999997</cx:pt>
          <cx:pt idx="32366">27.98</cx:pt>
          <cx:pt idx="32367">24.48</cx:pt>
          <cx:pt idx="32368">54.969999999999999</cx:pt>
          <cx:pt idx="32369">73.980000000000004</cx:pt>
          <cx:pt idx="32370">50.979999999999997</cx:pt>
          <cx:pt idx="32371">59.979999999999997</cx:pt>
          <cx:pt idx="32372">39.100000000000001</cx:pt>
          <cx:pt idx="32373">41.939999999999998</cx:pt>
          <cx:pt idx="32374">-1.5</cx:pt>
          <cx:pt idx="32375">36.490000000000002</cx:pt>
          <cx:pt idx="32376">75.959999999999994</cx:pt>
          <cx:pt idx="32377">51.490000000000002</cx:pt>
          <cx:pt idx="32378">14.49</cx:pt>
          <cx:pt idx="32379">19.489999999999998</cx:pt>
          <cx:pt idx="32380">59.950000000000003</cx:pt>
          <cx:pt idx="32381">50.969999999999999</cx:pt>
          <cx:pt idx="32382">55.780000000000001</cx:pt>
          <cx:pt idx="32383">55.979999999999997</cx:pt>
          <cx:pt idx="32384">61.170000000000002</cx:pt>
          <cx:pt idx="32385">129.34</cx:pt>
          <cx:pt idx="32386">128.68000000000001</cx:pt>
          <cx:pt idx="32387">131.97999999999999</cx:pt>
          <cx:pt idx="32388">130.66</cx:pt>
          <cx:pt idx="32389">128.68000000000001</cx:pt>
          <cx:pt idx="32390">179.94</cx:pt>
          <cx:pt idx="32391">65.989999999999995</cx:pt>
          <cx:pt idx="32392">59.390000000000001</cx:pt>
          <cx:pt idx="32393">131.97999999999999</cx:pt>
          <cx:pt idx="32394">59.390000000000001</cx:pt>
          <cx:pt idx="32395">122.19</cx:pt>
          <cx:pt idx="32396">122.17</cx:pt>
          <cx:pt idx="32397">122.17</cx:pt>
          <cx:pt idx="32398">57.579999999999998</cx:pt>
          <cx:pt idx="32399">84.989999999999995</cx:pt>
          <cx:pt idx="32400">84.989999999999995</cx:pt>
          <cx:pt idx="32401">75.980000000000004</cx:pt>
          <cx:pt idx="32402">8.2899999999999991</cx:pt>
          <cx:pt idx="32403">84.989999999999995</cx:pt>
          <cx:pt idx="32404">84.989999999999995</cx:pt>
          <cx:pt idx="32405">84.989999999999995</cx:pt>
          <cx:pt idx="32406">88.980000000000004</cx:pt>
          <cx:pt idx="32407">56.979999999999997</cx:pt>
          <cx:pt idx="32408">65.989999999999995</cx:pt>
          <cx:pt idx="32409">22.289999999999999</cx:pt>
          <cx:pt idx="32410">84.989999999999995</cx:pt>
          <cx:pt idx="32411">89.980000000000004</cx:pt>
          <cx:pt idx="32412">16.289999999999999</cx:pt>
          <cx:pt idx="32413">68.989999999999995</cx:pt>
          <cx:pt idx="32414">124.97</cx:pt>
          <cx:pt idx="32415">68.989999999999995</cx:pt>
          <cx:pt idx="32416">84.989999999999995</cx:pt>
          <cx:pt idx="32417">51.289999999999999</cx:pt>
          <cx:pt idx="32418">68.989999999999995</cx:pt>
          <cx:pt idx="32419">68.989999999999995</cx:pt>
          <cx:pt idx="32420">65.189999999999998</cx:pt>
          <cx:pt idx="32421">84.989999999999995</cx:pt>
          <cx:pt idx="32422">12.76</cx:pt>
          <cx:pt idx="32423">65.989999999999995</cx:pt>
          <cx:pt idx="32424">94.980000000000004</cx:pt>
          <cx:pt idx="32425">84.989999999999995</cx:pt>
          <cx:pt idx="32426">112.45999999999999</cx:pt>
          <cx:pt idx="32427">59.960000000000001</cx:pt>
          <cx:pt idx="32428">54.979999999999997</cx:pt>
          <cx:pt idx="32429">55.979999999999997</cx:pt>
          <cx:pt idx="32430">120.97</cx:pt>
          <cx:pt idx="32431">120.97</cx:pt>
          <cx:pt idx="32432">120.95999999999999</cx:pt>
          <cx:pt idx="32433">59.979999999999997</cx:pt>
          <cx:pt idx="32434">50.479999999999997</cx:pt>
          <cx:pt idx="32435">79.980000000000004</cx:pt>
          <cx:pt idx="32436">53.979999999999997</cx:pt>
          <cx:pt idx="32437">65.989999999999995</cx:pt>
          <cx:pt idx="32438">79.849999999999994</cx:pt>
          <cx:pt idx="32439">79.260000000000005</cx:pt>
          <cx:pt idx="32440">94.980000000000004</cx:pt>
          <cx:pt idx="32441">53.979999999999997</cx:pt>
          <cx:pt idx="32442">57.579999999999998</cx:pt>
          <cx:pt idx="32443">113.97</cx:pt>
          <cx:pt idx="32444">94.980000000000004</cx:pt>
          <cx:pt idx="32445">-84.989999999999995</cx:pt>
          <cx:pt idx="32446">68.989999999999995</cx:pt>
          <cx:pt idx="32447">84.989999999999995</cx:pt>
          <cx:pt idx="32448">50.219999999999999</cx:pt>
          <cx:pt idx="32449">43.420000000000002</cx:pt>
          <cx:pt idx="32450">63.979999999999997</cx:pt>
          <cx:pt idx="32451">48.469999999999999</cx:pt>
          <cx:pt idx="32452">172.97</cx:pt>
          <cx:pt idx="32453">53.979999999999997</cx:pt>
          <cx:pt idx="32454">124.98</cx:pt>
          <cx:pt idx="32455">68.989999999999995</cx:pt>
          <cx:pt idx="32456">104.48</cx:pt>
          <cx:pt idx="32457">84.129999999999995</cx:pt>
          <cx:pt idx="32458">98.980000000000004</cx:pt>
          <cx:pt idx="32459">84.989999999999995</cx:pt>
          <cx:pt idx="32460">110.98</cx:pt>
          <cx:pt idx="32461">105.95</cx:pt>
          <cx:pt idx="32462">58.490000000000002</cx:pt>
          <cx:pt idx="32463">17.489999999999998</cx:pt>
          <cx:pt idx="32464">57.450000000000003</cx:pt>
          <cx:pt idx="32465">52.979999999999997</cx:pt>
          <cx:pt idx="32466">52.479999999999997</cx:pt>
          <cx:pt idx="32467">49.479999999999997</cx:pt>
          <cx:pt idx="32468">18.48</cx:pt>
          <cx:pt idx="32469">48.979999999999997</cx:pt>
          <cx:pt idx="32470">111.31999999999999</cx:pt>
          <cx:pt idx="32471">59.380000000000003</cx:pt>
          <cx:pt idx="32472">50.979999999999997</cx:pt>
          <cx:pt idx="32473">89.950000000000003</cx:pt>
          <cx:pt idx="32474">107.94</cx:pt>
          <cx:pt idx="32475">107.94</cx:pt>
          <cx:pt idx="32476">147.93000000000001</cx:pt>
          <cx:pt idx="32477">107.94</cx:pt>
          <cx:pt idx="32478">137.91999999999999</cx:pt>
          <cx:pt idx="32479">107.94</cx:pt>
          <cx:pt idx="32480">79.980000000000004</cx:pt>
          <cx:pt idx="32481">99.969999999999999</cx:pt>
          <cx:pt idx="32482">44.18</cx:pt>
          <cx:pt idx="32483">66.129999999999995</cx:pt>
          <cx:pt idx="32484">56.159999999999997</cx:pt>
          <cx:pt idx="32485">92.840000000000003</cx:pt>
          <cx:pt idx="32486">54.990000000000002</cx:pt>
          <cx:pt idx="32487">84.989999999999995</cx:pt>
          <cx:pt idx="32488">49.990000000000002</cx:pt>
          <cx:pt idx="32489">84.989999999999995</cx:pt>
          <cx:pt idx="32490">84.989999999999995</cx:pt>
          <cx:pt idx="32491">65.989999999999995</cx:pt>
          <cx:pt idx="32492">84.989999999999995</cx:pt>
          <cx:pt idx="32493">105.98</cx:pt>
          <cx:pt idx="32494">84.989999999999995</cx:pt>
          <cx:pt idx="32495">84.989999999999995</cx:pt>
          <cx:pt idx="32496">80.980000000000004</cx:pt>
          <cx:pt idx="32497">99.980000000000004</cx:pt>
          <cx:pt idx="32498">84.989999999999995</cx:pt>
          <cx:pt idx="32499">84.989999999999995</cx:pt>
          <cx:pt idx="32500">84.989999999999995</cx:pt>
          <cx:pt idx="32501">84.989999999999995</cx:pt>
          <cx:pt idx="32502">80.980000000000004</cx:pt>
          <cx:pt idx="32503">59.979999999999997</cx:pt>
          <cx:pt idx="32504">84.989999999999995</cx:pt>
          <cx:pt idx="32505">65.989999999999995</cx:pt>
          <cx:pt idx="32506">80.980000000000004</cx:pt>
          <cx:pt idx="32507">84.989999999999995</cx:pt>
          <cx:pt idx="32508">84.989999999999995</cx:pt>
          <cx:pt idx="32509">84.989999999999995</cx:pt>
          <cx:pt idx="32510">80.980000000000004</cx:pt>
          <cx:pt idx="32511">84.989999999999995</cx:pt>
          <cx:pt idx="32512">84.989999999999995</cx:pt>
          <cx:pt idx="32513">84.989999999999995</cx:pt>
          <cx:pt idx="32514">84.989999999999995</cx:pt>
          <cx:pt idx="32515">67.060000000000002</cx:pt>
          <cx:pt idx="32516">84.989999999999995</cx:pt>
          <cx:pt idx="32517">65.989999999999995</cx:pt>
          <cx:pt idx="32518">111.95999999999999</cx:pt>
          <cx:pt idx="32519">59.979999999999997</cx:pt>
          <cx:pt idx="32520">110.97</cx:pt>
          <cx:pt idx="32521">110.97</cx:pt>
          <cx:pt idx="32522">54.969999999999999</cx:pt>
          <cx:pt idx="32523">56.969999999999999</cx:pt>
          <cx:pt idx="32524">54.990000000000002</cx:pt>
          <cx:pt idx="32525">109.98</cx:pt>
          <cx:pt idx="32526">19.940000000000001</cx:pt>
          <cx:pt idx="32527">24.280000000000001</cx:pt>
          <cx:pt idx="32528">37.280000000000001</cx:pt>
          <cx:pt idx="32529">84.989999999999995</cx:pt>
          <cx:pt idx="32530">65.989999999999995</cx:pt>
          <cx:pt idx="32531">124.98</cx:pt>
          <cx:pt idx="32532">84.989999999999995</cx:pt>
          <cx:pt idx="32533">50.979999999999997</cx:pt>
          <cx:pt idx="32534">113.47</cx:pt>
          <cx:pt idx="32535">169.97999999999999</cx:pt>
          <cx:pt idx="32536">152.97999999999999</cx:pt>
          <cx:pt idx="32537">134.97999999999999</cx:pt>
          <cx:pt idx="32538">84.989999999999995</cx:pt>
          <cx:pt idx="32539">52.969999999999999</cx:pt>
          <cx:pt idx="32540">58.950000000000003</cx:pt>
          <cx:pt idx="32541">109.98</cx:pt>
          <cx:pt idx="32542">59.990000000000002</cx:pt>
          <cx:pt idx="32543">41.490000000000002</cx:pt>
          <cx:pt idx="32544">109.97</cx:pt>
          <cx:pt idx="32545">59.960000000000001</cx:pt>
          <cx:pt idx="32546">54.979999999999997</cx:pt>
          <cx:pt idx="32547">54.979999999999997</cx:pt>
          <cx:pt idx="32548">92.969999999999999</cx:pt>
          <cx:pt idx="32549">55.979999999999997</cx:pt>
          <cx:pt idx="32550">53.979999999999997</cx:pt>
          <cx:pt idx="32551">72.969999999999999</cx:pt>
          <cx:pt idx="32552">195.87</cx:pt>
          <cx:pt idx="32553">95.920000000000002</cx:pt>
          <cx:pt idx="32554">257.30000000000001</cx:pt>
          <cx:pt idx="32555">151.90000000000001</cx:pt>
          <cx:pt idx="32556">67.420000000000002</cx:pt>
          <cx:pt idx="32557">221.88</cx:pt>
          <cx:pt idx="32558">151.90000000000001</cx:pt>
          <cx:pt idx="32559">95.920000000000002</cx:pt>
          <cx:pt idx="32560">131.91</cx:pt>
          <cx:pt idx="32561">95.920000000000002</cx:pt>
          <cx:pt idx="32562">186.88999999999999</cx:pt>
          <cx:pt idx="32563">101.93000000000001</cx:pt>
          <cx:pt idx="32564">255.84</cx:pt>
          <cx:pt idx="32565">109.95999999999999</cx:pt>
          <cx:pt idx="32566">109.98</cx:pt>
          <cx:pt idx="32567">109.98</cx:pt>
          <cx:pt idx="32568">109.98</cx:pt>
          <cx:pt idx="32569">109.95</cx:pt>
          <cx:pt idx="32570">282.94999999999999</cx:pt>
          <cx:pt idx="32571">244.69999999999999</cx:pt>
          <cx:pt idx="32572">169.97999999999999</cx:pt>
          <cx:pt idx="32573">339.95999999999998</cx:pt>
          <cx:pt idx="32574">162.33000000000001</cx:pt>
          <cx:pt idx="32575">101.48</cx:pt>
          <cx:pt idx="32576">109.98</cx:pt>
          <cx:pt idx="32577">194.97</cx:pt>
          <cx:pt idx="32578">-84.989999999999995</cx:pt>
          <cx:pt idx="32579">109.98</cx:pt>
          <cx:pt idx="32580">109.97</cx:pt>
          <cx:pt idx="32581">54.990000000000002</cx:pt>
          <cx:pt idx="32582">54.990000000000002</cx:pt>
          <cx:pt idx="32583">67.469999999999999</cx:pt>
          <cx:pt idx="32584">109.97</cx:pt>
          <cx:pt idx="32585">67.469999999999999</cx:pt>
          <cx:pt idx="32586">169.97999999999999</cx:pt>
          <cx:pt idx="32587">303.57999999999998</cx:pt>
          <cx:pt idx="32588">229.93000000000001</cx:pt>
          <cx:pt idx="32589">168.34</cx:pt>
          <cx:pt idx="32590">84.989999999999995</cx:pt>
          <cx:pt idx="32591">212.97</cx:pt>
          <cx:pt idx="32592">279.94999999999999</cx:pt>
          <cx:pt idx="32593">119.95999999999999</cx:pt>
          <cx:pt idx="32594">249.94999999999999</cx:pt>
          <cx:pt idx="32595">26.489999999999998</cx:pt>
          <cx:pt idx="32596">26.489999999999998</cx:pt>
          <cx:pt idx="32597">31.489999999999998</cx:pt>
          <cx:pt idx="32598">109.97</cx:pt>
          <cx:pt idx="32599">109.98</cx:pt>
          <cx:pt idx="32600">109.97</cx:pt>
          <cx:pt idx="32601">54.979999999999997</cx:pt>
          <cx:pt idx="32602">46.490000000000002</cx:pt>
          <cx:pt idx="32603">51.479999999999997</cx:pt>
          <cx:pt idx="32604">41.469999999999999</cx:pt>
          <cx:pt idx="32605">109.95999999999999</cx:pt>
          <cx:pt idx="32606">54.979999999999997</cx:pt>
          <cx:pt idx="32607">54.979999999999997</cx:pt>
          <cx:pt idx="32608">169.97999999999999</cx:pt>
          <cx:pt idx="32609">169.97999999999999</cx:pt>
          <cx:pt idx="32610">52.229999999999997</cx:pt>
          <cx:pt idx="32611">169.97999999999999</cx:pt>
          <cx:pt idx="32612">84.989999999999995</cx:pt>
          <cx:pt idx="32613">52.229999999999997</cx:pt>
          <cx:pt idx="32614">84.989999999999995</cx:pt>
          <cx:pt idx="32615">169.97999999999999</cx:pt>
          <cx:pt idx="32616">159.97999999999999</cx:pt>
          <cx:pt idx="32617">169.97999999999999</cx:pt>
          <cx:pt idx="32618">158.80000000000001</cx:pt>
          <cx:pt idx="32619">169.97999999999999</cx:pt>
          <cx:pt idx="32620">169.97999999999999</cx:pt>
          <cx:pt idx="32621">64.950000000000003</cx:pt>
          <cx:pt idx="32622">169.97999999999999</cx:pt>
          <cx:pt idx="32623">64.950000000000003</cx:pt>
          <cx:pt idx="32624">169.97999999999999</cx:pt>
          <cx:pt idx="32625">159.28</cx:pt>
          <cx:pt idx="32626">169.97999999999999</cx:pt>
          <cx:pt idx="32627">75.959999999999994</cx:pt>
          <cx:pt idx="32628">158.80000000000001</cx:pt>
          <cx:pt idx="32629">254.97</cx:pt>
          <cx:pt idx="32630">159.28</cx:pt>
          <cx:pt idx="32631">169.97999999999999</cx:pt>
          <cx:pt idx="32632">169.97999999999999</cx:pt>
          <cx:pt idx="32633">169.97999999999999</cx:pt>
          <cx:pt idx="32634">169.97999999999999</cx:pt>
          <cx:pt idx="32635">254.97</cx:pt>
          <cx:pt idx="32636">159.97999999999999</cx:pt>
          <cx:pt idx="32637">75.959999999999994</cx:pt>
          <cx:pt idx="32638">41.479999999999997</cx:pt>
          <cx:pt idx="32639">59.969999999999999</cx:pt>
          <cx:pt idx="32640">75.959999999999994</cx:pt>
          <cx:pt idx="32641">21.239999999999998</cx:pt>
          <cx:pt idx="32642">16.489999999999998</cx:pt>
          <cx:pt idx="32643">17.239999999999998</cx:pt>
          <cx:pt idx="32644">54.979999999999997</cx:pt>
          <cx:pt idx="32645">63.969999999999999</cx:pt>
          <cx:pt idx="32646">37.469999999999999</cx:pt>
          <cx:pt idx="32647">21.48</cx:pt>
          <cx:pt idx="32648">21.48</cx:pt>
          <cx:pt idx="32649">11.49</cx:pt>
          <cx:pt idx="32650">21.48</cx:pt>
          <cx:pt idx="32651">21.48</cx:pt>
          <cx:pt idx="32652">21.48</cx:pt>
          <cx:pt idx="32653">21.48</cx:pt>
          <cx:pt idx="32654">11.49</cx:pt>
          <cx:pt idx="32655">109.78</cx:pt>
          <cx:pt idx="32656">100.95</cx:pt>
          <cx:pt idx="32657">84.140000000000001</cx:pt>
          <cx:pt idx="32658">114.97</cx:pt>
          <cx:pt idx="32659">155.36000000000001</cx:pt>
          <cx:pt idx="32660">191.94</cx:pt>
          <cx:pt idx="32661">84.989999999999995</cx:pt>
          <cx:pt idx="32662">83.290000000000006</cx:pt>
          <cx:pt idx="32663">252.44999999999999</cx:pt>
          <cx:pt idx="32664">169.13</cx:pt>
          <cx:pt idx="32665">167.43000000000001</cx:pt>
          <cx:pt idx="32666">129.96000000000001</cx:pt>
          <cx:pt idx="32667">84.140000000000001</cx:pt>
          <cx:pt idx="32668">65.989999999999995</cx:pt>
          <cx:pt idx="32669">191.94</cx:pt>
          <cx:pt idx="32670">83.370000000000005</cx:pt>
          <cx:pt idx="32671">246.94</cx:pt>
          <cx:pt idx="32672">169.97999999999999</cx:pt>
          <cx:pt idx="32673">110.67</cx:pt>
          <cx:pt idx="32674">32.509999999999998</cx:pt>
          <cx:pt idx="32675">79.060000000000002</cx:pt>
          <cx:pt idx="32676">61.18</cx:pt>
          <cx:pt idx="32677">40.490000000000002</cx:pt>
          <cx:pt idx="32678">120.98999999999999</cx:pt>
          <cx:pt idx="32679">120.98999999999999</cx:pt>
          <cx:pt idx="32680">120.98999999999999</cx:pt>
          <cx:pt idx="32681">65.989999999999995</cx:pt>
          <cx:pt idx="32682">29.48</cx:pt>
          <cx:pt idx="32683">65.989999999999995</cx:pt>
          <cx:pt idx="32684">65.989999999999995</cx:pt>
          <cx:pt idx="32685">65.989999999999995</cx:pt>
          <cx:pt idx="32686">65.989999999999995</cx:pt>
          <cx:pt idx="32687">93.969999999999999</cx:pt>
          <cx:pt idx="32688">49.990000000000002</cx:pt>
          <cx:pt idx="32689">49.990000000000002</cx:pt>
          <cx:pt idx="32690">65.989999999999995</cx:pt>
          <cx:pt idx="32691">65.989999999999995</cx:pt>
          <cx:pt idx="32692">65.989999999999995</cx:pt>
          <cx:pt idx="32693">65.989999999999995</cx:pt>
          <cx:pt idx="32694">65.989999999999995</cx:pt>
          <cx:pt idx="32695">41.490000000000002</cx:pt>
          <cx:pt idx="32696">65.989999999999995</cx:pt>
          <cx:pt idx="32697">65.989999999999995</cx:pt>
          <cx:pt idx="32698">65.989999999999995</cx:pt>
          <cx:pt idx="32699">65.989999999999995</cx:pt>
          <cx:pt idx="32700">41.490000000000002</cx:pt>
          <cx:pt idx="32701">65.989999999999995</cx:pt>
          <cx:pt idx="32702">59.990000000000002</cx:pt>
          <cx:pt idx="32703">65.989999999999995</cx:pt>
          <cx:pt idx="32704">21.34</cx:pt>
          <cx:pt idx="32705">67.489999999999995</cx:pt>
          <cx:pt idx="32706">25.079999999999998</cx:pt>
          <cx:pt idx="32707">65.989999999999995</cx:pt>
          <cx:pt idx="32708">65.989999999999995</cx:pt>
          <cx:pt idx="32709">65.989999999999995</cx:pt>
          <cx:pt idx="32710">120.98</cx:pt>
          <cx:pt idx="32711">119.98</cx:pt>
          <cx:pt idx="32712">119.98</cx:pt>
          <cx:pt idx="32713">59.990000000000002</cx:pt>
          <cx:pt idx="32714">103.98</cx:pt>
          <cx:pt idx="32715">103.98</cx:pt>
          <cx:pt idx="32716">59.990000000000002</cx:pt>
          <cx:pt idx="32717">59.990000000000002</cx:pt>
          <cx:pt idx="32718">59.990000000000002</cx:pt>
          <cx:pt idx="32719">120.98</cx:pt>
          <cx:pt idx="32720">111.48</cx:pt>
          <cx:pt idx="32721">160.88999999999999</cx:pt>
          <cx:pt idx="32722">159.69999999999999</cx:pt>
          <cx:pt idx="32723">159.69999999999999</cx:pt>
          <cx:pt idx="32724">148.78999999999999</cx:pt>
          <cx:pt idx="32725">118.39</cx:pt>
          <cx:pt idx="32726">159.69999999999999</cx:pt>
          <cx:pt idx="32727">159.69999999999999</cx:pt>
          <cx:pt idx="32728">177.83000000000001</cx:pt>
          <cx:pt idx="32729">159.69999999999999</cx:pt>
          <cx:pt idx="32730">159.69999999999999</cx:pt>
          <cx:pt idx="32731">160.88999999999999</cx:pt>
          <cx:pt idx="32732">148.78999999999999</cx:pt>
          <cx:pt idx="32733">160.88999999999999</cx:pt>
          <cx:pt idx="32734">122.17</cx:pt>
          <cx:pt idx="32735">135.74000000000001</cx:pt>
          <cx:pt idx="32736">160.88999999999999</cx:pt>
          <cx:pt idx="32737">160.88999999999999</cx:pt>
          <cx:pt idx="32738">120.95999999999999</cx:pt>
          <cx:pt idx="32739">119.95999999999999</cx:pt>
          <cx:pt idx="32740">119.95999999999999</cx:pt>
          <cx:pt idx="32741">50.490000000000002</cx:pt>
          <cx:pt idx="32742">50.490000000000002</cx:pt>
          <cx:pt idx="32743">119.95999999999999</cx:pt>
          <cx:pt idx="32744">100.95999999999999</cx:pt>
          <cx:pt idx="32745">169.97999999999999</cx:pt>
          <cx:pt idx="32746">62.979999999999997</cx:pt>
          <cx:pt idx="32747">130.06</cx:pt>
          <cx:pt idx="32748">169.97999999999999</cx:pt>
          <cx:pt idx="32749">84.989999999999995</cx:pt>
          <cx:pt idx="32750">84.989999999999995</cx:pt>
          <cx:pt idx="32751">152.72999999999999</cx:pt>
          <cx:pt idx="32752">43.479999999999997</cx:pt>
          <cx:pt idx="32753">131.37</cx:pt>
          <cx:pt idx="32754">70.980000000000004</cx:pt>
          <cx:pt idx="32755">84.989999999999995</cx:pt>
          <cx:pt idx="32756">75.090000000000003</cx:pt>
          <cx:pt idx="32757">74.989999999999995</cx:pt>
          <cx:pt idx="32758">118.78</cx:pt>
          <cx:pt idx="32759">173.97</cx:pt>
          <cx:pt idx="32760">184.97</cx:pt>
          <cx:pt idx="32761">134.97999999999999</cx:pt>
          <cx:pt idx="32762">166.16</cx:pt>
          <cx:pt idx="32763">131.86000000000001</cx:pt>
          <cx:pt idx="32764">87.469999999999999</cx:pt>
          <cx:pt idx="32765">59.969999999999999</cx:pt>
          <cx:pt idx="32766">59.969999999999999</cx:pt>
          <cx:pt idx="32767">51.969999999999999</cx:pt>
          <cx:pt idx="32768">67.959999999999994</cx:pt>
          <cx:pt idx="32769">119.90000000000001</cx:pt>
          <cx:pt idx="32770">20.48</cx:pt>
          <cx:pt idx="32771">40.460000000000001</cx:pt>
          <cx:pt idx="32772">30.469999999999999</cx:pt>
          <cx:pt idx="32773">67.480000000000004</cx:pt>
          <cx:pt idx="32774">120.84999999999999</cx:pt>
          <cx:pt idx="32775">68.989999999999995</cx:pt>
          <cx:pt idx="32776">145.97</cx:pt>
          <cx:pt idx="32777">68.989999999999995</cx:pt>
          <cx:pt idx="32778">88.980000000000004</cx:pt>
          <cx:pt idx="32779">81.379999999999995</cx:pt>
          <cx:pt idx="32780">206.97</cx:pt>
          <cx:pt idx="32781">58.210000000000001</cx:pt>
          <cx:pt idx="32782">62.979999999999997</cx:pt>
          <cx:pt idx="32783">63.329999999999998</cx:pt>
          <cx:pt idx="32784">63.969999999999999</cx:pt>
          <cx:pt idx="32785">84.969999999999999</cx:pt>
          <cx:pt idx="32786">69.980000000000004</cx:pt>
          <cx:pt idx="32787">167.97</cx:pt>
          <cx:pt idx="32788">79.790000000000006</cx:pt>
          <cx:pt idx="32789">131.97999999999999</cx:pt>
          <cx:pt idx="32790">67.120000000000005</cx:pt>
          <cx:pt idx="32791">84.989999999999995</cx:pt>
          <cx:pt idx="32792">85.890000000000001</cx:pt>
          <cx:pt idx="32793">25.390000000000001</cx:pt>
          <cx:pt idx="32794">51.390000000000001</cx:pt>
          <cx:pt idx="32795">58.979999999999997</cx:pt>
          <cx:pt idx="32796">50.359999999999999</cx:pt>
          <cx:pt idx="32797">48.350000000000001</cx:pt>
          <cx:pt idx="32798">54.979999999999997</cx:pt>
          <cx:pt idx="32799">42.240000000000002</cx:pt>
          <cx:pt idx="32800">28.23</cx:pt>
          <cx:pt idx="32801">68.969999999999999</cx:pt>
          <cx:pt idx="32802">31.489999999999998</cx:pt>
          <cx:pt idx="32803">69.980000000000004</cx:pt>
          <cx:pt idx="32804">65.989999999999995</cx:pt>
          <cx:pt idx="32805">65.989999999999995</cx:pt>
          <cx:pt idx="32806">85.980000000000004</cx:pt>
          <cx:pt idx="32807">65.989999999999995</cx:pt>
          <cx:pt idx="32808">65.989999999999995</cx:pt>
          <cx:pt idx="32809">85.980000000000004</cx:pt>
          <cx:pt idx="32810">85.980000000000004</cx:pt>
          <cx:pt idx="32811">65.989999999999995</cx:pt>
          <cx:pt idx="32812">65.989999999999995</cx:pt>
          <cx:pt idx="32813">65.989999999999995</cx:pt>
          <cx:pt idx="32814">47.159999999999997</cx:pt>
          <cx:pt idx="32815">65.989999999999995</cx:pt>
          <cx:pt idx="32816">59.390000000000001</cx:pt>
          <cx:pt idx="32817">59.969999999999999</cx:pt>
          <cx:pt idx="32818">65.989999999999995</cx:pt>
          <cx:pt idx="32819">1.5</cx:pt>
          <cx:pt idx="32820">65.989999999999995</cx:pt>
          <cx:pt idx="32821">65.989999999999995</cx:pt>
          <cx:pt idx="32822">65.989999999999995</cx:pt>
          <cx:pt idx="32823">58.850000000000001</cx:pt>
          <cx:pt idx="32824">65.989999999999995</cx:pt>
          <cx:pt idx="32825">65.989999999999995</cx:pt>
          <cx:pt idx="32826">65.989999999999995</cx:pt>
          <cx:pt idx="32827">60.509999999999998</cx:pt>
          <cx:pt idx="32828">65.989999999999995</cx:pt>
          <cx:pt idx="32829">21.489999999999998</cx:pt>
          <cx:pt idx="32830">65.989999999999995</cx:pt>
          <cx:pt idx="32831">65.989999999999995</cx:pt>
          <cx:pt idx="32832">45.060000000000002</cx:pt>
          <cx:pt idx="32833">46.759999999999998</cx:pt>
          <cx:pt idx="32834">20.489999999999998</cx:pt>
          <cx:pt idx="32835">80.950000000000003</cx:pt>
          <cx:pt idx="32836">-46.759999999999998</cx:pt>
          <cx:pt idx="32837">111.95999999999999</cx:pt>
          <cx:pt idx="32838">89.969999999999999</cx:pt>
          <cx:pt idx="32839">110.97</cx:pt>
          <cx:pt idx="32840">89.969999999999999</cx:pt>
          <cx:pt idx="32841">110.97</cx:pt>
          <cx:pt idx="32842">55.979999999999997</cx:pt>
          <cx:pt idx="32843">46.289999999999999</cx:pt>
          <cx:pt idx="32844">56.969999999999999</cx:pt>
          <cx:pt idx="32845">53.979999999999997</cx:pt>
          <cx:pt idx="32846">54.990000000000002</cx:pt>
          <cx:pt idx="32847">54.990000000000002</cx:pt>
          <cx:pt idx="32848">60.990000000000002</cx:pt>
          <cx:pt idx="32849">60.990000000000002</cx:pt>
          <cx:pt idx="32850">60.990000000000002</cx:pt>
          <cx:pt idx="32851">60.990000000000002</cx:pt>
          <cx:pt idx="32852">60.990000000000002</cx:pt>
          <cx:pt idx="32853">60.990000000000002</cx:pt>
          <cx:pt idx="32854">38.240000000000002</cx:pt>
          <cx:pt idx="32855">60.990000000000002</cx:pt>
          <cx:pt idx="32856">60.990000000000002</cx:pt>
          <cx:pt idx="32857">119.20999999999999</cx:pt>
          <cx:pt idx="32858">121.98</cx:pt>
          <cx:pt idx="32859">60.990000000000002</cx:pt>
          <cx:pt idx="32860">60.990000000000002</cx:pt>
          <cx:pt idx="32861">60.990000000000002</cx:pt>
          <cx:pt idx="32862">121.98</cx:pt>
          <cx:pt idx="32863">55.75</cx:pt>
          <cx:pt idx="32864">121.98</cx:pt>
          <cx:pt idx="32865">109.98</cx:pt>
          <cx:pt idx="32866">56.969999999999999</cx:pt>
          <cx:pt idx="32867">68.359999999999999</cx:pt>
          <cx:pt idx="32868">56.969999999999999</cx:pt>
          <cx:pt idx="32869">53.969999999999999</cx:pt>
          <cx:pt idx="32870">53.969999999999999</cx:pt>
          <cx:pt idx="32871">68.359999999999999</cx:pt>
          <cx:pt idx="32872">110.95</cx:pt>
          <cx:pt idx="32873">46.289999999999999</cx:pt>
          <cx:pt idx="32874">16.289999999999999</cx:pt>
          <cx:pt idx="32875">109.95999999999999</cx:pt>
          <cx:pt idx="32876">50.979999999999997</cx:pt>
          <cx:pt idx="32877">59.960000000000001</cx:pt>
          <cx:pt idx="32878">50.969999999999999</cx:pt>
          <cx:pt idx="32879">58.969999999999999</cx:pt>
          <cx:pt idx="32880">339.89999999999998</cx:pt>
          <cx:pt idx="32881">160.88999999999999</cx:pt>
          <cx:pt idx="32882">154.66</cx:pt>
          <cx:pt idx="32883">148.75999999999999</cx:pt>
          <cx:pt idx="32884">160.88999999999999</cx:pt>
          <cx:pt idx="32885">160.88999999999999</cx:pt>
          <cx:pt idx="32886">204.69999999999999</cx:pt>
          <cx:pt idx="32887">322.02999999999997</cx:pt>
          <cx:pt idx="32888">150.91</cx:pt>
          <cx:pt idx="32889">148.22</cx:pt>
          <cx:pt idx="32890">188.72</cx:pt>
          <cx:pt idx="32891">54.979999999999997</cx:pt>
          <cx:pt idx="32892">54.979999999999997</cx:pt>
          <cx:pt idx="32893">53.979999999999997</cx:pt>
          <cx:pt idx="32894">54.979999999999997</cx:pt>
          <cx:pt idx="32895">108.97</cx:pt>
          <cx:pt idx="32896">111.87</cx:pt>
          <cx:pt idx="32897">108.97</cx:pt>
          <cx:pt idx="32898">31.489999999999998</cx:pt>
          <cx:pt idx="32899">31.489999999999998</cx:pt>
          <cx:pt idx="32900">20.489999999999998</cx:pt>
          <cx:pt idx="32901">55.979999999999997</cx:pt>
          <cx:pt idx="32902">16.239999999999998</cx:pt>
          <cx:pt idx="32903">57.979999999999997</cx:pt>
          <cx:pt idx="32904">50.950000000000003</cx:pt>
          <cx:pt idx="32905">108.87</cx:pt>
          <cx:pt idx="32906">108.78</cx:pt>
          <cx:pt idx="32907">108.78</cx:pt>
          <cx:pt idx="32908">57.979999999999997</cx:pt>
          <cx:pt idx="32909">118.97</cx:pt>
          <cx:pt idx="32910">50.969999999999999</cx:pt>
          <cx:pt idx="32911">38.979999999999997</cx:pt>
          <cx:pt idx="32912">118.84999999999999</cx:pt>
          <cx:pt idx="32913">397.89999999999998</cx:pt>
          <cx:pt idx="32914">218.94</cx:pt>
          <cx:pt idx="32915">319.95999999999998</cx:pt>
          <cx:pt idx="32916">253.94</cx:pt>
          <cx:pt idx="32917">233.06</cx:pt>
          <cx:pt idx="32918">250.09</cx:pt>
          <cx:pt idx="32919">334.94999999999999</cx:pt>
          <cx:pt idx="32920">119.77</cx:pt>
          <cx:pt idx="32921">79.989999999999995</cx:pt>
          <cx:pt idx="32922">119.75</cx:pt>
          <cx:pt idx="32923">25.390000000000001</cx:pt>
          <cx:pt idx="32924">84.680000000000007</cx:pt>
          <cx:pt idx="32925">178.74000000000001</cx:pt>
          <cx:pt idx="32926">164.02000000000001</cx:pt>
          <cx:pt idx="32927">162.66999999999999</cx:pt>
          <cx:pt idx="32928">52.340000000000003</cx:pt>
          <cx:pt idx="32929">59.380000000000003</cx:pt>
          <cx:pt idx="32930">59.380000000000003</cx:pt>
          <cx:pt idx="32931">312.45999999999998</cx:pt>
          <cx:pt idx="32932">222.24000000000001</cx:pt>
          <cx:pt idx="32933">278.89999999999998</cx:pt>
          <cx:pt idx="32934">358.80000000000001</cx:pt>
          <cx:pt idx="32935">134.94</cx:pt>
          <cx:pt idx="32936">167.94</cx:pt>
          <cx:pt idx="32937">139.94999999999999</cx:pt>
          <cx:pt idx="32938">335.88</cx:pt>
          <cx:pt idx="32939">65.299999999999997</cx:pt>
          <cx:pt idx="32940">56.969999999999999</cx:pt>
          <cx:pt idx="32941">51.270000000000003</cx:pt>
          <cx:pt idx="32942">51.270000000000003</cx:pt>
          <cx:pt idx="32943">56.969999999999999</cx:pt>
          <cx:pt idx="32944">56.969999999999999</cx:pt>
          <cx:pt idx="32945">62.869999999999997</cx:pt>
          <cx:pt idx="32946">56.07</cx:pt>
          <cx:pt idx="32947">108.13</cx:pt>
          <cx:pt idx="32948">116.44</cx:pt>
          <cx:pt idx="32949">188.53</cx:pt>
          <cx:pt idx="32950">181.46000000000001</cx:pt>
          <cx:pt idx="32951">199.59999999999999</cx:pt>
          <cx:pt idx="32952">18.129999999999999</cx:pt>
          <cx:pt idx="32953">134.27000000000001</cx:pt>
          <cx:pt idx="32954">164.75999999999999</cx:pt>
          <cx:pt idx="32955">97.989999999999995</cx:pt>
          <cx:pt idx="32956">191.13999999999999</cx:pt>
          <cx:pt idx="32957">109.98</cx:pt>
          <cx:pt idx="32958">109.98</cx:pt>
          <cx:pt idx="32959">109.98</cx:pt>
          <cx:pt idx="32960">109.98</cx:pt>
          <cx:pt idx="32961">54.990000000000002</cx:pt>
          <cx:pt idx="32962">54.990000000000002</cx:pt>
          <cx:pt idx="32963">109.97</cx:pt>
          <cx:pt idx="32964">69.989999999999995</cx:pt>
          <cx:pt idx="32965">31.289999999999999</cx:pt>
          <cx:pt idx="32966">163.96000000000001</cx:pt>
          <cx:pt idx="32967">177.94999999999999</cx:pt>
          <cx:pt idx="32968">91.959999999999994</cx:pt>
          <cx:pt idx="32969">144.97</cx:pt>
          <cx:pt idx="32970">93.950000000000003</cx:pt>
          <cx:pt idx="32971">149.97</cx:pt>
          <cx:pt idx="32972">185.93000000000001</cx:pt>
          <cx:pt idx="32973">55.960000000000001</cx:pt>
          <cx:pt idx="32974">149.97</cx:pt>
          <cx:pt idx="32975">149.97</cx:pt>
          <cx:pt idx="32976">186.38</cx:pt>
          <cx:pt idx="32977">134.97</cx:pt>
          <cx:pt idx="32978">77.969999999999999</cx:pt>
          <cx:pt idx="32979">131.34</cx:pt>
          <cx:pt idx="32980">205.93000000000001</cx:pt>
          <cx:pt idx="32981">177.94999999999999</cx:pt>
          <cx:pt idx="32982">84.980000000000004</cx:pt>
          <cx:pt idx="32983">109.95999999999999</cx:pt>
          <cx:pt idx="32984">54.979999999999997</cx:pt>
          <cx:pt idx="32985">54.979999999999997</cx:pt>
          <cx:pt idx="32986">109.95999999999999</cx:pt>
          <cx:pt idx="32987">43.890000000000001</cx:pt>
          <cx:pt idx="32988">109.95</cx:pt>
          <cx:pt idx="32989">60.969999999999999</cx:pt>
          <cx:pt idx="32990">40.280000000000001</cx:pt>
          <cx:pt idx="32991">42.329999999999998</cx:pt>
          <cx:pt idx="32992">42.329999999999998</cx:pt>
          <cx:pt idx="32993">141.96000000000001</cx:pt>
          <cx:pt idx="32994">169.97999999999999</cx:pt>
          <cx:pt idx="32995">415.92000000000002</cx:pt>
          <cx:pt idx="32996">229.97</cx:pt>
          <cx:pt idx="32997">349.94999999999999</cx:pt>
          <cx:pt idx="32998">339.95999999999998</cx:pt>
          <cx:pt idx="32999">216.27000000000001</cx:pt>
          <cx:pt idx="33000">254.97</cx:pt>
          <cx:pt idx="33001">19.289999999999999</cx:pt>
          <cx:pt idx="33002">53.969999999999999</cx:pt>
          <cx:pt idx="33003">53.969999999999999</cx:pt>
          <cx:pt idx="33004">19.289999999999999</cx:pt>
          <cx:pt idx="33005">19.289999999999999</cx:pt>
          <cx:pt idx="33006">19.289999999999999</cx:pt>
          <cx:pt idx="33007">19.289999999999999</cx:pt>
          <cx:pt idx="33008">19.289999999999999</cx:pt>
          <cx:pt idx="33009">55.979999999999997</cx:pt>
          <cx:pt idx="33010">52.979999999999997</cx:pt>
          <cx:pt idx="33011">54.960000000000001</cx:pt>
          <cx:pt idx="33012">54.960000000000001</cx:pt>
          <cx:pt idx="33013">109.90000000000001</cx:pt>
          <cx:pt idx="33014">107.97</cx:pt>
          <cx:pt idx="33015">107.95999999999999</cx:pt>
          <cx:pt idx="33016">53.979999999999997</cx:pt>
          <cx:pt idx="33017">269.95999999999998</cx:pt>
          <cx:pt idx="33018">171.47999999999999</cx:pt>
          <cx:pt idx="33019">254.97</cx:pt>
          <cx:pt idx="33020">353.67000000000002</cx:pt>
          <cx:pt idx="33021">321.72000000000003</cx:pt>
          <cx:pt idx="33022">169.97999999999999</cx:pt>
          <cx:pt idx="33023">219.97</cx:pt>
          <cx:pt idx="33024">82.969999999999999</cx:pt>
          <cx:pt idx="33025">169.97999999999999</cx:pt>
          <cx:pt idx="33026">254.97</cx:pt>
          <cx:pt idx="33027">51.960000000000001</cx:pt>
          <cx:pt idx="33028">39.479999999999997</cx:pt>
          <cx:pt idx="33029">51.490000000000002</cx:pt>
          <cx:pt idx="33030">107.97</cx:pt>
          <cx:pt idx="33031">98.189999999999998</cx:pt>
          <cx:pt idx="33032">326.45999999999998</cx:pt>
          <cx:pt idx="33033">334.95999999999998</cx:pt>
          <cx:pt idx="33034">169.97999999999999</cx:pt>
          <cx:pt idx="33035">329.94</cx:pt>
          <cx:pt idx="33036">419.94999999999999</cx:pt>
          <cx:pt idx="33037">87.969999999999999</cx:pt>
          <cx:pt idx="33038">339.95999999999998</cx:pt>
          <cx:pt idx="33039">314.95999999999998</cx:pt>
          <cx:pt idx="33040">79.980000000000004</cx:pt>
          <cx:pt idx="33041">15.24</cx:pt>
          <cx:pt idx="33042">99.469999999999999</cx:pt>
          <cx:pt idx="33043">107.94</cx:pt>
          <cx:pt idx="33044">53.979999999999997</cx:pt>
          <cx:pt idx="33045">53.979999999999997</cx:pt>
          <cx:pt idx="33046">53.979999999999997</cx:pt>
          <cx:pt idx="33047">53.979999999999997</cx:pt>
          <cx:pt idx="33048">53.969999999999999</cx:pt>
          <cx:pt idx="33049">53.969999999999999</cx:pt>
          <cx:pt idx="33050">254.97</cx:pt>
          <cx:pt idx="33051">109.98</cx:pt>
          <cx:pt idx="33052">424.94999999999999</cx:pt>
          <cx:pt idx="33053">254.97</cx:pt>
          <cx:pt idx="33054">65.939999999999998</cx:pt>
          <cx:pt idx="33055">320.91000000000003</cx:pt>
          <cx:pt idx="33056">159.97999999999999</cx:pt>
          <cx:pt idx="33057">361.94</cx:pt>
          <cx:pt idx="33058">184.97</cx:pt>
          <cx:pt idx="33059">169.97999999999999</cx:pt>
          <cx:pt idx="33060">-115.16</cx:pt>
          <cx:pt idx="33061">115.16</cx:pt>
          <cx:pt idx="33062">108.86</cx:pt>
          <cx:pt idx="33063">53.969999999999999</cx:pt>
          <cx:pt idx="33064">53.969999999999999</cx:pt>
          <cx:pt idx="33065">57.979999999999997</cx:pt>
          <cx:pt idx="33066">42.460000000000001</cx:pt>
          <cx:pt idx="33067">107.91</cx:pt>
          <cx:pt idx="33068">109.77</cx:pt>
          <cx:pt idx="33069">37.289999999999999</cx:pt>
          <cx:pt idx="33070">37.289999999999999</cx:pt>
          <cx:pt idx="33071">70.980000000000004</cx:pt>
          <cx:pt idx="33072">68.980000000000004</cx:pt>
          <cx:pt idx="33073">129.97999999999999</cx:pt>
          <cx:pt idx="33074">60.990000000000002</cx:pt>
          <cx:pt idx="33075">93.980000000000004</cx:pt>
          <cx:pt idx="33076">98.980000000000004</cx:pt>
          <cx:pt idx="33077">219.56</cx:pt>
          <cx:pt idx="33078">60.990000000000002</cx:pt>
          <cx:pt idx="33079">237.86000000000001</cx:pt>
          <cx:pt idx="33080">159.97999999999999</cx:pt>
          <cx:pt idx="33081">60.990000000000002</cx:pt>
          <cx:pt idx="33082">151.87</cx:pt>
          <cx:pt idx="33083">59.979999999999997</cx:pt>
          <cx:pt idx="33084">76.099999999999994</cx:pt>
          <cx:pt idx="33085">108.93000000000001</cx:pt>
          <cx:pt idx="33086">111.98</cx:pt>
          <cx:pt idx="33087">399.94999999999999</cx:pt>
          <cx:pt idx="33088">157.97</cx:pt>
          <cx:pt idx="33089">159.97999999999999</cx:pt>
          <cx:pt idx="33090">90.980000000000004</cx:pt>
          <cx:pt idx="33091">50.920000000000002</cx:pt>
          <cx:pt idx="33092">56.920000000000002</cx:pt>
          <cx:pt idx="33093">51.979999999999997</cx:pt>
          <cx:pt idx="33094">65.299999999999997</cx:pt>
          <cx:pt idx="33095">117.16</cx:pt>
          <cx:pt idx="33096">107.59999999999999</cx:pt>
          <cx:pt idx="33097">-117.16</cx:pt>
          <cx:pt idx="33098">46.270000000000003</cx:pt>
          <cx:pt idx="33099">54.539999999999999</cx:pt>
          <cx:pt idx="33100">197.97</cx:pt>
          <cx:pt idx="33101">164.00999999999999</cx:pt>
          <cx:pt idx="33102">147.97</cx:pt>
          <cx:pt idx="33103">294.94</cx:pt>
          <cx:pt idx="33104">172.97</cx:pt>
          <cx:pt idx="33105">147.97</cx:pt>
          <cx:pt idx="33106">131.97999999999999</cx:pt>
          <cx:pt idx="33107">197.97</cx:pt>
          <cx:pt idx="33108">197.97</cx:pt>
          <cx:pt idx="33109">107.59999999999999</cx:pt>
          <cx:pt idx="33110">117.73999999999999</cx:pt>
          <cx:pt idx="33111">31.09</cx:pt>
          <cx:pt idx="33112">59.979999999999997</cx:pt>
          <cx:pt idx="33113">49.979999999999997</cx:pt>
          <cx:pt idx="33114">195.94</cx:pt>
          <cx:pt idx="33115">170.53</cx:pt>
          <cx:pt idx="33116">192.31</cx:pt>
          <cx:pt idx="33117">182.66999999999999</cx:pt>
          <cx:pt idx="33118">160.88999999999999</cx:pt>
          <cx:pt idx="33119">125.8</cx:pt>
          <cx:pt idx="33120">195.94999999999999</cx:pt>
          <cx:pt idx="33121">127.90000000000001</cx:pt>
          <cx:pt idx="33122">208.08000000000001</cx:pt>
          <cx:pt idx="33123">107.44</cx:pt>
          <cx:pt idx="33124">64.109999999999999</cx:pt>
          <cx:pt idx="33125">54.490000000000002</cx:pt>
          <cx:pt idx="33126">74.959999999999994</cx:pt>
          <cx:pt idx="33127">39.229999999999997</cx:pt>
          <cx:pt idx="33128">62.579999999999998</cx:pt>
          <cx:pt idx="33129">54.979999999999997</cx:pt>
          <cx:pt idx="33130">118.54000000000001</cx:pt>
          <cx:pt idx="33131">118.54000000000001</cx:pt>
          <cx:pt idx="33132">118.54000000000001</cx:pt>
          <cx:pt idx="33133">118.53</cx:pt>
          <cx:pt idx="33134">29.98</cx:pt>
          <cx:pt idx="33135">79.980000000000004</cx:pt>
          <cx:pt idx="33136">62.939999999999998</cx:pt>
          <cx:pt idx="33137">50.969999999999999</cx:pt>
          <cx:pt idx="33138">114.95</cx:pt>
          <cx:pt idx="33139">151.06</cx:pt>
          <cx:pt idx="33140">107.5</cx:pt>
          <cx:pt idx="33141">59.960000000000001</cx:pt>
          <cx:pt idx="33142">116.98</cx:pt>
          <cx:pt idx="33143">74.950000000000003</cx:pt>
          <cx:pt idx="33144">69.959999999999994</cx:pt>
          <cx:pt idx="33145">112.95</cx:pt>
          <cx:pt idx="33146">87.650000000000006</cx:pt>
          <cx:pt idx="33147">135.94999999999999</cx:pt>
          <cx:pt idx="33148">107.12</cx:pt>
          <cx:pt idx="33149">87.519999999999996</cx:pt>
          <cx:pt idx="33150">43.539999999999999</cx:pt>
          <cx:pt idx="33151">65.299999999999997</cx:pt>
          <cx:pt idx="33152">83.469999999999999</cx:pt>
          <cx:pt idx="33153">25.370000000000001</cx:pt>
          <cx:pt idx="33154">56.969999999999999</cx:pt>
          <cx:pt idx="33155">109.98</cx:pt>
          <cx:pt idx="33156">109.98</cx:pt>
          <cx:pt idx="33157">109.98</cx:pt>
          <cx:pt idx="33158">34.990000000000002</cx:pt>
          <cx:pt idx="33159">84.680000000000007</cx:pt>
          <cx:pt idx="33160">108.98</cx:pt>
          <cx:pt idx="33161">107.95</cx:pt>
          <cx:pt idx="33162">24.989999999999998</cx:pt>
          <cx:pt idx="33163">108.97</cx:pt>
          <cx:pt idx="33164">53.979999999999997</cx:pt>
          <cx:pt idx="33165">54.979999999999997</cx:pt>
          <cx:pt idx="33166">108.95999999999999</cx:pt>
          <cx:pt idx="33167">40.280000000000001</cx:pt>
          <cx:pt idx="33168">23.280000000000001</cx:pt>
          <cx:pt idx="33169">26.940000000000001</cx:pt>
          <cx:pt idx="33170">56.969999999999999</cx:pt>
          <cx:pt idx="33171">51.960000000000001</cx:pt>
          <cx:pt idx="33172">106.97</cx:pt>
          <cx:pt idx="33173">59.979999999999997</cx:pt>
          <cx:pt idx="33174">197.97</cx:pt>
          <cx:pt idx="33175">84.989999999999995</cx:pt>
          <cx:pt idx="33176">124.37</cx:pt>
          <cx:pt idx="33177">169.97999999999999</cx:pt>
          <cx:pt idx="33178">260.93000000000001</cx:pt>
          <cx:pt idx="33179">272.52999999999997</cx:pt>
          <cx:pt idx="33180">168.66</cx:pt>
          <cx:pt idx="33181">169.97999999999999</cx:pt>
          <cx:pt idx="33182">301.91000000000003</cx:pt>
          <cx:pt idx="33183">106.97</cx:pt>
          <cx:pt idx="33184">106.97</cx:pt>
          <cx:pt idx="33185">106.97</cx:pt>
          <cx:pt idx="33186">106.97</cx:pt>
          <cx:pt idx="33187">106.97</cx:pt>
          <cx:pt idx="33188">59.990000000000002</cx:pt>
          <cx:pt idx="33189">59.990000000000002</cx:pt>
          <cx:pt idx="33190">41.490000000000002</cx:pt>
          <cx:pt idx="33191">56.969999999999999</cx:pt>
          <cx:pt idx="33192">60.520000000000003</cx:pt>
          <cx:pt idx="33193">221.94</cx:pt>
          <cx:pt idx="33194">199.96000000000001</cx:pt>
          <cx:pt idx="33195">205.94</cx:pt>
          <cx:pt idx="33196">58.329999999999998</cx:pt>
          <cx:pt idx="33197">255.91</cx:pt>
          <cx:pt idx="33198">88.950000000000003</cx:pt>
          <cx:pt idx="33199">191.19999999999999</cx:pt>
          <cx:pt idx="33200">169.97999999999999</cx:pt>
          <cx:pt idx="33201">107.86</cx:pt>
          <cx:pt idx="33202">69.989999999999995</cx:pt>
          <cx:pt idx="33203">96.980000000000004</cx:pt>
          <cx:pt idx="33204">43.469999999999999</cx:pt>
          <cx:pt idx="33205">9.6600000000000001</cx:pt>
          <cx:pt idx="33206">13.289999999999999</cx:pt>
          <cx:pt idx="33207">43.539999999999999</cx:pt>
          <cx:pt idx="33208">13.289999999999999</cx:pt>
          <cx:pt idx="33209">13.24</cx:pt>
          <cx:pt idx="33210">11.390000000000001</cx:pt>
          <cx:pt idx="33211">60.969999999999999</cx:pt>
          <cx:pt idx="33212">193.41</cx:pt>
          <cx:pt idx="33213">14.890000000000001</cx:pt>
          <cx:pt idx="33214">20.98</cx:pt>
          <cx:pt idx="33215">61.979999999999997</cx:pt>
          <cx:pt idx="33216">72.579999999999998</cx:pt>
          <cx:pt idx="33217">83.980000000000004</cx:pt>
          <cx:pt idx="33218">68.230000000000004</cx:pt>
          <cx:pt idx="33219">62.350000000000001</cx:pt>
          <cx:pt idx="33220">65.989999999999995</cx:pt>
          <cx:pt idx="33221">50.979999999999997</cx:pt>
          <cx:pt idx="33222">73.969999999999999</cx:pt>
          <cx:pt idx="33223">51.289999999999999</cx:pt>
          <cx:pt idx="33224">56.969999999999999</cx:pt>
          <cx:pt idx="33225">51.270000000000003</cx:pt>
          <cx:pt idx="33226">56.969999999999999</cx:pt>
          <cx:pt idx="33227">56.969999999999999</cx:pt>
          <cx:pt idx="33228">51.270000000000003</cx:pt>
          <cx:pt idx="33229">55.960000000000001</cx:pt>
          <cx:pt idx="33230">50.359999999999999</cx:pt>
          <cx:pt idx="33231">65.969999999999999</cx:pt>
          <cx:pt idx="33232">50.32</cx:pt>
          <cx:pt idx="33233">106.17</cx:pt>
          <cx:pt idx="33234">52.969999999999999</cx:pt>
          <cx:pt idx="33235">106.16</cx:pt>
          <cx:pt idx="33236">51.979999999999997</cx:pt>
          <cx:pt idx="33237">45.68</cx:pt>
          <cx:pt idx="33238">121.98</cx:pt>
          <cx:pt idx="33239">169.97999999999999</cx:pt>
          <cx:pt idx="33240">169.97999999999999</cx:pt>
          <cx:pt idx="33241">169.97999999999999</cx:pt>
          <cx:pt idx="33242">169.97999999999999</cx:pt>
          <cx:pt idx="33243">131.97999999999999</cx:pt>
          <cx:pt idx="33244">136.97</cx:pt>
          <cx:pt idx="33245">131.97999999999999</cx:pt>
          <cx:pt idx="33246">169.97999999999999</cx:pt>
          <cx:pt idx="33247">131.97999999999999</cx:pt>
          <cx:pt idx="33248">167.97999999999999</cx:pt>
          <cx:pt idx="33249">187.97</cx:pt>
          <cx:pt idx="33250">169.97999999999999</cx:pt>
          <cx:pt idx="33251">223.96000000000001</cx:pt>
          <cx:pt idx="33252">62.979999999999997</cx:pt>
          <cx:pt idx="33253">153.97999999999999</cx:pt>
          <cx:pt idx="33254">7.9900000000000002</cx:pt>
          <cx:pt idx="33255">65.989999999999995</cx:pt>
          <cx:pt idx="33256">25.469999999999999</cx:pt>
          <cx:pt idx="33257">107.97</cx:pt>
          <cx:pt idx="33258">107.97</cx:pt>
          <cx:pt idx="33259">172.97</cx:pt>
          <cx:pt idx="33260">254.97</cx:pt>
          <cx:pt idx="33261">254.97</cx:pt>
          <cx:pt idx="33262">-254.97</cx:pt>
          <cx:pt idx="33263">254.97</cx:pt>
          <cx:pt idx="33264">254.97</cx:pt>
          <cx:pt idx="33265">229.97</cx:pt>
          <cx:pt idx="33266">254.97</cx:pt>
          <cx:pt idx="33267">254.97</cx:pt>
          <cx:pt idx="33268">32.630000000000003</cx:pt>
          <cx:pt idx="33269">107.95999999999999</cx:pt>
          <cx:pt idx="33270">20.289999999999999</cx:pt>
          <cx:pt idx="33271">20.289999999999999</cx:pt>
          <cx:pt idx="33272">41.289999999999999</cx:pt>
          <cx:pt idx="33273">107.94</cx:pt>
          <cx:pt idx="33274">107.94</cx:pt>
          <cx:pt idx="33275">53.969999999999999</cx:pt>
          <cx:pt idx="33276">53.969999999999999</cx:pt>
          <cx:pt idx="33277">107.94</cx:pt>
          <cx:pt idx="33278">53.969999999999999</cx:pt>
          <cx:pt idx="33279">65.959999999999994</cx:pt>
          <cx:pt idx="33280">65.959999999999994</cx:pt>
          <cx:pt idx="33281">65.959999999999994</cx:pt>
          <cx:pt idx="33282">48.280000000000001</cx:pt>
          <cx:pt idx="33283">50.969999999999999</cx:pt>
          <cx:pt idx="33284">107.94</cx:pt>
          <cx:pt idx="33285">21.289999999999999</cx:pt>
          <cx:pt idx="33286">49.280000000000001</cx:pt>
          <cx:pt idx="33287">11.289999999999999</cx:pt>
          <cx:pt idx="33288">29.989999999999998</cx:pt>
          <cx:pt idx="33289">31.489999999999998</cx:pt>
          <cx:pt idx="33290">31.489999999999998</cx:pt>
          <cx:pt idx="33291">53.939999999999998</cx:pt>
          <cx:pt idx="33292">53.939999999999998</cx:pt>
          <cx:pt idx="33293">105.98</cx:pt>
          <cx:pt idx="33294">105.98</cx:pt>
          <cx:pt idx="33295">105.95</cx:pt>
          <cx:pt idx="33296">105.95</cx:pt>
          <cx:pt idx="33297">104.97</cx:pt>
          <cx:pt idx="33298">104.97</cx:pt>
          <cx:pt idx="33299">63.469999999999999</cx:pt>
          <cx:pt idx="33300">195.81999999999999</cx:pt>
          <cx:pt idx="33301">158.38</cx:pt>
          <cx:pt idx="33302">157.13999999999999</cx:pt>
          <cx:pt idx="33303">112.37</cx:pt>
          <cx:pt idx="33304">157.91</cx:pt>
          <cx:pt idx="33305">169.97999999999999</cx:pt>
          <cx:pt idx="33306">37.469999999999999</cx:pt>
          <cx:pt idx="33307">59.990000000000002</cx:pt>
          <cx:pt idx="33308">88.959999999999994</cx:pt>
          <cx:pt idx="33309">60.969999999999999</cx:pt>
          <cx:pt idx="33310">54.990000000000002</cx:pt>
          <cx:pt idx="33311">19.739999999999998</cx:pt>
          <cx:pt idx="33312">81.969999999999999</cx:pt>
          <cx:pt idx="33313">53.969999999999999</cx:pt>
          <cx:pt idx="33314">51.82</cx:pt>
          <cx:pt idx="33315">59.960000000000001</cx:pt>
          <cx:pt idx="33316">50.969999999999999</cx:pt>
          <cx:pt idx="33317">57.560000000000002</cx:pt>
          <cx:pt idx="33318">51.979999999999997</cx:pt>
          <cx:pt idx="33319">51.979999999999997</cx:pt>
          <cx:pt idx="33320">12</cx:pt>
          <cx:pt idx="33321">55.979999999999997</cx:pt>
          <cx:pt idx="33322">50.380000000000003</cx:pt>
          <cx:pt idx="33323">55.979999999999997</cx:pt>
          <cx:pt idx="33324">50.380000000000003</cx:pt>
          <cx:pt idx="33325">50.380000000000003</cx:pt>
          <cx:pt idx="33326">50.380000000000003</cx:pt>
          <cx:pt idx="33327">190.93000000000001</cx:pt>
          <cx:pt idx="33328">237.94999999999999</cx:pt>
          <cx:pt idx="33329">110.18000000000001</cx:pt>
          <cx:pt idx="33330">164.96000000000001</cx:pt>
          <cx:pt idx="33331">179.96000000000001</cx:pt>
          <cx:pt idx="33332">69.989999999999995</cx:pt>
          <cx:pt idx="33333">114.97</cx:pt>
          <cx:pt idx="33334">56.549999999999997</cx:pt>
          <cx:pt idx="33335">185.97</cx:pt>
          <cx:pt idx="33336">184.97</cx:pt>
          <cx:pt idx="33337">121.98</cx:pt>
          <cx:pt idx="33338">38.909999999999997</cx:pt>
          <cx:pt idx="33339">57.979999999999997</cx:pt>
          <cx:pt idx="33340">47.68</cx:pt>
          <cx:pt idx="33341">59.490000000000002</cx:pt>
          <cx:pt idx="33342">105.26000000000001</cx:pt>
          <cx:pt idx="33343">33.079999999999998</cx:pt>
          <cx:pt idx="33344">55.979999999999997</cx:pt>
          <cx:pt idx="33345">106.16</cx:pt>
          <cx:pt idx="33346">15.710000000000001</cx:pt>
          <cx:pt idx="33347">66.390000000000001</cx:pt>
          <cx:pt idx="33348">107.06999999999999</cx:pt>
          <cx:pt idx="33349">107.06999999999999</cx:pt>
          <cx:pt idx="33350">107.06</cx:pt>
          <cx:pt idx="33351">124.18000000000001</cx:pt>
          <cx:pt idx="33352">169.97999999999999</cx:pt>
          <cx:pt idx="33353">137.97999999999999</cx:pt>
          <cx:pt idx="33354">254.97</cx:pt>
          <cx:pt idx="33355">139.97999999999999</cx:pt>
          <cx:pt idx="33356">73.239999999999995</cx:pt>
          <cx:pt idx="33357">98.980000000000004</cx:pt>
          <cx:pt idx="33358">99.980000000000004</cx:pt>
          <cx:pt idx="33359">84.989999999999995</cx:pt>
          <cx:pt idx="33360">73.069999999999993</cx:pt>
          <cx:pt idx="33361">326.85000000000002</cx:pt>
          <cx:pt idx="33362">135.97</cx:pt>
          <cx:pt idx="33363">99.959999999999994</cx:pt>
          <cx:pt idx="33364">83.480000000000004</cx:pt>
          <cx:pt idx="33365">107.06</cx:pt>
          <cx:pt idx="33366">116.14</cx:pt>
          <cx:pt idx="33367">87.849999999999994</cx:pt>
          <cx:pt idx="33368">106.97</cx:pt>
          <cx:pt idx="33369">106.97</cx:pt>
          <cx:pt idx="33370">106.97</cx:pt>
          <cx:pt idx="33371">106.95999999999999</cx:pt>
          <cx:pt idx="33372">111.95999999999999</cx:pt>
          <cx:pt idx="33373">111.95999999999999</cx:pt>
          <cx:pt idx="33374">111.95999999999999</cx:pt>
          <cx:pt idx="33375">89.969999999999999</cx:pt>
          <cx:pt idx="33376">139.94999999999999</cx:pt>
          <cx:pt idx="33377">111.95999999999999</cx:pt>
          <cx:pt idx="33378">85.969999999999999</cx:pt>
          <cx:pt idx="33379">25.989999999999998</cx:pt>
          <cx:pt idx="33380">117.95999999999999</cx:pt>
          <cx:pt idx="33381">59.979999999999997</cx:pt>
          <cx:pt idx="33382">111.95999999999999</cx:pt>
          <cx:pt idx="33383">151.31</cx:pt>
          <cx:pt idx="33384">137.94999999999999</cx:pt>
          <cx:pt idx="33385">59.979999999999997</cx:pt>
          <cx:pt idx="33386">59.979999999999997</cx:pt>
          <cx:pt idx="33387">131.96000000000001</cx:pt>
          <cx:pt idx="33388">95.959999999999994</cx:pt>
          <cx:pt idx="33389">131.96000000000001</cx:pt>
          <cx:pt idx="33390">86.969999999999999</cx:pt>
          <cx:pt idx="33391">29.989999999999998</cx:pt>
          <cx:pt idx="33392">51.979999999999997</cx:pt>
          <cx:pt idx="33393">167.94</cx:pt>
          <cx:pt idx="33394">131.96000000000001</cx:pt>
          <cx:pt idx="33395">83.969999999999999</cx:pt>
          <cx:pt idx="33396">51.979999999999997</cx:pt>
          <cx:pt idx="33397">59.979999999999997</cx:pt>
          <cx:pt idx="33398">89.969999999999999</cx:pt>
          <cx:pt idx="33399">54.990000000000002</cx:pt>
          <cx:pt idx="33400">33.93</cx:pt>
          <cx:pt idx="33401">26.289999999999999</cx:pt>
          <cx:pt idx="33402">33.289999999999999</cx:pt>
          <cx:pt idx="33403">21.280000000000001</cx:pt>
          <cx:pt idx="33404">55.979999999999997</cx:pt>
          <cx:pt idx="33405">105.98</cx:pt>
          <cx:pt idx="33406">47.479999999999997</cx:pt>
          <cx:pt idx="33407">40.579999999999998</cx:pt>
          <cx:pt idx="33408">54.960000000000001</cx:pt>
          <cx:pt idx="33409">114.98</cx:pt>
          <cx:pt idx="33410">118.98999999999999</cx:pt>
          <cx:pt idx="33411">65.989999999999995</cx:pt>
          <cx:pt idx="33412">181.97</cx:pt>
          <cx:pt idx="33413">154.97999999999999</cx:pt>
          <cx:pt idx="33414">181.97</cx:pt>
          <cx:pt idx="33415">149.47</cx:pt>
          <cx:pt idx="33416">76.489999999999995</cx:pt>
          <cx:pt idx="33417">84.989999999999995</cx:pt>
          <cx:pt idx="33418">181.97</cx:pt>
          <cx:pt idx="33419">169.97999999999999</cx:pt>
          <cx:pt idx="33420">59.390000000000001</cx:pt>
          <cx:pt idx="33421">74.989999999999995</cx:pt>
          <cx:pt idx="33422">121.98</cx:pt>
          <cx:pt idx="33423">65.989999999999995</cx:pt>
          <cx:pt idx="33424">87.980000000000004</cx:pt>
          <cx:pt idx="33425">114.97</cx:pt>
          <cx:pt idx="33426">104.97</cx:pt>
          <cx:pt idx="33427">54.979999999999997</cx:pt>
          <cx:pt idx="33428">59.979999999999997</cx:pt>
          <cx:pt idx="33429">92.219999999999999</cx:pt>
          <cx:pt idx="33430">54.979999999999997</cx:pt>
          <cx:pt idx="33431">41.490000000000002</cx:pt>
          <cx:pt idx="33432">-1.5</cx:pt>
          <cx:pt idx="33433">64.989999999999995</cx:pt>
          <cx:pt idx="33434">41.490000000000002</cx:pt>
          <cx:pt idx="33435">66.540000000000006</cx:pt>
          <cx:pt idx="33436">145.16</cx:pt>
          <cx:pt idx="33437">193.55000000000001</cx:pt>
          <cx:pt idx="33438">281.87</cx:pt>
          <cx:pt idx="33439">256.47000000000003</cx:pt>
          <cx:pt idx="33440">207.21000000000001</cx:pt>
          <cx:pt idx="33441">115.41</cx:pt>
          <cx:pt idx="33442">182.66999999999999</cx:pt>
          <cx:pt idx="33443">181.44999999999999</cx:pt>
          <cx:pt idx="33444">104.98</cx:pt>
          <cx:pt idx="33445">104.98</cx:pt>
          <cx:pt idx="33446">104.98</cx:pt>
          <cx:pt idx="33447">104.98</cx:pt>
          <cx:pt idx="33448">53.969999999999999</cx:pt>
          <cx:pt idx="33449">41.479999999999997</cx:pt>
          <cx:pt idx="33450">54.979999999999997</cx:pt>
          <cx:pt idx="33451">104.98</cx:pt>
          <cx:pt idx="33452">104.97</cx:pt>
          <cx:pt idx="33453">104.97</cx:pt>
          <cx:pt idx="33454">53.979999999999997</cx:pt>
          <cx:pt idx="33455">45.909999999999997</cx:pt>
          <cx:pt idx="33456">69.959999999999994</cx:pt>
          <cx:pt idx="33457">93.299999999999997</cx:pt>
          <cx:pt idx="33458">121.95999999999999</cx:pt>
          <cx:pt idx="33459">-0.5</cx:pt>
          <cx:pt idx="33460">78.950000000000003</cx:pt>
          <cx:pt idx="33461">150.88999999999999</cx:pt>
          <cx:pt idx="33462">149.96000000000001</cx:pt>
          <cx:pt idx="33463">114.98</cx:pt>
          <cx:pt idx="33464">169.94999999999999</cx:pt>
          <cx:pt idx="33465">32.240000000000002</cx:pt>
          <cx:pt idx="33466">32.240000000000002</cx:pt>
          <cx:pt idx="33467">59.979999999999997</cx:pt>
          <cx:pt idx="33468">114.93000000000001</cx:pt>
          <cx:pt idx="33469">41.490000000000002</cx:pt>
          <cx:pt idx="33470">54.979999999999997</cx:pt>
          <cx:pt idx="33471">39.479999999999997</cx:pt>
          <cx:pt idx="33472">56.969999999999999</cx:pt>
          <cx:pt idx="33473">39.479999999999997</cx:pt>
          <cx:pt idx="33474">56.969999999999999</cx:pt>
          <cx:pt idx="33475">47.219999999999999</cx:pt>
          <cx:pt idx="33476">32.229999999999997</cx:pt>
          <cx:pt idx="33477">42.240000000000002</cx:pt>
          <cx:pt idx="33478">32.229999999999997</cx:pt>
          <cx:pt idx="33479">42.240000000000002</cx:pt>
          <cx:pt idx="33480">47.219999999999999</cx:pt>
          <cx:pt idx="33481">104.93000000000001</cx:pt>
          <cx:pt idx="33482">104.93000000000001</cx:pt>
          <cx:pt idx="33483">239.97</cx:pt>
          <cx:pt idx="33484">159.97999999999999</cx:pt>
          <cx:pt idx="33485">159.97999999999999</cx:pt>
          <cx:pt idx="33486">159.97999999999999</cx:pt>
          <cx:pt idx="33487">149.97999999999999</cx:pt>
          <cx:pt idx="33488">179.97</cx:pt>
          <cx:pt idx="33489">149.97999999999999</cx:pt>
          <cx:pt idx="33490">154.75</cx:pt>
          <cx:pt idx="33491">159.97999999999999</cx:pt>
          <cx:pt idx="33492">96.969999999999999</cx:pt>
          <cx:pt idx="33493">141.34</cx:pt>
          <cx:pt idx="33494">91.980000000000004</cx:pt>
          <cx:pt idx="33495">159.97999999999999</cx:pt>
          <cx:pt idx="33496">159.97999999999999</cx:pt>
          <cx:pt idx="33497">51.490000000000002</cx:pt>
          <cx:pt idx="33498">41.490000000000002</cx:pt>
          <cx:pt idx="33499">55.960000000000001</cx:pt>
          <cx:pt idx="33500">49.079999999999998</cx:pt>
          <cx:pt idx="33501">50.079999999999998</cx:pt>
          <cx:pt idx="33502">37.479999999999997</cx:pt>
          <cx:pt idx="33503">55.979999999999997</cx:pt>
          <cx:pt idx="33504">98.280000000000001</cx:pt>
          <cx:pt idx="33505">51.460000000000001</cx:pt>
          <cx:pt idx="33506">50.32</cx:pt>
          <cx:pt idx="33507">4.9900000000000002</cx:pt>
          <cx:pt idx="33508">84.140000000000001</cx:pt>
          <cx:pt idx="33509">76.489999999999995</cx:pt>
          <cx:pt idx="33510">159.46000000000001</cx:pt>
          <cx:pt idx="33511">152.97999999999999</cx:pt>
          <cx:pt idx="33512">67.989999999999995</cx:pt>
          <cx:pt idx="33513">114.36</cx:pt>
          <cx:pt idx="33514">45.409999999999997</cx:pt>
          <cx:pt idx="33515">46.009999999999998</cx:pt>
          <cx:pt idx="33516">9.6600000000000001</cx:pt>
          <cx:pt idx="33517">104.36</cx:pt>
          <cx:pt idx="33518">67.459999999999994</cx:pt>
          <cx:pt idx="33519">-67.459999999999994</cx:pt>
          <cx:pt idx="33520">279.94999999999999</cx:pt>
          <cx:pt idx="33521">234.94999999999999</cx:pt>
          <cx:pt idx="33522">186.34</cx:pt>
          <cx:pt idx="33523">187.94</cx:pt>
          <cx:pt idx="33524">115.98</cx:pt>
          <cx:pt idx="33525">106.17</cx:pt>
          <cx:pt idx="33526">95.959999999999994</cx:pt>
          <cx:pt idx="33527">55.979999999999997</cx:pt>
          <cx:pt idx="33528">152.94</cx:pt>
          <cx:pt idx="33529">159.94999999999999</cx:pt>
          <cx:pt idx="33530">113.97</cx:pt>
          <cx:pt idx="33531">196.58000000000001</cx:pt>
          <cx:pt idx="33532">113.97</cx:pt>
          <cx:pt idx="33533">117.95999999999999</cx:pt>
          <cx:pt idx="33534">100.95</cx:pt>
          <cx:pt idx="33535">101.95999999999999</cx:pt>
          <cx:pt idx="33536">187.94</cx:pt>
          <cx:pt idx="33537">113.97</cx:pt>
          <cx:pt idx="33538">66.129999999999995</cx:pt>
          <cx:pt idx="33539">68.969999999999999</cx:pt>
          <cx:pt idx="33540">111.95999999999999</cx:pt>
          <cx:pt idx="33541">113.97</cx:pt>
          <cx:pt idx="33542">113.97</cx:pt>
          <cx:pt idx="33543">103.39</cx:pt>
          <cx:pt idx="33544">89.969999999999999</cx:pt>
          <cx:pt idx="33545">105.97</cx:pt>
          <cx:pt idx="33546">105.95999999999999</cx:pt>
          <cx:pt idx="33547">105.95999999999999</cx:pt>
          <cx:pt idx="33548">105.95</cx:pt>
          <cx:pt idx="33549">39.289999999999999</cx:pt>
          <cx:pt idx="33550">20.289999999999999</cx:pt>
          <cx:pt idx="33551">20.289999999999999</cx:pt>
          <cx:pt idx="33552">53.969999999999999</cx:pt>
          <cx:pt idx="33553">51.960000000000001</cx:pt>
          <cx:pt idx="33554">54.979999999999997</cx:pt>
          <cx:pt idx="33555">132.77000000000001</cx:pt>
          <cx:pt idx="33556">39.990000000000002</cx:pt>
          <cx:pt idx="33557">131.97999999999999</cx:pt>
          <cx:pt idx="33558">121.98</cx:pt>
          <cx:pt idx="33559">124.98</cx:pt>
          <cx:pt idx="33560">220.55000000000001</cx:pt>
          <cx:pt idx="33561">145.97</cx:pt>
          <cx:pt idx="33562">126.29000000000001</cx:pt>
          <cx:pt idx="33563">179.46000000000001</cx:pt>
          <cx:pt idx="33564">131.97999999999999</cx:pt>
          <cx:pt idx="33565">62.469999999999999</cx:pt>
          <cx:pt idx="33566">64.980000000000004</cx:pt>
          <cx:pt idx="33567">30.48</cx:pt>
          <cx:pt idx="33568">104.97</cx:pt>
          <cx:pt idx="33569">104.97</cx:pt>
          <cx:pt idx="33570">51.979999999999997</cx:pt>
          <cx:pt idx="33571">52.979999999999997</cx:pt>
          <cx:pt idx="33572">43.539999999999999</cx:pt>
          <cx:pt idx="33573">71.370000000000005</cx:pt>
          <cx:pt idx="33574">114.91</cx:pt>
          <cx:pt idx="33575">145.15000000000001</cx:pt>
          <cx:pt idx="33576">193.55000000000001</cx:pt>
          <cx:pt idx="33577">183.61000000000001</cx:pt>
          <cx:pt idx="33578">193.55000000000001</cx:pt>
          <cx:pt idx="33579">278.33999999999997</cx:pt>
          <cx:pt idx="33580">239.53999999999999</cx:pt>
          <cx:pt idx="33581">312.32999999999998</cx:pt>
          <cx:pt idx="33582">319.38999999999999</cx:pt>
          <cx:pt idx="33583">319.38999999999999</cx:pt>
          <cx:pt idx="33584">56.969999999999999</cx:pt>
          <cx:pt idx="33585">56.969999999999999</cx:pt>
          <cx:pt idx="33586">114.89</cx:pt>
          <cx:pt idx="33587">50.210000000000001</cx:pt>
          <cx:pt idx="33588">59.960000000000001</cx:pt>
          <cx:pt idx="33589">53.960000000000001</cx:pt>
          <cx:pt idx="33590">64.109999999999999</cx:pt>
          <cx:pt idx="33591">37.479999999999997</cx:pt>
          <cx:pt idx="33592">61.979999999999997</cx:pt>
          <cx:pt idx="33593">33.490000000000002</cx:pt>
          <cx:pt idx="33594">103.95999999999999</cx:pt>
          <cx:pt idx="33595">95.969999999999999</cx:pt>
          <cx:pt idx="33596">101.97</cx:pt>
          <cx:pt idx="33597">69.700000000000003</cx:pt>
          <cx:pt idx="33598">103.98</cx:pt>
          <cx:pt idx="33599">103.98</cx:pt>
          <cx:pt idx="33600">84.989999999999995</cx:pt>
          <cx:pt idx="33601">84.989999999999995</cx:pt>
          <cx:pt idx="33602">84.989999999999995</cx:pt>
          <cx:pt idx="33603">103.98</cx:pt>
          <cx:pt idx="33604">84.989999999999995</cx:pt>
          <cx:pt idx="33605">84.989999999999995</cx:pt>
          <cx:pt idx="33606">84.989999999999995</cx:pt>
          <cx:pt idx="33607">103.98</cx:pt>
          <cx:pt idx="33608">49.990000000000002</cx:pt>
          <cx:pt idx="33609">53.979999999999997</cx:pt>
          <cx:pt idx="33610">103.98</cx:pt>
          <cx:pt idx="33611">103.95999999999999</cx:pt>
          <cx:pt idx="33612">103.95999999999999</cx:pt>
          <cx:pt idx="33613">86.959999999999994</cx:pt>
          <cx:pt idx="33614">117.94</cx:pt>
          <cx:pt idx="33615">103.95999999999999</cx:pt>
          <cx:pt idx="33616">31.489999999999998</cx:pt>
          <cx:pt idx="33617">55.479999999999997</cx:pt>
          <cx:pt idx="33618">103.95999999999999</cx:pt>
          <cx:pt idx="33619">51.979999999999997</cx:pt>
          <cx:pt idx="33620">51.979999999999997</cx:pt>
          <cx:pt idx="33621">95.439999999999998</cx:pt>
          <cx:pt idx="33622">37.469999999999999</cx:pt>
          <cx:pt idx="33623">49.460000000000001</cx:pt>
          <cx:pt idx="33624">73.480000000000004</cx:pt>
          <cx:pt idx="33625">73.480000000000004</cx:pt>
          <cx:pt idx="33626">253.96000000000001</cx:pt>
          <cx:pt idx="33627">41.490000000000002</cx:pt>
          <cx:pt idx="33628">45.090000000000003</cx:pt>
          <cx:pt idx="33629">79.989999999999995</cx:pt>
          <cx:pt idx="33630">51.979999999999997</cx:pt>
          <cx:pt idx="33631">51.979999999999997</cx:pt>
          <cx:pt idx="33632">51.979999999999997</cx:pt>
          <cx:pt idx="33633">51.979999999999997</cx:pt>
          <cx:pt idx="33634">144.68000000000001</cx:pt>
          <cx:pt idx="33635">201.96000000000001</cx:pt>
          <cx:pt idx="33636">79.980000000000004</cx:pt>
          <cx:pt idx="33637">117.25</cx:pt>
          <cx:pt idx="33638">23.620000000000001</cx:pt>
          <cx:pt idx="33639">145.97</cx:pt>
          <cx:pt idx="33640">-13.99</cx:pt>
          <cx:pt idx="33641">100.98</cx:pt>
          <cx:pt idx="33642">60.990000000000002</cx:pt>
          <cx:pt idx="33643">100.98</cx:pt>
          <cx:pt idx="33644">121.98</cx:pt>
          <cx:pt idx="33645">103.48</cx:pt>
          <cx:pt idx="33646">103.48</cx:pt>
          <cx:pt idx="33647">51.490000000000002</cx:pt>
          <cx:pt idx="33648">49.990000000000002</cx:pt>
          <cx:pt idx="33649">103.45999999999999</cx:pt>
          <cx:pt idx="33650">103.45999999999999</cx:pt>
          <cx:pt idx="33651">52.159999999999997</cx:pt>
          <cx:pt idx="33652">92.480000000000004</cx:pt>
          <cx:pt idx="33653">279.93000000000001</cx:pt>
          <cx:pt idx="33654">178.93000000000001</cx:pt>
          <cx:pt idx="33655">137.97</cx:pt>
          <cx:pt idx="33656">172.97</cx:pt>
          <cx:pt idx="33657">92.480000000000004</cx:pt>
          <cx:pt idx="33658">106.97</cx:pt>
          <cx:pt idx="33659">227.46000000000001</cx:pt>
          <cx:pt idx="33660">142.47</cx:pt>
          <cx:pt idx="33661">134.97999999999999</cx:pt>
          <cx:pt idx="33662">142.47</cx:pt>
          <cx:pt idx="33663">163.06999999999999</cx:pt>
          <cx:pt idx="33664">103.37</cx:pt>
          <cx:pt idx="33665">32.829999999999998</cx:pt>
          <cx:pt idx="33666">104.98</cx:pt>
          <cx:pt idx="33667">104.98</cx:pt>
          <cx:pt idx="33668">78.969999999999999</cx:pt>
          <cx:pt idx="33669">89.980000000000004</cx:pt>
          <cx:pt idx="33670">86.069999999999993</cx:pt>
          <cx:pt idx="33671">89.980000000000004</cx:pt>
          <cx:pt idx="33672">89.980000000000004</cx:pt>
          <cx:pt idx="33673">84.989999999999995</cx:pt>
          <cx:pt idx="33674">89.980000000000004</cx:pt>
          <cx:pt idx="33675">89.980000000000004</cx:pt>
          <cx:pt idx="33676">65.989999999999995</cx:pt>
          <cx:pt idx="33677">65.989999999999995</cx:pt>
          <cx:pt idx="33678">89.980000000000004</cx:pt>
          <cx:pt idx="33679">89.980000000000004</cx:pt>
          <cx:pt idx="33680">79.980000000000004</cx:pt>
          <cx:pt idx="33681">89.980000000000004</cx:pt>
          <cx:pt idx="33682">89.980000000000004</cx:pt>
          <cx:pt idx="33683">65.989999999999995</cx:pt>
          <cx:pt idx="33684">89.980000000000004</cx:pt>
          <cx:pt idx="33685">104.98</cx:pt>
          <cx:pt idx="33686">104.98</cx:pt>
          <cx:pt idx="33687">104.97</cx:pt>
          <cx:pt idx="33688">93.980000000000004</cx:pt>
          <cx:pt idx="33689">112.97</cx:pt>
          <cx:pt idx="33690">112.97</cx:pt>
          <cx:pt idx="33691">104.97</cx:pt>
          <cx:pt idx="33692">21.989999999999998</cx:pt>
          <cx:pt idx="33693">86.140000000000001</cx:pt>
          <cx:pt idx="33694">115.94</cx:pt>
          <cx:pt idx="33695">128.97</cx:pt>
          <cx:pt idx="33696">129.96000000000001</cx:pt>
          <cx:pt idx="33697">84.989999999999995</cx:pt>
          <cx:pt idx="33698">124.97</cx:pt>
          <cx:pt idx="33699">69.980000000000004</cx:pt>
          <cx:pt idx="33700">143.94999999999999</cx:pt>
          <cx:pt idx="33701">150.96000000000001</cx:pt>
          <cx:pt idx="33702">127.95999999999999</cx:pt>
          <cx:pt idx="33703">104.97</cx:pt>
          <cx:pt idx="33704">104.97</cx:pt>
          <cx:pt idx="33705">112.95999999999999</cx:pt>
          <cx:pt idx="33706">59.979999999999997</cx:pt>
          <cx:pt idx="33707">31.940000000000001</cx:pt>
          <cx:pt idx="33708">112.95999999999999</cx:pt>
          <cx:pt idx="33709">56.289999999999999</cx:pt>
          <cx:pt idx="33710">36.289999999999999</cx:pt>
          <cx:pt idx="33711">51.280000000000001</cx:pt>
          <cx:pt idx="33712">16.289999999999999</cx:pt>
          <cx:pt idx="33713">54.990000000000002</cx:pt>
          <cx:pt idx="33714">16.289999999999999</cx:pt>
          <cx:pt idx="33715">84.989999999999995</cx:pt>
          <cx:pt idx="33716">84.989999999999995</cx:pt>
          <cx:pt idx="33717">169.97999999999999</cx:pt>
          <cx:pt idx="33718">183.97</cx:pt>
          <cx:pt idx="33719">62.57</cx:pt>
          <cx:pt idx="33720">65.989999999999995</cx:pt>
          <cx:pt idx="33721">131.97999999999999</cx:pt>
          <cx:pt idx="33722">152.06</cx:pt>
          <cx:pt idx="33723">169.97999999999999</cx:pt>
          <cx:pt idx="33724">169.97999999999999</cx:pt>
          <cx:pt idx="33725">14.99</cx:pt>
          <cx:pt idx="33726">98.980000000000004</cx:pt>
          <cx:pt idx="33727">152.06</cx:pt>
          <cx:pt idx="33728">76.709999999999994</cx:pt>
          <cx:pt idx="33729">73.480000000000004</cx:pt>
          <cx:pt idx="33730">52.969999999999999</cx:pt>
          <cx:pt idx="33731">59.979999999999997</cx:pt>
          <cx:pt idx="33732">36.479999999999997</cx:pt>
          <cx:pt idx="33733">66.980000000000004</cx:pt>
          <cx:pt idx="33734">41.93</cx:pt>
          <cx:pt idx="33735">41.93</cx:pt>
          <cx:pt idx="33736">50.960000000000001</cx:pt>
          <cx:pt idx="33737">53.979999999999997</cx:pt>
          <cx:pt idx="33738">41.289999999999999</cx:pt>
          <cx:pt idx="33739">16.289999999999999</cx:pt>
          <cx:pt idx="33740">16.940000000000001</cx:pt>
          <cx:pt idx="33741">56.969999999999999</cx:pt>
          <cx:pt idx="33742">197.88</cx:pt>
          <cx:pt idx="33743">159.69999999999999</cx:pt>
          <cx:pt idx="33744">159.69999999999999</cx:pt>
          <cx:pt idx="33745">203.22</cx:pt>
          <cx:pt idx="33746">159.69999999999999</cx:pt>
          <cx:pt idx="33747">205.63999999999999</cx:pt>
          <cx:pt idx="33748">104.94</cx:pt>
          <cx:pt idx="33749">33.93</cx:pt>
          <cx:pt idx="33750">14.289999999999999</cx:pt>
          <cx:pt idx="33751">27.280000000000001</cx:pt>
          <cx:pt idx="33752">14.289999999999999</cx:pt>
          <cx:pt idx="33753">14.289999999999999</cx:pt>
          <cx:pt idx="33754">142.72999999999999</cx:pt>
          <cx:pt idx="33755">220.15000000000001</cx:pt>
          <cx:pt idx="33756">93.120000000000005</cx:pt>
          <cx:pt idx="33757">88.290000000000006</cx:pt>
          <cx:pt idx="33758">105.45</cx:pt>
          <cx:pt idx="33759">148.25</cx:pt>
          <cx:pt idx="33760">370.13</cx:pt>
          <cx:pt idx="33761">76.959999999999994</cx:pt>
          <cx:pt idx="33762">17.489999999999998</cx:pt>
          <cx:pt idx="33763">102.97</cx:pt>
          <cx:pt idx="33764">39.990000000000002</cx:pt>
          <cx:pt idx="33765">0</cx:pt>
          <cx:pt idx="33766">69.989999999999995</cx:pt>
          <cx:pt idx="33767">29.48</cx:pt>
          <cx:pt idx="33768">64.989999999999995</cx:pt>
          <cx:pt idx="33769">102.97</cx:pt>
          <cx:pt idx="33770">104.02</cx:pt>
          <cx:pt idx="33771">159.97999999999999</cx:pt>
          <cx:pt idx="33772">159.59999999999999</cx:pt>
          <cx:pt idx="33773">84.989999999999995</cx:pt>
          <cx:pt idx="33774">150.37</cx:pt>
          <cx:pt idx="33775">84.989999999999995</cx:pt>
          <cx:pt idx="33776">144.22</cx:pt>
          <cx:pt idx="33777">73.989999999999995</cx:pt>
          <cx:pt idx="33778">84.989999999999995</cx:pt>
          <cx:pt idx="33779">99.980000000000004</cx:pt>
          <cx:pt idx="33780">169.97999999999999</cx:pt>
          <cx:pt idx="33781">84.989999999999995</cx:pt>
          <cx:pt idx="33782">119.95999999999999</cx:pt>
          <cx:pt idx="33783">108.97</cx:pt>
          <cx:pt idx="33784">99.980000000000004</cx:pt>
          <cx:pt idx="33785">134.97999999999999</cx:pt>
          <cx:pt idx="33786">129.96000000000001</cx:pt>
          <cx:pt idx="33787">169.97999999999999</cx:pt>
          <cx:pt idx="33788">68.989999999999995</cx:pt>
          <cx:pt idx="33789">154.97</cx:pt>
          <cx:pt idx="33790">84.989999999999995</cx:pt>
          <cx:pt idx="33791">84.989999999999995</cx:pt>
          <cx:pt idx="33792">54.990000000000002</cx:pt>
          <cx:pt idx="33793">54.990000000000002</cx:pt>
          <cx:pt idx="33794">54.990000000000002</cx:pt>
          <cx:pt idx="33795">54.990000000000002</cx:pt>
          <cx:pt idx="33796">49.479999999999997</cx:pt>
          <cx:pt idx="33797">103.45999999999999</cx:pt>
          <cx:pt idx="33798">134.97</cx:pt>
          <cx:pt idx="33799">192.22999999999999</cx:pt>
          <cx:pt idx="33800">189.96000000000001</cx:pt>
          <cx:pt idx="33801">129.96000000000001</cx:pt>
          <cx:pt idx="33802">282.75</cx:pt>
          <cx:pt idx="33803">164.94999999999999</cx:pt>
          <cx:pt idx="33804">196.96000000000001</cx:pt>
          <cx:pt idx="33805">167.19</cx:pt>
          <cx:pt idx="33806">192.96000000000001</cx:pt>
          <cx:pt idx="33807">154.96000000000001</cx:pt>
          <cx:pt idx="33808">94.329999999999998</cx:pt>
          <cx:pt idx="33809">113.23</cx:pt>
          <cx:pt idx="33810">53.969999999999999</cx:pt>
          <cx:pt idx="33811">53.939999999999998</cx:pt>
          <cx:pt idx="33812">28.329999999999998</cx:pt>
          <cx:pt idx="33813">24.48</cx:pt>
          <cx:pt idx="33814">32.670000000000002</cx:pt>
          <cx:pt idx="33815">39.479999999999997</cx:pt>
          <cx:pt idx="33816">67.959999999999994</cx:pt>
          <cx:pt idx="33817">103.95999999999999</cx:pt>
          <cx:pt idx="33818">56.399999999999999</cx:pt>
          <cx:pt idx="33819">13.99</cx:pt>
          <cx:pt idx="33820">56.969999999999999</cx:pt>
          <cx:pt idx="33821">46.490000000000002</cx:pt>
          <cx:pt idx="33822">41.490000000000002</cx:pt>
          <cx:pt idx="33823">32.259999999999998</cx:pt>
          <cx:pt idx="33824">20.489999999999998</cx:pt>
          <cx:pt idx="33825">51.289999999999999</cx:pt>
          <cx:pt idx="33826">49.990000000000002</cx:pt>
          <cx:pt idx="33827">25.969999999999999</cx:pt>
          <cx:pt idx="33828">72.590000000000003</cx:pt>
          <cx:pt idx="33829">63.969999999999999</cx:pt>
          <cx:pt idx="33830">26.23</cx:pt>
          <cx:pt idx="33831">159.69999999999999</cx:pt>
          <cx:pt idx="33832">159.69999999999999</cx:pt>
          <cx:pt idx="33833">159.69999999999999</cx:pt>
          <cx:pt idx="33834">109.8</cx:pt>
          <cx:pt idx="33835">147.59999999999999</cx:pt>
          <cx:pt idx="33836">159.69999999999999</cx:pt>
          <cx:pt idx="33837">147.59999999999999</cx:pt>
          <cx:pt idx="33838">103.98</cx:pt>
          <cx:pt idx="33839">103.98</cx:pt>
          <cx:pt idx="33840">103.97</cx:pt>
          <cx:pt idx="33841">103.97</cx:pt>
          <cx:pt idx="33842">72.950000000000003</cx:pt>
          <cx:pt idx="33843">103.95999999999999</cx:pt>
          <cx:pt idx="33844">103.95999999999999</cx:pt>
          <cx:pt idx="33845">72.950000000000003</cx:pt>
          <cx:pt idx="33846">44.289999999999999</cx:pt>
          <cx:pt idx="33847">52.18</cx:pt>
          <cx:pt idx="33848">52.18</cx:pt>
          <cx:pt idx="33849">80.510000000000005</cx:pt>
          <cx:pt idx="33850">57.979999999999997</cx:pt>
          <cx:pt idx="33851">57.979999999999997</cx:pt>
          <cx:pt idx="33852">80.510000000000005</cx:pt>
          <cx:pt idx="33853">57.979999999999997</cx:pt>
          <cx:pt idx="33854">52.18</cx:pt>
          <cx:pt idx="33855">122.08</cx:pt>
          <cx:pt idx="33856">168.27000000000001</cx:pt>
          <cx:pt idx="33857">131.97999999999999</cx:pt>
          <cx:pt idx="33858">172.97</cx:pt>
          <cx:pt idx="33859">131.97999999999999</cx:pt>
          <cx:pt idx="33860">252.30000000000001</cx:pt>
          <cx:pt idx="33861">49.259999999999998</cx:pt>
          <cx:pt idx="33862">19.280000000000001</cx:pt>
          <cx:pt idx="33863">20.289999999999999</cx:pt>
          <cx:pt idx="33864">19.280000000000001</cx:pt>
          <cx:pt idx="33865">10.289999999999999</cx:pt>
          <cx:pt idx="33866">51.960000000000001</cx:pt>
          <cx:pt idx="33867">102.97</cx:pt>
          <cx:pt idx="33868">108.8</cx:pt>
          <cx:pt idx="33869">49.990000000000002</cx:pt>
          <cx:pt idx="33870">65.989999999999995</cx:pt>
          <cx:pt idx="33871">131.97999999999999</cx:pt>
          <cx:pt idx="33872">53.969999999999999</cx:pt>
          <cx:pt idx="33873">89.980000000000004</cx:pt>
          <cx:pt idx="33874">65.989999999999995</cx:pt>
          <cx:pt idx="33875">79.980000000000004</cx:pt>
          <cx:pt idx="33876">65.989999999999995</cx:pt>
          <cx:pt idx="33877">84.980000000000004</cx:pt>
          <cx:pt idx="33878">134.97</cx:pt>
          <cx:pt idx="33879">19.489999999999998</cx:pt>
          <cx:pt idx="33880">65.989999999999995</cx:pt>
          <cx:pt idx="33881">65.989999999999995</cx:pt>
          <cx:pt idx="33882">131.97999999999999</cx:pt>
          <cx:pt idx="33883">79.980000000000004</cx:pt>
          <cx:pt idx="33884">67.980000000000004</cx:pt>
          <cx:pt idx="33885">37.490000000000002</cx:pt>
          <cx:pt idx="33886">85.469999999999999</cx:pt>
          <cx:pt idx="33887">83.980000000000004</cx:pt>
          <cx:pt idx="33888">38.229999999999997</cx:pt>
          <cx:pt idx="33889">65.989999999999995</cx:pt>
          <cx:pt idx="33890">135.28</cx:pt>
          <cx:pt idx="33891">89.980000000000004</cx:pt>
          <cx:pt idx="33892">131.97999999999999</cx:pt>
          <cx:pt idx="33893">16.09</cx:pt>
          <cx:pt idx="33894">69.989999999999995</cx:pt>
          <cx:pt idx="33895">101.97</cx:pt>
          <cx:pt idx="33896">101.97</cx:pt>
          <cx:pt idx="33897">101.97</cx:pt>
          <cx:pt idx="33898">101.95999999999999</cx:pt>
          <cx:pt idx="33899">101.95999999999999</cx:pt>
          <cx:pt idx="33900">50.969999999999999</cx:pt>
          <cx:pt idx="33901">50.979999999999997</cx:pt>
          <cx:pt idx="33902">99.980000000000004</cx:pt>
          <cx:pt idx="33903">149.97</cx:pt>
          <cx:pt idx="33904">168.94999999999999</cx:pt>
          <cx:pt idx="33905">139.97</cx:pt>
          <cx:pt idx="33906">127.47</cx:pt>
          <cx:pt idx="33907">37.990000000000002</cx:pt>
          <cx:pt idx="33908">101.94</cx:pt>
          <cx:pt idx="33909">74.980000000000004</cx:pt>
          <cx:pt idx="33910">18.489999999999998</cx:pt>
          <cx:pt idx="33911">101.95999999999999</cx:pt>
          <cx:pt idx="33912">101.93000000000001</cx:pt>
          <cx:pt idx="33913">50.93</cx:pt>
          <cx:pt idx="33914">50.93</cx:pt>
          <cx:pt idx="33915">101.77</cx:pt>
          <cx:pt idx="33916">-89.989999999999995</cx:pt>
          <cx:pt idx="33917">193.46000000000001</cx:pt>
          <cx:pt idx="33918">77.969999999999999</cx:pt>
          <cx:pt idx="33919">116.97</cx:pt>
          <cx:pt idx="33920">71.790000000000006</cx:pt>
          <cx:pt idx="33921">51.289999999999999</cx:pt>
          <cx:pt idx="33922">65.989999999999995</cx:pt>
          <cx:pt idx="33923">136.96000000000001</cx:pt>
          <cx:pt idx="33924">84.989999999999995</cx:pt>
          <cx:pt idx="33925">69.980000000000004</cx:pt>
          <cx:pt idx="33926">84.989999999999995</cx:pt>
          <cx:pt idx="33927">116.97</cx:pt>
          <cx:pt idx="33928">51.289999999999999</cx:pt>
          <cx:pt idx="33929">84.989999999999995</cx:pt>
          <cx:pt idx="33930">65.989999999999995</cx:pt>
          <cx:pt idx="33931">92.980000000000004</cx:pt>
          <cx:pt idx="33932">65.989999999999995</cx:pt>
          <cx:pt idx="33933">84.989999999999995</cx:pt>
          <cx:pt idx="33934">67.030000000000001</cx:pt>
          <cx:pt idx="33935">99.980000000000004</cx:pt>
          <cx:pt idx="33936">79.980000000000004</cx:pt>
          <cx:pt idx="33937">103.44</cx:pt>
          <cx:pt idx="33938">49.57</cx:pt>
          <cx:pt idx="33939">43.539999999999999</cx:pt>
          <cx:pt idx="33940">59.979999999999997</cx:pt>
          <cx:pt idx="33941">51.280000000000001</cx:pt>
          <cx:pt idx="33942">101.45999999999999</cx:pt>
          <cx:pt idx="33943">101.45999999999999</cx:pt>
          <cx:pt idx="33944">52.18</cx:pt>
          <cx:pt idx="33945">50.979999999999997</cx:pt>
          <cx:pt idx="33946">15.890000000000001</cx:pt>
          <cx:pt idx="33947">26.489999999999998</cx:pt>
          <cx:pt idx="33948">33.479999999999997</cx:pt>
          <cx:pt idx="33949">41.490000000000002</cx:pt>
          <cx:pt idx="33950">121.98</cx:pt>
          <cx:pt idx="33951">79.980000000000004</cx:pt>
          <cx:pt idx="33952">131.97999999999999</cx:pt>
          <cx:pt idx="33953">197.97</cx:pt>
          <cx:pt idx="33954">188.66999999999999</cx:pt>
          <cx:pt idx="33955">41.490000000000002</cx:pt>
          <cx:pt idx="33956">204.09999999999999</cx:pt>
          <cx:pt idx="33957">121.97</cx:pt>
          <cx:pt idx="33958">131.97999999999999</cx:pt>
          <cx:pt idx="33959">99.980000000000004</cx:pt>
          <cx:pt idx="33960">197.97</cx:pt>
          <cx:pt idx="33961">197.97</cx:pt>
          <cx:pt idx="33962">197.97</cx:pt>
          <cx:pt idx="33963">197.97</cx:pt>
          <cx:pt idx="33964">131.97999999999999</cx:pt>
          <cx:pt idx="33965">62.990000000000002</cx:pt>
          <cx:pt idx="33966">110.97</cx:pt>
          <cx:pt idx="33967">51.960000000000001</cx:pt>
          <cx:pt idx="33968">111.78</cx:pt>
          <cx:pt idx="33969">102.97</cx:pt>
          <cx:pt idx="33970">102.97</cx:pt>
          <cx:pt idx="33971">101.97</cx:pt>
          <cx:pt idx="33972">116.14</cx:pt>
          <cx:pt idx="33973">159.69999999999999</cx:pt>
          <cx:pt idx="33974">185.09</cx:pt>
          <cx:pt idx="33975">185.09</cx:pt>
          <cx:pt idx="33976">55.07</cx:pt>
          <cx:pt idx="33977">49.979999999999997</cx:pt>
          <cx:pt idx="33978">39.479999999999997</cx:pt>
          <cx:pt idx="33979">100.98</cx:pt>
          <cx:pt idx="33980">100.97</cx:pt>
          <cx:pt idx="33981">100.98</cx:pt>
          <cx:pt idx="33982">100.98</cx:pt>
          <cx:pt idx="33983">65.980000000000004</cx:pt>
          <cx:pt idx="33984">118.3</cx:pt>
          <cx:pt idx="33985">113.97</cx:pt>
          <cx:pt idx="33986">71.980000000000004</cx:pt>
          <cx:pt idx="33987">52.969999999999999</cx:pt>
          <cx:pt idx="33988">64.109999999999999</cx:pt>
          <cx:pt idx="33989">98.969999999999999</cx:pt>
          <cx:pt idx="33990">65.980000000000004</cx:pt>
          <cx:pt idx="33991">107.31</cx:pt>
          <cx:pt idx="33992">98.969999999999999</cx:pt>
          <cx:pt idx="33993">79.980000000000004</cx:pt>
          <cx:pt idx="33994">83.969999999999999</cx:pt>
          <cx:pt idx="33995">73.980000000000004</cx:pt>
          <cx:pt idx="33996">73.980000000000004</cx:pt>
          <cx:pt idx="33997">73.980000000000004</cx:pt>
          <cx:pt idx="33998">73.980000000000004</cx:pt>
          <cx:pt idx="33999">83.969999999999999</cx:pt>
          <cx:pt idx="34000">89.969999999999999</cx:pt>
          <cx:pt idx="34001">81.390000000000001</cx:pt>
          <cx:pt idx="34002">69.980000000000004</cx:pt>
          <cx:pt idx="34003">73.980000000000004</cx:pt>
          <cx:pt idx="34004">77.280000000000001</cx:pt>
          <cx:pt idx="34005">73.980000000000004</cx:pt>
          <cx:pt idx="34006">68.689999999999998</cx:pt>
          <cx:pt idx="34007">73.980000000000004</cx:pt>
          <cx:pt idx="34008">98.969999999999999</cx:pt>
          <cx:pt idx="34009">100.98</cx:pt>
          <cx:pt idx="34010">37.240000000000002</cx:pt>
          <cx:pt idx="34011">36.490000000000002</cx:pt>
          <cx:pt idx="34012">47.479999999999997</cx:pt>
          <cx:pt idx="34013">100.97</cx:pt>
          <cx:pt idx="34014">30.23</cx:pt>
          <cx:pt idx="34015">57.969999999999999</cx:pt>
          <cx:pt idx="34016">100.97</cx:pt>
          <cx:pt idx="34017">-23</cx:pt>
          <cx:pt idx="34018">54.990000000000002</cx:pt>
          <cx:pt idx="34019">65.980000000000004</cx:pt>
          <cx:pt idx="34020">26.489999999999998</cx:pt>
          <cx:pt idx="34021">35.049999999999997</cx:pt>
          <cx:pt idx="34022">24.18</cx:pt>
          <cx:pt idx="34023">220.94999999999999</cx:pt>
          <cx:pt idx="34024">199.94999999999999</cx:pt>
          <cx:pt idx="34025">94.969999999999999</cx:pt>
          <cx:pt idx="34026">105.98</cx:pt>
          <cx:pt idx="34027">94.980000000000004</cx:pt>
          <cx:pt idx="34028">151.00999999999999</cx:pt>
          <cx:pt idx="34029">242.21000000000001</cx:pt>
          <cx:pt idx="34030">128.97</cx:pt>
          <cx:pt idx="34031">119.95999999999999</cx:pt>
          <cx:pt idx="34032">11.289999999999999</cx:pt>
          <cx:pt idx="34033">64.560000000000002</cx:pt>
          <cx:pt idx="34034">161.97</cx:pt>
          <cx:pt idx="34035">118.47</cx:pt>
          <cx:pt idx="34036">69.969999999999999</cx:pt>
          <cx:pt idx="34037">79.980000000000004</cx:pt>
          <cx:pt idx="34038">27.43</cx:pt>
          <cx:pt idx="34039">193.06</cx:pt>
          <cx:pt idx="34040">115.97</cx:pt>
          <cx:pt idx="34041">104.97</cx:pt>
          <cx:pt idx="34042">128.81999999999999</cx:pt>
          <cx:pt idx="34043">119.97</cx:pt>
          <cx:pt idx="34044">111.3</cx:pt>
          <cx:pt idx="34045">100.76000000000001</cx:pt>
          <cx:pt idx="34046">111.28</cx:pt>
          <cx:pt idx="34047">48.57</cx:pt>
          <cx:pt idx="34048">53.969999999999999</cx:pt>
          <cx:pt idx="34049">77.640000000000001</cx:pt>
          <cx:pt idx="34050">84.989999999999995</cx:pt>
          <cx:pt idx="34051">131.97999999999999</cx:pt>
          <cx:pt idx="34052">131.97999999999999</cx:pt>
          <cx:pt idx="34053">131.97999999999999</cx:pt>
          <cx:pt idx="34054">131.97999999999999</cx:pt>
          <cx:pt idx="34055">84.989999999999995</cx:pt>
          <cx:pt idx="34056">119.98</cx:pt>
          <cx:pt idx="34057">84.989999999999995</cx:pt>
          <cx:pt idx="34058">169.97999999999999</cx:pt>
          <cx:pt idx="34059">73.959999999999994</cx:pt>
          <cx:pt idx="34060">84.989999999999995</cx:pt>
          <cx:pt idx="34061">103.37</cx:pt>
          <cx:pt idx="34062">26.289999999999999</cx:pt>
          <cx:pt idx="34063">26.289999999999999</cx:pt>
          <cx:pt idx="34064">111.04000000000001</cx:pt>
          <cx:pt idx="34065">111.04000000000001</cx:pt>
          <cx:pt idx="34066">51.969999999999999</cx:pt>
          <cx:pt idx="34067">39.960000000000001</cx:pt>
          <cx:pt idx="34068">109.98</cx:pt>
          <cx:pt idx="34069">100.48</cx:pt>
          <cx:pt idx="34070">62.479999999999997</cx:pt>
          <cx:pt idx="34071">69.989999999999995</cx:pt>
          <cx:pt idx="34072">30.48</cx:pt>
          <cx:pt idx="34073">14.49</cx:pt>
          <cx:pt idx="34074">62.460000000000001</cx:pt>
          <cx:pt idx="34075">109.95</cx:pt>
          <cx:pt idx="34076">79.980000000000004</cx:pt>
          <cx:pt idx="34077">169.97999999999999</cx:pt>
          <cx:pt idx="34078">179.94</cx:pt>
          <cx:pt idx="34079">84.989999999999995</cx:pt>
          <cx:pt idx="34080">156.96000000000001</cx:pt>
          <cx:pt idx="34081">242.94999999999999</cx:pt>
          <cx:pt idx="34082">238.97</cx:pt>
          <cx:pt idx="34083">134.97999999999999</cx:pt>
          <cx:pt idx="34084">169.97999999999999</cx:pt>
          <cx:pt idx="34085">176.97</cx:pt>
          <cx:pt idx="34086">92.790000000000006</cx:pt>
          <cx:pt idx="34087">195.56999999999999</cx:pt>
          <cx:pt idx="34088">84.989999999999995</cx:pt>
          <cx:pt idx="34089">55.960000000000001</cx:pt>
          <cx:pt idx="34090">110.81</cx:pt>
          <cx:pt idx="34091">50.130000000000003</cx:pt>
          <cx:pt idx="34092">50.969999999999999</cx:pt>
          <cx:pt idx="34093">101.97</cx:pt>
          <cx:pt idx="34094">101.97</cx:pt>
          <cx:pt idx="34095">82.840000000000003</cx:pt>
          <cx:pt idx="34096">101.97</cx:pt>
          <cx:pt idx="34097">101.97</cx:pt>
          <cx:pt idx="34098">101.97</cx:pt>
          <cx:pt idx="34099">99.980000000000004</cx:pt>
          <cx:pt idx="34100">99.980000000000004</cx:pt>
          <cx:pt idx="34101">78.180000000000007</cx:pt>
          <cx:pt idx="34102">99.980000000000004</cx:pt>
          <cx:pt idx="34103">74.290000000000006</cx:pt>
          <cx:pt idx="34104">69.980000000000004</cx:pt>
          <cx:pt idx="34105">70.980000000000004</cx:pt>
          <cx:pt idx="34106">99.980000000000004</cx:pt>
          <cx:pt idx="34107">101.28</cx:pt>
          <cx:pt idx="34108">99.980000000000004</cx:pt>
          <cx:pt idx="34109">97.849999999999994</cx:pt>
          <cx:pt idx="34110">33.280000000000001</cx:pt>
          <cx:pt idx="34111">101.97</cx:pt>
          <cx:pt idx="34112">-103.27</cx:pt>
          <cx:pt idx="34113">101.97</cx:pt>
          <cx:pt idx="34114">103.27</cx:pt>
          <cx:pt idx="34115">101.97</cx:pt>
          <cx:pt idx="34116">50.979999999999997</cx:pt>
          <cx:pt idx="34117">50.979999999999997</cx:pt>
          <cx:pt idx="34118">100.17</cx:pt>
          <cx:pt idx="34119">50.979999999999997</cx:pt>
          <cx:pt idx="34120">50.960000000000001</cx:pt>
          <cx:pt idx="34121">100.06</cx:pt>
          <cx:pt idx="34122">73.480000000000004</cx:pt>
          <cx:pt idx="34123">73.480000000000004</cx:pt>
          <cx:pt idx="34124">100.06</cx:pt>
          <cx:pt idx="34125">49.590000000000003</cx:pt>
          <cx:pt idx="34126">41.810000000000002</cx:pt>
          <cx:pt idx="34127">99.989999999999995</cx:pt>
          <cx:pt idx="34128">56.969999999999999</cx:pt>
          <cx:pt idx="34129">121.98</cx:pt>
          <cx:pt idx="34130">131.97999999999999</cx:pt>
          <cx:pt idx="34131">131.97999999999999</cx:pt>
          <cx:pt idx="34132">121.98</cx:pt>
          <cx:pt idx="34133">131.97999999999999</cx:pt>
          <cx:pt idx="34134">84.989999999999995</cx:pt>
          <cx:pt idx="34135">131.97999999999999</cx:pt>
          <cx:pt idx="34136">56.969999999999999</cx:pt>
          <cx:pt idx="34137">99.989999999999995</cx:pt>
          <cx:pt idx="34138">99.989999999999995</cx:pt>
          <cx:pt idx="34139">99.980000000000004</cx:pt>
          <cx:pt idx="34140">99.980000000000004</cx:pt>
          <cx:pt idx="34141">99.980000000000004</cx:pt>
          <cx:pt idx="34142">99.980000000000004</cx:pt>
          <cx:pt idx="34143">99.980000000000004</cx:pt>
          <cx:pt idx="34144">99.980000000000004</cx:pt>
          <cx:pt idx="34145">64.670000000000002</cx:pt>
          <cx:pt idx="34146">188.97</cx:pt>
          <cx:pt idx="34147">188.97</cx:pt>
          <cx:pt idx="34148">37.579999999999998</cx:pt>
          <cx:pt idx="34149">130.75</cx:pt>
          <cx:pt idx="34150">167.43000000000001</cx:pt>
          <cx:pt idx="34151">99.980000000000004</cx:pt>
          <cx:pt idx="34152">99.980000000000004</cx:pt>
          <cx:pt idx="34153">99.980000000000004</cx:pt>
          <cx:pt idx="34154">99.980000000000004</cx:pt>
          <cx:pt idx="34155">99.980000000000004</cx:pt>
          <cx:pt idx="34156">99.980000000000004</cx:pt>
          <cx:pt idx="34157">99.980000000000004</cx:pt>
          <cx:pt idx="34158">99.980000000000004</cx:pt>
          <cx:pt idx="34159">99.980000000000004</cx:pt>
          <cx:pt idx="34160">99.980000000000004</cx:pt>
          <cx:pt idx="34161">17.969999999999999</cx:pt>
          <cx:pt idx="34162">65.989999999999995</cx:pt>
          <cx:pt idx="34163">65.989999999999995</cx:pt>
          <cx:pt idx="34164">62.210000000000001</cx:pt>
          <cx:pt idx="34165">65.989999999999995</cx:pt>
          <cx:pt idx="34166">65.989999999999995</cx:pt>
          <cx:pt idx="34167">141.83000000000001</cx:pt>
          <cx:pt idx="34168">65.989999999999995</cx:pt>
          <cx:pt idx="34169">65.989999999999995</cx:pt>
          <cx:pt idx="34170">99.980000000000004</cx:pt>
          <cx:pt idx="34171">99.980000000000004</cx:pt>
          <cx:pt idx="34172">99.989999999999995</cx:pt>
          <cx:pt idx="34173">99.980000000000004</cx:pt>
          <cx:pt idx="34174">99.989999999999995</cx:pt>
          <cx:pt idx="34175">99.980000000000004</cx:pt>
          <cx:pt idx="34176">149.97</cx:pt>
          <cx:pt idx="34177">174.97</cx:pt>
          <cx:pt idx="34178">74.579999999999998</cx:pt>
          <cx:pt idx="34179">79.980000000000004</cx:pt>
          <cx:pt idx="34180">172.97</cx:pt>
          <cx:pt idx="34181">65.989999999999995</cx:pt>
          <cx:pt idx="34182">144.15000000000001</cx:pt>
          <cx:pt idx="34183">197.97</cx:pt>
          <cx:pt idx="34184">120.97</cx:pt>
          <cx:pt idx="34185">146.97</cx:pt>
          <cx:pt idx="34186">131.97999999999999</cx:pt>
          <cx:pt idx="34187">181.97</cx:pt>
          <cx:pt idx="34188">159.5</cx:pt>
          <cx:pt idx="34189">94.219999999999999</cx:pt>
          <cx:pt idx="34190">188.96000000000001</cx:pt>
          <cx:pt idx="34191">65.989999999999995</cx:pt>
          <cx:pt idx="34192">59.960000000000001</cx:pt>
          <cx:pt idx="34193">57.990000000000002</cx:pt>
          <cx:pt idx="34194">178.16999999999999</cx:pt>
          <cx:pt idx="34195">71.980000000000004</cx:pt>
          <cx:pt idx="34196">-131.97999999999999</cx:pt>
          <cx:pt idx="34197">65.989999999999995</cx:pt>
          <cx:pt idx="34198">99.980000000000004</cx:pt>
          <cx:pt idx="34199">99.980000000000004</cx:pt>
          <cx:pt idx="34200">99.980000000000004</cx:pt>
          <cx:pt idx="34201">99.980000000000004</cx:pt>
          <cx:pt idx="34202">99.980000000000004</cx:pt>
          <cx:pt idx="34203">54.979999999999997</cx:pt>
          <cx:pt idx="34204">36.490000000000002</cx:pt>
          <cx:pt idx="34205">99.989999999999995</cx:pt>
          <cx:pt idx="34206">99.980000000000004</cx:pt>
          <cx:pt idx="34207">99.980000000000004</cx:pt>
          <cx:pt idx="34208">91.469999999999999</cx:pt>
          <cx:pt idx="34209">155.93000000000001</cx:pt>
          <cx:pt idx="34210">169.97999999999999</cx:pt>
          <cx:pt idx="34211">99.980000000000004</cx:pt>
          <cx:pt idx="34212">51.289999999999999</cx:pt>
          <cx:pt idx="34213">152.97999999999999</cx:pt>
          <cx:pt idx="34214">190.97</cx:pt>
          <cx:pt idx="34215">126.48</cx:pt>
          <cx:pt idx="34216">92.980000000000004</cx:pt>
          <cx:pt idx="34217">152.97999999999999</cx:pt>
          <cx:pt idx="34218">169.97999999999999</cx:pt>
          <cx:pt idx="34219">169.97999999999999</cx:pt>
          <cx:pt idx="34220">190.97</cx:pt>
          <cx:pt idx="34221">155.97</cx:pt>
          <cx:pt idx="34222">180.97</cx:pt>
          <cx:pt idx="34223">169.97999999999999</cx:pt>
          <cx:pt idx="34224">99.980000000000004</cx:pt>
          <cx:pt idx="34225">99.980000000000004</cx:pt>
          <cx:pt idx="34226">6.3300000000000001</cx:pt>
          <cx:pt idx="34227">38.979999999999997</cx:pt>
          <cx:pt idx="34228">67.840000000000003</cx:pt>
          <cx:pt idx="34229">-1.2</cx:pt>
          <cx:pt idx="34230">99.959999999999994</cx:pt>
          <cx:pt idx="34231">99.959999999999994</cx:pt>
          <cx:pt idx="34232">99.980000000000004</cx:pt>
          <cx:pt idx="34233">99.980000000000004</cx:pt>
          <cx:pt idx="34234">99.980000000000004</cx:pt>
          <cx:pt idx="34235">99.980000000000004</cx:pt>
          <cx:pt idx="34236">99.980000000000004</cx:pt>
          <cx:pt idx="34237">157.97999999999999</cx:pt>
          <cx:pt idx="34238">169.97999999999999</cx:pt>
          <cx:pt idx="34239">215.84999999999999</cx:pt>
          <cx:pt idx="34240">168.18000000000001</cx:pt>
          <cx:pt idx="34241">213.84999999999999</cx:pt>
          <cx:pt idx="34242">210.96000000000001</cx:pt>
          <cx:pt idx="34243">105.97</cx:pt>
          <cx:pt idx="34244">134.68000000000001</cx:pt>
          <cx:pt idx="34245">124.93000000000001</cx:pt>
          <cx:pt idx="34246">132.38</cx:pt>
          <cx:pt idx="34247">151.96000000000001</cx:pt>
          <cx:pt idx="34248">179.83000000000001</cx:pt>
          <cx:pt idx="34249">82.980000000000004</cx:pt>
          <cx:pt idx="34250">99.980000000000004</cx:pt>
          <cx:pt idx="34251">99.980000000000004</cx:pt>
          <cx:pt idx="34252">99.980000000000004</cx:pt>
          <cx:pt idx="34253">99.980000000000004</cx:pt>
          <cx:pt idx="34254">99.980000000000004</cx:pt>
          <cx:pt idx="34255">288.97000000000003</cx:pt>
          <cx:pt idx="34256">217.94999999999999</cx:pt>
          <cx:pt idx="34257">266.95999999999998</cx:pt>
          <cx:pt idx="34258">-65.989999999999995</cx:pt>
          <cx:pt idx="34259">169.97999999999999</cx:pt>
          <cx:pt idx="34260">134.38999999999999</cx:pt>
          <cx:pt idx="34261">169.97999999999999</cx:pt>
          <cx:pt idx="34262">217.94999999999999</cx:pt>
          <cx:pt idx="34263">184.97</cx:pt>
          <cx:pt idx="34264">314.95999999999998</cx:pt>
          <cx:pt idx="34265">132.46000000000001</cx:pt>
          <cx:pt idx="34266">52.240000000000002</cx:pt>
          <cx:pt idx="34267">26.489999999999998</cx:pt>
          <cx:pt idx="34268">99.969999999999999</cx:pt>
          <cx:pt idx="34269">91.469999999999999</cx:pt>
          <cx:pt idx="34270">99.959999999999994</cx:pt>
          <cx:pt idx="34271">91.459999999999994</cx:pt>
          <cx:pt idx="34272">99.959999999999994</cx:pt>
          <cx:pt idx="34273">99.959999999999994</cx:pt>
          <cx:pt idx="34274">99.959999999999994</cx:pt>
          <cx:pt idx="34275">99.959999999999994</cx:pt>
          <cx:pt idx="34276">84.989999999999995</cx:pt>
          <cx:pt idx="34277">102.98</cx:pt>
          <cx:pt idx="34278">163.96000000000001</cx:pt>
          <cx:pt idx="34279">102.98</cx:pt>
          <cx:pt idx="34280">64.579999999999998</cx:pt>
          <cx:pt idx="34281">127.23999999999999</cx:pt>
          <cx:pt idx="34282">169.97999999999999</cx:pt>
          <cx:pt idx="34283">84.989999999999995</cx:pt>
          <cx:pt idx="34284">167.96000000000001</cx:pt>
          <cx:pt idx="34285">144.47999999999999</cx:pt>
          <cx:pt idx="34286">169.97999999999999</cx:pt>
          <cx:pt idx="34287">131.97999999999999</cx:pt>
          <cx:pt idx="34288">84.989999999999995</cx:pt>
          <cx:pt idx="34289">164.02000000000001</cx:pt>
          <cx:pt idx="34290">99.959999999999994</cx:pt>
          <cx:pt idx="34291">32.219999999999999</cx:pt>
          <cx:pt idx="34292">42.210000000000001</cx:pt>
          <cx:pt idx="34293">31.48</cx:pt>
          <cx:pt idx="34294">59.960000000000001</cx:pt>
          <cx:pt idx="34295">58.969999999999999</cx:pt>
          <cx:pt idx="34296">50.390000000000001</cx:pt>
          <cx:pt idx="34297">76.180000000000007</cx:pt>
          <cx:pt idx="34298">101.47</cx:pt>
          <cx:pt idx="34299">38.090000000000003</cx:pt>
          <cx:pt idx="34300">38.090000000000003</cx:pt>
          <cx:pt idx="34301">101.45999999999999</cx:pt>
          <cx:pt idx="34302">209.93000000000001</cx:pt>
          <cx:pt idx="34303">150.94999999999999</cx:pt>
          <cx:pt idx="34304">179.94</cx:pt>
          <cx:pt idx="34305">155.96000000000001</cx:pt>
          <cx:pt idx="34306">210.94999999999999</cx:pt>
          <cx:pt idx="34307">110.06999999999999</cx:pt>
          <cx:pt idx="34308">49.479999999999997</cx:pt>
          <cx:pt idx="34309">109.93000000000001</cx:pt>
          <cx:pt idx="34310">79.980000000000004</cx:pt>
          <cx:pt idx="34311">19.489999999999998</cx:pt>
          <cx:pt idx="34312">41.979999999999997</cx:pt>
          <cx:pt idx="34313">62.969999999999999</cx:pt>
          <cx:pt idx="34314">56.979999999999997</cx:pt>
          <cx:pt idx="34315">51.969999999999999</cx:pt>
          <cx:pt idx="34316">95.980000000000004</cx:pt>
          <cx:pt idx="34317">114.97</cx:pt>
          <cx:pt idx="34318">51.289999999999999</cx:pt>
          <cx:pt idx="34319">332.94999999999999</cx:pt>
          <cx:pt idx="34320">339.95999999999998</cx:pt>
          <cx:pt idx="34321">191.96000000000001</cx:pt>
          <cx:pt idx="34322">191.96000000000001</cx:pt>
          <cx:pt idx="34323">49.479999999999997</cx:pt>
          <cx:pt idx="34324">108.87</cx:pt>
          <cx:pt idx="34325">108.87</cx:pt>
          <cx:pt idx="34326">108.86</cx:pt>
          <cx:pt idx="34327">85.969999999999999</cx:pt>
          <cx:pt idx="34328">135.97</cx:pt>
          <cx:pt idx="34329">169.97999999999999</cx:pt>
          <cx:pt idx="34330">99.379999999999995</cx:pt>
          <cx:pt idx="34331">229.94</cx:pt>
          <cx:pt idx="34332">209.97</cx:pt>
          <cx:pt idx="34333">163.75</cx:pt>
          <cx:pt idx="34334">89.969999999999999</cx:pt>
          <cx:pt idx="34335">207.94</cx:pt>
          <cx:pt idx="34336">169.97999999999999</cx:pt>
          <cx:pt idx="34337">76.489999999999995</cx:pt>
          <cx:pt idx="34338">184.97</cx:pt>
          <cx:pt idx="34339">171.49000000000001</cx:pt>
          <cx:pt idx="34340">84.980000000000004</cx:pt>
          <cx:pt idx="34341">227.96000000000001</cx:pt>
          <cx:pt idx="34342">221.96000000000001</cx:pt>
          <cx:pt idx="34343">100.98</cx:pt>
          <cx:pt idx="34344">39.939999999999998</cx:pt>
          <cx:pt idx="34345">39.289999999999999</cx:pt>
          <cx:pt idx="34346">39.93</cx:pt>
          <cx:pt idx="34347">39.280000000000001</cx:pt>
          <cx:pt idx="34348">100.94</cx:pt>
          <cx:pt idx="34349">178.94999999999999</cx:pt>
          <cx:pt idx="34350">84.989999999999995</cx:pt>
          <cx:pt idx="34351">15.49</cx:pt>
          <cx:pt idx="34352">84.989999999999995</cx:pt>
          <cx:pt idx="34353">197.96000000000001</cx:pt>
          <cx:pt idx="34354">214.96000000000001</cx:pt>
          <cx:pt idx="34355">153.97999999999999</cx:pt>
          <cx:pt idx="34356">169.97999999999999</cx:pt>
          <cx:pt idx="34357">79.980000000000004</cx:pt>
          <cx:pt idx="34358">68.530000000000001</cx:pt>
          <cx:pt idx="34359">84.989999999999995</cx:pt>
          <cx:pt idx="34360">98.980000000000004</cx:pt>
          <cx:pt idx="34361">65.980000000000004</cx:pt>
          <cx:pt idx="34362">94.980000000000004</cx:pt>
          <cx:pt idx="34363">84.989999999999995</cx:pt>
          <cx:pt idx="34364">281.00999999999999</cx:pt>
          <cx:pt idx="34365">84.989999999999995</cx:pt>
          <cx:pt idx="34366">121.98</cx:pt>
          <cx:pt idx="34367">65.989999999999995</cx:pt>
          <cx:pt idx="34368">84.989999999999995</cx:pt>
          <cx:pt idx="34369">99.980000000000004</cx:pt>
          <cx:pt idx="34370">71.579999999999998</cx:pt>
          <cx:pt idx="34371">99.980000000000004</cx:pt>
          <cx:pt idx="34372">99.969999999999999</cx:pt>
          <cx:pt idx="34373">99.959999999999994</cx:pt>
          <cx:pt idx="34374">99.959999999999994</cx:pt>
          <cx:pt idx="34375">99.950000000000003</cx:pt>
          <cx:pt idx="34376">40.490000000000002</cx:pt>
          <cx:pt idx="34377">75.980000000000004</cx:pt>
          <cx:pt idx="34378">169.97999999999999</cx:pt>
          <cx:pt idx="34379">53.969999999999999</cx:pt>
          <cx:pt idx="34380">36.479999999999997</cx:pt>
          <cx:pt idx="34381">71.980000000000004</cx:pt>
          <cx:pt idx="34382">49.479999999999997</cx:pt>
          <cx:pt idx="34383">49.479999999999997</cx:pt>
          <cx:pt idx="34384">71.980000000000004</cx:pt>
          <cx:pt idx="34385">99.879999999999995</cx:pt>
          <cx:pt idx="34386">98.969999999999999</cx:pt>
          <cx:pt idx="34387">98.980000000000004</cx:pt>
          <cx:pt idx="34388">98.969999999999999</cx:pt>
          <cx:pt idx="34389">110.95999999999999</cx:pt>
          <cx:pt idx="34390">99.980000000000004</cx:pt>
          <cx:pt idx="34391">139.97</cx:pt>
          <cx:pt idx="34392">79.980000000000004</cx:pt>
          <cx:pt idx="34393">113.97</cx:pt>
          <cx:pt idx="34394">99.980000000000004</cx:pt>
          <cx:pt idx="34395">99.980000000000004</cx:pt>
          <cx:pt idx="34396">119.97</cx:pt>
          <cx:pt idx="34397">124.94</cx:pt>
          <cx:pt idx="34398">99.980000000000004</cx:pt>
          <cx:pt idx="34399">99.980000000000004</cx:pt>
          <cx:pt idx="34400">65.989999999999995</cx:pt>
          <cx:pt idx="34401">98.980000000000004</cx:pt>
          <cx:pt idx="34402">98.969999999999999</cx:pt>
          <cx:pt idx="34403">66.969999999999999</cx:pt>
          <cx:pt idx="34404">23.48</cx:pt>
          <cx:pt idx="34405">25.969999999999999</cx:pt>
          <cx:pt idx="34406">59.25</cx:pt>
          <cx:pt idx="34407">39.990000000000002</cx:pt>
          <cx:pt idx="34408">63.979999999999997</cx:pt>
          <cx:pt idx="34409">109</cx:pt>
          <cx:pt idx="34410">64.030000000000001</cx:pt>
          <cx:pt idx="34411">52.280000000000001</cx:pt>
          <cx:pt idx="34412">169.97999999999999</cx:pt>
          <cx:pt idx="34413">63.979999999999997</cx:pt>
          <cx:pt idx="34414">65.989999999999995</cx:pt>
          <cx:pt idx="34415">65.989999999999995</cx:pt>
          <cx:pt idx="34416">79.980000000000004</cx:pt>
          <cx:pt idx="34417">169.97999999999999</cx:pt>
          <cx:pt idx="34418">119.81999999999999</cx:pt>
          <cx:pt idx="34419">65.989999999999995</cx:pt>
          <cx:pt idx="34420">79.980000000000004</cx:pt>
          <cx:pt idx="34421">78.959999999999994</cx:pt>
          <cx:pt idx="34422">79.980000000000004</cx:pt>
          <cx:pt idx="34423">158.28</cx:pt>
          <cx:pt idx="34424">64.670000000000002</cx:pt>
          <cx:pt idx="34425">63.729999999999997</cx:pt>
          <cx:pt idx="34426">64.290000000000006</cx:pt>
          <cx:pt idx="34427">64.530000000000001</cx:pt>
          <cx:pt idx="34428">64.769999999999996</cx:pt>
          <cx:pt idx="34429">169.31999999999999</cx:pt>
          <cx:pt idx="34430">109</cx:pt>
          <cx:pt idx="34431">51.960000000000001</cx:pt>
          <cx:pt idx="34432">98.689999999999998</cx:pt>
          <cx:pt idx="34433">90.780000000000001</cx:pt>
          <cx:pt idx="34434">108.88</cx:pt>
          <cx:pt idx="34435">108.88</cx:pt>
          <cx:pt idx="34436">108.88</cx:pt>
          <cx:pt idx="34437">108.88</cx:pt>
          <cx:pt idx="34438">108.88</cx:pt>
          <cx:pt idx="34439">108.88</cx:pt>
          <cx:pt idx="34440">370.86000000000001</cx:pt>
          <cx:pt idx="34441">335.86000000000001</cx:pt>
          <cx:pt idx="34442">183.91999999999999</cx:pt>
          <cx:pt idx="34443">119.94</cx:pt>
          <cx:pt idx="34444">210.22</cx:pt>
          <cx:pt idx="34445">269.89999999999998</cx:pt>
          <cx:pt idx="34446">94.959999999999994</cx:pt>
          <cx:pt idx="34447">249.91</cx:pt>
          <cx:pt idx="34448">134.93000000000001</cx:pt>
          <cx:pt idx="34449">553.27999999999997</cx:pt>
          <cx:pt idx="34450">108.88</cx:pt>
          <cx:pt idx="34451">108.88</cx:pt>
          <cx:pt idx="34452">108.88</cx:pt>
          <cx:pt idx="34453">108.88</cx:pt>
          <cx:pt idx="34454">107.97</cx:pt>
          <cx:pt idx="34455">108.86</cx:pt>
          <cx:pt idx="34456">108.86</cx:pt>
          <cx:pt idx="34457">109.97</cx:pt>
          <cx:pt idx="34458">205.91999999999999</cx:pt>
          <cx:pt idx="34459">148.96000000000001</cx:pt>
          <cx:pt idx="34460">251.94</cx:pt>
          <cx:pt idx="34461">204.94999999999999</cx:pt>
          <cx:pt idx="34462">80.739999999999995</cx:pt>
          <cx:pt idx="34463">144.97</cx:pt>
          <cx:pt idx="34464">190.84</cx:pt>
          <cx:pt idx="34465">173.94</cx:pt>
          <cx:pt idx="34466">307.92000000000002</cx:pt>
          <cx:pt idx="34467">220.34999999999999</cx:pt>
          <cx:pt idx="34468">117.41</cx:pt>
          <cx:pt idx="34469">239.31</cx:pt>
          <cx:pt idx="34470">108.86</cx:pt>
          <cx:pt idx="34471">108.86</cx:pt>
          <cx:pt idx="34472">108.86</cx:pt>
          <cx:pt idx="34473">108.86</cx:pt>
          <cx:pt idx="34474">108.86</cx:pt>
          <cx:pt idx="34475">108.86</cx:pt>
          <cx:pt idx="34476">107.95</cx:pt>
          <cx:pt idx="34477">39.280000000000001</cx:pt>
          <cx:pt idx="34478">121.97</cx:pt>
          <cx:pt idx="34479">65.989999999999995</cx:pt>
          <cx:pt idx="34480">84.989999999999995</cx:pt>
          <cx:pt idx="34481">111.64</cx:pt>
          <cx:pt idx="34482">54.890000000000001</cx:pt>
          <cx:pt idx="34483">197.96000000000001</cx:pt>
          <cx:pt idx="34484">204.97</cx:pt>
          <cx:pt idx="34485">186.94999999999999</cx:pt>
          <cx:pt idx="34486">37.280000000000001</cx:pt>
          <cx:pt idx="34487">39.280000000000001</cx:pt>
          <cx:pt idx="34488">117.97</cx:pt>
          <cx:pt idx="34489">197.96000000000001</cx:pt>
          <cx:pt idx="34490">39.280000000000001</cx:pt>
          <cx:pt idx="34491">60.990000000000002</cx:pt>
          <cx:pt idx="34492">35.189999999999998</cx:pt>
          <cx:pt idx="34493">56.969999999999999</cx:pt>
          <cx:pt idx="34494">150.25999999999999</cx:pt>
          <cx:pt idx="34495">37.240000000000002</cx:pt>
          <cx:pt idx="34496">31.48</cx:pt>
          <cx:pt idx="34497">40.369999999999997</cx:pt>
          <cx:pt idx="34498">50.969999999999999</cx:pt>
          <cx:pt idx="34499">47.479999999999997</cx:pt>
          <cx:pt idx="34500">34.479999999999997</cx:pt>
          <cx:pt idx="34501">358.13</cx:pt>
          <cx:pt idx="34502">107.95999999999999</cx:pt>
          <cx:pt idx="34503">99.989999999999995</cx:pt>
          <cx:pt idx="34504">99.989999999999995</cx:pt>
          <cx:pt idx="34505">99.989999999999995</cx:pt>
          <cx:pt idx="34506">99.989999999999995</cx:pt>
          <cx:pt idx="34507">99.989999999999995</cx:pt>
          <cx:pt idx="34508">99.989999999999995</cx:pt>
          <cx:pt idx="34509">99.989999999999995</cx:pt>
          <cx:pt idx="34510">99.989999999999995</cx:pt>
          <cx:pt idx="34511">99.989999999999995</cx:pt>
          <cx:pt idx="34512">65.859999999999999</cx:pt>
          <cx:pt idx="34513">61.670000000000002</cx:pt>
          <cx:pt idx="34514">108.83</cx:pt>
          <cx:pt idx="34515">92.319999999999993</cx:pt>
          <cx:pt idx="34516">122.19</cx:pt>
          <cx:pt idx="34517">131.50999999999999</cx:pt>
          <cx:pt idx="34518">104.04000000000001</cx:pt>
          <cx:pt idx="34519">81.049999999999997</cx:pt>
          <cx:pt idx="34520">136.68000000000001</cx:pt>
          <cx:pt idx="34521">67.739999999999995</cx:pt>
          <cx:pt idx="34522">99.989999999999995</cx:pt>
          <cx:pt idx="34523">99.980000000000004</cx:pt>
          <cx:pt idx="34524">99.980000000000004</cx:pt>
          <cx:pt idx="34525">99.980000000000004</cx:pt>
          <cx:pt idx="34526">99.980000000000004</cx:pt>
          <cx:pt idx="34527">99.980000000000004</cx:pt>
          <cx:pt idx="34528">99.980000000000004</cx:pt>
          <cx:pt idx="34529">99.980000000000004</cx:pt>
          <cx:pt idx="34530">105.97</cx:pt>
          <cx:pt idx="34531">58.969999999999999</cx:pt>
          <cx:pt idx="34532">153.96000000000001</cx:pt>
          <cx:pt idx="34533">141.97</cx:pt>
          <cx:pt idx="34534">163.96000000000001</cx:pt>
          <cx:pt idx="34535">105.97</cx:pt>
          <cx:pt idx="34536">137.96000000000001</cx:pt>
          <cx:pt idx="34537">99.950000000000003</cx:pt>
          <cx:pt idx="34538">105.97</cx:pt>
          <cx:pt idx="34539">171.96000000000001</cx:pt>
          <cx:pt idx="34540">99.980000000000004</cx:pt>
          <cx:pt idx="34541">99.980000000000004</cx:pt>
          <cx:pt idx="34542">99.980000000000004</cx:pt>
          <cx:pt idx="34543">99.980000000000004</cx:pt>
          <cx:pt idx="34544">99.980000000000004</cx:pt>
          <cx:pt idx="34545">20.489999999999998</cx:pt>
          <cx:pt idx="34546">92.489999999999995</cx:pt>
          <cx:pt idx="34547">106.98</cx:pt>
          <cx:pt idx="34548">84.980000000000004</cx:pt>
          <cx:pt idx="34549">65.189999999999998</cx:pt>
          <cx:pt idx="34550">169.97</cx:pt>
          <cx:pt idx="34551">78.819999999999993</cx:pt>
          <cx:pt idx="34552">71.980000000000004</cx:pt>
          <cx:pt idx="34553">103.98</cx:pt>
          <cx:pt idx="34554">64.159999999999997</cx:pt>
          <cx:pt idx="34555">105.48</cx:pt>
          <cx:pt idx="34556">87.989999999999995</cx:pt>
          <cx:pt idx="34557">86.489999999999995</cx:pt>
          <cx:pt idx="34558">106.98</cx:pt>
          <cx:pt idx="34559">87.980000000000004</cx:pt>
          <cx:pt idx="34560">68.989999999999995</cx:pt>
          <cx:pt idx="34561">99.980000000000004</cx:pt>
          <cx:pt idx="34562">99.980000000000004</cx:pt>
          <cx:pt idx="34563">99.980000000000004</cx:pt>
          <cx:pt idx="34564">99.980000000000004</cx:pt>
          <cx:pt idx="34565">99.980000000000004</cx:pt>
          <cx:pt idx="34566">99.980000000000004</cx:pt>
          <cx:pt idx="34567">99.980000000000004</cx:pt>
          <cx:pt idx="34568">99.980000000000004</cx:pt>
          <cx:pt idx="34569">99.980000000000004</cx:pt>
          <cx:pt idx="34570">99.980000000000004</cx:pt>
          <cx:pt idx="34571">139.91999999999999</cx:pt>
          <cx:pt idx="34572">679.91999999999996</cx:pt>
          <cx:pt idx="34573">339.95999999999998</cx:pt>
          <cx:pt idx="34574">697.90999999999997</cx:pt>
          <cx:pt idx="34575">15.92</cx:pt>
          <cx:pt idx="34576">377.94</cx:pt>
          <cx:pt idx="34577">55.969999999999999</cx:pt>
          <cx:pt idx="34578">159.96000000000001</cx:pt>
          <cx:pt idx="34579">29.280000000000001</cx:pt>
          <cx:pt idx="34580">99.980000000000004</cx:pt>
          <cx:pt idx="34581">99.980000000000004</cx:pt>
          <cx:pt idx="34582">99.969999999999999</cx:pt>
          <cx:pt idx="34583">69.980000000000004</cx:pt>
          <cx:pt idx="34584">21.289999999999999</cx:pt>
          <cx:pt idx="34585">99.959999999999994</cx:pt>
          <cx:pt idx="34586">99.959999999999994</cx:pt>
          <cx:pt idx="34587">80.969999999999999</cx:pt>
          <cx:pt idx="34588">99.959999999999994</cx:pt>
          <cx:pt idx="34589">99.959999999999994</cx:pt>
          <cx:pt idx="34590">80.969999999999999</cx:pt>
          <cx:pt idx="34591">65.989999999999995</cx:pt>
          <cx:pt idx="34592">65.989999999999995</cx:pt>
          <cx:pt idx="34593">65.989999999999995</cx:pt>
          <cx:pt idx="34594">65.989999999999995</cx:pt>
          <cx:pt idx="34595">66.030000000000001</cx:pt>
          <cx:pt idx="34596">65.989999999999995</cx:pt>
          <cx:pt idx="34597">65.989999999999995</cx:pt>
          <cx:pt idx="34598">95.069999999999993</cx:pt>
          <cx:pt idx="34599">68.989999999999995</cx:pt>
          <cx:pt idx="34600">79.980000000000004</cx:pt>
          <cx:pt idx="34601">127.14</cx:pt>
          <cx:pt idx="34602">99.959999999999994</cx:pt>
          <cx:pt idx="34603">91.260000000000005</cx:pt>
          <cx:pt idx="34604">41.280000000000001</cx:pt>
          <cx:pt idx="34605">41.280000000000001</cx:pt>
          <cx:pt idx="34606">41.280000000000001</cx:pt>
          <cx:pt idx="34607">53.969999999999999</cx:pt>
          <cx:pt idx="34608">37.280000000000001</cx:pt>
          <cx:pt idx="34609">74.849999999999994</cx:pt>
          <cx:pt idx="34610">75.459999999999994</cx:pt>
          <cx:pt idx="34611">75.890000000000001</cx:pt>
          <cx:pt idx="34612">77.969999999999999</cx:pt>
          <cx:pt idx="34613">77.969999999999999</cx:pt>
          <cx:pt idx="34614">77.969999999999999</cx:pt>
          <cx:pt idx="34615">103.95999999999999</cx:pt>
          <cx:pt idx="34616">103.95999999999999</cx:pt>
          <cx:pt idx="34617">77.969999999999999</cx:pt>
          <cx:pt idx="34618">77.969999999999999</cx:pt>
          <cx:pt idx="34619">77.969999999999999</cx:pt>
          <cx:pt idx="34620">77.969999999999999</cx:pt>
          <cx:pt idx="34621">66.530000000000001</cx:pt>
          <cx:pt idx="34622">56.969999999999999</cx:pt>
          <cx:pt idx="34623">77.969999999999999</cx:pt>
          <cx:pt idx="34624">77.969999999999999</cx:pt>
          <cx:pt idx="34625">67.969999999999999</cx:pt>
          <cx:pt idx="34626">56.969999999999999</cx:pt>
          <cx:pt idx="34627">65.329999999999998</cx:pt>
          <cx:pt idx="34628">77.969999999999999</cx:pt>
          <cx:pt idx="34629">77.969999999999999</cx:pt>
          <cx:pt idx="34630">77.969999999999999</cx:pt>
          <cx:pt idx="34631">51.979999999999997</cx:pt>
          <cx:pt idx="34632">77.969999999999999</cx:pt>
          <cx:pt idx="34633">77.969999999999999</cx:pt>
          <cx:pt idx="34634">77.969999999999999</cx:pt>
          <cx:pt idx="34635">51.979999999999997</cx:pt>
          <cx:pt idx="34636">77.969999999999999</cx:pt>
          <cx:pt idx="34637">59.960000000000001</cx:pt>
          <cx:pt idx="34638">31.280000000000001</cx:pt>
          <cx:pt idx="34639">99.930000000000007</cx:pt>
          <cx:pt idx="34640">98.170000000000002</cx:pt>
          <cx:pt idx="34641">64.980000000000004</cx:pt>
          <cx:pt idx="34642">36.479999999999997</cx:pt>
          <cx:pt idx="34643">36.479999999999997</cx:pt>
          <cx:pt idx="34644">47.490000000000002</cx:pt>
          <cx:pt idx="34645">64.980000000000004</cx:pt>
          <cx:pt idx="34646">47.490000000000002</cx:pt>
          <cx:pt idx="34647">64.980000000000004</cx:pt>
          <cx:pt idx="34648">53.079999999999998</cx:pt>
          <cx:pt idx="34649">53.079999999999998</cx:pt>
          <cx:pt idx="34650">53.079999999999998</cx:pt>
          <cx:pt idx="34651">36.479999999999997</cx:pt>
          <cx:pt idx="34652">47.490000000000002</cx:pt>
          <cx:pt idx="34653">11.49</cx:pt>
          <cx:pt idx="34654">97.969999999999999</cx:pt>
          <cx:pt idx="34655">97.959999999999994</cx:pt>
          <cx:pt idx="34656">26.489999999999998</cx:pt>
          <cx:pt idx="34657">62.979999999999997</cx:pt>
          <cx:pt idx="34658">97.980000000000004</cx:pt>
          <cx:pt idx="34659">97.980000000000004</cx:pt>
          <cx:pt idx="34660">97.980000000000004</cx:pt>
          <cx:pt idx="34661">97.969999999999999</cx:pt>
          <cx:pt idx="34662">51.490000000000002</cx:pt>
          <cx:pt idx="34663">-1.5</cx:pt>
          <cx:pt idx="34664">20.489999999999998</cx:pt>
          <cx:pt idx="34665">10.49</cx:pt>
          <cx:pt idx="34666">131.97999999999999</cx:pt>
          <cx:pt idx="34667">84.989999999999995</cx:pt>
          <cx:pt idx="34668">131.97999999999999</cx:pt>
          <cx:pt idx="34669">131.97999999999999</cx:pt>
          <cx:pt idx="34670">84.989999999999995</cx:pt>
          <cx:pt idx="34671">70.969999999999999</cx:pt>
          <cx:pt idx="34672">92.579999999999998</cx:pt>
          <cx:pt idx="34673">139.97</cx:pt>
          <cx:pt idx="34674">73.989999999999995</cx:pt>
          <cx:pt idx="34675">85.969999999999999</cx:pt>
          <cx:pt idx="34676">84.989999999999995</cx:pt>
          <cx:pt idx="34677">131.97999999999999</cx:pt>
          <cx:pt idx="34678">40.229999999999997</cx:pt>
          <cx:pt idx="34679">36.490000000000002</cx:pt>
          <cx:pt idx="34680">80.959999999999994</cx:pt>
          <cx:pt idx="34681">99.659999999999997</cx:pt>
          <cx:pt idx="34682">47.149999999999999</cx:pt>
          <cx:pt idx="34683">59.659999999999997</cx:pt>
          <cx:pt idx="34684">31.280000000000001</cx:pt>
          <cx:pt idx="34685">68.989999999999995</cx:pt>
          <cx:pt idx="34686">84.989999999999995</cx:pt>
          <cx:pt idx="34687">84.989999999999995</cx:pt>
          <cx:pt idx="34688">78.989999999999995</cx:pt>
          <cx:pt idx="34689">65.989999999999995</cx:pt>
          <cx:pt idx="34690">77.989999999999995</cx:pt>
          <cx:pt idx="34691">65.989999999999995</cx:pt>
          <cx:pt idx="34692">84.989999999999995</cx:pt>
          <cx:pt idx="34693">84.989999999999995</cx:pt>
          <cx:pt idx="34694">84.989999999999995</cx:pt>
          <cx:pt idx="34695">65.989999999999995</cx:pt>
          <cx:pt idx="34696">84.989999999999995</cx:pt>
          <cx:pt idx="34697">65.989999999999995</cx:pt>
          <cx:pt idx="34698">84.989999999999995</cx:pt>
          <cx:pt idx="34699">65.989999999999995</cx:pt>
          <cx:pt idx="34700">84.989999999999995</cx:pt>
          <cx:pt idx="34701">65.989999999999995</cx:pt>
          <cx:pt idx="34702">84.989999999999995</cx:pt>
          <cx:pt idx="34703">73.480000000000004</cx:pt>
          <cx:pt idx="34704">169.97999999999999</cx:pt>
          <cx:pt idx="34705">65.989999999999995</cx:pt>
          <cx:pt idx="34706">169.97999999999999</cx:pt>
          <cx:pt idx="34707">84.989999999999995</cx:pt>
          <cx:pt idx="34708">84.989999999999995</cx:pt>
          <cx:pt idx="34709">84.989999999999995</cx:pt>
          <cx:pt idx="34710">169.97999999999999</cx:pt>
          <cx:pt idx="34711">84.989999999999995</cx:pt>
          <cx:pt idx="34712">50.969999999999999</cx:pt>
          <cx:pt idx="34713">46.770000000000003</cx:pt>
          <cx:pt idx="34714">50.969999999999999</cx:pt>
          <cx:pt idx="34715">-50.969999999999999</cx:pt>
          <cx:pt idx="34716">99.420000000000002</cx:pt>
          <cx:pt idx="34717">106.97</cx:pt>
          <cx:pt idx="34718">46.740000000000002</cx:pt>
          <cx:pt idx="34719">36.490000000000002</cx:pt>
          <cx:pt idx="34720">-10.9</cx:pt>
          <cx:pt idx="34721">108.97</cx:pt>
          <cx:pt idx="34722">35.990000000000002</cx:pt>
          <cx:pt idx="34723">72.579999999999998</cx:pt>
          <cx:pt idx="34724">49.479999999999997</cx:pt>
          <cx:pt idx="34725">97.549999999999997</cx:pt>
          <cx:pt idx="34726">189.44</cx:pt>
          <cx:pt idx="34727">164.96000000000001</cx:pt>
          <cx:pt idx="34728">84.989999999999995</cx:pt>
          <cx:pt idx="34729">99.980000000000004</cx:pt>
          <cx:pt idx="34730">108.97</cx:pt>
          <cx:pt idx="34731">84.989999999999995</cx:pt>
          <cx:pt idx="34732">99.980000000000004</cx:pt>
          <cx:pt idx="34733">84.989999999999995</cx:pt>
          <cx:pt idx="34734">102.97</cx:pt>
          <cx:pt idx="34735">84.989999999999995</cx:pt>
          <cx:pt idx="34736">84.989999999999995</cx:pt>
          <cx:pt idx="34737">114.97</cx:pt>
          <cx:pt idx="34738">84.989999999999995</cx:pt>
          <cx:pt idx="34739">84.989999999999995</cx:pt>
          <cx:pt idx="34740">123.97</cx:pt>
          <cx:pt idx="34741">99.980000000000004</cx:pt>
          <cx:pt idx="34742">64.980000000000004</cx:pt>
          <cx:pt idx="34743">149.97</cx:pt>
          <cx:pt idx="34744">114.97</cx:pt>
          <cx:pt idx="34745">99.980000000000004</cx:pt>
          <cx:pt idx="34746">98.370000000000005</cx:pt>
          <cx:pt idx="34747">98.370000000000005</cx:pt>
          <cx:pt idx="34748">107.67</cx:pt>
          <cx:pt idx="34749">107.65000000000001</cx:pt>
          <cx:pt idx="34750">99.959999999999994</cx:pt>
          <cx:pt idx="34751">99.959999999999994</cx:pt>
          <cx:pt idx="34752">99.950000000000003</cx:pt>
          <cx:pt idx="34753">98.980000000000004</cx:pt>
          <cx:pt idx="34754">98.980000000000004</cx:pt>
          <cx:pt idx="34755">98.969999999999999</cx:pt>
          <cx:pt idx="34756">20.940000000000001</cx:pt>
          <cx:pt idx="34757">51.939999999999998</cx:pt>
          <cx:pt idx="34758">98.959999999999994</cx:pt>
          <cx:pt idx="34759">123.95999999999999</cx:pt>
          <cx:pt idx="34760">78.739999999999995</cx:pt>
          <cx:pt idx="34761">82.599999999999994</cx:pt>
          <cx:pt idx="34762">84.989999999999995</cx:pt>
          <cx:pt idx="34763">65.989999999999995</cx:pt>
          <cx:pt idx="34764">123.95999999999999</cx:pt>
          <cx:pt idx="34765">65.989999999999995</cx:pt>
          <cx:pt idx="34766">123.95999999999999</cx:pt>
          <cx:pt idx="34767">65.989999999999995</cx:pt>
          <cx:pt idx="34768">65.989999999999995</cx:pt>
          <cx:pt idx="34769">84.989999999999995</cx:pt>
          <cx:pt idx="34770">68.989999999999995</cx:pt>
          <cx:pt idx="34771">119.95999999999999</cx:pt>
          <cx:pt idx="34772">59.469999999999999</cx:pt>
          <cx:pt idx="34773">65.989999999999995</cx:pt>
          <cx:pt idx="34774">89.969999999999999</cx:pt>
          <cx:pt idx="34775">85.329999999999998</cx:pt>
          <cx:pt idx="34776">168.86000000000001</cx:pt>
          <cx:pt idx="34777">123.95999999999999</cx:pt>
          <cx:pt idx="34778">84.989999999999995</cx:pt>
          <cx:pt idx="34779">84.989999999999995</cx:pt>
          <cx:pt idx="34780">64.900000000000006</cx:pt>
          <cx:pt idx="34781">65.989999999999995</cx:pt>
          <cx:pt idx="34782">36.490000000000002</cx:pt>
          <cx:pt idx="34783">107.18000000000001</cx:pt>
          <cx:pt idx="34784">90.980000000000004</cx:pt>
          <cx:pt idx="34785">110.97</cx:pt>
          <cx:pt idx="34786">78.540000000000006</cx:pt>
          <cx:pt idx="34787">110.97</cx:pt>
          <cx:pt idx="34788">156.97</cx:pt>
          <cx:pt idx="34789">146.97</cx:pt>
          <cx:pt idx="34790">176.96000000000001</cx:pt>
          <cx:pt idx="34791">135.96000000000001</cx:pt>
          <cx:pt idx="34792">96.980000000000004</cx:pt>
          <cx:pt idx="34793">96.959999999999994</cx:pt>
          <cx:pt idx="34794">56.969999999999999</cx:pt>
          <cx:pt idx="34795">31.48</cx:pt>
          <cx:pt idx="34796">106.16</cx:pt>
          <cx:pt idx="34797">98.569999999999993</cx:pt>
          <cx:pt idx="34798">20.289999999999999</cx:pt>
          <cx:pt idx="34799">105.98</cx:pt>
          <cx:pt idx="34800">105.95999999999999</cx:pt>
          <cx:pt idx="34801">53.979999999999997</cx:pt>
          <cx:pt idx="34802">101.98999999999999</cx:pt>
          <cx:pt idx="34803">65.989999999999995</cx:pt>
          <cx:pt idx="34804">99.969999999999999</cx:pt>
          <cx:pt idx="34805">95.379999999999995</cx:pt>
          <cx:pt idx="34806">127.98</cx:pt>
          <cx:pt idx="34807">150.97</cx:pt>
          <cx:pt idx="34808">65.989999999999995</cx:pt>
          <cx:pt idx="34809">148.96000000000001</cx:pt>
          <cx:pt idx="34810">144.97</cx:pt>
          <cx:pt idx="34811">130.97999999999999</cx:pt>
          <cx:pt idx="34812">131.97999999999999</cx:pt>
          <cx:pt idx="34813">121.98</cx:pt>
          <cx:pt idx="34814">105.98</cx:pt>
          <cx:pt idx="34815">19.489999999999998</cx:pt>
          <cx:pt idx="34816">45.880000000000003</cx:pt>
          <cx:pt idx="34817">45.880000000000003</cx:pt>
          <cx:pt idx="34818">79.180000000000007</cx:pt>
          <cx:pt idx="34819">79.180000000000007</cx:pt>
          <cx:pt idx="34820">45.189999999999998</cx:pt>
          <cx:pt idx="34821">45.189999999999998</cx:pt>
          <cx:pt idx="34822">45.189999999999998</cx:pt>
          <cx:pt idx="34823">45.880000000000003</cx:pt>
          <cx:pt idx="34824">79.180000000000007</cx:pt>
          <cx:pt idx="34825">51.280000000000001</cx:pt>
          <cx:pt idx="34826">51.280000000000001</cx:pt>
          <cx:pt idx="34827">51.280000000000001</cx:pt>
          <cx:pt idx="34828">38.229999999999997</cx:pt>
          <cx:pt idx="34829">37.479999999999997</cx:pt>
          <cx:pt idx="34830">97.980000000000004</cx:pt>
          <cx:pt idx="34831">214.53999999999999</cx:pt>
          <cx:pt idx="34832">84.989999999999995</cx:pt>
          <cx:pt idx="34833">168.63</cx:pt>
          <cx:pt idx="34834">169.97999999999999</cx:pt>
          <cx:pt idx="34835">136.47999999999999</cx:pt>
          <cx:pt idx="34836">171.97</cx:pt>
          <cx:pt idx="34837">99.980000000000004</cx:pt>
          <cx:pt idx="34838">131.03999999999999</cx:pt>
          <cx:pt idx="34839">197.96000000000001</cx:pt>
          <cx:pt idx="34840">158.96000000000001</cx:pt>
          <cx:pt idx="34841">93.969999999999999</cx:pt>
          <cx:pt idx="34842">97.980000000000004</cx:pt>
          <cx:pt idx="34843">97.980000000000004</cx:pt>
          <cx:pt idx="34844">97.980000000000004</cx:pt>
          <cx:pt idx="34845">97.969999999999999</cx:pt>
          <cx:pt idx="34846">34.289999999999999</cx:pt>
          <cx:pt idx="34847">46.289999999999999</cx:pt>
          <cx:pt idx="34848">55.979999999999997</cx:pt>
          <cx:pt idx="34849">33.280000000000001</cx:pt>
          <cx:pt idx="34850">97.950000000000003</cx:pt>
          <cx:pt idx="34851">169.97999999999999</cx:pt>
          <cx:pt idx="34852">169.97999999999999</cx:pt>
          <cx:pt idx="34853">169.97999999999999</cx:pt>
          <cx:pt idx="34854">131.97999999999999</cx:pt>
          <cx:pt idx="34855">183.94</cx:pt>
          <cx:pt idx="34856">86.950000000000003</cx:pt>
          <cx:pt idx="34857">169.97999999999999</cx:pt>
          <cx:pt idx="34858">208.94999999999999</cx:pt>
          <cx:pt idx="34859">164.49000000000001</cx:pt>
          <cx:pt idx="34860">169.97999999999999</cx:pt>
          <cx:pt idx="34861">169.97999999999999</cx:pt>
          <cx:pt idx="34862">134.58000000000001</cx:pt>
          <cx:pt idx="34863">164.75</cx:pt>
          <cx:pt idx="34864">119.94</cx:pt>
          <cx:pt idx="34865">169.97999999999999</cx:pt>
          <cx:pt idx="34866">31.280000000000001</cx:pt>
          <cx:pt idx="34867">57.979999999999997</cx:pt>
          <cx:pt idx="34868">31.440000000000001</cx:pt>
          <cx:pt idx="34869">65.299999999999997</cx:pt>
          <cx:pt idx="34870">97.859999999999999</cx:pt>
          <cx:pt idx="34871">97.859999999999999</cx:pt>
          <cx:pt idx="34872">97.859999999999999</cx:pt>
          <cx:pt idx="34873">453.04000000000002</cx:pt>
          <cx:pt idx="34874">731.88</cx:pt>
          <cx:pt idx="34875">37.469999999999999</cx:pt>
          <cx:pt idx="34876">49.590000000000003</cx:pt>
          <cx:pt idx="34877">96.950000000000003</cx:pt>
          <cx:pt idx="34878">95.959999999999994</cx:pt>
          <cx:pt idx="34879">-76.489999999999995</cx:pt>
          <cx:pt idx="34880">139.96000000000001</cx:pt>
          <cx:pt idx="34881">112.18000000000001</cx:pt>
          <cx:pt idx="34882">131.97999999999999</cx:pt>
          <cx:pt idx="34883">76.489999999999995</cx:pt>
          <cx:pt idx="34884">172.97</cx:pt>
          <cx:pt idx="34885">169.97999999999999</cx:pt>
          <cx:pt idx="34886">84.989999999999995</cx:pt>
          <cx:pt idx="34887">149.97</cx:pt>
          <cx:pt idx="34888">84.989999999999995</cx:pt>
          <cx:pt idx="34889">70.200000000000003</cx:pt>
          <cx:pt idx="34890">95.980000000000004</cx:pt>
          <cx:pt idx="34891">87.480000000000004</cx:pt>
          <cx:pt idx="34892">95.959999999999994</cx:pt>
          <cx:pt idx="34893">69.989999999999995</cx:pt>
          <cx:pt idx="34894">17.489999999999998</cx:pt>
          <cx:pt idx="34895">20.489999999999998</cx:pt>
          <cx:pt idx="34896">20.489999999999998</cx:pt>
          <cx:pt idx="34897">29.489999999999998</cx:pt>
          <cx:pt idx="34898">17.489999999999998</cx:pt>
          <cx:pt idx="34899">29.48</cx:pt>
          <cx:pt idx="34900">57.960000000000001</cx:pt>
          <cx:pt idx="34901">95.959999999999994</cx:pt>
          <cx:pt idx="34902">95.939999999999998</cx:pt>
          <cx:pt idx="34903">39.479999999999997</cx:pt>
          <cx:pt idx="34904">39.479999999999997</cx:pt>
          <cx:pt idx="34905">134.97999999999999</cx:pt>
          <cx:pt idx="34906">159.75999999999999</cx:pt>
          <cx:pt idx="34907">68.519999999999996</cx:pt>
          <cx:pt idx="34908">89.980000000000004</cx:pt>
          <cx:pt idx="34909">152.97999999999999</cx:pt>
          <cx:pt idx="34910">-18.989999999999998</cx:pt>
          <cx:pt idx="34911">59.979999999999997</cx:pt>
          <cx:pt idx="34912">70.989999999999995</cx:pt>
          <cx:pt idx="34913">118.78</cx:pt>
          <cx:pt idx="34914">115.98</cx:pt>
          <cx:pt idx="34915">105.97</cx:pt>
          <cx:pt idx="34916">119.98</cx:pt>
          <cx:pt idx="34917">65.989999999999995</cx:pt>
          <cx:pt idx="34918">65.989999999999995</cx:pt>
          <cx:pt idx="34919">68.989999999999995</cx:pt>
          <cx:pt idx="34920">63.93</cx:pt>
          <cx:pt idx="34921">105.98</cx:pt>
          <cx:pt idx="34922">91.980000000000004</cx:pt>
          <cx:pt idx="34923">105.98</cx:pt>
          <cx:pt idx="34924">85.980000000000004</cx:pt>
          <cx:pt idx="34925">131.97999999999999</cx:pt>
          <cx:pt idx="34926">190.97</cx:pt>
          <cx:pt idx="34927">69.989999999999995</cx:pt>
          <cx:pt idx="34928">114.97</cx:pt>
          <cx:pt idx="34929">104.97</cx:pt>
          <cx:pt idx="34930">131.97999999999999</cx:pt>
          <cx:pt idx="34931">159.94999999999999</cx:pt>
          <cx:pt idx="34932">131.97999999999999</cx:pt>
          <cx:pt idx="34933">105.58</cx:pt>
          <cx:pt idx="34934">121.98</cx:pt>
          <cx:pt idx="34935">44.990000000000002</cx:pt>
          <cx:pt idx="34936">145.97</cx:pt>
          <cx:pt idx="34937">131.97999999999999</cx:pt>
          <cx:pt idx="34938">105.84</cx:pt>
          <cx:pt idx="34939">25.489999999999998</cx:pt>
          <cx:pt idx="34940">43.990000000000002</cx:pt>
          <cx:pt idx="34941">49.880000000000003</cx:pt>
          <cx:pt idx="34942">41.939999999999998</cx:pt>
          <cx:pt idx="34943">42.5</cx:pt>
          <cx:pt idx="34944">58.020000000000003</cx:pt>
          <cx:pt idx="34945">76.870000000000005</cx:pt>
          <cx:pt idx="34946">31.23</cx:pt>
          <cx:pt idx="34947">51.979999999999997</cx:pt>
          <cx:pt idx="34948">51.979999999999997</cx:pt>
          <cx:pt idx="34949">31.23</cx:pt>
          <cx:pt idx="34950">76.870000000000005</cx:pt>
          <cx:pt idx="34951">112.97</cx:pt>
          <cx:pt idx="34952">126.17</cx:pt>
          <cx:pt idx="34953">131.97999999999999</cx:pt>
          <cx:pt idx="34954">183.97</cx:pt>
          <cx:pt idx="34955">89.980000000000004</cx:pt>
          <cx:pt idx="34956">112.97</cx:pt>
          <cx:pt idx="34957">104.97</cx:pt>
          <cx:pt idx="34958">80.980000000000004</cx:pt>
          <cx:pt idx="34959">53.960000000000001</cx:pt>
          <cx:pt idx="34960">84.989999999999995</cx:pt>
          <cx:pt idx="34961">137.94</cx:pt>
          <cx:pt idx="34962">84.129999999999995</cx:pt>
          <cx:pt idx="34963">159.97999999999999</cx:pt>
          <cx:pt idx="34964">122.15000000000001</cx:pt>
          <cx:pt idx="34965">105.59999999999999</cx:pt>
          <cx:pt idx="34966">97.159999999999997</cx:pt>
          <cx:pt idx="34967">97.159999999999997</cx:pt>
          <cx:pt idx="34968">68.930000000000007</cx:pt>
          <cx:pt idx="34969">37.979999999999997</cx:pt>
          <cx:pt idx="34970">50.979999999999997</cx:pt>
          <cx:pt idx="34971">59.990000000000002</cx:pt>
          <cx:pt idx="34972">41.289999999999999</cx:pt>
          <cx:pt idx="34973">112.56999999999999</cx:pt>
          <cx:pt idx="34974">53.960000000000001</cx:pt>
          <cx:pt idx="34975">41.289999999999999</cx:pt>
          <cx:pt idx="34976">51.479999999999997</cx:pt>
          <cx:pt idx="34977">59.990000000000002</cx:pt>
          <cx:pt idx="34978">51.479999999999997</cx:pt>
          <cx:pt idx="34979">41.289999999999999</cx:pt>
          <cx:pt idx="34980">63.979999999999997</cx:pt>
          <cx:pt idx="34981">51.479999999999997</cx:pt>
          <cx:pt idx="34982">51.479999999999997</cx:pt>
          <cx:pt idx="34983">55.270000000000003</cx:pt>
          <cx:pt idx="34984">52.969999999999999</cx:pt>
          <cx:pt idx="34985">62.460000000000001</cx:pt>
          <cx:pt idx="34986">50.979999999999997</cx:pt>
          <cx:pt idx="34987">51.969999999999999</cx:pt>
          <cx:pt idx="34988">53.979999999999997</cx:pt>
          <cx:pt idx="34989">59.990000000000002</cx:pt>
          <cx:pt idx="34990">51.479999999999997</cx:pt>
          <cx:pt idx="34991">51.479999999999997</cx:pt>
          <cx:pt idx="34992">63.979999999999997</cx:pt>
          <cx:pt idx="34993">51.979999999999997</cx:pt>
          <cx:pt idx="34994">49.479999999999997</cx:pt>
          <cx:pt idx="34995">24.989999999999998</cx:pt>
          <cx:pt idx="34996">74.980000000000004</cx:pt>
          <cx:pt idx="34997">42.990000000000002</cx:pt>
          <cx:pt idx="34998">45.240000000000002</cx:pt>
          <cx:pt idx="34999">96.180000000000007</cx:pt>
          <cx:pt idx="35000">96.980000000000004</cx:pt>
          <cx:pt idx="35001">96.969999999999999</cx:pt>
          <cx:pt idx="35002">96.969999999999999</cx:pt>
          <cx:pt idx="35003">102.97</cx:pt>
          <cx:pt idx="35004">81.879999999999995</cx:pt>
          <cx:pt idx="35005">159.97</cx:pt>
          <cx:pt idx="35006">50.479999999999997</cx:pt>
          <cx:pt idx="35007">105.98</cx:pt>
          <cx:pt idx="35008">169.97999999999999</cx:pt>
          <cx:pt idx="35009">145.97</cx:pt>
          <cx:pt idx="35010">96.969999999999999</cx:pt>
          <cx:pt idx="35011">105.23</cx:pt>
          <cx:pt idx="35012">96.969999999999999</cx:pt>
          <cx:pt idx="35013">37.93</cx:pt>
          <cx:pt idx="35014">16.789999999999999</cx:pt>
          <cx:pt idx="35015">69.989999999999995</cx:pt>
          <cx:pt idx="35016">9.6600000000000001</cx:pt>
          <cx:pt idx="35017">85.75</cx:pt>
          <cx:pt idx="35018">94.980000000000004</cx:pt>
          <cx:pt idx="35019">94.969999999999999</cx:pt>
          <cx:pt idx="35020">94.969999999999999</cx:pt>
          <cx:pt idx="35021">94.969999999999999</cx:pt>
          <cx:pt idx="35022">94.980000000000004</cx:pt>
          <cx:pt idx="35023">94.980000000000004</cx:pt>
          <cx:pt idx="35024">129.97999999999999</cx:pt>
          <cx:pt idx="35025">76.489999999999995</cx:pt>
          <cx:pt idx="35026">117.98</cx:pt>
          <cx:pt idx="35027">169.97999999999999</cx:pt>
          <cx:pt idx="35028">49.979999999999997</cx:pt>
          <cx:pt idx="35029">149.97999999999999</cx:pt>
          <cx:pt idx="35030">208.96000000000001</cx:pt>
          <cx:pt idx="35031">45.979999999999997</cx:pt>
          <cx:pt idx="35032">111.97</cx:pt>
          <cx:pt idx="35033">169.97</cx:pt>
          <cx:pt idx="35034">104.97</cx:pt>
          <cx:pt idx="35035">114.98</cx:pt>
          <cx:pt idx="35036">169.97</cx:pt>
          <cx:pt idx="35037">99.980000000000004</cx:pt>
          <cx:pt idx="35038">159.96000000000001</cx:pt>
          <cx:pt idx="35039">104.36</cx:pt>
          <cx:pt idx="35040">64.989999999999995</cx:pt>
          <cx:pt idx="35041">127.98</cx:pt>
          <cx:pt idx="35042">99.980000000000004</cx:pt>
          <cx:pt idx="35043">49.990000000000002</cx:pt>
          <cx:pt idx="35044">94.980000000000004</cx:pt>
          <cx:pt idx="35045">94.980000000000004</cx:pt>
          <cx:pt idx="35046">86.480000000000004</cx:pt>
          <cx:pt idx="35047">94.959999999999994</cx:pt>
          <cx:pt idx="35048">20.489999999999998</cx:pt>
          <cx:pt idx="35049">22.489999999999998</cx:pt>
          <cx:pt idx="35050">94.950000000000003</cx:pt>
          <cx:pt idx="35051">77.969999999999999</cx:pt>
          <cx:pt idx="35052">94.969999999999999</cx:pt>
          <cx:pt idx="35053">184.97</cx:pt>
          <cx:pt idx="35054">84.980000000000004</cx:pt>
          <cx:pt idx="35055">169.97999999999999</cx:pt>
          <cx:pt idx="35056">177.61000000000001</cx:pt>
          <cx:pt idx="35057">169.97999999999999</cx:pt>
          <cx:pt idx="35058">197.97</cx:pt>
          <cx:pt idx="35059">103.98</cx:pt>
          <cx:pt idx="35060">31.489999999999998</cx:pt>
          <cx:pt idx="35061">54.979999999999997</cx:pt>
          <cx:pt idx="35062">86.469999999999999</cx:pt>
          <cx:pt idx="35063">26.489999999999998</cx:pt>
          <cx:pt idx="35064">59.979999999999997</cx:pt>
          <cx:pt idx="35065">94.950000000000003</cx:pt>
          <cx:pt idx="35066">31.48</cx:pt>
          <cx:pt idx="35067">26.489999999999998</cx:pt>
          <cx:pt idx="35068">51.479999999999997</cx:pt>
          <cx:pt idx="35069">119.97</cx:pt>
          <cx:pt idx="35070">134.97999999999999</cx:pt>
          <cx:pt idx="35071">168.94999999999999</cx:pt>
          <cx:pt idx="35072">127.95999999999999</cx:pt>
          <cx:pt idx="35073">136.80000000000001</cx:pt>
          <cx:pt idx="35074">208.18000000000001</cx:pt>
          <cx:pt idx="35075">119.97</cx:pt>
          <cx:pt idx="35076">134.06999999999999</cx:pt>
          <cx:pt idx="35077">29.48</cx:pt>
          <cx:pt idx="35078">210.87</cx:pt>
          <cx:pt idx="35079">148.97</cx:pt>
          <cx:pt idx="35080">283.89999999999998</cx:pt>
          <cx:pt idx="35081">148.87</cx:pt>
          <cx:pt idx="35082">213.91999999999999</cx:pt>
          <cx:pt idx="35083">143.96000000000001</cx:pt>
          <cx:pt idx="35084">94.950000000000003</cx:pt>
          <cx:pt idx="35085">103.97</cx:pt>
          <cx:pt idx="35086">103.95999999999999</cx:pt>
          <cx:pt idx="35087">31.48</cx:pt>
          <cx:pt idx="35088">46.469999999999999</cx:pt>
          <cx:pt idx="35089">18.23</cx:pt>
          <cx:pt idx="35090">27.48</cx:pt>
          <cx:pt idx="35091">40.170000000000002</cx:pt>
          <cx:pt idx="35092">39.479999999999997</cx:pt>
          <cx:pt idx="35093">62.090000000000003</cx:pt>
          <cx:pt idx="35094">124.2</cx:pt>
          <cx:pt idx="35095">99.980000000000004</cx:pt>
          <cx:pt idx="35096">253.94999999999999</cx:pt>
          <cx:pt idx="35097">79.980000000000004</cx:pt>
          <cx:pt idx="35098">134.97999999999999</cx:pt>
          <cx:pt idx="35099">184.97</cx:pt>
          <cx:pt idx="35100">257.64999999999998</cx:pt>
          <cx:pt idx="35101">129.97</cx:pt>
          <cx:pt idx="35102">134.97999999999999</cx:pt>
          <cx:pt idx="35103">127.98</cx:pt>
          <cx:pt idx="35104">99.980000000000004</cx:pt>
          <cx:pt idx="35105">105.98</cx:pt>
          <cx:pt idx="35106">130.97999999999999</cx:pt>
          <cx:pt idx="35107">169.97999999999999</cx:pt>
          <cx:pt idx="35108">97.159999999999997</cx:pt>
          <cx:pt idx="35109">20.489999999999998</cx:pt>
          <cx:pt idx="35110">16.489999999999998</cx:pt>
          <cx:pt idx="35111">22.289999999999999</cx:pt>
          <cx:pt idx="35112">52.490000000000002</cx:pt>
          <cx:pt idx="35113">94.569999999999993</cx:pt>
          <cx:pt idx="35114">68.359999999999999</cx:pt>
          <cx:pt idx="35115">95.370000000000005</cx:pt>
          <cx:pt idx="35116">95.370000000000005</cx:pt>
          <cx:pt idx="35117">68.359999999999999</cx:pt>
          <cx:pt idx="35118">47.219999999999999</cx:pt>
          <cx:pt idx="35119">136.97</cx:pt>
          <cx:pt idx="35120">46.469999999999999</cx:pt>
          <cx:pt idx="35121">121.98</cx:pt>
          <cx:pt idx="35122">105.27</cx:pt>
          <cx:pt idx="35123">121.98</cx:pt>
          <cx:pt idx="35124">136.97</cx:pt>
          <cx:pt idx="35125">121.98</cx:pt>
          <cx:pt idx="35126">26.48</cx:pt>
          <cx:pt idx="35127">111.98</cx:pt>
          <cx:pt idx="35128">16.489999999999998</cx:pt>
          <cx:pt idx="35129">54.990000000000002</cx:pt>
          <cx:pt idx="35130">121.98</cx:pt>
          <cx:pt idx="35131">60.990000000000002</cx:pt>
          <cx:pt idx="35132">94.480000000000004</cx:pt>
          <cx:pt idx="35133">94.480000000000004</cx:pt>
          <cx:pt idx="35134">26.98</cx:pt>
          <cx:pt idx="35135">58.969999999999999</cx:pt>
          <cx:pt idx="35136">34.390000000000001</cx:pt>
          <cx:pt idx="35137">59.979999999999997</cx:pt>
          <cx:pt idx="35138">95.170000000000002</cx:pt>
          <cx:pt idx="35139">95.980000000000004</cx:pt>
          <cx:pt idx="35140">94.269999999999996</cx:pt>
          <cx:pt idx="35141">185.06999999999999</cx:pt>
          <cx:pt idx="35142">239.53999999999999</cx:pt>
          <cx:pt idx="35143">489.94999999999999</cx:pt>
          <cx:pt idx="35144">20.489999999999998</cx:pt>
          <cx:pt idx="35145">104.04000000000001</cx:pt>
          <cx:pt idx="35146">104.04000000000001</cx:pt>
          <cx:pt idx="35147">94.980000000000004</cx:pt>
          <cx:pt idx="35148">94.980000000000004</cx:pt>
          <cx:pt idx="35149">94.969999999999999</cx:pt>
          <cx:pt idx="35150">94.959999999999994</cx:pt>
          <cx:pt idx="35151">84.989999999999995</cx:pt>
          <cx:pt idx="35152">118.78</cx:pt>
          <cx:pt idx="35153">169.97999999999999</cx:pt>
          <cx:pt idx="35154">169.97999999999999</cx:pt>
          <cx:pt idx="35155">84.989999999999995</cx:pt>
          <cx:pt idx="35156">169.97999999999999</cx:pt>
          <cx:pt idx="35157">30.27</cx:pt>
          <cx:pt idx="35158">99.980000000000004</cx:pt>
          <cx:pt idx="35159">184.97</cx:pt>
          <cx:pt idx="35160">65.989999999999995</cx:pt>
          <cx:pt idx="35161">136.97</cx:pt>
          <cx:pt idx="35162">137.97999999999999</cx:pt>
          <cx:pt idx="35163">84.989999999999995</cx:pt>
          <cx:pt idx="35164">175.96000000000001</cx:pt>
          <cx:pt idx="35165">99.980000000000004</cx:pt>
          <cx:pt idx="35166">131.97999999999999</cx:pt>
          <cx:pt idx="35167">-94.950000000000003</cx:pt>
          <cx:pt idx="35168">94.950000000000003</cx:pt>
          <cx:pt idx="35169">94.950000000000003</cx:pt>
          <cx:pt idx="35170">46.490000000000002</cx:pt>
          <cx:pt idx="35171">44.990000000000002</cx:pt>
          <cx:pt idx="35172">82.069999999999993</cx:pt>
          <cx:pt idx="35173">102.95999999999999</cx:pt>
          <cx:pt idx="35174">93.969999999999999</cx:pt>
          <cx:pt idx="35175">59.979999999999997</cx:pt>
          <cx:pt idx="35176">25.489999999999998</cx:pt>
          <cx:pt idx="35177">93.959999999999994</cx:pt>
          <cx:pt idx="35178">93.980000000000004</cx:pt>
          <cx:pt idx="35179">73.980000000000004</cx:pt>
          <cx:pt idx="35180">11.49</cx:pt>
          <cx:pt idx="35181">42.329999999999998</cx:pt>
          <cx:pt idx="35182">42.329999999999998</cx:pt>
          <cx:pt idx="35183">38.700000000000003</cx:pt>
          <cx:pt idx="35184">45.960000000000001</cx:pt>
          <cx:pt idx="35185">93.969999999999999</cx:pt>
          <cx:pt idx="35186">38.469999999999999</cx:pt>
          <cx:pt idx="35187">38.469999999999999</cx:pt>
          <cx:pt idx="35188">86.780000000000001</cx:pt>
          <cx:pt idx="35189">93.75</cx:pt>
          <cx:pt idx="35190">31.239999999999998</cx:pt>
          <cx:pt idx="35191">53.979999999999997</cx:pt>
          <cx:pt idx="35192">159.96000000000001</cx:pt>
          <cx:pt idx="35193">119.95999999999999</cx:pt>
          <cx:pt idx="35194">177.97</cx:pt>
          <cx:pt idx="35195">215.94999999999999</cx:pt>
          <cx:pt idx="35196">135</cx:pt>
          <cx:pt idx="35197">295.93000000000001</cx:pt>
          <cx:pt idx="35198">185.40000000000001</cx:pt>
          <cx:pt idx="35199">250.94999999999999</cx:pt>
          <cx:pt idx="35200">229.96000000000001</cx:pt>
          <cx:pt idx="35201">94.469999999999999</cx:pt>
          <cx:pt idx="35202">85.170000000000002</cx:pt>
          <cx:pt idx="35203">94.469999999999999</cx:pt>
          <cx:pt idx="35204">93.569999999999993</cx:pt>
          <cx:pt idx="35205">85.969999999999999</cx:pt>
          <cx:pt idx="35206">169.97999999999999</cx:pt>
          <cx:pt idx="35207">215.41</cx:pt>
          <cx:pt idx="35208">164.74000000000001</cx:pt>
          <cx:pt idx="35209">182.27000000000001</cx:pt>
          <cx:pt idx="35210">131.97999999999999</cx:pt>
          <cx:pt idx="35211">169.97999999999999</cx:pt>
          <cx:pt idx="35212">129.78999999999999</cx:pt>
          <cx:pt idx="35213">169.97999999999999</cx:pt>
          <cx:pt idx="35214">169.97999999999999</cx:pt>
          <cx:pt idx="35215">164.77000000000001</cx:pt>
          <cx:pt idx="35216">169.97999999999999</cx:pt>
          <cx:pt idx="35217">112.18000000000001</cx:pt>
          <cx:pt idx="35218">93.469999999999999</cx:pt>
          <cx:pt idx="35219">95.920000000000002</cx:pt>
          <cx:pt idx="35220">22.969999999999999</cx:pt>
          <cx:pt idx="35221">94.980000000000004</cx:pt>
          <cx:pt idx="35222">86.290000000000006</cx:pt>
          <cx:pt idx="35223">51.490000000000002</cx:pt>
          <cx:pt idx="35224">51.490000000000002</cx:pt>
          <cx:pt idx="35225">59.979999999999997</cx:pt>
          <cx:pt idx="35226">59.979999999999997</cx:pt>
          <cx:pt idx="35227">60.579999999999998</cx:pt>
          <cx:pt idx="35228">169.97999999999999</cx:pt>
          <cx:pt idx="35229">169.97999999999999</cx:pt>
          <cx:pt idx="35230">84.989999999999995</cx:pt>
          <cx:pt idx="35231">62.969999999999999</cx:pt>
          <cx:pt idx="35232">62.969999999999999</cx:pt>
          <cx:pt idx="35233">169.97999999999999</cx:pt>
          <cx:pt idx="35234">169.97999999999999</cx:pt>
          <cx:pt idx="35235">76.870000000000005</cx:pt>
          <cx:pt idx="35236">159.27000000000001</cx:pt>
          <cx:pt idx="35237">70.980000000000004</cx:pt>
          <cx:pt idx="35238">112.95999999999999</cx:pt>
          <cx:pt idx="35239">62.969999999999999</cx:pt>
          <cx:pt idx="35240">130.38</cx:pt>
          <cx:pt idx="35241">84.989999999999995</cx:pt>
          <cx:pt idx="35242">159.97999999999999</cx:pt>
          <cx:pt idx="35243">164.34999999999999</cx:pt>
          <cx:pt idx="35244">62.969999999999999</cx:pt>
          <cx:pt idx="35245">94.980000000000004</cx:pt>
          <cx:pt idx="35246">94.980000000000004</cx:pt>
          <cx:pt idx="35247">94.980000000000004</cx:pt>
          <cx:pt idx="35248">94.980000000000004</cx:pt>
          <cx:pt idx="35249">94.969999999999999</cx:pt>
          <cx:pt idx="35250">21.489999999999998</cx:pt>
          <cx:pt idx="35251">16.940000000000001</cx:pt>
          <cx:pt idx="35252">94.950000000000003</cx:pt>
          <cx:pt idx="35253">144.97</cx:pt>
          <cx:pt idx="35254">74.969999999999999</cx:pt>
          <cx:pt idx="35255">89.969999999999999</cx:pt>
          <cx:pt idx="35256">89.969999999999999</cx:pt>
          <cx:pt idx="35257">144.94</cx:pt>
          <cx:pt idx="35258">174.96000000000001</cx:pt>
          <cx:pt idx="35259">151.96000000000001</cx:pt>
          <cx:pt idx="35260">164.94999999999999</cx:pt>
          <cx:pt idx="35261">95.959999999999994</cx:pt>
          <cx:pt idx="35262">64.980000000000004</cx:pt>
          <cx:pt idx="35263">59.979999999999997</cx:pt>
          <cx:pt idx="35264">144.97</cx:pt>
          <cx:pt idx="35265">89.969999999999999</cx:pt>
          <cx:pt idx="35266">57.979999999999997</cx:pt>
          <cx:pt idx="35267">144.96000000000001</cx:pt>
          <cx:pt idx="35268">134.96000000000001</cx:pt>
          <cx:pt idx="35269">112.97</cx:pt>
          <cx:pt idx="35270">125.97</cx:pt>
          <cx:pt idx="35271">94.950000000000003</cx:pt>
          <cx:pt idx="35272">94.950000000000003</cx:pt>
          <cx:pt idx="35273">34.280000000000001</cx:pt>
          <cx:pt idx="35274">43.280000000000001</cx:pt>
          <cx:pt idx="35275">62.899999999999999</cx:pt>
          <cx:pt idx="35276">30.559999999999999</cx:pt>
          <cx:pt idx="35277">30.559999999999999</cx:pt>
          <cx:pt idx="35278">30.559999999999999</cx:pt>
          <cx:pt idx="35279">30.559999999999999</cx:pt>
          <cx:pt idx="35280">62.899999999999999</cx:pt>
          <cx:pt idx="35281">93.969999999999999</cx:pt>
          <cx:pt idx="35282">93.969999999999999</cx:pt>
          <cx:pt idx="35283">96.780000000000001</cx:pt>
          <cx:pt idx="35284">66.079999999999998</cx:pt>
          <cx:pt idx="35285">87.650000000000006</cx:pt>
          <cx:pt idx="35286">67.870000000000005</cx:pt>
          <cx:pt idx="35287">37.490000000000002</cx:pt>
          <cx:pt idx="35288">87.049999999999997</cx:pt>
          <cx:pt idx="35289">67.670000000000002</cx:pt>
          <cx:pt idx="35290">81.609999999999999</cx:pt>
          <cx:pt idx="35291">132.97</cx:pt>
          <cx:pt idx="35292">101.59999999999999</cx:pt>
          <cx:pt idx="35293">102.83</cx:pt>
          <cx:pt idx="35294">102.83</cx:pt>
          <cx:pt idx="35295">102.83</cx:pt>
          <cx:pt idx="35296">102.83</cx:pt>
          <cx:pt idx="35297">102.83</cx:pt>
          <cx:pt idx="35298">102.83</cx:pt>
          <cx:pt idx="35299">102.83</cx:pt>
          <cx:pt idx="35300">81.079999999999998</cx:pt>
          <cx:pt idx="35301">304.86000000000001</cx:pt>
          <cx:pt idx="35302">319.38999999999999</cx:pt>
          <cx:pt idx="35303">319.38999999999999</cx:pt>
          <cx:pt idx="35304">159.69999999999999</cx:pt>
          <cx:pt idx="35305">101.97</cx:pt>
          <cx:pt idx="35306">102.81</cx:pt>
          <cx:pt idx="35307">101.95999999999999</cx:pt>
          <cx:pt idx="35308">101.95999999999999</cx:pt>
          <cx:pt idx="35309">16.23</cx:pt>
          <cx:pt idx="35310">13.98</cx:pt>
          <cx:pt idx="35311">43.479999999999997</cx:pt>
          <cx:pt idx="35312">61.649999999999999</cx:pt>
          <cx:pt idx="35313">92.980000000000004</cx:pt>
          <cx:pt idx="35314">103.28</cx:pt>
          <cx:pt idx="35315">229.97</cx:pt>
          <cx:pt idx="35316">114.98</cx:pt>
          <cx:pt idx="35317">192.03999999999999</cx:pt>
          <cx:pt idx="35318">254.97</cx:pt>
          <cx:pt idx="35319">109.15000000000001</cx:pt>
          <cx:pt idx="35320">254.97</cx:pt>
          <cx:pt idx="35321">84.989999999999995</cx:pt>
          <cx:pt idx="35322">241.66999999999999</cx:pt>
          <cx:pt idx="35323">339.95999999999998</cx:pt>
          <cx:pt idx="35324">254.97</cx:pt>
          <cx:pt idx="35325">92.980000000000004</cx:pt>
          <cx:pt idx="35326">75.989999999999995</cx:pt>
          <cx:pt idx="35327">93.129999999999995</cx:pt>
          <cx:pt idx="35328">92.969999999999999</cx:pt>
          <cx:pt idx="35329">92.980000000000004</cx:pt>
          <cx:pt idx="35330">92.980000000000004</cx:pt>
          <cx:pt idx="35331">92.980000000000004</cx:pt>
          <cx:pt idx="35332">92.980000000000004</cx:pt>
          <cx:pt idx="35333">92.980000000000004</cx:pt>
          <cx:pt idx="35334">51.969999999999999</cx:pt>
          <cx:pt idx="35335">50.119999999999997</cx:pt>
          <cx:pt idx="35336">138.97</cx:pt>
          <cx:pt idx="35337">8.4299999999999997</cx:pt>
          <cx:pt idx="35338">84.680000000000007</cx:pt>
          <cx:pt idx="35339">92.950000000000003</cx:pt>
          <cx:pt idx="35340">92.939999999999998</cx:pt>
          <cx:pt idx="35341">20.489999999999998</cx:pt>
          <cx:pt idx="35342">13.49</cx:pt>
          <cx:pt idx="35343">33.479999999999997</cx:pt>
          <cx:pt idx="35344">94.549999999999997</cx:pt>
          <cx:pt idx="35345">94.480000000000004</cx:pt>
          <cx:pt idx="35346">169.97999999999999</cx:pt>
          <cx:pt idx="35347">179.96000000000001</cx:pt>
          <cx:pt idx="35348">169.97999999999999</cx:pt>
          <cx:pt idx="35349">341.14999999999998</cx:pt>
          <cx:pt idx="35350">67.980000000000004</cx:pt>
          <cx:pt idx="35351">-42.299999999999997</cx:pt>
          <cx:pt idx="35352">159.77000000000001</cx:pt>
          <cx:pt idx="35353">94.439999999999998</cx:pt>
          <cx:pt idx="35354">102.33</cx:pt>
          <cx:pt idx="35355">101.45999999999999</cx:pt>
          <cx:pt idx="35356">101.45999999999999</cx:pt>
          <cx:pt idx="35357">81.280000000000001</cx:pt>
          <cx:pt idx="35358">33.68</cx:pt>
          <cx:pt idx="35359">50.979999999999997</cx:pt>
          <cx:pt idx="35360">94.980000000000004</cx:pt>
          <cx:pt idx="35361">123.26000000000001</cx:pt>
          <cx:pt idx="35362">88.739999999999995</cx:pt>
          <cx:pt idx="35363">203.38</cx:pt>
          <cx:pt idx="35364">88.540000000000006</cx:pt>
          <cx:pt idx="35365">136.96000000000001</cx:pt>
          <cx:pt idx="35366">118.42</cx:pt>
          <cx:pt idx="35367">117.34999999999999</cx:pt>
          <cx:pt idx="35368">118.67</cx:pt>
          <cx:pt idx="35369">139.03</cx:pt>
          <cx:pt idx="35370">94.950000000000003</cx:pt>
          <cx:pt idx="35371">84.980000000000004</cx:pt>
          <cx:pt idx="35372">93.969999999999999</cx:pt>
          <cx:pt idx="35373">30.23</cx:pt>
          <cx:pt idx="35374">54.979999999999997</cx:pt>
          <cx:pt idx="35375">197.97</cx:pt>
          <cx:pt idx="35376">225.59999999999999</cx:pt>
          <cx:pt idx="35377">152.97999999999999</cx:pt>
          <cx:pt idx="35378">64.989999999999995</cx:pt>
          <cx:pt idx="35379">100.98</cx:pt>
          <cx:pt idx="35380">100.98</cx:pt>
          <cx:pt idx="35381">10.859999999999999</cx:pt>
          <cx:pt idx="35382">62.289999999999999</cx:pt>
          <cx:pt idx="35383">92.969999999999999</cx:pt>
          <cx:pt idx="35384">44.990000000000002</cx:pt>
          <cx:pt idx="35385">53.979999999999997</cx:pt>
          <cx:pt idx="35386">54.979999999999997</cx:pt>
          <cx:pt idx="35387">101.62</cx:pt>
          <cx:pt idx="35388">395.94</cx:pt>
          <cx:pt idx="35389">535.00999999999999</cx:pt>
          <cx:pt idx="35390">509.94</cx:pt>
          <cx:pt idx="35391">263.95999999999998</cx:pt>
          <cx:pt idx="35392">33.18</cx:pt>
          <cx:pt idx="35393">339.95999999999998</cx:pt>
          <cx:pt idx="35394">51.969999999999999</cx:pt>
          <cx:pt idx="35395">101.62</cx:pt>
          <cx:pt idx="35396">101.59999999999999</cx:pt>
          <cx:pt idx="35397">93.579999999999998</cx:pt>
          <cx:pt idx="35398">93.579999999999998</cx:pt>
          <cx:pt idx="35399">93.579999999999998</cx:pt>
          <cx:pt idx="35400">80.980000000000004</cx:pt>
          <cx:pt idx="35401">80.980000000000004</cx:pt>
          <cx:pt idx="35402">91.959999999999994</cx:pt>
          <cx:pt idx="35403">93.579999999999998</cx:pt>
          <cx:pt idx="35404">106.95</cx:pt>
          <cx:pt idx="35405">95.959999999999994</cx:pt>
          <cx:pt idx="35406">90.959999999999994</cx:pt>
          <cx:pt idx="35407">90.959999999999994</cx:pt>
          <cx:pt idx="35408">85.959999999999994</cx:pt>
          <cx:pt idx="35409">83.959999999999994</cx:pt>
          <cx:pt idx="35410">79.890000000000001</cx:pt>
          <cx:pt idx="35411">74.969999999999999</cx:pt>
          <cx:pt idx="35412">83.959999999999994</cx:pt>
          <cx:pt idx="35413">79.959999999999994</cx:pt>
          <cx:pt idx="35414">75.959999999999994</cx:pt>
          <cx:pt idx="35415">116.37</cx:pt>
          <cx:pt idx="35416">91.290000000000006</cx:pt>
          <cx:pt idx="35417">16.489999999999998</cx:pt>
          <cx:pt idx="35418">66.980000000000004</cx:pt>
          <cx:pt idx="35419">91.950000000000003</cx:pt>
          <cx:pt idx="35420">91.950000000000003</cx:pt>
          <cx:pt idx="35421">91.939999999999998</cx:pt>
          <cx:pt idx="35422">92.670000000000002</cx:pt>
          <cx:pt idx="35423">100.98</cx:pt>
          <cx:pt idx="35424">65.989999999999995</cx:pt>
          <cx:pt idx="35425">75.980000000000004</cx:pt>
          <cx:pt idx="35426">65.989999999999995</cx:pt>
          <cx:pt idx="35427">69.980000000000004</cx:pt>
          <cx:pt idx="35428">85.980000000000004</cx:pt>
          <cx:pt idx="35429">65.989999999999995</cx:pt>
          <cx:pt idx="35430">99.969999999999999</cx:pt>
          <cx:pt idx="35431">120.97</cx:pt>
          <cx:pt idx="35432">89.959999999999994</cx:pt>
          <cx:pt idx="35433">99.969999999999999</cx:pt>
          <cx:pt idx="35434">91.769999999999996</cx:pt>
          <cx:pt idx="35435">51.979999999999997</cx:pt>
          <cx:pt idx="35436">31.489999999999998</cx:pt>
          <cx:pt idx="35437">93.030000000000001</cx:pt>
          <cx:pt idx="35438">91.370000000000005</cx:pt>
          <cx:pt idx="35439">92.980000000000004</cx:pt>
          <cx:pt idx="35440">339.95999999999998</cx:pt>
          <cx:pt idx="35441">258.68000000000001</cx:pt>
          <cx:pt idx="35442">227.33000000000001</cx:pt>
          <cx:pt idx="35443">261.31999999999999</cx:pt>
          <cx:pt idx="35444">263.95999999999998</cx:pt>
          <cx:pt idx="35445">254.97</cx:pt>
          <cx:pt idx="35446">261.31999999999999</cx:pt>
          <cx:pt idx="35447">92.980000000000004</cx:pt>
          <cx:pt idx="35448">92.980000000000004</cx:pt>
          <cx:pt idx="35449">92.980000000000004</cx:pt>
          <cx:pt idx="35450">92.980000000000004</cx:pt>
          <cx:pt idx="35451">92.969999999999999</cx:pt>
          <cx:pt idx="35452">91.349999999999994</cx:pt>
          <cx:pt idx="35453">92.950000000000003</cx:pt>
          <cx:pt idx="35454">131.97999999999999</cx:pt>
          <cx:pt idx="35455">131.97999999999999</cx:pt>
          <cx:pt idx="35456">131.97999999999999</cx:pt>
          <cx:pt idx="35457">131.97999999999999</cx:pt>
          <cx:pt idx="35458">131.97999999999999</cx:pt>
          <cx:pt idx="35459">100.44</cx:pt>
          <cx:pt idx="35460">131.97999999999999</cx:pt>
          <cx:pt idx="35461">131.97999999999999</cx:pt>
          <cx:pt idx="35462">131.97999999999999</cx:pt>
          <cx:pt idx="35463">131.97999999999999</cx:pt>
          <cx:pt idx="35464">99.989999999999995</cx:pt>
          <cx:pt idx="35465">-18.280000000000001</cx:pt>
          <cx:pt idx="35466">18.280000000000001</cx:pt>
          <cx:pt idx="35467">-159.46000000000001</cx:pt>
          <cx:pt idx="35468">159.46000000000001</cx:pt>
          <cx:pt idx="35469">52.490000000000002</cx:pt>
          <cx:pt idx="35470">83.980000000000004</cx:pt>
          <cx:pt idx="35471">144.94999999999999</cx:pt>
          <cx:pt idx="35472">199.31</cx:pt>
          <cx:pt idx="35473">126.98</cx:pt>
          <cx:pt idx="35474">142.96000000000001</cx:pt>
          <cx:pt idx="35475">114.01000000000001</cx:pt>
          <cx:pt idx="35476">149.94999999999999</cx:pt>
          <cx:pt idx="35477">149.94999999999999</cx:pt>
          <cx:pt idx="35478">199.31</cx:pt>
          <cx:pt idx="35479">119.95999999999999</cx:pt>
          <cx:pt idx="35480">144.94999999999999</cx:pt>
          <cx:pt idx="35481">59.979999999999997</cx:pt>
          <cx:pt idx="35482">126.98</cx:pt>
          <cx:pt idx="35483">119.95999999999999</cx:pt>
          <cx:pt idx="35484">88.519999999999996</cx:pt>
          <cx:pt idx="35485">53.979999999999997</cx:pt>
          <cx:pt idx="35486">53.979999999999997</cx:pt>
          <cx:pt idx="35487">119.95999999999999</cx:pt>
          <cx:pt idx="35488">59.979999999999997</cx:pt>
          <cx:pt idx="35489">119.95999999999999</cx:pt>
          <cx:pt idx="35490">88.519999999999996</cx:pt>
          <cx:pt idx="35491">159.24000000000001</cx:pt>
          <cx:pt idx="35492">59.979999999999997</cx:pt>
          <cx:pt idx="35493">114.01000000000001</cx:pt>
          <cx:pt idx="35494">29.989999999999998</cx:pt>
          <cx:pt idx="35495">159.24000000000001</cx:pt>
          <cx:pt idx="35496">126.98</cx:pt>
          <cx:pt idx="35497">116.98</cx:pt>
          <cx:pt idx="35498">116.98</cx:pt>
          <cx:pt idx="35499">29.989999999999998</cx:pt>
          <cx:pt idx="35500">119.95999999999999</cx:pt>
          <cx:pt idx="35501">126.98</cx:pt>
          <cx:pt idx="35502">142.96000000000001</cx:pt>
          <cx:pt idx="35503">119.95999999999999</cx:pt>
          <cx:pt idx="35504">119.95999999999999</cx:pt>
          <cx:pt idx="35505">119.95999999999999</cx:pt>
          <cx:pt idx="35506">119.95999999999999</cx:pt>
          <cx:pt idx="35507">119.95999999999999</cx:pt>
          <cx:pt idx="35508">59.979999999999997</cx:pt>
          <cx:pt idx="35509">99.980000000000004</cx:pt>
          <cx:pt idx="35510">99.980000000000004</cx:pt>
          <cx:pt idx="35511">99.980000000000004</cx:pt>
          <cx:pt idx="35512">99.980000000000004</cx:pt>
          <cx:pt idx="35513">99.980000000000004</cx:pt>
          <cx:pt idx="35514">99.980000000000004</cx:pt>
          <cx:pt idx="35515">99.980000000000004</cx:pt>
          <cx:pt idx="35516">99.980000000000004</cx:pt>
          <cx:pt idx="35517">76.969999999999999</cx:pt>
          <cx:pt idx="35518">17.989999999999998</cx:pt>
          <cx:pt idx="35519">105.98</cx:pt>
          <cx:pt idx="35520">134.97999999999999</cx:pt>
          <cx:pt idx="35521">131.97999999999999</cx:pt>
          <cx:pt idx="35522">169.97999999999999</cx:pt>
          <cx:pt idx="35523">121.48</cx:pt>
          <cx:pt idx="35524">166.97</cx:pt>
          <cx:pt idx="35525">134.97999999999999</cx:pt>
          <cx:pt idx="35526">134.97999999999999</cx:pt>
          <cx:pt idx="35527">134.97999999999999</cx:pt>
          <cx:pt idx="35528">134.97999999999999</cx:pt>
          <cx:pt idx="35529">134.97999999999999</cx:pt>
          <cx:pt idx="35530">134.97999999999999</cx:pt>
          <cx:pt idx="35531">95.379999999999995</cx:pt>
          <cx:pt idx="35532">89.980000000000004</cx:pt>
          <cx:pt idx="35533">134.97999999999999</cx:pt>
          <cx:pt idx="35534">121.98</cx:pt>
          <cx:pt idx="35535">99.959999999999994</cx:pt>
          <cx:pt idx="35536">83.959999999999994</cx:pt>
          <cx:pt idx="35537">36.469999999999999</cx:pt>
          <cx:pt idx="35538">92.829999999999998</cx:pt>
          <cx:pt idx="35539">25.780000000000001</cx:pt>
          <cx:pt idx="35540">60.960000000000001</cx:pt>
          <cx:pt idx="35541">92.719999999999999</cx:pt>
          <cx:pt idx="35542">119.97</cx:pt>
          <cx:pt idx="35543">139.94999999999999</cx:pt>
          <cx:pt idx="35544">169.97999999999999</cx:pt>
          <cx:pt idx="35545">74.969999999999999</cx:pt>
          <cx:pt idx="35546">197.97</cx:pt>
          <cx:pt idx="35547">214.96000000000001</cx:pt>
          <cx:pt idx="35548">254.97</cx:pt>
          <cx:pt idx="35549">90.980000000000004</cx:pt>
          <cx:pt idx="35550">91.769999999999996</cx:pt>
          <cx:pt idx="35551">82.480000000000004</cx:pt>
          <cx:pt idx="35552">51.479999999999997</cx:pt>
          <cx:pt idx="35553">50.979999999999997</cx:pt>
          <cx:pt idx="35554">31.489999999999998</cx:pt>
          <cx:pt idx="35555">31.489999999999998</cx:pt>
          <cx:pt idx="35556">50.979999999999997</cx:pt>
          <cx:pt idx="35557">51.479999999999997</cx:pt>
          <cx:pt idx="35558">65.989999999999995</cx:pt>
          <cx:pt idx="35559">66.180000000000007</cx:pt>
          <cx:pt idx="35560">105.97</cx:pt>
          <cx:pt idx="35561">65.989999999999995</cx:pt>
          <cx:pt idx="35562">74.980000000000004</cx:pt>
          <cx:pt idx="35563">191.96000000000001</cx:pt>
          <cx:pt idx="35564">125.97</cx:pt>
          <cx:pt idx="35565">75.950000000000003</cx:pt>
          <cx:pt idx="35566">185.96000000000001</cx:pt>
          <cx:pt idx="35567">65.989999999999995</cx:pt>
          <cx:pt idx="35568">95.980000000000004</cx:pt>
          <cx:pt idx="35569">65.989999999999995</cx:pt>
          <cx:pt idx="35570">90.969999999999999</cx:pt>
          <cx:pt idx="35571">90.950000000000003</cx:pt>
          <cx:pt idx="35572">100.41</cx:pt>
          <cx:pt idx="35573">100.41</cx:pt>
          <cx:pt idx="35574">100.41</cx:pt>
          <cx:pt idx="35575">100.39</cx:pt>
          <cx:pt idx="35576">254.97</cx:pt>
          <cx:pt idx="35577">254.97</cx:pt>
          <cx:pt idx="35578">254.97</cx:pt>
          <cx:pt idx="35579">169.97999999999999</cx:pt>
          <cx:pt idx="35580">238.08000000000001</cx:pt>
          <cx:pt idx="35581">310.93000000000001</cx:pt>
          <cx:pt idx="35582">282.94999999999999</cx:pt>
          <cx:pt idx="35583">225.27000000000001</cx:pt>
          <cx:pt idx="35584">151.41</cx:pt>
          <cx:pt idx="35585">100.39</cx:pt>
          <cx:pt idx="35586">100.39</cx:pt>
          <cx:pt idx="35587">100.39</cx:pt>
          <cx:pt idx="35588">100.38</cx:pt>
          <cx:pt idx="35589">20.550000000000001</cx:pt>
          <cx:pt idx="35590">-1.2</cx:pt>
          <cx:pt idx="35591">81.019999999999996</cx:pt>
          <cx:pt idx="35592">53.969999999999999</cx:pt>
          <cx:pt idx="35593">29.989999999999998</cx:pt>
          <cx:pt idx="35594">13.99</cx:pt>
          <cx:pt idx="35595">90.709999999999994</cx:pt>
          <cx:pt idx="35596">90.709999999999994</cx:pt>
          <cx:pt idx="35597">90.709999999999994</cx:pt>
          <cx:pt idx="35598">90.709999999999994</cx:pt>
          <cx:pt idx="35599">90.780000000000001</cx:pt>
          <cx:pt idx="35600">81.040000000000006</cx:pt>
          <cx:pt idx="35601">81.040000000000006</cx:pt>
          <cx:pt idx="35602">18.780000000000001</cx:pt>
          <cx:pt idx="35603">70.980000000000004</cx:pt>
          <cx:pt idx="35604">40.469999999999999</cx:pt>
          <cx:pt idx="35605">51.960000000000001</cx:pt>
          <cx:pt idx="35606">-1.5</cx:pt>
          <cx:pt idx="35607">65.989999999999995</cx:pt>
          <cx:pt idx="35608">65.989999999999995</cx:pt>
          <cx:pt idx="35609">65.989999999999995</cx:pt>
          <cx:pt idx="35610">65.989999999999995</cx:pt>
          <cx:pt idx="35611">65.989999999999995</cx:pt>
          <cx:pt idx="35612">65.989999999999995</cx:pt>
          <cx:pt idx="35613">84.980000000000004</cx:pt>
          <cx:pt idx="35614">65.989999999999995</cx:pt>
          <cx:pt idx="35615">65.989999999999995</cx:pt>
          <cx:pt idx="35616">84.980000000000004</cx:pt>
          <cx:pt idx="35617">65.989999999999995</cx:pt>
          <cx:pt idx="35618">59.390000000000001</cx:pt>
          <cx:pt idx="35619">84.980000000000004</cx:pt>
          <cx:pt idx="35620">65.989999999999995</cx:pt>
          <cx:pt idx="35621">65.989999999999995</cx:pt>
          <cx:pt idx="35622">84.980000000000004</cx:pt>
          <cx:pt idx="35623">65.989999999999995</cx:pt>
          <cx:pt idx="35624">65.989999999999995</cx:pt>
          <cx:pt idx="35625">65.989999999999995</cx:pt>
          <cx:pt idx="35626">65.269999999999996</cx:pt>
          <cx:pt idx="35627">33.719999999999999</cx:pt>
          <cx:pt idx="35628">72.849999999999994</cx:pt>
          <cx:pt idx="35629">116.97</cx:pt>
          <cx:pt idx="35630">169.97999999999999</cx:pt>
          <cx:pt idx="35631">134.97999999999999</cx:pt>
          <cx:pt idx="35632">169.97999999999999</cx:pt>
          <cx:pt idx="35633">154.97999999999999</cx:pt>
          <cx:pt idx="35634">89.980000000000004</cx:pt>
          <cx:pt idx="35635">89.980000000000004</cx:pt>
          <cx:pt idx="35636">134.97999999999999</cx:pt>
          <cx:pt idx="35637">129.97999999999999</cx:pt>
          <cx:pt idx="35638">169.97999999999999</cx:pt>
          <cx:pt idx="35639">129.97999999999999</cx:pt>
          <cx:pt idx="35640">154.97999999999999</cx:pt>
          <cx:pt idx="35641">235.96000000000001</cx:pt>
          <cx:pt idx="35642">116.97</cx:pt>
          <cx:pt idx="35643">65.989999999999995</cx:pt>
          <cx:pt idx="35644">185.97</cx:pt>
          <cx:pt idx="35645">192.97</cx:pt>
          <cx:pt idx="35646">185.97</cx:pt>
          <cx:pt idx="35647">155.97</cx:pt>
          <cx:pt idx="35648">84.989999999999995</cx:pt>
          <cx:pt idx="35649">199.97</cx:pt>
          <cx:pt idx="35650">155.97</cx:pt>
          <cx:pt idx="35651">84.989999999999995</cx:pt>
          <cx:pt idx="35652">84.989999999999995</cx:pt>
          <cx:pt idx="35653">199.97</cx:pt>
          <cx:pt idx="35654">84.989999999999995</cx:pt>
          <cx:pt idx="35655">79.989999999999995</cx:pt>
          <cx:pt idx="35656">79.989999999999995</cx:pt>
          <cx:pt idx="35657">120.95999999999999</cx:pt>
          <cx:pt idx="35658">120.95999999999999</cx:pt>
          <cx:pt idx="35659">171.08000000000001</cx:pt>
          <cx:pt idx="35660">171.08000000000001</cx:pt>
          <cx:pt idx="35661">149.97</cx:pt>
          <cx:pt idx="35662">149.97</cx:pt>
          <cx:pt idx="35663">169.97999999999999</cx:pt>
          <cx:pt idx="35664">84.989999999999995</cx:pt>
          <cx:pt idx="35665">235.96000000000001</cx:pt>
          <cx:pt idx="35666">84.989999999999995</cx:pt>
          <cx:pt idx="35667">192.97</cx:pt>
          <cx:pt idx="35668">65.989999999999995</cx:pt>
          <cx:pt idx="35669">98.969999999999999</cx:pt>
          <cx:pt idx="35670">98.969999999999999</cx:pt>
          <cx:pt idx="35671">91.959999999999994</cx:pt>
          <cx:pt idx="35672">98.959999999999994</cx:pt>
          <cx:pt idx="35673">15.49</cx:pt>
          <cx:pt idx="35674">54.969999999999999</cx:pt>
          <cx:pt idx="35675">91.920000000000002</cx:pt>
          <cx:pt idx="35676">-11.99</cx:pt>
          <cx:pt idx="35677">169.97999999999999</cx:pt>
          <cx:pt idx="35678">170.94999999999999</cx:pt>
          <cx:pt idx="35679">69.959999999999994</cx:pt>
          <cx:pt idx="35680">255.94</cx:pt>
          <cx:pt idx="35681">135.96000000000001</cx:pt>
          <cx:pt idx="35682">229.96000000000001</cx:pt>
          <cx:pt idx="35683">219.16</cx:pt>
          <cx:pt idx="35684">73.959999999999994</cx:pt>
          <cx:pt idx="35685">131.97999999999999</cx:pt>
          <cx:pt idx="35686">91.769999999999996</cx:pt>
          <cx:pt idx="35687">56.969999999999999</cx:pt>
          <cx:pt idx="35688">24.68</cx:pt>
          <cx:pt idx="35689">50.189999999999998</cx:pt>
          <cx:pt idx="35690">25.390000000000001</cx:pt>
          <cx:pt idx="35691">37.469999999999999</cx:pt>
          <cx:pt idx="35692">37.469999999999999</cx:pt>
          <cx:pt idx="35693">38.07</cx:pt>
          <cx:pt idx="35694">38.07</cx:pt>
          <cx:pt idx="35695">57.950000000000003</cx:pt>
          <cx:pt idx="35696">237.56</cx:pt>
          <cx:pt idx="35697">59.950000000000003</cx:pt>
          <cx:pt idx="35698">70.980000000000004</cx:pt>
          <cx:pt idx="35699">78.939999999999998</cx:pt>
          <cx:pt idx="35700">48.460000000000001</cx:pt>
          <cx:pt idx="35701">405.91000000000003</cx:pt>
          <cx:pt idx="35702">-2.25</cx:pt>
          <cx:pt idx="35703">22.239999999999998</cx:pt>
          <cx:pt idx="35704">128.94999999999999</cx:pt>
          <cx:pt idx="35705">237.93000000000001</cx:pt>
          <cx:pt idx="35706">89.980000000000004</cx:pt>
          <cx:pt idx="35707">89.980000000000004</cx:pt>
          <cx:pt idx="35708">89.980000000000004</cx:pt>
          <cx:pt idx="35709">89.980000000000004</cx:pt>
          <cx:pt idx="35710">89.980000000000004</cx:pt>
          <cx:pt idx="35711">184.97</cx:pt>
          <cx:pt idx="35712">119.97</cx:pt>
          <cx:pt idx="35713">184.97</cx:pt>
          <cx:pt idx="35714">234.96000000000001</cx:pt>
          <cx:pt idx="35715">39.990000000000002</cx:pt>
          <cx:pt idx="35716">101.83</cx:pt>
          <cx:pt idx="35717">234.96000000000001</cx:pt>
          <cx:pt idx="35718">169.97999999999999</cx:pt>
          <cx:pt idx="35719">166.47</cx:pt>
          <cx:pt idx="35720">269.95999999999998</cx:pt>
          <cx:pt idx="35721">184.97</cx:pt>
          <cx:pt idx="35722">89.980000000000004</cx:pt>
          <cx:pt idx="35723">89.980000000000004</cx:pt>
          <cx:pt idx="35724">89.980000000000004</cx:pt>
          <cx:pt idx="35725">89.980000000000004</cx:pt>
          <cx:pt idx="35726">89.969999999999999</cx:pt>
          <cx:pt idx="35727">269.91000000000003</cx:pt>
          <cx:pt idx="35728">257.41000000000003</cx:pt>
          <cx:pt idx="35729">269.91000000000003</cx:pt>
          <cx:pt idx="35730">149.94999999999999</cx:pt>
          <cx:pt idx="35731">149.94999999999999</cx:pt>
          <cx:pt idx="35732">284.91000000000003</cx:pt>
          <cx:pt idx="35733">209.93000000000001</cx:pt>
          <cx:pt idx="35734">119.95999999999999</cx:pt>
          <cx:pt idx="35735">171.99000000000001</cx:pt>
          <cx:pt idx="35736">149.94999999999999</cx:pt>
          <cx:pt idx="35737">74.969999999999999</cx:pt>
          <cx:pt idx="35738">89.989999999999995</cx:pt>
          <cx:pt idx="35739">89.969999999999999</cx:pt>
          <cx:pt idx="35740">89.969999999999999</cx:pt>
          <cx:pt idx="35741">89.989999999999995</cx:pt>
          <cx:pt idx="35742">89.969999999999999</cx:pt>
          <cx:pt idx="35743">89.989999999999995</cx:pt>
          <cx:pt idx="35744">89.969999999999999</cx:pt>
          <cx:pt idx="35745">89.969999999999999</cx:pt>
          <cx:pt idx="35746">89.969999999999999</cx:pt>
          <cx:pt idx="35747">121.98</cx:pt>
          <cx:pt idx="35748">159.97999999999999</cx:pt>
          <cx:pt idx="35749">111.98</cx:pt>
          <cx:pt idx="35750">158.38</cx:pt>
          <cx:pt idx="35751">159.97999999999999</cx:pt>
          <cx:pt idx="35752">159.97999999999999</cx:pt>
          <cx:pt idx="35753">159.97999999999999</cx:pt>
          <cx:pt idx="35754">159.97999999999999</cx:pt>
          <cx:pt idx="35755">121.98</cx:pt>
          <cx:pt idx="35756">121.98</cx:pt>
          <cx:pt idx="35757">150.91</cx:pt>
          <cx:pt idx="35758">159.97999999999999</cx:pt>
          <cx:pt idx="35759">159.97999999999999</cx:pt>
          <cx:pt idx="35760">159.97999999999999</cx:pt>
          <cx:pt idx="35761">-159.97999999999999</cx:pt>
          <cx:pt idx="35762">89.969999999999999</cx:pt>
          <cx:pt idx="35763">89.969999999999999</cx:pt>
          <cx:pt idx="35764">89.969999999999999</cx:pt>
          <cx:pt idx="35765">89.989999999999995</cx:pt>
          <cx:pt idx="35766">89.980000000000004</cx:pt>
          <cx:pt idx="35767">89.980000000000004</cx:pt>
          <cx:pt idx="35768">89.980000000000004</cx:pt>
          <cx:pt idx="35769">78.959999999999994</cx:pt>
          <cx:pt idx="35770">104.95999999999999</cx:pt>
          <cx:pt idx="35771">164.94999999999999</cx:pt>
          <cx:pt idx="35772">254.97</cx:pt>
          <cx:pt idx="35773">136.94999999999999</cx:pt>
          <cx:pt idx="35774">203.94</cx:pt>
          <cx:pt idx="35775">104.98</cx:pt>
          <cx:pt idx="35776">121.98</cx:pt>
          <cx:pt idx="35777">137.97999999999999</cx:pt>
          <cx:pt idx="35778">169.97999999999999</cx:pt>
          <cx:pt idx="35779">185.96000000000001</cx:pt>
          <cx:pt idx="35780">81.489999999999995</cx:pt>
          <cx:pt idx="35781">81.489999999999995</cx:pt>
          <cx:pt idx="35782">89.980000000000004</cx:pt>
          <cx:pt idx="35783">89.980000000000004</cx:pt>
          <cx:pt idx="35784">89.980000000000004</cx:pt>
          <cx:pt idx="35785">89.980000000000004</cx:pt>
          <cx:pt idx="35786">89.980000000000004</cx:pt>
          <cx:pt idx="35787">89.980000000000004</cx:pt>
          <cx:pt idx="35788">89.980000000000004</cx:pt>
          <cx:pt idx="35789">0</cx:pt>
          <cx:pt idx="35790">89.980000000000004</cx:pt>
          <cx:pt idx="35791">89.980000000000004</cx:pt>
          <cx:pt idx="35792">51.490000000000002</cx:pt>
          <cx:pt idx="35793">89.969999999999999</cx:pt>
          <cx:pt idx="35794">89.969999999999999</cx:pt>
          <cx:pt idx="35795">89.969999999999999</cx:pt>
          <cx:pt idx="35796">18.239999999999998</cx:pt>
          <cx:pt idx="35797">58.979999999999997</cx:pt>
          <cx:pt idx="35798">59.990000000000002</cx:pt>
          <cx:pt idx="35799">79.989999999999995</cx:pt>
          <cx:pt idx="35800">79.989999999999995</cx:pt>
          <cx:pt idx="35801">79.989999999999995</cx:pt>
          <cx:pt idx="35802">79.989999999999995</cx:pt>
          <cx:pt idx="35803">79.989999999999995</cx:pt>
          <cx:pt idx="35804">79.989999999999995</cx:pt>
          <cx:pt idx="35805">79.989999999999995</cx:pt>
          <cx:pt idx="35806">79.989999999999995</cx:pt>
          <cx:pt idx="35807">79.989999999999995</cx:pt>
          <cx:pt idx="35808">79.989999999999995</cx:pt>
          <cx:pt idx="35809">79.989999999999995</cx:pt>
          <cx:pt idx="35810">79.989999999999995</cx:pt>
          <cx:pt idx="35811">79.989999999999995</cx:pt>
          <cx:pt idx="35812">79.989999999999995</cx:pt>
          <cx:pt idx="35813">79.989999999999995</cx:pt>
          <cx:pt idx="35814">79.989999999999995</cx:pt>
          <cx:pt idx="35815">79.989999999999995</cx:pt>
          <cx:pt idx="35816">67.989999999999995</cx:pt>
          <cx:pt idx="35817">79.989999999999995</cx:pt>
          <cx:pt idx="35818">79.989999999999995</cx:pt>
          <cx:pt idx="35819">79.989999999999995</cx:pt>
          <cx:pt idx="35820">79.989999999999995</cx:pt>
          <cx:pt idx="35821">79.989999999999995</cx:pt>
          <cx:pt idx="35822">79.989999999999995</cx:pt>
          <cx:pt idx="35823">79.989999999999995</cx:pt>
          <cx:pt idx="35824">89.969999999999999</cx:pt>
          <cx:pt idx="35825">89.969999999999999</cx:pt>
          <cx:pt idx="35826">89.969999999999999</cx:pt>
          <cx:pt idx="35827">89.969999999999999</cx:pt>
          <cx:pt idx="35828">89.969999999999999</cx:pt>
          <cx:pt idx="35829">72.969999999999999</cx:pt>
          <cx:pt idx="35830">89.969999999999999</cx:pt>
          <cx:pt idx="35831">89.969999999999999</cx:pt>
          <cx:pt idx="35832">26.489999999999998</cx:pt>
          <cx:pt idx="35833">46.479999999999997</cx:pt>
          <cx:pt idx="35834">509.94</cx:pt>
          <cx:pt idx="35835">551.91999999999996</cx:pt>
          <cx:pt idx="35836">86.069999999999993</cx:pt>
          <cx:pt idx="35837">395.94</cx:pt>
          <cx:pt idx="35838">509.94</cx:pt>
          <cx:pt idx="35839">89.969999999999999</cx:pt>
          <cx:pt idx="35840">89.959999999999994</cx:pt>
          <cx:pt idx="35841">89.939999999999998</cx:pt>
          <cx:pt idx="35842">59.979999999999997</cx:pt>
          <cx:pt idx="35843">21.98</cx:pt>
          <cx:pt idx="35844">89.950000000000003</cx:pt>
          <cx:pt idx="35845">91.469999999999999</cx:pt>
          <cx:pt idx="35846">91.469999999999999</cx:pt>
          <cx:pt idx="35847">91.469999999999999</cx:pt>
          <cx:pt idx="35848">91.469999999999999</cx:pt>
          <cx:pt idx="35849">158.09999999999999</cx:pt>
          <cx:pt idx="35850">159.69999999999999</cx:pt>
          <cx:pt idx="35851">159.69999999999999</cx:pt>
          <cx:pt idx="35852">147.59999999999999</cx:pt>
          <cx:pt idx="35853">159.69999999999999</cx:pt>
          <cx:pt idx="35854">125.16</cx:pt>
          <cx:pt idx="35855">157.08000000000001</cx:pt>
          <cx:pt idx="35856">159.69999999999999</cx:pt>
          <cx:pt idx="35857">159.69999999999999</cx:pt>
          <cx:pt idx="35858">153.31</cx:pt>
          <cx:pt idx="35859">120.98</cx:pt>
          <cx:pt idx="35860">99.200000000000003</cx:pt>
          <cx:pt idx="35861">99.200000000000003</cx:pt>
          <cx:pt idx="35862">99.180000000000007</cx:pt>
          <cx:pt idx="35863">99.180000000000007</cx:pt>
          <cx:pt idx="35864">30.280000000000001</cx:pt>
          <cx:pt idx="35865">50.979999999999997</cx:pt>
          <cx:pt idx="35866">91.969999999999999</cx:pt>
          <cx:pt idx="35867">91.950000000000003</cx:pt>
          <cx:pt idx="35868">98.980000000000004</cx:pt>
          <cx:pt idx="35869">68.989999999999995</cx:pt>
          <cx:pt idx="35870">68.989999999999995</cx:pt>
          <cx:pt idx="35871">98.980000000000004</cx:pt>
          <cx:pt idx="35872">59.390000000000001</cx:pt>
          <cx:pt idx="35873">89.980000000000004</cx:pt>
          <cx:pt idx="35874">96.959999999999994</cx:pt>
          <cx:pt idx="35875">99.980000000000004</cx:pt>
          <cx:pt idx="35876">59.390000000000001</cx:pt>
          <cx:pt idx="35877">65.989999999999995</cx:pt>
          <cx:pt idx="35878">89.980000000000004</cx:pt>
          <cx:pt idx="35879">96.959999999999994</cx:pt>
          <cx:pt idx="35880">99.980000000000004</cx:pt>
          <cx:pt idx="35881">65.989999999999995</cx:pt>
          <cx:pt idx="35882">79.790000000000006</cx:pt>
          <cx:pt idx="35883">97.939999999999998</cx:pt>
          <cx:pt idx="35884">45.880000000000003</cx:pt>
          <cx:pt idx="35885">49.990000000000002</cx:pt>
          <cx:pt idx="35886">84.989999999999995</cx:pt>
          <cx:pt idx="35887">136.94999999999999</cx:pt>
          <cx:pt idx="35888">136.94999999999999</cx:pt>
          <cx:pt idx="35889">89.980000000000004</cx:pt>
          <cx:pt idx="35890">16.280000000000001</cx:pt>
          <cx:pt idx="35891">90.859999999999999</cx:pt>
          <cx:pt idx="35892">89.230000000000004</cx:pt>
          <cx:pt idx="35893">89.219999999999999</cx:pt>
          <cx:pt idx="35894">89.980000000000004</cx:pt>
          <cx:pt idx="35895">89.980000000000004</cx:pt>
          <cx:pt idx="35896">89.980000000000004</cx:pt>
          <cx:pt idx="35897">89.980000000000004</cx:pt>
          <cx:pt idx="35898">89.980000000000004</cx:pt>
          <cx:pt idx="35899">89.980000000000004</cx:pt>
          <cx:pt idx="35900">214.96000000000001</cx:pt>
          <cx:pt idx="35901">226.94999999999999</cx:pt>
          <cx:pt idx="35902">164.97</cx:pt>
          <cx:pt idx="35903">241.90000000000001</cx:pt>
          <cx:pt idx="35904">139.97</cx:pt>
          <cx:pt idx="35905">101.98</cx:pt>
          <cx:pt idx="35906">196.96000000000001</cx:pt>
          <cx:pt idx="35907">169.96000000000001</cx:pt>
          <cx:pt idx="35908">134.97</cx:pt>
          <cx:pt idx="35909">84.969999999999999</cx:pt>
          <cx:pt idx="35910">134.97</cx:pt>
          <cx:pt idx="35911">174.94</cx:pt>
          <cx:pt idx="35912">264.94999999999999</cx:pt>
          <cx:pt idx="35913">139.94</cx:pt>
          <cx:pt idx="35914">89.980000000000004</cx:pt>
          <cx:pt idx="35915">89.969999999999999</cx:pt>
          <cx:pt idx="35916">90.769999999999996</cx:pt>
          <cx:pt idx="35917">89.969999999999999</cx:pt>
          <cx:pt idx="35918">89.969999999999999</cx:pt>
          <cx:pt idx="35919">89.950000000000003</cx:pt>
          <cx:pt idx="35920">89.939999999999998</cx:pt>
          <cx:pt idx="35921">82.189999999999998</cx:pt>
          <cx:pt idx="35922">119.98</cx:pt>
          <cx:pt idx="35923">119.3</cx:pt>
          <cx:pt idx="35924">64.060000000000002</cx:pt>
          <cx:pt idx="35925">13.890000000000001</cx:pt>
          <cx:pt idx="35926">70.129999999999995</cx:pt>
          <cx:pt idx="35927">88.980000000000004</cx:pt>
          <cx:pt idx="35928">88.980000000000004</cx:pt>
          <cx:pt idx="35929">88.980000000000004</cx:pt>
          <cx:pt idx="35930">88.959999999999994</cx:pt>
          <cx:pt idx="35931">88.959999999999994</cx:pt>
          <cx:pt idx="35932">88.980000000000004</cx:pt>
          <cx:pt idx="35933">88.980000000000004</cx:pt>
          <cx:pt idx="35934">188.69</cx:pt>
          <cx:pt idx="35935">125.79000000000001</cx:pt>
          <cx:pt idx="35936">157.24000000000001</cx:pt>
          <cx:pt idx="35937">125.79000000000001</cx:pt>
          <cx:pt idx="35938">125.79000000000001</cx:pt>
          <cx:pt idx="35939">147.56999999999999</cx:pt>
          <cx:pt idx="35940">157.24000000000001</cx:pt>
          <cx:pt idx="35941">188.69</cx:pt>
          <cx:pt idx="35942">303.47000000000003</cx:pt>
          <cx:pt idx="35943">125.79000000000001</cx:pt>
          <cx:pt idx="35944">51.479999999999997</cx:pt>
          <cx:pt idx="35945">20.489999999999998</cx:pt>
          <cx:pt idx="35946">16.489999999999998</cx:pt>
          <cx:pt idx="35947">88.969999999999999</cx:pt>
          <cx:pt idx="35948">98.230000000000004</cx:pt>
          <cx:pt idx="35949">41.259999999999998</cx:pt>
          <cx:pt idx="35950">31.870000000000001</cx:pt>
          <cx:pt idx="35951">88.849999999999994</cx:pt>
          <cx:pt idx="35952">97.989999999999995</cx:pt>
          <cx:pt idx="35953">97.989999999999995</cx:pt>
          <cx:pt idx="35954">90.560000000000002</cx:pt>
          <cx:pt idx="35955">142.97999999999999</cx:pt>
          <cx:pt idx="35956">98.980000000000004</cx:pt>
          <cx:pt idx="35957">152.97999999999999</cx:pt>
          <cx:pt idx="35958">84.989999999999995</cx:pt>
          <cx:pt idx="35959">158.09</cx:pt>
          <cx:pt idx="35960">84.989999999999995</cx:pt>
          <cx:pt idx="35961">76.489999999999995</cx:pt>
          <cx:pt idx="35962">84.989999999999995</cx:pt>
          <cx:pt idx="35963">65.989999999999995</cx:pt>
          <cx:pt idx="35964">42.619999999999997</cx:pt>
          <cx:pt idx="35965">65.989999999999995</cx:pt>
          <cx:pt idx="35966">65.989999999999995</cx:pt>
          <cx:pt idx="35967">65.989999999999995</cx:pt>
          <cx:pt idx="35968">65.989999999999995</cx:pt>
          <cx:pt idx="35969">100.06999999999999</cx:pt>
          <cx:pt idx="35970">84.989999999999995</cx:pt>
          <cx:pt idx="35971">84.989999999999995</cx:pt>
          <cx:pt idx="35972">97.709999999999994</cx:pt>
          <cx:pt idx="35973">82.200000000000003</cx:pt>
          <cx:pt idx="35974">84.989999999999995</cx:pt>
          <cx:pt idx="35975">84.989999999999995</cx:pt>
          <cx:pt idx="35976">84.989999999999995</cx:pt>
          <cx:pt idx="35977">49.590000000000003</cx:pt>
          <cx:pt idx="35978">49.590000000000003</cx:pt>
          <cx:pt idx="35979">97.989999999999995</cx:pt>
          <cx:pt idx="35980">97.989999999999995</cx:pt>
          <cx:pt idx="35981">97.989999999999995</cx:pt>
          <cx:pt idx="35982">97.989999999999995</cx:pt>
          <cx:pt idx="35983">97.989999999999995</cx:pt>
          <cx:pt idx="35984">97.969999999999999</cx:pt>
          <cx:pt idx="35985">97.959999999999994</cx:pt>
          <cx:pt idx="35986">-88.269999999999996</cx:pt>
          <cx:pt idx="35987">88.269999999999996</cx:pt>
          <cx:pt idx="35988">97.959999999999994</cx:pt>
          <cx:pt idx="35989">97.950000000000003</cx:pt>
          <cx:pt idx="35990">63.490000000000002</cx:pt>
          <cx:pt idx="35991">70.980000000000004</cx:pt>
          <cx:pt idx="35992">70.980000000000004</cx:pt>
          <cx:pt idx="35993">99.829999999999998</cx:pt>
          <cx:pt idx="35994">1.5</cx:pt>
          <cx:pt idx="35995">88.569999999999993</cx:pt>
          <cx:pt idx="35996">88.569999999999993</cx:pt>
          <cx:pt idx="35997">89.989999999999995</cx:pt>
          <cx:pt idx="35998">187.97</cx:pt>
          <cx:pt idx="35999">254.97</cx:pt>
          <cx:pt idx="36000">254.97</cx:pt>
          <cx:pt idx="36001">197.97</cx:pt>
          <cx:pt idx="36002">167.96000000000001</cx:pt>
          <cx:pt idx="36003">169.97999999999999</cx:pt>
          <cx:pt idx="36004">159.97999999999999</cx:pt>
          <cx:pt idx="36005">237.25</cx:pt>
          <cx:pt idx="36006">169.97999999999999</cx:pt>
          <cx:pt idx="36007">153.16999999999999</cx:pt>
          <cx:pt idx="36008">89.989999999999995</cx:pt>
          <cx:pt idx="36009">89.980000000000004</cx:pt>
          <cx:pt idx="36010">263.95999999999998</cx:pt>
          <cx:pt idx="36011">99.980000000000004</cx:pt>
          <cx:pt idx="36012">254.97</cx:pt>
          <cx:pt idx="36013">263.95999999999998</cx:pt>
          <cx:pt idx="36014">229.47</cx:pt>
          <cx:pt idx="36015">89.980000000000004</cx:pt>
          <cx:pt idx="36016">89.980000000000004</cx:pt>
          <cx:pt idx="36017">89.980000000000004</cx:pt>
          <cx:pt idx="36018">89.980000000000004</cx:pt>
          <cx:pt idx="36019">89.980000000000004</cx:pt>
          <cx:pt idx="36020">89.980000000000004</cx:pt>
          <cx:pt idx="36021">120.97</cx:pt>
          <cx:pt idx="36022">202.44999999999999</cx:pt>
          <cx:pt idx="36023">134.97999999999999</cx:pt>
          <cx:pt idx="36024">88.519999999999996</cx:pt>
          <cx:pt idx="36025">197.97</cx:pt>
          <cx:pt idx="36026">131.97999999999999</cx:pt>
          <cx:pt idx="36027">148.97</cx:pt>
          <cx:pt idx="36028">131.19999999999999</cx:pt>
          <cx:pt idx="36029">58.020000000000003</cx:pt>
          <cx:pt idx="36030">148.56</cx:pt>
          <cx:pt idx="36031">89.980000000000004</cx:pt>
          <cx:pt idx="36032">89.980000000000004</cx:pt>
          <cx:pt idx="36033">89.980000000000004</cx:pt>
          <cx:pt idx="36034">89.980000000000004</cx:pt>
          <cx:pt idx="36035">89.980000000000004</cx:pt>
          <cx:pt idx="36036">89.980000000000004</cx:pt>
          <cx:pt idx="36037">89.980000000000004</cx:pt>
          <cx:pt idx="36038">89.980000000000004</cx:pt>
          <cx:pt idx="36039">131.97999999999999</cx:pt>
          <cx:pt idx="36040">131.97999999999999</cx:pt>
          <cx:pt idx="36041">131.97999999999999</cx:pt>
          <cx:pt idx="36042">83.480000000000004</cx:pt>
          <cx:pt idx="36043">131.97999999999999</cx:pt>
          <cx:pt idx="36044">121.98</cx:pt>
          <cx:pt idx="36045">69.989999999999995</cx:pt>
          <cx:pt idx="36046">131.97999999999999</cx:pt>
          <cx:pt idx="36047">131.97999999999999</cx:pt>
          <cx:pt idx="36048">89.980000000000004</cx:pt>
          <cx:pt idx="36049">89.969999999999999</cx:pt>
          <cx:pt idx="36050">89.980000000000004</cx:pt>
          <cx:pt idx="36051">89.969999999999999</cx:pt>
          <cx:pt idx="36052">89.980000000000004</cx:pt>
          <cx:pt idx="36053">339.95999999999998</cx:pt>
          <cx:pt idx="36054">254.97</cx:pt>
          <cx:pt idx="36055">299.94</cx:pt>
          <cx:pt idx="36056">339.95999999999998</cx:pt>
          <cx:pt idx="36057">299.94</cx:pt>
          <cx:pt idx="36058">254.97</cx:pt>
          <cx:pt idx="36059">339.95999999999998</cx:pt>
          <cx:pt idx="36060">299.94</cx:pt>
          <cx:pt idx="36061">339.95999999999998</cx:pt>
          <cx:pt idx="36062">509.94</cx:pt>
          <cx:pt idx="36063">92.980000000000004</cx:pt>
          <cx:pt idx="36064">92.980000000000004</cx:pt>
          <cx:pt idx="36065">113.97</cx:pt>
          <cx:pt idx="36066">113.97</cx:pt>
          <cx:pt idx="36067">299.94</cx:pt>
          <cx:pt idx="36068">509.94</cx:pt>
          <cx:pt idx="36069">89.969999999999999</cx:pt>
          <cx:pt idx="36070">89.969999999999999</cx:pt>
          <cx:pt idx="36071">89.969999999999999</cx:pt>
          <cx:pt idx="36072">89.969999999999999</cx:pt>
          <cx:pt idx="36073">89.969999999999999</cx:pt>
          <cx:pt idx="36074">89.980000000000004</cx:pt>
          <cx:pt idx="36075">89.959999999999994</cx:pt>
          <cx:pt idx="36076">203.93000000000001</cx:pt>
          <cx:pt idx="36077">162.65000000000001</cx:pt>
          <cx:pt idx="36078">118.95999999999999</cx:pt>
          <cx:pt idx="36079">119.95999999999999</cx:pt>
          <cx:pt idx="36080">119.95999999999999</cx:pt>
          <cx:pt idx="36081">79.969999999999999</cx:pt>
          <cx:pt idx="36082">51.68</cx:pt>
          <cx:pt idx="36083">89.969999999999999</cx:pt>
          <cx:pt idx="36084">51.479999999999997</cx:pt>
          <cx:pt idx="36085">236.06999999999999</cx:pt>
          <cx:pt idx="36086">92.969999999999999</cx:pt>
          <cx:pt idx="36087">309.89999999999998</cx:pt>
          <cx:pt idx="36088">214.93000000000001</cx:pt>
          <cx:pt idx="36089">89.959999999999994</cx:pt>
          <cx:pt idx="36090">89.959999999999994</cx:pt>
          <cx:pt idx="36091">89.950000000000003</cx:pt>
          <cx:pt idx="36092">89.950000000000003</cx:pt>
          <cx:pt idx="36093">89.939999999999998</cx:pt>
          <cx:pt idx="36094">254.97</cx:pt>
          <cx:pt idx="36095">96.980000000000004</cx:pt>
          <cx:pt idx="36096">111.98</cx:pt>
          <cx:pt idx="36097">131.97999999999999</cx:pt>
          <cx:pt idx="36098">169.97999999999999</cx:pt>
          <cx:pt idx="36099">65.989999999999995</cx:pt>
          <cx:pt idx="36100">131.97999999999999</cx:pt>
          <cx:pt idx="36101">79.980000000000004</cx:pt>
          <cx:pt idx="36102">339.95999999999998</cx:pt>
          <cx:pt idx="36103">187.19</cx:pt>
          <cx:pt idx="36104">254.97</cx:pt>
          <cx:pt idx="36105">365.49000000000001</cx:pt>
          <cx:pt idx="36106">59.979999999999997</cx:pt>
          <cx:pt idx="36107">59.950000000000003</cx:pt>
          <cx:pt idx="36108">21.289999999999999</cx:pt>
          <cx:pt idx="36109">88.370000000000005</cx:pt>
          <cx:pt idx="36110">88.980000000000004</cx:pt>
          <cx:pt idx="36111">35.490000000000002</cx:pt>
          <cx:pt idx="36112">88.170000000000002</cx:pt>
          <cx:pt idx="36113">88.180000000000007</cx:pt>
          <cx:pt idx="36114">80.980000000000004</cx:pt>
          <cx:pt idx="36115">105.47</cx:pt>
          <cx:pt idx="36116">157.08000000000001</cx:pt>
          <cx:pt idx="36117">169.97999999999999</cx:pt>
          <cx:pt idx="36118">169.97999999999999</cx:pt>
          <cx:pt idx="36119">144.47999999999999</cx:pt>
          <cx:pt idx="36120">122.97</cx:pt>
          <cx:pt idx="36121">187.97</cx:pt>
          <cx:pt idx="36122">141.97999999999999</cx:pt>
          <cx:pt idx="36123">169.97999999999999</cx:pt>
          <cx:pt idx="36124">84.989999999999995</cx:pt>
          <cx:pt idx="36125">169.97999999999999</cx:pt>
          <cx:pt idx="36126">148.97</cx:pt>
          <cx:pt idx="36127">207.96000000000001</cx:pt>
          <cx:pt idx="36128">80.980000000000004</cx:pt>
          <cx:pt idx="36129">87.969999999999999</cx:pt>
          <cx:pt idx="36130">87.969999999999999</cx:pt>
          <cx:pt idx="36131">87.969999999999999</cx:pt>
          <cx:pt idx="36132">79.480000000000004</cx:pt>
          <cx:pt idx="36133">27.489999999999998</cx:pt>
          <cx:pt idx="36134">51.979999999999997</cx:pt>
          <cx:pt idx="36135">79.469999999999999</cx:pt>
          <cx:pt idx="36136">87.980000000000004</cx:pt>
          <cx:pt idx="36137">209.28999999999999</cx:pt>
          <cx:pt idx="36138">287.93000000000001</cx:pt>
          <cx:pt idx="36139">239.52000000000001</cx:pt>
          <cx:pt idx="36140">239.53999999999999</cx:pt>
          <cx:pt idx="36141">239.53999999999999</cx:pt>
          <cx:pt idx="36142">279.41000000000003</cx:pt>
          <cx:pt idx="36143">239.53999999999999</cx:pt>
          <cx:pt idx="36144">268.32999999999998</cx:pt>
          <cx:pt idx="36145">87.980000000000004</cx:pt>
          <cx:pt idx="36146">87.969999999999999</cx:pt>
          <cx:pt idx="36147">87.969999999999999</cx:pt>
          <cx:pt idx="36148">49.990000000000002</cx:pt>
          <cx:pt idx="36149">20.239999999999998</cx:pt>
          <cx:pt idx="36150">-49.990000000000002</cx:pt>
          <cx:pt idx="36151">54.990000000000002</cx:pt>
          <cx:pt idx="36152">87.959999999999994</cx:pt>
          <cx:pt idx="36153">39.490000000000002</cx:pt>
          <cx:pt idx="36154">31.48</cx:pt>
          <cx:pt idx="36155">87.939999999999998</cx:pt>
          <cx:pt idx="36156">96.269999999999996</cx:pt>
          <cx:pt idx="36157">13.09</cx:pt>
          <cx:pt idx="36158">142.96000000000001</cx:pt>
          <cx:pt idx="36159">131.97999999999999</cx:pt>
          <cx:pt idx="36160">84.989999999999995</cx:pt>
          <cx:pt idx="36161">147.97</cx:pt>
          <cx:pt idx="36162">269.95999999999998</cx:pt>
          <cx:pt idx="36163">99.980000000000004</cx:pt>
          <cx:pt idx="36164">204.94999999999999</cx:pt>
          <cx:pt idx="36165">254.97</cx:pt>
          <cx:pt idx="36166">184.97</cx:pt>
          <cx:pt idx="36167">64.879999999999995</cx:pt>
          <cx:pt idx="36168">147.97</cx:pt>
          <cx:pt idx="36169">137.97999999999999</cx:pt>
          <cx:pt idx="36170">221.96000000000001</cx:pt>
          <cx:pt idx="36171">181.94999999999999</cx:pt>
          <cx:pt idx="36172">24.489999999999998</cx:pt>
          <cx:pt idx="36173">96.790000000000006</cx:pt>
          <cx:pt idx="36174">96.790000000000006</cx:pt>
          <cx:pt idx="36175">96.780000000000001</cx:pt>
          <cx:pt idx="36176">339.95999999999998</cx:pt>
          <cx:pt idx="36177">110.95999999999999</cx:pt>
          <cx:pt idx="36178">224.37</cx:pt>
          <cx:pt idx="36179">339.95999999999998</cx:pt>
          <cx:pt idx="36180">329.94999999999999</cx:pt>
          <cx:pt idx="36181">215.36000000000001</cx:pt>
          <cx:pt idx="36182">458.94999999999999</cx:pt>
          <cx:pt idx="36183">49.590000000000003</cx:pt>
          <cx:pt idx="36184">96.780000000000001</cx:pt>
          <cx:pt idx="36185">49.590000000000003</cx:pt>
          <cx:pt idx="36186">96.780000000000001</cx:pt>
          <cx:pt idx="36187">96.780000000000001</cx:pt>
          <cx:pt idx="36188">96.780000000000001</cx:pt>
          <cx:pt idx="36189">96.780000000000001</cx:pt>
          <cx:pt idx="36190">96.780000000000001</cx:pt>
          <cx:pt idx="36191">96.780000000000001</cx:pt>
          <cx:pt idx="36192">96.780000000000001</cx:pt>
          <cx:pt idx="36193">96.780000000000001</cx:pt>
          <cx:pt idx="36194">96.780000000000001</cx:pt>
          <cx:pt idx="36195">33.039999999999999</cx:pt>
          <cx:pt idx="36196">112.48</cx:pt>
          <cx:pt idx="36197">182.11000000000001</cx:pt>
          <cx:pt idx="36198">243.96000000000001</cx:pt>
          <cx:pt idx="36199">85.489999999999995</cx:pt>
          <cx:pt idx="36200">94.040000000000006</cx:pt>
          <cx:pt idx="36201">226.91999999999999</cx:pt>
          <cx:pt idx="36202">84.950000000000003</cx:pt>
          <cx:pt idx="36203">96.780000000000001</cx:pt>
          <cx:pt idx="36204">89.980000000000004</cx:pt>
          <cx:pt idx="36205">96.780000000000001</cx:pt>
          <cx:pt idx="36206">96.780000000000001</cx:pt>
          <cx:pt idx="36207">96.780000000000001</cx:pt>
          <cx:pt idx="36208">96.780000000000001</cx:pt>
          <cx:pt idx="36209">199.96000000000001</cx:pt>
          <cx:pt idx="36210">117.45</cx:pt>
          <cx:pt idx="36211">84.989999999999995</cx:pt>
          <cx:pt idx="36212">84.989999999999995</cx:pt>
          <cx:pt idx="36213">59.960000000000001</cx:pt>
          <cx:pt idx="36214">69.969999999999999</cx:pt>
          <cx:pt idx="36215">65.989999999999995</cx:pt>
          <cx:pt idx="36216">59.960000000000001</cx:pt>
          <cx:pt idx="36217">56.710000000000001</cx:pt>
          <cx:pt idx="36218">64.730000000000004</cx:pt>
          <cx:pt idx="36219">161.96000000000001</cx:pt>
          <cx:pt idx="36220">54.890000000000001</cx:pt>
          <cx:pt idx="36221">96.75</cx:pt>
          <cx:pt idx="36222">96.75</cx:pt>
          <cx:pt idx="36223">38.479999999999997</cx:pt>
          <cx:pt idx="36224">38.479999999999997</cx:pt>
          <cx:pt idx="36225">96.739999999999995</cx:pt>
          <cx:pt idx="36226">96.739999999999995</cx:pt>
          <cx:pt idx="36227">-2.3999999999999999</cx:pt>
          <cx:pt idx="36228">99.129999999999995</cx:pt>
          <cx:pt idx="36229">89.079999999999998</cx:pt>
          <cx:pt idx="36230">89.060000000000002</cx:pt>
          <cx:pt idx="36231">-18.989999999999998</cx:pt>
          <cx:pt idx="36232">106.45999999999999</cx:pt>
          <cx:pt idx="36233">87.469999999999999</cx:pt>
          <cx:pt idx="36234">181.41</cx:pt>
          <cx:pt idx="36235">155.47</cx:pt>
          <cx:pt idx="36236">250.75999999999999</cx:pt>
          <cx:pt idx="36237">87.469999999999999</cx:pt>
          <cx:pt idx="36238">88.980000000000004</cx:pt>
          <cx:pt idx="36239">88.980000000000004</cx:pt>
          <cx:pt idx="36240">64.980000000000004</cx:pt>
          <cx:pt idx="36241">15.289999999999999</cx:pt>
          <cx:pt idx="36242">9.2899999999999991</cx:pt>
          <cx:pt idx="36243">70.980000000000004</cx:pt>
          <cx:pt idx="36244">71.569999999999993</cx:pt>
          <cx:pt idx="36245">71.560000000000002</cx:pt>
          <cx:pt idx="36246">54.969999999999999</cx:pt>
          <cx:pt idx="36247">25.280000000000001</cx:pt>
          <cx:pt idx="36248">-38.969999999999999</cx:pt>
          <cx:pt idx="36249">63.369999999999997</cx:pt>
          <cx:pt idx="36250">62.869999999999997</cx:pt>
          <cx:pt idx="36251">37.280000000000001</cx:pt>
          <cx:pt idx="36252">34.280000000000001</cx:pt>
          <cx:pt idx="36253">87.939999999999998</cx:pt>
          <cx:pt idx="36254">86.969999999999999</cx:pt>
          <cx:pt idx="36255">86.969999999999999</cx:pt>
          <cx:pt idx="36256">84.989999999999995</cx:pt>
          <cx:pt idx="36257">20.309999999999999</cx:pt>
          <cx:pt idx="36258">65.989999999999995</cx:pt>
          <cx:pt idx="36259">84.989999999999995</cx:pt>
          <cx:pt idx="36260">79.629999999999995</cx:pt>
          <cx:pt idx="36261">51.289999999999999</cx:pt>
          <cx:pt idx="36262">84.989999999999995</cx:pt>
          <cx:pt idx="36263">84.989999999999995</cx:pt>
          <cx:pt idx="36264">21.940000000000001</cx:pt>
          <cx:pt idx="36265">59.109999999999999</cx:pt>
          <cx:pt idx="36266">65.989999999999995</cx:pt>
          <cx:pt idx="36267">65.989999999999995</cx:pt>
          <cx:pt idx="36268">61.82</cx:pt>
          <cx:pt idx="36269">65.989999999999995</cx:pt>
          <cx:pt idx="36270">21</cx:pt>
          <cx:pt idx="36271">68.989999999999995</cx:pt>
          <cx:pt idx="36272">86.980000000000004</cx:pt>
          <cx:pt idx="36273">86.950000000000003</cx:pt>
          <cx:pt idx="36274">79.989999999999995</cx:pt>
          <cx:pt idx="36275">86.939999999999998</cx:pt>
          <cx:pt idx="36276">86.959999999999994</cx:pt>
          <cx:pt idx="36277">79.980000000000004</cx:pt>
          <cx:pt idx="36278">86.959999999999994</cx:pt>
          <cx:pt idx="36279">99.980000000000004</cx:pt>
          <cx:pt idx="36280">79.959999999999994</cx:pt>
          <cx:pt idx="36281">169.97999999999999</cx:pt>
          <cx:pt idx="36282">66.129999999999995</cx:pt>
          <cx:pt idx="36283">254.97</cx:pt>
          <cx:pt idx="36284">241.97</cx:pt>
          <cx:pt idx="36285">158.47</cx:pt>
          <cx:pt idx="36286">189.96000000000001</cx:pt>
          <cx:pt idx="36287">254.97</cx:pt>
          <cx:pt idx="36288">229.47</cx:pt>
          <cx:pt idx="36289">129.96000000000001</cx:pt>
          <cx:pt idx="36290">159.46000000000001</cx:pt>
          <cx:pt idx="36291">254.97</cx:pt>
          <cx:pt idx="36292">6.29</cx:pt>
          <cx:pt idx="36293">25.780000000000001</cx:pt>
          <cx:pt idx="36294">94.989999999999995</cx:pt>
          <cx:pt idx="36295">94.980000000000004</cx:pt>
          <cx:pt idx="36296">94.980000000000004</cx:pt>
          <cx:pt idx="36297">169.97999999999999</cx:pt>
          <cx:pt idx="36298">169.97999999999999</cx:pt>
          <cx:pt idx="36299">169.97999999999999</cx:pt>
          <cx:pt idx="36300">243.46000000000001</cx:pt>
          <cx:pt idx="36301">206.97</cx:pt>
          <cx:pt idx="36302">248.65000000000001</cx:pt>
          <cx:pt idx="36303">94.980000000000004</cx:pt>
          <cx:pt idx="36304">94.959999999999994</cx:pt>
          <cx:pt idx="36305">20.530000000000001</cx:pt>
          <cx:pt idx="36306">88.140000000000001</cx:pt>
          <cx:pt idx="36307">51.969999999999999</cx:pt>
          <cx:pt idx="36308">101.28</cx:pt>
          <cx:pt idx="36309">136.96000000000001</cx:pt>
          <cx:pt idx="36310">104.98</cx:pt>
          <cx:pt idx="36311">169.97999999999999</cx:pt>
          <cx:pt idx="36312">65.989999999999995</cx:pt>
          <cx:pt idx="36313">55.979999999999997</cx:pt>
          <cx:pt idx="36314">108.97</cx:pt>
          <cx:pt idx="36315">84.989999999999995</cx:pt>
          <cx:pt idx="36316">104.98</cx:pt>
          <cx:pt idx="36317">84.989999999999995</cx:pt>
          <cx:pt idx="36318">66.980000000000004</cx:pt>
          <cx:pt idx="36319">77.969999999999999</cx:pt>
          <cx:pt idx="36320">28.07</cx:pt>
          <cx:pt idx="36321">62.079999999999998</cx:pt>
          <cx:pt idx="36322">29.989999999999998</cx:pt>
          <cx:pt idx="36323">87.980000000000004</cx:pt>
          <cx:pt idx="36324">87.980000000000004</cx:pt>
          <cx:pt idx="36325">87.969999999999999</cx:pt>
          <cx:pt idx="36326">84.989999999999995</cx:pt>
          <cx:pt idx="36327">84.989999999999995</cx:pt>
          <cx:pt idx="36328">84.989999999999995</cx:pt>
          <cx:pt idx="36329">65.989999999999995</cx:pt>
          <cx:pt idx="36330">84.989999999999995</cx:pt>
          <cx:pt idx="36331">29.280000000000001</cx:pt>
          <cx:pt idx="36332">74.650000000000006</cx:pt>
          <cx:pt idx="36333">169.97999999999999</cx:pt>
          <cx:pt idx="36334">84.989999999999995</cx:pt>
          <cx:pt idx="36335">84.989999999999995</cx:pt>
          <cx:pt idx="36336">84.989999999999995</cx:pt>
          <cx:pt idx="36337">65.989999999999995</cx:pt>
          <cx:pt idx="36338">84.989999999999995</cx:pt>
          <cx:pt idx="36339">84.989999999999995</cx:pt>
          <cx:pt idx="36340">65.989999999999995</cx:pt>
          <cx:pt idx="36341">79.980000000000004</cx:pt>
          <cx:pt idx="36342">110.97</cx:pt>
          <cx:pt idx="36343">76.489999999999995</cx:pt>
          <cx:pt idx="36344">123.17</cx:pt>
          <cx:pt idx="36345">87.969999999999999</cx:pt>
          <cx:pt idx="36346">87.959999999999994</cx:pt>
          <cx:pt idx="36347">58.979999999999997</cx:pt>
          <cx:pt idx="36348">46.939999999999998</cx:pt>
          <cx:pt idx="36349">52.969999999999999</cx:pt>
          <cx:pt idx="36350">66.530000000000001</cx:pt>
          <cx:pt idx="36351">51.289999999999999</cx:pt>
          <cx:pt idx="36352">19.140000000000001</cx:pt>
          <cx:pt idx="36353">158.36000000000001</cx:pt>
          <cx:pt idx="36354">156.08000000000001</cx:pt>
          <cx:pt idx="36355">59.409999999999997</cx:pt>
          <cx:pt idx="36356">199.56999999999999</cx:pt>
          <cx:pt idx="36357">208.06999999999999</cx:pt>
          <cx:pt idx="36358">159.69999999999999</cx:pt>
          <cx:pt idx="36359">79.849999999999994</cx:pt>
          <cx:pt idx="36360">87.079999999999998</cx:pt>
          <cx:pt idx="36361">159.69999999999999</cx:pt>
          <cx:pt idx="36362">55.619999999999997</cx:pt>
          <cx:pt idx="36363">86.159999999999997</cx:pt>
          <cx:pt idx="36364">51.759999999999998</cx:pt>
          <cx:pt idx="36365">27.18</cx:pt>
          <cx:pt idx="36366">65.319999999999993</cx:pt>
          <cx:pt idx="36367">30.989999999999998</cx:pt>
          <cx:pt idx="36368">86.069999999999993</cx:pt>
          <cx:pt idx="36369">103.98</cx:pt>
          <cx:pt idx="36370">103.98</cx:pt>
          <cx:pt idx="36371">144.97999999999999</cx:pt>
          <cx:pt idx="36372">84.989999999999995</cx:pt>
          <cx:pt idx="36373">84.989999999999995</cx:pt>
          <cx:pt idx="36374">65.989999999999995</cx:pt>
          <cx:pt idx="36375">84.989999999999995</cx:pt>
          <cx:pt idx="36376">84.989999999999995</cx:pt>
          <cx:pt idx="36377">68.989999999999995</cx:pt>
          <cx:pt idx="36378">84.989999999999995</cx:pt>
          <cx:pt idx="36379">83.980000000000004</cx:pt>
          <cx:pt idx="36380">84.989999999999995</cx:pt>
          <cx:pt idx="36381">59.390000000000001</cx:pt>
          <cx:pt idx="36382">67.129999999999995</cx:pt>
          <cx:pt idx="36383">54.990000000000002</cx:pt>
          <cx:pt idx="36384">65.989999999999995</cx:pt>
          <cx:pt idx="36385">84.989999999999995</cx:pt>
          <cx:pt idx="36386">103.98</cx:pt>
          <cx:pt idx="36387">84.989999999999995</cx:pt>
          <cx:pt idx="36388">84.989999999999995</cx:pt>
          <cx:pt idx="36389">65.989999999999995</cx:pt>
          <cx:pt idx="36390">102.98</cx:pt>
          <cx:pt idx="36391">84.989999999999995</cx:pt>
          <cx:pt idx="36392">68.989999999999995</cx:pt>
          <cx:pt idx="36393">85.980000000000004</cx:pt>
          <cx:pt idx="36394">85.969999999999999</cx:pt>
          <cx:pt idx="36395">85.980000000000004</cx:pt>
          <cx:pt idx="36396">-151.96000000000001</cx:pt>
          <cx:pt idx="36397">151.96000000000001</cx:pt>
          <cx:pt idx="36398">85.969999999999999</cx:pt>
          <cx:pt idx="36399">85.980000000000004</cx:pt>
          <cx:pt idx="36400">44.479999999999997</cx:pt>
          <cx:pt idx="36401">87.469999999999999</cx:pt>
          <cx:pt idx="36402">85.969999999999999</cx:pt>
          <cx:pt idx="36403">199.96000000000001</cx:pt>
          <cx:pt idx="36404">64.980000000000004</cx:pt>
          <cx:pt idx="36405">199.96000000000001</cx:pt>
          <cx:pt idx="36406">199.96000000000001</cx:pt>
          <cx:pt idx="36407">199.96000000000001</cx:pt>
          <cx:pt idx="36408">181.36000000000001</cx:pt>
          <cx:pt idx="36409">199.96000000000001</cx:pt>
          <cx:pt idx="36410">199.96000000000001</cx:pt>
          <cx:pt idx="36411">199.96000000000001</cx:pt>
          <cx:pt idx="36412">84.980000000000004</cx:pt>
          <cx:pt idx="36413">79.980000000000004</cx:pt>
          <cx:pt idx="36414">199.96000000000001</cx:pt>
          <cx:pt idx="36415">85.969999999999999</cx:pt>
          <cx:pt idx="36416">21.48</cx:pt>
          <cx:pt idx="36417">47.479999999999997</cx:pt>
          <cx:pt idx="36418">87.459999999999994</cx:pt>
          <cx:pt idx="36419">19.469999999999999</cx:pt>
          <cx:pt idx="36420">35</cx:pt>
          <cx:pt idx="36421">35</cx:pt>
          <cx:pt idx="36422">66.980000000000004</cx:pt>
          <cx:pt idx="36423">66.980000000000004</cx:pt>
          <cx:pt idx="36424">85.859999999999999</cx:pt>
          <cx:pt idx="36425">85.859999999999999</cx:pt>
          <cx:pt idx="36426">78.980000000000004</cx:pt>
          <cx:pt idx="36427">73.060000000000002</cx:pt>
          <cx:pt idx="36428">84.969999999999999</cx:pt>
          <cx:pt idx="36429">206.97</cx:pt>
          <cx:pt idx="36430">84.290000000000006</cx:pt>
          <cx:pt idx="36431">67.290000000000006</cx:pt>
          <cx:pt idx="36432">150.18000000000001</cx:pt>
          <cx:pt idx="36433">59.640000000000001</cx:pt>
          <cx:pt idx="36434">85.609999999999999</cx:pt>
          <cx:pt idx="36435">85.140000000000001</cx:pt>
          <cx:pt idx="36436">196.94</cx:pt>
          <cx:pt idx="36437">186.75999999999999</cx:pt>
          <cx:pt idx="36438">-23.98</cx:pt>
          <cx:pt idx="36439">130</cx:pt>
          <cx:pt idx="36440">87.260000000000005</cx:pt>
          <cx:pt idx="36441">86.469999999999999</cx:pt>
          <cx:pt idx="36442">87.969999999999999</cx:pt>
          <cx:pt idx="36443">75.180000000000007</cx:pt>
          <cx:pt idx="36444">87.969999999999999</cx:pt>
          <cx:pt idx="36445">75.180000000000007</cx:pt>
          <cx:pt idx="36446">30.379999999999999</cx:pt>
          <cx:pt idx="36447">46.740000000000002</cx:pt>
          <cx:pt idx="36448">130.63999999999999</cx:pt>
          <cx:pt idx="36449">96.780000000000001</cx:pt>
          <cx:pt idx="36450">85.890000000000001</cx:pt>
          <cx:pt idx="36451">65.299999999999997</cx:pt>
          <cx:pt idx="36452">115.41</cx:pt>
          <cx:pt idx="36453">141.50999999999999</cx:pt>
          <cx:pt idx="36454">67.840000000000003</cx:pt>
          <cx:pt idx="36455">-34.990000000000002</cx:pt>
          <cx:pt idx="36456">53.979999999999997</cx:pt>
          <cx:pt idx="36457">67.969999999999999</cx:pt>
          <cx:pt idx="36458">93.579999999999998</cx:pt>
          <cx:pt idx="36459">94.359999999999999</cx:pt>
          <cx:pt idx="36460">86.950000000000003</cx:pt>
          <cx:pt idx="36461">53.969999999999999</cx:pt>
          <cx:pt idx="36462">53.969999999999999</cx:pt>
          <cx:pt idx="36463">86.950000000000003</cx:pt>
          <cx:pt idx="36464">79.980000000000004</cx:pt>
          <cx:pt idx="36465">114.16</cx:pt>
          <cx:pt idx="36466">19.98</cx:pt>
          <cx:pt idx="36467">119.84</cx:pt>
          <cx:pt idx="36468">79.980000000000004</cx:pt>
          <cx:pt idx="36469">93.969999999999999</cx:pt>
          <cx:pt idx="36470">92.980000000000004</cx:pt>
          <cx:pt idx="36471">164.15000000000001</cx:pt>
          <cx:pt idx="36472">118.95999999999999</cx:pt>
          <cx:pt idx="36473">149.84999999999999</cx:pt>
          <cx:pt idx="36474">93.579999999999998</cx:pt>
          <cx:pt idx="36475">86.950000000000003</cx:pt>
          <cx:pt idx="36476">94.359999999999999</cx:pt>
          <cx:pt idx="36477">93.579999999999998</cx:pt>
          <cx:pt idx="36478">86.939999999999998</cx:pt>
          <cx:pt idx="36479">94.340000000000003</cx:pt>
          <cx:pt idx="36480">94.340000000000003</cx:pt>
          <cx:pt idx="36481">94.340000000000003</cx:pt>
          <cx:pt idx="36482">58.979999999999997</cx:pt>
          <cx:pt idx="36483">58.979999999999997</cx:pt>
          <cx:pt idx="36484">9.2899999999999991</cx:pt>
          <cx:pt idx="36485">9.2899999999999991</cx:pt>
          <cx:pt idx="36486">59.530000000000001</cx:pt>
          <cx:pt idx="36487">174.97</cx:pt>
          <cx:pt idx="36488">97.489999999999995</cx:pt>
          <cx:pt idx="36489">247.44</cx:pt>
          <cx:pt idx="36490">79.989999999999995</cx:pt>
          <cx:pt idx="36491">163.19</cx:pt>
          <cx:pt idx="36492">98.969999999999999</cx:pt>
          <cx:pt idx="36493">183.97</cx:pt>
          <cx:pt idx="36494">79.980000000000004</cx:pt>
          <cx:pt idx="36495">144.31999999999999</cx:pt>
          <cx:pt idx="36496">84</cx:pt>
          <cx:pt idx="36497">76.689999999999998</cx:pt>
          <cx:pt idx="36498">145.69999999999999</cx:pt>
          <cx:pt idx="36499">75.980000000000004</cx:pt>
          <cx:pt idx="36500">79.379999999999995</cx:pt>
          <cx:pt idx="36501">88.180000000000007</cx:pt>
          <cx:pt idx="36502">98.129999999999995</cx:pt>
          <cx:pt idx="36503">157.72</cx:pt>
          <cx:pt idx="36504">86.159999999999997</cx:pt>
          <cx:pt idx="36505">54.979999999999997</cx:pt>
          <cx:pt idx="36506">34.990000000000002</cx:pt>
          <cx:pt idx="36507">54.990000000000002</cx:pt>
          <cx:pt idx="36508">85.980000000000004</cx:pt>
          <cx:pt idx="36509">85.980000000000004</cx:pt>
          <cx:pt idx="36510">85.980000000000004</cx:pt>
          <cx:pt idx="36511">85.980000000000004</cx:pt>
          <cx:pt idx="36512">131.97999999999999</cx:pt>
          <cx:pt idx="36513">131.97999999999999</cx:pt>
          <cx:pt idx="36514">0.97999999999999998</cx:pt>
          <cx:pt idx="36515">179.46000000000001</cx:pt>
          <cx:pt idx="36516">134.96000000000001</cx:pt>
          <cx:pt idx="36517">76.989999999999995</cx:pt>
          <cx:pt idx="36518">131.97999999999999</cx:pt>
          <cx:pt idx="36519">159.97999999999999</cx:pt>
          <cx:pt idx="36520">105.98</cx:pt>
          <cx:pt idx="36521">89.969999999999999</cx:pt>
          <cx:pt idx="36522">169.97999999999999</cx:pt>
          <cx:pt idx="36523">169.97999999999999</cx:pt>
          <cx:pt idx="36524">85.980000000000004</cx:pt>
          <cx:pt idx="36525">85.980000000000004</cx:pt>
          <cx:pt idx="36526">58.969999999999999</cx:pt>
          <cx:pt idx="36527">85.060000000000002</cx:pt>
          <cx:pt idx="36528">93.939999999999998</cx:pt>
          <cx:pt idx="36529">84.989999999999995</cx:pt>
          <cx:pt idx="36530">84.989999999999995</cx:pt>
          <cx:pt idx="36531">84.989999999999995</cx:pt>
          <cx:pt idx="36532">84.989999999999995</cx:pt>
          <cx:pt idx="36533">84.989999999999995</cx:pt>
          <cx:pt idx="36534">84.989999999999995</cx:pt>
          <cx:pt idx="36535">84.989999999999995</cx:pt>
          <cx:pt idx="36536">99.950000000000003</cx:pt>
          <cx:pt idx="36537">252.59</cx:pt>
          <cx:pt idx="36538">84.989999999999995</cx:pt>
          <cx:pt idx="36539">79.170000000000002</cx:pt>
          <cx:pt idx="36540">178.56999999999999</cx:pt>
          <cx:pt idx="36541">84.989999999999995</cx:pt>
          <cx:pt idx="36542">84.989999999999995</cx:pt>
          <cx:pt idx="36543">169.97999999999999</cx:pt>
          <cx:pt idx="36544">80.739999999999995</cx:pt>
          <cx:pt idx="36545">64.980000000000004</cx:pt>
          <cx:pt idx="36546">84.989999999999995</cx:pt>
          <cx:pt idx="36547">138.96000000000001</cx:pt>
          <cx:pt idx="36548">153.97</cx:pt>
          <cx:pt idx="36549">134.97999999999999</cx:pt>
          <cx:pt idx="36550">139.97999999999999</cx:pt>
          <cx:pt idx="36551">169.97999999999999</cx:pt>
          <cx:pt idx="36552">84.989999999999995</cx:pt>
          <cx:pt idx="36553">84.989999999999995</cx:pt>
          <cx:pt idx="36554">84.980000000000004</cx:pt>
          <cx:pt idx="36555">146.22999999999999</cx:pt>
          <cx:pt idx="36556">61.979999999999997</cx:pt>
          <cx:pt idx="36557">149.94999999999999</cx:pt>
          <cx:pt idx="36558">69.980000000000004</cx:pt>
          <cx:pt idx="36559">84.989999999999995</cx:pt>
          <cx:pt idx="36560">84.989999999999995</cx:pt>
          <cx:pt idx="36561">83.489999999999995</cx:pt>
          <cx:pt idx="36562">68.989999999999995</cx:pt>
          <cx:pt idx="36563">78.980000000000004</cx:pt>
          <cx:pt idx="36564">84.989999999999995</cx:pt>
          <cx:pt idx="36565">83.980000000000004</cx:pt>
          <cx:pt idx="36566">68.140000000000001</cx:pt>
          <cx:pt idx="36567">75.5</cx:pt>
          <cx:pt idx="36568">61.979999999999997</cx:pt>
          <cx:pt idx="36569">74.989999999999995</cx:pt>
          <cx:pt idx="36570">68.989999999999995</cx:pt>
          <cx:pt idx="36571">83.980000000000004</cx:pt>
          <cx:pt idx="36572">80.980000000000004</cx:pt>
          <cx:pt idx="36573">96.180000000000007</cx:pt>
          <cx:pt idx="36574">68.989999999999995</cx:pt>
          <cx:pt idx="36575">61.979999999999997</cx:pt>
          <cx:pt idx="36576">68.989999999999995</cx:pt>
          <cx:pt idx="36577">65.989999999999995</cx:pt>
          <cx:pt idx="36578">68.989999999999995</cx:pt>
          <cx:pt idx="36579">82.870000000000005</cx:pt>
          <cx:pt idx="36580">62.810000000000002</cx:pt>
          <cx:pt idx="36581">65.989999999999995</cx:pt>
          <cx:pt idx="36582">83.450000000000003</cx:pt>
          <cx:pt idx="36583">68.989999999999995</cx:pt>
          <cx:pt idx="36584">63.289999999999999</cx:pt>
          <cx:pt idx="36585">80.980000000000004</cx:pt>
          <cx:pt idx="36586">59.390000000000001</cx:pt>
          <cx:pt idx="36587">59.979999999999997</cx:pt>
          <cx:pt idx="36588">61.979999999999997</cx:pt>
          <cx:pt idx="36589">67.450000000000003</cx:pt>
          <cx:pt idx="36590">65.989999999999995</cx:pt>
          <cx:pt idx="36591">84.989999999999995</cx:pt>
          <cx:pt idx="36592">84.989999999999995</cx:pt>
          <cx:pt idx="36593">84.989999999999995</cx:pt>
          <cx:pt idx="36594">84.989999999999995</cx:pt>
          <cx:pt idx="36595">84.989999999999995</cx:pt>
          <cx:pt idx="36596">84.989999999999995</cx:pt>
          <cx:pt idx="36597">84.989999999999995</cx:pt>
          <cx:pt idx="36598">19.280000000000001</cx:pt>
          <cx:pt idx="36599">19.280000000000001</cx:pt>
          <cx:pt idx="36600">84.989999999999995</cx:pt>
          <cx:pt idx="36601">18.239999999999998</cx:pt>
          <cx:pt idx="36602">18.239999999999998</cx:pt>
          <cx:pt idx="36603">84.989999999999995</cx:pt>
          <cx:pt idx="36604">84.989999999999995</cx:pt>
          <cx:pt idx="36605">84.989999999999995</cx:pt>
          <cx:pt idx="36606">83.609999999999999</cx:pt>
          <cx:pt idx="36607">85.980000000000004</cx:pt>
          <cx:pt idx="36608">114.95999999999999</cx:pt>
          <cx:pt idx="36609">85.980000000000004</cx:pt>
          <cx:pt idx="36610">85.980000000000004</cx:pt>
          <cx:pt idx="36611">140.96000000000001</cx:pt>
          <cx:pt idx="36612">168.03999999999999</cx:pt>
          <cx:pt idx="36613">79.379999999999995</cx:pt>
          <cx:pt idx="36614">85.980000000000004</cx:pt>
          <cx:pt idx="36615">56.719999999999999</cx:pt>
          <cx:pt idx="36616">105.97</cx:pt>
          <cx:pt idx="36617">104.22</cx:pt>
          <cx:pt idx="36618">152.15000000000001</cx:pt>
          <cx:pt idx="36619">84.989999999999995</cx:pt>
          <cx:pt idx="36620">84.989999999999995</cx:pt>
          <cx:pt idx="36621">84.989999999999995</cx:pt>
          <cx:pt idx="36622">84.989999999999995</cx:pt>
          <cx:pt idx="36623">84.969999999999999</cx:pt>
          <cx:pt idx="36624">84.989999999999995</cx:pt>
          <cx:pt idx="36625">84.989999999999995</cx:pt>
          <cx:pt idx="36626">84.989999999999995</cx:pt>
          <cx:pt idx="36627">84.989999999999995</cx:pt>
          <cx:pt idx="36628">315.86000000000001</cx:pt>
          <cx:pt idx="36629">248.83000000000001</cx:pt>
          <cx:pt idx="36630">114.09999999999999</cx:pt>
          <cx:pt idx="36631">261.45999999999998</cx:pt>
          <cx:pt idx="36632">84.989999999999995</cx:pt>
          <cx:pt idx="36633">84.989999999999995</cx:pt>
          <cx:pt idx="36634">84.989999999999995</cx:pt>
          <cx:pt idx="36635">84.989999999999995</cx:pt>
          <cx:pt idx="36636">84.989999999999995</cx:pt>
          <cx:pt idx="36637">77.790000000000006</cx:pt>
          <cx:pt idx="36638">84.989999999999995</cx:pt>
          <cx:pt idx="36639">84.989999999999995</cx:pt>
          <cx:pt idx="36640">84.989999999999995</cx:pt>
          <cx:pt idx="36641">84.989999999999995</cx:pt>
          <cx:pt idx="36642">59.979999999999997</cx:pt>
          <cx:pt idx="36643">69.980000000000004</cx:pt>
          <cx:pt idx="36644">63.990000000000002</cx:pt>
          <cx:pt idx="36645">69.980000000000004</cx:pt>
          <cx:pt idx="36646">73.969999999999999</cx:pt>
          <cx:pt idx="36647">84.989999999999995</cx:pt>
          <cx:pt idx="36648">84.989999999999995</cx:pt>
          <cx:pt idx="36649">109.98</cx:pt>
          <cx:pt idx="36650">31.289999999999999</cx:pt>
          <cx:pt idx="36651">70.989999999999995</cx:pt>
          <cx:pt idx="36652">68.980000000000004</cx:pt>
          <cx:pt idx="36653">83.969999999999999</cx:pt>
          <cx:pt idx="36654">72.969999999999999</cx:pt>
          <cx:pt idx="36655">109.98</cx:pt>
          <cx:pt idx="36656">93.969999999999999</cx:pt>
          <cx:pt idx="36657">99.170000000000002</cx:pt>
          <cx:pt idx="36658">68.980000000000004</cx:pt>
          <cx:pt idx="36659">68.980000000000004</cx:pt>
          <cx:pt idx="36660">-10</cx:pt>
          <cx:pt idx="36661">93.969999999999999</cx:pt>
          <cx:pt idx="36662">124.97</cx:pt>
          <cx:pt idx="36663">169.97999999999999</cx:pt>
          <cx:pt idx="36664">84.989999999999995</cx:pt>
          <cx:pt idx="36665">84.989999999999995</cx:pt>
          <cx:pt idx="36666">84.989999999999995</cx:pt>
          <cx:pt idx="36667">84.989999999999995</cx:pt>
          <cx:pt idx="36668">84.989999999999995</cx:pt>
          <cx:pt idx="36669">84.989999999999995</cx:pt>
          <cx:pt idx="36670">84.989999999999995</cx:pt>
          <cx:pt idx="36671">84.989999999999995</cx:pt>
          <cx:pt idx="36672">84.989999999999995</cx:pt>
          <cx:pt idx="36673">84.989999999999995</cx:pt>
          <cx:pt idx="36674">84.989999999999995</cx:pt>
          <cx:pt idx="36675">65.989999999999995</cx:pt>
          <cx:pt idx="36676">131.97999999999999</cx:pt>
          <cx:pt idx="36677">65.989999999999995</cx:pt>
          <cx:pt idx="36678">65.989999999999995</cx:pt>
          <cx:pt idx="36679">65.989999999999995</cx:pt>
          <cx:pt idx="36680">80.980000000000004</cx:pt>
          <cx:pt idx="36681">129.97</cx:pt>
          <cx:pt idx="36682">65.989999999999995</cx:pt>
          <cx:pt idx="36683">79.980000000000004</cx:pt>
          <cx:pt idx="36684">65.989999999999995</cx:pt>
          <cx:pt idx="36685">131.97999999999999</cx:pt>
          <cx:pt idx="36686">135.97</cx:pt>
          <cx:pt idx="36687">134.33000000000001</cx:pt>
          <cx:pt idx="36688">65.989999999999995</cx:pt>
          <cx:pt idx="36689">131.97999999999999</cx:pt>
          <cx:pt idx="36690">65.989999999999995</cx:pt>
          <cx:pt idx="36691">65.989999999999995</cx:pt>
          <cx:pt idx="36692">65.989999999999995</cx:pt>
          <cx:pt idx="36693">65.989999999999995</cx:pt>
          <cx:pt idx="36694">93.969999999999999</cx:pt>
          <cx:pt idx="36695">91.969999999999999</cx:pt>
          <cx:pt idx="36696">99.980000000000004</cx:pt>
          <cx:pt idx="36697">65.989999999999995</cx:pt>
          <cx:pt idx="36698">65.989999999999995</cx:pt>
          <cx:pt idx="36699">65.989999999999995</cx:pt>
          <cx:pt idx="36700">65.989999999999995</cx:pt>
          <cx:pt idx="36701">86.469999999999999</cx:pt>
          <cx:pt idx="36702">84.980000000000004</cx:pt>
          <cx:pt idx="36703">84.980000000000004</cx:pt>
          <cx:pt idx="36704">84.980000000000004</cx:pt>
          <cx:pt idx="36705">84.980000000000004</cx:pt>
          <cx:pt idx="36706">84.980000000000004</cx:pt>
          <cx:pt idx="36707">84.980000000000004</cx:pt>
          <cx:pt idx="36708">58.979999999999997</cx:pt>
          <cx:pt idx="36709">160.96000000000001</cx:pt>
          <cx:pt idx="36710">148.46000000000001</cx:pt>
          <cx:pt idx="36711">151.81</cx:pt>
          <cx:pt idx="36712">135.97999999999999</cx:pt>
          <cx:pt idx="36713">163.46000000000001</cx:pt>
          <cx:pt idx="36714">131.97999999999999</cx:pt>
          <cx:pt idx="36715">146.97</cx:pt>
          <cx:pt idx="36716">136.63999999999999</cx:pt>
          <cx:pt idx="36717">151.96000000000001</cx:pt>
          <cx:pt idx="36718">136.97</cx:pt>
          <cx:pt idx="36719">146.97</cx:pt>
          <cx:pt idx="36720">118.78</cx:pt>
          <cx:pt idx="36721">132.27000000000001</cx:pt>
          <cx:pt idx="36722">131.97999999999999</cx:pt>
          <cx:pt idx="36723">84.980000000000004</cx:pt>
          <cx:pt idx="36724">84.980000000000004</cx:pt>
          <cx:pt idx="36725">84.969999999999999</cx:pt>
          <cx:pt idx="36726">84.980000000000004</cx:pt>
          <cx:pt idx="36727">84.980000000000004</cx:pt>
          <cx:pt idx="36728">84.980000000000004</cx:pt>
          <cx:pt idx="36729">84.969999999999999</cx:pt>
          <cx:pt idx="36730">74.969999999999999</cx:pt>
          <cx:pt idx="36731">74.969999999999999</cx:pt>
          <cx:pt idx="36732">84.969999999999999</cx:pt>
          <cx:pt idx="36733">99.980000000000004</cx:pt>
          <cx:pt idx="36734">131.97999999999999</cx:pt>
          <cx:pt idx="36735">131.97999999999999</cx:pt>
          <cx:pt idx="36736">64.859999999999999</cx:pt>
          <cx:pt idx="36737">124.45999999999999</cx:pt>
          <cx:pt idx="36738">114.66</cx:pt>
          <cx:pt idx="36739">149.97</cx:pt>
          <cx:pt idx="36740">153.69</cx:pt>
          <cx:pt idx="36741">64.980000000000004</cx:pt>
          <cx:pt idx="36742">152.97</cx:pt>
          <cx:pt idx="36743">131.97999999999999</cx:pt>
          <cx:pt idx="36744">131.97999999999999</cx:pt>
          <cx:pt idx="36745">131.97999999999999</cx:pt>
          <cx:pt idx="36746">131.97999999999999</cx:pt>
          <cx:pt idx="36747">131.97999999999999</cx:pt>
          <cx:pt idx="36748">131.97999999999999</cx:pt>
          <cx:pt idx="36749">118.78</cx:pt>
          <cx:pt idx="36750">89.969999999999999</cx:pt>
          <cx:pt idx="36751">54.979999999999997</cx:pt>
          <cx:pt idx="36752">54.979999999999997</cx:pt>
          <cx:pt idx="36753">89.969999999999999</cx:pt>
          <cx:pt idx="36754">-89.969999999999999</cx:pt>
          <cx:pt idx="36755">-89.969999999999999</cx:pt>
          <cx:pt idx="36756">84.969999999999999</cx:pt>
          <cx:pt idx="36757">84.969999999999999</cx:pt>
          <cx:pt idx="36758">32.240000000000002</cx:pt>
          <cx:pt idx="36759">31.489999999999998</cx:pt>
          <cx:pt idx="36760">21.489999999999998</cx:pt>
          <cx:pt idx="36761">54.990000000000002</cx:pt>
          <cx:pt idx="36762">84.959999999999994</cx:pt>
          <cx:pt idx="36763">76.469999999999999</cx:pt>
          <cx:pt idx="36764">84.959999999999994</cx:pt>
          <cx:pt idx="36765">92.980000000000004</cx:pt>
          <cx:pt idx="36766">92.980000000000004</cx:pt>
          <cx:pt idx="36767">92.980000000000004</cx:pt>
          <cx:pt idx="36768">61.670000000000002</cx:pt>
          <cx:pt idx="36769">159.69999999999999</cx:pt>
          <cx:pt idx="36770">79.849999999999994</cx:pt>
          <cx:pt idx="36771">90.709999999999994</cx:pt>
          <cx:pt idx="36772">183.88</cx:pt>
          <cx:pt idx="36773">203.22999999999999</cx:pt>
          <cx:pt idx="36774">159.69999999999999</cx:pt>
          <cx:pt idx="36775">96.780000000000001</cx:pt>
          <cx:pt idx="36776">44.729999999999997</cx:pt>
          <cx:pt idx="36777">159.69999999999999</cx:pt>
          <cx:pt idx="36778">159.69999999999999</cx:pt>
          <cx:pt idx="36779">92.980000000000004</cx:pt>
          <cx:pt idx="36780">92.980000000000004</cx:pt>
          <cx:pt idx="36781">92.969999999999999</cx:pt>
          <cx:pt idx="36782">93.629999999999995</cx:pt>
          <cx:pt idx="36783">84.670000000000002</cx:pt>
          <cx:pt idx="36784">85.980000000000004</cx:pt>
          <cx:pt idx="36785">85.980000000000004</cx:pt>
          <cx:pt idx="36786">85.969999999999999</cx:pt>
          <cx:pt idx="36787">85.969999999999999</cx:pt>
          <cx:pt idx="36788">85.969999999999999</cx:pt>
          <cx:pt idx="36789">136.97</cx:pt>
          <cx:pt idx="36790">131.97999999999999</cx:pt>
          <cx:pt idx="36791">131.97999999999999</cx:pt>
          <cx:pt idx="36792">121.98</cx:pt>
          <cx:pt idx="36793">121.98</cx:pt>
          <cx:pt idx="36794">131.97999999999999</cx:pt>
          <cx:pt idx="36795">145.97</cx:pt>
          <cx:pt idx="36796">169.97999999999999</cx:pt>
          <cx:pt idx="36797">145.97</cx:pt>
          <cx:pt idx="36798">159.97999999999999</cx:pt>
          <cx:pt idx="36799">131.97999999999999</cx:pt>
          <cx:pt idx="36800">169.97999999999999</cx:pt>
          <cx:pt idx="36801">131.97999999999999</cx:pt>
          <cx:pt idx="36802">131.97999999999999</cx:pt>
          <cx:pt idx="36803">136.97</cx:pt>
          <cx:pt idx="36804">169.97999999999999</cx:pt>
          <cx:pt idx="36805">159.97999999999999</cx:pt>
          <cx:pt idx="36806">169.97999999999999</cx:pt>
          <cx:pt idx="36807">65.989999999999995</cx:pt>
          <cx:pt idx="36808">169.97999999999999</cx:pt>
          <cx:pt idx="36809">169.97999999999999</cx:pt>
          <cx:pt idx="36810">169.97999999999999</cx:pt>
          <cx:pt idx="36811">169.97999999999999</cx:pt>
          <cx:pt idx="36812">169.97999999999999</cx:pt>
          <cx:pt idx="36813">169.97999999999999</cx:pt>
          <cx:pt idx="36814">65.989999999999995</cx:pt>
          <cx:pt idx="36815">169.97999999999999</cx:pt>
          <cx:pt idx="36816">169.97999999999999</cx:pt>
          <cx:pt idx="36817">149.27000000000001</cx:pt>
          <cx:pt idx="36818">149.27000000000001</cx:pt>
          <cx:pt idx="36819">85.959999999999994</cx:pt>
          <cx:pt idx="36820">85.950000000000003</cx:pt>
          <cx:pt idx="36821">84.469999999999999</cx:pt>
          <cx:pt idx="36822">31.489999999999998</cx:pt>
          <cx:pt idx="36823">32.240000000000002</cx:pt>
          <cx:pt idx="36824">13.890000000000001</cx:pt>
          <cx:pt idx="36825">72.230000000000004</cx:pt>
          <cx:pt idx="36826">68.989999999999995</cx:pt>
          <cx:pt idx="36827">81.079999999999998</cx:pt>
          <cx:pt idx="36828">79.459999999999994</cx:pt>
          <cx:pt idx="36829">55.979999999999997</cx:pt>
          <cx:pt idx="36830">19.489999999999998</cx:pt>
          <cx:pt idx="36831">59.990000000000002</cx:pt>
          <cx:pt idx="36832">59.490000000000002</cx:pt>
          <cx:pt idx="36833">68.989999999999995</cx:pt>
          <cx:pt idx="36834">59.979999999999997</cx:pt>
          <cx:pt idx="36835">65.989999999999995</cx:pt>
          <cx:pt idx="36836">99.980000000000004</cx:pt>
          <cx:pt idx="36837">65.989999999999995</cx:pt>
          <cx:pt idx="36838">84.989999999999995</cx:pt>
          <cx:pt idx="36839">65.989999999999995</cx:pt>
          <cx:pt idx="36840">83.180000000000007</cx:pt>
          <cx:pt idx="36841">84.989999999999995</cx:pt>
          <cx:pt idx="36842">65.989999999999995</cx:pt>
          <cx:pt idx="36843">79.980000000000004</cx:pt>
          <cx:pt idx="36844">84.989999999999995</cx:pt>
          <cx:pt idx="36845">50.979999999999997</cx:pt>
          <cx:pt idx="36846">68.989999999999995</cx:pt>
          <cx:pt idx="36847">115.98</cx:pt>
          <cx:pt idx="36848">93.129999999999995</cx:pt>
          <cx:pt idx="36849">93.120000000000005</cx:pt>
          <cx:pt idx="36850">84.969999999999999</cx:pt>
          <cx:pt idx="36851">84.969999999999999</cx:pt>
          <cx:pt idx="36852">93.010000000000005</cx:pt>
          <cx:pt idx="36853">93.010000000000005</cx:pt>
          <cx:pt idx="36854">85.670000000000002</cx:pt>
          <cx:pt idx="36855">85.670000000000002</cx:pt>
          <cx:pt idx="36856">85.670000000000002</cx:pt>
          <cx:pt idx="36857">56.950000000000003</cx:pt>
          <cx:pt idx="36858">36.969999999999999</cx:pt>
          <cx:pt idx="36859">65.989999999999995</cx:pt>
          <cx:pt idx="36860">85.480000000000004</cx:pt>
          <cx:pt idx="36861">85.480000000000004</cx:pt>
          <cx:pt idx="36862">85.480000000000004</cx:pt>
          <cx:pt idx="36863">83.980000000000004</cx:pt>
          <cx:pt idx="36864">-35.979999999999997</cx:pt>
          <cx:pt idx="36865">388.83999999999997</cx:pt>
          <cx:pt idx="36866">349.93000000000001</cx:pt>
          <cx:pt idx="36867">84.950000000000003</cx:pt>
          <cx:pt idx="36868">64.090000000000003</cx:pt>
          <cx:pt idx="36869">83.980000000000004</cx:pt>
          <cx:pt idx="36870">83.969999999999999</cx:pt>
          <cx:pt idx="36871">83.980000000000004</cx:pt>
          <cx:pt idx="36872">37.490000000000002</cx:pt>
          <cx:pt idx="36873">30.739999999999998</cx:pt>
          <cx:pt idx="36874">83.980000000000004</cx:pt>
          <cx:pt idx="36875">83.950000000000003</cx:pt>
          <cx:pt idx="36876">372.93000000000001</cx:pt>
          <cx:pt idx="36877">162.97</cx:pt>
          <cx:pt idx="36878">246.13999999999999</cx:pt>
          <cx:pt idx="36879">254.97</cx:pt>
          <cx:pt idx="36880">339.95999999999998</cx:pt>
          <cx:pt idx="36881">279.95999999999998</cx:pt>
          <cx:pt idx="36882">254.97</cx:pt>
          <cx:pt idx="36883">279.95999999999998</cx:pt>
          <cx:pt idx="36884">229.97</cx:pt>
          <cx:pt idx="36885">83.959999999999994</cx:pt>
          <cx:pt idx="36886">63.140000000000001</cx:pt>
          <cx:pt idx="36887">50.969999999999999</cx:pt>
          <cx:pt idx="36888">24.489999999999998</cx:pt>
          <cx:pt idx="36889">24.489999999999998</cx:pt>
          <cx:pt idx="36890">50.969999999999999</cx:pt>
          <cx:pt idx="36891">63.140000000000001</cx:pt>
          <cx:pt idx="36892">83.959999999999994</cx:pt>
          <cx:pt idx="36893">33.479999999999997</cx:pt>
          <cx:pt idx="36894">33.479999999999997</cx:pt>
          <cx:pt idx="36895">33.719999999999999</cx:pt>
          <cx:pt idx="36896">39.869999999999997</cx:pt>
          <cx:pt idx="36897">83.930000000000007</cx:pt>
          <cx:pt idx="36898">83.930000000000007</cx:pt>
          <cx:pt idx="36899">83.870000000000005</cx:pt>
          <cx:pt idx="36900">63.979999999999997</cx:pt>
          <cx:pt idx="36901">68.980000000000004</cx:pt>
          <cx:pt idx="36902">75.959999999999994</cx:pt>
          <cx:pt idx="36903">64.969999999999999</cx:pt>
          <cx:pt idx="36904">56.969999999999999</cx:pt>
          <cx:pt idx="36905">110.97</cx:pt>
          <cx:pt idx="36906">67.980000000000004</cx:pt>
          <cx:pt idx="36907">62.93</cx:pt>
          <cx:pt idx="36908">85.950000000000003</cx:pt>
          <cx:pt idx="36909">89.980000000000004</cx:pt>
          <cx:pt idx="36910">56.969999999999999</cx:pt>
          <cx:pt idx="36911">72.969999999999999</cx:pt>
          <cx:pt idx="36912">59.960000000000001</cx:pt>
          <cx:pt idx="36913">92.540000000000006</cx:pt>
          <cx:pt idx="36914">92.530000000000001</cx:pt>
          <cx:pt idx="36915">92.540000000000006</cx:pt>
          <cx:pt idx="36916">92.540000000000006</cx:pt>
          <cx:pt idx="36917">91.680000000000007</cx:pt>
          <cx:pt idx="36918">91.680000000000007</cx:pt>
          <cx:pt idx="36919">83.670000000000002</cx:pt>
          <cx:pt idx="36920">59.979999999999997</cx:pt>
          <cx:pt idx="36921">89.969999999999999</cx:pt>
          <cx:pt idx="36922">59.979999999999997</cx:pt>
          <cx:pt idx="36923">59.979999999999997</cx:pt>
          <cx:pt idx="36924">79.969999999999999</cx:pt>
          <cx:pt idx="36925">59.979999999999997</cx:pt>
          <cx:pt idx="36926">89.969999999999999</cx:pt>
          <cx:pt idx="36927">59.979999999999997</cx:pt>
          <cx:pt idx="36928">59.979999999999997</cx:pt>
          <cx:pt idx="36929">84.370000000000005</cx:pt>
          <cx:pt idx="36930">54.93</cx:pt>
          <cx:pt idx="36931">59.979999999999997</cx:pt>
          <cx:pt idx="36932">59.979999999999997</cx:pt>
          <cx:pt idx="36933">59.979999999999997</cx:pt>
          <cx:pt idx="36934">59.979999999999997</cx:pt>
          <cx:pt idx="36935">59.979999999999997</cx:pt>
          <cx:pt idx="36936">109.95999999999999</cx:pt>
          <cx:pt idx="36937">84.989999999999995</cx:pt>
          <cx:pt idx="36938">84.989999999999995</cx:pt>
          <cx:pt idx="36939">84.989999999999995</cx:pt>
          <cx:pt idx="36940">99.980000000000004</cx:pt>
          <cx:pt idx="36941">169.97999999999999</cx:pt>
          <cx:pt idx="36942">162.06999999999999</cx:pt>
          <cx:pt idx="36943">128.94</cx:pt>
          <cx:pt idx="36944">129.94</cx:pt>
          <cx:pt idx="36945">293.92000000000002</cx:pt>
          <cx:pt idx="36946">69.950000000000003</cx:pt>
          <cx:pt idx="36947">183.97</cx:pt>
          <cx:pt idx="36948">158.90000000000001</cx:pt>
          <cx:pt idx="36949">84.989999999999995</cx:pt>
          <cx:pt idx="36950">84.989999999999995</cx:pt>
          <cx:pt idx="36951">84.989999999999995</cx:pt>
          <cx:pt idx="36952">84.989999999999995</cx:pt>
          <cx:pt idx="36953">84.989999999999995</cx:pt>
          <cx:pt idx="36954">84.989999999999995</cx:pt>
          <cx:pt idx="36955">84.989999999999995</cx:pt>
          <cx:pt idx="36956">84.989999999999995</cx:pt>
          <cx:pt idx="36957">84.989999999999995</cx:pt>
          <cx:pt idx="36958">84.989999999999995</cx:pt>
          <cx:pt idx="36959">23.48</cx:pt>
          <cx:pt idx="36960">90.049999999999997</cx:pt>
          <cx:pt idx="36961">145.97</cx:pt>
          <cx:pt idx="36962">153.97999999999999</cx:pt>
          <cx:pt idx="36963">246.72999999999999</cx:pt>
          <cx:pt idx="36964">23.48</cx:pt>
          <cx:pt idx="36965">95.980000000000004</cx:pt>
          <cx:pt idx="36966">175.46000000000001</cx:pt>
          <cx:pt idx="36967">74.980000000000004</cx:pt>
          <cx:pt idx="36968">41.490000000000002</cx:pt>
          <cx:pt idx="36969">145.97</cx:pt>
          <cx:pt idx="36970">84.989999999999995</cx:pt>
          <cx:pt idx="36971">152.36000000000001</cx:pt>
          <cx:pt idx="36972">79.980000000000004</cx:pt>
          <cx:pt idx="36973">106.97</cx:pt>
          <cx:pt idx="36974">95.980000000000004</cx:pt>
          <cx:pt idx="36975">180.97</cx:pt>
          <cx:pt idx="36976">95.980000000000004</cx:pt>
          <cx:pt idx="36977">84.989999999999995</cx:pt>
          <cx:pt idx="36978">84.989999999999995</cx:pt>
          <cx:pt idx="36979">84.989999999999995</cx:pt>
          <cx:pt idx="36980">84.989999999999995</cx:pt>
          <cx:pt idx="36981">84.989999999999995</cx:pt>
          <cx:pt idx="36982">84.989999999999995</cx:pt>
          <cx:pt idx="36983">84.989999999999995</cx:pt>
          <cx:pt idx="36984">84.989999999999995</cx:pt>
          <cx:pt idx="36985">159.97999999999999</cx:pt>
          <cx:pt idx="36986">172.75999999999999</cx:pt>
          <cx:pt idx="36987">254.97</cx:pt>
          <cx:pt idx="36988">130.41999999999999</cx:pt>
          <cx:pt idx="36989">269.95999999999998</cx:pt>
          <cx:pt idx="36990">120.66</cx:pt>
          <cx:pt idx="36991">84.989999999999995</cx:pt>
          <cx:pt idx="36992">95.969999999999999</cx:pt>
          <cx:pt idx="36993">286.94999999999999</cx:pt>
          <cx:pt idx="36994">250.63999999999999</cx:pt>
          <cx:pt idx="36995">84.989999999999995</cx:pt>
          <cx:pt idx="36996">196.65000000000001</cx:pt>
          <cx:pt idx="36997">84.989999999999995</cx:pt>
          <cx:pt idx="36998">84.989999999999995</cx:pt>
          <cx:pt idx="36999">84.989999999999995</cx:pt>
          <cx:pt idx="37000">84.989999999999995</cx:pt>
          <cx:pt idx="37001">84.989999999999995</cx:pt>
          <cx:pt idx="37002">84.989999999999995</cx:pt>
          <cx:pt idx="37003">84.989999999999995</cx:pt>
          <cx:pt idx="37004">84.989999999999995</cx:pt>
          <cx:pt idx="37005">84.989999999999995</cx:pt>
          <cx:pt idx="37006">84.989999999999995</cx:pt>
          <cx:pt idx="37007">152.97999999999999</cx:pt>
          <cx:pt idx="37008">116.48</cx:pt>
          <cx:pt idx="37009">112.18000000000001</cx:pt>
          <cx:pt idx="37010">152.97999999999999</cx:pt>
          <cx:pt idx="37011">116.48</cx:pt>
          <cx:pt idx="37012">152.97999999999999</cx:pt>
          <cx:pt idx="37013">116.48</cx:pt>
          <cx:pt idx="37014">112.18000000000001</cx:pt>
          <cx:pt idx="37015">116.48</cx:pt>
          <cx:pt idx="37016">152.97999999999999</cx:pt>
          <cx:pt idx="37017">144.47999999999999</cx:pt>
          <cx:pt idx="37018">144.47999999999999</cx:pt>
          <cx:pt idx="37019">112.18000000000001</cx:pt>
          <cx:pt idx="37020">144.47999999999999</cx:pt>
          <cx:pt idx="37021">169.97999999999999</cx:pt>
          <cx:pt idx="37022">169.97999999999999</cx:pt>
          <cx:pt idx="37023">169.97999999999999</cx:pt>
          <cx:pt idx="37024">169.97999999999999</cx:pt>
          <cx:pt idx="37025">152.97999999999999</cx:pt>
          <cx:pt idx="37026">152.97999999999999</cx:pt>
          <cx:pt idx="37027">152.97999999999999</cx:pt>
          <cx:pt idx="37028">152.97999999999999</cx:pt>
          <cx:pt idx="37029">112.18000000000001</cx:pt>
          <cx:pt idx="37030">144.47999999999999</cx:pt>
          <cx:pt idx="37031">152.97999999999999</cx:pt>
          <cx:pt idx="37032">136.83000000000001</cx:pt>
          <cx:pt idx="37033">152.97999999999999</cx:pt>
          <cx:pt idx="37034">152.97999999999999</cx:pt>
          <cx:pt idx="37035">152.97999999999999</cx:pt>
          <cx:pt idx="37036">136.83000000000001</cx:pt>
          <cx:pt idx="37037">136.83000000000001</cx:pt>
          <cx:pt idx="37038">136.83000000000001</cx:pt>
          <cx:pt idx="37039">152.97999999999999</cx:pt>
          <cx:pt idx="37040">152.97999999999999</cx:pt>
          <cx:pt idx="37041">152.97999999999999</cx:pt>
          <cx:pt idx="37042">152.97999999999999</cx:pt>
          <cx:pt idx="37043">84.989999999999995</cx:pt>
          <cx:pt idx="37044">84.989999999999995</cx:pt>
          <cx:pt idx="37045">84.989999999999995</cx:pt>
          <cx:pt idx="37046">84.989999999999995</cx:pt>
          <cx:pt idx="37047">84.989999999999995</cx:pt>
          <cx:pt idx="37048">84.989999999999995</cx:pt>
          <cx:pt idx="37049">84.980000000000004</cx:pt>
          <cx:pt idx="37050">84.980000000000004</cx:pt>
          <cx:pt idx="37051">84.980000000000004</cx:pt>
          <cx:pt idx="37052">84.980000000000004</cx:pt>
          <cx:pt idx="37053">84.980000000000004</cx:pt>
          <cx:pt idx="37054">84.980000000000004</cx:pt>
          <cx:pt idx="37055">84.969999999999999</cx:pt>
          <cx:pt idx="37056">84.969999999999999</cx:pt>
          <cx:pt idx="37057">113.47</cx:pt>
          <cx:pt idx="37058">267.07999999999998</cx:pt>
          <cx:pt idx="37059">196.96000000000001</cx:pt>
          <cx:pt idx="37060">212.96000000000001</cx:pt>
          <cx:pt idx="37061">197.97</cx:pt>
          <cx:pt idx="37062">154.84</cx:pt>
          <cx:pt idx="37063">344.94</cx:pt>
          <cx:pt idx="37064">197.97</cx:pt>
          <cx:pt idx="37065">79.980000000000004</cx:pt>
          <cx:pt idx="37066">171.97</cx:pt>
          <cx:pt idx="37067">187.96000000000001</cx:pt>
          <cx:pt idx="37068">84.969999999999999</cx:pt>
          <cx:pt idx="37069">84.969999999999999</cx:pt>
          <cx:pt idx="37070">21.289999999999999</cx:pt>
          <cx:pt idx="37071">46.289999999999999</cx:pt>
          <cx:pt idx="37072">84.959999999999994</cx:pt>
          <cx:pt idx="37073">84.959999999999994</cx:pt>
          <cx:pt idx="37074">83.480000000000004</cx:pt>
          <cx:pt idx="37075">31.93</cx:pt>
          <cx:pt idx="37076">31.280000000000001</cx:pt>
          <cx:pt idx="37077">99.980000000000004</cx:pt>
          <cx:pt idx="37078">84.989999999999995</cx:pt>
          <cx:pt idx="37079">99.980000000000004</cx:pt>
          <cx:pt idx="37080">84.980000000000004</cx:pt>
          <cx:pt idx="37081">99.980000000000004</cx:pt>
          <cx:pt idx="37082">64.980000000000004</cx:pt>
          <cx:pt idx="37083">84.989999999999995</cx:pt>
          <cx:pt idx="37084">80.739999999999995</cx:pt>
          <cx:pt idx="37085">84.989999999999995</cx:pt>
          <cx:pt idx="37086">87.980000000000004</cx:pt>
          <cx:pt idx="37087">94.980000000000004</cx:pt>
          <cx:pt idx="37088">99.980000000000004</cx:pt>
          <cx:pt idx="37089">64.769999999999996</cx:pt>
          <cx:pt idx="37090">99.980000000000004</cx:pt>
          <cx:pt idx="37091">99.980000000000004</cx:pt>
          <cx:pt idx="37092">103.47</cx:pt>
          <cx:pt idx="37093">89.980000000000004</cx:pt>
          <cx:pt idx="37094">16.280000000000001</cx:pt>
          <cx:pt idx="37095">91.980000000000004</cx:pt>
          <cx:pt idx="37096">58.979999999999997</cx:pt>
          <cx:pt idx="37097">80.980000000000004</cx:pt>
          <cx:pt idx="37098">84.989999999999995</cx:pt>
          <cx:pt idx="37099">76.489999999999995</cx:pt>
          <cx:pt idx="37100">39.280000000000001</cx:pt>
          <cx:pt idx="37101">28.27</cx:pt>
          <cx:pt idx="37102">354.25999999999999</cx:pt>
          <cx:pt idx="37103">315.38999999999999</cx:pt>
          <cx:pt idx="37104">299.93000000000001</cx:pt>
          <cx:pt idx="37105">253.30000000000001</cx:pt>
          <cx:pt idx="37106">230.34999999999999</cx:pt>
          <cx:pt idx="37107">219.97</cx:pt>
          <cx:pt idx="37108">237.94</cx:pt>
          <cx:pt idx="37109">193.96000000000001</cx:pt>
          <cx:pt idx="37110">91.939999999999998</cx:pt>
          <cx:pt idx="37111">91.939999999999998</cx:pt>
          <cx:pt idx="37112">83.969999999999999</cx:pt>
          <cx:pt idx="37113">83.969999999999999</cx:pt>
          <cx:pt idx="37114">91.920000000000002</cx:pt>
          <cx:pt idx="37115">83.950000000000003</cx:pt>
          <cx:pt idx="37116">91.900000000000006</cx:pt>
          <cx:pt idx="37117">76.480000000000004</cx:pt>
          <cx:pt idx="37118">133.81</cx:pt>
          <cx:pt idx="37119">65.989999999999995</cx:pt>
          <cx:pt idx="37120">82.430000000000007</cx:pt>
          <cx:pt idx="37121">65.989999999999995</cx:pt>
          <cx:pt idx="37122">65.989999999999995</cx:pt>
          <cx:pt idx="37123">64.670000000000002</cx:pt>
          <cx:pt idx="37124">65.989999999999995</cx:pt>
          <cx:pt idx="37125">84.989999999999995</cx:pt>
          <cx:pt idx="37126">71.989999999999995</cx:pt>
          <cx:pt idx="37127">87.980000000000004</cx:pt>
          <cx:pt idx="37128">83.290000000000006</cx:pt>
          <cx:pt idx="37129">84.140000000000001</cx:pt>
          <cx:pt idx="37130">84.989999999999995</cx:pt>
          <cx:pt idx="37131">97.969999999999999</cx:pt>
          <cx:pt idx="37132">63.310000000000002</cx:pt>
          <cx:pt idx="37133">69.969999999999999</cx:pt>
          <cx:pt idx="37134">65.989999999999995</cx:pt>
          <cx:pt idx="37135">120.97</cx:pt>
          <cx:pt idx="37136">65.989999999999995</cx:pt>
          <cx:pt idx="37137">82.060000000000002</cx:pt>
          <cx:pt idx="37138">84.989999999999995</cx:pt>
          <cx:pt idx="37139">65.989999999999995</cx:pt>
          <cx:pt idx="37140">65.989999999999995</cx:pt>
          <cx:pt idx="37141">84.989999999999995</cx:pt>
          <cx:pt idx="37142">80.709999999999994</cx:pt>
          <cx:pt idx="37143">84.989999999999995</cx:pt>
          <cx:pt idx="37144">120.45999999999999</cx:pt>
          <cx:pt idx="37145">68.989999999999995</cx:pt>
          <cx:pt idx="37146">91.799999999999997</cx:pt>
          <cx:pt idx="37147">84.579999999999998</cx:pt>
          <cx:pt idx="37148">68.930000000000007</cx:pt>
          <cx:pt idx="37149">13.289999999999999</cx:pt>
          <cx:pt idx="37150">89.980000000000004</cx:pt>
          <cx:pt idx="37151">134.97999999999999</cx:pt>
          <cx:pt idx="37152">134.97999999999999</cx:pt>
          <cx:pt idx="37153">212.97</cx:pt>
          <cx:pt idx="37154">164.96000000000001</cx:pt>
          <cx:pt idx="37155">171.08000000000001</cx:pt>
          <cx:pt idx="37156">179.96000000000001</cx:pt>
          <cx:pt idx="37157">125.97</cx:pt>
          <cx:pt idx="37158">125.77</cx:pt>
          <cx:pt idx="37159">131.97999999999999</cx:pt>
          <cx:pt idx="37160">154.97999999999999</cx:pt>
          <cx:pt idx="37161">184.97</cx:pt>
          <cx:pt idx="37162">56.979999999999997</cx:pt>
          <cx:pt idx="37163">29.989999999999998</cx:pt>
          <cx:pt idx="37164">90.930000000000007</cx:pt>
          <cx:pt idx="37165">84.459999999999994</cx:pt>
          <cx:pt idx="37166">82.980000000000004</cx:pt>
          <cx:pt idx="37167">82.980000000000004</cx:pt>
          <cx:pt idx="37168">82.969999999999999</cx:pt>
          <cx:pt idx="37169">82.980000000000004</cx:pt>
          <cx:pt idx="37170">46.210000000000001</cx:pt>
          <cx:pt idx="37171">111.28</cx:pt>
          <cx:pt idx="37172">79.810000000000002</cx:pt>
          <cx:pt idx="37173">67.709999999999994</cx:pt>
          <cx:pt idx="37174">147.59999999999999</cx:pt>
          <cx:pt idx="37175">62.869999999999997</cx:pt>
          <cx:pt idx="37176">67.709999999999994</cx:pt>
          <cx:pt idx="37177">91.920000000000002</cx:pt>
          <cx:pt idx="37178">67.709999999999994</cx:pt>
          <cx:pt idx="37179">159.69999999999999</cx:pt>
          <cx:pt idx="37180">120.98</cx:pt>
          <cx:pt idx="37181">159.69999999999999</cx:pt>
          <cx:pt idx="37182">32.630000000000003</cx:pt>
          <cx:pt idx="37183">82.780000000000001</cx:pt>
          <cx:pt idx="37184">84.989999999999995</cx:pt>
          <cx:pt idx="37185">84.969999999999999</cx:pt>
          <cx:pt idx="37186">84.180000000000007</cx:pt>
          <cx:pt idx="37187">59.960000000000001</cx:pt>
          <cx:pt idx="37188">95.909999999999997</cx:pt>
          <cx:pt idx="37189">73.870000000000005</cx:pt>
          <cx:pt idx="37190">169.97999999999999</cx:pt>
          <cx:pt idx="37191">96.780000000000001</cx:pt>
          <cx:pt idx="37192">169.97999999999999</cx:pt>
          <cx:pt idx="37193">249.97</cx:pt>
          <cx:pt idx="37194">56.969999999999999</cx:pt>
          <cx:pt idx="37195">169.97999999999999</cx:pt>
          <cx:pt idx="37196">115.95</cx:pt>
          <cx:pt idx="37197">214.94</cx:pt>
          <cx:pt idx="37198">21.280000000000001</cx:pt>
          <cx:pt idx="37199">42.5</cx:pt>
          <cx:pt idx="37200">32.859999999999999</cx:pt>
          <cx:pt idx="37201">75.980000000000004</cx:pt>
          <cx:pt idx="37202">83.980000000000004</cx:pt>
          <cx:pt idx="37203">83.980000000000004</cx:pt>
          <cx:pt idx="37204">-1.2</cx:pt>
          <cx:pt idx="37205">12.49</cx:pt>
          <cx:pt idx="37206">79.840000000000003</cx:pt>
          <cx:pt idx="37207">82.959999999999994</cx:pt>
          <cx:pt idx="37208">-82.959999999999994</cx:pt>
          <cx:pt idx="37209">31.02</cx:pt>
          <cx:pt idx="37210">30.27</cx:pt>
          <cx:pt idx="37211">254.97</cx:pt>
          <cx:pt idx="37212">307.95999999999998</cx:pt>
          <cx:pt idx="37213">62.469999999999999</cx:pt>
          <cx:pt idx="37214">187.46000000000001</cx:pt>
          <cx:pt idx="37215">202.94999999999999</cx:pt>
          <cx:pt idx="37216">94.959999999999994</cx:pt>
          <cx:pt idx="37217">55.979999999999997</cx:pt>
          <cx:pt idx="37218">19.27</cx:pt>
          <cx:pt idx="37219">83.939999999999998</cx:pt>
          <cx:pt idx="37220">83.939999999999998</cx:pt>
          <cx:pt idx="37221">74.469999999999999</cx:pt>
          <cx:pt idx="37222">82.980000000000004</cx:pt>
          <cx:pt idx="37223">82.980000000000004</cx:pt>
          <cx:pt idx="37224">169.96000000000001</cx:pt>
          <cx:pt idx="37225">82.980000000000004</cx:pt>
          <cx:pt idx="37226">90.739999999999995</cx:pt>
          <cx:pt idx="37227">90.739999999999995</cx:pt>
          <cx:pt idx="37228">90.730000000000004</cx:pt>
          <cx:pt idx="37229">89.980000000000004</cx:pt>
          <cx:pt idx="37230">55.229999999999997</cx:pt>
          <cx:pt idx="37231">69.980000000000004</cx:pt>
          <cx:pt idx="37232">104.98</cx:pt>
          <cx:pt idx="37233">51.289999999999999</cx:pt>
          <cx:pt idx="37234">54.030000000000001</cx:pt>
          <cx:pt idx="37235">69.980000000000004</cx:pt>
          <cx:pt idx="37236">69.980000000000004</cx:pt>
          <cx:pt idx="37237">51.289999999999999</cx:pt>
          <cx:pt idx="37238">54.990000000000002</cx:pt>
          <cx:pt idx="37239">55.229999999999997</cx:pt>
          <cx:pt idx="37240">69.980000000000004</cx:pt>
          <cx:pt idx="37241">54.030000000000001</cx:pt>
          <cx:pt idx="37242">90.079999999999998</cx:pt>
          <cx:pt idx="37243">54.990000000000002</cx:pt>
          <cx:pt idx="37244">69.980000000000004</cx:pt>
          <cx:pt idx="37245">69.980000000000004</cx:pt>
          <cx:pt idx="37246">104.98</cx:pt>
          <cx:pt idx="37247">90.079999999999998</cx:pt>
          <cx:pt idx="37248">94.980000000000004</cx:pt>
          <cx:pt idx="37249">94.980000000000004</cx:pt>
          <cx:pt idx="37250">52.979999999999997</cx:pt>
          <cx:pt idx="37251">52.979999999999997</cx:pt>
          <cx:pt idx="37252">94.980000000000004</cx:pt>
          <cx:pt idx="37253">31.280000000000001</cx:pt>
          <cx:pt idx="37254">94.980000000000004</cx:pt>
          <cx:pt idx="37255">31.280000000000001</cx:pt>
          <cx:pt idx="37256">90.730000000000004</cx:pt>
          <cx:pt idx="37257">90.730000000000004</cx:pt>
          <cx:pt idx="37258">89.980000000000004</cx:pt>
          <cx:pt idx="37259">89.980000000000004</cx:pt>
          <cx:pt idx="37260">89.980000000000004</cx:pt>
          <cx:pt idx="37261">90.730000000000004</cx:pt>
          <cx:pt idx="37262">89.980000000000004</cx:pt>
          <cx:pt idx="37263">89.969999999999999</cx:pt>
          <cx:pt idx="37264">89.969999999999999</cx:pt>
          <cx:pt idx="37265">29.280000000000001</cx:pt>
          <cx:pt idx="37266">99.980000000000004</cx:pt>
          <cx:pt idx="37267">51.939999999999998</cx:pt>
          <cx:pt idx="37268">108.73999999999999</cx:pt>
          <cx:pt idx="37269">113.97</cx:pt>
          <cx:pt idx="37270">84.989999999999995</cx:pt>
          <cx:pt idx="37271">89.980000000000004</cx:pt>
          <cx:pt idx="37272">43.280000000000001</cx:pt>
          <cx:pt idx="37273">99.980000000000004</cx:pt>
          <cx:pt idx="37274">29.280000000000001</cx:pt>
          <cx:pt idx="37275">80.879999999999995</cx:pt>
          <cx:pt idx="37276">84.989999999999995</cx:pt>
          <cx:pt idx="37277">63.979999999999997</cx:pt>
          <cx:pt idx="37278">99.980000000000004</cx:pt>
          <cx:pt idx="37279">113.91</cx:pt>
          <cx:pt idx="37280">15.289999999999999</cx:pt>
          <cx:pt idx="37281">49.880000000000003</cx:pt>
          <cx:pt idx="37282">84.989999999999995</cx:pt>
          <cx:pt idx="37283">29.280000000000001</cx:pt>
          <cx:pt idx="37284">15.289999999999999</cx:pt>
          <cx:pt idx="37285">99.980000000000004</cx:pt>
          <cx:pt idx="37286">63.979999999999997</cx:pt>
          <cx:pt idx="37287">63.979999999999997</cx:pt>
          <cx:pt idx="37288">41.289999999999999</cx:pt>
          <cx:pt idx="37289">99.980000000000004</cx:pt>
          <cx:pt idx="37290">93.549999999999997</cx:pt>
          <cx:pt idx="37291">98.810000000000002</cx:pt>
          <cx:pt idx="37292">99.980000000000004</cx:pt>
          <cx:pt idx="37293">89.969999999999999</cx:pt>
          <cx:pt idx="37294">89.969999999999999</cx:pt>
          <cx:pt idx="37295">89.969999999999999</cx:pt>
          <cx:pt idx="37296">89.969999999999999</cx:pt>
          <cx:pt idx="37297">89.969999999999999</cx:pt>
          <cx:pt idx="37298">80.480000000000004</cx:pt>
          <cx:pt idx="37299">80.480000000000004</cx:pt>
          <cx:pt idx="37300">121.45999999999999</cx:pt>
          <cx:pt idx="37301">179.94999999999999</cx:pt>
          <cx:pt idx="37302">89.959999999999994</cx:pt>
          <cx:pt idx="37303">20.739999999999998</cx:pt>
          <cx:pt idx="37304">40.740000000000002</cx:pt>
          <cx:pt idx="37305">64.980000000000004</cx:pt>
          <cx:pt idx="37306">15.49</cx:pt>
          <cx:pt idx="37307">90.709999999999994</cx:pt>
          <cx:pt idx="37308">90.709999999999994</cx:pt>
          <cx:pt idx="37309">64.980000000000004</cx:pt>
          <cx:pt idx="37310">15.49</cx:pt>
          <cx:pt idx="37311">90.709999999999994</cx:pt>
          <cx:pt idx="37312">87.079999999999998</cx:pt>
          <cx:pt idx="37313">177.83000000000001</cx:pt>
          <cx:pt idx="37314">123.38</cx:pt>
          <cx:pt idx="37315">39.990000000000002</cx:pt>
          <cx:pt idx="37316">128.24000000000001</cx:pt>
          <cx:pt idx="37317">148.78999999999999</cx:pt>
          <cx:pt idx="37318">158.46000000000001</cx:pt>
          <cx:pt idx="37319">116.14</cx:pt>
          <cx:pt idx="37320">87.069999999999993</cx:pt>
          <cx:pt idx="37321">150.71000000000001</cx:pt>
          <cx:pt idx="37322">174.19999999999999</cx:pt>
          <cx:pt idx="37323">126.38</cx:pt>
          <cx:pt idx="37324">114.13</cx:pt>
          <cx:pt idx="37325">66.530000000000001</cx:pt>
          <cx:pt idx="37326">111.28</cx:pt>
          <cx:pt idx="37327">110.06</cx:pt>
          <cx:pt idx="37328">90.689999999999998</cx:pt>
          <cx:pt idx="37329">89.900000000000006</cx:pt>
          <cx:pt idx="37330">81.049999999999997</cx:pt>
          <cx:pt idx="37331">81.049999999999997</cx:pt>
          <cx:pt idx="37332">81.049999999999997</cx:pt>
          <cx:pt idx="37333">181.97</cx:pt>
          <cx:pt idx="37334">223.84999999999999</cx:pt>
          <cx:pt idx="37335">353.94</cx:pt>
          <cx:pt idx="37336">357.93000000000001</cx:pt>
          <cx:pt idx="37337">9.6600000000000001</cx:pt>
          <cx:pt idx="37338">48.780000000000001</cx:pt>
          <cx:pt idx="37339">17.289999999999999</cx:pt>
          <cx:pt idx="37340">63.280000000000001</cx:pt>
          <cx:pt idx="37341">81.969999999999999</cx:pt>
          <cx:pt idx="37342">63.280000000000001</cx:pt>
          <cx:pt idx="37343">79.989999999999995</cx:pt>
          <cx:pt idx="37344">71.920000000000002</cx:pt>
          <cx:pt idx="37345">34.990000000000002</cx:pt>
          <cx:pt idx="37346">79.989999999999995</cx:pt>
          <cx:pt idx="37347">35.479999999999997</cx:pt>
          <cx:pt idx="37348">79.989999999999995</cx:pt>
          <cx:pt idx="37349">79.989999999999995</cx:pt>
          <cx:pt idx="37350">-1.5</cx:pt>
          <cx:pt idx="37351">117.95999999999999</cx:pt>
          <cx:pt idx="37352">97.980000000000004</cx:pt>
          <cx:pt idx="37353">79.989999999999995</cx:pt>
          <cx:pt idx="37354">79.989999999999995</cx:pt>
          <cx:pt idx="37355">60.990000000000002</cx:pt>
          <cx:pt idx="37356">111.97</cx:pt>
          <cx:pt idx="37357">79.989999999999995</cx:pt>
          <cx:pt idx="37358">79.989999999999995</cx:pt>
          <cx:pt idx="37359">50.979999999999997</cx:pt>
          <cx:pt idx="37360">65.959999999999994</cx:pt>
          <cx:pt idx="37361">182.97</cx:pt>
          <cx:pt idx="37362">51.469999999999999</cx:pt>
          <cx:pt idx="37363">89.379999999999995</cx:pt>
          <cx:pt idx="37364">113.97</cx:pt>
          <cx:pt idx="37365">-1.5</cx:pt>
          <cx:pt idx="37366">79.989999999999995</cx:pt>
          <cx:pt idx="37367">81.969999999999999</cx:pt>
          <cx:pt idx="37368">81.969999999999999</cx:pt>
          <cx:pt idx="37369">81.969999999999999</cx:pt>
          <cx:pt idx="37370">73.459999999999994</cx:pt>
          <cx:pt idx="37371">81.969999999999999</cx:pt>
          <cx:pt idx="37372">71.329999999999998</cx:pt>
          <cx:pt idx="37373">81.879999999999995</cx:pt>
          <cx:pt idx="37374">90.359999999999999</cx:pt>
          <cx:pt idx="37375">171.97</cx:pt>
          <cx:pt idx="37376">84.989999999999995</cx:pt>
          <cx:pt idx="37377">78.540000000000006</cx:pt>
          <cx:pt idx="37378">169.97999999999999</cx:pt>
          <cx:pt idx="37379">68.989999999999995</cx:pt>
          <cx:pt idx="37380">124.97</cx:pt>
          <cx:pt idx="37381">188.97</cx:pt>
          <cx:pt idx="37382">150.97</cx:pt>
          <cx:pt idx="37383">84.989999999999995</cx:pt>
          <cx:pt idx="37384">131.97999999999999</cx:pt>
          <cx:pt idx="37385">169.97999999999999</cx:pt>
          <cx:pt idx="37386">107.65000000000001</cx:pt>
          <cx:pt idx="37387">156.97</cx:pt>
          <cx:pt idx="37388">19.34</cx:pt>
          <cx:pt idx="37389">37.469999999999999</cx:pt>
          <cx:pt idx="37390">14.99</cx:pt>
          <cx:pt idx="37391">30.809999999999999</cx:pt>
          <cx:pt idx="37392">30.809999999999999</cx:pt>
          <cx:pt idx="37393">22.27</cx:pt>
          <cx:pt idx="37394">69.180000000000007</cx:pt>
          <cx:pt idx="37395">69.180000000000007</cx:pt>
          <cx:pt idx="37396">142.94999999999999</cx:pt>
          <cx:pt idx="37397">169.97999999999999</cx:pt>
          <cx:pt idx="37398">99.900000000000006</cx:pt>
          <cx:pt idx="37399">172.97</cx:pt>
          <cx:pt idx="37400">169.97999999999999</cx:pt>
          <cx:pt idx="37401">169.97999999999999</cx:pt>
          <cx:pt idx="37402">56.969999999999999</cx:pt>
          <cx:pt idx="37403">275.95999999999998</cx:pt>
          <cx:pt idx="37404">190.77000000000001</cx:pt>
          <cx:pt idx="37405">65.989999999999995</cx:pt>
          <cx:pt idx="37406">73.180000000000007</cx:pt>
          <cx:pt idx="37407">82.980000000000004</cx:pt>
          <cx:pt idx="37408">82.969999999999999</cx:pt>
          <cx:pt idx="37409">59.979999999999997</cx:pt>
          <cx:pt idx="37410">59.979999999999997</cx:pt>
          <cx:pt idx="37411">41.289999999999999</cx:pt>
          <cx:pt idx="37412">41.289999999999999</cx:pt>
          <cx:pt idx="37413">82.959999999999994</cx:pt>
          <cx:pt idx="37414">84.989999999999995</cx:pt>
          <cx:pt idx="37415">96.980000000000004</cx:pt>
          <cx:pt idx="37416">96.980000000000004</cx:pt>
          <cx:pt idx="37417">84.989999999999995</cx:pt>
          <cx:pt idx="37418">96.980000000000004</cx:pt>
          <cx:pt idx="37419">84.989999999999995</cx:pt>
          <cx:pt idx="37420">169.97999999999999</cx:pt>
          <cx:pt idx="37421">120.95999999999999</cx:pt>
          <cx:pt idx="37422">96.980000000000004</cx:pt>
          <cx:pt idx="37423">96.980000000000004</cx:pt>
          <cx:pt idx="37424">84.989999999999995</cx:pt>
          <cx:pt idx="37425">96.980000000000004</cx:pt>
          <cx:pt idx="37426">96.980000000000004</cx:pt>
          <cx:pt idx="37427">193.96000000000001</cx:pt>
          <cx:pt idx="37428">96.980000000000004</cx:pt>
          <cx:pt idx="37429">193.96000000000001</cx:pt>
          <cx:pt idx="37430">96.980000000000004</cx:pt>
          <cx:pt idx="37431">84.989999999999995</cx:pt>
          <cx:pt idx="37432">96.980000000000004</cx:pt>
          <cx:pt idx="37433">74.969999999999999</cx:pt>
          <cx:pt idx="37434">82.760000000000005</cx:pt>
          <cx:pt idx="37435">89.760000000000005</cx:pt>
          <cx:pt idx="37436">81.969999999999999</cx:pt>
          <cx:pt idx="37437">25.489999999999998</cx:pt>
          <cx:pt idx="37438">53.979999999999997</cx:pt>
          <cx:pt idx="37439">88.950000000000003</cx:pt>
          <cx:pt idx="37440">89.519999999999996</cx:pt>
          <cx:pt idx="37441">89.519999999999996</cx:pt>
          <cx:pt idx="37442">89.5</cx:pt>
          <cx:pt idx="37443">89.5</cx:pt>
          <cx:pt idx="37444">18.789999999999999</cx:pt>
          <cx:pt idx="37445">46.280000000000001</cx:pt>
          <cx:pt idx="37446">80.980000000000004</cx:pt>
          <cx:pt idx="37447">208.84999999999999</cx:pt>
          <cx:pt idx="37448">126.97</cx:pt>
          <cx:pt idx="37449">95.959999999999994</cx:pt>
          <cx:pt idx="37450">228.96000000000001</cx:pt>
          <cx:pt idx="37451">211.94999999999999</cx:pt>
          <cx:pt idx="37452">179.96000000000001</cx:pt>
          <cx:pt idx="37453">80.969999999999999</cx:pt>
          <cx:pt idx="37454">80.980000000000004</cx:pt>
          <cx:pt idx="37455">80.980000000000004</cx:pt>
          <cx:pt idx="37456">80.959999999999994</cx:pt>
          <cx:pt idx="37457">80.980000000000004</cx:pt>
          <cx:pt idx="37458">80.980000000000004</cx:pt>
          <cx:pt idx="37459">80.980000000000004</cx:pt>
          <cx:pt idx="37460">80.959999999999994</cx:pt>
          <cx:pt idx="37461">65.989999999999995</cx:pt>
          <cx:pt idx="37462">103.97</cx:pt>
          <cx:pt idx="37463">65.989999999999995</cx:pt>
          <cx:pt idx="37464">65.989999999999995</cx:pt>
          <cx:pt idx="37465">65.989999999999995</cx:pt>
          <cx:pt idx="37466">79.980000000000004</cx:pt>
          <cx:pt idx="37467">75.980000000000004</cx:pt>
          <cx:pt idx="37468">117.89</cx:pt>
          <cx:pt idx="37469">59.979999999999997</cx:pt>
          <cx:pt idx="37470">172.96000000000001</cx:pt>
          <cx:pt idx="37471">99.879999999999995</cx:pt>
          <cx:pt idx="37472">169.96000000000001</cx:pt>
          <cx:pt idx="37473">84.980000000000004</cx:pt>
          <cx:pt idx="37474">59.729999999999997</cx:pt>
          <cx:pt idx="37475">148.97</cx:pt>
          <cx:pt idx="37476">56.969999999999999</cx:pt>
          <cx:pt idx="37477">95.980000000000004</cx:pt>
          <cx:pt idx="37478">80.980000000000004</cx:pt>
          <cx:pt idx="37479">80.969999999999999</cx:pt>
          <cx:pt idx="37480">80.969999999999999</cx:pt>
          <cx:pt idx="37481">54.990000000000002</cx:pt>
          <cx:pt idx="37482">17.489999999999998</cx:pt>
          <cx:pt idx="37483">19.489999999999998</cx:pt>
          <cx:pt idx="37484">19.489999999999998</cx:pt>
          <cx:pt idx="37485">16.489999999999998</cx:pt>
          <cx:pt idx="37486">16.489999999999998</cx:pt>
          <cx:pt idx="37487">19.489999999999998</cx:pt>
          <cx:pt idx="37488">19.489999999999998</cx:pt>
          <cx:pt idx="37489">19.489999999999998</cx:pt>
          <cx:pt idx="37490">19.489999999999998</cx:pt>
          <cx:pt idx="37491">19.489999999999998</cx:pt>
          <cx:pt idx="37492">19.489999999999998</cx:pt>
          <cx:pt idx="37493">80.939999999999998</cx:pt>
          <cx:pt idx="37494">80.950000000000003</cx:pt>
          <cx:pt idx="37495">125.34</cx:pt>
          <cx:pt idx="37496">68.969999999999999</cx:pt>
          <cx:pt idx="37497">52.960000000000001</cx:pt>
          <cx:pt idx="37498">89.969999999999999</cx:pt>
          <cx:pt idx="37499">79.980000000000004</cx:pt>
          <cx:pt idx="37500">109.95999999999999</cx:pt>
          <cx:pt idx="37501">84.989999999999995</cx:pt>
          <cx:pt idx="37502">118.97</cx:pt>
          <cx:pt idx="37503">82.959999999999994</cx:pt>
          <cx:pt idx="37504">26.579999999999998</cx:pt>
          <cx:pt idx="37505">24.18</cx:pt>
          <cx:pt idx="37506">81.969999999999999</cx:pt>
          <cx:pt idx="37507">81.969999999999999</cx:pt>
          <cx:pt idx="37508">81.969999999999999</cx:pt>
          <cx:pt idx="37509">81.969999999999999</cx:pt>
          <cx:pt idx="37510">149.97</cx:pt>
          <cx:pt idx="37511">184.97</cx:pt>
          <cx:pt idx="37512">131.97999999999999</cx:pt>
          <cx:pt idx="37513">127.98</cx:pt>
          <cx:pt idx="37514">95.969999999999999</cx:pt>
          <cx:pt idx="37515">79.980000000000004</cx:pt>
          <cx:pt idx="37516">44.289999999999999</cx:pt>
          <cx:pt idx="37517">84.989999999999995</cx:pt>
          <cx:pt idx="37518">119.97</cx:pt>
          <cx:pt idx="37519">134.97999999999999</cx:pt>
          <cx:pt idx="37520">169.97999999999999</cx:pt>
          <cx:pt idx="37521">169.97999999999999</cx:pt>
          <cx:pt idx="37522">36.490000000000002</cx:pt>
          <cx:pt idx="37523">168.37</cx:pt>
          <cx:pt idx="37524">169.97999999999999</cx:pt>
          <cx:pt idx="37525">169.97999999999999</cx:pt>
          <cx:pt idx="37526">119.97</cx:pt>
          <cx:pt idx="37527">62.840000000000003</cx:pt>
          <cx:pt idx="37528">81.969999999999999</cx:pt>
          <cx:pt idx="37529">62.82</cx:pt>
          <cx:pt idx="37530">88.909999999999997</cx:pt>
          <cx:pt idx="37531">37.479999999999997</cx:pt>
          <cx:pt idx="37532">34.5</cx:pt>
          <cx:pt idx="37533">88.859999999999999</cx:pt>
          <cx:pt idx="37534">73.980000000000004</cx:pt>
          <cx:pt idx="37535">55.979999999999997</cx:pt>
          <cx:pt idx="37536">87.969999999999999</cx:pt>
          <cx:pt idx="37537">87.959999999999994</cx:pt>
          <cx:pt idx="37538">114.98</cx:pt>
          <cx:pt idx="37539">79.980000000000004</cx:pt>
          <cx:pt idx="37540">114.98</cx:pt>
          <cx:pt idx="37541">84.989999999999995</cx:pt>
          <cx:pt idx="37542">84.989999999999995</cx:pt>
          <cx:pt idx="37543">159.96000000000001</cx:pt>
          <cx:pt idx="37544">105.97</cx:pt>
          <cx:pt idx="37545">95.980000000000004</cx:pt>
          <cx:pt idx="37546">84.989999999999995</cx:pt>
          <cx:pt idx="37547">68.989999999999995</cx:pt>
          <cx:pt idx="37548">84.989999999999995</cx:pt>
          <cx:pt idx="37549">156.94</cx:pt>
          <cx:pt idx="37550">108.98</cx:pt>
          <cx:pt idx="37551">144.97</cx:pt>
          <cx:pt idx="37552">69.980000000000004</cx:pt>
          <cx:pt idx="37553">95.969999999999999</cx:pt>
          <cx:pt idx="37554">74.969999999999999</cx:pt>
          <cx:pt idx="37555">79.980000000000004</cx:pt>
          <cx:pt idx="37556">106.98</cx:pt>
          <cx:pt idx="37557">80.980000000000004</cx:pt>
          <cx:pt idx="37558">87.859999999999999</cx:pt>
          <cx:pt idx="37559">16.920000000000002</cx:pt>
          <cx:pt idx="37560">61.170000000000002</cx:pt>
          <cx:pt idx="37561">81.569999999999993</cx:pt>
          <cx:pt idx="37562">81.569999999999993</cx:pt>
          <cx:pt idx="37563">61.170000000000002</cx:pt>
          <cx:pt idx="37564">80.079999999999998</cx:pt>
          <cx:pt idx="37565">106.16</cx:pt>
          <cx:pt idx="37566">144.94</cx:pt>
          <cx:pt idx="37567">175.59</cx:pt>
          <cx:pt idx="37568">195.55000000000001</cx:pt>
          <cx:pt idx="37569">152.16</cx:pt>
          <cx:pt idx="37570">248.88999999999999</cx:pt>
          <cx:pt idx="37571">349.92000000000002</cx:pt>
          <cx:pt idx="37572">133.96000000000001</cx:pt>
          <cx:pt idx="37573">187.16</cx:pt>
          <cx:pt idx="37574">146.75999999999999</cx:pt>
          <cx:pt idx="37575">189.27000000000001</cx:pt>
          <cx:pt idx="37576">142.94999999999999</cx:pt>
          <cx:pt idx="37577">170.06</cx:pt>
          <cx:pt idx="37578">79.989999999999995</cx:pt>
          <cx:pt idx="37579">79.989999999999995</cx:pt>
          <cx:pt idx="37580">79.980000000000004</cx:pt>
          <cx:pt idx="37581">-1.5</cx:pt>
          <cx:pt idx="37582">81.480000000000004</cx:pt>
          <cx:pt idx="37583">79.980000000000004</cx:pt>
          <cx:pt idx="37584">79.980000000000004</cx:pt>
          <cx:pt idx="37585">79.980000000000004</cx:pt>
          <cx:pt idx="37586">404.88</cx:pt>
          <cx:pt idx="37587">399.89999999999998</cx:pt>
          <cx:pt idx="37588">359.91000000000003</cx:pt>
          <cx:pt idx="37589">395.94</cx:pt>
          <cx:pt idx="37590">79.980000000000004</cx:pt>
          <cx:pt idx="37591">79.980000000000004</cx:pt>
          <cx:pt idx="37592">79.980000000000004</cx:pt>
          <cx:pt idx="37593">79.980000000000004</cx:pt>
          <cx:pt idx="37594">71.489999999999995</cx:pt>
          <cx:pt idx="37595">79.980000000000004</cx:pt>
          <cx:pt idx="37596">237.53999999999999</cx:pt>
          <cx:pt idx="37597">194.36000000000001</cx:pt>
          <cx:pt idx="37598">350.93000000000001</cx:pt>
          <cx:pt idx="37599">79.989999999999995</cx:pt>
          <cx:pt idx="37600">79.989999999999995</cx:pt>
          <cx:pt idx="37601">79.989999999999995</cx:pt>
          <cx:pt idx="37602">79.989999999999995</cx:pt>
          <cx:pt idx="37603">79.969999999999999</cx:pt>
          <cx:pt idx="37604">62.979999999999997</cx:pt>
          <cx:pt idx="37605">79.989999999999995</cx:pt>
          <cx:pt idx="37606">204.43000000000001</cx:pt>
          <cx:pt idx="37607">240.41999999999999</cx:pt>
          <cx:pt idx="37608">435.35000000000002</cx:pt>
          <cx:pt idx="37609">242.41999999999999</cx:pt>
          <cx:pt idx="37610">300.39999999999998</cx:pt>
          <cx:pt idx="37611">230.62</cx:pt>
          <cx:pt idx="37612">242.41999999999999</cx:pt>
          <cx:pt idx="37613">270.41000000000003</cx:pt>
          <cx:pt idx="37614">449.81999999999999</cx:pt>
          <cx:pt idx="37615">-435.35000000000002</cx:pt>
          <cx:pt idx="37616">88.310000000000002</cx:pt>
          <cx:pt idx="37617">79.980000000000004</cx:pt>
          <cx:pt idx="37618">79.980000000000004</cx:pt>
          <cx:pt idx="37619">79.980000000000004</cx:pt>
          <cx:pt idx="37620">31.489999999999998</cx:pt>
          <cx:pt idx="37621">27.239999999999998</cx:pt>
          <cx:pt idx="37622">79.980000000000004</cx:pt>
          <cx:pt idx="37623">100.97</cx:pt>
          <cx:pt idx="37624">58.590000000000003</cx:pt>
          <cx:pt idx="37625">102.95</cx:pt>
          <cx:pt idx="37626">59.960000000000001</cx:pt>
          <cx:pt idx="37627">88.310000000000002</cx:pt>
          <cx:pt idx="37628">79.980000000000004</cx:pt>
          <cx:pt idx="37629">79.980000000000004</cx:pt>
          <cx:pt idx="37630">79.980000000000004</cx:pt>
          <cx:pt idx="37631">79.980000000000004</cx:pt>
          <cx:pt idx="37632">79.980000000000004</cx:pt>
          <cx:pt idx="37633">79.980000000000004</cx:pt>
          <cx:pt idx="37634">32.240000000000002</cx:pt>
          <cx:pt idx="37635">26.489999999999998</cx:pt>
          <cx:pt idx="37636">424.94999999999999</cx:pt>
          <cx:pt idx="37637">467.74000000000001</cx:pt>
          <cx:pt idx="37638">594.92999999999995</cx:pt>
          <cx:pt idx="37639">79.980000000000004</cx:pt>
          <cx:pt idx="37640">27.239999999999998</cx:pt>
          <cx:pt idx="37641">27.239999999999998</cx:pt>
          <cx:pt idx="37642">79.980000000000004</cx:pt>
          <cx:pt idx="37643">16.489999999999998</cx:pt>
          <cx:pt idx="37644">54.979999999999997</cx:pt>
          <cx:pt idx="37645">79.980000000000004</cx:pt>
          <cx:pt idx="37646">79.980000000000004</cx:pt>
          <cx:pt idx="37647">54.479999999999997</cx:pt>
          <cx:pt idx="37648">123.54000000000001</cx:pt>
          <cx:pt idx="37649">115.05</cx:pt>
          <cx:pt idx="37650">104.04000000000001</cx:pt>
          <cx:pt idx="37651">159.69999999999999</cx:pt>
          <cx:pt idx="37652">108.86</cx:pt>
          <cx:pt idx="37653">71.480000000000004</cx:pt>
          <cx:pt idx="37654">79.980000000000004</cx:pt>
          <cx:pt idx="37655">79.969999999999999</cx:pt>
          <cx:pt idx="37656">79.969999999999999</cx:pt>
          <cx:pt idx="37657">114.97</cx:pt>
          <cx:pt idx="37658">169.97999999999999</cx:pt>
          <cx:pt idx="37659">83.480000000000004</cx:pt>
          <cx:pt idx="37660">184.97</cx:pt>
          <cx:pt idx="37661">89.010000000000005</cx:pt>
          <cx:pt idx="37662">154.97999999999999</cx:pt>
          <cx:pt idx="37663">169.97999999999999</cx:pt>
          <cx:pt idx="37664">65.989999999999995</cx:pt>
          <cx:pt idx="37665">169.97999999999999</cx:pt>
          <cx:pt idx="37666">99.980000000000004</cx:pt>
          <cx:pt idx="37667">131.97999999999999</cx:pt>
          <cx:pt idx="37668">169.97999999999999</cx:pt>
          <cx:pt idx="37669">61.359999999999999</cx:pt>
          <cx:pt idx="37670">169.97999999999999</cx:pt>
          <cx:pt idx="37671">169.97999999999999</cx:pt>
          <cx:pt idx="37672">99.980000000000004</cx:pt>
          <cx:pt idx="37673">79.969999999999999</cx:pt>
          <cx:pt idx="37674">41.479999999999997</cx:pt>
          <cx:pt idx="37675">79.959999999999994</cx:pt>
          <cx:pt idx="37676">62.960000000000001</cx:pt>
          <cx:pt idx="37677">88.280000000000001</cx:pt>
          <cx:pt idx="37678">79.959999999999994</cx:pt>
          <cx:pt idx="37679">21.489999999999998</cx:pt>
          <cx:pt idx="37680">41.479999999999997</cx:pt>
          <cx:pt idx="37681">20.289999999999999</cx:pt>
          <cx:pt idx="37682">234.68000000000001</cx:pt>
          <cx:pt idx="37683">150.72999999999999</cx:pt>
          <cx:pt idx="37684">232.87</cx:pt>
          <cx:pt idx="37685">188.97</cx:pt>
          <cx:pt idx="37686">20.289999999999999</cx:pt>
          <cx:pt idx="37687">216.72</cx:pt>
          <cx:pt idx="37688">244.21000000000001</cx:pt>
          <cx:pt idx="37689">84.989999999999995</cx:pt>
          <cx:pt idx="37690">254.97</cx:pt>
          <cx:pt idx="37691">87.980000000000004</cx:pt>
          <cx:pt idx="37692">84.989999999999995</cx:pt>
          <cx:pt idx="37693">28.379999999999999</cx:pt>
          <cx:pt idx="37694">79.950000000000003</cx:pt>
          <cx:pt idx="37695">79.950000000000003</cx:pt>
          <cx:pt idx="37696">79.950000000000003</cx:pt>
          <cx:pt idx="37697">79.950000000000003</cx:pt>
          <cx:pt idx="37698">62.939999999999998</cx:pt>
          <cx:pt idx="37699">79.870000000000005</cx:pt>
          <cx:pt idx="37700">79.870000000000005</cx:pt>
          <cx:pt idx="37701">81.980000000000004</cx:pt>
          <cx:pt idx="37702">76.980000000000004</cx:pt>
          <cx:pt idx="37703">84.989999999999995</cx:pt>
          <cx:pt idx="37704">47.57</cx:pt>
          <cx:pt idx="37705">49.740000000000002</cx:pt>
          <cx:pt idx="37706">85.989999999999995</cx:pt>
          <cx:pt idx="37707">56.090000000000003</cx:pt>
          <cx:pt idx="37708">84.140000000000001</cx:pt>
          <cx:pt idx="37709">54.990000000000002</cx:pt>
          <cx:pt idx="37710">50.979999999999997</cx:pt>
          <cx:pt idx="37711">69.980000000000004</cx:pt>
          <cx:pt idx="37712">99.980000000000004</cx:pt>
          <cx:pt idx="37713">50.979999999999997</cx:pt>
          <cx:pt idx="37714">50.979999999999997</cx:pt>
          <cx:pt idx="37715">75.290000000000006</cx:pt>
          <cx:pt idx="37716">84.989999999999995</cx:pt>
          <cx:pt idx="37717">50.979999999999997</cx:pt>
          <cx:pt idx="37718">84.989999999999995</cx:pt>
          <cx:pt idx="37719">50.479999999999997</cx:pt>
          <cx:pt idx="37720">152.06</cx:pt>
          <cx:pt idx="37721">19.34</cx:pt>
          <cx:pt idx="37722">49.590000000000003</cx:pt>
          <cx:pt idx="37723">80.980000000000004</cx:pt>
          <cx:pt idx="37724">80.980000000000004</cx:pt>
          <cx:pt idx="37725">80.980000000000004</cx:pt>
          <cx:pt idx="37726">101.28</cx:pt>
          <cx:pt idx="37727">119.98</cx:pt>
          <cx:pt idx="37728">106.58</cx:pt>
          <cx:pt idx="37729">87.590000000000003</cx:pt>
          <cx:pt idx="37730">128.97</cx:pt>
          <cx:pt idx="37731">207.96000000000001</cx:pt>
          <cx:pt idx="37732">201.69</cx:pt>
          <cx:pt idx="37733">207.96000000000001</cx:pt>
          <cx:pt idx="37734">175.96000000000001</cx:pt>
          <cx:pt idx="37735">135.94</cx:pt>
          <cx:pt idx="37736">162.83000000000001</cx:pt>
          <cx:pt idx="37737">87.590000000000003</cx:pt>
          <cx:pt idx="37738">30.280000000000001</cx:pt>
          <cx:pt idx="37739">122.97</cx:pt>
          <cx:pt idx="37740">194.72999999999999</cx:pt>
          <cx:pt idx="37741">80.969999999999999</cx:pt>
          <cx:pt idx="37742">80.969999999999999</cx:pt>
          <cx:pt idx="37743">80.969999999999999</cx:pt>
          <cx:pt idx="37744">15.289999999999999</cx:pt>
          <cx:pt idx="37745">43.939999999999998</cx:pt>
          <cx:pt idx="37746">26.289999999999999</cx:pt>
          <cx:pt idx="37747">14.289999999999999</cx:pt>
          <cx:pt idx="37748">14.289999999999999</cx:pt>
          <cx:pt idx="37749">43.920000000000002</cx:pt>
          <cx:pt idx="37750">87.109999999999999</cx:pt>
          <cx:pt idx="37751">17.289999999999999</cx:pt>
          <cx:pt idx="37752">141.94999999999999</cx:pt>
          <cx:pt idx="37753">102.26000000000001</cx:pt>
          <cx:pt idx="37754">215.41999999999999</cx:pt>
          <cx:pt idx="37755">119.95999999999999</cx:pt>
          <cx:pt idx="37756">119.14</cx:pt>
          <cx:pt idx="37757">219.69</cx:pt>
          <cx:pt idx="37758">193.59999999999999</cx:pt>
          <cx:pt idx="37759">172.58000000000001</cx:pt>
          <cx:pt idx="37760">188.22</cx:pt>
          <cx:pt idx="37761">185.56</cx:pt>
          <cx:pt idx="37762">221.22</cx:pt>
          <cx:pt idx="37763">54.979999999999997</cx:pt>
          <cx:pt idx="37764">16.489999999999998</cx:pt>
          <cx:pt idx="37765">62.960000000000001</cx:pt>
          <cx:pt idx="37766">65.530000000000001</cx:pt>
          <cx:pt idx="37767">86.969999999999999</cx:pt>
          <cx:pt idx="37768">86.959999999999994</cx:pt>
          <cx:pt idx="37769">150.96000000000001</cx:pt>
          <cx:pt idx="37770">144.96000000000001</cx:pt>
          <cx:pt idx="37771">144.96000000000001</cx:pt>
          <cx:pt idx="37772">157.96000000000001</cx:pt>
          <cx:pt idx="37773">150.96000000000001</cx:pt>
          <cx:pt idx="37774">49.990000000000002</cx:pt>
          <cx:pt idx="37775">49.990000000000002</cx:pt>
          <cx:pt idx="37776">83.959999999999994</cx:pt>
          <cx:pt idx="37777">83.959999999999994</cx:pt>
          <cx:pt idx="37778">-150.96000000000001</cx:pt>
          <cx:pt idx="37779">91.969999999999999</cx:pt>
          <cx:pt idx="37780">-150.96000000000001</cx:pt>
          <cx:pt idx="37781">150.96000000000001</cx:pt>
          <cx:pt idx="37782">150.96000000000001</cx:pt>
          <cx:pt idx="37783">91.969999999999999</cx:pt>
          <cx:pt idx="37784">99.980000000000004</cx:pt>
          <cx:pt idx="37785">82.370000000000005</cx:pt>
          <cx:pt idx="37786">82.370000000000005</cx:pt>
          <cx:pt idx="37787">157.96000000000001</cx:pt>
          <cx:pt idx="37788">181.74000000000001</cx:pt>
          <cx:pt idx="37789">181.74000000000001</cx:pt>
          <cx:pt idx="37790">99.980000000000004</cx:pt>
          <cx:pt idx="37791">222.19999999999999</cx:pt>
          <cx:pt idx="37792">222.19999999999999</cx:pt>
          <cx:pt idx="37793">80.709999999999994</cx:pt>
          <cx:pt idx="37794">79.989999999999995</cx:pt>
          <cx:pt idx="37795">65.989999999999995</cx:pt>
          <cx:pt idx="37796">55.780000000000001</cx:pt>
          <cx:pt idx="37797">54.990000000000002</cx:pt>
          <cx:pt idx="37798">65.989999999999995</cx:pt>
          <cx:pt idx="37799">65.989999999999995</cx:pt>
          <cx:pt idx="37800">65.989999999999995</cx:pt>
          <cx:pt idx="37801">110.39</cx:pt>
          <cx:pt idx="37802">89.980000000000004</cx:pt>
          <cx:pt idx="37803">89.980000000000004</cx:pt>
          <cx:pt idx="37804">86.969999999999999</cx:pt>
          <cx:pt idx="37805">89.980000000000004</cx:pt>
          <cx:pt idx="37806">85.980000000000004</cx:pt>
          <cx:pt idx="37807">79.980000000000004</cx:pt>
          <cx:pt idx="37808">79.980000000000004</cx:pt>
          <cx:pt idx="37809">79.980000000000004</cx:pt>
          <cx:pt idx="37810">79.980000000000004</cx:pt>
          <cx:pt idx="37811">79.980000000000004</cx:pt>
          <cx:pt idx="37812">79.980000000000004</cx:pt>
          <cx:pt idx="37813">79.980000000000004</cx:pt>
          <cx:pt idx="37814">79.959999999999994</cx:pt>
          <cx:pt idx="37815">99.980000000000004</cx:pt>
          <cx:pt idx="37816">329.94999999999999</cx:pt>
          <cx:pt idx="37817">344.94</cx:pt>
          <cx:pt idx="37818">254.97</cx:pt>
          <cx:pt idx="37819">57.979999999999997</cx:pt>
          <cx:pt idx="37820">57.979999999999997</cx:pt>
          <cx:pt idx="37821">57.979999999999997</cx:pt>
          <cx:pt idx="37822">99.980000000000004</cx:pt>
          <cx:pt idx="37823">57.979999999999997</cx:pt>
          <cx:pt idx="37824">329.94999999999999</cx:pt>
          <cx:pt idx="37825">254.97</cx:pt>
          <cx:pt idx="37826">493.92000000000002</cx:pt>
          <cx:pt idx="37827">57.979999999999997</cx:pt>
          <cx:pt idx="37828">493.92000000000002</cx:pt>
          <cx:pt idx="37829">57.979999999999997</cx:pt>
          <cx:pt idx="37830">344.94</cx:pt>
          <cx:pt idx="37831">31.440000000000001</cx:pt>
          <cx:pt idx="37832">32.039999999999999</cx:pt>
          <cx:pt idx="37833">37.479999999999997</cx:pt>
          <cx:pt idx="37834">12.59</cx:pt>
          <cx:pt idx="37835">32.75</cx:pt>
          <cx:pt idx="37836">13.289999999999999</cx:pt>
          <cx:pt idx="37837">78.969999999999999</cx:pt>
          <cx:pt idx="37838">145.97</cx:pt>
          <cx:pt idx="37839">168.03</cx:pt>
          <cx:pt idx="37840">194.96000000000001</cx:pt>
          <cx:pt idx="37841">166.97</cx:pt>
          <cx:pt idx="37842">178.44</cx:pt>
          <cx:pt idx="37843">194.78</cx:pt>
          <cx:pt idx="37844">169.97999999999999</cx:pt>
          <cx:pt idx="37845">166.58000000000001</cx:pt>
          <cx:pt idx="37846">153.97999999999999</cx:pt>
          <cx:pt idx="37847">134.97999999999999</cx:pt>
          <cx:pt idx="37848">205.94999999999999</cx:pt>
          <cx:pt idx="37849">200.84999999999999</cx:pt>
          <cx:pt idx="37850">78.969999999999999</cx:pt>
          <cx:pt idx="37851">78.959999999999994</cx:pt>
          <cx:pt idx="37852">78.980000000000004</cx:pt>
          <cx:pt idx="37853">78.969999999999999</cx:pt>
          <cx:pt idx="37854">78.969999999999999</cx:pt>
          <cx:pt idx="37855">87.109999999999999</cx:pt>
          <cx:pt idx="37856">87.109999999999999</cx:pt>
          <cx:pt idx="37857">87.099999999999994</cx:pt>
          <cx:pt idx="37858">64.930000000000007</cx:pt>
          <cx:pt idx="37859">131.97999999999999</cx:pt>
          <cx:pt idx="37860">129.34</cx:pt>
          <cx:pt idx="37861">130.66</cx:pt>
          <cx:pt idx="37862">105.98</cx:pt>
          <cx:pt idx="37863">64.269999999999996</cx:pt>
          <cx:pt idx="37864">131.97999999999999</cx:pt>
          <cx:pt idx="37865">65.989999999999995</cx:pt>
          <cx:pt idx="37866">131.97999999999999</cx:pt>
          <cx:pt idx="37867">87.099999999999994</cx:pt>
          <cx:pt idx="37868">87.099999999999994</cx:pt>
          <cx:pt idx="37869">87.099999999999994</cx:pt>
          <cx:pt idx="37870">87.099999999999994</cx:pt>
          <cx:pt idx="37871">80.969999999999999</cx:pt>
          <cx:pt idx="37872">87.079999999999998</cx:pt>
          <cx:pt idx="37873">78.870000000000005</cx:pt>
          <cx:pt idx="37874">87.069999999999993</cx:pt>
          <cx:pt idx="37875">106.97</cx:pt>
          <cx:pt idx="37876">77.950000000000003</cx:pt>
          <cx:pt idx="37877">95.969999999999999</cx:pt>
          <cx:pt idx="37878">79.989999999999995</cx:pt>
          <cx:pt idx="37879">61.979999999999997</cx:pt>
          <cx:pt idx="37880">61.979999999999997</cx:pt>
          <cx:pt idx="37881">58.700000000000003</cx:pt>
          <cx:pt idx="37882">89.900000000000006</cx:pt>
          <cx:pt idx="37883">134.97</cx:pt>
          <cx:pt idx="37884">98.969999999999999</cx:pt>
          <cx:pt idx="37885">94.980000000000004</cx:pt>
          <cx:pt idx="37886">79.980000000000004</cx:pt>
          <cx:pt idx="37887">79.980000000000004</cx:pt>
          <cx:pt idx="37888">98.969999999999999</cx:pt>
          <cx:pt idx="37889">94.980000000000004</cx:pt>
          <cx:pt idx="37890">87.069999999999993</cx:pt>
          <cx:pt idx="37891">86.340000000000003</cx:pt>
          <cx:pt idx="37892">78.719999999999999</cx:pt>
          <cx:pt idx="37893">78.719999999999999</cx:pt>
          <cx:pt idx="37894">79.989999999999995</cx:pt>
          <cx:pt idx="37895">79.989999999999995</cx:pt>
          <cx:pt idx="37896">79.989999999999995</cx:pt>
          <cx:pt idx="37897">79.989999999999995</cx:pt>
          <cx:pt idx="37898">79.989999999999995</cx:pt>
          <cx:pt idx="37899">79.989999999999995</cx:pt>
          <cx:pt idx="37900">79.989999999999995</cx:pt>
          <cx:pt idx="37901">-79.989999999999995</cx:pt>
          <cx:pt idx="37902">79.989999999999995</cx:pt>
          <cx:pt idx="37903">79.989999999999995</cx:pt>
          <cx:pt idx="37904">79.980000000000004</cx:pt>
          <cx:pt idx="37905">79.980000000000004</cx:pt>
          <cx:pt idx="37906">159.69999999999999</cx:pt>
          <cx:pt idx="37907">159.69999999999999</cx:pt>
          <cx:pt idx="37908">159.69999999999999</cx:pt>
          <cx:pt idx="37909">159.69999999999999</cx:pt>
          <cx:pt idx="37910">189.69</cx:pt>
          <cx:pt idx="37911">159.69999999999999</cx:pt>
          <cx:pt idx="37912">159.69999999999999</cx:pt>
          <cx:pt idx="37913">160.88999999999999</cx:pt>
          <cx:pt idx="37914">246.77000000000001</cx:pt>
          <cx:pt idx="37915">79.980000000000004</cx:pt>
          <cx:pt idx="37916">79.980000000000004</cx:pt>
          <cx:pt idx="37917">79.980000000000004</cx:pt>
          <cx:pt idx="37918">71.290000000000006</cx:pt>
          <cx:pt idx="37919">53.890000000000001</cx:pt>
          <cx:pt idx="37920">62.590000000000003</cx:pt>
          <cx:pt idx="37921">84.989999999999995</cx:pt>
          <cx:pt idx="37922">96.980000000000004</cx:pt>
          <cx:pt idx="37923">79.989999999999995</cx:pt>
          <cx:pt idx="37924">84.989999999999995</cx:pt>
          <cx:pt idx="37925">96.980000000000004</cx:pt>
          <cx:pt idx="37926">60.990000000000002</cx:pt>
          <cx:pt idx="37927">96.980000000000004</cx:pt>
          <cx:pt idx="37928">96.980000000000004</cx:pt>
          <cx:pt idx="37929">96.980000000000004</cx:pt>
          <cx:pt idx="37930">77.980000000000004</cx:pt>
          <cx:pt idx="37931">49.990000000000002</cx:pt>
          <cx:pt idx="37932">77.980000000000004</cx:pt>
          <cx:pt idx="37933">65.989999999999995</cx:pt>
          <cx:pt idx="37934">84.989999999999995</cx:pt>
          <cx:pt idx="37935">65.989999999999995</cx:pt>
          <cx:pt idx="37936">73.969999999999999</cx:pt>
          <cx:pt idx="37937">81.200000000000003</cx:pt>
          <cx:pt idx="37938">96.980000000000004</cx:pt>
          <cx:pt idx="37939">84.989999999999995</cx:pt>
          <cx:pt idx="37940">79.980000000000004</cx:pt>
          <cx:pt idx="37941">79.980000000000004</cx:pt>
          <cx:pt idx="37942">44.729999999999997</cx:pt>
          <cx:pt idx="37943">22.969999999999999</cx:pt>
          <cx:pt idx="37944">79.980000000000004</cx:pt>
          <cx:pt idx="37945">62.590000000000003</cx:pt>
          <cx:pt idx="37946">71.290000000000006</cx:pt>
          <cx:pt idx="37947">151.96000000000001</cx:pt>
          <cx:pt idx="37948">151.69999999999999</cx:pt>
          <cx:pt idx="37949">145.97</cx:pt>
          <cx:pt idx="37950">79.980000000000004</cx:pt>
          <cx:pt idx="37951">79.980000000000004</cx:pt>
          <cx:pt idx="37952">79.980000000000004</cx:pt>
          <cx:pt idx="37953">229.96000000000001</cx:pt>
          <cx:pt idx="37954">248.56</cx:pt>
          <cx:pt idx="37955">277.94999999999999</cx:pt>
          <cx:pt idx="37956">243.90000000000001</cx:pt>
          <cx:pt idx="37957">146.16999999999999</cx:pt>
          <cx:pt idx="37958">277.94999999999999</cx:pt>
          <cx:pt idx="37959">131.97999999999999</cx:pt>
          <cx:pt idx="37960">237.96000000000001</cx:pt>
          <cx:pt idx="37961">131.97999999999999</cx:pt>
          <cx:pt idx="37962">169.97999999999999</cx:pt>
          <cx:pt idx="37963">267.94999999999999</cx:pt>
          <cx:pt idx="37964">79.969999999999999</cx:pt>
          <cx:pt idx="37965">79.969999999999999</cx:pt>
          <cx:pt idx="37966">79.959999999999994</cx:pt>
          <cx:pt idx="37967">21.289999999999999</cx:pt>
          <cx:pt idx="37968">41.280000000000001</cx:pt>
          <cx:pt idx="37969">21.289999999999999</cx:pt>
          <cx:pt idx="37970">41.280000000000001</cx:pt>
          <cx:pt idx="37971">21.940000000000001</cx:pt>
          <cx:pt idx="37972">21.940000000000001</cx:pt>
          <cx:pt idx="37973">147.58000000000001</cx:pt>
          <cx:pt idx="37974">128.24000000000001</cx:pt>
          <cx:pt idx="37975">182.66999999999999</cx:pt>
          <cx:pt idx="37976">128.24000000000001</cx:pt>
          <cx:pt idx="37977">139.11000000000001</cx:pt>
          <cx:pt idx="37978">185.09</cx:pt>
          <cx:pt idx="37979">172.99000000000001</cx:pt>
          <cx:pt idx="37980">153.63</cx:pt>
          <cx:pt idx="37981">79.950000000000003</cx:pt>
          <cx:pt idx="37982">51.979999999999997</cx:pt>
          <cx:pt idx="37983">51.979999999999997</cx:pt>
          <cx:pt idx="37984">67.709999999999994</cx:pt>
          <cx:pt idx="37985">67.709999999999994</cx:pt>
          <cx:pt idx="37986">86.730000000000004</cx:pt>
          <cx:pt idx="37987">67.709999999999994</cx:pt>
          <cx:pt idx="37988">86.730000000000004</cx:pt>
          <cx:pt idx="37989">51.979999999999997</cx:pt>
          <cx:pt idx="37990">86.730000000000004</cx:pt>
          <cx:pt idx="37991">85.980000000000004</cx:pt>
          <cx:pt idx="37992">85.980000000000004</cx:pt>
          <cx:pt idx="37993">79.180000000000007</cx:pt>
          <cx:pt idx="37994">54.829999999999998</cx:pt>
          <cx:pt idx="37995">16.289999999999999</cx:pt>
          <cx:pt idx="37996">185.96000000000001</cx:pt>
          <cx:pt idx="37997">84.989999999999995</cx:pt>
          <cx:pt idx="37998">134.97999999999999</cx:pt>
          <cx:pt idx="37999">142.55000000000001</cx:pt>
          <cx:pt idx="38000">190.41</cx:pt>
          <cx:pt idx="38001">98.980000000000004</cx:pt>
          <cx:pt idx="38002">138.56999999999999</cx:pt>
          <cx:pt idx="38003">243.46000000000001</cx:pt>
          <cx:pt idx="38004">229.97</cx:pt>
          <cx:pt idx="38005">154.44999999999999</cx:pt>
          <cx:pt idx="38006">125.95999999999999</cx:pt>
          <cx:pt idx="38007">99.980000000000004</cx:pt>
          <cx:pt idx="38008">79.019999999999996</cx:pt>
          <cx:pt idx="38009">78.969999999999999</cx:pt>
          <cx:pt idx="38010">78.969999999999999</cx:pt>
          <cx:pt idx="38011">78.969999999999999</cx:pt>
          <cx:pt idx="38012">64.980000000000004</cx:pt>
          <cx:pt idx="38013">-51.979999999999997</cx:pt>
          <cx:pt idx="38014">-64.980000000000004</cx:pt>
          <cx:pt idx="38015">51.979999999999997</cx:pt>
          <cx:pt idx="38016">78.959999999999994</cx:pt>
          <cx:pt idx="38017">78.959999999999994</cx:pt>
          <cx:pt idx="38018">78.260000000000005</cx:pt>
          <cx:pt idx="38019">71.980000000000004</cx:pt>
          <cx:pt idx="38020">169.97999999999999</cx:pt>
          <cx:pt idx="38021">169.97999999999999</cx:pt>
          <cx:pt idx="38022">215.87</cx:pt>
          <cx:pt idx="38023">130.53999999999999</cx:pt>
          <cx:pt idx="38024">134.97</cx:pt>
          <cx:pt idx="38025">169.97999999999999</cx:pt>
          <cx:pt idx="38026">131.97999999999999</cx:pt>
          <cx:pt idx="38027">60.969999999999999</cx:pt>
          <cx:pt idx="38028">60.969999999999999</cx:pt>
          <cx:pt idx="38029">78.170000000000002</cx:pt>
          <cx:pt idx="38030">64.079999999999998</cx:pt>
          <cx:pt idx="38031">79.459999999999994</cx:pt>
          <cx:pt idx="38032">15.49</cx:pt>
          <cx:pt idx="38033">45.469999999999999</cx:pt>
          <cx:pt idx="38034">169.97999999999999</cx:pt>
          <cx:pt idx="38035">119.98</cx:pt>
          <cx:pt idx="38036">104.98</cx:pt>
          <cx:pt idx="38037">169.97999999999999</cx:pt>
          <cx:pt idx="38038">105.98</cx:pt>
          <cx:pt idx="38039">84.989999999999995</cx:pt>
          <cx:pt idx="38040">169.97999999999999</cx:pt>
          <cx:pt idx="38041">84.980000000000004</cx:pt>
          <cx:pt idx="38042">169.97999999999999</cx:pt>
          <cx:pt idx="38043">124.97</cx:pt>
          <cx:pt idx="38044">104.98</cx:pt>
          <cx:pt idx="38045">169.97999999999999</cx:pt>
          <cx:pt idx="38046">163.96000000000001</cx:pt>
          <cx:pt idx="38047">84.989999999999995</cx:pt>
          <cx:pt idx="38048">153.97999999999999</cx:pt>
          <cx:pt idx="38049">77.969999999999999</cx:pt>
          <cx:pt idx="38050">77.969999999999999</cx:pt>
          <cx:pt idx="38051">-25.98</cx:pt>
          <cx:pt idx="38052">52.969999999999999</cx:pt>
          <cx:pt idx="38053">50.969999999999999</cx:pt>
          <cx:pt idx="38054">77.939999999999998</cx:pt>
          <cx:pt idx="38055">79.980000000000004</cx:pt>
          <cx:pt idx="38056">259.95999999999998</cx:pt>
          <cx:pt idx="38057">59.990000000000002</cx:pt>
          <cx:pt idx="38058">206.94</cx:pt>
          <cx:pt idx="38059">292.12</cx:pt>
          <cx:pt idx="38060">522.5</cx:pt>
          <cx:pt idx="38061">98.980000000000004</cx:pt>
          <cx:pt idx="38062">454.93000000000001</cx:pt>
          <cx:pt idx="38063">391.93000000000001</cx:pt>
          <cx:pt idx="38064">79.980000000000004</cx:pt>
          <cx:pt idx="38065">79.969999999999999</cx:pt>
          <cx:pt idx="38066">86.010000000000005</cx:pt>
          <cx:pt idx="38067">85.989999999999995</cx:pt>
          <cx:pt idx="38068">85.989999999999995</cx:pt>
          <cx:pt idx="38069">189.96000000000001</cx:pt>
          <cx:pt idx="38070">86.359999999999999</cx:pt>
          <cx:pt idx="38071">197.97</cx:pt>
          <cx:pt idx="38072">157.96000000000001</cx:pt>
          <cx:pt idx="38073">189.96000000000001</cx:pt>
          <cx:pt idx="38074">158.16</cx:pt>
          <cx:pt idx="38075">85.890000000000001</cx:pt>
          <cx:pt idx="38076">85.890000000000001</cx:pt>
          <cx:pt idx="38077">85.890000000000001</cx:pt>
          <cx:pt idx="38078">85.870000000000005</cx:pt>
          <cx:pt idx="38079">37.240000000000002</cx:pt>
          <cx:pt idx="38080">19.489999999999998</cx:pt>
          <cx:pt idx="38081">85.739999999999995</cx:pt>
          <cx:pt idx="38082">169.96000000000001</cx:pt>
          <cx:pt idx="38083">153.97999999999999</cx:pt>
          <cx:pt idx="38084">153.97</cx:pt>
          <cx:pt idx="38085">197.97</cx:pt>
          <cx:pt idx="38086">167.49000000000001</cx:pt>
          <cx:pt idx="38087">148.11000000000001</cx:pt>
          <cx:pt idx="38088">267.61000000000001</cx:pt>
          <cx:pt idx="38089">156.97</cx:pt>
          <cx:pt idx="38090">170.25999999999999</cx:pt>
          <cx:pt idx="38091">169.97999999999999</cx:pt>
          <cx:pt idx="38092">84.989999999999995</cx:pt>
          <cx:pt idx="38093">84.989999999999995</cx:pt>
          <cx:pt idx="38094">84.989999999999995</cx:pt>
          <cx:pt idx="38095">158.94999999999999</cx:pt>
          <cx:pt idx="38096">159.96000000000001</cx:pt>
          <cx:pt idx="38097">153.97</cx:pt>
          <cx:pt idx="38098">131.96000000000001</cx:pt>
          <cx:pt idx="38099">132.28</cx:pt>
          <cx:pt idx="38100">84.989999999999995</cx:pt>
          <cx:pt idx="38101">84.989999999999995</cx:pt>
          <cx:pt idx="38102">84.989999999999995</cx:pt>
          <cx:pt idx="38103">84.989999999999995</cx:pt>
          <cx:pt idx="38104">84.989999999999995</cx:pt>
          <cx:pt idx="38105">84.989999999999995</cx:pt>
          <cx:pt idx="38106">84.989999999999995</cx:pt>
          <cx:pt idx="38107">84.989999999999995</cx:pt>
          <cx:pt idx="38108">84.989999999999995</cx:pt>
          <cx:pt idx="38109">84.989999999999995</cx:pt>
          <cx:pt idx="38110">78.959999999999994</cx:pt>
          <cx:pt idx="38111">84.980000000000004</cx:pt>
          <cx:pt idx="38112">84.969999999999999</cx:pt>
          <cx:pt idx="38113">59.979999999999997</cx:pt>
          <cx:pt idx="38114">48.229999999999997</cx:pt>
          <cx:pt idx="38115">4.2400000000000002</cx:pt>
          <cx:pt idx="38116">58.979999999999997</cx:pt>
          <cx:pt idx="38117">98.799999999999997</cx:pt>
          <cx:pt idx="38118">49.869999999999997</cx:pt>
          <cx:pt idx="38119">53.939999999999998</cx:pt>
          <cx:pt idx="38120">53.939999999999998</cx:pt>
          <cx:pt idx="38121">55.890000000000001</cx:pt>
          <cx:pt idx="38122">67.969999999999999</cx:pt>
          <cx:pt idx="38123">58.979999999999997</cx:pt>
          <cx:pt idx="38124">50.969999999999999</cx:pt>
          <cx:pt idx="38125">53.399999999999999</cx:pt>
          <cx:pt idx="38126">67.969999999999999</cx:pt>
          <cx:pt idx="38127">58.979999999999997</cx:pt>
          <cx:pt idx="38128">74.510000000000005</cx:pt>
          <cx:pt idx="38129">49.990000000000002</cx:pt>
          <cx:pt idx="38130">58.979999999999997</cx:pt>
          <cx:pt idx="38131">58.979999999999997</cx:pt>
          <cx:pt idx="38132">53.939999999999998</cx:pt>
          <cx:pt idx="38133">58.979999999999997</cx:pt>
          <cx:pt idx="38134">59.979999999999997</cx:pt>
          <cx:pt idx="38135">58.979999999999997</cx:pt>
          <cx:pt idx="38136">56.960000000000001</cx:pt>
          <cx:pt idx="38137">56.939999999999998</cx:pt>
          <cx:pt idx="38138">58.960000000000001</cx:pt>
          <cx:pt idx="38139">58.979999999999997</cx:pt>
          <cx:pt idx="38140">54.93</cx:pt>
          <cx:pt idx="38141">50.039999999999999</cx:pt>
          <cx:pt idx="38142">78.870000000000005</cx:pt>
          <cx:pt idx="38143">77.469999999999999</cx:pt>
          <cx:pt idx="38144">56.829999999999998</cx:pt>
          <cx:pt idx="38145">77.379999999999995</cx:pt>
          <cx:pt idx="38146">50.189999999999998</cx:pt>
          <cx:pt idx="38147">19.989999999999998</cx:pt>
          <cx:pt idx="38148">59.979999999999997</cx:pt>
          <cx:pt idx="38149">77.370000000000005</cx:pt>
          <cx:pt idx="38150">84.549999999999997</cx:pt>
          <cx:pt idx="38151">77.099999999999994</cx:pt>
          <cx:pt idx="38152">169.97999999999999</cx:pt>
          <cx:pt idx="38153">171.28</cx:pt>
          <cx:pt idx="38154">104.98</cx:pt>
          <cx:pt idx="38155">169.97999999999999</cx:pt>
          <cx:pt idx="38156">186.68000000000001</cx:pt>
          <cx:pt idx="38157">93.939999999999998</cx:pt>
          <cx:pt idx="38158">51.969999999999999</cx:pt>
          <cx:pt idx="38159">76.969999999999999</cx:pt>
          <cx:pt idx="38160">76.959999999999994</cx:pt>
          <cx:pt idx="38161">76.969999999999999</cx:pt>
          <cx:pt idx="38162">76.950000000000003</cx:pt>
          <cx:pt idx="38163">64.980000000000004</cx:pt>
          <cx:pt idx="38164">14.99</cx:pt>
          <cx:pt idx="38165">55.170000000000002</cx:pt>
          <cx:pt idx="38166">55.590000000000003</cx:pt>
          <cx:pt idx="38167">214.09</cx:pt>
          <cx:pt idx="38168">134.24000000000001</cx:pt>
          <cx:pt idx="38169">239.5</cx:pt>
          <cx:pt idx="38170">65.269999999999996</cx:pt>
          <cx:pt idx="38171">120.2</cx:pt>
          <cx:pt idx="38172">24.789999999999999</cx:pt>
          <cx:pt idx="38173">65.269999999999996</cx:pt>
          <cx:pt idx="38174">134.24000000000001</cx:pt>
          <cx:pt idx="38175">55.590000000000003</cx:pt>
          <cx:pt idx="38176">192.33000000000001</cx:pt>
          <cx:pt idx="38177">214.09</cx:pt>
          <cx:pt idx="38178">101.56</cx:pt>
          <cx:pt idx="38179">65.269999999999996</cx:pt>
          <cx:pt idx="38180">84.900000000000006</cx:pt>
          <cx:pt idx="38181">76.870000000000005</cx:pt>
          <cx:pt idx="38182">76.870000000000005</cx:pt>
          <cx:pt idx="38183">84.689999999999998</cx:pt>
          <cx:pt idx="38184">84.680000000000007</cx:pt>
          <cx:pt idx="38185">84.680000000000007</cx:pt>
          <cx:pt idx="38186">131.97999999999999</cx:pt>
          <cx:pt idx="38187">125.38</cx:pt>
          <cx:pt idx="38188">121.98</cx:pt>
          <cx:pt idx="38189">131.97999999999999</cx:pt>
          <cx:pt idx="38190">84.680000000000007</cx:pt>
          <cx:pt idx="38191">84.680000000000007</cx:pt>
          <cx:pt idx="38192">83.980000000000004</cx:pt>
          <cx:pt idx="38193">84.680000000000007</cx:pt>
          <cx:pt idx="38194">84.680000000000007</cx:pt>
          <cx:pt idx="38195">84.680000000000007</cx:pt>
          <cx:pt idx="38196">84.659999999999997</cx:pt>
          <cx:pt idx="38197">94.980000000000004</cx:pt>
          <cx:pt idx="38198">134.97999999999999</cx:pt>
          <cx:pt idx="38199">99.980000000000004</cx:pt>
          <cx:pt idx="38200">169.97999999999999</cx:pt>
          <cx:pt idx="38201">134.97999999999999</cx:pt>
          <cx:pt idx="38202">118.97</cx:pt>
          <cx:pt idx="38203">188.97</cx:pt>
          <cx:pt idx="38204">134.97999999999999</cx:pt>
          <cx:pt idx="38205">68.980000000000004</cx:pt>
          <cx:pt idx="38206">84.989999999999995</cx:pt>
          <cx:pt idx="38207">10.82</cx:pt>
          <cx:pt idx="38208">238.96000000000001</cx:pt>
          <cx:pt idx="38209">118.97</cx:pt>
          <cx:pt idx="38210">77.319999999999993</cx:pt>
          <cx:pt idx="38211">84.640000000000001</cx:pt>
          <cx:pt idx="38212">77.980000000000004</cx:pt>
          <cx:pt idx="38213">77.980000000000004</cx:pt>
          <cx:pt idx="38214">131.97999999999999</cx:pt>
          <cx:pt idx="38215">169.97999999999999</cx:pt>
          <cx:pt idx="38216">169.46000000000001</cx:pt>
          <cx:pt idx="38217">153.11000000000001</cx:pt>
          <cx:pt idx="38218">169.97999999999999</cx:pt>
          <cx:pt idx="38219">169.97999999999999</cx:pt>
          <cx:pt idx="38220">73.480000000000004</cx:pt>
          <cx:pt idx="38221">169.97999999999999</cx:pt>
          <cx:pt idx="38222">169.97999999999999</cx:pt>
          <cx:pt idx="38223">68.989999999999995</cx:pt>
          <cx:pt idx="38224">169.97999999999999</cx:pt>
          <cx:pt idx="38225">131.97999999999999</cx:pt>
          <cx:pt idx="38226">118.98</cx:pt>
          <cx:pt idx="38227">77.980000000000004</cx:pt>
          <cx:pt idx="38228">77.980000000000004</cx:pt>
          <cx:pt idx="38229">77.980000000000004</cx:pt>
          <cx:pt idx="38230">77.969999999999999</cx:pt>
          <cx:pt idx="38231">77.959999999999994</cx:pt>
          <cx:pt idx="38232">77.969999999999999</cx:pt>
          <cx:pt idx="38233">77.950000000000003</cx:pt>
          <cx:pt idx="38234">122.90000000000001</cx:pt>
          <cx:pt idx="38235">123.95999999999999</cx:pt>
          <cx:pt idx="38236">65.989999999999995</cx:pt>
          <cx:pt idx="38237">65.989999999999995</cx:pt>
          <cx:pt idx="38238">123.95</cx:pt>
          <cx:pt idx="38239">105.97</cx:pt>
          <cx:pt idx="38240">105.97</cx:pt>
          <cx:pt idx="38241">85.980000000000004</cx:pt>
          <cx:pt idx="38242">105.97</cx:pt>
          <cx:pt idx="38243">65.989999999999995</cx:pt>
          <cx:pt idx="38244">65.989999999999995</cx:pt>
          <cx:pt idx="38245">105.97</cx:pt>
          <cx:pt idx="38246">120.95999999999999</cx:pt>
          <cx:pt idx="38247">85.980000000000004</cx:pt>
          <cx:pt idx="38248">151.97</cx:pt>
          <cx:pt idx="38249">104.95999999999999</cx:pt>
          <cx:pt idx="38250">105.97</cx:pt>
          <cx:pt idx="38251">65.989999999999995</cx:pt>
          <cx:pt idx="38252">105.97</cx:pt>
          <cx:pt idx="38253">65.989999999999995</cx:pt>
          <cx:pt idx="38254">49.990000000000002</cx:pt>
          <cx:pt idx="38255">77.939999999999998</cx:pt>
          <cx:pt idx="38256">77.939999999999998</cx:pt>
          <cx:pt idx="38257">15.49</cx:pt>
          <cx:pt idx="38258">40.240000000000002</cx:pt>
          <cx:pt idx="38259">76.489999999999995</cx:pt>
          <cx:pt idx="38260">76.489999999999995</cx:pt>
          <cx:pt idx="38261">76.489999999999995</cx:pt>
          <cx:pt idx="38262">76.489999999999995</cx:pt>
          <cx:pt idx="38263">76.489999999999995</cx:pt>
          <cx:pt idx="38264">84.989999999999995</cx:pt>
          <cx:pt idx="38265">84.989999999999995</cx:pt>
          <cx:pt idx="38266">52.240000000000002</cx:pt>
          <cx:pt idx="38267">52.240000000000002</cx:pt>
          <cx:pt idx="38268">52.240000000000002</cx:pt>
          <cx:pt idx="38269">84.989999999999995</cx:pt>
          <cx:pt idx="38270">41.490000000000002</cx:pt>
          <cx:pt idx="38271">65.989999999999995</cx:pt>
          <cx:pt idx="38272">84.989999999999995</cx:pt>
          <cx:pt idx="38273">52.240000000000002</cx:pt>
          <cx:pt idx="38274">51.490000000000002</cx:pt>
          <cx:pt idx="38275">51.490000000000002</cx:pt>
          <cx:pt idx="38276">73.989999999999995</cx:pt>
          <cx:pt idx="38277">41.490000000000002</cx:pt>
          <cx:pt idx="38278">41.490000000000002</cx:pt>
          <cx:pt idx="38279">31.489999999999998</cx:pt>
          <cx:pt idx="38280">65.989999999999995</cx:pt>
          <cx:pt idx="38281">-84.989999999999995</cx:pt>
          <cx:pt idx="38282">84.989999999999995</cx:pt>
          <cx:pt idx="38283">31.489999999999998</cx:pt>
          <cx:pt idx="38284">42.240000000000002</cx:pt>
          <cx:pt idx="38285">51.490000000000002</cx:pt>
          <cx:pt idx="38286">84.989999999999995</cx:pt>
          <cx:pt idx="38287">52.240000000000002</cx:pt>
          <cx:pt idx="38288">42.240000000000002</cx:pt>
          <cx:pt idx="38289">46.490000000000002</cx:pt>
          <cx:pt idx="38290">42.990000000000002</cx:pt>
          <cx:pt idx="38291">42.240000000000002</cx:pt>
          <cx:pt idx="38292">84.989999999999995</cx:pt>
          <cx:pt idx="38293">31.489999999999998</cx:pt>
          <cx:pt idx="38294">51.490000000000002</cx:pt>
          <cx:pt idx="38295">51.490000000000002</cx:pt>
          <cx:pt idx="38296">76.480000000000004</cx:pt>
          <cx:pt idx="38297">76.489999999999995</cx:pt>
          <cx:pt idx="38298">76.469999999999999</cx:pt>
          <cx:pt idx="38299">76.469999999999999</cx:pt>
          <cx:pt idx="38300">76.469999999999999</cx:pt>
          <cx:pt idx="38301">83.680000000000007</cx:pt>
          <cx:pt idx="38302">26.66</cx:pt>
          <cx:pt idx="38303">29.280000000000001</cx:pt>
          <cx:pt idx="38304">76.980000000000004</cx:pt>
          <cx:pt idx="38305">221.38999999999999</cx:pt>
          <cx:pt idx="38306">130.63</cx:pt>
          <cx:pt idx="38307">186.28999999999999</cx:pt>
          <cx:pt idx="38308">11.289999999999999</cx:pt>
          <cx:pt idx="38309">57.579999999999998</cx:pt>
          <cx:pt idx="38310">76.870000000000005</cx:pt>
          <cx:pt idx="38311">76.870000000000005</cx:pt>
          <cx:pt idx="38312">76.870000000000005</cx:pt>
          <cx:pt idx="38313">63.130000000000003</cx:pt>
          <cx:pt idx="38314">69.989999999999995</cx:pt>
          <cx:pt idx="38315">69.989999999999995</cx:pt>
          <cx:pt idx="38316">77.379999999999995</cx:pt>
          <cx:pt idx="38317">69.950000000000003</cx:pt>
          <cx:pt idx="38318">129.44999999999999</cx:pt>
          <cx:pt idx="38319">135.97</cx:pt>
          <cx:pt idx="38320">60.990000000000002</cx:pt>
          <cx:pt idx="38321">60.990000000000002</cx:pt>
          <cx:pt idx="38322">110.01000000000001</cx:pt>
          <cx:pt idx="38323">79.989999999999995</cx:pt>
          <cx:pt idx="38324">60.990000000000002</cx:pt>
          <cx:pt idx="38325">60.990000000000002</cx:pt>
          <cx:pt idx="38326">157.97</cx:pt>
          <cx:pt idx="38327">74.980000000000004</cx:pt>
          <cx:pt idx="38328">58.969999999999999</cx:pt>
          <cx:pt idx="38329">63.729999999999997</cx:pt>
          <cx:pt idx="38330">60.990000000000002</cx:pt>
          <cx:pt idx="38331">75.980000000000004</cx:pt>
          <cx:pt idx="38332">75.969999999999999</cx:pt>
          <cx:pt idx="38333">67.480000000000004</cx:pt>
          <cx:pt idx="38334">75.980000000000004</cx:pt>
          <cx:pt idx="38335">75.959999999999994</cx:pt>
          <cx:pt idx="38336">75.969999999999999</cx:pt>
          <cx:pt idx="38337">75.980000000000004</cx:pt>
          <cx:pt idx="38338">75.969999999999999</cx:pt>
          <cx:pt idx="38339">59.960000000000001</cx:pt>
          <cx:pt idx="38340">314.89999999999998</cx:pt>
          <cx:pt idx="38341">399.92000000000002</cx:pt>
          <cx:pt idx="38342">339.88999999999999</cx:pt>
          <cx:pt idx="38343">75.959999999999994</cx:pt>
          <cx:pt idx="38344">24.489999999999998</cx:pt>
          <cx:pt idx="38345">34.479999999999997</cx:pt>
          <cx:pt idx="38346">26.48</cx:pt>
          <cx:pt idx="38347">32.490000000000002</cx:pt>
          <cx:pt idx="38348">24.489999999999998</cx:pt>
          <cx:pt idx="38349">34.479999999999997</cx:pt>
          <cx:pt idx="38350">75.959999999999994</cx:pt>
          <cx:pt idx="38351">-6</cx:pt>
          <cx:pt idx="38352">83.980000000000004</cx:pt>
          <cx:pt idx="38353">75.959999999999994</cx:pt>
          <cx:pt idx="38354">77.980000000000004</cx:pt>
          <cx:pt idx="38355">84.989999999999995</cx:pt>
          <cx:pt idx="38356">65.189999999999998</cx:pt>
          <cx:pt idx="38357">221.96000000000001</cx:pt>
          <cx:pt idx="38358">130.38</cx:pt>
          <cx:pt idx="38359">55.960000000000001</cx:pt>
          <cx:pt idx="38360">78.640000000000001</cx:pt>
          <cx:pt idx="38361">83.340000000000003</cx:pt>
          <cx:pt idx="38362">137.97999999999999</cx:pt>
          <cx:pt idx="38363">122.97</cx:pt>
          <cx:pt idx="38364">68.989999999999995</cx:pt>
          <cx:pt idx="38365">75.959999999999994</cx:pt>
          <cx:pt idx="38366">32.490000000000002</cx:pt>
          <cx:pt idx="38367">26.489999999999998</cx:pt>
          <cx:pt idx="38368">13.27</cx:pt>
          <cx:pt idx="38369">60.960000000000001</cx:pt>
          <cx:pt idx="38370">75.870000000000005</cx:pt>
          <cx:pt idx="38371">10.99</cx:pt>
          <cx:pt idx="38372">67.480000000000004</cx:pt>
          <cx:pt idx="38373">73.280000000000001</cx:pt>
          <cx:pt idx="38374">122.98</cx:pt>
          <cx:pt idx="38375">89.099999999999994</cx:pt>
          <cx:pt idx="38376">174.97</cx:pt>
          <cx:pt idx="38377">79.989999999999995</cx:pt>
          <cx:pt idx="38378">79.989999999999995</cx:pt>
          <cx:pt idx="38379">79.989999999999995</cx:pt>
          <cx:pt idx="38380">94.980000000000004</cx:pt>
          <cx:pt idx="38381">122.98</cx:pt>
          <cx:pt idx="38382">71.989999999999995</cx:pt>
          <cx:pt idx="38383">79.989999999999995</cx:pt>
          <cx:pt idx="38384">79.989999999999995</cx:pt>
          <cx:pt idx="38385">76.180000000000007</cx:pt>
          <cx:pt idx="38386">159.97999999999999</cx:pt>
          <cx:pt idx="38387">93.980000000000004</cx:pt>
          <cx:pt idx="38388">85.480000000000004</cx:pt>
          <cx:pt idx="38389">100.28</cx:pt>
          <cx:pt idx="38390">64.980000000000004</cx:pt>
          <cx:pt idx="38391">143.97999999999999</cx:pt>
          <cx:pt idx="38392">149.97999999999999</cx:pt>
          <cx:pt idx="38393">77.099999999999994</cx:pt>
          <cx:pt idx="38394">82.980000000000004</cx:pt>
          <cx:pt idx="38395">82.969999999999999</cx:pt>
          <cx:pt idx="38396">76.969999999999999</cx:pt>
          <cx:pt idx="38397">59.960000000000001</cx:pt>
          <cx:pt idx="38398">76.969999999999999</cx:pt>
          <cx:pt idx="38399">59.57</cx:pt>
          <cx:pt idx="38400">76.959999999999994</cx:pt>
          <cx:pt idx="38401">20.289999999999999</cx:pt>
          <cx:pt idx="38402">56.969999999999999</cx:pt>
          <cx:pt idx="38403">23.280000000000001</cx:pt>
          <cx:pt idx="38404">36.280000000000001</cx:pt>
          <cx:pt idx="38405">23.280000000000001</cx:pt>
          <cx:pt idx="38406">36.280000000000001</cx:pt>
          <cx:pt idx="38407">83.469999999999999</cx:pt>
          <cx:pt idx="38408">83.469999999999999</cx:pt>
          <cx:pt idx="38409">83.469999999999999</cx:pt>
          <cx:pt idx="38410">65.989999999999995</cx:pt>
          <cx:pt idx="38411">65.989999999999995</cx:pt>
          <cx:pt idx="38412">65.989999999999995</cx:pt>
          <cx:pt idx="38413">65.989999999999995</cx:pt>
          <cx:pt idx="38414">60.210000000000001</cx:pt>
          <cx:pt idx="38415">65.989999999999995</cx:pt>
          <cx:pt idx="38416">65.989999999999995</cx:pt>
          <cx:pt idx="38417">65.989999999999995</cx:pt>
          <cx:pt idx="38418">65.989999999999995</cx:pt>
          <cx:pt idx="38419">51.490000000000002</cx:pt>
          <cx:pt idx="38420">65.989999999999995</cx:pt>
          <cx:pt idx="38421">65.989999999999995</cx:pt>
          <cx:pt idx="38422">62.689999999999998</cx:pt>
          <cx:pt idx="38423">65.989999999999995</cx:pt>
          <cx:pt idx="38424">65.989999999999995</cx:pt>
          <cx:pt idx="38425">65.989999999999995</cx:pt>
          <cx:pt idx="38426">65.989999999999995</cx:pt>
          <cx:pt idx="38427">59.75</cx:pt>
          <cx:pt idx="38428">83.469999999999999</cx:pt>
          <cx:pt idx="38429">83.469999999999999</cx:pt>
          <cx:pt idx="38430">83.450000000000003</cx:pt>
          <cx:pt idx="38431">83.329999999999998</cx:pt>
          <cx:pt idx="38432">73.769999999999996</cx:pt>
          <cx:pt idx="38433">95.969999999999999</cx:pt>
          <cx:pt idx="38434">94.980000000000004</cx:pt>
          <cx:pt idx="38435">99.980000000000004</cx:pt>
          <cx:pt idx="38436">131.97999999999999</cx:pt>
          <cx:pt idx="38437">73.769999999999996</cx:pt>
          <cx:pt idx="38438">73.75</cx:pt>
          <cx:pt idx="38439">73.75</cx:pt>
          <cx:pt idx="38440">75.980000000000004</cx:pt>
          <cx:pt idx="38441">75.980000000000004</cx:pt>
          <cx:pt idx="38442">75.980000000000004</cx:pt>
          <cx:pt idx="38443">49.979999999999997</cx:pt>
          <cx:pt idx="38444">46.280000000000001</cx:pt>
          <cx:pt idx="38445">76.489999999999995</cx:pt>
          <cx:pt idx="38446">76.489999999999995</cx:pt>
          <cx:pt idx="38447">76.489999999999995</cx:pt>
          <cx:pt idx="38448">76.489999999999995</cx:pt>
          <cx:pt idx="38449">76.489999999999995</cx:pt>
          <cx:pt idx="38450">76.489999999999995</cx:pt>
          <cx:pt idx="38451">76.489999999999995</cx:pt>
          <cx:pt idx="38452">76.489999999999995</cx:pt>
          <cx:pt idx="38453">76.480000000000004</cx:pt>
          <cx:pt idx="38454">76.459999999999994</cx:pt>
          <cx:pt idx="38455">102.73999999999999</cx:pt>
          <cx:pt idx="38456">85.969999999999999</cx:pt>
          <cx:pt idx="38457">21.489999999999998</cx:pt>
          <cx:pt idx="38458">74.980000000000004</cx:pt>
          <cx:pt idx="38459">41.490000000000002</cx:pt>
          <cx:pt idx="38460">55.979999999999997</cx:pt>
          <cx:pt idx="38461">92.980000000000004</cx:pt>
          <cx:pt idx="38462">49.990000000000002</cx:pt>
          <cx:pt idx="38463">50.979999999999997</cx:pt>
          <cx:pt idx="38464">137.94999999999999</cx:pt>
          <cx:pt idx="38465">65.980000000000004</cx:pt>
          <cx:pt idx="38466">135.96000000000001</cx:pt>
          <cx:pt idx="38467">119.97</cx:pt>
          <cx:pt idx="38468">99.969999999999999</cx:pt>
          <cx:pt idx="38469">71.930000000000007</cx:pt>
          <cx:pt idx="38470">137.96000000000001</cx:pt>
          <cx:pt idx="38471">19.989999999999998</cx:pt>
          <cx:pt idx="38472">54.979999999999997</cx:pt>
          <cx:pt idx="38473">74.980000000000004</cx:pt>
          <cx:pt idx="38474">75.090000000000003</cx:pt>
          <cx:pt idx="38475">74.980000000000004</cx:pt>
          <cx:pt idx="38476">99.980000000000004</cx:pt>
          <cx:pt idx="38477">84.989999999999995</cx:pt>
          <cx:pt idx="38478">99.980000000000004</cx:pt>
          <cx:pt idx="38479">94.959999999999994</cx:pt>
          <cx:pt idx="38480">84.989999999999995</cx:pt>
          <cx:pt idx="38481">95.969999999999999</cx:pt>
          <cx:pt idx="38482">80.980000000000004</cx:pt>
          <cx:pt idx="38483">90.790000000000006</cx:pt>
          <cx:pt idx="38484">99.980000000000004</cx:pt>
          <cx:pt idx="38485">75.090000000000003</cx:pt>
          <cx:pt idx="38486">75.090000000000003</cx:pt>
          <cx:pt idx="38487">65.989999999999995</cx:pt>
          <cx:pt idx="38488">69.989999999999995</cx:pt>
          <cx:pt idx="38489">80.980000000000004</cx:pt>
          <cx:pt idx="38490">74.980000000000004</cx:pt>
          <cx:pt idx="38491">74.980000000000004</cx:pt>
          <cx:pt idx="38492">49.490000000000002</cx:pt>
          <cx:pt idx="38493">74.989999999999995</cx:pt>
          <cx:pt idx="38494">66.480000000000004</cx:pt>
          <cx:pt idx="38495">74.989999999999995</cx:pt>
          <cx:pt idx="38496">74.969999999999999</cx:pt>
          <cx:pt idx="38497">74.969999999999999</cx:pt>
          <cx:pt idx="38498">252.41999999999999</cx:pt>
          <cx:pt idx="38499">202.27000000000001</cx:pt>
          <cx:pt idx="38500">254.97</cx:pt>
          <cx:pt idx="38501">219.97</cx:pt>
          <cx:pt idx="38502">224.28999999999999</cx:pt>
          <cx:pt idx="38503">329.94999999999999</cx:pt>
          <cx:pt idx="38504">252.41999999999999</cx:pt>
          <cx:pt idx="38505">131.97999999999999</cx:pt>
          <cx:pt idx="38506">74.969999999999999</cx:pt>
          <cx:pt idx="38507">57.979999999999997</cx:pt>
          <cx:pt idx="38508">74.969999999999999</cx:pt>
          <cx:pt idx="38509">74.969999999999999</cx:pt>
          <cx:pt idx="38510">74.969999999999999</cx:pt>
          <cx:pt idx="38511">74.980000000000004</cx:pt>
          <cx:pt idx="38512">74.980000000000004</cx:pt>
          <cx:pt idx="38513">74.980000000000004</cx:pt>
          <cx:pt idx="38514">151.97</cx:pt>
          <cx:pt idx="38515">65.989999999999995</cx:pt>
          <cx:pt idx="38516">121.98</cx:pt>
          <cx:pt idx="38517">259.80000000000001</cx:pt>
          <cx:pt idx="38518">141.97</cx:pt>
          <cx:pt idx="38519">151.97</cx:pt>
          <cx:pt idx="38520">59.369999999999997</cx:pt>
          <cx:pt idx="38521">74.980000000000004</cx:pt>
          <cx:pt idx="38522">74.980000000000004</cx:pt>
          <cx:pt idx="38523">74.969999999999999</cx:pt>
          <cx:pt idx="38524">74.969999999999999</cx:pt>
          <cx:pt idx="38525">66.480000000000004</cx:pt>
          <cx:pt idx="38526">108.86</cx:pt>
          <cx:pt idx="38527">220.96000000000001</cx:pt>
          <cx:pt idx="38528">225.94</cx:pt>
          <cx:pt idx="38529">209.94999999999999</cx:pt>
          <cx:pt idx="38530">124.97</cx:pt>
          <cx:pt idx="38531">70.959999999999994</cx:pt>
          <cx:pt idx="38532">173.94999999999999</cx:pt>
          <cx:pt idx="38533">169.97999999999999</cx:pt>
          <cx:pt idx="38534">-15.99</cx:pt>
          <cx:pt idx="38535">102.05</cx:pt>
          <cx:pt idx="38536">74.969999999999999</cx:pt>
          <cx:pt idx="38537">74.980000000000004</cx:pt>
          <cx:pt idx="38538">74.969999999999999</cx:pt>
          <cx:pt idx="38539">32.240000000000002</cx:pt>
          <cx:pt idx="38540">17.239999999999998</cx:pt>
          <cx:pt idx="38541">74.969999999999999</cx:pt>
          <cx:pt idx="38542">74.969999999999999</cx:pt>
          <cx:pt idx="38543">74.969999999999999</cx:pt>
          <cx:pt idx="38544">74.969999999999999</cx:pt>
          <cx:pt idx="38545">74.969999999999999</cx:pt>
          <cx:pt idx="38546">161.96000000000001</cx:pt>
          <cx:pt idx="38547">131.97999999999999</cx:pt>
          <cx:pt idx="38548">171.97</cx:pt>
          <cx:pt idx="38549">194.44999999999999</cx:pt>
          <cx:pt idx="38550">61.579999999999998</cx:pt>
          <cx:pt idx="38551">138.49000000000001</cx:pt>
          <cx:pt idx="38552">74.969999999999999</cx:pt>
          <cx:pt idx="38553">74.969999999999999</cx:pt>
          <cx:pt idx="38554">74.969999999999999</cx:pt>
          <cx:pt idx="38555">50.969999999999999</cx:pt>
          <cx:pt idx="38556">50.969999999999999</cx:pt>
          <cx:pt idx="38557">22.239999999999998</cx:pt>
          <cx:pt idx="38558">31.48</cx:pt>
          <cx:pt idx="38559">74.950000000000003</cx:pt>
          <cx:pt idx="38560">74.950000000000003</cx:pt>
          <cx:pt idx="38561">82.739999999999995</cx:pt>
          <cx:pt idx="38562">75.569999999999993</cx:pt>
          <cx:pt idx="38563">103.77</cx:pt>
          <cx:pt idx="38564">84.140000000000001</cx:pt>
          <cx:pt idx="38565">73.989999999999995</cx:pt>
          <cx:pt idx="38566">224.16999999999999</cx:pt>
          <cx:pt idx="38567">83.930000000000007</cx:pt>
          <cx:pt idx="38568">70.989999999999995</cx:pt>
          <cx:pt idx="38569">84.989999999999995</cx:pt>
          <cx:pt idx="38570">131.96000000000001</cx:pt>
          <cx:pt idx="38571">84.989999999999995</cx:pt>
          <cx:pt idx="38572">82.730000000000004</cx:pt>
          <cx:pt idx="38573">87.280000000000001</cx:pt>
          <cx:pt idx="38574">84.989999999999995</cx:pt>
          <cx:pt idx="38575">82.730000000000004</cx:pt>
          <cx:pt idx="38576">82.730000000000004</cx:pt>
          <cx:pt idx="38577">72.489999999999995</cx:pt>
          <cx:pt idx="38578">51.990000000000002</cx:pt>
          <cx:pt idx="38579">21.989999999999998</cx:pt>
          <cx:pt idx="38580">75.980000000000004</cx:pt>
          <cx:pt idx="38581">75.980000000000004</cx:pt>
          <cx:pt idx="38582">84.140000000000001</cx:pt>
          <cx:pt idx="38583">78.849999999999994</cx:pt>
          <cx:pt idx="38584">84.329999999999998</cx:pt>
          <cx:pt idx="38585">56.979999999999997</cx:pt>
          <cx:pt idx="38586">87.120000000000005</cx:pt>
          <cx:pt idx="38587">105.31999999999999</cx:pt>
          <cx:pt idx="38588">84.140000000000001</cx:pt>
          <cx:pt idx="38589">64.329999999999998</cx:pt>
          <cx:pt idx="38590">75.090000000000003</cx:pt>
          <cx:pt idx="38591">84.140000000000001</cx:pt>
          <cx:pt idx="38592">131.59</cx:pt>
          <cx:pt idx="38593">84.989999999999995</cx:pt>
          <cx:pt idx="38594">84.989999999999995</cx:pt>
          <cx:pt idx="38595">84.989999999999995</cx:pt>
          <cx:pt idx="38596">114.97</cx:pt>
          <cx:pt idx="38597">65.189999999999998</cx:pt>
          <cx:pt idx="38598">84.129999999999995</cx:pt>
          <cx:pt idx="38599">84.140000000000001</cx:pt>
          <cx:pt idx="38600">84.140000000000001</cx:pt>
          <cx:pt idx="38601">83.290000000000006</cx:pt>
          <cx:pt idx="38602">75.980000000000004</cx:pt>
          <cx:pt idx="38603">75.980000000000004</cx:pt>
          <cx:pt idx="38604">75.980000000000004</cx:pt>
          <cx:pt idx="38605">75.969999999999999</cx:pt>
          <cx:pt idx="38606">75.969999999999999</cx:pt>
          <cx:pt idx="38607">75.959999999999994</cx:pt>
          <cx:pt idx="38608">75.959999999999994</cx:pt>
          <cx:pt idx="38609">114.97</cx:pt>
          <cx:pt idx="38610">153.97999999999999</cx:pt>
          <cx:pt idx="38611">86.359999999999999</cx:pt>
          <cx:pt idx="38612">236.94</cx:pt>
          <cx:pt idx="38613">29.050000000000001</cx:pt>
          <cx:pt idx="38614">364.92000000000002</cx:pt>
          <cx:pt idx="38615">114.97</cx:pt>
          <cx:pt idx="38616">75.959999999999994</cx:pt>
          <cx:pt idx="38617">75.959999999999994</cx:pt>
          <cx:pt idx="38618">75.959999999999994</cx:pt>
          <cx:pt idx="38619">75.959999999999994</cx:pt>
          <cx:pt idx="38620">75.959999999999994</cx:pt>
          <cx:pt idx="38621">75.959999999999994</cx:pt>
          <cx:pt idx="38622">75.959999999999994</cx:pt>
          <cx:pt idx="38623">75.959999999999994</cx:pt>
          <cx:pt idx="38624">169.97999999999999</cx:pt>
          <cx:pt idx="38625">39.990000000000002</cx:pt>
          <cx:pt idx="38626">164.34999999999999</cx:pt>
          <cx:pt idx="38627">249.96000000000001</cx:pt>
          <cx:pt idx="38628">82.969999999999999</cx:pt>
          <cx:pt idx="38629">57.979999999999997</cx:pt>
          <cx:pt idx="38630">133.03999999999999</cx:pt>
          <cx:pt idx="38631">124.18000000000001</cx:pt>
          <cx:pt idx="38632">169.97999999999999</cx:pt>
          <cx:pt idx="38633">130.28</cx:pt>
          <cx:pt idx="38634">169.97999999999999</cx:pt>
          <cx:pt idx="38635">223.94999999999999</cx:pt>
          <cx:pt idx="38636">169.97999999999999</cx:pt>
          <cx:pt idx="38637">241.94</cx:pt>
          <cx:pt idx="38638">91.950000000000003</cx:pt>
          <cx:pt idx="38639">50.950000000000003</cx:pt>
          <cx:pt idx="38640">7.29</cx:pt>
          <cx:pt idx="38641">7.29</cx:pt>
          <cx:pt idx="38642">13.279999999999999</cx:pt>
          <cx:pt idx="38643">13.279999999999999</cx:pt>
          <cx:pt idx="38644">75.870000000000005</cx:pt>
          <cx:pt idx="38645">75.870000000000005</cx:pt>
          <cx:pt idx="38646">82.260000000000005</cx:pt>
          <cx:pt idx="38647">82.260000000000005</cx:pt>
          <cx:pt idx="38648">82.239999999999995</cx:pt>
          <cx:pt idx="38649">82.230000000000004</cx:pt>
          <cx:pt idx="38650">149.97</cx:pt>
          <cx:pt idx="38651">141.96000000000001</cx:pt>
          <cx:pt idx="38652">119.97</cx:pt>
          <cx:pt idx="38653">151.06</cx:pt>
          <cx:pt idx="38654">81.980000000000004</cx:pt>
          <cx:pt idx="38655">179.46000000000001</cx:pt>
          <cx:pt idx="38656">114.97</cx:pt>
          <cx:pt idx="38657">131.97999999999999</cx:pt>
          <cx:pt idx="38658">131.97999999999999</cx:pt>
          <cx:pt idx="38659">99.980000000000004</cx:pt>
          <cx:pt idx="38660">104.97</cx:pt>
          <cx:pt idx="38661">145.97</cx:pt>
          <cx:pt idx="38662">99.980000000000004</cx:pt>
          <cx:pt idx="38663">82.230000000000004</cx:pt>
          <cx:pt idx="38664">11.49</cx:pt>
          <cx:pt idx="38665">54.990000000000002</cx:pt>
          <cx:pt idx="38666">11.279999999999999</cx:pt>
          <cx:pt idx="38667">62.979999999999997</cx:pt>
          <cx:pt idx="38668">3.4900000000000002</cx:pt>
          <cx:pt idx="38669">81.469999999999999</cx:pt>
          <cx:pt idx="38670">74.989999999999995</cx:pt>
          <cx:pt idx="38671">74.980000000000004</cx:pt>
          <cx:pt idx="38672">131.97999999999999</cx:pt>
          <cx:pt idx="38673">169.97999999999999</cx:pt>
          <cx:pt idx="38674">103.94</cx:pt>
          <cx:pt idx="38675">169.97999999999999</cx:pt>
          <cx:pt idx="38676">163.41999999999999</cx:pt>
          <cx:pt idx="38677">84.989999999999995</cx:pt>
          <cx:pt idx="38678">169.97999999999999</cx:pt>
          <cx:pt idx="38679">159.97999999999999</cx:pt>
          <cx:pt idx="38680">169.97999999999999</cx:pt>
          <cx:pt idx="38681">169.97999999999999</cx:pt>
          <cx:pt idx="38682">157.88999999999999</cx:pt>
          <cx:pt idx="38683">84.989999999999995</cx:pt>
          <cx:pt idx="38684">118.78</cx:pt>
          <cx:pt idx="38685">82.349999999999994</cx:pt>
          <cx:pt idx="38686">169.97999999999999</cx:pt>
          <cx:pt idx="38687">74.980000000000004</cx:pt>
          <cx:pt idx="38688">74.969999999999999</cx:pt>
          <cx:pt idx="38689">74.680000000000007</cx:pt>
          <cx:pt idx="38690">73.980000000000004</cx:pt>
          <cx:pt idx="38691">159.58000000000001</cx:pt>
          <cx:pt idx="38692">152.97999999999999</cx:pt>
          <cx:pt idx="38693">152.97999999999999</cx:pt>
          <cx:pt idx="38694">144.47999999999999</cx:pt>
          <cx:pt idx="38695">156.97999999999999</cx:pt>
          <cx:pt idx="38696">131.08000000000001</cx:pt>
          <cx:pt idx="38697">144.47999999999999</cx:pt>
          <cx:pt idx="38698">152.97999999999999</cx:pt>
          <cx:pt idx="38699">124.95999999999999</cx:pt>
          <cx:pt idx="38700">166.97</cx:pt>
          <cx:pt idx="38701">152.97999999999999</cx:pt>
          <cx:pt idx="38702">89.980000000000004</cx:pt>
          <cx:pt idx="38703">149.30000000000001</cx:pt>
          <cx:pt idx="38704">73.980000000000004</cx:pt>
          <cx:pt idx="38705">73.980000000000004</cx:pt>
          <cx:pt idx="38706">73.980000000000004</cx:pt>
          <cx:pt idx="38707">73.980000000000004</cx:pt>
          <cx:pt idx="38708">73.980000000000004</cx:pt>
          <cx:pt idx="38709">73.980000000000004</cx:pt>
          <cx:pt idx="38710">73.980000000000004</cx:pt>
          <cx:pt idx="38711">73.980000000000004</cx:pt>
          <cx:pt idx="38712">73.980000000000004</cx:pt>
          <cx:pt idx="38713">187.94999999999999</cx:pt>
          <cx:pt idx="38714">79.969999999999999</cx:pt>
          <cx:pt idx="38715">59.979999999999997</cx:pt>
          <cx:pt idx="38716">56.990000000000002</cx:pt>
          <cx:pt idx="38717">55.359999999999999</cx:pt>
          <cx:pt idx="38718">59.979999999999997</cx:pt>
          <cx:pt idx="38719">157.97</cx:pt>
          <cx:pt idx="38720">59.979999999999997</cx:pt>
          <cx:pt idx="38721">59.979999999999997</cx:pt>
          <cx:pt idx="38722">89.969999999999999</cx:pt>
          <cx:pt idx="38723">59.979999999999997</cx:pt>
          <cx:pt idx="38724">59.979999999999997</cx:pt>
          <cx:pt idx="38725">59.979999999999997</cx:pt>
          <cx:pt idx="38726">73.969999999999999</cx:pt>
          <cx:pt idx="38727">73.969999999999999</cx:pt>
          <cx:pt idx="38728">73.980000000000004</cx:pt>
          <cx:pt idx="38729">73.980000000000004</cx:pt>
          <cx:pt idx="38730">11.48</cx:pt>
          <cx:pt idx="38731">53.990000000000002</cx:pt>
          <cx:pt idx="38732">80.980000000000004</cx:pt>
          <cx:pt idx="38733">56.969999999999999</cx:pt>
          <cx:pt idx="38734">65.989999999999995</cx:pt>
          <cx:pt idx="38735">77.969999999999999</cx:pt>
          <cx:pt idx="38736">154.96000000000001</cx:pt>
          <cx:pt idx="38737">56.969999999999999</cx:pt>
          <cx:pt idx="38738">94.959999999999994</cx:pt>
          <cx:pt idx="38739">46.5</cx:pt>
          <cx:pt idx="38740">58.979999999999997</cx:pt>
          <cx:pt idx="38741">117.97</cx:pt>
          <cx:pt idx="38742">65.989999999999995</cx:pt>
          <cx:pt idx="38743">79.989999999999995</cx:pt>
          <cx:pt idx="38744">65.989999999999995</cx:pt>
          <cx:pt idx="38745">16.489999999999998</cx:pt>
          <cx:pt idx="38746">54.990000000000002</cx:pt>
          <cx:pt idx="38747">80.969999999999999</cx:pt>
          <cx:pt idx="38748">80.980000000000004</cx:pt>
          <cx:pt idx="38749">26.73</cx:pt>
          <cx:pt idx="38750">25.739999999999998</cx:pt>
          <cx:pt idx="38751">84.980000000000004</cx:pt>
          <cx:pt idx="38752">79.980000000000004</cx:pt>
          <cx:pt idx="38753">51.280000000000001</cx:pt>
          <cx:pt idx="38754">98.980000000000004</cx:pt>
          <cx:pt idx="38755">93.980000000000004</cx:pt>
          <cx:pt idx="38756">97.980000000000004</cx:pt>
          <cx:pt idx="38757">104.93000000000001</cx:pt>
          <cx:pt idx="38758">122.97</cx:pt>
          <cx:pt idx="38759">112.97</cx:pt>
          <cx:pt idx="38760">71.980000000000004</cx:pt>
          <cx:pt idx="38761">90.980000000000004</cx:pt>
          <cx:pt idx="38762">83.280000000000001</cx:pt>
          <cx:pt idx="38763">71.959999999999994</cx:pt>
          <cx:pt idx="38764">73.760000000000005</cx:pt>
          <cx:pt idx="38765">73.769999999999996</cx:pt>
          <cx:pt idx="38766">73.769999999999996</cx:pt>
          <cx:pt idx="38767">74.989999999999995</cx:pt>
          <cx:pt idx="38768">74.989999999999995</cx:pt>
          <cx:pt idx="38769">74.989999999999995</cx:pt>
          <cx:pt idx="38770">79.989999999999995</cx:pt>
          <cx:pt idx="38771">77.930000000000007</cx:pt>
          <cx:pt idx="38772">79.989999999999995</cx:pt>
          <cx:pt idx="38773">58.549999999999997</cx:pt>
          <cx:pt idx="38774">79.189999999999998</cx:pt>
          <cx:pt idx="38775">79.989999999999995</cx:pt>
          <cx:pt idx="38776">79.989999999999995</cx:pt>
          <cx:pt idx="38777">78.390000000000001</cx:pt>
          <cx:pt idx="38778">79.189999999999998</cx:pt>
          <cx:pt idx="38779">60.990000000000002</cx:pt>
          <cx:pt idx="38780">79.189999999999998</cx:pt>
          <cx:pt idx="38781">79.989999999999995</cx:pt>
          <cx:pt idx="38782">79.989999999999995</cx:pt>
          <cx:pt idx="38783">60.990000000000002</cx:pt>
          <cx:pt idx="38784">60.990000000000002</cx:pt>
          <cx:pt idx="38785">79.989999999999995</cx:pt>
          <cx:pt idx="38786">60.380000000000003</cx:pt>
          <cx:pt idx="38787">79.379999999999995</cx:pt>
          <cx:pt idx="38788">79.189999999999998</cx:pt>
          <cx:pt idx="38789">79.989999999999995</cx:pt>
          <cx:pt idx="38790">79.989999999999995</cx:pt>
          <cx:pt idx="38791">79.989999999999995</cx:pt>
          <cx:pt idx="38792">45.090000000000003</cx:pt>
          <cx:pt idx="38793">79.989999999999995</cx:pt>
          <cx:pt idx="38794">74.989999999999995</cx:pt>
          <cx:pt idx="38795">74.989999999999995</cx:pt>
          <cx:pt idx="38796">74.989999999999995</cx:pt>
          <cx:pt idx="38797">74.989999999999995</cx:pt>
          <cx:pt idx="38798">74.980000000000004</cx:pt>
          <cx:pt idx="38799">57.590000000000003</cx:pt>
          <cx:pt idx="38800">57.590000000000003</cx:pt>
          <cx:pt idx="38801">56.969999999999999</cx:pt>
          <cx:pt idx="38802">74.980000000000004</cx:pt>
          <cx:pt idx="38803">74.980000000000004</cx:pt>
          <cx:pt idx="38804">48.890000000000001</cx:pt>
          <cx:pt idx="38805">74.980000000000004</cx:pt>
          <cx:pt idx="38806">74.969999999999999</cx:pt>
          <cx:pt idx="38807">94.969999999999999</cx:pt>
          <cx:pt idx="38808">149.97</cx:pt>
          <cx:pt idx="38809">145.97</cx:pt>
          <cx:pt idx="38810">281.45999999999998</cx:pt>
          <cx:pt idx="38811">203.53999999999999</cx:pt>
          <cx:pt idx="38812">221.47</cx:pt>
          <cx:pt idx="38813">123.97</cx:pt>
          <cx:pt idx="38814">74.969999999999999</cx:pt>
          <cx:pt idx="38815">34.93</cx:pt>
          <cx:pt idx="38816">34.93</cx:pt>
          <cx:pt idx="38817">74.969999999999999</cx:pt>
          <cx:pt idx="38818">74.969999999999999</cx:pt>
          <cx:pt idx="38819">74.969999999999999</cx:pt>
          <cx:pt idx="38820">74.969999999999999</cx:pt>
          <cx:pt idx="38821">74.969999999999999</cx:pt>
          <cx:pt idx="38822">74.950000000000003</cx:pt>
          <cx:pt idx="38823">109.95</cx:pt>
          <cx:pt idx="38824">119.95999999999999</cx:pt>
          <cx:pt idx="38825">89.969999999999999</cx:pt>
          <cx:pt idx="38826">119.95999999999999</cx:pt>
          <cx:pt idx="38827">119.95999999999999</cx:pt>
          <cx:pt idx="38828">119.95999999999999</cx:pt>
          <cx:pt idx="38829">119.95999999999999</cx:pt>
          <cx:pt idx="38830">119.95999999999999</cx:pt>
          <cx:pt idx="38831">110.97</cx:pt>
          <cx:pt idx="38832">119.95999999999999</cx:pt>
          <cx:pt idx="38833">159.24000000000001</cx:pt>
          <cx:pt idx="38834">114.95999999999999</cx:pt>
          <cx:pt idx="38835">111.14</cx:pt>
          <cx:pt idx="38836">99.950000000000003</cx:pt>
          <cx:pt idx="38837">112.47</cx:pt>
          <cx:pt idx="38838">119.95999999999999</cx:pt>
          <cx:pt idx="38839">73.569999999999993</cx:pt>
          <cx:pt idx="38840">73.480000000000004</cx:pt>
          <cx:pt idx="38841">5.9699999999999998</cx:pt>
          <cx:pt idx="38842">5.9699999999999998</cx:pt>
          <cx:pt idx="38843">73.480000000000004</cx:pt>
          <cx:pt idx="38844">73.480000000000004</cx:pt>
          <cx:pt idx="38845">73.480000000000004</cx:pt>
          <cx:pt idx="38846">73.480000000000004</cx:pt>
          <cx:pt idx="38847">73.480000000000004</cx:pt>
          <cx:pt idx="38848">81.049999999999997</cx:pt>
          <cx:pt idx="38849">169.97999999999999</cx:pt>
          <cx:pt idx="38850">169.97999999999999</cx:pt>
          <cx:pt idx="38851">169.97999999999999</cx:pt>
          <cx:pt idx="38852">84.989999999999995</cx:pt>
          <cx:pt idx="38853">84.989999999999995</cx:pt>
          <cx:pt idx="38854">84.989999999999995</cx:pt>
          <cx:pt idx="38855">169.97999999999999</cx:pt>
          <cx:pt idx="38856">169.97999999999999</cx:pt>
          <cx:pt idx="38857">169.97999999999999</cx:pt>
          <cx:pt idx="38858">84.989999999999995</cx:pt>
          <cx:pt idx="38859">84.989999999999995</cx:pt>
          <cx:pt idx="38860">84.989999999999995</cx:pt>
          <cx:pt idx="38861">169.97999999999999</cx:pt>
          <cx:pt idx="38862">163.34</cx:pt>
          <cx:pt idx="38863">163.34</cx:pt>
          <cx:pt idx="38864">68.989999999999995</cx:pt>
          <cx:pt idx="38865">68.989999999999995</cx:pt>
          <cx:pt idx="38866">169.97999999999999</cx:pt>
          <cx:pt idx="38867">84.989999999999995</cx:pt>
          <cx:pt idx="38868">169.97999999999999</cx:pt>
          <cx:pt idx="38869">84.989999999999995</cx:pt>
          <cx:pt idx="38870">132.34</cx:pt>
          <cx:pt idx="38871">169.97999999999999</cx:pt>
          <cx:pt idx="38872">169.97999999999999</cx:pt>
          <cx:pt idx="38873">169.97999999999999</cx:pt>
          <cx:pt idx="38874">169.97999999999999</cx:pt>
          <cx:pt idx="38875">169.97999999999999</cx:pt>
          <cx:pt idx="38876">169.97999999999999</cx:pt>
          <cx:pt idx="38877">169.97999999999999</cx:pt>
          <cx:pt idx="38878">169.97999999999999</cx:pt>
          <cx:pt idx="38879">132.34</cx:pt>
          <cx:pt idx="38880">169.97999999999999</cx:pt>
          <cx:pt idx="38881">81.030000000000001</cx:pt>
          <cx:pt idx="38882">81.019999999999996</cx:pt>
          <cx:pt idx="38883">81.019999999999996</cx:pt>
          <cx:pt idx="38884">73.980000000000004</cx:pt>
          <cx:pt idx="38885">67.469999999999999</cx:pt>
          <cx:pt idx="38886">73.980000000000004</cx:pt>
          <cx:pt idx="38887">73.980000000000004</cx:pt>
          <cx:pt idx="38888">73.980000000000004</cx:pt>
          <cx:pt idx="38889">73.980000000000004</cx:pt>
          <cx:pt idx="38890">73.969999999999999</cx:pt>
          <cx:pt idx="38891">73.959999999999994</cx:pt>
          <cx:pt idx="38892">169.97999999999999</cx:pt>
          <cx:pt idx="38893">131.97999999999999</cx:pt>
          <cx:pt idx="38894">75.459999999999994</cx:pt>
          <cx:pt idx="38895">169.97999999999999</cx:pt>
          <cx:pt idx="38896">169.97999999999999</cx:pt>
          <cx:pt idx="38897">84.989999999999995</cx:pt>
          <cx:pt idx="38898">84.989999999999995</cx:pt>
          <cx:pt idx="38899">111.98</cx:pt>
          <cx:pt idx="38900">32.240000000000002</cx:pt>
          <cx:pt idx="38901">28.68</cx:pt>
          <cx:pt idx="38902">73.170000000000002</cx:pt>
          <cx:pt idx="38903">51.490000000000002</cx:pt>
          <cx:pt idx="38904">19.489999999999998</cx:pt>
          <cx:pt idx="38905">79.989999999999995</cx:pt>
          <cx:pt idx="38906">65.989999999999995</cx:pt>
          <cx:pt idx="38907">65.989999999999995</cx:pt>
          <cx:pt idx="38908">48.880000000000003</cx:pt>
          <cx:pt idx="38909">65.989999999999995</cx:pt>
          <cx:pt idx="38910">8.9800000000000004</cx:pt>
          <cx:pt idx="38911">52.990000000000002</cx:pt>
          <cx:pt idx="38912">58.969999999999999</cx:pt>
          <cx:pt idx="38913">67.489999999999995</cx:pt>
          <cx:pt idx="38914">69.980000000000004</cx:pt>
          <cx:pt idx="38915">65.989999999999995</cx:pt>
          <cx:pt idx="38916">65.989999999999995</cx:pt>
          <cx:pt idx="38917">72.25</cx:pt>
          <cx:pt idx="38918">88.980000000000004</cx:pt>
          <cx:pt idx="38919">67.75</cx:pt>
          <cx:pt idx="38920">79.980000000000004</cx:pt>
          <cx:pt idx="38921">79.980000000000004</cx:pt>
          <cx:pt idx="38922">66.180000000000007</cx:pt>
          <cx:pt idx="38923">59.969999999999999</cx:pt>
          <cx:pt idx="38924">82.980000000000004</cx:pt>
          <cx:pt idx="38925">68.989999999999995</cx:pt>
          <cx:pt idx="38926">91.180000000000007</cx:pt>
          <cx:pt idx="38927">99.980000000000004</cx:pt>
          <cx:pt idx="38928">63.770000000000003</cx:pt>
          <cx:pt idx="38929">79.989999999999995</cx:pt>
          <cx:pt idx="38930">79.989999999999995</cx:pt>
          <cx:pt idx="38931">74.980000000000004</cx:pt>
          <cx:pt idx="38932">79.980000000000004</cx:pt>
          <cx:pt idx="38933">65.989999999999995</cx:pt>
          <cx:pt idx="38934">171.97</cx:pt>
          <cx:pt idx="38935">131.97999999999999</cx:pt>
          <cx:pt idx="38936">131.97999999999999</cx:pt>
          <cx:pt idx="38937">131.97999999999999</cx:pt>
          <cx:pt idx="38938">155.96000000000001</cx:pt>
          <cx:pt idx="38939">155.96000000000001</cx:pt>
          <cx:pt idx="38940">121.98</cx:pt>
          <cx:pt idx="38941">131.97999999999999</cx:pt>
          <cx:pt idx="38942">131.97999999999999</cx:pt>
          <cx:pt idx="38943">131.97999999999999</cx:pt>
          <cx:pt idx="38944">134.37</cx:pt>
          <cx:pt idx="38945">79.980000000000004</cx:pt>
          <cx:pt idx="38946">79.980000000000004</cx:pt>
          <cx:pt idx="38947">79.980000000000004</cx:pt>
          <cx:pt idx="38948">79.980000000000004</cx:pt>
          <cx:pt idx="38949">60.979999999999997</cx:pt>
          <cx:pt idx="38950">249.97</cx:pt>
          <cx:pt idx="38951">189.97</cx:pt>
          <cx:pt idx="38952">351.94</cx:pt>
          <cx:pt idx="38953">170.96000000000001</cx:pt>
          <cx:pt idx="38954">159.97999999999999</cx:pt>
          <cx:pt idx="38955">180.97</cx:pt>
          <cx:pt idx="38956">103.98</cx:pt>
          <cx:pt idx="38957">244.97</cx:pt>
          <cx:pt idx="38958">148.37</cx:pt>
          <cx:pt idx="38959">274.95999999999998</cx:pt>
          <cx:pt idx="38960">79.969999999999999</cx:pt>
          <cx:pt idx="38961">79.950000000000003</cx:pt>
          <cx:pt idx="38962">40.479999999999997</cx:pt>
          <cx:pt idx="38963">20.489999999999998</cx:pt>
          <cx:pt idx="38964">13.890000000000001</cx:pt>
          <cx:pt idx="38965">38.07</cx:pt>
          <cx:pt idx="38966">72.980000000000004</cx:pt>
          <cx:pt idx="38967">103.98</cx:pt>
          <cx:pt idx="38968">55.75</cx:pt>
          <cx:pt idx="38969">134.97999999999999</cx:pt>
          <cx:pt idx="38970">142.94999999999999</cx:pt>
          <cx:pt idx="38971">84.989999999999995</cx:pt>
          <cx:pt idx="38972">86.879999999999995</cx:pt>
          <cx:pt idx="38973">80.760000000000005</cx:pt>
          <cx:pt idx="38974">117.95</cx:pt>
          <cx:pt idx="38975">68.989999999999995</cx:pt>
          <cx:pt idx="38976">97.420000000000002</cx:pt>
          <cx:pt idx="38977">90.090000000000003</cx:pt>
          <cx:pt idx="38978">72.969999999999999</cx:pt>
          <cx:pt idx="38979">49.990000000000002</cx:pt>
          <cx:pt idx="38980">72.969999999999999</cx:pt>
          <cx:pt idx="38981">72.969999999999999</cx:pt>
          <cx:pt idx="38982">72.969999999999999</cx:pt>
          <cx:pt idx="38983">72.969999999999999</cx:pt>
          <cx:pt idx="38984">-192.75</cx:pt>
          <cx:pt idx="38985">192.75</cx:pt>
          <cx:pt idx="38986">25.48</cx:pt>
          <cx:pt idx="38987">25.48</cx:pt>
          <cx:pt idx="38988">25.48</cx:pt>
          <cx:pt idx="38989">26.23</cx:pt>
          <cx:pt idx="38990">25.48</cx:pt>
          <cx:pt idx="38991">26.23</cx:pt>
          <cx:pt idx="38992">169.97999999999999</cx:pt>
          <cx:pt idx="38993">166.58000000000001</cx:pt>
          <cx:pt idx="38994">179.97</cx:pt>
          <cx:pt idx="38995">169.97999999999999</cx:pt>
          <cx:pt idx="38996">169.97999999999999</cx:pt>
          <cx:pt idx="38997">131.97999999999999</cx:pt>
          <cx:pt idx="38998">168.28</cx:pt>
          <cx:pt idx="38999">126.47</cx:pt>
          <cx:pt idx="39000">131.97999999999999</cx:pt>
          <cx:pt idx="39001">47.57</cx:pt>
          <cx:pt idx="39002">188.63999999999999</cx:pt>
          <cx:pt idx="39003">166.96000000000001</cx:pt>
          <cx:pt idx="39004">68.480000000000004</cx:pt>
          <cx:pt idx="39005">55.960000000000001</cx:pt>
          <cx:pt idx="39006">106.67</cx:pt>
          <cx:pt idx="39007">-106.67</cx:pt>
          <cx:pt idx="39008">17.489999999999998</cx:pt>
          <cx:pt idx="39009">34.229999999999997</cx:pt>
          <cx:pt idx="39010">55.979999999999997</cx:pt>
          <cx:pt idx="39011">55.979999999999997</cx:pt>
          <cx:pt idx="39012">72.879999999999995</cx:pt>
          <cx:pt idx="39013">73.480000000000004</cx:pt>
          <cx:pt idx="39014">73.480000000000004</cx:pt>
          <cx:pt idx="39015">309.45999999999998</cx:pt>
          <cx:pt idx="39016">254.97</cx:pt>
          <cx:pt idx="39017">339.95999999999998</cx:pt>
          <cx:pt idx="39018">80.359999999999999</cx:pt>
          <cx:pt idx="39019">73.980000000000004</cx:pt>
          <cx:pt idx="39020">55.960000000000001</cx:pt>
          <cx:pt idx="39021">55.960000000000001</cx:pt>
          <cx:pt idx="39022">73.980000000000004</cx:pt>
          <cx:pt idx="39023">73.980000000000004</cx:pt>
          <cx:pt idx="39024">73.969999999999999</cx:pt>
          <cx:pt idx="39025">73.969999999999999</cx:pt>
          <cx:pt idx="39026">65.280000000000001</cx:pt>
          <cx:pt idx="39027">131.97999999999999</cx:pt>
          <cx:pt idx="39028">194.16</cx:pt>
          <cx:pt idx="39029">147.97</cx:pt>
          <cx:pt idx="39030">191.78</cx:pt>
          <cx:pt idx="39031">131.97999999999999</cx:pt>
          <cx:pt idx="39032">13.279999999999999</cx:pt>
          <cx:pt idx="39033">51.969999999999999</cx:pt>
          <cx:pt idx="39034">32.509999999999998</cx:pt>
          <cx:pt idx="39035">73.829999999999998</cx:pt>
          <cx:pt idx="39036">80.079999999999998</cx:pt>
          <cx:pt idx="39037">26.48</cx:pt>
          <cx:pt idx="39038">24.73</cx:pt>
          <cx:pt idx="39039">74.950000000000003</cx:pt>
          <cx:pt idx="39040">254.97</cx:pt>
          <cx:pt idx="39041">104.93000000000001</cx:pt>
          <cx:pt idx="39042">107.94</cx:pt>
          <cx:pt idx="39043">188.94</cx:pt>
          <cx:pt idx="39044">120.97</cx:pt>
          <cx:pt idx="39045">94.950000000000003</cx:pt>
          <cx:pt idx="39046">150.02000000000001</cx:pt>
          <cx:pt idx="39047">195.56999999999999</cx:pt>
          <cx:pt idx="39048">107.94</cx:pt>
          <cx:pt idx="39049">162.47999999999999</cx:pt>
          <cx:pt idx="39050">107.94</cx:pt>
          <cx:pt idx="39051">74.950000000000003</cx:pt>
          <cx:pt idx="39052">207.91999999999999</cx:pt>
          <cx:pt idx="39053">72.969999999999999</cx:pt>
          <cx:pt idx="39054">72.969999999999999</cx:pt>
          <cx:pt idx="39055">61.960000000000001</cx:pt>
          <cx:pt idx="39056">98.980000000000004</cx:pt>
          <cx:pt idx="39057">98.980000000000004</cx:pt>
          <cx:pt idx="39058">158.96000000000001</cx:pt>
          <cx:pt idx="39059">112.97</cx:pt>
          <cx:pt idx="39060">112.97</cx:pt>
          <cx:pt idx="39061">169.97999999999999</cx:pt>
          <cx:pt idx="39062">56.090000000000003</cx:pt>
          <cx:pt idx="39063">93.969999999999999</cx:pt>
          <cx:pt idx="39064">158.97999999999999</cx:pt>
          <cx:pt idx="39065">93.969999999999999</cx:pt>
          <cx:pt idx="39066">155.94999999999999</cx:pt>
          <cx:pt idx="39067">98.980000000000004</cx:pt>
          <cx:pt idx="39068">79.849999999999994</cx:pt>
          <cx:pt idx="39069">79.849999999999994</cx:pt>
          <cx:pt idx="39070">79.849999999999994</cx:pt>
          <cx:pt idx="39071">79.849999999999994</cx:pt>
          <cx:pt idx="39072">79.849999999999994</cx:pt>
          <cx:pt idx="39073">79.849999999999994</cx:pt>
          <cx:pt idx="39074">79.849999999999994</cx:pt>
          <cx:pt idx="39075">84.989999999999995</cx:pt>
          <cx:pt idx="39076">131.97999999999999</cx:pt>
          <cx:pt idx="39077">123.97</cx:pt>
          <cx:pt idx="39078">65.989999999999995</cx:pt>
          <cx:pt idx="39079">93.739999999999995</cx:pt>
          <cx:pt idx="39080">105.98</cx:pt>
          <cx:pt idx="39081">115.97</cx:pt>
          <cx:pt idx="39082">84.989999999999995</cx:pt>
          <cx:pt idx="39083">100.98</cx:pt>
          <cx:pt idx="39084">84.989999999999995</cx:pt>
          <cx:pt idx="39085">79.980000000000004</cx:pt>
          <cx:pt idx="39086">85.980000000000004</cx:pt>
          <cx:pt idx="39087">128.62</cx:pt>
          <cx:pt idx="39088">84.989999999999995</cx:pt>
          <cx:pt idx="39089">79.849999999999994</cx:pt>
          <cx:pt idx="39090">79.849999999999994</cx:pt>
          <cx:pt idx="39091">79.849999999999994</cx:pt>
          <cx:pt idx="39092">79.849999999999994</cx:pt>
          <cx:pt idx="39093">79.849999999999994</cx:pt>
          <cx:pt idx="39094">79.849999999999994</cx:pt>
          <cx:pt idx="39095">79.849999999999994</cx:pt>
          <cx:pt idx="39096">79.849999999999994</cx:pt>
          <cx:pt idx="39097">79.849999999999994</cx:pt>
          <cx:pt idx="39098">79.849999999999994</cx:pt>
          <cx:pt idx="39099">295.94999999999999</cx:pt>
          <cx:pt idx="39100">84.989999999999995</cx:pt>
          <cx:pt idx="39101">95.980000000000004</cx:pt>
          <cx:pt idx="39102">-84.989999999999995</cx:pt>
          <cx:pt idx="39103">169.97999999999999</cx:pt>
          <cx:pt idx="39104">141.97</cx:pt>
          <cx:pt idx="39105">198.27000000000001</cx:pt>
          <cx:pt idx="39106">79.980000000000004</cx:pt>
          <cx:pt idx="39107">95.980000000000004</cx:pt>
          <cx:pt idx="39108">93.969999999999999</cx:pt>
          <cx:pt idx="39109">84.989999999999995</cx:pt>
          <cx:pt idx="39110">165.96000000000001</cx:pt>
          <cx:pt idx="39111">84.989999999999995</cx:pt>
          <cx:pt idx="39112">79.849999999999994</cx:pt>
          <cx:pt idx="39113">79.849999999999994</cx:pt>
          <cx:pt idx="39114">79.849999999999994</cx:pt>
          <cx:pt idx="39115">79.849999999999994</cx:pt>
          <cx:pt idx="39116">79.849999999999994</cx:pt>
          <cx:pt idx="39117">79.849999999999994</cx:pt>
          <cx:pt idx="39118">79.849999999999994</cx:pt>
          <cx:pt idx="39119">79.849999999999994</cx:pt>
          <cx:pt idx="39120">79.840000000000003</cx:pt>
          <cx:pt idx="39121">84.980000000000004</cx:pt>
          <cx:pt idx="39122">99.980000000000004</cx:pt>
          <cx:pt idx="39123">119.95999999999999</cx:pt>
          <cx:pt idx="39124">99.980000000000004</cx:pt>
          <cx:pt idx="39125">99.980000000000004</cx:pt>
          <cx:pt idx="39126">79.980000000000004</cx:pt>
          <cx:pt idx="39127">99.980000000000004</cx:pt>
          <cx:pt idx="39128">89.980000000000004</cx:pt>
          <cx:pt idx="39129">71.980000000000004</cx:pt>
          <cx:pt idx="39130">79.980000000000004</cx:pt>
          <cx:pt idx="39131">99.980000000000004</cx:pt>
          <cx:pt idx="39132">90.739999999999995</cx:pt>
          <cx:pt idx="39133">89.980000000000004</cx:pt>
          <cx:pt idx="39134">69.980000000000004</cx:pt>
          <cx:pt idx="39135">79.840000000000003</cx:pt>
          <cx:pt idx="39136">79.840000000000003</cx:pt>
          <cx:pt idx="39137">79.840000000000003</cx:pt>
          <cx:pt idx="39138">73.560000000000002</cx:pt>
          <cx:pt idx="39139">79.170000000000002</cx:pt>
          <cx:pt idx="39140">79.819999999999993</cx:pt>
          <cx:pt idx="39141">79.819999999999993</cx:pt>
          <cx:pt idx="39142">79.819999999999993</cx:pt>
          <cx:pt idx="39143">72.879999999999995</cx:pt>
          <cx:pt idx="39144">72.239999999999995</cx:pt>
          <cx:pt idx="39145">55.409999999999997</cx:pt>
          <cx:pt idx="39146">55.409999999999997</cx:pt>
          <cx:pt idx="39147">72.239999999999995</cx:pt>
          <cx:pt idx="39148">89.939999999999998</cx:pt>
          <cx:pt idx="39149">165.94</cx:pt>
          <cx:pt idx="39150">72.239999999999995</cx:pt>
          <cx:pt idx="39151">73.480000000000004</cx:pt>
          <cx:pt idx="39152">73.480000000000004</cx:pt>
          <cx:pt idx="39153">103.98</cx:pt>
          <cx:pt idx="39154">59.390000000000001</cx:pt>
          <cx:pt idx="39155">169.97999999999999</cx:pt>
          <cx:pt idx="39156">135.91999999999999</cx:pt>
          <cx:pt idx="39157">169.97999999999999</cx:pt>
          <cx:pt idx="39158">131.97999999999999</cx:pt>
          <cx:pt idx="39159">151.58000000000001</cx:pt>
          <cx:pt idx="39160">153.97999999999999</cx:pt>
          <cx:pt idx="39161">65.989999999999995</cx:pt>
          <cx:pt idx="39162">131.97999999999999</cx:pt>
          <cx:pt idx="39163">75.780000000000001</cx:pt>
          <cx:pt idx="39164">120.97</cx:pt>
          <cx:pt idx="39165">131.90000000000001</cx:pt>
          <cx:pt idx="39166">79.700000000000003</cx:pt>
          <cx:pt idx="39167">29.620000000000001</cx:pt>
          <cx:pt idx="39168">14.73</cx:pt>
          <cx:pt idx="39169">-1.2</cx:pt>
          <cx:pt idx="39170">47.149999999999999</cx:pt>
          <cx:pt idx="39171">24.18</cx:pt>
          <cx:pt idx="39172">59.969999999999999</cx:pt>
          <cx:pt idx="39173">19.989999999999998</cx:pt>
          <cx:pt idx="39174">78.980000000000004</cx:pt>
          <cx:pt idx="39175">78.980000000000004</cx:pt>
          <cx:pt idx="39176">73.980000000000004</cx:pt>
          <cx:pt idx="39177">20.550000000000001</cx:pt>
          <cx:pt idx="39178">39.890000000000001</cx:pt>
          <cx:pt idx="39179">159.97999999999999</cx:pt>
          <cx:pt idx="39180">169.97999999999999</cx:pt>
          <cx:pt idx="39181">169.97999999999999</cx:pt>
          <cx:pt idx="39182">99.25</cx:pt>
          <cx:pt idx="39183">164.88</cx:pt>
          <cx:pt idx="39184">164.88</cx:pt>
          <cx:pt idx="39185">68.379999999999995</cx:pt>
          <cx:pt idx="39186">70.969999999999999</cx:pt>
          <cx:pt idx="39187">167.34</cx:pt>
          <cx:pt idx="39188">131.97999999999999</cx:pt>
          <cx:pt idx="39189">70.969999999999999</cx:pt>
          <cx:pt idx="39190">68.379999999999995</cx:pt>
          <cx:pt idx="39191">131.97999999999999</cx:pt>
          <cx:pt idx="39192">63.979999999999997</cx:pt>
          <cx:pt idx="39193">63.979999999999997</cx:pt>
          <cx:pt idx="39194">169.97999999999999</cx:pt>
          <cx:pt idx="39195">169.97999999999999</cx:pt>
          <cx:pt idx="39196">169.97999999999999</cx:pt>
          <cx:pt idx="39197">169.97999999999999</cx:pt>
          <cx:pt idx="39198">99.25</cx:pt>
          <cx:pt idx="39199">163.18000000000001</cx:pt>
          <cx:pt idx="39200">159.97999999999999</cx:pt>
          <cx:pt idx="39201">54.969999999999999</cx:pt>
          <cx:pt idx="39202">169.97999999999999</cx:pt>
          <cx:pt idx="39203">169.97999999999999</cx:pt>
          <cx:pt idx="39204">54.969999999999999</cx:pt>
          <cx:pt idx="39205">169.97999999999999</cx:pt>
          <cx:pt idx="39206">169.97999999999999</cx:pt>
          <cx:pt idx="39207">166.58000000000001</cx:pt>
          <cx:pt idx="39208">166.58000000000001</cx:pt>
          <cx:pt idx="39209">131.97999999999999</cx:pt>
          <cx:pt idx="39210">131.97999999999999</cx:pt>
          <cx:pt idx="39211">99.159999999999997</cx:pt>
          <cx:pt idx="39212">167.34</cx:pt>
          <cx:pt idx="39213">163.18000000000001</cx:pt>
          <cx:pt idx="39214">99.159999999999997</cx:pt>
          <cx:pt idx="39215">71.980000000000004</cx:pt>
          <cx:pt idx="39216">71.980000000000004</cx:pt>
          <cx:pt idx="39217">71.989999999999995</cx:pt>
          <cx:pt idx="39218">71.969999999999999</cx:pt>
          <cx:pt idx="39219">71.969999999999999</cx:pt>
          <cx:pt idx="39220">169.97999999999999</cx:pt>
          <cx:pt idx="39221">65.989999999999995</cx:pt>
          <cx:pt idx="39222">131.97999999999999</cx:pt>
          <cx:pt idx="39223">84.989999999999995</cx:pt>
          <cx:pt idx="39224">65.989999999999995</cx:pt>
          <cx:pt idx="39225">153.97999999999999</cx:pt>
          <cx:pt idx="39226">65.989999999999995</cx:pt>
          <cx:pt idx="39227">65.989999999999995</cx:pt>
          <cx:pt idx="39228">84.989999999999995</cx:pt>
          <cx:pt idx="39229">65.989999999999995</cx:pt>
          <cx:pt idx="39230">169.97999999999999</cx:pt>
          <cx:pt idx="39231">65.989999999999995</cx:pt>
          <cx:pt idx="39232">105.98</cx:pt>
          <cx:pt idx="39233">84.989999999999995</cx:pt>
          <cx:pt idx="39234">84.989999999999995</cx:pt>
          <cx:pt idx="39235">65.989999999999995</cx:pt>
          <cx:pt idx="39236">65.989999999999995</cx:pt>
          <cx:pt idx="39237">84.989999999999995</cx:pt>
          <cx:pt idx="39238">105.98</cx:pt>
          <cx:pt idx="39239">169.97999999999999</cx:pt>
          <cx:pt idx="39240">65.989999999999995</cx:pt>
          <cx:pt idx="39241">71.980000000000004</cx:pt>
          <cx:pt idx="39242">71.980000000000004</cx:pt>
          <cx:pt idx="39243">71.959999999999994</cx:pt>
          <cx:pt idx="39244">101.98</cx:pt>
          <cx:pt idx="39245">229.97</cx:pt>
          <cx:pt idx="39246">121.98</cx:pt>
          <cx:pt idx="39247">71.989999999999995</cx:pt>
          <cx:pt idx="39248">137.97999999999999</cx:pt>
          <cx:pt idx="39249">82.400000000000006</cx:pt>
          <cx:pt idx="39250">125.59999999999999</cx:pt>
          <cx:pt idx="39251">84.989999999999995</cx:pt>
          <cx:pt idx="39252">95.859999999999999</cx:pt>
          <cx:pt idx="39253">71.969999999999999</cx:pt>
          <cx:pt idx="39254">71.969999999999999</cx:pt>
          <cx:pt idx="39255">71.959999999999994</cx:pt>
          <cx:pt idx="39256">71.959999999999994</cx:pt>
          <cx:pt idx="39257">26.489999999999998</cx:pt>
          <cx:pt idx="39258">159.97</cx:pt>
          <cx:pt idx="39259">79.980000000000004</cx:pt>
          <cx:pt idx="39260">83.849999999999994</cx:pt>
          <cx:pt idx="39261">126.47</cx:pt>
          <cx:pt idx="39262">84.989999999999995</cx:pt>
          <cx:pt idx="39263">112.97</cx:pt>
          <cx:pt idx="39264">87.989999999999995</cx:pt>
          <cx:pt idx="39265">71.959999999999994</cx:pt>
          <cx:pt idx="39266">71.959999999999994</cx:pt>
          <cx:pt idx="39267">71.959999999999994</cx:pt>
          <cx:pt idx="39268">71.959999999999994</cx:pt>
          <cx:pt idx="39269">71.939999999999998</cx:pt>
          <cx:pt idx="39270">73.170000000000002</cx:pt>
          <cx:pt idx="39271">65.989999999999995</cx:pt>
          <cx:pt idx="39272">65.989999999999995</cx:pt>
          <cx:pt idx="39273">65.989999999999995</cx:pt>
          <cx:pt idx="39274">149.94999999999999</cx:pt>
          <cx:pt idx="39275">238.97</cx:pt>
          <cx:pt idx="39276">-29.989999999999998</cx:pt>
          <cx:pt idx="39277">169.25</cx:pt>
          <cx:pt idx="39278">173.44</cx:pt>
          <cx:pt idx="39279">326.92000000000002</cx:pt>
          <cx:pt idx="39280">209.97</cx:pt>
          <cx:pt idx="39281">203.93000000000001</cx:pt>
          <cx:pt idx="39282">106.95999999999999</cx:pt>
          <cx:pt idx="39283">114.95999999999999</cx:pt>
          <cx:pt idx="39284">65.980000000000004</cx:pt>
          <cx:pt idx="39285">46.890000000000001</cx:pt>
          <cx:pt idx="39286">72.969999999999999</cx:pt>
          <cx:pt idx="39287">72.969999999999999</cx:pt>
          <cx:pt idx="39288">72.969999999999999</cx:pt>
          <cx:pt idx="39289">54.990000000000002</cx:pt>
          <cx:pt idx="39290">72.959999999999994</cx:pt>
          <cx:pt idx="39291">43.740000000000002</cx:pt>
          <cx:pt idx="39292">91.969999999999999</cx:pt>
          <cx:pt idx="39293">81.969999999999999</cx:pt>
          <cx:pt idx="39294">79.980000000000004</cx:pt>
          <cx:pt idx="39295">91.969999999999999</cx:pt>
          <cx:pt idx="39296">105.98</cx:pt>
          <cx:pt idx="39297">96.959999999999994</cx:pt>
          <cx:pt idx="39298">69.980000000000004</cx:pt>
          <cx:pt idx="39299">64.980000000000004</cx:pt>
          <cx:pt idx="39300">111.37</cx:pt>
          <cx:pt idx="39301">55.57</cx:pt>
          <cx:pt idx="39302">72.950000000000003</cx:pt>
          <cx:pt idx="39303">36.289999999999999</cx:pt>
          <cx:pt idx="39304">19.280000000000001</cx:pt>
          <cx:pt idx="39305">71.680000000000007</cx:pt>
          <cx:pt idx="39306">71.680000000000007</cx:pt>
          <cx:pt idx="39307">39.299999999999997</cx:pt>
          <cx:pt idx="39308">30.239999999999998</cx:pt>
          <cx:pt idx="39309">41.490000000000002</cx:pt>
          <cx:pt idx="39310">70.989999999999995</cx:pt>
          <cx:pt idx="39311">85.180000000000007</cx:pt>
          <cx:pt idx="39312">95.379999999999995</cx:pt>
          <cx:pt idx="39313">84.989999999999995</cx:pt>
          <cx:pt idx="39314">71.989999999999995</cx:pt>
          <cx:pt idx="39315">56.090000000000003</cx:pt>
          <cx:pt idx="39316">119.98</cx:pt>
          <cx:pt idx="39317">59.390000000000001</cx:pt>
          <cx:pt idx="39318">66.969999999999999</cx:pt>
          <cx:pt idx="39319">68.989999999999995</cx:pt>
          <cx:pt idx="39320">76.489999999999995</cx:pt>
          <cx:pt idx="39321">84.989999999999995</cx:pt>
          <cx:pt idx="39322">181.96000000000001</cx:pt>
          <cx:pt idx="39323">53.289999999999999</cx:pt>
          <cx:pt idx="39324">-133.96000000000001</cx:pt>
          <cx:pt idx="39325">78.269999999999996</cx:pt>
          <cx:pt idx="39326">133.96000000000001</cx:pt>
          <cx:pt idx="39327">71.980000000000004</cx:pt>
          <cx:pt idx="39328">52.18</cx:pt>
          <cx:pt idx="39329">71.980000000000004</cx:pt>
          <cx:pt idx="39330">52.18</cx:pt>
          <cx:pt idx="39331">71.980000000000004</cx:pt>
          <cx:pt idx="39332">71.370000000000005</cx:pt>
          <cx:pt idx="39333">84.989999999999995</cx:pt>
          <cx:pt idx="39334">59.979999999999997</cx:pt>
          <cx:pt idx="39335">84.989999999999995</cx:pt>
          <cx:pt idx="39336">84.989999999999995</cx:pt>
          <cx:pt idx="39337">84.989999999999995</cx:pt>
          <cx:pt idx="39338">99.980000000000004</cx:pt>
          <cx:pt idx="39339">79.980000000000004</cx:pt>
          <cx:pt idx="39340">59.979999999999997</cx:pt>
          <cx:pt idx="39341">84.989999999999995</cx:pt>
          <cx:pt idx="39342">84.989999999999995</cx:pt>
          <cx:pt idx="39343">84.989999999999995</cx:pt>
          <cx:pt idx="39344">74.969999999999999</cx:pt>
          <cx:pt idx="39345">89.969999999999999</cx:pt>
          <cx:pt idx="39346">84.989999999999995</cx:pt>
          <cx:pt idx="39347">99.980000000000004</cx:pt>
          <cx:pt idx="39348">59.979999999999997</cx:pt>
          <cx:pt idx="39349">39.479999999999997</cx:pt>
          <cx:pt idx="39350">119.95999999999999</cx:pt>
          <cx:pt idx="39351">84.989999999999995</cx:pt>
          <cx:pt idx="39352">68.989999999999995</cx:pt>
          <cx:pt idx="39353">74.969999999999999</cx:pt>
          <cx:pt idx="39354">68.989999999999995</cx:pt>
          <cx:pt idx="39355">84.989999999999995</cx:pt>
          <cx:pt idx="39356">89.969999999999999</cx:pt>
          <cx:pt idx="39357">59.979999999999997</cx:pt>
          <cx:pt idx="39358">71.959999999999994</cx:pt>
          <cx:pt idx="39359">70.129999999999995</cx:pt>
          <cx:pt idx="39360">8.9900000000000002</cx:pt>
          <cx:pt idx="39361">53.759999999999998</cx:pt>
          <cx:pt idx="39362">9.4900000000000002</cx:pt>
          <cx:pt idx="39363">78.640000000000001</cx:pt>
          <cx:pt idx="39364">78.640000000000001</cx:pt>
          <cx:pt idx="39365">78.640000000000001</cx:pt>
          <cx:pt idx="39366">78.640000000000001</cx:pt>
          <cx:pt idx="39367">184.97</cx:pt>
          <cx:pt idx="39368">114.81999999999999</cx:pt>
          <cx:pt idx="39369">104.66</cx:pt>
          <cx:pt idx="39370">49.659999999999997</cx:pt>
          <cx:pt idx="39371">85.989999999999995</cx:pt>
          <cx:pt idx="39372">130.81999999999999</cx:pt>
          <cx:pt idx="39373">129.59999999999999</cx:pt>
          <cx:pt idx="39374">78.640000000000001</cx:pt>
          <cx:pt idx="39375">78.629999999999995</cx:pt>
          <cx:pt idx="39376">78.629999999999995</cx:pt>
          <cx:pt idx="39377">78.629999999999995</cx:pt>
          <cx:pt idx="39378">78.629999999999995</cx:pt>
          <cx:pt idx="39379">78.629999999999995</cx:pt>
          <cx:pt idx="39380">78.629999999999995</cx:pt>
          <cx:pt idx="39381">78.629999999999995</cx:pt>
          <cx:pt idx="39382">78.629999999999995</cx:pt>
          <cx:pt idx="39383">150.94999999999999</cx:pt>
          <cx:pt idx="39384">77.969999999999999</cx:pt>
          <cx:pt idx="39385">78.590000000000003</cx:pt>
          <cx:pt idx="39386">71.079999999999998</cx:pt>
          <cx:pt idx="39387">71.060000000000002</cx:pt>
          <cx:pt idx="39388">239.97</cx:pt>
          <cx:pt idx="39389">189.94999999999999</cx:pt>
          <cx:pt idx="39390">207.96000000000001</cx:pt>
          <cx:pt idx="39391">159.97999999999999</cx:pt>
          <cx:pt idx="39392">159.97999999999999</cx:pt>
          <cx:pt idx="39393">139.97</cx:pt>
          <cx:pt idx="39394">70.980000000000004</cx:pt>
          <cx:pt idx="39395">70.980000000000004</cx:pt>
          <cx:pt idx="39396">70.980000000000004</cx:pt>
          <cx:pt idx="39397">70.980000000000004</cx:pt>
          <cx:pt idx="39398">70.969999999999999</cx:pt>
          <cx:pt idx="39399">70.980000000000004</cx:pt>
          <cx:pt idx="39400">226.27000000000001</cx:pt>
          <cx:pt idx="39401">159.69999999999999</cx:pt>
          <cx:pt idx="39402">114.90000000000001</cx:pt>
          <cx:pt idx="39403">227.43000000000001</cx:pt>
          <cx:pt idx="39404">239.53999999999999</cx:pt>
          <cx:pt idx="39405">239.53999999999999</cx:pt>
          <cx:pt idx="39406">36.780000000000001</cx:pt>
          <cx:pt idx="39407">232.61000000000001</cx:pt>
          <cx:pt idx="39408">239.53999999999999</cx:pt>
          <cx:pt idx="39409">239.53999999999999</cx:pt>
          <cx:pt idx="39410">254.05000000000001</cx:pt>
          <cx:pt idx="39411">29.98</cx:pt>
          <cx:pt idx="39412">227.56</cx:pt>
          <cx:pt idx="39413">70.980000000000004</cx:pt>
          <cx:pt idx="39414">70.980000000000004</cx:pt>
          <cx:pt idx="39415">70.980000000000004</cx:pt>
          <cx:pt idx="39416">70.980000000000004</cx:pt>
          <cx:pt idx="39417">70.980000000000004</cx:pt>
          <cx:pt idx="39418">70.980000000000004</cx:pt>
          <cx:pt idx="39419">70.980000000000004</cx:pt>
          <cx:pt idx="39420">70.980000000000004</cx:pt>
          <cx:pt idx="39421">70.980000000000004</cx:pt>
          <cx:pt idx="39422">70.980000000000004</cx:pt>
          <cx:pt idx="39423">128.47</cx:pt>
          <cx:pt idx="39424">193.94</cx:pt>
          <cx:pt idx="39425">70.959999999999994</cx:pt>
          <cx:pt idx="39426">31.440000000000001</cx:pt>
          <cx:pt idx="39427">27.809999999999999</cx:pt>
          <cx:pt idx="39428">27.48</cx:pt>
          <cx:pt idx="39429">26.489999999999998</cx:pt>
          <cx:pt idx="39430">50.979999999999997</cx:pt>
          <cx:pt idx="39431">63.380000000000003</cx:pt>
          <cx:pt idx="39432">161.91</cx:pt>
          <cx:pt idx="39433">50.969999999999999</cx:pt>
          <cx:pt idx="39434">194.88999999999999</cx:pt>
          <cx:pt idx="39435">99.689999999999998</cx:pt>
          <cx:pt idx="39436">194.88999999999999</cx:pt>
          <cx:pt idx="39437">179.90000000000001</cx:pt>
          <cx:pt idx="39438">107.94</cx:pt>
          <cx:pt idx="39439">167.75</cx:pt>
          <cx:pt idx="39440">125.93000000000001</cx:pt>
          <cx:pt idx="39441">269.85000000000002</cx:pt>
          <cx:pt idx="39442">156.21000000000001</cx:pt>
          <cx:pt idx="39443">71.989999999999995</cx:pt>
          <cx:pt idx="39444">52.850000000000001</cx:pt>
          <cx:pt idx="39445">71.969999999999999</cx:pt>
          <cx:pt idx="39446">71.969999999999999</cx:pt>
          <cx:pt idx="39447">71.969999999999999</cx:pt>
          <cx:pt idx="39448">71.959999999999994</cx:pt>
          <cx:pt idx="39449">67.969999999999999</cx:pt>
          <cx:pt idx="39450">71.959999999999994</cx:pt>
          <cx:pt idx="39451">71.959999999999994</cx:pt>
          <cx:pt idx="39452">71.959999999999994</cx:pt>
          <cx:pt idx="39453">71.959999999999994</cx:pt>
          <cx:pt idx="39454">71.959999999999994</cx:pt>
          <cx:pt idx="39455">341.16000000000003</cx:pt>
          <cx:pt idx="39456">665.63</cx:pt>
          <cx:pt idx="39457">105.34</cx:pt>
          <cx:pt idx="39458">186.30000000000001</cx:pt>
          <cx:pt idx="39459">479.08999999999997</cx:pt>
          <cx:pt idx="39460">270.51999999999998</cx:pt>
          <cx:pt idx="39461">134.00999999999999</cx:pt>
          <cx:pt idx="39462">248.25</cx:pt>
          <cx:pt idx="39463">71.939999999999998</cx:pt>
          <cx:pt idx="39464">71.939999999999998</cx:pt>
          <cx:pt idx="39465">71.939999999999998</cx:pt>
          <cx:pt idx="39466">64.980000000000004</cx:pt>
          <cx:pt idx="39467">64.980000000000004</cx:pt>
          <cx:pt idx="39468">78</cx:pt>
          <cx:pt idx="39469">41.979999999999997</cx:pt>
          <cx:pt idx="39470">49.979999999999997</cx:pt>
          <cx:pt idx="39471">94.959999999999994</cx:pt>
          <cx:pt idx="39472">111.48</cx:pt>
          <cx:pt idx="39473">197.97</cx:pt>
          <cx:pt idx="39474">197.97</cx:pt>
          <cx:pt idx="39475">151.97</cx:pt>
          <cx:pt idx="39476">135.96000000000001</cx:pt>
          <cx:pt idx="39477">153.46000000000001</cx:pt>
          <cx:pt idx="39478">71.680000000000007</cx:pt>
          <cx:pt idx="39479">71.680000000000007</cx:pt>
          <cx:pt idx="39480">70.980000000000004</cx:pt>
          <cx:pt idx="39481">70.980000000000004</cx:pt>
          <cx:pt idx="39482">51.490000000000002</cx:pt>
          <cx:pt idx="39483">70.980000000000004</cx:pt>
          <cx:pt idx="39484">51.490000000000002</cx:pt>
          <cx:pt idx="39485">70.980000000000004</cx:pt>
          <cx:pt idx="39486">70.980000000000004</cx:pt>
          <cx:pt idx="39487">70.980000000000004</cx:pt>
          <cx:pt idx="39488">28.41</cx:pt>
          <cx:pt idx="39489">25.390000000000001</cx:pt>
          <cx:pt idx="39490">51.289999999999999</cx:pt>
          <cx:pt idx="39491">69.519999999999996</cx:pt>
          <cx:pt idx="39492">156.96000000000001</cx:pt>
          <cx:pt idx="39493">65.989999999999995</cx:pt>
          <cx:pt idx="39494">56.090000000000003</cx:pt>
          <cx:pt idx="39495">31.940000000000001</cx:pt>
          <cx:pt idx="39496">29.989999999999998</cx:pt>
          <cx:pt idx="39497">52.350000000000001</cx:pt>
          <cx:pt idx="39498">70.159999999999997</cx:pt>
          <cx:pt idx="39499">15.99</cx:pt>
          <cx:pt idx="39500">185.97</cx:pt>
          <cx:pt idx="39501">61.020000000000003</cx:pt>
          <cx:pt idx="39502">77.5</cx:pt>
          <cx:pt idx="39503">137.97</cx:pt>
          <cx:pt idx="39504">65.989999999999995</cx:pt>
          <cx:pt idx="39505">54.990000000000002</cx:pt>
          <cx:pt idx="39506">77.420000000000002</cx:pt>
          <cx:pt idx="39507">77.420000000000002</cx:pt>
          <cx:pt idx="39508">77.420000000000002</cx:pt>
          <cx:pt idx="39509">77.420000000000002</cx:pt>
          <cx:pt idx="39510">77.400000000000006</cx:pt>
          <cx:pt idx="39511">131.97999999999999</cx:pt>
          <cx:pt idx="39512">188.09999999999999</cx:pt>
          <cx:pt idx="39513">-1.5</cx:pt>
          <cx:pt idx="39514">197.96000000000001</cx:pt>
          <cx:pt idx="39515">144.47999999999999</cx:pt>
          <cx:pt idx="39516">218.66</cx:pt>
          <cx:pt idx="39517">29.48</cx:pt>
          <cx:pt idx="39518">223.96000000000001</cx:pt>
          <cx:pt idx="39519">169.97999999999999</cx:pt>
          <cx:pt idx="39520">169.97999999999999</cx:pt>
          <cx:pt idx="39521">178.16</cx:pt>
          <cx:pt idx="39522">197.96000000000001</cx:pt>
          <cx:pt idx="39523">77.390000000000001</cx:pt>
          <cx:pt idx="39524">77.390000000000001</cx:pt>
          <cx:pt idx="39525">77.390000000000001</cx:pt>
          <cx:pt idx="39526">77.390000000000001</cx:pt>
          <cx:pt idx="39527">77.390000000000001</cx:pt>
          <cx:pt idx="39528">27.18</cx:pt>
          <cx:pt idx="39529">27.18</cx:pt>
          <cx:pt idx="39530">63.969999999999999</cx:pt>
          <cx:pt idx="39531">6.9900000000000002</cx:pt>
          <cx:pt idx="39532">76.870000000000005</cx:pt>
          <cx:pt idx="39533">-7.8700000000000001</cx:pt>
          <cx:pt idx="39534">67.719999999999999</cx:pt>
          <cx:pt idx="39535">9.9800000000000004</cx:pt>
          <cx:pt idx="39536">60.979999999999997</cx:pt>
          <cx:pt idx="39537">60.990000000000002</cx:pt>
          <cx:pt idx="39538">37.189999999999998</cx:pt>
          <cx:pt idx="39539">62.090000000000003</cx:pt>
          <cx:pt idx="39540">115.97</cx:pt>
          <cx:pt idx="39541">69.989999999999995</cx:pt>
          <cx:pt idx="39542">69.989999999999995</cx:pt>
          <cx:pt idx="39543">69.989999999999995</cx:pt>
          <cx:pt idx="39544">69.989999999999995</cx:pt>
          <cx:pt idx="39545">69.980000000000004</cx:pt>
          <cx:pt idx="39546">69.980000000000004</cx:pt>
          <cx:pt idx="39547">77.290000000000006</cx:pt>
          <cx:pt idx="39548">69.980000000000004</cx:pt>
          <cx:pt idx="39549">59.979999999999997</cx:pt>
          <cx:pt idx="39550">54.18</cx:pt>
          <cx:pt idx="39551">89.069999999999993</cx:pt>
          <cx:pt idx="39552">57.979999999999997</cx:pt>
          <cx:pt idx="39553">59.979999999999997</cx:pt>
          <cx:pt idx="39554">68.969999999999999</cx:pt>
          <cx:pt idx="39555">55.399999999999999</cx:pt>
          <cx:pt idx="39556">61.979999999999997</cx:pt>
          <cx:pt idx="39557">59.420000000000002</cx:pt>
          <cx:pt idx="39558">71.969999999999999</cx:pt>
          <cx:pt idx="39559">59.979999999999997</cx:pt>
          <cx:pt idx="39560">66.219999999999999</cx:pt>
          <cx:pt idx="39561">59.979999999999997</cx:pt>
          <cx:pt idx="39562">59.380000000000003</cx:pt>
          <cx:pt idx="39563">68.969999999999999</cx:pt>
          <cx:pt idx="39564">59.979999999999997</cx:pt>
          <cx:pt idx="39565">60.280000000000001</cx:pt>
          <cx:pt idx="39566">55.979999999999997</cx:pt>
          <cx:pt idx="39567">88.590000000000003</cx:pt>
          <cx:pt idx="39568">89.069999999999993</cx:pt>
          <cx:pt idx="39569">92.969999999999999</cx:pt>
          <cx:pt idx="39570">59.979999999999997</cx:pt>
          <cx:pt idx="39571">55.979999999999997</cx:pt>
          <cx:pt idx="39572">99.959999999999994</cx:pt>
          <cx:pt idx="39573">66.75</cx:pt>
          <cx:pt idx="39574">59.380000000000003</cx:pt>
          <cx:pt idx="39575">119.95999999999999</cx:pt>
          <cx:pt idx="39576">59.979999999999997</cx:pt>
          <cx:pt idx="39577">58.780000000000001</cx:pt>
          <cx:pt idx="39578">54.979999999999997</cx:pt>
          <cx:pt idx="39579">77.290000000000006</cx:pt>
          <cx:pt idx="39580">69.980000000000004</cx:pt>
          <cx:pt idx="39581">69.980000000000004</cx:pt>
          <cx:pt idx="39582">69.980000000000004</cx:pt>
          <cx:pt idx="39583">69.980000000000004</cx:pt>
          <cx:pt idx="39584">69.980000000000004</cx:pt>
          <cx:pt idx="39585">69.980000000000004</cx:pt>
          <cx:pt idx="39586">69.980000000000004</cx:pt>
          <cx:pt idx="39587">69.980000000000004</cx:pt>
          <cx:pt idx="39588">44.490000000000002</cx:pt>
          <cx:pt idx="39589">182.97</cx:pt>
          <cx:pt idx="39590">69.989999999999995</cx:pt>
          <cx:pt idx="39591">214.94999999999999</cx:pt>
          <cx:pt idx="39592">69.989999999999995</cx:pt>
          <cx:pt idx="39593">71.980000000000004</cx:pt>
          <cx:pt idx="39594">215.94</cx:pt>
          <cx:pt idx="39595">214.94999999999999</cx:pt>
          <cx:pt idx="39596">49.469999999999999</cx:pt>
          <cx:pt idx="39597">182.97</cx:pt>
          <cx:pt idx="39598">153.96000000000001</cx:pt>
          <cx:pt idx="39599">33.479999999999997</cx:pt>
          <cx:pt idx="39600">69.980000000000004</cx:pt>
          <cx:pt idx="39601">69.989999999999995</cx:pt>
          <cx:pt idx="39602">69.989999999999995</cx:pt>
          <cx:pt idx="39603">69.989999999999995</cx:pt>
          <cx:pt idx="39604">79.989999999999995</cx:pt>
          <cx:pt idx="39605">79.989999999999995</cx:pt>
          <cx:pt idx="39606">79.989999999999995</cx:pt>
          <cx:pt idx="39607">79.989999999999995</cx:pt>
          <cx:pt idx="39608">79.920000000000002</cx:pt>
          <cx:pt idx="39609">79.989999999999995</cx:pt>
          <cx:pt idx="39610">91.980000000000004</cx:pt>
          <cx:pt idx="39611">79.989999999999995</cx:pt>
          <cx:pt idx="39612">81.359999999999999</cx:pt>
          <cx:pt idx="39613">79.989999999999995</cx:pt>
          <cx:pt idx="39614">91.980000000000004</cx:pt>
          <cx:pt idx="39615">69.969999999999999</cx:pt>
          <cx:pt idx="39616">71.239999999999995</cx:pt>
          <cx:pt idx="39617">79.989999999999995</cx:pt>
          <cx:pt idx="39618">51.840000000000003</cx:pt>
          <cx:pt idx="39619">100.25</cx:pt>
          <cx:pt idx="39620">71.459999999999994</cx:pt>
          <cx:pt idx="39621">72.980000000000004</cx:pt>
          <cx:pt idx="39622">79.989999999999995</cx:pt>
          <cx:pt idx="39623">91.980000000000004</cx:pt>
          <cx:pt idx="39624">79.989999999999995</cx:pt>
          <cx:pt idx="39625">79.989999999999995</cx:pt>
          <cx:pt idx="39626">79.989999999999995</cx:pt>
          <cx:pt idx="39627">69.989999999999995</cx:pt>
          <cx:pt idx="39628">69.989999999999995</cx:pt>
          <cx:pt idx="39629">69.989999999999995</cx:pt>
          <cx:pt idx="39630">69.989999999999995</cx:pt>
          <cx:pt idx="39631">69.989999999999995</cx:pt>
          <cx:pt idx="39632">69.989999999999995</cx:pt>
          <cx:pt idx="39633">69.989999999999995</cx:pt>
          <cx:pt idx="39634">69.989999999999995</cx:pt>
          <cx:pt idx="39635">69.989999999999995</cx:pt>
          <cx:pt idx="39636">203.94999999999999</cx:pt>
          <cx:pt idx="39637">256.47000000000003</cx:pt>
          <cx:pt idx="39638">208.08000000000001</cx:pt>
          <cx:pt idx="39639">250.41999999999999</cx:pt>
          <cx:pt idx="39640">355.68000000000001</cx:pt>
          <cx:pt idx="39641">127</cx:pt>
          <cx:pt idx="39642">199.15000000000001</cx:pt>
          <cx:pt idx="39643">272.19</cx:pt>
          <cx:pt idx="39644">346</cx:pt>
          <cx:pt idx="39645">239.53999999999999</cx:pt>
          <cx:pt idx="39646">69.989999999999995</cx:pt>
          <cx:pt idx="39647">69.989999999999995</cx:pt>
          <cx:pt idx="39648">69.989999999999995</cx:pt>
          <cx:pt idx="39649">61.479999999999997</cx:pt>
          <cx:pt idx="39650">69.969999999999999</cx:pt>
          <cx:pt idx="39651">69.989999999999995</cx:pt>
          <cx:pt idx="39652">69.989999999999995</cx:pt>
          <cx:pt idx="39653">69.989999999999995</cx:pt>
          <cx:pt idx="39654">69.989999999999995</cx:pt>
          <cx:pt idx="39655">69.989999999999995</cx:pt>
          <cx:pt idx="39656">396.93000000000001</cx:pt>
          <cx:pt idx="39657">267.94999999999999</cx:pt>
          <cx:pt idx="39658">311.94</cx:pt>
          <cx:pt idx="39659">199.44999999999999</cx:pt>
          <cx:pt idx="39660">216.63999999999999</cx:pt>
          <cx:pt idx="39661">69.989999999999995</cx:pt>
          <cx:pt idx="39662">69.989999999999995</cx:pt>
          <cx:pt idx="39663">69.980000000000004</cx:pt>
          <cx:pt idx="39664">69.980000000000004</cx:pt>
          <cx:pt idx="39665">69.980000000000004</cx:pt>
          <cx:pt idx="39666">69.980000000000004</cx:pt>
          <cx:pt idx="39667">69.980000000000004</cx:pt>
          <cx:pt idx="39668">69.959999999999994</cx:pt>
          <cx:pt idx="39669">59.969999999999999</cx:pt>
          <cx:pt idx="39670">55.770000000000003</cx:pt>
          <cx:pt idx="39671">54.869999999999997</cx:pt>
          <cx:pt idx="39672">58.869999999999997</cx:pt>
          <cx:pt idx="39673">67.459999999999994</cx:pt>
          <cx:pt idx="39674">59.969999999999999</cx:pt>
          <cx:pt idx="39675">53.969999999999999</cx:pt>
          <cx:pt idx="39676">53.520000000000003</cx:pt>
          <cx:pt idx="39677">52.670000000000002</cx:pt>
          <cx:pt idx="39678">26.489999999999998</cx:pt>
          <cx:pt idx="39679">26.489999999999998</cx:pt>
          <cx:pt idx="39680">69.980000000000004</cx:pt>
          <cx:pt idx="39681">69.959999999999994</cx:pt>
          <cx:pt idx="39682">61.490000000000002</cx:pt>
          <cx:pt idx="39683">69.980000000000004</cx:pt>
          <cx:pt idx="39684">61.479999999999997</cx:pt>
          <cx:pt idx="39685">44.479999999999997</cx:pt>
          <cx:pt idx="39686">66.969999999999999</cx:pt>
          <cx:pt idx="39687">50.979999999999997</cx:pt>
          <cx:pt idx="39688">71.959999999999994</cx:pt>
          <cx:pt idx="39689">50.979999999999997</cx:pt>
          <cx:pt idx="39690">21.489999999999998</cx:pt>
          <cx:pt idx="39691">71.959999999999994</cx:pt>
          <cx:pt idx="39692">21.489999999999998</cx:pt>
          <cx:pt idx="39693">66.969999999999999</cx:pt>
          <cx:pt idx="39694">44.479999999999997</cx:pt>
          <cx:pt idx="39695">61.479999999999997</cx:pt>
          <cx:pt idx="39696">51.479999999999997</cx:pt>
          <cx:pt idx="39697">51.479999999999997</cx:pt>
          <cx:pt idx="39698">61.479999999999997</cx:pt>
          <cx:pt idx="39699">61.479999999999997</cx:pt>
          <cx:pt idx="39700">69.969999999999999</cx:pt>
          <cx:pt idx="39701">69.969999999999999</cx:pt>
          <cx:pt idx="39702">69.980000000000004</cx:pt>
          <cx:pt idx="39703">69.969999999999999</cx:pt>
          <cx:pt idx="39704">69.959999999999994</cx:pt>
          <cx:pt idx="39705">69.959999999999994</cx:pt>
          <cx:pt idx="39706">16.489999999999998</cx:pt>
          <cx:pt idx="39707">36.490000000000002</cx:pt>
          <cx:pt idx="39708">169.97999999999999</cx:pt>
          <cx:pt idx="39709">197.97</cx:pt>
          <cx:pt idx="39710">161.93000000000001</cx:pt>
          <cx:pt idx="39711">169.97999999999999</cx:pt>
          <cx:pt idx="39712">131.97999999999999</cx:pt>
          <cx:pt idx="39713">169.97999999999999</cx:pt>
          <cx:pt idx="39714">169.97999999999999</cx:pt>
          <cx:pt idx="39715">169.97999999999999</cx:pt>
          <cx:pt idx="39716">169.97999999999999</cx:pt>
          <cx:pt idx="39717">161.47999999999999</cx:pt>
          <cx:pt idx="39718">134.97999999999999</cx:pt>
          <cx:pt idx="39719">130.66</cx:pt>
          <cx:pt idx="39720">26.489999999999998</cx:pt>
          <cx:pt idx="39721">26.489999999999998</cx:pt>
          <cx:pt idx="39722">26.489999999999998</cx:pt>
          <cx:pt idx="39723">26.489999999999998</cx:pt>
          <cx:pt idx="39724">69.950000000000003</cx:pt>
          <cx:pt idx="39725">61.460000000000001</cx:pt>
          <cx:pt idx="39726">69.950000000000003</cx:pt>
          <cx:pt idx="39727">69.959999999999994</cx:pt>
          <cx:pt idx="39728">69.959999999999994</cx:pt>
          <cx:pt idx="39729">11.49</cx:pt>
          <cx:pt idx="39730">16.489999999999998</cx:pt>
          <cx:pt idx="39731">16.489999999999998</cx:pt>
          <cx:pt idx="39732">-31.190000000000001</cx:pt>
          <cx:pt idx="39733">-31.190000000000001</cx:pt>
          <cx:pt idx="39734">29.989999999999998</cx:pt>
          <cx:pt idx="39735">31.190000000000001</cx:pt>
          <cx:pt idx="39736">31.190000000000001</cx:pt>
          <cx:pt idx="39737">31.789999999999999</cx:pt>
          <cx:pt idx="39738">62.960000000000001</cx:pt>
          <cx:pt idx="39739">109.45999999999999</cx:pt>
          <cx:pt idx="39740">71.069999999999993</cx:pt>
          <cx:pt idx="39741">76.489999999999995</cx:pt>
          <cx:pt idx="39742">76.489999999999995</cx:pt>
          <cx:pt idx="39743">71.680000000000007</cx:pt>
          <cx:pt idx="39744">70.980000000000004</cx:pt>
          <cx:pt idx="39745">70.980000000000004</cx:pt>
          <cx:pt idx="39746">70.980000000000004</cx:pt>
          <cx:pt idx="39747">70.980000000000004</cx:pt>
          <cx:pt idx="39748">70.980000000000004</cx:pt>
          <cx:pt idx="39749">70.980000000000004</cx:pt>
          <cx:pt idx="39750">70.980000000000004</cx:pt>
          <cx:pt idx="39751">141.96000000000001</cx:pt>
          <cx:pt idx="39752">157.25</cx:pt>
          <cx:pt idx="39753">171.77000000000001</cx:pt>
          <cx:pt idx="39754">131.24000000000001</cx:pt>
          <cx:pt idx="39755">-141.96000000000001</cx:pt>
          <cx:pt idx="39756">195.97</cx:pt>
          <cx:pt idx="39757">188.69999999999999</cx:pt>
          <cx:pt idx="39758">120.34999999999999</cx:pt>
          <cx:pt idx="39759">211.69</cx:pt>
          <cx:pt idx="39760">147.88</cx:pt>
          <cx:pt idx="39761">204.43000000000001</cx:pt>
          <cx:pt idx="39762">131.19</cx:pt>
          <cx:pt idx="39763">70.969999999999999</cx:pt>
          <cx:pt idx="39764">48.359999999999999</cx:pt>
          <cx:pt idx="39765">69.670000000000002</cx:pt>
          <cx:pt idx="39766">76.799999999999997</cx:pt>
          <cx:pt idx="39767">24.989999999999998</cx:pt>
          <cx:pt idx="39768">115.95</cx:pt>
          <cx:pt idx="39769">116.97</cx:pt>
          <cx:pt idx="39770">115.95</cx:pt>
          <cx:pt idx="39771">146.94999999999999</cx:pt>
          <cx:pt idx="39772">105.97</cx:pt>
          <cx:pt idx="39773">115.95</cx:pt>
          <cx:pt idx="39774">65.989999999999995</cx:pt>
          <cx:pt idx="39775">99.969999999999999</cx:pt>
          <cx:pt idx="39776">104.97</cx:pt>
          <cx:pt idx="39777">85.980000000000004</cx:pt>
          <cx:pt idx="39778">99.969999999999999</cx:pt>
          <cx:pt idx="39779">148.94999999999999</cx:pt>
          <cx:pt idx="39780">69.980000000000004</cx:pt>
          <cx:pt idx="39781">108.97</cx:pt>
          <cx:pt idx="39782">56.090000000000003</cx:pt>
          <cx:pt idx="39783">69.989999999999995</cx:pt>
          <cx:pt idx="39784">69.989999999999995</cx:pt>
          <cx:pt idx="39785">69.989999999999995</cx:pt>
          <cx:pt idx="39786">69.980000000000004</cx:pt>
          <cx:pt idx="39787">62.289999999999999</cx:pt>
          <cx:pt idx="39788">123.94</cx:pt>
          <cx:pt idx="39789">99.950000000000003</cx:pt>
          <cx:pt idx="39790">99.980000000000004</cx:pt>
          <cx:pt idx="39791">79.959999999999994</cx:pt>
          <cx:pt idx="39792">105.97</cx:pt>
          <cx:pt idx="39793">79.959999999999994</cx:pt>
          <cx:pt idx="39794">103.94</cx:pt>
          <cx:pt idx="39795">103.95</cx:pt>
          <cx:pt idx="39796">111.56</cx:pt>
          <cx:pt idx="39797">79.959999999999994</cx:pt>
          <cx:pt idx="39798">79.959999999999994</cx:pt>
          <cx:pt idx="39799">103.95</cx:pt>
          <cx:pt idx="39800">69.980000000000004</cx:pt>
          <cx:pt idx="39801">69.980000000000004</cx:pt>
          <cx:pt idx="39802">69.980000000000004</cx:pt>
          <cx:pt idx="39803">69.980000000000004</cx:pt>
          <cx:pt idx="39804">69.980000000000004</cx:pt>
          <cx:pt idx="39805">62.289999999999999</cx:pt>
          <cx:pt idx="39806">62.289999999999999</cx:pt>
          <cx:pt idx="39807">69.980000000000004</cx:pt>
          <cx:pt idx="39808">69.980000000000004</cx:pt>
          <cx:pt idx="39809">69.980000000000004</cx:pt>
          <cx:pt idx="39810">164.97</cx:pt>
          <cx:pt idx="39811">83.290000000000006</cx:pt>
          <cx:pt idx="39812">83.670000000000002</cx:pt>
          <cx:pt idx="39813">84.989999999999995</cx:pt>
          <cx:pt idx="39814">84.989999999999995</cx:pt>
          <cx:pt idx="39815">83.290000000000006</cx:pt>
          <cx:pt idx="39816">110.47</cx:pt>
          <cx:pt idx="39817">65.989999999999995</cx:pt>
          <cx:pt idx="39818">47.490000000000002</cx:pt>
          <cx:pt idx="39819">84.989999999999995</cx:pt>
          <cx:pt idx="39820">83.290000000000006</cx:pt>
          <cx:pt idx="39821">83.290000000000006</cx:pt>
          <cx:pt idx="39822">62.710000000000001</cx:pt>
          <cx:pt idx="39823">84.989999999999995</cx:pt>
          <cx:pt idx="39824">65.989999999999995</cx:pt>
          <cx:pt idx="39825">75.090000000000003</cx:pt>
          <cx:pt idx="39826">84.989999999999995</cx:pt>
          <cx:pt idx="39827">76.489999999999995</cx:pt>
          <cx:pt idx="39828">137.97999999999999</cx:pt>
          <cx:pt idx="39829">84.989999999999995</cx:pt>
          <cx:pt idx="39830">65.989999999999995</cx:pt>
          <cx:pt idx="39831">62.289999999999999</cx:pt>
          <cx:pt idx="39832">62.289999999999999</cx:pt>
          <cx:pt idx="39833">75.980000000000004</cx:pt>
          <cx:pt idx="39834">75.980000000000004</cx:pt>
          <cx:pt idx="39835">-18.489999999999998</cx:pt>
          <cx:pt idx="39836">18.489999999999998</cx:pt>
          <cx:pt idx="39837">66.480000000000004</cx:pt>
          <cx:pt idx="39838">75.969999999999999</cx:pt>
          <cx:pt idx="39839">69.969999999999999</cx:pt>
          <cx:pt idx="39840">75.969999999999999</cx:pt>
          <cx:pt idx="39841">75.969999999999999</cx:pt>
          <cx:pt idx="39842">111.98</cx:pt>
          <cx:pt idx="39843">121.98</cx:pt>
          <cx:pt idx="39844">74.980000000000004</cx:pt>
          <cx:pt idx="39845">93.980000000000004</cx:pt>
          <cx:pt idx="39846">79.989999999999995</cx:pt>
          <cx:pt idx="39847">79.989999999999995</cx:pt>
          <cx:pt idx="39848">79.989999999999995</cx:pt>
          <cx:pt idx="39849">93.980000000000004</cx:pt>
          <cx:pt idx="39850">104.73</cx:pt>
          <cx:pt idx="39851">58.759999999999998</cx:pt>
          <cx:pt idx="39852">60.990000000000002</cx:pt>
          <cx:pt idx="39853">79.989999999999995</cx:pt>
          <cx:pt idx="39854">79.989999999999995</cx:pt>
          <cx:pt idx="39855">79.989999999999995</cx:pt>
          <cx:pt idx="39856">60.990000000000002</cx:pt>
          <cx:pt idx="39857">88.969999999999999</cx:pt>
          <cx:pt idx="39858">66.079999999999998</cx:pt>
          <cx:pt idx="39859">74.980000000000004</cx:pt>
          <cx:pt idx="39860">93.980000000000004</cx:pt>
          <cx:pt idx="39861">79.989999999999995</cx:pt>
          <cx:pt idx="39862">73.829999999999998</cx:pt>
          <cx:pt idx="39863">93.980000000000004</cx:pt>
          <cx:pt idx="39864">83.670000000000002</cx:pt>
          <cx:pt idx="39865">74.980000000000004</cx:pt>
          <cx:pt idx="39866">75.959999999999994</cx:pt>
          <cx:pt idx="39867">75.959999999999994</cx:pt>
          <cx:pt idx="39868">75.959999999999994</cx:pt>
          <cx:pt idx="39869">75.870000000000005</cx:pt>
          <cx:pt idx="39870">75.870000000000005</cx:pt>
          <cx:pt idx="39871">70.469999999999999</cx:pt>
          <cx:pt idx="39872">76.219999999999999</cx:pt>
          <cx:pt idx="39873">79.849999999999994</cx:pt>
          <cx:pt idx="39874">79.849999999999994</cx:pt>
          <cx:pt idx="39875">79.849999999999994</cx:pt>
          <cx:pt idx="39876">97.989999999999995</cx:pt>
          <cx:pt idx="39877">79.849999999999994</cx:pt>
          <cx:pt idx="39878">85.890000000000001</cx:pt>
          <cx:pt idx="39879">74.269999999999996</cx:pt>
          <cx:pt idx="39880">79.849999999999994</cx:pt>
          <cx:pt idx="39881">81.650000000000006</cx:pt>
          <cx:pt idx="39882">79.849999999999994</cx:pt>
          <cx:pt idx="39883">79.849999999999994</cx:pt>
          <cx:pt idx="39884">97.989999999999995</cx:pt>
          <cx:pt idx="39885">97.989999999999995</cx:pt>
          <cx:pt idx="39886">97.989999999999995</cx:pt>
          <cx:pt idx="39887">76.219999999999999</cx:pt>
          <cx:pt idx="39888">76.209999999999994</cx:pt>
          <cx:pt idx="39889">76.209999999999994</cx:pt>
          <cx:pt idx="39890">76.209999999999994</cx:pt>
          <cx:pt idx="39891">76.209999999999994</cx:pt>
          <cx:pt idx="39892">169.97999999999999</cx:pt>
          <cx:pt idx="39893">169.97999999999999</cx:pt>
          <cx:pt idx="39894">169.97999999999999</cx:pt>
          <cx:pt idx="39895">169.97999999999999</cx:pt>
          <cx:pt idx="39896">169.97999999999999</cx:pt>
          <cx:pt idx="39897">169.97999999999999</cx:pt>
          <cx:pt idx="39898">169.97999999999999</cx:pt>
          <cx:pt idx="39899">169.97999999999999</cx:pt>
          <cx:pt idx="39900">169.97999999999999</cx:pt>
          <cx:pt idx="39901">192.97</cx:pt>
          <cx:pt idx="39902">169.97999999999999</cx:pt>
          <cx:pt idx="39903">76.189999999999998</cx:pt>
          <cx:pt idx="39904">76.200000000000003</cx:pt>
          <cx:pt idx="39905">68.980000000000004</cx:pt>
          <cx:pt idx="39906">68.980000000000004</cx:pt>
          <cx:pt idx="39907">68.989999999999995</cx:pt>
          <cx:pt idx="39908">68.989999999999995</cx:pt>
          <cx:pt idx="39909">68.969999999999999</cx:pt>
          <cx:pt idx="39910">65.989999999999995</cx:pt>
          <cx:pt idx="39911">200.97</cx:pt>
          <cx:pt idx="39912">205.47</cx:pt>
          <cx:pt idx="39913">126.93000000000001</cx:pt>
          <cx:pt idx="39914">153.97</cx:pt>
          <cx:pt idx="39915">152.97</cx:pt>
          <cx:pt idx="39916">193.96000000000001</cx:pt>
          <cx:pt idx="39917">153.97</cx:pt>
          <cx:pt idx="39918">94.780000000000001</cx:pt>
          <cx:pt idx="39919">172.46000000000001</cx:pt>
          <cx:pt idx="39920">68.989999999999995</cx:pt>
          <cx:pt idx="39921">68.989999999999995</cx:pt>
          <cx:pt idx="39922">68.989999999999995</cx:pt>
          <cx:pt idx="39923">68.989999999999995</cx:pt>
          <cx:pt idx="39924">68.989999999999995</cx:pt>
          <cx:pt idx="39925">68.969999999999999</cx:pt>
          <cx:pt idx="39926">68.969999999999999</cx:pt>
          <cx:pt idx="39927">68.969999999999999</cx:pt>
          <cx:pt idx="39928">68.989999999999995</cx:pt>
          <cx:pt idx="39929">68.980000000000004</cx:pt>
          <cx:pt idx="39930">151.46000000000001</cx:pt>
          <cx:pt idx="39931">59.979999999999997</cx:pt>
          <cx:pt idx="39932">79.989999999999995</cx:pt>
          <cx:pt idx="39933">74.969999999999999</cx:pt>
          <cx:pt idx="39934">59.979999999999997</cx:pt>
          <cx:pt idx="39935">207.94999999999999</cx:pt>
          <cx:pt idx="39936">128.97</cx:pt>
          <cx:pt idx="39937">59.979999999999997</cx:pt>
          <cx:pt idx="39938">59.979999999999997</cx:pt>
          <cx:pt idx="39939">169.97999999999999</cx:pt>
          <cx:pt idx="39940">0</cx:pt>
          <cx:pt idx="39941">62.090000000000003</cx:pt>
          <cx:pt idx="39942">80.969999999999999</cx:pt>
          <cx:pt idx="39943">154.96000000000001</cx:pt>
          <cx:pt idx="39944">125.17</cx:pt>
          <cx:pt idx="39945">59.979999999999997</cx:pt>
          <cx:pt idx="39946">59.979999999999997</cx:pt>
          <cx:pt idx="39947">224.93000000000001</cx:pt>
          <cx:pt idx="39948">75.969999999999999</cx:pt>
          <cx:pt idx="39949">60.990000000000002</cx:pt>
          <cx:pt idx="39950">59.979999999999997</cx:pt>
          <cx:pt idx="39951">68.980000000000004</cx:pt>
          <cx:pt idx="39952">68.980000000000004</cx:pt>
          <cx:pt idx="39953">68.959999999999994</cx:pt>
          <cx:pt idx="39954">68.980000000000004</cx:pt>
          <cx:pt idx="39955">70.170000000000002</cx:pt>
          <cx:pt idx="39956">70.180000000000007</cx:pt>
          <cx:pt idx="39957">60.479999999999997</cx:pt>
          <cx:pt idx="39958">68.969999999999999</cx:pt>
          <cx:pt idx="39959">62.07</cx:pt>
          <cx:pt idx="39960">-62.07</cx:pt>
          <cx:pt idx="39961">165.97</cx:pt>
          <cx:pt idx="39962">171.97</cx:pt>
          <cx:pt idx="39963">131.97999999999999</cx:pt>
          <cx:pt idx="39964">11.470000000000001</cx:pt>
          <cx:pt idx="39965">66.510000000000005</cx:pt>
          <cx:pt idx="39966">76.060000000000002</cx:pt>
          <cx:pt idx="39967">69.989999999999995</cx:pt>
          <cx:pt idx="39968">69.989999999999995</cx:pt>
          <cx:pt idx="39969">69.989999999999995</cx:pt>
          <cx:pt idx="39970">84.989999999999995</cx:pt>
          <cx:pt idx="39971">84.989999999999995</cx:pt>
          <cx:pt idx="39972">65.989999999999995</cx:pt>
          <cx:pt idx="39973">84.989999999999995</cx:pt>
          <cx:pt idx="39974">84.989999999999995</cx:pt>
          <cx:pt idx="39975">36.490000000000002</cx:pt>
          <cx:pt idx="39976">104.98</cx:pt>
          <cx:pt idx="39977">100.98</cx:pt>
          <cx:pt idx="39978">84.989999999999995</cx:pt>
          <cx:pt idx="39979">84.989999999999995</cx:pt>
          <cx:pt idx="39980">81.980000000000004</cx:pt>
          <cx:pt idx="39981">65.989999999999995</cx:pt>
          <cx:pt idx="39982">84.989999999999995</cx:pt>
          <cx:pt idx="39983">59.390000000000001</cx:pt>
          <cx:pt idx="39984">84.989999999999995</cx:pt>
          <cx:pt idx="39985">84.989999999999995</cx:pt>
          <cx:pt idx="39986">84.989999999999995</cx:pt>
          <cx:pt idx="39987">65.989999999999995</cx:pt>
          <cx:pt idx="39988">84.989999999999995</cx:pt>
          <cx:pt idx="39989">84.989999999999995</cx:pt>
          <cx:pt idx="39990">110.06</cx:pt>
          <cx:pt idx="39991">76.590000000000003</cx:pt>
          <cx:pt idx="39992">84.989999999999995</cx:pt>
          <cx:pt idx="39993">69.989999999999995</cx:pt>
          <cx:pt idx="39994">69.989999999999995</cx:pt>
          <cx:pt idx="39995">69.989999999999995</cx:pt>
          <cx:pt idx="39996">69.989999999999995</cx:pt>
          <cx:pt idx="39997">69.989999999999995</cx:pt>
          <cx:pt idx="39998">69.989999999999995</cx:pt>
          <cx:pt idx="39999">92.959999999999994</cx:pt>
          <cx:pt idx="40000">77.969999999999999</cx:pt>
          <cx:pt idx="40001">79.959999999999994</cx:pt>
          <cx:pt idx="40002">84.980000000000004</cx:pt>
          <cx:pt idx="40003">69.989999999999995</cx:pt>
          <cx:pt idx="40004">69.989999999999995</cx:pt>
          <cx:pt idx="40005">69.989999999999995</cx:pt>
          <cx:pt idx="40006">69.989999999999995</cx:pt>
          <cx:pt idx="40007">69.989999999999995</cx:pt>
          <cx:pt idx="40008">69.989999999999995</cx:pt>
          <cx:pt idx="40009">69.989999999999995</cx:pt>
          <cx:pt idx="40010">69.989999999999995</cx:pt>
          <cx:pt idx="40011">69.989999999999995</cx:pt>
          <cx:pt idx="40012">84.989999999999995</cx:pt>
          <cx:pt idx="40013">100.98</cx:pt>
          <cx:pt idx="40014">56.159999999999997</cx:pt>
          <cx:pt idx="40015">100.98</cx:pt>
          <cx:pt idx="40016">91.969999999999999</cx:pt>
          <cx:pt idx="40017">159.96000000000001</cx:pt>
          <cx:pt idx="40018">86.959999999999994</cx:pt>
          <cx:pt idx="40019">66.980000000000004</cx:pt>
          <cx:pt idx="40020">52.979999999999997</cx:pt>
          <cx:pt idx="40021">65.989999999999995</cx:pt>
          <cx:pt idx="40022">75.969999999999999</cx:pt>
          <cx:pt idx="40023">84.989999999999995</cx:pt>
          <cx:pt idx="40024">120.97</cx:pt>
          <cx:pt idx="40025">69.989999999999995</cx:pt>
          <cx:pt idx="40026">69.989999999999995</cx:pt>
          <cx:pt idx="40027">69.989999999999995</cx:pt>
          <cx:pt idx="40028">119.98</cx:pt>
          <cx:pt idx="40029">-49.990000000000002</cx:pt>
          <cx:pt idx="40030">69.980000000000004</cx:pt>
          <cx:pt idx="40031">169.97999999999999</cx:pt>
          <cx:pt idx="40032">169.97999999999999</cx:pt>
          <cx:pt idx="40033">169.97999999999999</cx:pt>
          <cx:pt idx="40034">185.97</cx:pt>
          <cx:pt idx="40035">149.97</cx:pt>
          <cx:pt idx="40036">169.97999999999999</cx:pt>
          <cx:pt idx="40037">185.97</cx:pt>
          <cx:pt idx="40038">101.98</cx:pt>
          <cx:pt idx="40039">254.97</cx:pt>
          <cx:pt idx="40040">169.97999999999999</cx:pt>
          <cx:pt idx="40041">177.94999999999999</cx:pt>
          <cx:pt idx="40042">69.980000000000004</cx:pt>
          <cx:pt idx="40043">69.980000000000004</cx:pt>
          <cx:pt idx="40044">61.289999999999999</cx:pt>
          <cx:pt idx="40045">69.969999999999999</cx:pt>
          <cx:pt idx="40046">65.989999999999995</cx:pt>
          <cx:pt idx="40047">102.98</cx:pt>
          <cx:pt idx="40048">169.97999999999999</cx:pt>
          <cx:pt idx="40049">65.989999999999995</cx:pt>
          <cx:pt idx="40050">150.18000000000001</cx:pt>
          <cx:pt idx="40051">135.43000000000001</cx:pt>
          <cx:pt idx="40052">84.989999999999995</cx:pt>
          <cx:pt idx="40053">169.97999999999999</cx:pt>
          <cx:pt idx="40054">65.989999999999995</cx:pt>
          <cx:pt idx="40055">65.989999999999995</cx:pt>
          <cx:pt idx="40056">169.97999999999999</cx:pt>
          <cx:pt idx="40057">169.97999999999999</cx:pt>
          <cx:pt idx="40058">79.689999999999998</cx:pt>
          <cx:pt idx="40059">183.19</cx:pt>
          <cx:pt idx="40060">65.989999999999995</cx:pt>
          <cx:pt idx="40061">169.97999999999999</cx:pt>
          <cx:pt idx="40062">84.989999999999995</cx:pt>
          <cx:pt idx="40063">69.969999999999999</cx:pt>
          <cx:pt idx="40064">69.969999999999999</cx:pt>
          <cx:pt idx="40065">69.969999999999999</cx:pt>
          <cx:pt idx="40066">50.840000000000003</cx:pt>
          <cx:pt idx="40067">61.280000000000001</cx:pt>
          <cx:pt idx="40068">69.969999999999999</cx:pt>
          <cx:pt idx="40069">69.969999999999999</cx:pt>
          <cx:pt idx="40070">128.05000000000001</cx:pt>
          <cx:pt idx="40071">52.439999999999998</cx:pt>
          <cx:pt idx="40072">87.969999999999999</cx:pt>
          <cx:pt idx="40073">-17.960000000000001</cx:pt>
          <cx:pt idx="40074">98.980000000000004</cx:pt>
          <cx:pt idx="40075">50.979999999999997</cx:pt>
          <cx:pt idx="40076">68.989999999999995</cx:pt>
          <cx:pt idx="40077">106.97</cx:pt>
          <cx:pt idx="40078">63.630000000000003</cx:pt>
          <cx:pt idx="40079">99.959999999999994</cx:pt>
          <cx:pt idx="40080">82.980000000000004</cx:pt>
          <cx:pt idx="40081">109.14</cx:pt>
          <cx:pt idx="40082">60.979999999999997</cx:pt>
          <cx:pt idx="40083">93.650000000000006</cx:pt>
          <cx:pt idx="40084">97.950000000000003</cx:pt>
          <cx:pt idx="40085">98.980000000000004</cx:pt>
          <cx:pt idx="40086">53.979999999999997</cx:pt>
          <cx:pt idx="40087">69.959999999999994</cx:pt>
          <cx:pt idx="40088">26.289999999999999</cx:pt>
          <cx:pt idx="40089">26.289999999999999</cx:pt>
          <cx:pt idx="40090">16.940000000000001</cx:pt>
          <cx:pt idx="40091">21.280000000000001</cx:pt>
          <cx:pt idx="40092">31.280000000000001</cx:pt>
          <cx:pt idx="40093">36.270000000000003</cx:pt>
          <cx:pt idx="40094">16.289999999999999</cx:pt>
          <cx:pt idx="40095">54.659999999999997</cx:pt>
          <cx:pt idx="40096">87.969999999999999</cx:pt>
          <cx:pt idx="40097">72.969999999999999</cx:pt>
          <cx:pt idx="40098">142.05000000000001</cx:pt>
          <cx:pt idx="40099">146.97</cx:pt>
          <cx:pt idx="40100">115.95999999999999</cx:pt>
          <cx:pt idx="40101">125.95999999999999</cx:pt>
          <cx:pt idx="40102">129.96000000000001</cx:pt>
          <cx:pt idx="40103">102.97</cx:pt>
          <cx:pt idx="40104">74.989999999999995</cx:pt>
          <cx:pt idx="40105">74.980000000000004</cx:pt>
          <cx:pt idx="40106">74.980000000000004</cx:pt>
          <cx:pt idx="40107">74.980000000000004</cx:pt>
          <cx:pt idx="40108">74.980000000000004</cx:pt>
          <cx:pt idx="40109">55.990000000000002</cx:pt>
          <cx:pt idx="40110">74.980000000000004</cx:pt>
          <cx:pt idx="40111">62.979999999999997</cx:pt>
          <cx:pt idx="40112">51.289999999999999</cx:pt>
          <cx:pt idx="40113">159.96000000000001</cx:pt>
          <cx:pt idx="40114">149.83000000000001</cx:pt>
          <cx:pt idx="40115">248.22</cx:pt>
          <cx:pt idx="40116">249.94999999999999</cx:pt>
          <cx:pt idx="40117">199.96000000000001</cx:pt>
          <cx:pt idx="40118">159.94999999999999</cx:pt>
          <cx:pt idx="40119">249.94999999999999</cx:pt>
          <cx:pt idx="40120">74.969999999999999</cx:pt>
          <cx:pt idx="40121">74.969999999999999</cx:pt>
          <cx:pt idx="40122">74.969999999999999</cx:pt>
          <cx:pt idx="40123">74.969999999999999</cx:pt>
          <cx:pt idx="40124">74.969999999999999</cx:pt>
          <cx:pt idx="40125">25.489999999999998</cx:pt>
          <cx:pt idx="40126">30.489999999999998</cx:pt>
          <cx:pt idx="40127">259.95999999999998</cx:pt>
          <cx:pt idx="40128">169.97999999999999</cx:pt>
          <cx:pt idx="40129">169.97999999999999</cx:pt>
          <cx:pt idx="40130">234.93000000000001</cx:pt>
          <cx:pt idx="40131">54.950000000000003</cx:pt>
          <cx:pt idx="40132">219.97</cx:pt>
          <cx:pt idx="40133">99.980000000000004</cx:pt>
          <cx:pt idx="40134">219.97</cx:pt>
          <cx:pt idx="40135">153.97999999999999</cx:pt>
          <cx:pt idx="40136">169.97999999999999</cx:pt>
          <cx:pt idx="40137">219.97</cx:pt>
          <cx:pt idx="40138">68.969999999999999</cx:pt>
          <cx:pt idx="40139">51.469999999999999</cx:pt>
          <cx:pt idx="40140">51.469999999999999</cx:pt>
          <cx:pt idx="40141">68.969999999999999</cx:pt>
          <cx:pt idx="40142">68.969999999999999</cx:pt>
          <cx:pt idx="40143">68.370000000000005</cx:pt>
          <cx:pt idx="40144">68.359999999999999</cx:pt>
          <cx:pt idx="40145">68.359999999999999</cx:pt>
          <cx:pt idx="40146">72.989999999999995</cx:pt>
          <cx:pt idx="40147">169.97999999999999</cx:pt>
          <cx:pt idx="40148">157.97999999999999</cx:pt>
          <cx:pt idx="40149">169.97999999999999</cx:pt>
          <cx:pt idx="40150">190.97</cx:pt>
          <cx:pt idx="40151">108.98</cx:pt>
          <cx:pt idx="40152">192.46000000000001</cx:pt>
          <cx:pt idx="40153">76.489999999999995</cx:pt>
          <cx:pt idx="40154">38.990000000000002</cx:pt>
          <cx:pt idx="40155">180.97</cx:pt>
          <cx:pt idx="40156">127.98</cx:pt>
          <cx:pt idx="40157">150.18000000000001</cx:pt>
          <cx:pt idx="40158">176.50999999999999</cx:pt>
          <cx:pt idx="40159">84.299999999999997</cx:pt>
          <cx:pt idx="40160">170.00999999999999</cx:pt>
          <cx:pt idx="40161">69.989999999999995</cx:pt>
          <cx:pt idx="40162">69.989999999999995</cx:pt>
          <cx:pt idx="40163">69.980000000000004</cx:pt>
          <cx:pt idx="40164">13.289999999999999</cx:pt>
          <cx:pt idx="40165">38.090000000000003</cx:pt>
          <cx:pt idx="40166">61.159999999999997</cx:pt>
          <cx:pt idx="40167">305.94</cx:pt>
          <cx:pt idx="40168">339.95999999999998</cx:pt>
          <cx:pt idx="40169">229.46000000000001</cx:pt>
          <cx:pt idx="40170">175.72</cx:pt>
          <cx:pt idx="40171">361.68000000000001</cx:pt>
          <cx:pt idx="40172">169.97999999999999</cx:pt>
          <cx:pt idx="40173">68.069999999999993</cx:pt>
          <cx:pt idx="40174">75.120000000000005</cx:pt>
          <cx:pt idx="40175">75.120000000000005</cx:pt>
          <cx:pt idx="40176">67.980000000000004</cx:pt>
          <cx:pt idx="40177">84.989999999999995</cx:pt>
          <cx:pt idx="40178">84.989999999999995</cx:pt>
          <cx:pt idx="40179">84.989999999999995</cx:pt>
          <cx:pt idx="40180">68.989999999999995</cx:pt>
          <cx:pt idx="40181">84.989999999999995</cx:pt>
          <cx:pt idx="40182">54.990000000000002</cx:pt>
          <cx:pt idx="40183">84.989999999999995</cx:pt>
          <cx:pt idx="40184">84.989999999999995</cx:pt>
          <cx:pt idx="40185">85.980000000000004</cx:pt>
          <cx:pt idx="40186">80.879999999999995</cx:pt>
          <cx:pt idx="40187">99.980000000000004</cx:pt>
          <cx:pt idx="40188">82.090000000000003</cx:pt>
          <cx:pt idx="40189">84.989999999999995</cx:pt>
          <cx:pt idx="40190">59.390000000000001</cx:pt>
          <cx:pt idx="40191">84.989999999999995</cx:pt>
          <cx:pt idx="40192">79.040000000000006</cx:pt>
          <cx:pt idx="40193">84.989999999999995</cx:pt>
          <cx:pt idx="40194">84.989999999999995</cx:pt>
          <cx:pt idx="40195">84.989999999999995</cx:pt>
          <cx:pt idx="40196">169.97999999999999</cx:pt>
          <cx:pt idx="40197">68.989999999999995</cx:pt>
          <cx:pt idx="40198">97.980000000000004</cx:pt>
          <cx:pt idx="40199">67.980000000000004</cx:pt>
          <cx:pt idx="40200">67.969999999999999</cx:pt>
          <cx:pt idx="40201">67.969999999999999</cx:pt>
          <cx:pt idx="40202">67.980000000000004</cx:pt>
          <cx:pt idx="40203">67.980000000000004</cx:pt>
          <cx:pt idx="40204">67.980000000000004</cx:pt>
          <cx:pt idx="40205">67.980000000000004</cx:pt>
          <cx:pt idx="40206">67.980000000000004</cx:pt>
          <cx:pt idx="40207">73.269999999999996</cx:pt>
          <cx:pt idx="40208">51.969999999999999</cx:pt>
          <cx:pt idx="40209">184.97</cx:pt>
          <cx:pt idx="40210">169.97999999999999</cx:pt>
          <cx:pt idx="40211">159.97999999999999</cx:pt>
          <cx:pt idx="40212">89.980000000000004</cx:pt>
          <cx:pt idx="40213">122.97</cx:pt>
          <cx:pt idx="40214">198.84</cx:pt>
          <cx:pt idx="40215">210.94999999999999</cx:pt>
          <cx:pt idx="40216">84.989999999999995</cx:pt>
          <cx:pt idx="40217">134.97999999999999</cx:pt>
          <cx:pt idx="40218">67.969999999999999</cx:pt>
          <cx:pt idx="40219">41.490000000000002</cx:pt>
          <cx:pt idx="40220">41.490000000000002</cx:pt>
          <cx:pt idx="40221">-70.489999999999995</cx:pt>
          <cx:pt idx="40222">67.969999999999999</cx:pt>
          <cx:pt idx="40223">67.969999999999999</cx:pt>
          <cx:pt idx="40224">70.489999999999995</cx:pt>
          <cx:pt idx="40225">-70.489999999999995</cx:pt>
          <cx:pt idx="40226">70.489999999999995</cx:pt>
          <cx:pt idx="40227">67.969999999999999</cx:pt>
          <cx:pt idx="40228">67.959999999999994</cx:pt>
          <cx:pt idx="40229">67.959999999999994</cx:pt>
          <cx:pt idx="40230">67.959999999999994</cx:pt>
          <cx:pt idx="40231">75</cx:pt>
          <cx:pt idx="40232">84.989999999999995</cx:pt>
          <cx:pt idx="40233">84.989999999999995</cx:pt>
          <cx:pt idx="40234">83.980000000000004</cx:pt>
          <cx:pt idx="40235">124.39</cx:pt>
          <cx:pt idx="40236">65.989999999999995</cx:pt>
          <cx:pt idx="40237">84.989999999999995</cx:pt>
          <cx:pt idx="40238">99.980000000000004</cx:pt>
          <cx:pt idx="40239">84.989999999999995</cx:pt>
          <cx:pt idx="40240">65.989999999999995</cx:pt>
          <cx:pt idx="40241">84.989999999999995</cx:pt>
          <cx:pt idx="40242">65.989999999999995</cx:pt>
          <cx:pt idx="40243">84.989999999999995</cx:pt>
          <cx:pt idx="40244">84.989999999999995</cx:pt>
          <cx:pt idx="40245">65.989999999999995</cx:pt>
          <cx:pt idx="40246">75</cx:pt>
          <cx:pt idx="40247">74.980000000000004</cx:pt>
          <cx:pt idx="40248">67.859999999999999</cx:pt>
          <cx:pt idx="40249">20.09</cx:pt>
          <cx:pt idx="40250">26.379999999999999</cx:pt>
          <cx:pt idx="40251">68.989999999999995</cx:pt>
          <cx:pt idx="40252">68.989999999999995</cx:pt>
          <cx:pt idx="40253">68.989999999999995</cx:pt>
          <cx:pt idx="40254">68.989999999999995</cx:pt>
          <cx:pt idx="40255">68.989999999999995</cx:pt>
          <cx:pt idx="40256">68.989999999999995</cx:pt>
          <cx:pt idx="40257">159.97999999999999</cx:pt>
          <cx:pt idx="40258">159.97999999999999</cx:pt>
          <cx:pt idx="40259">118.45999999999999</cx:pt>
          <cx:pt idx="40260">159.97999999999999</cx:pt>
          <cx:pt idx="40261">159.97999999999999</cx:pt>
          <cx:pt idx="40262">159.97999999999999</cx:pt>
          <cx:pt idx="40263">139.97999999999999</cx:pt>
          <cx:pt idx="40264">135.97999999999999</cx:pt>
          <cx:pt idx="40265">33.090000000000003</cx:pt>
          <cx:pt idx="40266">149.97999999999999</cx:pt>
          <cx:pt idx="40267">169.97999999999999</cx:pt>
          <cx:pt idx="40268">159.97999999999999</cx:pt>
          <cx:pt idx="40269">159.97999999999999</cx:pt>
          <cx:pt idx="40270">68.980000000000004</cx:pt>
          <cx:pt idx="40271">68.980000000000004</cx:pt>
          <cx:pt idx="40272">68.980000000000004</cx:pt>
          <cx:pt idx="40273">68.980000000000004</cx:pt>
          <cx:pt idx="40274">68.980000000000004</cx:pt>
          <cx:pt idx="40275">68.980000000000004</cx:pt>
          <cx:pt idx="40276">68.980000000000004</cx:pt>
          <cx:pt idx="40277">68.980000000000004</cx:pt>
          <cx:pt idx="40278">68.980000000000004</cx:pt>
          <cx:pt idx="40279">68.980000000000004</cx:pt>
          <cx:pt idx="40280">119.92</cx:pt>
          <cx:pt idx="40281">89.939999999999998</cx:pt>
          <cx:pt idx="40282">85.439999999999998</cx:pt>
          <cx:pt idx="40283">142.55000000000001</cx:pt>
          <cx:pt idx="40284">191.12</cx:pt>
          <cx:pt idx="40285">68.969999999999999</cx:pt>
          <cx:pt idx="40286">68.959999999999994</cx:pt>
          <cx:pt idx="40287">68.280000000000001</cx:pt>
          <cx:pt idx="40288">17.489999999999998</cx:pt>
          <cx:pt idx="40289">28.719999999999999</cx:pt>
          <cx:pt idx="40290">8.2899999999999991</cx:pt>
          <cx:pt idx="40291">73.980000000000004</cx:pt>
          <cx:pt idx="40292">73.969999999999999</cx:pt>
          <cx:pt idx="40293">73.950000000000003</cx:pt>
          <cx:pt idx="40294">67.489999999999995</cx:pt>
          <cx:pt idx="40295">67.480000000000004</cx:pt>
          <cx:pt idx="40296">67.480000000000004</cx:pt>
          <cx:pt idx="40297">67.469999999999999</cx:pt>
          <cx:pt idx="40298">67.469999999999999</cx:pt>
          <cx:pt idx="40299">152.44999999999999</cx:pt>
          <cx:pt idx="40300">150.96000000000001</cx:pt>
          <cx:pt idx="40301">195.94999999999999</cx:pt>
          <cx:pt idx="40302">152.44999999999999</cx:pt>
          <cx:pt idx="40303">152.44999999999999</cx:pt>
          <cx:pt idx="40304">70.170000000000002</cx:pt>
          <cx:pt idx="40305">188.94999999999999</cx:pt>
          <cx:pt idx="40306">150.96000000000001</cx:pt>
          <cx:pt idx="40307">121.95999999999999</cx:pt>
          <cx:pt idx="40308">103.67</cx:pt>
          <cx:pt idx="40309">129.46000000000001</cx:pt>
          <cx:pt idx="40310">181.44999999999999</cx:pt>
          <cx:pt idx="40311">121.95999999999999</cx:pt>
          <cx:pt idx="40312">121.95999999999999</cx:pt>
          <cx:pt idx="40313">152.44999999999999</cx:pt>
          <cx:pt idx="40314">91.969999999999999</cx:pt>
          <cx:pt idx="40315">67.469999999999999</cx:pt>
          <cx:pt idx="40316">67.459999999999994</cx:pt>
          <cx:pt idx="40317">67.980000000000004</cx:pt>
          <cx:pt idx="40318">67.980000000000004</cx:pt>
          <cx:pt idx="40319">27.379999999999999</cx:pt>
          <cx:pt idx="40320">27.379999999999999</cx:pt>
          <cx:pt idx="40321">74.230000000000004</cx:pt>
          <cx:pt idx="40322">231.94</cx:pt>
          <cx:pt idx="40323">186.94999999999999</cx:pt>
          <cx:pt idx="40324">241.94</cx:pt>
          <cx:pt idx="40325">155.94999999999999</cx:pt>
          <cx:pt idx="40326">241.94</cx:pt>
          <cx:pt idx="40327">131.96000000000001</cx:pt>
          <cx:pt idx="40328">169.15000000000001</cx:pt>
          <cx:pt idx="40329">200.94999999999999</cx:pt>
          <cx:pt idx="40330">241.94</cx:pt>
          <cx:pt idx="40331">68.379999999999995</cx:pt>
          <cx:pt idx="40332">68.370000000000005</cx:pt>
          <cx:pt idx="40333">59.850000000000001</cx:pt>
          <cx:pt idx="40334">59.840000000000003</cx:pt>
          <cx:pt idx="40335">74.030000000000001</cx:pt>
          <cx:pt idx="40336">74.030000000000001</cx:pt>
          <cx:pt idx="40337">74</cx:pt>
          <cx:pt idx="40338">68.170000000000002</cx:pt>
          <cx:pt idx="40339">66.969999999999999</cx:pt>
          <cx:pt idx="40340">89.969999999999999</cx:pt>
          <cx:pt idx="40341">82.959999999999994</cx:pt>
          <cx:pt idx="40342">89.969999999999999</cx:pt>
          <cx:pt idx="40343">74.969999999999999</cx:pt>
          <cx:pt idx="40344">68.969999999999999</cx:pt>
          <cx:pt idx="40345">83.969999999999999</cx:pt>
          <cx:pt idx="40346">68.969999999999999</cx:pt>
          <cx:pt idx="40347">68.969999999999999</cx:pt>
          <cx:pt idx="40348">74.939999999999998</cx:pt>
          <cx:pt idx="40349">49.079999999999998</cx:pt>
          <cx:pt idx="40350">83.969999999999999</cx:pt>
          <cx:pt idx="40351">86.980000000000004</cx:pt>
          <cx:pt idx="40352">84.620000000000005</cx:pt>
          <cx:pt idx="40353">78.959999999999994</cx:pt>
          <cx:pt idx="40354">68.969999999999999</cx:pt>
          <cx:pt idx="40355">83.969999999999999</cx:pt>
          <cx:pt idx="40356">89.969999999999999</cx:pt>
          <cx:pt idx="40357">50.969999999999999</cx:pt>
          <cx:pt idx="40358">65.980000000000004</cx:pt>
          <cx:pt idx="40359">92.950000000000003</cx:pt>
          <cx:pt idx="40360">50.380000000000003</cx:pt>
          <cx:pt idx="40361">89.969999999999999</cx:pt>
          <cx:pt idx="40362">84.569999999999993</cx:pt>
          <cx:pt idx="40363">89.969999999999999</cx:pt>
          <cx:pt idx="40364">89.969999999999999</cx:pt>
          <cx:pt idx="40365">65.969999999999999</cx:pt>
          <cx:pt idx="40366">66.980000000000004</cx:pt>
          <cx:pt idx="40367">66.980000000000004</cx:pt>
          <cx:pt idx="40368">66.969999999999999</cx:pt>
          <cx:pt idx="40369">67.469999999999999</cx:pt>
          <cx:pt idx="40370">23.379999999999999</cx:pt>
          <cx:pt idx="40371">27.280000000000001</cx:pt>
          <cx:pt idx="40372">73.799999999999997</cx:pt>
          <cx:pt idx="40373">254.97</cx:pt>
          <cx:pt idx="40374">153.97</cx:pt>
          <cx:pt idx="40375">169.97999999999999</cx:pt>
          <cx:pt idx="40376">134.97999999999999</cx:pt>
          <cx:pt idx="40377">169.97999999999999</cx:pt>
          <cx:pt idx="40378">169.97999999999999</cx:pt>
          <cx:pt idx="40379">169.97999999999999</cx:pt>
          <cx:pt idx="40380">199.96000000000001</cx:pt>
          <cx:pt idx="40381">169.97999999999999</cx:pt>
          <cx:pt idx="40382">169.97999999999999</cx:pt>
          <cx:pt idx="40383">68.980000000000004</cx:pt>
          <cx:pt idx="40384">169.97999999999999</cx:pt>
          <cx:pt idx="40385">196.93000000000001</cx:pt>
          <cx:pt idx="40386">73.799999999999997</cx:pt>
          <cx:pt idx="40387">73.799999999999997</cx:pt>
          <cx:pt idx="40388">73.790000000000006</cx:pt>
          <cx:pt idx="40389">73.790000000000006</cx:pt>
          <cx:pt idx="40390">73.790000000000006</cx:pt>
          <cx:pt idx="40391">67.980000000000004</cx:pt>
          <cx:pt idx="40392">67.980000000000004</cx:pt>
          <cx:pt idx="40393">143.96000000000001</cx:pt>
          <cx:pt idx="40394">93.959999999999994</cx:pt>
          <cx:pt idx="40395">61.969999999999999</cx:pt>
          <cx:pt idx="40396">73.980000000000004</cx:pt>
          <cx:pt idx="40397">89.969999999999999</cx:pt>
          <cx:pt idx="40398">59.979999999999997</cx:pt>
          <cx:pt idx="40399">89.969999999999999</cx:pt>
          <cx:pt idx="40400">119.95999999999999</cx:pt>
          <cx:pt idx="40401">157.94999999999999</cx:pt>
          <cx:pt idx="40402">69.980000000000004</cx:pt>
          <cx:pt idx="40403">59.979999999999997</cx:pt>
          <cx:pt idx="40404">137.96000000000001</cx:pt>
          <cx:pt idx="40405">98.349999999999994</cx:pt>
          <cx:pt idx="40406">67.980000000000004</cx:pt>
          <cx:pt idx="40407">119.95999999999999</cx:pt>
          <cx:pt idx="40408">89.969999999999999</cx:pt>
          <cx:pt idx="40409">106.97</cx:pt>
          <cx:pt idx="40410">119.95999999999999</cx:pt>
          <cx:pt idx="40411">89.969999999999999</cx:pt>
          <cx:pt idx="40412">105.04000000000001</cx:pt>
          <cx:pt idx="40413">119.95999999999999</cx:pt>
          <cx:pt idx="40414">67.980000000000004</cx:pt>
          <cx:pt idx="40415">67.980000000000004</cx:pt>
          <cx:pt idx="40416">67.980000000000004</cx:pt>
          <cx:pt idx="40417">41.880000000000003</cx:pt>
          <cx:pt idx="40418">67.959999999999994</cx:pt>
          <cx:pt idx="40419">67.959999999999994</cx:pt>
          <cx:pt idx="40420">25.280000000000001</cx:pt>
          <cx:pt idx="40421">84.989999999999995</cx:pt>
          <cx:pt idx="40422">54.990000000000002</cx:pt>
          <cx:pt idx="40423">84.989999999999995</cx:pt>
          <cx:pt idx="40424">36.289999999999999</cx:pt>
          <cx:pt idx="40425">74.980000000000004</cx:pt>
          <cx:pt idx="40426">84.989999999999995</cx:pt>
          <cx:pt idx="40427">58.979999999999997</cx:pt>
          <cx:pt idx="40428">84.989999999999995</cx:pt>
          <cx:pt idx="40429">79.980000000000004</cx:pt>
          <cx:pt idx="40430">139.97999999999999</cx:pt>
          <cx:pt idx="40431">54.990000000000002</cx:pt>
          <cx:pt idx="40432">46.289999999999999</cx:pt>
          <cx:pt idx="40433">54.990000000000002</cx:pt>
          <cx:pt idx="40434">84.989999999999995</cx:pt>
          <cx:pt idx="40435">68.989999999999995</cx:pt>
          <cx:pt idx="40436">109.98</cx:pt>
          <cx:pt idx="40437">89.980000000000004</cx:pt>
          <cx:pt idx="40438">31.25</cx:pt>
          <cx:pt idx="40439">25.260000000000002</cx:pt>
          <cx:pt idx="40440">25.260000000000002</cx:pt>
          <cx:pt idx="40441">25.260000000000002</cx:pt>
          <cx:pt idx="40442">25.260000000000002</cx:pt>
          <cx:pt idx="40443">64.090000000000003</cx:pt>
          <cx:pt idx="40444">79.780000000000001</cx:pt>
          <cx:pt idx="40445">118.98</cx:pt>
          <cx:pt idx="40446">84.989999999999995</cx:pt>
          <cx:pt idx="40447">137.97999999999999</cx:pt>
          <cx:pt idx="40448">84.989999999999995</cx:pt>
          <cx:pt idx="40449">145.97</cx:pt>
          <cx:pt idx="40450">84.989999999999995</cx:pt>
          <cx:pt idx="40451">117.97</cx:pt>
          <cx:pt idx="40452">131.97999999999999</cx:pt>
          <cx:pt idx="40453">150.18000000000001</cx:pt>
          <cx:pt idx="40454">131.97999999999999</cx:pt>
          <cx:pt idx="40455">72.980000000000004</cx:pt>
          <cx:pt idx="40456">66.579999999999998</cx:pt>
          <cx:pt idx="40457">66.560000000000002</cx:pt>
          <cx:pt idx="40458">67.120000000000005</cx:pt>
          <cx:pt idx="40459">51.829999999999998</cx:pt>
          <cx:pt idx="40460">65.989999999999995</cx:pt>
          <cx:pt idx="40461">119.97</cx:pt>
          <cx:pt idx="40462">52.479999999999997</cx:pt>
          <cx:pt idx="40463">65.989999999999995</cx:pt>
          <cx:pt idx="40464">115.98</cx:pt>
          <cx:pt idx="40465">52.829999999999998</cx:pt>
          <cx:pt idx="40466">65.989999999999995</cx:pt>
          <cx:pt idx="40467">99.980000000000004</cx:pt>
          <cx:pt idx="40468">124.97</cx:pt>
          <cx:pt idx="40469">55.990000000000002</cx:pt>
          <cx:pt idx="40470">49.990000000000002</cx:pt>
          <cx:pt idx="40471">-1.5</cx:pt>
          <cx:pt idx="40472">12.49</cx:pt>
          <cx:pt idx="40473">111.37</cx:pt>
          <cx:pt idx="40474">222.94999999999999</cx:pt>
          <cx:pt idx="40475">86.980000000000004</cx:pt>
          <cx:pt idx="40476">125.05</cx:pt>
          <cx:pt idx="40477">65.989999999999995</cx:pt>
          <cx:pt idx="40478">83.980000000000004</cx:pt>
          <cx:pt idx="40479">76.180000000000007</cx:pt>
          <cx:pt idx="40480">69.980000000000004</cx:pt>
          <cx:pt idx="40481">18.989999999999998</cx:pt>
          <cx:pt idx="40482">67.489999999999995</cx:pt>
          <cx:pt idx="40483">67.489999999999995</cx:pt>
          <cx:pt idx="40484">67.480000000000004</cx:pt>
          <cx:pt idx="40485">128.24000000000001</cx:pt>
          <cx:pt idx="40486">159.69999999999999</cx:pt>
          <cx:pt idx="40487">159.69999999999999</cx:pt>
          <cx:pt idx="40488">159.69999999999999</cx:pt>
          <cx:pt idx="40489">209.28999999999999</cx:pt>
          <cx:pt idx="40490">159.69999999999999</cx:pt>
          <cx:pt idx="40491">183.88</cx:pt>
          <cx:pt idx="40492">159.69999999999999</cx:pt>
          <cx:pt idx="40493">47.149999999999999</cx:pt>
          <cx:pt idx="40494">79.849999999999994</cx:pt>
          <cx:pt idx="40495">164.40000000000001</cx:pt>
          <cx:pt idx="40496">239.53999999999999</cx:pt>
          <cx:pt idx="40497">239.53999999999999</cx:pt>
          <cx:pt idx="40498">67.469999999999999</cx:pt>
          <cx:pt idx="40499">60.990000000000002</cx:pt>
          <cx:pt idx="40500">67.459999999999994</cx:pt>
          <cx:pt idx="40501">144.49000000000001</cx:pt>
          <cx:pt idx="40502">184.97</cx:pt>
          <cx:pt idx="40503">84.989999999999995</cx:pt>
          <cx:pt idx="40504">154.97999999999999</cx:pt>
          <cx:pt idx="40505">114.97</cx:pt>
          <cx:pt idx="40506">84.989999999999995</cx:pt>
          <cx:pt idx="40507">84.989999999999995</cx:pt>
          <cx:pt idx="40508">84.989999999999995</cx:pt>
          <cx:pt idx="40509">153.97999999999999</cx:pt>
          <cx:pt idx="40510">84.989999999999995</cx:pt>
          <cx:pt idx="40511">84.989999999999995</cx:pt>
          <cx:pt idx="40512">84.989999999999995</cx:pt>
          <cx:pt idx="40513">84.989999999999995</cx:pt>
          <cx:pt idx="40514">131.5</cx:pt>
          <cx:pt idx="40515">62.469999999999999</cx:pt>
          <cx:pt idx="40516">66.129999999999995</cx:pt>
          <cx:pt idx="40517">31.489999999999998</cx:pt>
          <cx:pt idx="40518">29.989999999999998</cx:pt>
          <cx:pt idx="40519">31.489999999999998</cx:pt>
          <cx:pt idx="40520">29.989999999999998</cx:pt>
          <cx:pt idx="40521">66.579999999999998</cx:pt>
          <cx:pt idx="40522">65.989999999999995</cx:pt>
          <cx:pt idx="40523">65.989999999999995</cx:pt>
          <cx:pt idx="40524">115.98</cx:pt>
          <cx:pt idx="40525">139.96000000000001</cx:pt>
          <cx:pt idx="40526">131.96000000000001</cx:pt>
          <cx:pt idx="40527">60.920000000000002</cx:pt>
          <cx:pt idx="40528">84.989999999999995</cx:pt>
          <cx:pt idx="40529">124.97</cx:pt>
          <cx:pt idx="40530">89.969999999999999</cx:pt>
          <cx:pt idx="40531">118.06999999999999</cx:pt>
          <cx:pt idx="40532">100.98</cx:pt>
          <cx:pt idx="40533">119.98</cx:pt>
          <cx:pt idx="40534">124.97</cx:pt>
          <cx:pt idx="40535">104.98</cx:pt>
          <cx:pt idx="40536">74.969999999999999</cx:pt>
          <cx:pt idx="40537">205.69</cx:pt>
          <cx:pt idx="40538">53.979999999999997</cx:pt>
          <cx:pt idx="40539">89.969999999999999</cx:pt>
          <cx:pt idx="40540">138.37</cx:pt>
          <cx:pt idx="40541">65.989999999999995</cx:pt>
          <cx:pt idx="40542">65.989999999999995</cx:pt>
          <cx:pt idx="40543">65.989999999999995</cx:pt>
          <cx:pt idx="40544">65.989999999999995</cx:pt>
          <cx:pt idx="40545">65.989999999999995</cx:pt>
          <cx:pt idx="40546">65.989999999999995</cx:pt>
          <cx:pt idx="40547">65.989999999999995</cx:pt>
          <cx:pt idx="40548">65.989999999999995</cx:pt>
          <cx:pt idx="40549">65.989999999999995</cx:pt>
          <cx:pt idx="40550">65.989999999999995</cx:pt>
          <cx:pt idx="40551">65.989999999999995</cx:pt>
          <cx:pt idx="40552">65.989999999999995</cx:pt>
          <cx:pt idx="40553">65.980000000000004</cx:pt>
          <cx:pt idx="40554">65.980000000000004</cx:pt>
          <cx:pt idx="40555">65.980000000000004</cx:pt>
          <cx:pt idx="40556">65.980000000000004</cx:pt>
          <cx:pt idx="40557">65.980000000000004</cx:pt>
          <cx:pt idx="40558">164.94999999999999</cx:pt>
          <cx:pt idx="40559">97.519999999999996</cx:pt>
          <cx:pt idx="40560">105.97</cx:pt>
          <cx:pt idx="40561">178.97</cx:pt>
          <cx:pt idx="40562">95.370000000000005</cx:pt>
          <cx:pt idx="40563">59.469999999999999</cx:pt>
          <cx:pt idx="40564">167.88</cx:pt>
          <cx:pt idx="40565">182.22</cx:pt>
          <cx:pt idx="40566">148.97999999999999</cx:pt>
          <cx:pt idx="40567">164.97999999999999</cx:pt>
          <cx:pt idx="40568">104.98</cx:pt>
          <cx:pt idx="40569">150.96000000000001</cx:pt>
          <cx:pt idx="40570">69.829999999999998</cx:pt>
          <cx:pt idx="40571">65.959999999999994</cx:pt>
          <cx:pt idx="40572">146.97</cx:pt>
          <cx:pt idx="40573">197.72999999999999</cx:pt>
          <cx:pt idx="40574">65.980000000000004</cx:pt>
          <cx:pt idx="40575">65.980000000000004</cx:pt>
          <cx:pt idx="40576">65.980000000000004</cx:pt>
          <cx:pt idx="40577">65.980000000000004</cx:pt>
          <cx:pt idx="40578">65.989999999999995</cx:pt>
          <cx:pt idx="40579">65.989999999999995</cx:pt>
          <cx:pt idx="40580">-73.959999999999994</cx:pt>
          <cx:pt idx="40581">51.579999999999998</cx:pt>
          <cx:pt idx="40582">336.77999999999997</cx:pt>
          <cx:pt idx="40583">239.53999999999999</cx:pt>
          <cx:pt idx="40584">114.89</cx:pt>
          <cx:pt idx="40585">245.80000000000001</cx:pt>
          <cx:pt idx="40586">153.62</cx:pt>
          <cx:pt idx="40587">90.730000000000004</cx:pt>
          <cx:pt idx="40588">239.53999999999999</cx:pt>
          <cx:pt idx="40589">188.69</cx:pt>
          <cx:pt idx="40590">133.08000000000001</cx:pt>
          <cx:pt idx="40591">65.980000000000004</cx:pt>
          <cx:pt idx="40592">65.959999999999994</cx:pt>
          <cx:pt idx="40593">65.980000000000004</cx:pt>
          <cx:pt idx="40594">65.980000000000004</cx:pt>
          <cx:pt idx="40595">65.959999999999994</cx:pt>
          <cx:pt idx="40596">57.469999999999999</cx:pt>
          <cx:pt idx="40597">17.489999999999998</cx:pt>
          <cx:pt idx="40598">31.489999999999998</cx:pt>
          <cx:pt idx="40599">65.980000000000004</cx:pt>
          <cx:pt idx="40600">65.980000000000004</cx:pt>
          <cx:pt idx="40601">65.980000000000004</cx:pt>
          <cx:pt idx="40602">238.96000000000001</cx:pt>
          <cx:pt idx="40603">319.88</cx:pt>
          <cx:pt idx="40604">263.95999999999998</cx:pt>
          <cx:pt idx="40605">238.96000000000001</cx:pt>
          <cx:pt idx="40606">69.959999999999994</cx:pt>
          <cx:pt idx="40607">313.94</cx:pt>
          <cx:pt idx="40608">242.31</cx:pt>
          <cx:pt idx="40609">65.980000000000004</cx:pt>
          <cx:pt idx="40610">65.969999999999999</cx:pt>
          <cx:pt idx="40611">65.959999999999994</cx:pt>
          <cx:pt idx="40612">65.969999999999999</cx:pt>
          <cx:pt idx="40613">65.969999999999999</cx:pt>
          <cx:pt idx="40614">79.950000000000003</cx:pt>
          <cx:pt idx="40615">-79.950000000000003</cx:pt>
          <cx:pt idx="40616">82.5</cx:pt>
          <cx:pt idx="40617">104.95</cx:pt>
          <cx:pt idx="40618">55.979999999999997</cx:pt>
          <cx:pt idx="40619">58.469999999999999</cx:pt>
          <cx:pt idx="40620">77.980000000000004</cx:pt>
          <cx:pt idx="40621">65.980000000000004</cx:pt>
          <cx:pt idx="40622">55.979999999999997</cx:pt>
          <cx:pt idx="40623">74.969999999999999</cx:pt>
          <cx:pt idx="40624">70.969999999999999</cx:pt>
          <cx:pt idx="40625">50.979999999999997</cx:pt>
          <cx:pt idx="40626">65.939999999999998</cx:pt>
          <cx:pt idx="40627">65.939999999999998</cx:pt>
          <cx:pt idx="40628">37.259999999999998</cx:pt>
          <cx:pt idx="40629">37.259999999999998</cx:pt>
          <cx:pt idx="40630">66.980000000000004</cx:pt>
          <cx:pt idx="40631">66.980000000000004</cx:pt>
          <cx:pt idx="40632">11.470000000000001</cx:pt>
          <cx:pt idx="40633">16.920000000000002</cx:pt>
          <cx:pt idx="40634">10.869999999999999</cx:pt>
          <cx:pt idx="40635">66.969999999999999</cx:pt>
          <cx:pt idx="40636">66.969999999999999</cx:pt>
          <cx:pt idx="40637">80.950000000000003</cx:pt>
          <cx:pt idx="40638">82.980000000000004</cx:pt>
          <cx:pt idx="40639">169.97999999999999</cx:pt>
          <cx:pt idx="40640">101.95</cx:pt>
          <cx:pt idx="40641">65.680000000000007</cx:pt>
          <cx:pt idx="40642">82.590000000000003</cx:pt>
          <cx:pt idx="40643">73.299999999999997</cx:pt>
          <cx:pt idx="40644">228.47999999999999</cx:pt>
          <cx:pt idx="40645">150.18000000000001</cx:pt>
          <cx:pt idx="40646">84.980000000000004</cx:pt>
          <cx:pt idx="40647">169.97999999999999</cx:pt>
          <cx:pt idx="40648">66.920000000000002</cx:pt>
          <cx:pt idx="40649">98.980000000000004</cx:pt>
          <cx:pt idx="40650">93.480000000000004</cx:pt>
          <cx:pt idx="40651">75.090000000000003</cx:pt>
          <cx:pt idx="40652">79.980000000000004</cx:pt>
          <cx:pt idx="40653">64.840000000000003</cx:pt>
          <cx:pt idx="40654">116.95999999999999</cx:pt>
          <cx:pt idx="40655">130.94999999999999</cx:pt>
          <cx:pt idx="40656">72.590000000000003</cx:pt>
          <cx:pt idx="40657">72.590000000000003</cx:pt>
          <cx:pt idx="40658">72.590000000000003</cx:pt>
          <cx:pt idx="40659">72.590000000000003</cx:pt>
          <cx:pt idx="40660">72.579999999999998</cx:pt>
          <cx:pt idx="40661">119.95999999999999</cx:pt>
          <cx:pt idx="40662">119.95999999999999</cx:pt>
          <cx:pt idx="40663">174.96000000000001</cx:pt>
          <cx:pt idx="40664">64.980000000000004</cx:pt>
          <cx:pt idx="40665">99.799999999999997</cx:pt>
          <cx:pt idx="40666">111.97</cx:pt>
          <cx:pt idx="40667">124.97</cx:pt>
          <cx:pt idx="40668">84.989999999999995</cx:pt>
          <cx:pt idx="40669">139.96000000000001</cx:pt>
          <cx:pt idx="40670">205.94999999999999</cx:pt>
          <cx:pt idx="40671">131.97999999999999</cx:pt>
          <cx:pt idx="40672">125.97</cx:pt>
          <cx:pt idx="40673">72.579999999999998</cx:pt>
          <cx:pt idx="40674">72.579999999999998</cx:pt>
          <cx:pt idx="40675">72.579999999999998</cx:pt>
          <cx:pt idx="40676">72.579999999999998</cx:pt>
          <cx:pt idx="40677">72.579999999999998</cx:pt>
          <cx:pt idx="40678">72.579999999999998</cx:pt>
          <cx:pt idx="40679">31.440000000000001</cx:pt>
          <cx:pt idx="40680">72.579999999999998</cx:pt>
          <cx:pt idx="40681">72.579999999999998</cx:pt>
          <cx:pt idx="40682">31.440000000000001</cx:pt>
          <cx:pt idx="40683">121.01000000000001</cx:pt>
          <cx:pt idx="40684">118.78</cx:pt>
          <cx:pt idx="40685">117.38</cx:pt>
          <cx:pt idx="40686">87.980000000000004</cx:pt>
          <cx:pt idx="40687">112.18000000000001</cx:pt>
          <cx:pt idx="40688">131.97999999999999</cx:pt>
          <cx:pt idx="40689">100.98</cx:pt>
          <cx:pt idx="40690">137.77000000000001</cx:pt>
          <cx:pt idx="40691">79.980000000000004</cx:pt>
          <cx:pt idx="40692">93.349999999999994</cx:pt>
          <cx:pt idx="40693">127.76000000000001</cx:pt>
          <cx:pt idx="40694">72.579999999999998</cx:pt>
          <cx:pt idx="40695">72.579999999999998</cx:pt>
          <cx:pt idx="40696">72.579999999999998</cx:pt>
          <cx:pt idx="40697">72.579999999999998</cx:pt>
          <cx:pt idx="40698">72.579999999999998</cx:pt>
          <cx:pt idx="40699">72.579999999999998</cx:pt>
          <cx:pt idx="40700">72.579999999999998</cx:pt>
          <cx:pt idx="40701">72.579999999999998</cx:pt>
          <cx:pt idx="40702">72.579999999999998</cx:pt>
          <cx:pt idx="40703">72.579999999999998</cx:pt>
          <cx:pt idx="40704">201.96000000000001</cx:pt>
          <cx:pt idx="40705">167.43000000000001</cx:pt>
          <cx:pt idx="40706">152.97999999999999</cx:pt>
          <cx:pt idx="40707">175.84999999999999</cx:pt>
          <cx:pt idx="40708">-18</cx:pt>
          <cx:pt idx="40709">168.28</cx:pt>
          <cx:pt idx="40710">168.18000000000001</cx:pt>
          <cx:pt idx="40711">84.989999999999995</cx:pt>
          <cx:pt idx="40712">147.97</cx:pt>
          <cx:pt idx="40713">201.96000000000001</cx:pt>
          <cx:pt idx="40714">153.47999999999999</cx:pt>
          <cx:pt idx="40715">139.97999999999999</cx:pt>
          <cx:pt idx="40716">97.969999999999999</cx:pt>
          <cx:pt idx="40717">71.980000000000004</cx:pt>
          <cx:pt idx="40718">72.579999999999998</cx:pt>
          <cx:pt idx="40719">72.579999999999998</cx:pt>
          <cx:pt idx="40720">72.579999999999998</cx:pt>
          <cx:pt idx="40721">72.579999999999998</cx:pt>
          <cx:pt idx="40722">72.579999999999998</cx:pt>
          <cx:pt idx="40723">72.579999999999998</cx:pt>
          <cx:pt idx="40724">64.390000000000001</cx:pt>
          <cx:pt idx="40725">65.989999999999995</cx:pt>
          <cx:pt idx="40726">82.859999999999999</cx:pt>
          <cx:pt idx="40727">68.989999999999995</cx:pt>
          <cx:pt idx="40728">56.090000000000003</cx:pt>
          <cx:pt idx="40729">79.980000000000004</cx:pt>
          <cx:pt idx="40730">79.319999999999993</cx:pt>
          <cx:pt idx="40731">72.560000000000002</cx:pt>
          <cx:pt idx="40732">71.959999999999994</cx:pt>
          <cx:pt idx="40733">72.560000000000002</cx:pt>
          <cx:pt idx="40734">72.560000000000002</cx:pt>
          <cx:pt idx="40735">72.560000000000002</cx:pt>
          <cx:pt idx="40736">51.07</cx:pt>
          <cx:pt idx="40737">72.560000000000002</cx:pt>
          <cx:pt idx="40738">119.95999999999999</cx:pt>
          <cx:pt idx="40739">74.969999999999999</cx:pt>
          <cx:pt idx="40740">72.560000000000002</cx:pt>
          <cx:pt idx="40741">72.560000000000002</cx:pt>
          <cx:pt idx="40742">72.560000000000002</cx:pt>
          <cx:pt idx="40743">72.560000000000002</cx:pt>
          <cx:pt idx="40744">71.959999999999994</cx:pt>
          <cx:pt idx="40745">72.560000000000002</cx:pt>
          <cx:pt idx="40746">72.560000000000002</cx:pt>
          <cx:pt idx="40747">72.549999999999997</cx:pt>
          <cx:pt idx="40748">72.549999999999997</cx:pt>
          <cx:pt idx="40749">72.549999999999997</cx:pt>
          <cx:pt idx="40750">72.549999999999997</cx:pt>
          <cx:pt idx="40751">72.549999999999997</cx:pt>
          <cx:pt idx="40752">72.549999999999997</cx:pt>
          <cx:pt idx="40753">72.549999999999997</cx:pt>
          <cx:pt idx="40754">72.549999999999997</cx:pt>
          <cx:pt idx="40755">84.989999999999995</cx:pt>
          <cx:pt idx="40756">69.549999999999997</cx:pt>
          <cx:pt idx="40757">81.980000000000004</cx:pt>
          <cx:pt idx="40758">84.989999999999995</cx:pt>
          <cx:pt idx="40759">81.980000000000004</cx:pt>
          <cx:pt idx="40760">99.980000000000004</cx:pt>
          <cx:pt idx="40761">56.090000000000003</cx:pt>
          <cx:pt idx="40762">50.990000000000002</cx:pt>
          <cx:pt idx="40763">65.989999999999995</cx:pt>
          <cx:pt idx="40764">117.76000000000001</cx:pt>
          <cx:pt idx="40765">100.98</cx:pt>
          <cx:pt idx="40766">48.979999999999997</cx:pt>
          <cx:pt idx="40767">81.980000000000004</cx:pt>
          <cx:pt idx="40768">100.98</cx:pt>
          <cx:pt idx="40769">81.980000000000004</cx:pt>
          <cx:pt idx="40770">84.989999999999995</cx:pt>
          <cx:pt idx="40771">100.98</cx:pt>
          <cx:pt idx="40772">72.540000000000006</cx:pt>
          <cx:pt idx="40773">71.939999999999998</cx:pt>
          <cx:pt idx="40774">71.920000000000002</cx:pt>
          <cx:pt idx="40775">65.670000000000002</cx:pt>
          <cx:pt idx="40776">31.48</cx:pt>
          <cx:pt idx="40777">136.28</cx:pt>
          <cx:pt idx="40778">277.92000000000002</cx:pt>
          <cx:pt idx="40779">318.93000000000001</cx:pt>
          <cx:pt idx="40780">77.349999999999994</cx:pt>
          <cx:pt idx="40781">132.88999999999999</cx:pt>
          <cx:pt idx="40782">57.479999999999997</cx:pt>
          <cx:pt idx="40783">66.579999999999998</cx:pt>
          <cx:pt idx="40784">66.579999999999998</cx:pt>
          <cx:pt idx="40785">65.989999999999995</cx:pt>
          <cx:pt idx="40786">65.989999999999995</cx:pt>
          <cx:pt idx="40787">68.989999999999995</cx:pt>
          <cx:pt idx="40788">84.989999999999995</cx:pt>
          <cx:pt idx="40789">64.010000000000005</cx:pt>
          <cx:pt idx="40790">68.989999999999995</cx:pt>
          <cx:pt idx="40791">84.989999999999995</cx:pt>
          <cx:pt idx="40792">84.989999999999995</cx:pt>
          <cx:pt idx="40793">76.489999999999995</cx:pt>
          <cx:pt idx="40794">65.989999999999995</cx:pt>
          <cx:pt idx="40795">64.810000000000002</cx:pt>
          <cx:pt idx="40796">65.989999999999995</cx:pt>
          <cx:pt idx="40797">65.989999999999995</cx:pt>
          <cx:pt idx="40798">65.989999999999995</cx:pt>
          <cx:pt idx="40799">65.989999999999995</cx:pt>
          <cx:pt idx="40800">65.989999999999995</cx:pt>
          <cx:pt idx="40801">65.989999999999995</cx:pt>
          <cx:pt idx="40802">65.989999999999995</cx:pt>
          <cx:pt idx="40803">65.989999999999995</cx:pt>
          <cx:pt idx="40804">65.989999999999995</cx:pt>
          <cx:pt idx="40805">95.170000000000002</cx:pt>
          <cx:pt idx="40806">134.97</cx:pt>
          <cx:pt idx="40807">122.47</cx:pt>
          <cx:pt idx="40808">5.1900000000000004</cx:pt>
          <cx:pt idx="40809">171.47999999999999</cx:pt>
          <cx:pt idx="40810">121.98</cx:pt>
          <cx:pt idx="40811">131.97999999999999</cx:pt>
          <cx:pt idx="40812">20.489999999999998</cx:pt>
          <cx:pt idx="40813">161.96000000000001</cx:pt>
          <cx:pt idx="40814">131.97999999999999</cx:pt>
          <cx:pt idx="40815">22.93</cx:pt>
          <cx:pt idx="40816">87.980000000000004</cx:pt>
          <cx:pt idx="40817">115.98</cx:pt>
          <cx:pt idx="40818">37.479999999999997</cx:pt>
          <cx:pt idx="40819">197.97</cx:pt>
          <cx:pt idx="40820">40.100000000000001</cx:pt>
          <cx:pt idx="40821">131.97999999999999</cx:pt>
          <cx:pt idx="40822">31.48</cx:pt>
          <cx:pt idx="40823">65.989999999999995</cx:pt>
          <cx:pt idx="40824">46.469999999999999</cx:pt>
          <cx:pt idx="40825">31.48</cx:pt>
          <cx:pt idx="40826">59.979999999999997</cx:pt>
          <cx:pt idx="40827">59.979999999999997</cx:pt>
          <cx:pt idx="40828">59.979999999999997</cx:pt>
          <cx:pt idx="40829">65.189999999999998</cx:pt>
          <cx:pt idx="40830">59.969999999999999</cx:pt>
          <cx:pt idx="40831">59.960000000000001</cx:pt>
          <cx:pt idx="40832">59.960000000000001</cx:pt>
          <cx:pt idx="40833">169.97999999999999</cx:pt>
          <cx:pt idx="40834">217.96000000000001</cx:pt>
          <cx:pt idx="40835">91.980000000000004</cx:pt>
          <cx:pt idx="40836">131.97999999999999</cx:pt>
          <cx:pt idx="40837">184.97</cx:pt>
          <cx:pt idx="40838">156.66999999999999</cx:pt>
          <cx:pt idx="40839">174.97</cx:pt>
          <cx:pt idx="40840">184.97</cx:pt>
          <cx:pt idx="40841">169.97999999999999</cx:pt>
          <cx:pt idx="40842">134.97999999999999</cx:pt>
          <cx:pt idx="40843">104.97</cx:pt>
          <cx:pt idx="40844">159.61000000000001</cx:pt>
          <cx:pt idx="40845">59.960000000000001</cx:pt>
          <cx:pt idx="40846">71.969999999999999</cx:pt>
          <cx:pt idx="40847">71.859999999999999</cx:pt>
          <cx:pt idx="40848">71.859999999999999</cx:pt>
          <cx:pt idx="40849">71.859999999999999</cx:pt>
          <cx:pt idx="40850">71.859999999999999</cx:pt>
          <cx:pt idx="40851">71.859999999999999</cx:pt>
          <cx:pt idx="40852">71.859999999999999</cx:pt>
          <cx:pt idx="40853">71.859999999999999</cx:pt>
          <cx:pt idx="40854">71.859999999999999</cx:pt>
          <cx:pt idx="40855">71.859999999999999</cx:pt>
          <cx:pt idx="40856">64.989999999999995</cx:pt>
          <cx:pt idx="40857">64.989999999999995</cx:pt>
          <cx:pt idx="40858">64.989999999999995</cx:pt>
          <cx:pt idx="40859">139.13999999999999</cx:pt>
          <cx:pt idx="40860">99.980000000000004</cx:pt>
          <cx:pt idx="40861">46.450000000000003</cx:pt>
          <cx:pt idx="40862">147.66999999999999</cx:pt>
          <cx:pt idx="40863">80.469999999999999</cx:pt>
          <cx:pt idx="40864">130.96000000000001</cx:pt>
          <cx:pt idx="40865">65.989999999999995</cx:pt>
          <cx:pt idx="40866">65.989999999999995</cx:pt>
          <cx:pt idx="40867">98.420000000000002</cx:pt>
          <cx:pt idx="40868">81.980000000000004</cx:pt>
          <cx:pt idx="40869">105.98</cx:pt>
          <cx:pt idx="40870">64.989999999999995</cx:pt>
          <cx:pt idx="40871">52.240000000000002</cx:pt>
          <cx:pt idx="40872">52.240000000000002</cx:pt>
          <cx:pt idx="40873">52.240000000000002</cx:pt>
          <cx:pt idx="40874">52.240000000000002</cx:pt>
          <cx:pt idx="40875">64.980000000000004</cx:pt>
          <cx:pt idx="40876">52.240000000000002</cx:pt>
          <cx:pt idx="40877">84.989999999999995</cx:pt>
          <cx:pt idx="40878">29.670000000000002</cx:pt>
          <cx:pt idx="40879">128.96000000000001</cx:pt>
          <cx:pt idx="40880">111.95999999999999</cx:pt>
          <cx:pt idx="40881">242.91999999999999</cx:pt>
          <cx:pt idx="40882">114.97</cx:pt>
          <cx:pt idx="40883">64.980000000000004</cx:pt>
          <cx:pt idx="40884">99.980000000000004</cx:pt>
          <cx:pt idx="40885">99.980000000000004</cx:pt>
          <cx:pt idx="40886">84.980000000000004</cx:pt>
          <cx:pt idx="40887">113.95999999999999</cx:pt>
          <cx:pt idx="40888">54.979999999999997</cx:pt>
          <cx:pt idx="40889">117.95999999999999</cx:pt>
          <cx:pt idx="40890">99.980000000000004</cx:pt>
          <cx:pt idx="40891">84.989999999999995</cx:pt>
          <cx:pt idx="40892">85.060000000000002</cx:pt>
          <cx:pt idx="40893">46.479999999999997</cx:pt>
          <cx:pt idx="40894">84.989999999999995</cx:pt>
          <cx:pt idx="40895">84.989999999999995</cx:pt>
          <cx:pt idx="40896">84.989999999999995</cx:pt>
          <cx:pt idx="40897">99.980000000000004</cx:pt>
          <cx:pt idx="40898">64.980000000000004</cx:pt>
          <cx:pt idx="40899">64.980000000000004</cx:pt>
          <cx:pt idx="40900">64.980000000000004</cx:pt>
          <cx:pt idx="40901">64.989999999999995</cx:pt>
          <cx:pt idx="40902">52.240000000000002</cx:pt>
          <cx:pt idx="40903">64.989999999999995</cx:pt>
          <cx:pt idx="40904">64.989999999999995</cx:pt>
          <cx:pt idx="40905">131.97999999999999</cx:pt>
          <cx:pt idx="40906">87.969999999999999</cx:pt>
          <cx:pt idx="40907">65.989999999999995</cx:pt>
          <cx:pt idx="40908">129.56999999999999</cx:pt>
          <cx:pt idx="40909">80.980000000000004</cx:pt>
          <cx:pt idx="40910">117.28</cx:pt>
          <cx:pt idx="40911">79.040000000000006</cx:pt>
          <cx:pt idx="40912">121.98</cx:pt>
          <cx:pt idx="40913">131.46000000000001</cx:pt>
          <cx:pt idx="40914">92.670000000000002</cx:pt>
          <cx:pt idx="40915">94.980000000000004</cx:pt>
          <cx:pt idx="40916">114.97</cx:pt>
          <cx:pt idx="40917">113.86</cx:pt>
          <cx:pt idx="40918">84.989999999999995</cx:pt>
          <cx:pt idx="40919">84.989999999999995</cx:pt>
          <cx:pt idx="40920">65.989999999999995</cx:pt>
          <cx:pt idx="40921">95.459999999999994</cx:pt>
          <cx:pt idx="40922">76.269999999999996</cx:pt>
          <cx:pt idx="40923">65.989999999999995</cx:pt>
          <cx:pt idx="40924">64.989999999999995</cx:pt>
          <cx:pt idx="40925">64.989999999999995</cx:pt>
          <cx:pt idx="40926">52.240000000000002</cx:pt>
          <cx:pt idx="40927">64.989999999999995</cx:pt>
          <cx:pt idx="40928">52.240000000000002</cx:pt>
          <cx:pt idx="40929">52.240000000000002</cx:pt>
          <cx:pt idx="40930">64.989999999999995</cx:pt>
          <cx:pt idx="40931">52.240000000000002</cx:pt>
          <cx:pt idx="40932">64.980000000000004</cx:pt>
          <cx:pt idx="40933">54.990000000000002</cx:pt>
          <cx:pt idx="40934">77.980000000000004</cx:pt>
          <cx:pt idx="40935">104.98</cx:pt>
          <cx:pt idx="40936">105.95999999999999</cx:pt>
          <cx:pt idx="40937">67.879999999999995</cx:pt>
          <cx:pt idx="40938">77.200000000000003</cx:pt>
          <cx:pt idx="40939">129.97</cx:pt>
          <cx:pt idx="40940">72.969999999999999</cx:pt>
          <cx:pt idx="40941">54.990000000000002</cx:pt>
          <cx:pt idx="40942">74.980000000000004</cx:pt>
          <cx:pt idx="40943">71.989999999999995</cx:pt>
          <cx:pt idx="40944">120.18000000000001</cx:pt>
          <cx:pt idx="40945">54.299999999999997</cx:pt>
          <cx:pt idx="40946">104.23999999999999</cx:pt>
          <cx:pt idx="40947">145.97</cx:pt>
          <cx:pt idx="40948">108.95999999999999</cx:pt>
          <cx:pt idx="40949">84.989999999999995</cx:pt>
          <cx:pt idx="40950">84.989999999999995</cx:pt>
          <cx:pt idx="40951">89.959999999999994</cx:pt>
          <cx:pt idx="40952">84.989999999999995</cx:pt>
          <cx:pt idx="40953">53.979999999999997</cx:pt>
          <cx:pt idx="40954">84.989999999999995</cx:pt>
          <cx:pt idx="40955">59.979999999999997</cx:pt>
          <cx:pt idx="40956">52.240000000000002</cx:pt>
          <cx:pt idx="40957">64.969999999999999</cx:pt>
          <cx:pt idx="40958">52.240000000000002</cx:pt>
          <cx:pt idx="40959">64.980000000000004</cx:pt>
          <cx:pt idx="40960">64.980000000000004</cx:pt>
          <cx:pt idx="40961">64.980000000000004</cx:pt>
          <cx:pt idx="40962">64.980000000000004</cx:pt>
          <cx:pt idx="40963">64.980000000000004</cx:pt>
          <cx:pt idx="40964">64.980000000000004</cx:pt>
          <cx:pt idx="40965">64.980000000000004</cx:pt>
          <cx:pt idx="40966">64.980000000000004</cx:pt>
          <cx:pt idx="40967">41.289999999999999</cx:pt>
          <cx:pt idx="40968">99.980000000000004</cx:pt>
          <cx:pt idx="40969">99.980000000000004</cx:pt>
          <cx:pt idx="40970">149.97</cx:pt>
          <cx:pt idx="40971">64.980000000000004</cx:pt>
          <cx:pt idx="40972">64.980000000000004</cx:pt>
          <cx:pt idx="40973">64.980000000000004</cx:pt>
          <cx:pt idx="40974">30.239999999999998</cx:pt>
          <cx:pt idx="40975">56.490000000000002</cx:pt>
          <cx:pt idx="40976">64.980000000000004</cx:pt>
          <cx:pt idx="40977">52.229999999999997</cx:pt>
          <cx:pt idx="40978">80.739999999999995</cx:pt>
          <cx:pt idx="40979">65.989999999999995</cx:pt>
          <cx:pt idx="40980">84.989999999999995</cx:pt>
          <cx:pt idx="40981">68.989999999999995</cx:pt>
          <cx:pt idx="40982">84.989999999999995</cx:pt>
          <cx:pt idx="40983">84.989999999999995</cx:pt>
          <cx:pt idx="40984">84.989999999999995</cx:pt>
          <cx:pt idx="40985">84.989999999999995</cx:pt>
          <cx:pt idx="40986">84.989999999999995</cx:pt>
          <cx:pt idx="40987">68.989999999999995</cx:pt>
          <cx:pt idx="40988">84.989999999999995</cx:pt>
          <cx:pt idx="40989">84.989999999999995</cx:pt>
          <cx:pt idx="40990">84.989999999999995</cx:pt>
          <cx:pt idx="40991">84.989999999999995</cx:pt>
          <cx:pt idx="40992">84.989999999999995</cx:pt>
          <cx:pt idx="40993">84.989999999999995</cx:pt>
          <cx:pt idx="40994">79.040000000000006</cx:pt>
          <cx:pt idx="40995">49.990000000000002</cx:pt>
          <cx:pt idx="40996">84.989999999999995</cx:pt>
          <cx:pt idx="40997">94.980000000000004</cx:pt>
          <cx:pt idx="40998">84.989999999999995</cx:pt>
          <cx:pt idx="40999">81.560000000000002</cx:pt>
          <cx:pt idx="41000">65.989999999999995</cx:pt>
          <cx:pt idx="41001">65.989999999999995</cx:pt>
          <cx:pt idx="41002">65.989999999999995</cx:pt>
          <cx:pt idx="41003">65.989999999999995</cx:pt>
          <cx:pt idx="41004">65.989999999999995</cx:pt>
          <cx:pt idx="41005">130.90000000000001</cx:pt>
          <cx:pt idx="41006">130.66</cx:pt>
          <cx:pt idx="41007">66.650000000000006</cx:pt>
          <cx:pt idx="41008">24.989999999999998</cx:pt>
          <cx:pt idx="41009">119.16</cx:pt>
          <cx:pt idx="41010">130.66</cx:pt>
          <cx:pt idx="41011">89.620000000000005</cx:pt>
          <cx:pt idx="41012">131.06999999999999</cx:pt>
          <cx:pt idx="41013">24.989999999999998</cx:pt>
          <cx:pt idx="41014">104.16</cx:pt>
          <cx:pt idx="41015">89.409999999999997</cx:pt>
          <cx:pt idx="41016">153.63999999999999</cx:pt>
          <cx:pt idx="41017">106.95999999999999</cx:pt>
          <cx:pt idx="41018">90.980000000000004</cx:pt>
          <cx:pt idx="41019">65.980000000000004</cx:pt>
          <cx:pt idx="41020">65.980000000000004</cx:pt>
          <cx:pt idx="41021">65.980000000000004</cx:pt>
          <cx:pt idx="41022">103.63</cx:pt>
          <cx:pt idx="41023">83.939999999999998</cx:pt>
          <cx:pt idx="41024">84.989999999999995</cx:pt>
          <cx:pt idx="41025">132.09</cx:pt>
          <cx:pt idx="41026">99.980000000000004</cx:pt>
          <cx:pt idx="41027">86.480000000000004</cx:pt>
          <cx:pt idx="41028">133.91999999999999</cx:pt>
          <cx:pt idx="41029">84.989999999999995</cx:pt>
          <cx:pt idx="41030">84.989999999999995</cx:pt>
          <cx:pt idx="41031">84.989999999999995</cx:pt>
          <cx:pt idx="41032">50.140000000000001</cx:pt>
          <cx:pt idx="41033">134.97999999999999</cx:pt>
          <cx:pt idx="41034">79.040000000000006</cx:pt>
          <cx:pt idx="41035">104.13</cx:pt>
          <cx:pt idx="41036">84.989999999999995</cx:pt>
          <cx:pt idx="41037">134.96000000000001</cx:pt>
          <cx:pt idx="41038">64.980000000000004</cx:pt>
          <cx:pt idx="41039">118.98</cx:pt>
          <cx:pt idx="41040">79.200000000000003</cx:pt>
          <cx:pt idx="41041">67.140000000000001</cx:pt>
          <cx:pt idx="41042">65.980000000000004</cx:pt>
          <cx:pt idx="41043">65.980000000000004</cx:pt>
          <cx:pt idx="41044">65.980000000000004</cx:pt>
          <cx:pt idx="41045">65.980000000000004</cx:pt>
          <cx:pt idx="41046">65.980000000000004</cx:pt>
          <cx:pt idx="41047">57.280000000000001</cx:pt>
          <cx:pt idx="41048">65.959999999999994</cx:pt>
          <cx:pt idx="41049">84.989999999999995</cx:pt>
          <cx:pt idx="41050">104.98</cx:pt>
          <cx:pt idx="41051">68.989999999999995</cx:pt>
          <cx:pt idx="41052">96.480000000000004</cx:pt>
          <cx:pt idx="41053">146.96000000000001</cx:pt>
          <cx:pt idx="41054">111.98</cx:pt>
          <cx:pt idx="41055">99.439999999999998</cx:pt>
          <cx:pt idx="41056">79.980000000000004</cx:pt>
          <cx:pt idx="41057">103.98</cx:pt>
          <cx:pt idx="41058">104.98</cx:pt>
          <cx:pt idx="41059">84.989999999999995</cx:pt>
          <cx:pt idx="41060">90.980000000000004</cx:pt>
          <cx:pt idx="41061">123.08</cx:pt>
          <cx:pt idx="41062">84.989999999999995</cx:pt>
          <cx:pt idx="41063">79.329999999999998</cx:pt>
          <cx:pt idx="41064">84.989999999999995</cx:pt>
          <cx:pt idx="41065">65.959999999999994</cx:pt>
          <cx:pt idx="41066">65.959999999999994</cx:pt>
          <cx:pt idx="41067">65.959999999999994</cx:pt>
          <cx:pt idx="41068">65.959999999999994</cx:pt>
          <cx:pt idx="41069">65.959999999999994</cx:pt>
          <cx:pt idx="41070">70.980000000000004</cx:pt>
          <cx:pt idx="41071">219.91</cx:pt>
          <cx:pt idx="41072">198.37</cx:pt>
          <cx:pt idx="41073">198.37</cx:pt>
          <cx:pt idx="41074">148.77000000000001</cx:pt>
          <cx:pt idx="41075">189.88</cx:pt>
          <cx:pt idx="41076">216.53</cx:pt>
          <cx:pt idx="41077">248.28999999999999</cx:pt>
          <cx:pt idx="41078">97.989999999999995</cx:pt>
          <cx:pt idx="41079">65.950000000000003</cx:pt>
          <cx:pt idx="41080">70.980000000000004</cx:pt>
          <cx:pt idx="41081">65.939999999999998</cx:pt>
          <cx:pt idx="41082">65.939999999999998</cx:pt>
          <cx:pt idx="41083">70.969999999999999</cx:pt>
          <cx:pt idx="41084">20.489999999999998</cx:pt>
          <cx:pt idx="41085">20.489999999999998</cx:pt>
          <cx:pt idx="41086">70.969999999999999</cx:pt>
          <cx:pt idx="41087">20.489999999999998</cx:pt>
          <cx:pt idx="41088">20.489999999999998</cx:pt>
          <cx:pt idx="41089">70.959999999999994</cx:pt>
          <cx:pt idx="41090">143.69</cx:pt>
          <cx:pt idx="41091">149.46000000000001</cx:pt>
          <cx:pt idx="41092">135.47</cx:pt>
          <cx:pt idx="41093">-149.99000000000001</cx:pt>
          <cx:pt idx="41094">98.120000000000005</cx:pt>
          <cx:pt idx="41095">131.41</cx:pt>
          <cx:pt idx="41096">203.21000000000001</cx:pt>
          <cx:pt idx="41097">84.640000000000001</cx:pt>
          <cx:pt idx="41098">149.99000000000001</cx:pt>
          <cx:pt idx="41099">101.59999999999999</cx:pt>
          <cx:pt idx="41100">203.21000000000001</cx:pt>
          <cx:pt idx="41101">200.16</cx:pt>
          <cx:pt idx="41102">135.44</cx:pt>
          <cx:pt idx="41103">135.47</cx:pt>
          <cx:pt idx="41104">187.49000000000001</cx:pt>
          <cx:pt idx="41105">149.99000000000001</cx:pt>
          <cx:pt idx="41106">135.47</cx:pt>
          <cx:pt idx="41107">187.49000000000001</cx:pt>
          <cx:pt idx="41108">64.780000000000001</cx:pt>
          <cx:pt idx="41109">64.760000000000005</cx:pt>
          <cx:pt idx="41110">71.370000000000005</cx:pt>
          <cx:pt idx="41111">71.370000000000005</cx:pt>
          <cx:pt idx="41112">79.849999999999994</cx:pt>
          <cx:pt idx="41113">76.569999999999993</cx:pt>
          <cx:pt idx="41114">114.91</cx:pt>
          <cx:pt idx="41115">79.849999999999994</cx:pt>
          <cx:pt idx="41116">79.849999999999994</cx:pt>
          <cx:pt idx="41117">108.86</cx:pt>
          <cx:pt idx="41118">107.91</cx:pt>
          <cx:pt idx="41119">95.560000000000002</cx:pt>
          <cx:pt idx="41120">96.780000000000001</cx:pt>
          <cx:pt idx="41121">125.8</cx:pt>
          <cx:pt idx="41122">71.370000000000005</cx:pt>
          <cx:pt idx="41123">71.349999999999994</cx:pt>
          <cx:pt idx="41124">71.349999999999994</cx:pt>
          <cx:pt idx="41125">65.670000000000002</cx:pt>
          <cx:pt idx="41126">61.689999999999998</cx:pt>
          <cx:pt idx="41127">61.689999999999998</cx:pt>
          <cx:pt idx="41128">61.689999999999998</cx:pt>
          <cx:pt idx="41129">61.689999999999998</cx:pt>
          <cx:pt idx="41130">61.670000000000002</cx:pt>
          <cx:pt idx="41131">64.480000000000004</cx:pt>
          <cx:pt idx="41132">61.649999999999999</cx:pt>
          <cx:pt idx="41133">64.459999999999994</cx:pt>
          <cx:pt idx="41134">64.980000000000004</cx:pt>
          <cx:pt idx="41135">64.980000000000004</cx:pt>
          <cx:pt idx="41136">169.97999999999999</cx:pt>
          <cx:pt idx="41137">164.24000000000001</cx:pt>
          <cx:pt idx="41138">146.84999999999999</cx:pt>
          <cx:pt idx="41139">229.97</cx:pt>
          <cx:pt idx="41140">64.980000000000004</cx:pt>
          <cx:pt idx="41141">-7.2000000000000002</cx:pt>
          <cx:pt idx="41142">65.989999999999995</cx:pt>
          <cx:pt idx="41143">64.760000000000005</cx:pt>
          <cx:pt idx="41144">58.979999999999997</cx:pt>
          <cx:pt idx="41145">70.769999999999996</cx:pt>
          <cx:pt idx="41146">299.93000000000001</cx:pt>
          <cx:pt idx="41147">284.94999999999999</cx:pt>
          <cx:pt idx="41148">307.93000000000001</cx:pt>
          <cx:pt idx="41149">310.31</cx:pt>
          <cx:pt idx="41150">168.46000000000001</cx:pt>
          <cx:pt idx="41151">384.91000000000003</cx:pt>
          <cx:pt idx="41152">70.760000000000005</cx:pt>
          <cx:pt idx="41153">70.760000000000005</cx:pt>
          <cx:pt idx="41154">65.189999999999998</cx:pt>
          <cx:pt idx="41155">63.979999999999997</cx:pt>
          <cx:pt idx="41156">63.979999999999997</cx:pt>
          <cx:pt idx="41157">51.090000000000003</cx:pt>
          <cx:pt idx="41158">63.979999999999997</cx:pt>
          <cx:pt idx="41159">63.979999999999997</cx:pt>
          <cx:pt idx="41160">51.090000000000003</cx:pt>
          <cx:pt idx="41161">94.969999999999999</cx:pt>
          <cx:pt idx="41162">179.99000000000001</cx:pt>
          <cx:pt idx="41163">190.84</cx:pt>
          <cx:pt idx="41164">197.97</cx:pt>
          <cx:pt idx="41165">195.99000000000001</cx:pt>
          <cx:pt idx="41166">131.97999999999999</cx:pt>
          <cx:pt idx="41167">169.63999999999999</cx:pt>
          <cx:pt idx="41168">167.97</cx:pt>
          <cx:pt idx="41169">303.94999999999999</cx:pt>
          <cx:pt idx="41170">63.979999999999997</cx:pt>
          <cx:pt idx="41171">63.979999999999997</cx:pt>
          <cx:pt idx="41172">63.979999999999997</cx:pt>
          <cx:pt idx="41173">63.969999999999999</cx:pt>
          <cx:pt idx="41174">63.969999999999999</cx:pt>
          <cx:pt idx="41175">63.979999999999997</cx:pt>
          <cx:pt idx="41176">63.979999999999997</cx:pt>
          <cx:pt idx="41177">119.95999999999999</cx:pt>
          <cx:pt idx="41178">119.95999999999999</cx:pt>
          <cx:pt idx="41179">65.640000000000001</cx:pt>
          <cx:pt idx="41180">119.95999999999999</cx:pt>
          <cx:pt idx="41181">111.86</cx:pt>
          <cx:pt idx="41182">-29.989999999999998</cx:pt>
          <cx:pt idx="41183">119.95999999999999</cx:pt>
          <cx:pt idx="41184">109.95999999999999</cx:pt>
          <cx:pt idx="41185">111.95999999999999</cx:pt>
          <cx:pt idx="41186">69.969999999999999</cx:pt>
          <cx:pt idx="41187">109.95999999999999</cx:pt>
          <cx:pt idx="41188">58.68</cx:pt>
          <cx:pt idx="41189">105.97</cx:pt>
          <cx:pt idx="41190">79.959999999999994</cx:pt>
          <cx:pt idx="41191">54.990000000000002</cx:pt>
          <cx:pt idx="41192">119.95999999999999</cx:pt>
          <cx:pt idx="41193">119.95999999999999</cx:pt>
          <cx:pt idx="41194">59.979999999999997</cx:pt>
          <cx:pt idx="41195">59.939999999999998</cx:pt>
          <cx:pt idx="41196">116.36</cx:pt>
          <cx:pt idx="41197">63.960000000000001</cx:pt>
          <cx:pt idx="41198">63.960000000000001</cx:pt>
          <cx:pt idx="41199">63.979999999999997</cx:pt>
          <cx:pt idx="41200">63.960000000000001</cx:pt>
          <cx:pt idx="41201">63.960000000000001</cx:pt>
          <cx:pt idx="41202">63.979999999999997</cx:pt>
          <cx:pt idx="41203">63.960000000000001</cx:pt>
          <cx:pt idx="41204">63.969999999999999</cx:pt>
          <cx:pt idx="41205">55.479999999999997</cx:pt>
          <cx:pt idx="41206">50.950000000000003</cx:pt>
          <cx:pt idx="41207">59.950000000000003</cx:pt>
          <cx:pt idx="41208">51.960000000000001</cx:pt>
          <cx:pt idx="41209">89.959999999999994</cx:pt>
          <cx:pt idx="41210">69.950000000000003</cx:pt>
          <cx:pt idx="41211">63.960000000000001</cx:pt>
          <cx:pt idx="41212">63.969999999999999</cx:pt>
          <cx:pt idx="41213">55.469999999999999</cx:pt>
          <cx:pt idx="41214">63.960000000000001</cx:pt>
          <cx:pt idx="41215">63.960000000000001</cx:pt>
          <cx:pt idx="41216">55.460000000000001</cx:pt>
          <cx:pt idx="41217">149.94999999999999</cx:pt>
          <cx:pt idx="41218">89.969999999999999</cx:pt>
          <cx:pt idx="41219">58.68</cx:pt>
          <cx:pt idx="41220">166.94</cx:pt>
          <cx:pt idx="41221">144.55000000000001</cx:pt>
          <cx:pt idx="41222">149.94999999999999</cx:pt>
          <cx:pt idx="41223">131.97999999999999</cx:pt>
          <cx:pt idx="41224">155.74000000000001</cx:pt>
          <cx:pt idx="41225">59.979999999999997</cx:pt>
          <cx:pt idx="41226">59.979999999999997</cx:pt>
          <cx:pt idx="41227">59.979999999999997</cx:pt>
          <cx:pt idx="41228">107.95999999999999</cx:pt>
          <cx:pt idx="41229">119.95999999999999</cx:pt>
          <cx:pt idx="41230">59.979999999999997</cx:pt>
          <cx:pt idx="41231">162.97999999999999</cx:pt>
          <cx:pt idx="41232">161.94</cx:pt>
          <cx:pt idx="41233">65.560000000000002</cx:pt>
          <cx:pt idx="41234">69.989999999999995</cx:pt>
          <cx:pt idx="41235">69.989999999999995</cx:pt>
          <cx:pt idx="41236">69.989999999999995</cx:pt>
          <cx:pt idx="41237">76.950000000000003</cx:pt>
          <cx:pt idx="41238">129.94999999999999</cx:pt>
          <cx:pt idx="41239">77.939999999999998</cx:pt>
          <cx:pt idx="41240">90.980000000000004</cx:pt>
          <cx:pt idx="41241">51.960000000000001</cx:pt>
          <cx:pt idx="41242">90.980000000000004</cx:pt>
          <cx:pt idx="41243">131.97999999999999</cx:pt>
          <cx:pt idx="41244">128.96000000000001</cx:pt>
          <cx:pt idx="41245">129.00999999999999</cx:pt>
          <cx:pt idx="41246">113.53</cx:pt>
          <cx:pt idx="41247">51.960000000000001</cx:pt>
          <cx:pt idx="41248">63.960000000000001</cx:pt>
          <cx:pt idx="41249">69.980000000000004</cx:pt>
          <cx:pt idx="41250">60.490000000000002</cx:pt>
          <cx:pt idx="41251">56.240000000000002</cx:pt>
          <cx:pt idx="41252">56.240000000000002</cx:pt>
          <cx:pt idx="41253">60.990000000000002</cx:pt>
          <cx:pt idx="41254">60.479999999999997</cx:pt>
          <cx:pt idx="41255">81.469999999999999</cx:pt>
          <cx:pt idx="41256">99.980000000000004</cx:pt>
          <cx:pt idx="41257">65.989999999999995</cx:pt>
          <cx:pt idx="41258">49.990000000000002</cx:pt>
          <cx:pt idx="41259">60.479999999999997</cx:pt>
          <cx:pt idx="41260">60.479999999999997</cx:pt>
          <cx:pt idx="41261">60.479999999999997</cx:pt>
          <cx:pt idx="41262">60.479999999999997</cx:pt>
          <cx:pt idx="41263">60.479999999999997</cx:pt>
          <cx:pt idx="41264">60.479999999999997</cx:pt>
          <cx:pt idx="41265">60.479999999999997</cx:pt>
          <cx:pt idx="41266">69.969999999999999</cx:pt>
          <cx:pt idx="41267">79.950000000000003</cx:pt>
          <cx:pt idx="41268">95.939999999999998</cx:pt>
          <cx:pt idx="41269">36.289999999999999</cx:pt>
          <cx:pt idx="41270">79.959999999999994</cx:pt>
          <cx:pt idx="41271">149.94</cx:pt>
          <cx:pt idx="41272">63.880000000000003</cx:pt>
          <cx:pt idx="41273">63.880000000000003</cx:pt>
          <cx:pt idx="41274">30.48</cx:pt>
          <cx:pt idx="41275">15.74</cx:pt>
          <cx:pt idx="41276">63.880000000000003</cx:pt>
          <cx:pt idx="41277">64.989999999999995</cx:pt>
          <cx:pt idx="41278">128.97</cx:pt>
          <cx:pt idx="41279">159.97</cx:pt>
          <cx:pt idx="41280">79.25</cx:pt>
          <cx:pt idx="41281">97.980000000000004</cx:pt>
          <cx:pt idx="41282">94.969999999999999</cx:pt>
          <cx:pt idx="41283">104.98</cx:pt>
          <cx:pt idx="41284">169.97999999999999</cx:pt>
          <cx:pt idx="41285">157.27000000000001</cx:pt>
          <cx:pt idx="41286">104.97</cx:pt>
          <cx:pt idx="41287">128.97</cx:pt>
          <cx:pt idx="41288">152.12</cx:pt>
          <cx:pt idx="41289">79.590000000000003</cx:pt>
          <cx:pt idx="41290">104.98</cx:pt>
          <cx:pt idx="41291">139.97999999999999</cx:pt>
          <cx:pt idx="41292">206.25999999999999</cx:pt>
          <cx:pt idx="41293">95.969999999999999</cx:pt>
          <cx:pt idx="41294">141.28</cx:pt>
          <cx:pt idx="41295">64.989999999999995</cx:pt>
          <cx:pt idx="41296">64.989999999999995</cx:pt>
          <cx:pt idx="41297">64.989999999999995</cx:pt>
          <cx:pt idx="41298">64.989999999999995</cx:pt>
          <cx:pt idx="41299">64.989999999999995</cx:pt>
          <cx:pt idx="41300">64.989999999999995</cx:pt>
          <cx:pt idx="41301">64.989999999999995</cx:pt>
          <cx:pt idx="41302">69.709999999999994</cx:pt>
          <cx:pt idx="41303">89.230000000000004</cx:pt>
          <cx:pt idx="41304">84.989999999999995</cx:pt>
          <cx:pt idx="41305">67.930000000000007</cx:pt>
          <cx:pt idx="41306">75.980000000000004</cx:pt>
          <cx:pt idx="41307">100.91</cx:pt>
          <cx:pt idx="41308">68.299999999999997</cx:pt>
          <cx:pt idx="41309">98.439999999999998</cx:pt>
          <cx:pt idx="41310">137.13</cx:pt>
          <cx:pt idx="41311">99.980000000000004</cx:pt>
          <cx:pt idx="41312">55.979999999999997</cx:pt>
          <cx:pt idx="41313">84.989999999999995</cx:pt>
          <cx:pt idx="41314">76.489999999999995</cx:pt>
          <cx:pt idx="41315">31.449999999999999</cx:pt>
          <cx:pt idx="41316">98.599999999999994</cx:pt>
          <cx:pt idx="41317">79.980000000000004</cx:pt>
          <cx:pt idx="41318">83.140000000000001</cx:pt>
          <cx:pt idx="41319">126.98</cx:pt>
          <cx:pt idx="41320">99.980000000000004</cx:pt>
          <cx:pt idx="41321">69.980000000000004</cx:pt>
          <cx:pt idx="41322">70.989999999999995</cx:pt>
          <cx:pt idx="41323">84.989999999999995</cx:pt>
          <cx:pt idx="41324">64.989999999999995</cx:pt>
          <cx:pt idx="41325">64.989999999999995</cx:pt>
          <cx:pt idx="41326">64.989999999999995</cx:pt>
          <cx:pt idx="41327">64.989999999999995</cx:pt>
          <cx:pt idx="41328">64.989999999999995</cx:pt>
          <cx:pt idx="41329">135.96000000000001</cx:pt>
          <cx:pt idx="41330">120.95999999999999</cx:pt>
          <cx:pt idx="41331">134.97</cx:pt>
          <cx:pt idx="41332">257.25</cx:pt>
          <cx:pt idx="41333">153.97</cx:pt>
          <cx:pt idx="41334">155.96000000000001</cx:pt>
          <cx:pt idx="41335">84.989999999999995</cx:pt>
          <cx:pt idx="41336">155.97</cx:pt>
          <cx:pt idx="41337">64.980000000000004</cx:pt>
          <cx:pt idx="41338">51.939999999999998</cx:pt>
          <cx:pt idx="41339">64.980000000000004</cx:pt>
          <cx:pt idx="41340">64.980000000000004</cx:pt>
          <cx:pt idx="41341">53.969999999999999</cx:pt>
          <cx:pt idx="41342">53.969999999999999</cx:pt>
          <cx:pt idx="41343">53.969999999999999</cx:pt>
          <cx:pt idx="41344">53.969999999999999</cx:pt>
          <cx:pt idx="41345">53.969999999999999</cx:pt>
          <cx:pt idx="41346">53.969999999999999</cx:pt>
          <cx:pt idx="41347">53.969999999999999</cx:pt>
          <cx:pt idx="41348">53.969999999999999</cx:pt>
          <cx:pt idx="41349">53.969999999999999</cx:pt>
          <cx:pt idx="41350">49.649999999999999</cx:pt>
          <cx:pt idx="41351">53.969999999999999</cx:pt>
          <cx:pt idx="41352">53.969999999999999</cx:pt>
          <cx:pt idx="41353">53.969999999999999</cx:pt>
          <cx:pt idx="41354">53.969999999999999</cx:pt>
          <cx:pt idx="41355">53.969999999999999</cx:pt>
          <cx:pt idx="41356">53.969999999999999</cx:pt>
          <cx:pt idx="41357">53.969999999999999</cx:pt>
          <cx:pt idx="41358">71.959999999999994</cx:pt>
          <cx:pt idx="41359">71.959999999999994</cx:pt>
          <cx:pt idx="41360">44.700000000000003</cx:pt>
          <cx:pt idx="41361">53.969999999999999</cx:pt>
          <cx:pt idx="41362">64.980000000000004</cx:pt>
          <cx:pt idx="41363">64.980000000000004</cx:pt>
          <cx:pt idx="41364">64.980000000000004</cx:pt>
          <cx:pt idx="41365">64.980000000000004</cx:pt>
          <cx:pt idx="41366">64.980000000000004</cx:pt>
          <cx:pt idx="41367">51.93</cx:pt>
          <cx:pt idx="41368">51.93</cx:pt>
          <cx:pt idx="41369">127.98</cx:pt>
          <cx:pt idx="41370">124.98</cx:pt>
          <cx:pt idx="41371">103.97</cx:pt>
          <cx:pt idx="41372">115.18000000000001</cx:pt>
          <cx:pt idx="41373">65.989999999999995</cx:pt>
          <cx:pt idx="41374">131.97999999999999</cx:pt>
          <cx:pt idx="41375">84.989999999999995</cx:pt>
          <cx:pt idx="41376">89.980000000000004</cx:pt>
          <cx:pt idx="41377">84.989999999999995</cx:pt>
          <cx:pt idx="41378">79.980000000000004</cx:pt>
          <cx:pt idx="41379">59.390000000000001</cx:pt>
          <cx:pt idx="41380">57.979999999999997</cx:pt>
          <cx:pt idx="41381">117.48</cx:pt>
          <cx:pt idx="41382">255.96000000000001</cx:pt>
          <cx:pt idx="41383">73.480000000000004</cx:pt>
          <cx:pt idx="41384">169.97999999999999</cx:pt>
          <cx:pt idx="41385">64.969999999999999</cx:pt>
          <cx:pt idx="41386">51.93</cx:pt>
          <cx:pt idx="41387">16.289999999999999</cx:pt>
          <cx:pt idx="41388">31.280000000000001</cx:pt>
          <cx:pt idx="41389">31.280000000000001</cx:pt>
          <cx:pt idx="41390">16.289999999999999</cx:pt>
          <cx:pt idx="41391">109.78</cx:pt>
          <cx:pt idx="41392">155.94</cx:pt>
          <cx:pt idx="41393">119.54000000000001</cx:pt>
          <cx:pt idx="41394">121.98</cx:pt>
          <cx:pt idx="41395">159.97999999999999</cx:pt>
          <cx:pt idx="41396">159.97999999999999</cx:pt>
          <cx:pt idx="41397">64.859999999999999</cx:pt>
          <cx:pt idx="41398">63.719999999999999</cx:pt>
          <cx:pt idx="41399">64.760000000000005</cx:pt>
          <cx:pt idx="41400">205.94999999999999</cx:pt>
          <cx:pt idx="41401">59.950000000000003</cx:pt>
          <cx:pt idx="41402">84.989999999999995</cx:pt>
          <cx:pt idx="41403">79.989999999999995</cx:pt>
          <cx:pt idx="41404">54.990000000000002</cx:pt>
          <cx:pt idx="41405">159.94</cx:pt>
          <cx:pt idx="41406">120.95999999999999</cx:pt>
          <cx:pt idx="41407">76.129999999999995</cx:pt>
          <cx:pt idx="41408">121.98</cx:pt>
          <cx:pt idx="41409">121.98</cx:pt>
          <cx:pt idx="41410">79.989999999999995</cx:pt>
          <cx:pt idx="41411">63.579999999999998</cx:pt>
          <cx:pt idx="41412">58.490000000000002</cx:pt>
          <cx:pt idx="41413">70.159999999999997</cx:pt>
          <cx:pt idx="41414">70.159999999999997</cx:pt>
          <cx:pt idx="41415">70.159999999999997</cx:pt>
          <cx:pt idx="41416">70.159999999999997</cx:pt>
          <cx:pt idx="41417">70.159999999999997</cx:pt>
          <cx:pt idx="41418">70.159999999999997</cx:pt>
          <cx:pt idx="41419">70.159999999999997</cx:pt>
          <cx:pt idx="41420">70.159999999999997</cx:pt>
          <cx:pt idx="41421">70.159999999999997</cx:pt>
          <cx:pt idx="41422">70.159999999999997</cx:pt>
          <cx:pt idx="41423">70.140000000000001</cx:pt>
          <cx:pt idx="41424">79.969999999999999</cx:pt>
          <cx:pt idx="41425">114.97</cx:pt>
          <cx:pt idx="41426">134.96000000000001</cx:pt>
          <cx:pt idx="41427">60.469999999999999</cx:pt>
          <cx:pt idx="41428">99.980000000000004</cx:pt>
          <cx:pt idx="41429">114.97</cx:pt>
          <cx:pt idx="41430">99.980000000000004</cx:pt>
          <cx:pt idx="41431">154.96000000000001</cx:pt>
          <cx:pt idx="41432">144.96000000000001</cx:pt>
          <cx:pt idx="41433">134.96000000000001</cx:pt>
          <cx:pt idx="41434">79.969999999999999</cx:pt>
          <cx:pt idx="41435">70.140000000000001</cx:pt>
          <cx:pt idx="41436">70.140000000000001</cx:pt>
          <cx:pt idx="41437">70.129999999999995</cx:pt>
          <cx:pt idx="41438">63.469999999999999</cx:pt>
          <cx:pt idx="41439">63.469999999999999</cx:pt>
          <cx:pt idx="41440">14.99</cx:pt>
          <cx:pt idx="41441">31.48</cx:pt>
          <cx:pt idx="41442">206.93000000000001</cx:pt>
          <cx:pt idx="41443">169.97999999999999</cx:pt>
          <cx:pt idx="41444">133.96000000000001</cx:pt>
          <cx:pt idx="41445">40</cx:pt>
          <cx:pt idx="41446">164.05000000000001</cx:pt>
          <cx:pt idx="41447">169.97999999999999</cx:pt>
          <cx:pt idx="41448">131.97999999999999</cx:pt>
          <cx:pt idx="41449">64.510000000000005</cx:pt>
          <cx:pt idx="41450">64.480000000000004</cx:pt>
          <cx:pt idx="41451">64.480000000000004</cx:pt>
          <cx:pt idx="41452">33.960000000000001</cx:pt>
          <cx:pt idx="41453">16.920000000000002</cx:pt>
          <cx:pt idx="41454">64.480000000000004</cx:pt>
          <cx:pt idx="41455">51.789999999999999</cx:pt>
          <cx:pt idx="41456">84.989999999999995</cx:pt>
          <cx:pt idx="41457">149.96000000000001</cx:pt>
          <cx:pt idx="41458">62.289999999999999</cx:pt>
          <cx:pt idx="41459">79.980000000000004</cx:pt>
          <cx:pt idx="41460">65.989999999999995</cx:pt>
          <cx:pt idx="41461">134.97999999999999</cx:pt>
          <cx:pt idx="41462">76.859999999999999</cx:pt>
          <cx:pt idx="41463">80.109999999999999</cx:pt>
          <cx:pt idx="41464">87.969999999999999</cx:pt>
          <cx:pt idx="41465">53.159999999999997</cx:pt>
          <cx:pt idx="41466">167.44999999999999</cx:pt>
          <cx:pt idx="41467">95.980000000000004</cx:pt>
          <cx:pt idx="41468">80.340000000000003</cx:pt>
          <cx:pt idx="41469">55.969999999999999</cx:pt>
          <cx:pt idx="41470">118.97</cx:pt>
          <cx:pt idx="41471">65.959999999999994</cx:pt>
          <cx:pt idx="41472">128.97999999999999</cx:pt>
          <cx:pt idx="41473">91.980000000000004</cx:pt>
          <cx:pt idx="41474">84.980000000000004</cx:pt>
          <cx:pt idx="41475">51.780000000000001</cx:pt>
          <cx:pt idx="41476">149.90000000000001</cx:pt>
          <cx:pt idx="41477">665.77999999999997</cx:pt>
          <cx:pt idx="41478">587.88</cx:pt>
          <cx:pt idx="41479">-115.56999999999999</cx:pt>
          <cx:pt idx="41480">675.03999999999996</cx:pt>
          <cx:pt idx="41481">69.650000000000006</cx:pt>
          <cx:pt idx="41482">69.069999999999993</cx:pt>
          <cx:pt idx="41483">57.979999999999997</cx:pt>
          <cx:pt idx="41484">68.989999999999995</cx:pt>
          <cx:pt idx="41485">62.990000000000002</cx:pt>
          <cx:pt idx="41486">62.990000000000002</cx:pt>
          <cx:pt idx="41487">68.980000000000004</cx:pt>
          <cx:pt idx="41488">68.980000000000004</cx:pt>
          <cx:pt idx="41489">68.980000000000004</cx:pt>
          <cx:pt idx="41490">62.979999999999997</cx:pt>
          <cx:pt idx="41491">62.969999999999999</cx:pt>
          <cx:pt idx="41492">62.969999999999999</cx:pt>
          <cx:pt idx="41493">62.990000000000002</cx:pt>
          <cx:pt idx="41494">68.969999999999999</cx:pt>
          <cx:pt idx="41495">94.890000000000001</cx:pt>
          <cx:pt idx="41496">57.979999999999997</cx:pt>
          <cx:pt idx="41497">145.94999999999999</cx:pt>
          <cx:pt idx="41498">91.959999999999994</cx:pt>
          <cx:pt idx="41499">220.46000000000001</cx:pt>
          <cx:pt idx="41500">140.96000000000001</cx:pt>
          <cx:pt idx="41501">69.959999999999994</cx:pt>
          <cx:pt idx="41502">121.95999999999999</cx:pt>
          <cx:pt idx="41503">125.95999999999999</cx:pt>
          <cx:pt idx="41504">169.97</cx:pt>
          <cx:pt idx="41505">147.94999999999999</cx:pt>
          <cx:pt idx="41506">79.969999999999999</cx:pt>
          <cx:pt idx="41507">84.989999999999995</cx:pt>
          <cx:pt idx="41508">132</cx:pt>
          <cx:pt idx="41509">99.980000000000004</cx:pt>
          <cx:pt idx="41510">63.969999999999999</cx:pt>
          <cx:pt idx="41511">149.97</cx:pt>
          <cx:pt idx="41512">71.969999999999999</cx:pt>
          <cx:pt idx="41513">62.969999999999999</cx:pt>
          <cx:pt idx="41514">62.979999999999997</cx:pt>
          <cx:pt idx="41515">62.979999999999997</cx:pt>
          <cx:pt idx="41516">62.979999999999997</cx:pt>
          <cx:pt idx="41517">62.979999999999997</cx:pt>
          <cx:pt idx="41518">62.979999999999997</cx:pt>
          <cx:pt idx="41519">220.83000000000001</cx:pt>
          <cx:pt idx="41520">197.97</cx:pt>
          <cx:pt idx="41521">168.47</cx:pt>
          <cx:pt idx="41522">158.81999999999999</cx:pt>
          <cx:pt idx="41523">62.979999999999997</cx:pt>
          <cx:pt idx="41524">62.979999999999997</cx:pt>
          <cx:pt idx="41525">42.490000000000002</cx:pt>
          <cx:pt idx="41526">7.4900000000000002</cx:pt>
          <cx:pt idx="41527">62.979999999999997</cx:pt>
          <cx:pt idx="41528">34.490000000000002</cx:pt>
          <cx:pt idx="41529">11.49</cx:pt>
          <cx:pt idx="41530">62.969999999999999</cx:pt>
          <cx:pt idx="41531">62.969999999999999</cx:pt>
          <cx:pt idx="41532">62.969999999999999</cx:pt>
          <cx:pt idx="41533">67.719999999999999</cx:pt>
          <cx:pt idx="41534">52.090000000000003</cx:pt>
          <cx:pt idx="41535">67.359999999999999</cx:pt>
          <cx:pt idx="41536">121.91</cx:pt>
          <cx:pt idx="41537">96.75</cx:pt>
          <cx:pt idx="41538">62.969999999999999</cx:pt>
          <cx:pt idx="41539">62.969999999999999</cx:pt>
          <cx:pt idx="41540">62.969999999999999</cx:pt>
          <cx:pt idx="41541">62.960000000000001</cx:pt>
          <cx:pt idx="41542">62.960000000000001</cx:pt>
          <cx:pt idx="41543">16.489999999999998</cx:pt>
          <cx:pt idx="41544">50.210000000000001</cx:pt>
          <cx:pt idx="41545">89.980000000000004</cx:pt>
          <cx:pt idx="41546">89.980000000000004</cx:pt>
          <cx:pt idx="41547">249.37</cx:pt>
          <cx:pt idx="41548">254.96000000000001</cx:pt>
          <cx:pt idx="41549">84.989999999999995</cx:pt>
          <cx:pt idx="41550">183.97</cx:pt>
          <cx:pt idx="41551">169.97999999999999</cx:pt>
          <cx:pt idx="41552">152.97999999999999</cx:pt>
          <cx:pt idx="41553">169.97999999999999</cx:pt>
          <cx:pt idx="41554">272.94999999999999</cx:pt>
          <cx:pt idx="41555">152.96000000000001</cx:pt>
          <cx:pt idx="41556">50.210000000000001</cx:pt>
          <cx:pt idx="41557">50.210000000000001</cx:pt>
          <cx:pt idx="41558">63.469999999999999</cx:pt>
          <cx:pt idx="41559">47.969999999999999</cx:pt>
          <cx:pt idx="41560">63.979999999999997</cx:pt>
          <cx:pt idx="41561">63.979999999999997</cx:pt>
          <cx:pt idx="41562">63.979999999999997</cx:pt>
          <cx:pt idx="41563">169.97999999999999</cx:pt>
          <cx:pt idx="41564">200.25999999999999</cx:pt>
          <cx:pt idx="41565">206.97</cx:pt>
          <cx:pt idx="41566">206.97</cx:pt>
          <cx:pt idx="41567">195.56999999999999</cx:pt>
          <cx:pt idx="41568">159.43000000000001</cx:pt>
          <cx:pt idx="41569">56.969999999999999</cx:pt>
          <cx:pt idx="41570">146.94</cx:pt>
          <cx:pt idx="41571">56.969999999999999</cx:pt>
          <cx:pt idx="41572">63.979999999999997</cx:pt>
          <cx:pt idx="41573">63.979999999999997</cx:pt>
          <cx:pt idx="41574">63.979999999999997</cx:pt>
          <cx:pt idx="41575">63.979999999999997</cx:pt>
          <cx:pt idx="41576">63.979999999999997</cx:pt>
          <cx:pt idx="41577">63.979999999999997</cx:pt>
          <cx:pt idx="41578">63.979999999999997</cx:pt>
          <cx:pt idx="41579">84.989999999999995</cx:pt>
          <cx:pt idx="41580">131.97999999999999</cx:pt>
          <cx:pt idx="41581">65.989999999999995</cx:pt>
          <cx:pt idx="41582">165.30000000000001</cx:pt>
          <cx:pt idx="41583">51.289999999999999</cx:pt>
          <cx:pt idx="41584">54.990000000000002</cx:pt>
          <cx:pt idx="41585">82.980000000000004</cx:pt>
          <cx:pt idx="41586">106.98</cx:pt>
          <cx:pt idx="41587">64.980000000000004</cx:pt>
          <cx:pt idx="41588">109.98</cx:pt>
          <cx:pt idx="41589">84.989999999999995</cx:pt>
          <cx:pt idx="41590">65.640000000000001</cx:pt>
          <cx:pt idx="41591">86.140000000000001</cx:pt>
          <cx:pt idx="41592">87.980000000000004</cx:pt>
          <cx:pt idx="41593">92.980000000000004</cx:pt>
          <cx:pt idx="41594">54.990000000000002</cx:pt>
          <cx:pt idx="41595">63.969999999999999</cx:pt>
          <cx:pt idx="41596">63.960000000000001</cx:pt>
          <cx:pt idx="41597">71.980000000000004</cx:pt>
          <cx:pt idx="41598">67.950000000000003</cx:pt>
          <cx:pt idx="41599">61.979999999999997</cx:pt>
          <cx:pt idx="41600">65.780000000000001</cx:pt>
          <cx:pt idx="41601">55.100000000000001</cx:pt>
          <cx:pt idx="41602">56.420000000000002</cx:pt>
          <cx:pt idx="41603">63.979999999999997</cx:pt>
          <cx:pt idx="41604">118.95999999999999</cx:pt>
          <cx:pt idx="41605">87.359999999999999</cx:pt>
          <cx:pt idx="41606">57.82</cx:pt>
          <cx:pt idx="41607">114.95</cx:pt>
          <cx:pt idx="41608">151.94999999999999</cx:pt>
          <cx:pt idx="41609">65.180000000000007</cx:pt>
          <cx:pt idx="41610">59.219999999999999</cx:pt>
          <cx:pt idx="41611">59.979999999999997</cx:pt>
          <cx:pt idx="41612">87.969999999999999</cx:pt>
          <cx:pt idx="41613">62.979999999999997</cx:pt>
          <cx:pt idx="41614">61.979999999999997</cx:pt>
          <cx:pt idx="41615">75.310000000000002</cx:pt>
          <cx:pt idx="41616">95.969999999999999</cx:pt>
          <cx:pt idx="41617">85.370000000000005</cx:pt>
          <cx:pt idx="41618">163.66999999999999</cx:pt>
          <cx:pt idx="41619">57.600000000000001</cx:pt>
          <cx:pt idx="41620">64.980000000000004</cx:pt>
          <cx:pt idx="41621">63.960000000000001</cx:pt>
          <cx:pt idx="41622">63.960000000000001</cx:pt>
          <cx:pt idx="41623">63.960000000000001</cx:pt>
          <cx:pt idx="41624">63.960000000000001</cx:pt>
          <cx:pt idx="41625">63.960000000000001</cx:pt>
          <cx:pt idx="41626">20.289999999999999</cx:pt>
          <cx:pt idx="41627">26.280000000000001</cx:pt>
          <cx:pt idx="41628">63.960000000000001</cx:pt>
          <cx:pt idx="41629">63.960000000000001</cx:pt>
          <cx:pt idx="41630">83.969999999999999</cx:pt>
          <cx:pt idx="41631">95.969999999999999</cx:pt>
          <cx:pt idx="41632">95.969999999999999</cx:pt>
          <cx:pt idx="41633">113.97</cx:pt>
          <cx:pt idx="41634">111.95999999999999</cx:pt>
          <cx:pt idx="41635">95.969999999999999</cx:pt>
          <cx:pt idx="41636">98.969999999999999</cx:pt>
          <cx:pt idx="41637">51.969999999999999</cx:pt>
          <cx:pt idx="41638">95.969999999999999</cx:pt>
          <cx:pt idx="41639">63.969999999999999</cx:pt>
          <cx:pt idx="41640">98.969999999999999</cx:pt>
          <cx:pt idx="41641">127.95999999999999</cx:pt>
          <cx:pt idx="41642">88.969999999999999</cx:pt>
          <cx:pt idx="41643">95.969999999999999</cx:pt>
          <cx:pt idx="41644">59.979999999999997</cx:pt>
          <cx:pt idx="41645">85.909999999999997</cx:pt>
          <cx:pt idx="41646">81.969999999999999</cx:pt>
          <cx:pt idx="41647">71.969999999999999</cx:pt>
          <cx:pt idx="41648">83.969999999999999</cx:pt>
          <cx:pt idx="41649">137.94999999999999</cx:pt>
          <cx:pt idx="41650">95.969999999999999</cx:pt>
          <cx:pt idx="41651">84.989999999999995</cx:pt>
          <cx:pt idx="41652">84.989999999999995</cx:pt>
          <cx:pt idx="41653">84.989999999999995</cx:pt>
          <cx:pt idx="41654">99.980000000000004</cx:pt>
          <cx:pt idx="41655">95.680000000000007</cx:pt>
          <cx:pt idx="41656">59.979999999999997</cx:pt>
          <cx:pt idx="41657">84.989999999999995</cx:pt>
          <cx:pt idx="41658">84.989999999999995</cx:pt>
          <cx:pt idx="41659">84.989999999999995</cx:pt>
          <cx:pt idx="41660">84.989999999999995</cx:pt>
          <cx:pt idx="41661">84.989999999999995</cx:pt>
          <cx:pt idx="41662">84.989999999999995</cx:pt>
          <cx:pt idx="41663">84.989999999999995</cx:pt>
          <cx:pt idx="41664">84.989999999999995</cx:pt>
          <cx:pt idx="41665">99.980000000000004</cx:pt>
          <cx:pt idx="41666">109.72</cx:pt>
          <cx:pt idx="41667">87.480000000000004</cx:pt>
          <cx:pt idx="41668">99.980000000000004</cx:pt>
          <cx:pt idx="41669">84.989999999999995</cx:pt>
          <cx:pt idx="41670">95.579999999999998</cx:pt>
          <cx:pt idx="41671">84.989999999999995</cx:pt>
          <cx:pt idx="41672">62.57</cx:pt>
          <cx:pt idx="41673">68.489999999999995</cx:pt>
          <cx:pt idx="41674">63.579999999999998</cx:pt>
          <cx:pt idx="41675">49.729999999999997</cx:pt>
          <cx:pt idx="41676">62.979999999999997</cx:pt>
          <cx:pt idx="41677">62.979999999999997</cx:pt>
          <cx:pt idx="41678">68.950000000000003</cx:pt>
          <cx:pt idx="41679">68.950000000000003</cx:pt>
          <cx:pt idx="41680">68.950000000000003</cx:pt>
          <cx:pt idx="41681">62.969999999999999</cx:pt>
          <cx:pt idx="41682">84.989999999999995</cx:pt>
          <cx:pt idx="41683">134.97999999999999</cx:pt>
          <cx:pt idx="41684">84.989999999999995</cx:pt>
          <cx:pt idx="41685">131.97999999999999</cx:pt>
          <cx:pt idx="41686">134.97999999999999</cx:pt>
          <cx:pt idx="41687">84.989999999999995</cx:pt>
          <cx:pt idx="41688">84.989999999999995</cx:pt>
          <cx:pt idx="41689">84.989999999999995</cx:pt>
          <cx:pt idx="41690">114.73</cx:pt>
          <cx:pt idx="41691">68.989999999999995</cx:pt>
          <cx:pt idx="41692">84.989999999999995</cx:pt>
          <cx:pt idx="41693">134.97999999999999</cx:pt>
          <cx:pt idx="41694">68.989999999999995</cx:pt>
          <cx:pt idx="41695">65.989999999999995</cx:pt>
          <cx:pt idx="41696">65.989999999999995</cx:pt>
          <cx:pt idx="41697">84.989999999999995</cx:pt>
          <cx:pt idx="41698">131.97999999999999</cx:pt>
          <cx:pt idx="41699">84.989999999999995</cx:pt>
          <cx:pt idx="41700">84.989999999999995</cx:pt>
          <cx:pt idx="41701">84.989999999999995</cx:pt>
          <cx:pt idx="41702">68.930000000000007</cx:pt>
          <cx:pt idx="41703">68.930000000000007</cx:pt>
          <cx:pt idx="41704">68.930000000000007</cx:pt>
          <cx:pt idx="41705">68.930000000000007</cx:pt>
          <cx:pt idx="41706">68.930000000000007</cx:pt>
          <cx:pt idx="41707">68.930000000000007</cx:pt>
          <cx:pt idx="41708">68.930000000000007</cx:pt>
          <cx:pt idx="41709">68.930000000000007</cx:pt>
          <cx:pt idx="41710">68.930000000000007</cx:pt>
          <cx:pt idx="41711">68.930000000000007</cx:pt>
          <cx:pt idx="41712">129.96000000000001</cx:pt>
          <cx:pt idx="41713">65.989999999999995</cx:pt>
          <cx:pt idx="41714">21.239999999999998</cx:pt>
          <cx:pt idx="41715">21.48</cx:pt>
          <cx:pt idx="41716">65.989999999999995</cx:pt>
          <cx:pt idx="41717">65.989999999999995</cx:pt>
          <cx:pt idx="41718">65.989999999999995</cx:pt>
          <cx:pt idx="41719">129.96000000000001</cx:pt>
          <cx:pt idx="41720">1.5</cx:pt>
          <cx:pt idx="41721">124.56999999999999</cx:pt>
          <cx:pt idx="41722">21.48</cx:pt>
          <cx:pt idx="41723">1.5</cx:pt>
          <cx:pt idx="41724">65.989999999999995</cx:pt>
          <cx:pt idx="41725">65.989999999999995</cx:pt>
          <cx:pt idx="41726">124.56999999999999</cx:pt>
          <cx:pt idx="41727">21.239999999999998</cx:pt>
          <cx:pt idx="41728">31.48</cx:pt>
          <cx:pt idx="41729">65.989999999999995</cx:pt>
          <cx:pt idx="41730">65.989999999999995</cx:pt>
          <cx:pt idx="41731">78.760000000000005</cx:pt>
          <cx:pt idx="41732">65.989999999999995</cx:pt>
          <cx:pt idx="41733">65.989999999999995</cx:pt>
          <cx:pt idx="41734">65.989999999999995</cx:pt>
          <cx:pt idx="41735">65.989999999999995</cx:pt>
          <cx:pt idx="41736">21.48</cx:pt>
          <cx:pt idx="41737">-99.980000000000004</cx:pt>
          <cx:pt idx="41738">21.48</cx:pt>
          <cx:pt idx="41739">65.989999999999995</cx:pt>
          <cx:pt idx="41740">31.48</cx:pt>
          <cx:pt idx="41741">65.989999999999995</cx:pt>
          <cx:pt idx="41742">78.760000000000005</cx:pt>
          <cx:pt idx="41743">65.989999999999995</cx:pt>
          <cx:pt idx="41744">39.479999999999997</cx:pt>
          <cx:pt idx="41745">65.989999999999995</cx:pt>
          <cx:pt idx="41746">65.989999999999995</cx:pt>
          <cx:pt idx="41747">-99.980000000000004</cx:pt>
          <cx:pt idx="41748">39.479999999999997</cx:pt>
          <cx:pt idx="41749">65.989999999999995</cx:pt>
          <cx:pt idx="41750">68.930000000000007</cx:pt>
          <cx:pt idx="41751">68.930000000000007</cx:pt>
          <cx:pt idx="41752">68.930000000000007</cx:pt>
          <cx:pt idx="41753">68.930000000000007</cx:pt>
          <cx:pt idx="41754">63.469999999999999</cx:pt>
          <cx:pt idx="41755">63.979999999999997</cx:pt>
          <cx:pt idx="41756">63.969999999999999</cx:pt>
          <cx:pt idx="41757">108.17</cx:pt>
          <cx:pt idx="41758">59.979999999999997</cx:pt>
          <cx:pt idx="41759">84.989999999999995</cx:pt>
          <cx:pt idx="41760">84.989999999999995</cx:pt>
          <cx:pt idx="41761">59.979999999999997</cx:pt>
          <cx:pt idx="41762">89.969999999999999</cx:pt>
          <cx:pt idx="41763">46.289999999999999</cx:pt>
          <cx:pt idx="41764">98.280000000000001</cx:pt>
          <cx:pt idx="41765">68.989999999999995</cx:pt>
          <cx:pt idx="41766">50.969999999999999</cx:pt>
          <cx:pt idx="41767">59.979999999999997</cx:pt>
          <cx:pt idx="41768">93.180000000000007</cx:pt>
          <cx:pt idx="41769">159.97999999999999</cx:pt>
          <cx:pt idx="41770">102.98</cx:pt>
          <cx:pt idx="41771">80.299999999999997</cx:pt>
          <cx:pt idx="41772">114.98</cx:pt>
          <cx:pt idx="41773">169.97999999999999</cx:pt>
          <cx:pt idx="41774">77.989999999999995</cx:pt>
          <cx:pt idx="41775">59.979999999999997</cx:pt>
          <cx:pt idx="41776">129.97999999999999</cx:pt>
          <cx:pt idx="41777">54.979999999999997</cx:pt>
          <cx:pt idx="41778">102.98</cx:pt>
          <cx:pt idx="41779">63.960000000000001</cx:pt>
          <cx:pt idx="41780">59.25</cx:pt>
          <cx:pt idx="41781">59.240000000000002</cx:pt>
          <cx:pt idx="41782">63.859999999999999</cx:pt>
          <cx:pt idx="41783">68.069999999999993</cx:pt>
          <cx:pt idx="41784">62.090000000000003</cx:pt>
          <cx:pt idx="41785">67.709999999999994</cx:pt>
          <cx:pt idx="41786">86.030000000000001</cx:pt>
          <cx:pt idx="41787">159.69999999999999</cx:pt>
          <cx:pt idx="41788">30.210000000000001</cx:pt>
          <cx:pt idx="41789">206.87</cx:pt>
          <cx:pt idx="41790">138.91</cx:pt>
          <cx:pt idx="41791">84.920000000000002</cx:pt>
          <cx:pt idx="41792">174.19999999999999</cx:pt>
          <cx:pt idx="41793">146.38999999999999</cx:pt>
          <cx:pt idx="41794">68.719999999999999</cx:pt>
          <cx:pt idx="41795">79.849999999999994</cx:pt>
          <cx:pt idx="41796">74.489999999999995</cx:pt>
          <cx:pt idx="41797">67.870000000000005</cx:pt>
          <cx:pt idx="41798">143.72</cx:pt>
          <cx:pt idx="41799">86.370000000000005</cx:pt>
          <cx:pt idx="41800">147.59999999999999</cx:pt>
          <cx:pt idx="41801">150.34</cx:pt>
          <cx:pt idx="41802">160.88</cx:pt>
          <cx:pt idx="41803">67.969999999999999</cx:pt>
          <cx:pt idx="41804">18.48</cx:pt>
          <cx:pt idx="41805">30.489999999999998</cx:pt>
          <cx:pt idx="41806">67.950000000000003</cx:pt>
          <cx:pt idx="41807">61.979999999999997</cx:pt>
          <cx:pt idx="41808">119.95999999999999</cx:pt>
          <cx:pt idx="41809">127.95999999999999</cx:pt>
          <cx:pt idx="41810">188.94999999999999</cx:pt>
          <cx:pt idx="41811">143.96000000000001</cx:pt>
          <cx:pt idx="41812">141.96000000000001</cx:pt>
          <cx:pt idx="41813">73.980000000000004</cx:pt>
          <cx:pt idx="41814">145.96000000000001</cx:pt>
          <cx:pt idx="41815">178.94999999999999</cx:pt>
          <cx:pt idx="41816">61.979999999999997</cx:pt>
          <cx:pt idx="41817">123.95999999999999</cx:pt>
          <cx:pt idx="41818">94.049999999999997</cx:pt>
          <cx:pt idx="41819">154.94999999999999</cx:pt>
          <cx:pt idx="41820">154.94999999999999</cx:pt>
          <cx:pt idx="41821">73.980000000000004</cx:pt>
          <cx:pt idx="41822">73.980000000000004</cx:pt>
          <cx:pt idx="41823">113.97</cx:pt>
          <cx:pt idx="41824">61.969999999999999</cx:pt>
          <cx:pt idx="41825">43.280000000000001</cx:pt>
          <cx:pt idx="41826">61.979999999999997</cx:pt>
          <cx:pt idx="41827">61.960000000000001</cx:pt>
          <cx:pt idx="41828">61.979999999999997</cx:pt>
          <cx:pt idx="41829">61.979999999999997</cx:pt>
          <cx:pt idx="41830">61.969999999999999</cx:pt>
          <cx:pt idx="41831">87.469999999999999</cx:pt>
          <cx:pt idx="41832">112.97</cx:pt>
          <cx:pt idx="41833">220.91999999999999</cx:pt>
          <cx:pt idx="41834">165.96000000000001</cx:pt>
          <cx:pt idx="41835">192.13</cx:pt>
          <cx:pt idx="41836">152.06</cx:pt>
          <cx:pt idx="41837">187.11000000000001</cx:pt>
          <cx:pt idx="41838">169.97999999999999</cx:pt>
          <cx:pt idx="41839">84.989999999999995</cx:pt>
          <cx:pt idx="41840">79.980000000000004</cx:pt>
          <cx:pt idx="41841">197.96000000000001</cx:pt>
          <cx:pt idx="41842">49.219999999999999</cx:pt>
          <cx:pt idx="41843">49.219999999999999</cx:pt>
          <cx:pt idx="41844">61.960000000000001</cx:pt>
          <cx:pt idx="41845">61.960000000000001</cx:pt>
          <cx:pt idx="41846">61.960000000000001</cx:pt>
          <cx:pt idx="41847">56.969999999999999</cx:pt>
          <cx:pt idx="41848">62.990000000000002</cx:pt>
          <cx:pt idx="41849">62.990000000000002</cx:pt>
          <cx:pt idx="41850">62.990000000000002</cx:pt>
          <cx:pt idx="41851">62.979999999999997</cx:pt>
          <cx:pt idx="41852">62.979999999999997</cx:pt>
          <cx:pt idx="41853">62.979999999999997</cx:pt>
          <cx:pt idx="41854">62.979999999999997</cx:pt>
          <cx:pt idx="41855">62.979999999999997</cx:pt>
          <cx:pt idx="41856">62.979999999999997</cx:pt>
          <cx:pt idx="41857">62.979999999999997</cx:pt>
          <cx:pt idx="41858">131.97999999999999</cx:pt>
          <cx:pt idx="41859">62.969999999999999</cx:pt>
          <cx:pt idx="41860">62.969999999999999</cx:pt>
          <cx:pt idx="41861">49.93</cx:pt>
          <cx:pt idx="41862">62.969999999999999</cx:pt>
          <cx:pt idx="41863">49.920000000000002</cx:pt>
          <cx:pt idx="41864">62.960000000000001</cx:pt>
          <cx:pt idx="41865">24.780000000000001</cx:pt>
          <cx:pt idx="41866">19.489999999999998</cx:pt>
          <cx:pt idx="41867">36.869999999999997</cx:pt>
          <cx:pt idx="41868">184.97</cx:pt>
          <cx:pt idx="41869">99.980000000000004</cx:pt>
          <cx:pt idx="41870">57.979999999999997</cx:pt>
          <cx:pt idx="41871">99.980000000000004</cx:pt>
          <cx:pt idx="41872">76.590000000000003</cx:pt>
          <cx:pt idx="41873">114.97</cx:pt>
          <cx:pt idx="41874">84.989999999999995</cx:pt>
          <cx:pt idx="41875">174.97</cx:pt>
          <cx:pt idx="41876">-1.95</cx:pt>
          <cx:pt idx="41877">84.989999999999995</cx:pt>
          <cx:pt idx="41878">206.97</cx:pt>
          <cx:pt idx="41879">44.939999999999998</cx:pt>
          <cx:pt idx="41880">64.980000000000004</cx:pt>
          <cx:pt idx="41881">123.97</cx:pt>
          <cx:pt idx="41882">169.97999999999999</cx:pt>
          <cx:pt idx="41883">164.97999999999999</cx:pt>
          <cx:pt idx="41884">187.30000000000001</cx:pt>
          <cx:pt idx="41885">29.34</cx:pt>
          <cx:pt idx="41886">15.49</cx:pt>
          <cx:pt idx="41887">58.649999999999999</cx:pt>
          <cx:pt idx="41888">58.649999999999999</cx:pt>
          <cx:pt idx="41889">53.82</cx:pt>
          <cx:pt idx="41890">229.96000000000001</cx:pt>
          <cx:pt idx="41891">259.94999999999999</cx:pt>
          <cx:pt idx="41892">134.97</cx:pt>
          <cx:pt idx="41893">229.96000000000001</cx:pt>
          <cx:pt idx="41894">65.450000000000003</cx:pt>
          <cx:pt idx="41895">55.960000000000001</cx:pt>
          <cx:pt idx="41896">59.979999999999997</cx:pt>
          <cx:pt idx="41897">103.94</cx:pt>
          <cx:pt idx="41898">59.979999999999997</cx:pt>
          <cx:pt idx="41899">73.950000000000003</cx:pt>
          <cx:pt idx="41900">34.270000000000003</cx:pt>
          <cx:pt idx="41901">251.94</cx:pt>
          <cx:pt idx="41902">27.98</cx:pt>
          <cx:pt idx="41903">29.280000000000001</cx:pt>
          <cx:pt idx="41904">67.489999999999995</cx:pt>
          <cx:pt idx="41905">67.480000000000004</cx:pt>
          <cx:pt idx="41906">84.989999999999995</cx:pt>
          <cx:pt idx="41907">84.989999999999995</cx:pt>
          <cx:pt idx="41908">84.989999999999995</cx:pt>
          <cx:pt idx="41909">84.989999999999995</cx:pt>
          <cx:pt idx="41910">89.980000000000004</cx:pt>
          <cx:pt idx="41911">74.010000000000005</cx:pt>
          <cx:pt idx="41912">74.010000000000005</cx:pt>
          <cx:pt idx="41913">273.93000000000001</cx:pt>
          <cx:pt idx="41914">159.97999999999999</cx:pt>
          <cx:pt idx="41915">84.989999999999995</cx:pt>
          <cx:pt idx="41916">273.93000000000001</cx:pt>
          <cx:pt idx="41917">84.989999999999995</cx:pt>
          <cx:pt idx="41918">159.97999999999999</cx:pt>
          <cx:pt idx="41919">159.97999999999999</cx:pt>
          <cx:pt idx="41920">159.97999999999999</cx:pt>
          <cx:pt idx="41921">89.980000000000004</cx:pt>
          <cx:pt idx="41922">12.49</cx:pt>
          <cx:pt idx="41923">32.079999999999998</cx:pt>
          <cx:pt idx="41924">62.079999999999998</cx:pt>
          <cx:pt idx="41925">62.57</cx:pt>
          <cx:pt idx="41926">67.870000000000005</cx:pt>
          <cx:pt idx="41927">61.979999999999997</cx:pt>
          <cx:pt idx="41928">118.59</cx:pt>
          <cx:pt idx="41929">233.47</cx:pt>
          <cx:pt idx="41930">179.03999999999999</cx:pt>
          <cx:pt idx="41931">180.46000000000001</cx:pt>
          <cx:pt idx="41932">61.979999999999997</cx:pt>
          <cx:pt idx="41933">61.979999999999997</cx:pt>
          <cx:pt idx="41934">61.979999999999997</cx:pt>
          <cx:pt idx="41935">62.469999999999999</cx:pt>
          <cx:pt idx="41936">62.469999999999999</cx:pt>
          <cx:pt idx="41937">62.469999999999999</cx:pt>
          <cx:pt idx="41938">62.469999999999999</cx:pt>
          <cx:pt idx="41939">62.450000000000003</cx:pt>
          <cx:pt idx="41940">79.989999999999995</cx:pt>
          <cx:pt idx="41941">79.989999999999995</cx:pt>
          <cx:pt idx="41942">60.990000000000002</cx:pt>
          <cx:pt idx="41943">79.989999999999995</cx:pt>
          <cx:pt idx="41944">79.989999999999995</cx:pt>
          <cx:pt idx="41945">51.840000000000003</cx:pt>
          <cx:pt idx="41946">93.219999999999999</cx:pt>
          <cx:pt idx="41947">77.590000000000003</cx:pt>
          <cx:pt idx="41948">79.989999999999995</cx:pt>
          <cx:pt idx="41949">79.989999999999995</cx:pt>
          <cx:pt idx="41950">79.989999999999995</cx:pt>
          <cx:pt idx="41951">75.599999999999994</cx:pt>
          <cx:pt idx="41952">76.980000000000004</cx:pt>
          <cx:pt idx="41953">72.629999999999995</cx:pt>
          <cx:pt idx="41954">79.989999999999995</cx:pt>
          <cx:pt idx="41955">79.989999999999995</cx:pt>
          <cx:pt idx="41956">99.980000000000004</cx:pt>
          <cx:pt idx="41957">99.980000000000004</cx:pt>
          <cx:pt idx="41958">79.989999999999995</cx:pt>
          <cx:pt idx="41959">67.989999999999995</cx:pt>
          <cx:pt idx="41960">79.989999999999995</cx:pt>
          <cx:pt idx="41961">95.980000000000004</cx:pt>
          <cx:pt idx="41962">67.75</cx:pt>
          <cx:pt idx="41963">67.739999999999995</cx:pt>
          <cx:pt idx="41964">67.739999999999995</cx:pt>
          <cx:pt idx="41965">67.739999999999995</cx:pt>
          <cx:pt idx="41966">67.739999999999995</cx:pt>
          <cx:pt idx="41967">67.739999999999995</cx:pt>
          <cx:pt idx="41968">67.739999999999995</cx:pt>
          <cx:pt idx="41969">67.739999999999995</cx:pt>
          <cx:pt idx="41970">55.640000000000001</cx:pt>
          <cx:pt idx="41971">67.739999999999995</cx:pt>
          <cx:pt idx="41972">67.739999999999995</cx:pt>
          <cx:pt idx="41973">55.640000000000001</cx:pt>
          <cx:pt idx="41974">58.969999999999999</cx:pt>
          <cx:pt idx="41975">67.739999999999995</cx:pt>
          <cx:pt idx="41976">62.979999999999997</cx:pt>
          <cx:pt idx="41977">67.739999999999995</cx:pt>
          <cx:pt idx="41978">67.739999999999995</cx:pt>
          <cx:pt idx="41979">67.739999999999995</cx:pt>
          <cx:pt idx="41980">67.739999999999995</cx:pt>
          <cx:pt idx="41981">67.719999999999999</cx:pt>
          <cx:pt idx="41982">67.719999999999999</cx:pt>
          <cx:pt idx="41983">67.719999999999999</cx:pt>
          <cx:pt idx="41984">133.96000000000001</cx:pt>
          <cx:pt idx="41985">91.980000000000004</cx:pt>
          <cx:pt idx="41986">159.97999999999999</cx:pt>
          <cx:pt idx="41987">143.94999999999999</cx:pt>
          <cx:pt idx="41988">137.97999999999999</cx:pt>
          <cx:pt idx="41989">-1.3</cx:pt>
          <cx:pt idx="41990">49.270000000000003</cx:pt>
          <cx:pt idx="41991">67.719999999999999</cx:pt>
          <cx:pt idx="41992">67.719999999999999</cx:pt>
          <cx:pt idx="41993">67.709999999999994</cx:pt>
          <cx:pt idx="41994">67.709999999999994</cx:pt>
          <cx:pt idx="41995">67.709999999999994</cx:pt>
          <cx:pt idx="41996">67.709999999999994</cx:pt>
          <cx:pt idx="41997">67.709999999999994</cx:pt>
          <cx:pt idx="41998">67.709999999999994</cx:pt>
          <cx:pt idx="41999">43.469999999999999</cx:pt>
          <cx:pt idx="42000">50.990000000000002</cx:pt>
          <cx:pt idx="42001">254.97</cx:pt>
          <cx:pt idx="42002">73.480000000000004</cx:pt>
          <cx:pt idx="42003">128.78999999999999</cx:pt>
          <cx:pt idx="42004">66.980000000000004</cx:pt>
          <cx:pt idx="42005">24.68</cx:pt>
          <cx:pt idx="42006">19.489999999999998</cx:pt>
          <cx:pt idx="42007">57.469999999999999</cx:pt>
          <cx:pt idx="42008">67.489999999999995</cx:pt>
          <cx:pt idx="42009">79.299999999999997</cx:pt>
          <cx:pt idx="42010">99.980000000000004</cx:pt>
          <cx:pt idx="42011">114.97</cx:pt>
          <cx:pt idx="42012">83.670000000000002</cx:pt>
          <cx:pt idx="42013">130.36000000000001</cx:pt>
          <cx:pt idx="42014">158.28</cx:pt>
          <cx:pt idx="42015">156.47</cx:pt>
          <cx:pt idx="42016">41.280000000000001</cx:pt>
          <cx:pt idx="42017">169.13</cx:pt>
          <cx:pt idx="42018">108.98</cx:pt>
          <cx:pt idx="42019">194.94</cx:pt>
          <cx:pt idx="42020">41.119999999999997</cx:pt>
          <cx:pt idx="42021">7.2400000000000002</cx:pt>
          <cx:pt idx="42022">62.090000000000003</cx:pt>
          <cx:pt idx="42023">62.079999999999998</cx:pt>
          <cx:pt idx="42024">62.079999999999998</cx:pt>
          <cx:pt idx="42025">62.079999999999998</cx:pt>
          <cx:pt idx="42026">74.810000000000002</cx:pt>
          <cx:pt idx="42027">55.979999999999997</cx:pt>
          <cx:pt idx="42028">62.07</cx:pt>
          <cx:pt idx="42029">60.979999999999997</cx:pt>
          <cx:pt idx="42030">60.979999999999997</cx:pt>
          <cx:pt idx="42031">60.979999999999997</cx:pt>
          <cx:pt idx="42032">60.979999999999997</cx:pt>
          <cx:pt idx="42033">60.979999999999997</cx:pt>
          <cx:pt idx="42034">181.56999999999999</cx:pt>
          <cx:pt idx="42035">169.97999999999999</cx:pt>
          <cx:pt idx="42036">169.97999999999999</cx:pt>
          <cx:pt idx="42037">169.97999999999999</cx:pt>
          <cx:pt idx="42038">59.960000000000001</cx:pt>
          <cx:pt idx="42039">76.489999999999995</cx:pt>
          <cx:pt idx="42040">114.97</cx:pt>
          <cx:pt idx="42041">269.95999999999998</cx:pt>
          <cx:pt idx="42042">84.390000000000001</cx:pt>
          <cx:pt idx="42043">169.97999999999999</cx:pt>
          <cx:pt idx="42044">308.69999999999999</cx:pt>
          <cx:pt idx="42045">60.969999999999999</cx:pt>
          <cx:pt idx="42046">52.469999999999999</cx:pt>
          <cx:pt idx="42047">60.969999999999999</cx:pt>
          <cx:pt idx="42048">60.969999999999999</cx:pt>
          <cx:pt idx="42049">61.979999999999997</cx:pt>
          <cx:pt idx="42050">61.979999999999997</cx:pt>
          <cx:pt idx="42051">68.989999999999995</cx:pt>
          <cx:pt idx="42052">201.33000000000001</cx:pt>
          <cx:pt idx="42053">118.78</cx:pt>
          <cx:pt idx="42054">96.980000000000004</cx:pt>
          <cx:pt idx="42055">110.86</cx:pt>
          <cx:pt idx="42056">168.84999999999999</cx:pt>
          <cx:pt idx="42057">84.989999999999995</cx:pt>
          <cx:pt idx="42058">84.989999999999995</cx:pt>
          <cx:pt idx="42059">98.980000000000004</cx:pt>
          <cx:pt idx="42060">84.989999999999995</cx:pt>
          <cx:pt idx="42061">79.980000000000004</cx:pt>
          <cx:pt idx="42062">84.129999999999995</cx:pt>
          <cx:pt idx="42063">153.97999999999999</cx:pt>
          <cx:pt idx="42064">79.980000000000004</cx:pt>
          <cx:pt idx="42065">61.979999999999997</cx:pt>
          <cx:pt idx="42066">61.979999999999997</cx:pt>
          <cx:pt idx="42067">61.979999999999997</cx:pt>
          <cx:pt idx="42068">61.979999999999997</cx:pt>
          <cx:pt idx="42069">61.979999999999997</cx:pt>
          <cx:pt idx="42070">61.979999999999997</cx:pt>
          <cx:pt idx="42071">61.979999999999997</cx:pt>
          <cx:pt idx="42072">61.969999999999999</cx:pt>
          <cx:pt idx="42073">42.840000000000003</cx:pt>
          <cx:pt idx="42074">159.97999999999999</cx:pt>
          <cx:pt idx="42075">159.31999999999999</cx:pt>
          <cx:pt idx="42076">169.97999999999999</cx:pt>
          <cx:pt idx="42077">84.989999999999995</cx:pt>
          <cx:pt idx="42078">84.989999999999995</cx:pt>
          <cx:pt idx="42079">84.989999999999995</cx:pt>
          <cx:pt idx="42080">121.98</cx:pt>
          <cx:pt idx="42081">169.97999999999999</cx:pt>
          <cx:pt idx="42082">131.97999999999999</cx:pt>
          <cx:pt idx="42083">84.989999999999995</cx:pt>
          <cx:pt idx="42084">65.989999999999995</cx:pt>
          <cx:pt idx="42085">61.960000000000001</cx:pt>
          <cx:pt idx="42086">61.960000000000001</cx:pt>
          <cx:pt idx="42087">61.939999999999998</cx:pt>
          <cx:pt idx="42088">55.979999999999997</cx:pt>
          <cx:pt idx="42089">55.969999999999999</cx:pt>
          <cx:pt idx="42090">53.869999999999997</cx:pt>
          <cx:pt idx="42091">65.989999999999995</cx:pt>
          <cx:pt idx="42092">62.899999999999999</cx:pt>
          <cx:pt idx="42093">54.990000000000002</cx:pt>
          <cx:pt idx="42094">68.989999999999995</cx:pt>
          <cx:pt idx="42095">75.810000000000002</cx:pt>
          <cx:pt idx="42096">57.359999999999999</cx:pt>
          <cx:pt idx="42097">68.989999999999995</cx:pt>
          <cx:pt idx="42098">59.979999999999997</cx:pt>
          <cx:pt idx="42099">68.989999999999995</cx:pt>
          <cx:pt idx="42100">59.979999999999997</cx:pt>
          <cx:pt idx="42101">79.989999999999995</cx:pt>
          <cx:pt idx="42102">65.989999999999995</cx:pt>
          <cx:pt idx="42103">88.379999999999995</cx:pt>
          <cx:pt idx="42104">65.989999999999995</cx:pt>
          <cx:pt idx="42105">68.989999999999995</cx:pt>
          <cx:pt idx="42106">61.18</cx:pt>
          <cx:pt idx="42107">52.579999999999998</cx:pt>
          <cx:pt idx="42108">48.229999999999997</cx:pt>
          <cx:pt idx="42109">140.97</cx:pt>
          <cx:pt idx="42110">204.96000000000001</cx:pt>
          <cx:pt idx="42111">159.97</cx:pt>
          <cx:pt idx="42112">99.959999999999994</cx:pt>
          <cx:pt idx="42113">119.95999999999999</cx:pt>
          <cx:pt idx="42114">89.469999999999999</cx:pt>
          <cx:pt idx="42115">84.989999999999995</cx:pt>
          <cx:pt idx="42116">144.97</cx:pt>
          <cx:pt idx="42117">209.97</cx:pt>
          <cx:pt idx="42118">59.969999999999999</cx:pt>
          <cx:pt idx="42119">119.95999999999999</cx:pt>
          <cx:pt idx="42120">169.97999999999999</cx:pt>
          <cx:pt idx="42121">84.989999999999995</cx:pt>
          <cx:pt idx="42122">156.96000000000001</cx:pt>
          <cx:pt idx="42123">158.97999999999999</cx:pt>
          <cx:pt idx="42124">94.980000000000004</cx:pt>
          <cx:pt idx="42125">66.819999999999993</cx:pt>
          <cx:pt idx="42126">60.990000000000002</cx:pt>
          <cx:pt idx="42127">60.979999999999997</cx:pt>
          <cx:pt idx="42128">60.979999999999997</cx:pt>
          <cx:pt idx="42129">142.62</cx:pt>
          <cx:pt idx="42130">183.78</cx:pt>
          <cx:pt idx="42131">142.62</cx:pt>
          <cx:pt idx="42132">158.47</cx:pt>
          <cx:pt idx="42133">183.78</cx:pt>
          <cx:pt idx="42134">202.00999999999999</cx:pt>
          <cx:pt idx="42135">79.700000000000003</cx:pt>
          <cx:pt idx="42136">168.15000000000001</cx:pt>
          <cx:pt idx="42137">202.00999999999999</cx:pt>
          <cx:pt idx="42138">79.700000000000003</cx:pt>
          <cx:pt idx="42139">168.15000000000001</cx:pt>
          <cx:pt idx="42140">191.00999999999999</cx:pt>
          <cx:pt idx="42141">191.00999999999999</cx:pt>
          <cx:pt idx="42142">158.47</cx:pt>
          <cx:pt idx="42143">61.479999999999997</cx:pt>
          <cx:pt idx="42144">61.469999999999999</cx:pt>
          <cx:pt idx="42145">61.979999999999997</cx:pt>
          <cx:pt idx="42146">364.93000000000001</cx:pt>
          <cx:pt idx="42147">361.61000000000001</cx:pt>
          <cx:pt idx="42148">65.989999999999995</cx:pt>
          <cx:pt idx="42149">65.989999999999995</cx:pt>
          <cx:pt idx="42150">329.94999999999999</cx:pt>
          <cx:pt idx="42151">65.989999999999995</cx:pt>
          <cx:pt idx="42152">65.989999999999995</cx:pt>
          <cx:pt idx="42153">329.94999999999999</cx:pt>
          <cx:pt idx="42154">66.540000000000006</cx:pt>
          <cx:pt idx="42155">66.540000000000006</cx:pt>
          <cx:pt idx="42156">66.540000000000006</cx:pt>
          <cx:pt idx="42157">66.540000000000006</cx:pt>
          <cx:pt idx="42158">66.540000000000006</cx:pt>
          <cx:pt idx="42159">65.989999999999995</cx:pt>
          <cx:pt idx="42160">66.540000000000006</cx:pt>
          <cx:pt idx="42161">169.97999999999999</cx:pt>
          <cx:pt idx="42162">211.96000000000001</cx:pt>
          <cx:pt idx="42163">169.97999999999999</cx:pt>
          <cx:pt idx="42164">99.980000000000004</cx:pt>
          <cx:pt idx="42165">124.98</cx:pt>
          <cx:pt idx="42166">94.969999999999999</cx:pt>
          <cx:pt idx="42167">131.97999999999999</cx:pt>
          <cx:pt idx="42168">66.530000000000001</cx:pt>
          <cx:pt idx="42169">66.530000000000001</cx:pt>
          <cx:pt idx="42170">66.530000000000001</cx:pt>
          <cx:pt idx="42171">66.530000000000001</cx:pt>
          <cx:pt idx="42172">66.530000000000001</cx:pt>
          <cx:pt idx="42173">79.849999999999994</cx:pt>
          <cx:pt idx="42174">159.69999999999999</cx:pt>
          <cx:pt idx="42175">75.849999999999994</cx:pt>
          <cx:pt idx="42176">159.69999999999999</cx:pt>
          <cx:pt idx="42177">79.849999999999994</cx:pt>
          <cx:pt idx="42178">79.849999999999994</cx:pt>
          <cx:pt idx="42179">73.459999999999994</cx:pt>
          <cx:pt idx="42180">79.849999999999994</cx:pt>
          <cx:pt idx="42181">75.060000000000002</cx:pt>
          <cx:pt idx="42182">49.590000000000003</cx:pt>
          <cx:pt idx="42183">79.849999999999994</cx:pt>
          <cx:pt idx="42184">79.849999999999994</cx:pt>
          <cx:pt idx="42185">123.40000000000001</cx:pt>
          <cx:pt idx="42186">79.849999999999994</cx:pt>
          <cx:pt idx="42187">79.849999999999994</cx:pt>
          <cx:pt idx="42188">158.09999999999999</cx:pt>
          <cx:pt idx="42189">72.980000000000004</cx:pt>
          <cx:pt idx="42190">159.69999999999999</cx:pt>
          <cx:pt idx="42191">79.849999999999994</cx:pt>
          <cx:pt idx="42192">159.69999999999999</cx:pt>
          <cx:pt idx="42193">79.849999999999994</cx:pt>
          <cx:pt idx="42194">66.530000000000001</cx:pt>
          <cx:pt idx="42195">66.530000000000001</cx:pt>
          <cx:pt idx="42196">66.530000000000001</cx:pt>
          <cx:pt idx="42197">66.530000000000001</cx:pt>
          <cx:pt idx="42198">66.530000000000001</cx:pt>
          <cx:pt idx="42199">66.530000000000001</cx:pt>
          <cx:pt idx="42200">65.980000000000004</cx:pt>
          <cx:pt idx="42201">66.530000000000001</cx:pt>
          <cx:pt idx="42202">66.530000000000001</cx:pt>
          <cx:pt idx="42203">96.709999999999994</cx:pt>
          <cx:pt idx="42204">187.06999999999999</cx:pt>
          <cx:pt idx="42205">64.489999999999995</cx:pt>
          <cx:pt idx="42206">126.47</cx:pt>
          <cx:pt idx="42207">59.93</cx:pt>
          <cx:pt idx="42208">121.06</cx:pt>
          <cx:pt idx="42209">149.50999999999999</cx:pt>
          <cx:pt idx="42210">137.47</cx:pt>
          <cx:pt idx="42211">98.260000000000005</cx:pt>
          <cx:pt idx="42212">82.480000000000004</cx:pt>
          <cx:pt idx="42213">110.45999999999999</cx:pt>
          <cx:pt idx="42214">84.989999999999995</cx:pt>
          <cx:pt idx="42215">173.87</cx:pt>
          <cx:pt idx="42216">121.47</cx:pt>
          <cx:pt idx="42217">65.969999999999999</cx:pt>
          <cx:pt idx="42218">65.959999999999994</cx:pt>
          <cx:pt idx="42219">65.959999999999994</cx:pt>
          <cx:pt idx="42220">66.510000000000005</cx:pt>
          <cx:pt idx="42221">66.510000000000005</cx:pt>
          <cx:pt idx="42222">66.489999999999995</cx:pt>
          <cx:pt idx="42223">243.61000000000001</cx:pt>
          <cx:pt idx="42224">199.96000000000001</cx:pt>
          <cx:pt idx="42225">234.94999999999999</cx:pt>
          <cx:pt idx="42226">169.97999999999999</cx:pt>
          <cx:pt idx="42227">299.94</cx:pt>
          <cx:pt idx="42228">199.96000000000001</cx:pt>
          <cx:pt idx="42229">172.84</cx:pt>
          <cx:pt idx="42230">222.94999999999999</cx:pt>
          <cx:pt idx="42231">137.97999999999999</cx:pt>
          <cx:pt idx="42232">56.850000000000001</cx:pt>
          <cx:pt idx="42233">61.189999999999998</cx:pt>
          <cx:pt idx="42234">61.18</cx:pt>
          <cx:pt idx="42235">66.379999999999995</cx:pt>
          <cx:pt idx="42236">56.829999999999998</cx:pt>
          <cx:pt idx="42237">61.170000000000002</cx:pt>
          <cx:pt idx="42238">28.469999999999999</cx:pt>
          <cx:pt idx="42239">111.95999999999999</cx:pt>
          <cx:pt idx="42240">184.97</cx:pt>
          <cx:pt idx="42241">156.33000000000001</cx:pt>
          <cx:pt idx="42242">75.980000000000004</cx:pt>
          <cx:pt idx="42243">84.989999999999995</cx:pt>
          <cx:pt idx="42244">117.95999999999999</cx:pt>
          <cx:pt idx="42245">50.369999999999997</cx:pt>
          <cx:pt idx="42246">103.98</cx:pt>
          <cx:pt idx="42247">158.96000000000001</cx:pt>
          <cx:pt idx="42248">0</cx:pt>
          <cx:pt idx="42249">84.989999999999995</cx:pt>
          <cx:pt idx="42250">0</cx:pt>
          <cx:pt idx="42251">58.979999999999997</cx:pt>
          <cx:pt idx="42252">84.989999999999995</cx:pt>
          <cx:pt idx="42253">134.97999999999999</cx:pt>
          <cx:pt idx="42254">83.900000000000006</cx:pt>
          <cx:pt idx="42255">102.97</cx:pt>
          <cx:pt idx="42256">78.920000000000002</cx:pt>
          <cx:pt idx="42257">71.379999999999995</cx:pt>
          <cx:pt idx="42258">139.97</cx:pt>
          <cx:pt idx="42259">49.990000000000002</cx:pt>
          <cx:pt idx="42260">79.379999999999995</cx:pt>
          <cx:pt idx="42261">59.990000000000002</cx:pt>
          <cx:pt idx="42262">59.990000000000002</cx:pt>
          <cx:pt idx="42263">84.989999999999995</cx:pt>
          <cx:pt idx="42264">62.689999999999998</cx:pt>
          <cx:pt idx="42265">64.670000000000002</cx:pt>
          <cx:pt idx="42266">84.989999999999995</cx:pt>
          <cx:pt idx="42267">84.989999999999995</cx:pt>
          <cx:pt idx="42268">72.239999999999995</cx:pt>
          <cx:pt idx="42269">65.989999999999995</cx:pt>
          <cx:pt idx="42270">65.329999999999998</cx:pt>
          <cx:pt idx="42271">83.290000000000006</cx:pt>
          <cx:pt idx="42272">62.090000000000003</cx:pt>
          <cx:pt idx="42273">65.329999999999998</cx:pt>
          <cx:pt idx="42274">84.989999999999995</cx:pt>
          <cx:pt idx="42275">139.38999999999999</cx:pt>
          <cx:pt idx="42276">59.390000000000001</cx:pt>
          <cx:pt idx="42277">64.010000000000005</cx:pt>
          <cx:pt idx="42278">59.979999999999997</cx:pt>
          <cx:pt idx="42279">59.979999999999997</cx:pt>
          <cx:pt idx="42280">59.979999999999997</cx:pt>
          <cx:pt idx="42281">59.979999999999997</cx:pt>
          <cx:pt idx="42282">59.979999999999997</cx:pt>
          <cx:pt idx="42283">59.979999999999997</cx:pt>
          <cx:pt idx="42284">51.490000000000002</cx:pt>
          <cx:pt idx="42285">167.91</cx:pt>
          <cx:pt idx="42286">107.94</cx:pt>
          <cx:pt idx="42287">171.94</cx:pt>
          <cx:pt idx="42288">119.94</cx:pt>
          <cx:pt idx="42289">99.950000000000003</cx:pt>
          <cx:pt idx="42290">169.97999999999999</cx:pt>
          <cx:pt idx="42291">124.97</cx:pt>
          <cx:pt idx="42292">131.93000000000001</cx:pt>
          <cx:pt idx="42293">99.980000000000004</cx:pt>
          <cx:pt idx="42294">269.93000000000001</cx:pt>
          <cx:pt idx="42295">74.819999999999993</cx:pt>
          <cx:pt idx="42296">84.989999999999995</cx:pt>
          <cx:pt idx="42297">176.94</cx:pt>
          <cx:pt idx="42298">156.94999999999999</cx:pt>
          <cx:pt idx="42299">111.94</cx:pt>
          <cx:pt idx="42300">56.350000000000001</cx:pt>
          <cx:pt idx="42301">59.979999999999997</cx:pt>
          <cx:pt idx="42302">59.979999999999997</cx:pt>
          <cx:pt idx="42303">59.979999999999997</cx:pt>
          <cx:pt idx="42304">59.979999999999997</cx:pt>
          <cx:pt idx="42305">59.979999999999997</cx:pt>
          <cx:pt idx="42306">59.979999999999997</cx:pt>
          <cx:pt idx="42307">59.979999999999997</cx:pt>
          <cx:pt idx="42308">59.979999999999997</cx:pt>
          <cx:pt idx="42309">142.97</cx:pt>
          <cx:pt idx="42310">65.989999999999995</cx:pt>
          <cx:pt idx="42311">142.97</cx:pt>
          <cx:pt idx="42312">197.96000000000001</cx:pt>
          <cx:pt idx="42313">118.45</cx:pt>
          <cx:pt idx="42314">152.97</cx:pt>
          <cx:pt idx="42315">131.97999999999999</cx:pt>
          <cx:pt idx="42316">133.96000000000001</cx:pt>
          <cx:pt idx="42317">51.490000000000002</cx:pt>
          <cx:pt idx="42318">59.979999999999997</cx:pt>
          <cx:pt idx="42319">59.979999999999997</cx:pt>
          <cx:pt idx="42320">59.979999999999997</cx:pt>
          <cx:pt idx="42321">59.979999999999997</cx:pt>
          <cx:pt idx="42322">59.979999999999997</cx:pt>
          <cx:pt idx="42323">59.979999999999997</cx:pt>
          <cx:pt idx="42324">59.979999999999997</cx:pt>
          <cx:pt idx="42325">59.979999999999997</cx:pt>
          <cx:pt idx="42326">68.969999999999999</cx:pt>
          <cx:pt idx="42327">68.969999999999999</cx:pt>
          <cx:pt idx="42328">68.969999999999999</cx:pt>
          <cx:pt idx="42329">55.369999999999997</cx:pt>
          <cx:pt idx="42330">68.969999999999999</cx:pt>
          <cx:pt idx="42331">68.969999999999999</cx:pt>
          <cx:pt idx="42332">65.980000000000004</cx:pt>
          <cx:pt idx="42333">68.969999999999999</cx:pt>
          <cx:pt idx="42334">68.969999999999999</cx:pt>
          <cx:pt idx="42335">68.969999999999999</cx:pt>
          <cx:pt idx="42336">68.969999999999999</cx:pt>
          <cx:pt idx="42337">68.969999999999999</cx:pt>
          <cx:pt idx="42338">68.969999999999999</cx:pt>
          <cx:pt idx="42339">68.969999999999999</cx:pt>
          <cx:pt idx="42340">68.969999999999999</cx:pt>
          <cx:pt idx="42341">71.459999999999994</cx:pt>
          <cx:pt idx="42342">68.969999999999999</cx:pt>
          <cx:pt idx="42343">4.4900000000000002</cx:pt>
          <cx:pt idx="42344">68.969999999999999</cx:pt>
          <cx:pt idx="42345">68.969999999999999</cx:pt>
          <cx:pt idx="42346">68.969999999999999</cx:pt>
          <cx:pt idx="42347">68.969999999999999</cx:pt>
          <cx:pt idx="42348">65.980000000000004</cx:pt>
          <cx:pt idx="42349">68.969999999999999</cx:pt>
          <cx:pt idx="42350">47.479999999999997</cx:pt>
          <cx:pt idx="42351">68.969999999999999</cx:pt>
          <cx:pt idx="42352">59.979999999999997</cx:pt>
          <cx:pt idx="42353">59.979999999999997</cx:pt>
          <cx:pt idx="42354">59.979999999999997</cx:pt>
          <cx:pt idx="42355">51.490000000000002</cx:pt>
          <cx:pt idx="42356">51.490000000000002</cx:pt>
          <cx:pt idx="42357">59.979999999999997</cx:pt>
          <cx:pt idx="42358">59.979999999999997</cx:pt>
          <cx:pt idx="42359">59.979999999999997</cx:pt>
          <cx:pt idx="42360">59.979999999999997</cx:pt>
          <cx:pt idx="42361">51.490000000000002</cx:pt>
          <cx:pt idx="42362">207.91999999999999</cx:pt>
          <cx:pt idx="42363">181.93000000000001</cx:pt>
          <cx:pt idx="42364">181.93000000000001</cx:pt>
          <cx:pt idx="42365">181.93000000000001</cx:pt>
          <cx:pt idx="42366">190.43000000000001</cx:pt>
          <cx:pt idx="42367">233.91</cx:pt>
          <cx:pt idx="42368">157.94</cx:pt>
          <cx:pt idx="42369">59.979999999999997</cx:pt>
          <cx:pt idx="42370">51.490000000000002</cx:pt>
          <cx:pt idx="42371">59.979999999999997</cx:pt>
          <cx:pt idx="42372">136.36000000000001</cx:pt>
          <cx:pt idx="42373">-136.36000000000001</cx:pt>
          <cx:pt idx="42374">59.979999999999997</cx:pt>
          <cx:pt idx="42375">59.979999999999997</cx:pt>
          <cx:pt idx="42376">59.979999999999997</cx:pt>
          <cx:pt idx="42377">59.979999999999997</cx:pt>
          <cx:pt idx="42378">59.979999999999997</cx:pt>
          <cx:pt idx="42379">59.979999999999997</cx:pt>
          <cx:pt idx="42380">51.490000000000002</cx:pt>
          <cx:pt idx="42381">185.97</cx:pt>
          <cx:pt idx="42382">197.97</cx:pt>
          <cx:pt idx="42383">339.95999999999998</cx:pt>
          <cx:pt idx="42384">254.97</cx:pt>
          <cx:pt idx="42385">155.96000000000001</cx:pt>
          <cx:pt idx="42386">218.12</cx:pt>
          <cx:pt idx="42387">159.96000000000001</cx:pt>
          <cx:pt idx="42388">229.97</cx:pt>
          <cx:pt idx="42389">51.490000000000002</cx:pt>
          <cx:pt idx="42390">47.240000000000002</cx:pt>
          <cx:pt idx="42391">156.97</cx:pt>
          <cx:pt idx="42392">49.979999999999997</cx:pt>
          <cx:pt idx="42393">99.969999999999999</cx:pt>
          <cx:pt idx="42394">99.969999999999999</cx:pt>
          <cx:pt idx="42395">49.979999999999997</cx:pt>
          <cx:pt idx="42396">77.969999999999999</cx:pt>
          <cx:pt idx="42397">77.969999999999999</cx:pt>
          <cx:pt idx="42398">84.989999999999995</cx:pt>
          <cx:pt idx="42399">24.989999999999998</cx:pt>
          <cx:pt idx="42400">24.989999999999998</cx:pt>
          <cx:pt idx="42401">131.97999999999999</cx:pt>
          <cx:pt idx="42402">84.989999999999995</cx:pt>
          <cx:pt idx="42403">404.87</cx:pt>
          <cx:pt idx="42404">169.97999999999999</cx:pt>
          <cx:pt idx="42405">262.92000000000002</cx:pt>
          <cx:pt idx="42406">404.87</cx:pt>
          <cx:pt idx="42407">195.96000000000001</cx:pt>
          <cx:pt idx="42408">131.97999999999999</cx:pt>
          <cx:pt idx="42409">169.97999999999999</cx:pt>
          <cx:pt idx="42410">262.92000000000002</cx:pt>
          <cx:pt idx="42411">195.96000000000001</cx:pt>
          <cx:pt idx="42412">156.97</cx:pt>
          <cx:pt idx="42413">54.979999999999997</cx:pt>
          <cx:pt idx="42414">54.979999999999997</cx:pt>
          <cx:pt idx="42415">51.490000000000002</cx:pt>
          <cx:pt idx="42416">51.490000000000002</cx:pt>
          <cx:pt idx="42417">59.990000000000002</cx:pt>
          <cx:pt idx="42418">47.240000000000002</cx:pt>
          <cx:pt idx="42419">51.490000000000002</cx:pt>
          <cx:pt idx="42420">59.990000000000002</cx:pt>
          <cx:pt idx="42421">59.969999999999999</cx:pt>
          <cx:pt idx="42422">54.979999999999997</cx:pt>
          <cx:pt idx="42423">54.979999999999997</cx:pt>
          <cx:pt idx="42424">59.969999999999999</cx:pt>
          <cx:pt idx="42425">59.969999999999999</cx:pt>
          <cx:pt idx="42426">47.240000000000002</cx:pt>
          <cx:pt idx="42427">98.959999999999994</cx:pt>
          <cx:pt idx="42428">129.94999999999999</cx:pt>
          <cx:pt idx="42429">53.979999999999997</cx:pt>
          <cx:pt idx="42430">65.469999999999999</cx:pt>
          <cx:pt idx="42431">31.289999999999999</cx:pt>
          <cx:pt idx="42432">37.270000000000003</cx:pt>
          <cx:pt idx="42433">59.979999999999997</cx:pt>
          <cx:pt idx="42434">51.490000000000002</cx:pt>
          <cx:pt idx="42435">59.990000000000002</cx:pt>
          <cx:pt idx="42436">59.990000000000002</cx:pt>
          <cx:pt idx="42437">51.490000000000002</cx:pt>
          <cx:pt idx="42438">59.990000000000002</cx:pt>
          <cx:pt idx="42439">59.990000000000002</cx:pt>
          <cx:pt idx="42440">162.09</cx:pt>
          <cx:pt idx="42441">162.09</cx:pt>
          <cx:pt idx="42442">162.09</cx:pt>
          <cx:pt idx="42443">183.66999999999999</cx:pt>
          <cx:pt idx="42444">162.09</cx:pt>
          <cx:pt idx="42445">51.490000000000002</cx:pt>
          <cx:pt idx="42446">47.240000000000002</cx:pt>
          <cx:pt idx="42447">47.240000000000002</cx:pt>
          <cx:pt idx="42448">51.490000000000002</cx:pt>
          <cx:pt idx="42449">59.990000000000002</cx:pt>
          <cx:pt idx="42450">47.240000000000002</cx:pt>
          <cx:pt idx="42451">59.990000000000002</cx:pt>
          <cx:pt idx="42452">51.490000000000002</cx:pt>
          <cx:pt idx="42453">51.490000000000002</cx:pt>
          <cx:pt idx="42454">59.990000000000002</cx:pt>
          <cx:pt idx="42455">163.22999999999999</cx:pt>
          <cx:pt idx="42456">55.960000000000001</cx:pt>
          <cx:pt idx="42457">54.990000000000002</cx:pt>
          <cx:pt idx="42458">84.989999999999995</cx:pt>
          <cx:pt idx="42459">254.97</cx:pt>
          <cx:pt idx="42460">395.92000000000002</cx:pt>
          <cx:pt idx="42461">130.94999999999999</cx:pt>
          <cx:pt idx="42462">244.97</cx:pt>
          <cx:pt idx="42463">55.960000000000001</cx:pt>
          <cx:pt idx="42464">51.490000000000002</cx:pt>
          <cx:pt idx="42465">59.969999999999999</cx:pt>
          <cx:pt idx="42466">59.990000000000002</cx:pt>
          <cx:pt idx="42467">51.490000000000002</cx:pt>
          <cx:pt idx="42468">51.490000000000002</cx:pt>
          <cx:pt idx="42469">51.490000000000002</cx:pt>
          <cx:pt idx="42470">59.990000000000002</cx:pt>
          <cx:pt idx="42471">51.490000000000002</cx:pt>
          <cx:pt idx="42472">51.490000000000002</cx:pt>
          <cx:pt idx="42473">59.990000000000002</cx:pt>
          <cx:pt idx="42474">399.94999999999999</cx:pt>
          <cx:pt idx="42475">361.93000000000001</cx:pt>
          <cx:pt idx="42476">275.95999999999998</cx:pt>
          <cx:pt idx="42477">279.95999999999998</cx:pt>
          <cx:pt idx="42478">243.91999999999999</cx:pt>
          <cx:pt idx="42479">51.490000000000002</cx:pt>
          <cx:pt idx="42480">51.490000000000002</cx:pt>
          <cx:pt idx="42481">59.990000000000002</cx:pt>
          <cx:pt idx="42482">51.490000000000002</cx:pt>
          <cx:pt idx="42483">51.490000000000002</cx:pt>
          <cx:pt idx="42484">51.490000000000002</cx:pt>
          <cx:pt idx="42485">59.969999999999999</cx:pt>
          <cx:pt idx="42486">340.88999999999999</cx:pt>
          <cx:pt idx="42487">188.94</cx:pt>
          <cx:pt idx="42488">293.61000000000001</cx:pt>
          <cx:pt idx="42489">179.94</cx:pt>
          <cx:pt idx="42490">238.91999999999999</cx:pt>
          <cx:pt idx="42491">449.85000000000002</cx:pt>
          <cx:pt idx="42492">389.87</cx:pt>
          <cx:pt idx="42493">59.979999999999997</cx:pt>
          <cx:pt idx="42494">59.979999999999997</cx:pt>
          <cx:pt idx="42495">59.979999999999997</cx:pt>
          <cx:pt idx="42496">59.979999999999997</cx:pt>
          <cx:pt idx="42497">59.979999999999997</cx:pt>
          <cx:pt idx="42498">59.979999999999997</cx:pt>
          <cx:pt idx="42499">59.979999999999997</cx:pt>
          <cx:pt idx="42500">59.979999999999997</cx:pt>
          <cx:pt idx="42501">169.97999999999999</cx:pt>
          <cx:pt idx="42502">169.97999999999999</cx:pt>
          <cx:pt idx="42503">154.03</cx:pt>
          <cx:pt idx="42504">46.469999999999999</cx:pt>
          <cx:pt idx="42505">169.97999999999999</cx:pt>
          <cx:pt idx="42506">84.989999999999995</cx:pt>
          <cx:pt idx="42507">84.989999999999995</cx:pt>
          <cx:pt idx="42508">169.97999999999999</cx:pt>
          <cx:pt idx="42509">201.46000000000001</cx:pt>
          <cx:pt idx="42510">84.989999999999995</cx:pt>
          <cx:pt idx="42511">79.890000000000001</cx:pt>
          <cx:pt idx="42512">84.989999999999995</cx:pt>
          <cx:pt idx="42513">84.989999999999995</cx:pt>
          <cx:pt idx="42514">169.97999999999999</cx:pt>
          <cx:pt idx="42515">169.97999999999999</cx:pt>
          <cx:pt idx="42516">59.979999999999997</cx:pt>
          <cx:pt idx="42517">59.979999999999997</cx:pt>
          <cx:pt idx="42518">59.979999999999997</cx:pt>
          <cx:pt idx="42519">59.979999999999997</cx:pt>
          <cx:pt idx="42520">59.979999999999997</cx:pt>
          <cx:pt idx="42521">59.979999999999997</cx:pt>
          <cx:pt idx="42522">59.979999999999997</cx:pt>
          <cx:pt idx="42523">59.979999999999997</cx:pt>
          <cx:pt idx="42524">59.979999999999997</cx:pt>
          <cx:pt idx="42525">59.979999999999997</cx:pt>
          <cx:pt idx="42526">196.96000000000001</cx:pt>
          <cx:pt idx="42527">146.97</cx:pt>
          <cx:pt idx="42528">131.97999999999999</cx:pt>
          <cx:pt idx="42529">109.97</cx:pt>
          <cx:pt idx="42530">89.219999999999999</cx:pt>
          <cx:pt idx="42531">99.980000000000004</cx:pt>
          <cx:pt idx="42532">179.97</cx:pt>
          <cx:pt idx="42533">80.980000000000004</cx:pt>
          <cx:pt idx="42534">169.97999999999999</cx:pt>
          <cx:pt idx="42535">99.980000000000004</cx:pt>
          <cx:pt idx="42536">131.97999999999999</cx:pt>
          <cx:pt idx="42537">172.97</cx:pt>
          <cx:pt idx="42538">149.97999999999999</cx:pt>
          <cx:pt idx="42539">159.97999999999999</cx:pt>
          <cx:pt idx="42540">109.97</cx:pt>
          <cx:pt idx="42541">59.979999999999997</cx:pt>
          <cx:pt idx="42542">59.979999999999997</cx:pt>
          <cx:pt idx="42543">59.979999999999997</cx:pt>
          <cx:pt idx="42544">59.979999999999997</cx:pt>
          <cx:pt idx="42545">59.979999999999997</cx:pt>
          <cx:pt idx="42546">59.979999999999997</cx:pt>
          <cx:pt idx="42547">59.979999999999997</cx:pt>
          <cx:pt idx="42548">59.979999999999997</cx:pt>
          <cx:pt idx="42549">59.979999999999997</cx:pt>
          <cx:pt idx="42550">59.979999999999997</cx:pt>
          <cx:pt idx="42551">59.979999999999997</cx:pt>
          <cx:pt idx="42552">59.979999999999997</cx:pt>
          <cx:pt idx="42553">59.979999999999997</cx:pt>
          <cx:pt idx="42554">59.979999999999997</cx:pt>
          <cx:pt idx="42555">59.979999999999997</cx:pt>
          <cx:pt idx="42556">59.979999999999997</cx:pt>
          <cx:pt idx="42557">59.960000000000001</cx:pt>
          <cx:pt idx="42558">59.979999999999997</cx:pt>
          <cx:pt idx="42559">51.030000000000001</cx:pt>
          <cx:pt idx="42560">117.25</cx:pt>
          <cx:pt idx="42561">268.33999999999997</cx:pt>
          <cx:pt idx="42562">164.96000000000001</cx:pt>
          <cx:pt idx="42563">259.63</cx:pt>
          <cx:pt idx="42564">127.53</cx:pt>
          <cx:pt idx="42565">89.969999999999999</cx:pt>
          <cx:pt idx="42566">264.93000000000001</cx:pt>
          <cx:pt idx="42567">312.88999999999999</cx:pt>
          <cx:pt idx="42568">59.979999999999997</cx:pt>
          <cx:pt idx="42569">59.979999999999997</cx:pt>
          <cx:pt idx="42570">59.979999999999997</cx:pt>
          <cx:pt idx="42571">59.979999999999997</cx:pt>
          <cx:pt idx="42572">59.979999999999997</cx:pt>
          <cx:pt idx="42573">59.979999999999997</cx:pt>
          <cx:pt idx="42574">59.979999999999997</cx:pt>
          <cx:pt idx="42575">59.979999999999997</cx:pt>
          <cx:pt idx="42576">59.979999999999997</cx:pt>
          <cx:pt idx="42577">59.979999999999997</cx:pt>
          <cx:pt idx="42578">79.989999999999995</cx:pt>
          <cx:pt idx="42579">72.790000000000006</cx:pt>
          <cx:pt idx="42580">79.989999999999995</cx:pt>
          <cx:pt idx="42581">79.989999999999995</cx:pt>
          <cx:pt idx="42582">79.989999999999995</cx:pt>
          <cx:pt idx="42583">79.989999999999995</cx:pt>
          <cx:pt idx="42584">74.390000000000001</cx:pt>
          <cx:pt idx="42585">71.989999999999995</cx:pt>
          <cx:pt idx="42586">79.989999999999995</cx:pt>
          <cx:pt idx="42587">79.989999999999995</cx:pt>
          <cx:pt idx="42588">79.989999999999995</cx:pt>
          <cx:pt idx="42589">79.989999999999995</cx:pt>
          <cx:pt idx="42590">79.989999999999995</cx:pt>
          <cx:pt idx="42591">79.989999999999995</cx:pt>
          <cx:pt idx="42592">79.989999999999995</cx:pt>
          <cx:pt idx="42593">79.989999999999995</cx:pt>
          <cx:pt idx="42594">79.989999999999995</cx:pt>
          <cx:pt idx="42595">79.989999999999995</cx:pt>
          <cx:pt idx="42596">79.989999999999995</cx:pt>
          <cx:pt idx="42597">79.989999999999995</cx:pt>
          <cx:pt idx="42598">79.989999999999995</cx:pt>
          <cx:pt idx="42599">59.979999999999997</cx:pt>
          <cx:pt idx="42600">59.979999999999997</cx:pt>
          <cx:pt idx="42601">59.979999999999997</cx:pt>
          <cx:pt idx="42602">59.979999999999997</cx:pt>
          <cx:pt idx="42603">59.979999999999997</cx:pt>
          <cx:pt idx="42604">59.979999999999997</cx:pt>
          <cx:pt idx="42605">59.979999999999997</cx:pt>
          <cx:pt idx="42606">59.979999999999997</cx:pt>
          <cx:pt idx="42607">59.979999999999997</cx:pt>
          <cx:pt idx="42608">59.979999999999997</cx:pt>
          <cx:pt idx="42609">62.689999999999998</cx:pt>
          <cx:pt idx="42610">89.959999999999994</cx:pt>
          <cx:pt idx="42611">64.969999999999999</cx:pt>
          <cx:pt idx="42612">71.959999999999994</cx:pt>
          <cx:pt idx="42613">69.969999999999999</cx:pt>
          <cx:pt idx="42614">64.969999999999999</cx:pt>
          <cx:pt idx="42615">89.959999999999994</cx:pt>
          <cx:pt idx="42616">50.969999999999999</cx:pt>
          <cx:pt idx="42617">64.969999999999999</cx:pt>
          <cx:pt idx="42618">64.969999999999999</cx:pt>
          <cx:pt idx="42619">59.979999999999997</cx:pt>
          <cx:pt idx="42620">59.979999999999997</cx:pt>
          <cx:pt idx="42621">59.979999999999997</cx:pt>
          <cx:pt idx="42622">59.979999999999997</cx:pt>
          <cx:pt idx="42623">59.979999999999997</cx:pt>
          <cx:pt idx="42624">59.979999999999997</cx:pt>
          <cx:pt idx="42625">59.960000000000001</cx:pt>
          <cx:pt idx="42626">22.489999999999998</cx:pt>
          <cx:pt idx="42627">20.489999999999998</cx:pt>
          <cx:pt idx="42628">59.979999999999997</cx:pt>
          <cx:pt idx="42629">59.979999999999997</cx:pt>
          <cx:pt idx="42630">91.180000000000007</cx:pt>
          <cx:pt idx="42631">74.980000000000004</cx:pt>
          <cx:pt idx="42632">99.980000000000004</cx:pt>
          <cx:pt idx="42633">99.980000000000004</cx:pt>
          <cx:pt idx="42634">18.289999999999999</cx:pt>
          <cx:pt idx="42635">99.980000000000004</cx:pt>
          <cx:pt idx="42636">99.980000000000004</cx:pt>
          <cx:pt idx="42637">99.980000000000004</cx:pt>
          <cx:pt idx="42638">99.980000000000004</cx:pt>
          <cx:pt idx="42639">64.980000000000004</cx:pt>
          <cx:pt idx="42640">99.980000000000004</cx:pt>
          <cx:pt idx="42641">99.980000000000004</cx:pt>
          <cx:pt idx="42642">99.980000000000004</cx:pt>
          <cx:pt idx="42643">99.980000000000004</cx:pt>
          <cx:pt idx="42644">-1.3</cx:pt>
          <cx:pt idx="42645">90.859999999999999</cx:pt>
          <cx:pt idx="42646">79.980000000000004</cx:pt>
          <cx:pt idx="42647">99.980000000000004</cx:pt>
          <cx:pt idx="42648">64.980000000000004</cx:pt>
          <cx:pt idx="42649">64.980000000000004</cx:pt>
          <cx:pt idx="42650">99.980000000000004</cx:pt>
          <cx:pt idx="42651">99.980000000000004</cx:pt>
          <cx:pt idx="42652">64.980000000000004</cx:pt>
          <cx:pt idx="42653">99.980000000000004</cx:pt>
          <cx:pt idx="42654">54.979999999999997</cx:pt>
          <cx:pt idx="42655">54.979999999999997</cx:pt>
          <cx:pt idx="42656">51.479999999999997</cx:pt>
          <cx:pt idx="42657">59.960000000000001</cx:pt>
          <cx:pt idx="42658">59.969999999999999</cx:pt>
          <cx:pt idx="42659">59.969999999999999</cx:pt>
          <cx:pt idx="42660">139.47</cx:pt>
          <cx:pt idx="42661">123.98</cx:pt>
          <cx:pt idx="42662">211.03999999999999</cx:pt>
          <cx:pt idx="42663">207.44</cx:pt>
          <cx:pt idx="42664">120.94</cx:pt>
          <cx:pt idx="42665">193.34</cx:pt>
          <cx:pt idx="42666">145.94999999999999</cx:pt>
          <cx:pt idx="42667">231.93000000000001</cx:pt>
          <cx:pt idx="42668">147.94999999999999</cx:pt>
          <cx:pt idx="42669">131.96000000000001</cx:pt>
          <cx:pt idx="42670">208.46000000000001</cx:pt>
          <cx:pt idx="42671">59.969999999999999</cx:pt>
          <cx:pt idx="42672">59.960000000000001</cx:pt>
          <cx:pt idx="42673">59.969999999999999</cx:pt>
          <cx:pt idx="42674">59.969999999999999</cx:pt>
          <cx:pt idx="42675">59.960000000000001</cx:pt>
          <cx:pt idx="42676">59.960000000000001</cx:pt>
          <cx:pt idx="42677">59.969999999999999</cx:pt>
          <cx:pt idx="42678">59.969999999999999</cx:pt>
          <cx:pt idx="42679">59.960000000000001</cx:pt>
          <cx:pt idx="42680">59.960000000000001</cx:pt>
          <cx:pt idx="42681">51.479999999999997</cx:pt>
          <cx:pt idx="42682">51.479999999999997</cx:pt>
          <cx:pt idx="42683">51.479999999999997</cx:pt>
          <cx:pt idx="42684">51.479999999999997</cx:pt>
          <cx:pt idx="42685">51.479999999999997</cx:pt>
          <cx:pt idx="42686">51.479999999999997</cx:pt>
          <cx:pt idx="42687">59.960000000000001</cx:pt>
          <cx:pt idx="42688">51.479999999999997</cx:pt>
          <cx:pt idx="42689">51.479999999999997</cx:pt>
          <cx:pt idx="42690">185.97</cx:pt>
          <cx:pt idx="42691">104.98</cx:pt>
          <cx:pt idx="42692">183.86000000000001</cx:pt>
          <cx:pt idx="42693">161.97999999999999</cx:pt>
          <cx:pt idx="42694">165.97</cx:pt>
          <cx:pt idx="42695">79.980000000000004</cx:pt>
          <cx:pt idx="42696">169.97999999999999</cx:pt>
          <cx:pt idx="42697">99.980000000000004</cx:pt>
          <cx:pt idx="42698">99.980000000000004</cx:pt>
          <cx:pt idx="42699">139.96000000000001</cx:pt>
          <cx:pt idx="42700">99.980000000000004</cx:pt>
          <cx:pt idx="42701">189.97</cx:pt>
          <cx:pt idx="42702">89.980000000000004</cx:pt>
          <cx:pt idx="42703">51.479999999999997</cx:pt>
          <cx:pt idx="42704">51.479999999999997</cx:pt>
          <cx:pt idx="42705">51.479999999999997</cx:pt>
          <cx:pt idx="42706">51.479999999999997</cx:pt>
          <cx:pt idx="42707">59.969999999999999</cx:pt>
          <cx:pt idx="42708">59.960000000000001</cx:pt>
          <cx:pt idx="42709">59.960000000000001</cx:pt>
          <cx:pt idx="42710">59.960000000000001</cx:pt>
          <cx:pt idx="42711">67.980000000000004</cx:pt>
          <cx:pt idx="42712">99.980000000000004</cx:pt>
          <cx:pt idx="42713">94.969999999999999</cx:pt>
          <cx:pt idx="42714">169.97999999999999</cx:pt>
          <cx:pt idx="42715">99.980000000000004</cx:pt>
          <cx:pt idx="42716">99.980000000000004</cx:pt>
          <cx:pt idx="42717">180.96000000000001</cx:pt>
          <cx:pt idx="42718">118.97</cx:pt>
          <cx:pt idx="42719">113.95999999999999</cx:pt>
          <cx:pt idx="42720">169.97999999999999</cx:pt>
          <cx:pt idx="42721">79.980000000000004</cx:pt>
          <cx:pt idx="42722">99.980000000000004</cx:pt>
          <cx:pt idx="42723">99.980000000000004</cx:pt>
          <cx:pt idx="42724">99.980000000000004</cx:pt>
          <cx:pt idx="42725">123.97</cx:pt>
          <cx:pt idx="42726">21.489999999999998</cx:pt>
          <cx:pt idx="42727">59.960000000000001</cx:pt>
          <cx:pt idx="42728">59.960000000000001</cx:pt>
          <cx:pt idx="42729">59.960000000000001</cx:pt>
          <cx:pt idx="42730">59.960000000000001</cx:pt>
          <cx:pt idx="42731">161.91</cx:pt>
          <cx:pt idx="42732">49.560000000000002</cx:pt>
          <cx:pt idx="42733">241.94999999999999</cx:pt>
          <cx:pt idx="42734">149.97</cx:pt>
          <cx:pt idx="42735">155.90000000000001</cx:pt>
          <cx:pt idx="42736">157.38999999999999</cx:pt>
          <cx:pt idx="42737">99.950000000000003</cx:pt>
          <cx:pt idx="42738">59.960000000000001</cx:pt>
          <cx:pt idx="42739">59.960000000000001</cx:pt>
          <cx:pt idx="42740">59.960000000000001</cx:pt>
          <cx:pt idx="42741">59.960000000000001</cx:pt>
          <cx:pt idx="42742">59.960000000000001</cx:pt>
          <cx:pt idx="42743">59.960000000000001</cx:pt>
          <cx:pt idx="42744">59.960000000000001</cx:pt>
          <cx:pt idx="42745">67.980000000000004</cx:pt>
          <cx:pt idx="42746">59.969999999999999</cx:pt>
          <cx:pt idx="42747">94.969999999999999</cx:pt>
          <cx:pt idx="42748">59.969999999999999</cx:pt>
          <cx:pt idx="42749">59.960000000000001</cx:pt>
          <cx:pt idx="42750">59.960000000000001</cx:pt>
          <cx:pt idx="42751">59.960000000000001</cx:pt>
          <cx:pt idx="42752">59.960000000000001</cx:pt>
          <cx:pt idx="42753">59.960000000000001</cx:pt>
          <cx:pt idx="42754">59.960000000000001</cx:pt>
          <cx:pt idx="42755">59.960000000000001</cx:pt>
          <cx:pt idx="42756">564.92999999999995</cx:pt>
          <cx:pt idx="42757">305.95999999999998</cx:pt>
          <cx:pt idx="42758">169.97999999999999</cx:pt>
          <cx:pt idx="42759">229.47</cx:pt>
          <cx:pt idx="42760">54.990000000000002</cx:pt>
          <cx:pt idx="42761">216.72</cx:pt>
          <cx:pt idx="42762">129.72999999999999</cx:pt>
          <cx:pt idx="42763">59.960000000000001</cx:pt>
          <cx:pt idx="42764">21.489999999999998</cx:pt>
          <cx:pt idx="42765">21.489999999999998</cx:pt>
          <cx:pt idx="42766">26.489999999999998</cx:pt>
          <cx:pt idx="42767">26.489999999999998</cx:pt>
          <cx:pt idx="42768">59.950000000000003</cx:pt>
          <cx:pt idx="42769">59.950000000000003</cx:pt>
          <cx:pt idx="42770">458.94999999999999</cx:pt>
          <cx:pt idx="42771">411.93000000000001</cx:pt>
          <cx:pt idx="42772">356.35000000000002</cx:pt>
          <cx:pt idx="42773">263.95999999999998</cx:pt>
          <cx:pt idx="42774">224.37</cx:pt>
          <cx:pt idx="42775">121.98</cx:pt>
          <cx:pt idx="42776">59.950000000000003</cx:pt>
          <cx:pt idx="42777">59.950000000000003</cx:pt>
          <cx:pt idx="42778">59.950000000000003</cx:pt>
          <cx:pt idx="42779">59.950000000000003</cx:pt>
          <cx:pt idx="42780">59.950000000000003</cx:pt>
          <cx:pt idx="42781">59.950000000000003</cx:pt>
          <cx:pt idx="42782">59.950000000000003</cx:pt>
          <cx:pt idx="42783">60.990000000000002</cx:pt>
          <cx:pt idx="42784">59.939999999999998</cx:pt>
          <cx:pt idx="42785">162.96000000000001</cx:pt>
          <cx:pt idx="42786">159.97999999999999</cx:pt>
          <cx:pt idx="42787">216.86000000000001</cx:pt>
          <cx:pt idx="42788">116.98</cx:pt>
          <cx:pt idx="42789">174.91</cx:pt>
          <cx:pt idx="42790">59.950000000000003</cx:pt>
          <cx:pt idx="42791">60.979999999999997</cx:pt>
          <cx:pt idx="42792">60.979999999999997</cx:pt>
          <cx:pt idx="42793">47.939999999999998</cx:pt>
          <cx:pt idx="42794">60.979999999999997</cx:pt>
          <cx:pt idx="42795">60.979999999999997</cx:pt>
          <cx:pt idx="42796">99.980000000000004</cx:pt>
          <cx:pt idx="42797">99.980000000000004</cx:pt>
          <cx:pt idx="42798">62.850000000000001</cx:pt>
          <cx:pt idx="42799">99.980000000000004</cx:pt>
          <cx:pt idx="42800">45.630000000000003</cx:pt>
          <cx:pt idx="42801">65.989999999999995</cx:pt>
          <cx:pt idx="42802">84.989999999999995</cx:pt>
          <cx:pt idx="42803">65.989999999999995</cx:pt>
          <cx:pt idx="42804">84.390000000000001</cx:pt>
          <cx:pt idx="42805">99.129999999999995</cx:pt>
          <cx:pt idx="42806">83.989999999999995</cx:pt>
          <cx:pt idx="42807">99.980000000000004</cx:pt>
          <cx:pt idx="42808">83.140000000000001</cx:pt>
          <cx:pt idx="42809">97.129999999999995</cx:pt>
          <cx:pt idx="42810">84.989999999999995</cx:pt>
          <cx:pt idx="42811">60.979999999999997</cx:pt>
          <cx:pt idx="42812">60.979999999999997</cx:pt>
          <cx:pt idx="42813">60.979999999999997</cx:pt>
          <cx:pt idx="42814">60.979999999999997</cx:pt>
          <cx:pt idx="42815">60.969999999999999</cx:pt>
          <cx:pt idx="42816">19.940000000000001</cx:pt>
          <cx:pt idx="42817">19.289999999999999</cx:pt>
          <cx:pt idx="42818">60.960000000000001</cx:pt>
          <cx:pt idx="42819">77.969999999999999</cx:pt>
          <cx:pt idx="42820">54.979999999999997</cx:pt>
          <cx:pt idx="42821">53.979999999999997</cx:pt>
          <cx:pt idx="42822">84.989999999999995</cx:pt>
          <cx:pt idx="42823">84.989999999999995</cx:pt>
          <cx:pt idx="42824">53.979999999999997</cx:pt>
          <cx:pt idx="42825">169.97999999999999</cx:pt>
          <cx:pt idx="42826">64.980000000000004</cx:pt>
          <cx:pt idx="42827">68.989999999999995</cx:pt>
          <cx:pt idx="42828">84.989999999999995</cx:pt>
          <cx:pt idx="42829">84.989999999999995</cx:pt>
          <cx:pt idx="42830">49.990000000000002</cx:pt>
          <cx:pt idx="42831">52.240000000000002</cx:pt>
          <cx:pt idx="42832">59.869999999999997</cx:pt>
          <cx:pt idx="42833">54.990000000000002</cx:pt>
          <cx:pt idx="42834">54.979999999999997</cx:pt>
          <cx:pt idx="42835">54.979999999999997</cx:pt>
          <cx:pt idx="42836">54.979999999999997</cx:pt>
          <cx:pt idx="42837">60.280000000000001</cx:pt>
          <cx:pt idx="42838">17.239999999999998</cx:pt>
          <cx:pt idx="42839">17.239999999999998</cx:pt>
          <cx:pt idx="42840">65.909999999999997</cx:pt>
          <cx:pt idx="42841">65.989999999999995</cx:pt>
          <cx:pt idx="42842">65.989999999999995</cx:pt>
          <cx:pt idx="42843">84.980000000000004</cx:pt>
          <cx:pt idx="42844">65.989999999999995</cx:pt>
          <cx:pt idx="42845">65.989999999999995</cx:pt>
          <cx:pt idx="42846">68.980000000000004</cx:pt>
          <cx:pt idx="42847">85.980000000000004</cx:pt>
          <cx:pt idx="42848">65.989999999999995</cx:pt>
          <cx:pt idx="42849">65.989999999999995</cx:pt>
          <cx:pt idx="42850">65.989999999999995</cx:pt>
          <cx:pt idx="42851">65.989999999999995</cx:pt>
          <cx:pt idx="42852">65.989999999999995</cx:pt>
          <cx:pt idx="42853">65.989999999999995</cx:pt>
          <cx:pt idx="42854">65.989999999999995</cx:pt>
          <cx:pt idx="42855">47.240000000000002</cx:pt>
          <cx:pt idx="42856">51.490000000000002</cx:pt>
          <cx:pt idx="42857">51.479999999999997</cx:pt>
          <cx:pt idx="42858">51.479999999999997</cx:pt>
          <cx:pt idx="42859">72.969999999999999</cx:pt>
          <cx:pt idx="42860">104.97</cx:pt>
          <cx:pt idx="42861">104.97</cx:pt>
          <cx:pt idx="42862">99.969999999999999</cx:pt>
          <cx:pt idx="42863">65.980000000000004</cx:pt>
          <cx:pt idx="42864">69.980000000000004</cx:pt>
          <cx:pt idx="42865">71.980000000000004</cx:pt>
          <cx:pt idx="42866">65.980000000000004</cx:pt>
          <cx:pt idx="42867">61.979999999999997</cx:pt>
          <cx:pt idx="42868">147.96000000000001</cx:pt>
          <cx:pt idx="42869">117.95999999999999</cx:pt>
          <cx:pt idx="42870">69.980000000000004</cx:pt>
          <cx:pt idx="42871">114.20999999999999</cx:pt>
          <cx:pt idx="42872">107.97</cx:pt>
          <cx:pt idx="42873">69.980000000000004</cx:pt>
          <cx:pt idx="42874">68.980000000000004</cx:pt>
          <cx:pt idx="42875">81.969999999999999</cx:pt>
          <cx:pt idx="42876">93.609999999999999</cx:pt>
          <cx:pt idx="42877">69.980000000000004</cx:pt>
          <cx:pt idx="42878">65.189999999999998</cx:pt>
          <cx:pt idx="42879">59.990000000000002</cx:pt>
          <cx:pt idx="42880">59.990000000000002</cx:pt>
          <cx:pt idx="42881">84.989999999999995</cx:pt>
          <cx:pt idx="42882">84.989999999999995</cx:pt>
          <cx:pt idx="42883">104.81999999999999</cx:pt>
          <cx:pt idx="42884">179.94999999999999</cx:pt>
          <cx:pt idx="42885">64.980000000000004</cx:pt>
          <cx:pt idx="42886">149.97</cx:pt>
          <cx:pt idx="42887">67.980000000000004</cx:pt>
          <cx:pt idx="42888">229.97</cx:pt>
          <cx:pt idx="42889">79.980000000000004</cx:pt>
          <cx:pt idx="42890">99.980000000000004</cx:pt>
          <cx:pt idx="42891">64.980000000000004</cx:pt>
          <cx:pt idx="42892">67.980000000000004</cx:pt>
          <cx:pt idx="42893">99.980000000000004</cx:pt>
          <cx:pt idx="42894">84.989999999999995</cx:pt>
          <cx:pt idx="42895">139.97999999999999</cx:pt>
          <cx:pt idx="42896">68.989999999999995</cx:pt>
          <cx:pt idx="42897">84.989999999999995</cx:pt>
          <cx:pt idx="42898">59.979999999999997</cx:pt>
          <cx:pt idx="42899">59.979999999999997</cx:pt>
          <cx:pt idx="42900">59.979999999999997</cx:pt>
          <cx:pt idx="42901">59.979999999999997</cx:pt>
          <cx:pt idx="42902">59.979999999999997</cx:pt>
          <cx:pt idx="42903">59.979999999999997</cx:pt>
          <cx:pt idx="42904">59.979999999999997</cx:pt>
          <cx:pt idx="42905">59.979999999999997</cx:pt>
          <cx:pt idx="42906">59.979999999999997</cx:pt>
          <cx:pt idx="42907">59.979999999999997</cx:pt>
          <cx:pt idx="42908">59.979999999999997</cx:pt>
          <cx:pt idx="42909">76.950000000000003</cx:pt>
          <cx:pt idx="42910">87.959999999999994</cx:pt>
          <cx:pt idx="42911">208.94999999999999</cx:pt>
          <cx:pt idx="42912">191.94999999999999</cx:pt>
          <cx:pt idx="42913">186.96000000000001</cx:pt>
          <cx:pt idx="42914">51.979999999999997</cx:pt>
          <cx:pt idx="42915">51.960000000000001</cx:pt>
          <cx:pt idx="42916">76.489999999999995</cx:pt>
          <cx:pt idx="42917">195.96000000000001</cx:pt>
          <cx:pt idx="42918">80.939999999999998</cx:pt>
          <cx:pt idx="42919">162.28999999999999</cx:pt>
          <cx:pt idx="42920">219.96000000000001</cx:pt>
          <cx:pt idx="42921">182.12</cx:pt>
          <cx:pt idx="42922">52.460000000000001</cx:pt>
          <cx:pt idx="42923">189.94999999999999</cx:pt>
          <cx:pt idx="42924">59.979999999999997</cx:pt>
          <cx:pt idx="42925">59.979999999999997</cx:pt>
          <cx:pt idx="42926">59.979999999999997</cx:pt>
          <cx:pt idx="42927">59.979999999999997</cx:pt>
          <cx:pt idx="42928">59.979999999999997</cx:pt>
          <cx:pt idx="42929">59.969999999999999</cx:pt>
          <cx:pt idx="42930">59.969999999999999</cx:pt>
          <cx:pt idx="42931">59.969999999999999</cx:pt>
          <cx:pt idx="42932">114.94</cx:pt>
          <cx:pt idx="42933">313.24000000000001</cx:pt>
          <cx:pt idx="42934">120.98</cx:pt>
          <cx:pt idx="42935">159.69999999999999</cx:pt>
          <cx:pt idx="42936">209.28999999999999</cx:pt>
          <cx:pt idx="42937">159.69999999999999</cx:pt>
          <cx:pt idx="42938">59.969999999999999</cx:pt>
          <cx:pt idx="42939">59.969999999999999</cx:pt>
          <cx:pt idx="42940">59.960000000000001</cx:pt>
          <cx:pt idx="42941">47.780000000000001</cx:pt>
          <cx:pt idx="42942">523.48000000000002</cx:pt>
          <cx:pt idx="42943">229.97</cx:pt>
          <cx:pt idx="42944">569.92999999999995</cx:pt>
          <cx:pt idx="42945">209.90000000000001</cx:pt>
          <cx:pt idx="42946">79.640000000000001</cx:pt>
          <cx:pt idx="42947">339.95999999999998</cx:pt>
          <cx:pt idx="42948">54.990000000000002</cx:pt>
          <cx:pt idx="42949">84.989999999999995</cx:pt>
          <cx:pt idx="42950">30.280000000000001</cx:pt>
          <cx:pt idx="42951">23.98</cx:pt>
          <cx:pt idx="42952">59.380000000000003</cx:pt>
          <cx:pt idx="42953">59.380000000000003</cx:pt>
          <cx:pt idx="42954">59.359999999999999</cx:pt>
          <cx:pt idx="42955">64.989999999999995</cx:pt>
          <cx:pt idx="42956">64.989999999999995</cx:pt>
          <cx:pt idx="42957">19.84</cx:pt>
          <cx:pt idx="42958">26.57</cx:pt>
          <cx:pt idx="42959">169.97999999999999</cx:pt>
          <cx:pt idx="42960">110.98</cx:pt>
          <cx:pt idx="42961">145.94</cx:pt>
          <cx:pt idx="42962">129.97999999999999</cx:pt>
          <cx:pt idx="42963">127.79000000000001</cx:pt>
          <cx:pt idx="42964">215.05000000000001</cx:pt>
          <cx:pt idx="42965">122.97</cx:pt>
          <cx:pt idx="42966">115.95999999999999</cx:pt>
          <cx:pt idx="42967">69.980000000000004</cx:pt>
          <cx:pt idx="42968">64.980000000000004</cx:pt>
          <cx:pt idx="42969">64.980000000000004</cx:pt>
          <cx:pt idx="42970">64.980000000000004</cx:pt>
          <cx:pt idx="42971">50.740000000000002</cx:pt>
          <cx:pt idx="42972">64.980000000000004</cx:pt>
          <cx:pt idx="42973">50.729999999999997</cx:pt>
          <cx:pt idx="42974">55.479999999999997</cx:pt>
          <cx:pt idx="42975">64.969999999999999</cx:pt>
          <cx:pt idx="42976">64.180000000000007</cx:pt>
          <cx:pt idx="42977">149.47</cx:pt>
          <cx:pt idx="42978">78.659999999999997</cx:pt>
          <cx:pt idx="42979">119.62</cx:pt>
          <cx:pt idx="42980">83.200000000000003</cx:pt>
          <cx:pt idx="42981">99.980000000000004</cx:pt>
          <cx:pt idx="42982">37.490000000000002</cx:pt>
          <cx:pt idx="42983">55.979999999999997</cx:pt>
          <cx:pt idx="42984">86.480000000000004</cx:pt>
          <cx:pt idx="42985">50.729999999999997</cx:pt>
          <cx:pt idx="42986">55.479999999999997</cx:pt>
          <cx:pt idx="42987">65.329999999999998</cx:pt>
          <cx:pt idx="42988">52.609999999999999</cx:pt>
          <cx:pt idx="42989">143.72</cx:pt>
          <cx:pt idx="42990">159.69999999999999</cx:pt>
          <cx:pt idx="42991">200.80000000000001</cx:pt>
          <cx:pt idx="42992">65.319999999999993</cx:pt>
          <cx:pt idx="42993">65.319999999999993</cx:pt>
          <cx:pt idx="42994">65.319999999999993</cx:pt>
          <cx:pt idx="42995">65.319999999999993</cx:pt>
          <cx:pt idx="42996">65.319999999999993</cx:pt>
          <cx:pt idx="42997">65.319999999999993</cx:pt>
          <cx:pt idx="42998">65.319999999999993</cx:pt>
          <cx:pt idx="42999">65.319999999999993</cx:pt>
          <cx:pt idx="43000">65.319999999999993</cx:pt>
          <cx:pt idx="43001">59.159999999999997</cx:pt>
          <cx:pt idx="43002">65.319999999999993</cx:pt>
          <cx:pt idx="43003">65.319999999999993</cx:pt>
          <cx:pt idx="43004">65.299999999999997</cx:pt>
          <cx:pt idx="43005">65.299999999999997</cx:pt>
          <cx:pt idx="43006">65.299999999999997</cx:pt>
          <cx:pt idx="43007">65.299999999999997</cx:pt>
          <cx:pt idx="43008">65.299999999999997</cx:pt>
          <cx:pt idx="43009">131.97999999999999</cx:pt>
          <cx:pt idx="43010">169.97999999999999</cx:pt>
          <cx:pt idx="43011">169.97999999999999</cx:pt>
          <cx:pt idx="43012">169.97999999999999</cx:pt>
          <cx:pt idx="43013">169.97999999999999</cx:pt>
          <cx:pt idx="43014">131.97999999999999</cx:pt>
          <cx:pt idx="43015">80.980000000000004</cx:pt>
          <cx:pt idx="43016">169.97999999999999</cx:pt>
          <cx:pt idx="43017">65.290000000000006</cx:pt>
          <cx:pt idx="43018">65.290000000000006</cx:pt>
          <cx:pt idx="43019">65.269999999999996</cx:pt>
          <cx:pt idx="43020">65.269999999999996</cx:pt>
          <cx:pt idx="43021">55.640000000000001</cx:pt>
          <cx:pt idx="43022">55.640000000000001</cx:pt>
          <cx:pt idx="43023">55.640000000000001</cx:pt>
          <cx:pt idx="43024">118.78</cx:pt>
          <cx:pt idx="43025">79.980000000000004</cx:pt>
          <cx:pt idx="43026">131.97999999999999</cx:pt>
          <cx:pt idx="43027">131.97999999999999</cx:pt>
          <cx:pt idx="43028">121.28</cx:pt>
          <cx:pt idx="43029">131.97999999999999</cx:pt>
          <cx:pt idx="43030">118.78</cx:pt>
          <cx:pt idx="43031">128.02000000000001</cx:pt>
          <cx:pt idx="43032">131.97999999999999</cx:pt>
          <cx:pt idx="43033">131.97999999999999</cx:pt>
          <cx:pt idx="43034">131.97999999999999</cx:pt>
          <cx:pt idx="43035">131.97999999999999</cx:pt>
          <cx:pt idx="43036">118.02</cx:pt>
          <cx:pt idx="43037">121.98</cx:pt>
          <cx:pt idx="43038">65.989999999999995</cx:pt>
          <cx:pt idx="43039">55.640000000000001</cx:pt>
          <cx:pt idx="43040">55.640000000000001</cx:pt>
          <cx:pt idx="43041">55.640000000000001</cx:pt>
          <cx:pt idx="43042">55.640000000000001</cx:pt>
          <cx:pt idx="43043">55.640000000000001</cx:pt>
          <cx:pt idx="43044">55.640000000000001</cx:pt>
          <cx:pt idx="43045">55.640000000000001</cx:pt>
          <cx:pt idx="43046">55.640000000000001</cx:pt>
          <cx:pt idx="43047">55.640000000000001</cx:pt>
          <cx:pt idx="43048">55.640000000000001</cx:pt>
          <cx:pt idx="43049">121.95999999999999</cx:pt>
          <cx:pt idx="43050">55.640000000000001</cx:pt>
          <cx:pt idx="43051">55.640000000000001</cx:pt>
          <cx:pt idx="43052">55.619999999999997</cx:pt>
          <cx:pt idx="43053">55.619999999999997</cx:pt>
          <cx:pt idx="43054">55.609999999999999</cx:pt>
          <cx:pt idx="43055">65.150000000000006</cx:pt>
          <cx:pt idx="43056">58.979999999999997</cx:pt>
          <cx:pt idx="43057">58.979999999999997</cx:pt>
          <cx:pt idx="43058">113.7</cx:pt>
          <cx:pt idx="43059">159.69999999999999</cx:pt>
          <cx:pt idx="43060">178.43000000000001</cx:pt>
          <cx:pt idx="43061">49.590000000000003</cx:pt>
          <cx:pt idx="43062">59.979999999999997</cx:pt>
          <cx:pt idx="43063">159.69999999999999</cx:pt>
          <cx:pt idx="43064">18.129999999999999</cx:pt>
          <cx:pt idx="43065">128.24000000000001</cx:pt>
          <cx:pt idx="43066">159.69999999999999</cx:pt>
          <cx:pt idx="43067">128.24000000000001</cx:pt>
          <cx:pt idx="43068">58.979999999999997</cx:pt>
          <cx:pt idx="43069">58.979999999999997</cx:pt>
          <cx:pt idx="43070">50.479999999999997</cx:pt>
          <cx:pt idx="43071">58.979999999999997</cx:pt>
          <cx:pt idx="43072">58.979999999999997</cx:pt>
          <cx:pt idx="43073">58.979999999999997</cx:pt>
          <cx:pt idx="43074">179.96000000000001</cx:pt>
          <cx:pt idx="43075">148.96000000000001</cx:pt>
          <cx:pt idx="43076">131.97999999999999</cx:pt>
          <cx:pt idx="43077">131.97999999999999</cx:pt>
          <cx:pt idx="43078">153.69</cx:pt>
          <cx:pt idx="43079">150.97</cx:pt>
          <cx:pt idx="43080">193.06999999999999</cx:pt>
          <cx:pt idx="43081">105.97</cx:pt>
          <cx:pt idx="43082">216.96000000000001</cx:pt>
          <cx:pt idx="43083">112.18000000000001</cx:pt>
          <cx:pt idx="43084">50.469999999999999</cx:pt>
          <cx:pt idx="43085">58.979999999999997</cx:pt>
          <cx:pt idx="43086">58.979999999999997</cx:pt>
          <cx:pt idx="43087">59.990000000000002</cx:pt>
          <cx:pt idx="43088">89.959999999999994</cx:pt>
          <cx:pt idx="43089">74.969999999999999</cx:pt>
          <cx:pt idx="43090">119.94</cx:pt>
          <cx:pt idx="43091">124.94</cx:pt>
          <cx:pt idx="43092">76.260000000000005</cx:pt>
          <cx:pt idx="43093">59.990000000000002</cx:pt>
          <cx:pt idx="43094">59.990000000000002</cx:pt>
          <cx:pt idx="43095">59.990000000000002</cx:pt>
          <cx:pt idx="43096">59.770000000000003</cx:pt>
          <cx:pt idx="43097">60.990000000000002</cx:pt>
          <cx:pt idx="43098">79.989999999999995</cx:pt>
          <cx:pt idx="43099">76.319999999999993</cx:pt>
          <cx:pt idx="43100">70.879999999999995</cx:pt>
          <cx:pt idx="43101">78.390000000000001</cx:pt>
          <cx:pt idx="43102">99.980000000000004</cx:pt>
          <cx:pt idx="43103">60.990000000000002</cx:pt>
          <cx:pt idx="43104">59.770000000000003</cx:pt>
          <cx:pt idx="43105">59.770000000000003</cx:pt>
          <cx:pt idx="43106">59.609999999999999</cx:pt>
          <cx:pt idx="43107">60.990000000000002</cx:pt>
          <cx:pt idx="43108">67.989999999999995</cx:pt>
          <cx:pt idx="43109">67.989999999999995</cx:pt>
          <cx:pt idx="43110">79.989999999999995</cx:pt>
          <cx:pt idx="43111">79.989999999999995</cx:pt>
          <cx:pt idx="43112">79.989999999999995</cx:pt>
          <cx:pt idx="43113">95.980000000000004</cx:pt>
          <cx:pt idx="43114">129.97</cx:pt>
          <cx:pt idx="43115">59.990000000000002</cx:pt>
          <cx:pt idx="43116">59.990000000000002</cx:pt>
          <cx:pt idx="43117">59.990000000000002</cx:pt>
          <cx:pt idx="43118">59.990000000000002</cx:pt>
          <cx:pt idx="43119">59.990000000000002</cx:pt>
          <cx:pt idx="43120">59.990000000000002</cx:pt>
          <cx:pt idx="43121">50.469999999999999</cx:pt>
          <cx:pt idx="43122">232.25999999999999</cx:pt>
          <cx:pt idx="43123">399.24000000000001</cx:pt>
          <cx:pt idx="43124">152.66</cx:pt>
          <cx:pt idx="43125">205.65000000000001</cx:pt>
          <cx:pt idx="43126">174.25</cx:pt>
          <cx:pt idx="43127">271.48000000000002</cx:pt>
          <cx:pt idx="43128">108.84999999999999</cx:pt>
          <cx:pt idx="43129">120.98</cx:pt>
          <cx:pt idx="43130">299.56999999999999</cx:pt>
          <cx:pt idx="43131">-1.2</cx:pt>
          <cx:pt idx="43132">91.939999999999998</cx:pt>
          <cx:pt idx="43133">62.869999999999997</cx:pt>
          <cx:pt idx="43134">-13.199999999999999</cx:pt>
          <cx:pt idx="43135">151.87</cx:pt>
          <cx:pt idx="43136">59.979999999999997</cx:pt>
          <cx:pt idx="43137">84.989999999999995</cx:pt>
          <cx:pt idx="43138">84.989999999999995</cx:pt>
          <cx:pt idx="43139">65.989999999999995</cx:pt>
          <cx:pt idx="43140">84.989999999999995</cx:pt>
          <cx:pt idx="43141">68.989999999999995</cx:pt>
          <cx:pt idx="43142">84.989999999999995</cx:pt>
          <cx:pt idx="43143">101.48</cx:pt>
          <cx:pt idx="43144">65.989999999999995</cx:pt>
          <cx:pt idx="43145">84.989999999999995</cx:pt>
          <cx:pt idx="43146">65.989999999999995</cx:pt>
          <cx:pt idx="43147">104.98</cx:pt>
          <cx:pt idx="43148">104.98</cx:pt>
          <cx:pt idx="43149">84.989999999999995</cx:pt>
          <cx:pt idx="43150">84.989999999999995</cx:pt>
          <cx:pt idx="43151">109.98</cx:pt>
          <cx:pt idx="43152">79.980000000000004</cx:pt>
          <cx:pt idx="43153">92.659999999999997</cx:pt>
          <cx:pt idx="43154">109.98</cx:pt>
          <cx:pt idx="43155">79.980000000000004</cx:pt>
          <cx:pt idx="43156">59.979999999999997</cx:pt>
          <cx:pt idx="43157">51.289999999999999</cx:pt>
          <cx:pt idx="43158">59.979999999999997</cx:pt>
          <cx:pt idx="43159">59.979999999999997</cx:pt>
          <cx:pt idx="43160">46.939999999999998</cx:pt>
          <cx:pt idx="43161">51.289999999999999</cx:pt>
          <cx:pt idx="43162">51.289999999999999</cx:pt>
          <cx:pt idx="43163">51.289999999999999</cx:pt>
          <cx:pt idx="43164">51.289999999999999</cx:pt>
          <cx:pt idx="43165">205.63999999999999</cx:pt>
          <cx:pt idx="43166">68.950000000000003</cx:pt>
          <cx:pt idx="43167">148.49000000000001</cx:pt>
          <cx:pt idx="43168">220.18000000000001</cx:pt>
          <cx:pt idx="43169">73.879999999999995</cx:pt>
          <cx:pt idx="43170">96.780000000000001</cx:pt>
          <cx:pt idx="43171">-28.489999999999998</cx:pt>
          <cx:pt idx="43172">96.780000000000001</cx:pt>
          <cx:pt idx="43173">189.16</cx:pt>
          <cx:pt idx="43174">182.66999999999999</cx:pt>
          <cx:pt idx="43175">96.780000000000001</cx:pt>
          <cx:pt idx="43176">159.69999999999999</cx:pt>
          <cx:pt idx="43177">68.930000000000007</cx:pt>
          <cx:pt idx="43178">189.56</cx:pt>
          <cx:pt idx="43179">159.69999999999999</cx:pt>
          <cx:pt idx="43180">49.920000000000002</cx:pt>
          <cx:pt idx="43181">96.780000000000001</cx:pt>
          <cx:pt idx="43182">46.939999999999998</cx:pt>
          <cx:pt idx="43183">59.979999999999997</cx:pt>
          <cx:pt idx="43184">59.979999999999997</cx:pt>
          <cx:pt idx="43185">51.289999999999999</cx:pt>
          <cx:pt idx="43186">51.289999999999999</cx:pt>
          <cx:pt idx="43187">59.979999999999997</cx:pt>
          <cx:pt idx="43188">59.979999999999997</cx:pt>
          <cx:pt idx="43189">59.979999999999997</cx:pt>
          <cx:pt idx="43190">59.979999999999997</cx:pt>
          <cx:pt idx="43191">108.97</cx:pt>
          <cx:pt idx="43192">132.94999999999999</cx:pt>
          <cx:pt idx="43193">65.989999999999995</cx:pt>
          <cx:pt idx="43194">108.97</cx:pt>
          <cx:pt idx="43195">132.94999999999999</cx:pt>
          <cx:pt idx="43196">108.97</cx:pt>
          <cx:pt idx="43197">163.94999999999999</cx:pt>
          <cx:pt idx="43198">84.989999999999995</cx:pt>
          <cx:pt idx="43199">101.95999999999999</cx:pt>
          <cx:pt idx="43200">75.090000000000003</cx:pt>
          <cx:pt idx="43201">11.99</cx:pt>
          <cx:pt idx="43202">128.96000000000001</cx:pt>
          <cx:pt idx="43203">101.95999999999999</cx:pt>
          <cx:pt idx="43204">81.980000000000004</cx:pt>
          <cx:pt idx="43205">63.969999999999999</cx:pt>
          <cx:pt idx="43206">120.95999999999999</cx:pt>
          <cx:pt idx="43207">87.079999999999998</cx:pt>
          <cx:pt idx="43208">128.96000000000001</cx:pt>
          <cx:pt idx="43209">59.979999999999997</cx:pt>
          <cx:pt idx="43210">116.97</cx:pt>
          <cx:pt idx="43211">200.56</cx:pt>
          <cx:pt idx="43212">180.94999999999999</cx:pt>
          <cx:pt idx="43213">209.93000000000001</cx:pt>
          <cx:pt idx="43214">239.91999999999999</cx:pt>
          <cx:pt idx="43215">197.94</cx:pt>
          <cx:pt idx="43216">230.93000000000001</cx:pt>
          <cx:pt idx="43217">59.979999999999997</cx:pt>
          <cx:pt idx="43218">59.979999999999997</cx:pt>
          <cx:pt idx="43219">114.95999999999999</cx:pt>
          <cx:pt idx="43220">76.980000000000004</cx:pt>
          <cx:pt idx="43221">60.990000000000002</cx:pt>
          <cx:pt idx="43222">99.980000000000004</cx:pt>
          <cx:pt idx="43223">60.990000000000002</cx:pt>
          <cx:pt idx="43224">99.980000000000004</cx:pt>
          <cx:pt idx="43225">100.78</cx:pt>
          <cx:pt idx="43226">60.990000000000002</cx:pt>
          <cx:pt idx="43227">127.97</cx:pt>
          <cx:pt idx="43228">79.989999999999995</cx:pt>
          <cx:pt idx="43229">121.98</cx:pt>
          <cx:pt idx="43230">130.97</cx:pt>
          <cx:pt idx="43231">194.97</cx:pt>
          <cx:pt idx="43232">59.979999999999997</cx:pt>
          <cx:pt idx="43233">59.979999999999997</cx:pt>
          <cx:pt idx="43234">59.979999999999997</cx:pt>
          <cx:pt idx="43235">51.289999999999999</cx:pt>
          <cx:pt idx="43236">51.289999999999999</cx:pt>
          <cx:pt idx="43237">51.289999999999999</cx:pt>
          <cx:pt idx="43238">59.979999999999997</cx:pt>
          <cx:pt idx="43239">59.979999999999997</cx:pt>
          <cx:pt idx="43240">51.289999999999999</cx:pt>
          <cx:pt idx="43241">59.979999999999997</cx:pt>
          <cx:pt idx="43242">134.97999999999999</cx:pt>
          <cx:pt idx="43243">84.989999999999995</cx:pt>
          <cx:pt idx="43244">149.97</cx:pt>
          <cx:pt idx="43245">65.989999999999995</cx:pt>
          <cx:pt idx="43246">120.98</cx:pt>
          <cx:pt idx="43247">65.989999999999995</cx:pt>
          <cx:pt idx="43248">79.980000000000004</cx:pt>
          <cx:pt idx="43249">65.989999999999995</cx:pt>
          <cx:pt idx="43250">65.989999999999995</cx:pt>
          <cx:pt idx="43251">137.97</cx:pt>
          <cx:pt idx="43252">99.980000000000004</cx:pt>
          <cx:pt idx="43253">36.030000000000001</cx:pt>
          <cx:pt idx="43254">68.989999999999995</cx:pt>
          <cx:pt idx="43255">142.34</cx:pt>
          <cx:pt idx="43256">84.989999999999995</cx:pt>
          <cx:pt idx="43257">65.989999999999995</cx:pt>
          <cx:pt idx="43258">84.989999999999995</cx:pt>
          <cx:pt idx="43259">94.969999999999999</cx:pt>
          <cx:pt idx="43260">120.97</cx:pt>
          <cx:pt idx="43261">51.289999999999999</cx:pt>
          <cx:pt idx="43262">51.289999999999999</cx:pt>
          <cx:pt idx="43263">59.979999999999997</cx:pt>
          <cx:pt idx="43264">59.979999999999997</cx:pt>
          <cx:pt idx="43265">51.289999999999999</cx:pt>
          <cx:pt idx="43266">51.289999999999999</cx:pt>
          <cx:pt idx="43267">51.289999999999999</cx:pt>
          <cx:pt idx="43268">51.289999999999999</cx:pt>
          <cx:pt idx="43269">51.289999999999999</cx:pt>
          <cx:pt idx="43270">51.289999999999999</cx:pt>
          <cx:pt idx="43271">104.98</cx:pt>
          <cx:pt idx="43272">59.850000000000001</cx:pt>
          <cx:pt idx="43273">83.939999999999998</cx:pt>
          <cx:pt idx="43274">84.989999999999995</cx:pt>
          <cx:pt idx="43275">84.959999999999994</cx:pt>
          <cx:pt idx="43276">104.98</cx:pt>
          <cx:pt idx="43277">82.879999999999995</cx:pt>
          <cx:pt idx="43278">84.989999999999995</cx:pt>
          <cx:pt idx="43279">121.97</cx:pt>
          <cx:pt idx="43280">59.979999999999997</cx:pt>
          <cx:pt idx="43281">84.989999999999995</cx:pt>
          <cx:pt idx="43282">84.989999999999995</cx:pt>
          <cx:pt idx="43283">101.56999999999999</cx:pt>
          <cx:pt idx="43284">91.969999999999999</cx:pt>
          <cx:pt idx="43285">89.980000000000004</cx:pt>
          <cx:pt idx="43286">68.989999999999995</cx:pt>
          <cx:pt idx="43287">21.989999999999998</cx:pt>
          <cx:pt idx="43288">84.989999999999995</cx:pt>
          <cx:pt idx="43289">51.289999999999999</cx:pt>
          <cx:pt idx="43290">59.979999999999997</cx:pt>
          <cx:pt idx="43291">59.979999999999997</cx:pt>
          <cx:pt idx="43292">51.289999999999999</cx:pt>
          <cx:pt idx="43293">59.979999999999997</cx:pt>
          <cx:pt idx="43294">51.289999999999999</cx:pt>
          <cx:pt idx="43295">51.289999999999999</cx:pt>
          <cx:pt idx="43296">59.979999999999997</cx:pt>
          <cx:pt idx="43297">51.289999999999999</cx:pt>
          <cx:pt idx="43298">35.289999999999999</cx:pt>
          <cx:pt idx="43299">35.289999999999999</cx:pt>
          <cx:pt idx="43300">51.289999999999999</cx:pt>
          <cx:pt idx="43301">51.289999999999999</cx:pt>
          <cx:pt idx="43302">147.59999999999999</cx:pt>
          <cx:pt idx="43303">135.5</cx:pt>
          <cx:pt idx="43304">141.69</cx:pt>
          <cx:pt idx="43305">59.979999999999997</cx:pt>
          <cx:pt idx="43306">59.969999999999999</cx:pt>
          <cx:pt idx="43307">59.969999999999999</cx:pt>
          <cx:pt idx="43308">131.97999999999999</cx:pt>
          <cx:pt idx="43309">131.97999999999999</cx:pt>
          <cx:pt idx="43310">226.05000000000001</cx:pt>
          <cx:pt idx="43311">259.93000000000001</cx:pt>
          <cx:pt idx="43312">59.969999999999999</cx:pt>
          <cx:pt idx="43313">59.969999999999999</cx:pt>
          <cx:pt idx="43314">59.969999999999999</cx:pt>
          <cx:pt idx="43315">59.969999999999999</cx:pt>
          <cx:pt idx="43316">59.969999999999999</cx:pt>
          <cx:pt idx="43317">59.969999999999999</cx:pt>
          <cx:pt idx="43318">59.969999999999999</cx:pt>
          <cx:pt idx="43319">51.280000000000001</cx:pt>
          <cx:pt idx="43320">84.989999999999995</cx:pt>
          <cx:pt idx="43321">84.989999999999995</cx:pt>
          <cx:pt idx="43322">84.989999999999995</cx:pt>
          <cx:pt idx="43323">84.989999999999995</cx:pt>
          <cx:pt idx="43324">104.98</cx:pt>
          <cx:pt idx="43325">69.980000000000004</cx:pt>
          <cx:pt idx="43326">128.97</cx:pt>
          <cx:pt idx="43327">84.989999999999995</cx:pt>
          <cx:pt idx="43328">84.989999999999995</cx:pt>
          <cx:pt idx="43329">104.98</cx:pt>
          <cx:pt idx="43330">79.980000000000004</cx:pt>
          <cx:pt idx="43331">98.969999999999999</cx:pt>
          <cx:pt idx="43332">119.97</cx:pt>
          <cx:pt idx="43333">84.989999999999995</cx:pt>
          <cx:pt idx="43334">84.989999999999995</cx:pt>
          <cx:pt idx="43335">84.989999999999995</cx:pt>
          <cx:pt idx="43336">79.030000000000001</cx:pt>
          <cx:pt idx="43337">84.989999999999995</cx:pt>
          <cx:pt idx="43338">146.97</cx:pt>
          <cx:pt idx="43339">51.280000000000001</cx:pt>
          <cx:pt idx="43340">51.280000000000001</cx:pt>
          <cx:pt idx="43341">51.280000000000001</cx:pt>
          <cx:pt idx="43342">59.969999999999999</cx:pt>
          <cx:pt idx="43343">50.450000000000003</cx:pt>
          <cx:pt idx="43344">59.969999999999999</cx:pt>
          <cx:pt idx="43345">59.969999999999999</cx:pt>
          <cx:pt idx="43346">59.969999999999999</cx:pt>
          <cx:pt idx="43347">59.960000000000001</cx:pt>
          <cx:pt idx="43348">77.980000000000004</cx:pt>
          <cx:pt idx="43349">51.979999999999997</cx:pt>
          <cx:pt idx="43350">77.980000000000004</cx:pt>
          <cx:pt idx="43351">60.990000000000002</cx:pt>
          <cx:pt idx="43352">60.990000000000002</cx:pt>
          <cx:pt idx="43353">55.990000000000002</cx:pt>
          <cx:pt idx="43354">77.980000000000004</cx:pt>
          <cx:pt idx="43355">65.989999999999995</cx:pt>
          <cx:pt idx="43356">65.989999999999995</cx:pt>
          <cx:pt idx="43357">77.980000000000004</cx:pt>
          <cx:pt idx="43358">68.430000000000007</cx:pt>
          <cx:pt idx="43359">77.980000000000004</cx:pt>
          <cx:pt idx="43360">77.980000000000004</cx:pt>
          <cx:pt idx="43361">72.980000000000004</cx:pt>
          <cx:pt idx="43362">72.980000000000004</cx:pt>
          <cx:pt idx="43363">77.980000000000004</cx:pt>
          <cx:pt idx="43364">65.989999999999995</cx:pt>
          <cx:pt idx="43365">77.980000000000004</cx:pt>
          <cx:pt idx="43366">96.980000000000004</cx:pt>
          <cx:pt idx="43367">60.990000000000002</cx:pt>
          <cx:pt idx="43368">77.980000000000004</cx:pt>
          <cx:pt idx="43369">21.289999999999999</cx:pt>
          <cx:pt idx="43370">21.289999999999999</cx:pt>
          <cx:pt idx="43371">59.960000000000001</cx:pt>
          <cx:pt idx="43372">21.940000000000001</cx:pt>
          <cx:pt idx="43373">16.289999999999999</cx:pt>
          <cx:pt idx="43374">59.960000000000001</cx:pt>
          <cx:pt idx="43375">59.960000000000001</cx:pt>
          <cx:pt idx="43376">21.289999999999999</cx:pt>
          <cx:pt idx="43377">21.289999999999999</cx:pt>
          <cx:pt idx="43378">69.980000000000004</cx:pt>
          <cx:pt idx="43379">54.990000000000002</cx:pt>
          <cx:pt idx="43380">63.719999999999999</cx:pt>
          <cx:pt idx="43381">94.969999999999999</cx:pt>
          <cx:pt idx="43382">74.980000000000004</cx:pt>
          <cx:pt idx="43383">54.979999999999997</cx:pt>
          <cx:pt idx="43384">78.969999999999999</cx:pt>
          <cx:pt idx="43385">96.980000000000004</cx:pt>
          <cx:pt idx="43386">78.409999999999997</cx:pt>
          <cx:pt idx="43387">88.959999999999994</cx:pt>
          <cx:pt idx="43388">51.969999999999999</cx:pt>
          <cx:pt idx="43389">72.609999999999999</cx:pt>
          <cx:pt idx="43390">59.979999999999997</cx:pt>
          <cx:pt idx="43391">134.97</cx:pt>
          <cx:pt idx="43392">65.189999999999998</cx:pt>
          <cx:pt idx="43393">54.990000000000002</cx:pt>
          <cx:pt idx="43394">84.989999999999995</cx:pt>
          <cx:pt idx="43395">52.850000000000001</cx:pt>
          <cx:pt idx="43396">59.960000000000001</cx:pt>
          <cx:pt idx="43397">59.960000000000001</cx:pt>
          <cx:pt idx="43398">59.960000000000001</cx:pt>
          <cx:pt idx="43399">59.960000000000001</cx:pt>
          <cx:pt idx="43400">59.950000000000003</cx:pt>
          <cx:pt idx="43401">58.920000000000002</cx:pt>
          <cx:pt idx="43402">59.960000000000001</cx:pt>
          <cx:pt idx="43403">59.960000000000001</cx:pt>
          <cx:pt idx="43404">59.960000000000001</cx:pt>
          <cx:pt idx="43405">94.980000000000004</cx:pt>
          <cx:pt idx="43406">79.989999999999995</cx:pt>
          <cx:pt idx="43407">126.05</cx:pt>
          <cx:pt idx="43408">54.890000000000001</cx:pt>
          <cx:pt idx="43409">121.98</cx:pt>
          <cx:pt idx="43410">106.97</cx:pt>
          <cx:pt idx="43411">79.989999999999995</cx:pt>
          <cx:pt idx="43412">75.969999999999999</cx:pt>
          <cx:pt idx="43413">106.97</cx:pt>
          <cx:pt idx="43414">79.989999999999995</cx:pt>
          <cx:pt idx="43415">54.890000000000001</cx:pt>
          <cx:pt idx="43416">79.989999999999995</cx:pt>
          <cx:pt idx="43417">75.969999999999999</cx:pt>
          <cx:pt idx="43418">126.05</cx:pt>
          <cx:pt idx="43419">121.98</cx:pt>
          <cx:pt idx="43420">79.989999999999995</cx:pt>
          <cx:pt idx="43421">137.97</cx:pt>
          <cx:pt idx="43422">94.980000000000004</cx:pt>
          <cx:pt idx="43423">137.97</cx:pt>
          <cx:pt idx="43424">79.989999999999995</cx:pt>
          <cx:pt idx="43425">114.98</cx:pt>
          <cx:pt idx="43426">114.98</cx:pt>
          <cx:pt idx="43427">79.989999999999995</cx:pt>
          <cx:pt idx="43428">-60.990000000000002</cx:pt>
          <cx:pt idx="43429">79.989999999999995</cx:pt>
          <cx:pt idx="43430">79.989999999999995</cx:pt>
          <cx:pt idx="43431">54.890000000000001</cx:pt>
          <cx:pt idx="43432">159.97999999999999</cx:pt>
          <cx:pt idx="43433">159.97999999999999</cx:pt>
          <cx:pt idx="43434">79.989999999999995</cx:pt>
          <cx:pt idx="43435">79.989999999999995</cx:pt>
          <cx:pt idx="43436">114.98</cx:pt>
          <cx:pt idx="43437">79.989999999999995</cx:pt>
          <cx:pt idx="43438">54.890000000000001</cx:pt>
          <cx:pt idx="43439">72.010000000000005</cx:pt>
          <cx:pt idx="43440">54.890000000000001</cx:pt>
          <cx:pt idx="43441">54.890000000000001</cx:pt>
          <cx:pt idx="43442">72.010000000000005</cx:pt>
          <cx:pt idx="43443">-60.990000000000002</cx:pt>
          <cx:pt idx="43444">114.98</cx:pt>
          <cx:pt idx="43445">59.960000000000001</cx:pt>
          <cx:pt idx="43446">59.960000000000001</cx:pt>
          <cx:pt idx="43447">59.960000000000001</cx:pt>
          <cx:pt idx="43448">59.960000000000001</cx:pt>
          <cx:pt idx="43449">59.960000000000001</cx:pt>
          <cx:pt idx="43450">59.960000000000001</cx:pt>
          <cx:pt idx="43451">59.960000000000001</cx:pt>
          <cx:pt idx="43452">59.960000000000001</cx:pt>
          <cx:pt idx="43453">59.960000000000001</cx:pt>
          <cx:pt idx="43454">72.579999999999998</cx:pt>
          <cx:pt idx="43455">143.97</cx:pt>
          <cx:pt idx="43456">69.980000000000004</cx:pt>
          <cx:pt idx="43457">163.31</cx:pt>
          <cx:pt idx="43458">110.06999999999999</cx:pt>
          <cx:pt idx="43459">166.16</cx:pt>
          <cx:pt idx="43460">136.69</cx:pt>
          <cx:pt idx="43461">82.420000000000002</cx:pt>
          <cx:pt idx="43462">139.11000000000001</cx:pt>
          <cx:pt idx="43463">116.91</cx:pt>
          <cx:pt idx="43464">59.939999999999998</cx:pt>
          <cx:pt idx="43465">59.939999999999998</cx:pt>
          <cx:pt idx="43466">59.390000000000001</cx:pt>
          <cx:pt idx="43467">254.97</cx:pt>
          <cx:pt idx="43468">174.22</cx:pt>
          <cx:pt idx="43469">28.379999999999999</cx:pt>
          <cx:pt idx="43470">63.960000000000001</cx:pt>
          <cx:pt idx="43471">59.979999999999997</cx:pt>
          <cx:pt idx="43472">79.980000000000004</cx:pt>
          <cx:pt idx="43473">-289.95999999999998</cx:pt>
          <cx:pt idx="43474">338.91000000000003</cx:pt>
          <cx:pt idx="43475">289.95999999999998</cx:pt>
          <cx:pt idx="43476">89.980000000000004</cx:pt>
          <cx:pt idx="43477">197.97</cx:pt>
          <cx:pt idx="43478">21.149999999999999</cx:pt>
          <cx:pt idx="43479">53.979999999999997</cx:pt>
          <cx:pt idx="43480">53.960000000000001</cx:pt>
          <cx:pt idx="43481">64.769999999999996</cx:pt>
          <cx:pt idx="43482">58.640000000000001</cx:pt>
          <cx:pt idx="43483">105.95</cx:pt>
          <cx:pt idx="43484">171.72999999999999</cx:pt>
          <cx:pt idx="43485">55.960000000000001</cx:pt>
          <cx:pt idx="43486">43.469999999999999</cx:pt>
          <cx:pt idx="43487">327.92000000000002</cx:pt>
          <cx:pt idx="43488">177.94999999999999</cx:pt>
          <cx:pt idx="43489">76.560000000000002</cx:pt>
          <cx:pt idx="43490">140.53999999999999</cx:pt>
          <cx:pt idx="43491">46.090000000000003</cx:pt>
          <cx:pt idx="43492">46.090000000000003</cx:pt>
          <cx:pt idx="43493">46.07</cx:pt>
          <cx:pt idx="43494">58.490000000000002</cx:pt>
          <cx:pt idx="43495">84.989999999999995</cx:pt>
          <cx:pt idx="43496">169.97999999999999</cx:pt>
          <cx:pt idx="43497">84.989999999999995</cx:pt>
          <cx:pt idx="43498">68.989999999999995</cx:pt>
          <cx:pt idx="43499">162.74000000000001</cx:pt>
          <cx:pt idx="43500">104.98</cx:pt>
          <cx:pt idx="43501">104.98</cx:pt>
          <cx:pt idx="43502">84.989999999999995</cx:pt>
          <cx:pt idx="43503">24.989999999999998</cx:pt>
          <cx:pt idx="43504">84.989999999999995</cx:pt>
          <cx:pt idx="43505">68.989999999999995</cx:pt>
          <cx:pt idx="43506">83.890000000000001</cx:pt>
          <cx:pt idx="43507">84.989999999999995</cx:pt>
          <cx:pt idx="43508">68.489999999999995</cx:pt>
          <cx:pt idx="43509">84.989999999999995</cx:pt>
          <cx:pt idx="43510">107.09</cx:pt>
          <cx:pt idx="43511">59.979999999999997</cx:pt>
          <cx:pt idx="43512">58.490000000000002</cx:pt>
          <cx:pt idx="43513">58.490000000000002</cx:pt>
          <cx:pt idx="43514">58.479999999999997</cx:pt>
          <cx:pt idx="43515">58.979999999999997</cx:pt>
          <cx:pt idx="43516">58.979999999999997</cx:pt>
          <cx:pt idx="43517">58.479999999999997</cx:pt>
          <cx:pt idx="43518">58.979999999999997</cx:pt>
          <cx:pt idx="43519">150.18000000000001</cx:pt>
          <cx:pt idx="43520">99.980000000000004</cx:pt>
          <cx:pt idx="43521">131.97999999999999</cx:pt>
          <cx:pt idx="43522">208.84999999999999</cx:pt>
          <cx:pt idx="43523">157.96000000000001</cx:pt>
          <cx:pt idx="43524">121.98</cx:pt>
          <cx:pt idx="43525">112.18000000000001</cx:pt>
          <cx:pt idx="43526">172.30000000000001</cx:pt>
          <cx:pt idx="43527">150.18000000000001</cx:pt>
          <cx:pt idx="43528">51.200000000000003</cx:pt>
          <cx:pt idx="43529">196.86000000000001</cx:pt>
          <cx:pt idx="43530">131.97999999999999</cx:pt>
          <cx:pt idx="43531">153.12</cx:pt>
          <cx:pt idx="43532">58.479999999999997</cx:pt>
          <cx:pt idx="43533">58.979999999999997</cx:pt>
          <cx:pt idx="43534">59.469999999999999</cx:pt>
          <cx:pt idx="43535">59.990000000000002</cx:pt>
          <cx:pt idx="43536">59.990000000000002</cx:pt>
          <cx:pt idx="43537">40.469999999999999</cx:pt>
          <cx:pt idx="43538">131.97999999999999</cx:pt>
          <cx:pt idx="43539">131.97999999999999</cx:pt>
          <cx:pt idx="43540">131.97999999999999</cx:pt>
          <cx:pt idx="43541">154.77000000000001</cx:pt>
          <cx:pt idx="43542">51.189999999999998</cx:pt>
          <cx:pt idx="43543">59.979999999999997</cx:pt>
          <cx:pt idx="43544">63.979999999999997</cx:pt>
          <cx:pt idx="43545">59.979999999999997</cx:pt>
          <cx:pt idx="43546">59.979999999999997</cx:pt>
          <cx:pt idx="43547">50.189999999999998</cx:pt>
          <cx:pt idx="43548">59.979999999999997</cx:pt>
          <cx:pt idx="43549">-55.979999999999997</cx:pt>
          <cx:pt idx="43550">100.98</cx:pt>
          <cx:pt idx="43551">83.640000000000001</cx:pt>
          <cx:pt idx="43552">55.979999999999997</cx:pt>
          <cx:pt idx="43553">84.329999999999998</cx:pt>
          <cx:pt idx="43554">59.979999999999997</cx:pt>
          <cx:pt idx="43555">63.979999999999997</cx:pt>
          <cx:pt idx="43556">59.979999999999997</cx:pt>
          <cx:pt idx="43557">51.189999999999998</cx:pt>
          <cx:pt idx="43558">50.189999999999998</cx:pt>
          <cx:pt idx="43559">111.98</cx:pt>
          <cx:pt idx="43560">169.97</cx:pt>
          <cx:pt idx="43561">169.97999999999999</cx:pt>
          <cx:pt idx="43562">169.97999999999999</cx:pt>
          <cx:pt idx="43563">112.18000000000001</cx:pt>
          <cx:pt idx="43564">222.16</cx:pt>
          <cx:pt idx="43565">131.97999999999999</cx:pt>
          <cx:pt idx="43566">112.18000000000001</cx:pt>
          <cx:pt idx="43567">271.94999999999999</cx:pt>
          <cx:pt idx="43568">59.969999999999999</cx:pt>
          <cx:pt idx="43569">59.969999999999999</cx:pt>
          <cx:pt idx="43570">63.960000000000001</cx:pt>
          <cx:pt idx="43571">63.960000000000001</cx:pt>
          <cx:pt idx="43572">59.960000000000001</cx:pt>
          <cx:pt idx="43573">50.170000000000002</cx:pt>
          <cx:pt idx="43574">54.469999999999999</cx:pt>
          <cx:pt idx="43575">163.03999999999999</cx:pt>
          <cx:pt idx="43576">191.66</cx:pt>
          <cx:pt idx="43577">51.170000000000002</cx:pt>
          <cx:pt idx="43578">63.960000000000001</cx:pt>
          <cx:pt idx="43579">63.960000000000001</cx:pt>
          <cx:pt idx="43580">63.960000000000001</cx:pt>
          <cx:pt idx="43581">50.149999999999999</cx:pt>
          <cx:pt idx="43582">59.380000000000003</cx:pt>
          <cx:pt idx="43583">119.94</cx:pt>
          <cx:pt idx="43584">51.259999999999998</cx:pt>
          <cx:pt idx="43585">119.94</cx:pt>
          <cx:pt idx="43586">119.94</cx:pt>
          <cx:pt idx="43587">121.92</cx:pt>
          <cx:pt idx="43588">93.159999999999997</cx:pt>
          <cx:pt idx="43589">101.95</cx:pt>
          <cx:pt idx="43590">59.380000000000003</cx:pt>
          <cx:pt idx="43591">59.380000000000003</cx:pt>
          <cx:pt idx="43592">59.380000000000003</cx:pt>
          <cx:pt idx="43593">59.380000000000003</cx:pt>
          <cx:pt idx="43594">59.380000000000003</cx:pt>
          <cx:pt idx="43595">33.479999999999997</cx:pt>
          <cx:pt idx="43596">33.479999999999997</cx:pt>
          <cx:pt idx="43597">59.369999999999997</cx:pt>
          <cx:pt idx="43598">63.869999999999997</cx:pt>
          <cx:pt idx="43599">354.93000000000001</cx:pt>
          <cx:pt idx="43600">229.97</cx:pt>
          <cx:pt idx="43601">186.96000000000001</cx:pt>
          <cx:pt idx="43602">249.72</cx:pt>
          <cx:pt idx="43603">254.97</cx:pt>
          <cx:pt idx="43604">163.00999999999999</cx:pt>
          <cx:pt idx="43605">64.109999999999999</cx:pt>
          <cx:pt idx="43606">139.90000000000001</cx:pt>
          <cx:pt idx="43607">79.980000000000004</cx:pt>
          <cx:pt idx="43608">334.80000000000001</cx:pt>
          <cx:pt idx="43609">267.36000000000001</cx:pt>
          <cx:pt idx="43610">202.19999999999999</cx:pt>
          <cx:pt idx="43611">279.80000000000001</cx:pt>
          <cx:pt idx="43612">199.36000000000001</cx:pt>
          <cx:pt idx="43613">279.80000000000001</cx:pt>
          <cx:pt idx="43614">64.109999999999999</cx:pt>
          <cx:pt idx="43615">64.109999999999999</cx:pt>
          <cx:pt idx="43616">64.069999999999993</cx:pt>
          <cx:pt idx="43617">57.979999999999997</cx:pt>
          <cx:pt idx="43618">57.979999999999997</cx:pt>
          <cx:pt idx="43619">45.240000000000002</cx:pt>
          <cx:pt idx="43620">45.240000000000002</cx:pt>
          <cx:pt idx="43621">57.969999999999999</cx:pt>
          <cx:pt idx="43622">45.229999999999997</cx:pt>
          <cx:pt idx="43623">179.94</cx:pt>
          <cx:pt idx="43624">254.28</cx:pt>
          <cx:pt idx="43625">255.91999999999999</cx:pt>
          <cx:pt idx="43626">229.44999999999999</cx:pt>
          <cx:pt idx="43627">227.94</cx:pt>
          <cx:pt idx="43628">230.93000000000001</cx:pt>
          <cx:pt idx="43629">303.92000000000002</cx:pt>
          <cx:pt idx="43630">16.239999999999998</cx:pt>
          <cx:pt idx="43631">57.979999999999997</cx:pt>
          <cx:pt idx="43632">57.979999999999997</cx:pt>
          <cx:pt idx="43633">57.979999999999997</cx:pt>
          <cx:pt idx="43634">57.960000000000001</cx:pt>
          <cx:pt idx="43635">57.979999999999997</cx:pt>
          <cx:pt idx="43636">57.960000000000001</cx:pt>
          <cx:pt idx="43637">57.979999999999997</cx:pt>
          <cx:pt idx="43638">57.960000000000001</cx:pt>
          <cx:pt idx="43639">58.979999999999997</cx:pt>
          <cx:pt idx="43640">58.979999999999997</cx:pt>
          <cx:pt idx="43641">45.939999999999998</cx:pt>
          <cx:pt idx="43642">58.979999999999997</cx:pt>
          <cx:pt idx="43643">58.979999999999997</cx:pt>
          <cx:pt idx="43644">58.979999999999997</cx:pt>
          <cx:pt idx="43645">57.960000000000001</cx:pt>
          <cx:pt idx="43646">58.979999999999997</cx:pt>
          <cx:pt idx="43647">58.979999999999997</cx:pt>
          <cx:pt idx="43648">58.979999999999997</cx:pt>
          <cx:pt idx="43649">20.489999999999998</cx:pt>
          <cx:pt idx="43650">57.960000000000001</cx:pt>
          <cx:pt idx="43651">50.280000000000001</cx:pt>
          <cx:pt idx="43652">65.989999999999995</cx:pt>
          <cx:pt idx="43653">84.989999999999995</cx:pt>
          <cx:pt idx="43654">68.989999999999995</cx:pt>
          <cx:pt idx="43655">82.209999999999994</cx:pt>
          <cx:pt idx="43656">93.069999999999993</cx:pt>
          <cx:pt idx="43657">58.969999999999999</cx:pt>
          <cx:pt idx="43658">58.969999999999999</cx:pt>
          <cx:pt idx="43659">58.969999999999999</cx:pt>
          <cx:pt idx="43660">49.469999999999999</cx:pt>
          <cx:pt idx="43661">23.289999999999999</cx:pt>
          <cx:pt idx="43662">15.289999999999999</cx:pt>
          <cx:pt idx="43663">26.289999999999999</cx:pt>
          <cx:pt idx="43664">58.950000000000003</cx:pt>
          <cx:pt idx="43665">159.69999999999999</cx:pt>
          <cx:pt idx="43666">123.40000000000001</cx:pt>
          <cx:pt idx="43667">159.69999999999999</cx:pt>
          <cx:pt idx="43668">153.31</cx:pt>
          <cx:pt idx="43669">159.69999999999999</cx:pt>
          <cx:pt idx="43670">152.02000000000001</cx:pt>
          <cx:pt idx="43671">135.74000000000001</cx:pt>
          <cx:pt idx="43672">159.69999999999999</cx:pt>
          <cx:pt idx="43673">159.69999999999999</cx:pt>
          <cx:pt idx="43674">159.69999999999999</cx:pt>
          <cx:pt idx="43675">57.759999999999998</cx:pt>
          <cx:pt idx="43676">34.990000000000002</cx:pt>
          <cx:pt idx="43677">210.96000000000001</cx:pt>
          <cx:pt idx="43678">57.759999999999998</cx:pt>
          <cx:pt idx="43679">53.079999999999998</cx:pt>
          <cx:pt idx="43680">58.710000000000001</cx:pt>
          <cx:pt idx="43681">45.240000000000002</cx:pt>
          <cx:pt idx="43682">45.240000000000002</cx:pt>
          <cx:pt idx="43683">171.28</cx:pt>
          <cx:pt idx="43684">187.27000000000001</cx:pt>
          <cx:pt idx="43685">171.28</cx:pt>
          <cx:pt idx="43686">172.84</cx:pt>
          <cx:pt idx="43687">172.84</cx:pt>
          <cx:pt idx="43688">169.97999999999999</cx:pt>
          <cx:pt idx="43689">34.840000000000003</cx:pt>
          <cx:pt idx="43690">203.25999999999999</cx:pt>
          <cx:pt idx="43691">169.97999999999999</cx:pt>
          <cx:pt idx="43692">123.58</cx:pt>
          <cx:pt idx="43693">57.579999999999998</cx:pt>
          <cx:pt idx="43694">57.57</cx:pt>
          <cx:pt idx="43695">57.560000000000002</cx:pt>
          <cx:pt idx="43696">49.869999999999997</cx:pt>
          <cx:pt idx="43697">65.989999999999995</cx:pt>
          <cx:pt idx="43698">161.74000000000001</cx:pt>
          <cx:pt idx="43699">84.989999999999995</cx:pt>
          <cx:pt idx="43700">131.97999999999999</cx:pt>
          <cx:pt idx="43701">65.989999999999995</cx:pt>
          <cx:pt idx="43702">184.97</cx:pt>
          <cx:pt idx="43703">169.97999999999999</cx:pt>
          <cx:pt idx="43704">143.97999999999999</cx:pt>
          <cx:pt idx="43705">151.96000000000001</cx:pt>
          <cx:pt idx="43706">184.97</cx:pt>
          <cx:pt idx="43707">62.979999999999997</cx:pt>
          <cx:pt idx="43708">62.979999999999997</cx:pt>
          <cx:pt idx="43709">62.979999999999997</cx:pt>
          <cx:pt idx="43710">62.979999999999997</cx:pt>
          <cx:pt idx="43711">62.979999999999997</cx:pt>
          <cx:pt idx="43712">62.979999999999997</cx:pt>
          <cx:pt idx="43713">62.979999999999997</cx:pt>
          <cx:pt idx="43714">62.979999999999997</cx:pt>
          <cx:pt idx="43715">57.979999999999997</cx:pt>
          <cx:pt idx="43716">57.979999999999997</cx:pt>
          <cx:pt idx="43717">57.979999999999997</cx:pt>
          <cx:pt idx="43718">57.979999999999997</cx:pt>
          <cx:pt idx="43719">57.979999999999997</cx:pt>
          <cx:pt idx="43720">247</cx:pt>
          <cx:pt idx="43721">161.94999999999999</cx:pt>
          <cx:pt idx="43722">124.97</cx:pt>
          <cx:pt idx="43723">199.96000000000001</cx:pt>
          <cx:pt idx="43724">192.96000000000001</cx:pt>
          <cx:pt idx="43725">135.96000000000001</cx:pt>
          <cx:pt idx="43726">199.96000000000001</cx:pt>
          <cx:pt idx="43727">210.94999999999999</cx:pt>
          <cx:pt idx="43728">191.96000000000001</cx:pt>
          <cx:pt idx="43729">141.94999999999999</cx:pt>
          <cx:pt idx="43730">57.969999999999999</cx:pt>
          <cx:pt idx="43731">58.490000000000002</cx:pt>
          <cx:pt idx="43732">48.979999999999997</cx:pt>
          <cx:pt idx="43733">58.479999999999997</cx:pt>
          <cx:pt idx="43734">58.479999999999997</cx:pt>
          <cx:pt idx="43735">58.479999999999997</cx:pt>
          <cx:pt idx="43736">48.979999999999997</cx:pt>
          <cx:pt idx="43737">58.979999999999997</cx:pt>
          <cx:pt idx="43738">84.980000000000004</cx:pt>
          <cx:pt idx="43739">131.97999999999999</cx:pt>
          <cx:pt idx="43740">65.989999999999995</cx:pt>
          <cx:pt idx="43741">84.980000000000004</cx:pt>
          <cx:pt idx="43742">59.390000000000001</cx:pt>
          <cx:pt idx="43743">103.37</cx:pt>
          <cx:pt idx="43744">65.989999999999995</cx:pt>
          <cx:pt idx="43745">57.5</cx:pt>
          <cx:pt idx="43746">65.989999999999995</cx:pt>
          <cx:pt idx="43747">65.989999999999995</cx:pt>
          <cx:pt idx="43748">65.989999999999995</cx:pt>
          <cx:pt idx="43749">65.989999999999995</cx:pt>
          <cx:pt idx="43750">59.390000000000001</cx:pt>
          <cx:pt idx="43751">65.989999999999995</cx:pt>
          <cx:pt idx="43752">65.989999999999995</cx:pt>
          <cx:pt idx="43753">65.989999999999995</cx:pt>
          <cx:pt idx="43754">65.989999999999995</cx:pt>
          <cx:pt idx="43755">58.979999999999997</cx:pt>
          <cx:pt idx="43756">58.979999999999997</cx:pt>
          <cx:pt idx="43757">122.98</cx:pt>
          <cx:pt idx="43758">136.97</cx:pt>
          <cx:pt idx="43759">71.980000000000004</cx:pt>
          <cx:pt idx="43760">65.989999999999995</cx:pt>
          <cx:pt idx="43761">152.97</cx:pt>
          <cx:pt idx="43762">99.980000000000004</cx:pt>
          <cx:pt idx="43763">99.980000000000004</cx:pt>
          <cx:pt idx="43764">59.32</cx:pt>
          <cx:pt idx="43765">79.980000000000004</cx:pt>
          <cx:pt idx="43766">114.97</cx:pt>
          <cx:pt idx="43767">83.980000000000004</cx:pt>
          <cx:pt idx="43768">99.980000000000004</cx:pt>
          <cx:pt idx="43769">187.96000000000001</cx:pt>
          <cx:pt idx="43770">74.379999999999995</cx:pt>
          <cx:pt idx="43771">118.97</cx:pt>
          <cx:pt idx="43772">99.980000000000004</cx:pt>
          <cx:pt idx="43773">84.989999999999995</cx:pt>
          <cx:pt idx="43774">99.980000000000004</cx:pt>
          <cx:pt idx="43775">57.219999999999999</cx:pt>
          <cx:pt idx="43776">63.140000000000001</cx:pt>
          <cx:pt idx="43777">63.140000000000001</cx:pt>
          <cx:pt idx="43778">63.140000000000001</cx:pt>
          <cx:pt idx="43779">62.590000000000003</cx:pt>
          <cx:pt idx="43780">169.97999999999999</cx:pt>
          <cx:pt idx="43781">84.989999999999995</cx:pt>
          <cx:pt idx="43782">-19.760000000000002</cx:pt>
          <cx:pt idx="43783">254.97</cx:pt>
          <cx:pt idx="43784">178.25</cx:pt>
          <cx:pt idx="43785">197.97</cx:pt>
          <cx:pt idx="43786">240.47</cx:pt>
          <cx:pt idx="43787">164.97999999999999</cx:pt>
          <cx:pt idx="43788">62.57</cx:pt>
          <cx:pt idx="43789">57.579999999999998</cx:pt>
          <cx:pt idx="43790">62.479999999999997</cx:pt>
          <cx:pt idx="43791">49.780000000000001</cx:pt>
          <cx:pt idx="43792">56.979999999999997</cx:pt>
          <cx:pt idx="43793">56.969999999999999</cx:pt>
          <cx:pt idx="43794">50.969999999999999</cx:pt>
          <cx:pt idx="43795">239.88999999999999</cx:pt>
          <cx:pt idx="43796">205.06999999999999</cx:pt>
          <cx:pt idx="43797">89.010000000000005</cx:pt>
          <cx:pt idx="43798">243.87</cx:pt>
          <cx:pt idx="43799">182.08000000000001</cx:pt>
          <cx:pt idx="43800">183</cx:pt>
          <cx:pt idx="43801">229.90000000000001</cx:pt>
          <cx:pt idx="43802">289.67000000000002</cx:pt>
          <cx:pt idx="43803">56.969999999999999</cx:pt>
          <cx:pt idx="43804">57.979999999999997</cx:pt>
          <cx:pt idx="43805">57.979999999999997</cx:pt>
          <cx:pt idx="43806">57.979999999999997</cx:pt>
          <cx:pt idx="43807">57.979999999999997</cx:pt>
          <cx:pt idx="43808">56.969999999999999</cx:pt>
          <cx:pt idx="43809">57.979999999999997</cx:pt>
          <cx:pt idx="43810">44.939999999999998</cx:pt>
          <cx:pt idx="43811">57.979999999999997</cx:pt>
          <cx:pt idx="43812">44.939999999999998</cx:pt>
          <cx:pt idx="43813">0</cx:pt>
          <cx:pt idx="43814">57.979999999999997</cx:pt>
          <cx:pt idx="43815">57.979999999999997</cx:pt>
          <cx:pt idx="43816">56.969999999999999</cx:pt>
          <cx:pt idx="43817">56.969999999999999</cx:pt>
          <cx:pt idx="43818">57.979999999999997</cx:pt>
          <cx:pt idx="43819">56.969999999999999</cx:pt>
          <cx:pt idx="43820">57.979999999999997</cx:pt>
          <cx:pt idx="43821">57.979999999999997</cx:pt>
          <cx:pt idx="43822">56.969999999999999</cx:pt>
          <cx:pt idx="43823">56.969999999999999</cx:pt>
          <cx:pt idx="43824">56.969999999999999</cx:pt>
          <cx:pt idx="43825">57.979999999999997</cx:pt>
          <cx:pt idx="43826">49.280000000000001</cx:pt>
          <cx:pt idx="43827">144.47999999999999</cx:pt>
          <cx:pt idx="43828">131.97999999999999</cx:pt>
          <cx:pt idx="43829">307.92000000000002</cx:pt>
          <cx:pt idx="43830">169.97999999999999</cx:pt>
          <cx:pt idx="43831">57.969999999999999</cx:pt>
          <cx:pt idx="43832">49.280000000000001</cx:pt>
          <cx:pt idx="43833">57.969999999999999</cx:pt>
          <cx:pt idx="43834">56.969999999999999</cx:pt>
          <cx:pt idx="43835">65.189999999999998</cx:pt>
          <cx:pt idx="43836">137.97999999999999</cx:pt>
          <cx:pt idx="43837">84.989999999999995</cx:pt>
          <cx:pt idx="43838">179.97</cx:pt>
          <cx:pt idx="43839">148.97999999999999</cx:pt>
          <cx:pt idx="43840">126.34999999999999</cx:pt>
          <cx:pt idx="43841">169.97999999999999</cx:pt>
          <cx:pt idx="43842">80.670000000000002</cx:pt>
          <cx:pt idx="43843">99.980000000000004</cx:pt>
          <cx:pt idx="43844">111.98</cx:pt>
          <cx:pt idx="43845">20.289999999999999</cx:pt>
          <cx:pt idx="43846">56.969999999999999</cx:pt>
          <cx:pt idx="43847">56.969999999999999</cx:pt>
          <cx:pt idx="43848">79.780000000000001</cx:pt>
          <cx:pt idx="43849">147.59999999999999</cx:pt>
          <cx:pt idx="43850">79.849999999999994</cx:pt>
          <cx:pt idx="43851">159.69999999999999</cx:pt>
          <cx:pt idx="43852">79.849999999999994</cx:pt>
          <cx:pt idx="43853">79.849999999999994</cx:pt>
          <cx:pt idx="43854">90.709999999999994</cx:pt>
          <cx:pt idx="43855">217.75</cx:pt>
          <cx:pt idx="43856">79.849999999999994</cx:pt>
          <cx:pt idx="43857">73.129999999999995</cx:pt>
          <cx:pt idx="43858">56.969999999999999</cx:pt>
          <cx:pt idx="43859">56.969999999999999</cx:pt>
          <cx:pt idx="43860">56.969999999999999</cx:pt>
          <cx:pt idx="43861">20.289999999999999</cx:pt>
          <cx:pt idx="43862">20.289999999999999</cx:pt>
          <cx:pt idx="43863">56.969999999999999</cx:pt>
          <cx:pt idx="43864">56.969999999999999</cx:pt>
          <cx:pt idx="43865">56.969999999999999</cx:pt>
          <cx:pt idx="43866">56.969999999999999</cx:pt>
          <cx:pt idx="43867">56.969999999999999</cx:pt>
          <cx:pt idx="43868">49.270000000000003</cx:pt>
          <cx:pt idx="43869">84.989999999999995</cx:pt>
          <cx:pt idx="43870">79.980000000000004</cx:pt>
          <cx:pt idx="43871">111.06999999999999</cx:pt>
          <cx:pt idx="43872">84.989999999999995</cx:pt>
          <cx:pt idx="43873">131.97999999999999</cx:pt>
          <cx:pt idx="43874">153.97999999999999</cx:pt>
          <cx:pt idx="43875">184.97</cx:pt>
          <cx:pt idx="43876">76.189999999999998</cx:pt>
          <cx:pt idx="43877">73.170000000000002</cx:pt>
          <cx:pt idx="43878">169.97999999999999</cx:pt>
          <cx:pt idx="43879">57.960000000000001</cx:pt>
          <cx:pt idx="43880">57.960000000000001</cx:pt>
          <cx:pt idx="43881">54.979999999999997</cx:pt>
          <cx:pt idx="43882">54.979999999999997</cx:pt>
          <cx:pt idx="43883">56.969999999999999</cx:pt>
          <cx:pt idx="43884">62.899999999999999</cx:pt>
          <cx:pt idx="43885">56.969999999999999</cx:pt>
          <cx:pt idx="43886">56.969999999999999</cx:pt>
          <cx:pt idx="43887">56.969999999999999</cx:pt>
          <cx:pt idx="43888">56.969999999999999</cx:pt>
          <cx:pt idx="43889">56.969999999999999</cx:pt>
          <cx:pt idx="43890">56.969999999999999</cx:pt>
          <cx:pt idx="43891">138.47999999999999</cx:pt>
          <cx:pt idx="43892">146.83000000000001</cx:pt>
          <cx:pt idx="43893">62.899999999999999</cx:pt>
          <cx:pt idx="43894">62.899999999999999</cx:pt>
          <cx:pt idx="43895">62.899999999999999</cx:pt>
          <cx:pt idx="43896">62.899999999999999</cx:pt>
          <cx:pt idx="43897">57.960000000000001</cx:pt>
          <cx:pt idx="43898">56.969999999999999</cx:pt>
          <cx:pt idx="43899">56.969999999999999</cx:pt>
          <cx:pt idx="43900">56.969999999999999</cx:pt>
          <cx:pt idx="43901">56.969999999999999</cx:pt>
          <cx:pt idx="43902">56.969999999999999</cx:pt>
          <cx:pt idx="43903">166.93000000000001</cx:pt>
          <cx:pt idx="43904">209.28</cx:pt>
          <cx:pt idx="43905">176.62</cx:pt>
          <cx:pt idx="43906">195.97</cx:pt>
          <cx:pt idx="43907">203.06999999999999</cx:pt>
          <cx:pt idx="43908">152.22</cx:pt>
          <cx:pt idx="43909">183.87</cx:pt>
          <cx:pt idx="43910">56.969999999999999</cx:pt>
          <cx:pt idx="43911">56.969999999999999</cx:pt>
          <cx:pt idx="43912">62.899999999999999</cx:pt>
          <cx:pt idx="43913">62.899999999999999</cx:pt>
          <cx:pt idx="43914">-62.899999999999999</cx:pt>
          <cx:pt idx="43915">62.899999999999999</cx:pt>
          <cx:pt idx="43916">56.969999999999999</cx:pt>
          <cx:pt idx="43917">56.969999999999999</cx:pt>
          <cx:pt idx="43918">56.969999999999999</cx:pt>
          <cx:pt idx="43919">62.899999999999999</cx:pt>
          <cx:pt idx="43920">62.899999999999999</cx:pt>
          <cx:pt idx="43921">56.969999999999999</cx:pt>
          <cx:pt idx="43922">131.97999999999999</cx:pt>
          <cx:pt idx="43923">160.94999999999999</cx:pt>
          <cx:pt idx="43924">131.97999999999999</cx:pt>
          <cx:pt idx="43925">131.97999999999999</cx:pt>
          <cx:pt idx="43926">121.98</cx:pt>
          <cx:pt idx="43927">131.97999999999999</cx:pt>
          <cx:pt idx="43928">62.899999999999999</cx:pt>
          <cx:pt idx="43929">49.270000000000003</cx:pt>
          <cx:pt idx="43930">62.899999999999999</cx:pt>
          <cx:pt idx="43931">56.969999999999999</cx:pt>
          <cx:pt idx="43932">56.969999999999999</cx:pt>
          <cx:pt idx="43933">56.969999999999999</cx:pt>
          <cx:pt idx="43934">143.97999999999999</cx:pt>
          <cx:pt idx="43935">239.97</cx:pt>
          <cx:pt idx="43936">149.97999999999999</cx:pt>
          <cx:pt idx="43937">159.97999999999999</cx:pt>
          <cx:pt idx="43938">159.97999999999999</cx:pt>
          <cx:pt idx="43939">159.97999999999999</cx:pt>
          <cx:pt idx="43940">159.97999999999999</cx:pt>
          <cx:pt idx="43941">159.97999999999999</cx:pt>
          <cx:pt idx="43942">215.97</cx:pt>
          <cx:pt idx="43943">159.97999999999999</cx:pt>
          <cx:pt idx="43944">149.97999999999999</cx:pt>
          <cx:pt idx="43945">149.97999999999999</cx:pt>
          <cx:pt idx="43946">62.880000000000003</cx:pt>
          <cx:pt idx="43947">62.880000000000003</cx:pt>
          <cx:pt idx="43948">49.259999999999998</cx:pt>
          <cx:pt idx="43949">56.950000000000003</cx:pt>
          <cx:pt idx="43950">62.869999999999997</cx:pt>
          <cx:pt idx="43951">62.869999999999997</cx:pt>
          <cx:pt idx="43952">151.97</cx:pt>
          <cx:pt idx="43953">65.989999999999995</cx:pt>
          <cx:pt idx="43954">167.11000000000001</cx:pt>
          <cx:pt idx="43955">250.94999999999999</cx:pt>
          <cx:pt idx="43956">199.96000000000001</cx:pt>
          <cx:pt idx="43957">201.97</cx:pt>
          <cx:pt idx="43958">340.81</cx:pt>
          <cx:pt idx="43959">270.95999999999998</cx:pt>
          <cx:pt idx="43960">172.97</cx:pt>
          <cx:pt idx="43961">197.97</cx:pt>
          <cx:pt idx="43962">56.859999999999999</cx:pt>
          <cx:pt idx="43963">8.9399999999999995</cx:pt>
          <cx:pt idx="43964">27.18</cx:pt>
          <cx:pt idx="43965">53.219999999999999</cx:pt>
          <cx:pt idx="43966">53.219999999999999</cx:pt>
          <cx:pt idx="43967">53.219999999999999</cx:pt>
          <cx:pt idx="43968">53.189999999999998</cx:pt>
          <cx:pt idx="43969">229.96000000000001</cx:pt>
          <cx:pt idx="43970">179.97</cx:pt>
          <cx:pt idx="43971">124.95999999999999</cx:pt>
          <cx:pt idx="43972">179.96000000000001</cx:pt>
          <cx:pt idx="43973">239.97</cx:pt>
          <cx:pt idx="43974">62.630000000000003</cx:pt>
          <cx:pt idx="43975">62.090000000000003</cx:pt>
          <cx:pt idx="43976">62.090000000000003</cx:pt>
          <cx:pt idx="43977">19.390000000000001</cx:pt>
          <cx:pt idx="43978">19.390000000000001</cx:pt>
          <cx:pt idx="43979">56.68</cx:pt>
          <cx:pt idx="43980">56.68</cx:pt>
          <cx:pt idx="43981">-58.490000000000002</cx:pt>
          <cx:pt idx="43982">58.490000000000002</cx:pt>
          <cx:pt idx="43983">48.969999999999999</cx:pt>
          <cx:pt idx="43984">62.060000000000002</cx:pt>
          <cx:pt idx="43985">193.55000000000001</cx:pt>
          <cx:pt idx="43986">169.36000000000001</cx:pt>
          <cx:pt idx="43987">203</cx:pt>
          <cx:pt idx="43988">120.55</cx:pt>
          <cx:pt idx="43989">116.12</cx:pt>
          <cx:pt idx="43990">179.03999999999999</cx:pt>
          <cx:pt idx="43991">49.990000000000002</cx:pt>
          <cx:pt idx="43992">145.16</cx:pt>
          <cx:pt idx="43993">145.15000000000001</cx:pt>
          <cx:pt idx="43994">208.08000000000001</cx:pt>
          <cx:pt idx="43995">56.670000000000002</cx:pt>
          <cx:pt idx="43996">31.489999999999998</cx:pt>
          <cx:pt idx="43997">8.4900000000000002</cx:pt>
          <cx:pt idx="43998">44.229999999999997</cx:pt>
          <cx:pt idx="43999">61.979999999999997</cx:pt>
          <cx:pt idx="44000">61.979999999999997</cx:pt>
          <cx:pt idx="44001">61.979999999999997</cx:pt>
          <cx:pt idx="44002">66.980000000000004</cx:pt>
          <cx:pt idx="44003">84.989999999999995</cx:pt>
          <cx:pt idx="44004">84.989999999999995</cx:pt>
          <cx:pt idx="44005">84.730000000000004</cx:pt>
          <cx:pt idx="44006">119.98</cx:pt>
          <cx:pt idx="44007">84.989999999999995</cx:pt>
          <cx:pt idx="44008">84.989999999999995</cx:pt>
          <cx:pt idx="44009">84.989999999999995</cx:pt>
          <cx:pt idx="44010">65.989999999999995</cx:pt>
          <cx:pt idx="44011">65.989999999999995</cx:pt>
          <cx:pt idx="44012">100.98</cx:pt>
          <cx:pt idx="44013">84.989999999999995</cx:pt>
          <cx:pt idx="44014">65.989999999999995</cx:pt>
          <cx:pt idx="44015">65.980000000000004</cx:pt>
          <cx:pt idx="44016">84.989999999999995</cx:pt>
          <cx:pt idx="44017">65.980000000000004</cx:pt>
          <cx:pt idx="44018">57.579999999999998</cx:pt>
          <cx:pt idx="44019">57.579999999999998</cx:pt>
          <cx:pt idx="44020">133.96000000000001</cx:pt>
          <cx:pt idx="44021">157.30000000000001</cx:pt>
          <cx:pt idx="44022">51.979999999999997</cx:pt>
          <cx:pt idx="44023">56.979999999999997</cx:pt>
          <cx:pt idx="44024">56.979999999999997</cx:pt>
          <cx:pt idx="44025">56.979999999999997</cx:pt>
          <cx:pt idx="44026">56.969999999999999</cx:pt>
          <cx:pt idx="44027">56.969999999999999</cx:pt>
          <cx:pt idx="44028">56.969999999999999</cx:pt>
          <cx:pt idx="44029">56.969999999999999</cx:pt>
          <cx:pt idx="44030">56.969999999999999</cx:pt>
          <cx:pt idx="44031">56.969999999999999</cx:pt>
          <cx:pt idx="44032">48.780000000000001</cx:pt>
          <cx:pt idx="44033">48.780000000000001</cx:pt>
          <cx:pt idx="44034">62.280000000000001</cx:pt>
          <cx:pt idx="44035">97.060000000000002</cx:pt>
          <cx:pt idx="44036">131.97999999999999</cx:pt>
          <cx:pt idx="44037">120.95</cx:pt>
          <cx:pt idx="44038">131.97999999999999</cx:pt>
          <cx:pt idx="44039">62.280000000000001</cx:pt>
          <cx:pt idx="44040">161.96000000000001</cx:pt>
          <cx:pt idx="44041">199.96000000000001</cx:pt>
          <cx:pt idx="44042">171.97</cx:pt>
          <cx:pt idx="44043">215.46000000000001</cx:pt>
          <cx:pt idx="44044">47.770000000000003</cx:pt>
          <cx:pt idx="44045">62.049999999999997</cx:pt>
          <cx:pt idx="44046">182.94999999999999</cx:pt>
          <cx:pt idx="44047">96.980000000000004</cx:pt>
          <cx:pt idx="44048">115.97</cx:pt>
          <cx:pt idx="44049">108.95</cx:pt>
          <cx:pt idx="44050">179.97</cx:pt>
          <cx:pt idx="44051">97.980000000000004</cx:pt>
          <cx:pt idx="44052">159.97999999999999</cx:pt>
          <cx:pt idx="44053">159.97999999999999</cx:pt>
          <cx:pt idx="44054">96.980000000000004</cx:pt>
          <cx:pt idx="44055">159.97999999999999</cx:pt>
          <cx:pt idx="44056">57.119999999999997</cx:pt>
          <cx:pt idx="44057">53.979999999999997</cx:pt>
          <cx:pt idx="44058">2.9900000000000002</cx:pt>
          <cx:pt idx="44059">24.989999999999998</cx:pt>
          <cx:pt idx="44060">26.289999999999999</cx:pt>
          <cx:pt idx="44061">404.36000000000001</cx:pt>
          <cx:pt idx="44062">164.94</cx:pt>
          <cx:pt idx="44063">387.44</cx:pt>
          <cx:pt idx="44064">338.31</cx:pt>
          <cx:pt idx="44065">61.350000000000001</cx:pt>
          <cx:pt idx="44066">56.979999999999997</cx:pt>
          <cx:pt idx="44067">56.979999999999997</cx:pt>
          <cx:pt idx="44068">99.950000000000003</cx:pt>
          <cx:pt idx="44069">233.88</cx:pt>
          <cx:pt idx="44070">195.90000000000001</cx:pt>
          <cx:pt idx="44071">194.90000000000001</cx:pt>
          <cx:pt idx="44072">194.90000000000001</cx:pt>
          <cx:pt idx="44073">56.969999999999999</cx:pt>
          <cx:pt idx="44074">55.979999999999997</cx:pt>
          <cx:pt idx="44075">56.969999999999999</cx:pt>
          <cx:pt idx="44076">56.969999999999999</cx:pt>
          <cx:pt idx="44077">97.969999999999999</cx:pt>
          <cx:pt idx="44078">119.95999999999999</cx:pt>
          <cx:pt idx="44079">29.989999999999998</cx:pt>
          <cx:pt idx="44080">119.95999999999999</cx:pt>
          <cx:pt idx="44081">119.95999999999999</cx:pt>
          <cx:pt idx="44082">108.63</cx:pt>
          <cx:pt idx="44083">89.219999999999999</cx:pt>
          <cx:pt idx="44084">119.95999999999999</cx:pt>
          <cx:pt idx="44085">70.129999999999995</cx:pt>
          <cx:pt idx="44086">64.459999999999994</cx:pt>
          <cx:pt idx="44087">60.969999999999999</cx:pt>
          <cx:pt idx="44088">89.969999999999999</cx:pt>
          <cx:pt idx="44089">74.980000000000004</cx:pt>
          <cx:pt idx="44090">101.97</cx:pt>
          <cx:pt idx="44091">97.859999999999999</cx:pt>
          <cx:pt idx="44092">89.969999999999999</cx:pt>
          <cx:pt idx="44093">62.520000000000003</cx:pt>
          <cx:pt idx="44094">74.219999999999999</cx:pt>
          <cx:pt idx="44095">118.16</cx:pt>
          <cx:pt idx="44096">114.95999999999999</cx:pt>
          <cx:pt idx="44097">56.969999999999999</cx:pt>
          <cx:pt idx="44098">56.969999999999999</cx:pt>
          <cx:pt idx="44099">56.969999999999999</cx:pt>
          <cx:pt idx="44100">56.969999999999999</cx:pt>
          <cx:pt idx="44101">56.969999999999999</cx:pt>
          <cx:pt idx="44102">43.93</cx:pt>
          <cx:pt idx="44103">55.979999999999997</cx:pt>
          <cx:pt idx="44104">56.969999999999999</cx:pt>
          <cx:pt idx="44105">56.969999999999999</cx:pt>
          <cx:pt idx="44106">56.969999999999999</cx:pt>
          <cx:pt idx="44107">149.16999999999999</cx:pt>
          <cx:pt idx="44108">166.47</cx:pt>
          <cx:pt idx="44109">169.97999999999999</cx:pt>
          <cx:pt idx="44110">74.980000000000004</cx:pt>
          <cx:pt idx="44111">109.98</cx:pt>
          <cx:pt idx="44112">94.980000000000004</cx:pt>
          <cx:pt idx="44113">99.980000000000004</cx:pt>
          <cx:pt idx="44114">119.97</cx:pt>
          <cx:pt idx="44115">169.97999999999999</cx:pt>
          <cx:pt idx="44116">109.98</cx:pt>
          <cx:pt idx="44117">165.96000000000001</cx:pt>
          <cx:pt idx="44118">164.97</cx:pt>
          <cx:pt idx="44119">164.97</cx:pt>
          <cx:pt idx="44120">158.22</cx:pt>
          <cx:pt idx="44121">56.969999999999999</cx:pt>
          <cx:pt idx="44122">55.979999999999997</cx:pt>
          <cx:pt idx="44123">56.969999999999999</cx:pt>
          <cx:pt idx="44124">55.979999999999997</cx:pt>
          <cx:pt idx="44125">56.969999999999999</cx:pt>
          <cx:pt idx="44126">55.979999999999997</cx:pt>
          <cx:pt idx="44127">56.969999999999999</cx:pt>
          <cx:pt idx="44128">56.969999999999999</cx:pt>
          <cx:pt idx="44129">55.979999999999997</cx:pt>
          <cx:pt idx="44130">56.969999999999999</cx:pt>
          <cx:pt idx="44131">237.65000000000001</cx:pt>
          <cx:pt idx="44132">229.47</cx:pt>
          <cx:pt idx="44133">229.47</cx:pt>
          <cx:pt idx="44134">50.979999999999997</cx:pt>
          <cx:pt idx="44135">300.55000000000001</cx:pt>
          <cx:pt idx="44136">53.969999999999999</cx:pt>
          <cx:pt idx="44137">263.93000000000001</cx:pt>
          <cx:pt idx="44138">113.97</cx:pt>
          <cx:pt idx="44139">56.969999999999999</cx:pt>
          <cx:pt idx="44140">56.969999999999999</cx:pt>
          <cx:pt idx="44141">55.979999999999997</cx:pt>
          <cx:pt idx="44142">56.969999999999999</cx:pt>
          <cx:pt idx="44143">56.969999999999999</cx:pt>
          <cx:pt idx="44144">55.979999999999997</cx:pt>
          <cx:pt idx="44145">43.93</cx:pt>
          <cx:pt idx="44146">56.969999999999999</cx:pt>
          <cx:pt idx="44147">55.979999999999997</cx:pt>
          <cx:pt idx="44148">56.969999999999999</cx:pt>
          <cx:pt idx="44149">49.469999999999999</cx:pt>
          <cx:pt idx="44150">83.950000000000003</cx:pt>
          <cx:pt idx="44151">474.88999999999999</cx:pt>
          <cx:pt idx="44152">159.94999999999999</cx:pt>
          <cx:pt idx="44153">204.94999999999999</cx:pt>
          <cx:pt idx="44154">69.980000000000004</cx:pt>
          <cx:pt idx="44155">89.969999999999999</cx:pt>
          <cx:pt idx="44156">364.92000000000002</cx:pt>
          <cx:pt idx="44157">55.979999999999997</cx:pt>
          <cx:pt idx="44158">56.969999999999999</cx:pt>
          <cx:pt idx="44159">56.969999999999999</cx:pt>
          <cx:pt idx="44160">55.979999999999997</cx:pt>
          <cx:pt idx="44161">55.979999999999997</cx:pt>
          <cx:pt idx="44162">55.979999999999997</cx:pt>
          <cx:pt idx="44163">55.979999999999997</cx:pt>
          <cx:pt idx="44164">55.969999999999999</cx:pt>
          <cx:pt idx="44165">55.969999999999999</cx:pt>
          <cx:pt idx="44166">126.98</cx:pt>
          <cx:pt idx="44167">126.98</cx:pt>
          <cx:pt idx="44168">-1.5</cx:pt>
          <cx:pt idx="44169">23.489999999999998</cx:pt>
          <cx:pt idx="44170">53.979999999999997</cx:pt>
          <cx:pt idx="44171">126.98</cx:pt>
          <cx:pt idx="44172">100.98</cx:pt>
          <cx:pt idx="44173">126.98</cx:pt>
          <cx:pt idx="44174">100.98</cx:pt>
          <cx:pt idx="44175">-19.050000000000001</cx:pt>
          <cx:pt idx="44176">65.989999999999995</cx:pt>
          <cx:pt idx="44177">80.980000000000004</cx:pt>
          <cx:pt idx="44178">60.990000000000002</cx:pt>
          <cx:pt idx="44179">63.969999999999999</cx:pt>
          <cx:pt idx="44180">60.990000000000002</cx:pt>
          <cx:pt idx="44181">61.109999999999999</cx:pt>
          <cx:pt idx="44182">75.980000000000004</cx:pt>
          <cx:pt idx="44183">126.98</cx:pt>
          <cx:pt idx="44184">52.990000000000002</cx:pt>
          <cx:pt idx="44185">100.98</cx:pt>
          <cx:pt idx="44186">65.989999999999995</cx:pt>
          <cx:pt idx="44187">126.98</cx:pt>
          <cx:pt idx="44188">88.920000000000002</cx:pt>
          <cx:pt idx="44189">117.98</cx:pt>
          <cx:pt idx="44190">56.960000000000001</cx:pt>
          <cx:pt idx="44191">48.270000000000003</cx:pt>
          <cx:pt idx="44192">55.969999999999999</cx:pt>
          <cx:pt idx="44193">47.479999999999997</cx:pt>
          <cx:pt idx="44194">55.969999999999999</cx:pt>
          <cx:pt idx="44195">47.479999999999997</cx:pt>
          <cx:pt idx="44196">56.960000000000001</cx:pt>
          <cx:pt idx="44197">55.969999999999999</cx:pt>
          <cx:pt idx="44198">85.980000000000004</cx:pt>
          <cx:pt idx="44199">85.980000000000004</cx:pt>
          <cx:pt idx="44200">85.980000000000004</cx:pt>
          <cx:pt idx="44201">65.989999999999995</cx:pt>
          <cx:pt idx="44202">85.980000000000004</cx:pt>
          <cx:pt idx="44203">65.989999999999995</cx:pt>
          <cx:pt idx="44204">82.379999999999995</cx:pt>
          <cx:pt idx="44205">85.980000000000004</cx:pt>
          <cx:pt idx="44206">65.989999999999995</cx:pt>
          <cx:pt idx="44207">55.979999999999997</cx:pt>
          <cx:pt idx="44208">55.969999999999999</cx:pt>
          <cx:pt idx="44209">55.979999999999997</cx:pt>
          <cx:pt idx="44210">55.960000000000001</cx:pt>
          <cx:pt idx="44211">55.979999999999997</cx:pt>
          <cx:pt idx="44212">55.979999999999997</cx:pt>
          <cx:pt idx="44213">55.979999999999997</cx:pt>
          <cx:pt idx="44214">55.979999999999997</cx:pt>
          <cx:pt idx="44215">55.979999999999997</cx:pt>
          <cx:pt idx="44216">84.989999999999995</cx:pt>
          <cx:pt idx="44217">101.95999999999999</cx:pt>
          <cx:pt idx="44218">59.969999999999999</cx:pt>
          <cx:pt idx="44219">87.950000000000003</cx:pt>
          <cx:pt idx="44220">59.969999999999999</cx:pt>
          <cx:pt idx="44221">64.980000000000004</cx:pt>
          <cx:pt idx="44222">211.94999999999999</cx:pt>
          <cx:pt idx="44223">239.94999999999999</cx:pt>
          <cx:pt idx="44224">108.91</cx:pt>
          <cx:pt idx="44225">169.97999999999999</cx:pt>
          <cx:pt idx="44226">55.950000000000003</cx:pt>
          <cx:pt idx="44227">55.969999999999999</cx:pt>
          <cx:pt idx="44228">55.969999999999999</cx:pt>
          <cx:pt idx="44229">55.969999999999999</cx:pt>
          <cx:pt idx="44230">55.960000000000001</cx:pt>
          <cx:pt idx="44231">55.969999999999999</cx:pt>
          <cx:pt idx="44232">163.94</cx:pt>
          <cx:pt idx="44233">55.960000000000001</cx:pt>
          <cx:pt idx="44234">55.960000000000001</cx:pt>
          <cx:pt idx="44235">55.960000000000001</cx:pt>
          <cx:pt idx="44236">25.48</cx:pt>
          <cx:pt idx="44237">13.49</cx:pt>
          <cx:pt idx="44238">55.960000000000001</cx:pt>
          <cx:pt idx="44239">55.960000000000001</cx:pt>
          <cx:pt idx="44240">291.92000000000002</cx:pt>
          <cx:pt idx="44241">183.96000000000001</cx:pt>
          <cx:pt idx="44242">179.94999999999999</cx:pt>
          <cx:pt idx="44243">239.94</cx:pt>
          <cx:pt idx="44244">213.91999999999999</cx:pt>
          <cx:pt idx="44245">55.939999999999998</cx:pt>
          <cx:pt idx="44246">55.960000000000001</cx:pt>
          <cx:pt idx="44247">61.689999999999998</cx:pt>
          <cx:pt idx="44248">61.689999999999998</cx:pt>
          <cx:pt idx="44249">169.97999999999999</cx:pt>
          <cx:pt idx="44250">137.97999999999999</cx:pt>
          <cx:pt idx="44251">84.989999999999995</cx:pt>
          <cx:pt idx="44252">144.47999999999999</cx:pt>
          <cx:pt idx="44253">169.97999999999999</cx:pt>
          <cx:pt idx="44254">169.97999999999999</cx:pt>
          <cx:pt idx="44255">159.97999999999999</cx:pt>
          <cx:pt idx="44256">84.989999999999995</cx:pt>
          <cx:pt idx="44257">254.97</cx:pt>
          <cx:pt idx="44258">169.97999999999999</cx:pt>
          <cx:pt idx="44259">61.670000000000002</cx:pt>
          <cx:pt idx="44260">61.670000000000002</cx:pt>
          <cx:pt idx="44261">61.670000000000002</cx:pt>
          <cx:pt idx="44262">61.670000000000002</cx:pt>
          <cx:pt idx="44263">61.670000000000002</cx:pt>
          <cx:pt idx="44264">61.670000000000002</cx:pt>
          <cx:pt idx="44265">21.760000000000002</cx:pt>
          <cx:pt idx="44266">61.670000000000002</cx:pt>
          <cx:pt idx="44267">61.670000000000002</cx:pt>
          <cx:pt idx="44268">21.760000000000002</cx:pt>
          <cx:pt idx="44269">61.670000000000002</cx:pt>
          <cx:pt idx="44270">61.670000000000002</cx:pt>
          <cx:pt idx="44271">109.98</cx:pt>
          <cx:pt idx="44272">159.96000000000001</cx:pt>
          <cx:pt idx="44273">109.98</cx:pt>
          <cx:pt idx="44274">54.990000000000002</cx:pt>
          <cx:pt idx="44275">84.989999999999995</cx:pt>
          <cx:pt idx="44276">175.31999999999999</cx:pt>
          <cx:pt idx="44277">139.96000000000001</cx:pt>
          <cx:pt idx="44278">189.97</cx:pt>
          <cx:pt idx="44279">61.659999999999997</cx:pt>
          <cx:pt idx="44280">61.649999999999999</cx:pt>
          <cx:pt idx="44281">48.07</cx:pt>
          <cx:pt idx="44282">51.990000000000002</cx:pt>
          <cx:pt idx="44283">56.670000000000002</cx:pt>
          <cx:pt idx="44284">74.980000000000004</cx:pt>
          <cx:pt idx="44285">78.439999999999998</cx:pt>
          <cx:pt idx="44286">79.989999999999995</cx:pt>
          <cx:pt idx="44287">73.280000000000001</cx:pt>
          <cx:pt idx="44288">93.980000000000004</cx:pt>
          <cx:pt idx="44289">79.989999999999995</cx:pt>
          <cx:pt idx="44290">78.180000000000007</cx:pt>
          <cx:pt idx="44291">79.989999999999995</cx:pt>
          <cx:pt idx="44292">79.989999999999995</cx:pt>
          <cx:pt idx="44293">79.989999999999995</cx:pt>
          <cx:pt idx="44294">93.980000000000004</cx:pt>
          <cx:pt idx="44295">93.980000000000004</cx:pt>
          <cx:pt idx="44296">147.47</cx:pt>
          <cx:pt idx="44297">72.060000000000002</cx:pt>
          <cx:pt idx="44298">79.989999999999995</cx:pt>
          <cx:pt idx="44299">82.969999999999999</cx:pt>
          <cx:pt idx="44300">69.879999999999995</cx:pt>
          <cx:pt idx="44301">79.989999999999995</cx:pt>
          <cx:pt idx="44302">79.989999999999995</cx:pt>
          <cx:pt idx="44303">79.989999999999995</cx:pt>
          <cx:pt idx="44304">42.490000000000002</cx:pt>
          <cx:pt idx="44305">79.260000000000005</cx:pt>
          <cx:pt idx="44306">60.969999999999999</cx:pt>
          <cx:pt idx="44307">55.979999999999997</cx:pt>
          <cx:pt idx="44308">-64.980000000000004</cx:pt>
          <cx:pt idx="44309">64.980000000000004</cx:pt>
          <cx:pt idx="44310">55.979999999999997</cx:pt>
          <cx:pt idx="44311">134.97999999999999</cx:pt>
          <cx:pt idx="44312">84.989999999999995</cx:pt>
          <cx:pt idx="44313">148.97</cx:pt>
          <cx:pt idx="44314">57.979999999999997</cx:pt>
          <cx:pt idx="44315">140.47</cx:pt>
          <cx:pt idx="44316">169.97999999999999</cx:pt>
          <cx:pt idx="44317">148.97</cx:pt>
          <cx:pt idx="44318">96.469999999999999</cx:pt>
          <cx:pt idx="44319">54.979999999999997</cx:pt>
          <cx:pt idx="44320">152.25999999999999</cx:pt>
          <cx:pt idx="44321">104.98</cx:pt>
          <cx:pt idx="44322">86.489999999999995</cx:pt>
          <cx:pt idx="44323">84.989999999999995</cx:pt>
          <cx:pt idx="44324">86.489999999999995</cx:pt>
          <cx:pt idx="44325">55.979999999999997</cx:pt>
          <cx:pt idx="44326">55.979999999999997</cx:pt>
          <cx:pt idx="44327">55.979999999999997</cx:pt>
          <cx:pt idx="44328">55.979999999999997</cx:pt>
          <cx:pt idx="44329">55.979999999999997</cx:pt>
          <cx:pt idx="44330">47.579999999999998</cx:pt>
          <cx:pt idx="44331">55.979999999999997</cx:pt>
          <cx:pt idx="44332">47.579999999999998</cx:pt>
          <cx:pt idx="44333">55.979999999999997</cx:pt>
          <cx:pt idx="44334">55.979999999999997</cx:pt>
          <cx:pt idx="44335">55.979999999999997</cx:pt>
          <cx:pt idx="44336">55.979999999999997</cx:pt>
          <cx:pt idx="44337">118.78</cx:pt>
          <cx:pt idx="44338">118.78</cx:pt>
          <cx:pt idx="44339">100.19</cx:pt>
          <cx:pt idx="44340">191.31</cx:pt>
          <cx:pt idx="44341">163.96000000000001</cx:pt>
          <cx:pt idx="44342">199.96000000000001</cx:pt>
          <cx:pt idx="44343">181.93000000000001</cx:pt>
          <cx:pt idx="44344">256.86000000000001</cx:pt>
          <cx:pt idx="44345">201.97</cx:pt>
          <cx:pt idx="44346">55.979999999999997</cx:pt>
          <cx:pt idx="44347">56.969999999999999</cx:pt>
          <cx:pt idx="44348">55.969999999999999</cx:pt>
          <cx:pt idx="44349">56.969999999999999</cx:pt>
          <cx:pt idx="44350">55.960000000000001</cx:pt>
          <cx:pt idx="44351">55.960000000000001</cx:pt>
          <cx:pt idx="44352">56.920000000000002</cx:pt>
          <cx:pt idx="44353">50.969999999999999</cx:pt>
          <cx:pt idx="44354">77.790000000000006</cx:pt>
          <cx:pt idx="44355">52.450000000000003</cx:pt>
          <cx:pt idx="44356">52.189999999999998</cx:pt>
          <cx:pt idx="44357">58.140000000000001</cx:pt>
          <cx:pt idx="44358">65.969999999999999</cx:pt>
          <cx:pt idx="44359">63.960000000000001</cx:pt>
          <cx:pt idx="44360">52.450000000000003</cx:pt>
          <cx:pt idx="44361">65.439999999999998</cx:pt>
          <cx:pt idx="44362">52.979999999999997</cx:pt>
          <cx:pt idx="44363">69.079999999999998</cx:pt>
          <cx:pt idx="44364">65.310000000000002</cx:pt>
          <cx:pt idx="44365">52.32</cx:pt>
          <cx:pt idx="44366">52.979999999999997</cx:pt>
          <cx:pt idx="44367">63.439999999999998</cx:pt>
          <cx:pt idx="44368">62.340000000000003</cx:pt>
          <cx:pt idx="44369">49.18</cx:pt>
          <cx:pt idx="44370">65.180000000000007</cx:pt>
          <cx:pt idx="44371">59.390000000000001</cx:pt>
          <cx:pt idx="44372">78.319999999999993</cx:pt>
          <cx:pt idx="44373">319.38999999999999</cx:pt>
          <cx:pt idx="44374">319.38999999999999</cx:pt>
          <cx:pt idx="44375">319.38999999999999</cx:pt>
          <cx:pt idx="44376">296.75999999999999</cx:pt>
          <cx:pt idx="44377">319.38999999999999</cx:pt>
          <cx:pt idx="44378">60.960000000000001</cx:pt>
          <cx:pt idx="44379">60.939999999999998</cx:pt>
          <cx:pt idx="44380">50.880000000000003</cx:pt>
          <cx:pt idx="44381">129.97</cx:pt>
          <cx:pt idx="44382">84.989999999999995</cx:pt>
          <cx:pt idx="44383">154.96000000000001</cx:pt>
          <cx:pt idx="44384">179.94</cx:pt>
          <cx:pt idx="44385">183.91999999999999</cx:pt>
          <cx:pt idx="44386">84.969999999999999</cx:pt>
          <cx:pt idx="44387">120.86</cx:pt>
          <cx:pt idx="44388">165.38999999999999</cx:pt>
          <cx:pt idx="44389">109.98</cx:pt>
          <cx:pt idx="44390">129.97</cx:pt>
          <cx:pt idx="44391">78.450000000000003</cx:pt>
          <cx:pt idx="44392">104.98</cx:pt>
          <cx:pt idx="44393">84.989999999999995</cx:pt>
          <cx:pt idx="44394">103.2</cx:pt>
          <cx:pt idx="44395">141.96000000000001</cx:pt>
          <cx:pt idx="44396">46.539999999999999</cx:pt>
          <cx:pt idx="44397">20.289999999999999</cx:pt>
          <cx:pt idx="44398">19.489999999999998</cx:pt>
          <cx:pt idx="44399">55.979999999999997</cx:pt>
          <cx:pt idx="44400">55.979999999999997</cx:pt>
          <cx:pt idx="44401">81.980000000000004</cx:pt>
          <cx:pt idx="44402">88.969999999999999</cx:pt>
          <cx:pt idx="44403">117.95999999999999</cx:pt>
          <cx:pt idx="44404">81.980000000000004</cx:pt>
          <cx:pt idx="44405">114.97</cx:pt>
          <cx:pt idx="44406">67.25</cx:pt>
          <cx:pt idx="44407">81.980000000000004</cx:pt>
          <cx:pt idx="44408">84.989999999999995</cx:pt>
          <cx:pt idx="44409">100.98</cx:pt>
          <cx:pt idx="44410">125.95</cx:pt>
          <cx:pt idx="44411">105.95999999999999</cx:pt>
          <cx:pt idx="44412">81.980000000000004</cx:pt>
          <cx:pt idx="44413">55.979999999999997</cx:pt>
          <cx:pt idx="44414">55.979999999999997</cx:pt>
          <cx:pt idx="44415">55.979999999999997</cx:pt>
          <cx:pt idx="44416">55.979999999999997</cx:pt>
          <cx:pt idx="44417">55.979999999999997</cx:pt>
          <cx:pt idx="44418">55.979999999999997</cx:pt>
          <cx:pt idx="44419">55.979999999999997</cx:pt>
          <cx:pt idx="44420">55.979999999999997</cx:pt>
          <cx:pt idx="44421">55.979999999999997</cx:pt>
          <cx:pt idx="44422">84.989999999999995</cx:pt>
          <cx:pt idx="44423">59.490000000000002</cx:pt>
          <cx:pt idx="44424">96.980000000000004</cx:pt>
          <cx:pt idx="44425">84.989999999999995</cx:pt>
          <cx:pt idx="44426">96.980000000000004</cx:pt>
          <cx:pt idx="44427">68.989999999999995</cx:pt>
          <cx:pt idx="44428">65.989999999999995</cx:pt>
          <cx:pt idx="44429">76.489999999999995</cx:pt>
          <cx:pt idx="44430">91.680000000000007</cx:pt>
          <cx:pt idx="44431">65.189999999999998</cx:pt>
          <cx:pt idx="44432">132.52000000000001</cx:pt>
          <cx:pt idx="44433">65.989999999999995</cx:pt>
          <cx:pt idx="44434">96.980000000000004</cx:pt>
          <cx:pt idx="44435">96.980000000000004</cx:pt>
          <cx:pt idx="44436">84.989999999999995</cx:pt>
          <cx:pt idx="44437">47.289999999999999</cx:pt>
          <cx:pt idx="44438">84.989999999999995</cx:pt>
          <cx:pt idx="44439">84.989999999999995</cx:pt>
          <cx:pt idx="44440">68.969999999999999</cx:pt>
          <cx:pt idx="44441">76.489999999999995</cx:pt>
          <cx:pt idx="44442">95.980000000000004</cx:pt>
          <cx:pt idx="44443">96.980000000000004</cx:pt>
          <cx:pt idx="44444">55.979999999999997</cx:pt>
          <cx:pt idx="44445">55.979999999999997</cx:pt>
          <cx:pt idx="44446">55.969999999999999</cx:pt>
          <cx:pt idx="44447">55.969999999999999</cx:pt>
          <cx:pt idx="44448">47.280000000000001</cx:pt>
          <cx:pt idx="44449">55.969999999999999</cx:pt>
          <cx:pt idx="44450">55.969999999999999</cx:pt>
          <cx:pt idx="44451">19.289999999999999</cx:pt>
          <cx:pt idx="44452">159.97999999999999</cx:pt>
          <cx:pt idx="44453">159.97999999999999</cx:pt>
          <cx:pt idx="44454">159.97999999999999</cx:pt>
          <cx:pt idx="44455">187.97</cx:pt>
          <cx:pt idx="44456">156.78</cx:pt>
          <cx:pt idx="44457">159.97999999999999</cx:pt>
          <cx:pt idx="44458">187.97</cx:pt>
          <cx:pt idx="44459">154.34</cx:pt>
          <cx:pt idx="44460">54.990000000000002</cx:pt>
          <cx:pt idx="44461">54.990000000000002</cx:pt>
          <cx:pt idx="44462">54.990000000000002</cx:pt>
          <cx:pt idx="44463">54.990000000000002</cx:pt>
          <cx:pt idx="44464">54.990000000000002</cx:pt>
          <cx:pt idx="44465">55.960000000000001</cx:pt>
          <cx:pt idx="44466">54.990000000000002</cx:pt>
          <cx:pt idx="44467">54.990000000000002</cx:pt>
          <cx:pt idx="44468">54.990000000000002</cx:pt>
          <cx:pt idx="44469">231.30000000000001</cx:pt>
          <cx:pt idx="44470">159.97999999999999</cx:pt>
          <cx:pt idx="44471">159.97999999999999</cx:pt>
          <cx:pt idx="44472">169.97999999999999</cx:pt>
          <cx:pt idx="44473">129.97999999999999</cx:pt>
          <cx:pt idx="44474">272.93000000000001</cx:pt>
          <cx:pt idx="44475">153.97999999999999</cx:pt>
          <cx:pt idx="44476">54.990000000000002</cx:pt>
          <cx:pt idx="44477">54.990000000000002</cx:pt>
          <cx:pt idx="44478">54.990000000000002</cx:pt>
          <cx:pt idx="44479">54.990000000000002</cx:pt>
          <cx:pt idx="44480">54.979999999999997</cx:pt>
          <cx:pt idx="44481">55.960000000000001</cx:pt>
          <cx:pt idx="44482">54.979999999999997</cx:pt>
          <cx:pt idx="44483">42.240000000000002</cx:pt>
          <cx:pt idx="44484">83.469999999999999</cx:pt>
          <cx:pt idx="44485">151.72</cx:pt>
          <cx:pt idx="44486">159.69999999999999</cx:pt>
          <cx:pt idx="44487">148.66</cx:pt>
          <cx:pt idx="44488">111.3</cx:pt>
          <cx:pt idx="44489">95.569999999999993</cx:pt>
          <cx:pt idx="44490">147.59999999999999</cx:pt>
          <cx:pt idx="44491">99.200000000000003</cx:pt>
          <cx:pt idx="44492">76.189999999999998</cx:pt>
          <cx:pt idx="44493">74.859999999999999</cx:pt>
          <cx:pt idx="44494">95.569999999999993</cx:pt>
          <cx:pt idx="44495">138.27000000000001</cx:pt>
          <cx:pt idx="44496">172.99000000000001</cx:pt>
          <cx:pt idx="44497">136.02000000000001</cx:pt>
          <cx:pt idx="44498">176.93000000000001</cx:pt>
          <cx:pt idx="44499">147.59999999999999</cx:pt>
          <cx:pt idx="44500">54.979999999999997</cx:pt>
          <cx:pt idx="44501">55.960000000000001</cx:pt>
          <cx:pt idx="44502">42.240000000000002</cx:pt>
          <cx:pt idx="44503">46.490000000000002</cx:pt>
          <cx:pt idx="44504">54.979999999999997</cx:pt>
          <cx:pt idx="44505">55.960000000000001</cx:pt>
          <cx:pt idx="44506">55.960000000000001</cx:pt>
          <cx:pt idx="44507">137.97999999999999</cx:pt>
          <cx:pt idx="44508">169.97999999999999</cx:pt>
          <cx:pt idx="44509">131.97999999999999</cx:pt>
          <cx:pt idx="44510">131.97999999999999</cx:pt>
          <cx:pt idx="44511">84.989999999999995</cx:pt>
          <cx:pt idx="44512">169.97999999999999</cx:pt>
          <cx:pt idx="44513">169.97999999999999</cx:pt>
          <cx:pt idx="44514">54.979999999999997</cx:pt>
          <cx:pt idx="44515">55.960000000000001</cx:pt>
          <cx:pt idx="44516">46.490000000000002</cx:pt>
          <cx:pt idx="44517">46.490000000000002</cx:pt>
          <cx:pt idx="44518">54.979999999999997</cx:pt>
          <cx:pt idx="44519">55.960000000000001</cx:pt>
          <cx:pt idx="44520">46.490000000000002</cx:pt>
          <cx:pt idx="44521">46.490000000000002</cx:pt>
          <cx:pt idx="44522">173.56</cx:pt>
          <cx:pt idx="44523">209.97</cx:pt>
          <cx:pt idx="44524">41.490000000000002</cx:pt>
          <cx:pt idx="44525">169.97999999999999</cx:pt>
          <cx:pt idx="44526">169.97999999999999</cx:pt>
          <cx:pt idx="44527">169.97999999999999</cx:pt>
          <cx:pt idx="44528">84.989999999999995</cx:pt>
          <cx:pt idx="44529">72.239999999999995</cx:pt>
          <cx:pt idx="44530">107.67</cx:pt>
          <cx:pt idx="44531">208.56</cx:pt>
          <cx:pt idx="44532">154.00999999999999</cx:pt>
          <cx:pt idx="44533">169.97999999999999</cx:pt>
          <cx:pt idx="44534">54.990000000000002</cx:pt>
          <cx:pt idx="44535">69.969999999999999</cx:pt>
          <cx:pt idx="44536">98.969999999999999</cx:pt>
          <cx:pt idx="44537">75.969999999999999</cx:pt>
          <cx:pt idx="44538">75.969999999999999</cx:pt>
          <cx:pt idx="44539">65.980000000000004</cx:pt>
          <cx:pt idx="44540">65.980000000000004</cx:pt>
          <cx:pt idx="44541">65.980000000000004</cx:pt>
          <cx:pt idx="44542">56.979999999999997</cx:pt>
          <cx:pt idx="44543">98.969999999999999</cx:pt>
          <cx:pt idx="44544">55.969999999999999</cx:pt>
          <cx:pt idx="44545">61.710000000000001</cx:pt>
          <cx:pt idx="44546">65.980000000000004</cx:pt>
          <cx:pt idx="44547">98.969999999999999</cx:pt>
          <cx:pt idx="44548">58.189999999999998</cx:pt>
          <cx:pt idx="44549">65.980000000000004</cx:pt>
          <cx:pt idx="44550">93.359999999999999</cx:pt>
          <cx:pt idx="44551">68.969999999999999</cx:pt>
          <cx:pt idx="44552">65.980000000000004</cx:pt>
          <cx:pt idx="44553">-62.979999999999997</cx:pt>
          <cx:pt idx="44554">65.980000000000004</cx:pt>
          <cx:pt idx="44555">62.979999999999997</cx:pt>
          <cx:pt idx="44556">65.980000000000004</cx:pt>
          <cx:pt idx="44557">65.980000000000004</cx:pt>
          <cx:pt idx="44558">65.980000000000004</cx:pt>
          <cx:pt idx="44559">65.980000000000004</cx:pt>
          <cx:pt idx="44560">65.980000000000004</cx:pt>
          <cx:pt idx="44561">46.490000000000002</cx:pt>
          <cx:pt idx="44562">46.490000000000002</cx:pt>
          <cx:pt idx="44563">54.990000000000002</cx:pt>
          <cx:pt idx="44564">54.990000000000002</cx:pt>
          <cx:pt idx="44565">54.990000000000002</cx:pt>
          <cx:pt idx="44566">136.46000000000001</cx:pt>
          <cx:pt idx="44567">-136.46000000000001</cx:pt>
          <cx:pt idx="44568">54.990000000000002</cx:pt>
          <cx:pt idx="44569">54.990000000000002</cx:pt>
          <cx:pt idx="44570">54.990000000000002</cx:pt>
          <cx:pt idx="44571">42.240000000000002</cx:pt>
          <cx:pt idx="44572">54.990000000000002</cx:pt>
          <cx:pt idx="44573">74.969999999999999</cx:pt>
          <cx:pt idx="44574">104.95999999999999</cx:pt>
          <cx:pt idx="44575">152.97</cx:pt>
          <cx:pt idx="44576">84.989999999999995</cx:pt>
          <cx:pt idx="44577">173.96000000000001</cx:pt>
          <cx:pt idx="44578">126.97</cx:pt>
          <cx:pt idx="44579">75.980000000000004</cx:pt>
          <cx:pt idx="44580">141.97999999999999</cx:pt>
          <cx:pt idx="44581">133.37</cx:pt>
          <cx:pt idx="44582">152.97</cx:pt>
          <cx:pt idx="44583">83.980000000000004</cx:pt>
          <cx:pt idx="44584">152.97</cx:pt>
          <cx:pt idx="44585">42.229999999999997</cx:pt>
          <cx:pt idx="44586">54.990000000000002</cx:pt>
          <cx:pt idx="44587">54.990000000000002</cx:pt>
          <cx:pt idx="44588">54.990000000000002</cx:pt>
          <cx:pt idx="44589">42.240000000000002</cx:pt>
          <cx:pt idx="44590">46.490000000000002</cx:pt>
          <cx:pt idx="44591">54.990000000000002</cx:pt>
          <cx:pt idx="44592">54.990000000000002</cx:pt>
          <cx:pt idx="44593">54.969999999999999</cx:pt>
          <cx:pt idx="44594">203.05000000000001</cx:pt>
          <cx:pt idx="44595">111.48999999999999</cx:pt>
          <cx:pt idx="44596">246.91999999999999</cx:pt>
          <cx:pt idx="44597">206.44999999999999</cx:pt>
          <cx:pt idx="44598">180.52000000000001</cx:pt>
          <cx:pt idx="44599">159.97999999999999</cx:pt>
          <cx:pt idx="44600">149.90000000000001</cx:pt>
          <cx:pt idx="44601">254.96000000000001</cx:pt>
          <cx:pt idx="44602">187.96000000000001</cx:pt>
          <cx:pt idx="44603">54.990000000000002</cx:pt>
          <cx:pt idx="44604">54.990000000000002</cx:pt>
          <cx:pt idx="44605">54.990000000000002</cx:pt>
          <cx:pt idx="44606">54.990000000000002</cx:pt>
          <cx:pt idx="44607">54.990000000000002</cx:pt>
          <cx:pt idx="44608">54.969999999999999</cx:pt>
          <cx:pt idx="44609">46.490000000000002</cx:pt>
          <cx:pt idx="44610">54.990000000000002</cx:pt>
          <cx:pt idx="44611">83.939999999999998</cx:pt>
          <cx:pt idx="44612">83.939999999999998</cx:pt>
          <cx:pt idx="44613">83.099999999999994</cx:pt>
          <cx:pt idx="44614">80.859999999999999</cx:pt>
          <cx:pt idx="44615">83.939999999999998</cx:pt>
          <cx:pt idx="44616">83.939999999999998</cx:pt>
          <cx:pt idx="44617">83.939999999999998</cx:pt>
          <cx:pt idx="44618">83.939999999999998</cx:pt>
          <cx:pt idx="44619">79.739999999999995</cx:pt>
          <cx:pt idx="44620">83.939999999999998</cx:pt>
          <cx:pt idx="44621">83.939999999999998</cx:pt>
          <cx:pt idx="44622">83.099999999999994</cx:pt>
          <cx:pt idx="44623">82.260000000000005</cx:pt>
          <cx:pt idx="44624">69.950000000000003</cx:pt>
          <cx:pt idx="44625">83.939999999999998</cx:pt>
          <cx:pt idx="44626">83.939999999999998</cx:pt>
          <cx:pt idx="44627">83.939999999999998</cx:pt>
          <cx:pt idx="44628">83.939999999999998</cx:pt>
          <cx:pt idx="44629">83.939999999999998</cx:pt>
          <cx:pt idx="44630">83.939999999999998</cx:pt>
          <cx:pt idx="44631">82.260000000000005</cx:pt>
          <cx:pt idx="44632">69.950000000000003</cx:pt>
          <cx:pt idx="44633">83.099999999999994</cx:pt>
          <cx:pt idx="44634">54.979999999999997</cx:pt>
          <cx:pt idx="44635">54.979999999999997</cx:pt>
          <cx:pt idx="44636">54.979999999999997</cx:pt>
          <cx:pt idx="44637">54.979999999999997</cx:pt>
          <cx:pt idx="44638">97.870000000000005</cx:pt>
          <cx:pt idx="44639">78.769999999999996</cx:pt>
          <cx:pt idx="44640">120.52</cx:pt>
          <cx:pt idx="44641">123.23</cx:pt>
          <cx:pt idx="44642">118.72</cx:pt>
          <cx:pt idx="44643">159.96000000000001</cx:pt>
          <cx:pt idx="44644">54.979999999999997</cx:pt>
          <cx:pt idx="44645">54.979999999999997</cx:pt>
          <cx:pt idx="44646">54.979999999999997</cx:pt>
          <cx:pt idx="44647">54.979999999999997</cx:pt>
          <cx:pt idx="44648">54.979999999999997</cx:pt>
          <cx:pt idx="44649">54.979999999999997</cx:pt>
          <cx:pt idx="44650">54.979999999999997</cx:pt>
          <cx:pt idx="44651">54.979999999999997</cx:pt>
          <cx:pt idx="44652">54.979999999999997</cx:pt>
          <cx:pt idx="44653">54.979999999999997</cx:pt>
          <cx:pt idx="44654">46.479999999999997</cx:pt>
          <cx:pt idx="44655">54.979999999999997</cx:pt>
          <cx:pt idx="44656">-36.990000000000002</cx:pt>
          <cx:pt idx="44657">91.969999999999999</cx:pt>
          <cx:pt idx="44658">46.479999999999997</cx:pt>
          <cx:pt idx="44659">65.989999999999995</cx:pt>
          <cx:pt idx="44660">84.989999999999995</cx:pt>
          <cx:pt idx="44661">84.989999999999995</cx:pt>
          <cx:pt idx="44662">65.989999999999995</cx:pt>
          <cx:pt idx="44663">65.989999999999995</cx:pt>
          <cx:pt idx="44664">-68.549999999999997</cx:pt>
          <cx:pt idx="44665">84.989999999999995</cx:pt>
          <cx:pt idx="44666">65.989999999999995</cx:pt>
          <cx:pt idx="44667">110.87</cx:pt>
          <cx:pt idx="44668">65.989999999999995</cx:pt>
          <cx:pt idx="44669">84.989999999999995</cx:pt>
          <cx:pt idx="44670">84.989999999999995</cx:pt>
          <cx:pt idx="44671">84.989999999999995</cx:pt>
          <cx:pt idx="44672">84.989999999999995</cx:pt>
          <cx:pt idx="44673">68.549999999999997</cx:pt>
          <cx:pt idx="44674">84.989999999999995</cx:pt>
          <cx:pt idx="44675">72.099999999999994</cx:pt>
          <cx:pt idx="44676">51.939999999999998</cx:pt>
          <cx:pt idx="44677">54.960000000000001</cx:pt>
          <cx:pt idx="44678">54.950000000000003</cx:pt>
          <cx:pt idx="44679">54.960000000000001</cx:pt>
          <cx:pt idx="44680">46.469999999999999</cx:pt>
          <cx:pt idx="44681">16.489999999999998</cx:pt>
          <cx:pt idx="44682">17.239999999999998</cx:pt>
          <cx:pt idx="44683">46.469999999999999</cx:pt>
          <cx:pt idx="44684">46.469999999999999</cx:pt>
          <cx:pt idx="44685">46.469999999999999</cx:pt>
          <cx:pt idx="44686">54.950000000000003</cx:pt>
          <cx:pt idx="44687">54.950000000000003</cx:pt>
          <cx:pt idx="44688">84.980000000000004</cx:pt>
          <cx:pt idx="44689">79.980000000000004</cx:pt>
          <cx:pt idx="44690">140.97</cx:pt>
          <cx:pt idx="44691">63.979999999999997</cx:pt>
          <cx:pt idx="44692">129.97</cx:pt>
          <cx:pt idx="44693">98.980000000000004</cx:pt>
          <cx:pt idx="44694">103.97</cx:pt>
          <cx:pt idx="44695">139.97</cx:pt>
          <cx:pt idx="44696">105.98</cx:pt>
          <cx:pt idx="44697">62.969999999999999</cx:pt>
          <cx:pt idx="44698">99.980000000000004</cx:pt>
          <cx:pt idx="44699">45.509999999999998</cx:pt>
          <cx:pt idx="44700">89.980000000000004</cx:pt>
          <cx:pt idx="44701">99.980000000000004</cx:pt>
          <cx:pt idx="44702">65.989999999999995</cx:pt>
          <cx:pt idx="44703">-89.980000000000004</cx:pt>
          <cx:pt idx="44704">65.989999999999995</cx:pt>
          <cx:pt idx="44705">59.990000000000002</cx:pt>
          <cx:pt idx="44706">54.950000000000003</cx:pt>
          <cx:pt idx="44707">54.950000000000003</cx:pt>
          <cx:pt idx="44708">54.950000000000003</cx:pt>
          <cx:pt idx="44709">60.659999999999997</cx:pt>
          <cx:pt idx="44710">101.45999999999999</cx:pt>
          <cx:pt idx="44711">55.780000000000001</cx:pt>
          <cx:pt idx="44712">55.780000000000001</cx:pt>
          <cx:pt idx="44713">55.759999999999998</cx:pt>
          <cx:pt idx="44714">59.990000000000002</cx:pt>
          <cx:pt idx="44715">49.219999999999999</cx:pt>
          <cx:pt idx="44716">129.97</cx:pt>
          <cx:pt idx="44717">172.97</cx:pt>
          <cx:pt idx="44718">49.219999999999999</cx:pt>
          <cx:pt idx="44719">131.97999999999999</cx:pt>
          <cx:pt idx="44720">65.989999999999995</cx:pt>
          <cx:pt idx="44721">197.97</cx:pt>
          <cx:pt idx="44722">131.97999999999999</cx:pt>
          <cx:pt idx="44723">197.97</cx:pt>
          <cx:pt idx="44724">90.980000000000004</cx:pt>
          <cx:pt idx="44725">101.95999999999999</cx:pt>
          <cx:pt idx="44726">65.969999999999999</cx:pt>
          <cx:pt idx="44727">-49.219999999999999</cx:pt>
          <cx:pt idx="44728">131.97999999999999</cx:pt>
          <cx:pt idx="44729">50.490000000000002</cx:pt>
          <cx:pt idx="44730">45.740000000000002</cx:pt>
          <cx:pt idx="44731">50.490000000000002</cx:pt>
          <cx:pt idx="44732">81.939999999999998</cx:pt>
          <cx:pt idx="44733">96.930000000000007</cx:pt>
          <cx:pt idx="44734">164.90000000000001</cx:pt>
          <cx:pt idx="44735">107.95999999999999</cx:pt>
          <cx:pt idx="44736">59.979999999999997</cx:pt>
          <cx:pt idx="44737">50.490000000000002</cx:pt>
          <cx:pt idx="44738">50.380000000000003</cx:pt>
          <cx:pt idx="44739">169.97999999999999</cx:pt>
          <cx:pt idx="44740">176.97</cx:pt>
          <cx:pt idx="44741">163.02000000000001</cx:pt>
          <cx:pt idx="44742">63.960000000000001</cx:pt>
          <cx:pt idx="44743">63.960000000000001</cx:pt>
          <cx:pt idx="44744">178.97</cx:pt>
          <cx:pt idx="44745">166.56</cx:pt>
          <cx:pt idx="44746">59.979999999999997</cx:pt>
          <cx:pt idx="44747">59.979999999999997</cx:pt>
          <cx:pt idx="44748">59.979999999999997</cx:pt>
          <cx:pt idx="44749">59.979999999999997</cx:pt>
          <cx:pt idx="44750">59.979999999999997</cx:pt>
          <cx:pt idx="44751">59.979999999999997</cx:pt>
          <cx:pt idx="44752">50.490000000000002</cx:pt>
          <cx:pt idx="44753">59.979999999999997</cx:pt>
          <cx:pt idx="44754">159.96000000000001</cx:pt>
          <cx:pt idx="44755">231.56999999999999</cx:pt>
          <cx:pt idx="44756">286.92000000000002</cx:pt>
          <cx:pt idx="44757">297.93000000000001</cx:pt>
          <cx:pt idx="44758">50.490000000000002</cx:pt>
          <cx:pt idx="44759">50.490000000000002</cx:pt>
          <cx:pt idx="44760">50.490000000000002</cx:pt>
          <cx:pt idx="44761">50.490000000000002</cx:pt>
          <cx:pt idx="44762">59.979999999999997</cx:pt>
          <cx:pt idx="44763">50.490000000000002</cx:pt>
          <cx:pt idx="44764">59.979999999999997</cx:pt>
          <cx:pt idx="44765">50.490000000000002</cx:pt>
          <cx:pt idx="44766">50.490000000000002</cx:pt>
          <cx:pt idx="44767">50.490000000000002</cx:pt>
          <cx:pt idx="44768">110.97</cx:pt>
          <cx:pt idx="44769">188.86000000000001</cx:pt>
          <cx:pt idx="44770">85.980000000000004</cx:pt>
          <cx:pt idx="44771">84.989999999999995</cx:pt>
          <cx:pt idx="44772">76.859999999999999</cx:pt>
          <cx:pt idx="44773">50.979999999999997</cx:pt>
          <cx:pt idx="44774">169.97999999999999</cx:pt>
          <cx:pt idx="44775">105.98</cx:pt>
          <cx:pt idx="44776">65.989999999999995</cx:pt>
          <cx:pt idx="44777">64.930000000000007</cx:pt>
          <cx:pt idx="44778">169.97999999999999</cx:pt>
          <cx:pt idx="44779">114.73</cx:pt>
          <cx:pt idx="44780">134.97999999999999</cx:pt>
          <cx:pt idx="44781">169.97999999999999</cx:pt>
          <cx:pt idx="44782">41.490000000000002</cx:pt>
          <cx:pt idx="44783">153.97999999999999</cx:pt>
          <cx:pt idx="44784">50.479999999999997</cx:pt>
          <cx:pt idx="44785">59.969999999999999</cx:pt>
          <cx:pt idx="44786">59.969999999999999</cx:pt>
          <cx:pt idx="44787">50.479999999999997</cx:pt>
          <cx:pt idx="44788">50.479999999999997</cx:pt>
          <cx:pt idx="44789">169.97999999999999</cx:pt>
          <cx:pt idx="44790">169.97999999999999</cx:pt>
          <cx:pt idx="44791">169.97999999999999</cx:pt>
          <cx:pt idx="44792">131.97999999999999</cx:pt>
          <cx:pt idx="44793">131.97999999999999</cx:pt>
          <cx:pt idx="44794">159.96000000000001</cx:pt>
          <cx:pt idx="44795">169.97999999999999</cx:pt>
          <cx:pt idx="44796">159.97999999999999</cx:pt>
          <cx:pt idx="44797">131.97999999999999</cx:pt>
          <cx:pt idx="44798">131.97999999999999</cx:pt>
          <cx:pt idx="44799">169.97999999999999</cx:pt>
          <cx:pt idx="44800">144.47999999999999</cx:pt>
          <cx:pt idx="44801">131.97999999999999</cx:pt>
          <cx:pt idx="44802">50.479999999999997</cx:pt>
          <cx:pt idx="44803">59.969999999999999</cx:pt>
          <cx:pt idx="44804">59.960000000000001</cx:pt>
          <cx:pt idx="44805">59.960000000000001</cx:pt>
          <cx:pt idx="44806">59.950000000000003</cx:pt>
          <cx:pt idx="44807">59.950000000000003</cx:pt>
          <cx:pt idx="44808">59.950000000000003</cx:pt>
          <cx:pt idx="44809">81.049999999999997</cx:pt>
          <cx:pt idx="44810">56.240000000000002</cx:pt>
          <cx:pt idx="44811">81.049999999999997</cx:pt>
          <cx:pt idx="44812">70.560000000000002</cx:pt>
          <cx:pt idx="44813">81.049999999999997</cx:pt>
          <cx:pt idx="44814">81.049999999999997</cx:pt>
          <cx:pt idx="44815">81.049999999999997</cx:pt>
          <cx:pt idx="44816">56.240000000000002</cx:pt>
          <cx:pt idx="44817">81.049999999999997</cx:pt>
          <cx:pt idx="44818">16.489999999999998</cx:pt>
          <cx:pt idx="44819">24.48</cx:pt>
          <cx:pt idx="44820">59.950000000000003</cx:pt>
          <cx:pt idx="44821">50.780000000000001</cx:pt>
          <cx:pt idx="44822">46.490000000000002</cx:pt>
          <cx:pt idx="44823">46.490000000000002</cx:pt>
          <cx:pt idx="44824">86.150000000000006</cx:pt>
          <cx:pt idx="44825">90.689999999999998</cx:pt>
          <cx:pt idx="44826">90.689999999999998</cx:pt>
          <cx:pt idx="44827">90.689999999999998</cx:pt>
          <cx:pt idx="44828">90.689999999999998</cx:pt>
          <cx:pt idx="44829">90.689999999999998</cx:pt>
          <cx:pt idx="44830">87.599999999999994</cx:pt>
          <cx:pt idx="44831">90.689999999999998</cx:pt>
          <cx:pt idx="44832">90.689999999999998</cx:pt>
          <cx:pt idx="44833">54.990000000000002</cx:pt>
          <cx:pt idx="44834">54.990000000000002</cx:pt>
          <cx:pt idx="44835">54.990000000000002</cx:pt>
          <cx:pt idx="44836">54.990000000000002</cx:pt>
          <cx:pt idx="44837">54.990000000000002</cx:pt>
          <cx:pt idx="44838">54.990000000000002</cx:pt>
          <cx:pt idx="44839">54.990000000000002</cx:pt>
          <cx:pt idx="44840">54.990000000000002</cx:pt>
          <cx:pt idx="44841">145.97</cx:pt>
          <cx:pt idx="44842">135.96000000000001</cx:pt>
          <cx:pt idx="44843">84.989999999999995</cx:pt>
          <cx:pt idx="44844">119.97</cx:pt>
          <cx:pt idx="44845">186.96000000000001</cx:pt>
          <cx:pt idx="44846">142.77000000000001</cx:pt>
          <cx:pt idx="44847">197.96000000000001</cx:pt>
          <cx:pt idx="44848">169.97999999999999</cx:pt>
          <cx:pt idx="44849">99.959999999999994</cx:pt>
          <cx:pt idx="44850">183.97</cx:pt>
          <cx:pt idx="44851">161.71000000000001</cx:pt>
          <cx:pt idx="44852">68.980000000000004</cx:pt>
          <cx:pt idx="44853">55.960000000000001</cx:pt>
          <cx:pt idx="44854">54.979999999999997</cx:pt>
          <cx:pt idx="44855">54.979999999999997</cx:pt>
          <cx:pt idx="44856">54.979999999999997</cx:pt>
          <cx:pt idx="44857">54.979999999999997</cx:pt>
          <cx:pt idx="44858">54.979999999999997</cx:pt>
          <cx:pt idx="44859">54.979999999999997</cx:pt>
          <cx:pt idx="44860">84.989999999999995</cx:pt>
          <cx:pt idx="44861">68.989999999999995</cx:pt>
          <cx:pt idx="44862">77.980000000000004</cx:pt>
          <cx:pt idx="44863">61.979999999999997</cx:pt>
          <cx:pt idx="44864">124.97</cx:pt>
          <cx:pt idx="44865">127.15000000000001</cx:pt>
          <cx:pt idx="44866">133.97</cx:pt>
          <cx:pt idx="44867">143.97</cx:pt>
          <cx:pt idx="44868">143.97</cx:pt>
          <cx:pt idx="44869">143.97</cx:pt>
          <cx:pt idx="44870">105.98</cx:pt>
          <cx:pt idx="44871">143.97</cx:pt>
          <cx:pt idx="44872">54.969999999999999</cx:pt>
          <cx:pt idx="44873">55.390000000000001</cx:pt>
          <cx:pt idx="44874">158.96000000000001</cx:pt>
          <cx:pt idx="44875">158.96000000000001</cx:pt>
          <cx:pt idx="44876">158.96000000000001</cx:pt>
          <cx:pt idx="44877">136.97</cx:pt>
          <cx:pt idx="44878">129.96000000000001</cx:pt>
          <cx:pt idx="44879">170.94999999999999</cx:pt>
          <cx:pt idx="44880">125.59999999999999</cx:pt>
          <cx:pt idx="44881">158.96000000000001</cx:pt>
          <cx:pt idx="44882">71.980000000000004</cx:pt>
          <cx:pt idx="44883">158.96000000000001</cx:pt>
          <cx:pt idx="44884">95.980000000000004</cx:pt>
          <cx:pt idx="44885">129.96000000000001</cx:pt>
          <cx:pt idx="44886">151.52000000000001</cx:pt>
          <cx:pt idx="44887">143.96000000000001</cx:pt>
          <cx:pt idx="44888">54.859999999999999</cx:pt>
          <cx:pt idx="44889">-59.960000000000001</cx:pt>
          <cx:pt idx="44890">59.960000000000001</cx:pt>
          <cx:pt idx="44891">50.049999999999997</cx:pt>
          <cx:pt idx="44892">59.490000000000002</cx:pt>
          <cx:pt idx="44893">49.990000000000002</cx:pt>
          <cx:pt idx="44894">60.990000000000002</cx:pt>
          <cx:pt idx="44895">78.950000000000003</cx:pt>
          <cx:pt idx="44896">59.560000000000002</cx:pt>
          <cx:pt idx="44897">121.95999999999999</cx:pt>
          <cx:pt idx="44898">60.380000000000003</cx:pt>
          <cx:pt idx="44899">60.380000000000003</cx:pt>
          <cx:pt idx="44900">67.370000000000005</cx:pt>
          <cx:pt idx="44901">60.990000000000002</cx:pt>
          <cx:pt idx="44902">59.670000000000002</cx:pt>
          <cx:pt idx="44903">60.990000000000002</cx:pt>
          <cx:pt idx="44904">60.380000000000003</cx:pt>
          <cx:pt idx="44905">60.380000000000003</cx:pt>
          <cx:pt idx="44906">60.990000000000002</cx:pt>
          <cx:pt idx="44907">60.380000000000003</cx:pt>
          <cx:pt idx="44908">60.380000000000003</cx:pt>
          <cx:pt idx="44909">58.950000000000003</cx:pt>
          <cx:pt idx="44910">60.380000000000003</cx:pt>
          <cx:pt idx="44911">81.980000000000004</cx:pt>
          <cx:pt idx="44912">60.990000000000002</cx:pt>
          <cx:pt idx="44913">60.990000000000002</cx:pt>
          <cx:pt idx="44914">60.990000000000002</cx:pt>
          <cx:pt idx="44915">60.380000000000003</cx:pt>
          <cx:pt idx="44916">60.990000000000002</cx:pt>
          <cx:pt idx="44917">60.990000000000002</cx:pt>
          <cx:pt idx="44918">81.980000000000004</cx:pt>
          <cx:pt idx="44919">60.990000000000002</cx:pt>
          <cx:pt idx="44920">84.989999999999995</cx:pt>
          <cx:pt idx="44921">77.980000000000004</cx:pt>
          <cx:pt idx="44922">84.989999999999995</cx:pt>
          <cx:pt idx="44923">84.989999999999995</cx:pt>
          <cx:pt idx="44924">119.98</cx:pt>
          <cx:pt idx="44925">84.989999999999995</cx:pt>
          <cx:pt idx="44926">84.989999999999995</cx:pt>
          <cx:pt idx="44927">84.989999999999995</cx:pt>
          <cx:pt idx="44928">79.980000000000004</cx:pt>
          <cx:pt idx="44929">84.989999999999995</cx:pt>
          <cx:pt idx="44930">77.980000000000004</cx:pt>
          <cx:pt idx="44931">169.97999999999999</cx:pt>
          <cx:pt idx="44932">84.989999999999995</cx:pt>
          <cx:pt idx="44933">131.97999999999999</cx:pt>
          <cx:pt idx="44934">59.850000000000001</cx:pt>
          <cx:pt idx="44935">61.960000000000001</cx:pt>
          <cx:pt idx="44936">84.989999999999995</cx:pt>
          <cx:pt idx="44937">132.97999999999999</cx:pt>
          <cx:pt idx="44938">197.75999999999999</cx:pt>
          <cx:pt idx="44939">136.59999999999999</cx:pt>
          <cx:pt idx="44940">51.93</cx:pt>
          <cx:pt idx="44941">135.06999999999999</cx:pt>
          <cx:pt idx="44942">142.16</cx:pt>
          <cx:pt idx="44943">137.97999999999999</cx:pt>
          <cx:pt idx="44944">150.18000000000001</cx:pt>
          <cx:pt idx="44945">157.22</cx:pt>
          <cx:pt idx="44946">152.96000000000001</cx:pt>
          <cx:pt idx="44947">137.97999999999999</cx:pt>
          <cx:pt idx="44948">53.939999999999998</cx:pt>
          <cx:pt idx="44949">49.759999999999998</cx:pt>
          <cx:pt idx="44950">54.990000000000002</cx:pt>
          <cx:pt idx="44951">79.969999999999999</cx:pt>
          <cx:pt idx="44952">129.96000000000001</cx:pt>
          <cx:pt idx="44953">146.44999999999999</cx:pt>
          <cx:pt idx="44954">112.95999999999999</cx:pt>
          <cx:pt idx="44955">91.959999999999994</cx:pt>
          <cx:pt idx="44956">49.979999999999997</cx:pt>
          <cx:pt idx="44957">61.479999999999997</cx:pt>
          <cx:pt idx="44958">154.44999999999999</cx:pt>
          <cx:pt idx="44959">77.489999999999995</cx:pt>
          <cx:pt idx="44960">52.979999999999997</cx:pt>
          <cx:pt idx="44961">54.990000000000002</cx:pt>
          <cx:pt idx="44962">54.990000000000002</cx:pt>
          <cx:pt idx="44963">54.990000000000002</cx:pt>
          <cx:pt idx="44964">54.990000000000002</cx:pt>
          <cx:pt idx="44965">54.990000000000002</cx:pt>
          <cx:pt idx="44966">54.990000000000002</cx:pt>
          <cx:pt idx="44967">54.990000000000002</cx:pt>
          <cx:pt idx="44968">54.119999999999997</cx:pt>
          <cx:pt idx="44969">86.329999999999998</cx:pt>
          <cx:pt idx="44970">54.990000000000002</cx:pt>
          <cx:pt idx="44971">54.990000000000002</cx:pt>
          <cx:pt idx="44972">54.990000000000002</cx:pt>
          <cx:pt idx="44973">54.990000000000002</cx:pt>
          <cx:pt idx="44974">54.990000000000002</cx:pt>
          <cx:pt idx="44975">54.990000000000002</cx:pt>
          <cx:pt idx="44976">54.990000000000002</cx:pt>
          <cx:pt idx="44977">72.980000000000004</cx:pt>
          <cx:pt idx="44978">197.96000000000001</cx:pt>
          <cx:pt idx="44979">168</cx:pt>
          <cx:pt idx="44980">189.52000000000001</cx:pt>
          <cx:pt idx="44981">199.75999999999999</cx:pt>
          <cx:pt idx="44982">129.97999999999999</cx:pt>
          <cx:pt idx="44983">135.97</cx:pt>
          <cx:pt idx="44984">145.97</cx:pt>
          <cx:pt idx="44985">54.990000000000002</cx:pt>
          <cx:pt idx="44986">54.990000000000002</cx:pt>
          <cx:pt idx="44987">54.990000000000002</cx:pt>
          <cx:pt idx="44988">54.990000000000002</cx:pt>
          <cx:pt idx="44989">54.990000000000002</cx:pt>
          <cx:pt idx="44990">54.990000000000002</cx:pt>
          <cx:pt idx="44991">45.350000000000001</cx:pt>
          <cx:pt idx="44992">68.140000000000001</cx:pt>
          <cx:pt idx="44993">84.299999999999997</cx:pt>
          <cx:pt idx="44994">84.140000000000001</cx:pt>
          <cx:pt idx="44995">84.140000000000001</cx:pt>
          <cx:pt idx="44996">83.079999999999998</cx:pt>
          <cx:pt idx="44997">83.290000000000006</cx:pt>
          <cx:pt idx="44998">168.62</cx:pt>
          <cx:pt idx="44999">105.13</cx:pt>
          <cx:pt idx="45000">82.439999999999998</cx:pt>
          <cx:pt idx="45001">152.36000000000001</cx:pt>
          <cx:pt idx="45002">49.409999999999997</cx:pt>
          <cx:pt idx="45003">84.989999999999995</cx:pt>
          <cx:pt idx="45004">54.990000000000002</cx:pt>
          <cx:pt idx="45005">76.489999999999995</cx:pt>
          <cx:pt idx="45006">84.140000000000001</cx:pt>
          <cx:pt idx="45007">84.989999999999995</cx:pt>
          <cx:pt idx="45008">84.989999999999995</cx:pt>
          <cx:pt idx="45009">54.979999999999997</cx:pt>
          <cx:pt idx="45010">54.979999999999997</cx:pt>
          <cx:pt idx="45011">54.979999999999997</cx:pt>
          <cx:pt idx="45012">46.289999999999999</cx:pt>
          <cx:pt idx="45013">145.15000000000001</cx:pt>
          <cx:pt idx="45014">159.69999999999999</cx:pt>
          <cx:pt idx="45015">54.979999999999997</cx:pt>
          <cx:pt idx="45016">54.979999999999997</cx:pt>
          <cx:pt idx="45017">54.979999999999997</cx:pt>
          <cx:pt idx="45018">54.979999999999997</cx:pt>
          <cx:pt idx="45019">54.979999999999997</cx:pt>
          <cx:pt idx="45020">11.289999999999999</cx:pt>
          <cx:pt idx="45021">11.289999999999999</cx:pt>
          <cx:pt idx="45022">96.459999999999994</cx:pt>
          <cx:pt idx="45023">89.980000000000004</cx:pt>
          <cx:pt idx="45024">33.479999999999997</cx:pt>
          <cx:pt idx="45025">7.4900000000000002</cx:pt>
          <cx:pt idx="45026">39.030000000000001</cx:pt>
          <cx:pt idx="45027">41.939999999999998</cx:pt>
          <cx:pt idx="45028">54.979999999999997</cx:pt>
          <cx:pt idx="45029">54.979999999999997</cx:pt>
          <cx:pt idx="45030">54.979999999999997</cx:pt>
          <cx:pt idx="45031">159.97999999999999</cx:pt>
          <cx:pt idx="45032">169.97999999999999</cx:pt>
          <cx:pt idx="45033">59.950000000000003</cx:pt>
          <cx:pt idx="45034">169.97999999999999</cx:pt>
          <cx:pt idx="45035">160.22999999999999</cx:pt>
          <cx:pt idx="45036">134.97999999999999</cx:pt>
          <cx:pt idx="45037">59.950000000000003</cx:pt>
          <cx:pt idx="45038">200.94999999999999</cx:pt>
          <cx:pt idx="45039">54.979999999999997</cx:pt>
          <cx:pt idx="45040">54.979999999999997</cx:pt>
          <cx:pt idx="45041">46.289999999999999</cx:pt>
          <cx:pt idx="45042">54.979999999999997</cx:pt>
          <cx:pt idx="45043">46.289999999999999</cx:pt>
          <cx:pt idx="45044">46.289999999999999</cx:pt>
          <cx:pt idx="45045">54.979999999999997</cx:pt>
          <cx:pt idx="45046">46.289999999999999</cx:pt>
          <cx:pt idx="45047">46.289999999999999</cx:pt>
          <cx:pt idx="45048">54.979999999999997</cx:pt>
          <cx:pt idx="45049">59.960000000000001</cx:pt>
          <cx:pt idx="45050">263.95999999999998</cx:pt>
          <cx:pt idx="45051">195.33000000000001</cx:pt>
          <cx:pt idx="45052">59.960000000000001</cx:pt>
          <cx:pt idx="45053">236.31999999999999</cx:pt>
          <cx:pt idx="45054">261.98000000000002</cx:pt>
          <cx:pt idx="45055">192.69</cx:pt>
          <cx:pt idx="45056">41.939999999999998</cx:pt>
          <cx:pt idx="45057">54.979999999999997</cx:pt>
          <cx:pt idx="45058">46.289999999999999</cx:pt>
          <cx:pt idx="45059">41.939999999999998</cx:pt>
          <cx:pt idx="45060">46.289999999999999</cx:pt>
          <cx:pt idx="45061">46.289999999999999</cx:pt>
          <cx:pt idx="45062">46.289999999999999</cx:pt>
          <cx:pt idx="45063">129.91</cx:pt>
          <cx:pt idx="45064">66.849999999999994</cx:pt>
          <cx:pt idx="45065">459.91000000000003</cx:pt>
          <cx:pt idx="45066">75.870000000000005</cx:pt>
          <cx:pt idx="45067">46.280000000000001</cx:pt>
          <cx:pt idx="45068">41.93</cx:pt>
          <cx:pt idx="45069">45.329999999999998</cx:pt>
          <cx:pt idx="45070">16.289999999999999</cx:pt>
          <cx:pt idx="45071">21.289999999999999</cx:pt>
          <cx:pt idx="45072">54.960000000000001</cx:pt>
          <cx:pt idx="45073">46.270000000000003</cx:pt>
          <cx:pt idx="45074">46.270000000000003</cx:pt>
          <cx:pt idx="45075">54.960000000000001</cx:pt>
          <cx:pt idx="45076">114.73</cx:pt>
          <cx:pt idx="45077">368.95999999999998</cx:pt>
          <cx:pt idx="45078">62.090000000000003</cx:pt>
          <cx:pt idx="45079">169.46000000000001</cx:pt>
          <cx:pt idx="45080">68.739999999999995</cx:pt>
          <cx:pt idx="45081">216.72</cx:pt>
          <cx:pt idx="45082">280.95999999999998</cx:pt>
          <cx:pt idx="45083">259.44999999999999</cx:pt>
          <cx:pt idx="45084">382.45999999999998</cx:pt>
          <cx:pt idx="45085">46.270000000000003</cx:pt>
          <cx:pt idx="45086">41.909999999999997</cx:pt>
          <cx:pt idx="45087">53.979999999999997</cx:pt>
          <cx:pt idx="45088">180.97</cx:pt>
          <cx:pt idx="45089">159.97999999999999</cx:pt>
          <cx:pt idx="45090">180.96000000000001</cx:pt>
          <cx:pt idx="45091">143.96000000000001</cx:pt>
          <cx:pt idx="45092">180.97</cx:pt>
          <cx:pt idx="45093">137.66999999999999</cx:pt>
          <cx:pt idx="45094">159.97999999999999</cx:pt>
          <cx:pt idx="45095">121.98</cx:pt>
          <cx:pt idx="45096">161.97</cx:pt>
          <cx:pt idx="45097">159.97999999999999</cx:pt>
          <cx:pt idx="45098">19.920000000000002</cx:pt>
          <cx:pt idx="45099">13.279999999999999</cx:pt>
          <cx:pt idx="45100">53.979999999999997</cx:pt>
          <cx:pt idx="45101">54.939999999999998</cx:pt>
          <cx:pt idx="45102">53.979999999999997</cx:pt>
          <cx:pt idx="45103">53.979999999999997</cx:pt>
          <cx:pt idx="45104">53.979999999999997</cx:pt>
          <cx:pt idx="45105">53.979999999999997</cx:pt>
          <cx:pt idx="45106">129.97999999999999</cx:pt>
          <cx:pt idx="45107">127.81</cx:pt>
          <cx:pt idx="45108">84.989999999999995</cx:pt>
          <cx:pt idx="45109">153.96000000000001</cx:pt>
          <cx:pt idx="45110">98.980000000000004</cx:pt>
          <cx:pt idx="45111">84.989999999999995</cx:pt>
          <cx:pt idx="45112">152.08000000000001</cx:pt>
          <cx:pt idx="45113">57.979999999999997</cx:pt>
          <cx:pt idx="45114">84.989999999999995</cx:pt>
          <cx:pt idx="45115">125.3</cx:pt>
          <cx:pt idx="45116">25.469999999999999</cx:pt>
          <cx:pt idx="45117">25.469999999999999</cx:pt>
          <cx:pt idx="45118">53.969999999999999</cx:pt>
          <cx:pt idx="45119">134.97999999999999</cx:pt>
          <cx:pt idx="45120">134.97999999999999</cx:pt>
          <cx:pt idx="45121">84.989999999999995</cx:pt>
          <cx:pt idx="45122">84.989999999999995</cx:pt>
          <cx:pt idx="45123">70.349999999999994</cx:pt>
          <cx:pt idx="45124">84.989999999999995</cx:pt>
          <cx:pt idx="45125">84.989999999999995</cx:pt>
          <cx:pt idx="45126">84.989999999999995</cx:pt>
          <cx:pt idx="45127">84.989999999999995</cx:pt>
          <cx:pt idx="45128">99.980000000000004</cx:pt>
          <cx:pt idx="45129">68.989999999999995</cx:pt>
          <cx:pt idx="45130">128.97999999999999</cx:pt>
          <cx:pt idx="45131">79.989999999999995</cx:pt>
          <cx:pt idx="45132">84.989999999999995</cx:pt>
          <cx:pt idx="45133">84.989999999999995</cx:pt>
          <cx:pt idx="45134">84.989999999999995</cx:pt>
          <cx:pt idx="45135">76.489999999999995</cx:pt>
          <cx:pt idx="45136">41.240000000000002</cx:pt>
          <cx:pt idx="45137">41.240000000000002</cx:pt>
          <cx:pt idx="45138">-77.980000000000004</cx:pt>
          <cx:pt idx="45139">77.980000000000004</cx:pt>
          <cx:pt idx="45140">53.969999999999999</cx:pt>
          <cx:pt idx="45141">53.969999999999999</cx:pt>
          <cx:pt idx="45142">9.4900000000000002</cx:pt>
          <cx:pt idx="45143">9.4900000000000002</cx:pt>
          <cx:pt idx="45144">53.969999999999999</cx:pt>
          <cx:pt idx="45145">53.969999999999999</cx:pt>
          <cx:pt idx="45146">53.969999999999999</cx:pt>
          <cx:pt idx="45147">53.969999999999999</cx:pt>
          <cx:pt idx="45148">77.969999999999999</cx:pt>
          <cx:pt idx="45149">55.969999999999999</cx:pt>
          <cx:pt idx="45150">101.95</cx:pt>
          <cx:pt idx="45151">149.94999999999999</cx:pt>
          <cx:pt idx="45152">55.960000000000001</cx:pt>
          <cx:pt idx="45153">119.95999999999999</cx:pt>
          <cx:pt idx="45154">107.84</cx:pt>
          <cx:pt idx="45155">113.95</cx:pt>
          <cx:pt idx="45156">119.95999999999999</cx:pt>
          <cx:pt idx="45157">119.95999999999999</cx:pt>
          <cx:pt idx="45158">119.95999999999999</cx:pt>
          <cx:pt idx="45159">119.95999999999999</cx:pt>
          <cx:pt idx="45160">99.959999999999994</cx:pt>
          <cx:pt idx="45161">107.95999999999999</cx:pt>
          <cx:pt idx="45162">101.95</cx:pt>
          <cx:pt idx="45163">124.95</cx:pt>
          <cx:pt idx="45164">119.97</cx:pt>
          <cx:pt idx="45165">119.95999999999999</cx:pt>
          <cx:pt idx="45166">53.969999999999999</cx:pt>
          <cx:pt idx="45167">53.979999999999997</cx:pt>
          <cx:pt idx="45168">53.979999999999997</cx:pt>
          <cx:pt idx="45169">53.979999999999997</cx:pt>
          <cx:pt idx="45170">53.979999999999997</cx:pt>
          <cx:pt idx="45171">53.979999999999997</cx:pt>
          <cx:pt idx="45172">53.979999999999997</cx:pt>
          <cx:pt idx="45173">53.979999999999997</cx:pt>
          <cx:pt idx="45174">53.979999999999997</cx:pt>
          <cx:pt idx="45175">53.979999999999997</cx:pt>
          <cx:pt idx="45176">53.979999999999997</cx:pt>
          <cx:pt idx="45177">53.979999999999997</cx:pt>
          <cx:pt idx="45178">53.979999999999997</cx:pt>
          <cx:pt idx="45179">53.979999999999997</cx:pt>
          <cx:pt idx="45180">53.979999999999997</cx:pt>
          <cx:pt idx="45181">53.979999999999997</cx:pt>
          <cx:pt idx="45182">53.979999999999997</cx:pt>
          <cx:pt idx="45183">53.979999999999997</cx:pt>
          <cx:pt idx="45184">53.979999999999997</cx:pt>
          <cx:pt idx="45185">53.979999999999997</cx:pt>
          <cx:pt idx="45186">53.979999999999997</cx:pt>
          <cx:pt idx="45187">53.979999999999997</cx:pt>
          <cx:pt idx="45188">368.88</cx:pt>
          <cx:pt idx="45189">453.58999999999997</cx:pt>
          <cx:pt idx="45190">362.88</cx:pt>
          <cx:pt idx="45191">302.38</cx:pt>
          <cx:pt idx="45192">362.88</cx:pt>
          <cx:pt idx="45193">53.979999999999997</cx:pt>
          <cx:pt idx="45194">53.979999999999997</cx:pt>
          <cx:pt idx="45195">53.979999999999997</cx:pt>
          <cx:pt idx="45196">53.979999999999997</cx:pt>
          <cx:pt idx="45197">53.979999999999997</cx:pt>
          <cx:pt idx="45198">53.979999999999997</cx:pt>
          <cx:pt idx="45199">53.979999999999997</cx:pt>
          <cx:pt idx="45200">51.979999999999997</cx:pt>
          <cx:pt idx="45201">51.979999999999997</cx:pt>
          <cx:pt idx="45202">53.979999999999997</cx:pt>
          <cx:pt idx="45203">53.979999999999997</cx:pt>
          <cx:pt idx="45204">53.979999999999997</cx:pt>
          <cx:pt idx="45205">127.45999999999999</cx:pt>
          <cx:pt idx="45206">73.939999999999998</cx:pt>
          <cx:pt idx="45207">59.979999999999997</cx:pt>
          <cx:pt idx="45208">72.980000000000004</cx:pt>
          <cx:pt idx="45209">161.94999999999999</cx:pt>
          <cx:pt idx="45210">115.95999999999999</cx:pt>
          <cx:pt idx="45211">121.95</cx:pt>
          <cx:pt idx="45212">89.969999999999999</cx:pt>
          <cx:pt idx="45213">55.979999999999997</cx:pt>
          <cx:pt idx="45214">136.74000000000001</cx:pt>
          <cx:pt idx="45215">272.75</cx:pt>
          <cx:pt idx="45216">101.95999999999999</cx:pt>
          <cx:pt idx="45217">147</cx:pt>
          <cx:pt idx="45218">55.979999999999997</cx:pt>
          <cx:pt idx="45219">55.979999999999997</cx:pt>
          <cx:pt idx="45220">53.969999999999999</cx:pt>
          <cx:pt idx="45221">53.960000000000001</cx:pt>
          <cx:pt idx="45222">53.969999999999999</cx:pt>
          <cx:pt idx="45223">53.969999999999999</cx:pt>
          <cx:pt idx="45224">53.969999999999999</cx:pt>
          <cx:pt idx="45225">53.969999999999999</cx:pt>
          <cx:pt idx="45226">53.969999999999999</cx:pt>
          <cx:pt idx="45227">117.95999999999999</cx:pt>
          <cx:pt idx="45228">163.94999999999999</cx:pt>
          <cx:pt idx="45229">183.96000000000001</cx:pt>
          <cx:pt idx="45230">147.96000000000001</cx:pt>
          <cx:pt idx="45231">128.97</cx:pt>
          <cx:pt idx="45232">109.98</cx:pt>
          <cx:pt idx="45233">109.98</cx:pt>
          <cx:pt idx="45234">111.95999999999999</cx:pt>
          <cx:pt idx="45235">92.969999999999999</cx:pt>
          <cx:pt idx="45236">183.96000000000001</cx:pt>
          <cx:pt idx="45237">198.88999999999999</cx:pt>
          <cx:pt idx="45238">157.94999999999999</cx:pt>
          <cx:pt idx="45239">109.98</cx:pt>
          <cx:pt idx="45240">53.969999999999999</cx:pt>
          <cx:pt idx="45241">53.969999999999999</cx:pt>
          <cx:pt idx="45242">53.969999999999999</cx:pt>
          <cx:pt idx="45243">53.969999999999999</cx:pt>
          <cx:pt idx="45244">-6.8899999999999997</cx:pt>
          <cx:pt idx="45245">59.960000000000001</cx:pt>
          <cx:pt idx="45246">53.969999999999999</cx:pt>
          <cx:pt idx="45247">53.969999999999999</cx:pt>
          <cx:pt idx="45248">53.969999999999999</cx:pt>
          <cx:pt idx="45249">53.969999999999999</cx:pt>
          <cx:pt idx="45250">53.960000000000001</cx:pt>
          <cx:pt idx="45251">48.350000000000001</cx:pt>
          <cx:pt idx="45252">159.69999999999999</cx:pt>
          <cx:pt idx="45253">-12.48</cx:pt>
          <cx:pt idx="45254">176.62</cx:pt>
          <cx:pt idx="45255">120.98</cx:pt>
          <cx:pt idx="45256">159.69999999999999</cx:pt>
          <cx:pt idx="45257">147.72</cx:pt>
          <cx:pt idx="45258">283.04000000000002</cx:pt>
          <cx:pt idx="45259">53.960000000000001</cx:pt>
          <cx:pt idx="45260">53.939999999999998</cx:pt>
          <cx:pt idx="45261">53.950000000000003</cx:pt>
          <cx:pt idx="45262">53.950000000000003</cx:pt>
          <cx:pt idx="45263">54.880000000000003</cx:pt>
          <cx:pt idx="45264">53.909999999999997</cx:pt>
          <cx:pt idx="45265">58.979999999999997</cx:pt>
          <cx:pt idx="45266">58.979999999999997</cx:pt>
          <cx:pt idx="45267">299.89999999999998</cx:pt>
          <cx:pt idx="45268">239.91999999999999</cx:pt>
          <cx:pt idx="45269">159.97999999999999</cx:pt>
          <cx:pt idx="45270">149.94999999999999</cx:pt>
          <cx:pt idx="45271">179.94</cx:pt>
          <cx:pt idx="45272">289.89999999999998</cx:pt>
          <cx:pt idx="45273">174.56</cx:pt>
          <cx:pt idx="45274">111.97</cx:pt>
          <cx:pt idx="45275">40.939999999999998</cx:pt>
          <cx:pt idx="45276">-9.4499999999999993</cx:pt>
          <cx:pt idx="45277">62.979999999999997</cx:pt>
          <cx:pt idx="45278">41.590000000000003</cx:pt>
          <cx:pt idx="45279">119.95999999999999</cx:pt>
          <cx:pt idx="45280">99.959999999999994</cx:pt>
          <cx:pt idx="45281">119.95999999999999</cx:pt>
          <cx:pt idx="45282">105.26000000000001</cx:pt>
          <cx:pt idx="45283">84.969999999999999</cx:pt>
          <cx:pt idx="45284">119.95999999999999</cx:pt>
          <cx:pt idx="45285">89.969999999999999</cx:pt>
          <cx:pt idx="45286">114.95999999999999</cx:pt>
          <cx:pt idx="45287">119.95999999999999</cx:pt>
          <cx:pt idx="45288">109.95999999999999</cx:pt>
          <cx:pt idx="45289">119.95999999999999</cx:pt>
          <cx:pt idx="45290">119.95999999999999</cx:pt>
          <cx:pt idx="45291">119.95999999999999</cx:pt>
          <cx:pt idx="45292">119.95999999999999</cx:pt>
          <cx:pt idx="45293">41.509999999999998</cx:pt>
          <cx:pt idx="45294">54.990000000000002</cx:pt>
          <cx:pt idx="45295">49.590000000000003</cx:pt>
          <cx:pt idx="45296">102.97</cx:pt>
          <cx:pt idx="45297">161.94999999999999</cx:pt>
          <cx:pt idx="45298">67.980000000000004</cx:pt>
          <cx:pt idx="45299">124.97</cx:pt>
          <cx:pt idx="45300">212.91999999999999</cx:pt>
          <cx:pt idx="45301">99.980000000000004</cx:pt>
          <cx:pt idx="45302">99.980000000000004</cx:pt>
          <cx:pt idx="45303">119.97</cx:pt>
          <cx:pt idx="45304">149.97</cx:pt>
          <cx:pt idx="45305">23.57</cx:pt>
          <cx:pt idx="45306">99.980000000000004</cx:pt>
          <cx:pt idx="45307">140.96000000000001</cx:pt>
          <cx:pt idx="45308">100.33</cx:pt>
          <cx:pt idx="45309">49.590000000000003</cx:pt>
          <cx:pt idx="45310">49.590000000000003</cx:pt>
          <cx:pt idx="45311">49.590000000000003</cx:pt>
          <cx:pt idx="45312">49.590000000000003</cx:pt>
          <cx:pt idx="45313">49.590000000000003</cx:pt>
          <cx:pt idx="45314">54.979999999999997</cx:pt>
          <cx:pt idx="45315">54.479999999999997</cx:pt>
          <cx:pt idx="45316">49.57</cx:pt>
          <cx:pt idx="45317">49.57</cx:pt>
          <cx:pt idx="45318">49.57</cx:pt>
          <cx:pt idx="45319">49.57</cx:pt>
          <cx:pt idx="45320">53.979999999999997</cx:pt>
          <cx:pt idx="45321">53.979999999999997</cx:pt>
          <cx:pt idx="45322">85.469999999999999</cx:pt>
          <cx:pt idx="45323">89.969999999999999</cx:pt>
          <cx:pt idx="45324">89.969999999999999</cx:pt>
          <cx:pt idx="45325">89.969999999999999</cx:pt>
          <cx:pt idx="45326">53.979999999999997</cx:pt>
          <cx:pt idx="45327">84.969999999999999</cx:pt>
          <cx:pt idx="45328">59.979999999999997</cx:pt>
          <cx:pt idx="45329">59.979999999999997</cx:pt>
          <cx:pt idx="45330">89.969999999999999</cx:pt>
          <cx:pt idx="45331">89.969999999999999</cx:pt>
          <cx:pt idx="45332">89.969999999999999</cx:pt>
          <cx:pt idx="45333">89.969999999999999</cx:pt>
          <cx:pt idx="45334">59.979999999999997</cx:pt>
          <cx:pt idx="45335">89.969999999999999</cx:pt>
          <cx:pt idx="45336">89.969999999999999</cx:pt>
          <cx:pt idx="45337">89.969999999999999</cx:pt>
          <cx:pt idx="45338">89.969999999999999</cx:pt>
          <cx:pt idx="45339">91.469999999999999</cx:pt>
          <cx:pt idx="45340">53.979999999999997</cx:pt>
          <cx:pt idx="45341">46.149999999999999</cx:pt>
          <cx:pt idx="45342">53.969999999999999</cx:pt>
          <cx:pt idx="45343">53.969999999999999</cx:pt>
          <cx:pt idx="45344">53.969999999999999</cx:pt>
          <cx:pt idx="45345">53.969999999999999</cx:pt>
          <cx:pt idx="45346">118.76000000000001</cx:pt>
          <cx:pt idx="45347">89.969999999999999</cx:pt>
          <cx:pt idx="45348">119.95999999999999</cx:pt>
          <cx:pt idx="45349">89.969999999999999</cx:pt>
          <cx:pt idx="45350">119.95999999999999</cx:pt>
          <cx:pt idx="45351">119.95999999999999</cx:pt>
          <cx:pt idx="45352">116.41</cx:pt>
          <cx:pt idx="45353">117.56</cx:pt>
          <cx:pt idx="45354">119.95999999999999</cx:pt>
          <cx:pt idx="45355">119.95999999999999</cx:pt>
          <cx:pt idx="45356">119.95999999999999</cx:pt>
          <cx:pt idx="45357">29.989999999999998</cx:pt>
          <cx:pt idx="45358">74.969999999999999</cx:pt>
          <cx:pt idx="45359">99.959999999999994</cx:pt>
          <cx:pt idx="45360">113.95999999999999</cx:pt>
          <cx:pt idx="45361">53.960000000000001</cx:pt>
          <cx:pt idx="45362">53.490000000000002</cx:pt>
          <cx:pt idx="45363">53.939999999999998</cx:pt>
          <cx:pt idx="45364">58.549999999999997</cx:pt>
          <cx:pt idx="45365">58.490000000000002</cx:pt>
          <cx:pt idx="45366">68.980000000000004</cx:pt>
          <cx:pt idx="45367">191.94999999999999</cx:pt>
          <cx:pt idx="45368">158.97</cx:pt>
          <cx:pt idx="45369">228.19</cx:pt>
          <cx:pt idx="45370">134.97999999999999</cx:pt>
          <cx:pt idx="45371">134.97999999999999</cx:pt>
          <cx:pt idx="45372">155.97</cx:pt>
          <cx:pt idx="45373">29.989999999999998</cx:pt>
          <cx:pt idx="45374">62.979999999999997</cx:pt>
          <cx:pt idx="45375">118.97</cx:pt>
          <cx:pt idx="45376">99.980000000000004</cx:pt>
          <cx:pt idx="45377">114.98</cx:pt>
          <cx:pt idx="45378">143.97</cx:pt>
          <cx:pt idx="45379">68.989999999999995</cx:pt>
          <cx:pt idx="45380">84.989999999999995</cx:pt>
          <cx:pt idx="45381">58.479999999999997</cx:pt>
          <cx:pt idx="45382">58.460000000000001</cx:pt>
          <cx:pt idx="45383">20.289999999999999</cx:pt>
          <cx:pt idx="45384">100.98</cx:pt>
          <cx:pt idx="45385">218.91999999999999</cx:pt>
          <cx:pt idx="45386">288.38</cx:pt>
          <cx:pt idx="45387">148.46000000000001</cx:pt>
          <cx:pt idx="45388">173.97</cx:pt>
          <cx:pt idx="45389">211.52000000000001</cx:pt>
          <cx:pt idx="45390">175.94999999999999</cx:pt>
          <cx:pt idx="45391">58.770000000000003</cx:pt>
          <cx:pt idx="45392">169.97999999999999</cx:pt>
          <cx:pt idx="45393">79.980000000000004</cx:pt>
          <cx:pt idx="45394">169.97999999999999</cx:pt>
          <cx:pt idx="45395">79.980000000000004</cx:pt>
          <cx:pt idx="45396">84.989999999999995</cx:pt>
          <cx:pt idx="45397">195.97</cx:pt>
          <cx:pt idx="45398">134.97999999999999</cx:pt>
          <cx:pt idx="45399">84.989999999999995</cx:pt>
          <cx:pt idx="45400">139.97999999999999</cx:pt>
          <cx:pt idx="45401">214.97</cx:pt>
          <cx:pt idx="45402">84.989999999999995</cx:pt>
          <cx:pt idx="45403">179.97</cx:pt>
          <cx:pt idx="45404">164.97999999999999</cx:pt>
          <cx:pt idx="45405">45.369999999999997</cx:pt>
          <cx:pt idx="45406">41.090000000000003</cx:pt>
          <cx:pt idx="45407">41.090000000000003</cx:pt>
          <cx:pt idx="45408">41.079999999999998</cx:pt>
          <cx:pt idx="45409">53.079999999999998</cx:pt>
          <cx:pt idx="45410">159.97999999999999</cx:pt>
          <cx:pt idx="45411">65.989999999999995</cx:pt>
          <cx:pt idx="45412">67.980000000000004</cx:pt>
          <cx:pt idx="45413">68.989999999999995</cx:pt>
          <cx:pt idx="45414">84.989999999999995</cx:pt>
          <cx:pt idx="45415">76.489999999999995</cx:pt>
          <cx:pt idx="45416">74.989999999999995</cx:pt>
          <cx:pt idx="45417">84.989999999999995</cx:pt>
          <cx:pt idx="45418">84.989999999999995</cx:pt>
          <cx:pt idx="45419">65.989999999999995</cx:pt>
          <cx:pt idx="45420">85.980000000000004</cx:pt>
          <cx:pt idx="45421">68.989999999999995</cx:pt>
          <cx:pt idx="45422">85.980000000000004</cx:pt>
          <cx:pt idx="45423">84.989999999999995</cx:pt>
          <cx:pt idx="45424">99.980000000000004</cx:pt>
          <cx:pt idx="45425">62.109999999999999</cx:pt>
          <cx:pt idx="45426">65.989999999999995</cx:pt>
          <cx:pt idx="45427">84.989999999999995</cx:pt>
          <cx:pt idx="45428">53.07</cx:pt>
          <cx:pt idx="45429">53.060000000000002</cx:pt>
          <cx:pt idx="45430">53.990000000000002</cx:pt>
          <cx:pt idx="45431">84.989999999999995</cx:pt>
          <cx:pt idx="45432">120.26000000000001</cx:pt>
          <cx:pt idx="45433">79.980000000000004</cx:pt>
          <cx:pt idx="45434">105.95999999999999</cx:pt>
          <cx:pt idx="45435">188.97</cx:pt>
          <cx:pt idx="45436">84.989999999999995</cx:pt>
          <cx:pt idx="45437">157.58000000000001</cx:pt>
          <cx:pt idx="45438">135.97</cx:pt>
          <cx:pt idx="45439">99.980000000000004</cx:pt>
          <cx:pt idx="45440">201.96000000000001</cx:pt>
          <cx:pt idx="45441">139.97999999999999</cx:pt>
          <cx:pt idx="45442">169.97999999999999</cx:pt>
          <cx:pt idx="45443">53.979999999999997</cx:pt>
          <cx:pt idx="45444">53.979999999999997</cx:pt>
          <cx:pt idx="45445">53.979999999999997</cx:pt>
          <cx:pt idx="45446">53.979999999999997</cx:pt>
          <cx:pt idx="45447">53.979999999999997</cx:pt>
          <cx:pt idx="45448">59.359999999999999</cx:pt>
          <cx:pt idx="45449">84.189999999999998</cx:pt>
          <cx:pt idx="45450">59.200000000000003</cx:pt>
          <cx:pt idx="45451">59.960000000000001</cx:pt>
          <cx:pt idx="45452">73.769999999999996</cx:pt>
          <cx:pt idx="45453">75.959999999999994</cx:pt>
          <cx:pt idx="45454">51.969999999999999</cx:pt>
          <cx:pt idx="45455">53.969999999999999</cx:pt>
          <cx:pt idx="45456">53.969999999999999</cx:pt>
          <cx:pt idx="45457">53.969999999999999</cx:pt>
          <cx:pt idx="45458">53.969999999999999</cx:pt>
          <cx:pt idx="45459">53.969999999999999</cx:pt>
          <cx:pt idx="45460">53.969999999999999</cx:pt>
          <cx:pt idx="45461">217.52000000000001</cx:pt>
          <cx:pt idx="45462">141.75</cx:pt>
          <cx:pt idx="45463">88.549999999999997</cx:pt>
          <cx:pt idx="45464">142.97</cx:pt>
          <cx:pt idx="45465">53.979999999999997</cx:pt>
          <cx:pt idx="45466">27.879999999999999</cx:pt>
          <cx:pt idx="45467">53.969999999999999</cx:pt>
          <cx:pt idx="45468">53.969999999999999</cx:pt>
          <cx:pt idx="45469">53.969999999999999</cx:pt>
          <cx:pt idx="45470">53.969999999999999</cx:pt>
          <cx:pt idx="45471">27.989999999999998</cx:pt>
          <cx:pt idx="45472">59.979999999999997</cx:pt>
          <cx:pt idx="45473">111.95999999999999</cx:pt>
          <cx:pt idx="45474">55.979999999999997</cx:pt>
          <cx:pt idx="45475">83.969999999999999</cx:pt>
          <cx:pt idx="45476">77.969999999999999</cx:pt>
          <cx:pt idx="45477">158.94</cx:pt>
          <cx:pt idx="45478">55.979999999999997</cx:pt>
          <cx:pt idx="45479">77.209999999999994</cx:pt>
          <cx:pt idx="45480">83.969999999999999</cx:pt>
          <cx:pt idx="45481">55.979999999999997</cx:pt>
          <cx:pt idx="45482">59.979999999999997</cx:pt>
          <cx:pt idx="45483">55.979999999999997</cx:pt>
          <cx:pt idx="45484">55.979999999999997</cx:pt>
          <cx:pt idx="45485">53.960000000000001</cx:pt>
          <cx:pt idx="45486">53.960000000000001</cx:pt>
          <cx:pt idx="45487">53.969999999999999</cx:pt>
          <cx:pt idx="45488">53.960000000000001</cx:pt>
          <cx:pt idx="45489">53.960000000000001</cx:pt>
          <cx:pt idx="45490">17.280000000000001</cx:pt>
          <cx:pt idx="45491">19.289999999999999</cx:pt>
          <cx:pt idx="45492">842.88</cx:pt>
          <cx:pt idx="45493">842.88</cx:pt>
          <cx:pt idx="45494">53.960000000000001</cx:pt>
          <cx:pt idx="45495">84.989999999999995</cx:pt>
          <cx:pt idx="45496">65.989999999999995</cx:pt>
          <cx:pt idx="45497">84.989999999999995</cx:pt>
          <cx:pt idx="45498">84.989999999999995</cx:pt>
          <cx:pt idx="45499">65.989999999999995</cx:pt>
          <cx:pt idx="45500">84.989999999999995</cx:pt>
          <cx:pt idx="45501">84.989999999999995</cx:pt>
          <cx:pt idx="45502">84.989999999999995</cx:pt>
          <cx:pt idx="45503">65.989999999999995</cx:pt>
          <cx:pt idx="45504">79.980000000000004</cx:pt>
          <cx:pt idx="45505">84.989999999999995</cx:pt>
          <cx:pt idx="45506">82.439999999999998</cx:pt>
          <cx:pt idx="45507">84.989999999999995</cx:pt>
          <cx:pt idx="45508">84.989999999999995</cx:pt>
          <cx:pt idx="45509">65.989999999999995</cx:pt>
          <cx:pt idx="45510">80.299999999999997</cx:pt>
          <cx:pt idx="45511">84.989999999999995</cx:pt>
          <cx:pt idx="45512">41.490000000000002</cx:pt>
          <cx:pt idx="45513">169.97999999999999</cx:pt>
          <cx:pt idx="45514">79.040000000000006</cx:pt>
          <cx:pt idx="45515">84.989999999999995</cx:pt>
          <cx:pt idx="45516">53.939999999999998</cx:pt>
          <cx:pt idx="45517">53.939999999999998</cx:pt>
          <cx:pt idx="45518">53.939999999999998</cx:pt>
          <cx:pt idx="45519">52.979999999999997</cx:pt>
          <cx:pt idx="45520">44.490000000000002</cx:pt>
          <cx:pt idx="45521">96.969999999999999</cx:pt>
          <cx:pt idx="45522">167.18000000000001</cx:pt>
          <cx:pt idx="45523">96.980000000000004</cx:pt>
          <cx:pt idx="45524">193.96000000000001</cx:pt>
          <cx:pt idx="45525">96.980000000000004</cx:pt>
          <cx:pt idx="45526">74.980000000000004</cx:pt>
          <cx:pt idx="45527">122.97</cx:pt>
          <cx:pt idx="45528">218.96000000000001</cx:pt>
          <cx:pt idx="45529">96.980000000000004</cx:pt>
          <cx:pt idx="45530">181.97</cx:pt>
          <cx:pt idx="45531">136.97</cx:pt>
          <cx:pt idx="45532">96.980000000000004</cx:pt>
          <cx:pt idx="45533">44.490000000000002</cx:pt>
          <cx:pt idx="45534">52.979999999999997</cx:pt>
          <cx:pt idx="45535">40.240000000000002</cx:pt>
          <cx:pt idx="45536">52.969999999999999</cx:pt>
          <cx:pt idx="45537">44.490000000000002</cx:pt>
          <cx:pt idx="45538">44.490000000000002</cx:pt>
          <cx:pt idx="45539">52.969999999999999</cx:pt>
          <cx:pt idx="45540">44.490000000000002</cx:pt>
          <cx:pt idx="45541">52.969999999999999</cx:pt>
          <cx:pt idx="45542">61.689999999999998</cx:pt>
          <cx:pt idx="45543">79.849999999999994</cx:pt>
          <cx:pt idx="45544">79.849999999999994</cx:pt>
          <cx:pt idx="45545">79.849999999999994</cx:pt>
          <cx:pt idx="45546">79.849999999999994</cx:pt>
          <cx:pt idx="45547">65.989999999999995</cx:pt>
          <cx:pt idx="45548">56.850000000000001</cx:pt>
          <cx:pt idx="45549">73.799999999999997</cx:pt>
          <cx:pt idx="45550">124.59</cx:pt>
          <cx:pt idx="45551">79.849999999999994</cx:pt>
          <cx:pt idx="45552">159.69999999999999</cx:pt>
          <cx:pt idx="45553">82.859999999999999</cx:pt>
          <cx:pt idx="45554">111.79000000000001</cx:pt>
          <cx:pt idx="45555">159.66999999999999</cx:pt>
          <cx:pt idx="45556">24.18</cx:pt>
          <cx:pt idx="45557">106.56</cx:pt>
          <cx:pt idx="45558">79.849999999999994</cx:pt>
          <cx:pt idx="45559">52.969999999999999</cx:pt>
          <cx:pt idx="45560">40.229999999999997</cx:pt>
          <cx:pt idx="45561">40.229999999999997</cx:pt>
          <cx:pt idx="45562">40.229999999999997</cx:pt>
          <cx:pt idx="45563">40.229999999999997</cx:pt>
          <cx:pt idx="45564">44.469999999999999</cx:pt>
          <cx:pt idx="45565">15.49</cx:pt>
          <cx:pt idx="45566">16.239999999999998</cx:pt>
          <cx:pt idx="45567">52.960000000000001</cx:pt>
          <cx:pt idx="45568">99.980000000000004</cx:pt>
          <cx:pt idx="45569">131.97999999999999</cx:pt>
          <cx:pt idx="45570">145.97</cx:pt>
          <cx:pt idx="45571">121.98</cx:pt>
          <cx:pt idx="45572">131.97999999999999</cx:pt>
          <cx:pt idx="45573">197.97</cx:pt>
          <cx:pt idx="45574">55.020000000000003</cx:pt>
          <cx:pt idx="45575">84.980000000000004</cx:pt>
          <cx:pt idx="45576">131.97999999999999</cx:pt>
          <cx:pt idx="45577">52.979999999999997</cx:pt>
          <cx:pt idx="45578">52.969999999999999</cx:pt>
          <cx:pt idx="45579">52.969999999999999</cx:pt>
          <cx:pt idx="45580">52.969999999999999</cx:pt>
          <cx:pt idx="45581">57.979999999999997</cx:pt>
          <cx:pt idx="45582">57.979999999999997</cx:pt>
          <cx:pt idx="45583">48.890000000000001</cx:pt>
          <cx:pt idx="45584">57.979999999999997</cx:pt>
          <cx:pt idx="45585">84.989999999999995</cx:pt>
          <cx:pt idx="45586">168.96000000000001</cx:pt>
          <cx:pt idx="45587">172.97</cx:pt>
          <cx:pt idx="45588">199.96000000000001</cx:pt>
          <cx:pt idx="45589">288.97000000000003</cx:pt>
          <cx:pt idx="45590">248.36000000000001</cx:pt>
          <cx:pt idx="45591">174.94999999999999</cx:pt>
          <cx:pt idx="45592">305.95999999999998</cx:pt>
          <cx:pt idx="45593">57.979999999999997</cx:pt>
          <cx:pt idx="45594">57.979999999999997</cx:pt>
          <cx:pt idx="45595">44.140000000000001</cx:pt>
          <cx:pt idx="45596">57.979999999999997</cx:pt>
          <cx:pt idx="45597">44.140000000000001</cx:pt>
          <cx:pt idx="45598">57.979999999999997</cx:pt>
          <cx:pt idx="45599">57.979999999999997</cx:pt>
          <cx:pt idx="45600">483.88</cx:pt>
          <cx:pt idx="45601">145.16</cx:pt>
          <cx:pt idx="45602">48.479999999999997</cx:pt>
          <cx:pt idx="45603">57.960000000000001</cx:pt>
          <cx:pt idx="45604">57.960000000000001</cx:pt>
          <cx:pt idx="45605">52.93</cx:pt>
          <cx:pt idx="45606">53.759999999999998</cx:pt>
          <cx:pt idx="45607">53.710000000000001</cx:pt>
          <cx:pt idx="45608">73.599999999999994</cx:pt>
          <cx:pt idx="45609">171.97</cx:pt>
          <cx:pt idx="45610">77.959999999999994</cx:pt>
          <cx:pt idx="45611">275.79000000000002</cx:pt>
          <cx:pt idx="45612">50.969999999999999</cx:pt>
          <cx:pt idx="45613">79.989999999999995</cx:pt>
          <cx:pt idx="45614">79.989999999999995</cx:pt>
          <cx:pt idx="45615">105.95999999999999</cx:pt>
          <cx:pt idx="45616">153.41999999999999</cx:pt>
          <cx:pt idx="45617">159.97999999999999</cx:pt>
          <cx:pt idx="45618">67.980000000000004</cx:pt>
          <cx:pt idx="45619">135.94</cx:pt>
          <cx:pt idx="45620">53.079999999999998</cx:pt>
          <cx:pt idx="45621">53.079999999999998</cx:pt>
          <cx:pt idx="45622">44.490000000000002</cx:pt>
          <cx:pt idx="45623">139.97999999999999</cx:pt>
          <cx:pt idx="45624">84.989999999999995</cx:pt>
          <cx:pt idx="45625">65.989999999999995</cx:pt>
          <cx:pt idx="45626">65.989999999999995</cx:pt>
          <cx:pt idx="45627">65.989999999999995</cx:pt>
          <cx:pt idx="45628">152.97999999999999</cx:pt>
          <cx:pt idx="45629">84.989999999999995</cx:pt>
          <cx:pt idx="45630">161.66999999999999</cx:pt>
          <cx:pt idx="45631">169.97999999999999</cx:pt>
          <cx:pt idx="45632">169.97999999999999</cx:pt>
          <cx:pt idx="45633">169.97999999999999</cx:pt>
          <cx:pt idx="45634">169.97999999999999</cx:pt>
          <cx:pt idx="45635">81.310000000000002</cx:pt>
          <cx:pt idx="45636">169.97999999999999</cx:pt>
          <cx:pt idx="45637">53.969999999999999</cx:pt>
          <cx:pt idx="45638">57.560000000000002</cx:pt>
          <cx:pt idx="45639">241.47</cx:pt>
          <cx:pt idx="45640">215.97</cx:pt>
          <cx:pt idx="45641">300.36000000000001</cx:pt>
          <cx:pt idx="45642">239.97</cx:pt>
          <cx:pt idx="45643">178.97</cx:pt>
          <cx:pt idx="45644">239.97</cx:pt>
          <cx:pt idx="45645">239.97</cx:pt>
          <cx:pt idx="45646">53.479999999999997</cx:pt>
          <cx:pt idx="45647">48.380000000000003</cx:pt>
          <cx:pt idx="45648">48.350000000000001</cx:pt>
          <cx:pt idx="45649">76.409999999999997</cx:pt>
          <cx:pt idx="45650">169.97999999999999</cx:pt>
          <cx:pt idx="45651">84.989999999999995</cx:pt>
          <cx:pt idx="45652">144.94999999999999</cx:pt>
          <cx:pt idx="45653">99.980000000000004</cx:pt>
          <cx:pt idx="45654">100.98</cx:pt>
          <cx:pt idx="45655">99.980000000000004</cx:pt>
          <cx:pt idx="45656">99.980000000000004</cx:pt>
          <cx:pt idx="45657">84.989999999999995</cx:pt>
          <cx:pt idx="45658">108.97</cx:pt>
          <cx:pt idx="45659">84.989999999999995</cx:pt>
          <cx:pt idx="45660">99.980000000000004</cx:pt>
          <cx:pt idx="45661">119.98</cx:pt>
          <cx:pt idx="45662">131.97999999999999</cx:pt>
          <cx:pt idx="45663">53.759999999999998</cx:pt>
          <cx:pt idx="45664">53.149999999999999</cx:pt>
          <cx:pt idx="45665">52.18</cx:pt>
          <cx:pt idx="45666">154.22</cx:pt>
          <cx:pt idx="45667">232.25</cx:pt>
          <cx:pt idx="45668">136.06</cx:pt>
          <cx:pt idx="45669">52.18</cx:pt>
          <cx:pt idx="45670">52.18</cx:pt>
          <cx:pt idx="45671">52.159999999999997</cx:pt>
          <cx:pt idx="45672">119.66</cx:pt>
          <cx:pt idx="45673">119.66</cx:pt>
          <cx:pt idx="45674">89.969999999999999</cx:pt>
          <cx:pt idx="45675">89.969999999999999</cx:pt>
          <cx:pt idx="45676">86.969999999999999</cx:pt>
          <cx:pt idx="45677">57.640000000000001</cx:pt>
          <cx:pt idx="45678">74.969999999999999</cx:pt>
          <cx:pt idx="45679">89.969999999999999</cx:pt>
          <cx:pt idx="45680">89.969999999999999</cx:pt>
          <cx:pt idx="45681">74.969999999999999</cx:pt>
          <cx:pt idx="45682">92.969999999999999</cx:pt>
          <cx:pt idx="45683">96.969999999999999</cx:pt>
          <cx:pt idx="45684">92.969999999999999</cx:pt>
          <cx:pt idx="45685">57.640000000000001</cx:pt>
          <cx:pt idx="45686">96.969999999999999</cx:pt>
          <cx:pt idx="45687">86.969999999999999</cx:pt>
          <cx:pt idx="45688">101.95999999999999</cx:pt>
          <cx:pt idx="45689">84.989999999999995</cx:pt>
          <cx:pt idx="45690">84.989999999999995</cx:pt>
          <cx:pt idx="45691">89.969999999999999</cx:pt>
          <cx:pt idx="45692">89.969999999999999</cx:pt>
          <cx:pt idx="45693">89.969999999999999</cx:pt>
          <cx:pt idx="45694">101.95999999999999</cx:pt>
          <cx:pt idx="45695">89.969999999999999</cx:pt>
          <cx:pt idx="45696">19.489999999999998</cx:pt>
          <cx:pt idx="45697">11.24</cx:pt>
          <cx:pt idx="45698">44.289999999999999</cx:pt>
          <cx:pt idx="45699">52.979999999999997</cx:pt>
          <cx:pt idx="45700">44.289999999999999</cx:pt>
          <cx:pt idx="45701">52.979999999999997</cx:pt>
          <cx:pt idx="45702">239.53999999999999</cx:pt>
          <cx:pt idx="45703">239.53999999999999</cx:pt>
          <cx:pt idx="45704">104.02</cx:pt>
          <cx:pt idx="45705">303.31999999999999</cx:pt>
          <cx:pt idx="45706">239.53999999999999</cx:pt>
          <cx:pt idx="45707">182.66999999999999</cx:pt>
          <cx:pt idx="45708">239.53999999999999</cx:pt>
          <cx:pt idx="45709">52.979999999999997</cx:pt>
          <cx:pt idx="45710">52.979999999999997</cx:pt>
          <cx:pt idx="45711">52.979999999999997</cx:pt>
          <cx:pt idx="45712">52.979999999999997</cx:pt>
          <cx:pt idx="45713">44.289999999999999</cx:pt>
          <cx:pt idx="45714">44.289999999999999</cx:pt>
          <cx:pt idx="45715">52.969999999999999</cx:pt>
          <cx:pt idx="45716">39.93</cx:pt>
          <cx:pt idx="45717">39.93</cx:pt>
          <cx:pt idx="45718">165.94999999999999</cx:pt>
          <cx:pt idx="45719">216.84999999999999</cx:pt>
          <cx:pt idx="45720">69.980000000000004</cx:pt>
          <cx:pt idx="45721">219.97</cx:pt>
          <cx:pt idx="45722">48.25</cx:pt>
          <cx:pt idx="45723">39.93</cx:pt>
          <cx:pt idx="45724">39.93</cx:pt>
          <cx:pt idx="45725">39.93</cx:pt>
          <cx:pt idx="45726">39.93</cx:pt>
          <cx:pt idx="45727">52.969999999999999</cx:pt>
          <cx:pt idx="45728">52.969999999999999</cx:pt>
          <cx:pt idx="45729">52.969999999999999</cx:pt>
          <cx:pt idx="45730">52.969999999999999</cx:pt>
          <cx:pt idx="45731">152.97999999999999</cx:pt>
          <cx:pt idx="45732">139.97999999999999</cx:pt>
          <cx:pt idx="45733">169.97999999999999</cx:pt>
          <cx:pt idx="45734">47.490000000000002</cx:pt>
          <cx:pt idx="45735">56.969999999999999</cx:pt>
          <cx:pt idx="45736">56.969999999999999</cx:pt>
          <cx:pt idx="45737">56.969999999999999</cx:pt>
          <cx:pt idx="45738">148.47</cx:pt>
          <cx:pt idx="45739">51.840000000000003</cx:pt>
          <cx:pt idx="45740">166.84</cx:pt>
          <cx:pt idx="45741">164.97999999999999</cx:pt>
          <cx:pt idx="45742">169.97999999999999</cx:pt>
          <cx:pt idx="45743">126.98</cx:pt>
          <cx:pt idx="45744">121.75</cx:pt>
          <cx:pt idx="45745">138.13999999999999</cx:pt>
          <cx:pt idx="45746">200.15000000000001</cx:pt>
          <cx:pt idx="45747">62.960000000000001</cx:pt>
          <cx:pt idx="45748">56.969999999999999</cx:pt>
          <cx:pt idx="45749">56.969999999999999</cx:pt>
          <cx:pt idx="45750">56.969999999999999</cx:pt>
          <cx:pt idx="45751">56.969999999999999</cx:pt>
          <cx:pt idx="45752">56.969999999999999</cx:pt>
          <cx:pt idx="45753">56.969999999999999</cx:pt>
          <cx:pt idx="45754">56.969999999999999</cx:pt>
          <cx:pt idx="45755">56.969999999999999</cx:pt>
          <cx:pt idx="45756">56.969999999999999</cx:pt>
          <cx:pt idx="45757">84.950000000000003</cx:pt>
          <cx:pt idx="45758">84.950000000000003</cx:pt>
          <cx:pt idx="45759">41.100000000000001</cx:pt>
          <cx:pt idx="45760">59.960000000000001</cx:pt>
          <cx:pt idx="45761">50.990000000000002</cx:pt>
          <cx:pt idx="45762">59.969999999999999</cx:pt>
          <cx:pt idx="45763">41.100000000000001</cx:pt>
          <cx:pt idx="45764">70.049999999999997</cx:pt>
          <cx:pt idx="45765">99.950000000000003</cx:pt>
          <cx:pt idx="45766">59.960000000000001</cx:pt>
          <cx:pt idx="45767">61.280000000000001</cx:pt>
          <cx:pt idx="45768">50.990000000000002</cx:pt>
          <cx:pt idx="45769">52.460000000000001</cx:pt>
          <cx:pt idx="45770">99.950000000000003</cx:pt>
          <cx:pt idx="45771">61.280000000000001</cx:pt>
          <cx:pt idx="45772">70.049999999999997</cx:pt>
          <cx:pt idx="45773">69.950000000000003</cx:pt>
          <cx:pt idx="45774">69.950000000000003</cx:pt>
          <cx:pt idx="45775">59.969999999999999</cx:pt>
          <cx:pt idx="45776">52.460000000000001</cx:pt>
          <cx:pt idx="45777">56.960000000000001</cx:pt>
          <cx:pt idx="45778">51.979999999999997</cx:pt>
          <cx:pt idx="45779">51.979999999999997</cx:pt>
          <cx:pt idx="45780">51.979999999999997</cx:pt>
          <cx:pt idx="45781">51.979999999999997</cx:pt>
          <cx:pt idx="45782">51.979999999999997</cx:pt>
          <cx:pt idx="45783">51.979999999999997</cx:pt>
          <cx:pt idx="45784">51.969999999999999</cx:pt>
          <cx:pt idx="45785">51.979999999999997</cx:pt>
          <cx:pt idx="45786">51.960000000000001</cx:pt>
          <cx:pt idx="45787">138.96000000000001</cx:pt>
          <cx:pt idx="45788">73.569999999999993</cx:pt>
          <cx:pt idx="45789">107.95999999999999</cx:pt>
          <cx:pt idx="45790">65.980000000000004</cx:pt>
          <cx:pt idx="45791">68.980000000000004</cx:pt>
          <cx:pt idx="45792">109.61</cx:pt>
          <cx:pt idx="45793">55.969999999999999</cx:pt>
          <cx:pt idx="45794">55.43</cx:pt>
          <cx:pt idx="45795">118.95999999999999</cx:pt>
          <cx:pt idx="45796">50.979999999999997</cx:pt>
          <cx:pt idx="45797">131.96000000000001</cx:pt>
          <cx:pt idx="45798">68.230000000000004</cx:pt>
          <cx:pt idx="45799">53.979999999999997</cx:pt>
          <cx:pt idx="45800">102.97</cx:pt>
          <cx:pt idx="45801">102.97</cx:pt>
          <cx:pt idx="45802">99.980000000000004</cx:pt>
          <cx:pt idx="45803">65.980000000000004</cx:pt>
          <cx:pt idx="45804">69.980000000000004</cx:pt>
          <cx:pt idx="45805">50.560000000000002</cx:pt>
          <cx:pt idx="45806">55.560000000000002</cx:pt>
          <cx:pt idx="45807">69.989999999999995</cx:pt>
          <cx:pt idx="45808">69.989999999999995</cx:pt>
          <cx:pt idx="45809">33.280000000000001</cx:pt>
          <cx:pt idx="45810">43.479999999999997</cx:pt>
          <cx:pt idx="45811">51.960000000000001</cx:pt>
          <cx:pt idx="45812">51.960000000000001</cx:pt>
          <cx:pt idx="45813">51.960000000000001</cx:pt>
          <cx:pt idx="45814">51.960000000000001</cx:pt>
          <cx:pt idx="45815">51.960000000000001</cx:pt>
          <cx:pt idx="45816">71.739999999999995</cx:pt>
          <cx:pt idx="45817">109.98</cx:pt>
          <cx:pt idx="45818">199.94999999999999</cx:pt>
          <cx:pt idx="45819">74.950000000000003</cx:pt>
          <cx:pt idx="45820">73.980000000000004</cx:pt>
          <cx:pt idx="45821">69.260000000000005</cx:pt>
          <cx:pt idx="45822">103.95</cx:pt>
          <cx:pt idx="45823">51.960000000000001</cx:pt>
          <cx:pt idx="45824">51.960000000000001</cx:pt>
          <cx:pt idx="45825">51.960000000000001</cx:pt>
          <cx:pt idx="45826">51.960000000000001</cx:pt>
          <cx:pt idx="45827">51.969999999999999</cx:pt>
          <cx:pt idx="45828">51.969999999999999</cx:pt>
          <cx:pt idx="45829">51.960000000000001</cx:pt>
          <cx:pt idx="45830">51.960000000000001</cx:pt>
          <cx:pt idx="45831">51.960000000000001</cx:pt>
          <cx:pt idx="45832">151.55000000000001</cx:pt>
          <cx:pt idx="45833">264.31</cx:pt>
          <cx:pt idx="45834">310.88999999999999</cx:pt>
          <cx:pt idx="45835">480.33999999999997</cx:pt>
          <cx:pt idx="45836">150.94999999999999</cx:pt>
          <cx:pt idx="45837">90.719999999999999</cx:pt>
          <cx:pt idx="45838">51.960000000000001</cx:pt>
          <cx:pt idx="45839">51.869999999999997</cx:pt>
          <cx:pt idx="45840">243.96000000000001</cx:pt>
          <cx:pt idx="45841">219.56</cx:pt>
          <cx:pt idx="45842">99.980000000000004</cx:pt>
          <cx:pt idx="45843">243.96000000000001</cx:pt>
          <cx:pt idx="45844">313.92000000000002</cx:pt>
          <cx:pt idx="45845">243.96000000000001</cx:pt>
          <cx:pt idx="45846">243.96000000000001</cx:pt>
          <cx:pt idx="45847">51.82</cx:pt>
          <cx:pt idx="45848">44.030000000000001</cx:pt>
          <cx:pt idx="45849">51.759999999999998</cx:pt>
          <cx:pt idx="45850">56.68</cx:pt>
          <cx:pt idx="45851">51.759999999999998</cx:pt>
          <cx:pt idx="45852">59.979999999999997</cx:pt>
          <cx:pt idx="45853">83.969999999999999</cx:pt>
          <cx:pt idx="45854">92.959999999999994</cx:pt>
          <cx:pt idx="45855">64.969999999999999</cx:pt>
          <cx:pt idx="45856">74.959999999999994</cx:pt>
          <cx:pt idx="45857">62.969999999999999</cx:pt>
          <cx:pt idx="45858">59.979999999999997</cx:pt>
          <cx:pt idx="45859">92.959999999999994</cx:pt>
          <cx:pt idx="45860">74.480000000000004</cx:pt>
          <cx:pt idx="45861">87.959999999999994</cx:pt>
          <cx:pt idx="45862">57.68</cx:pt>
          <cx:pt idx="45863">62.969999999999999</cx:pt>
          <cx:pt idx="45864">92.959999999999994</cx:pt>
          <cx:pt idx="45865">101.95999999999999</cx:pt>
          <cx:pt idx="45866">62.969999999999999</cx:pt>
          <cx:pt idx="45867">52.219999999999999</cx:pt>
          <cx:pt idx="45868">90.969999999999999</cx:pt>
          <cx:pt idx="45869">92.959999999999994</cx:pt>
          <cx:pt idx="45870">78.129999999999995</cx:pt>
          <cx:pt idx="45871">62.969999999999999</cx:pt>
          <cx:pt idx="45872">44.189999999999998</cx:pt>
          <cx:pt idx="45873">43.789999999999999</cx:pt>
          <cx:pt idx="45874">163.56999999999999</cx:pt>
          <cx:pt idx="45875">51.289999999999999</cx:pt>
          <cx:pt idx="45876">137.97999999999999</cx:pt>
          <cx:pt idx="45877">245.19999999999999</cx:pt>
          <cx:pt idx="45878">68.980000000000004</cx:pt>
          <cx:pt idx="45879">159.97999999999999</cx:pt>
          <cx:pt idx="45880">169.97999999999999</cx:pt>
          <cx:pt idx="45881">99.980000000000004</cx:pt>
          <cx:pt idx="45882">169.97999999999999</cx:pt>
          <cx:pt idx="45883">99.980000000000004</cx:pt>
          <cx:pt idx="45884">169.97999999999999</cx:pt>
          <cx:pt idx="45885">99.980000000000004</cx:pt>
          <cx:pt idx="45886">127.83</cx:pt>
          <cx:pt idx="45887">149.97</cx:pt>
          <cx:pt idx="45888">51.979999999999997</cx:pt>
          <cx:pt idx="45889">51.979999999999997</cx:pt>
          <cx:pt idx="45890">51.969999999999999</cx:pt>
          <cx:pt idx="45891">51.969999999999999</cx:pt>
          <cx:pt idx="45892">51.960000000000001</cx:pt>
          <cx:pt idx="45893">51.960000000000001</cx:pt>
          <cx:pt idx="45894">51.960000000000001</cx:pt>
          <cx:pt idx="45895">51.960000000000001</cx:pt>
          <cx:pt idx="45896">51.479999999999997</cx:pt>
          <cx:pt idx="45897">84.989999999999995</cx:pt>
          <cx:pt idx="45898">65.989999999999995</cx:pt>
          <cx:pt idx="45899">58.979999999999997</cx:pt>
          <cx:pt idx="45900">84.989999999999995</cx:pt>
          <cx:pt idx="45901">169.97999999999999</cx:pt>
          <cx:pt idx="45902">84.989999999999995</cx:pt>
          <cx:pt idx="45903">65.989999999999995</cx:pt>
          <cx:pt idx="45904">84.989999999999995</cx:pt>
          <cx:pt idx="45905">65.989999999999995</cx:pt>
          <cx:pt idx="45906">84.989999999999995</cx:pt>
          <cx:pt idx="45907">184.97</cx:pt>
          <cx:pt idx="45908">84.989999999999995</cx:pt>
          <cx:pt idx="45909">65.989999999999995</cx:pt>
          <cx:pt idx="45910">84.989999999999995</cx:pt>
          <cx:pt idx="45911">51.469999999999999</cx:pt>
          <cx:pt idx="45912">46.859999999999999</cx:pt>
          <cx:pt idx="45913">47.170000000000002</cx:pt>
          <cx:pt idx="45914">47.149999999999999</cx:pt>
          <cx:pt idx="45915">47.149999999999999</cx:pt>
          <cx:pt idx="45916">51.759999999999998</cx:pt>
          <cx:pt idx="45917">51.270000000000003</cx:pt>
          <cx:pt idx="45918">52.18</cx:pt>
          <cx:pt idx="45919">52.18</cx:pt>
          <cx:pt idx="45920">52.18</cx:pt>
          <cx:pt idx="45921">65.989999999999995</cx:pt>
          <cx:pt idx="45922">67.980000000000004</cx:pt>
          <cx:pt idx="45923">65.989999999999995</cx:pt>
          <cx:pt idx="45924">84.989999999999995</cx:pt>
          <cx:pt idx="45925">102.98</cx:pt>
          <cx:pt idx="45926">122.97</cx:pt>
          <cx:pt idx="45927">73.989999999999995</cx:pt>
          <cx:pt idx="45928">49.990000000000002</cx:pt>
          <cx:pt idx="45929">84.989999999999995</cx:pt>
          <cx:pt idx="45930">84.989999999999995</cx:pt>
          <cx:pt idx="45931">76.299999999999997</cx:pt>
          <cx:pt idx="45932">86.980000000000004</cx:pt>
          <cx:pt idx="45933">56.969999999999999</cx:pt>
          <cx:pt idx="45934">99.980000000000004</cx:pt>
          <cx:pt idx="45935">51.270000000000003</cx:pt>
          <cx:pt idx="45936">51.270000000000003</cx:pt>
          <cx:pt idx="45937">51.270000000000003</cx:pt>
          <cx:pt idx="45938">136.33000000000001</cx:pt>
          <cx:pt idx="45939">137.97999999999999</cx:pt>
          <cx:pt idx="45940">107.75</cx:pt>
          <cx:pt idx="45941">51.469999999999999</cx:pt>
          <cx:pt idx="45942">72.239999999999995</cx:pt>
          <cx:pt idx="45943">169.97999999999999</cx:pt>
          <cx:pt idx="45944">91.969999999999999</cx:pt>
          <cx:pt idx="45945">56.560000000000002</cx:pt>
          <cx:pt idx="45946">56.560000000000002</cx:pt>
          <cx:pt idx="45947">170.02000000000001</cx:pt>
          <cx:pt idx="45948">102.91</cx:pt>
          <cx:pt idx="45949">92.670000000000002</cx:pt>
          <cx:pt idx="45950">122.95999999999999</cx:pt>
          <cx:pt idx="45951">149.94999999999999</cx:pt>
          <cx:pt idx="45952">79.950000000000003</cx:pt>
          <cx:pt idx="45953">119.38</cx:pt>
          <cx:pt idx="45954">102.97</cx:pt>
          <cx:pt idx="45955">102.97</cx:pt>
          <cx:pt idx="45956">71.980000000000004</cx:pt>
          <cx:pt idx="45957">111.45999999999999</cx:pt>
          <cx:pt idx="45958">88</cx:pt>
          <cx:pt idx="45959">130.94999999999999</cx:pt>
          <cx:pt idx="45960">94.469999999999999</cx:pt>
          <cx:pt idx="45961">142.65000000000001</cx:pt>
          <cx:pt idx="45962">55.979999999999997</cx:pt>
          <cx:pt idx="45963">55.969999999999999</cx:pt>
          <cx:pt idx="45964">55.969999999999999</cx:pt>
          <cx:pt idx="45965">18.489999999999998</cx:pt>
          <cx:pt idx="45966">18.489999999999998</cx:pt>
          <cx:pt idx="45967">55.960000000000001</cx:pt>
          <cx:pt idx="45968">55.960000000000001</cx:pt>
          <cx:pt idx="45969">55.960000000000001</cx:pt>
          <cx:pt idx="45970">55.960000000000001</cx:pt>
          <cx:pt idx="45971">55.960000000000001</cx:pt>
          <cx:pt idx="45972">50.729999999999997</cx:pt>
          <cx:pt idx="45973">51.979999999999997</cx:pt>
          <cx:pt idx="45974">27.75</cx:pt>
          <cx:pt idx="45975">51.979999999999997</cx:pt>
          <cx:pt idx="45976">169.97999999999999</cx:pt>
          <cx:pt idx="45977">163.47999999999999</cx:pt>
          <cx:pt idx="45978">59.979999999999997</cx:pt>
          <cx:pt idx="45979">169.97999999999999</cx:pt>
          <cx:pt idx="45980">169.97999999999999</cx:pt>
          <cx:pt idx="45981">219.97</cx:pt>
          <cx:pt idx="45982">139.28</cx:pt>
          <cx:pt idx="45983">137.97999999999999</cx:pt>
          <cx:pt idx="45984">131.97999999999999</cx:pt>
          <cx:pt idx="45985">169.97999999999999</cx:pt>
          <cx:pt idx="45986">89.980000000000004</cx:pt>
          <cx:pt idx="45987">89.980000000000004</cx:pt>
          <cx:pt idx="45988">51.979999999999997</cx:pt>
          <cx:pt idx="45989">51.979999999999997</cx:pt>
          <cx:pt idx="45990">51.979999999999997</cx:pt>
          <cx:pt idx="45991">51.979999999999997</cx:pt>
          <cx:pt idx="45992">51.979999999999997</cx:pt>
          <cx:pt idx="45993">51.270000000000003</cx:pt>
          <cx:pt idx="45994">51.979999999999997</cx:pt>
          <cx:pt idx="45995">51.270000000000003</cx:pt>
          <cx:pt idx="45996">51.979999999999997</cx:pt>
          <cx:pt idx="45997">51.979999999999997</cx:pt>
          <cx:pt idx="45998">180.5</cx:pt>
          <cx:pt idx="45999">309.89999999999998</cx:pt>
          <cx:pt idx="46000">154.94999999999999</cx:pt>
          <cx:pt idx="46001">171.99000000000001</cx:pt>
          <cx:pt idx="46002">185.94</cx:pt>
          <cx:pt idx="46003">185.94</cx:pt>
          <cx:pt idx="46004">185.94</cx:pt>
          <cx:pt idx="46005">185.94</cx:pt>
          <cx:pt idx="46006">167.34999999999999</cx:pt>
          <cx:pt idx="46007">185.94</cx:pt>
          <cx:pt idx="46008">51.969999999999999</cx:pt>
          <cx:pt idx="46009">51.969999999999999</cx:pt>
          <cx:pt idx="46010">51.969999999999999</cx:pt>
          <cx:pt idx="46011">65.969999999999999</cx:pt>
          <cx:pt idx="46012">52.789999999999999</cx:pt>
          <cx:pt idx="46013">54.979999999999997</cx:pt>
          <cx:pt idx="46014">65.939999999999998</cx:pt>
          <cx:pt idx="46015">91.950000000000003</cx:pt>
          <cx:pt idx="46016">114.95999999999999</cx:pt>
          <cx:pt idx="46017">51.969999999999999</cx:pt>
          <cx:pt idx="46018">51.969999999999999</cx:pt>
          <cx:pt idx="46019">28.84</cx:pt>
          <cx:pt idx="46020">28.84</cx:pt>
          <cx:pt idx="46021">51.960000000000001</cx:pt>
          <cx:pt idx="46022">51.960000000000001</cx:pt>
          <cx:pt idx="46023">51.960000000000001</cx:pt>
          <cx:pt idx="46024">51.960000000000001</cx:pt>
          <cx:pt idx="46025">51.960000000000001</cx:pt>
          <cx:pt idx="46026">169.97999999999999</cx:pt>
          <cx:pt idx="46027">84.989999999999995</cx:pt>
          <cx:pt idx="46028">169.97999999999999</cx:pt>
          <cx:pt idx="46029">84.989999999999995</cx:pt>
          <cx:pt idx="46030">169.97999999999999</cx:pt>
          <cx:pt idx="46031">189.97</cx:pt>
          <cx:pt idx="46032">169.97999999999999</cx:pt>
          <cx:pt idx="46033">76.489999999999995</cx:pt>
          <cx:pt idx="46034">169.97999999999999</cx:pt>
          <cx:pt idx="46035">84.989999999999995</cx:pt>
          <cx:pt idx="46036">179.97</cx:pt>
          <cx:pt idx="46037">51.960000000000001</cx:pt>
          <cx:pt idx="46038">51.960000000000001</cx:pt>
          <cx:pt idx="46039">51.960000000000001</cx:pt>
          <cx:pt idx="46040">51.960000000000001</cx:pt>
          <cx:pt idx="46041">145.16</cx:pt>
          <cx:pt idx="46042">176.62</cx:pt>
          <cx:pt idx="46043">96.780000000000001</cx:pt>
          <cx:pt idx="46044">-48.390000000000001</cx:pt>
          <cx:pt idx="46045">124.87</cx:pt>
          <cx:pt idx="46046">50.979999999999997</cx:pt>
          <cx:pt idx="46047">25.489999999999998</cx:pt>
          <cx:pt idx="46048">50.990000000000002</cx:pt>
          <cx:pt idx="46049">50.979999999999997</cx:pt>
          <cx:pt idx="46050">50.979999999999997</cx:pt>
          <cx:pt idx="46051">50.979999999999997</cx:pt>
          <cx:pt idx="46052">50.979999999999997</cx:pt>
          <cx:pt idx="46053">112.95999999999999</cx:pt>
          <cx:pt idx="46054">89.969999999999999</cx:pt>
          <cx:pt idx="46055">119.95999999999999</cx:pt>
          <cx:pt idx="46056">99.959999999999994</cx:pt>
          <cx:pt idx="46057">104.06999999999999</cx:pt>
          <cx:pt idx="46058">113.95999999999999</cx:pt>
          <cx:pt idx="46059">96.870000000000005</cx:pt>
          <cx:pt idx="46060">74.969999999999999</cx:pt>
          <cx:pt idx="46061">109.95999999999999</cx:pt>
          <cx:pt idx="46062">84.969999999999999</cx:pt>
          <cx:pt idx="46063">119.97</cx:pt>
          <cx:pt idx="46064">160.97</cx:pt>
          <cx:pt idx="46065">87.959999999999994</cx:pt>
          <cx:pt idx="46066">119.95999999999999</cx:pt>
          <cx:pt idx="46067">119.95</cx:pt>
          <cx:pt idx="46068">73.969999999999999</cx:pt>
          <cx:pt idx="46069">107.95999999999999</cx:pt>
          <cx:pt idx="46070">50.979999999999997</cx:pt>
          <cx:pt idx="46071">38.240000000000002</cx:pt>
          <cx:pt idx="46072">50.969999999999999</cx:pt>
          <cx:pt idx="46073">50.969999999999999</cx:pt>
          <cx:pt idx="46074">50.969999999999999</cx:pt>
          <cx:pt idx="46075">50.979999999999997</cx:pt>
          <cx:pt idx="46076">50.979999999999997</cx:pt>
          <cx:pt idx="46077">50.979999999999997</cx:pt>
          <cx:pt idx="46078">191.97999999999999</cx:pt>
          <cx:pt idx="46079">159.97999999999999</cx:pt>
          <cx:pt idx="46080">149.97</cx:pt>
          <cx:pt idx="46081">124.97</cx:pt>
          <cx:pt idx="46082">197.97</cx:pt>
          <cx:pt idx="46083">159.97999999999999</cx:pt>
          <cx:pt idx="46084">174.99000000000001</cx:pt>
          <cx:pt idx="46085">73.390000000000001</cx:pt>
          <cx:pt idx="46086">79.989999999999995</cx:pt>
          <cx:pt idx="46087">50.979999999999997</cx:pt>
          <cx:pt idx="46088">50.979999999999997</cx:pt>
          <cx:pt idx="46089">50.979999999999997</cx:pt>
          <cx:pt idx="46090">50.969999999999999</cx:pt>
          <cx:pt idx="46091">50.979999999999997</cx:pt>
          <cx:pt idx="46092">50.969999999999999</cx:pt>
          <cx:pt idx="46093">50.969999999999999</cx:pt>
          <cx:pt idx="46094">50.979999999999997</cx:pt>
          <cx:pt idx="46095">50.969999999999999</cx:pt>
          <cx:pt idx="46096">50.969999999999999</cx:pt>
          <cx:pt idx="46097">78.980000000000004</cx:pt>
          <cx:pt idx="46098">99.980000000000004</cx:pt>
          <cx:pt idx="46099">119.97</cx:pt>
          <cx:pt idx="46100">135.97</cx:pt>
          <cx:pt idx="46101">46.490000000000002</cx:pt>
          <cx:pt idx="46102">83.980000000000004</cx:pt>
          <cx:pt idx="46103">84.989999999999995</cx:pt>
          <cx:pt idx="46104">99.959999999999994</cx:pt>
          <cx:pt idx="46105">13.34</cx:pt>
          <cx:pt idx="46106">16.489999999999998</cx:pt>
          <cx:pt idx="46107">84.989999999999995</cx:pt>
          <cx:pt idx="46108">35.590000000000003</cx:pt>
          <cx:pt idx="46109">25.48</cx:pt>
          <cx:pt idx="46110">44.369999999999997</cx:pt>
          <cx:pt idx="46111">79.75</cx:pt>
          <cx:pt idx="46112">26.48</cx:pt>
          <cx:pt idx="46113">50.969999999999999</cx:pt>
          <cx:pt idx="46114">50.969999999999999</cx:pt>
          <cx:pt idx="46115">50.969999999999999</cx:pt>
          <cx:pt idx="46116">50.969999999999999</cx:pt>
          <cx:pt idx="46117">38.229999999999997</cx:pt>
          <cx:pt idx="46118">50.969999999999999</cx:pt>
          <cx:pt idx="46119">50.979999999999997</cx:pt>
          <cx:pt idx="46120">50.979999999999997</cx:pt>
          <cx:pt idx="46121">14.49</cx:pt>
          <cx:pt idx="46122">15.24</cx:pt>
          <cx:pt idx="46123">238.72</cx:pt>
          <cx:pt idx="46124">179.94</cx:pt>
          <cx:pt idx="46125">119.95999999999999</cx:pt>
          <cx:pt idx="46126">269.88</cx:pt>
          <cx:pt idx="46127">324.49000000000001</cx:pt>
          <cx:pt idx="46128">86.370000000000005</cx:pt>
          <cx:pt idx="46129">114.58</cx:pt>
          <cx:pt idx="46130">119.95999999999999</cx:pt>
          <cx:pt idx="46131">119.95999999999999</cx:pt>
          <cx:pt idx="46132">299.89999999999998</cx:pt>
          <cx:pt idx="46133">50.969999999999999</cx:pt>
          <cx:pt idx="46134">50.969999999999999</cx:pt>
          <cx:pt idx="46135">50.969999999999999</cx:pt>
          <cx:pt idx="46136">38.229999999999997</cx:pt>
          <cx:pt idx="46137">50.969999999999999</cx:pt>
          <cx:pt idx="46138">50.969999999999999</cx:pt>
          <cx:pt idx="46139">50.969999999999999</cx:pt>
          <cx:pt idx="46140">68.930000000000007</cx:pt>
          <cx:pt idx="46141">153.19999999999999</cx:pt>
          <cx:pt idx="46142">182.65000000000001</cx:pt>
          <cx:pt idx="46143">183.84</cx:pt>
          <cx:pt idx="46144">107.65000000000001</cx:pt>
          <cx:pt idx="46145">215.31</cx:pt>
          <cx:pt idx="46146">121.20999999999999</cx:pt>
          <cx:pt idx="46147">243.13</cx:pt>
          <cx:pt idx="46148">114.27</cx:pt>
          <cx:pt idx="46149">100.38</cx:pt>
          <cx:pt idx="46150">81.890000000000001</cx:pt>
          <cx:pt idx="46151">192.33000000000001</cx:pt>
          <cx:pt idx="46152">50.960000000000001</cx:pt>
          <cx:pt idx="46153">38.210000000000001</cx:pt>
          <cx:pt idx="46154">50.960000000000001</cx:pt>
          <cx:pt idx="46155">50.950000000000003</cx:pt>
          <cx:pt idx="46156">39.090000000000003</cx:pt>
          <cx:pt idx="46157">50.939999999999998</cx:pt>
          <cx:pt idx="46158">39.079999999999998</cx:pt>
          <cx:pt idx="46159">144.47999999999999</cx:pt>
          <cx:pt idx="46160">131.97999999999999</cx:pt>
          <cx:pt idx="46161">169.97999999999999</cx:pt>
          <cx:pt idx="46162">122.97</cx:pt>
          <cx:pt idx="46163">169.97999999999999</cx:pt>
          <cx:pt idx="46164">169.97999999999999</cx:pt>
          <cx:pt idx="46165">169.97999999999999</cx:pt>
          <cx:pt idx="46166">131.97999999999999</cx:pt>
          <cx:pt idx="46167">169.97999999999999</cx:pt>
          <cx:pt idx="46168">121.98</cx:pt>
          <cx:pt idx="46169">169.97999999999999</cx:pt>
          <cx:pt idx="46170">50.93</cx:pt>
          <cx:pt idx="46171">50.93</cx:pt>
          <cx:pt idx="46172">51.759999999999998</cx:pt>
          <cx:pt idx="46173">51.759999999999998</cx:pt>
          <cx:pt idx="46174">51.759999999999998</cx:pt>
          <cx:pt idx="46175">52.18</cx:pt>
          <cx:pt idx="46176">91.980000000000004</cx:pt>
          <cx:pt idx="46177">183.96000000000001</cx:pt>
          <cx:pt idx="46178">229.94999999999999</cx:pt>
          <cx:pt idx="46179">229.94999999999999</cx:pt>
          <cx:pt idx="46180">93.980000000000004</cx:pt>
          <cx:pt idx="46181">93.469999999999999</cx:pt>
          <cx:pt idx="46182">183.96000000000001</cx:pt>
          <cx:pt idx="46183">181.75999999999999</cx:pt>
          <cx:pt idx="46184">217.34999999999999</cx:pt>
          <cx:pt idx="46185">137.97</cx:pt>
          <cx:pt idx="46186">50.82</cx:pt>
          <cx:pt idx="46187">41.700000000000003</cx:pt>
          <cx:pt idx="46188">51.979999999999997</cx:pt>
          <cx:pt idx="46189">47.670000000000002</cx:pt>
          <cx:pt idx="46190">47.670000000000002</cx:pt>
          <cx:pt idx="46191">51.979999999999997</cx:pt>
          <cx:pt idx="46192">51.969999999999999</cx:pt>
          <cx:pt idx="46193">99.959999999999994</cx:pt>
          <cx:pt idx="46194">99.959999999999994</cx:pt>
          <cx:pt idx="46195">363.87</cx:pt>
          <cx:pt idx="46196">71.980000000000004</cx:pt>
          <cx:pt idx="46197">129.90000000000001</cx:pt>
          <cx:pt idx="46198">254.97</cx:pt>
          <cx:pt idx="46199">339.95999999999998</cx:pt>
          <cx:pt idx="46200">254.97</cx:pt>
          <cx:pt idx="46201">169.97999999999999</cx:pt>
          <cx:pt idx="46202">84.989999999999995</cx:pt>
          <cx:pt idx="46203">51.960000000000001</cx:pt>
          <cx:pt idx="46204">51.960000000000001</cx:pt>
          <cx:pt idx="46205">51.479999999999997</cx:pt>
          <cx:pt idx="46206">51.479999999999997</cx:pt>
          <cx:pt idx="46207">50.979999999999997</cx:pt>
          <cx:pt idx="46208">50.979999999999997</cx:pt>
          <cx:pt idx="46209">50.979999999999997</cx:pt>
          <cx:pt idx="46210">50.969999999999999</cx:pt>
          <cx:pt idx="46211">50.450000000000003</cx:pt>
          <cx:pt idx="46212">79.989999999999995</cx:pt>
          <cx:pt idx="46213">79.989999999999995</cx:pt>
          <cx:pt idx="46214">84.989999999999995</cx:pt>
          <cx:pt idx="46215">79.989999999999995</cx:pt>
          <cx:pt idx="46216">84.989999999999995</cx:pt>
          <cx:pt idx="46217">79.989999999999995</cx:pt>
          <cx:pt idx="46218">79.989999999999995</cx:pt>
          <cx:pt idx="46219">72.340000000000003</cx:pt>
          <cx:pt idx="46220">84.989999999999995</cx:pt>
          <cx:pt idx="46221">84.989999999999995</cx:pt>
          <cx:pt idx="46222">84.989999999999995</cx:pt>
          <cx:pt idx="46223">79.989999999999995</cx:pt>
          <cx:pt idx="46224">84.989999999999995</cx:pt>
          <cx:pt idx="46225">70.390000000000001</cx:pt>
          <cx:pt idx="46226">79.989999999999995</cx:pt>
          <cx:pt idx="46227">84.989999999999995</cx:pt>
          <cx:pt idx="46228">79.989999999999995</cx:pt>
          <cx:pt idx="46229">84.989999999999995</cx:pt>
          <cx:pt idx="46230">84.989999999999995</cx:pt>
          <cx:pt idx="46231">79.989999999999995</cx:pt>
          <cx:pt idx="46232">50.420000000000002</cx:pt>
          <cx:pt idx="46233">50.380000000000003</cx:pt>
          <cx:pt idx="46234">51.270000000000003</cx:pt>
          <cx:pt idx="46235">51.270000000000003</cx:pt>
          <cx:pt idx="46236">51.270000000000003</cx:pt>
          <cx:pt idx="46237">50.369999999999997</cx:pt>
          <cx:pt idx="46238">99.980000000000004</cx:pt>
          <cx:pt idx="46239">99.980000000000004</cx:pt>
          <cx:pt idx="46240">99.980000000000004</cx:pt>
          <cx:pt idx="46241">37.280000000000001</cx:pt>
          <cx:pt idx="46242">99.980000000000004</cx:pt>
          <cx:pt idx="46243">99.980000000000004</cx:pt>
          <cx:pt idx="46244">99.980000000000004</cx:pt>
          <cx:pt idx="46245">89.980000000000004</cx:pt>
          <cx:pt idx="46246">149.97</cx:pt>
          <cx:pt idx="46247">99.980000000000004</cx:pt>
          <cx:pt idx="46248">117.97</cx:pt>
          <cx:pt idx="46249">99.980000000000004</cx:pt>
          <cx:pt idx="46250">99.980000000000004</cx:pt>
          <cx:pt idx="46251">199.96000000000001</cx:pt>
          <cx:pt idx="46252">99.980000000000004</cx:pt>
          <cx:pt idx="46253">50.380000000000003</cx:pt>
          <cx:pt idx="46254">51.259999999999998</cx:pt>
          <cx:pt idx="46255">50.380000000000003</cx:pt>
          <cx:pt idx="46256">50.380000000000003</cx:pt>
          <cx:pt idx="46257">50.369999999999997</cx:pt>
          <cx:pt idx="46258">50.359999999999999</cx:pt>
          <cx:pt idx="46259">50.359999999999999</cx:pt>
          <cx:pt idx="46260">99.980000000000004</cx:pt>
          <cx:pt idx="46261">170.97</cx:pt>
          <cx:pt idx="46262">91.260000000000005</cx:pt>
          <cx:pt idx="46263">100.98</cx:pt>
          <cx:pt idx="46264">50.340000000000003</cx:pt>
          <cx:pt idx="46265">50.310000000000002</cx:pt>
          <cx:pt idx="46266">55.509999999999998</cx:pt>
          <cx:pt idx="46267">69.989999999999995</cx:pt>
          <cx:pt idx="46268">99.980000000000004</cx:pt>
          <cx:pt idx="46269">87.980000000000004</cx:pt>
          <cx:pt idx="46270">99.980000000000004</cx:pt>
          <cx:pt idx="46271">99.980000000000004</cx:pt>
          <cx:pt idx="46272">69.989999999999995</cx:pt>
          <cx:pt idx="46273">99.980000000000004</cx:pt>
          <cx:pt idx="46274">149.97</cx:pt>
          <cx:pt idx="46275">99.980000000000004</cx:pt>
          <cx:pt idx="46276">45.960000000000001</cx:pt>
          <cx:pt idx="46277">45.960000000000001</cx:pt>
          <cx:pt idx="46278">55.490000000000002</cx:pt>
          <cx:pt idx="46279">54.990000000000002</cx:pt>
          <cx:pt idx="46280">169.97999999999999</cx:pt>
          <cx:pt idx="46281">137.97999999999999</cx:pt>
          <cx:pt idx="46282">131.97999999999999</cx:pt>
          <cx:pt idx="46283">79.980000000000004</cx:pt>
          <cx:pt idx="46284">79.980000000000004</cx:pt>
          <cx:pt idx="46285">59.979999999999997</cx:pt>
          <cx:pt idx="46286">79.980000000000004</cx:pt>
          <cx:pt idx="46287">69.980000000000004</cx:pt>
          <cx:pt idx="46288">79.980000000000004</cx:pt>
          <cx:pt idx="46289">64.980000000000004</cx:pt>
          <cx:pt idx="46290">79.980000000000004</cx:pt>
          <cx:pt idx="46291">99.980000000000004</cx:pt>
          <cx:pt idx="46292">98.969999999999999</cx:pt>
          <cx:pt idx="46293">169.97999999999999</cx:pt>
          <cx:pt idx="46294">169.97999999999999</cx:pt>
          <cx:pt idx="46295">54.990000000000002</cx:pt>
          <cx:pt idx="46296">54.990000000000002</cx:pt>
          <cx:pt idx="46297">54.990000000000002</cx:pt>
          <cx:pt idx="46298">54.990000000000002</cx:pt>
          <cx:pt idx="46299">54.990000000000002</cx:pt>
          <cx:pt idx="46300">54.990000000000002</cx:pt>
          <cx:pt idx="46301">54.990000000000002</cx:pt>
          <cx:pt idx="46302">54.990000000000002</cx:pt>
          <cx:pt idx="46303">54.979999999999997</cx:pt>
          <cx:pt idx="46304">45.490000000000002</cx:pt>
          <cx:pt idx="46305">54.990000000000002</cx:pt>
          <cx:pt idx="46306">74.980000000000004</cx:pt>
          <cx:pt idx="46307">109.98</cx:pt>
          <cx:pt idx="46308">73.599999999999994</cx:pt>
          <cx:pt idx="46309">126.22</cx:pt>
          <cx:pt idx="46310">84.989999999999995</cx:pt>
          <cx:pt idx="46311">54.990000000000002</cx:pt>
          <cx:pt idx="46312">74.980000000000004</cx:pt>
          <cx:pt idx="46313">16.489999999999998</cx:pt>
          <cx:pt idx="46314">107.28</cx:pt>
          <cx:pt idx="46315">67.890000000000001</cx:pt>
          <cx:pt idx="46316">54.240000000000002</cx:pt>
          <cx:pt idx="46317">84.989999999999995</cx:pt>
          <cx:pt idx="46318">69.980000000000004</cx:pt>
          <cx:pt idx="46319">139.97999999999999</cx:pt>
          <cx:pt idx="46320">93.480000000000004</cx:pt>
          <cx:pt idx="46321">68.989999999999995</cx:pt>
          <cx:pt idx="46322">54.990000000000002</cx:pt>
          <cx:pt idx="46323">79.980000000000004</cx:pt>
          <cx:pt idx="46324">63.43</cx:pt>
          <cx:pt idx="46325">53.689999999999998</cx:pt>
          <cx:pt idx="46326">54.990000000000002</cx:pt>
          <cx:pt idx="46327">54.979999999999997</cx:pt>
          <cx:pt idx="46328">54.979999999999997</cx:pt>
          <cx:pt idx="46329">54.979999999999997</cx:pt>
          <cx:pt idx="46330">54.979999999999997</cx:pt>
          <cx:pt idx="46331">54.979999999999997</cx:pt>
          <cx:pt idx="46332">52.979999999999997</cx:pt>
          <cx:pt idx="46333">-52.979999999999997</cx:pt>
          <cx:pt idx="46334">54.979999999999997</cx:pt>
          <cx:pt idx="46335">45.469999999999999</cx:pt>
          <cx:pt idx="46336">54.960000000000001</cx:pt>
          <cx:pt idx="46337">45.469999999999999</cx:pt>
          <cx:pt idx="46338">192.15000000000001</cx:pt>
          <cx:pt idx="46339">149.97</cx:pt>
          <cx:pt idx="46340">299.94</cx:pt>
          <cx:pt idx="46341">131.97999999999999</cx:pt>
          <cx:pt idx="46342">128.02000000000001</cx:pt>
          <cx:pt idx="46343">131.97999999999999</cx:pt>
          <cx:pt idx="46344">130.66</cx:pt>
          <cx:pt idx="46345">121.98</cx:pt>
          <cx:pt idx="46346">197.97</cx:pt>
          <cx:pt idx="46347">54.950000000000003</cx:pt>
          <cx:pt idx="46348">54.950000000000003</cx:pt>
          <cx:pt idx="46349">41.670000000000002</cx:pt>
          <cx:pt idx="46350">50.979999999999997</cx:pt>
          <cx:pt idx="46351">50.979999999999997</cx:pt>
          <cx:pt idx="46352">95.969999999999999</cx:pt>
          <cx:pt idx="46353">99.980000000000004</cx:pt>
          <cx:pt idx="46354">119.97</cx:pt>
          <cx:pt idx="46355">79.980000000000004</cx:pt>
          <cx:pt idx="46356">99.980000000000004</cx:pt>
          <cx:pt idx="46357">99.980000000000004</cx:pt>
          <cx:pt idx="46358">99.980000000000004</cx:pt>
          <cx:pt idx="46359">65.980000000000004</cx:pt>
          <cx:pt idx="46360">84.980000000000004</cx:pt>
          <cx:pt idx="46361">99.980000000000004</cx:pt>
          <cx:pt idx="46362">64.980000000000004</cx:pt>
          <cx:pt idx="46363">80.579999999999998</cx:pt>
          <cx:pt idx="46364">99.980000000000004</cx:pt>
          <cx:pt idx="46365">79.980000000000004</cx:pt>
          <cx:pt idx="46366">99.980000000000004</cx:pt>
          <cx:pt idx="46367">99.980000000000004</cx:pt>
          <cx:pt idx="46368">65.980000000000004</cx:pt>
          <cx:pt idx="46369">50.979999999999997</cx:pt>
          <cx:pt idx="46370">50.979999999999997</cx:pt>
          <cx:pt idx="46371">50.979999999999997</cx:pt>
          <cx:pt idx="46372">50.979999999999997</cx:pt>
          <cx:pt idx="46373">50.979999999999997</cx:pt>
          <cx:pt idx="46374">50.979999999999997</cx:pt>
          <cx:pt idx="46375">50.979999999999997</cx:pt>
          <cx:pt idx="46376">310.91000000000003</cx:pt>
          <cx:pt idx="46377">256.47000000000003</cx:pt>
          <cx:pt idx="46378">225.00999999999999</cx:pt>
          <cx:pt idx="46379">50.979999999999997</cx:pt>
          <cx:pt idx="46380">50.969999999999999</cx:pt>
          <cx:pt idx="46381">50.969999999999999</cx:pt>
          <cx:pt idx="46382">50.969999999999999</cx:pt>
          <cx:pt idx="46383">79.959999999999994</cx:pt>
          <cx:pt idx="46384">169.97999999999999</cx:pt>
          <cx:pt idx="46385">169.97999999999999</cx:pt>
          <cx:pt idx="46386">88.969999999999999</cx:pt>
          <cx:pt idx="46387">109.95999999999999</cx:pt>
          <cx:pt idx="46388">20.84</cx:pt>
          <cx:pt idx="46389">84.269999999999996</cx:pt>
          <cx:pt idx="46390">130.28</cx:pt>
          <cx:pt idx="46391">84.989999999999995</cx:pt>
          <cx:pt idx="46392">50.969999999999999</cx:pt>
          <cx:pt idx="46393">50.969999999999999</cx:pt>
          <cx:pt idx="46394">50.969999999999999</cx:pt>
          <cx:pt idx="46395">58.979999999999997</cx:pt>
          <cx:pt idx="46396">69.950000000000003</cx:pt>
          <cx:pt idx="46397">41.969999999999999</cx:pt>
          <cx:pt idx="46398">55.960000000000001</cx:pt>
          <cx:pt idx="46399">29.98</cx:pt>
          <cx:pt idx="46400">69.950000000000003</cx:pt>
          <cx:pt idx="46401">69.950000000000003</cx:pt>
          <cx:pt idx="46402">54.770000000000003</cx:pt>
          <cx:pt idx="46403">55.960000000000001</cx:pt>
          <cx:pt idx="46404">55.960000000000001</cx:pt>
          <cx:pt idx="46405">69.950000000000003</cx:pt>
          <cx:pt idx="46406">6.1100000000000003</cx:pt>
          <cx:pt idx="46407">104.18000000000001</cx:pt>
          <cx:pt idx="46408">103.97</cx:pt>
          <cx:pt idx="46409">69.950000000000003</cx:pt>
          <cx:pt idx="46410">59.960000000000001</cx:pt>
          <cx:pt idx="46411">71.939999999999998</cx:pt>
          <cx:pt idx="46412">50.460000000000001</cx:pt>
          <cx:pt idx="46413">50.969999999999999</cx:pt>
          <cx:pt idx="46414">50.969999999999999</cx:pt>
          <cx:pt idx="46415">50.969999999999999</cx:pt>
          <cx:pt idx="46416">19.940000000000001</cx:pt>
          <cx:pt idx="46417">9.2899999999999991</cx:pt>
          <cx:pt idx="46418">50.960000000000001</cx:pt>
          <cx:pt idx="46419">50.950000000000003</cx:pt>
          <cx:pt idx="46420">67.969999999999999</cx:pt>
          <cx:pt idx="46421">162.96000000000001</cx:pt>
          <cx:pt idx="46422">50.939999999999998</cx:pt>
          <cx:pt idx="46423">50.93</cx:pt>
          <cx:pt idx="46424">26.579999999999998</cx:pt>
          <cx:pt idx="46425">49.990000000000002</cx:pt>
          <cx:pt idx="46426">79.989999999999995</cx:pt>
          <cx:pt idx="46427">108.97</cx:pt>
          <cx:pt idx="46428">79.989999999999995</cx:pt>
          <cx:pt idx="46429">79.989999999999995</cx:pt>
          <cx:pt idx="46430">79.989999999999995</cx:pt>
          <cx:pt idx="46431">79.989999999999995</cx:pt>
          <cx:pt idx="46432">79.989999999999995</cx:pt>
          <cx:pt idx="46433">105.97</cx:pt>
          <cx:pt idx="46434">64.480000000000004</cx:pt>
          <cx:pt idx="46435">79.989999999999995</cx:pt>
          <cx:pt idx="46436">86.879999999999995</cx:pt>
          <cx:pt idx="46437">83.239999999999995</cx:pt>
          <cx:pt idx="46438">79.989999999999995</cx:pt>
          <cx:pt idx="46439">60.990000000000002</cx:pt>
          <cx:pt idx="46440">93.980000000000004</cx:pt>
          <cx:pt idx="46441">79.989999999999995</cx:pt>
          <cx:pt idx="46442">89.980000000000004</cx:pt>
          <cx:pt idx="46443">79.989999999999995</cx:pt>
          <cx:pt idx="46444">121.98</cx:pt>
          <cx:pt idx="46445">77.450000000000003</cx:pt>
          <cx:pt idx="46446">79.989999999999995</cx:pt>
          <cx:pt idx="46447">37.240000000000002</cx:pt>
          <cx:pt idx="46448">41.490000000000002</cx:pt>
          <cx:pt idx="46449">41.490000000000002</cx:pt>
          <cx:pt idx="46450">41.490000000000002</cx:pt>
          <cx:pt idx="46451">41.490000000000002</cx:pt>
          <cx:pt idx="46452">131.97999999999999</cx:pt>
          <cx:pt idx="46453">131.97999999999999</cx:pt>
          <cx:pt idx="46454">131.97999999999999</cx:pt>
          <cx:pt idx="46455">126.20999999999999</cx:pt>
          <cx:pt idx="46456">180.94999999999999</cx:pt>
          <cx:pt idx="46457">41.479999999999997</cx:pt>
          <cx:pt idx="46458">41.490000000000002</cx:pt>
          <cx:pt idx="46459">41.490000000000002</cx:pt>
          <cx:pt idx="46460">41.490000000000002</cx:pt>
          <cx:pt idx="46461">41.490000000000002</cx:pt>
          <cx:pt idx="46462">37.240000000000002</cx:pt>
          <cx:pt idx="46463">37.240000000000002</cx:pt>
          <cx:pt idx="46464">159.96000000000001</cx:pt>
          <cx:pt idx="46465">229.94</cx:pt>
          <cx:pt idx="46466">75.280000000000001</cx:pt>
          <cx:pt idx="46467">31.48</cx:pt>
          <cx:pt idx="46468">64.980000000000004</cx:pt>
          <cx:pt idx="46469">94.969999999999999</cx:pt>
          <cx:pt idx="46470">129.96000000000001</cx:pt>
          <cx:pt idx="46471">199.96000000000001</cx:pt>
          <cx:pt idx="46472">277.94</cx:pt>
          <cx:pt idx="46473">279.92000000000002</cx:pt>
          <cx:pt idx="46474">33.479999999999997</cx:pt>
          <cx:pt idx="46475">37.240000000000002</cx:pt>
          <cx:pt idx="46476">41.490000000000002</cx:pt>
          <cx:pt idx="46477">41.479999999999997</cx:pt>
          <cx:pt idx="46478">41.479999999999997</cx:pt>
          <cx:pt idx="46479">41.490000000000002</cx:pt>
          <cx:pt idx="46480">41.479999999999997</cx:pt>
          <cx:pt idx="46481">41.490000000000002</cx:pt>
          <cx:pt idx="46482">41.490000000000002</cx:pt>
          <cx:pt idx="46483">41.490000000000002</cx:pt>
          <cx:pt idx="46484">37.240000000000002</cx:pt>
          <cx:pt idx="46485">169.97999999999999</cx:pt>
          <cx:pt idx="46486">72.239999999999995</cx:pt>
          <cx:pt idx="46487">84.989999999999995</cx:pt>
          <cx:pt idx="46488">84.989999999999995</cx:pt>
          <cx:pt idx="46489">87.959999999999994</cx:pt>
          <cx:pt idx="46490">129.96000000000001</cx:pt>
          <cx:pt idx="46491">76.489999999999995</cx:pt>
          <cx:pt idx="46492">81.950000000000003</cx:pt>
          <cx:pt idx="46493">121.98</cx:pt>
          <cx:pt idx="46494">104.98</cx:pt>
          <cx:pt idx="46495">41.490000000000002</cx:pt>
          <cx:pt idx="46496">41.490000000000002</cx:pt>
          <cx:pt idx="46497">16.489999999999998</cx:pt>
          <cx:pt idx="46498">16.489999999999998</cx:pt>
          <cx:pt idx="46499">41.479999999999997</cx:pt>
          <cx:pt idx="46500">50.850000000000001</cx:pt>
          <cx:pt idx="46501">41.479999999999997</cx:pt>
          <cx:pt idx="46502">16.489999999999998</cx:pt>
          <cx:pt idx="46503">16.489999999999998</cx:pt>
          <cx:pt idx="46504">50.369999999999997</cx:pt>
          <cx:pt idx="46505">131.97999999999999</cx:pt>
          <cx:pt idx="46506">131.97999999999999</cx:pt>
          <cx:pt idx="46507">131.97999999999999</cx:pt>
          <cx:pt idx="46508">197.97</cx:pt>
          <cx:pt idx="46509">131.97999999999999</cx:pt>
          <cx:pt idx="46510">197.97</cx:pt>
          <cx:pt idx="46511">42.07</cx:pt>
          <cx:pt idx="46512">50.640000000000001</cx:pt>
          <cx:pt idx="46513">16.489999999999998</cx:pt>
          <cx:pt idx="46514">16.489999999999998</cx:pt>
          <cx:pt idx="46515">37.229999999999997</cx:pt>
          <cx:pt idx="46516">41.490000000000002</cx:pt>
          <cx:pt idx="46517">41.490000000000002</cx:pt>
          <cx:pt idx="46518">115.98</cx:pt>
          <cx:pt idx="46519">122.08</cx:pt>
          <cx:pt idx="46520">131.97999999999999</cx:pt>
          <cx:pt idx="46521">65.989999999999995</cx:pt>
          <cx:pt idx="46522">199.47</cx:pt>
          <cx:pt idx="46523">133.47999999999999</cx:pt>
          <cx:pt idx="46524">41.789999999999999</cx:pt>
          <cx:pt idx="46525">41.789999999999999</cx:pt>
          <cx:pt idx="46526">41.789999999999999</cx:pt>
          <cx:pt idx="46527">41.789999999999999</cx:pt>
          <cx:pt idx="46528">50.469999999999999</cx:pt>
          <cx:pt idx="46529">50.469999999999999</cx:pt>
          <cx:pt idx="46530">50.460000000000001</cx:pt>
          <cx:pt idx="46531">86.069999999999993</cx:pt>
          <cx:pt idx="46532">169.97999999999999</cx:pt>
          <cx:pt idx="46533">158.37</cx:pt>
          <cx:pt idx="46534">173.97</cx:pt>
          <cx:pt idx="46535">137.97999999999999</cx:pt>
          <cx:pt idx="46536">114.93000000000001</cx:pt>
          <cx:pt idx="46537">131.97999999999999</cx:pt>
          <cx:pt idx="46538">183.97</cx:pt>
          <cx:pt idx="46539">131.97999999999999</cx:pt>
          <cx:pt idx="46540">118.78</cx:pt>
          <cx:pt idx="46541">50.380000000000003</cx:pt>
          <cx:pt idx="46542">50.369999999999997</cx:pt>
          <cx:pt idx="46543">50.369999999999997</cx:pt>
          <cx:pt idx="46544">51.979999999999997</cx:pt>
          <cx:pt idx="46545">51.979999999999997</cx:pt>
          <cx:pt idx="46546">50.369999999999997</cx:pt>
          <cx:pt idx="46547">50.369999999999997</cx:pt>
          <cx:pt idx="46548">50.369999999999997</cx:pt>
          <cx:pt idx="46549">50.359999999999999</cx:pt>
          <cx:pt idx="46550">50.359999999999999</cx:pt>
          <cx:pt idx="46551">49.490000000000002</cx:pt>
          <cx:pt idx="46552">49.469999999999999</cx:pt>
          <cx:pt idx="46553">49.479999999999997</cx:pt>
          <cx:pt idx="46554">49.479999999999997</cx:pt>
          <cx:pt idx="46555">49.460000000000001</cx:pt>
          <cx:pt idx="46556">49.439999999999998</cx:pt>
          <cx:pt idx="46557">54.5</cx:pt>
          <cx:pt idx="46558">149.94999999999999</cx:pt>
          <cx:pt idx="46559">60.990000000000002</cx:pt>
          <cx:pt idx="46560">123.48</cx:pt>
          <cx:pt idx="46561">98.409999999999997</cx:pt>
          <cx:pt idx="46562">144.94999999999999</cx:pt>
          <cx:pt idx="46563">79.989999999999995</cx:pt>
          <cx:pt idx="46564">73.980000000000004</cx:pt>
          <cx:pt idx="46565">154.97</cx:pt>
          <cx:pt idx="46566">117.70999999999999</cx:pt>
          <cx:pt idx="46567">74.969999999999999</cx:pt>
          <cx:pt idx="46568">79.989999999999995</cx:pt>
          <cx:pt idx="46569">124.95</cx:pt>
          <cx:pt idx="46570">111.98</cx:pt>
          <cx:pt idx="46571">29.989999999999998</cx:pt>
          <cx:pt idx="46572">182.96000000000001</cx:pt>
          <cx:pt idx="46573">59.979999999999997</cx:pt>
          <cx:pt idx="46574">80.969999999999999</cx:pt>
          <cx:pt idx="46575">60.990000000000002</cx:pt>
          <cx:pt idx="46576">53.979999999999997</cx:pt>
          <cx:pt idx="46577">53.979999999999997</cx:pt>
          <cx:pt idx="46578">53.979999999999997</cx:pt>
          <cx:pt idx="46579">53.979999999999997</cx:pt>
          <cx:pt idx="46580">53.979999999999997</cx:pt>
          <cx:pt idx="46581">230.91999999999999</cx:pt>
          <cx:pt idx="46582">57.969999999999999</cx:pt>
          <cx:pt idx="46583">279.56999999999999</cx:pt>
          <cx:pt idx="46584">59.460000000000001</cx:pt>
          <cx:pt idx="46585">243.90000000000001</cx:pt>
          <cx:pt idx="46586">203.91999999999999</cx:pt>
          <cx:pt idx="46587">90.950000000000003</cx:pt>
          <cx:pt idx="46588">144.47999999999999</cx:pt>
          <cx:pt idx="46589">55.960000000000001</cx:pt>
          <cx:pt idx="46590">112.97</cx:pt>
          <cx:pt idx="46591">176.34999999999999</cx:pt>
          <cx:pt idx="46592">84.989999999999995</cx:pt>
          <cx:pt idx="46593">53.969999999999999</cx:pt>
          <cx:pt idx="46594">53.969999999999999</cx:pt>
          <cx:pt idx="46595">44.479999999999997</cx:pt>
          <cx:pt idx="46596">157.97</cx:pt>
          <cx:pt idx="46597">22.48</cx:pt>
          <cx:pt idx="46598">239.97</cx:pt>
          <cx:pt idx="46599">68.569999999999993</cx:pt>
          <cx:pt idx="46600">65.109999999999999</cx:pt>
          <cx:pt idx="46601">239.97</cx:pt>
          <cx:pt idx="46602">239.97</cx:pt>
          <cx:pt idx="46603">41.93</cx:pt>
          <cx:pt idx="46604">-3.98</cx:pt>
          <cx:pt idx="46605">98.980000000000004</cx:pt>
          <cx:pt idx="46606">98.980000000000004</cx:pt>
          <cx:pt idx="46607">84.989999999999995</cx:pt>
          <cx:pt idx="46608">84.989999999999995</cx:pt>
          <cx:pt idx="46609">60.32</cx:pt>
          <cx:pt idx="46610">98.980000000000004</cx:pt>
          <cx:pt idx="46611">99.980000000000004</cx:pt>
          <cx:pt idx="46612">131.97999999999999</cx:pt>
          <cx:pt idx="46613">84.989999999999995</cx:pt>
          <cx:pt idx="46614">44.719999999999999</cx:pt>
          <cx:pt idx="46615">41.289999999999999</cx:pt>
          <cx:pt idx="46616">41.289999999999999</cx:pt>
          <cx:pt idx="46617">41.289999999999999</cx:pt>
          <cx:pt idx="46618">54.990000000000002</cx:pt>
          <cx:pt idx="46619">91.969999999999999</cx:pt>
          <cx:pt idx="46620">56.969999999999999</cx:pt>
          <cx:pt idx="46621">125.84999999999999</cx:pt>
          <cx:pt idx="46622">65.859999999999999</cx:pt>
          <cx:pt idx="46623">70.859999999999999</cx:pt>
          <cx:pt idx="46624">73.959999999999994</cx:pt>
          <cx:pt idx="46625">62.969999999999999</cx:pt>
          <cx:pt idx="46626">170.93000000000001</cx:pt>
          <cx:pt idx="46627">90.969999999999999</cx:pt>
          <cx:pt idx="46628">83.480000000000004</cx:pt>
          <cx:pt idx="46629">151.94999999999999</cx:pt>
          <cx:pt idx="46630">62.969999999999999</cx:pt>
          <cx:pt idx="46631">49.979999999999997</cx:pt>
          <cx:pt idx="46632">41.289999999999999</cx:pt>
          <cx:pt idx="46633">41.289999999999999</cx:pt>
          <cx:pt idx="46634">41.289999999999999</cx:pt>
          <cx:pt idx="46635">41.289999999999999</cx:pt>
          <cx:pt idx="46636">219.96000000000001</cx:pt>
          <cx:pt idx="46637">41.289999999999999</cx:pt>
          <cx:pt idx="46638">41.289999999999999</cx:pt>
          <cx:pt idx="46639">41.289999999999999</cx:pt>
          <cx:pt idx="46640">41.289999999999999</cx:pt>
          <cx:pt idx="46641">41.289999999999999</cx:pt>
          <cx:pt idx="46642">41.280000000000001</cx:pt>
          <cx:pt idx="46643">55.960000000000001</cx:pt>
          <cx:pt idx="46644">125.47</cx:pt>
          <cx:pt idx="46645">65.989999999999995</cx:pt>
          <cx:pt idx="46646">129.96000000000001</cx:pt>
          <cx:pt idx="46647">110.95999999999999</cx:pt>
          <cx:pt idx="46648">136.94999999999999</cx:pt>
          <cx:pt idx="46649">84.989999999999995</cx:pt>
          <cx:pt idx="46650">96.959999999999994</cx:pt>
          <cx:pt idx="46651">125.95</cx:pt>
          <cx:pt idx="46652">138.96000000000001</cx:pt>
          <cx:pt idx="46653">93.959999999999994</cx:pt>
          <cx:pt idx="46654">224.94</cx:pt>
          <cx:pt idx="46655">139.94</cx:pt>
          <cx:pt idx="46656">41.280000000000001</cx:pt>
          <cx:pt idx="46657">41.280000000000001</cx:pt>
          <cx:pt idx="46658">41.280000000000001</cx:pt>
          <cx:pt idx="46659">41.280000000000001</cx:pt>
          <cx:pt idx="46660">41.280000000000001</cx:pt>
          <cx:pt idx="46661">100.78</cx:pt>
          <cx:pt idx="46662">104.23999999999999</cx:pt>
          <cx:pt idx="46663">157.88</cx:pt>
          <cx:pt idx="46664">119.95</cx:pt>
          <cx:pt idx="46665">89.969999999999999</cx:pt>
          <cx:pt idx="46666">111.95999999999999</cx:pt>
          <cx:pt idx="46667">111.95999999999999</cx:pt>
          <cx:pt idx="46668">65.989999999999995</cx:pt>
          <cx:pt idx="46669">87.969999999999999</cx:pt>
          <cx:pt idx="46670">80.959999999999994</cx:pt>
          <cx:pt idx="46671">41.270000000000003</cx:pt>
          <cx:pt idx="46672">53.759999999999998</cx:pt>
          <cx:pt idx="46673">53.759999999999998</cx:pt>
          <cx:pt idx="46674">41.25</cx:pt>
          <cx:pt idx="46675">49.479999999999997</cx:pt>
          <cx:pt idx="46676">49.479999999999997</cx:pt>
          <cx:pt idx="46677">41.200000000000003</cx:pt>
          <cx:pt idx="46678">44.600000000000001</cx:pt>
          <cx:pt idx="46679">19.989999999999998</cx:pt>
          <cx:pt idx="46680">25.390000000000001</cx:pt>
          <cx:pt idx="46681">36.229999999999997</cx:pt>
          <cx:pt idx="46682">134.97999999999999</cx:pt>
          <cx:pt idx="46683">152.97999999999999</cx:pt>
          <cx:pt idx="46684">169.97999999999999</cx:pt>
          <cx:pt idx="46685">254.97</cx:pt>
          <cx:pt idx="46686">204.96000000000001</cx:pt>
          <cx:pt idx="46687">-152.97999999999999</cx:pt>
          <cx:pt idx="46688">187.96000000000001</cx:pt>
          <cx:pt idx="46689">303.95999999999998</cx:pt>
          <cx:pt idx="46690">19.489999999999998</cx:pt>
          <cx:pt idx="46691">41.189999999999998</cx:pt>
          <cx:pt idx="46692">36.789999999999999</cx:pt>
          <cx:pt idx="46693">41.189999999999998</cx:pt>
          <cx:pt idx="46694">41.18</cx:pt>
          <cx:pt idx="46695">16.190000000000001</cx:pt>
          <cx:pt idx="46696">16.190000000000001</cx:pt>
          <cx:pt idx="46697">284.94999999999999</cx:pt>
          <cx:pt idx="46698">261.94</cx:pt>
          <cx:pt idx="46699">76.75</cx:pt>
          <cx:pt idx="46700">131.47</cx:pt>
          <cx:pt idx="46701">235.93000000000001</cx:pt>
          <cx:pt idx="46702">152.96000000000001</cx:pt>
          <cx:pt idx="46703">266.89999999999998</cx:pt>
          <cx:pt idx="46704">249.94999999999999</cx:pt>
          <cx:pt idx="46705">49.479999999999997</cx:pt>
          <cx:pt idx="46706">49.479999999999997</cx:pt>
          <cx:pt idx="46707">49.479999999999997</cx:pt>
          <cx:pt idx="46708">49.479999999999997</cx:pt>
          <cx:pt idx="46709">49.009999999999998</cx:pt>
          <cx:pt idx="46710">97.930000000000007</cx:pt>
          <cx:pt idx="46711">69.950000000000003</cx:pt>
          <cx:pt idx="46712">69.950000000000003</cx:pt>
          <cx:pt idx="46713">83.939999999999998</cx:pt>
          <cx:pt idx="46714">69.950000000000003</cx:pt>
          <cx:pt idx="46715">69.950000000000003</cx:pt>
          <cx:pt idx="46716">111.92</cx:pt>
          <cx:pt idx="46717">83.939999999999998</cx:pt>
          <cx:pt idx="46718">85.25</cx:pt>
          <cx:pt idx="46719">97.930000000000007</cx:pt>
          <cx:pt idx="46720">83.939999999999998</cx:pt>
          <cx:pt idx="46721">128.93000000000001</cx:pt>
          <cx:pt idx="46722">55.960000000000001</cx:pt>
          <cx:pt idx="46723">69.950000000000003</cx:pt>
          <cx:pt idx="46724">43.270000000000003</cx:pt>
          <cx:pt idx="46725">97.930000000000007</cx:pt>
          <cx:pt idx="46726">53.07</cx:pt>
          <cx:pt idx="46727">52.979999999999997</cx:pt>
          <cx:pt idx="46728">43.490000000000002</cx:pt>
          <cx:pt idx="46729">43.490000000000002</cx:pt>
          <cx:pt idx="46730">299.89999999999998</cx:pt>
          <cx:pt idx="46731">299.89999999999998</cx:pt>
          <cx:pt idx="46732">293.77999999999997</cx:pt>
          <cx:pt idx="46733">29.989999999999998</cx:pt>
          <cx:pt idx="46734">269.91000000000003</cx:pt>
          <cx:pt idx="46735">29.989999999999998</cx:pt>
          <cx:pt idx="46736">59.979999999999997</cx:pt>
          <cx:pt idx="46737">167.33000000000001</cx:pt>
          <cx:pt idx="46738">125.94</cx:pt>
          <cx:pt idx="46739">43.490000000000002</cx:pt>
          <cx:pt idx="46740">52.979999999999997</cx:pt>
          <cx:pt idx="46741">52.969999999999999</cx:pt>
          <cx:pt idx="46742">84.989999999999995</cx:pt>
          <cx:pt idx="46743">84.989999999999995</cx:pt>
          <cx:pt idx="46744">84.989999999999995</cx:pt>
          <cx:pt idx="46745">65.989999999999995</cx:pt>
          <cx:pt idx="46746">84.989999999999995</cx:pt>
          <cx:pt idx="46747">84.989999999999995</cx:pt>
          <cx:pt idx="46748">84.989999999999995</cx:pt>
          <cx:pt idx="46749">68.989999999999995</cx:pt>
          <cx:pt idx="46750">54.990000000000002</cx:pt>
          <cx:pt idx="46751">84.989999999999995</cx:pt>
          <cx:pt idx="46752">65.989999999999995</cx:pt>
          <cx:pt idx="46753">89.969999999999999</cx:pt>
          <cx:pt idx="46754">78.989999999999995</cx:pt>
          <cx:pt idx="46755">65.989999999999995</cx:pt>
          <cx:pt idx="46756">84.989999999999995</cx:pt>
          <cx:pt idx="46757">84.989999999999995</cx:pt>
          <cx:pt idx="46758">65.989999999999995</cx:pt>
          <cx:pt idx="46759">78.540000000000006</cx:pt>
          <cx:pt idx="46760">109.98</cx:pt>
          <cx:pt idx="46761">105.98</cx:pt>
          <cx:pt idx="46762">84.989999999999995</cx:pt>
          <cx:pt idx="46763">38.729999999999997</cx:pt>
          <cx:pt idx="46764">52.969999999999999</cx:pt>
          <cx:pt idx="46765">14.99</cx:pt>
          <cx:pt idx="46766">16.34</cx:pt>
          <cx:pt idx="46767">49.009999999999998</cx:pt>
          <cx:pt idx="46768">35.939999999999998</cx:pt>
          <cx:pt idx="46769">35.939999999999998</cx:pt>
          <cx:pt idx="46770">40.289999999999999</cx:pt>
          <cx:pt idx="46771">169.97999999999999</cx:pt>
          <cx:pt idx="46772">99.980000000000004</cx:pt>
          <cx:pt idx="46773">184.97</cx:pt>
          <cx:pt idx="46774">106.97</cx:pt>
          <cx:pt idx="46775">214.94999999999999</cx:pt>
          <cx:pt idx="46776">169.97999999999999</cx:pt>
          <cx:pt idx="46777">169.97999999999999</cx:pt>
          <cx:pt idx="46778">173.27000000000001</cx:pt>
          <cx:pt idx="46779">199.96000000000001</cx:pt>
          <cx:pt idx="46780">159.97999999999999</cx:pt>
          <cx:pt idx="46781">40.289999999999999</cx:pt>
          <cx:pt idx="46782">43.539999999999999</cx:pt>
          <cx:pt idx="46783">43.539999999999999</cx:pt>
          <cx:pt idx="46784">43.539999999999999</cx:pt>
          <cx:pt idx="46785">43.539999999999999</cx:pt>
          <cx:pt idx="46786">43.509999999999998</cx:pt>
          <cx:pt idx="46787">43.509999999999998</cx:pt>
          <cx:pt idx="46788">133.96000000000001</cx:pt>
          <cx:pt idx="46789">37.5</cx:pt>
          <cx:pt idx="46790">69.980000000000004</cx:pt>
          <cx:pt idx="46791">48.420000000000002</cx:pt>
          <cx:pt idx="46792">39.479999999999997</cx:pt>
          <cx:pt idx="46793">39.479999999999997</cx:pt>
          <cx:pt idx="46794">20.489999999999998</cx:pt>
          <cx:pt idx="46795">-1.5</cx:pt>
          <cx:pt idx="46796">20.489999999999998</cx:pt>
          <cx:pt idx="46797">35.240000000000002</cx:pt>
          <cx:pt idx="46798">39.479999999999997</cx:pt>
          <cx:pt idx="46799">10.49</cx:pt>
          <cx:pt idx="46800">20.489999999999998</cx:pt>
          <cx:pt idx="46801">39.479999999999997</cx:pt>
          <cx:pt idx="46802">84.989999999999995</cx:pt>
          <cx:pt idx="46803">256.92000000000002</cx:pt>
          <cx:pt idx="46804">238.94999999999999</cx:pt>
          <cx:pt idx="46805">217.46000000000001</cx:pt>
          <cx:pt idx="46806">274.95999999999998</cx:pt>
          <cx:pt idx="46807">160.96000000000001</cx:pt>
          <cx:pt idx="46808">339.95999999999998</cx:pt>
          <cx:pt idx="46809">67.980000000000004</cx:pt>
          <cx:pt idx="46810">121.98</cx:pt>
          <cx:pt idx="46811">39.479999999999997</cx:pt>
          <cx:pt idx="46812">39.479999999999997</cx:pt>
          <cx:pt idx="46813">39.479999999999997</cx:pt>
          <cx:pt idx="46814">35.219999999999999</cx:pt>
          <cx:pt idx="46815">15.890000000000001</cx:pt>
          <cx:pt idx="46816">15.09</cx:pt>
          <cx:pt idx="46817">48.57</cx:pt>
          <cx:pt idx="46818">65.989999999999995</cx:pt>
          <cx:pt idx="46819">65.989999999999995</cx:pt>
          <cx:pt idx="46820">49.990000000000002</cx:pt>
          <cx:pt idx="46821">131.97999999999999</cx:pt>
          <cx:pt idx="46822">65.989999999999995</cx:pt>
          <cx:pt idx="46823">49.990000000000002</cx:pt>
          <cx:pt idx="46824">65.989999999999995</cx:pt>
          <cx:pt idx="46825">65.989999999999995</cx:pt>
          <cx:pt idx="46826">65.989999999999995</cx:pt>
          <cx:pt idx="46827">84.980000000000004</cx:pt>
          <cx:pt idx="46828">48.57</cx:pt>
          <cx:pt idx="46829">35.229999999999997</cx:pt>
          <cx:pt idx="46830">39.479999999999997</cx:pt>
          <cx:pt idx="46831">39.479999999999997</cx:pt>
          <cx:pt idx="46832">52.18</cx:pt>
          <cx:pt idx="46833">52.18</cx:pt>
          <cx:pt idx="46834">116.43000000000001</cx:pt>
          <cx:pt idx="46835">79.959999999999994</cx:pt>
          <cx:pt idx="46836">89.969999999999999</cx:pt>
          <cx:pt idx="46837">147.94999999999999</cx:pt>
          <cx:pt idx="46838">123.95999999999999</cx:pt>
          <cx:pt idx="46839">82.959999999999994</cx:pt>
          <cx:pt idx="46840">91.959999999999994</cx:pt>
          <cx:pt idx="46841">179.94</cx:pt>
          <cx:pt idx="46842">119.95999999999999</cx:pt>
          <cx:pt idx="46843">95.959999999999994</cx:pt>
          <cx:pt idx="46844">179.94</cx:pt>
          <cx:pt idx="46845">91.959999999999994</cx:pt>
          <cx:pt idx="46846">89.969999999999999</cx:pt>
          <cx:pt idx="46847">52.170000000000002</cx:pt>
          <cx:pt idx="46848">48.420000000000002</cx:pt>
          <cx:pt idx="46849">52.060000000000002</cx:pt>
          <cx:pt idx="46850">38.090000000000003</cx:pt>
          <cx:pt idx="46851">135.41999999999999</cx:pt>
          <cx:pt idx="46852">143.91</cx:pt>
          <cx:pt idx="46853">114.88</cx:pt>
          <cx:pt idx="46854">56.82</cx:pt>
          <cx:pt idx="46855">106.43000000000001</cx:pt>
          <cx:pt idx="46856">101.56999999999999</cx:pt>
          <cx:pt idx="46857">77.400000000000006</cx:pt>
          <cx:pt idx="46858">67.709999999999994</cx:pt>
          <cx:pt idx="46859">97.950000000000003</cx:pt>
          <cx:pt idx="46860">94.310000000000002</cx:pt>
          <cx:pt idx="46861">111.26000000000001</cx:pt>
          <cx:pt idx="46862">62.869999999999997</cx:pt>
          <cx:pt idx="46863">52.420000000000002</cx:pt>
          <cx:pt idx="46864">51.979999999999997</cx:pt>
          <cx:pt idx="46865">51.979999999999997</cx:pt>
          <cx:pt idx="46866">51.979999999999997</cx:pt>
          <cx:pt idx="46867">51.979999999999997</cx:pt>
          <cx:pt idx="46868">51.979999999999997</cx:pt>
          <cx:pt idx="46869">51.979999999999997</cx:pt>
          <cx:pt idx="46870">51.979999999999997</cx:pt>
          <cx:pt idx="46871">79.989999999999995</cx:pt>
          <cx:pt idx="46872">17.489999999999998</cx:pt>
          <cx:pt idx="46873">52.960000000000001</cx:pt>
          <cx:pt idx="46874">64.980000000000004</cx:pt>
          <cx:pt idx="46875">59.979999999999997</cx:pt>
          <cx:pt idx="46876">118.95999999999999</cx:pt>
          <cx:pt idx="46877">50.969999999999999</cx:pt>
          <cx:pt idx="46878">35.060000000000002</cx:pt>
          <cx:pt idx="46879">50.32</cx:pt>
          <cx:pt idx="46880">65.909999999999997</cx:pt>
          <cx:pt idx="46881">51.969999999999999</cx:pt>
          <cx:pt idx="46882">51.960000000000001</cx:pt>
          <cx:pt idx="46883">51.960000000000001</cx:pt>
          <cx:pt idx="46884">171.97</cx:pt>
          <cx:pt idx="46885">132.71000000000001</cx:pt>
          <cx:pt idx="46886">114.92</cx:pt>
          <cx:pt idx="46887">131.97999999999999</cx:pt>
          <cx:pt idx="46888">215.94</cx:pt>
          <cx:pt idx="46889">135.97</cx:pt>
          <cx:pt idx="46890">178.96000000000001</cx:pt>
          <cx:pt idx="46891">124.95</cx:pt>
          <cx:pt idx="46892">51.759999999999998</cx:pt>
          <cx:pt idx="46893">35.020000000000003</cx:pt>
          <cx:pt idx="46894">179.96000000000001</cx:pt>
          <cx:pt idx="46895">33.219999999999999</cx:pt>
          <cx:pt idx="46896">74.980000000000004</cx:pt>
          <cx:pt idx="46897">129.97</cx:pt>
          <cx:pt idx="46898">119.95999999999999</cx:pt>
          <cx:pt idx="46899">23.489999999999998</cx:pt>
          <cx:pt idx="46900">129.97</cx:pt>
          <cx:pt idx="46901">159.96000000000001</cx:pt>
          <cx:pt idx="46902">39.280000000000001</cx:pt>
          <cx:pt idx="46903">39.280000000000001</cx:pt>
          <cx:pt idx="46904">39.280000000000001</cx:pt>
          <cx:pt idx="46905">39.280000000000001</cx:pt>
          <cx:pt idx="46906">39.280000000000001</cx:pt>
          <cx:pt idx="46907">60.530000000000001</cx:pt>
          <cx:pt idx="46908">95.980000000000004</cx:pt>
          <cx:pt idx="46909">65.989999999999995</cx:pt>
          <cx:pt idx="46910">82.510000000000005</cx:pt>
          <cx:pt idx="46911">79.980000000000004</cx:pt>
          <cx:pt idx="46912">65.989999999999995</cx:pt>
          <cx:pt idx="46913">65.989999999999995</cx:pt>
          <cx:pt idx="46914">65.989999999999995</cx:pt>
          <cx:pt idx="46915">65.989999999999995</cx:pt>
          <cx:pt idx="46916">65.489999999999995</cx:pt>
          <cx:pt idx="46917">65.989999999999995</cx:pt>
          <cx:pt idx="46918">49.990000000000002</cx:pt>
          <cx:pt idx="46919">63.520000000000003</cx:pt>
          <cx:pt idx="46920">64.010000000000005</cx:pt>
          <cx:pt idx="46921">105.31999999999999</cx:pt>
          <cx:pt idx="46922">65.989999999999995</cx:pt>
          <cx:pt idx="46923">79.980000000000004</cx:pt>
          <cx:pt idx="46924">39.280000000000001</cx:pt>
          <cx:pt idx="46925">34.93</cx:pt>
          <cx:pt idx="46926">39.280000000000001</cx:pt>
          <cx:pt idx="46927">51.479999999999997</cx:pt>
          <cx:pt idx="46928">34.229999999999997</cx:pt>
          <cx:pt idx="46929">65.989999999999995</cx:pt>
          <cx:pt idx="46930">70.980000000000004</cx:pt>
          <cx:pt idx="46931">93.469999999999999</cx:pt>
          <cx:pt idx="46932">59.979999999999997</cx:pt>
          <cx:pt idx="46933">59.979999999999997</cx:pt>
          <cx:pt idx="46934">51.609999999999999</cx:pt>
          <cx:pt idx="46935">54.990000000000002</cx:pt>
          <cx:pt idx="46936">67.489999999999995</cx:pt>
          <cx:pt idx="46937">61.479999999999997</cx:pt>
          <cx:pt idx="46938">74.980000000000004</cx:pt>
          <cx:pt idx="46939">85.969999999999999</cx:pt>
          <cx:pt idx="46940">54.990000000000002</cx:pt>
          <cx:pt idx="46941">62.859999999999999</cx:pt>
          <cx:pt idx="46942">28.5</cx:pt>
          <cx:pt idx="46943">34.229999999999997</cx:pt>
          <cx:pt idx="46944">38.479999999999997</cx:pt>
          <cx:pt idx="46945">38.479999999999997</cx:pt>
          <cx:pt idx="46946">47.670000000000002</cx:pt>
          <cx:pt idx="46947">46.780000000000001</cx:pt>
          <cx:pt idx="46948">84.989999999999995</cx:pt>
          <cx:pt idx="46949">127.83</cx:pt>
          <cx:pt idx="46950">84.989999999999995</cx:pt>
          <cx:pt idx="46951">84.989999999999995</cx:pt>
          <cx:pt idx="46952">84.989999999999995</cx:pt>
          <cx:pt idx="46953">84.989999999999995</cx:pt>
          <cx:pt idx="46954">150.97</cx:pt>
          <cx:pt idx="46955">84.989999999999995</cx:pt>
          <cx:pt idx="46956">162.52000000000001</cx:pt>
          <cx:pt idx="46957">84.989999999999995</cx:pt>
          <cx:pt idx="46958">65.989999999999995</cx:pt>
          <cx:pt idx="46959">65.989999999999995</cx:pt>
          <cx:pt idx="46960">131.97999999999999</cx:pt>
          <cx:pt idx="46961">169.97999999999999</cx:pt>
          <cx:pt idx="46962">84.989999999999995</cx:pt>
          <cx:pt idx="46963">169.97999999999999</cx:pt>
          <cx:pt idx="46964">103.98</cx:pt>
          <cx:pt idx="46965">46.780000000000001</cx:pt>
          <cx:pt idx="46966">46.729999999999997</cx:pt>
          <cx:pt idx="46967">38.490000000000002</cx:pt>
          <cx:pt idx="46968">46.469999999999999</cx:pt>
          <cx:pt idx="46969">46.469999999999999</cx:pt>
          <cx:pt idx="46970">47.219999999999999</cx:pt>
          <cx:pt idx="46971">46.469999999999999</cx:pt>
          <cx:pt idx="46972">31.48</cx:pt>
          <cx:pt idx="46973">47.219999999999999</cx:pt>
          <cx:pt idx="46974">46.469999999999999</cx:pt>
          <cx:pt idx="46975">47.219999999999999</cx:pt>
          <cx:pt idx="46976">38.490000000000002</cx:pt>
          <cx:pt idx="46977">38.490000000000002</cx:pt>
          <cx:pt idx="46978">38.490000000000002</cx:pt>
          <cx:pt idx="46979">38.490000000000002</cx:pt>
          <cx:pt idx="46980">36.740000000000002</cx:pt>
          <cx:pt idx="46981">50.979999999999997</cx:pt>
          <cx:pt idx="46982">54.990000000000002</cx:pt>
          <cx:pt idx="46983">-54.990000000000002</cx:pt>
          <cx:pt idx="46984">30.489999999999998</cx:pt>
          <cx:pt idx="46985">30.489999999999998</cx:pt>
          <cx:pt idx="46986">50.979999999999997</cx:pt>
          <cx:pt idx="46987">50.979999999999997</cx:pt>
          <cx:pt idx="46988">50.979999999999997</cx:pt>
          <cx:pt idx="46989">50.979999999999997</cx:pt>
          <cx:pt idx="46990">50.969999999999999</cx:pt>
          <cx:pt idx="46991">112.48999999999999</cx:pt>
          <cx:pt idx="46992">78.980000000000004</cx:pt>
          <cx:pt idx="46993">79.849999999999994</cx:pt>
          <cx:pt idx="46994">50.969999999999999</cx:pt>
          <cx:pt idx="46995">50.960000000000001</cx:pt>
          <cx:pt idx="46996">74.969999999999999</cx:pt>
          <cx:pt idx="46997">144.94999999999999</cx:pt>
          <cx:pt idx="46998">62.969999999999999</cx:pt>
          <cx:pt idx="46999">52.979999999999997</cx:pt>
          <cx:pt idx="47000">130.97</cx:pt>
          <cx:pt idx="47001">52.979999999999997</cx:pt>
          <cx:pt idx="47002">190.97</cx:pt>
          <cx:pt idx="47003">53.960000000000001</cx:pt>
          <cx:pt idx="47004">169.97999999999999</cx:pt>
          <cx:pt idx="47005">68.969999999999999</cx:pt>
          <cx:pt idx="47006">65.959999999999994</cx:pt>
          <cx:pt idx="47007">50.740000000000002</cx:pt>
          <cx:pt idx="47008">38.280000000000001</cx:pt>
          <cx:pt idx="47009">38.280000000000001</cx:pt>
          <cx:pt idx="47010">119.95999999999999</cx:pt>
          <cx:pt idx="47011">59.979999999999997</cx:pt>
          <cx:pt idx="47012">114.58</cx:pt>
          <cx:pt idx="47013">119.95999999999999</cx:pt>
          <cx:pt idx="47014">119.95999999999999</cx:pt>
          <cx:pt idx="47015">89.969999999999999</cx:pt>
          <cx:pt idx="47016">67.609999999999999</cx:pt>
          <cx:pt idx="47017">84.969999999999999</cx:pt>
          <cx:pt idx="47018">59.979999999999997</cx:pt>
          <cx:pt idx="47019">119.95999999999999</cx:pt>
          <cx:pt idx="47020">84.939999999999998</cx:pt>
          <cx:pt idx="47021">59.979999999999997</cx:pt>
          <cx:pt idx="47022">89.969999999999999</cx:pt>
          <cx:pt idx="47023">59.979999999999997</cx:pt>
          <cx:pt idx="47024">76.489999999999995</cx:pt>
          <cx:pt idx="47025">50.469999999999999</cx:pt>
          <cx:pt idx="47026">50.380000000000003</cx:pt>
          <cx:pt idx="47027">50.359999999999999</cx:pt>
          <cx:pt idx="47028">20.489999999999998</cx:pt>
          <cx:pt idx="47029">65.989999999999995</cx:pt>
          <cx:pt idx="47030">84.989999999999995</cx:pt>
          <cx:pt idx="47031">84.989999999999995</cx:pt>
          <cx:pt idx="47032">84.989999999999995</cx:pt>
          <cx:pt idx="47033">84.989999999999995</cx:pt>
          <cx:pt idx="47034">76.489999999999995</cx:pt>
          <cx:pt idx="47035">84.989999999999995</cx:pt>
          <cx:pt idx="47036">65.989999999999995</cx:pt>
          <cx:pt idx="47037">84.989999999999995</cx:pt>
          <cx:pt idx="47038">84.989999999999995</cx:pt>
          <cx:pt idx="47039">78.950000000000003</cx:pt>
          <cx:pt idx="47040">84.989999999999995</cx:pt>
          <cx:pt idx="47041">84.989999999999995</cx:pt>
          <cx:pt idx="47042">84.989999999999995</cx:pt>
          <cx:pt idx="47043">84.989999999999995</cx:pt>
          <cx:pt idx="47044">84.989999999999995</cx:pt>
          <cx:pt idx="47045">47.289999999999999</cx:pt>
          <cx:pt idx="47046">169.97999999999999</cx:pt>
          <cx:pt idx="47047">76.379999999999995</cx:pt>
          <cx:pt idx="47048">37.490000000000002</cx:pt>
          <cx:pt idx="47049">37.479999999999997</cx:pt>
          <cx:pt idx="47050">46.770000000000003</cx:pt>
          <cx:pt idx="47051">37.469999999999999</cx:pt>
          <cx:pt idx="47052">37.469999999999999</cx:pt>
          <cx:pt idx="47053">37.460000000000001</cx:pt>
          <cx:pt idx="47054">344.19999999999999</cx:pt>
          <cx:pt idx="47055">354.91000000000003</cx:pt>
          <cx:pt idx="47056">408.94999999999999</cx:pt>
          <cx:pt idx="47057">84.989999999999995</cx:pt>
          <cx:pt idx="47058">157.75</cx:pt>
          <cx:pt idx="47059">111.92</cx:pt>
          <cx:pt idx="47060">90.780000000000001</cx:pt>
          <cx:pt idx="47061">46.729999999999997</cx:pt>
          <cx:pt idx="47062">41.100000000000001</cx:pt>
          <cx:pt idx="47063">41.100000000000001</cx:pt>
          <cx:pt idx="47064">45.869999999999997</cx:pt>
          <cx:pt idx="47065">45.859999999999999</cx:pt>
          <cx:pt idx="47066">33.780000000000001</cx:pt>
          <cx:pt idx="47067">256.16000000000003</cx:pt>
          <cx:pt idx="47068">33.479999999999997</cx:pt>
          <cx:pt idx="47069">131.97999999999999</cx:pt>
          <cx:pt idx="47070">71.969999999999999</cx:pt>
          <cx:pt idx="47071">179.96000000000001</cx:pt>
          <cx:pt idx="47072">203.44</cx:pt>
          <cx:pt idx="47073">131.97999999999999</cx:pt>
          <cx:pt idx="47074">197.97</cx:pt>
          <cx:pt idx="47075">197.97</cx:pt>
          <cx:pt idx="47076">121.98</cx:pt>
          <cx:pt idx="47077">40.490000000000002</cx:pt>
          <cx:pt idx="47078">40.490000000000002</cx:pt>
          <cx:pt idx="47079">40.490000000000002</cx:pt>
          <cx:pt idx="47080">40.479999999999997</cx:pt>
          <cx:pt idx="47081">40.479999999999997</cx:pt>
          <cx:pt idx="47082">44.990000000000002</cx:pt>
          <cx:pt idx="47083">75.090000000000003</cx:pt>
          <cx:pt idx="47084">82.099999999999994</cx:pt>
          <cx:pt idx="47085">68.989999999999995</cx:pt>
          <cx:pt idx="47086">120.63</cx:pt>
          <cx:pt idx="47087">116.98</cx:pt>
          <cx:pt idx="47088">74.980000000000004</cx:pt>
          <cx:pt idx="47089">98.980000000000004</cx:pt>
          <cx:pt idx="47090">112.97</cx:pt>
          <cx:pt idx="47091">135</cx:pt>
          <cx:pt idx="47092">84.140000000000001</cx:pt>
          <cx:pt idx="47093">90.480000000000004</cx:pt>
          <cx:pt idx="47094">44.990000000000002</cx:pt>
          <cx:pt idx="47095">68.989999999999995</cx:pt>
          <cx:pt idx="47096">71.980000000000004</cx:pt>
          <cx:pt idx="47097">67.989999999999995</cx:pt>
          <cx:pt idx="47098">58.979999999999997</cx:pt>
          <cx:pt idx="47099">84.989999999999995</cx:pt>
          <cx:pt idx="47100">90.480000000000004</cx:pt>
          <cx:pt idx="47101">76.489999999999995</cx:pt>
          <cx:pt idx="47102">98.980000000000004</cx:pt>
          <cx:pt idx="47103">32.82</cx:pt>
          <cx:pt idx="47104">34.079999999999998</cx:pt>
          <cx:pt idx="47105">45.880000000000003</cx:pt>
          <cx:pt idx="47106">45.380000000000003</cx:pt>
          <cx:pt idx="47107">162.99000000000001</cx:pt>
          <cx:pt idx="47108">131.97999999999999</cx:pt>
          <cx:pt idx="47109">146.97</cx:pt>
          <cx:pt idx="47110">131.97999999999999</cx:pt>
          <cx:pt idx="47111">169.97999999999999</cx:pt>
          <cx:pt idx="47112">59.960000000000001</cx:pt>
          <cx:pt idx="47113">32.229999999999997</cx:pt>
          <cx:pt idx="47114">89.939999999999998</cx:pt>
          <cx:pt idx="47115">74.950000000000003</cx:pt>
          <cx:pt idx="47116">145.94</cx:pt>
          <cx:pt idx="47117">140.94</cx:pt>
          <cx:pt idx="47118">145.94</cx:pt>
          <cx:pt idx="47119">140.94</cx:pt>
          <cx:pt idx="47120">89.939999999999998</cx:pt>
          <cx:pt idx="47121">63.119999999999997</cx:pt>
          <cx:pt idx="47122">149.90000000000001</cx:pt>
          <cx:pt idx="47123">63.259999999999998</cx:pt>
          <cx:pt idx="47124">140.94</cx:pt>
          <cx:pt idx="47125">89.939999999999998</cx:pt>
          <cx:pt idx="47126">37.280000000000001</cx:pt>
          <cx:pt idx="47127">49.479999999999997</cx:pt>
          <cx:pt idx="47128">49.479999999999997</cx:pt>
          <cx:pt idx="47129">263.95999999999998</cx:pt>
          <cx:pt idx="47130">197.97</cx:pt>
          <cx:pt idx="47131">263.95999999999998</cx:pt>
          <cx:pt idx="47132">197.97</cx:pt>
          <cx:pt idx="47133">131.97999999999999</cx:pt>
          <cx:pt idx="47134">263.95999999999998</cx:pt>
          <cx:pt idx="47135">263.95999999999998</cx:pt>
          <cx:pt idx="47136">37.280000000000001</cx:pt>
          <cx:pt idx="47137">37.280000000000001</cx:pt>
          <cx:pt idx="47138">37.280000000000001</cx:pt>
          <cx:pt idx="47139">37.270000000000003</cx:pt>
          <cx:pt idx="47140">37.270000000000003</cx:pt>
          <cx:pt idx="47141">10.289999999999999</cx:pt>
          <cx:pt idx="47142">139.96000000000001</cx:pt>
          <cx:pt idx="47143">114.70999999999999</cx:pt>
          <cx:pt idx="47144">34.990000000000002</cx:pt>
          <cx:pt idx="47145">251.93000000000001</cx:pt>
          <cx:pt idx="47146">209.94</cx:pt>
          <cx:pt idx="47147">62.979999999999997</cx:pt>
          <cx:pt idx="47148">139.96000000000001</cx:pt>
          <cx:pt idx="47149">94.469999999999999</cx:pt>
          <cx:pt idx="47150">133.36000000000001</cx:pt>
          <cx:pt idx="47151">59.479999999999997</cx:pt>
          <cx:pt idx="47152">66.480000000000004</cx:pt>
          <cx:pt idx="47153">219.94</cx:pt>
          <cx:pt idx="47154">45.859999999999999</cx:pt>
          <cx:pt idx="47155">36.579999999999998</cx:pt>
          <cx:pt idx="47156">45.859999999999999</cx:pt>
          <cx:pt idx="47157">18.989999999999998</cx:pt>
          <cx:pt idx="47158">20.289999999999999</cx:pt>
          <cx:pt idx="47159">61.979999999999997</cx:pt>
          <cx:pt idx="47160">123.95999999999999</cx:pt>
          <cx:pt idx="47161">117.95999999999999</cx:pt>
          <cx:pt idx="47162">113.95999999999999</cx:pt>
          <cx:pt idx="47163">94.969999999999999</cx:pt>
          <cx:pt idx="47164">92.969999999999999</cx:pt>
          <cx:pt idx="47165">89.969999999999999</cx:pt>
          <cx:pt idx="47166">77.980000000000004</cx:pt>
          <cx:pt idx="47167">92.969999999999999</cx:pt>
          <cx:pt idx="47168">59.979999999999997</cx:pt>
          <cx:pt idx="47169">100.97</cx:pt>
          <cx:pt idx="47170">53.979999999999997</cx:pt>
          <cx:pt idx="47171">52.390000000000001</cx:pt>
          <cx:pt idx="47172">86.689999999999998</cx:pt>
          <cx:pt idx="47173">92.969999999999999</cx:pt>
          <cx:pt idx="47174">89.969999999999999</cx:pt>
          <cx:pt idx="47175">54.979999999999997</cx:pt>
          <cx:pt idx="47176">89.969999999999999</cx:pt>
          <cx:pt idx="47177">98.959999999999994</cx:pt>
          <cx:pt idx="47178">32.240000000000002</cx:pt>
          <cx:pt idx="47179">32.240000000000002</cx:pt>
          <cx:pt idx="47180">32.240000000000002</cx:pt>
          <cx:pt idx="47181">32.240000000000002</cx:pt>
          <cx:pt idx="47182">36.490000000000002</cx:pt>
          <cx:pt idx="47183">79.969999999999999</cx:pt>
          <cx:pt idx="47184">-35.729999999999997</cx:pt>
          <cx:pt idx="47185">119.97</cx:pt>
          <cx:pt idx="47186">99.980000000000004</cx:pt>
          <cx:pt idx="47187">134.97</cx:pt>
          <cx:pt idx="47188">129.94999999999999</cx:pt>
          <cx:pt idx="47189">119.97</cx:pt>
          <cx:pt idx="47190">149.97</cx:pt>
          <cx:pt idx="47191">79.260000000000005</cx:pt>
          <cx:pt idx="47192">139.96000000000001</cx:pt>
          <cx:pt idx="47193">32.240000000000002</cx:pt>
          <cx:pt idx="47194">32.240000000000002</cx:pt>
          <cx:pt idx="47195">32.240000000000002</cx:pt>
          <cx:pt idx="47196">36.490000000000002</cx:pt>
          <cx:pt idx="47197">32.240000000000002</cx:pt>
          <cx:pt idx="47198">36.490000000000002</cx:pt>
          <cx:pt idx="47199">36.490000000000002</cx:pt>
          <cx:pt idx="47200">32.240000000000002</cx:pt>
          <cx:pt idx="47201">69.989999999999995</cx:pt>
          <cx:pt idx="47202">137.97</cx:pt>
          <cx:pt idx="47203">243.96000000000001</cx:pt>
          <cx:pt idx="47204">184.81</cx:pt>
          <cx:pt idx="47205">243.96000000000001</cx:pt>
          <cx:pt idx="47206">198.96000000000001</cx:pt>
          <cx:pt idx="47207">243.96000000000001</cx:pt>
          <cx:pt idx="47208">36.479999999999997</cx:pt>
          <cx:pt idx="47209">32.240000000000002</cx:pt>
          <cx:pt idx="47210">32.240000000000002</cx:pt>
          <cx:pt idx="47211">32.240000000000002</cx:pt>
          <cx:pt idx="47212">32.240000000000002</cx:pt>
          <cx:pt idx="47213">32.240000000000002</cx:pt>
          <cx:pt idx="47214">32.240000000000002</cx:pt>
          <cx:pt idx="47215">32.240000000000002</cx:pt>
          <cx:pt idx="47216">32.240000000000002</cx:pt>
          <cx:pt idx="47217">36.490000000000002</cx:pt>
          <cx:pt idx="47218">36.490000000000002</cx:pt>
          <cx:pt idx="47219">36.490000000000002</cx:pt>
          <cx:pt idx="47220">35.289999999999999</cx:pt>
          <cx:pt idx="47221">36.490000000000002</cx:pt>
          <cx:pt idx="47222">36.490000000000002</cx:pt>
          <cx:pt idx="47223">36.490000000000002</cx:pt>
          <cx:pt idx="47224">32.229999999999997</cx:pt>
          <cx:pt idx="47225">32.229999999999997</cx:pt>
          <cx:pt idx="47226">14.99</cx:pt>
          <cx:pt idx="47227">20.73</cx:pt>
          <cx:pt idx="47228">32.229999999999997</cx:pt>
          <cx:pt idx="47229">32.229999999999997</cx:pt>
          <cx:pt idx="47230">19.48</cx:pt>
          <cx:pt idx="47231">36.479999999999997</cx:pt>
          <cx:pt idx="47232">53.960000000000001</cx:pt>
          <cx:pt idx="47233">59.950000000000003</cx:pt>
          <cx:pt idx="47234">58.030000000000001</cx:pt>
          <cx:pt idx="47235">113.95</cx:pt>
          <cx:pt idx="47236">59.350000000000001</cx:pt>
          <cx:pt idx="47237">58.93</cx:pt>
          <cx:pt idx="47238">56.950000000000003</cx:pt>
          <cx:pt idx="47239">-47.369999999999997</cx:pt>
          <cx:pt idx="47240">71.060000000000002</cx:pt>
          <cx:pt idx="47241">87.349999999999994</cx:pt>
          <cx:pt idx="47242">101.36</cx:pt>
          <cx:pt idx="47243">118.78</cx:pt>
          <cx:pt idx="47244">65.989999999999995</cx:pt>
          <cx:pt idx="47245">89.969999999999999</cx:pt>
          <cx:pt idx="47246">54.990000000000002</cx:pt>
          <cx:pt idx="47247">37.189999999999998</cx:pt>
          <cx:pt idx="47248">39.909999999999997</cx:pt>
          <cx:pt idx="47249">39.890000000000001</cx:pt>
          <cx:pt idx="47250">39.890000000000001</cx:pt>
          <cx:pt idx="47251">39.890000000000001</cx:pt>
          <cx:pt idx="47252">39.890000000000001</cx:pt>
          <cx:pt idx="47253">254.97</cx:pt>
          <cx:pt idx="47254">254.97</cx:pt>
          <cx:pt idx="47255">254.97</cx:pt>
          <cx:pt idx="47256">254.97</cx:pt>
          <cx:pt idx="47257">288.97000000000003</cx:pt>
          <cx:pt idx="47258">154.87</cx:pt>
          <cx:pt idx="47259">32.240000000000002</cx:pt>
          <cx:pt idx="47260">32.240000000000002</cx:pt>
          <cx:pt idx="47261">32.229999999999997</cx:pt>
          <cx:pt idx="47262">39.469999999999999</cx:pt>
          <cx:pt idx="47263">36.490000000000002</cx:pt>
          <cx:pt idx="47264">36.490000000000002</cx:pt>
          <cx:pt idx="47265">347.83999999999997</cx:pt>
          <cx:pt idx="47266">-34.18</cx:pt>
          <cx:pt idx="47267">327.67000000000002</cx:pt>
          <cx:pt idx="47268">239.91999999999999</cx:pt>
          <cx:pt idx="47269">208.90000000000001</cx:pt>
          <cx:pt idx="47270">39.189999999999998</cx:pt>
          <cx:pt idx="47271">13.640000000000001</cx:pt>
          <cx:pt idx="47272">13.640000000000001</cx:pt>
          <cx:pt idx="47273">33.079999999999998</cx:pt>
          <cx:pt idx="47274">33.079999999999998</cx:pt>
          <cx:pt idx="47275">8.2200000000000006</cx:pt>
          <cx:pt idx="47276">34.219999999999999</cx:pt>
          <cx:pt idx="47277">48.420000000000002</cx:pt>
          <cx:pt idx="47278">79.849999999999994</cx:pt>
          <cx:pt idx="47279">79.849999999999994</cx:pt>
          <cx:pt idx="47280">79.849999999999994</cx:pt>
          <cx:pt idx="47281">79.849999999999994</cx:pt>
          <cx:pt idx="47282">79.849999999999994</cx:pt>
          <cx:pt idx="47283">79.849999999999994</cx:pt>
          <cx:pt idx="47284">79.849999999999994</cx:pt>
          <cx:pt idx="47285">79.849999999999994</cx:pt>
          <cx:pt idx="47286">79.849999999999994</cx:pt>
          <cx:pt idx="47287">79.849999999999994</cx:pt>
          <cx:pt idx="47288">79.849999999999994</cx:pt>
          <cx:pt idx="47289">79.849999999999994</cx:pt>
          <cx:pt idx="47290">79.849999999999994</cx:pt>
          <cx:pt idx="47291">79.849999999999994</cx:pt>
          <cx:pt idx="47292">79.849999999999994</cx:pt>
          <cx:pt idx="47293">75.849999999999994</cx:pt>
          <cx:pt idx="47294">75.849999999999994</cx:pt>
          <cx:pt idx="47295">-79.849999999999994</cx:pt>
          <cx:pt idx="47296">-79.849999999999994</cx:pt>
          <cx:pt idx="47297">79.849999999999994</cx:pt>
          <cx:pt idx="47298">79.849999999999994</cx:pt>
          <cx:pt idx="47299">79.849999999999994</cx:pt>
          <cx:pt idx="47300">79.849999999999994</cx:pt>
          <cx:pt idx="47301">79.849999999999994</cx:pt>
          <cx:pt idx="47302">79.849999999999994</cx:pt>
          <cx:pt idx="47303">79.849999999999994</cx:pt>
          <cx:pt idx="47304">79.849999999999994</cx:pt>
          <cx:pt idx="47305">79.849999999999994</cx:pt>
          <cx:pt idx="47306">79.849999999999994</cx:pt>
          <cx:pt idx="47307">79.849999999999994</cx:pt>
          <cx:pt idx="47308">79.849999999999994</cx:pt>
          <cx:pt idx="47309">79.849999999999994</cx:pt>
          <cx:pt idx="47310">79.849999999999994</cx:pt>
          <cx:pt idx="47311">79.849999999999994</cx:pt>
          <cx:pt idx="47312">79.849999999999994</cx:pt>
          <cx:pt idx="47313">79.849999999999994</cx:pt>
          <cx:pt idx="47314">79.849999999999994</cx:pt>
          <cx:pt idx="47315">79.849999999999994</cx:pt>
          <cx:pt idx="47316">79.849999999999994</cx:pt>
          <cx:pt idx="47317">79.849999999999994</cx:pt>
          <cx:pt idx="47318">79.849999999999994</cx:pt>
          <cx:pt idx="47319">79.849999999999994</cx:pt>
          <cx:pt idx="47320">79.849999999999994</cx:pt>
          <cx:pt idx="47321">146.37</cx:pt>
          <cx:pt idx="47322">146.37</cx:pt>
          <cx:pt idx="47323">79.849999999999994</cx:pt>
          <cx:pt idx="47324">79.849999999999994</cx:pt>
          <cx:pt idx="47325">79.849999999999994</cx:pt>
          <cx:pt idx="47326">36.289999999999999</cx:pt>
          <cx:pt idx="47327">36.289999999999999</cx:pt>
          <cx:pt idx="47328">36.289999999999999</cx:pt>
          <cx:pt idx="47329">36.289999999999999</cx:pt>
          <cx:pt idx="47330">36.289999999999999</cx:pt>
          <cx:pt idx="47331">36.289999999999999</cx:pt>
          <cx:pt idx="47332">36.289999999999999</cx:pt>
          <cx:pt idx="47333">36.289999999999999</cx:pt>
          <cx:pt idx="47334">36.289999999999999</cx:pt>
          <cx:pt idx="47335">31.93</cx:pt>
          <cx:pt idx="47336">31.920000000000002</cx:pt>
          <cx:pt idx="47337">31.920000000000002</cx:pt>
          <cx:pt idx="47338">34.460000000000001</cx:pt>
          <cx:pt idx="47339">37.109999999999999</cx:pt>
          <cx:pt idx="47340">34.460000000000001</cx:pt>
          <cx:pt idx="47341">37.109999999999999</cx:pt>
          <cx:pt idx="47342">35.490000000000002</cx:pt>
          <cx:pt idx="47343">35.490000000000002</cx:pt>
          <cx:pt idx="47344">99.980000000000004</cx:pt>
          <cx:pt idx="47345">84.989999999999995</cx:pt>
          <cx:pt idx="47346">84.989999999999995</cx:pt>
          <cx:pt idx="47347">97.980000000000004</cx:pt>
          <cx:pt idx="47348">84.989999999999995</cx:pt>
          <cx:pt idx="47349">84.989999999999995</cx:pt>
          <cx:pt idx="47350">65.989999999999995</cx:pt>
          <cx:pt idx="47351">75.090000000000003</cx:pt>
          <cx:pt idx="47352">92.150000000000006</cx:pt>
          <cx:pt idx="47353">100.97</cx:pt>
          <cx:pt idx="47354">65.969999999999999</cx:pt>
          <cx:pt idx="47355">35.490000000000002</cx:pt>
          <cx:pt idx="47356">35.479999999999997</cx:pt>
          <cx:pt idx="47357">35.490000000000002</cx:pt>
          <cx:pt idx="47358">38.479999999999997</cx:pt>
          <cx:pt idx="47359">38.479999999999997</cx:pt>
          <cx:pt idx="47360">38.479999999999997</cx:pt>
          <cx:pt idx="47361">59.979999999999997</cx:pt>
          <cx:pt idx="47362">89.969999999999999</cx:pt>
          <cx:pt idx="47363">59.979999999999997</cx:pt>
          <cx:pt idx="47364">59.979999999999997</cx:pt>
          <cx:pt idx="47365">59.979999999999997</cx:pt>
          <cx:pt idx="47366">54.979999999999997</cx:pt>
          <cx:pt idx="47367">59.979999999999997</cx:pt>
          <cx:pt idx="47368">54.979999999999997</cx:pt>
          <cx:pt idx="47369">59.979999999999997</cx:pt>
          <cx:pt idx="47370">89.969999999999999</cx:pt>
          <cx:pt idx="47371">50.979999999999997</cx:pt>
          <cx:pt idx="47372">84.969999999999999</cx:pt>
          <cx:pt idx="47373">59.979999999999997</cx:pt>
          <cx:pt idx="47374">59.979999999999997</cx:pt>
          <cx:pt idx="47375">29.989999999999998</cx:pt>
          <cx:pt idx="47376">51.229999999999997</cx:pt>
          <cx:pt idx="47377">179.94</cx:pt>
          <cx:pt idx="47378">54.979999999999997</cx:pt>
          <cx:pt idx="47379">119.95999999999999</cx:pt>
          <cx:pt idx="47380">59.979999999999997</cx:pt>
          <cx:pt idx="47381">36.170000000000002</cx:pt>
          <cx:pt idx="47382">21.489999999999998</cx:pt>
          <cx:pt idx="47383">38.700000000000003</cx:pt>
          <cx:pt idx="47384">38.700000000000003</cx:pt>
          <cx:pt idx="47385">31.129999999999999</cx:pt>
          <cx:pt idx="47386">70.180000000000007</cx:pt>
          <cx:pt idx="47387">84.989999999999995</cx:pt>
          <cx:pt idx="47388">71.379999999999995</cx:pt>
          <cx:pt idx="47389">168.28</cx:pt>
          <cx:pt idx="47390">83.290000000000006</cx:pt>
          <cx:pt idx="47391">54.990000000000002</cx:pt>
          <cx:pt idx="47392">54.979999999999997</cx:pt>
          <cx:pt idx="47393">79.189999999999998</cx:pt>
          <cx:pt idx="47394">54.990000000000002</cx:pt>
          <cx:pt idx="47395">81.379999999999995</cx:pt>
          <cx:pt idx="47396">63.770000000000003</cx:pt>
          <cx:pt idx="47397">59.390000000000001</cx:pt>
          <cx:pt idx="47398">84.140000000000001</cx:pt>
          <cx:pt idx="47399">83.640000000000001</cx:pt>
          <cx:pt idx="47400">65.989999999999995</cx:pt>
          <cx:pt idx="47401">169.97999999999999</cx:pt>
          <cx:pt idx="47402">76.489999999999995</cx:pt>
          <cx:pt idx="47403">74.140000000000001</cx:pt>
          <cx:pt idx="47404">84.019999999999996</cx:pt>
          <cx:pt idx="47405">96.129999999999995</cx:pt>
          <cx:pt idx="47406">48.579999999999998</cx:pt>
          <cx:pt idx="47407">-5.3799999999999999</cx:pt>
          <cx:pt idx="47408">43.329999999999998</cx:pt>
          <cx:pt idx="47409">32.090000000000003</cx:pt>
          <cx:pt idx="47410">26.809999999999999</cx:pt>
          <cx:pt idx="47411">35.280000000000001</cx:pt>
          <cx:pt idx="47412">66.650000000000006</cx:pt>
          <cx:pt idx="47413">106.03</cx:pt>
          <cx:pt idx="47414">34.57</cx:pt>
          <cx:pt idx="47415">30.239999999999998</cx:pt>
          <cx:pt idx="47416">30.239999999999998</cx:pt>
          <cx:pt idx="47417">34.490000000000002</cx:pt>
          <cx:pt idx="47418">209.97</cx:pt>
          <cx:pt idx="47419">209.97</cx:pt>
          <cx:pt idx="47420">209.97</cx:pt>
          <cx:pt idx="47421">169.97999999999999</cx:pt>
          <cx:pt idx="47422">169.97999999999999</cx:pt>
          <cx:pt idx="47423">269.95999999999998</cx:pt>
          <cx:pt idx="47424">269.95999999999998</cx:pt>
          <cx:pt idx="47425">169.97999999999999</cx:pt>
          <cx:pt idx="47426">235.16999999999999</cx:pt>
          <cx:pt idx="47427">235.16999999999999</cx:pt>
          <cx:pt idx="47428">269.95999999999998</cx:pt>
          <cx:pt idx="47429">235.16999999999999</cx:pt>
          <cx:pt idx="47430">34.490000000000002</cx:pt>
          <cx:pt idx="47431">34.490000000000002</cx:pt>
          <cx:pt idx="47432">34.490000000000002</cx:pt>
          <cx:pt idx="47433">34.490000000000002</cx:pt>
          <cx:pt idx="47434">30.23</cx:pt>
          <cx:pt idx="47435">30.23</cx:pt>
          <cx:pt idx="47436">30.23</cx:pt>
          <cx:pt idx="47437">30.23</cx:pt>
          <cx:pt idx="47438">52.969999999999999</cx:pt>
          <cx:pt idx="47439">146.59999999999999</cx:pt>
          <cx:pt idx="47440">159.97999999999999</cx:pt>
          <cx:pt idx="47441">184.97</cx:pt>
          <cx:pt idx="47442">68.989999999999995</cx:pt>
          <cx:pt idx="47443">203.97</cx:pt>
          <cx:pt idx="47444">52.969999999999999</cx:pt>
          <cx:pt idx="47445">96.950000000000003</cx:pt>
          <cx:pt idx="47446">156.53</cx:pt>
          <cx:pt idx="47447">52.969999999999999</cx:pt>
          <cx:pt idx="47448">159.97999999999999</cx:pt>
          <cx:pt idx="47449">30.23</cx:pt>
          <cx:pt idx="47450">34.469999999999999</cx:pt>
          <cx:pt idx="47451">33.109999999999999</cx:pt>
          <cx:pt idx="47452">33.109999999999999</cx:pt>
          <cx:pt idx="47453">32.729999999999997</cx:pt>
          <cx:pt idx="47454">37.479999999999997</cx:pt>
          <cx:pt idx="47455">9.4900000000000002</cx:pt>
          <cx:pt idx="47456">12.24</cx:pt>
          <cx:pt idx="47457">192.36000000000001</cx:pt>
          <cx:pt idx="47458">169.97999999999999</cx:pt>
          <cx:pt idx="47459">169.97999999999999</cx:pt>
          <cx:pt idx="47460">169.97999999999999</cx:pt>
          <cx:pt idx="47461">111.98</cx:pt>
          <cx:pt idx="47462">144.47999999999999</cx:pt>
          <cx:pt idx="47463">131.97999999999999</cx:pt>
          <cx:pt idx="47464">161.96000000000001</cx:pt>
          <cx:pt idx="47465">240.77000000000001</cx:pt>
          <cx:pt idx="47466">30.23</cx:pt>
          <cx:pt idx="47467">34.479999999999997</cx:pt>
          <cx:pt idx="47468">34.479999999999997</cx:pt>
          <cx:pt idx="47469">37.490000000000002</cx:pt>
          <cx:pt idx="47470">37.490000000000002</cx:pt>
          <cx:pt idx="47471">37.490000000000002</cx:pt>
          <cx:pt idx="47472">37.490000000000002</cx:pt>
          <cx:pt idx="47473">71.950000000000003</cx:pt>
          <cx:pt idx="47474">79.959999999999994</cx:pt>
          <cx:pt idx="47475">83.049999999999997</cx:pt>
          <cx:pt idx="47476">56.969999999999999</cx:pt>
          <cx:pt idx="47477">60.969999999999999</cx:pt>
          <cx:pt idx="47478">56.969999999999999</cx:pt>
          <cx:pt idx="47479">104.05</cx:pt>
          <cx:pt idx="47480">76.870000000000005</cx:pt>
          <cx:pt idx="47481">37.469999999999999</cx:pt>
          <cx:pt idx="47482">37.469999999999999</cx:pt>
          <cx:pt idx="47483">37.469999999999999</cx:pt>
          <cx:pt idx="47484">37.469999999999999</cx:pt>
          <cx:pt idx="47485">42.5</cx:pt>
          <cx:pt idx="47486">34.439999999999998</cx:pt>
          <cx:pt idx="47487">33.880000000000003</cx:pt>
          <cx:pt idx="47488">33.780000000000001</cx:pt>
          <cx:pt idx="47489">18.989999999999998</cx:pt>
          <cx:pt idx="47490">37.979999999999997</cx:pt>
          <cx:pt idx="47491">56.969999999999999</cx:pt>
          <cx:pt idx="47492">33.280000000000001</cx:pt>
          <cx:pt idx="47493">66.959999999999994</cx:pt>
          <cx:pt idx="47494">85.980000000000004</cx:pt>
          <cx:pt idx="47495">56.969999999999999</cx:pt>
          <cx:pt idx="47496">56.969999999999999</cx:pt>
          <cx:pt idx="47497">29.399999999999999</cx:pt>
          <cx:pt idx="47498">31.09</cx:pt>
          <cx:pt idx="47499">16.890000000000001</cx:pt>
          <cx:pt idx="47500">34.289999999999999</cx:pt>
          <cx:pt idx="47501">29.93</cx:pt>
          <cx:pt idx="47502">25.620000000000001</cx:pt>
          <cx:pt idx="47503">34.280000000000001</cx:pt>
          <cx:pt idx="47504">199.93000000000001</cx:pt>
          <cx:pt idx="47505">214.93000000000001</cx:pt>
          <cx:pt idx="47506">339.95999999999998</cx:pt>
          <cx:pt idx="47507">94.959999999999994</cx:pt>
          <cx:pt idx="47508">214.94999999999999</cx:pt>
          <cx:pt idx="47509">327.61000000000001</cx:pt>
          <cx:pt idx="47510">387.92000000000002</cx:pt>
          <cx:pt idx="47511">36.490000000000002</cx:pt>
          <cx:pt idx="47512">33.479999999999997</cx:pt>
          <cx:pt idx="47513">33.479999999999997</cx:pt>
          <cx:pt idx="47514">33.479999999999997</cx:pt>
          <cx:pt idx="47515">33.479999999999997</cx:pt>
          <cx:pt idx="47516">33.479999999999997</cx:pt>
          <cx:pt idx="47517">79.980000000000004</cx:pt>
          <cx:pt idx="47518">16.489999999999998</cx:pt>
          <cx:pt idx="47519">169.97999999999999</cx:pt>
          <cx:pt idx="47520">162</cx:pt>
          <cx:pt idx="47521">99.980000000000004</cx:pt>
          <cx:pt idx="47522">157.97999999999999</cx:pt>
          <cx:pt idx="47523">99.980000000000004</cx:pt>
          <cx:pt idx="47524">174.97</cx:pt>
          <cx:pt idx="47525">134.97999999999999</cx:pt>
          <cx:pt idx="47526">114.97</cx:pt>
          <cx:pt idx="47527">107.47</cx:pt>
          <cx:pt idx="47528">184.97</cx:pt>
          <cx:pt idx="47529">23.280000000000001</cx:pt>
          <cx:pt idx="47530">33.479999999999997</cx:pt>
          <cx:pt idx="47531">33.479999999999997</cx:pt>
          <cx:pt idx="47532">33.479999999999997</cx:pt>
          <cx:pt idx="47533">4.9900000000000002</cx:pt>
          <cx:pt idx="47534">1.49</cx:pt>
          <cx:pt idx="47535">4.9900000000000002</cx:pt>
          <cx:pt idx="47536">239.97</cx:pt>
          <cx:pt idx="47537">282.83999999999997</cx:pt>
          <cx:pt idx="47538">4.9900000000000002</cx:pt>
          <cx:pt idx="47539">33.479999999999997</cx:pt>
          <cx:pt idx="47540">45.880000000000003</cx:pt>
          <cx:pt idx="47541">284.94999999999999</cx:pt>
          <cx:pt idx="47542">131.97999999999999</cx:pt>
          <cx:pt idx="47543">154.93000000000001</cx:pt>
          <cx:pt idx="47544">263.95999999999998</cx:pt>
          <cx:pt idx="47545">254.97</cx:pt>
          <cx:pt idx="47546">197.97</cx:pt>
          <cx:pt idx="47547">191.80000000000001</cx:pt>
          <cx:pt idx="47548">33.68</cx:pt>
          <cx:pt idx="47549">33.68</cx:pt>
          <cx:pt idx="47550">36.140000000000001</cx:pt>
          <cx:pt idx="47551">13.289999999999999</cx:pt>
          <cx:pt idx="47552">13.289999999999999</cx:pt>
          <cx:pt idx="47553">33.289999999999999</cx:pt>
          <cx:pt idx="47554">-38.490000000000002</cx:pt>
          <cx:pt idx="47555">38.490000000000002</cx:pt>
          <cx:pt idx="47556">32.990000000000002</cx:pt>
          <cx:pt idx="47557">99.980000000000004</cx:pt>
          <cx:pt idx="47558">84.989999999999995</cx:pt>
          <cx:pt idx="47559">78.890000000000001</cx:pt>
          <cx:pt idx="47560">78.640000000000001</cx:pt>
          <cx:pt idx="47561">101.48</cx:pt>
          <cx:pt idx="47562">84.989999999999995</cx:pt>
          <cx:pt idx="47563">67.980000000000004</cx:pt>
          <cx:pt idx="47564">84.989999999999995</cx:pt>
          <cx:pt idx="47565">84.989999999999995</cx:pt>
          <cx:pt idx="47566">84.989999999999995</cx:pt>
          <cx:pt idx="47567">84.989999999999995</cx:pt>
          <cx:pt idx="47568">101.48</cx:pt>
          <cx:pt idx="47569">-3</cx:pt>
          <cx:pt idx="47570">84.989999999999995</cx:pt>
          <cx:pt idx="47571">84.989999999999995</cx:pt>
          <cx:pt idx="47572">87.989999999999995</cx:pt>
          <cx:pt idx="47573">24.989999999999998</cx:pt>
          <cx:pt idx="47574">84.989999999999995</cx:pt>
          <cx:pt idx="47575">35.490000000000002</cx:pt>
          <cx:pt idx="47576">30.739999999999998</cx:pt>
          <cx:pt idx="47577">35.490000000000002</cx:pt>
          <cx:pt idx="47578">35.490000000000002</cx:pt>
          <cx:pt idx="47579">131.97999999999999</cx:pt>
          <cx:pt idx="47580">169.94999999999999</cx:pt>
          <cx:pt idx="47581">186.27000000000001</cx:pt>
          <cx:pt idx="47582">111.98</cx:pt>
          <cx:pt idx="47583">127.76000000000001</cx:pt>
          <cx:pt idx="47584">124.18000000000001</cx:pt>
          <cx:pt idx="47585">124.18000000000001</cx:pt>
          <cx:pt idx="47586">127.76000000000001</cx:pt>
          <cx:pt idx="47587">124.18000000000001</cx:pt>
          <cx:pt idx="47588">111.98</cx:pt>
          <cx:pt idx="47589">124.18000000000001</cx:pt>
          <cx:pt idx="47590">127.76000000000001</cx:pt>
          <cx:pt idx="47591">114.93000000000001</cx:pt>
          <cx:pt idx="47592">186.27000000000001</cx:pt>
          <cx:pt idx="47593">186.27000000000001</cx:pt>
          <cx:pt idx="47594">131.97999999999999</cx:pt>
          <cx:pt idx="47595">131.97999999999999</cx:pt>
          <cx:pt idx="47596">124.18000000000001</cx:pt>
          <cx:pt idx="47597">124.18000000000001</cx:pt>
          <cx:pt idx="47598">58.640000000000001</cx:pt>
          <cx:pt idx="47599">124.18000000000001</cx:pt>
          <cx:pt idx="47600">124.18000000000001</cx:pt>
          <cx:pt idx="47601">58.640000000000001</cx:pt>
          <cx:pt idx="47602">58.640000000000001</cx:pt>
          <cx:pt idx="47603">114.93000000000001</cx:pt>
          <cx:pt idx="47604">169.94999999999999</cx:pt>
          <cx:pt idx="47605">124.18000000000001</cx:pt>
          <cx:pt idx="47606">124.18000000000001</cx:pt>
          <cx:pt idx="47607">124.18000000000001</cx:pt>
          <cx:pt idx="47608">111.98</cx:pt>
          <cx:pt idx="47609">169.94999999999999</cx:pt>
          <cx:pt idx="47610">152.97999999999999</cx:pt>
          <cx:pt idx="47611">152.97999999999999</cx:pt>
          <cx:pt idx="47612">124.18000000000001</cx:pt>
          <cx:pt idx="47613">152.97999999999999</cx:pt>
          <cx:pt idx="47614">114.93000000000001</cx:pt>
          <cx:pt idx="47615">32.490000000000002</cx:pt>
          <cx:pt idx="47616">32.479999999999997</cx:pt>
          <cx:pt idx="47617">32.490000000000002</cx:pt>
          <cx:pt idx="47618">32.479999999999997</cx:pt>
          <cx:pt idx="47619">28.129999999999999</cx:pt>
          <cx:pt idx="47620">65.980000000000004</cx:pt>
          <cx:pt idx="47621">72.780000000000001</cx:pt>
          <cx:pt idx="47622">59.979999999999997</cx:pt>
          <cx:pt idx="47623">51.979999999999997</cx:pt>
          <cx:pt idx="47624">89.969999999999999</cx:pt>
          <cx:pt idx="47625">74.219999999999999</cx:pt>
          <cx:pt idx="47626">74.969999999999999</cx:pt>
          <cx:pt idx="47627">61.950000000000003</cx:pt>
          <cx:pt idx="47628">52.280000000000001</cx:pt>
          <cx:pt idx="47629">84.989999999999995</cx:pt>
          <cx:pt idx="47630">59.979999999999997</cx:pt>
          <cx:pt idx="47631">119.95999999999999</cx:pt>
          <cx:pt idx="47632">65.930000000000007</cx:pt>
          <cx:pt idx="47633">61.979999999999997</cx:pt>
          <cx:pt idx="47634">53.979999999999997</cx:pt>
          <cx:pt idx="47635">50.049999999999997</cx:pt>
          <cx:pt idx="47636">99.870000000000005</cx:pt>
          <cx:pt idx="47637">88.969999999999999</cx:pt>
          <cx:pt idx="47638">74.980000000000004</cx:pt>
          <cx:pt idx="47639">84.969999999999999</cx:pt>
          <cx:pt idx="47640">22.289999999999999</cx:pt>
          <cx:pt idx="47641">28.239999999999998</cx:pt>
          <cx:pt idx="47642">28.23</cx:pt>
          <cx:pt idx="47643">9.6600000000000001</cx:pt>
          <cx:pt idx="47644">32.490000000000002</cx:pt>
          <cx:pt idx="47645">35.049999999999997</cx:pt>
          <cx:pt idx="47646">32.289999999999999</cx:pt>
          <cx:pt idx="47647">263.95999999999998</cx:pt>
          <cx:pt idx="47648">249.94999999999999</cx:pt>
          <cx:pt idx="47649">269.95999999999998</cx:pt>
          <cx:pt idx="47650">169.97999999999999</cx:pt>
          <cx:pt idx="47651">152.97999999999999</cx:pt>
          <cx:pt idx="47652">75.129999999999995</cx:pt>
          <cx:pt idx="47653">79.980000000000004</cx:pt>
          <cx:pt idx="47654">159.97999999999999</cx:pt>
          <cx:pt idx="47655">135.97999999999999</cx:pt>
          <cx:pt idx="47656">199.96000000000001</cx:pt>
          <cx:pt idx="47657">65.989999999999995</cx:pt>
          <cx:pt idx="47658">32.289999999999999</cx:pt>
          <cx:pt idx="47659">32.289999999999999</cx:pt>
          <cx:pt idx="47660">32.280000000000001</cx:pt>
          <cx:pt idx="47661">34.490000000000002</cx:pt>
          <cx:pt idx="47662">29.09</cx:pt>
          <cx:pt idx="47663">238.97</cx:pt>
          <cx:pt idx="47664">84.989999999999995</cx:pt>
          <cx:pt idx="47665">169.97999999999999</cx:pt>
          <cx:pt idx="47666">84.989999999999995</cx:pt>
          <cx:pt idx="47667">169.97999999999999</cx:pt>
          <cx:pt idx="47668">150.18000000000001</cx:pt>
          <cx:pt idx="47669">68.980000000000004</cx:pt>
          <cx:pt idx="47670">159.97999999999999</cx:pt>
          <cx:pt idx="47671">84.989999999999995</cx:pt>
          <cx:pt idx="47672">144.78999999999999</cx:pt>
          <cx:pt idx="47673">31.489999999999998</cx:pt>
          <cx:pt idx="47674">31.489999999999998</cx:pt>
          <cx:pt idx="47675">27.239999999999998</cx:pt>
          <cx:pt idx="47676">31.489999999999998</cx:pt>
          <cx:pt idx="47677">31.489999999999998</cx:pt>
          <cx:pt idx="47678">31.489999999999998</cx:pt>
          <cx:pt idx="47679">31.489999999999998</cx:pt>
          <cx:pt idx="47680">31.489999999999998</cx:pt>
          <cx:pt idx="47681">61.43</cx:pt>
          <cx:pt idx="47682">31.489999999999998</cx:pt>
          <cx:pt idx="47683">27.239999999999998</cx:pt>
          <cx:pt idx="47684">31.48</cx:pt>
          <cx:pt idx="47685">31.489999999999998</cx:pt>
          <cx:pt idx="47686">31.489999999999998</cx:pt>
          <cx:pt idx="47687">31.48</cx:pt>
          <cx:pt idx="47688">89.969999999999999</cx:pt>
          <cx:pt idx="47689">89.969999999999999</cx:pt>
          <cx:pt idx="47690">86.469999999999999</cx:pt>
          <cx:pt idx="47691">84.989999999999995</cx:pt>
          <cx:pt idx="47692">89.969999999999999</cx:pt>
          <cx:pt idx="47693">82.489999999999995</cx:pt>
          <cx:pt idx="47694">62.090000000000003</cx:pt>
          <cx:pt idx="47695">95.980000000000004</cx:pt>
          <cx:pt idx="47696">66.650000000000006</cx:pt>
          <cx:pt idx="47697">84.989999999999995</cx:pt>
          <cx:pt idx="47698">79.980000000000004</cx:pt>
          <cx:pt idx="47699">89.969999999999999</cx:pt>
          <cx:pt idx="47700">89.969999999999999</cx:pt>
          <cx:pt idx="47701">89.969999999999999</cx:pt>
          <cx:pt idx="47702">89.969999999999999</cx:pt>
          <cx:pt idx="47703">84.989999999999995</cx:pt>
          <cx:pt idx="47704">89.969999999999999</cx:pt>
          <cx:pt idx="47705">89.969999999999999</cx:pt>
          <cx:pt idx="47706">84.969999999999999</cx:pt>
          <cx:pt idx="47707">77.769999999999996</cx:pt>
          <cx:pt idx="47708">89.969999999999999</cx:pt>
          <cx:pt idx="47709">27.239999999999998</cx:pt>
          <cx:pt idx="47710">31.48</cx:pt>
          <cx:pt idx="47711">27.239999999999998</cx:pt>
          <cx:pt idx="47712">31.489999999999998</cx:pt>
          <cx:pt idx="47713">31.489999999999998</cx:pt>
          <cx:pt idx="47714">31.48</cx:pt>
          <cx:pt idx="47715">31.489999999999998</cx:pt>
          <cx:pt idx="47716">99.980000000000004</cx:pt>
          <cx:pt idx="47717">96.099999999999994</cx:pt>
          <cx:pt idx="47718">95.969999999999999</cx:pt>
          <cx:pt idx="47719">63.979999999999997</cx:pt>
          <cx:pt idx="47720">107.98</cx:pt>
          <cx:pt idx="47721">99.980000000000004</cx:pt>
          <cx:pt idx="47722">99.980000000000004</cx:pt>
          <cx:pt idx="47723">79.980000000000004</cx:pt>
          <cx:pt idx="47724">113.97</cx:pt>
          <cx:pt idx="47725">99.980000000000004</cx:pt>
          <cx:pt idx="47726">63.979999999999997</cx:pt>
          <cx:pt idx="47727">74.980000000000004</cx:pt>
          <cx:pt idx="47728">69.980000000000004</cx:pt>
          <cx:pt idx="47729">31.48</cx:pt>
          <cx:pt idx="47730">31.48</cx:pt>
          <cx:pt idx="47731">31.48</cx:pt>
          <cx:pt idx="47732">31.48</cx:pt>
          <cx:pt idx="47733">31.48</cx:pt>
          <cx:pt idx="47734">31.48</cx:pt>
          <cx:pt idx="47735">31.48</cx:pt>
          <cx:pt idx="47736">31.449999999999999</cx:pt>
          <cx:pt idx="47737">53.979999999999997</cx:pt>
          <cx:pt idx="47738">54.990000000000002</cx:pt>
          <cx:pt idx="47739">89.980000000000004</cx:pt>
          <cx:pt idx="47740">84.980000000000004</cx:pt>
          <cx:pt idx="47741">53.979999999999997</cx:pt>
          <cx:pt idx="47742">84.989999999999995</cx:pt>
          <cx:pt idx="47743">54.990000000000002</cx:pt>
          <cx:pt idx="47744">84.989999999999995</cx:pt>
          <cx:pt idx="47745">65.989999999999995</cx:pt>
          <cx:pt idx="47746">89.980000000000004</cx:pt>
          <cx:pt idx="47747">69.980000000000004</cx:pt>
          <cx:pt idx="47748">84.989999999999995</cx:pt>
          <cx:pt idx="47749">84.989999999999995</cx:pt>
          <cx:pt idx="47750">54.990000000000002</cx:pt>
          <cx:pt idx="47751">84.989999999999995</cx:pt>
          <cx:pt idx="47752">84.989999999999995</cx:pt>
          <cx:pt idx="47753">84.989999999999995</cx:pt>
          <cx:pt idx="47754">84.989999999999995</cx:pt>
          <cx:pt idx="47755">68.989999999999995</cx:pt>
          <cx:pt idx="47756">84.989999999999995</cx:pt>
          <cx:pt idx="47757">84.989999999999995</cx:pt>
          <cx:pt idx="47758">89.980000000000004</cx:pt>
          <cx:pt idx="47759">31.489999999999998</cx:pt>
          <cx:pt idx="47760">31.489999999999998</cx:pt>
          <cx:pt idx="47761">31.489999999999998</cx:pt>
          <cx:pt idx="47762">31.489999999999998</cx:pt>
          <cx:pt idx="47763">31.48</cx:pt>
          <cx:pt idx="47764">31.48</cx:pt>
          <cx:pt idx="47765">203.94999999999999</cx:pt>
          <cx:pt idx="47766">65.989999999999995</cx:pt>
          <cx:pt idx="47767">131.97999999999999</cx:pt>
          <cx:pt idx="47768">131.97999999999999</cx:pt>
          <cx:pt idx="47769">120.87</cx:pt>
          <cx:pt idx="47770">121.98</cx:pt>
          <cx:pt idx="47771">131.97999999999999</cx:pt>
          <cx:pt idx="47772">263.95999999999998</cx:pt>
          <cx:pt idx="47773">99.980000000000004</cx:pt>
          <cx:pt idx="47774">121.98</cx:pt>
          <cx:pt idx="47775">131.97999999999999</cx:pt>
          <cx:pt idx="47776">147.97</cx:pt>
          <cx:pt idx="47777">21.489999999999998</cx:pt>
          <cx:pt idx="47778">10.99</cx:pt>
          <cx:pt idx="47779">27.129999999999999</cx:pt>
          <cx:pt idx="47780">31.18</cx:pt>
          <cx:pt idx="47781">33.960000000000001</cx:pt>
          <cx:pt idx="47782">33.859999999999999</cx:pt>
          <cx:pt idx="47783">79.980000000000004</cx:pt>
          <cx:pt idx="47784">158.08000000000001</cx:pt>
          <cx:pt idx="47785">69.980000000000004</cx:pt>
          <cx:pt idx="47786">29.48</cx:pt>
          <cx:pt idx="47787">128.47</cx:pt>
          <cx:pt idx="47788">21.489999999999998</cx:pt>
          <cx:pt idx="47789">158.08000000000001</cx:pt>
          <cx:pt idx="47790">21.489999999999998</cx:pt>
          <cx:pt idx="47791">128.47</cx:pt>
          <cx:pt idx="47792">59.990000000000002</cx:pt>
          <cx:pt idx="47793">69.980000000000004</cx:pt>
          <cx:pt idx="47794">59.990000000000002</cx:pt>
          <cx:pt idx="47795">29.48</cx:pt>
          <cx:pt idx="47796">29.48</cx:pt>
          <cx:pt idx="47797">20.489999999999998</cx:pt>
          <cx:pt idx="47798">20.489999999999998</cx:pt>
          <cx:pt idx="47799">169.97999999999999</cx:pt>
          <cx:pt idx="47800">80.439999999999998</cx:pt>
          <cx:pt idx="47801">88.040000000000006</cx:pt>
          <cx:pt idx="47802">88.040000000000006</cx:pt>
          <cx:pt idx="47803">29.48</cx:pt>
          <cx:pt idx="47804">66.599999999999994</cx:pt>
          <cx:pt idx="47805">68.989999999999995</cx:pt>
          <cx:pt idx="47806">169.97999999999999</cx:pt>
          <cx:pt idx="47807">80.439999999999998</cx:pt>
          <cx:pt idx="47808">169.97999999999999</cx:pt>
          <cx:pt idx="47809">93.170000000000002</cx:pt>
          <cx:pt idx="47810">109.98</cx:pt>
          <cx:pt idx="47811">109.98</cx:pt>
          <cx:pt idx="47812">93.170000000000002</cx:pt>
          <cx:pt idx="47813">68.989999999999995</cx:pt>
          <cx:pt idx="47814">66.599999999999994</cx:pt>
          <cx:pt idx="47815">89.980000000000004</cx:pt>
          <cx:pt idx="47816">89.980000000000004</cx:pt>
          <cx:pt idx="47817">169.97999999999999</cx:pt>
          <cx:pt idx="47818">79.980000000000004</cx:pt>
          <cx:pt idx="47819">31.289999999999999</cx:pt>
          <cx:pt idx="47820">31.289999999999999</cx:pt>
          <cx:pt idx="47821">31.289999999999999</cx:pt>
          <cx:pt idx="47822">31.289999999999999</cx:pt>
          <cx:pt idx="47823">26.940000000000001</cx:pt>
          <cx:pt idx="47824">31.289999999999999</cx:pt>
          <cx:pt idx="47825">110.97</cx:pt>
          <cx:pt idx="47826">172.49000000000001</cx:pt>
          <cx:pt idx="47827">138.94999999999999</cx:pt>
          <cx:pt idx="47828">258.94</cx:pt>
          <cx:pt idx="47829">176.71000000000001</cx:pt>
          <cx:pt idx="47830">136.93000000000001</cx:pt>
          <cx:pt idx="47831">179.94</cx:pt>
          <cx:pt idx="47832">177.91999999999999</cx:pt>
          <cx:pt idx="47833">110.97</cx:pt>
          <cx:pt idx="47834">165.25</cx:pt>
          <cx:pt idx="47835">191.84999999999999</cx:pt>
          <cx:pt idx="47836">31.289999999999999</cx:pt>
          <cx:pt idx="47837">31.289999999999999</cx:pt>
          <cx:pt idx="47838">31.289999999999999</cx:pt>
          <cx:pt idx="47839">31.289999999999999</cx:pt>
          <cx:pt idx="47840">108.86</cx:pt>
          <cx:pt idx="47841">96.760000000000005</cx:pt>
          <cx:pt idx="47842">67.739999999999995</cx:pt>
          <cx:pt idx="47843">153.31999999999999</cx:pt>
          <cx:pt idx="47844">94.340000000000003</cx:pt>
          <cx:pt idx="47845">96.409999999999997</cx:pt>
          <cx:pt idx="47846">145.15000000000001</cx:pt>
          <cx:pt idx="47847">113.55</cx:pt>
          <cx:pt idx="47848">108.84999999999999</cx:pt>
          <cx:pt idx="47849">108.86</cx:pt>
          <cx:pt idx="47850">62.899999999999999</cx:pt>
          <cx:pt idx="47851">97.969999999999999</cx:pt>
          <cx:pt idx="47852">94.340000000000003</cx:pt>
          <cx:pt idx="47853">104.02</cx:pt>
          <cx:pt idx="47854">125.79000000000001</cx:pt>
          <cx:pt idx="47855">108.86</cx:pt>
          <cx:pt idx="47856">142.72999999999999</cx:pt>
          <cx:pt idx="47857">31.280000000000001</cx:pt>
          <cx:pt idx="47858">31.280000000000001</cx:pt>
          <cx:pt idx="47859">31.280000000000001</cx:pt>
          <cx:pt idx="47860">31.280000000000001</cx:pt>
          <cx:pt idx="47861">-107.45</cx:pt>
          <cx:pt idx="47862">31.280000000000001</cx:pt>
          <cx:pt idx="47863">107.45</cx:pt>
          <cx:pt idx="47864">31.280000000000001</cx:pt>
          <cx:pt idx="47865">13.880000000000001</cx:pt>
          <cx:pt idx="47866">77.980000000000004</cx:pt>
          <cx:pt idx="47867">49.969999999999999</cx:pt>
          <cx:pt idx="47868">65.989999999999995</cx:pt>
          <cx:pt idx="47869">65.989999999999995</cx:pt>
          <cx:pt idx="47870">82.969999999999999</cx:pt>
          <cx:pt idx="47871">77.980000000000004</cx:pt>
          <cx:pt idx="47872">77.980000000000004</cx:pt>
          <cx:pt idx="47873">65.989999999999995</cx:pt>
          <cx:pt idx="47874">77.980000000000004</cx:pt>
          <cx:pt idx="47875">65.989999999999995</cx:pt>
          <cx:pt idx="47876">65.989999999999995</cx:pt>
          <cx:pt idx="47877">173.13999999999999</cx:pt>
          <cx:pt idx="47878">65.989999999999995</cx:pt>
          <cx:pt idx="47879">65.989999999999995</cx:pt>
          <cx:pt idx="47880">-29.98</cx:pt>
          <cx:pt idx="47881">62.850000000000001</cx:pt>
          <cx:pt idx="47882">65.989999999999995</cx:pt>
          <cx:pt idx="47883">77.980000000000004</cx:pt>
          <cx:pt idx="47884">65.989999999999995</cx:pt>
          <cx:pt idx="47885">64.670000000000002</cx:pt>
          <cx:pt idx="47886">64.670000000000002</cx:pt>
          <cx:pt idx="47887">64.670000000000002</cx:pt>
          <cx:pt idx="47888">56.090000000000003</cx:pt>
          <cx:pt idx="47889">31.280000000000001</cx:pt>
          <cx:pt idx="47890">31.280000000000001</cx:pt>
          <cx:pt idx="47891">31.280000000000001</cx:pt>
          <cx:pt idx="47892">31.280000000000001</cx:pt>
          <cx:pt idx="47893">31.27</cx:pt>
          <cx:pt idx="47894">11.289999999999999</cx:pt>
          <cx:pt idx="47895">11.289999999999999</cx:pt>
          <cx:pt idx="47896">99.980000000000004</cx:pt>
          <cx:pt idx="47897">100.97</cx:pt>
          <cx:pt idx="47898">110.95999999999999</cx:pt>
          <cx:pt idx="47899">33.469999999999999</cx:pt>
          <cx:pt idx="47900">33.469999999999999</cx:pt>
          <cx:pt idx="47901">33.719999999999999</cx:pt>
          <cx:pt idx="47902">26.23</cx:pt>
          <cx:pt idx="47903">31.190000000000001</cx:pt>
          <cx:pt idx="47904">31.190000000000001</cx:pt>
          <cx:pt idx="47905">50.979999999999997</cx:pt>
          <cx:pt idx="47906">59.979999999999997</cx:pt>
          <cx:pt idx="47907">99.980000000000004</cx:pt>
          <cx:pt idx="47908">84.989999999999995</cx:pt>
          <cx:pt idx="47909">39.490000000000002</cx:pt>
          <cx:pt idx="47910">78.980000000000004</cx:pt>
          <cx:pt idx="47911">83.439999999999998</cx:pt>
          <cx:pt idx="47912">15.49</cx:pt>
          <cx:pt idx="47913">62.140000000000001</cx:pt>
          <cx:pt idx="47914">119.17</cx:pt>
          <cx:pt idx="47915">59.479999999999997</cx:pt>
          <cx:pt idx="47916">69.980000000000004</cx:pt>
          <cx:pt idx="47917">57.280000000000001</cx:pt>
          <cx:pt idx="47918">79.980000000000004</cx:pt>
          <cx:pt idx="47919">43.990000000000002</cx:pt>
          <cx:pt idx="47920">99.980000000000004</cx:pt>
          <cx:pt idx="47921">88.980000000000004</cx:pt>
          <cx:pt idx="47922">53.979999999999997</cx:pt>
          <cx:pt idx="47923">104.98</cx:pt>
          <cx:pt idx="47924">69.129999999999995</cx:pt>
          <cx:pt idx="47925">83.790000000000006</cx:pt>
          <cx:pt idx="47926">96.329999999999998</cx:pt>
          <cx:pt idx="47927">17.489999999999998</cx:pt>
          <cx:pt idx="47928">31.18</cx:pt>
          <cx:pt idx="47929">31.18</cx:pt>
          <cx:pt idx="47930">21.969999999999999</cx:pt>
          <cx:pt idx="47931">30.379999999999999</cx:pt>
          <cx:pt idx="47932">32.880000000000003</cx:pt>
          <cx:pt idx="47933">28.390000000000001</cx:pt>
          <cx:pt idx="47934">32.880000000000003</cx:pt>
          <cx:pt idx="47935">30.489999999999998</cx:pt>
          <cx:pt idx="47936">30.489999999999998</cx:pt>
          <cx:pt idx="47937">32.490000000000002</cx:pt>
          <cx:pt idx="47938">32.490000000000002</cx:pt>
          <cx:pt idx="47939">27.739999999999998</cx:pt>
          <cx:pt idx="47940">32.479999999999997</cx:pt>
          <cx:pt idx="47941">54.579999999999998</cx:pt>
          <cx:pt idx="47942">119.95999999999999</cx:pt>
          <cx:pt idx="47943">99.959999999999994</cx:pt>
          <cx:pt idx="47944">74.969999999999999</cx:pt>
          <cx:pt idx="47945">59.979999999999997</cx:pt>
          <cx:pt idx="47946">52.780000000000001</cx:pt>
          <cx:pt idx="47947">59.979999999999997</cx:pt>
          <cx:pt idx="47948">59.979999999999997</cx:pt>
          <cx:pt idx="47949">119.95999999999999</cx:pt>
          <cx:pt idx="47950">59.979999999999997</cx:pt>
          <cx:pt idx="47951">32.479999999999997</cx:pt>
          <cx:pt idx="47952">59.979999999999997</cx:pt>
          <cx:pt idx="47953">51.979999999999997</cx:pt>
          <cx:pt idx="47954">55.979999999999997</cx:pt>
          <cx:pt idx="47955">59.979999999999997</cx:pt>
          <cx:pt idx="47956">59.979999999999997</cx:pt>
          <cx:pt idx="47957">119.36</cx:pt>
          <cx:pt idx="47958">58.780000000000001</cx:pt>
          <cx:pt idx="47959">119.95999999999999</cx:pt>
          <cx:pt idx="47960">115.25</cx:pt>
          <cx:pt idx="47961">32.479999999999997</cx:pt>
          <cx:pt idx="47962">32.479999999999997</cx:pt>
          <cx:pt idx="47963">25.940000000000001</cx:pt>
          <cx:pt idx="47964">25.940000000000001</cx:pt>
          <cx:pt idx="47965">30.280000000000001</cx:pt>
          <cx:pt idx="47966">32.75</cx:pt>
          <cx:pt idx="47967">32.649999999999999</cx:pt>
          <cx:pt idx="47968">32.649999999999999</cx:pt>
          <cx:pt idx="47969">32.630000000000003</cx:pt>
          <cx:pt idx="47970">32.630000000000003</cx:pt>
          <cx:pt idx="47971">30.18</cx:pt>
          <cx:pt idx="47972">32.509999999999998</cx:pt>
          <cx:pt idx="47973">29.489999999999998</cx:pt>
          <cx:pt idx="47974">29.489999999999998</cx:pt>
          <cx:pt idx="47975">51.979999999999997</cx:pt>
          <cx:pt idx="47976">18.989999999999998</cx:pt>
          <cx:pt idx="47977">114.97</cx:pt>
          <cx:pt idx="47978">68.329999999999998</cx:pt>
          <cx:pt idx="47979">125.56999999999999</cx:pt>
          <cx:pt idx="47980">83.489999999999995</cx:pt>
          <cx:pt idx="47981">102.2</cx:pt>
          <cx:pt idx="47982">89.959999999999994</cx:pt>
          <cx:pt idx="47983">117.77</cx:pt>
          <cx:pt idx="47984">59.979999999999997</cx:pt>
          <cx:pt idx="47985">21.989999999999998</cx:pt>
          <cx:pt idx="47986">94.450000000000003</cx:pt>
          <cx:pt idx="47987">39.990000000000002</cx:pt>
          <cx:pt idx="47988">109.95999999999999</cx:pt>
          <cx:pt idx="47989">55.579999999999998</cx:pt>
          <cx:pt idx="47990">94.370000000000005</cx:pt>
          <cx:pt idx="47991">29.489999999999998</cx:pt>
          <cx:pt idx="47992">29.489999999999998</cx:pt>
          <cx:pt idx="47993">29.489999999999998</cx:pt>
          <cx:pt idx="47994">29.48</cx:pt>
          <cx:pt idx="47995">29.48</cx:pt>
          <cx:pt idx="47996">29.48</cx:pt>
          <cx:pt idx="47997">123.56</cx:pt>
          <cx:pt idx="47998">67.969999999999999</cx:pt>
          <cx:pt idx="47999">31.98</cx:pt>
          <cx:pt idx="48000">27.199999999999999</cx:pt>
          <cx:pt idx="48001">27.199999999999999</cx:pt>
          <cx:pt idx="48002">77.969999999999999</cx:pt>
          <cx:pt idx="48003">74.109999999999999</cx:pt>
          <cx:pt idx="48004">103.95999999999999</cx:pt>
          <cx:pt idx="48005">77.930000000000007</cx:pt>
          <cx:pt idx="48006">76.150000000000006</cx:pt>
          <cx:pt idx="48007">103.95999999999999</cx:pt>
          <cx:pt idx="48008">103.95999999999999</cx:pt>
          <cx:pt idx="48009">98.700000000000003</cx:pt>
          <cx:pt idx="48010">45.68</cx:pt>
          <cx:pt idx="48011">129.94999999999999</cx:pt>
          <cx:pt idx="48012">103.95999999999999</cx:pt>
          <cx:pt idx="48013">77.969999999999999</cx:pt>
          <cx:pt idx="48014">51.979999999999997</cx:pt>
          <cx:pt idx="48015">108.95</cx:pt>
          <cx:pt idx="48016">77.969999999999999</cx:pt>
          <cx:pt idx="48017">99.230000000000004</cx:pt>
          <cx:pt idx="48018">77.969999999999999</cx:pt>
          <cx:pt idx="48019">103.18000000000001</cx:pt>
          <cx:pt idx="48020">103.95999999999999</cx:pt>
          <cx:pt idx="48021">24.739999999999998</cx:pt>
          <cx:pt idx="48022">27.039999999999999</cx:pt>
          <cx:pt idx="48023">28.940000000000001</cx:pt>
          <cx:pt idx="48024">29.289999999999999</cx:pt>
          <cx:pt idx="48025">29.289999999999999</cx:pt>
          <cx:pt idx="48026">29.289999999999999</cx:pt>
          <cx:pt idx="48027">197.96000000000001</cx:pt>
          <cx:pt idx="48028">121.98</cx:pt>
          <cx:pt idx="48029">121.98</cx:pt>
          <cx:pt idx="48030">148.31999999999999</cx:pt>
          <cx:pt idx="48031">121.98</cx:pt>
          <cx:pt idx="48032">182.97</cx:pt>
          <cx:pt idx="48033">179.94999999999999</cx:pt>
          <cx:pt idx="48034">29.289999999999999</cx:pt>
          <cx:pt idx="48035">29.289999999999999</cx:pt>
          <cx:pt idx="48036">29.280000000000001</cx:pt>
          <cx:pt idx="48037">24.739999999999998</cx:pt>
          <cx:pt idx="48038">31.440000000000001</cx:pt>
          <cx:pt idx="48039">31.440000000000001</cx:pt>
          <cx:pt idx="48040">59.960000000000001</cx:pt>
          <cx:pt idx="48041">77.579999999999998</cx:pt>
          <cx:pt idx="48042">159.97999999999999</cx:pt>
          <cx:pt idx="48043">121.98</cx:pt>
          <cx:pt idx="48044">236.74000000000001</cx:pt>
          <cx:pt idx="48045">-23.66</cx:pt>
          <cx:pt idx="48046">159.97999999999999</cx:pt>
          <cx:pt idx="48047">263.14999999999998</cx:pt>
          <cx:pt idx="48048">31.440000000000001</cx:pt>
          <cx:pt idx="48049">31.440000000000001</cx:pt>
          <cx:pt idx="48050">31.440000000000001</cx:pt>
          <cx:pt idx="48051">28.489999999999998</cx:pt>
          <cx:pt idx="48052">28.489999999999998</cx:pt>
          <cx:pt idx="48053">10.869999999999999</cx:pt>
          <cx:pt idx="48054">10.869999999999999</cx:pt>
          <cx:pt idx="48055">24.23</cx:pt>
          <cx:pt idx="48056">206.97</cx:pt>
          <cx:pt idx="48057">144.47999999999999</cx:pt>
          <cx:pt idx="48058">179.96000000000001</cx:pt>
          <cx:pt idx="48059">96.859999999999999</cx:pt>
          <cx:pt idx="48060">124.18000000000001</cx:pt>
          <cx:pt idx="48061">169.97999999999999</cx:pt>
          <cx:pt idx="48062">169.97999999999999</cx:pt>
          <cx:pt idx="48063">87.239999999999995</cx:pt>
          <cx:pt idx="48064">169.97999999999999</cx:pt>
          <cx:pt idx="48065">24.23</cx:pt>
          <cx:pt idx="48066">28.469999999999999</cx:pt>
          <cx:pt idx="48067">28.469999999999999</cx:pt>
          <cx:pt idx="48068">28.379999999999999</cx:pt>
          <cx:pt idx="48069">26.09</cx:pt>
          <cx:pt idx="48070">26.09</cx:pt>
          <cx:pt idx="48071">26.09</cx:pt>
          <cx:pt idx="48072">254.97</cx:pt>
          <cx:pt idx="48073">257.95999999999998</cx:pt>
          <cx:pt idx="48074">254.97</cx:pt>
          <cx:pt idx="48075">254.97</cx:pt>
          <cx:pt idx="48076">254.97</cx:pt>
          <cx:pt idx="48077">254.97</cx:pt>
          <cx:pt idx="48078">28.379999999999999</cx:pt>
          <cx:pt idx="48079">26.989999999999998</cx:pt>
          <cx:pt idx="48080">203.94</cx:pt>
          <cx:pt idx="48081">381.49000000000001</cx:pt>
          <cx:pt idx="48082">284.44</cx:pt>
          <cx:pt idx="48083">325.52999999999997</cx:pt>
          <cx:pt idx="48084">265.44</cx:pt>
          <cx:pt idx="48085">30.489999999999998</cx:pt>
          <cx:pt idx="48086">25.989999999999998</cx:pt>
          <cx:pt idx="48087">25.989999999999998</cx:pt>
          <cx:pt idx="48088">25.989999999999998</cx:pt>
          <cx:pt idx="48089">84.989999999999995</cx:pt>
          <cx:pt idx="48090">84.989999999999995</cx:pt>
          <cx:pt idx="48091">65.989999999999995</cx:pt>
          <cx:pt idx="48092">75.090000000000003</cx:pt>
          <cx:pt idx="48093">54.979999999999997</cx:pt>
          <cx:pt idx="48094">113.47</cx:pt>
          <cx:pt idx="48095">65.989999999999995</cx:pt>
          <cx:pt idx="48096">99.980000000000004</cx:pt>
          <cx:pt idx="48097">100.98</cx:pt>
          <cx:pt idx="48098">169.97999999999999</cx:pt>
          <cx:pt idx="48099">84.989999999999995</cx:pt>
          <cx:pt idx="48100">116.23</cx:pt>
          <cx:pt idx="48101">114.98</cx:pt>
          <cx:pt idx="48102">84.989999999999995</cx:pt>
          <cx:pt idx="48103">95.980000000000004</cx:pt>
          <cx:pt idx="48104">84.989999999999995</cx:pt>
          <cx:pt idx="48105">25.989999999999998</cx:pt>
          <cx:pt idx="48106">25.989999999999998</cx:pt>
          <cx:pt idx="48107">30.489999999999998</cx:pt>
          <cx:pt idx="48108">30.489999999999998</cx:pt>
          <cx:pt idx="48109">30.489999999999998</cx:pt>
          <cx:pt idx="48110">30.489999999999998</cx:pt>
          <cx:pt idx="48111">30.48</cx:pt>
          <cx:pt idx="48112">30.48</cx:pt>
          <cx:pt idx="48113">17.850000000000001</cx:pt>
          <cx:pt idx="48114">28.280000000000001</cx:pt>
          <cx:pt idx="48115">28.280000000000001</cx:pt>
          <cx:pt idx="48116">28.27</cx:pt>
          <cx:pt idx="48117">254.96000000000001</cx:pt>
          <cx:pt idx="48118">187.91</cx:pt>
          <cx:pt idx="48119">190.96000000000001</cx:pt>
          <cx:pt idx="48120">149.97</cx:pt>
          <cx:pt idx="48121">60.979999999999997</cx:pt>
          <cx:pt idx="48122">124.06999999999999</cx:pt>
          <cx:pt idx="48123">184.94999999999999</cx:pt>
          <cx:pt idx="48124">77.959999999999994</cx:pt>
          <cx:pt idx="48125">184.97</cx:pt>
          <cx:pt idx="48126">135.06999999999999</cx:pt>
          <cx:pt idx="48127">28.18</cx:pt>
          <cx:pt idx="48128">30.23</cx:pt>
          <cx:pt idx="48129">30.23</cx:pt>
          <cx:pt idx="48130">98.569999999999993</cx:pt>
          <cx:pt idx="48131">226.03999999999999</cx:pt>
          <cx:pt idx="48132">221.97</cx:pt>
          <cx:pt idx="48133">147.94999999999999</cx:pt>
          <cx:pt idx="48134">201.93000000000001</cx:pt>
          <cx:pt idx="48135">132.78</cx:pt>
          <cx:pt idx="48136">209.63</cx:pt>
          <cx:pt idx="48137">-32.420000000000002</cx:pt>
          <cx:pt idx="48138">209.93000000000001</cx:pt>
          <cx:pt idx="48139">183.91999999999999</cx:pt>
          <cx:pt idx="48140">169.94</cx:pt>
          <cx:pt idx="48141">30.23</cx:pt>
          <cx:pt idx="48142">30.210000000000001</cx:pt>
          <cx:pt idx="48143">30.210000000000001</cx:pt>
          <cx:pt idx="48144">30.190000000000001</cx:pt>
          <cx:pt idx="48145">27.489999999999998</cx:pt>
          <cx:pt idx="48146">27.489999999999998</cx:pt>
          <cx:pt idx="48147">23.239999999999998</cx:pt>
          <cx:pt idx="48148">73.969999999999999</cx:pt>
          <cx:pt idx="48149">240.66</cx:pt>
          <cx:pt idx="48150">318.29000000000002</cx:pt>
          <cx:pt idx="48151">110.44</cx:pt>
          <cx:pt idx="48152">73.480000000000004</cx:pt>
          <cx:pt idx="48153">159.97999999999999</cx:pt>
          <cx:pt idx="48154">91.980000000000004</cx:pt>
          <cx:pt idx="48155">27.48</cx:pt>
          <cx:pt idx="48156">27.48</cx:pt>
          <cx:pt idx="48157">27.48</cx:pt>
          <cx:pt idx="48158">27.48</cx:pt>
          <cx:pt idx="48159">27.379999999999999</cx:pt>
          <cx:pt idx="48160">25.09</cx:pt>
          <cx:pt idx="48161">80.739999999999995</cx:pt>
          <cx:pt idx="48162">65.989999999999995</cx:pt>
          <cx:pt idx="48163">76.489999999999995</cx:pt>
          <cx:pt idx="48164">65.989999999999995</cx:pt>
          <cx:pt idx="48165">65.989999999999995</cx:pt>
          <cx:pt idx="48166">65.989999999999995</cx:pt>
          <cx:pt idx="48167">65.989999999999995</cx:pt>
          <cx:pt idx="48168">64.989999999999995</cx:pt>
          <cx:pt idx="48169">84.989999999999995</cx:pt>
          <cx:pt idx="48170">79.890000000000001</cx:pt>
          <cx:pt idx="48171">84.989999999999995</cx:pt>
          <cx:pt idx="48172">76.260000000000005</cx:pt>
          <cx:pt idx="48173">76.489999999999995</cx:pt>
          <cx:pt idx="48174">76.489999999999995</cx:pt>
          <cx:pt idx="48175">65.989999999999995</cx:pt>
          <cx:pt idx="48176">65.989999999999995</cx:pt>
          <cx:pt idx="48177">72.239999999999995</cx:pt>
          <cx:pt idx="48178">76.489999999999995</cx:pt>
          <cx:pt idx="48179">72.239999999999995</cx:pt>
          <cx:pt idx="48180">84.989999999999995</cx:pt>
          <cx:pt idx="48181">18.359999999999999</cx:pt>
          <cx:pt idx="48182">27.379999999999999</cx:pt>
          <cx:pt idx="48183">24.73</cx:pt>
          <cx:pt idx="48184">26.98</cx:pt>
          <cx:pt idx="48185">24.780000000000001</cx:pt>
          <cx:pt idx="48186">-24.780000000000001</cx:pt>
          <cx:pt idx="48187">24.780000000000001</cx:pt>
          <cx:pt idx="48188">24.780000000000001</cx:pt>
          <cx:pt idx="48189">101.95</cx:pt>
          <cx:pt idx="48190">115.95999999999999</cx:pt>
          <cx:pt idx="48191">78.959999999999994</cx:pt>
          <cx:pt idx="48192">72.959999999999994</cx:pt>
          <cx:pt idx="48193">91.959999999999994</cx:pt>
          <cx:pt idx="48194">91.959999999999994</cx:pt>
          <cx:pt idx="48195">88.950000000000003</cx:pt>
          <cx:pt idx="48196">59.969999999999999</cx:pt>
          <cx:pt idx="48197">80.969999999999999</cx:pt>
          <cx:pt idx="48198">68.969999999999999</cx:pt>
          <cx:pt idx="48199">47.969999999999999</cx:pt>
          <cx:pt idx="48200">123.47</cx:pt>
          <cx:pt idx="48201">68.969999999999999</cx:pt>
          <cx:pt idx="48202">68.969999999999999</cx:pt>
          <cx:pt idx="48203">53.18</cx:pt>
          <cx:pt idx="48204">50.380000000000003</cx:pt>
          <cx:pt idx="48205">73.769999999999996</cx:pt>
          <cx:pt idx="48206">91.959999999999994</cx:pt>
          <cx:pt idx="48207">101.95</cx:pt>
          <cx:pt idx="48208">68.969999999999999</cx:pt>
          <cx:pt idx="48209">68.969999999999999</cx:pt>
          <cx:pt idx="48210">53.969999999999999</cx:pt>
          <cx:pt idx="48211">75.569999999999993</cx:pt>
          <cx:pt idx="48212">26.289999999999999</cx:pt>
          <cx:pt idx="48213">26.289999999999999</cx:pt>
          <cx:pt idx="48214">27.289999999999999</cx:pt>
          <cx:pt idx="48215">27.289999999999999</cx:pt>
          <cx:pt idx="48216">27.280000000000001</cx:pt>
          <cx:pt idx="48217">27.280000000000001</cx:pt>
          <cx:pt idx="48218">27.280000000000001</cx:pt>
          <cx:pt idx="48219">117.95999999999999</cx:pt>
          <cx:pt idx="48220">117.95999999999999</cx:pt>
          <cx:pt idx="48221">198.72</cx:pt>
          <cx:pt idx="48222">198.72</cx:pt>
          <cx:pt idx="48223">27.18</cx:pt>
          <cx:pt idx="48224">27.18</cx:pt>
          <cx:pt idx="48225">-2.79</cx:pt>
          <cx:pt idx="48226">29.48</cx:pt>
          <cx:pt idx="48227">29.25</cx:pt>
          <cx:pt idx="48228">22.239999999999998</cx:pt>
          <cx:pt idx="48229">26.489999999999998</cx:pt>
          <cx:pt idx="48230">22.239999999999998</cx:pt>
          <cx:pt idx="48231">26.489999999999998</cx:pt>
          <cx:pt idx="48232">26.489999999999998</cx:pt>
          <cx:pt idx="48233">159.69999999999999</cx:pt>
          <cx:pt idx="48234">159.69999999999999</cx:pt>
          <cx:pt idx="48235">159.69999999999999</cx:pt>
          <cx:pt idx="48236">96.780000000000001</cx:pt>
          <cx:pt idx="48237">96.780000000000001</cx:pt>
          <cx:pt idx="48238">96.780000000000001</cx:pt>
          <cx:pt idx="48239">26.489999999999998</cx:pt>
          <cx:pt idx="48240">26.489999999999998</cx:pt>
          <cx:pt idx="48241">26.489999999999998</cx:pt>
          <cx:pt idx="48242">26.489999999999998</cx:pt>
          <cx:pt idx="48243">26.489999999999998</cx:pt>
          <cx:pt idx="48244">26.489999999999998</cx:pt>
          <cx:pt idx="48245">12.49</cx:pt>
          <cx:pt idx="48246">15.49</cx:pt>
          <cx:pt idx="48247">12.49</cx:pt>
          <cx:pt idx="48248">12.49</cx:pt>
          <cx:pt idx="48249">26.489999999999998</cx:pt>
          <cx:pt idx="48250">26.489999999999998</cx:pt>
          <cx:pt idx="48251">26.489999999999998</cx:pt>
          <cx:pt idx="48252">15.49</cx:pt>
          <cx:pt idx="48253">15.49</cx:pt>
          <cx:pt idx="48254">26.489999999999998</cx:pt>
          <cx:pt idx="48255">96.980000000000004</cx:pt>
          <cx:pt idx="48256">189.97</cx:pt>
          <cx:pt idx="48257">214.66</cx:pt>
          <cx:pt idx="48258">115.48</cx:pt>
          <cx:pt idx="48259">84.989999999999995</cx:pt>
          <cx:pt idx="48260">84.989999999999995</cx:pt>
          <cx:pt idx="48261">96.980000000000004</cx:pt>
          <cx:pt idx="48262">104.98</cx:pt>
          <cx:pt idx="48263">104.98</cx:pt>
          <cx:pt idx="48264">84.989999999999995</cx:pt>
          <cx:pt idx="48265">65.989999999999995</cx:pt>
          <cx:pt idx="48266">104.98</cx:pt>
          <cx:pt idx="48267">189.97</cx:pt>
          <cx:pt idx="48268">107.98</cx:pt>
          <cx:pt idx="48269">22.239999999999998</cx:pt>
          <cx:pt idx="48270">22.239999999999998</cx:pt>
          <cx:pt idx="48271">22.239999999999998</cx:pt>
          <cx:pt idx="48272">26.489999999999998</cx:pt>
          <cx:pt idx="48273">26.489999999999998</cx:pt>
          <cx:pt idx="48274">26.489999999999998</cx:pt>
          <cx:pt idx="48275">323.95999999999998</cx:pt>
          <cx:pt idx="48276">134.97</cx:pt>
          <cx:pt idx="48277">97.879999999999995</cx:pt>
          <cx:pt idx="48278">80.980000000000004</cx:pt>
          <cx:pt idx="48279">199.96000000000001</cx:pt>
          <cx:pt idx="48280">87.640000000000001</cx:pt>
          <cx:pt idx="48281">89.980000000000004</cx:pt>
          <cx:pt idx="48282">26.489999999999998</cx:pt>
          <cx:pt idx="48283">26.489999999999998</cx:pt>
          <cx:pt idx="48284">26.489999999999998</cx:pt>
          <cx:pt idx="48285">26.489999999999998</cx:pt>
          <cx:pt idx="48286">26.48</cx:pt>
          <cx:pt idx="48287">26.489999999999998</cx:pt>
          <cx:pt idx="48288">26.489999999999998</cx:pt>
          <cx:pt idx="48289">26.489999999999998</cx:pt>
          <cx:pt idx="48290">22.739999999999998</cx:pt>
          <cx:pt idx="48291">22.739999999999998</cx:pt>
          <cx:pt idx="48292">26.489999999999998</cx:pt>
          <cx:pt idx="48293">26.489999999999998</cx:pt>
          <cx:pt idx="48294">26.489999999999998</cx:pt>
          <cx:pt idx="48295">170.94999999999999</cx:pt>
          <cx:pt idx="48296">45.07</cx:pt>
          <cx:pt idx="48297">26.48</cx:pt>
          <cx:pt idx="48298">22.23</cx:pt>
          <cx:pt idx="48299">26.48</cx:pt>
          <cx:pt idx="48300">27.079999999999998</cx:pt>
          <cx:pt idx="48301">29.02</cx:pt>
          <cx:pt idx="48302">26.489999999999998</cx:pt>
          <cx:pt idx="48303">28.489999999999998</cx:pt>
          <cx:pt idx="48304">9.4900000000000002</cx:pt>
          <cx:pt idx="48305">28.48</cx:pt>
          <cx:pt idx="48306">169.97999999999999</cx:pt>
          <cx:pt idx="48307">178.96000000000001</cx:pt>
          <cx:pt idx="48308">135.97999999999999</cx:pt>
          <cx:pt idx="48309">131.97999999999999</cx:pt>
          <cx:pt idx="48310">158.97999999999999</cx:pt>
          <cx:pt idx="48311">169.97999999999999</cx:pt>
          <cx:pt idx="48312">169.97999999999999</cx:pt>
          <cx:pt idx="48313">159.97999999999999</cx:pt>
          <cx:pt idx="48314">203.97</cx:pt>
          <cx:pt idx="48315">131.97999999999999</cx:pt>
          <cx:pt idx="48316">-2.3900000000000001</cx:pt>
          <cx:pt idx="48317">25.940000000000001</cx:pt>
          <cx:pt idx="48318">21.940000000000001</cx:pt>
          <cx:pt idx="48319">21.940000000000001</cx:pt>
          <cx:pt idx="48320">126.75</cx:pt>
          <cx:pt idx="48321">131.97999999999999</cx:pt>
          <cx:pt idx="48322">131.94999999999999</cx:pt>
          <cx:pt idx="48323">131.97999999999999</cx:pt>
          <cx:pt idx="48324">131.97999999999999</cx:pt>
          <cx:pt idx="48325">121.98</cx:pt>
          <cx:pt idx="48326">21.940000000000001</cx:pt>
          <cx:pt idx="48327">26.289999999999999</cx:pt>
          <cx:pt idx="48328">26.289999999999999</cx:pt>
          <cx:pt idx="48329">26.289999999999999</cx:pt>
          <cx:pt idx="48330">26.289999999999999</cx:pt>
          <cx:pt idx="48331">26.289999999999999</cx:pt>
          <cx:pt idx="48332">26.289999999999999</cx:pt>
          <cx:pt idx="48333">128.22999999999999</cx:pt>
          <cx:pt idx="48334">166.58000000000001</cx:pt>
          <cx:pt idx="48335">169.97999999999999</cx:pt>
          <cx:pt idx="48336">79.980000000000004</cx:pt>
          <cx:pt idx="48337">197.96000000000001</cx:pt>
          <cx:pt idx="48338">159.97999999999999</cx:pt>
          <cx:pt idx="48339">169.97999999999999</cx:pt>
          <cx:pt idx="48340">79.980000000000004</cx:pt>
          <cx:pt idx="48341">164.77000000000001</cx:pt>
          <cx:pt idx="48342">26.289999999999999</cx:pt>
          <cx:pt idx="48343">26.289999999999999</cx:pt>
          <cx:pt idx="48344">26.289999999999999</cx:pt>
          <cx:pt idx="48345">26.289999999999999</cx:pt>
          <cx:pt idx="48346">21.940000000000001</cx:pt>
          <cx:pt idx="48347">26.280000000000001</cx:pt>
          <cx:pt idx="48348">26.280000000000001</cx:pt>
          <cx:pt idx="48349">26.280000000000001</cx:pt>
          <cx:pt idx="48350">93.980000000000004</cx:pt>
          <cx:pt idx="48351">159.97999999999999</cx:pt>
          <cx:pt idx="48352">87.969999999999999</cx:pt>
          <cx:pt idx="48353">277.94999999999999</cx:pt>
          <cx:pt idx="48354">131.96000000000001</cx:pt>
          <cx:pt idx="48355">197.96000000000001</cx:pt>
          <cx:pt idx="48356">28.41</cx:pt>
          <cx:pt idx="48357">21.93</cx:pt>
          <cx:pt idx="48358">23.57</cx:pt>
          <cx:pt idx="48359">23.550000000000001</cx:pt>
          <cx:pt idx="48360">26.190000000000001</cx:pt>
          <cx:pt idx="48361">26.190000000000001</cx:pt>
          <cx:pt idx="48362">65.989999999999995</cx:pt>
          <cx:pt idx="48363">169.97999999999999</cx:pt>
          <cx:pt idx="48364">160.91999999999999</cx:pt>
          <cx:pt idx="48365">65.989999999999995</cx:pt>
          <cx:pt idx="48366">149.97999999999999</cx:pt>
          <cx:pt idx="48367">169.97999999999999</cx:pt>
          <cx:pt idx="48368">169.97999999999999</cx:pt>
          <cx:pt idx="48369">131.97999999999999</cx:pt>
          <cx:pt idx="48370">169.97999999999999</cx:pt>
          <cx:pt idx="48371">159.97999999999999</cx:pt>
          <cx:pt idx="48372">131.97999999999999</cx:pt>
          <cx:pt idx="48373">65.989999999999995</cx:pt>
          <cx:pt idx="48374">25.489999999999998</cx:pt>
          <cx:pt idx="48375">21.239999999999998</cx:pt>
          <cx:pt idx="48376">25.48</cx:pt>
          <cx:pt idx="48377">25.489999999999998</cx:pt>
          <cx:pt idx="48378">25.48</cx:pt>
          <cx:pt idx="48379">25.48</cx:pt>
          <cx:pt idx="48380">25.48</cx:pt>
          <cx:pt idx="48381">76.969999999999999</cx:pt>
          <cx:pt idx="48382">55.979999999999997</cx:pt>
          <cx:pt idx="48383">21.239999999999998</cx:pt>
          <cx:pt idx="48384">21.239999999999998</cx:pt>
          <cx:pt idx="48385">27.789999999999999</cx:pt>
          <cx:pt idx="48386">27.789999999999999</cx:pt>
          <cx:pt idx="48387">151.97999999999999</cx:pt>
          <cx:pt idx="48388">133.97999999999999</cx:pt>
          <cx:pt idx="48389">122.97</cx:pt>
          <cx:pt idx="48390">137.97999999999999</cx:pt>
          <cx:pt idx="48391">137.97999999999999</cx:pt>
          <cx:pt idx="48392">197.96000000000001</cx:pt>
          <cx:pt idx="48393">136.31999999999999</cx:pt>
          <cx:pt idx="48394">117.34</cx:pt>
          <cx:pt idx="48395">84.989999999999995</cx:pt>
          <cx:pt idx="48396">130.38</cx:pt>
          <cx:pt idx="48397">141.97999999999999</cx:pt>
          <cx:pt idx="48398">127.31999999999999</cx:pt>
          <cx:pt idx="48399">25.079999999999998</cx:pt>
          <cx:pt idx="48400">25.079999999999998</cx:pt>
          <cx:pt idx="48401">35.280000000000001</cx:pt>
          <cx:pt idx="48402">-1.3</cx:pt>
          <cx:pt idx="48403">68.329999999999998</cx:pt>
          <cx:pt idx="48404">73.989999999999995</cx:pt>
          <cx:pt idx="48405">80.980000000000004</cx:pt>
          <cx:pt idx="48406">68.989999999999995</cx:pt>
          <cx:pt idx="48407">68.989999999999995</cx:pt>
          <cx:pt idx="48408">55.979999999999997</cx:pt>
          <cx:pt idx="48409">80.980000000000004</cx:pt>
          <cx:pt idx="48410">62.390000000000001</cx:pt>
          <cx:pt idx="48411">64.519999999999996</cx:pt>
          <cx:pt idx="48412">68.989999999999995</cx:pt>
          <cx:pt idx="48413">84.989999999999995</cx:pt>
          <cx:pt idx="48414">66.359999999999999</cx:pt>
          <cx:pt idx="48415">84.299999999999997</cx:pt>
          <cx:pt idx="48416">99.980000000000004</cx:pt>
          <cx:pt idx="48417">65.189999999999998</cx:pt>
          <cx:pt idx="48418">65.989999999999995</cx:pt>
          <cx:pt idx="48419">83.450000000000003</cx:pt>
          <cx:pt idx="48420">68.989999999999995</cx:pt>
          <cx:pt idx="48421">68.989999999999995</cx:pt>
          <cx:pt idx="48422">84.989999999999995</cx:pt>
          <cx:pt idx="48423">25.289999999999999</cx:pt>
          <cx:pt idx="48424">20.940000000000001</cx:pt>
          <cx:pt idx="48425">20.940000000000001</cx:pt>
          <cx:pt idx="48426">20.940000000000001</cx:pt>
          <cx:pt idx="48427">20.940000000000001</cx:pt>
          <cx:pt idx="48428">20.940000000000001</cx:pt>
          <cx:pt idx="48429">25.289999999999999</cx:pt>
          <cx:pt idx="48430">10.289999999999999</cx:pt>
          <cx:pt idx="48431">-10.289999999999999</cx:pt>
          <cx:pt idx="48432">20.940000000000001</cx:pt>
          <cx:pt idx="48433">25.289999999999999</cx:pt>
          <cx:pt idx="48434">25.289999999999999</cx:pt>
          <cx:pt idx="48435">89.980000000000004</cx:pt>
          <cx:pt idx="48436">258.70999999999998</cx:pt>
          <cx:pt idx="48437">120.98</cx:pt>
          <cx:pt idx="48438">161.94999999999999</cx:pt>
          <cx:pt idx="48439">295.22000000000003</cx:pt>
          <cx:pt idx="48440">171.94</cx:pt>
          <cx:pt idx="48441">296.94</cx:pt>
          <cx:pt idx="48442">25.280000000000001</cx:pt>
          <cx:pt idx="48443">24.879999999999999</cx:pt>
          <cx:pt idx="48444">25.260000000000002</cx:pt>
          <cx:pt idx="48445">8.4900000000000002</cx:pt>
          <cx:pt idx="48446">82.980000000000004</cx:pt>
          <cx:pt idx="48447">20.239999999999998</cx:pt>
          <cx:pt idx="48448">24.489999999999998</cx:pt>
          <cx:pt idx="48449">158.93000000000001</cx:pt>
          <cx:pt idx="48450">270.95999999999998</cx:pt>
          <cx:pt idx="48451">24.489999999999998</cx:pt>
          <cx:pt idx="48452">24.489999999999998</cx:pt>
          <cx:pt idx="48453">24.489999999999998</cx:pt>
          <cx:pt idx="48454">20.239999999999998</cx:pt>
          <cx:pt idx="48455">24.489999999999998</cx:pt>
          <cx:pt idx="48456">20.23</cx:pt>
          <cx:pt idx="48457">26.469999999999999</cx:pt>
          <cx:pt idx="48458">24.489999999999998</cx:pt>
          <cx:pt idx="48459">79.989999999999995</cx:pt>
          <cx:pt idx="48460">97.079999999999998</cx:pt>
          <cx:pt idx="48461">60.990000000000002</cx:pt>
          <cx:pt idx="48462">239.97</cx:pt>
          <cx:pt idx="48463">79.989999999999995</cx:pt>
          <cx:pt idx="48464">26.379999999999999</cx:pt>
          <cx:pt idx="48465">26.379999999999999</cx:pt>
          <cx:pt idx="48466">26.600000000000001</cx:pt>
          <cx:pt idx="48467">26.600000000000001</cx:pt>
          <cx:pt idx="48468">24.48</cx:pt>
          <cx:pt idx="48469">24.289999999999999</cx:pt>
          <cx:pt idx="48470">24.289999999999999</cx:pt>
          <cx:pt idx="48471">53.979999999999997</cx:pt>
          <cx:pt idx="48472">81.980000000000004</cx:pt>
          <cx:pt idx="48473">65.989999999999995</cx:pt>
          <cx:pt idx="48474">67.489999999999995</cx:pt>
          <cx:pt idx="48475">24.289999999999999</cx:pt>
          <cx:pt idx="48476">24.289999999999999</cx:pt>
          <cx:pt idx="48477">24.289999999999999</cx:pt>
          <cx:pt idx="48478">24.289999999999999</cx:pt>
          <cx:pt idx="48479">24.289999999999999</cx:pt>
          <cx:pt idx="48480">263.95999999999998</cx:pt>
          <cx:pt idx="48481">19.93</cx:pt>
          <cx:pt idx="48482">19.780000000000001</cx:pt>
          <cx:pt idx="48483">21.129999999999999</cx:pt>
          <cx:pt idx="48484">23.48</cx:pt>
          <cx:pt idx="48485">20.739999999999998</cx:pt>
          <cx:pt idx="48486">137.08000000000001</cx:pt>
          <cx:pt idx="48487">593.90999999999997</cx:pt>
          <cx:pt idx="48488">137.08000000000001</cx:pt>
          <cx:pt idx="48489">39.990000000000002</cx:pt>
          <cx:pt idx="48490">521.88999999999999</cx:pt>
          <cx:pt idx="48491">129.93000000000001</cx:pt>
          <cx:pt idx="48492">129.93000000000001</cx:pt>
          <cx:pt idx="48493">374.88999999999999</cx:pt>
          <cx:pt idx="48494">39.990000000000002</cx:pt>
          <cx:pt idx="48495">89.959999999999994</cx:pt>
          <cx:pt idx="48496">374.88999999999999</cx:pt>
          <cx:pt idx="48497">521.88999999999999</cx:pt>
          <cx:pt idx="48498">89.959999999999994</cx:pt>
          <cx:pt idx="48499">593.90999999999997</cx:pt>
          <cx:pt idx="48500">25.489999999999998</cx:pt>
          <cx:pt idx="48501">25.489999999999998</cx:pt>
          <cx:pt idx="48502">20.73</cx:pt>
          <cx:pt idx="48503">20.73</cx:pt>
          <cx:pt idx="48504">84.980000000000004</cx:pt>
          <cx:pt idx="48505">65.989999999999995</cx:pt>
          <cx:pt idx="48506">65.989999999999995</cx:pt>
          <cx:pt idx="48507">78.969999999999999</cx:pt>
          <cx:pt idx="48508">65.189999999999998</cx:pt>
          <cx:pt idx="48509">65.989999999999995</cx:pt>
          <cx:pt idx="48510">75.980000000000004</cx:pt>
          <cx:pt idx="48511">49.990000000000002</cx:pt>
          <cx:pt idx="48512">84.989999999999995</cx:pt>
          <cx:pt idx="48513">59.979999999999997</cx:pt>
          <cx:pt idx="48514">75.510000000000005</cx:pt>
          <cx:pt idx="48515">49.990000000000002</cx:pt>
          <cx:pt idx="48516">84.989999999999995</cx:pt>
          <cx:pt idx="48517">65.989999999999995</cx:pt>
          <cx:pt idx="48518">79.280000000000001</cx:pt>
          <cx:pt idx="48519">68.989999999999995</cx:pt>
          <cx:pt idx="48520">65.989999999999995</cx:pt>
          <cx:pt idx="48521">69.980000000000004</cx:pt>
          <cx:pt idx="48522">78.969999999999999</cx:pt>
          <cx:pt idx="48523">65.989999999999995</cx:pt>
          <cx:pt idx="48524">65.989999999999995</cx:pt>
          <cx:pt idx="48525">23.780000000000001</cx:pt>
          <cx:pt idx="48526">23.77</cx:pt>
          <cx:pt idx="48527">68.989999999999995</cx:pt>
          <cx:pt idx="48528">103.98</cx:pt>
          <cx:pt idx="48529">87.980000000000004</cx:pt>
          <cx:pt idx="48530">94.980000000000004</cx:pt>
          <cx:pt idx="48531">84.989999999999995</cx:pt>
          <cx:pt idx="48532">84.989999999999995</cx:pt>
          <cx:pt idx="48533">84.989999999999995</cx:pt>
          <cx:pt idx="48534">84.989999999999995</cx:pt>
          <cx:pt idx="48535">68.980000000000004</cx:pt>
          <cx:pt idx="48536">103.98</cx:pt>
          <cx:pt idx="48537">65.989999999999995</cx:pt>
          <cx:pt idx="48538">84.989999999999995</cx:pt>
          <cx:pt idx="48539">149.96000000000001</cx:pt>
          <cx:pt idx="48540">68.980000000000004</cx:pt>
          <cx:pt idx="48541">84.989999999999995</cx:pt>
          <cx:pt idx="48542">84.989999999999995</cx:pt>
          <cx:pt idx="48543">84.989999999999995</cx:pt>
          <cx:pt idx="48544">25.390000000000001</cx:pt>
          <cx:pt idx="48545">25.390000000000001</cx:pt>
          <cx:pt idx="48546">20.550000000000001</cx:pt>
          <cx:pt idx="48547">20.550000000000001</cx:pt>
          <cx:pt idx="48548">25.390000000000001</cx:pt>
          <cx:pt idx="48549">25.390000000000001</cx:pt>
          <cx:pt idx="48550">25.390000000000001</cx:pt>
          <cx:pt idx="48551">25.390000000000001</cx:pt>
          <cx:pt idx="48552">25.390000000000001</cx:pt>
          <cx:pt idx="48553">25.390000000000001</cx:pt>
          <cx:pt idx="48554">25.390000000000001</cx:pt>
          <cx:pt idx="48555">25.390000000000001</cx:pt>
          <cx:pt idx="48556">25.390000000000001</cx:pt>
          <cx:pt idx="48557">25.390000000000001</cx:pt>
          <cx:pt idx="48558">25.390000000000001</cx:pt>
          <cx:pt idx="48559">25.390000000000001</cx:pt>
          <cx:pt idx="48560">25.370000000000001</cx:pt>
          <cx:pt idx="48561">25.370000000000001</cx:pt>
          <cx:pt idx="48562">25.370000000000001</cx:pt>
          <cx:pt idx="48563">25.370000000000001</cx:pt>
          <cx:pt idx="48564">23.09</cx:pt>
          <cx:pt idx="48565">77.969999999999999</cx:pt>
          <cx:pt idx="48566">91.469999999999999</cx:pt>
          <cx:pt idx="48567">91.469999999999999</cx:pt>
          <cx:pt idx="48568">77.969999999999999</cx:pt>
          <cx:pt idx="48569">91.469999999999999</cx:pt>
          <cx:pt idx="48570">79.019999999999996</cx:pt>
          <cx:pt idx="48571">91.469999999999999</cx:pt>
          <cx:pt idx="48572">-15.99</cx:pt>
          <cx:pt idx="48573">91.469999999999999</cx:pt>
          <cx:pt idx="48574">74.069999999999993</cx:pt>
          <cx:pt idx="48575">95.939999999999998</cx:pt>
          <cx:pt idx="48576">91.469999999999999</cx:pt>
          <cx:pt idx="48577">91.469999999999999</cx:pt>
          <cx:pt idx="48578">91.469999999999999</cx:pt>
          <cx:pt idx="48579">91.469999999999999</cx:pt>
          <cx:pt idx="48580">91.469999999999999</cx:pt>
          <cx:pt idx="48581">99.959999999999994</cx:pt>
          <cx:pt idx="48582">91.469999999999999</cx:pt>
          <cx:pt idx="48583">23.289999999999999</cx:pt>
          <cx:pt idx="48584">23.280000000000001</cx:pt>
          <cx:pt idx="48585">23.280000000000001</cx:pt>
          <cx:pt idx="48586">21.09</cx:pt>
          <cx:pt idx="48587">63.960000000000001</cx:pt>
          <cx:pt idx="48588">163.96000000000001</cx:pt>
          <cx:pt idx="48589">69.989999999999995</cx:pt>
          <cx:pt idx="48590">58.969999999999999</cx:pt>
          <cx:pt idx="48591">65.989999999999995</cx:pt>
          <cx:pt idx="48592">60.039999999999999</cx:pt>
          <cx:pt idx="48593">33.479999999999997</cx:pt>
          <cx:pt idx="48594">99.980000000000004</cx:pt>
          <cx:pt idx="48595">194.96000000000001</cx:pt>
          <cx:pt idx="48596">217.94</cx:pt>
          <cx:pt idx="48597">33.479999999999997</cx:pt>
          <cx:pt idx="48598">134.94999999999999</cx:pt>
          <cx:pt idx="48599">195.94</cx:pt>
          <cx:pt idx="48600">69.879999999999995</cx:pt>
          <cx:pt idx="48601">49.469999999999999</cx:pt>
          <cx:pt idx="48602">18.440000000000001</cx:pt>
          <cx:pt idx="48603">19.940000000000001</cx:pt>
          <cx:pt idx="48604">19.940000000000001</cx:pt>
          <cx:pt idx="48605">18.239999999999998</cx:pt>
          <cx:pt idx="48606">22.489999999999998</cx:pt>
          <cx:pt idx="48607">18.239999999999998</cx:pt>
          <cx:pt idx="48608">18.23</cx:pt>
          <cx:pt idx="48609">119.97</cx:pt>
          <cx:pt idx="48610">79.980000000000004</cx:pt>
          <cx:pt idx="48611">121.95999999999999</cx:pt>
          <cx:pt idx="48612">95.969999999999999</cx:pt>
          <cx:pt idx="48613">95.959999999999994</cx:pt>
          <cx:pt idx="48614">22.489999999999998</cx:pt>
          <cx:pt idx="48615">22.43</cx:pt>
          <cx:pt idx="48616">18.239999999999998</cx:pt>
          <cx:pt idx="48617">18.239999999999998</cx:pt>
          <cx:pt idx="48618">24.18</cx:pt>
          <cx:pt idx="48619">159.69999999999999</cx:pt>
          <cx:pt idx="48620">149.40000000000001</cx:pt>
          <cx:pt idx="48621">147.59999999999999</cx:pt>
          <cx:pt idx="48622">57.090000000000003</cx:pt>
          <cx:pt idx="48623">78.810000000000002</cx:pt>
          <cx:pt idx="48624">118.53</cx:pt>
          <cx:pt idx="48625">141.94</cx:pt>
          <cx:pt idx="48626">148.78999999999999</cx:pt>
          <cx:pt idx="48627">162.33000000000001</cx:pt>
          <cx:pt idx="48628">159.69999999999999</cx:pt>
          <cx:pt idx="48629">163.31</cx:pt>
          <cx:pt idx="48630">116.12</cx:pt>
          <cx:pt idx="48631">134.28999999999999</cx:pt>
          <cx:pt idx="48632">24.18</cx:pt>
          <cx:pt idx="48633">24.18</cx:pt>
          <cx:pt idx="48634">24.18</cx:pt>
          <cx:pt idx="48635">24.18</cx:pt>
          <cx:pt idx="48636">24.18</cx:pt>
          <cx:pt idx="48637">22.289999999999999</cx:pt>
          <cx:pt idx="48638">17.940000000000001</cx:pt>
          <cx:pt idx="48639">17.940000000000001</cx:pt>
          <cx:pt idx="48640">17.940000000000001</cx:pt>
          <cx:pt idx="48641">23.68</cx:pt>
          <cx:pt idx="48642">18.739999999999998</cx:pt>
          <cx:pt idx="48643">18.739999999999998</cx:pt>
          <cx:pt idx="48644">23.489999999999998</cx:pt>
          <cx:pt idx="48645">79.980000000000004</cx:pt>
          <cx:pt idx="48646">79.980000000000004</cx:pt>
          <cx:pt idx="48647">46.289999999999999</cx:pt>
          <cx:pt idx="48648">79.980000000000004</cx:pt>
          <cx:pt idx="48649">53.979999999999997</cx:pt>
          <cx:pt idx="48650">131.97999999999999</cx:pt>
          <cx:pt idx="48651">79.980000000000004</cx:pt>
          <cx:pt idx="48652">79.980000000000004</cx:pt>
          <cx:pt idx="48653">79.980000000000004</cx:pt>
          <cx:pt idx="48654">65.989999999999995</cx:pt>
          <cx:pt idx="48655">68.709999999999994</cx:pt>
          <cx:pt idx="48656">21.489999999999998</cx:pt>
          <cx:pt idx="48657">21.489999999999998</cx:pt>
          <cx:pt idx="48658">21.489999999999998</cx:pt>
          <cx:pt idx="48659">21.489999999999998</cx:pt>
          <cx:pt idx="48660">17.239999999999998</cx:pt>
          <cx:pt idx="48661">21.489999999999998</cx:pt>
          <cx:pt idx="48662">21.489999999999998</cx:pt>
          <cx:pt idx="48663">21.489999999999998</cx:pt>
          <cx:pt idx="48664">73.980000000000004</cx:pt>
          <cx:pt idx="48665">104.97</cx:pt>
          <cx:pt idx="48666">73.980000000000004</cx:pt>
          <cx:pt idx="48667">62.880000000000003</cx:pt>
          <cx:pt idx="48668">107.81999999999999</cx:pt>
          <cx:pt idx="48669">67.689999999999998</cx:pt>
          <cx:pt idx="48670">72.870000000000005</cx:pt>
          <cx:pt idx="48671">73.239999999999995</cx:pt>
          <cx:pt idx="48672">90.75</cx:pt>
          <cx:pt idx="48673">110.97</cx:pt>
          <cx:pt idx="48674">110.97</cx:pt>
          <cx:pt idx="48675">70.280000000000001</cx:pt>
          <cx:pt idx="48676">73.239999999999995</cx:pt>
          <cx:pt idx="48677">110.97</cx:pt>
          <cx:pt idx="48678">73.980000000000004</cx:pt>
          <cx:pt idx="48679">110.97</cx:pt>
          <cx:pt idx="48680">73.980000000000004</cx:pt>
          <cx:pt idx="48681">73.980000000000004</cx:pt>
          <cx:pt idx="48682">110.97</cx:pt>
          <cx:pt idx="48683">110.97</cx:pt>
          <cx:pt idx="48684">21.489999999999998</cx:pt>
          <cx:pt idx="48685">21.489999999999998</cx:pt>
          <cx:pt idx="48686">21.489999999999998</cx:pt>
          <cx:pt idx="48687">21.489999999999998</cx:pt>
          <cx:pt idx="48688">171.47999999999999</cx:pt>
          <cx:pt idx="48689">63.880000000000003</cx:pt>
          <cx:pt idx="48690">82.769999999999996</cx:pt>
          <cx:pt idx="48691">157.47</cx:pt>
          <cx:pt idx="48692">171.47999999999999</cx:pt>
          <cx:pt idx="48693">130.88</cx:pt>
          <cx:pt idx="48694">171.47999999999999</cx:pt>
          <cx:pt idx="48695">130.88</cx:pt>
          <cx:pt idx="48696">191.41999999999999</cx:pt>
          <cx:pt idx="48697">63.880000000000003</cx:pt>
          <cx:pt idx="48698">157.47</cx:pt>
          <cx:pt idx="48699">137.97999999999999</cx:pt>
          <cx:pt idx="48700">137.97999999999999</cx:pt>
          <cx:pt idx="48701">82.769999999999996</cx:pt>
          <cx:pt idx="48702">211.65000000000001</cx:pt>
          <cx:pt idx="48703">48.990000000000002</cx:pt>
          <cx:pt idx="48704">171.47999999999999</cx:pt>
          <cx:pt idx="48705">151.75999999999999</cx:pt>
          <cx:pt idx="48706">43.990000000000002</cx:pt>
          <cx:pt idx="48707">43.990000000000002</cx:pt>
          <cx:pt idx="48708">103.98</cx:pt>
          <cx:pt idx="48709">151.75999999999999</cx:pt>
          <cx:pt idx="48710">211.65000000000001</cx:pt>
          <cx:pt idx="48711">191.41999999999999</cx:pt>
          <cx:pt idx="48712">152.97999999999999</cx:pt>
          <cx:pt idx="48713">48.990000000000002</cx:pt>
          <cx:pt idx="48714">152.97999999999999</cx:pt>
          <cx:pt idx="48715">103.98</cx:pt>
          <cx:pt idx="48716">17.239999999999998</cx:pt>
          <cx:pt idx="48717">21.489999999999998</cx:pt>
          <cx:pt idx="48718">21.48</cx:pt>
          <cx:pt idx="48719">21.489999999999998</cx:pt>
          <cx:pt idx="48720">21.489999999999998</cx:pt>
          <cx:pt idx="48721">21.489999999999998</cx:pt>
          <cx:pt idx="48722">21.48</cx:pt>
          <cx:pt idx="48723">21.48</cx:pt>
          <cx:pt idx="48724">21.48</cx:pt>
          <cx:pt idx="48725">134.97999999999999</cx:pt>
          <cx:pt idx="48726">290.25</cx:pt>
          <cx:pt idx="48727">169.97999999999999</cx:pt>
          <cx:pt idx="48728">276.51999999999998</cx:pt>
          <cx:pt idx="48729">128.24000000000001</cx:pt>
          <cx:pt idx="48730">145.13</cx:pt>
          <cx:pt idx="48731">124.98</cx:pt>
          <cx:pt idx="48732">21.48</cx:pt>
          <cx:pt idx="48733">17.239999999999998</cx:pt>
          <cx:pt idx="48734">17.239999999999998</cx:pt>
          <cx:pt idx="48735">17.239999999999998</cx:pt>
          <cx:pt idx="48736">59.390000000000001</cx:pt>
          <cx:pt idx="48737">84.989999999999995</cx:pt>
          <cx:pt idx="48738">83.670000000000002</cx:pt>
          <cx:pt idx="48739">100.98</cx:pt>
          <cx:pt idx="48740">76.489999999999995</cx:pt>
          <cx:pt idx="48741">79.579999999999998</cx:pt>
          <cx:pt idx="48742">65.989999999999995</cx:pt>
          <cx:pt idx="48743">64.989999999999995</cx:pt>
          <cx:pt idx="48744">80.980000000000004</cx:pt>
          <cx:pt idx="48745">68.989999999999995</cx:pt>
          <cx:pt idx="48746">72.239999999999995</cx:pt>
          <cx:pt idx="48747">63.369999999999997</cx:pt>
          <cx:pt idx="48748">97.269999999999996</cx:pt>
          <cx:pt idx="48749">84.989999999999995</cx:pt>
          <cx:pt idx="48750">84.989999999999995</cx:pt>
          <cx:pt idx="48751">82.439999999999998</cx:pt>
          <cx:pt idx="48752">185.97</cx:pt>
          <cx:pt idx="48753">21.489999999999998</cx:pt>
          <cx:pt idx="48754">21.489999999999998</cx:pt>
          <cx:pt idx="48755">21.489999999999998</cx:pt>
          <cx:pt idx="48756">21.489999999999998</cx:pt>
          <cx:pt idx="48757">21.48</cx:pt>
          <cx:pt idx="48758">21.48</cx:pt>
          <cx:pt idx="48759">65.989999999999995</cx:pt>
          <cx:pt idx="48760">65.989999999999995</cx:pt>
          <cx:pt idx="48761">65.989999999999995</cx:pt>
          <cx:pt idx="48762">65.989999999999995</cx:pt>
          <cx:pt idx="48763">65.989999999999995</cx:pt>
          <cx:pt idx="48764">79.980000000000004</cx:pt>
          <cx:pt idx="48765">65.989999999999995</cx:pt>
          <cx:pt idx="48766">74.989999999999995</cx:pt>
          <cx:pt idx="48767">51.469999999999999</cx:pt>
          <cx:pt idx="48768">65.989999999999995</cx:pt>
          <cx:pt idx="48769">65.989999999999995</cx:pt>
          <cx:pt idx="48770">65.989999999999995</cx:pt>
          <cx:pt idx="48771">21.289999999999999</cx:pt>
          <cx:pt idx="48772">16.940000000000001</cx:pt>
          <cx:pt idx="48773">16.940000000000001</cx:pt>
          <cx:pt idx="48774">16.940000000000001</cx:pt>
          <cx:pt idx="48775">16.940000000000001</cx:pt>
          <cx:pt idx="48776">21.289999999999999</cx:pt>
          <cx:pt idx="48777">21.289999999999999</cx:pt>
          <cx:pt idx="48778">55.979999999999997</cx:pt>
          <cx:pt idx="48779">109.98</cx:pt>
          <cx:pt idx="48780">122.33</cx:pt>
          <cx:pt idx="48781">114.98</cx:pt>
          <cx:pt idx="48782">84.989999999999995</cx:pt>
          <cx:pt idx="48783">84.989999999999995</cx:pt>
          <cx:pt idx="48784">58.979999999999997</cx:pt>
          <cx:pt idx="48785">63.869999999999997</cx:pt>
          <cx:pt idx="48786">128.31999999999999</cx:pt>
          <cx:pt idx="48787">85.969999999999999</cx:pt>
          <cx:pt idx="48788">59.979999999999997</cx:pt>
          <cx:pt idx="48789">109.98</cx:pt>
          <cx:pt idx="48790">93.450000000000003</cx:pt>
          <cx:pt idx="48791">89.980000000000004</cx:pt>
          <cx:pt idx="48792">169.97999999999999</cx:pt>
          <cx:pt idx="48793">55.979999999999997</cx:pt>
          <cx:pt idx="48794">79.969999999999999</cx:pt>
          <cx:pt idx="48795">21.289999999999999</cx:pt>
          <cx:pt idx="48796">19.780000000000001</cx:pt>
          <cx:pt idx="48797">-19.780000000000001</cx:pt>
          <cx:pt idx="48798">21.289999999999999</cx:pt>
          <cx:pt idx="48799">21.289999999999999</cx:pt>
          <cx:pt idx="48800">21.289999999999999</cx:pt>
          <cx:pt idx="48801">21.289999999999999</cx:pt>
          <cx:pt idx="48802">21.289999999999999</cx:pt>
          <cx:pt idx="48803">21.289999999999999</cx:pt>
          <cx:pt idx="48804">21.289999999999999</cx:pt>
          <cx:pt idx="48805">236.96000000000001</cx:pt>
          <cx:pt idx="48806">124.91</cx:pt>
          <cx:pt idx="48807">71.959999999999994</cx:pt>
          <cx:pt idx="48808">93.939999999999998</cx:pt>
          <cx:pt idx="48809">54.950000000000003</cx:pt>
          <cx:pt idx="48810">159.97999999999999</cx:pt>
          <cx:pt idx="48811">69.650000000000006</cx:pt>
          <cx:pt idx="48812">47.479999999999997</cx:pt>
          <cx:pt idx="48813">394.89999999999998</cx:pt>
          <cx:pt idx="48814">84.989999999999995</cx:pt>
          <cx:pt idx="48815">47.479999999999997</cx:pt>
          <cx:pt idx="48816">68.950000000000003</cx:pt>
          <cx:pt idx="48817">99.980000000000004</cx:pt>
          <cx:pt idx="48818">164.97999999999999</cx:pt>
          <cx:pt idx="48819">22.969999999999999</cx:pt>
          <cx:pt idx="48820">22.969999999999999</cx:pt>
          <cx:pt idx="48821">22.969999999999999</cx:pt>
          <cx:pt idx="48822">22.969999999999999</cx:pt>
          <cx:pt idx="48823">22.969999999999999</cx:pt>
          <cx:pt idx="48824">22.969999999999999</cx:pt>
          <cx:pt idx="48825">22.949999999999999</cx:pt>
          <cx:pt idx="48826">22.949999999999999</cx:pt>
          <cx:pt idx="48827">22.949999999999999</cx:pt>
          <cx:pt idx="48828">131.97999999999999</cx:pt>
          <cx:pt idx="48829">339.95999999999998</cx:pt>
          <cx:pt idx="48830">238.96000000000001</cx:pt>
          <cx:pt idx="48831">263.95999999999998</cx:pt>
          <cx:pt idx="48832">339.95999999999998</cx:pt>
          <cx:pt idx="48833">21.190000000000001</cx:pt>
          <cx:pt idx="48834">21.190000000000001</cx:pt>
          <cx:pt idx="48835">21.190000000000001</cx:pt>
          <cx:pt idx="48836">21.18</cx:pt>
          <cx:pt idx="48837">291.39999999999998</cx:pt>
          <cx:pt idx="48838">377.93000000000001</cx:pt>
          <cx:pt idx="48839">404.91000000000003</cx:pt>
          <cx:pt idx="48840">134.97</cx:pt>
          <cx:pt idx="48841">218.94</cx:pt>
          <cx:pt idx="48842">20.489999999999998</cx:pt>
          <cx:pt idx="48843">20.489999999999998</cx:pt>
          <cx:pt idx="48844">16.239999999999998</cx:pt>
          <cx:pt idx="48845">206.97</cx:pt>
          <cx:pt idx="48846">179.96000000000001</cx:pt>
          <cx:pt idx="48847">264.94</cx:pt>
          <cx:pt idx="48848">79.959999999999994</cx:pt>
          <cx:pt idx="48849">289.94</cx:pt>
          <cx:pt idx="48850">169.97999999999999</cx:pt>
          <cx:pt idx="48851">139.96000000000001</cx:pt>
          <cx:pt idx="48852">159.88999999999999</cx:pt>
          <cx:pt idx="48853">20.489999999999998</cx:pt>
          <cx:pt idx="48854">20.489999999999998</cx:pt>
          <cx:pt idx="48855">20.489999999999998</cx:pt>
          <cx:pt idx="48856">20.489999999999998</cx:pt>
          <cx:pt idx="48857">20.489999999999998</cx:pt>
          <cx:pt idx="48858">20.489999999999998</cx:pt>
          <cx:pt idx="48859">20.489999999999998</cx:pt>
          <cx:pt idx="48860">97.939999999999998</cx:pt>
          <cx:pt idx="48861">92.959999999999994</cx:pt>
          <cx:pt idx="48862">57.600000000000001</cx:pt>
          <cx:pt idx="48863">99.980000000000004</cx:pt>
          <cx:pt idx="48864">106.95</cx:pt>
          <cx:pt idx="48865">116.97</cx:pt>
          <cx:pt idx="48866">20.489999999999998</cx:pt>
          <cx:pt idx="48867">20.489999999999998</cx:pt>
          <cx:pt idx="48868">20.489999999999998</cx:pt>
          <cx:pt idx="48869">20.489999999999998</cx:pt>
          <cx:pt idx="48870">20.789999999999999</cx:pt>
          <cx:pt idx="48871">20.460000000000001</cx:pt>
          <cx:pt idx="48872">17.52</cx:pt>
          <cx:pt idx="48873">84.989999999999995</cx:pt>
          <cx:pt idx="48874">84.989999999999995</cx:pt>
          <cx:pt idx="48875">84.989999999999995</cx:pt>
          <cx:pt idx="48876">84.140000000000001</cx:pt>
          <cx:pt idx="48877">16.289999999999999</cx:pt>
          <cx:pt idx="48878">84.989999999999995</cx:pt>
          <cx:pt idx="48879">16.940000000000001</cx:pt>
          <cx:pt idx="48880">84.989999999999995</cx:pt>
          <cx:pt idx="48881">75.980000000000004</cx:pt>
          <cx:pt idx="48882">84.989999999999995</cx:pt>
          <cx:pt idx="48883">84.989999999999995</cx:pt>
          <cx:pt idx="48884">84.989999999999995</cx:pt>
          <cx:pt idx="48885">79.989999999999995</cx:pt>
          <cx:pt idx="48886">83.129999999999995</cx:pt>
          <cx:pt idx="48887">84.989999999999995</cx:pt>
          <cx:pt idx="48888">84.989999999999995</cx:pt>
          <cx:pt idx="48889">84.989999999999995</cx:pt>
          <cx:pt idx="48890">84.989999999999995</cx:pt>
          <cx:pt idx="48891">76.189999999999998</cx:pt>
          <cx:pt idx="48892">84.989999999999995</cx:pt>
          <cx:pt idx="48893">20.489999999999998</cx:pt>
          <cx:pt idx="48894">20.489999999999998</cx:pt>
          <cx:pt idx="48895">20.489999999999998</cx:pt>
          <cx:pt idx="48896">20.489999999999998</cx:pt>
          <cx:pt idx="48897">20.489999999999998</cx:pt>
          <cx:pt idx="48898">199.96000000000001</cx:pt>
          <cx:pt idx="48899">107.56999999999999</cx:pt>
          <cx:pt idx="48900">159.96000000000001</cx:pt>
          <cx:pt idx="48901">20.289999999999999</cx:pt>
          <cx:pt idx="48902">20.289999999999999</cx:pt>
          <cx:pt idx="48903">15.94</cx:pt>
          <cx:pt idx="48904">15.94</cx:pt>
          <cx:pt idx="48905">15.94</cx:pt>
          <cx:pt idx="48906">15.94</cx:pt>
          <cx:pt idx="48907">20.289999999999999</cx:pt>
          <cx:pt idx="48908">20.289999999999999</cx:pt>
          <cx:pt idx="48909">201.97</cx:pt>
          <cx:pt idx="48910">59.979999999999997</cx:pt>
          <cx:pt idx="48911">180.94999999999999</cx:pt>
          <cx:pt idx="48912">181.44999999999999</cx:pt>
          <cx:pt idx="48913">159.90000000000001</cx:pt>
          <cx:pt idx="48914">76.980000000000004</cx:pt>
          <cx:pt idx="48915">161.96000000000001</cx:pt>
          <cx:pt idx="48916">-159.90000000000001</cx:pt>
          <cx:pt idx="48917">154.19</cx:pt>
          <cx:pt idx="48918">63.960000000000001</cx:pt>
          <cx:pt idx="48919">63.780000000000001</cx:pt>
          <cx:pt idx="48920">83.480000000000004</cx:pt>
          <cx:pt idx="48921">153.25999999999999</cx:pt>
          <cx:pt idx="48922">20.289999999999999</cx:pt>
          <cx:pt idx="48923">20.289999999999999</cx:pt>
          <cx:pt idx="48924">20.289999999999999</cx:pt>
          <cx:pt idx="48925">21.489999999999998</cx:pt>
          <cx:pt idx="48926">20.190000000000001</cx:pt>
          <cx:pt idx="48927">169.97999999999999</cx:pt>
          <cx:pt idx="48928">84.989999999999995</cx:pt>
          <cx:pt idx="48929">98.980000000000004</cx:pt>
          <cx:pt idx="48930">15.289999999999999</cx:pt>
          <cx:pt idx="48931">137.97999999999999</cx:pt>
          <cx:pt idx="48932">169.97999999999999</cx:pt>
          <cx:pt idx="48933">229.97</cx:pt>
          <cx:pt idx="48934">169.97999999999999</cx:pt>
          <cx:pt idx="48935">183.97</cx:pt>
          <cx:pt idx="48936">15.289999999999999</cx:pt>
          <cx:pt idx="48937">171.28</cx:pt>
          <cx:pt idx="48938">84.989999999999995</cx:pt>
          <cx:pt idx="48939">20.190000000000001</cx:pt>
          <cx:pt idx="48940">15.44</cx:pt>
          <cx:pt idx="48941">15.24</cx:pt>
          <cx:pt idx="48942">19.489999999999998</cx:pt>
          <cx:pt idx="48943">19.489999999999998</cx:pt>
          <cx:pt idx="48944">234.68000000000001</cx:pt>
          <cx:pt idx="48945">193.53999999999999</cx:pt>
          <cx:pt idx="48946">241.94</cx:pt>
          <cx:pt idx="48947">24.18</cx:pt>
          <cx:pt idx="48948">290.32999999999998</cx:pt>
          <cx:pt idx="48949">387.10000000000002</cx:pt>
          <cx:pt idx="48950">241.94</cx:pt>
          <cx:pt idx="48951">19.489999999999998</cx:pt>
          <cx:pt idx="48952">19.48</cx:pt>
          <cx:pt idx="48953">19.489999999999998</cx:pt>
          <cx:pt idx="48954">19.489999999999998</cx:pt>
          <cx:pt idx="48955">19.489999999999998</cx:pt>
          <cx:pt idx="48956">19.48</cx:pt>
          <cx:pt idx="48957">19.489999999999998</cx:pt>
          <cx:pt idx="48958">71.969999999999999</cx:pt>
          <cx:pt idx="48959">92.980000000000004</cx:pt>
          <cx:pt idx="48960">109.98</cx:pt>
          <cx:pt idx="48961">129.97</cx:pt>
          <cx:pt idx="48962">71.969999999999999</cx:pt>
          <cx:pt idx="48963">107.95999999999999</cx:pt>
          <cx:pt idx="48964">73.980000000000004</cx:pt>
          <cx:pt idx="48965">84.989999999999995</cx:pt>
          <cx:pt idx="48966">71.969999999999999</cx:pt>
          <cx:pt idx="48967">61.979999999999997</cx:pt>
          <cx:pt idx="48968">53.979999999999997</cx:pt>
          <cx:pt idx="48969">84.989999999999995</cx:pt>
          <cx:pt idx="48970">71.969999999999999</cx:pt>
          <cx:pt idx="48971">93.349999999999994</cx:pt>
          <cx:pt idx="48972">71.969999999999999</cx:pt>
          <cx:pt idx="48973">77.239999999999995</cx:pt>
          <cx:pt idx="48974">73.739999999999995</cx:pt>
          <cx:pt idx="48975">19.48</cx:pt>
          <cx:pt idx="48976">19.48</cx:pt>
          <cx:pt idx="48977">19.469999999999999</cx:pt>
          <cx:pt idx="48978">15.24</cx:pt>
          <cx:pt idx="48979">19.379999999999999</cx:pt>
          <cx:pt idx="48980">19.489999999999998</cx:pt>
          <cx:pt idx="48981">9.9900000000000002</cx:pt>
          <cx:pt idx="48982">10.49</cx:pt>
          <cx:pt idx="48983">79.980000000000004</cx:pt>
          <cx:pt idx="48984">108.89</cx:pt>
          <cx:pt idx="48985">59.609999999999999</cx:pt>
          <cx:pt idx="48986">65.989999999999995</cx:pt>
          <cx:pt idx="48987">65.989999999999995</cx:pt>
          <cx:pt idx="48988">67.489999999999995</cx:pt>
          <cx:pt idx="48989">65.989999999999995</cx:pt>
          <cx:pt idx="48990">70.879999999999995</cx:pt>
          <cx:pt idx="48991">65.989999999999995</cx:pt>
          <cx:pt idx="48992">67.489999999999995</cx:pt>
          <cx:pt idx="48993">133.97</cx:pt>
          <cx:pt idx="48994">47.490000000000002</cx:pt>
          <cx:pt idx="48995">58.990000000000002</cx:pt>
          <cx:pt idx="48996">65.989999999999995</cx:pt>
          <cx:pt idx="48997">79.980000000000004</cx:pt>
          <cx:pt idx="48998">99.980000000000004</cx:pt>
          <cx:pt idx="48999">76.530000000000001</cx:pt>
          <cx:pt idx="49000">65.989999999999995</cx:pt>
          <cx:pt idx="49001">65.989999999999995</cx:pt>
          <cx:pt idx="49002">65.989999999999995</cx:pt>
          <cx:pt idx="49003">19.289999999999999</cx:pt>
          <cx:pt idx="49004">19.289999999999999</cx:pt>
          <cx:pt idx="49005">19.289999999999999</cx:pt>
          <cx:pt idx="49006">19.289999999999999</cx:pt>
          <cx:pt idx="49007">19.289999999999999</cx:pt>
          <cx:pt idx="49008">19.280000000000001</cx:pt>
          <cx:pt idx="49009">19.280000000000001</cx:pt>
          <cx:pt idx="49010">19.27</cx:pt>
          <cx:pt idx="49011">19.27</cx:pt>
          <cx:pt idx="49012">156.30000000000001</cx:pt>
          <cx:pt idx="49013">169.97999999999999</cx:pt>
          <cx:pt idx="49014">166.58000000000001</cx:pt>
          <cx:pt idx="49015">114.97</cx:pt>
          <cx:pt idx="49016">169.97999999999999</cx:pt>
          <cx:pt idx="49017">162.15000000000001</cx:pt>
          <cx:pt idx="49018">169.97999999999999</cx:pt>
          <cx:pt idx="49019">186.27000000000001</cx:pt>
          <cx:pt idx="49020">197.94999999999999</cx:pt>
          <cx:pt idx="49021">169.97999999999999</cx:pt>
          <cx:pt idx="49022">20.789999999999999</cx:pt>
          <cx:pt idx="49023">20.789999999999999</cx:pt>
          <cx:pt idx="49024">20.789999999999999</cx:pt>
          <cx:pt idx="49025">20.789999999999999</cx:pt>
          <cx:pt idx="49026">20.789999999999999</cx:pt>
          <cx:pt idx="49027">20.789999999999999</cx:pt>
          <cx:pt idx="49028">20.789999999999999</cx:pt>
          <cx:pt idx="49029">20.789999999999999</cx:pt>
          <cx:pt idx="49030">20.789999999999999</cx:pt>
          <cx:pt idx="49031">20.489999999999998</cx:pt>
          <cx:pt idx="49032">20.489999999999998</cx:pt>
          <cx:pt idx="49033">15.74</cx:pt>
          <cx:pt idx="49034">20.489999999999998</cx:pt>
          <cx:pt idx="49035">84.989999999999995</cx:pt>
          <cx:pt idx="49036">84.989999999999995</cx:pt>
          <cx:pt idx="49037">103.98</cx:pt>
          <cx:pt idx="49038">84.989999999999995</cx:pt>
          <cx:pt idx="49039">113.97</cx:pt>
          <cx:pt idx="49040">103.98</cx:pt>
          <cx:pt idx="49041">84.989999999999995</cx:pt>
          <cx:pt idx="49042">79.980000000000004</cx:pt>
          <cx:pt idx="49043">51.490000000000002</cx:pt>
          <cx:pt idx="49044">68.989999999999995</cx:pt>
          <cx:pt idx="49045">78.209999999999994</cx:pt>
          <cx:pt idx="49046">84.989999999999995</cx:pt>
          <cx:pt idx="49047">84.989999999999995</cx:pt>
          <cx:pt idx="49048">84.989999999999995</cx:pt>
          <cx:pt idx="49049">84.989999999999995</cx:pt>
          <cx:pt idx="49050">84.989999999999995</cx:pt>
          <cx:pt idx="49051">84.989999999999995</cx:pt>
          <cx:pt idx="49052">20.489999999999998</cx:pt>
          <cx:pt idx="49053">20.489999999999998</cx:pt>
          <cx:pt idx="49054">20.489999999999998</cx:pt>
          <cx:pt idx="49055">19.190000000000001</cx:pt>
          <cx:pt idx="49056">20.550000000000001</cx:pt>
          <cx:pt idx="49057">20.550000000000001</cx:pt>
          <cx:pt idx="49058">20.550000000000001</cx:pt>
          <cx:pt idx="49059">20.550000000000001</cx:pt>
          <cx:pt idx="49060">20.550000000000001</cx:pt>
          <cx:pt idx="49061">20.550000000000001</cx:pt>
          <cx:pt idx="49062">-16.289999999999999</cx:pt>
          <cx:pt idx="49063">37.490000000000002</cx:pt>
          <cx:pt idx="49064">14.24</cx:pt>
          <cx:pt idx="49065">153.16999999999999</cx:pt>
          <cx:pt idx="49066">171.65000000000001</cx:pt>
          <cx:pt idx="49067">8.9900000000000002</cx:pt>
          <cx:pt idx="49068">10.49</cx:pt>
          <cx:pt idx="49069">18.280000000000001</cx:pt>
          <cx:pt idx="49070">15.1</cx:pt>
          <cx:pt idx="49071">149.97999999999999</cx:pt>
          <cx:pt idx="49072">159.97999999999999</cx:pt>
          <cx:pt idx="49073">120.70999999999999</cx:pt>
          <cx:pt idx="49074">142.75999999999999</cx:pt>
          <cx:pt idx="49075">122.90000000000001</cx:pt>
          <cx:pt idx="49076">159.97999999999999</cx:pt>
          <cx:pt idx="49077">158.38</cx:pt>
          <cx:pt idx="49078">153.58000000000001</cx:pt>
          <cx:pt idx="49079">13.94</cx:pt>
          <cx:pt idx="49080">18.289999999999999</cx:pt>
          <cx:pt idx="49081">18.289999999999999</cx:pt>
          <cx:pt idx="49082">19.489999999999998</cx:pt>
          <cx:pt idx="49083">19.489999999999998</cx:pt>
          <cx:pt idx="49084">19.489999999999998</cx:pt>
          <cx:pt idx="49085">19.489999999999998</cx:pt>
          <cx:pt idx="49086">108.88</cx:pt>
          <cx:pt idx="49087">65.319999999999993</cx:pt>
          <cx:pt idx="49088">352.05000000000001</cx:pt>
          <cx:pt idx="49089">97.969999999999999</cx:pt>
          <cx:pt idx="49090">97.969999999999999</cx:pt>
          <cx:pt idx="49091">286.70999999999998</cx:pt>
          <cx:pt idx="49092">19.489999999999998</cx:pt>
          <cx:pt idx="49093">17.68</cx:pt>
          <cx:pt idx="49094">19.34</cx:pt>
          <cx:pt idx="49095">97.969999999999999</cx:pt>
          <cx:pt idx="49096">81.969999999999999</cx:pt>
          <cx:pt idx="49097">131.97999999999999</cx:pt>
          <cx:pt idx="49098">90.590000000000003</cx:pt>
          <cx:pt idx="49099">147.97</cx:pt>
          <cx:pt idx="49100">19.34</cx:pt>
          <cx:pt idx="49101">13.24</cx:pt>
          <cx:pt idx="49102">131.97999999999999</cx:pt>
          <cx:pt idx="49103">65.989999999999995</cx:pt>
          <cx:pt idx="49104">65.989999999999995</cx:pt>
          <cx:pt idx="49105">65.989999999999995</cx:pt>
          <cx:pt idx="49106">65.989999999999995</cx:pt>
          <cx:pt idx="49107">17.489999999999998</cx:pt>
          <cx:pt idx="49108">17.489999999999998</cx:pt>
          <cx:pt idx="49109">17.489999999999998</cx:pt>
          <cx:pt idx="49110">17.489999999999998</cx:pt>
          <cx:pt idx="49111">17.489999999999998</cx:pt>
          <cx:pt idx="49112">17.489999999999998</cx:pt>
          <cx:pt idx="49113">17.489999999999998</cx:pt>
          <cx:pt idx="49114">17.489999999999998</cx:pt>
          <cx:pt idx="49115">17.489999999999998</cx:pt>
          <cx:pt idx="49116">59.979999999999997</cx:pt>
          <cx:pt idx="49117">113.95</cx:pt>
          <cx:pt idx="49118">59.979999999999997</cx:pt>
          <cx:pt idx="49119">84.989999999999995</cx:pt>
          <cx:pt idx="49120">84.989999999999995</cx:pt>
          <cx:pt idx="49121">130.38</cx:pt>
          <cx:pt idx="49122">104.98</cx:pt>
          <cx:pt idx="49123">58.640000000000001</cx:pt>
          <cx:pt idx="49124">104.98</cx:pt>
          <cx:pt idx="49125">177.66</cx:pt>
          <cx:pt idx="49126">31.48</cx:pt>
          <cx:pt idx="49127">130.38</cx:pt>
          <cx:pt idx="49128">177.66</cx:pt>
          <cx:pt idx="49129">140.02000000000001</cx:pt>
          <cx:pt idx="49130">63.149999999999999</cx:pt>
          <cx:pt idx="49131">58.640000000000001</cx:pt>
          <cx:pt idx="49132">31.48</cx:pt>
          <cx:pt idx="49133">29.600000000000001</cx:pt>
          <cx:pt idx="49134">29.600000000000001</cx:pt>
          <cx:pt idx="49135">141.97</cx:pt>
          <cx:pt idx="49136">63.149999999999999</cx:pt>
          <cx:pt idx="49137">113.95</cx:pt>
          <cx:pt idx="49138">59.979999999999997</cx:pt>
          <cx:pt idx="49139">141.97</cx:pt>
          <cx:pt idx="49140">59.979999999999997</cx:pt>
          <cx:pt idx="49141">113.95</cx:pt>
          <cx:pt idx="49142">140.02000000000001</cx:pt>
          <cx:pt idx="49143">152.97</cx:pt>
          <cx:pt idx="49144">152.97</cx:pt>
          <cx:pt idx="49145">113.95</cx:pt>
          <cx:pt idx="49146">1.5</cx:pt>
          <cx:pt idx="49147">1.5</cx:pt>
          <cx:pt idx="49148">17.489999999999998</cx:pt>
          <cx:pt idx="49149">17.489999999999998</cx:pt>
          <cx:pt idx="49150">17.489999999999998</cx:pt>
          <cx:pt idx="49151">17.489999999999998</cx:pt>
          <cx:pt idx="49152">17.489999999999998</cx:pt>
          <cx:pt idx="49153">17.489999999999998</cx:pt>
          <cx:pt idx="49154">17.489999999999998</cx:pt>
          <cx:pt idx="49155">17.489999999999998</cx:pt>
          <cx:pt idx="49156">17.48</cx:pt>
          <cx:pt idx="49157">69.980000000000004</cx:pt>
          <cx:pt idx="49158">162.40000000000001</cx:pt>
          <cx:pt idx="49159">84.980000000000004</cx:pt>
          <cx:pt idx="49160">84.989999999999995</cx:pt>
          <cx:pt idx="49161">92.420000000000002</cx:pt>
          <cx:pt idx="49162">59.390000000000001</cx:pt>
          <cx:pt idx="49163">143.97999999999999</cx:pt>
          <cx:pt idx="49164">84.969999999999999</cx:pt>
          <cx:pt idx="49165">107.8</cx:pt>
          <cx:pt idx="49166">65.989999999999995</cx:pt>
          <cx:pt idx="49167">65.189999999999998</cx:pt>
          <cx:pt idx="49168">54.990000000000002</cx:pt>
          <cx:pt idx="49169">108.97</cx:pt>
          <cx:pt idx="49170">115.98</cx:pt>
          <cx:pt idx="49171">69.980000000000004</cx:pt>
          <cx:pt idx="49172">17.460000000000001</cx:pt>
          <cx:pt idx="49173">17.489999999999998</cx:pt>
          <cx:pt idx="49174">17.489999999999998</cx:pt>
          <cx:pt idx="49175">17.489999999999998</cx:pt>
          <cx:pt idx="49176">17.489999999999998</cx:pt>
          <cx:pt idx="49177">17.48</cx:pt>
          <cx:pt idx="49178">50.969999999999999</cx:pt>
          <cx:pt idx="49179">159.34999999999999</cx:pt>
          <cx:pt idx="49180">85.950000000000003</cx:pt>
          <cx:pt idx="49181">63.960000000000001</cx:pt>
          <cx:pt idx="49182">263.95999999999998</cx:pt>
          <cx:pt idx="49183">13.74</cx:pt>
          <cx:pt idx="49184">63.990000000000002</cx:pt>
          <cx:pt idx="49185">183.11000000000001</cx:pt>
          <cx:pt idx="49186">99.980000000000004</cx:pt>
          <cx:pt idx="49187">99.980000000000004</cx:pt>
          <cx:pt idx="49188">84.989999999999995</cx:pt>
          <cx:pt idx="49189">84.989999999999995</cx:pt>
          <cx:pt idx="49190">59.960000000000001</cx:pt>
          <cx:pt idx="49191">99.980000000000004</cx:pt>
          <cx:pt idx="49192">99.980000000000004</cx:pt>
          <cx:pt idx="49193">99.980000000000004</cx:pt>
          <cx:pt idx="49194">84.989999999999995</cx:pt>
          <cx:pt idx="49195">79.969999999999999</cx:pt>
          <cx:pt idx="49196">99.980000000000004</cx:pt>
          <cx:pt idx="49197">131.97999999999999</cx:pt>
          <cx:pt idx="49198">99.980000000000004</cx:pt>
          <cx:pt idx="49199">99.980000000000004</cx:pt>
          <cx:pt idx="49200">62.469999999999999</cx:pt>
          <cx:pt idx="49201">13.890000000000001</cx:pt>
          <cx:pt idx="49202">18.48</cx:pt>
          <cx:pt idx="49203">87.969999999999999</cx:pt>
          <cx:pt idx="49204">53.710000000000001</cx:pt>
          <cx:pt idx="49205">84.980000000000004</cx:pt>
          <cx:pt idx="49206">27.289999999999999</cx:pt>
          <cx:pt idx="49207">54.990000000000002</cx:pt>
          <cx:pt idx="49208">67.370000000000005</cx:pt>
          <cx:pt idx="49209">54.979999999999997</cx:pt>
          <cx:pt idx="49210">20.289999999999999</cx:pt>
          <cx:pt idx="49211">69.790000000000006</cx:pt>
          <cx:pt idx="49212">79.450000000000003</cx:pt>
          <cx:pt idx="49213">84.430000000000007</cx:pt>
          <cx:pt idx="49214">84.989999999999995</cx:pt>
          <cx:pt idx="49215">122.97</cx:pt>
          <cx:pt idx="49216">54.990000000000002</cx:pt>
          <cx:pt idx="49217">54.979999999999997</cx:pt>
          <cx:pt idx="49218">46.289999999999999</cx:pt>
          <cx:pt idx="49219">18.289999999999999</cx:pt>
          <cx:pt idx="49220">54.990000000000002</cx:pt>
          <cx:pt idx="49221">18.289999999999999</cx:pt>
          <cx:pt idx="49222">27.289999999999999</cx:pt>
          <cx:pt idx="49223">68.989999999999995</cx:pt>
          <cx:pt idx="49224">91.959999999999994</cx:pt>
          <cx:pt idx="49225">49.490000000000002</cx:pt>
          <cx:pt idx="49226">51.979999999999997</cx:pt>
          <cx:pt idx="49227">56.289999999999999</cx:pt>
          <cx:pt idx="49228">65.189999999999998</cx:pt>
          <cx:pt idx="49229">17.289999999999999</cx:pt>
          <cx:pt idx="49230">17.289999999999999</cx:pt>
          <cx:pt idx="49231">17.289999999999999</cx:pt>
          <cx:pt idx="49232">17.289999999999999</cx:pt>
          <cx:pt idx="49233">17.289999999999999</cx:pt>
          <cx:pt idx="49234">17.289999999999999</cx:pt>
          <cx:pt idx="49235">17.289999999999999</cx:pt>
          <cx:pt idx="49236">17.289999999999999</cx:pt>
          <cx:pt idx="49237">17.289999999999999</cx:pt>
          <cx:pt idx="49238">46.289999999999999</cx:pt>
          <cx:pt idx="49239">89.980000000000004</cx:pt>
          <cx:pt idx="49240">89.980000000000004</cx:pt>
          <cx:pt idx="49241">89.980000000000004</cx:pt>
          <cx:pt idx="49242">89.980000000000004</cx:pt>
          <cx:pt idx="49243">79.409999999999997</cx:pt>
          <cx:pt idx="49244">89.980000000000004</cx:pt>
          <cx:pt idx="49245">89.980000000000004</cx:pt>
          <cx:pt idx="49246">179.96000000000001</cx:pt>
          <cx:pt idx="49247">89.980000000000004</cx:pt>
          <cx:pt idx="49248">46.289999999999999</cx:pt>
          <cx:pt idx="49249">61.979999999999997</cx:pt>
          <cx:pt idx="49250">84.680000000000007</cx:pt>
          <cx:pt idx="49251">179.96000000000001</cx:pt>
          <cx:pt idx="49252">89.980000000000004</cx:pt>
          <cx:pt idx="49253">89.980000000000004</cx:pt>
          <cx:pt idx="49254">94.980000000000004</cx:pt>
          <cx:pt idx="49255">89.980000000000004</cx:pt>
          <cx:pt idx="49256">17.260000000000002</cx:pt>
          <cx:pt idx="49257">17.190000000000001</cx:pt>
          <cx:pt idx="49258">197.97</cx:pt>
          <cx:pt idx="49259">197.97</cx:pt>
          <cx:pt idx="49260">178.16999999999999</cx:pt>
          <cx:pt idx="49261">76.870000000000005</cx:pt>
          <cx:pt idx="49262">58.979999999999997</cx:pt>
          <cx:pt idx="49263">51.490000000000002</cx:pt>
          <cx:pt idx="49264">172.97</cx:pt>
          <cx:pt idx="49265">196.86000000000001</cx:pt>
          <cx:pt idx="49266">169.97999999999999</cx:pt>
          <cx:pt idx="49267">134.97999999999999</cx:pt>
          <cx:pt idx="49268">18.129999999999999</cx:pt>
          <cx:pt idx="49269">18.129999999999999</cx:pt>
          <cx:pt idx="49270">18.129999999999999</cx:pt>
          <cx:pt idx="49271">-18.109999999999999</cx:pt>
          <cx:pt idx="49272">18.109999999999999</cx:pt>
          <cx:pt idx="49273">18.109999999999999</cx:pt>
          <cx:pt idx="49274">54.890000000000001</cx:pt>
          <cx:pt idx="49275">71.989999999999995</cx:pt>
          <cx:pt idx="49276">79.989999999999995</cx:pt>
          <cx:pt idx="49277">119.98</cx:pt>
          <cx:pt idx="49278">71.989999999999995</cx:pt>
          <cx:pt idx="49279">79.989999999999995</cx:pt>
          <cx:pt idx="49280">71.989999999999995</cx:pt>
          <cx:pt idx="49281">70.870000000000005</cx:pt>
          <cx:pt idx="49282">72.870000000000005</cx:pt>
          <cx:pt idx="49283">92.180000000000007</cx:pt>
          <cx:pt idx="49284">94.980000000000004</cx:pt>
          <cx:pt idx="49285">121.98</cx:pt>
          <cx:pt idx="49286">79.989999999999995</cx:pt>
          <cx:pt idx="49287">122.98</cx:pt>
          <cx:pt idx="49288">84.989999999999995</cx:pt>
          <cx:pt idx="49289">60.280000000000001</cx:pt>
          <cx:pt idx="49290">79.989999999999995</cx:pt>
          <cx:pt idx="49291">71.989999999999995</cx:pt>
          <cx:pt idx="49292">75.150000000000006</cx:pt>
          <cx:pt idx="49293">16.489999999999998</cx:pt>
          <cx:pt idx="49294">16.489999999999998</cx:pt>
          <cx:pt idx="49295">16.489999999999998</cx:pt>
          <cx:pt idx="49296">12.24</cx:pt>
          <cx:pt idx="49297">16.489999999999998</cx:pt>
          <cx:pt idx="49298">16.489999999999998</cx:pt>
          <cx:pt idx="49299">50.979999999999997</cx:pt>
          <cx:pt idx="49300">47.460000000000001</cx:pt>
          <cx:pt idx="49301">58.479999999999997</cx:pt>
          <cx:pt idx="49302">64.980000000000004</cx:pt>
          <cx:pt idx="49303">31.93</cx:pt>
          <cx:pt idx="49304">59.979999999999997</cx:pt>
          <cx:pt idx="49305">-1.95</cx:pt>
          <cx:pt idx="49306">54.979999999999997</cx:pt>
          <cx:pt idx="49307">49.990000000000002</cx:pt>
          <cx:pt idx="49308">50.979999999999997</cx:pt>
          <cx:pt idx="49309">129.96000000000001</cx:pt>
          <cx:pt idx="49310">106.97</cx:pt>
          <cx:pt idx="49311">50.979999999999997</cx:pt>
          <cx:pt idx="49312">129.96000000000001</cx:pt>
          <cx:pt idx="49313">16.489999999999998</cx:pt>
          <cx:pt idx="49314">16.489999999999998</cx:pt>
          <cx:pt idx="49315">169.97999999999999</cx:pt>
          <cx:pt idx="49316">118.61</cx:pt>
          <cx:pt idx="49317">207.96000000000001</cx:pt>
          <cx:pt idx="49318">131.97999999999999</cx:pt>
          <cx:pt idx="49319">131.97999999999999</cx:pt>
          <cx:pt idx="49320">84.969999999999999</cx:pt>
          <cx:pt idx="49321">131.97999999999999</cx:pt>
          <cx:pt idx="49322">131.97999999999999</cx:pt>
          <cx:pt idx="49323">131.97999999999999</cx:pt>
          <cx:pt idx="49324">121.98</cx:pt>
          <cx:pt idx="49325">169.97999999999999</cx:pt>
          <cx:pt idx="49326">16.489999999999998</cx:pt>
          <cx:pt idx="49327">16.489999999999998</cx:pt>
          <cx:pt idx="49328">16.489999999999998</cx:pt>
          <cx:pt idx="49329">16.489999999999998</cx:pt>
          <cx:pt idx="49330">16.489999999999998</cx:pt>
          <cx:pt idx="49331">16.489999999999998</cx:pt>
          <cx:pt idx="49332">16.489999999999998</cx:pt>
          <cx:pt idx="49333">16.489999999999998</cx:pt>
          <cx:pt idx="49334">16.489999999999998</cx:pt>
          <cx:pt idx="49335">16.489999999999998</cx:pt>
          <cx:pt idx="49336">16.489999999999998</cx:pt>
          <cx:pt idx="49337">16.489999999999998</cx:pt>
          <cx:pt idx="49338">16.489999999999998</cx:pt>
          <cx:pt idx="49339">16.489999999999998</cx:pt>
          <cx:pt idx="49340">16.489999999999998</cx:pt>
          <cx:pt idx="49341">16.489999999999998</cx:pt>
          <cx:pt idx="49342">129.96000000000001</cx:pt>
          <cx:pt idx="49343">101.95999999999999</cx:pt>
          <cx:pt idx="49344">120.33</cx:pt>
          <cx:pt idx="49345">129.96000000000001</cx:pt>
          <cx:pt idx="49346">101.95999999999999</cx:pt>
          <cx:pt idx="49347">120.33</cx:pt>
          <cx:pt idx="49348">184.97</cx:pt>
          <cx:pt idx="49349">172.96000000000001</cx:pt>
          <cx:pt idx="49350">167.94999999999999</cx:pt>
          <cx:pt idx="49351">167.94999999999999</cx:pt>
          <cx:pt idx="49352">172.96000000000001</cx:pt>
          <cx:pt idx="49353">109.97</cx:pt>
          <cx:pt idx="49354">184.97</cx:pt>
          <cx:pt idx="49355">165.94</cx:pt>
          <cx:pt idx="49356">79.980000000000004</cx:pt>
          <cx:pt idx="49357">109.97</cx:pt>
          <cx:pt idx="49358">165.94</cx:pt>
          <cx:pt idx="49359">79.980000000000004</cx:pt>
          <cx:pt idx="49360">12.24</cx:pt>
          <cx:pt idx="49361">16.489999999999998</cx:pt>
          <cx:pt idx="49362">16.489999999999998</cx:pt>
          <cx:pt idx="49363">16.489999999999998</cx:pt>
          <cx:pt idx="49364">16.489999999999998</cx:pt>
          <cx:pt idx="49365">110.95999999999999</cx:pt>
          <cx:pt idx="49366">277.93000000000001</cx:pt>
          <cx:pt idx="49367">257.54000000000002</cx:pt>
          <cx:pt idx="49368">173.22999999999999</cx:pt>
          <cx:pt idx="49369">113.97</cx:pt>
          <cx:pt idx="49370">16.289999999999999</cx:pt>
          <cx:pt idx="49371">11.94</cx:pt>
          <cx:pt idx="49372">16.289999999999999</cx:pt>
          <cx:pt idx="49373">16.289999999999999</cx:pt>
          <cx:pt idx="49374">16.289999999999999</cx:pt>
          <cx:pt idx="49375">92.980000000000004</cx:pt>
          <cx:pt idx="49376">126.26000000000001</cx:pt>
          <cx:pt idx="49377">68.989999999999995</cx:pt>
          <cx:pt idx="49378">65.730000000000004</cx:pt>
          <cx:pt idx="49379">65.989999999999995</cx:pt>
          <cx:pt idx="49380">131.97999999999999</cx:pt>
          <cx:pt idx="49381">16.289999999999999</cx:pt>
          <cx:pt idx="49382">16.289999999999999</cx:pt>
          <cx:pt idx="49383">16.289999999999999</cx:pt>
          <cx:pt idx="49384">16.289999999999999</cx:pt>
          <cx:pt idx="49385">16.289999999999999</cx:pt>
          <cx:pt idx="49386">16.289999999999999</cx:pt>
          <cx:pt idx="49387">16.289999999999999</cx:pt>
          <cx:pt idx="49388">11.93</cx:pt>
          <cx:pt idx="49389">16.190000000000001</cx:pt>
          <cx:pt idx="49390">16.190000000000001</cx:pt>
          <cx:pt idx="49391">252.96000000000001</cx:pt>
          <cx:pt idx="49392">277.13</cx:pt>
          <cx:pt idx="49393">69.989999999999995</cx:pt>
          <cx:pt idx="49394">251.94999999999999</cx:pt>
          <cx:pt idx="49395">69.989999999999995</cx:pt>
          <cx:pt idx="49396">166.96000000000001</cx:pt>
          <cx:pt idx="49397">169.97999999999999</cx:pt>
          <cx:pt idx="49398">15.49</cx:pt>
          <cx:pt idx="49399">15.49</cx:pt>
          <cx:pt idx="49400">15.49</cx:pt>
          <cx:pt idx="49401">15.49</cx:pt>
          <cx:pt idx="49402">15.49</cx:pt>
          <cx:pt idx="49403">16.920000000000002</cx:pt>
          <cx:pt idx="49404">218.44999999999999</cx:pt>
          <cx:pt idx="49405">179.94999999999999</cx:pt>
          <cx:pt idx="49406">129.97</cx:pt>
          <cx:pt idx="49407">92.969999999999999</cx:pt>
          <cx:pt idx="49408">109.97</cx:pt>
          <cx:pt idx="49409">147.09999999999999</cx:pt>
          <cx:pt idx="49410">102.43000000000001</cx:pt>
          <cx:pt idx="49411">84.519999999999996</cx:pt>
          <cx:pt idx="49412">67.989999999999995</cx:pt>
          <cx:pt idx="49413">157.46000000000001</cx:pt>
          <cx:pt idx="49414">174.94999999999999</cx:pt>
          <cx:pt idx="49415">130.03999999999999</cx:pt>
          <cx:pt idx="49416">16.920000000000002</cx:pt>
          <cx:pt idx="49417">16.920000000000002</cx:pt>
          <cx:pt idx="49418">16.920000000000002</cx:pt>
          <cx:pt idx="49419">16.920000000000002</cx:pt>
          <cx:pt idx="49420">16.920000000000002</cx:pt>
          <cx:pt idx="49421">16.920000000000002</cx:pt>
          <cx:pt idx="49422">15.69</cx:pt>
          <cx:pt idx="49423">169.97999999999999</cx:pt>
          <cx:pt idx="49424">84.989999999999995</cx:pt>
          <cx:pt idx="49425">187.97</cx:pt>
          <cx:pt idx="49426">169.97999999999999</cx:pt>
          <cx:pt idx="49427">169.97999999999999</cx:pt>
          <cx:pt idx="49428">169.97999999999999</cx:pt>
          <cx:pt idx="49429">169.16999999999999</cx:pt>
          <cx:pt idx="49430">47.240000000000002</cx:pt>
          <cx:pt idx="49431">169.97999999999999</cx:pt>
          <cx:pt idx="49432">15.69</cx:pt>
          <cx:pt idx="49433">15.49</cx:pt>
          <cx:pt idx="49434">15.49</cx:pt>
          <cx:pt idx="49435">12.01</cx:pt>
          <cx:pt idx="49436">-14.09</cx:pt>
          <cx:pt idx="49437">14.09</cx:pt>
          <cx:pt idx="49438">14.09</cx:pt>
          <cx:pt idx="49439">291.56</cx:pt>
          <cx:pt idx="49440">102.83</cx:pt>
          <cx:pt idx="49441">163.81</cx:pt>
          <cx:pt idx="49442">159.69999999999999</cx:pt>
          <cx:pt idx="49443">159.69999999999999</cx:pt>
          <cx:pt idx="49444">147.59999999999999</cx:pt>
          <cx:pt idx="49445">239.53999999999999</cx:pt>
          <cx:pt idx="49446">159.69999999999999</cx:pt>
          <cx:pt idx="49447">181.46000000000001</cx:pt>
          <cx:pt idx="49448">16.609999999999999</cx:pt>
          <cx:pt idx="49449">15.289999999999999</cx:pt>
          <cx:pt idx="49450">15.289999999999999</cx:pt>
          <cx:pt idx="49451">15.289999999999999</cx:pt>
          <cx:pt idx="49452">15.289999999999999</cx:pt>
          <cx:pt idx="49453">15.289999999999999</cx:pt>
          <cx:pt idx="49454">14.99</cx:pt>
          <cx:pt idx="49455">14.99</cx:pt>
          <cx:pt idx="49456">11.59</cx:pt>
          <cx:pt idx="49457">11.470000000000001</cx:pt>
          <cx:pt idx="49458">84.989999999999995</cx:pt>
          <cx:pt idx="49459">79.980000000000004</cx:pt>
          <cx:pt idx="49460">84.140000000000001</cx:pt>
          <cx:pt idx="49461">84.989999999999995</cx:pt>
          <cx:pt idx="49462">98.260000000000005</cx:pt>
          <cx:pt idx="49463">84.989999999999995</cx:pt>
          <cx:pt idx="49464">42.229999999999997</cx:pt>
          <cx:pt idx="49465">124.13</cx:pt>
          <cx:pt idx="49466">76.489999999999995</cx:pt>
          <cx:pt idx="49467">41.490000000000002</cx:pt>
          <cx:pt idx="49468">65.989999999999995</cx:pt>
          <cx:pt idx="49469">61.350000000000001</cx:pt>
          <cx:pt idx="49470">82.890000000000001</cx:pt>
          <cx:pt idx="49471">73.480000000000004</cx:pt>
          <cx:pt idx="49472">41.490000000000002</cx:pt>
          <cx:pt idx="49473">84.989999999999995</cx:pt>
          <cx:pt idx="49474">83.590000000000003</cx:pt>
          <cx:pt idx="49475">14.789999999999999</cx:pt>
          <cx:pt idx="49476">14.789999999999999</cx:pt>
          <cx:pt idx="49477">14.789999999999999</cx:pt>
          <cx:pt idx="49478">10.24</cx:pt>
          <cx:pt idx="49479">14.49</cx:pt>
          <cx:pt idx="49480">14.49</cx:pt>
          <cx:pt idx="49481">14.49</cx:pt>
          <cx:pt idx="49482">14.49</cx:pt>
          <cx:pt idx="49483">14.49</cx:pt>
          <cx:pt idx="49484">10.210000000000001</cx:pt>
          <cx:pt idx="49485">2.9900000000000002</cx:pt>
          <cx:pt idx="49486">15.710000000000001</cx:pt>
          <cx:pt idx="49487">15.49</cx:pt>
          <cx:pt idx="49488">15.49</cx:pt>
          <cx:pt idx="49489">15.49</cx:pt>
          <cx:pt idx="49490">84.989999999999995</cx:pt>
          <cx:pt idx="49491">244.97</cx:pt>
          <cx:pt idx="49492">169.97999999999999</cx:pt>
          <cx:pt idx="49493">84.989999999999995</cx:pt>
          <cx:pt idx="49494">169.97999999999999</cx:pt>
          <cx:pt idx="49495">164.97999999999999</cx:pt>
          <cx:pt idx="49496">152.97999999999999</cx:pt>
          <cx:pt idx="49497">249.97</cx:pt>
          <cx:pt idx="49498">10.74</cx:pt>
          <cx:pt idx="49499">15.49</cx:pt>
          <cx:pt idx="49500">15.49</cx:pt>
          <cx:pt idx="49501">15.470000000000001</cx:pt>
          <cx:pt idx="49502">13.09</cx:pt>
          <cx:pt idx="49503">63.280000000000001</cx:pt>
          <cx:pt idx="49504">62.479999999999997</cx:pt>
          <cx:pt idx="49505">67.480000000000004</cx:pt>
          <cx:pt idx="49506">62.479999999999997</cx:pt>
          <cx:pt idx="49507">123.26000000000001</cx:pt>
          <cx:pt idx="49508">62.979999999999997</cx:pt>
          <cx:pt idx="49509">97.469999999999999</cx:pt>
          <cx:pt idx="49510">63.280000000000001</cx:pt>
          <cx:pt idx="49511">62.979999999999997</cx:pt>
          <cx:pt idx="49512">97.469999999999999</cx:pt>
          <cx:pt idx="49513">54.979999999999997</cx:pt>
          <cx:pt idx="49514">97.469999999999999</cx:pt>
          <cx:pt idx="49515">63.280000000000001</cx:pt>
          <cx:pt idx="49516">27.489999999999998</cx:pt>
          <cx:pt idx="49517">9.9399999999999995</cx:pt>
          <cx:pt idx="49518">14.289999999999999</cx:pt>
          <cx:pt idx="49519">9.7899999999999991</cx:pt>
          <cx:pt idx="49520">14.890000000000001</cx:pt>
          <cx:pt idx="49521">134.97999999999999</cx:pt>
          <cx:pt idx="49522">135.96000000000001</cx:pt>
          <cx:pt idx="49523">95.980000000000004</cx:pt>
          <cx:pt idx="49524">135.96000000000001</cx:pt>
          <cx:pt idx="49525">80.969999999999999</cx:pt>
          <cx:pt idx="49526">80.510000000000005</cx:pt>
          <cx:pt idx="49527">95.980000000000004</cx:pt>
          <cx:pt idx="49528">84.989999999999995</cx:pt>
          <cx:pt idx="49529">84.989999999999995</cx:pt>
          <cx:pt idx="49530">84.989999999999995</cx:pt>
          <cx:pt idx="49531">134.97999999999999</cx:pt>
          <cx:pt idx="49532">122.97</cx:pt>
          <cx:pt idx="49533">80.510000000000005</cx:pt>
          <cx:pt idx="49534">95.980000000000004</cx:pt>
          <cx:pt idx="49535">95.980000000000004</cx:pt>
          <cx:pt idx="49536">84.989999999999995</cx:pt>
          <cx:pt idx="49537">95.980000000000004</cx:pt>
          <cx:pt idx="49538">95.980000000000004</cx:pt>
          <cx:pt idx="49539">122.97</cx:pt>
          <cx:pt idx="49540">95.980000000000004</cx:pt>
          <cx:pt idx="49541">95.980000000000004</cx:pt>
          <cx:pt idx="49542">95.980000000000004</cx:pt>
          <cx:pt idx="49543">80.969999999999999</cx:pt>
          <cx:pt idx="49544">95.980000000000004</cx:pt>
          <cx:pt idx="49545">9.2400000000000002</cx:pt>
          <cx:pt idx="49546">13.49</cx:pt>
          <cx:pt idx="49547">13.49</cx:pt>
          <cx:pt idx="49548">13.49</cx:pt>
          <cx:pt idx="49549">103.48</cx:pt>
          <cx:pt idx="49550">50.490000000000002</cx:pt>
          <cx:pt idx="49551">40.490000000000002</cx:pt>
          <cx:pt idx="49552">85.489999999999995</cx:pt>
          <cx:pt idx="49553">84.989999999999995</cx:pt>
          <cx:pt idx="49554">98.959999999999994</cx:pt>
          <cx:pt idx="49555">109.98</cx:pt>
          <cx:pt idx="49556">170.47999999999999</cx:pt>
          <cx:pt idx="49557">89.269999999999996</cx:pt>
          <cx:pt idx="49558">-40.490000000000002</cx:pt>
          <cx:pt idx="49559">87.489999999999995</cx:pt>
          <cx:pt idx="49560">84.989999999999995</cx:pt>
          <cx:pt idx="49561">106.97</cx:pt>
          <cx:pt idx="49562">134.97999999999999</cx:pt>
          <cx:pt idx="49563">84.989999999999995</cx:pt>
          <cx:pt idx="49564">85.489999999999995</cx:pt>
          <cx:pt idx="49565">87.489999999999995</cx:pt>
          <cx:pt idx="49566">153.97999999999999</cx:pt>
          <cx:pt idx="49567">14.49</cx:pt>
          <cx:pt idx="49568">14.49</cx:pt>
          <cx:pt idx="49569">14.49</cx:pt>
          <cx:pt idx="49570">14.49</cx:pt>
          <cx:pt idx="49571">14.49</cx:pt>
          <cx:pt idx="49572">13.49</cx:pt>
          <cx:pt idx="49573">14.5</cx:pt>
          <cx:pt idx="49574">13.289999999999999</cx:pt>
          <cx:pt idx="49575">13.289999999999999</cx:pt>
          <cx:pt idx="49576">13.279999999999999</cx:pt>
          <cx:pt idx="49577">65.989999999999995</cx:pt>
          <cx:pt idx="49578">65.989999999999995</cx:pt>
          <cx:pt idx="49579">67.489999999999995</cx:pt>
          <cx:pt idx="49580">53.659999999999997</cx:pt>
          <cx:pt idx="49581">103.92</cx:pt>
          <cx:pt idx="49582">103.92</cx:pt>
          <cx:pt idx="49583">65.989999999999995</cx:pt>
          <cx:pt idx="49584">135.91999999999999</cx:pt>
          <cx:pt idx="49585">51.490000000000002</cx:pt>
          <cx:pt idx="49586">65.989999999999995</cx:pt>
          <cx:pt idx="49587">103.92</cx:pt>
          <cx:pt idx="49588">65.989999999999995</cx:pt>
          <cx:pt idx="49589">67.489999999999995</cx:pt>
          <cx:pt idx="49590">103.92</cx:pt>
          <cx:pt idx="49591">140.96000000000001</cx:pt>
          <cx:pt idx="49592">135.91999999999999</cx:pt>
          <cx:pt idx="49593">245.81</cx:pt>
          <cx:pt idx="49594">140.96000000000001</cx:pt>
          <cx:pt idx="49595">81.450000000000003</cx:pt>
          <cx:pt idx="49596">101.94</cx:pt>
          <cx:pt idx="49597">65.989999999999995</cx:pt>
          <cx:pt idx="49598">65.989999999999995</cx:pt>
          <cx:pt idx="49599">101.94</cx:pt>
          <cx:pt idx="49600">65.989999999999995</cx:pt>
          <cx:pt idx="49601">81.450000000000003</cx:pt>
          <cx:pt idx="49602">65.989999999999995</cx:pt>
          <cx:pt idx="49603">79.980000000000004</cx:pt>
          <cx:pt idx="49604">51.490000000000002</cx:pt>
          <cx:pt idx="49605">11.99</cx:pt>
          <cx:pt idx="49606">53.659999999999997</cx:pt>
          <cx:pt idx="49607">131.97999999999999</cx:pt>
          <cx:pt idx="49608">131.97999999999999</cx:pt>
          <cx:pt idx="49609">65.989999999999995</cx:pt>
          <cx:pt idx="49610">245.81</cx:pt>
          <cx:pt idx="49611">11.99</cx:pt>
          <cx:pt idx="49612">79.980000000000004</cx:pt>
          <cx:pt idx="49613">13.279999999999999</cx:pt>
          <cx:pt idx="49614">9.0500000000000007</cx:pt>
          <cx:pt idx="49615">79.849999999999994</cx:pt>
          <cx:pt idx="49616">159.69999999999999</cx:pt>
          <cx:pt idx="49617">159.69999999999999</cx:pt>
          <cx:pt idx="49618">8.2400000000000002</cx:pt>
          <cx:pt idx="49619">8.7400000000000002</cx:pt>
          <cx:pt idx="49620">12.49</cx:pt>
          <cx:pt idx="49621">12.49</cx:pt>
          <cx:pt idx="49622">131.97999999999999</cx:pt>
          <cx:pt idx="49623">131.97999999999999</cx:pt>
          <cx:pt idx="49624">116.95999999999999</cx:pt>
          <cx:pt idx="49625">94.200000000000003</cx:pt>
          <cx:pt idx="49626">172.97</cx:pt>
          <cx:pt idx="49627">197.97</cx:pt>
          <cx:pt idx="49628">115.98</cx:pt>
          <cx:pt idx="49629">224.94</cx:pt>
          <cx:pt idx="49630">13.49</cx:pt>
          <cx:pt idx="49631">13.289999999999999</cx:pt>
          <cx:pt idx="49632">13.289999999999999</cx:pt>
          <cx:pt idx="49633">13.289999999999999</cx:pt>
          <cx:pt idx="49634">13.289999999999999</cx:pt>
          <cx:pt idx="49635">180.16</cx:pt>
          <cx:pt idx="49636">69.980000000000004</cx:pt>
          <cx:pt idx="49637">149.97</cx:pt>
          <cx:pt idx="49638">113.01000000000001</cx:pt>
          <cx:pt idx="49639">132.00999999999999</cx:pt>
          <cx:pt idx="49640">235.94</cx:pt>
          <cx:pt idx="49641">145.96000000000001</cx:pt>
          <cx:pt idx="49642">165.34</cx:pt>
          <cx:pt idx="49643">135.96000000000001</cx:pt>
          <cx:pt idx="49644">13.289999999999999</cx:pt>
          <cx:pt idx="49645">13.27</cx:pt>
          <cx:pt idx="49646">12.289999999999999</cx:pt>
          <cx:pt idx="49647">12.289999999999999</cx:pt>
          <cx:pt idx="49648">11.09</cx:pt>
          <cx:pt idx="49649">138.58000000000001</cx:pt>
          <cx:pt idx="49650">108.15000000000001</cx:pt>
          <cx:pt idx="49651">84.989999999999995</cx:pt>
          <cx:pt idx="49652">76.489999999999995</cx:pt>
          <cx:pt idx="49653">99.969999999999999</cx:pt>
          <cx:pt idx="49654">79.980000000000004</cx:pt>
          <cx:pt idx="49655">84.989999999999995</cx:pt>
          <cx:pt idx="49656">65.989999999999995</cx:pt>
          <cx:pt idx="49657">155.96000000000001</cx:pt>
          <cx:pt idx="49658">124.18000000000001</cx:pt>
          <cx:pt idx="49659">63.329999999999998</cx:pt>
          <cx:pt idx="49660">164.06</cx:pt>
          <cx:pt idx="49661">11.49</cx:pt>
          <cx:pt idx="49662">11.49</cx:pt>
          <cx:pt idx="49663">11.49</cx:pt>
          <cx:pt idx="49664">11.49</cx:pt>
          <cx:pt idx="49665">11.49</cx:pt>
          <cx:pt idx="49666">96.780000000000001</cx:pt>
          <cx:pt idx="49667">96.780000000000001</cx:pt>
          <cx:pt idx="49668">96.780000000000001</cx:pt>
          <cx:pt idx="49669">96.780000000000001</cx:pt>
          <cx:pt idx="49670">96.780000000000001</cx:pt>
          <cx:pt idx="49671">78.620000000000005</cx:pt>
          <cx:pt idx="49672">96.780000000000001</cx:pt>
          <cx:pt idx="49673">96.780000000000001</cx:pt>
          <cx:pt idx="49674">11.49</cx:pt>
          <cx:pt idx="49675">11.49</cx:pt>
          <cx:pt idx="49676">11.49</cx:pt>
          <cx:pt idx="49677">11.49</cx:pt>
          <cx:pt idx="49678">11.49</cx:pt>
          <cx:pt idx="49679">11.49</cx:pt>
          <cx:pt idx="49680">11.49</cx:pt>
          <cx:pt idx="49681">11.49</cx:pt>
          <cx:pt idx="49682">89.980000000000004</cx:pt>
          <cx:pt idx="49683">110.98</cx:pt>
          <cx:pt idx="49684">75.969999999999999</cx:pt>
          <cx:pt idx="49685">96.980000000000004</cx:pt>
          <cx:pt idx="49686">104.97</cx:pt>
          <cx:pt idx="49687">140.97</cx:pt>
          <cx:pt idx="49688">103.97</cx:pt>
          <cx:pt idx="49689">74.980000000000004</cx:pt>
          <cx:pt idx="49690">63.979999999999997</cx:pt>
          <cx:pt idx="49691">199.05000000000001</cx:pt>
          <cx:pt idx="49692">89.980000000000004</cx:pt>
          <cx:pt idx="49693">162.94999999999999</cx:pt>
          <cx:pt idx="49694">65.980000000000004</cx:pt>
          <cx:pt idx="49695">11.289999999999999</cx:pt>
          <cx:pt idx="49696">11.289999999999999</cx:pt>
          <cx:pt idx="49697">11.289999999999999</cx:pt>
          <cx:pt idx="49698">11.289999999999999</cx:pt>
          <cx:pt idx="49699">95.980000000000004</cx:pt>
          <cx:pt idx="49700">84.989999999999995</cx:pt>
          <cx:pt idx="49701">54.979999999999997</cx:pt>
          <cx:pt idx="49702">149.97</cx:pt>
          <cx:pt idx="49703">84.989999999999995</cx:pt>
          <cx:pt idx="49704">169.97999999999999</cx:pt>
          <cx:pt idx="49705">99.980000000000004</cx:pt>
          <cx:pt idx="49706">99.980000000000004</cx:pt>
          <cx:pt idx="49707">139.97999999999999</cx:pt>
          <cx:pt idx="49708">134.18000000000001</cx:pt>
          <cx:pt idx="49709">84.989999999999995</cx:pt>
          <cx:pt idx="49710">84.989999999999995</cx:pt>
          <cx:pt idx="49711">99.980000000000004</cx:pt>
          <cx:pt idx="49712">114.98</cx:pt>
          <cx:pt idx="49713">121.48</cx:pt>
          <cx:pt idx="49714">12.08</cx:pt>
          <cx:pt idx="49715">12.08</cx:pt>
          <cx:pt idx="49716">12.08</cx:pt>
          <cx:pt idx="49717">11.49</cx:pt>
          <cx:pt idx="49718">11.49</cx:pt>
          <cx:pt idx="49719">11.49</cx:pt>
          <cx:pt idx="49720">10.49</cx:pt>
          <cx:pt idx="49721">10.49</cx:pt>
          <cx:pt idx="49722">91.980000000000004</cx:pt>
          <cx:pt idx="49723">113.97</cx:pt>
          <cx:pt idx="49724">153.90000000000001</cx:pt>
          <cx:pt idx="49725">56.979999999999997</cx:pt>
          <cx:pt idx="49726">71.980000000000004</cx:pt>
          <cx:pt idx="49727">71.980000000000004</cx:pt>
          <cx:pt idx="49728">71.980000000000004</cx:pt>
          <cx:pt idx="49729">159.97999999999999</cx:pt>
          <cx:pt idx="49730">115.98</cx:pt>
          <cx:pt idx="49731">107.97</cx:pt>
          <cx:pt idx="49732">137.97</cx:pt>
          <cx:pt idx="49733">159.97999999999999</cx:pt>
          <cx:pt idx="49734">10.48</cx:pt>
          <cx:pt idx="49735">10.49</cx:pt>
          <cx:pt idx="49736">10.289999999999999</cx:pt>
          <cx:pt idx="49737">83.969999999999999</cx:pt>
          <cx:pt idx="49738">61.479999999999997</cx:pt>
          <cx:pt idx="49739">60.479999999999997</cx:pt>
          <cx:pt idx="49740">61.979999999999997</cx:pt>
          <cx:pt idx="49741">59.479999999999997</cx:pt>
          <cx:pt idx="49742">99.620000000000005</cx:pt>
          <cx:pt idx="49743">113.95999999999999</cx:pt>
          <cx:pt idx="49744">67.079999999999998</cx:pt>
          <cx:pt idx="49745">55.979999999999997</cx:pt>
          <cx:pt idx="49746">81.200000000000003</cx:pt>
          <cx:pt idx="49747">123.95999999999999</cx:pt>
          <cx:pt idx="49748">188.03999999999999</cx:pt>
          <cx:pt idx="49749">115.95999999999999</cx:pt>
          <cx:pt idx="49750">92.969999999999999</cx:pt>
          <cx:pt idx="49751">83.969999999999999</cx:pt>
          <cx:pt idx="49752">86.969999999999999</cx:pt>
          <cx:pt idx="49753">59.979999999999997</cx:pt>
          <cx:pt idx="49754">145.44999999999999</cx:pt>
          <cx:pt idx="49755">10.289999999999999</cx:pt>
          <cx:pt idx="49756">10.289999999999999</cx:pt>
          <cx:pt idx="49757">10.289999999999999</cx:pt>
          <cx:pt idx="49758">10.289999999999999</cx:pt>
          <cx:pt idx="49759">170.94999999999999</cx:pt>
          <cx:pt idx="49760">149.97</cx:pt>
          <cx:pt idx="49761">152.11000000000001</cx:pt>
          <cx:pt idx="49762">185.94999999999999</cx:pt>
          <cx:pt idx="49763">218.94</cx:pt>
          <cx:pt idx="49764">152.96000000000001</cx:pt>
          <cx:pt idx="49765">134.97</cx:pt>
          <cx:pt idx="49766">10.869999999999999</cx:pt>
          <cx:pt idx="49767">10.869999999999999</cx:pt>
          <cx:pt idx="49768">10.869999999999999</cx:pt>
          <cx:pt idx="49769">10.85</cx:pt>
          <cx:pt idx="49770">10.49</cx:pt>
          <cx:pt idx="49771">10.49</cx:pt>
          <cx:pt idx="49772">10.49</cx:pt>
          <cx:pt idx="49773">62.969999999999999</cx:pt>
          <cx:pt idx="49774">84.989999999999995</cx:pt>
          <cx:pt idx="49775">59.979999999999997</cx:pt>
          <cx:pt idx="49776">26.289999999999999</cx:pt>
          <cx:pt idx="49777">84.989999999999995</cx:pt>
          <cx:pt idx="49778">77.950000000000003</cx:pt>
          <cx:pt idx="49779">90.980000000000004</cx:pt>
          <cx:pt idx="49780">134.97</cx:pt>
          <cx:pt idx="49781">84.989999999999995</cx:pt>
          <cx:pt idx="49782">84.989999999999995</cx:pt>
          <cx:pt idx="49783">59.700000000000003</cx:pt>
          <cx:pt idx="49784">84.989999999999995</cx:pt>
          <cx:pt idx="49785">9.4900000000000002</cx:pt>
          <cx:pt idx="49786">9.4900000000000002</cx:pt>
          <cx:pt idx="49787">9.4900000000000002</cx:pt>
          <cx:pt idx="49788">9.4900000000000002</cx:pt>
          <cx:pt idx="49789">9.4900000000000002</cx:pt>
          <cx:pt idx="49790">84.989999999999995</cx:pt>
          <cx:pt idx="49791">114.97</cx:pt>
          <cx:pt idx="49792">128.96000000000001</cx:pt>
          <cx:pt idx="49793">137.97999999999999</cx:pt>
          <cx:pt idx="49794">96.469999999999999</cx:pt>
          <cx:pt idx="49795">129.96000000000001</cx:pt>
          <cx:pt idx="49796">158.78</cx:pt>
          <cx:pt idx="49797">169.97999999999999</cx:pt>
          <cx:pt idx="49798">169.97999999999999</cx:pt>
          <cx:pt idx="49799">138.55000000000001</cx:pt>
          <cx:pt idx="49800">169.97999999999999</cx:pt>
          <cx:pt idx="49801">9.4900000000000002</cx:pt>
          <cx:pt idx="49802">9.4900000000000002</cx:pt>
          <cx:pt idx="49803">9.4900000000000002</cx:pt>
          <cx:pt idx="49804">9.2899999999999991</cx:pt>
          <cx:pt idx="49805">9.2899999999999991</cx:pt>
          <cx:pt idx="49806">9.2899999999999991</cx:pt>
          <cx:pt idx="49807">41.289999999999999</cx:pt>
          <cx:pt idx="49808">41.289999999999999</cx:pt>
          <cx:pt idx="49809">120.98</cx:pt>
          <cx:pt idx="49810">9.2899999999999991</cx:pt>
          <cx:pt idx="49811">9.2899999999999991</cx:pt>
          <cx:pt idx="49812">9.2899999999999991</cx:pt>
          <cx:pt idx="49813">9.2899999999999991</cx:pt>
          <cx:pt idx="49814">179.96000000000001</cx:pt>
          <cx:pt idx="49815">134.97</cx:pt>
          <cx:pt idx="49816">179.96000000000001</cx:pt>
          <cx:pt idx="49817">137.25999999999999</cx:pt>
          <cx:pt idx="49818">43.280000000000001</cx:pt>
          <cx:pt idx="49819">85.209999999999994</cx:pt>
          <cx:pt idx="49820">134.97</cx:pt>
          <cx:pt idx="49821">105.26000000000001</cx:pt>
          <cx:pt idx="49822">69.980000000000004</cx:pt>
          <cx:pt idx="49823">79.980000000000004</cx:pt>
          <cx:pt idx="49824">89.980000000000004</cx:pt>
          <cx:pt idx="49825">89.980000000000004</cx:pt>
          <cx:pt idx="49826">134.97</cx:pt>
          <cx:pt idx="49827">89.980000000000004</cx:pt>
          <cx:pt idx="49828">134.97</cx:pt>
          <cx:pt idx="49829">9.6600000000000001</cx:pt>
          <cx:pt idx="49830">9.6600000000000001</cx:pt>
          <cx:pt idx="49831">9.6600000000000001</cx:pt>
          <cx:pt idx="49832">9.6600000000000001</cx:pt>
          <cx:pt idx="49833">44.990000000000002</cx:pt>
          <cx:pt idx="49834">164.96000000000001</cx:pt>
          <cx:pt idx="49835">159.94</cx:pt>
          <cx:pt idx="49836">238.96000000000001</cx:pt>
          <cx:pt idx="49837">65.989999999999995</cx:pt>
          <cx:pt idx="49838">80.980000000000004</cx:pt>
          <cx:pt idx="49839">8.4900000000000002</cx:pt>
          <cx:pt idx="49840">8.4900000000000002</cx:pt>
          <cx:pt idx="49841">8.4900000000000002</cx:pt>
          <cx:pt idx="49842">8.4900000000000002</cx:pt>
          <cx:pt idx="49843">8.4900000000000002</cx:pt>
          <cx:pt idx="49844">8.4900000000000002</cx:pt>
          <cx:pt idx="49845">8.2899999999999991</cx:pt>
          <cx:pt idx="49846">8.2899999999999991</cx:pt>
          <cx:pt idx="49847">8.2899999999999991</cx:pt>
          <cx:pt idx="49848">159.69999999999999</cx:pt>
          <cx:pt idx="49849">163.75</cx:pt>
          <cx:pt idx="49850">159.69999999999999</cx:pt>
          <cx:pt idx="49851">159.69999999999999</cx:pt>
          <cx:pt idx="49852">159.69999999999999</cx:pt>
          <cx:pt idx="49853">181.46000000000001</cx:pt>
          <cx:pt idx="49854">159.69999999999999</cx:pt>
          <cx:pt idx="49855">78.620000000000005</cx:pt>
          <cx:pt idx="49856">8.4900000000000002</cx:pt>
          <cx:pt idx="49857">8.4900000000000002</cx:pt>
          <cx:pt idx="49858">7.9900000000000002</cx:pt>
          <cx:pt idx="49859">7.46</cx:pt>
          <cx:pt idx="49860">7.6900000000000004</cx:pt>
          <cx:pt idx="49861">7.2400000000000002</cx:pt>
          <cx:pt idx="49862">13.24</cx:pt>
          <cx:pt idx="49863">-10.99</cx:pt>
          <cx:pt idx="49864">6.4900000000000002</cx:pt>
          <cx:pt idx="49865">6.4900000000000002</cx:pt>
          <cx:pt idx="49866">119.97</cx:pt>
          <cx:pt idx="49867">59.979999999999997</cx:pt>
          <cx:pt idx="49868">147.94999999999999</cx:pt>
          <cx:pt idx="49869">190.96000000000001</cx:pt>
          <cx:pt idx="49870">59.969999999999999</cx:pt>
          <cx:pt idx="49871">84.969999999999999</cx:pt>
          <cx:pt idx="49872">64.969999999999999</cx:pt>
          <cx:pt idx="49873">119.97</cx:pt>
          <cx:pt idx="49874">93.969999999999999</cx:pt>
          <cx:pt idx="49875">-59.960000000000001</cx:pt>
          <cx:pt idx="49876">74.950000000000003</cx:pt>
          <cx:pt idx="49877">6.2800000000000002</cx:pt>
          <cx:pt idx="49878">5.4800000000000004</cx:pt>
          <cx:pt idx="49879">16.739999999999998</cx:pt>
          <cx:pt idx="49880">-15.99</cx:pt>
          <cx:pt idx="49881">106.56</cx:pt>
          <cx:pt idx="49882">132.83000000000001</cx:pt>
          <cx:pt idx="49883">205.63</cx:pt>
          <cx:pt idx="49884">137.56</cx:pt>
          <cx:pt idx="49885">229.81999999999999</cx:pt>
          <cx:pt idx="49886">131.84</cx:pt>
          <cx:pt idx="49887">147.59999999999999</cx:pt>
          <cx:pt idx="49888">132.83000000000001</cx:pt>
          <cx:pt idx="49889">5.1799999999999997</cx:pt>
          <cx:pt idx="49890">54.950000000000003</cx:pt>
          <cx:pt idx="49891">54.950000000000003</cx:pt>
          <cx:pt idx="49892">23.280000000000001</cx:pt>
          <cx:pt idx="49893">23.280000000000001</cx:pt>
          <cx:pt idx="49894">54.950000000000003</cx:pt>
          <cx:pt idx="49895">57.960000000000001</cx:pt>
          <cx:pt idx="49896">50.439999999999998</cx:pt>
          <cx:pt idx="49897">50.439999999999998</cx:pt>
          <cx:pt idx="49898">57.960000000000001</cx:pt>
          <cx:pt idx="49899">54.950000000000003</cx:pt>
          <cx:pt idx="49900">54.950000000000003</cx:pt>
          <cx:pt idx="49901">45.259999999999998</cx:pt>
          <cx:pt idx="49902">54.950000000000003</cx:pt>
          <cx:pt idx="49903">45.259999999999998</cx:pt>
          <cx:pt idx="49904">54.950000000000003</cx:pt>
          <cx:pt idx="49905">54.950000000000003</cx:pt>
          <cx:pt idx="49906">54.950000000000003</cx:pt>
          <cx:pt idx="49907">49.939999999999998</cx:pt>
          <cx:pt idx="49908">49.939999999999998</cx:pt>
          <cx:pt idx="49909">59.960000000000001</cx:pt>
          <cx:pt idx="49910">60.990000000000002</cx:pt>
          <cx:pt idx="49911">60.990000000000002</cx:pt>
          <cx:pt idx="49912">54.950000000000003</cx:pt>
          <cx:pt idx="49913">59.960000000000001</cx:pt>
          <cx:pt idx="49914">59.960000000000001</cx:pt>
          <cx:pt idx="49915">54.950000000000003</cx:pt>
          <cx:pt idx="49916">54.950000000000003</cx:pt>
          <cx:pt idx="49917">54.950000000000003</cx:pt>
          <cx:pt idx="49918">59.960000000000001</cx:pt>
          <cx:pt idx="49919">54.950000000000003</cx:pt>
          <cx:pt idx="49920">54.950000000000003</cx:pt>
          <cx:pt idx="49921">54.950000000000003</cx:pt>
          <cx:pt idx="49922">54.950000000000003</cx:pt>
          <cx:pt idx="49923">54.950000000000003</cx:pt>
          <cx:pt idx="49924">2.79</cx:pt>
          <cx:pt idx="49925">88.239999999999995</cx:pt>
          <cx:pt idx="49926">88.170000000000002</cx:pt>
          <cx:pt idx="49927">80.969999999999999</cx:pt>
          <cx:pt idx="49928">87.870000000000005</cx:pt>
          <cx:pt idx="49929">82.140000000000001</cx:pt>
          <cx:pt idx="49930">88.590000000000003</cx:pt>
          <cx:pt idx="49931">88.769999999999996</cx:pt>
          <cx:pt idx="49932">81.840000000000003</cx:pt>
          <cx:pt idx="49933">89.969999999999999</cx:pt>
          <cx:pt idx="49934">119.95999999999999</cx:pt>
          <cx:pt idx="49935">79.069999999999993</cx:pt>
          <cx:pt idx="49936">112.18000000000001</cx:pt>
          <cx:pt idx="49937">84.170000000000002</cx:pt>
          <cx:pt idx="49938">89.969999999999999</cx:pt>
          <cx:pt idx="49939">89.969999999999999</cx:pt>
          <cx:pt idx="49940">137.94999999999999</cx:pt>
          <cx:pt idx="49941">119.06</cx:pt>
          <cx:pt idx="49942">77.120000000000005</cx:pt>
          <cx:pt idx="49943">12.08</cx:pt>
          <cx:pt idx="49944">8.9900000000000002</cx:pt>
          <cx:pt idx="49945">-12.08</cx:pt>
          <cx:pt idx="49946">104.97</cx:pt>
          <cx:pt idx="49947">-89.969999999999999</cx:pt>
          <cx:pt idx="49948">89.969999999999999</cx:pt>
          <cx:pt idx="49949">46.490000000000002</cx:pt>
          <cx:pt idx="49950">-46.490000000000002</cx:pt>
          <cx:pt idx="49951">-40.229999999999997</cx:pt>
          <cx:pt idx="49952">40.229999999999997</cx:pt>
          <cx:pt idx="49953">69.969999999999999</cx:pt>
          <cx:pt idx="49954">61.479999999999997</cx:pt>
          <cx:pt idx="49955">51.960000000000001</cx:pt>
          <cx:pt idx="49956">49.93</cx:pt>
          <cx:pt idx="49957">49.990000000000002</cx:pt>
          <cx:pt idx="49958">65.989999999999995</cx:pt>
          <cx:pt idx="49959">161.94999999999999</cx:pt>
          <cx:pt idx="49960">61.979999999999997</cx:pt>
          <cx:pt idx="49961">49.990000000000002</cx:pt>
          <cx:pt idx="49962">168.47</cx:pt>
          <cx:pt idx="49963">77.959999999999994</cx:pt>
          <cx:pt idx="49964">46.490000000000002</cx:pt>
          <cx:pt idx="49965">62.979999999999997</cx:pt>
          <cx:pt idx="49966">61.979999999999997</cx:pt>
          <cx:pt idx="49967">50.979999999999997</cx:pt>
          <cx:pt idx="49968">33.960000000000001</cx:pt>
          <cx:pt idx="49969">53.960000000000001</cx:pt>
          <cx:pt idx="49970">113.7</cx:pt>
          <cx:pt idx="49971">55.979999999999997</cx:pt>
          <cx:pt idx="49972">61.979999999999997</cx:pt>
          <cx:pt idx="49973">68.870000000000005</cx:pt>
          <cx:pt idx="49974">64.090000000000003</cx:pt>
          <cx:pt idx="49975">94.329999999999998</cx:pt>
          <cx:pt idx="49976">79.840000000000003</cx:pt>
          <cx:pt idx="49977">61.979999999999997</cx:pt>
          <cx:pt idx="49978">65.989999999999995</cx:pt>
          <cx:pt idx="49979">53.979999999999997</cx:pt>
          <cx:pt idx="49980">132.96000000000001</cx:pt>
          <cx:pt idx="49981">57.979999999999997</cx:pt>
          <cx:pt idx="49982">31.289999999999999</cx:pt>
          <cx:pt idx="49983">84.659999999999997</cx:pt>
          <cx:pt idx="49984">71.969999999999999</cx:pt>
          <cx:pt idx="49985">68.959999999999994</cx:pt>
          <cx:pt idx="49986">-74.980000000000004</cx:pt>
          <cx:pt idx="49987">25.489999999999998</cx:pt>
          <cx:pt idx="49988">55.420000000000002</cx:pt>
          <cx:pt idx="49989">52.979999999999997</cx:pt>
          <cx:pt idx="49990">119.95999999999999</cx:pt>
          <cx:pt idx="49991">58.979999999999997</cx:pt>
          <cx:pt idx="49992">109</cx:pt>
          <cx:pt idx="49993">79.849999999999994</cx:pt>
          <cx:pt idx="49994">77.969999999999999</cx:pt>
          <cx:pt idx="49995">64.969999999999999</cx:pt>
          <cx:pt idx="49996">85.890000000000001</cx:pt>
          <cx:pt idx="49997">173.94</cx:pt>
          <cx:pt idx="49998">150.97999999999999</cx:pt>
          <cx:pt idx="49999">61.979999999999997</cx:pt>
          <cx:pt idx="50000">22.23</cx:pt>
          <cx:pt idx="50001">61.979999999999997</cx:pt>
          <cx:pt idx="50002">-78.269999999999996</cx:pt>
          <cx:pt idx="50003">119.95999999999999</cx:pt>
          <cx:pt idx="50004">151.74000000000001</cx:pt>
          <cx:pt idx="50005">74.980000000000004</cx:pt>
          <cx:pt idx="50006">57.759999999999998</cx:pt>
          <cx:pt idx="50007">59.979999999999997</cx:pt>
          <cx:pt idx="50008">50.189999999999998</cx:pt>
          <cx:pt idx="50009">83.969999999999999</cx:pt>
          <cx:pt idx="50010">52.340000000000003</cx:pt>
          <cx:pt idx="50011">51.979999999999997</cx:pt>
          <cx:pt idx="50012">119.95999999999999</cx:pt>
          <cx:pt idx="50013">59.979999999999997</cx:pt>
          <cx:pt idx="50014">51.979999999999997</cx:pt>
          <cx:pt idx="50015">71.969999999999999</cx:pt>
          <cx:pt idx="50016">65.989999999999995</cx:pt>
          <cx:pt idx="50017">89.969999999999999</cx:pt>
          <cx:pt idx="50018">80.980000000000004</cx:pt>
          <cx:pt idx="50019">199.97</cx:pt>
          <cx:pt idx="50020">83.469999999999999</cx:pt>
          <cx:pt idx="50021">53.979999999999997</cx:pt>
          <cx:pt idx="50022">84.980000000000004</cx:pt>
          <cx:pt idx="50023">104.95</cx:pt>
          <cx:pt idx="50024">58.979999999999997</cx:pt>
          <cx:pt idx="50025">71.969999999999999</cx:pt>
          <cx:pt idx="50026">81.469999999999999</cx:pt>
          <cx:pt idx="50027">100.98</cx:pt>
          <cx:pt idx="50028">89.790000000000006</cx:pt>
          <cx:pt idx="50029">140.37</cx:pt>
          <cx:pt idx="50030">59.979999999999997</cx:pt>
          <cx:pt idx="50031">41.490000000000002</cx:pt>
          <cx:pt idx="50032">69.989999999999995</cx:pt>
          <cx:pt idx="50033">138.19</cx:pt>
          <cx:pt idx="50034">111.95999999999999</cx:pt>
          <cx:pt idx="50035">55.979999999999997</cx:pt>
          <cx:pt idx="50036">58.979999999999997</cx:pt>
          <cx:pt idx="50037">83.969999999999999</cx:pt>
          <cx:pt idx="50038">92.969999999999999</cx:pt>
          <cx:pt idx="50039">95.379999999999995</cx:pt>
          <cx:pt idx="50040">95.959999999999994</cx:pt>
          <cx:pt idx="50041">32.490000000000002</cx:pt>
          <cx:pt idx="50042">93.959999999999994</cx:pt>
          <cx:pt idx="50043">21.489999999999998</cx:pt>
          <cx:pt idx="50044">19.489999999999998</cx:pt>
          <cx:pt idx="50045">70.159999999999997</cx:pt>
          <cx:pt idx="50046">101.95999999999999</cx:pt>
          <cx:pt idx="50047">120.45999999999999</cx:pt>
          <cx:pt idx="50048">55.979999999999997</cx:pt>
          <cx:pt idx="50049">31.489999999999998</cx:pt>
          <cx:pt idx="50050">54.950000000000003</cx:pt>
          <cx:pt idx="50051">65.980000000000004</cx:pt>
          <cx:pt idx="50052">61.32</cx:pt>
          <cx:pt idx="50053">52.979999999999997</cx:pt>
          <cx:pt idx="50054">54.979999999999997</cx:pt>
          <cx:pt idx="50055">84.680000000000007</cx:pt>
          <cx:pt idx="50056">207.91999999999999</cx:pt>
          <cx:pt idx="50057">38.700000000000003</cx:pt>
          <cx:pt idx="50058">179.94</cx:pt>
          <cx:pt idx="50059">123.95999999999999</cx:pt>
          <cx:pt idx="50060">83.969999999999999</cx:pt>
          <cx:pt idx="50061">49.990000000000002</cx:pt>
          <cx:pt idx="50062">61.979999999999997</cx:pt>
          <cx:pt idx="50063">119.95999999999999</cx:pt>
          <cx:pt idx="50064">70.140000000000001</cx:pt>
          <cx:pt idx="50065">120.97</cx:pt>
          <cx:pt idx="50066">155.94</cx:pt>
          <cx:pt idx="50067">206.86000000000001</cx:pt>
          <cx:pt idx="50068">55.979999999999997</cx:pt>
          <cx:pt idx="50069">65.989999999999995</cx:pt>
          <cx:pt idx="50070">29.489999999999998</cx:pt>
          <cx:pt idx="50071">76.959999999999994</cx:pt>
          <cx:pt idx="50072">135.97</cx:pt>
          <cx:pt idx="50073">34.479999999999997</cx:pt>
          <cx:pt idx="50074">64.959999999999994</cx:pt>
          <cx:pt idx="50075">188.93000000000001</cx:pt>
          <cx:pt idx="50076">129.94999999999999</cx:pt>
          <cx:pt idx="50077">83.969999999999999</cx:pt>
          <cx:pt idx="50078">55.979999999999997</cx:pt>
          <cx:pt idx="50079">53.979999999999997</cx:pt>
          <cx:pt idx="50080">17.289999999999999</cx:pt>
          <cx:pt idx="50081">-51.979999999999997</cx:pt>
          <cx:pt idx="50082">55.979999999999997</cx:pt>
          <cx:pt idx="50083">50.939999999999998</cx:pt>
          <cx:pt idx="50084">149.94999999999999</cx:pt>
          <cx:pt idx="50085">84.980000000000004</cx:pt>
          <cx:pt idx="50086">74.980000000000004</cx:pt>
          <cx:pt idx="50087">56.950000000000003</cx:pt>
          <cx:pt idx="50088">46.890000000000001</cx:pt>
          <cx:pt idx="50089">53.979999999999997</cx:pt>
          <cx:pt idx="50090">167.94</cx:pt>
          <cx:pt idx="50091">299.89999999999998</cx:pt>
          <cx:pt idx="50092">30.489999999999998</cx:pt>
          <cx:pt idx="50093">139.97</cx:pt>
          <cx:pt idx="50094">68.069999999999993</cx:pt>
          <cx:pt idx="50095">106.97</cx:pt>
          <cx:pt idx="50096">59.979999999999997</cx:pt>
          <cx:pt idx="50097">55.979999999999997</cx:pt>
          <cx:pt idx="50098">86.269999999999996</cx:pt>
          <cx:pt idx="50099">53.880000000000003</cx:pt>
          <cx:pt idx="50100">662.75</cx:pt>
          <cx:pt idx="50101">120.45999999999999</cx:pt>
          <cx:pt idx="50102">108.97</cx:pt>
          <cx:pt idx="50103">116.06</cx:pt>
          <cx:pt idx="50104">89.969999999999999</cx:pt>
          <cx:pt idx="50105">123.95999999999999</cx:pt>
          <cx:pt idx="50106">169.97999999999999</cx:pt>
          <cx:pt idx="50107">-79.980000000000004</cx:pt>
          <cx:pt idx="50108">69.120000000000005</cx:pt>
          <cx:pt idx="50109">99.980000000000004</cx:pt>
          <cx:pt idx="50110">137.94999999999999</cx:pt>
          <cx:pt idx="50111">0</cx:pt>
          <cx:pt idx="50112">59.979999999999997</cx:pt>
          <cx:pt idx="50113">64.980000000000004</cx:pt>
          <cx:pt idx="50114">56.479999999999997</cx:pt>
          <cx:pt idx="50115">32.289999999999999</cx:pt>
          <cx:pt idx="50116">185.94</cx:pt>
          <cx:pt idx="50117">0</cx:pt>
          <cx:pt idx="50118">18.239999999999998</cx:pt>
          <cx:pt idx="50119">-64.980000000000004</cx:pt>
          <cx:pt idx="50120">119.95999999999999</cx:pt>
          <cx:pt idx="50121">173.94999999999999</cx:pt>
          <cx:pt idx="50122">121.95</cx:pt>
          <cx:pt idx="50123">187.13</cx:pt>
          <cx:pt idx="50124">131.97999999999999</cx:pt>
          <cx:pt idx="50125">79.969999999999999</cx:pt>
          <cx:pt idx="50126">171.65000000000001</cx:pt>
          <cx:pt idx="50127">89.969999999999999</cx:pt>
          <cx:pt idx="50128">-15</cx:pt>
          <cx:pt idx="50129">155.94</cx:pt>
          <cx:pt idx="50130">65.989999999999995</cx:pt>
          <cx:pt idx="50131">61.979999999999997</cx:pt>
          <cx:pt idx="50132">61.979999999999997</cx:pt>
          <cx:pt idx="50133">51.979999999999997</cx:pt>
          <cx:pt idx="50134">84.659999999999997</cx:pt>
          <cx:pt idx="50135">63.979999999999997</cx:pt>
          <cx:pt idx="50136">79.019999999999996</cx:pt>
          <cx:pt idx="50137">94.969999999999999</cx:pt>
          <cx:pt idx="50138">16.489999999999998</cx:pt>
          <cx:pt idx="50139">95.939999999999998</cx:pt>
          <cx:pt idx="50140">69.980000000000004</cx:pt>
          <cx:pt idx="50141">85.969999999999999</cx:pt>
          <cx:pt idx="50142">51.289999999999999</cx:pt>
          <cx:pt idx="50143">42.490000000000002</cx:pt>
          <cx:pt idx="50144">89.969999999999999</cx:pt>
          <cx:pt idx="50145">137.94999999999999</cx:pt>
          <cx:pt idx="50146">17.489999999999998</cx:pt>
          <cx:pt idx="50147">68.969999999999999</cx:pt>
          <cx:pt idx="50148">94.950000000000003</cx:pt>
          <cx:pt idx="50149">64.980000000000004</cx:pt>
          <cx:pt idx="50150">92.969999999999999</cx:pt>
          <cx:pt idx="50151">30.239999999999998</cx:pt>
          <cx:pt idx="50152">49.880000000000003</cx:pt>
          <cx:pt idx="50153">89.969999999999999</cx:pt>
          <cx:pt idx="50154">60.469999999999999</cx:pt>
          <cx:pt idx="50155">49.979999999999997</cx:pt>
          <cx:pt idx="50156">51.979999999999997</cx:pt>
          <cx:pt idx="50157">95.969999999999999</cx:pt>
          <cx:pt idx="50158">83.379999999999995</cx:pt>
          <cx:pt idx="50159">56.93</cx:pt>
          <cx:pt idx="50160">61.950000000000003</cx:pt>
          <cx:pt idx="50161">23.239999999999998</cx:pt>
          <cx:pt idx="50162">-54.990000000000002</cx:pt>
          <cx:pt idx="50163">111.95999999999999</cx:pt>
          <cx:pt idx="50164">114.55</cx:pt>
          <cx:pt idx="50165">89.969999999999999</cx:pt>
          <cx:pt idx="50166">31.48</cx:pt>
          <cx:pt idx="50167">64.480000000000004</cx:pt>
          <cx:pt idx="50168">65.299999999999997</cx:pt>
          <cx:pt idx="50169">89.980000000000004</cx:pt>
          <cx:pt idx="50170">37.469999999999999</cx:pt>
          <cx:pt idx="50171">77.969999999999999</cx:pt>
          <cx:pt idx="50172">66.269999999999996</cx:pt>
          <cx:pt idx="50173">74.980000000000004</cx:pt>
          <cx:pt idx="50174">28.289999999999999</cx:pt>
          <cx:pt idx="50175">67.969999999999999</cx:pt>
          <cx:pt idx="50176">263.95999999999998</cx:pt>
          <cx:pt idx="50177">59.979999999999997</cx:pt>
          <cx:pt idx="50178">29.280000000000001</cx:pt>
          <cx:pt idx="50179">188.69</cx:pt>
          <cx:pt idx="50180">59.979999999999997</cx:pt>
          <cx:pt idx="50181">115.98</cx:pt>
          <cx:pt idx="50182">89.969999999999999</cx:pt>
          <cx:pt idx="50183">119.95999999999999</cx:pt>
          <cx:pt idx="50184">55.979999999999997</cx:pt>
          <cx:pt idx="50185">77.459999999999994</cx:pt>
          <cx:pt idx="50186">178.13999999999999</cx:pt>
          <cx:pt idx="50187">81.969999999999999</cx:pt>
          <cx:pt idx="50188">39.909999999999997</cx:pt>
          <cx:pt idx="50189">94.969999999999999</cx:pt>
          <cx:pt idx="50190">59.960000000000001</cx:pt>
          <cx:pt idx="50191">65.989999999999995</cx:pt>
          <cx:pt idx="50192">92.969999999999999</cx:pt>
          <cx:pt idx="50193">118.78</cx:pt>
          <cx:pt idx="50194">79.950000000000003</cx:pt>
          <cx:pt idx="50195">86.980000000000004</cx:pt>
          <cx:pt idx="50196">61.979999999999997</cx:pt>
          <cx:pt idx="50197">71.959999999999994</cx:pt>
          <cx:pt idx="50198">64.980000000000004</cx:pt>
          <cx:pt idx="50199">65.939999999999998</cx:pt>
          <cx:pt idx="50200">66.959999999999994</cx:pt>
          <cx:pt idx="50201">72.579999999999998</cx:pt>
          <cx:pt idx="50202">88.560000000000002</cx:pt>
          <cx:pt idx="50203">74.950000000000003</cx:pt>
          <cx:pt idx="50204">89.969999999999999</cx:pt>
          <cx:pt idx="50205">75.980000000000004</cx:pt>
          <cx:pt idx="50206">55.979999999999997</cx:pt>
          <cx:pt idx="50207">89.969999999999999</cx:pt>
          <cx:pt idx="50208">159.69999999999999</cx:pt>
          <cx:pt idx="50209">37.479999999999997</cx:pt>
          <cx:pt idx="50210">154.81999999999999</cx:pt>
          <cx:pt idx="50211">29.079999999999998</cx:pt>
          <cx:pt idx="50212">95.170000000000002</cx:pt>
          <cx:pt idx="50213">84.969999999999999</cx:pt>
          <cx:pt idx="50214">120.97</cx:pt>
          <cx:pt idx="50215">83.969999999999999</cx:pt>
          <cx:pt idx="50216">136.94999999999999</cx:pt>
          <cx:pt idx="50217">277.66000000000003</cx:pt>
          <cx:pt idx="50218">89.969999999999999</cx:pt>
          <cx:pt idx="50219">148.97</cx:pt>
          <cx:pt idx="50220">61.689999999999998</cx:pt>
          <cx:pt idx="50221">143.94999999999999</cx:pt>
          <cx:pt idx="50222">103.95999999999999</cx:pt>
          <cx:pt idx="50223">101.97</cx:pt>
          <cx:pt idx="50224">131.97999999999999</cx:pt>
          <cx:pt idx="50225">59.329999999999998</cx:pt>
          <cx:pt idx="50226">249.41999999999999</cx:pt>
          <cx:pt idx="50227">114.95</cx:pt>
          <cx:pt idx="50228">167.94</cx:pt>
          <cx:pt idx="50229">28.379999999999999</cx:pt>
          <cx:pt idx="50230">31.489999999999998</cx:pt>
          <cx:pt idx="50231">53.979999999999997</cx:pt>
          <cx:pt idx="50232">55.619999999999997</cx:pt>
          <cx:pt idx="50233">56.979999999999997</cx:pt>
          <cx:pt idx="50234">41.460000000000001</cx:pt>
          <cx:pt idx="50235">79.980000000000004</cx:pt>
          <cx:pt idx="50236">107.66</cx:pt>
          <cx:pt idx="50237">134.97</cx:pt>
          <cx:pt idx="50238">59.979999999999997</cx:pt>
          <cx:pt idx="50239">207.91999999999999</cx:pt>
          <cx:pt idx="50240">72.549999999999997</cx:pt>
          <cx:pt idx="50241">43.280000000000001</cx:pt>
          <cx:pt idx="50242">47.479999999999997</cx:pt>
          <cx:pt idx="50243">55.979999999999997</cx:pt>
          <cx:pt idx="50244">59.960000000000001</cx:pt>
          <cx:pt idx="50245">65.989999999999995</cx:pt>
          <cx:pt idx="50246">22.07</cx:pt>
          <cx:pt idx="50247">121.76000000000001</cx:pt>
          <cx:pt idx="50248">145.16</cx:pt>
          <cx:pt idx="50249">25.68</cx:pt>
          <cx:pt idx="50250">72.549999999999997</cx:pt>
          <cx:pt idx="50251">83.969999999999999</cx:pt>
          <cx:pt idx="50252">55.780000000000001</cx:pt>
          <cx:pt idx="50253">72.969999999999999</cx:pt>
          <cx:pt idx="50254">50.979999999999997</cx:pt>
          <cx:pt idx="50255">11.49</cx:pt>
          <cx:pt idx="50256">66.980000000000004</cx:pt>
          <cx:pt idx="50257">68.959999999999994</cx:pt>
          <cx:pt idx="50258">26.48</cx:pt>
          <cx:pt idx="50259">89.980000000000004</cx:pt>
          <cx:pt idx="50260">63.609999999999999</cx:pt>
          <cx:pt idx="50261">152.15000000000001</cx:pt>
          <cx:pt idx="50262">65.989999999999995</cx:pt>
          <cx:pt idx="50263">55.979999999999997</cx:pt>
          <cx:pt idx="50264">95.959999999999994</cx:pt>
          <cx:pt idx="50265">52.979999999999997</cx:pt>
          <cx:pt idx="50266">70.980000000000004</cx:pt>
          <cx:pt idx="50267">95.939999999999998</cx:pt>
          <cx:pt idx="50268">61.979999999999997</cx:pt>
          <cx:pt idx="50269">59.960000000000001</cx:pt>
          <cx:pt idx="50270">65.790000000000006</cx:pt>
          <cx:pt idx="50271">56.090000000000003</cx:pt>
          <cx:pt idx="50272">82.980000000000004</cx:pt>
          <cx:pt idx="50273">59.979999999999997</cx:pt>
          <cx:pt idx="50274">99.980000000000004</cx:pt>
          <cx:pt idx="50275">55.770000000000003</cx:pt>
          <cx:pt idx="50276">20.489999999999998</cx:pt>
          <cx:pt idx="50277">27.489999999999998</cx:pt>
          <cx:pt idx="50278">17.289999999999999</cx:pt>
          <cx:pt idx="50279">61.979999999999997</cx:pt>
          <cx:pt idx="50280">58.979999999999997</cx:pt>
          <cx:pt idx="50281">26.489999999999998</cx:pt>
          <cx:pt idx="50282">77.969999999999999</cx:pt>
          <cx:pt idx="50283">102.45</cx:pt>
          <cx:pt idx="50284">25.489999999999998</cx:pt>
          <cx:pt idx="50285">59.960000000000001</cx:pt>
          <cx:pt idx="50286">54.969999999999999</cx:pt>
          <cx:pt idx="50287">24.68</cx:pt>
          <cx:pt idx="50288">72.549999999999997</cx:pt>
          <cx:pt idx="50289">31.280000000000001</cx:pt>
          <cx:pt idx="50290">65.989999999999995</cx:pt>
          <cx:pt idx="50291">123.90000000000001</cx:pt>
          <cx:pt idx="50292">55.979999999999997</cx:pt>
          <cx:pt idx="50293">207.91999999999999</cx:pt>
          <cx:pt idx="50294">55.979999999999997</cx:pt>
          <cx:pt idx="50295">131.97999999999999</cx:pt>
          <cx:pt idx="50296">51.979999999999997</cx:pt>
          <cx:pt idx="50297">119.88</cx:pt>
          <cx:pt idx="50298">100.09</cx:pt>
          <cx:pt idx="50299">55.979999999999997</cx:pt>
          <cx:pt idx="50300">99.959999999999994</cx:pt>
          <cx:pt idx="50301">117.7</cx:pt>
          <cx:pt idx="50302">55.640000000000001</cx:pt>
          <cx:pt idx="50303">63.740000000000002</cx:pt>
          <cx:pt idx="50304">27.489999999999998</cx:pt>
          <cx:pt idx="50305">185.94</cx:pt>
          <cx:pt idx="50306">59.960000000000001</cx:pt>
          <cx:pt idx="50307">65.989999999999995</cx:pt>
          <cx:pt idx="50308">101.59</cx:pt>
          <cx:pt idx="50309">61.979999999999997</cx:pt>
          <cx:pt idx="50310">167.94</cx:pt>
          <cx:pt idx="50311">55.960000000000001</cx:pt>
          <cx:pt idx="50312">27.489999999999998</cx:pt>
          <cx:pt idx="50313">192.69</cx:pt>
          <cx:pt idx="50314">25.989999999999998</cx:pt>
          <cx:pt idx="50315">61.979999999999997</cx:pt>
          <cx:pt idx="50316">119.95</cx:pt>
          <cx:pt idx="50317">142.75</cx:pt>
          <cx:pt idx="50318">15.49</cx:pt>
          <cx:pt idx="50319">55.979999999999997</cx:pt>
          <cx:pt idx="50320">40.479999999999997</cx:pt>
          <cx:pt idx="50321">33.859999999999999</cx:pt>
          <cx:pt idx="50322">34.280000000000001</cx:pt>
          <cx:pt idx="50323">59.979999999999997</cx:pt>
          <cx:pt idx="50324">89.980000000000004</cx:pt>
          <cx:pt idx="50325">53.979999999999997</cx:pt>
          <cx:pt idx="50326">105.98</cx:pt>
          <cx:pt idx="50327">46.939999999999998</cx:pt>
          <cx:pt idx="50328">21.280000000000001</cx:pt>
          <cx:pt idx="50329">20.489999999999998</cx:pt>
          <cx:pt idx="50330">65.989999999999995</cx:pt>
          <cx:pt idx="50331">134.97999999999999</cx:pt>
          <cx:pt idx="50332">283.89999999999998</cx:pt>
          <cx:pt idx="50333">299.89999999999998</cx:pt>
          <cx:pt idx="50334">17.489999999999998</cx:pt>
          <cx:pt idx="50335">58.969999999999999</cx:pt>
          <cx:pt idx="50336">89.950000000000003</cx:pt>
          <cx:pt idx="50337">86.969999999999999</cx:pt>
          <cx:pt idx="50338">25.940000000000001</cx:pt>
          <cx:pt idx="50339">59.979999999999997</cx:pt>
          <cx:pt idx="50340">80.980000000000004</cx:pt>
          <cx:pt idx="50341">53.979999999999997</cx:pt>
          <cx:pt idx="50342">131.97999999999999</cx:pt>
          <cx:pt idx="50343">247.91999999999999</cx:pt>
          <cx:pt idx="50344">10.869999999999999</cx:pt>
          <cx:pt idx="50345">59.979999999999997</cx:pt>
          <cx:pt idx="50346">178.16999999999999</cx:pt>
          <cx:pt idx="50347">65.989999999999995</cx:pt>
          <cx:pt idx="50348">61.920000000000002</cx:pt>
          <cx:pt idx="50349">57.979999999999997</cx:pt>
          <cx:pt idx="50350">63.68</cx:pt>
          <cx:pt idx="50351">114.95</cx:pt>
          <cx:pt idx="50352">129.16999999999999</cx:pt>
          <cx:pt idx="50353">64.769999999999996</cx:pt>
          <cx:pt idx="50354">59.390000000000001</cx:pt>
          <cx:pt idx="50355">55.780000000000001</cx:pt>
          <cx:pt idx="50356">33.32</cx:pt>
          <cx:pt idx="50357">51.979999999999997</cx:pt>
          <cx:pt idx="50358">54.979999999999997</cx:pt>
          <cx:pt idx="50359">134.96000000000001</cx:pt>
          <cx:pt idx="50360">198.5</cx:pt>
          <cx:pt idx="50361">84.980000000000004</cx:pt>
          <cx:pt idx="50362">63.960000000000001</cx:pt>
          <cx:pt idx="50363">111.95999999999999</cx:pt>
          <cx:pt idx="50364">59.979999999999997</cx:pt>
          <cx:pt idx="50365">233.91</cx:pt>
          <cx:pt idx="50366">61.979999999999997</cx:pt>
          <cx:pt idx="50367">77.969999999999999</cx:pt>
          <cx:pt idx="50368">74.969999999999999</cx:pt>
          <cx:pt idx="50369">119.95999999999999</cx:pt>
          <cx:pt idx="50370">176.59</cx:pt>
          <cx:pt idx="50371">144.94</cx:pt>
          <cx:pt idx="50372">55.979999999999997</cx:pt>
          <cx:pt idx="50373">53.979999999999997</cx:pt>
          <cx:pt idx="50374">749.75</cx:pt>
          <cx:pt idx="50375">149.47</cx:pt>
          <cx:pt idx="50376">161.94</cx:pt>
          <cx:pt idx="50377">31.289999999999999</cx:pt>
          <cx:pt idx="50378">82.969999999999999</cx:pt>
          <cx:pt idx="50379">59.979999999999997</cx:pt>
          <cx:pt idx="50380">239.53999999999999</cx:pt>
          <cx:pt idx="50381">51.979999999999997</cx:pt>
          <cx:pt idx="50382">75.129999999999995</cx:pt>
          <cx:pt idx="50383">27.579999999999998</cx:pt>
          <cx:pt idx="50384">55.979999999999997</cx:pt>
          <cx:pt idx="50385">58.979999999999997</cx:pt>
          <cx:pt idx="50386">56.969999999999999</cx:pt>
          <cx:pt idx="50387">53.979999999999997</cx:pt>
          <cx:pt idx="50388">82.950000000000003</cx:pt>
          <cx:pt idx="50389">103.95999999999999</cx:pt>
          <cx:pt idx="50390">67.969999999999999</cx:pt>
          <cx:pt idx="50391">87.969999999999999</cx:pt>
          <cx:pt idx="50392">208.08000000000001</cx:pt>
          <cx:pt idx="50393">97.079999999999998</cx:pt>
          <cx:pt idx="50394">28.489999999999998</cx:pt>
          <cx:pt idx="50395">65.329999999999998</cx:pt>
          <cx:pt idx="50396">137.77000000000001</cx:pt>
          <cx:pt idx="50397">63.960000000000001</cx:pt>
          <cx:pt idx="50398">55.479999999999997</cx:pt>
          <cx:pt idx="50399">107.90000000000001</cx:pt>
          <cx:pt idx="50400">53.979999999999997</cx:pt>
          <cx:pt idx="50401">51.960000000000001</cx:pt>
          <cx:pt idx="50402">49.990000000000002</cx:pt>
          <cx:pt idx="50403">95.170000000000002</cx:pt>
          <cx:pt idx="50404">59.979999999999997</cx:pt>
          <cx:pt idx="50405">80.969999999999999</cx:pt>
          <cx:pt idx="50406">126.98</cx:pt>
          <cx:pt idx="50407">64.480000000000004</cx:pt>
          <cx:pt idx="50408">49</cx:pt>
          <cx:pt idx="50409">56.969999999999999</cx:pt>
          <cx:pt idx="50410">84.950000000000003</cx:pt>
          <cx:pt idx="50411">68.959999999999994</cx:pt>
          <cx:pt idx="50412">55.979999999999997</cx:pt>
          <cx:pt idx="50413">58.979999999999997</cx:pt>
          <cx:pt idx="50414">69.980000000000004</cx:pt>
          <cx:pt idx="50415">83.269999999999996</cx:pt>
          <cx:pt idx="50416">32.490000000000002</cx:pt>
          <cx:pt idx="50417">85.980000000000004</cx:pt>
          <cx:pt idx="50418">52.460000000000001</cx:pt>
          <cx:pt idx="50419">76.099999999999994</cx:pt>
          <cx:pt idx="50420">55.979999999999997</cx:pt>
          <cx:pt idx="50421">50.979999999999997</cx:pt>
          <cx:pt idx="50422">55.390000000000001</cx:pt>
          <cx:pt idx="50423">59.979999999999997</cx:pt>
          <cx:pt idx="50424">31.280000000000001</cx:pt>
          <cx:pt idx="50425">59.979999999999997</cx:pt>
          <cx:pt idx="50426">84.980000000000004</cx:pt>
          <cx:pt idx="50427">61.979999999999997</cx:pt>
          <cx:pt idx="50428">68.969999999999999</cx:pt>
          <cx:pt idx="50429">83.969999999999999</cx:pt>
          <cx:pt idx="50430">55.979999999999997</cx:pt>
          <cx:pt idx="50431">56.979999999999997</cx:pt>
          <cx:pt idx="50432">54.990000000000002</cx:pt>
          <cx:pt idx="50433">77.980000000000004</cx:pt>
          <cx:pt idx="50434">64.769999999999996</cx:pt>
          <cx:pt idx="50435">119.95999999999999</cx:pt>
          <cx:pt idx="50436">63.960000000000001</cx:pt>
          <cx:pt idx="50437">42.240000000000002</cx:pt>
          <cx:pt idx="50438">131.97999999999999</cx:pt>
          <cx:pt idx="50439">107.95</cx:pt>
          <cx:pt idx="50440">31.940000000000001</cx:pt>
          <cx:pt idx="50441">28.289999999999999</cx:pt>
          <cx:pt idx="50442">59.979999999999997</cx:pt>
          <cx:pt idx="50443">51.979999999999997</cx:pt>
          <cx:pt idx="50444">195.93000000000001</cx:pt>
          <cx:pt idx="50445">87.969999999999999</cx:pt>
          <cx:pt idx="50446">221.96000000000001</cx:pt>
          <cx:pt idx="50447">642.76999999999998</cx:pt>
          <cx:pt idx="50448">24.489999999999998</cx:pt>
          <cx:pt idx="50449">75.980000000000004</cx:pt>
          <cx:pt idx="50450">22.289999999999999</cx:pt>
          <cx:pt idx="50451">56.009999999999998</cx:pt>
          <cx:pt idx="50452">-31.489999999999998</cx:pt>
          <cx:pt idx="50453">49.380000000000003</cx:pt>
          <cx:pt idx="50454">59.979999999999997</cx:pt>
          <cx:pt idx="50455">71.969999999999999</cx:pt>
          <cx:pt idx="50456">69.950000000000003</cx:pt>
          <cx:pt idx="50457">27.489999999999998</cx:pt>
          <cx:pt idx="50458">77.980000000000004</cx:pt>
          <cx:pt idx="50459">25.289999999999999</cx:pt>
          <cx:pt idx="50460">52.899999999999999</cx:pt>
          <cx:pt idx="50461">64.980000000000004</cx:pt>
          <cx:pt idx="50462">67.489999999999995</cx:pt>
          <cx:pt idx="50463">64.969999999999999</cx:pt>
          <cx:pt idx="50464">55.979999999999997</cx:pt>
          <cx:pt idx="50465">119.95</cx:pt>
          <cx:pt idx="50466">50.979999999999997</cx:pt>
          <cx:pt idx="50467">45.280000000000001</cx:pt>
          <cx:pt idx="50468">56.969999999999999</cx:pt>
          <cx:pt idx="50469">28.489999999999998</cx:pt>
          <cx:pt idx="50470">150.97</cx:pt>
          <cx:pt idx="50471">51.979999999999997</cx:pt>
          <cx:pt idx="50472">59.960000000000001</cx:pt>
          <cx:pt idx="50473">59.990000000000002</cx:pt>
          <cx:pt idx="50474">58.969999999999999</cx:pt>
          <cx:pt idx="50475">43.93</cx:pt>
          <cx:pt idx="50476">106.97</cx:pt>
          <cx:pt idx="50477">65.989999999999995</cx:pt>
          <cx:pt idx="50478">57.979999999999997</cx:pt>
          <cx:pt idx="50479">89.969999999999999</cx:pt>
          <cx:pt idx="50480">16.489999999999998</cx:pt>
          <cx:pt idx="50481">29.489999999999998</cx:pt>
          <cx:pt idx="50482">49.990000000000002</cx:pt>
          <cx:pt idx="50483">109.78</cx:pt>
          <cx:pt idx="50484">55.979999999999997</cx:pt>
          <cx:pt idx="50485">83.969999999999999</cx:pt>
          <cx:pt idx="50486">131.97999999999999</cx:pt>
          <cx:pt idx="50487">67.709999999999994</cx:pt>
          <cx:pt idx="50488">49.479999999999997</cx:pt>
          <cx:pt idx="50489">159.94999999999999</cx:pt>
          <cx:pt idx="50490">47.479999999999997</cx:pt>
          <cx:pt idx="50491">55.979999999999997</cx:pt>
          <cx:pt idx="50492">59.979999999999997</cx:pt>
          <cx:pt idx="50493">134.96000000000001</cx:pt>
          <cx:pt idx="50494">59.979999999999997</cx:pt>
          <cx:pt idx="50495">55.979999999999997</cx:pt>
          <cx:pt idx="50496">52.979999999999997</cx:pt>
          <cx:pt idx="50497">67.980000000000004</cx:pt>
          <cx:pt idx="50498">41.490000000000002</cx:pt>
          <cx:pt idx="50499">53.979999999999997</cx:pt>
          <cx:pt idx="50500">149.94999999999999</cx:pt>
          <cx:pt idx="50501">134.06</cx:pt>
          <cx:pt idx="50502">71.959999999999994</cx:pt>
          <cx:pt idx="50503">263.95999999999998</cx:pt>
          <cx:pt idx="50504">59.979999999999997</cx:pt>
          <cx:pt idx="50505">49.079999999999998</cx:pt>
          <cx:pt idx="50506">89.969999999999999</cx:pt>
          <cx:pt idx="50507">239.91999999999999</cx:pt>
          <cx:pt idx="50508">54.990000000000002</cx:pt>
          <cx:pt idx="50509">65.989999999999995</cx:pt>
          <cx:pt idx="50510">55.979999999999997</cx:pt>
          <cx:pt idx="50511">65.989999999999995</cx:pt>
          <cx:pt idx="50512">27.48</cx:pt>
          <cx:pt idx="50513">55.979999999999997</cx:pt>
          <cx:pt idx="50514">95.969999999999999</cx:pt>
          <cx:pt idx="50515">72.969999999999999</cx:pt>
          <cx:pt idx="50516">55.979999999999997</cx:pt>
          <cx:pt idx="50517">89.969999999999999</cx:pt>
          <cx:pt idx="50518">9.3800000000000008</cx:pt>
          <cx:pt idx="50519">56.979999999999997</cx:pt>
          <cx:pt idx="50520">89.969999999999999</cx:pt>
          <cx:pt idx="50521">73.969999999999999</cx:pt>
          <cx:pt idx="50522">142.75</cx:pt>
          <cx:pt idx="50523">139.08000000000001</cx:pt>
          <cx:pt idx="50524">41.289999999999999</cx:pt>
          <cx:pt idx="50525">131.97999999999999</cx:pt>
          <cx:pt idx="50526">113.94</cx:pt>
          <cx:pt idx="50527">281.39999999999998</cx:pt>
          <cx:pt idx="50528">59.479999999999997</cx:pt>
          <cx:pt idx="50529">59.979999999999997</cx:pt>
          <cx:pt idx="50530">119.97</cx:pt>
          <cx:pt idx="50531">41.289999999999999</cx:pt>
          <cx:pt idx="50532">53.979999999999997</cx:pt>
          <cx:pt idx="50533">89.969999999999999</cx:pt>
          <cx:pt idx="50534">77.189999999999998</cx:pt>
          <cx:pt idx="50535">59.979999999999997</cx:pt>
          <cx:pt idx="50536">-12.65</cx:pt>
          <cx:pt idx="50537">65.989999999999995</cx:pt>
          <cx:pt idx="50538">128.37</cx:pt>
          <cx:pt idx="50539">113.95999999999999</cx:pt>
          <cx:pt idx="50540">63.979999999999997</cx:pt>
          <cx:pt idx="50541">12.49</cx:pt>
          <cx:pt idx="50542">122.19</cx:pt>
          <cx:pt idx="50543">90.549999999999997</cx:pt>
          <cx:pt idx="50544">25.370000000000001</cx:pt>
          <cx:pt idx="50545">-5.4900000000000002</cx:pt>
          <cx:pt idx="50546">49.590000000000003</cx:pt>
          <cx:pt idx="50547">30.41</cx:pt>
          <cx:pt idx="50548">17.489999999999998</cx:pt>
          <cx:pt idx="50549">21.940000000000001</cx:pt>
          <cx:pt idx="50550">76.469999999999999</cx:pt>
          <cx:pt idx="50551">99.989999999999995</cx:pt>
          <cx:pt idx="50552">71.969999999999999</cx:pt>
          <cx:pt idx="50553">111.95999999999999</cx:pt>
          <cx:pt idx="50554">299.20999999999998</cx:pt>
          <cx:pt idx="50555">49.18</cx:pt>
          <cx:pt idx="50556">54.979999999999997</cx:pt>
          <cx:pt idx="50557">63.960000000000001</cx:pt>
          <cx:pt idx="50558">96.959999999999994</cx:pt>
          <cx:pt idx="50559">54.979999999999997</cx:pt>
          <cx:pt idx="50560">53.979999999999997</cx:pt>
          <cx:pt idx="50561">59.979999999999997</cx:pt>
          <cx:pt idx="50562">51.979999999999997</cx:pt>
          <cx:pt idx="50563">84.980000000000004</cx:pt>
          <cx:pt idx="50564">50.979999999999997</cx:pt>
          <cx:pt idx="50565">36.490000000000002</cx:pt>
          <cx:pt idx="50566">124.06</cx:pt>
          <cx:pt idx="50567">110.45999999999999</cx:pt>
          <cx:pt idx="50568">56.969999999999999</cx:pt>
          <cx:pt idx="50569">31.289999999999999</cx:pt>
          <cx:pt idx="50570">46.490000000000002</cx:pt>
          <cx:pt idx="50571">89.980000000000004</cx:pt>
          <cx:pt idx="50572">71.969999999999999</cx:pt>
          <cx:pt idx="50573">27.989999999999998</cx:pt>
          <cx:pt idx="50574">110.78</cx:pt>
          <cx:pt idx="50575">225.88999999999999</cx:pt>
          <cx:pt idx="50576">95.959999999999994</cx:pt>
          <cx:pt idx="50577">69.650000000000006</cx:pt>
          <cx:pt idx="50578">97.969999999999999</cx:pt>
          <cx:pt idx="50579">10.48</cx:pt>
          <cx:pt idx="50580">53.18</cx:pt>
          <cx:pt idx="50581">95.959999999999994</cx:pt>
          <cx:pt idx="50582">103.95999999999999</cx:pt>
          <cx:pt idx="50583">186.22</cx:pt>
          <cx:pt idx="50584">95.959999999999994</cx:pt>
          <cx:pt idx="50585">136.96000000000001</cx:pt>
          <cx:pt idx="50586">68.969999999999999</cx:pt>
          <cx:pt idx="50587">55.979999999999997</cx:pt>
          <cx:pt idx="50588">48.479999999999997</cx:pt>
          <cx:pt idx="50589">51.979999999999997</cx:pt>
          <cx:pt idx="50590">57.960000000000001</cx:pt>
          <cx:pt idx="50591">55.979999999999997</cx:pt>
          <cx:pt idx="50592">89.969999999999999</cx:pt>
          <cx:pt idx="50593">89.969999999999999</cx:pt>
          <cx:pt idx="50594">35.590000000000003</cx:pt>
          <cx:pt idx="50595">119.95999999999999</cx:pt>
          <cx:pt idx="50596">59.960000000000001</cx:pt>
          <cx:pt idx="50597">80.980000000000004</cx:pt>
          <cx:pt idx="50598">65.989999999999995</cx:pt>
          <cx:pt idx="50599">79.849999999999994</cx:pt>
          <cx:pt idx="50600">27.98</cx:pt>
          <cx:pt idx="50601">283.41000000000003</cx:pt>
          <cx:pt idx="50602">55.979999999999997</cx:pt>
          <cx:pt idx="50603">53.979999999999997</cx:pt>
          <cx:pt idx="50604">131.97999999999999</cx:pt>
          <cx:pt idx="50605">83.969999999999999</cx:pt>
          <cx:pt idx="50606">75.969999999999999</cx:pt>
          <cx:pt idx="50607">16.289999999999999</cx:pt>
          <cx:pt idx="50608">197.93000000000001</cx:pt>
          <cx:pt idx="50609">259.89999999999998</cx:pt>
          <cx:pt idx="50610">64.980000000000004</cx:pt>
          <cx:pt idx="50611">91.959999999999994</cx:pt>
          <cx:pt idx="50612">55.979999999999997</cx:pt>
          <cx:pt idx="50613">59.380000000000003</cx:pt>
          <cx:pt idx="50614">55.979999999999997</cx:pt>
          <cx:pt idx="50615">90.959999999999994</cx:pt>
          <cx:pt idx="50616">108.88</cx:pt>
          <cx:pt idx="50617">59.079999999999998</cx:pt>
          <cx:pt idx="50618">147.44</cx:pt>
          <cx:pt idx="50619">93.969999999999999</cx:pt>
          <cx:pt idx="50620">31.489999999999998</cx:pt>
          <cx:pt idx="50621">239.91999999999999</cx:pt>
          <cx:pt idx="50622">31.48</cx:pt>
          <cx:pt idx="50623">28.23</cx:pt>
          <cx:pt idx="50624">158.94</cx:pt>
          <cx:pt idx="50625">239.90000000000001</cx:pt>
          <cx:pt idx="50626">159.96000000000001</cx:pt>
          <cx:pt idx="50627">36.289999999999999</cx:pt>
          <cx:pt idx="50628">59.979999999999997</cx:pt>
          <cx:pt idx="50629">29.489999999999998</cx:pt>
          <cx:pt idx="50630">26.449999999999999</cx:pt>
          <cx:pt idx="50631">55.969999999999999</cx:pt>
          <cx:pt idx="50632">77.969999999999999</cx:pt>
          <cx:pt idx="50633">59.979999999999997</cx:pt>
          <cx:pt idx="50634">63.979999999999997</cx:pt>
          <cx:pt idx="50635">59.979999999999997</cx:pt>
          <cx:pt idx="50636">131.97999999999999</cx:pt>
          <cx:pt idx="50637">55.979999999999997</cx:pt>
          <cx:pt idx="50638">63.979999999999997</cx:pt>
          <cx:pt idx="50639">83.969999999999999</cx:pt>
          <cx:pt idx="50640">52.43</cx:pt>
          <cx:pt idx="50641">98.959999999999994</cx:pt>
          <cx:pt idx="50642">59.979999999999997</cx:pt>
          <cx:pt idx="50643">59.979999999999997</cx:pt>
          <cx:pt idx="50644">20.489999999999998</cx:pt>
          <cx:pt idx="50645">89.959999999999994</cx:pt>
          <cx:pt idx="50646">53.979999999999997</cx:pt>
          <cx:pt idx="50647">55.979999999999997</cx:pt>
          <cx:pt idx="50648">74.980000000000004</cx:pt>
          <cx:pt idx="50649">59.969999999999999</cx:pt>
          <cx:pt idx="50650">118.78</cx:pt>
          <cx:pt idx="50651">44.979999999999997</cx:pt>
          <cx:pt idx="50652">49.479999999999997</cx:pt>
          <cx:pt idx="50653">20.489999999999998</cx:pt>
          <cx:pt idx="50654">56.979999999999997</cx:pt>
          <cx:pt idx="50655">135.06</cx:pt>
          <cx:pt idx="50656">104.94</cx:pt>
          <cx:pt idx="50657">42.329999999999998</cx:pt>
          <cx:pt idx="50658">53.979999999999997</cx:pt>
          <cx:pt idx="50659">40.289999999999999</cx:pt>
          <cx:pt idx="50660">118.43000000000001</cx:pt>
          <cx:pt idx="50661">133.06</cx:pt>
          <cx:pt idx="50662">41.490000000000002</cx:pt>
          <cx:pt idx="50663">119.95999999999999</cx:pt>
          <cx:pt idx="50664">53.939999999999998</cx:pt>
          <cx:pt idx="50665">55.979999999999997</cx:pt>
          <cx:pt idx="50666">41.280000000000001</cx:pt>
          <cx:pt idx="50667">103.95999999999999</cx:pt>
          <cx:pt idx="50668">113.47</cx:pt>
          <cx:pt idx="50669">65.319999999999993</cx:pt>
          <cx:pt idx="50670">93.159999999999997</cx:pt>
          <cx:pt idx="50671">33.719999999999999</cx:pt>
          <cx:pt idx="50672">51.979999999999997</cx:pt>
          <cx:pt idx="50673">113.95999999999999</cx:pt>
          <cx:pt idx="50674">79.840000000000003</cx:pt>
          <cx:pt idx="50675">55.390000000000001</cx:pt>
          <cx:pt idx="50676">79.980000000000004</cx:pt>
          <cx:pt idx="50677">21.489999999999998</cx:pt>
          <cx:pt idx="50678">46.289999999999999</cx:pt>
          <cx:pt idx="50679">44.979999999999997</cx:pt>
          <cx:pt idx="50680">55.979999999999997</cx:pt>
          <cx:pt idx="50681">83.969999999999999</cx:pt>
          <cx:pt idx="50682">33.479999999999997</cx:pt>
          <cx:pt idx="50683">59.979999999999997</cx:pt>
          <cx:pt idx="50684">31.489999999999998</cx:pt>
          <cx:pt idx="50685">55.979999999999997</cx:pt>
          <cx:pt idx="50686">95.959999999999994</cx:pt>
          <cx:pt idx="50687">40.270000000000003</cx:pt>
          <cx:pt idx="50688">59.990000000000002</cx:pt>
          <cx:pt idx="50689">61.689999999999998</cx:pt>
          <cx:pt idx="50690">236.62</cx:pt>
          <cx:pt idx="50691">71.969999999999999</cx:pt>
          <cx:pt idx="50692">53.969999999999999</cx:pt>
          <cx:pt idx="50693">86.969999999999999</cx:pt>
          <cx:pt idx="50694">74.969999999999999</cx:pt>
          <cx:pt idx="50695">31.489999999999998</cx:pt>
          <cx:pt idx="50696">49.479999999999997</cx:pt>
          <cx:pt idx="50697">55.979999999999997</cx:pt>
          <cx:pt idx="50698">117.95</cx:pt>
          <cx:pt idx="50699">35.890000000000001</cx:pt>
          <cx:pt idx="50700">49.479999999999997</cx:pt>
          <cx:pt idx="50701">75.969999999999999</cx:pt>
          <cx:pt idx="50702">131.97999999999999</cx:pt>
          <cx:pt idx="50703">54.979999999999997</cx:pt>
          <cx:pt idx="50704">88.569999999999993</cx:pt>
          <cx:pt idx="50705">24.489999999999998</cx:pt>
          <cx:pt idx="50706">79.969999999999999</cx:pt>
          <cx:pt idx="50707">29.489999999999998</cx:pt>
          <cx:pt idx="50708">51.979999999999997</cx:pt>
          <cx:pt idx="50709">55.979999999999997</cx:pt>
          <cx:pt idx="50710">89.969999999999999</cx:pt>
          <cx:pt idx="50711">53.979999999999997</cx:pt>
          <cx:pt idx="50712">78.969999999999999</cx:pt>
          <cx:pt idx="50713">42.299999999999997</cx:pt>
          <cx:pt idx="50714">65.989999999999995</cx:pt>
          <cx:pt idx="50715">120.98</cx:pt>
          <cx:pt idx="50716">54.990000000000002</cx:pt>
          <cx:pt idx="50717">57.979999999999997</cx:pt>
          <cx:pt idx="50718">121.97</cx:pt>
          <cx:pt idx="50719">39.490000000000002</cx:pt>
          <cx:pt idx="50720">82.859999999999999</cx:pt>
          <cx:pt idx="50721">71.969999999999999</cx:pt>
          <cx:pt idx="50722">139.94999999999999</cx:pt>
          <cx:pt idx="50723">55.640000000000001</cx:pt>
          <cx:pt idx="50724">79.989999999999995</cx:pt>
          <cx:pt idx="50725">111.95999999999999</cx:pt>
          <cx:pt idx="50726">59.979999999999997</cx:pt>
          <cx:pt idx="50727">28.27</cx:pt>
          <cx:pt idx="50728">81.049999999999997</cx:pt>
          <cx:pt idx="50729">71.969999999999999</cx:pt>
          <cx:pt idx="50730">77.969999999999999</cx:pt>
          <cx:pt idx="50731">116.42</cx:pt>
          <cx:pt idx="50732">32.649999999999999</cx:pt>
          <cx:pt idx="50733">89.969999999999999</cx:pt>
          <cx:pt idx="50734">53.979999999999997</cx:pt>
          <cx:pt idx="50735">65.989999999999995</cx:pt>
          <cx:pt idx="50736">31.489999999999998</cx:pt>
          <cx:pt idx="50737">55.979999999999997</cx:pt>
          <cx:pt idx="50738">61.689999999999998</cx:pt>
          <cx:pt idx="50739">89.969999999999999</cx:pt>
          <cx:pt idx="50740">157.44</cx:pt>
          <cx:pt idx="50741">85.469999999999999</cx:pt>
          <cx:pt idx="50742">56.979999999999997</cx:pt>
          <cx:pt idx="50743">31.48</cx:pt>
          <cx:pt idx="50744">119.95999999999999</cx:pt>
          <cx:pt idx="50745">51.289999999999999</cx:pt>
          <cx:pt idx="50746">-65.989999999999995</cx:pt>
          <cx:pt idx="50747">146.94999999999999</cx:pt>
          <cx:pt idx="50748">109.94</cx:pt>
          <cx:pt idx="50749">53.979999999999997</cx:pt>
          <cx:pt idx="50750">92.959999999999994</cx:pt>
          <cx:pt idx="50751">85.469999999999999</cx:pt>
          <cx:pt idx="50752">40.490000000000002</cx:pt>
          <cx:pt idx="50753">58.969999999999999</cx:pt>
          <cx:pt idx="50754">-68.959999999999994</cx:pt>
          <cx:pt idx="50755">76.209999999999994</cx:pt>
          <cx:pt idx="50756">49.579999999999998</cx:pt>
          <cx:pt idx="50757">50.979999999999997</cx:pt>
          <cx:pt idx="50758">55.979999999999997</cx:pt>
          <cx:pt idx="50759">51.979999999999997</cx:pt>
          <cx:pt idx="50760">133.47</cx:pt>
          <cx:pt idx="50761">111.95999999999999</cx:pt>
          <cx:pt idx="50762">102.94</cx:pt>
          <cx:pt idx="50763">63.780000000000001</cx:pt>
          <cx:pt idx="50764">16.489999999999998</cx:pt>
          <cx:pt idx="50765">149.94999999999999</cx:pt>
          <cx:pt idx="50766">170.56</cx:pt>
          <cx:pt idx="50767">101.97</cx:pt>
          <cx:pt idx="50768">103.65000000000001</cx:pt>
          <cx:pt idx="50769">96.969999999999999</cx:pt>
          <cx:pt idx="50770">83.969999999999999</cx:pt>
          <cx:pt idx="50771">131.97999999999999</cx:pt>
          <cx:pt idx="50772">39.289999999999999</cx:pt>
          <cx:pt idx="50773">69.989999999999995</cx:pt>
          <cx:pt idx="50774">51.979999999999997</cx:pt>
          <cx:pt idx="50775">51.979999999999997</cx:pt>
          <cx:pt idx="50776">65.989999999999995</cx:pt>
          <cx:pt idx="50777">233.91</cx:pt>
          <cx:pt idx="50778">59.979999999999997</cx:pt>
          <cx:pt idx="50779">66.530000000000001</cx:pt>
          <cx:pt idx="50780">28.489999999999998</cx:pt>
          <cx:pt idx="50781">65.700000000000003</cx:pt>
          <cx:pt idx="50782">111.95999999999999</cx:pt>
          <cx:pt idx="50783">105.95999999999999</cx:pt>
          <cx:pt idx="50784">30.23</cx:pt>
          <cx:pt idx="50785">111.95999999999999</cx:pt>
          <cx:pt idx="50786">79.849999999999994</cx:pt>
          <cx:pt idx="50787">83.980000000000004</cx:pt>
          <cx:pt idx="50788">119.95999999999999</cx:pt>
          <cx:pt idx="50789">116.95999999999999</cx:pt>
          <cx:pt idx="50790">25.739999999999998</cx:pt>
          <cx:pt idx="50791">17.489999999999998</cx:pt>
          <cx:pt idx="50792">77.480000000000004</cx:pt>
          <cx:pt idx="50793">115.97</cx:pt>
          <cx:pt idx="50794">50.979999999999997</cx:pt>
          <cx:pt idx="50795">103.95999999999999</cx:pt>
          <cx:pt idx="50796">59.969999999999999</cx:pt>
          <cx:pt idx="50797">117.70999999999999</cx:pt>
          <cx:pt idx="50798">49.280000000000001</cx:pt>
          <cx:pt idx="50799">19.27</cx:pt>
          <cx:pt idx="50800">103.95999999999999</cx:pt>
          <cx:pt idx="50801">106.95</cx:pt>
          <cx:pt idx="50802">74.670000000000002</cx:pt>
          <cx:pt idx="50803">71.370000000000005</cx:pt>
          <cx:pt idx="50804">26.690000000000001</cx:pt>
          <cx:pt idx="50805">52.689999999999998</cx:pt>
          <cx:pt idx="50806">107.77</cx:pt>
          <cx:pt idx="50807">50.979999999999997</cx:pt>
          <cx:pt idx="50808">91.950000000000003</cx:pt>
          <cx:pt idx="50809">79.980000000000004</cx:pt>
          <cx:pt idx="50810">89.980000000000004</cx:pt>
          <cx:pt idx="50811">59.390000000000001</cx:pt>
          <cx:pt idx="50812">65.989999999999995</cx:pt>
          <cx:pt idx="50813">59.979999999999997</cx:pt>
          <cx:pt idx="50814">59.979999999999997</cx:pt>
          <cx:pt idx="50815">90.730000000000004</cx:pt>
          <cx:pt idx="50816">139.94999999999999</cx:pt>
          <cx:pt idx="50817">70.400000000000006</cx:pt>
          <cx:pt idx="50818">55.969999999999999</cx:pt>
          <cx:pt idx="50819">83.969999999999999</cx:pt>
          <cx:pt idx="50820">37.469999999999999</cx:pt>
          <cx:pt idx="50821">33.859999999999999</cx:pt>
          <cx:pt idx="50822">49.990000000000002</cx:pt>
          <cx:pt idx="50823">152.13999999999999</cx:pt>
          <cx:pt idx="50824">55.390000000000001</cx:pt>
          <cx:pt idx="50825">29.489999999999998</cx:pt>
          <cx:pt idx="50826">99.980000000000004</cx:pt>
          <cx:pt idx="50827">16.920000000000002</cx:pt>
          <cx:pt idx="50828">115.95999999999999</cx:pt>
          <cx:pt idx="50829">16.289999999999999</cx:pt>
          <cx:pt idx="50830">61.530000000000001</cx:pt>
          <cx:pt idx="50831">78.620000000000005</cx:pt>
          <cx:pt idx="50832">115.95999999999999</cx:pt>
          <cx:pt idx="50833">139.11000000000001</cx:pt>
          <cx:pt idx="50834">59.990000000000002</cx:pt>
          <cx:pt idx="50835">61.979999999999997</cx:pt>
          <cx:pt idx="50836">36.490000000000002</cx:pt>
          <cx:pt idx="50837">95.939999999999998</cx:pt>
          <cx:pt idx="50838">120.98</cx:pt>
          <cx:pt idx="50839">64.480000000000004</cx:pt>
          <cx:pt idx="50840">28.289999999999999</cx:pt>
          <cx:pt idx="50841">56.969999999999999</cx:pt>
          <cx:pt idx="50842">107.94</cx:pt>
          <cx:pt idx="50843">131.97999999999999</cx:pt>
          <cx:pt idx="50844">89.980000000000004</cx:pt>
          <cx:pt idx="50845">51.979999999999997</cx:pt>
          <cx:pt idx="50846">16.289999999999999</cx:pt>
          <cx:pt idx="50847">64.980000000000004</cx:pt>
          <cx:pt idx="50848">89.969999999999999</cx:pt>
          <cx:pt idx="50849">26.690000000000001</cx:pt>
          <cx:pt idx="50850">58.280000000000001</cx:pt>
          <cx:pt idx="50851">103.61</cx:pt>
          <cx:pt idx="50852">163.91</cx:pt>
          <cx:pt idx="50853">51.960000000000001</cx:pt>
          <cx:pt idx="50854">54.979999999999997</cx:pt>
          <cx:pt idx="50855">319.91000000000003</cx:pt>
          <cx:pt idx="50856">119.95999999999999</cx:pt>
          <cx:pt idx="50857">65.989999999999995</cx:pt>
          <cx:pt idx="50858">50.979999999999997</cx:pt>
          <cx:pt idx="50859">78.980000000000004</cx:pt>
          <cx:pt idx="50860">156.50999999999999</cx:pt>
          <cx:pt idx="50861">135.97999999999999</cx:pt>
          <cx:pt idx="50862">46.490000000000002</cx:pt>
          <cx:pt idx="50863">89.969999999999999</cx:pt>
          <cx:pt idx="50864">59.979999999999997</cx:pt>
          <cx:pt idx="50865">156.97</cx:pt>
          <cx:pt idx="50866">126.98999999999999</cx:pt>
          <cx:pt idx="50867">127.16</cx:pt>
          <cx:pt idx="50868">233.91</cx:pt>
          <cx:pt idx="50869">87.969999999999999</cx:pt>
          <cx:pt idx="50870">159.69999999999999</cx:pt>
          <cx:pt idx="50871">55.979999999999997</cx:pt>
          <cx:pt idx="50872">27.489999999999998</cx:pt>
          <cx:pt idx="50873">112.18000000000001</cx:pt>
          <cx:pt idx="50874">55.609999999999999</cx:pt>
          <cx:pt idx="50875">131.97999999999999</cx:pt>
          <cx:pt idx="50876">54.990000000000002</cx:pt>
          <cx:pt idx="50877">65.989999999999995</cx:pt>
          <cx:pt idx="50878">400.44</cx:pt>
          <cx:pt idx="50879">94.939999999999998</cx:pt>
          <cx:pt idx="50880">83.969999999999999</cx:pt>
          <cx:pt idx="50881">55.979999999999997</cx:pt>
          <cx:pt idx="50882">51.979999999999997</cx:pt>
          <cx:pt idx="50883">119.95999999999999</cx:pt>
          <cx:pt idx="50884">99.989999999999995</cx:pt>
          <cx:pt idx="50885">207.91999999999999</cx:pt>
          <cx:pt idx="50886">51.979999999999997</cx:pt>
          <cx:pt idx="50887">119.95999999999999</cx:pt>
          <cx:pt idx="50888">53.939999999999998</cx:pt>
          <cx:pt idx="50889">203.91999999999999</cx:pt>
          <cx:pt idx="50890">84.680000000000007</cx:pt>
          <cx:pt idx="50891">74.959999999999994</cx:pt>
          <cx:pt idx="50892">53.979999999999997</cx:pt>
          <cx:pt idx="50893">49.270000000000003</cx:pt>
          <cx:pt idx="50894">91.469999999999999</cx:pt>
          <cx:pt idx="50895">40.289999999999999</cx:pt>
          <cx:pt idx="50896">51.960000000000001</cx:pt>
          <cx:pt idx="50897">158.46000000000001</cx:pt>
          <cx:pt idx="50898">54.990000000000002</cx:pt>
          <cx:pt idx="50899">55.640000000000001</cx:pt>
          <cx:pt idx="50900">62.969999999999999</cx:pt>
          <cx:pt idx="50901">103.78</cx:pt>
          <cx:pt idx="50902">49.479999999999997</cx:pt>
          <cx:pt idx="50903">79.989999999999995</cx:pt>
          <cx:pt idx="50904">55.979999999999997</cx:pt>
          <cx:pt idx="50905">134.47</cx:pt>
          <cx:pt idx="50906">77.969999999999999</cx:pt>
          <cx:pt idx="50907">14.289999999999999</cx:pt>
          <cx:pt idx="50908">54.990000000000002</cx:pt>
          <cx:pt idx="50909">111.95999999999999</cx:pt>
          <cx:pt idx="50910">60.990000000000002</cx:pt>
          <cx:pt idx="50911">48.579999999999998</cx:pt>
          <cx:pt idx="50912">44.729999999999997</cx:pt>
          <cx:pt idx="50913">278.92000000000002</cx:pt>
          <cx:pt idx="50914">18.109999999999999</cx:pt>
          <cx:pt idx="50915">55.979999999999997</cx:pt>
          <cx:pt idx="50916">79.989999999999995</cx:pt>
          <cx:pt idx="50917">53.979999999999997</cx:pt>
          <cx:pt idx="50918">53.979999999999997</cx:pt>
          <cx:pt idx="50919">77.969999999999999</cx:pt>
          <cx:pt idx="50920">55.979999999999997</cx:pt>
          <cx:pt idx="50921">72.579999999999998</cx:pt>
          <cx:pt idx="50922">59.979999999999997</cx:pt>
          <cx:pt idx="50923">123.45999999999999</cx:pt>
          <cx:pt idx="50924">163.03999999999999</cx:pt>
          <cx:pt idx="50925">59.979999999999997</cx:pt>
          <cx:pt idx="50926">59.960000000000001</cx:pt>
          <cx:pt idx="50927">55.979999999999997</cx:pt>
          <cx:pt idx="50928">180.93000000000001</cx:pt>
          <cx:pt idx="50929">120.98</cx:pt>
          <cx:pt idx="50930">61.689999999999998</cx:pt>
          <cx:pt idx="50931">131.97999999999999</cx:pt>
          <cx:pt idx="50932">49.479999999999997</cx:pt>
          <cx:pt idx="50933">109.78</cx:pt>
          <cx:pt idx="50934">41.490000000000002</cx:pt>
          <cx:pt idx="50935">83.959999999999994</cx:pt>
          <cx:pt idx="50936">43.520000000000003</cx:pt>
          <cx:pt idx="50937">56.969999999999999</cx:pt>
          <cx:pt idx="50938">274.32999999999998</cx:pt>
          <cx:pt idx="50939">139.96000000000001</cx:pt>
          <cx:pt idx="50940">229.06</cx:pt>
          <cx:pt idx="50941">52.979999999999997</cx:pt>
          <cx:pt idx="50942">75.959999999999994</cx:pt>
          <cx:pt idx="50943">55.390000000000001</cx:pt>
          <cx:pt idx="50944">102.83</cx:pt>
          <cx:pt idx="50945">96.459999999999994</cx:pt>
          <cx:pt idx="50946">59.990000000000002</cx:pt>
          <cx:pt idx="50947">48.280000000000001</cx:pt>
          <cx:pt idx="50948">134.28999999999999</cx:pt>
          <cx:pt idx="50949">65.329999999999998</cx:pt>
          <cx:pt idx="50950">65.459999999999994</cx:pt>
          <cx:pt idx="50951">133.94999999999999</cx:pt>
          <cx:pt idx="50952">119.95999999999999</cx:pt>
          <cx:pt idx="50953">130.94</cx:pt>
          <cx:pt idx="50954">107.95999999999999</cx:pt>
          <cx:pt idx="50955">16.489999999999998</cx:pt>
          <cx:pt idx="50956">51.979999999999997</cx:pt>
          <cx:pt idx="50957">65.989999999999995</cx:pt>
          <cx:pt idx="50958">16.489999999999998</cx:pt>
          <cx:pt idx="50959">69.950000000000003</cx:pt>
          <cx:pt idx="50960">77.400000000000006</cx:pt>
          <cx:pt idx="50961">105.98</cx:pt>
          <cx:pt idx="50962">31.489999999999998</cx:pt>
          <cx:pt idx="50963">65.989999999999995</cx:pt>
          <cx:pt idx="50964">75.159999999999997</cx:pt>
          <cx:pt idx="50965">53.979999999999997</cx:pt>
          <cx:pt idx="50966">65.989999999999995</cx:pt>
          <cx:pt idx="50967">185.94999999999999</cx:pt>
          <cx:pt idx="50968">16.940000000000001</cx:pt>
          <cx:pt idx="50969">31.440000000000001</cx:pt>
          <cx:pt idx="50970">74.069999999999993</cx:pt>
          <cx:pt idx="50971">31.489999999999998</cx:pt>
          <cx:pt idx="50972">51.979999999999997</cx:pt>
          <cx:pt idx="50973">33.859999999999999</cx:pt>
          <cx:pt idx="50974">107.91</cx:pt>
          <cx:pt idx="50975">16.489999999999998</cx:pt>
          <cx:pt idx="50976">102.83</cx:pt>
          <cx:pt idx="50977">64.480000000000004</cx:pt>
          <cx:pt idx="50978">54.960000000000001</cx:pt>
          <cx:pt idx="50979">59.950000000000003</cx:pt>
          <cx:pt idx="50980">94.340000000000003</cx:pt>
          <cx:pt idx="50981">59.979999999999997</cx:pt>
          <cx:pt idx="50982">167.94</cx:pt>
          <cx:pt idx="50983">141.46000000000001</cx:pt>
          <cx:pt idx="50984">119.95999999999999</cx:pt>
          <cx:pt idx="50985">99.980000000000004</cx:pt>
          <cx:pt idx="50986">49.479999999999997</cx:pt>
          <cx:pt idx="50987">156.11000000000001</cx:pt>
          <cx:pt idx="50988">49.380000000000003</cx:pt>
          <cx:pt idx="50989">57.979999999999997</cx:pt>
          <cx:pt idx="50990">59.969999999999999</cx:pt>
          <cx:pt idx="50991">115.13</cx:pt>
          <cx:pt idx="50992">56.969999999999999</cx:pt>
          <cx:pt idx="50993">55.420000000000002</cx:pt>
          <cx:pt idx="50994">111.95999999999999</cx:pt>
          <cx:pt idx="50995">91.469999999999999</cx:pt>
          <cx:pt idx="50996">71.629999999999995</cx:pt>
          <cx:pt idx="50997">82.969999999999999</cx:pt>
          <cx:pt idx="50998">59.979999999999997</cx:pt>
          <cx:pt idx="50999">36.079999999999998</cx:pt>
          <cx:pt idx="51000">34.979999999999997</cx:pt>
          <cx:pt idx="51001">51.979999999999997</cx:pt>
          <cx:pt idx="51002">55.979999999999997</cx:pt>
          <cx:pt idx="51003">66.980000000000004</cx:pt>
          <cx:pt idx="51004">65.989999999999995</cx:pt>
          <cx:pt idx="51005">77.939999999999998</cx:pt>
          <cx:pt idx="51006">74.980000000000004</cx:pt>
          <cx:pt idx="51007">89.969999999999999</cx:pt>
          <cx:pt idx="51008">85.969999999999999</cx:pt>
          <cx:pt idx="51009">71.349999999999994</cx:pt>
          <cx:pt idx="51010">-16.289999999999999</cx:pt>
          <cx:pt idx="51011">71.969999999999999</cx:pt>
          <cx:pt idx="51012">79.989999999999995</cx:pt>
          <cx:pt idx="51013">67.739999999999995</cx:pt>
          <cx:pt idx="51014">48.979999999999997</cx:pt>
          <cx:pt idx="51015">71.969999999999999</cx:pt>
          <cx:pt idx="51016">-23.809999999999999</cx:pt>
          <cx:pt idx="51017">206.94</cx:pt>
          <cx:pt idx="51018">49.479999999999997</cx:pt>
          <cx:pt idx="51019">137.94999999999999</cx:pt>
          <cx:pt idx="51020">89.969999999999999</cx:pt>
          <cx:pt idx="51021">57.979999999999997</cx:pt>
          <cx:pt idx="51022">107.91</cx:pt>
          <cx:pt idx="51023">62.469999999999999</cx:pt>
          <cx:pt idx="51024">26.489999999999998</cx:pt>
          <cx:pt idx="51025">62.579999999999998</cx:pt>
          <cx:pt idx="51026">43.539999999999999</cx:pt>
          <cx:pt idx="51027">52.119999999999997</cx:pt>
          <cx:pt idx="51028">31.489999999999998</cx:pt>
          <cx:pt idx="51029">99.420000000000002</cx:pt>
          <cx:pt idx="51030">68.480000000000004</cx:pt>
          <cx:pt idx="51031">56.979999999999997</cx:pt>
          <cx:pt idx="51032">103.95999999999999</cx:pt>
          <cx:pt idx="51033">95.959999999999994</cx:pt>
          <cx:pt idx="51034">-55.960000000000001</cx:pt>
          <cx:pt idx="51035">55.979999999999997</cx:pt>
          <cx:pt idx="51036">22.489999999999998</cx:pt>
          <cx:pt idx="51037">97.959999999999994</cx:pt>
          <cx:pt idx="51038">51.979999999999997</cx:pt>
          <cx:pt idx="51039">59.979999999999997</cx:pt>
          <cx:pt idx="51040">138.94999999999999</cx:pt>
          <cx:pt idx="51041">563.89999999999998</cx:pt>
          <cx:pt idx="51042">55.979999999999997</cx:pt>
          <cx:pt idx="51043">30.489999999999998</cx:pt>
          <cx:pt idx="51044">55.979999999999997</cx:pt>
          <cx:pt idx="51045">55.979999999999997</cx:pt>
          <cx:pt idx="51046">89.939999999999998</cx:pt>
          <cx:pt idx="51047">53.969999999999999</cx:pt>
          <cx:pt idx="51048">199.91999999999999</cx:pt>
          <cx:pt idx="51049">124.95</cx:pt>
          <cx:pt idx="51050">78.620000000000005</cx:pt>
          <cx:pt idx="51051">77.969999999999999</cx:pt>
          <cx:pt idx="51052">119.98</cx:pt>
          <cx:pt idx="51053">36.490000000000002</cx:pt>
          <cx:pt idx="51054">56.969999999999999</cx:pt>
          <cx:pt idx="51055">34.18</cx:pt>
          <cx:pt idx="51056">96.980000000000004</cx:pt>
          <cx:pt idx="51057">26.690000000000001</cx:pt>
          <cx:pt idx="51058">57.979999999999997</cx:pt>
          <cx:pt idx="51059">52.479999999999997</cx:pt>
          <cx:pt idx="51060">31.09</cx:pt>
          <cx:pt idx="51061">89.950000000000003</cx:pt>
          <cx:pt idx="51062">71.989999999999995</cx:pt>
          <cx:pt idx="51063">57.969999999999999</cx:pt>
          <cx:pt idx="51064">14.17</cx:pt>
          <cx:pt idx="51065">89.980000000000004</cx:pt>
          <cx:pt idx="51066">70.170000000000002</cx:pt>
          <cx:pt idx="51067">65.989999999999995</cx:pt>
          <cx:pt idx="51068">51.960000000000001</cx:pt>
          <cx:pt idx="51069">51.979999999999997</cx:pt>
          <cx:pt idx="51070">68.969999999999999</cx:pt>
          <cx:pt idx="51071">64.980000000000004</cx:pt>
          <cx:pt idx="51072">107.95999999999999</cx:pt>
          <cx:pt idx="51073">115.95999999999999</cx:pt>
          <cx:pt idx="51074">28.289999999999999</cx:pt>
          <cx:pt idx="51075">72.579999999999998</cx:pt>
          <cx:pt idx="51076">31.940000000000001</cx:pt>
          <cx:pt idx="51077">25.280000000000001</cx:pt>
          <cx:pt idx="51078">46.280000000000001</cx:pt>
          <cx:pt idx="51079">84.980000000000004</cx:pt>
          <cx:pt idx="51080">94.340000000000003</cx:pt>
          <cx:pt idx="51081">152.46000000000001</cx:pt>
          <cx:pt idx="51082">53.979999999999997</cx:pt>
          <cx:pt idx="51083">53.979999999999997</cx:pt>
          <cx:pt idx="51084">57.759999999999998</cx:pt>
          <cx:pt idx="51085">55.390000000000001</cx:pt>
          <cx:pt idx="51086">53.979999999999997</cx:pt>
          <cx:pt idx="51087">91.930000000000007</cx:pt>
          <cx:pt idx="51088">99.980000000000004</cx:pt>
          <cx:pt idx="51089">181.93000000000001</cx:pt>
          <cx:pt idx="51090">59.979999999999997</cx:pt>
          <cx:pt idx="51091">59.979999999999997</cx:pt>
          <cx:pt idx="51092">31.48</cx:pt>
          <cx:pt idx="51093">55.979999999999997</cx:pt>
          <cx:pt idx="51094">58.93</cx:pt>
          <cx:pt idx="51095">214.13</cx:pt>
          <cx:pt idx="51096">82.620000000000005</cx:pt>
          <cx:pt idx="51097">63.969999999999999</cx:pt>
          <cx:pt idx="51098">60.990000000000002</cx:pt>
          <cx:pt idx="51099">197.97</cx:pt>
          <cx:pt idx="51100">131.97999999999999</cx:pt>
          <cx:pt idx="51101">60.969999999999999</cx:pt>
          <cx:pt idx="51102">54.649999999999999</cx:pt>
          <cx:pt idx="51103">83.969999999999999</cx:pt>
          <cx:pt idx="51104">55.979999999999997</cx:pt>
          <cx:pt idx="51105">69.980000000000004</cx:pt>
          <cx:pt idx="51106">59.469999999999999</cx:pt>
          <cx:pt idx="51107">49.990000000000002</cx:pt>
          <cx:pt idx="51108">71.980000000000004</cx:pt>
          <cx:pt idx="51109">107.95999999999999</cx:pt>
          <cx:pt idx="51110">43.280000000000001</cx:pt>
          <cx:pt idx="51111">197.97</cx:pt>
          <cx:pt idx="51112">119.95999999999999</cx:pt>
          <cx:pt idx="51113">65.989999999999995</cx:pt>
          <cx:pt idx="51114">79.930000000000007</cx:pt>
          <cx:pt idx="51115">259.89999999999998</cx:pt>
          <cx:pt idx="51116">57.979999999999997</cx:pt>
          <cx:pt idx="51117">89.969999999999999</cx:pt>
          <cx:pt idx="51118">61.979999999999997</cx:pt>
          <cx:pt idx="51119">131.97999999999999</cx:pt>
          <cx:pt idx="51120">69.150000000000006</cx:pt>
          <cx:pt idx="51121">65.989999999999995</cx:pt>
          <cx:pt idx="51122">161.93000000000001</cx:pt>
          <cx:pt idx="51123">103.95999999999999</cx:pt>
          <cx:pt idx="51124">103.95999999999999</cx:pt>
          <cx:pt idx="51125">89.969999999999999</cx:pt>
          <cx:pt idx="51126">64.980000000000004</cx:pt>
          <cx:pt idx="51127">143.94</cx:pt>
          <cx:pt idx="51128">111.95999999999999</cx:pt>
          <cx:pt idx="51129">127.95999999999999</cx:pt>
          <cx:pt idx="51130">82.469999999999999</cx:pt>
          <cx:pt idx="51131">55.979999999999997</cx:pt>
          <cx:pt idx="51132">119.95999999999999</cx:pt>
          <cx:pt idx="51133">50.969999999999999</cx:pt>
          <cx:pt idx="51134">110.98</cx:pt>
          <cx:pt idx="51135">75.980000000000004</cx:pt>
          <cx:pt idx="51136">69.989999999999995</cx:pt>
          <cx:pt idx="51137">119.95999999999999</cx:pt>
          <cx:pt idx="51138">64.090000000000003</cx:pt>
          <cx:pt idx="51139">89.969999999999999</cx:pt>
          <cx:pt idx="51140">54.280000000000001</cx:pt>
          <cx:pt idx="51141">41.969999999999999</cx:pt>
          <cx:pt idx="51142">59.979999999999997</cx:pt>
          <cx:pt idx="51143">31.489999999999998</cx:pt>
          <cx:pt idx="51144">11.48</cx:pt>
          <cx:pt idx="51145">90.980000000000004</cx:pt>
          <cx:pt idx="51146">78.019999999999996</cx:pt>
          <cx:pt idx="51147">111.95999999999999</cx:pt>
          <cx:pt idx="51148">83.969999999999999</cx:pt>
          <cx:pt idx="51149">102.45999999999999</cx:pt>
          <cx:pt idx="51150">53.969999999999999</cx:pt>
          <cx:pt idx="51151">223.88999999999999</cx:pt>
          <cx:pt idx="51152">59.979999999999997</cx:pt>
          <cx:pt idx="51153">179.93000000000001</cx:pt>
          <cx:pt idx="51154">43.469999999999999</cx:pt>
          <cx:pt idx="51155">92.120000000000005</cx:pt>
          <cx:pt idx="51156">131.97999999999999</cx:pt>
          <cx:pt idx="51157">30.23</cx:pt>
          <cx:pt idx="51158">59.979999999999997</cx:pt>
          <cx:pt idx="51159">35.289999999999999</cx:pt>
          <cx:pt idx="51160">50.969999999999999</cx:pt>
          <cx:pt idx="51161">59.979999999999997</cx:pt>
          <cx:pt idx="51162">82.230000000000004</cx:pt>
          <cx:pt idx="51163">94.989999999999995</cx:pt>
          <cx:pt idx="51164">83.969999999999999</cx:pt>
          <cx:pt idx="51165">40.960000000000001</cx:pt>
          <cx:pt idx="51166">263.95999999999998</cx:pt>
          <cx:pt idx="51167">50.979999999999997</cx:pt>
          <cx:pt idx="51168">156.93000000000001</cx:pt>
          <cx:pt idx="51169">41.490000000000002</cx:pt>
          <cx:pt idx="51170">25.989999999999998</cx:pt>
          <cx:pt idx="51171">18.989999999999998</cx:pt>
          <cx:pt idx="51172">243.91</cx:pt>
          <cx:pt idx="51173">59.979999999999997</cx:pt>
          <cx:pt idx="51174">65.989999999999995</cx:pt>
          <cx:pt idx="51175">83.969999999999999</cx:pt>
          <cx:pt idx="51176">59.979999999999997</cx:pt>
          <cx:pt idx="51177">100.41</cx:pt>
          <cx:pt idx="51178">89.969999999999999</cx:pt>
          <cx:pt idx="51179">29.489999999999998</cx:pt>
          <cx:pt idx="51180">79.579999999999998</cx:pt>
          <cx:pt idx="51181">51.979999999999997</cx:pt>
          <cx:pt idx="51182">64.980000000000004</cx:pt>
          <cx:pt idx="51183">82.969999999999999</cx:pt>
          <cx:pt idx="51184">81.420000000000002</cx:pt>
          <cx:pt idx="51185">31.489999999999998</cx:pt>
          <cx:pt idx="51186">53.979999999999997</cx:pt>
          <cx:pt idx="51187">83.969999999999999</cx:pt>
          <cx:pt idx="51188">131.97999999999999</cx:pt>
          <cx:pt idx="51189">74.340000000000003</cx:pt>
          <cx:pt idx="51190">56.979999999999997</cx:pt>
          <cx:pt idx="51191">56.979999999999997</cx:pt>
          <cx:pt idx="51192">71.980000000000004</cx:pt>
          <cx:pt idx="51193">61.979999999999997</cx:pt>
          <cx:pt idx="51194">97.060000000000002</cx:pt>
          <cx:pt idx="51195">179.94</cx:pt>
          <cx:pt idx="51196">54.990000000000002</cx:pt>
          <cx:pt idx="51197">54.979999999999997</cx:pt>
          <cx:pt idx="51198">139.94999999999999</cx:pt>
          <cx:pt idx="51199">92.959999999999994</cx:pt>
          <cx:pt idx="51200">35.280000000000001</cx:pt>
          <cx:pt idx="51201">41.100000000000001</cx:pt>
          <cx:pt idx="51202">135.46000000000001</cx:pt>
          <cx:pt idx="51203">107.97</cx:pt>
          <cx:pt idx="51204">94.340000000000003</cx:pt>
          <cx:pt idx="51205">71.969999999999999</cx:pt>
          <cx:pt idx="51206">171.97</cx:pt>
          <cx:pt idx="51207">104.97</cx:pt>
          <cx:pt idx="51208">61.689999999999998</cx:pt>
          <cx:pt idx="51209">51.289999999999999</cx:pt>
          <cx:pt idx="51210">16.920000000000002</cx:pt>
          <cx:pt idx="51211">35.229999999999997</cx:pt>
          <cx:pt idx="51212">49.280000000000001</cx:pt>
          <cx:pt idx="51213">59.979999999999997</cx:pt>
          <cx:pt idx="51214">59.969999999999999</cx:pt>
          <cx:pt idx="51215">75.959999999999994</cx:pt>
          <cx:pt idx="51216">209.97</cx:pt>
          <cx:pt idx="51217">122.45</cx:pt>
          <cx:pt idx="51218">89.969999999999999</cx:pt>
          <cx:pt idx="51219">65.989999999999995</cx:pt>
          <cx:pt idx="51220">73.480000000000004</cx:pt>
          <cx:pt idx="51221">68.950000000000003</cx:pt>
          <cx:pt idx="51222">89.980000000000004</cx:pt>
          <cx:pt idx="51223">239.90000000000001</cx:pt>
          <cx:pt idx="51224">69.950000000000003</cx:pt>
          <cx:pt idx="51225">197.97</cx:pt>
          <cx:pt idx="51226">49.990000000000002</cx:pt>
          <cx:pt idx="51227">35.490000000000002</cx:pt>
          <cx:pt idx="51228">103.97</cx:pt>
          <cx:pt idx="51229">143.94999999999999</cx:pt>
          <cx:pt idx="51230">55.979999999999997</cx:pt>
          <cx:pt idx="51231">83.480000000000004</cx:pt>
          <cx:pt idx="51232">57.979999999999997</cx:pt>
          <cx:pt idx="51233">114.98</cx:pt>
          <cx:pt idx="51234">92.969999999999999</cx:pt>
          <cx:pt idx="51235">61.979999999999997</cx:pt>
          <cx:pt idx="51236">174.94</cx:pt>
          <cx:pt idx="51237">54.82</cx:pt>
          <cx:pt idx="51238">54.369999999999997</cx:pt>
          <cx:pt idx="51239">72.219999999999999</cx:pt>
          <cx:pt idx="51240">65.959999999999994</cx:pt>
          <cx:pt idx="51241">100.76000000000001</cx:pt>
          <cx:pt idx="51242">86.359999999999999</cx:pt>
          <cx:pt idx="51243">31.489999999999998</cx:pt>
          <cx:pt idx="51244">89.969999999999999</cx:pt>
          <cx:pt idx="51245">50.979999999999997</cx:pt>
          <cx:pt idx="51246">-49</cx:pt>
          <cx:pt idx="51247">83.969999999999999</cx:pt>
          <cx:pt idx="51248">55.969999999999999</cx:pt>
          <cx:pt idx="51249">22.489999999999998</cx:pt>
          <cx:pt idx="51250">29.489999999999998</cx:pt>
          <cx:pt idx="51251">41.289999999999999</cx:pt>
          <cx:pt idx="51252">25.390000000000001</cx:pt>
          <cx:pt idx="51253">123.95999999999999</cx:pt>
          <cx:pt idx="51254">34.280000000000001</cx:pt>
          <cx:pt idx="51255">20.489999999999998</cx:pt>
          <cx:pt idx="51256">71.969999999999999</cx:pt>
          <cx:pt idx="51257">53.979999999999997</cx:pt>
          <cx:pt idx="51258">51.979999999999997</cx:pt>
          <cx:pt idx="51259">74.469999999999999</cx:pt>
          <cx:pt idx="51260">63.969999999999999</cx:pt>
          <cx:pt idx="51261">55.979999999999997</cx:pt>
          <cx:pt idx="51262">58.359999999999999</cx:pt>
          <cx:pt idx="51263">59.960000000000001</cx:pt>
          <cx:pt idx="51264">54.299999999999997</cx:pt>
          <cx:pt idx="51265">32.490000000000002</cx:pt>
          <cx:pt idx="51266">131.97999999999999</cx:pt>
          <cx:pt idx="51267">55.979999999999997</cx:pt>
          <cx:pt idx="51268">48.579999999999998</cx:pt>
          <cx:pt idx="51269">78.019999999999996</cx:pt>
          <cx:pt idx="51270">78.980000000000004</cx:pt>
          <cx:pt idx="51271">43.479999999999997</cx:pt>
          <cx:pt idx="51272">170.94999999999999</cx:pt>
          <cx:pt idx="51273">258.95999999999998</cx:pt>
          <cx:pt idx="51274">78.969999999999999</cx:pt>
          <cx:pt idx="51275">57.979999999999997</cx:pt>
          <cx:pt idx="51276">83.969999999999999</cx:pt>
          <cx:pt idx="51277">41.490000000000002</cx:pt>
          <cx:pt idx="51278">151.96000000000001</cx:pt>
          <cx:pt idx="51279">84.980000000000004</cx:pt>
          <cx:pt idx="51280">64.980000000000004</cx:pt>
          <cx:pt idx="51281">28.239999999999998</cx:pt>
          <cx:pt idx="51282">65.989999999999995</cx:pt>
          <cx:pt idx="51283">7.2800000000000002</cx:pt>
          <cx:pt idx="51284">55.979999999999997</cx:pt>
          <cx:pt idx="51285">51.979999999999997</cx:pt>
          <cx:pt idx="51286">105.98</cx:pt>
          <cx:pt idx="51287">52.159999999999997</cx:pt>
          <cx:pt idx="51288">145.44999999999999</cx:pt>
          <cx:pt idx="51289">142.94999999999999</cx:pt>
          <cx:pt idx="51290">123.94</cx:pt>
          <cx:pt idx="51291">13.289999999999999</cx:pt>
          <cx:pt idx="51292">101.59</cx:pt>
          <cx:pt idx="51293">61.979999999999997</cx:pt>
          <cx:pt idx="51294">95.900000000000006</cx:pt>
          <cx:pt idx="51295">45.390000000000001</cx:pt>
          <cx:pt idx="51296">120.98999999999999</cx:pt>
          <cx:pt idx="51297">203.59999999999999</cx:pt>
          <cx:pt idx="51298">419.85000000000002</cx:pt>
          <cx:pt idx="51299">65.989999999999995</cx:pt>
          <cx:pt idx="51300">49.990000000000002</cx:pt>
          <cx:pt idx="51301">89.969999999999999</cx:pt>
          <cx:pt idx="51302">61.229999999999997</cx:pt>
          <cx:pt idx="51303">59.960000000000001</cx:pt>
          <cx:pt idx="51304">66.530000000000001</cx:pt>
          <cx:pt idx="51305">61.979999999999997</cx:pt>
          <cx:pt idx="51306">84.980000000000004</cx:pt>
          <cx:pt idx="51307">156.63</cx:pt>
          <cx:pt idx="51308">53.979999999999997</cx:pt>
          <cx:pt idx="51309">71.969999999999999</cx:pt>
          <cx:pt idx="51310">61.979999999999997</cx:pt>
          <cx:pt idx="51311">239.53999999999999</cx:pt>
          <cx:pt idx="51312">83.150000000000006</cx:pt>
          <cx:pt idx="51313">55.960000000000001</cx:pt>
          <cx:pt idx="51314">71.969999999999999</cx:pt>
          <cx:pt idx="51315">55.780000000000001</cx:pt>
          <cx:pt idx="51316">198.94</cx:pt>
          <cx:pt idx="51317">77.969999999999999</cx:pt>
          <cx:pt idx="51318">71.840000000000003</cx:pt>
          <cx:pt idx="51319">25.289999999999999</cx:pt>
          <cx:pt idx="51320">24.98</cx:pt>
          <cx:pt idx="51321">51.979999999999997</cx:pt>
          <cx:pt idx="51322">49.990000000000002</cx:pt>
          <cx:pt idx="51323">52.969999999999999</cx:pt>
          <cx:pt idx="51324">94.969999999999999</cx:pt>
          <cx:pt idx="51325">53.979999999999997</cx:pt>
          <cx:pt idx="51326">25.239999999999998</cx:pt>
          <cx:pt idx="51327">128.83000000000001</cx:pt>
          <cx:pt idx="51328">63.969999999999999</cx:pt>
          <cx:pt idx="51329">53.140000000000001</cx:pt>
          <cx:pt idx="51330">61.979999999999997</cx:pt>
          <cx:pt idx="51331">71.969999999999999</cx:pt>
          <cx:pt idx="51332">78.980000000000004</cx:pt>
          <cx:pt idx="51333">51.979999999999997</cx:pt>
          <cx:pt idx="51334">111.95999999999999</cx:pt>
          <cx:pt idx="51335">46.289999999999999</cx:pt>
          <cx:pt idx="51336">55.979999999999997</cx:pt>
          <cx:pt idx="51337">59.960000000000001</cx:pt>
          <cx:pt idx="51338">55.979999999999997</cx:pt>
          <cx:pt idx="51339">62.969999999999999</cx:pt>
          <cx:pt idx="51340">10.869999999999999</cx:pt>
          <cx:pt idx="51341">127.45999999999999</cx:pt>
          <cx:pt idx="51342">36.490000000000002</cx:pt>
          <cx:pt idx="51343">51.979999999999997</cx:pt>
          <cx:pt idx="51344">51.979999999999997</cx:pt>
          <cx:pt idx="51345">41.289999999999999</cx:pt>
          <cx:pt idx="51346">107.93000000000001</cx:pt>
          <cx:pt idx="51347">55.979999999999997</cx:pt>
          <cx:pt idx="51348">55.640000000000001</cx:pt>
          <cx:pt idx="51349">111.95999999999999</cx:pt>
          <cx:pt idx="51350">54.990000000000002</cx:pt>
          <cx:pt idx="51351">72.579999999999998</cx:pt>
          <cx:pt idx="51352">102.83</cx:pt>
          <cx:pt idx="51353">111.95999999999999</cx:pt>
          <cx:pt idx="51354">92.969999999999999</cx:pt>
          <cx:pt idx="51355">17.489999999999998</cx:pt>
          <cx:pt idx="51356">107.95999999999999</cx:pt>
          <cx:pt idx="51357">119.95999999999999</cx:pt>
          <cx:pt idx="51358">55.969999999999999</cx:pt>
          <cx:pt idx="51359">32.289999999999999</cx:pt>
          <cx:pt idx="51360">79.969999999999999</cx:pt>
          <cx:pt idx="51361">64.980000000000004</cx:pt>
          <cx:pt idx="51362">155.94</cx:pt>
          <cx:pt idx="51363">16.289999999999999</cx:pt>
          <cx:pt idx="51364">89.969999999999999</cx:pt>
          <cx:pt idx="51365">131.97999999999999</cx:pt>
          <cx:pt idx="51366">45.939999999999998</cx:pt>
          <cx:pt idx="51367">131.97999999999999</cx:pt>
          <cx:pt idx="51368">55.979999999999997</cx:pt>
          <cx:pt idx="51369">131.97999999999999</cx:pt>
          <cx:pt idx="51370">76.150000000000006</cx:pt>
          <cx:pt idx="51371">103.95999999999999</cx:pt>
          <cx:pt idx="51372">131.97999999999999</cx:pt>
          <cx:pt idx="51373">69.980000000000004</cx:pt>
          <cx:pt idx="51374">55.979999999999997</cx:pt>
          <cx:pt idx="51375">95.959999999999994</cx:pt>
          <cx:pt idx="51376">49.979999999999997</cx:pt>
          <cx:pt idx="51377">119.95999999999999</cx:pt>
          <cx:pt idx="51378">71.969999999999999</cx:pt>
          <cx:pt idx="51379">108.95999999999999</cx:pt>
          <cx:pt idx="51380">50.890000000000001</cx:pt>
          <cx:pt idx="51381">84.980000000000004</cx:pt>
          <cx:pt idx="51382">107.95999999999999</cx:pt>
          <cx:pt idx="51383">47.280000000000001</cx:pt>
          <cx:pt idx="51384">71.969999999999999</cx:pt>
          <cx:pt idx="51385">110.97</cx:pt>
          <cx:pt idx="51386">48.479999999999997</cx:pt>
          <cx:pt idx="51387">95.969999999999999</cx:pt>
          <cx:pt idx="51388">218.91999999999999</cx:pt>
          <cx:pt idx="51389">59.979999999999997</cx:pt>
          <cx:pt idx="51390">55.390000000000001</cx:pt>
          <cx:pt idx="51391">15.49</cx:pt>
          <cx:pt idx="51392">83.480000000000004</cx:pt>
          <cx:pt idx="51393">71.969999999999999</cx:pt>
          <cx:pt idx="51394">59.979999999999997</cx:pt>
          <cx:pt idx="51395">55.979999999999997</cx:pt>
          <cx:pt idx="51396">55.979999999999997</cx:pt>
          <cx:pt idx="51397">109.94</cx:pt>
          <cx:pt idx="51398">50.75</cx:pt>
          <cx:pt idx="51399">55.390000000000001</cx:pt>
          <cx:pt idx="51400">66.510000000000005</cx:pt>
          <cx:pt idx="51401">55.979999999999997</cx:pt>
          <cx:pt idx="51402">78.980000000000004</cx:pt>
          <cx:pt idx="51403">55.979999999999997</cx:pt>
          <cx:pt idx="51404">94.989999999999995</cx:pt>
          <cx:pt idx="51405">51.979999999999997</cx:pt>
          <cx:pt idx="51406">111.03</cx:pt>
          <cx:pt idx="51407">83.480000000000004</cx:pt>
          <cx:pt idx="51408">102.56999999999999</cx:pt>
          <cx:pt idx="51409">59.990000000000002</cx:pt>
          <cx:pt idx="51410">119.95999999999999</cx:pt>
          <cx:pt idx="51411">65.989999999999995</cx:pt>
          <cx:pt idx="51412">25.489999999999998</cx:pt>
          <cx:pt idx="51413">71.969999999999999</cx:pt>
          <cx:pt idx="51414">59.969999999999999</cx:pt>
          <cx:pt idx="51415">60.979999999999997</cx:pt>
          <cx:pt idx="51416">106.97</cx:pt>
          <cx:pt idx="51417">39.479999999999997</cx:pt>
          <cx:pt idx="51418">14.289999999999999</cx:pt>
          <cx:pt idx="51419">48.979999999999997</cx:pt>
          <cx:pt idx="51420">72.590000000000003</cx:pt>
          <cx:pt idx="51421">57.979999999999997</cx:pt>
          <cx:pt idx="51422">84.980000000000004</cx:pt>
          <cx:pt idx="51423">111.95999999999999</cx:pt>
          <cx:pt idx="51424">59.979999999999997</cx:pt>
          <cx:pt idx="51425">55.979999999999997</cx:pt>
          <cx:pt idx="51426">55.979999999999997</cx:pt>
          <cx:pt idx="51427">180.83000000000001</cx:pt>
          <cx:pt idx="51428">126.76000000000001</cx:pt>
          <cx:pt idx="51429">41.479999999999997</cx:pt>
          <cx:pt idx="51430">40.490000000000002</cx:pt>
          <cx:pt idx="51431">56.969999999999999</cx:pt>
          <cx:pt idx="51432">28.940000000000001</cx:pt>
          <cx:pt idx="51433">83.969999999999999</cx:pt>
          <cx:pt idx="51434">49.079999999999998</cx:pt>
          <cx:pt idx="51435">64.980000000000004</cx:pt>
          <cx:pt idx="51436">30</cx:pt>
          <cx:pt idx="51437">29.489999999999998</cx:pt>
          <cx:pt idx="51438">54.340000000000003</cx:pt>
          <cx:pt idx="51439">220.38</cx:pt>
          <cx:pt idx="51440">13.869999999999999</cx:pt>
          <cx:pt idx="51441">131.97999999999999</cx:pt>
          <cx:pt idx="51442">112.95999999999999</cx:pt>
          <cx:pt idx="51443">205.84</cx:pt>
          <cx:pt idx="51444">98.569999999999993</cx:pt>
          <cx:pt idx="51445">197.97</cx:pt>
          <cx:pt idx="51446">52.18</cx:pt>
          <cx:pt idx="51447">107.94</cx:pt>
          <cx:pt idx="51448">78.180000000000007</cx:pt>
          <cx:pt idx="51449">215.93000000000001</cx:pt>
          <cx:pt idx="51450">104.95</cx:pt>
          <cx:pt idx="51451">83.480000000000004</cx:pt>
          <cx:pt idx="51452">139.94999999999999</cx:pt>
          <cx:pt idx="51453">83.969999999999999</cx:pt>
          <cx:pt idx="51454">205.93000000000001</cx:pt>
          <cx:pt idx="51455">55.969999999999999</cx:pt>
          <cx:pt idx="51456">83.480000000000004</cx:pt>
          <cx:pt idx="51457">59.390000000000001</cx:pt>
          <cx:pt idx="51458">72.549999999999997</cx:pt>
          <cx:pt idx="51459">73.909999999999997</cx:pt>
          <cx:pt idx="51460">143.94999999999999</cx:pt>
          <cx:pt idx="51461">139.94999999999999</cx:pt>
          <cx:pt idx="51462">59.979999999999997</cx:pt>
          <cx:pt idx="51463">84.980000000000004</cx:pt>
          <cx:pt idx="51464">24.989999999999998</cx:pt>
          <cx:pt idx="51465">68.969999999999999</cx:pt>
          <cx:pt idx="51466">48.380000000000003</cx:pt>
          <cx:pt idx="51467">65.989999999999995</cx:pt>
          <cx:pt idx="51468">95.480000000000004</cx:pt>
          <cx:pt idx="51469">170.91999999999999</cx:pt>
          <cx:pt idx="51470">51.979999999999997</cx:pt>
          <cx:pt idx="51471">67.739999999999995</cx:pt>
          <cx:pt idx="51472">131.97999999999999</cx:pt>
          <cx:pt idx="51473">31.489999999999998</cx:pt>
          <cx:pt idx="51474">152.94</cx:pt>
          <cx:pt idx="51475">60.969999999999999</cx:pt>
          <cx:pt idx="51476">139.94999999999999</cx:pt>
          <cx:pt idx="51477">52.479999999999997</cx:pt>
          <cx:pt idx="51478">54.990000000000002</cx:pt>
          <cx:pt idx="51479">58.450000000000003</cx:pt>
          <cx:pt idx="51480">231.66999999999999</cx:pt>
          <cx:pt idx="51481">52.969999999999999</cx:pt>
          <cx:pt idx="51482">58.969999999999999</cx:pt>
          <cx:pt idx="51483">131.97999999999999</cx:pt>
          <cx:pt idx="51484">149.94999999999999</cx:pt>
          <cx:pt idx="51485">59.979999999999997</cx:pt>
          <cx:pt idx="51486">50</cx:pt>
          <cx:pt idx="51487">31.489999999999998</cx:pt>
          <cx:pt idx="51488">41.280000000000001</cx:pt>
          <cx:pt idx="51489">24.489999999999998</cx:pt>
          <cx:pt idx="51490">77.969999999999999</cx:pt>
          <cx:pt idx="51491">32.240000000000002</cx:pt>
          <cx:pt idx="51492">120.94</cx:pt>
          <cx:pt idx="51493">60.990000000000002</cx:pt>
          <cx:pt idx="51494">111.95999999999999</cx:pt>
          <cx:pt idx="51495">106.44</cx:pt>
          <cx:pt idx="51496">-1.3</cx:pt>
          <cx:pt idx="51497">84.980000000000004</cx:pt>
          <cx:pt idx="51498">-7.2400000000000002</cx:pt>
          <cx:pt idx="51499">162.94</cx:pt>
          <cx:pt idx="51500">65.969999999999999</cx:pt>
          <cx:pt idx="51501">77.969999999999999</cx:pt>
          <cx:pt idx="51502">25.989999999999998</cx:pt>
          <cx:pt idx="51503">51.979999999999997</cx:pt>
          <cx:pt idx="51504">89.969999999999999</cx:pt>
          <cx:pt idx="51505">51.979999999999997</cx:pt>
          <cx:pt idx="51506">99.950000000000003</cx:pt>
          <cx:pt idx="51507">83.969999999999999</cx:pt>
          <cx:pt idx="51508">113.95999999999999</cx:pt>
          <cx:pt idx="51509">74.980000000000004</cx:pt>
          <cx:pt idx="51510">32.479999999999997</cx:pt>
          <cx:pt idx="51511">121.45</cx:pt>
          <cx:pt idx="51512">59.979999999999997</cx:pt>
          <cx:pt idx="51513">79.469999999999999</cx:pt>
          <cx:pt idx="51514">105.98</cx:pt>
          <cx:pt idx="51515">59.979999999999997</cx:pt>
          <cx:pt idx="51516">64.980000000000004</cx:pt>
          <cx:pt idx="51517">29.489999999999998</cx:pt>
          <cx:pt idx="51518">84.980000000000004</cx:pt>
          <cx:pt idx="51519">14.49</cx:pt>
          <cx:pt idx="51520">115.97</cx:pt>
          <cx:pt idx="51521">17.489999999999998</cx:pt>
          <cx:pt idx="51522">100.38</cx:pt>
          <cx:pt idx="51523">96.739999999999995</cx:pt>
          <cx:pt idx="51524">51.960000000000001</cx:pt>
          <cx:pt idx="51525">65.989999999999995</cx:pt>
          <cx:pt idx="51526">94.980000000000004</cx:pt>
          <cx:pt idx="51527">72.969999999999999</cx:pt>
          <cx:pt idx="51528">117.26000000000001</cx:pt>
          <cx:pt idx="51529">56.469999999999999</cx:pt>
          <cx:pt idx="51530">98.379999999999995</cx:pt>
          <cx:pt idx="51531">39.539999999999999</cx:pt>
          <cx:pt idx="51532">-84.980000000000004</cx:pt>
          <cx:pt idx="51533">89.969999999999999</cx:pt>
          <cx:pt idx="51534">56.670000000000002</cx:pt>
          <cx:pt idx="51535">46.490000000000002</cx:pt>
          <cx:pt idx="51536">119.95999999999999</cx:pt>
          <cx:pt idx="51537">73.969999999999999</cx:pt>
          <cx:pt idx="51538">31.489999999999998</cx:pt>
          <cx:pt idx="51539">63.880000000000003</cx:pt>
          <cx:pt idx="51540">56.969999999999999</cx:pt>
          <cx:pt idx="51541">79.980000000000004</cx:pt>
          <cx:pt idx="51542">83.969999999999999</cx:pt>
          <cx:pt idx="51543">49.280000000000001</cx:pt>
          <cx:pt idx="51544">335.88</cx:pt>
          <cx:pt idx="51545">82.969999999999999</cx:pt>
          <cx:pt idx="51546">229.94</cx:pt>
          <cx:pt idx="51547">305.88999999999999</cx:pt>
          <cx:pt idx="51548">41.479999999999997</cx:pt>
          <cx:pt idx="51549">38.729999999999997</cx:pt>
          <cx:pt idx="51550">61.100000000000001</cx:pt>
          <cx:pt idx="51551">6.4900000000000002</cx:pt>
          <cx:pt idx="51552">18.109999999999999</cx:pt>
          <cx:pt idx="51553">103.95999999999999</cx:pt>
          <cx:pt idx="51554">84.969999999999999</cx:pt>
          <cx:pt idx="51555">35.049999999999997</cx:pt>
          <cx:pt idx="51556">51.960000000000001</cx:pt>
          <cx:pt idx="51557">83.969999999999999</cx:pt>
          <cx:pt idx="51558">109.26000000000001</cx:pt>
          <cx:pt idx="51559">79.980000000000004</cx:pt>
          <cx:pt idx="51560">259.89999999999998</cx:pt>
          <cx:pt idx="51561">161.94999999999999</cx:pt>
          <cx:pt idx="51562">59.939999999999998</cx:pt>
          <cx:pt idx="51563">54.700000000000003</cx:pt>
          <cx:pt idx="51564">48.57</cx:pt>
          <cx:pt idx="51565">123.95999999999999</cx:pt>
          <cx:pt idx="51566">62.359999999999999</cx:pt>
          <cx:pt idx="51567">41.490000000000002</cx:pt>
          <cx:pt idx="51568">56.969999999999999</cx:pt>
          <cx:pt idx="51569">55.979999999999997</cx:pt>
          <cx:pt idx="51570">53.979999999999997</cx:pt>
          <cx:pt idx="51571">64.980000000000004</cx:pt>
          <cx:pt idx="51572">59.969999999999999</cx:pt>
          <cx:pt idx="51573">69.969999999999999</cx:pt>
          <cx:pt idx="51574">12.49</cx:pt>
          <cx:pt idx="51575">55.979999999999997</cx:pt>
          <cx:pt idx="51576">50.969999999999999</cx:pt>
          <cx:pt idx="51577">6.29</cx:pt>
          <cx:pt idx="51578">103.37</cx:pt>
          <cx:pt idx="51579">49.479999999999997</cx:pt>
          <cx:pt idx="51580">26.690000000000001</cx:pt>
          <cx:pt idx="51581">20.73</cx:pt>
          <cx:pt idx="51582">50.369999999999997</cx:pt>
          <cx:pt idx="51583">71.969999999999999</cx:pt>
          <cx:pt idx="51584">54.880000000000003</cx:pt>
          <cx:pt idx="51585">65.989999999999995</cx:pt>
          <cx:pt idx="51586">64.980000000000004</cx:pt>
          <cx:pt idx="51587">59.979999999999997</cx:pt>
          <cx:pt idx="51588">64.980000000000004</cx:pt>
          <cx:pt idx="51589">59.979999999999997</cx:pt>
          <cx:pt idx="51590">57.229999999999997</cx:pt>
          <cx:pt idx="51591">83.969999999999999</cx:pt>
          <cx:pt idx="51592">80.310000000000002</cx:pt>
          <cx:pt idx="51593">66.980000000000004</cx:pt>
          <cx:pt idx="51594">59.950000000000003</cx:pt>
          <cx:pt idx="51595">93.969999999999999</cx:pt>
          <cx:pt idx="51596">61.479999999999997</cx:pt>
          <cx:pt idx="51597">128.24000000000001</cx:pt>
          <cx:pt idx="51598">29.190000000000001</cx:pt>
          <cx:pt idx="51599">94.969999999999999</cx:pt>
          <cx:pt idx="51600">84.689999999999998</cx:pt>
          <cx:pt idx="51601">46.479999999999997</cx:pt>
          <cx:pt idx="51602">78.980000000000004</cx:pt>
          <cx:pt idx="51603">65.989999999999995</cx:pt>
          <cx:pt idx="51604">156.94999999999999</cx:pt>
          <cx:pt idx="51605">59.979999999999997</cx:pt>
          <cx:pt idx="51606">199.96000000000001</cx:pt>
          <cx:pt idx="51607">89.969999999999999</cx:pt>
          <cx:pt idx="51608">59.979999999999997</cx:pt>
          <cx:pt idx="51609">-47.280000000000001</cx:pt>
          <cx:pt idx="51610">83.969999999999999</cx:pt>
          <cx:pt idx="51611">65.989999999999995</cx:pt>
          <cx:pt idx="51612">36.479999999999997</cx:pt>
          <cx:pt idx="51613">70.969999999999999</cx:pt>
          <cx:pt idx="51614">69.989999999999995</cx:pt>
          <cx:pt idx="51615">73.969999999999999</cx:pt>
          <cx:pt idx="51616">103.75</cx:pt>
          <cx:pt idx="51617">55.979999999999997</cx:pt>
          <cx:pt idx="51618">59.979999999999997</cx:pt>
          <cx:pt idx="51619">55.979999999999997</cx:pt>
          <cx:pt idx="51620">55.979999999999997</cx:pt>
          <cx:pt idx="51621">119.95999999999999</cx:pt>
          <cx:pt idx="51622">22.59</cx:pt>
          <cx:pt idx="51623">54.979999999999997</cx:pt>
          <cx:pt idx="51624">26.289999999999999</cx:pt>
          <cx:pt idx="51625">59.979999999999997</cx:pt>
          <cx:pt idx="51626">57.969999999999999</cx:pt>
          <cx:pt idx="51627">59.979999999999997</cx:pt>
          <cx:pt idx="51628">51.979999999999997</cx:pt>
          <cx:pt idx="51629">97.469999999999999</cx:pt>
          <cx:pt idx="51630">59.990000000000002</cx:pt>
          <cx:pt idx="51631">55.969999999999999</cx:pt>
          <cx:pt idx="51632">84.989999999999995</cx:pt>
          <cx:pt idx="51633">55.479999999999997</cx:pt>
          <cx:pt idx="51634">49.990000000000002</cx:pt>
          <cx:pt idx="51635">201.90000000000001</cx:pt>
          <cx:pt idx="51636">115.95999999999999</cx:pt>
          <cx:pt idx="51637">123.95999999999999</cx:pt>
          <cx:pt idx="51638">59.390000000000001</cx:pt>
          <cx:pt idx="51639">191.91999999999999</cx:pt>
          <cx:pt idx="51640">29.280000000000001</cx:pt>
          <cx:pt idx="51641">34.479999999999997</cx:pt>
          <cx:pt idx="51642">29.489999999999998</cx:pt>
          <cx:pt idx="51643">29.010000000000002</cx:pt>
          <cx:pt idx="51644">62.979999999999997</cx:pt>
          <cx:pt idx="51645">19.489999999999998</cx:pt>
          <cx:pt idx="51646">50.469999999999999</cx:pt>
          <cx:pt idx="51647">55.960000000000001</cx:pt>
          <cx:pt idx="51648">158.09999999999999</cx:pt>
          <cx:pt idx="51649">124.97</cx:pt>
          <cx:pt idx="51650">37.219999999999999</cx:pt>
          <cx:pt idx="51651">27.489999999999998</cx:pt>
          <cx:pt idx="51652">65.989999999999995</cx:pt>
          <cx:pt idx="51653">53.969999999999999</cx:pt>
          <cx:pt idx="51654">86.359999999999999</cx:pt>
          <cx:pt idx="51655">56.979999999999997</cx:pt>
          <cx:pt idx="51656">51.979999999999997</cx:pt>
          <cx:pt idx="51657">137.94</cx:pt>
          <cx:pt idx="51658">55.979999999999997</cx:pt>
          <cx:pt idx="51659">116.95999999999999</cx:pt>
          <cx:pt idx="51660">44.289999999999999</cx:pt>
          <cx:pt idx="51661">83.969999999999999</cx:pt>
          <cx:pt idx="51662">51.289999999999999</cx:pt>
          <cx:pt idx="51663">32.649999999999999</cx:pt>
          <cx:pt idx="51664">72.579999999999998</cx:pt>
          <cx:pt idx="51665">32.490000000000002</cx:pt>
          <cx:pt idx="51666">68.969999999999999</cx:pt>
          <cx:pt idx="51667">49.479999999999997</cx:pt>
          <cx:pt idx="51668">49.990000000000002</cx:pt>
          <cx:pt idx="51669">18.129999999999999</cx:pt>
          <cx:pt idx="51670">22.949999999999999</cx:pt>
          <cx:pt idx="51671">55.969999999999999</cx:pt>
          <cx:pt idx="51672">169.97999999999999</cx:pt>
          <cx:pt idx="51673">12.289999999999999</cx:pt>
          <cx:pt idx="51674">77.420000000000002</cx:pt>
          <cx:pt idx="51675">61.979999999999997</cx:pt>
          <cx:pt idx="51676">64.980000000000004</cx:pt>
          <cx:pt idx="51677">159.69999999999999</cx:pt>
          <cx:pt idx="51678">103.95999999999999</cx:pt>
          <cx:pt idx="51679">91.959999999999994</cx:pt>
          <cx:pt idx="51680">103.95999999999999</cx:pt>
          <cx:pt idx="51681">51.979999999999997</cx:pt>
          <cx:pt idx="51682">111.95999999999999</cx:pt>
          <cx:pt idx="51683">51.979999999999997</cx:pt>
          <cx:pt idx="51684">123.95999999999999</cx:pt>
          <cx:pt idx="51685">135.47</cx:pt>
          <cx:pt idx="51686">55.969999999999999</cx:pt>
          <cx:pt idx="51687">62.979999999999997</cx:pt>
          <cx:pt idx="51688">79.469999999999999</cx:pt>
          <cx:pt idx="51689">63.979999999999997</cx:pt>
          <cx:pt idx="51690">127.97</cx:pt>
          <cx:pt idx="51691">61.979999999999997</cx:pt>
          <cx:pt idx="51692">117.95999999999999</cx:pt>
          <cx:pt idx="51693">58.979999999999997</cx:pt>
          <cx:pt idx="51694">54.990000000000002</cx:pt>
          <cx:pt idx="51695">43.090000000000003</cx:pt>
          <cx:pt idx="51696">61.979999999999997</cx:pt>
          <cx:pt idx="51697">45.490000000000002</cx:pt>
          <cx:pt idx="51698">129.94999999999999</cx:pt>
          <cx:pt idx="51699">121.95999999999999</cx:pt>
          <cx:pt idx="51700">60.460000000000001</cx:pt>
          <cx:pt idx="51701">83.969999999999999</cx:pt>
          <cx:pt idx="51702">103.37</cx:pt>
          <cx:pt idx="51703">56.969999999999999</cx:pt>
          <cx:pt idx="51704">97.969999999999999</cx:pt>
          <cx:pt idx="51705">36.490000000000002</cx:pt>
          <cx:pt idx="51706">70.170000000000002</cx:pt>
          <cx:pt idx="51707">74.269999999999996</cx:pt>
          <cx:pt idx="51708">61.979999999999997</cx:pt>
          <cx:pt idx="51709">31.48</cx:pt>
          <cx:pt idx="51710">51.979999999999997</cx:pt>
          <cx:pt idx="51711">107.95999999999999</cx:pt>
          <cx:pt idx="51712">24.18</cx:pt>
          <cx:pt idx="51713">51.979999999999997</cx:pt>
          <cx:pt idx="51714">50.979999999999997</cx:pt>
          <cx:pt idx="51715">300.94</cx:pt>
          <cx:pt idx="51716">8.4900000000000002</cx:pt>
          <cx:pt idx="51717">55.979999999999997</cx:pt>
          <cx:pt idx="51718">309.27999999999997</cx:pt>
          <cx:pt idx="51719">164.97999999999999</cx:pt>
          <cx:pt idx="51720">116.37</cx:pt>
          <cx:pt idx="51721">89.969999999999999</cx:pt>
          <cx:pt idx="51722">133.94999999999999</cx:pt>
          <cx:pt idx="51723">72.170000000000002</cx:pt>
          <cx:pt idx="51724">89.969999999999999</cx:pt>
          <cx:pt idx="51725">142.97</cx:pt>
          <cx:pt idx="51726">119.94</cx:pt>
          <cx:pt idx="51727">85.980000000000004</cx:pt>
          <cx:pt idx="51728">103.95999999999999</cx:pt>
          <cx:pt idx="51729">58.979999999999997</cx:pt>
          <cx:pt idx="51730">47.479999999999997</cx:pt>
          <cx:pt idx="51731">107.06999999999999</cx:pt>
          <cx:pt idx="51732">55.969999999999999</cx:pt>
          <cx:pt idx="51733">111.56</cx:pt>
          <cx:pt idx="51734">73.980000000000004</cx:pt>
          <cx:pt idx="51735">62.979999999999997</cx:pt>
          <cx:pt idx="51736">65.989999999999995</cx:pt>
          <cx:pt idx="51737">29.489999999999998</cx:pt>
          <cx:pt idx="51738">34.479999999999997</cx:pt>
          <cx:pt idx="51739">86.290000000000006</cx:pt>
          <cx:pt idx="51740">28.489999999999998</cx:pt>
          <cx:pt idx="51741">54.299999999999997</cx:pt>
          <cx:pt idx="51742">49.479999999999997</cx:pt>
          <cx:pt idx="51743">134.93000000000001</cx:pt>
          <cx:pt idx="51744">59.960000000000001</cx:pt>
          <cx:pt idx="51745">61.420000000000002</cx:pt>
          <cx:pt idx="51746">339.95999999999998</cx:pt>
          <cx:pt idx="51747">111.95999999999999</cx:pt>
          <cx:pt idx="51748">43.780000000000001</cx:pt>
          <cx:pt idx="51749">90.689999999999998</cx:pt>
          <cx:pt idx="51750">73.459999999999994</cx:pt>
          <cx:pt idx="51751">51.979999999999997</cx:pt>
          <cx:pt idx="51752">30.48</cx:pt>
          <cx:pt idx="51753">63.979999999999997</cx:pt>
          <cx:pt idx="51754">87.079999999999998</cx:pt>
          <cx:pt idx="51755">55.979999999999997</cx:pt>
          <cx:pt idx="51756">145.18000000000001</cx:pt>
          <cx:pt idx="51757">86.530000000000001</cx:pt>
          <cx:pt idx="51758">202.94</cx:pt>
          <cx:pt idx="51759">94.980000000000004</cx:pt>
          <cx:pt idx="51760">55.969999999999999</cx:pt>
          <cx:pt idx="51761">103.95999999999999</cx:pt>
          <cx:pt idx="51762">125.78</cx:pt>
          <cx:pt idx="51763">91.959999999999994</cx:pt>
          <cx:pt idx="51764">50.990000000000002</cx:pt>
          <cx:pt idx="51765">59.979999999999997</cx:pt>
          <cx:pt idx="51766">76.209999999999994</cx:pt>
          <cx:pt idx="51767">54.950000000000003</cx:pt>
          <cx:pt idx="51768">-86.969999999999999</cx:pt>
          <cx:pt idx="51769">26.969999999999999</cx:pt>
          <cx:pt idx="51770">119.45999999999999</cx:pt>
          <cx:pt idx="51771">16.289999999999999</cx:pt>
          <cx:pt idx="51772">104.98</cx:pt>
          <cx:pt idx="51773">41.289999999999999</cx:pt>
          <cx:pt idx="51774">62.969999999999999</cx:pt>
          <cx:pt idx="51775">55.979999999999997</cx:pt>
          <cx:pt idx="51776">61.979999999999997</cx:pt>
          <cx:pt idx="51777">89.969999999999999</cx:pt>
          <cx:pt idx="51778">123.95999999999999</cx:pt>
          <cx:pt idx="51779">55.969999999999999</cx:pt>
          <cx:pt idx="51780">50.960000000000001</cx:pt>
          <cx:pt idx="51781">656.79999999999995</cx:pt>
          <cx:pt idx="51782">89.969999999999999</cx:pt>
          <cx:pt idx="51783">9.9900000000000002</cx:pt>
          <cx:pt idx="51784">96.780000000000001</cx:pt>
          <cx:pt idx="51785">59.990000000000002</cx:pt>
          <cx:pt idx="51786">134.97</cx:pt>
          <cx:pt idx="51787">117.95999999999999</cx:pt>
          <cx:pt idx="51788">50.079999999999998</cx:pt>
          <cx:pt idx="51789">227.41999999999999</cx:pt>
          <cx:pt idx="51790">61.969999999999999</cx:pt>
          <cx:pt idx="51791">76.459999999999994</cx:pt>
          <cx:pt idx="51792">55.960000000000001</cx:pt>
          <cx:pt idx="51793">110.95999999999999</cx:pt>
          <cx:pt idx="51794">71.969999999999999</cx:pt>
          <cx:pt idx="51795">65.959999999999994</cx:pt>
          <cx:pt idx="51796">74.980000000000004</cx:pt>
          <cx:pt idx="51797">51.960000000000001</cx:pt>
          <cx:pt idx="51798">79.980000000000004</cx:pt>
          <cx:pt idx="51799">191.96000000000001</cx:pt>
          <cx:pt idx="51800">84.969999999999999</cx:pt>
          <cx:pt idx="51801">32.490000000000002</cx:pt>
          <cx:pt idx="51802">84.980000000000004</cx:pt>
          <cx:pt idx="51803">16.289999999999999</cx:pt>
          <cx:pt idx="51804">100.95999999999999</cx:pt>
          <cx:pt idx="51805">34.270000000000003</cx:pt>
          <cx:pt idx="51806">123.95999999999999</cx:pt>
          <cx:pt idx="51807">61.979999999999997</cx:pt>
          <cx:pt idx="51808">89.980000000000004</cx:pt>
          <cx:pt idx="51809">53.979999999999997</cx:pt>
          <cx:pt idx="51810">61.979999999999997</cx:pt>
          <cx:pt idx="51811">96.780000000000001</cx:pt>
          <cx:pt idx="51812">97.379999999999995</cx:pt>
          <cx:pt idx="51813">55.979999999999997</cx:pt>
          <cx:pt idx="51814">83.969999999999999</cx:pt>
          <cx:pt idx="51815">234.52000000000001</cx:pt>
          <cx:pt idx="51816">152.94999999999999</cx:pt>
          <cx:pt idx="51817">135.96000000000001</cx:pt>
          <cx:pt idx="51818">55.979999999999997</cx:pt>
          <cx:pt idx="51819">67.989999999999995</cx:pt>
          <cx:pt idx="51820">10.289999999999999</cx:pt>
          <cx:pt idx="51821">121.97</cx:pt>
          <cx:pt idx="51822">122.95</cx:pt>
          <cx:pt idx="51823">15.49</cx:pt>
          <cx:pt idx="51824">-73.480000000000004</cx:pt>
          <cx:pt idx="51825">61.979999999999997</cx:pt>
          <cx:pt idx="51826">83.969999999999999</cx:pt>
          <cx:pt idx="51827">64.980000000000004</cx:pt>
          <cx:pt idx="51828">68.969999999999999</cx:pt>
          <cx:pt idx="51829">79.980000000000004</cx:pt>
          <cx:pt idx="51830">77.390000000000001</cx:pt>
          <cx:pt idx="51831">34.280000000000001</cx:pt>
          <cx:pt idx="51832">29.02</cx:pt>
          <cx:pt idx="51833">55.979999999999997</cx:pt>
          <cx:pt idx="51834">47.479999999999997</cx:pt>
          <cx:pt idx="51835">71.969999999999999</cx:pt>
          <cx:pt idx="51836">54.990000000000002</cx:pt>
          <cx:pt idx="51837">39.479999999999997</cx:pt>
          <cx:pt idx="51838">48.350000000000001</cx:pt>
          <cx:pt idx="51839">51.479999999999997</cx:pt>
          <cx:pt idx="51840">71.969999999999999</cx:pt>
          <cx:pt idx="51841">37.280000000000001</cx:pt>
          <cx:pt idx="51842">94.969999999999999</cx:pt>
          <cx:pt idx="51843">-20.289999999999999</cx:pt>
          <cx:pt idx="51844">32.490000000000002</cx:pt>
          <cx:pt idx="51845">89.969999999999999</cx:pt>
          <cx:pt idx="51846">47.479999999999997</cx:pt>
          <cx:pt idx="51847">115.98</cx:pt>
          <cx:pt idx="51848">32.490000000000002</cx:pt>
          <cx:pt idx="51849">31.440000000000001</cx:pt>
          <cx:pt idx="51850">11.49</cx:pt>
          <cx:pt idx="51851">94.959999999999994</cx:pt>
          <cx:pt idx="51852">27.489999999999998</cx:pt>
          <cx:pt idx="51853">195.93000000000001</cx:pt>
          <cx:pt idx="51854">55.979999999999997</cx:pt>
          <cx:pt idx="51855">31.469999999999999</cx:pt>
          <cx:pt idx="51856">111.95999999999999</cx:pt>
          <cx:pt idx="51857">59.979999999999997</cx:pt>
          <cx:pt idx="51858">96.959999999999994</cx:pt>
          <cx:pt idx="51859">120.95999999999999</cx:pt>
          <cx:pt idx="51860">29.489999999999998</cx:pt>
          <cx:pt idx="51861">91.319999999999993</cx:pt>
          <cx:pt idx="51862">21.289999999999999</cx:pt>
          <cx:pt idx="51863">57.979999999999997</cx:pt>
          <cx:pt idx="51864">150.90000000000001</cx:pt>
          <cx:pt idx="51865">37.280000000000001</cx:pt>
          <cx:pt idx="51866">27.289999999999999</cx:pt>
          <cx:pt idx="51867">41.100000000000001</cx:pt>
          <cx:pt idx="51868">83.969999999999999</cx:pt>
          <cx:pt idx="51869">47.479999999999997</cx:pt>
          <cx:pt idx="51870">51.979999999999997</cx:pt>
          <cx:pt idx="51871">89.939999999999998</cx:pt>
          <cx:pt idx="51872">79.969999999999999</cx:pt>
          <cx:pt idx="51873">58.979999999999997</cx:pt>
          <cx:pt idx="51874">61.979999999999997</cx:pt>
          <cx:pt idx="51875">55.960000000000001</cx:pt>
          <cx:pt idx="51876">92.480000000000004</cx:pt>
          <cx:pt idx="51877">91.469999999999999</cx:pt>
          <cx:pt idx="51878">-1.5</cx:pt>
          <cx:pt idx="51879">51.960000000000001</cx:pt>
          <cx:pt idx="51880">335.88</cx:pt>
          <cx:pt idx="51881">175.44</cx:pt>
          <cx:pt idx="51882">83.409999999999997</cx:pt>
          <cx:pt idx="51883">58.979999999999997</cx:pt>
          <cx:pt idx="51884">329.91000000000003</cx:pt>
          <cx:pt idx="51885">119.94</cx:pt>
          <cx:pt idx="51886">74.969999999999999</cx:pt>
          <cx:pt idx="51887">51.979999999999997</cx:pt>
          <cx:pt idx="51888">32.490000000000002</cx:pt>
          <cx:pt idx="51889">55.979999999999997</cx:pt>
          <cx:pt idx="51890">118.95999999999999</cx:pt>
          <cx:pt idx="51891">109.76000000000001</cx:pt>
          <cx:pt idx="51892">61.979999999999997</cx:pt>
          <cx:pt idx="51893">59.960000000000001</cx:pt>
          <cx:pt idx="51894">31.489999999999998</cx:pt>
          <cx:pt idx="51895">99.980000000000004</cx:pt>
          <cx:pt idx="51896">56.979999999999997</cx:pt>
          <cx:pt idx="51897">41.039999999999999</cx:pt>
          <cx:pt idx="51898">63.960000000000001</cx:pt>
          <cx:pt idx="51899">135.46000000000001</cx:pt>
          <cx:pt idx="51900">55.969999999999999</cx:pt>
          <cx:pt idx="51901">61.979999999999997</cx:pt>
          <cx:pt idx="51902">51.289999999999999</cx:pt>
          <cx:pt idx="51903">58.979999999999997</cx:pt>
          <cx:pt idx="51904">58.969999999999999</cx:pt>
          <cx:pt idx="51905">55.979999999999997</cx:pt>
          <cx:pt idx="51906">55.329999999999998</cx:pt>
          <cx:pt idx="51907">62.979999999999997</cx:pt>
          <cx:pt idx="51908">55.979999999999997</cx:pt>
          <cx:pt idx="51909">93.939999999999998</cx:pt>
          <cx:pt idx="51910">108.88</cx:pt>
          <cx:pt idx="51911">57.960000000000001</cx:pt>
          <cx:pt idx="51912">21.489999999999998</cx:pt>
          <cx:pt idx="51913">13.99</cx:pt>
          <cx:pt idx="51914">59.979999999999997</cx:pt>
          <cx:pt idx="51915">50.130000000000003</cx:pt>
          <cx:pt idx="51916">16.489999999999998</cx:pt>
          <cx:pt idx="51917">148.47</cx:pt>
          <cx:pt idx="51918">16.489999999999998</cx:pt>
          <cx:pt idx="51919">77.969999999999999</cx:pt>
          <cx:pt idx="51920">59.979999999999997</cx:pt>
          <cx:pt idx="51921">82.950000000000003</cx:pt>
          <cx:pt idx="51922">54.990000000000002</cx:pt>
          <cx:pt idx="51923">51.979999999999997</cx:pt>
          <cx:pt idx="51924">56.969999999999999</cx:pt>
          <cx:pt idx="51925">19.489999999999998</cx:pt>
          <cx:pt idx="51926">53.979999999999997</cx:pt>
          <cx:pt idx="51927">12.289999999999999</cx:pt>
          <cx:pt idx="51928">51.289999999999999</cx:pt>
          <cx:pt idx="51929">83.969999999999999</cx:pt>
          <cx:pt idx="51930">51.969999999999999</cx:pt>
          <cx:pt idx="51931">66.370000000000005</cx:pt>
          <cx:pt idx="51932">72.969999999999999</cx:pt>
          <cx:pt idx="51933">70.980000000000004</cx:pt>
          <cx:pt idx="51934">129.94999999999999</cx:pt>
          <cx:pt idx="51935">99.980000000000004</cx:pt>
          <cx:pt idx="51936">59.979999999999997</cx:pt>
          <cx:pt idx="51937">44.719999999999999</cx:pt>
          <cx:pt idx="51938">76.480000000000004</cx:pt>
          <cx:pt idx="51939">61.979999999999997</cx:pt>
          <cx:pt idx="51940">-1.3</cx:pt>
          <cx:pt idx="51941">-1.3</cx:pt>
          <cx:pt idx="51942">64.090000000000003</cx:pt>
          <cx:pt idx="51943">84.989999999999995</cx:pt>
          <cx:pt idx="51944">73.969999999999999</cx:pt>
          <cx:pt idx="51945">81.959999999999994</cx:pt>
          <cx:pt idx="51946">25.07</cx:pt>
          <cx:pt idx="51947">92.969999999999999</cx:pt>
          <cx:pt idx="51948">55.979999999999997</cx:pt>
          <cx:pt idx="51949">32.880000000000003</cx:pt>
          <cx:pt idx="51950">53.979999999999997</cx:pt>
          <cx:pt idx="51951">51.979999999999997</cx:pt>
          <cx:pt idx="51952">55.979999999999997</cx:pt>
          <cx:pt idx="51953">297.88</cx:pt>
          <cx:pt idx="51954">58.969999999999999</cx:pt>
          <cx:pt idx="51955">83.939999999999998</cx:pt>
          <cx:pt idx="51956">61.979999999999997</cx:pt>
          <cx:pt idx="51957">21.07</cx:pt>
          <cx:pt idx="51958">207.91999999999999</cx:pt>
          <cx:pt idx="51959">86.969999999999999</cx:pt>
          <cx:pt idx="51960">129.94999999999999</cx:pt>
          <cx:pt idx="51961">51.289999999999999</cx:pt>
          <cx:pt idx="51962">20.289999999999999</cx:pt>
          <cx:pt idx="51963">69.989999999999995</cx:pt>
          <cx:pt idx="51964">31.489999999999998</cx:pt>
          <cx:pt idx="51965">77.969999999999999</cx:pt>
          <cx:pt idx="51966">84.989999999999995</cx:pt>
          <cx:pt idx="51967">110.95</cx:pt>
          <cx:pt idx="51968">73.769999999999996</cx:pt>
          <cx:pt idx="51969">15.289999999999999</cx:pt>
          <cx:pt idx="51970">55.969999999999999</cx:pt>
          <cx:pt idx="51971">79.969999999999999</cx:pt>
          <cx:pt idx="51972">11.289999999999999</cx:pt>
          <cx:pt idx="51973">68.969999999999999</cx:pt>
          <cx:pt idx="51974">241.94</cx:pt>
          <cx:pt idx="51975">49.590000000000003</cx:pt>
          <cx:pt idx="51976">111.95999999999999</cx:pt>
          <cx:pt idx="51977">61.979999999999997</cx:pt>
          <cx:pt idx="51978">135.94</cx:pt>
          <cx:pt idx="51979">157.94999999999999</cx:pt>
          <cx:pt idx="51980">81.459999999999994</cx:pt>
          <cx:pt idx="51981">215.91999999999999</cx:pt>
          <cx:pt idx="51982">57.560000000000002</cx:pt>
          <cx:pt idx="51983">20.550000000000001</cx:pt>
          <cx:pt idx="51984">83.969999999999999</cx:pt>
          <cx:pt idx="51985">32.490000000000002</cx:pt>
          <cx:pt idx="51986">49.380000000000003</cx:pt>
          <cx:pt idx="51987">61.979999999999997</cx:pt>
          <cx:pt idx="51988">83.969999999999999</cx:pt>
          <cx:pt idx="51989">79.969999999999999</cx:pt>
          <cx:pt idx="51990">41.490000000000002</cx:pt>
          <cx:pt idx="51991">57.479999999999997</cx:pt>
          <cx:pt idx="51992">112.97</cx:pt>
          <cx:pt idx="51993">71.980000000000004</cx:pt>
          <cx:pt idx="51994">179.49000000000001</cx:pt>
          <cx:pt idx="51995">79.980000000000004</cx:pt>
          <cx:pt idx="51996">21.239999999999998</cx:pt>
          <cx:pt idx="51997">105.95999999999999</cx:pt>
          <cx:pt idx="51998">55.979999999999997</cx:pt>
          <cx:pt idx="51999">22.239999999999998</cx:pt>
          <cx:pt idx="52000">113.95</cx:pt>
          <cx:pt idx="52001">71.969999999999999</cx:pt>
          <cx:pt idx="52002">65.980000000000004</cx:pt>
          <cx:pt idx="52003">99.989999999999995</cx:pt>
          <cx:pt idx="52004">79.459999999999994</cx:pt>
          <cx:pt idx="52005">79.989999999999995</cx:pt>
          <cx:pt idx="52006">27.940000000000001</cx:pt>
          <cx:pt idx="52007">139.94999999999999</cx:pt>
          <cx:pt idx="52008">120.95999999999999</cx:pt>
          <cx:pt idx="52009">145.97</cx:pt>
          <cx:pt idx="52010">53.960000000000001</cx:pt>
          <cx:pt idx="52011">48.579999999999998</cx:pt>
          <cx:pt idx="52012">62.969999999999999</cx:pt>
          <cx:pt idx="52013">53.969999999999999</cx:pt>
          <cx:pt idx="52014">65.989999999999995</cx:pt>
          <cx:pt idx="52015">56.920000000000002</cx:pt>
          <cx:pt idx="52016">119.95999999999999</cx:pt>
          <cx:pt idx="52017">63.969999999999999</cx:pt>
          <cx:pt idx="52018">79.980000000000004</cx:pt>
          <cx:pt idx="52019">29.989999999999998</cx:pt>
          <cx:pt idx="52020">31.48</cx:pt>
          <cx:pt idx="52021">11.48</cx:pt>
          <cx:pt idx="52022">81.959999999999994</cx:pt>
          <cx:pt idx="52023">61.979999999999997</cx:pt>
          <cx:pt idx="52024">15.460000000000001</cx:pt>
          <cx:pt idx="52025">54.979999999999997</cx:pt>
          <cx:pt idx="52026">54.990000000000002</cx:pt>
          <cx:pt idx="52027">51.979999999999997</cx:pt>
          <cx:pt idx="52028">110.95999999999999</cx:pt>
          <cx:pt idx="52029">49.479999999999997</cx:pt>
          <cx:pt idx="52030">251.49000000000001</cx:pt>
          <cx:pt idx="52031">25.289999999999999</cx:pt>
          <cx:pt idx="52032">17.489999999999998</cx:pt>
          <cx:pt idx="52033">92.969999999999999</cx:pt>
          <cx:pt idx="52034">88.349999999999994</cx:pt>
          <cx:pt idx="52035">58.460000000000001</cx:pt>
          <cx:pt idx="52036">61.979999999999997</cx:pt>
          <cx:pt idx="52037">54.979999999999997</cx:pt>
          <cx:pt idx="52038">463.81999999999999</cx:pt>
          <cx:pt idx="52039">88.969999999999999</cx:pt>
          <cx:pt idx="52040">463.02999999999997</cx:pt>
          <cx:pt idx="52041">88.290000000000006</cx:pt>
          <cx:pt idx="52042">32.490000000000002</cx:pt>
          <cx:pt idx="52043">183.91999999999999</cx:pt>
          <cx:pt idx="52044">139.94999999999999</cx:pt>
          <cx:pt idx="52045">133.05000000000001</cx:pt>
          <cx:pt idx="52046">55.979999999999997</cx:pt>
          <cx:pt idx="52047">55.969999999999999</cx:pt>
          <cx:pt idx="52048">68.989999999999995</cx:pt>
          <cx:pt idx="52049">82.209999999999994</cx:pt>
          <cx:pt idx="52050">131.97999999999999</cx:pt>
          <cx:pt idx="52051">119.95999999999999</cx:pt>
          <cx:pt idx="52052">79.959999999999994</cx:pt>
          <cx:pt idx="52053">31.48</cx:pt>
          <cx:pt idx="52054">88.950000000000003</cx:pt>
          <cx:pt idx="52055">84.980000000000004</cx:pt>
          <cx:pt idx="52056">75.980000000000004</cx:pt>
          <cx:pt idx="52057">79.980000000000004</cx:pt>
          <cx:pt idx="52058">69.980000000000004</cx:pt>
          <cx:pt idx="52059">137.46000000000001</cx:pt>
          <cx:pt idx="52060">53.979999999999997</cx:pt>
          <cx:pt idx="52061">55.979999999999997</cx:pt>
          <cx:pt idx="52062">67.540000000000006</cx:pt>
          <cx:pt idx="52063">60.979999999999997</cx:pt>
          <cx:pt idx="52064">61.979999999999997</cx:pt>
          <cx:pt idx="52065">54.969999999999999</cx:pt>
          <cx:pt idx="52066">32.490000000000002</cx:pt>
          <cx:pt idx="52067">17.489999999999998</cx:pt>
          <cx:pt idx="52068">92.969999999999999</cx:pt>
          <cx:pt idx="52069">123.95999999999999</cx:pt>
          <cx:pt idx="52070">89.969999999999999</cx:pt>
          <cx:pt idx="52071">123.95999999999999</cx:pt>
          <cx:pt idx="52072">58.57</cx:pt>
          <cx:pt idx="52073">50.969999999999999</cx:pt>
          <cx:pt idx="52074">79.980000000000004</cx:pt>
          <cx:pt idx="52075">136.75</cx:pt>
          <cx:pt idx="52076">69.989999999999995</cx:pt>
          <cx:pt idx="52077">55.979999999999997</cx:pt>
          <cx:pt idx="52078">60.979999999999997</cx:pt>
          <cx:pt idx="52079">12.289999999999999</cx:pt>
          <cx:pt idx="52080">37.479999999999997</cx:pt>
          <cx:pt idx="52081">131.97999999999999</cx:pt>
          <cx:pt idx="52082">95.540000000000006</cx:pt>
          <cx:pt idx="52083">76.480000000000004</cx:pt>
          <cx:pt idx="52084">53.579999999999998</cx:pt>
          <cx:pt idx="52085">66.5</cx:pt>
          <cx:pt idx="52086">123.95999999999999</cx:pt>
          <cx:pt idx="52087">59.969999999999999</cx:pt>
          <cx:pt idx="52088">116.14</cx:pt>
          <cx:pt idx="52089">21.489999999999998</cx:pt>
          <cx:pt idx="52090">61.979999999999997</cx:pt>
          <cx:pt idx="52091">53.979999999999997</cx:pt>
          <cx:pt idx="52092">27.489999999999998</cx:pt>
          <cx:pt idx="52093">51.979999999999997</cx:pt>
          <cx:pt idx="52094">65.980000000000004</cx:pt>
          <cx:pt idx="52095">114.95999999999999</cx:pt>
          <cx:pt idx="52096">93.959999999999994</cx:pt>
          <cx:pt idx="52097">119.97</cx:pt>
          <cx:pt idx="52098">83.969999999999999</cx:pt>
          <cx:pt idx="52099">127.76000000000001</cx:pt>
          <cx:pt idx="52100">86.280000000000001</cx:pt>
          <cx:pt idx="52101">239.53999999999999</cx:pt>
          <cx:pt idx="52102">55.979999999999997</cx:pt>
          <cx:pt idx="52103">139.47</cx:pt>
          <cx:pt idx="52104">110.12</cx:pt>
          <cx:pt idx="52105">65.959999999999994</cx:pt>
          <cx:pt idx="52106">61.979999999999997</cx:pt>
          <cx:pt idx="52107">194.94</cx:pt>
          <cx:pt idx="52108">237.08000000000001</cx:pt>
          <cx:pt idx="52109">32.490000000000002</cx:pt>
          <cx:pt idx="52110">11.49</cx:pt>
          <cx:pt idx="52111">59.979999999999997</cx:pt>
          <cx:pt idx="52112">75</cx:pt>
          <cx:pt idx="52113">108.88</cx:pt>
          <cx:pt idx="52114">53.969999999999999</cx:pt>
          <cx:pt idx="52115">14.5</cx:pt>
          <cx:pt idx="52116">134.97</cx:pt>
          <cx:pt idx="52117">8.2899999999999991</cx:pt>
          <cx:pt idx="52118">47.280000000000001</cx:pt>
          <cx:pt idx="52119">59.960000000000001</cx:pt>
          <cx:pt idx="52120">129.94999999999999</cx:pt>
          <cx:pt idx="52121">67.469999999999999</cx:pt>
          <cx:pt idx="52122">66.530000000000001</cx:pt>
          <cx:pt idx="52123">96.780000000000001</cx:pt>
          <cx:pt idx="52124">16.289999999999999</cx:pt>
          <cx:pt idx="52125">-5.7400000000000002</cx:pt>
          <cx:pt idx="52126">309.83999999999997</cx:pt>
          <cx:pt idx="52127">21.48</cx:pt>
          <cx:pt idx="52128">69.989999999999995</cx:pt>
          <cx:pt idx="52129">74.959999999999994</cx:pt>
          <cx:pt idx="52130">17.489999999999998</cx:pt>
          <cx:pt idx="52131">46.090000000000003</cx:pt>
          <cx:pt idx="52132">29.91</cx:pt>
          <cx:pt idx="52133">99.959999999999994</cx:pt>
          <cx:pt idx="52134">75.959999999999994</cx:pt>
          <cx:pt idx="52135">140.31999999999999</cx:pt>
          <cx:pt idx="52136">85.959999999999994</cx:pt>
          <cx:pt idx="52137">38.68</cx:pt>
          <cx:pt idx="52138">32.490000000000002</cx:pt>
          <cx:pt idx="52139">60.979999999999997</cx:pt>
          <cx:pt idx="52140">55.979999999999997</cx:pt>
          <cx:pt idx="52141">174.05000000000001</cx:pt>
          <cx:pt idx="52142">34.280000000000001</cx:pt>
          <cx:pt idx="52143">72.969999999999999</cx:pt>
          <cx:pt idx="52144">55.969999999999999</cx:pt>
          <cx:pt idx="52145">26.690000000000001</cx:pt>
          <cx:pt idx="52146">65.989999999999995</cx:pt>
          <cx:pt idx="52147">10.289999999999999</cx:pt>
          <cx:pt idx="52148">47.280000000000001</cx:pt>
          <cx:pt idx="52149">104.95</cx:pt>
          <cx:pt idx="52150">55.390000000000001</cx:pt>
          <cx:pt idx="52151">61.979999999999997</cx:pt>
          <cx:pt idx="52152">155.94</cx:pt>
          <cx:pt idx="52153">69.950000000000003</cx:pt>
          <cx:pt idx="52154">15.49</cx:pt>
          <cx:pt idx="52155">24.489999999999998</cx:pt>
          <cx:pt idx="52156">34.289999999999999</cx:pt>
          <cx:pt idx="52157">84.989999999999995</cx:pt>
          <cx:pt idx="52158">70.959999999999994</cx:pt>
          <cx:pt idx="52159">16.289999999999999</cx:pt>
          <cx:pt idx="52160">111.95999999999999</cx:pt>
          <cx:pt idx="52161">167.93000000000001</cx:pt>
          <cx:pt idx="52162">29.489999999999998</cx:pt>
          <cx:pt idx="52163">76.980000000000004</cx:pt>
          <cx:pt idx="52164">51.979999999999997</cx:pt>
          <cx:pt idx="52165">56.969999999999999</cx:pt>
          <cx:pt idx="52166">101.95</cx:pt>
          <cx:pt idx="52167">54.979999999999997</cx:pt>
          <cx:pt idx="52168">51.960000000000001</cx:pt>
          <cx:pt idx="52169">74.980000000000004</cx:pt>
          <cx:pt idx="52170">55.979999999999997</cx:pt>
          <cx:pt idx="52171">119.95999999999999</cx:pt>
          <cx:pt idx="52172">82.260000000000005</cx:pt>
          <cx:pt idx="52173">55.969999999999999</cx:pt>
          <cx:pt idx="52174">124.97</cx:pt>
          <cx:pt idx="52175">61.979999999999997</cx:pt>
          <cx:pt idx="52176">32.490000000000002</cx:pt>
          <cx:pt idx="52177">91.980000000000004</cx:pt>
          <cx:pt idx="52178">19.48</cx:pt>
          <cx:pt idx="52179">61.689999999999998</cx:pt>
          <cx:pt idx="52180">55.780000000000001</cx:pt>
          <cx:pt idx="52181">89.969999999999999</cx:pt>
          <cx:pt idx="52182">55.979999999999997</cx:pt>
          <cx:pt idx="52183">65.989999999999995</cx:pt>
          <cx:pt idx="52184">48.479999999999997</cx:pt>
          <cx:pt idx="52185">88.769999999999996</cx:pt>
          <cx:pt idx="52186">195.94999999999999</cx:pt>
          <cx:pt idx="52187">53.979999999999997</cx:pt>
          <cx:pt idx="52188">32.490000000000002</cx:pt>
          <cx:pt idx="52189">119.98</cx:pt>
          <cx:pt idx="52190">56.700000000000003</cx:pt>
          <cx:pt idx="52191">102.95999999999999</cx:pt>
          <cx:pt idx="52192">89.980000000000004</cx:pt>
          <cx:pt idx="52193">71.969999999999999</cx:pt>
          <cx:pt idx="52194">61.960000000000001</cx:pt>
          <cx:pt idx="52195">49.990000000000002</cx:pt>
          <cx:pt idx="52196">139.94999999999999</cx:pt>
          <cx:pt idx="52197">143.72</cx:pt>
          <cx:pt idx="52198">115.14</cx:pt>
          <cx:pt idx="52199">55.969999999999999</cx:pt>
          <cx:pt idx="52200">31.48</cx:pt>
          <cx:pt idx="52201">79.989999999999995</cx:pt>
          <cx:pt idx="52202">59.960000000000001</cx:pt>
          <cx:pt idx="52203">24.289999999999999</cx:pt>
          <cx:pt idx="52204">63.979999999999997</cx:pt>
          <cx:pt idx="52205">37.270000000000003</cx:pt>
          <cx:pt idx="52206">65.989999999999995</cx:pt>
          <cx:pt idx="52207">-50.469999999999999</cx:pt>
          <cx:pt idx="52208">111.95999999999999</cx:pt>
          <cx:pt idx="52209">27.489999999999998</cx:pt>
          <cx:pt idx="52210">53.979999999999997</cx:pt>
          <cx:pt idx="52211">149.05000000000001</cx:pt>
          <cx:pt idx="52212">107.95999999999999</cx:pt>
          <cx:pt idx="52213">99.950000000000003</cx:pt>
          <cx:pt idx="52214">50.969999999999999</cx:pt>
          <cx:pt idx="52215">135.94999999999999</cx:pt>
          <cx:pt idx="52216">41.289999999999999</cx:pt>
          <cx:pt idx="52217">59.979999999999997</cx:pt>
          <cx:pt idx="52218">72.549999999999997</cx:pt>
          <cx:pt idx="52219">57.979999999999997</cx:pt>
          <cx:pt idx="52220">161.94</cx:pt>
          <cx:pt idx="52221">79.849999999999994</cx:pt>
          <cx:pt idx="52222">24.98</cx:pt>
          <cx:pt idx="52223">61.979999999999997</cx:pt>
          <cx:pt idx="52224">80.969999999999999</cx:pt>
          <cx:pt idx="52225">16.289999999999999</cx:pt>
          <cx:pt idx="52226">78.969999999999999</cx:pt>
          <cx:pt idx="52227">37.469999999999999</cx:pt>
          <cx:pt idx="52228">25.390000000000001</cx:pt>
          <cx:pt idx="52229">84.989999999999995</cx:pt>
          <cx:pt idx="52230">55.979999999999997</cx:pt>
          <cx:pt idx="52231">41.490000000000002</cx:pt>
          <cx:pt idx="52232">58.979999999999997</cx:pt>
          <cx:pt idx="52233">10.49</cx:pt>
          <cx:pt idx="52234">25.489999999999998</cx:pt>
          <cx:pt idx="52235">203.21000000000001</cx:pt>
          <cx:pt idx="52236">65.989999999999995</cx:pt>
          <cx:pt idx="52237">65.989999999999995</cx:pt>
          <cx:pt idx="52238">18.109999999999999</cx:pt>
          <cx:pt idx="52239">9.9900000000000002</cx:pt>
          <cx:pt idx="52240">-61.979999999999997</cx:pt>
          <cx:pt idx="52241">78.969999999999999</cx:pt>
          <cx:pt idx="52242">54.979999999999997</cx:pt>
          <cx:pt idx="52243">112.95999999999999</cx:pt>
          <cx:pt idx="52244">83.959999999999994</cx:pt>
          <cx:pt idx="52245">40.490000000000002</cx:pt>
          <cx:pt idx="52246">64.980000000000004</cx:pt>
          <cx:pt idx="52247">131.97999999999999</cx:pt>
          <cx:pt idx="52248">107.95999999999999</cx:pt>
          <cx:pt idx="52249">199.96000000000001</cx:pt>
          <cx:pt idx="52250">84.989999999999995</cx:pt>
          <cx:pt idx="52251">41.280000000000001</cx:pt>
          <cx:pt idx="52252">76.469999999999999</cx:pt>
          <cx:pt idx="52253">63.969999999999999</cx:pt>
          <cx:pt idx="52254">139.94999999999999</cx:pt>
          <cx:pt idx="52255">149.94999999999999</cx:pt>
          <cx:pt idx="52256">50.740000000000002</cx:pt>
          <cx:pt idx="52257">51.979999999999997</cx:pt>
          <cx:pt idx="52258">178.90000000000001</cx:pt>
          <cx:pt idx="52259">80.680000000000007</cx:pt>
          <cx:pt idx="52260">166.96000000000001</cx:pt>
          <cx:pt idx="52261">50.380000000000003</cx:pt>
          <cx:pt idx="52262">70.159999999999997</cx:pt>
          <cx:pt idx="52263">64.060000000000002</cx:pt>
          <cx:pt idx="52264">56.380000000000003</cx:pt>
          <cx:pt idx="52265">197.97</cx:pt>
          <cx:pt idx="52266">51.759999999999998</cx:pt>
          <cx:pt idx="52267">55.979999999999997</cx:pt>
          <cx:pt idx="52268">61.979999999999997</cx:pt>
          <cx:pt idx="52269">52.969999999999999</cx:pt>
          <cx:pt idx="52270">55.979999999999997</cx:pt>
          <cx:pt idx="52271">79.989999999999995</cx:pt>
          <cx:pt idx="52272">51.979999999999997</cx:pt>
          <cx:pt idx="52273">86.969999999999999</cx:pt>
          <cx:pt idx="52274">107.95999999999999</cx:pt>
          <cx:pt idx="52275">100.95999999999999</cx:pt>
          <cx:pt idx="52276">114.95</cx:pt>
          <cx:pt idx="52277">70.980000000000004</cx:pt>
          <cx:pt idx="52278">34.479999999999997</cx:pt>
          <cx:pt idx="52279">95.959999999999994</cx:pt>
          <cx:pt idx="52280">149.43000000000001</cx:pt>
          <cx:pt idx="52281">44.939999999999998</cx:pt>
          <cx:pt idx="52282">230.96000000000001</cx:pt>
          <cx:pt idx="52283">59.979999999999997</cx:pt>
          <cx:pt idx="52284">87.980000000000004</cx:pt>
          <cx:pt idx="52285">198.16999999999999</cx:pt>
          <cx:pt idx="52286">55.979999999999997</cx:pt>
          <cx:pt idx="52287">52.479999999999997</cx:pt>
          <cx:pt idx="52288">77.969999999999999</cx:pt>
          <cx:pt idx="52289">44.289999999999999</cx:pt>
          <cx:pt idx="52290">75</cx:pt>
          <cx:pt idx="52291">121.95999999999999</cx:pt>
          <cx:pt idx="52292">61.979999999999997</cx:pt>
          <cx:pt idx="52293">135.93000000000001</cx:pt>
          <cx:pt idx="52294">105.45999999999999</cx:pt>
          <cx:pt idx="52295">239.91999999999999</cx:pt>
          <cx:pt idx="52296">33.479999999999997</cx:pt>
          <cx:pt idx="52297">10.09</cx:pt>
          <cx:pt idx="52298">96.780000000000001</cx:pt>
          <cx:pt idx="52299">46.270000000000003</cx:pt>
          <cx:pt idx="52300">55.520000000000003</cx:pt>
          <cx:pt idx="52301">255.72999999999999</cx:pt>
          <cx:pt idx="52302">61.979999999999997</cx:pt>
          <cx:pt idx="52303">113.95999999999999</cx:pt>
          <cx:pt idx="52304">68.969999999999999</cx:pt>
          <cx:pt idx="52305">106.95</cx:pt>
          <cx:pt idx="52306">25.280000000000001</cx:pt>
          <cx:pt idx="52307">61.960000000000001</cx:pt>
          <cx:pt idx="52308">84.969999999999999</cx:pt>
          <cx:pt idx="52309">299.89999999999998</cx:pt>
          <cx:pt idx="52310">76.469999999999999</cx:pt>
          <cx:pt idx="52311">55.969999999999999</cx:pt>
          <cx:pt idx="52312">61.979999999999997</cx:pt>
          <cx:pt idx="52313">58.979999999999997</cx:pt>
          <cx:pt idx="52314">88.370000000000005</cx:pt>
          <cx:pt idx="52315">102.97</cx:pt>
          <cx:pt idx="52316">47.68</cx:pt>
          <cx:pt idx="52317">72.590000000000003</cx:pt>
          <cx:pt idx="52318">86.969999999999999</cx:pt>
          <cx:pt idx="52319">123.95999999999999</cx:pt>
          <cx:pt idx="52320">143.91999999999999</cx:pt>
          <cx:pt idx="52321">59.960000000000001</cx:pt>
          <cx:pt idx="52322">55.390000000000001</cx:pt>
          <cx:pt idx="52323">65.290000000000006</cx:pt>
          <cx:pt idx="52324">8.4900000000000002</cx:pt>
          <cx:pt idx="52325">71.370000000000005</cx:pt>
          <cx:pt idx="52326">83.969999999999999</cx:pt>
          <cx:pt idx="52327">223.91999999999999</cx:pt>
          <cx:pt idx="52328">61.979999999999997</cx:pt>
          <cx:pt idx="52329">109.95999999999999</cx:pt>
          <cx:pt idx="52330">84.650000000000006</cx:pt>
          <cx:pt idx="52331">57.979999999999997</cx:pt>
          <cx:pt idx="52332">27.489999999999998</cx:pt>
          <cx:pt idx="52333">159.69999999999999</cx:pt>
          <cx:pt idx="52334">119.95999999999999</cx:pt>
          <cx:pt idx="52335">108.62</cx:pt>
          <cx:pt idx="52336">34.479999999999997</cx:pt>
          <cx:pt idx="52337">61.979999999999997</cx:pt>
          <cx:pt idx="52338">44.280000000000001</cx:pt>
          <cx:pt idx="52339">61.979999999999997</cx:pt>
          <cx:pt idx="52340">44.990000000000002</cx:pt>
          <cx:pt idx="52341">51.960000000000001</cx:pt>
          <cx:pt idx="52342">249.93000000000001</cx:pt>
          <cx:pt idx="52343">129.97</cx:pt>
          <cx:pt idx="52344">114.95999999999999</cx:pt>
          <cx:pt idx="52345">109.97</cx:pt>
          <cx:pt idx="52346">233.91</cx:pt>
          <cx:pt idx="52347">97.969999999999999</cx:pt>
          <cx:pt idx="52348">91.469999999999999</cx:pt>
          <cx:pt idx="52349">55.979999999999997</cx:pt>
          <cx:pt idx="52350">84.980000000000004</cx:pt>
          <cx:pt idx="52351">131.97999999999999</cx:pt>
          <cx:pt idx="52352">25.98</cx:pt>
          <cx:pt idx="52353">98.579999999999998</cx:pt>
          <cx:pt idx="52354">56.960000000000001</cx:pt>
          <cx:pt idx="52355">24.940000000000001</cx:pt>
          <cx:pt idx="52356">164.96000000000001</cx:pt>
          <cx:pt idx="52357">68.969999999999999</cx:pt>
          <cx:pt idx="52358">111.95999999999999</cx:pt>
          <cx:pt idx="52359">64.480000000000004</cx:pt>
          <cx:pt idx="52360">141.94999999999999</cx:pt>
          <cx:pt idx="52361">107.95999999999999</cx:pt>
          <cx:pt idx="52362">91.909999999999997</cx:pt>
          <cx:pt idx="52363">69.980000000000004</cx:pt>
          <cx:pt idx="52364">59.240000000000002</cx:pt>
          <cx:pt idx="52365">59.990000000000002</cx:pt>
          <cx:pt idx="52366">20.289999999999999</cx:pt>
          <cx:pt idx="52367">59.979999999999997</cx:pt>
          <cx:pt idx="52368">94.950000000000003</cx:pt>
          <cx:pt idx="52369">54.990000000000002</cx:pt>
          <cx:pt idx="52370">54.979999999999997</cx:pt>
          <cx:pt idx="52371">83.969999999999999</cx:pt>
          <cx:pt idx="52372">87.069999999999993</cx:pt>
          <cx:pt idx="52373">54.990000000000002</cx:pt>
          <cx:pt idx="52374">84.989999999999995</cx:pt>
          <cx:pt idx="52375">25.489999999999998</cx:pt>
          <cx:pt idx="52376">36.280000000000001</cx:pt>
          <cx:pt idx="52377">59.979999999999997</cx:pt>
          <cx:pt idx="52378">55.979999999999997</cx:pt>
          <cx:pt idx="52379">55.979999999999997</cx:pt>
          <cx:pt idx="52380">71.920000000000002</cx:pt>
          <cx:pt idx="52381">55.979999999999997</cx:pt>
          <cx:pt idx="52382">79.980000000000004</cx:pt>
          <cx:pt idx="52383">49.990000000000002</cx:pt>
          <cx:pt idx="52384">-29.489999999999998</cx:pt>
          <cx:pt idx="52385">-54.990000000000002</cx:pt>
          <cx:pt idx="52386">11.49</cx:pt>
          <cx:pt idx="52387">53.460000000000001</cx:pt>
          <cx:pt idx="52388">101.20999999999999</cx:pt>
          <cx:pt idx="52389">20.48</cx:pt>
          <cx:pt idx="52390">84.989999999999995</cx:pt>
          <cx:pt idx="52391">34.990000000000002</cx:pt>
          <cx:pt idx="52392">207.91999999999999</cx:pt>
          <cx:pt idx="52393">84.989999999999995</cx:pt>
          <cx:pt idx="52394">94.969999999999999</cx:pt>
          <cx:pt idx="52395">273.13999999999999</cx:pt>
          <cx:pt idx="52396">57.979999999999997</cx:pt>
          <cx:pt idx="52397">69.989999999999995</cx:pt>
          <cx:pt idx="52398">125.95999999999999</cx:pt>
          <cx:pt idx="52399">174.53999999999999</cx:pt>
          <cx:pt idx="52400">55.969999999999999</cx:pt>
          <cx:pt idx="52401">68.989999999999995</cx:pt>
          <cx:pt idx="52402">59.979999999999997</cx:pt>
          <cx:pt idx="52403">34.859999999999999</cx:pt>
          <cx:pt idx="52404">82.969999999999999</cx:pt>
          <cx:pt idx="52405">68.370000000000005</cx:pt>
          <cx:pt idx="52406">13.49</cx:pt>
          <cx:pt idx="52407">54.210000000000001</cx:pt>
          <cx:pt idx="52408">115.98</cx:pt>
          <cx:pt idx="52409">50.719999999999999</cx:pt>
          <cx:pt idx="52410">44.490000000000002</cx:pt>
          <cx:pt idx="52411">6.4900000000000002</cx:pt>
          <cx:pt idx="52412">49.979999999999997</cx:pt>
          <cx:pt idx="52413">50.969999999999999</cx:pt>
          <cx:pt idx="52414">62.969999999999999</cx:pt>
          <cx:pt idx="52415">50.969999999999999</cx:pt>
          <cx:pt idx="52416">111.95999999999999</cx:pt>
          <cx:pt idx="52417">79.980000000000004</cx:pt>
          <cx:pt idx="52418">64.769999999999996</cx:pt>
          <cx:pt idx="52419">58.979999999999997</cx:pt>
          <cx:pt idx="52420">133.97</cx:pt>
          <cx:pt idx="52421">223.12</cx:pt>
          <cx:pt idx="52422">75.480000000000004</cx:pt>
          <cx:pt idx="52423">25.489999999999998</cx:pt>
          <cx:pt idx="52424">179.94</cx:pt>
          <cx:pt idx="52425">307.27999999999997</cx:pt>
          <cx:pt idx="52426">61.979999999999997</cx:pt>
          <cx:pt idx="52427">56.060000000000002</cx:pt>
          <cx:pt idx="52428">61.979999999999997</cx:pt>
          <cx:pt idx="52429">53.170000000000002</cx:pt>
          <cx:pt idx="52430">91.959999999999994</cx:pt>
          <cx:pt idx="52431">79.989999999999995</cx:pt>
          <cx:pt idx="52432">145.13999999999999</cx:pt>
          <cx:pt idx="52433">149.02000000000001</cx:pt>
          <cx:pt idx="52434">83.670000000000002</cx:pt>
          <cx:pt idx="52435">89.969999999999999</cx:pt>
          <cx:pt idx="52436">84.980000000000004</cx:pt>
          <cx:pt idx="52437">124.06</cx:pt>
          <cx:pt idx="52438">100.76000000000001</cx:pt>
          <cx:pt idx="52439">133.47</cx:pt>
          <cx:pt idx="52440">165.96000000000001</cx:pt>
          <cx:pt idx="52441">84.989999999999995</cx:pt>
          <cx:pt idx="52442">155.94</cx:pt>
          <cx:pt idx="52443">92.969999999999999</cx:pt>
          <cx:pt idx="52444">58.479999999999997</cx:pt>
          <cx:pt idx="52445">21.149999999999999</cx:pt>
          <cx:pt idx="52446">55.979999999999997</cx:pt>
          <cx:pt idx="52447">50.490000000000002</cx:pt>
          <cx:pt idx="52448">107.94</cx:pt>
          <cx:pt idx="52449">61.979999999999997</cx:pt>
          <cx:pt idx="52450">155.94</cx:pt>
          <cx:pt idx="52451">136.47999999999999</cx:pt>
          <cx:pt idx="52452">57.479999999999997</cx:pt>
          <cx:pt idx="52453">103.95999999999999</cx:pt>
          <cx:pt idx="52454">79.980000000000004</cx:pt>
          <cx:pt idx="52455">49.280000000000001</cx:pt>
          <cx:pt idx="52456">89.980000000000004</cx:pt>
          <cx:pt idx="52457">83.969999999999999</cx:pt>
          <cx:pt idx="52458">49.990000000000002</cx:pt>
          <cx:pt idx="52459">91.469999999999999</cx:pt>
          <cx:pt idx="52460">128.75</cx:pt>
          <cx:pt idx="52461">59.380000000000003</cx:pt>
          <cx:pt idx="52462">61.969999999999999</cx:pt>
          <cx:pt idx="52463">99.980000000000004</cx:pt>
          <cx:pt idx="52464">119.95999999999999</cx:pt>
          <cx:pt idx="52465">69.269999999999996</cx:pt>
          <cx:pt idx="52466">155.94</cx:pt>
          <cx:pt idx="52467">53.969999999999999</cx:pt>
          <cx:pt idx="52468">55.960000000000001</cx:pt>
          <cx:pt idx="52469">17.489999999999998</cx:pt>
          <cx:pt idx="52470">61.979999999999997</cx:pt>
          <cx:pt idx="52471">14.5</cx:pt>
          <cx:pt idx="52472">34.479999999999997</cx:pt>
          <cx:pt idx="52473">95.959999999999994</cx:pt>
          <cx:pt idx="52474">36.490000000000002</cx:pt>
          <cx:pt idx="52475">11.49</cx:pt>
          <cx:pt idx="52476">89.980000000000004</cx:pt>
          <cx:pt idx="52477">109.98</cx:pt>
          <cx:pt idx="52478">51.979999999999997</cx:pt>
          <cx:pt idx="52479">82.969999999999999</cx:pt>
          <cx:pt idx="52480">51.189999999999998</cx:pt>
          <cx:pt idx="52481">31.469999999999999</cx:pt>
          <cx:pt idx="52482">8.4900000000000002</cx:pt>
          <cx:pt idx="52483">24.18</cx:pt>
          <cx:pt idx="52484">123.16</cx:pt>
          <cx:pt idx="52485">171.97</cx:pt>
          <cx:pt idx="52486">14.77</cx:pt>
          <cx:pt idx="52487">68.969999999999999</cx:pt>
          <cx:pt idx="52488">29.289999999999999</cx:pt>
          <cx:pt idx="52489">339.95999999999998</cx:pt>
          <cx:pt idx="52490">51.289999999999999</cx:pt>
          <cx:pt idx="52491">50.979999999999997</cx:pt>
          <cx:pt idx="52492">79.980000000000004</cx:pt>
          <cx:pt idx="52493">46.490000000000002</cx:pt>
          <cx:pt idx="52494">46.289999999999999</cx:pt>
          <cx:pt idx="52495">51.979999999999997</cx:pt>
          <cx:pt idx="52496">159.97999999999999</cx:pt>
          <cx:pt idx="52497">32.490000000000002</cx:pt>
          <cx:pt idx="52498">83.969999999999999</cx:pt>
          <cx:pt idx="52499">59.979999999999997</cx:pt>
          <cx:pt idx="52500">38.68</cx:pt>
          <cx:pt idx="52501">16.920000000000002</cx:pt>
          <cx:pt idx="52502">66.980000000000004</cx:pt>
          <cx:pt idx="52503">259.89999999999998</cx:pt>
          <cx:pt idx="52504">101.95</cx:pt>
          <cx:pt idx="52505">54.990000000000002</cx:pt>
          <cx:pt idx="52506">75.959999999999994</cx:pt>
          <cx:pt idx="52507">219.91999999999999</cx:pt>
          <cx:pt idx="52508">124.97</cx:pt>
          <cx:pt idx="52509">61.689999999999998</cx:pt>
          <cx:pt idx="52510">259.89999999999998</cx:pt>
          <cx:pt idx="52511">57.469999999999999</cx:pt>
          <cx:pt idx="52512">74.969999999999999</cx:pt>
          <cx:pt idx="52513">50.979999999999997</cx:pt>
          <cx:pt idx="52514">90.980000000000004</cx:pt>
          <cx:pt idx="52515">57.979999999999997</cx:pt>
          <cx:pt idx="52516">47.479999999999997</cx:pt>
          <cx:pt idx="52517">219.97</cx:pt>
          <cx:pt idx="52518">84.989999999999995</cx:pt>
          <cx:pt idx="52519">95.950000000000003</cx:pt>
          <cx:pt idx="52520">88.569999999999993</cx:pt>
          <cx:pt idx="52521">59.979999999999997</cx:pt>
          <cx:pt idx="52522">50.969999999999999</cx:pt>
          <cx:pt idx="52523">83.480000000000004</cx:pt>
          <cx:pt idx="52524">64.969999999999999</cx:pt>
          <cx:pt idx="52525">139.94</cx:pt>
          <cx:pt idx="52526">50.979999999999997</cx:pt>
          <cx:pt idx="52527">17.489999999999998</cx:pt>
          <cx:pt idx="52528">59.979999999999997</cx:pt>
          <cx:pt idx="52529">86.969999999999999</cx:pt>
          <cx:pt idx="52530">89.969999999999999</cx:pt>
          <cx:pt idx="52531">90.290000000000006</cx:pt>
          <cx:pt idx="52532">64.980000000000004</cx:pt>
          <cx:pt idx="52533">83.969999999999999</cx:pt>
          <cx:pt idx="52534">84.989999999999995</cx:pt>
          <cx:pt idx="52535">89.980000000000004</cx:pt>
          <cx:pt idx="52536">55.979999999999997</cx:pt>
          <cx:pt idx="52537">83.969999999999999</cx:pt>
          <cx:pt idx="52538">-10.5</cx:pt>
          <cx:pt idx="52539">71.469999999999999</cx:pt>
          <cx:pt idx="52540">108.88</cx:pt>
          <cx:pt idx="52541">113.95999999999999</cx:pt>
          <cx:pt idx="52542">167.94</cx:pt>
          <cx:pt idx="52543">137.97999999999999</cx:pt>
          <cx:pt idx="52544">83.969999999999999</cx:pt>
          <cx:pt idx="52545">32.490000000000002</cx:pt>
          <cx:pt idx="52546">59.979999999999997</cx:pt>
          <cx:pt idx="52547">57.979999999999997</cx:pt>
          <cx:pt idx="52548">55.979999999999997</cx:pt>
          <cx:pt idx="52549">28.489999999999998</cx:pt>
          <cx:pt idx="52550">61.979999999999997</cx:pt>
          <cx:pt idx="52551">55.979999999999997</cx:pt>
          <cx:pt idx="52552">32.479999999999997</cx:pt>
          <cx:pt idx="52553">71.969999999999999</cx:pt>
          <cx:pt idx="52554">55.979999999999997</cx:pt>
          <cx:pt idx="52555">71.969999999999999</cx:pt>
          <cx:pt idx="52556">152.97</cx:pt>
          <cx:pt idx="52557">55.979999999999997</cx:pt>
          <cx:pt idx="52558">25.989999999999998</cx:pt>
          <cx:pt idx="52559">19.989999999999998</cx:pt>
          <cx:pt idx="52560">79.989999999999995</cx:pt>
          <cx:pt idx="52561">83.480000000000004</cx:pt>
          <cx:pt idx="52562">61.979999999999997</cx:pt>
          <cx:pt idx="52563">65.299999999999997</cx:pt>
          <cx:pt idx="52564">59.979999999999997</cx:pt>
          <cx:pt idx="52565">229.91999999999999</cx:pt>
          <cx:pt idx="52566">25.039999999999999</cx:pt>
          <cx:pt idx="52567">142.74000000000001</cx:pt>
          <cx:pt idx="52568">54.380000000000003</cx:pt>
          <cx:pt idx="52569">51.979999999999997</cx:pt>
          <cx:pt idx="52570">73.969999999999999</cx:pt>
          <cx:pt idx="52571">17.489999999999998</cx:pt>
          <cx:pt idx="52572">63.960000000000001</cx:pt>
          <cx:pt idx="52573">166.36000000000001</cx:pt>
          <cx:pt idx="52574">25.489999999999998</cx:pt>
          <cx:pt idx="52575">55.939999999999998</cx:pt>
          <cx:pt idx="52576">75.129999999999995</cx:pt>
          <cx:pt idx="52577">55.979999999999997</cx:pt>
          <cx:pt idx="52578">58.950000000000003</cx:pt>
          <cx:pt idx="52579">58.979999999999997</cx:pt>
          <cx:pt idx="52580">88.370000000000005</cx:pt>
          <cx:pt idx="52581">131.97999999999999</cx:pt>
          <cx:pt idx="52582">16.469999999999999</cx:pt>
          <cx:pt idx="52583">65.989999999999995</cx:pt>
          <cx:pt idx="52584">20.289999999999999</cx:pt>
          <cx:pt idx="52585">55.979999999999997</cx:pt>
          <cx:pt idx="52586">79.849999999999994</cx:pt>
          <cx:pt idx="52587">49.090000000000003</cx:pt>
          <cx:pt idx="52588">29.489999999999998</cx:pt>
          <cx:pt idx="52589">74.969999999999999</cx:pt>
          <cx:pt idx="52590">28.489999999999998</cx:pt>
          <cx:pt idx="52591">167.94</cx:pt>
          <cx:pt idx="52592">59.979999999999997</cx:pt>
          <cx:pt idx="52593">46.82</cx:pt>
          <cx:pt idx="52594">83.969999999999999</cx:pt>
          <cx:pt idx="52595">56.579999999999998</cx:pt>
          <cx:pt idx="52596">88.290000000000006</cx:pt>
          <cx:pt idx="52597">55.979999999999997</cx:pt>
          <cx:pt idx="52598">175.84</cx:pt>
          <cx:pt idx="52599">61.259999999999998</cx:pt>
          <cx:pt idx="52600">62.960000000000001</cx:pt>
          <cx:pt idx="52601">84.980000000000004</cx:pt>
          <cx:pt idx="52602">119.95999999999999</cx:pt>
          <cx:pt idx="52603">165.63999999999999</cx:pt>
          <cx:pt idx="52604">106.68000000000001</cx:pt>
          <cx:pt idx="52605">65.989999999999995</cx:pt>
          <cx:pt idx="52606">25.239999999999998</cx:pt>
          <cx:pt idx="52607">55.969999999999999</cx:pt>
          <cx:pt idx="52608">78.969999999999999</cx:pt>
          <cx:pt idx="52609">55.969999999999999</cx:pt>
          <cx:pt idx="52610">169.97999999999999</cx:pt>
          <cx:pt idx="52611">68.969999999999999</cx:pt>
          <cx:pt idx="52612">49.990000000000002</cx:pt>
          <cx:pt idx="52613">6.4900000000000002</cx:pt>
          <cx:pt idx="52614">65.980000000000004</cx:pt>
          <cx:pt idx="52615">73.480000000000004</cx:pt>
          <cx:pt idx="52616">55.979999999999997</cx:pt>
          <cx:pt idx="52617">74.950000000000003</cx:pt>
          <cx:pt idx="52618">111.95999999999999</cx:pt>
          <cx:pt idx="52619">107.95999999999999</cx:pt>
          <cx:pt idx="52620">125.8</cx:pt>
          <cx:pt idx="52621">83.950000000000003</cx:pt>
          <cx:pt idx="52622">74.019999999999996</cx:pt>
          <cx:pt idx="52623">34.490000000000002</cx:pt>
          <cx:pt idx="52624">122.95999999999999</cx:pt>
          <cx:pt idx="52625">84.989999999999995</cx:pt>
          <cx:pt idx="52626">69.969999999999999</cx:pt>
          <cx:pt idx="52627">53.979999999999997</cx:pt>
          <cx:pt idx="52628">39.280000000000001</cx:pt>
          <cx:pt idx="52629">61.979999999999997</cx:pt>
          <cx:pt idx="52630">68.969999999999999</cx:pt>
          <cx:pt idx="52631">51.979999999999997</cx:pt>
          <cx:pt idx="52632">111.95999999999999</cx:pt>
          <cx:pt idx="52633">42.490000000000002</cx:pt>
          <cx:pt idx="52634">82.980000000000004</cx:pt>
          <cx:pt idx="52635">33.280000000000001</cx:pt>
          <cx:pt idx="52636">55.969999999999999</cx:pt>
          <cx:pt idx="52637">59.969999999999999</cx:pt>
          <cx:pt idx="52638">61.979999999999997</cx:pt>
          <cx:pt idx="52639">55.979999999999997</cx:pt>
          <cx:pt idx="52640">61.979999999999997</cx:pt>
          <cx:pt idx="52641">51.979999999999997</cx:pt>
          <cx:pt idx="52642">84.939999999999998</cx:pt>
          <cx:pt idx="52643">209.93000000000001</cx:pt>
          <cx:pt idx="52644">36.490000000000002</cx:pt>
          <cx:pt idx="52645">105.23</cx:pt>
          <cx:pt idx="52646">121.97</cx:pt>
          <cx:pt idx="52647">54.990000000000002</cx:pt>
          <cx:pt idx="52648">122.97</cx:pt>
          <cx:pt idx="52649">84.989999999999995</cx:pt>
          <cx:pt idx="52650">59.960000000000001</cx:pt>
          <cx:pt idx="52651">155.94</cx:pt>
          <cx:pt idx="52652">69.969999999999999</cx:pt>
          <cx:pt idx="52653">37.289999999999999</cx:pt>
          <cx:pt idx="52654">111.56</cx:pt>
          <cx:pt idx="52655">92.959999999999994</cx:pt>
          <cx:pt idx="52656">51.979999999999997</cx:pt>
          <cx:pt idx="52657">65.980000000000004</cx:pt>
          <cx:pt idx="52658">74.980000000000004</cx:pt>
          <cx:pt idx="52659">124.06</cx:pt>
          <cx:pt idx="52660">61.979999999999997</cx:pt>
          <cx:pt idx="52661">56.969999999999999</cx:pt>
          <cx:pt idx="52662">51.479999999999997</cx:pt>
          <cx:pt idx="52663">55.969999999999999</cx:pt>
          <cx:pt idx="52664">95.969999999999999</cx:pt>
          <cx:pt idx="52665">65.989999999999995</cx:pt>
          <cx:pt idx="52666">27.789999999999999</cx:pt>
          <cx:pt idx="52667">50.380000000000003</cx:pt>
          <cx:pt idx="52668">55.960000000000001</cx:pt>
          <cx:pt idx="52669">-55.969999999999999</cx:pt>
          <cx:pt idx="52670">12.289999999999999</cx:pt>
          <cx:pt idx="52671">249.94999999999999</cx:pt>
          <cx:pt idx="52672">79.959999999999994</cx:pt>
          <cx:pt idx="52673">53.979999999999997</cx:pt>
          <cx:pt idx="52674">232.22</cx:pt>
          <cx:pt idx="52675">119.97</cx:pt>
          <cx:pt idx="52676">98.969999999999999</cx:pt>
          <cx:pt idx="52677">124.98</cx:pt>
          <cx:pt idx="52678">101.95999999999999</cx:pt>
          <cx:pt idx="52679">49.280000000000001</cx:pt>
          <cx:pt idx="52680">59.960000000000001</cx:pt>
          <cx:pt idx="52681">130.94999999999999</cx:pt>
          <cx:pt idx="52682">68.870000000000005</cx:pt>
          <cx:pt idx="52683">65.980000000000004</cx:pt>
          <cx:pt idx="52684">36.490000000000002</cx:pt>
          <cx:pt idx="52685">96.959999999999994</cx:pt>
          <cx:pt idx="52686">52.009999999999998</cx:pt>
          <cx:pt idx="52687">45.490000000000002</cx:pt>
          <cx:pt idx="52688">39.289999999999999</cx:pt>
          <cx:pt idx="52689">59.979999999999997</cx:pt>
          <cx:pt idx="52690">224.93000000000001</cx:pt>
          <cx:pt idx="52691">187.44999999999999</cx:pt>
          <cx:pt idx="52692">84.689999999999998</cx:pt>
          <cx:pt idx="52693">55.979999999999997</cx:pt>
          <cx:pt idx="52694">60.979999999999997</cx:pt>
          <cx:pt idx="52695">78.959999999999994</cx:pt>
          <cx:pt idx="52696">34.280000000000001</cx:pt>
          <cx:pt idx="52697">83.459999999999994</cx:pt>
          <cx:pt idx="52698">65.290000000000006</cx:pt>
          <cx:pt idx="52699">52.009999999999998</cx:pt>
          <cx:pt idx="52700">148.94999999999999</cx:pt>
          <cx:pt idx="52701">69.989999999999995</cx:pt>
          <cx:pt idx="52702">61.979999999999997</cx:pt>
          <cx:pt idx="52703">72.560000000000002</cx:pt>
          <cx:pt idx="52704">50.43</cx:pt>
          <cx:pt idx="52705">95.790000000000006</cx:pt>
          <cx:pt idx="52706">107.95999999999999</cx:pt>
          <cx:pt idx="52707">50.979999999999997</cx:pt>
          <cx:pt idx="52708">149.93000000000001</cx:pt>
          <cx:pt idx="52709">53.979999999999997</cx:pt>
          <cx:pt idx="52710">131.96000000000001</cx:pt>
          <cx:pt idx="52711">79.989999999999995</cx:pt>
          <cx:pt idx="52712">89.969999999999999</cx:pt>
          <cx:pt idx="52713">21.48</cx:pt>
          <cx:pt idx="52714">112.97</cx:pt>
          <cx:pt idx="52715">63.979999999999997</cx:pt>
          <cx:pt idx="52716">61.979999999999997</cx:pt>
          <cx:pt idx="52717">89.950000000000003</cx:pt>
          <cx:pt idx="52718">98.159999999999997</cx:pt>
          <cx:pt idx="52719">33.479999999999997</cx:pt>
          <cx:pt idx="52720">118.97</cx:pt>
          <cx:pt idx="52721">63.960000000000001</cx:pt>
          <cx:pt idx="52722">-526.17999999999995</cx:pt>
          <cx:pt idx="52723">-526.17999999999995</cx:pt>
          <cx:pt idx="52724">118.78</cx:pt>
          <cx:pt idx="52725">16.489999999999998</cx:pt>
          <cx:pt idx="52726">65.980000000000004</cx:pt>
          <cx:pt idx="52727">39.490000000000002</cx:pt>
          <cx:pt idx="52728">46.490000000000002</cx:pt>
          <cx:pt idx="52729">33.990000000000002</cx:pt>
          <cx:pt idx="52730">62.869999999999997</cx:pt>
          <cx:pt idx="52731">129.96000000000001</cx:pt>
          <cx:pt idx="52732">43.969999999999999</cx:pt>
          <cx:pt idx="52733">54.990000000000002</cx:pt>
          <cx:pt idx="52734">51.979999999999997</cx:pt>
          <cx:pt idx="52735">67.739999999999995</cx:pt>
          <cx:pt idx="52736">31.23</cx:pt>
          <cx:pt idx="52737">53.979999999999997</cx:pt>
          <cx:pt idx="52738">201.93000000000001</cx:pt>
          <cx:pt idx="52739">65.980000000000004</cx:pt>
          <cx:pt idx="52740">56.450000000000003</cx:pt>
          <cx:pt idx="52741">52.009999999999998</cx:pt>
          <cx:pt idx="52742">150.94999999999999</cx:pt>
          <cx:pt idx="52743">91.109999999999999</cx:pt>
          <cx:pt idx="52744">59.979999999999997</cx:pt>
          <cx:pt idx="52745">43.479999999999997</cx:pt>
          <cx:pt idx="52746">65.980000000000004</cx:pt>
          <cx:pt idx="52747">34.490000000000002</cx:pt>
          <cx:pt idx="52748">55.969999999999999</cx:pt>
          <cx:pt idx="52749">105.25</cx:pt>
          <cx:pt idx="52750">73.969999999999999</cx:pt>
          <cx:pt idx="52751">89.969999999999999</cx:pt>
          <cx:pt idx="52752">61.979999999999997</cx:pt>
          <cx:pt idx="52753">29.489999999999998</cx:pt>
          <cx:pt idx="52754">21.48</cx:pt>
          <cx:pt idx="52755">56.969999999999999</cx:pt>
          <cx:pt idx="52756">126.97</cx:pt>
          <cx:pt idx="52757">215.91999999999999</cx:pt>
          <cx:pt idx="52758">149.97</cx:pt>
          <cx:pt idx="52759">77.379999999999995</cx:pt>
          <cx:pt idx="52760">87.969999999999999</cx:pt>
          <cx:pt idx="52761">65.980000000000004</cx:pt>
          <cx:pt idx="52762">24.18</cx:pt>
          <cx:pt idx="52763">53.469999999999999</cx:pt>
          <cx:pt idx="52764">111.16</cx:pt>
          <cx:pt idx="52765">79.709999999999994</cx:pt>
          <cx:pt idx="52766">68.969999999999999</cx:pt>
          <cx:pt idx="52767">83.980000000000004</cx:pt>
          <cx:pt idx="52768">61.979999999999997</cx:pt>
          <cx:pt idx="52769">83.969999999999999</cx:pt>
          <cx:pt idx="52770">62.880000000000003</cx:pt>
          <cx:pt idx="52771">61.979999999999997</cx:pt>
          <cx:pt idx="52772">179.90000000000001</cx:pt>
          <cx:pt idx="52773">41.119999999999997</cx:pt>
          <cx:pt idx="52774">65.969999999999999</cx:pt>
          <cx:pt idx="52775">68.969999999999999</cx:pt>
          <cx:pt idx="52776">55.979999999999997</cx:pt>
          <cx:pt idx="52777">71.969999999999999</cx:pt>
          <cx:pt idx="52778">62.979999999999997</cx:pt>
          <cx:pt idx="52779">119.95999999999999</cx:pt>
          <cx:pt idx="52780">56.079999999999998</cx:pt>
          <cx:pt idx="52781">59.979999999999997</cx:pt>
          <cx:pt idx="52782">89.980000000000004</cx:pt>
          <cx:pt idx="52783">67.969999999999999</cx:pt>
          <cx:pt idx="52784">53.979999999999997</cx:pt>
          <cx:pt idx="52785">55.979999999999997</cx:pt>
          <cx:pt idx="52786">55.979999999999997</cx:pt>
          <cx:pt idx="52787">69.989999999999995</cx:pt>
          <cx:pt idx="52788">123.97</cx:pt>
          <cx:pt idx="52789">58.979999999999997</cx:pt>
          <cx:pt idx="52790">63.979999999999997</cx:pt>
          <cx:pt idx="52791">142.94999999999999</cx:pt>
          <cx:pt idx="52792">89.939999999999998</cx:pt>
          <cx:pt idx="52793">35.979999999999997</cx:pt>
          <cx:pt idx="52794">79.849999999999994</cx:pt>
          <cx:pt idx="52795">59.990000000000002</cx:pt>
          <cx:pt idx="52796">50.969999999999999</cx:pt>
          <cx:pt idx="52797">246.65000000000001</cx:pt>
          <cx:pt idx="52798">71.489999999999995</cx:pt>
          <cx:pt idx="52799">93.969999999999999</cx:pt>
          <cx:pt idx="52800">62.979999999999997</cx:pt>
          <cx:pt idx="52801">59.979999999999997</cx:pt>
          <cx:pt idx="52802">159.97999999999999</cx:pt>
          <cx:pt idx="52803">22.489999999999998</cx:pt>
          <cx:pt idx="52804">92.969999999999999</cx:pt>
          <cx:pt idx="52805">73.469999999999999</cx:pt>
          <cx:pt idx="52806">65.299999999999997</cx:pt>
          <cx:pt idx="52807">55.520000000000003</cx:pt>
          <cx:pt idx="52808">39.490000000000002</cx:pt>
          <cx:pt idx="52809">53.979999999999997</cx:pt>
          <cx:pt idx="52810">55.969999999999999</cx:pt>
          <cx:pt idx="52811">61.979999999999997</cx:pt>
          <cx:pt idx="52812">211.94</cx:pt>
          <cx:pt idx="52813">51.979999999999997</cx:pt>
          <cx:pt idx="52814">120.98</cx:pt>
          <cx:pt idx="52815">67.480000000000004</cx:pt>
          <cx:pt idx="52816">71.840000000000003</cx:pt>
          <cx:pt idx="52817">63.979999999999997</cx:pt>
          <cx:pt idx="52818">127.87</cx:pt>
          <cx:pt idx="52819">24.489999999999998</cx:pt>
          <cx:pt idx="52820">47.280000000000001</cx:pt>
          <cx:pt idx="52821">31.289999999999999</cx:pt>
          <cx:pt idx="52822">53.979999999999997</cx:pt>
          <cx:pt idx="52823">17.289999999999999</cx:pt>
          <cx:pt idx="52824">65.980000000000004</cx:pt>
          <cx:pt idx="52825">34.479999999999997</cx:pt>
          <cx:pt idx="52826">83.969999999999999</cx:pt>
          <cx:pt idx="52827">89.969999999999999</cx:pt>
          <cx:pt idx="52828">94.019999999999996</cx:pt>
          <cx:pt idx="52829">61.979999999999997</cx:pt>
          <cx:pt idx="52830">196.43000000000001</cx:pt>
          <cx:pt idx="52831">62.469999999999999</cx:pt>
          <cx:pt idx="52832">98.969999999999999</cx:pt>
          <cx:pt idx="52833">99.060000000000002</cx:pt>
          <cx:pt idx="52834">103.95999999999999</cx:pt>
          <cx:pt idx="52835">61.979999999999997</cx:pt>
          <cx:pt idx="52836">50.979999999999997</cx:pt>
          <cx:pt idx="52837">59.979999999999997</cx:pt>
          <cx:pt idx="52838">73.480000000000004</cx:pt>
          <cx:pt idx="52839">92.969999999999999</cx:pt>
          <cx:pt idx="52840">31.469999999999999</cx:pt>
          <cx:pt idx="52841">65.980000000000004</cx:pt>
          <cx:pt idx="52842">191.93000000000001</cx:pt>
          <cx:pt idx="52843">119.95999999999999</cx:pt>
          <cx:pt idx="52844">63.979999999999997</cx:pt>
          <cx:pt idx="52845">49.479999999999997</cx:pt>
          <cx:pt idx="52846">69.980000000000004</cx:pt>
          <cx:pt idx="52847">65.980000000000004</cx:pt>
          <cx:pt idx="52848">65.980000000000004</cx:pt>
          <cx:pt idx="52849">95.780000000000001</cx:pt>
          <cx:pt idx="52850">55.979999999999997</cx:pt>
          <cx:pt idx="52851">54.979999999999997</cx:pt>
          <cx:pt idx="52852">149.94999999999999</cx:pt>
          <cx:pt idx="52853">61.979999999999997</cx:pt>
          <cx:pt idx="52854">65.980000000000004</cx:pt>
          <cx:pt idx="52855">67.870000000000005</cx:pt>
          <cx:pt idx="52856">48.289999999999999</cx:pt>
          <cx:pt idx="52857">55.979999999999997</cx:pt>
          <cx:pt idx="52858">34.490000000000002</cx:pt>
          <cx:pt idx="52859">91.959999999999994</cx:pt>
          <cx:pt idx="52860">67.980000000000004</cx:pt>
          <cx:pt idx="52861">29.02</cx:pt>
          <cx:pt idx="52862">94.969999999999999</cx:pt>
          <cx:pt idx="52863">83.959999999999994</cx:pt>
          <cx:pt idx="52864">47.479999999999997</cx:pt>
          <cx:pt idx="52865">261.39999999999998</cx:pt>
          <cx:pt idx="52866">167.94</cx:pt>
          <cx:pt idx="52867">131.96000000000001</cx:pt>
          <cx:pt idx="52868">183.56</cx:pt>
          <cx:pt idx="52869">61.479999999999997</cx:pt>
          <cx:pt idx="52870">128.96000000000001</cx:pt>
          <cx:pt idx="52871">101.97</cx:pt>
          <cx:pt idx="52872">233.93000000000001</cx:pt>
          <cx:pt idx="52873">21.289999999999999</cx:pt>
          <cx:pt idx="52874">51.979999999999997</cx:pt>
          <cx:pt idx="52875">96.980000000000004</cx:pt>
          <cx:pt idx="52876">86.969999999999999</cx:pt>
          <cx:pt idx="52877">61.979999999999997</cx:pt>
          <cx:pt idx="52878">38.479999999999997</cx:pt>
          <cx:pt idx="52879">49.979999999999997</cx:pt>
          <cx:pt idx="52880">128.21000000000001</cx:pt>
          <cx:pt idx="52881">37.289999999999999</cx:pt>
          <cx:pt idx="52882">127.95999999999999</cx:pt>
          <cx:pt idx="52883">117.58</cx:pt>
          <cx:pt idx="52884">107.95999999999999</cx:pt>
          <cx:pt idx="52885">84.989999999999995</cx:pt>
          <cx:pt idx="52886">83.430000000000007</cx:pt>
          <cx:pt idx="52887">-24.489999999999998</cx:pt>
          <cx:pt idx="52888">63.93</cx:pt>
          <cx:pt idx="52889">83.969999999999999</cx:pt>
          <cx:pt idx="52890">59.979999999999997</cx:pt>
          <cx:pt idx="52891">65.980000000000004</cx:pt>
          <cx:pt idx="52892">28.489999999999998</cx:pt>
          <cx:pt idx="52893">65.980000000000004</cx:pt>
          <cx:pt idx="52894">89.969999999999999</cx:pt>
          <cx:pt idx="52895">58.979999999999997</cx:pt>
          <cx:pt idx="52896">115.95999999999999</cx:pt>
          <cx:pt idx="52897">56.979999999999997</cx:pt>
          <cx:pt idx="52898">98.060000000000002</cx:pt>
          <cx:pt idx="52899">63.979999999999997</cx:pt>
          <cx:pt idx="52900">65.989999999999995</cx:pt>
          <cx:pt idx="52901">60.990000000000002</cx:pt>
          <cx:pt idx="52902">55.960000000000001</cx:pt>
          <cx:pt idx="52903">160.93000000000001</cx:pt>
          <cx:pt idx="52904">65.980000000000004</cx:pt>
          <cx:pt idx="52905">51.979999999999997</cx:pt>
          <cx:pt idx="52906">91.959999999999994</cx:pt>
          <cx:pt idx="52907">39.960000000000001</cx:pt>
          <cx:pt idx="52908">83.969999999999999</cx:pt>
          <cx:pt idx="52909">219.97</cx:pt>
          <cx:pt idx="52910">20.289999999999999</cx:pt>
          <cx:pt idx="52911">31.489999999999998</cx:pt>
          <cx:pt idx="52912">32.490000000000002</cx:pt>
          <cx:pt idx="52913">90.730000000000004</cx:pt>
          <cx:pt idx="52914">53.960000000000001</cx:pt>
          <cx:pt idx="52915">64.969999999999999</cx:pt>
          <cx:pt idx="52916">60.18</cx:pt>
          <cx:pt idx="52917">164.94999999999999</cx:pt>
          <cx:pt idx="52918">11.289999999999999</cx:pt>
          <cx:pt idx="52919">21.489999999999998</cx:pt>
          <cx:pt idx="52920">23.280000000000001</cx:pt>
          <cx:pt idx="52921">93.969999999999999</cx:pt>
          <cx:pt idx="52922">59.960000000000001</cx:pt>
          <cx:pt idx="52923">75</cx:pt>
          <cx:pt idx="52924">69.989999999999995</cx:pt>
          <cx:pt idx="52925">131.96000000000001</cx:pt>
          <cx:pt idx="52926">103.95999999999999</cx:pt>
          <cx:pt idx="52927">111.95999999999999</cx:pt>
          <cx:pt idx="52928">65.420000000000002</cx:pt>
          <cx:pt idx="52929">34.490000000000002</cx:pt>
          <cx:pt idx="52930">95.959999999999994</cx:pt>
          <cx:pt idx="52931">55.979999999999997</cx:pt>
          <cx:pt idx="52932">178.15000000000001</cx:pt>
          <cx:pt idx="52933">55.979999999999997</cx:pt>
          <cx:pt idx="52934">53.979999999999997</cx:pt>
          <cx:pt idx="52935">65.980000000000004</cx:pt>
          <cx:pt idx="52936">31.48</cx:pt>
          <cx:pt idx="52937">53.979999999999997</cx:pt>
          <cx:pt idx="52938">68.969999999999999</cx:pt>
          <cx:pt idx="52939">53.960000000000001</cx:pt>
          <cx:pt idx="52940">32.490000000000002</cx:pt>
          <cx:pt idx="52941">64.090000000000003</cx:pt>
          <cx:pt idx="52942">51.950000000000003</cx:pt>
          <cx:pt idx="52943">31.280000000000001</cx:pt>
          <cx:pt idx="52944">29.48</cx:pt>
          <cx:pt idx="52945">58.979999999999997</cx:pt>
          <cx:pt idx="52946">65.980000000000004</cx:pt>
          <cx:pt idx="52947">52.960000000000001</cx:pt>
          <cx:pt idx="52948">75.959999999999994</cx:pt>
          <cx:pt idx="52949">71.969999999999999</cx:pt>
          <cx:pt idx="52950">61.979999999999997</cx:pt>
          <cx:pt idx="52951">-101.97</cx:pt>
          <cx:pt idx="52952">109.95999999999999</cx:pt>
          <cx:pt idx="52953">-54.979999999999997</cx:pt>
          <cx:pt idx="52954">30.48</cx:pt>
          <cx:pt idx="52955">111.56</cx:pt>
          <cx:pt idx="52956">92.969999999999999</cx:pt>
          <cx:pt idx="52957">56.030000000000001</cx:pt>
          <cx:pt idx="52958">16.289999999999999</cx:pt>
          <cx:pt idx="52959">79.989999999999995</cx:pt>
          <cx:pt idx="52960">68.969999999999999</cx:pt>
          <cx:pt idx="52961">111.94</cx:pt>
          <cx:pt idx="52962">52.960000000000001</cx:pt>
          <cx:pt idx="52963">99.959999999999994</cx:pt>
          <cx:pt idx="52964">53.979999999999997</cx:pt>
          <cx:pt idx="52965">92.969999999999999</cx:pt>
          <cx:pt idx="52966">70.980000000000004</cx:pt>
          <cx:pt idx="52967">139.97999999999999</cx:pt>
          <cx:pt idx="52968">55.979999999999997</cx:pt>
          <cx:pt idx="52969">61.979999999999997</cx:pt>
          <cx:pt idx="52970">195.78999999999999</cx:pt>
          <cx:pt idx="52971">56.979999999999997</cx:pt>
          <cx:pt idx="52972">53.979999999999997</cx:pt>
          <cx:pt idx="52973">39.890000000000001</cx:pt>
          <cx:pt idx="52974">65.980000000000004</cx:pt>
          <cx:pt idx="52975">91.799999999999997</cx:pt>
          <cx:pt idx="52976">65.980000000000004</cx:pt>
          <cx:pt idx="52977">143.96000000000001</cx:pt>
          <cx:pt idx="52978">55.979999999999997</cx:pt>
          <cx:pt idx="52979">65.939999999999998</cx:pt>
          <cx:pt idx="52980">55.969999999999999</cx:pt>
          <cx:pt idx="52981">83.969999999999999</cx:pt>
          <cx:pt idx="52982">104.93000000000001</cx:pt>
          <cx:pt idx="52983">65.989999999999995</cx:pt>
          <cx:pt idx="52984">51.979999999999997</cx:pt>
          <cx:pt idx="52985">190.93000000000001</cx:pt>
          <cx:pt idx="52986">61.979999999999997</cx:pt>
          <cx:pt idx="52987">279.97000000000003</cx:pt>
          <cx:pt idx="52988">53.979999999999997</cx:pt>
          <cx:pt idx="52989">83.670000000000002</cx:pt>
          <cx:pt idx="52990">159.96000000000001</cx:pt>
          <cx:pt idx="52991">104.95999999999999</cx:pt>
          <cx:pt idx="52992">157.94</cx:pt>
          <cx:pt idx="52993">105.23</cx:pt>
          <cx:pt idx="52994">51.979999999999997</cx:pt>
          <cx:pt idx="52995">160.96000000000001</cx:pt>
          <cx:pt idx="52996">16.289999999999999</cx:pt>
          <cx:pt idx="52997">92.969999999999999</cx:pt>
          <cx:pt idx="52998">51.869999999999997</cx:pt>
          <cx:pt idx="52999">20.530000000000001</cx:pt>
          <cx:pt idx="53000">29.489999999999998</cx:pt>
          <cx:pt idx="53001">50.380000000000003</cx:pt>
          <cx:pt idx="53002">55.979999999999997</cx:pt>
          <cx:pt idx="53003">55.950000000000003</cx:pt>
          <cx:pt idx="53004">61.979999999999997</cx:pt>
          <cx:pt idx="53005">89.969999999999999</cx:pt>
          <cx:pt idx="53006">98.969999999999999</cx:pt>
          <cx:pt idx="53007">13.699999999999999</cx:pt>
          <cx:pt idx="53008">169.97999999999999</cx:pt>
          <cx:pt idx="53009">84.659999999999997</cx:pt>
          <cx:pt idx="53010">34.289999999999999</cx:pt>
          <cx:pt idx="53011">54.869999999999997</cx:pt>
          <cx:pt idx="53012">53.350000000000001</cx:pt>
          <cx:pt idx="53013">61.979999999999997</cx:pt>
          <cx:pt idx="53014">70.959999999999994</cx:pt>
          <cx:pt idx="53015">39.079999999999998</cx:pt>
          <cx:pt idx="53016">29.280000000000001</cx:pt>
          <cx:pt idx="53017">77.760000000000005</cx:pt>
          <cx:pt idx="53018">98.969999999999999</cx:pt>
          <cx:pt idx="53019">63.479999999999997</cx:pt>
          <cx:pt idx="53020">56.979999999999997</cx:pt>
          <cx:pt idx="53021">98.969999999999999</cx:pt>
          <cx:pt idx="53022">65.989999999999995</cx:pt>
          <cx:pt idx="53023">95.540000000000006</cx:pt>
          <cx:pt idx="53024">16.489999999999998</cx:pt>
          <cx:pt idx="53025">123.29000000000001</cx:pt>
          <cx:pt idx="53026">88.969999999999999</cx:pt>
          <cx:pt idx="53027">234.96000000000001</cx:pt>
          <cx:pt idx="53028">43.289999999999999</cx:pt>
          <cx:pt idx="53029">134.96000000000001</cx:pt>
          <cx:pt idx="53030">107.95999999999999</cx:pt>
          <cx:pt idx="53031">12.49</cx:pt>
          <cx:pt idx="53032">193.83000000000001</cx:pt>
          <cx:pt idx="53033">29.489999999999998</cx:pt>
          <cx:pt idx="53034">87.969999999999999</cx:pt>
          <cx:pt idx="53035">96.969999999999999</cx:pt>
          <cx:pt idx="53036">98.969999999999999</cx:pt>
          <cx:pt idx="53037">65.980000000000004</cx:pt>
          <cx:pt idx="53038">32.490000000000002</cx:pt>
          <cx:pt idx="53039">67.739999999999995</cx:pt>
          <cx:pt idx="53040">19.489999999999998</cx:pt>
          <cx:pt idx="53041">62.07</cx:pt>
          <cx:pt idx="53042">61.979999999999997</cx:pt>
          <cx:pt idx="53043">65.980000000000004</cx:pt>
          <cx:pt idx="53044">75</cx:pt>
          <cx:pt idx="53045">55.780000000000001</cx:pt>
          <cx:pt idx="53046">125.81999999999999</cx:pt>
          <cx:pt idx="53047">65.989999999999995</cx:pt>
          <cx:pt idx="53048">34.289999999999999</cx:pt>
          <cx:pt idx="53049">145.15000000000001</cx:pt>
          <cx:pt idx="53050">21.239999999999998</cx:pt>
          <cx:pt idx="53051">27.489999999999998</cx:pt>
          <cx:pt idx="53052">63.969999999999999</cx:pt>
          <cx:pt idx="53053">291.91000000000003</cx:pt>
          <cx:pt idx="53054">79.980000000000004</cx:pt>
          <cx:pt idx="53055">53.979999999999997</cx:pt>
          <cx:pt idx="53056">-75.129999999999995</cx:pt>
          <cx:pt idx="53057">55.979999999999997</cx:pt>
          <cx:pt idx="53058">-12.49</cx:pt>
          <cx:pt idx="53059">-60.979999999999997</cx:pt>
          <cx:pt idx="53060">169.97999999999999</cx:pt>
          <cx:pt idx="53061">50.380000000000003</cx:pt>
          <cx:pt idx="53062">55.960000000000001</cx:pt>
          <cx:pt idx="53063">139.94999999999999</cx:pt>
          <cx:pt idx="53064">79.700000000000003</cx:pt>
          <cx:pt idx="53065">56.979999999999997</cx:pt>
          <cx:pt idx="53066">48.490000000000002</cx:pt>
          <cx:pt idx="53067">60.82</cx:pt>
          <cx:pt idx="53068">73.049999999999997</cx:pt>
          <cx:pt idx="53069">34.490000000000002</cx:pt>
          <cx:pt idx="53070">417.5</cx:pt>
          <cx:pt idx="53071">24.489999999999998</cx:pt>
          <cx:pt idx="53072">39.490000000000002</cx:pt>
          <cx:pt idx="53073">279.89999999999998</cx:pt>
          <cx:pt idx="53074">55.979999999999997</cx:pt>
          <cx:pt idx="53075">67.980000000000004</cx:pt>
          <cx:pt idx="53076">188.97</cx:pt>
          <cx:pt idx="53077">50.369999999999997</cx:pt>
          <cx:pt idx="53078">139.94999999999999</cx:pt>
          <cx:pt idx="53079">24.489999999999998</cx:pt>
          <cx:pt idx="53080">79.980000000000004</cx:pt>
          <cx:pt idx="53081">102.97</cx:pt>
          <cx:pt idx="53082">83.969999999999999</cx:pt>
          <cx:pt idx="53083">87.099999999999994</cx:pt>
          <cx:pt idx="53084">39.560000000000002</cx:pt>
          <cx:pt idx="53085">124.06</cx:pt>
          <cx:pt idx="53086">28.489999999999998</cx:pt>
          <cx:pt idx="53087">14.289999999999999</cx:pt>
          <cx:pt idx="53088">136.71000000000001</cx:pt>
          <cx:pt idx="53089">154.94999999999999</cx:pt>
          <cx:pt idx="53090">25.18</cx:pt>
          <cx:pt idx="53091">27.379999999999999</cx:pt>
          <cx:pt idx="53092">92.950000000000003</cx:pt>
          <cx:pt idx="53093">62.979999999999997</cx:pt>
          <cx:pt idx="53094">304.89999999999998</cx:pt>
          <cx:pt idx="53095">34.990000000000002</cx:pt>
          <cx:pt idx="53096">83.969999999999999</cx:pt>
          <cx:pt idx="53097">155.94</cx:pt>
          <cx:pt idx="53098">61.979999999999997</cx:pt>
          <cx:pt idx="53099">53.07</cx:pt>
          <cx:pt idx="53100">55.979999999999997</cx:pt>
          <cx:pt idx="53101">-44.969999999999999</cx:pt>
          <cx:pt idx="53102">94.980000000000004</cx:pt>
          <cx:pt idx="53103">51.289999999999999</cx:pt>
          <cx:pt idx="53104">67.980000000000004</cx:pt>
          <cx:pt idx="53105">119.97</cx:pt>
          <cx:pt idx="53106">53.979999999999997</cx:pt>
          <cx:pt idx="53107">-12.289999999999999</cx:pt>
          <cx:pt idx="53108">51.979999999999997</cx:pt>
          <cx:pt idx="53109">119.98</cx:pt>
          <cx:pt idx="53110">51.979999999999997</cx:pt>
          <cx:pt idx="53111">87.469999999999999</cx:pt>
          <cx:pt idx="53112">173.94</cx:pt>
          <cx:pt idx="53113">49.490000000000002</cx:pt>
          <cx:pt idx="53114">53.060000000000002</cx:pt>
          <cx:pt idx="53115">51.979999999999997</cx:pt>
          <cx:pt idx="53116">123.95999999999999</cx:pt>
          <cx:pt idx="53117">79.969999999999999</cx:pt>
          <cx:pt idx="53118">119.95999999999999</cx:pt>
          <cx:pt idx="53119">51.979999999999997</cx:pt>
          <cx:pt idx="53120">2.4900000000000002</cx:pt>
          <cx:pt idx="53121">51.289999999999999</cx:pt>
          <cx:pt idx="53122">110.95999999999999</cx:pt>
          <cx:pt idx="53123">111.95999999999999</cx:pt>
          <cx:pt idx="53124">124.06</cx:pt>
          <cx:pt idx="53125">68.969999999999999</cx:pt>
          <cx:pt idx="53126">139.94999999999999</cx:pt>
          <cx:pt idx="53127">155.94</cx:pt>
          <cx:pt idx="53128">74.980000000000004</cx:pt>
          <cx:pt idx="53129">61.979999999999997</cx:pt>
          <cx:pt idx="53130">55.979999999999997</cx:pt>
          <cx:pt idx="53131">111.95999999999999</cx:pt>
          <cx:pt idx="53132">49.270000000000003</cx:pt>
          <cx:pt idx="53133">107.94</cx:pt>
          <cx:pt idx="53134">123.97</cx:pt>
          <cx:pt idx="53135">60.979999999999997</cx:pt>
          <cx:pt idx="53136">55.979999999999997</cx:pt>
          <cx:pt idx="53137">19.289999999999999</cx:pt>
          <cx:pt idx="53138">79.969999999999999</cx:pt>
          <cx:pt idx="53139">22.48</cx:pt>
          <cx:pt idx="53140">26.489999999999998</cx:pt>
          <cx:pt idx="53141">61.979999999999997</cx:pt>
          <cx:pt idx="53142">189.93000000000001</cx:pt>
          <cx:pt idx="53143">71.969999999999999</cx:pt>
          <cx:pt idx="53144">73.980000000000004</cx:pt>
          <cx:pt idx="53145">92.969999999999999</cx:pt>
          <cx:pt idx="53146">97.959999999999994</cx:pt>
          <cx:pt idx="53147">85.980000000000004</cx:pt>
          <cx:pt idx="53148">156.55000000000001</cx:pt>
          <cx:pt idx="53149">105.98</cx:pt>
          <cx:pt idx="53150">81.870000000000005</cx:pt>
          <cx:pt idx="53151">239.91999999999999</cx:pt>
          <cx:pt idx="53152">47.479999999999997</cx:pt>
          <cx:pt idx="53153">119.95999999999999</cx:pt>
          <cx:pt idx="53154">54.979999999999997</cx:pt>
          <cx:pt idx="53155">62.969999999999999</cx:pt>
          <cx:pt idx="53156">107.95999999999999</cx:pt>
          <cx:pt idx="53157">69.980000000000004</cx:pt>
          <cx:pt idx="53158">76.489999999999995</cx:pt>
          <cx:pt idx="53159">-53.969999999999999</cx:pt>
          <cx:pt idx="53160">68.969999999999999</cx:pt>
          <cx:pt idx="53161">73.969999999999999</cx:pt>
          <cx:pt idx="53162">51.979999999999997</cx:pt>
          <cx:pt idx="53163">119.95999999999999</cx:pt>
          <cx:pt idx="53164">139.97999999999999</cx:pt>
          <cx:pt idx="53165">68.969999999999999</cx:pt>
          <cx:pt idx="53166">84.980000000000004</cx:pt>
          <cx:pt idx="53167">161.94</cx:pt>
          <cx:pt idx="53168">58.479999999999997</cx:pt>
          <cx:pt idx="53169">119.95999999999999</cx:pt>
          <cx:pt idx="53170">526.17999999999995</cx:pt>
          <cx:pt idx="53171">55.969999999999999</cx:pt>
          <cx:pt idx="53172">82.980000000000004</cx:pt>
          <cx:pt idx="53173">65.989999999999995</cx:pt>
          <cx:pt idx="53174">187.93000000000001</cx:pt>
          <cx:pt idx="53175">61.979999999999997</cx:pt>
          <cx:pt idx="53176">55.979999999999997</cx:pt>
          <cx:pt idx="53177">152.97999999999999</cx:pt>
          <cx:pt idx="53178">50.969999999999999</cx:pt>
          <cx:pt idx="53179">76.489999999999995</cx:pt>
          <cx:pt idx="53180">24.289999999999999</cx:pt>
          <cx:pt idx="53181">55.979999999999997</cx:pt>
          <cx:pt idx="53182">65.989999999999995</cx:pt>
          <cx:pt idx="53183">55.979999999999997</cx:pt>
          <cx:pt idx="53184">49.990000000000002</cx:pt>
          <cx:pt idx="53185">56.969999999999999</cx:pt>
          <cx:pt idx="53186">61.979999999999997</cx:pt>
          <cx:pt idx="53187">259.89999999999998</cx:pt>
          <cx:pt idx="53188">95.959999999999994</cx:pt>
          <cx:pt idx="53189">64.950000000000003</cx:pt>
          <cx:pt idx="53190">55.979999999999997</cx:pt>
          <cx:pt idx="53191">51.979999999999997</cx:pt>
          <cx:pt idx="53192">59.990000000000002</cx:pt>
          <cx:pt idx="53193">60.969999999999999</cx:pt>
          <cx:pt idx="53194">74.959999999999994</cx:pt>
          <cx:pt idx="53195">64.969999999999999</cx:pt>
          <cx:pt idx="53196">50.969999999999999</cx:pt>
          <cx:pt idx="53197">49.57</cx:pt>
          <cx:pt idx="53198">34.899999999999999</cx:pt>
          <cx:pt idx="53199">85.969999999999999</cx:pt>
          <cx:pt idx="53200">53.979999999999997</cx:pt>
          <cx:pt idx="53201">153.03999999999999</cx:pt>
          <cx:pt idx="53202">51.670000000000002</cx:pt>
          <cx:pt idx="53203">99.980000000000004</cx:pt>
          <cx:pt idx="53204">99.980000000000004</cx:pt>
          <cx:pt idx="53205">149.94999999999999</cx:pt>
          <cx:pt idx="53206">10.289999999999999</cx:pt>
          <cx:pt idx="53207">122.95</cx:pt>
          <cx:pt idx="53208">526.17999999999995</cx:pt>
          <cx:pt idx="53209">24.489999999999998</cx:pt>
          <cx:pt idx="53210">389.85000000000002</cx:pt>
          <cx:pt idx="53211">61.979999999999997</cx:pt>
          <cx:pt idx="53212">47.030000000000001</cx:pt>
          <cx:pt idx="53213">65.980000000000004</cx:pt>
          <cx:pt idx="53214">61.979999999999997</cx:pt>
          <cx:pt idx="53215">49.990000000000002</cx:pt>
          <cx:pt idx="53216">76.969999999999999</cx:pt>
          <cx:pt idx="53217">69.989999999999995</cx:pt>
          <cx:pt idx="53218">92.969999999999999</cx:pt>
          <cx:pt idx="53219">86.950000000000003</cx:pt>
          <cx:pt idx="53220">131.97999999999999</cx:pt>
          <cx:pt idx="53221">45.490000000000002</cx:pt>
          <cx:pt idx="53222">80.980000000000004</cx:pt>
          <cx:pt idx="53223">143.72</cx:pt>
          <cx:pt idx="53224">37.280000000000001</cx:pt>
          <cx:pt idx="53225">128.24000000000001</cx:pt>
          <cx:pt idx="53226">49.990000000000002</cx:pt>
          <cx:pt idx="53227">69.989999999999995</cx:pt>
          <cx:pt idx="53228">84.969999999999999</cx:pt>
          <cx:pt idx="53229">59.979999999999997</cx:pt>
          <cx:pt idx="53230">50.969999999999999</cx:pt>
          <cx:pt idx="53231">199.96000000000001</cx:pt>
          <cx:pt idx="53232">114.95</cx:pt>
          <cx:pt idx="53233">16.489999999999998</cx:pt>
          <cx:pt idx="53234">15.69</cx:pt>
          <cx:pt idx="53235">64.769999999999996</cx:pt>
          <cx:pt idx="53236">51.289999999999999</cx:pt>
          <cx:pt idx="53237">41.100000000000001</cx:pt>
          <cx:pt idx="53238">50.979999999999997</cx:pt>
          <cx:pt idx="53239">11.289999999999999</cx:pt>
          <cx:pt idx="53240">61.979999999999997</cx:pt>
          <cx:pt idx="53241">123.95999999999999</cx:pt>
          <cx:pt idx="53242">95.959999999999994</cx:pt>
          <cx:pt idx="53243">65.980000000000004</cx:pt>
          <cx:pt idx="53244">123.95999999999999</cx:pt>
          <cx:pt idx="53245">90.870000000000005</cx:pt>
          <cx:pt idx="53246">55.979999999999997</cx:pt>
          <cx:pt idx="53247">84.989999999999995</cx:pt>
          <cx:pt idx="53248">51.979999999999997</cx:pt>
          <cx:pt idx="53249">61.979999999999997</cx:pt>
          <cx:pt idx="53250">89.969999999999999</cx:pt>
          <cx:pt idx="53251">65.989999999999995</cx:pt>
          <cx:pt idx="53252">72.579999999999998</cx:pt>
          <cx:pt idx="53253">83.969999999999999</cx:pt>
          <cx:pt idx="53254">51.960000000000001</cx:pt>
          <cx:pt idx="53255">79.980000000000004</cx:pt>
          <cx:pt idx="53256">121.67</cx:pt>
          <cx:pt idx="53257">73.459999999999994</cx:pt>
          <cx:pt idx="53258">94.980000000000004</cx:pt>
          <cx:pt idx="53259">73.469999999999999</cx:pt>
          <cx:pt idx="53260">174.91999999999999</cx:pt>
          <cx:pt idx="53261">123.16</cx:pt>
          <cx:pt idx="53262">104.34999999999999</cx:pt>
          <cx:pt idx="53263">100.95</cx:pt>
          <cx:pt idx="53264">84.980000000000004</cx:pt>
          <cx:pt idx="53265">72.969999999999999</cx:pt>
          <cx:pt idx="53266">50.490000000000002</cx:pt>
          <cx:pt idx="53267">61.979999999999997</cx:pt>
          <cx:pt idx="53268">92.969999999999999</cx:pt>
          <cx:pt idx="53269">55.979999999999997</cx:pt>
          <cx:pt idx="53270">79.989999999999995</cx:pt>
          <cx:pt idx="53271">28.489999999999998</cx:pt>
          <cx:pt idx="53272">24.489999999999998</cx:pt>
          <cx:pt idx="53273">92.969999999999999</cx:pt>
          <cx:pt idx="53274">51.979999999999997</cx:pt>
          <cx:pt idx="53275">61.979999999999997</cx:pt>
          <cx:pt idx="53276">71.959999999999994</cx:pt>
          <cx:pt idx="53277">53.969999999999999</cx:pt>
          <cx:pt idx="53278">102.83</cx:pt>
          <cx:pt idx="53279">31.48</cx:pt>
          <cx:pt idx="53280">155.94</cx:pt>
          <cx:pt idx="53281">17.489999999999998</cx:pt>
          <cx:pt idx="53282">49.990000000000002</cx:pt>
          <cx:pt idx="53283">46.289999999999999</cx:pt>
          <cx:pt idx="53284">59.990000000000002</cx:pt>
          <cx:pt idx="53285">51.770000000000003</cx:pt>
          <cx:pt idx="53286">77.400000000000006</cx:pt>
          <cx:pt idx="53287">41.100000000000001</cx:pt>
          <cx:pt idx="53288">102.56999999999999</cx:pt>
          <cx:pt idx="53289">111.95999999999999</cx:pt>
          <cx:pt idx="53290">69.469999999999999</cx:pt>
          <cx:pt idx="53291">31.859999999999999</cx:pt>
          <cx:pt idx="53292">60.969999999999999</cx:pt>
          <cx:pt idx="53293">70.900000000000006</cx:pt>
          <cx:pt idx="53294">-94.980000000000004</cx:pt>
          <cx:pt idx="53295">55.979999999999997</cx:pt>
          <cx:pt idx="53296">52.200000000000003</cx:pt>
          <cx:pt idx="53297">51.979999999999997</cx:pt>
          <cx:pt idx="53298">119.95999999999999</cx:pt>
          <cx:pt idx="53299">92.390000000000001</cx:pt>
          <cx:pt idx="53300">55.979999999999997</cx:pt>
          <cx:pt idx="53301">54.859999999999999</cx:pt>
          <cx:pt idx="53302">109.95999999999999</cx:pt>
          <cx:pt idx="53303">57.960000000000001</cx:pt>
          <cx:pt idx="53304">79.989999999999995</cx:pt>
          <cx:pt idx="53305">147.94</cx:pt>
          <cx:pt idx="53306">61.979999999999997</cx:pt>
          <cx:pt idx="53307">151.94999999999999</cx:pt>
          <cx:pt idx="53308">25.48</cx:pt>
          <cx:pt idx="53309">53.969999999999999</cx:pt>
          <cx:pt idx="53310">54.950000000000003</cx:pt>
          <cx:pt idx="53311">78.959999999999994</cx:pt>
          <cx:pt idx="53312">96.780000000000001</cx:pt>
          <cx:pt idx="53313">25.600000000000001</cx:pt>
          <cx:pt idx="53314">33.240000000000002</cx:pt>
          <cx:pt idx="53315">55.979999999999997</cx:pt>
          <cx:pt idx="53316">90.959999999999994</cx:pt>
          <cx:pt idx="53317">46.469999999999999</cx:pt>
          <cx:pt idx="53318">71.430000000000007</cx:pt>
          <cx:pt idx="53319">88.769999999999996</cx:pt>
          <cx:pt idx="53320">131.97999999999999</cx:pt>
          <cx:pt idx="53321">84.989999999999995</cx:pt>
          <cx:pt idx="53322">175.94</cx:pt>
          <cx:pt idx="53323">167.93000000000001</cx:pt>
          <cx:pt idx="53324">101.59999999999999</cx:pt>
          <cx:pt idx="53325">96.760000000000005</cx:pt>
          <cx:pt idx="53326">68.989999999999995</cx:pt>
          <cx:pt idx="53327">55.979999999999997</cx:pt>
          <cx:pt idx="53328">46.490000000000002</cx:pt>
          <cx:pt idx="53329">56.979999999999997</cx:pt>
          <cx:pt idx="53330">53.969999999999999</cx:pt>
          <cx:pt idx="53331">81.569999999999993</cx:pt>
          <cx:pt idx="53332">80.969999999999999</cx:pt>
          <cx:pt idx="53333">167.94</cx:pt>
          <cx:pt idx="53334">65.989999999999995</cx:pt>
          <cx:pt idx="53335">119.95999999999999</cx:pt>
          <cx:pt idx="53336">119.97</cx:pt>
          <cx:pt idx="53337">41.289999999999999</cx:pt>
          <cx:pt idx="53338">154.94999999999999</cx:pt>
          <cx:pt idx="53339">55.979999999999997</cx:pt>
          <cx:pt idx="53340">54.969999999999999</cx:pt>
          <cx:pt idx="53341">50.969999999999999</cx:pt>
          <cx:pt idx="53342">71.969999999999999</cx:pt>
          <cx:pt idx="53343">167.96000000000001</cx:pt>
          <cx:pt idx="53344">72.969999999999999</cx:pt>
          <cx:pt idx="53345">32.630000000000003</cx:pt>
          <cx:pt idx="53346">59.350000000000001</cx:pt>
          <cx:pt idx="53347">55.979999999999997</cx:pt>
          <cx:pt idx="53348">69.560000000000002</cx:pt>
          <cx:pt idx="53349">47.149999999999999</cx:pt>
          <cx:pt idx="53350">51.479999999999997</cx:pt>
          <cx:pt idx="53351">19.190000000000001</cx:pt>
          <cx:pt idx="53352">111.95999999999999</cx:pt>
          <cx:pt idx="53353">223.91999999999999</cx:pt>
          <cx:pt idx="53354">114.95999999999999</cx:pt>
          <cx:pt idx="53355">114.95</cx:pt>
          <cx:pt idx="53356">572.78999999999996</cx:pt>
          <cx:pt idx="53357">69.969999999999999</cx:pt>
          <cx:pt idx="53358">92.969999999999999</cx:pt>
          <cx:pt idx="53359">48.289999999999999</cx:pt>
          <cx:pt idx="53360">319.88</cx:pt>
          <cx:pt idx="53361">263.95999999999998</cx:pt>
          <cx:pt idx="53362">31.489999999999998</cx:pt>
          <cx:pt idx="53363">56.969999999999999</cx:pt>
          <cx:pt idx="53364">68.969999999999999</cx:pt>
          <cx:pt idx="53365">29.489999999999998</cx:pt>
          <cx:pt idx="53366">53.82</cx:pt>
          <cx:pt idx="53367">48.479999999999997</cx:pt>
          <cx:pt idx="53368">129.97</cx:pt>
          <cx:pt idx="53369">47.479999999999997</cx:pt>
          <cx:pt idx="53370">56.969999999999999</cx:pt>
          <cx:pt idx="53371">89.980000000000004</cx:pt>
          <cx:pt idx="53372">47.149999999999999</cx:pt>
          <cx:pt idx="53373">74.969999999999999</cx:pt>
          <cx:pt idx="53374">12.289999999999999</cx:pt>
          <cx:pt idx="53375">29.379999999999999</cx:pt>
          <cx:pt idx="53376">67.459999999999994</cx:pt>
          <cx:pt idx="53377">55.979999999999997</cx:pt>
          <cx:pt idx="53378">58.969999999999999</cx:pt>
          <cx:pt idx="53379">92.969999999999999</cx:pt>
          <cx:pt idx="53380">123.95999999999999</cx:pt>
          <cx:pt idx="53381">80.980000000000004</cx:pt>
          <cx:pt idx="53382">40.490000000000002</cx:pt>
          <cx:pt idx="53383">63.979999999999997</cx:pt>
          <cx:pt idx="53384">31.48</cx:pt>
          <cx:pt idx="53385">64.980000000000004</cx:pt>
          <cx:pt idx="53386">64.989999999999995</cx:pt>
          <cx:pt idx="53387">79.760000000000005</cx:pt>
          <cx:pt idx="53388">319.94999999999999</cx:pt>
          <cx:pt idx="53389">92.969999999999999</cx:pt>
          <cx:pt idx="53390">58.969999999999999</cx:pt>
          <cx:pt idx="53391">89.969999999999999</cx:pt>
          <cx:pt idx="53392">55.969999999999999</cx:pt>
          <cx:pt idx="53393">53.979999999999997</cx:pt>
          <cx:pt idx="53394">162.84999999999999</cx:pt>
          <cx:pt idx="53395">92.980000000000004</cx:pt>
          <cx:pt idx="53396">50.380000000000003</cx:pt>
          <cx:pt idx="53397">32.490000000000002</cx:pt>
          <cx:pt idx="53398">161.94</cx:pt>
          <cx:pt idx="53399">55.780000000000001</cx:pt>
          <cx:pt idx="53400">55.979999999999997</cx:pt>
          <cx:pt idx="53401">50.280000000000001</cx:pt>
          <cx:pt idx="53402">78.969999999999999</cx:pt>
          <cx:pt idx="53403">38.469999999999999</cx:pt>
          <cx:pt idx="53404">49.159999999999997</cx:pt>
          <cx:pt idx="53405">155.47</cx:pt>
          <cx:pt idx="53406">29.489999999999998</cx:pt>
          <cx:pt idx="53407">17.239999999999998</cx:pt>
          <cx:pt idx="53408">129.94999999999999</cx:pt>
          <cx:pt idx="53409">68.969999999999999</cx:pt>
          <cx:pt idx="53410">61.979999999999997</cx:pt>
          <cx:pt idx="53411">111.95999999999999</cx:pt>
          <cx:pt idx="53412">77.969999999999999</cx:pt>
          <cx:pt idx="53413">62.979999999999997</cx:pt>
          <cx:pt idx="53414">395.92000000000002</cx:pt>
          <cx:pt idx="53415">207.91999999999999</cx:pt>
          <cx:pt idx="53416">69.989999999999995</cx:pt>
          <cx:pt idx="53417">115.95999999999999</cx:pt>
          <cx:pt idx="53418">31.489999999999998</cx:pt>
          <cx:pt idx="53419">145.71000000000001</cx:pt>
          <cx:pt idx="53420">104.97</cx:pt>
          <cx:pt idx="53421">118.95</cx:pt>
          <cx:pt idx="53422">61.979999999999997</cx:pt>
          <cx:pt idx="53423">92.969999999999999</cx:pt>
          <cx:pt idx="53424">65.980000000000004</cx:pt>
          <cx:pt idx="53425">76.209999999999994</cx:pt>
          <cx:pt idx="53426">121.94</cx:pt>
          <cx:pt idx="53427">56.969999999999999</cx:pt>
          <cx:pt idx="53428">55.979999999999997</cx:pt>
          <cx:pt idx="53429">100.98</cx:pt>
          <cx:pt idx="53430">59.979999999999997</cx:pt>
          <cx:pt idx="53431">99.980000000000004</cx:pt>
          <cx:pt idx="53432">106.97</cx:pt>
          <cx:pt idx="53433">63.969999999999999</cx:pt>
          <cx:pt idx="53434">289.94999999999999</cx:pt>
          <cx:pt idx="53435">91.969999999999999</cx:pt>
          <cx:pt idx="53436">99.980000000000004</cx:pt>
          <cx:pt idx="53437">167.94</cx:pt>
          <cx:pt idx="53438">61.979999999999997</cx:pt>
          <cx:pt idx="53439">60.979999999999997</cx:pt>
          <cx:pt idx="53440">50.979999999999997</cx:pt>
          <cx:pt idx="53441">98.969999999999999</cx:pt>
          <cx:pt idx="53442">100.97</cx:pt>
          <cx:pt idx="53443">64.090000000000003</cx:pt>
          <cx:pt idx="53444">324.95999999999998</cx:pt>
          <cx:pt idx="53445">88.969999999999999</cx:pt>
          <cx:pt idx="53446">63.960000000000001</cx:pt>
          <cx:pt idx="53447">65.980000000000004</cx:pt>
          <cx:pt idx="53448">106.98</cx:pt>
          <cx:pt idx="53449">123.95999999999999</cx:pt>
          <cx:pt idx="53450">64.670000000000002</cx:pt>
          <cx:pt idx="53451">138.97</cx:pt>
          <cx:pt idx="53452">99.969999999999999</cx:pt>
          <cx:pt idx="53453">83.969999999999999</cx:pt>
          <cx:pt idx="53454">126.95999999999999</cx:pt>
          <cx:pt idx="53455">99.980000000000004</cx:pt>
          <cx:pt idx="53456">329.88999999999999</cx:pt>
          <cx:pt idx="53457">50.280000000000001</cx:pt>
          <cx:pt idx="53458">94.959999999999994</cx:pt>
          <cx:pt idx="53459">59.979999999999997</cx:pt>
          <cx:pt idx="53460">104.68000000000001</cx:pt>
          <cx:pt idx="53461">85.890000000000001</cx:pt>
          <cx:pt idx="53462">91.959999999999994</cx:pt>
          <cx:pt idx="53463">29.25</cx:pt>
          <cx:pt idx="53464">62.469999999999999</cx:pt>
          <cx:pt idx="53465">125.86</cx:pt>
          <cx:pt idx="53466">57.579999999999998</cx:pt>
          <cx:pt idx="53467">61.689999999999998</cx:pt>
          <cx:pt idx="53468">111.27</cx:pt>
          <cx:pt idx="53469">19.489999999999998</cx:pt>
          <cx:pt idx="53470">71.239999999999995</cx:pt>
          <cx:pt idx="53471">59.960000000000001</cx:pt>
          <cx:pt idx="53472">89.969999999999999</cx:pt>
          <cx:pt idx="53473">50.979999999999997</cx:pt>
          <cx:pt idx="53474">15.99</cx:pt>
          <cx:pt idx="53475">24.489999999999998</cx:pt>
          <cx:pt idx="53476">62.990000000000002</cx:pt>
          <cx:pt idx="53477">82.260000000000005</cx:pt>
          <cx:pt idx="53478">143.94</cx:pt>
          <cx:pt idx="53479">71.969999999999999</cx:pt>
          <cx:pt idx="53480">110.98</cx:pt>
          <cx:pt idx="53481">66.25</cx:pt>
          <cx:pt idx="53482">41.289999999999999</cx:pt>
          <cx:pt idx="53483">51.979999999999997</cx:pt>
          <cx:pt idx="53484">47.479999999999997</cx:pt>
          <cx:pt idx="53485">207.91999999999999</cx:pt>
          <cx:pt idx="53486">65.670000000000002</cx:pt>
          <cx:pt idx="53487">79.989999999999995</cx:pt>
          <cx:pt idx="53488">51.960000000000001</cx:pt>
          <cx:pt idx="53489">53.979999999999997</cx:pt>
          <cx:pt idx="53490">89.980000000000004</cx:pt>
          <cx:pt idx="53491">55.979999999999997</cx:pt>
          <cx:pt idx="53492">20.739999999999998</cx:pt>
          <cx:pt idx="53493">84.989999999999995</cx:pt>
          <cx:pt idx="53494">79.980000000000004</cx:pt>
          <cx:pt idx="53495">66.530000000000001</cx:pt>
          <cx:pt idx="53496">122.95</cx:pt>
          <cx:pt idx="53497">53.979999999999997</cx:pt>
          <cx:pt idx="53498">19.280000000000001</cx:pt>
          <cx:pt idx="53499">119.97</cx:pt>
          <cx:pt idx="53500">47.479999999999997</cx:pt>
          <cx:pt idx="53501">50.969999999999999</cx:pt>
          <cx:pt idx="53502">-29.489999999999998</cx:pt>
          <cx:pt idx="53503">-49.479999999999997</cx:pt>
          <cx:pt idx="53504">112.95999999999999</cx:pt>
          <cx:pt idx="53505">128.97999999999999</cx:pt>
          <cx:pt idx="53506">63.979999999999997</cx:pt>
          <cx:pt idx="53507">59.979999999999997</cx:pt>
          <cx:pt idx="53508">128.97</cx:pt>
          <cx:pt idx="53509">129.94999999999999</cx:pt>
          <cx:pt idx="53510">-96.739999999999995</cx:pt>
          <cx:pt idx="53511">94.969999999999999</cx:pt>
          <cx:pt idx="53512">56.979999999999997</cx:pt>
          <cx:pt idx="53513">53.969999999999999</cx:pt>
          <cx:pt idx="53514">-43.960000000000001</cx:pt>
          <cx:pt idx="53515">66.980000000000004</cx:pt>
          <cx:pt idx="53516">55.969999999999999</cx:pt>
          <cx:pt idx="53517">-58.979999999999997</cx:pt>
          <cx:pt idx="53518">32.630000000000003</cx:pt>
          <cx:pt idx="53519">90.870000000000005</cx:pt>
          <cx:pt idx="53520">21.280000000000001</cx:pt>
          <cx:pt idx="53521">30.989999999999998</cx:pt>
          <cx:pt idx="53522">79.810000000000002</cx:pt>
          <cx:pt idx="53523">81.950000000000003</cx:pt>
          <cx:pt idx="53524">154.94999999999999</cx:pt>
          <cx:pt idx="53525">127.47</cx:pt>
          <cx:pt idx="53526">76.480000000000004</cx:pt>
          <cx:pt idx="53527">79.989999999999995</cx:pt>
          <cx:pt idx="53528">182.94</cx:pt>
          <cx:pt idx="53529">87.939999999999998</cx:pt>
          <cx:pt idx="53530">61.659999999999997</cx:pt>
          <cx:pt idx="53531">107.8</cx:pt>
          <cx:pt idx="53532">59.950000000000003</cx:pt>
          <cx:pt idx="53533">51.979999999999997</cx:pt>
          <cx:pt idx="53534">92.969999999999999</cx:pt>
          <cx:pt idx="53535">31.289999999999999</cx:pt>
          <cx:pt idx="53536">50.469999999999999</cx:pt>
          <cx:pt idx="53537">42.700000000000003</cx:pt>
          <cx:pt idx="53538">46.479999999999997</cx:pt>
          <cx:pt idx="53539">104.95</cx:pt>
          <cx:pt idx="53540">59.979999999999997</cx:pt>
          <cx:pt idx="53541">72.579999999999998</cx:pt>
          <cx:pt idx="53542">82.959999999999994</cx:pt>
          <cx:pt idx="53543">29.489999999999998</cx:pt>
          <cx:pt idx="53544">91.959999999999994</cx:pt>
          <cx:pt idx="53545">24.890000000000001</cx:pt>
          <cx:pt idx="53546">99.980000000000004</cx:pt>
          <cx:pt idx="53547">114.95999999999999</cx:pt>
          <cx:pt idx="53548">22.48</cx:pt>
          <cx:pt idx="53549">65.989999999999995</cx:pt>
          <cx:pt idx="53550">155.43000000000001</cx:pt>
          <cx:pt idx="53551">70.159999999999997</cx:pt>
          <cx:pt idx="53552">102.95999999999999</cx:pt>
          <cx:pt idx="53553">65.980000000000004</cx:pt>
          <cx:pt idx="53554">80.980000000000004</cx:pt>
          <cx:pt idx="53555">55.979999999999997</cx:pt>
          <cx:pt idx="53556">224.88999999999999</cx:pt>
          <cx:pt idx="53557">29.48</cx:pt>
          <cx:pt idx="53558">55.979999999999997</cx:pt>
          <cx:pt idx="53559">92.969999999999999</cx:pt>
          <cx:pt idx="53560">258.25</cx:pt>
          <cx:pt idx="53561">63.960000000000001</cx:pt>
          <cx:pt idx="53562">76.489999999999995</cx:pt>
          <cx:pt idx="53563">61.979999999999997</cx:pt>
          <cx:pt idx="53564">77.420000000000002</cx:pt>
          <cx:pt idx="53565">55.979999999999997</cx:pt>
          <cx:pt idx="53566">35.299999999999997</cx:pt>
          <cx:pt idx="53567">46.289999999999999</cx:pt>
          <cx:pt idx="53568">15.99</cx:pt>
          <cx:pt idx="53569">61.979999999999997</cx:pt>
          <cx:pt idx="53570">55.380000000000003</cx:pt>
          <cx:pt idx="53571">99.980000000000004</cx:pt>
          <cx:pt idx="53572">26.489999999999998</cx:pt>
          <cx:pt idx="53573">95.959999999999994</cx:pt>
          <cx:pt idx="53574">55.969999999999999</cx:pt>
          <cx:pt idx="53575">83.959999999999994</cx:pt>
          <cx:pt idx="53576">119.90000000000001</cx:pt>
          <cx:pt idx="53577">41.090000000000003</cx:pt>
          <cx:pt idx="53578">169.97999999999999</cx:pt>
          <cx:pt idx="53579">86.950000000000003</cx:pt>
          <cx:pt idx="53580">25.48</cx:pt>
          <cx:pt idx="53581">19.489999999999998</cx:pt>
          <cx:pt idx="53582">105.98</cx:pt>
          <cx:pt idx="53583">89.969999999999999</cx:pt>
          <cx:pt idx="53584">46.490000000000002</cx:pt>
          <cx:pt idx="53585">90.689999999999998</cx:pt>
          <cx:pt idx="53586">73.480000000000004</cx:pt>
          <cx:pt idx="53587">136.46000000000001</cx:pt>
          <cx:pt idx="53588">168.47</cx:pt>
          <cx:pt idx="53589">166.25</cx:pt>
          <cx:pt idx="53590">74.980000000000004</cx:pt>
          <cx:pt idx="53591">87.049999999999997</cx:pt>
          <cx:pt idx="53592">169.97999999999999</cx:pt>
          <cx:pt idx="53593">112.47</cx:pt>
          <cx:pt idx="53594">125.8</cx:pt>
          <cx:pt idx="53595">615.84000000000003</cx:pt>
          <cx:pt idx="53596">50.689999999999998</cx:pt>
          <cx:pt idx="53597">13.289999999999999</cx:pt>
          <cx:pt idx="53598">64.090000000000003</cx:pt>
          <cx:pt idx="53599">119.95999999999999</cx:pt>
          <cx:pt idx="53600">61.979999999999997</cx:pt>
          <cx:pt idx="53601">64.950000000000003</cx:pt>
          <cx:pt idx="53602">95.959999999999994</cx:pt>
          <cx:pt idx="53603">114.95999999999999</cx:pt>
          <cx:pt idx="53604">55.960000000000001</cx:pt>
          <cx:pt idx="53605">114.38</cx:pt>
          <cx:pt idx="53606">59.979999999999997</cx:pt>
          <cx:pt idx="53607">7.4900000000000002</cx:pt>
          <cx:pt idx="53608">42.299999999999997</cx:pt>
          <cx:pt idx="53609">54.990000000000002</cx:pt>
          <cx:pt idx="53610">168.75</cx:pt>
          <cx:pt idx="53611">68.989999999999995</cx:pt>
          <cx:pt idx="53612">54.990000000000002</cx:pt>
          <cx:pt idx="53613">31.48</cx:pt>
          <cx:pt idx="53614">128.56999999999999</cx:pt>
          <cx:pt idx="53615">163.46000000000001</cx:pt>
          <cx:pt idx="53616">55.979999999999997</cx:pt>
          <cx:pt idx="53617">92.969999999999999</cx:pt>
          <cx:pt idx="53618">61.979999999999997</cx:pt>
          <cx:pt idx="53619">51.979999999999997</cx:pt>
          <cx:pt idx="53620">93.950000000000003</cx:pt>
          <cx:pt idx="53621">111.95999999999999</cx:pt>
          <cx:pt idx="53622">59.950000000000003</cx:pt>
          <cx:pt idx="53623">267.89999999999998</cx:pt>
          <cx:pt idx="53624">16.489999999999998</cx:pt>
          <cx:pt idx="53625">118.98</cx:pt>
          <cx:pt idx="53626">111.95999999999999</cx:pt>
          <cx:pt idx="53627">11.49</cx:pt>
          <cx:pt idx="53628">84.989999999999995</cx:pt>
          <cx:pt idx="53629">58.979999999999997</cx:pt>
          <cx:pt idx="53630">84.980000000000004</cx:pt>
          <cx:pt idx="53631">55.960000000000001</cx:pt>
          <cx:pt idx="53632">80.969999999999999</cx:pt>
          <cx:pt idx="53633">61.979999999999997</cx:pt>
          <cx:pt idx="53634">184.59</cx:pt>
          <cx:pt idx="53635">114.95999999999999</cx:pt>
          <cx:pt idx="53636">137.91</cx:pt>
          <cx:pt idx="53637">174.55000000000001</cx:pt>
          <cx:pt idx="53638">119.95999999999999</cx:pt>
          <cx:pt idx="53639">79.980000000000004</cx:pt>
          <cx:pt idx="53640">61.979999999999997</cx:pt>
          <cx:pt idx="53641">19.489999999999998</cx:pt>
          <cx:pt idx="53642">116.95999999999999</cx:pt>
          <cx:pt idx="53643">51.979999999999997</cx:pt>
          <cx:pt idx="53644">52.969999999999999</cx:pt>
          <cx:pt idx="53645">25.34</cx:pt>
          <cx:pt idx="53646">79.969999999999999</cx:pt>
          <cx:pt idx="53647">106.67</cx:pt>
          <cx:pt idx="53648">53.979999999999997</cx:pt>
          <cx:pt idx="53649">47.479999999999997</cx:pt>
          <cx:pt idx="53650">23.48</cx:pt>
          <cx:pt idx="53651">64.969999999999999</cx:pt>
          <cx:pt idx="53652">85.469999999999999</cx:pt>
          <cx:pt idx="53653">54.979999999999997</cx:pt>
          <cx:pt idx="53654">103.95999999999999</cx:pt>
          <cx:pt idx="53655">92.969999999999999</cx:pt>
          <cx:pt idx="53656">56.979999999999997</cx:pt>
          <cx:pt idx="53657">132.03999999999999</cx:pt>
          <cx:pt idx="53658">65.989999999999995</cx:pt>
          <cx:pt idx="53659">67.780000000000001</cx:pt>
          <cx:pt idx="53660">55.979999999999997</cx:pt>
          <cx:pt idx="53661">178.44</cx:pt>
          <cx:pt idx="53662">96.969999999999999</cx:pt>
          <cx:pt idx="53663">25.989999999999998</cx:pt>
          <cx:pt idx="53664">105.95999999999999</cx:pt>
          <cx:pt idx="53665">103.95999999999999</cx:pt>
          <cx:pt idx="53666">28.289999999999999</cx:pt>
          <cx:pt idx="53667">89.969999999999999</cx:pt>
          <cx:pt idx="53668">61.979999999999997</cx:pt>
          <cx:pt idx="53669">79.989999999999995</cx:pt>
          <cx:pt idx="53670">96.969999999999999</cx:pt>
          <cx:pt idx="53671">289.44</cx:pt>
          <cx:pt idx="53672">17.289999999999999</cx:pt>
          <cx:pt idx="53673">122.16</cx:pt>
          <cx:pt idx="53674">67.819999999999993</cx:pt>
          <cx:pt idx="53675">59.950000000000003</cx:pt>
          <cx:pt idx="53676">61.979999999999997</cx:pt>
          <cx:pt idx="53677">107.63</cx:pt>
          <cx:pt idx="53678">59.979999999999997</cx:pt>
          <cx:pt idx="53679">154.66999999999999</cx:pt>
          <cx:pt idx="53680">71.290000000000006</cx:pt>
          <cx:pt idx="53681">187.49000000000001</cx:pt>
          <cx:pt idx="53682">52.68</cx:pt>
          <cx:pt idx="53683">31.280000000000001</cx:pt>
          <cx:pt idx="53684">84.959999999999994</cx:pt>
          <cx:pt idx="53685">91.909999999999997</cx:pt>
          <cx:pt idx="53686">83.969999999999999</cx:pt>
          <cx:pt idx="53687">111.95999999999999</cx:pt>
          <cx:pt idx="53688">167.58000000000001</cx:pt>
          <cx:pt idx="53689">108.86</cx:pt>
          <cx:pt idx="53690">73.480000000000004</cx:pt>
          <cx:pt idx="53691">41.469999999999999</cx:pt>
          <cx:pt idx="53692">81.879999999999995</cx:pt>
          <cx:pt idx="53693">90.469999999999999</cx:pt>
          <cx:pt idx="53694">80.969999999999999</cx:pt>
          <cx:pt idx="53695">61.979999999999997</cx:pt>
          <cx:pt idx="53696">59.240000000000002</cx:pt>
          <cx:pt idx="53697">92.969999999999999</cx:pt>
          <cx:pt idx="53698">83.969999999999999</cx:pt>
          <cx:pt idx="53699">59.979999999999997</cx:pt>
          <cx:pt idx="53700">99.189999999999998</cx:pt>
          <cx:pt idx="53701">29.489999999999998</cx:pt>
          <cx:pt idx="53702">32.289999999999999</cx:pt>
          <cx:pt idx="53703">101.97</cx:pt>
          <cx:pt idx="53704">59.979999999999997</cx:pt>
          <cx:pt idx="53705">59.979999999999997</cx:pt>
          <cx:pt idx="53706">59.969999999999999</cx:pt>
          <cx:pt idx="53707">111.95999999999999</cx:pt>
          <cx:pt idx="53708">139.97</cx:pt>
          <cx:pt idx="53709">92.969999999999999</cx:pt>
          <cx:pt idx="53710">0</cx:pt>
          <cx:pt idx="53711">53.979999999999997</cx:pt>
          <cx:pt idx="53712">86.969999999999999</cx:pt>
          <cx:pt idx="53713">54.579999999999998</cx:pt>
          <cx:pt idx="53714">16.489999999999998</cx:pt>
          <cx:pt idx="53715">36.280000000000001</cx:pt>
          <cx:pt idx="53716">63.950000000000003</cx:pt>
          <cx:pt idx="53717">86.060000000000002</cx:pt>
          <cx:pt idx="53718">46.490000000000002</cx:pt>
          <cx:pt idx="53719">49.380000000000003</cx:pt>
          <cx:pt idx="53720">251.90000000000001</cx:pt>
          <cx:pt idx="53721">156.94</cx:pt>
          <cx:pt idx="53722">53.969999999999999</cx:pt>
          <cx:pt idx="53723">33.829999999999998</cx:pt>
          <cx:pt idx="53724">77.969999999999999</cx:pt>
          <cx:pt idx="53725">55.979999999999997</cx:pt>
          <cx:pt idx="53726">59.979999999999997</cx:pt>
          <cx:pt idx="53727">99.989999999999995</cx:pt>
          <cx:pt idx="53728">64.150000000000006</cx:pt>
          <cx:pt idx="53729">362.93000000000001</cx:pt>
          <cx:pt idx="53730">251.91</cx:pt>
          <cx:pt idx="53731">87.099999999999994</cx:pt>
          <cx:pt idx="53732">61.979999999999997</cx:pt>
          <cx:pt idx="53733">88.969999999999999</cx:pt>
          <cx:pt idx="53734">103.98</cx:pt>
          <cx:pt idx="53735">-48.380000000000003</cx:pt>
          <cx:pt idx="53736">58.979999999999997</cx:pt>
          <cx:pt idx="53737">52.969999999999999</cx:pt>
          <cx:pt idx="53738">86.459999999999994</cx:pt>
          <cx:pt idx="53739">119.95</cx:pt>
          <cx:pt idx="53740">84.989999999999995</cx:pt>
          <cx:pt idx="53741">155.97</cx:pt>
          <cx:pt idx="53742">62.969999999999999</cx:pt>
          <cx:pt idx="53743">137.94999999999999</cx:pt>
          <cx:pt idx="53744">51.979999999999997</cx:pt>
          <cx:pt idx="53745">46.090000000000003</cx:pt>
          <cx:pt idx="53746">111.94</cx:pt>
          <cx:pt idx="53747">32.490000000000002</cx:pt>
          <cx:pt idx="53748">136.46000000000001</cx:pt>
          <cx:pt idx="53749">49.990000000000002</cx:pt>
          <cx:pt idx="53750">55.960000000000001</cx:pt>
          <cx:pt idx="53751">88.859999999999999</cx:pt>
          <cx:pt idx="53752">73.959999999999994</cx:pt>
          <cx:pt idx="53753">117.95999999999999</cx:pt>
          <cx:pt idx="53754">49.280000000000001</cx:pt>
          <cx:pt idx="53755">64.980000000000004</cx:pt>
          <cx:pt idx="53756">55.979999999999997</cx:pt>
          <cx:pt idx="53757">170.94</cx:pt>
          <cx:pt idx="53758">86.170000000000002</cx:pt>
          <cx:pt idx="53759">50.969999999999999</cx:pt>
          <cx:pt idx="53760">39.990000000000002</cx:pt>
          <cx:pt idx="53761">53.979999999999997</cx:pt>
          <cx:pt idx="53762">50.969999999999999</cx:pt>
          <cx:pt idx="53763">55.979999999999997</cx:pt>
          <cx:pt idx="53764">103.37</cx:pt>
          <cx:pt idx="53765">83.480000000000004</cx:pt>
          <cx:pt idx="53766">150.11000000000001</cx:pt>
          <cx:pt idx="53767">14.5</cx:pt>
          <cx:pt idx="53768">146.96000000000001</cx:pt>
          <cx:pt idx="53769">89.969999999999999</cx:pt>
          <cx:pt idx="53770">34.990000000000002</cx:pt>
          <cx:pt idx="53771">105.98</cx:pt>
          <cx:pt idx="53772">53.979999999999997</cx:pt>
          <cx:pt idx="53773">31.489999999999998</cx:pt>
          <cx:pt idx="53774">52.159999999999997</cx:pt>
          <cx:pt idx="53775">51.979999999999997</cx:pt>
          <cx:pt idx="53776">135.97</cx:pt>
          <cx:pt idx="53777">29.48</cx:pt>
          <cx:pt idx="53778">83.670000000000002</cx:pt>
          <cx:pt idx="53779">107.64</cx:pt>
          <cx:pt idx="53780">68.959999999999994</cx:pt>
          <cx:pt idx="53781">55.979999999999997</cx:pt>
          <cx:pt idx="53782">84.989999999999995</cx:pt>
          <cx:pt idx="53783">79.810000000000002</cx:pt>
          <cx:pt idx="53784">129.96000000000001</cx:pt>
          <cx:pt idx="53785">68.170000000000002</cx:pt>
          <cx:pt idx="53786">59.950000000000003</cx:pt>
          <cx:pt idx="53787">62.469999999999999</cx:pt>
          <cx:pt idx="53788">169.97999999999999</cx:pt>
          <cx:pt idx="53789">108.88</cx:pt>
          <cx:pt idx="53790">55.979999999999997</cx:pt>
          <cx:pt idx="53791">155.94</cx:pt>
          <cx:pt idx="53792">97.969999999999999</cx:pt>
          <cx:pt idx="53793">95.959999999999994</cx:pt>
          <cx:pt idx="53794">113.94</cx:pt>
          <cx:pt idx="53795">47.979999999999997</cx:pt>
          <cx:pt idx="53796">64.969999999999999</cx:pt>
          <cx:pt idx="53797">79.579999999999998</cx:pt>
          <cx:pt idx="53798">55.979999999999997</cx:pt>
          <cx:pt idx="53799">175.91</cx:pt>
          <cx:pt idx="53800">84.980000000000004</cx:pt>
          <cx:pt idx="53801">33.350000000000001</cx:pt>
          <cx:pt idx="53802">110.95999999999999</cx:pt>
          <cx:pt idx="53803">29.280000000000001</cx:pt>
          <cx:pt idx="53804">50.979999999999997</cx:pt>
          <cx:pt idx="53805">53.979999999999997</cx:pt>
          <cx:pt idx="53806">37.280000000000001</cx:pt>
          <cx:pt idx="53807">59.369999999999997</cx:pt>
          <cx:pt idx="53808">77.969999999999999</cx:pt>
          <cx:pt idx="53809">129.90000000000001</cx:pt>
          <cx:pt idx="53810">55.979999999999997</cx:pt>
          <cx:pt idx="53811">66.969999999999999</cx:pt>
          <cx:pt idx="53812">55.960000000000001</cx:pt>
          <cx:pt idx="53813">119.98</cx:pt>
          <cx:pt idx="53814">133.15000000000001</cx:pt>
          <cx:pt idx="53815">54.979999999999997</cx:pt>
          <cx:pt idx="53816">124.06</cx:pt>
          <cx:pt idx="53817">169.97999999999999</cx:pt>
          <cx:pt idx="53818">59.979999999999997</cx:pt>
          <cx:pt idx="53819">79.849999999999994</cx:pt>
          <cx:pt idx="53820">55.969999999999999</cx:pt>
          <cx:pt idx="53821">100.26000000000001</cx:pt>
          <cx:pt idx="53822">16.289999999999999</cx:pt>
          <cx:pt idx="53823">119.95999999999999</cx:pt>
          <cx:pt idx="53824">59.979999999999997</cx:pt>
          <cx:pt idx="53825">89.969999999999999</cx:pt>
          <cx:pt idx="53826">107.94</cx:pt>
          <cx:pt idx="53827">60.979999999999997</cx:pt>
          <cx:pt idx="53828">185.94</cx:pt>
          <cx:pt idx="53829">-5.9900000000000002</cx:pt>
          <cx:pt idx="53830">55.979999999999997</cx:pt>
          <cx:pt idx="53831">85.969999999999999</cx:pt>
          <cx:pt idx="53832">129.94999999999999</cx:pt>
          <cx:pt idx="53833">87.560000000000002</cx:pt>
          <cx:pt idx="53834">55.979999999999997</cx:pt>
          <cx:pt idx="53835">-0.5</cx:pt>
          <cx:pt idx="53836">79.959999999999994</cx:pt>
          <cx:pt idx="53837">48.780000000000001</cx:pt>
          <cx:pt idx="53838">59.979999999999997</cx:pt>
          <cx:pt idx="53839">92.969999999999999</cx:pt>
          <cx:pt idx="53840">75.379999999999995</cx:pt>
          <cx:pt idx="53841">29.489999999999998</cx:pt>
          <cx:pt idx="53842">65.969999999999999</cx:pt>
          <cx:pt idx="53843">65.989999999999995</cx:pt>
          <cx:pt idx="53844">163.94</cx:pt>
          <cx:pt idx="53845">20.289999999999999</cx:pt>
          <cx:pt idx="53846">80.959999999999994</cx:pt>
          <cx:pt idx="53847">19.489999999999998</cx:pt>
          <cx:pt idx="53848">147.93000000000001</cx:pt>
          <cx:pt idx="53849">46.270000000000003</cx:pt>
          <cx:pt idx="53850">83.969999999999999</cx:pt>
          <cx:pt idx="53851">41.490000000000002</cx:pt>
          <cx:pt idx="53852">59.240000000000002</cx:pt>
          <cx:pt idx="53853">72.560000000000002</cx:pt>
          <cx:pt idx="53854">99.980000000000004</cx:pt>
          <cx:pt idx="53855">175.94</cx:pt>
          <cx:pt idx="53856">199.88999999999999</cx:pt>
          <cx:pt idx="53857">101.45999999999999</cx:pt>
          <cx:pt idx="53858">11.09</cx:pt>
          <cx:pt idx="53859">74.980000000000004</cx:pt>
          <cx:pt idx="53860">55.979999999999997</cx:pt>
          <cx:pt idx="53861">54.990000000000002</cx:pt>
          <cx:pt idx="53862">37.280000000000001</cx:pt>
          <cx:pt idx="53863">177.97</cx:pt>
          <cx:pt idx="53864">77.969999999999999</cx:pt>
          <cx:pt idx="53865">101.95999999999999</cx:pt>
          <cx:pt idx="53866">32.289999999999999</cx:pt>
          <cx:pt idx="53867">83.969999999999999</cx:pt>
          <cx:pt idx="53868">58.979999999999997</cx:pt>
          <cx:pt idx="53869">77.969999999999999</cx:pt>
          <cx:pt idx="53870">55.979999999999997</cx:pt>
          <cx:pt idx="53871">25.390000000000001</cx:pt>
          <cx:pt idx="53872">49.969999999999999</cx:pt>
          <cx:pt idx="53873">233.91</cx:pt>
          <cx:pt idx="53874">20.289999999999999</cx:pt>
          <cx:pt idx="53875">73.480000000000004</cx:pt>
          <cx:pt idx="53876">159.97</cx:pt>
          <cx:pt idx="53877">15.289999999999999</cx:pt>
          <cx:pt idx="53878">213.44</cx:pt>
          <cx:pt idx="53879">55.390000000000001</cx:pt>
          <cx:pt idx="53880">55.969999999999999</cx:pt>
          <cx:pt idx="53881">55.979999999999997</cx:pt>
          <cx:pt idx="53882">121.45999999999999</cx:pt>
          <cx:pt idx="53883">18.98</cx:pt>
          <cx:pt idx="53884">53.979999999999997</cx:pt>
          <cx:pt idx="53885">193.11000000000001</cx:pt>
          <cx:pt idx="53886">52.479999999999997</cx:pt>
          <cx:pt idx="53887">61.979999999999997</cx:pt>
          <cx:pt idx="53888">79.989999999999995</cx:pt>
          <cx:pt idx="53889">79.849999999999994</cx:pt>
          <cx:pt idx="53890">32.490000000000002</cx:pt>
          <cx:pt idx="53891">61.979999999999997</cx:pt>
          <cx:pt idx="53892">61.979999999999997</cx:pt>
          <cx:pt idx="53893">76.469999999999999</cx:pt>
          <cx:pt idx="53894">53.969999999999999</cx:pt>
          <cx:pt idx="53895">49.990000000000002</cx:pt>
          <cx:pt idx="53896">169.97999999999999</cx:pt>
          <cx:pt idx="53897">55.979999999999997</cx:pt>
          <cx:pt idx="53898">102.79000000000001</cx:pt>
          <cx:pt idx="53899">31.280000000000001</cx:pt>
          <cx:pt idx="53900">55.479999999999997</cx:pt>
          <cx:pt idx="53901">41.289999999999999</cx:pt>
          <cx:pt idx="53902">59.979999999999997</cx:pt>
          <cx:pt idx="53903">59.960000000000001</cx:pt>
          <cx:pt idx="53904">59.990000000000002</cx:pt>
          <cx:pt idx="53905">61.979999999999997</cx:pt>
          <cx:pt idx="53906">107.95999999999999</cx:pt>
          <cx:pt idx="53907">85.469999999999999</cx:pt>
          <cx:pt idx="53908">111.95999999999999</cx:pt>
          <cx:pt idx="53909">79.989999999999995</cx:pt>
          <cx:pt idx="53910">54.990000000000002</cx:pt>
          <cx:pt idx="53911">18.989999999999998</cx:pt>
          <cx:pt idx="53912">23.98</cx:pt>
          <cx:pt idx="53913">30.48</cx:pt>
          <cx:pt idx="53914">27.489999999999998</cx:pt>
          <cx:pt idx="53915">61.979999999999997</cx:pt>
          <cx:pt idx="53916">84.980000000000004</cx:pt>
          <cx:pt idx="53917">24.489999999999998</cx:pt>
          <cx:pt idx="53918">29.489999999999998</cx:pt>
          <cx:pt idx="53919">17.489999999999998</cx:pt>
          <cx:pt idx="53920">61.979999999999997</cx:pt>
          <cx:pt idx="53921">60.969999999999999</cx:pt>
          <cx:pt idx="53922">27.489999999999998</cx:pt>
          <cx:pt idx="53923">199.36000000000001</cx:pt>
          <cx:pt idx="53924">123.95999999999999</cx:pt>
          <cx:pt idx="53925">50.979999999999997</cx:pt>
          <cx:pt idx="53926">52.159999999999997</cx:pt>
          <cx:pt idx="53927">61.979999999999997</cx:pt>
          <cx:pt idx="53928">111.97</cx:pt>
          <cx:pt idx="53929">103.95999999999999</cx:pt>
          <cx:pt idx="53930">65.989999999999995</cx:pt>
          <cx:pt idx="53931">20.489999999999998</cx:pt>
          <cx:pt idx="53932">94.719999999999999</cx:pt>
          <cx:pt idx="53933">25.48</cx:pt>
          <cx:pt idx="53934">54.990000000000002</cx:pt>
          <cx:pt idx="53935">55.960000000000001</cx:pt>
          <cx:pt idx="53936">109.93000000000001</cx:pt>
          <cx:pt idx="53937">21.489999999999998</cx:pt>
          <cx:pt idx="53938">26.289999999999999</cx:pt>
          <cx:pt idx="53939">49.990000000000002</cx:pt>
          <cx:pt idx="53940">431.81</cx:pt>
          <cx:pt idx="53941">88.959999999999994</cx:pt>
          <cx:pt idx="53942">158.59</cx:pt>
          <cx:pt idx="53943">21.489999999999998</cx:pt>
          <cx:pt idx="53944">47.380000000000003</cx:pt>
          <cx:pt idx="53945">139.94999999999999</cx:pt>
          <cx:pt idx="53946">61.979999999999997</cx:pt>
          <cx:pt idx="53947">27.48</cx:pt>
          <cx:pt idx="53948">25.260000000000002</cx:pt>
          <cx:pt idx="53949">92.969999999999999</cx:pt>
          <cx:pt idx="53950">79.980000000000004</cx:pt>
          <cx:pt idx="53951">199.90000000000001</cx:pt>
          <cx:pt idx="53952">55.960000000000001</cx:pt>
          <cx:pt idx="53953">25.489999999999998</cx:pt>
          <cx:pt idx="53954">69.989999999999995</cx:pt>
          <cx:pt idx="53955">256.77999999999997</cx:pt>
          <cx:pt idx="53956">17.489999999999998</cx:pt>
          <cx:pt idx="53957">55.979999999999997</cx:pt>
          <cx:pt idx="53958">63.960000000000001</cx:pt>
          <cx:pt idx="53959">111.56</cx:pt>
          <cx:pt idx="53960">61.979999999999997</cx:pt>
          <cx:pt idx="53961">85.959999999999994</cx:pt>
          <cx:pt idx="53962">64.980000000000004</cx:pt>
          <cx:pt idx="53963">148.36000000000001</cx:pt>
          <cx:pt idx="53964">51.979999999999997</cx:pt>
          <cx:pt idx="53965">61.979999999999997</cx:pt>
          <cx:pt idx="53966">51.289999999999999</cx:pt>
          <cx:pt idx="53967">61.979999999999997</cx:pt>
          <cx:pt idx="53968">32.289999999999999</cx:pt>
          <cx:pt idx="53969">92.969999999999999</cx:pt>
          <cx:pt idx="53970">62.950000000000003</cx:pt>
          <cx:pt idx="53971">155.94</cx:pt>
          <cx:pt idx="53972">123.95999999999999</cx:pt>
          <cx:pt idx="53973">96.739999999999995</cx:pt>
          <cx:pt idx="53974">118.95</cx:pt>
          <cx:pt idx="53975">99.989999999999995</cx:pt>
          <cx:pt idx="53976">49.979999999999997</cx:pt>
          <cx:pt idx="53977">49.920000000000002</cx:pt>
          <cx:pt idx="53978">73.969999999999999</cx:pt>
          <cx:pt idx="53979">95.959999999999994</cx:pt>
          <cx:pt idx="53980">54.979999999999997</cx:pt>
          <cx:pt idx="53981">49.990000000000002</cx:pt>
          <cx:pt idx="53982">102.33</cx:pt>
          <cx:pt idx="53983">55.979999999999997</cx:pt>
          <cx:pt idx="53984">54.979999999999997</cx:pt>
          <cx:pt idx="53985">75.969999999999999</cx:pt>
          <cx:pt idx="53986">41.479999999999997</cx:pt>
          <cx:pt idx="53987">65.980000000000004</cx:pt>
          <cx:pt idx="53988">61.979999999999997</cx:pt>
          <cx:pt idx="53989">55.979999999999997</cx:pt>
          <cx:pt idx="53990">59.979999999999997</cx:pt>
          <cx:pt idx="53991">51.979999999999997</cx:pt>
          <cx:pt idx="53992">68.969999999999999</cx:pt>
          <cx:pt idx="53993">51.289999999999999</cx:pt>
          <cx:pt idx="53994">83.969999999999999</cx:pt>
          <cx:pt idx="53995">80.969999999999999</cx:pt>
          <cx:pt idx="53996">99.980000000000004</cx:pt>
          <cx:pt idx="53997">57.979999999999997</cx:pt>
          <cx:pt idx="53998">167.94</cx:pt>
          <cx:pt idx="53999">69.969999999999999</cx:pt>
          <cx:pt idx="54000">59.969999999999999</cx:pt>
          <cx:pt idx="54001">61.979999999999997</cx:pt>
          <cx:pt idx="54002">55.979999999999997</cx:pt>
          <cx:pt idx="54003">89.950000000000003</cx:pt>
          <cx:pt idx="54004">83.969999999999999</cx:pt>
          <cx:pt idx="54005">49.479999999999997</cx:pt>
          <cx:pt idx="54006">101.97</cx:pt>
          <cx:pt idx="54007">55.979999999999997</cx:pt>
          <cx:pt idx="54008">254.61000000000001</cx:pt>
          <cx:pt idx="54009">103.95999999999999</cx:pt>
          <cx:pt idx="54010">62.579999999999998</cx:pt>
          <cx:pt idx="54011">84.659999999999997</cx:pt>
          <cx:pt idx="54012">232.86000000000001</cx:pt>
          <cx:pt idx="54013">126.02</cx:pt>
          <cx:pt idx="54014">206.44</cx:pt>
          <cx:pt idx="54015">55.979999999999997</cx:pt>
          <cx:pt idx="54016">59.979999999999997</cx:pt>
          <cx:pt idx="54017">103.95999999999999</cx:pt>
          <cx:pt idx="54018">75.849999999999994</cx:pt>
          <cx:pt idx="54019">31.489999999999998</cx:pt>
          <cx:pt idx="54020">51.479999999999997</cx:pt>
          <cx:pt idx="54021">63.479999999999997</cx:pt>
          <cx:pt idx="54022">78.969999999999999</cx:pt>
          <cx:pt idx="54023">185.94</cx:pt>
          <cx:pt idx="54024">195.93000000000001</cx:pt>
          <cx:pt idx="54025">37.479999999999997</cx:pt>
          <cx:pt idx="54026">119.95999999999999</cx:pt>
          <cx:pt idx="54027">9.6600000000000001</cx:pt>
          <cx:pt idx="54028">68.980000000000004</cx:pt>
          <cx:pt idx="54029">81.980000000000004</cx:pt>
          <cx:pt idx="54030">49.990000000000002</cx:pt>
          <cx:pt idx="54031">53.979999999999997</cx:pt>
          <cx:pt idx="54032">31.48</cx:pt>
          <cx:pt idx="54033">94.989999999999995</cx:pt>
          <cx:pt idx="54034">59.979999999999997</cx:pt>
          <cx:pt idx="54035">89.980000000000004</cx:pt>
          <cx:pt idx="54036">27.280000000000001</cx:pt>
          <cx:pt idx="54037">75.620000000000005</cx:pt>
          <cx:pt idx="54038">58.979999999999997</cx:pt>
          <cx:pt idx="54039">155.94</cx:pt>
          <cx:pt idx="54040">78.469999999999999</cx:pt>
          <cx:pt idx="54041">57.859999999999999</cx:pt>
          <cx:pt idx="54042">79.989999999999995</cx:pt>
          <cx:pt idx="54043">247.91999999999999</cx:pt>
          <cx:pt idx="54044">69.980000000000004</cx:pt>
          <cx:pt idx="54045">87.969999999999999</cx:pt>
          <cx:pt idx="54046">114.95</cx:pt>
          <cx:pt idx="54047">139.94999999999999</cx:pt>
          <cx:pt idx="54048">21.289999999999999</cx:pt>
          <cx:pt idx="54049">49.380000000000003</cx:pt>
          <cx:pt idx="54050">94.340000000000003</cx:pt>
          <cx:pt idx="54051">59.979999999999997</cx:pt>
          <cx:pt idx="54052">69.989999999999995</cx:pt>
          <cx:pt idx="54053">69.980000000000004</cx:pt>
          <cx:pt idx="54054">53.979999999999997</cx:pt>
          <cx:pt idx="54055">215.91</cx:pt>
          <cx:pt idx="54056">65.989999999999995</cx:pt>
          <cx:pt idx="54057">83.480000000000004</cx:pt>
          <cx:pt idx="54058">32.490000000000002</cx:pt>
          <cx:pt idx="54059">309.89999999999998</cx:pt>
          <cx:pt idx="54060">55.979999999999997</cx:pt>
          <cx:pt idx="54061">50.979999999999997</cx:pt>
          <cx:pt idx="54062">153.84999999999999</cx:pt>
          <cx:pt idx="54063">83.969999999999999</cx:pt>
          <cx:pt idx="54064">20.489999999999998</cx:pt>
          <cx:pt idx="54065">149.94999999999999</cx:pt>
          <cx:pt idx="54066">55.960000000000001</cx:pt>
          <cx:pt idx="54067">21.489999999999998</cx:pt>
          <cx:pt idx="54068">19.940000000000001</cx:pt>
          <cx:pt idx="54069">94.959999999999994</cx:pt>
          <cx:pt idx="54070">179.94</cx:pt>
          <cx:pt idx="54071">74.980000000000004</cx:pt>
          <cx:pt idx="54072">91.969999999999999</cx:pt>
          <cx:pt idx="54073">64.980000000000004</cx:pt>
          <cx:pt idx="54074">134.97999999999999</cx:pt>
          <cx:pt idx="54075">32.490000000000002</cx:pt>
          <cx:pt idx="54076">55.979999999999997</cx:pt>
          <cx:pt idx="54077">59.390000000000001</cx:pt>
          <cx:pt idx="54078">239.91999999999999</cx:pt>
          <cx:pt idx="54079">106.44</cx:pt>
          <cx:pt idx="54080">92.969999999999999</cx:pt>
          <cx:pt idx="54081">62.960000000000001</cx:pt>
          <cx:pt idx="54082">84.989999999999995</cx:pt>
          <cx:pt idx="54083">73.950000000000003</cx:pt>
          <cx:pt idx="54084">28.489999999999998</cx:pt>
          <cx:pt idx="54085">59.979999999999997</cx:pt>
          <cx:pt idx="54086">58.979999999999997</cx:pt>
          <cx:pt idx="54087">156.44999999999999</cx:pt>
          <cx:pt idx="54088">92.969999999999999</cx:pt>
          <cx:pt idx="54089">66.530000000000001</cx:pt>
          <cx:pt idx="54090">60.979999999999997</cx:pt>
          <cx:pt idx="54091">48.479999999999997</cx:pt>
          <cx:pt idx="54092">99.980000000000004</cx:pt>
          <cx:pt idx="54093">92.969999999999999</cx:pt>
          <cx:pt idx="54094">220.47</cx:pt>
          <cx:pt idx="54095">51.420000000000002</cx:pt>
          <cx:pt idx="54096">79.849999999999994</cx:pt>
          <cx:pt idx="54097">84.989999999999995</cx:pt>
          <cx:pt idx="54098">119.95</cx:pt>
          <cx:pt idx="54099">29.489999999999998</cx:pt>
          <cx:pt idx="54100">53.979999999999997</cx:pt>
          <cx:pt idx="54101">95.959999999999994</cx:pt>
          <cx:pt idx="54102">55.960000000000001</cx:pt>
          <cx:pt idx="54103">68.069999999999993</cx:pt>
          <cx:pt idx="54104">63.469999999999999</cx:pt>
          <cx:pt idx="54105">84.989999999999995</cx:pt>
          <cx:pt idx="54106">83.670000000000002</cx:pt>
          <cx:pt idx="54107">59.990000000000002</cx:pt>
          <cx:pt idx="54108">54.979999999999997</cx:pt>
          <cx:pt idx="54109">53.979999999999997</cx:pt>
          <cx:pt idx="54110">68.989999999999995</cx:pt>
          <cx:pt idx="54111">55.939999999999998</cx:pt>
          <cx:pt idx="54112">99.989999999999995</cx:pt>
          <cx:pt idx="54113">75.969999999999999</cx:pt>
          <cx:pt idx="54114">56.969999999999999</cx:pt>
          <cx:pt idx="54115">119.95</cx:pt>
          <cx:pt idx="54116">110.95999999999999</cx:pt>
          <cx:pt idx="54117">123.16</cx:pt>
          <cx:pt idx="54118">17.489999999999998</cx:pt>
          <cx:pt idx="54119">-63.469999999999999</cx:pt>
          <cx:pt idx="54120">74.980000000000004</cx:pt>
          <cx:pt idx="54121">123.95999999999999</cx:pt>
          <cx:pt idx="54122">50.979999999999997</cx:pt>
          <cx:pt idx="54123">57.979999999999997</cx:pt>
          <cx:pt idx="54124">-51.979999999999997</cx:pt>
          <cx:pt idx="54125">61.979999999999997</cx:pt>
          <cx:pt idx="54126">21.289999999999999</cx:pt>
          <cx:pt idx="54127">55.979999999999997</cx:pt>
          <cx:pt idx="54128">36.259999999999998</cx:pt>
          <cx:pt idx="54129">56.969999999999999</cx:pt>
          <cx:pt idx="54130">10.49</cx:pt>
          <cx:pt idx="54131">126.98999999999999</cx:pt>
          <cx:pt idx="54132">427.38999999999999</cx:pt>
          <cx:pt idx="54133">59.960000000000001</cx:pt>
          <cx:pt idx="54134">35.530000000000001</cx:pt>
          <cx:pt idx="54135">61.979999999999997</cx:pt>
          <cx:pt idx="54136">55.979999999999997</cx:pt>
          <cx:pt idx="54137">89.269999999999996</cx:pt>
          <cx:pt idx="54138">60.329999999999998</cx:pt>
          <cx:pt idx="54139">84.989999999999995</cx:pt>
          <cx:pt idx="54140">66.280000000000001</cx:pt>
          <cx:pt idx="54141">35.049999999999997</cx:pt>
          <cx:pt idx="54142">71.980000000000004</cx:pt>
          <cx:pt idx="54143">59.960000000000001</cx:pt>
          <cx:pt idx="54144">68.989999999999995</cx:pt>
          <cx:pt idx="54145">355.00999999999999</cx:pt>
          <cx:pt idx="54146">27.489999999999998</cx:pt>
          <cx:pt idx="54147">111.95999999999999</cx:pt>
          <cx:pt idx="54148">126.06</cx:pt>
          <cx:pt idx="54149">61.979999999999997</cx:pt>
          <cx:pt idx="54150">165.94</cx:pt>
          <cx:pt idx="54151">49.590000000000003</cx:pt>
          <cx:pt idx="54152">79.980000000000004</cx:pt>
          <cx:pt idx="54153">123.95999999999999</cx:pt>
          <cx:pt idx="54154">61.979999999999997</cx:pt>
          <cx:pt idx="54155">94.980000000000004</cx:pt>
          <cx:pt idx="54156">87.969999999999999</cx:pt>
          <cx:pt idx="54157">47.479999999999997</cx:pt>
          <cx:pt idx="54158">143.94</cx:pt>
          <cx:pt idx="54159">62.979999999999997</cx:pt>
          <cx:pt idx="54160">61.979999999999997</cx:pt>
          <cx:pt idx="54161">61.979999999999997</cx:pt>
          <cx:pt idx="54162">61.979999999999997</cx:pt>
          <cx:pt idx="54163">59.990000000000002</cx:pt>
          <cx:pt idx="54164">16.489999999999998</cx:pt>
          <cx:pt idx="54165">54.990000000000002</cx:pt>
          <cx:pt idx="54166">57.960000000000001</cx:pt>
          <cx:pt idx="54167">55.979999999999997</cx:pt>
          <cx:pt idx="54168">87.079999999999998</cx:pt>
          <cx:pt idx="54169">89.969999999999999</cx:pt>
          <cx:pt idx="54170">84.969999999999999</cx:pt>
          <cx:pt idx="54171">86.980000000000004</cx:pt>
          <cx:pt idx="54172">96.780000000000001</cx:pt>
          <cx:pt idx="54173">57.950000000000003</cx:pt>
          <cx:pt idx="54174">92.959999999999994</cx:pt>
          <cx:pt idx="54175">111.95999999999999</cx:pt>
          <cx:pt idx="54176">31.48</cx:pt>
          <cx:pt idx="54177">92.969999999999999</cx:pt>
          <cx:pt idx="54178">46.490000000000002</cx:pt>
          <cx:pt idx="54179">32.490000000000002</cx:pt>
          <cx:pt idx="54180">123.95999999999999</cx:pt>
          <cx:pt idx="54181">153.93000000000001</cx:pt>
          <cx:pt idx="54182">55.609999999999999</cx:pt>
          <cx:pt idx="54183">61.979999999999997</cx:pt>
          <cx:pt idx="54184">140.31</cx:pt>
          <cx:pt idx="54185">60.020000000000003</cx:pt>
          <cx:pt idx="54186">195.96000000000001</cx:pt>
          <cx:pt idx="54187">31.48</cx:pt>
          <cx:pt idx="54188">89.980000000000004</cx:pt>
          <cx:pt idx="54189">67.739999999999995</cx:pt>
          <cx:pt idx="54190">120.45999999999999</cx:pt>
          <cx:pt idx="54191">308.97000000000003</cx:pt>
          <cx:pt idx="54192">125.95999999999999</cx:pt>
          <cx:pt idx="54193">51.979999999999997</cx:pt>
          <cx:pt idx="54194">51.979999999999997</cx:pt>
          <cx:pt idx="54195">43.5</cx:pt>
          <cx:pt idx="54196">54.950000000000003</cx:pt>
          <cx:pt idx="54197">161.94</cx:pt>
          <cx:pt idx="54198">42.280000000000001</cx:pt>
          <cx:pt idx="54199">66.680000000000007</cx:pt>
          <cx:pt idx="54200">51.200000000000003</cx:pt>
          <cx:pt idx="54201">66.980000000000004</cx:pt>
          <cx:pt idx="54202">114.95999999999999</cx:pt>
          <cx:pt idx="54203">58.979999999999997</cx:pt>
          <cx:pt idx="54204">233.91</cx:pt>
          <cx:pt idx="54205">77.400000000000006</cx:pt>
          <cx:pt idx="54206">64.480000000000004</cx:pt>
          <cx:pt idx="54207">76.980000000000004</cx:pt>
          <cx:pt idx="54208">89.939999999999998</cx:pt>
          <cx:pt idx="54209">82.969999999999999</cx:pt>
          <cx:pt idx="54210">55.780000000000001</cx:pt>
          <cx:pt idx="54211">70.980000000000004</cx:pt>
          <cx:pt idx="54212">13.869999999999999</cx:pt>
          <cx:pt idx="54213">105.34</cx:pt>
          <cx:pt idx="54214">114.95</cx:pt>
          <cx:pt idx="54215">56.979999999999997</cx:pt>
          <cx:pt idx="54216">72.969999999999999</cx:pt>
          <cx:pt idx="54217">18.489999999999998</cx:pt>
          <cx:pt idx="54218">32.490000000000002</cx:pt>
          <cx:pt idx="54219">87.980000000000004</cx:pt>
          <cx:pt idx="54220">132.31</cx:pt>
          <cx:pt idx="54221">86.969999999999999</cx:pt>
          <cx:pt idx="54222">56.859999999999999</cx:pt>
          <cx:pt idx="54223">89.939999999999998</cx:pt>
          <cx:pt idx="54224">51.979999999999997</cx:pt>
          <cx:pt idx="54225">110.02</cx:pt>
          <cx:pt idx="54226">118.04000000000001</cx:pt>
          <cx:pt idx="54227">31.48</cx:pt>
          <cx:pt idx="54228">48.759999999999998</cx:pt>
          <cx:pt idx="54229">113.02</cx:pt>
          <cx:pt idx="54230">59.960000000000001</cx:pt>
          <cx:pt idx="54231">167.34999999999999</cx:pt>
          <cx:pt idx="54232">65.989999999999995</cx:pt>
          <cx:pt idx="54233">89.959999999999994</cx:pt>
          <cx:pt idx="54234">56.969999999999999</cx:pt>
          <cx:pt idx="54235">55.979999999999997</cx:pt>
          <cx:pt idx="54236">61.979999999999997</cx:pt>
          <cx:pt idx="54237">239.94</cx:pt>
          <cx:pt idx="54238">45.460000000000001</cx:pt>
          <cx:pt idx="54239">51.289999999999999</cx:pt>
          <cx:pt idx="54240">59.960000000000001</cx:pt>
          <cx:pt idx="54241">57.960000000000001</cx:pt>
          <cx:pt idx="54242">87.969999999999999</cx:pt>
          <cx:pt idx="54243">65.329999999999998</cx:pt>
          <cx:pt idx="54244">78.230000000000004</cx:pt>
          <cx:pt idx="54245">95.959999999999994</cx:pt>
          <cx:pt idx="54246">27.190000000000001</cx:pt>
          <cx:pt idx="54247">223.91999999999999</cx:pt>
          <cx:pt idx="54248">75.980000000000004</cx:pt>
          <cx:pt idx="54249">51.979999999999997</cx:pt>
          <cx:pt idx="54250">37.280000000000001</cx:pt>
          <cx:pt idx="54251">56.979999999999997</cx:pt>
          <cx:pt idx="54252">77.969999999999999</cx:pt>
          <cx:pt idx="54253">51.939999999999998</cx:pt>
          <cx:pt idx="54254">61.979999999999997</cx:pt>
          <cx:pt idx="54255">408.91000000000003</cx:pt>
          <cx:pt idx="54256">32.490000000000002</cx:pt>
          <cx:pt idx="54257">76.980000000000004</cx:pt>
          <cx:pt idx="54258">10.85</cx:pt>
          <cx:pt idx="54259">89.969999999999999</cx:pt>
          <cx:pt idx="54260">50.979999999999997</cx:pt>
          <cx:pt idx="54261">92.969999999999999</cx:pt>
          <cx:pt idx="54262">49.990000000000002</cx:pt>
          <cx:pt idx="54263">51.979999999999997</cx:pt>
          <cx:pt idx="54264">80.969999999999999</cx:pt>
          <cx:pt idx="54265">87.469999999999999</cx:pt>
          <cx:pt idx="54266">76.469999999999999</cx:pt>
          <cx:pt idx="54267">61.979999999999997</cx:pt>
          <cx:pt idx="54268">112.13</cx:pt>
          <cx:pt idx="54269">61.689999999999998</cx:pt>
          <cx:pt idx="54270">31.039999999999999</cx:pt>
          <cx:pt idx="54271">20.550000000000001</cx:pt>
          <cx:pt idx="54272">64.090000000000003</cx:pt>
          <cx:pt idx="54273">59.990000000000002</cx:pt>
          <cx:pt idx="54274">97.969999999999999</cx:pt>
          <cx:pt idx="54275">83.959999999999994</cx:pt>
          <cx:pt idx="54276">147.59999999999999</cx:pt>
          <cx:pt idx="54277">51.979999999999997</cx:pt>
          <cx:pt idx="54278">63.579999999999998</cx:pt>
          <cx:pt idx="54279">48.979999999999997</cx:pt>
          <cx:pt idx="54280">61.979999999999997</cx:pt>
          <cx:pt idx="54281">276.30000000000001</cx:pt>
          <cx:pt idx="54282">92.969999999999999</cx:pt>
          <cx:pt idx="54283">51.979999999999997</cx:pt>
          <cx:pt idx="54284">51.93</cx:pt>
          <cx:pt idx="54285">15.99</cx:pt>
          <cx:pt idx="54286">35.659999999999997</cx:pt>
          <cx:pt idx="54287">59.979999999999997</cx:pt>
          <cx:pt idx="54288">97.980000000000004</cx:pt>
          <cx:pt idx="54289">84.989999999999995</cx:pt>
          <cx:pt idx="54290">23.48</cx:pt>
          <cx:pt idx="54291">158.43000000000001</cx:pt>
          <cx:pt idx="54292">119.95999999999999</cx:pt>
          <cx:pt idx="54293">37.119999999999997</cx:pt>
          <cx:pt idx="54294">-51.979999999999997</cx:pt>
          <cx:pt idx="54295">55.979999999999997</cx:pt>
          <cx:pt idx="54296">131.97999999999999</cx:pt>
          <cx:pt idx="54297">49.979999999999997</cx:pt>
          <cx:pt idx="54298">77.969999999999999</cx:pt>
          <cx:pt idx="54299">32.490000000000002</cx:pt>
          <cx:pt idx="54300">32.490000000000002</cx:pt>
          <cx:pt idx="54301">78.260000000000005</cx:pt>
          <cx:pt idx="54302">54.950000000000003</cx:pt>
          <cx:pt idx="54303">92.969999999999999</cx:pt>
          <cx:pt idx="54304">55.979999999999997</cx:pt>
          <cx:pt idx="54305">34.979999999999997</cx:pt>
          <cx:pt idx="54306">48.479999999999997</cx:pt>
          <cx:pt idx="54307">53.979999999999997</cx:pt>
          <cx:pt idx="54308">89.969999999999999</cx:pt>
          <cx:pt idx="54309">55.979999999999997</cx:pt>
          <cx:pt idx="54310">10.49</cx:pt>
          <cx:pt idx="54311">61.979999999999997</cx:pt>
          <cx:pt idx="54312">55.979999999999997</cx:pt>
          <cx:pt idx="54313">49.990000000000002</cx:pt>
          <cx:pt idx="54314">78.959999999999994</cx:pt>
          <cx:pt idx="54315">48.270000000000003</cx:pt>
          <cx:pt idx="54316">45.259999999999998</cx:pt>
          <cx:pt idx="54317">133.56999999999999</cx:pt>
          <cx:pt idx="54318">82.530000000000001</cx:pt>
          <cx:pt idx="54319">111.95999999999999</cx:pt>
          <cx:pt idx="54320">34.490000000000002</cx:pt>
          <cx:pt idx="54321">273.91000000000003</cx:pt>
          <cx:pt idx="54322">33.479999999999997</cx:pt>
          <cx:pt idx="54323">51.979999999999997</cx:pt>
          <cx:pt idx="54324">50.979999999999997</cx:pt>
          <cx:pt idx="54325">20.550000000000001</cx:pt>
          <cx:pt idx="54326">120.37</cx:pt>
          <cx:pt idx="54327">32.490000000000002</cx:pt>
          <cx:pt idx="54328">53.520000000000003</cx:pt>
          <cx:pt idx="54329">51.960000000000001</cx:pt>
          <cx:pt idx="54330">79.989999999999995</cx:pt>
          <cx:pt idx="54331">99.900000000000006</cx:pt>
          <cx:pt idx="54332">16.489999999999998</cx:pt>
          <cx:pt idx="54333">86.079999999999998</cx:pt>
          <cx:pt idx="54334">72.579999999999998</cx:pt>
          <cx:pt idx="54335">15.289999999999999</cx:pt>
          <cx:pt idx="54336">76.469999999999999</cx:pt>
          <cx:pt idx="54337">223.91999999999999</cx:pt>
          <cx:pt idx="54338">150.96000000000001</cx:pt>
          <cx:pt idx="54339">29.489999999999998</cx:pt>
          <cx:pt idx="54340">55.979999999999997</cx:pt>
          <cx:pt idx="54341">254.97</cx:pt>
          <cx:pt idx="54342">99.469999999999999</cx:pt>
          <cx:pt idx="54343">169.97999999999999</cx:pt>
          <cx:pt idx="54344">69.989999999999995</cx:pt>
          <cx:pt idx="54345">43.469999999999999</cx:pt>
          <cx:pt idx="54346">13.289999999999999</cx:pt>
          <cx:pt idx="54347">77.989999999999995</cx:pt>
          <cx:pt idx="54348">51.979999999999997</cx:pt>
          <cx:pt idx="54349">92.969999999999999</cx:pt>
          <cx:pt idx="54350">106.36</cx:pt>
          <cx:pt idx="54351">103.95999999999999</cx:pt>
          <cx:pt idx="54352">78.170000000000002</cx:pt>
          <cx:pt idx="54353">72.579999999999998</cx:pt>
          <cx:pt idx="54354">48.280000000000001</cx:pt>
          <cx:pt idx="54355">22.489999999999998</cx:pt>
          <cx:pt idx="54356">259.89999999999998</cx:pt>
          <cx:pt idx="54357">113.95999999999999</cx:pt>
          <cx:pt idx="54358">128.24000000000001</cx:pt>
          <cx:pt idx="54359">135.46000000000001</cx:pt>
          <cx:pt idx="54360">51.979999999999997</cx:pt>
          <cx:pt idx="54361">125.06</cx:pt>
          <cx:pt idx="54362">46.990000000000002</cx:pt>
          <cx:pt idx="54363">55.979999999999997</cx:pt>
          <cx:pt idx="54364">55.979999999999997</cx:pt>
          <cx:pt idx="54365">30.239999999999998</cx:pt>
          <cx:pt idx="54366">67.719999999999999</cx:pt>
          <cx:pt idx="54367">79.969999999999999</cx:pt>
          <cx:pt idx="54368">111.95999999999999</cx:pt>
          <cx:pt idx="54369">80.739999999999995</cx:pt>
          <cx:pt idx="54370">89.969999999999999</cx:pt>
          <cx:pt idx="54371">26.489999999999998</cx:pt>
          <cx:pt idx="54372">55.979999999999997</cx:pt>
          <cx:pt idx="54373">36.490000000000002</cx:pt>
          <cx:pt idx="54374">89.969999999999999</cx:pt>
          <cx:pt idx="54375">-233.91</cx:pt>
          <cx:pt idx="54376">79.980000000000004</cx:pt>
          <cx:pt idx="54377">74.980000000000004</cx:pt>
          <cx:pt idx="54378">109.95</cx:pt>
          <cx:pt idx="54379">65.829999999999998</cx:pt>
          <cx:pt idx="54380">25.289999999999999</cx:pt>
          <cx:pt idx="54381">37.490000000000002</cx:pt>
          <cx:pt idx="54382">81.519999999999996</cx:pt>
          <cx:pt idx="54383">29.489999999999998</cx:pt>
          <cx:pt idx="54384">73.319999999999993</cx:pt>
          <cx:pt idx="54385">55.979999999999997</cx:pt>
          <cx:pt idx="54386">53.979999999999997</cx:pt>
          <cx:pt idx="54387">59.969999999999999</cx:pt>
          <cx:pt idx="54388">55.979999999999997</cx:pt>
          <cx:pt idx="54389">49.490000000000002</cx:pt>
          <cx:pt idx="54390">56.979999999999997</cx:pt>
          <cx:pt idx="54391">56.960000000000001</cx:pt>
          <cx:pt idx="54392">76.489999999999995</cx:pt>
          <cx:pt idx="54393">41.979999999999997</cx:pt>
          <cx:pt idx="54394">59.950000000000003</cx:pt>
          <cx:pt idx="54395">203.44999999999999</cx:pt>
          <cx:pt idx="54396">81.959999999999994</cx:pt>
          <cx:pt idx="54397">138.65000000000001</cx:pt>
          <cx:pt idx="54398">118.98</cx:pt>
          <cx:pt idx="54399">55.979999999999997</cx:pt>
          <cx:pt idx="54400">69.980000000000004</cx:pt>
          <cx:pt idx="54401">40.479999999999997</cx:pt>
          <cx:pt idx="54402">9.4900000000000002</cx:pt>
          <cx:pt idx="54403">31.48</cx:pt>
          <cx:pt idx="54404">-112.48999999999999</cx:pt>
          <cx:pt idx="54405">235.72999999999999</cx:pt>
          <cx:pt idx="54406">120.95999999999999</cx:pt>
          <cx:pt idx="54407">61.979999999999997</cx:pt>
          <cx:pt idx="54408">17.289999999999999</cx:pt>
          <cx:pt idx="54409">96.269999999999996</cx:pt>
          <cx:pt idx="54410">57.979999999999997</cx:pt>
          <cx:pt idx="54411">55.979999999999997</cx:pt>
          <cx:pt idx="54412">61.979999999999997</cx:pt>
          <cx:pt idx="54413">119.95999999999999</cx:pt>
          <cx:pt idx="54414">64.579999999999998</cx:pt>
          <cx:pt idx="54415">266.94</cx:pt>
          <cx:pt idx="54416">71.299999999999997</cx:pt>
          <cx:pt idx="54417">55.979999999999997</cx:pt>
          <cx:pt idx="54418">89.969999999999999</cx:pt>
          <cx:pt idx="54419">78.150000000000006</cx:pt>
          <cx:pt idx="54420">40.719999999999999</cx:pt>
          <cx:pt idx="54421">99.980000000000004</cx:pt>
          <cx:pt idx="54422">186.47</cx:pt>
          <cx:pt idx="54423">61.979999999999997</cx:pt>
          <cx:pt idx="54424">157.94</cx:pt>
          <cx:pt idx="54425">61.979999999999997</cx:pt>
          <cx:pt idx="54426">61.979999999999997</cx:pt>
          <cx:pt idx="54427">148.44999999999999</cx:pt>
          <cx:pt idx="54428">129.94999999999999</cx:pt>
          <cx:pt idx="54429">60.979999999999997</cx:pt>
          <cx:pt idx="54430">229.47</cx:pt>
          <cx:pt idx="54431">21.280000000000001</cx:pt>
          <cx:pt idx="54432">117.28</cx:pt>
          <cx:pt idx="54433">48.880000000000003</cx:pt>
          <cx:pt idx="54434">59.969999999999999</cx:pt>
          <cx:pt idx="54435">61.979999999999997</cx:pt>
          <cx:pt idx="54436">79.980000000000004</cx:pt>
          <cx:pt idx="54437">20.550000000000001</cx:pt>
          <cx:pt idx="54438">94.980000000000004</cx:pt>
          <cx:pt idx="54439">260.87</cx:pt>
          <cx:pt idx="54440">114.97</cx:pt>
          <cx:pt idx="54441">79.969999999999999</cx:pt>
          <cx:pt idx="54442">103.95999999999999</cx:pt>
          <cx:pt idx="54443">213.96000000000001</cx:pt>
          <cx:pt idx="54444">-355.00999999999999</cx:pt>
          <cx:pt idx="54445">61.979999999999997</cx:pt>
          <cx:pt idx="54446">30.120000000000001</cx:pt>
          <cx:pt idx="54447">16.489999999999998</cx:pt>
          <cx:pt idx="54448">59.990000000000002</cx:pt>
          <cx:pt idx="54449">89.969999999999999</cx:pt>
          <cx:pt idx="54450">91.959999999999994</cx:pt>
          <cx:pt idx="54451">77.969999999999999</cx:pt>
          <cx:pt idx="54452">51.979999999999997</cx:pt>
          <cx:pt idx="54453">49.490000000000002</cx:pt>
          <cx:pt idx="54454">83.980000000000004</cx:pt>
          <cx:pt idx="54455">35.479999999999997</cx:pt>
          <cx:pt idx="54456">127.95</cx:pt>
          <cx:pt idx="54457">223.91999999999999</cx:pt>
          <cx:pt idx="54458">599.34000000000003</cx:pt>
          <cx:pt idx="54459">110.95999999999999</cx:pt>
          <cx:pt idx="54460">61.979999999999997</cx:pt>
          <cx:pt idx="54461">29.239999999999998</cx:pt>
          <cx:pt idx="54462">47.979999999999997</cx:pt>
          <cx:pt idx="54463">55.960000000000001</cx:pt>
          <cx:pt idx="54464">62.969999999999999</cx:pt>
          <cx:pt idx="54465">103.95999999999999</cx:pt>
          <cx:pt idx="54466">31.890000000000001</cx:pt>
          <cx:pt idx="54467">179.94</cx:pt>
          <cx:pt idx="54468">61.979999999999997</cx:pt>
          <cx:pt idx="54469">26.289999999999999</cx:pt>
          <cx:pt idx="54470">106.97</cx:pt>
          <cx:pt idx="54471">35.07</cx:pt>
          <cx:pt idx="54472">51.289999999999999</cx:pt>
          <cx:pt idx="54473">71.969999999999999</cx:pt>
          <cx:pt idx="54474">69.980000000000004</cx:pt>
          <cx:pt idx="54475">46.490000000000002</cx:pt>
          <cx:pt idx="54476">41.479999999999997</cx:pt>
          <cx:pt idx="54477">95.959999999999994</cx:pt>
          <cx:pt idx="54478">61.979999999999997</cx:pt>
          <cx:pt idx="54479">57.960000000000001</cx:pt>
          <cx:pt idx="54480">72.530000000000001</cx:pt>
          <cx:pt idx="54481">61.979999999999997</cx:pt>
          <cx:pt idx="54482">65.319999999999993</cx:pt>
          <cx:pt idx="54483">54.990000000000002</cx:pt>
          <cx:pt idx="54484">56.969999999999999</cx:pt>
          <cx:pt idx="54485">95.959999999999994</cx:pt>
          <cx:pt idx="54486">55.979999999999997</cx:pt>
          <cx:pt idx="54487">149.16999999999999</cx:pt>
          <cx:pt idx="54488">51.979999999999997</cx:pt>
          <cx:pt idx="54489">33.479999999999997</cx:pt>
          <cx:pt idx="54490">73.969999999999999</cx:pt>
          <cx:pt idx="54491">185.94</cx:pt>
          <cx:pt idx="54492">54.990000000000002</cx:pt>
          <cx:pt idx="54493">61.979999999999997</cx:pt>
          <cx:pt idx="54494">142.16</cx:pt>
          <cx:pt idx="54495">55.979999999999997</cx:pt>
          <cx:pt idx="54496">79.980000000000004</cx:pt>
          <cx:pt idx="54497">128.75999999999999</cx:pt>
          <cx:pt idx="54498">49.590000000000003</cx:pt>
          <cx:pt idx="54499">105.45999999999999</cx:pt>
          <cx:pt idx="54500">103.98</cx:pt>
          <cx:pt idx="54501">126.94</cx:pt>
          <cx:pt idx="54502">53.149999999999999</cx:pt>
          <cx:pt idx="54503">49.479999999999997</cx:pt>
          <cx:pt idx="54504">87.980000000000004</cx:pt>
          <cx:pt idx="54505">55.979999999999997</cx:pt>
          <cx:pt idx="54506">123.95999999999999</cx:pt>
          <cx:pt idx="54507">55.979999999999997</cx:pt>
          <cx:pt idx="54508">111.95999999999999</cx:pt>
          <cx:pt idx="54509">101.45</cx:pt>
          <cx:pt idx="54510">29.489999999999998</cx:pt>
          <cx:pt idx="54511">61.979999999999997</cx:pt>
          <cx:pt idx="54512">103.98</cx:pt>
          <cx:pt idx="54513">63.960000000000001</cx:pt>
          <cx:pt idx="54514">49.990000000000002</cx:pt>
          <cx:pt idx="54515">36.590000000000003</cx:pt>
          <cx:pt idx="54516">49.079999999999998</cx:pt>
          <cx:pt idx="54517">59.979999999999997</cx:pt>
          <cx:pt idx="54518">35.490000000000002</cx:pt>
          <cx:pt idx="54519">28.239999999999998</cx:pt>
          <cx:pt idx="54520">73.980000000000004</cx:pt>
          <cx:pt idx="54521">25.989999999999998</cx:pt>
          <cx:pt idx="54522">84.969999999999999</cx:pt>
          <cx:pt idx="54523">29.489999999999998</cx:pt>
          <cx:pt idx="54524">239.94</cx:pt>
          <cx:pt idx="54525">55.979999999999997</cx:pt>
          <cx:pt idx="54526">3.9900000000000002</cx:pt>
          <cx:pt idx="54527">63.469999999999999</cx:pt>
          <cx:pt idx="54528">83.969999999999999</cx:pt>
          <cx:pt idx="54529">79.849999999999994</cx:pt>
          <cx:pt idx="54530">61.979999999999997</cx:pt>
          <cx:pt idx="54531">71.969999999999999</cx:pt>
          <cx:pt idx="54532">84.989999999999995</cx:pt>
          <cx:pt idx="54533">93.959999999999994</cx:pt>
          <cx:pt idx="54534">28.489999999999998</cx:pt>
          <cx:pt idx="54535">58.140000000000001</cx:pt>
          <cx:pt idx="54536">239.90000000000001</cx:pt>
          <cx:pt idx="54537">206.86000000000001</cx:pt>
          <cx:pt idx="54538">55.979999999999997</cx:pt>
          <cx:pt idx="54539">103.95999999999999</cx:pt>
          <cx:pt idx="54540">92.969999999999999</cx:pt>
          <cx:pt idx="54541">30.239999999999998</cx:pt>
          <cx:pt idx="54542">55.979999999999997</cx:pt>
          <cx:pt idx="54543">171.94</cx:pt>
          <cx:pt idx="54544">33.479999999999997</cx:pt>
          <cx:pt idx="54545">51.979999999999997</cx:pt>
          <cx:pt idx="54546">7.9500000000000002</cx:pt>
          <cx:pt idx="54547">169.97999999999999</cx:pt>
          <cx:pt idx="54548">50.380000000000003</cx:pt>
          <cx:pt idx="54549">49.280000000000001</cx:pt>
          <cx:pt idx="54550">61.979999999999997</cx:pt>
          <cx:pt idx="54551">63.960000000000001</cx:pt>
          <cx:pt idx="54552">75.569999999999993</cx:pt>
          <cx:pt idx="54553">86.469999999999999</cx:pt>
          <cx:pt idx="54554">223.91999999999999</cx:pt>
          <cx:pt idx="54555">14.48</cx:pt>
          <cx:pt idx="54556">80.069999999999993</cx:pt>
          <cx:pt idx="54557">99.989999999999995</cx:pt>
          <cx:pt idx="54558">46.490000000000002</cx:pt>
          <cx:pt idx="54559">21.09</cx:pt>
          <cx:pt idx="54560">62.969999999999999</cx:pt>
          <cx:pt idx="54561">55.979999999999997</cx:pt>
          <cx:pt idx="54562">12.289999999999999</cx:pt>
          <cx:pt idx="54563">479.93000000000001</cx:pt>
          <cx:pt idx="54564">10.83</cx:pt>
          <cx:pt idx="54565">162.94999999999999</cx:pt>
          <cx:pt idx="54566">106.97</cx:pt>
          <cx:pt idx="54567">131.97999999999999</cx:pt>
          <cx:pt idx="54568">74.980000000000004</cx:pt>
          <cx:pt idx="54569">179.91</cx:pt>
          <cx:pt idx="54570">73.980000000000004</cx:pt>
          <cx:pt idx="54571">54.990000000000002</cx:pt>
          <cx:pt idx="54572">65.989999999999995</cx:pt>
          <cx:pt idx="54573">95.959999999999994</cx:pt>
          <cx:pt idx="54574">57.979999999999997</cx:pt>
          <cx:pt idx="54575">41.289999999999999</cx:pt>
          <cx:pt idx="54576">-25.68</cx:pt>
          <cx:pt idx="54577">83.480000000000004</cx:pt>
          <cx:pt idx="54578">68.480000000000004</cx:pt>
          <cx:pt idx="54579">53.979999999999997</cx:pt>
          <cx:pt idx="54580">55.979999999999997</cx:pt>
          <cx:pt idx="54581">68.980000000000004</cx:pt>
          <cx:pt idx="54582">118.78</cx:pt>
          <cx:pt idx="54583">83.959999999999994</cx:pt>
          <cx:pt idx="54584">131.94999999999999</cx:pt>
          <cx:pt idx="54585">53.979999999999997</cx:pt>
          <cx:pt idx="54586">55.979999999999997</cx:pt>
          <cx:pt idx="54587">65.989999999999995</cx:pt>
          <cx:pt idx="54588">-51.979999999999997</cx:pt>
          <cx:pt idx="54589">53.979999999999997</cx:pt>
          <cx:pt idx="54590">82.799999999999997</cx:pt>
          <cx:pt idx="54591">79.969999999999999</cx:pt>
          <cx:pt idx="54592">87.469999999999999</cx:pt>
          <cx:pt idx="54593">46.289999999999999</cx:pt>
          <cx:pt idx="54594">129.97999999999999</cx:pt>
          <cx:pt idx="54595">79.950000000000003</cx:pt>
          <cx:pt idx="54596">59.969999999999999</cx:pt>
          <cx:pt idx="54597">52.960000000000001</cx:pt>
          <cx:pt idx="54598">79.980000000000004</cx:pt>
          <cx:pt idx="54599">59.380000000000003</cx:pt>
          <cx:pt idx="54600">65.989999999999995</cx:pt>
          <cx:pt idx="54601">179.88</cx:pt>
          <cx:pt idx="54602">20.280000000000001</cx:pt>
          <cx:pt idx="54603">111.95999999999999</cx:pt>
          <cx:pt idx="54604">14.48</cx:pt>
          <cx:pt idx="54605">149.94999999999999</cx:pt>
          <cx:pt idx="54606">149.94999999999999</cx:pt>
          <cx:pt idx="54607">39.479999999999997</cx:pt>
          <cx:pt idx="54608">49.590000000000003</cx:pt>
          <cx:pt idx="54609">239.91999999999999</cx:pt>
          <cx:pt idx="54610">51.979999999999997</cx:pt>
          <cx:pt idx="54611">65.980000000000004</cx:pt>
          <cx:pt idx="54612">51.979999999999997</cx:pt>
          <cx:pt idx="54613">24.18</cx:pt>
          <cx:pt idx="54614">56.579999999999998</cx:pt>
          <cx:pt idx="54615">60.579999999999998</cx:pt>
          <cx:pt idx="54616">121.94</cx:pt>
          <cx:pt idx="54617">21.289999999999999</cx:pt>
          <cx:pt idx="54618">59.979999999999997</cx:pt>
          <cx:pt idx="54619">67.709999999999994</cx:pt>
          <cx:pt idx="54620">51.979999999999997</cx:pt>
          <cx:pt idx="54621">111.95999999999999</cx:pt>
          <cx:pt idx="54622">56.979999999999997</cx:pt>
          <cx:pt idx="54623">159.97999999999999</cx:pt>
          <cx:pt idx="54624">288.97000000000003</cx:pt>
          <cx:pt idx="54625">64.969999999999999</cx:pt>
          <cx:pt idx="54626">75.849999999999994</cx:pt>
          <cx:pt idx="54627">44.979999999999997</cx:pt>
          <cx:pt idx="54628">55.979999999999997</cx:pt>
          <cx:pt idx="54629">55.979999999999997</cx:pt>
          <cx:pt idx="54630">90.930000000000007</cx:pt>
          <cx:pt idx="54631">54.990000000000002</cx:pt>
          <cx:pt idx="54632">15.99</cx:pt>
          <cx:pt idx="54633">119.95999999999999</cx:pt>
          <cx:pt idx="54634">83.980000000000004</cx:pt>
          <cx:pt idx="54635">69.829999999999998</cx:pt>
          <cx:pt idx="54636">56.950000000000003</cx:pt>
          <cx:pt idx="54637">89.939999999999998</cx:pt>
          <cx:pt idx="54638">127.98</cx:pt>
          <cx:pt idx="54639">92.969999999999999</cx:pt>
          <cx:pt idx="54640">155.97</cx:pt>
          <cx:pt idx="54641">281.82999999999998</cx:pt>
          <cx:pt idx="54642">29.280000000000001</cx:pt>
          <cx:pt idx="54643">175.44</cx:pt>
          <cx:pt idx="54644">179.94</cx:pt>
          <cx:pt idx="54645">11.49</cx:pt>
          <cx:pt idx="54646">91.469999999999999</cx:pt>
          <cx:pt idx="54647">49.969999999999999</cx:pt>
          <cx:pt idx="54648">113.95999999999999</cx:pt>
          <cx:pt idx="54649">49.590000000000003</cx:pt>
          <cx:pt idx="54650">87.079999999999998</cx:pt>
          <cx:pt idx="54651">152.05000000000001</cx:pt>
          <cx:pt idx="54652">129.97999999999999</cx:pt>
          <cx:pt idx="54653">79.980000000000004</cx:pt>
          <cx:pt idx="54654">85.969999999999999</cx:pt>
          <cx:pt idx="54655">51.979999999999997</cx:pt>
          <cx:pt idx="54656">-56.979999999999997</cx:pt>
          <cx:pt idx="54657">50.119999999999997</cx:pt>
          <cx:pt idx="54658">53.979999999999997</cx:pt>
          <cx:pt idx="54659">-60.579999999999998</cx:pt>
          <cx:pt idx="54660">-67.780000000000001</cx:pt>
          <cx:pt idx="54661">29.489999999999998</cx:pt>
          <cx:pt idx="54662">55.979999999999997</cx:pt>
          <cx:pt idx="54663">97.980000000000004</cx:pt>
          <cx:pt idx="54664">54.890000000000001</cx:pt>
          <cx:pt idx="54665">105.97</cx:pt>
          <cx:pt idx="54666">89.969999999999999</cx:pt>
          <cx:pt idx="54667">129.94999999999999</cx:pt>
          <cx:pt idx="54668">61.670000000000002</cx:pt>
          <cx:pt idx="54669">143.94999999999999</cx:pt>
          <cx:pt idx="54670">86.290000000000006</cx:pt>
          <cx:pt idx="54671">78.969999999999999</cx:pt>
          <cx:pt idx="54672">53.979999999999997</cx:pt>
          <cx:pt idx="54673">155.94</cx:pt>
          <cx:pt idx="54674">59.979999999999997</cx:pt>
          <cx:pt idx="54675">139.96000000000001</cx:pt>
          <cx:pt idx="54676">71.959999999999994</cx:pt>
          <cx:pt idx="54677">94.980000000000004</cx:pt>
          <cx:pt idx="54678">46.920000000000002</cx:pt>
          <cx:pt idx="54679">119.95999999999999</cx:pt>
          <cx:pt idx="54680">48.479999999999997</cx:pt>
          <cx:pt idx="54681">111.95999999999999</cx:pt>
          <cx:pt idx="54682">49.990000000000002</cx:pt>
          <cx:pt idx="54683">129.94999999999999</cx:pt>
          <cx:pt idx="54684">99.969999999999999</cx:pt>
          <cx:pt idx="54685">84.989999999999995</cx:pt>
          <cx:pt idx="54686">108.97</cx:pt>
          <cx:pt idx="54687">169.44</cx:pt>
          <cx:pt idx="54688">143.94</cx:pt>
          <cx:pt idx="54689">83.329999999999998</cx:pt>
          <cx:pt idx="54690">141.46000000000001</cx:pt>
          <cx:pt idx="54691">53.969999999999999</cx:pt>
          <cx:pt idx="54692">55.979999999999997</cx:pt>
          <cx:pt idx="54693">31.48</cx:pt>
          <cx:pt idx="54694">99.950000000000003</cx:pt>
          <cx:pt idx="54695">65.989999999999995</cx:pt>
          <cx:pt idx="54696">38.020000000000003</cx:pt>
          <cx:pt idx="54697">7.4400000000000004</cx:pt>
          <cx:pt idx="54698">59.969999999999999</cx:pt>
          <cx:pt idx="54699">155.97</cx:pt>
          <cx:pt idx="54700">181.93000000000001</cx:pt>
          <cx:pt idx="54701">49.990000000000002</cx:pt>
          <cx:pt idx="54702">21.239999999999998</cx:pt>
          <cx:pt idx="54703">53.079999999999998</cx:pt>
          <cx:pt idx="54704">51.979999999999997</cx:pt>
          <cx:pt idx="54705">282.39999999999998</cx:pt>
          <cx:pt idx="54706">11.289999999999999</cx:pt>
          <cx:pt idx="54707">84.969999999999999</cx:pt>
          <cx:pt idx="54708">94.469999999999999</cx:pt>
          <cx:pt idx="54709">99.989999999999995</cx:pt>
          <cx:pt idx="54710">59.969999999999999</cx:pt>
          <cx:pt idx="54711">61.979999999999997</cx:pt>
          <cx:pt idx="54712">51.979999999999997</cx:pt>
          <cx:pt idx="54713">74.980000000000004</cx:pt>
          <cx:pt idx="54714">51.289999999999999</cx:pt>
          <cx:pt idx="54715">61.979999999999997</cx:pt>
          <cx:pt idx="54716">60.450000000000003</cx:pt>
          <cx:pt idx="54717">123.95999999999999</cx:pt>
          <cx:pt idx="54718">109.97</cx:pt>
          <cx:pt idx="54719">31.48</cx:pt>
          <cx:pt idx="54720">47.630000000000003</cx:pt>
          <cx:pt idx="54721">111.16</cx:pt>
          <cx:pt idx="54722">90.730000000000004</cx:pt>
          <cx:pt idx="54723">89.950000000000003</cx:pt>
          <cx:pt idx="54724">83.969999999999999</cx:pt>
          <cx:pt idx="54725">99.959999999999994</cx:pt>
          <cx:pt idx="54726">54.990000000000002</cx:pt>
          <cx:pt idx="54727">59.990000000000002</cx:pt>
          <cx:pt idx="54728">21.289999999999999</cx:pt>
          <cx:pt idx="54729">68.319999999999993</cx:pt>
          <cx:pt idx="54730">300.89999999999998</cx:pt>
          <cx:pt idx="54731">183.86000000000001</cx:pt>
          <cx:pt idx="54732">80.930000000000007</cx:pt>
          <cx:pt idx="54733">119.95999999999999</cx:pt>
          <cx:pt idx="54734">479.91000000000003</cx:pt>
          <cx:pt idx="54735">55.979999999999997</cx:pt>
          <cx:pt idx="54736">69.989999999999995</cx:pt>
          <cx:pt idx="54737">44.990000000000002</cx:pt>
          <cx:pt idx="54738">91.939999999999998</cx:pt>
          <cx:pt idx="54739">141.96000000000001</cx:pt>
          <cx:pt idx="54740">68.480000000000004</cx:pt>
          <cx:pt idx="54741">51.979999999999997</cx:pt>
          <cx:pt idx="54742">133.96000000000001</cx:pt>
          <cx:pt idx="54743">51.979999999999997</cx:pt>
          <cx:pt idx="54744">84.989999999999995</cx:pt>
          <cx:pt idx="54745">111.95999999999999</cx:pt>
          <cx:pt idx="54746">207.91999999999999</cx:pt>
          <cx:pt idx="54747">55.979999999999997</cx:pt>
          <cx:pt idx="54748">36.479999999999997</cx:pt>
          <cx:pt idx="54749">51.979999999999997</cx:pt>
          <cx:pt idx="54750">41.479999999999997</cx:pt>
          <cx:pt idx="54751">61.170000000000002</cx:pt>
          <cx:pt idx="54752">37.490000000000002</cx:pt>
          <cx:pt idx="54753">120.95999999999999</cx:pt>
          <cx:pt idx="54754">119.97</cx:pt>
          <cx:pt idx="54755">56.969999999999999</cx:pt>
          <cx:pt idx="54756">46.289999999999999</cx:pt>
          <cx:pt idx="54757">215.88</cx:pt>
          <cx:pt idx="54758">31.48</cx:pt>
          <cx:pt idx="54759">48.479999999999997</cx:pt>
          <cx:pt idx="54760">55.979999999999997</cx:pt>
          <cx:pt idx="54761">55.979999999999997</cx:pt>
          <cx:pt idx="54762">73.959999999999994</cx:pt>
          <cx:pt idx="54763">59.960000000000001</cx:pt>
          <cx:pt idx="54764">54.990000000000002</cx:pt>
          <cx:pt idx="54765">54.990000000000002</cx:pt>
          <cx:pt idx="54766">31.48</cx:pt>
          <cx:pt idx="54767">29.489999999999998</cx:pt>
          <cx:pt idx="54768">149.90000000000001</cx:pt>
          <cx:pt idx="54769">52.979999999999997</cx:pt>
          <cx:pt idx="54770">55.979999999999997</cx:pt>
          <cx:pt idx="54771">44.490000000000002</cx:pt>
          <cx:pt idx="54772">139.94999999999999</cx:pt>
          <cx:pt idx="54773">161.97</cx:pt>
          <cx:pt idx="54774">228.87</cx:pt>
          <cx:pt idx="54775">58.479999999999997</cx:pt>
          <cx:pt idx="54776">36.490000000000002</cx:pt>
          <cx:pt idx="54777">169.91999999999999</cx:pt>
          <cx:pt idx="54778">37.280000000000001</cx:pt>
          <cx:pt idx="54779">10.890000000000001</cx:pt>
          <cx:pt idx="54780">83.969999999999999</cx:pt>
          <cx:pt idx="54781">27.84</cx:pt>
          <cx:pt idx="54782">83.469999999999999</cx:pt>
          <cx:pt idx="54783">45.469999999999999</cx:pt>
          <cx:pt idx="54784">131.83000000000001</cx:pt>
          <cx:pt idx="54785">55.979999999999997</cx:pt>
          <cx:pt idx="54786">89.969999999999999</cx:pt>
          <cx:pt idx="54787">115.98</cx:pt>
          <cx:pt idx="54788">52.979999999999997</cx:pt>
          <cx:pt idx="54789">54.990000000000002</cx:pt>
          <cx:pt idx="54790">59.979999999999997</cx:pt>
          <cx:pt idx="54791">130.94</cx:pt>
          <cx:pt idx="54792">59.960000000000001</cx:pt>
          <cx:pt idx="54793">24.489999999999998</cx:pt>
          <cx:pt idx="54794">55.979999999999997</cx:pt>
          <cx:pt idx="54795">65.319999999999993</cx:pt>
          <cx:pt idx="54796">67.459999999999994</cx:pt>
          <cx:pt idx="54797">62.689999999999998</cx:pt>
          <cx:pt idx="54798">67.390000000000001</cx:pt>
          <cx:pt idx="54799">169.94</cx:pt>
          <cx:pt idx="54800">31.48</cx:pt>
          <cx:pt idx="54801">119.95999999999999</cx:pt>
          <cx:pt idx="54802">74.980000000000004</cx:pt>
          <cx:pt idx="54803">39.280000000000001</cx:pt>
          <cx:pt idx="54804">208.08000000000001</cx:pt>
          <cx:pt idx="54805">32.490000000000002</cx:pt>
          <cx:pt idx="54806">111.95999999999999</cx:pt>
          <cx:pt idx="54807">55.979999999999997</cx:pt>
          <cx:pt idx="54808">56.090000000000003</cx:pt>
          <cx:pt idx="54809">20.489999999999998</cx:pt>
          <cx:pt idx="54810">179.94</cx:pt>
          <cx:pt idx="54811">54.979999999999997</cx:pt>
          <cx:pt idx="54812">55.979999999999997</cx:pt>
          <cx:pt idx="54813">58.979999999999997</cx:pt>
          <cx:pt idx="54814">52.979999999999997</cx:pt>
          <cx:pt idx="54815">84.980000000000004</cx:pt>
          <cx:pt idx="54816">32.630000000000003</cx:pt>
          <cx:pt idx="54817">75.959999999999994</cx:pt>
          <cx:pt idx="54818">56.969999999999999</cx:pt>
          <cx:pt idx="54819">29.489999999999998</cx:pt>
          <cx:pt idx="54820">20.489999999999998</cx:pt>
          <cx:pt idx="54821">57</cx:pt>
          <cx:pt idx="54822">89.980000000000004</cx:pt>
          <cx:pt idx="54823">106.97</cx:pt>
          <cx:pt idx="54824">55.969999999999999</cx:pt>
          <cx:pt idx="54825">107.95999999999999</cx:pt>
          <cx:pt idx="54826">16.289999999999999</cx:pt>
          <cx:pt idx="54827">84.989999999999995</cx:pt>
          <cx:pt idx="54828">77.969999999999999</cx:pt>
          <cx:pt idx="54829">197.97</cx:pt>
          <cx:pt idx="54830">120.95999999999999</cx:pt>
          <cx:pt idx="54831">117.95</cx:pt>
          <cx:pt idx="54832">131.97999999999999</cx:pt>
          <cx:pt idx="54833">131.96000000000001</cx:pt>
          <cx:pt idx="54834">55.979999999999997</cx:pt>
          <cx:pt idx="54835">86.969999999999999</cx:pt>
          <cx:pt idx="54836">43.490000000000002</cx:pt>
          <cx:pt idx="54837">172.44999999999999</cx:pt>
          <cx:pt idx="54838">58.979999999999997</cx:pt>
          <cx:pt idx="54839">47.479999999999997</cx:pt>
          <cx:pt idx="54840">106.97</cx:pt>
          <cx:pt idx="54841">96.760000000000005</cx:pt>
          <cx:pt idx="54842">330.94999999999999</cx:pt>
          <cx:pt idx="54843">60.969999999999999</cx:pt>
          <cx:pt idx="54844">61.979999999999997</cx:pt>
          <cx:pt idx="54845">59.960000000000001</cx:pt>
          <cx:pt idx="54846">61.979999999999997</cx:pt>
          <cx:pt idx="54847">41.490000000000002</cx:pt>
          <cx:pt idx="54848">51.979999999999997</cx:pt>
          <cx:pt idx="54849">61.979999999999997</cx:pt>
          <cx:pt idx="54850">112.48999999999999</cx:pt>
          <cx:pt idx="54851">84.980000000000004</cx:pt>
          <cx:pt idx="54852">79.969999999999999</cx:pt>
          <cx:pt idx="54853">61.979999999999997</cx:pt>
          <cx:pt idx="54854">61.979999999999997</cx:pt>
          <cx:pt idx="54855">92.969999999999999</cx:pt>
          <cx:pt idx="54856">24.489999999999998</cx:pt>
          <cx:pt idx="54857">11.49</cx:pt>
          <cx:pt idx="54858">83.480000000000004</cx:pt>
          <cx:pt idx="54859">103.95999999999999</cx:pt>
          <cx:pt idx="54860">71.969999999999999</cx:pt>
          <cx:pt idx="54861">68.959999999999994</cx:pt>
          <cx:pt idx="54862">79.849999999999994</cx:pt>
          <cx:pt idx="54863">95.959999999999994</cx:pt>
          <cx:pt idx="54864">176.72999999999999</cx:pt>
          <cx:pt idx="54865">24.489999999999998</cx:pt>
          <cx:pt idx="54866">61.689999999999998</cx:pt>
          <cx:pt idx="54867">44.990000000000002</cx:pt>
          <cx:pt idx="54868">-63.969999999999999</cx:pt>
          <cx:pt idx="54869">78.590000000000003</cx:pt>
          <cx:pt idx="54870">51.289999999999999</cx:pt>
          <cx:pt idx="54871">75.870000000000005</cx:pt>
          <cx:pt idx="54872">109.78</cx:pt>
          <cx:pt idx="54873">92.969999999999999</cx:pt>
          <cx:pt idx="54874">61.979999999999997</cx:pt>
          <cx:pt idx="54875">32.490000000000002</cx:pt>
          <cx:pt idx="54876">155.94</cx:pt>
          <cx:pt idx="54877">59.960000000000001</cx:pt>
          <cx:pt idx="54878">114.89</cx:pt>
          <cx:pt idx="54879">83.969999999999999</cx:pt>
          <cx:pt idx="54880">46.289999999999999</cx:pt>
          <cx:pt idx="54881">84.989999999999995</cx:pt>
          <cx:pt idx="54882">101.95</cx:pt>
          <cx:pt idx="54883">55.979999999999997</cx:pt>
          <cx:pt idx="54884">56.969999999999999</cx:pt>
          <cx:pt idx="54885">71.969999999999999</cx:pt>
          <cx:pt idx="54886">119.95999999999999</cx:pt>
          <cx:pt idx="54887">84.980000000000004</cx:pt>
          <cx:pt idx="54888">55.960000000000001</cx:pt>
          <cx:pt idx="54889">71.189999999999998</cx:pt>
          <cx:pt idx="54890">27.489999999999998</cx:pt>
          <cx:pt idx="54891">19.27</cx:pt>
          <cx:pt idx="54892">84.969999999999999</cx:pt>
          <cx:pt idx="54893">11.49</cx:pt>
          <cx:pt idx="54894">79.989999999999995</cx:pt>
          <cx:pt idx="54895">83.480000000000004</cx:pt>
          <cx:pt idx="54896">54.979999999999997</cx:pt>
          <cx:pt idx="54897">159.96000000000001</cx:pt>
          <cx:pt idx="54898">32.490000000000002</cx:pt>
          <cx:pt idx="54899">83.959999999999994</cx:pt>
          <cx:pt idx="54900">50.969999999999999</cx:pt>
          <cx:pt idx="54901">61.479999999999997</cx:pt>
          <cx:pt idx="54902">43.490000000000002</cx:pt>
          <cx:pt idx="54903">63.969999999999999</cx:pt>
          <cx:pt idx="54904">50</cx:pt>
          <cx:pt idx="54905">73.480000000000004</cx:pt>
          <cx:pt idx="54906">124.06</cx:pt>
          <cx:pt idx="54907">60.969999999999999</cx:pt>
          <cx:pt idx="54908">69.980000000000004</cx:pt>
          <cx:pt idx="54909">251.5</cx:pt>
          <cx:pt idx="54910">63.960000000000001</cx:pt>
          <cx:pt idx="54911">143.94</cx:pt>
          <cx:pt idx="54912">65.540000000000006</cx:pt>
          <cx:pt idx="54913">68.969999999999999</cx:pt>
          <cx:pt idx="54914">53.979999999999997</cx:pt>
          <cx:pt idx="54915">92.969999999999999</cx:pt>
          <cx:pt idx="54916">105.37</cx:pt>
          <cx:pt idx="54917">58.969999999999999</cx:pt>
          <cx:pt idx="54918">56.399999999999999</cx:pt>
          <cx:pt idx="54919">55.390000000000001</cx:pt>
          <cx:pt idx="54920">86.319999999999993</cx:pt>
          <cx:pt idx="54921">25.989999999999998</cx:pt>
          <cx:pt idx="54922">123.95999999999999</cx:pt>
          <cx:pt idx="54923">55.979999999999997</cx:pt>
          <cx:pt idx="54924">59.979999999999997</cx:pt>
          <cx:pt idx="54925">71.969999999999999</cx:pt>
          <cx:pt idx="54926">54.890000000000001</cx:pt>
          <cx:pt idx="54927">53.969999999999999</cx:pt>
          <cx:pt idx="54928">79.980000000000004</cx:pt>
          <cx:pt idx="54929">169.97999999999999</cx:pt>
          <cx:pt idx="54930">49.479999999999997</cx:pt>
          <cx:pt idx="54931">239.91999999999999</cx:pt>
          <cx:pt idx="54932">97.079999999999998</cx:pt>
          <cx:pt idx="54933">50.939999999999998</cx:pt>
          <cx:pt idx="54934">89.969999999999999</cx:pt>
          <cx:pt idx="54935">-25.289999999999999</cx:pt>
          <cx:pt idx="54936">44.990000000000002</cx:pt>
          <cx:pt idx="54937">119.97</cx:pt>
          <cx:pt idx="54938">101.97</cx:pt>
          <cx:pt idx="54939">55.960000000000001</cx:pt>
          <cx:pt idx="54940">91.469999999999999</cx:pt>
          <cx:pt idx="54941">40.229999999999997</cx:pt>
          <cx:pt idx="54942">84.989999999999995</cx:pt>
          <cx:pt idx="54943">263.95999999999998</cx:pt>
          <cx:pt idx="54944">22.949999999999999</cx:pt>
          <cx:pt idx="54945">21.289999999999999</cx:pt>
          <cx:pt idx="54946">98.469999999999999</cx:pt>
          <cx:pt idx="54947">20.489999999999998</cx:pt>
          <cx:pt idx="54948">53.759999999999998</cx:pt>
          <cx:pt idx="54949">195.93000000000001</cx:pt>
          <cx:pt idx="54950">83.969999999999999</cx:pt>
          <cx:pt idx="54951">51.979999999999997</cx:pt>
          <cx:pt idx="54952">47.240000000000002</cx:pt>
          <cx:pt idx="54953">53.969999999999999</cx:pt>
          <cx:pt idx="54954">25.079999999999998</cx:pt>
          <cx:pt idx="54955">59.979999999999997</cx:pt>
          <cx:pt idx="54956">83.480000000000004</cx:pt>
          <cx:pt idx="54957">44.289999999999999</cx:pt>
          <cx:pt idx="54958">99.980000000000004</cx:pt>
          <cx:pt idx="54959">89.969999999999999</cx:pt>
          <cx:pt idx="54960">29.489999999999998</cx:pt>
          <cx:pt idx="54961">58.579999999999998</cx:pt>
          <cx:pt idx="54962">33.479999999999997</cx:pt>
          <cx:pt idx="54963">193.53999999999999</cx:pt>
          <cx:pt idx="54964">21.289999999999999</cx:pt>
          <cx:pt idx="54965">83.969999999999999</cx:pt>
          <cx:pt idx="54966">67.170000000000002</cx:pt>
          <cx:pt idx="54967">55.979999999999997</cx:pt>
          <cx:pt idx="54968">29.489999999999998</cx:pt>
          <cx:pt idx="54969">149.94999999999999</cx:pt>
          <cx:pt idx="54970">49.280000000000001</cx:pt>
          <cx:pt idx="54971">66.959999999999994</cx:pt>
          <cx:pt idx="54972">11.49</cx:pt>
          <cx:pt idx="54973">55.979999999999997</cx:pt>
          <cx:pt idx="54974">46.289999999999999</cx:pt>
          <cx:pt idx="54975">120.84999999999999</cx:pt>
          <cx:pt idx="54976">59.960000000000001</cx:pt>
          <cx:pt idx="54977">55.979999999999997</cx:pt>
          <cx:pt idx="54978">9.4100000000000001</cx:pt>
          <cx:pt idx="54979">65.989999999999995</cx:pt>
          <cx:pt idx="54980">64.980000000000004</cx:pt>
          <cx:pt idx="54981">21.289999999999999</cx:pt>
          <cx:pt idx="54982">184.97</cx:pt>
          <cx:pt idx="54983">38.479999999999997</cx:pt>
          <cx:pt idx="54984">124.18000000000001</cx:pt>
          <cx:pt idx="54985">103.37</cx:pt>
          <cx:pt idx="54986">148.96000000000001</cx:pt>
          <cx:pt idx="54987">59.979999999999997</cx:pt>
          <cx:pt idx="54988">107.95999999999999</cx:pt>
          <cx:pt idx="54989">63.969999999999999</cx:pt>
          <cx:pt idx="54990">49.990000000000002</cx:pt>
          <cx:pt idx="54991">83.480000000000004</cx:pt>
          <cx:pt idx="54992">94.950000000000003</cx:pt>
          <cx:pt idx="54993">71.969999999999999</cx:pt>
          <cx:pt idx="54994">31.280000000000001</cx:pt>
          <cx:pt idx="54995">77.390000000000001</cx:pt>
          <cx:pt idx="54996">47.479999999999997</cx:pt>
          <cx:pt idx="54997">16.289999999999999</cx:pt>
          <cx:pt idx="54998">69.969999999999999</cx:pt>
          <cx:pt idx="54999">59.990000000000002</cx:pt>
          <cx:pt idx="55000">83.969999999999999</cx:pt>
          <cx:pt idx="55001">88.950000000000003</cx:pt>
          <cx:pt idx="55002">61.979999999999997</cx:pt>
          <cx:pt idx="55003">55.969999999999999</cx:pt>
          <cx:pt idx="55004">59.979999999999997</cx:pt>
          <cx:pt idx="55005">102.83</cx:pt>
          <cx:pt idx="55006">79.980000000000004</cx:pt>
          <cx:pt idx="55007">75.959999999999994</cx:pt>
          <cx:pt idx="55008">14.49</cx:pt>
          <cx:pt idx="55009">107.95999999999999</cx:pt>
          <cx:pt idx="55010">153.97</cx:pt>
          <cx:pt idx="55011">92.969999999999999</cx:pt>
          <cx:pt idx="55012">84.680000000000007</cx:pt>
          <cx:pt idx="55013">484.89999999999998</cx:pt>
          <cx:pt idx="55014">93.980000000000004</cx:pt>
          <cx:pt idx="55015">29.489999999999998</cx:pt>
          <cx:pt idx="55016">54.979999999999997</cx:pt>
          <cx:pt idx="55017">148.97</cx:pt>
          <cx:pt idx="55018">81.969999999999999</cx:pt>
          <cx:pt idx="55019">97.930000000000007</cx:pt>
          <cx:pt idx="55020">89.489999999999995</cx:pt>
          <cx:pt idx="55021">23.98</cx:pt>
          <cx:pt idx="55022">59.979999999999997</cx:pt>
          <cx:pt idx="55023">89.969999999999999</cx:pt>
          <cx:pt idx="55024">59.979999999999997</cx:pt>
          <cx:pt idx="55025">53.979999999999997</cx:pt>
          <cx:pt idx="55026">63.960000000000001</cx:pt>
          <cx:pt idx="55027">190.91</cx:pt>
          <cx:pt idx="55028">131.97999999999999</cx:pt>
          <cx:pt idx="55029">56.850000000000001</cx:pt>
          <cx:pt idx="55030">57.590000000000003</cx:pt>
          <cx:pt idx="55031">78.959999999999994</cx:pt>
          <cx:pt idx="55032">32.490000000000002</cx:pt>
          <cx:pt idx="55033">48.579999999999998</cx:pt>
          <cx:pt idx="55034">59.979999999999997</cx:pt>
          <cx:pt idx="55035">150.97</cx:pt>
          <cx:pt idx="55036">40.490000000000002</cx:pt>
          <cx:pt idx="55037">84.980000000000004</cx:pt>
          <cx:pt idx="55038">94.890000000000001</cx:pt>
          <cx:pt idx="55039">181.16999999999999</cx:pt>
          <cx:pt idx="55040">68.969999999999999</cx:pt>
          <cx:pt idx="55041">80.969999999999999</cx:pt>
          <cx:pt idx="55042">57.979999999999997</cx:pt>
          <cx:pt idx="55043">86.950000000000003</cx:pt>
          <cx:pt idx="55044">104.95</cx:pt>
          <cx:pt idx="55045">59.969999999999999</cx:pt>
          <cx:pt idx="55046">94.980000000000004</cx:pt>
          <cx:pt idx="55047">27.48</cx:pt>
          <cx:pt idx="55048">88.969999999999999</cx:pt>
          <cx:pt idx="55049">84.469999999999999</cx:pt>
          <cx:pt idx="55050">128.24000000000001</cx:pt>
          <cx:pt idx="55051">91.969999999999999</cx:pt>
          <cx:pt idx="55052">-64.980000000000004</cx:pt>
          <cx:pt idx="55053">105.05</cx:pt>
          <cx:pt idx="55054">54.579999999999998</cx:pt>
          <cx:pt idx="55055">65.989999999999995</cx:pt>
          <cx:pt idx="55056">25.489999999999998</cx:pt>
          <cx:pt idx="55057">61.469999999999999</cx:pt>
          <cx:pt idx="55058">51.979999999999997</cx:pt>
          <cx:pt idx="55059">88.969999999999999</cx:pt>
          <cx:pt idx="55060">25.489999999999998</cx:pt>
          <cx:pt idx="55061">59.469999999999999</cx:pt>
          <cx:pt idx="55062">107.95999999999999</cx:pt>
          <cx:pt idx="55063">-50.990000000000002</cx:pt>
          <cx:pt idx="55064">16.289999999999999</cx:pt>
          <cx:pt idx="55065">31.489999999999998</cx:pt>
          <cx:pt idx="55066">66.969999999999999</cx:pt>
          <cx:pt idx="55067">84.989999999999995</cx:pt>
          <cx:pt idx="55068">59.979999999999997</cx:pt>
          <cx:pt idx="55069">59.979999999999997</cx:pt>
          <cx:pt idx="55070">226</cx:pt>
          <cx:pt idx="55071">55.979999999999997</cx:pt>
          <cx:pt idx="55072">126.95999999999999</cx:pt>
          <cx:pt idx="55073">31.48</cx:pt>
          <cx:pt idx="55074">27.989999999999998</cx:pt>
          <cx:pt idx="55075">130.63</cx:pt>
          <cx:pt idx="55076">11.49</cx:pt>
          <cx:pt idx="55077">254.97</cx:pt>
          <cx:pt idx="55078">94.980000000000004</cx:pt>
          <cx:pt idx="55079">31.789999999999999</cx:pt>
          <cx:pt idx="55080">106.69</cx:pt>
          <cx:pt idx="55081">89.950000000000003</cx:pt>
          <cx:pt idx="55082">49.479999999999997</cx:pt>
          <cx:pt idx="55083">663.53999999999996</cx:pt>
          <cx:pt idx="55084">155.94</cx:pt>
          <cx:pt idx="55085">71.969999999999999</cx:pt>
          <cx:pt idx="55086">111.95999999999999</cx:pt>
          <cx:pt idx="55087">110.94</cx:pt>
          <cx:pt idx="55088">239.90000000000001</cx:pt>
          <cx:pt idx="55089">129.94999999999999</cx:pt>
          <cx:pt idx="55090">68.989999999999995</cx:pt>
          <cx:pt idx="55091">95.170000000000002</cx:pt>
          <cx:pt idx="55092">41.479999999999997</cx:pt>
          <cx:pt idx="55093">70.980000000000004</cx:pt>
          <cx:pt idx="55094">74.950000000000003</cx:pt>
          <cx:pt idx="55095">124.97</cx:pt>
          <cx:pt idx="55096">89.969999999999999</cx:pt>
          <cx:pt idx="55097">92.969999999999999</cx:pt>
          <cx:pt idx="55098">59.979999999999997</cx:pt>
          <cx:pt idx="55099">32.630000000000003</cx:pt>
          <cx:pt idx="55100">53.18</cx:pt>
          <cx:pt idx="55101">89.939999999999998</cx:pt>
          <cx:pt idx="55102">17.989999999999998</cx:pt>
          <cx:pt idx="55103">11.49</cx:pt>
          <cx:pt idx="55104">75.980000000000004</cx:pt>
          <cx:pt idx="55105">49.990000000000002</cx:pt>
          <cx:pt idx="55106">37.270000000000003</cx:pt>
          <cx:pt idx="55107">143.94999999999999</cx:pt>
          <cx:pt idx="55108">68.480000000000004</cx:pt>
          <cx:pt idx="55109">89.900000000000006</cx:pt>
          <cx:pt idx="55110">102.81999999999999</cx:pt>
          <cx:pt idx="55111">58.979999999999997</cx:pt>
          <cx:pt idx="55112">137.94999999999999</cx:pt>
          <cx:pt idx="55113">83.969999999999999</cx:pt>
          <cx:pt idx="55114">66.560000000000002</cx:pt>
          <cx:pt idx="55115">83.969999999999999</cx:pt>
          <cx:pt idx="55116">49.969999999999999</cx:pt>
          <cx:pt idx="55117">89.950000000000003</cx:pt>
          <cx:pt idx="55118">254.97</cx:pt>
          <cx:pt idx="55119">51.979999999999997</cx:pt>
          <cx:pt idx="55120">27.989999999999998</cx:pt>
          <cx:pt idx="55121">26.989999999999998</cx:pt>
          <cx:pt idx="55122">62.960000000000001</cx:pt>
          <cx:pt idx="55123">97.950000000000003</cx:pt>
          <cx:pt idx="55124">89.950000000000003</cx:pt>
          <cx:pt idx="55125">77.969999999999999</cx:pt>
          <cx:pt idx="55126">55.979999999999997</cx:pt>
          <cx:pt idx="55127">205.65000000000001</cx:pt>
          <cx:pt idx="55128">47.240000000000002</cx:pt>
          <cx:pt idx="55129">45.490000000000002</cx:pt>
          <cx:pt idx="55130">49.469999999999999</cx:pt>
          <cx:pt idx="55131">159.91999999999999</cx:pt>
          <cx:pt idx="55132">41.490000000000002</cx:pt>
          <cx:pt idx="55133">59.960000000000001</cx:pt>
          <cx:pt idx="55134">83.969999999999999</cx:pt>
          <cx:pt idx="55135">111.12</cx:pt>
          <cx:pt idx="55136">129.94999999999999</cx:pt>
          <cx:pt idx="55137">31.48</cx:pt>
          <cx:pt idx="55138">53.969999999999999</cx:pt>
          <cx:pt idx="55139">55.969999999999999</cx:pt>
          <cx:pt idx="55140">64.769999999999996</cx:pt>
          <cx:pt idx="55141">64.969999999999999</cx:pt>
          <cx:pt idx="55142">61.979999999999997</cx:pt>
          <cx:pt idx="55143">53.979999999999997</cx:pt>
          <cx:pt idx="55144">60.979999999999997</cx:pt>
          <cx:pt idx="55145">123.95999999999999</cx:pt>
          <cx:pt idx="55146">124.98</cx:pt>
          <cx:pt idx="55147">55.979999999999997</cx:pt>
          <cx:pt idx="55148">58.979999999999997</cx:pt>
          <cx:pt idx="55149">99.939999999999998</cx:pt>
          <cx:pt idx="55150">61.979999999999997</cx:pt>
          <cx:pt idx="55151">69.959999999999994</cx:pt>
          <cx:pt idx="55152">72.560000000000002</cx:pt>
          <cx:pt idx="55153">83.969999999999999</cx:pt>
          <cx:pt idx="55154">24.48</cx:pt>
          <cx:pt idx="55155">67.959999999999994</cx:pt>
          <cx:pt idx="55156">55.960000000000001</cx:pt>
          <cx:pt idx="55157">33.280000000000001</cx:pt>
          <cx:pt idx="55158">57.979999999999997</cx:pt>
          <cx:pt idx="55159">30.23</cx:pt>
          <cx:pt idx="55160">50.979999999999997</cx:pt>
          <cx:pt idx="55161">34.479999999999997</cx:pt>
          <cx:pt idx="55162">68.969999999999999</cx:pt>
          <cx:pt idx="55163">49.969999999999999</cx:pt>
          <cx:pt idx="55164">181.93000000000001</cx:pt>
          <cx:pt idx="55165">58.990000000000002</cx:pt>
          <cx:pt idx="55166">107.95999999999999</cx:pt>
          <cx:pt idx="55167">77.969999999999999</cx:pt>
          <cx:pt idx="55168">73.969999999999999</cx:pt>
          <cx:pt idx="55169">158.47</cx:pt>
          <cx:pt idx="55170">49.490000000000002</cx:pt>
          <cx:pt idx="55171">76.980000000000004</cx:pt>
          <cx:pt idx="55172">77.969999999999999</cx:pt>
          <cx:pt idx="55173">901.82000000000005</cx:pt>
          <cx:pt idx="55174">112.95999999999999</cx:pt>
          <cx:pt idx="55175">61.979999999999997</cx:pt>
          <cx:pt idx="55176">32.490000000000002</cx:pt>
          <cx:pt idx="55177">83.969999999999999</cx:pt>
          <cx:pt idx="55178">17.289999999999999</cx:pt>
          <cx:pt idx="55179">146.37</cx:pt>
          <cx:pt idx="55180">121.97</cx:pt>
          <cx:pt idx="55181">68.819999999999993</cx:pt>
          <cx:pt idx="55182">61.490000000000002</cx:pt>
          <cx:pt idx="55183">642.83000000000004</cx:pt>
          <cx:pt idx="55184">61.979999999999997</cx:pt>
          <cx:pt idx="55185">131.94999999999999</cx:pt>
          <cx:pt idx="55186">51.979999999999997</cx:pt>
          <cx:pt idx="55187">17.489999999999998</cx:pt>
          <cx:pt idx="55188">54.990000000000002</cx:pt>
          <cx:pt idx="55189">111.12</cx:pt>
          <cx:pt idx="55190">61.979999999999997</cx:pt>
          <cx:pt idx="55191">83.969999999999999</cx:pt>
          <cx:pt idx="55192">53.43</cx:pt>
          <cx:pt idx="55193">54.990000000000002</cx:pt>
          <cx:pt idx="55194">75</cx:pt>
          <cx:pt idx="55195">51.979999999999997</cx:pt>
          <cx:pt idx="55196">123.95999999999999</cx:pt>
          <cx:pt idx="55197">41.18</cx:pt>
          <cx:pt idx="55198">111.95999999999999</cx:pt>
          <cx:pt idx="55199">94.969999999999999</cx:pt>
          <cx:pt idx="55200">46.270000000000003</cx:pt>
          <cx:pt idx="55201">84.989999999999995</cx:pt>
          <cx:pt idx="55202">107.94</cx:pt>
          <cx:pt idx="55203">68.480000000000004</cx:pt>
          <cx:pt idx="55204">131.97999999999999</cx:pt>
          <cx:pt idx="55205">94.980000000000004</cx:pt>
          <cx:pt idx="55206">64.980000000000004</cx:pt>
          <cx:pt idx="55207">50.990000000000002</cx:pt>
          <cx:pt idx="55208">55.390000000000001</cx:pt>
          <cx:pt idx="55209">59.969999999999999</cx:pt>
          <cx:pt idx="55210">128.94</cx:pt>
          <cx:pt idx="55211">50.979999999999997</cx:pt>
          <cx:pt idx="55212">55.979999999999997</cx:pt>
          <cx:pt idx="55213">84.980000000000004</cx:pt>
          <cx:pt idx="55214">62.469999999999999</cx:pt>
          <cx:pt idx="55215">70.969999999999999</cx:pt>
          <cx:pt idx="55216">60.969999999999999</cx:pt>
          <cx:pt idx="55217">79.980000000000004</cx:pt>
          <cx:pt idx="55218">84.980000000000004</cx:pt>
          <cx:pt idx="55219">102.83</cx:pt>
          <cx:pt idx="55220">71.969999999999999</cx:pt>
          <cx:pt idx="55221">51.979999999999997</cx:pt>
          <cx:pt idx="55222">112.45</cx:pt>
          <cx:pt idx="55223">89.969999999999999</cx:pt>
          <cx:pt idx="55224">59.960000000000001</cx:pt>
          <cx:pt idx="55225">41.280000000000001</cx:pt>
          <cx:pt idx="55226">59.960000000000001</cx:pt>
          <cx:pt idx="55227">124.58</cx:pt>
          <cx:pt idx="55228">166.94</cx:pt>
          <cx:pt idx="55229">31.48</cx:pt>
          <cx:pt idx="55230">83.969999999999999</cx:pt>
          <cx:pt idx="55231">171.96000000000001</cx:pt>
          <cx:pt idx="55232">55.979999999999997</cx:pt>
          <cx:pt idx="55233">115.98</cx:pt>
          <cx:pt idx="55234">14.49</cx:pt>
          <cx:pt idx="55235">31.280000000000001</cx:pt>
          <cx:pt idx="55236">71.969999999999999</cx:pt>
          <cx:pt idx="55237">53.979999999999997</cx:pt>
          <cx:pt idx="55238">63.969999999999999</cx:pt>
          <cx:pt idx="55239">149.09999999999999</cx:pt>
          <cx:pt idx="55240">167.94</cx:pt>
          <cx:pt idx="55241">55.979999999999997</cx:pt>
          <cx:pt idx="55242">46.289999999999999</cx:pt>
          <cx:pt idx="55243">46.490000000000002</cx:pt>
          <cx:pt idx="55244">29.489999999999998</cx:pt>
          <cx:pt idx="55245">132.47</cx:pt>
          <cx:pt idx="55246">61.979999999999997</cx:pt>
          <cx:pt idx="55247">84.980000000000004</cx:pt>
          <cx:pt idx="55248">123.47</cx:pt>
          <cx:pt idx="55249">61.170000000000002</cx:pt>
          <cx:pt idx="55250">64.969999999999999</cx:pt>
          <cx:pt idx="55251">73.969999999999999</cx:pt>
          <cx:pt idx="55252">71.859999999999999</cx:pt>
          <cx:pt idx="55253">55.359999999999999</cx:pt>
          <cx:pt idx="55254">61.979999999999997</cx:pt>
          <cx:pt idx="55255">61.979999999999997</cx:pt>
          <cx:pt idx="55256">43.770000000000003</cx:pt>
          <cx:pt idx="55257">179.96000000000001</cx:pt>
          <cx:pt idx="55258">161.71000000000001</cx:pt>
          <cx:pt idx="55259">68.969999999999999</cx:pt>
          <cx:pt idx="55260">159.69999999999999</cx:pt>
          <cx:pt idx="55261">50.380000000000003</cx:pt>
          <cx:pt idx="55262">55.979999999999997</cx:pt>
          <cx:pt idx="55263">54.979999999999997</cx:pt>
          <cx:pt idx="55264">89.969999999999999</cx:pt>
          <cx:pt idx="55265">61.979999999999997</cx:pt>
          <cx:pt idx="55266">24.48</cx:pt>
          <cx:pt idx="55267">55.979999999999997</cx:pt>
          <cx:pt idx="55268">92.980000000000004</cx:pt>
          <cx:pt idx="55269">64.980000000000004</cx:pt>
          <cx:pt idx="55270">67.019999999999996</cx:pt>
          <cx:pt idx="55271">39.890000000000001</cx:pt>
          <cx:pt idx="55272">62.859999999999999</cx:pt>
          <cx:pt idx="55273">52.479999999999997</cx:pt>
          <cx:pt idx="55274">31.48</cx:pt>
          <cx:pt idx="55275">60.960000000000001</cx:pt>
          <cx:pt idx="55276">73.480000000000004</cx:pt>
          <cx:pt idx="55277">71.969999999999999</cx:pt>
          <cx:pt idx="55278">99.980000000000004</cx:pt>
          <cx:pt idx="55279">59.960000000000001</cx:pt>
          <cx:pt idx="55280">254.97</cx:pt>
          <cx:pt idx="55281">89.969999999999999</cx:pt>
          <cx:pt idx="55282">74.980000000000004</cx:pt>
          <cx:pt idx="55283">88.689999999999998</cx:pt>
          <cx:pt idx="55284">13.289999999999999</cx:pt>
          <cx:pt idx="55285">120.56999999999999</cx:pt>
          <cx:pt idx="55286">29.489999999999998</cx:pt>
          <cx:pt idx="55287">155.90000000000001</cx:pt>
          <cx:pt idx="55288">61.979999999999997</cx:pt>
          <cx:pt idx="55289">27.579999999999998</cx:pt>
          <cx:pt idx="55290">49.479999999999997</cx:pt>
          <cx:pt idx="55291">95.959999999999994</cx:pt>
          <cx:pt idx="55292">31.48</cx:pt>
          <cx:pt idx="55293">63.479999999999997</cx:pt>
          <cx:pt idx="55294">142.44</cx:pt>
          <cx:pt idx="55295">159.75</cx:pt>
          <cx:pt idx="55296">65.989999999999995</cx:pt>
          <cx:pt idx="55297">64.370000000000005</cx:pt>
          <cx:pt idx="55298">55.979999999999997</cx:pt>
          <cx:pt idx="55299">92.969999999999999</cx:pt>
          <cx:pt idx="55300">82.260000000000005</cx:pt>
          <cx:pt idx="55301">116.97</cx:pt>
          <cx:pt idx="55302">92.969999999999999</cx:pt>
          <cx:pt idx="55303">83.969999999999999</cx:pt>
          <cx:pt idx="55304">46.490000000000002</cx:pt>
          <cx:pt idx="55305">41.490000000000002</cx:pt>
          <cx:pt idx="55306">54.990000000000002</cx:pt>
          <cx:pt idx="55307">70.170000000000002</cx:pt>
          <cx:pt idx="55308">77.450000000000003</cx:pt>
          <cx:pt idx="55309">89.969999999999999</cx:pt>
          <cx:pt idx="55310">89.969999999999999</cx:pt>
          <cx:pt idx="55311">59.979999999999997</cx:pt>
          <cx:pt idx="55312">55.960000000000001</cx:pt>
          <cx:pt idx="55313">84.980000000000004</cx:pt>
          <cx:pt idx="55314">51.979999999999997</cx:pt>
          <cx:pt idx="55315">59.990000000000002</cx:pt>
          <cx:pt idx="55316">59.969999999999999</cx:pt>
          <cx:pt idx="55317">55.979999999999997</cx:pt>
          <cx:pt idx="55318">119.12</cx:pt>
          <cx:pt idx="55319">67.019999999999996</cx:pt>
          <cx:pt idx="55320">89.950000000000003</cx:pt>
          <cx:pt idx="55321">64.069999999999993</cx:pt>
          <cx:pt idx="55322">96.450000000000003</cx:pt>
          <cx:pt idx="55323">106.97</cx:pt>
          <cx:pt idx="55324">49.280000000000001</cx:pt>
          <cx:pt idx="55325">19.489999999999998</cx:pt>
          <cx:pt idx="55326">41.289999999999999</cx:pt>
          <cx:pt idx="55327">29.489999999999998</cx:pt>
          <cx:pt idx="55328">35.280000000000001</cx:pt>
          <cx:pt idx="55329">58.979999999999997</cx:pt>
          <cx:pt idx="55330">46.490000000000002</cx:pt>
          <cx:pt idx="55331">143.72</cx:pt>
          <cx:pt idx="55332">79.959999999999994</cx:pt>
          <cx:pt idx="55333">59.979999999999997</cx:pt>
          <cx:pt idx="55334">-89.219999999999999</cx:pt>
          <cx:pt idx="55335">-128.24000000000001</cx:pt>
          <cx:pt idx="55336">-79.840000000000003</cx:pt>
          <cx:pt idx="55337">111.95999999999999</cx:pt>
          <cx:pt idx="55338">49.490000000000002</cx:pt>
          <cx:pt idx="55339">57.960000000000001</cx:pt>
          <cx:pt idx="55340">51.979999999999997</cx:pt>
          <cx:pt idx="55341">85.890000000000001</cx:pt>
          <cx:pt idx="55342">64.849999999999994</cx:pt>
          <cx:pt idx="55343">64.980000000000004</cx:pt>
          <cx:pt idx="55344">142.72</cx:pt>
          <cx:pt idx="55345">99.980000000000004</cx:pt>
          <cx:pt idx="55346">23.280000000000001</cx:pt>
          <cx:pt idx="55347">54.990000000000002</cx:pt>
          <cx:pt idx="55348">20.289999999999999</cx:pt>
          <cx:pt idx="55349">61.979999999999997</cx:pt>
          <cx:pt idx="55350">21.489999999999998</cx:pt>
          <cx:pt idx="55351">65.989999999999995</cx:pt>
          <cx:pt idx="55352">49.990000000000002</cx:pt>
          <cx:pt idx="55353">52.979999999999997</cx:pt>
          <cx:pt idx="55354">54.979999999999997</cx:pt>
          <cx:pt idx="55355">98.469999999999999</cx:pt>
          <cx:pt idx="55356">59.979999999999997</cx:pt>
          <cx:pt idx="55357">233.91</cx:pt>
          <cx:pt idx="55358">50.979999999999997</cx:pt>
          <cx:pt idx="55359">86.959999999999994</cx:pt>
          <cx:pt idx="55360">111.95999999999999</cx:pt>
          <cx:pt idx="55361">63.960000000000001</cx:pt>
          <cx:pt idx="55362">64.980000000000004</cx:pt>
          <cx:pt idx="55363">61.979999999999997</cx:pt>
          <cx:pt idx="55364">63.960000000000001</cx:pt>
          <cx:pt idx="55365">15.48</cx:pt>
          <cx:pt idx="55366">68.480000000000004</cx:pt>
          <cx:pt idx="55367">59.969999999999999</cx:pt>
          <cx:pt idx="55368">49.990000000000002</cx:pt>
          <cx:pt idx="55369">75.959999999999994</cx:pt>
          <cx:pt idx="55370">35.490000000000002</cx:pt>
          <cx:pt idx="55371">72.579999999999998</cx:pt>
          <cx:pt idx="55372">106.95999999999999</cx:pt>
          <cx:pt idx="55373">124.06</cx:pt>
          <cx:pt idx="55374">25.289999999999999</cx:pt>
          <cx:pt idx="55375">51.979999999999997</cx:pt>
          <cx:pt idx="55376">66.569999999999993</cx:pt>
          <cx:pt idx="55377">69.980000000000004</cx:pt>
          <cx:pt idx="55378">64.980000000000004</cx:pt>
          <cx:pt idx="55379">89.959999999999994</cx:pt>
          <cx:pt idx="55380">77.969999999999999</cx:pt>
          <cx:pt idx="55381">25.370000000000001</cx:pt>
          <cx:pt idx="55382">178.94999999999999</cx:pt>
          <cx:pt idx="55383">51.979999999999997</cx:pt>
          <cx:pt idx="55384">84.980000000000004</cx:pt>
          <cx:pt idx="55385">26.489999999999998</cx:pt>
          <cx:pt idx="55386">61.979999999999997</cx:pt>
          <cx:pt idx="55387">89.969999999999999</cx:pt>
          <cx:pt idx="55388">67.959999999999994</cx:pt>
          <cx:pt idx="55389">59.979999999999997</cx:pt>
          <cx:pt idx="55390">29.280000000000001</cx:pt>
          <cx:pt idx="55391">191.91999999999999</cx:pt>
          <cx:pt idx="55392">29</cx:pt>
          <cx:pt idx="55393">74.859999999999999</cx:pt>
          <cx:pt idx="55394">30.379999999999999</cx:pt>
          <cx:pt idx="55395">53.969999999999999</cx:pt>
          <cx:pt idx="55396">63.979999999999997</cx:pt>
          <cx:pt idx="55397">29.469999999999999</cx:pt>
          <cx:pt idx="55398">76.280000000000001</cx:pt>
          <cx:pt idx="55399">21.289999999999999</cx:pt>
          <cx:pt idx="55400">60.979999999999997</cx:pt>
          <cx:pt idx="55401">41.479999999999997</cx:pt>
          <cx:pt idx="55402">77.969999999999999</cx:pt>
          <cx:pt idx="55403">41.090000000000003</cx:pt>
          <cx:pt idx="55404">206.61000000000001</cx:pt>
          <cx:pt idx="55405">55.979999999999997</cx:pt>
          <cx:pt idx="55406">59.960000000000001</cx:pt>
          <cx:pt idx="55407">247.91</cx:pt>
          <cx:pt idx="55408">65.319999999999993</cx:pt>
          <cx:pt idx="55409">52.469999999999999</cx:pt>
          <cx:pt idx="55410">83.969999999999999</cx:pt>
          <cx:pt idx="55411">38.990000000000002</cx:pt>
          <cx:pt idx="55412">32.490000000000002</cx:pt>
          <cx:pt idx="55413">55.979999999999997</cx:pt>
          <cx:pt idx="55414">103.45999999999999</cx:pt>
          <cx:pt idx="55415">251.91</cx:pt>
          <cx:pt idx="55416">55.390000000000001</cx:pt>
          <cx:pt idx="55417">65.269999999999996</cx:pt>
          <cx:pt idx="55418">56.979999999999997</cx:pt>
          <cx:pt idx="55419">83.969999999999999</cx:pt>
          <cx:pt idx="55420">135.96000000000001</cx:pt>
          <cx:pt idx="55421">51.979999999999997</cx:pt>
          <cx:pt idx="55422">13.289999999999999</cx:pt>
          <cx:pt idx="55423">96.780000000000001</cx:pt>
          <cx:pt idx="55424">56.759999999999998</cx:pt>
          <cx:pt idx="55425">92.969999999999999</cx:pt>
          <cx:pt idx="55426">96.780000000000001</cx:pt>
          <cx:pt idx="55427">42.229999999999997</cx:pt>
          <cx:pt idx="55428">69.959999999999994</cx:pt>
          <cx:pt idx="55429">61.280000000000001</cx:pt>
          <cx:pt idx="55430">51.979999999999997</cx:pt>
          <cx:pt idx="55431">29.489999999999998</cx:pt>
          <cx:pt idx="55432">49.280000000000001</cx:pt>
          <cx:pt idx="55433">29.489999999999998</cx:pt>
          <cx:pt idx="55434">31.48</cx:pt>
          <cx:pt idx="55435">67.739999999999995</cx:pt>
          <cx:pt idx="55436">14.99</cx:pt>
          <cx:pt idx="55437">21.489999999999998</cx:pt>
          <cx:pt idx="55438">184.38999999999999</cx:pt>
          <cx:pt idx="55439">37.289999999999999</cx:pt>
          <cx:pt idx="55440">49.479999999999997</cx:pt>
          <cx:pt idx="55441">178.16999999999999</cx:pt>
          <cx:pt idx="55442">55.979999999999997</cx:pt>
          <cx:pt idx="55443">54.950000000000003</cx:pt>
          <cx:pt idx="55444">83.939999999999998</cx:pt>
          <cx:pt idx="55445">120.89</cx:pt>
          <cx:pt idx="55446">179.94</cx:pt>
          <cx:pt idx="55447">127.45999999999999</cx:pt>
          <cx:pt idx="55448">10.869999999999999</cx:pt>
          <cx:pt idx="55449">123.38</cx:pt>
          <cx:pt idx="55450">89.950000000000003</cx:pt>
          <cx:pt idx="55451">53.18</cx:pt>
          <cx:pt idx="55452">58.979999999999997</cx:pt>
          <cx:pt idx="55453">67.480000000000004</cx:pt>
          <cx:pt idx="55454">479.94</cx:pt>
          <cx:pt idx="55455">41.490000000000002</cx:pt>
          <cx:pt idx="55456">55.640000000000001</cx:pt>
          <cx:pt idx="55457">55.979999999999997</cx:pt>
          <cx:pt idx="55458">117.95999999999999</cx:pt>
          <cx:pt idx="55459">169.97999999999999</cx:pt>
          <cx:pt idx="55460">131.97999999999999</cx:pt>
          <cx:pt idx="55461">79.849999999999994</cx:pt>
          <cx:pt idx="55462">59.979999999999997</cx:pt>
          <cx:pt idx="55463">125.97</cx:pt>
          <cx:pt idx="55464">51.979999999999997</cx:pt>
          <cx:pt idx="55465">31.48</cx:pt>
          <cx:pt idx="55466">141.41999999999999</cx:pt>
          <cx:pt idx="55467">28.280000000000001</cx:pt>
          <cx:pt idx="55468">104.95</cx:pt>
          <cx:pt idx="55469">216.5</cx:pt>
          <cx:pt idx="55470">119.95999999999999</cx:pt>
          <cx:pt idx="55471">103.73</cx:pt>
          <cx:pt idx="55472">55.979999999999997</cx:pt>
          <cx:pt idx="55473">52.68</cx:pt>
          <cx:pt idx="55474">78.950000000000003</cx:pt>
          <cx:pt idx="55475">22.489999999999998</cx:pt>
          <cx:pt idx="55476">108.47</cx:pt>
          <cx:pt idx="55477">126.47</cx:pt>
          <cx:pt idx="55478">111.95999999999999</cx:pt>
          <cx:pt idx="55479">23.18</cx:pt>
          <cx:pt idx="55480">83.969999999999999</cx:pt>
          <cx:pt idx="55481">190.74000000000001</cx:pt>
          <cx:pt idx="55482">32.490000000000002</cx:pt>
          <cx:pt idx="55483">61.979999999999997</cx:pt>
          <cx:pt idx="55484">207.91999999999999</cx:pt>
          <cx:pt idx="55485">59.979999999999997</cx:pt>
          <cx:pt idx="55486">32.490000000000002</cx:pt>
          <cx:pt idx="55487">131.97999999999999</cx:pt>
          <cx:pt idx="55488">46.490000000000002</cx:pt>
          <cx:pt idx="55489">65.969999999999999</cx:pt>
          <cx:pt idx="55490">163.96000000000001</cx:pt>
          <cx:pt idx="55491">111.95999999999999</cx:pt>
          <cx:pt idx="55492">61.979999999999997</cx:pt>
          <cx:pt idx="55493">108.87</cx:pt>
          <cx:pt idx="55494">131.44999999999999</cx:pt>
          <cx:pt idx="55495">115.98</cx:pt>
          <cx:pt idx="55496">32.479999999999997</cx:pt>
          <cx:pt idx="55497">55.780000000000001</cx:pt>
          <cx:pt idx="55498">100.98</cx:pt>
          <cx:pt idx="55499">54.990000000000002</cx:pt>
          <cx:pt idx="55500">180.93000000000001</cx:pt>
          <cx:pt idx="55501">32.490000000000002</cx:pt>
          <cx:pt idx="55502">15.49</cx:pt>
          <cx:pt idx="55503">53.979999999999997</cx:pt>
          <cx:pt idx="55504">59.969999999999999</cx:pt>
          <cx:pt idx="55505">59.390000000000001</cx:pt>
          <cx:pt idx="55506">88.959999999999994</cx:pt>
          <cx:pt idx="55507">50.960000000000001</cx:pt>
          <cx:pt idx="55508">217.83000000000001</cx:pt>
          <cx:pt idx="55509">92.969999999999999</cx:pt>
          <cx:pt idx="55510">101.44</cx:pt>
          <cx:pt idx="55511">73.769999999999996</cx:pt>
          <cx:pt idx="55512">47.5</cx:pt>
          <cx:pt idx="55513">21.760000000000002</cx:pt>
          <cx:pt idx="55514">61.979999999999997</cx:pt>
          <cx:pt idx="55515">220.91999999999999</cx:pt>
          <cx:pt idx="55516">31.489999999999998</cx:pt>
          <cx:pt idx="55517">71.969999999999999</cx:pt>
          <cx:pt idx="55518">59.979999999999997</cx:pt>
          <cx:pt idx="55519">29.489999999999998</cx:pt>
          <cx:pt idx="55520">61.979999999999997</cx:pt>
          <cx:pt idx="55521">113.95</cx:pt>
          <cx:pt idx="55522">154.94999999999999</cx:pt>
          <cx:pt idx="55523">111.95999999999999</cx:pt>
          <cx:pt idx="55524">123.27</cx:pt>
          <cx:pt idx="55525">55.979999999999997</cx:pt>
          <cx:pt idx="55526">125.95</cx:pt>
          <cx:pt idx="55527">155.94</cx:pt>
          <cx:pt idx="55528">59.990000000000002</cx:pt>
          <cx:pt idx="55529">129.94999999999999</cx:pt>
          <cx:pt idx="55530">-169.97999999999999</cx:pt>
          <cx:pt idx="55531">67.480000000000004</cx:pt>
          <cx:pt idx="55532">54.990000000000002</cx:pt>
          <cx:pt idx="55533">21.48</cx:pt>
          <cx:pt idx="55534">111.95999999999999</cx:pt>
          <cx:pt idx="55535">171.96000000000001</cx:pt>
          <cx:pt idx="55536">125.79000000000001</cx:pt>
          <cx:pt idx="55537">98.579999999999998</cx:pt>
          <cx:pt idx="55538">55.979999999999997</cx:pt>
          <cx:pt idx="55539">106.45999999999999</cx:pt>
          <cx:pt idx="55540">29.09</cx:pt>
          <cx:pt idx="55541">51.979999999999997</cx:pt>
          <cx:pt idx="55542">155.94</cx:pt>
          <cx:pt idx="55543">11.19</cx:pt>
          <cx:pt idx="55544">72.969999999999999</cx:pt>
          <cx:pt idx="55545">30.280000000000001</cx:pt>
          <cx:pt idx="55546">63.960000000000001</cx:pt>
          <cx:pt idx="55547">63.979999999999997</cx:pt>
          <cx:pt idx="55548">21.289999999999999</cx:pt>
          <cx:pt idx="55549">51.979999999999997</cx:pt>
          <cx:pt idx="55550">55.960000000000001</cx:pt>
          <cx:pt idx="55551">131.97999999999999</cx:pt>
          <cx:pt idx="55552">17.489999999999998</cx:pt>
          <cx:pt idx="55553">19.489999999999998</cx:pt>
          <cx:pt idx="55554">149.94999999999999</cx:pt>
          <cx:pt idx="55555">51.960000000000001</cx:pt>
          <cx:pt idx="55556">29.489999999999998</cx:pt>
          <cx:pt idx="55557">49.990000000000002</cx:pt>
          <cx:pt idx="55558">59.950000000000003</cx:pt>
          <cx:pt idx="55559">32.490000000000002</cx:pt>
          <cx:pt idx="55560">63.880000000000003</cx:pt>
          <cx:pt idx="55561">85.980000000000004</cx:pt>
          <cx:pt idx="55562">84.629999999999995</cx:pt>
          <cx:pt idx="55563">120.95999999999999</cx:pt>
          <cx:pt idx="55564">46.490000000000002</cx:pt>
          <cx:pt idx="55565">13.289999999999999</cx:pt>
          <cx:pt idx="55566">59.979999999999997</cx:pt>
          <cx:pt idx="55567">108.86</cx:pt>
          <cx:pt idx="55568">71.959999999999994</cx:pt>
          <cx:pt idx="55569">50.479999999999997</cx:pt>
          <cx:pt idx="55570">107.95999999999999</cx:pt>
          <cx:pt idx="55571">111.95999999999999</cx:pt>
          <cx:pt idx="55572">59.979999999999997</cx:pt>
          <cx:pt idx="55573">69.980000000000004</cx:pt>
          <cx:pt idx="55574">79.980000000000004</cx:pt>
          <cx:pt idx="55575">84.269999999999996</cx:pt>
          <cx:pt idx="55576">188.94999999999999</cx:pt>
          <cx:pt idx="55577">49.990000000000002</cx:pt>
          <cx:pt idx="55578">30.239999999999998</cx:pt>
          <cx:pt idx="55579">39.890000000000001</cx:pt>
          <cx:pt idx="55580">74.969999999999999</cx:pt>
          <cx:pt idx="55581">101.95999999999999</cx:pt>
          <cx:pt idx="55582">12.08</cx:pt>
          <cx:pt idx="55583">82.969999999999999</cx:pt>
          <cx:pt idx="55584">216.66</cx:pt>
          <cx:pt idx="55585">155.94</cx:pt>
          <cx:pt idx="55586">107.65000000000001</cx:pt>
          <cx:pt idx="55587">151.21000000000001</cx:pt>
          <cx:pt idx="55588">143.91</cx:pt>
          <cx:pt idx="55589">60.990000000000002</cx:pt>
          <cx:pt idx="55590">79.849999999999994</cx:pt>
          <cx:pt idx="55591">59.960000000000001</cx:pt>
          <cx:pt idx="55592">55.979999999999997</cx:pt>
          <cx:pt idx="55593">424.51999999999998</cx:pt>
          <cx:pt idx="55594">104.97</cx:pt>
          <cx:pt idx="55595">55.979999999999997</cx:pt>
          <cx:pt idx="55596">54.979999999999997</cx:pt>
          <cx:pt idx="55597">33.460000000000001</cx:pt>
          <cx:pt idx="55598">55.979999999999997</cx:pt>
          <cx:pt idx="55599">71.969999999999999</cx:pt>
          <cx:pt idx="55600">65.989999999999995</cx:pt>
          <cx:pt idx="55601">48.479999999999997</cx:pt>
          <cx:pt idx="55602">65.989999999999995</cx:pt>
          <cx:pt idx="55603">59.979999999999997</cx:pt>
          <cx:pt idx="55604">104.95999999999999</cx:pt>
          <cx:pt idx="55605">178.94</cx:pt>
          <cx:pt idx="55606">31.289999999999999</cx:pt>
          <cx:pt idx="55607">63.960000000000001</cx:pt>
          <cx:pt idx="55608">55.960000000000001</cx:pt>
          <cx:pt idx="55609">55.640000000000001</cx:pt>
          <cx:pt idx="55610">68.480000000000004</cx:pt>
          <cx:pt idx="55611">235.97</cx:pt>
          <cx:pt idx="55612">111.95999999999999</cx:pt>
          <cx:pt idx="55613">118.78</cx:pt>
          <cx:pt idx="55614">56.969999999999999</cx:pt>
          <cx:pt idx="55615">131.94</cx:pt>
          <cx:pt idx="55616">41.289999999999999</cx:pt>
          <cx:pt idx="55617">120.45999999999999</cx:pt>
          <cx:pt idx="55618">131.97999999999999</cx:pt>
          <cx:pt idx="55619">89.969999999999999</cx:pt>
          <cx:pt idx="55620">37.280000000000001</cx:pt>
          <cx:pt idx="55621">51.979999999999997</cx:pt>
          <cx:pt idx="55622">99.180000000000007</cx:pt>
          <cx:pt idx="55623">56.979999999999997</cx:pt>
          <cx:pt idx="55624">86.950000000000003</cx:pt>
          <cx:pt idx="55625">65.969999999999999</cx:pt>
          <cx:pt idx="55626">120.98999999999999</cx:pt>
          <cx:pt idx="55627">60.25</cx:pt>
          <cx:pt idx="55628">74.950000000000003</cx:pt>
          <cx:pt idx="55629">204.43000000000001</cx:pt>
          <cx:pt idx="55630">287</cx:pt>
          <cx:pt idx="55631">58.979999999999997</cx:pt>
          <cx:pt idx="55632">86.969999999999999</cx:pt>
          <cx:pt idx="55633">127.36</cx:pt>
          <cx:pt idx="55634">65.989999999999995</cx:pt>
          <cx:pt idx="55635">103.95999999999999</cx:pt>
          <cx:pt idx="55636">50.649999999999999</cx:pt>
          <cx:pt idx="55637">83.969999999999999</cx:pt>
          <cx:pt idx="55638">31.489999999999998</cx:pt>
          <cx:pt idx="55639">115.98</cx:pt>
          <cx:pt idx="55640">27.280000000000001</cx:pt>
          <cx:pt idx="55641">71.969999999999999</cx:pt>
          <cx:pt idx="55642">-122.06</cx:pt>
          <cx:pt idx="55643">77.969999999999999</cx:pt>
          <cx:pt idx="55644">56.969999999999999</cx:pt>
          <cx:pt idx="55645">48.979999999999997</cx:pt>
          <cx:pt idx="55646">-12.99</cx:pt>
          <cx:pt idx="55647">26.989999999999998</cx:pt>
          <cx:pt idx="55648">39.990000000000002</cx:pt>
          <cx:pt idx="55649">227.88</cx:pt>
          <cx:pt idx="55650">77.969999999999999</cx:pt>
          <cx:pt idx="55651">59.979999999999997</cx:pt>
          <cx:pt idx="55652">164.93000000000001</cx:pt>
          <cx:pt idx="55653">116.95999999999999</cx:pt>
          <cx:pt idx="55654">25.489999999999998</cx:pt>
          <cx:pt idx="55655">65.989999999999995</cx:pt>
          <cx:pt idx="55656">108.88</cx:pt>
          <cx:pt idx="55657">79.980000000000004</cx:pt>
          <cx:pt idx="55658">39.990000000000002</cx:pt>
          <cx:pt idx="55659">41.490000000000002</cx:pt>
          <cx:pt idx="55660">83.480000000000004</cx:pt>
          <cx:pt idx="55661">53.479999999999997</cx:pt>
          <cx:pt idx="55662">69.989999999999995</cx:pt>
          <cx:pt idx="55663">115.98</cx:pt>
          <cx:pt idx="55664">89.969999999999999</cx:pt>
          <cx:pt idx="55665">58.979999999999997</cx:pt>
          <cx:pt idx="55666">81.950000000000003</cx:pt>
          <cx:pt idx="55667">31.489999999999998</cx:pt>
          <cx:pt idx="55668">55.979999999999997</cx:pt>
          <cx:pt idx="55669">55.979999999999997</cx:pt>
          <cx:pt idx="55670">69.980000000000004</cx:pt>
          <cx:pt idx="55671">56.969999999999999</cx:pt>
          <cx:pt idx="55672">52.170000000000002</cx:pt>
          <cx:pt idx="55673">67.739999999999995</cx:pt>
          <cx:pt idx="55674">69.989999999999995</cx:pt>
          <cx:pt idx="55675">147.97</cx:pt>
          <cx:pt idx="55676">56.969999999999999</cx:pt>
          <cx:pt idx="55677">59.950000000000003</cx:pt>
          <cx:pt idx="55678">76.189999999999998</cx:pt>
          <cx:pt idx="55679">62.450000000000003</cx:pt>
          <cx:pt idx="55680">75.980000000000004</cx:pt>
          <cx:pt idx="55681">59.990000000000002</cx:pt>
          <cx:pt idx="55682">111.95999999999999</cx:pt>
          <cx:pt idx="55683">119.97</cx:pt>
          <cx:pt idx="55684">111.95999999999999</cx:pt>
          <cx:pt idx="55685">106.95999999999999</cx:pt>
          <cx:pt idx="55686">84.980000000000004</cx:pt>
          <cx:pt idx="55687">54.979999999999997</cx:pt>
          <cx:pt idx="55688">57.979999999999997</cx:pt>
          <cx:pt idx="55689">77.969999999999999</cx:pt>
          <cx:pt idx="55690">55.609999999999999</cx:pt>
          <cx:pt idx="55691">49.950000000000003</cx:pt>
          <cx:pt idx="55692">55.979999999999997</cx:pt>
          <cx:pt idx="55693">57.07</cx:pt>
          <cx:pt idx="55694">131.97999999999999</cx:pt>
          <cx:pt idx="55695">56.969999999999999</cx:pt>
          <cx:pt idx="55696">65.989999999999995</cx:pt>
          <cx:pt idx="55697">59.960000000000001</cx:pt>
          <cx:pt idx="55698">118.18000000000001</cx:pt>
          <cx:pt idx="55699">55.780000000000001</cx:pt>
          <cx:pt idx="55700">56.979999999999997</cx:pt>
          <cx:pt idx="55701">65.299999999999997</cx:pt>
          <cx:pt idx="55702">79.980000000000004</cx:pt>
          <cx:pt idx="55703">85.469999999999999</cx:pt>
          <cx:pt idx="55704">144.66</cx:pt>
          <cx:pt idx="55705">65.989999999999995</cx:pt>
          <cx:pt idx="55706">361.93000000000001</cx:pt>
          <cx:pt idx="55707">-144.66</cx:pt>
          <cx:pt idx="55708">126.23</cx:pt>
          <cx:pt idx="55709">116.09999999999999</cx:pt>
          <cx:pt idx="55710">70.969999999999999</cx:pt>
          <cx:pt idx="55711">58.479999999999997</cx:pt>
          <cx:pt idx="55712">76.189999999999998</cx:pt>
          <cx:pt idx="55713">29.489999999999998</cx:pt>
          <cx:pt idx="55714">65.989999999999995</cx:pt>
          <cx:pt idx="55715">55.979999999999997</cx:pt>
          <cx:pt idx="55716">172.96000000000001</cx:pt>
          <cx:pt idx="55717">56.939999999999998</cx:pt>
          <cx:pt idx="55718">83.969999999999999</cx:pt>
          <cx:pt idx="55719">260.08999999999997</cx:pt>
          <cx:pt idx="55720">9.4100000000000001</cx:pt>
          <cx:pt idx="55721">47.229999999999997</cx:pt>
          <cx:pt idx="55722">122.06</cx:pt>
          <cx:pt idx="55723">99.980000000000004</cx:pt>
          <cx:pt idx="55724">99.980000000000004</cx:pt>
          <cx:pt idx="55725">89.969999999999999</cx:pt>
          <cx:pt idx="55726">111.95999999999999</cx:pt>
          <cx:pt idx="55727">103.95999999999999</cx:pt>
          <cx:pt idx="55728">111.27</cx:pt>
          <cx:pt idx="55729">105.98</cx:pt>
          <cx:pt idx="55730">111.95999999999999</cx:pt>
          <cx:pt idx="55731">45.490000000000002</cx:pt>
          <cx:pt idx="55732">113.97</cx:pt>
          <cx:pt idx="55733">54.979999999999997</cx:pt>
          <cx:pt idx="55734">186.28999999999999</cx:pt>
          <cx:pt idx="55735">51.979999999999997</cx:pt>
          <cx:pt idx="55736">48.969999999999999</cx:pt>
          <cx:pt idx="55737">76.969999999999999</cx:pt>
          <cx:pt idx="55738">54.979999999999997</cx:pt>
          <cx:pt idx="55739">46.490000000000002</cx:pt>
          <cx:pt idx="55740">81.969999999999999</cx:pt>
          <cx:pt idx="55741">85.980000000000004</cx:pt>
          <cx:pt idx="55742">46.479999999999997</cx:pt>
          <cx:pt idx="55743">47.149999999999999</cx:pt>
          <cx:pt idx="55744">74.950000000000003</cx:pt>
          <cx:pt idx="55745">59.979999999999997</cx:pt>
          <cx:pt idx="55746">61.969999999999999</cx:pt>
          <cx:pt idx="55747">109.05</cx:pt>
          <cx:pt idx="55748">55.979999999999997</cx:pt>
          <cx:pt idx="55749">51.979999999999997</cx:pt>
          <cx:pt idx="55750">55.979999999999997</cx:pt>
          <cx:pt idx="55751">53.969999999999999</cx:pt>
          <cx:pt idx="55752">87.469999999999999</cx:pt>
          <cx:pt idx="55753">20.289999999999999</cx:pt>
          <cx:pt idx="55754">73.480000000000004</cx:pt>
          <cx:pt idx="55755">58.979999999999997</cx:pt>
          <cx:pt idx="55756">51.469999999999999</cx:pt>
          <cx:pt idx="55757">137.94</cx:pt>
          <cx:pt idx="55758">114.91</cx:pt>
          <cx:pt idx="55759">65.989999999999995</cx:pt>
          <cx:pt idx="55760">75.659999999999997</cx:pt>
          <cx:pt idx="55761">51.979999999999997</cx:pt>
          <cx:pt idx="55762">27.289999999999999</cx:pt>
          <cx:pt idx="55763">55.979999999999997</cx:pt>
          <cx:pt idx="55764">65.969999999999999</cx:pt>
          <cx:pt idx="55765">59.979999999999997</cx:pt>
          <cx:pt idx="55766">153.46000000000001</cx:pt>
          <cx:pt idx="55767">82.969999999999999</cx:pt>
          <cx:pt idx="55768">79.969999999999999</cx:pt>
          <cx:pt idx="55769">31.489999999999998</cx:pt>
          <cx:pt idx="55770">138.94999999999999</cx:pt>
          <cx:pt idx="55771">123.47</cx:pt>
          <cx:pt idx="55772">26.289999999999999</cx:pt>
          <cx:pt idx="55773">52.969999999999999</cx:pt>
          <cx:pt idx="55774">69.980000000000004</cx:pt>
          <cx:pt idx="55775">119.97</cx:pt>
          <cx:pt idx="55776">64.480000000000004</cx:pt>
          <cx:pt idx="55777">103.37</cx:pt>
          <cx:pt idx="55778">103.97</cx:pt>
          <cx:pt idx="55779">46.289999999999999</cx:pt>
          <cx:pt idx="55780">50.450000000000003</cx:pt>
          <cx:pt idx="55781">20.460000000000001</cx:pt>
          <cx:pt idx="55782">52.18</cx:pt>
          <cx:pt idx="55783">51.979999999999997</cx:pt>
          <cx:pt idx="55784">164.50999999999999</cx:pt>
          <cx:pt idx="55785">78.579999999999998</cx:pt>
          <cx:pt idx="55786">107.97</cx:pt>
          <cx:pt idx="55787">79.980000000000004</cx:pt>
          <cx:pt idx="55788">106.44</cx:pt>
          <cx:pt idx="55789">151.78999999999999</cx:pt>
          <cx:pt idx="55790">51.979999999999997</cx:pt>
          <cx:pt idx="55791">65.459999999999994</cx:pt>
          <cx:pt idx="55792">104.93000000000001</cx:pt>
          <cx:pt idx="55793">91.060000000000002</cx:pt>
          <cx:pt idx="55794">223.11000000000001</cx:pt>
          <cx:pt idx="55795">43.479999999999997</cx:pt>
          <cx:pt idx="55796">99.900000000000006</cx:pt>
          <cx:pt idx="55797">91.939999999999998</cx:pt>
          <cx:pt idx="55798">-25</cx:pt>
          <cx:pt idx="55799">97.989999999999995</cx:pt>
          <cx:pt idx="55800">54.979999999999997</cx:pt>
          <cx:pt idx="55801">74.950000000000003</cx:pt>
          <cx:pt idx="55802">65.299999999999997</cx:pt>
          <cx:pt idx="55803">49.479999999999997</cx:pt>
          <cx:pt idx="55804">114.97</cx:pt>
          <cx:pt idx="55805">56.68</cx:pt>
          <cx:pt idx="55806">134.94999999999999</cx:pt>
          <cx:pt idx="55807">263.95999999999998</cx:pt>
          <cx:pt idx="55808">99.959999999999994</cx:pt>
          <cx:pt idx="55809">120.98999999999999</cx:pt>
          <cx:pt idx="55810">65.459999999999994</cx:pt>
          <cx:pt idx="55811">77.420000000000002</cx:pt>
          <cx:pt idx="55812">89.959999999999994</cx:pt>
          <cx:pt idx="55813">103.95</cx:pt>
          <cx:pt idx="55814">89.980000000000004</cx:pt>
          <cx:pt idx="55815">13.289999999999999</cx:pt>
          <cx:pt idx="55816">51.979999999999997</cx:pt>
          <cx:pt idx="55817">49.990000000000002</cx:pt>
          <cx:pt idx="55818">161.96000000000001</cx:pt>
          <cx:pt idx="55819">50.960000000000001</cx:pt>
          <cx:pt idx="55820">89.969999999999999</cx:pt>
          <cx:pt idx="55821">55.420000000000002</cx:pt>
          <cx:pt idx="55822">37.43</cx:pt>
          <cx:pt idx="55823">65.459999999999994</cx:pt>
          <cx:pt idx="55824">32.649999999999999</cx:pt>
          <cx:pt idx="55825">59.979999999999997</cx:pt>
          <cx:pt idx="55826">75.959999999999994</cx:pt>
          <cx:pt idx="55827">62.990000000000002</cx:pt>
          <cx:pt idx="55828">59.979999999999997</cx:pt>
          <cx:pt idx="55829">50.969999999999999</cx:pt>
          <cx:pt idx="55830">83.969999999999999</cx:pt>
          <cx:pt idx="55831">26.289999999999999</cx:pt>
          <cx:pt idx="55832">102.83</cx:pt>
          <cx:pt idx="55833">24.989999999999998</cx:pt>
          <cx:pt idx="55834">59.979999999999997</cx:pt>
          <cx:pt idx="55835">59.960000000000001</cx:pt>
          <cx:pt idx="55836">101.44</cx:pt>
          <cx:pt idx="55837">106.95</cx:pt>
          <cx:pt idx="55838">232.25</cx:pt>
          <cx:pt idx="55839">68.480000000000004</cx:pt>
          <cx:pt idx="55840">51.979999999999997</cx:pt>
          <cx:pt idx="55841">54.57</cx:pt>
          <cx:pt idx="55842">107.95999999999999</cx:pt>
          <cx:pt idx="55843">103.94</cx:pt>
          <cx:pt idx="55844">28.489999999999998</cx:pt>
          <cx:pt idx="55845">63.960000000000001</cx:pt>
          <cx:pt idx="55846">329.94999999999999</cx:pt>
          <cx:pt idx="55847">53.979999999999997</cx:pt>
          <cx:pt idx="55848">60.969999999999999</cx:pt>
          <cx:pt idx="55849">59.979999999999997</cx:pt>
          <cx:pt idx="55850">48.969999999999999</cx:pt>
          <cx:pt idx="55851">77.969999999999999</cx:pt>
          <cx:pt idx="55852">29.489999999999998</cx:pt>
          <cx:pt idx="55853">145.97</cx:pt>
          <cx:pt idx="55854">79.980000000000004</cx:pt>
          <cx:pt idx="55855">82.980000000000004</cx:pt>
          <cx:pt idx="55856">55.979999999999997</cx:pt>
          <cx:pt idx="55857">59.979999999999997</cx:pt>
          <cx:pt idx="55858">130.91999999999999</cx:pt>
          <cx:pt idx="55859">105.98</cx:pt>
          <cx:pt idx="55860">210.90000000000001</cx:pt>
          <cx:pt idx="55861">28.379999999999999</cx:pt>
          <cx:pt idx="55862">59.390000000000001</cx:pt>
          <cx:pt idx="55863">148.94999999999999</cx:pt>
          <cx:pt idx="55864">53.969999999999999</cx:pt>
          <cx:pt idx="55865">25.73</cx:pt>
          <cx:pt idx="55866">59.979999999999997</cx:pt>
          <cx:pt idx="55867">83.969999999999999</cx:pt>
          <cx:pt idx="55868">41.289999999999999</cx:pt>
          <cx:pt idx="55869">221.96000000000001</cx:pt>
          <cx:pt idx="55870">21.760000000000002</cx:pt>
          <cx:pt idx="55871">263.95999999999998</cx:pt>
          <cx:pt idx="55872">81.980000000000004</cx:pt>
          <cx:pt idx="55873">55.979999999999997</cx:pt>
          <cx:pt idx="55874">80.980000000000004</cx:pt>
          <cx:pt idx="55875">55.979999999999997</cx:pt>
          <cx:pt idx="55876">114.97</cx:pt>
          <cx:pt idx="55877">59.979999999999997</cx:pt>
          <cx:pt idx="55878">49.469999999999999</cx:pt>
          <cx:pt idx="55879">137.96000000000001</cx:pt>
          <cx:pt idx="55880">53.939999999999998</cx:pt>
          <cx:pt idx="55881">51.960000000000001</cx:pt>
          <cx:pt idx="55882">53.979999999999997</cx:pt>
          <cx:pt idx="55883">33.280000000000001</cx:pt>
          <cx:pt idx="55884">49.549999999999997</cx:pt>
          <cx:pt idx="55885">79.980000000000004</cx:pt>
          <cx:pt idx="55886">51.979999999999997</cx:pt>
          <cx:pt idx="55887">37.490000000000002</cx:pt>
          <cx:pt idx="55888">139.94999999999999</cx:pt>
          <cx:pt idx="55889">84.959999999999994</cx:pt>
          <cx:pt idx="55890">72.969999999999999</cx:pt>
          <cx:pt idx="55891">51.979999999999997</cx:pt>
          <cx:pt idx="55892">18.079999999999998</cx:pt>
          <cx:pt idx="55893">46.469999999999999</cx:pt>
          <cx:pt idx="55894">59.960000000000001</cx:pt>
          <cx:pt idx="55895">20.489999999999998</cx:pt>
          <cx:pt idx="55896">59.979999999999997</cx:pt>
          <cx:pt idx="55897">69.980000000000004</cx:pt>
          <cx:pt idx="55898">77.969999999999999</cx:pt>
          <cx:pt idx="55899">89.840000000000003</cx:pt>
          <cx:pt idx="55900">59.979999999999997</cx:pt>
          <cx:pt idx="55901">83.969999999999999</cx:pt>
          <cx:pt idx="55902">105.95999999999999</cx:pt>
          <cx:pt idx="55903">104.95999999999999</cx:pt>
          <cx:pt idx="55904">65.060000000000002</cx:pt>
          <cx:pt idx="55905">121.97</cx:pt>
          <cx:pt idx="55906">56.969999999999999</cx:pt>
          <cx:pt idx="55907">109.97</cx:pt>
          <cx:pt idx="55908">146.55000000000001</cx:pt>
          <cx:pt idx="55909">44.479999999999997</cx:pt>
          <cx:pt idx="55910">89.969999999999999</cx:pt>
          <cx:pt idx="55911">68.969999999999999</cx:pt>
          <cx:pt idx="55912">58.979999999999997</cx:pt>
          <cx:pt idx="55913">76.969999999999999</cx:pt>
          <cx:pt idx="55914">125.91</cx:pt>
          <cx:pt idx="55915">95.969999999999999</cx:pt>
          <cx:pt idx="55916">65.989999999999995</cx:pt>
          <cx:pt idx="55917">84.680000000000007</cx:pt>
          <cx:pt idx="55918">103.95999999999999</cx:pt>
          <cx:pt idx="55919">55.979999999999997</cx:pt>
          <cx:pt idx="55920">87.969999999999999</cx:pt>
          <cx:pt idx="55921">62.969999999999999</cx:pt>
          <cx:pt idx="55922">79.959999999999994</cx:pt>
          <cx:pt idx="55923">131.97999999999999</cx:pt>
          <cx:pt idx="55924">58.460000000000001</cx:pt>
          <cx:pt idx="55925">83.969999999999999</cx:pt>
          <cx:pt idx="55926">52.979999999999997</cx:pt>
          <cx:pt idx="55927">103.95999999999999</cx:pt>
          <cx:pt idx="55928">51.380000000000003</cx:pt>
          <cx:pt idx="55929">59.979999999999997</cx:pt>
          <cx:pt idx="55930">34.479999999999997</cx:pt>
          <cx:pt idx="55931">60.359999999999999</cx:pt>
          <cx:pt idx="55932">65.299999999999997</cx:pt>
          <cx:pt idx="55933">151.97</cx:pt>
          <cx:pt idx="55934">24.48</cx:pt>
          <cx:pt idx="55935">86.969999999999999</cx:pt>
          <cx:pt idx="55936">80.980000000000004</cx:pt>
          <cx:pt idx="55937">54.979999999999997</cx:pt>
          <cx:pt idx="55938">50.969999999999999</cx:pt>
          <cx:pt idx="55939">258.91000000000003</cx:pt>
          <cx:pt idx="55940">50.619999999999997</cx:pt>
          <cx:pt idx="55941">89.980000000000004</cx:pt>
          <cx:pt idx="55942">103.95999999999999</cx:pt>
          <cx:pt idx="55943">96.780000000000001</cx:pt>
          <cx:pt idx="55944">8.4900000000000002</cx:pt>
          <cx:pt idx="55945">56.939999999999998</cx:pt>
          <cx:pt idx="55946">119.95999999999999</cx:pt>
          <cx:pt idx="55947">131.97999999999999</cx:pt>
          <cx:pt idx="55948">112.95</cx:pt>
          <cx:pt idx="55949">108.47</cx:pt>
          <cx:pt idx="55950">60.990000000000002</cx:pt>
          <cx:pt idx="55951">54.479999999999997</cx:pt>
          <cx:pt idx="55952">65.989999999999995</cx:pt>
          <cx:pt idx="55953">79.849999999999994</cx:pt>
          <cx:pt idx="55954">83.969999999999999</cx:pt>
          <cx:pt idx="55955">31.289999999999999</cx:pt>
          <cx:pt idx="55956">29.239999999999998</cx:pt>
          <cx:pt idx="55957">57.909999999999997</cx:pt>
          <cx:pt idx="55958">58.979999999999997</cx:pt>
          <cx:pt idx="55959">51.979999999999997</cx:pt>
          <cx:pt idx="55960">63.960000000000001</cx:pt>
          <cx:pt idx="55961">29.489999999999998</cx:pt>
          <cx:pt idx="55962">52.979999999999997</cx:pt>
          <cx:pt idx="55963">269.52999999999997</cx:pt>
          <cx:pt idx="55964">51.280000000000001</cx:pt>
          <cx:pt idx="55965">59.979999999999997</cx:pt>
          <cx:pt idx="55966">107.64</cx:pt>
          <cx:pt idx="55967">82.969999999999999</cx:pt>
          <cx:pt idx="55968">53.979999999999997</cx:pt>
          <cx:pt idx="55969">31.489999999999998</cx:pt>
          <cx:pt idx="55970">51.979999999999997</cx:pt>
          <cx:pt idx="55971">75.870000000000005</cx:pt>
          <cx:pt idx="55972">113.94</cx:pt>
          <cx:pt idx="55973">34.280000000000001</cx:pt>
          <cx:pt idx="55974">62.990000000000002</cx:pt>
          <cx:pt idx="55975">178.94</cx:pt>
          <cx:pt idx="55976">69.989999999999995</cx:pt>
          <cx:pt idx="55977">87.469999999999999</cx:pt>
          <cx:pt idx="55978">30</cx:pt>
          <cx:pt idx="55979">78.969999999999999</cx:pt>
          <cx:pt idx="55980">115.97</cx:pt>
          <cx:pt idx="55981">152.06</cx:pt>
          <cx:pt idx="55982">55.979999999999997</cx:pt>
          <cx:pt idx="55983">52.479999999999997</cx:pt>
          <cx:pt idx="55984">59.979999999999997</cx:pt>
          <cx:pt idx="55985">75.959999999999994</cx:pt>
          <cx:pt idx="55986">51.979999999999997</cx:pt>
          <cx:pt idx="55987">75.980000000000004</cx:pt>
          <cx:pt idx="55988">59.960000000000001</cx:pt>
          <cx:pt idx="55989">56.490000000000002</cx:pt>
          <cx:pt idx="55990">65.989999999999995</cx:pt>
          <cx:pt idx="55991">51.979999999999997</cx:pt>
          <cx:pt idx="55992">19.489999999999998</cx:pt>
          <cx:pt idx="55993">65.989999999999995</cx:pt>
          <cx:pt idx="55994">17.289999999999999</cx:pt>
          <cx:pt idx="55995">86.969999999999999</cx:pt>
          <cx:pt idx="55996">119.97</cx:pt>
          <cx:pt idx="55997">16.289999999999999</cx:pt>
          <cx:pt idx="55998">83.969999999999999</cx:pt>
          <cx:pt idx="55999">55.979999999999997</cx:pt>
          <cx:pt idx="56000">143.94999999999999</cx:pt>
          <cx:pt idx="56001">58.979999999999997</cx:pt>
          <cx:pt idx="56002">105.22</cx:pt>
          <cx:pt idx="56003">41.289999999999999</cx:pt>
          <cx:pt idx="56004">-37.490000000000002</cx:pt>
          <cx:pt idx="56005">119.95999999999999</cx:pt>
          <cx:pt idx="56006">65.989999999999995</cx:pt>
          <cx:pt idx="56007">13.279999999999999</cx:pt>
          <cx:pt idx="56008">16.489999999999998</cx:pt>
          <cx:pt idx="56009">129.96000000000001</cx:pt>
          <cx:pt idx="56010">0</cx:pt>
          <cx:pt idx="56011">163.46000000000001</cx:pt>
          <cx:pt idx="56012">124.95</cx:pt>
          <cx:pt idx="56013">74.980000000000004</cx:pt>
          <cx:pt idx="56014">90.459999999999994</cx:pt>
          <cx:pt idx="56015">89.969999999999999</cx:pt>
          <cx:pt idx="56016">66.579999999999998</cx:pt>
          <cx:pt idx="56017">59.979999999999997</cx:pt>
          <cx:pt idx="56018">63.979999999999997</cx:pt>
          <cx:pt idx="56019">28.489999999999998</cx:pt>
          <cx:pt idx="56020">86.370000000000005</cx:pt>
          <cx:pt idx="56021">55.640000000000001</cx:pt>
          <cx:pt idx="56022">31.489999999999998</cx:pt>
          <cx:pt idx="56023">104.45</cx:pt>
          <cx:pt idx="56024">117.95999999999999</cx:pt>
          <cx:pt idx="56025">37.490000000000002</cx:pt>
          <cx:pt idx="56026">55.979999999999997</cx:pt>
          <cx:pt idx="56027">13.289999999999999</cx:pt>
          <cx:pt idx="56028">59.979999999999997</cx:pt>
          <cx:pt idx="56029">51.979999999999997</cx:pt>
          <cx:pt idx="56030">49.490000000000002</cx:pt>
          <cx:pt idx="56031">30.98</cx:pt>
          <cx:pt idx="56032">46.490000000000002</cx:pt>
          <cx:pt idx="56033">59.979999999999997</cx:pt>
          <cx:pt idx="56034">212.88999999999999</cx:pt>
          <cx:pt idx="56035">20.550000000000001</cx:pt>
          <cx:pt idx="56036">134.47</cx:pt>
          <cx:pt idx="56037">59.960000000000001</cx:pt>
          <cx:pt idx="56038">68.980000000000004</cx:pt>
          <cx:pt idx="56039">89.969999999999999</cx:pt>
          <cx:pt idx="56040">179.96000000000001</cx:pt>
          <cx:pt idx="56041">68.480000000000004</cx:pt>
          <cx:pt idx="56042">55.979999999999997</cx:pt>
          <cx:pt idx="56043">99.989999999999995</cx:pt>
          <cx:pt idx="56044">31.289999999999999</cx:pt>
          <cx:pt idx="56045">54.979999999999997</cx:pt>
          <cx:pt idx="56046">68.980000000000004</cx:pt>
          <cx:pt idx="56047">33.280000000000001</cx:pt>
          <cx:pt idx="56048">19.489999999999998</cx:pt>
          <cx:pt idx="56049">51.939999999999998</cx:pt>
          <cx:pt idx="56050">83.969999999999999</cx:pt>
          <cx:pt idx="56051">83.969999999999999</cx:pt>
          <cx:pt idx="56052">71.969999999999999</cx:pt>
          <cx:pt idx="56053">82.239999999999995</cx:pt>
          <cx:pt idx="56054">51.969999999999999</cx:pt>
          <cx:pt idx="56055">69.980000000000004</cx:pt>
          <cx:pt idx="56056">95.969999999999999</cx:pt>
          <cx:pt idx="56057">58.969999999999999</cx:pt>
          <cx:pt idx="56058">159.69999999999999</cx:pt>
          <cx:pt idx="56059">31.489999999999998</cx:pt>
          <cx:pt idx="56060">127.95</cx:pt>
          <cx:pt idx="56061">78.629999999999995</cx:pt>
          <cx:pt idx="56062">95.959999999999994</cx:pt>
          <cx:pt idx="56063">102.83</cx:pt>
          <cx:pt idx="56064">59.369999999999997</cx:pt>
          <cx:pt idx="56065">217.75</cx:pt>
          <cx:pt idx="56066">63.979999999999997</cx:pt>
          <cx:pt idx="56067">59.979999999999997</cx:pt>
          <cx:pt idx="56068">82.849999999999994</cx:pt>
          <cx:pt idx="56069">23.890000000000001</cx:pt>
          <cx:pt idx="56070">48.479999999999997</cx:pt>
          <cx:pt idx="56071">159.69999999999999</cx:pt>
          <cx:pt idx="56072">95.959999999999994</cx:pt>
          <cx:pt idx="56073">15.49</cx:pt>
          <cx:pt idx="56074">65.989999999999995</cx:pt>
          <cx:pt idx="56075">64.980000000000004</cx:pt>
          <cx:pt idx="56076">88.439999999999998</cx:pt>
          <cx:pt idx="56077">45.490000000000002</cx:pt>
          <cx:pt idx="56078">59.969999999999999</cx:pt>
          <cx:pt idx="56079">81.480000000000004</cx:pt>
          <cx:pt idx="56080">263.95999999999998</cx:pt>
          <cx:pt idx="56081">75.980000000000004</cx:pt>
          <cx:pt idx="56082">284.93000000000001</cx:pt>
          <cx:pt idx="56083">89.969999999999999</cx:pt>
          <cx:pt idx="56084">103.37</cx:pt>
          <cx:pt idx="56085">53.969999999999999</cx:pt>
          <cx:pt idx="56086">99.969999999999999</cx:pt>
          <cx:pt idx="56087">59.979999999999997</cx:pt>
          <cx:pt idx="56088">99.980000000000004</cx:pt>
          <cx:pt idx="56089">49.469999999999999</cx:pt>
          <cx:pt idx="56090">129.97</cx:pt>
          <cx:pt idx="56091">27.48</cx:pt>
          <cx:pt idx="56092">59.979999999999997</cx:pt>
          <cx:pt idx="56093">46.289999999999999</cx:pt>
          <cx:pt idx="56094">0</cx:pt>
          <cx:pt idx="56095">65.989999999999995</cx:pt>
          <cx:pt idx="56096">79.980000000000004</cx:pt>
          <cx:pt idx="56097">86.969999999999999</cx:pt>
          <cx:pt idx="56098">14.289999999999999</cx:pt>
          <cx:pt idx="56099">87.969999999999999</cx:pt>
          <cx:pt idx="56100">106.95</cx:pt>
          <cx:pt idx="56101">59.960000000000001</cx:pt>
          <cx:pt idx="56102">79.849999999999994</cx:pt>
          <cx:pt idx="56103">110.94</cx:pt>
          <cx:pt idx="56104">71.980000000000004</cx:pt>
          <cx:pt idx="56105">39.200000000000003</cx:pt>
          <cx:pt idx="56106">254.22999999999999</cx:pt>
          <cx:pt idx="56107">0</cx:pt>
          <cx:pt idx="56108">55.979999999999997</cx:pt>
          <cx:pt idx="56109">17.989999999999998</cx:pt>
          <cx:pt idx="56110">73.969999999999999</cx:pt>
          <cx:pt idx="56111">75.590000000000003</cx:pt>
          <cx:pt idx="56112">64.609999999999999</cx:pt>
          <cx:pt idx="56113">91.969999999999999</cx:pt>
          <cx:pt idx="56114">62.170000000000002</cx:pt>
          <cx:pt idx="56115">170.91</cx:pt>
          <cx:pt idx="56116">114.44</cx:pt>
          <cx:pt idx="56117">24.48</cx:pt>
          <cx:pt idx="56118">119.95999999999999</cx:pt>
          <cx:pt idx="56119">127.95</cx:pt>
          <cx:pt idx="56120">104.98</cx:pt>
          <cx:pt idx="56121">69.989999999999995</cx:pt>
          <cx:pt idx="56122">41.490000000000002</cx:pt>
          <cx:pt idx="56123">65.989999999999995</cx:pt>
          <cx:pt idx="56124">59.979999999999997</cx:pt>
          <cx:pt idx="56125">159.96000000000001</cx:pt>
          <cx:pt idx="56126">207.91999999999999</cx:pt>
          <cx:pt idx="56127">79.980000000000004</cx:pt>
          <cx:pt idx="56128">85.090000000000003</cx:pt>
          <cx:pt idx="56129">77.959999999999994</cx:pt>
          <cx:pt idx="56130">65.989999999999995</cx:pt>
          <cx:pt idx="56131">103.95999999999999</cx:pt>
          <cx:pt idx="56132">86.069999999999993</cx:pt>
          <cx:pt idx="56133">75.969999999999999</cx:pt>
          <cx:pt idx="56134">13.99</cx:pt>
          <cx:pt idx="56135">32.479999999999997</cx:pt>
          <cx:pt idx="56136">76.480000000000004</cx:pt>
          <cx:pt idx="56137">25.289999999999999</cx:pt>
          <cx:pt idx="56138">58.979999999999997</cx:pt>
          <cx:pt idx="56139">57.979999999999997</cx:pt>
          <cx:pt idx="56140">75.959999999999994</cx:pt>
          <cx:pt idx="56141">95.959999999999994</cx:pt>
          <cx:pt idx="56142">53.979999999999997</cx:pt>
          <cx:pt idx="56143">111.90000000000001</cx:pt>
          <cx:pt idx="56144">51.979999999999997</cx:pt>
          <cx:pt idx="56145">40.490000000000002</cx:pt>
          <cx:pt idx="56146">67.980000000000004</cx:pt>
          <cx:pt idx="56147">58.909999999999997</cx:pt>
          <cx:pt idx="56148">124.06</cx:pt>
          <cx:pt idx="56149">123.47</cx:pt>
          <cx:pt idx="56150">53.960000000000001</cx:pt>
          <cx:pt idx="56151">51.979999999999997</cx:pt>
          <cx:pt idx="56152">67.260000000000005</cx:pt>
          <cx:pt idx="56153">55.960000000000001</cx:pt>
          <cx:pt idx="56154">10.49</cx:pt>
          <cx:pt idx="56155">27.289999999999999</cx:pt>
          <cx:pt idx="56156">53.969999999999999</cx:pt>
          <cx:pt idx="56157">69.969999999999999</cx:pt>
          <cx:pt idx="56158">59.979999999999997</cx:pt>
          <cx:pt idx="56159">131.97999999999999</cx:pt>
          <cx:pt idx="56160">69.980000000000004</cx:pt>
          <cx:pt idx="56161">106.06</cx:pt>
          <cx:pt idx="56162">27.489999999999998</cx:pt>
          <cx:pt idx="56163">139.94999999999999</cx:pt>
          <cx:pt idx="56164">257.63</cx:pt>
          <cx:pt idx="56165">94.950000000000003</cx:pt>
          <cx:pt idx="56166">251.91</cx:pt>
          <cx:pt idx="56167">100.98</cx:pt>
          <cx:pt idx="56168">54.979999999999997</cx:pt>
          <cx:pt idx="56169">20.289999999999999</cx:pt>
          <cx:pt idx="56170">51.979999999999997</cx:pt>
          <cx:pt idx="56171">30.780000000000001</cx:pt>
          <cx:pt idx="56172">89.969999999999999</cx:pt>
          <cx:pt idx="56173">48.890000000000001</cx:pt>
          <cx:pt idx="56174">89.950000000000003</cx:pt>
          <cx:pt idx="56175">53.979999999999997</cx:pt>
          <cx:pt idx="56176">59.960000000000001</cx:pt>
          <cx:pt idx="56177">131.62</cx:pt>
          <cx:pt idx="56178">63.960000000000001</cx:pt>
          <cx:pt idx="56179">104.97</cx:pt>
          <cx:pt idx="56180">89.980000000000004</cx:pt>
          <cx:pt idx="56181">89.260000000000005</cx:pt>
          <cx:pt idx="56182">65.299999999999997</cx:pt>
          <cx:pt idx="56183">96.780000000000001</cx:pt>
          <cx:pt idx="56184">69.969999999999999</cx:pt>
          <cx:pt idx="56185">79.849999999999994</cx:pt>
          <cx:pt idx="56186">95.959999999999994</cx:pt>
          <cx:pt idx="56187">72.540000000000006</cx:pt>
          <cx:pt idx="56188">36.289999999999999</cx:pt>
          <cx:pt idx="56189">223.91999999999999</cx:pt>
          <cx:pt idx="56190">59.979999999999997</cx:pt>
          <cx:pt idx="56191">63.960000000000001</cx:pt>
          <cx:pt idx="56192">59.979999999999997</cx:pt>
          <cx:pt idx="56193">115.95999999999999</cx:pt>
          <cx:pt idx="56194">40.490000000000002</cx:pt>
          <cx:pt idx="56195">19.289999999999999</cx:pt>
          <cx:pt idx="56196">24.489999999999998</cx:pt>
          <cx:pt idx="56197">71.959999999999994</cx:pt>
          <cx:pt idx="56198">56.969999999999999</cx:pt>
          <cx:pt idx="56199">46.289999999999999</cx:pt>
          <cx:pt idx="56200">25.18</cx:pt>
          <cx:pt idx="56201">59.979999999999997</cx:pt>
          <cx:pt idx="56202">89.969999999999999</cx:pt>
          <cx:pt idx="56203">49.479999999999997</cx:pt>
          <cx:pt idx="56204">63.979999999999997</cx:pt>
          <cx:pt idx="56205">31.809999999999999</cx:pt>
          <cx:pt idx="56206">53.979999999999997</cx:pt>
          <cx:pt idx="56207">64.060000000000002</cx:pt>
          <cx:pt idx="56208">295.61000000000001</cx:pt>
          <cx:pt idx="56209">44.880000000000003</cx:pt>
          <cx:pt idx="56210">59.979999999999997</cx:pt>
          <cx:pt idx="56211">75.959999999999994</cx:pt>
          <cx:pt idx="56212">40.490000000000002</cx:pt>
          <cx:pt idx="56213">50.969999999999999</cx:pt>
          <cx:pt idx="56214">29.52</cx:pt>
          <cx:pt idx="56215">59.979999999999997</cx:pt>
          <cx:pt idx="56216">103.95999999999999</cx:pt>
          <cx:pt idx="56217">41.280000000000001</cx:pt>
          <cx:pt idx="56218">116.09999999999999</cx:pt>
          <cx:pt idx="56219">53.969999999999999</cx:pt>
          <cx:pt idx="56220">23.48</cx:pt>
          <cx:pt idx="56221">67.739999999999995</cx:pt>
          <cx:pt idx="56222">55.43</cx:pt>
          <cx:pt idx="56223">161.96000000000001</cx:pt>
          <cx:pt idx="56224">31.280000000000001</cx:pt>
          <cx:pt idx="56225">19.489999999999998</cx:pt>
          <cx:pt idx="56226">51.219999999999999</cx:pt>
          <cx:pt idx="56227">46.490000000000002</cx:pt>
          <cx:pt idx="56228">59.979999999999997</cx:pt>
          <cx:pt idx="56229">84.629999999999995</cx:pt>
          <cx:pt idx="56230">71.959999999999994</cx:pt>
          <cx:pt idx="56231">96.959999999999994</cx:pt>
          <cx:pt idx="56232">278.82999999999998</cx:pt>
          <cx:pt idx="56233">28.489999999999998</cx:pt>
          <cx:pt idx="56234">59.979999999999997</cx:pt>
          <cx:pt idx="56235">17.289999999999999</cx:pt>
          <cx:pt idx="56236">104.97</cx:pt>
          <cx:pt idx="56237">65.989999999999995</cx:pt>
          <cx:pt idx="56238">263.95999999999998</cx:pt>
          <cx:pt idx="56239">79.980000000000004</cx:pt>
          <cx:pt idx="56240">46.289999999999999</cx:pt>
          <cx:pt idx="56241">105.98</cx:pt>
          <cx:pt idx="56242">74.969999999999999</cx:pt>
          <cx:pt idx="56243">89.980000000000004</cx:pt>
          <cx:pt idx="56244">55.979999999999997</cx:pt>
          <cx:pt idx="56245">49.990000000000002</cx:pt>
          <cx:pt idx="56246">72.969999999999999</cx:pt>
          <cx:pt idx="56247">64.980000000000004</cx:pt>
          <cx:pt idx="56248">103.95999999999999</cx:pt>
          <cx:pt idx="56249">70.469999999999999</cx:pt>
          <cx:pt idx="56250">59.979999999999997</cx:pt>
          <cx:pt idx="56251">51.979999999999997</cx:pt>
          <cx:pt idx="56252">97.079999999999998</cx:pt>
          <cx:pt idx="56253">61.960000000000001</cx:pt>
          <cx:pt idx="56254">34.479999999999997</cx:pt>
          <cx:pt idx="56255">54.990000000000002</cx:pt>
          <cx:pt idx="56256">152.91</cx:pt>
          <cx:pt idx="56257">59.990000000000002</cx:pt>
          <cx:pt idx="56258">6.4800000000000004</cx:pt>
          <cx:pt idx="56259">54.979999999999997</cx:pt>
          <cx:pt idx="56260">77.969999999999999</cx:pt>
          <cx:pt idx="56261">77.969999999999999</cx:pt>
          <cx:pt idx="56262">59.979999999999997</cx:pt>
          <cx:pt idx="56263">53.979999999999997</cx:pt>
          <cx:pt idx="56264">41.289999999999999</cx:pt>
          <cx:pt idx="56265">68.590000000000003</cx:pt>
          <cx:pt idx="56266">59.960000000000001</cx:pt>
          <cx:pt idx="56267">65.989999999999995</cx:pt>
          <cx:pt idx="56268">55.969999999999999</cx:pt>
          <cx:pt idx="56269">55.979999999999997</cx:pt>
          <cx:pt idx="56270">81.400000000000006</cx:pt>
          <cx:pt idx="56271">93.950000000000003</cx:pt>
          <cx:pt idx="56272">79.980000000000004</cx:pt>
          <cx:pt idx="56273">98.980000000000004</cx:pt>
          <cx:pt idx="56274">23.48</cx:pt>
          <cx:pt idx="56275">68.480000000000004</cx:pt>
          <cx:pt idx="56276">19.489999999999998</cx:pt>
          <cx:pt idx="56277">117.2</cx:pt>
          <cx:pt idx="56278">155.96000000000001</cx:pt>
          <cx:pt idx="56279">89.980000000000004</cx:pt>
          <cx:pt idx="56280">60.909999999999997</cx:pt>
          <cx:pt idx="56281">32.479999999999997</cx:pt>
          <cx:pt idx="56282">121.98</cx:pt>
          <cx:pt idx="56283">65.989999999999995</cx:pt>
          <cx:pt idx="56284">119.95999999999999</cx:pt>
          <cx:pt idx="56285">109.88</cx:pt>
          <cx:pt idx="56286">118.92</cx:pt>
          <cx:pt idx="56287">72.579999999999998</cx:pt>
          <cx:pt idx="56288">65.980000000000004</cx:pt>
          <cx:pt idx="56289">59.960000000000001</cx:pt>
          <cx:pt idx="56290">55.420000000000002</cx:pt>
          <cx:pt idx="56291">45.979999999999997</cx:pt>
          <cx:pt idx="56292">53.969999999999999</cx:pt>
          <cx:pt idx="56293">54.979999999999997</cx:pt>
          <cx:pt idx="56294">85.670000000000002</cx:pt>
          <cx:pt idx="56295">33.520000000000003</cx:pt>
          <cx:pt idx="56296">103.95999999999999</cx:pt>
          <cx:pt idx="56297">86.920000000000002</cx:pt>
          <cx:pt idx="56298">96.969999999999999</cx:pt>
          <cx:pt idx="56299">89.980000000000004</cx:pt>
          <cx:pt idx="56300">41.490000000000002</cx:pt>
          <cx:pt idx="56301">-36.789999999999999</cx:pt>
          <cx:pt idx="56302">52.979999999999997</cx:pt>
          <cx:pt idx="56303">127.95999999999999</cx:pt>
          <cx:pt idx="56304">18.989999999999998</cx:pt>
          <cx:pt idx="56305">95.959999999999994</cx:pt>
          <cx:pt idx="56306">351.91000000000003</cx:pt>
          <cx:pt idx="56307">18.489999999999998</cx:pt>
          <cx:pt idx="56308">37.780000000000001</cx:pt>
          <cx:pt idx="56309">59.979999999999997</cx:pt>
          <cx:pt idx="56310">54.979999999999997</cx:pt>
          <cx:pt idx="56311">149.97</cx:pt>
          <cx:pt idx="56312">58.969999999999999</cx:pt>
          <cx:pt idx="56313">77.069999999999993</cx:pt>
          <cx:pt idx="56314">79.980000000000004</cx:pt>
          <cx:pt idx="56315">26.379999999999999</cx:pt>
          <cx:pt idx="56316">75.390000000000001</cx:pt>
          <cx:pt idx="56317">59.960000000000001</cx:pt>
          <cx:pt idx="56318">0</cx:pt>
          <cx:pt idx="56319">79.469999999999999</cx:pt>
          <cx:pt idx="56320">59.979999999999997</cx:pt>
          <cx:pt idx="56321">334.92000000000002</cx:pt>
          <cx:pt idx="56322">55.979999999999997</cx:pt>
          <cx:pt idx="56323">55.969999999999999</cx:pt>
          <cx:pt idx="56324">74.969999999999999</cx:pt>
          <cx:pt idx="56325">31.48</cx:pt>
          <cx:pt idx="56326">49.990000000000002</cx:pt>
          <cx:pt idx="56327">80.810000000000002</cx:pt>
          <cx:pt idx="56328">89.980000000000004</cx:pt>
          <cx:pt idx="56329">46.490000000000002</cx:pt>
          <cx:pt idx="56330">49.479999999999997</cx:pt>
          <cx:pt idx="56331">53.890000000000001</cx:pt>
          <cx:pt idx="56332">55.979999999999997</cx:pt>
          <cx:pt idx="56333">55.960000000000001</cx:pt>
          <cx:pt idx="56334">50.969999999999999</cx:pt>
          <cx:pt idx="56335">58.479999999999997</cx:pt>
          <cx:pt idx="56336">132.47999999999999</cx:pt>
          <cx:pt idx="56337">68.079999999999998</cx:pt>
          <cx:pt idx="56338">111.95999999999999</cx:pt>
          <cx:pt idx="56339">11.49</cx:pt>
          <cx:pt idx="56340">53.969999999999999</cx:pt>
          <cx:pt idx="56341">39.479999999999997</cx:pt>
          <cx:pt idx="56342">49.590000000000003</cx:pt>
          <cx:pt idx="56343">87.260000000000005</cx:pt>
          <cx:pt idx="56344">61.07</cx:pt>
          <cx:pt idx="56345">61.979999999999997</cx:pt>
          <cx:pt idx="56346">103.98</cx:pt>
          <cx:pt idx="56347">60.439999999999998</cx:pt>
          <cx:pt idx="56348">61.969999999999999</cx:pt>
          <cx:pt idx="56349">53.979999999999997</cx:pt>
          <cx:pt idx="56350">120.98</cx:pt>
          <cx:pt idx="56351">53.979999999999997</cx:pt>
          <cx:pt idx="56352">14.09</cx:pt>
          <cx:pt idx="56353">87.569999999999993</cx:pt>
          <cx:pt idx="56354">70.849999999999994</cx:pt>
          <cx:pt idx="56355">79.170000000000002</cx:pt>
          <cx:pt idx="56356">64.069999999999993</cx:pt>
          <cx:pt idx="56357">55.979999999999997</cx:pt>
          <cx:pt idx="56358">89.980000000000004</cx:pt>
          <cx:pt idx="56359">31.489999999999998</cx:pt>
          <cx:pt idx="56360">79.849999999999994</cx:pt>
          <cx:pt idx="56361">216.15000000000001</cx:pt>
          <cx:pt idx="56362">53.979999999999997</cx:pt>
          <cx:pt idx="56363">19.489999999999998</cx:pt>
          <cx:pt idx="56364">118.78</cx:pt>
          <cx:pt idx="56365">79.980000000000004</cx:pt>
          <cx:pt idx="56366">119.97</cx:pt>
          <cx:pt idx="56367">59.390000000000001</cx:pt>
          <cx:pt idx="56368">95.379999999999995</cx:pt>
          <cx:pt idx="56369">186.90000000000001</cx:pt>
          <cx:pt idx="56370">85.469999999999999</cx:pt>
          <cx:pt idx="56371">89.969999999999999</cx:pt>
          <cx:pt idx="56372">133.08000000000001</cx:pt>
          <cx:pt idx="56373">41.289999999999999</cx:pt>
          <cx:pt idx="56374">68.930000000000007</cx:pt>
          <cx:pt idx="56375">213.72999999999999</cx:pt>
          <cx:pt idx="56376">51.979999999999997</cx:pt>
          <cx:pt idx="56377">69.989999999999995</cx:pt>
          <cx:pt idx="56378">66.530000000000001</cx:pt>
          <cx:pt idx="56379">131.94</cx:pt>
          <cx:pt idx="56380">65.989999999999995</cx:pt>
          <cx:pt idx="56381">103.95999999999999</cx:pt>
          <cx:pt idx="56382">55.979999999999997</cx:pt>
          <cx:pt idx="56383">55.979999999999997</cx:pt>
          <cx:pt idx="56384">99.989999999999995</cx:pt>
          <cx:pt idx="56385">58.979999999999997</cx:pt>
          <cx:pt idx="56386">131.97999999999999</cx:pt>
          <cx:pt idx="56387">105.98</cx:pt>
          <cx:pt idx="56388">19.489999999999998</cx:pt>
          <cx:pt idx="56389">51.960000000000001</cx:pt>
          <cx:pt idx="56390">70.980000000000004</cx:pt>
          <cx:pt idx="56391">29.289999999999999</cx:pt>
          <cx:pt idx="56392">57.990000000000002</cx:pt>
          <cx:pt idx="56393">159.69999999999999</cx:pt>
          <cx:pt idx="56394">140.34999999999999</cx:pt>
          <cx:pt idx="56395">65.989999999999995</cx:pt>
          <cx:pt idx="56396">77.969999999999999</cx:pt>
          <cx:pt idx="56397">31.73</cx:pt>
          <cx:pt idx="56398">107.94</cx:pt>
          <cx:pt idx="56399">94.469999999999999</cx:pt>
          <cx:pt idx="56400">47.240000000000002</cx:pt>
          <cx:pt idx="56401">79.969999999999999</cx:pt>
          <cx:pt idx="56402">54.990000000000002</cx:pt>
          <cx:pt idx="56403">75.969999999999999</cx:pt>
          <cx:pt idx="56404">65.299999999999997</cx:pt>
          <cx:pt idx="56405">109.97</cx:pt>
          <cx:pt idx="56406">87.959999999999994</cx:pt>
          <cx:pt idx="56407">122.54000000000001</cx:pt>
          <cx:pt idx="56408">65.989999999999995</cx:pt>
          <cx:pt idx="56409">131.97999999999999</cx:pt>
          <cx:pt idx="56410">189.30000000000001</cx:pt>
          <cx:pt idx="56411">79.909999999999997</cx:pt>
          <cx:pt idx="56412">62.880000000000003</cx:pt>
          <cx:pt idx="56413">90.730000000000004</cx:pt>
          <cx:pt idx="56414">52.979999999999997</cx:pt>
          <cx:pt idx="56415">25.489999999999998</cx:pt>
          <cx:pt idx="56416">79.980000000000004</cx:pt>
          <cx:pt idx="56417">111.12</cx:pt>
          <cx:pt idx="56418">99.989999999999995</cx:pt>
          <cx:pt idx="56419">33.479999999999997</cx:pt>
          <cx:pt idx="56420">103.04000000000001</cx:pt>
          <cx:pt idx="56421">44.990000000000002</cx:pt>
          <cx:pt idx="56422">86.069999999999993</cx:pt>
          <cx:pt idx="56423">59.979999999999997</cx:pt>
          <cx:pt idx="56424">45.07</cx:pt>
          <cx:pt idx="56425">58.979999999999997</cx:pt>
          <cx:pt idx="56426">49.990000000000002</cx:pt>
          <cx:pt idx="56427">51.960000000000001</cx:pt>
          <cx:pt idx="56428">157.93000000000001</cx:pt>
          <cx:pt idx="56429">49.479999999999997</cx:pt>
          <cx:pt idx="56430">0</cx:pt>
          <cx:pt idx="56431">55.979999999999997</cx:pt>
          <cx:pt idx="56432">55.979999999999997</cx:pt>
          <cx:pt idx="56433">147.59999999999999</cx:pt>
          <cx:pt idx="56434">129.94999999999999</cx:pt>
          <cx:pt idx="56435">53.960000000000001</cx:pt>
          <cx:pt idx="56436">58.969999999999999</cx:pt>
          <cx:pt idx="56437">62.969999999999999</cx:pt>
          <cx:pt idx="56438">116.06999999999999</cx:pt>
          <cx:pt idx="56439">151.06999999999999</cx:pt>
          <cx:pt idx="56440">16.920000000000002</cx:pt>
          <cx:pt idx="56441">161.96000000000001</cx:pt>
          <cx:pt idx="56442">59.979999999999997</cx:pt>
          <cx:pt idx="56443">58.950000000000003</cx:pt>
          <cx:pt idx="56444">74.969999999999999</cx:pt>
          <cx:pt idx="56445">70.760000000000005</cx:pt>
          <cx:pt idx="56446">52.75</cx:pt>
          <cx:pt idx="56447">84.980000000000004</cx:pt>
          <cx:pt idx="56448">89.969999999999999</cx:pt>
          <cx:pt idx="56449">65.989999999999995</cx:pt>
          <cx:pt idx="56450">55.979999999999997</cx:pt>
          <cx:pt idx="56451">21.489999999999998</cx:pt>
          <cx:pt idx="56452">77.969999999999999</cx:pt>
          <cx:pt idx="56453">59.960000000000001</cx:pt>
          <cx:pt idx="56454">83.480000000000004</cx:pt>
          <cx:pt idx="56455">40.479999999999997</cx:pt>
          <cx:pt idx="56456">68.930000000000007</cx:pt>
          <cx:pt idx="56457">31.289999999999999</cx:pt>
          <cx:pt idx="56458">112.45999999999999</cx:pt>
          <cx:pt idx="56459">65.989999999999995</cx:pt>
          <cx:pt idx="56460">131.97999999999999</cx:pt>
          <cx:pt idx="56461">182.11000000000001</cx:pt>
          <cx:pt idx="56462">91.969999999999999</cx:pt>
          <cx:pt idx="56463">59.979999999999997</cx:pt>
          <cx:pt idx="56464">55.979999999999997</cx:pt>
          <cx:pt idx="56465">48.479999999999997</cx:pt>
          <cx:pt idx="56466">65.989999999999995</cx:pt>
          <cx:pt idx="56467">99.980000000000004</cx:pt>
          <cx:pt idx="56468">59.990000000000002</cx:pt>
          <cx:pt idx="56469">59.729999999999997</cx:pt>
          <cx:pt idx="56470">65.459999999999994</cx:pt>
          <cx:pt idx="56471">51.979999999999997</cx:pt>
          <cx:pt idx="56472">99.980000000000004</cx:pt>
          <cx:pt idx="56473">88.170000000000002</cx:pt>
          <cx:pt idx="56474">64.480000000000004</cx:pt>
          <cx:pt idx="56475">28.489999999999998</cx:pt>
          <cx:pt idx="56476">103.95999999999999</cx:pt>
          <cx:pt idx="56477">29.280000000000001</cx:pt>
          <cx:pt idx="56478">83.939999999999998</cx:pt>
          <cx:pt idx="56479">29.489999999999998</cx:pt>
          <cx:pt idx="56480">51.969999999999999</cx:pt>
          <cx:pt idx="56481">83.950000000000003</cx:pt>
          <cx:pt idx="56482">27.489999999999998</cx:pt>
          <cx:pt idx="56483">18.609999999999999</cx:pt>
          <cx:pt idx="56484">74.969999999999999</cx:pt>
          <cx:pt idx="56485">59.979999999999997</cx:pt>
          <cx:pt idx="56486">64.980000000000004</cx:pt>
          <cx:pt idx="56487">8.7400000000000002</cx:pt>
          <cx:pt idx="56488">149.40000000000001</cx:pt>
          <cx:pt idx="56489">37.990000000000002</cx:pt>
          <cx:pt idx="56490">86.069999999999993</cx:pt>
          <cx:pt idx="56491">259.89999999999998</cx:pt>
          <cx:pt idx="56492">52.159999999999997</cx:pt>
          <cx:pt idx="56493">40.479999999999997</cx:pt>
          <cx:pt idx="56494">60.829999999999998</cx:pt>
          <cx:pt idx="56495">53.969999999999999</cx:pt>
          <cx:pt idx="56496">51.979999999999997</cx:pt>
          <cx:pt idx="56497">66.390000000000001</cx:pt>
          <cx:pt idx="56498">133.47</cx:pt>
          <cx:pt idx="56499">107.95999999999999</cx:pt>
          <cx:pt idx="56500">79.980000000000004</cx:pt>
          <cx:pt idx="56501">95.959999999999994</cx:pt>
          <cx:pt idx="56502">174.19</cx:pt>
          <cx:pt idx="56503">78.629999999999995</cx:pt>
          <cx:pt idx="56504">68.930000000000007</cx:pt>
          <cx:pt idx="56505">108.02</cx:pt>
          <cx:pt idx="56506">79.980000000000004</cx:pt>
          <cx:pt idx="56507">129.94999999999999</cx:pt>
          <cx:pt idx="56508">131.97999999999999</cx:pt>
          <cx:pt idx="56509">99.980000000000004</cx:pt>
          <cx:pt idx="56510">28.489999999999998</cx:pt>
          <cx:pt idx="56511">61.979999999999997</cx:pt>
          <cx:pt idx="56512">64.980000000000004</cx:pt>
          <cx:pt idx="56513">59.979999999999997</cx:pt>
          <cx:pt idx="56514">127.95</cx:pt>
          <cx:pt idx="56515">52.18</cx:pt>
          <cx:pt idx="56516">131.97999999999999</cx:pt>
          <cx:pt idx="56517">59.979999999999997</cx:pt>
          <cx:pt idx="56518">70.159999999999997</cx:pt>
          <cx:pt idx="56519">71.959999999999994</cx:pt>
          <cx:pt idx="56520">12.539999999999999</cx:pt>
          <cx:pt idx="56521">77.969999999999999</cx:pt>
          <cx:pt idx="56522">115.98</cx:pt>
          <cx:pt idx="56523">211.96000000000001</cx:pt>
          <cx:pt idx="56524">68.069999999999993</cx:pt>
          <cx:pt idx="56525">79.980000000000004</cx:pt>
          <cx:pt idx="56526">136.97</cx:pt>
          <cx:pt idx="56527">59.979999999999997</cx:pt>
          <cx:pt idx="56528">83.480000000000004</cx:pt>
          <cx:pt idx="56529">103.95999999999999</cx:pt>
          <cx:pt idx="56530">119.92</cx:pt>
          <cx:pt idx="56531">58.969999999999999</cx:pt>
          <cx:pt idx="56532">39.479999999999997</cx:pt>
          <cx:pt idx="56533">51.979999999999997</cx:pt>
          <cx:pt idx="56534">263.95999999999998</cx:pt>
          <cx:pt idx="56535">36.490000000000002</cx:pt>
          <cx:pt idx="56536">16.289999999999999</cx:pt>
          <cx:pt idx="56537">131.97999999999999</cx:pt>
          <cx:pt idx="56538">119.97</cx:pt>
          <cx:pt idx="56539">79.989999999999995</cx:pt>
          <cx:pt idx="56540">25.489999999999998</cx:pt>
          <cx:pt idx="56541">95.969999999999999</cx:pt>
          <cx:pt idx="56542">63.960000000000001</cx:pt>
          <cx:pt idx="56543">111.95999999999999</cx:pt>
          <cx:pt idx="56544">90.730000000000004</cx:pt>
          <cx:pt idx="56545">88.969999999999999</cx:pt>
          <cx:pt idx="56546">23.48</cx:pt>
          <cx:pt idx="56547">129.94999999999999</cx:pt>
          <cx:pt idx="56548">30.48</cx:pt>
          <cx:pt idx="56549">49.990000000000002</cx:pt>
          <cx:pt idx="56550">199.94999999999999</cx:pt>
          <cx:pt idx="56551">59.990000000000002</cx:pt>
          <cx:pt idx="56552">51.289999999999999</cx:pt>
          <cx:pt idx="56553">53.979999999999997</cx:pt>
          <cx:pt idx="56554">89.980000000000004</cx:pt>
          <cx:pt idx="56555">41.289999999999999</cx:pt>
          <cx:pt idx="56556">59.990000000000002</cx:pt>
          <cx:pt idx="56557">26.489999999999998</cx:pt>
          <cx:pt idx="56558">100.76000000000001</cx:pt>
          <cx:pt idx="56559">27.489999999999998</cx:pt>
          <cx:pt idx="56560">65.989999999999995</cx:pt>
          <cx:pt idx="56561">64.480000000000004</cx:pt>
          <cx:pt idx="56562">69.980000000000004</cx:pt>
          <cx:pt idx="56563">24.489999999999998</cx:pt>
          <cx:pt idx="56564">65.969999999999999</cx:pt>
          <cx:pt idx="56565">114.97</cx:pt>
          <cx:pt idx="56566">55.960000000000001</cx:pt>
          <cx:pt idx="56567">50.490000000000002</cx:pt>
          <cx:pt idx="56568">59.979999999999997</cx:pt>
          <cx:pt idx="56569">109.97</cx:pt>
          <cx:pt idx="56570">75.959999999999994</cx:pt>
          <cx:pt idx="56571">53.979999999999997</cx:pt>
          <cx:pt idx="56572">69.969999999999999</cx:pt>
          <cx:pt idx="56573">31.949999999999999</cx:pt>
          <cx:pt idx="56574">79.980000000000004</cx:pt>
          <cx:pt idx="56575">95.969999999999999</cx:pt>
          <cx:pt idx="56576">107.94</cx:pt>
          <cx:pt idx="56577">69.980000000000004</cx:pt>
          <cx:pt idx="56578">64.980000000000004</cx:pt>
          <cx:pt idx="56579">65.989999999999995</cx:pt>
          <cx:pt idx="56580">259.89999999999998</cx:pt>
          <cx:pt idx="56581">89.939999999999998</cx:pt>
          <cx:pt idx="56582">31.489999999999998</cx:pt>
          <cx:pt idx="56583">55.979999999999997</cx:pt>
          <cx:pt idx="56584">68.480000000000004</cx:pt>
          <cx:pt idx="56585">131.97999999999999</cx:pt>
          <cx:pt idx="56586">129.94999999999999</cx:pt>
          <cx:pt idx="56587">197.97</cx:pt>
          <cx:pt idx="56588">59.979999999999997</cx:pt>
          <cx:pt idx="56589">65.989999999999995</cx:pt>
          <cx:pt idx="56590">65.290000000000006</cx:pt>
          <cx:pt idx="56591">65.989999999999995</cx:pt>
          <cx:pt idx="56592">78.260000000000005</cx:pt>
          <cx:pt idx="56593">80.980000000000004</cx:pt>
          <cx:pt idx="56594">63.979999999999997</cx:pt>
          <cx:pt idx="56595">65.989999999999995</cx:pt>
          <cx:pt idx="56596">127.95</cx:pt>
          <cx:pt idx="56597">59.969999999999999</cx:pt>
          <cx:pt idx="56598">127.01000000000001</cx:pt>
          <cx:pt idx="56599">79.980000000000004</cx:pt>
          <cx:pt idx="56600">111.45</cx:pt>
          <cx:pt idx="56601">31.489999999999998</cx:pt>
          <cx:pt idx="56602">47.479999999999997</cx:pt>
          <cx:pt idx="56603">93.959999999999994</cx:pt>
          <cx:pt idx="56604">65.989999999999995</cx:pt>
          <cx:pt idx="56605">174.94</cx:pt>
          <cx:pt idx="56606">66.980000000000004</cx:pt>
          <cx:pt idx="56607">79.180000000000007</cx:pt>
          <cx:pt idx="56608">84.980000000000004</cx:pt>
          <cx:pt idx="56609">131.97999999999999</cx:pt>
          <cx:pt idx="56610">22.489999999999998</cx:pt>
          <cx:pt idx="56611">153.94</cx:pt>
          <cx:pt idx="56612">87.969999999999999</cx:pt>
          <cx:pt idx="56613">95.959999999999994</cx:pt>
          <cx:pt idx="56614">139.94999999999999</cx:pt>
          <cx:pt idx="56615">49.469999999999999</cx:pt>
          <cx:pt idx="56616">100.98</cx:pt>
          <cx:pt idx="56617">103.95999999999999</cx:pt>
          <cx:pt idx="56618">67.969999999999999</cx:pt>
          <cx:pt idx="56619">39.990000000000002</cx:pt>
          <cx:pt idx="56620">65.299999999999997</cx:pt>
          <cx:pt idx="56621">59.979999999999997</cx:pt>
          <cx:pt idx="56622">31.280000000000001</cx:pt>
          <cx:pt idx="56623">79.980000000000004</cx:pt>
          <cx:pt idx="56624">123.34999999999999</cx:pt>
          <cx:pt idx="56625">103.95999999999999</cx:pt>
          <cx:pt idx="56626">99.969999999999999</cx:pt>
          <cx:pt idx="56627">55.960000000000001</cx:pt>
          <cx:pt idx="56628">9.4900000000000002</cx:pt>
          <cx:pt idx="56629">23.48</cx:pt>
          <cx:pt idx="56630">17.239999999999998</cx:pt>
          <cx:pt idx="56631">51.979999999999997</cx:pt>
          <cx:pt idx="56632">107.94</cx:pt>
          <cx:pt idx="56633">241.93000000000001</cx:pt>
          <cx:pt idx="56634">51.979999999999997</cx:pt>
          <cx:pt idx="56635">159.65000000000001</cx:pt>
          <cx:pt idx="56636">131.97999999999999</cx:pt>
          <cx:pt idx="56637">131.96000000000001</cx:pt>
          <cx:pt idx="56638">46.490000000000002</cx:pt>
          <cx:pt idx="56639">53.979999999999997</cx:pt>
          <cx:pt idx="56640">65.989999999999995</cx:pt>
          <cx:pt idx="56641">59.979999999999997</cx:pt>
          <cx:pt idx="56642">13.289999999999999</cx:pt>
          <cx:pt idx="56643">85.980000000000004</cx:pt>
          <cx:pt idx="56644">77.390000000000001</cx:pt>
          <cx:pt idx="56645">27.489999999999998</cx:pt>
          <cx:pt idx="56646">59.979999999999997</cx:pt>
          <cx:pt idx="56647">55.979999999999997</cx:pt>
          <cx:pt idx="56648">65.989999999999995</cx:pt>
          <cx:pt idx="56649">158.91999999999999</cx:pt>
          <cx:pt idx="56650">164.94</cx:pt>
          <cx:pt idx="56651">84.269999999999996</cx:pt>
          <cx:pt idx="56652">103.37</cx:pt>
          <cx:pt idx="56653">55.979999999999997</cx:pt>
          <cx:pt idx="56654">21.280000000000001</cx:pt>
          <cx:pt idx="56655">131.97999999999999</cx:pt>
          <cx:pt idx="56656">59.979999999999997</cx:pt>
          <cx:pt idx="56657">57.960000000000001</cx:pt>
          <cx:pt idx="56658">138.66</cx:pt>
          <cx:pt idx="56659">108.86</cx:pt>
          <cx:pt idx="56660">16.489999999999998</cx:pt>
          <cx:pt idx="56661">119.95999999999999</cx:pt>
          <cx:pt idx="56662">131.97999999999999</cx:pt>
          <cx:pt idx="56663">59.969999999999999</cx:pt>
          <cx:pt idx="56664">105.45999999999999</cx:pt>
          <cx:pt idx="56665">263.95999999999998</cx:pt>
          <cx:pt idx="56666">15.49</cx:pt>
          <cx:pt idx="56667">73.980000000000004</cx:pt>
          <cx:pt idx="56668">199.94999999999999</cx:pt>
          <cx:pt idx="56669">62.969999999999999</cx:pt>
          <cx:pt idx="56670">65.989999999999995</cx:pt>
          <cx:pt idx="56671">55.979999999999997</cx:pt>
          <cx:pt idx="56672">69.980000000000004</cx:pt>
          <cx:pt idx="56673">146.65000000000001</cx:pt>
          <cx:pt idx="56674">74.980000000000004</cx:pt>
          <cx:pt idx="56675">51.979999999999997</cx:pt>
          <cx:pt idx="56676">55.979999999999997</cx:pt>
          <cx:pt idx="56677">46.409999999999997</cx:pt>
          <cx:pt idx="56678">68.950000000000003</cx:pt>
          <cx:pt idx="56679">59.939999999999998</cx:pt>
          <cx:pt idx="56680">94.989999999999995</cx:pt>
          <cx:pt idx="56681">103.95999999999999</cx:pt>
          <cx:pt idx="56682">31.48</cx:pt>
          <cx:pt idx="56683">65.989999999999995</cx:pt>
          <cx:pt idx="56684">122.19</cx:pt>
          <cx:pt idx="56685">107.95999999999999</cx:pt>
          <cx:pt idx="56686">55.979999999999997</cx:pt>
          <cx:pt idx="56687">65.989999999999995</cx:pt>
          <cx:pt idx="56688">37.240000000000002</cx:pt>
          <cx:pt idx="56689">83.480000000000004</cx:pt>
          <cx:pt idx="56690">65.459999999999994</cx:pt>
          <cx:pt idx="56691">13.289999999999999</cx:pt>
          <cx:pt idx="56692">41.670000000000002</cx:pt>
          <cx:pt idx="56693">57.579999999999998</cx:pt>
          <cx:pt idx="56694">76.219999999999999</cx:pt>
          <cx:pt idx="56695">85.969999999999999</cx:pt>
          <cx:pt idx="56696">55.399999999999999</cx:pt>
          <cx:pt idx="56697">119.95999999999999</cx:pt>
          <cx:pt idx="56698">41.490000000000002</cx:pt>
          <cx:pt idx="56699">54.869999999999997</cx:pt>
          <cx:pt idx="56700">66.680000000000007</cx:pt>
          <cx:pt idx="56701">100.58</cx:pt>
          <cx:pt idx="56702">59.979999999999997</cx:pt>
          <cx:pt idx="56703">56.969999999999999</cx:pt>
          <cx:pt idx="56704">31.489999999999998</cx:pt>
          <cx:pt idx="56705">21.48</cx:pt>
          <cx:pt idx="56706">72.579999999999998</cx:pt>
          <cx:pt idx="56707">39.280000000000001</cx:pt>
          <cx:pt idx="56708">59.979999999999997</cx:pt>
          <cx:pt idx="56709">79.980000000000004</cx:pt>
          <cx:pt idx="56710">87.969999999999999</cx:pt>
          <cx:pt idx="56711">68.930000000000007</cx:pt>
          <cx:pt idx="56712">50.369999999999997</cx:pt>
          <cx:pt idx="56713">59.979999999999997</cx:pt>
          <cx:pt idx="56714">186.96000000000001</cx:pt>
          <cx:pt idx="56715">22.23</cx:pt>
          <cx:pt idx="56716">50.969999999999999</cx:pt>
          <cx:pt idx="56717">53.969999999999999</cx:pt>
          <cx:pt idx="56718">67.480000000000004</cx:pt>
          <cx:pt idx="56719">79.980000000000004</cx:pt>
          <cx:pt idx="56720">68.579999999999998</cx:pt>
          <cx:pt idx="56721">10.970000000000001</cx:pt>
          <cx:pt idx="56722">20.289999999999999</cx:pt>
          <cx:pt idx="56723">57.979999999999997</cx:pt>
          <cx:pt idx="56724">213.53</cx:pt>
          <cx:pt idx="56725">54.990000000000002</cx:pt>
          <cx:pt idx="56726">86.959999999999994</cx:pt>
          <cx:pt idx="56727">86.959999999999994</cx:pt>
          <cx:pt idx="56728">65.989999999999995</cx:pt>
          <cx:pt idx="56729">50.969999999999999</cx:pt>
          <cx:pt idx="56730">53.979999999999997</cx:pt>
          <cx:pt idx="56731">191.94</cx:pt>
          <cx:pt idx="56732">25.98</cx:pt>
          <cx:pt idx="56733">118.51000000000001</cx:pt>
          <cx:pt idx="56734">143.94999999999999</cx:pt>
          <cx:pt idx="56735">84.980000000000004</cx:pt>
          <cx:pt idx="56736">25.260000000000002</cx:pt>
          <cx:pt idx="56737">88.150000000000006</cx:pt>
          <cx:pt idx="56738">131.97999999999999</cx:pt>
          <cx:pt idx="56739">17.489999999999998</cx:pt>
          <cx:pt idx="56740">53.979999999999997</cx:pt>
          <cx:pt idx="56741">106.44</cx:pt>
          <cx:pt idx="56742">65.989999999999995</cx:pt>
          <cx:pt idx="56743">106.44</cx:pt>
          <cx:pt idx="56744">53.979999999999997</cx:pt>
          <cx:pt idx="56745">114.91</cx:pt>
          <cx:pt idx="56746">87.079999999999998</cx:pt>
          <cx:pt idx="56747">66.530000000000001</cx:pt>
          <cx:pt idx="56748">65.989999999999995</cx:pt>
          <cx:pt idx="56749">20.489999999999998</cx:pt>
          <cx:pt idx="56750">55.979999999999997</cx:pt>
          <cx:pt idx="56751">55.979999999999997</cx:pt>
          <cx:pt idx="56752">89.969999999999999</cx:pt>
          <cx:pt idx="56753">196.65000000000001</cx:pt>
          <cx:pt idx="56754">54.990000000000002</cx:pt>
          <cx:pt idx="56755">103.95999999999999</cx:pt>
          <cx:pt idx="56756">53.979999999999997</cx:pt>
          <cx:pt idx="56757">135.47</cx:pt>
          <cx:pt idx="56758">107.95999999999999</cx:pt>
          <cx:pt idx="56759">54.990000000000002</cx:pt>
          <cx:pt idx="56760">43.280000000000001</cx:pt>
          <cx:pt idx="56761">53.450000000000003</cx:pt>
          <cx:pt idx="56762">16.289999999999999</cx:pt>
          <cx:pt idx="56763">72.530000000000001</cx:pt>
          <cx:pt idx="56764">111.95</cx:pt>
          <cx:pt idx="56765">69.480000000000004</cx:pt>
          <cx:pt idx="56766">50.450000000000003</cx:pt>
          <cx:pt idx="56767">36.490000000000002</cx:pt>
          <cx:pt idx="56768">56.979999999999997</cx:pt>
          <cx:pt idx="56769">59.979999999999997</cx:pt>
          <cx:pt idx="56770">85.969999999999999</cx:pt>
          <cx:pt idx="56771">63.979999999999997</cx:pt>
          <cx:pt idx="56772">106.94</cx:pt>
          <cx:pt idx="56773">97.959999999999994</cx:pt>
          <cx:pt idx="56774">171.94</cx:pt>
          <cx:pt idx="56775">55.979999999999997</cx:pt>
          <cx:pt idx="56776">51.979999999999997</cx:pt>
          <cx:pt idx="56777">16.489999999999998</cx:pt>
          <cx:pt idx="56778">55.979999999999997</cx:pt>
          <cx:pt idx="56779">118.53</cx:pt>
          <cx:pt idx="56780">54.979999999999997</cx:pt>
          <cx:pt idx="56781">56.969999999999999</cx:pt>
          <cx:pt idx="56782">61.689999999999998</cx:pt>
          <cx:pt idx="56783">55.979999999999997</cx:pt>
          <cx:pt idx="56784">108.86</cx:pt>
          <cx:pt idx="56785">51.979999999999997</cx:pt>
          <cx:pt idx="56786">65.989999999999995</cx:pt>
          <cx:pt idx="56787">61.979999999999997</cx:pt>
          <cx:pt idx="56788">86.969999999999999</cx:pt>
          <cx:pt idx="56789">13.49</cx:pt>
          <cx:pt idx="56790">111.95999999999999</cx:pt>
          <cx:pt idx="56791">55.979999999999997</cx:pt>
          <cx:pt idx="56792">65.989999999999995</cx:pt>
          <cx:pt idx="56793">32.479999999999997</cx:pt>
          <cx:pt idx="56794">85.959999999999994</cx:pt>
          <cx:pt idx="56795">59.390000000000001</cx:pt>
          <cx:pt idx="56796">57.969999999999999</cx:pt>
          <cx:pt idx="56797">58.969999999999999</cx:pt>
          <cx:pt idx="56798">74.969999999999999</cx:pt>
          <cx:pt idx="56799">17.289999999999999</cx:pt>
          <cx:pt idx="56800">192.94999999999999</cx:pt>
          <cx:pt idx="56801">66.980000000000004</cx:pt>
          <cx:pt idx="56802">17.190000000000001</cx:pt>
          <cx:pt idx="56803">85.980000000000004</cx:pt>
          <cx:pt idx="56804">50.979999999999997</cx:pt>
          <cx:pt idx="56805">92.959999999999994</cx:pt>
          <cx:pt idx="56806">56.969999999999999</cx:pt>
          <cx:pt idx="56807">50.979999999999997</cx:pt>
          <cx:pt idx="56808">77.969999999999999</cx:pt>
          <cx:pt idx="56809">59.979999999999997</cx:pt>
          <cx:pt idx="56810">66.969999999999999</cx:pt>
          <cx:pt idx="56811">55.979999999999997</cx:pt>
          <cx:pt idx="56812">9.9900000000000002</cx:pt>
          <cx:pt idx="56813">59.979999999999997</cx:pt>
          <cx:pt idx="56814">36.829999999999998</cx:pt>
          <cx:pt idx="56815">16.289999999999999</cx:pt>
          <cx:pt idx="56816">39.479999999999997</cx:pt>
          <cx:pt idx="56817">223.91999999999999</cx:pt>
          <cx:pt idx="56818">51.979999999999997</cx:pt>
          <cx:pt idx="56819">84.969999999999999</cx:pt>
          <cx:pt idx="56820">42.240000000000002</cx:pt>
          <cx:pt idx="56821">65.989999999999995</cx:pt>
          <cx:pt idx="56822">55.979999999999997</cx:pt>
          <cx:pt idx="56823">80.980000000000004</cx:pt>
          <cx:pt idx="56824">31.489999999999998</cx:pt>
          <cx:pt idx="56825">131.97999999999999</cx:pt>
          <cx:pt idx="56826">119.97</cx:pt>
          <cx:pt idx="56827">131.97999999999999</cx:pt>
          <cx:pt idx="56828">59.960000000000001</cx:pt>
          <cx:pt idx="56829">85.969999999999999</cx:pt>
          <cx:pt idx="56830">79.980000000000004</cx:pt>
          <cx:pt idx="56831">50.979999999999997</cx:pt>
          <cx:pt idx="56832">103.95999999999999</cx:pt>
          <cx:pt idx="56833">51.979999999999997</cx:pt>
          <cx:pt idx="56834">79.969999999999999</cx:pt>
          <cx:pt idx="56835">59.979999999999997</cx:pt>
          <cx:pt idx="56836">319.38999999999999</cx:pt>
          <cx:pt idx="56837">259.89999999999998</cx:pt>
          <cx:pt idx="56838">56.469999999999999</cx:pt>
          <cx:pt idx="56839">65.989999999999995</cx:pt>
          <cx:pt idx="56840">11.279999999999999</cx:pt>
          <cx:pt idx="56841">5.29</cx:pt>
          <cx:pt idx="56842">149.94999999999999</cx:pt>
          <cx:pt idx="56843">53.979999999999997</cx:pt>
          <cx:pt idx="56844">77.969999999999999</cx:pt>
          <cx:pt idx="56845">98.969999999999999</cx:pt>
          <cx:pt idx="56846">131.97999999999999</cx:pt>
          <cx:pt idx="56847">50.969999999999999</cx:pt>
          <cx:pt idx="56848">53.969999999999999</cx:pt>
          <cx:pt idx="56849">123.95</cx:pt>
          <cx:pt idx="56850">34.280000000000001</cx:pt>
          <cx:pt idx="56851">59.979999999999997</cx:pt>
          <cx:pt idx="56852">56.399999999999999</cx:pt>
          <cx:pt idx="56853">59.979999999999997</cx:pt>
          <cx:pt idx="56854">77.969999999999999</cx:pt>
          <cx:pt idx="56855">53.979999999999997</cx:pt>
          <cx:pt idx="56856">57.979999999999997</cx:pt>
          <cx:pt idx="56857">104.95999999999999</cx:pt>
          <cx:pt idx="56858">377.37</cx:pt>
          <cx:pt idx="56859">83.969999999999999</cx:pt>
          <cx:pt idx="56860">69.980000000000004</cx:pt>
          <cx:pt idx="56861">59.979999999999997</cx:pt>
          <cx:pt idx="56862">83.450000000000003</cx:pt>
          <cx:pt idx="56863">59.979999999999997</cx:pt>
          <cx:pt idx="56864">57.479999999999997</cx:pt>
          <cx:pt idx="56865">139.97999999999999</cx:pt>
          <cx:pt idx="56866">69.980000000000004</cx:pt>
          <cx:pt idx="56867">120.72</cx:pt>
          <cx:pt idx="56868">131.97999999999999</cx:pt>
          <cx:pt idx="56869">49.060000000000002</cx:pt>
          <cx:pt idx="56870">35.890000000000001</cx:pt>
          <cx:pt idx="56871">41.490000000000002</cx:pt>
          <cx:pt idx="56872">31.489999999999998</cx:pt>
          <cx:pt idx="56873">51.969999999999999</cx:pt>
          <cx:pt idx="56874">55.979999999999997</cx:pt>
          <cx:pt idx="56875">59.979999999999997</cx:pt>
          <cx:pt idx="56876">107.94</cx:pt>
          <cx:pt idx="56877">154.94999999999999</cx:pt>
          <cx:pt idx="56878">263.95999999999998</cx:pt>
          <cx:pt idx="56879">56.969999999999999</cx:pt>
          <cx:pt idx="56880">65.989999999999995</cx:pt>
          <cx:pt idx="56881">64.090000000000003</cx:pt>
          <cx:pt idx="56882">59.979999999999997</cx:pt>
          <cx:pt idx="56883">53.969999999999999</cx:pt>
          <cx:pt idx="56884">135.46000000000001</cx:pt>
          <cx:pt idx="56885">89.950000000000003</cx:pt>
          <cx:pt idx="56886">60.969999999999999</cx:pt>
          <cx:pt idx="56887">83.980000000000004</cx:pt>
          <cx:pt idx="56888">59.979999999999997</cx:pt>
          <cx:pt idx="56889">105.98</cx:pt>
          <cx:pt idx="56890">50.979999999999997</cx:pt>
          <cx:pt idx="56891">32.490000000000002</cx:pt>
          <cx:pt idx="56892">27.579999999999998</cx:pt>
          <cx:pt idx="56893">79.980000000000004</cx:pt>
          <cx:pt idx="56894">101.95999999999999</cx:pt>
          <cx:pt idx="56895">55.609999999999999</cx:pt>
          <cx:pt idx="56896">47.490000000000002</cx:pt>
          <cx:pt idx="56897">139.94999999999999</cx:pt>
          <cx:pt idx="56898">66.530000000000001</cx:pt>
          <cx:pt idx="56899">51.990000000000002</cx:pt>
          <cx:pt idx="56900">70.969999999999999</cx:pt>
          <cx:pt idx="56901">65.989999999999995</cx:pt>
          <cx:pt idx="56902">31.489999999999998</cx:pt>
          <cx:pt idx="56903">125.97</cx:pt>
          <cx:pt idx="56904">64.969999999999999</cx:pt>
          <cx:pt idx="56905">22.969999999999999</cx:pt>
          <cx:pt idx="56906">40.490000000000002</cx:pt>
          <cx:pt idx="56907">120.56</cx:pt>
          <cx:pt idx="56908">47.479999999999997</cx:pt>
          <cx:pt idx="56909">111.95999999999999</cx:pt>
          <cx:pt idx="56910">45.490000000000002</cx:pt>
          <cx:pt idx="56911">31.780000000000001</cx:pt>
          <cx:pt idx="56912">191.91999999999999</cx:pt>
          <cx:pt idx="56913">96.790000000000006</cx:pt>
          <cx:pt idx="56914">105.98</cx:pt>
          <cx:pt idx="56915">78.629999999999995</cx:pt>
          <cx:pt idx="56916">58.979999999999997</cx:pt>
          <cx:pt idx="56917">110.98</cx:pt>
          <cx:pt idx="56918">145.08000000000001</cx:pt>
          <cx:pt idx="56919">59.979999999999997</cx:pt>
          <cx:pt idx="56920">65.989999999999995</cx:pt>
          <cx:pt idx="56921">64.090000000000003</cx:pt>
          <cx:pt idx="56922">103.47</cx:pt>
          <cx:pt idx="56923">63.960000000000001</cx:pt>
          <cx:pt idx="56924">107.94</cx:pt>
          <cx:pt idx="56925">31.48</cx:pt>
          <cx:pt idx="56926">51.979999999999997</cx:pt>
          <cx:pt idx="56927">216.52000000000001</cx:pt>
          <cx:pt idx="56928">47.490000000000002</cx:pt>
          <cx:pt idx="56929">112.95999999999999</cx:pt>
          <cx:pt idx="56930">59.979999999999997</cx:pt>
          <cx:pt idx="56931">53.969999999999999</cx:pt>
          <cx:pt idx="56932">54.979999999999997</cx:pt>
          <cx:pt idx="56933">55.960000000000001</cx:pt>
          <cx:pt idx="56934">118.67</cx:pt>
          <cx:pt idx="56935">65.989999999999995</cx:pt>
          <cx:pt idx="56936">39.890000000000001</cx:pt>
          <cx:pt idx="56937">50.689999999999998</cx:pt>
          <cx:pt idx="56938">79.980000000000004</cx:pt>
          <cx:pt idx="56939">67.739999999999995</cx:pt>
          <cx:pt idx="56940">90.349999999999994</cx:pt>
          <cx:pt idx="56941">83.969999999999999</cx:pt>
          <cx:pt idx="56942">55.979999999999997</cx:pt>
          <cx:pt idx="56943">55.979999999999997</cx:pt>
          <cx:pt idx="56944">20.489999999999998</cx:pt>
          <cx:pt idx="56945">119.97</cx:pt>
          <cx:pt idx="56946">149.94999999999999</cx:pt>
          <cx:pt idx="56947">30</cx:pt>
          <cx:pt idx="56948">29.489999999999998</cx:pt>
          <cx:pt idx="56949">84.980000000000004</cx:pt>
          <cx:pt idx="56950">80.969999999999999</cx:pt>
          <cx:pt idx="56951">17.66</cx:pt>
          <cx:pt idx="56952">119.95999999999999</cx:pt>
          <cx:pt idx="56953">79.980000000000004</cx:pt>
          <cx:pt idx="56954">51.939999999999998</cx:pt>
          <cx:pt idx="56955">131.97999999999999</cx:pt>
          <cx:pt idx="56956">59.979999999999997</cx:pt>
          <cx:pt idx="56957">28.48</cx:pt>
          <cx:pt idx="56958">93.950000000000003</cx:pt>
          <cx:pt idx="56959">55.979999999999997</cx:pt>
          <cx:pt idx="56960">116.09999999999999</cx:pt>
          <cx:pt idx="56961">54.990000000000002</cx:pt>
          <cx:pt idx="56962">59.390000000000001</cx:pt>
          <cx:pt idx="56963">51.960000000000001</cx:pt>
          <cx:pt idx="56964">31.489999999999998</cx:pt>
          <cx:pt idx="56965">36.490000000000002</cx:pt>
          <cx:pt idx="56966">63.979999999999997</cx:pt>
          <cx:pt idx="56967">83.969999999999999</cx:pt>
          <cx:pt idx="56968">53.969999999999999</cx:pt>
          <cx:pt idx="56969">58.979999999999997</cx:pt>
          <cx:pt idx="56970">122.19</cx:pt>
          <cx:pt idx="56971">69.980000000000004</cx:pt>
          <cx:pt idx="56972">31.48</cx:pt>
          <cx:pt idx="56973">60.990000000000002</cx:pt>
          <cx:pt idx="56974">84.569999999999993</cx:pt>
          <cx:pt idx="56975">58.969999999999999</cx:pt>
          <cx:pt idx="56976">63.979999999999997</cx:pt>
          <cx:pt idx="56977">65.989999999999995</cx:pt>
          <cx:pt idx="56978">55.979999999999997</cx:pt>
          <cx:pt idx="56979">14.49</cx:pt>
          <cx:pt idx="56980">111.95999999999999</cx:pt>
          <cx:pt idx="56981">53.979999999999997</cx:pt>
          <cx:pt idx="56982">56.979999999999997</cx:pt>
          <cx:pt idx="56983">53.979999999999997</cx:pt>
          <cx:pt idx="56984">56.969999999999999</cx:pt>
          <cx:pt idx="56985">269.91000000000003</cx:pt>
          <cx:pt idx="56986">111.98</cx:pt>
          <cx:pt idx="56987">51.979999999999997</cx:pt>
          <cx:pt idx="56988">83.980000000000004</cx:pt>
          <cx:pt idx="56989">172.97</cx:pt>
          <cx:pt idx="56990">77.969999999999999</cx:pt>
          <cx:pt idx="56991">60.990000000000002</cx:pt>
          <cx:pt idx="56992">30.48</cx:pt>
          <cx:pt idx="56993">48.479999999999997</cx:pt>
          <cx:pt idx="56994">259.89999999999998</cx:pt>
          <cx:pt idx="56995">69.980000000000004</cx:pt>
          <cx:pt idx="56996">58.659999999999997</cx:pt>
          <cx:pt idx="56997">33.479999999999997</cx:pt>
          <cx:pt idx="56998">100.97</cx:pt>
          <cx:pt idx="56999">149.94999999999999</cx:pt>
          <cx:pt idx="57000">53.979999999999997</cx:pt>
          <cx:pt idx="57001">59.979999999999997</cx:pt>
          <cx:pt idx="57002">19.09</cx:pt>
          <cx:pt idx="57003">107.01000000000001</cx:pt>
          <cx:pt idx="57004">53.469999999999999</cx:pt>
          <cx:pt idx="57005">129.15000000000001</cx:pt>
          <cx:pt idx="57006">29.079999999999998</cx:pt>
          <cx:pt idx="57007">93.129999999999995</cx:pt>
          <cx:pt idx="57008">95.980000000000004</cx:pt>
          <cx:pt idx="57009">135.41999999999999</cx:pt>
          <cx:pt idx="57010">31.41</cx:pt>
          <cx:pt idx="57011">125.34</cx:pt>
          <cx:pt idx="57012">89.969999999999999</cx:pt>
          <cx:pt idx="57013">167.36000000000001</cx:pt>
          <cx:pt idx="57014">46.289999999999999</cx:pt>
          <cx:pt idx="57015">11.49</cx:pt>
          <cx:pt idx="57016">-97.989999999999995</cx:pt>
          <cx:pt idx="57017">29.280000000000001</cx:pt>
          <cx:pt idx="57018">65.989999999999995</cx:pt>
          <cx:pt idx="57019">93.969999999999999</cx:pt>
          <cx:pt idx="57020">59.979999999999997</cx:pt>
          <cx:pt idx="57021">131.97999999999999</cx:pt>
          <cx:pt idx="57022">165.27000000000001</cx:pt>
          <cx:pt idx="57023">115.97</cx:pt>
          <cx:pt idx="57024">56.969999999999999</cx:pt>
          <cx:pt idx="57025">59.960000000000001</cx:pt>
          <cx:pt idx="57026">16.489999999999998</cx:pt>
          <cx:pt idx="57027">33.840000000000003</cx:pt>
          <cx:pt idx="57028">55.979999999999997</cx:pt>
          <cx:pt idx="57029">87.439999999999998</cx:pt>
          <cx:pt idx="57030">59.979999999999997</cx:pt>
          <cx:pt idx="57031">57.979999999999997</cx:pt>
          <cx:pt idx="57032">71.959999999999994</cx:pt>
          <cx:pt idx="57033">55.979999999999997</cx:pt>
          <cx:pt idx="57034">83.480000000000004</cx:pt>
          <cx:pt idx="57035">110.97</cx:pt>
          <cx:pt idx="57036">177.94999999999999</cx:pt>
          <cx:pt idx="57037">135.96000000000001</cx:pt>
          <cx:pt idx="57038">65.989999999999995</cx:pt>
          <cx:pt idx="57039">139.94999999999999</cx:pt>
          <cx:pt idx="57040">56.969999999999999</cx:pt>
          <cx:pt idx="57041">91.969999999999999</cx:pt>
          <cx:pt idx="57042">122.95999999999999</cx:pt>
          <cx:pt idx="57043">89.980000000000004</cx:pt>
          <cx:pt idx="57044">51.979999999999997</cx:pt>
          <cx:pt idx="57045">93.950000000000003</cx:pt>
          <cx:pt idx="57046">72.560000000000002</cx:pt>
          <cx:pt idx="57047">126.06</cx:pt>
          <cx:pt idx="57048">68.480000000000004</cx:pt>
          <cx:pt idx="57049">67.959999999999994</cx:pt>
          <cx:pt idx="57050">67.739999999999995</cx:pt>
          <cx:pt idx="57051">59.979999999999997</cx:pt>
          <cx:pt idx="57052">197.97</cx:pt>
          <cx:pt idx="57053">77.969999999999999</cx:pt>
          <cx:pt idx="57054">77.420000000000002</cx:pt>
          <cx:pt idx="57055">83.969999999999999</cx:pt>
          <cx:pt idx="57056">79.980000000000004</cx:pt>
          <cx:pt idx="57057">259.89999999999998</cx:pt>
          <cx:pt idx="57058">55.640000000000001</cx:pt>
          <cx:pt idx="57059">83.969999999999999</cx:pt>
          <cx:pt idx="57060">57.979999999999997</cx:pt>
          <cx:pt idx="57061">49.990000000000002</cx:pt>
          <cx:pt idx="57062">113.95999999999999</cx:pt>
          <cx:pt idx="57063">53.979999999999997</cx:pt>
          <cx:pt idx="57064">67.069999999999993</cx:pt>
          <cx:pt idx="57065">59.979999999999997</cx:pt>
          <cx:pt idx="57066">53.969999999999999</cx:pt>
          <cx:pt idx="57067">32.649999999999999</cx:pt>
          <cx:pt idx="57068">127.94</cx:pt>
          <cx:pt idx="57069">65.989999999999995</cx:pt>
          <cx:pt idx="57070">171.94</cx:pt>
          <cx:pt idx="57071">88.969999999999999</cx:pt>
          <cx:pt idx="57072">59.979999999999997</cx:pt>
          <cx:pt idx="57073">17.489999999999998</cx:pt>
          <cx:pt idx="57074">56.979999999999997</cx:pt>
          <cx:pt idx="57075">16.280000000000001</cx:pt>
          <cx:pt idx="57076">55.979999999999997</cx:pt>
          <cx:pt idx="57077">55.960000000000001</cx:pt>
          <cx:pt idx="57078">94.340000000000003</cx:pt>
          <cx:pt idx="57079">55.979999999999997</cx:pt>
          <cx:pt idx="57080">131.97999999999999</cx:pt>
          <cx:pt idx="57081">51.979999999999997</cx:pt>
          <cx:pt idx="57082">36.289999999999999</cx:pt>
          <cx:pt idx="57083">41.490000000000002</cx:pt>
          <cx:pt idx="57084">27.48</cx:pt>
          <cx:pt idx="57085">93.969999999999999</cx:pt>
          <cx:pt idx="57086">111.95999999999999</cx:pt>
          <cx:pt idx="57087">79.980000000000004</cx:pt>
          <cx:pt idx="57088">44.990000000000002</cx:pt>
          <cx:pt idx="57089">83.969999999999999</cx:pt>
          <cx:pt idx="57090">109.97</cx:pt>
          <cx:pt idx="57091">79.980000000000004</cx:pt>
          <cx:pt idx="57092">119.95999999999999</cx:pt>
          <cx:pt idx="57093">107.45</cx:pt>
          <cx:pt idx="57094">65.989999999999995</cx:pt>
          <cx:pt idx="57095">107.94</cx:pt>
          <cx:pt idx="57096">84.659999999999997</cx:pt>
          <cx:pt idx="57097">129.94999999999999</cx:pt>
          <cx:pt idx="57098">65.989999999999995</cx:pt>
          <cx:pt idx="57099">85.469999999999999</cx:pt>
          <cx:pt idx="57100">109.95999999999999</cx:pt>
          <cx:pt idx="57101">24.18</cx:pt>
          <cx:pt idx="57102">55.960000000000001</cx:pt>
          <cx:pt idx="57103">11.49</cx:pt>
          <cx:pt idx="57104">65.989999999999995</cx:pt>
          <cx:pt idx="57105">47.479999999999997</cx:pt>
          <cx:pt idx="57106">159.69999999999999</cx:pt>
          <cx:pt idx="57107">14.99</cx:pt>
          <cx:pt idx="57108">119.27</cx:pt>
          <cx:pt idx="57109">72.579999999999998</cx:pt>
          <cx:pt idx="57110">55.979999999999997</cx:pt>
          <cx:pt idx="57111">29.289999999999999</cx:pt>
          <cx:pt idx="57112">54.979999999999997</cx:pt>
          <cx:pt idx="57113">89.980000000000004</cx:pt>
          <cx:pt idx="57114">69.980000000000004</cx:pt>
          <cx:pt idx="57115">83.760000000000005</cx:pt>
          <cx:pt idx="57116">49.979999999999997</cx:pt>
          <cx:pt idx="57117">133.96000000000001</cx:pt>
          <cx:pt idx="57118">141.94</cx:pt>
          <cx:pt idx="57119">111.95999999999999</cx:pt>
          <cx:pt idx="57120">162.93000000000001</cx:pt>
          <cx:pt idx="57121">164.65000000000001</cx:pt>
          <cx:pt idx="57122">81.959999999999994</cx:pt>
          <cx:pt idx="57123">58.979999999999997</cx:pt>
          <cx:pt idx="57124">55.960000000000001</cx:pt>
          <cx:pt idx="57125">269.91000000000003</cx:pt>
          <cx:pt idx="57126">79.980000000000004</cx:pt>
          <cx:pt idx="57127">49.990000000000002</cx:pt>
          <cx:pt idx="57128">83.480000000000004</cx:pt>
          <cx:pt idx="57129">104.97</cx:pt>
          <cx:pt idx="57130">89.969999999999999</cx:pt>
          <cx:pt idx="57131">69.269999999999996</cx:pt>
          <cx:pt idx="57132">41.479999999999997</cx:pt>
          <cx:pt idx="57133">65.989999999999995</cx:pt>
          <cx:pt idx="57134">126.76000000000001</cx:pt>
          <cx:pt idx="57135">79.980000000000004</cx:pt>
          <cx:pt idx="57136">63.960000000000001</cx:pt>
          <cx:pt idx="57137">379.76999999999998</cx:pt>
          <cx:pt idx="57138">117.95</cx:pt>
          <cx:pt idx="57139">33.289999999999999</cx:pt>
          <cx:pt idx="57140">122.95</cx:pt>
          <cx:pt idx="57141">120.88</cx:pt>
          <cx:pt idx="57142">97.819999999999993</cx:pt>
          <cx:pt idx="57143">32.240000000000002</cx:pt>
          <cx:pt idx="57144">131.97999999999999</cx:pt>
          <cx:pt idx="57145">55.979999999999997</cx:pt>
          <cx:pt idx="57146">86.069999999999993</cx:pt>
          <cx:pt idx="57147">179.94</cx:pt>
          <cx:pt idx="57148">58.969999999999999</cx:pt>
          <cx:pt idx="57149">41.289999999999999</cx:pt>
          <cx:pt idx="57150">41.490000000000002</cx:pt>
          <cx:pt idx="57151">55.979999999999997</cx:pt>
          <cx:pt idx="57152">95.969999999999999</cx:pt>
          <cx:pt idx="57153">59.979999999999997</cx:pt>
          <cx:pt idx="57154">53.979999999999997</cx:pt>
          <cx:pt idx="57155">47.289999999999999</cx:pt>
          <cx:pt idx="57156">65.989999999999995</cx:pt>
          <cx:pt idx="57157">31.489999999999998</cx:pt>
          <cx:pt idx="57158">57.969999999999999</cx:pt>
          <cx:pt idx="57159">105.18000000000001</cx:pt>
          <cx:pt idx="57160">93.959999999999994</cx:pt>
          <cx:pt idx="57161">83.969999999999999</cx:pt>
          <cx:pt idx="57162">69.980000000000004</cx:pt>
          <cx:pt idx="57163">215.91999999999999</cx:pt>
          <cx:pt idx="57164">130.63</cx:pt>
          <cx:pt idx="57165">41.490000000000002</cx:pt>
          <cx:pt idx="57166">55.979999999999997</cx:pt>
          <cx:pt idx="57167">49.590000000000003</cx:pt>
          <cx:pt idx="57168">14.49</cx:pt>
          <cx:pt idx="57169">47.479999999999997</cx:pt>
          <cx:pt idx="57170">58.979999999999997</cx:pt>
          <cx:pt idx="57171">272.72000000000003</cx:pt>
          <cx:pt idx="57172">55.979999999999997</cx:pt>
          <cx:pt idx="57173">115.95</cx:pt>
          <cx:pt idx="57174">38.479999999999997</cx:pt>
          <cx:pt idx="57175">19.289999999999999</cx:pt>
          <cx:pt idx="57176">62.969999999999999</cx:pt>
          <cx:pt idx="57177">63.979999999999997</cx:pt>
          <cx:pt idx="57178">177.97</cx:pt>
          <cx:pt idx="57179">159.96000000000001</cx:pt>
          <cx:pt idx="57180">67.969999999999999</cx:pt>
          <cx:pt idx="57181">82.969999999999999</cx:pt>
          <cx:pt idx="57182">33.479999999999997</cx:pt>
          <cx:pt idx="57183">29.489999999999998</cx:pt>
          <cx:pt idx="57184">30.280000000000001</cx:pt>
          <cx:pt idx="57185">108.48</cx:pt>
          <cx:pt idx="57186">103.95999999999999</cx:pt>
          <cx:pt idx="57187">59.979999999999997</cx:pt>
          <cx:pt idx="57188">70.140000000000001</cx:pt>
          <cx:pt idx="57189">8.2899999999999991</cx:pt>
          <cx:pt idx="57190">51.979999999999997</cx:pt>
          <cx:pt idx="57191">64.769999999999996</cx:pt>
          <cx:pt idx="57192">27.48</cx:pt>
          <cx:pt idx="57193">83.969999999999999</cx:pt>
          <cx:pt idx="57194">52.969999999999999</cx:pt>
          <cx:pt idx="57195">36.289999999999999</cx:pt>
          <cx:pt idx="57196">51.979999999999997</cx:pt>
          <cx:pt idx="57197">83.969999999999999</cx:pt>
          <cx:pt idx="57198">79.980000000000004</cx:pt>
          <cx:pt idx="57199">95.510000000000005</cx:pt>
          <cx:pt idx="57200">55.979999999999997</cx:pt>
          <cx:pt idx="57201">19.309999999999999</cx:pt>
          <cx:pt idx="57202">47.18</cx:pt>
          <cx:pt idx="57203">50.969999999999999</cx:pt>
          <cx:pt idx="57204">65.989999999999995</cx:pt>
          <cx:pt idx="57205">575.00999999999999</cx:pt>
          <cx:pt idx="57206">47.270000000000003</cx:pt>
          <cx:pt idx="57207">56.979999999999997</cx:pt>
          <cx:pt idx="57208">73.980000000000004</cx:pt>
          <cx:pt idx="57209">61.979999999999997</cx:pt>
          <cx:pt idx="57210">195.31999999999999</cx:pt>
          <cx:pt idx="57211">29.489999999999998</cx:pt>
          <cx:pt idx="57212">0</cx:pt>
          <cx:pt idx="57213">58.960000000000001</cx:pt>
          <cx:pt idx="57214">75.969999999999999</cx:pt>
          <cx:pt idx="57215">72.870000000000005</cx:pt>
          <cx:pt idx="57216">53.979999999999997</cx:pt>
          <cx:pt idx="57217">31.289999999999999</cx:pt>
          <cx:pt idx="57218">69.959999999999994</cx:pt>
          <cx:pt idx="57219">59.979999999999997</cx:pt>
          <cx:pt idx="57220">55.979999999999997</cx:pt>
          <cx:pt idx="57221">25.370000000000001</cx:pt>
          <cx:pt idx="57222">65.989999999999995</cx:pt>
          <cx:pt idx="57223">84.980000000000004</cx:pt>
          <cx:pt idx="57224">43.479999999999997</cx:pt>
          <cx:pt idx="57225">31.489999999999998</cx:pt>
          <cx:pt idx="57226">171.94</cx:pt>
          <cx:pt idx="57227">55.979999999999997</cx:pt>
          <cx:pt idx="57228">119.95999999999999</cx:pt>
          <cx:pt idx="57229">49.990000000000002</cx:pt>
          <cx:pt idx="57230">93.939999999999998</cx:pt>
          <cx:pt idx="57231">63.979999999999997</cx:pt>
          <cx:pt idx="57232">55.979999999999997</cx:pt>
          <cx:pt idx="57233">65.989999999999995</cx:pt>
          <cx:pt idx="57234">59.979999999999997</cx:pt>
          <cx:pt idx="57235">59.979999999999997</cx:pt>
          <cx:pt idx="57236">43.270000000000003</cx:pt>
          <cx:pt idx="57237">80.469999999999999</cx:pt>
          <cx:pt idx="57238">139.09999999999999</cx:pt>
          <cx:pt idx="57239">47.979999999999997</cx:pt>
          <cx:pt idx="57240">59.979999999999997</cx:pt>
          <cx:pt idx="57241">58.469999999999999</cx:pt>
          <cx:pt idx="57242">139.97</cx:pt>
          <cx:pt idx="57243">54.979999999999997</cx:pt>
          <cx:pt idx="57244">77.420000000000002</cx:pt>
          <cx:pt idx="57245">26.98</cx:pt>
          <cx:pt idx="57246">62.990000000000002</cx:pt>
          <cx:pt idx="57247">71.959999999999994</cx:pt>
          <cx:pt idx="57248">28.489999999999998</cx:pt>
          <cx:pt idx="57249">56.969999999999999</cx:pt>
          <cx:pt idx="57250">223.91999999999999</cx:pt>
          <cx:pt idx="57251">55.979999999999997</cx:pt>
          <cx:pt idx="57252">44.75</cx:pt>
          <cx:pt idx="57253">106.97</cx:pt>
          <cx:pt idx="57254">95.560000000000002</cx:pt>
          <cx:pt idx="57255">108.86</cx:pt>
          <cx:pt idx="57256">47.490000000000002</cx:pt>
          <cx:pt idx="57257">59.990000000000002</cx:pt>
          <cx:pt idx="57258">52.969999999999999</cx:pt>
          <cx:pt idx="57259">49.990000000000002</cx:pt>
          <cx:pt idx="57260">-131.97999999999999</cx:pt>
          <cx:pt idx="57261">124.06</cx:pt>
          <cx:pt idx="57262">60.990000000000002</cx:pt>
          <cx:pt idx="57263">43.469999999999999</cx:pt>
          <cx:pt idx="57264">139.94999999999999</cx:pt>
          <cx:pt idx="57265">56.969999999999999</cx:pt>
          <cx:pt idx="57266">20.550000000000001</cx:pt>
          <cx:pt idx="57267">26.579999999999998</cx:pt>
          <cx:pt idx="57268">87.969999999999999</cx:pt>
          <cx:pt idx="57269">113.95</cx:pt>
          <cx:pt idx="57270">65.989999999999995</cx:pt>
          <cx:pt idx="57271">111.95999999999999</cx:pt>
          <cx:pt idx="57272">59.979999999999997</cx:pt>
          <cx:pt idx="57273">89.969999999999999</cx:pt>
          <cx:pt idx="57274">14.99</cx:pt>
          <cx:pt idx="57275">107.95999999999999</cx:pt>
          <cx:pt idx="57276">79.989999999999995</cx:pt>
          <cx:pt idx="57277">59.979999999999997</cx:pt>
          <cx:pt idx="57278">35.07</cx:pt>
          <cx:pt idx="57279">56.649999999999999</cx:pt>
          <cx:pt idx="57280">59.979999999999997</cx:pt>
          <cx:pt idx="57281">84.980000000000004</cx:pt>
          <cx:pt idx="57282">127.92</cx:pt>
          <cx:pt idx="57283">20.289999999999999</cx:pt>
          <cx:pt idx="57284">55.979999999999997</cx:pt>
          <cx:pt idx="57285">116.62</cx:pt>
          <cx:pt idx="57286">189.96000000000001</cx:pt>
          <cx:pt idx="57287">53.479999999999997</cx:pt>
          <cx:pt idx="57288">30.379999999999999</cx:pt>
          <cx:pt idx="57289">59.979999999999997</cx:pt>
          <cx:pt idx="57290">62.960000000000001</cx:pt>
          <cx:pt idx="57291">66.579999999999998</cx:pt>
          <cx:pt idx="57292">37.479999999999997</cx:pt>
          <cx:pt idx="57293">53.979999999999997</cx:pt>
          <cx:pt idx="57294">284.85000000000002</cx:pt>
          <cx:pt idx="57295">74.950000000000003</cx:pt>
          <cx:pt idx="57296">65.989999999999995</cx:pt>
          <cx:pt idx="57297">172.97999999999999</cx:pt>
          <cx:pt idx="57298">52.890000000000001</cx:pt>
          <cx:pt idx="57299">90.730000000000004</cx:pt>
          <cx:pt idx="57300">59.979999999999997</cx:pt>
          <cx:pt idx="57301">50.380000000000003</cx:pt>
          <cx:pt idx="57302">116.95999999999999</cx:pt>
          <cx:pt idx="57303">75.969999999999999</cx:pt>
          <cx:pt idx="57304">68.909999999999997</cx:pt>
          <cx:pt idx="57305">99.969999999999999</cx:pt>
          <cx:pt idx="57306">54.979999999999997</cx:pt>
          <cx:pt idx="57307">114.91</cx:pt>
          <cx:pt idx="57308">13.49</cx:pt>
          <cx:pt idx="57309">53.969999999999999</cx:pt>
          <cx:pt idx="57310">69.980000000000004</cx:pt>
          <cx:pt idx="57311">16.489999999999998</cx:pt>
          <cx:pt idx="57312">95.969999999999999</cx:pt>
          <cx:pt idx="57313">74.980000000000004</cx:pt>
          <cx:pt idx="57314">103.95999999999999</cx:pt>
          <cx:pt idx="57315">145.22</cx:pt>
          <cx:pt idx="57316">59.979999999999997</cx:pt>
          <cx:pt idx="57317">85.969999999999999</cx:pt>
          <cx:pt idx="57318">89.980000000000004</cx:pt>
          <cx:pt idx="57319">84.980000000000004</cx:pt>
          <cx:pt idx="57320">20.489999999999998</cx:pt>
          <cx:pt idx="57321">87.920000000000002</cx:pt>
          <cx:pt idx="57322">97.480000000000004</cx:pt>
          <cx:pt idx="57323">95.980000000000004</cx:pt>
          <cx:pt idx="57324">87.469999999999999</cx:pt>
          <cx:pt idx="57325">65.980000000000004</cx:pt>
          <cx:pt idx="57326">51.979999999999997</cx:pt>
          <cx:pt idx="57327">59.960000000000001</cx:pt>
          <cx:pt idx="57328">150.97</cx:pt>
          <cx:pt idx="57329">83.480000000000004</cx:pt>
          <cx:pt idx="57330">34.280000000000001</cx:pt>
          <cx:pt idx="57331">51.979999999999997</cx:pt>
          <cx:pt idx="57332">50.979999999999997</cx:pt>
          <cx:pt idx="57333">65.989999999999995</cx:pt>
          <cx:pt idx="57334">50.950000000000003</cx:pt>
          <cx:pt idx="57335">113.45999999999999</cx:pt>
          <cx:pt idx="57336">95.950000000000003</cx:pt>
          <cx:pt idx="57337">164.96000000000001</cx:pt>
          <cx:pt idx="57338">47.969999999999999</cx:pt>
          <cx:pt idx="57339">69.969999999999999</cx:pt>
          <cx:pt idx="57340">46.490000000000002</cx:pt>
          <cx:pt idx="57341">40.490000000000002</cx:pt>
          <cx:pt idx="57342">103.95999999999999</cx:pt>
          <cx:pt idx="57343">36.479999999999997</cx:pt>
          <cx:pt idx="57344">39.479999999999997</cx:pt>
          <cx:pt idx="57345">51.979999999999997</cx:pt>
          <cx:pt idx="57346">17.289999999999999</cx:pt>
          <cx:pt idx="57347">55.979999999999997</cx:pt>
          <cx:pt idx="57348">83.969999999999999</cx:pt>
          <cx:pt idx="57349">122.95</cx:pt>
          <cx:pt idx="57350">77.969999999999999</cx:pt>
          <cx:pt idx="57351">53.979999999999997</cx:pt>
          <cx:pt idx="57352">25.989999999999998</cx:pt>
          <cx:pt idx="57353">109.95999999999999</cx:pt>
          <cx:pt idx="57354">-20</cx:pt>
          <cx:pt idx="57355">-39.990000000000002</cx:pt>
          <cx:pt idx="57356">69.319999999999993</cx:pt>
          <cx:pt idx="57357">131.97999999999999</cx:pt>
          <cx:pt idx="57358">51.420000000000002</cx:pt>
          <cx:pt idx="57359">84.969999999999999</cx:pt>
          <cx:pt idx="57360">197.97</cx:pt>
          <cx:pt idx="57361">56.969999999999999</cx:pt>
          <cx:pt idx="57362">57.979999999999997</cx:pt>
          <cx:pt idx="57363">36.490000000000002</cx:pt>
          <cx:pt idx="57364">56.969999999999999</cx:pt>
          <cx:pt idx="57365">84.980000000000004</cx:pt>
          <cx:pt idx="57366">95.959999999999994</cx:pt>
          <cx:pt idx="57367">65.989999999999995</cx:pt>
          <cx:pt idx="57368">47.390000000000001</cx:pt>
          <cx:pt idx="57369">88.560000000000002</cx:pt>
          <cx:pt idx="57370">41.289999999999999</cx:pt>
          <cx:pt idx="57371">181.44999999999999</cx:pt>
          <cx:pt idx="57372">81.969999999999999</cx:pt>
          <cx:pt idx="57373">65.989999999999995</cx:pt>
          <cx:pt idx="57374">120.45999999999999</cx:pt>
          <cx:pt idx="57375">79.980000000000004</cx:pt>
          <cx:pt idx="57376">13.27</cx:pt>
          <cx:pt idx="57377">60.479999999999997</cx:pt>
          <cx:pt idx="57378">137.86000000000001</cx:pt>
          <cx:pt idx="57379">65.989999999999995</cx:pt>
          <cx:pt idx="57380">130.97</cx:pt>
          <cx:pt idx="57381">297.95999999999998</cx:pt>
          <cx:pt idx="57382">56.469999999999999</cx:pt>
          <cx:pt idx="57383">129.94999999999999</cx:pt>
          <cx:pt idx="57384">41.280000000000001</cx:pt>
          <cx:pt idx="57385">67.969999999999999</cx:pt>
          <cx:pt idx="57386">51.960000000000001</cx:pt>
          <cx:pt idx="57387">329.94999999999999</cx:pt>
          <cx:pt idx="57388">55.969999999999999</cx:pt>
          <cx:pt idx="57389">41.289999999999999</cx:pt>
          <cx:pt idx="57390">95.959999999999994</cx:pt>
          <cx:pt idx="57391">109.95999999999999</cx:pt>
          <cx:pt idx="57392">59.979999999999997</cx:pt>
          <cx:pt idx="57393">61.969999999999999</cx:pt>
          <cx:pt idx="57394">69.980000000000004</cx:pt>
          <cx:pt idx="57395">57.979999999999997</cx:pt>
          <cx:pt idx="57396">75.930000000000007</cx:pt>
          <cx:pt idx="57397">63.979999999999997</cx:pt>
          <cx:pt idx="57398">107.95999999999999</cx:pt>
          <cx:pt idx="57399">50.109999999999999</cx:pt>
          <cx:pt idx="57400">55.960000000000001</cx:pt>
          <cx:pt idx="57401">96.469999999999999</cx:pt>
          <cx:pt idx="57402">30.23</cx:pt>
          <cx:pt idx="57403">68.930000000000007</cx:pt>
          <cx:pt idx="57404">79.849999999999994</cx:pt>
          <cx:pt idx="57405">59.979999999999997</cx:pt>
          <cx:pt idx="57406">59.979999999999997</cx:pt>
          <cx:pt idx="57407">139.90000000000001</cx:pt>
          <cx:pt idx="57408">77.969999999999999</cx:pt>
          <cx:pt idx="57409">65.989999999999995</cx:pt>
          <cx:pt idx="57410">50.280000000000001</cx:pt>
          <cx:pt idx="57411">131.97999999999999</cx:pt>
          <cx:pt idx="57412">43.479999999999997</cx:pt>
          <cx:pt idx="57413">65.989999999999995</cx:pt>
          <cx:pt idx="57414">27.989999999999998</cx:pt>
          <cx:pt idx="57415">88.959999999999994</cx:pt>
          <cx:pt idx="57416">16.920000000000002</cx:pt>
          <cx:pt idx="57417">143.94</cx:pt>
          <cx:pt idx="57418">95.969999999999999</cx:pt>
          <cx:pt idx="57419">65.989999999999995</cx:pt>
          <cx:pt idx="57420">90.959999999999994</cx:pt>
          <cx:pt idx="57421">119.95999999999999</cx:pt>
          <cx:pt idx="57422">89.969999999999999</cx:pt>
          <cx:pt idx="57423">131.97999999999999</cx:pt>
          <cx:pt idx="57424">83.959999999999994</cx:pt>
          <cx:pt idx="57425">78.629999999999995</cx:pt>
          <cx:pt idx="57426">79.849999999999994</cx:pt>
          <cx:pt idx="57427">147.94999999999999</cx:pt>
          <cx:pt idx="57428">66.530000000000001</cx:pt>
          <cx:pt idx="57429">94.969999999999999</cx:pt>
          <cx:pt idx="57430">28.289999999999999</cx:pt>
          <cx:pt idx="57431">31.489999999999998</cx:pt>
          <cx:pt idx="57432">395.94</cx:pt>
          <cx:pt idx="57433">54.979999999999997</cx:pt>
          <cx:pt idx="57434">99.969999999999999</cx:pt>
          <cx:pt idx="57435">50.380000000000003</cx:pt>
          <cx:pt idx="57436">41.289999999999999</cx:pt>
          <cx:pt idx="57437">81.049999999999997</cx:pt>
          <cx:pt idx="57438">56.969999999999999</cx:pt>
          <cx:pt idx="57439">50.950000000000003</cx:pt>
          <cx:pt idx="57440">81.980000000000004</cx:pt>
          <cx:pt idx="57441">31.289999999999999</cx:pt>
          <cx:pt idx="57442">179.46000000000001</cx:pt>
          <cx:pt idx="57443">119.95</cx:pt>
          <cx:pt idx="57444">48.770000000000003</cx:pt>
          <cx:pt idx="57445">11.49</cx:pt>
          <cx:pt idx="57446">117.95999999999999</cx:pt>
          <cx:pt idx="57447">79.980000000000004</cx:pt>
          <cx:pt idx="57448">187.97</cx:pt>
          <cx:pt idx="57449">71.959999999999994</cx:pt>
          <cx:pt idx="57450">89.969999999999999</cx:pt>
          <cx:pt idx="57451">79.980000000000004</cx:pt>
          <cx:pt idx="57452">59.979999999999997</cx:pt>
          <cx:pt idx="57453">58.479999999999997</cx:pt>
          <cx:pt idx="57454">65.319999999999993</cx:pt>
          <cx:pt idx="57455">137.96000000000001</cx:pt>
          <cx:pt idx="57456">45.490000000000002</cx:pt>
          <cx:pt idx="57457">33.479999999999997</cx:pt>
          <cx:pt idx="57458">7.4900000000000002</cx:pt>
          <cx:pt idx="57459">84.980000000000004</cx:pt>
          <cx:pt idx="57460">119.97</cx:pt>
          <cx:pt idx="57461">27.489999999999998</cx:pt>
          <cx:pt idx="57462">119.95999999999999</cx:pt>
          <cx:pt idx="57463">91.969999999999999</cx:pt>
          <cx:pt idx="57464">56.969999999999999</cx:pt>
          <cx:pt idx="57465">151.19999999999999</cx:pt>
          <cx:pt idx="57466">32.490000000000002</cx:pt>
          <cx:pt idx="57467">9.6600000000000001</cx:pt>
          <cx:pt idx="57468">52.460000000000001</cx:pt>
          <cx:pt idx="57469">60.969999999999999</cx:pt>
          <cx:pt idx="57470">78.609999999999999</cx:pt>
          <cx:pt idx="57471">19.469999999999999</cx:pt>
          <cx:pt idx="57472">62.969999999999999</cx:pt>
          <cx:pt idx="57473">53.880000000000003</cx:pt>
          <cx:pt idx="57474">87.969999999999999</cx:pt>
          <cx:pt idx="57475">59.960000000000001</cx:pt>
          <cx:pt idx="57476">51.979999999999997</cx:pt>
          <cx:pt idx="57477">71.969999999999999</cx:pt>
          <cx:pt idx="57478">111.93000000000001</cx:pt>
          <cx:pt idx="57479">59.960000000000001</cx:pt>
          <cx:pt idx="57480">41.490000000000002</cx:pt>
          <cx:pt idx="57481">77.969999999999999</cx:pt>
          <cx:pt idx="57482">84.959999999999994</cx:pt>
          <cx:pt idx="57483">24.18</cx:pt>
          <cx:pt idx="57484">108.86</cx:pt>
          <cx:pt idx="57485">50.380000000000003</cx:pt>
          <cx:pt idx="57486">18.48</cx:pt>
          <cx:pt idx="57487">100.09</cx:pt>
          <cx:pt idx="57488">59.979999999999997</cx:pt>
          <cx:pt idx="57489">72.579999999999998</cx:pt>
          <cx:pt idx="57490">159.69999999999999</cx:pt>
          <cx:pt idx="57491">56.969999999999999</cx:pt>
          <cx:pt idx="57492">59.979999999999997</cx:pt>
          <cx:pt idx="57493">30.379999999999999</cx:pt>
          <cx:pt idx="57494">169.94</cx:pt>
          <cx:pt idx="57495">84.980000000000004</cx:pt>
          <cx:pt idx="57496">110.98</cx:pt>
          <cx:pt idx="57497">59.979999999999997</cx:pt>
          <cx:pt idx="57498">47.490000000000002</cx:pt>
          <cx:pt idx="57499">79.980000000000004</cx:pt>
          <cx:pt idx="57500">124.97</cx:pt>
          <cx:pt idx="57501">126.06</cx:pt>
          <cx:pt idx="57502">55.979999999999997</cx:pt>
          <cx:pt idx="57503">67.969999999999999</cx:pt>
          <cx:pt idx="57504">30.18</cx:pt>
          <cx:pt idx="57505">41.289999999999999</cx:pt>
          <cx:pt idx="57506">56.969999999999999</cx:pt>
          <cx:pt idx="57507">53.969999999999999</cx:pt>
          <cx:pt idx="57508">178.43000000000001</cx:pt>
          <cx:pt idx="57509">55.479999999999997</cx:pt>
          <cx:pt idx="57510">85.349999999999994</cx:pt>
          <cx:pt idx="57511">157.96000000000001</cx:pt>
          <cx:pt idx="57512">41.490000000000002</cx:pt>
          <cx:pt idx="57513">111.95999999999999</cx:pt>
          <cx:pt idx="57514">131.97999999999999</cx:pt>
          <cx:pt idx="57515">78.459999999999994</cx:pt>
          <cx:pt idx="57516">65.989999999999995</cx:pt>
          <cx:pt idx="57517">102.79000000000001</cx:pt>
          <cx:pt idx="57518">29.93</cx:pt>
          <cx:pt idx="57519">81.969999999999999</cx:pt>
          <cx:pt idx="57520">197.97</cx:pt>
          <cx:pt idx="57521">177.25</cx:pt>
          <cx:pt idx="57522">46.490000000000002</cx:pt>
          <cx:pt idx="57523">129.94999999999999</cx:pt>
          <cx:pt idx="57524">20.489999999999998</cx:pt>
          <cx:pt idx="57525">107.97</cx:pt>
          <cx:pt idx="57526">159.96000000000001</cx:pt>
          <cx:pt idx="57527">59.979999999999997</cx:pt>
          <cx:pt idx="57528">78.969999999999999</cx:pt>
          <cx:pt idx="57529">61.479999999999997</cx:pt>
          <cx:pt idx="57530">111.95999999999999</cx:pt>
          <cx:pt idx="57531">155.44999999999999</cx:pt>
          <cx:pt idx="57532">97.959999999999994</cx:pt>
          <cx:pt idx="57533">35.479999999999997</cx:pt>
          <cx:pt idx="57534">119.95999999999999</cx:pt>
          <cx:pt idx="57535">62.030000000000001</cx:pt>
          <cx:pt idx="57536">72.579999999999998</cx:pt>
          <cx:pt idx="57537">69.950000000000003</cx:pt>
          <cx:pt idx="57538">94.980000000000004</cx:pt>
          <cx:pt idx="57539">84.980000000000004</cx:pt>
          <cx:pt idx="57540">80.969999999999999</cx:pt>
          <cx:pt idx="57541">77.459999999999994</cx:pt>
          <cx:pt idx="57542">108.84999999999999</cx:pt>
          <cx:pt idx="57543">210.91</cx:pt>
          <cx:pt idx="57544">31.280000000000001</cx:pt>
          <cx:pt idx="57545">61.969999999999999</cx:pt>
          <cx:pt idx="57546">207.91999999999999</cx:pt>
          <cx:pt idx="57547">59.979999999999997</cx:pt>
          <cx:pt idx="57548">83.969999999999999</cx:pt>
          <cx:pt idx="57549">27.379999999999999</cx:pt>
          <cx:pt idx="57550">91.969999999999999</cx:pt>
          <cx:pt idx="57551">121.95</cx:pt>
          <cx:pt idx="57552">79.980000000000004</cx:pt>
          <cx:pt idx="57553">53.979999999999997</cx:pt>
          <cx:pt idx="57554">25.370000000000001</cx:pt>
          <cx:pt idx="57555">51.960000000000001</cx:pt>
          <cx:pt idx="57556">63.960000000000001</cx:pt>
          <cx:pt idx="57557">74.969999999999999</cx:pt>
          <cx:pt idx="57558">197.97</cx:pt>
          <cx:pt idx="57559">53.979999999999997</cx:pt>
          <cx:pt idx="57560">36.490000000000002</cx:pt>
          <cx:pt idx="57561">51.979999999999997</cx:pt>
          <cx:pt idx="57562">277.94999999999999</cx:pt>
          <cx:pt idx="57563">41.289999999999999</cx:pt>
          <cx:pt idx="57564">79.989999999999995</cx:pt>
          <cx:pt idx="57565">58.969999999999999</cx:pt>
          <cx:pt idx="57566">108.86</cx:pt>
          <cx:pt idx="57567">58.979999999999997</cx:pt>
          <cx:pt idx="57568">65.989999999999995</cx:pt>
          <cx:pt idx="57569">79.980000000000004</cx:pt>
          <cx:pt idx="57570">56.969999999999999</cx:pt>
          <cx:pt idx="57571">86.069999999999993</cx:pt>
          <cx:pt idx="57572">51.270000000000003</cx:pt>
          <cx:pt idx="57573">15.289999999999999</cx:pt>
          <cx:pt idx="57574">18.129999999999999</cx:pt>
          <cx:pt idx="57575">131.97999999999999</cx:pt>
          <cx:pt idx="57576">82.239999999999995</cx:pt>
          <cx:pt idx="57577">135.97</cx:pt>
          <cx:pt idx="57578">149.94999999999999</cx:pt>
          <cx:pt idx="57579">29.489999999999998</cx:pt>
          <cx:pt idx="57580">101.95</cx:pt>
          <cx:pt idx="57581">100.97</cx:pt>
          <cx:pt idx="57582">56.969999999999999</cx:pt>
          <cx:pt idx="57583">59.979999999999997</cx:pt>
          <cx:pt idx="57584">69.939999999999998</cx:pt>
          <cx:pt idx="57585">46.289999999999999</cx:pt>
          <cx:pt idx="57586">65.969999999999999</cx:pt>
          <cx:pt idx="57587">53.479999999999997</cx:pt>
          <cx:pt idx="57588">78.969999999999999</cx:pt>
          <cx:pt idx="57589">59.979999999999997</cx:pt>
          <cx:pt idx="57590">103.95999999999999</cx:pt>
          <cx:pt idx="57591">27.48</cx:pt>
          <cx:pt idx="57592">321.76999999999998</cx:pt>
          <cx:pt idx="57593">30.489999999999998</cx:pt>
          <cx:pt idx="57594">55.609999999999999</cx:pt>
          <cx:pt idx="57595">167.93000000000001</cx:pt>
          <cx:pt idx="57596">67.700000000000003</cx:pt>
          <cx:pt idx="57597">59.979999999999997</cx:pt>
          <cx:pt idx="57598">48.579999999999998</cx:pt>
          <cx:pt idx="57599">72.579999999999998</cx:pt>
          <cx:pt idx="57600">105.15000000000001</cx:pt>
          <cx:pt idx="57601">55.979999999999997</cx:pt>
          <cx:pt idx="57602">56.979999999999997</cx:pt>
          <cx:pt idx="57603">105.98</cx:pt>
          <cx:pt idx="57604">109.98</cx:pt>
          <cx:pt idx="57605">19.289999999999999</cx:pt>
          <cx:pt idx="57606">21.289999999999999</cx:pt>
          <cx:pt idx="57607">79.980000000000004</cx:pt>
          <cx:pt idx="57608">31.489999999999998</cx:pt>
          <cx:pt idx="57609">16.289999999999999</cx:pt>
          <cx:pt idx="57610">50.170000000000002</cx:pt>
          <cx:pt idx="57611">79.980000000000004</cx:pt>
          <cx:pt idx="57612">106.95999999999999</cx:pt>
          <cx:pt idx="57613">129.41999999999999</cx:pt>
          <cx:pt idx="57614">65.989999999999995</cx:pt>
          <cx:pt idx="57615">99.989999999999995</cx:pt>
          <cx:pt idx="57616">35.740000000000002</cx:pt>
          <cx:pt idx="57617">62.979999999999997</cx:pt>
          <cx:pt idx="57618">55.979999999999997</cx:pt>
          <cx:pt idx="57619">86.069999999999993</cx:pt>
          <cx:pt idx="57620">68.930000000000007</cx:pt>
          <cx:pt idx="57621">65.989999999999995</cx:pt>
          <cx:pt idx="57622">65.319999999999993</cx:pt>
          <cx:pt idx="57623">55.979999999999997</cx:pt>
          <cx:pt idx="57624">66.980000000000004</cx:pt>
          <cx:pt idx="57625">57.979999999999997</cx:pt>
          <cx:pt idx="57626">85.909999999999997</cx:pt>
          <cx:pt idx="57627">27.379999999999999</cx:pt>
          <cx:pt idx="57628">113.47</cx:pt>
          <cx:pt idx="57629">113.95999999999999</cx:pt>
          <cx:pt idx="57630">71.969999999999999</cx:pt>
          <cx:pt idx="57631">77.459999999999994</cx:pt>
          <cx:pt idx="57632">89.950000000000003</cx:pt>
          <cx:pt idx="57633">45.490000000000002</cx:pt>
          <cx:pt idx="57634">79.989999999999995</cx:pt>
          <cx:pt idx="57635">110.98</cx:pt>
          <cx:pt idx="57636">103.37</cx:pt>
          <cx:pt idx="57637">77.969999999999999</cx:pt>
          <cx:pt idx="57638">102.20999999999999</cx:pt>
          <cx:pt idx="57639">130.5</cx:pt>
          <cx:pt idx="57640">48.890000000000001</cx:pt>
          <cx:pt idx="57641">118.78</cx:pt>
          <cx:pt idx="57642">72.980000000000004</cx:pt>
          <cx:pt idx="57643">59.969999999999999</cx:pt>
          <cx:pt idx="57644">68.480000000000004</cx:pt>
          <cx:pt idx="57645">29.280000000000001</cx:pt>
          <cx:pt idx="57646">56.979999999999997</cx:pt>
          <cx:pt idx="57647">16.289999999999999</cx:pt>
          <cx:pt idx="57648">65.989999999999995</cx:pt>
          <cx:pt idx="57649">19.489999999999998</cx:pt>
          <cx:pt idx="57650">55.979999999999997</cx:pt>
          <cx:pt idx="57651">59.990000000000002</cx:pt>
          <cx:pt idx="57652">79.980000000000004</cx:pt>
          <cx:pt idx="57653">51.979999999999997</cx:pt>
          <cx:pt idx="57654">65.989999999999995</cx:pt>
          <cx:pt idx="57655">84.969999999999999</cx:pt>
          <cx:pt idx="57656">90.959999999999994</cx:pt>
          <cx:pt idx="57657">260.91000000000003</cx:pt>
          <cx:pt idx="57658">7.5899999999999999</cx:pt>
          <cx:pt idx="57659">67.959999999999994</cx:pt>
          <cx:pt idx="57660">251.91</cx:pt>
          <cx:pt idx="57661">33.490000000000002</cx:pt>
          <cx:pt idx="57662">111.95999999999999</cx:pt>
          <cx:pt idx="57663">95.969999999999999</cx:pt>
          <cx:pt idx="57664">65.989999999999995</cx:pt>
          <cx:pt idx="57665">57.979999999999997</cx:pt>
          <cx:pt idx="57666">132.94999999999999</cx:pt>
          <cx:pt idx="57667">81.049999999999997</cx:pt>
          <cx:pt idx="57668">83.969999999999999</cx:pt>
          <cx:pt idx="57669">99.989999999999995</cx:pt>
          <cx:pt idx="57670">199.94999999999999</cx:pt>
          <cx:pt idx="57671">63.369999999999997</cx:pt>
          <cx:pt idx="57672">56.140000000000001</cx:pt>
          <cx:pt idx="57673">57.979999999999997</cx:pt>
          <cx:pt idx="57674">155.44999999999999</cx:pt>
          <cx:pt idx="57675">127.95</cx:pt>
          <cx:pt idx="57676">127.01000000000001</cx:pt>
          <cx:pt idx="57677">8.4900000000000002</cx:pt>
          <cx:pt idx="57678">15.49</cx:pt>
          <cx:pt idx="57679">21.489999999999998</cx:pt>
          <cx:pt idx="57680">20.989999999999998</cx:pt>
          <cx:pt idx="57681">131.97999999999999</cx:pt>
          <cx:pt idx="57682">26.489999999999998</cx:pt>
          <cx:pt idx="57683">131.97999999999999</cx:pt>
          <cx:pt idx="57684">65.989999999999995</cx:pt>
          <cx:pt idx="57685">63.969999999999999</cx:pt>
          <cx:pt idx="57686">14.24</cx:pt>
          <cx:pt idx="57687">71.959999999999994</cx:pt>
          <cx:pt idx="57688">71.959999999999994</cx:pt>
          <cx:pt idx="57689">74.950000000000003</cx:pt>
          <cx:pt idx="57690">187.97</cx:pt>
          <cx:pt idx="57691">57.969999999999999</cx:pt>
          <cx:pt idx="57692">50.979999999999997</cx:pt>
          <cx:pt idx="57693">119.97</cx:pt>
          <cx:pt idx="57694">69.989999999999995</cx:pt>
          <cx:pt idx="57695">133.56</cx:pt>
          <cx:pt idx="57696">97.969999999999999</cx:pt>
          <cx:pt idx="57697">59.960000000000001</cx:pt>
          <cx:pt idx="57698">54.880000000000003</cx:pt>
          <cx:pt idx="57699">72.799999999999997</cx:pt>
          <cx:pt idx="57700">54.979999999999997</cx:pt>
          <cx:pt idx="57701">128.24000000000001</cx:pt>
          <cx:pt idx="57702">64.950000000000003</cx:pt>
          <cx:pt idx="57703">7.29</cx:pt>
          <cx:pt idx="57704">167.94</cx:pt>
          <cx:pt idx="57705">51.979999999999997</cx:pt>
          <cx:pt idx="57706">69.969999999999999</cx:pt>
          <cx:pt idx="57707">30</cx:pt>
          <cx:pt idx="57708">30.98</cx:pt>
          <cx:pt idx="57709">223.94</cx:pt>
          <cx:pt idx="57710">53.960000000000001</cx:pt>
          <cx:pt idx="57711">60.990000000000002</cx:pt>
          <cx:pt idx="57712">52.469999999999999</cx:pt>
          <cx:pt idx="57713">255.90000000000001</cx:pt>
          <cx:pt idx="57714">57.229999999999997</cx:pt>
          <cx:pt idx="57715">45.490000000000002</cx:pt>
          <cx:pt idx="57716">315.48000000000002</cx:pt>
          <cx:pt idx="57717">129.43000000000001</cx:pt>
          <cx:pt idx="57718">33.159999999999997</cx:pt>
          <cx:pt idx="57719">23.48</cx:pt>
          <cx:pt idx="57720">135.47</cx:pt>
          <cx:pt idx="57721">50.979999999999997</cx:pt>
          <cx:pt idx="57722">106.94</cx:pt>
          <cx:pt idx="57723">86.319999999999993</cx:pt>
          <cx:pt idx="57724">59.990000000000002</cx:pt>
          <cx:pt idx="57725">48.979999999999997</cx:pt>
          <cx:pt idx="57726">79.980000000000004</cx:pt>
          <cx:pt idx="57727">103.95999999999999</cx:pt>
          <cx:pt idx="57728">57.979999999999997</cx:pt>
          <cx:pt idx="57729">-31.280000000000001</cx:pt>
          <cx:pt idx="57730">52.969999999999999</cx:pt>
          <cx:pt idx="57731">32.880000000000003</cx:pt>
          <cx:pt idx="57732">53.979999999999997</cx:pt>
          <cx:pt idx="57733">71.370000000000005</cx:pt>
          <cx:pt idx="57734">121.93000000000001</cx:pt>
          <cx:pt idx="57735">79.980000000000004</cx:pt>
          <cx:pt idx="57736">31.280000000000001</cx:pt>
          <cx:pt idx="57737">67.489999999999995</cx:pt>
          <cx:pt idx="57738">28.489999999999998</cx:pt>
          <cx:pt idx="57739">43.460000000000001</cx:pt>
          <cx:pt idx="57740">53.979999999999997</cx:pt>
          <cx:pt idx="57741">166.05000000000001</cx:pt>
          <cx:pt idx="57742">29.489999999999998</cx:pt>
          <cx:pt idx="57743">74.680000000000007</cx:pt>
          <cx:pt idx="57744">51.979999999999997</cx:pt>
          <cx:pt idx="57745">180.94</cx:pt>
          <cx:pt idx="57746">69.969999999999999</cx:pt>
          <cx:pt idx="57747">84.959999999999994</cx:pt>
          <cx:pt idx="57748">65.459999999999994</cx:pt>
          <cx:pt idx="57749">59.979999999999997</cx:pt>
          <cx:pt idx="57750">59.979999999999997</cx:pt>
          <cx:pt idx="57751">20.289999999999999</cx:pt>
          <cx:pt idx="57752">119.95999999999999</cx:pt>
          <cx:pt idx="57753">105.98</cx:pt>
          <cx:pt idx="57754">-226.91999999999999</cx:pt>
          <cx:pt idx="57755">83.980000000000004</cx:pt>
          <cx:pt idx="57756">36.469999999999999</cx:pt>
          <cx:pt idx="57757">131.97999999999999</cx:pt>
          <cx:pt idx="57758">65.959999999999994</cx:pt>
          <cx:pt idx="57759">85.969999999999999</cx:pt>
          <cx:pt idx="57760">48.840000000000003</cx:pt>
          <cx:pt idx="57761">86.370000000000005</cx:pt>
          <cx:pt idx="57762">125.97</cx:pt>
          <cx:pt idx="57763">83.969999999999999</cx:pt>
          <cx:pt idx="57764">50.979999999999997</cx:pt>
          <cx:pt idx="57765">79.980000000000004</cx:pt>
          <cx:pt idx="57766">41.280000000000001</cx:pt>
          <cx:pt idx="57767">28.030000000000001</cx:pt>
          <cx:pt idx="57768">146.93000000000001</cx:pt>
          <cx:pt idx="57769">84.969999999999999</cx:pt>
          <cx:pt idx="57770">16.219999999999999</cx:pt>
          <cx:pt idx="57771">87.969999999999999</cx:pt>
          <cx:pt idx="57772">79.989999999999995</cx:pt>
          <cx:pt idx="57773">70.140000000000001</cx:pt>
          <cx:pt idx="57774">69.959999999999994</cx:pt>
          <cx:pt idx="57775">59.979999999999997</cx:pt>
          <cx:pt idx="57776">87.959999999999994</cx:pt>
          <cx:pt idx="57777">377.38999999999999</cx:pt>
          <cx:pt idx="57778">49.270000000000003</cx:pt>
          <cx:pt idx="57779">121.93000000000001</cx:pt>
          <cx:pt idx="57780">34.280000000000001</cx:pt>
          <cx:pt idx="57781">103.95999999999999</cx:pt>
          <cx:pt idx="57782">59.969999999999999</cx:pt>
          <cx:pt idx="57783">28.489999999999998</cx:pt>
          <cx:pt idx="57784">54.380000000000003</cx:pt>
          <cx:pt idx="57785">103.95999999999999</cx:pt>
          <cx:pt idx="57786">138.11000000000001</cx:pt>
          <cx:pt idx="57787">63.979999999999997</cx:pt>
          <cx:pt idx="57788">20.489999999999998</cx:pt>
          <cx:pt idx="57789">43.479999999999997</cx:pt>
          <cx:pt idx="57790">59.960000000000001</cx:pt>
          <cx:pt idx="57791">51.979999999999997</cx:pt>
          <cx:pt idx="57792">83.969999999999999</cx:pt>
          <cx:pt idx="57793">87.099999999999994</cx:pt>
          <cx:pt idx="57794">62.969999999999999</cx:pt>
          <cx:pt idx="57795">41.289999999999999</cx:pt>
          <cx:pt idx="57796">79.980000000000004</cx:pt>
          <cx:pt idx="57797">57.979999999999997</cx:pt>
          <cx:pt idx="57798">36.789999999999999</cx:pt>
          <cx:pt idx="57799">16.219999999999999</cx:pt>
          <cx:pt idx="57800">86.060000000000002</cx:pt>
          <cx:pt idx="57801">13.279999999999999</cx:pt>
          <cx:pt idx="57802">31.289999999999999</cx:pt>
          <cx:pt idx="57803">10.49</cx:pt>
          <cx:pt idx="57804">50.380000000000003</cx:pt>
          <cx:pt idx="57805">39.789999999999999</cx:pt>
          <cx:pt idx="57806">59.969999999999999</cx:pt>
          <cx:pt idx="57807">56.969999999999999</cx:pt>
          <cx:pt idx="57808">311.69999999999999</cx:pt>
          <cx:pt idx="57809">34.479999999999997</cx:pt>
          <cx:pt idx="57810">65.989999999999995</cx:pt>
          <cx:pt idx="57811">46.490000000000002</cx:pt>
          <cx:pt idx="57812">71.370000000000005</cx:pt>
          <cx:pt idx="57813">51.979999999999997</cx:pt>
          <cx:pt idx="57814">111.95999999999999</cx:pt>
          <cx:pt idx="57815">75.980000000000004</cx:pt>
          <cx:pt idx="57816">59.960000000000001</cx:pt>
          <cx:pt idx="57817">8.9600000000000009</cx:pt>
          <cx:pt idx="57818">81.450000000000003</cx:pt>
          <cx:pt idx="57819">69.969999999999999</cx:pt>
          <cx:pt idx="57820">59.960000000000001</cx:pt>
          <cx:pt idx="57821">139.94999999999999</cx:pt>
          <cx:pt idx="57822">143.05000000000001</cx:pt>
          <cx:pt idx="57823">49.990000000000002</cx:pt>
          <cx:pt idx="57824">65.989999999999995</cx:pt>
          <cx:pt idx="57825">31.280000000000001</cx:pt>
          <cx:pt idx="57826">90.689999999999998</cx:pt>
          <cx:pt idx="57827">40.490000000000002</cx:pt>
          <cx:pt idx="57828">55.979999999999997</cx:pt>
          <cx:pt idx="57829">55.979999999999997</cx:pt>
          <cx:pt idx="57830">30.780000000000001</cx:pt>
          <cx:pt idx="57831">102.83</cx:pt>
          <cx:pt idx="57832">67.969999999999999</cx:pt>
          <cx:pt idx="57833">26.289999999999999</cx:pt>
          <cx:pt idx="57834">82.790000000000006</cx:pt>
          <cx:pt idx="57835">65.989999999999995</cx:pt>
          <cx:pt idx="57836">51.979999999999997</cx:pt>
          <cx:pt idx="57837">55.979999999999997</cx:pt>
          <cx:pt idx="57838">59.990000000000002</cx:pt>
          <cx:pt idx="57839">79.980000000000004</cx:pt>
          <cx:pt idx="57840">85.480000000000004</cx:pt>
          <cx:pt idx="57841">77.420000000000002</cx:pt>
          <cx:pt idx="57842">79.980000000000004</cx:pt>
          <cx:pt idx="57843">77.969999999999999</cx:pt>
          <cx:pt idx="57844">46.490000000000002</cx:pt>
          <cx:pt idx="57845">71.040000000000006</cx:pt>
          <cx:pt idx="57846">130.96000000000001</cx:pt>
          <cx:pt idx="57847">55.979999999999997</cx:pt>
          <cx:pt idx="57848">84.959999999999994</cx:pt>
          <cx:pt idx="57849">65.670000000000002</cx:pt>
          <cx:pt idx="57850">51.979999999999997</cx:pt>
          <cx:pt idx="57851">89.969999999999999</cx:pt>
          <cx:pt idx="57852">124.95999999999999</cx:pt>
          <cx:pt idx="57853">51.979999999999997</cx:pt>
          <cx:pt idx="57854">125.98</cx:pt>
          <cx:pt idx="57855">102.83</cx:pt>
          <cx:pt idx="57856">51.979999999999997</cx:pt>
          <cx:pt idx="57857">90.730000000000004</cx:pt>
          <cx:pt idx="57858">55.979999999999997</cx:pt>
          <cx:pt idx="57859">263.95999999999998</cx:pt>
          <cx:pt idx="57860">83.969999999999999</cx:pt>
          <cx:pt idx="57861">99.989999999999995</cx:pt>
          <cx:pt idx="57862">110.97</cx:pt>
          <cx:pt idx="57863">57.979999999999997</cx:pt>
          <cx:pt idx="57864">119.97</cx:pt>
          <cx:pt idx="57865">78.019999999999996</cx:pt>
          <cx:pt idx="57866">59.960000000000001</cx:pt>
          <cx:pt idx="57867">151.96000000000001</cx:pt>
          <cx:pt idx="57868">57.979999999999997</cx:pt>
          <cx:pt idx="57869">28.489999999999998</cx:pt>
          <cx:pt idx="57870">84.980000000000004</cx:pt>
          <cx:pt idx="57871">65.989999999999995</cx:pt>
          <cx:pt idx="57872">21.289999999999999</cx:pt>
          <cx:pt idx="57873">105.23</cx:pt>
          <cx:pt idx="57874">52.969999999999999</cx:pt>
          <cx:pt idx="57875">115.70999999999999</cx:pt>
          <cx:pt idx="57876">93.959999999999994</cx:pt>
          <cx:pt idx="57877">49.979999999999997</cx:pt>
          <cx:pt idx="57878">137.30000000000001</cx:pt>
          <cx:pt idx="57879">87.980000000000004</cx:pt>
          <cx:pt idx="57880">27.390000000000001</cx:pt>
          <cx:pt idx="57881">108.83</cx:pt>
          <cx:pt idx="57882">22.489999999999998</cx:pt>
          <cx:pt idx="57883">89.969999999999999</cx:pt>
          <cx:pt idx="57884">128.59999999999999</cx:pt>
          <cx:pt idx="57885">186.97</cx:pt>
          <cx:pt idx="57886">49.990000000000002</cx:pt>
          <cx:pt idx="57887">59.990000000000002</cx:pt>
          <cx:pt idx="57888">107.94</cx:pt>
          <cx:pt idx="57889">49.979999999999997</cx:pt>
          <cx:pt idx="57890">55.979999999999997</cx:pt>
          <cx:pt idx="57891">89.980000000000004</cx:pt>
          <cx:pt idx="57892">0</cx:pt>
          <cx:pt idx="57893">58.979999999999997</cx:pt>
          <cx:pt idx="57894">89.969999999999999</cx:pt>
          <cx:pt idx="57895">139.94999999999999</cx:pt>
          <cx:pt idx="57896">87.260000000000005</cx:pt>
          <cx:pt idx="57897">84.340000000000003</cx:pt>
          <cx:pt idx="57898">65.959999999999994</cx:pt>
          <cx:pt idx="57899">53.969999999999999</cx:pt>
          <cx:pt idx="57900">83.969999999999999</cx:pt>
          <cx:pt idx="57901">78.969999999999999</cx:pt>
          <cx:pt idx="57902">165.91999999999999</cx:pt>
          <cx:pt idx="57903">58.979999999999997</cx:pt>
          <cx:pt idx="57904">49.149999999999999</cx:pt>
          <cx:pt idx="57905">46.289999999999999</cx:pt>
          <cx:pt idx="57906">60.990000000000002</cx:pt>
          <cx:pt idx="57907">59.990000000000002</cx:pt>
          <cx:pt idx="57908">69.989999999999995</cx:pt>
          <cx:pt idx="57909">50.380000000000003</cx:pt>
          <cx:pt idx="57910">46.490000000000002</cx:pt>
          <cx:pt idx="57911">119.97</cx:pt>
          <cx:pt idx="57912">79.980000000000004</cx:pt>
          <cx:pt idx="57913">40.490000000000002</cx:pt>
          <cx:pt idx="57914">65.989999999999995</cx:pt>
          <cx:pt idx="57915">65.989999999999995</cx:pt>
          <cx:pt idx="57916">100.95999999999999</cx:pt>
          <cx:pt idx="57917">51.979999999999997</cx:pt>
          <cx:pt idx="57918">79.980000000000004</cx:pt>
          <cx:pt idx="57919">87.870000000000005</cx:pt>
          <cx:pt idx="57920">48.890000000000001</cx:pt>
          <cx:pt idx="57921">48.890000000000001</cx:pt>
          <cx:pt idx="57922">92.980000000000004</cx:pt>
          <cx:pt idx="57923">149.99000000000001</cx:pt>
          <cx:pt idx="57924">117.95999999999999</cx:pt>
          <cx:pt idx="57925">18.489999999999998</cx:pt>
          <cx:pt idx="57926">79.849999999999994</cx:pt>
          <cx:pt idx="57927">78.260000000000005</cx:pt>
          <cx:pt idx="57928">65.870000000000005</cx:pt>
          <cx:pt idx="57929">52.979999999999997</cx:pt>
          <cx:pt idx="57930">48.579999999999998</cx:pt>
          <cx:pt idx="57931">77.969999999999999</cx:pt>
          <cx:pt idx="57932">79.980000000000004</cx:pt>
          <cx:pt idx="57933">72.959999999999994</cx:pt>
          <cx:pt idx="57934">115.40000000000001</cx:pt>
          <cx:pt idx="57935">13.49</cx:pt>
          <cx:pt idx="57936">99.959999999999994</cx:pt>
          <cx:pt idx="57937">73.980000000000004</cx:pt>
          <cx:pt idx="57938">79.980000000000004</cx:pt>
          <cx:pt idx="57939">55.960000000000001</cx:pt>
          <cx:pt idx="57940">51.979999999999997</cx:pt>
          <cx:pt idx="57941">34.369999999999997</cx:pt>
          <cx:pt idx="57942">115.95</cx:pt>
          <cx:pt idx="57943">104.95</cx:pt>
          <cx:pt idx="57944">53.979999999999997</cx:pt>
          <cx:pt idx="57945">95.469999999999999</cx:pt>
          <cx:pt idx="57946">55.960000000000001</cx:pt>
          <cx:pt idx="57947">119.97</cx:pt>
          <cx:pt idx="57948">94.980000000000004</cx:pt>
          <cx:pt idx="57949">30.489999999999998</cx:pt>
          <cx:pt idx="57950">869.70000000000005</cx:pt>
          <cx:pt idx="57951">45.479999999999997</cx:pt>
          <cx:pt idx="57952">187.44999999999999</cx:pt>
          <cx:pt idx="57953">133.05000000000001</cx:pt>
          <cx:pt idx="57954">53.969999999999999</cx:pt>
          <cx:pt idx="57955">59.979999999999997</cx:pt>
          <cx:pt idx="57956">18.640000000000001</cx:pt>
          <cx:pt idx="57957">65.989999999999995</cx:pt>
          <cx:pt idx="57958">58.759999999999998</cx:pt>
          <cx:pt idx="57959">65.269999999999996</cx:pt>
          <cx:pt idx="57960">227.44999999999999</cx:pt>
          <cx:pt idx="57961">131.97999999999999</cx:pt>
          <cx:pt idx="57962">191.94999999999999</cx:pt>
          <cx:pt idx="57963">21.289999999999999</cx:pt>
          <cx:pt idx="57964">76.730000000000004</cx:pt>
          <cx:pt idx="57965">32.890000000000001</cx:pt>
          <cx:pt idx="57966">58.979999999999997</cx:pt>
          <cx:pt idx="57967">51.979999999999997</cx:pt>
          <cx:pt idx="57968">19.489999999999998</cx:pt>
          <cx:pt idx="57969">79.980000000000004</cx:pt>
          <cx:pt idx="57970">54.990000000000002</cx:pt>
          <cx:pt idx="57971">71.069999999999993</cx:pt>
          <cx:pt idx="57972">99.959999999999994</cx:pt>
          <cx:pt idx="57973">36.789999999999999</cx:pt>
          <cx:pt idx="57974">30.289999999999999</cx:pt>
          <cx:pt idx="57975">54.979999999999997</cx:pt>
          <cx:pt idx="57976">63.960000000000001</cx:pt>
          <cx:pt idx="57977">109.97</cx:pt>
          <cx:pt idx="57978">53.939999999999998</cx:pt>
          <cx:pt idx="57979">60.280000000000001</cx:pt>
          <cx:pt idx="57980">89.950000000000003</cx:pt>
          <cx:pt idx="57981">90.959999999999994</cx:pt>
          <cx:pt idx="57982">53.969999999999999</cx:pt>
          <cx:pt idx="57983">30.289999999999999</cx:pt>
          <cx:pt idx="57984">59.990000000000002</cx:pt>
          <cx:pt idx="57985">19.289999999999999</cx:pt>
          <cx:pt idx="57986">125.79000000000001</cx:pt>
          <cx:pt idx="57987">59.960000000000001</cx:pt>
          <cx:pt idx="57988">20.489999999999998</cx:pt>
          <cx:pt idx="57989">79.980000000000004</cx:pt>
          <cx:pt idx="57990">58.960000000000001</cx:pt>
          <cx:pt idx="57991">65.319999999999993</cx:pt>
          <cx:pt idx="57992">100.98</cx:pt>
          <cx:pt idx="57993">64.980000000000004</cx:pt>
          <cx:pt idx="57994">112.93000000000001</cx:pt>
          <cx:pt idx="57995">34.359999999999999</cx:pt>
          <cx:pt idx="57996">79.849999999999994</cx:pt>
          <cx:pt idx="57997">27.489999999999998</cx:pt>
          <cx:pt idx="57998">36.490000000000002</cx:pt>
          <cx:pt idx="57999">39.289999999999999</cx:pt>
          <cx:pt idx="58000">93.120000000000005</cx:pt>
          <cx:pt idx="58001">233.91</cx:pt>
          <cx:pt idx="58002">99.950000000000003</cx:pt>
          <cx:pt idx="58003">120.97</cx:pt>
          <cx:pt idx="58004">11.99</cx:pt>
          <cx:pt idx="58005">29.98</cx:pt>
          <cx:pt idx="58006">55.979999999999997</cx:pt>
          <cx:pt idx="58007">69.989999999999995</cx:pt>
          <cx:pt idx="58008">232.91999999999999</cx:pt>
          <cx:pt idx="58009">120.95999999999999</cx:pt>
          <cx:pt idx="58010">86.969999999999999</cx:pt>
          <cx:pt idx="58011">131.97999999999999</cx:pt>
          <cx:pt idx="58012">89.980000000000004</cx:pt>
          <cx:pt idx="58013">16.489999999999998</cx:pt>
          <cx:pt idx="58014">89.950000000000003</cx:pt>
          <cx:pt idx="58015">59.990000000000002</cx:pt>
          <cx:pt idx="58016">216.96000000000001</cx:pt>
          <cx:pt idx="58017">159.69999999999999</cx:pt>
          <cx:pt idx="58018">56.969999999999999</cx:pt>
          <cx:pt idx="58019">145.97</cx:pt>
          <cx:pt idx="58020">99.959999999999994</cx:pt>
          <cx:pt idx="58021">95.969999999999999</cx:pt>
          <cx:pt idx="58022">104.36</cx:pt>
          <cx:pt idx="58023">239.53999999999999</cx:pt>
          <cx:pt idx="58024">54.990000000000002</cx:pt>
          <cx:pt idx="58025">125.79000000000001</cx:pt>
          <cx:pt idx="58026">57.979999999999997</cx:pt>
          <cx:pt idx="58027">63.960000000000001</cx:pt>
          <cx:pt idx="58028">65.989999999999995</cx:pt>
          <cx:pt idx="58029">54.979999999999997</cx:pt>
          <cx:pt idx="58030">98.269999999999996</cx:pt>
          <cx:pt idx="58031">-49.990000000000002</cx:pt>
          <cx:pt idx="58032">43.469999999999999</cx:pt>
          <cx:pt idx="58033">57.979999999999997</cx:pt>
          <cx:pt idx="58034">38.479999999999997</cx:pt>
          <cx:pt idx="58035">18.489999999999998</cx:pt>
          <cx:pt idx="58036">131.97999999999999</cx:pt>
          <cx:pt idx="58037">77.939999999999998</cx:pt>
          <cx:pt idx="58038">64.980000000000004</cx:pt>
          <cx:pt idx="58039">181.93000000000001</cx:pt>
          <cx:pt idx="58040">55.979999999999997</cx:pt>
          <cx:pt idx="58041">70.969999999999999</cx:pt>
          <cx:pt idx="58042">63.979999999999997</cx:pt>
          <cx:pt idx="58043">499.81</cx:pt>
          <cx:pt idx="58044">64.980000000000004</cx:pt>
          <cx:pt idx="58045">8.2899999999999991</cx:pt>
          <cx:pt idx="58046">33.490000000000002</cx:pt>
          <cx:pt idx="58047">138.96000000000001</cx:pt>
          <cx:pt idx="58048">51.979999999999997</cx:pt>
          <cx:pt idx="58049">123.97</cx:pt>
          <cx:pt idx="58050">18.48</cx:pt>
          <cx:pt idx="58051">68.370000000000005</cx:pt>
          <cx:pt idx="58052">100.04000000000001</cx:pt>
          <cx:pt idx="58053">70.969999999999999</cx:pt>
          <cx:pt idx="58054">49.979999999999997</cx:pt>
          <cx:pt idx="58055">49.979999999999997</cx:pt>
          <cx:pt idx="58056">146.37</cx:pt>
          <cx:pt idx="58057">86.969999999999999</cx:pt>
          <cx:pt idx="58058">36.780000000000001</cx:pt>
          <cx:pt idx="58059">20.489999999999998</cx:pt>
          <cx:pt idx="58060">49.990000000000002</cx:pt>
          <cx:pt idx="58061">50.979999999999997</cx:pt>
          <cx:pt idx="58062">55.979999999999997</cx:pt>
          <cx:pt idx="58063">101.91</cx:pt>
          <cx:pt idx="58064">59.979999999999997</cx:pt>
          <cx:pt idx="58065">100.06</cx:pt>
          <cx:pt idx="58066">50.920000000000002</cx:pt>
          <cx:pt idx="58067">57.979999999999997</cx:pt>
          <cx:pt idx="58068">98.569999999999993</cx:pt>
          <cx:pt idx="58069">66.040000000000006</cx:pt>
          <cx:pt idx="58070">188.41999999999999</cx:pt>
          <cx:pt idx="58071">118.37</cx:pt>
          <cx:pt idx="58072">120.95</cx:pt>
          <cx:pt idx="58073">59.979999999999997</cx:pt>
          <cx:pt idx="58074">166.59</cx:pt>
          <cx:pt idx="58075">49.140000000000001</cx:pt>
          <cx:pt idx="58076">52.979999999999997</cx:pt>
          <cx:pt idx="58077">95.969999999999999</cx:pt>
          <cx:pt idx="58078">103.97</cx:pt>
          <cx:pt idx="58079">77.969999999999999</cx:pt>
          <cx:pt idx="58080">89.969999999999999</cx:pt>
          <cx:pt idx="58081">72.579999999999998</cx:pt>
          <cx:pt idx="58082">69.989999999999995</cx:pt>
          <cx:pt idx="58083">79.980000000000004</cx:pt>
          <cx:pt idx="58084">74.969999999999999</cx:pt>
          <cx:pt idx="58085">125.95999999999999</cx:pt>
          <cx:pt idx="58086">54.969999999999999</cx:pt>
          <cx:pt idx="58087">111.95999999999999</cx:pt>
          <cx:pt idx="58088">59.990000000000002</cx:pt>
          <cx:pt idx="58089">51.979999999999997</cx:pt>
          <cx:pt idx="58090">41.490000000000002</cx:pt>
          <cx:pt idx="58091">51.979999999999997</cx:pt>
          <cx:pt idx="58092">97.079999999999998</cx:pt>
          <cx:pt idx="58093">159.94999999999999</cx:pt>
          <cx:pt idx="58094">83.469999999999999</cx:pt>
          <cx:pt idx="58095">65.989999999999995</cx:pt>
          <cx:pt idx="58096">146.94999999999999</cx:pt>
          <cx:pt idx="58097">74.950000000000003</cx:pt>
          <cx:pt idx="58098">77.969999999999999</cx:pt>
          <cx:pt idx="58099">149.40000000000001</cx:pt>
          <cx:pt idx="58100">63.399999999999999</cx:pt>
          <cx:pt idx="58101">48.880000000000003</cx:pt>
          <cx:pt idx="58102">55.979999999999997</cx:pt>
          <cx:pt idx="58103">27.489999999999998</cx:pt>
          <cx:pt idx="58104">67.480000000000004</cx:pt>
          <cx:pt idx="58105">119.95999999999999</cx:pt>
          <cx:pt idx="58106">57.979999999999997</cx:pt>
          <cx:pt idx="58107">79.849999999999994</cx:pt>
          <cx:pt idx="58108">77.969999999999999</cx:pt>
          <cx:pt idx="58109">109.56999999999999</cx:pt>
          <cx:pt idx="58110">51.979999999999997</cx:pt>
          <cx:pt idx="58111">119.97</cx:pt>
          <cx:pt idx="58112">55.979999999999997</cx:pt>
          <cx:pt idx="58113">93.730000000000004</cx:pt>
          <cx:pt idx="58114">191.56999999999999</cx:pt>
          <cx:pt idx="58115">149.47</cx:pt>
          <cx:pt idx="58116">77.969999999999999</cx:pt>
          <cx:pt idx="58117">79.980000000000004</cx:pt>
          <cx:pt idx="58118">41.490000000000002</cx:pt>
          <cx:pt idx="58119">26.48</cx:pt>
          <cx:pt idx="58120">58.479999999999997</cx:pt>
          <cx:pt idx="58121">54.979999999999997</cx:pt>
          <cx:pt idx="58122">57.579999999999998</cx:pt>
          <cx:pt idx="58123">59.960000000000001</cx:pt>
          <cx:pt idx="58124">77.969999999999999</cx:pt>
          <cx:pt idx="58125">118.84999999999999</cx:pt>
          <cx:pt idx="58126">27.329999999999998</cx:pt>
          <cx:pt idx="58127">79.980000000000004</cx:pt>
          <cx:pt idx="58128">21.289999999999999</cx:pt>
          <cx:pt idx="58129">80.489999999999995</cx:pt>
          <cx:pt idx="58130">53.960000000000001</cx:pt>
          <cx:pt idx="58131">63.979999999999997</cx:pt>
          <cx:pt idx="58132">15.289999999999999</cx:pt>
          <cx:pt idx="58133">83.980000000000004</cx:pt>
          <cx:pt idx="58134">30.489999999999998</cx:pt>
          <cx:pt idx="58135">32.280000000000001</cx:pt>
          <cx:pt idx="58136">90.969999999999999</cx:pt>
          <cx:pt idx="58137">103.95999999999999</cx:pt>
          <cx:pt idx="58138">166.94</cx:pt>
          <cx:pt idx="58139">65.989999999999995</cx:pt>
          <cx:pt idx="58140">51.93</cx:pt>
          <cx:pt idx="58141">50.979999999999997</cx:pt>
          <cx:pt idx="58142">74.969999999999999</cx:pt>
          <cx:pt idx="58143">154.81999999999999</cx:pt>
          <cx:pt idx="58144">108.88</cx:pt>
          <cx:pt idx="58145">63.979999999999997</cx:pt>
          <cx:pt idx="58146">-59.979999999999997</cx:pt>
          <cx:pt idx="58147">55.399999999999999</cx:pt>
          <cx:pt idx="58148">54.990000000000002</cx:pt>
          <cx:pt idx="58149">18.489999999999998</cx:pt>
          <cx:pt idx="58150">69.469999999999999</cx:pt>
          <cx:pt idx="58151">148.63</cx:pt>
          <cx:pt idx="58152">59.960000000000001</cx:pt>
          <cx:pt idx="58153">117.95999999999999</cx:pt>
          <cx:pt idx="58154">59.979999999999997</cx:pt>
          <cx:pt idx="58155">25.280000000000001</cx:pt>
          <cx:pt idx="58156">89.950000000000003</cx:pt>
          <cx:pt idx="58157">181.88</cx:pt>
          <cx:pt idx="58158">94.980000000000004</cx:pt>
          <cx:pt idx="58159">63.579999999999998</cx:pt>
          <cx:pt idx="58160">103.95999999999999</cx:pt>
          <cx:pt idx="58161">20.489999999999998</cx:pt>
          <cx:pt idx="58162">85.469999999999999</cx:pt>
          <cx:pt idx="58163">129.94999999999999</cx:pt>
          <cx:pt idx="58164">59.979999999999997</cx:pt>
          <cx:pt idx="58165">226.91999999999999</cx:pt>
          <cx:pt idx="58166">148.96000000000001</cx:pt>
          <cx:pt idx="58167">65.989999999999995</cx:pt>
          <cx:pt idx="58168">95.780000000000001</cx:pt>
          <cx:pt idx="58169">79.969999999999999</cx:pt>
          <cx:pt idx="58170">79.980000000000004</cx:pt>
          <cx:pt idx="58171">79.980000000000004</cx:pt>
          <cx:pt idx="58172">63.969999999999999</cx:pt>
          <cx:pt idx="58173">65.299999999999997</cx:pt>
          <cx:pt idx="58174">56.969999999999999</cx:pt>
          <cx:pt idx="58175">56.280000000000001</cx:pt>
          <cx:pt idx="58176">20.289999999999999</cx:pt>
          <cx:pt idx="58177">119.97</cx:pt>
          <cx:pt idx="58178">33.490000000000002</cx:pt>
          <cx:pt idx="58179">203.94</cx:pt>
          <cx:pt idx="58180">55.979999999999997</cx:pt>
          <cx:pt idx="58181">40.490000000000002</cx:pt>
          <cx:pt idx="58182">55.979999999999997</cx:pt>
          <cx:pt idx="58183">86.480000000000004</cx:pt>
          <cx:pt idx="58184">131.97999999999999</cx:pt>
          <cx:pt idx="58185">55.979999999999997</cx:pt>
          <cx:pt idx="58186">63.399999999999999</cx:pt>
          <cx:pt idx="58187">19.84</cx:pt>
          <cx:pt idx="58188">55.979999999999997</cx:pt>
          <cx:pt idx="58189">53.509999999999998</cx:pt>
          <cx:pt idx="58190">84.980000000000004</cx:pt>
          <cx:pt idx="58191">74.980000000000004</cx:pt>
          <cx:pt idx="58192">86.969999999999999</cx:pt>
          <cx:pt idx="58193">119.95999999999999</cx:pt>
          <cx:pt idx="58194">33.479999999999997</cx:pt>
          <cx:pt idx="58195">37.909999999999997</cx:pt>
          <cx:pt idx="58196">131.97999999999999</cx:pt>
          <cx:pt idx="58197">59.969999999999999</cx:pt>
          <cx:pt idx="58198">211.93000000000001</cx:pt>
          <cx:pt idx="58199">39.200000000000003</cx:pt>
          <cx:pt idx="58200">74.969999999999999</cx:pt>
          <cx:pt idx="58201">96.790000000000006</cx:pt>
          <cx:pt idx="58202">235.94999999999999</cx:pt>
          <cx:pt idx="58203">155.66</cx:pt>
          <cx:pt idx="58204">91.349999999999994</cx:pt>
          <cx:pt idx="58205">65.989999999999995</cx:pt>
          <cx:pt idx="58206">23.289999999999999</cx:pt>
          <cx:pt idx="58207">59.950000000000003</cx:pt>
          <cx:pt idx="58208">51.979999999999997</cx:pt>
          <cx:pt idx="58209">5.4900000000000002</cx:pt>
          <cx:pt idx="58210">65.989999999999995</cx:pt>
          <cx:pt idx="58211">65.989999999999995</cx:pt>
          <cx:pt idx="58212">30.98</cx:pt>
          <cx:pt idx="58213">39.479999999999997</cx:pt>
          <cx:pt idx="58214">79.980000000000004</cx:pt>
          <cx:pt idx="58215">108.78</cx:pt>
          <cx:pt idx="58216">65.989999999999995</cx:pt>
          <cx:pt idx="58217">344.72000000000003</cx:pt>
          <cx:pt idx="58218">61.259999999999998</cx:pt>
          <cx:pt idx="58219">42.479999999999997</cx:pt>
          <cx:pt idx="58220">134.65000000000001</cx:pt>
          <cx:pt idx="58221">96.780000000000001</cx:pt>
          <cx:pt idx="58222">79.989999999999995</cx:pt>
          <cx:pt idx="58223">121.98</cx:pt>
          <cx:pt idx="58224">41.289999999999999</cx:pt>
          <cx:pt idx="58225">120.45999999999999</cx:pt>
          <cx:pt idx="58226">127.06</cx:pt>
          <cx:pt idx="58227">92.980000000000004</cx:pt>
          <cx:pt idx="58228">65.870000000000005</cx:pt>
          <cx:pt idx="58229">102.83</cx:pt>
          <cx:pt idx="58230">100.45999999999999</cx:pt>
          <cx:pt idx="58231">72.579999999999998</cx:pt>
          <cx:pt idx="58232">84.980000000000004</cx:pt>
          <cx:pt idx="58233">27.489999999999998</cx:pt>
          <cx:pt idx="58234">55.979999999999997</cx:pt>
          <cx:pt idx="58235">85.980000000000004</cx:pt>
          <cx:pt idx="58236">84.980000000000004</cx:pt>
          <cx:pt idx="58237">59.990000000000002</cx:pt>
          <cx:pt idx="58238">83.980000000000004</cx:pt>
          <cx:pt idx="58239">255.91</cx:pt>
          <cx:pt idx="58240">53.969999999999999</cx:pt>
          <cx:pt idx="58241">161.96000000000001</cx:pt>
          <cx:pt idx="58242">84.959999999999994</cx:pt>
          <cx:pt idx="58243">164.96000000000001</cx:pt>
          <cx:pt idx="58244">103.95999999999999</cx:pt>
          <cx:pt idx="58245">41.490000000000002</cx:pt>
          <cx:pt idx="58246">12.59</cx:pt>
          <cx:pt idx="58247">65.989999999999995</cx:pt>
          <cx:pt idx="58248">42.240000000000002</cx:pt>
          <cx:pt idx="58249">44.039999999999999</cx:pt>
          <cx:pt idx="58250">91.280000000000001</cx:pt>
          <cx:pt idx="58251">244.94</cx:pt>
          <cx:pt idx="58252">11.289999999999999</cx:pt>
          <cx:pt idx="58253">80.849999999999994</cx:pt>
          <cx:pt idx="58254">55.960000000000001</cx:pt>
          <cx:pt idx="58255">13.49</cx:pt>
          <cx:pt idx="58256">114.91</cx:pt>
          <cx:pt idx="58257">84.269999999999996</cx:pt>
          <cx:pt idx="58258">131.97999999999999</cx:pt>
          <cx:pt idx="58259">56.460000000000001</cx:pt>
          <cx:pt idx="58260">65.989999999999995</cx:pt>
          <cx:pt idx="58261">89.980000000000004</cx:pt>
          <cx:pt idx="58262">82.969999999999999</cx:pt>
          <cx:pt idx="58263">89.980000000000004</cx:pt>
          <cx:pt idx="58264">259.89999999999998</cx:pt>
          <cx:pt idx="58265">67.019999999999996</cx:pt>
          <cx:pt idx="58266">96.780000000000001</cx:pt>
          <cx:pt idx="58267">55.960000000000001</cx:pt>
          <cx:pt idx="58268">46.289999999999999</cx:pt>
          <cx:pt idx="58269">57.969999999999999</cx:pt>
          <cx:pt idx="58270">134.97</cx:pt>
          <cx:pt idx="58271">115.05</cx:pt>
          <cx:pt idx="58272">89.969999999999999</cx:pt>
          <cx:pt idx="58273">72.549999999999997</cx:pt>
          <cx:pt idx="58274">99.980000000000004</cx:pt>
          <cx:pt idx="58275">55.979999999999997</cx:pt>
          <cx:pt idx="58276">9.4900000000000002</cx:pt>
          <cx:pt idx="58277">19.489999999999998</cx:pt>
          <cx:pt idx="58278">59.960000000000001</cx:pt>
          <cx:pt idx="58279">58.979999999999997</cx:pt>
          <cx:pt idx="58280">229.94999999999999</cx:pt>
          <cx:pt idx="58281">56.979999999999997</cx:pt>
          <cx:pt idx="58282">77.370000000000005</cx:pt>
          <cx:pt idx="58283">84.969999999999999</cx:pt>
          <cx:pt idx="58284">54.969999999999999</cx:pt>
          <cx:pt idx="58285">-60.880000000000003</cx:pt>
          <cx:pt idx="58286">143.97</cx:pt>
          <cx:pt idx="58287">51.979999999999997</cx:pt>
          <cx:pt idx="58288">93.969999999999999</cx:pt>
          <cx:pt idx="58289">55.979999999999997</cx:pt>
          <cx:pt idx="58290">51.960000000000001</cx:pt>
          <cx:pt idx="58291">55.960000000000001</cx:pt>
          <cx:pt idx="58292">78.370000000000005</cx:pt>
          <cx:pt idx="58293">55.979999999999997</cx:pt>
          <cx:pt idx="58294">40.490000000000002</cx:pt>
          <cx:pt idx="58295">50.979999999999997</cx:pt>
          <cx:pt idx="58296">54.979999999999997</cx:pt>
          <cx:pt idx="58297">111.95999999999999</cx:pt>
          <cx:pt idx="58298">59.939999999999998</cx:pt>
          <cx:pt idx="58299">129.96000000000001</cx:pt>
          <cx:pt idx="58300">78.709999999999994</cx:pt>
          <cx:pt idx="58301">66.980000000000004</cx:pt>
          <cx:pt idx="58302">57.979999999999997</cx:pt>
          <cx:pt idx="58303">60.880000000000003</cx:pt>
          <cx:pt idx="58304">42.479999999999997</cx:pt>
          <cx:pt idx="58305">164.55000000000001</cx:pt>
          <cx:pt idx="58306">161.94999999999999</cx:pt>
          <cx:pt idx="58307">65.959999999999994</cx:pt>
          <cx:pt idx="58308">139.56</cx:pt>
          <cx:pt idx="58309">395.88</cx:pt>
          <cx:pt idx="58310">57.979999999999997</cx:pt>
          <cx:pt idx="58311">67.980000000000004</cx:pt>
          <cx:pt idx="58312">38.479999999999997</cx:pt>
          <cx:pt idx="58313">408.45999999999998</cx:pt>
          <cx:pt idx="58314">19.489999999999998</cx:pt>
          <cx:pt idx="58315">59.979999999999997</cx:pt>
          <cx:pt idx="58316">99.980000000000004</cx:pt>
          <cx:pt idx="58317">20.289999999999999</cx:pt>
          <cx:pt idx="58318">117.94</cx:pt>
          <cx:pt idx="58319">162.09</cx:pt>
          <cx:pt idx="58320">47.369999999999997</cx:pt>
          <cx:pt idx="58321">59.960000000000001</cx:pt>
          <cx:pt idx="58322">66.980000000000004</cx:pt>
          <cx:pt idx="58323">41.490000000000002</cx:pt>
          <cx:pt idx="58324">83.969999999999999</cx:pt>
          <cx:pt idx="58325">8.9800000000000004</cx:pt>
          <cx:pt idx="58326">74.950000000000003</cx:pt>
          <cx:pt idx="58327">51.289999999999999</cx:pt>
          <cx:pt idx="58328">36.479999999999997</cx:pt>
          <cx:pt idx="58329">21.489999999999998</cx:pt>
          <cx:pt idx="58330">57.979999999999997</cx:pt>
          <cx:pt idx="58331">55.979999999999997</cx:pt>
          <cx:pt idx="58332">58.479999999999997</cx:pt>
          <cx:pt idx="58333">92.969999999999999</cx:pt>
          <cx:pt idx="58334">79.980000000000004</cx:pt>
          <cx:pt idx="58335">52.18</cx:pt>
          <cx:pt idx="58336">58.469999999999999</cx:pt>
          <cx:pt idx="58337">44.479999999999997</cx:pt>
          <cx:pt idx="58338">61.380000000000003</cx:pt>
          <cx:pt idx="58339">65.989999999999995</cx:pt>
          <cx:pt idx="58340">42.840000000000003</cx:pt>
          <cx:pt idx="58341">105.98</cx:pt>
          <cx:pt idx="58342">107.20999999999999</cx:pt>
          <cx:pt idx="58343">115.95999999999999</cx:pt>
          <cx:pt idx="58344">37.490000000000002</cx:pt>
          <cx:pt idx="58345">77.980000000000004</cx:pt>
          <cx:pt idx="58346">119.95999999999999</cx:pt>
          <cx:pt idx="58347">79.980000000000004</cx:pt>
          <cx:pt idx="58348">124.97</cx:pt>
          <cx:pt idx="58349">71.989999999999995</cx:pt>
          <cx:pt idx="58350">18.48</cx:pt>
          <cx:pt idx="58351">147.63</cx:pt>
          <cx:pt idx="58352">82.969999999999999</cx:pt>
          <cx:pt idx="58353">-0.5</cx:pt>
          <cx:pt idx="58354">119.97</cx:pt>
          <cx:pt idx="58355">86.969999999999999</cx:pt>
          <cx:pt idx="58356">77.969999999999999</cx:pt>
          <cx:pt idx="58357">51.979999999999997</cx:pt>
          <cx:pt idx="58358">65.989999999999995</cx:pt>
          <cx:pt idx="58359">54.979999999999997</cx:pt>
          <cx:pt idx="58360">79.980000000000004</cx:pt>
          <cx:pt idx="58361">111.8</cx:pt>
          <cx:pt idx="58362">59.359999999999999</cx:pt>
          <cx:pt idx="58363">131.97999999999999</cx:pt>
          <cx:pt idx="58364">95.969999999999999</cx:pt>
          <cx:pt idx="58365">59.960000000000001</cx:pt>
          <cx:pt idx="58366">169.94</cx:pt>
          <cx:pt idx="58367">114.95999999999999</cx:pt>
          <cx:pt idx="58368">185.94999999999999</cx:pt>
          <cx:pt idx="58369">103.95999999999999</cx:pt>
          <cx:pt idx="58370">100.76000000000001</cx:pt>
          <cx:pt idx="58371">53.979999999999997</cx:pt>
          <cx:pt idx="58372">119.97</cx:pt>
          <cx:pt idx="58373">55.979999999999997</cx:pt>
          <cx:pt idx="58374">57.979999999999997</cx:pt>
          <cx:pt idx="58375">83.480000000000004</cx:pt>
          <cx:pt idx="58376">36.479999999999997</cx:pt>
          <cx:pt idx="58377">77.420000000000002</cx:pt>
          <cx:pt idx="58378">60.969999999999999</cx:pt>
          <cx:pt idx="58379">113.98</cx:pt>
          <cx:pt idx="58380">173.91</cx:pt>
          <cx:pt idx="58381">65.989999999999995</cx:pt>
          <cx:pt idx="58382">107.95999999999999</cx:pt>
          <cx:pt idx="58383">50.990000000000002</cx:pt>
          <cx:pt idx="58384">129.94999999999999</cx:pt>
          <cx:pt idx="58385">49.990000000000002</cx:pt>
          <cx:pt idx="58386">72.549999999999997</cx:pt>
          <cx:pt idx="58387">49.259999999999998</cx:pt>
          <cx:pt idx="58388">79.980000000000004</cx:pt>
          <cx:pt idx="58389">188.38999999999999</cx:pt>
          <cx:pt idx="58390">51.979999999999997</cx:pt>
          <cx:pt idx="58391">22.48</cx:pt>
          <cx:pt idx="58392">82.260000000000005</cx:pt>
          <cx:pt idx="58393">279.89999999999998</cx:pt>
          <cx:pt idx="58394">54.990000000000002</cx:pt>
          <cx:pt idx="58395">60.990000000000002</cx:pt>
          <cx:pt idx="58396">140.96000000000001</cx:pt>
          <cx:pt idx="58397">166.59</cx:pt>
          <cx:pt idx="58398">106.45</cx:pt>
          <cx:pt idx="58399">51.960000000000001</cx:pt>
          <cx:pt idx="58400">55.979999999999997</cx:pt>
          <cx:pt idx="58401">59.969999999999999</cx:pt>
          <cx:pt idx="58402">66.329999999999998</cx:pt>
          <cx:pt idx="58403">30.489999999999998</cx:pt>
          <cx:pt idx="58404">66.680000000000007</cx:pt>
          <cx:pt idx="58405">228.62</cx:pt>
          <cx:pt idx="58406">59.979999999999997</cx:pt>
          <cx:pt idx="58407">20.289999999999999</cx:pt>
          <cx:pt idx="58408">74.980000000000004</cx:pt>
          <cx:pt idx="58409">57.469999999999999</cx:pt>
          <cx:pt idx="58410">67.739999999999995</cx:pt>
          <cx:pt idx="58411">31.289999999999999</cx:pt>
          <cx:pt idx="58412">58.030000000000001</cx:pt>
          <cx:pt idx="58413">9.2899999999999991</cx:pt>
          <cx:pt idx="58414">79.980000000000004</cx:pt>
          <cx:pt idx="58415">225.94999999999999</cx:pt>
          <cx:pt idx="58416">135.97999999999999</cx:pt>
          <cx:pt idx="58417">74.950000000000003</cx:pt>
          <cx:pt idx="58418">55.979999999999997</cx:pt>
          <cx:pt idx="58419">80.969999999999999</cx:pt>
          <cx:pt idx="58420">66.530000000000001</cx:pt>
          <cx:pt idx="58421">106.97</cx:pt>
          <cx:pt idx="58422">16.489999999999998</cx:pt>
          <cx:pt idx="58423">28.989999999999998</cx:pt>
          <cx:pt idx="58424">119.97</cx:pt>
          <cx:pt idx="58425">24.48</cx:pt>
          <cx:pt idx="58426">105.98</cx:pt>
          <cx:pt idx="58427">15.49</cx:pt>
          <cx:pt idx="58428">54.979999999999997</cx:pt>
          <cx:pt idx="58429">99.980000000000004</cx:pt>
          <cx:pt idx="58430">101.62</cx:pt>
          <cx:pt idx="58431">100.39</cx:pt>
          <cx:pt idx="58432">16.489999999999998</cx:pt>
          <cx:pt idx="58433">54.210000000000001</cx:pt>
          <cx:pt idx="58434">249.90000000000001</cx:pt>
          <cx:pt idx="58435">52.770000000000003</cx:pt>
          <cx:pt idx="58436">54.979999999999997</cx:pt>
          <cx:pt idx="58437">159.69999999999999</cx:pt>
          <cx:pt idx="58438">67.469999999999999</cx:pt>
          <cx:pt idx="58439">79.980000000000004</cx:pt>
          <cx:pt idx="58440">280.89999999999998</cx:pt>
          <cx:pt idx="58441">39.469999999999999</cx:pt>
          <cx:pt idx="58442">59.990000000000002</cx:pt>
          <cx:pt idx="58443">121.45999999999999</cx:pt>
          <cx:pt idx="58444">16.489999999999998</cx:pt>
          <cx:pt idx="58445">54.990000000000002</cx:pt>
          <cx:pt idx="58446">56.979999999999997</cx:pt>
          <cx:pt idx="58447">82.329999999999998</cx:pt>
          <cx:pt idx="58448">62.969999999999999</cx:pt>
          <cx:pt idx="58449">55.979999999999997</cx:pt>
          <cx:pt idx="58450">65.989999999999995</cx:pt>
          <cx:pt idx="58451">60.990000000000002</cx:pt>
          <cx:pt idx="58452">73.480000000000004</cx:pt>
          <cx:pt idx="58453">53.659999999999997</cx:pt>
          <cx:pt idx="58454">57.969999999999999</cx:pt>
          <cx:pt idx="58455">10.49</cx:pt>
          <cx:pt idx="58456">72.549999999999997</cx:pt>
          <cx:pt idx="58457">21.260000000000002</cx:pt>
          <cx:pt idx="58458">74.980000000000004</cx:pt>
          <cx:pt idx="58459">45.490000000000002</cx:pt>
          <cx:pt idx="58460">83.969999999999999</cx:pt>
          <cx:pt idx="58461">89.969999999999999</cx:pt>
          <cx:pt idx="58462">105.95999999999999</cx:pt>
          <cx:pt idx="58463">66.260000000000005</cx:pt>
          <cx:pt idx="58464">92.519999999999996</cx:pt>
          <cx:pt idx="58465">65.329999999999998</cx:pt>
          <cx:pt idx="58466">79.849999999999994</cx:pt>
          <cx:pt idx="58467">60.280000000000001</cx:pt>
          <cx:pt idx="58468">69.989999999999995</cx:pt>
          <cx:pt idx="58469">55.979999999999997</cx:pt>
          <cx:pt idx="58470">51.969999999999999</cx:pt>
          <cx:pt idx="58471">77.969999999999999</cx:pt>
          <cx:pt idx="58472">0</cx:pt>
          <cx:pt idx="58473">51.979999999999997</cx:pt>
          <cx:pt idx="58474">87.049999999999997</cx:pt>
          <cx:pt idx="58475">65.989999999999995</cx:pt>
          <cx:pt idx="58476">83.969999999999999</cx:pt>
          <cx:pt idx="58477">0</cx:pt>
          <cx:pt idx="58478">0</cx:pt>
          <cx:pt idx="58479">131.97999999999999</cx:pt>
          <cx:pt idx="58480">125.95999999999999</cx:pt>
          <cx:pt idx="58481">85.319999999999993</cx:pt>
          <cx:pt idx="58482">123.47</cx:pt>
          <cx:pt idx="58483">75.980000000000004</cx:pt>
          <cx:pt idx="58484">65.989999999999995</cx:pt>
          <cx:pt idx="58485">136.94</cx:pt>
          <cx:pt idx="58486">752.74000000000001</cx:pt>
          <cx:pt idx="58487">119.95999999999999</cx:pt>
          <cx:pt idx="58488">22.489999999999998</cx:pt>
          <cx:pt idx="58489">14.289999999999999</cx:pt>
          <cx:pt idx="58490">-75.870000000000005</cx:pt>
          <cx:pt idx="58491">65.989999999999995</cx:pt>
          <cx:pt idx="58492">54.979999999999997</cx:pt>
          <cx:pt idx="58493">59.979999999999997</cx:pt>
          <cx:pt idx="58494">77.969999999999999</cx:pt>
          <cx:pt idx="58495">29.280000000000001</cx:pt>
          <cx:pt idx="58496">174.13999999999999</cx:pt>
          <cx:pt idx="58497">55.979999999999997</cx:pt>
          <cx:pt idx="58498">46.490000000000002</cx:pt>
          <cx:pt idx="58499">107.95999999999999</cx:pt>
          <cx:pt idx="58500">25.48</cx:pt>
          <cx:pt idx="58501">38.280000000000001</cx:pt>
          <cx:pt idx="58502">59.390000000000001</cx:pt>
          <cx:pt idx="58503">106.97</cx:pt>
          <cx:pt idx="58504">51.960000000000001</cx:pt>
          <cx:pt idx="58505">65.989999999999995</cx:pt>
          <cx:pt idx="58506">30.780000000000001</cx:pt>
          <cx:pt idx="58507">101.95999999999999</cx:pt>
          <cx:pt idx="58508">27.280000000000001</cx:pt>
          <cx:pt idx="58509">53.390000000000001</cx:pt>
          <cx:pt idx="58510">55.979999999999997</cx:pt>
          <cx:pt idx="58511">79.980000000000004</cx:pt>
          <cx:pt idx="58512">51.979999999999997</cx:pt>
          <cx:pt idx="58513">55.979999999999997</cx:pt>
          <cx:pt idx="58514">65.469999999999999</cx:pt>
          <cx:pt idx="58515">53.979999999999997</cx:pt>
          <cx:pt idx="58516">76.969999999999999</cx:pt>
          <cx:pt idx="58517">119.45999999999999</cx:pt>
          <cx:pt idx="58518">21.289999999999999</cx:pt>
          <cx:pt idx="58519">65.989999999999995</cx:pt>
          <cx:pt idx="58520">55.979999999999997</cx:pt>
          <cx:pt idx="58521">179.94</cx:pt>
          <cx:pt idx="58522">68.969999999999999</cx:pt>
          <cx:pt idx="58523">53.979999999999997</cx:pt>
          <cx:pt idx="58524">34.359999999999999</cx:pt>
          <cx:pt idx="58525">89.980000000000004</cx:pt>
          <cx:pt idx="58526">64.480000000000004</cx:pt>
          <cx:pt idx="58527">126.98</cx:pt>
          <cx:pt idx="58528">53.969999999999999</cx:pt>
          <cx:pt idx="58529">40.479999999999997</cx:pt>
          <cx:pt idx="58530">54.990000000000002</cx:pt>
          <cx:pt idx="58531">89.980000000000004</cx:pt>
          <cx:pt idx="58532">125.78</cx:pt>
          <cx:pt idx="58533">28.489999999999998</cx:pt>
          <cx:pt idx="58534">134.97</cx:pt>
          <cx:pt idx="58535">66.129999999999995</cx:pt>
          <cx:pt idx="58536">15.49</cx:pt>
          <cx:pt idx="58537">79.980000000000004</cx:pt>
          <cx:pt idx="58538">41.289999999999999</cx:pt>
          <cx:pt idx="58539">26.48</cx:pt>
          <cx:pt idx="58540">89.969999999999999</cx:pt>
          <cx:pt idx="58541">51.460000000000001</cx:pt>
          <cx:pt idx="58542">78.629999999999995</cx:pt>
          <cx:pt idx="58543">69.450000000000003</cx:pt>
          <cx:pt idx="58544">48.890000000000001</cx:pt>
          <cx:pt idx="58545">67.290000000000006</cx:pt>
          <cx:pt idx="58546">65.989999999999995</cx:pt>
          <cx:pt idx="58547">66.980000000000004</cx:pt>
          <cx:pt idx="58548">85.989999999999995</cx:pt>
          <cx:pt idx="58549">53.479999999999997</cx:pt>
          <cx:pt idx="58550">65.989999999999995</cx:pt>
          <cx:pt idx="58551">57.969999999999999</cx:pt>
          <cx:pt idx="58552">53.979999999999997</cx:pt>
          <cx:pt idx="58553">83.969999999999999</cx:pt>
          <cx:pt idx="58554">51.979999999999997</cx:pt>
          <cx:pt idx="58555">65.989999999999995</cx:pt>
          <cx:pt idx="58556">55.560000000000002</cx:pt>
          <cx:pt idx="58557">104.95</cx:pt>
          <cx:pt idx="58558">73.079999999999998</cx:pt>
          <cx:pt idx="58559">25.449999999999999</cx:pt>
          <cx:pt idx="58560">83.969999999999999</cx:pt>
          <cx:pt idx="58561">69.989999999999995</cx:pt>
          <cx:pt idx="58562">217.72999999999999</cx:pt>
          <cx:pt idx="58563">67.969999999999999</cx:pt>
          <cx:pt idx="58564">52.509999999999998</cx:pt>
          <cx:pt idx="58565">65.989999999999995</cx:pt>
          <cx:pt idx="58566">59.390000000000001</cx:pt>
          <cx:pt idx="58567">31.289999999999999</cx:pt>
          <cx:pt idx="58568">67.739999999999995</cx:pt>
          <cx:pt idx="58569">67.739999999999995</cx:pt>
          <cx:pt idx="58570">32.060000000000002</cx:pt>
          <cx:pt idx="58571">103.97</cx:pt>
          <cx:pt idx="58572">40.490000000000002</cx:pt>
          <cx:pt idx="58573">114.97</cx:pt>
          <cx:pt idx="58574">29.489999999999998</cx:pt>
          <cx:pt idx="58575">89.980000000000004</cx:pt>
          <cx:pt idx="58576">127.95999999999999</cx:pt>
          <cx:pt idx="58577">35.490000000000002</cx:pt>
          <cx:pt idx="58578">57.969999999999999</cx:pt>
          <cx:pt idx="58579">69.579999999999998</cx:pt>
          <cx:pt idx="58580">83.129999999999995</cx:pt>
          <cx:pt idx="58581">19.289999999999999</cx:pt>
          <cx:pt idx="58582">89.950000000000003</cx:pt>
          <cx:pt idx="58583">112.47</cx:pt>
          <cx:pt idx="58584">65.459999999999994</cx:pt>
          <cx:pt idx="58585">19.48</cx:pt>
          <cx:pt idx="58586">116.97</cx:pt>
          <cx:pt idx="58587">89.980000000000004</cx:pt>
          <cx:pt idx="58588">91.469999999999999</cx:pt>
          <cx:pt idx="58589">184.99000000000001</cx:pt>
          <cx:pt idx="58590">26.379999999999999</cx:pt>
          <cx:pt idx="58591">41.490000000000002</cx:pt>
          <cx:pt idx="58592">81.980000000000004</cx:pt>
          <cx:pt idx="58593">59.990000000000002</cx:pt>
          <cx:pt idx="58594">134.96000000000001</cx:pt>
          <cx:pt idx="58595">75.569999999999993</cx:pt>
          <cx:pt idx="58596">152.86000000000001</cx:pt>
          <cx:pt idx="58597">50.969999999999999</cx:pt>
          <cx:pt idx="58598">197.97</cx:pt>
          <cx:pt idx="58599">29.289999999999999</cx:pt>
          <cx:pt idx="58600">83.969999999999999</cx:pt>
          <cx:pt idx="58601">23.48</cx:pt>
          <cx:pt idx="58602">194.94999999999999</cx:pt>
          <cx:pt idx="58603">126.47</cx:pt>
          <cx:pt idx="58604">64.980000000000004</cx:pt>
          <cx:pt idx="58605">48.579999999999998</cx:pt>
          <cx:pt idx="58606">83.969999999999999</cx:pt>
          <cx:pt idx="58607">131.97999999999999</cx:pt>
          <cx:pt idx="58608">79.980000000000004</cx:pt>
          <cx:pt idx="58609">79.980000000000004</cx:pt>
          <cx:pt idx="58610">95.439999999999998</cx:pt>
          <cx:pt idx="58611">16.489999999999998</cx:pt>
          <cx:pt idx="58612">65.459999999999994</cx:pt>
          <cx:pt idx="58613">55.979999999999997</cx:pt>
          <cx:pt idx="58614">119.97</cx:pt>
          <cx:pt idx="58615">104.93000000000001</cx:pt>
          <cx:pt idx="58616">59.960000000000001</cx:pt>
          <cx:pt idx="58617">39.479999999999997</cx:pt>
          <cx:pt idx="58618">51.969999999999999</cx:pt>
          <cx:pt idx="58619">130.59999999999999</cx:pt>
          <cx:pt idx="58620">1.3100000000000001</cx:pt>
          <cx:pt idx="58621">75.959999999999994</cx:pt>
          <cx:pt idx="58622">28.489999999999998</cx:pt>
          <cx:pt idx="58623">13.49</cx:pt>
          <cx:pt idx="58624">74.969999999999999</cx:pt>
          <cx:pt idx="58625">51.979999999999997</cx:pt>
          <cx:pt idx="58626">131.25</cx:pt>
          <cx:pt idx="58627">110.95999999999999</cx:pt>
          <cx:pt idx="58628">66.530000000000001</cx:pt>
          <cx:pt idx="58629">53.579999999999998</cx:pt>
          <cx:pt idx="58630">64.480000000000004</cx:pt>
          <cx:pt idx="58631">35.479999999999997</cx:pt>
          <cx:pt idx="58632">27.48</cx:pt>
          <cx:pt idx="58633">159.69999999999999</cx:pt>
          <cx:pt idx="58634">65.459999999999994</cx:pt>
          <cx:pt idx="58635">13.49</cx:pt>
          <cx:pt idx="58636">89.980000000000004</cx:pt>
          <cx:pt idx="58637">47.979999999999997</cx:pt>
          <cx:pt idx="58638">15.289999999999999</cx:pt>
          <cx:pt idx="58639">28.489999999999998</cx:pt>
          <cx:pt idx="58640">72.579999999999998</cx:pt>
          <cx:pt idx="58641">74.950000000000003</cx:pt>
          <cx:pt idx="58642">26.73</cx:pt>
          <cx:pt idx="58643">59.960000000000001</cx:pt>
          <cx:pt idx="58644">71.980000000000004</cx:pt>
          <cx:pt idx="58645">55.979999999999997</cx:pt>
          <cx:pt idx="58646">77.969999999999999</cx:pt>
          <cx:pt idx="58647">377.42000000000002</cx:pt>
          <cx:pt idx="58648">115.95</cx:pt>
          <cx:pt idx="58649">87.959999999999994</cx:pt>
          <cx:pt idx="58650">43.469999999999999</cx:pt>
          <cx:pt idx="58651">72.579999999999998</cx:pt>
          <cx:pt idx="58652">59.960000000000001</cx:pt>
          <cx:pt idx="58653">163.46000000000001</cx:pt>
          <cx:pt idx="58654">51.979999999999997</cx:pt>
          <cx:pt idx="58655">55.979999999999997</cx:pt>
          <cx:pt idx="58656">50.340000000000003</cx:pt>
          <cx:pt idx="58657">181.93000000000001</cx:pt>
          <cx:pt idx="58658">21.260000000000002</cx:pt>
          <cx:pt idx="58659">178.16999999999999</cx:pt>
          <cx:pt idx="58660">66.969999999999999</cx:pt>
          <cx:pt idx="58661">81.909999999999997</cx:pt>
          <cx:pt idx="58662">97.079999999999998</cx:pt>
          <cx:pt idx="58663">46.490000000000002</cx:pt>
          <cx:pt idx="58664">53.969999999999999</cx:pt>
          <cx:pt idx="58665">65.989999999999995</cx:pt>
          <cx:pt idx="58666">125.19</cx:pt>
          <cx:pt idx="58667">69.980000000000004</cx:pt>
          <cx:pt idx="58668">99.980000000000004</cx:pt>
          <cx:pt idx="58669">30</cx:pt>
          <cx:pt idx="58670">124.06</cx:pt>
          <cx:pt idx="58671">63.979999999999997</cx:pt>
          <cx:pt idx="58672">76.069999999999993</cx:pt>
          <cx:pt idx="58673">66.980000000000004</cx:pt>
          <cx:pt idx="58674">19.489999999999998</cx:pt>
          <cx:pt idx="58675">54.990000000000002</cx:pt>
          <cx:pt idx="58676">63.979999999999997</cx:pt>
          <cx:pt idx="58677">123.95</cx:pt>
          <cx:pt idx="58678">57.979999999999997</cx:pt>
          <cx:pt idx="58679">90.709999999999994</cx:pt>
          <cx:pt idx="58680">79.980000000000004</cx:pt>
          <cx:pt idx="58681">28.489999999999998</cx:pt>
          <cx:pt idx="58682">227.93000000000001</cx:pt>
          <cx:pt idx="58683">89.980000000000004</cx:pt>
          <cx:pt idx="58684">52.979999999999997</cx:pt>
          <cx:pt idx="58685">125.08</cx:pt>
          <cx:pt idx="58686">70.760000000000005</cx:pt>
          <cx:pt idx="58687">65.989999999999995</cx:pt>
          <cx:pt idx="58688">83.480000000000004</cx:pt>
          <cx:pt idx="58689">137.88999999999999</cx:pt>
          <cx:pt idx="58690">18.640000000000001</cx:pt>
          <cx:pt idx="58691">114.91</cx:pt>
          <cx:pt idx="58692">105.98</cx:pt>
          <cx:pt idx="58693">64.980000000000004</cx:pt>
          <cx:pt idx="58694">93.959999999999994</cx:pt>
          <cx:pt idx="58695">59.990000000000002</cx:pt>
          <cx:pt idx="58696">70.159999999999997</cx:pt>
          <cx:pt idx="58697">59.939999999999998</cx:pt>
          <cx:pt idx="58698">102.56</cx:pt>
          <cx:pt idx="58699">26.48</cx:pt>
          <cx:pt idx="58700">83.950000000000003</cx:pt>
          <cx:pt idx="58701">56.479999999999997</cx:pt>
          <cx:pt idx="58702">27.489999999999998</cx:pt>
          <cx:pt idx="58703">57.979999999999997</cx:pt>
          <cx:pt idx="58704">93.959999999999994</cx:pt>
          <cx:pt idx="58705">57.979999999999997</cx:pt>
          <cx:pt idx="58706">88.170000000000002</cx:pt>
          <cx:pt idx="58707">239.13999999999999</cx:pt>
          <cx:pt idx="58708">86.969999999999999</cx:pt>
          <cx:pt idx="58709">124.97</cx:pt>
          <cx:pt idx="58710">65.329999999999998</cx:pt>
          <cx:pt idx="58711">16.289999999999999</cx:pt>
          <cx:pt idx="58712">24.489999999999998</cx:pt>
          <cx:pt idx="58713">94.980000000000004</cx:pt>
          <cx:pt idx="58714">53.979999999999997</cx:pt>
          <cx:pt idx="58715">47.479999999999997</cx:pt>
          <cx:pt idx="58716">53.979999999999997</cx:pt>
          <cx:pt idx="58717">99.980000000000004</cx:pt>
          <cx:pt idx="58718">40.270000000000003</cx:pt>
          <cx:pt idx="58719">85.969999999999999</cx:pt>
          <cx:pt idx="58720">55.979999999999997</cx:pt>
          <cx:pt idx="58721">159.69999999999999</cx:pt>
          <cx:pt idx="58722">34.490000000000002</cx:pt>
          <cx:pt idx="58723">59.979999999999997</cx:pt>
          <cx:pt idx="58724">56.969999999999999</cx:pt>
          <cx:pt idx="58725">26.48</cx:pt>
          <cx:pt idx="58726">81.969999999999999</cx:pt>
          <cx:pt idx="58727">53.979999999999997</cx:pt>
          <cx:pt idx="58728">41.289999999999999</cx:pt>
          <cx:pt idx="58729">41.490000000000002</cx:pt>
          <cx:pt idx="58730">62.969999999999999</cx:pt>
          <cx:pt idx="58731">-41.490000000000002</cx:pt>
          <cx:pt idx="58732">97.959999999999994</cx:pt>
          <cx:pt idx="58733">119.90000000000001</cx:pt>
          <cx:pt idx="58734">83.480000000000004</cx:pt>
          <cx:pt idx="58735">52.969999999999999</cx:pt>
          <cx:pt idx="58736">94.969999999999999</cx:pt>
          <cx:pt idx="58737">46.939999999999998</cx:pt>
          <cx:pt idx="58738">131.97999999999999</cx:pt>
          <cx:pt idx="58739">69.969999999999999</cx:pt>
          <cx:pt idx="58740">59.979999999999997</cx:pt>
          <cx:pt idx="58741">65.989999999999995</cx:pt>
          <cx:pt idx="58742">60.969999999999999</cx:pt>
          <cx:pt idx="58743">59.359999999999999</cx:pt>
          <cx:pt idx="58744">49.479999999999997</cx:pt>
          <cx:pt idx="58745">79.980000000000004</cx:pt>
          <cx:pt idx="58746">56.969999999999999</cx:pt>
          <cx:pt idx="58747">57.979999999999997</cx:pt>
          <cx:pt idx="58748">55.979999999999997</cx:pt>
          <cx:pt idx="58749">51.979999999999997</cx:pt>
          <cx:pt idx="58750">79.980000000000004</cx:pt>
          <cx:pt idx="58751">150.97</cx:pt>
          <cx:pt idx="58752">94.709999999999994</cx:pt>
          <cx:pt idx="58753">13.279999999999999</cx:pt>
          <cx:pt idx="58754">99.989999999999995</cx:pt>
          <cx:pt idx="58755">53.340000000000003</cx:pt>
          <cx:pt idx="58756">19.289999999999999</cx:pt>
          <cx:pt idx="58757">267.94999999999999</cx:pt>
          <cx:pt idx="58758">51.380000000000003</cx:pt>
          <cx:pt idx="58759">36.789999999999999</cx:pt>
          <cx:pt idx="58760">70.140000000000001</cx:pt>
          <cx:pt idx="58761">59.390000000000001</cx:pt>
          <cx:pt idx="58762">76.340000000000003</cx:pt>
          <cx:pt idx="58763">72.469999999999999</cx:pt>
          <cx:pt idx="58764">59.969999999999999</cx:pt>
          <cx:pt idx="58765">83.969999999999999</cx:pt>
          <cx:pt idx="58766">128.94999999999999</cx:pt>
          <cx:pt idx="58767">59.359999999999999</cx:pt>
          <cx:pt idx="58768">84.980000000000004</cx:pt>
          <cx:pt idx="58769">58.969999999999999</cx:pt>
          <cx:pt idx="58770">79.890000000000001</cx:pt>
          <cx:pt idx="58771">333.94999999999999</cx:pt>
          <cx:pt idx="58772">55.979999999999997</cx:pt>
          <cx:pt idx="58773">127.04000000000001</cx:pt>
          <cx:pt idx="58774">65.989999999999995</cx:pt>
          <cx:pt idx="58775">199.94999999999999</cx:pt>
          <cx:pt idx="58776">126.06</cx:pt>
          <cx:pt idx="58777">85.890000000000001</cx:pt>
          <cx:pt idx="58778">59.979999999999997</cx:pt>
          <cx:pt idx="58779">25.489999999999998</cx:pt>
          <cx:pt idx="58780">38.229999999999997</cx:pt>
          <cx:pt idx="58781">79.980000000000004</cx:pt>
          <cx:pt idx="58782">57.979999999999997</cx:pt>
          <cx:pt idx="58783">15.49</cx:pt>
          <cx:pt idx="58784">45.490000000000002</cx:pt>
          <cx:pt idx="58785">89.969999999999999</cx:pt>
          <cx:pt idx="58786">80.969999999999999</cx:pt>
          <cx:pt idx="58787">55.979999999999997</cx:pt>
          <cx:pt idx="58788">131.97999999999999</cx:pt>
          <cx:pt idx="58789">53.960000000000001</cx:pt>
          <cx:pt idx="58790">50.380000000000003</cx:pt>
          <cx:pt idx="58791">187.93000000000001</cx:pt>
          <cx:pt idx="58792">131.97999999999999</cx:pt>
          <cx:pt idx="58793">25.489999999999998</cx:pt>
          <cx:pt idx="58794">48.890000000000001</cx:pt>
          <cx:pt idx="58795">16.489999999999998</cx:pt>
          <cx:pt idx="58796">127.48</cx:pt>
          <cx:pt idx="58797">89.969999999999999</cx:pt>
          <cx:pt idx="58798">26.289999999999999</cx:pt>
          <cx:pt idx="58799">178.94</cx:pt>
          <cx:pt idx="58800">130.44999999999999</cx:pt>
          <cx:pt idx="58801">58.969999999999999</cx:pt>
          <cx:pt idx="58802">53.979999999999997</cx:pt>
          <cx:pt idx="58803">79.989999999999995</cx:pt>
          <cx:pt idx="58804">55.979999999999997</cx:pt>
          <cx:pt idx="58805">94.969999999999999</cx:pt>
          <cx:pt idx="58806">62.969999999999999</cx:pt>
          <cx:pt idx="58807">29.489999999999998</cx:pt>
          <cx:pt idx="58808">65.989999999999995</cx:pt>
          <cx:pt idx="58809">72.969999999999999</cx:pt>
          <cx:pt idx="58810">28.489999999999998</cx:pt>
          <cx:pt idx="58811">75.959999999999994</cx:pt>
          <cx:pt idx="58812">63.950000000000003</cx:pt>
          <cx:pt idx="58813">54.979999999999997</cx:pt>
          <cx:pt idx="58814">60.990000000000002</cx:pt>
          <cx:pt idx="58815">260.39999999999998</cx:pt>
          <cx:pt idx="58816">54.990000000000002</cx:pt>
          <cx:pt idx="58817">51.979999999999997</cx:pt>
          <cx:pt idx="58818">68.959999999999994</cx:pt>
          <cx:pt idx="58819">65.989999999999995</cx:pt>
          <cx:pt idx="58820">63.960000000000001</cx:pt>
          <cx:pt idx="58821">144.94999999999999</cx:pt>
          <cx:pt idx="58822">147.22</cx:pt>
          <cx:pt idx="58823">63.960000000000001</cx:pt>
          <cx:pt idx="58824">99.989999999999995</cx:pt>
          <cx:pt idx="58825">74.980000000000004</cx:pt>
          <cx:pt idx="58826">134.97</cx:pt>
          <cx:pt idx="58827">119.97</cx:pt>
          <cx:pt idx="58828">103.95999999999999</cx:pt>
          <cx:pt idx="58829">90.980000000000004</cx:pt>
          <cx:pt idx="58830">93.959999999999994</cx:pt>
          <cx:pt idx="58831">79.980000000000004</cx:pt>
          <cx:pt idx="58832">84.450000000000003</cx:pt>
          <cx:pt idx="58833">55.960000000000001</cx:pt>
          <cx:pt idx="58834">53.979999999999997</cx:pt>
          <cx:pt idx="58835">31.280000000000001</cx:pt>
          <cx:pt idx="58836">149.94999999999999</cx:pt>
          <cx:pt idx="58837">46.460000000000001</cx:pt>
          <cx:pt idx="58838">73.519999999999996</cx:pt>
          <cx:pt idx="58839">26.289999999999999</cx:pt>
          <cx:pt idx="58840">24.48</cx:pt>
          <cx:pt idx="58841">38.479999999999997</cx:pt>
          <cx:pt idx="58842">30.780000000000001</cx:pt>
          <cx:pt idx="58843">58.979999999999997</cx:pt>
          <cx:pt idx="58844">46.490000000000002</cx:pt>
          <cx:pt idx="58845">116.36</cx:pt>
          <cx:pt idx="58846">121.98</cx:pt>
          <cx:pt idx="58847">134.97</cx:pt>
          <cx:pt idx="58848">50.960000000000001</cx:pt>
          <cx:pt idx="58849">31.48</cx:pt>
          <cx:pt idx="58850">124.95</cx:pt>
          <cx:pt idx="58851">81.980000000000004</cx:pt>
          <cx:pt idx="58852">64.620000000000005</cx:pt>
          <cx:pt idx="58853">66.489999999999995</cx:pt>
          <cx:pt idx="58854">51.280000000000001</cx:pt>
          <cx:pt idx="58855">62.969999999999999</cx:pt>
          <cx:pt idx="58856">197.97</cx:pt>
          <cx:pt idx="58857">70.659999999999997</cx:pt>
          <cx:pt idx="58858">12.59</cx:pt>
          <cx:pt idx="58859">62.979999999999997</cx:pt>
          <cx:pt idx="58860">79.980000000000004</cx:pt>
          <cx:pt idx="58861">62.060000000000002</cx:pt>
          <cx:pt idx="58862">46.289999999999999</cx:pt>
          <cx:pt idx="58863">28.48</cx:pt>
          <cx:pt idx="58864">126.98</cx:pt>
          <cx:pt idx="58865">71.599999999999994</cx:pt>
          <cx:pt idx="58866">51.490000000000002</cx:pt>
          <cx:pt idx="58867">-46.289999999999999</cx:pt>
          <cx:pt idx="58868">56.979999999999997</cx:pt>
          <cx:pt idx="58869">46.490000000000002</cx:pt>
          <cx:pt idx="58870">61.960000000000001</cx:pt>
          <cx:pt idx="58871">83.480000000000004</cx:pt>
          <cx:pt idx="58872">29.489999999999998</cx:pt>
          <cx:pt idx="58873">51.979999999999997</cx:pt>
          <cx:pt idx="58874">70.980000000000004</cx:pt>
          <cx:pt idx="58875">39.469999999999999</cx:pt>
          <cx:pt idx="58876">-30.780000000000001</cx:pt>
          <cx:pt idx="58877">29.489999999999998</cx:pt>
          <cx:pt idx="58878">30.48</cx:pt>
          <cx:pt idx="58879">30</cx:pt>
          <cx:pt idx="58880">59.979999999999997</cx:pt>
          <cx:pt idx="58881">31.48</cx:pt>
          <cx:pt idx="58882">74.980000000000004</cx:pt>
          <cx:pt idx="58883">55.960000000000001</cx:pt>
          <cx:pt idx="58884">58.979999999999997</cx:pt>
          <cx:pt idx="58885">55.979999999999997</cx:pt>
          <cx:pt idx="58886">108.88</cx:pt>
          <cx:pt idx="58887">149.94999999999999</cx:pt>
          <cx:pt idx="58888">175.19</cx:pt>
          <cx:pt idx="58889">145.16</cx:pt>
          <cx:pt idx="58890">105.98</cx:pt>
          <cx:pt idx="58891">201.52000000000001</cx:pt>
          <cx:pt idx="58892">131.97999999999999</cx:pt>
          <cx:pt idx="58893">104.95</cx:pt>
          <cx:pt idx="58894">107.95999999999999</cx:pt>
          <cx:pt idx="58895">77.969999999999999</cx:pt>
          <cx:pt idx="58896">115.95999999999999</cx:pt>
          <cx:pt idx="58897">71.959999999999994</cx:pt>
          <cx:pt idx="58898">66.980000000000004</cx:pt>
          <cx:pt idx="58899">59.369999999999997</cx:pt>
          <cx:pt idx="58900">66.530000000000001</cx:pt>
          <cx:pt idx="58901">152.96000000000001</cx:pt>
          <cx:pt idx="58902">105.23</cx:pt>
          <cx:pt idx="58903">53.969999999999999</cx:pt>
          <cx:pt idx="58904">57.969999999999999</cx:pt>
          <cx:pt idx="58905">66.969999999999999</cx:pt>
          <cx:pt idx="58906">240.93000000000001</cx:pt>
          <cx:pt idx="58907">43.469999999999999</cx:pt>
          <cx:pt idx="58908">103.95999999999999</cx:pt>
          <cx:pt idx="58909">67.469999999999999</cx:pt>
          <cx:pt idx="58910">203.31</cx:pt>
          <cx:pt idx="58911">79.849999999999994</cx:pt>
          <cx:pt idx="58912">68.980000000000004</cx:pt>
          <cx:pt idx="58913">147.94999999999999</cx:pt>
          <cx:pt idx="58914">24.489999999999998</cx:pt>
          <cx:pt idx="58915">22.48</cx:pt>
          <cx:pt idx="58916">33.479999999999997</cx:pt>
          <cx:pt idx="58917">119.95999999999999</cx:pt>
          <cx:pt idx="58918">53.969999999999999</cx:pt>
          <cx:pt idx="58919">65.959999999999994</cx:pt>
          <cx:pt idx="58920">35.289999999999999</cx:pt>
          <cx:pt idx="58921">50.969999999999999</cx:pt>
          <cx:pt idx="58922">79.980000000000004</cx:pt>
          <cx:pt idx="58923">98.959999999999994</cx:pt>
          <cx:pt idx="58924">57.979999999999997</cx:pt>
          <cx:pt idx="58925">59.979999999999997</cx:pt>
          <cx:pt idx="58926">104.45999999999999</cx:pt>
          <cx:pt idx="58927">131.97999999999999</cx:pt>
          <cx:pt idx="58928">57.979999999999997</cx:pt>
          <cx:pt idx="58929">57.579999999999998</cx:pt>
          <cx:pt idx="58930">35.490000000000002</cx:pt>
          <cx:pt idx="58931">13.49</cx:pt>
          <cx:pt idx="58932">59.979999999999997</cx:pt>
          <cx:pt idx="58933">147.56</cx:pt>
          <cx:pt idx="58934">339.88</cx:pt>
          <cx:pt idx="58935">60.369999999999997</cx:pt>
          <cx:pt idx="58936">95.969999999999999</cx:pt>
          <cx:pt idx="58937">127.06</cx:pt>
          <cx:pt idx="58938">65.969999999999999</cx:pt>
          <cx:pt idx="58939">362.81999999999999</cx:pt>
          <cx:pt idx="58940">201.93000000000001</cx:pt>
          <cx:pt idx="58941">69.980000000000004</cx:pt>
          <cx:pt idx="58942">59.469999999999999</cx:pt>
          <cx:pt idx="58943">67.980000000000004</cx:pt>
          <cx:pt idx="58944">55.979999999999997</cx:pt>
          <cx:pt idx="58945">95.260000000000005</cx:pt>
          <cx:pt idx="58946">122.95999999999999</cx:pt>
          <cx:pt idx="58947">69.950000000000003</cx:pt>
          <cx:pt idx="58948">121.98</cx:pt>
          <cx:pt idx="58949">55.979999999999997</cx:pt>
          <cx:pt idx="58950">51.960000000000001</cx:pt>
          <cx:pt idx="58951">131.97999999999999</cx:pt>
          <cx:pt idx="58952">27.48</cx:pt>
          <cx:pt idx="58953">54.280000000000001</cx:pt>
          <cx:pt idx="58954">55.960000000000001</cx:pt>
          <cx:pt idx="58955">59.960000000000001</cx:pt>
          <cx:pt idx="58956">89.969999999999999</cx:pt>
          <cx:pt idx="58957">26.989999999999998</cx:pt>
          <cx:pt idx="58958">131.97999999999999</cx:pt>
          <cx:pt idx="58959">51.979999999999997</cx:pt>
          <cx:pt idx="58960">88.569999999999993</cx:pt>
          <cx:pt idx="58961">131.97999999999999</cx:pt>
          <cx:pt idx="58962">40.490000000000002</cx:pt>
          <cx:pt idx="58963">30.48</cx:pt>
          <cx:pt idx="58964">60.990000000000002</cx:pt>
          <cx:pt idx="58965">48.479999999999997</cx:pt>
          <cx:pt idx="58966">73.969999999999999</cx:pt>
          <cx:pt idx="58967">56.979999999999997</cx:pt>
          <cx:pt idx="58968">61.280000000000001</cx:pt>
          <cx:pt idx="58969">166.93000000000001</cx:pt>
          <cx:pt idx="58970">55.979999999999997</cx:pt>
          <cx:pt idx="58971">111.95</cx:pt>
          <cx:pt idx="58972">45.259999999999998</cx:pt>
          <cx:pt idx="58973">83.969999999999999</cx:pt>
          <cx:pt idx="58974">65.989999999999995</cx:pt>
          <cx:pt idx="58975">62.579999999999998</cx:pt>
          <cx:pt idx="58976">53.310000000000002</cx:pt>
          <cx:pt idx="58977">88.159999999999997</cx:pt>
          <cx:pt idx="58978">83.480000000000004</cx:pt>
          <cx:pt idx="58979">37.979999999999997</cx:pt>
          <cx:pt idx="58980">38.479999999999997</cx:pt>
          <cx:pt idx="58981">129.94999999999999</cx:pt>
          <cx:pt idx="58982">105.98</cx:pt>
          <cx:pt idx="58983">24.48</cx:pt>
          <cx:pt idx="58984">16.289999999999999</cx:pt>
          <cx:pt idx="58985">126.79000000000001</cx:pt>
          <cx:pt idx="58986">51.979999999999997</cx:pt>
          <cx:pt idx="58987">53.969999999999999</cx:pt>
          <cx:pt idx="58988">54.979999999999997</cx:pt>
          <cx:pt idx="58989">55.979999999999997</cx:pt>
          <cx:pt idx="58990">72.969999999999999</cx:pt>
          <cx:pt idx="58991">111.95999999999999</cx:pt>
          <cx:pt idx="58992">11.380000000000001</cx:pt>
          <cx:pt idx="58993">10.289999999999999</cx:pt>
          <cx:pt idx="58994">55.780000000000001</cx:pt>
          <cx:pt idx="58995">65.989999999999995</cx:pt>
          <cx:pt idx="58996">63.960000000000001</cx:pt>
          <cx:pt idx="58997">126.06</cx:pt>
          <cx:pt idx="58998">131.97999999999999</cx:pt>
          <cx:pt idx="58999">84.269999999999996</cx:pt>
          <cx:pt idx="59000">65.989999999999995</cx:pt>
          <cx:pt idx="59001">76.980000000000004</cx:pt>
          <cx:pt idx="59002">87.920000000000002</cx:pt>
          <cx:pt idx="59003">53.979999999999997</cx:pt>
          <cx:pt idx="59004">152.53</cx:pt>
          <cx:pt idx="59005">50.969999999999999</cx:pt>
          <cx:pt idx="59006">178.66</cx:pt>
          <cx:pt idx="59007">55.979999999999997</cx:pt>
          <cx:pt idx="59008">74.959999999999994</cx:pt>
          <cx:pt idx="59009">54.939999999999998</cx:pt>
          <cx:pt idx="59010">89.989999999999995</cx:pt>
          <cx:pt idx="59011">64.959999999999994</cx:pt>
          <cx:pt idx="59012">28.489999999999998</cx:pt>
          <cx:pt idx="59013">117.94</cx:pt>
          <cx:pt idx="59014">88.230000000000004</cx:pt>
          <cx:pt idx="59015">115.95999999999999</cx:pt>
          <cx:pt idx="59016">50.979999999999997</cx:pt>
          <cx:pt idx="59017">16.489999999999998</cx:pt>
          <cx:pt idx="59018">94.969999999999999</cx:pt>
          <cx:pt idx="59019">31.280000000000001</cx:pt>
          <cx:pt idx="59020">68.480000000000004</cx:pt>
          <cx:pt idx="59021">25.280000000000001</cx:pt>
          <cx:pt idx="59022">99.989999999999995</cx:pt>
          <cx:pt idx="59023">142.94999999999999</cx:pt>
          <cx:pt idx="59024">22.27</cx:pt>
          <cx:pt idx="59025">77.969999999999999</cx:pt>
          <cx:pt idx="59026">154.96000000000001</cx:pt>
          <cx:pt idx="59027">57.969999999999999</cx:pt>
          <cx:pt idx="59028">120.98</cx:pt>
          <cx:pt idx="59029">316.94999999999999</cx:pt>
          <cx:pt idx="59030">29.280000000000001</cx:pt>
          <cx:pt idx="59031">83.969999999999999</cx:pt>
          <cx:pt idx="59032">49.469999999999999</cx:pt>
          <cx:pt idx="59033">-45.259999999999998</cx:pt>
          <cx:pt idx="59034">55.979999999999997</cx:pt>
          <cx:pt idx="59035">154.13</cx:pt>
          <cx:pt idx="59036">75.969999999999999</cx:pt>
          <cx:pt idx="59037">25.280000000000001</cx:pt>
          <cx:pt idx="59038">117.95</cx:pt>
          <cx:pt idx="59039">89.980000000000004</cx:pt>
          <cx:pt idx="59040">95.959999999999994</cx:pt>
          <cx:pt idx="59041">99.959999999999994</cx:pt>
          <cx:pt idx="59042">51.479999999999997</cx:pt>
          <cx:pt idx="59043">21.489999999999998</cx:pt>
          <cx:pt idx="59044">77.420000000000002</cx:pt>
          <cx:pt idx="59045">21.489999999999998</cx:pt>
          <cx:pt idx="59046">84.269999999999996</cx:pt>
          <cx:pt idx="59047">161.97</cx:pt>
          <cx:pt idx="59048">51.979999999999997</cx:pt>
          <cx:pt idx="59049">48.479999999999997</cx:pt>
          <cx:pt idx="59050">89.969999999999999</cx:pt>
          <cx:pt idx="59051">56.969999999999999</cx:pt>
          <cx:pt idx="59052">55.979999999999997</cx:pt>
          <cx:pt idx="59053">83.969999999999999</cx:pt>
          <cx:pt idx="59054">176.59</cx:pt>
          <cx:pt idx="59055">40.490000000000002</cx:pt>
          <cx:pt idx="59056">55.990000000000002</cx:pt>
          <cx:pt idx="59057">83.450000000000003</cx:pt>
          <cx:pt idx="59058">50.969999999999999</cx:pt>
          <cx:pt idx="59059">99.900000000000006</cx:pt>
          <cx:pt idx="59060">97.959999999999994</cx:pt>
          <cx:pt idx="59061">79.980000000000004</cx:pt>
          <cx:pt idx="59062">56.969999999999999</cx:pt>
          <cx:pt idx="59063">19.489999999999998</cx:pt>
          <cx:pt idx="59064">159.56999999999999</cx:pt>
          <cx:pt idx="59065">70.659999999999997</cx:pt>
          <cx:pt idx="59066">30.48</cx:pt>
          <cx:pt idx="59067">55.979999999999997</cx:pt>
          <cx:pt idx="59068">65.989999999999995</cx:pt>
          <cx:pt idx="59069">53.990000000000002</cx:pt>
          <cx:pt idx="59070">171.94</cx:pt>
          <cx:pt idx="59071">71.969999999999999</cx:pt>
          <cx:pt idx="59072">65.989999999999995</cx:pt>
          <cx:pt idx="59073">53.979999999999997</cx:pt>
          <cx:pt idx="59074">144.96000000000001</cx:pt>
          <cx:pt idx="59075">19.489999999999998</cx:pt>
          <cx:pt idx="59076">64.060000000000002</cx:pt>
          <cx:pt idx="59077">44.039999999999999</cx:pt>
          <cx:pt idx="59078">58.979999999999997</cx:pt>
          <cx:pt idx="59079">84.659999999999997</cx:pt>
          <cx:pt idx="59080">57.979999999999997</cx:pt>
          <cx:pt idx="59081">89.980000000000004</cx:pt>
          <cx:pt idx="59082">155.93000000000001</cx:pt>
          <cx:pt idx="59083">59.950000000000003</cx:pt>
          <cx:pt idx="59084">79.989999999999995</cx:pt>
          <cx:pt idx="59085">53.969999999999999</cx:pt>
          <cx:pt idx="59086">131.97999999999999</cx:pt>
          <cx:pt idx="59087">76.689999999999998</cx:pt>
          <cx:pt idx="59088">83.980000000000004</cx:pt>
          <cx:pt idx="59089">100.98</cx:pt>
          <cx:pt idx="59090">30.780000000000001</cx:pt>
          <cx:pt idx="59091">34.359999999999999</cx:pt>
          <cx:pt idx="59092">26.48</cx:pt>
          <cx:pt idx="59093">121.97</cx:pt>
          <cx:pt idx="59094">15.49</cx:pt>
          <cx:pt idx="59095">103.95999999999999</cx:pt>
          <cx:pt idx="59096">26.489999999999998</cx:pt>
          <cx:pt idx="59097">79.980000000000004</cx:pt>
          <cx:pt idx="59098">102.83</cx:pt>
          <cx:pt idx="59099">37.619999999999997</cx:pt>
          <cx:pt idx="59100">119.97</cx:pt>
          <cx:pt idx="59101">152.53</cx:pt>
          <cx:pt idx="59102">25.289999999999999</cx:pt>
          <cx:pt idx="59103">65.989999999999995</cx:pt>
          <cx:pt idx="59104">231.94</cx:pt>
          <cx:pt idx="59105">95.969999999999999</cx:pt>
          <cx:pt idx="59106">225.88</cx:pt>
          <cx:pt idx="59107">147.94</cx:pt>
          <cx:pt idx="59108">159.96000000000001</cx:pt>
          <cx:pt idx="59109">104.95</cx:pt>
          <cx:pt idx="59110">55.979999999999997</cx:pt>
          <cx:pt idx="59111">21.289999999999999</cx:pt>
          <cx:pt idx="59112">80.969999999999999</cx:pt>
          <cx:pt idx="59113">104.95</cx:pt>
          <cx:pt idx="59114">103.95999999999999</cx:pt>
          <cx:pt idx="59115">28.489999999999998</cx:pt>
          <cx:pt idx="59116">53.979999999999997</cx:pt>
          <cx:pt idx="59117">59.979999999999997</cx:pt>
          <cx:pt idx="59118">157.86000000000001</cx:pt>
          <cx:pt idx="59119">43.479999999999997</cx:pt>
          <cx:pt idx="59120">129.53999999999999</cx:pt>
          <cx:pt idx="59121">69.980000000000004</cx:pt>
          <cx:pt idx="59122">65.989999999999995</cx:pt>
          <cx:pt idx="59123">64.590000000000003</cx:pt>
          <cx:pt idx="59124">17.289999999999999</cx:pt>
          <cx:pt idx="59125">95.560000000000002</cx:pt>
          <cx:pt idx="59126">57.979999999999997</cx:pt>
          <cx:pt idx="59127">150.97</cx:pt>
          <cx:pt idx="59128">34.359999999999999</cx:pt>
          <cx:pt idx="59129">57.979999999999997</cx:pt>
          <cx:pt idx="59130">255.84</cx:pt>
          <cx:pt idx="59131">88.569999999999993</cx:pt>
          <cx:pt idx="59132">68.969999999999999</cx:pt>
          <cx:pt idx="59133">49.119999999999997</cx:pt>
          <cx:pt idx="59134">52.979999999999997</cx:pt>
          <cx:pt idx="59135">21.489999999999998</cx:pt>
          <cx:pt idx="59136">68.930000000000007</cx:pt>
          <cx:pt idx="59137">119.95</cx:pt>
          <cx:pt idx="59138">27.489999999999998</cx:pt>
          <cx:pt idx="59139">60.979999999999997</cx:pt>
          <cx:pt idx="59140">49.990000000000002</cx:pt>
          <cx:pt idx="59141">111.95999999999999</cx:pt>
          <cx:pt idx="59142">59.979999999999997</cx:pt>
          <cx:pt idx="59143">203.19999999999999</cx:pt>
          <cx:pt idx="59144">99.969999999999999</cx:pt>
          <cx:pt idx="59145">104.45999999999999</cx:pt>
          <cx:pt idx="59146">179.94</cx:pt>
          <cx:pt idx="59147">89.969999999999999</cx:pt>
          <cx:pt idx="59148">165.94</cx:pt>
          <cx:pt idx="59149">53.969999999999999</cx:pt>
          <cx:pt idx="59150">63.399999999999999</cx:pt>
          <cx:pt idx="59151">53.960000000000001</cx:pt>
          <cx:pt idx="59152">55.979999999999997</cx:pt>
          <cx:pt idx="59153">132.56</cx:pt>
          <cx:pt idx="59154">68.069999999999993</cx:pt>
          <cx:pt idx="59155">55.969999999999999</cx:pt>
          <cx:pt idx="59156">110.94</cx:pt>
          <cx:pt idx="59157">30.98</cx:pt>
          <cx:pt idx="59158">53.969999999999999</cx:pt>
          <cx:pt idx="59159">51.979999999999997</cx:pt>
          <cx:pt idx="59160">79.980000000000004</cx:pt>
          <cx:pt idx="59161">89.969999999999999</cx:pt>
          <cx:pt idx="59162">59.979999999999997</cx:pt>
          <cx:pt idx="59163">99.989999999999995</cx:pt>
          <cx:pt idx="59164">62.93</cx:pt>
          <cx:pt idx="59165">80.969999999999999</cx:pt>
          <cx:pt idx="59166">85.980000000000004</cx:pt>
          <cx:pt idx="59167">59.960000000000001</cx:pt>
          <cx:pt idx="59168">13.93</cx:pt>
          <cx:pt idx="59169">23.789999999999999</cx:pt>
          <cx:pt idx="59170">59.960000000000001</cx:pt>
          <cx:pt idx="59171">78.469999999999999</cx:pt>
          <cx:pt idx="59172">55.979999999999997</cx:pt>
          <cx:pt idx="59173">131.97999999999999</cx:pt>
          <cx:pt idx="59174">52.479999999999997</cx:pt>
          <cx:pt idx="59175">54.990000000000002</cx:pt>
          <cx:pt idx="59176">79.989999999999995</cx:pt>
          <cx:pt idx="59177">150.97</cx:pt>
          <cx:pt idx="59178">81.049999999999997</cx:pt>
          <cx:pt idx="59179">65.989999999999995</cx:pt>
          <cx:pt idx="59180">21.489999999999998</cx:pt>
          <cx:pt idx="59181">164.96000000000001</cx:pt>
          <cx:pt idx="59182">17.91</cx:pt>
          <cx:pt idx="59183">65.989999999999995</cx:pt>
          <cx:pt idx="59184">101.59999999999999</cx:pt>
          <cx:pt idx="59185">69.980000000000004</cx:pt>
          <cx:pt idx="59186">67.969999999999999</cx:pt>
          <cx:pt idx="59187">20.489999999999998</cx:pt>
          <cx:pt idx="59188">91.950000000000003</cx:pt>
          <cx:pt idx="59189">129.94999999999999</cx:pt>
          <cx:pt idx="59190">59.960000000000001</cx:pt>
          <cx:pt idx="59191">49.979999999999997</cx:pt>
          <cx:pt idx="59192">77.969999999999999</cx:pt>
          <cx:pt idx="59193">-56.969999999999999</cx:pt>
          <cx:pt idx="59194">25.98</cx:pt>
          <cx:pt idx="59195">55.979999999999997</cx:pt>
          <cx:pt idx="59196">167.44999999999999</cx:pt>
          <cx:pt idx="59197">77.969999999999999</cx:pt>
          <cx:pt idx="59198">108.48</cx:pt>
          <cx:pt idx="59199">109.95999999999999</cx:pt>
          <cx:pt idx="59200">65.989999999999995</cx:pt>
          <cx:pt idx="59201">448.91000000000003</cx:pt>
          <cx:pt idx="59202">235.78999999999999</cx:pt>
          <cx:pt idx="59203">57.979999999999997</cx:pt>
          <cx:pt idx="59204">54.990000000000002</cx:pt>
          <cx:pt idx="59205">97.079999999999998</cx:pt>
          <cx:pt idx="59206">113.95</cx:pt>
          <cx:pt idx="59207">131.97999999999999</cx:pt>
          <cx:pt idx="59208">83.980000000000004</cx:pt>
          <cx:pt idx="59209">27.030000000000001</cx:pt>
          <cx:pt idx="59210">49.979999999999997</cx:pt>
          <cx:pt idx="59211">41.289999999999999</cx:pt>
          <cx:pt idx="59212">54.979999999999997</cx:pt>
          <cx:pt idx="59213">57.979999999999997</cx:pt>
          <cx:pt idx="59214">130.66</cx:pt>
          <cx:pt idx="59215">77.969999999999999</cx:pt>
          <cx:pt idx="59216">61.43</cx:pt>
          <cx:pt idx="59217">7.96</cx:pt>
          <cx:pt idx="59218">79.980000000000004</cx:pt>
          <cx:pt idx="59219">65.989999999999995</cx:pt>
          <cx:pt idx="59220">59.969999999999999</cx:pt>
          <cx:pt idx="59221">30.489999999999998</cx:pt>
          <cx:pt idx="59222">88.959999999999994</cx:pt>
          <cx:pt idx="59223">55.979999999999997</cx:pt>
          <cx:pt idx="59224">121.97</cx:pt>
          <cx:pt idx="59225">53.979999999999997</cx:pt>
          <cx:pt idx="59226">79.980000000000004</cx:pt>
          <cx:pt idx="59227">107.95999999999999</cx:pt>
          <cx:pt idx="59228">63.979999999999997</cx:pt>
          <cx:pt idx="59229">254.88999999999999</cx:pt>
          <cx:pt idx="59230">64.980000000000004</cx:pt>
          <cx:pt idx="59231">51.979999999999997</cx:pt>
          <cx:pt idx="59232">89.980000000000004</cx:pt>
          <cx:pt idx="59233">65.319999999999993</cx:pt>
          <cx:pt idx="59234">63.350000000000001</cx:pt>
          <cx:pt idx="59235">86.959999999999994</cx:pt>
          <cx:pt idx="59236">104.36</cx:pt>
          <cx:pt idx="59237">84.680000000000007</cx:pt>
          <cx:pt idx="59238">49.979999999999997</cx:pt>
          <cx:pt idx="59239">60.969999999999999</cx:pt>
          <cx:pt idx="59240">77.969999999999999</cx:pt>
          <cx:pt idx="59241">79.980000000000004</cx:pt>
          <cx:pt idx="59242">103.79000000000001</cx:pt>
          <cx:pt idx="59243">65.989999999999995</cx:pt>
          <cx:pt idx="59244">79.980000000000004</cx:pt>
          <cx:pt idx="59245">79.980000000000004</cx:pt>
          <cx:pt idx="59246">80.969999999999999</cx:pt>
          <cx:pt idx="59247">75.959999999999994</cx:pt>
          <cx:pt idx="59248">51.979999999999997</cx:pt>
          <cx:pt idx="59249">35.490000000000002</cx:pt>
          <cx:pt idx="59250">200.12</cx:pt>
          <cx:pt idx="59251">209.94</cx:pt>
          <cx:pt idx="59252">30.489999999999998</cx:pt>
          <cx:pt idx="59253">71.980000000000004</cx:pt>
          <cx:pt idx="59254">103.95999999999999</cx:pt>
          <cx:pt idx="59255">63.979999999999997</cx:pt>
          <cx:pt idx="59256">55.979999999999997</cx:pt>
          <cx:pt idx="59257">79.980000000000004</cx:pt>
          <cx:pt idx="59258">16.289999999999999</cx:pt>
          <cx:pt idx="59259">78.269999999999996</cx:pt>
          <cx:pt idx="59260">65.989999999999995</cx:pt>
          <cx:pt idx="59261">249.19</cx:pt>
          <cx:pt idx="59262">72.530000000000001</cx:pt>
          <cx:pt idx="59263">16.289999999999999</cx:pt>
          <cx:pt idx="59264">11.49</cx:pt>
          <cx:pt idx="59265">57.979999999999997</cx:pt>
          <cx:pt idx="59266">119.97</cx:pt>
          <cx:pt idx="59267">71.969999999999999</cx:pt>
          <cx:pt idx="59268">53.969999999999999</cx:pt>
          <cx:pt idx="59269">143.91999999999999</cx:pt>
          <cx:pt idx="59270">21.5</cx:pt>
          <cx:pt idx="59271">87.079999999999998</cx:pt>
          <cx:pt idx="59272">163.30000000000001</cx:pt>
          <cx:pt idx="59273">16.140000000000001</cx:pt>
          <cx:pt idx="59274">99.980000000000004</cx:pt>
          <cx:pt idx="59275">63.979999999999997</cx:pt>
          <cx:pt idx="59276">145.72999999999999</cx:pt>
          <cx:pt idx="59277">28.489999999999998</cx:pt>
          <cx:pt idx="59278">53.979999999999997</cx:pt>
          <cx:pt idx="59279">175.94999999999999</cx:pt>
          <cx:pt idx="59280">59.979999999999997</cx:pt>
          <cx:pt idx="59281">81.049999999999997</cx:pt>
          <cx:pt idx="59282">60.979999999999997</cx:pt>
          <cx:pt idx="59283">8.9600000000000009</cx:pt>
          <cx:pt idx="59284">53.969999999999999</cx:pt>
          <cx:pt idx="59285">111.95999999999999</cx:pt>
          <cx:pt idx="59286">55.979999999999997</cx:pt>
          <cx:pt idx="59287">59.979999999999997</cx:pt>
          <cx:pt idx="59288">103.95999999999999</cx:pt>
          <cx:pt idx="59289">119.97</cx:pt>
          <cx:pt idx="59290">41.939999999999998</cx:pt>
          <cx:pt idx="59291">66.969999999999999</cx:pt>
          <cx:pt idx="59292">39.200000000000003</cx:pt>
          <cx:pt idx="59293">25.68</cx:pt>
          <cx:pt idx="59294">63.960000000000001</cx:pt>
          <cx:pt idx="59295">122.19</cx:pt>
          <cx:pt idx="59296">55.979999999999997</cx:pt>
          <cx:pt idx="59297">53.979999999999997</cx:pt>
          <cx:pt idx="59298">54.979999999999997</cx:pt>
          <cx:pt idx="59299">91.709999999999994</cx:pt>
          <cx:pt idx="59300">111.95999999999999</cx:pt>
          <cx:pt idx="59301">62.030000000000001</cx:pt>
          <cx:pt idx="59302">136.97</cx:pt>
          <cx:pt idx="59303">55.979999999999997</cx:pt>
          <cx:pt idx="59304">201.41999999999999</cx:pt>
          <cx:pt idx="59305">53.93</cx:pt>
          <cx:pt idx="59306">150.94999999999999</cx:pt>
          <cx:pt idx="59307">65.989999999999995</cx:pt>
          <cx:pt idx="59308">56.409999999999997</cx:pt>
          <cx:pt idx="59309">59.969999999999999</cx:pt>
          <cx:pt idx="59310">34.479999999999997</cx:pt>
          <cx:pt idx="59311">59.969999999999999</cx:pt>
          <cx:pt idx="59312">50.969999999999999</cx:pt>
          <cx:pt idx="59313">99.959999999999994</cx:pt>
          <cx:pt idx="59314">185.96000000000001</cx:pt>
          <cx:pt idx="59315">82.239999999999995</cx:pt>
          <cx:pt idx="59316">18.489999999999998</cx:pt>
          <cx:pt idx="59317">57.979999999999997</cx:pt>
          <cx:pt idx="59318">100.97</cx:pt>
          <cx:pt idx="59319">110.95999999999999</cx:pt>
          <cx:pt idx="59320">113.95999999999999</cx:pt>
          <cx:pt idx="59321">50.969999999999999</cx:pt>
          <cx:pt idx="59322">53.460000000000001</cx:pt>
          <cx:pt idx="59323">59.960000000000001</cx:pt>
          <cx:pt idx="59324">55.979999999999997</cx:pt>
          <cx:pt idx="59325">100.98</cx:pt>
          <cx:pt idx="59326">61.960000000000001</cx:pt>
          <cx:pt idx="59327">103.97</cx:pt>
          <cx:pt idx="59328">57.979999999999997</cx:pt>
          <cx:pt idx="59329">89.980000000000004</cx:pt>
          <cx:pt idx="59330">51.979999999999997</cx:pt>
          <cx:pt idx="59331">119.73999999999999</cx:pt>
          <cx:pt idx="59332">80.480000000000004</cx:pt>
          <cx:pt idx="59333">28.289999999999999</cx:pt>
          <cx:pt idx="59334">63.979999999999997</cx:pt>
          <cx:pt idx="59335">86.969999999999999</cx:pt>
          <cx:pt idx="59336">75.579999999999998</cx:pt>
          <cx:pt idx="59337">57.979999999999997</cx:pt>
          <cx:pt idx="59338">65.989999999999995</cx:pt>
          <cx:pt idx="59339">58.960000000000001</cx:pt>
          <cx:pt idx="59340">73.969999999999999</cx:pt>
          <cx:pt idx="59341">76.579999999999998</cx:pt>
          <cx:pt idx="59342">108.88</cx:pt>
          <cx:pt idx="59343">190.44</cx:pt>
          <cx:pt idx="59344">79.980000000000004</cx:pt>
          <cx:pt idx="59345">99.959999999999994</cx:pt>
          <cx:pt idx="59346">109.95</cx:pt>
          <cx:pt idx="59347">56.969999999999999</cx:pt>
          <cx:pt idx="59348">54.479999999999997</cx:pt>
          <cx:pt idx="59349">66.540000000000006</cx:pt>
          <cx:pt idx="59350">96.780000000000001</cx:pt>
          <cx:pt idx="59351">62.969999999999999</cx:pt>
          <cx:pt idx="59352">289.38999999999999</cx:pt>
          <cx:pt idx="59353">55.979999999999997</cx:pt>
          <cx:pt idx="59354">84.950000000000003</cx:pt>
          <cx:pt idx="59355">20.289999999999999</cx:pt>
          <cx:pt idx="59356">56.979999999999997</cx:pt>
          <cx:pt idx="59357">37.289999999999999</cx:pt>
          <cx:pt idx="59358">59.979999999999997</cx:pt>
          <cx:pt idx="59359">16.289999999999999</cx:pt>
          <cx:pt idx="59360">15.49</cx:pt>
          <cx:pt idx="59361">51.280000000000001</cx:pt>
          <cx:pt idx="59362">199.96000000000001</cx:pt>
          <cx:pt idx="59363">84.969999999999999</cx:pt>
          <cx:pt idx="59364">131.97999999999999</cx:pt>
          <cx:pt idx="59365">65.989999999999995</cx:pt>
          <cx:pt idx="59366">110.58</cx:pt>
          <cx:pt idx="59367">-58.030000000000001</cx:pt>
          <cx:pt idx="59368">41.289999999999999</cx:pt>
          <cx:pt idx="59369">49.990000000000002</cx:pt>
          <cx:pt idx="59370">55.979999999999997</cx:pt>
          <cx:pt idx="59371">30.289999999999999</cx:pt>
          <cx:pt idx="59372">29.989999999999998</cx:pt>
          <cx:pt idx="59373">57.979999999999997</cx:pt>
          <cx:pt idx="59374">71.969999999999999</cx:pt>
          <cx:pt idx="59375">59.979999999999997</cx:pt>
          <cx:pt idx="59376">7.4900000000000002</cx:pt>
          <cx:pt idx="59377">94.950000000000003</cx:pt>
          <cx:pt idx="59378">26.289999999999999</cx:pt>
          <cx:pt idx="59379">64.480000000000004</cx:pt>
          <cx:pt idx="59380">217.78</cx:pt>
          <cx:pt idx="59381">65.989999999999995</cx:pt>
          <cx:pt idx="59382">54.979999999999997</cx:pt>
          <cx:pt idx="59383">29.489999999999998</cx:pt>
          <cx:pt idx="59384">63.960000000000001</cx:pt>
          <cx:pt idx="59385">83.450000000000003</cx:pt>
          <cx:pt idx="59386">41.479999999999997</cx:pt>
          <cx:pt idx="59387">105.23</cx:pt>
          <cx:pt idx="59388">49.43</cx:pt>
          <cx:pt idx="59389">163.96000000000001</cx:pt>
          <cx:pt idx="59390">57.979999999999997</cx:pt>
          <cx:pt idx="59391">54.979999999999997</cx:pt>
          <cx:pt idx="59392">130.63</cx:pt>
          <cx:pt idx="59393">59.990000000000002</cx:pt>
          <cx:pt idx="59394">61.960000000000001</cx:pt>
          <cx:pt idx="59395">127.33</cx:pt>
          <cx:pt idx="59396">172.28999999999999</cx:pt>
          <cx:pt idx="59397">79.969999999999999</cx:pt>
          <cx:pt idx="59398">59.979999999999997</cx:pt>
          <cx:pt idx="59399">55.979999999999997</cx:pt>
          <cx:pt idx="59400">59.979999999999997</cx:pt>
          <cx:pt idx="59401">24.690000000000001</cx:pt>
          <cx:pt idx="59402">375.04000000000002</cx:pt>
          <cx:pt idx="59403">91.920000000000002</cx:pt>
          <cx:pt idx="59404">45.490000000000002</cx:pt>
          <cx:pt idx="59405">48.890000000000001</cx:pt>
          <cx:pt idx="59406">50.969999999999999</cx:pt>
          <cx:pt idx="59407">95.959999999999994</cx:pt>
          <cx:pt idx="59408">99.930000000000007</cx:pt>
          <cx:pt idx="59409">58.979999999999997</cx:pt>
          <cx:pt idx="59410">130.94999999999999</cx:pt>
          <cx:pt idx="59411">53.979999999999997</cx:pt>
          <cx:pt idx="59412">65.969999999999999</cx:pt>
          <cx:pt idx="59413">45.25</cx:pt>
          <cx:pt idx="59414">129.94999999999999</cx:pt>
          <cx:pt idx="59415">55.979999999999997</cx:pt>
          <cx:pt idx="59416">59.960000000000001</cx:pt>
          <cx:pt idx="59417">65.989999999999995</cx:pt>
          <cx:pt idx="59418">261.91000000000003</cx:pt>
          <cx:pt idx="59419">40.479999999999997</cx:pt>
          <cx:pt idx="59420">79.799999999999997</cx:pt>
          <cx:pt idx="59421">103.95999999999999</cx:pt>
          <cx:pt idx="59422">59.969999999999999</cx:pt>
          <cx:pt idx="59423">40.630000000000003</cx:pt>
          <cx:pt idx="59424">68.819999999999993</cx:pt>
          <cx:pt idx="59425">83.480000000000004</cx:pt>
          <cx:pt idx="59426">81.969999999999999</cx:pt>
          <cx:pt idx="59427">45.490000000000002</cx:pt>
          <cx:pt idx="59428">83.969999999999999</cx:pt>
          <cx:pt idx="59429">119.73999999999999</cx:pt>
          <cx:pt idx="59430">56.969999999999999</cx:pt>
          <cx:pt idx="59431">119.97</cx:pt>
          <cx:pt idx="59432">77.390000000000001</cx:pt>
          <cx:pt idx="59433">222.90000000000001</cx:pt>
          <cx:pt idx="59434">105.95999999999999</cx:pt>
          <cx:pt idx="59435">197.97</cx:pt>
          <cx:pt idx="59436">115.95999999999999</cx:pt>
          <cx:pt idx="59437">84.969999999999999</cx:pt>
          <cx:pt idx="59438">85.959999999999994</cx:pt>
          <cx:pt idx="59439">80.969999999999999</cx:pt>
          <cx:pt idx="59440">59.960000000000001</cx:pt>
          <cx:pt idx="59441">183.88</cx:pt>
          <cx:pt idx="59442">90.730000000000004</cx:pt>
          <cx:pt idx="59443">30.940000000000001</cx:pt>
          <cx:pt idx="59444">46.490000000000002</cx:pt>
          <cx:pt idx="59445">47.979999999999997</cx:pt>
          <cx:pt idx="59446">124.26000000000001</cx:pt>
          <cx:pt idx="59447">31.280000000000001</cx:pt>
          <cx:pt idx="59448">84.969999999999999</cx:pt>
          <cx:pt idx="59449">94.950000000000003</cx:pt>
          <cx:pt idx="59450">70.140000000000001</cx:pt>
          <cx:pt idx="59451">86.969999999999999</cx:pt>
          <cx:pt idx="59452">53.969999999999999</cx:pt>
          <cx:pt idx="59453">73.480000000000004</cx:pt>
          <cx:pt idx="59454">75.980000000000004</cx:pt>
          <cx:pt idx="59455">67.489999999999995</cx:pt>
          <cx:pt idx="59456">71.069999999999993</cx:pt>
          <cx:pt idx="59457">65.989999999999995</cx:pt>
          <cx:pt idx="59458">111.95999999999999</cx:pt>
          <cx:pt idx="59459">40.490000000000002</cx:pt>
          <cx:pt idx="59460">91.450000000000003</cx:pt>
          <cx:pt idx="59461">92.969999999999999</cx:pt>
          <cx:pt idx="59462">134.97</cx:pt>
          <cx:pt idx="59463">27.48</cx:pt>
          <cx:pt idx="59464">65.989999999999995</cx:pt>
          <cx:pt idx="59465">18.489999999999998</cx:pt>
          <cx:pt idx="59466">69.969999999999999</cx:pt>
          <cx:pt idx="59467">71.980000000000004</cx:pt>
          <cx:pt idx="59468">88.950000000000003</cx:pt>
          <cx:pt idx="59469">57.979999999999997</cx:pt>
          <cx:pt idx="59470">52.18</cx:pt>
          <cx:pt idx="59471">211.96000000000001</cx:pt>
          <cx:pt idx="59472">113.47</cx:pt>
          <cx:pt idx="59473">65.989999999999995</cx:pt>
          <cx:pt idx="59474">381.06999999999999</cx:pt>
          <cx:pt idx="59475">121.98</cx:pt>
          <cx:pt idx="59476">65.989999999999995</cx:pt>
          <cx:pt idx="59477">45.490000000000002</cx:pt>
          <cx:pt idx="59478">79.980000000000004</cx:pt>
          <cx:pt idx="59479">91.969999999999999</cx:pt>
          <cx:pt idx="59480">69.989999999999995</cx:pt>
          <cx:pt idx="59481">29.489999999999998</cx:pt>
          <cx:pt idx="59482">59.960000000000001</cx:pt>
          <cx:pt idx="59483">84.980000000000004</cx:pt>
          <cx:pt idx="59484">46.289999999999999</cx:pt>
          <cx:pt idx="59485">55.979999999999997</cx:pt>
          <cx:pt idx="59486">104.98</cx:pt>
          <cx:pt idx="59487">26.379999999999999</cx:pt>
          <cx:pt idx="59488">67.739999999999995</cx:pt>
          <cx:pt idx="59489">71.069999999999993</cx:pt>
          <cx:pt idx="59490">131.97999999999999</cx:pt>
          <cx:pt idx="59491">216.96000000000001</cx:pt>
          <cx:pt idx="59492">131.97999999999999</cx:pt>
          <cx:pt idx="59493">70.140000000000001</cx:pt>
          <cx:pt idx="59494">51.960000000000001</cx:pt>
          <cx:pt idx="59495">145.16</cx:pt>
          <cx:pt idx="59496">266.13999999999999</cx:pt>
          <cx:pt idx="59497">89.980000000000004</cx:pt>
          <cx:pt idx="59498">75.870000000000005</cx:pt>
          <cx:pt idx="59499">85.969999999999999</cx:pt>
          <cx:pt idx="59500">79.980000000000004</cx:pt>
          <cx:pt idx="59501">89.569999999999993</cx:pt>
          <cx:pt idx="59502">53.979999999999997</cx:pt>
          <cx:pt idx="59503">93.969999999999999</cx:pt>
          <cx:pt idx="59504">58.979999999999997</cx:pt>
          <cx:pt idx="59505">71.069999999999993</cx:pt>
          <cx:pt idx="59506">55.979999999999997</cx:pt>
          <cx:pt idx="59507">53.979999999999997</cx:pt>
          <cx:pt idx="59508">51.280000000000001</cx:pt>
          <cx:pt idx="59509">41.289999999999999</cx:pt>
          <cx:pt idx="59510">89.939999999999998</cx:pt>
          <cx:pt idx="59511">142.94999999999999</cx:pt>
          <cx:pt idx="59512">91.959999999999994</cx:pt>
          <cx:pt idx="59513">111.95999999999999</cx:pt>
          <cx:pt idx="59514">252.93000000000001</cx:pt>
          <cx:pt idx="59515">94.959999999999994</cx:pt>
          <cx:pt idx="59516">26.289999999999999</cx:pt>
          <cx:pt idx="59517">53.969999999999999</cx:pt>
          <cx:pt idx="59518">21.289999999999999</cx:pt>
          <cx:pt idx="59519">65.989999999999995</cx:pt>
          <cx:pt idx="59520">89.980000000000004</cx:pt>
          <cx:pt idx="59521">126.45999999999999</cx:pt>
          <cx:pt idx="59522">81.959999999999994</cx:pt>
          <cx:pt idx="59523">123.90000000000001</cx:pt>
          <cx:pt idx="59524">41.289999999999999</cx:pt>
          <cx:pt idx="59525">56.969999999999999</cx:pt>
          <cx:pt idx="59526">18.489999999999998</cx:pt>
          <cx:pt idx="59527">53.979999999999997</cx:pt>
          <cx:pt idx="59528">55.979999999999997</cx:pt>
          <cx:pt idx="59529">19.280000000000001</cx:pt>
          <cx:pt idx="59530">64.980000000000004</cx:pt>
          <cx:pt idx="59531">79.959999999999994</cx:pt>
          <cx:pt idx="59532">74.969999999999999</cx:pt>
          <cx:pt idx="59533">31.289999999999999</cx:pt>
          <cx:pt idx="59534">81.959999999999994</cx:pt>
          <cx:pt idx="59535">65.989999999999995</cx:pt>
          <cx:pt idx="59536">75.969999999999999</cx:pt>
          <cx:pt idx="59537">58.979999999999997</cx:pt>
          <cx:pt idx="59538">59.979999999999997</cx:pt>
          <cx:pt idx="59539">51.979999999999997</cx:pt>
          <cx:pt idx="59540">89.939999999999998</cx:pt>
          <cx:pt idx="59541">83.969999999999999</cx:pt>
          <cx:pt idx="59542">55.979999999999997</cx:pt>
          <cx:pt idx="59543">91.939999999999998</cx:pt>
          <cx:pt idx="59544">79.980000000000004</cx:pt>
          <cx:pt idx="59545">36.479999999999997</cx:pt>
          <cx:pt idx="59546">157.24000000000001</cx:pt>
          <cx:pt idx="59547">57.979999999999997</cx:pt>
          <cx:pt idx="59548">122.19</cx:pt>
          <cx:pt idx="59549">105.98</cx:pt>
          <cx:pt idx="59550">54.979999999999997</cx:pt>
          <cx:pt idx="59551">123.47</cx:pt>
          <cx:pt idx="59552">30.48</cx:pt>
          <cx:pt idx="59553">53.979999999999997</cx:pt>
          <cx:pt idx="59554">305.88999999999999</cx:pt>
          <cx:pt idx="59555">29.280000000000001</cx:pt>
          <cx:pt idx="59556">85.890000000000001</cx:pt>
          <cx:pt idx="59557">71.959999999999994</cx:pt>
          <cx:pt idx="59558">74.980000000000004</cx:pt>
          <cx:pt idx="59559">218.83000000000001</cx:pt>
          <cx:pt idx="59560">53.969999999999999</cx:pt>
          <cx:pt idx="59561">-19.289999999999999</cx:pt>
          <cx:pt idx="59562">63.960000000000001</cx:pt>
          <cx:pt idx="59563">57.979999999999997</cx:pt>
          <cx:pt idx="59564">51.979999999999997</cx:pt>
          <cx:pt idx="59565">22.27</cx:pt>
          <cx:pt idx="59566">81.959999999999994</cx:pt>
          <cx:pt idx="59567">69.969999999999999</cx:pt>
          <cx:pt idx="59568">55.979999999999997</cx:pt>
          <cx:pt idx="59569">155.44999999999999</cx:pt>
          <cx:pt idx="59570">134.97</cx:pt>
          <cx:pt idx="59571">53.979999999999997</cx:pt>
          <cx:pt idx="59572">99.969999999999999</cx:pt>
          <cx:pt idx="59573">89.969999999999999</cx:pt>
          <cx:pt idx="59574">87.469999999999999</cx:pt>
          <cx:pt idx="59575">65.989999999999995</cx:pt>
          <cx:pt idx="59576">51.979999999999997</cx:pt>
          <cx:pt idx="59577">41.289999999999999</cx:pt>
          <cx:pt idx="59578">84.959999999999994</cx:pt>
          <cx:pt idx="59579">71.969999999999999</cx:pt>
          <cx:pt idx="59580">87.829999999999998</cx:pt>
          <cx:pt idx="59581">54.990000000000002</cx:pt>
          <cx:pt idx="59582">70.170000000000002</cx:pt>
          <cx:pt idx="59583">142.44999999999999</cx:pt>
          <cx:pt idx="59584">197.97</cx:pt>
          <cx:pt idx="59585">122.95999999999999</cx:pt>
          <cx:pt idx="59586">58.979999999999997</cx:pt>
          <cx:pt idx="59587">19.289999999999999</cx:pt>
          <cx:pt idx="59588">96.780000000000001</cx:pt>
          <cx:pt idx="59589">40.490000000000002</cx:pt>
          <cx:pt idx="59590">56.969999999999999</cx:pt>
          <cx:pt idx="59591">89.969999999999999</cx:pt>
          <cx:pt idx="59592">41.490000000000002</cx:pt>
          <cx:pt idx="59593">80.480000000000004</cx:pt>
          <cx:pt idx="59594">64.969999999999999</cx:pt>
          <cx:pt idx="59595">71.959999999999994</cx:pt>
          <cx:pt idx="59596">30.98</cx:pt>
          <cx:pt idx="59597">40.490000000000002</cx:pt>
          <cx:pt idx="59598">97.150000000000006</cx:pt>
          <cx:pt idx="59599">51.979999999999997</cx:pt>
          <cx:pt idx="59600">77.969999999999999</cx:pt>
          <cx:pt idx="59601">81.969999999999999</cx:pt>
          <cx:pt idx="59602">53.979999999999997</cx:pt>
          <cx:pt idx="59603">65.989999999999995</cx:pt>
          <cx:pt idx="59604">66.540000000000006</cx:pt>
          <cx:pt idx="59605">111.95999999999999</cx:pt>
          <cx:pt idx="59606">40.490000000000002</cx:pt>
          <cx:pt idx="59607">118.78</cx:pt>
          <cx:pt idx="59608">80.980000000000004</cx:pt>
          <cx:pt idx="59609">96.780000000000001</cx:pt>
          <cx:pt idx="59610">52.630000000000003</cx:pt>
          <cx:pt idx="59611">65.989999999999995</cx:pt>
          <cx:pt idx="59612">74.969999999999999</cx:pt>
          <cx:pt idx="59613">227.91999999999999</cx:pt>
          <cx:pt idx="59614">66.530000000000001</cx:pt>
          <cx:pt idx="59615">160.97</cx:pt>
          <cx:pt idx="59616">49.979999999999997</cx:pt>
          <cx:pt idx="59617">40.490000000000002</cx:pt>
          <cx:pt idx="59618">100.95</cx:pt>
          <cx:pt idx="59619">89.969999999999999</cx:pt>
          <cx:pt idx="59620">641.76999999999998</cx:pt>
          <cx:pt idx="59621">129.94999999999999</cx:pt>
          <cx:pt idx="59622">111.95999999999999</cx:pt>
          <cx:pt idx="59623">69.969999999999999</cx:pt>
          <cx:pt idx="59624">54.979999999999997</cx:pt>
          <cx:pt idx="59625">124.56</cx:pt>
          <cx:pt idx="59626">56.479999999999997</cx:pt>
          <cx:pt idx="59627">84.969999999999999</cx:pt>
          <cx:pt idx="59628">94.969999999999999</cx:pt>
          <cx:pt idx="59629">34.479999999999997</cx:pt>
          <cx:pt idx="59630">30.489999999999998</cx:pt>
          <cx:pt idx="59631">71.969999999999999</cx:pt>
          <cx:pt idx="59632">-44.969999999999999</cx:pt>
          <cx:pt idx="59633">188.72</cx:pt>
          <cx:pt idx="59634">57.979999999999997</cx:pt>
          <cx:pt idx="59635">54.979999999999997</cx:pt>
          <cx:pt idx="59636">118.95999999999999</cx:pt>
          <cx:pt idx="59637">33.490000000000002</cx:pt>
          <cx:pt idx="59638">51.979999999999997</cx:pt>
          <cx:pt idx="59639">78.019999999999996</cx:pt>
          <cx:pt idx="59640">105.98</cx:pt>
          <cx:pt idx="59641">65.989999999999995</cx:pt>
          <cx:pt idx="59642">129.96000000000001</cx:pt>
          <cx:pt idx="59643">71.069999999999993</cx:pt>
          <cx:pt idx="59644">64.480000000000004</cx:pt>
          <cx:pt idx="59645">18.489999999999998</cx:pt>
          <cx:pt idx="59646">51.979999999999997</cx:pt>
          <cx:pt idx="59647">79.969999999999999</cx:pt>
          <cx:pt idx="59648">263.95999999999998</cx:pt>
          <cx:pt idx="59649">71</cx:pt>
          <cx:pt idx="59650">135.46000000000001</cx:pt>
          <cx:pt idx="59651">57.979999999999997</cx:pt>
          <cx:pt idx="59652">48.469999999999999</cx:pt>
          <cx:pt idx="59653">29.489999999999998</cx:pt>
          <cx:pt idx="59654">86.969999999999999</cx:pt>
          <cx:pt idx="59655">57.350000000000001</cx:pt>
          <cx:pt idx="59656">234.90000000000001</cx:pt>
          <cx:pt idx="59657">100.97</cx:pt>
          <cx:pt idx="59658">18.489999999999998</cx:pt>
          <cx:pt idx="59659">59.979999999999997</cx:pt>
          <cx:pt idx="59660">71.989999999999995</cx:pt>
          <cx:pt idx="59661">35.490000000000002</cx:pt>
          <cx:pt idx="59662">48.469999999999999</cx:pt>
          <cx:pt idx="59663">115.95</cx:pt>
          <cx:pt idx="59664">90.049999999999997</cx:pt>
          <cx:pt idx="59665">131.97999999999999</cx:pt>
          <cx:pt idx="59666">56.969999999999999</cx:pt>
          <cx:pt idx="59667">8.2899999999999991</cx:pt>
          <cx:pt idx="59668">36.289999999999999</cx:pt>
          <cx:pt idx="59669">69.989999999999995</cx:pt>
          <cx:pt idx="59670">28.48</cx:pt>
          <cx:pt idx="59671">83.969999999999999</cx:pt>
          <cx:pt idx="59672">89.980000000000004</cx:pt>
          <cx:pt idx="59673">95.969999999999999</cx:pt>
          <cx:pt idx="59674">72.579999999999998</cx:pt>
          <cx:pt idx="59675">50.969999999999999</cx:pt>
          <cx:pt idx="59676">182.03999999999999</cx:pt>
          <cx:pt idx="59677">53.969999999999999</cx:pt>
          <cx:pt idx="59678">54.979999999999997</cx:pt>
          <cx:pt idx="59679">114.93000000000001</cx:pt>
          <cx:pt idx="59680">47.479999999999997</cx:pt>
          <cx:pt idx="59681">48.890000000000001</cx:pt>
          <cx:pt idx="59682">96.780000000000001</cx:pt>
          <cx:pt idx="59683">55.979999999999997</cx:pt>
          <cx:pt idx="59684">101.56999999999999</cx:pt>
          <cx:pt idx="59685">30.379999999999999</cx:pt>
          <cx:pt idx="59686">51.979999999999997</cx:pt>
          <cx:pt idx="59687">59.960000000000001</cx:pt>
          <cx:pt idx="59688">62.990000000000002</cx:pt>
          <cx:pt idx="59689">55.979999999999997</cx:pt>
          <cx:pt idx="59690">119.95</cx:pt>
          <cx:pt idx="59691">52.979999999999997</cx:pt>
          <cx:pt idx="59692">62.049999999999997</cx:pt>
          <cx:pt idx="59693">251.91</cx:pt>
          <cx:pt idx="59694">94.980000000000004</cx:pt>
          <cx:pt idx="59695">51.979999999999997</cx:pt>
          <cx:pt idx="59696">64.090000000000003</cx:pt>
          <cx:pt idx="59697">64.670000000000002</cx:pt>
          <cx:pt idx="59698">59.979999999999997</cx:pt>
          <cx:pt idx="59699">59.979999999999997</cx:pt>
          <cx:pt idx="59700">60.990000000000002</cx:pt>
          <cx:pt idx="59701">107.95999999999999</cx:pt>
          <cx:pt idx="59702">203.93000000000001</cx:pt>
          <cx:pt idx="59703">134.28999999999999</cx:pt>
          <cx:pt idx="59704">97.459999999999994</cx:pt>
          <cx:pt idx="59705">59.979999999999997</cx:pt>
          <cx:pt idx="59706">89.969999999999999</cx:pt>
          <cx:pt idx="59707">167.94</cx:pt>
          <cx:pt idx="59708">99.959999999999994</cx:pt>
          <cx:pt idx="59709">79.849999999999994</cx:pt>
          <cx:pt idx="59710">49.490000000000002</cx:pt>
          <cx:pt idx="59711">23.489999999999998</cx:pt>
          <cx:pt idx="59712">28.489999999999998</cx:pt>
          <cx:pt idx="59713">15.49</cx:pt>
          <cx:pt idx="59714">13.289999999999999</cx:pt>
          <cx:pt idx="59715">124.45999999999999</cx:pt>
          <cx:pt idx="59716">79.980000000000004</cx:pt>
          <cx:pt idx="59717">59.979999999999997</cx:pt>
          <cx:pt idx="59718">89.969999999999999</cx:pt>
          <cx:pt idx="59719">151.66</cx:pt>
          <cx:pt idx="59720">49.479999999999997</cx:pt>
          <cx:pt idx="59721">51.979999999999997</cx:pt>
          <cx:pt idx="59722">184.47</cx:pt>
          <cx:pt idx="59723">122.97</cx:pt>
          <cx:pt idx="59724">54.990000000000002</cx:pt>
          <cx:pt idx="59725">79.849999999999994</cx:pt>
          <cx:pt idx="59726">29.48</cx:pt>
          <cx:pt idx="59727">119.95999999999999</cx:pt>
          <cx:pt idx="59728">185.94999999999999</cx:pt>
          <cx:pt idx="59729">159.96000000000001</cx:pt>
          <cx:pt idx="59730">170.94</cx:pt>
          <cx:pt idx="59731">37.479999999999997</cx:pt>
          <cx:pt idx="59732">68.569999999999993</cx:pt>
          <cx:pt idx="59733">95.959999999999994</cx:pt>
          <cx:pt idx="59734">65.989999999999995</cx:pt>
          <cx:pt idx="59735">48.57</cx:pt>
          <cx:pt idx="59736">17.489999999999998</cx:pt>
          <cx:pt idx="59737">55.979999999999997</cx:pt>
          <cx:pt idx="59738">88.569999999999993</cx:pt>
          <cx:pt idx="59739">53.979999999999997</cx:pt>
          <cx:pt idx="59740">79.819999999999993</cx:pt>
          <cx:pt idx="59741">54.990000000000002</cx:pt>
          <cx:pt idx="59742">77.390000000000001</cx:pt>
          <cx:pt idx="59743">79.980000000000004</cx:pt>
          <cx:pt idx="59744">70.980000000000004</cx:pt>
          <cx:pt idx="59745">94.980000000000004</cx:pt>
          <cx:pt idx="59746">55.979999999999997</cx:pt>
          <cx:pt idx="59747">95.959999999999994</cx:pt>
          <cx:pt idx="59748">105.98</cx:pt>
          <cx:pt idx="59749">112.64</cx:pt>
          <cx:pt idx="59750">46.469999999999999</cx:pt>
          <cx:pt idx="59751">89.969999999999999</cx:pt>
          <cx:pt idx="59752">19.34</cx:pt>
          <cx:pt idx="59753">93.950000000000003</cx:pt>
          <cx:pt idx="59754">72.969999999999999</cx:pt>
          <cx:pt idx="59755">29.25</cx:pt>
          <cx:pt idx="59756">28.289999999999999</cx:pt>
          <cx:pt idx="59757">119.95999999999999</cx:pt>
          <cx:pt idx="59758">50.079999999999998</cx:pt>
          <cx:pt idx="59759">55.979999999999997</cx:pt>
          <cx:pt idx="59760">58.979999999999997</cx:pt>
          <cx:pt idx="59761">83.969999999999999</cx:pt>
          <cx:pt idx="59762">20.489999999999998</cx:pt>
          <cx:pt idx="59763">391.86000000000001</cx:pt>
          <cx:pt idx="59764">67.459999999999994</cx:pt>
          <cx:pt idx="59765">49.469999999999999</cx:pt>
          <cx:pt idx="59766">139.94999999999999</cx:pt>
          <cx:pt idx="59767">71.969999999999999</cx:pt>
          <cx:pt idx="59768">6.6100000000000003</cx:pt>
          <cx:pt idx="59769">41.490000000000002</cx:pt>
          <cx:pt idx="59770">239.91999999999999</cx:pt>
          <cx:pt idx="59771">83.969999999999999</cx:pt>
          <cx:pt idx="59772">53.979999999999997</cx:pt>
          <cx:pt idx="59773">115.95999999999999</cx:pt>
          <cx:pt idx="59774">55.979999999999997</cx:pt>
          <cx:pt idx="59775">54.990000000000002</cx:pt>
          <cx:pt idx="59776">111.95999999999999</cx:pt>
          <cx:pt idx="59777">65.989999999999995</cx:pt>
          <cx:pt idx="59778">85.469999999999999</cx:pt>
          <cx:pt idx="59779">59.950000000000003</cx:pt>
          <cx:pt idx="59780">77.969999999999999</cx:pt>
          <cx:pt idx="59781">55.979999999999997</cx:pt>
          <cx:pt idx="59782">69.989999999999995</cx:pt>
          <cx:pt idx="59783">59.979999999999997</cx:pt>
          <cx:pt idx="59784">82.930000000000007</cx:pt>
          <cx:pt idx="59785">83.969999999999999</cx:pt>
          <cx:pt idx="59786">46.289999999999999</cx:pt>
          <cx:pt idx="59787">16.489999999999998</cx:pt>
          <cx:pt idx="59788">59.960000000000001</cx:pt>
          <cx:pt idx="59789">95.959999999999994</cx:pt>
          <cx:pt idx="59790">209.62</cx:pt>
          <cx:pt idx="59791">66.980000000000004</cx:pt>
          <cx:pt idx="59792">111.28</cx:pt>
          <cx:pt idx="59793">69.950000000000003</cx:pt>
          <cx:pt idx="59794">159.96000000000001</cx:pt>
          <cx:pt idx="59795">84.569999999999993</cx:pt>
          <cx:pt idx="59796">55.979999999999997</cx:pt>
          <cx:pt idx="59797">31.48</cx:pt>
          <cx:pt idx="59798">64.969999999999999</cx:pt>
          <cx:pt idx="59799">72.969999999999999</cx:pt>
          <cx:pt idx="59800">80.969999999999999</cx:pt>
          <cx:pt idx="59801">83.969999999999999</cx:pt>
          <cx:pt idx="59802">51.979999999999997</cx:pt>
          <cx:pt idx="59803">81.670000000000002</cx:pt>
          <cx:pt idx="59804">59.979999999999997</cx:pt>
          <cx:pt idx="59805">120.97</cx:pt>
          <cx:pt idx="59806">55.979999999999997</cx:pt>
          <cx:pt idx="59807">74.950000000000003</cx:pt>
          <cx:pt idx="59808">163.77000000000001</cx:pt>
          <cx:pt idx="59809">79.980000000000004</cx:pt>
          <cx:pt idx="59810">107.92</cx:pt>
          <cx:pt idx="59811">195.93000000000001</cx:pt>
          <cx:pt idx="59812">33.479999999999997</cx:pt>
          <cx:pt idx="59813">65.989999999999995</cx:pt>
          <cx:pt idx="59814">31.489999999999998</cx:pt>
          <cx:pt idx="59815">54.579999999999998</cx:pt>
          <cx:pt idx="59816">59.979999999999997</cx:pt>
          <cx:pt idx="59817">85.469999999999999</cx:pt>
          <cx:pt idx="59818">127.95999999999999</cx:pt>
          <cx:pt idx="59819">105.98</cx:pt>
          <cx:pt idx="59820">76.480000000000004</cx:pt>
          <cx:pt idx="59821">119.95999999999999</cx:pt>
          <cx:pt idx="59822">16.920000000000002</cx:pt>
          <cx:pt idx="59823">56.969999999999999</cx:pt>
          <cx:pt idx="59824">77.969999999999999</cx:pt>
          <cx:pt idx="59825">57.979999999999997</cx:pt>
          <cx:pt idx="59826">154.77000000000001</cx:pt>
          <cx:pt idx="59827">59.979999999999997</cx:pt>
          <cx:pt idx="59828">55.979999999999997</cx:pt>
          <cx:pt idx="59829">63.579999999999998</cx:pt>
          <cx:pt idx="59830">137.44</cx:pt>
          <cx:pt idx="59831">59.990000000000002</cx:pt>
          <cx:pt idx="59832">96.780000000000001</cx:pt>
          <cx:pt idx="59833">55.979999999999997</cx:pt>
          <cx:pt idx="59834">59.979999999999997</cx:pt>
          <cx:pt idx="59835">21.489999999999998</cx:pt>
          <cx:pt idx="59836">60.979999999999997</cx:pt>
          <cx:pt idx="59837">233.91999999999999</cx:pt>
          <cx:pt idx="59838">55.979999999999997</cx:pt>
          <cx:pt idx="59839">199.94999999999999</cx:pt>
          <cx:pt idx="59840">85.5</cx:pt>
          <cx:pt idx="59841">71.969999999999999</cx:pt>
          <cx:pt idx="59842">83.670000000000002</cx:pt>
          <cx:pt idx="59843">83.969999999999999</cx:pt>
          <cx:pt idx="59844">116.95</cx:pt>
          <cx:pt idx="59845">125.93000000000001</cx:pt>
          <cx:pt idx="59846">67.980000000000004</cx:pt>
          <cx:pt idx="59847">59.979999999999997</cx:pt>
          <cx:pt idx="59848">85.969999999999999</cx:pt>
          <cx:pt idx="59849">54.979999999999997</cx:pt>
          <cx:pt idx="59850">84.980000000000004</cx:pt>
          <cx:pt idx="59851">81.239999999999995</cx:pt>
          <cx:pt idx="59852">46.090000000000003</cx:pt>
          <cx:pt idx="59853">50.380000000000003</cx:pt>
          <cx:pt idx="59854">143.05000000000001</cx:pt>
          <cx:pt idx="59855">29.280000000000001</cx:pt>
          <cx:pt idx="59856">149.94999999999999</cx:pt>
          <cx:pt idx="59857">55.390000000000001</cx:pt>
          <cx:pt idx="59858">33.960000000000001</cx:pt>
          <cx:pt idx="59859">55.979999999999997</cx:pt>
          <cx:pt idx="59860">55.979999999999997</cx:pt>
          <cx:pt idx="59861">63.579999999999998</cx:pt>
          <cx:pt idx="59862">55.390000000000001</cx:pt>
          <cx:pt idx="59863">69.950000000000003</cx:pt>
          <cx:pt idx="59864">126.29000000000001</cx:pt>
          <cx:pt idx="59865">55.979999999999997</cx:pt>
          <cx:pt idx="59866">120.95</cx:pt>
          <cx:pt idx="59867">218.59999999999999</cx:pt>
          <cx:pt idx="59868">111.95999999999999</cx:pt>
          <cx:pt idx="59869">59.990000000000002</cx:pt>
          <cx:pt idx="59870">31.48</cx:pt>
          <cx:pt idx="59871">27.489999999999998</cx:pt>
          <cx:pt idx="59872">53.969999999999999</cx:pt>
          <cx:pt idx="59873">143.86000000000001</cx:pt>
          <cx:pt idx="59874">51.289999999999999</cx:pt>
          <cx:pt idx="59875">75.379999999999995</cx:pt>
          <cx:pt idx="59876">53.979999999999997</cx:pt>
          <cx:pt idx="59877">59.979999999999997</cx:pt>
          <cx:pt idx="59878">65.989999999999995</cx:pt>
          <cx:pt idx="59879">209.93000000000001</cx:pt>
          <cx:pt idx="59880">119.95999999999999</cx:pt>
          <cx:pt idx="59881">66.530000000000001</cx:pt>
          <cx:pt idx="59882">105.98</cx:pt>
          <cx:pt idx="59883">102.81</cx:pt>
          <cx:pt idx="59884">77.969999999999999</cx:pt>
          <cx:pt idx="59885">31.289999999999999</cx:pt>
          <cx:pt idx="59886">73.790000000000006</cx:pt>
          <cx:pt idx="59887">19.289999999999999</cx:pt>
          <cx:pt idx="59888">13.27</cx:pt>
          <cx:pt idx="59889">119.95</cx:pt>
          <cx:pt idx="59890">16.489999999999998</cx:pt>
          <cx:pt idx="59891">55.390000000000001</cx:pt>
          <cx:pt idx="59892">76.209999999999994</cx:pt>
          <cx:pt idx="59893">131.97999999999999</cx:pt>
          <cx:pt idx="59894">207.91999999999999</cx:pt>
          <cx:pt idx="59895">79.980000000000004</cx:pt>
          <cx:pt idx="59896">59.990000000000002</cx:pt>
          <cx:pt idx="59897">59.979999999999997</cx:pt>
          <cx:pt idx="59898">24.890000000000001</cx:pt>
          <cx:pt idx="59899">106.97</cx:pt>
          <cx:pt idx="59900">59.990000000000002</cx:pt>
          <cx:pt idx="59901">55.979999999999997</cx:pt>
          <cx:pt idx="59902">117.95999999999999</cx:pt>
          <cx:pt idx="59903">108.88</cx:pt>
          <cx:pt idx="59904">77.969999999999999</cx:pt>
          <cx:pt idx="59905">107.97</cx:pt>
          <cx:pt idx="59906">79.989999999999995</cx:pt>
          <cx:pt idx="59907">26.48</cx:pt>
          <cx:pt idx="59908">103.95999999999999</cx:pt>
          <cx:pt idx="59909">73.790000000000006</cx:pt>
          <cx:pt idx="59910">55.979999999999997</cx:pt>
          <cx:pt idx="59911">99.969999999999999</cx:pt>
          <cx:pt idx="59912">135.94999999999999</cx:pt>
          <cx:pt idx="59913">59.390000000000001</cx:pt>
          <cx:pt idx="59914">55.979999999999997</cx:pt>
          <cx:pt idx="59915">167.03999999999999</cx:pt>
          <cx:pt idx="59916">59.950000000000003</cx:pt>
          <cx:pt idx="59917">31.489999999999998</cx:pt>
          <cx:pt idx="59918">251.49000000000001</cx:pt>
          <cx:pt idx="59919">84.980000000000004</cx:pt>
          <cx:pt idx="59920">101.86</cx:pt>
          <cx:pt idx="59921">60.710000000000001</cx:pt>
          <cx:pt idx="59922">77.969999999999999</cx:pt>
          <cx:pt idx="59923">90.689999999999998</cx:pt>
          <cx:pt idx="59924">65.989999999999995</cx:pt>
          <cx:pt idx="59925">73.469999999999999</cx:pt>
          <cx:pt idx="59926">87.870000000000005</cx:pt>
          <cx:pt idx="59927">60.990000000000002</cx:pt>
          <cx:pt idx="59928">125.37</cx:pt>
          <cx:pt idx="59929">65.989999999999995</cx:pt>
          <cx:pt idx="59930">83.969999999999999</cx:pt>
          <cx:pt idx="59931">47.479999999999997</cx:pt>
          <cx:pt idx="59932">-24.18</cx:pt>
          <cx:pt idx="59933">119.95999999999999</cx:pt>
          <cx:pt idx="59934">59.979999999999997</cx:pt>
          <cx:pt idx="59935">159.69999999999999</cx:pt>
          <cx:pt idx="59936">23.09</cx:pt>
          <cx:pt idx="59937">59.979999999999997</cx:pt>
          <cx:pt idx="59938">55.979999999999997</cx:pt>
          <cx:pt idx="59939">103.95999999999999</cx:pt>
          <cx:pt idx="59940">25.489999999999998</cx:pt>
          <cx:pt idx="59941">64.959999999999994</cx:pt>
          <cx:pt idx="59942">51.979999999999997</cx:pt>
          <cx:pt idx="59943">121.98</cx:pt>
          <cx:pt idx="59944">65.969999999999999</cx:pt>
          <cx:pt idx="59945">79.980000000000004</cx:pt>
          <cx:pt idx="59946">55.979999999999997</cx:pt>
          <cx:pt idx="59947">106.97</cx:pt>
          <cx:pt idx="59948">47.969999999999999</cx:pt>
          <cx:pt idx="59949">59.979999999999997</cx:pt>
          <cx:pt idx="59950">31.489999999999998</cx:pt>
          <cx:pt idx="59951">119.95999999999999</cx:pt>
          <cx:pt idx="59952">59.979999999999997</cx:pt>
          <cx:pt idx="59953">114.91</cx:pt>
          <cx:pt idx="59954">84.939999999999998</cx:pt>
          <cx:pt idx="59955">83.969999999999999</cx:pt>
          <cx:pt idx="59956">83.969999999999999</cx:pt>
          <cx:pt idx="59957">155.94</cx:pt>
          <cx:pt idx="59958">53.969999999999999</cx:pt>
          <cx:pt idx="59959">145.16</cx:pt>
          <cx:pt idx="59960">203.44999999999999</cx:pt>
          <cx:pt idx="59961">14.49</cx:pt>
          <cx:pt idx="59962">79.849999999999994</cx:pt>
          <cx:pt idx="59963">229.81999999999999</cx:pt>
          <cx:pt idx="59964">119.95999999999999</cx:pt>
          <cx:pt idx="59965">65.989999999999995</cx:pt>
          <cx:pt idx="59966">92.959999999999994</cx:pt>
          <cx:pt idx="59967">61.960000000000001</cx:pt>
          <cx:pt idx="59968">53.979999999999997</cx:pt>
          <cx:pt idx="59969">55.979999999999997</cx:pt>
          <cx:pt idx="59970">89.969999999999999</cx:pt>
          <cx:pt idx="59971">52.969999999999999</cx:pt>
          <cx:pt idx="59972">129.90000000000001</cx:pt>
          <cx:pt idx="59973">143.36000000000001</cx:pt>
          <cx:pt idx="59974">86.969999999999999</cx:pt>
          <cx:pt idx="59975">14.94</cx:pt>
          <cx:pt idx="59976">59.969999999999999</cx:pt>
          <cx:pt idx="59977">129.94999999999999</cx:pt>
          <cx:pt idx="59978">117.55</cx:pt>
          <cx:pt idx="59979">51.979999999999997</cx:pt>
          <cx:pt idx="59980">36.039999999999999</cx:pt>
          <cx:pt idx="59981">206.93000000000001</cx:pt>
          <cx:pt idx="59982">83.969999999999999</cx:pt>
          <cx:pt idx="59983">111.95999999999999</cx:pt>
          <cx:pt idx="59984">54.689999999999998</cx:pt>
          <cx:pt idx="59985">133.83000000000001</cx:pt>
          <cx:pt idx="59986">31.489999999999998</cx:pt>
          <cx:pt idx="59987">123.95999999999999</cx:pt>
          <cx:pt idx="59988">197.97</cx:pt>
          <cx:pt idx="59989">59.390000000000001</cx:pt>
          <cx:pt idx="59990">110.95</cx:pt>
          <cx:pt idx="59991">263.95999999999998</cx:pt>
          <cx:pt idx="59992">53.969999999999999</cx:pt>
          <cx:pt idx="59993">55.979999999999997</cx:pt>
          <cx:pt idx="59994">135.96000000000001</cx:pt>
          <cx:pt idx="59995">121.97</cx:pt>
          <cx:pt idx="59996">129.94999999999999</cx:pt>
          <cx:pt idx="59997">242.94999999999999</cx:pt>
          <cx:pt idx="59998">63.299999999999997</cx:pt>
          <cx:pt idx="59999">65.989999999999995</cx:pt>
          <cx:pt idx="60000">29.239999999999998</cx:pt>
          <cx:pt idx="60001">83.480000000000004</cx:pt>
          <cx:pt idx="60002">50.979999999999997</cx:pt>
          <cx:pt idx="60003">26.989999999999998</cx:pt>
          <cx:pt idx="60004">55.979999999999997</cx:pt>
          <cx:pt idx="60005">197.97</cx:pt>
          <cx:pt idx="60006">103.95999999999999</cx:pt>
          <cx:pt idx="60007">107.95999999999999</cx:pt>
          <cx:pt idx="60008">68.959999999999994</cx:pt>
          <cx:pt idx="60009">131.97999999999999</cx:pt>
          <cx:pt idx="60010">74.980000000000004</cx:pt>
          <cx:pt idx="60011">157.24000000000001</cx:pt>
          <cx:pt idx="60012">68.930000000000007</cx:pt>
          <cx:pt idx="60013">74.980000000000004</cx:pt>
          <cx:pt idx="60014">114.89</cx:pt>
          <cx:pt idx="60015">197.93000000000001</cx:pt>
          <cx:pt idx="60016">29.489999999999998</cx:pt>
          <cx:pt idx="60017">55.979999999999997</cx:pt>
          <cx:pt idx="60018">54.979999999999997</cx:pt>
          <cx:pt idx="60019">28.289999999999999</cx:pt>
          <cx:pt idx="60020">106.97</cx:pt>
          <cx:pt idx="60021">114.89</cx:pt>
          <cx:pt idx="60022">59.960000000000001</cx:pt>
          <cx:pt idx="60023">89.969999999999999</cx:pt>
          <cx:pt idx="60024">47.479999999999997</cx:pt>
          <cx:pt idx="60025">57.479999999999997</cx:pt>
          <cx:pt idx="60026">50.469999999999999</cx:pt>
          <cx:pt idx="60027">16.09</cx:pt>
          <cx:pt idx="60028">103.95999999999999</cx:pt>
          <cx:pt idx="60029">131.97999999999999</cx:pt>
          <cx:pt idx="60030">55.979999999999997</cx:pt>
          <cx:pt idx="60031">105.98</cx:pt>
          <cx:pt idx="60032">69.980000000000004</cx:pt>
          <cx:pt idx="60033">59.979999999999997</cx:pt>
          <cx:pt idx="60034">55.979999999999997</cx:pt>
          <cx:pt idx="60035">79.980000000000004</cx:pt>
          <cx:pt idx="60036">94.950000000000003</cx:pt>
          <cx:pt idx="60037">179.94</cx:pt>
          <cx:pt idx="60038">476.91000000000003</cx:pt>
          <cx:pt idx="60039">72.480000000000004</cx:pt>
          <cx:pt idx="60040">75.980000000000004</cx:pt>
          <cx:pt idx="60041">50.359999999999999</cx:pt>
          <cx:pt idx="60042">13.49</cx:pt>
          <cx:pt idx="60043">59.979999999999997</cx:pt>
          <cx:pt idx="60044">-4.9900000000000002</cx:pt>
          <cx:pt idx="60045">16.289999999999999</cx:pt>
          <cx:pt idx="60046">233.91</cx:pt>
          <cx:pt idx="60047">72.590000000000003</cx:pt>
          <cx:pt idx="60048">59.990000000000002</cx:pt>
          <cx:pt idx="60049">55.979999999999997</cx:pt>
          <cx:pt idx="60050">55.979999999999997</cx:pt>
          <cx:pt idx="60051">70.980000000000004</cx:pt>
          <cx:pt idx="60052">143.94</cx:pt>
          <cx:pt idx="60053">129.94999999999999</cx:pt>
          <cx:pt idx="60054">49.57</cx:pt>
          <cx:pt idx="60055">76.569999999999993</cx:pt>
          <cx:pt idx="60056">130.61000000000001</cx:pt>
          <cx:pt idx="60057">92.969999999999999</cx:pt>
          <cx:pt idx="60058">55.979999999999997</cx:pt>
          <cx:pt idx="60059">53.969999999999999</cx:pt>
          <cx:pt idx="60060">36.490000000000002</cx:pt>
          <cx:pt idx="60061">41.490000000000002</cx:pt>
          <cx:pt idx="60062">56.969999999999999</cx:pt>
          <cx:pt idx="60063">64.549999999999997</cx:pt>
          <cx:pt idx="60064">89.969999999999999</cx:pt>
          <cx:pt idx="60065">46.289999999999999</cx:pt>
          <cx:pt idx="60066">79.980000000000004</cx:pt>
          <cx:pt idx="60067">53.979999999999997</cx:pt>
          <cx:pt idx="60068">19.489999999999998</cx:pt>
          <cx:pt idx="60069">67.019999999999996</cx:pt>
          <cx:pt idx="60070">119.95999999999999</cx:pt>
          <cx:pt idx="60071">119.95999999999999</cx:pt>
          <cx:pt idx="60072">72.879999999999995</cx:pt>
          <cx:pt idx="60073">121.98</cx:pt>
          <cx:pt idx="60074">42.869999999999997</cx:pt>
          <cx:pt idx="60075">33.859999999999999</cx:pt>
          <cx:pt idx="60076">59.979999999999997</cx:pt>
          <cx:pt idx="60077">24.18</cx:pt>
          <cx:pt idx="60078">79.980000000000004</cx:pt>
          <cx:pt idx="60079">111.95999999999999</cx:pt>
          <cx:pt idx="60080">58.979999999999997</cx:pt>
          <cx:pt idx="60081">91.840000000000003</cx:pt>
          <cx:pt idx="60082">53.969999999999999</cx:pt>
          <cx:pt idx="60083">50.380000000000003</cx:pt>
          <cx:pt idx="60084">225.94999999999999</cx:pt>
          <cx:pt idx="60085">197.97</cx:pt>
          <cx:pt idx="60086">55.979999999999997</cx:pt>
          <cx:pt idx="60087">211.93000000000001</cx:pt>
          <cx:pt idx="60088">80.980000000000004</cx:pt>
          <cx:pt idx="60089">54.969999999999999</cx:pt>
          <cx:pt idx="60090">54.479999999999997</cx:pt>
          <cx:pt idx="60091">296.97000000000003</cx:pt>
          <cx:pt idx="60092">97.939999999999998</cx:pt>
          <cx:pt idx="60093">79.980000000000004</cx:pt>
          <cx:pt idx="60094">143.94</cx:pt>
          <cx:pt idx="60095">36.479999999999997</cx:pt>
          <cx:pt idx="60096">66.25</cx:pt>
          <cx:pt idx="60097">59.979999999999997</cx:pt>
          <cx:pt idx="60098">41.289999999999999</cx:pt>
          <cx:pt idx="60099">49.590000000000003</cx:pt>
          <cx:pt idx="60100">45.469999999999999</cx:pt>
          <cx:pt idx="60101">65.989999999999995</cx:pt>
          <cx:pt idx="60102">51.460000000000001</cx:pt>
          <cx:pt idx="60103">72.560000000000002</cx:pt>
          <cx:pt idx="60104">89.969999999999999</cx:pt>
          <cx:pt idx="60105">219.96000000000001</cx:pt>
          <cx:pt idx="60106">155.94</cx:pt>
          <cx:pt idx="60107">64.950000000000003</cx:pt>
          <cx:pt idx="60108">46.939999999999998</cx:pt>
          <cx:pt idx="60109">87.989999999999995</cx:pt>
          <cx:pt idx="60110">80.980000000000004</cx:pt>
          <cx:pt idx="60111">59.979999999999997</cx:pt>
          <cx:pt idx="60112">83.959999999999994</cx:pt>
          <cx:pt idx="60113">93.959999999999994</cx:pt>
          <cx:pt idx="60114">89.969999999999999</cx:pt>
          <cx:pt idx="60115">347.98000000000002</cx:pt>
          <cx:pt idx="60116">57.969999999999999</cx:pt>
          <cx:pt idx="60117">225.38999999999999</cx:pt>
          <cx:pt idx="60118">57.700000000000003</cx:pt>
          <cx:pt idx="60119">65.989999999999995</cx:pt>
          <cx:pt idx="60120">-121.98</cx:pt>
          <cx:pt idx="60121">55.979999999999997</cx:pt>
          <cx:pt idx="60122">131.97999999999999</cx:pt>
          <cx:pt idx="60123">73.469999999999999</cx:pt>
          <cx:pt idx="60124">51.979999999999997</cx:pt>
          <cx:pt idx="60125">133.05000000000001</cx:pt>
          <cx:pt idx="60126">69.670000000000002</cx:pt>
          <cx:pt idx="60127">-46.939999999999998</cx:pt>
          <cx:pt idx="60128">21.289999999999999</cx:pt>
          <cx:pt idx="60129">51.979999999999997</cx:pt>
          <cx:pt idx="60130">51.979999999999997</cx:pt>
          <cx:pt idx="60131">224.03</cx:pt>
          <cx:pt idx="60132">147.53999999999999</cx:pt>
          <cx:pt idx="60133">61.159999999999997</cx:pt>
          <cx:pt idx="60134">129.19999999999999</cx:pt>
          <cx:pt idx="60135">115.95999999999999</cx:pt>
          <cx:pt idx="60136">49.990000000000002</cx:pt>
          <cx:pt idx="60137">149.97</cx:pt>
          <cx:pt idx="60138">52.969999999999999</cx:pt>
          <cx:pt idx="60139">59.979999999999997</cx:pt>
          <cx:pt idx="60140">64.769999999999996</cx:pt>
          <cx:pt idx="60141">79.950000000000003</cx:pt>
          <cx:pt idx="60142">55.979999999999997</cx:pt>
          <cx:pt idx="60143">49.210000000000001</cx:pt>
          <cx:pt idx="60144">55.979999999999997</cx:pt>
          <cx:pt idx="60145">89.969999999999999</cx:pt>
          <cx:pt idx="60146">224.37</cx:pt>
          <cx:pt idx="60147">117.95999999999999</cx:pt>
          <cx:pt idx="60148">16.489999999999998</cx:pt>
          <cx:pt idx="60149">193.55000000000001</cx:pt>
          <cx:pt idx="60150">123.47</cx:pt>
          <cx:pt idx="60151">16.289999999999999</cx:pt>
          <cx:pt idx="60152">61.960000000000001</cx:pt>
          <cx:pt idx="60153">28.489999999999998</cx:pt>
          <cx:pt idx="60154">209.27000000000001</cx:pt>
          <cx:pt idx="60155">54.579999999999998</cx:pt>
          <cx:pt idx="60156">50.68</cx:pt>
          <cx:pt idx="60157">149.94999999999999</cx:pt>
          <cx:pt idx="60158">326.31999999999999</cx:pt>
          <cx:pt idx="60159">141.44999999999999</cx:pt>
          <cx:pt idx="60160">67.069999999999993</cx:pt>
          <cx:pt idx="60161">52.969999999999999</cx:pt>
          <cx:pt idx="60162">59.979999999999997</cx:pt>
          <cx:pt idx="60163">59.979999999999997</cx:pt>
          <cx:pt idx="60164">51.990000000000002</cx:pt>
          <cx:pt idx="60165">55.979999999999997</cx:pt>
          <cx:pt idx="60166">19.09</cx:pt>
          <cx:pt idx="60167">65.989999999999995</cx:pt>
          <cx:pt idx="60168">31.489999999999998</cx:pt>
          <cx:pt idx="60169">57.479999999999997</cx:pt>
          <cx:pt idx="60170">61.689999999999998</cx:pt>
          <cx:pt idx="60171">78.969999999999999</cx:pt>
          <cx:pt idx="60172">61.640000000000001</cx:pt>
          <cx:pt idx="60173">145.15000000000001</cx:pt>
          <cx:pt idx="60174">59.979999999999997</cx:pt>
          <cx:pt idx="60175">65.989999999999995</cx:pt>
          <cx:pt idx="60176">111.95999999999999</cx:pt>
          <cx:pt idx="60177">51.979999999999997</cx:pt>
          <cx:pt idx="60178">111.95999999999999</cx:pt>
          <cx:pt idx="60179">143.96000000000001</cx:pt>
          <cx:pt idx="60180">79.980000000000004</cx:pt>
          <cx:pt idx="60181">34.990000000000002</cx:pt>
          <cx:pt idx="60182">49.590000000000003</cx:pt>
          <cx:pt idx="60183">111.95999999999999</cx:pt>
          <cx:pt idx="60184">57.979999999999997</cx:pt>
          <cx:pt idx="60185">135.47</cx:pt>
          <cx:pt idx="60186">61.979999999999997</cx:pt>
          <cx:pt idx="60187">31.489999999999998</cx:pt>
          <cx:pt idx="60188">148.81</cx:pt>
          <cx:pt idx="60189">119.95999999999999</cx:pt>
          <cx:pt idx="60190">77.969999999999999</cx:pt>
          <cx:pt idx="60191">77.980000000000004</cx:pt>
          <cx:pt idx="60192">89.950000000000003</cx:pt>
          <cx:pt idx="60193">79.980000000000004</cx:pt>
          <cx:pt idx="60194">49.990000000000002</cx:pt>
          <cx:pt idx="60195">140.36000000000001</cx:pt>
          <cx:pt idx="60196">66.530000000000001</cx:pt>
          <cx:pt idx="60197">55.479999999999997</cx:pt>
          <cx:pt idx="60198">105.94</cx:pt>
          <cx:pt idx="60199">106.97</cx:pt>
          <cx:pt idx="60200">118.54000000000001</cx:pt>
          <cx:pt idx="60201">146.96000000000001</cx:pt>
          <cx:pt idx="60202">83.969999999999999</cx:pt>
          <cx:pt idx="60203">79.980000000000004</cx:pt>
          <cx:pt idx="60204">55.390000000000001</cx:pt>
          <cx:pt idx="60205">66.530000000000001</cx:pt>
          <cx:pt idx="60206">59.979999999999997</cx:pt>
          <cx:pt idx="60207">-1.5</cx:pt>
          <cx:pt idx="60208">32.630000000000003</cx:pt>
          <cx:pt idx="60209">49.479999999999997</cx:pt>
          <cx:pt idx="60210">54.979999999999997</cx:pt>
          <cx:pt idx="60211">61.689999999999998</cx:pt>
          <cx:pt idx="60212">114.97</cx:pt>
          <cx:pt idx="60213">101.59999999999999</cx:pt>
          <cx:pt idx="60214">185.94999999999999</cx:pt>
          <cx:pt idx="60215">59.990000000000002</cx:pt>
          <cx:pt idx="60216">55.979999999999997</cx:pt>
          <cx:pt idx="60217">107.94</cx:pt>
          <cx:pt idx="60218">50.450000000000003</cx:pt>
          <cx:pt idx="60219">175.44999999999999</cx:pt>
          <cx:pt idx="60220">244.31999999999999</cx:pt>
          <cx:pt idx="60221">119.43000000000001</cx:pt>
          <cx:pt idx="60222">56.340000000000003</cx:pt>
          <cx:pt idx="60223">51.979999999999997</cx:pt>
          <cx:pt idx="60224">107.95999999999999</cx:pt>
          <cx:pt idx="60225">65.510000000000005</cx:pt>
          <cx:pt idx="60226">37.490000000000002</cx:pt>
          <cx:pt idx="60227">134.97</cx:pt>
          <cx:pt idx="60228">80.969999999999999</cx:pt>
          <cx:pt idx="60229">55.979999999999997</cx:pt>
          <cx:pt idx="60230">206.94999999999999</cx:pt>
          <cx:pt idx="60231">149.94999999999999</cx:pt>
          <cx:pt idx="60232">33.479999999999997</cx:pt>
          <cx:pt idx="60233">111.95999999999999</cx:pt>
          <cx:pt idx="60234">77.980000000000004</cx:pt>
          <cx:pt idx="60235">59.990000000000002</cx:pt>
          <cx:pt idx="60236">-111.92</cx:pt>
          <cx:pt idx="60237">51.979999999999997</cx:pt>
          <cx:pt idx="60238">107.95999999999999</cx:pt>
          <cx:pt idx="60239">105.98</cx:pt>
          <cx:pt idx="60240">65.989999999999995</cx:pt>
          <cx:pt idx="60241">64.980000000000004</cx:pt>
          <cx:pt idx="60242">95.939999999999998</cx:pt>
          <cx:pt idx="60243">50.380000000000003</cx:pt>
          <cx:pt idx="60244">65.989999999999995</cx:pt>
          <cx:pt idx="60245">59.979999999999997</cx:pt>
          <cx:pt idx="60246">53.979999999999997</cx:pt>
          <cx:pt idx="60247">41.289999999999999</cx:pt>
          <cx:pt idx="60248">77.959999999999994</cx:pt>
          <cx:pt idx="60249">89.969999999999999</cx:pt>
          <cx:pt idx="60250">109.95</cx:pt>
          <cx:pt idx="60251">204.94999999999999</cx:pt>
          <cx:pt idx="60252">74.980000000000004</cx:pt>
          <cx:pt idx="60253">82.969999999999999</cx:pt>
          <cx:pt idx="60254">51.979999999999997</cx:pt>
          <cx:pt idx="60255">71.959999999999994</cx:pt>
          <cx:pt idx="60256">27.98</cx:pt>
          <cx:pt idx="60257">89.969999999999999</cx:pt>
          <cx:pt idx="60258">50.969999999999999</cx:pt>
          <cx:pt idx="60259">121.98</cx:pt>
          <cx:pt idx="60260">67.719999999999999</cx:pt>
          <cx:pt idx="60261">55.979999999999997</cx:pt>
          <cx:pt idx="60262">271.95999999999998</cx:pt>
          <cx:pt idx="60263">28.489999999999998</cx:pt>
          <cx:pt idx="60264">55.979999999999997</cx:pt>
          <cx:pt idx="60265">69.959999999999994</cx:pt>
          <cx:pt idx="60266">53.979999999999997</cx:pt>
          <cx:pt idx="60267">175.97</cx:pt>
          <cx:pt idx="60268">51.979999999999997</cx:pt>
          <cx:pt idx="60269">65.989999999999995</cx:pt>
          <cx:pt idx="60270">93.959999999999994</cx:pt>
          <cx:pt idx="60271">259.89999999999998</cx:pt>
          <cx:pt idx="60272">139.46000000000001</cx:pt>
          <cx:pt idx="60273">209.94</cx:pt>
          <cx:pt idx="60274">55.979999999999997</cx:pt>
          <cx:pt idx="60275">53.979999999999997</cx:pt>
          <cx:pt idx="60276">137.97</cx:pt>
          <cx:pt idx="60277">69.980000000000004</cx:pt>
          <cx:pt idx="60278">80.969999999999999</cx:pt>
          <cx:pt idx="60279">53.960000000000001</cx:pt>
          <cx:pt idx="60280">89.129999999999995</cx:pt>
          <cx:pt idx="60281">31.489999999999998</cx:pt>
          <cx:pt idx="60282">57.979999999999997</cx:pt>
          <cx:pt idx="60283">236.43000000000001</cx:pt>
          <cx:pt idx="60284">33.479999999999997</cx:pt>
          <cx:pt idx="60285">59.979999999999997</cx:pt>
          <cx:pt idx="60286">39.479999999999997</cx:pt>
          <cx:pt idx="60287">18.129999999999999</cx:pt>
          <cx:pt idx="60288">113.95999999999999</cx:pt>
          <cx:pt idx="60289">41.280000000000001</cx:pt>
          <cx:pt idx="60290">89.969999999999999</cx:pt>
          <cx:pt idx="60291">79.950000000000003</cx:pt>
          <cx:pt idx="60292">16.489999999999998</cx:pt>
          <cx:pt idx="60293">59.979999999999997</cx:pt>
          <cx:pt idx="60294">55.979999999999997</cx:pt>
          <cx:pt idx="60295">67.969999999999999</cx:pt>
          <cx:pt idx="60296">145.97</cx:pt>
          <cx:pt idx="60297">37.490000000000002</cx:pt>
          <cx:pt idx="60298">149.94999999999999</cx:pt>
          <cx:pt idx="60299">52.969999999999999</cx:pt>
          <cx:pt idx="60300">53.979999999999997</cx:pt>
          <cx:pt idx="60301">59.979999999999997</cx:pt>
          <cx:pt idx="60302">75.959999999999994</cx:pt>
          <cx:pt idx="60303">48.579999999999998</cx:pt>
          <cx:pt idx="60304">195.94999999999999</cx:pt>
          <cx:pt idx="60305">129.43000000000001</cx:pt>
          <cx:pt idx="60306">14.49</cx:pt>
          <cx:pt idx="60307">163.06999999999999</cx:pt>
          <cx:pt idx="60308">66.980000000000004</cx:pt>
          <cx:pt idx="60309">59.979999999999997</cx:pt>
          <cx:pt idx="60310">40.490000000000002</cx:pt>
          <cx:pt idx="60311">59.979999999999997</cx:pt>
          <cx:pt idx="60312">65.989999999999995</cx:pt>
          <cx:pt idx="60313">93.450000000000003</cx:pt>
          <cx:pt idx="60314">50.490000000000002</cx:pt>
          <cx:pt idx="60315">55.979999999999997</cx:pt>
          <cx:pt idx="60316">53.960000000000001</cx:pt>
          <cx:pt idx="60317">87.959999999999994</cx:pt>
          <cx:pt idx="60318">103.95999999999999</cx:pt>
          <cx:pt idx="60319">59.390000000000001</cx:pt>
          <cx:pt idx="60320">83.969999999999999</cx:pt>
          <cx:pt idx="60321">-54.979999999999997</cx:pt>
          <cx:pt idx="60322">52.979999999999997</cx:pt>
          <cx:pt idx="60323">51.289999999999999</cx:pt>
          <cx:pt idx="60324">19.289999999999999</cx:pt>
          <cx:pt idx="60325">64.980000000000004</cx:pt>
          <cx:pt idx="60326">55.979999999999997</cx:pt>
          <cx:pt idx="60327">78.359999999999999</cx:pt>
          <cx:pt idx="60328">129.96000000000001</cx:pt>
          <cx:pt idx="60329">53.979999999999997</cx:pt>
          <cx:pt idx="60330">27.289999999999999</cx:pt>
          <cx:pt idx="60331">66.969999999999999</cx:pt>
          <cx:pt idx="60332">22.489999999999998</cx:pt>
          <cx:pt idx="60333">121.98</cx:pt>
          <cx:pt idx="60334">55.979999999999997</cx:pt>
          <cx:pt idx="60335">69.959999999999994</cx:pt>
          <cx:pt idx="60336">92.150000000000006</cx:pt>
          <cx:pt idx="60337">55.979999999999997</cx:pt>
          <cx:pt idx="60338">133.46000000000001</cx:pt>
          <cx:pt idx="60339">147.09999999999999</cx:pt>
          <cx:pt idx="60340">82.260000000000005</cx:pt>
          <cx:pt idx="60341">29.489999999999998</cx:pt>
          <cx:pt idx="60342">59.979999999999997</cx:pt>
          <cx:pt idx="60343">53.979999999999997</cx:pt>
          <cx:pt idx="60344">55.979999999999997</cx:pt>
          <cx:pt idx="60345">56.969999999999999</cx:pt>
          <cx:pt idx="60346">83.480000000000004</cx:pt>
          <cx:pt idx="60347">125.98</cx:pt>
          <cx:pt idx="60348">59.979999999999997</cx:pt>
          <cx:pt idx="60349">66.540000000000006</cx:pt>
          <cx:pt idx="60350">125.06</cx:pt>
          <cx:pt idx="60351">137.66</cx:pt>
          <cx:pt idx="60352">113.95999999999999</cx:pt>
          <cx:pt idx="60353">105.25</cx:pt>
          <cx:pt idx="60354">264.92000000000002</cx:pt>
          <cx:pt idx="60355">134.84999999999999</cx:pt>
          <cx:pt idx="60356">59.979999999999997</cx:pt>
          <cx:pt idx="60357">188.93000000000001</cx:pt>
          <cx:pt idx="60358">24.18</cx:pt>
          <cx:pt idx="60359">56.979999999999997</cx:pt>
          <cx:pt idx="60360">59.979999999999997</cx:pt>
          <cx:pt idx="60361">207.91999999999999</cx:pt>
          <cx:pt idx="60362">30.379999999999999</cx:pt>
          <cx:pt idx="60363">59.979999999999997</cx:pt>
          <cx:pt idx="60364">55.979999999999997</cx:pt>
          <cx:pt idx="60365">17.489999999999998</cx:pt>
          <cx:pt idx="60366">16.489999999999998</cx:pt>
          <cx:pt idx="60367">121.98</cx:pt>
          <cx:pt idx="60368">117.27</cx:pt>
          <cx:pt idx="60369">70.730000000000004</cx:pt>
          <cx:pt idx="60370">67.739999999999995</cx:pt>
          <cx:pt idx="60371">49.490000000000002</cx:pt>
          <cx:pt idx="60372">65.989999999999995</cx:pt>
          <cx:pt idx="60373">70.980000000000004</cx:pt>
          <cx:pt idx="60374">20.239999999999998</cx:pt>
          <cx:pt idx="60375">25.489999999999998</cx:pt>
          <cx:pt idx="60376">50.969999999999999</cx:pt>
          <cx:pt idx="60377">65.989999999999995</cx:pt>
          <cx:pt idx="60378">39.479999999999997</cx:pt>
          <cx:pt idx="60379">94.959999999999994</cx:pt>
          <cx:pt idx="60380">29.48</cx:pt>
          <cx:pt idx="60381">31.289999999999999</cx:pt>
          <cx:pt idx="60382">72.969999999999999</cx:pt>
          <cx:pt idx="60383">89.969999999999999</cx:pt>
          <cx:pt idx="60384">31.489999999999998</cx:pt>
          <cx:pt idx="60385">70.170000000000002</cx:pt>
          <cx:pt idx="60386">115.16</cx:pt>
          <cx:pt idx="60387">52.460000000000001</cx:pt>
          <cx:pt idx="60388">89.980000000000004</cx:pt>
          <cx:pt idx="60389">55.979999999999997</cx:pt>
          <cx:pt idx="60390">39.479999999999997</cx:pt>
          <cx:pt idx="60391">94.959999999999994</cx:pt>
          <cx:pt idx="60392">58.979999999999997</cx:pt>
          <cx:pt idx="60393">55.979999999999997</cx:pt>
          <cx:pt idx="60394">55.979999999999997</cx:pt>
          <cx:pt idx="60395">60.990000000000002</cx:pt>
          <cx:pt idx="60396">55.979999999999997</cx:pt>
          <cx:pt idx="60397">50.380000000000003</cx:pt>
          <cx:pt idx="60398">172.97</cx:pt>
          <cx:pt idx="60399">56.75</cx:pt>
          <cx:pt idx="60400">65.989999999999995</cx:pt>
          <cx:pt idx="60401">56.700000000000003</cx:pt>
          <cx:pt idx="60402">65.989999999999995</cx:pt>
          <cx:pt idx="60403">67.969999999999999</cx:pt>
          <cx:pt idx="60404">58.969999999999999</cx:pt>
          <cx:pt idx="60405">55.979999999999997</cx:pt>
          <cx:pt idx="60406">75.980000000000004</cx:pt>
          <cx:pt idx="60407">55.770000000000003</cx:pt>
          <cx:pt idx="60408">69.969999999999999</cx:pt>
          <cx:pt idx="60409">99.969999999999999</cx:pt>
          <cx:pt idx="60410">59.960000000000001</cx:pt>
          <cx:pt idx="60411">60.18</cx:pt>
          <cx:pt idx="60412">86.569999999999993</cx:pt>
          <cx:pt idx="60413">119.95999999999999</cx:pt>
          <cx:pt idx="60414">419.85000000000002</cx:pt>
          <cx:pt idx="60415">48.039999999999999</cx:pt>
          <cx:pt idx="60416">49.490000000000002</cx:pt>
          <cx:pt idx="60417">54.990000000000002</cx:pt>
          <cx:pt idx="60418">21.489999999999998</cx:pt>
          <cx:pt idx="60419">71.969999999999999</cx:pt>
          <cx:pt idx="60420">84.959999999999994</cx:pt>
          <cx:pt idx="60421">83.469999999999999</cx:pt>
          <cx:pt idx="60422">123.37</cx:pt>
          <cx:pt idx="60423">172.97</cx:pt>
          <cx:pt idx="60424">65.290000000000006</cx:pt>
          <cx:pt idx="60425">56.979999999999997</cx:pt>
          <cx:pt idx="60426">61.979999999999997</cx:pt>
          <cx:pt idx="60427">105.98</cx:pt>
          <cx:pt idx="60428">209.94</cx:pt>
          <cx:pt idx="60429">139.94999999999999</cx:pt>
          <cx:pt idx="60430">121.8</cx:pt>
          <cx:pt idx="60431">26.989999999999998</cx:pt>
          <cx:pt idx="60432">93.969999999999999</cx:pt>
          <cx:pt idx="60433">-57.979999999999997</cx:pt>
          <cx:pt idx="60434">83.969999999999999</cx:pt>
          <cx:pt idx="60435">54.990000000000002</cx:pt>
          <cx:pt idx="60436">223.91999999999999</cx:pt>
          <cx:pt idx="60437">71.989999999999995</cx:pt>
          <cx:pt idx="60438">99.900000000000006</cx:pt>
          <cx:pt idx="60439">59.390000000000001</cx:pt>
          <cx:pt idx="60440">77.969999999999999</cx:pt>
          <cx:pt idx="60441">-59.979999999999997</cx:pt>
          <cx:pt idx="60442">59.990000000000002</cx:pt>
          <cx:pt idx="60443">51.979999999999997</cx:pt>
          <cx:pt idx="60444">23.989999999999998</cx:pt>
          <cx:pt idx="60445">41.090000000000003</cx:pt>
          <cx:pt idx="60446">55.960000000000001</cx:pt>
          <cx:pt idx="60447">35</cx:pt>
          <cx:pt idx="60448">54.979999999999997</cx:pt>
          <cx:pt idx="60449">121.98</cx:pt>
          <cx:pt idx="60450">123.40000000000001</cx:pt>
          <cx:pt idx="60451">107.94</cx:pt>
          <cx:pt idx="60452">90.959999999999994</cx:pt>
          <cx:pt idx="60453">78.629999999999995</cx:pt>
          <cx:pt idx="60454">65.989999999999995</cx:pt>
          <cx:pt idx="60455">55.979999999999997</cx:pt>
          <cx:pt idx="60456">67.739999999999995</cx:pt>
          <cx:pt idx="60457">121.98</cx:pt>
          <cx:pt idx="60458">55.979999999999997</cx:pt>
          <cx:pt idx="60459">59.979999999999997</cx:pt>
          <cx:pt idx="60460">65.989999999999995</cx:pt>
          <cx:pt idx="60461">149.94</cx:pt>
          <cx:pt idx="60462">63.979999999999997</cx:pt>
          <cx:pt idx="60463">86.069999999999993</cx:pt>
          <cx:pt idx="60464">79.980000000000004</cx:pt>
          <cx:pt idx="60465">79.980000000000004</cx:pt>
          <cx:pt idx="60466">59.979999999999997</cx:pt>
          <cx:pt idx="60467">59.979999999999997</cx:pt>
          <cx:pt idx="60468">48.579999999999998</cx:pt>
          <cx:pt idx="60469">167.80000000000001</cx:pt>
          <cx:pt idx="60470">60.990000000000002</cx:pt>
          <cx:pt idx="60471">77.969999999999999</cx:pt>
          <cx:pt idx="60472">27.300000000000001</cx:pt>
          <cx:pt idx="60473">117.94</cx:pt>
          <cx:pt idx="60474">53.979999999999997</cx:pt>
          <cx:pt idx="60475">51.270000000000003</cx:pt>
          <cx:pt idx="60476">57.979999999999997</cx:pt>
          <cx:pt idx="60477">59.979999999999997</cx:pt>
          <cx:pt idx="60478">89.969999999999999</cx:pt>
          <cx:pt idx="60479">41.490000000000002</cx:pt>
          <cx:pt idx="60480">51.950000000000003</cx:pt>
          <cx:pt idx="60481">65.989999999999995</cx:pt>
          <cx:pt idx="60482">91.170000000000002</cx:pt>
          <cx:pt idx="60483">86.969999999999999</cx:pt>
          <cx:pt idx="60484">51.979999999999997</cx:pt>
          <cx:pt idx="60485">11.09</cx:pt>
          <cx:pt idx="60486">71.969999999999999</cx:pt>
          <cx:pt idx="60487">-31.48</cx:pt>
          <cx:pt idx="60488">117.97</cx:pt>
          <cx:pt idx="60489">54.990000000000002</cx:pt>
          <cx:pt idx="60490">-31.48</cx:pt>
          <cx:pt idx="60491">31.48</cx:pt>
          <cx:pt idx="60492">67.019999999999996</cx:pt>
          <cx:pt idx="60493">241.41999999999999</cx:pt>
          <cx:pt idx="60494">63.979999999999997</cx:pt>
          <cx:pt idx="60495">71.969999999999999</cx:pt>
          <cx:pt idx="60496">60.990000000000002</cx:pt>
          <cx:pt idx="60497">58.979999999999997</cx:pt>
          <cx:pt idx="60498">59.979999999999997</cx:pt>
          <cx:pt idx="60499">121.98</cx:pt>
          <cx:pt idx="60500">83.959999999999994</cx:pt>
          <cx:pt idx="60501">64.950000000000003</cx:pt>
          <cx:pt idx="60502">46.380000000000003</cx:pt>
          <cx:pt idx="60503">65.989999999999995</cx:pt>
          <cx:pt idx="60504">86.969999999999999</cx:pt>
          <cx:pt idx="60505">84.980000000000004</cx:pt>
          <cx:pt idx="60506">29.489999999999998</cx:pt>
          <cx:pt idx="60507">83.969999999999999</cx:pt>
          <cx:pt idx="60508">83.969999999999999</cx:pt>
          <cx:pt idx="60509">55.979999999999997</cx:pt>
          <cx:pt idx="60510">55.979999999999997</cx:pt>
          <cx:pt idx="60511">56.969999999999999</cx:pt>
          <cx:pt idx="60512">142.46000000000001</cx:pt>
          <cx:pt idx="60513">63.969999999999999</cx:pt>
          <cx:pt idx="60514">41.090000000000003</cx:pt>
          <cx:pt idx="60515">72.549999999999997</cx:pt>
          <cx:pt idx="60516">89.969999999999999</cx:pt>
          <cx:pt idx="60517">119.95999999999999</cx:pt>
          <cx:pt idx="60518">19.34</cx:pt>
          <cx:pt idx="60519">151.15000000000001</cx:pt>
          <cx:pt idx="60520">63.159999999999997</cx:pt>
          <cx:pt idx="60521">62.969999999999999</cx:pt>
          <cx:pt idx="60522">82.640000000000001</cx:pt>
          <cx:pt idx="60523">66.069999999999993</cx:pt>
          <cx:pt idx="60524">41.490000000000002</cx:pt>
          <cx:pt idx="60525">7.2400000000000002</cx:pt>
          <cx:pt idx="60526">119.95999999999999</cx:pt>
          <cx:pt idx="60527">22.969999999999999</cx:pt>
          <cx:pt idx="60528">57.979999999999997</cx:pt>
          <cx:pt idx="60529">121.98</cx:pt>
          <cx:pt idx="60530">90.730000000000004</cx:pt>
          <cx:pt idx="60531">62.060000000000002</cx:pt>
          <cx:pt idx="60532">99.980000000000004</cx:pt>
          <cx:pt idx="60533">84.980000000000004</cx:pt>
          <cx:pt idx="60534">121.98</cx:pt>
          <cx:pt idx="60535">72.969999999999999</cx:pt>
          <cx:pt idx="60536">58.030000000000001</cx:pt>
          <cx:pt idx="60537">77.969999999999999</cx:pt>
          <cx:pt idx="60538">55.960000000000001</cx:pt>
          <cx:pt idx="60539">69.989999999999995</cx:pt>
          <cx:pt idx="60540">52.969999999999999</cx:pt>
          <cx:pt idx="60541">59.979999999999997</cx:pt>
          <cx:pt idx="60542">41.289999999999999</cx:pt>
          <cx:pt idx="60543">64.780000000000001</cx:pt>
          <cx:pt idx="60544">103.47</cx:pt>
          <cx:pt idx="60545">83.969999999999999</cx:pt>
          <cx:pt idx="60546">-44.990000000000002</cx:pt>
          <cx:pt idx="60547">57.979999999999997</cx:pt>
          <cx:pt idx="60548">25.989999999999998</cx:pt>
          <cx:pt idx="60549">79.989999999999995</cx:pt>
          <cx:pt idx="60550">84.969999999999999</cx:pt>
          <cx:pt idx="60551">55.979999999999997</cx:pt>
          <cx:pt idx="60552">201.96000000000001</cx:pt>
          <cx:pt idx="60553">79.969999999999999</cx:pt>
          <cx:pt idx="60554">103.95999999999999</cx:pt>
          <cx:pt idx="60555">59.390000000000001</cx:pt>
          <cx:pt idx="60556">111.95999999999999</cx:pt>
          <cx:pt idx="60557">79.969999999999999</cx:pt>
          <cx:pt idx="60558">51.979999999999997</cx:pt>
          <cx:pt idx="60559">91.980000000000004</cx:pt>
          <cx:pt idx="60560">53.479999999999997</cx:pt>
          <cx:pt idx="60561">59.979999999999997</cx:pt>
          <cx:pt idx="60562">50.380000000000003</cx:pt>
          <cx:pt idx="60563">93.560000000000002</cx:pt>
          <cx:pt idx="60564">107.95999999999999</cx:pt>
          <cx:pt idx="60565">31.48</cx:pt>
          <cx:pt idx="60566">51.979999999999997</cx:pt>
          <cx:pt idx="60567">50.960000000000001</cx:pt>
          <cx:pt idx="60568">49.990000000000002</cx:pt>
          <cx:pt idx="60569">159.96000000000001</cx:pt>
          <cx:pt idx="60570">121.98</cx:pt>
          <cx:pt idx="60571">134.94999999999999</cx:pt>
          <cx:pt idx="60572">100.98</cx:pt>
          <cx:pt idx="60573">53.979999999999997</cx:pt>
          <cx:pt idx="60574">125.79000000000001</cx:pt>
          <cx:pt idx="60575">51.979999999999997</cx:pt>
          <cx:pt idx="60576">119.97</cx:pt>
          <cx:pt idx="60577">65.989999999999995</cx:pt>
          <cx:pt idx="60578">65.989999999999995</cx:pt>
          <cx:pt idx="60579">65.269999999999996</cx:pt>
          <cx:pt idx="60580">116.97</cx:pt>
          <cx:pt idx="60581">16.48</cx:pt>
          <cx:pt idx="60582">85.469999999999999</cx:pt>
          <cx:pt idx="60583">89.980000000000004</cx:pt>
          <cx:pt idx="60584">71.969999999999999</cx:pt>
          <cx:pt idx="60585">107.97</cx:pt>
          <cx:pt idx="60586">95.939999999999998</cx:pt>
          <cx:pt idx="60587">55.979999999999997</cx:pt>
          <cx:pt idx="60588">191.94999999999999</cx:pt>
          <cx:pt idx="60589">137.84</cx:pt>
          <cx:pt idx="60590">51.479999999999997</cx:pt>
          <cx:pt idx="60591">77.420000000000002</cx:pt>
          <cx:pt idx="60592">67.969999999999999</cx:pt>
          <cx:pt idx="60593">29.489999999999998</cx:pt>
          <cx:pt idx="60594">55.979999999999997</cx:pt>
          <cx:pt idx="60595">53.43</cx:pt>
          <cx:pt idx="60596">52.979999999999997</cx:pt>
          <cx:pt idx="60597">74.069999999999993</cx:pt>
          <cx:pt idx="60598">55.979999999999997</cx:pt>
          <cx:pt idx="60599">84.980000000000004</cx:pt>
          <cx:pt idx="60600">269.89999999999998</cx:pt>
          <cx:pt idx="60601">66.980000000000004</cx:pt>
          <cx:pt idx="60602">70.760000000000005</cx:pt>
          <cx:pt idx="60603">46.490000000000002</cx:pt>
          <cx:pt idx="60604">251.91</cx:pt>
          <cx:pt idx="60605">71.969999999999999</cx:pt>
          <cx:pt idx="60606">135.47</cx:pt>
          <cx:pt idx="60607">55.979999999999997</cx:pt>
          <cx:pt idx="60608">118.52</cx:pt>
          <cx:pt idx="60609">64.090000000000003</cx:pt>
          <cx:pt idx="60610">39.280000000000001</cx:pt>
          <cx:pt idx="60611">112.45999999999999</cx:pt>
          <cx:pt idx="60612">75.569999999999993</cx:pt>
          <cx:pt idx="60613">75.980000000000004</cx:pt>
          <cx:pt idx="60614">99.780000000000001</cx:pt>
          <cx:pt idx="60615">103.92</cx:pt>
          <cx:pt idx="60616">75.969999999999999</cx:pt>
          <cx:pt idx="60617">44.990000000000002</cx:pt>
          <cx:pt idx="60618">55.979999999999997</cx:pt>
          <cx:pt idx="60619">20.190000000000001</cx:pt>
          <cx:pt idx="60620">121.98</cx:pt>
          <cx:pt idx="60621">69.969999999999999</cx:pt>
          <cx:pt idx="60622">53.530000000000001</cx:pt>
          <cx:pt idx="60623">21.289999999999999</cx:pt>
          <cx:pt idx="60624">92.969999999999999</cx:pt>
          <cx:pt idx="60625">46.490000000000002</cx:pt>
          <cx:pt idx="60626">59.979999999999997</cx:pt>
          <cx:pt idx="60627">77.959999999999994</cx:pt>
          <cx:pt idx="60628">83.969999999999999</cx:pt>
          <cx:pt idx="60629">131.97999999999999</cx:pt>
          <cx:pt idx="60630">55.75</cx:pt>
          <cx:pt idx="60631">38.479999999999997</cx:pt>
          <cx:pt idx="60632">34.490000000000002</cx:pt>
          <cx:pt idx="60633">133.94999999999999</cx:pt>
          <cx:pt idx="60634">121.98</cx:pt>
          <cx:pt idx="60635">99.980000000000004</cx:pt>
          <cx:pt idx="60636">49.479999999999997</cx:pt>
          <cx:pt idx="60637">-203.93000000000001</cx:pt>
          <cx:pt idx="60638">20.289999999999999</cx:pt>
          <cx:pt idx="60639">80.969999999999999</cx:pt>
          <cx:pt idx="60640">53.18</cx:pt>
          <cx:pt idx="60641">64.319999999999993</cx:pt>
          <cx:pt idx="60642">51.979999999999997</cx:pt>
          <cx:pt idx="60643">54.979999999999997</cx:pt>
          <cx:pt idx="60644">83.480000000000004</cx:pt>
          <cx:pt idx="60645">77.390000000000001</cx:pt>
          <cx:pt idx="60646">98.329999999999998</cx:pt>
          <cx:pt idx="60647">55.979999999999997</cx:pt>
          <cx:pt idx="60648">49.850000000000001</cx:pt>
          <cx:pt idx="60649">135.5</cx:pt>
          <cx:pt idx="60650">55.979999999999997</cx:pt>
          <cx:pt idx="60651">89.969999999999999</cx:pt>
          <cx:pt idx="60652">30.489999999999998</cx:pt>
          <cx:pt idx="60653">58.240000000000002</cx:pt>
          <cx:pt idx="60654">66.569999999999993</cx:pt>
          <cx:pt idx="60655">56.399999999999999</cx:pt>
          <cx:pt idx="60656">101.97</cx:pt>
          <cx:pt idx="60657">38.479999999999997</cx:pt>
          <cx:pt idx="60658">109.97</cx:pt>
          <cx:pt idx="60659">74.950000000000003</cx:pt>
          <cx:pt idx="60660">125.95999999999999</cx:pt>
          <cx:pt idx="60661">121.98</cx:pt>
          <cx:pt idx="60662">59.390000000000001</cx:pt>
          <cx:pt idx="60663">100.76000000000001</cx:pt>
          <cx:pt idx="60664">77.969999999999999</cx:pt>
          <cx:pt idx="60665">167.94</cx:pt>
          <cx:pt idx="60666">116.45</cx:pt>
          <cx:pt idx="60667">129.94999999999999</cx:pt>
          <cx:pt idx="60668">55.979999999999997</cx:pt>
          <cx:pt idx="60669">77.560000000000002</cx:pt>
          <cx:pt idx="60670">59.960000000000001</cx:pt>
          <cx:pt idx="60671">55.609999999999999</cx:pt>
          <cx:pt idx="60672">50.380000000000003</cx:pt>
          <cx:pt idx="60673">138.56999999999999</cx:pt>
          <cx:pt idx="60674">95.959999999999994</cx:pt>
          <cx:pt idx="60675">55.979999999999997</cx:pt>
          <cx:pt idx="60676">59.979999999999997</cx:pt>
          <cx:pt idx="60677">37.469999999999999</cx:pt>
          <cx:pt idx="60678">51.979999999999997</cx:pt>
          <cx:pt idx="60679">49.57</cx:pt>
          <cx:pt idx="60680">48.359999999999999</cx:pt>
          <cx:pt idx="60681">39.890000000000001</cx:pt>
          <cx:pt idx="60682">119.95999999999999</cx:pt>
          <cx:pt idx="60683">106.97</cx:pt>
          <cx:pt idx="60684">54.990000000000002</cx:pt>
          <cx:pt idx="60685">62.969999999999999</cx:pt>
          <cx:pt idx="60686">71.980000000000004</cx:pt>
          <cx:pt idx="60687">89.950000000000003</cx:pt>
          <cx:pt idx="60688">50.380000000000003</cx:pt>
          <cx:pt idx="60689">113.95999999999999</cx:pt>
          <cx:pt idx="60690">121.98</cx:pt>
          <cx:pt idx="60691">57.479999999999997</cx:pt>
          <cx:pt idx="60692">31.489999999999998</cx:pt>
          <cx:pt idx="60693">121.98</cx:pt>
          <cx:pt idx="60694">64.969999999999999</cx:pt>
          <cx:pt idx="60695">76.569999999999993</cx:pt>
          <cx:pt idx="60696">121.98</cx:pt>
          <cx:pt idx="60697">80.969999999999999</cx:pt>
          <cx:pt idx="60698">108.97</cx:pt>
          <cx:pt idx="60699">54.979999999999997</cx:pt>
          <cx:pt idx="60700">31.48</cx:pt>
          <cx:pt idx="60701">54.990000000000002</cx:pt>
          <cx:pt idx="60702">51.960000000000001</cx:pt>
          <cx:pt idx="60703">103.95999999999999</cx:pt>
          <cx:pt idx="60704">55.979999999999997</cx:pt>
          <cx:pt idx="60705">57.960000000000001</cx:pt>
          <cx:pt idx="60706">81.980000000000004</cx:pt>
          <cx:pt idx="60707">96.780000000000001</cx:pt>
          <cx:pt idx="60708">242.88999999999999</cx:pt>
          <cx:pt idx="60709">55.979999999999997</cx:pt>
          <cx:pt idx="60710">80.969999999999999</cx:pt>
          <cx:pt idx="60711">16.489999999999998</cx:pt>
          <cx:pt idx="60712">55.979999999999997</cx:pt>
          <cx:pt idx="60713">55.979999999999997</cx:pt>
          <cx:pt idx="60714">37.469999999999999</cx:pt>
          <cx:pt idx="60715">147.59999999999999</cx:pt>
          <cx:pt idx="60716">85.959999999999994</cx:pt>
          <cx:pt idx="60717">54.979999999999997</cx:pt>
          <cx:pt idx="60718">31.48</cx:pt>
          <cx:pt idx="60719">59.979999999999997</cx:pt>
          <cx:pt idx="60720">54.990000000000002</cx:pt>
          <cx:pt idx="60721">189</cx:pt>
          <cx:pt idx="60722">111.95999999999999</cx:pt>
          <cx:pt idx="60723">90.980000000000004</cx:pt>
          <cx:pt idx="60724">103.95999999999999</cx:pt>
          <cx:pt idx="60725">69.989999999999995</cx:pt>
          <cx:pt idx="60726">34.490000000000002</cx:pt>
          <cx:pt idx="60727">89.969999999999999</cx:pt>
          <cx:pt idx="60728">119.97</cx:pt>
          <cx:pt idx="60729">53.969999999999999</cx:pt>
          <cx:pt idx="60730">83.969999999999999</cx:pt>
          <cx:pt idx="60731">31.489999999999998</cx:pt>
          <cx:pt idx="60732">89.980000000000004</cx:pt>
          <cx:pt idx="60733">24.489999999999998</cx:pt>
          <cx:pt idx="60734">195.93000000000001</cx:pt>
          <cx:pt idx="60735">62.979999999999997</cx:pt>
          <cx:pt idx="60736">65.989999999999995</cx:pt>
          <cx:pt idx="60737">99.980000000000004</cx:pt>
          <cx:pt idx="60738">83.969999999999999</cx:pt>
          <cx:pt idx="60739">95.140000000000001</cx:pt>
          <cx:pt idx="60740">49.479999999999997</cx:pt>
          <cx:pt idx="60741">58.549999999999997</cx:pt>
          <cx:pt idx="60742">84.980000000000004</cx:pt>
          <cx:pt idx="60743">104.95</cx:pt>
          <cx:pt idx="60744">78.019999999999996</cx:pt>
          <cx:pt idx="60745">52.979999999999997</cx:pt>
          <cx:pt idx="60746">55.979999999999997</cx:pt>
          <cx:pt idx="60747">94.950000000000003</cx:pt>
          <cx:pt idx="60748">120.45999999999999</cx:pt>
          <cx:pt idx="60749">277</cx:pt>
          <cx:pt idx="60750">78.980000000000004</cx:pt>
          <cx:pt idx="60751">65.989999999999995</cx:pt>
          <cx:pt idx="60752">131.97999999999999</cx:pt>
          <cx:pt idx="60753">61.979999999999997</cx:pt>
          <cx:pt idx="60754">169.33000000000001</cx:pt>
          <cx:pt idx="60755">143.94</cx:pt>
          <cx:pt idx="60756">93.629999999999995</cx:pt>
          <cx:pt idx="60757">55.979999999999997</cx:pt>
          <cx:pt idx="60758">89.969999999999999</cx:pt>
          <cx:pt idx="60759">62.969999999999999</cx:pt>
          <cx:pt idx="60760">155.94</cx:pt>
          <cx:pt idx="60761">149.94999999999999</cx:pt>
          <cx:pt idx="60762">55.979999999999997</cx:pt>
          <cx:pt idx="60763">110.95999999999999</cx:pt>
          <cx:pt idx="60764">9.4900000000000002</cx:pt>
          <cx:pt idx="60765">106.05</cx:pt>
          <cx:pt idx="60766">79.980000000000004</cx:pt>
          <cx:pt idx="60767">119.97</cx:pt>
          <cx:pt idx="60768">90.930000000000007</cx:pt>
          <cx:pt idx="60769">67.980000000000004</cx:pt>
          <cx:pt idx="60770">59.979999999999997</cx:pt>
          <cx:pt idx="60771">63.979999999999997</cx:pt>
          <cx:pt idx="60772">55.390000000000001</cx:pt>
          <cx:pt idx="60773">59.979999999999997</cx:pt>
          <cx:pt idx="60774">55.979999999999997</cx:pt>
          <cx:pt idx="60775">51.979999999999997</cx:pt>
          <cx:pt idx="60776">82.969999999999999</cx:pt>
          <cx:pt idx="60777">65.989999999999995</cx:pt>
          <cx:pt idx="60778">122.36</cx:pt>
          <cx:pt idx="60779">54.990000000000002</cx:pt>
          <cx:pt idx="60780">51.289999999999999</cx:pt>
          <cx:pt idx="60781">56.969999999999999</cx:pt>
          <cx:pt idx="60782">63.350000000000001</cx:pt>
          <cx:pt idx="60783">60.960000000000001</cx:pt>
          <cx:pt idx="60784">149.94999999999999</cx:pt>
          <cx:pt idx="60785">51.960000000000001</cx:pt>
          <cx:pt idx="60786">65.989999999999995</cx:pt>
          <cx:pt idx="60787">43.270000000000003</cx:pt>
          <cx:pt idx="60788">59.990000000000002</cx:pt>
          <cx:pt idx="60789">54.969999999999999</cx:pt>
          <cx:pt idx="60790">106.97</cx:pt>
          <cx:pt idx="60791">115.97</cx:pt>
          <cx:pt idx="60792">49.479999999999997</cx:pt>
          <cx:pt idx="60793">110.97</cx:pt>
          <cx:pt idx="60794">237.56</cx:pt>
          <cx:pt idx="60795">26.449999999999999</cx:pt>
          <cx:pt idx="60796">28.940000000000001</cx:pt>
          <cx:pt idx="60797">78.969999999999999</cx:pt>
          <cx:pt idx="60798">113.95999999999999</cx:pt>
          <cx:pt idx="60799">65.989999999999995</cx:pt>
          <cx:pt idx="60800">65.519999999999996</cx:pt>
          <cx:pt idx="60801">65.989999999999995</cx:pt>
          <cx:pt idx="60802">65.980000000000004</cx:pt>
          <cx:pt idx="60803">83.480000000000004</cx:pt>
          <cx:pt idx="60804">79.980000000000004</cx:pt>
          <cx:pt idx="60805">16.489999999999998</cx:pt>
          <cx:pt idx="60806">53.969999999999999</cx:pt>
          <cx:pt idx="60807">279.89999999999998</cx:pt>
          <cx:pt idx="60808">154.87</cx:pt>
          <cx:pt idx="60809">10.19</cx:pt>
          <cx:pt idx="60810">30.23</cx:pt>
          <cx:pt idx="60811">65.989999999999995</cx:pt>
          <cx:pt idx="60812">124.97</cx:pt>
          <cx:pt idx="60813">38.479999999999997</cx:pt>
          <cx:pt idx="60814">79.980000000000004</cx:pt>
          <cx:pt idx="60815">65.299999999999997</cx:pt>
          <cx:pt idx="60816">28.489999999999998</cx:pt>
          <cx:pt idx="60817">41.490000000000002</cx:pt>
          <cx:pt idx="60818">119.95999999999999</cx:pt>
          <cx:pt idx="60819">111.95999999999999</cx:pt>
          <cx:pt idx="60820">66.980000000000004</cx:pt>
          <cx:pt idx="60821">55.969999999999999</cx:pt>
          <cx:pt idx="60822">10.49</cx:pt>
          <cx:pt idx="60823">89.969999999999999</cx:pt>
          <cx:pt idx="60824">49.479999999999997</cx:pt>
          <cx:pt idx="60825">31.489999999999998</cx:pt>
          <cx:pt idx="60826">99.989999999999995</cx:pt>
          <cx:pt idx="60827">83.959999999999994</cx:pt>
          <cx:pt idx="60828">217.74000000000001</cx:pt>
          <cx:pt idx="60829">76.930000000000007</cx:pt>
          <cx:pt idx="60830">83.969999999999999</cx:pt>
          <cx:pt idx="60831">70.959999999999994</cx:pt>
          <cx:pt idx="60832">197.97</cx:pt>
          <cx:pt idx="60833">83.480000000000004</cx:pt>
          <cx:pt idx="60834">17.289999999999999</cx:pt>
          <cx:pt idx="60835">248.97</cx:pt>
          <cx:pt idx="60836">134.96000000000001</cx:pt>
          <cx:pt idx="60837">89.969999999999999</cx:pt>
          <cx:pt idx="60838">119.97</cx:pt>
          <cx:pt idx="60839">74.049999999999997</cx:pt>
          <cx:pt idx="60840">49.479999999999997</cx:pt>
          <cx:pt idx="60841">131.97999999999999</cx:pt>
          <cx:pt idx="60842">59.979999999999997</cx:pt>
          <cx:pt idx="60843">52.350000000000001</cx:pt>
          <cx:pt idx="60844">70.170000000000002</cx:pt>
          <cx:pt idx="60845">65.989999999999995</cx:pt>
          <cx:pt idx="60846">159.96000000000001</cx:pt>
          <cx:pt idx="60847">99.989999999999995</cx:pt>
          <cx:pt idx="60848">95.959999999999994</cx:pt>
          <cx:pt idx="60849">149.94999999999999</cx:pt>
          <cx:pt idx="60850">55.390000000000001</cx:pt>
          <cx:pt idx="60851">55.979999999999997</cx:pt>
          <cx:pt idx="60852">71.969999999999999</cx:pt>
          <cx:pt idx="60853">69.980000000000004</cx:pt>
          <cx:pt idx="60854">80.969999999999999</cx:pt>
          <cx:pt idx="60855">21.879999999999999</cx:pt>
          <cx:pt idx="60856">99.989999999999995</cx:pt>
          <cx:pt idx="60857">59.990000000000002</cx:pt>
          <cx:pt idx="60858">92.969999999999999</cx:pt>
          <cx:pt idx="60859">88.980000000000004</cx:pt>
          <cx:pt idx="60860">54.990000000000002</cx:pt>
          <cx:pt idx="60861">79.980000000000004</cx:pt>
          <cx:pt idx="60862">55.979999999999997</cx:pt>
          <cx:pt idx="60863">73.969999999999999</cx:pt>
          <cx:pt idx="60864">55.979999999999997</cx:pt>
          <cx:pt idx="60865">31.280000000000001</cx:pt>
          <cx:pt idx="60866">74.959999999999994</cx:pt>
          <cx:pt idx="60867">18.489999999999998</cx:pt>
          <cx:pt idx="60868">80.980000000000004</cx:pt>
          <cx:pt idx="60869">81.019999999999996</cx:pt>
          <cx:pt idx="60870">107.94</cx:pt>
          <cx:pt idx="60871">51.979999999999997</cx:pt>
          <cx:pt idx="60872">217.86000000000001</cx:pt>
          <cx:pt idx="60873">83.950000000000003</cx:pt>
          <cx:pt idx="60874">59.979999999999997</cx:pt>
          <cx:pt idx="60875">89.969999999999999</cx:pt>
          <cx:pt idx="60876">43.280000000000001</cx:pt>
          <cx:pt idx="60877">65.099999999999994</cx:pt>
          <cx:pt idx="60878">89.969999999999999</cx:pt>
          <cx:pt idx="60879">51.979999999999997</cx:pt>
          <cx:pt idx="60880">83.969999999999999</cx:pt>
          <cx:pt idx="60881">49.969999999999999</cx:pt>
          <cx:pt idx="60882">136.81999999999999</cx:pt>
          <cx:pt idx="60883">139.97999999999999</cx:pt>
          <cx:pt idx="60884">259.89999999999998</cx:pt>
          <cx:pt idx="60885">59.979999999999997</cx:pt>
          <cx:pt idx="60886">55.979999999999997</cx:pt>
          <cx:pt idx="60887">14.49</cx:pt>
          <cx:pt idx="60888">64.090000000000003</cx:pt>
          <cx:pt idx="60889">119.95999999999999</cx:pt>
          <cx:pt idx="60890">55.979999999999997</cx:pt>
          <cx:pt idx="60891">71.969999999999999</cx:pt>
          <cx:pt idx="60892">16.289999999999999</cx:pt>
          <cx:pt idx="60893">89.969999999999999</cx:pt>
          <cx:pt idx="60894">190.96000000000001</cx:pt>
          <cx:pt idx="60895">83.969999999999999</cx:pt>
          <cx:pt idx="60896">54.979999999999997</cx:pt>
          <cx:pt idx="60897">65.980000000000004</cx:pt>
          <cx:pt idx="60898">93.980000000000004</cx:pt>
          <cx:pt idx="60899">30</cx:pt>
          <cx:pt idx="60900">141.52000000000001</cx:pt>
          <cx:pt idx="60901">31.289999999999999</cx:pt>
          <cx:pt idx="60902">79.980000000000004</cx:pt>
          <cx:pt idx="60903">68.959999999999994</cx:pt>
          <cx:pt idx="60904">117.93000000000001</cx:pt>
          <cx:pt idx="60905">59.979999999999997</cx:pt>
          <cx:pt idx="60906">102.83</cx:pt>
          <cx:pt idx="60907">39.479999999999997</cx:pt>
          <cx:pt idx="60908">80.969999999999999</cx:pt>
          <cx:pt idx="60909">65.959999999999994</cx:pt>
          <cx:pt idx="60910">55.979999999999997</cx:pt>
          <cx:pt idx="60911">103.95999999999999</cx:pt>
          <cx:pt idx="60912">65.989999999999995</cx:pt>
          <cx:pt idx="60913">55.390000000000001</cx:pt>
          <cx:pt idx="60914">37.490000000000002</cx:pt>
          <cx:pt idx="60915">151.94</cx:pt>
          <cx:pt idx="60916">80.969999999999999</cx:pt>
          <cx:pt idx="60917">57.93</cx:pt>
          <cx:pt idx="60918">49.479999999999997</cx:pt>
          <cx:pt idx="60919">71.969999999999999</cx:pt>
          <cx:pt idx="60920">279.89999999999998</cx:pt>
          <cx:pt idx="60921">89.969999999999999</cx:pt>
          <cx:pt idx="60922">89.980000000000004</cx:pt>
          <cx:pt idx="60923">147.94999999999999</cx:pt>
          <cx:pt idx="60924">52.18</cx:pt>
          <cx:pt idx="60925">111.95999999999999</cx:pt>
          <cx:pt idx="60926">96.450000000000003</cx:pt>
          <cx:pt idx="60927">-53.479999999999997</cx:pt>
          <cx:pt idx="60928">131.97999999999999</cx:pt>
          <cx:pt idx="60929">29.489999999999998</cx:pt>
          <cx:pt idx="60930">28.43</cx:pt>
          <cx:pt idx="60931">89.969999999999999</cx:pt>
          <cx:pt idx="60932">131.97999999999999</cx:pt>
          <cx:pt idx="60933">33.490000000000002</cx:pt>
          <cx:pt idx="60934">16.489999999999998</cx:pt>
          <cx:pt idx="60935">50.380000000000003</cx:pt>
          <cx:pt idx="60936">17.289999999999999</cx:pt>
          <cx:pt idx="60937">55.979999999999997</cx:pt>
          <cx:pt idx="60938">55.979999999999997</cx:pt>
          <cx:pt idx="60939">49.990000000000002</cx:pt>
          <cx:pt idx="60940">55.390000000000001</cx:pt>
          <cx:pt idx="60941">157.44</cx:pt>
          <cx:pt idx="60942">118.78</cx:pt>
          <cx:pt idx="60943">55.979999999999997</cx:pt>
          <cx:pt idx="60944">51.979999999999997</cx:pt>
          <cx:pt idx="60945">48.479999999999997</cx:pt>
          <cx:pt idx="60946">129.94999999999999</cx:pt>
          <cx:pt idx="60947">102.95999999999999</cx:pt>
          <cx:pt idx="60948">55.979999999999997</cx:pt>
          <cx:pt idx="60949">53.280000000000001</cx:pt>
          <cx:pt idx="60950">99.980000000000004</cx:pt>
          <cx:pt idx="60951">131.97999999999999</cx:pt>
          <cx:pt idx="60952">51.979999999999997</cx:pt>
          <cx:pt idx="60953">87.469999999999999</cx:pt>
          <cx:pt idx="60954">30.289999999999999</cx:pt>
          <cx:pt idx="60955">51.979999999999997</cx:pt>
          <cx:pt idx="60956">239.90000000000001</cx:pt>
          <cx:pt idx="60957">127.45999999999999</cx:pt>
          <cx:pt idx="60958">56.07</cx:pt>
          <cx:pt idx="60959">119.95999999999999</cx:pt>
          <cx:pt idx="60960">131.97999999999999</cx:pt>
          <cx:pt idx="60961">111.73999999999999</cx:pt>
          <cx:pt idx="60962">246.27000000000001</cx:pt>
          <cx:pt idx="60963">59.960000000000001</cx:pt>
          <cx:pt idx="60964">53.479999999999997</cx:pt>
          <cx:pt idx="60965">79.980000000000004</cx:pt>
          <cx:pt idx="60966">89.980000000000004</cx:pt>
          <cx:pt idx="60967">86.969999999999999</cx:pt>
          <cx:pt idx="60968">23.23</cx:pt>
          <cx:pt idx="60969">83.969999999999999</cx:pt>
          <cx:pt idx="60970">68.969999999999999</cx:pt>
          <cx:pt idx="60971">55.979999999999997</cx:pt>
          <cx:pt idx="60972">140.31</cx:pt>
          <cx:pt idx="60973">84.969999999999999</cx:pt>
          <cx:pt idx="60974">55.979999999999997</cx:pt>
          <cx:pt idx="60975">59.990000000000002</cx:pt>
          <cx:pt idx="60976">69.969999999999999</cx:pt>
          <cx:pt idx="60977">113.95999999999999</cx:pt>
          <cx:pt idx="60978">58.479999999999997</cx:pt>
          <cx:pt idx="60979">87.469999999999999</cx:pt>
          <cx:pt idx="60980">81.969999999999999</cx:pt>
          <cx:pt idx="60981">50.969999999999999</cx:pt>
          <cx:pt idx="60982">69.959999999999994</cx:pt>
          <cx:pt idx="60983">50.380000000000003</cx:pt>
          <cx:pt idx="60984">184.94999999999999</cx:pt>
          <cx:pt idx="60985">119.95999999999999</cx:pt>
          <cx:pt idx="60986">74.069999999999993</cx:pt>
          <cx:pt idx="60987">27.18</cx:pt>
          <cx:pt idx="60988">33.280000000000001</cx:pt>
          <cx:pt idx="60989">75.129999999999995</cx:pt>
          <cx:pt idx="60990">94.989999999999995</cx:pt>
          <cx:pt idx="60991">55.979999999999997</cx:pt>
          <cx:pt idx="60992">131.97999999999999</cx:pt>
          <cx:pt idx="60993">41.490000000000002</cx:pt>
          <cx:pt idx="60994">55.979999999999997</cx:pt>
          <cx:pt idx="60995">159.94999999999999</cx:pt>
          <cx:pt idx="60996">62.969999999999999</cx:pt>
          <cx:pt idx="60997">51.979999999999997</cx:pt>
          <cx:pt idx="60998">80.969999999999999</cx:pt>
          <cx:pt idx="60999">44.990000000000002</cx:pt>
          <cx:pt idx="61000">16.289999999999999</cx:pt>
          <cx:pt idx="61001">64.980000000000004</cx:pt>
          <cx:pt idx="61002">50.969999999999999</cx:pt>
          <cx:pt idx="61003">109.95999999999999</cx:pt>
          <cx:pt idx="61004">27.48</cx:pt>
          <cx:pt idx="61005">54.890000000000001</cx:pt>
          <cx:pt idx="61006">54.990000000000002</cx:pt>
          <cx:pt idx="61007">131.97999999999999</cx:pt>
          <cx:pt idx="61008">347.93000000000001</cx:pt>
          <cx:pt idx="61009">66.269999999999996</cx:pt>
          <cx:pt idx="61010">89.469999999999999</cx:pt>
          <cx:pt idx="61011">59.979999999999997</cx:pt>
          <cx:pt idx="61012">55.979999999999997</cx:pt>
          <cx:pt idx="61013">58.170000000000002</cx:pt>
          <cx:pt idx="61014">65.989999999999995</cx:pt>
          <cx:pt idx="61015">-37.490000000000002</cx:pt>
          <cx:pt idx="61016">157.24000000000001</cx:pt>
          <cx:pt idx="61017">65.989999999999995</cx:pt>
          <cx:pt idx="61018">71.969999999999999</cx:pt>
          <cx:pt idx="61019">59.979999999999997</cx:pt>
          <cx:pt idx="61020">59.979999999999997</cx:pt>
          <cx:pt idx="61021">123.47</cx:pt>
          <cx:pt idx="61022">155.96000000000001</cx:pt>
          <cx:pt idx="61023">79.969999999999999</cx:pt>
          <cx:pt idx="61024">55.640000000000001</cx:pt>
          <cx:pt idx="61025">93.709999999999994</cx:pt>
          <cx:pt idx="61026">188.72</cx:pt>
          <cx:pt idx="61027">69.989999999999995</cx:pt>
          <cx:pt idx="61028">59.979999999999997</cx:pt>
          <cx:pt idx="61029">47.149999999999999</cx:pt>
          <cx:pt idx="61030">73.980000000000004</cx:pt>
          <cx:pt idx="61031">77.980000000000004</cx:pt>
          <cx:pt idx="61032">97.959999999999994</cx:pt>
          <cx:pt idx="61033">119.95999999999999</cx:pt>
          <cx:pt idx="61034">51.979999999999997</cx:pt>
          <cx:pt idx="61035">124.06</cx:pt>
          <cx:pt idx="61036">107.94</cx:pt>
          <cx:pt idx="61037">80.980000000000004</cx:pt>
          <cx:pt idx="61038">53.979999999999997</cx:pt>
          <cx:pt idx="61039">108.95999999999999</cx:pt>
          <cx:pt idx="61040">52.979999999999997</cx:pt>
          <cx:pt idx="61041">87.969999999999999</cx:pt>
          <cx:pt idx="61042">74.980000000000004</cx:pt>
          <cx:pt idx="61043">19.289999999999999</cx:pt>
          <cx:pt idx="61044">105.98</cx:pt>
          <cx:pt idx="61045">59.979999999999997</cx:pt>
          <cx:pt idx="61046">62.969999999999999</cx:pt>
          <cx:pt idx="61047">49.990000000000002</cx:pt>
          <cx:pt idx="61048">59.979999999999997</cx:pt>
          <cx:pt idx="61049">55.979999999999997</cx:pt>
          <cx:pt idx="61050">46.170000000000002</cx:pt>
          <cx:pt idx="61051">77.969999999999999</cx:pt>
          <cx:pt idx="61052">77.969999999999999</cx:pt>
          <cx:pt idx="61053">89.980000000000004</cx:pt>
          <cx:pt idx="61054">85.469999999999999</cx:pt>
          <cx:pt idx="61055">83.480000000000004</cx:pt>
          <cx:pt idx="61056">143.94</cx:pt>
          <cx:pt idx="61057">50.380000000000003</cx:pt>
          <cx:pt idx="61058">138.46000000000001</cx:pt>
          <cx:pt idx="61059">83.959999999999994</cx:pt>
          <cx:pt idx="61060">55.420000000000002</cx:pt>
          <cx:pt idx="61061">63.979999999999997</cx:pt>
          <cx:pt idx="61062">80.969999999999999</cx:pt>
          <cx:pt idx="61063">59.979999999999997</cx:pt>
          <cx:pt idx="61064">161.96000000000001</cx:pt>
          <cx:pt idx="61065">96.780000000000001</cx:pt>
          <cx:pt idx="61066">83.859999999999999</cx:pt>
          <cx:pt idx="61067">55.979999999999997</cx:pt>
          <cx:pt idx="61068">167.94</cx:pt>
          <cx:pt idx="61069">75.959999999999994</cx:pt>
          <cx:pt idx="61070">29.239999999999998</cx:pt>
          <cx:pt idx="61071">58.979999999999997</cx:pt>
          <cx:pt idx="61072">59.979999999999997</cx:pt>
          <cx:pt idx="61073">61.479999999999997</cx:pt>
          <cx:pt idx="61074">79.980000000000004</cx:pt>
          <cx:pt idx="61075">59.979999999999997</cx:pt>
          <cx:pt idx="61076">189.90000000000001</cx:pt>
          <cx:pt idx="61077">83.969999999999999</cx:pt>
          <cx:pt idx="61078">63.960000000000001</cx:pt>
          <cx:pt idx="61079">58.210000000000001</cx:pt>
          <cx:pt idx="61080">110.95999999999999</cx:pt>
          <cx:pt idx="61081">31.780000000000001</cx:pt>
          <cx:pt idx="61082">26.489999999999998</cx:pt>
          <cx:pt idx="61083">69.989999999999995</cx:pt>
          <cx:pt idx="61084">201.93000000000001</cx:pt>
          <cx:pt idx="61085">54.990000000000002</cx:pt>
          <cx:pt idx="61086">191.91999999999999</cx:pt>
          <cx:pt idx="61087">11.48</cx:pt>
          <cx:pt idx="61088">55.979999999999997</cx:pt>
          <cx:pt idx="61089">77.969999999999999</cx:pt>
          <cx:pt idx="61090">55.960000000000001</cx:pt>
          <cx:pt idx="61091">85.969999999999999</cx:pt>
          <cx:pt idx="61092">11.279999999999999</cx:pt>
          <cx:pt idx="61093">63.950000000000003</cx:pt>
          <cx:pt idx="61094">89.969999999999999</cx:pt>
          <cx:pt idx="61095">111.95999999999999</cx:pt>
          <cx:pt idx="61096">179.94</cx:pt>
          <cx:pt idx="61097">81.709999999999994</cx:pt>
          <cx:pt idx="61098">410.85000000000002</cx:pt>
          <cx:pt idx="61099">52.18</cx:pt>
          <cx:pt idx="61100">25.289999999999999</cx:pt>
          <cx:pt idx="61101">50.380000000000003</cx:pt>
          <cx:pt idx="61102">66.980000000000004</cx:pt>
          <cx:pt idx="61103">55.979999999999997</cx:pt>
          <cx:pt idx="61104">54.990000000000002</cx:pt>
          <cx:pt idx="61105">58.979999999999997</cx:pt>
          <cx:pt idx="61106">44.75</cx:pt>
          <cx:pt idx="61107">17.48</cx:pt>
          <cx:pt idx="61108">65.980000000000004</cx:pt>
          <cx:pt idx="61109">63.979999999999997</cx:pt>
          <cx:pt idx="61110">103.95999999999999</cx:pt>
          <cx:pt idx="61111">14.289999999999999</cx:pt>
          <cx:pt idx="61112">106.97</cx:pt>
          <cx:pt idx="61113">135.46000000000001</cx:pt>
          <cx:pt idx="61114">120.98</cx:pt>
          <cx:pt idx="61115">65.980000000000004</cx:pt>
          <cx:pt idx="61116">53.979999999999997</cx:pt>
          <cx:pt idx="61117">53.969999999999999</cx:pt>
          <cx:pt idx="61118">139.44999999999999</cx:pt>
          <cx:pt idx="61119">104.98</cx:pt>
          <cx:pt idx="61120">12.49</cx:pt>
          <cx:pt idx="61121">54.770000000000003</cx:pt>
          <cx:pt idx="61122">120.97</cx:pt>
          <cx:pt idx="61123">69.969999999999999</cx:pt>
          <cx:pt idx="61124">59.979999999999997</cx:pt>
          <cx:pt idx="61125">28.289999999999999</cx:pt>
          <cx:pt idx="61126">95.379999999999995</cx:pt>
          <cx:pt idx="61127">56.969999999999999</cx:pt>
          <cx:pt idx="61128">83.480000000000004</cx:pt>
          <cx:pt idx="61129">63.960000000000001</cx:pt>
          <cx:pt idx="61130">127.94</cx:pt>
          <cx:pt idx="61131">83.969999999999999</cx:pt>
          <cx:pt idx="61132">51.43</cx:pt>
          <cx:pt idx="61133">86.959999999999994</cx:pt>
          <cx:pt idx="61134">54.990000000000002</cx:pt>
          <cx:pt idx="61135">30.289999999999999</cx:pt>
          <cx:pt idx="61136">171.97</cx:pt>
          <cx:pt idx="61137">105.45999999999999</cx:pt>
          <cx:pt idx="61138">65.989999999999995</cx:pt>
          <cx:pt idx="61139">223.91999999999999</cx:pt>
          <cx:pt idx="61140">37.43</cx:pt>
          <cx:pt idx="61141">119.95999999999999</cx:pt>
          <cx:pt idx="61142">125.98</cx:pt>
          <cx:pt idx="61143">131.96000000000001</cx:pt>
          <cx:pt idx="61144">59.960000000000001</cx:pt>
          <cx:pt idx="61145">145.16</cx:pt>
          <cx:pt idx="61146">55.979999999999997</cx:pt>
          <cx:pt idx="61147">111.95999999999999</cx:pt>
          <cx:pt idx="61148">94.950000000000003</cx:pt>
          <cx:pt idx="61149">50.409999999999997</cx:pt>
          <cx:pt idx="61150">44.75</cx:pt>
          <cx:pt idx="61151">77.980000000000004</cx:pt>
          <cx:pt idx="61152">116.11</cx:pt>
          <cx:pt idx="61153">55.979999999999997</cx:pt>
          <cx:pt idx="61154">65.989999999999995</cx:pt>
          <cx:pt idx="61155">104.02</cx:pt>
          <cx:pt idx="61156">55.979999999999997</cx:pt>
          <cx:pt idx="61157">166.03999999999999</cx:pt>
          <cx:pt idx="61158">149.86000000000001</cx:pt>
          <cx:pt idx="61159">40.479999999999997</cx:pt>
          <cx:pt idx="61160">87.079999999999998</cx:pt>
          <cx:pt idx="61161">131.97999999999999</cx:pt>
          <cx:pt idx="61162">83.480000000000004</cx:pt>
          <cx:pt idx="61163">79.959999999999994</cx:pt>
          <cx:pt idx="61164">71.969999999999999</cx:pt>
          <cx:pt idx="61165">172.75999999999999</cx:pt>
          <cx:pt idx="61166">32.789999999999999</cx:pt>
          <cx:pt idx="61167">51.979999999999997</cx:pt>
          <cx:pt idx="61168">51.979999999999997</cx:pt>
          <cx:pt idx="61169">89.969999999999999</cx:pt>
          <cx:pt idx="61170">52.979999999999997</cx:pt>
          <cx:pt idx="61171">71.969999999999999</cx:pt>
          <cx:pt idx="61172">71.959999999999994</cx:pt>
          <cx:pt idx="61173">131.97999999999999</cx:pt>
          <cx:pt idx="61174">112.95999999999999</cx:pt>
          <cx:pt idx="61175">65.989999999999995</cx:pt>
          <cx:pt idx="61176">112.06</cx:pt>
          <cx:pt idx="61177">25.489999999999998</cx:pt>
          <cx:pt idx="61178">73.980000000000004</cx:pt>
          <cx:pt idx="61179">55.979999999999997</cx:pt>
          <cx:pt idx="61180">111.95999999999999</cx:pt>
          <cx:pt idx="61181">131.44999999999999</cx:pt>
          <cx:pt idx="61182">103.95999999999999</cx:pt>
          <cx:pt idx="61183">53.979999999999997</cx:pt>
          <cx:pt idx="61184">94.340000000000003</cx:pt>
          <cx:pt idx="61185">51.960000000000001</cx:pt>
          <cx:pt idx="61186">-24.98</cx:pt>
          <cx:pt idx="61187">-46.479999999999997</cx:pt>
          <cx:pt idx="61188">55.979999999999997</cx:pt>
          <cx:pt idx="61189">108.88</cx:pt>
          <cx:pt idx="61190">51.75</cx:pt>
          <cx:pt idx="61191">349.20999999999998</cx:pt>
          <cx:pt idx="61192">-73.980000000000004</cx:pt>
          <cx:pt idx="61193">53.969999999999999</cx:pt>
          <cx:pt idx="61194">103.95999999999999</cx:pt>
          <cx:pt idx="61195">51.979999999999997</cx:pt>
          <cx:pt idx="61196">103.95</cx:pt>
          <cx:pt idx="61197">53.979999999999997</cx:pt>
          <cx:pt idx="61198">19.289999999999999</cx:pt>
          <cx:pt idx="61199">31.489999999999998</cx:pt>
          <cx:pt idx="61200">88.959999999999994</cx:pt>
          <cx:pt idx="61201">107.95999999999999</cx:pt>
          <cx:pt idx="61202">170.19999999999999</cx:pt>
          <cx:pt idx="61203">19.34</cx:pt>
          <cx:pt idx="61204">77.969999999999999</cx:pt>
          <cx:pt idx="61205">94.989999999999995</cx:pt>
          <cx:pt idx="61206">122.15000000000001</cx:pt>
          <cx:pt idx="61207">69.980000000000004</cx:pt>
          <cx:pt idx="61208">145.44</cx:pt>
          <cx:pt idx="61209">50.979999999999997</cx:pt>
          <cx:pt idx="61210">76.930000000000007</cx:pt>
          <cx:pt idx="61211">50.960000000000001</cx:pt>
          <cx:pt idx="61212">59.960000000000001</cx:pt>
          <cx:pt idx="61213">21.289999999999999</cx:pt>
          <cx:pt idx="61214">65.989999999999995</cx:pt>
          <cx:pt idx="61215">79.980000000000004</cx:pt>
          <cx:pt idx="61216">20.489999999999998</cx:pt>
          <cx:pt idx="61217">17.489999999999998</cx:pt>
          <cx:pt idx="61218">170.93000000000001</cx:pt>
          <cx:pt idx="61219">182.66999999999999</cx:pt>
          <cx:pt idx="61220">46.479999999999997</cx:pt>
          <cx:pt idx="61221">89.969999999999999</cx:pt>
          <cx:pt idx="61222">79.849999999999994</cx:pt>
          <cx:pt idx="61223">79.980000000000004</cx:pt>
          <cx:pt idx="61224">55.979999999999997</cx:pt>
          <cx:pt idx="61225">78.969999999999999</cx:pt>
          <cx:pt idx="61226">170.56999999999999</cx:pt>
          <cx:pt idx="61227">40.289999999999999</cx:pt>
          <cx:pt idx="61228">93.560000000000002</cx:pt>
          <cx:pt idx="61229">59.859999999999999</cx:pt>
          <cx:pt idx="61230">207.91999999999999</cx:pt>
          <cx:pt idx="61231">95.959999999999994</cx:pt>
          <cx:pt idx="61232">88.969999999999999</cx:pt>
          <cx:pt idx="61233">105.98</cx:pt>
          <cx:pt idx="61234">52.979999999999997</cx:pt>
          <cx:pt idx="61235">95.959999999999994</cx:pt>
          <cx:pt idx="61236">53.960000000000001</cx:pt>
          <cx:pt idx="61237">134.96000000000001</cx:pt>
          <cx:pt idx="61238">114.95</cx:pt>
          <cx:pt idx="61239">48.280000000000001</cx:pt>
          <cx:pt idx="61240">197.97</cx:pt>
          <cx:pt idx="61241">63.960000000000001</cx:pt>
          <cx:pt idx="61242">49.979999999999997</cx:pt>
          <cx:pt idx="61243">59.979999999999997</cx:pt>
          <cx:pt idx="61244">211.91999999999999</cx:pt>
          <cx:pt idx="61245">86.969999999999999</cx:pt>
          <cx:pt idx="61246">59.979999999999997</cx:pt>
          <cx:pt idx="61247">41.289999999999999</cx:pt>
          <cx:pt idx="61248">115.38</cx:pt>
          <cx:pt idx="61249">92.560000000000002</cx:pt>
          <cx:pt idx="61250">217.94</cx:pt>
          <cx:pt idx="61251">50.979999999999997</cx:pt>
          <cx:pt idx="61252">78.019999999999996</cx:pt>
          <cx:pt idx="61253">120.98</cx:pt>
          <cx:pt idx="61254">149.97</cx:pt>
          <cx:pt idx="61255">83.969999999999999</cx:pt>
          <cx:pt idx="61256">71.480000000000004</cx:pt>
          <cx:pt idx="61257">55.979999999999997</cx:pt>
          <cx:pt idx="61258">77.969999999999999</cx:pt>
          <cx:pt idx="61259">53.969999999999999</cx:pt>
          <cx:pt idx="61260">138.47</cx:pt>
          <cx:pt idx="61261">76.980000000000004</cx:pt>
          <cx:pt idx="61262">53.979999999999997</cx:pt>
          <cx:pt idx="61263">102.95</cx:pt>
          <cx:pt idx="61264">99.969999999999999</cx:pt>
          <cx:pt idx="61265">307.69</cx:pt>
          <cx:pt idx="61266">103.95999999999999</cx:pt>
          <cx:pt idx="61267">103.95999999999999</cx:pt>
          <cx:pt idx="61268">47.490000000000002</cx:pt>
          <cx:pt idx="61269">59.979999999999997</cx:pt>
          <cx:pt idx="61270">58.799999999999997</cx:pt>
          <cx:pt idx="61271">71.989999999999995</cx:pt>
          <cx:pt idx="61272">29.02</cx:pt>
          <cx:pt idx="61273">-24.489999999999998</cx:pt>
          <cx:pt idx="61274">59.969999999999999</cx:pt>
          <cx:pt idx="61275">51.979999999999997</cx:pt>
          <cx:pt idx="61276">-49.590000000000003</cx:pt>
          <cx:pt idx="61277">44.990000000000002</cx:pt>
          <cx:pt idx="61278">82.969999999999999</cx:pt>
          <cx:pt idx="61279">55.420000000000002</cx:pt>
          <cx:pt idx="61280">31.489999999999998</cx:pt>
          <cx:pt idx="61281">1816.26</cx:pt>
          <cx:pt idx="61282">103.37</cx:pt>
          <cx:pt idx="61283">41.479999999999997</cx:pt>
          <cx:pt idx="61284">145.44999999999999</cx:pt>
          <cx:pt idx="61285">54.979999999999997</cx:pt>
          <cx:pt idx="61286">69.989999999999995</cx:pt>
          <cx:pt idx="61287">48.549999999999997</cx:pt>
          <cx:pt idx="61288">26.489999999999998</cx:pt>
          <cx:pt idx="61289">59.979999999999997</cx:pt>
          <cx:pt idx="61290">52.740000000000002</cx:pt>
          <cx:pt idx="61291">154.97</cx:pt>
          <cx:pt idx="61292">60.579999999999998</cx:pt>
          <cx:pt idx="61293">65.989999999999995</cx:pt>
          <cx:pt idx="61294">65.989999999999995</cx:pt>
          <cx:pt idx="61295">120.98</cx:pt>
          <cx:pt idx="61296">161.96000000000001</cx:pt>
          <cx:pt idx="61297">64.480000000000004</cx:pt>
          <cx:pt idx="61298">66.540000000000006</cx:pt>
          <cx:pt idx="61299">50.460000000000001</cx:pt>
          <cx:pt idx="61300">271.92000000000002</cx:pt>
          <cx:pt idx="61301">119.95999999999999</cx:pt>
          <cx:pt idx="61302">59.979999999999997</cx:pt>
          <cx:pt idx="61303">55.979999999999997</cx:pt>
          <cx:pt idx="61304">31.280000000000001</cx:pt>
          <cx:pt idx="61305">55.979999999999997</cx:pt>
          <cx:pt idx="61306">53.979999999999997</cx:pt>
          <cx:pt idx="61307">39.479999999999997</cx:pt>
          <cx:pt idx="61308">111.95999999999999</cx:pt>
          <cx:pt idx="61309">319.06999999999999</cx:pt>
          <cx:pt idx="61310">59.979999999999997</cx:pt>
          <cx:pt idx="61311">20.550000000000001</cx:pt>
          <cx:pt idx="61312">111.95999999999999</cx:pt>
          <cx:pt idx="61313">59.979999999999997</cx:pt>
          <cx:pt idx="61314">54.979999999999997</cx:pt>
          <cx:pt idx="61315">89.980000000000004</cx:pt>
          <cx:pt idx="61316">39.890000000000001</cx:pt>
          <cx:pt idx="61317">81.030000000000001</cx:pt>
          <cx:pt idx="61318">65.329999999999998</cx:pt>
          <cx:pt idx="61319">16.289999999999999</cx:pt>
          <cx:pt idx="61320">63.57</cx:pt>
          <cx:pt idx="61321">54.990000000000002</cx:pt>
          <cx:pt idx="61322">71.939999999999998</cx:pt>
          <cx:pt idx="61323">156.55000000000001</cx:pt>
          <cx:pt idx="61324">54.979999999999997</cx:pt>
          <cx:pt idx="61325">75.030000000000001</cx:pt>
          <cx:pt idx="61326">59.979999999999997</cx:pt>
          <cx:pt idx="61327">59.979999999999997</cx:pt>
          <cx:pt idx="61328">149.56</cx:pt>
          <cx:pt idx="61329">27.239999999999998</cx:pt>
          <cx:pt idx="61330">31.489999999999998</cx:pt>
          <cx:pt idx="61331">119.95999999999999</cx:pt>
          <cx:pt idx="61332">122.95</cx:pt>
          <cx:pt idx="61333">41.490000000000002</cx:pt>
          <cx:pt idx="61334">11.48</cx:pt>
          <cx:pt idx="61335">69.969999999999999</cx:pt>
          <cx:pt idx="61336">79.980000000000004</cx:pt>
          <cx:pt idx="61337">221.91999999999999</cx:pt>
          <cx:pt idx="61338">36.479999999999997</cx:pt>
          <cx:pt idx="61339">69.950000000000003</cx:pt>
          <cx:pt idx="61340">55.979999999999997</cx:pt>
          <cx:pt idx="61341">205.84</cx:pt>
          <cx:pt idx="61342">55.979999999999997</cx:pt>
          <cx:pt idx="61343">55.979999999999997</cx:pt>
          <cx:pt idx="61344">39.280000000000001</cx:pt>
          <cx:pt idx="61345">7.1699999999999999</cx:pt>
          <cx:pt idx="61346">29.989999999999998</cx:pt>
          <cx:pt idx="61347">55.979999999999997</cx:pt>
          <cx:pt idx="61348">85.469999999999999</cx:pt>
          <cx:pt idx="61349">143.94</cx:pt>
          <cx:pt idx="61350">38.479999999999997</cx:pt>
          <cx:pt idx="61351">62.469999999999999</cx:pt>
          <cx:pt idx="61352">57.479999999999997</cx:pt>
          <cx:pt idx="61353">80.969999999999999</cx:pt>
          <cx:pt idx="61354">32.509999999999998</cx:pt>
          <cx:pt idx="61355">89.969999999999999</cx:pt>
          <cx:pt idx="61356">58.979999999999997</cx:pt>
          <cx:pt idx="61357">131.97999999999999</cx:pt>
          <cx:pt idx="61358">74.959999999999994</cx:pt>
          <cx:pt idx="61359">-1</cx:pt>
          <cx:pt idx="61360">51.960000000000001</cx:pt>
          <cx:pt idx="61361">54.990000000000002</cx:pt>
          <cx:pt idx="61362">83.969999999999999</cx:pt>
          <cx:pt idx="61363">51.979999999999997</cx:pt>
          <cx:pt idx="61364">59.960000000000001</cx:pt>
          <cx:pt idx="61365">89.980000000000004</cx:pt>
          <cx:pt idx="61366">-59.979999999999997</cx:pt>
          <cx:pt idx="61367">55.979999999999997</cx:pt>
          <cx:pt idx="61368">55.979999999999997</cx:pt>
          <cx:pt idx="61369">-53.979999999999997</cx:pt>
          <cx:pt idx="61370">19.489999999999998</cx:pt>
          <cx:pt idx="61371">49.590000000000003</cx:pt>
          <cx:pt idx="61372">59.979999999999997</cx:pt>
          <cx:pt idx="61373">69.989999999999995</cx:pt>
          <cx:pt idx="61374">59.960000000000001</cx:pt>
          <cx:pt idx="61375">71.969999999999999</cx:pt>
          <cx:pt idx="61376">55.979999999999997</cx:pt>
          <cx:pt idx="61377">54.990000000000002</cx:pt>
          <cx:pt idx="61378">259.89999999999998</cx:pt>
          <cx:pt idx="61379">34.280000000000001</cx:pt>
          <cx:pt idx="61380">79.989999999999995</cx:pt>
          <cx:pt idx="61381">51.979999999999997</cx:pt>
          <cx:pt idx="61382">53.979999999999997</cx:pt>
          <cx:pt idx="61383">66.489999999999995</cx:pt>
          <cx:pt idx="61384">155.97</cx:pt>
          <cx:pt idx="61385">89.969999999999999</cx:pt>
          <cx:pt idx="61386">52.530000000000001</cx:pt>
          <cx:pt idx="61387">63.960000000000001</cx:pt>
          <cx:pt idx="61388">108.88</cx:pt>
          <cx:pt idx="61389">59.979999999999997</cx:pt>
          <cx:pt idx="61390">57.149999999999999</cx:pt>
          <cx:pt idx="61391">40.469999999999999</cx:pt>
          <cx:pt idx="61392">10.210000000000001</cx:pt>
          <cx:pt idx="61393">63.969999999999999</cx:pt>
          <cx:pt idx="61394">89.969999999999999</cx:pt>
          <cx:pt idx="61395">104.98</cx:pt>
          <cx:pt idx="61396">54.990000000000002</cx:pt>
          <cx:pt idx="61397">59.979999999999997</cx:pt>
          <cx:pt idx="61398">31.489999999999998</cx:pt>
          <cx:pt idx="61399">188.93000000000001</cx:pt>
          <cx:pt idx="61400">55.979999999999997</cx:pt>
          <cx:pt idx="61401">145.16</cx:pt>
          <cx:pt idx="61402">105.09</cx:pt>
          <cx:pt idx="61403">126.98999999999999</cx:pt>
          <cx:pt idx="61404">152.94999999999999</cx:pt>
          <cx:pt idx="61405">95.969999999999999</cx:pt>
          <cx:pt idx="61406">39.479999999999997</cx:pt>
          <cx:pt idx="61407">67.469999999999999</cx:pt>
          <cx:pt idx="61408">100.39</cx:pt>
          <cx:pt idx="61409">51.969999999999999</cx:pt>
          <cx:pt idx="61410">161.91</cx:pt>
          <cx:pt idx="61411">55.640000000000001</cx:pt>
          <cx:pt idx="61412">31.489999999999998</cx:pt>
          <cx:pt idx="61413">53.979999999999997</cx:pt>
          <cx:pt idx="61414">111.95999999999999</cx:pt>
          <cx:pt idx="61415">65.920000000000002</cx:pt>
          <cx:pt idx="61416">35.259999999999998</cx:pt>
          <cx:pt idx="61417">59.990000000000002</cx:pt>
          <cx:pt idx="61418">103.95999999999999</cx:pt>
          <cx:pt idx="61419">59.979999999999997</cx:pt>
          <cx:pt idx="61420">83.480000000000004</cx:pt>
          <cx:pt idx="61421">147.59999999999999</cx:pt>
          <cx:pt idx="61422">8.4900000000000002</cx:pt>
          <cx:pt idx="61423">50.479999999999997</cx:pt>
          <cx:pt idx="61424">80.060000000000002</cx:pt>
          <cx:pt idx="61425">46.280000000000001</cx:pt>
          <cx:pt idx="61426">59.990000000000002</cx:pt>
          <cx:pt idx="61427">79.989999999999995</cx:pt>
          <cx:pt idx="61428">22.489999999999998</cx:pt>
          <cx:pt idx="61429">101.7</cx:pt>
          <cx:pt idx="61430">83.969999999999999</cx:pt>
          <cx:pt idx="61431">49.950000000000003</cx:pt>
          <cx:pt idx="61432">97.969999999999999</cx:pt>
          <cx:pt idx="61433">62.969999999999999</cx:pt>
          <cx:pt idx="61434">24.489999999999998</cx:pt>
          <cx:pt idx="61435">62.969999999999999</cx:pt>
          <cx:pt idx="61436">58.479999999999997</cx:pt>
          <cx:pt idx="61437">59.979999999999997</cx:pt>
          <cx:pt idx="61438">169.13999999999999</cx:pt>
          <cx:pt idx="61439">59.979999999999997</cx:pt>
          <cx:pt idx="61440">51.979999999999997</cx:pt>
          <cx:pt idx="61441">50.979999999999997</cx:pt>
          <cx:pt idx="61442">51.979999999999997</cx:pt>
          <cx:pt idx="61443">1.5</cx:pt>
          <cx:pt idx="61444">110.95999999999999</cx:pt>
          <cx:pt idx="61445">98.969999999999999</cx:pt>
          <cx:pt idx="61446">96.280000000000001</cx:pt>
          <cx:pt idx="61447">83.480000000000004</cx:pt>
          <cx:pt idx="61448">96.269999999999996</cx:pt>
          <cx:pt idx="61449">18.129999999999999</cx:pt>
          <cx:pt idx="61450">81.030000000000001</cx:pt>
          <cx:pt idx="61451">79.700000000000003</cx:pt>
          <cx:pt idx="61452">92.659999999999997</cx:pt>
          <cx:pt idx="61453">209.93000000000001</cx:pt>
          <cx:pt idx="61454">109.95999999999999</cx:pt>
          <cx:pt idx="61455">59.979999999999997</cx:pt>
          <cx:pt idx="61456">121.70999999999999</cx:pt>
          <cx:pt idx="61457">166.46000000000001</cx:pt>
          <cx:pt idx="61458">119.95999999999999</cx:pt>
          <cx:pt idx="61459">59.979999999999997</cx:pt>
          <cx:pt idx="61460">69.969999999999999</cx:pt>
          <cx:pt idx="61461">50.979999999999997</cx:pt>
          <cx:pt idx="61462">53.979999999999997</cx:pt>
          <cx:pt idx="61463">77.420000000000002</cx:pt>
          <cx:pt idx="61464">139.94999999999999</cx:pt>
          <cx:pt idx="61465">53.380000000000003</cx:pt>
          <cx:pt idx="61466">131.97999999999999</cx:pt>
          <cx:pt idx="61467">179.94</cx:pt>
          <cx:pt idx="61468">263.95999999999998</cx:pt>
          <cx:pt idx="61469">31.489999999999998</cx:pt>
          <cx:pt idx="61470">84.969999999999999</cx:pt>
          <cx:pt idx="61471">77.969999999999999</cx:pt>
          <cx:pt idx="61472">239.91999999999999</cx:pt>
          <cx:pt idx="61473">101.95999999999999</cx:pt>
          <cx:pt idx="61474">67.969999999999999</cx:pt>
          <cx:pt idx="61475">59.979999999999997</cx:pt>
          <cx:pt idx="61476">149.50999999999999</cx:pt>
          <cx:pt idx="61477">114.95999999999999</cx:pt>
          <cx:pt idx="61478">83.969999999999999</cx:pt>
          <cx:pt idx="61479">55.979999999999997</cx:pt>
          <cx:pt idx="61480">142.44</cx:pt>
          <cx:pt idx="61481">95.959999999999994</cx:pt>
          <cx:pt idx="61482">193.93000000000001</cx:pt>
          <cx:pt idx="61483">139.94999999999999</cx:pt>
          <cx:pt idx="61484">86.069999999999993</cx:pt>
          <cx:pt idx="61485">61.369999999999997</cx:pt>
          <cx:pt idx="61486">55.390000000000001</cx:pt>
          <cx:pt idx="61487">59.979999999999997</cx:pt>
          <cx:pt idx="61488">61.979999999999997</cx:pt>
          <cx:pt idx="61489">41.289999999999999</cx:pt>
          <cx:pt idx="61490">65.319999999999993</cx:pt>
          <cx:pt idx="61491">157.24000000000001</cx:pt>
          <cx:pt idx="61492">59.979999999999997</cx:pt>
          <cx:pt idx="61493">50.490000000000002</cx:pt>
          <cx:pt idx="61494">77.969999999999999</cx:pt>
          <cx:pt idx="61495">84.659999999999997</cx:pt>
          <cx:pt idx="61496">83.969999999999999</cx:pt>
          <cx:pt idx="61497">49.990000000000002</cx:pt>
          <cx:pt idx="61498">59.979999999999997</cx:pt>
          <cx:pt idx="61499">59.979999999999997</cx:pt>
          <cx:pt idx="61500">171.97</cx:pt>
          <cx:pt idx="61501">75.980000000000004</cx:pt>
          <cx:pt idx="61502">95.959999999999994</cx:pt>
          <cx:pt idx="61503">53.979999999999997</cx:pt>
          <cx:pt idx="61504">94.340000000000003</cx:pt>
          <cx:pt idx="61505">59.969999999999999</cx:pt>
          <cx:pt idx="61506">79.969999999999999</cx:pt>
          <cx:pt idx="61507">53.979999999999997</cx:pt>
          <cx:pt idx="61508">120.45999999999999</cx:pt>
          <cx:pt idx="61509">86.959999999999994</cx:pt>
          <cx:pt idx="61510">239.90000000000001</cx:pt>
          <cx:pt idx="61511">68.969999999999999</cx:pt>
          <cx:pt idx="61512">55.979999999999997</cx:pt>
          <cx:pt idx="61513">59.979999999999997</cx:pt>
          <cx:pt idx="61514">28.289999999999999</cx:pt>
          <cx:pt idx="61515">65.989999999999995</cx:pt>
          <cx:pt idx="61516">85.870000000000005</cx:pt>
          <cx:pt idx="61517">63.960000000000001</cx:pt>
          <cx:pt idx="61518">46.289999999999999</cx:pt>
          <cx:pt idx="61519">53.969999999999999</cx:pt>
          <cx:pt idx="61520">65.989999999999995</cx:pt>
          <cx:pt idx="61521">65.989999999999995</cx:pt>
          <cx:pt idx="61522">51.93</cx:pt>
          <cx:pt idx="61523">31.489999999999998</cx:pt>
          <cx:pt idx="61524">59.979999999999997</cx:pt>
          <cx:pt idx="61525">54.990000000000002</cx:pt>
          <cx:pt idx="61526">119.95999999999999</cx:pt>
          <cx:pt idx="61527">81.049999999999997</cx:pt>
          <cx:pt idx="61528">62.07</cx:pt>
          <cx:pt idx="61529">77.969999999999999</cx:pt>
          <cx:pt idx="61530">11.289999999999999</cx:pt>
          <cx:pt idx="61531">121.95</cx:pt>
          <cx:pt idx="61532">223.91999999999999</cx:pt>
          <cx:pt idx="61533">62.880000000000003</cx:pt>
          <cx:pt idx="61534">83.969999999999999</cx:pt>
          <cx:pt idx="61535">257.25</cx:pt>
          <cx:pt idx="61536">59.990000000000002</cx:pt>
          <cx:pt idx="61537">54.950000000000003</cx:pt>
          <cx:pt idx="61538">65.989999999999995</cx:pt>
          <cx:pt idx="61539">70.260000000000005</cx:pt>
          <cx:pt idx="61540">111.95</cx:pt>
          <cx:pt idx="61541">59.979999999999997</cx:pt>
          <cx:pt idx="61542">55.979999999999997</cx:pt>
          <cx:pt idx="61543">55.390000000000001</cx:pt>
          <cx:pt idx="61544">66.579999999999998</cx:pt>
          <cx:pt idx="61545">49.479999999999997</cx:pt>
          <cx:pt idx="61546">167.94</cx:pt>
          <cx:pt idx="61547">51.979999999999997</cx:pt>
          <cx:pt idx="61548">85.980000000000004</cx:pt>
          <cx:pt idx="61549">37.479999999999997</cx:pt>
          <cx:pt idx="61550">119.95999999999999</cx:pt>
          <cx:pt idx="61551">59.979999999999997</cx:pt>
          <cx:pt idx="61552">221.94</cx:pt>
          <cx:pt idx="61553">52.479999999999997</cx:pt>
          <cx:pt idx="61554">139.91999999999999</cx:pt>
          <cx:pt idx="61555">51.979999999999997</cx:pt>
          <cx:pt idx="61556">93.959999999999994</cx:pt>
          <cx:pt idx="61557">1.5</cx:pt>
          <cx:pt idx="61558">111.95999999999999</cx:pt>
          <cx:pt idx="61559">77.390000000000001</cx:pt>
          <cx:pt idx="61560">55.979999999999997</cx:pt>
          <cx:pt idx="61561">71.969999999999999</cx:pt>
          <cx:pt idx="61562">130.94999999999999</cx:pt>
          <cx:pt idx="61563">16.289999999999999</cx:pt>
          <cx:pt idx="61564">33.289999999999999</cx:pt>
          <cx:pt idx="61565">65.319999999999993</cx:pt>
          <cx:pt idx="61566">39.890000000000001</cx:pt>
          <cx:pt idx="61567">119.73999999999999</cx:pt>
          <cx:pt idx="61568">51.960000000000001</cx:pt>
          <cx:pt idx="61569">41.490000000000002</cx:pt>
          <cx:pt idx="61570">131.97999999999999</cx:pt>
          <cx:pt idx="61571">167.94</cx:pt>
          <cx:pt idx="61572">89.969999999999999</cx:pt>
          <cx:pt idx="61573">95.239999999999995</cx:pt>
          <cx:pt idx="61574">51.979999999999997</cx:pt>
          <cx:pt idx="61575">51.460000000000001</cx:pt>
          <cx:pt idx="61576">111.02</cx:pt>
          <cx:pt idx="61577">55.979999999999997</cx:pt>
          <cx:pt idx="61578">108.88</cx:pt>
          <cx:pt idx="61579">-2.9900000000000002</cx:pt>
          <cx:pt idx="61580">107.94</cx:pt>
          <cx:pt idx="61581">57.969999999999999</cx:pt>
          <cx:pt idx="61582">27.989999999999998</cx:pt>
          <cx:pt idx="61583">130.91</cx:pt>
          <cx:pt idx="61584">-34.170000000000002</cx:pt>
          <cx:pt idx="61585">53.979999999999997</cx:pt>
          <cx:pt idx="61586">26.280000000000001</cx:pt>
          <cx:pt idx="61587">167.94</cx:pt>
          <cx:pt idx="61588">119.95999999999999</cx:pt>
          <cx:pt idx="61589">89.969999999999999</cx:pt>
          <cx:pt idx="61590">328.10000000000002</cx:pt>
          <cx:pt idx="61591">55.979999999999997</cx:pt>
          <cx:pt idx="61592">51.979999999999997</cx:pt>
          <cx:pt idx="61593">56.68</cx:pt>
          <cx:pt idx="61594">59.979999999999997</cx:pt>
          <cx:pt idx="61595">90.730000000000004</cx:pt>
          <cx:pt idx="61596">72.579999999999998</cx:pt>
          <cx:pt idx="61597">118.78</cx:pt>
          <cx:pt idx="61598">89.969999999999999</cx:pt>
          <cx:pt idx="61599">83.969999999999999</cx:pt>
          <cx:pt idx="61600">131.97999999999999</cx:pt>
          <cx:pt idx="61601">39.280000000000001</cx:pt>
          <cx:pt idx="61602">65.299999999999997</cx:pt>
          <cx:pt idx="61603">75.129999999999995</cx:pt>
          <cx:pt idx="61604">16.489999999999998</cx:pt>
          <cx:pt idx="61605">74.980000000000004</cx:pt>
          <cx:pt idx="61606">60.990000000000002</cx:pt>
          <cx:pt idx="61607">139.94999999999999</cx:pt>
          <cx:pt idx="61608">59.979999999999997</cx:pt>
          <cx:pt idx="61609">57.979999999999997</cx:pt>
          <cx:pt idx="61610">50.829999999999998</cx:pt>
          <cx:pt idx="61611">53.479999999999997</cx:pt>
          <cx:pt idx="61612">59.979999999999997</cx:pt>
          <cx:pt idx="61613">18.93</cx:pt>
          <cx:pt idx="61614">72.579999999999998</cx:pt>
          <cx:pt idx="61615">55.979999999999997</cx:pt>
          <cx:pt idx="61616">63.979999999999997</cx:pt>
          <cx:pt idx="61617">79.989999999999995</cx:pt>
          <cx:pt idx="61618">55.979999999999997</cx:pt>
          <cx:pt idx="61619">124.97</cx:pt>
          <cx:pt idx="61620">28.489999999999998</cx:pt>
          <cx:pt idx="61621">181.37</cx:pt>
          <cx:pt idx="61622">65.319999999999993</cx:pt>
          <cx:pt idx="61623">59.979999999999997</cx:pt>
          <cx:pt idx="61624">84.980000000000004</cx:pt>
          <cx:pt idx="61625">419.85000000000002</cx:pt>
          <cx:pt idx="61626">59.979999999999997</cx:pt>
          <cx:pt idx="61627">30.98</cx:pt>
          <cx:pt idx="61628">163.84999999999999</cx:pt>
          <cx:pt idx="61629">167.94</cx:pt>
          <cx:pt idx="61630">42.479999999999997</cx:pt>
          <cx:pt idx="61631">61.689999999999998</cx:pt>
          <cx:pt idx="61632">88.469999999999999</cx:pt>
          <cx:pt idx="61633">41.490000000000002</cx:pt>
          <cx:pt idx="61634">108.17</cx:pt>
          <cx:pt idx="61635">115.95999999999999</cx:pt>
          <cx:pt idx="61636">55.979999999999997</cx:pt>
          <cx:pt idx="61637">71.969999999999999</cx:pt>
          <cx:pt idx="61638">29.02</cx:pt>
          <cx:pt idx="61639">111.92</cx:pt>
          <cx:pt idx="61640">31.489999999999998</cx:pt>
          <cx:pt idx="61641">119.97</cx:pt>
          <cx:pt idx="61642">59.979999999999997</cx:pt>
          <cx:pt idx="61643">29.489999999999998</cx:pt>
          <cx:pt idx="61644">101.95999999999999</cx:pt>
          <cx:pt idx="61645">140.97</cx:pt>
          <cx:pt idx="61646">131.97999999999999</cx:pt>
          <cx:pt idx="61647">69.980000000000004</cx:pt>
          <cx:pt idx="61648">89.969999999999999</cx:pt>
          <cx:pt idx="61649">62.969999999999999</cx:pt>
          <cx:pt idx="61650">126.06</cx:pt>
          <cx:pt idx="61651">65.989999999999995</cx:pt>
          <cx:pt idx="61652">59.979999999999997</cx:pt>
          <cx:pt idx="61653">29.489999999999998</cx:pt>
          <cx:pt idx="61654">140.94999999999999</cx:pt>
          <cx:pt idx="61655">106.97</cx:pt>
          <cx:pt idx="61656">84.969999999999999</cx:pt>
          <cx:pt idx="61657">76.209999999999994</cx:pt>
          <cx:pt idx="61658">102.8</cx:pt>
          <cx:pt idx="61659">144.94</cx:pt>
          <cx:pt idx="61660">59.979999999999997</cx:pt>
          <cx:pt idx="61661">-1.5</cx:pt>
          <cx:pt idx="61662">105.98</cx:pt>
          <cx:pt idx="61663">134.96000000000001</cx:pt>
          <cx:pt idx="61664">86.980000000000004</cx:pt>
          <cx:pt idx="61665">127.92</cx:pt>
          <cx:pt idx="61666">191.91999999999999</cx:pt>
          <cx:pt idx="61667">111.98</cx:pt>
          <cx:pt idx="61668">131.97999999999999</cx:pt>
          <cx:pt idx="61669">81.269999999999996</cx:pt>
          <cx:pt idx="61670">53.979999999999997</cx:pt>
          <cx:pt idx="61671">197.75</cx:pt>
          <cx:pt idx="61672">79.980000000000004</cx:pt>
          <cx:pt idx="61673">51.979999999999997</cx:pt>
          <cx:pt idx="61674">56.969999999999999</cx:pt>
          <cx:pt idx="61675">59.979999999999997</cx:pt>
          <cx:pt idx="61676">99.959999999999994</cx:pt>
          <cx:pt idx="61677">89.969999999999999</cx:pt>
          <cx:pt idx="61678">29.989999999999998</cx:pt>
          <cx:pt idx="61679">75.569999999999993</cx:pt>
          <cx:pt idx="61680">74.680000000000007</cx:pt>
          <cx:pt idx="61681">59.990000000000002</cx:pt>
          <cx:pt idx="61682">75.969999999999999</cx:pt>
          <cx:pt idx="61683">53.979999999999997</cx:pt>
          <cx:pt idx="61684">71.969999999999999</cx:pt>
          <cx:pt idx="61685">31.489999999999998</cx:pt>
          <cx:pt idx="61686">53.979999999999997</cx:pt>
          <cx:pt idx="61687">54.990000000000002</cx:pt>
          <cx:pt idx="61688">55.979999999999997</cx:pt>
          <cx:pt idx="61689">96.780000000000001</cx:pt>
          <cx:pt idx="61690">159.96000000000001</cx:pt>
          <cx:pt idx="61691">89.969999999999999</cx:pt>
          <cx:pt idx="61692">129.94999999999999</cx:pt>
          <cx:pt idx="61693">52.240000000000002</cx:pt>
          <cx:pt idx="61694">25.390000000000001</cx:pt>
          <cx:pt idx="61695">51.270000000000003</cx:pt>
          <cx:pt idx="61696">51.979999999999997</cx:pt>
          <cx:pt idx="61697">84.650000000000006</cx:pt>
          <cx:pt idx="61698">149.71000000000001</cx:pt>
          <cx:pt idx="61699">131.97999999999999</cx:pt>
          <cx:pt idx="61700">95.959999999999994</cx:pt>
          <cx:pt idx="61701">55.979999999999997</cx:pt>
          <cx:pt idx="61702">62.979999999999997</cx:pt>
          <cx:pt idx="61703">280.89999999999998</cx:pt>
          <cx:pt idx="61704">37.490000000000002</cx:pt>
          <cx:pt idx="61705">77.420000000000002</cx:pt>
          <cx:pt idx="61706">67.739999999999995</cx:pt>
          <cx:pt idx="61707">55.979999999999997</cx:pt>
          <cx:pt idx="61708">61.939999999999998</cx:pt>
          <cx:pt idx="61709">167.94</cx:pt>
          <cx:pt idx="61710">65.989999999999995</cx:pt>
          <cx:pt idx="61711">59.979999999999997</cx:pt>
          <cx:pt idx="61712">49.590000000000003</cx:pt>
          <cx:pt idx="61713">150.96000000000001</cx:pt>
          <cx:pt idx="61714">53.979999999999997</cx:pt>
          <cx:pt idx="61715">131.97999999999999</cx:pt>
          <cx:pt idx="61716">55.979999999999997</cx:pt>
          <cx:pt idx="61717">25.489999999999998</cx:pt>
          <cx:pt idx="61718">59.979999999999997</cx:pt>
          <cx:pt idx="61719">59.979999999999997</cx:pt>
          <cx:pt idx="61720">143.34</cx:pt>
          <cx:pt idx="61721">59.979999999999997</cx:pt>
          <cx:pt idx="61722">89.969999999999999</cx:pt>
          <cx:pt idx="61723">41.490000000000002</cx:pt>
          <cx:pt idx="61724">55.979999999999997</cx:pt>
          <cx:pt idx="61725">61.689999999999998</cx:pt>
          <cx:pt idx="61726">65.989999999999995</cx:pt>
          <cx:pt idx="61727">108.16</cx:pt>
          <cx:pt idx="61728">89.980000000000004</cx:pt>
          <cx:pt idx="61729">83.969999999999999</cx:pt>
          <cx:pt idx="61730">131.97999999999999</cx:pt>
          <cx:pt idx="61731">77.969999999999999</cx:pt>
          <cx:pt idx="61732">29.489999999999998</cx:pt>
          <cx:pt idx="61733">80.560000000000002</cx:pt>
          <cx:pt idx="61734">171.96000000000001</cx:pt>
          <cx:pt idx="61735">187.13</cx:pt>
          <cx:pt idx="61736">120.97</cx:pt>
          <cx:pt idx="61737">59.979999999999997</cx:pt>
          <cx:pt idx="61738">78.959999999999994</cx:pt>
          <cx:pt idx="61739">39.890000000000001</cx:pt>
          <cx:pt idx="61740">65.989999999999995</cx:pt>
          <cx:pt idx="61741">83.480000000000004</cx:pt>
          <cx:pt idx="61742">64.980000000000004</cx:pt>
          <cx:pt idx="61743">65.370000000000005</cx:pt>
          <cx:pt idx="61744">55.979999999999997</cx:pt>
          <cx:pt idx="61745">125.66</cx:pt>
          <cx:pt idx="61746">60.990000000000002</cx:pt>
          <cx:pt idx="61747">65.989999999999995</cx:pt>
          <cx:pt idx="61748">-50.950000000000003</cx:pt>
          <cx:pt idx="61749">53.979999999999997</cx:pt>
          <cx:pt idx="61750">54.979999999999997</cx:pt>
          <cx:pt idx="61751">29.379999999999999</cx:pt>
          <cx:pt idx="61752">79.980000000000004</cx:pt>
          <cx:pt idx="61753">83.969999999999999</cx:pt>
          <cx:pt idx="61754">137.94999999999999</cx:pt>
          <cx:pt idx="61755">20.489999999999998</cx:pt>
          <cx:pt idx="61756">101.16</cx:pt>
          <cx:pt idx="61757">156.53999999999999</cx:pt>
          <cx:pt idx="61758">57.979999999999997</cx:pt>
          <cx:pt idx="61759">105.98</cx:pt>
          <cx:pt idx="61760">80.959999999999994</cx:pt>
          <cx:pt idx="61761">61.689999999999998</cx:pt>
          <cx:pt idx="61762">37.479999999999997</cx:pt>
          <cx:pt idx="61763">83.450000000000003</cx:pt>
          <cx:pt idx="61764">65.989999999999995</cx:pt>
          <cx:pt idx="61765">119.95999999999999</cx:pt>
          <cx:pt idx="61766">155.96000000000001</cx:pt>
          <cx:pt idx="61767">49.990000000000002</cx:pt>
          <cx:pt idx="61768">51.189999999999998</cx:pt>
          <cx:pt idx="61769">46.469999999999999</cx:pt>
          <cx:pt idx="61770">99.989999999999995</cx:pt>
          <cx:pt idx="61771">52.979999999999997</cx:pt>
          <cx:pt idx="61772">59.979999999999997</cx:pt>
          <cx:pt idx="61773">55.979999999999997</cx:pt>
          <cx:pt idx="61774">79.980000000000004</cx:pt>
          <cx:pt idx="61775">131.97999999999999</cx:pt>
          <cx:pt idx="61776">65.989999999999995</cx:pt>
          <cx:pt idx="61777">109.26000000000001</cx:pt>
          <cx:pt idx="61778">65.989999999999995</cx:pt>
          <cx:pt idx="61779">113.94</cx:pt>
          <cx:pt idx="61780">89.969999999999999</cx:pt>
          <cx:pt idx="61781">195.84</cx:pt>
          <cx:pt idx="61782">51.979999999999997</cx:pt>
          <cx:pt idx="61783">66.980000000000004</cx:pt>
          <cx:pt idx="61784">77.420000000000002</cx:pt>
          <cx:pt idx="61785">75.959999999999994</cx:pt>
          <cx:pt idx="61786">131.91</cx:pt>
          <cx:pt idx="61787">63.979999999999997</cx:pt>
          <cx:pt idx="61788">55.979999999999997</cx:pt>
          <cx:pt idx="61789">190.41999999999999</cx:pt>
          <cx:pt idx="61790">66.540000000000006</cx:pt>
          <cx:pt idx="61791">29.489999999999998</cx:pt>
          <cx:pt idx="61792">57.57</cx:pt>
          <cx:pt idx="61793">95.969999999999999</cx:pt>
          <cx:pt idx="61794">68.450000000000003</cx:pt>
          <cx:pt idx="61795">89.969999999999999</cx:pt>
          <cx:pt idx="61796">25.469999999999999</cx:pt>
          <cx:pt idx="61797">79.989999999999995</cx:pt>
          <cx:pt idx="61798">112.27</cx:pt>
          <cx:pt idx="61799">136.97</cx:pt>
          <cx:pt idx="61800">31.489999999999998</cx:pt>
          <cx:pt idx="61801">15.49</cx:pt>
          <cx:pt idx="61802">65.989999999999995</cx:pt>
          <cx:pt idx="61803">50.969999999999999</cx:pt>
          <cx:pt idx="61804">36.490000000000002</cx:pt>
          <cx:pt idx="61805">114.95999999999999</cx:pt>
          <cx:pt idx="61806">211.91999999999999</cx:pt>
          <cx:pt idx="61807">49.990000000000002</cx:pt>
          <cx:pt idx="61808">91.969999999999999</cx:pt>
          <cx:pt idx="61809">57.969999999999999</cx:pt>
          <cx:pt idx="61810">92.959999999999994</cx:pt>
          <cx:pt idx="61811">65.989999999999995</cx:pt>
          <cx:pt idx="61812">73.079999999999998</cx:pt>
          <cx:pt idx="61813">111.64</cx:pt>
          <cx:pt idx="61814">31.489999999999998</cx:pt>
          <cx:pt idx="61815">84.680000000000007</cx:pt>
          <cx:pt idx="61816">122.94</cx:pt>
          <cx:pt idx="61817">41.490000000000002</cx:pt>
          <cx:pt idx="61818">83.969999999999999</cx:pt>
          <cx:pt idx="61819">279.93000000000001</cx:pt>
          <cx:pt idx="61820">179.94</cx:pt>
          <cx:pt idx="61821">87.969999999999999</cx:pt>
          <cx:pt idx="61822">55.979999999999997</cx:pt>
          <cx:pt idx="61823">145.75999999999999</cx:pt>
          <cx:pt idx="61824">103.45</cx:pt>
          <cx:pt idx="61825">83.969999999999999</cx:pt>
          <cx:pt idx="61826">59.960000000000001</cx:pt>
          <cx:pt idx="61827">65.969999999999999</cx:pt>
          <cx:pt idx="61828">62.869999999999997</cx:pt>
          <cx:pt idx="61829">55.979999999999997</cx:pt>
          <cx:pt idx="61830">88.069999999999993</cx:pt>
          <cx:pt idx="61831">147.55000000000001</cx:pt>
          <cx:pt idx="61832">279.89999999999998</cx:pt>
          <cx:pt idx="61833">65.989999999999995</cx:pt>
          <cx:pt idx="61834">106.97</cx:pt>
          <cx:pt idx="61835">51.979999999999997</cx:pt>
          <cx:pt idx="61836">89.950000000000003</cx:pt>
          <cx:pt idx="61837">25.350000000000001</cx:pt>
          <cx:pt idx="61838">131.97999999999999</cx:pt>
          <cx:pt idx="61839">-4.9900000000000002</cx:pt>
          <cx:pt idx="61840">99.980000000000004</cx:pt>
          <cx:pt idx="61841">58.979999999999997</cx:pt>
          <cx:pt idx="61842">30</cx:pt>
          <cx:pt idx="61843">79.920000000000002</cx:pt>
          <cx:pt idx="61844">82.959999999999994</cx:pt>
          <cx:pt idx="61845">1.5</cx:pt>
          <cx:pt idx="61846">19.489999999999998</cx:pt>
          <cx:pt idx="61847">49.57</cx:pt>
          <cx:pt idx="61848">107.95999999999999</cx:pt>
          <cx:pt idx="61849">54.859999999999999</cx:pt>
          <cx:pt idx="61850">67.969999999999999</cx:pt>
          <cx:pt idx="61851">59.979999999999997</cx:pt>
          <cx:pt idx="61852">-114.95999999999999</cx:pt>
          <cx:pt idx="61853">16.489999999999998</cx:pt>
          <cx:pt idx="61854">169.94999999999999</cx:pt>
          <cx:pt idx="61855">56.969999999999999</cx:pt>
          <cx:pt idx="61856">57.979999999999997</cx:pt>
          <cx:pt idx="61857">55.979999999999997</cx:pt>
          <cx:pt idx="61858">61.479999999999997</cx:pt>
          <cx:pt idx="61859">56.969999999999999</cx:pt>
          <cx:pt idx="61860">59.969999999999999</cx:pt>
          <cx:pt idx="61861">141.94</cx:pt>
          <cx:pt idx="61862">50.950000000000003</cx:pt>
          <cx:pt idx="61863">65.989999999999995</cx:pt>
          <cx:pt idx="61864">105.98</cx:pt>
          <cx:pt idx="61865">28.489999999999998</cx:pt>
          <cx:pt idx="61866">29.489999999999998</cx:pt>
          <cx:pt idx="61867">105.98</cx:pt>
          <cx:pt idx="61868">83.969999999999999</cx:pt>
          <cx:pt idx="61869">83.480000000000004</cx:pt>
          <cx:pt idx="61870">55.979999999999997</cx:pt>
          <cx:pt idx="61871">65.980000000000004</cx:pt>
          <cx:pt idx="61872">68.930000000000007</cx:pt>
          <cx:pt idx="61873">119.95999999999999</cx:pt>
          <cx:pt idx="61874">55.969999999999999</cx:pt>
          <cx:pt idx="61875">56.969999999999999</cx:pt>
          <cx:pt idx="61876">121.98</cx:pt>
          <cx:pt idx="61877">74.980000000000004</cx:pt>
          <cx:pt idx="61878">159.96000000000001</cx:pt>
          <cx:pt idx="61879">51.960000000000001</cx:pt>
          <cx:pt idx="61880">65.989999999999995</cx:pt>
          <cx:pt idx="61881">76.310000000000002</cx:pt>
          <cx:pt idx="61882">48.479999999999997</cx:pt>
          <cx:pt idx="61883">38.479999999999997</cx:pt>
          <cx:pt idx="61884">36.490000000000002</cx:pt>
          <cx:pt idx="61885">143.72</cx:pt>
          <cx:pt idx="61886">105.45999999999999</cx:pt>
          <cx:pt idx="61887">83.060000000000002</cx:pt>
          <cx:pt idx="61888">53.979999999999997</cx:pt>
          <cx:pt idx="61889">125.93000000000001</cx:pt>
          <cx:pt idx="61890">151.44999999999999</cx:pt>
          <cx:pt idx="61891">65.989999999999995</cx:pt>
          <cx:pt idx="61892">47.490000000000002</cx:pt>
          <cx:pt idx="61893">125.79000000000001</cx:pt>
          <cx:pt idx="61894">62.979999999999997</cx:pt>
          <cx:pt idx="61895">46.479999999999997</cx:pt>
          <cx:pt idx="61896">55.979999999999997</cx:pt>
          <cx:pt idx="61897">129.94999999999999</cx:pt>
          <cx:pt idx="61898">33.479999999999997</cx:pt>
          <cx:pt idx="61899">84.959999999999994</cx:pt>
          <cx:pt idx="61900">49.979999999999997</cx:pt>
          <cx:pt idx="61901">119.97</cx:pt>
          <cx:pt idx="61902">175.44999999999999</cx:pt>
          <cx:pt idx="61903">71.950000000000003</cx:pt>
          <cx:pt idx="61904">33.289999999999999</cx:pt>
          <cx:pt idx="61905">81.959999999999994</cx:pt>
          <cx:pt idx="61906">103.97</cx:pt>
          <cx:pt idx="61907">98.060000000000002</cx:pt>
          <cx:pt idx="61908">65.989999999999995</cx:pt>
          <cx:pt idx="61909">111.95999999999999</cx:pt>
          <cx:pt idx="61910">62.969999999999999</cx:pt>
          <cx:pt idx="61911">179.93000000000001</cx:pt>
          <cx:pt idx="61912">403.91000000000003</cx:pt>
          <cx:pt idx="61913">17.489999999999998</cx:pt>
          <cx:pt idx="61914">148.66</cx:pt>
          <cx:pt idx="61915">55.979999999999997</cx:pt>
          <cx:pt idx="61916">37.93</cx:pt>
          <cx:pt idx="61917">77.390000000000001</cx:pt>
          <cx:pt idx="61918">117.94</cx:pt>
          <cx:pt idx="61919">107.94</cx:pt>
          <cx:pt idx="61920">30.239999999999998</cx:pt>
          <cx:pt idx="61921">41.939999999999998</cx:pt>
          <cx:pt idx="61922">74.459999999999994</cx:pt>
          <cx:pt idx="61923">111.95999999999999</cx:pt>
          <cx:pt idx="61924">13.289999999999999</cx:pt>
          <cx:pt idx="61925">71.959999999999994</cx:pt>
          <cx:pt idx="61926">89.969999999999999</cx:pt>
          <cx:pt idx="61927">36.869999999999997</cx:pt>
          <cx:pt idx="61928">154.94</cx:pt>
          <cx:pt idx="61929">199.94999999999999</cx:pt>
          <cx:pt idx="61930">64.090000000000003</cx:pt>
          <cx:pt idx="61931">45.469999999999999</cx:pt>
          <cx:pt idx="61932">111.95999999999999</cx:pt>
          <cx:pt idx="61933">79.469999999999999</cx:pt>
          <cx:pt idx="61934">149.97</cx:pt>
          <cx:pt idx="61935">51.979999999999997</cx:pt>
          <cx:pt idx="61936">63.960000000000001</cx:pt>
          <cx:pt idx="61937">106.97</cx:pt>
          <cx:pt idx="61938">49.479999999999997</cx:pt>
          <cx:pt idx="61939">135.47</cx:pt>
          <cx:pt idx="61940">29.489999999999998</cx:pt>
          <cx:pt idx="61941">55.979999999999997</cx:pt>
          <cx:pt idx="61942">131.97999999999999</cx:pt>
          <cx:pt idx="61943">33.539999999999999</cx:pt>
          <cx:pt idx="61944">81.480000000000004</cx:pt>
          <cx:pt idx="61945">67.739999999999995</cx:pt>
          <cx:pt idx="61946">48.770000000000003</cx:pt>
          <cx:pt idx="61947">111.95999999999999</cx:pt>
          <cx:pt idx="61948">100.44</cx:pt>
          <cx:pt idx="61949">49.490000000000002</cx:pt>
          <cx:pt idx="61950">83.969999999999999</cx:pt>
          <cx:pt idx="61951">59.979999999999997</cx:pt>
          <cx:pt idx="61952">157.94</cx:pt>
          <cx:pt idx="61953">232.25</cx:pt>
          <cx:pt idx="61954">69.980000000000004</cx:pt>
          <cx:pt idx="61955">55.979999999999997</cx:pt>
          <cx:pt idx="61956">65.989999999999995</cx:pt>
          <cx:pt idx="61957">53.979999999999997</cx:pt>
          <cx:pt idx="61958">26.289999999999999</cx:pt>
          <cx:pt idx="61959">75.959999999999994</cx:pt>
          <cx:pt idx="61960">59.979999999999997</cx:pt>
          <cx:pt idx="61961">119.95999999999999</cx:pt>
          <cx:pt idx="61962">28.289999999999999</cx:pt>
          <cx:pt idx="61963">55.979999999999997</cx:pt>
          <cx:pt idx="61964">65.989999999999995</cx:pt>
          <cx:pt idx="61965">79.980000000000004</cx:pt>
          <cx:pt idx="61966">10.279999999999999</cx:pt>
          <cx:pt idx="61967">66.469999999999999</cx:pt>
          <cx:pt idx="61968">131.97999999999999</cx:pt>
          <cx:pt idx="61969">79.980000000000004</cx:pt>
          <cx:pt idx="61970">59.960000000000001</cx:pt>
          <cx:pt idx="61971">87.969999999999999</cx:pt>
          <cx:pt idx="61972">93.560000000000002</cx:pt>
          <cx:pt idx="61973">181.46000000000001</cx:pt>
          <cx:pt idx="61974">111.95999999999999</cx:pt>
          <cx:pt idx="61975">97.959999999999994</cx:pt>
          <cx:pt idx="61976">181.97</cx:pt>
          <cx:pt idx="61977">192.84999999999999</cx:pt>
          <cx:pt idx="61978">280.67000000000002</cx:pt>
          <cx:pt idx="61979">165.59999999999999</cx:pt>
          <cx:pt idx="61980">31.489999999999998</cx:pt>
          <cx:pt idx="61981">79.980000000000004</cx:pt>
          <cx:pt idx="61982">65.980000000000004</cx:pt>
          <cx:pt idx="61983">48.229999999999997</cx:pt>
          <cx:pt idx="61984">55.979999999999997</cx:pt>
          <cx:pt idx="61985">134.91</cx:pt>
          <cx:pt idx="61986">53.979999999999997</cx:pt>
          <cx:pt idx="61987">125.16</cx:pt>
          <cx:pt idx="61988">143.93000000000001</cx:pt>
          <cx:pt idx="61989">22.489999999999998</cx:pt>
          <cx:pt idx="61990">57.68</cx:pt>
          <cx:pt idx="61991">104.77</cx:pt>
          <cx:pt idx="61992">51.979999999999997</cx:pt>
          <cx:pt idx="61993">83.939999999999998</cx:pt>
          <cx:pt idx="61994">59.979999999999997</cx:pt>
          <cx:pt idx="61995">31.489999999999998</cx:pt>
          <cx:pt idx="61996">59.969999999999999</cx:pt>
          <cx:pt idx="61997">37.280000000000001</cx:pt>
          <cx:pt idx="61998">85.969999999999999</cx:pt>
          <cx:pt idx="61999">233.91</cx:pt>
          <cx:pt idx="62000">83.969999999999999</cx:pt>
          <cx:pt idx="62001">87.969999999999999</cx:pt>
          <cx:pt idx="62002">159.06</cx:pt>
          <cx:pt idx="62003">109.95999999999999</cx:pt>
          <cx:pt idx="62004">105.98</cx:pt>
          <cx:pt idx="62005">86.069999999999993</cx:pt>
          <cx:pt idx="62006">41.490000000000002</cx:pt>
          <cx:pt idx="62007">55.979999999999997</cx:pt>
          <cx:pt idx="62008">22.489999999999998</cx:pt>
          <cx:pt idx="62009">72.980000000000004</cx:pt>
          <cx:pt idx="62010">56.979999999999997</cx:pt>
          <cx:pt idx="62011">139.94</cx:pt>
          <cx:pt idx="62012">70.870000000000005</cx:pt>
          <cx:pt idx="62013">50.869999999999997</cx:pt>
          <cx:pt idx="62014">59.979999999999997</cx:pt>
          <cx:pt idx="62015">65.989999999999995</cx:pt>
          <cx:pt idx="62016">27.989999999999998</cx:pt>
          <cx:pt idx="62017">59.979999999999997</cx:pt>
          <cx:pt idx="62018">99.980000000000004</cx:pt>
          <cx:pt idx="62019">64.980000000000004</cx:pt>
          <cx:pt idx="62020">149.94999999999999</cx:pt>
          <cx:pt idx="62021">56.979999999999997</cx:pt>
          <cx:pt idx="62022">-48.479999999999997</cx:pt>
          <cx:pt idx="62023">13.49</cx:pt>
          <cx:pt idx="62024">138.47</cx:pt>
          <cx:pt idx="62025">53.979999999999997</cx:pt>
          <cx:pt idx="62026">25.489999999999998</cx:pt>
          <cx:pt idx="62027">79.980000000000004</cx:pt>
          <cx:pt idx="62028">83.969999999999999</cx:pt>
          <cx:pt idx="62029">65.989999999999995</cx:pt>
          <cx:pt idx="62030">97.969999999999999</cx:pt>
          <cx:pt idx="62031">28.48</cx:pt>
          <cx:pt idx="62032">55.979999999999997</cx:pt>
          <cx:pt idx="62033">-93.939999999999998</cx:pt>
          <cx:pt idx="62034">19.280000000000001</cx:pt>
          <cx:pt idx="62035">79.980000000000004</cx:pt>
          <cx:pt idx="62036">66.680000000000007</cx:pt>
          <cx:pt idx="62037">55.979999999999997</cx:pt>
          <cx:pt idx="62038">41.289999999999999</cx:pt>
          <cx:pt idx="62039">109.44</cx:pt>
          <cx:pt idx="62040">114.95999999999999</cx:pt>
          <cx:pt idx="62041">189.16</cx:pt>
          <cx:pt idx="62042">60.979999999999997</cx:pt>
          <cx:pt idx="62043">207.91999999999999</cx:pt>
          <cx:pt idx="62044">72.579999999999998</cx:pt>
          <cx:pt idx="62045">13.49</cx:pt>
          <cx:pt idx="62046">56.969999999999999</cx:pt>
          <cx:pt idx="62047">143.46000000000001</cx:pt>
          <cx:pt idx="62048">102.95999999999999</cx:pt>
          <cx:pt idx="62049">19.289999999999999</cx:pt>
          <cx:pt idx="62050">119.95999999999999</cx:pt>
          <cx:pt idx="62051">161.65000000000001</cx:pt>
          <cx:pt idx="62052">29.489999999999998</cx:pt>
          <cx:pt idx="62053">239.91999999999999</cx:pt>
          <cx:pt idx="62054">125.93000000000001</cx:pt>
          <cx:pt idx="62055">59.979999999999997</cx:pt>
          <cx:pt idx="62056">55.979999999999997</cx:pt>
          <cx:pt idx="62057">109.04000000000001</cx:pt>
          <cx:pt idx="62058">71.969999999999999</cx:pt>
          <cx:pt idx="62059">136.97</cx:pt>
          <cx:pt idx="62060">100.98</cx:pt>
          <cx:pt idx="62061">111.95999999999999</cx:pt>
          <cx:pt idx="62062">16.489999999999998</cx:pt>
          <cx:pt idx="62063">169.38999999999999</cx:pt>
          <cx:pt idx="62064">55.979999999999997</cx:pt>
          <cx:pt idx="62065">167.94</cx:pt>
          <cx:pt idx="62066">91.969999999999999</cx:pt>
          <cx:pt idx="62067">139.94999999999999</cx:pt>
          <cx:pt idx="62068">129.94999999999999</cx:pt>
          <cx:pt idx="62069">121.95</cx:pt>
          <cx:pt idx="62070">121.98</cx:pt>
          <cx:pt idx="62071">79.459999999999994</cx:pt>
          <cx:pt idx="62072">31.489999999999998</cx:pt>
          <cx:pt idx="62073">55.979999999999997</cx:pt>
          <cx:pt idx="62074">59.960000000000001</cx:pt>
          <cx:pt idx="62075">58.159999999999997</cx:pt>
          <cx:pt idx="62076">121.98</cx:pt>
          <cx:pt idx="62077">41.490000000000002</cx:pt>
          <cx:pt idx="62078">92.540000000000006</cx:pt>
          <cx:pt idx="62079">95.959999999999994</cx:pt>
          <cx:pt idx="62080">111.97</cx:pt>
          <cx:pt idx="62081">65.989999999999995</cx:pt>
          <cx:pt idx="62082">54.990000000000002</cx:pt>
          <cx:pt idx="62083">71.939999999999998</cx:pt>
          <cx:pt idx="62084">121.98</cx:pt>
          <cx:pt idx="62085">121.98</cx:pt>
          <cx:pt idx="62086">55.979999999999997</cx:pt>
          <cx:pt idx="62087">89.980000000000004</cx:pt>
          <cx:pt idx="62088">193.44</cx:pt>
          <cx:pt idx="62089">55.979999999999997</cx:pt>
          <cx:pt idx="62090">31.280000000000001</cx:pt>
          <cx:pt idx="62091">79.980000000000004</cx:pt>
          <cx:pt idx="62092">36.289999999999999</cx:pt>
          <cx:pt idx="62093">59.960000000000001</cx:pt>
          <cx:pt idx="62094">89.969999999999999</cx:pt>
          <cx:pt idx="62095">79.980000000000004</cx:pt>
          <cx:pt idx="62096">78.969999999999999</cx:pt>
          <cx:pt idx="62097">88.290000000000006</cx:pt>
          <cx:pt idx="62098">65.969999999999999</cx:pt>
          <cx:pt idx="62099">62.969999999999999</cx:pt>
          <cx:pt idx="62100">55.979999999999997</cx:pt>
          <cx:pt idx="62101">55.979999999999997</cx:pt>
          <cx:pt idx="62102">59.979999999999997</cx:pt>
          <cx:pt idx="62103">74.980000000000004</cx:pt>
          <cx:pt idx="62104">84.980000000000004</cx:pt>
          <cx:pt idx="62105">51.979999999999997</cx:pt>
          <cx:pt idx="62106">100.76000000000001</cx:pt>
          <cx:pt idx="62107">59.979999999999997</cx:pt>
          <cx:pt idx="62108">65.989999999999995</cx:pt>
          <cx:pt idx="62109">145.84999999999999</cx:pt>
          <cx:pt idx="62110">148.86000000000001</cx:pt>
          <cx:pt idx="62111">140.31999999999999</cx:pt>
          <cx:pt idx="62112">53.969999999999999</cx:pt>
          <cx:pt idx="62113">104.97</cx:pt>
          <cx:pt idx="62114">50.979999999999997</cx:pt>
          <cx:pt idx="62115">59.979999999999997</cx:pt>
          <cx:pt idx="62116">129.43000000000001</cx:pt>
          <cx:pt idx="62117">99.969999999999999</cx:pt>
          <cx:pt idx="62118">121.98</cx:pt>
          <cx:pt idx="62119">71.969999999999999</cx:pt>
          <cx:pt idx="62120">149.94999999999999</cx:pt>
          <cx:pt idx="62121">31.489999999999998</cx:pt>
          <cx:pt idx="62122">55.640000000000001</cx:pt>
          <cx:pt idx="62123">79.849999999999994</cx:pt>
          <cx:pt idx="62124">121.98</cx:pt>
          <cx:pt idx="62125">51.960000000000001</cx:pt>
          <cx:pt idx="62126">57.979999999999997</cx:pt>
          <cx:pt idx="62127">51.270000000000003</cx:pt>
          <cx:pt idx="62128">62.979999999999997</cx:pt>
          <cx:pt idx="62129">67.980000000000004</cx:pt>
          <cx:pt idx="62130">65.989999999999995</cx:pt>
          <cx:pt idx="62131">157.94</cx:pt>
          <cx:pt idx="62132">307.88999999999999</cx:pt>
          <cx:pt idx="62133">103.95999999999999</cx:pt>
          <cx:pt idx="62134">39.479999999999997</cx:pt>
          <cx:pt idx="62135">134.96000000000001</cx:pt>
          <cx:pt idx="62136">89.969999999999999</cx:pt>
          <cx:pt idx="62137">179.94</cx:pt>
          <cx:pt idx="62138">59.979999999999997</cx:pt>
          <cx:pt idx="62139">75.950000000000003</cx:pt>
          <cx:pt idx="62140">65.299999999999997</cx:pt>
          <cx:pt idx="62141">157.96000000000001</cx:pt>
          <cx:pt idx="62142">17.489999999999998</cx:pt>
          <cx:pt idx="62143">184.93000000000001</cx:pt>
          <cx:pt idx="62144">25.289999999999999</cx:pt>
          <cx:pt idx="62145">58.979999999999997</cx:pt>
          <cx:pt idx="62146">59.979999999999997</cx:pt>
          <cx:pt idx="62147">83.969999999999999</cx:pt>
          <cx:pt idx="62148">179.94</cx:pt>
          <cx:pt idx="62149">47.969999999999999</cx:pt>
          <cx:pt idx="62150">55.979999999999997</cx:pt>
          <cx:pt idx="62151">83.969999999999999</cx:pt>
          <cx:pt idx="62152">79.980000000000004</cx:pt>
          <cx:pt idx="62153">121.98</cx:pt>
          <cx:pt idx="62154">56.969999999999999</cx:pt>
          <cx:pt idx="62155">193.38</cx:pt>
          <cx:pt idx="62156">53.130000000000003</cx:pt>
          <cx:pt idx="62157">110.98</cx:pt>
          <cx:pt idx="62158">46.270000000000003</cx:pt>
          <cx:pt idx="62159">75.959999999999994</cx:pt>
          <cx:pt idx="62160">344.88</cx:pt>
          <cx:pt idx="62161">54.810000000000002</cx:pt>
          <cx:pt idx="62162">30.050000000000001</cx:pt>
          <cx:pt idx="62163">139.94999999999999</cx:pt>
          <cx:pt idx="62164">11.289999999999999</cx:pt>
          <cx:pt idx="62165">218.94999999999999</cx:pt>
          <cx:pt idx="62166">13.48</cx:pt>
          <cx:pt idx="62167">49.990000000000002</cx:pt>
          <cx:pt idx="62168">113.95999999999999</cx:pt>
          <cx:pt idx="62169">52.18</cx:pt>
          <cx:pt idx="62170">90.730000000000004</cx:pt>
          <cx:pt idx="62171">55.979999999999997</cx:pt>
          <cx:pt idx="62172">31.289999999999999</cx:pt>
          <cx:pt idx="62173">89.939999999999998</cx:pt>
          <cx:pt idx="62174">77.969999999999999</cx:pt>
          <cx:pt idx="62175">26.289999999999999</cx:pt>
          <cx:pt idx="62176">74.980000000000004</cx:pt>
          <cx:pt idx="62177">51.979999999999997</cx:pt>
          <cx:pt idx="62178">119.95999999999999</cx:pt>
          <cx:pt idx="62179">124.97</cx:pt>
          <cx:pt idx="62180">86.969999999999999</cx:pt>
          <cx:pt idx="62181">74.950000000000003</cx:pt>
          <cx:pt idx="62182">29.489999999999998</cx:pt>
          <cx:pt idx="62183">83.969999999999999</cx:pt>
          <cx:pt idx="62184">69.980000000000004</cx:pt>
          <cx:pt idx="62185">18.489999999999998</cx:pt>
          <cx:pt idx="62186">56.969999999999999</cx:pt>
          <cx:pt idx="62187">389.85000000000002</cx:pt>
          <cx:pt idx="62188">46.479999999999997</cx:pt>
          <cx:pt idx="62189">106.97</cx:pt>
          <cx:pt idx="62190">59.979999999999997</cx:pt>
          <cx:pt idx="62191">59.979999999999997</cx:pt>
          <cx:pt idx="62192">66.260000000000005</cx:pt>
          <cx:pt idx="62193">141.56999999999999</cx:pt>
          <cx:pt idx="62194">63.979999999999997</cx:pt>
          <cx:pt idx="62195">65.989999999999995</cx:pt>
          <cx:pt idx="62196">76.469999999999999</cx:pt>
          <cx:pt idx="62197">73.969999999999999</cx:pt>
          <cx:pt idx="62198">59.890000000000001</cx:pt>
          <cx:pt idx="62199">62.969999999999999</cx:pt>
          <cx:pt idx="62200">16.920000000000002</cx:pt>
          <cx:pt idx="62201">75.569999999999993</cx:pt>
          <cx:pt idx="62202">33.229999999999997</cx:pt>
          <cx:pt idx="62203">29.289999999999999</cx:pt>
          <cx:pt idx="62204">89.969999999999999</cx:pt>
          <cx:pt idx="62205">8.4900000000000002</cx:pt>
          <cx:pt idx="62206">139.94999999999999</cx:pt>
          <cx:pt idx="62207">79.980000000000004</cx:pt>
          <cx:pt idx="62208">59.380000000000003</cx:pt>
          <cx:pt idx="62209">54.979999999999997</cx:pt>
          <cx:pt idx="62210">63.979999999999997</cx:pt>
          <cx:pt idx="62211">51.960000000000001</cx:pt>
          <cx:pt idx="62212">55.979999999999997</cx:pt>
          <cx:pt idx="62213">56.969999999999999</cx:pt>
          <cx:pt idx="62214">59.979999999999997</cx:pt>
          <cx:pt idx="62215">17.489999999999998</cx:pt>
          <cx:pt idx="62216">59.979999999999997</cx:pt>
          <cx:pt idx="62217">121.95</cx:pt>
          <cx:pt idx="62218">69.989999999999995</cx:pt>
          <cx:pt idx="62219">29.289999999999999</cx:pt>
          <cx:pt idx="62220">111.97</cx:pt>
          <cx:pt idx="62221">51.979999999999997</cx:pt>
          <cx:pt idx="62222">179.94</cx:pt>
          <cx:pt idx="62223">131.13</cx:pt>
          <cx:pt idx="62224">39.280000000000001</cx:pt>
          <cx:pt idx="62225">92.469999999999999</cx:pt>
          <cx:pt idx="62226">48.969999999999999</cx:pt>
          <cx:pt idx="62227">53.200000000000003</cx:pt>
          <cx:pt idx="62228">111.95999999999999</cx:pt>
          <cx:pt idx="62229">56.979999999999997</cx:pt>
          <cx:pt idx="62230">145.16</cx:pt>
          <cx:pt idx="62231">59.979999999999997</cx:pt>
          <cx:pt idx="62232">108.47</cx:pt>
          <cx:pt idx="62233">83.450000000000003</cx:pt>
          <cx:pt idx="62234">29.989999999999998</cx:pt>
          <cx:pt idx="62235">53.950000000000003</cx:pt>
          <cx:pt idx="62236">55.609999999999999</cx:pt>
          <cx:pt idx="62237">51.979999999999997</cx:pt>
          <cx:pt idx="62238">65.989999999999995</cx:pt>
          <cx:pt idx="62239">67.969999999999999</cx:pt>
          <cx:pt idx="62240">57.979999999999997</cx:pt>
          <cx:pt idx="62241">71.980000000000004</cx:pt>
          <cx:pt idx="62242">98.469999999999999</cx:pt>
          <cx:pt idx="62243">69.980000000000004</cx:pt>
          <cx:pt idx="62244">72.620000000000005</cx:pt>
          <cx:pt idx="62245">186.28</cx:pt>
          <cx:pt idx="62246">49.590000000000003</cx:pt>
          <cx:pt idx="62247">51.979999999999997</cx:pt>
          <cx:pt idx="62248">65.989999999999995</cx:pt>
          <cx:pt idx="62249">50.369999999999997</cx:pt>
          <cx:pt idx="62250">164.05000000000001</cx:pt>
          <cx:pt idx="62251">31.280000000000001</cx:pt>
          <cx:pt idx="62252">19.34</cx:pt>
          <cx:pt idx="62253">146.37</cx:pt>
          <cx:pt idx="62254">49.990000000000002</cx:pt>
          <cx:pt idx="62255">59.979999999999997</cx:pt>
          <cx:pt idx="62256">20.489999999999998</cx:pt>
          <cx:pt idx="62257">59.979999999999997</cx:pt>
          <cx:pt idx="62258">63.979999999999997</cx:pt>
          <cx:pt idx="62259">350.02999999999997</cx:pt>
          <cx:pt idx="62260">33.280000000000001</cx:pt>
          <cx:pt idx="62261">42.479999999999997</cx:pt>
          <cx:pt idx="62262">13.279999999999999</cx:pt>
          <cx:pt idx="62263">77.969999999999999</cx:pt>
          <cx:pt idx="62264">55.979999999999997</cx:pt>
          <cx:pt idx="62265">169.88999999999999</cx:pt>
          <cx:pt idx="62266">160.96000000000001</cx:pt>
          <cx:pt idx="62267">81.969999999999999</cx:pt>
          <cx:pt idx="62268">53.979999999999997</cx:pt>
          <cx:pt idx="62269">51.979999999999997</cx:pt>
          <cx:pt idx="62270">119.95999999999999</cx:pt>
          <cx:pt idx="62271">130.63</cx:pt>
          <cx:pt idx="62272">51.979999999999997</cx:pt>
          <cx:pt idx="62273">103.95999999999999</cx:pt>
          <cx:pt idx="62274">68.590000000000003</cx:pt>
          <cx:pt idx="62275">94.989999999999995</cx:pt>
          <cx:pt idx="62276">105.98</cx:pt>
          <cx:pt idx="62277">85.469999999999999</cx:pt>
          <cx:pt idx="62278">65.989999999999995</cx:pt>
          <cx:pt idx="62279">107.94</cx:pt>
          <cx:pt idx="62280">82.969999999999999</cx:pt>
          <cx:pt idx="62281">85.870000000000005</cx:pt>
          <cx:pt idx="62282">79.980000000000004</cx:pt>
          <cx:pt idx="62283">50.380000000000003</cx:pt>
          <cx:pt idx="62284">55.979999999999997</cx:pt>
          <cx:pt idx="62285">167.94</cx:pt>
          <cx:pt idx="62286">85.890000000000001</cx:pt>
          <cx:pt idx="62287">119.95999999999999</cx:pt>
          <cx:pt idx="62288">51.979999999999997</cx:pt>
          <cx:pt idx="62289">86.069999999999993</cx:pt>
          <cx:pt idx="62290">60.990000000000002</cx:pt>
          <cx:pt idx="62291">119.95999999999999</cx:pt>
          <cx:pt idx="62292">55.979999999999997</cx:pt>
          <cx:pt idx="62293">54.979999999999997</cx:pt>
          <cx:pt idx="62294">47.490000000000002</cx:pt>
          <cx:pt idx="62295">84.950000000000003</cx:pt>
          <cx:pt idx="62296">220.18000000000001</cx:pt>
          <cx:pt idx="62297">29.489999999999998</cx:pt>
          <cx:pt idx="62298">32.039999999999999</cx:pt>
          <cx:pt idx="62299">58.479999999999997</cx:pt>
          <cx:pt idx="62300">65.989999999999995</cx:pt>
          <cx:pt idx="62301">54.990000000000002</cx:pt>
          <cx:pt idx="62302">84.689999999999998</cx:pt>
          <cx:pt idx="62303">39.479999999999997</cx:pt>
          <cx:pt idx="62304">19.489999999999998</cx:pt>
          <cx:pt idx="62305">59.979999999999997</cx:pt>
          <cx:pt idx="62306">64.090000000000003</cx:pt>
          <cx:pt idx="62307">72.859999999999999</cx:pt>
          <cx:pt idx="62308">25.670000000000002</cx:pt>
          <cx:pt idx="62309">87.299999999999997</cx:pt>
          <cx:pt idx="62310">109.95999999999999</cx:pt>
          <cx:pt idx="62311">79.980000000000004</cx:pt>
          <cx:pt idx="62312">75.870000000000005</cx:pt>
          <cx:pt idx="62313">169.34999999999999</cx:pt>
          <cx:pt idx="62314">95.969999999999999</cx:pt>
          <cx:pt idx="62315">96.760000000000005</cx:pt>
          <cx:pt idx="62316">59.979999999999997</cx:pt>
          <cx:pt idx="62317">263.95999999999998</cx:pt>
          <cx:pt idx="62318">54.979999999999997</cx:pt>
          <cx:pt idx="62319">65.989999999999995</cx:pt>
          <cx:pt idx="62320">65.989999999999995</cx:pt>
          <cx:pt idx="62321">122.45999999999999</cx:pt>
          <cx:pt idx="62322">111.95999999999999</cx:pt>
          <cx:pt idx="62323">62.969999999999999</cx:pt>
          <cx:pt idx="62324">56.969999999999999</cx:pt>
          <cx:pt idx="62325">41.289999999999999</cx:pt>
          <cx:pt idx="62326">20.489999999999998</cx:pt>
          <cx:pt idx="62327">123.13</cx:pt>
          <cx:pt idx="62328">177.83000000000001</cx:pt>
          <cx:pt idx="62329">57.979999999999997</cx:pt>
          <cx:pt idx="62330">83.450000000000003</cx:pt>
          <cx:pt idx="62331">102.95</cx:pt>
          <cx:pt idx="62332">55.979999999999997</cx:pt>
          <cx:pt idx="62333">110.90000000000001</cx:pt>
          <cx:pt idx="62334">9.4900000000000002</cx:pt>
          <cx:pt idx="62335">59.979999999999997</cx:pt>
          <cx:pt idx="62336">56.479999999999997</cx:pt>
          <cx:pt idx="62337">51.979999999999997</cx:pt>
          <cx:pt idx="62338">182.96000000000001</cx:pt>
          <cx:pt idx="62339">67.959999999999994</cx:pt>
          <cx:pt idx="62340">145.94</cx:pt>
          <cx:pt idx="62341">83.969999999999999</cx:pt>
          <cx:pt idx="62342">74.230000000000004</cx:pt>
          <cx:pt idx="62343">75.870000000000005</cx:pt>
          <cx:pt idx="62344">19.34</cx:pt>
          <cx:pt idx="62345">131.36000000000001</cx:pt>
          <cx:pt idx="62346">11.289999999999999</cx:pt>
          <cx:pt idx="62347">79.469999999999999</cx:pt>
          <cx:pt idx="62348">53.979999999999997</cx:pt>
          <cx:pt idx="62349">111.95999999999999</cx:pt>
          <cx:pt idx="62350">77.969999999999999</cx:pt>
          <cx:pt idx="62351">54.990000000000002</cx:pt>
          <cx:pt idx="62352">65.989999999999995</cx:pt>
          <cx:pt idx="62353">55.979999999999997</cx:pt>
          <cx:pt idx="62354">82.469999999999999</cx:pt>
          <cx:pt idx="62355">65.989999999999995</cx:pt>
          <cx:pt idx="62356">50.969999999999999</cx:pt>
          <cx:pt idx="62357">62.979999999999997</cx:pt>
          <cx:pt idx="62358">65.989999999999995</cx:pt>
          <cx:pt idx="62359">46.969999999999999</cx:pt>
          <cx:pt idx="62360">59.390000000000001</cx:pt>
          <cx:pt idx="62361">29.289999999999999</cx:pt>
          <cx:pt idx="62362">67.980000000000004</cx:pt>
          <cx:pt idx="62363">178.94</cx:pt>
          <cx:pt idx="62364">59.979999999999997</cx:pt>
          <cx:pt idx="62365">82.969999999999999</cx:pt>
          <cx:pt idx="62366">53.979999999999997</cx:pt>
          <cx:pt idx="62367">107.95999999999999</cx:pt>
          <cx:pt idx="62368">99.969999999999999</cx:pt>
          <cx:pt idx="62369">65.989999999999995</cx:pt>
          <cx:pt idx="62370">228.63</cx:pt>
          <cx:pt idx="62371">53.969999999999999</cx:pt>
          <cx:pt idx="62372">45.490000000000002</cx:pt>
          <cx:pt idx="62373">72.579999999999998</cx:pt>
          <cx:pt idx="62374">25.48</cx:pt>
          <cx:pt idx="62375">64.980000000000004</cx:pt>
          <cx:pt idx="62376">-1.2</cx:pt>
          <cx:pt idx="62377">12.08</cx:pt>
          <cx:pt idx="62378">124.95999999999999</cx:pt>
          <cx:pt idx="62379">159.66999999999999</cx:pt>
          <cx:pt idx="62380">95.969999999999999</cx:pt>
          <cx:pt idx="62381">111.95999999999999</cx:pt>
          <cx:pt idx="62382">131.97999999999999</cx:pt>
          <cx:pt idx="62383">79.980000000000004</cx:pt>
          <cx:pt idx="62384">55.979999999999997</cx:pt>
          <cx:pt idx="62385">63.979999999999997</cx:pt>
          <cx:pt idx="62386">126.98</cx:pt>
          <cx:pt idx="62387">87.370000000000005</cx:pt>
          <cx:pt idx="62388">48.579999999999998</cx:pt>
          <cx:pt idx="62389">14.49</cx:pt>
          <cx:pt idx="62390">-1.5</cx:pt>
          <cx:pt idx="62391">65.989999999999995</cx:pt>
          <cx:pt idx="62392">79.980000000000004</cx:pt>
          <cx:pt idx="62393">59.979999999999997</cx:pt>
          <cx:pt idx="62394">53.979999999999997</cx:pt>
          <cx:pt idx="62395">83.480000000000004</cx:pt>
          <cx:pt idx="62396">29.489999999999998</cx:pt>
          <cx:pt idx="62397">111.3</cx:pt>
          <cx:pt idx="62398">55.979999999999997</cx:pt>
          <cx:pt idx="62399">306.93000000000001</cx:pt>
          <cx:pt idx="62400">18.489999999999998</cx:pt>
          <cx:pt idx="62401">65.989999999999995</cx:pt>
          <cx:pt idx="62402">84.980000000000004</cx:pt>
          <cx:pt idx="62403">51.259999999999998</cx:pt>
          <cx:pt idx="62404">64.810000000000002</cx:pt>
          <cx:pt idx="62405">89.969999999999999</cx:pt>
          <cx:pt idx="62406">23.09</cx:pt>
          <cx:pt idx="62407">59.979999999999997</cx:pt>
          <cx:pt idx="62408">55.979999999999997</cx:pt>
          <cx:pt idx="62409">114.97</cx:pt>
          <cx:pt idx="62410">65.989999999999995</cx:pt>
          <cx:pt idx="62411">59.390000000000001</cx:pt>
          <cx:pt idx="62412">16.489999999999998</cx:pt>
          <cx:pt idx="62413">109.94</cx:pt>
          <cx:pt idx="62414">116.73999999999999</cx:pt>
          <cx:pt idx="62415">59.969999999999999</cx:pt>
          <cx:pt idx="62416">113.45999999999999</cx:pt>
          <cx:pt idx="62417">79.980000000000004</cx:pt>
          <cx:pt idx="62418">96.959999999999994</cx:pt>
          <cx:pt idx="62419">105.45999999999999</cx:pt>
          <cx:pt idx="62420">253.96000000000001</cx:pt>
          <cx:pt idx="62421">50.359999999999999</cx:pt>
          <cx:pt idx="62422">63.969999999999999</cx:pt>
          <cx:pt idx="62423">55.960000000000001</cx:pt>
          <cx:pt idx="62424">113.94</cx:pt>
          <cx:pt idx="62425">59.950000000000003</cx:pt>
          <cx:pt idx="62426">54.979999999999997</cx:pt>
          <cx:pt idx="62427">143.72</cx:pt>
          <cx:pt idx="62428">50.969999999999999</cx:pt>
          <cx:pt idx="62429">84.140000000000001</cx:pt>
          <cx:pt idx="62430">99.989999999999995</cx:pt>
          <cx:pt idx="62431">53.969999999999999</cx:pt>
          <cx:pt idx="62432">65.989999999999995</cx:pt>
          <cx:pt idx="62433">82.950000000000003</cx:pt>
          <cx:pt idx="62434">34.280000000000001</cx:pt>
          <cx:pt idx="62435">8.4900000000000002</cx:pt>
          <cx:pt idx="62436">20.489999999999998</cx:pt>
          <cx:pt idx="62437">67.969999999999999</cx:pt>
          <cx:pt idx="62438">59.939999999999998</cx:pt>
          <cx:pt idx="62439">86.959999999999994</cx:pt>
          <cx:pt idx="62440">54.770000000000003</cx:pt>
          <cx:pt idx="62441">54.979999999999997</cx:pt>
          <cx:pt idx="62442">89.969999999999999</cx:pt>
          <cx:pt idx="62443">18.390000000000001</cx:pt>
          <cx:pt idx="62444">87.959999999999994</cx:pt>
          <cx:pt idx="62445">81.150000000000006</cx:pt>
          <cx:pt idx="62446">59.979999999999997</cx:pt>
          <cx:pt idx="62447">71.969999999999999</cx:pt>
          <cx:pt idx="62448">22.289999999999999</cx:pt>
          <cx:pt idx="62449">80.969999999999999</cx:pt>
          <cx:pt idx="62450">145.96000000000001</cx:pt>
          <cx:pt idx="62451">83.969999999999999</cx:pt>
          <cx:pt idx="62452">59.960000000000001</cx:pt>
          <cx:pt idx="62453">37.490000000000002</cx:pt>
          <cx:pt idx="62454">74.980000000000004</cx:pt>
          <cx:pt idx="62455">83.969999999999999</cx:pt>
          <cx:pt idx="62456">19.289999999999999</cx:pt>
          <cx:pt idx="62457">79.849999999999994</cx:pt>
          <cx:pt idx="62458">85.989999999999995</cx:pt>
          <cx:pt idx="62459">89.969999999999999</cx:pt>
          <cx:pt idx="62460">131.97999999999999</cx:pt>
          <cx:pt idx="62461">127.01000000000001</cx:pt>
          <cx:pt idx="62462">31.48</cx:pt>
          <cx:pt idx="62463">80.969999999999999</cx:pt>
          <cx:pt idx="62464">66.980000000000004</cx:pt>
          <cx:pt idx="62465">59.979999999999997</cx:pt>
          <cx:pt idx="62466">55.960000000000001</cx:pt>
          <cx:pt idx="62467">55.219999999999999</cx:pt>
          <cx:pt idx="62468">119.98</cx:pt>
          <cx:pt idx="62469">79.849999999999994</cx:pt>
          <cx:pt idx="62470">105.23</cx:pt>
          <cx:pt idx="62471">119.95999999999999</cx:pt>
          <cx:pt idx="62472">19.289999999999999</cx:pt>
          <cx:pt idx="62473">33.479999999999997</cx:pt>
          <cx:pt idx="62474">11.48</cx:pt>
          <cx:pt idx="62475">49.990000000000002</cx:pt>
          <cx:pt idx="62476">59.979999999999997</cx:pt>
          <cx:pt idx="62477">72.540000000000006</cx:pt>
          <cx:pt idx="62478">77.969999999999999</cx:pt>
          <cx:pt idx="62479">105.98</cx:pt>
          <cx:pt idx="62480">78.469999999999999</cx:pt>
          <cx:pt idx="62481">57.969999999999999</cx:pt>
          <cx:pt idx="62482">63.159999999999997</cx:pt>
          <cx:pt idx="62483">104.02</cx:pt>
          <cx:pt idx="62484">29.489999999999998</cx:pt>
          <cx:pt idx="62485">131.97999999999999</cx:pt>
          <cx:pt idx="62486">89.980000000000004</cx:pt>
          <cx:pt idx="62487">181.38</cx:pt>
          <cx:pt idx="62488">31.289999999999999</cx:pt>
          <cx:pt idx="62489">67.739999999999995</cx:pt>
          <cx:pt idx="62490">55.979999999999997</cx:pt>
          <cx:pt idx="62491">65.989999999999995</cx:pt>
          <cx:pt idx="62492">79.769999999999996</cx:pt>
          <cx:pt idx="62493">111.95999999999999</cx:pt>
          <cx:pt idx="62494">55.979999999999997</cx:pt>
          <cx:pt idx="62495">55.979999999999997</cx:pt>
          <cx:pt idx="62496">55.979999999999997</cx:pt>
          <cx:pt idx="62497">27.489999999999998</cx:pt>
          <cx:pt idx="62498">131.97999999999999</cx:pt>
          <cx:pt idx="62499">72.579999999999998</cx:pt>
          <cx:pt idx="62500">65.989999999999995</cx:pt>
          <cx:pt idx="62501">118.78</cx:pt>
          <cx:pt idx="62502">66.069999999999993</cx:pt>
          <cx:pt idx="62503">55.979999999999997</cx:pt>
          <cx:pt idx="62504">55.979999999999997</cx:pt>
          <cx:pt idx="62505">53.960000000000001</cx:pt>
          <cx:pt idx="62506">80.969999999999999</cx:pt>
          <cx:pt idx="62507">65.989999999999995</cx:pt>
          <cx:pt idx="62508">86.069999999999993</cx:pt>
          <cx:pt idx="62509">93.959999999999994</cx:pt>
          <cx:pt idx="62510">58.789999999999999</cx:pt>
          <cx:pt idx="62511">52.969999999999999</cx:pt>
          <cx:pt idx="62512">67.739999999999995</cx:pt>
          <cx:pt idx="62513">131.97999999999999</cx:pt>
          <cx:pt idx="62514">103.95999999999999</cx:pt>
          <cx:pt idx="62515">119.95999999999999</cx:pt>
          <cx:pt idx="62516">104.97</cx:pt>
          <cx:pt idx="62517">15.69</cx:pt>
          <cx:pt idx="62518">59.979999999999997</cx:pt>
          <cx:pt idx="62519">129.94999999999999</cx:pt>
          <cx:pt idx="62520">155.94999999999999</cx:pt>
          <cx:pt idx="62521">94.950000000000003</cx:pt>
          <cx:pt idx="62522">159.96000000000001</cx:pt>
          <cx:pt idx="62523">27.289999999999999</cx:pt>
          <cx:pt idx="62524">31.48</cx:pt>
          <cx:pt idx="62525">-14.99</cx:pt>
          <cx:pt idx="62526">89.099999999999994</cx:pt>
          <cx:pt idx="62527">-71.969999999999999</cx:pt>
          <cx:pt idx="62528">56.969999999999999</cx:pt>
          <cx:pt idx="62529">79.980000000000004</cx:pt>
          <cx:pt idx="62530">106.06</cx:pt>
          <cx:pt idx="62531">65.989999999999995</cx:pt>
          <cx:pt idx="62532">165.97</cx:pt>
          <cx:pt idx="62533">59.979999999999997</cx:pt>
          <cx:pt idx="62534">-22.969999999999999</cx:pt>
          <cx:pt idx="62535">68.569999999999993</cx:pt>
          <cx:pt idx="62536">53.979999999999997</cx:pt>
          <cx:pt idx="62537">119.97</cx:pt>
          <cx:pt idx="62538">65.989999999999995</cx:pt>
          <cx:pt idx="62539">75.959999999999994</cx:pt>
          <cx:pt idx="62540">65.989999999999995</cx:pt>
          <cx:pt idx="62541">33.479999999999997</cx:pt>
          <cx:pt idx="62542">131.97999999999999</cx:pt>
          <cx:pt idx="62543">67.709999999999994</cx:pt>
          <cx:pt idx="62544">69.969999999999999</cx:pt>
          <cx:pt idx="62545">54.979999999999997</cx:pt>
          <cx:pt idx="62546">50.450000000000003</cx:pt>
          <cx:pt idx="62547">72.549999999999997</cx:pt>
          <cx:pt idx="62548">63.979999999999997</cx:pt>
          <cx:pt idx="62549">55.979999999999997</cx:pt>
          <cx:pt idx="62550">157.93000000000001</cx:pt>
          <cx:pt idx="62551">72.579999999999998</cx:pt>
          <cx:pt idx="62552">72.969999999999999</cx:pt>
          <cx:pt idx="62553">55.960000000000001</cx:pt>
          <cx:pt idx="62554">60.560000000000002</cx:pt>
          <cx:pt idx="62555">107.95999999999999</cx:pt>
          <cx:pt idx="62556">51.979999999999997</cx:pt>
          <cx:pt idx="62557">111.95999999999999</cx:pt>
          <cx:pt idx="62558">107.95999999999999</cx:pt>
          <cx:pt idx="62559">131.97999999999999</cx:pt>
          <cx:pt idx="62560">65.989999999999995</cx:pt>
          <cx:pt idx="62561">77.939999999999998</cx:pt>
          <cx:pt idx="62562">77.379999999999995</cx:pt>
          <cx:pt idx="62563">109.95999999999999</cx:pt>
          <cx:pt idx="62564">130.97999999999999</cx:pt>
          <cx:pt idx="62565">65.989999999999995</cx:pt>
          <cx:pt idx="62566">65.989999999999995</cx:pt>
          <cx:pt idx="62567">105.94</cx:pt>
          <cx:pt idx="62568">33.280000000000001</cx:pt>
          <cx:pt idx="62569">111.95999999999999</cx:pt>
          <cx:pt idx="62570">49.469999999999999</cx:pt>
          <cx:pt idx="62571">55.960000000000001</cx:pt>
          <cx:pt idx="62572">75.459999999999994</cx:pt>
          <cx:pt idx="62573">63.960000000000001</cx:pt>
          <cx:pt idx="62574">55.979999999999997</cx:pt>
          <cx:pt idx="62575">59.950000000000003</cx:pt>
          <cx:pt idx="62576">131.97999999999999</cx:pt>
          <cx:pt idx="62577">53.979999999999997</cx:pt>
          <cx:pt idx="62578">89.969999999999999</cx:pt>
          <cx:pt idx="62579">56.969999999999999</cx:pt>
          <cx:pt idx="62580">55.979999999999997</cx:pt>
          <cx:pt idx="62581">50.380000000000003</cx:pt>
          <cx:pt idx="62582">207.53999999999999</cx:pt>
          <cx:pt idx="62583">95.980000000000004</cx:pt>
          <cx:pt idx="62584">79.849999999999994</cx:pt>
          <cx:pt idx="62585">57.460000000000001</cx:pt>
          <cx:pt idx="62586">55.979999999999997</cx:pt>
          <cx:pt idx="62587">20.489999999999998</cx:pt>
          <cx:pt idx="62588">40.969999999999999</cx:pt>
          <cx:pt idx="62589">65.989999999999995</cx:pt>
          <cx:pt idx="62590">77.640000000000001</cx:pt>
          <cx:pt idx="62591">74.980000000000004</cx:pt>
          <cx:pt idx="62592">55.979999999999997</cx:pt>
          <cx:pt idx="62593">59.979999999999997</cx:pt>
          <cx:pt idx="62594">54.990000000000002</cx:pt>
          <cx:pt idx="62595">72.579999999999998</cx:pt>
          <cx:pt idx="62596">12.19</cx:pt>
          <cx:pt idx="62597">76.469999999999999</cx:pt>
          <cx:pt idx="62598">89.980000000000004</cx:pt>
          <cx:pt idx="62599">59.979999999999997</cx:pt>
          <cx:pt idx="62600">55.979999999999997</cx:pt>
          <cx:pt idx="62601">55.979999999999997</cx:pt>
          <cx:pt idx="62602">53.979999999999997</cx:pt>
          <cx:pt idx="62603">55.979999999999997</cx:pt>
          <cx:pt idx="62604">79.980000000000004</cx:pt>
          <cx:pt idx="62605">17.489999999999998</cx:pt>
          <cx:pt idx="62606">79.980000000000004</cx:pt>
          <cx:pt idx="62607">46.07</cx:pt>
          <cx:pt idx="62608">28.489999999999998</cx:pt>
          <cx:pt idx="62609">155.65000000000001</cx:pt>
          <cx:pt idx="62610">139.90000000000001</cx:pt>
          <cx:pt idx="62611">55.979999999999997</cx:pt>
          <cx:pt idx="62612">21.940000000000001</cx:pt>
          <cx:pt idx="62613">139.94999999999999</cx:pt>
          <cx:pt idx="62614">59.979999999999997</cx:pt>
          <cx:pt idx="62615">53.979999999999997</cx:pt>
          <cx:pt idx="62616">59.960000000000001</cx:pt>
          <cx:pt idx="62617">113.95999999999999</cx:pt>
          <cx:pt idx="62618">129.94999999999999</cx:pt>
          <cx:pt idx="62619">85.969999999999999</cx:pt>
          <cx:pt idx="62620">65.459999999999994</cx:pt>
          <cx:pt idx="62621">112.06999999999999</cx:pt>
          <cx:pt idx="62622">108.84</cx:pt>
          <cx:pt idx="62623">56.979999999999997</cx:pt>
          <cx:pt idx="62624">39.990000000000002</cx:pt>
          <cx:pt idx="62625">31.289999999999999</cx:pt>
          <cx:pt idx="62626">116.47</cx:pt>
          <cx:pt idx="62627">11.49</cx:pt>
          <cx:pt idx="62628">61.149999999999999</cx:pt>
          <cx:pt idx="62629">51.979999999999997</cx:pt>
          <cx:pt idx="62630">89.980000000000004</cx:pt>
          <cx:pt idx="62631">120.28</cx:pt>
          <cx:pt idx="62632">226.91</cx:pt>
          <cx:pt idx="62633">27.48</cx:pt>
          <cx:pt idx="62634">120.97</cx:pt>
          <cx:pt idx="62635">58.969999999999999</cx:pt>
          <cx:pt idx="62636">77.969999999999999</cx:pt>
          <cx:pt idx="62637">33.960000000000001</cx:pt>
          <cx:pt idx="62638">88.969999999999999</cx:pt>
          <cx:pt idx="62639">59.979999999999997</cx:pt>
          <cx:pt idx="62640">59.979999999999997</cx:pt>
          <cx:pt idx="62641">80.969999999999999</cx:pt>
          <cx:pt idx="62642">93.969999999999999</cx:pt>
          <cx:pt idx="62643">80.980000000000004</cx:pt>
          <cx:pt idx="62644">126.98</cx:pt>
          <cx:pt idx="62645">57.479999999999997</cx:pt>
          <cx:pt idx="62646">51.979999999999997</cx:pt>
          <cx:pt idx="62647">95.939999999999998</cx:pt>
          <cx:pt idx="62648">59.979999999999997</cx:pt>
          <cx:pt idx="62649">55.979999999999997</cx:pt>
          <cx:pt idx="62650">80.969999999999999</cx:pt>
          <cx:pt idx="62651">79.980000000000004</cx:pt>
          <cx:pt idx="62652">65.989999999999995</cx:pt>
          <cx:pt idx="62653">65.989999999999995</cx:pt>
          <cx:pt idx="62654">56.969999999999999</cx:pt>
          <cx:pt idx="62655">143.91999999999999</cx:pt>
          <cx:pt idx="62656">59.979999999999997</cx:pt>
          <cx:pt idx="62657">127.94</cx:pt>
          <cx:pt idx="62658">79.980000000000004</cx:pt>
          <cx:pt idx="62659">89.969999999999999</cx:pt>
          <cx:pt idx="62660">95.040000000000006</cx:pt>
          <cx:pt idx="62661">48.280000000000001</cx:pt>
          <cx:pt idx="62662">79.469999999999999</cx:pt>
          <cx:pt idx="62663">108.48</cx:pt>
          <cx:pt idx="62664">59.979999999999997</cx:pt>
          <cx:pt idx="62665">54.979999999999997</cx:pt>
          <cx:pt idx="62666">121.45999999999999</cx:pt>
          <cx:pt idx="62667">96.950000000000003</cx:pt>
          <cx:pt idx="62668">91.469999999999999</cx:pt>
          <cx:pt idx="62669">79.980000000000004</cx:pt>
          <cx:pt idx="62670">54.990000000000002</cx:pt>
          <cx:pt idx="62671">28.489999999999998</cx:pt>
          <cx:pt idx="62672">142.71000000000001</cx:pt>
          <cx:pt idx="62673">62.579999999999998</cx:pt>
          <cx:pt idx="62674">92.959999999999994</cx:pt>
          <cx:pt idx="62675">62.969999999999999</cx:pt>
          <cx:pt idx="62676">90.700000000000003</cx:pt>
          <cx:pt idx="62677">249.91</cx:pt>
          <cx:pt idx="62678">86.969999999999999</cx:pt>
          <cx:pt idx="62679">65.989999999999995</cx:pt>
          <cx:pt idx="62680">55.979999999999997</cx:pt>
          <cx:pt idx="62681">43.240000000000002</cx:pt>
          <cx:pt idx="62682">103.95999999999999</cx:pt>
          <cx:pt idx="62683">65.989999999999995</cx:pt>
          <cx:pt idx="62684">227.94999999999999</cx:pt>
          <cx:pt idx="62685">59.979999999999997</cx:pt>
          <cx:pt idx="62686">71.969999999999999</cx:pt>
          <cx:pt idx="62687">29.489999999999998</cx:pt>
          <cx:pt idx="62688">99.959999999999994</cx:pt>
          <cx:pt idx="62689">16.489999999999998</cx:pt>
          <cx:pt idx="62690">14.289999999999999</cx:pt>
          <cx:pt idx="62691">71.969999999999999</cx:pt>
          <cx:pt idx="62692">59.979999999999997</cx:pt>
          <cx:pt idx="62693">157.94</cx:pt>
          <cx:pt idx="62694">111.95999999999999</cx:pt>
          <cx:pt idx="62695">67.930000000000007</cx:pt>
          <cx:pt idx="62696">64.980000000000004</cx:pt>
          <cx:pt idx="62697">62.969999999999999</cx:pt>
          <cx:pt idx="62698">169.94999999999999</cx:pt>
          <cx:pt idx="62699">164.97</cx:pt>
          <cx:pt idx="62700">29.280000000000001</cx:pt>
          <cx:pt idx="62701">53.07</cx:pt>
          <cx:pt idx="62702">224.84999999999999</cx:pt>
          <cx:pt idx="62703">13.289999999999999</cx:pt>
          <cx:pt idx="62704">60.969999999999999</cx:pt>
          <cx:pt idx="62705">290.30000000000001</cx:pt>
          <cx:pt idx="62706">139.97</cx:pt>
          <cx:pt idx="62707">14.289999999999999</cx:pt>
          <cx:pt idx="62708">33.289999999999999</cx:pt>
          <cx:pt idx="62709">-55.979999999999997</cx:pt>
          <cx:pt idx="62710">13.48</cx:pt>
          <cx:pt idx="62711">60.990000000000002</cx:pt>
          <cx:pt idx="62712">77.969999999999999</cx:pt>
          <cx:pt idx="62713">56.979999999999997</cx:pt>
          <cx:pt idx="62714">61.479999999999997</cx:pt>
          <cx:pt idx="62715">46.469999999999999</cx:pt>
          <cx:pt idx="62716">75.959999999999994</cx:pt>
          <cx:pt idx="62717">67.969999999999999</cx:pt>
          <cx:pt idx="62718">81.969999999999999</cx:pt>
          <cx:pt idx="62719">129.94999999999999</cx:pt>
          <cx:pt idx="62720">40.700000000000003</cx:pt>
          <cx:pt idx="62721">104.02</cx:pt>
          <cx:pt idx="62722">265.32999999999998</cx:pt>
          <cx:pt idx="62723">69.969999999999999</cx:pt>
          <cx:pt idx="62724">190.93000000000001</cx:pt>
          <cx:pt idx="62725">36.490000000000002</cx:pt>
          <cx:pt idx="62726">52.979999999999997</cx:pt>
          <cx:pt idx="62727">119.54000000000001</cx:pt>
          <cx:pt idx="62728">146.97</cx:pt>
          <cx:pt idx="62729">97.459999999999994</cx:pt>
          <cx:pt idx="62730">66.579999999999998</cx:pt>
          <cx:pt idx="62731">59.979999999999997</cx:pt>
          <cx:pt idx="62732">55.979999999999997</cx:pt>
          <cx:pt idx="62733">329.94999999999999</cx:pt>
          <cx:pt idx="62734">79.980000000000004</cx:pt>
          <cx:pt idx="62735">71.969999999999999</cx:pt>
          <cx:pt idx="62736">79.849999999999994</cx:pt>
          <cx:pt idx="62737">59.979999999999997</cx:pt>
          <cx:pt idx="62738">82.969999999999999</cx:pt>
          <cx:pt idx="62739">74.969999999999999</cx:pt>
          <cx:pt idx="62740">85.530000000000001</cx:pt>
          <cx:pt idx="62741">121.97</cx:pt>
          <cx:pt idx="62742">131.97999999999999</cx:pt>
          <cx:pt idx="62743">8.4900000000000002</cx:pt>
          <cx:pt idx="62744">17.190000000000001</cx:pt>
          <cx:pt idx="62745">73.480000000000004</cx:pt>
          <cx:pt idx="62746">74.980000000000004</cx:pt>
          <cx:pt idx="62747">41.289999999999999</cx:pt>
          <cx:pt idx="62748">55.979999999999997</cx:pt>
          <cx:pt idx="62749">54.979999999999997</cx:pt>
          <cx:pt idx="62750">263.95999999999998</cx:pt>
          <cx:pt idx="62751">36.259999999999998</cx:pt>
          <cx:pt idx="62752">69.980000000000004</cx:pt>
          <cx:pt idx="62753">56.960000000000001</cx:pt>
          <cx:pt idx="62754">63.979999999999997</cx:pt>
          <cx:pt idx="62755">121.44</cx:pt>
          <cx:pt idx="62756">166.96000000000001</cx:pt>
          <cx:pt idx="62757">65.989999999999995</cx:pt>
          <cx:pt idx="62758">105.98</cx:pt>
          <cx:pt idx="62759">103.95999999999999</cx:pt>
          <cx:pt idx="62760">59.979999999999997</cx:pt>
          <cx:pt idx="62761">53.979999999999997</cx:pt>
          <cx:pt idx="62762">75</cx:pt>
          <cx:pt idx="62763">19.489999999999998</cx:pt>
          <cx:pt idx="62764">108.95999999999999</cx:pt>
          <cx:pt idx="62765">84.319999999999993</cx:pt>
          <cx:pt idx="62766">77.969999999999999</cx:pt>
          <cx:pt idx="62767">48.07</cx:pt>
          <cx:pt idx="62768">69.980000000000004</cx:pt>
          <cx:pt idx="62769">189.90000000000001</cx:pt>
          <cx:pt idx="62770">281.89999999999998</cx:pt>
          <cx:pt idx="62771">62.579999999999998</cx:pt>
          <cx:pt idx="62772">67.069999999999993</cx:pt>
          <cx:pt idx="62773">83.959999999999994</cx:pt>
          <cx:pt idx="62774">59.979999999999997</cx:pt>
          <cx:pt idx="62775">212.63</cx:pt>
          <cx:pt idx="62776">93.969999999999999</cx:pt>
          <cx:pt idx="62777">123.48999999999999</cx:pt>
          <cx:pt idx="62778">84.980000000000004</cx:pt>
          <cx:pt idx="62779">128.94</cx:pt>
          <cx:pt idx="62780">40.490000000000002</cx:pt>
          <cx:pt idx="62781">74.980000000000004</cx:pt>
          <cx:pt idx="62782">19.34</cx:pt>
          <cx:pt idx="62783">65.319999999999993</cx:pt>
          <cx:pt idx="62784">43.479999999999997</cx:pt>
          <cx:pt idx="62785">25.390000000000001</cx:pt>
          <cx:pt idx="62786">101.95999999999999</cx:pt>
          <cx:pt idx="62787">76.950000000000003</cx:pt>
          <cx:pt idx="62788">55.009999999999998</cx:pt>
          <cx:pt idx="62789">65.989999999999995</cx:pt>
          <cx:pt idx="62790">53.869999999999997</cx:pt>
          <cx:pt idx="62791">65.989999999999995</cx:pt>
          <cx:pt idx="62792">79.980000000000004</cx:pt>
          <cx:pt idx="62793">94.969999999999999</cx:pt>
          <cx:pt idx="62794">121.98</cx:pt>
          <cx:pt idx="62795">57.969999999999999</cx:pt>
          <cx:pt idx="62796">85.980000000000004</cx:pt>
          <cx:pt idx="62797">54.990000000000002</cx:pt>
          <cx:pt idx="62798">89.980000000000004</cx:pt>
          <cx:pt idx="62799">50.969999999999999</cx:pt>
          <cx:pt idx="62800">27.489999999999998</cx:pt>
          <cx:pt idx="62801">19.289999999999999</cx:pt>
          <cx:pt idx="62802">159.96000000000001</cx:pt>
          <cx:pt idx="62803">133.44999999999999</cx:pt>
          <cx:pt idx="62804">55.969999999999999</cx:pt>
          <cx:pt idx="62805">83.969999999999999</cx:pt>
          <cx:pt idx="62806">59.979999999999997</cx:pt>
          <cx:pt idx="62807">120.98999999999999</cx:pt>
          <cx:pt idx="62808">49.990000000000002</cx:pt>
          <cx:pt idx="62809">121.98</cx:pt>
          <cx:pt idx="62810">51.979999999999997</cx:pt>
          <cx:pt idx="62811">26.690000000000001</cx:pt>
          <cx:pt idx="62812">96.269999999999996</cx:pt>
          <cx:pt idx="62813">54.979999999999997</cx:pt>
          <cx:pt idx="62814">166.96000000000001</cx:pt>
          <cx:pt idx="62815">28.489999999999998</cx:pt>
          <cx:pt idx="62816">16.469999999999999</cx:pt>
          <cx:pt idx="62817">56.979999999999997</cx:pt>
          <cx:pt idx="62818">94.980000000000004</cx:pt>
          <cx:pt idx="62819">51.979999999999997</cx:pt>
          <cx:pt idx="62820">65.959999999999994</cx:pt>
          <cx:pt idx="62821">113.45999999999999</cx:pt>
          <cx:pt idx="62822">55.979999999999997</cx:pt>
          <cx:pt idx="62823">59.979999999999997</cx:pt>
          <cx:pt idx="62824">222.78999999999999</cx:pt>
          <cx:pt idx="62825">20.289999999999999</cx:pt>
          <cx:pt idx="62826">54.990000000000002</cx:pt>
          <cx:pt idx="62827">64.760000000000005</cx:pt>
          <cx:pt idx="62828">71.959999999999994</cx:pt>
          <cx:pt idx="62829">23.550000000000001</cx:pt>
          <cx:pt idx="62830">56.969999999999999</cx:pt>
          <cx:pt idx="62831">55.979999999999997</cx:pt>
          <cx:pt idx="62832">79.099999999999994</cx:pt>
          <cx:pt idx="62833">55.390000000000001</cx:pt>
          <cx:pt idx="62834">55.960000000000001</cx:pt>
          <cx:pt idx="62835">66.530000000000001</cx:pt>
          <cx:pt idx="62836">29.280000000000001</cx:pt>
          <cx:pt idx="62837">136.25999999999999</cx:pt>
          <cx:pt idx="62838">105.45999999999999</cx:pt>
          <cx:pt idx="62839">65.459999999999994</cx:pt>
          <cx:pt idx="62840">54.990000000000002</cx:pt>
          <cx:pt idx="62841">71.349999999999994</cx:pt>
          <cx:pt idx="62842">80.980000000000004</cx:pt>
          <cx:pt idx="62843">111.95999999999999</cx:pt>
          <cx:pt idx="62844">51.289999999999999</cx:pt>
          <cx:pt idx="62845">56.969999999999999</cx:pt>
          <cx:pt idx="62846">13.289999999999999</cx:pt>
          <cx:pt idx="62847">53.979999999999997</cx:pt>
          <cx:pt idx="62848">121.97</cx:pt>
          <cx:pt idx="62849">27.48</cx:pt>
          <cx:pt idx="62850">46.490000000000002</cx:pt>
          <cx:pt idx="62851">184.93000000000001</cx:pt>
          <cx:pt idx="62852">55.979999999999997</cx:pt>
          <cx:pt idx="62853">124.94</cx:pt>
          <cx:pt idx="62854">203.93000000000001</cx:pt>
          <cx:pt idx="62855">58.25</cx:pt>
          <cx:pt idx="62856">182.93000000000001</cx:pt>
          <cx:pt idx="62857">299.89999999999998</cx:pt>
          <cx:pt idx="62858">55.390000000000001</cx:pt>
          <cx:pt idx="62859">130.96000000000001</cx:pt>
          <cx:pt idx="62860">154.93000000000001</cx:pt>
          <cx:pt idx="62861">60.969999999999999</cx:pt>
          <cx:pt idx="62862">66.579999999999998</cx:pt>
          <cx:pt idx="62863">453.66000000000003</cx:pt>
          <cx:pt idx="62864">54.979999999999997</cx:pt>
          <cx:pt idx="62865">-60.969999999999999</cx:pt>
          <cx:pt idx="62866">59.960000000000001</cx:pt>
          <cx:pt idx="62867">51.979999999999997</cx:pt>
          <cx:pt idx="62868">63.969999999999999</cx:pt>
          <cx:pt idx="62869">71.969999999999999</cx:pt>
          <cx:pt idx="62870">63.670000000000002</cx:pt>
          <cx:pt idx="62871">18.489999999999998</cx:pt>
          <cx:pt idx="62872">63.960000000000001</cx:pt>
          <cx:pt idx="62873">35.07</cx:pt>
          <cx:pt idx="62874">50.969999999999999</cx:pt>
          <cx:pt idx="62875">32.219999999999999</cx:pt>
          <cx:pt idx="62876">135.96000000000001</cx:pt>
          <cx:pt idx="62877">84.980000000000004</cx:pt>
          <cx:pt idx="62878">55.979999999999997</cx:pt>
          <cx:pt idx="62879">65.989999999999995</cx:pt>
          <cx:pt idx="62880">55.960000000000001</cx:pt>
          <cx:pt idx="62881">121.98</cx:pt>
          <cx:pt idx="62882">69.959999999999994</cx:pt>
          <cx:pt idx="62883">59.939999999999998</cx:pt>
          <cx:pt idx="62884">119.95999999999999</cx:pt>
          <cx:pt idx="62885">137.63</cx:pt>
          <cx:pt idx="62886">31.489999999999998</cx:pt>
          <cx:pt idx="62887">49.990000000000002</cx:pt>
          <cx:pt idx="62888">106.97</cx:pt>
          <cx:pt idx="62889">59.979999999999997</cx:pt>
          <cx:pt idx="62890">88.969999999999999</cx:pt>
          <cx:pt idx="62891">149.94999999999999</cx:pt>
          <cx:pt idx="62892">55.979999999999997</cx:pt>
          <cx:pt idx="62893">14.289999999999999</cx:pt>
          <cx:pt idx="62894">31.489999999999998</cx:pt>
          <cx:pt idx="62895">59.979999999999997</cx:pt>
          <cx:pt idx="62896">59.979999999999997</cx:pt>
          <cx:pt idx="62897">30.489999999999998</cx:pt>
          <cx:pt idx="62898">49.990000000000002</cx:pt>
          <cx:pt idx="62899">57.68</cx:pt>
          <cx:pt idx="62900">68.170000000000002</cx:pt>
          <cx:pt idx="62901">84.659999999999997</cx:pt>
          <cx:pt idx="62902">29.280000000000001</cx:pt>
          <cx:pt idx="62903">59.979999999999997</cx:pt>
          <cx:pt idx="62904">103.95999999999999</cx:pt>
          <cx:pt idx="62905">119.95999999999999</cx:pt>
          <cx:pt idx="62906">67.489999999999995</cx:pt>
          <cx:pt idx="62907">118.76000000000001</cx:pt>
          <cx:pt idx="62908">121.98</cx:pt>
          <cx:pt idx="62909">55.979999999999997</cx:pt>
          <cx:pt idx="62910">-59.969999999999999</cx:pt>
          <cx:pt idx="62911">65.989999999999995</cx:pt>
          <cx:pt idx="62912">69.980000000000004</cx:pt>
          <cx:pt idx="62913">77.969999999999999</cx:pt>
          <cx:pt idx="62914">62.579999999999998</cx:pt>
          <cx:pt idx="62915">64.980000000000004</cx:pt>
          <cx:pt idx="62916">61.479999999999997</cx:pt>
          <cx:pt idx="62917">81.969999999999999</cx:pt>
          <cx:pt idx="62918">59.979999999999997</cx:pt>
          <cx:pt idx="62919">55.390000000000001</cx:pt>
          <cx:pt idx="62920">54.420000000000002</cx:pt>
          <cx:pt idx="62921">108.88</cx:pt>
          <cx:pt idx="62922">55.979999999999997</cx:pt>
          <cx:pt idx="62923">37.479999999999997</cx:pt>
          <cx:pt idx="62924">79.849999999999994</cx:pt>
          <cx:pt idx="62925">65.299999999999997</cx:pt>
          <cx:pt idx="62926">131.94</cx:pt>
          <cx:pt idx="62927">55.979999999999997</cx:pt>
          <cx:pt idx="62928">22.489999999999998</cx:pt>
          <cx:pt idx="62929">119.95999999999999</cx:pt>
          <cx:pt idx="62930">29.98</cx:pt>
          <cx:pt idx="62931">19.27</cx:pt>
          <cx:pt idx="62932">55.979999999999997</cx:pt>
          <cx:pt idx="62933">83.969999999999999</cx:pt>
          <cx:pt idx="62934">51.960000000000001</cx:pt>
          <cx:pt idx="62935">96.969999999999999</cx:pt>
          <cx:pt idx="62936">56.969999999999999</cx:pt>
          <cx:pt idx="62937">54.439999999999998</cx:pt>
          <cx:pt idx="62938">54.990000000000002</cx:pt>
          <cx:pt idx="62939">51.979999999999997</cx:pt>
          <cx:pt idx="62940">84.980000000000004</cx:pt>
          <cx:pt idx="62941">279.89999999999998</cx:pt>
          <cx:pt idx="62942">65.989999999999995</cx:pt>
          <cx:pt idx="62943">16.289999999999999</cx:pt>
          <cx:pt idx="62944">26.289999999999999</cx:pt>
          <cx:pt idx="62945">83.969999999999999</cx:pt>
          <cx:pt idx="62946">57.969999999999999</cx:pt>
          <cx:pt idx="62947">23.280000000000001</cx:pt>
          <cx:pt idx="62948">121.98</cx:pt>
          <cx:pt idx="62949">90.959999999999994</cx:pt>
          <cx:pt idx="62950">79.980000000000004</cx:pt>
          <cx:pt idx="62951">25.989999999999998</cx:pt>
          <cx:pt idx="62952">59.25</cx:pt>
          <cx:pt idx="62953">51.289999999999999</cx:pt>
          <cx:pt idx="62954">25.489999999999998</cx:pt>
          <cx:pt idx="62955">65.989999999999995</cx:pt>
          <cx:pt idx="62956">59.979999999999997</cx:pt>
          <cx:pt idx="62957">135.46000000000001</cx:pt>
          <cx:pt idx="62958">55.979999999999997</cx:pt>
          <cx:pt idx="62959">120.95999999999999</cx:pt>
          <cx:pt idx="62960">107.95999999999999</cx:pt>
          <cx:pt idx="62961">59.979999999999997</cx:pt>
          <cx:pt idx="62962">74</cx:pt>
          <cx:pt idx="62963">55.979999999999997</cx:pt>
          <cx:pt idx="62964">103.95999999999999</cx:pt>
          <cx:pt idx="62965">108.56999999999999</cx:pt>
          <cx:pt idx="62966">56.979999999999997</cx:pt>
          <cx:pt idx="62967">17.489999999999998</cx:pt>
          <cx:pt idx="62968">103.95999999999999</cx:pt>
          <cx:pt idx="62969">103.95999999999999</cx:pt>
          <cx:pt idx="62970">53.979999999999997</cx:pt>
          <cx:pt idx="62971">100.98</cx:pt>
          <cx:pt idx="62972">53.979999999999997</cx:pt>
          <cx:pt idx="62973">55.950000000000003</cx:pt>
          <cx:pt idx="62974">65.989999999999995</cx:pt>
          <cx:pt idx="62975">55.390000000000001</cx:pt>
          <cx:pt idx="62976">391.86000000000001</cx:pt>
          <cx:pt idx="62977">68.950000000000003</cx:pt>
          <cx:pt idx="62978">31.539999999999999</cx:pt>
          <cx:pt idx="62979">80.969999999999999</cx:pt>
          <cx:pt idx="62980">89.969999999999999</cx:pt>
          <cx:pt idx="62981">26.68</cx:pt>
          <cx:pt idx="62982">51.979999999999997</cx:pt>
          <cx:pt idx="62983">106.45</cx:pt>
          <cx:pt idx="62984">48.969999999999999</cx:pt>
          <cx:pt idx="62985">95.969999999999999</cx:pt>
          <cx:pt idx="62986">41.289999999999999</cx:pt>
          <cx:pt idx="62987">63.960000000000001</cx:pt>
          <cx:pt idx="62988">177.93000000000001</cx:pt>
          <cx:pt idx="62989">105.95999999999999</cx:pt>
          <cx:pt idx="62990">55.979999999999997</cx:pt>
          <cx:pt idx="62991">65.989999999999995</cx:pt>
          <cx:pt idx="62992">89.900000000000006</cx:pt>
          <cx:pt idx="62993">91.569999999999993</cx:pt>
          <cx:pt idx="62994">57.979999999999997</cx:pt>
          <cx:pt idx="62995">70.969999999999999</cx:pt>
          <cx:pt idx="62996">85.969999999999999</cx:pt>
          <cx:pt idx="62997">70.980000000000004</cx:pt>
          <cx:pt idx="62998">86.959999999999994</cx:pt>
          <cx:pt idx="62999">74.980000000000004</cx:pt>
          <cx:pt idx="63000">89.989999999999995</cx:pt>
          <cx:pt idx="63001">17.289999999999999</cx:pt>
          <cx:pt idx="63002">31.489999999999998</cx:pt>
          <cx:pt idx="63003">68.969999999999999</cx:pt>
          <cx:pt idx="63004">63.469999999999999</cx:pt>
          <cx:pt idx="63005">37.280000000000001</cx:pt>
          <cx:pt idx="63006">60.969999999999999</cx:pt>
          <cx:pt idx="63007">85.969999999999999</cx:pt>
          <cx:pt idx="63008">59.969999999999999</cx:pt>
          <cx:pt idx="63009">83.969999999999999</cx:pt>
          <cx:pt idx="63010">121.98</cx:pt>
          <cx:pt idx="63011">75.129999999999995</cx:pt>
          <cx:pt idx="63012">27.289999999999999</cx:pt>
          <cx:pt idx="63013">29.280000000000001</cx:pt>
          <cx:pt idx="63014">55.979999999999997</cx:pt>
          <cx:pt idx="63015">41.289999999999999</cx:pt>
          <cx:pt idx="63016">159.96000000000001</cx:pt>
          <cx:pt idx="63017">49.990000000000002</cx:pt>
          <cx:pt idx="63018">56.969999999999999</cx:pt>
          <cx:pt idx="63019">70.870000000000005</cx:pt>
          <cx:pt idx="63020">61.770000000000003</cx:pt>
          <cx:pt idx="63021">62.979999999999997</cx:pt>
          <cx:pt idx="63022">100.98</cx:pt>
          <cx:pt idx="63023">66.989999999999995</cx:pt>
          <cx:pt idx="63024">51.979999999999997</cx:pt>
          <cx:pt idx="63025">139.94999999999999</cx:pt>
          <cx:pt idx="63026">121.98</cx:pt>
          <cx:pt idx="63027">55.979999999999997</cx:pt>
          <cx:pt idx="63028">251.88</cx:pt>
          <cx:pt idx="63029">119.97</cx:pt>
          <cx:pt idx="63030">112.48999999999999</cx:pt>
          <cx:pt idx="63031">91.469999999999999</cx:pt>
          <cx:pt idx="63032">117.29000000000001</cx:pt>
          <cx:pt idx="63033">77.969999999999999</cx:pt>
          <cx:pt idx="63034">49.990000000000002</cx:pt>
          <cx:pt idx="63035">64.980000000000004</cx:pt>
          <cx:pt idx="63036">77.390000000000001</cx:pt>
          <cx:pt idx="63037">167.94</cx:pt>
          <cx:pt idx="63038">200.78</cx:pt>
          <cx:pt idx="63039">72.950000000000003</cx:pt>
          <cx:pt idx="63040">29.289999999999999</cx:pt>
          <cx:pt idx="63041">88.849999999999994</cx:pt>
          <cx:pt idx="63042">77.980000000000004</cx:pt>
          <cx:pt idx="63043">65.989999999999995</cx:pt>
          <cx:pt idx="63044">65.989999999999995</cx:pt>
          <cx:pt idx="63045">79.980000000000004</cx:pt>
          <cx:pt idx="63046">338.68000000000001</cx:pt>
          <cx:pt idx="63047">29.190000000000001</cx:pt>
          <cx:pt idx="63048">123.47</cx:pt>
          <cx:pt idx="63049">99.299999999999997</cx:pt>
          <cx:pt idx="63050">53.979999999999997</cx:pt>
          <cx:pt idx="63051">54.979999999999997</cx:pt>
          <cx:pt idx="63052">149.96000000000001</cx:pt>
          <cx:pt idx="63053">12.48</cx:pt>
          <cx:pt idx="63054">59.979999999999997</cx:pt>
          <cx:pt idx="63055">233.81999999999999</cx:pt>
          <cx:pt idx="63056">126.06</cx:pt>
          <cx:pt idx="63057">42.240000000000002</cx:pt>
          <cx:pt idx="63058">54.859999999999999</cx:pt>
          <cx:pt idx="63059">71.969999999999999</cx:pt>
          <cx:pt idx="63060">55.960000000000001</cx:pt>
          <cx:pt idx="63061">97.170000000000002</cx:pt>
          <cx:pt idx="63062">74.959999999999994</cx:pt>
          <cx:pt idx="63063">55.979999999999997</cx:pt>
          <cx:pt idx="63064">155.94</cx:pt>
          <cx:pt idx="63065">133.06</cx:pt>
          <cx:pt idx="63066">43.539999999999999</cx:pt>
          <cx:pt idx="63067">114.95</cx:pt>
          <cx:pt idx="63068">243.75</cx:pt>
          <cx:pt idx="63069">71.980000000000004</cx:pt>
          <cx:pt idx="63070">65.989999999999995</cx:pt>
          <cx:pt idx="63071">173.94</cx:pt>
          <cx:pt idx="63072">65.989999999999995</cx:pt>
          <cx:pt idx="63073">59.960000000000001</cx:pt>
          <cx:pt idx="63074">59.969999999999999</cx:pt>
          <cx:pt idx="63075">108.86</cx:pt>
          <cx:pt idx="63076">53.960000000000001</cx:pt>
          <cx:pt idx="63077">100.97</cx:pt>
          <cx:pt idx="63078">31.489999999999998</cx:pt>
          <cx:pt idx="63079">121.06999999999999</cx:pt>
          <cx:pt idx="63080">89.969999999999999</cx:pt>
          <cx:pt idx="63081">90.939999999999998</cx:pt>
          <cx:pt idx="63082">48.560000000000002</cx:pt>
          <cx:pt idx="63083">90.689999999999998</cx:pt>
          <cx:pt idx="63084">107.94</cx:pt>
          <cx:pt idx="63085">109.97</cx:pt>
          <cx:pt idx="63086">54.979999999999997</cx:pt>
          <cx:pt idx="63087">53.200000000000003</cx:pt>
          <cx:pt idx="63088">-15.49</cx:pt>
          <cx:pt idx="63089">95.959999999999994</cx:pt>
          <cx:pt idx="63090">89.980000000000004</cx:pt>
          <cx:pt idx="63091">54.369999999999997</cx:pt>
          <cx:pt idx="63092">136</cx:pt>
          <cx:pt idx="63093">124.91</cx:pt>
          <cx:pt idx="63094">69.980000000000004</cx:pt>
          <cx:pt idx="63095">73.980000000000004</cx:pt>
          <cx:pt idx="63096">50.57</cx:pt>
          <cx:pt idx="63097">80.980000000000004</cx:pt>
          <cx:pt idx="63098">46.270000000000003</cx:pt>
          <cx:pt idx="63099">56.670000000000002</cx:pt>
          <cx:pt idx="63100">103.95999999999999</cx:pt>
          <cx:pt idx="63101">58.479999999999997</cx:pt>
          <cx:pt idx="63102">90.969999999999999</cx:pt>
          <cx:pt idx="63103">49.479999999999997</cx:pt>
          <cx:pt idx="63104">95.120000000000005</cx:pt>
          <cx:pt idx="63105">91.469999999999999</cx:pt>
          <cx:pt idx="63106">194.11000000000001</cx:pt>
          <cx:pt idx="63107">31.48</cx:pt>
          <cx:pt idx="63108">239.91999999999999</cx:pt>
          <cx:pt idx="63109">66.540000000000006</cx:pt>
          <cx:pt idx="63110">43.479999999999997</cx:pt>
          <cx:pt idx="63111">40.880000000000003</cx:pt>
          <cx:pt idx="63112">111.98</cx:pt>
          <cx:pt idx="63113">55.780000000000001</cx:pt>
          <cx:pt idx="63114">121.98</cx:pt>
          <cx:pt idx="63115">121.98</cx:pt>
          <cx:pt idx="63116">59.990000000000002</cx:pt>
          <cx:pt idx="63117">55.979999999999997</cx:pt>
          <cx:pt idx="63118">125.95999999999999</cx:pt>
          <cx:pt idx="63119">119.95999999999999</cx:pt>
          <cx:pt idx="63120">57.979999999999997</cx:pt>
          <cx:pt idx="63121">59.979999999999997</cx:pt>
          <cx:pt idx="63122">153.94999999999999</cx:pt>
          <cx:pt idx="63123">107.97</cx:pt>
          <cx:pt idx="63124">114.2</cx:pt>
          <cx:pt idx="63125">114.97</cx:pt>
          <cx:pt idx="63126">66.579999999999998</cx:pt>
          <cx:pt idx="63127">59.979999999999997</cx:pt>
          <cx:pt idx="63128">63.579999999999998</cx:pt>
          <cx:pt idx="63129">54.979999999999997</cx:pt>
          <cx:pt idx="63130">110.84</cx:pt>
          <cx:pt idx="63131">83.480000000000004</cx:pt>
          <cx:pt idx="63132">41.490000000000002</cx:pt>
          <cx:pt idx="63133">69.950000000000003</cx:pt>
          <cx:pt idx="63134">54.990000000000002</cx:pt>
          <cx:pt idx="63135">223.12</cx:pt>
          <cx:pt idx="63136">49.990000000000002</cx:pt>
          <cx:pt idx="63137">63.979999999999997</cx:pt>
          <cx:pt idx="63138">33.490000000000002</cx:pt>
          <cx:pt idx="63139">83.969999999999999</cx:pt>
          <cx:pt idx="63140">222.94</cx:pt>
          <cx:pt idx="63141">98.760000000000005</cx:pt>
          <cx:pt idx="63142">59.390000000000001</cx:pt>
          <cx:pt idx="63143">49.990000000000002</cx:pt>
          <cx:pt idx="63144">68.959999999999994</cx:pt>
          <cx:pt idx="63145">111.95999999999999</cx:pt>
          <cx:pt idx="63146">96.969999999999999</cx:pt>
          <cx:pt idx="63147">61.960000000000001</cx:pt>
          <cx:pt idx="63148">127.95</cx:pt>
          <cx:pt idx="63149">110.98</cx:pt>
          <cx:pt idx="63150">109.98</cx:pt>
          <cx:pt idx="63151">65.989999999999995</cx:pt>
          <cx:pt idx="63152">121.98</cx:pt>
          <cx:pt idx="63153">71.980000000000004</cx:pt>
          <cx:pt idx="63154">105.45999999999999</cx:pt>
          <cx:pt idx="63155">89.969999999999999</cx:pt>
          <cx:pt idx="63156">37.079999999999998</cx:pt>
          <cx:pt idx="63157">48.57</cx:pt>
          <cx:pt idx="63158">41.280000000000001</cx:pt>
          <cx:pt idx="63159">55.979999999999997</cx:pt>
          <cx:pt idx="63160">100.97</cx:pt>
          <cx:pt idx="63161">55.390000000000001</cx:pt>
          <cx:pt idx="63162">65.989999999999995</cx:pt>
          <cx:pt idx="63163">41.490000000000002</cx:pt>
          <cx:pt idx="63164">68.909999999999997</cx:pt>
          <cx:pt idx="63165">69.980000000000004</cx:pt>
          <cx:pt idx="63166">108.88</cx:pt>
          <cx:pt idx="63167">53.990000000000002</cx:pt>
          <cx:pt idx="63168">99.980000000000004</cx:pt>
          <cx:pt idx="63169">16.489999999999998</cx:pt>
          <cx:pt idx="63170">109.76000000000001</cx:pt>
          <cx:pt idx="63171">62.969999999999999</cx:pt>
          <cx:pt idx="63172">61.200000000000003</cx:pt>
          <cx:pt idx="63173">98.980000000000004</cx:pt>
          <cx:pt idx="63174">58.950000000000003</cx:pt>
          <cx:pt idx="63175">65.989999999999995</cx:pt>
          <cx:pt idx="63176">124.97</cx:pt>
          <cx:pt idx="63177">46.490000000000002</cx:pt>
          <cx:pt idx="63178">130.94999999999999</cx:pt>
          <cx:pt idx="63179">257.43000000000001</cx:pt>
          <cx:pt idx="63180">111.95999999999999</cx:pt>
          <cx:pt idx="63181">29.98</cx:pt>
          <cx:pt idx="63182">68.480000000000004</cx:pt>
          <cx:pt idx="63183">111.95999999999999</cx:pt>
          <cx:pt idx="63184">89.969999999999999</cx:pt>
          <cx:pt idx="63185">91.280000000000001</cx:pt>
          <cx:pt idx="63186">79.980000000000004</cx:pt>
          <cx:pt idx="63187">71.980000000000004</cx:pt>
          <cx:pt idx="63188">66.540000000000006</cx:pt>
          <cx:pt idx="63189">26.989999999999998</cx:pt>
          <cx:pt idx="63190">69.950000000000003</cx:pt>
          <cx:pt idx="63191">77.370000000000005</cx:pt>
          <cx:pt idx="63192">22.489999999999998</cx:pt>
          <cx:pt idx="63193">16.920000000000002</cx:pt>
          <cx:pt idx="63194">62.969999999999999</cx:pt>
          <cx:pt idx="63195">209.97</cx:pt>
          <cx:pt idx="63196">116.95999999999999</cx:pt>
          <cx:pt idx="63197">94.340000000000003</cx:pt>
          <cx:pt idx="63198">141.97</cx:pt>
          <cx:pt idx="63199">55.979999999999997</cx:pt>
          <cx:pt idx="63200">21.48</cx:pt>
          <cx:pt idx="63201">53.960000000000001</cx:pt>
          <cx:pt idx="63202">82.719999999999999</cx:pt>
          <cx:pt idx="63203">91.469999999999999</cx:pt>
          <cx:pt idx="63204">290.32999999999998</cx:pt>
          <cx:pt idx="63205">65.989999999999995</cx:pt>
          <cx:pt idx="63206">53.979999999999997</cx:pt>
          <cx:pt idx="63207">19.489999999999998</cx:pt>
          <cx:pt idx="63208">80.980000000000004</cx:pt>
          <cx:pt idx="63209">61.689999999999998</cx:pt>
          <cx:pt idx="63210">53.979999999999997</cx:pt>
          <cx:pt idx="63211">77.969999999999999</cx:pt>
          <cx:pt idx="63212">133.93000000000001</cx:pt>
          <cx:pt idx="63213">53.979999999999997</cx:pt>
          <cx:pt idx="63214">40.57</cx:pt>
          <cx:pt idx="63215">143.96000000000001</cx:pt>
          <cx:pt idx="63216">138.77000000000001</cx:pt>
          <cx:pt idx="63217">85.950000000000003</cx:pt>
          <cx:pt idx="63218">105.93000000000001</cx:pt>
          <cx:pt idx="63219">55.979999999999997</cx:pt>
          <cx:pt idx="63220">20.550000000000001</cx:pt>
          <cx:pt idx="63221">96.780000000000001</cx:pt>
          <cx:pt idx="63222">149.94999999999999</cx:pt>
          <cx:pt idx="63223">139.94999999999999</cx:pt>
          <cx:pt idx="63224">86.969999999999999</cx:pt>
          <cx:pt idx="63225">121.98</cx:pt>
          <cx:pt idx="63226">19.309999999999999</cx:pt>
          <cx:pt idx="63227">103.37</cx:pt>
          <cx:pt idx="63228">65.989999999999995</cx:pt>
          <cx:pt idx="63229">-1</cx:pt>
          <cx:pt idx="63230">33.479999999999997</cx:pt>
          <cx:pt idx="63231">55.979999999999997</cx:pt>
          <cx:pt idx="63232">31.489999999999998</cx:pt>
          <cx:pt idx="63233">65.319999999999993</cx:pt>
          <cx:pt idx="63234">63.979999999999997</cx:pt>
          <cx:pt idx="63235">83.969999999999999</cx:pt>
          <cx:pt idx="63236">54.969999999999999</cx:pt>
          <cx:pt idx="63237">106.97</cx:pt>
          <cx:pt idx="63238">123.08</cx:pt>
          <cx:pt idx="63239">-119.97</cx:pt>
          <cx:pt idx="63240">57.479999999999997</cx:pt>
          <cx:pt idx="63241">71.489999999999995</cx:pt>
          <cx:pt idx="63242">53.969999999999999</cx:pt>
          <cx:pt idx="63243">121.98</cx:pt>
          <cx:pt idx="63244">140.96000000000001</cx:pt>
          <cx:pt idx="63245">59.979999999999997</cx:pt>
          <cx:pt idx="63246">49.850000000000001</cx:pt>
          <cx:pt idx="63247">145.96000000000001</cx:pt>
          <cx:pt idx="63248">50.469999999999999</cx:pt>
          <cx:pt idx="63249">59.979999999999997</cx:pt>
          <cx:pt idx="63250">45.579999999999998</cx:pt>
          <cx:pt idx="63251">140.96000000000001</cx:pt>
          <cx:pt idx="63252">203.93000000000001</cx:pt>
          <cx:pt idx="63253">100.39</cx:pt>
          <cx:pt idx="63254">59.979999999999997</cx:pt>
          <cx:pt idx="63255">65.670000000000002</cx:pt>
          <cx:pt idx="63256">64.939999999999998</cx:pt>
          <cx:pt idx="63257">21.239999999999998</cx:pt>
          <cx:pt idx="63258">138.47</cx:pt>
          <cx:pt idx="63259">55.979999999999997</cx:pt>
          <cx:pt idx="63260">150.15000000000001</cx:pt>
          <cx:pt idx="63261">48.57</cx:pt>
          <cx:pt idx="63262">50.359999999999999</cx:pt>
          <cx:pt idx="63263">50.740000000000002</cx:pt>
          <cx:pt idx="63264">26.600000000000001</cx:pt>
          <cx:pt idx="63265">59.969999999999999</cx:pt>
          <cx:pt idx="63266">28.489999999999998</cx:pt>
          <cx:pt idx="63267">215.09</cx:pt>
          <cx:pt idx="63268">65.989999999999995</cx:pt>
          <cx:pt idx="63269">63.969999999999999</cx:pt>
          <cx:pt idx="63270">50.409999999999997</cx:pt>
          <cx:pt idx="63271">179.94</cx:pt>
          <cx:pt idx="63272">59.979999999999997</cx:pt>
          <cx:pt idx="63273">31.489999999999998</cx:pt>
          <cx:pt idx="63274">89.969999999999999</cx:pt>
          <cx:pt idx="63275">52.979999999999997</cx:pt>
          <cx:pt idx="63276">259.89999999999998</cx:pt>
          <cx:pt idx="63277">116.06999999999999</cx:pt>
          <cx:pt idx="63278">26.489999999999998</cx:pt>
          <cx:pt idx="63279">59.969999999999999</cx:pt>
          <cx:pt idx="63280">16.920000000000002</cx:pt>
          <cx:pt idx="63281">77.390000000000001</cx:pt>
          <cx:pt idx="63282">63.960000000000001</cx:pt>
          <cx:pt idx="63283">143.96000000000001</cx:pt>
          <cx:pt idx="63284">59.979999999999997</cx:pt>
          <cx:pt idx="63285">59.979999999999997</cx:pt>
          <cx:pt idx="63286">55.979999999999997</cx:pt>
          <cx:pt idx="63287">10.59</cx:pt>
          <cx:pt idx="63288">139.94999999999999</cx:pt>
          <cx:pt idx="63289">55.979999999999997</cx:pt>
          <cx:pt idx="63290">85.469999999999999</cx:pt>
          <cx:pt idx="63291">55.979999999999997</cx:pt>
          <cx:pt idx="63292">167.94</cx:pt>
          <cx:pt idx="63293">58.969999999999999</cx:pt>
          <cx:pt idx="63294">51.979999999999997</cx:pt>
          <cx:pt idx="63295">69.969999999999999</cx:pt>
          <cx:pt idx="63296">53.009999999999998</cx:pt>
          <cx:pt idx="63297">79.989999999999995</cx:pt>
          <cx:pt idx="63298">51.979999999999997</cx:pt>
          <cx:pt idx="63299">64.469999999999999</cx:pt>
          <cx:pt idx="63300">49.479999999999997</cx:pt>
          <cx:pt idx="63301">186.44999999999999</cx:pt>
          <cx:pt idx="63302">41.289999999999999</cx:pt>
          <cx:pt idx="63303">31.280000000000001</cx:pt>
          <cx:pt idx="63304">59.979999999999997</cx:pt>
          <cx:pt idx="63305">59.979999999999997</cx:pt>
          <cx:pt idx="63306">64.489999999999995</cx:pt>
          <cx:pt idx="63307">62.969999999999999</cx:pt>
          <cx:pt idx="63308">65.870000000000005</cx:pt>
          <cx:pt idx="63309">92.980000000000004</cx:pt>
          <cx:pt idx="63310">83.969999999999999</cx:pt>
          <cx:pt idx="63311">108.88</cx:pt>
          <cx:pt idx="63312">51.979999999999997</cx:pt>
          <cx:pt idx="63313">79.980000000000004</cx:pt>
          <cx:pt idx="63314">43.539999999999999</cx:pt>
          <cx:pt idx="63315">79.989999999999995</cx:pt>
          <cx:pt idx="63316">53.979999999999997</cx:pt>
          <cx:pt idx="63317">157.24000000000001</cx:pt>
          <cx:pt idx="63318">31.670000000000002</cx:pt>
          <cx:pt idx="63319">65.989999999999995</cx:pt>
          <cx:pt idx="63320">73.930000000000007</cx:pt>
          <cx:pt idx="63321">57.979999999999997</cx:pt>
          <cx:pt idx="63322">338.93000000000001</cx:pt>
          <cx:pt idx="63323">89.969999999999999</cx:pt>
          <cx:pt idx="63324">76.540000000000006</cx:pt>
          <cx:pt idx="63325">195.94999999999999</cx:pt>
          <cx:pt idx="63326">49.990000000000002</cx:pt>
          <cx:pt idx="63327">58.200000000000003</cx:pt>
          <cx:pt idx="63328">41.289999999999999</cx:pt>
          <cx:pt idx="63329">51.979999999999997</cx:pt>
          <cx:pt idx="63330">44.990000000000002</cx:pt>
          <cx:pt idx="63331">135.93000000000001</cx:pt>
          <cx:pt idx="63332">86.969999999999999</cx:pt>
          <cx:pt idx="63333">107.94</cx:pt>
          <cx:pt idx="63334">29.239999999999998</cx:pt>
          <cx:pt idx="63335">89.969999999999999</cx:pt>
          <cx:pt idx="63336">55.979999999999997</cx:pt>
          <cx:pt idx="63337">64.090000000000003</cx:pt>
          <cx:pt idx="63338">119.94</cx:pt>
          <cx:pt idx="63339">51.979999999999997</cx:pt>
          <cx:pt idx="63340">59.979999999999997</cx:pt>
          <cx:pt idx="63341">59.979999999999997</cx:pt>
          <cx:pt idx="63342">39.990000000000002</cx:pt>
          <cx:pt idx="63343">219.96000000000001</cx:pt>
          <cx:pt idx="63344">79.980000000000004</cx:pt>
          <cx:pt idx="63345">55.979999999999997</cx:pt>
          <cx:pt idx="63346">111.95999999999999</cx:pt>
          <cx:pt idx="63347">65.989999999999995</cx:pt>
          <cx:pt idx="63348">65.989999999999995</cx:pt>
          <cx:pt idx="63349">259.89999999999998</cx:pt>
          <cx:pt idx="63350">132.97</cx:pt>
          <cx:pt idx="63351">54.990000000000002</cx:pt>
          <cx:pt idx="63352">103.95999999999999</cx:pt>
          <cx:pt idx="63353">54.990000000000002</cx:pt>
          <cx:pt idx="63354">14.99</cx:pt>
          <cx:pt idx="63355">67.739999999999995</cx:pt>
          <cx:pt idx="63356">12.08</cx:pt>
          <cx:pt idx="63357">89.969999999999999</cx:pt>
          <cx:pt idx="63358">85.469999999999999</cx:pt>
          <cx:pt idx="63359">29.289999999999999</cx:pt>
          <cx:pt idx="63360">51.979999999999997</cx:pt>
          <cx:pt idx="63361">118.84</cx:pt>
          <cx:pt idx="63362">55.950000000000003</cx:pt>
          <cx:pt idx="63363">37.079999999999998</cx:pt>
          <cx:pt idx="63364">59.979999999999997</cx:pt>
          <cx:pt idx="63365">69.969999999999999</cx:pt>
          <cx:pt idx="63366">57.979999999999997</cx:pt>
          <cx:pt idx="63367">31.280000000000001</cx:pt>
          <cx:pt idx="63368">65.989999999999995</cx:pt>
          <cx:pt idx="63369">59.979999999999997</cx:pt>
          <cx:pt idx="63370">54.990000000000002</cx:pt>
          <cx:pt idx="63371">65.989999999999995</cx:pt>
          <cx:pt idx="63372">79.980000000000004</cx:pt>
          <cx:pt idx="63373">77.420000000000002</cx:pt>
          <cx:pt idx="63374">73.569999999999993</cx:pt>
          <cx:pt idx="63375">13.48</cx:pt>
          <cx:pt idx="63376">27.280000000000001</cx:pt>
          <cx:pt idx="63377">136.77000000000001</cx:pt>
          <cx:pt idx="63378">24.18</cx:pt>
          <cx:pt idx="63379">168.11000000000001</cx:pt>
          <cx:pt idx="63380">105.45</cx:pt>
          <cx:pt idx="63381">31.489999999999998</cx:pt>
          <cx:pt idx="63382">87.469999999999999</cx:pt>
          <cx:pt idx="63383">154.72</cx:pt>
          <cx:pt idx="63384">83.969999999999999</cx:pt>
          <cx:pt idx="63385">61.979999999999997</cx:pt>
          <cx:pt idx="63386">20.289999999999999</cx:pt>
          <cx:pt idx="63387">59.390000000000001</cx:pt>
          <cx:pt idx="63388">79.849999999999994</cx:pt>
          <cx:pt idx="63389">48.979999999999997</cx:pt>
          <cx:pt idx="63390">11.09</cx:pt>
          <cx:pt idx="63391">55.979999999999997</cx:pt>
          <cx:pt idx="63392">27.48</cx:pt>
          <cx:pt idx="63393">41.090000000000003</cx:pt>
          <cx:pt idx="63394">61.689999999999998</cx:pt>
          <cx:pt idx="63395">121.98</cx:pt>
          <cx:pt idx="63396">53.979999999999997</cx:pt>
          <cx:pt idx="63397">97.969999999999999</cx:pt>
          <cx:pt idx="63398">59.979999999999997</cx:pt>
          <cx:pt idx="63399">30.489999999999998</cx:pt>
          <cx:pt idx="63400">26.600000000000001</cx:pt>
          <cx:pt idx="63401">61.689999999999998</cx:pt>
          <cx:pt idx="63402">108.86</cx:pt>
          <cx:pt idx="63403">130.63999999999999</cx:pt>
          <cx:pt idx="63404">29.489999999999998</cx:pt>
          <cx:pt idx="63405">110.94</cx:pt>
          <cx:pt idx="63406">56.340000000000003</cx:pt>
          <cx:pt idx="63407">77.390000000000001</cx:pt>
          <cx:pt idx="63408">60.490000000000002</cx:pt>
          <cx:pt idx="63409">50.380000000000003</cx:pt>
          <cx:pt idx="63410">51.979999999999997</cx:pt>
          <cx:pt idx="63411">40.479999999999997</cx:pt>
          <cx:pt idx="63412">59.979999999999997</cx:pt>
          <cx:pt idx="63413">111.95999999999999</cx:pt>
          <cx:pt idx="63414">59.969999999999999</cx:pt>
          <cx:pt idx="63415">79.849999999999994</cx:pt>
          <cx:pt idx="63416">146.37</cx:pt>
          <cx:pt idx="63417">62.969999999999999</cx:pt>
          <cx:pt idx="63418">111.95999999999999</cx:pt>
          <cx:pt idx="63419">145.94</cx:pt>
          <cx:pt idx="63420">332.68000000000001</cx:pt>
          <cx:pt idx="63421">121.98</cx:pt>
          <cx:pt idx="63422">55.960000000000001</cx:pt>
          <cx:pt idx="63423">142.94</cx:pt>
          <cx:pt idx="63424">117.97</cx:pt>
          <cx:pt idx="63425">55.469999999999999</cx:pt>
          <cx:pt idx="63426">211.91999999999999</cx:pt>
          <cx:pt idx="63427">65.989999999999995</cx:pt>
          <cx:pt idx="63428">55.979999999999997</cx:pt>
          <cx:pt idx="63429">20.550000000000001</cx:pt>
          <cx:pt idx="63430">55.979999999999997</cx:pt>
          <cx:pt idx="63431">65.989999999999995</cx:pt>
          <cx:pt idx="63432">55.979999999999997</cx:pt>
          <cx:pt idx="63433">238.96000000000001</cx:pt>
          <cx:pt idx="63434">65.989999999999995</cx:pt>
          <cx:pt idx="63435">69.980000000000004</cx:pt>
          <cx:pt idx="63436">88.909999999999997</cx:pt>
          <cx:pt idx="63437">77.969999999999999</cx:pt>
          <cx:pt idx="63438">54.990000000000002</cx:pt>
          <cx:pt idx="63439">31.289999999999999</cx:pt>
          <cx:pt idx="63440">28.48</cx:pt>
          <cx:pt idx="63441">51.979999999999997</cx:pt>
          <cx:pt idx="63442">83.969999999999999</cx:pt>
          <cx:pt idx="63443">41.479999999999997</cx:pt>
          <cx:pt idx="63444">69.959999999999994</cx:pt>
          <cx:pt idx="63445">65.989999999999995</cx:pt>
          <cx:pt idx="63446">59.979999999999997</cx:pt>
          <cx:pt idx="63447">85.980000000000004</cx:pt>
          <cx:pt idx="63448">18.989999999999998</cx:pt>
          <cx:pt idx="63449">55.979999999999997</cx:pt>
          <cx:pt idx="63450">59.979999999999997</cx:pt>
          <cx:pt idx="63451">51.960000000000001</cx:pt>
          <cx:pt idx="63452">49.979999999999997</cx:pt>
          <cx:pt idx="63453">46.289999999999999</cx:pt>
          <cx:pt idx="63454">-46.289999999999999</cx:pt>
          <cx:pt idx="63455">89.790000000000006</cx:pt>
          <cx:pt idx="63456">53.979999999999997</cx:pt>
          <cx:pt idx="63457">59.979999999999997</cx:pt>
          <cx:pt idx="63458">16.489999999999998</cx:pt>
          <cx:pt idx="63459">59.979999999999997</cx:pt>
          <cx:pt idx="63460">89.969999999999999</cx:pt>
          <cx:pt idx="63461">79.849999999999994</cx:pt>
          <cx:pt idx="63462">9.6400000000000006</cx:pt>
          <cx:pt idx="63463">51.979999999999997</cx:pt>
          <cx:pt idx="63464">88.180000000000007</cx:pt>
          <cx:pt idx="63465">164.52000000000001</cx:pt>
          <cx:pt idx="63466">140.94999999999999</cx:pt>
          <cx:pt idx="63467">77.969999999999999</cx:pt>
          <cx:pt idx="63468">51.979999999999997</cx:pt>
          <cx:pt idx="63469">113.91</cx:pt>
          <cx:pt idx="63470">18.109999999999999</cx:pt>
          <cx:pt idx="63471">55.979999999999997</cx:pt>
          <cx:pt idx="63472">87.049999999999997</cx:pt>
          <cx:pt idx="63473">83.969999999999999</cx:pt>
          <cx:pt idx="63474">105.98</cx:pt>
          <cx:pt idx="63475">103.95999999999999</cx:pt>
          <cx:pt idx="63476">50.979999999999997</cx:pt>
          <cx:pt idx="63477">51.979999999999997</cx:pt>
          <cx:pt idx="63478">55.979999999999997</cx:pt>
          <cx:pt idx="63479">11.49</cx:pt>
          <cx:pt idx="63480">88.709999999999994</cx:pt>
          <cx:pt idx="63481">51.979999999999997</cx:pt>
          <cx:pt idx="63482">56.969999999999999</cx:pt>
          <cx:pt idx="63483">125.86</cx:pt>
          <cx:pt idx="63484">59.979999999999997</cx:pt>
          <cx:pt idx="63485">83.969999999999999</cx:pt>
          <cx:pt idx="63486">91.870000000000005</cx:pt>
          <cx:pt idx="63487">111.95999999999999</cx:pt>
          <cx:pt idx="63488">59.979999999999997</cx:pt>
          <cx:pt idx="63489">59.979999999999997</cx:pt>
          <cx:pt idx="63490">222.96000000000001</cx:pt>
          <cx:pt idx="63491">27.48</cx:pt>
          <cx:pt idx="63492">31.390000000000001</cx:pt>
          <cx:pt idx="63493">59.979999999999997</cx:pt>
          <cx:pt idx="63494">65.319999999999993</cx:pt>
          <cx:pt idx="63495">63.969999999999999</cx:pt>
          <cx:pt idx="63496">59.979999999999997</cx:pt>
          <cx:pt idx="63497">56.969999999999999</cx:pt>
          <cx:pt idx="63498">62.969999999999999</cx:pt>
          <cx:pt idx="63499">259.89999999999998</cx:pt>
          <cx:pt idx="63500">108.88</cx:pt>
          <cx:pt idx="63501">120.98999999999999</cx:pt>
          <cx:pt idx="63502">65.989999999999995</cx:pt>
          <cx:pt idx="63503">20.489999999999998</cx:pt>
          <cx:pt idx="63504">57.479999999999997</cx:pt>
          <cx:pt idx="63505">51.270000000000003</cx:pt>
          <cx:pt idx="63506">57.969999999999999</cx:pt>
          <cx:pt idx="63507">31.280000000000001</cx:pt>
          <cx:pt idx="63508">96.780000000000001</cx:pt>
          <cx:pt idx="63509">135.96000000000001</cx:pt>
          <cx:pt idx="63510">95.379999999999995</cx:pt>
          <cx:pt idx="63511">105.98</cx:pt>
          <cx:pt idx="63512">53.979999999999997</cx:pt>
          <cx:pt idx="63513">55.960000000000001</cx:pt>
          <cx:pt idx="63514">23.289999999999999</cx:pt>
          <cx:pt idx="63515">67.980000000000004</cx:pt>
          <cx:pt idx="63516">57.979999999999997</cx:pt>
          <cx:pt idx="63517">59.979999999999997</cx:pt>
          <cx:pt idx="63518">89.969999999999999</cx:pt>
          <cx:pt idx="63519">50.340000000000003</cx:pt>
          <cx:pt idx="63520">51.979999999999997</cx:pt>
          <cx:pt idx="63521">79.989999999999995</cx:pt>
          <cx:pt idx="63522">35.890000000000001</cx:pt>
          <cx:pt idx="63523">57.979999999999997</cx:pt>
          <cx:pt idx="63524">41.490000000000002</cx:pt>
          <cx:pt idx="63525">56.490000000000002</cx:pt>
          <cx:pt idx="63526">152.94</cx:pt>
          <cx:pt idx="63527">65.989999999999995</cx:pt>
          <cx:pt idx="63528">149.96000000000001</cx:pt>
          <cx:pt idx="63529">69.980000000000004</cx:pt>
          <cx:pt idx="63530">29.609999999999999</cx:pt>
          <cx:pt idx="63531">55.979999999999997</cx:pt>
          <cx:pt idx="63532">109.45999999999999</cx:pt>
          <cx:pt idx="63533">53.979999999999997</cx:pt>
          <cx:pt idx="63534">77.969999999999999</cx:pt>
          <cx:pt idx="63535">55.979999999999997</cx:pt>
          <cx:pt idx="63536">167.94</cx:pt>
          <cx:pt idx="63537">65.989999999999995</cx:pt>
          <cx:pt idx="63538">83.959999999999994</cx:pt>
          <cx:pt idx="63539">74.969999999999999</cx:pt>
          <cx:pt idx="63540">65.989999999999995</cx:pt>
          <cx:pt idx="63541">67.969999999999999</cx:pt>
          <cx:pt idx="63542">31.289999999999999</cx:pt>
          <cx:pt idx="63543">160.94</cx:pt>
          <cx:pt idx="63544">20.289999999999999</cx:pt>
          <cx:pt idx="63545">64.780000000000001</cx:pt>
          <cx:pt idx="63546">28.379999999999999</cx:pt>
          <cx:pt idx="63547">209.93000000000001</cx:pt>
          <cx:pt idx="63548">166.96000000000001</cx:pt>
          <cx:pt idx="63549">53.969999999999999</cx:pt>
          <cx:pt idx="63550">65.989999999999995</cx:pt>
          <cx:pt idx="63551">182.88999999999999</cx:pt>
          <cx:pt idx="63552">84.959999999999994</cx:pt>
          <cx:pt idx="63553">11.49</cx:pt>
          <cx:pt idx="63554">65.989999999999995</cx:pt>
          <cx:pt idx="63555">129.97</cx:pt>
          <cx:pt idx="63556">107.94</cx:pt>
          <cx:pt idx="63557">83.480000000000004</cx:pt>
          <cx:pt idx="63558">36.490000000000002</cx:pt>
          <cx:pt idx="63559">55.979999999999997</cx:pt>
          <cx:pt idx="63560">242.91</cx:pt>
          <cx:pt idx="63561">111.98</cx:pt>
          <cx:pt idx="63562">34.990000000000002</cx:pt>
          <cx:pt idx="63563">-19.960000000000001</cx:pt>
          <cx:pt idx="63564">33.990000000000002</cx:pt>
          <cx:pt idx="63565">55.979999999999997</cx:pt>
          <cx:pt idx="63566">54.969999999999999</cx:pt>
          <cx:pt idx="63567">59.979999999999997</cx:pt>
          <cx:pt idx="63568">89.980000000000004</cx:pt>
          <cx:pt idx="63569">54.990000000000002</cx:pt>
          <cx:pt idx="63570">59.979999999999997</cx:pt>
          <cx:pt idx="63571">94.939999999999998</cx:pt>
          <cx:pt idx="63572">59.990000000000002</cx:pt>
          <cx:pt idx="63573">114.97</cx:pt>
          <cx:pt idx="63574">53.479999999999997</cx:pt>
          <cx:pt idx="63575">65.980000000000004</cx:pt>
          <cx:pt idx="63576">19.489999999999998</cx:pt>
          <cx:pt idx="63577">121.98</cx:pt>
          <cx:pt idx="63578">67.980000000000004</cx:pt>
          <cx:pt idx="63579">121.98</cx:pt>
          <cx:pt idx="63580">67.489999999999995</cx:pt>
          <cx:pt idx="63581">89.969999999999999</cx:pt>
          <cx:pt idx="63582">68.480000000000004</cx:pt>
          <cx:pt idx="63583">102.73</cx:pt>
          <cx:pt idx="63584">51.289999999999999</cx:pt>
          <cx:pt idx="63585">103.95999999999999</cx:pt>
          <cx:pt idx="63586">83.480000000000004</cx:pt>
          <cx:pt idx="63587">27.489999999999998</cx:pt>
          <cx:pt idx="63588">69.969999999999999</cx:pt>
          <cx:pt idx="63589">53.979999999999997</cx:pt>
          <cx:pt idx="63590">198.93000000000001</cx:pt>
          <cx:pt idx="63591">172.97</cx:pt>
          <cx:pt idx="63592">155.94</cx:pt>
          <cx:pt idx="63593">87.560000000000002</cx:pt>
          <cx:pt idx="63594">55.979999999999997</cx:pt>
          <cx:pt idx="63595">90.730000000000004</cx:pt>
          <cx:pt idx="63596">89.939999999999998</cx:pt>
          <cx:pt idx="63597">55.979999999999997</cx:pt>
          <cx:pt idx="63598">74.969999999999999</cx:pt>
          <cx:pt idx="63599">65.989999999999995</cx:pt>
          <cx:pt idx="63600">30.48</cx:pt>
          <cx:pt idx="63601">55.960000000000001</cx:pt>
          <cx:pt idx="63602">59.979999999999997</cx:pt>
          <cx:pt idx="63603">35.170000000000002</cx:pt>
          <cx:pt idx="63604">67.969999999999999</cx:pt>
          <cx:pt idx="63605">55.640000000000001</cx:pt>
          <cx:pt idx="63606">69.959999999999994</cx:pt>
          <cx:pt idx="63607">145.94999999999999</cx:pt>
          <cx:pt idx="63608">57.479999999999997</cx:pt>
          <cx:pt idx="63609">155.94</cx:pt>
          <cx:pt idx="63610">83.969999999999999</cx:pt>
          <cx:pt idx="63611">31.289999999999999</cx:pt>
          <cx:pt idx="63612">58.979999999999997</cx:pt>
          <cx:pt idx="63613">41.490000000000002</cx:pt>
          <cx:pt idx="63614">172.97</cx:pt>
          <cx:pt idx="63615">103.95999999999999</cx:pt>
          <cx:pt idx="63616">148.66</cx:pt>
          <cx:pt idx="63617">51.289999999999999</cx:pt>
          <cx:pt idx="63618">93.969999999999999</cx:pt>
          <cx:pt idx="63619">74.980000000000004</cx:pt>
          <cx:pt idx="63620">55.390000000000001</cx:pt>
          <cx:pt idx="63621">-337.88</cx:pt>
          <cx:pt idx="63622">59.979999999999997</cx:pt>
          <cx:pt idx="63623">111.92</cx:pt>
          <cx:pt idx="63624">18.280000000000001</cx:pt>
          <cx:pt idx="63625">-23.09</cx:pt>
          <cx:pt idx="63626">63.960000000000001</cx:pt>
          <cx:pt idx="63627">55.979999999999997</cx:pt>
          <cx:pt idx="63628">217.75</cx:pt>
          <cx:pt idx="63629">31.489999999999998</cx:pt>
          <cx:pt idx="63630">11.49</cx:pt>
          <cx:pt idx="63631">60.990000000000002</cx:pt>
          <cx:pt idx="63632">30.73</cx:pt>
          <cx:pt idx="63633">41.289999999999999</cx:pt>
          <cx:pt idx="63634">89.969999999999999</cx:pt>
          <cx:pt idx="63635">55.979999999999997</cx:pt>
          <cx:pt idx="63636">65.989999999999995</cx:pt>
          <cx:pt idx="63637">47.369999999999997</cx:pt>
          <cx:pt idx="63638">65.299999999999997</cx:pt>
          <cx:pt idx="63639">124.97</cx:pt>
          <cx:pt idx="63640">22.489999999999998</cx:pt>
          <cx:pt idx="63641">33.350000000000001</cx:pt>
          <cx:pt idx="63642">167.94</cx:pt>
          <cx:pt idx="63643">83.969999999999999</cx:pt>
          <cx:pt idx="63644">66.540000000000006</cx:pt>
          <cx:pt idx="63645">173.41999999999999</cx:pt>
          <cx:pt idx="63646">50.350000000000001</cx:pt>
          <cx:pt idx="63647">81.980000000000004</cx:pt>
          <cx:pt idx="63648">83.969999999999999</cx:pt>
          <cx:pt idx="63649">83.480000000000004</cx:pt>
          <cx:pt idx="63650">88.950000000000003</cx:pt>
          <cx:pt idx="63651">55.979999999999997</cx:pt>
          <cx:pt idx="63652">113.95999999999999</cx:pt>
          <cx:pt idx="63653">109.97</cx:pt>
          <cx:pt idx="63654">77.459999999999994</cx:pt>
          <cx:pt idx="63655">89.980000000000004</cx:pt>
          <cx:pt idx="63656">119.95999999999999</cx:pt>
          <cx:pt idx="63657">77.969999999999999</cx:pt>
          <cx:pt idx="63658">142.94999999999999</cx:pt>
          <cx:pt idx="63659">59.979999999999997</cx:pt>
          <cx:pt idx="63660">51.979999999999997</cx:pt>
          <cx:pt idx="63661">204.28</cx:pt>
          <cx:pt idx="63662">39.280000000000001</cx:pt>
          <cx:pt idx="63663">139.94999999999999</cx:pt>
          <cx:pt idx="63664">186.94999999999999</cx:pt>
          <cx:pt idx="63665">53.939999999999998</cx:pt>
          <cx:pt idx="63666">65.989999999999995</cx:pt>
          <cx:pt idx="63667">53.869999999999997</cx:pt>
          <cx:pt idx="63668">119.97</cx:pt>
          <cx:pt idx="63669">149.94999999999999</cx:pt>
          <cx:pt idx="63670">53.979999999999997</cx:pt>
          <cx:pt idx="63671">54.979999999999997</cx:pt>
          <cx:pt idx="63672">73.969999999999999</cx:pt>
          <cx:pt idx="63673">51.979999999999997</cx:pt>
          <cx:pt idx="63674">51.979999999999997</cx:pt>
          <cx:pt idx="63675">57.590000000000003</cx:pt>
          <cx:pt idx="63676">75.959999999999994</cx:pt>
          <cx:pt idx="63677">171.43000000000001</cx:pt>
          <cx:pt idx="63678">113.56</cx:pt>
          <cx:pt idx="63679">172.97</cx:pt>
          <cx:pt idx="63680">104.66</cx:pt>
          <cx:pt idx="63681">96.959999999999994</cx:pt>
          <cx:pt idx="63682">119.95999999999999</cx:pt>
          <cx:pt idx="63683">297.70999999999998</cx:pt>
          <cx:pt idx="63684">129.97</cx:pt>
          <cx:pt idx="63685">121.98</cx:pt>
          <cx:pt idx="63686">116.04000000000001</cx:pt>
          <cx:pt idx="63687">142.75</cx:pt>
          <cx:pt idx="63688">116.95999999999999</cx:pt>
          <cx:pt idx="63689">89.980000000000004</cx:pt>
          <cx:pt idx="63690">89.980000000000004</cx:pt>
          <cx:pt idx="63691">67.739999999999995</cx:pt>
          <cx:pt idx="63692">55.979999999999997</cx:pt>
          <cx:pt idx="63693">93.969999999999999</cx:pt>
          <cx:pt idx="63694">139.96000000000001</cx:pt>
          <cx:pt idx="63695">26.489999999999998</cx:pt>
          <cx:pt idx="63696">47.979999999999997</cx:pt>
          <cx:pt idx="63697">136.75999999999999</cx:pt>
          <cx:pt idx="63698">75</cx:pt>
          <cx:pt idx="63699">55.979999999999997</cx:pt>
          <cx:pt idx="63700">69.980000000000004</cx:pt>
          <cx:pt idx="63701">49.850000000000001</cx:pt>
          <cx:pt idx="63702">50.479999999999997</cx:pt>
          <cx:pt idx="63703">134.97</cx:pt>
          <cx:pt idx="63704">79.980000000000004</cx:pt>
          <cx:pt idx="63705">89.969999999999999</cx:pt>
          <cx:pt idx="63706">54.039999999999999</cx:pt>
          <cx:pt idx="63707">111.95999999999999</cx:pt>
          <cx:pt idx="63708">58.979999999999997</cx:pt>
          <cx:pt idx="63709">52.950000000000003</cx:pt>
          <cx:pt idx="63710">170.94999999999999</cx:pt>
          <cx:pt idx="63711">29.48</cx:pt>
          <cx:pt idx="63712">77.969999999999999</cx:pt>
          <cx:pt idx="63713">55.979999999999997</cx:pt>
          <cx:pt idx="63714">50.950000000000003</cx:pt>
          <cx:pt idx="63715">121.98</cx:pt>
          <cx:pt idx="63716">55.979999999999997</cx:pt>
          <cx:pt idx="63717">30.98</cx:pt>
          <cx:pt idx="63718">63.960000000000001</cx:pt>
          <cx:pt idx="63719">178.94999999999999</cx:pt>
          <cx:pt idx="63720">50.359999999999999</cx:pt>
          <cx:pt idx="63721">71.980000000000004</cx:pt>
          <cx:pt idx="63722">55.390000000000001</cx:pt>
          <cx:pt idx="63723">95.939999999999998</cx:pt>
          <cx:pt idx="63724">105.98</cx:pt>
          <cx:pt idx="63725">39.280000000000001</cx:pt>
          <cx:pt idx="63726">51.280000000000001</cx:pt>
          <cx:pt idx="63727">31.489999999999998</cx:pt>
          <cx:pt idx="63728">31.489999999999998</cx:pt>
          <cx:pt idx="63729">20.489999999999998</cx:pt>
          <cx:pt idx="63730">191.91999999999999</cx:pt>
          <cx:pt idx="63731">92.980000000000004</cx:pt>
          <cx:pt idx="63732">92.969999999999999</cx:pt>
          <cx:pt idx="63733">207.91999999999999</cx:pt>
          <cx:pt idx="63734">153.16999999999999</cx:pt>
          <cx:pt idx="63735">155.94</cx:pt>
          <cx:pt idx="63736">50.969999999999999</cx:pt>
          <cx:pt idx="63737">19.48</cx:pt>
          <cx:pt idx="63738">14.49</cx:pt>
          <cx:pt idx="63739">13.289999999999999</cx:pt>
          <cx:pt idx="63740">54.979999999999997</cx:pt>
          <cx:pt idx="63741">57.979999999999997</cx:pt>
          <cx:pt idx="63742">63.979999999999997</cx:pt>
          <cx:pt idx="63743">168.13999999999999</cx:pt>
          <cx:pt idx="63744">55.390000000000001</cx:pt>
          <cx:pt idx="63745">86.969999999999999</cx:pt>
          <cx:pt idx="63746">87.459999999999994</cx:pt>
          <cx:pt idx="63747">119.95999999999999</cx:pt>
          <cx:pt idx="63748">337.88</cx:pt>
          <cx:pt idx="63749">55.390000000000001</cx:pt>
          <cx:pt idx="63750">56.060000000000002</cx:pt>
          <cx:pt idx="63751">172.97</cx:pt>
          <cx:pt idx="63752">74.959999999999994</cx:pt>
          <cx:pt idx="63753">51.979999999999997</cx:pt>
          <cx:pt idx="63754">287.88</cx:pt>
          <cx:pt idx="63755">83.480000000000004</cx:pt>
          <cx:pt idx="63756">59.979999999999997</cx:pt>
          <cx:pt idx="63757">59.960000000000001</cx:pt>
          <cx:pt idx="63758">20.289999999999999</cx:pt>
          <cx:pt idx="63759">59.979999999999997</cx:pt>
          <cx:pt idx="63760">127.95</cx:pt>
          <cx:pt idx="63761">104.98</cx:pt>
          <cx:pt idx="63762">65.319999999999993</cx:pt>
          <cx:pt idx="63763">39.479999999999997</cx:pt>
          <cx:pt idx="63764">29.48</cx:pt>
          <cx:pt idx="63765">55.979999999999997</cx:pt>
          <cx:pt idx="63766">17.289999999999999</cx:pt>
          <cx:pt idx="63767">95.980000000000004</cx:pt>
          <cx:pt idx="63768">55.979999999999997</cx:pt>
          <cx:pt idx="63769">73.969999999999999</cx:pt>
          <cx:pt idx="63770">77.969999999999999</cx:pt>
          <cx:pt idx="63771">54.990000000000002</cx:pt>
          <cx:pt idx="63772">83.969999999999999</cx:pt>
          <cx:pt idx="63773">145.97999999999999</cx:pt>
          <cx:pt idx="63774">145.97999999999999</cx:pt>
          <cx:pt idx="63775">55.619999999999997</cx:pt>
          <cx:pt idx="63776">16.489999999999998</cx:pt>
          <cx:pt idx="63777">69.980000000000004</cx:pt>
          <cx:pt idx="63778">29.989999999999998</cx:pt>
          <cx:pt idx="63779">109.95999999999999</cx:pt>
          <cx:pt idx="63780">55.979999999999997</cx:pt>
          <cx:pt idx="63781">18.129999999999999</cx:pt>
          <cx:pt idx="63782">83.969999999999999</cx:pt>
          <cx:pt idx="63783">72.480000000000004</cx:pt>
          <cx:pt idx="63784">56.969999999999999</cx:pt>
          <cx:pt idx="63785">148.94999999999999</cx:pt>
          <cx:pt idx="63786">59.960000000000001</cx:pt>
          <cx:pt idx="63787">133.03</cx:pt>
          <cx:pt idx="63788">175.94</cx:pt>
          <cx:pt idx="63789">28.489999999999998</cx:pt>
          <cx:pt idx="63790">55.390000000000001</cx:pt>
          <cx:pt idx="63791">145.97</cx:pt>
          <cx:pt idx="63792">63.460000000000001</cx:pt>
          <cx:pt idx="63793">53.979999999999997</cx:pt>
          <cx:pt idx="63794">131.81</cx:pt>
          <cx:pt idx="63795">124.97</cx:pt>
          <cx:pt idx="63796">89.980000000000004</cx:pt>
          <cx:pt idx="63797">60.990000000000002</cx:pt>
          <cx:pt idx="63798">112.47</cx:pt>
          <cx:pt idx="63799">69.989999999999995</cx:pt>
          <cx:pt idx="63800">57.560000000000002</cx:pt>
          <cx:pt idx="63801">48.479999999999997</cx:pt>
          <cx:pt idx="63802">69.989999999999995</cx:pt>
          <cx:pt idx="63803">59.960000000000001</cx:pt>
          <cx:pt idx="63804">118.54000000000001</cx:pt>
          <cx:pt idx="63805">55.979999999999997</cx:pt>
          <cx:pt idx="63806">22.289999999999999</cx:pt>
          <cx:pt idx="63807">61.689999999999998</cx:pt>
          <cx:pt idx="63808">35.490000000000002</cx:pt>
          <cx:pt idx="63809">85.969999999999999</cx:pt>
          <cx:pt idx="63810">49.280000000000001</cx:pt>
          <cx:pt idx="63811">59.979999999999997</cx:pt>
          <cx:pt idx="63812">51.979999999999997</cx:pt>
          <cx:pt idx="63813">64.680000000000007</cx:pt>
          <cx:pt idx="63814">79.980000000000004</cx:pt>
          <cx:pt idx="63815">149.56999999999999</cx:pt>
          <cx:pt idx="63816">15.289999999999999</cx:pt>
          <cx:pt idx="63817">99.730000000000004</cx:pt>
          <cx:pt idx="63818">83.959999999999994</cx:pt>
          <cx:pt idx="63819">26.989999999999998</cx:pt>
          <cx:pt idx="63820">89.980000000000004</cx:pt>
          <cx:pt idx="63821">119.95999999999999</cx:pt>
          <cx:pt idx="63822">29.289999999999999</cx:pt>
          <cx:pt idx="63823">53.979999999999997</cx:pt>
          <cx:pt idx="63824">63.979999999999997</cx:pt>
          <cx:pt idx="63825">89.969999999999999</cx:pt>
          <cx:pt idx="63826">53.960000000000001</cx:pt>
          <cx:pt idx="63827">59.979999999999997</cx:pt>
          <cx:pt idx="63828">87.739999999999995</cx:pt>
          <cx:pt idx="63829">30.239999999999998</cx:pt>
          <cx:pt idx="63830">72.540000000000006</cx:pt>
          <cx:pt idx="63831">164.44999999999999</cx:pt>
          <cx:pt idx="63832">69.980000000000004</cx:pt>
          <cx:pt idx="63833">76.489999999999995</cx:pt>
          <cx:pt idx="63834">64.480000000000004</cx:pt>
          <cx:pt idx="63835">31.09</cx:pt>
          <cx:pt idx="63836">71.379999999999995</cx:pt>
          <cx:pt idx="63837">163.31</cx:pt>
          <cx:pt idx="63838">107.95999999999999</cx:pt>
          <cx:pt idx="63839">59.979999999999997</cx:pt>
          <cx:pt idx="63840">120.97</cx:pt>
          <cx:pt idx="63841">94.959999999999994</cx:pt>
          <cx:pt idx="63842">26.489999999999998</cx:pt>
          <cx:pt idx="63843">50.960000000000001</cx:pt>
          <cx:pt idx="63844">29.289999999999999</cx:pt>
          <cx:pt idx="63845">51.490000000000002</cx:pt>
          <cx:pt idx="63846">23.489999999999998</cx:pt>
          <cx:pt idx="63847">110.38</cx:pt>
          <cx:pt idx="63848">18.989999999999998</cx:pt>
          <cx:pt idx="63849">125.95999999999999</cx:pt>
          <cx:pt idx="63850">65.989999999999995</cx:pt>
          <cx:pt idx="63851">148.94999999999999</cx:pt>
          <cx:pt idx="63852">23.48</cx:pt>
          <cx:pt idx="63853">71.969999999999999</cx:pt>
          <cx:pt idx="63854">189.94</cx:pt>
          <cx:pt idx="63855">55.579999999999998</cx:pt>
          <cx:pt idx="63856">63.979999999999997</cx:pt>
          <cx:pt idx="63857">-84.680000000000007</cx:pt>
          <cx:pt idx="63858">78.959999999999994</cx:pt>
          <cx:pt idx="63859">68.989999999999995</cx:pt>
          <cx:pt idx="63860">148.06</cx:pt>
          <cx:pt idx="63861">65.260000000000005</cx:pt>
          <cx:pt idx="63862">16.489999999999998</cx:pt>
          <cx:pt idx="63863">64.090000000000003</cx:pt>
          <cx:pt idx="63864">54.990000000000002</cx:pt>
          <cx:pt idx="63865">61.979999999999997</cx:pt>
          <cx:pt idx="63866">84.989999999999995</cx:pt>
          <cx:pt idx="63867">68.989999999999995</cx:pt>
          <cx:pt idx="63868">84.989999999999995</cx:pt>
          <cx:pt idx="63869">96.780000000000001</cx:pt>
          <cx:pt idx="63870">84.980000000000004</cx:pt>
          <cx:pt idx="63871">98.969999999999999</cx:pt>
          <cx:pt idx="63872">111.95999999999999</cx:pt>
          <cx:pt idx="63873">415.83999999999997</cx:pt>
          <cx:pt idx="63874">98.969999999999999</cx:pt>
          <cx:pt idx="63875">179.94</cx:pt>
          <cx:pt idx="63876">83.969999999999999</cx:pt>
          <cx:pt idx="63877">60.969999999999999</cx:pt>
          <cx:pt idx="63878">38.479999999999997</cx:pt>
          <cx:pt idx="63879">59.969999999999999</cx:pt>
          <cx:pt idx="63880">23.489999999999998</cx:pt>
          <cx:pt idx="63881">68.989999999999995</cx:pt>
          <cx:pt idx="63882">8.4900000000000002</cx:pt>
          <cx:pt idx="63883">59.979999999999997</cx:pt>
          <cx:pt idx="63884">155.94</cx:pt>
          <cx:pt idx="63885">53.479999999999997</cx:pt>
          <cx:pt idx="63886">59.380000000000003</cx:pt>
          <cx:pt idx="63887">57.979999999999997</cx:pt>
          <cx:pt idx="63888">65.980000000000004</cx:pt>
          <cx:pt idx="63889">48.579999999999998</cx:pt>
          <cx:pt idx="63890">32.490000000000002</cx:pt>
          <cx:pt idx="63891">69.980000000000004</cx:pt>
          <cx:pt idx="63892">67.969999999999999</cx:pt>
          <cx:pt idx="63893">52.009999999999998</cx:pt>
          <cx:pt idx="63894">65.980000000000004</cx:pt>
          <cx:pt idx="63895">68.969999999999999</cx:pt>
          <cx:pt idx="63896">36.289999999999999</cx:pt>
          <cx:pt idx="63897">131.97999999999999</cx:pt>
          <cx:pt idx="63898">53.979999999999997</cx:pt>
          <cx:pt idx="63899">74.980000000000004</cx:pt>
          <cx:pt idx="63900">25.390000000000001</cx:pt>
          <cx:pt idx="63901">64.909999999999997</cx:pt>
          <cx:pt idx="63902">98.969999999999999</cx:pt>
          <cx:pt idx="63903">94.959999999999994</cx:pt>
          <cx:pt idx="63904">147.59999999999999</cx:pt>
          <cx:pt idx="63905">103.97</cx:pt>
          <cx:pt idx="63906">124.97</cx:pt>
          <cx:pt idx="63907">147.94</cx:pt>
          <cx:pt idx="63908">63.979999999999997</cx:pt>
          <cx:pt idx="63909">44.75</cx:pt>
          <cx:pt idx="63910">65.980000000000004</cx:pt>
          <cx:pt idx="63911">106.97</cx:pt>
          <cx:pt idx="63912">51.280000000000001</cx:pt>
          <cx:pt idx="63913">13.279999999999999</cx:pt>
          <cx:pt idx="63914">55.979999999999997</cx:pt>
          <cx:pt idx="63915">-28.73</cx:pt>
          <cx:pt idx="63916">60.979999999999997</cx:pt>
          <cx:pt idx="63917">183.86000000000001</cx:pt>
          <cx:pt idx="63918">68.980000000000004</cx:pt>
          <cx:pt idx="63919">90.959999999999994</cx:pt>
          <cx:pt idx="63920">211.97</cx:pt>
          <cx:pt idx="63921">65.989999999999995</cx:pt>
          <cx:pt idx="63922">54.369999999999997</cx:pt>
          <cx:pt idx="63923">99.980000000000004</cx:pt>
          <cx:pt idx="63924">32.630000000000003</cx:pt>
          <cx:pt idx="63925">41.490000000000002</cx:pt>
          <cx:pt idx="63926">21.98</cx:pt>
          <cx:pt idx="63927">47.479999999999997</cx:pt>
          <cx:pt idx="63928">131.96000000000001</cx:pt>
          <cx:pt idx="63929">112.48999999999999</cx:pt>
          <cx:pt idx="63930">86.959999999999994</cx:pt>
          <cx:pt idx="63931">61.979999999999997</cx:pt>
          <cx:pt idx="63932">74.019999999999996</cx:pt>
          <cx:pt idx="63933">65.980000000000004</cx:pt>
          <cx:pt idx="63934">32.490000000000002</cx:pt>
          <cx:pt idx="63935">83.670000000000002</cx:pt>
          <cx:pt idx="63936">103.95999999999999</cx:pt>
          <cx:pt idx="63937">50.490000000000002</cx:pt>
          <cx:pt idx="63938">135.47</cx:pt>
          <cx:pt idx="63939">24.18</cx:pt>
          <cx:pt idx="63940">51.969999999999999</cx:pt>
          <cx:pt idx="63941">67.480000000000004</cx:pt>
          <cx:pt idx="63942">143.69999999999999</cx:pt>
          <cx:pt idx="63943">119.56</cx:pt>
          <cx:pt idx="63944">47.270000000000003</cx:pt>
          <cx:pt idx="63945">64.980000000000004</cx:pt>
          <cx:pt idx="63946">92.980000000000004</cx:pt>
          <cx:pt idx="63947">99.980000000000004</cx:pt>
          <cx:pt idx="63948">55.979999999999997</cx:pt>
          <cx:pt idx="63949">59.979999999999997</cx:pt>
          <cx:pt idx="63950">104.98</cx:pt>
          <cx:pt idx="63951">111.56</cx:pt>
          <cx:pt idx="63952">93.269999999999996</cx:pt>
          <cx:pt idx="63953">94.959999999999994</cx:pt>
          <cx:pt idx="63954">249.62</cx:pt>
          <cx:pt idx="63955">172.97</cx:pt>
          <cx:pt idx="63956">20.289999999999999</cx:pt>
          <cx:pt idx="63957">37.469999999999999</cx:pt>
          <cx:pt idx="63958">35.280000000000001</cx:pt>
          <cx:pt idx="63959">71.980000000000004</cx:pt>
          <cx:pt idx="63960">19.289999999999999</cx:pt>
          <cx:pt idx="63961">56.299999999999997</cx:pt>
          <cx:pt idx="63962">30.280000000000001</cx:pt>
          <cx:pt idx="63963">80.980000000000004</cx:pt>
          <cx:pt idx="63964">84.989999999999995</cx:pt>
          <cx:pt idx="63965">48.979999999999997</cx:pt>
          <cx:pt idx="63966">21.489999999999998</cx:pt>
          <cx:pt idx="63967">65.980000000000004</cx:pt>
          <cx:pt idx="63968">34.490000000000002</cx:pt>
          <cx:pt idx="63969">55.969999999999999</cx:pt>
          <cx:pt idx="63970">31.489999999999998</cx:pt>
          <cx:pt idx="63971">140.94999999999999</cx:pt>
          <cx:pt idx="63972">249.91</cx:pt>
          <cx:pt idx="63973">229.90000000000001</cx:pt>
          <cx:pt idx="63974">47.280000000000001</cx:pt>
          <cx:pt idx="63975">51.979999999999997</cx:pt>
          <cx:pt idx="63976">64.950000000000003</cx:pt>
          <cx:pt idx="63977">164.53999999999999</cx:pt>
          <cx:pt idx="63978">31.489999999999998</cx:pt>
          <cx:pt idx="63979">94.980000000000004</cx:pt>
          <cx:pt idx="63980">51.979999999999997</cx:pt>
          <cx:pt idx="63981">91.959999999999994</cx:pt>
          <cx:pt idx="63982">84.349999999999994</cx:pt>
          <cx:pt idx="63983">51.979999999999997</cx:pt>
          <cx:pt idx="63984">62.090000000000003</cx:pt>
          <cx:pt idx="63985">31.48</cx:pt>
          <cx:pt idx="63986">26.489999999999998</cx:pt>
          <cx:pt idx="63987">59.979999999999997</cx:pt>
          <cx:pt idx="63988">432.61000000000001</cx:pt>
          <cx:pt idx="63989">74.950000000000003</cx:pt>
          <cx:pt idx="63990">-26.98</cx:pt>
          <cx:pt idx="63991">21.489999999999998</cx:pt>
          <cx:pt idx="63992">79.840000000000003</cx:pt>
          <cx:pt idx="63993">50.979999999999997</cx:pt>
          <cx:pt idx="63994">203.91999999999999</cx:pt>
          <cx:pt idx="63995">159.97999999999999</cx:pt>
          <cx:pt idx="63996">236.62</cx:pt>
          <cx:pt idx="63997">68.859999999999999</cx:pt>
          <cx:pt idx="63998">77.969999999999999</cx:pt>
          <cx:pt idx="63999">60.979999999999997</cx:pt>
          <cx:pt idx="64000">-31.489999999999998</cx:pt>
          <cx:pt idx="64001">141.97</cx:pt>
          <cx:pt idx="64002">-149.94999999999999</cx:pt>
          <cx:pt idx="64003">62.869999999999997</cx:pt>
          <cx:pt idx="64004">21.289999999999999</cx:pt>
          <cx:pt idx="64005">82.980000000000004</cx:pt>
          <cx:pt idx="64006">75.980000000000004</cx:pt>
          <cx:pt idx="64007">59.390000000000001</cx:pt>
          <cx:pt idx="64008">59.960000000000001</cx:pt>
          <cx:pt idx="64009">39.280000000000001</cx:pt>
          <cx:pt idx="64010">131.97999999999999</cx:pt>
          <cx:pt idx="64011">99.980000000000004</cx:pt>
          <cx:pt idx="64012">54.990000000000002</cx:pt>
          <cx:pt idx="64013">68.969999999999999</cx:pt>
          <cx:pt idx="64014">41.090000000000003</cx:pt>
          <cx:pt idx="64015">116.95999999999999</cx:pt>
          <cx:pt idx="64016">51.979999999999997</cx:pt>
          <cx:pt idx="64017">120.95</cx:pt>
          <cx:pt idx="64018">50.969999999999999</cx:pt>
          <cx:pt idx="64019">37.479999999999997</cx:pt>
          <cx:pt idx="64020">56.979999999999997</cx:pt>
          <cx:pt idx="64021">89.989999999999995</cx:pt>
          <cx:pt idx="64022">71.879999999999995</cx:pt>
          <cx:pt idx="64023">149.97</cx:pt>
          <cx:pt idx="64024">86.349999999999994</cx:pt>
          <cx:pt idx="64025">67.739999999999995</cx:pt>
          <cx:pt idx="64026">65.980000000000004</cx:pt>
          <cx:pt idx="64027">197.97</cx:pt>
          <cx:pt idx="64028">53.460000000000001</cx:pt>
          <cx:pt idx="64029">97.930000000000007</cx:pt>
          <cx:pt idx="64030">87.469999999999999</cx:pt>
          <cx:pt idx="64031">20.289999999999999</cx:pt>
          <cx:pt idx="64032">115.38</cx:pt>
          <cx:pt idx="64033">39.490000000000002</cx:pt>
          <cx:pt idx="64034">135.41999999999999</cx:pt>
          <cx:pt idx="64035">46.979999999999997</cx:pt>
          <cx:pt idx="64036">65.980000000000004</cx:pt>
          <cx:pt idx="64037">51.289999999999999</cx:pt>
          <cx:pt idx="64038">55.979999999999997</cx:pt>
          <cx:pt idx="64039">13.289999999999999</cx:pt>
          <cx:pt idx="64040">135.91999999999999</cx:pt>
          <cx:pt idx="64041">71.939999999999998</cx:pt>
          <cx:pt idx="64042">220.13999999999999</cx:pt>
          <cx:pt idx="64043">131.96000000000001</cx:pt>
          <cx:pt idx="64044">24.18</cx:pt>
          <cx:pt idx="64045">90.730000000000004</cx:pt>
          <cx:pt idx="64046">59.990000000000002</cx:pt>
          <cx:pt idx="64047">51.979999999999997</cx:pt>
          <cx:pt idx="64048">105.23</cx:pt>
          <cx:pt idx="64049">263.95999999999998</cx:pt>
          <cx:pt idx="64050">104.97</cx:pt>
          <cx:pt idx="64051">53.960000000000001</cx:pt>
          <cx:pt idx="64052">263.95999999999998</cx:pt>
          <cx:pt idx="64053">68.969999999999999</cx:pt>
          <cx:pt idx="64054">169.90000000000001</cx:pt>
          <cx:pt idx="64055">33.490000000000002</cx:pt>
          <cx:pt idx="64056">63.960000000000001</cx:pt>
          <cx:pt idx="64057">66.530000000000001</cx:pt>
          <cx:pt idx="64058">80.950000000000003</cx:pt>
          <cx:pt idx="64059">111.95999999999999</cx:pt>
          <cx:pt idx="64060">86.959999999999994</cx:pt>
          <cx:pt idx="64061">159.69999999999999</cx:pt>
          <cx:pt idx="64062">85.969999999999999</cx:pt>
          <cx:pt idx="64063">21.48</cx:pt>
          <cx:pt idx="64064">183.96000000000001</cx:pt>
          <cx:pt idx="64065">69.950000000000003</cx:pt>
          <cx:pt idx="64066">65.980000000000004</cx:pt>
          <cx:pt idx="64067">12.49</cx:pt>
          <cx:pt idx="64068">51.979999999999997</cx:pt>
          <cx:pt idx="64069">59.979999999999997</cx:pt>
          <cx:pt idx="64070">55.979999999999997</cx:pt>
          <cx:pt idx="64071">34.490000000000002</cx:pt>
          <cx:pt idx="64072">62.899999999999999</cx:pt>
          <cx:pt idx="64073">59.979999999999997</cx:pt>
          <cx:pt idx="64074">120.95999999999999</cx:pt>
          <cx:pt idx="64075">34.280000000000001</cx:pt>
          <cx:pt idx="64076">181.93000000000001</cx:pt>
          <cx:pt idx="64077">38.189999999999998</cx:pt>
          <cx:pt idx="64078">45.490000000000002</cx:pt>
          <cx:pt idx="64079">123.95999999999999</cx:pt>
          <cx:pt idx="64080">31.890000000000001</cx:pt>
          <cx:pt idx="64081">52.479999999999997</cx:pt>
          <cx:pt idx="64082">78.019999999999996</cx:pt>
          <cx:pt idx="64083">76.969999999999999</cx:pt>
          <cx:pt idx="64084">91.959999999999994</cx:pt>
          <cx:pt idx="64085">61.979999999999997</cx:pt>
          <cx:pt idx="64086">64.969999999999999</cx:pt>
          <cx:pt idx="64087">84.659999999999997</cx:pt>
          <cx:pt idx="64088">53.979999999999997</cx:pt>
          <cx:pt idx="64089">59.990000000000002</cx:pt>
          <cx:pt idx="64090">75.980000000000004</cx:pt>
          <cx:pt idx="64091">27.48</cx:pt>
          <cx:pt idx="64092">41.479999999999997</cx:pt>
          <cx:pt idx="64093">69.989999999999995</cx:pt>
          <cx:pt idx="64094">56.969999999999999</cx:pt>
          <cx:pt idx="64095">55.969999999999999</cx:pt>
          <cx:pt idx="64096">38.479999999999997</cx:pt>
          <cx:pt idx="64097">51.490000000000002</cx:pt>
          <cx:pt idx="64098">65.980000000000004</cx:pt>
          <cx:pt idx="64099">75.980000000000004</cx:pt>
          <cx:pt idx="64100">76.980000000000004</cx:pt>
          <cx:pt idx="64101">59.979999999999997</cx:pt>
          <cx:pt idx="64102">362.93000000000001</cx:pt>
          <cx:pt idx="64103">54.979999999999997</cx:pt>
          <cx:pt idx="64104">52.969999999999999</cx:pt>
          <cx:pt idx="64105">125.98</cx:pt>
          <cx:pt idx="64106">67.709999999999994</cx:pt>
          <cx:pt idx="64107">17.239999999999998</cx:pt>
          <cx:pt idx="64108">862.35000000000002</cx:pt>
          <cx:pt idx="64109">50.490000000000002</cx:pt>
          <cx:pt idx="64110">140.15000000000001</cx:pt>
          <cx:pt idx="64111">59.969999999999999</cx:pt>
          <cx:pt idx="64112">114.97</cx:pt>
          <cx:pt idx="64113">65.959999999999994</cx:pt>
          <cx:pt idx="64114">168.97</cx:pt>
          <cx:pt idx="64115">94.329999999999998</cx:pt>
          <cx:pt idx="64116">131.97999999999999</cx:pt>
          <cx:pt idx="64117">116.97</cx:pt>
          <cx:pt idx="64118">62.979999999999997</cx:pt>
          <cx:pt idx="64119">244.97</cx:pt>
          <cx:pt idx="64120">83.959999999999994</cx:pt>
          <cx:pt idx="64121">16.489999999999998</cx:pt>
          <cx:pt idx="64122">59.969999999999999</cx:pt>
          <cx:pt idx="64123">60.979999999999997</cx:pt>
          <cx:pt idx="64124">30.48</cx:pt>
          <cx:pt idx="64125">61.979999999999997</cx:pt>
          <cx:pt idx="64126">161.94</cx:pt>
          <cx:pt idx="64127">60.979999999999997</cx:pt>
          <cx:pt idx="64128">43.289999999999999</cx:pt>
          <cx:pt idx="64129">89.980000000000004</cx:pt>
          <cx:pt idx="64130">98.980000000000004</cx:pt>
          <cx:pt idx="64131">84.989999999999995</cx:pt>
          <cx:pt idx="64132">76.730000000000004</cx:pt>
          <cx:pt idx="64133">32.490000000000002</cx:pt>
          <cx:pt idx="64134">43.479999999999997</cx:pt>
          <cx:pt idx="64135">63.960000000000001</cx:pt>
          <cx:pt idx="64136">65.989999999999995</cx:pt>
          <cx:pt idx="64137">139.94999999999999</cx:pt>
          <cx:pt idx="64138">57.579999999999998</cx:pt>
          <cx:pt idx="64139">111.95999999999999</cx:pt>
          <cx:pt idx="64140">79.849999999999994</cx:pt>
          <cx:pt idx="64141">70.980000000000004</cx:pt>
          <cx:pt idx="64142">46.490000000000002</cx:pt>
          <cx:pt idx="64143">61.979999999999997</cx:pt>
          <cx:pt idx="64144">54.380000000000003</cx:pt>
          <cx:pt idx="64145">64.950000000000003</cx:pt>
          <cx:pt idx="64146">62.979999999999997</cx:pt>
          <cx:pt idx="64147">99.989999999999995</cx:pt>
          <cx:pt idx="64148">123.95999999999999</cx:pt>
          <cx:pt idx="64149">15.289999999999999</cx:pt>
          <cx:pt idx="64150">51.979999999999997</cx:pt>
          <cx:pt idx="64151">68.969999999999999</cx:pt>
          <cx:pt idx="64152">142.94999999999999</cx:pt>
          <cx:pt idx="64153">61.979999999999997</cx:pt>
          <cx:pt idx="64154">51.289999999999999</cx:pt>
          <cx:pt idx="64155">387.10000000000002</cx:pt>
          <cx:pt idx="64156">59.979999999999997</cx:pt>
          <cx:pt idx="64157">84.989999999999995</cx:pt>
          <cx:pt idx="64158">89.969999999999999</cx:pt>
          <cx:pt idx="64159">96.760000000000005</cx:pt>
          <cx:pt idx="64160">124.98</cx:pt>
          <cx:pt idx="64161">87.099999999999994</cx:pt>
          <cx:pt idx="64162">72.980000000000004</cx:pt>
          <cx:pt idx="64163">20.489999999999998</cx:pt>
          <cx:pt idx="64164">39.289999999999999</cx:pt>
          <cx:pt idx="64165">172.44</cx:pt>
          <cx:pt idx="64166">18.289999999999999</cx:pt>
          <cx:pt idx="64167">224.44999999999999</cx:pt>
          <cx:pt idx="64168">16.489999999999998</cx:pt>
          <cx:pt idx="64169">41.490000000000002</cx:pt>
          <cx:pt idx="64170">89.980000000000004</cx:pt>
          <cx:pt idx="64171">79.819999999999993</cx:pt>
          <cx:pt idx="64172">65.989999999999995</cx:pt>
          <cx:pt idx="64173">141.52000000000001</cx:pt>
          <cx:pt idx="64174">65.989999999999995</cx:pt>
          <cx:pt idx="64175">54.770000000000003</cx:pt>
          <cx:pt idx="64176">55.969999999999999</cx:pt>
          <cx:pt idx="64177">71.989999999999995</cx:pt>
          <cx:pt idx="64178">55.979999999999997</cx:pt>
          <cx:pt idx="64179">129.97</cx:pt>
          <cx:pt idx="64180">70.980000000000004</cx:pt>
          <cx:pt idx="64181">50.380000000000003</cx:pt>
          <cx:pt idx="64182">59.979999999999997</cx:pt>
          <cx:pt idx="64183">31.280000000000001</cx:pt>
          <cx:pt idx="64184">68.989999999999995</cx:pt>
          <cx:pt idx="64185">55.979999999999997</cx:pt>
          <cx:pt idx="64186">51.979999999999997</cx:pt>
          <cx:pt idx="64187">148.97999999999999</cx:pt>
          <cx:pt idx="64188">59.969999999999999</cx:pt>
          <cx:pt idx="64189">148.96000000000001</cx:pt>
          <cx:pt idx="64190">68.989999999999995</cx:pt>
          <cx:pt idx="64191">302.87</cx:pt>
          <cx:pt idx="64192">11.49</cx:pt>
          <cx:pt idx="64193">41.490000000000002</cx:pt>
          <cx:pt idx="64194">111.38</cx:pt>
          <cx:pt idx="64195">169.97999999999999</cx:pt>
          <cx:pt idx="64196">15.49</cx:pt>
          <cx:pt idx="64197">173.55000000000001</cx:pt>
          <cx:pt idx="64198">131.96000000000001</cx:pt>
          <cx:pt idx="64199">155.94</cx:pt>
          <cx:pt idx="64200">99.980000000000004</cx:pt>
          <cx:pt idx="64201">46.490000000000002</cx:pt>
          <cx:pt idx="64202">65.989999999999995</cx:pt>
          <cx:pt idx="64203">15.49</cx:pt>
          <cx:pt idx="64204">139.94999999999999</cx:pt>
          <cx:pt idx="64205">123.40000000000001</cx:pt>
          <cx:pt idx="64206">61.979999999999997</cx:pt>
          <cx:pt idx="64207">15.49</cx:pt>
          <cx:pt idx="64208">57.979999999999997</cx:pt>
          <cx:pt idx="64209">46.289999999999999</cx:pt>
          <cx:pt idx="64210">68.989999999999995</cx:pt>
          <cx:pt idx="64211">65.980000000000004</cx:pt>
          <cx:pt idx="64212">61.670000000000002</cx:pt>
          <cx:pt idx="64213">44.490000000000002</cx:pt>
          <cx:pt idx="64214">58.619999999999997</cx:pt>
          <cx:pt idx="64215">186.47</cx:pt>
          <cx:pt idx="64216">84.959999999999994</cx:pt>
          <cx:pt idx="64217">34.490000000000002</cx:pt>
          <cx:pt idx="64218">61.979999999999997</cx:pt>
          <cx:pt idx="64219">67.739999999999995</cx:pt>
          <cx:pt idx="64220">27.789999999999999</cx:pt>
          <cx:pt idx="64221">154.96000000000001</cx:pt>
          <cx:pt idx="64222">35.369999999999997</cx:pt>
          <cx:pt idx="64223">275.86000000000001</cx:pt>
          <cx:pt idx="64224">61.659999999999997</cx:pt>
          <cx:pt idx="64225">126.28</cx:pt>
          <cx:pt idx="64226">89.969999999999999</cx:pt>
          <cx:pt idx="64227">82.780000000000001</cx:pt>
          <cx:pt idx="64228">29.280000000000001</cx:pt>
          <cx:pt idx="64229">261.39999999999998</cx:pt>
          <cx:pt idx="64230">163.46000000000001</cx:pt>
          <cx:pt idx="64231">11.49</cx:pt>
          <cx:pt idx="64232">333.94999999999999</cx:pt>
          <cx:pt idx="64233">49.990000000000002</cx:pt>
          <cx:pt idx="64234">51.979999999999997</cx:pt>
          <cx:pt idx="64235">16.27</cx:pt>
          <cx:pt idx="64236">98.969999999999999</cx:pt>
          <cx:pt idx="64237">13.289999999999999</cx:pt>
          <cx:pt idx="64238">181.93000000000001</cx:pt>
          <cx:pt idx="64239">39.990000000000002</cx:pt>
          <cx:pt idx="64240">78.969999999999999</cx:pt>
          <cx:pt idx="64241">35.479999999999997</cx:pt>
          <cx:pt idx="64242">51.490000000000002</cx:pt>
          <cx:pt idx="64243">50.979999999999997</cx:pt>
          <cx:pt idx="64244">29.620000000000001</cx:pt>
          <cx:pt idx="64245">19.48</cx:pt>
          <cx:pt idx="64246">27.48</cx:pt>
          <cx:pt idx="64247">28.489999999999998</cx:pt>
          <cx:pt idx="64248">61.979999999999997</cx:pt>
          <cx:pt idx="64249">8.0899999999999999</cx:pt>
          <cx:pt idx="64250">12.49</cx:pt>
          <cx:pt idx="64251">50.479999999999997</cx:pt>
          <cx:pt idx="64252">59.960000000000001</cx:pt>
          <cx:pt idx="64253">61.979999999999997</cx:pt>
          <cx:pt idx="64254">13.289999999999999</cx:pt>
          <cx:pt idx="64255">185.94</cx:pt>
          <cx:pt idx="64256">55.979999999999997</cx:pt>
          <cx:pt idx="64257">79.980000000000004</cx:pt>
          <cx:pt idx="64258">84.969999999999999</cx:pt>
          <cx:pt idx="64259">83.959999999999994</cx:pt>
          <cx:pt idx="64260">54.979999999999997</cx:pt>
          <cx:pt idx="64261">30.48</cx:pt>
          <cx:pt idx="64262">84.980000000000004</cx:pt>
          <cx:pt idx="64263">107.90000000000001</cx:pt>
          <cx:pt idx="64264">61.07</cx:pt>
          <cx:pt idx="64265">55.969999999999999</cx:pt>
          <cx:pt idx="64266">120.95999999999999</cx:pt>
          <cx:pt idx="64267">79.959999999999994</cx:pt>
          <cx:pt idx="64268">168.88999999999999</cx:pt>
          <cx:pt idx="64269">79.969999999999999</cx:pt>
          <cx:pt idx="64270">52.979999999999997</cx:pt>
          <cx:pt idx="64271">36.189999999999998</cx:pt>
          <cx:pt idx="64272">68.989999999999995</cx:pt>
          <cx:pt idx="64273">15.289999999999999</cx:pt>
          <cx:pt idx="64274">169.97999999999999</cx:pt>
          <cx:pt idx="64275">53.460000000000001</cx:pt>
          <cx:pt idx="64276">98.969999999999999</cx:pt>
          <cx:pt idx="64277">68.989999999999995</cx:pt>
          <cx:pt idx="64278">54.979999999999997</cx:pt>
          <cx:pt idx="64279">131.97999999999999</cx:pt>
          <cx:pt idx="64280">139.94999999999999</cx:pt>
          <cx:pt idx="64281">22.09</cx:pt>
          <cx:pt idx="64282">-1.3</cx:pt>
          <cx:pt idx="64283">34.289999999999999</cx:pt>
          <cx:pt idx="64284">158.94999999999999</cx:pt>
          <cx:pt idx="64285">53.969999999999999</cx:pt>
          <cx:pt idx="64286">56.969999999999999</cx:pt>
          <cx:pt idx="64287">65.989999999999995</cx:pt>
          <cx:pt idx="64288">104.97</cx:pt>
          <cx:pt idx="64289">30.98</cx:pt>
          <cx:pt idx="64290">61.979999999999997</cx:pt>
          <cx:pt idx="64291">111.95999999999999</cx:pt>
          <cx:pt idx="64292">55.979999999999997</cx:pt>
          <cx:pt idx="64293">60.979999999999997</cx:pt>
          <cx:pt idx="64294">130.66</cx:pt>
          <cx:pt idx="64295">-112.48999999999999</cx:pt>
          <cx:pt idx="64296">194.16</cx:pt>
          <cx:pt idx="64297">55.979999999999997</cx:pt>
          <cx:pt idx="64298">321.86000000000001</cx:pt>
          <cx:pt idx="64299">20.550000000000001</cx:pt>
          <cx:pt idx="64300">59.950000000000003</cx:pt>
          <cx:pt idx="64301">96.790000000000006</cx:pt>
          <cx:pt idx="64302">50.979999999999997</cx:pt>
          <cx:pt idx="64303">84.989999999999995</cx:pt>
          <cx:pt idx="64304">65.989999999999995</cx:pt>
          <cx:pt idx="64305">225.44999999999999</cx:pt>
          <cx:pt idx="64306">99.980000000000004</cx:pt>
          <cx:pt idx="64307">50.969999999999999</cx:pt>
          <cx:pt idx="64308">17.489999999999998</cx:pt>
          <cx:pt idx="64309">71.969999999999999</cx:pt>
          <cx:pt idx="64310">67.870000000000005</cx:pt>
          <cx:pt idx="64311">55.969999999999999</cx:pt>
          <cx:pt idx="64312">152.94</cx:pt>
          <cx:pt idx="64313">58.979999999999997</cx:pt>
          <cx:pt idx="64314">59.979999999999997</cx:pt>
          <cx:pt idx="64315">54.990000000000002</cx:pt>
          <cx:pt idx="64316">56.090000000000003</cx:pt>
          <cx:pt idx="64317">53.979999999999997</cx:pt>
          <cx:pt idx="64318">249.93000000000001</cx:pt>
          <cx:pt idx="64319">37.469999999999999</cx:pt>
          <cx:pt idx="64320">-49.950000000000003</cx:pt>
          <cx:pt idx="64321">68.989999999999995</cx:pt>
          <cx:pt idx="64322">31.93</cx:pt>
          <cx:pt idx="64323">61.969999999999999</cx:pt>
          <cx:pt idx="64324">31.48</cx:pt>
          <cx:pt idx="64325">116.95999999999999</cx:pt>
          <cx:pt idx="64326">68.969999999999999</cx:pt>
          <cx:pt idx="64327">84.120000000000005</cx:pt>
          <cx:pt idx="64328">335.88</cx:pt>
          <cx:pt idx="64329">83.959999999999994</cx:pt>
          <cx:pt idx="64330">92.959999999999994</cx:pt>
          <cx:pt idx="64331">89.980000000000004</cx:pt>
          <cx:pt idx="64332">135.94999999999999</cx:pt>
          <cx:pt idx="64333">64.980000000000004</cx:pt>
          <cx:pt idx="64334">22.989999999999998</cx:pt>
          <cx:pt idx="64335">82.760000000000005</cx:pt>
          <cx:pt idx="64336">113.95</cx:pt>
          <cx:pt idx="64337">88.290000000000006</cx:pt>
          <cx:pt idx="64338">31.329999999999998</cx:pt>
          <cx:pt idx="64339">51.289999999999999</cx:pt>
          <cx:pt idx="64340">84.980000000000004</cx:pt>
          <cx:pt idx="64341">107.94</cx:pt>
          <cx:pt idx="64342">61.979999999999997</cx:pt>
          <cx:pt idx="64343">75.969999999999999</cx:pt>
          <cx:pt idx="64344">-17.489999999999998</cx:pt>
          <cx:pt idx="64345">96.870000000000005</cx:pt>
          <cx:pt idx="64346">61.979999999999997</cx:pt>
          <cx:pt idx="64347">-31.329999999999998</cx:pt>
          <cx:pt idx="64348">51.289999999999999</cx:pt>
          <cx:pt idx="64349">49.549999999999997</cx:pt>
          <cx:pt idx="64350">76.489999999999995</cx:pt>
          <cx:pt idx="64351">65.280000000000001</cx:pt>
          <cx:pt idx="64352">175.87</cx:pt>
          <cx:pt idx="64353">118.78</cx:pt>
          <cx:pt idx="64354">-1.2</cx:pt>
          <cx:pt idx="64355">131.97999999999999</cx:pt>
          <cx:pt idx="64356">33.479999999999997</cx:pt>
          <cx:pt idx="64357">114.89</cx:pt>
          <cx:pt idx="64358">111.26000000000001</cx:pt>
          <cx:pt idx="64359">51.979999999999997</cx:pt>
          <cx:pt idx="64360">68.969999999999999</cx:pt>
          <cx:pt idx="64361">188.97</cx:pt>
          <cx:pt idx="64362">92.459999999999994</cx:pt>
          <cx:pt idx="64363">107.94</cx:pt>
          <cx:pt idx="64364">26.289999999999999</cx:pt>
          <cx:pt idx="64365">77.420000000000002</cx:pt>
          <cx:pt idx="64366">135.47</cx:pt>
          <cx:pt idx="64367">99.980000000000004</cx:pt>
          <cx:pt idx="64368">59.979999999999997</cx:pt>
          <cx:pt idx="64369">61.979999999999997</cx:pt>
          <cx:pt idx="64370">56.969999999999999</cx:pt>
          <cx:pt idx="64371">77.969999999999999</cx:pt>
          <cx:pt idx="64372">112.17</cx:pt>
          <cx:pt idx="64373">80.890000000000001</cx:pt>
          <cx:pt idx="64374">65.989999999999995</cx:pt>
          <cx:pt idx="64375">95.959999999999994</cx:pt>
          <cx:pt idx="64376">27.280000000000001</cx:pt>
          <cx:pt idx="64377">69.980000000000004</cx:pt>
          <cx:pt idx="64378">84.980000000000004</cx:pt>
          <cx:pt idx="64379">51.979999999999997</cx:pt>
          <cx:pt idx="64380">55.969999999999999</cx:pt>
          <cx:pt idx="64381">59.960000000000001</cx:pt>
          <cx:pt idx="64382">85.939999999999998</cx:pt>
          <cx:pt idx="64383">61.979999999999997</cx:pt>
          <cx:pt idx="64384">161.96000000000001</cx:pt>
          <cx:pt idx="64385">86.980000000000004</cx:pt>
          <cx:pt idx="64386">64.980000000000004</cx:pt>
          <cx:pt idx="64387">23.59</cx:pt>
          <cx:pt idx="64388">113.95999999999999</cx:pt>
          <cx:pt idx="64389">91.959999999999994</cx:pt>
          <cx:pt idx="64390">149.97</cx:pt>
          <cx:pt idx="64391">169.97999999999999</cx:pt>
          <cx:pt idx="64392">11.19</cx:pt>
          <cx:pt idx="64393">84.989999999999995</cx:pt>
          <cx:pt idx="64394">57.979999999999997</cx:pt>
          <cx:pt idx="64395">59.960000000000001</cx:pt>
          <cx:pt idx="64396">50.479999999999997</cx:pt>
          <cx:pt idx="64397">85.969999999999999</cx:pt>
          <cx:pt idx="64398">75.969999999999999</cx:pt>
          <cx:pt idx="64399">26.600000000000001</cx:pt>
          <cx:pt idx="64400">6.9900000000000002</cx:pt>
          <cx:pt idx="64401">43.490000000000002</cx:pt>
          <cx:pt idx="64402">39.490000000000002</cx:pt>
          <cx:pt idx="64403">127.97</cx:pt>
          <cx:pt idx="64404">43.280000000000001</cx:pt>
          <cx:pt idx="64405">67.980000000000004</cx:pt>
          <cx:pt idx="64406">12.99</cx:pt>
          <cx:pt idx="64407">197.97</cx:pt>
          <cx:pt idx="64408">97.150000000000006</cx:pt>
          <cx:pt idx="64409">169.97999999999999</cx:pt>
          <cx:pt idx="64410">61.979999999999997</cx:pt>
          <cx:pt idx="64411">62.57</cx:pt>
          <cx:pt idx="64412">172.34999999999999</cx:pt>
          <cx:pt idx="64413">54.990000000000002</cx:pt>
          <cx:pt idx="64414">56.969999999999999</cx:pt>
          <cx:pt idx="64415">63.960000000000001</cx:pt>
          <cx:pt idx="64416">324.22000000000003</cx:pt>
          <cx:pt idx="64417">76.180000000000007</cx:pt>
          <cx:pt idx="64418">59.960000000000001</cx:pt>
          <cx:pt idx="64419">11.49</cx:pt>
          <cx:pt idx="64420">16.489999999999998</cx:pt>
          <cx:pt idx="64421">39.539999999999999</cx:pt>
          <cx:pt idx="64422">-47.960000000000001</cx:pt>
          <cx:pt idx="64423">69.980000000000004</cx:pt>
          <cx:pt idx="64424">38.479999999999997</cx:pt>
          <cx:pt idx="64425">152.97999999999999</cx:pt>
          <cx:pt idx="64426">121.95999999999999</cx:pt>
          <cx:pt idx="64427">100.98</cx:pt>
          <cx:pt idx="64428">26.600000000000001</cx:pt>
          <cx:pt idx="64429">56.969999999999999</cx:pt>
          <cx:pt idx="64430">103.45999999999999</cx:pt>
          <cx:pt idx="64431">99.980000000000004</cx:pt>
          <cx:pt idx="64432">-25.789999999999999</cx:pt>
          <cx:pt idx="64433">181.94999999999999</cx:pt>
          <cx:pt idx="64434">94.980000000000004</cx:pt>
          <cx:pt idx="64435">83.980000000000004</cx:pt>
          <cx:pt idx="64436">281.13999999999999</cx:pt>
          <cx:pt idx="64437">93.560000000000002</cx:pt>
          <cx:pt idx="64438">77.390000000000001</cx:pt>
          <cx:pt idx="64439">84.989999999999995</cx:pt>
          <cx:pt idx="64440">52.979999999999997</cx:pt>
          <cx:pt idx="64441">179.96000000000001</cx:pt>
          <cx:pt idx="64442">82.260000000000005</cx:pt>
          <cx:pt idx="64443">68.969999999999999</cx:pt>
          <cx:pt idx="64444">43.539999999999999</cx:pt>
          <cx:pt idx="64445">159.69999999999999</cx:pt>
          <cx:pt idx="64446">118.55</cx:pt>
          <cx:pt idx="64447">16.489999999999998</cx:pt>
          <cx:pt idx="64448">114.97</cx:pt>
          <cx:pt idx="64449">104.97</cx:pt>
          <cx:pt idx="64450">109.95999999999999</cx:pt>
          <cx:pt idx="64451">65.319999999999993</cx:pt>
          <cx:pt idx="64452">51.979999999999997</cx:pt>
          <cx:pt idx="64453">55.479999999999997</cx:pt>
          <cx:pt idx="64454">51.960000000000001</cx:pt>
          <cx:pt idx="64455">110.98</cx:pt>
          <cx:pt idx="64456">34.18</cx:pt>
          <cx:pt idx="64457">62.869999999999997</cx:pt>
          <cx:pt idx="64458">94.469999999999999</cx:pt>
          <cx:pt idx="64459">99.980000000000004</cx:pt>
          <cx:pt idx="64460">54.950000000000003</cx:pt>
          <cx:pt idx="64461">59.990000000000002</cx:pt>
          <cx:pt idx="64462">32.509999999999998</cx:pt>
          <cx:pt idx="64463">19.309999999999999</cx:pt>
          <cx:pt idx="64464">99.969999999999999</cx:pt>
          <cx:pt idx="64465">53.979999999999997</cx:pt>
          <cx:pt idx="64466">184.97</cx:pt>
          <cx:pt idx="64467">39.490000000000002</cx:pt>
          <cx:pt idx="64468">119.98</cx:pt>
          <cx:pt idx="64469">31.440000000000001</cx:pt>
          <cx:pt idx="64470">59.390000000000001</cx:pt>
          <cx:pt idx="64471">55.979999999999997</cx:pt>
          <cx:pt idx="64472">106.97</cx:pt>
          <cx:pt idx="64473">77.420000000000002</cx:pt>
          <cx:pt idx="64474">55.979999999999997</cx:pt>
          <cx:pt idx="64475">28.199999999999999</cx:pt>
          <cx:pt idx="64476">25.789999999999999</cx:pt>
          <cx:pt idx="64477">13.279999999999999</cx:pt>
          <cx:pt idx="64478">21.489999999999998</cx:pt>
          <cx:pt idx="64479">135.97</cx:pt>
          <cx:pt idx="64480">107.97</cx:pt>
          <cx:pt idx="64481">71.980000000000004</cx:pt>
          <cx:pt idx="64482">53.979999999999997</cx:pt>
          <cx:pt idx="64483">43.479999999999997</cx:pt>
          <cx:pt idx="64484">67.989999999999995</cx:pt>
          <cx:pt idx="64485">41.490000000000002</cx:pt>
          <cx:pt idx="64486">62.039999999999999</cx:pt>
          <cx:pt idx="64487">32.630000000000003</cx:pt>
          <cx:pt idx="64488">222.93000000000001</cx:pt>
          <cx:pt idx="64489">58.969999999999999</cx:pt>
          <cx:pt idx="64490">59.969999999999999</cx:pt>
          <cx:pt idx="64491">17.489999999999998</cx:pt>
          <cx:pt idx="64492">36.469999999999999</cx:pt>
          <cx:pt idx="64493">51.289999999999999</cx:pt>
          <cx:pt idx="64494">116.09999999999999</cx:pt>
          <cx:pt idx="64495">70.180000000000007</cx:pt>
          <cx:pt idx="64496">61.979999999999997</cx:pt>
          <cx:pt idx="64497">28.489999999999998</cx:pt>
          <cx:pt idx="64498">99.980000000000004</cx:pt>
          <cx:pt idx="64499">68.950000000000003</cx:pt>
          <cx:pt idx="64500">99.980000000000004</cx:pt>
          <cx:pt idx="64501">51.960000000000001</cx:pt>
          <cx:pt idx="64502">119.95999999999999</cx:pt>
          <cx:pt idx="64503">74.950000000000003</cx:pt>
          <cx:pt idx="64504">84.989999999999995</cx:pt>
          <cx:pt idx="64505">57.979999999999997</cx:pt>
          <cx:pt idx="64506">59.390000000000001</cx:pt>
          <cx:pt idx="64507">20.289999999999999</cx:pt>
          <cx:pt idx="64508">65.980000000000004</cx:pt>
          <cx:pt idx="64509">72.980000000000004</cx:pt>
          <cx:pt idx="64510">51.289999999999999</cx:pt>
          <cx:pt idx="64511">8.4900000000000002</cx:pt>
          <cx:pt idx="64512">55.979999999999997</cx:pt>
          <cx:pt idx="64513">56.969999999999999</cx:pt>
          <cx:pt idx="64514">84.980000000000004</cx:pt>
          <cx:pt idx="64515">129.96000000000001</cx:pt>
          <cx:pt idx="64516">164.94999999999999</cx:pt>
          <cx:pt idx="64517">27.379999999999999</cx:pt>
          <cx:pt idx="64518">193.47999999999999</cx:pt>
          <cx:pt idx="64519">59.969999999999999</cx:pt>
          <cx:pt idx="64520">68.969999999999999</cx:pt>
          <cx:pt idx="64521">254.97</cx:pt>
          <cx:pt idx="64522">65.980000000000004</cx:pt>
          <cx:pt idx="64523">51.979999999999997</cx:pt>
          <cx:pt idx="64524">51.960000000000001</cx:pt>
          <cx:pt idx="64525">56.979999999999997</cx:pt>
          <cx:pt idx="64526">99.230000000000004</cx:pt>
          <cx:pt idx="64527">37.469999999999999</cx:pt>
          <cx:pt idx="64528">129.94999999999999</cx:pt>
          <cx:pt idx="64529">146.97</cx:pt>
          <cx:pt idx="64530">53.590000000000003</cx:pt>
          <cx:pt idx="64531">160.86000000000001</cx:pt>
          <cx:pt idx="64532">74.950000000000003</cx:pt>
          <cx:pt idx="64533">11.289999999999999</cx:pt>
          <cx:pt idx="64534">167.94</cx:pt>
          <cx:pt idx="64535">9.6600000000000001</cx:pt>
          <cx:pt idx="64536">36.490000000000002</cx:pt>
          <cx:pt idx="64537">13.289999999999999</cx:pt>
          <cx:pt idx="64538">33.479999999999997</cx:pt>
          <cx:pt idx="64539">104.95</cx:pt>
          <cx:pt idx="64540">19.289999999999999</cx:pt>
          <cx:pt idx="64541">70.170000000000002</cx:pt>
          <cx:pt idx="64542">80.930000000000007</cx:pt>
          <cx:pt idx="64543">67.719999999999999</cx:pt>
          <cx:pt idx="64544">35.479999999999997</cx:pt>
          <cx:pt idx="64545">32.490000000000002</cx:pt>
          <cx:pt idx="64546">64.980000000000004</cx:pt>
          <cx:pt idx="64547">67.969999999999999</cx:pt>
          <cx:pt idx="64548">63.979999999999997</cx:pt>
          <cx:pt idx="64549">84.989999999999995</cx:pt>
          <cx:pt idx="64550">79.849999999999994</cx:pt>
          <cx:pt idx="64551">137.88999999999999</cx:pt>
          <cx:pt idx="64552">31.489999999999998</cx:pt>
          <cx:pt idx="64553">122.98</cx:pt>
          <cx:pt idx="64554">65.989999999999995</cx:pt>
          <cx:pt idx="64555">129.96000000000001</cx:pt>
          <cx:pt idx="64556">90.689999999999998</cx:pt>
          <cx:pt idx="64557">51.490000000000002</cx:pt>
          <cx:pt idx="64558">160.46000000000001</cx:pt>
          <cx:pt idx="64559">79.939999999999998</cx:pt>
          <cx:pt idx="64560">95.969999999999999</cx:pt>
          <cx:pt idx="64561">144.28999999999999</cx:pt>
          <cx:pt idx="64562">13.49</cx:pt>
          <cx:pt idx="64563">94.989999999999995</cx:pt>
          <cx:pt idx="64564">24.48</cx:pt>
          <cx:pt idx="64565">58.979999999999997</cx:pt>
          <cx:pt idx="64566">84.989999999999995</cx:pt>
          <cx:pt idx="64567">65.989999999999995</cx:pt>
          <cx:pt idx="64568">70.870000000000005</cx:pt>
          <cx:pt idx="64569">71.859999999999999</cx:pt>
          <cx:pt idx="64570">68.969999999999999</cx:pt>
          <cx:pt idx="64571">11.48</cx:pt>
          <cx:pt idx="64572">38.479999999999997</cx:pt>
          <cx:pt idx="64573">97.959999999999994</cx:pt>
          <cx:pt idx="64574">55.979999999999997</cx:pt>
          <cx:pt idx="64575">59.950000000000003</cx:pt>
          <cx:pt idx="64576">119.95999999999999</cx:pt>
          <cx:pt idx="64577">60.990000000000002</cx:pt>
          <cx:pt idx="64578">25.989999999999998</cx:pt>
          <cx:pt idx="64579">84.989999999999995</cx:pt>
          <cx:pt idx="64580">133.94999999999999</cx:pt>
          <cx:pt idx="64581">99.950000000000003</cx:pt>
          <cx:pt idx="64582">297.94</cx:pt>
          <cx:pt idx="64583">65.989999999999995</cx:pt>
          <cx:pt idx="64584">37.479999999999997</cx:pt>
          <cx:pt idx="64585">44.490000000000002</cx:pt>
          <cx:pt idx="64586">66.530000000000001</cx:pt>
          <cx:pt idx="64587">120.98</cx:pt>
          <cx:pt idx="64588">58.969999999999999</cx:pt>
          <cx:pt idx="64589">146.97</cx:pt>
          <cx:pt idx="64590">64.109999999999999</cx:pt>
          <cx:pt idx="64591">87.980000000000004</cx:pt>
          <cx:pt idx="64592">59.979999999999997</cx:pt>
          <cx:pt idx="64593">137.96000000000001</cx:pt>
          <cx:pt idx="64594">76.489999999999995</cx:pt>
          <cx:pt idx="64595">8.4800000000000004</cx:pt>
          <cx:pt idx="64596">53.979999999999997</cx:pt>
          <cx:pt idx="64597">84.569999999999993</cx:pt>
          <cx:pt idx="64598">61.979999999999997</cx:pt>
          <cx:pt idx="64599">56.969999999999999</cx:pt>
          <cx:pt idx="64600">118.53</cx:pt>
          <cx:pt idx="64601">100.98</cx:pt>
          <cx:pt idx="64602">13.99</cx:pt>
          <cx:pt idx="64603">87.430000000000007</cx:pt>
          <cx:pt idx="64604">62.039999999999999</cx:pt>
          <cx:pt idx="64605">98.969999999999999</cx:pt>
          <cx:pt idx="64606">50.479999999999997</cx:pt>
          <cx:pt idx="64607">45.469999999999999</cx:pt>
          <cx:pt idx="64608">89.969999999999999</cx:pt>
          <cx:pt idx="64609">131.97999999999999</cx:pt>
          <cx:pt idx="64610">16.469999999999999</cx:pt>
          <cx:pt idx="64611">108.86</cx:pt>
          <cx:pt idx="64612">112.98</cx:pt>
          <cx:pt idx="64613">19.34</cx:pt>
          <cx:pt idx="64614">68.969999999999999</cx:pt>
          <cx:pt idx="64615">54.119999999999997</cx:pt>
          <cx:pt idx="64616">26.280000000000001</cx:pt>
          <cx:pt idx="64617">87.980000000000004</cx:pt>
          <cx:pt idx="64618">61.689999999999998</cx:pt>
          <cx:pt idx="64619">33.289999999999999</cx:pt>
          <cx:pt idx="64620">51.960000000000001</cx:pt>
          <cx:pt idx="64621">44.990000000000002</cx:pt>
          <cx:pt idx="64622">102.56</cx:pt>
          <cx:pt idx="64623">19.280000000000001</cx:pt>
          <cx:pt idx="64624">53.969999999999999</cx:pt>
          <cx:pt idx="64625">50.969999999999999</cx:pt>
          <cx:pt idx="64626">27.789999999999999</cx:pt>
          <cx:pt idx="64627">148.94999999999999</cx:pt>
          <cx:pt idx="64628">65.980000000000004</cx:pt>
          <cx:pt idx="64629">372.92000000000002</cx:pt>
          <cx:pt idx="64630">105.28</cx:pt>
          <cx:pt idx="64631">22.48</cx:pt>
          <cx:pt idx="64632">98.969999999999999</cx:pt>
          <cx:pt idx="64633">99.980000000000004</cx:pt>
          <cx:pt idx="64634">69.969999999999999</cx:pt>
          <cx:pt idx="64635">67.739999999999995</cx:pt>
          <cx:pt idx="64636">66.530000000000001</cx:pt>
          <cx:pt idx="64637">57.57</cx:pt>
          <cx:pt idx="64638">206.97</cx:pt>
          <cx:pt idx="64639">58.979999999999997</cx:pt>
          <cx:pt idx="64640">49.990000000000002</cx:pt>
          <cx:pt idx="64641">54.380000000000003</cx:pt>
          <cx:pt idx="64642">37.990000000000002</cx:pt>
          <cx:pt idx="64643">98.969999999999999</cx:pt>
          <cx:pt idx="64644">63.979999999999997</cx:pt>
          <cx:pt idx="64645">330.94</cx:pt>
          <cx:pt idx="64646">65.989999999999995</cx:pt>
          <cx:pt idx="64647">54.890000000000001</cx:pt>
          <cx:pt idx="64648">63.969999999999999</cx:pt>
          <cx:pt idx="64649">43.479999999999997</cx:pt>
          <cx:pt idx="64650">51.469999999999999</cx:pt>
          <cx:pt idx="64651">9.6600000000000001</cx:pt>
          <cx:pt idx="64652">52.979999999999997</cx:pt>
          <cx:pt idx="64653">83.680000000000007</cx:pt>
          <cx:pt idx="64654">149.96000000000001</cx:pt>
          <cx:pt idx="64655">91.150000000000006</cx:pt>
          <cx:pt idx="64656">65.989999999999995</cx:pt>
          <cx:pt idx="64657">121.95</cx:pt>
          <cx:pt idx="64658">52.079999999999998</cx:pt>
          <cx:pt idx="64659">135.94</cx:pt>
          <cx:pt idx="64660">84.989999999999995</cx:pt>
          <cx:pt idx="64661">-104.95</cx:pt>
          <cx:pt idx="64662">89.980000000000004</cx:pt>
          <cx:pt idx="64663">63.979999999999997</cx:pt>
          <cx:pt idx="64664">119.97</cx:pt>
          <cx:pt idx="64665">169.97999999999999</cx:pt>
          <cx:pt idx="64666">163.84</cx:pt>
          <cx:pt idx="64667">89.969999999999999</cx:pt>
          <cx:pt idx="64668">101.95999999999999</cx:pt>
          <cx:pt idx="64669">53.979999999999997</cx:pt>
          <cx:pt idx="64670">47.479999999999997</cx:pt>
          <cx:pt idx="64671">61.979999999999997</cx:pt>
          <cx:pt idx="64672">56.57</cx:pt>
          <cx:pt idx="64673">34.490000000000002</cx:pt>
          <cx:pt idx="64674">190.94999999999999</cx:pt>
          <cx:pt idx="64675">65.969999999999999</cx:pt>
          <cx:pt idx="64676">31.489999999999998</cx:pt>
          <cx:pt idx="64677">77.969999999999999</cx:pt>
          <cx:pt idx="64678">79.840000000000003</cx:pt>
          <cx:pt idx="64679">153.96000000000001</cx:pt>
          <cx:pt idx="64680">65.980000000000004</cx:pt>
          <cx:pt idx="64681">43.289999999999999</cx:pt>
          <cx:pt idx="64682">110.98</cx:pt>
          <cx:pt idx="64683">77.969999999999999</cx:pt>
          <cx:pt idx="64684">63.969999999999999</cx:pt>
          <cx:pt idx="64685">55.960000000000001</cx:pt>
          <cx:pt idx="64686">84.989999999999995</cx:pt>
          <cx:pt idx="64687">71.980000000000004</cx:pt>
          <cx:pt idx="64688">99.980000000000004</cx:pt>
          <cx:pt idx="64689">61.979999999999997</cx:pt>
          <cx:pt idx="64690">-1.2</cx:pt>
          <cx:pt idx="64691">41.469999999999999</cx:pt>
          <cx:pt idx="64692">82.969999999999999</cx:pt>
          <cx:pt idx="64693">65.989999999999995</cx:pt>
          <cx:pt idx="64694">24.18</cx:pt>
          <cx:pt idx="64695">35.289999999999999</cx:pt>
          <cx:pt idx="64696">47.479999999999997</cx:pt>
          <cx:pt idx="64697">74.980000000000004</cx:pt>
          <cx:pt idx="64698">11.19</cx:pt>
          <cx:pt idx="64699">50.079999999999998</cx:pt>
          <cx:pt idx="64700">79.989999999999995</cx:pt>
          <cx:pt idx="64701">137.94</cx:pt>
          <cx:pt idx="64702">44.75</cx:pt>
          <cx:pt idx="64703">81.030000000000001</cx:pt>
          <cx:pt idx="64704">54.670000000000002</cx:pt>
          <cx:pt idx="64705">25.289999999999999</cx:pt>
          <cx:pt idx="64706">23.18</cx:pt>
          <cx:pt idx="64707">115.95999999999999</cx:pt>
          <cx:pt idx="64708">63.829999999999998</cx:pt>
          <cx:pt idx="64709">79.849999999999994</cx:pt>
          <cx:pt idx="64710">51.979999999999997</cx:pt>
          <cx:pt idx="64711">164.94999999999999</cx:pt>
          <cx:pt idx="64712">21.079999999999998</cx:pt>
          <cx:pt idx="64713">51.979999999999997</cx:pt>
          <cx:pt idx="64714">24.18</cx:pt>
          <cx:pt idx="64715">59.979999999999997</cx:pt>
          <cx:pt idx="64716">59.979999999999997</cx:pt>
          <cx:pt idx="64717">67.709999999999994</cx:pt>
          <cx:pt idx="64718">77.75</cx:pt>
          <cx:pt idx="64719">65.989999999999995</cx:pt>
          <cx:pt idx="64720">69.989999999999995</cx:pt>
          <cx:pt idx="64721">99.980000000000004</cx:pt>
          <cx:pt idx="64722">84.989999999999995</cx:pt>
          <cx:pt idx="64723">123.95999999999999</cx:pt>
          <cx:pt idx="64724">13.49</cx:pt>
          <cx:pt idx="64725">131.97999999999999</cx:pt>
          <cx:pt idx="64726">-51.979999999999997</cx:pt>
          <cx:pt idx="64727">169.97999999999999</cx:pt>
          <cx:pt idx="64728">111.95999999999999</cx:pt>
          <cx:pt idx="64729">59.710000000000001</cx:pt>
          <cx:pt idx="64730">51.979999999999997</cx:pt>
          <cx:pt idx="64731">-114.95999999999999</cx:pt>
          <cx:pt idx="64732">77.390000000000001</cx:pt>
          <cx:pt idx="64733">-59.979999999999997</cx:pt>
          <cx:pt idx="64734">53.939999999999998</cx:pt>
          <cx:pt idx="64735">131.97999999999999</cx:pt>
          <cx:pt idx="64736">84.989999999999995</cx:pt>
          <cx:pt idx="64737">54.969999999999999</cx:pt>
          <cx:pt idx="64738">76.489999999999995</cx:pt>
          <cx:pt idx="64739">254.97</cx:pt>
          <cx:pt idx="64740">106.39</cx:pt>
          <cx:pt idx="64741">68.980000000000004</cx:pt>
          <cx:pt idx="64742">131.97999999999999</cx:pt>
          <cx:pt idx="64743">16.489999999999998</cx:pt>
          <cx:pt idx="64744">195.94999999999999</cx:pt>
          <cx:pt idx="64745">99.980000000000004</cx:pt>
          <cx:pt idx="64746">55.960000000000001</cx:pt>
          <cx:pt idx="64747">28.530000000000001</cx:pt>
          <cx:pt idx="64748">60.990000000000002</cx:pt>
          <cx:pt idx="64749">229.90000000000001</cx:pt>
          <cx:pt idx="64750">95.469999999999999</cx:pt>
          <cx:pt idx="64751">43.299999999999997</cx:pt>
          <cx:pt idx="64752">63.979999999999997</cx:pt>
          <cx:pt idx="64753">31.48</cx:pt>
          <cx:pt idx="64754">64.980000000000004</cx:pt>
          <cx:pt idx="64755">123.95999999999999</cx:pt>
          <cx:pt idx="64756">64.980000000000004</cx:pt>
          <cx:pt idx="64757">169.97999999999999</cx:pt>
          <cx:pt idx="64758">16.489999999999998</cx:pt>
          <cx:pt idx="64759">78.629999999999995</cx:pt>
          <cx:pt idx="64760">32.859999999999999</cx:pt>
          <cx:pt idx="64761">61.979999999999997</cx:pt>
          <cx:pt idx="64762">51.289999999999999</cx:pt>
          <cx:pt idx="64763">73.480000000000004</cx:pt>
          <cx:pt idx="64764">51.950000000000003</cx:pt>
          <cx:pt idx="64765">137.97999999999999</cx:pt>
          <cx:pt idx="64766">59.979999999999997</cx:pt>
          <cx:pt idx="64767">50.939999999999998</cx:pt>
          <cx:pt idx="64768">112.48999999999999</cx:pt>
          <cx:pt idx="64769">67.480000000000004</cx:pt>
          <cx:pt idx="64770">182.94999999999999</cx:pt>
          <cx:pt idx="64771">24.489999999999998</cx:pt>
          <cx:pt idx="64772">79.980000000000004</cx:pt>
          <cx:pt idx="64773">60.960000000000001</cx:pt>
          <cx:pt idx="64774">94.950000000000003</cx:pt>
          <cx:pt idx="64775">39.100000000000001</cx:pt>
          <cx:pt idx="64776">91.780000000000001</cx:pt>
          <cx:pt idx="64777">64.769999999999996</cx:pt>
          <cx:pt idx="64778">46.490000000000002</cx:pt>
          <cx:pt idx="64779">79.849999999999994</cx:pt>
          <cx:pt idx="64780">106.97</cx:pt>
          <cx:pt idx="64781">72.549999999999997</cx:pt>
          <cx:pt idx="64782">39.490000000000002</cx:pt>
          <cx:pt idx="64783">65.980000000000004</cx:pt>
          <cx:pt idx="64784">59.979999999999997</cx:pt>
          <cx:pt idx="64785">63.479999999999997</cx:pt>
          <cx:pt idx="64786">34.490000000000002</cx:pt>
          <cx:pt idx="64787">39.479999999999997</cx:pt>
          <cx:pt idx="64788">53.979999999999997</cx:pt>
          <cx:pt idx="64789">267.22000000000003</cx:pt>
          <cx:pt idx="64790">96.780000000000001</cx:pt>
          <cx:pt idx="64791">-36.289999999999999</cx:pt>
          <cx:pt idx="64792">111.98</cx:pt>
          <cx:pt idx="64793">36.289999999999999</cx:pt>
          <cx:pt idx="64794">78.959999999999994</cx:pt>
          <cx:pt idx="64795">91.920000000000002</cx:pt>
          <cx:pt idx="64796">84.989999999999995</cx:pt>
          <cx:pt idx="64797">46.490000000000002</cx:pt>
          <cx:pt idx="64798">89.969999999999999</cx:pt>
          <cx:pt idx="64799">54.990000000000002</cx:pt>
          <cx:pt idx="64800">35.490000000000002</cx:pt>
          <cx:pt idx="64801">59.979999999999997</cx:pt>
          <cx:pt idx="64802">19.34</cx:pt>
          <cx:pt idx="64803">20.489999999999998</cx:pt>
          <cx:pt idx="64804">77.980000000000004</cx:pt>
          <cx:pt idx="64805">51.979999999999997</cx:pt>
          <cx:pt idx="64806">105.25</cx:pt>
          <cx:pt idx="64807">24.489999999999998</cx:pt>
          <cx:pt idx="64808">31.280000000000001</cx:pt>
          <cx:pt idx="64809">84.989999999999995</cx:pt>
          <cx:pt idx="64810">16.489999999999998</cx:pt>
          <cx:pt idx="64811">99.980000000000004</cx:pt>
          <cx:pt idx="64812">87.079999999999998</cx:pt>
          <cx:pt idx="64813">45.090000000000003</cx:pt>
          <cx:pt idx="64814">59.960000000000001</cx:pt>
          <cx:pt idx="64815">11.49</cx:pt>
          <cx:pt idx="64816">133.47999999999999</cx:pt>
          <cx:pt idx="64817">169.97999999999999</cx:pt>
          <cx:pt idx="64818">8.4900000000000002</cx:pt>
          <cx:pt idx="64819">50.979999999999997</cx:pt>
          <cx:pt idx="64820">53.979999999999997</cx:pt>
          <cx:pt idx="64821">63.960000000000001</cx:pt>
          <cx:pt idx="64822">65.989999999999995</cx:pt>
          <cx:pt idx="64823">67.959999999999994</cx:pt>
          <cx:pt idx="64824">107.98999999999999</cx:pt>
          <cx:pt idx="64825">97.150000000000006</cx:pt>
          <cx:pt idx="64826">59.939999999999998</cx:pt>
          <cx:pt idx="64827">65.980000000000004</cx:pt>
          <cx:pt idx="64828">98.969999999999999</cx:pt>
          <cx:pt idx="64829">51.490000000000002</cx:pt>
          <cx:pt idx="64830">79.980000000000004</cx:pt>
          <cx:pt idx="64831">101.98</cx:pt>
          <cx:pt idx="64832">119.56</cx:pt>
          <cx:pt idx="64833">50.969999999999999</cx:pt>
          <cx:pt idx="64834">94.980000000000004</cx:pt>
          <cx:pt idx="64835">125.79000000000001</cx:pt>
          <cx:pt idx="64836">89.969999999999999</cx:pt>
          <cx:pt idx="64837">40.479999999999997</cx:pt>
          <cx:pt idx="64838">64</cx:pt>
          <cx:pt idx="64839">67.480000000000004</cx:pt>
          <cx:pt idx="64840">58.149999999999999</cx:pt>
          <cx:pt idx="64841">24.289999999999999</cx:pt>
          <cx:pt idx="64842">59.960000000000001</cx:pt>
          <cx:pt idx="64843">99.980000000000004</cx:pt>
          <cx:pt idx="64844">62.979999999999997</cx:pt>
          <cx:pt idx="64845">54.979999999999997</cx:pt>
          <cx:pt idx="64846">-1.5</cx:pt>
          <cx:pt idx="64847">46.469999999999999</cx:pt>
          <cx:pt idx="64848">56.450000000000003</cx:pt>
          <cx:pt idx="64849">105.98</cx:pt>
          <cx:pt idx="64850">84.989999999999995</cx:pt>
          <cx:pt idx="64851">107.95999999999999</cx:pt>
          <cx:pt idx="64852">50.579999999999998</cx:pt>
          <cx:pt idx="64853">56.280000000000001</cx:pt>
          <cx:pt idx="64854">49.479999999999997</cx:pt>
          <cx:pt idx="64855">139.96000000000001</cx:pt>
          <cx:pt idx="64856">69.980000000000004</cx:pt>
          <cx:pt idx="64857">494.85000000000002</cx:pt>
          <cx:pt idx="64858">46.490000000000002</cx:pt>
          <cx:pt idx="64859">64.769999999999996</cx:pt>
          <cx:pt idx="64860">84.989999999999995</cx:pt>
          <cx:pt idx="64861">287.94</cx:pt>
          <cx:pt idx="64862">85.799999999999997</cx:pt>
          <cx:pt idx="64863">37.490000000000002</cx:pt>
          <cx:pt idx="64864">16.489999999999998</cx:pt>
          <cx:pt idx="64865">72.980000000000004</cx:pt>
          <cx:pt idx="64866">137.97</cx:pt>
          <cx:pt idx="64867">68.969999999999999</cx:pt>
          <cx:pt idx="64868">150.66999999999999</cx:pt>
          <cx:pt idx="64869">84.989999999999995</cx:pt>
          <cx:pt idx="64870">17.489999999999998</cx:pt>
          <cx:pt idx="64871">95.540000000000006</cx:pt>
          <cx:pt idx="64872">100.04000000000001</cx:pt>
          <cx:pt idx="64873">135.47999999999999</cx:pt>
          <cx:pt idx="64874">110.97</cx:pt>
          <cx:pt idx="64875">67.980000000000004</cx:pt>
          <cx:pt idx="64876">-155.94</cx:pt>
          <cx:pt idx="64877">29.48</cx:pt>
          <cx:pt idx="64878">51.960000000000001</cx:pt>
          <cx:pt idx="64879">84.989999999999995</cx:pt>
          <cx:pt idx="64880">62.189999999999998</cx:pt>
          <cx:pt idx="64881">54.979999999999997</cx:pt>
          <cx:pt idx="64882">27.93</cx:pt>
          <cx:pt idx="64883">129.97</cx:pt>
          <cx:pt idx="64884">25.690000000000001</cx:pt>
          <cx:pt idx="64885">112.97</cx:pt>
          <cx:pt idx="64886">141.44999999999999</cx:pt>
          <cx:pt idx="64887">53.979999999999997</cx:pt>
          <cx:pt idx="64888">131.94</cx:pt>
          <cx:pt idx="64889">88.290000000000006</cx:pt>
          <cx:pt idx="64890">59.950000000000003</cx:pt>
          <cx:pt idx="64891">123.88</cx:pt>
          <cx:pt idx="64892">335.88</cx:pt>
          <cx:pt idx="64893">75.980000000000004</cx:pt>
          <cx:pt idx="64894">169.97999999999999</cx:pt>
          <cx:pt idx="64895">20.489999999999998</cx:pt>
          <cx:pt idx="64896">169.97999999999999</cx:pt>
          <cx:pt idx="64897">84.989999999999995</cx:pt>
          <cx:pt idx="64898">223.91999999999999</cx:pt>
          <cx:pt idx="64899">114.97</cx:pt>
          <cx:pt idx="64900">63.960000000000001</cx:pt>
          <cx:pt idx="64901">59.979999999999997</cx:pt>
          <cx:pt idx="64902">55.640000000000001</cx:pt>
          <cx:pt idx="64903">84.989999999999995</cx:pt>
          <cx:pt idx="64904">47.149999999999999</cx:pt>
          <cx:pt idx="64905">129.93000000000001</cx:pt>
          <cx:pt idx="64906">127.45999999999999</cx:pt>
          <cx:pt idx="64907">75.870000000000005</cx:pt>
          <cx:pt idx="64908">63.979999999999997</cx:pt>
          <cx:pt idx="64909">85.480000000000004</cx:pt>
          <cx:pt idx="64910">51.979999999999997</cx:pt>
          <cx:pt idx="64911">89.980000000000004</cx:pt>
          <cx:pt idx="64912">63.979999999999997</cx:pt>
          <cx:pt idx="64913">166.47</cx:pt>
          <cx:pt idx="64914">122.19</cx:pt>
          <cx:pt idx="64915">178.00999999999999</cx:pt>
          <cx:pt idx="64916">112.48999999999999</cx:pt>
          <cx:pt idx="64917">74.969999999999999</cx:pt>
          <cx:pt idx="64918">211.94999999999999</cx:pt>
          <cx:pt idx="64919">185.94</cx:pt>
          <cx:pt idx="64920">107.97</cx:pt>
          <cx:pt idx="64921">76.480000000000004</cx:pt>
          <cx:pt idx="64922">59.979999999999997</cx:pt>
          <cx:pt idx="64923">25.289999999999999</cx:pt>
          <cx:pt idx="64924">124.91</cx:pt>
          <cx:pt idx="64925">83.980000000000004</cx:pt>
          <cx:pt idx="64926">64.969999999999999</cx:pt>
          <cx:pt idx="64927">108.17</cx:pt>
          <cx:pt idx="64928">103.97</cx:pt>
          <cx:pt idx="64929">63.979999999999997</cx:pt>
          <cx:pt idx="64930">60.969999999999999</cx:pt>
          <cx:pt idx="64931">128.24000000000001</cx:pt>
          <cx:pt idx="64932">55.229999999999997</cx:pt>
          <cx:pt idx="64933">51.490000000000002</cx:pt>
          <cx:pt idx="64934">34.280000000000001</cx:pt>
          <cx:pt idx="64935">141.31999999999999</cx:pt>
          <cx:pt idx="64936">147.55000000000001</cx:pt>
          <cx:pt idx="64937">52.979999999999997</cx:pt>
          <cx:pt idx="64938">52.68</cx:pt>
          <cx:pt idx="64939">231.91</cx:pt>
          <cx:pt idx="64940">79.969999999999999</cx:pt>
          <cx:pt idx="64941">207.91999999999999</cx:pt>
          <cx:pt idx="64942">103.98</cx:pt>
          <cx:pt idx="64943">65.969999999999999</cx:pt>
          <cx:pt idx="64944">85.890000000000001</cx:pt>
          <cx:pt idx="64945">62.869999999999997</cx:pt>
          <cx:pt idx="64946">51.289999999999999</cx:pt>
          <cx:pt idx="64947">106.95999999999999</cx:pt>
          <cx:pt idx="64948">55.909999999999997</cx:pt>
          <cx:pt idx="64949">61.979999999999997</cx:pt>
          <cx:pt idx="64950">53.479999999999997</cx:pt>
          <cx:pt idx="64951">139.94999999999999</cx:pt>
          <cx:pt idx="64952">52.979999999999997</cx:pt>
          <cx:pt idx="64953">92.969999999999999</cx:pt>
          <cx:pt idx="64954">263.95999999999998</cx:pt>
          <cx:pt idx="64955">99.980000000000004</cx:pt>
          <cx:pt idx="64956">65.319999999999993</cx:pt>
          <cx:pt idx="64957">90.049999999999997</cx:pt>
          <cx:pt idx="64958">59.960000000000001</cx:pt>
          <cx:pt idx="64959">65.299999999999997</cx:pt>
          <cx:pt idx="64960">16.920000000000002</cx:pt>
          <cx:pt idx="64961">117.92</cx:pt>
          <cx:pt idx="64962">68.989999999999995</cx:pt>
          <cx:pt idx="64963">37.469999999999999</cx:pt>
          <cx:pt idx="64964">55.979999999999997</cx:pt>
          <cx:pt idx="64965">105.25</cx:pt>
          <cx:pt idx="64966">47.479999999999997</cx:pt>
          <cx:pt idx="64967">57.979999999999997</cx:pt>
          <cx:pt idx="64968">84.989999999999995</cx:pt>
          <cx:pt idx="64969">194.72999999999999</cx:pt>
          <cx:pt idx="64970">80.480000000000004</cx:pt>
          <cx:pt idx="64971">141.94999999999999</cx:pt>
          <cx:pt idx="64972">82.340000000000003</cx:pt>
          <cx:pt idx="64973">53.979999999999997</cx:pt>
          <cx:pt idx="64974">14.289999999999999</cx:pt>
          <cx:pt idx="64975">55.950000000000003</cx:pt>
          <cx:pt idx="64976">106.97</cx:pt>
          <cx:pt idx="64977">55.960000000000001</cx:pt>
          <cx:pt idx="64978">134.97</cx:pt>
          <cx:pt idx="64979">51.969999999999999</cx:pt>
          <cx:pt idx="64980">58.969999999999999</cx:pt>
          <cx:pt idx="64981">56.969999999999999</cx:pt>
          <cx:pt idx="64982">-55.979999999999997</cx:pt>
          <cx:pt idx="64983">-224.44999999999999</cx:pt>
          <cx:pt idx="64984">29.489999999999998</cx:pt>
          <cx:pt idx="64985">51.969999999999999</cx:pt>
          <cx:pt idx="64986">55.969999999999999</cx:pt>
          <cx:pt idx="64987">84.989999999999995</cx:pt>
          <cx:pt idx="64988">68.969999999999999</cx:pt>
          <cx:pt idx="64989">21.280000000000001</cx:pt>
          <cx:pt idx="64990">178.41</cx:pt>
          <cx:pt idx="64991">30.489999999999998</cx:pt>
          <cx:pt idx="64992">162.47999999999999</cx:pt>
          <cx:pt idx="64993">61.979999999999997</cx:pt>
          <cx:pt idx="64994">15.48</cx:pt>
          <cx:pt idx="64995">159.97999999999999</cx:pt>
          <cx:pt idx="64996">73.969999999999999</cx:pt>
          <cx:pt idx="64997">64.980000000000004</cx:pt>
          <cx:pt idx="64998">84.980000000000004</cx:pt>
          <cx:pt idx="64999">49.979999999999997</cx:pt>
          <cx:pt idx="65000">167.46000000000001</cx:pt>
          <cx:pt idx="65001">145.13</cx:pt>
          <cx:pt idx="65002">142.74000000000001</cx:pt>
          <cx:pt idx="65003">78.969999999999999</cx:pt>
          <cx:pt idx="65004">71.859999999999999</cx:pt>
          <cx:pt idx="65005">70.469999999999999</cx:pt>
          <cx:pt idx="65006">67.980000000000004</cx:pt>
          <cx:pt idx="65007">86.969999999999999</cx:pt>
          <cx:pt idx="65008">88.859999999999999</cx:pt>
          <cx:pt idx="65009">54.950000000000003</cx:pt>
          <cx:pt idx="65010">103.98</cx:pt>
          <cx:pt idx="65011">58.979999999999997</cx:pt>
          <cx:pt idx="65012">171.83000000000001</cx:pt>
          <cx:pt idx="65013">55.979999999999997</cx:pt>
          <cx:pt idx="65014">79.980000000000004</cx:pt>
          <cx:pt idx="65015">78.969999999999999</cx:pt>
          <cx:pt idx="65016">55.979999999999997</cx:pt>
          <cx:pt idx="65017">56.969999999999999</cx:pt>
          <cx:pt idx="65018">123.95999999999999</cx:pt>
          <cx:pt idx="65019">97.950000000000003</cx:pt>
          <cx:pt idx="65020">127.01000000000001</cx:pt>
          <cx:pt idx="65021">94.950000000000003</cx:pt>
          <cx:pt idx="65022">64.980000000000004</cx:pt>
          <cx:pt idx="65023">55.969999999999999</cx:pt>
          <cx:pt idx="65024">43.479999999999997</cx:pt>
          <cx:pt idx="65025">51.289999999999999</cx:pt>
          <cx:pt idx="65026">74.980000000000004</cx:pt>
          <cx:pt idx="65027">91.909999999999997</cx:pt>
          <cx:pt idx="65028">106.44</cx:pt>
          <cx:pt idx="65029">71.969999999999999</cx:pt>
          <cx:pt idx="65030">47.479999999999997</cx:pt>
          <cx:pt idx="65031">56.670000000000002</cx:pt>
          <cx:pt idx="65032">66.530000000000001</cx:pt>
          <cx:pt idx="65033">22.73</cx:pt>
          <cx:pt idx="65034">77.969999999999999</cx:pt>
          <cx:pt idx="65035">115.97</cx:pt>
          <cx:pt idx="65036">45.539999999999999</cx:pt>
          <cx:pt idx="65037">46.490000000000002</cx:pt>
          <cx:pt idx="65038">16.289999999999999</cx:pt>
          <cx:pt idx="65039">41.119999999999997</cx:pt>
          <cx:pt idx="65040">48.490000000000002</cx:pt>
          <cx:pt idx="65041">98.969999999999999</cx:pt>
          <cx:pt idx="65042">-0.5</cx:pt>
          <cx:pt idx="65043">139.46000000000001</cx:pt>
          <cx:pt idx="65044">151.21000000000001</cx:pt>
          <cx:pt idx="65045">84.989999999999995</cx:pt>
          <cx:pt idx="65046">41.289999999999999</cx:pt>
          <cx:pt idx="65047">119.98</cx:pt>
          <cx:pt idx="65048">79.969999999999999</cx:pt>
          <cx:pt idx="65049">136.75999999999999</cx:pt>
          <cx:pt idx="65050">95.650000000000006</cx:pt>
          <cx:pt idx="65051">67.469999999999999</cx:pt>
          <cx:pt idx="65052">56.969999999999999</cx:pt>
          <cx:pt idx="65053">28.489999999999998</cx:pt>
          <cx:pt idx="65054">47.479999999999997</cx:pt>
          <cx:pt idx="65055">36.490000000000002</cx:pt>
          <cx:pt idx="65056">94.329999999999998</cx:pt>
          <cx:pt idx="65057">58.039999999999999</cx:pt>
          <cx:pt idx="65058">81.969999999999999</cx:pt>
          <cx:pt idx="65059">79.969999999999999</cx:pt>
          <cx:pt idx="65060">65.980000000000004</cx:pt>
          <cx:pt idx="65061">130.47</cx:pt>
          <cx:pt idx="65062">55.969999999999999</cx:pt>
          <cx:pt idx="65063">97.969999999999999</cx:pt>
          <cx:pt idx="65064">50.359999999999999</cx:pt>
          <cx:pt idx="65065">29.489999999999998</cx:pt>
          <cx:pt idx="65066">70.980000000000004</cx:pt>
          <cx:pt idx="65067">87.969999999999999</cx:pt>
          <cx:pt idx="65068">144.94999999999999</cx:pt>
          <cx:pt idx="65069">53.979999999999997</cx:pt>
          <cx:pt idx="65070">105.98</cx:pt>
          <cx:pt idx="65071">99.989999999999995</cx:pt>
          <cx:pt idx="65072">92.459999999999994</cx:pt>
          <cx:pt idx="65073">51.979999999999997</cx:pt>
          <cx:pt idx="65074">44.490000000000002</cx:pt>
          <cx:pt idx="65075">65.980000000000004</cx:pt>
          <cx:pt idx="65076">76.959999999999994</cx:pt>
          <cx:pt idx="65077">123.98</cx:pt>
          <cx:pt idx="65078">61.68</cx:pt>
          <cx:pt idx="65079">94.980000000000004</cx:pt>
          <cx:pt idx="65080">75.969999999999999</cx:pt>
          <cx:pt idx="65081">23.18</cx:pt>
          <cx:pt idx="65082">68.069999999999993</cx:pt>
          <cx:pt idx="65083">99.980000000000004</cx:pt>
          <cx:pt idx="65084">15.49</cx:pt>
          <cx:pt idx="65085">65.980000000000004</cx:pt>
          <cx:pt idx="65086">51.479999999999997</cx:pt>
          <cx:pt idx="65087">165.94999999999999</cx:pt>
          <cx:pt idx="65088">88.980000000000004</cx:pt>
          <cx:pt idx="65089">24.489999999999998</cx:pt>
          <cx:pt idx="65090">27.789999999999999</cx:pt>
          <cx:pt idx="65091">97.099999999999994</cx:pt>
          <cx:pt idx="65092">55.469999999999999</cx:pt>
          <cx:pt idx="65093">75</cx:pt>
          <cx:pt idx="65094">152.94</cx:pt>
          <cx:pt idx="65095">53.969999999999999</cx:pt>
          <cx:pt idx="65096">54.950000000000003</cx:pt>
          <cx:pt idx="65097">119.98</cx:pt>
          <cx:pt idx="65098">108.98</cx:pt>
          <cx:pt idx="65099">37.479999999999997</cx:pt>
          <cx:pt idx="65100">31.489999999999998</cx:pt>
          <cx:pt idx="65101">55.979999999999997</cx:pt>
          <cx:pt idx="65102">20.489999999999998</cx:pt>
          <cx:pt idx="65103">19.34</cx:pt>
          <cx:pt idx="65104">51.189999999999998</cx:pt>
          <cx:pt idx="65105">120.98</cx:pt>
          <cx:pt idx="65106">31.289999999999999</cx:pt>
          <cx:pt idx="65107">24.489999999999998</cx:pt>
          <cx:pt idx="65108">59.979999999999997</cx:pt>
          <cx:pt idx="65109">44.729999999999997</cx:pt>
          <cx:pt idx="65110">175.91999999999999</cx:pt>
          <cx:pt idx="65111">223.96000000000001</cx:pt>
          <cx:pt idx="65112">84.989999999999995</cx:pt>
          <cx:pt idx="65113">79.980000000000004</cx:pt>
          <cx:pt idx="65114">89.969999999999999</cx:pt>
          <cx:pt idx="65115">90.709999999999994</cx:pt>
          <cx:pt idx="65116">68.989999999999995</cx:pt>
          <cx:pt idx="65117">55.979999999999997</cx:pt>
          <cx:pt idx="65118">75.180000000000007</cx:pt>
          <cx:pt idx="65119">197.02000000000001</cx:pt>
          <cx:pt idx="65120">51.969999999999999</cx:pt>
          <cx:pt idx="65121">101.97</cx:pt>
          <cx:pt idx="65122">51.969999999999999</cx:pt>
          <cx:pt idx="65123">51.289999999999999</cx:pt>
          <cx:pt idx="65124">77.959999999999994</cx:pt>
          <cx:pt idx="65125">167.94</cx:pt>
          <cx:pt idx="65126">51.979999999999997</cx:pt>
          <cx:pt idx="65127">186.16999999999999</cx:pt>
          <cx:pt idx="65128">-97.959999999999994</cx:pt>
          <cx:pt idx="65129">59.390000000000001</cx:pt>
          <cx:pt idx="65130">91.959999999999994</cx:pt>
          <cx:pt idx="65131">51.979999999999997</cx:pt>
          <cx:pt idx="65132">97.959999999999994</cx:pt>
          <cx:pt idx="65133">84.989999999999995</cx:pt>
          <cx:pt idx="65134">-67.980000000000004</cx:pt>
          <cx:pt idx="65135">507.92000000000002</cx:pt>
          <cx:pt idx="65136">14.94</cx:pt>
          <cx:pt idx="65137">54.979999999999997</cx:pt>
          <cx:pt idx="65138">16.489999999999998</cx:pt>
          <cx:pt idx="65139">171.34</cx:pt>
          <cx:pt idx="65140">29.489999999999998</cx:pt>
          <cx:pt idx="65141">65.980000000000004</cx:pt>
          <cx:pt idx="65142">111.95999999999999</cx:pt>
          <cx:pt idx="65143">-64.980000000000004</cx:pt>
          <cx:pt idx="65144">109.98</cx:pt>
          <cx:pt idx="65145">119.95999999999999</cx:pt>
          <cx:pt idx="65146">65.980000000000004</cx:pt>
          <cx:pt idx="65147">68.989999999999995</cx:pt>
          <cx:pt idx="65148">124.95</cx:pt>
          <cx:pt idx="65149">68.989999999999995</cx:pt>
          <cx:pt idx="65150">84.989999999999995</cx:pt>
          <cx:pt idx="65151">79.849999999999994</cx:pt>
          <cx:pt idx="65152">176.62</cx:pt>
          <cx:pt idx="65153">64.980000000000004</cx:pt>
          <cx:pt idx="65154">31.23</cx:pt>
          <cx:pt idx="65155">123.95999999999999</cx:pt>
          <cx:pt idx="65156">99.959999999999994</cx:pt>
          <cx:pt idx="65157">41.490000000000002</cx:pt>
          <cx:pt idx="65158">70.980000000000004</cx:pt>
          <cx:pt idx="65159">53.979999999999997</cx:pt>
          <cx:pt idx="65160">31.48</cx:pt>
          <cx:pt idx="65161">37.490000000000002</cx:pt>
          <cx:pt idx="65162">56.969999999999999</cx:pt>
          <cx:pt idx="65163">61.979999999999997</cx:pt>
          <cx:pt idx="65164">68.969999999999999</cx:pt>
          <cx:pt idx="65165">111.67</cx:pt>
          <cx:pt idx="65166">29.989999999999998</cx:pt>
          <cx:pt idx="65167">59.990000000000002</cx:pt>
          <cx:pt idx="65168">53.960000000000001</cx:pt>
          <cx:pt idx="65169">69.950000000000003</cx:pt>
          <cx:pt idx="65170">16.920000000000002</cx:pt>
          <cx:pt idx="65171">72.239999999999995</cx:pt>
          <cx:pt idx="65172">64.980000000000004</cx:pt>
          <cx:pt idx="65173">59.979999999999997</cx:pt>
          <cx:pt idx="65174">31.489999999999998</cx:pt>
          <cx:pt idx="65175">117.97</cx:pt>
          <cx:pt idx="65176">34.490000000000002</cx:pt>
          <cx:pt idx="65177">120.95</cx:pt>
          <cx:pt idx="65178">61.979999999999997</cx:pt>
          <cx:pt idx="65179">69.980000000000004</cx:pt>
          <cx:pt idx="65180">26.379999999999999</cx:pt>
          <cx:pt idx="65181">75.870000000000005</cx:pt>
          <cx:pt idx="65182">31.469999999999999</cx:pt>
          <cx:pt idx="65183">91.969999999999999</cx:pt>
          <cx:pt idx="65184">47.479999999999997</cx:pt>
          <cx:pt idx="65185">32.969999999999999</cx:pt>
          <cx:pt idx="65186">41.479999999999997</cx:pt>
          <cx:pt idx="65187">79.989999999999995</cx:pt>
          <cx:pt idx="65188">69.980000000000004</cx:pt>
          <cx:pt idx="65189">54.979999999999997</cx:pt>
          <cx:pt idx="65190">49.950000000000003</cx:pt>
          <cx:pt idx="65191">137.97999999999999</cx:pt>
          <cx:pt idx="65192">96.969999999999999</cx:pt>
          <cx:pt idx="65193">-17.489999999999998</cx:pt>
          <cx:pt idx="65194">101.95999999999999</cx:pt>
          <cx:pt idx="65195">20.489999999999998</cx:pt>
          <cx:pt idx="65196">9.4900000000000002</cx:pt>
          <cx:pt idx="65197">70.939999999999998</cx:pt>
          <cx:pt idx="65198">54.479999999999997</cx:pt>
          <cx:pt idx="65199">76.870000000000005</cx:pt>
          <cx:pt idx="65200">51.490000000000002</cx:pt>
          <cx:pt idx="65201">84.989999999999995</cx:pt>
          <cx:pt idx="65202">128.21000000000001</cx:pt>
          <cx:pt idx="65203">59.990000000000002</cx:pt>
          <cx:pt idx="65204">17.489999999999998</cx:pt>
          <cx:pt idx="65205">83.969999999999999</cx:pt>
          <cx:pt idx="65206">55.960000000000001</cx:pt>
          <cx:pt idx="65207">68.989999999999995</cx:pt>
          <cx:pt idx="65208">246.88999999999999</cx:pt>
          <cx:pt idx="65209">164.93000000000001</cx:pt>
          <cx:pt idx="65210">65.980000000000004</cx:pt>
          <cx:pt idx="65211">71.969999999999999</cx:pt>
          <cx:pt idx="65212">98.969999999999999</cx:pt>
          <cx:pt idx="65213">21.489999999999998</cx:pt>
          <cx:pt idx="65214">98.969999999999999</cx:pt>
          <cx:pt idx="65215">47.280000000000001</cx:pt>
          <cx:pt idx="65216">71.969999999999999</cx:pt>
          <cx:pt idx="65217">59.979999999999997</cx:pt>
          <cx:pt idx="65218">22.789999999999999</cx:pt>
          <cx:pt idx="65219">19.34</cx:pt>
          <cx:pt idx="65220">62.969999999999999</cx:pt>
          <cx:pt idx="65221">68.519999999999996</cx:pt>
          <cx:pt idx="65222">54.950000000000003</cx:pt>
          <cx:pt idx="65223">263.95999999999998</cx:pt>
          <cx:pt idx="65224">147.91999999999999</cx:pt>
          <cx:pt idx="65225">85.459999999999994</cx:pt>
          <cx:pt idx="65226">79.950000000000003</cx:pt>
          <cx:pt idx="65227">65.989999999999995</cx:pt>
          <cx:pt idx="65228">55.960000000000001</cx:pt>
          <cx:pt idx="65229">151.96000000000001</cx:pt>
          <cx:pt idx="65230">53.960000000000001</cx:pt>
          <cx:pt idx="65231">111.54000000000001</cx:pt>
          <cx:pt idx="65232">15.99</cx:pt>
          <cx:pt idx="65233">59.990000000000002</cx:pt>
          <cx:pt idx="65234">57.960000000000001</cx:pt>
          <cx:pt idx="65235">73.480000000000004</cx:pt>
          <cx:pt idx="65236">60.990000000000002</cx:pt>
          <cx:pt idx="65237">88.290000000000006</cx:pt>
          <cx:pt idx="65238">83.969999999999999</cx:pt>
          <cx:pt idx="65239">61.689999999999998</cx:pt>
          <cx:pt idx="65240">101.59999999999999</cx:pt>
          <cx:pt idx="65241">83.969999999999999</cx:pt>
          <cx:pt idx="65242">53.990000000000002</cx:pt>
          <cx:pt idx="65243">92.969999999999999</cx:pt>
          <cx:pt idx="65244">169.97999999999999</cx:pt>
          <cx:pt idx="65245">107.97</cx:pt>
          <cx:pt idx="65246">254.97</cx:pt>
          <cx:pt idx="65247">53.969999999999999</cx:pt>
          <cx:pt idx="65248">26.489999999999998</cx:pt>
          <cx:pt idx="65249">89.969999999999999</cx:pt>
          <cx:pt idx="65250">65.310000000000002</cx:pt>
          <cx:pt idx="65251">24.18</cx:pt>
          <cx:pt idx="65252">139.46000000000001</cx:pt>
          <cx:pt idx="65253">55.969999999999999</cx:pt>
          <cx:pt idx="65254">83.780000000000001</cx:pt>
          <cx:pt idx="65255">65.959999999999994</cx:pt>
          <cx:pt idx="65256">65.989999999999995</cx:pt>
          <cx:pt idx="65257">65.319999999999993</cx:pt>
          <cx:pt idx="65258">186.96000000000001</cx:pt>
          <cx:pt idx="65259">79.980000000000004</cx:pt>
          <cx:pt idx="65260">79.989999999999995</cx:pt>
          <cx:pt idx="65261">58.979999999999997</cx:pt>
          <cx:pt idx="65262">-53.979999999999997</cx:pt>
          <cx:pt idx="65263">123.95999999999999</cx:pt>
          <cx:pt idx="65264">62.990000000000002</cx:pt>
          <cx:pt idx="65265">123.16</cx:pt>
          <cx:pt idx="65266">61.979999999999997</cx:pt>
          <cx:pt idx="65267">64.480000000000004</cx:pt>
          <cx:pt idx="65268">99.980000000000004</cx:pt>
          <cx:pt idx="65269">69.980000000000004</cx:pt>
          <cx:pt idx="65270">-30.989999999999998</cx:pt>
          <cx:pt idx="65271">80.980000000000004</cx:pt>
          <cx:pt idx="65272">123.95999999999999</cx:pt>
          <cx:pt idx="65273">51.490000000000002</cx:pt>
          <cx:pt idx="65274">23.989999999999998</cx:pt>
          <cx:pt idx="65275">59.950000000000003</cx:pt>
          <cx:pt idx="65276">261.25999999999999</cx:pt>
          <cx:pt idx="65277">51.289999999999999</cx:pt>
          <cx:pt idx="65278">134.34</cx:pt>
          <cx:pt idx="65279">103.95999999999999</cx:pt>
          <cx:pt idx="65280">101.95</cx:pt>
          <cx:pt idx="65281">63.960000000000001</cx:pt>
          <cx:pt idx="65282">46.490000000000002</cx:pt>
          <cx:pt idx="65283">41.289999999999999</cx:pt>
          <cx:pt idx="65284">65.989999999999995</cx:pt>
          <cx:pt idx="65285">84.989999999999995</cx:pt>
          <cx:pt idx="65286">187.97</cx:pt>
          <cx:pt idx="65287">54.979999999999997</cx:pt>
          <cx:pt idx="65288">89.980000000000004</cx:pt>
          <cx:pt idx="65289">87.469999999999999</cx:pt>
          <cx:pt idx="65290">69.980000000000004</cx:pt>
          <cx:pt idx="65291">137.97</cx:pt>
          <cx:pt idx="65292">168.93000000000001</cx:pt>
          <cx:pt idx="65293">56.969999999999999</cx:pt>
          <cx:pt idx="65294">34.479999999999997</cx:pt>
          <cx:pt idx="65295">-194.16</cx:pt>
          <cx:pt idx="65296">39.539999999999999</cx:pt>
          <cx:pt idx="65297">41.280000000000001</cx:pt>
          <cx:pt idx="65298">169.97999999999999</cx:pt>
          <cx:pt idx="65299">59.960000000000001</cx:pt>
          <cx:pt idx="65300">89.980000000000004</cx:pt>
          <cx:pt idx="65301">169.97999999999999</cx:pt>
          <cx:pt idx="65302">66.579999999999998</cx:pt>
          <cx:pt idx="65303">68.969999999999999</cx:pt>
          <cx:pt idx="65304">39.280000000000001</cx:pt>
          <cx:pt idx="65305">54.950000000000003</cx:pt>
          <cx:pt idx="65306">50.969999999999999</cx:pt>
          <cx:pt idx="65307">50.969999999999999</cx:pt>
          <cx:pt idx="65308">49.990000000000002</cx:pt>
          <cx:pt idx="65309">229.43000000000001</cx:pt>
          <cx:pt idx="65310">94.989999999999995</cx:pt>
          <cx:pt idx="65311">79.980000000000004</cx:pt>
          <cx:pt idx="65312">55.979999999999997</cx:pt>
          <cx:pt idx="65313">51.289999999999999</cx:pt>
          <cx:pt idx="65314">53.960000000000001</cx:pt>
          <cx:pt idx="65315">20.489999999999998</cx:pt>
          <cx:pt idx="65316">104.98</cx:pt>
          <cx:pt idx="65317">47.479999999999997</cx:pt>
          <cx:pt idx="65318">79.989999999999995</cx:pt>
          <cx:pt idx="65319">68.969999999999999</cx:pt>
          <cx:pt idx="65320">77.969999999999999</cx:pt>
          <cx:pt idx="65321">99.980000000000004</cx:pt>
          <cx:pt idx="65322">129.91999999999999</cx:pt>
          <cx:pt idx="65323">55.979999999999997</cx:pt>
          <cx:pt idx="65324">134.13</cx:pt>
          <cx:pt idx="65325">69.989999999999995</cx:pt>
          <cx:pt idx="65326">94.469999999999999</cx:pt>
          <cx:pt idx="65327">59.960000000000001</cx:pt>
          <cx:pt idx="65328">77.969999999999999</cx:pt>
          <cx:pt idx="65329">55.960000000000001</cx:pt>
          <cx:pt idx="65330">59.979999999999997</cx:pt>
          <cx:pt idx="65331">39.289999999999999</cx:pt>
          <cx:pt idx="65332">-1.3</cx:pt>
          <cx:pt idx="65333">72.959999999999994</cx:pt>
          <cx:pt idx="65334">41.479999999999997</cx:pt>
          <cx:pt idx="65335">95.959999999999994</cx:pt>
          <cx:pt idx="65336">61.979999999999997</cx:pt>
          <cx:pt idx="65337">89.980000000000004</cx:pt>
          <cx:pt idx="65338">78.969999999999999</cx:pt>
          <cx:pt idx="65339">92.969999999999999</cx:pt>
          <cx:pt idx="65340">53.960000000000001</cx:pt>
          <cx:pt idx="65341">-3</cx:pt>
          <cx:pt idx="65342">51.479999999999997</cx:pt>
          <cx:pt idx="65343">91.959999999999994</cx:pt>
          <cx:pt idx="65344">37.469999999999999</cx:pt>
          <cx:pt idx="65345">68.989999999999995</cx:pt>
          <cx:pt idx="65346">53.979999999999997</cx:pt>
          <cx:pt idx="65347">61.979999999999997</cx:pt>
          <cx:pt idx="65348">84.969999999999999</cx:pt>
          <cx:pt idx="65349">50.979999999999997</cx:pt>
          <cx:pt idx="65350">71.859999999999999</cx:pt>
          <cx:pt idx="65351">178.16999999999999</cx:pt>
          <cx:pt idx="65352">9.2899999999999991</cx:pt>
          <cx:pt idx="65353">57.920000000000002</cx:pt>
          <cx:pt idx="65354">174.96000000000001</cx:pt>
          <cx:pt idx="65355">395.94</cx:pt>
          <cx:pt idx="65356">159.96000000000001</cx:pt>
          <cx:pt idx="65357">14.99</cx:pt>
          <cx:pt idx="65358">41.490000000000002</cx:pt>
          <cx:pt idx="65359">50.969999999999999</cx:pt>
          <cx:pt idx="65360">84.959999999999994</cx:pt>
          <cx:pt idx="65361">65.989999999999995</cx:pt>
          <cx:pt idx="65362">63.969999999999999</cx:pt>
          <cx:pt idx="65363">30.48</cx:pt>
          <cx:pt idx="65364">99.959999999999994</cx:pt>
          <cx:pt idx="65365">86.170000000000002</cx:pt>
          <cx:pt idx="65366">10.49</cx:pt>
          <cx:pt idx="65367">47.479999999999997</cx:pt>
          <cx:pt idx="65368">120.45999999999999</cx:pt>
          <cx:pt idx="65369">-19.32</cx:pt>
          <cx:pt idx="65370">131.97999999999999</cx:pt>
          <cx:pt idx="65371">50.369999999999997</cx:pt>
          <cx:pt idx="65372">107.95999999999999</cx:pt>
          <cx:pt idx="65373">65.480000000000004</cx:pt>
          <cx:pt idx="65374">21.989999999999998</cx:pt>
          <cx:pt idx="65375">53.960000000000001</cx:pt>
          <cx:pt idx="65376">51.280000000000001</cx:pt>
          <cx:pt idx="65377">109.95999999999999</cx:pt>
          <cx:pt idx="65378">111.95999999999999</cx:pt>
          <cx:pt idx="65379">128.21000000000001</cx:pt>
          <cx:pt idx="65380">274.72000000000003</cx:pt>
          <cx:pt idx="65381">129.97</cx:pt>
          <cx:pt idx="65382">67.480000000000004</cx:pt>
          <cx:pt idx="65383">215.91999999999999</cx:pt>
          <cx:pt idx="65384">99.980000000000004</cx:pt>
          <cx:pt idx="65385">123.97</cx:pt>
          <cx:pt idx="65386">89.980000000000004</cx:pt>
          <cx:pt idx="65387">62.899999999999999</cx:pt>
          <cx:pt idx="65388">17.289999999999999</cx:pt>
          <cx:pt idx="65389">59.979999999999997</cx:pt>
          <cx:pt idx="65390">27.48</cx:pt>
          <cx:pt idx="65391">58.969999999999999</cx:pt>
          <cx:pt idx="65392">14.289999999999999</cx:pt>
          <cx:pt idx="65393">21.239999999999998</cx:pt>
          <cx:pt idx="65394">59.960000000000001</cx:pt>
          <cx:pt idx="65395">89.980000000000004</cx:pt>
          <cx:pt idx="65396">27.989999999999998</cx:pt>
          <cx:pt idx="65397">59.979999999999997</cx:pt>
          <cx:pt idx="65398">87.469999999999999</cx:pt>
          <cx:pt idx="65399">89.959999999999994</cx:pt>
          <cx:pt idx="65400">31.280000000000001</cx:pt>
          <cx:pt idx="65401">80.969999999999999</cx:pt>
          <cx:pt idx="65402">68.989999999999995</cx:pt>
          <cx:pt idx="65403">19.489999999999998</cx:pt>
          <cx:pt idx="65404">56.969999999999999</cx:pt>
          <cx:pt idx="65405">51.289999999999999</cx:pt>
          <cx:pt idx="65406">65.989999999999995</cx:pt>
          <cx:pt idx="65407">71.370000000000005</cx:pt>
          <cx:pt idx="65408">108.86</cx:pt>
          <cx:pt idx="65409">59.969999999999999</cx:pt>
          <cx:pt idx="65410">48.57</cx:pt>
          <cx:pt idx="65411">69.969999999999999</cx:pt>
          <cx:pt idx="65412">111.95999999999999</cx:pt>
          <cx:pt idx="65413">46.18</cx:pt>
          <cx:pt idx="65414">31.280000000000001</cx:pt>
          <cx:pt idx="65415">31.489999999999998</cx:pt>
          <cx:pt idx="65416">28.27</cx:pt>
          <cx:pt idx="65417">146.38999999999999</cx:pt>
          <cx:pt idx="65418">110.95999999999999</cx:pt>
          <cx:pt idx="65419">36.490000000000002</cx:pt>
          <cx:pt idx="65420">21.039999999999999</cx:pt>
          <cx:pt idx="65421">88.950000000000003</cx:pt>
          <cx:pt idx="65422">51.289999999999999</cx:pt>
          <cx:pt idx="65423">59.969999999999999</cx:pt>
          <cx:pt idx="65424">94.340000000000003</cx:pt>
          <cx:pt idx="65425">85.969999999999999</cx:pt>
          <cx:pt idx="65426">61.979999999999997</cx:pt>
          <cx:pt idx="65427">50.969999999999999</cx:pt>
          <cx:pt idx="65428">41.479999999999997</cx:pt>
          <cx:pt idx="65429">59.390000000000001</cx:pt>
          <cx:pt idx="65430">79.700000000000003</cx:pt>
          <cx:pt idx="65431">53.969999999999999</cx:pt>
          <cx:pt idx="65432">152.97999999999999</cx:pt>
          <cx:pt idx="65433">84.989999999999995</cx:pt>
          <cx:pt idx="65434">85.819999999999993</cx:pt>
          <cx:pt idx="65435">76.969999999999999</cx:pt>
          <cx:pt idx="65436">83.969999999999999</cx:pt>
          <cx:pt idx="65437">124.97</cx:pt>
          <cx:pt idx="65438">58.979999999999997</cx:pt>
          <cx:pt idx="65439">146.97</cx:pt>
          <cx:pt idx="65440">50.490000000000002</cx:pt>
          <cx:pt idx="65441">105.98</cx:pt>
          <cx:pt idx="65442">135.84999999999999</cx:pt>
          <cx:pt idx="65443">179.94999999999999</cx:pt>
          <cx:pt idx="65444">84.989999999999995</cx:pt>
          <cx:pt idx="65445">54.140000000000001</cx:pt>
          <cx:pt idx="65446">124.63</cx:pt>
          <cx:pt idx="65447">51.490000000000002</cx:pt>
          <cx:pt idx="65448">67.719999999999999</cx:pt>
          <cx:pt idx="65449">-17.289999999999999</cx:pt>
          <cx:pt idx="65450">44.479999999999997</cx:pt>
          <cx:pt idx="65451">32.479999999999997</cx:pt>
          <cx:pt idx="65452">145.97</cx:pt>
          <cx:pt idx="65453">123.95999999999999</cx:pt>
          <cx:pt idx="65454">89.980000000000004</cx:pt>
          <cx:pt idx="65455">58.979999999999997</cx:pt>
          <cx:pt idx="65456">31.280000000000001</cx:pt>
          <cx:pt idx="65457">102.83</cx:pt>
          <cx:pt idx="65458">89.980000000000004</cx:pt>
          <cx:pt idx="65459">53.979999999999997</cx:pt>
          <cx:pt idx="65460">106.56</cx:pt>
          <cx:pt idx="65461">309.89999999999998</cx:pt>
          <cx:pt idx="65462">-1.2</cx:pt>
          <cx:pt idx="65463">35.229999999999997</cx:pt>
          <cx:pt idx="65464">223.91999999999999</cx:pt>
          <cx:pt idx="65465">55.780000000000001</cx:pt>
          <cx:pt idx="65466">61.979999999999997</cx:pt>
          <cx:pt idx="65467">263.87</cx:pt>
          <cx:pt idx="65468">66.269999999999996</cx:pt>
          <cx:pt idx="65469">24.48</cx:pt>
          <cx:pt idx="65470">58.979999999999997</cx:pt>
          <cx:pt idx="65471">130.63999999999999</cx:pt>
          <cx:pt idx="65472">141.97</cx:pt>
          <cx:pt idx="65473">31.460000000000001</cx:pt>
          <cx:pt idx="65474">51.969999999999999</cx:pt>
          <cx:pt idx="65475">79.989999999999995</cx:pt>
          <cx:pt idx="65476">89.409999999999997</cx:pt>
          <cx:pt idx="65477">-87.469999999999999</cx:pt>
          <cx:pt idx="65478">-287.94</cx:pt>
          <cx:pt idx="65479">59.990000000000002</cx:pt>
          <cx:pt idx="65480">95.189999999999998</cx:pt>
          <cx:pt idx="65481">134.96000000000001</cx:pt>
          <cx:pt idx="65482">-72.980000000000004</cx:pt>
          <cx:pt idx="65483">229.94999999999999</cx:pt>
          <cx:pt idx="65484">13.49</cx:pt>
          <cx:pt idx="65485">49.990000000000002</cx:pt>
          <cx:pt idx="65486">66.980000000000004</cx:pt>
          <cx:pt idx="65487">143.94</cx:pt>
          <cx:pt idx="65488">98.959999999999994</cx:pt>
          <cx:pt idx="65489">129.94999999999999</cx:pt>
          <cx:pt idx="65490">76.489999999999995</cx:pt>
          <cx:pt idx="65491">61.979999999999997</cx:pt>
          <cx:pt idx="65492">138.96000000000001</cx:pt>
          <cx:pt idx="65493">28.239999999999998</cx:pt>
          <cx:pt idx="65494">-95.959999999999994</cx:pt>
          <cx:pt idx="65495">52.380000000000003</cx:pt>
          <cx:pt idx="65496">-20</cx:pt>
          <cx:pt idx="65497">279.89999999999998</cx:pt>
          <cx:pt idx="65498">55.969999999999999</cx:pt>
          <cx:pt idx="65499">72.549999999999997</cx:pt>
          <cx:pt idx="65500">67.739999999999995</cx:pt>
          <cx:pt idx="65501">70.980000000000004</cx:pt>
          <cx:pt idx="65502">143.36000000000001</cx:pt>
          <cx:pt idx="65503">46.490000000000002</cx:pt>
          <cx:pt idx="65504">84.989999999999995</cx:pt>
          <cx:pt idx="65505">85.969999999999999</cx:pt>
          <cx:pt idx="65506">137.97999999999999</cx:pt>
          <cx:pt idx="65507">79.989999999999995</cx:pt>
          <cx:pt idx="65508">77.370000000000005</cx:pt>
          <cx:pt idx="65509">68.969999999999999</cx:pt>
          <cx:pt idx="65510">75.980000000000004</cx:pt>
          <cx:pt idx="65511">56.969999999999999</cx:pt>
          <cx:pt idx="65512">55.979999999999997</cx:pt>
          <cx:pt idx="65513">51.490000000000002</cx:pt>
          <cx:pt idx="65514">16.489999999999998</cx:pt>
          <cx:pt idx="65515">490.86000000000001</cx:pt>
          <cx:pt idx="65516">69.969999999999999</cx:pt>
          <cx:pt idx="65517">36.490000000000002</cx:pt>
          <cx:pt idx="65518">159.96000000000001</cx:pt>
          <cx:pt idx="65519">61.979999999999997</cx:pt>
          <cx:pt idx="65520">-111.94</cx:pt>
          <cx:pt idx="65521">55.960000000000001</cx:pt>
          <cx:pt idx="65522">65.980000000000004</cx:pt>
          <cx:pt idx="65523">55.969999999999999</cx:pt>
          <cx:pt idx="65524">13.289999999999999</cx:pt>
          <cx:pt idx="65525">51.289999999999999</cx:pt>
          <cx:pt idx="65526">32.490000000000002</cx:pt>
          <cx:pt idx="65527">25.289999999999999</cx:pt>
          <cx:pt idx="65528">84.980000000000004</cx:pt>
          <cx:pt idx="65529">-0.5</cx:pt>
          <cx:pt idx="65530">59.979999999999997</cx:pt>
          <cx:pt idx="65531">49.990000000000002</cx:pt>
          <cx:pt idx="65532">114.98</cx:pt>
          <cx:pt idx="65533">55.979999999999997</cx:pt>
          <cx:pt idx="65534">59.979999999999997</cx:pt>
          <cx:pt idx="65535">128.94999999999999</cx:pt>
          <cx:pt idx="65536">61.030000000000001</cx:pt>
          <cx:pt idx="65537">134.06</cx:pt>
          <cx:pt idx="65538">321.75</cx:pt>
          <cx:pt idx="65539">54.979999999999997</cx:pt>
          <cx:pt idx="65540">71.969999999999999</cx:pt>
          <cx:pt idx="65541">53.759999999999998</cx:pt>
          <cx:pt idx="65542">50.490000000000002</cx:pt>
          <cx:pt idx="65543">108.84</cx:pt>
          <cx:pt idx="65544">98.969999999999999</cx:pt>
          <cx:pt idx="65545">20.550000000000001</cx:pt>
          <cx:pt idx="65546">46.469999999999999</cx:pt>
          <cx:pt idx="65547">116.97</cx:pt>
          <cx:pt idx="65548">85.969999999999999</cx:pt>
          <cx:pt idx="65549">74.969999999999999</cx:pt>
          <cx:pt idx="65550">72.959999999999994</cx:pt>
          <cx:pt idx="65551">20.489999999999998</cx:pt>
          <cx:pt idx="65552">53.969999999999999</cx:pt>
          <cx:pt idx="65553">46.270000000000003</cx:pt>
          <cx:pt idx="65554">78.269999999999996</cx:pt>
          <cx:pt idx="65555">97.030000000000001</cx:pt>
          <cx:pt idx="65556">64.980000000000004</cx:pt>
          <cx:pt idx="65557">29.489999999999998</cx:pt>
          <cx:pt idx="65558">153.97999999999999</cx:pt>
          <cx:pt idx="65559">189.90000000000001</cx:pt>
          <cx:pt idx="65560">199.96000000000001</cx:pt>
          <cx:pt idx="65561">16.489999999999998</cx:pt>
          <cx:pt idx="65562">11.49</cx:pt>
          <cx:pt idx="65563">59.960000000000001</cx:pt>
          <cx:pt idx="65564">25.579999999999998</cx:pt>
          <cx:pt idx="65565">155.21000000000001</cx:pt>
          <cx:pt idx="65566">125.81999999999999</cx:pt>
          <cx:pt idx="65567">52.939999999999998</cx:pt>
          <cx:pt idx="65568">155.96000000000001</cx:pt>
          <cx:pt idx="65569">99.959999999999994</cx:pt>
          <cx:pt idx="65570">43.490000000000002</cx:pt>
          <cx:pt idx="65571">60.979999999999997</cx:pt>
          <cx:pt idx="65572">154.97999999999999</cx:pt>
          <cx:pt idx="65573">93.969999999999999</cx:pt>
          <cx:pt idx="65574">86.469999999999999</cx:pt>
          <cx:pt idx="65575">32.509999999999998</cx:pt>
          <cx:pt idx="65576">118.45999999999999</cx:pt>
          <cx:pt idx="65577">132.96000000000001</cx:pt>
          <cx:pt idx="65578">21.489999999999998</cx:pt>
          <cx:pt idx="65579">86.959999999999994</cx:pt>
          <cx:pt idx="65580">91.760000000000005</cx:pt>
          <cx:pt idx="65581">97.969999999999999</cx:pt>
          <cx:pt idx="65582">87.079999999999998</cx:pt>
          <cx:pt idx="65583">131.97999999999999</cx:pt>
          <cx:pt idx="65584">32.479999999999997</cx:pt>
          <cx:pt idx="65585">74.980000000000004</cx:pt>
          <cx:pt idx="65586">19.34</cx:pt>
          <cx:pt idx="65587">11.279999999999999</cx:pt>
          <cx:pt idx="65588">55.960000000000001</cx:pt>
          <cx:pt idx="65589">31.489999999999998</cx:pt>
          <cx:pt idx="65590">38.700000000000003</cx:pt>
          <cx:pt idx="65591">165.34</cx:pt>
          <cx:pt idx="65592">101.45999999999999</cx:pt>
          <cx:pt idx="65593">50.969999999999999</cx:pt>
          <cx:pt idx="65594">-119.90000000000001</cx:pt>
          <cx:pt idx="65595">84.989999999999995</cx:pt>
          <cx:pt idx="65596">30.489999999999998</cx:pt>
          <cx:pt idx="65597">121.98</cx:pt>
          <cx:pt idx="65598">100.97</cx:pt>
          <cx:pt idx="65599">23.48</cx:pt>
          <cx:pt idx="65600">94.450000000000003</cx:pt>
          <cx:pt idx="65601">65.980000000000004</cx:pt>
          <cx:pt idx="65602">50.369999999999997</cx:pt>
          <cx:pt idx="65603">62.869999999999997</cx:pt>
          <cx:pt idx="65604">107.31999999999999</cx:pt>
          <cx:pt idx="65605">94.969999999999999</cx:pt>
          <cx:pt idx="65606">59.979999999999997</cx:pt>
          <cx:pt idx="65607">-59.979999999999997</cx:pt>
          <cx:pt idx="65608">157.47999999999999</cx:pt>
          <cx:pt idx="65609">-157.47999999999999</cx:pt>
          <cx:pt idx="65610">-33.359999999999999</cx:pt>
          <cx:pt idx="65611">33.350000000000001</cx:pt>
          <cx:pt idx="65612">-74.980000000000004</cx:pt>
          <cx:pt idx="65613">74.980000000000004</cx:pt>
          <cx:pt idx="65614">127.77</cx:pt>
          <cx:pt idx="65615">65.989999999999995</cx:pt>
          <cx:pt idx="65616">84.140000000000001</cx:pt>
          <cx:pt idx="65617">130.59</cx:pt>
          <cx:pt idx="65618">82.409999999999997</cx:pt>
          <cx:pt idx="65619">59.979999999999997</cx:pt>
          <cx:pt idx="65620">150.96000000000001</cx:pt>
          <cx:pt idx="65621">119.17</cx:pt>
          <cx:pt idx="65622">63.960000000000001</cx:pt>
          <cx:pt idx="65623">-63.960000000000001</cx:pt>
          <cx:pt idx="65624">-62.979999999999997</cx:pt>
          <cx:pt idx="65625">62.979999999999997</cx:pt>
          <cx:pt idx="65626">18.940000000000001</cx:pt>
          <cx:pt idx="65627">-18.940000000000001</cx:pt>
          <cx:pt idx="65628">-55.479999999999997</cx:pt>
          <cx:pt idx="65629">55.479999999999997</cx:pt>
          <cx:pt idx="65630">75.090000000000003</cx:pt>
          <cx:pt idx="65631">-75.090000000000003</cx:pt>
          <cx:pt idx="65632">49.280000000000001</cx:pt>
          <cx:pt idx="65633">-49.280000000000001</cx:pt>
          <cx:pt idx="65634">-70.659999999999997</cx:pt>
          <cx:pt idx="65635">61.979999999999997</cx:pt>
          <cx:pt idx="65636">-26.289999999999999</cx:pt>
          <cx:pt idx="65637">26.289999999999999</cx:pt>
          <cx:pt idx="65638">62.869999999999997</cx:pt>
          <cx:pt idx="65639">-62.869999999999997</cx:pt>
          <cx:pt idx="65640">-79.980000000000004</cx:pt>
          <cx:pt idx="65641">79.980000000000004</cx:pt>
          <cx:pt idx="65642">118.58</cx:pt>
          <cx:pt idx="65643">79.980000000000004</cx:pt>
          <cx:pt idx="65644">-1.95</cx:pt>
          <cx:pt idx="65645">84.989999999999995</cx:pt>
          <cx:pt idx="65646">51.939999999999998</cx:pt>
          <cx:pt idx="65647">79.980000000000004</cx:pt>
          <cx:pt idx="65648">-23.239999999999998</cx:pt>
          <cx:pt idx="65649">23.239999999999998</cx:pt>
          <cx:pt idx="65650">57.979999999999997</cx:pt>
          <cx:pt idx="65651">-57.979999999999997</cx:pt>
          <cx:pt idx="65652">57.979999999999997</cx:pt>
          <cx:pt idx="65653">-57.979999999999997</cx:pt>
          <cx:pt idx="65654">46.770000000000003</cx:pt>
          <cx:pt idx="65655">-46.770000000000003</cx:pt>
          <cx:pt idx="65656">-66.540000000000006</cx:pt>
          <cx:pt idx="65657">66.540000000000006</cx:pt>
          <cx:pt idx="65658">-69.980000000000004</cx:pt>
          <cx:pt idx="65659">69.980000000000004</cx:pt>
          <cx:pt idx="65660">62.270000000000003</cx:pt>
          <cx:pt idx="65661">-62.280000000000001</cx:pt>
          <cx:pt idx="65662">62.899999999999999</cx:pt>
          <cx:pt idx="65663">-62.899999999999999</cx:pt>
          <cx:pt idx="65664">-68.980000000000004</cx:pt>
          <cx:pt idx="65665">68.980000000000004</cx:pt>
          <cx:pt idx="65666">46.759999999999998</cx:pt>
          <cx:pt idx="65667">-46.759999999999998</cx:pt>
          <cx:pt idx="65668">-71.329999999999998</cx:pt>
          <cx:pt idx="65669">71.329999999999998</cx:pt>
          <cx:pt idx="65670">48.890000000000001</cx:pt>
          <cx:pt idx="65671">150</cx:pt>
          <cx:pt idx="65672">112.51000000000001</cx:pt>
          <cx:pt idx="65673">134.28999999999999</cx:pt>
          <cx:pt idx="65674">139.11000000000001</cx:pt>
          <cx:pt idx="65675">99.530000000000001</cx:pt>
          <cx:pt idx="65676">97.989999999999995</cx:pt>
          <cx:pt idx="65677">140.31999999999999</cx:pt>
          <cx:pt idx="65678">96.780000000000001</cx:pt>
          <cx:pt idx="65679">97.989999999999995</cx:pt>
          <cx:pt idx="65680">79.849999999999994</cx:pt>
          <cx:pt idx="65681">96.780000000000001</cx:pt>
          <cx:pt idx="65682">106.45999999999999</cx:pt>
          <cx:pt idx="65683">84.680000000000007</cx:pt>
          <cx:pt idx="65684">79.849999999999994</cx:pt>
          <cx:pt idx="65685">78.629999999999995</cx:pt>
          <cx:pt idx="65686">60.979999999999997</cx:pt>
          <cx:pt idx="65687">-60.979999999999997</cx:pt>
          <cx:pt idx="65688">85.980000000000004</cx:pt>
          <cx:pt idx="65689">-85.980000000000004</cx:pt>
          <cx:pt idx="65690">-69.980000000000004</cx:pt>
          <cx:pt idx="65691">69.980000000000004</cx:pt>
          <cx:pt idx="65692">51.479999999999997</cx:pt>
          <cx:pt idx="65693">-51.479999999999997</cx:pt>
          <cx:pt idx="65694">-59.979999999999997</cx:pt>
          <cx:pt idx="65695">59.979999999999997</cx:pt>
          <cx:pt idx="65696">59.979999999999997</cx:pt>
          <cx:pt idx="65697">-59.979999999999997</cx:pt>
          <cx:pt idx="65698">-52.979999999999997</cx:pt>
          <cx:pt idx="65699">52.979999999999997</cx:pt>
          <cx:pt idx="65700">59.979999999999997</cx:pt>
          <cx:pt idx="65701">-59.979999999999997</cx:pt>
          <cx:pt idx="65702">111.27</cx:pt>
          <cx:pt idx="65703">-111.27</cx:pt>
          <cx:pt idx="65704">84.989999999999995</cx:pt>
          <cx:pt idx="65705">-84.989999999999995</cx:pt>
          <cx:pt idx="65706">105.98</cx:pt>
          <cx:pt idx="65707">125.97</cx:pt>
          <cx:pt idx="65708">105.98</cx:pt>
          <cx:pt idx="65709">117.97</cx:pt>
          <cx:pt idx="65710">129.96000000000001</cx:pt>
          <cx:pt idx="65711">125.54000000000001</cx:pt>
          <cx:pt idx="65712">108.77</cx:pt>
          <cx:pt idx="65713">105.98</cx:pt>
          <cx:pt idx="65714">117.97</cx:pt>
          <cx:pt idx="65715">105.98</cx:pt>
          <cx:pt idx="65716">80.079999999999998</cx:pt>
          <cx:pt idx="65717">-80.079999999999998</cx:pt>
          <cx:pt idx="65718">68.969999999999999</cx:pt>
          <cx:pt idx="65719">-68.969999999999999</cx:pt>
          <cx:pt idx="65720">-91.939999999999998</cx:pt>
          <cx:pt idx="65721">91.939999999999998</cx:pt>
          <cx:pt idx="65722">-58.979999999999997</cx:pt>
          <cx:pt idx="65723">58.979999999999997</cx:pt>
          <cx:pt idx="65724">137.97999999999999</cx:pt>
          <cx:pt idx="65725">-137.97999999999999</cx:pt>
          <cx:pt idx="65726">98.980000000000004</cx:pt>
          <cx:pt idx="65727">-98.980000000000004</cx:pt>
          <cx:pt idx="65728">88.980000000000004</cx:pt>
          <cx:pt idx="65729">-88.980000000000004</cx:pt>
          <cx:pt idx="65730">-169.97999999999999</cx:pt>
          <cx:pt idx="65731">169.97999999999999</cx:pt>
          <cx:pt idx="65732">46.289999999999999</cx:pt>
          <cx:pt idx="65733">-46.289999999999999</cx:pt>
          <cx:pt idx="65734">-60.979999999999997</cx:pt>
          <cx:pt idx="65735">60.979999999999997</cx:pt>
          <cx:pt idx="65736">65.989999999999995</cx:pt>
          <cx:pt idx="65737">65.989999999999995</cx:pt>
          <cx:pt idx="65738">60.710000000000001</cx:pt>
          <cx:pt idx="65739">65.989999999999995</cx:pt>
          <cx:pt idx="65740">67.489999999999995</cx:pt>
          <cx:pt idx="65741">65.989999999999995</cx:pt>
          <cx:pt idx="65742">84.989999999999995</cx:pt>
          <cx:pt idx="65743">67.489999999999995</cx:pt>
          <cx:pt idx="65744">65.989999999999995</cx:pt>
          <cx:pt idx="65745">81.480000000000004</cx:pt>
          <cx:pt idx="65746">65.989999999999995</cx:pt>
          <cx:pt idx="65747">65.989999999999995</cx:pt>
          <cx:pt idx="65748">65.989999999999995</cx:pt>
          <cx:pt idx="65749">-14.09</cx:pt>
          <cx:pt idx="65750">14.09</cx:pt>
          <cx:pt idx="65751">-59.979999999999997</cx:pt>
          <cx:pt idx="65752">59.979999999999997</cx:pt>
          <cx:pt idx="65753">-96.450000000000003</cx:pt>
          <cx:pt idx="65754">-32.189999999999998</cx:pt>
          <cx:pt idx="65755">32.189999999999998</cx:pt>
          <cx:pt idx="65756">59.960000000000001</cx:pt>
          <cx:pt idx="65757">-59.960000000000001</cx:pt>
          <cx:pt idx="65758">-59.979999999999997</cx:pt>
          <cx:pt idx="65759">59.979999999999997</cx:pt>
          <cx:pt idx="65760">-206.94</cx:pt>
          <cx:pt idx="65761">179.94</cx:pt>
          <cx:pt idx="65762">149.94999999999999</cx:pt>
          <cx:pt idx="65763">-149.94999999999999</cx:pt>
          <cx:pt idx="65764">84.989999999999995</cx:pt>
          <cx:pt idx="65765">-188.36000000000001</cx:pt>
          <cx:pt idx="65766">-84.989999999999995</cx:pt>
          <cx:pt idx="65767">188.36000000000001</cx:pt>
          <cx:pt idx="65768">-68.959999999999994</cx:pt>
          <cx:pt idx="65769">68.959999999999994</cx:pt>
          <cx:pt idx="65770">84.680000000000007</cx:pt>
          <cx:pt idx="65771">111.26000000000001</cx:pt>
          <cx:pt idx="65772">70.120000000000005</cx:pt>
          <cx:pt idx="65773">211.63999999999999</cx:pt>
          <cx:pt idx="65774">163.28</cx:pt>
          <cx:pt idx="65775">492.27999999999997</cx:pt>
          <cx:pt idx="65776">633.86000000000001</cx:pt>
          <cx:pt idx="65777">77.379999999999995</cx:pt>
          <cx:pt idx="65778">9.9800000000000004</cx:pt>
          <cx:pt idx="65779">-68.920000000000002</cx:pt>
          <cx:pt idx="65780">68.920000000000002</cx:pt>
          <cx:pt idx="65781">59.979999999999997</cx:pt>
          <cx:pt idx="65782">-59.979999999999997</cx:pt>
          <cx:pt idx="65783">-62.899999999999999</cx:pt>
          <cx:pt idx="65784">62.899999999999999</cx:pt>
          <cx:pt idx="65785">-31.09</cx:pt>
          <cx:pt idx="65786">30.489999999999998</cx:pt>
          <cx:pt idx="65787">-30.489999999999998</cx:pt>
          <cx:pt idx="65788">31.09</cx:pt>
          <cx:pt idx="65789">26.489999999999998</cx:pt>
          <cx:pt idx="65790">-26.489999999999998</cx:pt>
          <cx:pt idx="65791">81.640000000000001</cx:pt>
          <cx:pt idx="65792">-81.640000000000001</cx:pt>
          <cx:pt idx="65793">26.489999999999998</cx:pt>
          <cx:pt idx="65794">-26.489999999999998</cx:pt>
          <cx:pt idx="65795">41.490000000000002</cx:pt>
          <cx:pt idx="65796">-41.490000000000002</cx:pt>
          <cx:pt idx="65797">69.989999999999995</cx:pt>
          <cx:pt idx="65798">-69.989999999999995</cx:pt>
          <cx:pt idx="65799">-29.280000000000001</cx:pt>
          <cx:pt idx="65800">29.280000000000001</cx:pt>
          <cx:pt idx="65801">35.240000000000002</cx:pt>
          <cx:pt idx="65802">60.990000000000002</cx:pt>
          <cx:pt idx="65803">71.480000000000004</cx:pt>
          <cx:pt idx="65804">51.490000000000002</cx:pt>
          <cx:pt idx="65805">65.980000000000004</cx:pt>
          <cx:pt idx="65806">65.989999999999995</cx:pt>
          <cx:pt idx="65807">83.480000000000004</cx:pt>
          <cx:pt idx="65808">67.489999999999995</cx:pt>
          <cx:pt idx="65809">91.480000000000004</cx:pt>
          <cx:pt idx="65810">57.479999999999997</cx:pt>
          <cx:pt idx="65811">83.480000000000004</cx:pt>
          <cx:pt idx="65812">154.97</cx:pt>
          <cx:pt idx="65813">85.480000000000004</cx:pt>
          <cx:pt idx="65814">93.879999999999995</cx:pt>
          <cx:pt idx="65815">67.489999999999995</cx:pt>
          <cx:pt idx="65816">67.489999999999995</cx:pt>
          <cx:pt idx="65817">67.489999999999995</cx:pt>
          <cx:pt idx="65818">-77.969999999999999</cx:pt>
          <cx:pt idx="65819">77.969999999999999</cx:pt>
          <cx:pt idx="65820">69.989999999999995</cx:pt>
          <cx:pt idx="65821">-69.989999999999995</cx:pt>
          <cx:pt idx="65822">26.280000000000001</cx:pt>
          <cx:pt idx="65823">-26.280000000000001</cx:pt>
          <cx:pt idx="65824">-16.289999999999999</cx:pt>
          <cx:pt idx="65825">30.48</cx:pt>
          <cx:pt idx="65826">-30.48</cx:pt>
          <cx:pt idx="65827">-25.390000000000001</cx:pt>
          <cx:pt idx="65828">25.390000000000001</cx:pt>
          <cx:pt idx="65829">-102.55</cx:pt>
          <cx:pt idx="65830">102.55</cx:pt>
          <cx:pt idx="65831">20.550000000000001</cx:pt>
          <cx:pt idx="65832">-20.550000000000001</cx:pt>
          <cx:pt idx="65833">-102.83</cx:pt>
          <cx:pt idx="65834">-239.88</cx:pt>
          <cx:pt idx="65835">239.88</cx:pt>
          <cx:pt idx="65836">149.97</cx:pt>
          <cx:pt idx="65837">149.97</cx:pt>
          <cx:pt idx="65838">105.98</cx:pt>
          <cx:pt idx="65839">149.97</cx:pt>
          <cx:pt idx="65840">109.20999999999999</cx:pt>
          <cx:pt idx="65841">99.980000000000004</cx:pt>
          <cx:pt idx="65842">75.969999999999999</cx:pt>
          <cx:pt idx="65843">134.97999999999999</cx:pt>
          <cx:pt idx="65844">142.97</cx:pt>
          <cx:pt idx="65845">105.98</cx:pt>
          <cx:pt idx="65846">51.490000000000002</cx:pt>
          <cx:pt idx="65847">-65.319999999999993</cx:pt>
          <cx:pt idx="65848">65.319999999999993</cx:pt>
          <cx:pt idx="65849">33.479999999999997</cx:pt>
          <cx:pt idx="65850">-33.479999999999997</cx:pt>
          <cx:pt idx="65851">105.67</cx:pt>
          <cx:pt idx="65852">-105.67</cx:pt>
          <cx:pt idx="65853">54.990000000000002</cx:pt>
          <cx:pt idx="65854">-54.990000000000002</cx:pt>
          <cx:pt idx="65855">60.979999999999997</cx:pt>
          <cx:pt idx="65856">-60.979999999999997</cx:pt>
          <cx:pt idx="65857">37.490000000000002</cx:pt>
          <cx:pt idx="65858">-37.490000000000002</cx:pt>
          <cx:pt idx="65859">-46.490000000000002</cx:pt>
          <cx:pt idx="65860">46.490000000000002</cx:pt>
          <cx:pt idx="65861">34.479999999999997</cx:pt>
          <cx:pt idx="65862">-34.479999999999997</cx:pt>
          <cx:pt idx="65863">-119.97</cx:pt>
          <cx:pt idx="65864">119.97</cx:pt>
          <cx:pt idx="65865">49.590000000000003</cx:pt>
          <cx:pt idx="65866">-49.590000000000003</cx:pt>
          <cx:pt idx="65867">183.97</cx:pt>
          <cx:pt idx="65868">183.97</cx:pt>
          <cx:pt idx="65869">141.94999999999999</cx:pt>
          <cx:pt idx="65870">55.960000000000001</cx:pt>
          <cx:pt idx="65871">197.96000000000001</cx:pt>
          <cx:pt idx="65872">184.97</cx:pt>
          <cx:pt idx="65873">127.98</cx:pt>
          <cx:pt idx="65874">143.97</cx:pt>
          <cx:pt idx="65875">93.969999999999999</cx:pt>
          <cx:pt idx="65876">156.37</cx:pt>
          <cx:pt idx="65877">-87.980000000000004</cx:pt>
          <cx:pt idx="65878">87.980000000000004</cx:pt>
          <cx:pt idx="65879">34.280000000000001</cx:pt>
          <cx:pt idx="65880">-34.280000000000001</cx:pt>
          <cx:pt idx="65881">119.56</cx:pt>
          <cx:pt idx="65882">-119.56</cx:pt>
          <cx:pt idx="65883">72.980000000000004</cx:pt>
          <cx:pt idx="65884">-72.980000000000004</cx:pt>
          <cx:pt idx="65885">-54.469999999999999</cx:pt>
          <cx:pt idx="65886">54.469999999999999</cx:pt>
          <cx:pt idx="65887">31.190000000000001</cx:pt>
          <cx:pt idx="65888">-31.190000000000001</cx:pt>
          <cx:pt idx="65889">45.740000000000002</cx:pt>
          <cx:pt idx="65890">-62.979999999999997</cx:pt>
          <cx:pt idx="65891">147.96000000000001</cx:pt>
          <cx:pt idx="65892">-147.96000000000001</cx:pt>
          <cx:pt idx="65893">110.09</cx:pt>
          <cx:pt idx="65894">-110.09</cx:pt>
          <cx:pt idx="65895">-420.97000000000003</cx:pt>
          <cx:pt idx="65896">420.97000000000003</cx:pt>
          <cx:pt idx="65897">65.329999999999998</cx:pt>
          <cx:pt idx="65898">65.329999999999998</cx:pt>
          <cx:pt idx="65899">65.989999999999995</cx:pt>
          <cx:pt idx="65900">65.329999999999998</cx:pt>
          <cx:pt idx="65901">64.519999999999996</cx:pt>
          <cx:pt idx="65902">65.989999999999995</cx:pt>
          <cx:pt idx="65903">65.989999999999995</cx:pt>
          <cx:pt idx="65904">64.670000000000002</cx:pt>
          <cx:pt idx="65905">65.989999999999995</cx:pt>
          <cx:pt idx="65906">65.989999999999995</cx:pt>
          <cx:pt idx="65907">72.879999999999995</cx:pt>
          <cx:pt idx="65908">79.659999999999997</cx:pt>
          <cx:pt idx="65909">65.989999999999995</cx:pt>
          <cx:pt idx="65910">64.670000000000002</cx:pt>
          <cx:pt idx="65911">65.989999999999995</cx:pt>
          <cx:pt idx="65912">65.329999999999998</cx:pt>
          <cx:pt idx="65913">65.989999999999995</cx:pt>
          <cx:pt idx="65914">65.989999999999995</cx:pt>
          <cx:pt idx="65915">65.989999999999995</cx:pt>
          <cx:pt idx="65916">63.859999999999999</cx:pt>
          <cx:pt idx="65917">-143.96000000000001</cx:pt>
          <cx:pt idx="65918">-183.94</cx:pt>
          <cx:pt idx="65919">143.96000000000001</cx:pt>
          <cx:pt idx="65920">183.94</cx:pt>
          <cx:pt idx="65921">-52.240000000000002</cx:pt>
          <cx:pt idx="65922">52.240000000000002</cx:pt>
          <cx:pt idx="65923">66.530000000000001</cx:pt>
          <cx:pt idx="65924">-66.530000000000001</cx:pt>
          <cx:pt idx="65925">121.97</cx:pt>
          <cx:pt idx="65926">-121.97</cx:pt>
          <cx:pt idx="65927">73.980000000000004</cx:pt>
          <cx:pt idx="65928">-73.980000000000004</cx:pt>
          <cx:pt idx="65929">38.490000000000002</cx:pt>
          <cx:pt idx="65930">-38.490000000000002</cx:pt>
          <cx:pt idx="65931">-369.89999999999998</cx:pt>
          <cx:pt idx="65932">369.89999999999998</cx:pt>
          <cx:pt idx="65933">73.980000000000004</cx:pt>
          <cx:pt idx="65934">-73.980000000000004</cx:pt>
          <cx:pt idx="65935">57.479999999999997</cx:pt>
          <cx:pt idx="65936">-57.479999999999997</cx:pt>
          <cx:pt idx="65937">58.979999999999997</cx:pt>
          <cx:pt idx="65938">-58.979999999999997</cx:pt>
          <cx:pt idx="65939">134.97999999999999</cx:pt>
          <cx:pt idx="65940">147.97999999999999</cx:pt>
          <cx:pt idx="65941">124.97</cx:pt>
          <cx:pt idx="65942">169.97999999999999</cx:pt>
          <cx:pt idx="65943">169.97999999999999</cx:pt>
          <cx:pt idx="65944">124.97</cx:pt>
          <cx:pt idx="65945">134.97999999999999</cx:pt>
          <cx:pt idx="65946">147.97999999999999</cx:pt>
          <cx:pt idx="65947">110.18000000000001</cx:pt>
          <cx:pt idx="65948">82.219999999999999</cx:pt>
          <cx:pt idx="65949">155.46000000000001</cx:pt>
          <cx:pt idx="65950">155.46000000000001</cx:pt>
          <cx:pt idx="65951">24.68</cx:pt>
          <cx:pt idx="65952">24.68</cx:pt>
          <cx:pt idx="65953">84.989999999999995</cx:pt>
          <cx:pt idx="65954">84.989999999999995</cx:pt>
          <cx:pt idx="65955">82.219999999999999</cx:pt>
          <cx:pt idx="65956">169.97999999999999</cx:pt>
          <cx:pt idx="65957">194.96000000000001</cx:pt>
          <cx:pt idx="65958">156.78999999999999</cx:pt>
          <cx:pt idx="65959">169.97999999999999</cx:pt>
          <cx:pt idx="65960">194.96000000000001</cx:pt>
          <cx:pt idx="65961">169.97999999999999</cx:pt>
          <cx:pt idx="65962">188.06</cx:pt>
          <cx:pt idx="65963">156.78999999999999</cx:pt>
          <cx:pt idx="65964">188.06</cx:pt>
          <cx:pt idx="65965">169.97999999999999</cx:pt>
          <cx:pt idx="65966">184.97</cx:pt>
          <cx:pt idx="65967">110.18000000000001</cx:pt>
          <cx:pt idx="65968">39.990000000000002</cx:pt>
          <cx:pt idx="65969">184.97</cx:pt>
          <cx:pt idx="65970">149.97</cx:pt>
          <cx:pt idx="65971">149.97</cx:pt>
          <cx:pt idx="65972">39.990000000000002</cx:pt>
          <cx:pt idx="65973">174.43000000000001</cx:pt>
          <cx:pt idx="65974">174.43000000000001</cx:pt>
          <cx:pt idx="65975">133.05000000000001</cx:pt>
          <cx:pt idx="65976">-133.05000000000001</cx:pt>
          <cx:pt idx="65977">-16.289999999999999</cx:pt>
          <cx:pt idx="65978">16.289999999999999</cx:pt>
          <cx:pt idx="65979">419.85000000000002</cx:pt>
          <cx:pt idx="65980">-419.85000000000002</cx:pt>
          <cx:pt idx="65981">59.979999999999997</cx:pt>
          <cx:pt idx="65982">-59.979999999999997</cx:pt>
          <cx:pt idx="65983">83.939999999999998</cx:pt>
          <cx:pt idx="65984">95.939999999999998</cx:pt>
          <cx:pt idx="65985">54.009999999999998</cx:pt>
          <cx:pt idx="65986">45.469999999999999</cx:pt>
          <cx:pt idx="65987">-45.469999999999999</cx:pt>
          <cx:pt idx="65988">-51.009999999999998</cx:pt>
          <cx:pt idx="65989">-4.5</cx:pt>
          <cx:pt idx="65990">-49.509999999999998</cx:pt>
          <cx:pt idx="65991">51.009999999999998</cx:pt>
          <cx:pt idx="65992">59.960000000000001</cx:pt>
          <cx:pt idx="65993">74.950000000000003</cx:pt>
          <cx:pt idx="65994">74.950000000000003</cx:pt>
          <cx:pt idx="65995">59.960000000000001</cx:pt>
          <cx:pt idx="65996">59.960000000000001</cx:pt>
          <cx:pt idx="65997">59.960000000000001</cx:pt>
          <cx:pt idx="65998">59.960000000000001</cx:pt>
          <cx:pt idx="65999">59.960000000000001</cx:pt>
          <cx:pt idx="66000">59.960000000000001</cx:pt>
          <cx:pt idx="66001">59.960000000000001</cx:pt>
          <cx:pt idx="66002">74.950000000000003</cx:pt>
          <cx:pt idx="66003">59.960000000000001</cx:pt>
          <cx:pt idx="66004">59.960000000000001</cx:pt>
          <cx:pt idx="66005">59.960000000000001</cx:pt>
          <cx:pt idx="66006">74.200000000000003</cx:pt>
          <cx:pt idx="66007">53.960000000000001</cx:pt>
          <cx:pt idx="66008">59.960000000000001</cx:pt>
          <cx:pt idx="66009">63.950000000000003</cx:pt>
          <cx:pt idx="66010">74.950000000000003</cx:pt>
          <cx:pt idx="66011">74.950000000000003</cx:pt>
          <cx:pt idx="66012">109.68000000000001</cx:pt>
          <cx:pt idx="66013">80.980000000000004</cx:pt>
          <cx:pt idx="66014">54.979999999999997</cx:pt>
          <cx:pt idx="66015">84.989999999999995</cx:pt>
          <cx:pt idx="66016">84.989999999999995</cx:pt>
          <cx:pt idx="66017">54.979999999999997</cx:pt>
          <cx:pt idx="66018">84.989999999999995</cx:pt>
          <cx:pt idx="66019">65.989999999999995</cx:pt>
          <cx:pt idx="66020">84.989999999999995</cx:pt>
          <cx:pt idx="66021">84.989999999999995</cx:pt>
          <cx:pt idx="66022">99.980000000000004</cx:pt>
          <cx:pt idx="66023">164.97</cx:pt>
          <cx:pt idx="66024">108.97</cx:pt>
          <cx:pt idx="66025">75.879999999999995</cx:pt>
          <cx:pt idx="66026">79.989999999999995</cx:pt>
          <cx:pt idx="66027">79.989999999999995</cx:pt>
          <cx:pt idx="66028">79.989999999999995</cx:pt>
          <cx:pt idx="66029">79.989999999999995</cx:pt>
          <cx:pt idx="66030">84.989999999999995</cx:pt>
          <cx:pt idx="66031">79.989999999999995</cx:pt>
          <cx:pt idx="66032">79.989999999999995</cx:pt>
          <cx:pt idx="66033">79.989999999999995</cx:pt>
          <cx:pt idx="66034">84.980000000000004</cx:pt>
          <cx:pt idx="66035">79.989999999999995</cx:pt>
          <cx:pt idx="66036">79.989999999999995</cx:pt>
          <cx:pt idx="66037">99.969999999999999</cx:pt>
          <cx:pt idx="66038">79.989999999999995</cx:pt>
          <cx:pt idx="66039">79.989999999999995</cx:pt>
          <cx:pt idx="66040">99.969999999999999</cx:pt>
          <cx:pt idx="66041">79.989999999999995</cx:pt>
          <cx:pt idx="66042">79.989999999999995</cx:pt>
          <cx:pt idx="66043">79.989999999999995</cx:pt>
          <cx:pt idx="66044">115.98</cx:pt>
          <cx:pt idx="66045">131.97999999999999</cx:pt>
          <cx:pt idx="66046">131.97999999999999</cx:pt>
          <cx:pt idx="66047">131.97999999999999</cx:pt>
          <cx:pt idx="66048">131.97999999999999</cx:pt>
          <cx:pt idx="66049">131.97999999999999</cx:pt>
          <cx:pt idx="66050">131.88999999999999</cx:pt>
          <cx:pt idx="66051">197.97</cx:pt>
          <cx:pt idx="66052">131.97999999999999</cx:pt>
          <cx:pt idx="66053">121.98</cx:pt>
          <cx:pt idx="66054">131.97999999999999</cx:pt>
          <cx:pt idx="66055">86.709999999999994</cx:pt>
          <cx:pt idx="66056">99.980000000000004</cx:pt>
          <cx:pt idx="66057">192.41</cx:pt>
          <cx:pt idx="66058">74.370000000000005</cx:pt>
          <cx:pt idx="66059">73.879999999999995</cx:pt>
          <cx:pt idx="66060">83.969999999999999</cx:pt>
          <cx:pt idx="66061">131.97999999999999</cx:pt>
          <cx:pt idx="66062">89.980000000000004</cx:pt>
          <cx:pt idx="66063">77.969999999999999</cx:pt>
          <cx:pt idx="66064">151.97</cx:pt>
          <cx:pt idx="66065">75.969999999999999</cx:pt>
          <cx:pt idx="66066">112.37</cx:pt>
          <cx:pt idx="66067">191.91999999999999</cx:pt>
          <cx:pt idx="66068">100.98</cx:pt>
          <cx:pt idx="66069">83.969999999999999</cx:pt>
          <cx:pt idx="66070">55.979999999999997</cx:pt>
          <cx:pt idx="66071">77.969999999999999</cx:pt>
          <cx:pt idx="66072">151.74000000000001</cx:pt>
          <cx:pt idx="66073">91.969999999999999</cx:pt>
          <cx:pt idx="66074">99.980000000000004</cx:pt>
          <cx:pt idx="66075">82.030000000000001</cx:pt>
          <cx:pt idx="66076">89.980000000000004</cx:pt>
          <cx:pt idx="66077">179.94999999999999</cx:pt>
          <cx:pt idx="66078">79.980000000000004</cx:pt>
          <cx:pt idx="66079">84.989999999999995</cx:pt>
          <cx:pt idx="66080">69.980000000000004</cx:pt>
          <cx:pt idx="66081">54.439999999999998</cx:pt>
          <cx:pt idx="66082">224.94999999999999</cx:pt>
          <cx:pt idx="66083">82.980000000000004</cx:pt>
          <cx:pt idx="66084">99.980000000000004</cx:pt>
          <cx:pt idx="66085">54.990000000000002</cx:pt>
          <cx:pt idx="66086">62.960000000000001</cx:pt>
          <cx:pt idx="66087">16.289999999999999</cx:pt>
          <cx:pt idx="66088">129.97</cx:pt>
          <cx:pt idx="66089">99.980000000000004</cx:pt>
          <cx:pt idx="66090">74.980000000000004</cx:pt>
          <cx:pt idx="66091">54.990000000000002</cx:pt>
          <cx:pt idx="66092">54.990000000000002</cx:pt>
          <cx:pt idx="66093">52.240000000000002</cx:pt>
          <cx:pt idx="66094">69.980000000000004</cx:pt>
          <cx:pt idx="66095">49.990000000000002</cx:pt>
          <cx:pt idx="66096">104.98</cx:pt>
          <cx:pt idx="66097">65.989999999999995</cx:pt>
          <cx:pt idx="66098">134.97999999999999</cx:pt>
          <cx:pt idx="66099">62.460000000000001</cx:pt>
          <cx:pt idx="66100">99.980000000000004</cx:pt>
          <cx:pt idx="66101">79.980000000000004</cx:pt>
          <cx:pt idx="66102">84.980000000000004</cx:pt>
          <cx:pt idx="66103">84.989999999999995</cx:pt>
          <cx:pt idx="66104">65.989999999999995</cx:pt>
          <cx:pt idx="66105">131.97999999999999</cx:pt>
          <cx:pt idx="66106">84.989999999999995</cx:pt>
          <cx:pt idx="66107">80.980000000000004</cx:pt>
          <cx:pt idx="66108">161.27000000000001</cx:pt>
          <cx:pt idx="66109">84.989999999999995</cx:pt>
          <cx:pt idx="66110">125.98</cx:pt>
          <cx:pt idx="66111">84.989999999999995</cx:pt>
          <cx:pt idx="66112">68.989999999999995</cx:pt>
          <cx:pt idx="66113">68.989999999999995</cx:pt>
          <cx:pt idx="66114">73.989999999999995</cx:pt>
          <cx:pt idx="66115">65.989999999999995</cx:pt>
          <cx:pt idx="66116">50.990000000000002</cx:pt>
          <cx:pt idx="66117">72.239999999999995</cx:pt>
          <cx:pt idx="66118">74.989999999999995</cx:pt>
          <cx:pt idx="66119">54.990000000000002</cx:pt>
          <cx:pt idx="66120">156.97999999999999</cx:pt>
          <cx:pt idx="66121">266.13</cx:pt>
          <cx:pt idx="66122">107.17</cx:pt>
          <cx:pt idx="66123">305.42000000000002</cx:pt>
          <cx:pt idx="66124">79.849999999999994</cx:pt>
          <cx:pt idx="66125">414.93000000000001</cx:pt>
          <cx:pt idx="66126">359.26999999999998</cx:pt>
          <cx:pt idx="66127">214.97</cx:pt>
          <cx:pt idx="66128">312.51999999999998</cx:pt>
          <cx:pt idx="66129">131.97999999999999</cx:pt>
          <cx:pt idx="66130">131.97999999999999</cx:pt>
          <cx:pt idx="66131">149.97999999999999</cx:pt>
          <cx:pt idx="66132">239.97</cx:pt>
          <cx:pt idx="66133">239.97</cx:pt>
          <cx:pt idx="66134">239.97</cx:pt>
          <cx:pt idx="66135">76.469999999999999</cx:pt>
          <cx:pt idx="66136">59.979999999999997</cx:pt>
          <cx:pt idx="66137">91.469999999999999</cx:pt>
          <cx:pt idx="66138">61.479999999999997</cx:pt>
          <cx:pt idx="66139">61.479999999999997</cx:pt>
          <cx:pt idx="66140">55.979999999999997</cx:pt>
          <cx:pt idx="66141">55.979999999999997</cx:pt>
          <cx:pt idx="66142">61.479999999999997</cx:pt>
          <cx:pt idx="66143">89.969999999999999</cx:pt>
          <cx:pt idx="66144">55.979999999999997</cx:pt>
          <cx:pt idx="66145">91.469999999999999</cx:pt>
          <cx:pt idx="66146">-1.5</cx:pt>
          <cx:pt idx="66147">68.469999999999999</cx:pt>
          <cx:pt idx="66148">52.479999999999997</cx:pt>
          <cx:pt idx="66149">36.280000000000001</cx:pt>
          <cx:pt idx="66150">89.969999999999999</cx:pt>
          <cx:pt idx="66151">53.479999999999997</cx:pt>
          <cx:pt idx="66152">59.979999999999997</cx:pt>
          <cx:pt idx="66153">89.969999999999999</cx:pt>
          <cx:pt idx="66154">31.489999999999998</cx:pt>
          <cx:pt idx="66155">84.989999999999995</cx:pt>
          <cx:pt idx="66156">254.97</cx:pt>
          <cx:pt idx="66157">69.980000000000004</cx:pt>
          <cx:pt idx="66158">65.989999999999995</cx:pt>
          <cx:pt idx="66159">40.939999999999998</cx:pt>
          <cx:pt idx="66160">169.97999999999999</cx:pt>
          <cx:pt idx="66161">78.969999999999999</cx:pt>
          <cx:pt idx="66162">100.47</cx:pt>
          <cx:pt idx="66163">59.979999999999997</cx:pt>
          <cx:pt idx="66164">92.969999999999999</cx:pt>
          <cx:pt idx="66165">101.97</cx:pt>
          <cx:pt idx="66166">96.269999999999996</cx:pt>
          <cx:pt idx="66167">60.280000000000001</cx:pt>
          <cx:pt idx="66168">62.380000000000003</cx:pt>
          <cx:pt idx="66169">100.47</cx:pt>
          <cx:pt idx="66170">100.47</cx:pt>
          <cx:pt idx="66171">95.75</cx:pt>
          <cx:pt idx="66172">100.47</cx:pt>
          <cx:pt idx="66173">67.480000000000004</cx:pt>
          <cx:pt idx="66174">101.97</cx:pt>
          <cx:pt idx="66175">62.079999999999998</cx:pt>
          <cx:pt idx="66176">119.98999999999999</cx:pt>
          <cx:pt idx="66177">50.880000000000003</cx:pt>
          <cx:pt idx="66178">361.89999999999998</cx:pt>
          <cx:pt idx="66179">328.43000000000001</cx:pt>
          <cx:pt idx="66180">213.40000000000001</cx:pt>
          <cx:pt idx="66181">216.43000000000001</cx:pt>
          <cx:pt idx="66182">213.94999999999999</cx:pt>
          <cx:pt idx="66183">242.96000000000001</cx:pt>
          <cx:pt idx="66184">134.24000000000001</cx:pt>
          <cx:pt idx="66185">92.969999999999999</cx:pt>
          <cx:pt idx="66186">59.390000000000001</cx:pt>
          <cx:pt idx="66187">139.94</cx:pt>
          <cx:pt idx="66188">114.28</cx:pt>
          <cx:pt idx="66189">148.47999999999999</cx:pt>
          <cx:pt idx="66190">176.24000000000001</cx:pt>
          <cx:pt idx="66191">97.959999999999994</cx:pt>
          <cx:pt idx="66192">223.97</cx:pt>
          <cx:pt idx="66193">296.43000000000001</cx:pt>
          <cx:pt idx="66194">55.979999999999997</cx:pt>
          <cx:pt idx="66195">93.269999999999996</cx:pt>
          <cx:pt idx="66196">54.979999999999997</cx:pt>
          <cx:pt idx="66197">89.969999999999999</cx:pt>
          <cx:pt idx="66198">86.969999999999999</cx:pt>
          <cx:pt idx="66199">52.75</cx:pt>
          <cx:pt idx="66200">59.979999999999997</cx:pt>
          <cx:pt idx="66201">89.969999999999999</cx:pt>
          <cx:pt idx="66202">144.94999999999999</cx:pt>
          <cx:pt idx="66203">102.27</cx:pt>
          <cx:pt idx="66204">101.97</cx:pt>
          <cx:pt idx="66205">119.95999999999999</cx:pt>
          <cx:pt idx="66206">106.09999999999999</cx:pt>
          <cx:pt idx="66207">93.269999999999996</cx:pt>
          <cx:pt idx="66208">109.95999999999999</cx:pt>
          <cx:pt idx="66209">167.5</cx:pt>
          <cx:pt idx="66210">199.96000000000001</cx:pt>
          <cx:pt idx="66211">142.91</cx:pt>
          <cx:pt idx="66212">246.5</cx:pt>
          <cx:pt idx="66213">159.97999999999999</cx:pt>
          <cx:pt idx="66214">75.870000000000005</cx:pt>
          <cx:pt idx="66215">96.859999999999999</cx:pt>
          <cx:pt idx="66216">366.25</cx:pt>
          <cx:pt idx="66217">152.97999999999999</cx:pt>
          <cx:pt idx="66218">127.73</cx:pt>
          <cx:pt idx="66219">129.47</cx:pt>
          <cx:pt idx="66220">215.46000000000001</cx:pt>
          <cx:pt idx="66221">123.20999999999999</cx:pt>
          <cx:pt idx="66222">152.97999999999999</cx:pt>
          <cx:pt idx="66223">152.97999999999999</cx:pt>
          <cx:pt idx="66224">59.960000000000001</cx:pt>
          <cx:pt idx="66225">176.96000000000001</cx:pt>
          <cx:pt idx="66226">100.95999999999999</cx:pt>
          <cx:pt idx="66227">121.98</cx:pt>
          <cx:pt idx="66228">173.97</cx:pt>
          <cx:pt idx="66229">29.48</cx:pt>
          <cx:pt idx="66230">88.969999999999999</cx:pt>
          <cx:pt idx="66231">79.989999999999995</cx:pt>
          <cx:pt idx="66232">173.97</cx:pt>
          <cx:pt idx="66233">159.97999999999999</cx:pt>
          <cx:pt idx="66234">147.06</cx:pt>
          <cx:pt idx="66235">66.689999999999998</cx:pt>
          <cx:pt idx="66236">159.97999999999999</cx:pt>
          <cx:pt idx="66237">159.97999999999999</cx:pt>
          <cx:pt idx="66238">79.989999999999995</cx:pt>
          <cx:pt idx="66239">87.469999999999999</cx:pt>
          <cx:pt idx="66240">29.48</cx:pt>
          <cx:pt idx="66241">79.989999999999995</cx:pt>
          <cx:pt idx="66242">159.97999999999999</cx:pt>
          <cx:pt idx="66243">139.97999999999999</cx:pt>
          <cx:pt idx="66244">137.97999999999999</cx:pt>
          <cx:pt idx="66245">155.97</cx:pt>
          <cx:pt idx="66246">169.97999999999999</cx:pt>
          <cx:pt idx="66247">88.969999999999999</cx:pt>
          <cx:pt idx="66248">69.980000000000004</cx:pt>
          <cx:pt idx="66249">153.97999999999999</cx:pt>
          <cx:pt idx="66250">169.97999999999999</cx:pt>
          <cx:pt idx="66251">138.58000000000001</cx:pt>
          <cx:pt idx="66252">144.97</cx:pt>
          <cx:pt idx="66253">153.97999999999999</cx:pt>
          <cx:pt idx="66254">84.989999999999995</cx:pt>
          <cx:pt idx="66255">84.989999999999995</cx:pt>
          <cx:pt idx="66256">169.97999999999999</cx:pt>
          <cx:pt idx="66257">169.97999999999999</cx:pt>
          <cx:pt idx="66258">169.97999999999999</cx:pt>
          <cx:pt idx="66259">169.97999999999999</cx:pt>
          <cx:pt idx="66260">84.989999999999995</cx:pt>
          <cx:pt idx="66261">84.989999999999995</cx:pt>
          <cx:pt idx="66262">129.22</cx:pt>
          <cx:pt idx="66263">84.989999999999995</cx:pt>
          <cx:pt idx="66264">59.390000000000001</cx:pt>
          <cx:pt idx="66265">169.97999999999999</cx:pt>
          <cx:pt idx="66266">169.97999999999999</cx:pt>
          <cx:pt idx="66267">169.97999999999999</cx:pt>
          <cx:pt idx="66268">169.97999999999999</cx:pt>
          <cx:pt idx="66269">169.97999999999999</cx:pt>
          <cx:pt idx="66270">169.97999999999999</cx:pt>
          <cx:pt idx="66271">169.97999999999999</cx:pt>
          <cx:pt idx="66272">169.97999999999999</cx:pt>
          <cx:pt idx="66273">59.390000000000001</cx:pt>
          <cx:pt idx="66274">169.97999999999999</cx:pt>
          <cx:pt idx="66275">129.22</cx:pt>
          <cx:pt idx="66276">84.989999999999995</cx:pt>
          <cx:pt idx="66277">169.97999999999999</cx:pt>
          <cx:pt idx="66278">169.97999999999999</cx:pt>
          <cx:pt idx="66279">187.72999999999999</cx:pt>
          <cx:pt idx="66280">229.13999999999999</cx:pt>
          <cx:pt idx="66281">152.97</cx:pt>
          <cx:pt idx="66282">169.97999999999999</cx:pt>
          <cx:pt idx="66283">87.980000000000004</cx:pt>
          <cx:pt idx="66284">124.98</cx:pt>
          <cx:pt idx="66285">169.97999999999999</cx:pt>
          <cx:pt idx="66286">219.97</cx:pt>
          <cx:pt idx="66287">114.94</cx:pt>
          <cx:pt idx="66288">202.41</cx:pt>
          <cx:pt idx="66289">177.41</cx:pt>
          <cx:pt idx="66290">98.469999999999999</cx:pt>
          <cx:pt idx="66291">148.78</cx:pt>
          <cx:pt idx="66292">106.97</cx:pt>
          <cx:pt idx="66293">21.98</cx:pt>
          <cx:pt idx="66294">106.97</cx:pt>
          <cx:pt idx="66295">106.97</cx:pt>
          <cx:pt idx="66296">90.969999999999999</cx:pt>
          <cx:pt idx="66297">106.97</cx:pt>
          <cx:pt idx="66298">106.97</cx:pt>
          <cx:pt idx="66299">84.989999999999995</cx:pt>
          <cx:pt idx="66300">84.989999999999995</cx:pt>
          <cx:pt idx="66301">98.469999999999999</cx:pt>
          <cx:pt idx="66302">106.97</cx:pt>
          <cx:pt idx="66303">106.97</cx:pt>
          <cx:pt idx="66304">65.989999999999995</cx:pt>
          <cx:pt idx="66305">85.409999999999997</cx:pt>
          <cx:pt idx="66306">51.479999999999997</cx:pt>
          <cx:pt idx="66307">92.980000000000004</cx:pt>
          <cx:pt idx="66308">94.980000000000004</cx:pt>
          <cx:pt idx="66309">92.480000000000004</cx:pt>
          <cx:pt idx="66310">60.990000000000002</cx:pt>
          <cx:pt idx="66311">68.379999999999995</cx:pt>
          <cx:pt idx="66312">101.77</cx:pt>
          <cx:pt idx="66313">131.97999999999999</cx:pt>
          <cx:pt idx="66314">79.989999999999995</cx:pt>
          <cx:pt idx="66315">130.97999999999999</cx:pt>
          <cx:pt idx="66316">74.969999999999999</cx:pt>
          <cx:pt idx="66317">96.980000000000004</cx:pt>
          <cx:pt idx="66318">159.97999999999999</cx:pt>
          <cx:pt idx="66319">71.989999999999995</cx:pt>
          <cx:pt idx="66320">94.980000000000004</cx:pt>
          <cx:pt idx="66321">41.490000000000002</cx:pt>
          <cx:pt idx="66322">146.96000000000001</cx:pt>
          <cx:pt idx="66323">59.979999999999997</cx:pt>
          <cx:pt idx="66324">79.989999999999995</cx:pt>
          <cx:pt idx="66325">55.979999999999997</cx:pt>
          <cx:pt idx="66326">79.989999999999995</cx:pt>
          <cx:pt idx="66327">72.079999999999998</cx:pt>
          <cx:pt idx="66328">61.979999999999997</cx:pt>
          <cx:pt idx="66329">79.989999999999995</cx:pt>
          <cx:pt idx="66330">59.979999999999997</cx:pt>
          <cx:pt idx="66331">100.98</cx:pt>
          <cx:pt idx="66332">47.859999999999999</cx:pt>
          <cx:pt idx="66333">65.989999999999995</cx:pt>
          <cx:pt idx="66334">109.98</cx:pt>
          <cx:pt idx="66335">79.989999999999995</cx:pt>
          <cx:pt idx="66336">105.98</cx:pt>
          <cx:pt idx="66337">134.97999999999999</cx:pt>
          <cx:pt idx="66338">100.97</cx:pt>
          <cx:pt idx="66339">186.75</cx:pt>
          <cx:pt idx="66340">169.97999999999999</cx:pt>
          <cx:pt idx="66341">84.989999999999995</cx:pt>
          <cx:pt idx="66342">100.25</cx:pt>
          <cx:pt idx="66343">141.86000000000001</cx:pt>
          <cx:pt idx="66344">112.45999999999999</cx:pt>
          <cx:pt idx="66345">105.98</cx:pt>
          <cx:pt idx="66346">105.98</cx:pt>
          <cx:pt idx="66347">169.97999999999999</cx:pt>
          <cx:pt idx="66348">119.97</cx:pt>
          <cx:pt idx="66349">219.97</cx:pt>
          <cx:pt idx="66350">58.640000000000001</cx:pt>
          <cx:pt idx="66351">184.97</cx:pt>
          <cx:pt idx="66352">84.980000000000004</cx:pt>
          <cx:pt idx="66353">184.97</cx:pt>
          <cx:pt idx="66354">105.98</cx:pt>
          <cx:pt idx="66355">134.97999999999999</cx:pt>
          <cx:pt idx="66356">149.97</cx:pt>
          <cx:pt idx="66357">84.989999999999995</cx:pt>
          <cx:pt idx="66358">146.02000000000001</cx:pt>
          <cx:pt idx="66359">159.93000000000001</cx:pt>
          <cx:pt idx="66360">121.92</cx:pt>
          <cx:pt idx="66361">100.90000000000001</cx:pt>
          <cx:pt idx="66362">102.05</cx:pt>
          <cx:pt idx="66363">84.959999999999994</cx:pt>
          <cx:pt idx="66364">64.969999999999999</cx:pt>
          <cx:pt idx="66365">189.97</cx:pt>
          <cx:pt idx="66366">88.980000000000004</cx:pt>
          <cx:pt idx="66367">88.980000000000004</cx:pt>
          <cx:pt idx="66368">88.980000000000004</cx:pt>
          <cx:pt idx="66369">119.97</cx:pt>
          <cx:pt idx="66370">119.97</cx:pt>
          <cx:pt idx="66371">119.97</cx:pt>
          <cx:pt idx="66372">119.97</cx:pt>
          <cx:pt idx="66373">88.980000000000004</cx:pt>
          <cx:pt idx="66374">119.97</cx:pt>
          <cx:pt idx="66375">119.97</cx:pt>
          <cx:pt idx="66376">209.96000000000001</cx:pt>
          <cx:pt idx="66377">189.97</cx:pt>
          <cx:pt idx="66378">296.94</cx:pt>
          <cx:pt idx="66379">119.97</cx:pt>
          <cx:pt idx="66380">209.96000000000001</cx:pt>
          <cx:pt idx="66381">139.96000000000001</cx:pt>
          <cx:pt idx="66382">139.96000000000001</cx:pt>
          <cx:pt idx="66383">119.97</cx:pt>
          <cx:pt idx="66384">296.94</cx:pt>
          <cx:pt idx="66385">65.989999999999995</cx:pt>
          <cx:pt idx="66386">93.980000000000004</cx:pt>
          <cx:pt idx="66387">84.989999999999995</cx:pt>
          <cx:pt idx="66388">84.989999999999995</cx:pt>
          <cx:pt idx="66389">59.979999999999997</cx:pt>
          <cx:pt idx="66390">72.239999999999995</cx:pt>
          <cx:pt idx="66391">84.989999999999995</cx:pt>
          <cx:pt idx="66392">90.969999999999999</cx:pt>
          <cx:pt idx="66393">169.97999999999999</cx:pt>
          <cx:pt idx="66394">84.989999999999995</cx:pt>
          <cx:pt idx="66395">169.16</cx:pt>
          <cx:pt idx="66396">169.97999999999999</cx:pt>
          <cx:pt idx="66397">84.989999999999995</cx:pt>
          <cx:pt idx="66398">169.97999999999999</cx:pt>
          <cx:pt idx="66399">100.97</cx:pt>
          <cx:pt idx="66400">140.34</cx:pt>
          <cx:pt idx="66401">129.38</cx:pt>
          <cx:pt idx="66402">133.06</cx:pt>
          <cx:pt idx="66403">192.34999999999999</cx:pt>
          <cx:pt idx="66404">120.95</cx:pt>
          <cx:pt idx="66405">169.97999999999999</cx:pt>
          <cx:pt idx="66406">99.980000000000004</cx:pt>
          <cx:pt idx="66407">177.12</cx:pt>
          <cx:pt idx="66408">99.980000000000004</cx:pt>
          <cx:pt idx="66409">179.97</cx:pt>
          <cx:pt idx="66410">182.94999999999999</cx:pt>
          <cx:pt idx="66411">70.989999999999995</cx:pt>
          <cx:pt idx="66412">170.94999999999999</cx:pt>
          <cx:pt idx="66413">94.420000000000002</cx:pt>
          <cx:pt idx="66414">105.06999999999999</cx:pt>
          <cx:pt idx="66415">106.98</cx:pt>
          <cx:pt idx="66416">84.980000000000004</cx:pt>
          <cx:pt idx="66417">23.98</cx:pt>
          <cx:pt idx="66418">173.97</cx:pt>
          <cx:pt idx="66419">206.94</cx:pt>
          <cx:pt idx="66420">54.979999999999997</cx:pt>
          <cx:pt idx="66421">108.97</cx:pt>
          <cx:pt idx="66422">193.96000000000001</cx:pt>
          <cx:pt idx="66423">119.66</cx:pt>
          <cx:pt idx="66424">229.94999999999999</cx:pt>
          <cx:pt idx="66425">84.989999999999995</cx:pt>
          <cx:pt idx="66426">182.19</cx:pt>
          <cx:pt idx="66427">49.479999999999997</cx:pt>
          <cx:pt idx="66428">59.950000000000003</cx:pt>
          <cx:pt idx="66429">169.97999999999999</cx:pt>
          <cx:pt idx="66430">131.97999999999999</cx:pt>
          <cx:pt idx="66431">131.97999999999999</cx:pt>
          <cx:pt idx="66432">169.97999999999999</cx:pt>
          <cx:pt idx="66433">193.96000000000001</cx:pt>
          <cx:pt idx="66434">169.97999999999999</cx:pt>
          <cx:pt idx="66435">84.989999999999995</cx:pt>
          <cx:pt idx="66436">185.97</cx:pt>
          <cx:pt idx="66437">130.63999999999999</cx:pt>
          <cx:pt idx="66438">58.039999999999999</cx:pt>
          <cx:pt idx="66439">79.849999999999994</cx:pt>
          <cx:pt idx="66440">95.569999999999993</cx:pt>
          <cx:pt idx="66441">72.079999999999998</cx:pt>
          <cx:pt idx="66442">71.390000000000001</cx:pt>
          <cx:pt idx="66443">79.849999999999994</cx:pt>
          <cx:pt idx="66444">114.93000000000001</cx:pt>
          <cx:pt idx="66445">79.849999999999994</cx:pt>
          <cx:pt idx="66446">96.780000000000001</cx:pt>
          <cx:pt idx="66447">96.780000000000001</cx:pt>
          <cx:pt idx="66448">96.780000000000001</cx:pt>
          <cx:pt idx="66449">79.849999999999994</cx:pt>
          <cx:pt idx="66450">79.849999999999994</cx:pt>
          <cx:pt idx="66451">20.989999999999998</cx:pt>
          <cx:pt idx="66452">79.849999999999994</cx:pt>
          <cx:pt idx="66453">79.849999999999994</cx:pt>
          <cx:pt idx="66454">140.34</cx:pt>
          <cx:pt idx="66455">78.75</cx:pt>
          <cx:pt idx="66456">63.960000000000001</cx:pt>
          <cx:pt idx="66457">79.950000000000003</cx:pt>
          <cx:pt idx="66458">79.310000000000002</cx:pt>
          <cx:pt idx="66459">56.859999999999999</cx:pt>
          <cx:pt idx="66460">63.960000000000001</cx:pt>
          <cx:pt idx="66461">62.520000000000003</cx:pt>
          <cx:pt idx="66462">66.969999999999999</cx:pt>
          <cx:pt idx="66463">79.950000000000003</cx:pt>
          <cx:pt idx="66464">69.980000000000004</cx:pt>
          <cx:pt idx="66465">62.520000000000003</cx:pt>
          <cx:pt idx="66466">63.32</cx:pt>
          <cx:pt idx="66467">119.95999999999999</cx:pt>
          <cx:pt idx="66468">95.939999999999998</cx:pt>
          <cx:pt idx="66469">79.939999999999998</cx:pt>
          <cx:pt idx="66470">79.950000000000003</cx:pt>
          <cx:pt idx="66471">63.960000000000001</cx:pt>
          <cx:pt idx="66472">79.950000000000003</cx:pt>
          <cx:pt idx="66473">95.939999999999998</cx:pt>
          <cx:pt idx="66474">63.960000000000001</cx:pt>
          <cx:pt idx="66475">69.980000000000004</cx:pt>
          <cx:pt idx="66476">65.989999999999995</cx:pt>
          <cx:pt idx="66477">64.980000000000004</cx:pt>
          <cx:pt idx="66478">79.230000000000004</cx:pt>
          <cx:pt idx="66479">65.989999999999995</cx:pt>
          <cx:pt idx="66480">54.979999999999997</cx:pt>
          <cx:pt idx="66481">54.979999999999997</cx:pt>
          <cx:pt idx="66482">54.979999999999997</cx:pt>
          <cx:pt idx="66483">65.989999999999995</cx:pt>
          <cx:pt idx="66484">65.989999999999995</cx:pt>
          <cx:pt idx="66485">63.350000000000001</cx:pt>
          <cx:pt idx="66486">61.369999999999997</cx:pt>
          <cx:pt idx="66487">65.989999999999995</cx:pt>
          <cx:pt idx="66488">65.989999999999995</cx:pt>
          <cx:pt idx="66489">65.989999999999995</cx:pt>
          <cx:pt idx="66490">65.989999999999995</cx:pt>
          <cx:pt idx="66491">83.980000000000004</cx:pt>
          <cx:pt idx="66492">65.989999999999995</cx:pt>
          <cx:pt idx="66493">65.989999999999995</cx:pt>
          <cx:pt idx="66494">65.989999999999995</cx:pt>
          <cx:pt idx="66495">65.989999999999995</cx:pt>
          <cx:pt idx="66496">65.989999999999995</cx:pt>
          <cx:pt idx="66497">65.989999999999995</cx:pt>
          <cx:pt idx="66498">84.989999999999995</cx:pt>
          <cx:pt idx="66499">84.989999999999995</cx:pt>
          <cx:pt idx="66500">65.989999999999995</cx:pt>
          <cx:pt idx="66501">124.98</cx:pt>
          <cx:pt idx="66502">75.849999999999994</cx:pt>
          <cx:pt idx="66503">65.989999999999995</cx:pt>
          <cx:pt idx="66504">99.980000000000004</cx:pt>
          <cx:pt idx="66505">65.989999999999995</cx:pt>
          <cx:pt idx="66506">99.980000000000004</cx:pt>
          <cx:pt idx="66507">54.979999999999997</cx:pt>
          <cx:pt idx="66508">54.979999999999997</cx:pt>
          <cx:pt idx="66509">84.989999999999995</cx:pt>
          <cx:pt idx="66510">84.989999999999995</cx:pt>
          <cx:pt idx="66511">80.980000000000004</cx:pt>
          <cx:pt idx="66512">80.980000000000004</cx:pt>
          <cx:pt idx="66513">99.980000000000004</cx:pt>
          <cx:pt idx="66514">75.849999999999994</cx:pt>
          <cx:pt idx="66515">84.989999999999995</cx:pt>
          <cx:pt idx="66516">75.849999999999994</cx:pt>
          <cx:pt idx="66517">54.979999999999997</cx:pt>
          <cx:pt idx="66518">84.989999999999995</cx:pt>
          <cx:pt idx="66519">84.989999999999995</cx:pt>
          <cx:pt idx="66520">84.989999999999995</cx:pt>
          <cx:pt idx="66521">80.980000000000004</cx:pt>
          <cx:pt idx="66522">84.989999999999995</cx:pt>
          <cx:pt idx="66523">65.989999999999995</cx:pt>
          <cx:pt idx="66524">84.989999999999995</cx:pt>
          <cx:pt idx="66525">124.98</cx:pt>
          <cx:pt idx="66526">96.980000000000004</cx:pt>
          <cx:pt idx="66527">96.980000000000004</cx:pt>
          <cx:pt idx="66528">96.980000000000004</cx:pt>
          <cx:pt idx="66529">84.989999999999995</cx:pt>
          <cx:pt idx="66530">65.989999999999995</cx:pt>
          <cx:pt idx="66531">99.980000000000004</cx:pt>
          <cx:pt idx="66532">84.989999999999995</cx:pt>
          <cx:pt idx="66533">99.980000000000004</cx:pt>
          <cx:pt idx="66534">124.98</cx:pt>
          <cx:pt idx="66535">84.989999999999995</cx:pt>
          <cx:pt idx="66536">84.989999999999995</cx:pt>
          <cx:pt idx="66537">84.989999999999995</cx:pt>
          <cx:pt idx="66538">99.980000000000004</cx:pt>
          <cx:pt idx="66539">220.18000000000001</cx:pt>
          <cx:pt idx="66540">220.18000000000001</cx:pt>
          <cx:pt idx="66541">159.69999999999999</cx:pt>
          <cx:pt idx="66542">159.66999999999999</cx:pt>
          <cx:pt idx="66543">210.5</cx:pt>
          <cx:pt idx="66544">79.849999999999994</cx:pt>
          <cx:pt idx="66545">108.97</cx:pt>
          <cx:pt idx="66546">84.989999999999995</cx:pt>
          <cx:pt idx="66547">73.609999999999999</cx:pt>
          <cx:pt idx="66548">111.98</cx:pt>
          <cx:pt idx="66549">84.989999999999995</cx:pt>
          <cx:pt idx="66550">108.97</cx:pt>
          <cx:pt idx="66551">23.98</cx:pt>
          <cx:pt idx="66552">84.989999999999995</cx:pt>
          <cx:pt idx="66553">84.989999999999995</cx:pt>
          <cx:pt idx="66554">84.989999999999995</cx:pt>
          <cx:pt idx="66555">84.989999999999995</cx:pt>
          <cx:pt idx="66556">105.98</cx:pt>
          <cx:pt idx="66557">84.989999999999995</cx:pt>
          <cx:pt idx="66558">65.989999999999995</cx:pt>
          <cx:pt idx="66559">124.98</cx:pt>
          <cx:pt idx="66560">62.469999999999999</cx:pt>
          <cx:pt idx="66561">84.989999999999995</cx:pt>
          <cx:pt idx="66562">65.989999999999995</cx:pt>
          <cx:pt idx="66563">99.980000000000004</cx:pt>
          <cx:pt idx="66564">80.980000000000004</cx:pt>
          <cx:pt idx="66565">99.980000000000004</cx:pt>
          <cx:pt idx="66566">89.980000000000004</cx:pt>
          <cx:pt idx="66567">88.280000000000001</cx:pt>
          <cx:pt idx="66568">85.579999999999998</cx:pt>
          <cx:pt idx="66569">99.980000000000004</cx:pt>
          <cx:pt idx="66570">64.980000000000004</cx:pt>
          <cx:pt idx="66571">99.980000000000004</cx:pt>
          <cx:pt idx="66572">99.980000000000004</cx:pt>
          <cx:pt idx="66573">69.980000000000004</cx:pt>
          <cx:pt idx="66574">99.980000000000004</cx:pt>
          <cx:pt idx="66575">99.980000000000004</cx:pt>
          <cx:pt idx="66576">99.980000000000004</cx:pt>
          <cx:pt idx="66577">99.980000000000004</cx:pt>
          <cx:pt idx="66578">99.980000000000004</cx:pt>
          <cx:pt idx="66579">49.990000000000002</cx:pt>
          <cx:pt idx="66580">157.47</cx:pt>
          <cx:pt idx="66581">136.94999999999999</cx:pt>
          <cx:pt idx="66582">223.94999999999999</cx:pt>
          <cx:pt idx="66583">173.91999999999999</cx:pt>
          <cx:pt idx="66584">144.87</cx:pt>
          <cx:pt idx="66585">169.97999999999999</cx:pt>
          <cx:pt idx="66586">291.95999999999998</cx:pt>
          <cx:pt idx="66587">116.95</cx:pt>
          <cx:pt idx="66588">241.94999999999999</cx:pt>
          <cx:pt idx="66589">104.97</cx:pt>
          <cx:pt idx="66590">75.480000000000004</cx:pt>
          <cx:pt idx="66591">73.980000000000004</cx:pt>
          <cx:pt idx="66592">73.980000000000004</cx:pt>
          <cx:pt idx="66593">73.980000000000004</cx:pt>
          <cx:pt idx="66594">73.980000000000004</cx:pt>
          <cx:pt idx="66595">75.480000000000004</cx:pt>
          <cx:pt idx="66596">73.980000000000004</cx:pt>
          <cx:pt idx="66597">73.980000000000004</cx:pt>
          <cx:pt idx="66598">73.980000000000004</cx:pt>
          <cx:pt idx="66599">104.97</cx:pt>
          <cx:pt idx="66600">69.980000000000004</cx:pt>
          <cx:pt idx="66601">104.97</cx:pt>
          <cx:pt idx="66602">73.980000000000004</cx:pt>
          <cx:pt idx="66603">73.980000000000004</cx:pt>
          <cx:pt idx="66604">104.97</cx:pt>
          <cx:pt idx="66605">73.980000000000004</cx:pt>
          <cx:pt idx="66606">73.980000000000004</cx:pt>
          <cx:pt idx="66607">94.469999999999999</cx:pt>
          <cx:pt idx="66608">73.980000000000004</cx:pt>
          <cx:pt idx="66609">99.980000000000004</cx:pt>
          <cx:pt idx="66610">149.94</cx:pt>
          <cx:pt idx="66611">74.980000000000004</cx:pt>
          <cx:pt idx="66612">83.969999999999999</cx:pt>
          <cx:pt idx="66613">99.959999999999994</cx:pt>
          <cx:pt idx="66614">77.959999999999994</cx:pt>
          <cx:pt idx="66615">119.95999999999999</cx:pt>
          <cx:pt idx="66616">73.969999999999999</cx:pt>
          <cx:pt idx="66617">109.95999999999999</cx:pt>
          <cx:pt idx="66618">74.969999999999999</cx:pt>
          <cx:pt idx="66619">68.989999999999995</cx:pt>
          <cx:pt idx="66620">99.959999999999994</cx:pt>
          <cx:pt idx="66621">114.89</cx:pt>
          <cx:pt idx="66622">91.909999999999997</cx:pt>
          <cx:pt idx="66623">114.89</cx:pt>
          <cx:pt idx="66624">114.89</cx:pt>
          <cx:pt idx="66625">108.19</cx:pt>
          <cx:pt idx="66626">131.97999999999999</cx:pt>
          <cx:pt idx="66627">169.97999999999999</cx:pt>
          <cx:pt idx="66628">48.780000000000001</cx:pt>
          <cx:pt idx="66629">134.97999999999999</cx:pt>
          <cx:pt idx="66630">89.980000000000004</cx:pt>
          <cx:pt idx="66631">147.59999999999999</cx:pt>
          <cx:pt idx="66632">159.69999999999999</cx:pt>
          <cx:pt idx="66633">159.69999999999999</cx:pt>
          <cx:pt idx="66634">143.72</cx:pt>
          <cx:pt idx="66635">193.55000000000001</cx:pt>
          <cx:pt idx="66636">193.55000000000001</cx:pt>
          <cx:pt idx="66637">100.73999999999999</cx:pt>
          <cx:pt idx="66638">84.989999999999995</cx:pt>
          <cx:pt idx="66639">107.23</cx:pt>
          <cx:pt idx="66640">109.98</cx:pt>
          <cx:pt idx="66641">116.97</cx:pt>
          <cx:pt idx="66642">115.97</cx:pt>
          <cx:pt idx="66643">84.989999999999995</cx:pt>
          <cx:pt idx="66644">95.980000000000004</cx:pt>
          <cx:pt idx="66645">115.97</cx:pt>
          <cx:pt idx="66646">84.989999999999995</cx:pt>
          <cx:pt idx="66647">96.969999999999999</cx:pt>
          <cx:pt idx="66648">113.95999999999999</cx:pt>
          <cx:pt idx="66649">134.97999999999999</cx:pt>
          <cx:pt idx="66650">84.989999999999995</cx:pt>
          <cx:pt idx="66651">121.98</cx:pt>
          <cx:pt idx="66652">114.98</cx:pt>
          <cx:pt idx="66653">84.989999999999995</cx:pt>
          <cx:pt idx="66654">84.989999999999995</cx:pt>
          <cx:pt idx="66655">118.97</cx:pt>
          <cx:pt idx="66656">103.97</cx:pt>
          <cx:pt idx="66657">72.530000000000001</cx:pt>
          <cx:pt idx="66658">89.469999999999999</cx:pt>
          <cx:pt idx="66659">90.680000000000007</cx:pt>
          <cx:pt idx="66660">72.530000000000001</cx:pt>
          <cx:pt idx="66661">122.15000000000001</cx:pt>
          <cx:pt idx="66662">193.52000000000001</cx:pt>
          <cx:pt idx="66663">72.530000000000001</cx:pt>
          <cx:pt idx="66664">139.08000000000001</cx:pt>
          <cx:pt idx="66665">72.530000000000001</cx:pt>
          <cx:pt idx="66666">72.530000000000001</cx:pt>
          <cx:pt idx="66667">122.15000000000001</cx:pt>
          <cx:pt idx="66668">72.530000000000001</cx:pt>
          <cx:pt idx="66669">72.530000000000001</cx:pt>
          <cx:pt idx="66670">69.980000000000004</cx:pt>
          <cx:pt idx="66671">65.989999999999995</cx:pt>
          <cx:pt idx="66672">65.989999999999995</cx:pt>
          <cx:pt idx="66673">65.989999999999995</cx:pt>
          <cx:pt idx="66674">65.989999999999995</cx:pt>
          <cx:pt idx="66675">65.989999999999995</cx:pt>
          <cx:pt idx="66676">65.989999999999995</cx:pt>
          <cx:pt idx="66677">51.490000000000002</cx:pt>
          <cx:pt idx="66678">79.980000000000004</cx:pt>
          <cx:pt idx="66679">65.989999999999995</cx:pt>
          <cx:pt idx="66680">65.189999999999998</cx:pt>
          <cx:pt idx="66681">74.75</cx:pt>
          <cx:pt idx="66682">79.849999999999994</cx:pt>
          <cx:pt idx="66683">159.69999999999999</cx:pt>
          <cx:pt idx="66684">165.72999999999999</cx:pt>
          <cx:pt idx="66685">159.69999999999999</cx:pt>
          <cx:pt idx="66686">159.69999999999999</cx:pt>
          <cx:pt idx="66687">159.69999999999999</cx:pt>
          <cx:pt idx="66688">-19.789999999999999</cx:pt>
          <cx:pt idx="66689">159.69999999999999</cx:pt>
          <cx:pt idx="66690">159.69999999999999</cx:pt>
          <cx:pt idx="66691">191.65000000000001</cx:pt>
          <cx:pt idx="66692">249.21000000000001</cx:pt>
          <cx:pt idx="66693">159.69999999999999</cx:pt>
          <cx:pt idx="66694">96.469999999999999</cx:pt>
          <cx:pt idx="66695">69.980000000000004</cx:pt>
          <cx:pt idx="66696">159.97999999999999</cx:pt>
          <cx:pt idx="66697">114.03</cx:pt>
          <cx:pt idx="66698">92.980000000000004</cx:pt>
          <cx:pt idx="66699">87.989999999999995</cx:pt>
          <cx:pt idx="66700">237.96000000000001</cx:pt>
          <cx:pt idx="66701">65.989999999999995</cx:pt>
          <cx:pt idx="66702">211.46000000000001</cx:pt>
          <cx:pt idx="66703">79.980000000000004</cx:pt>
          <cx:pt idx="66704">84.989999999999995</cx:pt>
          <cx:pt idx="66705">84.989999999999995</cx:pt>
          <cx:pt idx="66706">-16.010000000000002</cx:pt>
          <cx:pt idx="66707">84.989999999999995</cx:pt>
          <cx:pt idx="66708">76.489999999999995</cx:pt>
          <cx:pt idx="66709">82.439999999999998</cx:pt>
          <cx:pt idx="66710">81.180000000000007</cx:pt>
          <cx:pt idx="66711">84.989999999999995</cx:pt>
          <cx:pt idx="66712">82.439999999999998</cx:pt>
          <cx:pt idx="66713">84.989999999999995</cx:pt>
          <cx:pt idx="66714">169.97999999999999</cx:pt>
          <cx:pt idx="66715">84.989999999999995</cx:pt>
          <cx:pt idx="66716">84.989999999999995</cx:pt>
          <cx:pt idx="66717">76.489999999999995</cx:pt>
          <cx:pt idx="66718">84.989999999999995</cx:pt>
          <cx:pt idx="66719">169.97999999999999</cx:pt>
          <cx:pt idx="66720">84.989999999999995</cx:pt>
          <cx:pt idx="66721">76.489999999999995</cx:pt>
          <cx:pt idx="66722">84.989999999999995</cx:pt>
          <cx:pt idx="66723">84.989999999999995</cx:pt>
          <cx:pt idx="66724">84.989999999999995</cx:pt>
          <cx:pt idx="66725">79.890000000000001</cx:pt>
          <cx:pt idx="66726">169.97999999999999</cx:pt>
          <cx:pt idx="66727">169.97999999999999</cx:pt>
          <cx:pt idx="66728">125.97</cx:pt>
          <cx:pt idx="66729">125.97</cx:pt>
          <cx:pt idx="66730">160.08000000000001</cx:pt>
          <cx:pt idx="66731">79.890000000000001</cx:pt>
          <cx:pt idx="66732">76.489999999999995</cx:pt>
          <cx:pt idx="66733">84.989999999999995</cx:pt>
          <cx:pt idx="66734">-16.010000000000002</cx:pt>
          <cx:pt idx="66735">81.180000000000007</cx:pt>
          <cx:pt idx="66736">160.08000000000001</cx:pt>
          <cx:pt idx="66737">84.989999999999995</cx:pt>
          <cx:pt idx="66738">43.469999999999999</cx:pt>
          <cx:pt idx="66739">206.96000000000001</cx:pt>
          <cx:pt idx="66740">84.989999999999995</cx:pt>
          <cx:pt idx="66741">43.469999999999999</cx:pt>
          <cx:pt idx="66742">206.96000000000001</cx:pt>
          <cx:pt idx="66743">76.489999999999995</cx:pt>
          <cx:pt idx="66744">20.989999999999998</cx:pt>
          <cx:pt idx="66745">84.989999999999995</cx:pt>
          <cx:pt idx="66746">20.989999999999998</cx:pt>
          <cx:pt idx="66747">84.989999999999995</cx:pt>
          <cx:pt idx="66748">76.489999999999995</cx:pt>
          <cx:pt idx="66749">76.489999999999995</cx:pt>
          <cx:pt idx="66750">-2.25</cx:pt>
          <cx:pt idx="66751">82.439999999999998</cx:pt>
          <cx:pt idx="66752">82.439999999999998</cx:pt>
          <cx:pt idx="66753">84.989999999999995</cx:pt>
          <cx:pt idx="66754">-2.25</cx:pt>
          <cx:pt idx="66755">76.489999999999995</cx:pt>
          <cx:pt idx="66756">84.989999999999995</cx:pt>
          <cx:pt idx="66757">84.989999999999995</cx:pt>
          <cx:pt idx="66758">84.989999999999995</cx:pt>
          <cx:pt idx="66759">84.989999999999995</cx:pt>
          <cx:pt idx="66760">269.91000000000003</cx:pt>
          <cx:pt idx="66761">149.94999999999999</cx:pt>
          <cx:pt idx="66762">299.89999999999998</cx:pt>
          <cx:pt idx="66763">179.94</cx:pt>
          <cx:pt idx="66764">119.95999999999999</cx:pt>
          <cx:pt idx="66765">294.5</cx:pt>
          <cx:pt idx="66766">111.97</cx:pt>
          <cx:pt idx="66767">107.97</cx:pt>
          <cx:pt idx="66768">168.96000000000001</cx:pt>
          <cx:pt idx="66769">71.980000000000004</cx:pt>
          <cx:pt idx="66770">71.980000000000004</cx:pt>
          <cx:pt idx="66771">86.969999999999999</cx:pt>
          <cx:pt idx="66772">107.97</cx:pt>
          <cx:pt idx="66773">56.979999999999997</cx:pt>
          <cx:pt idx="66774">71.980000000000004</cx:pt>
          <cx:pt idx="66775">71.980000000000004</cx:pt>
          <cx:pt idx="66776">86.969999999999999</cx:pt>
          <cx:pt idx="66777">136.97</cx:pt>
          <cx:pt idx="66778">99.980000000000004</cx:pt>
          <cx:pt idx="66779">112.26000000000001</cx:pt>
          <cx:pt idx="66780">99.980000000000004</cx:pt>
          <cx:pt idx="66781">114.97</cx:pt>
          <cx:pt idx="66782">145.44</cx:pt>
          <cx:pt idx="66783">79.969999999999999</cx:pt>
          <cx:pt idx="66784">99.980000000000004</cx:pt>
          <cx:pt idx="66785">86.829999999999998</cx:pt>
          <cx:pt idx="66786">89.959999999999994</cx:pt>
          <cx:pt idx="66787">54.979999999999997</cx:pt>
          <cx:pt idx="66788">184.74000000000001</cx:pt>
          <cx:pt idx="66789">54.990000000000002</cx:pt>
          <cx:pt idx="66790">58.479999999999997</cx:pt>
          <cx:pt idx="66791">944.71000000000004</cx:pt>
          <cx:pt idx="66792">225.19999999999999</cx:pt>
          <cx:pt idx="66793">-206.97</cx:pt>
          <cx:pt idx="66794">229.97</cx:pt>
          <cx:pt idx="66795">299.94</cx:pt>
          <cx:pt idx="66796">-73.280000000000001</cx:pt>
          <cx:pt idx="66797">85.980000000000004</cx:pt>
          <cx:pt idx="66798">120.97</cx:pt>
          <cx:pt idx="66799">76.680000000000007</cx:pt>
          <cx:pt idx="66800">102.98</cx:pt>
          <cx:pt idx="66801">134.36000000000001</cx:pt>
          <cx:pt idx="66802">70.980000000000004</cx:pt>
          <cx:pt idx="66803">133.47999999999999</cx:pt>
          <cx:pt idx="66804">140.97</cx:pt>
          <cx:pt idx="66805">160.94999999999999</cx:pt>
          <cx:pt idx="66806">152.97</cx:pt>
          <cx:pt idx="66807">65.989999999999995</cx:pt>
          <cx:pt idx="66808">86.980000000000004</cx:pt>
          <cx:pt idx="66809">51.990000000000002</cx:pt>
          <cx:pt idx="66810">60.869999999999997</cx:pt>
          <cx:pt idx="66811">73.980000000000004</cx:pt>
          <cx:pt idx="66812">71.980000000000004</cx:pt>
          <cx:pt idx="66813">68.590000000000003</cx:pt>
          <cx:pt idx="66814">57.240000000000002</cx:pt>
          <cx:pt idx="66815">66.579999999999998</cx:pt>
          <cx:pt idx="66816">66.980000000000004</cx:pt>
          <cx:pt idx="66817">71</cx:pt>
          <cx:pt idx="66818">63.979999999999997</cx:pt>
          <cx:pt idx="66819">73.980000000000004</cx:pt>
          <cx:pt idx="66820">76.480000000000004</cx:pt>
          <cx:pt idx="66821">73.980000000000004</cx:pt>
          <cx:pt idx="66822">103.97</cx:pt>
          <cx:pt idx="66823">69.980000000000004</cx:pt>
          <cx:pt idx="66824">59.979999999999997</cx:pt>
          <cx:pt idx="66825">219.97</cx:pt>
          <cx:pt idx="66826">66.069999999999993</cx:pt>
          <cx:pt idx="66827">94.980000000000004</cx:pt>
          <cx:pt idx="66828">99.980000000000004</cx:pt>
          <cx:pt idx="66829">99.980000000000004</cx:pt>
          <cx:pt idx="66830">147.97</cx:pt>
          <cx:pt idx="66831">69.989999999999995</cx:pt>
          <cx:pt idx="66832">131.97999999999999</cx:pt>
          <cx:pt idx="66833">147.97</cx:pt>
          <cx:pt idx="66834">131.97999999999999</cx:pt>
          <cx:pt idx="66835">158.36000000000001</cx:pt>
          <cx:pt idx="66836">59.390000000000001</cx:pt>
          <cx:pt idx="66837">131.97999999999999</cx:pt>
          <cx:pt idx="66838">131.97999999999999</cx:pt>
          <cx:pt idx="66839">85.980000000000004</cx:pt>
          <cx:pt idx="66840">131.97999999999999</cx:pt>
          <cx:pt idx="66841">83.980000000000004</cx:pt>
          <cx:pt idx="66842">82.659999999999997</cx:pt>
          <cx:pt idx="66843">65.890000000000001</cx:pt>
          <cx:pt idx="66844">63.350000000000001</cx:pt>
          <cx:pt idx="66845">65.989999999999995</cx:pt>
          <cx:pt idx="66846">49.979999999999997</cx:pt>
          <cx:pt idx="66847">61.939999999999998</cx:pt>
          <cx:pt idx="66848">65.989999999999995</cx:pt>
          <cx:pt idx="66849">65.989999999999995</cx:pt>
          <cx:pt idx="66850">65.989999999999995</cx:pt>
          <cx:pt idx="66851">64.840000000000003</cx:pt>
          <cx:pt idx="66852">65.989999999999995</cx:pt>
          <cx:pt idx="66853">65.959999999999994</cx:pt>
          <cx:pt idx="66854">65.989999999999995</cx:pt>
          <cx:pt idx="66855">97.959999999999994</cx:pt>
          <cx:pt idx="66856">53.969999999999999</cx:pt>
          <cx:pt idx="66857">89.950000000000003</cx:pt>
          <cx:pt idx="66858">139.94999999999999</cx:pt>
          <cx:pt idx="66859">154.21000000000001</cx:pt>
          <cx:pt idx="66860">101.62</cx:pt>
          <cx:pt idx="66861">159.69999999999999</cx:pt>
          <cx:pt idx="66862">117.58</cx:pt>
          <cx:pt idx="66863">147.59999999999999</cx:pt>
          <cx:pt idx="66864">135.74000000000001</cx:pt>
          <cx:pt idx="66865">101.62</cx:pt>
          <cx:pt idx="66866">58.979999999999997</cx:pt>
          <cx:pt idx="66867">31.489999999999998</cx:pt>
          <cx:pt idx="66868">51.990000000000002</cx:pt>
          <cx:pt idx="66869">52.979999999999997</cx:pt>
          <cx:pt idx="66870">59.18</cx:pt>
          <cx:pt idx="66871">56.969999999999999</cx:pt>
          <cx:pt idx="66872">41.490000000000002</cx:pt>
          <cx:pt idx="66873">65.989999999999995</cx:pt>
          <cx:pt idx="66874">79.980000000000004</cx:pt>
          <cx:pt idx="66875">52.979999999999997</cx:pt>
          <cx:pt idx="66876">65.989999999999995</cx:pt>
          <cx:pt idx="66877">54.880000000000003</cx:pt>
          <cx:pt idx="66878">69.980000000000004</cx:pt>
          <cx:pt idx="66879">55.990000000000002</cx:pt>
          <cx:pt idx="66880">72.969999999999999</cx:pt>
          <cx:pt idx="66881">41.490000000000002</cx:pt>
          <cx:pt idx="66882">65.989999999999995</cx:pt>
          <cx:pt idx="66883">65.989999999999995</cx:pt>
          <cx:pt idx="66884">205.61000000000001</cx:pt>
          <cx:pt idx="66885">186.22999999999999</cx:pt>
          <cx:pt idx="66886">101.01000000000001</cx:pt>
          <cx:pt idx="66887">256.64999999999998</cx:pt>
          <cx:pt idx="66888">157.22999999999999</cx:pt>
          <cx:pt idx="66889">64.069999999999993</cx:pt>
          <cx:pt idx="66890">152.63</cx:pt>
          <cx:pt idx="66891">189.88999999999999</cx:pt>
          <cx:pt idx="66892">55.979999999999997</cx:pt>
          <cx:pt idx="66893">59.979999999999997</cx:pt>
          <cx:pt idx="66894">77.969999999999999</cx:pt>
          <cx:pt idx="66895">55.979999999999997</cx:pt>
          <cx:pt idx="66896">59.979999999999997</cx:pt>
          <cx:pt idx="66897">79.969999999999999</cx:pt>
          <cx:pt idx="66898">71.969999999999999</cx:pt>
          <cx:pt idx="66899">99.959999999999994</cx:pt>
          <cx:pt idx="66900">74.969999999999999</cx:pt>
          <cx:pt idx="66901">55.979999999999997</cx:pt>
          <cx:pt idx="66902">54.859999999999999</cx:pt>
          <cx:pt idx="66903">86.900000000000006</cx:pt>
          <cx:pt idx="66904">70.170000000000002</cx:pt>
          <cx:pt idx="66905">72.480000000000004</cx:pt>
          <cx:pt idx="66906">54.979999999999997</cx:pt>
          <cx:pt idx="66907">50.979999999999997</cx:pt>
          <cx:pt idx="66908">60.979999999999997</cx:pt>
          <cx:pt idx="66909">74.969999999999999</cx:pt>
          <cx:pt idx="66910">59.979999999999997</cx:pt>
          <cx:pt idx="66911">89.969999999999999</cx:pt>
          <cx:pt idx="66912">114.70999999999999</cx:pt>
          <cx:pt idx="66913">50.979999999999997</cx:pt>
          <cx:pt idx="66914">52.979999999999997</cx:pt>
          <cx:pt idx="66915">68.969999999999999</cx:pt>
          <cx:pt idx="66916">59.979999999999997</cx:pt>
          <cx:pt idx="66917">72.939999999999998</cx:pt>
          <cx:pt idx="66918">55.780000000000001</cx:pt>
          <cx:pt idx="66919">74.969999999999999</cx:pt>
          <cx:pt idx="66920">54.170000000000002</cx:pt>
          <cx:pt idx="66921">62.969999999999999</cx:pt>
          <cx:pt idx="66922">68.969999999999999</cx:pt>
          <cx:pt idx="66923">54.979999999999997</cx:pt>
          <cx:pt idx="66924">70.969999999999999</cx:pt>
          <cx:pt idx="66925">65.969999999999999</cx:pt>
          <cx:pt idx="66926">59.979999999999997</cx:pt>
          <cx:pt idx="66927">67.969999999999999</cx:pt>
          <cx:pt idx="66928">59.979999999999997</cx:pt>
          <cx:pt idx="66929">53.979999999999997</cx:pt>
          <cx:pt idx="66930">74.969999999999999</cx:pt>
          <cx:pt idx="66931">68.969999999999999</cx:pt>
          <cx:pt idx="66932">54.979999999999997</cx:pt>
          <cx:pt idx="66933">68.969999999999999</cx:pt>
          <cx:pt idx="66934">52.979999999999997</cx:pt>
          <cx:pt idx="66935">69.959999999999994</cx:pt>
          <cx:pt idx="66936">70.969999999999999</cx:pt>
          <cx:pt idx="66937">167.97</cx:pt>
          <cx:pt idx="66938">79.980000000000004</cx:pt>
          <cx:pt idx="66939">82.969999999999999</cx:pt>
          <cx:pt idx="66940">131.97999999999999</cx:pt>
          <cx:pt idx="66941">86.370000000000005</cx:pt>
          <cx:pt idx="66942">124.34999999999999</cx:pt>
          <cx:pt idx="66943">119.95999999999999</cx:pt>
          <cx:pt idx="66944">76.980000000000004</cx:pt>
          <cx:pt idx="66945">104.97</cx:pt>
          <cx:pt idx="66946">49.990000000000002</cx:pt>
          <cx:pt idx="66947">95.030000000000001</cx:pt>
          <cx:pt idx="66948">44.979999999999997</cx:pt>
          <cx:pt idx="66949">97.719999999999999</cx:pt>
          <cx:pt idx="66950">107.97</cx:pt>
          <cx:pt idx="66951">109.97</cx:pt>
          <cx:pt idx="66952">109.95999999999999</cx:pt>
          <cx:pt idx="66953">126.93000000000001</cx:pt>
          <cx:pt idx="66954">110.8</cx:pt>
          <cx:pt idx="66955">106.95999999999999</cx:pt>
          <cx:pt idx="66956">160.93000000000001</cx:pt>
          <cx:pt idx="66957">98.950000000000003</cx:pt>
          <cx:pt idx="66958">198.97</cx:pt>
          <cx:pt idx="66959">68.989999999999995</cx:pt>
          <cx:pt idx="66960">159.97999999999999</cx:pt>
          <cx:pt idx="66961">150.18000000000001</cx:pt>
          <cx:pt idx="66962">159.97999999999999</cx:pt>
          <cx:pt idx="66963">84.989999999999995</cx:pt>
          <cx:pt idx="66964">169.97999999999999</cx:pt>
          <cx:pt idx="66965">99.980000000000004</cx:pt>
          <cx:pt idx="66966">96.980000000000004</cx:pt>
          <cx:pt idx="66967">84.989999999999995</cx:pt>
          <cx:pt idx="66968">169.97999999999999</cx:pt>
          <cx:pt idx="66969">65.989999999999995</cx:pt>
          <cx:pt idx="66970">84.989999999999995</cx:pt>
          <cx:pt idx="66971">139.96000000000001</cx:pt>
          <cx:pt idx="66972">266.35000000000002</cx:pt>
          <cx:pt idx="66973">342.81999999999999</cx:pt>
          <cx:pt idx="66974">179.96000000000001</cx:pt>
          <cx:pt idx="66975">274.94999999999999</cx:pt>
          <cx:pt idx="66976">61.689999999999998</cx:pt>
          <cx:pt idx="66977">88.170000000000002</cx:pt>
          <cx:pt idx="66978">79.989999999999995</cx:pt>
          <cx:pt idx="66979">139.97999999999999</cx:pt>
          <cx:pt idx="66980">79.989999999999995</cx:pt>
          <cx:pt idx="66981">68.980000000000004</cx:pt>
          <cx:pt idx="66982">145.97999999999999</cx:pt>
          <cx:pt idx="66983">98.980000000000004</cx:pt>
          <cx:pt idx="66984">157.31999999999999</cx:pt>
          <cx:pt idx="66985">79.989999999999995</cx:pt>
          <cx:pt idx="66986">79.989999999999995</cx:pt>
          <cx:pt idx="66987">139.97999999999999</cx:pt>
          <cx:pt idx="66988">130.46000000000001</cx:pt>
          <cx:pt idx="66989">323.92000000000002</cx:pt>
          <cx:pt idx="66990">213.46000000000001</cx:pt>
          <cx:pt idx="66991">75.959999999999994</cx:pt>
          <cx:pt idx="66992">75.959999999999994</cx:pt>
          <cx:pt idx="66993">75.959999999999994</cx:pt>
          <cx:pt idx="66994">56.969999999999999</cx:pt>
          <cx:pt idx="66995">75.959999999999994</cx:pt>
          <cx:pt idx="66996">75.959999999999994</cx:pt>
          <cx:pt idx="66997">75.959999999999994</cx:pt>
          <cx:pt idx="66998">199.96000000000001</cx:pt>
          <cx:pt idx="66999">75.959999999999994</cx:pt>
          <cx:pt idx="67000">75.959999999999994</cx:pt>
          <cx:pt idx="67001">75.959999999999994</cx:pt>
          <cx:pt idx="67002">51.939999999999998</cx:pt>
          <cx:pt idx="67003">169.97999999999999</cx:pt>
          <cx:pt idx="67004">198.86000000000001</cx:pt>
          <cx:pt idx="67005">169.97999999999999</cx:pt>
          <cx:pt idx="67006">169.97999999999999</cx:pt>
          <cx:pt idx="67007">169.97999999999999</cx:pt>
          <cx:pt idx="67008">190.97</cx:pt>
          <cx:pt idx="67009">9.9900000000000002</cx:pt>
          <cx:pt idx="67010">190.97</cx:pt>
          <cx:pt idx="67011">95.379999999999995</cx:pt>
          <cx:pt idx="67012">190.97</cx:pt>
          <cx:pt idx="67013">128.24000000000001</cx:pt>
          <cx:pt idx="67014">84.680000000000007</cx:pt>
          <cx:pt idx="67015">128.24000000000001</cx:pt>
          <cx:pt idx="67016">79.849999999999994</cx:pt>
          <cx:pt idx="67017">143.72</cx:pt>
          <cx:pt idx="67018">116.14</cx:pt>
          <cx:pt idx="67019">99.980000000000004</cx:pt>
          <cx:pt idx="67020">56.850000000000001</cx:pt>
          <cx:pt idx="67021">315.74000000000001</cx:pt>
          <cx:pt idx="67022">96.780000000000001</cx:pt>
          <cx:pt idx="67023">126.98999999999999</cx:pt>
          <cx:pt idx="67024">111.28</cx:pt>
          <cx:pt idx="67025">163.30000000000001</cx:pt>
          <cx:pt idx="67026">86.030000000000001</cx:pt>
          <cx:pt idx="67027">110.98</cx:pt>
          <cx:pt idx="67028">110.98</cx:pt>
          <cx:pt idx="67029">89.980000000000004</cx:pt>
          <cx:pt idx="67030">121.98</cx:pt>
          <cx:pt idx="67031">155.97</cx:pt>
          <cx:pt idx="67032">99.980000000000004</cx:pt>
          <cx:pt idx="67033">65.989999999999995</cx:pt>
          <cx:pt idx="67034">59.979999999999997</cx:pt>
          <cx:pt idx="67035">82.140000000000001</cx:pt>
          <cx:pt idx="67036">65.989999999999995</cx:pt>
          <cx:pt idx="67037">133.47999999999999</cx:pt>
          <cx:pt idx="67038">65.989999999999995</cx:pt>
          <cx:pt idx="67039">39.990000000000002</cx:pt>
          <cx:pt idx="67040">131.97999999999999</cx:pt>
          <cx:pt idx="67041">65.989999999999995</cx:pt>
          <cx:pt idx="67042">65.989999999999995</cx:pt>
          <cx:pt idx="67043">120.98</cx:pt>
          <cx:pt idx="67044">120.98</cx:pt>
          <cx:pt idx="67045">-1.2</cx:pt>
          <cx:pt idx="67046">115.56999999999999</cx:pt>
          <cx:pt idx="67047">61.039999999999999</cx:pt>
          <cx:pt idx="67048">71.859999999999999</cx:pt>
          <cx:pt idx="67049">147.59999999999999</cx:pt>
          <cx:pt idx="67050">48.340000000000003</cx:pt>
          <cx:pt idx="67051">143.72</cx:pt>
          <cx:pt idx="67052">33.479999999999997</cx:pt>
          <cx:pt idx="67053">67.969999999999999</cx:pt>
          <cx:pt idx="67054">30.469999999999999</cx:pt>
          <cx:pt idx="67055">84.989999999999995</cx:pt>
          <cx:pt idx="67056">127.95999999999999</cx:pt>
          <cx:pt idx="67057">109.98</cx:pt>
          <cx:pt idx="67058">97.969999999999999</cx:pt>
          <cx:pt idx="67059">179.94999999999999</cx:pt>
          <cx:pt idx="67060">121.95</cx:pt>
          <cx:pt idx="67061">248.13</cx:pt>
          <cx:pt idx="67062">199.96000000000001</cx:pt>
          <cx:pt idx="67063">199.96000000000001</cx:pt>
          <cx:pt idx="67064">203.44999999999999</cx:pt>
          <cx:pt idx="67065">149.97</cx:pt>
          <cx:pt idx="67066">187.94999999999999</cx:pt>
          <cx:pt idx="67067">109.95999999999999</cx:pt>
          <cx:pt idx="67068">148.94</cx:pt>
          <cx:pt idx="67069">179.94</cx:pt>
          <cx:pt idx="67070">157.94</cx:pt>
          <cx:pt idx="67071">167.96000000000001</cx:pt>
          <cx:pt idx="67072">73.989999999999995</cx:pt>
          <cx:pt idx="67073">69.980000000000004</cx:pt>
          <cx:pt idx="67074">62.979999999999997</cx:pt>
          <cx:pt idx="67075">169.97999999999999</cx:pt>
          <cx:pt idx="67076">75.969999999999999</cx:pt>
          <cx:pt idx="67077">55.969999999999999</cx:pt>
          <cx:pt idx="67078">169.97999999999999</cx:pt>
          <cx:pt idx="67079">69.980000000000004</cx:pt>
          <cx:pt idx="67080">152.97999999999999</cx:pt>
          <cx:pt idx="67081">232.02000000000001</cx:pt>
          <cx:pt idx="67082">82.780000000000001</cx:pt>
          <cx:pt idx="67083">85.969999999999999</cx:pt>
          <cx:pt idx="67084">152.97</cx:pt>
          <cx:pt idx="67085">117.97</cx:pt>
          <cx:pt idx="67086">53.969999999999999</cx:pt>
          <cx:pt idx="67087">78.840000000000003</cx:pt>
          <cx:pt idx="67088">103.97</cx:pt>
          <cx:pt idx="67089">102.13</cx:pt>
          <cx:pt idx="67090">103.97</cx:pt>
          <cx:pt idx="67091">169.97999999999999</cx:pt>
          <cx:pt idx="67092">137.97999999999999</cx:pt>
          <cx:pt idx="67093">121.95999999999999</cx:pt>
          <cx:pt idx="67094">192.94999999999999</cx:pt>
          <cx:pt idx="67095">123.47</cx:pt>
          <cx:pt idx="67096">111.97</cx:pt>
          <cx:pt idx="67097">143.97</cx:pt>
          <cx:pt idx="67098">151.94999999999999</cx:pt>
          <cx:pt idx="67099">131.97999999999999</cx:pt>
          <cx:pt idx="67100">117.97</cx:pt>
          <cx:pt idx="67101">171.97</cx:pt>
          <cx:pt idx="67102">125.97</cx:pt>
          <cx:pt idx="67103">169.97999999999999</cx:pt>
          <cx:pt idx="67104">229.44999999999999</cx:pt>
          <cx:pt idx="67105">197.97</cx:pt>
          <cx:pt idx="67106">131.97999999999999</cx:pt>
          <cx:pt idx="67107">131.97999999999999</cx:pt>
          <cx:pt idx="67108">218.94999999999999</cx:pt>
          <cx:pt idx="67109">71.219999999999999</cx:pt>
          <cx:pt idx="67110">119.97</cx:pt>
          <cx:pt idx="67111">119.97</cx:pt>
          <cx:pt idx="67112">184.97</cx:pt>
          <cx:pt idx="67113">211.72</cx:pt>
          <cx:pt idx="67114">114.97</cx:pt>
          <cx:pt idx="67115">89.980000000000004</cx:pt>
          <cx:pt idx="67116">134.97</cx:pt>
          <cx:pt idx="67117">99.980000000000004</cx:pt>
          <cx:pt idx="67118">65.989999999999995</cx:pt>
          <cx:pt idx="67119">169.97999999999999</cx:pt>
          <cx:pt idx="67120">169.97999999999999</cx:pt>
          <cx:pt idx="67121">65.989999999999995</cx:pt>
          <cx:pt idx="67122">65.989999999999995</cx:pt>
          <cx:pt idx="67123">169.97999999999999</cx:pt>
          <cx:pt idx="67124">65.989999999999995</cx:pt>
          <cx:pt idx="67125">144.47999999999999</cx:pt>
          <cx:pt idx="67126">84.989999999999995</cx:pt>
          <cx:pt idx="67127">65.989999999999995</cx:pt>
          <cx:pt idx="67128">46.689999999999998</cx:pt>
          <cx:pt idx="67129">152.97999999999999</cx:pt>
          <cx:pt idx="67130">169.97999999999999</cx:pt>
          <cx:pt idx="67131">65.989999999999995</cx:pt>
          <cx:pt idx="67132">65.989999999999995</cx:pt>
          <cx:pt idx="67133">149.97999999999999</cx:pt>
          <cx:pt idx="67134">72.239999999999995</cx:pt>
          <cx:pt idx="67135">84.989999999999995</cx:pt>
          <cx:pt idx="67136">84.989999999999995</cx:pt>
          <cx:pt idx="67137">161.72999999999999</cx:pt>
          <cx:pt idx="67138">169.97999999999999</cx:pt>
          <cx:pt idx="67139">152.97999999999999</cx:pt>
          <cx:pt idx="67140">292.45999999999998</cx:pt>
          <cx:pt idx="67141">169.97999999999999</cx:pt>
          <cx:pt idx="67142">76.489999999999995</cx:pt>
          <cx:pt idx="67143">144.94999999999999</cx:pt>
          <cx:pt idx="67144">76.489999999999995</cx:pt>
          <cx:pt idx="67145">169.97999999999999</cx:pt>
          <cx:pt idx="67146">105.98</cx:pt>
          <cx:pt idx="67147">165.69999999999999</cx:pt>
          <cx:pt idx="67148">159.69999999999999</cx:pt>
          <cx:pt idx="67149">239.53999999999999</cx:pt>
          <cx:pt idx="67150">147.59999999999999</cx:pt>
          <cx:pt idx="67151">159.69999999999999</cx:pt>
          <cx:pt idx="67152">239.53999999999999</cx:pt>
          <cx:pt idx="67153">159.69999999999999</cx:pt>
          <cx:pt idx="67154">159.69999999999999</cx:pt>
          <cx:pt idx="67155">239.53999999999999</cx:pt>
          <cx:pt idx="67156">239.53999999999999</cx:pt>
          <cx:pt idx="67157">156.96000000000001</cx:pt>
          <cx:pt idx="67158">99.980000000000004</cx:pt>
          <cx:pt idx="67159">219.97</cx:pt>
          <cx:pt idx="67160">169.97999999999999</cx:pt>
          <cx:pt idx="67161">84.980000000000004</cx:pt>
          <cx:pt idx="67162">-217.96000000000001</cx:pt>
          <cx:pt idx="67163">153.97999999999999</cx:pt>
          <cx:pt idx="67164">126.98</cx:pt>
          <cx:pt idx="67165">191.97</cx:pt>
          <cx:pt idx="67166">79.980000000000004</cx:pt>
          <cx:pt idx="67167">217.96000000000001</cx:pt>
          <cx:pt idx="67168">134.97999999999999</cx:pt>
          <cx:pt idx="67169">79.980000000000004</cx:pt>
          <cx:pt idx="67170">79.980000000000004</cx:pt>
          <cx:pt idx="67171">82.969999999999999</cx:pt>
          <cx:pt idx="67172">92.959999999999994</cx:pt>
          <cx:pt idx="67173">100.95999999999999</cx:pt>
          <cx:pt idx="67174">105.95999999999999</cx:pt>
          <cx:pt idx="67175">64.980000000000004</cx:pt>
          <cx:pt idx="67176">105.95999999999999</cx:pt>
          <cx:pt idx="67177">95.959999999999994</cx:pt>
          <cx:pt idx="67178">73.969999999999999</cx:pt>
          <cx:pt idx="67179">74.969999999999999</cx:pt>
          <cx:pt idx="67180">74.969999999999999</cx:pt>
          <cx:pt idx="67181">51.979999999999997</cx:pt>
          <cx:pt idx="67182">75.969999999999999</cx:pt>
          <cx:pt idx="67183">61.969999999999999</cx:pt>
          <cx:pt idx="67184">125.95</cx:pt>
          <cx:pt idx="67185">57.969999999999999</cx:pt>
          <cx:pt idx="67186">197.97</cx:pt>
          <cx:pt idx="67187">121.98</cx:pt>
          <cx:pt idx="67188">194.13999999999999</cx:pt>
          <cx:pt idx="67189">131.97999999999999</cx:pt>
          <cx:pt idx="67190">131.97999999999999</cx:pt>
          <cx:pt idx="67191">234.97</cx:pt>
          <cx:pt idx="67192">310.69</cx:pt>
          <cx:pt idx="67193">208.96000000000001</cx:pt>
          <cx:pt idx="67194">276.45999999999998</cx:pt>
          <cx:pt idx="67195">170.47999999999999</cx:pt>
          <cx:pt idx="67196">65.989999999999995</cx:pt>
          <cx:pt idx="67197">65.989999999999995</cx:pt>
          <cx:pt idx="67198">126.98</cx:pt>
          <cx:pt idx="67199">72.969999999999999</cx:pt>
          <cx:pt idx="67200">116.98</cx:pt>
          <cx:pt idx="67201">69.969999999999999</cx:pt>
          <cx:pt idx="67202">80.980000000000004</cx:pt>
          <cx:pt idx="67203">31.48</cx:pt>
          <cx:pt idx="67204">80.980000000000004</cx:pt>
          <cx:pt idx="67205">161.96000000000001</cx:pt>
          <cx:pt idx="67206">31.48</cx:pt>
          <cx:pt idx="67207">136.97</cx:pt>
          <cx:pt idx="67208">136.97</cx:pt>
          <cx:pt idx="67209">113.51000000000001</cx:pt>
          <cx:pt idx="67210">121.98</cx:pt>
          <cx:pt idx="67211">75.980000000000004</cx:pt>
          <cx:pt idx="67212">14.99</cx:pt>
          <cx:pt idx="67213">124.23999999999999</cx:pt>
          <cx:pt idx="67214">124.73</cx:pt>
          <cx:pt idx="67215">99.200000000000003</cx:pt>
          <cx:pt idx="67216">124.23999999999999</cx:pt>
          <cx:pt idx="67217">120.36</cx:pt>
          <cx:pt idx="67218">99.200000000000003</cx:pt>
          <cx:pt idx="67219">124.73</cx:pt>
          <cx:pt idx="67220">120.36</cx:pt>
          <cx:pt idx="67221">86.180000000000007</cx:pt>
          <cx:pt idx="67222">194.34999999999999</cx:pt>
          <cx:pt idx="67223">186.37</cx:pt>
          <cx:pt idx="67224">232.46000000000001</cx:pt>
          <cx:pt idx="67225">101.97</cx:pt>
          <cx:pt idx="67226">206.53999999999999</cx:pt>
          <cx:pt idx="67227">171.96000000000001</cx:pt>
          <cx:pt idx="67228">29.98</cx:pt>
          <cx:pt idx="67229">101.97</cx:pt>
          <cx:pt idx="67230">65.989999999999995</cx:pt>
          <cx:pt idx="67231">169.97999999999999</cx:pt>
          <cx:pt idx="67232">98.980000000000004</cx:pt>
          <cx:pt idx="67233">184.97</cx:pt>
          <cx:pt idx="67234">169.97999999999999</cx:pt>
          <cx:pt idx="67235">133.78</cx:pt>
          <cx:pt idx="67236">103.73</cx:pt>
          <cx:pt idx="67237">111.97</cx:pt>
          <cx:pt idx="67238">100.97</cx:pt>
          <cx:pt idx="67239">99.980000000000004</cx:pt>
          <cx:pt idx="67240">118.95999999999999</cx:pt>
          <cx:pt idx="67241">51.289999999999999</cx:pt>
          <cx:pt idx="67242">99.980000000000004</cx:pt>
          <cx:pt idx="67243">99.980000000000004</cx:pt>
          <cx:pt idx="67244">99.980000000000004</cx:pt>
          <cx:pt idx="67245">99.980000000000004</cx:pt>
          <cx:pt idx="67246">99.980000000000004</cx:pt>
          <cx:pt idx="67247">149.97</cx:pt>
          <cx:pt idx="67248">99.980000000000004</cx:pt>
          <cx:pt idx="67249">149.97</cx:pt>
          <cx:pt idx="67250">96.579999999999998</cx:pt>
          <cx:pt idx="67251">19.280000000000001</cx:pt>
          <cx:pt idx="67252">101.97</cx:pt>
          <cx:pt idx="67253">358.94999999999999</cx:pt>
          <cx:pt idx="67254">152.97999999999999</cx:pt>
          <cx:pt idx="67255">404.83999999999997</cx:pt>
          <cx:pt idx="67256">131.97999999999999</cx:pt>
          <cx:pt idx="67257">141.96000000000001</cx:pt>
          <cx:pt idx="67258">305.95999999999998</cx:pt>
          <cx:pt idx="67259">79.849999999999994</cx:pt>
          <cx:pt idx="67260">123.37</cx:pt>
          <cx:pt idx="67261">96.780000000000001</cx:pt>
          <cx:pt idx="67262">96.780000000000001</cx:pt>
          <cx:pt idx="67263">159.69999999999999</cx:pt>
          <cx:pt idx="67264">128.24000000000001</cx:pt>
          <cx:pt idx="67265">77.400000000000006</cx:pt>
          <cx:pt idx="67266">96.780000000000001</cx:pt>
          <cx:pt idx="67267">108.86</cx:pt>
          <cx:pt idx="67268">94.359999999999999</cx:pt>
          <cx:pt idx="67269">108.86</cx:pt>
          <cx:pt idx="67270">91.909999999999997</cx:pt>
          <cx:pt idx="67271">116.69</cx:pt>
          <cx:pt idx="67272">106.93000000000001</cx:pt>
          <cx:pt idx="67273">126.67</cx:pt>
          <cx:pt idx="67274">120.65000000000001</cx:pt>
          <cx:pt idx="67275">131.97999999999999</cx:pt>
          <cx:pt idx="67276">118.78</cx:pt>
          <cx:pt idx="67277">118.78</cx:pt>
          <cx:pt idx="67278">121.98</cx:pt>
          <cx:pt idx="67279">145.18000000000001</cx:pt>
          <cx:pt idx="67280">145.22</cx:pt>
          <cx:pt idx="67281">173.5</cx:pt>
          <cx:pt idx="67282">80.980000000000004</cx:pt>
          <cx:pt idx="67283">55.490000000000002</cx:pt>
          <cx:pt idx="67284">55.490000000000002</cx:pt>
          <cx:pt idx="67285">54.990000000000002</cx:pt>
          <cx:pt idx="67286">54.990000000000002</cx:pt>
          <cx:pt idx="67287">204.94999999999999</cx:pt>
          <cx:pt idx="67288">110.97</cx:pt>
          <cx:pt idx="67289">76.489999999999995</cx:pt>
          <cx:pt idx="67290">119.97</cx:pt>
          <cx:pt idx="67291">124.95999999999999</cx:pt>
          <cx:pt idx="67292">252.93000000000001</cx:pt>
          <cx:pt idx="67293">224.94</cx:pt>
          <cx:pt idx="67294">111.95999999999999</cx:pt>
          <cx:pt idx="67295">196.94999999999999</cx:pt>
          <cx:pt idx="67296">224.94</cx:pt>
          <cx:pt idx="67297">137.96000000000001</cx:pt>
          <cx:pt idx="67298">111.95999999999999</cx:pt>
          <cx:pt idx="67299">111.95999999999999</cx:pt>
          <cx:pt idx="67300">224.94</cx:pt>
          <cx:pt idx="67301">136.74000000000001</cx:pt>
          <cx:pt idx="67302">136.74000000000001</cx:pt>
          <cx:pt idx="67303">129.53</cx:pt>
          <cx:pt idx="67304">179.90000000000001</cx:pt>
          <cx:pt idx="67305">129.53</cx:pt>
          <cx:pt idx="67306">135.91999999999999</cx:pt>
          <cx:pt idx="67307">135.91999999999999</cx:pt>
          <cx:pt idx="67308">179.90000000000001</cx:pt>
          <cx:pt idx="67309">143.91999999999999</cx:pt>
          <cx:pt idx="67310">143.91999999999999</cx:pt>
          <cx:pt idx="67311">143.91999999999999</cx:pt>
          <cx:pt idx="67312">103.94</cx:pt>
          <cx:pt idx="67313">103.94</cx:pt>
          <cx:pt idx="67314">143.91999999999999</cx:pt>
          <cx:pt idx="67315">143.91999999999999</cx:pt>
          <cx:pt idx="67316">143.91999999999999</cx:pt>
          <cx:pt idx="67317">125.93000000000001</cx:pt>
          <cx:pt idx="67318">189.90000000000001</cx:pt>
          <cx:pt idx="67319">189.90000000000001</cx:pt>
          <cx:pt idx="67320">143.91999999999999</cx:pt>
          <cx:pt idx="67321">143.91999999999999</cx:pt>
          <cx:pt idx="67322">125.93000000000001</cx:pt>
          <cx:pt idx="67323">143.91999999999999</cx:pt>
          <cx:pt idx="67324">143.91999999999999</cx:pt>
          <cx:pt idx="67325">396.05000000000001</cx:pt>
          <cx:pt idx="67326">399.24000000000001</cx:pt>
          <cx:pt idx="67327">289.13999999999999</cx:pt>
          <cx:pt idx="67328">391.25</cx:pt>
          <cx:pt idx="67329">254.97</cx:pt>
          <cx:pt idx="67330">265.94</cx:pt>
          <cx:pt idx="67331">246.44999999999999</cx:pt>
          <cx:pt idx="67332">224.94</cx:pt>
          <cx:pt idx="67333">209.44</cx:pt>
          <cx:pt idx="67334">130.19999999999999</cx:pt>
          <cx:pt idx="67335">129.96000000000001</cx:pt>
          <cx:pt idx="67336">94.959999999999994</cx:pt>
          <cx:pt idx="67337">109.95999999999999</cx:pt>
          <cx:pt idx="67338">109.95999999999999</cx:pt>
          <cx:pt idx="67339">92.450000000000003</cx:pt>
          <cx:pt idx="67340">167.44999999999999</cx:pt>
          <cx:pt idx="67341">91.079999999999998</cx:pt>
          <cx:pt idx="67342">199.47</cx:pt>
          <cx:pt idx="67343">197.97</cx:pt>
          <cx:pt idx="67344">131.97999999999999</cx:pt>
          <cx:pt idx="67345">181.97</cx:pt>
          <cx:pt idx="67346">131.97999999999999</cx:pt>
          <cx:pt idx="67347">200.97</cx:pt>
          <cx:pt idx="67348">176.94999999999999</cx:pt>
          <cx:pt idx="67349">194.96000000000001</cx:pt>
          <cx:pt idx="67350">131.97999999999999</cx:pt>
          <cx:pt idx="67351">169.96000000000001</cx:pt>
          <cx:pt idx="67352">98.980000000000004</cx:pt>
          <cx:pt idx="67353">99.980000000000004</cx:pt>
          <cx:pt idx="67354">65.980000000000004</cx:pt>
          <cx:pt idx="67355">59.390000000000001</cx:pt>
          <cx:pt idx="67356">95.670000000000002</cx:pt>
          <cx:pt idx="67357">65.989999999999995</cx:pt>
          <cx:pt idx="67358">99.980000000000004</cx:pt>
          <cx:pt idx="67359">99.980000000000004</cx:pt>
          <cx:pt idx="67360">79.849999999999994</cx:pt>
          <cx:pt idx="67361">195.97</cx:pt>
          <cx:pt idx="67362">116.12</cx:pt>
          <cx:pt idx="67363">79.849999999999994</cx:pt>
          <cx:pt idx="67364">159.69999999999999</cx:pt>
          <cx:pt idx="67365">67.840000000000003</cx:pt>
          <cx:pt idx="67366">79.849999999999994</cx:pt>
          <cx:pt idx="67367">79.849999999999994</cx:pt>
          <cx:pt idx="67368">120.98</cx:pt>
          <cx:pt idx="67369">107.95999999999999</cx:pt>
          <cx:pt idx="67370">114.48</cx:pt>
          <cx:pt idx="67371">89.969999999999999</cx:pt>
          <cx:pt idx="67372">89.969999999999999</cx:pt>
          <cx:pt idx="67373">89.969999999999999</cx:pt>
          <cx:pt idx="67374">119.95999999999999</cx:pt>
          <cx:pt idx="67375">107.95999999999999</cx:pt>
          <cx:pt idx="67376">144.94999999999999</cx:pt>
          <cx:pt idx="67377">114.48</cx:pt>
          <cx:pt idx="67378">144.94999999999999</cx:pt>
          <cx:pt idx="67379">149.94999999999999</cx:pt>
          <cx:pt idx="67380">109.95999999999999</cx:pt>
          <cx:pt idx="67381">109.95999999999999</cx:pt>
          <cx:pt idx="67382">89.969999999999999</cx:pt>
          <cx:pt idx="67383">89.969999999999999</cx:pt>
          <cx:pt idx="67384">119.95999999999999</cx:pt>
          <cx:pt idx="67385">109.95999999999999</cx:pt>
          <cx:pt idx="67386">31.280000000000001</cx:pt>
          <cx:pt idx="67387">31.280000000000001</cx:pt>
          <cx:pt idx="67388">109.95999999999999</cx:pt>
          <cx:pt idx="67389">89.969999999999999</cx:pt>
          <cx:pt idx="67390">149.94999999999999</cx:pt>
          <cx:pt idx="67391">87.980000000000004</cx:pt>
          <cx:pt idx="67392">137.97999999999999</cx:pt>
          <cx:pt idx="67393">102.86</cx:pt>
          <cx:pt idx="67394">78.980000000000004</cx:pt>
          <cx:pt idx="67395">160.96000000000001</cx:pt>
          <cx:pt idx="67396">99.980000000000004</cx:pt>
          <cx:pt idx="67397">89.980000000000004</cx:pt>
          <cx:pt idx="67398">131.97999999999999</cx:pt>
          <cx:pt idx="67399">118.97</cx:pt>
          <cx:pt idx="67400">188.97</cx:pt>
          <cx:pt idx="67401">131.97999999999999</cx:pt>
          <cx:pt idx="67402">80.069999999999993</cx:pt>
          <cx:pt idx="67403">84.989999999999995</cx:pt>
          <cx:pt idx="67404">79.019999999999996</cx:pt>
          <cx:pt idx="67405">139.97</cx:pt>
          <cx:pt idx="67406">84.989999999999995</cx:pt>
          <cx:pt idx="67407">72.239999999999995</cx:pt>
          <cx:pt idx="67408">134.97999999999999</cx:pt>
          <cx:pt idx="67409">84.989999999999995</cx:pt>
          <cx:pt idx="67410">84.989999999999995</cx:pt>
          <cx:pt idx="67411">121.48</cx:pt>
          <cx:pt idx="67412">121.48</cx:pt>
          <cx:pt idx="67413">65.989999999999995</cx:pt>
          <cx:pt idx="67414">29.98</cx:pt>
          <cx:pt idx="67415">134.97999999999999</cx:pt>
          <cx:pt idx="67416">134.97999999999999</cx:pt>
          <cx:pt idx="67417">114.73</cx:pt>
          <cx:pt idx="67418">127.47</cx:pt>
          <cx:pt idx="67419">149.97</cx:pt>
          <cx:pt idx="67420">84.989999999999995</cx:pt>
          <cx:pt idx="67421">41.289999999999999</cx:pt>
          <cx:pt idx="67422">84.980000000000004</cx:pt>
          <cx:pt idx="67423">108.97</cx:pt>
          <cx:pt idx="67424">189.97</cx:pt>
          <cx:pt idx="67425">134.97999999999999</cx:pt>
          <cx:pt idx="67426">84.989999999999995</cx:pt>
          <cx:pt idx="67427">153.97999999999999</cx:pt>
          <cx:pt idx="67428">189.97</cx:pt>
          <cx:pt idx="67429">169.97999999999999</cx:pt>
          <cx:pt idx="67430">169.97999999999999</cx:pt>
          <cx:pt idx="67431">53.979999999999997</cx:pt>
          <cx:pt idx="67432">59.979999999999997</cx:pt>
          <cx:pt idx="67433">57.979999999999997</cx:pt>
          <cx:pt idx="67434">53.979999999999997</cx:pt>
          <cx:pt idx="67435">53.979999999999997</cx:pt>
          <cx:pt idx="67436">53.43</cx:pt>
          <cx:pt idx="67437">59.979999999999997</cx:pt>
          <cx:pt idx="67438">56.759999999999998</cx:pt>
          <cx:pt idx="67439">59.979999999999997</cx:pt>
          <cx:pt idx="67440">53.979999999999997</cx:pt>
          <cx:pt idx="67441">59.979999999999997</cx:pt>
          <cx:pt idx="67442">57.270000000000003</cx:pt>
          <cx:pt idx="67443">50.759999999999998</cx:pt>
          <cx:pt idx="67444">54.979999999999997</cx:pt>
          <cx:pt idx="67445">52.979999999999997</cx:pt>
          <cx:pt idx="67446">74.969999999999999</cx:pt>
          <cx:pt idx="67447">59.979999999999997</cx:pt>
          <cx:pt idx="67448">52.979999999999997</cx:pt>
          <cx:pt idx="67449">59.979999999999997</cx:pt>
          <cx:pt idx="67450">65.980000000000004</cx:pt>
          <cx:pt idx="67451">52.780000000000001</cx:pt>
          <cx:pt idx="67452">57.979999999999997</cx:pt>
          <cx:pt idx="67453">48.579999999999998</cx:pt>
          <cx:pt idx="67454">124.59</cx:pt>
          <cx:pt idx="67455">94.840000000000003</cx:pt>
          <cx:pt idx="67456">159.69999999999999</cx:pt>
          <cx:pt idx="67457">139.97999999999999</cx:pt>
          <cx:pt idx="67458">71.859999999999999</cx:pt>
          <cx:pt idx="67459">45.939999999999998</cx:pt>
          <cx:pt idx="67460">159.69999999999999</cx:pt>
          <cx:pt idx="67461">99.980000000000004</cx:pt>
          <cx:pt idx="67462">148.08000000000001</cx:pt>
          <cx:pt idx="67463">143.96000000000001</cx:pt>
          <cx:pt idx="67464">138.94999999999999</cx:pt>
          <cx:pt idx="67465">159.96000000000001</cx:pt>
          <cx:pt idx="67466">159.94</cx:pt>
          <cx:pt idx="67467">136.58000000000001</cx:pt>
          <cx:pt idx="67468">84.989999999999995</cx:pt>
          <cx:pt idx="67469">208.94999999999999</cx:pt>
          <cx:pt idx="67470">23.98</cx:pt>
          <cx:pt idx="67471">84.989999999999995</cx:pt>
          <cx:pt idx="67472">41.490000000000002</cx:pt>
          <cx:pt idx="67473">104.98</cx:pt>
          <cx:pt idx="67474">193.96000000000001</cx:pt>
          <cx:pt idx="67475">169.97999999999999</cx:pt>
          <cx:pt idx="67476">201.96000000000001</cx:pt>
          <cx:pt idx="67477">108.97</cx:pt>
          <cx:pt idx="67478">84.989999999999995</cx:pt>
          <cx:pt idx="67479">59.390000000000001</cx:pt>
          <cx:pt idx="67480">65.989999999999995</cx:pt>
          <cx:pt idx="67481">65.989999999999995</cx:pt>
          <cx:pt idx="67482">84.989999999999995</cx:pt>
          <cx:pt idx="67483">65.989999999999995</cx:pt>
          <cx:pt idx="67484">72.239999999999995</cx:pt>
          <cx:pt idx="67485">65.989999999999995</cx:pt>
          <cx:pt idx="67486">65.989999999999995</cx:pt>
          <cx:pt idx="67487">84.989999999999995</cx:pt>
          <cx:pt idx="67488">84.989999999999995</cx:pt>
          <cx:pt idx="67489">84.989999999999995</cx:pt>
          <cx:pt idx="67490">59.390000000000001</cx:pt>
          <cx:pt idx="67491">65.989999999999995</cx:pt>
          <cx:pt idx="67492">51.490000000000002</cx:pt>
          <cx:pt idx="67493">104.98</cx:pt>
          <cx:pt idx="67494">69.980000000000004</cx:pt>
          <cx:pt idx="67495">69.980000000000004</cx:pt>
          <cx:pt idx="67496">92.829999999999998</cx:pt>
          <cx:pt idx="67497">104.98</cx:pt>
          <cx:pt idx="67498">104.98</cx:pt>
          <cx:pt idx="67499">51.490000000000002</cx:pt>
          <cx:pt idx="67500">42.240000000000002</cx:pt>
          <cx:pt idx="67501">104.98</cx:pt>
          <cx:pt idx="67502">104.98</cx:pt>
          <cx:pt idx="67503">69.980000000000004</cx:pt>
          <cx:pt idx="67504">89.980000000000004</cx:pt>
          <cx:pt idx="67505">104.98</cx:pt>
          <cx:pt idx="67506">104.98</cx:pt>
          <cx:pt idx="67507">107.45</cx:pt>
          <cx:pt idx="67508">93.670000000000002</cx:pt>
          <cx:pt idx="67509">107.45</cx:pt>
          <cx:pt idx="67510">107.45</cx:pt>
          <cx:pt idx="67511">128.94</cx:pt>
          <cx:pt idx="67512">107.45</cx:pt>
          <cx:pt idx="67513">107.45</cx:pt>
          <cx:pt idx="67514">107.45</cx:pt>
          <cx:pt idx="67515">46.280000000000001</cx:pt>
          <cx:pt idx="67516">107.45</cx:pt>
          <cx:pt idx="67517">128.94</cx:pt>
          <cx:pt idx="67518">107.45</cx:pt>
          <cx:pt idx="67519">69.989999999999995</cx:pt>
          <cx:pt idx="67520">96.760000000000005</cx:pt>
          <cx:pt idx="67521">87.079999999999998</cx:pt>
          <cx:pt idx="67522">72.560000000000002</cx:pt>
          <cx:pt idx="67523">105.98</cx:pt>
          <cx:pt idx="67524">105.98</cx:pt>
          <cx:pt idx="67525">105.98</cx:pt>
          <cx:pt idx="67526">105.98</cx:pt>
          <cx:pt idx="67527">105.98</cx:pt>
          <cx:pt idx="67528">74.969999999999999</cx:pt>
          <cx:pt idx="67529">74.969999999999999</cx:pt>
          <cx:pt idx="67530">53.700000000000003</cx:pt>
          <cx:pt idx="67531">105.98</cx:pt>
          <cx:pt idx="67532">53.700000000000003</cx:pt>
          <cx:pt idx="67533">105.98</cx:pt>
          <cx:pt idx="67534">105.98</cx:pt>
          <cx:pt idx="67535">105.98</cx:pt>
          <cx:pt idx="67536">105.98</cx:pt>
          <cx:pt idx="67537">105.98</cx:pt>
          <cx:pt idx="67538">105.98</cx:pt>
          <cx:pt idx="67539">90.079999999999998</cx:pt>
          <cx:pt idx="67540">79.980000000000004</cx:pt>
          <cx:pt idx="67541">101.98</cx:pt>
          <cx:pt idx="67542">79.980000000000004</cx:pt>
          <cx:pt idx="67543">105.98</cx:pt>
          <cx:pt idx="67544">105.98</cx:pt>
          <cx:pt idx="67545">105.98</cx:pt>
          <cx:pt idx="67546">90.079999999999998</cx:pt>
          <cx:pt idx="67547">105.98</cx:pt>
          <cx:pt idx="67548">105.98</cx:pt>
          <cx:pt idx="67549">105.98</cx:pt>
          <cx:pt idx="67550">105.98</cx:pt>
          <cx:pt idx="67551">105.98</cx:pt>
          <cx:pt idx="67552">101.98</cx:pt>
          <cx:pt idx="67553">169.97999999999999</cx:pt>
          <cx:pt idx="67554">65.989999999999995</cx:pt>
          <cx:pt idx="67555">169.97999999999999</cx:pt>
          <cx:pt idx="67556">169.97999999999999</cx:pt>
          <cx:pt idx="67557">131.97999999999999</cx:pt>
          <cx:pt idx="67558">169.97999999999999</cx:pt>
          <cx:pt idx="67559">169.97999999999999</cx:pt>
          <cx:pt idx="67560">169.97999999999999</cx:pt>
          <cx:pt idx="67561">169.97999999999999</cx:pt>
          <cx:pt idx="67562">134.94</cx:pt>
          <cx:pt idx="67563">169.97999999999999</cx:pt>
          <cx:pt idx="67564">169.97999999999999</cx:pt>
          <cx:pt idx="67565">99.980000000000004</cx:pt>
          <cx:pt idx="67566">101.94</cx:pt>
          <cx:pt idx="67567">115.94</cx:pt>
          <cx:pt idx="67568">169.97999999999999</cx:pt>
          <cx:pt idx="67569">144.94</cx:pt>
          <cx:pt idx="67570">169.97999999999999</cx:pt>
          <cx:pt idx="67571">119.95999999999999</cx:pt>
          <cx:pt idx="67572">85.969999999999999</cx:pt>
          <cx:pt idx="67573">65.989999999999995</cx:pt>
          <cx:pt idx="67574">39.490000000000002</cx:pt>
          <cx:pt idx="67575">61.969999999999999</cx:pt>
          <cx:pt idx="67576">83.969999999999999</cx:pt>
          <cx:pt idx="67577">65.989999999999995</cx:pt>
          <cx:pt idx="67578">65.989999999999995</cx:pt>
          <cx:pt idx="67579">65.989999999999995</cx:pt>
          <cx:pt idx="67580">147.86000000000001</cx:pt>
          <cx:pt idx="67581">157.86000000000001</cx:pt>
          <cx:pt idx="67582">121.98</cx:pt>
          <cx:pt idx="67583">85.670000000000002</cx:pt>
          <cx:pt idx="67584">131.97999999999999</cx:pt>
          <cx:pt idx="67585">131.97999999999999</cx:pt>
          <cx:pt idx="67586">89.980000000000004</cx:pt>
          <cx:pt idx="67587">84.989999999999995</cx:pt>
          <cx:pt idx="67588">90.079999999999998</cx:pt>
          <cx:pt idx="67589">104.97</cx:pt>
          <cx:pt idx="67590">211.94999999999999</cx:pt>
          <cx:pt idx="67591">139.97</cx:pt>
          <cx:pt idx="67592">101.48</cx:pt>
          <cx:pt idx="67593">169.97999999999999</cx:pt>
          <cx:pt idx="67594">84.989999999999995</cx:pt>
          <cx:pt idx="67595">71.379999999999995</cx:pt>
          <cx:pt idx="67596">142.97</cx:pt>
          <cx:pt idx="67597">74.620000000000005</cx:pt>
          <cx:pt idx="67598">189.97</cx:pt>
          <cx:pt idx="67599">148.97999999999999</cx:pt>
          <cx:pt idx="67600">188.36000000000001</cx:pt>
          <cx:pt idx="67601">169.97999999999999</cx:pt>
          <cx:pt idx="67602">156.16999999999999</cx:pt>
          <cx:pt idx="67603">263.60000000000002</cx:pt>
          <cx:pt idx="67604">142.97999999999999</cx:pt>
          <cx:pt idx="67605">157.97</cx:pt>
          <cx:pt idx="67606">56.450000000000003</cx:pt>
          <cx:pt idx="67607">93.980000000000004</cx:pt>
          <cx:pt idx="67608">89.980000000000004</cx:pt>
          <cx:pt idx="67609">169.97999999999999</cx:pt>
          <cx:pt idx="67610">84.989999999999995</cx:pt>
          <cx:pt idx="67611">99.980000000000004</cx:pt>
          <cx:pt idx="67612">169.97999999999999</cx:pt>
          <cx:pt idx="67613">99.980000000000004</cx:pt>
          <cx:pt idx="67614">51.289999999999999</cx:pt>
          <cx:pt idx="67615">84.980000000000004</cx:pt>
          <cx:pt idx="67616">99.980000000000004</cx:pt>
          <cx:pt idx="67617">161.94</cx:pt>
          <cx:pt idx="67618">153.94999999999999</cx:pt>
          <cx:pt idx="67619">52.969999999999999</cx:pt>
          <cx:pt idx="67620">65.989999999999995</cx:pt>
          <cx:pt idx="67621">65.959999999999994</cx:pt>
          <cx:pt idx="67622">89.980000000000004</cx:pt>
          <cx:pt idx="67623">85.980000000000004</cx:pt>
          <cx:pt idx="67624">55.969999999999999</cx:pt>
          <cx:pt idx="67625">70.859999999999999</cx:pt>
          <cx:pt idx="67626">59.359999999999999</cx:pt>
          <cx:pt idx="67627">73.540000000000006</cx:pt>
          <cx:pt idx="67628">-100.97</cx:pt>
          <cx:pt idx="67629">77.939999999999998</cx:pt>
          <cx:pt idx="67630">173.46000000000001</cx:pt>
          <cx:pt idx="67631">145.47</cx:pt>
          <cx:pt idx="67632">181.94999999999999</cx:pt>
          <cx:pt idx="67633">43.479999999999997</cx:pt>
          <cx:pt idx="67634">103.92</cx:pt>
          <cx:pt idx="67635">144.94999999999999</cx:pt>
          <cx:pt idx="67636">100.97</cx:pt>
          <cx:pt idx="67637">153.97999999999999</cx:pt>
          <cx:pt idx="67638">122.91</cx:pt>
          <cx:pt idx="67639">116.97</cx:pt>
          <cx:pt idx="67640">127.45999999999999</cx:pt>
          <cx:pt idx="67641">64.950000000000003</cx:pt>
          <cx:pt idx="67642">74.400000000000006</cx:pt>
          <cx:pt idx="67643">126.18000000000001</cx:pt>
          <cx:pt idx="67644">72.579999999999998</cx:pt>
          <cx:pt idx="67645">128.24000000000001</cx:pt>
          <cx:pt idx="67646">67.739999999999995</cx:pt>
          <cx:pt idx="67647">66.530000000000001</cx:pt>
          <cx:pt idx="67648">73.799999999999997</cx:pt>
          <cx:pt idx="67649">65.319999999999993</cx:pt>
          <cx:pt idx="67650">72.579999999999998</cx:pt>
          <cx:pt idx="67651">123.01000000000001</cx:pt>
          <cx:pt idx="67652">110.06999999999999</cx:pt>
          <cx:pt idx="67653">76.209999999999994</cx:pt>
          <cx:pt idx="67654">105.58</cx:pt>
          <cx:pt idx="67655">55.619999999999997</cx:pt>
          <cx:pt idx="67656">72.579999999999998</cx:pt>
          <cx:pt idx="67657">62.880000000000003</cx:pt>
          <cx:pt idx="67658">66.530000000000001</cx:pt>
          <cx:pt idx="67659">72.579999999999998</cx:pt>
          <cx:pt idx="67660">108.8</cx:pt>
          <cx:pt idx="67661">72.579999999999998</cx:pt>
          <cx:pt idx="67662">89.969999999999999</cx:pt>
          <cx:pt idx="67663">73.370000000000005</cx:pt>
          <cx:pt idx="67664">61.979999999999997</cx:pt>
          <cx:pt idx="67665">89.969999999999999</cx:pt>
          <cx:pt idx="67666">119.95999999999999</cx:pt>
          <cx:pt idx="67667">79.980000000000004</cx:pt>
          <cx:pt idx="67668">73.370000000000005</cx:pt>
          <cx:pt idx="67669">79.159999999999997</cx:pt>
          <cx:pt idx="67670">74.969999999999999</cx:pt>
          <cx:pt idx="67671">89.969999999999999</cx:pt>
          <cx:pt idx="67672">89.969999999999999</cx:pt>
          <cx:pt idx="67673">82.959999999999994</cx:pt>
          <cx:pt idx="67674">55.979999999999997</cx:pt>
          <cx:pt idx="67675">58.979999999999997</cx:pt>
          <cx:pt idx="67676">89.969999999999999</cx:pt>
          <cx:pt idx="67677">82.969999999999999</cx:pt>
          <cx:pt idx="67678">169.97999999999999</cx:pt>
          <cx:pt idx="67679">99.950000000000003</cx:pt>
          <cx:pt idx="67680">121.98</cx:pt>
          <cx:pt idx="67681">159.31999999999999</cx:pt>
          <cx:pt idx="67682">44.479999999999997</cx:pt>
          <cx:pt idx="67683">159.91999999999999</cx:pt>
          <cx:pt idx="67684">131.97999999999999</cx:pt>
          <cx:pt idx="67685">121.97</cx:pt>
          <cx:pt idx="67686">84.989999999999995</cx:pt>
          <cx:pt idx="67687">84.989999999999995</cx:pt>
          <cx:pt idx="67688">79.390000000000001</cx:pt>
          <cx:pt idx="67689">84.989999999999995</cx:pt>
          <cx:pt idx="67690">84.989999999999995</cx:pt>
          <cx:pt idx="67691">84.989999999999995</cx:pt>
          <cx:pt idx="67692">84.989999999999995</cx:pt>
          <cx:pt idx="67693">84.989999999999995</cx:pt>
          <cx:pt idx="67694">82.790000000000006</cx:pt>
          <cx:pt idx="67695">84.989999999999995</cx:pt>
          <cx:pt idx="67696">81.590000000000003</cx:pt>
          <cx:pt idx="67697">84.989999999999995</cx:pt>
          <cx:pt idx="67698">84.989999999999995</cx:pt>
          <cx:pt idx="67699">50.539999999999999</cx:pt>
          <cx:pt idx="67700">84.989999999999995</cx:pt>
          <cx:pt idx="67701">131.97999999999999</cx:pt>
          <cx:pt idx="67702">131.97999999999999</cx:pt>
          <cx:pt idx="67703">131.97999999999999</cx:pt>
          <cx:pt idx="67704">131.97999999999999</cx:pt>
          <cx:pt idx="67705">121.12</cx:pt>
          <cx:pt idx="67706">121.12</cx:pt>
          <cx:pt idx="67707">220.94</cx:pt>
          <cx:pt idx="67708">131.97999999999999</cx:pt>
          <cx:pt idx="67709">189.94</cx:pt>
          <cx:pt idx="67710">189.94</cx:pt>
          <cx:pt idx="67711">220.94</cx:pt>
          <cx:pt idx="67712">131.97999999999999</cx:pt>
          <cx:pt idx="67713">131.97999999999999</cx:pt>
          <cx:pt idx="67714">131.97999999999999</cx:pt>
          <cx:pt idx="67715">184.91</cx:pt>
          <cx:pt idx="67716">121.61</cx:pt>
          <cx:pt idx="67717">79.980000000000004</cx:pt>
          <cx:pt idx="67718">84.969999999999999</cx:pt>
          <cx:pt idx="67719">89.980000000000004</cx:pt>
          <cx:pt idx="67720">214.94999999999999</cx:pt>
          <cx:pt idx="67721">194.91999999999999</cx:pt>
          <cx:pt idx="67722">184.97</cx:pt>
          <cx:pt idx="67723">94.969999999999999</cx:pt>
          <cx:pt idx="67724">79.980000000000004</cx:pt>
          <cx:pt idx="67725">79.980000000000004</cx:pt>
          <cx:pt idx="67726">95.469999999999999</cx:pt>
          <cx:pt idx="67727">59.979999999999997</cx:pt>
          <cx:pt idx="67728">77.980000000000004</cx:pt>
          <cx:pt idx="67729">55.979999999999997</cx:pt>
          <cx:pt idx="67730">73.980000000000004</cx:pt>
          <cx:pt idx="67731">78.780000000000001</cx:pt>
          <cx:pt idx="67732">109.16</cx:pt>
          <cx:pt idx="67733">64.280000000000001</cx:pt>
          <cx:pt idx="67734">79.180000000000007</cx:pt>
          <cx:pt idx="67735">79.180000000000007</cx:pt>
          <cx:pt idx="67736">69.170000000000002</cx:pt>
          <cx:pt idx="67737">79.959999999999994</cx:pt>
          <cx:pt idx="67738">79.180000000000007</cx:pt>
          <cx:pt idx="67739">93.099999999999994</cx:pt>
          <cx:pt idx="67740">68.969999999999999</cx:pt>
          <cx:pt idx="67741">73.980000000000004</cx:pt>
          <cx:pt idx="67742">82.969999999999999</cx:pt>
          <cx:pt idx="67743">91.959999999999994</cx:pt>
          <cx:pt idx="67744">153.37</cx:pt>
          <cx:pt idx="67745">61.979999999999997</cx:pt>
          <cx:pt idx="67746">91.959999999999994</cx:pt>
          <cx:pt idx="67747">141.94999999999999</cx:pt>
          <cx:pt idx="67748">101.95999999999999</cx:pt>
          <cx:pt idx="67749">75.980000000000004</cx:pt>
          <cx:pt idx="67750">122.94</cx:pt>
          <cx:pt idx="67751">110.98</cx:pt>
          <cx:pt idx="67752">98.400000000000006</cx:pt>
          <cx:pt idx="67753">131.97999999999999</cx:pt>
          <cx:pt idx="67754">277.94999999999999</cx:pt>
          <cx:pt idx="67755">65.959999999999994</cx:pt>
          <cx:pt idx="67756">28.16</cx:pt>
          <cx:pt idx="67757">65.989999999999995</cx:pt>
          <cx:pt idx="67758">295.39999999999998</cx:pt>
          <cx:pt idx="67759">224.96000000000001</cx:pt>
          <cx:pt idx="67760">199.66</cx:pt>
          <cx:pt idx="67761">98.930000000000007</cx:pt>
          <cx:pt idx="67762">99.420000000000002</cx:pt>
          <cx:pt idx="67763">74.969999999999999</cx:pt>
          <cx:pt idx="67764">72.239999999999995</cx:pt>
          <cx:pt idx="67765">58.969999999999999</cx:pt>
          <cx:pt idx="67766">96.719999999999999</cx:pt>
          <cx:pt idx="67767">69.980000000000004</cx:pt>
          <cx:pt idx="67768">65.980000000000004</cx:pt>
          <cx:pt idx="67769">115.8</cx:pt>
          <cx:pt idx="67770">62.979999999999997</cx:pt>
          <cx:pt idx="67771">62.789999999999999</cx:pt>
          <cx:pt idx="67772">115.95999999999999</cx:pt>
          <cx:pt idx="67773">99.359999999999999</cx:pt>
          <cx:pt idx="67774">62.899999999999999</cx:pt>
          <cx:pt idx="67775">108.86</cx:pt>
          <cx:pt idx="67776">123.37</cx:pt>
          <cx:pt idx="67777">118.54000000000001</cx:pt>
          <cx:pt idx="67778">188.71000000000001</cx:pt>
          <cx:pt idx="67779">123.37</cx:pt>
          <cx:pt idx="67780">123.37</cx:pt>
          <cx:pt idx="67781">110.06999999999999</cx:pt>
          <cx:pt idx="67782">108.86</cx:pt>
          <cx:pt idx="67783">-123.37</cx:pt>
          <cx:pt idx="67784">79.849999999999994</cx:pt>
          <cx:pt idx="67785">72.540000000000006</cx:pt>
          <cx:pt idx="67786">111.04000000000001</cx:pt>
          <cx:pt idx="67787">79.849999999999994</cx:pt>
          <cx:pt idx="67788">84.989999999999995</cx:pt>
          <cx:pt idx="67789">84.989999999999995</cx:pt>
          <cx:pt idx="67790">84.989999999999995</cx:pt>
          <cx:pt idx="67791">84.989999999999995</cx:pt>
          <cx:pt idx="67792">189.96000000000001</cx:pt>
          <cx:pt idx="67793">84.989999999999995</cx:pt>
          <cx:pt idx="67794">99.980000000000004</cx:pt>
          <cx:pt idx="67795">84.989999999999995</cx:pt>
          <cx:pt idx="67796">83.980000000000004</cx:pt>
          <cx:pt idx="67797">84.989999999999995</cx:pt>
          <cx:pt idx="67798">84.989999999999995</cx:pt>
          <cx:pt idx="67799">84.989999999999995</cx:pt>
          <cx:pt idx="67800">159.94999999999999</cx:pt>
          <cx:pt idx="67801">94.969999999999999</cx:pt>
          <cx:pt idx="67802">159.94999999999999</cx:pt>
          <cx:pt idx="67803">109.17</cx:pt>
          <cx:pt idx="67804">105.98</cx:pt>
          <cx:pt idx="67805">131.97999999999999</cx:pt>
          <cx:pt idx="67806">79.980000000000004</cx:pt>
          <cx:pt idx="67807">74.810000000000002</cx:pt>
          <cx:pt idx="67808">79.969999999999999</cx:pt>
          <cx:pt idx="67809">64.980000000000004</cx:pt>
          <cx:pt idx="67810">58.979999999999997</cx:pt>
          <cx:pt idx="67811">71.480000000000004</cx:pt>
          <cx:pt idx="67812">84.989999999999995</cx:pt>
          <cx:pt idx="67813">48.020000000000003</cx:pt>
          <cx:pt idx="67814">84.989999999999995</cx:pt>
          <cx:pt idx="67815">84.989999999999995</cx:pt>
          <cx:pt idx="67816">84.989999999999995</cx:pt>
          <cx:pt idx="67817">84.989999999999995</cx:pt>
          <cx:pt idx="67818">58.979999999999997</cx:pt>
          <cx:pt idx="67819">62.960000000000001</cx:pt>
          <cx:pt idx="67820">84.989999999999995</cx:pt>
          <cx:pt idx="67821">76.469999999999999</cx:pt>
          <cx:pt idx="67822">119.98</cx:pt>
          <cx:pt idx="67823">51.289999999999999</cx:pt>
          <cx:pt idx="67824">54.990000000000002</cx:pt>
          <cx:pt idx="67825">70.980000000000004</cx:pt>
          <cx:pt idx="67826">61.979999999999997</cx:pt>
          <cx:pt idx="67827">444.94</cx:pt>
          <cx:pt idx="67828">169.96000000000001</cx:pt>
          <cx:pt idx="67829">339.95999999999998</cx:pt>
          <cx:pt idx="67830">169.97999999999999</cx:pt>
          <cx:pt idx="67831">229.97</cx:pt>
          <cx:pt idx="67832">229.97</cx:pt>
          <cx:pt idx="67833">219.97</cx:pt>
          <cx:pt idx="67834">219.97</cx:pt>
          <cx:pt idx="67835">99.980000000000004</cx:pt>
          <cx:pt idx="67836">254.97</cx:pt>
          <cx:pt idx="67837">254.97</cx:pt>
          <cx:pt idx="67838">99.980000000000004</cx:pt>
          <cx:pt idx="67839">254.97</cx:pt>
          <cx:pt idx="67840">129.97</cx:pt>
          <cx:pt idx="67841">254.97</cx:pt>
          <cx:pt idx="67842">129.97</cx:pt>
          <cx:pt idx="67843">184.97</cx:pt>
          <cx:pt idx="67844">184.97</cx:pt>
          <cx:pt idx="67845">169.97999999999999</cx:pt>
          <cx:pt idx="67846">153.97999999999999</cx:pt>
          <cx:pt idx="67847">206.96000000000001</cx:pt>
          <cx:pt idx="67848">159.97999999999999</cx:pt>
          <cx:pt idx="67849">160.97999999999999</cx:pt>
          <cx:pt idx="67850">153.97999999999999</cx:pt>
          <cx:pt idx="67851">169.97999999999999</cx:pt>
          <cx:pt idx="67852">169.97999999999999</cx:pt>
          <cx:pt idx="67853">54.990000000000002</cx:pt>
          <cx:pt idx="67854">84.989999999999995</cx:pt>
          <cx:pt idx="67855">80.980000000000004</cx:pt>
          <cx:pt idx="67856">104.95999999999999</cx:pt>
          <cx:pt idx="67857">137.97999999999999</cx:pt>
          <cx:pt idx="67858">99.980000000000004</cx:pt>
          <cx:pt idx="67859">84.989999999999995</cx:pt>
          <cx:pt idx="67860">84.989999999999995</cx:pt>
          <cx:pt idx="67861">84.989999999999995</cx:pt>
          <cx:pt idx="67862">79.980000000000004</cx:pt>
          <cx:pt idx="67863">137.97999999999999</cx:pt>
          <cx:pt idx="67864">84.989999999999995</cx:pt>
          <cx:pt idx="67865">94.980000000000004</cx:pt>
          <cx:pt idx="67866">84.989999999999995</cx:pt>
          <cx:pt idx="67867">146.97</cx:pt>
          <cx:pt idx="67868">84.989999999999995</cx:pt>
          <cx:pt idx="67869">79.25</cx:pt>
          <cx:pt idx="67870">61.979999999999997</cx:pt>
          <cx:pt idx="67871">89.980000000000004</cx:pt>
          <cx:pt idx="67872">61.979999999999997</cx:pt>
          <cx:pt idx="67873">64.769999999999996</cx:pt>
          <cx:pt idx="67874">82.469999999999999</cx:pt>
          <cx:pt idx="67875">84.989999999999995</cx:pt>
          <cx:pt idx="67876">55.979999999999997</cx:pt>
          <cx:pt idx="67877">55.979999999999997</cx:pt>
          <cx:pt idx="67878">55.979999999999997</cx:pt>
          <cx:pt idx="67879">103.67</cx:pt>
          <cx:pt idx="67880">55.979999999999997</cx:pt>
          <cx:pt idx="67881">61.979999999999997</cx:pt>
          <cx:pt idx="67882">100.97</cx:pt>
          <cx:pt idx="67883">61.979999999999997</cx:pt>
          <cx:pt idx="67884">85.969999999999999</cx:pt>
          <cx:pt idx="67885">84.989999999999995</cx:pt>
          <cx:pt idx="67886">72.969999999999999</cx:pt>
          <cx:pt idx="67887">95.980000000000004</cx:pt>
          <cx:pt idx="67888">51.280000000000001</cx:pt>
          <cx:pt idx="67889">73.969999999999999</cx:pt>
          <cx:pt idx="67890">67.329999999999998</cx:pt>
          <cx:pt idx="67891">69.980000000000004</cx:pt>
          <cx:pt idx="67892">43.759999999999998</cx:pt>
          <cx:pt idx="67893">55.979999999999997</cx:pt>
          <cx:pt idx="67894">105.97</cx:pt>
          <cx:pt idx="67895">79.980000000000004</cx:pt>
          <cx:pt idx="67896">104.97</cx:pt>
          <cx:pt idx="67897">58.979999999999997</cx:pt>
          <cx:pt idx="67898">46.280000000000001</cx:pt>
          <cx:pt idx="67899">55.969999999999999</cx:pt>
          <cx:pt idx="67900">63.979999999999997</cx:pt>
          <cx:pt idx="67901">85.969999999999999</cx:pt>
          <cx:pt idx="67902">59.979999999999997</cx:pt>
          <cx:pt idx="67903">47.280000000000001</cx:pt>
          <cx:pt idx="67904">49.990000000000002</cx:pt>
          <cx:pt idx="67905">47.280000000000001</cx:pt>
          <cx:pt idx="67906">73.969999999999999</cx:pt>
          <cx:pt idx="67907">68.920000000000002</cx:pt>
          <cx:pt idx="67908">84.989999999999995</cx:pt>
          <cx:pt idx="67909">59.979999999999997</cx:pt>
          <cx:pt idx="67910">84.989999999999995</cx:pt>
          <cx:pt idx="67911">84.989999999999995</cx:pt>
          <cx:pt idx="67912">165.91999999999999</cx:pt>
          <cx:pt idx="67913">82.439999999999998</cx:pt>
          <cx:pt idx="67914">84.989999999999995</cx:pt>
          <cx:pt idx="67915">80.739999999999995</cx:pt>
          <cx:pt idx="67916">84.989999999999995</cx:pt>
          <cx:pt idx="67917">153.97999999999999</cx:pt>
          <cx:pt idx="67918">161.15000000000001</cx:pt>
          <cx:pt idx="67919">59.979999999999997</cx:pt>
          <cx:pt idx="67920">89.980000000000004</cx:pt>
          <cx:pt idx="67921">84.989999999999995</cx:pt>
          <cx:pt idx="67922">83.290000000000006</cx:pt>
          <cx:pt idx="67923">84.989999999999995</cx:pt>
          <cx:pt idx="67924">99.969999999999999</cx:pt>
          <cx:pt idx="67925">99.980000000000004</cx:pt>
          <cx:pt idx="67926">184.08000000000001</cx:pt>
          <cx:pt idx="67927">149.96000000000001</cx:pt>
          <cx:pt idx="67928">167.94999999999999</cx:pt>
          <cx:pt idx="67929">123.95999999999999</cx:pt>
          <cx:pt idx="67930">31.280000000000001</cx:pt>
          <cx:pt idx="67931">339.95999999999998</cx:pt>
          <cx:pt idx="67932">268.95999999999998</cx:pt>
          <cx:pt idx="67933">242.08000000000001</cx:pt>
          <cx:pt idx="67934">339.95999999999998</cx:pt>
          <cx:pt idx="67935">339.95999999999998</cx:pt>
          <cx:pt idx="67936">145.94</cx:pt>
          <cx:pt idx="67937">54.979999999999997</cx:pt>
          <cx:pt idx="67938">80.959999999999994</cx:pt>
          <cx:pt idx="67939">78.959999999999994</cx:pt>
          <cx:pt idx="67940">116.94</cx:pt>
          <cx:pt idx="67941">136.94</cx:pt>
          <cx:pt idx="67942">172.93000000000001</cx:pt>
          <cx:pt idx="67943">111.94</cx:pt>
          <cx:pt idx="67944">201.90000000000001</cx:pt>
          <cx:pt idx="67945">131.97999999999999</cx:pt>
          <cx:pt idx="67946">71.959999999999994</cx:pt>
          <cx:pt idx="67947">197.97</cx:pt>
          <cx:pt idx="67948">167.97</cx:pt>
          <cx:pt idx="67949">181.94</cx:pt>
          <cx:pt idx="67950">197.74000000000001</cx:pt>
          <cx:pt idx="67951">165.97</cx:pt>
          <cx:pt idx="67952">131.97999999999999</cx:pt>
          <cx:pt idx="67953">185.94999999999999</cx:pt>
          <cx:pt idx="67954">119.95999999999999</cx:pt>
          <cx:pt idx="67955">119.95999999999999</cx:pt>
          <cx:pt idx="67956">89.969999999999999</cx:pt>
          <cx:pt idx="67957">119.95999999999999</cx:pt>
          <cx:pt idx="67958">89.969999999999999</cx:pt>
          <cx:pt idx="67959">119.95999999999999</cx:pt>
          <cx:pt idx="67960">89.969999999999999</cx:pt>
          <cx:pt idx="67961">119.95999999999999</cx:pt>
          <cx:pt idx="67962">119.95999999999999</cx:pt>
          <cx:pt idx="67963">119.95999999999999</cx:pt>
          <cx:pt idx="67964">89.969999999999999</cx:pt>
          <cx:pt idx="67965">65.989999999999995</cx:pt>
          <cx:pt idx="67966">84.989999999999995</cx:pt>
          <cx:pt idx="67967">65.989999999999995</cx:pt>
          <cx:pt idx="67968">84.989999999999995</cx:pt>
          <cx:pt idx="67969">65.989999999999995</cx:pt>
          <cx:pt idx="67970">65.329999999999998</cx:pt>
          <cx:pt idx="67971">84.989999999999995</cx:pt>
          <cx:pt idx="67972">84.989999999999995</cx:pt>
          <cx:pt idx="67973">84.989999999999995</cx:pt>
          <cx:pt idx="67974">84.989999999999995</cx:pt>
          <cx:pt idx="67975">84.989999999999995</cx:pt>
          <cx:pt idx="67976">1.5</cx:pt>
          <cx:pt idx="67977">43.990000000000002</cx:pt>
          <cx:pt idx="67978">49.990000000000002</cx:pt>
          <cx:pt idx="67979">139.96000000000001</cx:pt>
          <cx:pt idx="67980">315.94</cx:pt>
          <cx:pt idx="67981">110.97</cx:pt>
          <cx:pt idx="67982">22.489999999999998</cx:pt>
          <cx:pt idx="67983">213.94999999999999</cx:pt>
          <cx:pt idx="67984">165.97</cx:pt>
          <cx:pt idx="67985">266.94999999999999</cx:pt>
          <cx:pt idx="67986">92.560000000000002</cx:pt>
          <cx:pt idx="67987">145.97999999999999</cx:pt>
          <cx:pt idx="67988">99.980000000000004</cx:pt>
          <cx:pt idx="67989">161.16999999999999</cx:pt>
          <cx:pt idx="67990">94.969999999999999</cx:pt>
          <cx:pt idx="67991">104.98</cx:pt>
          <cx:pt idx="67992">89.980000000000004</cx:pt>
          <cx:pt idx="67993">79.980000000000004</cx:pt>
          <cx:pt idx="67994">104.98</cx:pt>
          <cx:pt idx="67995">99.980000000000004</cx:pt>
          <cx:pt idx="67996">99.980000000000004</cx:pt>
          <cx:pt idx="67997">99.980000000000004</cx:pt>
          <cx:pt idx="67998">295.94</cx:pt>
          <cx:pt idx="67999">169.97999999999999</cx:pt>
          <cx:pt idx="68000">128.68000000000001</cx:pt>
          <cx:pt idx="68001">169.97999999999999</cx:pt>
          <cx:pt idx="68002">169.97999999999999</cx:pt>
          <cx:pt idx="68003">178.97</cx:pt>
          <cx:pt idx="68004">169.97999999999999</cx:pt>
          <cx:pt idx="68005">158.33000000000001</cx:pt>
          <cx:pt idx="68006">76.980000000000004</cx:pt>
          <cx:pt idx="68007">75.980000000000004</cx:pt>
          <cx:pt idx="68008">99.980000000000004</cx:pt>
          <cx:pt idx="68009">54.380000000000003</cx:pt>
          <cx:pt idx="68010">74.390000000000001</cx:pt>
          <cx:pt idx="68011">57.979999999999997</cx:pt>
          <cx:pt idx="68012">84.989999999999995</cx:pt>
          <cx:pt idx="68013">62.390000000000001</cx:pt>
          <cx:pt idx="68014">56.960000000000001</cx:pt>
          <cx:pt idx="68015">148.62</cx:pt>
          <cx:pt idx="68016">158.21000000000001</cx:pt>
          <cx:pt idx="68017">84.989999999999995</cx:pt>
          <cx:pt idx="68018">74.980000000000004</cx:pt>
          <cx:pt idx="68019">71.329999999999998</cx:pt>
          <cx:pt idx="68020">41.490000000000002</cx:pt>
          <cx:pt idx="68021">58.079999999999998</cx:pt>
          <cx:pt idx="68022">83.329999999999998</cx:pt>
          <cx:pt idx="68023">48.979999999999997</cx:pt>
          <cx:pt idx="68024">54.990000000000002</cx:pt>
          <cx:pt idx="68025">59.979999999999997</cx:pt>
          <cx:pt idx="68026">88.530000000000001</cx:pt>
          <cx:pt idx="68027">54.979999999999997</cx:pt>
          <cx:pt idx="68028">109.97</cx:pt>
          <cx:pt idx="68029">89.969999999999999</cx:pt>
          <cx:pt idx="68030">69.969999999999999</cx:pt>
          <cx:pt idx="68031">57.579999999999998</cx:pt>
          <cx:pt idx="68032">67.519999999999996</cx:pt>
          <cx:pt idx="68033">53.979999999999997</cx:pt>
          <cx:pt idx="68034">79.980000000000004</cx:pt>
          <cx:pt idx="68035">89.969999999999999</cx:pt>
          <cx:pt idx="68036">89.969999999999999</cx:pt>
          <cx:pt idx="68037">59.979999999999997</cx:pt>
          <cx:pt idx="68038">86.670000000000002</cx:pt>
          <cx:pt idx="68039">60.100000000000001</cx:pt>
          <cx:pt idx="68040">109.98</cx:pt>
          <cx:pt idx="68041">211.52000000000001</cx:pt>
          <cx:pt idx="68042">164.97999999999999</cx:pt>
          <cx:pt idx="68043">191.75999999999999</cx:pt>
          <cx:pt idx="68044">217.94</cx:pt>
          <cx:pt idx="68045">74.980000000000004</cx:pt>
          <cx:pt idx="68046">129.97999999999999</cx:pt>
          <cx:pt idx="68047">131.97999999999999</cx:pt>
          <cx:pt idx="68048">105.98</cx:pt>
          <cx:pt idx="68049">79.980000000000004</cx:pt>
          <cx:pt idx="68050">119.97</cx:pt>
          <cx:pt idx="68051">131.97999999999999</cx:pt>
          <cx:pt idx="68052">150.97</cx:pt>
          <cx:pt idx="68053">65.989999999999995</cx:pt>
          <cx:pt idx="68054">46.490000000000002</cx:pt>
          <cx:pt idx="68055">119.97</cx:pt>
          <cx:pt idx="68056">65.989999999999995</cx:pt>
          <cx:pt idx="68057">131.97999999999999</cx:pt>
          <cx:pt idx="68058">65.989999999999995</cx:pt>
          <cx:pt idx="68059">159.69999999999999</cx:pt>
          <cx:pt idx="68060">128.24000000000001</cx:pt>
          <cx:pt idx="68061">124.22</cx:pt>
          <cx:pt idx="68062">79.849999999999994</cx:pt>
          <cx:pt idx="68063">159.69999999999999</cx:pt>
          <cx:pt idx="68064">121.01000000000001</cx:pt>
          <cx:pt idx="68065">79.849999999999994</cx:pt>
          <cx:pt idx="68066">79.849999999999994</cx:pt>
          <cx:pt idx="68067">79.849999999999994</cx:pt>
          <cx:pt idx="68068">104.98</cx:pt>
          <cx:pt idx="68069">189.97</cx:pt>
          <cx:pt idx="68070">104.98</cx:pt>
          <cx:pt idx="68071">76.489999999999995</cx:pt>
          <cx:pt idx="68072">104.98</cx:pt>
          <cx:pt idx="68073">85.980000000000004</cx:pt>
          <cx:pt idx="68074">65.989999999999995</cx:pt>
          <cx:pt idx="68075">104.98</cx:pt>
          <cx:pt idx="68076">84.989999999999995</cx:pt>
          <cx:pt idx="68077">84.989999999999995</cx:pt>
          <cx:pt idx="68078">84.989999999999995</cx:pt>
          <cx:pt idx="68079">104.98</cx:pt>
          <cx:pt idx="68080">62.969999999999999</cx:pt>
          <cx:pt idx="68081">89.969999999999999</cx:pt>
          <cx:pt idx="68082">93.969999999999999</cx:pt>
          <cx:pt idx="68083">124.98</cx:pt>
          <cx:pt idx="68084">125.77</cx:pt>
          <cx:pt idx="68085">79.989999999999995</cx:pt>
          <cx:pt idx="68086">107.98</cx:pt>
          <cx:pt idx="68087">107.06</cx:pt>
          <cx:pt idx="68088">79.989999999999995</cx:pt>
          <cx:pt idx="68089">77.980000000000004</cx:pt>
          <cx:pt idx="68090">145.97</cx:pt>
          <cx:pt idx="68091">79.989999999999995</cx:pt>
          <cx:pt idx="68092">79.989999999999995</cx:pt>
          <cx:pt idx="68093">130.63</cx:pt>
          <cx:pt idx="68094">130.63</cx:pt>
          <cx:pt idx="68095">131.97999999999999</cx:pt>
          <cx:pt idx="68096">131.97999999999999</cx:pt>
          <cx:pt idx="68097">65.989999999999995</cx:pt>
          <cx:pt idx="68098">84.989999999999995</cx:pt>
          <cx:pt idx="68099">84.989999999999995</cx:pt>
          <cx:pt idx="68100">72.980000000000004</cx:pt>
          <cx:pt idx="68101">84.989999999999995</cx:pt>
          <cx:pt idx="68102">84.989999999999995</cx:pt>
          <cx:pt idx="68103">84.989999999999995</cx:pt>
          <cx:pt idx="68104">-84.980000000000004</cx:pt>
          <cx:pt idx="68105">84.989999999999995</cx:pt>
          <cx:pt idx="68106">84.980000000000004</cx:pt>
          <cx:pt idx="68107">74.489999999999995</cx:pt>
          <cx:pt idx="68108">84.989999999999995</cx:pt>
          <cx:pt idx="68109">65.989999999999995</cx:pt>
          <cx:pt idx="68110">84.989999999999995</cx:pt>
          <cx:pt idx="68111">84.989999999999995</cx:pt>
          <cx:pt idx="68112">84.989999999999995</cx:pt>
          <cx:pt idx="68113">75.980000000000004</cx:pt>
          <cx:pt idx="68114">62.969999999999999</cx:pt>
          <cx:pt idx="68115">99.959999999999994</cx:pt>
          <cx:pt idx="68116">84.989999999999995</cx:pt>
          <cx:pt idx="68117">156.93000000000001</cx:pt>
          <cx:pt idx="68118">100.95</cx:pt>
          <cx:pt idx="68119">136.91999999999999</cx:pt>
          <cx:pt idx="68120">139.96000000000001</cx:pt>
          <cx:pt idx="68121">84.989999999999995</cx:pt>
          <cx:pt idx="68122">148.94999999999999</cx:pt>
          <cx:pt idx="68123">69.609999999999999</cx:pt>
          <cx:pt idx="68124">175.94</cx:pt>
          <cx:pt idx="68125">229.97</cx:pt>
          <cx:pt idx="68126">97.379999999999995</cx:pt>
          <cx:pt idx="68127">74.980000000000004</cx:pt>
          <cx:pt idx="68128">216.72</cx:pt>
          <cx:pt idx="68129">119.95999999999999</cx:pt>
          <cx:pt idx="68130">219.97</cx:pt>
          <cx:pt idx="68131">268.45999999999998</cx:pt>
          <cx:pt idx="68132">98.450000000000003</cx:pt>
          <cx:pt idx="68133">170.47999999999999</cx:pt>
          <cx:pt idx="68134">60.469999999999999</cx:pt>
          <cx:pt idx="68135">169.97999999999999</cx:pt>
          <cx:pt idx="68136">300.39999999999998</cx:pt>
          <cx:pt idx="68137">74.469999999999999</cx:pt>
          <cx:pt idx="68138">68.980000000000004</cx:pt>
          <cx:pt idx="68139">68.969999999999999</cx:pt>
          <cx:pt idx="68140">60.969999999999999</cx:pt>
          <cx:pt idx="68141">96.959999999999994</cx:pt>
          <cx:pt idx="68142">110.97</cx:pt>
          <cx:pt idx="68143">70.969999999999999</cx:pt>
          <cx:pt idx="68144">72.159999999999997</cx:pt>
          <cx:pt idx="68145">59.159999999999997</cx:pt>
          <cx:pt idx="68146">53.969999999999999</cx:pt>
          <cx:pt idx="68147">58.969999999999999</cx:pt>
          <cx:pt idx="68148">29.989999999999998</cx:pt>
          <cx:pt idx="68149">107.95999999999999</cx:pt>
          <cx:pt idx="68150">63.969999999999999</cx:pt>
          <cx:pt idx="68151">68.969999999999999</cx:pt>
          <cx:pt idx="68152">110.97</cx:pt>
          <cx:pt idx="68153">126.44</cx:pt>
          <cx:pt idx="68154">72.200000000000003</cx:pt>
          <cx:pt idx="68155">74.969999999999999</cx:pt>
          <cx:pt idx="68156">57.969999999999999</cx:pt>
          <cx:pt idx="68157">74.980000000000004</cx:pt>
          <cx:pt idx="68158">332.91000000000003</cx:pt>
          <cx:pt idx="68159">25.489999999999998</cx:pt>
          <cx:pt idx="68160">26.489999999999998</cx:pt>
          <cx:pt idx="68161">103.95</cx:pt>
          <cx:pt idx="68162">15.49</cx:pt>
          <cx:pt idx="68163">40.490000000000002</cx:pt>
          <cx:pt idx="68164">-332.91000000000003</cx:pt>
          <cx:pt idx="68165">37.490000000000002</cx:pt>
          <cx:pt idx="68166">243.91</cx:pt>
          <cx:pt idx="68167">86.959999999999994</cx:pt>
          <cx:pt idx="68168">132.93000000000001</cx:pt>
          <cx:pt idx="68169">59.969999999999999</cx:pt>
          <cx:pt idx="68170">73.980000000000004</cx:pt>
          <cx:pt idx="68171">10.49</cx:pt>
          <cx:pt idx="68172">99.939999999999998</cx:pt>
          <cx:pt idx="68173">78.959999999999994</cx:pt>
          <cx:pt idx="68174">75.959999999999994</cx:pt>
          <cx:pt idx="68175">-73.980000000000004</cx:pt>
          <cx:pt idx="68176">53.979999999999997</cx:pt>
          <cx:pt idx="68177">-37.490000000000002</cx:pt>
          <cx:pt idx="68178">97.969999999999999</cx:pt>
          <cx:pt idx="68179">169.97999999999999</cx:pt>
          <cx:pt idx="68180">158.06999999999999</cx:pt>
          <cx:pt idx="68181">131.96000000000001</cx:pt>
          <cx:pt idx="68182">146.00999999999999</cx:pt>
          <cx:pt idx="68183">174.94999999999999</cx:pt>
          <cx:pt idx="68184">134.58000000000001</cx:pt>
          <cx:pt idx="68185">110.95</cx:pt>
          <cx:pt idx="68186">84.989999999999995</cx:pt>
          <cx:pt idx="68187">65.989999999999995</cx:pt>
          <cx:pt idx="68188">84.989999999999995</cx:pt>
          <cx:pt idx="68189">65.189999999999998</cx:pt>
          <cx:pt idx="68190">104.98</cx:pt>
          <cx:pt idx="68191">84.989999999999995</cx:pt>
          <cx:pt idx="68192">84.989999999999995</cx:pt>
          <cx:pt idx="68193">84.989999999999995</cx:pt>
          <cx:pt idx="68194">142.62</cx:pt>
          <cx:pt idx="68195">65.989999999999995</cx:pt>
          <cx:pt idx="68196">65.989999999999995</cx:pt>
          <cx:pt idx="68197">72.239999999999995</cx:pt>
          <cx:pt idx="68198">79.590000000000003</cx:pt>
          <cx:pt idx="68199">65.989999999999995</cx:pt>
          <cx:pt idx="68200">84.989999999999995</cx:pt>
          <cx:pt idx="68201">79.140000000000001</cx:pt>
          <cx:pt idx="68202">84.989999999999995</cx:pt>
          <cx:pt idx="68203">84.989999999999995</cx:pt>
          <cx:pt idx="68204">184.97999999999999</cx:pt>
          <cx:pt idx="68205">84.989999999999995</cx:pt>
          <cx:pt idx="68206">84.989999999999995</cx:pt>
          <cx:pt idx="68207">99.980000000000004</cx:pt>
          <cx:pt idx="68208">79.980000000000004</cx:pt>
          <cx:pt idx="68209">105.98</cx:pt>
          <cx:pt idx="68210">65.989999999999995</cx:pt>
          <cx:pt idx="68211">169.97999999999999</cx:pt>
          <cx:pt idx="68212">122.97</cx:pt>
          <cx:pt idx="68213">512.91999999999996</cx:pt>
          <cx:pt idx="68214">339.95999999999998</cx:pt>
          <cx:pt idx="68215">197.97</cx:pt>
          <cx:pt idx="68216">114.95999999999999</cx:pt>
          <cx:pt idx="68217">113.97</cx:pt>
          <cx:pt idx="68218">65.969999999999999</cx:pt>
          <cx:pt idx="68219">113.97</cx:pt>
          <cx:pt idx="68220">153.46000000000001</cx:pt>
          <cx:pt idx="68221">113.97</cx:pt>
          <cx:pt idx="68222">120.97</cx:pt>
          <cx:pt idx="68223">89.969999999999999</cx:pt>
          <cx:pt idx="68224">74.969999999999999</cx:pt>
          <cx:pt idx="68225">418.36000000000001</cx:pt>
          <cx:pt idx="68226">169.97999999999999</cx:pt>
          <cx:pt idx="68227">79.989999999999995</cx:pt>
          <cx:pt idx="68228">199.97</cx:pt>
          <cx:pt idx="68229">305.95999999999998</cx:pt>
          <cx:pt idx="68230">341</cx:pt>
          <cx:pt idx="68231">180.81999999999999</cx:pt>
          <cx:pt idx="68232">146.97</cx:pt>
          <cx:pt idx="68233">163.96000000000001</cx:pt>
          <cx:pt idx="68234">129.96000000000001</cx:pt>
          <cx:pt idx="68235">146.97</cx:pt>
          <cx:pt idx="68236">192.83000000000001</cx:pt>
          <cx:pt idx="68237">91.269999999999996</cx:pt>
          <cx:pt idx="68238">163.96000000000001</cx:pt>
          <cx:pt idx="68239">77.980000000000004</cx:pt>
          <cx:pt idx="68240">275.95999999999998</cx:pt>
          <cx:pt idx="68241">331.94</cx:pt>
          <cx:pt idx="68242">199.96000000000001</cx:pt>
          <cx:pt idx="68243">256.66000000000003</cx:pt>
          <cx:pt idx="68244">252.33000000000001</cx:pt>
          <cx:pt idx="68245">65.989999999999995</cx:pt>
          <cx:pt idx="68246">65.989999999999995</cx:pt>
          <cx:pt idx="68247">89.980000000000004</cx:pt>
          <cx:pt idx="68248">65.989999999999995</cx:pt>
          <cx:pt idx="68249">58.689999999999998</cx:pt>
          <cx:pt idx="68250">77.980000000000004</cx:pt>
          <cx:pt idx="68251">89.969999999999999</cx:pt>
          <cx:pt idx="68252">65.989999999999995</cx:pt>
          <cx:pt idx="68253">77.980000000000004</cx:pt>
          <cx:pt idx="68254">65.989999999999995</cx:pt>
          <cx:pt idx="68255">83.480000000000004</cx:pt>
          <cx:pt idx="68256">321.94</cx:pt>
          <cx:pt idx="68257">305.95999999999998</cx:pt>
          <cx:pt idx="68258">356.92000000000002</cx:pt>
          <cx:pt idx="68259">279.93000000000001</cx:pt>
          <cx:pt idx="68260">144.47999999999999</cx:pt>
          <cx:pt idx="68261">189.97</cx:pt>
          <cx:pt idx="68262">169.97999999999999</cx:pt>
          <cx:pt idx="68263">169.97999999999999</cx:pt>
          <cx:pt idx="68264">169.97999999999999</cx:pt>
          <cx:pt idx="68265">169.97999999999999</cx:pt>
          <cx:pt idx="68266">159.58000000000001</cx:pt>
          <cx:pt idx="68267">110.95999999999999</cx:pt>
          <cx:pt idx="68268">65.989999999999995</cx:pt>
          <cx:pt idx="68269">159.94</cx:pt>
          <cx:pt idx="68270">178.43000000000001</cx:pt>
          <cx:pt idx="68271">105.98</cx:pt>
          <cx:pt idx="68272">176.94999999999999</cx:pt>
          <cx:pt idx="68273">63.969999999999999</cx:pt>
          <cx:pt idx="68274">84.989999999999995</cx:pt>
          <cx:pt idx="68275">62.969999999999999</cx:pt>
          <cx:pt idx="68276">119.97</cx:pt>
          <cx:pt idx="68277">130.96000000000001</cx:pt>
          <cx:pt idx="68278">125.16</cx:pt>
          <cx:pt idx="68279">-20</cx:pt>
          <cx:pt idx="68280">107.06999999999999</cx:pt>
          <cx:pt idx="68281">145.97</cx:pt>
          <cx:pt idx="68282">126.98</cx:pt>
          <cx:pt idx="68283">120.98</cx:pt>
          <cx:pt idx="68284">176.91</cx:pt>
          <cx:pt idx="68285">108.98</cx:pt>
          <cx:pt idx="68286">137.97</cx:pt>
          <cx:pt idx="68287">108.98</cx:pt>
          <cx:pt idx="68288">159.69999999999999</cx:pt>
          <cx:pt idx="68289">159.69999999999999</cx:pt>
          <cx:pt idx="68290">159.69999999999999</cx:pt>
          <cx:pt idx="68291">141.22999999999999</cx:pt>
          <cx:pt idx="68292">159.69999999999999</cx:pt>
          <cx:pt idx="68293">159.69999999999999</cx:pt>
          <cx:pt idx="68294">159.69999999999999</cx:pt>
          <cx:pt idx="68295">159.69999999999999</cx:pt>
          <cx:pt idx="68296">89.519999999999996</cx:pt>
          <cx:pt idx="68297">159.69999999999999</cx:pt>
          <cx:pt idx="68298">159.69999999999999</cx:pt>
          <cx:pt idx="68299">169.97999999999999</cx:pt>
          <cx:pt idx="68300">143.96000000000001</cx:pt>
          <cx:pt idx="68301">296.95999999999998</cx:pt>
          <cx:pt idx="68302">84.989999999999995</cx:pt>
          <cx:pt idx="68303">689.89999999999998</cx:pt>
          <cx:pt idx="68304">65.989999999999995</cx:pt>
          <cx:pt idx="68305">84.950000000000003</cx:pt>
          <cx:pt idx="68306">41.490000000000002</cx:pt>
          <cx:pt idx="68307">88.569999999999993</cx:pt>
          <cx:pt idx="68308">115.98</cx:pt>
          <cx:pt idx="68309">134.97</cx:pt>
          <cx:pt idx="68310">49.990000000000002</cx:pt>
          <cx:pt idx="68311">112.56999999999999</cx:pt>
          <cx:pt idx="68312">36.490000000000002</cx:pt>
          <cx:pt idx="68313">136.06</cx:pt>
          <cx:pt idx="68314">143.46000000000001</cx:pt>
          <cx:pt idx="68315">84.989999999999995</cx:pt>
          <cx:pt idx="68316">84.989999999999995</cx:pt>
          <cx:pt idx="68317">84.989999999999995</cx:pt>
          <cx:pt idx="68318">79.489999999999995</cx:pt>
          <cx:pt idx="68319">84.989999999999995</cx:pt>
          <cx:pt idx="68320">44.740000000000002</cx:pt>
          <cx:pt idx="68321">84.989999999999995</cx:pt>
          <cx:pt idx="68322">84.989999999999995</cx:pt>
          <cx:pt idx="68323">44.740000000000002</cx:pt>
          <cx:pt idx="68324">84.989999999999995</cx:pt>
          <cx:pt idx="68325">84.989999999999995</cx:pt>
          <cx:pt idx="68326">84.989999999999995</cx:pt>
          <cx:pt idx="68327">84.989999999999995</cx:pt>
          <cx:pt idx="68328">52.240000000000002</cx:pt>
          <cx:pt idx="68329">84.989999999999995</cx:pt>
          <cx:pt idx="68330">84.989999999999995</cx:pt>
          <cx:pt idx="68331">84.989999999999995</cx:pt>
          <cx:pt idx="68332">84.989999999999995</cx:pt>
          <cx:pt idx="68333">49.990000000000002</cx:pt>
          <cx:pt idx="68334">49.990000000000002</cx:pt>
          <cx:pt idx="68335">65.189999999999998</cx:pt>
          <cx:pt idx="68336">65.189999999999998</cx:pt>
          <cx:pt idx="68337">84.989999999999995</cx:pt>
          <cx:pt idx="68338">113.98</cx:pt>
          <cx:pt idx="68339">113.98</cx:pt>
          <cx:pt idx="68340">84.989999999999995</cx:pt>
          <cx:pt idx="68341">47.240000000000002</cx:pt>
          <cx:pt idx="68342">79.980000000000004</cx:pt>
          <cx:pt idx="68343">79.980000000000004</cx:pt>
          <cx:pt idx="68344">77.969999999999999</cx:pt>
          <cx:pt idx="68345">77.969999999999999</cx:pt>
          <cx:pt idx="68346">121.98</cx:pt>
          <cx:pt idx="68347">84.989999999999995</cx:pt>
          <cx:pt idx="68348">84.989999999999995</cx:pt>
          <cx:pt idx="68349">121.98</cx:pt>
          <cx:pt idx="68350">84.989999999999995</cx:pt>
          <cx:pt idx="68351">84.989999999999995</cx:pt>
          <cx:pt idx="68352">84.989999999999995</cx:pt>
          <cx:pt idx="68353">99.980000000000004</cx:pt>
          <cx:pt idx="68354">47.240000000000002</cx:pt>
          <cx:pt idx="68355">84.989999999999995</cx:pt>
          <cx:pt idx="68356">84.989999999999995</cx:pt>
          <cx:pt idx="68357">52.240000000000002</cx:pt>
          <cx:pt idx="68358">99.980000000000004</cx:pt>
          <cx:pt idx="68359">84.989999999999995</cx:pt>
          <cx:pt idx="68360">43.469999999999999</cx:pt>
          <cx:pt idx="68361">59.979999999999997</cx:pt>
          <cx:pt idx="68362">68.989999999999995</cx:pt>
          <cx:pt idx="68363">68.989999999999995</cx:pt>
          <cx:pt idx="68364">59.979999999999997</cx:pt>
          <cx:pt idx="68365">79.489999999999995</cx:pt>
          <cx:pt idx="68366">43.469999999999999</cx:pt>
          <cx:pt idx="68367">203.97</cx:pt>
          <cx:pt idx="68368">264.82999999999998</cx:pt>
          <cx:pt idx="68369">103.67</cx:pt>
          <cx:pt idx="68370">227.66</cx:pt>
          <cx:pt idx="68371">286.94999999999999</cx:pt>
          <cx:pt idx="68372">166.75</cx:pt>
          <cx:pt idx="68373">219.53</cx:pt>
          <cx:pt idx="68374">248.16999999999999</cx:pt>
          <cx:pt idx="68375">322.94</cx:pt>
          <cx:pt idx="68376">169.97999999999999</cx:pt>
          <cx:pt idx="68377">156.19999999999999</cx:pt>
          <cx:pt idx="68378">239.96000000000001</cx:pt>
          <cx:pt idx="68379">169.97999999999999</cx:pt>
          <cx:pt idx="68380">424.94999999999999</cx:pt>
          <cx:pt idx="68381">372.92000000000002</cx:pt>
          <cx:pt idx="68382">59.960000000000001</cx:pt>
          <cx:pt idx="68383">189.50999999999999</cx:pt>
          <cx:pt idx="68384">199.96000000000001</cx:pt>
          <cx:pt idx="68385">199.96000000000001</cx:pt>
          <cx:pt idx="68386">242.21000000000001</cx:pt>
          <cx:pt idx="68387">169.97999999999999</cx:pt>
          <cx:pt idx="68388">256.44</cx:pt>
          <cx:pt idx="68389">179.96000000000001</cx:pt>
          <cx:pt idx="68390">-58.979999999999997</cx:pt>
          <cx:pt idx="68391">58.979999999999997</cx:pt>
          <cx:pt idx="68392">85.989999999999995</cx:pt>
          <cx:pt idx="68393">66.989999999999995</cx:pt>
          <cx:pt idx="68394">113.47</cx:pt>
          <cx:pt idx="68395">132.47</cx:pt>
          <cx:pt idx="68396">66.989999999999995</cx:pt>
          <cx:pt idx="68397">86.090000000000003</cx:pt>
          <cx:pt idx="68398">99.939999999999998</cx:pt>
          <cx:pt idx="68399">309.31999999999999</cx:pt>
          <cx:pt idx="68400">291.95999999999998</cx:pt>
          <cx:pt idx="68401">339.93000000000001</cx:pt>
          <cx:pt idx="68402">-50.969999999999999</cx:pt>
          <cx:pt idx="68403">154.96000000000001</cx:pt>
          <cx:pt idx="68404">152.97999999999999</cx:pt>
          <cx:pt idx="68405">205.91999999999999</cx:pt>
          <cx:pt idx="68406">169.97999999999999</cx:pt>
          <cx:pt idx="68407">121.98</cx:pt>
          <cx:pt idx="68408">254.97</cx:pt>
          <cx:pt idx="68409">129.96000000000001</cx:pt>
          <cx:pt idx="68410">197.97</cx:pt>
          <cx:pt idx="68411">59.960000000000001</cx:pt>
          <cx:pt idx="68412">169.97999999999999</cx:pt>
          <cx:pt idx="68413">182.97</cx:pt>
          <cx:pt idx="68414">121.98</cx:pt>
          <cx:pt idx="68415">159.97999999999999</cx:pt>
          <cx:pt idx="68416">239.97</cx:pt>
          <cx:pt idx="68417">262.92000000000002</cx:pt>
          <cx:pt idx="68418">239.97</cx:pt>
          <cx:pt idx="68419">57.579999999999998</cx:pt>
          <cx:pt idx="68420">56.450000000000003</cx:pt>
          <cx:pt idx="68421">59.979999999999997</cx:pt>
          <cx:pt idx="68422">52.969999999999999</cx:pt>
          <cx:pt idx="68423">69.980000000000004</cx:pt>
          <cx:pt idx="68424">50.969999999999999</cx:pt>
          <cx:pt idx="68425">50.969999999999999</cx:pt>
          <cx:pt idx="68426">61.979999999999997</cx:pt>
          <cx:pt idx="68427">59.979999999999997</cx:pt>
          <cx:pt idx="68428">54.390000000000001</cx:pt>
          <cx:pt idx="68429">59.969999999999999</cx:pt>
          <cx:pt idx="68430">58.18</cx:pt>
          <cx:pt idx="68431">59.979999999999997</cx:pt>
          <cx:pt idx="68432">50.969999999999999</cx:pt>
          <cx:pt idx="68433">59.979999999999997</cx:pt>
          <cx:pt idx="68434">54.979999999999997</cx:pt>
          <cx:pt idx="68435">54.979999999999997</cx:pt>
          <cx:pt idx="68436">69.980000000000004</cx:pt>
          <cx:pt idx="68437">43.979999999999997</cx:pt>
          <cx:pt idx="68438">59.979999999999997</cx:pt>
          <cx:pt idx="68439">58.289999999999999</cx:pt>
          <cx:pt idx="68440">59.979999999999997</cx:pt>
          <cx:pt idx="68441">53.07</cx:pt>
          <cx:pt idx="68442">59.979999999999997</cx:pt>
          <cx:pt idx="68443">81.480000000000004</cx:pt>
          <cx:pt idx="68444">134.97999999999999</cx:pt>
          <cx:pt idx="68445">-3</cx:pt>
          <cx:pt idx="68446">131.97999999999999</cx:pt>
          <cx:pt idx="68447">248.13999999999999</cx:pt>
          <cx:pt idx="68448">131.97999999999999</cx:pt>
          <cx:pt idx="68449">99.980000000000004</cx:pt>
          <cx:pt idx="68450">131.97999999999999</cx:pt>
          <cx:pt idx="68451">85.849999999999994</cx:pt>
          <cx:pt idx="68452">152.97</cx:pt>
          <cx:pt idx="68453">138.96000000000001</cx:pt>
          <cx:pt idx="68454">106.97</cx:pt>
          <cx:pt idx="68455">106.97</cx:pt>
          <cx:pt idx="68456">123.98</cx:pt>
          <cx:pt idx="68457">80.269999999999996</cx:pt>
          <cx:pt idx="68458">324.95999999999998</cx:pt>
          <cx:pt idx="68459">150.18000000000001</cx:pt>
          <cx:pt idx="68460">164.97999999999999</cx:pt>
          <cx:pt idx="68461">121.48</cx:pt>
          <cx:pt idx="68462">179.97</cx:pt>
          <cx:pt idx="68463">84.989999999999995</cx:pt>
          <cx:pt idx="68464">137.46000000000001</cx:pt>
          <cx:pt idx="68465">121.45</cx:pt>
          <cx:pt idx="68466">169.97999999999999</cx:pt>
          <cx:pt idx="68467">127.56</cx:pt>
          <cx:pt idx="68468">13.99</cx:pt>
          <cx:pt idx="68469">138.97999999999999</cx:pt>
          <cx:pt idx="68470">125.06</cx:pt>
          <cx:pt idx="68471">169.97999999999999</cx:pt>
          <cx:pt idx="68472">94.950000000000003</cx:pt>
          <cx:pt idx="68473">56.969999999999999</cx:pt>
          <cx:pt idx="68474">249.96000000000001</cx:pt>
          <cx:pt idx="68475">139.97</cx:pt>
          <cx:pt idx="68476">241.91999999999999</cx:pt>
          <cx:pt idx="68477">231.47</cx:pt>
          <cx:pt idx="68478">71.489999999999995</cx:pt>
          <cx:pt idx="68479">48.979999999999997</cx:pt>
          <cx:pt idx="68480">52.469999999999999</cx:pt>
          <cx:pt idx="68481">111.98</cx:pt>
          <cx:pt idx="68482">63.979999999999997</cx:pt>
          <cx:pt idx="68483">111.34999999999999</cx:pt>
          <cx:pt idx="68484">84.109999999999999</cx:pt>
          <cx:pt idx="68485">65.980000000000004</cx:pt>
          <cx:pt idx="68486">92.310000000000002</cx:pt>
          <cx:pt idx="68487">86.629999999999995</cx:pt>
          <cx:pt idx="68488">85.829999999999998</cx:pt>
          <cx:pt idx="68489">97.269999999999996</cx:pt>
          <cx:pt idx="68490">61.979999999999997</cx:pt>
          <cx:pt idx="68491">76.969999999999999</cx:pt>
          <cx:pt idx="68492">92.969999999999999</cx:pt>
          <cx:pt idx="68493">142.47999999999999</cx:pt>
          <cx:pt idx="68494">84.959999999999994</cx:pt>
          <cx:pt idx="68495">116.95999999999999</cx:pt>
          <cx:pt idx="68496">146.94999999999999</cx:pt>
          <cx:pt idx="68497">91.980000000000004</cx:pt>
          <cx:pt idx="68498">55.770000000000003</cx:pt>
          <cx:pt idx="68499">99.980000000000004</cx:pt>
          <cx:pt idx="68500">65.189999999999998</cx:pt>
          <cx:pt idx="68501">75.980000000000004</cx:pt>
          <cx:pt idx="68502">65.989999999999995</cx:pt>
          <cx:pt idx="68503">137.97999999999999</cx:pt>
          <cx:pt idx="68504">87.980000000000004</cx:pt>
          <cx:pt idx="68505">139.97999999999999</cx:pt>
          <cx:pt idx="68506">65.989999999999995</cx:pt>
          <cx:pt idx="68507">134.97999999999999</cx:pt>
          <cx:pt idx="68508">68.989999999999995</cx:pt>
          <cx:pt idx="68509">105.98</cx:pt>
          <cx:pt idx="68510">55.979999999999997</cx:pt>
          <cx:pt idx="68511">54.990000000000002</cx:pt>
          <cx:pt idx="68512">68.989999999999995</cx:pt>
          <cx:pt idx="68513">84.989999999999995</cx:pt>
          <cx:pt idx="68514">83.390000000000001</cx:pt>
          <cx:pt idx="68515">85.980000000000004</cx:pt>
          <cx:pt idx="68516">84.989999999999995</cx:pt>
          <cx:pt idx="68517">83.150000000000006</cx:pt>
          <cx:pt idx="68518">98.980000000000004</cx:pt>
          <cx:pt idx="68519">96.480000000000004</cx:pt>
          <cx:pt idx="68520">124.98</cx:pt>
          <cx:pt idx="68521">63.960000000000001</cx:pt>
          <cx:pt idx="68522">81.950000000000003</cx:pt>
          <cx:pt idx="68523">98.980000000000004</cx:pt>
          <cx:pt idx="68524">84.069999999999993</cx:pt>
          <cx:pt idx="68525">166.46000000000001</cx:pt>
          <cx:pt idx="68526">84.989999999999995</cx:pt>
          <cx:pt idx="68527">84.019999999999996</cx:pt>
          <cx:pt idx="68528">112.97</cx:pt>
          <cx:pt idx="68529">162.96000000000001</cx:pt>
          <cx:pt idx="68530">105.95</cx:pt>
          <cx:pt idx="68531">84.989999999999995</cx:pt>
          <cx:pt idx="68532">184.97</cx:pt>
          <cx:pt idx="68533">149.97</cx:pt>
          <cx:pt idx="68534">168.97</cx:pt>
          <cx:pt idx="68535">101.55</cx:pt>
          <cx:pt idx="68536">114.55</cx:pt>
          <cx:pt idx="68537">99.980000000000004</cx:pt>
          <cx:pt idx="68538">149.97</cx:pt>
          <cx:pt idx="68539">65.989999999999995</cx:pt>
          <cx:pt idx="68540">65.989999999999995</cx:pt>
          <cx:pt idx="68541">65.989999999999995</cx:pt>
          <cx:pt idx="68542">65.989999999999995</cx:pt>
          <cx:pt idx="68543">54.990000000000002</cx:pt>
          <cx:pt idx="68544">65.989999999999995</cx:pt>
          <cx:pt idx="68545">65.989999999999995</cx:pt>
          <cx:pt idx="68546">65.989999999999995</cx:pt>
          <cx:pt idx="68547">79.980000000000004</cx:pt>
          <cx:pt idx="68548">69.980000000000004</cx:pt>
          <cx:pt idx="68549">65.989999999999995</cx:pt>
          <cx:pt idx="68550">123.95</cx:pt>
          <cx:pt idx="68551">65.989999999999995</cx:pt>
          <cx:pt idx="68552">84.989999999999995</cx:pt>
          <cx:pt idx="68553">84.989999999999995</cx:pt>
          <cx:pt idx="68554">62.130000000000003</cx:pt>
          <cx:pt idx="68555">84.989999999999995</cx:pt>
          <cx:pt idx="68556">82.730000000000004</cx:pt>
          <cx:pt idx="68557">65.989999999999995</cx:pt>
          <cx:pt idx="68558">84.989999999999995</cx:pt>
          <cx:pt idx="68559">119.95999999999999</cx:pt>
          <cx:pt idx="68560">84.989999999999995</cx:pt>
          <cx:pt idx="68561">65.989999999999995</cx:pt>
          <cx:pt idx="68562">84.989999999999995</cx:pt>
          <cx:pt idx="68563">65.989999999999995</cx:pt>
          <cx:pt idx="68564">77.340000000000003</cx:pt>
          <cx:pt idx="68565">84.989999999999995</cx:pt>
          <cx:pt idx="68566">84.989999999999995</cx:pt>
          <cx:pt idx="68567">84.989999999999995</cx:pt>
          <cx:pt idx="68568">130.52000000000001</cx:pt>
          <cx:pt idx="68569">159.53999999999999</cx:pt>
          <cx:pt idx="68570">169.97999999999999</cx:pt>
          <cx:pt idx="68571">169.97999999999999</cx:pt>
          <cx:pt idx="68572">169.97999999999999</cx:pt>
          <cx:pt idx="68573">121.98</cx:pt>
          <cx:pt idx="68574">84.980000000000004</cx:pt>
          <cx:pt idx="68575">169.97999999999999</cx:pt>
          <cx:pt idx="68576">105.98</cx:pt>
          <cx:pt idx="68577">79.980000000000004</cx:pt>
          <cx:pt idx="68578">107.17</cx:pt>
          <cx:pt idx="68579">79.980000000000004</cx:pt>
          <cx:pt idx="68580">80.980000000000004</cx:pt>
          <cx:pt idx="68581">-21.699999999999999</cx:pt>
          <cx:pt idx="68582">99.980000000000004</cx:pt>
          <cx:pt idx="68583">79.980000000000004</cx:pt>
          <cx:pt idx="68584">95.659999999999997</cx:pt>
          <cx:pt idx="68585">79.980000000000004</cx:pt>
          <cx:pt idx="68586">105.98</cx:pt>
          <cx:pt idx="68587">105.98</cx:pt>
          <cx:pt idx="68588">79.980000000000004</cx:pt>
          <cx:pt idx="68589">79.980000000000004</cx:pt>
          <cx:pt idx="68590">91.269999999999996</cx:pt>
          <cx:pt idx="68591">101.28</cx:pt>
          <cx:pt idx="68592">71.280000000000001</cx:pt>
          <cx:pt idx="68593">218.78</cx:pt>
          <cx:pt idx="68594">239.91999999999999</cx:pt>
          <cx:pt idx="68595">119.95999999999999</cx:pt>
          <cx:pt idx="68596">218.78</cx:pt>
          <cx:pt idx="68597">181.24000000000001</cx:pt>
          <cx:pt idx="68598">239.91999999999999</cx:pt>
          <cx:pt idx="68599">121.26000000000001</cx:pt>
          <cx:pt idx="68600">91.269999999999996</cx:pt>
          <cx:pt idx="68601">71.280000000000001</cx:pt>
          <cx:pt idx="68602">181.24000000000001</cx:pt>
          <cx:pt idx="68603">119.95999999999999</cx:pt>
          <cx:pt idx="68604">61.280000000000001</cx:pt>
          <cx:pt idx="68605">119.95999999999999</cx:pt>
          <cx:pt idx="68606">181.24000000000001</cx:pt>
          <cx:pt idx="68607">119.95999999999999</cx:pt>
          <cx:pt idx="68608">181.24000000000001</cx:pt>
          <cx:pt idx="68609">119.95999999999999</cx:pt>
          <cx:pt idx="68610">61.280000000000001</cx:pt>
          <cx:pt idx="68611">119.95999999999999</cx:pt>
          <cx:pt idx="68612">121.26000000000001</cx:pt>
          <cx:pt idx="68613">101.28</cx:pt>
          <cx:pt idx="68614">111.95999999999999</cx:pt>
          <cx:pt idx="68615">115.95999999999999</cx:pt>
          <cx:pt idx="68616">157.91999999999999</cx:pt>
          <cx:pt idx="68617">121.95999999999999</cx:pt>
          <cx:pt idx="68618">112.95999999999999</cx:pt>
          <cx:pt idx="68619">128.94999999999999</cx:pt>
          <cx:pt idx="68620">85.969999999999999</cx:pt>
          <cx:pt idx="68621">111.95999999999999</cx:pt>
          <cx:pt idx="68622">115.95999999999999</cx:pt>
          <cx:pt idx="68623">105.95999999999999</cx:pt>
          <cx:pt idx="68624">138.94999999999999</cx:pt>
          <cx:pt idx="68625">295.92000000000002</cx:pt>
          <cx:pt idx="68626">120.23</cx:pt>
          <cx:pt idx="68627">129.94999999999999</cx:pt>
          <cx:pt idx="68628">197.97</cx:pt>
          <cx:pt idx="68629">226.94</cx:pt>
          <cx:pt idx="68630">63.960000000000001</cx:pt>
          <cx:pt idx="68631">133.47</cx:pt>
          <cx:pt idx="68632">134.47</cx:pt>
          <cx:pt idx="68633">216.72</cx:pt>
          <cx:pt idx="68634">254.97</cx:pt>
          <cx:pt idx="68635">169.97999999999999</cx:pt>
          <cx:pt idx="68636">265.86000000000001</cx:pt>
          <cx:pt idx="68637">315.11000000000001</cx:pt>
          <cx:pt idx="68638">67.980000000000004</cx:pt>
          <cx:pt idx="68639">31.489999999999998</cx:pt>
          <cx:pt idx="68640">31.489999999999998</cx:pt>
          <cx:pt idx="68641">65.989999999999995</cx:pt>
          <cx:pt idx="68642">65.989999999999995</cx:pt>
          <cx:pt idx="68643">31.489999999999998</cx:pt>
          <cx:pt idx="68644">51.490000000000002</cx:pt>
          <cx:pt idx="68645">12.49</cx:pt>
          <cx:pt idx="68646">76.980000000000004</cx:pt>
          <cx:pt idx="68647">31.489999999999998</cx:pt>
          <cx:pt idx="68648">41.490000000000002</cx:pt>
          <cx:pt idx="68649">65.989999999999995</cx:pt>
          <cx:pt idx="68650">47.479999999999997</cx:pt>
          <cx:pt idx="68651">55.979999999999997</cx:pt>
          <cx:pt idx="68652">55.979999999999997</cx:pt>
          <cx:pt idx="68653">26.489999999999998</cx:pt>
          <cx:pt idx="68654">55.979999999999997</cx:pt>
          <cx:pt idx="68655">12.49</cx:pt>
          <cx:pt idx="68656">66.980000000000004</cx:pt>
          <cx:pt idx="68657">65.989999999999995</cx:pt>
          <cx:pt idx="68658">65.989999999999995</cx:pt>
          <cx:pt idx="68659">65.989999999999995</cx:pt>
          <cx:pt idx="68660">50.979999999999997</cx:pt>
          <cx:pt idx="68661">41.490000000000002</cx:pt>
          <cx:pt idx="68662">339.95999999999998</cx:pt>
          <cx:pt idx="68663">152.97999999999999</cx:pt>
          <cx:pt idx="68664">169.97999999999999</cx:pt>
          <cx:pt idx="68665">339.95999999999998</cx:pt>
          <cx:pt idx="68666">147.56999999999999</cx:pt>
          <cx:pt idx="68667">73.459999999999994</cx:pt>
          <cx:pt idx="68668">157.25999999999999</cx:pt>
          <cx:pt idx="68669">147.59999999999999</cx:pt>
          <cx:pt idx="68670">159.69999999999999</cx:pt>
          <cx:pt idx="68671">159.69999999999999</cx:pt>
          <cx:pt idx="68672">159.69999999999999</cx:pt>
          <cx:pt idx="68673">125.97</cx:pt>
          <cx:pt idx="68674">59.979999999999997</cx:pt>
          <cx:pt idx="68675">63.969999999999999</cx:pt>
          <cx:pt idx="68676">59.979999999999997</cx:pt>
          <cx:pt idx="68677">122.11</cx:pt>
          <cx:pt idx="68678">59.979999999999997</cx:pt>
          <cx:pt idx="68679">59.979999999999997</cx:pt>
          <cx:pt idx="68680">59.979999999999997</cx:pt>
          <cx:pt idx="68681">59.979999999999997</cx:pt>
          <cx:pt idx="68682">59.979999999999997</cx:pt>
          <cx:pt idx="68683">49.259999999999998</cx:pt>
          <cx:pt idx="68684">59.979999999999997</cx:pt>
          <cx:pt idx="68685">89.969999999999999</cx:pt>
          <cx:pt idx="68686">59.979999999999997</cx:pt>
          <cx:pt idx="68687">64.980000000000004</cx:pt>
          <cx:pt idx="68688">111.95999999999999</cx:pt>
          <cx:pt idx="68689">78.590000000000003</cx:pt>
          <cx:pt idx="68690">130.61000000000001</cx:pt>
          <cx:pt idx="68691">129.30000000000001</cx:pt>
          <cx:pt idx="68692">86.200000000000003</cx:pt>
          <cx:pt idx="68693">87.069999999999993</cx:pt>
          <cx:pt idx="68694">61.979999999999997</cx:pt>
          <cx:pt idx="68695">61.979999999999997</cx:pt>
          <cx:pt idx="68696">63.539999999999999</cx:pt>
          <cx:pt idx="68697">61.979999999999997</cx:pt>
          <cx:pt idx="68698">78.969999999999999</cx:pt>
          <cx:pt idx="68699">61.979999999999997</cx:pt>
          <cx:pt idx="68700">89.969999999999999</cx:pt>
          <cx:pt idx="68701">61.979999999999997</cx:pt>
          <cx:pt idx="68702">61.979999999999997</cx:pt>
          <cx:pt idx="68703">61.979999999999997</cx:pt>
          <cx:pt idx="68704">61.979999999999997</cx:pt>
          <cx:pt idx="68705">91.969999999999999</cx:pt>
          <cx:pt idx="68706">61.979999999999997</cx:pt>
          <cx:pt idx="68707">58.039999999999999</cx:pt>
          <cx:pt idx="68708">56.600000000000001</cx:pt>
          <cx:pt idx="68709">61.979999999999997</cx:pt>
          <cx:pt idx="68710">103.95999999999999</cx:pt>
          <cx:pt idx="68711">61.93</cx:pt>
          <cx:pt idx="68712">53.979999999999997</cx:pt>
          <cx:pt idx="68713">53.979999999999997</cx:pt>
          <cx:pt idx="68714">53.979999999999997</cx:pt>
          <cx:pt idx="68715">56.950000000000003</cx:pt>
          <cx:pt idx="68716">53.979999999999997</cx:pt>
          <cx:pt idx="68717">53.979999999999997</cx:pt>
          <cx:pt idx="68718">53.979999999999997</cx:pt>
          <cx:pt idx="68719">79.959999999999994</cx:pt>
          <cx:pt idx="68720">26.989999999999998</cx:pt>
          <cx:pt idx="68721">55.979999999999997</cx:pt>
          <cx:pt idx="68722">107.95999999999999</cx:pt>
          <cx:pt idx="68723">244.37</cx:pt>
          <cx:pt idx="68724">147.59999999999999</cx:pt>
          <cx:pt idx="68725">147.59999999999999</cx:pt>
          <cx:pt idx="68726">147.59999999999999</cx:pt>
          <cx:pt idx="68727">221.38999999999999</cx:pt>
          <cx:pt idx="68728">332.67000000000002</cx:pt>
          <cx:pt idx="68729">189.94999999999999</cx:pt>
          <cx:pt idx="68730">131.97999999999999</cx:pt>
          <cx:pt idx="68731">284.93000000000001</cx:pt>
          <cx:pt idx="68732">119.97</cx:pt>
          <cx:pt idx="68733">258.93000000000001</cx:pt>
          <cx:pt idx="68734">59.960000000000001</cx:pt>
          <cx:pt idx="68735">79.980000000000004</cx:pt>
          <cx:pt idx="68736">59.960000000000001</cx:pt>
          <cx:pt idx="68737">98.969999999999999</cx:pt>
          <cx:pt idx="68738">59.960000000000001</cx:pt>
          <cx:pt idx="68739">84.989999999999995</cx:pt>
          <cx:pt idx="68740">134.97</cx:pt>
          <cx:pt idx="68741">59.979999999999997</cx:pt>
          <cx:pt idx="68742">84.980000000000004</cx:pt>
          <cx:pt idx="68743">43.479999999999997</cx:pt>
          <cx:pt idx="68744">71.780000000000001</cx:pt>
          <cx:pt idx="68745">41.490000000000002</cx:pt>
          <cx:pt idx="68746">83.969999999999999</cx:pt>
          <cx:pt idx="68747">49.439999999999998</cx:pt>
          <cx:pt idx="68748">74.969999999999999</cx:pt>
          <cx:pt idx="68749">144.97</cx:pt>
          <cx:pt idx="68750">74.980000000000004</cx:pt>
          <cx:pt idx="68751">65.989999999999995</cx:pt>
          <cx:pt idx="68752">65.989999999999995</cx:pt>
          <cx:pt idx="68753">90.829999999999998</cx:pt>
          <cx:pt idx="68754">185.94999999999999</cx:pt>
          <cx:pt idx="68755">193.46000000000001</cx:pt>
          <cx:pt idx="68756">169.97999999999999</cx:pt>
          <cx:pt idx="68757">131.97999999999999</cx:pt>
          <cx:pt idx="68758">163</cx:pt>
          <cx:pt idx="68759">163</cx:pt>
          <cx:pt idx="68760">131.97999999999999</cx:pt>
          <cx:pt idx="68761">131.97999999999999</cx:pt>
          <cx:pt idx="68762">169.97999999999999</cx:pt>
          <cx:pt idx="68763">169.97999999999999</cx:pt>
          <cx:pt idx="68764">169.97999999999999</cx:pt>
          <cx:pt idx="68765">169.97999999999999</cx:pt>
          <cx:pt idx="68766">131.97999999999999</cx:pt>
          <cx:pt idx="68767">169.97999999999999</cx:pt>
          <cx:pt idx="68768">131.97999999999999</cx:pt>
          <cx:pt idx="68769">131.97999999999999</cx:pt>
          <cx:pt idx="68770">72.969999999999999</cx:pt>
          <cx:pt idx="68771">62.979999999999997</cx:pt>
          <cx:pt idx="68772">79.980000000000004</cx:pt>
          <cx:pt idx="68773">92.969999999999999</cx:pt>
          <cx:pt idx="68774">161.97</cx:pt>
          <cx:pt idx="68775">89.980000000000004</cx:pt>
          <cx:pt idx="68776">40.490000000000002</cx:pt>
          <cx:pt idx="68777">56.979999999999997</cx:pt>
          <cx:pt idx="68778">142.94999999999999</cx:pt>
          <cx:pt idx="68779">122.97</cx:pt>
          <cx:pt idx="68780">117.05</cx:pt>
          <cx:pt idx="68781">59.359999999999999</cx:pt>
          <cx:pt idx="68782">74.950000000000003</cx:pt>
          <cx:pt idx="68783">59.359999999999999</cx:pt>
          <cx:pt idx="68784">74.950000000000003</cx:pt>
          <cx:pt idx="68785">58.810000000000002</cx:pt>
          <cx:pt idx="68786">59.960000000000001</cx:pt>
          <cx:pt idx="68787">112.34999999999999</cx:pt>
          <cx:pt idx="68788">59.93</cx:pt>
          <cx:pt idx="68789">84.359999999999999</cx:pt>
          <cx:pt idx="68790">59.960000000000001</cx:pt>
          <cx:pt idx="68791">108.06</cx:pt>
          <cx:pt idx="68792">65.989999999999995</cx:pt>
          <cx:pt idx="68793">65.989999999999995</cx:pt>
          <cx:pt idx="68794">19.989999999999998</cx:pt>
          <cx:pt idx="68795">87.780000000000001</cx:pt>
          <cx:pt idx="68796">76.480000000000004</cx:pt>
          <cx:pt idx="68797">109.47</cx:pt>
          <cx:pt idx="68798">60.200000000000003</cx:pt>
          <cx:pt idx="68799">84.989999999999995</cx:pt>
          <cx:pt idx="68800">68.989999999999995</cx:pt>
          <cx:pt idx="68801">169.97999999999999</cx:pt>
          <cx:pt idx="68802">197.96000000000001</cx:pt>
          <cx:pt idx="68803">163.65000000000001</cx:pt>
          <cx:pt idx="68804">131.97999999999999</cx:pt>
          <cx:pt idx="68805">133.96000000000001</cx:pt>
          <cx:pt idx="68806">149.33000000000001</cx:pt>
          <cx:pt idx="68807">92.969999999999999</cx:pt>
          <cx:pt idx="68808">79.980000000000004</cx:pt>
          <cx:pt idx="68809">80.739999999999995</cx:pt>
          <cx:pt idx="68810">84.989999999999995</cx:pt>
          <cx:pt idx="68811">143.97</cx:pt>
          <cx:pt idx="68812">57.969999999999999</cx:pt>
          <cx:pt idx="68813">67.969999999999999</cx:pt>
          <cx:pt idx="68814">53.939999999999998</cx:pt>
          <cx:pt idx="68815">41.189999999999998</cx:pt>
          <cx:pt idx="68816">57.969999999999999</cx:pt>
          <cx:pt idx="68817">17.190000000000001</cx:pt>
          <cx:pt idx="68818">19.489999999999998</cx:pt>
          <cx:pt idx="68819">50.979999999999997</cx:pt>
          <cx:pt idx="68820">50.18</cx:pt>
          <cx:pt idx="68821">67.969999999999999</cx:pt>
          <cx:pt idx="68822">41.189999999999998</cx:pt>
          <cx:pt idx="68823">79.980000000000004</cx:pt>
          <cx:pt idx="68824">50.979999999999997</cx:pt>
          <cx:pt idx="68825">57.969999999999999</cx:pt>
          <cx:pt idx="68826">95.950000000000003</cx:pt>
          <cx:pt idx="68827">117.94</cx:pt>
          <cx:pt idx="68828">59.969999999999999</cx:pt>
          <cx:pt idx="68829">63.079999999999998</cx:pt>
          <cx:pt idx="68830">95.950000000000003</cx:pt>
          <cx:pt idx="68831">57.969999999999999</cx:pt>
          <cx:pt idx="68832">100.94</cx:pt>
          <cx:pt idx="68833">99.950000000000003</cx:pt>
          <cx:pt idx="68834">199.90000000000001</cx:pt>
          <cx:pt idx="68835">97.359999999999999</cx:pt>
          <cx:pt idx="68836">99.879999999999995</cx:pt>
          <cx:pt idx="68837">76.489999999999995</cx:pt>
          <cx:pt idx="68838">100.98</cx:pt>
          <cx:pt idx="68839">166.47</cx:pt>
          <cx:pt idx="68840">131.08000000000001</cx:pt>
          <cx:pt idx="68841">77.870000000000005</cx:pt>
          <cx:pt idx="68842">84.989999999999995</cx:pt>
          <cx:pt idx="68843">84.989999999999995</cx:pt>
          <cx:pt idx="68844">68.989999999999995</cx:pt>
          <cx:pt idx="68845">169.97999999999999</cx:pt>
          <cx:pt idx="68846">109.98</cx:pt>
          <cx:pt idx="68847">124.97</cx:pt>
          <cx:pt idx="68848">88.909999999999997</cx:pt>
          <cx:pt idx="68849">66.530000000000001</cx:pt>
          <cx:pt idx="68850">180.25</cx:pt>
          <cx:pt idx="68851">79.849999999999994</cx:pt>
          <cx:pt idx="68852">131.87</cx:pt>
          <cx:pt idx="68853">127.03</cx:pt>
          <cx:pt idx="68854">79.849999999999994</cx:pt>
          <cx:pt idx="68855">96.780000000000001</cx:pt>
          <cx:pt idx="68856">123.38</cx:pt>
          <cx:pt idx="68857">49.590000000000003</cx:pt>
          <cx:pt idx="68858">208.08000000000001</cx:pt>
          <cx:pt idx="68859">79.849999999999994</cx:pt>
          <cx:pt idx="68860">19.989999999999998</cx:pt>
          <cx:pt idx="68861">85.959999999999994</cx:pt>
          <cx:pt idx="68862">83.480000000000004</cx:pt>
          <cx:pt idx="68863">23.989999999999998</cx:pt>
          <cx:pt idx="68864">51.490000000000002</cx:pt>
          <cx:pt idx="68865">129.97</cx:pt>
          <cx:pt idx="68866">74.969999999999999</cx:pt>
          <cx:pt idx="68867">73.980000000000004</cx:pt>
          <cx:pt idx="68868">-81.980000000000004</cx:pt>
          <cx:pt idx="68869">30.48</cx:pt>
          <cx:pt idx="68870">104.98</cx:pt>
          <cx:pt idx="68871">26.789999999999999</cx:pt>
          <cx:pt idx="68872">81.980000000000004</cx:pt>
          <cx:pt idx="68873">92.980000000000004</cx:pt>
          <cx:pt idx="68874">67.989999999999995</cx:pt>
          <cx:pt idx="68875">76.980000000000004</cx:pt>
          <cx:pt idx="68876">65.189999999999998</cx:pt>
          <cx:pt idx="68877">84.989999999999995</cx:pt>
          <cx:pt idx="68878">68.989999999999995</cx:pt>
          <cx:pt idx="68879">84.989999999999995</cx:pt>
          <cx:pt idx="68880">84.989999999999995</cx:pt>
          <cx:pt idx="68881">89.170000000000002</cx:pt>
          <cx:pt idx="68882">68.989999999999995</cx:pt>
          <cx:pt idx="68883">73.989999999999995</cx:pt>
          <cx:pt idx="68884">111.56999999999999</cx:pt>
          <cx:pt idx="68885">71.989999999999995</cx:pt>
          <cx:pt idx="68886">84.989999999999995</cx:pt>
          <cx:pt idx="68887">84.989999999999995</cx:pt>
          <cx:pt idx="68888">148.97999999999999</cx:pt>
          <cx:pt idx="68889">84.989999999999995</cx:pt>
          <cx:pt idx="68890">214.94999999999999</cx:pt>
          <cx:pt idx="68891">162.06</cx:pt>
          <cx:pt idx="68892">57.399999999999999</cx:pt>
          <cx:pt idx="68893">205.94999999999999</cx:pt>
          <cx:pt idx="68894">76.489999999999995</cx:pt>
          <cx:pt idx="68895">84.989999999999995</cx:pt>
          <cx:pt idx="68896">76.489999999999995</cx:pt>
          <cx:pt idx="68897">44.969999999999999</cx:pt>
          <cx:pt idx="68898">5.9500000000000002</cx:pt>
          <cx:pt idx="68899">149.62</cx:pt>
          <cx:pt idx="68900">68.969999999999999</cx:pt>
          <cx:pt idx="68901">98.719999999999999</cx:pt>
          <cx:pt idx="68902">237.94</cx:pt>
          <cx:pt idx="68903">156.94999999999999</cx:pt>
          <cx:pt idx="68904">117.97</cx:pt>
          <cx:pt idx="68905">71.980000000000004</cx:pt>
          <cx:pt idx="68906">73.969999999999999</cx:pt>
          <cx:pt idx="68907">105.87</cx:pt>
          <cx:pt idx="68908">113.97</cx:pt>
          <cx:pt idx="68909">107.95999999999999</cx:pt>
          <cx:pt idx="68910">84.980000000000004</cx:pt>
          <cx:pt idx="68911">197.97</cx:pt>
          <cx:pt idx="68912">176.19</cx:pt>
          <cx:pt idx="68913">197.97</cx:pt>
          <cx:pt idx="68914">181.97</cx:pt>
          <cx:pt idx="68915">197.97</cx:pt>
          <cx:pt idx="68916">92.980000000000004</cx:pt>
          <cx:pt idx="68917">102.98</cx:pt>
          <cx:pt idx="68918">129.97999999999999</cx:pt>
          <cx:pt idx="68919">76.489999999999995</cx:pt>
          <cx:pt idx="68920">84.989999999999995</cx:pt>
          <cx:pt idx="68921">97.980000000000004</cx:pt>
          <cx:pt idx="68922">84.989999999999995</cx:pt>
          <cx:pt idx="68923">80.739999999999995</cx:pt>
          <cx:pt idx="68924">124.98</cx:pt>
          <cx:pt idx="68925">79.890000000000001</cx:pt>
          <cx:pt idx="68926">129.97999999999999</cx:pt>
          <cx:pt idx="68927">68.989999999999995</cx:pt>
          <cx:pt idx="68928">161.91</cx:pt>
          <cx:pt idx="68929">118.78</cx:pt>
          <cx:pt idx="68930">118.78</cx:pt>
          <cx:pt idx="68931">141.90000000000001</cx:pt>
          <cx:pt idx="68932">149.97999999999999</cx:pt>
          <cx:pt idx="68933">121.37</cx:pt>
          <cx:pt idx="68934">149.97999999999999</cx:pt>
          <cx:pt idx="68935">75.510000000000005</cx:pt>
          <cx:pt idx="68936">139.90000000000001</cx:pt>
          <cx:pt idx="68937">82.439999999999998</cx:pt>
          <cx:pt idx="68938">169.97999999999999</cx:pt>
          <cx:pt idx="68939">121.37</cx:pt>
          <cx:pt idx="68940">84.989999999999995</cx:pt>
          <cx:pt idx="68941">75.510000000000005</cx:pt>
          <cx:pt idx="68942">169.97999999999999</cx:pt>
          <cx:pt idx="68943">169.97999999999999</cx:pt>
          <cx:pt idx="68944">159.96000000000001</cx:pt>
          <cx:pt idx="68945">159.96000000000001</cx:pt>
          <cx:pt idx="68946">141.90000000000001</cx:pt>
          <cx:pt idx="68947">84.989999999999995</cx:pt>
          <cx:pt idx="68948">84.140000000000001</cx:pt>
          <cx:pt idx="68949">84.989999999999995</cx:pt>
          <cx:pt idx="68950">169.97999999999999</cx:pt>
          <cx:pt idx="68951">84.989999999999995</cx:pt>
          <cx:pt idx="68952">139.90000000000001</cx:pt>
          <cx:pt idx="68953">161.91</cx:pt>
          <cx:pt idx="68954">169.97999999999999</cx:pt>
          <cx:pt idx="68955">82.439999999999998</cx:pt>
          <cx:pt idx="68956">84.140000000000001</cx:pt>
          <cx:pt idx="68957">169.97999999999999</cx:pt>
          <cx:pt idx="68958">55.960000000000001</cx:pt>
          <cx:pt idx="68959">134.97</cx:pt>
          <cx:pt idx="68960">89.959999999999994</cx:pt>
          <cx:pt idx="68961">58.969999999999999</cx:pt>
          <cx:pt idx="68962">55.960000000000001</cx:pt>
          <cx:pt idx="68963">140.94999999999999</cx:pt>
          <cx:pt idx="68964">99.980000000000004</cx:pt>
          <cx:pt idx="68965">-39.829999999999998</cx:pt>
          <cx:pt idx="68966">99.980000000000004</cx:pt>
          <cx:pt idx="68967">105.95</cx:pt>
          <cx:pt idx="68968">55.960000000000001</cx:pt>
          <cx:pt idx="68969">57.509999999999998</cx:pt>
          <cx:pt idx="68970">65.980000000000004</cx:pt>
          <cx:pt idx="68971">99.980000000000004</cx:pt>
          <cx:pt idx="68972">64.980000000000004</cx:pt>
          <cx:pt idx="68973">99.980000000000004</cx:pt>
          <cx:pt idx="68974">99.980000000000004</cx:pt>
          <cx:pt idx="68975">89.980000000000004</cx:pt>
          <cx:pt idx="68976">197.97</cx:pt>
          <cx:pt idx="68977">101.92</cx:pt>
          <cx:pt idx="68978">59.990000000000002</cx:pt>
          <cx:pt idx="68979">257.27999999999997</cx:pt>
          <cx:pt idx="68980">65.989999999999995</cx:pt>
          <cx:pt idx="68981">140.34</cx:pt>
          <cx:pt idx="68982">112.18000000000001</cx:pt>
          <cx:pt idx="68983">65.989999999999995</cx:pt>
          <cx:pt idx="68984">159.09</cx:pt>
          <cx:pt idx="68985">135.97999999999999</cx:pt>
          <cx:pt idx="68986">59.390000000000001</cx:pt>
          <cx:pt idx="68987">125.38</cx:pt>
          <cx:pt idx="68988">155.13999999999999</cx:pt>
          <cx:pt idx="68989">65.989999999999995</cx:pt>
          <cx:pt idx="68990">115.58</cx:pt>
          <cx:pt idx="68991">79.989999999999995</cx:pt>
          <cx:pt idx="68992">59.990000000000002</cx:pt>
          <cx:pt idx="68993">199.96000000000001</cx:pt>
          <cx:pt idx="68994">79.989999999999995</cx:pt>
          <cx:pt idx="68995">152.08000000000001</cx:pt>
          <cx:pt idx="68996">93.079999999999998</cx:pt>
          <cx:pt idx="68997">105.56</cx:pt>
          <cx:pt idx="68998">79.989999999999995</cx:pt>
          <cx:pt idx="68999">79.989999999999995</cx:pt>
          <cx:pt idx="69000">79.989999999999995</cx:pt>
          <cx:pt idx="69001">79.989999999999995</cx:pt>
          <cx:pt idx="69002">79.989999999999995</cx:pt>
          <cx:pt idx="69003">128.56999999999999</cx:pt>
          <cx:pt idx="69004">79.989999999999995</cx:pt>
          <cx:pt idx="69005">80.959999999999994</cx:pt>
          <cx:pt idx="69006">64.980000000000004</cx:pt>
          <cx:pt idx="69007">65.989999999999995</cx:pt>
          <cx:pt idx="69008">65.989999999999995</cx:pt>
          <cx:pt idx="69009">1.5</cx:pt>
          <cx:pt idx="69010">98.599999999999994</cx:pt>
          <cx:pt idx="69011">81.980000000000004</cx:pt>
          <cx:pt idx="69012">107.98</cx:pt>
          <cx:pt idx="69013">65.989999999999995</cx:pt>
          <cx:pt idx="69014">65.989999999999995</cx:pt>
          <cx:pt idx="69015">59.979999999999997</cx:pt>
          <cx:pt idx="69016">59.979999999999997</cx:pt>
          <cx:pt idx="69017">59.979999999999997</cx:pt>
          <cx:pt idx="69018">59.979999999999997</cx:pt>
          <cx:pt idx="69019">59.979999999999997</cx:pt>
          <cx:pt idx="69020">59.979999999999997</cx:pt>
          <cx:pt idx="69021">59.979999999999997</cx:pt>
          <cx:pt idx="69022">59.979999999999997</cx:pt>
          <cx:pt idx="69023">59.979999999999997</cx:pt>
          <cx:pt idx="69024">59.979999999999997</cx:pt>
          <cx:pt idx="69025">54.719999999999999</cx:pt>
          <cx:pt idx="69026">59.979999999999997</cx:pt>
          <cx:pt idx="69027">59.979999999999997</cx:pt>
          <cx:pt idx="69028">59.979999999999997</cx:pt>
          <cx:pt idx="69029">55.979999999999997</cx:pt>
          <cx:pt idx="69030">59.979999999999997</cx:pt>
          <cx:pt idx="69031">59.979999999999997</cx:pt>
          <cx:pt idx="69032">50.979999999999997</cx:pt>
          <cx:pt idx="69033">59.979999999999997</cx:pt>
          <cx:pt idx="69034">59.979999999999997</cx:pt>
          <cx:pt idx="69035">10.99</cx:pt>
          <cx:pt idx="69036">80.980000000000004</cx:pt>
          <cx:pt idx="69037">123.16</cx:pt>
          <cx:pt idx="69038">102.18000000000001</cx:pt>
          <cx:pt idx="69039">95.769999999999996</cx:pt>
          <cx:pt idx="69040">148.94999999999999</cx:pt>
          <cx:pt idx="69041">59.890000000000001</cx:pt>
          <cx:pt idx="69042">86.680000000000007</cx:pt>
          <cx:pt idx="69043">65.989999999999995</cx:pt>
          <cx:pt idx="69044">65.989999999999995</cx:pt>
          <cx:pt idx="69045">65.989999999999995</cx:pt>
          <cx:pt idx="69046">60.850000000000001</cx:pt>
          <cx:pt idx="69047">65.989999999999995</cx:pt>
          <cx:pt idx="69048">62.600000000000001</cx:pt>
          <cx:pt idx="69049">65.989999999999995</cx:pt>
          <cx:pt idx="69050">65.989999999999995</cx:pt>
          <cx:pt idx="69051">51.479999999999997</cx:pt>
          <cx:pt idx="69052">65.989999999999995</cx:pt>
          <cx:pt idx="69053">65.989999999999995</cx:pt>
          <cx:pt idx="69054">51.979999999999997</cx:pt>
          <cx:pt idx="69055">51.479999999999997</cx:pt>
          <cx:pt idx="69056">65.989999999999995</cx:pt>
          <cx:pt idx="69057">61.369999999999997</cx:pt>
          <cx:pt idx="69058">51.990000000000002</cx:pt>
          <cx:pt idx="69059">65.989999999999995</cx:pt>
          <cx:pt idx="69060">65.989999999999995</cx:pt>
          <cx:pt idx="69061">65.989999999999995</cx:pt>
          <cx:pt idx="69062">125.95999999999999</cx:pt>
          <cx:pt idx="69063">26.289999999999999</cx:pt>
          <cx:pt idx="69064">89.980000000000004</cx:pt>
          <cx:pt idx="69065">115.95999999999999</cx:pt>
          <cx:pt idx="69066">99.980000000000004</cx:pt>
          <cx:pt idx="69067">169.97999999999999</cx:pt>
          <cx:pt idx="69068">112.97</cx:pt>
          <cx:pt idx="69069">114.31999999999999</cx:pt>
          <cx:pt idx="69070">75.969999999999999</cx:pt>
          <cx:pt idx="69071">125.95999999999999</cx:pt>
          <cx:pt idx="69072">75.969999999999999</cx:pt>
          <cx:pt idx="69073">99.980000000000004</cx:pt>
          <cx:pt idx="69074">50.969999999999999</cx:pt>
          <cx:pt idx="69075">137.97999999999999</cx:pt>
          <cx:pt idx="69076">102.98</cx:pt>
          <cx:pt idx="69077">65.989999999999995</cx:pt>
          <cx:pt idx="69078">129.97</cx:pt>
          <cx:pt idx="69079">68.480000000000004</cx:pt>
          <cx:pt idx="69080">59.979999999999997</cx:pt>
          <cx:pt idx="69081">137.97999999999999</cx:pt>
          <cx:pt idx="69082">124.90000000000001</cx:pt>
          <cx:pt idx="69083">79.989999999999995</cx:pt>
          <cx:pt idx="69084">79.989999999999995</cx:pt>
          <cx:pt idx="69085">149.97999999999999</cx:pt>
          <cx:pt idx="69086">159.97999999999999</cx:pt>
          <cx:pt idx="69087">79.989999999999995</cx:pt>
          <cx:pt idx="69088">159.97999999999999</cx:pt>
          <cx:pt idx="69089">159.97999999999999</cx:pt>
          <cx:pt idx="69090">159.97999999999999</cx:pt>
          <cx:pt idx="69091">215.94</cx:pt>
          <cx:pt idx="69092">91.939999999999998</cx:pt>
          <cx:pt idx="69093">79.849999999999994</cx:pt>
          <cx:pt idx="69094">77.209999999999994</cx:pt>
          <cx:pt idx="69095">120.98</cx:pt>
          <cx:pt idx="69096">169.96000000000001</cx:pt>
          <cx:pt idx="69097">167.65000000000001</cx:pt>
          <cx:pt idx="69098">182.66</cx:pt>
          <cx:pt idx="69099">93.290000000000006</cx:pt>
          <cx:pt idx="69100">47.490000000000002</cx:pt>
          <cx:pt idx="69101">215.97</cx:pt>
          <cx:pt idx="69102">135.97999999999999</cx:pt>
          <cx:pt idx="69103">215.97</cx:pt>
          <cx:pt idx="69104">135.97999999999999</cx:pt>
          <cx:pt idx="69105">215.97</cx:pt>
          <cx:pt idx="69106">135.97999999999999</cx:pt>
          <cx:pt idx="69107">215.97</cx:pt>
          <cx:pt idx="69108">47.490000000000002</cx:pt>
          <cx:pt idx="69109">215.87</cx:pt>
          <cx:pt idx="69110">215.97</cx:pt>
          <cx:pt idx="69111">215.87</cx:pt>
          <cx:pt idx="69112">203.97</cx:pt>
          <cx:pt idx="69113">215.87</cx:pt>
          <cx:pt idx="69114">203.97</cx:pt>
          <cx:pt idx="69115">203.97</cx:pt>
          <cx:pt idx="69116">203.97</cx:pt>
          <cx:pt idx="69117">203.97</cx:pt>
          <cx:pt idx="69118">47.490000000000002</cx:pt>
          <cx:pt idx="69119">190.97</cx:pt>
          <cx:pt idx="69120">215.97</cx:pt>
          <cx:pt idx="69121">190.97</cx:pt>
          <cx:pt idx="69122">47.490000000000002</cx:pt>
          <cx:pt idx="69123">215.87</cx:pt>
          <cx:pt idx="69124">215.97</cx:pt>
          <cx:pt idx="69125">190.97</cx:pt>
          <cx:pt idx="69126">190.97</cx:pt>
          <cx:pt idx="69127">203.97</cx:pt>
          <cx:pt idx="69128">215.97</cx:pt>
          <cx:pt idx="69129">215.97</cx:pt>
          <cx:pt idx="69130">215.97</cx:pt>
          <cx:pt idx="69131">135.97999999999999</cx:pt>
          <cx:pt idx="69132">215.97</cx:pt>
          <cx:pt idx="69133">215.97</cx:pt>
          <cx:pt idx="69134">203.97</cx:pt>
          <cx:pt idx="69135">215.97</cx:pt>
          <cx:pt idx="69136">215.97</cx:pt>
          <cx:pt idx="69137">215.97</cx:pt>
          <cx:pt idx="69138">203.97</cx:pt>
          <cx:pt idx="69139">215.97</cx:pt>
          <cx:pt idx="69140">100.97</cx:pt>
          <cx:pt idx="69141">141.96000000000001</cx:pt>
          <cx:pt idx="69142">65.989999999999995</cx:pt>
          <cx:pt idx="69143">95.969999999999999</cx:pt>
          <cx:pt idx="69144">79.370000000000005</cx:pt>
          <cx:pt idx="69145">80.980000000000004</cx:pt>
          <cx:pt idx="69146">67.159999999999997</cx:pt>
          <cx:pt idx="69147">65.989999999999995</cx:pt>
          <cx:pt idx="69148">76.760000000000005</cx:pt>
          <cx:pt idx="69149">64.090000000000003</cx:pt>
          <cx:pt idx="69150">69.650000000000006</cx:pt>
          <cx:pt idx="69151">67.709999999999994</cx:pt>
          <cx:pt idx="69152">62.390000000000001</cx:pt>
          <cx:pt idx="69153">67.709999999999994</cx:pt>
          <cx:pt idx="69154">62.869999999999997</cx:pt>
          <cx:pt idx="69155">67.709999999999994</cx:pt>
          <cx:pt idx="69156">67.709999999999994</cx:pt>
          <cx:pt idx="69157">67.709999999999994</cx:pt>
          <cx:pt idx="69158">64.090000000000003</cx:pt>
          <cx:pt idx="69159">67.709999999999994</cx:pt>
          <cx:pt idx="69160">-1.2</cx:pt>
          <cx:pt idx="69161">299.95999999999998</cx:pt>
          <cx:pt idx="69162">94.980000000000004</cx:pt>
          <cx:pt idx="69163">355.91000000000003</cx:pt>
          <cx:pt idx="69164">442.93000000000001</cx:pt>
          <cx:pt idx="69165">404.94999999999999</cx:pt>
          <cx:pt idx="69166">114.94</cx:pt>
          <cx:pt idx="69167">101.62</cx:pt>
          <cx:pt idx="69168">65.989999999999995</cx:pt>
          <cx:pt idx="69169">171.28</cx:pt>
          <cx:pt idx="69170">197.97</cx:pt>
          <cx:pt idx="69171">169.97999999999999</cx:pt>
          <cx:pt idx="69172">254.97</cx:pt>
          <cx:pt idx="69173">169.97999999999999</cx:pt>
          <cx:pt idx="69174">17.289999999999999</cx:pt>
          <cx:pt idx="69175">84.989999999999995</cx:pt>
          <cx:pt idx="69176">254.97</cx:pt>
          <cx:pt idx="69177">81.819999999999993</cx:pt>
          <cx:pt idx="69178">359.88</cx:pt>
          <cx:pt idx="69179">83.969999999999999</cx:pt>
          <cx:pt idx="69180">51.490000000000002</cx:pt>
          <cx:pt idx="69181">143.94999999999999</cx:pt>
          <cx:pt idx="69182">74.969999999999999</cx:pt>
          <cx:pt idx="69183">149.94</cx:pt>
          <cx:pt idx="69184">89.969999999999999</cx:pt>
          <cx:pt idx="69185">113.95999999999999</cx:pt>
          <cx:pt idx="69186">87.950000000000003</cx:pt>
          <cx:pt idx="69187">126.91</cx:pt>
          <cx:pt idx="69188">79.959999999999994</cx:pt>
          <cx:pt idx="69189">79.959999999999994</cx:pt>
          <cx:pt idx="69190">137.94</cx:pt>
          <cx:pt idx="69191">51.479999999999997</cx:pt>
          <cx:pt idx="69192">91.959999999999994</cx:pt>
          <cx:pt idx="69193">99.950000000000003</cx:pt>
          <cx:pt idx="69194">120.93000000000001</cx:pt>
          <cx:pt idx="69195">68.969999999999999</cx:pt>
          <cx:pt idx="69196">91.959999999999994</cx:pt>
          <cx:pt idx="69197">120.98</cx:pt>
          <cx:pt idx="69198">131.96000000000001</cx:pt>
          <cx:pt idx="69199">112.17</cx:pt>
          <cx:pt idx="69200">264.91000000000003</cx:pt>
          <cx:pt idx="69201">222.94</cx:pt>
          <cx:pt idx="69202">206.93000000000001</cx:pt>
          <cx:pt idx="69203">103.95999999999999</cx:pt>
          <cx:pt idx="69204">89.980000000000004</cx:pt>
          <cx:pt idx="69205">64.980000000000004</cx:pt>
          <cx:pt idx="69206">79.980000000000004</cx:pt>
          <cx:pt idx="69207">109.97</cx:pt>
          <cx:pt idx="69208">149.97</cx:pt>
          <cx:pt idx="69209">65.980000000000004</cx:pt>
          <cx:pt idx="69210">86.120000000000005</cx:pt>
          <cx:pt idx="69211">55.979999999999997</cx:pt>
          <cx:pt idx="69212">55.979999999999997</cx:pt>
          <cx:pt idx="69213">28.940000000000001</cx:pt>
          <cx:pt idx="69214">87.980000000000004</cx:pt>
          <cx:pt idx="69215">69.680000000000007</cx:pt>
          <cx:pt idx="69216">107.89</cx:pt>
          <cx:pt idx="69217">79.359999999999999</cx:pt>
          <cx:pt idx="69218">84.989999999999995</cx:pt>
          <cx:pt idx="69219">64.980000000000004</cx:pt>
          <cx:pt idx="69220">84.989999999999995</cx:pt>
          <cx:pt idx="69221">87.049999999999997</cx:pt>
          <cx:pt idx="69222">58.93</cx:pt>
          <cx:pt idx="69223">84.989999999999995</cx:pt>
          <cx:pt idx="69224">59.979999999999997</cx:pt>
          <cx:pt idx="69225">90.480000000000004</cx:pt>
          <cx:pt idx="69226">84.980000000000004</cx:pt>
          <cx:pt idx="69227">50.979999999999997</cx:pt>
          <cx:pt idx="69228">68.989999999999995</cx:pt>
          <cx:pt idx="69229">65.980000000000004</cx:pt>
          <cx:pt idx="69230">110.45999999999999</cx:pt>
          <cx:pt idx="69231">329.94999999999999</cx:pt>
          <cx:pt idx="69232">329.94999999999999</cx:pt>
          <cx:pt idx="69233">179.94</cx:pt>
          <cx:pt idx="69234">271.41000000000003</cx:pt>
          <cx:pt idx="69235">149.94999999999999</cx:pt>
          <cx:pt idx="69236">119.95</cx:pt>
          <cx:pt idx="69237">144.69999999999999</cx:pt>
          <cx:pt idx="69238">179.94</cx:pt>
          <cx:pt idx="69239">149.94999999999999</cx:pt>
          <cx:pt idx="69240">99.959999999999994</cx:pt>
          <cx:pt idx="69241">149.97</cx:pt>
          <cx:pt idx="69242">84.989999999999995</cx:pt>
          <cx:pt idx="69243">80.980000000000004</cx:pt>
          <cx:pt idx="69244">63.979999999999997</cx:pt>
          <cx:pt idx="69245">84.989999999999995</cx:pt>
          <cx:pt idx="69246">123.47</cx:pt>
          <cx:pt idx="69247">80.980000000000004</cx:pt>
          <cx:pt idx="69248">65.989999999999995</cx:pt>
          <cx:pt idx="69249">49.990000000000002</cx:pt>
          <cx:pt idx="69250">58.450000000000003</cx:pt>
          <cx:pt idx="69251">65.989999999999995</cx:pt>
          <cx:pt idx="69252">84.989999999999995</cx:pt>
          <cx:pt idx="69253">84.989999999999995</cx:pt>
          <cx:pt idx="69254">54.990000000000002</cx:pt>
          <cx:pt idx="69255">14.99</cx:pt>
          <cx:pt idx="69256">65.989999999999995</cx:pt>
          <cx:pt idx="69257">84.980000000000004</cx:pt>
          <cx:pt idx="69258">52.490000000000002</cx:pt>
          <cx:pt idx="69259">80.980000000000004</cx:pt>
          <cx:pt idx="69260">121.98</cx:pt>
          <cx:pt idx="69261">54.990000000000002</cx:pt>
          <cx:pt idx="69262">120.97</cx:pt>
          <cx:pt idx="69263">84.989999999999995</cx:pt>
          <cx:pt idx="69264">84.989999999999995</cx:pt>
          <cx:pt idx="69265">84.989999999999995</cx:pt>
          <cx:pt idx="69266">84.989999999999995</cx:pt>
          <cx:pt idx="69267">54.990000000000002</cx:pt>
          <cx:pt idx="69268">134.97999999999999</cx:pt>
          <cx:pt idx="69269">56.490000000000002</cx:pt>
          <cx:pt idx="69270">84.989999999999995</cx:pt>
          <cx:pt idx="69271">68.989999999999995</cx:pt>
          <cx:pt idx="69272">104.98</cx:pt>
          <cx:pt idx="69273">84.989999999999995</cx:pt>
          <cx:pt idx="69274">169.97999999999999</cx:pt>
          <cx:pt idx="69275">65.989999999999995</cx:pt>
          <cx:pt idx="69276">65.989999999999995</cx:pt>
          <cx:pt idx="69277">79.980000000000004</cx:pt>
          <cx:pt idx="69278">65.989999999999995</cx:pt>
          <cx:pt idx="69279">65.989999999999995</cx:pt>
          <cx:pt idx="69280">65.989999999999995</cx:pt>
          <cx:pt idx="69281">65.989999999999995</cx:pt>
          <cx:pt idx="69282">56.810000000000002</cx:pt>
          <cx:pt idx="69283">65.989999999999995</cx:pt>
          <cx:pt idx="69284">65.989999999999995</cx:pt>
          <cx:pt idx="69285">79.980000000000004</cx:pt>
          <cx:pt idx="69286">65.989999999999995</cx:pt>
          <cx:pt idx="69287">62.789999999999999</cx:pt>
          <cx:pt idx="69288">65.989999999999995</cx:pt>
          <cx:pt idx="69289">65.989999999999995</cx:pt>
          <cx:pt idx="69290">64.980000000000004</cx:pt>
          <cx:pt idx="69291">65.989999999999995</cx:pt>
          <cx:pt idx="69292">59.390000000000001</cx:pt>
          <cx:pt idx="69293">64.980000000000004</cx:pt>
          <cx:pt idx="69294">65.989999999999995</cx:pt>
          <cx:pt idx="69295">119.95999999999999</cx:pt>
          <cx:pt idx="69296">90.069999999999993</cx:pt>
          <cx:pt idx="69297">119.95999999999999</cx:pt>
          <cx:pt idx="69298">119.95999999999999</cx:pt>
          <cx:pt idx="69299">88.870000000000005</cx:pt>
          <cx:pt idx="69300">59.979999999999997</cx:pt>
          <cx:pt idx="69301">89.969999999999999</cx:pt>
          <cx:pt idx="69302">89.969999999999999</cx:pt>
          <cx:pt idx="69303">-110</cx:pt>
          <cx:pt idx="69304">89.969999999999999</cx:pt>
          <cx:pt idx="69305">119.95999999999999</cx:pt>
          <cx:pt idx="69306">56.700000000000003</cx:pt>
          <cx:pt idx="69307">82.069999999999993</cx:pt>
          <cx:pt idx="69308">50.380000000000003</cx:pt>
          <cx:pt idx="69309">55.979999999999997</cx:pt>
          <cx:pt idx="69310">56.979999999999997</cx:pt>
          <cx:pt idx="69311">71.989999999999995</cx:pt>
          <cx:pt idx="69312">71.989999999999995</cx:pt>
          <cx:pt idx="69313">79.989999999999995</cx:pt>
          <cx:pt idx="69314">79.989999999999995</cx:pt>
          <cx:pt idx="69315">67.989999999999995</cx:pt>
          <cx:pt idx="69316">60.990000000000002</cx:pt>
          <cx:pt idx="69317">71.989999999999995</cx:pt>
          <cx:pt idx="69318">71.989999999999995</cx:pt>
          <cx:pt idx="69319">67.989999999999995</cx:pt>
          <cx:pt idx="69320">60.990000000000002</cx:pt>
          <cx:pt idx="69321">60.990000000000002</cx:pt>
          <cx:pt idx="69322">65.950000000000003</cx:pt>
          <cx:pt idx="69323">91.959999999999994</cx:pt>
          <cx:pt idx="69324">148.03</cx:pt>
          <cx:pt idx="69325">101.95</cx:pt>
          <cx:pt idx="69326">60.469999999999999</cx:pt>
          <cx:pt idx="69327">79.920000000000002</cx:pt>
          <cx:pt idx="69328">157.94</cx:pt>
          <cx:pt idx="69329">138.97999999999999</cx:pt>
          <cx:pt idx="69330">119.95999999999999</cx:pt>
          <cx:pt idx="69331">269.95999999999998</cx:pt>
          <cx:pt idx="69332">41.289999999999999</cx:pt>
          <cx:pt idx="69333">114.98</cx:pt>
          <cx:pt idx="69334">139.96000000000001</cx:pt>
          <cx:pt idx="69335">90.980000000000004</cx:pt>
          <cx:pt idx="69336">84.969999999999999</cx:pt>
          <cx:pt idx="69337">64.980000000000004</cx:pt>
          <cx:pt idx="69338">33.659999999999997</cx:pt>
          <cx:pt idx="69339">59.979999999999997</cx:pt>
          <cx:pt idx="69340">204.94999999999999</cx:pt>
          <cx:pt idx="69341">75.370000000000005</cx:pt>
          <cx:pt idx="69342">75.370000000000005</cx:pt>
          <cx:pt idx="69343">16.289999999999999</cx:pt>
          <cx:pt idx="69344">16.289999999999999</cx:pt>
          <cx:pt idx="69345">65.989999999999995</cx:pt>
          <cx:pt idx="69346">65.989999999999995</cx:pt>
          <cx:pt idx="69347">103.98</cx:pt>
          <cx:pt idx="69348">103.98</cx:pt>
          <cx:pt idx="69349">84.989999999999995</cx:pt>
          <cx:pt idx="69350">103.98</cx:pt>
          <cx:pt idx="69351">103.98</cx:pt>
          <cx:pt idx="69352">84.989999999999995</cx:pt>
          <cx:pt idx="69353">65.989999999999995</cx:pt>
          <cx:pt idx="69354">65.989999999999995</cx:pt>
          <cx:pt idx="69355">65.989999999999995</cx:pt>
          <cx:pt idx="69356">84.989999999999995</cx:pt>
          <cx:pt idx="69357">103.98</cx:pt>
          <cx:pt idx="69358">103.98</cx:pt>
          <cx:pt idx="69359">84.989999999999995</cx:pt>
          <cx:pt idx="69360">84.989999999999995</cx:pt>
          <cx:pt idx="69361">84.989999999999995</cx:pt>
          <cx:pt idx="69362">65.989999999999995</cx:pt>
          <cx:pt idx="69363">65.989999999999995</cx:pt>
          <cx:pt idx="69364">84.980000000000004</cx:pt>
          <cx:pt idx="69365">84.980000000000004</cx:pt>
          <cx:pt idx="69366">68.989999999999995</cx:pt>
          <cx:pt idx="69367">68.989999999999995</cx:pt>
          <cx:pt idx="69368">84.109999999999999</cx:pt>
          <cx:pt idx="69369">84.109999999999999</cx:pt>
          <cx:pt idx="69370">84.989999999999995</cx:pt>
          <cx:pt idx="69371">84.989999999999995</cx:pt>
          <cx:pt idx="69372">65.989999999999995</cx:pt>
          <cx:pt idx="69373">84.989999999999995</cx:pt>
          <cx:pt idx="69374">84.989999999999995</cx:pt>
          <cx:pt idx="69375">85.430000000000007</cx:pt>
          <cx:pt idx="69376">84.989999999999995</cx:pt>
          <cx:pt idx="69377">85.430000000000007</cx:pt>
          <cx:pt idx="69378">84.989999999999995</cx:pt>
          <cx:pt idx="69379">53.420000000000002</cx:pt>
          <cx:pt idx="69380">89.980000000000004</cx:pt>
          <cx:pt idx="69381">65.989999999999995</cx:pt>
          <cx:pt idx="69382">68.989999999999995</cx:pt>
          <cx:pt idx="69383">-65.989999999999995</cx:pt>
          <cx:pt idx="69384">65.989999999999995</cx:pt>
          <cx:pt idx="69385">58.979999999999997</cx:pt>
          <cx:pt idx="69386">19.989999999999998</cx:pt>
          <cx:pt idx="69387">55.979999999999997</cx:pt>
          <cx:pt idx="69388">59.979999999999997</cx:pt>
          <cx:pt idx="69389">72.969999999999999</cx:pt>
          <cx:pt idx="69390">60.390000000000001</cx:pt>
          <cx:pt idx="69391">69.980000000000004</cx:pt>
          <cx:pt idx="69392">61.979999999999997</cx:pt>
          <cx:pt idx="69393">81.969999999999999</cx:pt>
          <cx:pt idx="69394">148.47</cx:pt>
          <cx:pt idx="69395">134.19</cx:pt>
          <cx:pt idx="69396">60.729999999999997</cx:pt>
          <cx:pt idx="69397">206.5</cx:pt>
          <cx:pt idx="69398">65.989999999999995</cx:pt>
          <cx:pt idx="69399">101.98</cx:pt>
          <cx:pt idx="69400">131.97999999999999</cx:pt>
          <cx:pt idx="69401">143.27000000000001</cx:pt>
          <cx:pt idx="69402">118.78</cx:pt>
          <cx:pt idx="69403">59.390000000000001</cx:pt>
          <cx:pt idx="69404">94.310000000000002</cx:pt>
          <cx:pt idx="69405">209.94</cx:pt>
          <cx:pt idx="69406">65.989999999999995</cx:pt>
          <cx:pt idx="69407">44.539999999999999</cx:pt>
          <cx:pt idx="69408">73.840000000000003</cx:pt>
          <cx:pt idx="69409">74.950000000000003</cx:pt>
          <cx:pt idx="69410">109.95</cx:pt>
          <cx:pt idx="69411">44.020000000000003</cx:pt>
          <cx:pt idx="69412">152.96000000000001</cx:pt>
          <cx:pt idx="69413">99.980000000000004</cx:pt>
          <cx:pt idx="69414">59.960000000000001</cx:pt>
          <cx:pt idx="69415">53.960000000000001</cx:pt>
          <cx:pt idx="69416">59.960000000000001</cx:pt>
          <cx:pt idx="69417">58.460000000000001</cx:pt>
          <cx:pt idx="69418">59.960000000000001</cx:pt>
          <cx:pt idx="69419">59.960000000000001</cx:pt>
          <cx:pt idx="69420">141.97</cx:pt>
          <cx:pt idx="69421">200.97</cx:pt>
          <cx:pt idx="69422">158.06</cx:pt>
          <cx:pt idx="69423">135.28</cx:pt>
          <cx:pt idx="69424">263.95999999999998</cx:pt>
          <cx:pt idx="69425">395.94</cx:pt>
          <cx:pt idx="69426">79.980000000000004</cx:pt>
          <cx:pt idx="69427">59.979999999999997</cx:pt>
          <cx:pt idx="69428">79.989999999999995</cx:pt>
          <cx:pt idx="69429">75.969999999999999</cx:pt>
          <cx:pt idx="69430">99.980000000000004</cx:pt>
          <cx:pt idx="69431">149.97</cx:pt>
          <cx:pt idx="69432">93.980000000000004</cx:pt>
          <cx:pt idx="69433">149.97</cx:pt>
          <cx:pt idx="69434">133.78999999999999</cx:pt>
          <cx:pt idx="69435">99.980000000000004</cx:pt>
          <cx:pt idx="69436">74.980000000000004</cx:pt>
          <cx:pt idx="69437">104.98</cx:pt>
          <cx:pt idx="69438">58.979999999999997</cx:pt>
          <cx:pt idx="69439">65.980000000000004</cx:pt>
          <cx:pt idx="69440">60.990000000000002</cx:pt>
          <cx:pt idx="69441">288.97000000000003</cx:pt>
          <cx:pt idx="69442">309.95999999999998</cx:pt>
          <cx:pt idx="69443">197.97</cx:pt>
          <cx:pt idx="69444">119.95999999999999</cx:pt>
          <cx:pt idx="69445">59.979999999999997</cx:pt>
          <cx:pt idx="69446">59.979999999999997</cx:pt>
          <cx:pt idx="69447">209.93000000000001</cx:pt>
          <cx:pt idx="69448">149.94999999999999</cx:pt>
          <cx:pt idx="69449">119.95999999999999</cx:pt>
          <cx:pt idx="69450">89.969999999999999</cx:pt>
          <cx:pt idx="69451">83.290000000000006</cx:pt>
          <cx:pt idx="69452">152.97999999999999</cx:pt>
          <cx:pt idx="69453">164.03</cx:pt>
          <cx:pt idx="69454">144.47999999999999</cx:pt>
          <cx:pt idx="69455">154.88</cx:pt>
          <cx:pt idx="69456">169.97999999999999</cx:pt>
          <cx:pt idx="69457">169.97999999999999</cx:pt>
          <cx:pt idx="69458">84.989999999999995</cx:pt>
          <cx:pt idx="69459">169.97999999999999</cx:pt>
          <cx:pt idx="69460">84.659999999999997</cx:pt>
          <cx:pt idx="69461">27.989999999999998</cx:pt>
          <cx:pt idx="69462">95.549999999999997</cx:pt>
          <cx:pt idx="69463">73.790000000000006</cx:pt>
          <cx:pt idx="69464">97.969999999999999</cx:pt>
          <cx:pt idx="69465">81.030000000000001</cx:pt>
          <cx:pt idx="69466">116.09999999999999</cx:pt>
          <cx:pt idx="69467">72.579999999999998</cx:pt>
          <cx:pt idx="69468">90.709999999999994</cx:pt>
          <cx:pt idx="69469">104.02</cx:pt>
          <cx:pt idx="69470">65.469999999999999</cx:pt>
          <cx:pt idx="69471">76.370000000000005</cx:pt>
          <cx:pt idx="69472">82.730000000000004</cx:pt>
          <cx:pt idx="69473">87.079999999999998</cx:pt>
          <cx:pt idx="69474">95.540000000000006</cx:pt>
          <cx:pt idx="69475">101.59</cx:pt>
          <cx:pt idx="69476">72.549999999999997</cx:pt>
          <cx:pt idx="69477">99.170000000000002</cx:pt>
          <cx:pt idx="69478">65.299999999999997</cx:pt>
          <cx:pt idx="69479">65.989999999999995</cx:pt>
          <cx:pt idx="69480">61.32</cx:pt>
          <cx:pt idx="69481">79.599999999999994</cx:pt>
          <cx:pt idx="69482">16.289999999999999</cx:pt>
          <cx:pt idx="69483">83.980000000000004</cx:pt>
          <cx:pt idx="69484">65.989999999999995</cx:pt>
          <cx:pt idx="69485">68.299999999999997</cx:pt>
          <cx:pt idx="69486">96.170000000000002</cx:pt>
          <cx:pt idx="69487">68.989999999999995</cx:pt>
          <cx:pt idx="69488">68.989999999999995</cx:pt>
          <cx:pt idx="69489">80.359999999999999</cx:pt>
          <cx:pt idx="69490">65.329999999999998</cx:pt>
          <cx:pt idx="69491">63.770000000000003</cx:pt>
          <cx:pt idx="69492">80.980000000000004</cx:pt>
          <cx:pt idx="69493">74.950000000000003</cx:pt>
          <cx:pt idx="69494">76.400000000000006</cx:pt>
          <cx:pt idx="69495">96.170000000000002</cx:pt>
          <cx:pt idx="69496">68.019999999999996</cx:pt>
          <cx:pt idx="69497">76.209999999999994</cx:pt>
          <cx:pt idx="69498">119.95999999999999</cx:pt>
          <cx:pt idx="69499">119.95999999999999</cx:pt>
          <cx:pt idx="69500">112.36</cx:pt>
          <cx:pt idx="69501">119.95999999999999</cx:pt>
          <cx:pt idx="69502">112.36</cx:pt>
          <cx:pt idx="69503">119.95999999999999</cx:pt>
          <cx:pt idx="69504">119.95999999999999</cx:pt>
          <cx:pt idx="69505">119.95999999999999</cx:pt>
          <cx:pt idx="69506">119.95999999999999</cx:pt>
          <cx:pt idx="69507">99.959999999999994</cx:pt>
          <cx:pt idx="69508">99.959999999999994</cx:pt>
          <cx:pt idx="69509">74.969999999999999</cx:pt>
          <cx:pt idx="69510">74.969999999999999</cx:pt>
          <cx:pt idx="69511">74.969999999999999</cx:pt>
          <cx:pt idx="69512">74.969999999999999</cx:pt>
          <cx:pt idx="69513">74.969999999999999</cx:pt>
          <cx:pt idx="69514">74.969999999999999</cx:pt>
          <cx:pt idx="69515">74.969999999999999</cx:pt>
          <cx:pt idx="69516">74.969999999999999</cx:pt>
          <cx:pt idx="69517">114.86</cx:pt>
          <cx:pt idx="69518">58.630000000000003</cx:pt>
          <cx:pt idx="69519">119.95999999999999</cx:pt>
          <cx:pt idx="69520">119.95999999999999</cx:pt>
          <cx:pt idx="69521">114.86</cx:pt>
          <cx:pt idx="69522">58.630000000000003</cx:pt>
          <cx:pt idx="69523">119.95999999999999</cx:pt>
          <cx:pt idx="69524">94.310000000000002</cx:pt>
          <cx:pt idx="69525">91.909999999999997</cx:pt>
          <cx:pt idx="69526">91.909999999999997</cx:pt>
          <cx:pt idx="69527">78.590000000000003</cx:pt>
          <cx:pt idx="69528">78.590000000000003</cx:pt>
          <cx:pt idx="69529">94.310000000000002</cx:pt>
          <cx:pt idx="69530">94.310000000000002</cx:pt>
          <cx:pt idx="69531">94.310000000000002</cx:pt>
          <cx:pt idx="69532">148.72999999999999</cx:pt>
          <cx:pt idx="69533">94.310000000000002</cx:pt>
          <cx:pt idx="69534">78.590000000000003</cx:pt>
          <cx:pt idx="69535">78.590000000000003</cx:pt>
          <cx:pt idx="69536">62.869999999999997</cx:pt>
          <cx:pt idx="69537">62.869999999999997</cx:pt>
          <cx:pt idx="69538">94.310000000000002</cx:pt>
          <cx:pt idx="69539">94.310000000000002</cx:pt>
          <cx:pt idx="69540">94.310000000000002</cx:pt>
          <cx:pt idx="69541">94.310000000000002</cx:pt>
          <cx:pt idx="69542">146.30000000000001</cx:pt>
          <cx:pt idx="69543">146.30000000000001</cx:pt>
          <cx:pt idx="69544">148.72999999999999</cx:pt>
          <cx:pt idx="69545">94.310000000000002</cx:pt>
          <cx:pt idx="69546">59.979999999999997</cx:pt>
          <cx:pt idx="69547">59.979999999999997</cx:pt>
          <cx:pt idx="69548">98.969999999999999</cx:pt>
          <cx:pt idx="69549">112.95</cx:pt>
          <cx:pt idx="69550">59.979999999999997</cx:pt>
          <cx:pt idx="69551">49.840000000000003</cx:pt>
          <cx:pt idx="69552">74.969999999999999</cx:pt>
          <cx:pt idx="69553">83.969999999999999</cx:pt>
          <cx:pt idx="69554">59.979999999999997</cx:pt>
          <cx:pt idx="69555">54.979999999999997</cx:pt>
          <cx:pt idx="69556">53.630000000000003</cx:pt>
          <cx:pt idx="69557">89.969999999999999</cx:pt>
          <cx:pt idx="69558">98.969999999999999</cx:pt>
          <cx:pt idx="69559">59.979999999999997</cx:pt>
          <cx:pt idx="69560">59.979999999999997</cx:pt>
          <cx:pt idx="69561">59.979999999999997</cx:pt>
          <cx:pt idx="69562">134.97999999999999</cx:pt>
          <cx:pt idx="69563">84.989999999999995</cx:pt>
          <cx:pt idx="69564">41.490000000000002</cx:pt>
          <cx:pt idx="69565">84.989999999999995</cx:pt>
          <cx:pt idx="69566">79.950000000000003</cx:pt>
          <cx:pt idx="69567">84.989999999999995</cx:pt>
          <cx:pt idx="69568">105.98</cx:pt>
          <cx:pt idx="69569">65.189999999999998</cx:pt>
          <cx:pt idx="69570">134.97999999999999</cx:pt>
          <cx:pt idx="69571">137.97999999999999</cx:pt>
          <cx:pt idx="69572">81.939999999999998</cx:pt>
          <cx:pt idx="69573">84.989999999999995</cx:pt>
          <cx:pt idx="69574">134.97999999999999</cx:pt>
          <cx:pt idx="69575">79.989999999999995</cx:pt>
          <cx:pt idx="69576">159.97999999999999</cx:pt>
          <cx:pt idx="69577">149.97999999999999</cx:pt>
          <cx:pt idx="69578">95.980000000000004</cx:pt>
          <cx:pt idx="69579">159.97999999999999</cx:pt>
          <cx:pt idx="69580">159.97999999999999</cx:pt>
          <cx:pt idx="69581">159.97999999999999</cx:pt>
          <cx:pt idx="69582">159.97999999999999</cx:pt>
          <cx:pt idx="69583">159.97999999999999</cx:pt>
          <cx:pt idx="69584">64.530000000000001</cx:pt>
          <cx:pt idx="69585">249.12</cx:pt>
          <cx:pt idx="69586">306.06999999999999</cx:pt>
          <cx:pt idx="69587">212.88</cx:pt>
          <cx:pt idx="69588">293.95999999999998</cx:pt>
          <cx:pt idx="69589">145.09999999999999</cx:pt>
          <cx:pt idx="69590">312.10000000000002</cx:pt>
          <cx:pt idx="69591">206.94999999999999</cx:pt>
          <cx:pt idx="69592">159.97999999999999</cx:pt>
          <cx:pt idx="69593">211.94</cx:pt>
          <cx:pt idx="69594">161.97</cx:pt>
          <cx:pt idx="69595">159.97999999999999</cx:pt>
          <cx:pt idx="69596">165.96000000000001</cx:pt>
          <cx:pt idx="69597">159.97999999999999</cx:pt>
          <cx:pt idx="69598">84.989999999999995</cx:pt>
          <cx:pt idx="69599">49.990000000000002</cx:pt>
          <cx:pt idx="69600">99.980000000000004</cx:pt>
          <cx:pt idx="69601">134.97999999999999</cx:pt>
          <cx:pt idx="69602">134.97999999999999</cx:pt>
          <cx:pt idx="69603">79.439999999999998</cx:pt>
          <cx:pt idx="69604">114.95</cx:pt>
          <cx:pt idx="69605">104.98</cx:pt>
          <cx:pt idx="69606">169.97999999999999</cx:pt>
          <cx:pt idx="69607">59.969999999999999</cx:pt>
          <cx:pt idx="69608">159.53</cx:pt>
          <cx:pt idx="69609">86.980000000000004</cx:pt>
          <cx:pt idx="69610">94.980000000000004</cx:pt>
          <cx:pt idx="69611">173.06999999999999</cx:pt>
          <cx:pt idx="69612">113.97</cx:pt>
          <cx:pt idx="69613">75.980000000000004</cx:pt>
          <cx:pt idx="69614">113.97</cx:pt>
          <cx:pt idx="69615">82.980000000000004</cx:pt>
          <cx:pt idx="69616">110.98</cx:pt>
          <cx:pt idx="69617">73.980000000000004</cx:pt>
          <cx:pt idx="69618">113.97</cx:pt>
          <cx:pt idx="69619">107.97</cx:pt>
          <cx:pt idx="69620">59.390000000000001</cx:pt>
          <cx:pt idx="69621">60.990000000000002</cx:pt>
          <cx:pt idx="69622">113.97</cx:pt>
          <cx:pt idx="69623">86.980000000000004</cx:pt>
          <cx:pt idx="69624">84.989999999999995</cx:pt>
          <cx:pt idx="69625">106.97</cx:pt>
          <cx:pt idx="69626">121.95999999999999</cx:pt>
          <cx:pt idx="69627">90.950000000000003</cx:pt>
          <cx:pt idx="69628">84.989999999999995</cx:pt>
          <cx:pt idx="69629">60.979999999999997</cx:pt>
          <cx:pt idx="69630">116.16</cx:pt>
          <cx:pt idx="69631">120.97</cx:pt>
          <cx:pt idx="69632">64.769999999999996</cx:pt>
          <cx:pt idx="69633">72.239999999999995</cx:pt>
          <cx:pt idx="69634">121.95999999999999</cx:pt>
          <cx:pt idx="69635">94.959999999999994</cx:pt>
          <cx:pt idx="69636">56.979999999999997</cx:pt>
          <cx:pt idx="69637">67.370000000000005</cx:pt>
          <cx:pt idx="69638">107.98</cx:pt>
          <cx:pt idx="69639">122.95999999999999</cx:pt>
          <cx:pt idx="69640">94.969999999999999</cx:pt>
          <cx:pt idx="69641">238.94</cx:pt>
          <cx:pt idx="69642">55.979999999999997</cx:pt>
          <cx:pt idx="69643">169.37</cx:pt>
          <cx:pt idx="69644">29.280000000000001</cx:pt>
          <cx:pt idx="69645">58.979999999999997</cx:pt>
          <cx:pt idx="69646">49.780000000000001</cx:pt>
          <cx:pt idx="69647">117.95</cx:pt>
          <cx:pt idx="69648">115.18000000000001</cx:pt>
          <cx:pt idx="69649">160.28999999999999</cx:pt>
          <cx:pt idx="69650">156.24000000000001</cx:pt>
          <cx:pt idx="69651">197.97</cx:pt>
          <cx:pt idx="69652">166.34</cx:pt>
          <cx:pt idx="69653">79.980000000000004</cx:pt>
          <cx:pt idx="69654">117.97</cx:pt>
          <cx:pt idx="69655">79.980000000000004</cx:pt>
          <cx:pt idx="69656">112.95999999999999</cx:pt>
          <cx:pt idx="69657">99.980000000000004</cx:pt>
          <cx:pt idx="69658">87.980000000000004</cx:pt>
          <cx:pt idx="69659">96.760000000000005</cx:pt>
          <cx:pt idx="69660">97.310000000000002</cx:pt>
          <cx:pt idx="69661">103.16</cx:pt>
          <cx:pt idx="69662">98.969999999999999</cx:pt>
          <cx:pt idx="69663">110.05</cx:pt>
          <cx:pt idx="69664">64.969999999999999</cx:pt>
          <cx:pt idx="69665">22.239999999999998</cx:pt>
          <cx:pt idx="69666">36.490000000000002</cx:pt>
          <cx:pt idx="69667">21.489999999999998</cx:pt>
          <cx:pt idx="69668">62.969999999999999</cx:pt>
          <cx:pt idx="69669">57.270000000000003</cx:pt>
          <cx:pt idx="69670">37.979999999999997</cx:pt>
          <cx:pt idx="69671">89.959999999999994</cx:pt>
          <cx:pt idx="69672">202</cx:pt>
          <cx:pt idx="69673">202</cx:pt>
          <cx:pt idx="69674">73.790000000000006</cx:pt>
          <cx:pt idx="69675">73.790000000000006</cx:pt>
          <cx:pt idx="69676">35.670000000000002</cx:pt>
          <cx:pt idx="69677">108.88</cx:pt>
          <cx:pt idx="69678">163.31</cx:pt>
          <cx:pt idx="69679">35.670000000000002</cx:pt>
          <cx:pt idx="69680">163.31</cx:pt>
          <cx:pt idx="69681">73.120000000000005</cx:pt>
          <cx:pt idx="69682">151.19</cx:pt>
          <cx:pt idx="69683">160.05000000000001</cx:pt>
          <cx:pt idx="69684">113.7</cx:pt>
          <cx:pt idx="69685">113.7</cx:pt>
          <cx:pt idx="69686">160.05000000000001</cx:pt>
          <cx:pt idx="69687">145.13999999999999</cx:pt>
          <cx:pt idx="69688">145.13999999999999</cx:pt>
          <cx:pt idx="69689">73.120000000000005</cx:pt>
          <cx:pt idx="69690">84.659999999999997</cx:pt>
          <cx:pt idx="69691">84.659999999999997</cx:pt>
          <cx:pt idx="69692">108.88</cx:pt>
          <cx:pt idx="69693">151.19</cx:pt>
          <cx:pt idx="69694">177.91999999999999</cx:pt>
          <cx:pt idx="69695">160.97</cx:pt>
          <cx:pt idx="69696">168.91</cx:pt>
          <cx:pt idx="69697">277.94999999999999</cx:pt>
          <cx:pt idx="69698">226.94</cx:pt>
          <cx:pt idx="69699">173.97</cx:pt>
          <cx:pt idx="69700">242.94</cx:pt>
          <cx:pt idx="69701">78.340000000000003</cx:pt>
          <cx:pt idx="69702">98.980000000000004</cx:pt>
          <cx:pt idx="69703">98.980000000000004</cx:pt>
          <cx:pt idx="69704">98.980000000000004</cx:pt>
          <cx:pt idx="69705">113.97</cx:pt>
          <cx:pt idx="69706">79.980000000000004</cx:pt>
          <cx:pt idx="69707">98.980000000000004</cx:pt>
          <cx:pt idx="69708">73.480000000000004</cx:pt>
          <cx:pt idx="69709">103.97</cx:pt>
          <cx:pt idx="69710">92.900000000000006</cx:pt>
          <cx:pt idx="69711">84.989999999999995</cx:pt>
          <cx:pt idx="69712">84.989999999999995</cx:pt>
          <cx:pt idx="69713">74.969999999999999</cx:pt>
          <cx:pt idx="69714">239.91999999999999</cx:pt>
          <cx:pt idx="69715">99.959999999999994</cx:pt>
          <cx:pt idx="69716">74.969999999999999</cx:pt>
          <cx:pt idx="69717">226.02000000000001</cx:pt>
          <cx:pt idx="69718">119.95999999999999</cx:pt>
          <cx:pt idx="69719">173.94</cx:pt>
          <cx:pt idx="69720">179.94</cx:pt>
          <cx:pt idx="69721">239.91999999999999</cx:pt>
          <cx:pt idx="69722">65.790000000000006</cx:pt>
          <cx:pt idx="69723">77.390000000000001</cx:pt>
          <cx:pt idx="69724">70.129999999999995</cx:pt>
          <cx:pt idx="69725">176.78999999999999</cx:pt>
          <cx:pt idx="69726">106.38</cx:pt>
          <cx:pt idx="69727">126.98</cx:pt>
          <cx:pt idx="69728">79.790000000000006</cx:pt>
          <cx:pt idx="69729">62.880000000000003</cx:pt>
          <cx:pt idx="69730">77.390000000000001</cx:pt>
          <cx:pt idx="69731">82.319999999999993</cx:pt>
          <cx:pt idx="69732">71.959999999999994</cx:pt>
          <cx:pt idx="69733">50.979999999999997</cx:pt>
          <cx:pt idx="69734">76.980000000000004</cx:pt>
          <cx:pt idx="69735">84.959999999999994</cx:pt>
          <cx:pt idx="69736">41.490000000000002</cx:pt>
          <cx:pt idx="69737">65.989999999999995</cx:pt>
          <cx:pt idx="69738">65.989999999999995</cx:pt>
          <cx:pt idx="69739">65.989999999999995</cx:pt>
          <cx:pt idx="69740">73.969999999999999</cx:pt>
          <cx:pt idx="69741">84.109999999999999</cx:pt>
          <cx:pt idx="69742">60.43</cx:pt>
          <cx:pt idx="69743">79.019999999999996</cx:pt>
          <cx:pt idx="69744">92.969999999999999</cx:pt>
          <cx:pt idx="69745">61.979999999999997</cx:pt>
          <cx:pt idx="69746">60.43</cx:pt>
          <cx:pt idx="69747">92.969999999999999</cx:pt>
          <cx:pt idx="69748">61.979999999999997</cx:pt>
          <cx:pt idx="69749">92.109999999999999</cx:pt>
          <cx:pt idx="69750">95.030000000000001</cx:pt>
          <cx:pt idx="69751">95.969999999999999</cx:pt>
          <cx:pt idx="69752">92.040000000000006</cx:pt>
          <cx:pt idx="69753">65.159999999999997</cx:pt>
          <cx:pt idx="69754">56.68</cx:pt>
          <cx:pt idx="69755">92.969999999999999</cx:pt>
          <cx:pt idx="69756">92.969999999999999</cx:pt>
          <cx:pt idx="69757">61.979999999999997</cx:pt>
          <cx:pt idx="69758">68.989999999999995</cx:pt>
          <cx:pt idx="69759">83.980000000000004</cx:pt>
          <cx:pt idx="69760">134.31999999999999</cx:pt>
          <cx:pt idx="69761">64.489999999999995</cx:pt>
          <cx:pt idx="69762">64.670000000000002</cx:pt>
          <cx:pt idx="69763">65.989999999999995</cx:pt>
          <cx:pt idx="69764">59.979999999999997</cx:pt>
          <cx:pt idx="69765">65.989999999999995</cx:pt>
          <cx:pt idx="69766">78.109999999999999</cx:pt>
          <cx:pt idx="69767">84.989999999999995</cx:pt>
          <cx:pt idx="69768">137.96000000000001</cx:pt>
          <cx:pt idx="69769">81.980000000000004</cx:pt>
          <cx:pt idx="69770">84.989999999999995</cx:pt>
          <cx:pt idx="69771">65.989999999999995</cx:pt>
          <cx:pt idx="69772">84.989999999999995</cx:pt>
          <cx:pt idx="69773">102.48</cx:pt>
          <cx:pt idx="69774">68.989999999999995</cx:pt>
          <cx:pt idx="69775">84.989999999999995</cx:pt>
          <cx:pt idx="69776">84.140000000000001</cx:pt>
          <cx:pt idx="69777">80.980000000000004</cx:pt>
          <cx:pt idx="69778">54.990000000000002</cx:pt>
          <cx:pt idx="69779">84.989999999999995</cx:pt>
          <cx:pt idx="69780">143.72</cx:pt>
          <cx:pt idx="69781">226.19</cx:pt>
          <cx:pt idx="69782">232.24000000000001</cx:pt>
          <cx:pt idx="69783">128.75999999999999</cx:pt>
          <cx:pt idx="69784">69.680000000000007</cx:pt>
          <cx:pt idx="69785">131.97999999999999</cx:pt>
          <cx:pt idx="69786">146.97</cx:pt>
          <cx:pt idx="69787">84.969999999999999</cx:pt>
          <cx:pt idx="69788">216.96000000000001</cx:pt>
          <cx:pt idx="69789">149.97</cx:pt>
          <cx:pt idx="69790">134.97999999999999</cx:pt>
          <cx:pt idx="69791">51.490000000000002</cx:pt>
          <cx:pt idx="69792">147.18000000000001</cx:pt>
          <cx:pt idx="69793">89.980000000000004</cx:pt>
          <cx:pt idx="69794">134.97999999999999</cx:pt>
          <cx:pt idx="69795">151.96000000000001</cx:pt>
          <cx:pt idx="69796">49.990000000000002</cx:pt>
          <cx:pt idx="69797">126.91</cx:pt>
          <cx:pt idx="69798">96.790000000000006</cx:pt>
          <cx:pt idx="69799">107.06999999999999</cx:pt>
          <cx:pt idx="69800">263.95999999999998</cx:pt>
          <cx:pt idx="69801">113.95</cx:pt>
          <cx:pt idx="69802">278.94999999999999</cx:pt>
          <cx:pt idx="69803">252.55000000000001</cx:pt>
          <cx:pt idx="69804">74.950000000000003</cx:pt>
          <cx:pt idx="69805">159.96000000000001</cx:pt>
          <cx:pt idx="69806">67.629999999999995</cx:pt>
          <cx:pt idx="69807">77.400000000000006</cx:pt>
          <cx:pt idx="69808">72.540000000000006</cx:pt>
          <cx:pt idx="69809">86.319999999999993</cx:pt>
          <cx:pt idx="69810">123.31999999999999</cx:pt>
          <cx:pt idx="69811">101.56</cx:pt>
          <cx:pt idx="69812">169.28</cx:pt>
          <cx:pt idx="69813">58.869999999999997</cx:pt>
          <cx:pt idx="69814">53.979999999999997</cx:pt>
          <cx:pt idx="69815">54.159999999999997</cx:pt>
          <cx:pt idx="69816">75.980000000000004</cx:pt>
          <cx:pt idx="69817">61.979999999999997</cx:pt>
          <cx:pt idx="69818">71.129999999999995</cx:pt>
          <cx:pt idx="69819">73.980000000000004</cx:pt>
          <cx:pt idx="69820">55.780000000000001</cx:pt>
          <cx:pt idx="69821">75.980000000000004</cx:pt>
          <cx:pt idx="69822">75.980000000000004</cx:pt>
          <cx:pt idx="69823">79.980000000000004</cx:pt>
          <cx:pt idx="69824">73.980000000000004</cx:pt>
          <cx:pt idx="69825">105.45999999999999</cx:pt>
          <cx:pt idx="69826">65.980000000000004</cx:pt>
          <cx:pt idx="69827">65.989999999999995</cx:pt>
          <cx:pt idx="69828">92.969999999999999</cx:pt>
          <cx:pt idx="69829">73.980000000000004</cx:pt>
          <cx:pt idx="69830">73.980000000000004</cx:pt>
          <cx:pt idx="69831">50.979999999999997</cx:pt>
          <cx:pt idx="69832">75.980000000000004</cx:pt>
          <cx:pt idx="69833">374.41000000000003</cx:pt>
          <cx:pt idx="69834">285.5</cx:pt>
          <cx:pt idx="69835">214.13</cx:pt>
          <cx:pt idx="69836">236.94999999999999</cx:pt>
          <cx:pt idx="69837">65.989999999999995</cx:pt>
          <cx:pt idx="69838">243.94999999999999</cx:pt>
          <cx:pt idx="69839">64.060000000000002</cx:pt>
          <cx:pt idx="69840">63.979999999999997</cx:pt>
          <cx:pt idx="69841">75.980000000000004</cx:pt>
          <cx:pt idx="69842">62.960000000000001</cx:pt>
          <cx:pt idx="69843">75.980000000000004</cx:pt>
          <cx:pt idx="69844">63.979999999999997</cx:pt>
          <cx:pt idx="69845">84.989999999999995</cx:pt>
          <cx:pt idx="69846">84.989999999999995</cx:pt>
          <cx:pt idx="69847">69.969999999999999</cx:pt>
          <cx:pt idx="69848">120.98</cx:pt>
          <cx:pt idx="69849">96.980000000000004</cx:pt>
          <cx:pt idx="69850">142.97</cx:pt>
          <cx:pt idx="69851">169.97999999999999</cx:pt>
          <cx:pt idx="69852">61.219999999999999</cx:pt>
          <cx:pt idx="69853">146.97</cx:pt>
          <cx:pt idx="69854">89.980000000000004</cx:pt>
          <cx:pt idx="69855">184.97</cx:pt>
          <cx:pt idx="69856">65.989999999999995</cx:pt>
          <cx:pt idx="69857">70.989999999999995</cx:pt>
          <cx:pt idx="69858">84.989999999999995</cx:pt>
          <cx:pt idx="69859">64.980000000000004</cx:pt>
          <cx:pt idx="69860">100.98</cx:pt>
          <cx:pt idx="69861">84.989999999999995</cx:pt>
          <cx:pt idx="69862">96.879999999999995</cx:pt>
          <cx:pt idx="69863">59.960000000000001</cx:pt>
          <cx:pt idx="69864">65.189999999999998</cx:pt>
          <cx:pt idx="69865">65.989999999999995</cx:pt>
          <cx:pt idx="69866">65.989999999999995</cx:pt>
          <cx:pt idx="69867">65.989999999999995</cx:pt>
          <cx:pt idx="69868">63.890000000000001</cx:pt>
          <cx:pt idx="69869">77.980000000000004</cx:pt>
          <cx:pt idx="69870">96.319999999999993</cx:pt>
          <cx:pt idx="69871">99.980000000000004</cx:pt>
          <cx:pt idx="69872">77.980000000000004</cx:pt>
          <cx:pt idx="69873">64.549999999999997</cx:pt>
          <cx:pt idx="69874">63.890000000000001</cx:pt>
          <cx:pt idx="69875">65.989999999999995</cx:pt>
          <cx:pt idx="69876">65.989999999999995</cx:pt>
          <cx:pt idx="69877">67.489999999999995</cx:pt>
          <cx:pt idx="69878">65.989999999999995</cx:pt>
          <cx:pt idx="69879">65.989999999999995</cx:pt>
          <cx:pt idx="69880">65.989999999999995</cx:pt>
          <cx:pt idx="69881">57.789999999999999</cx:pt>
          <cx:pt idx="69882">81.480000000000004</cx:pt>
          <cx:pt idx="69883">65.989999999999995</cx:pt>
          <cx:pt idx="69884">56.090000000000003</cx:pt>
          <cx:pt idx="69885">65.989999999999995</cx:pt>
          <cx:pt idx="69886">65.989999999999995</cx:pt>
          <cx:pt idx="69887">65.989999999999995</cx:pt>
          <cx:pt idx="69888">67.489999999999995</cx:pt>
          <cx:pt idx="69889">79.980000000000004</cx:pt>
          <cx:pt idx="69890">65.989999999999995</cx:pt>
          <cx:pt idx="69891">65.989999999999995</cx:pt>
          <cx:pt idx="69892">65.989999999999995</cx:pt>
          <cx:pt idx="69893">65.989999999999995</cx:pt>
          <cx:pt idx="69894">169.94999999999999</cx:pt>
          <cx:pt idx="69895">109.97</cx:pt>
          <cx:pt idx="69896">164.94</cx:pt>
          <cx:pt idx="69897">119.95999999999999</cx:pt>
          <cx:pt idx="69898">50.979999999999997</cx:pt>
          <cx:pt idx="69899">164.94</cx:pt>
          <cx:pt idx="69900">199.94</cx:pt>
          <cx:pt idx="69901">149.94999999999999</cx:pt>
          <cx:pt idx="69902">262.93000000000001</cx:pt>
          <cx:pt idx="69903">130.47999999999999</cx:pt>
          <cx:pt idx="69904">87.459999999999994</cx:pt>
          <cx:pt idx="69905">262.93000000000001</cx:pt>
          <cx:pt idx="69906">85.489999999999995</cx:pt>
          <cx:pt idx="69907">87.459999999999994</cx:pt>
          <cx:pt idx="69908">97.939999999999998</cx:pt>
          <cx:pt idx="69909">157.43000000000001</cx:pt>
          <cx:pt idx="69910">157.43000000000001</cx:pt>
          <cx:pt idx="69911">130.47999999999999</cx:pt>
          <cx:pt idx="69912">85.489999999999995</cx:pt>
          <cx:pt idx="69913">105.45</cx:pt>
          <cx:pt idx="69914">105.45</cx:pt>
          <cx:pt idx="69915">97.939999999999998</cx:pt>
          <cx:pt idx="69916">39.5</cx:pt>
          <cx:pt idx="69917">49.990000000000002</cx:pt>
          <cx:pt idx="69918">84.989999999999995</cx:pt>
          <cx:pt idx="69919">68.989999999999995</cx:pt>
          <cx:pt idx="69920">68.989999999999995</cx:pt>
          <cx:pt idx="69921">65.989999999999995</cx:pt>
          <cx:pt idx="69922">65.989999999999995</cx:pt>
          <cx:pt idx="69923">84.989999999999995</cx:pt>
          <cx:pt idx="69924">65.989999999999995</cx:pt>
          <cx:pt idx="69925">68.989999999999995</cx:pt>
          <cx:pt idx="69926">51.979999999999997</cx:pt>
          <cx:pt idx="69927">65.989999999999995</cx:pt>
          <cx:pt idx="69928">49.990000000000002</cx:pt>
          <cx:pt idx="69929">84.989999999999995</cx:pt>
          <cx:pt idx="69930">84.989999999999995</cx:pt>
          <cx:pt idx="69931">65.989999999999995</cx:pt>
          <cx:pt idx="69932">65.989999999999995</cx:pt>
          <cx:pt idx="69933">84.989999999999995</cx:pt>
          <cx:pt idx="69934">65.959999999999994</cx:pt>
          <cx:pt idx="69935">63.960000000000001</cx:pt>
          <cx:pt idx="69936">52.299999999999997</cx:pt>
          <cx:pt idx="69937">53.979999999999997</cx:pt>
          <cx:pt idx="69938">63.960000000000001</cx:pt>
          <cx:pt idx="69939">63.960000000000001</cx:pt>
          <cx:pt idx="69940">59.979999999999997</cx:pt>
          <cx:pt idx="69941">63.960000000000001</cx:pt>
          <cx:pt idx="69942">53.979999999999997</cx:pt>
          <cx:pt idx="69943">55.960000000000001</cx:pt>
          <cx:pt idx="69944">86.930000000000007</cx:pt>
          <cx:pt idx="69945">86.930000000000007</cx:pt>
          <cx:pt idx="69946">57.969999999999999</cx:pt>
          <cx:pt idx="69947">69.950000000000003</cx:pt>
          <cx:pt idx="69948">136.18000000000001</cx:pt>
          <cx:pt idx="69949">48.710000000000001</cx:pt>
          <cx:pt idx="69950">118.53</cx:pt>
          <cx:pt idx="69951">66.569999999999993</cx:pt>
          <cx:pt idx="69952">99.969999999999999</cx:pt>
          <cx:pt idx="69953">82.980000000000004</cx:pt>
          <cx:pt idx="69954">104.97</cx:pt>
          <cx:pt idx="69955">135.55000000000001</cx:pt>
          <cx:pt idx="69956">84.980000000000004</cx:pt>
          <cx:pt idx="69957">104.97</cx:pt>
          <cx:pt idx="69958">84.989999999999995</cx:pt>
          <cx:pt idx="69959">103.09</cx:pt>
          <cx:pt idx="69960">119.97</cx:pt>
          <cx:pt idx="69961">74.969999999999999</cx:pt>
          <cx:pt idx="69962">64.980000000000004</cx:pt>
          <cx:pt idx="69963">99.980000000000004</cx:pt>
          <cx:pt idx="69964">109.97</cx:pt>
          <cx:pt idx="69965">84.989999999999995</cx:pt>
          <cx:pt idx="69966">65.989999999999995</cx:pt>
          <cx:pt idx="69967">59.390000000000001</cx:pt>
          <cx:pt idx="69968">67.489999999999995</cx:pt>
          <cx:pt idx="69969">65.989999999999995</cx:pt>
          <cx:pt idx="69970">82.439999999999998</cx:pt>
          <cx:pt idx="69971">76.489999999999995</cx:pt>
          <cx:pt idx="69972">84.989999999999995</cx:pt>
          <cx:pt idx="69973">79.049999999999997</cx:pt>
          <cx:pt idx="69974">37.240000000000002</cx:pt>
          <cx:pt idx="69975">104.98</cx:pt>
          <cx:pt idx="69976">65.989999999999995</cx:pt>
          <cx:pt idx="69977">65.989999999999995</cx:pt>
          <cx:pt idx="69978">84.989999999999995</cx:pt>
          <cx:pt idx="69979">65.989999999999995</cx:pt>
          <cx:pt idx="69980">65.989999999999995</cx:pt>
          <cx:pt idx="69981">84.989999999999995</cx:pt>
          <cx:pt idx="69982">95.980000000000004</cx:pt>
          <cx:pt idx="69983">183.97</cx:pt>
          <cx:pt idx="69984">164.97999999999999</cx:pt>
          <cx:pt idx="69985">65.980000000000004</cx:pt>
          <cx:pt idx="69986">157.38</cx:pt>
          <cx:pt idx="69987">114.97</cx:pt>
          <cx:pt idx="69988">148.47999999999999</cx:pt>
          <cx:pt idx="69989">209.97</cx:pt>
          <cx:pt idx="69990">54.07</cx:pt>
          <cx:pt idx="69991">370.94</cx:pt>
          <cx:pt idx="69992">69.989999999999995</cx:pt>
          <cx:pt idx="69993">169.97999999999999</cx:pt>
          <cx:pt idx="69994">269.95999999999998</cx:pt>
          <cx:pt idx="69995">205.96000000000001</cx:pt>
          <cx:pt idx="69996">169.97999999999999</cx:pt>
          <cx:pt idx="69997">79.980000000000004</cx:pt>
          <cx:pt idx="69998">96.959999999999994</cx:pt>
          <cx:pt idx="69999">65.989999999999995</cx:pt>
          <cx:pt idx="70000">184.97</cx:pt>
          <cx:pt idx="70001">84.989999999999995</cx:pt>
          <cx:pt idx="70002">84.989999999999995</cx:pt>
          <cx:pt idx="70003">69.989999999999995</cx:pt>
          <cx:pt idx="70004">100.98</cx:pt>
          <cx:pt idx="70005">135.97999999999999</cx:pt>
          <cx:pt idx="70006">73.780000000000001</cx:pt>
          <cx:pt idx="70007">98.140000000000001</cx:pt>
          <cx:pt idx="70008">100.98</cx:pt>
          <cx:pt idx="70009">84.989999999999995</cx:pt>
          <cx:pt idx="70010">76.319999999999993</cx:pt>
          <cx:pt idx="70011">70.989999999999995</cx:pt>
          <cx:pt idx="70012">65.989999999999995</cx:pt>
          <cx:pt idx="70013">82.239999999999995</cx:pt>
          <cx:pt idx="70014">104.98</cx:pt>
          <cx:pt idx="70015">62.090000000000003</cx:pt>
          <cx:pt idx="70016">59.979999999999997</cx:pt>
          <cx:pt idx="70017">54.990000000000002</cx:pt>
          <cx:pt idx="70018">68.989999999999995</cx:pt>
          <cx:pt idx="70019">54.969999999999999</cx:pt>
          <cx:pt idx="70020">84.989999999999995</cx:pt>
          <cx:pt idx="70021">84.989999999999995</cx:pt>
          <cx:pt idx="70022">71.989999999999995</cx:pt>
          <cx:pt idx="70023">104.97</cx:pt>
          <cx:pt idx="70024">79.019999999999996</cx:pt>
          <cx:pt idx="70025">68.989999999999995</cx:pt>
          <cx:pt idx="70026">59.939999999999998</cx:pt>
          <cx:pt idx="70027">54.990000000000002</cx:pt>
          <cx:pt idx="70028">68.989999999999995</cx:pt>
          <cx:pt idx="70029">89.180000000000007</cx:pt>
          <cx:pt idx="70030">66.739999999999995</cx:pt>
          <cx:pt idx="70031">80.969999999999999</cx:pt>
          <cx:pt idx="70032">73.409999999999997</cx:pt>
          <cx:pt idx="70033">112.95</cx:pt>
          <cx:pt idx="70034">74.969999999999999</cx:pt>
          <cx:pt idx="70035">53.979999999999997</cx:pt>
          <cx:pt idx="70036">80.969999999999999</cx:pt>
          <cx:pt idx="70037">84.969999999999999</cx:pt>
          <cx:pt idx="70038">80.969999999999999</cx:pt>
          <cx:pt idx="70039">77.090000000000003</cx:pt>
          <cx:pt idx="70040">159.97999999999999</cx:pt>
          <cx:pt idx="70041">197.96000000000001</cx:pt>
          <cx:pt idx="70042">148.25</cx:pt>
          <cx:pt idx="70043">98.980000000000004</cx:pt>
          <cx:pt idx="70044">183.97</cx:pt>
          <cx:pt idx="70045">139.06999999999999</cx:pt>
          <cx:pt idx="70046">183.97</cx:pt>
          <cx:pt idx="70047">134.97999999999999</cx:pt>
          <cx:pt idx="70048">163.13999999999999</cx:pt>
          <cx:pt idx="70049">159.69999999999999</cx:pt>
          <cx:pt idx="70050">261.42000000000002</cx:pt>
          <cx:pt idx="70051">570.36000000000001</cx:pt>
          <cx:pt idx="70052">229.84</cx:pt>
          <cx:pt idx="70053">134.28999999999999</cx:pt>
          <cx:pt idx="70054">260.93000000000001</cx:pt>
          <cx:pt idx="70055">197.97</cx:pt>
          <cx:pt idx="70056">68.989999999999995</cx:pt>
          <cx:pt idx="70057">211.94999999999999</cx:pt>
          <cx:pt idx="70058">135.74000000000001</cx:pt>
          <cx:pt idx="70059">414.76999999999998</cx:pt>
          <cx:pt idx="70060">211.74000000000001</cx:pt>
          <cx:pt idx="70061">98.909999999999997</cx:pt>
          <cx:pt idx="70062">120.89</cx:pt>
          <cx:pt idx="70063">157.27000000000001</cx:pt>
          <cx:pt idx="70064">129.94999999999999</cx:pt>
          <cx:pt idx="70065">65.989999999999995</cx:pt>
          <cx:pt idx="70066">57.600000000000001</cx:pt>
          <cx:pt idx="70067">59.960000000000001</cx:pt>
          <cx:pt idx="70068">112.84</cx:pt>
          <cx:pt idx="70069">129.94999999999999</cx:pt>
          <cx:pt idx="70070">59.960000000000001</cx:pt>
          <cx:pt idx="70071">58.810000000000002</cx:pt>
          <cx:pt idx="70072">79.849999999999994</cx:pt>
          <cx:pt idx="70073">83.469999999999999</cx:pt>
          <cx:pt idx="70074">18.989999999999998</cx:pt>
          <cx:pt idx="70075">-22.989999999999998</cx:pt>
          <cx:pt idx="70076">79.849999999999994</cx:pt>
          <cx:pt idx="70077">182.66999999999999</cx:pt>
          <cx:pt idx="70078">79.849999999999994</cx:pt>
          <cx:pt idx="70079">79.849999999999994</cx:pt>
          <cx:pt idx="70080">143.72</cx:pt>
          <cx:pt idx="70081">159.69999999999999</cx:pt>
          <cx:pt idx="70082">79.849999999999994</cx:pt>
          <cx:pt idx="70083">159.69999999999999</cx:pt>
          <cx:pt idx="70084">143.72</cx:pt>
          <cx:pt idx="70085">83.969999999999999</cx:pt>
          <cx:pt idx="70086">301.70999999999998</cx:pt>
          <cx:pt idx="70087">524.92999999999995</cx:pt>
          <cx:pt idx="70088">229.47</cx:pt>
          <cx:pt idx="70089">247.94999999999999</cx:pt>
          <cx:pt idx="70090">344.63999999999999</cx:pt>
          <cx:pt idx="70091">284.94999999999999</cx:pt>
          <cx:pt idx="70092">234.96000000000001</cx:pt>
          <cx:pt idx="70093">319.92000000000002</cx:pt>
          <cx:pt idx="70094">197.97</cx:pt>
          <cx:pt idx="70095">254.97</cx:pt>
          <cx:pt idx="70096">278.91000000000003</cx:pt>
          <cx:pt idx="70097">299.89999999999998</cx:pt>
          <cx:pt idx="70098">149.30000000000001</cx:pt>
          <cx:pt idx="70099">257.30000000000001</cx:pt>
          <cx:pt idx="70100">307.89999999999998</cx:pt>
          <cx:pt idx="70101">54.979999999999997</cx:pt>
          <cx:pt idx="70102">59.380000000000003</cx:pt>
          <cx:pt idx="70103">54.979999999999997</cx:pt>
          <cx:pt idx="70104">50.969999999999999</cx:pt>
          <cx:pt idx="70105">59.979999999999997</cx:pt>
          <cx:pt idx="70106">59.380000000000003</cx:pt>
          <cx:pt idx="70107">59.380000000000003</cx:pt>
          <cx:pt idx="70108">31.489999999999998</cx:pt>
          <cx:pt idx="70109">50.969999999999999</cx:pt>
          <cx:pt idx="70110">59.380000000000003</cx:pt>
          <cx:pt idx="70111">84.969999999999999</cx:pt>
          <cx:pt idx="70112">31.489999999999998</cx:pt>
          <cx:pt idx="70113">54.270000000000003</cx:pt>
          <cx:pt idx="70114">31.489999999999998</cx:pt>
          <cx:pt idx="70115">148.44999999999999</cx:pt>
          <cx:pt idx="70116">54.979999999999997</cx:pt>
          <cx:pt idx="70117">54.979999999999997</cx:pt>
          <cx:pt idx="70118">58.479999999999997</cx:pt>
          <cx:pt idx="70119">50.969999999999999</cx:pt>
          <cx:pt idx="70120">147.93000000000001</cx:pt>
          <cx:pt idx="70121">31.489999999999998</cx:pt>
          <cx:pt idx="70122">61.590000000000003</cx:pt>
          <cx:pt idx="70123">180.37</cx:pt>
          <cx:pt idx="70124">131.72</cx:pt>
          <cx:pt idx="70125">101.97</cx:pt>
          <cx:pt idx="70126">151.78999999999999</cx:pt>
          <cx:pt idx="70127">132.86000000000001</cx:pt>
          <cx:pt idx="70128">59.390000000000001</cx:pt>
          <cx:pt idx="70129">229.94</cx:pt>
          <cx:pt idx="70130">211.94</cx:pt>
          <cx:pt idx="70131">385.91000000000003</cx:pt>
          <cx:pt idx="70132">79.980000000000004</cx:pt>
          <cx:pt idx="70133">61.969999999999999</cx:pt>
          <cx:pt idx="70134">181.75999999999999</cx:pt>
          <cx:pt idx="70135">179.71000000000001</cx:pt>
          <cx:pt idx="70136">110.45</cx:pt>
          <cx:pt idx="70137">125.98</cx:pt>
          <cx:pt idx="70138">89.159999999999997</cx:pt>
          <cx:pt idx="70139">146.94999999999999</cx:pt>
          <cx:pt idx="70140">97.719999999999999</cx:pt>
          <cx:pt idx="70141">49.990000000000002</cx:pt>
          <cx:pt idx="70142">51.289999999999999</cx:pt>
          <cx:pt idx="70143">99.980000000000004</cx:pt>
          <cx:pt idx="70144">99.980000000000004</cx:pt>
          <cx:pt idx="70145">46.090000000000003</cx:pt>
          <cx:pt idx="70146">99.980000000000004</cx:pt>
          <cx:pt idx="70147">79.980000000000004</cx:pt>
          <cx:pt idx="70148">107.94</cx:pt>
          <cx:pt idx="70149">84.980000000000004</cx:pt>
          <cx:pt idx="70150">80.159999999999997</cx:pt>
          <cx:pt idx="70151">16.289999999999999</cx:pt>
          <cx:pt idx="70152">99.980000000000004</cx:pt>
          <cx:pt idx="70153">119.97</cx:pt>
          <cx:pt idx="70154">120.97</cx:pt>
          <cx:pt idx="70155">94.980000000000004</cx:pt>
          <cx:pt idx="70156">43.640000000000001</cx:pt>
          <cx:pt idx="70157">79.849999999999994</cx:pt>
          <cx:pt idx="70158">23.280000000000001</cx:pt>
          <cx:pt idx="70159">50.960000000000001</cx:pt>
          <cx:pt idx="70160">128.24000000000001</cx:pt>
          <cx:pt idx="70161">148.5</cx:pt>
          <cx:pt idx="70162">84.989999999999995</cx:pt>
          <cx:pt idx="70163">84.989999999999995</cx:pt>
          <cx:pt idx="70164">64.980000000000004</cx:pt>
          <cx:pt idx="70165">94.950000000000003</cx:pt>
          <cx:pt idx="70166">89.969999999999999</cx:pt>
          <cx:pt idx="70167">89.969999999999999</cx:pt>
          <cx:pt idx="70168">149.94999999999999</cx:pt>
          <cx:pt idx="70169">89.969999999999999</cx:pt>
          <cx:pt idx="70170">91.469999999999999</cx:pt>
          <cx:pt idx="70171">99.959999999999994</cx:pt>
          <cx:pt idx="70172">75.769999999999996</cx:pt>
          <cx:pt idx="70173">89.969999999999999</cx:pt>
          <cx:pt idx="70174">89.969999999999999</cx:pt>
          <cx:pt idx="70175">59.979999999999997</cx:pt>
          <cx:pt idx="70176">99.959999999999994</cx:pt>
          <cx:pt idx="70177">119.95999999999999</cx:pt>
          <cx:pt idx="70178">337.44999999999999</cx:pt>
          <cx:pt idx="70179">159.91999999999999</cx:pt>
          <cx:pt idx="70180">73.799999999999997</cx:pt>
          <cx:pt idx="70181">73.799999999999997</cx:pt>
          <cx:pt idx="70182">73.799999999999997</cx:pt>
          <cx:pt idx="70183">71.579999999999998</cx:pt>
          <cx:pt idx="70184">61.689999999999998</cx:pt>
          <cx:pt idx="70185">38.700000000000003</cx:pt>
          <cx:pt idx="70186">73.799999999999997</cx:pt>
          <cx:pt idx="70187">73.799999999999997</cx:pt>
          <cx:pt idx="70188">79.989999999999995</cx:pt>
          <cx:pt idx="70189">70.659999999999997</cx:pt>
          <cx:pt idx="70190">72.319999999999993</cx:pt>
          <cx:pt idx="70191">73.799999999999997</cx:pt>
          <cx:pt idx="70192">62.729999999999997</cx:pt>
          <cx:pt idx="70193">104.02</cx:pt>
          <cx:pt idx="70194">70.980000000000004</cx:pt>
          <cx:pt idx="70195">62.859999999999999</cx:pt>
          <cx:pt idx="70196">87.959999999999994</cx:pt>
          <cx:pt idx="70197">70.980000000000004</cx:pt>
          <cx:pt idx="70198">151.97</cx:pt>
          <cx:pt idx="70199">65.989999999999995</cx:pt>
          <cx:pt idx="70200">142.75</cx:pt>
          <cx:pt idx="70201">79.980000000000004</cx:pt>
          <cx:pt idx="70202">65.989999999999995</cx:pt>
          <cx:pt idx="70203">65.989999999999995</cx:pt>
          <cx:pt idx="70204">65.989999999999995</cx:pt>
          <cx:pt idx="70205">79.980000000000004</cx:pt>
          <cx:pt idx="70206">65.989999999999995</cx:pt>
          <cx:pt idx="70207">65.989999999999995</cx:pt>
          <cx:pt idx="70208">59.390000000000001</cx:pt>
          <cx:pt idx="70209">85.980000000000004</cx:pt>
          <cx:pt idx="70210">127.97</cx:pt>
          <cx:pt idx="70211">191.66999999999999</cx:pt>
          <cx:pt idx="70212">159.97999999999999</cx:pt>
          <cx:pt idx="70213">216.94999999999999</cx:pt>
          <cx:pt idx="70214">184.97</cx:pt>
          <cx:pt idx="70215">59.950000000000003</cx:pt>
          <cx:pt idx="70216">123.16</cx:pt>
          <cx:pt idx="70217">159.96000000000001</cx:pt>
          <cx:pt idx="70218">149.97999999999999</cx:pt>
          <cx:pt idx="70219">62.969999999999999</cx:pt>
          <cx:pt idx="70220">153.97999999999999</cx:pt>
          <cx:pt idx="70221">88.849999999999994</cx:pt>
          <cx:pt idx="70222">51.960000000000001</cx:pt>
          <cx:pt idx="70223">101.93000000000001</cx:pt>
          <cx:pt idx="70224">54.969999999999999</cx:pt>
          <cx:pt idx="70225">137.97999999999999</cx:pt>
          <cx:pt idx="70226">84.989999999999995</cx:pt>
          <cx:pt idx="70227">123.97</cx:pt>
          <cx:pt idx="70228">74.989999999999995</cx:pt>
          <cx:pt idx="70229">84.989999999999995</cx:pt>
          <cx:pt idx="70230">65.189999999999998</cx:pt>
          <cx:pt idx="70231">84.989999999999995</cx:pt>
          <cx:pt idx="70232">126.97</cx:pt>
          <cx:pt idx="70233">56.649999999999999</cx:pt>
          <cx:pt idx="70234">84.989999999999995</cx:pt>
          <cx:pt idx="70235">65.189999999999998</cx:pt>
          <cx:pt idx="70236">271.44</cx:pt>
          <cx:pt idx="70237">51.490000000000002</cx:pt>
          <cx:pt idx="70238">79.959999999999994</cx:pt>
          <cx:pt idx="70239">75.950000000000003</cx:pt>
          <cx:pt idx="70240">88.370000000000005</cx:pt>
          <cx:pt idx="70241">83.950000000000003</cx:pt>
          <cx:pt idx="70242">1.5</cx:pt>
          <cx:pt idx="70243">63.630000000000003</cx:pt>
          <cx:pt idx="70244">59.950000000000003</cx:pt>
          <cx:pt idx="70245">130.93000000000001</cx:pt>
          <cx:pt idx="70246">63.960000000000001</cx:pt>
          <cx:pt idx="70247">125.02</cx:pt>
          <cx:pt idx="70248">96.629999999999995</cx:pt>
          <cx:pt idx="70249">155.09</cx:pt>
          <cx:pt idx="70250">114.18000000000001</cx:pt>
          <cx:pt idx="70251">149.94</cx:pt>
          <cx:pt idx="70252">169.97999999999999</cx:pt>
          <cx:pt idx="70253">131.97999999999999</cx:pt>
          <cx:pt idx="70254">131.97999999999999</cx:pt>
          <cx:pt idx="70255">209.96000000000001</cx:pt>
          <cx:pt idx="70256">149.97999999999999</cx:pt>
          <cx:pt idx="70257">169.97999999999999</cx:pt>
          <cx:pt idx="70258">156.06</cx:pt>
          <cx:pt idx="70259">159.97999999999999</cx:pt>
          <cx:pt idx="70260">219.94999999999999</cx:pt>
          <cx:pt idx="70261">242.94999999999999</cx:pt>
          <cx:pt idx="70262">235.94</cx:pt>
          <cx:pt idx="70263">242.21000000000001</cx:pt>
          <cx:pt idx="70264">227.69999999999999</cx:pt>
          <cx:pt idx="70265">61.979999999999997</cx:pt>
          <cx:pt idx="70266">61.979999999999997</cx:pt>
          <cx:pt idx="70267">58.880000000000003</cx:pt>
          <cx:pt idx="70268">92.969999999999999</cx:pt>
          <cx:pt idx="70269">91.969999999999999</cx:pt>
          <cx:pt idx="70270">61.979999999999997</cx:pt>
          <cx:pt idx="70271">50.979999999999997</cx:pt>
          <cx:pt idx="70272">61.979999999999997</cx:pt>
          <cx:pt idx="70273">61.979999999999997</cx:pt>
          <cx:pt idx="70274">61.979999999999997</cx:pt>
          <cx:pt idx="70275">61.979999999999997</cx:pt>
          <cx:pt idx="70276">61.979999999999997</cx:pt>
          <cx:pt idx="70277">61.979999999999997</cx:pt>
          <cx:pt idx="70278">32.289999999999999</cx:pt>
          <cx:pt idx="70279">61.979999999999997</cx:pt>
          <cx:pt idx="70280">61.979999999999997</cx:pt>
          <cx:pt idx="70281">54.75</cx:pt>
          <cx:pt idx="70282">48.689999999999998</cx:pt>
          <cx:pt idx="70283">119.97</cx:pt>
          <cx:pt idx="70284">298.94</cx:pt>
          <cx:pt idx="70285">314.94</cx:pt>
          <cx:pt idx="70286">137.97</cx:pt>
          <cx:pt idx="70287">179.96000000000001</cx:pt>
          <cx:pt idx="70288">125.97</cx:pt>
          <cx:pt idx="70289">199.18000000000001</cx:pt>
          <cx:pt idx="70290">23.68</cx:pt>
          <cx:pt idx="70291">63.170000000000002</cx:pt>
          <cx:pt idx="70292">115.95999999999999</cx:pt>
          <cx:pt idx="70293">84.980000000000004</cx:pt>
          <cx:pt idx="70294">73.090000000000003</cx:pt>
          <cx:pt idx="70295">84.060000000000002</cx:pt>
          <cx:pt idx="70296">116.05</cx:pt>
          <cx:pt idx="70297">115.97</cx:pt>
          <cx:pt idx="70298">102.97</cx:pt>
          <cx:pt idx="70299">84.989999999999995</cx:pt>
          <cx:pt idx="70300">84.989999999999995</cx:pt>
          <cx:pt idx="70301">99.980000000000004</cx:pt>
          <cx:pt idx="70302">96.480000000000004</cx:pt>
          <cx:pt idx="70303">158.96000000000001</cx:pt>
          <cx:pt idx="70304">68.989999999999995</cx:pt>
          <cx:pt idx="70305">74.980000000000004</cx:pt>
          <cx:pt idx="70306">84.989999999999995</cx:pt>
          <cx:pt idx="70307">68.989999999999995</cx:pt>
          <cx:pt idx="70308">161.88999999999999</cx:pt>
          <cx:pt idx="70309">139.91</cx:pt>
          <cx:pt idx="70310">97.859999999999999</cx:pt>
          <cx:pt idx="70311">67.980000000000004</cx:pt>
          <cx:pt idx="70312">120.98</cx:pt>
          <cx:pt idx="70313">96.780000000000001</cx:pt>
          <cx:pt idx="70314">95.569999999999993</cx:pt>
          <cx:pt idx="70315">96.780000000000001</cx:pt>
          <cx:pt idx="70316">96.780000000000001</cx:pt>
          <cx:pt idx="70317">164.52000000000001</cx:pt>
          <cx:pt idx="70318">130.63999999999999</cx:pt>
          <cx:pt idx="70319">60.479999999999997</cx:pt>
          <cx:pt idx="70320">159.69999999999999</cx:pt>
          <cx:pt idx="70321">169.97999999999999</cx:pt>
          <cx:pt idx="70322">152.83000000000001</cx:pt>
          <cx:pt idx="70323">68.989999999999995</cx:pt>
          <cx:pt idx="70324">108.98</cx:pt>
          <cx:pt idx="70325">169.97999999999999</cx:pt>
          <cx:pt idx="70326">77.480000000000004</cx:pt>
          <cx:pt idx="70327">229.97</cx:pt>
          <cx:pt idx="70328">169.97999999999999</cx:pt>
          <cx:pt idx="70329">177.97</cx:pt>
          <cx:pt idx="70330">109.97</cx:pt>
          <cx:pt idx="70331">53.289999999999999</cx:pt>
          <cx:pt idx="70332">65.989999999999995</cx:pt>
          <cx:pt idx="70333">67.489999999999995</cx:pt>
          <cx:pt idx="70334">84.980000000000004</cx:pt>
          <cx:pt idx="70335">65.989999999999995</cx:pt>
          <cx:pt idx="70336">69.980000000000004</cx:pt>
          <cx:pt idx="70337">65.989999999999995</cx:pt>
          <cx:pt idx="70338">86.480000000000004</cx:pt>
          <cx:pt idx="70339">69.980000000000004</cx:pt>
          <cx:pt idx="70340">69.290000000000006</cx:pt>
          <cx:pt idx="70341">158.96000000000001</cx:pt>
          <cx:pt idx="70342">-0.68999999999999995</cx:pt>
          <cx:pt idx="70343">102.48999999999999</cx:pt>
          <cx:pt idx="70344">61.979999999999997</cx:pt>
          <cx:pt idx="70345">73.980000000000004</cx:pt>
          <cx:pt idx="70346">69.510000000000005</cx:pt>
          <cx:pt idx="70347">73.980000000000004</cx:pt>
          <cx:pt idx="70348">67.340000000000003</cx:pt>
          <cx:pt idx="70349">93.969999999999999</cx:pt>
          <cx:pt idx="70350">136.94999999999999</cx:pt>
          <cx:pt idx="70351">66.579999999999998</cx:pt>
          <cx:pt idx="70352">110.97</cx:pt>
          <cx:pt idx="70353">59.979999999999997</cx:pt>
          <cx:pt idx="70354">189.94</cx:pt>
          <cx:pt idx="70355">184.94999999999999</cx:pt>
          <cx:pt idx="70356">106.97</cx:pt>
          <cx:pt idx="70357">84.989999999999995</cx:pt>
          <cx:pt idx="70358">84.989999999999995</cx:pt>
          <cx:pt idx="70359">109.26000000000001</cx:pt>
          <cx:pt idx="70360">84.989999999999995</cx:pt>
          <cx:pt idx="70361">132.47</cx:pt>
          <cx:pt idx="70362">84.989999999999995</cx:pt>
          <cx:pt idx="70363">55.969999999999999</cx:pt>
          <cx:pt idx="70364">95.959999999999994</cx:pt>
          <cx:pt idx="70365">131.97999999999999</cx:pt>
          <cx:pt idx="70366">99.959999999999994</cx:pt>
          <cx:pt idx="70367">224.36000000000001</cx:pt>
          <cx:pt idx="70368">187.96000000000001</cx:pt>
          <cx:pt idx="70369">164.96000000000001</cx:pt>
          <cx:pt idx="70370">275.94999999999999</cx:pt>
          <cx:pt idx="70371">183.75</cx:pt>
          <cx:pt idx="70372">55.979999999999997</cx:pt>
          <cx:pt idx="70373">90.980000000000004</cx:pt>
          <cx:pt idx="70374">64.980000000000004</cx:pt>
          <cx:pt idx="70375">69.980000000000004</cx:pt>
          <cx:pt idx="70376">69.980000000000004</cx:pt>
          <cx:pt idx="70377">110.97</cx:pt>
          <cx:pt idx="70378">110.97</cx:pt>
          <cx:pt idx="70379">110.97</cx:pt>
          <cx:pt idx="70380">146.96000000000001</cx:pt>
          <cx:pt idx="70381">110.97</cx:pt>
          <cx:pt idx="70382">154.75999999999999</cx:pt>
          <cx:pt idx="70383">100.98</cx:pt>
          <cx:pt idx="70384">67.980000000000004</cx:pt>
          <cx:pt idx="70385">64.989999999999995</cx:pt>
          <cx:pt idx="70386">100.98</cx:pt>
          <cx:pt idx="70387">97.390000000000001</cx:pt>
          <cx:pt idx="70388">179.96000000000001</cx:pt>
          <cx:pt idx="70389">94.980000000000004</cx:pt>
          <cx:pt idx="70390">129.97</cx:pt>
          <cx:pt idx="70391">118.45999999999999</cx:pt>
          <cx:pt idx="70392">100.98</cx:pt>
          <cx:pt idx="70393">15.99</cx:pt>
          <cx:pt idx="70394">63.960000000000001</cx:pt>
          <cx:pt idx="70395">63.960000000000001</cx:pt>
          <cx:pt idx="70396">63.960000000000001</cx:pt>
          <cx:pt idx="70397">79.950000000000003</cx:pt>
          <cx:pt idx="70398">63.960000000000001</cx:pt>
          <cx:pt idx="70399">76.909999999999997</cx:pt>
          <cx:pt idx="70400">84.989999999999995</cx:pt>
          <cx:pt idx="70401">84.989999999999995</cx:pt>
          <cx:pt idx="70402">99.980000000000004</cx:pt>
          <cx:pt idx="70403">89.959999999999994</cx:pt>
          <cx:pt idx="70404">84.989999999999995</cx:pt>
          <cx:pt idx="70405">93.469999999999999</cx:pt>
          <cx:pt idx="70406">99.980000000000004</cx:pt>
          <cx:pt idx="70407">124.95999999999999</cx:pt>
          <cx:pt idx="70408">228.96000000000001</cx:pt>
          <cx:pt idx="70409">149.97999999999999</cx:pt>
          <cx:pt idx="70410">149.97</cx:pt>
          <cx:pt idx="70411">64.980000000000004</cx:pt>
          <cx:pt idx="70412">84.989999999999995</cx:pt>
          <cx:pt idx="70413">84.989999999999995</cx:pt>
          <cx:pt idx="70414">65.989999999999995</cx:pt>
          <cx:pt idx="70415">84.989999999999995</cx:pt>
          <cx:pt idx="70416">45.490000000000002</cx:pt>
          <cx:pt idx="70417">84.989999999999995</cx:pt>
          <cx:pt idx="70418">40.490000000000002</cx:pt>
          <cx:pt idx="70419">40.490000000000002</cx:pt>
          <cx:pt idx="70420">84.989999999999995</cx:pt>
          <cx:pt idx="70421">65.989999999999995</cx:pt>
          <cx:pt idx="70422">65.989999999999995</cx:pt>
          <cx:pt idx="70423">-45.490000000000002</cx:pt>
          <cx:pt idx="70424">137.96000000000001</cx:pt>
          <cx:pt idx="70425">99.980000000000004</cx:pt>
          <cx:pt idx="70426">49.990000000000002</cx:pt>
          <cx:pt idx="70427">84.989999999999995</cx:pt>
          <cx:pt idx="70428">131.97999999999999</cx:pt>
          <cx:pt idx="70429">101.98</cx:pt>
          <cx:pt idx="70430">131.97999999999999</cx:pt>
          <cx:pt idx="70431">129.34</cx:pt>
          <cx:pt idx="70432">129.97999999999999</cx:pt>
          <cx:pt idx="70433">135.97999999999999</cx:pt>
          <cx:pt idx="70434">223.61000000000001</cx:pt>
          <cx:pt idx="70435">275.94</cx:pt>
          <cx:pt idx="70436">129.97999999999999</cx:pt>
          <cx:pt idx="70437">209.46000000000001</cx:pt>
          <cx:pt idx="70438">149.46000000000001</cx:pt>
          <cx:pt idx="70439">-23</cx:pt>
          <cx:pt idx="70440">62.899999999999999</cx:pt>
          <cx:pt idx="70441">94.340000000000003</cx:pt>
          <cx:pt idx="70442">171.47999999999999</cx:pt>
          <cx:pt idx="70443">169.97999999999999</cx:pt>
          <cx:pt idx="70444">169.97999999999999</cx:pt>
          <cx:pt idx="70445">256.47000000000003</cx:pt>
          <cx:pt idx="70446">154.47999999999999</cx:pt>
          <cx:pt idx="70447">161.47999999999999</cx:pt>
          <cx:pt idx="70448">256.47000000000003</cx:pt>
          <cx:pt idx="70449">101.98</cx:pt>
          <cx:pt idx="70450">131.97999999999999</cx:pt>
          <cx:pt idx="70451">131.97999999999999</cx:pt>
          <cx:pt idx="70452">121.98</cx:pt>
          <cx:pt idx="70453">131.94</cx:pt>
          <cx:pt idx="70454">190.53</cx:pt>
          <cx:pt idx="70455">239.97</cx:pt>
          <cx:pt idx="70456">159.97999999999999</cx:pt>
          <cx:pt idx="70457">270.95999999999998</cx:pt>
          <cx:pt idx="70458">169.97999999999999</cx:pt>
          <cx:pt idx="70459">70.489999999999995</cx:pt>
          <cx:pt idx="70460">270.95999999999998</cx:pt>
          <cx:pt idx="70461">123.95</cx:pt>
          <cx:pt idx="70462">140.94</cx:pt>
          <cx:pt idx="70463">-22.989999999999998</cx:pt>
          <cx:pt idx="70464">160.93000000000001</cx:pt>
          <cx:pt idx="70465">138.94999999999999</cx:pt>
          <cx:pt idx="70466">165.53</cx:pt>
          <cx:pt idx="70467">71.739999999999995</cx:pt>
          <cx:pt idx="70468">144.84</cx:pt>
          <cx:pt idx="70469">123.95</cx:pt>
          <cx:pt idx="70470">91.959999999999994</cx:pt>
          <cx:pt idx="70471">116.95</cx:pt>
          <cx:pt idx="70472">163.31</cx:pt>
          <cx:pt idx="70473">122.17</cx:pt>
          <cx:pt idx="70474">102.83</cx:pt>
          <cx:pt idx="70475">130.91999999999999</cx:pt>
          <cx:pt idx="70476">96.780000000000001</cx:pt>
          <cx:pt idx="70477">84.680000000000007</cx:pt>
          <cx:pt idx="70478">13.289999999999999</cx:pt>
          <cx:pt idx="70479">70.980000000000004</cx:pt>
          <cx:pt idx="70480">65.319999999999993</cx:pt>
          <cx:pt idx="70481">84.680000000000007</cx:pt>
          <cx:pt idx="70482">122.17</cx:pt>
          <cx:pt idx="70483">58.210000000000001</cx:pt>
          <cx:pt idx="70484">134.97</cx:pt>
          <cx:pt idx="70485">73.980000000000004</cx:pt>
          <cx:pt idx="70486">29.280000000000001</cx:pt>
          <cx:pt idx="70487">126.94</cx:pt>
          <cx:pt idx="70488">89.969999999999999</cx:pt>
          <cx:pt idx="70489">128.97</cx:pt>
          <cx:pt idx="70490">144.33000000000001</cx:pt>
          <cx:pt idx="70491">149.97</cx:pt>
          <cx:pt idx="70492">149.97</cx:pt>
          <cx:pt idx="70493">131.97999999999999</cx:pt>
          <cx:pt idx="70494">118.78</cx:pt>
          <cx:pt idx="70495">169.97999999999999</cx:pt>
          <cx:pt idx="70496">169.97999999999999</cx:pt>
          <cx:pt idx="70497">118.78</cx:pt>
          <cx:pt idx="70498">121.98</cx:pt>
          <cx:pt idx="70499">131.97999999999999</cx:pt>
          <cx:pt idx="70500">169.97999999999999</cx:pt>
          <cx:pt idx="70501">118.78</cx:pt>
          <cx:pt idx="70502">65.989999999999995</cx:pt>
          <cx:pt idx="70503">100.37</cx:pt>
          <cx:pt idx="70504">70.980000000000004</cx:pt>
          <cx:pt idx="70505">124.98</cx:pt>
          <cx:pt idx="70506">99.980000000000004</cx:pt>
          <cx:pt idx="70507">56.469999999999999</cx:pt>
          <cx:pt idx="70508">134.25999999999999</cx:pt>
          <cx:pt idx="70509">93.469999999999999</cx:pt>
          <cx:pt idx="70510">145.34999999999999</cx:pt>
          <cx:pt idx="70511">193.96000000000001</cx:pt>
          <cx:pt idx="70512">169.97999999999999</cx:pt>
          <cx:pt idx="70513">169.97999999999999</cx:pt>
          <cx:pt idx="70514">131.97999999999999</cx:pt>
          <cx:pt idx="70515">131.97999999999999</cx:pt>
          <cx:pt idx="70516">79.980000000000004</cx:pt>
          <cx:pt idx="70517">131.97999999999999</cx:pt>
          <cx:pt idx="70518">182.94999999999999</cx:pt>
          <cx:pt idx="70519">99.980000000000004</cx:pt>
          <cx:pt idx="70520">107.95999999999999</cx:pt>
          <cx:pt idx="70521">114.97</cx:pt>
          <cx:pt idx="70522">169.97999999999999</cx:pt>
          <cx:pt idx="70523">110.98</cx:pt>
          <cx:pt idx="70524">114.97</cx:pt>
          <cx:pt idx="70525">99.980000000000004</cx:pt>
          <cx:pt idx="70526">51.490000000000002</cx:pt>
          <cx:pt idx="70527">99.969999999999999</cx:pt>
          <cx:pt idx="70528">84.989999999999995</cx:pt>
          <cx:pt idx="70529">84.989999999999995</cx:pt>
          <cx:pt idx="70530">114.97</cx:pt>
          <cx:pt idx="70531">69.980000000000004</cx:pt>
          <cx:pt idx="70532">46.490000000000002</cx:pt>
          <cx:pt idx="70533">145.16</cx:pt>
          <cx:pt idx="70534">266.87</cx:pt>
          <cx:pt idx="70535">56.509999999999998</cx:pt>
          <cx:pt idx="70536">143.97</cx:pt>
          <cx:pt idx="70537">176.62</cx:pt>
          <cx:pt idx="70538">165.09999999999999</cx:pt>
          <cx:pt idx="70539">216.53</cx:pt>
          <cx:pt idx="70540">201.94999999999999</cx:pt>
          <cx:pt idx="70541">131.97999999999999</cx:pt>
          <cx:pt idx="70542">131.97999999999999</cx:pt>
          <cx:pt idx="70543">131.97999999999999</cx:pt>
          <cx:pt idx="70544">131.97999999999999</cx:pt>
          <cx:pt idx="70545">131.97999999999999</cx:pt>
          <cx:pt idx="70546">131.97999999999999</cx:pt>
          <cx:pt idx="70547">121.98</cx:pt>
          <cx:pt idx="70548">69.989999999999995</cx:pt>
          <cx:pt idx="70549">131.97999999999999</cx:pt>
          <cx:pt idx="70550">326.93000000000001</cx:pt>
          <cx:pt idx="70551">254.97</cx:pt>
          <cx:pt idx="70552">247.22999999999999</cx:pt>
          <cx:pt idx="70553">121.97</cx:pt>
          <cx:pt idx="70554">62.990000000000002</cx:pt>
          <cx:pt idx="70555">144.47999999999999</cx:pt>
          <cx:pt idx="70556">134.97</cx:pt>
          <cx:pt idx="70557">189.97</cx:pt>
          <cx:pt idx="70558">169.12</cx:pt>
          <cx:pt idx="70559">170.97</cx:pt>
          <cx:pt idx="70560">60.990000000000002</cx:pt>
          <cx:pt idx="70561">161.65000000000001</cx:pt>
          <cx:pt idx="70562">197.97</cx:pt>
          <cx:pt idx="70563">117.95999999999999</cx:pt>
          <cx:pt idx="70564">109.95999999999999</cx:pt>
          <cx:pt idx="70565">53.979999999999997</cx:pt>
          <cx:pt idx="70566">53.979999999999997</cx:pt>
          <cx:pt idx="70567">53.979999999999997</cx:pt>
          <cx:pt idx="70568">55.579999999999998</cx:pt>
          <cx:pt idx="70569">53.979999999999997</cx:pt>
          <cx:pt idx="70570">134.94999999999999</cx:pt>
          <cx:pt idx="70571">137.94999999999999</cx:pt>
          <cx:pt idx="70572">53.979999999999997</cx:pt>
          <cx:pt idx="70573">53.979999999999997</cx:pt>
          <cx:pt idx="70574">109.95999999999999</cx:pt>
          <cx:pt idx="70575">134.94999999999999</cx:pt>
          <cx:pt idx="70576">107.95999999999999</cx:pt>
          <cx:pt idx="70577">55.979999999999997</cx:pt>
          <cx:pt idx="70578">65.989999999999995</cx:pt>
          <cx:pt idx="70579">95.980000000000004</cx:pt>
          <cx:pt idx="70580">-65.189999999999998</cx:pt>
          <cx:pt idx="70581">60.700000000000003</cx:pt>
          <cx:pt idx="70582">65.989999999999995</cx:pt>
          <cx:pt idx="70583">169.97</cx:pt>
          <cx:pt idx="70584">65.189999999999998</cx:pt>
          <cx:pt idx="70585">130.97</cx:pt>
          <cx:pt idx="70586">65.189999999999998</cx:pt>
          <cx:pt idx="70587">70.989999999999995</cx:pt>
          <cx:pt idx="70588">134.97999999999999</cx:pt>
          <cx:pt idx="70589">134.97999999999999</cx:pt>
          <cx:pt idx="70590">104.98</cx:pt>
          <cx:pt idx="70591">64.989999999999995</cx:pt>
          <cx:pt idx="70592">76.489999999999995</cx:pt>
          <cx:pt idx="70593">169.97999999999999</cx:pt>
          <cx:pt idx="70594">159.97999999999999</cx:pt>
          <cx:pt idx="70595">72.239999999999995</cx:pt>
          <cx:pt idx="70596">84.989999999999995</cx:pt>
          <cx:pt idx="70597">76.489999999999995</cx:pt>
          <cx:pt idx="70598">169.97999999999999</cx:pt>
          <cx:pt idx="70599">169.97999999999999</cx:pt>
          <cx:pt idx="70600">99.980000000000004</cx:pt>
          <cx:pt idx="70601">169.97999999999999</cx:pt>
          <cx:pt idx="70602">137.97999999999999</cx:pt>
          <cx:pt idx="70603">169.97999999999999</cx:pt>
          <cx:pt idx="70604">169.97999999999999</cx:pt>
          <cx:pt idx="70605">169.97999999999999</cx:pt>
          <cx:pt idx="70606">151.19</cx:pt>
          <cx:pt idx="70607">157.22999999999999</cx:pt>
          <cx:pt idx="70608">18.640000000000001</cx:pt>
          <cx:pt idx="70609">55.609999999999999</cx:pt>
          <cx:pt idx="70610">55.609999999999999</cx:pt>
          <cx:pt idx="70611">151.19</cx:pt>
          <cx:pt idx="70612">84.659999999999997</cx:pt>
          <cx:pt idx="70613">151.19</cx:pt>
          <cx:pt idx="70614">46.270000000000003</cx:pt>
          <cx:pt idx="70615">86.950000000000003</cx:pt>
          <cx:pt idx="70616">107.94</cx:pt>
          <cx:pt idx="70617">150.91999999999999</cx:pt>
          <cx:pt idx="70618">179.90000000000001</cx:pt>
          <cx:pt idx="70619">71.959999999999994</cx:pt>
          <cx:pt idx="70620">89.950000000000003</cx:pt>
          <cx:pt idx="70621">93.959999999999994</cx:pt>
          <cx:pt idx="70622">53.969999999999999</cx:pt>
          <cx:pt idx="70623">53.969999999999999</cx:pt>
          <cx:pt idx="70624">53.969999999999999</cx:pt>
          <cx:pt idx="70625">110.94</cx:pt>
          <cx:pt idx="70626">179.90000000000001</cx:pt>
          <cx:pt idx="70627">71.959999999999994</cx:pt>
          <cx:pt idx="70628">53.969999999999999</cx:pt>
          <cx:pt idx="70629">84.989999999999995</cx:pt>
          <cx:pt idx="70630">84.989999999999995</cx:pt>
          <cx:pt idx="70631">80.980000000000004</cx:pt>
          <cx:pt idx="70632">129.34</cx:pt>
          <cx:pt idx="70633">134.97999999999999</cx:pt>
          <cx:pt idx="70634">119.94</cx:pt>
          <cx:pt idx="70635">144.37</cx:pt>
          <cx:pt idx="70636">74.980000000000004</cx:pt>
          <cx:pt idx="70637">98.670000000000002</cx:pt>
          <cx:pt idx="70638">50.979999999999997</cx:pt>
          <cx:pt idx="70639">49.990000000000002</cx:pt>
          <cx:pt idx="70640">52.979999999999997</cx:pt>
          <cx:pt idx="70641">69.989999999999995</cx:pt>
          <cx:pt idx="70642">99.980000000000004</cx:pt>
          <cx:pt idx="70643">73.989999999999995</cx:pt>
          <cx:pt idx="70644">50.979999999999997</cx:pt>
          <cx:pt idx="70645">99.129999999999995</cx:pt>
          <cx:pt idx="70646">54.990000000000002</cx:pt>
          <cx:pt idx="70647">75.980000000000004</cx:pt>
          <cx:pt idx="70648">54.229999999999997</cx:pt>
          <cx:pt idx="70649">83.989999999999995</cx:pt>
          <cx:pt idx="70650">83.140000000000001</cx:pt>
          <cx:pt idx="70651">77.629999999999995</cx:pt>
          <cx:pt idx="70652">70.989999999999995</cx:pt>
          <cx:pt idx="70653">135.96000000000001</cx:pt>
          <cx:pt idx="70654">195.94999999999999</cx:pt>
          <cx:pt idx="70655">113.28</cx:pt>
          <cx:pt idx="70656">159.97999999999999</cx:pt>
          <cx:pt idx="70657">183.96000000000001</cx:pt>
          <cx:pt idx="70658">67.489999999999995</cx:pt>
          <cx:pt idx="70659">73.170000000000002</cx:pt>
          <cx:pt idx="70660">67.489999999999995</cx:pt>
          <cx:pt idx="70661">67.489999999999995</cx:pt>
          <cx:pt idx="70662">126.97</cx:pt>
          <cx:pt idx="70663">73.170000000000002</cx:pt>
          <cx:pt idx="70664">84.989999999999995</cx:pt>
          <cx:pt idx="70665">84.989999999999995</cx:pt>
          <cx:pt idx="70666">67.489999999999995</cx:pt>
          <cx:pt idx="70667">126.97</cx:pt>
          <cx:pt idx="70668">60.469999999999999</cx:pt>
          <cx:pt idx="70669">200.97</cx:pt>
          <cx:pt idx="70670">200.97</cx:pt>
          <cx:pt idx="70671">24.68</cx:pt>
          <cx:pt idx="70672">46.490000000000002</cx:pt>
          <cx:pt idx="70673">46.490000000000002</cx:pt>
          <cx:pt idx="70674">60.469999999999999</cx:pt>
          <cx:pt idx="70675">24.68</cx:pt>
          <cx:pt idx="70676">170.47999999999999</cx:pt>
          <cx:pt idx="70677">99.980000000000004</cx:pt>
          <cx:pt idx="70678">152.97999999999999</cx:pt>
          <cx:pt idx="70679">30.48</cx:pt>
          <cx:pt idx="70680">169.97999999999999</cx:pt>
          <cx:pt idx="70681">99.980000000000004</cx:pt>
          <cx:pt idx="70682">84.989999999999995</cx:pt>
          <cx:pt idx="70683">63.829999999999998</cx:pt>
          <cx:pt idx="70684">84.989999999999995</cx:pt>
          <cx:pt idx="70685">82.650000000000006</cx:pt>
          <cx:pt idx="70686">82.980000000000004</cx:pt>
          <cx:pt idx="70687">98.569999999999993</cx:pt>
          <cx:pt idx="70688">143.96000000000001</cx:pt>
          <cx:pt idx="70689">71.680000000000007</cx:pt>
          <cx:pt idx="70690">79.980000000000004</cx:pt>
          <cx:pt idx="70691">225.94999999999999</cx:pt>
          <cx:pt idx="70692">131.97999999999999</cx:pt>
          <cx:pt idx="70693">235.16999999999999</cx:pt>
          <cx:pt idx="70694">67.480000000000004</cx:pt>
          <cx:pt idx="70695">166.05000000000001</cx:pt>
          <cx:pt idx="70696">177.94999999999999</cx:pt>
          <cx:pt idx="70697">126.95999999999999</cx:pt>
          <cx:pt idx="70698">76.489999999999995</cx:pt>
          <cx:pt idx="70699">76.489999999999995</cx:pt>
          <cx:pt idx="70700">84.989999999999995</cx:pt>
          <cx:pt idx="70701">84.989999999999995</cx:pt>
          <cx:pt idx="70702">139.97</cx:pt>
          <cx:pt idx="70703">84.989999999999995</cx:pt>
          <cx:pt idx="70704">84.989999999999995</cx:pt>
          <cx:pt idx="70705">88.969999999999999</cx:pt>
          <cx:pt idx="70706">124.98</cx:pt>
          <cx:pt idx="70707">124.98</cx:pt>
          <cx:pt idx="70708">-8.5</cx:pt>
          <cx:pt idx="70709">84.989999999999995</cx:pt>
          <cx:pt idx="70710">126.95999999999999</cx:pt>
          <cx:pt idx="70711">-8.5</cx:pt>
          <cx:pt idx="70712">78.480000000000004</cx:pt>
          <cx:pt idx="70713">88.969999999999999</cx:pt>
          <cx:pt idx="70714">84.989999999999995</cx:pt>
          <cx:pt idx="70715">84.989999999999995</cx:pt>
          <cx:pt idx="70716">84.989999999999995</cx:pt>
          <cx:pt idx="70717">78.480000000000004</cx:pt>
          <cx:pt idx="70718">139.97</cx:pt>
          <cx:pt idx="70719">65.859999999999999</cx:pt>
          <cx:pt idx="70720">65.989999999999995</cx:pt>
          <cx:pt idx="70721">84.989999999999995</cx:pt>
          <cx:pt idx="70722">73.989999999999995</cx:pt>
          <cx:pt idx="70723">67.969999999999999</cx:pt>
          <cx:pt idx="70724">157.97</cx:pt>
          <cx:pt idx="70725">78.980000000000004</cx:pt>
          <cx:pt idx="70726">99.980000000000004</cx:pt>
          <cx:pt idx="70727">84.989999999999995</cx:pt>
          <cx:pt idx="70728">158.97999999999999</cx:pt>
          <cx:pt idx="70729">83.290000000000006</cx:pt>
          <cx:pt idx="70730">84.140000000000001</cx:pt>
          <cx:pt idx="70731">65.989999999999995</cx:pt>
          <cx:pt idx="70732">84.140000000000001</cx:pt>
          <cx:pt idx="70733">-65.989999999999995</cx:pt>
          <cx:pt idx="70734">68.989999999999995</cx:pt>
          <cx:pt idx="70735">83.900000000000006</cx:pt>
          <cx:pt idx="70736">62.090000000000003</cx:pt>
          <cx:pt idx="70737">100.97</cx:pt>
          <cx:pt idx="70738">108.13</cx:pt>
          <cx:pt idx="70739">112.97</cx:pt>
          <cx:pt idx="70740">96.980000000000004</cx:pt>
          <cx:pt idx="70741">339.93000000000001</cx:pt>
          <cx:pt idx="70742">279.93000000000001</cx:pt>
          <cx:pt idx="70743">259.94</cx:pt>
          <cx:pt idx="70744">64.980000000000004</cx:pt>
          <cx:pt idx="70745">14.99</cx:pt>
          <cx:pt idx="70746">89.980000000000004</cx:pt>
          <cx:pt idx="70747">82.689999999999998</cx:pt>
          <cx:pt idx="70748">99.980000000000004</cx:pt>
          <cx:pt idx="70749">134.97999999999999</cx:pt>
          <cx:pt idx="70750">41.490000000000002</cx:pt>
          <cx:pt idx="70751">235.56</cx:pt>
          <cx:pt idx="70752">162.87</cx:pt>
          <cx:pt idx="70753">84.989999999999995</cx:pt>
          <cx:pt idx="70754">84.989999999999995</cx:pt>
          <cx:pt idx="70755">84.989999999999995</cx:pt>
          <cx:pt idx="70756">153.97999999999999</cx:pt>
          <cx:pt idx="70757">84.989999999999995</cx:pt>
          <cx:pt idx="70758">169.97999999999999</cx:pt>
          <cx:pt idx="70759">139.53</cx:pt>
          <cx:pt idx="70760">54.979999999999997</cx:pt>
          <cx:pt idx="70761">84.989999999999995</cx:pt>
          <cx:pt idx="70762">144.47999999999999</cx:pt>
          <cx:pt idx="70763">213.16</cx:pt>
          <cx:pt idx="70764">118.56999999999999</cx:pt>
          <cx:pt idx="70765">119.97</cx:pt>
          <cx:pt idx="70766">136.97</cx:pt>
          <cx:pt idx="70767">124.97</cx:pt>
          <cx:pt idx="70768">135.97</cx:pt>
          <cx:pt idx="70769">263.95999999999998</cx:pt>
          <cx:pt idx="70770">131.97999999999999</cx:pt>
          <cx:pt idx="70771">169.97999999999999</cx:pt>
          <cx:pt idx="70772">169.97999999999999</cx:pt>
          <cx:pt idx="70773">156.96000000000001</cx:pt>
          <cx:pt idx="70774">118.78</cx:pt>
          <cx:pt idx="70775">169.97999999999999</cx:pt>
          <cx:pt idx="70776">131.97999999999999</cx:pt>
          <cx:pt idx="70777">226.41</cx:pt>
          <cx:pt idx="70778">89.969999999999999</cx:pt>
          <cx:pt idx="70779">361.38</cx:pt>
          <cx:pt idx="70780">659.83000000000004</cx:pt>
          <cx:pt idx="70781">84.989999999999995</cx:pt>
          <cx:pt idx="70782">-84.989999999999995</cx:pt>
          <cx:pt idx="70783">154.96000000000001</cx:pt>
          <cx:pt idx="70784">84.989999999999995</cx:pt>
          <cx:pt idx="70785">129.97</cx:pt>
          <cx:pt idx="70786">97.200000000000003</cx:pt>
          <cx:pt idx="70787">41.490000000000002</cx:pt>
          <cx:pt idx="70788">124.97</cx:pt>
          <cx:pt idx="70789">145.97</cx:pt>
          <cx:pt idx="70790">-45.68</cx:pt>
          <cx:pt idx="70791">105.98</cx:pt>
          <cx:pt idx="70792">59.979999999999997</cx:pt>
          <cx:pt idx="70793">51.490000000000002</cx:pt>
          <cx:pt idx="70794">129.97</cx:pt>
          <cx:pt idx="70795">57.979999999999997</cx:pt>
          <cx:pt idx="70796">65.989999999999995</cx:pt>
          <cx:pt idx="70797">37.490000000000002</cx:pt>
          <cx:pt idx="70798">85.980000000000004</cx:pt>
          <cx:pt idx="70799">89.969999999999999</cx:pt>
          <cx:pt idx="70800">89.969999999999999</cx:pt>
          <cx:pt idx="70801">113.95999999999999</cx:pt>
          <cx:pt idx="70802">99.959999999999994</cx:pt>
          <cx:pt idx="70803">89.969999999999999</cx:pt>
          <cx:pt idx="70804">84.969999999999999</cx:pt>
          <cx:pt idx="70805">114.95999999999999</cx:pt>
          <cx:pt idx="70806">89.969999999999999</cx:pt>
          <cx:pt idx="70807">104.95999999999999</cx:pt>
          <cx:pt idx="70808">89.969999999999999</cx:pt>
          <cx:pt idx="70809">59.979999999999997</cx:pt>
          <cx:pt idx="70810">89.969999999999999</cx:pt>
          <cx:pt idx="70811">89.969999999999999</cx:pt>
          <cx:pt idx="70812">144.94999999999999</cx:pt>
          <cx:pt idx="70813">99.980000000000004</cx:pt>
          <cx:pt idx="70814">79.980000000000004</cx:pt>
          <cx:pt idx="70815">89.980000000000004</cx:pt>
          <cx:pt idx="70816">121.13</cx:pt>
          <cx:pt idx="70817">84.980000000000004</cx:pt>
          <cx:pt idx="70818">105.95999999999999</cx:pt>
          <cx:pt idx="70819">99.980000000000004</cx:pt>
          <cx:pt idx="70820">79.980000000000004</cx:pt>
          <cx:pt idx="70821">99.980000000000004</cx:pt>
          <cx:pt idx="70822">124.97</cx:pt>
          <cx:pt idx="70823">99.980000000000004</cx:pt>
          <cx:pt idx="70824">275.29000000000002</cx:pt>
          <cx:pt idx="70825">254.97</cx:pt>
          <cx:pt idx="70826">69.950000000000003</cx:pt>
          <cx:pt idx="70827">159.97999999999999</cx:pt>
          <cx:pt idx="70828">339.95999999999998</cx:pt>
          <cx:pt idx="70829">168.94999999999999</cx:pt>
          <cx:pt idx="70830">97.950000000000003</cx:pt>
          <cx:pt idx="70831">115.52</cx:pt>
          <cx:pt idx="70832">120.16</cx:pt>
          <cx:pt idx="70833">87.349999999999994</cx:pt>
          <cx:pt idx="70834">143.02000000000001</cx:pt>
          <cx:pt idx="70835">96.950000000000003</cx:pt>
          <cx:pt idx="70836">122.94</cx:pt>
          <cx:pt idx="70837">103.95</cx:pt>
          <cx:pt idx="70838">112.95</cx:pt>
          <cx:pt idx="70839">59.979999999999997</cx:pt>
          <cx:pt idx="70840">111.94</cx:pt>
          <cx:pt idx="70841">53.979999999999997</cx:pt>
          <cx:pt idx="70842">244.94999999999999</cx:pt>
          <cx:pt idx="70843">54.990000000000002</cx:pt>
          <cx:pt idx="70844">75.980000000000004</cx:pt>
          <cx:pt idx="70845">199.96000000000001</cx:pt>
          <cx:pt idx="70846">153.96000000000001</cx:pt>
          <cx:pt idx="70847">170.46000000000001</cx:pt>
          <cx:pt idx="70848">109.98</cx:pt>
          <cx:pt idx="70849">129.97</cx:pt>
          <cx:pt idx="70850">184.96000000000001</cx:pt>
          <cx:pt idx="70851">139.97999999999999</cx:pt>
          <cx:pt idx="70852">54.990000000000002</cx:pt>
          <cx:pt idx="70853">54.979999999999997</cx:pt>
          <cx:pt idx="70854">54.979999999999997</cx:pt>
          <cx:pt idx="70855">124.97</cx:pt>
          <cx:pt idx="70856">159.97</cx:pt>
          <cx:pt idx="70857">197.03999999999999</cx:pt>
          <cx:pt idx="70858">102.18000000000001</cx:pt>
          <cx:pt idx="70859">190.96000000000001</cx:pt>
          <cx:pt idx="70860">131.97999999999999</cx:pt>
          <cx:pt idx="70861">79.189999999999998</cx:pt>
          <cx:pt idx="70862">131.97999999999999</cx:pt>
          <cx:pt idx="70863">141.88999999999999</cx:pt>
          <cx:pt idx="70864">186.96000000000001</cx:pt>
          <cx:pt idx="70865">58.979999999999997</cx:pt>
          <cx:pt idx="70866">131.97999999999999</cx:pt>
          <cx:pt idx="70867">59.979999999999997</cx:pt>
          <cx:pt idx="70868">59.979999999999997</cx:pt>
          <cx:pt idx="70869">73.980000000000004</cx:pt>
          <cx:pt idx="70870">59.979999999999997</cx:pt>
          <cx:pt idx="70871">61.979999999999997</cx:pt>
          <cx:pt idx="70872">61.479999999999997</cx:pt>
          <cx:pt idx="70873">59.979999999999997</cx:pt>
          <cx:pt idx="70874">-73.980000000000004</cx:pt>
          <cx:pt idx="70875">54.979999999999997</cx:pt>
          <cx:pt idx="70876">182.94</cx:pt>
          <cx:pt idx="70877">59.979999999999997</cx:pt>
          <cx:pt idx="70878">89.969999999999999</cx:pt>
          <cx:pt idx="70879">61.979999999999997</cx:pt>
          <cx:pt idx="70880">59.979999999999997</cx:pt>
          <cx:pt idx="70881">59.979999999999997</cx:pt>
          <cx:pt idx="70882">54.810000000000002</cx:pt>
          <cx:pt idx="70883">59.979999999999997</cx:pt>
          <cx:pt idx="70884">61.979999999999997</cx:pt>
          <cx:pt idx="70885">61.979999999999997</cx:pt>
          <cx:pt idx="70886">64.780000000000001</cx:pt>
          <cx:pt idx="70887">67.040000000000006</cx:pt>
          <cx:pt idx="70888">81.709999999999994</cx:pt>
          <cx:pt idx="70889">71.969999999999999</cx:pt>
          <cx:pt idx="70890">85.359999999999999</cx:pt>
          <cx:pt idx="70891">103.97</cx:pt>
          <cx:pt idx="70892">54.990000000000002</cx:pt>
          <cx:pt idx="70893">59.969999999999999</cx:pt>
          <cx:pt idx="70894">65.989999999999995</cx:pt>
          <cx:pt idx="70895">63.450000000000003</cx:pt>
          <cx:pt idx="70896">188.97</cx:pt>
          <cx:pt idx="70897">311.94</cx:pt>
          <cx:pt idx="70898">275.95999999999998</cx:pt>
          <cx:pt idx="70899">103.98</cx:pt>
          <cx:pt idx="70900">195.94999999999999</cx:pt>
          <cx:pt idx="70901">169.96000000000001</cx:pt>
          <cx:pt idx="70902">76.969999999999999</cx:pt>
          <cx:pt idx="70903">94.969999999999999</cx:pt>
          <cx:pt idx="70904">95.969999999999999</cx:pt>
          <cx:pt idx="70905">74.599999999999994</cx:pt>
          <cx:pt idx="70906">69.989999999999995</cx:pt>
          <cx:pt idx="70907">55.939999999999998</cx:pt>
          <cx:pt idx="70908">195.02000000000001</cx:pt>
          <cx:pt idx="70909">199.96000000000001</cx:pt>
          <cx:pt idx="70910">181.97</cx:pt>
          <cx:pt idx="70911">51.280000000000001</cx:pt>
          <cx:pt idx="70912">79.989999999999995</cx:pt>
          <cx:pt idx="70913">99.969999999999999</cx:pt>
          <cx:pt idx="70914">95.969999999999999</cx:pt>
          <cx:pt idx="70915">99.969999999999999</cx:pt>
          <cx:pt idx="70916">51.280000000000001</cx:pt>
          <cx:pt idx="70917">51.280000000000001</cx:pt>
          <cx:pt idx="70918">51.280000000000001</cx:pt>
          <cx:pt idx="70919">95.969999999999999</cx:pt>
          <cx:pt idx="70920">79.989999999999995</cx:pt>
          <cx:pt idx="70921">96.780000000000001</cx:pt>
          <cx:pt idx="70922">96.780000000000001</cx:pt>
          <cx:pt idx="70923">96.780000000000001</cx:pt>
          <cx:pt idx="70924">169.38</cx:pt>
          <cx:pt idx="70925">116.14</cx:pt>
          <cx:pt idx="70926">116.14</cx:pt>
          <cx:pt idx="70927">257.64999999999998</cx:pt>
          <cx:pt idx="70928">169.38</cx:pt>
          <cx:pt idx="70929">79.849999999999994</cx:pt>
          <cx:pt idx="70930">79.849999999999994</cx:pt>
          <cx:pt idx="70931">96.780000000000001</cx:pt>
          <cx:pt idx="70932">257.64999999999998</cx:pt>
          <cx:pt idx="70933">210.94</cx:pt>
          <cx:pt idx="70934">87.959999999999994</cx:pt>
          <cx:pt idx="70935">59.979999999999997</cx:pt>
          <cx:pt idx="70936">95.920000000000002</cx:pt>
          <cx:pt idx="70937">270.31999999999999</cx:pt>
          <cx:pt idx="70938">146.97</cx:pt>
          <cx:pt idx="70939">115.17</cx:pt>
          <cx:pt idx="70940">84.989999999999995</cx:pt>
          <cx:pt idx="70941">84.989999999999995</cx:pt>
          <cx:pt idx="70942">70.489999999999995</cx:pt>
          <cx:pt idx="70943">80.980000000000004</cx:pt>
          <cx:pt idx="70944">158.96000000000001</cx:pt>
          <cx:pt idx="70945">114.97</cx:pt>
          <cx:pt idx="70946">108.97</cx:pt>
          <cx:pt idx="70947">84.989999999999995</cx:pt>
          <cx:pt idx="70948">99.980000000000004</cx:pt>
          <cx:pt idx="70949">64.980000000000004</cx:pt>
          <cx:pt idx="70950">52.18</cx:pt>
          <cx:pt idx="70951">135.96000000000001</cx:pt>
          <cx:pt idx="70952">89.950000000000003</cx:pt>
          <cx:pt idx="70953">52.759999999999998</cx:pt>
          <cx:pt idx="70954">95.379999999999995</cx:pt>
          <cx:pt idx="70955">79.980000000000004</cx:pt>
          <cx:pt idx="70956">-7.8200000000000003</cx:pt>
          <cx:pt idx="70957">71.959999999999994</cx:pt>
          <cx:pt idx="70958">67.969999999999999</cx:pt>
          <cx:pt idx="70959">79.980000000000004</cx:pt>
          <cx:pt idx="70960">60.18</cx:pt>
          <cx:pt idx="70961">67.969999999999999</cx:pt>
          <cx:pt idx="70962">47.240000000000002</cx:pt>
          <cx:pt idx="70963">62.969999999999999</cx:pt>
          <cx:pt idx="70964">56.979999999999997</cx:pt>
          <cx:pt idx="70965">65.989999999999995</cx:pt>
          <cx:pt idx="70966">79.980000000000004</cx:pt>
          <cx:pt idx="70967">190.71000000000001</cx:pt>
          <cx:pt idx="70968">269.64999999999998</cx:pt>
          <cx:pt idx="70969">197.97</cx:pt>
          <cx:pt idx="70970">131.97999999999999</cx:pt>
          <cx:pt idx="70971">153.16999999999999</cx:pt>
          <cx:pt idx="70972">150.94</cx:pt>
          <cx:pt idx="70973">150.94</cx:pt>
          <cx:pt idx="70974">89.959999999999994</cx:pt>
          <cx:pt idx="70975">85.659999999999997</cx:pt>
          <cx:pt idx="70976">124.06</cx:pt>
          <cx:pt idx="70977">41.090000000000003</cx:pt>
          <cx:pt idx="70978">71.969999999999999</cx:pt>
          <cx:pt idx="70979">120.97</cx:pt>
          <cx:pt idx="70980">55.979999999999997</cx:pt>
          <cx:pt idx="70981">134.94999999999999</cx:pt>
          <cx:pt idx="70982">117.79000000000001</cx:pt>
          <cx:pt idx="70983">79.969999999999999</cx:pt>
          <cx:pt idx="70984">265.94999999999999</cx:pt>
          <cx:pt idx="70985">305.94</cx:pt>
          <cx:pt idx="70986">259.82999999999998</cx:pt>
          <cx:pt idx="70987">269.94</cx:pt>
          <cx:pt idx="70988">79.980000000000004</cx:pt>
          <cx:pt idx="70989">79.980000000000004</cx:pt>
          <cx:pt idx="70990">89.950000000000003</cx:pt>
          <cx:pt idx="70991">98.969999999999999</cx:pt>
          <cx:pt idx="70992">239.94</cx:pt>
          <cx:pt idx="70993">269.94</cx:pt>
          <cx:pt idx="70994">79.980000000000004</cx:pt>
          <cx:pt idx="70995">79.980000000000004</cx:pt>
          <cx:pt idx="70996">98.969999999999999</cx:pt>
          <cx:pt idx="70997">239.94</cx:pt>
          <cx:pt idx="70998">89.950000000000003</cx:pt>
          <cx:pt idx="70999">193.93000000000001</cx:pt>
          <cx:pt idx="71000">165.94</cx:pt>
          <cx:pt idx="71001">78.959999999999994</cx:pt>
          <cx:pt idx="71002">224.91999999999999</cx:pt>
          <cx:pt idx="71003">153.94</cx:pt>
          <cx:pt idx="71004">184.91999999999999</cx:pt>
          <cx:pt idx="71005">220.91</cx:pt>
          <cx:pt idx="71006">137.94999999999999</cx:pt>
          <cx:pt idx="71007">100.59</cx:pt>
          <cx:pt idx="71008">131.97999999999999</cx:pt>
          <cx:pt idx="71009">169.97999999999999</cx:pt>
          <cx:pt idx="71010">131.97999999999999</cx:pt>
          <cx:pt idx="71011">65.989999999999995</cx:pt>
          <cx:pt idx="71012">131.97999999999999</cx:pt>
          <cx:pt idx="71013">161.16999999999999</cx:pt>
          <cx:pt idx="71014">84.980000000000004</cx:pt>
          <cx:pt idx="71015">103.98</cx:pt>
          <cx:pt idx="71016">69.980000000000004</cx:pt>
          <cx:pt idx="71017">84.980000000000004</cx:pt>
          <cx:pt idx="71018">114.98</cx:pt>
          <cx:pt idx="71019">99.980000000000004</cx:pt>
          <cx:pt idx="71020">154.97999999999999</cx:pt>
          <cx:pt idx="71021">79.980000000000004</cx:pt>
          <cx:pt idx="71022">118.97</cx:pt>
          <cx:pt idx="71023">99.980000000000004</cx:pt>
          <cx:pt idx="71024">169.97999999999999</cx:pt>
          <cx:pt idx="71025">77.340000000000003</cx:pt>
          <cx:pt idx="71026">84.989999999999995</cx:pt>
          <cx:pt idx="71027">84.989999999999995</cx:pt>
          <cx:pt idx="71028">84.989999999999995</cx:pt>
          <cx:pt idx="71029">84.989999999999995</cx:pt>
          <cx:pt idx="71030">159.97999999999999</cx:pt>
          <cx:pt idx="71031">84.989999999999995</cx:pt>
          <cx:pt idx="71032">169.97999999999999</cx:pt>
          <cx:pt idx="71033">169.97999999999999</cx:pt>
          <cx:pt idx="71034">69.980000000000004</cx:pt>
          <cx:pt idx="71035">79.980000000000004</cx:pt>
          <cx:pt idx="71036">69.980000000000004</cx:pt>
          <cx:pt idx="71037">79.980000000000004</cx:pt>
          <cx:pt idx="71038">99.980000000000004</cx:pt>
          <cx:pt idx="71039">68.980000000000004</cx:pt>
          <cx:pt idx="71040">104.97</cx:pt>
          <cx:pt idx="71041">77.200000000000003</cx:pt>
          <cx:pt idx="71042">89.980000000000004</cx:pt>
          <cx:pt idx="71043">158.96000000000001</cx:pt>
          <cx:pt idx="71044">83.980000000000004</cx:pt>
          <cx:pt idx="71045">59.979999999999997</cx:pt>
          <cx:pt idx="71046">231.94</cx:pt>
          <cx:pt idx="71047">121.98</cx:pt>
          <cx:pt idx="71048">79.989999999999995</cx:pt>
          <cx:pt idx="71049">79.989999999999995</cx:pt>
          <cx:pt idx="71050">75.989999999999995</cx:pt>
          <cx:pt idx="71051">157.97</cx:pt>
          <cx:pt idx="71052">79.989999999999995</cx:pt>
          <cx:pt idx="71053">121.98</cx:pt>
          <cx:pt idx="71054">153.99000000000001</cx:pt>
          <cx:pt idx="71055">118.27</cx:pt>
          <cx:pt idx="71056">169.97999999999999</cx:pt>
          <cx:pt idx="71057">169.97999999999999</cx:pt>
          <cx:pt idx="71058">84.989999999999995</cx:pt>
          <cx:pt idx="71059">84.989999999999995</cx:pt>
          <cx:pt idx="71060">86.290000000000006</cx:pt>
          <cx:pt idx="71061">86.290000000000006</cx:pt>
          <cx:pt idx="71062">84.989999999999995</cx:pt>
          <cx:pt idx="71063">129.94999999999999</cx:pt>
          <cx:pt idx="71064">84.989999999999995</cx:pt>
          <cx:pt idx="71065">84.989999999999995</cx:pt>
          <cx:pt idx="71066">129.94999999999999</cx:pt>
          <cx:pt idx="71067">84.989999999999995</cx:pt>
          <cx:pt idx="71068">84.989999999999995</cx:pt>
          <cx:pt idx="71069">84.989999999999995</cx:pt>
          <cx:pt idx="71070">666.46000000000004</cx:pt>
          <cx:pt idx="71071">118.27</cx:pt>
          <cx:pt idx="71072">84.989999999999995</cx:pt>
          <cx:pt idx="71073">84.989999999999995</cx:pt>
          <cx:pt idx="71074">84.989999999999995</cx:pt>
          <cx:pt idx="71075">84.989999999999995</cx:pt>
          <cx:pt idx="71076">666.46000000000004</cx:pt>
          <cx:pt idx="71077">85.969999999999999</cx:pt>
          <cx:pt idx="71078">75.980000000000004</cx:pt>
          <cx:pt idx="71079">84.989999999999995</cx:pt>
          <cx:pt idx="71080">75.980000000000004</cx:pt>
          <cx:pt idx="71081">94.980000000000004</cx:pt>
          <cx:pt idx="71082">75.980000000000004</cx:pt>
          <cx:pt idx="71083">86.829999999999998</cx:pt>
          <cx:pt idx="71084">169.97</cx:pt>
          <cx:pt idx="71085">104.97</cx:pt>
          <cx:pt idx="71086">94.980000000000004</cx:pt>
          <cx:pt idx="71087">77.980000000000004</cx:pt>
          <cx:pt idx="71088">67.269999999999996</cx:pt>
          <cx:pt idx="71089">69.989999999999995</cx:pt>
          <cx:pt idx="71090">67.269999999999996</cx:pt>
          <cx:pt idx="71091">67.269999999999996</cx:pt>
          <cx:pt idx="71092">69.989999999999995</cx:pt>
          <cx:pt idx="71093">69.989999999999995</cx:pt>
          <cx:pt idx="71094">184.97</cx:pt>
          <cx:pt idx="71095">131.97999999999999</cx:pt>
          <cx:pt idx="71096">164.58000000000001</cx:pt>
          <cx:pt idx="71097">83.969999999999999</cx:pt>
          <cx:pt idx="71098">184.97</cx:pt>
          <cx:pt idx="71099">166.62</cx:pt>
          <cx:pt idx="71100">168.28</cx:pt>
          <cx:pt idx="71101">139.96000000000001</cx:pt>
          <cx:pt idx="71102">170</cx:pt>
          <cx:pt idx="71103">79.980000000000004</cx:pt>
          <cx:pt idx="71104">86.969999999999999</cx:pt>
          <cx:pt idx="71105">69.989999999999995</cx:pt>
          <cx:pt idx="71106">89.969999999999999</cx:pt>
          <cx:pt idx="71107">75.129999999999995</cx:pt>
          <cx:pt idx="71108">67.280000000000001</cx:pt>
          <cx:pt idx="71109">92.030000000000001</cx:pt>
          <cx:pt idx="71110">129.96000000000001</cx:pt>
          <cx:pt idx="71111">180.94</cx:pt>
          <cx:pt idx="71112">158.94</cx:pt>
          <cx:pt idx="71113">79.980000000000004</cx:pt>
          <cx:pt idx="71114">9.9900000000000002</cx:pt>
          <cx:pt idx="71115">79.980000000000004</cx:pt>
          <cx:pt idx="71116">79.980000000000004</cx:pt>
          <cx:pt idx="71117">99.980000000000004</cx:pt>
          <cx:pt idx="71118">79.980000000000004</cx:pt>
          <cx:pt idx="71119">56.979999999999997</cx:pt>
          <cx:pt idx="71120">48.490000000000002</cx:pt>
          <cx:pt idx="71121">41.490000000000002</cx:pt>
          <cx:pt idx="71122">99.980000000000004</cx:pt>
          <cx:pt idx="71123">41.490000000000002</cx:pt>
          <cx:pt idx="71124">84.980000000000004</cx:pt>
          <cx:pt idx="71125">73.980000000000004</cx:pt>
          <cx:pt idx="71126">99.980000000000004</cx:pt>
          <cx:pt idx="71127">31.469999999999999</cx:pt>
          <cx:pt idx="71128">49.990000000000002</cx:pt>
          <cx:pt idx="71129">112</cx:pt>
          <cx:pt idx="71130">85.969999999999999</cx:pt>
          <cx:pt idx="71131">89.969999999999999</cx:pt>
          <cx:pt idx="71132">105.95999999999999</cx:pt>
          <cx:pt idx="71133">85.469999999999999</cx:pt>
          <cx:pt idx="71134">119.95999999999999</cx:pt>
          <cx:pt idx="71135">119.95999999999999</cx:pt>
          <cx:pt idx="71136">119.95999999999999</cx:pt>
          <cx:pt idx="71137">89.969999999999999</cx:pt>
          <cx:pt idx="71138">85.859999999999999</cx:pt>
          <cx:pt idx="71139">99.959999999999994</cx:pt>
          <cx:pt idx="71140">245.97</cx:pt>
          <cx:pt idx="71141">299.94</cx:pt>
          <cx:pt idx="71142">232.16999999999999</cx:pt>
          <cx:pt idx="71143">214.68000000000001</cx:pt>
          <cx:pt idx="71144">117.95999999999999</cx:pt>
          <cx:pt idx="71145">85.980000000000004</cx:pt>
          <cx:pt idx="71146">95.939999999999998</cx:pt>
          <cx:pt idx="71147">95.939999999999998</cx:pt>
          <cx:pt idx="71148">315.94999999999999</cx:pt>
          <cx:pt idx="71149">299.94</cx:pt>
          <cx:pt idx="71150">75.959999999999994</cx:pt>
          <cx:pt idx="71151">52.969999999999999</cx:pt>
          <cx:pt idx="71152">75.959999999999994</cx:pt>
          <cx:pt idx="71153">64.980000000000004</cx:pt>
          <cx:pt idx="71154">88.950000000000003</cx:pt>
          <cx:pt idx="71155">58.350000000000001</cx:pt>
          <cx:pt idx="71156">105.93000000000001</cx:pt>
          <cx:pt idx="71157">75.959999999999994</cx:pt>
          <cx:pt idx="71158">52.969999999999999</cx:pt>
          <cx:pt idx="71159">197.97</cx:pt>
          <cx:pt idx="71160">39.479999999999997</cx:pt>
          <cx:pt idx="71161">197.97</cx:pt>
          <cx:pt idx="71162">197.97</cx:pt>
          <cx:pt idx="71163">195.96000000000001</cx:pt>
          <cx:pt idx="71164">118.78</cx:pt>
          <cx:pt idx="71165">101.97</cx:pt>
          <cx:pt idx="71166">72.239999999999995</cx:pt>
          <cx:pt idx="71167">15.99</cx:pt>
          <cx:pt idx="71168">287.93000000000001</cx:pt>
          <cx:pt idx="71169">118.78</cx:pt>
          <cx:pt idx="71170">319.55000000000001</cx:pt>
          <cx:pt idx="71171">118.78</cx:pt>
          <cx:pt idx="71172">59.390000000000001</cx:pt>
          <cx:pt idx="71173">73.870000000000005</cx:pt>
          <cx:pt idx="71174">59.969999999999999</cx:pt>
          <cx:pt idx="71175">101.95</cx:pt>
          <cx:pt idx="71176">111.93000000000001</cx:pt>
          <cx:pt idx="71177">79.959999999999994</cx:pt>
          <cx:pt idx="71178">194.97</cx:pt>
          <cx:pt idx="71179">101.14</cx:pt>
          <cx:pt idx="71180">184.91</cx:pt>
          <cx:pt idx="71181">71.959999999999994</cx:pt>
          <cx:pt idx="71182">191.94999999999999</cx:pt>
          <cx:pt idx="71183">195.96000000000001</cx:pt>
          <cx:pt idx="71184">152.94999999999999</cx:pt>
          <cx:pt idx="71185">110.97</cx:pt>
          <cx:pt idx="71186">79.989999999999995</cx:pt>
          <cx:pt idx="71187">89.980000000000004</cx:pt>
          <cx:pt idx="71188">108.29000000000001</cx:pt>
          <cx:pt idx="71189">91.980000000000004</cx:pt>
          <cx:pt idx="71190">179.97</cx:pt>
          <cx:pt idx="71191">90.980000000000004</cx:pt>
          <cx:pt idx="71192">103.47</cx:pt>
          <cx:pt idx="71193">104.37</cx:pt>
          <cx:pt idx="71194">91.980000000000004</cx:pt>
          <cx:pt idx="71195">96.980000000000004</cx:pt>
          <cx:pt idx="71196">75.980000000000004</cx:pt>
          <cx:pt idx="71197">79.670000000000002</cx:pt>
          <cx:pt idx="71198">84.989999999999995</cx:pt>
          <cx:pt idx="71199">84.989999999999995</cx:pt>
          <cx:pt idx="71200">84.989999999999995</cx:pt>
          <cx:pt idx="71201">169.97999999999999</cx:pt>
          <cx:pt idx="71202">84.989999999999995</cx:pt>
          <cx:pt idx="71203">84.989999999999995</cx:pt>
          <cx:pt idx="71204">127.98</cx:pt>
          <cx:pt idx="71205">115.18000000000001</cx:pt>
          <cx:pt idx="71206">84.989999999999995</cx:pt>
          <cx:pt idx="71207">169.97999999999999</cx:pt>
          <cx:pt idx="71208">64.969999999999999</cx:pt>
          <cx:pt idx="71209">66.959999999999994</cx:pt>
          <cx:pt idx="71210">23.379999999999999</cx:pt>
          <cx:pt idx="71211">59.969999999999999</cx:pt>
          <cx:pt idx="71212">61.969999999999999</cx:pt>
          <cx:pt idx="71213">19.989999999999998</cx:pt>
          <cx:pt idx="71214">50.969999999999999</cx:pt>
          <cx:pt idx="71215">136.86000000000001</cx:pt>
          <cx:pt idx="71216">82.719999999999999</cx:pt>
          <cx:pt idx="71217">91.870000000000005</cx:pt>
          <cx:pt idx="71218">152.96000000000001</cx:pt>
          <cx:pt idx="71219">100.86</cx:pt>
          <cx:pt idx="71220">56.979999999999997</cx:pt>
          <cx:pt idx="71221">164.84999999999999</cx:pt>
          <cx:pt idx="71222">85.859999999999999</cx:pt>
          <cx:pt idx="71223">157.86000000000001</cx:pt>
          <cx:pt idx="71224">15.48</cx:pt>
          <cx:pt idx="71225">127.73999999999999</cx:pt>
          <cx:pt idx="71226">-1.5</cx:pt>
          <cx:pt idx="71227">100.98</cx:pt>
          <cx:pt idx="71228">71.590000000000003</cx:pt>
          <cx:pt idx="71229">137.56999999999999</cx:pt>
          <cx:pt idx="71230">80.890000000000001</cx:pt>
          <cx:pt idx="71231">103.58</cx:pt>
          <cx:pt idx="71232">84.989999999999995</cx:pt>
          <cx:pt idx="71233">84.989999999999995</cx:pt>
          <cx:pt idx="71234">69.989999999999995</cx:pt>
          <cx:pt idx="71235">102.58</cx:pt>
          <cx:pt idx="71236">68.989999999999995</cx:pt>
          <cx:pt idx="71237">59.979999999999997</cx:pt>
          <cx:pt idx="71238">59.979999999999997</cx:pt>
          <cx:pt idx="71239">89.969999999999999</cx:pt>
          <cx:pt idx="71240">119.95999999999999</cx:pt>
          <cx:pt idx="71241">53.979999999999997</cx:pt>
          <cx:pt idx="71242">89.969999999999999</cx:pt>
          <cx:pt idx="71243">59.979999999999997</cx:pt>
          <cx:pt idx="71244">83.370000000000005</cx:pt>
          <cx:pt idx="71245">56.380000000000003</cx:pt>
          <cx:pt idx="71246">59.979999999999997</cx:pt>
          <cx:pt idx="71247">89.969999999999999</cx:pt>
          <cx:pt idx="71248">89.969999999999999</cx:pt>
          <cx:pt idx="71249">109.95999999999999</cx:pt>
          <cx:pt idx="71250">22.370000000000001</cx:pt>
          <cx:pt idx="71251">84.989999999999995</cx:pt>
          <cx:pt idx="71252">131.97999999999999</cx:pt>
          <cx:pt idx="71253">50.979999999999997</cx:pt>
          <cx:pt idx="71254">131.97999999999999</cx:pt>
          <cx:pt idx="71255">131.97999999999999</cx:pt>
          <cx:pt idx="71256">131.97999999999999</cx:pt>
          <cx:pt idx="71257">121.98</cx:pt>
          <cx:pt idx="71258">97.969999999999999</cx:pt>
          <cx:pt idx="71259">75.959999999999994</cx:pt>
          <cx:pt idx="71260">49.979999999999997</cx:pt>
          <cx:pt idx="71261">131.97999999999999</cx:pt>
          <cx:pt idx="71262">150.97</cx:pt>
          <cx:pt idx="71263">60.859999999999999</cx:pt>
          <cx:pt idx="71264">131.97999999999999</cx:pt>
          <cx:pt idx="71265">65.989999999999995</cx:pt>
          <cx:pt idx="71266">131.97999999999999</cx:pt>
          <cx:pt idx="71267">147.97</cx:pt>
          <cx:pt idx="71268">86.569999999999993</cx:pt>
          <cx:pt idx="71269">113.26000000000001</cx:pt>
          <cx:pt idx="71270">107.27</cx:pt>
          <cx:pt idx="71271">64.280000000000001</cx:pt>
          <cx:pt idx="71272">51.280000000000001</cx:pt>
          <cx:pt idx="71273">83.219999999999999</cx:pt>
          <cx:pt idx="71274">98.560000000000002</cx:pt>
          <cx:pt idx="71275">126.27</cx:pt>
          <cx:pt idx="71276">43.880000000000003</cx:pt>
          <cx:pt idx="71277">59.969999999999999</cx:pt>
          <cx:pt idx="71278">109.95999999999999</cx:pt>
          <cx:pt idx="71279">84.969999999999999</cx:pt>
          <cx:pt idx="71280">85.969999999999999</cx:pt>
          <cx:pt idx="71281">89.969999999999999</cx:pt>
          <cx:pt idx="71282">89.969999999999999</cx:pt>
          <cx:pt idx="71283">80.969999999999999</cx:pt>
          <cx:pt idx="71284">84.969999999999999</cx:pt>
          <cx:pt idx="71285">89.969999999999999</cx:pt>
          <cx:pt idx="71286">89.969999999999999</cx:pt>
          <cx:pt idx="71287">83.760000000000005</cx:pt>
          <cx:pt idx="71288">89.969999999999999</cx:pt>
          <cx:pt idx="71289">89.969999999999999</cx:pt>
          <cx:pt idx="71290">74.969999999999999</cx:pt>
          <cx:pt idx="71291">89.969999999999999</cx:pt>
          <cx:pt idx="71292">191.12</cx:pt>
          <cx:pt idx="71293">149.90000000000001</cx:pt>
          <cx:pt idx="71294">127.42</cx:pt>
          <cx:pt idx="71295">149.90000000000001</cx:pt>
          <cx:pt idx="71296">164.88999999999999</cx:pt>
          <cx:pt idx="71297">141.75</cx:pt>
          <cx:pt idx="71298">159.93000000000001</cx:pt>
          <cx:pt idx="71299">208.91999999999999</cx:pt>
          <cx:pt idx="71300">136.27000000000001</cx:pt>
          <cx:pt idx="71301">125.92</cx:pt>
          <cx:pt idx="71302">59.960000000000001</cx:pt>
          <cx:pt idx="71303">74.950000000000003</cx:pt>
          <cx:pt idx="71304">33.479999999999997</cx:pt>
          <cx:pt idx="71305">147.96000000000001</cx:pt>
          <cx:pt idx="71306">109.98</cx:pt>
          <cx:pt idx="71307">109.98</cx:pt>
          <cx:pt idx="71308">147.96000000000001</cx:pt>
          <cx:pt idx="71309">33.479999999999997</cx:pt>
          <cx:pt idx="71310">300.39999999999998</cx:pt>
          <cx:pt idx="71311">600.29999999999995</cx:pt>
          <cx:pt idx="71312">510.57999999999998</cx:pt>
          <cx:pt idx="71313">99.980000000000004</cx:pt>
          <cx:pt idx="71314">74.969999999999999</cx:pt>
          <cx:pt idx="71315">126.95</cx:pt>
          <cx:pt idx="71316">115.97</cx:pt>
          <cx:pt idx="71317">179.94999999999999</cx:pt>
          <cx:pt idx="71318">234.93000000000001</cx:pt>
          <cx:pt idx="71319">146.96000000000001</cx:pt>
          <cx:pt idx="71320">54.990000000000002</cx:pt>
          <cx:pt idx="71321">38.270000000000003</cx:pt>
          <cx:pt idx="71322">58.979999999999997</cx:pt>
          <cx:pt idx="71323">54.979999999999997</cx:pt>
          <cx:pt idx="71324">20.489999999999998</cx:pt>
          <cx:pt idx="71325">20.489999999999998</cx:pt>
          <cx:pt idx="71326">62.079999999999998</cx:pt>
          <cx:pt idx="71327">41.479999999999997</cx:pt>
          <cx:pt idx="71328">49.479999999999997</cx:pt>
          <cx:pt idx="71329">21.239999999999998</cx:pt>
          <cx:pt idx="71330">82.969999999999999</cx:pt>
          <cx:pt idx="71331">13.91</cx:pt>
          <cx:pt idx="71332">41.479999999999997</cx:pt>
          <cx:pt idx="71333">51.490000000000002</cx:pt>
          <cx:pt idx="71334">49.990000000000002</cx:pt>
          <cx:pt idx="71335">159.97999999999999</cx:pt>
          <cx:pt idx="71336">99.890000000000001</cx:pt>
          <cx:pt idx="71337">159.97999999999999</cx:pt>
          <cx:pt idx="71338">159.97999999999999</cx:pt>
          <cx:pt idx="71339">79.989999999999995</cx:pt>
          <cx:pt idx="71340">79.989999999999995</cx:pt>
          <cx:pt idx="71341">125.3</cx:pt>
          <cx:pt idx="71342">100.98</cx:pt>
          <cx:pt idx="71343">126.86</cx:pt>
          <cx:pt idx="71344">65.980000000000004</cx:pt>
          <cx:pt idx="71345">69.980000000000004</cx:pt>
          <cx:pt idx="71346">72.969999999999999</cx:pt>
          <cx:pt idx="71347">105.95999999999999</cx:pt>
          <cx:pt idx="71348">86.920000000000002</cx:pt>
          <cx:pt idx="71349">89.969999999999999</cx:pt>
          <cx:pt idx="71350">53.140000000000001</cx:pt>
          <cx:pt idx="71351">84.969999999999999</cx:pt>
          <cx:pt idx="71352">59.979999999999997</cx:pt>
          <cx:pt idx="71353">55.979999999999997</cx:pt>
          <cx:pt idx="71354">57.979999999999997</cx:pt>
          <cx:pt idx="71355">57.979999999999997</cx:pt>
          <cx:pt idx="71356">57.979999999999997</cx:pt>
          <cx:pt idx="71357">79.969999999999999</cx:pt>
          <cx:pt idx="71358">111.34</cx:pt>
          <cx:pt idx="71359">108.56999999999999</cx:pt>
          <cx:pt idx="71360">97.569999999999993</cx:pt>
          <cx:pt idx="71361">96.980000000000004</cx:pt>
          <cx:pt idx="71362">103.62</cx:pt>
          <cx:pt idx="71363">-11.99</cx:pt>
          <cx:pt idx="71364">219.97</cx:pt>
          <cx:pt idx="71365">79.980000000000004</cx:pt>
          <cx:pt idx="71366">130.96000000000001</cx:pt>
          <cx:pt idx="71367">181.72</cx:pt>
          <cx:pt idx="71368">77.980000000000004</cx:pt>
          <cx:pt idx="71369">84.989999999999995</cx:pt>
          <cx:pt idx="71370">100.01000000000001</cx:pt>
          <cx:pt idx="71371">77.980000000000004</cx:pt>
          <cx:pt idx="71372">64.980000000000004</cx:pt>
          <cx:pt idx="71373">1451.52</cx:pt>
          <cx:pt idx="71374">97.480000000000004</cx:pt>
          <cx:pt idx="71375">169.97999999999999</cx:pt>
          <cx:pt idx="71376">214.96000000000001</cx:pt>
          <cx:pt idx="71377">152.97999999999999</cx:pt>
          <cx:pt idx="71378">169.97999999999999</cx:pt>
          <cx:pt idx="71379">162.02000000000001</cx:pt>
          <cx:pt idx="71380">132.72</cx:pt>
          <cx:pt idx="71381">170.90000000000001</cx:pt>
          <cx:pt idx="71382">84.989999999999995</cx:pt>
          <cx:pt idx="71383">99.980000000000004</cx:pt>
          <cx:pt idx="71384">140.94999999999999</cx:pt>
          <cx:pt idx="71385">115.41</cx:pt>
          <cx:pt idx="71386">84.980000000000004</cx:pt>
          <cx:pt idx="71387">170.90000000000001</cx:pt>
          <cx:pt idx="71388">163.34</cx:pt>
          <cx:pt idx="71389">107.95</cx:pt>
          <cx:pt idx="71390">59.979999999999997</cx:pt>
          <cx:pt idx="71391">59.979999999999997</cx:pt>
          <cx:pt idx="71392">84.969999999999999</cx:pt>
          <cx:pt idx="71393">60.979999999999997</cx:pt>
          <cx:pt idx="71394">59.979999999999997</cx:pt>
          <cx:pt idx="71395">54.979999999999997</cx:pt>
          <cx:pt idx="71396">64.980000000000004</cx:pt>
          <cx:pt idx="71397">59.979999999999997</cx:pt>
          <cx:pt idx="71398">59.979999999999997</cx:pt>
          <cx:pt idx="71399">121.45999999999999</cx:pt>
          <cx:pt idx="71400">72.549999999999997</cx:pt>
          <cx:pt idx="71401">66.530000000000001</cx:pt>
          <cx:pt idx="71402">66.530000000000001</cx:pt>
          <cx:pt idx="71403">84.659999999999997</cx:pt>
          <cx:pt idx="71404">128.13</cx:pt>
          <cx:pt idx="71405">72.560000000000002</cx:pt>
          <cx:pt idx="71406">19.34</cx:pt>
          <cx:pt idx="71407">84.659999999999997</cx:pt>
          <cx:pt idx="71408">78.819999999999993</cx:pt>
          <cx:pt idx="71409">129.96000000000001</cx:pt>
          <cx:pt idx="71410">79.969999999999999</cx:pt>
          <cx:pt idx="71411">99.980000000000004</cx:pt>
          <cx:pt idx="71412">87.719999999999999</cx:pt>
          <cx:pt idx="71413">73.989999999999995</cx:pt>
          <cx:pt idx="71414">114.97</cx:pt>
          <cx:pt idx="71415">129.96000000000001</cx:pt>
          <cx:pt idx="71416">80.980000000000004</cx:pt>
          <cx:pt idx="71417">69.969999999999999</cx:pt>
          <cx:pt idx="71418">97.920000000000002</cx:pt>
          <cx:pt idx="71419">53.880000000000003</cx:pt>
          <cx:pt idx="71420">96.760000000000005</cx:pt>
          <cx:pt idx="71421">66.530000000000001</cx:pt>
          <cx:pt idx="71422">71.609999999999999</cx:pt>
          <cx:pt idx="71423">96.780000000000001</cx:pt>
          <cx:pt idx="71424">133.08000000000001</cx:pt>
          <cx:pt idx="71425">114.91</cx:pt>
          <cx:pt idx="71426">75.549999999999997</cx:pt>
          <cx:pt idx="71427">116.12</cx:pt>
          <cx:pt idx="71428">114.91</cx:pt>
          <cx:pt idx="71429">100.15000000000001</cx:pt>
          <cx:pt idx="71430">95.140000000000001</cx:pt>
          <cx:pt idx="71431">157.56999999999999</cx:pt>
          <cx:pt idx="71432">64.260000000000005</cx:pt>
          <cx:pt idx="71433">139.97999999999999</cx:pt>
          <cx:pt idx="71434">119.92</cx:pt>
          <cx:pt idx="71435">159.93000000000001</cx:pt>
          <cx:pt idx="71436">89.939999999999998</cx:pt>
          <cx:pt idx="71437">131.97999999999999</cx:pt>
          <cx:pt idx="71438">197.97</cx:pt>
          <cx:pt idx="71439">173.97</cx:pt>
          <cx:pt idx="71440">82.790000000000006</cx:pt>
          <cx:pt idx="71441">166.06</cx:pt>
          <cx:pt idx="71442">117.48</cx:pt>
          <cx:pt idx="71443">60.960000000000001</cx:pt>
          <cx:pt idx="71444">114.45</cx:pt>
          <cx:pt idx="71445">76.950000000000003</cx:pt>
          <cx:pt idx="71446">133.63999999999999</cx:pt>
          <cx:pt idx="71447">127.92</cx:pt>
          <cx:pt idx="71448">145.63</cx:pt>
          <cx:pt idx="71449">75.959999999999994</cx:pt>
          <cx:pt idx="71450">71.269999999999996</cx:pt>
          <cx:pt idx="71451">127.98</cx:pt>
          <cx:pt idx="71452">104.94</cx:pt>
          <cx:pt idx="71453">86.209999999999994</cx:pt>
          <cx:pt idx="71454">218.94999999999999</cx:pt>
          <cx:pt idx="71455">74.980000000000004</cx:pt>
          <cx:pt idx="71456">181.97</cx:pt>
          <cx:pt idx="71457">133.96000000000001</cx:pt>
          <cx:pt idx="71458">163.96000000000001</cx:pt>
          <cx:pt idx="71459">89.969999999999999</cx:pt>
          <cx:pt idx="71460">133.96000000000001</cx:pt>
          <cx:pt idx="71461">84.989999999999995</cx:pt>
          <cx:pt idx="71462">84.989999999999995</cx:pt>
          <cx:pt idx="71463">84.989999999999995</cx:pt>
          <cx:pt idx="71464">63.960000000000001</cx:pt>
          <cx:pt idx="71465">77.75</cx:pt>
          <cx:pt idx="71466">63.960000000000001</cx:pt>
          <cx:pt idx="71467">84.989999999999995</cx:pt>
          <cx:pt idx="71468">61.969999999999999</cx:pt>
          <cx:pt idx="71469">77.75</cx:pt>
          <cx:pt idx="71470">116.97</cx:pt>
          <cx:pt idx="71471">116.97</cx:pt>
          <cx:pt idx="71472">61.969999999999999</cx:pt>
          <cx:pt idx="71473">84.989999999999995</cx:pt>
          <cx:pt idx="71474">65.420000000000002</cx:pt>
          <cx:pt idx="71475">148.94999999999999</cx:pt>
          <cx:pt idx="71476">116.97</cx:pt>
          <cx:pt idx="71477">69.989999999999995</cx:pt>
          <cx:pt idx="71478">63.960000000000001</cx:pt>
          <cx:pt idx="71479">84.989999999999995</cx:pt>
          <cx:pt idx="71480">148.94999999999999</cx:pt>
          <cx:pt idx="71481">84.989999999999995</cx:pt>
          <cx:pt idx="71482">65.420000000000002</cx:pt>
          <cx:pt idx="71483">116.97</cx:pt>
          <cx:pt idx="71484">69.989999999999995</cx:pt>
          <cx:pt idx="71485">84.989999999999995</cx:pt>
          <cx:pt idx="71486">84.989999999999995</cx:pt>
          <cx:pt idx="71487">84.989999999999995</cx:pt>
          <cx:pt idx="71488">63.960000000000001</cx:pt>
          <cx:pt idx="71489">121.98</cx:pt>
          <cx:pt idx="71490">152.97999999999999</cx:pt>
          <cx:pt idx="71491">188.47999999999999</cx:pt>
          <cx:pt idx="71492">118.97</cx:pt>
          <cx:pt idx="71493">142.97999999999999</cx:pt>
          <cx:pt idx="71494">112.18000000000001</cx:pt>
          <cx:pt idx="71495">118.78</cx:pt>
          <cx:pt idx="71496">193.77000000000001</cx:pt>
          <cx:pt idx="71497">129.94</cx:pt>
          <cx:pt idx="71498">205.53999999999999</cx:pt>
          <cx:pt idx="71499">129.94</cx:pt>
          <cx:pt idx="71500">59.950000000000003</cx:pt>
          <cx:pt idx="71501">59.950000000000003</cx:pt>
          <cx:pt idx="71502">205.53999999999999</cx:pt>
          <cx:pt idx="71503">58.82</cx:pt>
          <cx:pt idx="71504">61.979999999999997</cx:pt>
          <cx:pt idx="71505">104.97</cx:pt>
          <cx:pt idx="71506">64.079999999999998</cx:pt>
          <cx:pt idx="71507">65.980000000000004</cx:pt>
          <cx:pt idx="71508">51.479999999999997</cx:pt>
          <cx:pt idx="71509">94.969999999999999</cx:pt>
          <cx:pt idx="71510">85.969999999999999</cx:pt>
          <cx:pt idx="71511">56.950000000000003</cx:pt>
          <cx:pt idx="71512">65.980000000000004</cx:pt>
          <cx:pt idx="71513">201.96000000000001</cx:pt>
          <cx:pt idx="71514">101.98</cx:pt>
          <cx:pt idx="71515">21.489999999999998</cx:pt>
          <cx:pt idx="71516">189.97</cx:pt>
          <cx:pt idx="71517">71.969999999999999</cx:pt>
          <cx:pt idx="71518">185.97</cx:pt>
          <cx:pt idx="71519">212.94999999999999</cx:pt>
          <cx:pt idx="71520">69.969999999999999</cx:pt>
          <cx:pt idx="71521">89.480000000000004</cx:pt>
          <cx:pt idx="71522">84.640000000000001</cx:pt>
          <cx:pt idx="71523">96.760000000000005</cx:pt>
          <cx:pt idx="71524">76.189999999999998</cx:pt>
          <cx:pt idx="71525">98.969999999999999</cx:pt>
          <cx:pt idx="71526">70.980000000000004</cx:pt>
          <cx:pt idx="71527">65.989999999999995</cx:pt>
          <cx:pt idx="71528">121.94</cx:pt>
          <cx:pt idx="71529">131.97999999999999</cx:pt>
          <cx:pt idx="71530">125.38</cx:pt>
          <cx:pt idx="71531">101.98</cx:pt>
          <cx:pt idx="71532">118.78</cx:pt>
          <cx:pt idx="71533">111.98</cx:pt>
          <cx:pt idx="71534">92.379999999999995</cx:pt>
          <cx:pt idx="71535">145.13</cx:pt>
          <cx:pt idx="71536">139.96000000000001</cx:pt>
          <cx:pt idx="71537">74.989999999999995</cx:pt>
          <cx:pt idx="71538">65.989999999999995</cx:pt>
          <cx:pt idx="71539">-139.96000000000001</cx:pt>
          <cx:pt idx="71540">119.17</cx:pt>
          <cx:pt idx="71541">175.53999999999999</cx:pt>
          <cx:pt idx="71542">121.97</cx:pt>
          <cx:pt idx="71543">146.49000000000001</cx:pt>
          <cx:pt idx="71544">140.63999999999999</cx:pt>
          <cx:pt idx="71545">197.96000000000001</cx:pt>
          <cx:pt idx="71546">120.65000000000001</cx:pt>
          <cx:pt idx="71547">63.960000000000001</cx:pt>
          <cx:pt idx="71548">50.219999999999999</cx:pt>
          <cx:pt idx="71549">63.960000000000001</cx:pt>
          <cx:pt idx="71550">63.960000000000001</cx:pt>
          <cx:pt idx="71551">49.469999999999999</cx:pt>
          <cx:pt idx="71552">33.479999999999997</cx:pt>
          <cx:pt idx="71553">47.490000000000002</cx:pt>
          <cx:pt idx="71554">17.489999999999998</cx:pt>
          <cx:pt idx="71555">63.960000000000001</cx:pt>
          <cx:pt idx="71556">33.479999999999997</cx:pt>
          <cx:pt idx="71557">33.479999999999997</cx:pt>
          <cx:pt idx="71558">33.479999999999997</cx:pt>
          <cx:pt idx="71559">63.960000000000001</cx:pt>
          <cx:pt idx="71560">49.469999999999999</cx:pt>
          <cx:pt idx="71561">49.469999999999999</cx:pt>
          <cx:pt idx="71562">17.489999999999998</cx:pt>
          <cx:pt idx="71563">50.219999999999999</cx:pt>
          <cx:pt idx="71564">33.479999999999997</cx:pt>
          <cx:pt idx="71565">21.489999999999998</cx:pt>
          <cx:pt idx="71566">49.469999999999999</cx:pt>
          <cx:pt idx="71567">84.989999999999995</cx:pt>
          <cx:pt idx="71568">33.479999999999997</cx:pt>
          <cx:pt idx="71569">33.490000000000002</cx:pt>
          <cx:pt idx="71570">60.990000000000002</cx:pt>
          <cx:pt idx="71571">53.539999999999999</cx:pt>
          <cx:pt idx="71572">81.980000000000004</cx:pt>
          <cx:pt idx="71573">65.989999999999995</cx:pt>
          <cx:pt idx="71574">57.979999999999997</cx:pt>
          <cx:pt idx="71575">59.969999999999999</cx:pt>
          <cx:pt idx="71576">65.989999999999995</cx:pt>
          <cx:pt idx="71577">65.989999999999995</cx:pt>
          <cx:pt idx="71578">65.989999999999995</cx:pt>
          <cx:pt idx="71579">86.980000000000004</cx:pt>
          <cx:pt idx="71580">65.989999999999995</cx:pt>
          <cx:pt idx="71581">134.97999999999999</cx:pt>
          <cx:pt idx="71582">107.97</cx:pt>
          <cx:pt idx="71583">62.969999999999999</cx:pt>
          <cx:pt idx="71584">190.97</cx:pt>
          <cx:pt idx="71585">117.98</cx:pt>
          <cx:pt idx="71586">117.04000000000001</cx:pt>
          <cx:pt idx="71587">83.980000000000004</cx:pt>
          <cx:pt idx="71588">169.97999999999999</cx:pt>
          <cx:pt idx="71589">83.969999999999999</cx:pt>
          <cx:pt idx="71590">83.969999999999999</cx:pt>
          <cx:pt idx="71591">83.969999999999999</cx:pt>
          <cx:pt idx="71592">83.969999999999999</cx:pt>
          <cx:pt idx="71593">98.969999999999999</cx:pt>
          <cx:pt idx="71594">74.969999999999999</cx:pt>
          <cx:pt idx="71595">89.069999999999993</cx:pt>
          <cx:pt idx="71596">87.420000000000002</cx:pt>
          <cx:pt idx="71597">104.98</cx:pt>
          <cx:pt idx="71598">89.969999999999999</cx:pt>
          <cx:pt idx="71599">68.989999999999995</cx:pt>
          <cx:pt idx="71600">89.969999999999999</cx:pt>
          <cx:pt idx="71601">93.920000000000002</cx:pt>
          <cx:pt idx="71602">74.980000000000004</cx:pt>
          <cx:pt idx="71603">76.989999999999995</cx:pt>
          <cx:pt idx="71604">89.969999999999999</cx:pt>
          <cx:pt idx="71605">74.969999999999999</cx:pt>
          <cx:pt idx="71606">73.469999999999999</cx:pt>
          <cx:pt idx="71607">59.979999999999997</cx:pt>
          <cx:pt idx="71608">59.979999999999997</cx:pt>
          <cx:pt idx="71609">66.980000000000004</cx:pt>
          <cx:pt idx="71610">59.979999999999997</cx:pt>
          <cx:pt idx="71611">99.969999999999999</cx:pt>
          <cx:pt idx="71612">59.979999999999997</cx:pt>
          <cx:pt idx="71613">54.979999999999997</cx:pt>
          <cx:pt idx="71614">119.95999999999999</cx:pt>
          <cx:pt idx="71615">89.969999999999999</cx:pt>
          <cx:pt idx="71616">164.97999999999999</cx:pt>
          <cx:pt idx="71617">46.490000000000002</cx:pt>
          <cx:pt idx="71618">95.980000000000004</cx:pt>
          <cx:pt idx="71619">95.980000000000004</cx:pt>
          <cx:pt idx="71620">159.97999999999999</cx:pt>
          <cx:pt idx="71621">95.980000000000004</cx:pt>
          <cx:pt idx="71622">143.97999999999999</cx:pt>
          <cx:pt idx="71623">59.979999999999997</cx:pt>
          <cx:pt idx="71624">84.989999999999995</cx:pt>
          <cx:pt idx="71625">115.98</cx:pt>
          <cx:pt idx="71626">113.98</cx:pt>
          <cx:pt idx="71627">109.98</cx:pt>
          <cx:pt idx="71628">74.969999999999999</cx:pt>
          <cx:pt idx="71629">95.170000000000002</cx:pt>
          <cx:pt idx="71630">118.3</cx:pt>
          <cx:pt idx="71631">135.03999999999999</cx:pt>
          <cx:pt idx="71632">84.989999999999995</cx:pt>
          <cx:pt idx="71633">68.989999999999995</cx:pt>
          <cx:pt idx="71634">-31.489999999999998</cx:pt>
          <cx:pt idx="71635">94.719999999999999</cx:pt>
          <cx:pt idx="71636">84.989999999999995</cx:pt>
          <cx:pt idx="71637">192.34999999999999</cx:pt>
          <cx:pt idx="71638">72.590000000000003</cx:pt>
          <cx:pt idx="71639">155.13</cx:pt>
          <cx:pt idx="71640">74.950000000000003</cx:pt>
          <cx:pt idx="71641">89.939999999999998</cx:pt>
          <cx:pt idx="71642">119.92</cx:pt>
          <cx:pt idx="71643">83.560000000000002</cx:pt>
          <cx:pt idx="71644">67.950000000000003</cx:pt>
          <cx:pt idx="71645">50.960000000000001</cx:pt>
          <cx:pt idx="71646">58.340000000000003</cx:pt>
          <cx:pt idx="71647">74.939999999999998</cx:pt>
          <cx:pt idx="71648">52.960000000000001</cx:pt>
          <cx:pt idx="71649">59.950000000000003</cx:pt>
          <cx:pt idx="71650">85.930000000000007</cx:pt>
          <cx:pt idx="71651">54.979999999999997</cx:pt>
          <cx:pt idx="71652">57.960000000000001</cx:pt>
          <cx:pt idx="71653">24.18</cx:pt>
          <cx:pt idx="71654">213.99000000000001</cx:pt>
          <cx:pt idx="71655">108.88</cx:pt>
          <cx:pt idx="71656">206.93000000000001</cx:pt>
          <cx:pt idx="71657">206.72999999999999</cx:pt>
          <cx:pt idx="71658">96.780000000000001</cx:pt>
          <cx:pt idx="71659">159.69999999999999</cx:pt>
          <cx:pt idx="71660">91.909999999999997</cx:pt>
          <cx:pt idx="71661">166.90000000000001</cx:pt>
          <cx:pt idx="71662">290.32999999999998</cx:pt>
          <cx:pt idx="71663">208.08000000000001</cx:pt>
          <cx:pt idx="71664">69.980000000000004</cx:pt>
          <cx:pt idx="71665">110.97</cx:pt>
          <cx:pt idx="71666">184.94999999999999</cx:pt>
          <cx:pt idx="71667">221.94</cx:pt>
          <cx:pt idx="71668">184.94999999999999</cx:pt>
          <cx:pt idx="71669">73.980000000000004</cx:pt>
          <cx:pt idx="71670">73.980000000000004</cx:pt>
          <cx:pt idx="71671">73.980000000000004</cx:pt>
          <cx:pt idx="71672">59.979999999999997</cx:pt>
          <cx:pt idx="71673">73.980000000000004</cx:pt>
          <cx:pt idx="71674">170.94999999999999</cx:pt>
          <cx:pt idx="71675">155.94999999999999</cx:pt>
          <cx:pt idx="71676">156.96000000000001</cx:pt>
          <cx:pt idx="71677">131.97999999999999</cx:pt>
          <cx:pt idx="71678">156.97</cx:pt>
          <cx:pt idx="71679">176.96000000000001</cx:pt>
          <cx:pt idx="71680">62.969999999999999</cx:pt>
          <cx:pt idx="71681">65.969999999999999</cx:pt>
          <cx:pt idx="71682">101.95999999999999</cx:pt>
          <cx:pt idx="71683">50.979999999999997</cx:pt>
          <cx:pt idx="71684">78.969999999999999</cx:pt>
          <cx:pt idx="71685">150.68000000000001</cx:pt>
          <cx:pt idx="71686">101.95999999999999</cx:pt>
          <cx:pt idx="71687">111.95999999999999</cx:pt>
          <cx:pt idx="71688">55.979999999999997</cx:pt>
          <cx:pt idx="71689">79.969999999999999</cx:pt>
          <cx:pt idx="71690">106.95999999999999</cx:pt>
          <cx:pt idx="71691">169.97999999999999</cx:pt>
          <cx:pt idx="71692">84.989999999999995</cx:pt>
          <cx:pt idx="71693">49.990000000000002</cx:pt>
          <cx:pt idx="71694">163.72</cx:pt>
          <cx:pt idx="71695">169.97999999999999</cx:pt>
          <cx:pt idx="71696">134.97999999999999</cx:pt>
          <cx:pt idx="71697">146.78</cx:pt>
          <cx:pt idx="71698">72.239999999999995</cx:pt>
          <cx:pt idx="71699">131.97999999999999</cx:pt>
          <cx:pt idx="71700">116.97</cx:pt>
          <cx:pt idx="71701">127.98</cx:pt>
          <cx:pt idx="71702">131.97999999999999</cx:pt>
          <cx:pt idx="71703">131.97999999999999</cx:pt>
          <cx:pt idx="71704">69.989999999999995</cx:pt>
          <cx:pt idx="71705">169.97999999999999</cx:pt>
          <cx:pt idx="71706">188.97</cx:pt>
          <cx:pt idx="71707">141.96000000000001</cx:pt>
          <cx:pt idx="71708">95.170000000000002</cx:pt>
          <cx:pt idx="71709">141.96000000000001</cx:pt>
          <cx:pt idx="71710">111.95999999999999</cx:pt>
          <cx:pt idx="71711">95.959999999999994</cx:pt>
          <cx:pt idx="71712">111.95999999999999</cx:pt>
          <cx:pt idx="71713">101.95999999999999</cx:pt>
          <cx:pt idx="71714">123.95999999999999</cx:pt>
          <cx:pt idx="71715">111.95999999999999</cx:pt>
          <cx:pt idx="71716">101.95999999999999</cx:pt>
          <cx:pt idx="71717">111.95999999999999</cx:pt>
          <cx:pt idx="71718">55.979999999999997</cx:pt>
          <cx:pt idx="71719">111.95999999999999</cx:pt>
          <cx:pt idx="71720">111.95999999999999</cx:pt>
          <cx:pt idx="71721">111.95999999999999</cx:pt>
          <cx:pt idx="71722">83.969999999999999</cx:pt>
          <cx:pt idx="71723">111.95999999999999</cx:pt>
          <cx:pt idx="71724">95.959999999999994</cx:pt>
          <cx:pt idx="71725">83.969999999999999</cx:pt>
          <cx:pt idx="71726">111.95999999999999</cx:pt>
          <cx:pt idx="71727">123.95999999999999</cx:pt>
          <cx:pt idx="71728">123.95999999999999</cx:pt>
          <cx:pt idx="71729">123.95999999999999</cx:pt>
          <cx:pt idx="71730">95.959999999999994</cx:pt>
          <cx:pt idx="71731">55.979999999999997</cx:pt>
          <cx:pt idx="71732">95.170000000000002</cx:pt>
          <cx:pt idx="71733">111.95999999999999</cx:pt>
          <cx:pt idx="71734">95.959999999999994</cx:pt>
          <cx:pt idx="71735">84.989999999999995</cx:pt>
          <cx:pt idx="71736">137.97999999999999</cx:pt>
          <cx:pt idx="71737">169.97999999999999</cx:pt>
          <cx:pt idx="71738">84.989999999999995</cx:pt>
          <cx:pt idx="71739">84.989999999999995</cx:pt>
          <cx:pt idx="71740">84.989999999999995</cx:pt>
          <cx:pt idx="71741">169.97999999999999</cx:pt>
          <cx:pt idx="71742">84.989999999999995</cx:pt>
          <cx:pt idx="71743">84.989999999999995</cx:pt>
          <cx:pt idx="71744">169.97999999999999</cx:pt>
          <cx:pt idx="71745">51.490000000000002</cx:pt>
          <cx:pt idx="71746">214.97</cx:pt>
          <cx:pt idx="71747">109.97</cx:pt>
          <cx:pt idx="71748">169.97999999999999</cx:pt>
          <cx:pt idx="71749">77.239999999999995</cx:pt>
          <cx:pt idx="71750">99.980000000000004</cx:pt>
          <cx:pt idx="71751">129.97</cx:pt>
          <cx:pt idx="71752">184.97</cx:pt>
          <cx:pt idx="71753">184.97</cx:pt>
          <cx:pt idx="71754">117.97</cx:pt>
          <cx:pt idx="71755">84.989999999999995</cx:pt>
          <cx:pt idx="71756">104.97</cx:pt>
          <cx:pt idx="71757">84.989999999999995</cx:pt>
          <cx:pt idx="71758">92.659999999999997</cx:pt>
          <cx:pt idx="71759">84.989999999999995</cx:pt>
          <cx:pt idx="71760">134.97999999999999</cx:pt>
          <cx:pt idx="71761">59.979999999999997</cx:pt>
          <cx:pt idx="71762">56.090000000000003</cx:pt>
          <cx:pt idx="71763">106.48</cx:pt>
          <cx:pt idx="71764">84.989999999999995</cx:pt>
          <cx:pt idx="71765">85.980000000000004</cx:pt>
          <cx:pt idx="71766">197.97</cx:pt>
          <cx:pt idx="71767">59.979999999999997</cx:pt>
          <cx:pt idx="71768">65.989999999999995</cx:pt>
          <cx:pt idx="71769">197.97</cx:pt>
          <cx:pt idx="71770">65.989999999999995</cx:pt>
          <cx:pt idx="71771">65.989999999999995</cx:pt>
          <cx:pt idx="71772">178.16999999999999</cx:pt>
          <cx:pt idx="71773">59.979999999999997</cx:pt>
          <cx:pt idx="71774">65.989999999999995</cx:pt>
          <cx:pt idx="71775">197.97</cx:pt>
          <cx:pt idx="71776">65.989999999999995</cx:pt>
          <cx:pt idx="71777">131.97999999999999</cx:pt>
          <cx:pt idx="71778">197.97</cx:pt>
          <cx:pt idx="71779">131.97999999999999</cx:pt>
          <cx:pt idx="71780">65.989999999999995</cx:pt>
          <cx:pt idx="71781">131.97999999999999</cx:pt>
          <cx:pt idx="71782">178.16999999999999</cx:pt>
          <cx:pt idx="71783">59.979999999999997</cx:pt>
          <cx:pt idx="71784">131.97999999999999</cx:pt>
          <cx:pt idx="71785">178.16999999999999</cx:pt>
          <cx:pt idx="71786">131.97999999999999</cx:pt>
          <cx:pt idx="71787">131.97999999999999</cx:pt>
          <cx:pt idx="71788">118.78</cx:pt>
          <cx:pt idx="71789">121.98</cx:pt>
          <cx:pt idx="71790">197.97</cx:pt>
          <cx:pt idx="71791">121.98</cx:pt>
          <cx:pt idx="71792">131.97999999999999</cx:pt>
          <cx:pt idx="71793">131.97999999999999</cx:pt>
          <cx:pt idx="71794">197.97</cx:pt>
          <cx:pt idx="71795">118.78</cx:pt>
          <cx:pt idx="71796">131.97999999999999</cx:pt>
          <cx:pt idx="71797">197.97</cx:pt>
          <cx:pt idx="71798">118.78</cx:pt>
          <cx:pt idx="71799">121.98</cx:pt>
          <cx:pt idx="71800">197.97</cx:pt>
          <cx:pt idx="71801">197.97</cx:pt>
          <cx:pt idx="71802">143.91999999999999</cx:pt>
          <cx:pt idx="71803">143.91999999999999</cx:pt>
          <cx:pt idx="71804">89.950000000000003</cx:pt>
          <cx:pt idx="71805">138.91</cx:pt>
          <cx:pt idx="71806">120.41</cx:pt>
          <cx:pt idx="71807">98.700000000000003</cx:pt>
          <cx:pt idx="71808">106.70999999999999</cx:pt>
          <cx:pt idx="71809">89.950000000000003</cx:pt>
          <cx:pt idx="71810">104.94</cx:pt>
          <cx:pt idx="71811">143.91999999999999</cx:pt>
          <cx:pt idx="71812">26.559999999999999</cx:pt>
          <cx:pt idx="71813">51.990000000000002</cx:pt>
          <cx:pt idx="71814">37.469999999999999</cx:pt>
          <cx:pt idx="71815">79.849999999999994</cx:pt>
          <cx:pt idx="71816">79.849999999999994</cx:pt>
          <cx:pt idx="71817">52.590000000000003</cx:pt>
          <cx:pt idx="71818">51.990000000000002</cx:pt>
          <cx:pt idx="71819">146.38999999999999</cx:pt>
          <cx:pt idx="71820">51.990000000000002</cx:pt>
          <cx:pt idx="71821">-84.989999999999995</cx:pt>
          <cx:pt idx="71822">117.47</cx:pt>
          <cx:pt idx="71823">123.97</cx:pt>
          <cx:pt idx="71824">121.98</cx:pt>
          <cx:pt idx="71825">319.95999999999998</cx:pt>
          <cx:pt idx="71826">169.97999999999999</cx:pt>
          <cx:pt idx="71827">60.82</cx:pt>
          <cx:pt idx="71828">109.95999999999999</cx:pt>
          <cx:pt idx="71829">54.979999999999997</cx:pt>
          <cx:pt idx="71830">84.989999999999995</cx:pt>
          <cx:pt idx="71831">122.95999999999999</cx:pt>
          <cx:pt idx="71832">101.47</cx:pt>
          <cx:pt idx="71833">79.980000000000004</cx:pt>
          <cx:pt idx="71834">84.989999999999995</cx:pt>
          <cx:pt idx="71835">114.97</cx:pt>
          <cx:pt idx="71836">69.980000000000004</cx:pt>
          <cx:pt idx="71837">94.629999999999995</cx:pt>
          <cx:pt idx="71838">39.990000000000002</cx:pt>
          <cx:pt idx="71839">90.959999999999994</cx:pt>
          <cx:pt idx="71840">80.579999999999998</cx:pt>
          <cx:pt idx="71841">-12.6</cx:pt>
          <cx:pt idx="71842">59.390000000000001</cx:pt>
          <cx:pt idx="71843">49.979999999999997</cx:pt>
          <cx:pt idx="71844">102.94</cx:pt>
          <cx:pt idx="71845">99.969999999999999</cx:pt>
          <cx:pt idx="71846">64.969999999999999</cx:pt>
          <cx:pt idx="71847">89.959999999999994</cx:pt>
          <cx:pt idx="71848">58.299999999999997</cx:pt>
          <cx:pt idx="71849">110.95999999999999</cx:pt>
          <cx:pt idx="71850">65.989999999999995</cx:pt>
          <cx:pt idx="71851">138.56999999999999</cx:pt>
          <cx:pt idx="71852">51.259999999999998</cx:pt>
          <cx:pt idx="71853">62.979999999999997</cx:pt>
          <cx:pt idx="71854">143.75</cx:pt>
          <cx:pt idx="71855">152.94999999999999</cx:pt>
          <cx:pt idx="71856">134.96000000000001</cx:pt>
          <cx:pt idx="71857">103.45999999999999</cx:pt>
          <cx:pt idx="71858">74.969999999999999</cx:pt>
          <cx:pt idx="71859">149.94999999999999</cx:pt>
          <cx:pt idx="71860">135.97</cx:pt>
          <cx:pt idx="71861">119.95999999999999</cx:pt>
          <cx:pt idx="71862">109.95999999999999</cx:pt>
          <cx:pt idx="71863">109.95999999999999</cx:pt>
          <cx:pt idx="71864">109.95999999999999</cx:pt>
          <cx:pt idx="71865">161.94999999999999</cx:pt>
          <cx:pt idx="71866">157.94</cx:pt>
          <cx:pt idx="71867">109.95999999999999</cx:pt>
          <cx:pt idx="71868">397.86000000000001</cx:pt>
          <cx:pt idx="71869">157.94</cx:pt>
          <cx:pt idx="71870">397.86000000000001</cx:pt>
          <cx:pt idx="71871">161.94999999999999</cx:pt>
          <cx:pt idx="71872">79.849999999999994</cx:pt>
          <cx:pt idx="71873">79.849999999999994</cx:pt>
          <cx:pt idx="71874">96.780000000000001</cx:pt>
          <cx:pt idx="71875">96.780000000000001</cx:pt>
          <cx:pt idx="71876">61.979999999999997</cx:pt>
          <cx:pt idx="71877">59.979999999999997</cx:pt>
          <cx:pt idx="71878">55.979999999999997</cx:pt>
          <cx:pt idx="71879">60.979999999999997</cx:pt>
          <cx:pt idx="71880">53.979999999999997</cx:pt>
          <cx:pt idx="71881">61.560000000000002</cx:pt>
          <cx:pt idx="71882">59.969999999999999</cx:pt>
          <cx:pt idx="71883">53.979999999999997</cx:pt>
          <cx:pt idx="71884">61.560000000000002</cx:pt>
          <cx:pt idx="71885">70.969999999999999</cx:pt>
          <cx:pt idx="71886">70.969999999999999</cx:pt>
          <cx:pt idx="71887">53.979999999999997</cx:pt>
          <cx:pt idx="71888">60.979999999999997</cx:pt>
          <cx:pt idx="71889">72.980000000000004</cx:pt>
          <cx:pt idx="71890">59.969999999999999</cx:pt>
          <cx:pt idx="71891">60.979999999999997</cx:pt>
          <cx:pt idx="71892">72.980000000000004</cx:pt>
          <cx:pt idx="71893">60.979999999999997</cx:pt>
          <cx:pt idx="71894">55.979999999999997</cx:pt>
          <cx:pt idx="71895">60.979999999999997</cx:pt>
          <cx:pt idx="71896">58.979999999999997</cx:pt>
          <cx:pt idx="71897">54.979999999999997</cx:pt>
          <cx:pt idx="71898">56.979999999999997</cx:pt>
          <cx:pt idx="71899">50.979999999999997</cx:pt>
          <cx:pt idx="71900">53.979999999999997</cx:pt>
          <cx:pt idx="71901">60.979999999999997</cx:pt>
          <cx:pt idx="71902">59.979999999999997</cx:pt>
          <cx:pt idx="71903">50.979999999999997</cx:pt>
          <cx:pt idx="71904">56.979999999999997</cx:pt>
          <cx:pt idx="71905">60.979999999999997</cx:pt>
          <cx:pt idx="71906">59.979999999999997</cx:pt>
          <cx:pt idx="71907">55.979999999999997</cx:pt>
          <cx:pt idx="71908">60.979999999999997</cx:pt>
          <cx:pt idx="71909">55.979999999999997</cx:pt>
          <cx:pt idx="71910">72.980000000000004</cx:pt>
          <cx:pt idx="71911">55.979999999999997</cx:pt>
          <cx:pt idx="71912">67.980000000000004</cx:pt>
          <cx:pt idx="71913">54.979999999999997</cx:pt>
          <cx:pt idx="71914">67.980000000000004</cx:pt>
          <cx:pt idx="71915">58.979999999999997</cx:pt>
          <cx:pt idx="71916">61.979999999999997</cx:pt>
          <cx:pt idx="71917">59.979999999999997</cx:pt>
          <cx:pt idx="71918">72.980000000000004</cx:pt>
          <cx:pt idx="71919">55.979999999999997</cx:pt>
          <cx:pt idx="71920">46.490000000000002</cx:pt>
          <cx:pt idx="71921">89.980000000000004</cx:pt>
          <cx:pt idx="71922">65.989999999999995</cx:pt>
          <cx:pt idx="71923">65.989999999999995</cx:pt>
          <cx:pt idx="71924">64.150000000000006</cx:pt>
          <cx:pt idx="71925">63.659999999999997</cx:pt>
          <cx:pt idx="71926">96.980000000000004</cx:pt>
          <cx:pt idx="71927">84.989999999999995</cx:pt>
          <cx:pt idx="71928">84.989999999999995</cx:pt>
          <cx:pt idx="71929">85.959999999999994</cx:pt>
          <cx:pt idx="71930">84.989999999999995</cx:pt>
          <cx:pt idx="71931">84.989999999999995</cx:pt>
          <cx:pt idx="71932">85.959999999999994</cx:pt>
          <cx:pt idx="71933">54.979999999999997</cx:pt>
          <cx:pt idx="71934">84.989999999999995</cx:pt>
          <cx:pt idx="71935">84.989999999999995</cx:pt>
          <cx:pt idx="71936">84.989999999999995</cx:pt>
          <cx:pt idx="71937">84.989999999999995</cx:pt>
          <cx:pt idx="71938">77.180000000000007</cx:pt>
          <cx:pt idx="71939">79.980000000000004</cx:pt>
          <cx:pt idx="71940">51.289999999999999</cx:pt>
          <cx:pt idx="71941">159.69999999999999</cx:pt>
          <cx:pt idx="71942">159.69999999999999</cx:pt>
          <cx:pt idx="71943">62.289999999999999</cx:pt>
          <cx:pt idx="71944">159.69999999999999</cx:pt>
          <cx:pt idx="71945">120.98</cx:pt>
          <cx:pt idx="71946">78.370000000000005</cx:pt>
          <cx:pt idx="71947">159.69999999999999</cx:pt>
          <cx:pt idx="71948">43.850000000000001</cx:pt>
          <cx:pt idx="71949">197.88</cx:pt>
          <cx:pt idx="71950">70.980000000000004</cx:pt>
          <cx:pt idx="71951">115.98</cx:pt>
          <cx:pt idx="71952">66.819999999999993</cx:pt>
          <cx:pt idx="71953">74.969999999999999</cx:pt>
          <cx:pt idx="71954">84.329999999999998</cx:pt>
          <cx:pt idx="71955">61.979999999999997</cx:pt>
          <cx:pt idx="71956">79.980000000000004</cx:pt>
          <cx:pt idx="71957">98.519999999999996</cx:pt>
          <cx:pt idx="71958">115.98</cx:pt>
          <cx:pt idx="71959">49.479999999999997</cx:pt>
          <cx:pt idx="71960">59.960000000000001</cx:pt>
          <cx:pt idx="71961">92.670000000000002</cx:pt>
          <cx:pt idx="71962">59.960000000000001</cx:pt>
          <cx:pt idx="71963">110.95999999999999</cx:pt>
          <cx:pt idx="71964">140.94999999999999</cx:pt>
          <cx:pt idx="71965">89.959999999999994</cx:pt>
          <cx:pt idx="71966">65.989999999999995</cx:pt>
          <cx:pt idx="71967">95.969999999999999</cx:pt>
          <cx:pt idx="71968">54.979999999999997</cx:pt>
          <cx:pt idx="71969">101.94</cx:pt>
          <cx:pt idx="71970">56.939999999999998</cx:pt>
          <cx:pt idx="71971">59.960000000000001</cx:pt>
          <cx:pt idx="71972">216.52000000000001</cx:pt>
          <cx:pt idx="71973">119.94</cx:pt>
          <cx:pt idx="71974">99.950000000000003</cx:pt>
          <cx:pt idx="71975">99.980000000000004</cx:pt>
          <cx:pt idx="71976">110.28</cx:pt>
          <cx:pt idx="71977">119.94</cx:pt>
          <cx:pt idx="71978">128.91</cx:pt>
          <cx:pt idx="71979">79.959999999999994</cx:pt>
          <cx:pt idx="71980">72.950000000000003</cx:pt>
          <cx:pt idx="71981">91.959999999999994</cx:pt>
          <cx:pt idx="71982">183.91999999999999</cx:pt>
          <cx:pt idx="71983">137.94</cx:pt>
          <cx:pt idx="71984">137.94</cx:pt>
          <cx:pt idx="71985">137.94</cx:pt>
          <cx:pt idx="71986">132.80000000000001</cx:pt>
          <cx:pt idx="71987">112.18000000000001</cx:pt>
          <cx:pt idx="71988">134.96000000000001</cx:pt>
          <cx:pt idx="71989">68.959999999999994</cx:pt>
          <cx:pt idx="71990">152.97</cx:pt>
          <cx:pt idx="71991">70.980000000000004</cx:pt>
          <cx:pt idx="71992">111.98</cx:pt>
          <cx:pt idx="71993">178.96000000000001</cx:pt>
          <cx:pt idx="71994">131.97999999999999</cx:pt>
          <cx:pt idx="71995">82.969999999999999</cx:pt>
          <cx:pt idx="71996">55.979999999999997</cx:pt>
          <cx:pt idx="71997">83.969999999999999</cx:pt>
          <cx:pt idx="71998">83.969999999999999</cx:pt>
          <cx:pt idx="71999">55.979999999999997</cx:pt>
          <cx:pt idx="72000">83.969999999999999</cx:pt>
          <cx:pt idx="72001">83.969999999999999</cx:pt>
          <cx:pt idx="72002">83.969999999999999</cx:pt>
          <cx:pt idx="72003">55.979999999999997</cx:pt>
          <cx:pt idx="72004">55.979999999999997</cx:pt>
          <cx:pt idx="72005">83.969999999999999</cx:pt>
          <cx:pt idx="72006">83.969999999999999</cx:pt>
          <cx:pt idx="72007">83.969999999999999</cx:pt>
          <cx:pt idx="72008">55.979999999999997</cx:pt>
          <cx:pt idx="72009">133.06</cx:pt>
          <cx:pt idx="72010">134.25999999999999</cx:pt>
          <cx:pt idx="72011">157.25999999999999</cx:pt>
          <cx:pt idx="72012">83.969999999999999</cx:pt>
          <cx:pt idx="72013">117.95999999999999</cx:pt>
          <cx:pt idx="72014">82.969999999999999</cx:pt>
          <cx:pt idx="72015">89.969999999999999</cx:pt>
          <cx:pt idx="72016">120.97</cx:pt>
          <cx:pt idx="72017">117.95999999999999</cx:pt>
          <cx:pt idx="72018">89.969999999999999</cx:pt>
          <cx:pt idx="72019">83.969999999999999</cx:pt>
          <cx:pt idx="72020">81.969999999999999</cx:pt>
          <cx:pt idx="72021">104.97</cx:pt>
          <cx:pt idx="72022">117.95999999999999</cx:pt>
          <cx:pt idx="72023">112.48</cx:pt>
          <cx:pt idx="72024">110.45999999999999</cx:pt>
          <cx:pt idx="72025">140.97</cx:pt>
          <cx:pt idx="72026">94.469999999999999</cx:pt>
          <cx:pt idx="72027">55.469999999999999</cx:pt>
          <cx:pt idx="72028">109.48999999999999</cx:pt>
          <cx:pt idx="72029">135.69</cx:pt>
          <cx:pt idx="72030">101.97</cx:pt>
          <cx:pt idx="72031">99.969999999999999</cx:pt>
          <cx:pt idx="72032">101.97</cx:pt>
          <cx:pt idx="72033">65.989999999999995</cx:pt>
          <cx:pt idx="72034">101.97</cx:pt>
          <cx:pt idx="72035">106.97</cx:pt>
          <cx:pt idx="72036">101.97</cx:pt>
          <cx:pt idx="72037">46.490000000000002</cx:pt>
          <cx:pt idx="72038">59.979999999999997</cx:pt>
          <cx:pt idx="72039">79.969999999999999</cx:pt>
          <cx:pt idx="72040">56.969999999999999</cx:pt>
          <cx:pt idx="72041">75.959999999999994</cx:pt>
          <cx:pt idx="72042">50.18</cx:pt>
          <cx:pt idx="72043">107.48</cx:pt>
          <cx:pt idx="72044">113.94</cx:pt>
          <cx:pt idx="72045">64.569999999999993</cx:pt>
          <cx:pt idx="72046">75.959999999999994</cx:pt>
          <cx:pt idx="72047">56.969999999999999</cx:pt>
          <cx:pt idx="72048">56.969999999999999</cx:pt>
          <cx:pt idx="72049">75.959999999999994</cx:pt>
          <cx:pt idx="72050">224.97</cx:pt>
          <cx:pt idx="72051">219.96000000000001</cx:pt>
          <cx:pt idx="72052">199.94999999999999</cx:pt>
          <cx:pt idx="72053">74.969999999999999</cx:pt>
          <cx:pt idx="72054">191.22</cx:pt>
          <cx:pt idx="72055">159.96000000000001</cx:pt>
          <cx:pt idx="72056">223.94999999999999</cx:pt>
          <cx:pt idx="72057">76.489999999999995</cx:pt>
          <cx:pt idx="72058">160.08000000000001</cx:pt>
          <cx:pt idx="72059">84.989999999999995</cx:pt>
          <cx:pt idx="72060">114.95999999999999</cx:pt>
          <cx:pt idx="72061">99.980000000000004</cx:pt>
          <cx:pt idx="72062">169.97999999999999</cx:pt>
          <cx:pt idx="72063">98.969999999999999</cx:pt>
          <cx:pt idx="72064">65.189999999999998</cx:pt>
          <cx:pt idx="72065">68.989999999999995</cx:pt>
          <cx:pt idx="72066">84.989999999999995</cx:pt>
          <cx:pt idx="72067">68.989999999999995</cx:pt>
          <cx:pt idx="72068">154.97999999999999</cx:pt>
          <cx:pt idx="72069">50.990000000000002</cx:pt>
          <cx:pt idx="72070">54.979999999999997</cx:pt>
          <cx:pt idx="72071">64.980000000000004</cx:pt>
          <cx:pt idx="72072">61.450000000000003</cx:pt>
          <cx:pt idx="72073">63.979999999999997</cx:pt>
          <cx:pt idx="72074">64.980000000000004</cx:pt>
          <cx:pt idx="72075">148.94999999999999</cx:pt>
          <cx:pt idx="72076">139.24000000000001</cx:pt>
          <cx:pt idx="72077">77.269999999999996</cx:pt>
          <cx:pt idx="72078">155.81</cx:pt>
          <cx:pt idx="72079">229.94999999999999</cx:pt>
          <cx:pt idx="72080">68.989999999999995</cx:pt>
          <cx:pt idx="72081">84.989999999999995</cx:pt>
          <cx:pt idx="72082">73.989999999999995</cx:pt>
          <cx:pt idx="72083">84.989999999999995</cx:pt>
          <cx:pt idx="72084">84.989999999999995</cx:pt>
          <cx:pt idx="72085">84.989999999999995</cx:pt>
          <cx:pt idx="72086">84.989999999999995</cx:pt>
          <cx:pt idx="72087">84.989999999999995</cx:pt>
          <cx:pt idx="72088">57.119999999999997</cx:pt>
          <cx:pt idx="72089">84.989999999999995</cx:pt>
          <cx:pt idx="72090">84.989999999999995</cx:pt>
          <cx:pt idx="72091">84.989999999999995</cx:pt>
          <cx:pt idx="72092">68.989999999999995</cx:pt>
          <cx:pt idx="72093">68.989999999999995</cx:pt>
          <cx:pt idx="72094">84.989999999999995</cx:pt>
          <cx:pt idx="72095">159.97999999999999</cx:pt>
          <cx:pt idx="72096">266.35000000000002</cx:pt>
          <cx:pt idx="72097">314.94999999999999</cx:pt>
          <cx:pt idx="72098">197.16999999999999</cx:pt>
          <cx:pt idx="72099">356.76999999999998</cx:pt>
          <cx:pt idx="72100">84.140000000000001</cx:pt>
          <cx:pt idx="72101">65.989999999999995</cx:pt>
          <cx:pt idx="72102">84.989999999999995</cx:pt>
          <cx:pt idx="72103">65.989999999999995</cx:pt>
          <cx:pt idx="72104">84.989999999999995</cx:pt>
          <cx:pt idx="72105">100.23</cx:pt>
          <cx:pt idx="72106">99.310000000000002</cx:pt>
          <cx:pt idx="72107">84.989999999999995</cx:pt>
          <cx:pt idx="72108">-7.3899999999999997</cx:pt>
          <cx:pt idx="72109">81.810000000000002</cx:pt>
          <cx:pt idx="72110">84.989999999999995</cx:pt>
          <cx:pt idx="72111">84.140000000000001</cx:pt>
          <cx:pt idx="72112">65.989999999999995</cx:pt>
          <cx:pt idx="72113">83.290000000000006</cx:pt>
          <cx:pt idx="72114">84.989999999999995</cx:pt>
          <cx:pt idx="72115">99.980000000000004</cx:pt>
          <cx:pt idx="72116">99.980000000000004</cx:pt>
          <cx:pt idx="72117">40.490000000000002</cx:pt>
          <cx:pt idx="72118">97.980000000000004</cx:pt>
          <cx:pt idx="72119">84.980000000000004</cx:pt>
          <cx:pt idx="72120">97.379999999999995</cx:pt>
          <cx:pt idx="72121">79.980000000000004</cx:pt>
          <cx:pt idx="72122">99.980000000000004</cx:pt>
          <cx:pt idx="72123">96.980000000000004</cx:pt>
          <cx:pt idx="72124">98.980000000000004</cx:pt>
          <cx:pt idx="72125">78.780000000000001</cx:pt>
          <cx:pt idx="72126">99.980000000000004</cx:pt>
          <cx:pt idx="72127">79.180000000000007</cx:pt>
          <cx:pt idx="72128">169.97</cx:pt>
          <cx:pt idx="72129">66.099999999999994</cx:pt>
          <cx:pt idx="72130">99.980000000000004</cx:pt>
          <cx:pt idx="72131">169.97999999999999</cx:pt>
          <cx:pt idx="72132">53.979999999999997</cx:pt>
          <cx:pt idx="72133">48.579999999999998</cx:pt>
          <cx:pt idx="72134">279.60000000000002</cx:pt>
          <cx:pt idx="72135">50.619999999999997</cx:pt>
          <cx:pt idx="72136">152.97999999999999</cx:pt>
          <cx:pt idx="72137">178.46000000000001</cx:pt>
          <cx:pt idx="72138">79.849999999999994</cx:pt>
          <cx:pt idx="72139">159.69999999999999</cx:pt>
          <cx:pt idx="72140">60.899999999999999</cx:pt>
          <cx:pt idx="72141">97.989999999999995</cx:pt>
          <cx:pt idx="72142">268.56</cx:pt>
          <cx:pt idx="72143">51.979999999999997</cx:pt>
          <cx:pt idx="72144">159.69999999999999</cx:pt>
          <cx:pt idx="72145">97.989999999999995</cx:pt>
          <cx:pt idx="72146">67.870000000000005</cx:pt>
          <cx:pt idx="72147">159.69999999999999</cx:pt>
          <cx:pt idx="72148">89.980000000000004</cx:pt>
          <cx:pt idx="72149">128.93000000000001</cx:pt>
          <cx:pt idx="72150">156.91</cx:pt>
          <cx:pt idx="72151">83.939999999999998</cx:pt>
          <cx:pt idx="72152">133.93000000000001</cx:pt>
          <cx:pt idx="72153">125.91</cx:pt>
          <cx:pt idx="72154">83.939999999999998</cx:pt>
          <cx:pt idx="72155">145.94</cx:pt>
          <cx:pt idx="72156">166.08000000000001</cx:pt>
          <cx:pt idx="72157">69.950000000000003</cx:pt>
          <cx:pt idx="72158">124.06</cx:pt>
          <cx:pt idx="72159">48.18</cx:pt>
          <cx:pt idx="72160">84.989999999999995</cx:pt>
          <cx:pt idx="72161">170.97999999999999</cx:pt>
          <cx:pt idx="72162">62.689999999999998</cx:pt>
          <cx:pt idx="72163">65.989999999999995</cx:pt>
          <cx:pt idx="72164">85.989999999999995</cx:pt>
          <cx:pt idx="72165">85.989999999999995</cx:pt>
          <cx:pt idx="72166">84.989999999999995</cx:pt>
          <cx:pt idx="72167">45.740000000000002</cx:pt>
          <cx:pt idx="72168">65.980000000000004</cx:pt>
          <cx:pt idx="72169">84.579999999999998</cx:pt>
          <cx:pt idx="72170">185.94</cx:pt>
          <cx:pt idx="72171">65.980000000000004</cx:pt>
          <cx:pt idx="72172">89.980000000000004</cx:pt>
          <cx:pt idx="72173">134.97</cx:pt>
          <cx:pt idx="72174">85.480000000000004</cx:pt>
          <cx:pt idx="72175">131.96000000000001</cx:pt>
          <cx:pt idx="72176">176.36000000000001</cx:pt>
          <cx:pt idx="72177">89.980000000000004</cx:pt>
          <cx:pt idx="72178">89.980000000000004</cx:pt>
          <cx:pt idx="72179">89.980000000000004</cx:pt>
          <cx:pt idx="72180">59.979999999999997</cx:pt>
          <cx:pt idx="72181">59.979999999999997</cx:pt>
          <cx:pt idx="72182">59.979999999999997</cx:pt>
          <cx:pt idx="72183">59.979999999999997</cx:pt>
          <cx:pt idx="72184">59.979999999999997</cx:pt>
          <cx:pt idx="72185">74.969999999999999</cx:pt>
          <cx:pt idx="72186">59.979999999999997</cx:pt>
          <cx:pt idx="72187">59.979999999999997</cx:pt>
          <cx:pt idx="72188">54.979999999999997</cx:pt>
          <cx:pt idx="72189">59.979999999999997</cx:pt>
          <cx:pt idx="72190">74.969999999999999</cx:pt>
          <cx:pt idx="72191">59.979999999999997</cx:pt>
          <cx:pt idx="72192">59.979999999999997</cx:pt>
          <cx:pt idx="72193">54.43</cx:pt>
          <cx:pt idx="72194">59.979999999999997</cx:pt>
          <cx:pt idx="72195">59.979999999999997</cx:pt>
          <cx:pt idx="72196">59.979999999999997</cx:pt>
          <cx:pt idx="72197">65.989999999999995</cx:pt>
          <cx:pt idx="72198">127.47</cx:pt>
          <cx:pt idx="72199">140.97</cx:pt>
          <cx:pt idx="72200">62.770000000000003</cx:pt>
          <cx:pt idx="72201">131.97999999999999</cx:pt>
          <cx:pt idx="72202">-64.980000000000004</cx:pt>
          <cx:pt idx="72203">65.989999999999995</cx:pt>
          <cx:pt idx="72204">114.97</cx:pt>
          <cx:pt idx="72205">75.489999999999995</cx:pt>
          <cx:pt idx="72206">72.989999999999995</cx:pt>
          <cx:pt idx="72207">84.989999999999995</cx:pt>
          <cx:pt idx="72208">84.989999999999995</cx:pt>
          <cx:pt idx="72209">84.989999999999995</cx:pt>
          <cx:pt idx="72210">65.989999999999995</cx:pt>
          <cx:pt idx="72211">84.989999999999995</cx:pt>
          <cx:pt idx="72212">84.989999999999995</cx:pt>
          <cx:pt idx="72213">84.989999999999995</cx:pt>
          <cx:pt idx="72214">46.490000000000002</cx:pt>
          <cx:pt idx="72215">84.989999999999995</cx:pt>
          <cx:pt idx="72216">65.989999999999995</cx:pt>
          <cx:pt idx="72217">65.189999999999998</cx:pt>
          <cx:pt idx="72218">84.989999999999995</cx:pt>
          <cx:pt idx="72219">84.989999999999995</cx:pt>
          <cx:pt idx="72220">84.989999999999995</cx:pt>
          <cx:pt idx="72221">71.939999999999998</cx:pt>
          <cx:pt idx="72222">123.93000000000001</cx:pt>
          <cx:pt idx="72223">109.95999999999999</cx:pt>
          <cx:pt idx="72224">135.75999999999999</cx:pt>
          <cx:pt idx="72225">87.540000000000006</cx:pt>
          <cx:pt idx="72226">83.480000000000004</cx:pt>
          <cx:pt idx="72227">223.91</cx:pt>
          <cx:pt idx="72228">259.91000000000003</cx:pt>
          <cx:pt idx="72229">307.91000000000003</cx:pt>
          <cx:pt idx="72230">215.36000000000001</cx:pt>
          <cx:pt idx="72231">280.94</cx:pt>
          <cx:pt idx="72232">295.85000000000002</cx:pt>
          <cx:pt idx="72233">209.94999999999999</cx:pt>
          <cx:pt idx="72234">119.95999999999999</cx:pt>
          <cx:pt idx="72235">101.97</cx:pt>
          <cx:pt idx="72236">178.44</cx:pt>
          <cx:pt idx="72237">119.38</cx:pt>
          <cx:pt idx="72238">124.95</cx:pt>
          <cx:pt idx="72239">119.95999999999999</cx:pt>
          <cx:pt idx="72240">179.94</cx:pt>
          <cx:pt idx="72241">89.969999999999999</cx:pt>
          <cx:pt idx="72242">54.990000000000002</cx:pt>
          <cx:pt idx="72243">0</cx:pt>
          <cx:pt idx="72244">84.989999999999995</cx:pt>
          <cx:pt idx="72245">71.790000000000006</cx:pt>
          <cx:pt idx="72246">41.939999999999998</cx:pt>
          <cx:pt idx="72247">74.459999999999994</cx:pt>
          <cx:pt idx="72248">87.859999999999999</cx:pt>
          <cx:pt idx="72249">205.78</cx:pt>
          <cx:pt idx="72250">169.97999999999999</cx:pt>
          <cx:pt idx="72251">105.66</cx:pt>
          <cx:pt idx="72252">84.989999999999995</cx:pt>
          <cx:pt idx="72253">124.97</cx:pt>
          <cx:pt idx="72254">91.269999999999996</cx:pt>
          <cx:pt idx="72255">203.44</cx:pt>
          <cx:pt idx="72256">131.27000000000001</cx:pt>
          <cx:pt idx="72257">125.26000000000001</cx:pt>
          <cx:pt idx="72258">119.95999999999999</cx:pt>
          <cx:pt idx="72259">51.490000000000002</cx:pt>
          <cx:pt idx="72260">84.989999999999995</cx:pt>
          <cx:pt idx="72261">84.989999999999995</cx:pt>
          <cx:pt idx="72262">84.989999999999995</cx:pt>
          <cx:pt idx="72263">99.980000000000004</cx:pt>
          <cx:pt idx="72264">94.959999999999994</cx:pt>
          <cx:pt idx="72265">86.489999999999995</cx:pt>
          <cx:pt idx="72266">80.180000000000007</cx:pt>
          <cx:pt idx="72267">114.97</cx:pt>
          <cx:pt idx="72268">142.97</cx:pt>
          <cx:pt idx="72269">84.989999999999995</cx:pt>
          <cx:pt idx="72270">84.989999999999995</cx:pt>
          <cx:pt idx="72271">84.980000000000004</cx:pt>
          <cx:pt idx="72272">84.989999999999995</cx:pt>
          <cx:pt idx="72273">89.980000000000004</cx:pt>
          <cx:pt idx="72274">75.870000000000005</cx:pt>
          <cx:pt idx="72275">120.98</cx:pt>
          <cx:pt idx="72276">64.980000000000004</cx:pt>
          <cx:pt idx="72277">93.140000000000001</cx:pt>
          <cx:pt idx="72278">69.980000000000004</cx:pt>
          <cx:pt idx="72279">99.980000000000004</cx:pt>
          <cx:pt idx="72280">84.989999999999995</cx:pt>
          <cx:pt idx="72281">91.980000000000004</cx:pt>
          <cx:pt idx="72282">169.97999999999999</cx:pt>
          <cx:pt idx="72283">154.34</cx:pt>
          <cx:pt idx="72284">94.480000000000004</cx:pt>
          <cx:pt idx="72285">169.97999999999999</cx:pt>
          <cx:pt idx="72286">102.98</cx:pt>
          <cx:pt idx="72287">84.989999999999995</cx:pt>
          <cx:pt idx="72288">66.480000000000004</cx:pt>
          <cx:pt idx="72289">84.989999999999995</cx:pt>
          <cx:pt idx="72290">94.340000000000003</cx:pt>
          <cx:pt idx="72291">101.59</cx:pt>
          <cx:pt idx="72292">126.98999999999999</cx:pt>
          <cx:pt idx="72293">93.329999999999998</cx:pt>
          <cx:pt idx="72294">101.59</cx:pt>
          <cx:pt idx="72295">101.59</cx:pt>
          <cx:pt idx="72296">77.390000000000001</cx:pt>
          <cx:pt idx="72297">106.59999999999999</cx:pt>
          <cx:pt idx="72298">123.95</cx:pt>
          <cx:pt idx="72299">1.5</cx:pt>
          <cx:pt idx="72300">165.80000000000001</cx:pt>
          <cx:pt idx="72301">182.19</cx:pt>
          <cx:pt idx="72302">168.87</cx:pt>
          <cx:pt idx="72303">76.060000000000002</cx:pt>
          <cx:pt idx="72304">44.990000000000002</cx:pt>
          <cx:pt idx="72305">100.98</cx:pt>
          <cx:pt idx="72306">44.990000000000002</cx:pt>
          <cx:pt idx="72307">82.969999999999999</cx:pt>
          <cx:pt idx="72308">100.98</cx:pt>
          <cx:pt idx="72309">100.98</cx:pt>
          <cx:pt idx="72310">68.980000000000004</cx:pt>
          <cx:pt idx="72311">84.989999999999995</cx:pt>
          <cx:pt idx="72312">84.989999999999995</cx:pt>
          <cx:pt idx="72313">84.989999999999995</cx:pt>
          <cx:pt idx="72314">169.97999999999999</cx:pt>
          <cx:pt idx="72315">169.97999999999999</cx:pt>
          <cx:pt idx="72316">109.98</cx:pt>
          <cx:pt idx="72317">109.98</cx:pt>
          <cx:pt idx="72318">194.97</cx:pt>
          <cx:pt idx="72319">84.980000000000004</cx:pt>
          <cx:pt idx="72320">84.980000000000004</cx:pt>
          <cx:pt idx="72321">143.72</cx:pt>
          <cx:pt idx="72322">84.989999999999995</cx:pt>
          <cx:pt idx="72323">84.989999999999995</cx:pt>
          <cx:pt idx="72324">84.989999999999995</cx:pt>
          <cx:pt idx="72325">194.97</cx:pt>
          <cx:pt idx="72326">89.980000000000004</cx:pt>
          <cx:pt idx="72327">82.969999999999999</cx:pt>
          <cx:pt idx="72328">140.56999999999999</cx:pt>
          <cx:pt idx="72329">140.56999999999999</cx:pt>
          <cx:pt idx="72330">76.489999999999995</cx:pt>
          <cx:pt idx="72331">76.489999999999995</cx:pt>
          <cx:pt idx="72332">100.98</cx:pt>
          <cx:pt idx="72333">69.980000000000004</cx:pt>
          <cx:pt idx="72334">69.980000000000004</cx:pt>
          <cx:pt idx="72335">36.490000000000002</cx:pt>
          <cx:pt idx="72336">143.72</cx:pt>
          <cx:pt idx="72337">36.490000000000002</cx:pt>
          <cx:pt idx="72338">68.980000000000004</cx:pt>
          <cx:pt idx="72339">89.980000000000004</cx:pt>
          <cx:pt idx="72340">76.060000000000002</cx:pt>
          <cx:pt idx="72341">84.980000000000004</cx:pt>
          <cx:pt idx="72342">169.97999999999999</cx:pt>
          <cx:pt idx="72343">181.94999999999999</cx:pt>
          <cx:pt idx="72344">65.980000000000004</cx:pt>
          <cx:pt idx="72345">169.97999999999999</cx:pt>
          <cx:pt idx="72346">181.94999999999999</cx:pt>
          <cx:pt idx="72347">84.980000000000004</cx:pt>
          <cx:pt idx="72348">65.980000000000004</cx:pt>
          <cx:pt idx="72349">99.980000000000004</cx:pt>
          <cx:pt idx="72350">99.980000000000004</cx:pt>
          <cx:pt idx="72351">85.950000000000003</cx:pt>
          <cx:pt idx="72352">93.969999999999999</cx:pt>
          <cx:pt idx="72353">74.969999999999999</cx:pt>
          <cx:pt idx="72354">65.980000000000004</cx:pt>
          <cx:pt idx="72355">85.969999999999999</cx:pt>
          <cx:pt idx="72356">91.969999999999999</cx:pt>
          <cx:pt idx="72357">60.990000000000002</cx:pt>
          <cx:pt idx="72358">55.979999999999997</cx:pt>
          <cx:pt idx="72359">87.980000000000004</cx:pt>
          <cx:pt idx="72360">58.979999999999997</cx:pt>
          <cx:pt idx="72361">73.980000000000004</cx:pt>
          <cx:pt idx="72362">67.659999999999997</cx:pt>
          <cx:pt idx="72363">60.990000000000002</cx:pt>
          <cx:pt idx="72364">75.980000000000004</cx:pt>
          <cx:pt idx="72365">141.44999999999999</cx:pt>
          <cx:pt idx="72366">84.989999999999995</cx:pt>
          <cx:pt idx="72367">84.969999999999999</cx:pt>
          <cx:pt idx="72368">116.97</cx:pt>
          <cx:pt idx="72369">131.97999999999999</cx:pt>
          <cx:pt idx="72370">169.97999999999999</cx:pt>
          <cx:pt idx="72371">294.25999999999999</cx:pt>
          <cx:pt idx="72372">99.980000000000004</cx:pt>
          <cx:pt idx="72373">109.98</cx:pt>
          <cx:pt idx="72374">56.479999999999997</cx:pt>
          <cx:pt idx="72375">59.960000000000001</cx:pt>
          <cx:pt idx="72376">146.13999999999999</cx:pt>
          <cx:pt idx="72377">76.489999999999995</cx:pt>
          <cx:pt idx="72378">69.989999999999995</cx:pt>
          <cx:pt idx="72379">84.989999999999995</cx:pt>
          <cx:pt idx="72380">62.979999999999997</cx:pt>
          <cx:pt idx="72381">133.06</cx:pt>
          <cx:pt idx="72382">84.989999999999995</cx:pt>
          <cx:pt idx="72383">69.859999999999999</cx:pt>
          <cx:pt idx="72384">52.969999999999999</cx:pt>
          <cx:pt idx="72385">78.569999999999993</cx:pt>
          <cx:pt idx="72386">79.849999999999994</cx:pt>
          <cx:pt idx="72387">97.989999999999995</cx:pt>
          <cx:pt idx="72388">79.849999999999994</cx:pt>
          <cx:pt idx="72389">79.849999999999994</cx:pt>
          <cx:pt idx="72390">79.849999999999994</cx:pt>
          <cx:pt idx="72391">147.59999999999999</cx:pt>
          <cx:pt idx="72392">157.25</cx:pt>
          <cx:pt idx="72393">79.849999999999994</cx:pt>
          <cx:pt idx="72394">177.83000000000001</cx:pt>
          <cx:pt idx="72395">65.989999999999995</cx:pt>
          <cx:pt idx="72396">65.989999999999995</cx:pt>
          <cx:pt idx="72397">65.989999999999995</cx:pt>
          <cx:pt idx="72398">65.989999999999995</cx:pt>
          <cx:pt idx="72399">54.990000000000002</cx:pt>
          <cx:pt idx="72400">65.989999999999995</cx:pt>
          <cx:pt idx="72401">84.989999999999995</cx:pt>
          <cx:pt idx="72402">65.989999999999995</cx:pt>
          <cx:pt idx="72403">65.989999999999995</cx:pt>
          <cx:pt idx="72404">65.989999999999995</cx:pt>
          <cx:pt idx="72405">65.989999999999995</cx:pt>
          <cx:pt idx="72406">54.990000000000002</cx:pt>
          <cx:pt idx="72407">49.990000000000002</cx:pt>
          <cx:pt idx="72408">46.490000000000002</cx:pt>
          <cx:pt idx="72409">51.490000000000002</cx:pt>
          <cx:pt idx="72410">46.490000000000002</cx:pt>
          <cx:pt idx="72411">60.850000000000001</cx:pt>
          <cx:pt idx="72412">65.989999999999995</cx:pt>
          <cx:pt idx="72413">135.93000000000001</cx:pt>
          <cx:pt idx="72414">101.95999999999999</cx:pt>
          <cx:pt idx="72415">121.98</cx:pt>
          <cx:pt idx="72416">145.77000000000001</cx:pt>
          <cx:pt idx="72417">137.66999999999999</cx:pt>
          <cx:pt idx="72418">79.959999999999994</cx:pt>
          <cx:pt idx="72419">193.94999999999999</cx:pt>
          <cx:pt idx="72420">207.37</cx:pt>
          <cx:pt idx="72421">257.82999999999998</cx:pt>
          <cx:pt idx="72422">117.76000000000001</cx:pt>
          <cx:pt idx="72423">174.56</cx:pt>
          <cx:pt idx="72424">59.960000000000001</cx:pt>
          <cx:pt idx="72425">74.950000000000003</cx:pt>
          <cx:pt idx="72426">59.960000000000001</cx:pt>
          <cx:pt idx="72427">56.899999999999999</cx:pt>
          <cx:pt idx="72428">65.989999999999995</cx:pt>
          <cx:pt idx="72429">69.989999999999995</cx:pt>
          <cx:pt idx="72430">74.950000000000003</cx:pt>
          <cx:pt idx="72431">149.96000000000001</cx:pt>
          <cx:pt idx="72432">49.710000000000001</cx:pt>
          <cx:pt idx="72433">179.94</cx:pt>
          <cx:pt idx="72434">79.980000000000004</cx:pt>
          <cx:pt idx="72435">84.980000000000004</cx:pt>
          <cx:pt idx="72436">79.980000000000004</cx:pt>
          <cx:pt idx="72437">59.979999999999997</cx:pt>
          <cx:pt idx="72438">79.980000000000004</cx:pt>
          <cx:pt idx="72439">79.950000000000003</cx:pt>
          <cx:pt idx="72440">119.95999999999999</cx:pt>
          <cx:pt idx="72441">79.980000000000004</cx:pt>
          <cx:pt idx="72442">84.980000000000004</cx:pt>
          <cx:pt idx="72443">64.980000000000004</cx:pt>
          <cx:pt idx="72444">71.959999999999994</cx:pt>
          <cx:pt idx="72445">175.40000000000001</cx:pt>
          <cx:pt idx="72446">194.88999999999999</cx:pt>
          <cx:pt idx="72447">174.90000000000001</cx:pt>
          <cx:pt idx="72448">204.88</cx:pt>
          <cx:pt idx="72449">173.90000000000001</cx:pt>
          <cx:pt idx="72450">175.40000000000001</cx:pt>
          <cx:pt idx="72451">174.90000000000001</cx:pt>
          <cx:pt idx="72452">173.90000000000001</cx:pt>
          <cx:pt idx="72453">71.959999999999994</cx:pt>
          <cx:pt idx="72454">204.88</cx:pt>
          <cx:pt idx="72455">194.88999999999999</cx:pt>
          <cx:pt idx="72456">71.959999999999994</cx:pt>
          <cx:pt idx="72457">71.959999999999994</cx:pt>
          <cx:pt idx="72458">176.90000000000001</cx:pt>
          <cx:pt idx="72459">176.90000000000001</cx:pt>
          <cx:pt idx="72460">41.490000000000002</cx:pt>
          <cx:pt idx="72461">79.950000000000003</cx:pt>
          <cx:pt idx="72462">63.469999999999999</cx:pt>
          <cx:pt idx="72463">41.490000000000002</cx:pt>
          <cx:pt idx="72464">35.490000000000002</cx:pt>
          <cx:pt idx="72465">79.980000000000004</cx:pt>
          <cx:pt idx="72466">79.950000000000003</cx:pt>
          <cx:pt idx="72467">16.489999999999998</cx:pt>
          <cx:pt idx="72468">79.950000000000003</cx:pt>
          <cx:pt idx="72469">41.490000000000002</cx:pt>
          <cx:pt idx="72470">153.31999999999999</cx:pt>
          <cx:pt idx="72471">129.90000000000001</cx:pt>
          <cx:pt idx="72472">138.34</cx:pt>
          <cx:pt idx="72473">142.53999999999999</cx:pt>
          <cx:pt idx="72474">195.03999999999999</cx:pt>
          <cx:pt idx="72475">131.09999999999999</cx:pt>
          <cx:pt idx="72476">139.90000000000001</cx:pt>
          <cx:pt idx="72477">127.95</cx:pt>
          <cx:pt idx="72478">59.979999999999997</cx:pt>
          <cx:pt idx="72479">59.979999999999997</cx:pt>
          <cx:pt idx="72480">59.979999999999997</cx:pt>
          <cx:pt idx="72481">59.979999999999997</cx:pt>
          <cx:pt idx="72482">59.979999999999997</cx:pt>
          <cx:pt idx="72483">54.5</cx:pt>
          <cx:pt idx="72484">59.979999999999997</cx:pt>
          <cx:pt idx="72485">59.979999999999997</cx:pt>
          <cx:pt idx="72486">59.979999999999997</cx:pt>
          <cx:pt idx="72487">59.979999999999997</cx:pt>
          <cx:pt idx="72488">79.620000000000005</cx:pt>
          <cx:pt idx="72489">59.979999999999997</cx:pt>
          <cx:pt idx="72490">59.979999999999997</cx:pt>
          <cx:pt idx="72491">59.979999999999997</cx:pt>
          <cx:pt idx="72492">59.979999999999997</cx:pt>
          <cx:pt idx="72493">59.979999999999997</cx:pt>
          <cx:pt idx="72494">59.979999999999997</cx:pt>
          <cx:pt idx="72495">77.969999999999999</cx:pt>
          <cx:pt idx="72496">46.479999999999997</cx:pt>
          <cx:pt idx="72497">71.989999999999995</cx:pt>
          <cx:pt idx="72498">67.329999999999998</cx:pt>
          <cx:pt idx="72499">84.989999999999995</cx:pt>
          <cx:pt idx="72500">65.989999999999995</cx:pt>
          <cx:pt idx="72501">139.97999999999999</cx:pt>
          <cx:pt idx="72502">72.239999999999995</cx:pt>
          <cx:pt idx="72503">77.980000000000004</cx:pt>
          <cx:pt idx="72504">84.989999999999995</cx:pt>
          <cx:pt idx="72505">84.989999999999995</cx:pt>
          <cx:pt idx="72506">58.979999999999997</cx:pt>
          <cx:pt idx="72507">53.979999999999997</cx:pt>
          <cx:pt idx="72508">38.990000000000002</cx:pt>
          <cx:pt idx="72509">122.06999999999999</cx:pt>
          <cx:pt idx="72510">90.980000000000004</cx:pt>
          <cx:pt idx="72511">107.06999999999999</cx:pt>
          <cx:pt idx="72512">84.069999999999993</cx:pt>
          <cx:pt idx="72513">45.490000000000002</cx:pt>
          <cx:pt idx="72514">181.06</cx:pt>
          <cx:pt idx="72515">77.079999999999998</cx:pt>
          <cx:pt idx="72516">91.079999999999998</cx:pt>
          <cx:pt idx="72517">59.979999999999997</cx:pt>
          <cx:pt idx="72518">59.979999999999997</cx:pt>
          <cx:pt idx="72519">59.979999999999997</cx:pt>
          <cx:pt idx="72520">59.979999999999997</cx:pt>
          <cx:pt idx="72521">89.969999999999999</cx:pt>
          <cx:pt idx="72522">89.969999999999999</cx:pt>
          <cx:pt idx="72523">89.969999999999999</cx:pt>
          <cx:pt idx="72524">89.969999999999999</cx:pt>
          <cx:pt idx="72525">94.409999999999997</cx:pt>
          <cx:pt idx="72526">59.979999999999997</cx:pt>
          <cx:pt idx="72527">74.969999999999999</cx:pt>
          <cx:pt idx="72528">59.979999999999997</cx:pt>
          <cx:pt idx="72529">120.98</cx:pt>
          <cx:pt idx="72530">171.75999999999999</cx:pt>
          <cx:pt idx="72531">107.84999999999999</cx:pt>
          <cx:pt idx="72532">280.67000000000002</cx:pt>
          <cx:pt idx="72533">122.18000000000001</cx:pt>
          <cx:pt idx="72534">195.97999999999999</cx:pt>
          <cx:pt idx="72535">153.65000000000001</cx:pt>
          <cx:pt idx="72536">139.28</cx:pt>
          <cx:pt idx="72537">137.81</cx:pt>
          <cx:pt idx="72538">61.979999999999997</cx:pt>
          <cx:pt idx="72539">59.979999999999997</cx:pt>
          <cx:pt idx="72540">54.979999999999997</cx:pt>
          <cx:pt idx="72541">61.979999999999997</cx:pt>
          <cx:pt idx="72542">61.979999999999997</cx:pt>
          <cx:pt idx="72543">61.979999999999997</cx:pt>
          <cx:pt idx="72544">59.979999999999997</cx:pt>
          <cx:pt idx="72545">61.979999999999997</cx:pt>
          <cx:pt idx="72546">61.979999999999997</cx:pt>
          <cx:pt idx="72547">59.979999999999997</cx:pt>
          <cx:pt idx="72548">61.979999999999997</cx:pt>
          <cx:pt idx="72549">65.980000000000004</cx:pt>
          <cx:pt idx="72550">58.969999999999999</cx:pt>
          <cx:pt idx="72551">61.979999999999997</cx:pt>
          <cx:pt idx="72552">54.979999999999997</cx:pt>
          <cx:pt idx="72553">59.979999999999997</cx:pt>
          <cx:pt idx="72554">61.979999999999997</cx:pt>
          <cx:pt idx="72555">54.979999999999997</cx:pt>
          <cx:pt idx="72556">61.979999999999997</cx:pt>
          <cx:pt idx="72557">61.979999999999997</cx:pt>
          <cx:pt idx="72558">181.93000000000001</cx:pt>
          <cx:pt idx="72559">155.94</cx:pt>
          <cx:pt idx="72560">129.94999999999999</cx:pt>
          <cx:pt idx="72561">155.94</cx:pt>
          <cx:pt idx="72562">181.93000000000001</cx:pt>
          <cx:pt idx="72563">84.040000000000006</cx:pt>
          <cx:pt idx="72564">55.969999999999999</cx:pt>
          <cx:pt idx="72565">128.08000000000001</cx:pt>
          <cx:pt idx="72566">88.900000000000006</cx:pt>
          <cx:pt idx="72567">96.930000000000007</cx:pt>
          <cx:pt idx="72568">51.979999999999997</cx:pt>
          <cx:pt idx="72569">77.969999999999999</cx:pt>
          <cx:pt idx="72570">103.95999999999999</cx:pt>
          <cx:pt idx="72571">103.95999999999999</cx:pt>
          <cx:pt idx="72572">70.170000000000002</cx:pt>
          <cx:pt idx="72573">77.969999999999999</cx:pt>
          <cx:pt idx="72574">66.269999999999996</cx:pt>
          <cx:pt idx="72575">72.969999999999999</cx:pt>
          <cx:pt idx="72576">51.979999999999997</cx:pt>
          <cx:pt idx="72577">51.979999999999997</cx:pt>
          <cx:pt idx="72578">92.769999999999996</cx:pt>
          <cx:pt idx="72579">63.960000000000001</cx:pt>
          <cx:pt idx="72580">103.95999999999999</cx:pt>
          <cx:pt idx="72581">51.979999999999997</cx:pt>
          <cx:pt idx="72582">72.969999999999999</cx:pt>
          <cx:pt idx="72583">51.979999999999997</cx:pt>
          <cx:pt idx="72584">77.969999999999999</cx:pt>
          <cx:pt idx="72585">53.939999999999998</cx:pt>
          <cx:pt idx="72586">119.95999999999999</cx:pt>
          <cx:pt idx="72587">89.969999999999999</cx:pt>
          <cx:pt idx="72588">59.979999999999997</cx:pt>
          <cx:pt idx="72589">59.979999999999997</cx:pt>
          <cx:pt idx="72590">123.95999999999999</cx:pt>
          <cx:pt idx="72591">123.95999999999999</cx:pt>
          <cx:pt idx="72592">107.95999999999999</cx:pt>
          <cx:pt idx="72593">123.95999999999999</cx:pt>
          <cx:pt idx="72594">59.979999999999997</cx:pt>
          <cx:pt idx="72595">59.979999999999997</cx:pt>
          <cx:pt idx="72596">123.95999999999999</cx:pt>
          <cx:pt idx="72597">145.16</cx:pt>
          <cx:pt idx="72598">116.12</cx:pt>
          <cx:pt idx="72599">145.16</cx:pt>
          <cx:pt idx="72600">145.16</cx:pt>
          <cx:pt idx="72601">145.16</cx:pt>
          <cx:pt idx="72602">145.15000000000001</cx:pt>
          <cx:pt idx="72603">145.15000000000001</cx:pt>
          <cx:pt idx="72604">205.63</cx:pt>
          <cx:pt idx="72605">114.90000000000001</cx:pt>
          <cx:pt idx="72606">120.95</cx:pt>
          <cx:pt idx="72607">181.44</cx:pt>
          <cx:pt idx="72608">200.78999999999999</cx:pt>
          <cx:pt idx="72609">79.840000000000003</cx:pt>
          <cx:pt idx="72610">145.15000000000001</cx:pt>
          <cx:pt idx="72611">79.840000000000003</cx:pt>
          <cx:pt idx="72612">79.980000000000004</cx:pt>
          <cx:pt idx="72613">79.980000000000004</cx:pt>
          <cx:pt idx="72614">47.659999999999997</cx:pt>
          <cx:pt idx="72615">47.659999999999997</cx:pt>
          <cx:pt idx="72616">71.980000000000004</cx:pt>
          <cx:pt idx="72617">71.980000000000004</cx:pt>
          <cx:pt idx="72618">79.980000000000004</cx:pt>
          <cx:pt idx="72619">75.980000000000004</cx:pt>
          <cx:pt idx="72620">79.980000000000004</cx:pt>
          <cx:pt idx="72621">75.980000000000004</cx:pt>
          <cx:pt idx="72622">79.980000000000004</cx:pt>
          <cx:pt idx="72623">79.980000000000004</cx:pt>
          <cx:pt idx="72624">159.69999999999999</cx:pt>
          <cx:pt idx="72625">130.90000000000001</cx:pt>
          <cx:pt idx="72626">200.81</cx:pt>
          <cx:pt idx="72627">177.83000000000001</cx:pt>
          <cx:pt idx="72628">159.69999999999999</cx:pt>
          <cx:pt idx="72629">120.95999999999999</cx:pt>
          <cx:pt idx="72630">244.37</cx:pt>
          <cx:pt idx="72631">176.62</cx:pt>
          <cx:pt idx="72632">91.260000000000005</cx:pt>
          <cx:pt idx="72633">104.98</cx:pt>
          <cx:pt idx="72634">130.38</cx:pt>
          <cx:pt idx="72635">53.969999999999999</cx:pt>
          <cx:pt idx="72636">84.989999999999995</cx:pt>
          <cx:pt idx="72637">105.87</cx:pt>
          <cx:pt idx="72638">100.18000000000001</cx:pt>
          <cx:pt idx="72639">109.97</cx:pt>
          <cx:pt idx="72640">84.989999999999995</cx:pt>
          <cx:pt idx="72641">94.980000000000004</cx:pt>
          <cx:pt idx="72642">141.74000000000001</cx:pt>
          <cx:pt idx="72643">159.97999999999999</cx:pt>
          <cx:pt idx="72644">1105.78</cx:pt>
          <cx:pt idx="72645">153.84999999999999</cx:pt>
          <cx:pt idx="72646">142.44999999999999</cx:pt>
          <cx:pt idx="72647">79.140000000000001</cx:pt>
          <cx:pt idx="72648">100.97</cx:pt>
          <cx:pt idx="72649">105.26000000000001</cx:pt>
          <cx:pt idx="72650">149.94999999999999</cx:pt>
          <cx:pt idx="72651">92.969999999999999</cx:pt>
          <cx:pt idx="72652">114.95999999999999</cx:pt>
          <cx:pt idx="72653">120.95999999999999</cx:pt>
          <cx:pt idx="72654">92.969999999999999</cx:pt>
          <cx:pt idx="72655">102.97</cx:pt>
          <cx:pt idx="72656">123.26000000000001</cx:pt>
          <cx:pt idx="72657">80.180000000000007</cx:pt>
          <cx:pt idx="72658">87.980000000000004</cx:pt>
          <cx:pt idx="72659">124.89</cx:pt>
          <cx:pt idx="72660">82.480000000000004</cx:pt>
          <cx:pt idx="72661">89.469999999999999</cx:pt>
          <cx:pt idx="72662">102.97</cx:pt>
          <cx:pt idx="72663">99.980000000000004</cx:pt>
          <cx:pt idx="72664">74.980000000000004</cx:pt>
          <cx:pt idx="72665">93.959999999999994</cx:pt>
          <cx:pt idx="72666">53.969999999999999</cx:pt>
          <cx:pt idx="72667">53.969999999999999</cx:pt>
          <cx:pt idx="72668">83.530000000000001</cx:pt>
          <cx:pt idx="72669">69.230000000000004</cx:pt>
          <cx:pt idx="72670">111.25</cx:pt>
          <cx:pt idx="72671">53.969999999999999</cx:pt>
          <cx:pt idx="72672">86.019999999999996</cx:pt>
          <cx:pt idx="72673">89.950000000000003</cx:pt>
          <cx:pt idx="72674">89.950000000000003</cx:pt>
          <cx:pt idx="72675">68.989999999999995</cx:pt>
          <cx:pt idx="72676">84.989999999999995</cx:pt>
          <cx:pt idx="72677">84.989999999999995</cx:pt>
          <cx:pt idx="72678">86.980000000000004</cx:pt>
          <cx:pt idx="72679">84.989999999999995</cx:pt>
          <cx:pt idx="72680">73.989999999999995</cx:pt>
          <cx:pt idx="72681">60.030000000000001</cx:pt>
          <cx:pt idx="72682">97.980000000000004</cx:pt>
          <cx:pt idx="72683">25.469999999999999</cx:pt>
          <cx:pt idx="72684">65.189999999999998</cx:pt>
          <cx:pt idx="72685">72.989999999999995</cx:pt>
          <cx:pt idx="72686">68.989999999999995</cx:pt>
          <cx:pt idx="72687">76.069999999999993</cx:pt>
          <cx:pt idx="72688">51.969999999999999</cx:pt>
          <cx:pt idx="72689">84.989999999999995</cx:pt>
          <cx:pt idx="72690">57.689999999999998</cx:pt>
          <cx:pt idx="72691">93.540000000000006</cx:pt>
          <cx:pt idx="72692">216.93000000000001</cx:pt>
          <cx:pt idx="72693">131.97999999999999</cx:pt>
          <cx:pt idx="72694">269.95999999999998</cx:pt>
          <cx:pt idx="72695">181.97</cx:pt>
          <cx:pt idx="72696">199.96000000000001</cx:pt>
          <cx:pt idx="72697">64.969999999999999</cx:pt>
          <cx:pt idx="72698">51.280000000000001</cx:pt>
          <cx:pt idx="72699">46.280000000000001</cx:pt>
          <cx:pt idx="72700">55.960000000000001</cx:pt>
          <cx:pt idx="72701">36.579999999999998</cx:pt>
          <cx:pt idx="72702">51.93</cx:pt>
          <cx:pt idx="72703">89.959999999999994</cx:pt>
          <cx:pt idx="72704">84.989999999999995</cx:pt>
          <cx:pt idx="72705">84.989999999999995</cx:pt>
          <cx:pt idx="72706">84.989999999999995</cx:pt>
          <cx:pt idx="72707">84.989999999999995</cx:pt>
          <cx:pt idx="72708">76.489999999999995</cx:pt>
          <cx:pt idx="72709">84.989999999999995</cx:pt>
          <cx:pt idx="72710">84.989999999999995</cx:pt>
          <cx:pt idx="72711">84.989999999999995</cx:pt>
          <cx:pt idx="72712">84.989999999999995</cx:pt>
          <cx:pt idx="72713">84.989999999999995</cx:pt>
          <cx:pt idx="72714">84.989999999999995</cx:pt>
          <cx:pt idx="72715">84.989999999999995</cx:pt>
          <cx:pt idx="72716">74.790000000000006</cx:pt>
          <cx:pt idx="72717">92.840000000000003</cx:pt>
          <cx:pt idx="72718">84.989999999999995</cx:pt>
          <cx:pt idx="72719">109.98</cx:pt>
          <cx:pt idx="72720">84.989999999999995</cx:pt>
          <cx:pt idx="72721">99.980000000000004</cx:pt>
          <cx:pt idx="72722">54.990000000000002</cx:pt>
          <cx:pt idx="72723">94.430000000000007</cx:pt>
          <cx:pt idx="72724">84.989999999999995</cx:pt>
          <cx:pt idx="72725">99.980000000000004</cx:pt>
          <cx:pt idx="72726">84.989999999999995</cx:pt>
          <cx:pt idx="72727">84.969999999999999</cx:pt>
          <cx:pt idx="72728">68.989999999999995</cx:pt>
          <cx:pt idx="72729">109.98</cx:pt>
          <cx:pt idx="72730">99.980000000000004</cx:pt>
          <cx:pt idx="72731">9.9900000000000002</cx:pt>
          <cx:pt idx="72732">34.479999999999997</cx:pt>
          <cx:pt idx="72733">91.959999999999994</cx:pt>
          <cx:pt idx="72734">55.969999999999999</cx:pt>
          <cx:pt idx="72735">47.479999999999997</cx:pt>
          <cx:pt idx="72736">72.969999999999999</cx:pt>
          <cx:pt idx="72737">103.95999999999999</cx:pt>
          <cx:pt idx="72738">68.969999999999999</cx:pt>
          <cx:pt idx="72739">47.479999999999997</cx:pt>
          <cx:pt idx="72740">55.969999999999999</cx:pt>
          <cx:pt idx="72741">68.969999999999999</cx:pt>
          <cx:pt idx="72742">55.969999999999999</cx:pt>
          <cx:pt idx="72743">51.979999999999997</cx:pt>
          <cx:pt idx="72744">9.9900000000000002</cx:pt>
          <cx:pt idx="72745">114.95</cx:pt>
          <cx:pt idx="72746">55.969999999999999</cx:pt>
          <cx:pt idx="72747">74.980000000000004</cx:pt>
          <cx:pt idx="72748">134.93000000000001</cx:pt>
          <cx:pt idx="72749">55.969999999999999</cx:pt>
          <cx:pt idx="72750">154.96000000000001</cx:pt>
          <cx:pt idx="72751">96.370000000000005</cx:pt>
          <cx:pt idx="72752">157.50999999999999</cx:pt>
          <cx:pt idx="72753">163.19</cx:pt>
          <cx:pt idx="72754">154.96000000000001</cx:pt>
          <cx:pt idx="72755">73.959999999999994</cx:pt>
          <cx:pt idx="72756">237.09</cx:pt>
          <cx:pt idx="72757">104.98</cx:pt>
          <cx:pt idx="72758">64.980000000000004</cx:pt>
          <cx:pt idx="72759">36.289999999999999</cx:pt>
          <cx:pt idx="72760">57.979999999999997</cx:pt>
          <cx:pt idx="72761">65.980000000000004</cx:pt>
          <cx:pt idx="72762">58.280000000000001</cx:pt>
          <cx:pt idx="72763">65.980000000000004</cx:pt>
          <cx:pt idx="72764">55.979999999999997</cx:pt>
          <cx:pt idx="72765">65.989999999999995</cx:pt>
          <cx:pt idx="72766">49.710000000000001</cx:pt>
          <cx:pt idx="72767">84.969999999999999</cx:pt>
          <cx:pt idx="72768">57.979999999999997</cx:pt>
          <cx:pt idx="72769">67.980000000000004</cx:pt>
          <cx:pt idx="72770">56.979999999999997</cx:pt>
          <cx:pt idx="72771">60.990000000000002</cx:pt>
          <cx:pt idx="72772">103.97</cx:pt>
          <cx:pt idx="72773">91.980000000000004</cx:pt>
          <cx:pt idx="72774">91.980000000000004</cx:pt>
          <cx:pt idx="72775">79.989999999999995</cx:pt>
          <cx:pt idx="72776">91.980000000000004</cx:pt>
          <cx:pt idx="72777">91.980000000000004</cx:pt>
          <cx:pt idx="72778">91.980000000000004</cx:pt>
          <cx:pt idx="72779">95.980000000000004</cx:pt>
          <cx:pt idx="72780">79.989999999999995</cx:pt>
          <cx:pt idx="72781">103.97</cx:pt>
          <cx:pt idx="72782">60.990000000000002</cx:pt>
          <cx:pt idx="72783">99.950000000000003</cx:pt>
          <cx:pt idx="72784">99.980000000000004</cx:pt>
          <cx:pt idx="72785">39.990000000000002</cx:pt>
          <cx:pt idx="72786">75.980000000000004</cx:pt>
          <cx:pt idx="72787">99.980000000000004</cx:pt>
          <cx:pt idx="72788">99.980000000000004</cx:pt>
          <cx:pt idx="72789">74.980000000000004</cx:pt>
          <cx:pt idx="72790">92.459999999999994</cx:pt>
          <cx:pt idx="72791">59.969999999999999</cx:pt>
          <cx:pt idx="72792">96.859999999999999</cx:pt>
          <cx:pt idx="72793">99.980000000000004</cx:pt>
          <cx:pt idx="72794">99.980000000000004</cx:pt>
          <cx:pt idx="72795">75.980000000000004</cx:pt>
          <cx:pt idx="72796">59.969999999999999</cx:pt>
          <cx:pt idx="72797">79.980000000000004</cx:pt>
          <cx:pt idx="72798">150.97</cx:pt>
          <cx:pt idx="72799">125.17</cx:pt>
          <cx:pt idx="72800">150.97</cx:pt>
          <cx:pt idx="72801">125.68000000000001</cx:pt>
          <cx:pt idx="72802">101.98</cx:pt>
          <cx:pt idx="72803">99.980000000000004</cx:pt>
          <cx:pt idx="72804">140.97</cx:pt>
          <cx:pt idx="72805">145.63</cx:pt>
          <cx:pt idx="72806">89.969999999999999</cx:pt>
          <cx:pt idx="72807">87.459999999999994</cx:pt>
          <cx:pt idx="72808">56.969999999999999</cx:pt>
          <cx:pt idx="72809">74.969999999999999</cx:pt>
          <cx:pt idx="72810">62.969999999999999</cx:pt>
          <cx:pt idx="72811">89.969999999999999</cx:pt>
          <cx:pt idx="72812">89.969999999999999</cx:pt>
          <cx:pt idx="72813">83.260000000000005</cx:pt>
          <cx:pt idx="72814">74.980000000000004</cx:pt>
          <cx:pt idx="72815">89.969999999999999</cx:pt>
          <cx:pt idx="72816">84.969999999999999</cx:pt>
          <cx:pt idx="72817">74.969999999999999</cx:pt>
          <cx:pt idx="72818">89.969999999999999</cx:pt>
          <cx:pt idx="72819">84.989999999999995</cx:pt>
          <cx:pt idx="72820">197.97</cx:pt>
          <cx:pt idx="72821">169.97999999999999</cx:pt>
          <cx:pt idx="72822">65.989999999999995</cx:pt>
          <cx:pt idx="72823">84.989999999999995</cx:pt>
          <cx:pt idx="72824">54.979999999999997</cx:pt>
          <cx:pt idx="72825">59.950000000000003</cx:pt>
          <cx:pt idx="72826">59.950000000000003</cx:pt>
          <cx:pt idx="72827">66.950000000000003</cx:pt>
          <cx:pt idx="72828">63.049999999999997</cx:pt>
          <cx:pt idx="72829">54.979999999999997</cx:pt>
          <cx:pt idx="72830">56.969999999999999</cx:pt>
          <cx:pt idx="72831">67.969999999999999</cx:pt>
          <cx:pt idx="72832">129.96000000000001</cx:pt>
          <cx:pt idx="72833">44.990000000000002</cx:pt>
          <cx:pt idx="72834">69.980000000000004</cx:pt>
          <cx:pt idx="72835">121.95999999999999</cx:pt>
          <cx:pt idx="72836">29.989999999999998</cx:pt>
          <cx:pt idx="72837">147.96000000000001</cx:pt>
          <cx:pt idx="72838">179.94999999999999</cx:pt>
          <cx:pt idx="72839">129.16</cx:pt>
          <cx:pt idx="72840">158.94999999999999</cx:pt>
          <cx:pt idx="72841">139.96000000000001</cx:pt>
          <cx:pt idx="72842">147.97999999999999</cx:pt>
          <cx:pt idx="72843">168.27000000000001</cx:pt>
          <cx:pt idx="72844">144.47999999999999</cx:pt>
          <cx:pt idx="72845">137.97999999999999</cx:pt>
          <cx:pt idx="72846">258.25999999999999</cx:pt>
          <cx:pt idx="72847">49.990000000000002</cx:pt>
          <cx:pt idx="72848">54.979999999999997</cx:pt>
          <cx:pt idx="72849">119.98</cx:pt>
          <cx:pt idx="72850">26.989999999999998</cx:pt>
          <cx:pt idx="72851">72.969999999999999</cx:pt>
          <cx:pt idx="72852">134.97</cx:pt>
          <cx:pt idx="72853">95.980000000000004</cx:pt>
          <cx:pt idx="72854">1247.54</cx:pt>
          <cx:pt idx="72855">73.980000000000004</cx:pt>
          <cx:pt idx="72856">73.980000000000004</cx:pt>
          <cx:pt idx="72857">73.980000000000004</cx:pt>
          <cx:pt idx="72858">73.980000000000004</cx:pt>
          <cx:pt idx="72859">73.980000000000004</cx:pt>
          <cx:pt idx="72860">57.979999999999997</cx:pt>
          <cx:pt idx="72861">73.980000000000004</cx:pt>
          <cx:pt idx="72862">73.980000000000004</cx:pt>
          <cx:pt idx="72863">73.980000000000004</cx:pt>
          <cx:pt idx="72864">73.980000000000004</cx:pt>
          <cx:pt idx="72865">73.980000000000004</cx:pt>
          <cx:pt idx="72866">73.980000000000004</cx:pt>
          <cx:pt idx="72867">96.980000000000004</cx:pt>
          <cx:pt idx="72868">54.979999999999997</cx:pt>
          <cx:pt idx="72869">84.989999999999995</cx:pt>
          <cx:pt idx="72870">84.989999999999995</cx:pt>
          <cx:pt idx="72871">74.670000000000002</cx:pt>
          <cx:pt idx="72872">84.989999999999995</cx:pt>
          <cx:pt idx="72873">96.980000000000004</cx:pt>
          <cx:pt idx="72874">108.97</cx:pt>
          <cx:pt idx="72875">84.989999999999995</cx:pt>
          <cx:pt idx="72876">84.989999999999995</cx:pt>
          <cx:pt idx="72877">108.97</cx:pt>
          <cx:pt idx="72878">127.97</cx:pt>
          <cx:pt idx="72879">-162.47999999999999</cx:pt>
          <cx:pt idx="72880">162.47999999999999</cx:pt>
          <cx:pt idx="72881">94.480000000000004</cx:pt>
          <cx:pt idx="72882">162.47999999999999</cx:pt>
          <cx:pt idx="72883">30.73</cx:pt>
          <cx:pt idx="72884">73.480000000000004</cx:pt>
          <cx:pt idx="72885">100.48999999999999</cx:pt>
          <cx:pt idx="72886">202.44999999999999</cx:pt>
          <cx:pt idx="72887">80.489999999999995</cx:pt>
          <cx:pt idx="72888">79.989999999999995</cx:pt>
          <cx:pt idx="72889">-162.47999999999999</cx:pt>
          <cx:pt idx="72890">94.569999999999993</cx:pt>
          <cx:pt idx="72891">162.47999999999999</cx:pt>
          <cx:pt idx="72892">162.47999999999999</cx:pt>
          <cx:pt idx="72893">-220.47</cx:pt>
          <cx:pt idx="72894">79.989999999999995</cx:pt>
          <cx:pt idx="72895">-0.75</cx:pt>
          <cx:pt idx="72896">71.459999999999994</cx:pt>
          <cx:pt idx="72897">66.239999999999995</cx:pt>
          <cx:pt idx="72898">84.989999999999995</cx:pt>
          <cx:pt idx="72899">62.020000000000003</cx:pt>
          <cx:pt idx="72900">66.239999999999995</cx:pt>
          <cx:pt idx="72901">62.020000000000003</cx:pt>
          <cx:pt idx="72902">84.989999999999995</cx:pt>
          <cx:pt idx="72903">169.97999999999999</cx:pt>
          <cx:pt idx="72904">62.090000000000003</cx:pt>
          <cx:pt idx="72905">169.97999999999999</cx:pt>
          <cx:pt idx="72906">84.989999999999995</cx:pt>
          <cx:pt idx="72907">62.090000000000003</cx:pt>
          <cx:pt idx="72908">73.980000000000004</cx:pt>
          <cx:pt idx="72909">73.980000000000004</cx:pt>
          <cx:pt idx="72910">76.489999999999995</cx:pt>
          <cx:pt idx="72911">169.97999999999999</cx:pt>
          <cx:pt idx="72912">72.599999999999994</cx:pt>
          <cx:pt idx="72913">80.739999999999995</cx:pt>
          <cx:pt idx="72914">76.489999999999995</cx:pt>
          <cx:pt idx="72915">84.989999999999995</cx:pt>
          <cx:pt idx="72916">84.989999999999995</cx:pt>
          <cx:pt idx="72917">76.489999999999995</cx:pt>
          <cx:pt idx="72918">76.489999999999995</cx:pt>
          <cx:pt idx="72919">42.219999999999999</cx:pt>
          <cx:pt idx="72920">42.219999999999999</cx:pt>
          <cx:pt idx="72921">76.489999999999995</cx:pt>
          <cx:pt idx="72922">80.739999999999995</cx:pt>
          <cx:pt idx="72923">89.980000000000004</cx:pt>
          <cx:pt idx="72924">76.489999999999995</cx:pt>
          <cx:pt idx="72925">76.489999999999995</cx:pt>
          <cx:pt idx="72926">76.489999999999995</cx:pt>
          <cx:pt idx="72927">72.239999999999995</cx:pt>
          <cx:pt idx="72928">71.980000000000004</cx:pt>
          <cx:pt idx="72929">71.980000000000004</cx:pt>
          <cx:pt idx="72930">72.239999999999995</cx:pt>
          <cx:pt idx="72931">84.989999999999995</cx:pt>
          <cx:pt idx="72932">72.599999999999994</cx:pt>
          <cx:pt idx="72933">89.980000000000004</cx:pt>
          <cx:pt idx="72934">169.97999999999999</cx:pt>
          <cx:pt idx="72935">79.989999999999995</cx:pt>
          <cx:pt idx="72936">99.980000000000004</cx:pt>
          <cx:pt idx="72937">84.980000000000004</cx:pt>
          <cx:pt idx="72938">79.989999999999995</cx:pt>
          <cx:pt idx="72939">71.980000000000004</cx:pt>
          <cx:pt idx="72940">79.989999999999995</cx:pt>
          <cx:pt idx="72941">99.980000000000004</cx:pt>
          <cx:pt idx="72942">74.010000000000005</cx:pt>
          <cx:pt idx="72943">79.989999999999995</cx:pt>
          <cx:pt idx="72944">120.84</cx:pt>
          <cx:pt idx="72945">65.980000000000004</cx:pt>
          <cx:pt idx="72946">79.989999999999995</cx:pt>
          <cx:pt idx="72947">63.450000000000003</cx:pt>
          <cx:pt idx="72948">105.98</cx:pt>
          <cx:pt idx="72949">65.989999999999995</cx:pt>
          <cx:pt idx="72950">67.489999999999995</cx:pt>
          <cx:pt idx="72951">101.95999999999999</cx:pt>
          <cx:pt idx="72952">81.980000000000004</cx:pt>
          <cx:pt idx="72953">116.53</cx:pt>
          <cx:pt idx="72954">64.819999999999993</cx:pt>
          <cx:pt idx="72955">53.979999999999997</cx:pt>
          <cx:pt idx="72956">96.25</cx:pt>
          <cx:pt idx="72957">81.980000000000004</cx:pt>
          <cx:pt idx="72958">77.980000000000004</cx:pt>
          <cx:pt idx="72959">107.95999999999999</cx:pt>
          <cx:pt idx="72960">80.969999999999999</cx:pt>
          <cx:pt idx="72961">89.969999999999999</cx:pt>
          <cx:pt idx="72962">84.969999999999999</cx:pt>
          <cx:pt idx="72963">80.969999999999999</cx:pt>
          <cx:pt idx="72964">81.599999999999994</cx:pt>
          <cx:pt idx="72965">76.469999999999999</cx:pt>
          <cx:pt idx="72966">76.469999999999999</cx:pt>
          <cx:pt idx="72967">94.459999999999994</cx:pt>
          <cx:pt idx="72968">85.969999999999999</cx:pt>
          <cx:pt idx="72969">92.980000000000004</cx:pt>
          <cx:pt idx="72970">105.97</cx:pt>
          <cx:pt idx="72971">127.95</cx:pt>
          <cx:pt idx="72972">122.16</cx:pt>
          <cx:pt idx="72973">81.980000000000004</cx:pt>
          <cx:pt idx="72974">29.289999999999999</cx:pt>
          <cx:pt idx="72975">84.980000000000004</cx:pt>
          <cx:pt idx="72976">87.969999999999999</cx:pt>
          <cx:pt idx="72977">65.980000000000004</cx:pt>
          <cx:pt idx="72978">87.969999999999999</cx:pt>
          <cx:pt idx="72979">25.09</cx:pt>
          <cx:pt idx="72980">29.289999999999999</cx:pt>
          <cx:pt idx="72981">84.980000000000004</cx:pt>
          <cx:pt idx="72982">65.980000000000004</cx:pt>
          <cx:pt idx="72983">25.09</cx:pt>
          <cx:pt idx="72984">29.289999999999999</cx:pt>
          <cx:pt idx="72985">29.289999999999999</cx:pt>
          <cx:pt idx="72986">263.95999999999998</cx:pt>
          <cx:pt idx="72987">161.62</cx:pt>
          <cx:pt idx="72988">65.989999999999995</cx:pt>
          <cx:pt idx="72989">84.989999999999995</cx:pt>
          <cx:pt idx="72990">169.97999999999999</cx:pt>
          <cx:pt idx="72991">65.989999999999995</cx:pt>
          <cx:pt idx="72992">239.53999999999999</cx:pt>
          <cx:pt idx="72993">231.06</cx:pt>
          <cx:pt idx="72994">24.780000000000001</cx:pt>
          <cx:pt idx="72995">260.08999999999997</cx:pt>
          <cx:pt idx="72996">143.47</cx:pt>
          <cx:pt idx="72997">79.849999999999994</cx:pt>
          <cx:pt idx="72998">139.13</cx:pt>
          <cx:pt idx="72999">108.84999999999999</cx:pt>
          <cx:pt idx="73000">-45.020000000000003</cx:pt>
          <cx:pt idx="73001">151.28999999999999</cx:pt>
          <cx:pt idx="73002">64.299999999999997</cx:pt>
          <cx:pt idx="73003">129.68000000000001</cx:pt>
          <cx:pt idx="73004">123.2</cx:pt>
          <cx:pt idx="73005">51.960000000000001</cx:pt>
          <cx:pt idx="73006">64.299999999999997</cx:pt>
          <cx:pt idx="73007">49.939999999999998</cx:pt>
          <cx:pt idx="73008">62.189999999999998</cx:pt>
          <cx:pt idx="73009">99.980000000000004</cx:pt>
          <cx:pt idx="73010">99.980000000000004</cx:pt>
          <cx:pt idx="73011">84.989999999999995</cx:pt>
          <cx:pt idx="73012">84.989999999999995</cx:pt>
          <cx:pt idx="73013">99.980000000000004</cx:pt>
          <cx:pt idx="73014">99.980000000000004</cx:pt>
          <cx:pt idx="73015">118.98</cx:pt>
          <cx:pt idx="73016">84.989999999999995</cx:pt>
          <cx:pt idx="73017">79.980000000000004</cx:pt>
          <cx:pt idx="73018">75.989999999999995</cx:pt>
          <cx:pt idx="73019">118.98</cx:pt>
          <cx:pt idx="73020">114.97</cx:pt>
          <cx:pt idx="73021">169.97999999999999</cx:pt>
          <cx:pt idx="73022">159.97999999999999</cx:pt>
          <cx:pt idx="73023">169.97999999999999</cx:pt>
          <cx:pt idx="73024">79.980000000000004</cx:pt>
          <cx:pt idx="73025">197.97</cx:pt>
          <cx:pt idx="73026">223.91999999999999</cx:pt>
          <cx:pt idx="73027">288.33999999999997</cx:pt>
          <cx:pt idx="73028">280.39999999999998</cx:pt>
          <cx:pt idx="73029">-48.049999999999997</cx:pt>
          <cx:pt idx="73030">111.95999999999999</cx:pt>
          <cx:pt idx="73031">67.030000000000001</cx:pt>
          <cx:pt idx="73032">79.980000000000004</cx:pt>
          <cx:pt idx="73033">85.980000000000004</cx:pt>
          <cx:pt idx="73034">131.97999999999999</cx:pt>
          <cx:pt idx="73035">151.97</cx:pt>
          <cx:pt idx="73036">90.879999999999995</cx:pt>
          <cx:pt idx="73037">131.97999999999999</cx:pt>
          <cx:pt idx="73038">254.97</cx:pt>
          <cx:pt idx="73039">40.280000000000001</cx:pt>
          <cx:pt idx="73040">84.989999999999995</cx:pt>
          <cx:pt idx="73041">339.95999999999998</cx:pt>
          <cx:pt idx="73042">256.26999999999998</cx:pt>
          <cx:pt idx="73043">239.96000000000001</cx:pt>
          <cx:pt idx="73044">124.98</cx:pt>
          <cx:pt idx="73045">134.97999999999999</cx:pt>
          <cx:pt idx="73046">99.980000000000004</cx:pt>
          <cx:pt idx="73047">134.97999999999999</cx:pt>
          <cx:pt idx="73048">129.58000000000001</cx:pt>
          <cx:pt idx="73049">169.96000000000001</cx:pt>
          <cx:pt idx="73050">134.97999999999999</cx:pt>
          <cx:pt idx="73051">127.93000000000001</cx:pt>
          <cx:pt idx="73052">154.97</cx:pt>
          <cx:pt idx="73053">61.979999999999997</cx:pt>
          <cx:pt idx="73054">56.079999999999998</cx:pt>
          <cx:pt idx="73055">55.969999999999999</cx:pt>
          <cx:pt idx="73056">55.979999999999997</cx:pt>
          <cx:pt idx="73057">51.979999999999997</cx:pt>
          <cx:pt idx="73058">90.969999999999999</cx:pt>
          <cx:pt idx="73059">95.969999999999999</cx:pt>
          <cx:pt idx="73060">71.060000000000002</cx:pt>
          <cx:pt idx="73061">65.980000000000004</cx:pt>
          <cx:pt idx="73062">60.979999999999997</cx:pt>
          <cx:pt idx="73063">59.979999999999997</cx:pt>
          <cx:pt idx="73064">65.980000000000004</cx:pt>
          <cx:pt idx="73065">53.979999999999997</cx:pt>
          <cx:pt idx="73066">-1.5</cx:pt>
          <cx:pt idx="73067">76.489999999999995</cx:pt>
          <cx:pt idx="73068">90.079999999999998</cx:pt>
          <cx:pt idx="73069">99.980000000000004</cx:pt>
          <cx:pt idx="73070">10.779999999999999</cx:pt>
          <cx:pt idx="73071">103.98</cx:pt>
          <cx:pt idx="73072">76.489999999999995</cx:pt>
          <cx:pt idx="73073">84.989999999999995</cx:pt>
          <cx:pt idx="73074">84.989999999999995</cx:pt>
          <cx:pt idx="73075">76.489999999999995</cx:pt>
          <cx:pt idx="73076">84.989999999999995</cx:pt>
          <cx:pt idx="73077">84.989999999999995</cx:pt>
          <cx:pt idx="73078">56.979999999999997</cx:pt>
          <cx:pt idx="73079">13.48</cx:pt>
          <cx:pt idx="73080">46.490000000000002</cx:pt>
          <cx:pt idx="73081">38.479999999999997</cx:pt>
          <cx:pt idx="73082">65.989999999999995</cx:pt>
          <cx:pt idx="73083">56.979999999999997</cx:pt>
          <cx:pt idx="73084">49.479999999999997</cx:pt>
          <cx:pt idx="73085">56.979999999999997</cx:pt>
          <cx:pt idx="73086">41.490000000000002</cx:pt>
          <cx:pt idx="73087">77.980000000000004</cx:pt>
          <cx:pt idx="73088">56.979999999999997</cx:pt>
          <cx:pt idx="73089">74.969999999999999</cx:pt>
          <cx:pt idx="73090">56.979999999999997</cx:pt>
          <cx:pt idx="73091">40.479999999999997</cx:pt>
          <cx:pt idx="73092">56.979999999999997</cx:pt>
          <cx:pt idx="73093">77.980000000000004</cx:pt>
          <cx:pt idx="73094">56.979999999999997</cx:pt>
          <cx:pt idx="73095">56.979999999999997</cx:pt>
          <cx:pt idx="73096">56.979999999999997</cx:pt>
          <cx:pt idx="73097">56.979999999999997</cx:pt>
          <cx:pt idx="73098">-105.94</cx:pt>
          <cx:pt idx="73099">105.94</cx:pt>
          <cx:pt idx="73100">99.980000000000004</cx:pt>
          <cx:pt idx="73101">99.980000000000004</cx:pt>
          <cx:pt idx="73102">99.980000000000004</cx:pt>
          <cx:pt idx="73103">99.980000000000004</cx:pt>
          <cx:pt idx="73104">99.980000000000004</cx:pt>
          <cx:pt idx="73105">99.980000000000004</cx:pt>
          <cx:pt idx="73106">108.92</cx:pt>
          <cx:pt idx="73107">115.55</cx:pt>
          <cx:pt idx="73108">126.61</cx:pt>
          <cx:pt idx="73109">269.30000000000001</cx:pt>
          <cx:pt idx="73110">125.45999999999999</cx:pt>
          <cx:pt idx="73111">89.230000000000004</cx:pt>
          <cx:pt idx="73112">134.96000000000001</cx:pt>
          <cx:pt idx="73113">84.670000000000002</cx:pt>
          <cx:pt idx="73114">263.13999999999999</cx:pt>
          <cx:pt idx="73115">20.850000000000001</cx:pt>
          <cx:pt idx="73116">269.91000000000003</cx:pt>
          <cx:pt idx="73117">185.93000000000001</cx:pt>
          <cx:pt idx="73118">122.56</cx:pt>
          <cx:pt idx="73119">158.94999999999999</cx:pt>
          <cx:pt idx="73120">89.969999999999999</cx:pt>
          <cx:pt idx="73121">185.94</cx:pt>
          <cx:pt idx="73122">92.569999999999993</cx:pt>
          <cx:pt idx="73123">183.09</cx:pt>
          <cx:pt idx="73124">195.81999999999999</cx:pt>
          <cx:pt idx="73125">297.95999999999998</cx:pt>
          <cx:pt idx="73126">149.97</cx:pt>
          <cx:pt idx="73127">211.34999999999999</cx:pt>
          <cx:pt idx="73128">31.48</cx:pt>
          <cx:pt idx="73129">129.96000000000001</cx:pt>
          <cx:pt idx="73130">164.97999999999999</cx:pt>
          <cx:pt idx="73131">169.16999999999999</cx:pt>
          <cx:pt idx="73132">148.97999999999999</cx:pt>
          <cx:pt idx="73133">126.98</cx:pt>
          <cx:pt idx="73134">103.12</cx:pt>
          <cx:pt idx="73135">63.969999999999999</cx:pt>
          <cx:pt idx="73136">52.969999999999999</cx:pt>
          <cx:pt idx="73137">55.960000000000001</cx:pt>
          <cx:pt idx="73138">55.960000000000001</cx:pt>
          <cx:pt idx="73139">51.960000000000001</cx:pt>
          <cx:pt idx="73140">51.960000000000001</cx:pt>
          <cx:pt idx="73141">63.969999999999999</cx:pt>
          <cx:pt idx="73142">55.960000000000001</cx:pt>
          <cx:pt idx="73143">169.97999999999999</cx:pt>
          <cx:pt idx="73144">104.69</cx:pt>
          <cx:pt idx="73145">163.96000000000001</cx:pt>
          <cx:pt idx="73146">201.96000000000001</cx:pt>
          <cx:pt idx="73147">99.980000000000004</cx:pt>
          <cx:pt idx="73148">40.490000000000002</cx:pt>
          <cx:pt idx="73149">131.97999999999999</cx:pt>
          <cx:pt idx="73150">114.98</cx:pt>
          <cx:pt idx="73151">85.980000000000004</cx:pt>
          <cx:pt idx="73152">84.989999999999995</cx:pt>
          <cx:pt idx="73153">84.989999999999995</cx:pt>
          <cx:pt idx="73154">159.97999999999999</cx:pt>
          <cx:pt idx="73155">41.490000000000002</cx:pt>
          <cx:pt idx="73156">84.989999999999995</cx:pt>
          <cx:pt idx="73157">84.989999999999995</cx:pt>
          <cx:pt idx="73158">84.989999999999995</cx:pt>
          <cx:pt idx="73159">84.989999999999995</cx:pt>
          <cx:pt idx="73160">72.239999999999995</cx:pt>
          <cx:pt idx="73161">83.739999999999995</cx:pt>
          <cx:pt idx="73162">84.989999999999995</cx:pt>
          <cx:pt idx="73163">173.00999999999999</cx:pt>
          <cx:pt idx="73164">89.939999999999998</cx:pt>
          <cx:pt idx="73165">59.390000000000001</cx:pt>
          <cx:pt idx="73166">65.989999999999995</cx:pt>
          <cx:pt idx="73167">59.979999999999997</cx:pt>
          <cx:pt idx="73168">252.91</cx:pt>
          <cx:pt idx="73169">250.75999999999999</cx:pt>
          <cx:pt idx="73170">107.45</cx:pt>
          <cx:pt idx="73171">71.959999999999994</cx:pt>
          <cx:pt idx="73172">107.45</cx:pt>
          <cx:pt idx="73173">107.45</cx:pt>
          <cx:pt idx="73174">107.45</cx:pt>
          <cx:pt idx="73175">107.45</cx:pt>
          <cx:pt idx="73176">107.45</cx:pt>
          <cx:pt idx="73177">49.869999999999997</cx:pt>
          <cx:pt idx="73178">107.45</cx:pt>
          <cx:pt idx="73179">128.94</cx:pt>
          <cx:pt idx="73180">107.45</cx:pt>
          <cx:pt idx="73181">107.45</cx:pt>
          <cx:pt idx="73182">170.97</cx:pt>
          <cx:pt idx="73183">173.88999999999999</cx:pt>
          <cx:pt idx="73184">63.960000000000001</cx:pt>
          <cx:pt idx="73185">167.96000000000001</cx:pt>
          <cx:pt idx="73186">172.75999999999999</cx:pt>
          <cx:pt idx="73187">184.97</cx:pt>
          <cx:pt idx="73188">134.97999999999999</cx:pt>
          <cx:pt idx="73189">162.31</cx:pt>
          <cx:pt idx="73190">159.97999999999999</cx:pt>
          <cx:pt idx="73191">219.97</cx:pt>
          <cx:pt idx="73192">65.989999999999995</cx:pt>
          <cx:pt idx="73193">137.97999999999999</cx:pt>
          <cx:pt idx="73194">104.05</cx:pt>
          <cx:pt idx="73195">131.97999999999999</cx:pt>
          <cx:pt idx="73196">79.980000000000004</cx:pt>
          <cx:pt idx="73197">206.97</cx:pt>
          <cx:pt idx="73198">169.97999999999999</cx:pt>
          <cx:pt idx="73199">169.97999999999999</cx:pt>
          <cx:pt idx="73200">137.97999999999999</cx:pt>
          <cx:pt idx="73201">59.990000000000002</cx:pt>
          <cx:pt idx="73202">135.09</cx:pt>
          <cx:pt idx="73203">99.980000000000004</cx:pt>
          <cx:pt idx="73204">79.989999999999995</cx:pt>
          <cx:pt idx="73205">35.619999999999997</cx:pt>
          <cx:pt idx="73206">84.989999999999995</cx:pt>
          <cx:pt idx="73207">122.98</cx:pt>
          <cx:pt idx="73208">66.269999999999996</cx:pt>
          <cx:pt idx="73209">56.979999999999997</cx:pt>
          <cx:pt idx="73210">14.99</cx:pt>
          <cx:pt idx="73211">124.97</cx:pt>
          <cx:pt idx="73212">81.560000000000002</cx:pt>
          <cx:pt idx="73213">77.400000000000006</cx:pt>
          <cx:pt idx="73214">108.88</cx:pt>
          <cx:pt idx="73215">141.53</cx:pt>
          <cx:pt idx="73216">92.540000000000006</cx:pt>
          <cx:pt idx="73217">77.400000000000006</cx:pt>
          <cx:pt idx="73218">73.769999999999996</cx:pt>
          <cx:pt idx="73219">49.57</cx:pt>
          <cx:pt idx="73220">88.269999999999996</cx:pt>
          <cx:pt idx="73221">81.019999999999996</cx:pt>
          <cx:pt idx="73222">103.41</cx:pt>
          <cx:pt idx="73223">99.170000000000002</cx:pt>
          <cx:pt idx="73224">103.41</cx:pt>
          <cx:pt idx="73225">203.44999999999999</cx:pt>
          <cx:pt idx="73226">160.97</cx:pt>
          <cx:pt idx="73227">108.88</cx:pt>
          <cx:pt idx="73228">53.460000000000001</cx:pt>
          <cx:pt idx="73229">85.519999999999996</cx:pt>
          <cx:pt idx="73230">108.93000000000001</cx:pt>
          <cx:pt idx="73231">159.31999999999999</cx:pt>
          <cx:pt idx="73232">56.090000000000003</cx:pt>
          <cx:pt idx="73233">182.97</cx:pt>
          <cx:pt idx="73234">191.88999999999999</cx:pt>
          <cx:pt idx="73235">133.16</cx:pt>
          <cx:pt idx="73236">167.97</cx:pt>
          <cx:pt idx="73237">191.74000000000001</cx:pt>
          <cx:pt idx="73238">242.94999999999999</cx:pt>
          <cx:pt idx="73239">90.969999999999999</cx:pt>
          <cx:pt idx="73240">73.959999999999994</cx:pt>
          <cx:pt idx="73241">104.98</cx:pt>
          <cx:pt idx="73242">64.430000000000007</cx:pt>
          <cx:pt idx="73243">84.989999999999995</cx:pt>
          <cx:pt idx="73244">84.989999999999995</cx:pt>
          <cx:pt idx="73245">70.989999999999995</cx:pt>
          <cx:pt idx="73246">54.990000000000002</cx:pt>
          <cx:pt idx="73247">84.989999999999995</cx:pt>
          <cx:pt idx="73248">84.989999999999995</cx:pt>
          <cx:pt idx="73249">58.479999999999997</cx:pt>
          <cx:pt idx="73250">84.989999999999995</cx:pt>
          <cx:pt idx="73251">86.489999999999995</cx:pt>
          <cx:pt idx="73252">84.989999999999995</cx:pt>
          <cx:pt idx="73253">83.980000000000004</cx:pt>
          <cx:pt idx="73254">84.989999999999995</cx:pt>
          <cx:pt idx="73255">119.95999999999999</cx:pt>
          <cx:pt idx="73256">89.969999999999999</cx:pt>
          <cx:pt idx="73257">119.95999999999999</cx:pt>
          <cx:pt idx="73258">-131.97999999999999</cx:pt>
          <cx:pt idx="73259">119.95999999999999</cx:pt>
          <cx:pt idx="73260">114.26000000000001</cx:pt>
          <cx:pt idx="73261">119.95999999999999</cx:pt>
          <cx:pt idx="73262">119.95999999999999</cx:pt>
          <cx:pt idx="73263">119.95999999999999</cx:pt>
          <cx:pt idx="73264">59.979999999999997</cx:pt>
          <cx:pt idx="73265">149.94999999999999</cx:pt>
          <cx:pt idx="73266">79.980000000000004</cx:pt>
          <cx:pt idx="73267">79.980000000000004</cx:pt>
          <cx:pt idx="73268">99.969999999999999</cx:pt>
          <cx:pt idx="73269">79.980000000000004</cx:pt>
          <cx:pt idx="73270">99.969999999999999</cx:pt>
          <cx:pt idx="73271">114.97</cx:pt>
          <cx:pt idx="73272">69.670000000000002</cx:pt>
          <cx:pt idx="73273">99.969999999999999</cx:pt>
          <cx:pt idx="73274">105.98</cx:pt>
          <cx:pt idx="73275">99.969999999999999</cx:pt>
          <cx:pt idx="73276">79.480000000000004</cx:pt>
          <cx:pt idx="73277">99.969999999999999</cx:pt>
          <cx:pt idx="73278">107.33</cx:pt>
          <cx:pt idx="73279">95.980000000000004</cx:pt>
          <cx:pt idx="73280">193.56</cx:pt>
          <cx:pt idx="73281">137.97999999999999</cx:pt>
          <cx:pt idx="73282">123.56</cx:pt>
          <cx:pt idx="73283">82.549999999999997</cx:pt>
          <cx:pt idx="73284">79.969999999999999</cx:pt>
          <cx:pt idx="73285">83.900000000000006</cx:pt>
          <cx:pt idx="73286">73.980000000000004</cx:pt>
          <cx:pt idx="73287">158.56</cx:pt>
          <cx:pt idx="73288">84.989999999999995</cx:pt>
          <cx:pt idx="73289">85.609999999999999</cx:pt>
          <cx:pt idx="73290">92.379999999999995</cx:pt>
          <cx:pt idx="73291">103.95999999999999</cx:pt>
          <cx:pt idx="73292">66.980000000000004</cx:pt>
          <cx:pt idx="73293">96.859999999999999</cx:pt>
          <cx:pt idx="73294">55.469999999999999</cx:pt>
          <cx:pt idx="73295">121.98</cx:pt>
          <cx:pt idx="73296">106.95999999999999</cx:pt>
          <cx:pt idx="73297">101.95999999999999</cx:pt>
          <cx:pt idx="73298">64.950000000000003</cx:pt>
          <cx:pt idx="73299">119.95999999999999</cx:pt>
          <cx:pt idx="73300">131.97999999999999</cx:pt>
          <cx:pt idx="73301">55.210000000000001</cx:pt>
          <cx:pt idx="73302">121.98</cx:pt>
          <cx:pt idx="73303">55.5</cx:pt>
          <cx:pt idx="73304">60.990000000000002</cx:pt>
          <cx:pt idx="73305">60.990000000000002</cx:pt>
          <cx:pt idx="73306">60.990000000000002</cx:pt>
          <cx:pt idx="73307">121.98</cx:pt>
          <cx:pt idx="73308">121.98</cx:pt>
          <cx:pt idx="73309">60.990000000000002</cx:pt>
          <cx:pt idx="73310">59.479999999999997</cx:pt>
          <cx:pt idx="73311">53.939999999999998</cx:pt>
          <cx:pt idx="73312">60.990000000000002</cx:pt>
          <cx:pt idx="73313">131.97999999999999</cx:pt>
          <cx:pt idx="73314">76.980000000000004</cx:pt>
          <cx:pt idx="73315">60.990000000000002</cx:pt>
          <cx:pt idx="73316">74.950000000000003</cx:pt>
          <cx:pt idx="73317">159.91</cx:pt>
          <cx:pt idx="73318">149.90000000000001</cx:pt>
          <cx:pt idx="73319">149.90000000000001</cx:pt>
          <cx:pt idx="73320">56.979999999999997</cx:pt>
          <cx:pt idx="73321">111.95999999999999</cx:pt>
          <cx:pt idx="73322">56.979999999999997</cx:pt>
          <cx:pt idx="73323">159.91</cx:pt>
          <cx:pt idx="73324">74.950000000000003</cx:pt>
          <cx:pt idx="73325">111.95999999999999</cx:pt>
          <cx:pt idx="73326">69.950000000000003</cx:pt>
          <cx:pt idx="73327">83.939999999999998</cx:pt>
          <cx:pt idx="73328">168.93000000000001</cx:pt>
          <cx:pt idx="73329">111.92</cx:pt>
          <cx:pt idx="73330">55.960000000000001</cx:pt>
          <cx:pt idx="73331">111.92</cx:pt>
          <cx:pt idx="73332">95.950000000000003</cx:pt>
          <cx:pt idx="73333">253.91999999999999</cx:pt>
          <cx:pt idx="73334">55.960000000000001</cx:pt>
          <cx:pt idx="73335">125.95999999999999</cx:pt>
          <cx:pt idx="73336">57.609999999999999</cx:pt>
          <cx:pt idx="73337">65.989999999999995</cx:pt>
          <cx:pt idx="73338">46.479999999999997</cx:pt>
          <cx:pt idx="73339">59.969999999999999</cx:pt>
          <cx:pt idx="73340">125.95999999999999</cx:pt>
          <cx:pt idx="73341">115.97</cx:pt>
          <cx:pt idx="73342">168.22</cx:pt>
          <cx:pt idx="73343">142.94999999999999</cx:pt>
          <cx:pt idx="73344">149.97</cx:pt>
          <cx:pt idx="73345">161.36000000000001</cx:pt>
          <cx:pt idx="73346">75.980000000000004</cx:pt>
          <cx:pt idx="73347">106.38</cx:pt>
          <cx:pt idx="73348">88.340000000000003</cx:pt>
          <cx:pt idx="73349">89.980000000000004</cx:pt>
          <cx:pt idx="73350">99.969999999999999</cx:pt>
          <cx:pt idx="73351">51.450000000000003</cx:pt>
          <cx:pt idx="73352">180.80000000000001</cx:pt>
          <cx:pt idx="73353">105.34999999999999</cx:pt>
          <cx:pt idx="73354">111.90000000000001</cx:pt>
          <cx:pt idx="73355">127.72</cx:pt>
          <cx:pt idx="73356">61.43</cx:pt>
          <cx:pt idx="73357">69.950000000000003</cx:pt>
          <cx:pt idx="73358">24.989999999999998</cx:pt>
          <cx:pt idx="73359">67.400000000000006</cx:pt>
          <cx:pt idx="73360">94.150000000000006</cx:pt>
          <cx:pt idx="73361">67.980000000000004</cx:pt>
          <cx:pt idx="73362">59.969999999999999</cx:pt>
          <cx:pt idx="73363">193.88</cx:pt>
          <cx:pt idx="73364">134.97999999999999</cx:pt>
          <cx:pt idx="73365">111.92</cx:pt>
          <cx:pt idx="73366">150.25</cx:pt>
          <cx:pt idx="73367">111.92</cx:pt>
          <cx:pt idx="73368">139.90000000000001</cx:pt>
          <cx:pt idx="73369">139.90000000000001</cx:pt>
          <cx:pt idx="73370">137.87</cx:pt>
          <cx:pt idx="73371">84.650000000000006</cx:pt>
          <cx:pt idx="73372">134.24000000000001</cx:pt>
          <cx:pt idx="73373">108.90000000000001</cx:pt>
          <cx:pt idx="73374">140.28999999999999</cx:pt>
          <cx:pt idx="73375">120.94</cx:pt>
          <cx:pt idx="73376">239.97</cx:pt>
          <cx:pt idx="73377">152.97999999999999</cx:pt>
          <cx:pt idx="73378">143.97999999999999</cx:pt>
          <cx:pt idx="73379">159.97999999999999</cx:pt>
          <cx:pt idx="73380">143.97999999999999</cx:pt>
          <cx:pt idx="73381">107.97</cx:pt>
          <cx:pt idx="73382">79.989999999999995</cx:pt>
          <cx:pt idx="73383">119.97</cx:pt>
          <cx:pt idx="73384">79.989999999999995</cx:pt>
          <cx:pt idx="73385">79.989999999999995</cx:pt>
          <cx:pt idx="73386">79.989999999999995</cx:pt>
          <cx:pt idx="73387">77.349999999999994</cx:pt>
          <cx:pt idx="73388">60.990000000000002</cx:pt>
          <cx:pt idx="73389">79.989999999999995</cx:pt>
          <cx:pt idx="73390">89.980000000000004</cx:pt>
          <cx:pt idx="73391">58.740000000000002</cx:pt>
          <cx:pt idx="73392">60.990000000000002</cx:pt>
          <cx:pt idx="73393">79.989999999999995</cx:pt>
          <cx:pt idx="73394">117.95</cx:pt>
          <cx:pt idx="73395">69.980000000000004</cx:pt>
          <cx:pt idx="73396">89.969999999999999</cx:pt>
          <cx:pt idx="73397">69.980000000000004</cx:pt>
          <cx:pt idx="73398">87.469999999999999</cx:pt>
          <cx:pt idx="73399">69.980000000000004</cx:pt>
          <cx:pt idx="73400">57.93</cx:pt>
          <cx:pt idx="73401">69.980000000000004</cx:pt>
          <cx:pt idx="73402">84.980000000000004</cx:pt>
          <cx:pt idx="73403">103.95999999999999</cx:pt>
          <cx:pt idx="73404">63.969999999999999</cx:pt>
          <cx:pt idx="73405">48.969999999999999</cx:pt>
          <cx:pt idx="73406">59.979999999999997</cx:pt>
          <cx:pt idx="73407">52.509999999999998</cx:pt>
          <cx:pt idx="73408">69.980000000000004</cx:pt>
          <cx:pt idx="73409">275.93000000000001</cx:pt>
          <cx:pt idx="73410">239.96000000000001</cx:pt>
          <cx:pt idx="73411">249.91</cx:pt>
          <cx:pt idx="73412">219.97</cx:pt>
          <cx:pt idx="73413">95.980000000000004</cx:pt>
          <cx:pt idx="73414">241.94999999999999</cx:pt>
          <cx:pt idx="73415">104.98</cx:pt>
          <cx:pt idx="73416">186.94999999999999</cx:pt>
          <cx:pt idx="73417">76.489999999999995</cx:pt>
          <cx:pt idx="73418">135.97</cx:pt>
          <cx:pt idx="73419">29.48</cx:pt>
          <cx:pt idx="73420">131.97999999999999</cx:pt>
          <cx:pt idx="73421">131.97999999999999</cx:pt>
          <cx:pt idx="73422">159.96000000000001</cx:pt>
          <cx:pt idx="73423">77.969999999999999</cx:pt>
          <cx:pt idx="73424">209.91</cx:pt>
          <cx:pt idx="73425">145.97</cx:pt>
          <cx:pt idx="73426">131.97999999999999</cx:pt>
          <cx:pt idx="73427">29.48</cx:pt>
          <cx:pt idx="73428">76.959999999999994</cx:pt>
          <cx:pt idx="73429">106.97</cx:pt>
          <cx:pt idx="73430">71.969999999999999</cx:pt>
          <cx:pt idx="73431">60.979999999999997</cx:pt>
          <cx:pt idx="73432">60.979999999999997</cx:pt>
          <cx:pt idx="73433">95.510000000000005</cx:pt>
          <cx:pt idx="73434">75.969999999999999</cx:pt>
          <cx:pt idx="73435">64.980000000000004</cx:pt>
          <cx:pt idx="73436">76.180000000000007</cx:pt>
          <cx:pt idx="73437">68.989999999999995</cx:pt>
          <cx:pt idx="73438">51.479999999999997</cx:pt>
          <cx:pt idx="73439">60.979999999999997</cx:pt>
          <cx:pt idx="73440">129.97</cx:pt>
          <cx:pt idx="73441">50.979999999999997</cx:pt>
          <cx:pt idx="73442">66.640000000000001</cx:pt>
          <cx:pt idx="73443">95.980000000000004</cx:pt>
          <cx:pt idx="73444">53.979999999999997</cx:pt>
          <cx:pt idx="73445">71.969999999999999</cx:pt>
          <cx:pt idx="73446">89.969999999999999</cx:pt>
          <cx:pt idx="73447">60.969999999999999</cx:pt>
          <cx:pt idx="73448">-61.979999999999997</cx:pt>
          <cx:pt idx="73449">51.979999999999997</cx:pt>
          <cx:pt idx="73450">86.969999999999999</cx:pt>
          <cx:pt idx="73451">67.060000000000002</cx:pt>
          <cx:pt idx="73452">68.969999999999999</cx:pt>
          <cx:pt idx="73453">61.979999999999997</cx:pt>
          <cx:pt idx="73454">68.969999999999999</cx:pt>
          <cx:pt idx="73455">68.969999999999999</cx:pt>
          <cx:pt idx="73456">68.969999999999999</cx:pt>
          <cx:pt idx="73457">56.969999999999999</cx:pt>
          <cx:pt idx="73458">89.969999999999999</cx:pt>
          <cx:pt idx="73459">56.979999999999997</cx:pt>
          <cx:pt idx="73460">59.979999999999997</cx:pt>
          <cx:pt idx="73461">54.880000000000003</cx:pt>
          <cx:pt idx="73462">59.979999999999997</cx:pt>
          <cx:pt idx="73463">56.969999999999999</cx:pt>
          <cx:pt idx="73464">76.489999999999995</cx:pt>
          <cx:pt idx="73465">84.989999999999995</cx:pt>
          <cx:pt idx="73466">84.989999999999995</cx:pt>
          <cx:pt idx="73467">84.989999999999995</cx:pt>
          <cx:pt idx="73468">84.989999999999995</cx:pt>
          <cx:pt idx="73469">84.989999999999995</cx:pt>
          <cx:pt idx="73470">127.98</cx:pt>
          <cx:pt idx="73471">99.980000000000004</cx:pt>
          <cx:pt idx="73472">88.969999999999999</cx:pt>
          <cx:pt idx="73473">104.98</cx:pt>
          <cx:pt idx="73474">72.239999999999995</cx:pt>
          <cx:pt idx="73475">84.989999999999995</cx:pt>
          <cx:pt idx="73476">98.129999999999995</cx:pt>
          <cx:pt idx="73477">84.989999999999995</cx:pt>
          <cx:pt idx="73478">119.94</cx:pt>
          <cx:pt idx="73479">197.96000000000001</cx:pt>
          <cx:pt idx="73480">169.97999999999999</cx:pt>
          <cx:pt idx="73481">146.66</cx:pt>
          <cx:pt idx="73482">83.939999999999998</cx:pt>
          <cx:pt idx="73483">272.93000000000001</cx:pt>
          <cx:pt idx="73484">63.969999999999999</cx:pt>
          <cx:pt idx="73485">59.969999999999999</cx:pt>
          <cx:pt idx="73486">78.969999999999999</cx:pt>
          <cx:pt idx="73487">68.989999999999995</cx:pt>
          <cx:pt idx="73488">93.959999999999994</cx:pt>
          <cx:pt idx="73489">76.959999999999994</cx:pt>
          <cx:pt idx="73490">68.569999999999993</cx:pt>
          <cx:pt idx="73491">56.969999999999999</cx:pt>
          <cx:pt idx="73492">73.969999999999999</cx:pt>
          <cx:pt idx="73493">51.979999999999997</cx:pt>
          <cx:pt idx="73494">79.989999999999995</cx:pt>
          <cx:pt idx="73495">67.980000000000004</cx:pt>
          <cx:pt idx="73496">169.97999999999999</cx:pt>
          <cx:pt idx="73497">247.47</cx:pt>
          <cx:pt idx="73498">71.480000000000004</cx:pt>
          <cx:pt idx="73499">139.97999999999999</cx:pt>
          <cx:pt idx="73500">74.969999999999999</cx:pt>
          <cx:pt idx="73501">160.16</cx:pt>
          <cx:pt idx="73502">108.95999999999999</cx:pt>
          <cx:pt idx="73503">151.94999999999999</cx:pt>
          <cx:pt idx="73504">118.97</cx:pt>
          <cx:pt idx="73505">155.94</cx:pt>
          <cx:pt idx="73506">101.94</cx:pt>
          <cx:pt idx="73507">189.93000000000001</cx:pt>
          <cx:pt idx="73508">182.93000000000001</cx:pt>
          <cx:pt idx="73509">101.94</cx:pt>
          <cx:pt idx="73510">110.3</cx:pt>
          <cx:pt idx="73511">74.950000000000003</cx:pt>
          <cx:pt idx="73512">59.960000000000001</cx:pt>
          <cx:pt idx="73513">59.979999999999997</cx:pt>
          <cx:pt idx="73514">39.479999999999997</cx:pt>
          <cx:pt idx="73515">59.979999999999997</cx:pt>
          <cx:pt idx="73516">59.979999999999997</cx:pt>
          <cx:pt idx="73517">53.979999999999997</cx:pt>
          <cx:pt idx="73518">59.979999999999997</cx:pt>
          <cx:pt idx="73519">57.770000000000003</cx:pt>
          <cx:pt idx="73520">59.979999999999997</cx:pt>
          <cx:pt idx="73521">54.369999999999997</cx:pt>
          <cx:pt idx="73522">59.979999999999997</cx:pt>
          <cx:pt idx="73523">59.979999999999997</cx:pt>
          <cx:pt idx="73524">59.979999999999997</cx:pt>
          <cx:pt idx="73525">56.979999999999997</cx:pt>
          <cx:pt idx="73526">59.979999999999997</cx:pt>
          <cx:pt idx="73527">48.840000000000003</cx:pt>
          <cx:pt idx="73528">64.569999999999993</cx:pt>
          <cx:pt idx="73529">59.979999999999997</cx:pt>
          <cx:pt idx="73530">66.980000000000004</cx:pt>
          <cx:pt idx="73531">59.979999999999997</cx:pt>
          <cx:pt idx="73532">54.979999999999997</cx:pt>
          <cx:pt idx="73533">53.979999999999997</cx:pt>
          <cx:pt idx="73534">73.980000000000004</cx:pt>
          <cx:pt idx="73535">59.979999999999997</cx:pt>
          <cx:pt idx="73536">58.729999999999997</cx:pt>
          <cx:pt idx="73537">61.979999999999997</cx:pt>
          <cx:pt idx="73538">84.969999999999999</cx:pt>
          <cx:pt idx="73539">69.980000000000004</cx:pt>
          <cx:pt idx="73540">59.380000000000003</cx:pt>
          <cx:pt idx="73541">74.969999999999999</cx:pt>
          <cx:pt idx="73542">55.280000000000001</cx:pt>
          <cx:pt idx="73543">62.490000000000002</cx:pt>
          <cx:pt idx="73544">56.979999999999997</cx:pt>
          <cx:pt idx="73545">20.289999999999999</cx:pt>
          <cx:pt idx="73546">10.289999999999999</cx:pt>
          <cx:pt idx="73547">84.989999999999995</cx:pt>
          <cx:pt idx="73548">54.990000000000002</cx:pt>
          <cx:pt idx="73549">84.989999999999995</cx:pt>
          <cx:pt idx="73550">84.989999999999995</cx:pt>
          <cx:pt idx="73551">79.049999999999997</cx:pt>
          <cx:pt idx="73552">68.959999999999994</cx:pt>
          <cx:pt idx="73553">84.989999999999995</cx:pt>
          <cx:pt idx="73554">10.1</cx:pt>
          <cx:pt idx="73555">103.98</cx:pt>
          <cx:pt idx="73556">84.989999999999995</cx:pt>
          <cx:pt idx="73557">84.989999999999995</cx:pt>
          <cx:pt idx="73558">84.989999999999995</cx:pt>
          <cx:pt idx="73559">99.980000000000004</cx:pt>
          <cx:pt idx="73560">129.97</cx:pt>
          <cx:pt idx="73561">84.989999999999995</cx:pt>
          <cx:pt idx="73562">131.97999999999999</cx:pt>
          <cx:pt idx="73563">111.97</cx:pt>
          <cx:pt idx="73564">35.689999999999998</cx:pt>
          <cx:pt idx="73565">93.489999999999995</cx:pt>
          <cx:pt idx="73566">94.150000000000006</cx:pt>
          <cx:pt idx="73567">59.950000000000003</cx:pt>
          <cx:pt idx="73568">76.489999999999995</cx:pt>
          <cx:pt idx="73569">91.870000000000005</cx:pt>
          <cx:pt idx="73570">110.87</cx:pt>
          <cx:pt idx="73571">84.989999999999995</cx:pt>
          <cx:pt idx="73572">84.989999999999995</cx:pt>
          <cx:pt idx="73573">91.980000000000004</cx:pt>
          <cx:pt idx="73574">72.239999999999995</cx:pt>
          <cx:pt idx="73575">65.989999999999995</cx:pt>
          <cx:pt idx="73576">84.989999999999995</cx:pt>
          <cx:pt idx="73577">84.989999999999995</cx:pt>
          <cx:pt idx="73578">84.989999999999995</cx:pt>
          <cx:pt idx="73579">75.090000000000003</cx:pt>
          <cx:pt idx="73580">84.989999999999995</cx:pt>
          <cx:pt idx="73581">82.840000000000003</cx:pt>
          <cx:pt idx="73582">82.640000000000001</cx:pt>
          <cx:pt idx="73583">84.989999999999995</cx:pt>
          <cx:pt idx="73584">65.989999999999995</cx:pt>
          <cx:pt idx="73585">84.989999999999995</cx:pt>
          <cx:pt idx="73586">84.989999999999995</cx:pt>
          <cx:pt idx="73587">99.980000000000004</cx:pt>
          <cx:pt idx="73588">41.969999999999999</cx:pt>
          <cx:pt idx="73589">41.969999999999999</cx:pt>
          <cx:pt idx="73590">273.93000000000001</cx:pt>
          <cx:pt idx="73591">307.10000000000002</cx:pt>
          <cx:pt idx="73592">273.93000000000001</cx:pt>
          <cx:pt idx="73593">131.97999999999999</cx:pt>
          <cx:pt idx="73594">99.980000000000004</cx:pt>
          <cx:pt idx="73595">99.980000000000004</cx:pt>
          <cx:pt idx="73596">307.10000000000002</cx:pt>
          <cx:pt idx="73597">131.97999999999999</cx:pt>
          <cx:pt idx="73598">246.86000000000001</cx:pt>
          <cx:pt idx="73599">246.86000000000001</cx:pt>
          <cx:pt idx="73600">87.329999999999998</cx:pt>
          <cx:pt idx="73601">84.989999999999995</cx:pt>
          <cx:pt idx="73602">99.980000000000004</cx:pt>
          <cx:pt idx="73603">99.980000000000004</cx:pt>
          <cx:pt idx="73604">84.989999999999995</cx:pt>
          <cx:pt idx="73605">84.989999999999995</cx:pt>
          <cx:pt idx="73606">76.489999999999995</cx:pt>
          <cx:pt idx="73607">84.989999999999995</cx:pt>
          <cx:pt idx="73608">84.989999999999995</cx:pt>
          <cx:pt idx="73609">84.989999999999995</cx:pt>
          <cx:pt idx="73610">84.989999999999995</cx:pt>
          <cx:pt idx="73611">53.969999999999999</cx:pt>
          <cx:pt idx="73612">69.989999999999995</cx:pt>
          <cx:pt idx="73613">134.55000000000001</cx:pt>
          <cx:pt idx="73614">60.990000000000002</cx:pt>
          <cx:pt idx="73615">79.989999999999995</cx:pt>
          <cx:pt idx="73616">60.990000000000002</cx:pt>
          <cx:pt idx="73617">43.310000000000002</cx:pt>
          <cx:pt idx="73618">84.989999999999995</cx:pt>
          <cx:pt idx="73619">84.989999999999995</cx:pt>
          <cx:pt idx="73620">68.829999999999998</cx:pt>
          <cx:pt idx="73621">82.019999999999996</cx:pt>
          <cx:pt idx="73622">104.98</cx:pt>
          <cx:pt idx="73623">82.599999999999994</cx:pt>
          <cx:pt idx="73624">68.989999999999995</cx:pt>
          <cx:pt idx="73625">84.989999999999995</cx:pt>
          <cx:pt idx="73626">65.189999999999998</cx:pt>
          <cx:pt idx="73627">54.979999999999997</cx:pt>
          <cx:pt idx="73628">54.979999999999997</cx:pt>
          <cx:pt idx="73629">84.989999999999995</cx:pt>
          <cx:pt idx="73630">106.97</cx:pt>
          <cx:pt idx="73631">39.020000000000003</cx:pt>
          <cx:pt idx="73632">65.989999999999995</cx:pt>
          <cx:pt idx="73633">65.989999999999995</cx:pt>
          <cx:pt idx="73634">39.979999999999997</cx:pt>
          <cx:pt idx="73635">65.989999999999995</cx:pt>
          <cx:pt idx="73636">65.989999999999995</cx:pt>
          <cx:pt idx="73637">64.269999999999996</cx:pt>
          <cx:pt idx="73638">53.969999999999999</cx:pt>
          <cx:pt idx="73639">77.640000000000001</cx:pt>
          <cx:pt idx="73640">46.170000000000002</cx:pt>
          <cx:pt idx="73641">134.96000000000001</cx:pt>
          <cx:pt idx="73642">149.94999999999999</cx:pt>
          <cx:pt idx="73643">89.969999999999999</cx:pt>
          <cx:pt idx="73644">89.969999999999999</cx:pt>
          <cx:pt idx="73645">149.94999999999999</cx:pt>
          <cx:pt idx="73646">299.89999999999998</cx:pt>
          <cx:pt idx="73647">299.89999999999998</cx:pt>
          <cx:pt idx="73648">134.96000000000001</cx:pt>
          <cx:pt idx="73649">89.969999999999999</cx:pt>
          <cx:pt idx="73650">149.94999999999999</cx:pt>
          <cx:pt idx="73651">278.06999999999999</cx:pt>
          <cx:pt idx="73652">89.969999999999999</cx:pt>
          <cx:pt idx="73653">278.06999999999999</cx:pt>
          <cx:pt idx="73654">149.94999999999999</cx:pt>
          <cx:pt idx="73655">84.989999999999995</cx:pt>
          <cx:pt idx="73656">59.979999999999997</cx:pt>
          <cx:pt idx="73657">84.969999999999999</cx:pt>
          <cx:pt idx="73658">89.980000000000004</cx:pt>
          <cx:pt idx="73659">59.979999999999997</cx:pt>
          <cx:pt idx="73660">51.479999999999997</cx:pt>
          <cx:pt idx="73661">109.98</cx:pt>
          <cx:pt idx="73662">74.969999999999999</cx:pt>
          <cx:pt idx="73663">-51.479999999999997</cx:pt>
          <cx:pt idx="73664">31.57</cx:pt>
          <cx:pt idx="73665">169.97999999999999</cx:pt>
          <cx:pt idx="73666">181.97</cx:pt>
          <cx:pt idx="73667">99.980000000000004</cx:pt>
          <cx:pt idx="73668">57.460000000000001</cx:pt>
          <cx:pt idx="73669">84.989999999999995</cx:pt>
          <cx:pt idx="73670">84.989999999999995</cx:pt>
          <cx:pt idx="73671">84.989999999999995</cx:pt>
          <cx:pt idx="73672">84.989999999999995</cx:pt>
          <cx:pt idx="73673">84.989999999999995</cx:pt>
          <cx:pt idx="73674">99.980000000000004</cx:pt>
          <cx:pt idx="73675">99.980000000000004</cx:pt>
          <cx:pt idx="73676">84.989999999999995</cx:pt>
          <cx:pt idx="73677">97.129999999999995</cx:pt>
          <cx:pt idx="73678">84.989999999999995</cx:pt>
          <cx:pt idx="73679">113.97</cx:pt>
          <cx:pt idx="73680">80.450000000000003</cx:pt>
          <cx:pt idx="73681">84.989999999999995</cx:pt>
          <cx:pt idx="73682">84.989999999999995</cx:pt>
          <cx:pt idx="73683">97.129999999999995</cx:pt>
          <cx:pt idx="73684">102.98</cx:pt>
          <cx:pt idx="73685">84.989999999999995</cx:pt>
          <cx:pt idx="73686">84.989999999999995</cx:pt>
          <cx:pt idx="73687">84.989999999999995</cx:pt>
          <cx:pt idx="73688">80.450000000000003</cx:pt>
          <cx:pt idx="73689">102.98</cx:pt>
          <cx:pt idx="73690">113.97</cx:pt>
          <cx:pt idx="73691">109.97</cx:pt>
          <cx:pt idx="73692">503.88</cx:pt>
          <cx:pt idx="73693">399.94999999999999</cx:pt>
          <cx:pt idx="73694">31.48</cx:pt>
          <cx:pt idx="73695">59.950000000000003</cx:pt>
          <cx:pt idx="73696">119.95999999999999</cx:pt>
          <cx:pt idx="73697">91.480000000000004</cx:pt>
          <cx:pt idx="73698">155.97</cx:pt>
          <cx:pt idx="73699">39.990000000000002</cx:pt>
          <cx:pt idx="73700">110.95</cx:pt>
          <cx:pt idx="73701">191.96000000000001</cx:pt>
          <cx:pt idx="73702">74.980000000000004</cx:pt>
          <cx:pt idx="73703">205.94</cx:pt>
          <cx:pt idx="73704">265.95999999999998</cx:pt>
          <cx:pt idx="73705">178.97</cx:pt>
          <cx:pt idx="73706">188.97</cx:pt>
          <cx:pt idx="73707">273.95999999999998</cx:pt>
          <cx:pt idx="73708">154.97999999999999</cx:pt>
          <cx:pt idx="73709">79.980000000000004</cx:pt>
          <cx:pt idx="73710">152.97999999999999</cx:pt>
          <cx:pt idx="73711">151.02000000000001</cx:pt>
          <cx:pt idx="73712">169.97999999999999</cx:pt>
          <cx:pt idx="73713">99.980000000000004</cx:pt>
          <cx:pt idx="73714">169.97999999999999</cx:pt>
          <cx:pt idx="73715">144.47999999999999</cx:pt>
          <cx:pt idx="73716">47.280000000000001</cx:pt>
          <cx:pt idx="73717">46.939999999999998</cx:pt>
          <cx:pt idx="73718">84.989999999999995</cx:pt>
          <cx:pt idx="73719">51.289999999999999</cx:pt>
          <cx:pt idx="73720">84.989999999999995</cx:pt>
          <cx:pt idx="73721">169.97999999999999</cx:pt>
          <cx:pt idx="73722">169.97999999999999</cx:pt>
          <cx:pt idx="73723">84.989999999999995</cx:pt>
          <cx:pt idx="73724">65.189999999999998</cx:pt>
          <cx:pt idx="73725">51.289999999999999</cx:pt>
          <cx:pt idx="73726">127.47</cx:pt>
          <cx:pt idx="73727">149.97</cx:pt>
          <cx:pt idx="73728">89.980000000000004</cx:pt>
          <cx:pt idx="73729">145.27000000000001</cx:pt>
          <cx:pt idx="73730">119.97</cx:pt>
          <cx:pt idx="73731">149.97</cx:pt>
          <cx:pt idx="73732">144.47999999999999</cx:pt>
          <cx:pt idx="73733">89.980000000000004</cx:pt>
          <cx:pt idx="73734">99.980000000000004</cx:pt>
          <cx:pt idx="73735">84.989999999999995</cx:pt>
          <cx:pt idx="73736">99.980000000000004</cx:pt>
          <cx:pt idx="73737">99.980000000000004</cx:pt>
          <cx:pt idx="73738">84.989999999999995</cx:pt>
          <cx:pt idx="73739">127.98</cx:pt>
          <cx:pt idx="73740">119.97</cx:pt>
          <cx:pt idx="73741">91.090000000000003</cx:pt>
          <cx:pt idx="73742">90.079999999999998</cx:pt>
          <cx:pt idx="73743">64.980000000000004</cx:pt>
          <cx:pt idx="73744">99.980000000000004</cx:pt>
          <cx:pt idx="73745">127.95999999999999</cx:pt>
          <cx:pt idx="73746">167.96000000000001</cx:pt>
          <cx:pt idx="73747">187.74000000000001</cx:pt>
          <cx:pt idx="73748">177.94999999999999</cx:pt>
          <cx:pt idx="73749">57.560000000000002</cx:pt>
          <cx:pt idx="73750">68.989999999999995</cx:pt>
          <cx:pt idx="73751">50.289999999999999</cx:pt>
          <cx:pt idx="73752">74.989999999999995</cx:pt>
          <cx:pt idx="73753">65.189999999999998</cx:pt>
          <cx:pt idx="73754">-11.5</cx:pt>
          <cx:pt idx="73755">76.489999999999995</cx:pt>
          <cx:pt idx="73756">95.900000000000006</cx:pt>
          <cx:pt idx="73757">269.94</cx:pt>
          <cx:pt idx="73758">193.78999999999999</cx:pt>
          <cx:pt idx="73759">79.989999999999995</cx:pt>
          <cx:pt idx="73760">79.989999999999995</cx:pt>
          <cx:pt idx="73761">159.97999999999999</cx:pt>
          <cx:pt idx="73762">159.97999999999999</cx:pt>
          <cx:pt idx="73763">159.97999999999999</cx:pt>
          <cx:pt idx="73764">79.989999999999995</cx:pt>
          <cx:pt idx="73765">79.989999999999995</cx:pt>
          <cx:pt idx="73766">67.989999999999995</cx:pt>
          <cx:pt idx="73767">69.989999999999995</cx:pt>
          <cx:pt idx="73768">79.989999999999995</cx:pt>
          <cx:pt idx="73769">159.97999999999999</cx:pt>
          <cx:pt idx="73770">75.980000000000004</cx:pt>
          <cx:pt idx="73771">76.489999999999995</cx:pt>
          <cx:pt idx="73772">64.989999999999995</cx:pt>
          <cx:pt idx="73773">76.489999999999995</cx:pt>
          <cx:pt idx="73774">154.47999999999999</cx:pt>
          <cx:pt idx="73775">79.980000000000004</cx:pt>
          <cx:pt idx="73776">65.189999999999998</cx:pt>
          <cx:pt idx="73777">58.640000000000001</cx:pt>
          <cx:pt idx="73778">89.969999999999999</cx:pt>
          <cx:pt idx="73779">70.989999999999995</cx:pt>
          <cx:pt idx="73780">58.640000000000001</cx:pt>
          <cx:pt idx="73781">75.579999999999998</cx:pt>
          <cx:pt idx="73782">67.140000000000001</cx:pt>
          <cx:pt idx="73783">25.48</cx:pt>
          <cx:pt idx="73784">13.49</cx:pt>
          <cx:pt idx="73785">84.989999999999995</cx:pt>
          <cx:pt idx="73786">12.49</cx:pt>
          <cx:pt idx="73787">-21.989999999999998</cx:pt>
          <cx:pt idx="73788">47.469999999999999</cx:pt>
          <cx:pt idx="73789">154.97999999999999</cx:pt>
          <cx:pt idx="73790">84.989999999999995</cx:pt>
          <cx:pt idx="73791">186.44999999999999</cx:pt>
          <cx:pt idx="73792">118.97</cx:pt>
          <cx:pt idx="73793">66.980000000000004</cx:pt>
          <cx:pt idx="73794">119.98</cx:pt>
          <cx:pt idx="73795">99.980000000000004</cx:pt>
          <cx:pt idx="73796">68.989999999999995</cx:pt>
          <cx:pt idx="73797">119.98</cx:pt>
          <cx:pt idx="73798">46.469999999999999</cx:pt>
          <cx:pt idx="73799">99.980000000000004</cx:pt>
          <cx:pt idx="73800">88.489999999999995</cx:pt>
          <cx:pt idx="73801">44.990000000000002</cx:pt>
          <cx:pt idx="73802">67.469999999999999</cx:pt>
          <cx:pt idx="73803">111.95</cx:pt>
          <cx:pt idx="73804">51.619999999999997</cx:pt>
          <cx:pt idx="73805">52.920000000000002</cx:pt>
          <cx:pt idx="73806">78.260000000000005</cx:pt>
          <cx:pt idx="73807">84.989999999999995</cx:pt>
          <cx:pt idx="73808">75.959999999999994</cx:pt>
          <cx:pt idx="73809">94.950000000000003</cx:pt>
          <cx:pt idx="73810">75.959999999999994</cx:pt>
          <cx:pt idx="73811">239.97</cx:pt>
          <cx:pt idx="73812">214.97</cx:pt>
          <cx:pt idx="73813">113.94</cx:pt>
          <cx:pt idx="73814">239.97</cx:pt>
          <cx:pt idx="73815">73.930000000000007</cx:pt>
          <cx:pt idx="73816">54.420000000000002</cx:pt>
          <cx:pt idx="73817">45.439999999999998</cx:pt>
          <cx:pt idx="73818">116.97</cx:pt>
          <cx:pt idx="73819">51.280000000000001</cx:pt>
          <cx:pt idx="73820">84.989999999999995</cx:pt>
          <cx:pt idx="73821">51.979999999999997</cx:pt>
          <cx:pt idx="73822">83.239999999999995</cx:pt>
          <cx:pt idx="73823">59.490000000000002</cx:pt>
          <cx:pt idx="73824">76.489999999999995</cx:pt>
          <cx:pt idx="73825">84.989999999999995</cx:pt>
          <cx:pt idx="73826">49.979999999999997</cx:pt>
          <cx:pt idx="73827">83.099999999999994</cx:pt>
          <cx:pt idx="73828">78.280000000000001</cx:pt>
          <cx:pt idx="73829">84.989999999999995</cx:pt>
          <cx:pt idx="73830">107.98</cx:pt>
          <cx:pt idx="73831">84.989999999999995</cx:pt>
          <cx:pt idx="73832">64.930000000000007</cx:pt>
          <cx:pt idx="73833">103.26000000000001</cx:pt>
          <cx:pt idx="73834">84.989999999999995</cx:pt>
          <cx:pt idx="73835">65.989999999999995</cx:pt>
          <cx:pt idx="73836">84.989999999999995</cx:pt>
          <cx:pt idx="73837">84.989999999999995</cx:pt>
          <cx:pt idx="73838">449.91000000000003</cx:pt>
          <cx:pt idx="73839">59.960000000000001</cx:pt>
          <cx:pt idx="73840">134.97999999999999</cx:pt>
          <cx:pt idx="73841">134.97999999999999</cx:pt>
          <cx:pt idx="73842">117.97</cx:pt>
          <cx:pt idx="73843">134.97999999999999</cx:pt>
          <cx:pt idx="73844">128.22999999999999</cx:pt>
          <cx:pt idx="73845">134.97999999999999</cx:pt>
          <cx:pt idx="73846">120.52</cx:pt>
          <cx:pt idx="73847">65.989999999999995</cx:pt>
          <cx:pt idx="73848">65.989999999999995</cx:pt>
          <cx:pt idx="73849">65.989999999999995</cx:pt>
          <cx:pt idx="73850">55.979999999999997</cx:pt>
          <cx:pt idx="73851">64.150000000000006</cx:pt>
          <cx:pt idx="73852">65.989999999999995</cx:pt>
          <cx:pt idx="73853">65.989999999999995</cx:pt>
          <cx:pt idx="73854">161.03999999999999</cx:pt>
          <cx:pt idx="73855">65.989999999999995</cx:pt>
          <cx:pt idx="73856">155.66</cx:pt>
          <cx:pt idx="73857">59.390000000000001</cx:pt>
          <cx:pt idx="73858">59.990000000000002</cx:pt>
          <cx:pt idx="73859">64.010000000000005</cx:pt>
          <cx:pt idx="73860">61.789999999999999</cx:pt>
          <cx:pt idx="73861">159.97999999999999</cx:pt>
          <cx:pt idx="73862">83.939999999999998</cx:pt>
          <cx:pt idx="73863">143.97999999999999</cx:pt>
          <cx:pt idx="73864">143.97999999999999</cx:pt>
          <cx:pt idx="73865">319.95999999999998</cx:pt>
          <cx:pt idx="73866">199.91999999999999</cx:pt>
          <cx:pt idx="73867">29.48</cx:pt>
          <cx:pt idx="73868">99.959999999999994</cx:pt>
          <cx:pt idx="73869">29.48</cx:pt>
          <cx:pt idx="73870">74.969999999999999</cx:pt>
          <cx:pt idx="73871">99.959999999999994</cx:pt>
          <cx:pt idx="73872">31.100000000000001</cx:pt>
          <cx:pt idx="73873">120.70999999999999</cx:pt>
          <cx:pt idx="73874">139.63999999999999</cx:pt>
          <cx:pt idx="73875">121.98</cx:pt>
          <cx:pt idx="73876">65.989999999999995</cx:pt>
          <cx:pt idx="73877">93.959999999999994</cx:pt>
          <cx:pt idx="73878">89.969999999999999</cx:pt>
          <cx:pt idx="73879">69.980000000000004</cx:pt>
          <cx:pt idx="73880">155.97</cx:pt>
          <cx:pt idx="73881">189.75999999999999</cx:pt>
          <cx:pt idx="73882">63.719999999999999</cx:pt>
          <cx:pt idx="73883">104.65000000000001</cx:pt>
          <cx:pt idx="73884">197.96000000000001</cx:pt>
          <cx:pt idx="73885">75.769999999999996</cx:pt>
          <cx:pt idx="73886">140.37</cx:pt>
          <cx:pt idx="73887">178.16</cx:pt>
          <cx:pt idx="73888">79.980000000000004</cx:pt>
          <cx:pt idx="73889">74.980000000000004</cx:pt>
          <cx:pt idx="73890">79.980000000000004</cx:pt>
          <cx:pt idx="73891">79.980000000000004</cx:pt>
          <cx:pt idx="73892">51.490000000000002</cx:pt>
          <cx:pt idx="73893">64.980000000000004</cx:pt>
          <cx:pt idx="73894">118.97</cx:pt>
          <cx:pt idx="73895">30.48</cx:pt>
          <cx:pt idx="73896">118.97</cx:pt>
          <cx:pt idx="73897">20.460000000000001</cx:pt>
          <cx:pt idx="73898">55.979999999999997</cx:pt>
          <cx:pt idx="73899">68.980000000000004</cx:pt>
          <cx:pt idx="73900">74.450000000000003</cx:pt>
          <cx:pt idx="73901">180.46000000000001</cx:pt>
          <cx:pt idx="73902">137.96000000000001</cx:pt>
          <cx:pt idx="73903">61.479999999999997</cx:pt>
          <cx:pt idx="73904">192.94999999999999</cx:pt>
          <cx:pt idx="73905">137.96000000000001</cx:pt>
          <cx:pt idx="73906">127.31999999999999</cx:pt>
          <cx:pt idx="73907">206.94</cx:pt>
          <cx:pt idx="73908">93.969999999999999</cx:pt>
          <cx:pt idx="73909">199.86000000000001</cx:pt>
          <cx:pt idx="73910">149.97</cx:pt>
          <cx:pt idx="73911">208.44</cx:pt>
          <cx:pt idx="73912">131.97999999999999</cx:pt>
          <cx:pt idx="73913">107.86</cx:pt>
          <cx:pt idx="73914">54.979999999999997</cx:pt>
          <cx:pt idx="73915">54.979999999999997</cx:pt>
          <cx:pt idx="73916">59.979999999999997</cx:pt>
          <cx:pt idx="73917">59.979999999999997</cx:pt>
          <cx:pt idx="73918">54.979999999999997</cx:pt>
          <cx:pt idx="73919">57.579999999999998</cx:pt>
          <cx:pt idx="73920">59.979999999999997</cx:pt>
          <cx:pt idx="73921">59.979999999999997</cx:pt>
          <cx:pt idx="73922">59.979999999999997</cx:pt>
          <cx:pt idx="73923">59.979999999999997</cx:pt>
          <cx:pt idx="73924">59.979999999999997</cx:pt>
          <cx:pt idx="73925">54.979999999999997</cx:pt>
          <cx:pt idx="73926">58.780000000000001</cx:pt>
          <cx:pt idx="73927">59.979999999999997</cx:pt>
          <cx:pt idx="73928">59.979999999999997</cx:pt>
          <cx:pt idx="73929">54.829999999999998</cx:pt>
          <cx:pt idx="73930">68.989999999999995</cx:pt>
          <cx:pt idx="73931">81.980000000000004</cx:pt>
          <cx:pt idx="73932">68.989999999999995</cx:pt>
          <cx:pt idx="73933">76.489999999999995</cx:pt>
          <cx:pt idx="73934">75.629999999999995</cx:pt>
          <cx:pt idx="73935">99.980000000000004</cx:pt>
          <cx:pt idx="73936">65.989999999999995</cx:pt>
          <cx:pt idx="73937">59.979999999999997</cx:pt>
          <cx:pt idx="73938">114.97</cx:pt>
          <cx:pt idx="73939">81.980000000000004</cx:pt>
          <cx:pt idx="73940">65.989999999999995</cx:pt>
          <cx:pt idx="73941">81.980000000000004</cx:pt>
          <cx:pt idx="73942">116.97</cx:pt>
          <cx:pt idx="73943">91.469999999999999</cx:pt>
          <cx:pt idx="73944">92.969999999999999</cx:pt>
          <cx:pt idx="73945">168.47</cx:pt>
          <cx:pt idx="73946">92.969999999999999</cx:pt>
          <cx:pt idx="73947">92.969999999999999</cx:pt>
          <cx:pt idx="73948">60.979999999999997</cx:pt>
          <cx:pt idx="73949">61.979999999999997</cx:pt>
          <cx:pt idx="73950">92.969999999999999</cx:pt>
          <cx:pt idx="73951">123.95999999999999</cx:pt>
          <cx:pt idx="73952">98.969999999999999</cx:pt>
          <cx:pt idx="73953">51.439999999999998</cx:pt>
          <cx:pt idx="73954">50.649999999999999</cx:pt>
          <cx:pt idx="73955">84.989999999999995</cx:pt>
          <cx:pt idx="73956">169.97999999999999</cx:pt>
          <cx:pt idx="73957">47.420000000000002</cx:pt>
          <cx:pt idx="73958">169.97999999999999</cx:pt>
          <cx:pt idx="73959">121.98</cx:pt>
          <cx:pt idx="73960">71.790000000000006</cx:pt>
          <cx:pt idx="73961">131.97999999999999</cx:pt>
          <cx:pt idx="73962">191.96000000000001</cx:pt>
          <cx:pt idx="73963">101.47</cx:pt>
          <cx:pt idx="73964">84.989999999999995</cx:pt>
          <cx:pt idx="73965">96.980000000000004</cx:pt>
          <cx:pt idx="73966">117.76000000000001</cx:pt>
          <cx:pt idx="73967">92.980000000000004</cx:pt>
          <cx:pt idx="73968">79.989999999999995</cx:pt>
          <cx:pt idx="73969">133.96000000000001</cx:pt>
          <cx:pt idx="73970">90.640000000000001</cx:pt>
          <cx:pt idx="73971">63.979999999999997</cx:pt>
          <cx:pt idx="73972">63.979999999999997</cx:pt>
          <cx:pt idx="73973">74.180000000000007</cx:pt>
          <cx:pt idx="73974">113.97</cx:pt>
          <cx:pt idx="73975">51.490000000000002</cx:pt>
          <cx:pt idx="73976">89.980000000000004</cx:pt>
          <cx:pt idx="73977">162.96000000000001</cx:pt>
          <cx:pt idx="73978">77.980000000000004</cx:pt>
          <cx:pt idx="73979">98.980000000000004</cx:pt>
          <cx:pt idx="73980">94.980000000000004</cx:pt>
          <cx:pt idx="73981">719.75999999999999</cx:pt>
          <cx:pt idx="73982">59.979999999999997</cx:pt>
          <cx:pt idx="73983">149.94999999999999</cx:pt>
          <cx:pt idx="73984">54.979999999999997</cx:pt>
          <cx:pt idx="73985">59.979999999999997</cx:pt>
          <cx:pt idx="73986">119.95999999999999</cx:pt>
          <cx:pt idx="73987">26.48</cx:pt>
          <cx:pt idx="73988">121.98</cx:pt>
          <cx:pt idx="73989">144.47999999999999</cx:pt>
          <cx:pt idx="73990">169.97999999999999</cx:pt>
          <cx:pt idx="73991">131.97999999999999</cx:pt>
          <cx:pt idx="73992">152.97999999999999</cx:pt>
          <cx:pt idx="73993">44.490000000000002</cx:pt>
          <cx:pt idx="73994">99.950000000000003</cx:pt>
          <cx:pt idx="73995">104.93000000000001</cx:pt>
          <cx:pt idx="73996">59.359999999999999</cx:pt>
          <cx:pt idx="73997">59.420000000000002</cx:pt>
          <cx:pt idx="73998">49.280000000000001</cx:pt>
          <cx:pt idx="73999">59.960000000000001</cx:pt>
          <cx:pt idx="74000">35.829999999999998</cx:pt>
          <cx:pt idx="74001">46.469999999999999</cx:pt>
          <cx:pt idx="74002">53</cx:pt>
          <cx:pt idx="74003">240.97</cx:pt>
          <cx:pt idx="74004">130.38</cx:pt>
          <cx:pt idx="74005">169.97999999999999</cx:pt>
          <cx:pt idx="74006">137.97999999999999</cx:pt>
          <cx:pt idx="74007">169.97999999999999</cx:pt>
          <cx:pt idx="74008">254.97</cx:pt>
          <cx:pt idx="74009">67.959999999999994</cx:pt>
          <cx:pt idx="74010">84.959999999999994</cx:pt>
          <cx:pt idx="74011">54.990000000000002</cx:pt>
          <cx:pt idx="74012">51.439999999999998</cx:pt>
          <cx:pt idx="74013">62.979999999999997</cx:pt>
          <cx:pt idx="74014">54.990000000000002</cx:pt>
          <cx:pt idx="74015">54.990000000000002</cx:pt>
          <cx:pt idx="74016">109.98</cx:pt>
          <cx:pt idx="74017">41.469999999999999</cx:pt>
          <cx:pt idx="74018">65.950000000000003</cx:pt>
          <cx:pt idx="74019">119.97</cx:pt>
          <cx:pt idx="74020">261.27999999999997</cx:pt>
          <cx:pt idx="74021">323.86000000000001</cx:pt>
          <cx:pt idx="74022">120.88</cx:pt>
          <cx:pt idx="74023">131.97999999999999</cx:pt>
          <cx:pt idx="74024">131.97999999999999</cx:pt>
          <cx:pt idx="74025">59.950000000000003</cx:pt>
          <cx:pt idx="74026">43.799999999999997</cx:pt>
          <cx:pt idx="74027">65.989999999999995</cx:pt>
          <cx:pt idx="74028">172.97</cx:pt>
          <cx:pt idx="74029">97.879999999999995</cx:pt>
          <cx:pt idx="74030">89.950000000000003</cx:pt>
          <cx:pt idx="74031">192.94</cx:pt>
          <cx:pt idx="74032">281.82999999999998</cx:pt>
          <cx:pt idx="74033">238.46000000000001</cx:pt>
          <cx:pt idx="74034">89.950000000000003</cx:pt>
          <cx:pt idx="74035">138.94999999999999</cx:pt>
          <cx:pt idx="74036">64.950000000000003</cx:pt>
          <cx:pt idx="74037">22.41</cx:pt>
          <cx:pt idx="74038">75.870000000000005</cx:pt>
          <cx:pt idx="74039">171.87</cx:pt>
          <cx:pt idx="74040">99.980000000000004</cx:pt>
          <cx:pt idx="74041">127.98</cx:pt>
          <cx:pt idx="74042">169.97999999999999</cx:pt>
          <cx:pt idx="74043">84.989999999999995</cx:pt>
          <cx:pt idx="74044">211.65000000000001</cx:pt>
          <cx:pt idx="74045">97.959999999999994</cx:pt>
          <cx:pt idx="74046">78.170000000000002</cx:pt>
          <cx:pt idx="74047">111.95999999999999</cx:pt>
          <cx:pt idx="74048">55.979999999999997</cx:pt>
          <cx:pt idx="74049">50.719999999999999</cx:pt>
          <cx:pt idx="74050">55.979999999999997</cx:pt>
          <cx:pt idx="74051">55.979999999999997</cx:pt>
          <cx:pt idx="74052">55.979999999999997</cx:pt>
          <cx:pt idx="74053">79.760000000000005</cx:pt>
          <cx:pt idx="74054">83.969999999999999</cx:pt>
          <cx:pt idx="74055">83.969999999999999</cx:pt>
          <cx:pt idx="74056">83.959999999999994</cx:pt>
          <cx:pt idx="74057">99.959999999999994</cx:pt>
          <cx:pt idx="74058">85.329999999999998</cx:pt>
          <cx:pt idx="74059">149.94999999999999</cx:pt>
          <cx:pt idx="74060">99.959999999999994</cx:pt>
          <cx:pt idx="74061">89.969999999999999</cx:pt>
          <cx:pt idx="74062">179.94</cx:pt>
          <cx:pt idx="74063">119.95999999999999</cx:pt>
          <cx:pt idx="74064">83.969999999999999</cx:pt>
          <cx:pt idx="74065">179.94</cx:pt>
          <cx:pt idx="74066">74.980000000000004</cx:pt>
          <cx:pt idx="74067">51.969999999999999</cx:pt>
          <cx:pt idx="74068">64.040000000000006</cx:pt>
          <cx:pt idx="74069">76.489999999999995</cx:pt>
          <cx:pt idx="74070">152.97999999999999</cx:pt>
          <cx:pt idx="74071">105.97</cx:pt>
          <cx:pt idx="74072">161.47999999999999</cx:pt>
          <cx:pt idx="74073">152.97999999999999</cx:pt>
          <cx:pt idx="74074">249.96000000000001</cx:pt>
          <cx:pt idx="74075">121.95999999999999</cx:pt>
          <cx:pt idx="74076">174.16999999999999</cx:pt>
          <cx:pt idx="74077">125.79000000000001</cx:pt>
          <cx:pt idx="74078">181.41999999999999</cx:pt>
          <cx:pt idx="74079">229.84</cx:pt>
          <cx:pt idx="74080">153.61000000000001</cx:pt>
          <cx:pt idx="74081">183.87</cx:pt>
          <cx:pt idx="74082">229.84</cx:pt>
          <cx:pt idx="74083">99.969999999999999</cx:pt>
          <cx:pt idx="74084">151.94</cx:pt>
          <cx:pt idx="74085">99.969999999999999</cx:pt>
          <cx:pt idx="74086">99.969999999999999</cx:pt>
          <cx:pt idx="74087">106.97</cx:pt>
          <cx:pt idx="74088">115.98</cx:pt>
          <cx:pt idx="74089">131.97999999999999</cx:pt>
          <cx:pt idx="74090">102.97</cx:pt>
          <cx:pt idx="74091">165.96000000000001</cx:pt>
          <cx:pt idx="74092">86.180000000000007</cx:pt>
          <cx:pt idx="74093">60.990000000000002</cx:pt>
          <cx:pt idx="74094">169.97999999999999</cx:pt>
          <cx:pt idx="74095">60.990000000000002</cx:pt>
          <cx:pt idx="74096">169.97999999999999</cx:pt>
          <cx:pt idx="74097">169.97999999999999</cx:pt>
          <cx:pt idx="74098">131.97999999999999</cx:pt>
          <cx:pt idx="74099">131.91</cx:pt>
          <cx:pt idx="74100">54.890000000000001</cx:pt>
          <cx:pt idx="74101">84.989999999999995</cx:pt>
          <cx:pt idx="74102">60.990000000000002</cx:pt>
          <cx:pt idx="74103">60.990000000000002</cx:pt>
          <cx:pt idx="74104">374.87</cx:pt>
          <cx:pt idx="74105">49.979999999999997</cx:pt>
          <cx:pt idx="74106">49.979999999999997</cx:pt>
          <cx:pt idx="74107">111.95999999999999</cx:pt>
          <cx:pt idx="74108">111.95999999999999</cx:pt>
          <cx:pt idx="74109">-56.229999999999997</cx:pt>
          <cx:pt idx="74110">-56.229999999999997</cx:pt>
          <cx:pt idx="74111">292.38</cx:pt>
          <cx:pt idx="74112">129.41</cx:pt>
          <cx:pt idx="74113">129.41</cx:pt>
          <cx:pt idx="74114">292.38</cx:pt>
          <cx:pt idx="74115">374.87</cx:pt>
          <cx:pt idx="74116">178.15000000000001</cx:pt>
          <cx:pt idx="74117">178.15000000000001</cx:pt>
          <cx:pt idx="74118">154.94999999999999</cx:pt>
          <cx:pt idx="74119">154.94999999999999</cx:pt>
          <cx:pt idx="74120">65.989999999999995</cx:pt>
          <cx:pt idx="74121">49.979999999999997</cx:pt>
          <cx:pt idx="74122">65.989999999999995</cx:pt>
          <cx:pt idx="74123">65.989999999999995</cx:pt>
          <cx:pt idx="74124">152.06</cx:pt>
          <cx:pt idx="74125">59.990000000000002</cx:pt>
          <cx:pt idx="74126">15.49</cx:pt>
          <cx:pt idx="74127">65.989999999999995</cx:pt>
          <cx:pt idx="74128">65.989999999999995</cx:pt>
          <cx:pt idx="74129">65.989999999999995</cx:pt>
          <cx:pt idx="74130">79.980000000000004</cx:pt>
          <cx:pt idx="74131">65.989999999999995</cx:pt>
          <cx:pt idx="74132">65.989999999999995</cx:pt>
          <cx:pt idx="74133">65.989999999999995</cx:pt>
          <cx:pt idx="74134">65.989999999999995</cx:pt>
          <cx:pt idx="74135">54.880000000000003</cx:pt>
          <cx:pt idx="74136">102.59999999999999</cx:pt>
          <cx:pt idx="74137">102.59999999999999</cx:pt>
          <cx:pt idx="74138">58.979999999999997</cx:pt>
          <cx:pt idx="74139">58.979999999999997</cx:pt>
          <cx:pt idx="74140">58.979999999999997</cx:pt>
          <cx:pt idx="74141">58.979999999999997</cx:pt>
          <cx:pt idx="74142">58.979999999999997</cx:pt>
          <cx:pt idx="74143">98.079999999999998</cx:pt>
          <cx:pt idx="74144">58.979999999999997</cx:pt>
          <cx:pt idx="74145">102.59999999999999</cx:pt>
          <cx:pt idx="74146">102.59999999999999</cx:pt>
          <cx:pt idx="74147">51.960000000000001</cx:pt>
          <cx:pt idx="74148">51.960000000000001</cx:pt>
          <cx:pt idx="74149">98.079999999999998</cx:pt>
          <cx:pt idx="74150">98.079999999999998</cx:pt>
          <cx:pt idx="74151">102.59999999999999</cx:pt>
          <cx:pt idx="74152">98.079999999999998</cx:pt>
          <cx:pt idx="74153">98.079999999999998</cx:pt>
          <cx:pt idx="74154">98.079999999999998</cx:pt>
          <cx:pt idx="74155">58.979999999999997</cx:pt>
          <cx:pt idx="74156">99.980000000000004</cx:pt>
          <cx:pt idx="74157">129.56</cx:pt>
          <cx:pt idx="74158">51.960000000000001</cx:pt>
          <cx:pt idx="74159">129.56</cx:pt>
          <cx:pt idx="74160">129.56</cx:pt>
          <cx:pt idx="74161">129.56</cx:pt>
          <cx:pt idx="74162">51.960000000000001</cx:pt>
          <cx:pt idx="74163">76.489999999999995</cx:pt>
          <cx:pt idx="74164">76.489999999999995</cx:pt>
          <cx:pt idx="74165">129.56</cx:pt>
          <cx:pt idx="74166">51.960000000000001</cx:pt>
          <cx:pt idx="74167">129.56</cx:pt>
          <cx:pt idx="74168">76.489999999999995</cx:pt>
          <cx:pt idx="74169">76.489999999999995</cx:pt>
          <cx:pt idx="74170">76.489999999999995</cx:pt>
          <cx:pt idx="74171">76.489999999999995</cx:pt>
          <cx:pt idx="74172">76.489999999999995</cx:pt>
          <cx:pt idx="74173">104.97</cx:pt>
          <cx:pt idx="74174">129.56</cx:pt>
          <cx:pt idx="74175">99.980000000000004</cx:pt>
          <cx:pt idx="74176">99.980000000000004</cx:pt>
          <cx:pt idx="74177">99.980000000000004</cx:pt>
          <cx:pt idx="74178">99.980000000000004</cx:pt>
          <cx:pt idx="74179">99.980000000000004</cx:pt>
          <cx:pt idx="74180">99.980000000000004</cx:pt>
          <cx:pt idx="74181">51.960000000000001</cx:pt>
          <cx:pt idx="74182">104.97</cx:pt>
          <cx:pt idx="74183">104.97</cx:pt>
          <cx:pt idx="74184">104.97</cx:pt>
          <cx:pt idx="74185">104.97</cx:pt>
          <cx:pt idx="74186">104.97</cx:pt>
          <cx:pt idx="74187">54.880000000000003</cx:pt>
          <cx:pt idx="74188">51.960000000000001</cx:pt>
          <cx:pt idx="74189">104.97</cx:pt>
          <cx:pt idx="74190">98.079999999999998</cx:pt>
          <cx:pt idx="74191">102.59999999999999</cx:pt>
          <cx:pt idx="74192">54.880000000000003</cx:pt>
          <cx:pt idx="74193">55.229999999999997</cx:pt>
          <cx:pt idx="74194">55.229999999999997</cx:pt>
          <cx:pt idx="74195">55.229999999999997</cx:pt>
          <cx:pt idx="74196">55.229999999999997</cx:pt>
          <cx:pt idx="74197">55.229999999999997</cx:pt>
          <cx:pt idx="74198">55.229999999999997</cx:pt>
          <cx:pt idx="74199">55.229999999999997</cx:pt>
          <cx:pt idx="74200">117.28</cx:pt>
          <cx:pt idx="74201">183.93000000000001</cx:pt>
          <cx:pt idx="74202">183.93000000000001</cx:pt>
          <cx:pt idx="74203">183.93000000000001</cx:pt>
          <cx:pt idx="74204">183.93000000000001</cx:pt>
          <cx:pt idx="74205">54.880000000000003</cx:pt>
          <cx:pt idx="74206">183.93000000000001</cx:pt>
          <cx:pt idx="74207">114.27</cx:pt>
          <cx:pt idx="74208">114.27</cx:pt>
          <cx:pt idx="74209">183.93000000000001</cx:pt>
          <cx:pt idx="74210">117.28</cx:pt>
          <cx:pt idx="74211">117.28</cx:pt>
          <cx:pt idx="74212">117.28</cx:pt>
          <cx:pt idx="74213">124.18000000000001</cx:pt>
          <cx:pt idx="74214">124.18000000000001</cx:pt>
          <cx:pt idx="74215">124.18000000000001</cx:pt>
          <cx:pt idx="74216">124.18000000000001</cx:pt>
          <cx:pt idx="74217">124.18000000000001</cx:pt>
          <cx:pt idx="74218">124.18000000000001</cx:pt>
          <cx:pt idx="74219">124.18000000000001</cx:pt>
          <cx:pt idx="74220">59.979999999999997</cx:pt>
          <cx:pt idx="74221">59.979999999999997</cx:pt>
          <cx:pt idx="74222">59.979999999999997</cx:pt>
          <cx:pt idx="74223">59.979999999999997</cx:pt>
          <cx:pt idx="74224">59.979999999999997</cx:pt>
          <cx:pt idx="74225">59.979999999999997</cx:pt>
          <cx:pt idx="74226">59.979999999999997</cx:pt>
          <cx:pt idx="74227">117.28</cx:pt>
          <cx:pt idx="74228">117.28</cx:pt>
          <cx:pt idx="74229">117.28</cx:pt>
          <cx:pt idx="74230">114.27</cx:pt>
          <cx:pt idx="74231">114.27</cx:pt>
          <cx:pt idx="74232">183.93000000000001</cx:pt>
          <cx:pt idx="74233">104.98</cx:pt>
          <cx:pt idx="74234">114.27</cx:pt>
          <cx:pt idx="74235">93.969999999999999</cx:pt>
          <cx:pt idx="74236">104.98</cx:pt>
          <cx:pt idx="74237">99.980000000000004</cx:pt>
          <cx:pt idx="74238">93.969999999999999</cx:pt>
          <cx:pt idx="74239">93.969999999999999</cx:pt>
          <cx:pt idx="74240">93.969999999999999</cx:pt>
          <cx:pt idx="74241">93.969999999999999</cx:pt>
          <cx:pt idx="74242">54.880000000000003</cx:pt>
          <cx:pt idx="74243">54.880000000000003</cx:pt>
          <cx:pt idx="74244">114.27</cx:pt>
          <cx:pt idx="74245">93.969999999999999</cx:pt>
          <cx:pt idx="74246">104.98</cx:pt>
          <cx:pt idx="74247">93.969999999999999</cx:pt>
          <cx:pt idx="74248">104.98</cx:pt>
          <cx:pt idx="74249">99.980000000000004</cx:pt>
          <cx:pt idx="74250">54.880000000000003</cx:pt>
          <cx:pt idx="74251">99.980000000000004</cx:pt>
          <cx:pt idx="74252">114.27</cx:pt>
          <cx:pt idx="74253">102.59999999999999</cx:pt>
          <cx:pt idx="74254">104.98</cx:pt>
          <cx:pt idx="74255">99.980000000000004</cx:pt>
          <cx:pt idx="74256">99.980000000000004</cx:pt>
          <cx:pt idx="74257">99.980000000000004</cx:pt>
          <cx:pt idx="74258">104.98</cx:pt>
          <cx:pt idx="74259">104.98</cx:pt>
          <cx:pt idx="74260">99.980000000000004</cx:pt>
          <cx:pt idx="74261">121.98</cx:pt>
          <cx:pt idx="74262">120.98</cx:pt>
          <cx:pt idx="74263">84.989999999999995</cx:pt>
          <cx:pt idx="74264">120.97</cx:pt>
          <cx:pt idx="74265">137.97999999999999</cx:pt>
          <cx:pt idx="74266">84.989999999999995</cx:pt>
          <cx:pt idx="74267">84.989999999999995</cx:pt>
          <cx:pt idx="74268">76.989999999999995</cx:pt>
          <cx:pt idx="74269">84.989999999999995</cx:pt>
          <cx:pt idx="74270">84.989999999999995</cx:pt>
          <cx:pt idx="74271">84.989999999999995</cx:pt>
          <cx:pt idx="74272">84.989999999999995</cx:pt>
          <cx:pt idx="74273">72.980000000000004</cx:pt>
          <cx:pt idx="74274">44.990000000000002</cx:pt>
          <cx:pt idx="74275">74.980000000000004</cx:pt>
          <cx:pt idx="74276">60.990000000000002</cx:pt>
          <cx:pt idx="74277">60.990000000000002</cx:pt>
          <cx:pt idx="74278">74.980000000000004</cx:pt>
          <cx:pt idx="74279">60.329999999999998</cx:pt>
          <cx:pt idx="74280">74.980000000000004</cx:pt>
          <cx:pt idx="74281">218.96000000000001</cx:pt>
          <cx:pt idx="74282">60.990000000000002</cx:pt>
          <cx:pt idx="74283">60.990000000000002</cx:pt>
          <cx:pt idx="74284">-164.22</cx:pt>
          <cx:pt idx="74285">30.23</cx:pt>
          <cx:pt idx="74286">46.490000000000002</cx:pt>
          <cx:pt idx="74287">74.980000000000004</cx:pt>
          <cx:pt idx="74288">60.990000000000002</cx:pt>
          <cx:pt idx="74289">74.980000000000004</cx:pt>
          <cx:pt idx="74290">79.980000000000004</cx:pt>
          <cx:pt idx="74291">229.84999999999999</cx:pt>
          <cx:pt idx="74292">101.59999999999999</cx:pt>
          <cx:pt idx="74293">129.41999999999999</cx:pt>
          <cx:pt idx="74294">108.86</cx:pt>
          <cx:pt idx="74295">145.13999999999999</cx:pt>
          <cx:pt idx="74296">101.59999999999999</cx:pt>
          <cx:pt idx="74297">98.290000000000006</cx:pt>
          <cx:pt idx="74298">130.63</cx:pt>
          <cx:pt idx="74299">108.86</cx:pt>
          <cx:pt idx="74300">108.86</cx:pt>
          <cx:pt idx="74301">163.28999999999999</cx:pt>
          <cx:pt idx="74302">67.739999999999995</cx:pt>
          <cx:pt idx="74303">53.969999999999999</cx:pt>
          <cx:pt idx="74304">64.760000000000005</cx:pt>
          <cx:pt idx="74305">150.18000000000001</cx:pt>
          <cx:pt idx="74306">64.760000000000005</cx:pt>
          <cx:pt idx="74307">272.94999999999999</cx:pt>
          <cx:pt idx="74308">97.939999999999998</cx:pt>
          <cx:pt idx="74309">64.760000000000005</cx:pt>
          <cx:pt idx="74310">57.979999999999997</cx:pt>
          <cx:pt idx="74311">149.97</cx:pt>
          <cx:pt idx="74312">99.980000000000004</cx:pt>
          <cx:pt idx="74313">118.97</cx:pt>
          <cx:pt idx="74314">99.980000000000004</cx:pt>
          <cx:pt idx="74315">75.980000000000004</cx:pt>
          <cx:pt idx="74316">99.980000000000004</cx:pt>
          <cx:pt idx="74317">104.97</cx:pt>
          <cx:pt idx="74318">99.980000000000004</cx:pt>
          <cx:pt idx="74319">118.97</cx:pt>
          <cx:pt idx="74320">219.97</cx:pt>
          <cx:pt idx="74321">66.530000000000001</cx:pt>
          <cx:pt idx="74322">33.859999999999999</cx:pt>
          <cx:pt idx="74323">36.789999999999999</cx:pt>
          <cx:pt idx="74324">41.119999999999997</cx:pt>
          <cx:pt idx="74325">35.07</cx:pt>
          <cx:pt idx="74326">33.859999999999999</cx:pt>
          <cx:pt idx="74327">32.649999999999999</cx:pt>
          <cx:pt idx="74328">87.099999999999994</cx:pt>
          <cx:pt idx="74329">33.859999999999999</cx:pt>
          <cx:pt idx="74330">35.07</cx:pt>
          <cx:pt idx="74331">36.789999999999999</cx:pt>
          <cx:pt idx="74332">72.579999999999998</cx:pt>
          <cx:pt idx="74333">38.090000000000003</cx:pt>
          <cx:pt idx="74334">68.950000000000003</cx:pt>
          <cx:pt idx="74335">68.950000000000003</cx:pt>
          <cx:pt idx="74336">7.2400000000000002</cx:pt>
          <cx:pt idx="74337">35.07</cx:pt>
          <cx:pt idx="74338">84.680000000000007</cx:pt>
          <cx:pt idx="74339">68.950000000000003</cx:pt>
          <cx:pt idx="74340">32.649999999999999</cx:pt>
          <cx:pt idx="74341">72.579999999999998</cx:pt>
          <cx:pt idx="74342">84.989999999999995</cx:pt>
          <cx:pt idx="74343">84.989999999999995</cx:pt>
          <cx:pt idx="74344">76.489999999999995</cx:pt>
          <cx:pt idx="74345">84.989999999999995</cx:pt>
          <cx:pt idx="74346">84.989999999999995</cx:pt>
          <cx:pt idx="74347">84.989999999999995</cx:pt>
          <cx:pt idx="74348">69.400000000000006</cx:pt>
          <cx:pt idx="74349">68.989999999999995</cx:pt>
          <cx:pt idx="74350">72.239999999999995</cx:pt>
          <cx:pt idx="74351">84.989999999999995</cx:pt>
          <cx:pt idx="74352">84.989999999999995</cx:pt>
          <cx:pt idx="74353">84.989999999999995</cx:pt>
          <cx:pt idx="74354">125.98</cx:pt>
          <cx:pt idx="74355">207.94</cx:pt>
          <cx:pt idx="74356">112.18000000000001</cx:pt>
          <cx:pt idx="74357">59.979999999999997</cx:pt>
          <cx:pt idx="74358">178.97</cx:pt>
          <cx:pt idx="74359">178.97</cx:pt>
          <cx:pt idx="74360">140.97</cx:pt>
          <cx:pt idx="74361">178.97</cx:pt>
          <cx:pt idx="74362">140.97</cx:pt>
          <cx:pt idx="74363">178.97</cx:pt>
          <cx:pt idx="74364">150.97</cx:pt>
          <cx:pt idx="74365">123.95999999999999</cx:pt>
          <cx:pt idx="74366">123.95999999999999</cx:pt>
          <cx:pt idx="74367">61.009999999999998</cx:pt>
          <cx:pt idx="74368">171.94</cx:pt>
          <cx:pt idx="74369">161.94999999999999</cx:pt>
          <cx:pt idx="74370">111.95999999999999</cx:pt>
          <cx:pt idx="74371">139.46000000000001</cx:pt>
          <cx:pt idx="74372">73.980000000000004</cx:pt>
          <cx:pt idx="74373">179.94</cx:pt>
          <cx:pt idx="74374">131.97999999999999</cx:pt>
          <cx:pt idx="74375">54.979999999999997</cx:pt>
          <cx:pt idx="74376">112.18000000000001</cx:pt>
          <cx:pt idx="74377">151.97</cx:pt>
          <cx:pt idx="74378">92.379999999999995</cx:pt>
          <cx:pt idx="74379">67.480000000000004</cx:pt>
          <cx:pt idx="74380">62.979999999999997</cx:pt>
          <cx:pt idx="74381">131.97999999999999</cx:pt>
          <cx:pt idx="74382">65.989999999999995</cx:pt>
          <cx:pt idx="74383">157.96000000000001</cx:pt>
          <cx:pt idx="74384">144.97</cx:pt>
          <cx:pt idx="74385">124.92</cx:pt>
          <cx:pt idx="74386">135.94999999999999</cx:pt>
          <cx:pt idx="74387">130.97</cx:pt>
          <cx:pt idx="74388">210.96000000000001</cx:pt>
          <cx:pt idx="74389">89.980000000000004</cx:pt>
          <cx:pt idx="74390">167.63999999999999</cx:pt>
          <cx:pt idx="74391">99.680000000000007</cx:pt>
          <cx:pt idx="74392">164.97</cx:pt>
          <cx:pt idx="74393">-20</cx:pt>
          <cx:pt idx="74394">128.68000000000001</cx:pt>
          <cx:pt idx="74395">109.95999999999999</cx:pt>
          <cx:pt idx="74396">78.870000000000005</cx:pt>
          <cx:pt idx="74397">184.97</cx:pt>
          <cx:pt idx="74398">133.96000000000001</cx:pt>
          <cx:pt idx="74399">203.33000000000001</cx:pt>
          <cx:pt idx="74400">209.96000000000001</cx:pt>
          <cx:pt idx="74401">104.98</cx:pt>
          <cx:pt idx="74402">173.97</cx:pt>
          <cx:pt idx="74403">144.93000000000001</cx:pt>
          <cx:pt idx="74404">63.960000000000001</cx:pt>
          <cx:pt idx="74405">217.65000000000001</cx:pt>
          <cx:pt idx="74406">68.989999999999995</cx:pt>
          <cx:pt idx="74407">63.979999999999997</cx:pt>
          <cx:pt idx="74408">169.97999999999999</cx:pt>
          <cx:pt idx="74409">169.97999999999999</cx:pt>
          <cx:pt idx="74410">153.25</cx:pt>
          <cx:pt idx="74411">159.97999999999999</cx:pt>
          <cx:pt idx="74412">121.98</cx:pt>
          <cx:pt idx="74413">106.06</cx:pt>
          <cx:pt idx="74414">159.97999999999999</cx:pt>
          <cx:pt idx="74415">159.97999999999999</cx:pt>
          <cx:pt idx="74416">124.98</cx:pt>
          <cx:pt idx="74417">159.97999999999999</cx:pt>
          <cx:pt idx="74418">152.97999999999999</cx:pt>
          <cx:pt idx="74419">169.97999999999999</cx:pt>
          <cx:pt idx="74420">92.480000000000004</cx:pt>
          <cx:pt idx="74421">72.239999999999995</cx:pt>
          <cx:pt idx="74422">92.379999999999995</cx:pt>
          <cx:pt idx="74423">90.879999999999995</cx:pt>
          <cx:pt idx="74424">143.06999999999999</cx:pt>
          <cx:pt idx="74425">73.739999999999995</cx:pt>
          <cx:pt idx="74426">15.09</cx:pt>
          <cx:pt idx="74427">84.989999999999995</cx:pt>
          <cx:pt idx="74428">99.980000000000004</cx:pt>
          <cx:pt idx="74429">99.980000000000004</cx:pt>
          <cx:pt idx="74430">84.989999999999995</cx:pt>
          <cx:pt idx="74431">84.989999999999995</cx:pt>
          <cx:pt idx="74432">84.989999999999995</cx:pt>
          <cx:pt idx="74433">99.980000000000004</cx:pt>
          <cx:pt idx="74434">80.980000000000004</cx:pt>
          <cx:pt idx="74435">84.989999999999995</cx:pt>
          <cx:pt idx="74436">83.480000000000004</cx:pt>
          <cx:pt idx="74437">99.980000000000004</cx:pt>
          <cx:pt idx="74438">29.98</cx:pt>
          <cx:pt idx="74439">55.609999999999999</cx:pt>
          <cx:pt idx="74440">182.63</cx:pt>
          <cx:pt idx="74441">79.989999999999995</cx:pt>
          <cx:pt idx="74442">160.88999999999999</cx:pt>
          <cx:pt idx="74443">163.91</cx:pt>
          <cx:pt idx="74444">94.989999999999995</cx:pt>
          <cx:pt idx="74445">120.98</cx:pt>
          <cx:pt idx="74446">96.569999999999993</cx:pt>
          <cx:pt idx="74447">91.480000000000004</cx:pt>
          <cx:pt idx="74448">94.969999999999999</cx:pt>
          <cx:pt idx="74449">65.989999999999995</cx:pt>
          <cx:pt idx="74450">65.989999999999995</cx:pt>
          <cx:pt idx="74451">53.990000000000002</cx:pt>
          <cx:pt idx="74452">80.980000000000004</cx:pt>
          <cx:pt idx="74453">108.78</cx:pt>
          <cx:pt idx="74454">112.18000000000001</cx:pt>
          <cx:pt idx="74455">178.16999999999999</cx:pt>
          <cx:pt idx="74456">49.490000000000002</cx:pt>
          <cx:pt idx="74457">229.47</cx:pt>
          <cx:pt idx="74458">111.98</cx:pt>
          <cx:pt idx="74459">105.98</cx:pt>
          <cx:pt idx="74460">85.980000000000004</cx:pt>
          <cx:pt idx="74461">105.98</cx:pt>
          <cx:pt idx="74462">131.97999999999999</cx:pt>
          <cx:pt idx="74463">81.980000000000004</cx:pt>
          <cx:pt idx="74464">65.989999999999995</cx:pt>
          <cx:pt idx="74465">65.989999999999995</cx:pt>
          <cx:pt idx="74466">105.98</cx:pt>
          <cx:pt idx="74467">52.950000000000003</cx:pt>
          <cx:pt idx="74468">52.810000000000002</cx:pt>
          <cx:pt idx="74469">65.989999999999995</cx:pt>
          <cx:pt idx="74470">85.980000000000004</cx:pt>
          <cx:pt idx="74471">65.989999999999995</cx:pt>
          <cx:pt idx="74472">65.989999999999995</cx:pt>
          <cx:pt idx="74473">65.989999999999995</cx:pt>
          <cx:pt idx="74474">52.789999999999999</cx:pt>
          <cx:pt idx="74475">65.989999999999995</cx:pt>
          <cx:pt idx="74476">65.989999999999995</cx:pt>
          <cx:pt idx="74477">65.989999999999995</cx:pt>
          <cx:pt idx="74478">58.409999999999997</cx:pt>
          <cx:pt idx="74479">65.989999999999995</cx:pt>
          <cx:pt idx="74480">110.98</cx:pt>
          <cx:pt idx="74481">65.989999999999995</cx:pt>
          <cx:pt idx="74482">45.240000000000002</cx:pt>
          <cx:pt idx="74483">65.989999999999995</cx:pt>
          <cx:pt idx="74484">65.989999999999995</cx:pt>
          <cx:pt idx="74485">241.97</cx:pt>
          <cx:pt idx="74486">55.969999999999999</cx:pt>
          <cx:pt idx="74487">185.94999999999999</cx:pt>
          <cx:pt idx="74488">203.16999999999999</cx:pt>
          <cx:pt idx="74489">149.97</cx:pt>
          <cx:pt idx="74490">154.97</cx:pt>
          <cx:pt idx="74491">84.989999999999995</cx:pt>
          <cx:pt idx="74492">84.989999999999995</cx:pt>
          <cx:pt idx="74493">157.96000000000001</cx:pt>
          <cx:pt idx="74494">124.97</cx:pt>
          <cx:pt idx="74495">171.63999999999999</cx:pt>
          <cx:pt idx="74496">134.97</cx:pt>
          <cx:pt idx="74497">170.96000000000001</cx:pt>
          <cx:pt idx="74498">99.969999999999999</cx:pt>
          <cx:pt idx="74499">109.98</cx:pt>
          <cx:pt idx="74500">201.94999999999999</cx:pt>
          <cx:pt idx="74501">251.59999999999999</cx:pt>
          <cx:pt idx="74502">226.68000000000001</cx:pt>
          <cx:pt idx="74503">183.86000000000001</cx:pt>
          <cx:pt idx="74504">77.390000000000001</cx:pt>
          <cx:pt idx="74505">133.06</cx:pt>
          <cx:pt idx="74506">120.94</cx:pt>
          <cx:pt idx="74507">57.950000000000003</cx:pt>
          <cx:pt idx="74508">66.810000000000002</cx:pt>
          <cx:pt idx="74509">59.960000000000001</cx:pt>
          <cx:pt idx="74510">99.980000000000004</cx:pt>
          <cx:pt idx="74511">65.989999999999995</cx:pt>
          <cx:pt idx="74512">99.980000000000004</cx:pt>
          <cx:pt idx="74513">84.989999999999995</cx:pt>
          <cx:pt idx="74514">80.980000000000004</cx:pt>
          <cx:pt idx="74515">65.989999999999995</cx:pt>
          <cx:pt idx="74516">80.980000000000004</cx:pt>
          <cx:pt idx="74517">169.97999999999999</cx:pt>
          <cx:pt idx="74518">84.989999999999995</cx:pt>
          <cx:pt idx="74519">48.329999999999998</cx:pt>
          <cx:pt idx="74520">84.989999999999995</cx:pt>
          <cx:pt idx="74521">84.989999999999995</cx:pt>
          <cx:pt idx="74522">58.979999999999997</cx:pt>
          <cx:pt idx="74523">58.979999999999997</cx:pt>
          <cx:pt idx="74524">59.979999999999997</cx:pt>
          <cx:pt idx="74525">92.969999999999999</cx:pt>
          <cx:pt idx="74526">59.979999999999997</cx:pt>
          <cx:pt idx="74527">61.979999999999997</cx:pt>
          <cx:pt idx="74528">59.979999999999997</cx:pt>
          <cx:pt idx="74529">59.979999999999997</cx:pt>
          <cx:pt idx="74530">119.95999999999999</cx:pt>
          <cx:pt idx="74531">59.979999999999997</cx:pt>
          <cx:pt idx="74532">59.979999999999997</cx:pt>
          <cx:pt idx="74533">61.979999999999997</cx:pt>
          <cx:pt idx="74534">84.849999999999994</cx:pt>
          <cx:pt idx="74535">59.979999999999997</cx:pt>
          <cx:pt idx="74536">59.979999999999997</cx:pt>
          <cx:pt idx="74537">119.95999999999999</cx:pt>
          <cx:pt idx="74538">84.849999999999994</cx:pt>
          <cx:pt idx="74539">59.979999999999997</cx:pt>
          <cx:pt idx="74540">92.969999999999999</cx:pt>
          <cx:pt idx="74541">59.979999999999997</cx:pt>
          <cx:pt idx="74542">59.979999999999997</cx:pt>
          <cx:pt idx="74543">59.979999999999997</cx:pt>
          <cx:pt idx="74544">59.979999999999997</cx:pt>
          <cx:pt idx="74545">59.979999999999997</cx:pt>
          <cx:pt idx="74546">59.979999999999997</cx:pt>
          <cx:pt idx="74547">59.979999999999997</cx:pt>
          <cx:pt idx="74548">59.979999999999997</cx:pt>
          <cx:pt idx="74549">59.979999999999997</cx:pt>
          <cx:pt idx="74550">99.980000000000004</cx:pt>
          <cx:pt idx="74551">185.22999999999999</cx:pt>
          <cx:pt idx="74552">137.97999999999999</cx:pt>
          <cx:pt idx="74553">84.989999999999995</cx:pt>
          <cx:pt idx="74554">169.97999999999999</cx:pt>
          <cx:pt idx="74555">137.97999999999999</cx:pt>
          <cx:pt idx="74556">84.989999999999995</cx:pt>
          <cx:pt idx="74557">239.90000000000001</cx:pt>
          <cx:pt idx="74558">214.97</cx:pt>
          <cx:pt idx="74559">159.97999999999999</cx:pt>
          <cx:pt idx="74560">182.97</cx:pt>
          <cx:pt idx="74561">159.97999999999999</cx:pt>
          <cx:pt idx="74562">79.989999999999995</cx:pt>
          <cx:pt idx="74563">133.97999999999999</cx:pt>
          <cx:pt idx="74564">182.97</cx:pt>
          <cx:pt idx="74565">244.97</cx:pt>
          <cx:pt idx="74566">79.989999999999995</cx:pt>
          <cx:pt idx="74567">239.97</cx:pt>
          <cx:pt idx="74568">74.969999999999999</cx:pt>
          <cx:pt idx="74569">119.95999999999999</cx:pt>
          <cx:pt idx="74570">153.24000000000001</cx:pt>
          <cx:pt idx="74571">209.93000000000001</cx:pt>
          <cx:pt idx="74572">138.19999999999999</cx:pt>
          <cx:pt idx="74573">119.95999999999999</cx:pt>
          <cx:pt idx="74574">142.18000000000001</cx:pt>
          <cx:pt idx="74575">172.97</cx:pt>
          <cx:pt idx="74576">84.989999999999995</cx:pt>
          <cx:pt idx="74577">76.540000000000006</cx:pt>
          <cx:pt idx="74578">51.490000000000002</cx:pt>
          <cx:pt idx="74579">99.980000000000004</cx:pt>
          <cx:pt idx="74580">52.240000000000002</cx:pt>
          <cx:pt idx="74581">84.989999999999995</cx:pt>
          <cx:pt idx="74582">84.989999999999995</cx:pt>
          <cx:pt idx="74583">169.97999999999999</cx:pt>
          <cx:pt idx="74584">171.41</cx:pt>
          <cx:pt idx="74585">155.94999999999999</cx:pt>
          <cx:pt idx="74586">244.93000000000001</cx:pt>
          <cx:pt idx="74587">242.94</cx:pt>
          <cx:pt idx="74588">134.94999999999999</cx:pt>
          <cx:pt idx="74589">63.960000000000001</cx:pt>
          <cx:pt idx="74590">-74.989999999999995</cx:pt>
          <cx:pt idx="74591">61.960000000000001</cx:pt>
          <cx:pt idx="74592">59.990000000000002</cx:pt>
          <cx:pt idx="74593">77.560000000000002</cx:pt>
          <cx:pt idx="74594">69.989999999999995</cx:pt>
          <cx:pt idx="74595">33.479999999999997</cx:pt>
          <cx:pt idx="74596">199.94999999999999</cx:pt>
          <cx:pt idx="74597">290.94999999999999</cx:pt>
          <cx:pt idx="74598">187.97</cx:pt>
          <cx:pt idx="74599">100.27</cx:pt>
          <cx:pt idx="74600">187.06999999999999</cx:pt>
          <cx:pt idx="74601">157.25</cx:pt>
          <cx:pt idx="74602">123.01000000000001</cx:pt>
          <cx:pt idx="74603">164.5</cx:pt>
          <cx:pt idx="74604">135.46000000000001</cx:pt>
          <cx:pt idx="74605">61.869999999999997</cx:pt>
          <cx:pt idx="74606">262.49000000000001</cx:pt>
          <cx:pt idx="74607">102.95999999999999</cx:pt>
          <cx:pt idx="74608">89.969999999999999</cx:pt>
          <cx:pt idx="74609">92.969999999999999</cx:pt>
          <cx:pt idx="74610">89.969999999999999</cx:pt>
          <cx:pt idx="74611">91.969999999999999</cx:pt>
          <cx:pt idx="74612">79.969999999999999</cx:pt>
          <cx:pt idx="74613">80.010000000000005</cx:pt>
          <cx:pt idx="74614">89.969999999999999</cx:pt>
          <cx:pt idx="74615">89.969999999999999</cx:pt>
          <cx:pt idx="74616">87.969999999999999</cx:pt>
          <cx:pt idx="74617">99.980000000000004</cx:pt>
          <cx:pt idx="74618">134.97999999999999</cx:pt>
          <cx:pt idx="74619">134.97999999999999</cx:pt>
          <cx:pt idx="74620">99.980000000000004</cx:pt>
          <cx:pt idx="74621">84.989999999999995</cx:pt>
          <cx:pt idx="74622">134.97999999999999</cx:pt>
          <cx:pt idx="74623">99.980000000000004</cx:pt>
          <cx:pt idx="74624">72.239999999999995</cx:pt>
          <cx:pt idx="74625">152.97999999999999</cx:pt>
          <cx:pt idx="74626">152.97999999999999</cx:pt>
          <cx:pt idx="74627">72.239999999999995</cx:pt>
          <cx:pt idx="74628">114.98</cx:pt>
          <cx:pt idx="74629">76.489999999999995</cx:pt>
          <cx:pt idx="74630">93.480000000000004</cx:pt>
          <cx:pt idx="74631">152.97999999999999</cx:pt>
          <cx:pt idx="74632">77.340000000000003</cx:pt>
          <cx:pt idx="74633">488.86000000000001</cx:pt>
          <cx:pt idx="74634">109.95999999999999</cx:pt>
          <cx:pt idx="74635">211.96000000000001</cx:pt>
          <cx:pt idx="74636">189.94</cx:pt>
          <cx:pt idx="74637">134.96000000000001</cx:pt>
          <cx:pt idx="74638">107.95999999999999</cx:pt>
          <cx:pt idx="74639">107.95999999999999</cx:pt>
          <cx:pt idx="74640">96.980000000000004</cx:pt>
          <cx:pt idx="74641">107.95999999999999</cx:pt>
          <cx:pt idx="74642">51.490000000000002</cx:pt>
          <cx:pt idx="74643">53.979999999999997</cx:pt>
          <cx:pt idx="74644">49.990000000000002</cx:pt>
          <cx:pt idx="74645">59.979999999999997</cx:pt>
          <cx:pt idx="74646">103.89</cx:pt>
          <cx:pt idx="74647">59.979999999999997</cx:pt>
          <cx:pt idx="74648">41.490000000000002</cx:pt>
          <cx:pt idx="74649">56.990000000000002</cx:pt>
          <cx:pt idx="74650">69.969999999999999</cx:pt>
          <cx:pt idx="74651">69.969999999999999</cx:pt>
          <cx:pt idx="74652">149.94999999999999</cx:pt>
          <cx:pt idx="74653">102.31</cx:pt>
          <cx:pt idx="74654">124.95</cx:pt>
          <cx:pt idx="74655">149.94999999999999</cx:pt>
          <cx:pt idx="74656">109.95999999999999</cx:pt>
          <cx:pt idx="74657">119.95999999999999</cx:pt>
          <cx:pt idx="74658">119.95999999999999</cx:pt>
          <cx:pt idx="74659">119.98</cx:pt>
          <cx:pt idx="74660">81.489999999999995</cx:pt>
          <cx:pt idx="74661">69.299999999999997</cx:pt>
          <cx:pt idx="74662">121.95999999999999</cx:pt>
          <cx:pt idx="74663">124.98</cx:pt>
          <cx:pt idx="74664">79.989999999999995</cx:pt>
          <cx:pt idx="74665">121.95999999999999</cx:pt>
          <cx:pt idx="74666">99.980000000000004</cx:pt>
          <cx:pt idx="74667">77.650000000000006</cx:pt>
          <cx:pt idx="74668">41.490000000000002</cx:pt>
          <cx:pt idx="74669">58.979999999999997</cx:pt>
          <cx:pt idx="74670">41.490000000000002</cx:pt>
          <cx:pt idx="74671">39.299999999999997</cx:pt>
          <cx:pt idx="74672">42.240000000000002</cx:pt>
          <cx:pt idx="74673">58.979999999999997</cx:pt>
          <cx:pt idx="74674">39.159999999999997</cx:pt>
          <cx:pt idx="74675">58.979999999999997</cx:pt>
          <cx:pt idx="74676">41.490000000000002</cx:pt>
          <cx:pt idx="74677">58.979999999999997</cx:pt>
          <cx:pt idx="74678">61.979999999999997</cx:pt>
          <cx:pt idx="74679">64.980000000000004</cx:pt>
          <cx:pt idx="74680">53.979999999999997</cx:pt>
          <cx:pt idx="74681">74.980000000000004</cx:pt>
          <cx:pt idx="74682">65.989999999999995</cx:pt>
          <cx:pt idx="74683">89.969999999999999</cx:pt>
          <cx:pt idx="74684">69.959999999999994</cx:pt>
          <cx:pt idx="74685">77.950000000000003</cx:pt>
          <cx:pt idx="74686">99.959999999999994</cx:pt>
          <cx:pt idx="74687">99.950000000000003</cx:pt>
          <cx:pt idx="74688">89.980000000000004</cx:pt>
          <cx:pt idx="74689">59.979999999999997</cx:pt>
          <cx:pt idx="74690">84.969999999999999</cx:pt>
          <cx:pt idx="74691">59.979999999999997</cx:pt>
          <cx:pt idx="74692">59.979999999999997</cx:pt>
          <cx:pt idx="74693">84.969999999999999</cx:pt>
          <cx:pt idx="74694">59.979999999999997</cx:pt>
          <cx:pt idx="74695">59.979999999999997</cx:pt>
          <cx:pt idx="74696">74.969999999999999</cx:pt>
          <cx:pt idx="74697">59.979999999999997</cx:pt>
          <cx:pt idx="74698">74.969999999999999</cx:pt>
          <cx:pt idx="74699">59.979999999999997</cx:pt>
          <cx:pt idx="74700">74.969999999999999</cx:pt>
          <cx:pt idx="74701">74.969999999999999</cx:pt>
          <cx:pt idx="74702">74.969999999999999</cx:pt>
          <cx:pt idx="74703">74.969999999999999</cx:pt>
          <cx:pt idx="74704">58.030000000000001</cx:pt>
          <cx:pt idx="74705">58.18</cx:pt>
          <cx:pt idx="74706">59.979999999999997</cx:pt>
          <cx:pt idx="74707">67.469999999999999</cx:pt>
          <cx:pt idx="74708">59.979999999999997</cx:pt>
          <cx:pt idx="74709">59.979999999999997</cx:pt>
          <cx:pt idx="74710">59.979999999999997</cx:pt>
          <cx:pt idx="74711">59.979999999999997</cx:pt>
          <cx:pt idx="74712">59.979999999999997</cx:pt>
          <cx:pt idx="74713">119.95999999999999</cx:pt>
          <cx:pt idx="74714">67.469999999999999</cx:pt>
          <cx:pt idx="74715">59.979999999999997</cx:pt>
          <cx:pt idx="74716">58.030000000000001</cx:pt>
          <cx:pt idx="74717">59.979999999999997</cx:pt>
          <cx:pt idx="74718">53.729999999999997</cx:pt>
          <cx:pt idx="74719">58.18</cx:pt>
          <cx:pt idx="74720">53.729999999999997</cx:pt>
          <cx:pt idx="74721">59.979999999999997</cx:pt>
          <cx:pt idx="74722">119.95999999999999</cx:pt>
          <cx:pt idx="74723">114.95999999999999</cx:pt>
          <cx:pt idx="74724">83.980000000000004</cx:pt>
          <cx:pt idx="74725">99.980000000000004</cx:pt>
          <cx:pt idx="74726">64.980000000000004</cx:pt>
          <cx:pt idx="74727">149.97</cx:pt>
          <cx:pt idx="74728">65.989999999999995</cx:pt>
          <cx:pt idx="74729">139.97999999999999</cx:pt>
          <cx:pt idx="74730">79.980000000000004</cx:pt>
          <cx:pt idx="74731">79.849999999999994</cx:pt>
          <cx:pt idx="74732">79.849999999999994</cx:pt>
          <cx:pt idx="74733">79.849999999999994</cx:pt>
          <cx:pt idx="74734">79.849999999999994</cx:pt>
          <cx:pt idx="74735">123.38</cx:pt>
          <cx:pt idx="74736">39.200000000000003</cx:pt>
          <cx:pt idx="74737">147.59999999999999</cx:pt>
          <cx:pt idx="74738">159.69999999999999</cx:pt>
          <cx:pt idx="74739">79.849999999999994</cx:pt>
          <cx:pt idx="74740">67.739999999999995</cx:pt>
          <cx:pt idx="74741">55.640000000000001</cx:pt>
          <cx:pt idx="74742">79.849999999999994</cx:pt>
          <cx:pt idx="74743">72.840000000000003</cx:pt>
          <cx:pt idx="74744">84.680000000000007</cx:pt>
          <cx:pt idx="74745">89.969999999999999</cx:pt>
          <cx:pt idx="74746">59.979999999999997</cx:pt>
          <cx:pt idx="74747">69.969999999999999</cx:pt>
          <cx:pt idx="74748">180.93000000000001</cx:pt>
          <cx:pt idx="74749">115.14</cx:pt>
          <cx:pt idx="74750">129.34</cx:pt>
          <cx:pt idx="74751">62.969999999999999</cx:pt>
          <cx:pt idx="74752">204.44</cx:pt>
          <cx:pt idx="74753">197.19</cx:pt>
          <cx:pt idx="74754">140.34</cx:pt>
          <cx:pt idx="74755">204.69999999999999</cx:pt>
          <cx:pt idx="74756">259.91000000000003</cx:pt>
          <cx:pt idx="74757">219.91999999999999</cx:pt>
          <cx:pt idx="74758">134.96000000000001</cx:pt>
          <cx:pt idx="74759">199.96000000000001</cx:pt>
          <cx:pt idx="74760">94.980000000000004</cx:pt>
          <cx:pt idx="74761">49.990000000000002</cx:pt>
          <cx:pt idx="74762">149.97</cx:pt>
          <cx:pt idx="74763">99.980000000000004</cx:pt>
          <cx:pt idx="74764">84.980000000000004</cx:pt>
          <cx:pt idx="74765">219.97</cx:pt>
          <cx:pt idx="74766">50.979999999999997</cx:pt>
          <cx:pt idx="74767">-53.979999999999997</cx:pt>
          <cx:pt idx="74768">172.15000000000001</cx:pt>
          <cx:pt idx="74769">122.95</cx:pt>
          <cx:pt idx="74770">273.93000000000001</cx:pt>
          <cx:pt idx="74771">159.97999999999999</cx:pt>
          <cx:pt idx="74772">122.95</cx:pt>
          <cx:pt idx="74773">83.120000000000005</cx:pt>
          <cx:pt idx="74774">218.84</cx:pt>
          <cx:pt idx="74775">336.81</cx:pt>
          <cx:pt idx="74776">141.72999999999999</cx:pt>
          <cx:pt idx="74777">154.93000000000001</cx:pt>
          <cx:pt idx="74778">127.91</cx:pt>
          <cx:pt idx="74779">182.66</cx:pt>
          <cx:pt idx="74780">112.95999999999999</cx:pt>
          <cx:pt idx="74781">104.97</cx:pt>
          <cx:pt idx="74782">119.95999999999999</cx:pt>
          <cx:pt idx="74783">220.02000000000001</cx:pt>
          <cx:pt idx="74784">223.91999999999999</cx:pt>
          <cx:pt idx="74785">204.93000000000001</cx:pt>
          <cx:pt idx="74786">91.959999999999994</cx:pt>
          <cx:pt idx="74787">68.379999999999995</cx:pt>
          <cx:pt idx="74788">99.950000000000003</cx:pt>
          <cx:pt idx="74789">61.07</cx:pt>
          <cx:pt idx="74790">81.969999999999999</cx:pt>
          <cx:pt idx="74791">86.959999999999994</cx:pt>
          <cx:pt idx="74792">51.979999999999997</cx:pt>
          <cx:pt idx="74793">106.97</cx:pt>
          <cx:pt idx="74794">127.7</cx:pt>
          <cx:pt idx="74795">55.979999999999997</cx:pt>
          <cx:pt idx="74796">120.93000000000001</cx:pt>
          <cx:pt idx="74797">65.980000000000004</cx:pt>
          <cx:pt idx="74798">254.97</cx:pt>
          <cx:pt idx="74799">239.94999999999999</cx:pt>
          <cx:pt idx="74800">93.180000000000007</cx:pt>
          <cx:pt idx="74801">66.969999999999999</cx:pt>
          <cx:pt idx="74802">156.97</cx:pt>
          <cx:pt idx="74803">334.97000000000003</cx:pt>
          <cx:pt idx="74804">96.780000000000001</cx:pt>
          <cx:pt idx="74805">93.150000000000006</cx:pt>
          <cx:pt idx="74806">71.859999999999999</cx:pt>
          <cx:pt idx="74807">93.150000000000006</cx:pt>
          <cx:pt idx="74808">124.59</cx:pt>
          <cx:pt idx="74809">136.68000000000001</cx:pt>
          <cx:pt idx="74810">79.849999999999994</cx:pt>
          <cx:pt idx="74811">79.849999999999994</cx:pt>
          <cx:pt idx="74812">158.46000000000001</cx:pt>
          <cx:pt idx="74813">79.849999999999994</cx:pt>
          <cx:pt idx="74814">107.67</cx:pt>
          <cx:pt idx="74815">154.93000000000001</cx:pt>
          <cx:pt idx="74816">79.980000000000004</cx:pt>
          <cx:pt idx="74817">131.97999999999999</cx:pt>
          <cx:pt idx="74818">114.56999999999999</cx:pt>
          <cx:pt idx="74819">84.989999999999995</cx:pt>
          <cx:pt idx="74820">132.53999999999999</cx:pt>
          <cx:pt idx="74821">186.96000000000001</cx:pt>
          <cx:pt idx="74822">73.480000000000004</cx:pt>
          <cx:pt idx="74823">168.28</cx:pt>
          <cx:pt idx="74824">167.50999999999999</cx:pt>
          <cx:pt idx="74825">239.97</cx:pt>
          <cx:pt idx="74826">63.979999999999997</cx:pt>
          <cx:pt idx="74827">239.97</cx:pt>
          <cx:pt idx="74828">239.97</cx:pt>
          <cx:pt idx="74829">265.94</cx:pt>
          <cx:pt idx="74830">238.91</cx:pt>
          <cx:pt idx="74831">318.31999999999999</cx:pt>
          <cx:pt idx="74832">125.93000000000001</cx:pt>
          <cx:pt idx="74833">104.34</cx:pt>
          <cx:pt idx="74834">107.94</cx:pt>
          <cx:pt idx="74835">-128.94</cx:pt>
          <cx:pt idx="74836">107.94</cx:pt>
          <cx:pt idx="74837">107.94</cx:pt>
          <cx:pt idx="74838">143.91999999999999</cx:pt>
          <cx:pt idx="74839">128.94</cx:pt>
          <cx:pt idx="74840">102.36</cx:pt>
          <cx:pt idx="74841">84.989999999999995</cx:pt>
          <cx:pt idx="74842">84.989999999999995</cx:pt>
          <cx:pt idx="74843">84.989999999999995</cx:pt>
          <cx:pt idx="74844">84.989999999999995</cx:pt>
          <cx:pt idx="74845">84.989999999999995</cx:pt>
          <cx:pt idx="74846">84.989999999999995</cx:pt>
          <cx:pt idx="74847">84.989999999999995</cx:pt>
          <cx:pt idx="74848">100.97</cx:pt>
          <cx:pt idx="74849">68.480000000000004</cx:pt>
          <cx:pt idx="74850">84.989999999999995</cx:pt>
          <cx:pt idx="74851">84.989999999999995</cx:pt>
          <cx:pt idx="74852">84.989999999999995</cx:pt>
          <cx:pt idx="74853">84.989999999999995</cx:pt>
          <cx:pt idx="74854">96.780000000000001</cx:pt>
          <cx:pt idx="74855">119.89</cx:pt>
          <cx:pt idx="74856">182.66999999999999</cx:pt>
          <cx:pt idx="74857">109</cx:pt>
          <cx:pt idx="74858">114.14</cx:pt>
          <cx:pt idx="74859">123.37</cx:pt>
          <cx:pt idx="74860">128.24000000000001</cx:pt>
          <cx:pt idx="74861">115.41</cx:pt>
          <cx:pt idx="74862">74.950000000000003</cx:pt>
          <cx:pt idx="74863">74.950000000000003</cx:pt>
          <cx:pt idx="74864">74.950000000000003</cx:pt>
          <cx:pt idx="74865">71.950000000000003</cx:pt>
          <cx:pt idx="74866">89.939999999999998</cx:pt>
          <cx:pt idx="74867">74.950000000000003</cx:pt>
          <cx:pt idx="74868">169.97999999999999</cx:pt>
          <cx:pt idx="74869">82.640000000000001</cx:pt>
          <cx:pt idx="74870">84.989999999999995</cx:pt>
          <cx:pt idx="74871">84.989999999999995</cx:pt>
          <cx:pt idx="74872">84.989999999999995</cx:pt>
          <cx:pt idx="74873">99.980000000000004</cx:pt>
          <cx:pt idx="74874">84.989999999999995</cx:pt>
          <cx:pt idx="74875">144.47999999999999</cx:pt>
          <cx:pt idx="74876">124.18000000000001</cx:pt>
          <cx:pt idx="74877">169.97999999999999</cx:pt>
          <cx:pt idx="74878">169.97999999999999</cx:pt>
          <cx:pt idx="74879">156.78</cx:pt>
          <cx:pt idx="74880">131.97999999999999</cx:pt>
          <cx:pt idx="74881">184.97</cx:pt>
          <cx:pt idx="74882">136.84</cx:pt>
          <cx:pt idx="74883">59.240000000000002</cx:pt>
          <cx:pt idx="74884">69.989999999999995</cx:pt>
          <cx:pt idx="74885">63.960000000000001</cx:pt>
          <cx:pt idx="74886">63.960000000000001</cx:pt>
          <cx:pt idx="74887">63.960000000000001</cx:pt>
          <cx:pt idx="74888">63.960000000000001</cx:pt>
          <cx:pt idx="74889">63.960000000000001</cx:pt>
          <cx:pt idx="74890">63.960000000000001</cx:pt>
          <cx:pt idx="74891">84.989999999999995</cx:pt>
          <cx:pt idx="74892">76.489999999999995</cx:pt>
          <cx:pt idx="74893">72.239999999999995</cx:pt>
          <cx:pt idx="74894">76.489999999999995</cx:pt>
          <cx:pt idx="74895">76.489999999999995</cx:pt>
          <cx:pt idx="74896">84.989999999999995</cx:pt>
          <cx:pt idx="74897">84.969999999999999</cx:pt>
          <cx:pt idx="74898">76.489999999999995</cx:pt>
          <cx:pt idx="74899">51.979999999999997</cx:pt>
          <cx:pt idx="74900">76.489999999999995</cx:pt>
          <cx:pt idx="74901">69.980000000000004</cx:pt>
          <cx:pt idx="74902">51.979999999999997</cx:pt>
          <cx:pt idx="74903">51.979999999999997</cx:pt>
          <cx:pt idx="74904">63.689999999999998</cx:pt>
          <cx:pt idx="74905">51.979999999999997</cx:pt>
          <cx:pt idx="74906">50.979999999999997</cx:pt>
          <cx:pt idx="74907">169.97999999999999</cx:pt>
          <cx:pt idx="74908">169.97999999999999</cx:pt>
          <cx:pt idx="74909">79.950000000000003</cx:pt>
          <cx:pt idx="74910">201.96000000000001</cx:pt>
          <cx:pt idx="74911">169.97999999999999</cx:pt>
          <cx:pt idx="74912">80.739999999999995</cx:pt>
          <cx:pt idx="74913">150.93000000000001</cx:pt>
          <cx:pt idx="74914">131.97999999999999</cx:pt>
          <cx:pt idx="74915">113.95</cx:pt>
          <cx:pt idx="74916">131.37</cx:pt>
          <cx:pt idx="74917">137.94999999999999</cx:pt>
          <cx:pt idx="74918">131.97999999999999</cx:pt>
          <cx:pt idx="74919">55.920000000000002</cx:pt>
          <cx:pt idx="74920">105.98</cx:pt>
          <cx:pt idx="74921">59.939999999999998</cx:pt>
          <cx:pt idx="74922">145.94999999999999</cx:pt>
          <cx:pt idx="74923">122.97</cx:pt>
          <cx:pt idx="74924">169.97999999999999</cx:pt>
          <cx:pt idx="74925">84.989999999999995</cx:pt>
          <cx:pt idx="74926">84.989999999999995</cx:pt>
          <cx:pt idx="74927">169.97999999999999</cx:pt>
          <cx:pt idx="74928">84.989999999999995</cx:pt>
          <cx:pt idx="74929">76.489999999999995</cx:pt>
          <cx:pt idx="74930">169.97999999999999</cx:pt>
          <cx:pt idx="74931">74.219999999999999</cx:pt>
          <cx:pt idx="74932">25.989999999999998</cx:pt>
          <cx:pt idx="74933">66.269999999999996</cx:pt>
          <cx:pt idx="74934">70.170000000000002</cx:pt>
          <cx:pt idx="74935">102.92</cx:pt>
          <cx:pt idx="74936">103.95999999999999</cx:pt>
          <cx:pt idx="74937">93.560000000000002</cx:pt>
          <cx:pt idx="74938">86.969999999999999</cx:pt>
          <cx:pt idx="74939">77.969999999999999</cx:pt>
          <cx:pt idx="74940">100.84</cx:pt>
          <cx:pt idx="74941">74.069999999999993</cx:pt>
          <cx:pt idx="74942">62.969999999999999</cx:pt>
          <cx:pt idx="74943">103.95999999999999</cx:pt>
          <cx:pt idx="74944">77.189999999999998</cx:pt>
          <cx:pt idx="74945">99.980000000000004</cx:pt>
          <cx:pt idx="74946">84.980000000000004</cx:pt>
          <cx:pt idx="74947">84.989999999999995</cx:pt>
          <cx:pt idx="74948">100.98</cx:pt>
          <cx:pt idx="74949">84.989999999999995</cx:pt>
          <cx:pt idx="74950">75.329999999999998</cx:pt>
          <cx:pt idx="74951">84.989999999999995</cx:pt>
          <cx:pt idx="74952">84.989999999999995</cx:pt>
          <cx:pt idx="74953">84.989999999999995</cx:pt>
          <cx:pt idx="74954">84.989999999999995</cx:pt>
          <cx:pt idx="74955">84.989999999999995</cx:pt>
          <cx:pt idx="74956">76.489999999999995</cx:pt>
          <cx:pt idx="74957">99.959999999999994</cx:pt>
          <cx:pt idx="74958">110.97</cx:pt>
          <cx:pt idx="74959">99.959999999999994</cx:pt>
          <cx:pt idx="74960">77.969999999999999</cx:pt>
          <cx:pt idx="74961">99.959999999999994</cx:pt>
          <cx:pt idx="74962">96.670000000000002</cx:pt>
          <cx:pt idx="74963">73.980000000000004</cx:pt>
          <cx:pt idx="74964">73.980000000000004</cx:pt>
          <cx:pt idx="74965">81.959999999999994</cx:pt>
          <cx:pt idx="74966">110.97</cx:pt>
          <cx:pt idx="74967">267.92000000000002</cx:pt>
          <cx:pt idx="74968">267.92000000000002</cx:pt>
          <cx:pt idx="74969">118.95999999999999</cx:pt>
          <cx:pt idx="74970">118.95999999999999</cx:pt>
          <cx:pt idx="74971">227.94</cx:pt>
          <cx:pt idx="74972">227.94</cx:pt>
          <cx:pt idx="74973">133.94999999999999</cx:pt>
          <cx:pt idx="74974">119.95999999999999</cx:pt>
          <cx:pt idx="74975">119.95999999999999</cx:pt>
          <cx:pt idx="74976">133.94999999999999</cx:pt>
          <cx:pt idx="74977">54.990000000000002</cx:pt>
          <cx:pt idx="74978">98.969999999999999</cx:pt>
          <cx:pt idx="74979">54.990000000000002</cx:pt>
          <cx:pt idx="74980">94.980000000000004</cx:pt>
          <cx:pt idx="74981">84.989999999999995</cx:pt>
          <cx:pt idx="74982">59.979999999999997</cx:pt>
          <cx:pt idx="74983">84.989999999999995</cx:pt>
          <cx:pt idx="74984">64.980000000000004</cx:pt>
          <cx:pt idx="74985">84.989999999999995</cx:pt>
          <cx:pt idx="74986">75.730000000000004</cx:pt>
          <cx:pt idx="74987">45.479999999999997</cx:pt>
          <cx:pt idx="74988">72.980000000000004</cx:pt>
          <cx:pt idx="74989">84.989999999999995</cx:pt>
          <cx:pt idx="74990">59.979999999999997</cx:pt>
          <cx:pt idx="74991">51.950000000000003</cx:pt>
          <cx:pt idx="74992">109.98</cx:pt>
          <cx:pt idx="74993">79.980000000000004</cx:pt>
          <cx:pt idx="74994">109.59</cx:pt>
          <cx:pt idx="74995">59.979999999999997</cx:pt>
          <cx:pt idx="74996">26.280000000000001</cx:pt>
          <cx:pt idx="74997">68.980000000000004</cx:pt>
          <cx:pt idx="74998">104.98</cx:pt>
          <cx:pt idx="74999">104.98</cx:pt>
          <cx:pt idx="75000">82.980000000000004</cx:pt>
          <cx:pt idx="75001">84.989999999999995</cx:pt>
          <cx:pt idx="75002">129.97999999999999</cx:pt>
          <cx:pt idx="75003">103.98</cx:pt>
          <cx:pt idx="75004">84.989999999999995</cx:pt>
          <cx:pt idx="75005">84.989999999999995</cx:pt>
          <cx:pt idx="75006">84.989999999999995</cx:pt>
          <cx:pt idx="75007">89.689999999999998</cx:pt>
          <cx:pt idx="75008">84.989999999999995</cx:pt>
          <cx:pt idx="75009">197.96000000000001</cx:pt>
          <cx:pt idx="75010">84.989999999999995</cx:pt>
          <cx:pt idx="75011">94.079999999999998</cx:pt>
          <cx:pt idx="75012">84.989999999999995</cx:pt>
          <cx:pt idx="75013">93.030000000000001</cx:pt>
          <cx:pt idx="75014">6</cx:pt>
          <cx:pt idx="75015">52.979999999999997</cx:pt>
          <cx:pt idx="75016">56.979999999999997</cx:pt>
          <cx:pt idx="75017">59.979999999999997</cx:pt>
          <cx:pt idx="75018">39.329999999999998</cx:pt>
          <cx:pt idx="75019">68.170000000000002</cx:pt>
          <cx:pt idx="75020">67.980000000000004</cx:pt>
          <cx:pt idx="75021">70.989999999999995</cx:pt>
          <cx:pt idx="75022">99.980000000000004</cx:pt>
          <cx:pt idx="75023">18.859999999999999</cx:pt>
          <cx:pt idx="75024">84.980000000000004</cx:pt>
          <cx:pt idx="75025">99.980000000000004</cx:pt>
          <cx:pt idx="75026">84.989999999999995</cx:pt>
          <cx:pt idx="75027">99.980000000000004</cx:pt>
          <cx:pt idx="75028">84.989999999999995</cx:pt>
          <cx:pt idx="75029">84.989999999999995</cx:pt>
          <cx:pt idx="75030">84.989999999999995</cx:pt>
          <cx:pt idx="75031">79.980000000000004</cx:pt>
          <cx:pt idx="75032">85.980000000000004</cx:pt>
          <cx:pt idx="75033">122.93000000000001</cx:pt>
          <cx:pt idx="75034">53.450000000000003</cx:pt>
          <cx:pt idx="75035">104.98</cx:pt>
          <cx:pt idx="75036">68.989999999999995</cx:pt>
          <cx:pt idx="75037">51.490000000000002</cx:pt>
          <cx:pt idx="75038">68.989999999999995</cx:pt>
          <cx:pt idx="75039">68.989999999999995</cx:pt>
          <cx:pt idx="75040">41.490000000000002</cx:pt>
          <cx:pt idx="75041">21.489999999999998</cx:pt>
          <cx:pt idx="75042">104.98</cx:pt>
          <cx:pt idx="75043">21.489999999999998</cx:pt>
          <cx:pt idx="75044">21.489999999999998</cx:pt>
          <cx:pt idx="75045">51.490000000000002</cx:pt>
          <cx:pt idx="75046">104.98</cx:pt>
          <cx:pt idx="75047">71.980000000000004</cx:pt>
          <cx:pt idx="75048">104.98</cx:pt>
          <cx:pt idx="75049">104.98</cx:pt>
          <cx:pt idx="75050">71.980000000000004</cx:pt>
          <cx:pt idx="75051">104.98</cx:pt>
          <cx:pt idx="75052">71.980000000000004</cx:pt>
          <cx:pt idx="75053">51.490000000000002</cx:pt>
          <cx:pt idx="75054">41.490000000000002</cx:pt>
          <cx:pt idx="75055">62.979999999999997</cx:pt>
          <cx:pt idx="75056">41.490000000000002</cx:pt>
          <cx:pt idx="75057">76.489999999999995</cx:pt>
          <cx:pt idx="75058">69.980000000000004</cx:pt>
          <cx:pt idx="75059">69.980000000000004</cx:pt>
          <cx:pt idx="75060">69.980000000000004</cx:pt>
          <cx:pt idx="75061">69.980000000000004</cx:pt>
          <cx:pt idx="75062">69.980000000000004</cx:pt>
          <cx:pt idx="75063">69.980000000000004</cx:pt>
          <cx:pt idx="75064">76.489999999999995</cx:pt>
          <cx:pt idx="75065">68.370000000000005</cx:pt>
          <cx:pt idx="75066">104.98</cx:pt>
          <cx:pt idx="75067">104.98</cx:pt>
          <cx:pt idx="75068">104.98</cx:pt>
          <cx:pt idx="75069">104.98</cx:pt>
          <cx:pt idx="75070">104.98</cx:pt>
          <cx:pt idx="75071">68.370000000000005</cx:pt>
          <cx:pt idx="75072">68.370000000000005</cx:pt>
          <cx:pt idx="75073">104.98</cx:pt>
          <cx:pt idx="75074">19.899999999999999</cx:pt>
          <cx:pt idx="75075">19.489999999999998</cx:pt>
          <cx:pt idx="75076">69.980000000000004</cx:pt>
          <cx:pt idx="75077">62.979999999999997</cx:pt>
          <cx:pt idx="75078">69.980000000000004</cx:pt>
          <cx:pt idx="75079">19.899999999999999</cx:pt>
          <cx:pt idx="75080">62.979999999999997</cx:pt>
          <cx:pt idx="75081">19.489999999999998</cx:pt>
          <cx:pt idx="75082">86.530000000000001</cx:pt>
          <cx:pt idx="75083">69.980000000000004</cx:pt>
          <cx:pt idx="75084">86.530000000000001</cx:pt>
          <cx:pt idx="75085">69.090000000000003</cx:pt>
          <cx:pt idx="75086">69.090000000000003</cx:pt>
          <cx:pt idx="75087">86.530000000000001</cx:pt>
          <cx:pt idx="75088">69.090000000000003</cx:pt>
          <cx:pt idx="75089">19.489999999999998</cx:pt>
          <cx:pt idx="75090">76.489999999999995</cx:pt>
          <cx:pt idx="75091">19.899999999999999</cx:pt>
          <cx:pt idx="75092">130.63999999999999</cx:pt>
          <cx:pt idx="75093">117.2</cx:pt>
          <cx:pt idx="75094">82.230000000000004</cx:pt>
          <cx:pt idx="75095">82.230000000000004</cx:pt>
          <cx:pt idx="75096">119.73999999999999</cx:pt>
          <cx:pt idx="75097">93.209999999999994</cx:pt>
          <cx:pt idx="75098">68.939999999999998</cx:pt>
          <cx:pt idx="75099">62.899999999999999</cx:pt>
          <cx:pt idx="75100">217.74000000000001</cx:pt>
          <cx:pt idx="75101">168.61000000000001</cx:pt>
          <cx:pt idx="75102">151.66</cx:pt>
          <cx:pt idx="75103">100.28</cx:pt>
          <cx:pt idx="75104">79.980000000000004</cx:pt>
          <cx:pt idx="75105">65.989999999999995</cx:pt>
          <cx:pt idx="75106">103.47</cx:pt>
          <cx:pt idx="75107">79.980000000000004</cx:pt>
          <cx:pt idx="75108">101.98</cx:pt>
          <cx:pt idx="75109">88.569999999999993</cx:pt>
          <cx:pt idx="75110">79.980000000000004</cx:pt>
          <cx:pt idx="75111">79.980000000000004</cx:pt>
          <cx:pt idx="75112">101.48</cx:pt>
          <cx:pt idx="75113">201.46000000000001</cx:pt>
          <cx:pt idx="75114">164.5</cx:pt>
          <cx:pt idx="75115">99.980000000000004</cx:pt>
          <cx:pt idx="75116">99.980000000000004</cx:pt>
          <cx:pt idx="75117">84.989999999999995</cx:pt>
          <cx:pt idx="75118">137.96000000000001</cx:pt>
          <cx:pt idx="75119">113.97</cx:pt>
          <cx:pt idx="75120">142.74000000000001</cx:pt>
          <cx:pt idx="75121">84.989999999999995</cx:pt>
          <cx:pt idx="75122">139.96000000000001</cx:pt>
          <cx:pt idx="75123">84.989999999999995</cx:pt>
          <cx:pt idx="75124">99.969999999999999</cx:pt>
          <cx:pt idx="75125">125.97</cx:pt>
          <cx:pt idx="75126">115.47</cx:pt>
          <cx:pt idx="75127">63.969999999999999</cx:pt>
          <cx:pt idx="75128">109.95999999999999</cx:pt>
          <cx:pt idx="75129">74.969999999999999</cx:pt>
          <cx:pt idx="75130">89.969999999999999</cx:pt>
          <cx:pt idx="75131">59.979999999999997</cx:pt>
          <cx:pt idx="75132">83.969999999999999</cx:pt>
          <cx:pt idx="75133">139.94999999999999</cx:pt>
          <cx:pt idx="75134">59.979999999999997</cx:pt>
          <cx:pt idx="75135">119.95999999999999</cx:pt>
          <cx:pt idx="75136">82.620000000000005</cx:pt>
          <cx:pt idx="75137">109.97</cx:pt>
          <cx:pt idx="75138">100.97</cx:pt>
          <cx:pt idx="75139">85.969999999999999</cx:pt>
          <cx:pt idx="75140">64.980000000000004</cx:pt>
          <cx:pt idx="75141">74.980000000000004</cx:pt>
          <cx:pt idx="75142">89.969999999999999</cx:pt>
          <cx:pt idx="75143">57.380000000000003</cx:pt>
          <cx:pt idx="75144">65.969999999999999</cx:pt>
          <cx:pt idx="75145">59.979999999999997</cx:pt>
          <cx:pt idx="75146">114.98</cx:pt>
          <cx:pt idx="75147">68.969999999999999</cx:pt>
          <cx:pt idx="75148">227.15000000000001</cx:pt>
          <cx:pt idx="75149">246.44</cx:pt>
          <cx:pt idx="75150">169.97999999999999</cx:pt>
          <cx:pt idx="75151">246.44</cx:pt>
          <cx:pt idx="75152">57.43</cx:pt>
          <cx:pt idx="75153">57.43</cx:pt>
          <cx:pt idx="75154">199.96000000000001</cx:pt>
          <cx:pt idx="75155">199.96000000000001</cx:pt>
          <cx:pt idx="75156">79.969999999999999</cx:pt>
          <cx:pt idx="75157">79.969999999999999</cx:pt>
          <cx:pt idx="75158">184.97</cx:pt>
          <cx:pt idx="75159">184.97</cx:pt>
          <cx:pt idx="75160">169.97999999999999</cx:pt>
          <cx:pt idx="75161">227.15000000000001</cx:pt>
          <cx:pt idx="75162">71.959999999999994</cx:pt>
          <cx:pt idx="75163">84.989999999999995</cx:pt>
          <cx:pt idx="75164">59.960000000000001</cx:pt>
          <cx:pt idx="75165">98.939999999999998</cx:pt>
          <cx:pt idx="75166">59.960000000000001</cx:pt>
          <cx:pt idx="75167">56.969999999999999</cx:pt>
          <cx:pt idx="75168">59.960000000000001</cx:pt>
          <cx:pt idx="75169">67.200000000000003</cx:pt>
          <cx:pt idx="75170">53.969999999999999</cx:pt>
          <cx:pt idx="75171">59.960000000000001</cx:pt>
          <cx:pt idx="75172">79.980000000000004</cx:pt>
          <cx:pt idx="75173">60.990000000000002</cx:pt>
          <cx:pt idx="75174">60.990000000000002</cx:pt>
          <cx:pt idx="75175">111.98</cx:pt>
          <cx:pt idx="75176">91.980000000000004</cx:pt>
          <cx:pt idx="75177">56.170000000000002</cx:pt>
          <cx:pt idx="75178">79.989999999999995</cx:pt>
          <cx:pt idx="75179">111.98</cx:pt>
          <cx:pt idx="75180">91.980000000000004</cx:pt>
          <cx:pt idx="75181">79.989999999999995</cx:pt>
          <cx:pt idx="75182">51.840000000000003</cx:pt>
          <cx:pt idx="75183">51.840000000000003</cx:pt>
          <cx:pt idx="75184">56.170000000000002</cx:pt>
          <cx:pt idx="75185">60.990000000000002</cx:pt>
          <cx:pt idx="75186">79.989999999999995</cx:pt>
          <cx:pt idx="75187">60.990000000000002</cx:pt>
          <cx:pt idx="75188">79.989999999999995</cx:pt>
          <cx:pt idx="75189">189.90000000000001</cx:pt>
          <cx:pt idx="75190">80.959999999999994</cx:pt>
          <cx:pt idx="75191">16.489999999999998</cx:pt>
          <cx:pt idx="75192">36.490000000000002</cx:pt>
          <cx:pt idx="75193">179.90000000000001</cx:pt>
          <cx:pt idx="75194">79.959999999999994</cx:pt>
          <cx:pt idx="75195">107.94</cx:pt>
          <cx:pt idx="75196">224.88999999999999</cx:pt>
          <cx:pt idx="75197">84.989999999999995</cx:pt>
          <cx:pt idx="75198">114.98</cx:pt>
          <cx:pt idx="75199">153.91999999999999</cx:pt>
          <cx:pt idx="75200">88.959999999999994</cx:pt>
          <cx:pt idx="75201">105.98</cx:pt>
          <cx:pt idx="75202">76.129999999999995</cx:pt>
          <cx:pt idx="75203">103.18000000000001</cx:pt>
          <cx:pt idx="75204">134.97999999999999</cx:pt>
          <cx:pt idx="75205">99.959999999999994</cx:pt>
          <cx:pt idx="75206">130.80000000000001</cx:pt>
          <cx:pt idx="75207">119.97</cx:pt>
          <cx:pt idx="75208">94.969999999999999</cx:pt>
          <cx:pt idx="75209">67.420000000000002</cx:pt>
          <cx:pt idx="75210">79.980000000000004</cx:pt>
          <cx:pt idx="75211">119.97</cx:pt>
          <cx:pt idx="75212">119.97</cx:pt>
          <cx:pt idx="75213">87.980000000000004</cx:pt>
          <cx:pt idx="75214">123.16</cx:pt>
          <cx:pt idx="75215">305.88</cx:pt>
          <cx:pt idx="75216">169.97999999999999</cx:pt>
          <cx:pt idx="75217">39.280000000000001</cx:pt>
          <cx:pt idx="75218">214.87</cx:pt>
          <cx:pt idx="75219">169.97999999999999</cx:pt>
          <cx:pt idx="75220">84.989999999999995</cx:pt>
          <cx:pt idx="75221">169.97999999999999</cx:pt>
          <cx:pt idx="75222">192.53</cx:pt>
          <cx:pt idx="75223">114.97</cx:pt>
          <cx:pt idx="75224">142.97</cx:pt>
          <cx:pt idx="75225">144.94999999999999</cx:pt>
          <cx:pt idx="75226">84.989999999999995</cx:pt>
          <cx:pt idx="75227">342.88999999999999</cx:pt>
          <cx:pt idx="75228">131.97999999999999</cx:pt>
          <cx:pt idx="75229">169.97999999999999</cx:pt>
          <cx:pt idx="75230">89</cx:pt>
          <cx:pt idx="75231">238.96000000000001</cx:pt>
          <cx:pt idx="75232">131.97999999999999</cx:pt>
          <cx:pt idx="75233">79.989999999999995</cx:pt>
          <cx:pt idx="75234">79.989999999999995</cx:pt>
          <cx:pt idx="75235">79.989999999999995</cx:pt>
          <cx:pt idx="75236">79.989999999999995</cx:pt>
          <cx:pt idx="75237">60.990000000000002</cx:pt>
          <cx:pt idx="75238">79.989999999999995</cx:pt>
          <cx:pt idx="75239">60.990000000000002</cx:pt>
          <cx:pt idx="75240">81.769999999999996</cx:pt>
          <cx:pt idx="75241">60.990000000000002</cx:pt>
          <cx:pt idx="75242">60.990000000000002</cx:pt>
          <cx:pt idx="75243">54.890000000000001</cx:pt>
          <cx:pt idx="75244">71.340000000000003</cx:pt>
          <cx:pt idx="75245">49.990000000000002</cx:pt>
          <cx:pt idx="75246">79.989999999999995</cx:pt>
          <cx:pt idx="75247">79.989999999999995</cx:pt>
          <cx:pt idx="75248">65.189999999999998</cx:pt>
          <cx:pt idx="75249">65.969999999999999</cx:pt>
          <cx:pt idx="75250">75.090000000000003</cx:pt>
          <cx:pt idx="75251">147.97999999999999</cx:pt>
          <cx:pt idx="75252">143.97999999999999</cx:pt>
          <cx:pt idx="75253">55.159999999999997</cx:pt>
          <cx:pt idx="75254">73.989999999999995</cx:pt>
          <cx:pt idx="75255">84.989999999999995</cx:pt>
          <cx:pt idx="75256">51.960000000000001</cx:pt>
          <cx:pt idx="75257">129.97999999999999</cx:pt>
          <cx:pt idx="75258">169.97999999999999</cx:pt>
          <cx:pt idx="75259">254.96000000000001</cx:pt>
          <cx:pt idx="75260">254.96000000000001</cx:pt>
          <cx:pt idx="75261">155.96000000000001</cx:pt>
          <cx:pt idx="75262">253.40000000000001</cx:pt>
          <cx:pt idx="75263">113.94</cx:pt>
          <cx:pt idx="75264">84.989999999999995</cx:pt>
          <cx:pt idx="75265">77.180000000000007</cx:pt>
          <cx:pt idx="75266">81.049999999999997</cx:pt>
          <cx:pt idx="75267">82.489999999999995</cx:pt>
          <cx:pt idx="75268">79.849999999999994</cx:pt>
          <cx:pt idx="75269">95.569999999999993</cx:pt>
          <cx:pt idx="75270">102.83</cx:pt>
          <cx:pt idx="75271">79.849999999999994</cx:pt>
          <cx:pt idx="75272">79.849999999999994</cx:pt>
          <cx:pt idx="75273">79.849999999999994</cx:pt>
          <cx:pt idx="75274">79.849999999999994</cx:pt>
          <cx:pt idx="75275">79.849999999999994</cx:pt>
          <cx:pt idx="75276">79.849999999999994</cx:pt>
          <cx:pt idx="75277">107.95999999999999</cx:pt>
          <cx:pt idx="75278">59.979999999999997</cx:pt>
          <cx:pt idx="75279">89.969999999999999</cx:pt>
          <cx:pt idx="75280">74.969999999999999</cx:pt>
          <cx:pt idx="75281">89.969999999999999</cx:pt>
          <cx:pt idx="75282">59.979999999999997</cx:pt>
          <cx:pt idx="75283">119.95999999999999</cx:pt>
          <cx:pt idx="75284">59.979999999999997</cx:pt>
          <cx:pt idx="75285">89.969999999999999</cx:pt>
          <cx:pt idx="75286">97.959999999999994</cx:pt>
          <cx:pt idx="75287">89.959999999999994</cx:pt>
          <cx:pt idx="75288">184.96000000000001</cx:pt>
          <cx:pt idx="75289">67.219999999999999</cx:pt>
          <cx:pt idx="75290">140.97</cx:pt>
          <cx:pt idx="75291">166.96000000000001</cx:pt>
          <cx:pt idx="75292">68.989999999999995</cx:pt>
          <cx:pt idx="75293">46.469999999999999</cx:pt>
          <cx:pt idx="75294">120.95999999999999</cx:pt>
          <cx:pt idx="75295">165.16999999999999</cx:pt>
          <cx:pt idx="75296">46.469999999999999</cx:pt>
          <cx:pt idx="75297">55.979999999999997</cx:pt>
          <cx:pt idx="75298">55.979999999999997</cx:pt>
          <cx:pt idx="75299">55.979999999999997</cx:pt>
          <cx:pt idx="75300">55.979999999999997</cx:pt>
          <cx:pt idx="75301">55.979999999999997</cx:pt>
          <cx:pt idx="75302">83.969999999999999</cx:pt>
          <cx:pt idx="75303">55.979999999999997</cx:pt>
          <cx:pt idx="75304">55.979999999999997</cx:pt>
          <cx:pt idx="75305">55.979999999999997</cx:pt>
          <cx:pt idx="75306">55.979999999999997</cx:pt>
          <cx:pt idx="75307">55.979999999999997</cx:pt>
          <cx:pt idx="75308">55.979999999999997</cx:pt>
          <cx:pt idx="75309">55.979999999999997</cx:pt>
          <cx:pt idx="75310">55.979999999999997</cx:pt>
          <cx:pt idx="75311">55.979999999999997</cx:pt>
          <cx:pt idx="75312">84.989999999999995</cx:pt>
          <cx:pt idx="75313">196.84999999999999</cx:pt>
          <cx:pt idx="75314">122.98</cx:pt>
          <cx:pt idx="75315">356.93000000000001</cx:pt>
          <cx:pt idx="75316">104.98</cx:pt>
          <cx:pt idx="75317">169.97999999999999</cx:pt>
          <cx:pt idx="75318">41.490000000000002</cx:pt>
          <cx:pt idx="75319">84.989999999999995</cx:pt>
          <cx:pt idx="75320">84.989999999999995</cx:pt>
          <cx:pt idx="75321">104.98</cx:pt>
          <cx:pt idx="75322">84.989999999999995</cx:pt>
          <cx:pt idx="75323">99.980000000000004</cx:pt>
          <cx:pt idx="75324">84.989999999999995</cx:pt>
          <cx:pt idx="75325">-99.980000000000004</cx:pt>
          <cx:pt idx="75326">59.939999999999998</cx:pt>
          <cx:pt idx="75327">84.989999999999995</cx:pt>
          <cx:pt idx="75328">84.989999999999995</cx:pt>
          <cx:pt idx="75329">84.989999999999995</cx:pt>
          <cx:pt idx="75330">249.90000000000001</cx:pt>
          <cx:pt idx="75331">50.969999999999999</cx:pt>
          <cx:pt idx="75332">79.370000000000005</cx:pt>
          <cx:pt idx="75333">50.380000000000003</cx:pt>
          <cx:pt idx="75334">50.969999999999999</cx:pt>
          <cx:pt idx="75335">249.90000000000001</cx:pt>
          <cx:pt idx="75336">229.41999999999999</cx:pt>
          <cx:pt idx="75337">239.91999999999999</cx:pt>
          <cx:pt idx="75338">299.89999999999998</cx:pt>
          <cx:pt idx="75339">79.370000000000005</cx:pt>
          <cx:pt idx="75340">50.380000000000003</cx:pt>
          <cx:pt idx="75341">299.89999999999998</cx:pt>
          <cx:pt idx="75342">229.41999999999999</cx:pt>
          <cx:pt idx="75343">239.91999999999999</cx:pt>
          <cx:pt idx="75344">170.97999999999999</cx:pt>
          <cx:pt idx="75345">323.94999999999999</cx:pt>
          <cx:pt idx="75346">31.73</cx:pt>
          <cx:pt idx="75347">239.72</cx:pt>
          <cx:pt idx="75348">109.98</cx:pt>
          <cx:pt idx="75349">37.979999999999997</cx:pt>
          <cx:pt idx="75350">57.979999999999997</cx:pt>
          <cx:pt idx="75351">56.969999999999999</cx:pt>
          <cx:pt idx="75352">84.959999999999994</cx:pt>
          <cx:pt idx="75353">71.950000000000003</cx:pt>
          <cx:pt idx="75354">130.96000000000001</cx:pt>
          <cx:pt idx="75355">29.98</cx:pt>
          <cx:pt idx="75356">57.979999999999997</cx:pt>
          <cx:pt idx="75357">50.979999999999997</cx:pt>
          <cx:pt idx="75358">50.979999999999997</cx:pt>
          <cx:pt idx="75359">83.189999999999998</cx:pt>
          <cx:pt idx="75360">129.94999999999999</cx:pt>
          <cx:pt idx="75361">84.989999999999995</cx:pt>
          <cx:pt idx="75362">182.94999999999999</cx:pt>
          <cx:pt idx="75363">159.97999999999999</cx:pt>
          <cx:pt idx="75364">129.97999999999999</cx:pt>
          <cx:pt idx="75365">93.980000000000004</cx:pt>
          <cx:pt idx="75366">87.959999999999994</cx:pt>
          <cx:pt idx="75367">79.980000000000004</cx:pt>
          <cx:pt idx="75368">79.980000000000004</cx:pt>
          <cx:pt idx="75369">60.990000000000002</cx:pt>
          <cx:pt idx="75370">164.97999999999999</cx:pt>
          <cx:pt idx="75371">59.990000000000002</cx:pt>
          <cx:pt idx="75372">115.95999999999999</cx:pt>
          <cx:pt idx="75373">71.680000000000007</cx:pt>
          <cx:pt idx="75374">167.46000000000001</cx:pt>
          <cx:pt idx="75375">60.990000000000002</cx:pt>
          <cx:pt idx="75376">124.98</cx:pt>
          <cx:pt idx="75377">128.97</cx:pt>
          <cx:pt idx="75378">81.900000000000006</cx:pt>
          <cx:pt idx="75379">95.370000000000005</cx:pt>
          <cx:pt idx="75380">92.920000000000002</cx:pt>
          <cx:pt idx="75381">75.909999999999997</cx:pt>
          <cx:pt idx="75382">68.969999999999999</cx:pt>
          <cx:pt idx="75383">88.969999999999999</cx:pt>
          <cx:pt idx="75384">89.980000000000004</cx:pt>
          <cx:pt idx="75385">82.420000000000002</cx:pt>
          <cx:pt idx="75386">104.98</cx:pt>
          <cx:pt idx="75387">70.959999999999994</cx:pt>
          <cx:pt idx="75388">99.959999999999994</cx:pt>
          <cx:pt idx="75389">134.97</cx:pt>
          <cx:pt idx="75390">122.97</cx:pt>
          <cx:pt idx="75391">70.959999999999994</cx:pt>
          <cx:pt idx="75392">56.969999999999999</cx:pt>
          <cx:pt idx="75393">84.969999999999999</cx:pt>
          <cx:pt idx="75394">78.980000000000004</cx:pt>
          <cx:pt idx="75395">97.959999999999994</cx:pt>
          <cx:pt idx="75396">119.95999999999999</cx:pt>
          <cx:pt idx="75397">78.260000000000005</cx:pt>
          <cx:pt idx="75398">89.969999999999999</cx:pt>
          <cx:pt idx="75399">116.95</cx:pt>
          <cx:pt idx="75400">-8.6999999999999993</cx:pt>
          <cx:pt idx="75401">97.959999999999994</cx:pt>
          <cx:pt idx="75402">82.969999999999999</cx:pt>
          <cx:pt idx="75403">53.469999999999999</cx:pt>
          <cx:pt idx="75404">59.979999999999997</cx:pt>
          <cx:pt idx="75405">53.979999999999997</cx:pt>
          <cx:pt idx="75406">59.979999999999997</cx:pt>
          <cx:pt idx="75407">59.979999999999997</cx:pt>
          <cx:pt idx="75408">40.490000000000002</cx:pt>
          <cx:pt idx="75409">59.979999999999997</cx:pt>
          <cx:pt idx="75410">51.479999999999997</cx:pt>
          <cx:pt idx="75411">59.979999999999997</cx:pt>
          <cx:pt idx="75412">51.479999999999997</cx:pt>
          <cx:pt idx="75413">46.729999999999997</cx:pt>
          <cx:pt idx="75414">77.969999999999999</cx:pt>
          <cx:pt idx="75415">59.979999999999997</cx:pt>
          <cx:pt idx="75416">52.979999999999997</cx:pt>
          <cx:pt idx="75417">49.479999999999997</cx:pt>
          <cx:pt idx="75418">53.979999999999997</cx:pt>
          <cx:pt idx="75419">64.980000000000004</cx:pt>
          <cx:pt idx="75420">169.97999999999999</cx:pt>
          <cx:pt idx="75421">84.989999999999995</cx:pt>
          <cx:pt idx="75422">84.989999999999995</cx:pt>
          <cx:pt idx="75423">169.97999999999999</cx:pt>
          <cx:pt idx="75424">169.97999999999999</cx:pt>
          <cx:pt idx="75425">84.989999999999995</cx:pt>
          <cx:pt idx="75426">84.989999999999995</cx:pt>
          <cx:pt idx="75427">56.969999999999999</cx:pt>
          <cx:pt idx="75428">169.97999999999999</cx:pt>
          <cx:pt idx="75429">99.980000000000004</cx:pt>
          <cx:pt idx="75430">84.989999999999995</cx:pt>
          <cx:pt idx="75431">84.989999999999995</cx:pt>
          <cx:pt idx="75432">79.980000000000004</cx:pt>
          <cx:pt idx="75433">84.989999999999995</cx:pt>
          <cx:pt idx="75434">56.969999999999999</cx:pt>
          <cx:pt idx="75435">169.97999999999999</cx:pt>
          <cx:pt idx="75436">99.980000000000004</cx:pt>
          <cx:pt idx="75437">84.989999999999995</cx:pt>
          <cx:pt idx="75438">169.97999999999999</cx:pt>
          <cx:pt idx="75439">79.980000000000004</cx:pt>
          <cx:pt idx="75440">84.989999999999995</cx:pt>
          <cx:pt idx="75441">84.989999999999995</cx:pt>
          <cx:pt idx="75442">84.989999999999995</cx:pt>
          <cx:pt idx="75443">169.97999999999999</cx:pt>
          <cx:pt idx="75444">84.989999999999995</cx:pt>
          <cx:pt idx="75445">169.97999999999999</cx:pt>
          <cx:pt idx="75446">99.969999999999999</cx:pt>
          <cx:pt idx="75447">25.48</cx:pt>
          <cx:pt idx="75448">101.95999999999999</cx:pt>
          <cx:pt idx="75449">79.980000000000004</cx:pt>
          <cx:pt idx="75450">131.97999999999999</cx:pt>
          <cx:pt idx="75451">79.980000000000004</cx:pt>
          <cx:pt idx="75452">79.980000000000004</cx:pt>
          <cx:pt idx="75453">79.980000000000004</cx:pt>
          <cx:pt idx="75454">103.95999999999999</cx:pt>
          <cx:pt idx="75455">84.989999999999995</cx:pt>
          <cx:pt idx="75456">84.989999999999995</cx:pt>
          <cx:pt idx="75457">84.989999999999995</cx:pt>
          <cx:pt idx="75458">68.989999999999995</cx:pt>
          <cx:pt idx="75459">84.989999999999995</cx:pt>
          <cx:pt idx="75460">84.989999999999995</cx:pt>
          <cx:pt idx="75461">65.989999999999995</cx:pt>
          <cx:pt idx="75462">131.97999999999999</cx:pt>
          <cx:pt idx="75463">61.700000000000003</cx:pt>
          <cx:pt idx="75464">65.780000000000001</cx:pt>
          <cx:pt idx="75465">84.989999999999995</cx:pt>
          <cx:pt idx="75466">64.980000000000004</cx:pt>
          <cx:pt idx="75467">145.96000000000001</cx:pt>
          <cx:pt idx="75468">56.979999999999997</cx:pt>
          <cx:pt idx="75469">64.980000000000004</cx:pt>
          <cx:pt idx="75470">71.480000000000004</cx:pt>
          <cx:pt idx="75471">55.710000000000001</cx:pt>
          <cx:pt idx="75472">111.98</cx:pt>
          <cx:pt idx="75473">89.969999999999999</cx:pt>
          <cx:pt idx="75474">162.97</cx:pt>
          <cx:pt idx="75475">214.94999999999999</cx:pt>
          <cx:pt idx="75476">193.46000000000001</cx:pt>
          <cx:pt idx="75477">79.980000000000004</cx:pt>
          <cx:pt idx="75478">89.959999999999994</cx:pt>
          <cx:pt idx="75479">153.86000000000001</cx:pt>
          <cx:pt idx="75480">59.979999999999997</cx:pt>
          <cx:pt idx="75481">99.980000000000004</cx:pt>
          <cx:pt idx="75482">59.979999999999997</cx:pt>
          <cx:pt idx="75483">84.989999999999995</cx:pt>
          <cx:pt idx="75484">169.97999999999999</cx:pt>
          <cx:pt idx="75485">59.979999999999997</cx:pt>
          <cx:pt idx="75486">99.980000000000004</cx:pt>
          <cx:pt idx="75487">48.130000000000003</cx:pt>
          <cx:pt idx="75488">169.97999999999999</cx:pt>
          <cx:pt idx="75489">59.979999999999997</cx:pt>
          <cx:pt idx="75490">109.95999999999999</cx:pt>
          <cx:pt idx="75491">69.969999999999999</cx:pt>
          <cx:pt idx="75492">92.090000000000003</cx:pt>
          <cx:pt idx="75493">101.48</cx:pt>
          <cx:pt idx="75494">102.97</cx:pt>
          <cx:pt idx="75495">54.990000000000002</cx:pt>
          <cx:pt idx="75496">124.97</cx:pt>
          <cx:pt idx="75497">107.47</cx:pt>
          <cx:pt idx="75498">87.269999999999996</cx:pt>
          <cx:pt idx="75499">69.980000000000004</cx:pt>
          <cx:pt idx="75500">99.980000000000004</cx:pt>
          <cx:pt idx="75501">54.990000000000002</cx:pt>
          <cx:pt idx="75502">188.72</cx:pt>
          <cx:pt idx="75503">176.53</cx:pt>
          <cx:pt idx="75504">166.93000000000001</cx:pt>
          <cx:pt idx="75505">226.22</cx:pt>
          <cx:pt idx="75506">205.63999999999999</cx:pt>
          <cx:pt idx="75507">106.56</cx:pt>
          <cx:pt idx="75508">135.74000000000001</cx:pt>
          <cx:pt idx="75509">86.069999999999993</cx:pt>
          <cx:pt idx="75510">85.780000000000001</cx:pt>
          <cx:pt idx="75511">55.969999999999999</cx:pt>
          <cx:pt idx="75512">98.980000000000004</cx:pt>
          <cx:pt idx="75513">659.35000000000002</cx:pt>
          <cx:pt idx="75514">94.189999999999998</cx:pt>
          <cx:pt idx="75515">94.950000000000003</cx:pt>
          <cx:pt idx="75516">72.569999999999993</cx:pt>
          <cx:pt idx="75517">94.950000000000003</cx:pt>
          <cx:pt idx="75518">169.97</cx:pt>
          <cx:pt idx="75519">260.44</cx:pt>
          <cx:pt idx="75520">105.97</cx:pt>
          <cx:pt idx="75521">95.980000000000004</cx:pt>
          <cx:pt idx="75522">116.97</cx:pt>
          <cx:pt idx="75523">227.13999999999999</cx:pt>
          <cx:pt idx="75524">169.97999999999999</cx:pt>
          <cx:pt idx="75525">72.879999999999995</cx:pt>
          <cx:pt idx="75526">65.989999999999995</cx:pt>
          <cx:pt idx="75527">60.219999999999999</cx:pt>
          <cx:pt idx="75528">65.989999999999995</cx:pt>
          <cx:pt idx="75529">65.989999999999995</cx:pt>
          <cx:pt idx="75530">77.980000000000004</cx:pt>
          <cx:pt idx="75531">65.989999999999995</cx:pt>
          <cx:pt idx="75532">41.490000000000002</cx:pt>
          <cx:pt idx="75533">65.989999999999995</cx:pt>
          <cx:pt idx="75534">31.48</cx:pt>
          <cx:pt idx="75535">65.989999999999995</cx:pt>
          <cx:pt idx="75536">80.980000000000004</cx:pt>
          <cx:pt idx="75537">131.97999999999999</cx:pt>
          <cx:pt idx="75538">65.989999999999995</cx:pt>
          <cx:pt idx="75539">61.979999999999997</cx:pt>
          <cx:pt idx="75540">65.989999999999995</cx:pt>
          <cx:pt idx="75541">84.989999999999995</cx:pt>
          <cx:pt idx="75542">84.989999999999995</cx:pt>
          <cx:pt idx="75543">65.989999999999995</cx:pt>
          <cx:pt idx="75544">65.989999999999995</cx:pt>
          <cx:pt idx="75545">65.989999999999995</cx:pt>
          <cx:pt idx="75546">84.989999999999995</cx:pt>
          <cx:pt idx="75547">56.090000000000003</cx:pt>
          <cx:pt idx="75548">39.990000000000002</cx:pt>
          <cx:pt idx="75549">68.989999999999995</cx:pt>
          <cx:pt idx="75550">269.91000000000003</cx:pt>
          <cx:pt idx="75551">49.979999999999997</cx:pt>
          <cx:pt idx="75552">59.979999999999997</cx:pt>
          <cx:pt idx="75553">-20</cx:pt>
          <cx:pt idx="75554">50.479999999999997</cx:pt>
          <cx:pt idx="75555">50.979999999999997</cx:pt>
          <cx:pt idx="75556">113.84</cx:pt>
          <cx:pt idx="75557">50.009999999999998</cx:pt>
          <cx:pt idx="75558">54.990000000000002</cx:pt>
          <cx:pt idx="75559">62.969999999999999</cx:pt>
          <cx:pt idx="75560">51.950000000000003</cx:pt>
          <cx:pt idx="75561">65.540000000000006</cx:pt>
          <cx:pt idx="75562">63.789999999999999</cx:pt>
          <cx:pt idx="75563">79.319999999999993</cx:pt>
          <cx:pt idx="75564">169.97999999999999</cx:pt>
          <cx:pt idx="75565">155.97</cx:pt>
          <cx:pt idx="75566">169.97999999999999</cx:pt>
          <cx:pt idx="75567">84.989999999999995</cx:pt>
          <cx:pt idx="75568">254.97</cx:pt>
          <cx:pt idx="75569">84.989999999999995</cx:pt>
          <cx:pt idx="75570">69.980000000000004</cx:pt>
          <cx:pt idx="75571">124.97</cx:pt>
          <cx:pt idx="75572">69.980000000000004</cx:pt>
          <cx:pt idx="75573">112.97</cx:pt>
          <cx:pt idx="75574">104.98</cx:pt>
          <cx:pt idx="75575">119.97</cx:pt>
          <cx:pt idx="75576">51.960000000000001</cx:pt>
          <cx:pt idx="75577">124.97</cx:pt>
          <cx:pt idx="75578">69.980000000000004</cx:pt>
          <cx:pt idx="75579">105.98</cx:pt>
          <cx:pt idx="75580">54.979999999999997</cx:pt>
          <cx:pt idx="75581">105.98</cx:pt>
          <cx:pt idx="75582">101.97</cx:pt>
          <cx:pt idx="75583">84.989999999999995</cx:pt>
          <cx:pt idx="75584">87.469999999999999</cx:pt>
          <cx:pt idx="75585">77.879999999999995</cx:pt>
          <cx:pt idx="75586">154.46000000000001</cx:pt>
          <cx:pt idx="75587">105.98</cx:pt>
          <cx:pt idx="75588">163.75999999999999</cx:pt>
          <cx:pt idx="75589">27.48</cx:pt>
          <cx:pt idx="75590">104.16</cx:pt>
          <cx:pt idx="75591">81.969999999999999</cx:pt>
          <cx:pt idx="75592">91.969999999999999</cx:pt>
          <cx:pt idx="75593">128.63</cx:pt>
          <cx:pt idx="75594">51.960000000000001</cx:pt>
          <cx:pt idx="75595">131.97999999999999</cx:pt>
          <cx:pt idx="75596">84.989999999999995</cx:pt>
          <cx:pt idx="75597">169.97999999999999</cx:pt>
          <cx:pt idx="75598">169.97999999999999</cx:pt>
          <cx:pt idx="75599">27.379999999999999</cx:pt>
          <cx:pt idx="75600">47.369999999999997</cx:pt>
          <cx:pt idx="75601">53.259999999999998</cx:pt>
          <cx:pt idx="75602">53.259999999999998</cx:pt>
          <cx:pt idx="75603">162.94999999999999</cx:pt>
          <cx:pt idx="75604">110.87</cx:pt>
          <cx:pt idx="75605">47.369999999999997</cx:pt>
          <cx:pt idx="75606">52.240000000000002</cx:pt>
          <cx:pt idx="75607">52.240000000000002</cx:pt>
          <cx:pt idx="75608">84.989999999999995</cx:pt>
          <cx:pt idx="75609">22.489999999999998</cx:pt>
          <cx:pt idx="75610">22.489999999999998</cx:pt>
          <cx:pt idx="75611">110.87</cx:pt>
          <cx:pt idx="75612">84.989999999999995</cx:pt>
          <cx:pt idx="75613">84.989999999999995</cx:pt>
          <cx:pt idx="75614">105.98</cx:pt>
          <cx:pt idx="75615">162.94999999999999</cx:pt>
          <cx:pt idx="75616">84.989999999999995</cx:pt>
          <cx:pt idx="75617">105.98</cx:pt>
          <cx:pt idx="75618">67.489999999999995</cx:pt>
          <cx:pt idx="75619">27.379999999999999</cx:pt>
          <cx:pt idx="75620">67.489999999999995</cx:pt>
          <cx:pt idx="75621">59.979999999999997</cx:pt>
          <cx:pt idx="75622">89.969999999999999</cx:pt>
          <cx:pt idx="75623">89.969999999999999</cx:pt>
          <cx:pt idx="75624">89.969999999999999</cx:pt>
          <cx:pt idx="75625">89.969999999999999</cx:pt>
          <cx:pt idx="75626">104.95999999999999</cx:pt>
          <cx:pt idx="75627">89.969999999999999</cx:pt>
          <cx:pt idx="75628">89.969999999999999</cx:pt>
          <cx:pt idx="75629">109.41</cx:pt>
          <cx:pt idx="75630">65.989999999999995</cx:pt>
          <cx:pt idx="75631">81.980000000000004</cx:pt>
          <cx:pt idx="75632">65.989999999999995</cx:pt>
          <cx:pt idx="75633">61.710000000000001</cx:pt>
          <cx:pt idx="75634">85.980000000000004</cx:pt>
          <cx:pt idx="75635">64.670000000000002</cx:pt>
          <cx:pt idx="75636">65.989999999999995</cx:pt>
          <cx:pt idx="75637">81.980000000000004</cx:pt>
          <cx:pt idx="75638">-65.989999999999995</cx:pt>
          <cx:pt idx="75639">65.989999999999995</cx:pt>
          <cx:pt idx="75640">81.980000000000004</cx:pt>
          <cx:pt idx="75641">65.980000000000004</cx:pt>
          <cx:pt idx="75642">80.5</cx:pt>
          <cx:pt idx="75643">131.97999999999999</cx:pt>
          <cx:pt idx="75644">65.989999999999995</cx:pt>
          <cx:pt idx="75645">84.989999999999995</cx:pt>
          <cx:pt idx="75646">85.969999999999999</cx:pt>
          <cx:pt idx="75647">65.989999999999995</cx:pt>
          <cx:pt idx="75648">84.989999999999995</cx:pt>
          <cx:pt idx="75649">78.150000000000006</cx:pt>
          <cx:pt idx="75650">56.68</cx:pt>
          <cx:pt idx="75651">52.979999999999997</cx:pt>
          <cx:pt idx="75652">50.979999999999997</cx:pt>
          <cx:pt idx="75653">72.989999999999995</cx:pt>
          <cx:pt idx="75654">68.989999999999995</cx:pt>
          <cx:pt idx="75655">55.969999999999999</cx:pt>
          <cx:pt idx="75656">59.979999999999997</cx:pt>
          <cx:pt idx="75657">63.240000000000002</cx:pt>
          <cx:pt idx="75658">63.82</cx:pt>
          <cx:pt idx="75659">51.960000000000001</cx:pt>
          <cx:pt idx="75660">64.980000000000004</cx:pt>
          <cx:pt idx="75661">79.530000000000001</cx:pt>
          <cx:pt idx="75662">56.979999999999997</cx:pt>
          <cx:pt idx="75663">65.989999999999995</cx:pt>
          <cx:pt idx="75664">50.979999999999997</cx:pt>
          <cx:pt idx="75665">57.710000000000001</cx:pt>
          <cx:pt idx="75666">108.78</cx:pt>
          <cx:pt idx="75667">243.31999999999999</cx:pt>
          <cx:pt idx="75668">54.100000000000001</cx:pt>
          <cx:pt idx="75669">118.97</cx:pt>
          <cx:pt idx="75670">266.26999999999998</cx:pt>
          <cx:pt idx="75671">75.959999999999994</cx:pt>
          <cx:pt idx="75672">116.97</cx:pt>
          <cx:pt idx="75673">91.959999999999994</cx:pt>
          <cx:pt idx="75674">21.48</cx:pt>
          <cx:pt idx="75675">89.969999999999999</cx:pt>
          <cx:pt idx="75676">101.44</cx:pt>
          <cx:pt idx="75677">80.969999999999999</cx:pt>
          <cx:pt idx="75678">79.959999999999994</cx:pt>
          <cx:pt idx="75679">89.969999999999999</cx:pt>
          <cx:pt idx="75680">91.959999999999994</cx:pt>
          <cx:pt idx="75681">71.959999999999994</cx:pt>
          <cx:pt idx="75682">160.77000000000001</cx:pt>
          <cx:pt idx="75683">316.87</cx:pt>
          <cx:pt idx="75684">378.87</cx:pt>
          <cx:pt idx="75685">224.97</cx:pt>
          <cx:pt idx="75686">81.969999999999999</cx:pt>
          <cx:pt idx="75687">159.97999999999999</cx:pt>
          <cx:pt idx="75688">154.63999999999999</cx:pt>
          <cx:pt idx="75689">154.66999999999999</cx:pt>
          <cx:pt idx="75690">109.98</cx:pt>
          <cx:pt idx="75691">79.989999999999995</cx:pt>
          <cx:pt idx="75692">79.989999999999995</cx:pt>
          <cx:pt idx="75693">115.97</cx:pt>
          <cx:pt idx="75694">95.980000000000004</cx:pt>
          <cx:pt idx="75695">65.980000000000004</cx:pt>
          <cx:pt idx="75696">206.06999999999999</cx:pt>
          <cx:pt idx="75697">310.52999999999997</cx:pt>
          <cx:pt idx="75698">353.82999999999998</cx:pt>
          <cx:pt idx="75699">239.97</cx:pt>
          <cx:pt idx="75700">194.84999999999999</cx:pt>
          <cx:pt idx="75701">179.88</cx:pt>
          <cx:pt idx="75702">100.98</cx:pt>
          <cx:pt idx="75703">120.97</cx:pt>
          <cx:pt idx="75704">117.8</cx:pt>
          <cx:pt idx="75705">104.98</cx:pt>
          <cx:pt idx="75706">114.65000000000001</cx:pt>
          <cx:pt idx="75707">120.97</cx:pt>
          <cx:pt idx="75708">103.78</cx:pt>
          <cx:pt idx="75709">123.95999999999999</cx:pt>
          <cx:pt idx="75710">154.94999999999999</cx:pt>
          <cx:pt idx="75711">154.94999999999999</cx:pt>
          <cx:pt idx="75712">154.94999999999999</cx:pt>
          <cx:pt idx="75713">139.94999999999999</cx:pt>
          <cx:pt idx="75714">73.980000000000004</cx:pt>
          <cx:pt idx="75715">123.95999999999999</cx:pt>
          <cx:pt idx="75716">154.94999999999999</cx:pt>
          <cx:pt idx="75717">168.28</cx:pt>
          <cx:pt idx="75718">217.97</cx:pt>
          <cx:pt idx="75719">99.980000000000004</cx:pt>
          <cx:pt idx="75720">153.97999999999999</cx:pt>
          <cx:pt idx="75721">157.80000000000001</cx:pt>
          <cx:pt idx="75722">169.97999999999999</cx:pt>
          <cx:pt idx="75723">67.739999999999995</cx:pt>
          <cx:pt idx="75724">77.980000000000004</cx:pt>
          <cx:pt idx="75725">40.939999999999998</cx:pt>
          <cx:pt idx="75726">55.079999999999998</cx:pt>
          <cx:pt idx="75727">55.270000000000003</cx:pt>
          <cx:pt idx="75728">50.950000000000003</cx:pt>
          <cx:pt idx="75729">29.379999999999999</cx:pt>
          <cx:pt idx="75730">79.849999999999994</cx:pt>
          <cx:pt idx="75731">84.689999999999998</cx:pt>
          <cx:pt idx="75732">111.78</cx:pt>
          <cx:pt idx="75733">79.849999999999994</cx:pt>
          <cx:pt idx="75734">99.200000000000003</cx:pt>
          <cx:pt idx="75735">99.180000000000007</cx:pt>
          <cx:pt idx="75736">118.54000000000001</cx:pt>
          <cx:pt idx="75737">113.44</cx:pt>
          <cx:pt idx="75738">79.849999999999994</cx:pt>
          <cx:pt idx="75739">109.98</cx:pt>
          <cx:pt idx="75740">105.16</cx:pt>
          <cx:pt idx="75741">226.75</cx:pt>
          <cx:pt idx="75742">49.280000000000001</cx:pt>
          <cx:pt idx="75743">59.960000000000001</cx:pt>
          <cx:pt idx="75744">29.98</cx:pt>
          <cx:pt idx="75745">58.960000000000001</cx:pt>
          <cx:pt idx="75746">29.280000000000001</cx:pt>
          <cx:pt idx="75747">71.379999999999995</cx:pt>
          <cx:pt idx="75748">40.240000000000002</cx:pt>
          <cx:pt idx="75749">186.47</cx:pt>
          <cx:pt idx="75750">113.97</cx:pt>
          <cx:pt idx="75751">101.48</cx:pt>
          <cx:pt idx="75752">113.97</cx:pt>
          <cx:pt idx="75753">99.980000000000004</cx:pt>
          <cx:pt idx="75754">54.979999999999997</cx:pt>
          <cx:pt idx="75755">14.99</cx:pt>
          <cx:pt idx="75756">59.979999999999997</cx:pt>
          <cx:pt idx="75757">51.280000000000001</cx:pt>
          <cx:pt idx="75758">54.990000000000002</cx:pt>
          <cx:pt idx="75759">92.700000000000003</cx:pt>
          <cx:pt idx="75760">99.980000000000004</cx:pt>
          <cx:pt idx="75761">69.980000000000004</cx:pt>
          <cx:pt idx="75762">68.989999999999995</cx:pt>
          <cx:pt idx="75763">59.979999999999997</cx:pt>
          <cx:pt idx="75764">153.16999999999999</cx:pt>
          <cx:pt idx="75765">129.16999999999999</cx:pt>
          <cx:pt idx="75766">85.969999999999999</cx:pt>
          <cx:pt idx="75767">50.979999999999997</cx:pt>
          <cx:pt idx="75768">13.32</cx:pt>
          <cx:pt idx="75769">74.969999999999999</cx:pt>
          <cx:pt idx="75770">84.989999999999995</cx:pt>
          <cx:pt idx="75771">100.98</cx:pt>
          <cx:pt idx="75772">37.479999999999997</cx:pt>
          <cx:pt idx="75773">50.979999999999997</cx:pt>
          <cx:pt idx="75774">68.989999999999995</cx:pt>
          <cx:pt idx="75775">64.980000000000004</cx:pt>
          <cx:pt idx="75776">50.979999999999997</cx:pt>
          <cx:pt idx="75777">55.979999999999997</cx:pt>
          <cx:pt idx="75778">46.649999999999999</cx:pt>
          <cx:pt idx="75779">65.980000000000004</cx:pt>
          <cx:pt idx="75780">84.989999999999995</cx:pt>
          <cx:pt idx="75781">59.979999999999997</cx:pt>
          <cx:pt idx="75782">151.15000000000001</cx:pt>
          <cx:pt idx="75783">77.969999999999999</cx:pt>
          <cx:pt idx="75784">84.989999999999995</cx:pt>
          <cx:pt idx="75785">57.030000000000001</cx:pt>
          <cx:pt idx="75786">76.469999999999999</cx:pt>
          <cx:pt idx="75787">63.460000000000001</cx:pt>
          <cx:pt idx="75788">50.689999999999998</cx:pt>
          <cx:pt idx="75789">59.979999999999997</cx:pt>
          <cx:pt idx="75790">51.200000000000003</cx:pt>
          <cx:pt idx="75791">59.380000000000003</cx:pt>
          <cx:pt idx="75792">59.979999999999997</cx:pt>
          <cx:pt idx="75793">59.979999999999997</cx:pt>
          <cx:pt idx="75794">143.97</cx:pt>
          <cx:pt idx="75795">54.990000000000002</cx:pt>
          <cx:pt idx="75796">68.989999999999995</cx:pt>
          <cx:pt idx="75797">110.48</cx:pt>
          <cx:pt idx="75798">58.979999999999997</cx:pt>
          <cx:pt idx="75799">61.18</cx:pt>
          <cx:pt idx="75800">114.98</cx:pt>
          <cx:pt idx="75801">55.950000000000003</cx:pt>
          <cx:pt idx="75802">84.989999999999995</cx:pt>
          <cx:pt idx="75803">69.590000000000003</cx:pt>
          <cx:pt idx="75804">72.549999999999997</cx:pt>
          <cx:pt idx="75805">95.810000000000002</cx:pt>
          <cx:pt idx="75806">72.549999999999997</cx:pt>
          <cx:pt idx="75807">55.609999999999999</cx:pt>
          <cx:pt idx="75808">70.370000000000005</cx:pt>
          <cx:pt idx="75809">96.780000000000001</cx:pt>
          <cx:pt idx="75810">254.97</cx:pt>
          <cx:pt idx="75811">287.95999999999998</cx:pt>
          <cx:pt idx="75812">181.77000000000001</cx:pt>
          <cx:pt idx="75813">139.97999999999999</cx:pt>
          <cx:pt idx="75814">229.97</cx:pt>
          <cx:pt idx="75815">169.97999999999999</cx:pt>
          <cx:pt idx="75816">244.97</cx:pt>
          <cx:pt idx="75817">169.97999999999999</cx:pt>
          <cx:pt idx="75818">169.97999999999999</cx:pt>
          <cx:pt idx="75819">217.94</cx:pt>
          <cx:pt idx="75820">99.980000000000004</cx:pt>
          <cx:pt idx="75821">67.469999999999999</cx:pt>
          <cx:pt idx="75822">59.979999999999997</cx:pt>
          <cx:pt idx="75823">19.989999999999998</cx:pt>
          <cx:pt idx="75824">59.979999999999997</cx:pt>
          <cx:pt idx="75825">59.979999999999997</cx:pt>
          <cx:pt idx="75826">61.979999999999997</cx:pt>
          <cx:pt idx="75827">84.969999999999999</cx:pt>
          <cx:pt idx="75828">53.979999999999997</cx:pt>
          <cx:pt idx="75829">-22.609999999999999</cx:pt>
          <cx:pt idx="75830">59.979999999999997</cx:pt>
          <cx:pt idx="75831">19.989999999999998</cx:pt>
          <cx:pt idx="75832">67.469999999999999</cx:pt>
          <cx:pt idx="75833">53.609999999999999</cx:pt>
          <cx:pt idx="75834">59.979999999999997</cx:pt>
          <cx:pt idx="75835">54.979999999999997</cx:pt>
          <cx:pt idx="75836">19.989999999999998</cx:pt>
          <cx:pt idx="75837">119.95999999999999</cx:pt>
          <cx:pt idx="75838">67.469999999999999</cx:pt>
          <cx:pt idx="75839">65.930000000000007</cx:pt>
          <cx:pt idx="75840">52.609999999999999</cx:pt>
          <cx:pt idx="75841">72.549999999999997</cx:pt>
          <cx:pt idx="75842">78.640000000000001</cx:pt>
          <cx:pt idx="75843">239.53999999999999</cx:pt>
          <cx:pt idx="75844">84.989999999999995</cx:pt>
          <cx:pt idx="75845">104.95</cx:pt>
          <cx:pt idx="75846">169.97999999999999</cx:pt>
          <cx:pt idx="75847">68.980000000000004</cx:pt>
          <cx:pt idx="75848">129.22</cx:pt>
          <cx:pt idx="75849">99.980000000000004</cx:pt>
          <cx:pt idx="75850">169.97999999999999</cx:pt>
          <cx:pt idx="75851">169.97999999999999</cx:pt>
          <cx:pt idx="75852">169.97999999999999</cx:pt>
          <cx:pt idx="75853">49.990000000000002</cx:pt>
          <cx:pt idx="75854">120.48</cx:pt>
          <cx:pt idx="75855">214.93000000000001</cx:pt>
          <cx:pt idx="75856">265.36000000000001</cx:pt>
          <cx:pt idx="75857">97.700000000000003</cx:pt>
          <cx:pt idx="75858">152.94999999999999</cx:pt>
          <cx:pt idx="75859">180.94</cx:pt>
          <cx:pt idx="75860">84.989999999999995</cx:pt>
          <cx:pt idx="75861">83.980000000000004</cx:pt>
          <cx:pt idx="75862">65.989999999999995</cx:pt>
          <cx:pt idx="75863">73.980000000000004</cx:pt>
          <cx:pt idx="75864">84.989999999999995</cx:pt>
          <cx:pt idx="75865">49.270000000000003</cx:pt>
          <cx:pt idx="75866">292.94999999999999</cx:pt>
          <cx:pt idx="75867">68.969999999999999</cx:pt>
          <cx:pt idx="75868">61.060000000000002</cx:pt>
          <cx:pt idx="75869">52.969999999999999</cx:pt>
          <cx:pt idx="75870">52.460000000000001</cx:pt>
          <cx:pt idx="75871">101.97</cx:pt>
          <cx:pt idx="75872">69.959999999999994</cx:pt>
          <cx:pt idx="75873">124.06</cx:pt>
          <cx:pt idx="75874">84.989999999999995</cx:pt>
          <cx:pt idx="75875">82.980000000000004</cx:pt>
          <cx:pt idx="75876">98.980000000000004</cx:pt>
          <cx:pt idx="75877">82.459999999999994</cx:pt>
          <cx:pt idx="75878">173.97</cx:pt>
          <cx:pt idx="75879">186.96000000000001</cx:pt>
          <cx:pt idx="75880">189.97</cx:pt>
          <cx:pt idx="75881">105.97</cx:pt>
          <cx:pt idx="75882">124.97</cx:pt>
          <cx:pt idx="75883">189.97</cx:pt>
          <cx:pt idx="75884">56.969999999999999</cx:pt>
          <cx:pt idx="75885">144.97</cx:pt>
          <cx:pt idx="75886">127.47</cx:pt>
          <cx:pt idx="75887">79.989999999999995</cx:pt>
          <cx:pt idx="75888">112.06999999999999</cx:pt>
          <cx:pt idx="75889">53.960000000000001</cx:pt>
          <cx:pt idx="75890">57.960000000000001</cx:pt>
          <cx:pt idx="75891">133.94999999999999</cx:pt>
          <cx:pt idx="75892">169.97999999999999</cx:pt>
          <cx:pt idx="75893">53.229999999999997</cx:pt>
          <cx:pt idx="75894">52.950000000000003</cx:pt>
          <cx:pt idx="75895">83.090000000000003</cx:pt>
          <cx:pt idx="75896">53.950000000000003</cx:pt>
          <cx:pt idx="75897">100.98</cx:pt>
          <cx:pt idx="75898">44.460000000000001</cx:pt>
          <cx:pt idx="75899">1085.05</cx:pt>
          <cx:pt idx="75900">84.980000000000004</cx:pt>
          <cx:pt idx="75901">83.980000000000004</cx:pt>
          <cx:pt idx="75902">65.989999999999995</cx:pt>
          <cx:pt idx="75903">65.989999999999995</cx:pt>
          <cx:pt idx="75904">20.489999999999998</cx:pt>
          <cx:pt idx="75905">68.969999999999999</cx:pt>
          <cx:pt idx="75906">67.980000000000004</cx:pt>
          <cx:pt idx="75907">95.920000000000002</cx:pt>
          <cx:pt idx="75908">-134.91</cx:pt>
          <cx:pt idx="75909">134.91</cx:pt>
          <cx:pt idx="75910">92.969999999999999</cx:pt>
          <cx:pt idx="75911">185.94</cx:pt>
          <cx:pt idx="75912">111.95999999999999</cx:pt>
          <cx:pt idx="75913">59.979999999999997</cx:pt>
          <cx:pt idx="75914">59.979999999999997</cx:pt>
          <cx:pt idx="75915">123.95999999999999</cx:pt>
          <cx:pt idx="75916">83.969999999999999</cx:pt>
          <cx:pt idx="75917">59.979999999999997</cx:pt>
          <cx:pt idx="75918">119.95999999999999</cx:pt>
          <cx:pt idx="75919">53.869999999999997</cx:pt>
          <cx:pt idx="75920">61.979999999999997</cx:pt>
          <cx:pt idx="75921">51.979999999999997</cx:pt>
          <cx:pt idx="75922">59.170000000000002</cx:pt>
          <cx:pt idx="75923">59.979999999999997</cx:pt>
          <cx:pt idx="75924">59.979999999999997</cx:pt>
          <cx:pt idx="75925">76.930000000000007</cx:pt>
          <cx:pt idx="75926">59.979999999999997</cx:pt>
          <cx:pt idx="75927">223.87</cx:pt>
          <cx:pt idx="75928">79.969999999999999</cx:pt>
          <cx:pt idx="75929">244.93000000000001</cx:pt>
          <cx:pt idx="75930">129.94</cx:pt>
          <cx:pt idx="75931">57.979999999999997</cx:pt>
          <cx:pt idx="75932">269.88999999999999</cx:pt>
          <cx:pt idx="75933">65.969999999999999</cx:pt>
          <cx:pt idx="75934">134.97999999999999</cx:pt>
          <cx:pt idx="75935">68.989999999999995</cx:pt>
          <cx:pt idx="75936">99.980000000000004</cx:pt>
          <cx:pt idx="75937">99.980000000000004</cx:pt>
          <cx:pt idx="75938">84.989999999999995</cx:pt>
          <cx:pt idx="75939">99.980000000000004</cx:pt>
          <cx:pt idx="75940">127.95999999999999</cx:pt>
          <cx:pt idx="75941">84.989999999999995</cx:pt>
          <cx:pt idx="75942">84.989999999999995</cx:pt>
          <cx:pt idx="75943">65.590000000000003</cx:pt>
          <cx:pt idx="75944">60.990000000000002</cx:pt>
          <cx:pt idx="75945">41.090000000000003</cx:pt>
          <cx:pt idx="75946">41.090000000000003</cx:pt>
          <cx:pt idx="75947">41.090000000000003</cx:pt>
          <cx:pt idx="75948">41.090000000000003</cx:pt>
          <cx:pt idx="75949">69.959999999999994</cx:pt>
          <cx:pt idx="75950">55.270000000000003</cx:pt>
          <cx:pt idx="75951">41.090000000000003</cx:pt>
          <cx:pt idx="75952">37.490000000000002</cx:pt>
          <cx:pt idx="75953">90.689999999999998</cx:pt>
          <cx:pt idx="75954">91.909999999999997</cx:pt>
          <cx:pt idx="75955">101.56</cx:pt>
          <cx:pt idx="75956">96.780000000000001</cx:pt>
          <cx:pt idx="75957">114.90000000000001</cx:pt>
          <cx:pt idx="75958">91.909999999999997</cx:pt>
          <cx:pt idx="75959">145.09999999999999</cx:pt>
          <cx:pt idx="75960">75.959999999999994</cx:pt>
          <cx:pt idx="75961">75.959999999999994</cx:pt>
          <cx:pt idx="75962">75.959999999999994</cx:pt>
          <cx:pt idx="75963">150.94999999999999</cx:pt>
          <cx:pt idx="75964">44.990000000000002</cx:pt>
          <cx:pt idx="75965">78.599999999999994</cx:pt>
          <cx:pt idx="75966">137.96000000000001</cx:pt>
          <cx:pt idx="75967">39.280000000000001</cx:pt>
          <cx:pt idx="75968">75.959999999999994</cx:pt>
          <cx:pt idx="75969">169.97999999999999</cx:pt>
          <cx:pt idx="75970">131.97999999999999</cx:pt>
          <cx:pt idx="75971">76.930000000000007</cx:pt>
          <cx:pt idx="75972">174.96000000000001</cx:pt>
          <cx:pt idx="75973">249.18000000000001</cx:pt>
          <cx:pt idx="75974">-10.99</cx:pt>
          <cx:pt idx="75975">134.65000000000001</cx:pt>
          <cx:pt idx="75976">65.989999999999995</cx:pt>
          <cx:pt idx="75977">186.97</cx:pt>
          <cx:pt idx="75978">150.97</cx:pt>
          <cx:pt idx="75979">131.97999999999999</cx:pt>
          <cx:pt idx="75980">131.97999999999999</cx:pt>
          <cx:pt idx="75981">150.97</cx:pt>
          <cx:pt idx="75982">111.98</cx:pt>
          <cx:pt idx="75983">252.83000000000001</cx:pt>
          <cx:pt idx="75984">295.19</cx:pt>
          <cx:pt idx="75985">134.28999999999999</cx:pt>
          <cx:pt idx="75986">343.57999999999998</cx:pt>
          <cx:pt idx="75987">147.59999999999999</cx:pt>
          <cx:pt idx="75988">109.84</cx:pt>
          <cx:pt idx="75989">109.84</cx:pt>
          <cx:pt idx="75990">91.980000000000004</cx:pt>
          <cx:pt idx="75991">181.93000000000001</cx:pt>
          <cx:pt idx="75992">91.980000000000004</cx:pt>
          <cx:pt idx="75993">203.94</cx:pt>
          <cx:pt idx="75994">56.979999999999997</cx:pt>
          <cx:pt idx="75995">56.979999999999997</cx:pt>
          <cx:pt idx="75996">41.490000000000002</cx:pt>
          <cx:pt idx="75997">91.980000000000004</cx:pt>
          <cx:pt idx="75998">41.490000000000002</cx:pt>
          <cx:pt idx="75999">203.94</cx:pt>
          <cx:pt idx="76000">91.980000000000004</cx:pt>
          <cx:pt idx="76001">181.93000000000001</cx:pt>
          <cx:pt idx="76002">91.930000000000007</cx:pt>
          <cx:pt idx="76003">91.980000000000004</cx:pt>
          <cx:pt idx="76004">75.980000000000004</cx:pt>
          <cx:pt idx="76005">91.980000000000004</cx:pt>
          <cx:pt idx="76006">109.90000000000001</cx:pt>
          <cx:pt idx="76007">109.90000000000001</cx:pt>
          <cx:pt idx="76008">75.980000000000004</cx:pt>
          <cx:pt idx="76009">91.930000000000007</cx:pt>
          <cx:pt idx="76010">76.480000000000004</cx:pt>
          <cx:pt idx="76011">119.97</cx:pt>
          <cx:pt idx="76012">120.45999999999999</cx:pt>
          <cx:pt idx="76013">10.49</cx:pt>
          <cx:pt idx="76014">81.959999999999994</cx:pt>
          <cx:pt idx="76015">120.70999999999999</cx:pt>
          <cx:pt idx="76016">152.44999999999999</cx:pt>
          <cx:pt idx="76017">122.45999999999999</cx:pt>
          <cx:pt idx="76018">90.469999999999999</cx:pt>
          <cx:pt idx="76019">72.969999999999999</cx:pt>
          <cx:pt idx="76020">84.989999999999995</cx:pt>
          <cx:pt idx="76021">134.97999999999999</cx:pt>
          <cx:pt idx="76022">169.97999999999999</cx:pt>
          <cx:pt idx="76023">134.97999999999999</cx:pt>
          <cx:pt idx="76024">84.989999999999995</cx:pt>
          <cx:pt idx="76025">84.989999999999995</cx:pt>
          <cx:pt idx="76026">169.97999999999999</cx:pt>
          <cx:pt idx="76027">169.97999999999999</cx:pt>
          <cx:pt idx="76028">169.97999999999999</cx:pt>
          <cx:pt idx="76029">169.97999999999999</cx:pt>
          <cx:pt idx="76030">169.97999999999999</cx:pt>
          <cx:pt idx="76031">169.97999999999999</cx:pt>
          <cx:pt idx="76032">84.989999999999995</cx:pt>
          <cx:pt idx="76033">169.97999999999999</cx:pt>
          <cx:pt idx="76034">73.349999999999994</cx:pt>
          <cx:pt idx="76035">79.989999999999995</cx:pt>
          <cx:pt idx="76036">79.989999999999995</cx:pt>
          <cx:pt idx="76037">104.98</cx:pt>
          <cx:pt idx="76038">52.969999999999999</cx:pt>
          <cx:pt idx="76039">79.989999999999995</cx:pt>
          <cx:pt idx="76040">159.97999999999999</cx:pt>
          <cx:pt idx="76041">79.989999999999995</cx:pt>
          <cx:pt idx="76042">82.969999999999999</cx:pt>
          <cx:pt idx="76043">71.989999999999995</cx:pt>
          <cx:pt idx="76044">82.980000000000004</cx:pt>
          <cx:pt idx="76045">104.97</cx:pt>
          <cx:pt idx="76046">110.97</cx:pt>
          <cx:pt idx="76047">103.94</cx:pt>
          <cx:pt idx="76048">66.579999999999998</cx:pt>
          <cx:pt idx="76049">110.97</cx:pt>
          <cx:pt idx="76050">110.97</cx:pt>
          <cx:pt idx="76051">119.97</cx:pt>
          <cx:pt idx="76052">110.97</cx:pt>
          <cx:pt idx="76053">73.980000000000004</cx:pt>
          <cx:pt idx="76054">54.979999999999997</cx:pt>
          <cx:pt idx="76055">74.969999999999999</cx:pt>
          <cx:pt idx="76056">62.93</cx:pt>
          <cx:pt idx="76057">71.969999999999999</cx:pt>
          <cx:pt idx="76058">59.979999999999997</cx:pt>
          <cx:pt idx="76059">52.979999999999997</cx:pt>
          <cx:pt idx="76060">78.939999999999998</cx:pt>
          <cx:pt idx="76061">100.95999999999999</cx:pt>
          <cx:pt idx="76062">61.75</cx:pt>
          <cx:pt idx="76063">55.969999999999999</cx:pt>
          <cx:pt idx="76064">69.969999999999999</cx:pt>
          <cx:pt idx="76065">69.969999999999999</cx:pt>
          <cx:pt idx="76066">54.979999999999997</cx:pt>
          <cx:pt idx="76067">87.950000000000003</cx:pt>
          <cx:pt idx="76068">65.989999999999995</cx:pt>
          <cx:pt idx="76069">59.390000000000001</cx:pt>
          <cx:pt idx="76070">59.390000000000001</cx:pt>
          <cx:pt idx="76071">105.98</cx:pt>
          <cx:pt idx="76072">65.989999999999995</cx:pt>
          <cx:pt idx="76073">62.549999999999997</cx:pt>
          <cx:pt idx="76074">65.989999999999995</cx:pt>
          <cx:pt idx="76075">59.979999999999997</cx:pt>
          <cx:pt idx="76076">99.379999999999995</cx:pt>
          <cx:pt idx="76077">59.979999999999997</cx:pt>
          <cx:pt idx="76078">65.989999999999995</cx:pt>
          <cx:pt idx="76079">112.94</cx:pt>
          <cx:pt idx="76080">72.480000000000004</cx:pt>
          <cx:pt idx="76081">127.92</cx:pt>
          <cx:pt idx="76082">171.99000000000001</cx:pt>
          <cx:pt idx="76083">282.81999999999999</cx:pt>
          <cx:pt idx="76084">158.06</cx:pt>
          <cx:pt idx="76085">197.97</cx:pt>
          <cx:pt idx="76086">65.989999999999995</cx:pt>
          <cx:pt idx="76087">96.980000000000004</cx:pt>
          <cx:pt idx="76088">84.989999999999995</cx:pt>
          <cx:pt idx="76089">84.989999999999995</cx:pt>
          <cx:pt idx="76090">84.989999999999995</cx:pt>
          <cx:pt idx="76091">65.989999999999995</cx:pt>
          <cx:pt idx="76092">41.490000000000002</cx:pt>
          <cx:pt idx="76093">84.989999999999995</cx:pt>
          <cx:pt idx="76094">84.989999999999995</cx:pt>
          <cx:pt idx="76095">102.98</cx:pt>
          <cx:pt idx="76096">41.490000000000002</cx:pt>
          <cx:pt idx="76097">65.989999999999995</cx:pt>
          <cx:pt idx="76098">96.980000000000004</cx:pt>
          <cx:pt idx="76099">65.989999999999995</cx:pt>
          <cx:pt idx="76100">96.980000000000004</cx:pt>
          <cx:pt idx="76101">84.989999999999995</cx:pt>
          <cx:pt idx="76102">84.989999999999995</cx:pt>
          <cx:pt idx="76103">84.989999999999995</cx:pt>
          <cx:pt idx="76104">96.980000000000004</cx:pt>
          <cx:pt idx="76105">84.989999999999995</cx:pt>
          <cx:pt idx="76106">84.989999999999995</cx:pt>
          <cx:pt idx="76107">84.989999999999995</cx:pt>
          <cx:pt idx="76108">84.989999999999995</cx:pt>
          <cx:pt idx="76109">102.98</cx:pt>
          <cx:pt idx="76110">59.979999999999997</cx:pt>
          <cx:pt idx="76111">89.969999999999999</cx:pt>
          <cx:pt idx="76112">119.95999999999999</cx:pt>
          <cx:pt idx="76113">59.979999999999997</cx:pt>
          <cx:pt idx="76114">59.979999999999997</cx:pt>
          <cx:pt idx="76115">61.479999999999997</cx:pt>
          <cx:pt idx="76116">59.979999999999997</cx:pt>
          <cx:pt idx="76117">149.94999999999999</cx:pt>
          <cx:pt idx="76118">59.979999999999997</cx:pt>
          <cx:pt idx="76119">59.979999999999997</cx:pt>
          <cx:pt idx="76120">89.969999999999999</cx:pt>
          <cx:pt idx="76121">51.979999999999997</cx:pt>
          <cx:pt idx="76122">129.15000000000001</cx:pt>
          <cx:pt idx="76123">104.97</cx:pt>
          <cx:pt idx="76124">199.94999999999999</cx:pt>
          <cx:pt idx="76125">89.939999999999998</cx:pt>
          <cx:pt idx="76126">103.98</cx:pt>
          <cx:pt idx="76127">115.97</cx:pt>
          <cx:pt idx="76128">69.969999999999999</cx:pt>
          <cx:pt idx="76129">80.980000000000004</cx:pt>
          <cx:pt idx="76130">104.98</cx:pt>
          <cx:pt idx="76131">137.97999999999999</cx:pt>
          <cx:pt idx="76132">152.97999999999999</cx:pt>
          <cx:pt idx="76133">62.090000000000003</cx:pt>
          <cx:pt idx="76134">95.170000000000002</cx:pt>
          <cx:pt idx="76135">132.44999999999999</cx:pt>
          <cx:pt idx="76136">87.280000000000001</cx:pt>
          <cx:pt idx="76137">116.97</cx:pt>
          <cx:pt idx="76138">179.90000000000001</cx:pt>
          <cx:pt idx="76139">269.85000000000002</cx:pt>
          <cx:pt idx="76140">179.90000000000001</cx:pt>
          <cx:pt idx="76141">55.960000000000001</cx:pt>
          <cx:pt idx="76142">69.950000000000003</cx:pt>
          <cx:pt idx="76143">69.950000000000003</cx:pt>
          <cx:pt idx="76144">55.960000000000001</cx:pt>
          <cx:pt idx="76145">69.950000000000003</cx:pt>
          <cx:pt idx="76146">69.950000000000003</cx:pt>
          <cx:pt idx="76147">55.960000000000001</cx:pt>
          <cx:pt idx="76148">69.950000000000003</cx:pt>
          <cx:pt idx="76149">49.329999999999998</cx:pt>
          <cx:pt idx="76150">69.950000000000003</cx:pt>
          <cx:pt idx="76151">55.960000000000001</cx:pt>
          <cx:pt idx="76152">55.960000000000001</cx:pt>
          <cx:pt idx="76153">55.960000000000001</cx:pt>
          <cx:pt idx="76154">77.969999999999999</cx:pt>
          <cx:pt idx="76155">128.31</cx:pt>
          <cx:pt idx="76156">103.95999999999999</cx:pt>
          <cx:pt idx="76157">103.95999999999999</cx:pt>
          <cx:pt idx="76158">76.280000000000001</cx:pt>
          <cx:pt idx="76159">101.95999999999999</cx:pt>
          <cx:pt idx="76160">103.95999999999999</cx:pt>
          <cx:pt idx="76161">49.170000000000002</cx:pt>
          <cx:pt idx="76162">94.939999999999998</cx:pt>
          <cx:pt idx="76163">81.969999999999999</cx:pt>
          <cx:pt idx="76164">103.95999999999999</cx:pt>
          <cx:pt idx="76165">37.18</cx:pt>
          <cx:pt idx="76166">107.61</cx:pt>
          <cx:pt idx="76167">52.030000000000001</cx:pt>
          <cx:pt idx="76168">94.969999999999999</cx:pt>
          <cx:pt idx="76169">94.969999999999999</cx:pt>
          <cx:pt idx="76170">52.030000000000001</cx:pt>
          <cx:pt idx="76171">59.979999999999997</cx:pt>
          <cx:pt idx="76172">107.61</cx:pt>
          <cx:pt idx="76173">118.97</cx:pt>
          <cx:pt idx="76174">107.61</cx:pt>
          <cx:pt idx="76175">95.969999999999999</cx:pt>
          <cx:pt idx="76176">95.969999999999999</cx:pt>
          <cx:pt idx="76177">236.87</cx:pt>
          <cx:pt idx="76178">236.87</cx:pt>
          <cx:pt idx="76179">82.980000000000004</cx:pt>
          <cx:pt idx="76180">82.980000000000004</cx:pt>
          <cx:pt idx="76181">236.87</cx:pt>
          <cx:pt idx="76182">82.980000000000004</cx:pt>
          <cx:pt idx="76183">52.030000000000001</cx:pt>
          <cx:pt idx="76184">94.969999999999999</cx:pt>
          <cx:pt idx="76185">54.979999999999997</cx:pt>
          <cx:pt idx="76186">56.329999999999998</cx:pt>
          <cx:pt idx="76187">94.969999999999999</cx:pt>
          <cx:pt idx="76188">94.969999999999999</cx:pt>
          <cx:pt idx="76189">118.97</cx:pt>
          <cx:pt idx="76190">95.969999999999999</cx:pt>
          <cx:pt idx="76191">94.969999999999999</cx:pt>
          <cx:pt idx="76192">56.329999999999998</cx:pt>
          <cx:pt idx="76193">59.979999999999997</cx:pt>
          <cx:pt idx="76194">54.979999999999997</cx:pt>
          <cx:pt idx="76195">54.979999999999997</cx:pt>
          <cx:pt idx="76196">56.329999999999998</cx:pt>
          <cx:pt idx="76197">59.979999999999997</cx:pt>
          <cx:pt idx="76198">118.97</cx:pt>
          <cx:pt idx="76199">75.870000000000005</cx:pt>
          <cx:pt idx="76200">89.980000000000004</cx:pt>
          <cx:pt idx="76201">79.969999999999999</cx:pt>
          <cx:pt idx="76202">65.989999999999995</cx:pt>
          <cx:pt idx="76203">65.989999999999995</cx:pt>
          <cx:pt idx="76204">65.989999999999995</cx:pt>
          <cx:pt idx="76205">121.84999999999999</cx:pt>
          <cx:pt idx="76206">65.989999999999995</cx:pt>
          <cx:pt idx="76207">62.780000000000001</cx:pt>
          <cx:pt idx="76208">51.759999999999998</cx:pt>
          <cx:pt idx="76209">65.989999999999995</cx:pt>
          <cx:pt idx="76210">83.969999999999999</cx:pt>
          <cx:pt idx="76211">179.94</cx:pt>
          <cx:pt idx="76212">179.94</cx:pt>
          <cx:pt idx="76213">71.959999999999994</cx:pt>
          <cx:pt idx="76214">179.94</cx:pt>
          <cx:pt idx="76215">179.94</cx:pt>
          <cx:pt idx="76216">113.95999999999999</cx:pt>
          <cx:pt idx="76217">95.980000000000004</cx:pt>
          <cx:pt idx="76218">65.989999999999995</cx:pt>
          <cx:pt idx="76219">199.94999999999999</cx:pt>
          <cx:pt idx="76220">106.95</cx:pt>
          <cx:pt idx="76221">42.450000000000003</cx:pt>
          <cx:pt idx="76222">213.31</cx:pt>
          <cx:pt idx="76223">59.939999999999998</cx:pt>
          <cx:pt idx="76224">86.689999999999998</cx:pt>
          <cx:pt idx="76225">119.95999999999999</cx:pt>
          <cx:pt idx="76226">119.95999999999999</cx:pt>
          <cx:pt idx="76227">123.95999999999999</cx:pt>
          <cx:pt idx="76228">74.959999999999994</cx:pt>
          <cx:pt idx="76229">144.94999999999999</cx:pt>
          <cx:pt idx="76230">92.969999999999999</cx:pt>
          <cx:pt idx="76231">112.47</cx:pt>
          <cx:pt idx="76232">70.129999999999995</cx:pt>
          <cx:pt idx="76233">93.109999999999999</cx:pt>
          <cx:pt idx="76234">76.040000000000006</cx:pt>
          <cx:pt idx="76235">93.109999999999999</cx:pt>
          <cx:pt idx="76236">145.13999999999999</cx:pt>
          <cx:pt idx="76237">101.59999999999999</cx:pt>
          <cx:pt idx="76238">68.930000000000007</cx:pt>
          <cx:pt idx="76239">88.269999999999996</cx:pt>
          <cx:pt idx="76240">93.109999999999999</cx:pt>
          <cx:pt idx="76241">165.96000000000001</cx:pt>
          <cx:pt idx="76242">129.97999999999999</cx:pt>
          <cx:pt idx="76243">79.989999999999995</cx:pt>
          <cx:pt idx="76244">147.09999999999999</cx:pt>
          <cx:pt idx="76245">129.97999999999999</cx:pt>
          <cx:pt idx="76246">159.96000000000001</cx:pt>
          <cx:pt idx="76247">99.980000000000004</cx:pt>
          <cx:pt idx="76248">47.280000000000001</cx:pt>
          <cx:pt idx="76249">11.94</cx:pt>
          <cx:pt idx="76250">96.269999999999996</cx:pt>
          <cx:pt idx="76251">62.979999999999997</cx:pt>
          <cx:pt idx="76252">65.989999999999995</cx:pt>
          <cx:pt idx="76253">169.97999999999999</cx:pt>
          <cx:pt idx="76254">81.969999999999999</cx:pt>
          <cx:pt idx="76255">59.829999999999998</cx:pt>
          <cx:pt idx="76256">60.969999999999999</cx:pt>
          <cx:pt idx="76257">185.97</cx:pt>
          <cx:pt idx="76258">191.96000000000001</cx:pt>
          <cx:pt idx="76259">82.780000000000001</cx:pt>
          <cx:pt idx="76260">209.94999999999999</cx:pt>
          <cx:pt idx="76261">172.75999999999999</cx:pt>
          <cx:pt idx="76262">181.25</cx:pt>
          <cx:pt idx="76263">65.989999999999995</cx:pt>
          <cx:pt idx="76264">161.96000000000001</cx:pt>
          <cx:pt idx="76265">65.989999999999995</cx:pt>
          <cx:pt idx="76266">15.99</cx:pt>
          <cx:pt idx="76267">65.989999999999995</cx:pt>
          <cx:pt idx="76268">65.989999999999995</cx:pt>
          <cx:pt idx="76269">65.989999999999995</cx:pt>
          <cx:pt idx="76270">79.980000000000004</cx:pt>
          <cx:pt idx="76271">65.989999999999995</cx:pt>
          <cx:pt idx="76272">79.980000000000004</cx:pt>
          <cx:pt idx="76273">105.98</cx:pt>
          <cx:pt idx="76274">65.989999999999995</cx:pt>
          <cx:pt idx="76275">84.989999999999995</cx:pt>
          <cx:pt idx="76276">97.260000000000005</cx:pt>
          <cx:pt idx="76277">84.989999999999995</cx:pt>
          <cx:pt idx="76278">134.97999999999999</cx:pt>
          <cx:pt idx="76279">75.090000000000003</cx:pt>
          <cx:pt idx="76280">84.989999999999995</cx:pt>
          <cx:pt idx="76281">110.97</cx:pt>
          <cx:pt idx="76282">102.98</cx:pt>
          <cx:pt idx="76283">102.98</cx:pt>
          <cx:pt idx="76284">84.989999999999995</cx:pt>
          <cx:pt idx="76285">134.96000000000001</cx:pt>
          <cx:pt idx="76286">89.980000000000004</cx:pt>
          <cx:pt idx="76287">134.97</cx:pt>
          <cx:pt idx="76288">120.47</cx:pt>
          <cx:pt idx="76289">89.980000000000004</cx:pt>
          <cx:pt idx="76290">89.969999999999999</cx:pt>
          <cx:pt idx="76291">119.95999999999999</cx:pt>
          <cx:pt idx="76292">89.980000000000004</cx:pt>
          <cx:pt idx="76293">116.97</cx:pt>
          <cx:pt idx="76294">89.969999999999999</cx:pt>
          <cx:pt idx="76295">120.98</cx:pt>
          <cx:pt idx="76296">72.579999999999998</cx:pt>
          <cx:pt idx="76297">139.11000000000001</cx:pt>
          <cx:pt idx="76298">84.659999999999997</cx:pt>
          <cx:pt idx="76299">120.98</cx:pt>
          <cx:pt idx="76300">79.849999999999994</cx:pt>
          <cx:pt idx="76301">157.25999999999999</cx:pt>
          <cx:pt idx="76302">241.94999999999999</cx:pt>
          <cx:pt idx="76303">140.34</cx:pt>
          <cx:pt idx="76304">70.870000000000005</cx:pt>
          <cx:pt idx="76305">72.969999999999999</cx:pt>
          <cx:pt idx="76306">69.980000000000004</cx:pt>
          <cx:pt idx="76307">83.969999999999999</cx:pt>
          <cx:pt idx="76308">99.980000000000004</cx:pt>
          <cx:pt idx="76309">134.47999999999999</cx:pt>
          <cx:pt idx="76310">84.390000000000001</cx:pt>
          <cx:pt idx="76311">89.980000000000004</cx:pt>
          <cx:pt idx="76312">59.960000000000001</cx:pt>
          <cx:pt idx="76313">168.97</cx:pt>
          <cx:pt idx="76314">167.43000000000001</cx:pt>
          <cx:pt idx="76315">159.97999999999999</cx:pt>
          <cx:pt idx="76316">143.97999999999999</cx:pt>
          <cx:pt idx="76317">143.97999999999999</cx:pt>
          <cx:pt idx="76318">84.989999999999995</cx:pt>
          <cx:pt idx="76319">84.989999999999995</cx:pt>
          <cx:pt idx="76320">65.989999999999995</cx:pt>
          <cx:pt idx="76321">65.989999999999995</cx:pt>
          <cx:pt idx="76322">84.989999999999995</cx:pt>
          <cx:pt idx="76323">84.989999999999995</cx:pt>
          <cx:pt idx="76324">84.989999999999995</cx:pt>
          <cx:pt idx="76325">173.96000000000001</cx:pt>
          <cx:pt idx="76326">173.96000000000001</cx:pt>
          <cx:pt idx="76327">84.989999999999995</cx:pt>
          <cx:pt idx="76328">84.989999999999995</cx:pt>
          <cx:pt idx="76329">88.980000000000004</cx:pt>
          <cx:pt idx="76330">88.980000000000004</cx:pt>
          <cx:pt idx="76331">84.989999999999995</cx:pt>
          <cx:pt idx="76332">84.989999999999995</cx:pt>
          <cx:pt idx="76333">84.989999999999995</cx:pt>
          <cx:pt idx="76334">98.579999999999998</cx:pt>
          <cx:pt idx="76335">98.579999999999998</cx:pt>
          <cx:pt idx="76336">134.97999999999999</cx:pt>
          <cx:pt idx="76337">134.97999999999999</cx:pt>
          <cx:pt idx="76338">169.97999999999999</cx:pt>
          <cx:pt idx="76339">84.989999999999995</cx:pt>
          <cx:pt idx="76340">169.97999999999999</cx:pt>
          <cx:pt idx="76341">84.989999999999995</cx:pt>
          <cx:pt idx="76342">89.969999999999999</cx:pt>
          <cx:pt idx="76343">99.950000000000003</cx:pt>
          <cx:pt idx="76344">119.95999999999999</cx:pt>
          <cx:pt idx="76345">119.95999999999999</cx:pt>
          <cx:pt idx="76346">89.969999999999999</cx:pt>
          <cx:pt idx="76347">82.319999999999993</cx:pt>
          <cx:pt idx="76348">114.95999999999999</cx:pt>
          <cx:pt idx="76349">119.95999999999999</cx:pt>
          <cx:pt idx="76350">84.989999999999995</cx:pt>
          <cx:pt idx="76351">84.989999999999995</cx:pt>
          <cx:pt idx="76352">84.989999999999995</cx:pt>
          <cx:pt idx="76353">84.989999999999995</cx:pt>
          <cx:pt idx="76354">116.97</cx:pt>
          <cx:pt idx="76355">84.989999999999995</cx:pt>
          <cx:pt idx="76356">169.97999999999999</cx:pt>
          <cx:pt idx="76357">116.97</cx:pt>
          <cx:pt idx="76358">84.989999999999995</cx:pt>
          <cx:pt idx="76359">54.979999999999997</cx:pt>
          <cx:pt idx="76360">113.26000000000001</cx:pt>
          <cx:pt idx="76361">63.280000000000001</cx:pt>
          <cx:pt idx="76362">54.280000000000001</cx:pt>
          <cx:pt idx="76363">74.480000000000004</cx:pt>
          <cx:pt idx="76364">65.980000000000004</cx:pt>
          <cx:pt idx="76365">54.979999999999997</cx:pt>
          <cx:pt idx="76366">74.480000000000004</cx:pt>
          <cx:pt idx="76367">41.490000000000002</cx:pt>
          <cx:pt idx="76368">41.490000000000002</cx:pt>
          <cx:pt idx="76369">54.280000000000001</cx:pt>
          <cx:pt idx="76370">41.490000000000002</cx:pt>
          <cx:pt idx="76371">65.980000000000004</cx:pt>
          <cx:pt idx="76372">74.480000000000004</cx:pt>
          <cx:pt idx="76373">54.280000000000001</cx:pt>
          <cx:pt idx="76374">130.25999999999999</cx:pt>
          <cx:pt idx="76375">113.26000000000001</cx:pt>
          <cx:pt idx="76376">130.25999999999999</cx:pt>
          <cx:pt idx="76377">113.26000000000001</cx:pt>
          <cx:pt idx="76378">130.25999999999999</cx:pt>
          <cx:pt idx="76379">63.280000000000001</cx:pt>
          <cx:pt idx="76380">65.980000000000004</cx:pt>
          <cx:pt idx="76381">54.979999999999997</cx:pt>
          <cx:pt idx="76382">63.280000000000001</cx:pt>
          <cx:pt idx="76383">259.95999999999998</cx:pt>
          <cx:pt idx="76384">41.280000000000001</cx:pt>
          <cx:pt idx="76385">121.98</cx:pt>
          <cx:pt idx="76386">374.94</cx:pt>
          <cx:pt idx="76387">150.96000000000001</cx:pt>
          <cx:pt idx="76388">149.94999999999999</cx:pt>
          <cx:pt idx="76389">59.979999999999997</cx:pt>
          <cx:pt idx="76390">149.94999999999999</cx:pt>
          <cx:pt idx="76391">84.969999999999999</cx:pt>
          <cx:pt idx="76392">149.94999999999999</cx:pt>
          <cx:pt idx="76393">149.94999999999999</cx:pt>
          <cx:pt idx="76394">149.94999999999999</cx:pt>
          <cx:pt idx="76395">87.480000000000004</cx:pt>
          <cx:pt idx="76396">183.27000000000001</cx:pt>
          <cx:pt idx="76397">125.45999999999999</cx:pt>
          <cx:pt idx="76398">169.59</cx:pt>
          <cx:pt idx="76399">61.689999999999998</cx:pt>
          <cx:pt idx="76400">124.94</cx:pt>
          <cx:pt idx="76401">134.94</cx:pt>
          <cx:pt idx="76402">149.93000000000001</cx:pt>
          <cx:pt idx="76403">74.969999999999999</cx:pt>
          <cx:pt idx="76404">154.93000000000001</cx:pt>
          <cx:pt idx="76405">79.959999999999994</cx:pt>
          <cx:pt idx="76406">67.849999999999994</cx:pt>
          <cx:pt idx="76407">83.939999999999998</cx:pt>
          <cx:pt idx="76408">254.97</cx:pt>
          <cx:pt idx="76409">494.94</cx:pt>
          <cx:pt idx="76410">64.299999999999997</cx:pt>
          <cx:pt idx="76411">198.94999999999999</cx:pt>
          <cx:pt idx="76412">205.94</cx:pt>
          <cx:pt idx="76413">189.97</cx:pt>
          <cx:pt idx="76414">206.94999999999999</cx:pt>
          <cx:pt idx="76415">140.94999999999999</cx:pt>
          <cx:pt idx="76416">99.980000000000004</cx:pt>
          <cx:pt idx="76417">66.969999999999999</cx:pt>
          <cx:pt idx="76418">53.920000000000002</cx:pt>
          <cx:pt idx="76419">51.979999999999997</cx:pt>
          <cx:pt idx="76420">102.95</cx:pt>
          <cx:pt idx="76421">99.980000000000004</cx:pt>
          <cx:pt idx="76422">48.880000000000003</cx:pt>
          <cx:pt idx="76423">61.939999999999998</cx:pt>
          <cx:pt idx="76424">90.969999999999999</cx:pt>
          <cx:pt idx="76425">159.69999999999999</cx:pt>
          <cx:pt idx="76426">159.69999999999999</cx:pt>
          <cx:pt idx="76427">147.59999999999999</cx:pt>
          <cx:pt idx="76428">154.90000000000001</cx:pt>
          <cx:pt idx="76429">89.969999999999999</cx:pt>
          <cx:pt idx="76430">119.95999999999999</cx:pt>
          <cx:pt idx="76431">120.95</cx:pt>
          <cx:pt idx="76432">78.969999999999999</cx:pt>
          <cx:pt idx="76433">113.95999999999999</cx:pt>
          <cx:pt idx="76434">98.969999999999999</cx:pt>
          <cx:pt idx="76435">119.95999999999999</cx:pt>
          <cx:pt idx="76436">89.969999999999999</cx:pt>
          <cx:pt idx="76437">99.959999999999994</cx:pt>
          <cx:pt idx="76438">127.95</cx:pt>
          <cx:pt idx="76439">75.969999999999999</cx:pt>
          <cx:pt idx="76440">100.97</cx:pt>
          <cx:pt idx="76441">85.969999999999999</cx:pt>
          <cx:pt idx="76442">159.97999999999999</cx:pt>
          <cx:pt idx="76443">198.24000000000001</cx:pt>
          <cx:pt idx="76444">79.980000000000004</cx:pt>
          <cx:pt idx="76445">104.97</cx:pt>
          <cx:pt idx="76446">79.849999999999994</cx:pt>
          <cx:pt idx="76447">79.849999999999994</cx:pt>
          <cx:pt idx="76448">122.19</cx:pt>
          <cx:pt idx="76449">128.24000000000001</cx:pt>
          <cx:pt idx="76450">79.849999999999994</cx:pt>
          <cx:pt idx="76451">104.04000000000001</cx:pt>
          <cx:pt idx="76452">79.849999999999994</cx:pt>
          <cx:pt idx="76453">79.849999999999994</cx:pt>
          <cx:pt idx="76454">79.849999999999994</cx:pt>
          <cx:pt idx="76455">104.04000000000001</cx:pt>
          <cx:pt idx="76456">79.849999999999994</cx:pt>
          <cx:pt idx="76457">79.849999999999994</cx:pt>
          <cx:pt idx="76458">43.539999999999999</cx:pt>
          <cx:pt idx="76459">65.189999999999998</cx:pt>
          <cx:pt idx="76460">84.989999999999995</cx:pt>
          <cx:pt idx="76461">64.980000000000004</cx:pt>
          <cx:pt idx="76462">52.259999999999998</cx:pt>
          <cx:pt idx="76463">82.730000000000004</cx:pt>
          <cx:pt idx="76464">84.989999999999995</cx:pt>
          <cx:pt idx="76465">84.989999999999995</cx:pt>
          <cx:pt idx="76466">84.989999999999995</cx:pt>
          <cx:pt idx="76467">75.090000000000003</cx:pt>
          <cx:pt idx="76468">103.98</cx:pt>
          <cx:pt idx="76469">121.58</cx:pt>
          <cx:pt idx="76470">174.96000000000001</cx:pt>
          <cx:pt idx="76471">81.620000000000005</cx:pt>
          <cx:pt idx="76472">88.030000000000001</cx:pt>
          <cx:pt idx="76473">159.97999999999999</cx:pt>
          <cx:pt idx="76474">159.97999999999999</cx:pt>
          <cx:pt idx="76475">88.030000000000001</cx:pt>
          <cx:pt idx="76476">60.990000000000002</cx:pt>
          <cx:pt idx="76477">63.979999999999997</cx:pt>
          <cx:pt idx="76478">97.980000000000004</cx:pt>
          <cx:pt idx="76479">89.980000000000004</cx:pt>
          <cx:pt idx="76480">60.990000000000002</cx:pt>
          <cx:pt idx="76481">159.97999999999999</cx:pt>
          <cx:pt idx="76482">159.97999999999999</cx:pt>
          <cx:pt idx="76483">97.980000000000004</cx:pt>
          <cx:pt idx="76484">63.979999999999997</cx:pt>
          <cx:pt idx="76485">89.980000000000004</cx:pt>
          <cx:pt idx="76486">159.97999999999999</cx:pt>
          <cx:pt idx="76487">159.97999999999999</cx:pt>
          <cx:pt idx="76488">159.97999999999999</cx:pt>
          <cx:pt idx="76489">159.97999999999999</cx:pt>
          <cx:pt idx="76490">12.49</cx:pt>
          <cx:pt idx="76491">95.980000000000004</cx:pt>
          <cx:pt idx="76492">54.880000000000003</cx:pt>
          <cx:pt idx="76493">54.990000000000002</cx:pt>
          <cx:pt idx="76494">35.200000000000003</cx:pt>
          <cx:pt idx="76495">95.980000000000004</cx:pt>
          <cx:pt idx="76496">53.479999999999997</cx:pt>
          <cx:pt idx="76497">68.980000000000004</cx:pt>
          <cx:pt idx="76498">60.979999999999997</cx:pt>
          <cx:pt idx="76499">49.990000000000002</cx:pt>
          <cx:pt idx="76500">60.979999999999997</cx:pt>
          <cx:pt idx="76501">95.980000000000004</cx:pt>
          <cx:pt idx="76502">95.980000000000004</cx:pt>
          <cx:pt idx="76503">79.980000000000004</cx:pt>
          <cx:pt idx="76504">49.990000000000002</cx:pt>
          <cx:pt idx="76505">163.12</cx:pt>
          <cx:pt idx="76506">197.97</cx:pt>
          <cx:pt idx="76507">199.47</cx:pt>
          <cx:pt idx="76508">65.989999999999995</cx:pt>
          <cx:pt idx="76509">197.97</cx:pt>
          <cx:pt idx="76510">226.25999999999999</cx:pt>
          <cx:pt idx="76511">131.97999999999999</cx:pt>
          <cx:pt idx="76512">152.97999999999999</cx:pt>
          <cx:pt idx="76513">59.960000000000001</cx:pt>
          <cx:pt idx="76514">139.96000000000001</cx:pt>
          <cx:pt idx="76515">179.96000000000001</cx:pt>
          <cx:pt idx="76516">64.980000000000004</cx:pt>
          <cx:pt idx="76517">147.97</cx:pt>
          <cx:pt idx="76518">121.98</cx:pt>
          <cx:pt idx="76519">145.97</cx:pt>
          <cx:pt idx="76520">86.180000000000007</cx:pt>
          <cx:pt idx="76521">84.989999999999995</cx:pt>
          <cx:pt idx="76522">84.989999999999995</cx:pt>
          <cx:pt idx="76523">117.87</cx:pt>
          <cx:pt idx="76524">139.97999999999999</cx:pt>
          <cx:pt idx="76525">84.989999999999995</cx:pt>
          <cx:pt idx="76526">48.990000000000002</cx:pt>
          <cx:pt idx="76527">139.97999999999999</cx:pt>
          <cx:pt idx="76528">42.990000000000002</cx:pt>
          <cx:pt idx="76529">89.939999999999998</cx:pt>
          <cx:pt idx="76530">104.34</cx:pt>
          <cx:pt idx="76531">64.769999999999996</cx:pt>
          <cx:pt idx="76532">64.769999999999996</cx:pt>
          <cx:pt idx="76533">69.239999999999995</cx:pt>
          <cx:pt idx="76534">64.769999999999996</cx:pt>
          <cx:pt idx="76535">64.769999999999996</cx:pt>
          <cx:pt idx="76536">49.460000000000001</cx:pt>
          <cx:pt idx="76537">79.170000000000002</cx:pt>
          <cx:pt idx="76538">104.34</cx:pt>
          <cx:pt idx="76539">69.239999999999995</cx:pt>
          <cx:pt idx="76540">104.34</cx:pt>
          <cx:pt idx="76541">64.769999999999996</cx:pt>
          <cx:pt idx="76542">92.590000000000003</cx:pt>
          <cx:pt idx="76543">69.239999999999995</cx:pt>
          <cx:pt idx="76544">83.140000000000001</cx:pt>
          <cx:pt idx="76545">49.460000000000001</cx:pt>
          <cx:pt idx="76546">49.460000000000001</cx:pt>
          <cx:pt idx="76547">83.140000000000001</cx:pt>
          <cx:pt idx="76548">56.979999999999997</cx:pt>
          <cx:pt idx="76549">98.579999999999998</cx:pt>
          <cx:pt idx="76550">89.939999999999998</cx:pt>
          <cx:pt idx="76551">112.97</cx:pt>
          <cx:pt idx="76552">49.460000000000001</cx:pt>
          <cx:pt idx="76553">49.460000000000001</cx:pt>
          <cx:pt idx="76554">97.5</cx:pt>
          <cx:pt idx="76555">77.859999999999999</cx:pt>
          <cx:pt idx="76556">104.34</cx:pt>
          <cx:pt idx="76557">118.78</cx:pt>
          <cx:pt idx="76558">56.960000000000001</cx:pt>
          <cx:pt idx="76559">118.78</cx:pt>
          <cx:pt idx="76560">65.989999999999995</cx:pt>
          <cx:pt idx="76561">83.140000000000001</cx:pt>
          <cx:pt idx="76562">56.960000000000001</cx:pt>
          <cx:pt idx="76563">94.959999999999994</cx:pt>
          <cx:pt idx="76564">42.990000000000002</cx:pt>
          <cx:pt idx="76565">81.879999999999995</cx:pt>
          <cx:pt idx="76566">69.239999999999995</cx:pt>
          <cx:pt idx="76567">89.939999999999998</cx:pt>
          <cx:pt idx="76568">89.939999999999998</cx:pt>
          <cx:pt idx="76569">94.959999999999994</cx:pt>
          <cx:pt idx="76570">92.590000000000003</cx:pt>
          <cx:pt idx="76571">118.78</cx:pt>
          <cx:pt idx="76572">94.959999999999994</cx:pt>
          <cx:pt idx="76573">94.959999999999994</cx:pt>
          <cx:pt idx="76574">112.97</cx:pt>
          <cx:pt idx="76575">118.78</cx:pt>
          <cx:pt idx="76576">89.939999999999998</cx:pt>
          <cx:pt idx="76577">94.959999999999994</cx:pt>
          <cx:pt idx="76578">112.97</cx:pt>
          <cx:pt idx="76579">112.97</cx:pt>
          <cx:pt idx="76580">56.979999999999997</cx:pt>
          <cx:pt idx="76581">118.78</cx:pt>
          <cx:pt idx="76582">56.960000000000001</cx:pt>
          <cx:pt idx="76583">104.34</cx:pt>
          <cx:pt idx="76584">79.170000000000002</cx:pt>
          <cx:pt idx="76585">112.97</cx:pt>
          <cx:pt idx="76586">56.979999999999997</cx:pt>
          <cx:pt idx="76587">77.859999999999999</cx:pt>
          <cx:pt idx="76588">42.990000000000002</cx:pt>
          <cx:pt idx="76589">81.879999999999995</cx:pt>
          <cx:pt idx="76590">79.170000000000002</cx:pt>
          <cx:pt idx="76591">42.990000000000002</cx:pt>
          <cx:pt idx="76592">92.590000000000003</cx:pt>
          <cx:pt idx="76593">147.97</cx:pt>
          <cx:pt idx="76594">81.879999999999995</cx:pt>
          <cx:pt idx="76595">147.97</cx:pt>
          <cx:pt idx="76596">147.97</cx:pt>
          <cx:pt idx="76597">81.879999999999995</cx:pt>
          <cx:pt idx="76598">56.960000000000001</cx:pt>
          <cx:pt idx="76599">77.859999999999999</cx:pt>
          <cx:pt idx="76600">97.5</cx:pt>
          <cx:pt idx="76601">65.989999999999995</cx:pt>
          <cx:pt idx="76602">77.329999999999998</cx:pt>
          <cx:pt idx="76603">92.590000000000003</cx:pt>
          <cx:pt idx="76604">77.329999999999998</cx:pt>
          <cx:pt idx="76605">81.879999999999995</cx:pt>
          <cx:pt idx="76606">42.990000000000002</cx:pt>
          <cx:pt idx="76607">97.5</cx:pt>
          <cx:pt idx="76608">77.329999999999998</cx:pt>
          <cx:pt idx="76609">92.590000000000003</cx:pt>
          <cx:pt idx="76610">77.329999999999998</cx:pt>
          <cx:pt idx="76611">98.579999999999998</cx:pt>
          <cx:pt idx="76612">77.329999999999998</cx:pt>
          <cx:pt idx="76613">65.989999999999995</cx:pt>
          <cx:pt idx="76614">98.579999999999998</cx:pt>
          <cx:pt idx="76615">65.989999999999995</cx:pt>
          <cx:pt idx="76616">97.5</cx:pt>
          <cx:pt idx="76617">79.170000000000002</cx:pt>
          <cx:pt idx="76618">69.239999999999995</cx:pt>
          <cx:pt idx="76619">56.979999999999997</cx:pt>
          <cx:pt idx="76620">56.979999999999997</cx:pt>
          <cx:pt idx="76621">65.989999999999995</cx:pt>
          <cx:pt idx="76622">77.859999999999999</cx:pt>
          <cx:pt idx="76623">79.170000000000002</cx:pt>
          <cx:pt idx="76624">56.960000000000001</cx:pt>
          <cx:pt idx="76625">83.140000000000001</cx:pt>
          <cx:pt idx="76626">147.97</cx:pt>
          <cx:pt idx="76627">83.140000000000001</cx:pt>
          <cx:pt idx="76628">98.579999999999998</cx:pt>
          <cx:pt idx="76629">147.97</cx:pt>
          <cx:pt idx="76630">97.5</cx:pt>
          <cx:pt idx="76631">98.579999999999998</cx:pt>
          <cx:pt idx="76632">77.859999999999999</cx:pt>
          <cx:pt idx="76633">126.95</cx:pt>
          <cx:pt idx="76634">82.219999999999999</cx:pt>
          <cx:pt idx="76635">78.590000000000003</cx:pt>
          <cx:pt idx="76636">69.890000000000001</cx:pt>
          <cx:pt idx="76637">63.859999999999999</cx:pt>
          <cx:pt idx="76638">51.289999999999999</cx:pt>
          <cx:pt idx="76639">84.989999999999995</cx:pt>
          <cx:pt idx="76640">83.480000000000004</cx:pt>
          <cx:pt idx="76641">62.640000000000001</cx:pt>
          <cx:pt idx="76642">84.989999999999995</cx:pt>
          <cx:pt idx="76643">86.980000000000004</cx:pt>
          <cx:pt idx="76644">236.91999999999999</cx:pt>
          <cx:pt idx="76645">83.969999999999999</cx:pt>
          <cx:pt idx="76646">203.93000000000001</cx:pt>
          <cx:pt idx="76647">119.95</cx:pt>
          <cx:pt idx="76648">182.94</cx:pt>
          <cx:pt idx="76649">63.979999999999997</cx:pt>
          <cx:pt idx="76650">79.430000000000007</cx:pt>
          <cx:pt idx="76651">65.980000000000004</cx:pt>
          <cx:pt idx="76652">128.72</cx:pt>
          <cx:pt idx="76653">69.969999999999999</cx:pt>
          <cx:pt idx="76654">133.96000000000001</cx:pt>
          <cx:pt idx="76655">104.94</cx:pt>
          <cx:pt idx="76656">108.97</cx:pt>
          <cx:pt idx="76657">109.95999999999999</cx:pt>
          <cx:pt idx="76658">86.959999999999994</cx:pt>
          <cx:pt idx="76659">131.97999999999999</cx:pt>
          <cx:pt idx="76660">131.97999999999999</cx:pt>
          <cx:pt idx="76661">120.98</cx:pt>
          <cx:pt idx="76662">131.97999999999999</cx:pt>
          <cx:pt idx="76663">121.98</cx:pt>
          <cx:pt idx="76664">131.97999999999999</cx:pt>
          <cx:pt idx="76665">134.97999999999999</cx:pt>
          <cx:pt idx="76666">172.16</cx:pt>
          <cx:pt idx="76667">238.94999999999999</cx:pt>
          <cx:pt idx="76668">60.990000000000002</cx:pt>
          <cx:pt idx="76669">85.969999999999999</cx:pt>
          <cx:pt idx="76670">75.980000000000004</cx:pt>
          <cx:pt idx="76671">90.969999999999999</cx:pt>
          <cx:pt idx="76672">75.980000000000004</cx:pt>
          <cx:pt idx="76673">75.980000000000004</cx:pt>
          <cx:pt idx="76674">114.89</cx:pt>
          <cx:pt idx="76675">114.89</cx:pt>
          <cx:pt idx="76676">137.87</cx:pt>
          <cx:pt idx="76677">91.909999999999997</cx:pt>
          <cx:pt idx="76678">65.319999999999993</cx:pt>
          <cx:pt idx="76679">137.87</cx:pt>
          <cx:pt idx="76680">108.88</cx:pt>
          <cx:pt idx="76681">65.989999999999995</cx:pt>
          <cx:pt idx="76682">198.38999999999999</cx:pt>
          <cx:pt idx="76683">79.849999999999994</cx:pt>
          <cx:pt idx="76684">56.850000000000001</cx:pt>
          <cx:pt idx="76685">77.390000000000001</cx:pt>
          <cx:pt idx="76686">79.849999999999994</cx:pt>
          <cx:pt idx="76687">79.849999999999994</cx:pt>
          <cx:pt idx="76688">118.54000000000001</cx:pt>
          <cx:pt idx="76689">79.849999999999994</cx:pt>
          <cx:pt idx="76690">79.849999999999994</cx:pt>
          <cx:pt idx="76691">75.870000000000005</cx:pt>
          <cx:pt idx="76692">71.859999999999999</cx:pt>
          <cx:pt idx="76693">239.94</cx:pt>
          <cx:pt idx="76694">279.93000000000001</cx:pt>
          <cx:pt idx="76695">65.969999999999999</cx:pt>
          <cx:pt idx="76696">-101.88</cx:pt>
          <cx:pt idx="76697">65.989999999999995</cx:pt>
          <cx:pt idx="76698">49.990000000000002</cx:pt>
          <cx:pt idx="76699">101.88</cx:pt>
          <cx:pt idx="76700">102.95999999999999</cx:pt>
          <cx:pt idx="76701">68.980000000000004</cx:pt>
          <cx:pt idx="76702">56.979999999999997</cx:pt>
          <cx:pt idx="76703">91.040000000000006</cx:pt>
          <cx:pt idx="76704">69.980000000000004</cx:pt>
          <cx:pt idx="76705">79.379999999999995</cx:pt>
          <cx:pt idx="76706">83.980000000000004</cx:pt>
          <cx:pt idx="76707">149.94999999999999</cx:pt>
          <cx:pt idx="76708">119.95999999999999</cx:pt>
          <cx:pt idx="76709">89.969999999999999</cx:pt>
          <cx:pt idx="76710">134.96000000000001</cx:pt>
          <cx:pt idx="76711">149.94999999999999</cx:pt>
          <cx:pt idx="76712">119.95999999999999</cx:pt>
          <cx:pt idx="76713">119.95999999999999</cx:pt>
          <cx:pt idx="76714">79.989999999999995</cx:pt>
          <cx:pt idx="76715">12.49</cx:pt>
          <cx:pt idx="76716">29.48</cx:pt>
          <cx:pt idx="76717">79.989999999999995</cx:pt>
          <cx:pt idx="76718">79.989999999999995</cx:pt>
          <cx:pt idx="76719">79.989999999999995</cx:pt>
          <cx:pt idx="76720">79.989999999999995</cx:pt>
          <cx:pt idx="76721">79.989999999999995</cx:pt>
          <cx:pt idx="76722">79.989999999999995</cx:pt>
          <cx:pt idx="76723">129.97999999999999</cx:pt>
          <cx:pt idx="76724">79.870000000000005</cx:pt>
          <cx:pt idx="76725">195.93000000000001</cx:pt>
          <cx:pt idx="76726">93.980000000000004</cx:pt>
          <cx:pt idx="76727">187.94</cx:pt>
          <cx:pt idx="76728">222.24000000000001</cx:pt>
          <cx:pt idx="76729">262.92000000000002</cx:pt>
          <cx:pt idx="76730">49.960000000000001</cx:pt>
          <cx:pt idx="76731">144.50999999999999</cx:pt>
          <cx:pt idx="76732">256.47000000000003</cx:pt>
          <cx:pt idx="76733">55.979999999999997</cx:pt>
          <cx:pt idx="76734">100.98</cx:pt>
          <cx:pt idx="76735">105.97</cx:pt>
          <cx:pt idx="76736">107.22</cx:pt>
          <cx:pt idx="76737">84.989999999999995</cx:pt>
          <cx:pt idx="76738">47.960000000000001</cx:pt>
          <cx:pt idx="76739">62.219999999999999</cx:pt>
          <cx:pt idx="76740">31.489999999999998</cx:pt>
          <cx:pt idx="76741">127.19</cx:pt>
          <cx:pt idx="76742">100.98</cx:pt>
          <cx:pt idx="76743">51.490000000000002</cx:pt>
          <cx:pt idx="76744">55.979999999999997</cx:pt>
          <cx:pt idx="76745">168.22999999999999</cx:pt>
          <cx:pt idx="76746">156.33000000000001</cx:pt>
          <cx:pt idx="76747">165.53</cx:pt>
          <cx:pt idx="76748">124.15000000000001</cx:pt>
          <cx:pt idx="76749">131.03999999999999</cx:pt>
          <cx:pt idx="76750">165.53</cx:pt>
          <cx:pt idx="76751">142.15000000000001</cx:pt>
          <cx:pt idx="76752">109.98</cx:pt>
          <cx:pt idx="76753">89.980000000000004</cx:pt>
          <cx:pt idx="76754">65.989999999999995</cx:pt>
          <cx:pt idx="76755">94.769999999999996</cx:pt>
          <cx:pt idx="76756">84.989999999999995</cx:pt>
          <cx:pt idx="76757">84.989999999999995</cx:pt>
          <cx:pt idx="76758">69.980000000000004</cx:pt>
          <cx:pt idx="76759">84.989999999999995</cx:pt>
          <cx:pt idx="76760">84.989999999999995</cx:pt>
          <cx:pt idx="76761">89.069999999999993</cx:pt>
          <cx:pt idx="76762">59.079999999999998</cx:pt>
          <cx:pt idx="76763">74.969999999999999</cx:pt>
          <cx:pt idx="76764">89.969999999999999</cx:pt>
          <cx:pt idx="76765">49.829999999999998</cx:pt>
          <cx:pt idx="76766">54.979999999999997</cx:pt>
          <cx:pt idx="76767">87.269999999999996</cx:pt>
          <cx:pt idx="76768">89.219999999999999</cx:pt>
          <cx:pt idx="76769">89.370000000000005</cx:pt>
          <cx:pt idx="76770">89.969999999999999</cx:pt>
          <cx:pt idx="76771">59.979999999999997</cx:pt>
          <cx:pt idx="76772">54.979999999999997</cx:pt>
          <cx:pt idx="76773">89.969999999999999</cx:pt>
          <cx:pt idx="76774">54.979999999999997</cx:pt>
          <cx:pt idx="76775">59.979999999999997</cx:pt>
          <cx:pt idx="76776">53.979999999999997</cx:pt>
          <cx:pt idx="76777">59.979999999999997</cx:pt>
          <cx:pt idx="76778">119.95999999999999</cx:pt>
          <cx:pt idx="76779">59.979999999999997</cx:pt>
          <cx:pt idx="76780">59.979999999999997</cx:pt>
          <cx:pt idx="76781">59.979999999999997</cx:pt>
          <cx:pt idx="76782">59.979999999999997</cx:pt>
          <cx:pt idx="76783">59.979999999999997</cx:pt>
          <cx:pt idx="76784">65.989999999999995</cx:pt>
          <cx:pt idx="76785">99.980000000000004</cx:pt>
          <cx:pt idx="76786">65.989999999999995</cx:pt>
          <cx:pt idx="76787">65.989999999999995</cx:pt>
          <cx:pt idx="76788">65.989999999999995</cx:pt>
          <cx:pt idx="76789">59.390000000000001</cx:pt>
          <cx:pt idx="76790">84.989999999999995</cx:pt>
          <cx:pt idx="76791">84.989999999999995</cx:pt>
          <cx:pt idx="76792">84.989999999999995</cx:pt>
          <cx:pt idx="76793">89.980000000000004</cx:pt>
          <cx:pt idx="76794">121.98</cx:pt>
          <cx:pt idx="76795">76.670000000000002</cx:pt>
          <cx:pt idx="76796">59.369999999999997</cx:pt>
          <cx:pt idx="76797">117.01000000000001</cx:pt>
          <cx:pt idx="76798">111.56</cx:pt>
          <cx:pt idx="76799">65.989999999999995</cx:pt>
          <cx:pt idx="76800">65.989999999999995</cx:pt>
          <cx:pt idx="76801">119.55</cx:pt>
          <cx:pt idx="76802">74.849999999999994</cx:pt>
          <cx:pt idx="76803">54.979999999999997</cx:pt>
          <cx:pt idx="76804">54.979999999999997</cx:pt>
          <cx:pt idx="76805">79.079999999999998</cx:pt>
          <cx:pt idx="76806">57.399999999999999</cx:pt>
          <cx:pt idx="76807">54.979999999999997</cx:pt>
          <cx:pt idx="76808">133.93000000000001</cx:pt>
          <cx:pt idx="76809">107.94</cx:pt>
          <cx:pt idx="76810">107.94</cx:pt>
          <cx:pt idx="76811">159.91999999999999</cx:pt>
          <cx:pt idx="76812">107.94</cx:pt>
          <cx:pt idx="76813">107.94</cx:pt>
          <cx:pt idx="76814">107.94</cx:pt>
          <cx:pt idx="76815">98.519999999999996</cx:pt>
          <cx:pt idx="76816">107.94</cx:pt>
          <cx:pt idx="76817">62.979999999999997</cx:pt>
          <cx:pt idx="76818">15.49</cx:pt>
          <cx:pt idx="76819">81.340000000000003</cx:pt>
          <cx:pt idx="76820">84.989999999999995</cx:pt>
          <cx:pt idx="76821">189.34</cx:pt>
          <cx:pt idx="76822">99.870000000000005</cx:pt>
          <cx:pt idx="76823">199.94999999999999</cx:pt>
          <cx:pt idx="76824">104.97</cx:pt>
          <cx:pt idx="76825">63.979999999999997</cx:pt>
          <cx:pt idx="76826">84.989999999999995</cx:pt>
          <cx:pt idx="76827">84.989999999999995</cx:pt>
          <cx:pt idx="76828">84.989999999999995</cx:pt>
          <cx:pt idx="76829">169.97999999999999</cx:pt>
          <cx:pt idx="76830">169.97999999999999</cx:pt>
          <cx:pt idx="76831">68.989999999999995</cx:pt>
          <cx:pt idx="76832">163.84999999999999</cx:pt>
          <cx:pt idx="76833">68.989999999999995</cx:pt>
          <cx:pt idx="76834">134.97</cx:pt>
          <cx:pt idx="76835">-84.989999999999995</cx:pt>
          <cx:pt idx="76836">84.989999999999995</cx:pt>
          <cx:pt idx="76837">299.89999999999998</cx:pt>
          <cx:pt idx="76838">209.93000000000001</cx:pt>
          <cx:pt idx="76839">293.88999999999999</cx:pt>
          <cx:pt idx="76840">227.91999999999999</cx:pt>
          <cx:pt idx="76841">145.97</cx:pt>
          <cx:pt idx="76842">69.489999999999995</cx:pt>
          <cx:pt idx="76843">149.44999999999999</cx:pt>
          <cx:pt idx="76844">70.480000000000004</cx:pt>
          <cx:pt idx="76845">31.09</cx:pt>
          <cx:pt idx="76846">85.489999999999995</cx:pt>
          <cx:pt idx="76847">169.97999999999999</cx:pt>
          <cx:pt idx="76848">25.93</cx:pt>
          <cx:pt idx="76849">193.96000000000001</cx:pt>
          <cx:pt idx="76850">166.34999999999999</cx:pt>
          <cx:pt idx="76851">395.94</cx:pt>
          <cx:pt idx="76852">455.91000000000003</cx:pt>
          <cx:pt idx="76853">46.719999999999999</cx:pt>
          <cx:pt idx="76854">99.980000000000004</cx:pt>
          <cx:pt idx="76855">99.980000000000004</cx:pt>
          <cx:pt idx="76856">138.97</cx:pt>
          <cx:pt idx="76857">94.980000000000004</cx:pt>
          <cx:pt idx="76858">99.980000000000004</cx:pt>
          <cx:pt idx="76859">106.97</cx:pt>
          <cx:pt idx="76860">138.84</cx:pt>
          <cx:pt idx="76861">62.969999999999999</cx:pt>
          <cx:pt idx="76862">113.94</cx:pt>
          <cx:pt idx="76863">94.950000000000003</cx:pt>
          <cx:pt idx="76864">94.950000000000003</cx:pt>
          <cx:pt idx="76865">75.959999999999994</cx:pt>
          <cx:pt idx="76866">94.950000000000003</cx:pt>
          <cx:pt idx="76867">127.15000000000001</cx:pt>
          <cx:pt idx="76868">79.840000000000003</cx:pt>
          <cx:pt idx="76869">115.16</cx:pt>
          <cx:pt idx="76870">61.689999999999998</cx:pt>
          <cx:pt idx="76871">94.650000000000006</cx:pt>
          <cx:pt idx="76872">142.72</cx:pt>
          <cx:pt idx="76873">103.8</cx:pt>
          <cx:pt idx="76874">88.950000000000003</cx:pt>
          <cx:pt idx="76875">147.56999999999999</cx:pt>
          <cx:pt idx="76876">57.600000000000001</cx:pt>
          <cx:pt idx="76877">99.969999999999999</cx:pt>
          <cx:pt idx="76878">53.969999999999999</cx:pt>
          <cx:pt idx="76879">99.980000000000004</cx:pt>
          <cx:pt idx="76880">65.989999999999995</cx:pt>
          <cx:pt idx="76881">99.980000000000004</cx:pt>
          <cx:pt idx="76882">23.48</cx:pt>
          <cx:pt idx="76883">55.950000000000003</cx:pt>
          <cx:pt idx="76884">64.829999999999998</cx:pt>
          <cx:pt idx="76885">59.390000000000001</cx:pt>
          <cx:pt idx="76886">113.98999999999999</cx:pt>
          <cx:pt idx="76887">50.950000000000003</cx:pt>
          <cx:pt idx="76888">65.989999999999995</cx:pt>
          <cx:pt idx="76889">124.47</cx:pt>
          <cx:pt idx="76890">65.989999999999995</cx:pt>
          <cx:pt idx="76891">65.989999999999995</cx:pt>
          <cx:pt idx="76892">63.969999999999999</cx:pt>
          <cx:pt idx="76893">28.98</cx:pt>
          <cx:pt idx="76894">65.989999999999995</cx:pt>
          <cx:pt idx="76895">65.989999999999995</cx:pt>
          <cx:pt idx="76896">65.989999999999995</cx:pt>
          <cx:pt idx="76897">65.989999999999995</cx:pt>
          <cx:pt idx="76898">65.989999999999995</cx:pt>
          <cx:pt idx="76899">59.990000000000002</cx:pt>
          <cx:pt idx="76900">203.19</cx:pt>
          <cx:pt idx="76901">128.96000000000001</cx:pt>
          <cx:pt idx="76902">151.96000000000001</cx:pt>
          <cx:pt idx="76903">197.97</cx:pt>
          <cx:pt idx="76904">54.990000000000002</cx:pt>
          <cx:pt idx="76905">102.97</cx:pt>
          <cx:pt idx="76906">83.969999999999999</cx:pt>
          <cx:pt idx="76907">93.430000000000007</cx:pt>
          <cx:pt idx="76908">54.439999999999998</cx:pt>
          <cx:pt idx="76909">93.980000000000004</cx:pt>
          <cx:pt idx="76910">102.03</cx:pt>
          <cx:pt idx="76911">93.980000000000004</cx:pt>
          <cx:pt idx="76912">84.989999999999995</cx:pt>
          <cx:pt idx="76913">78.040000000000006</cx:pt>
          <cx:pt idx="76914">84.989999999999995</cx:pt>
          <cx:pt idx="76915">99.980000000000004</cx:pt>
          <cx:pt idx="76916">84.989999999999995</cx:pt>
          <cx:pt idx="76917">84.989999999999995</cx:pt>
          <cx:pt idx="76918">84.989999999999995</cx:pt>
          <cx:pt idx="76919">84.989999999999995</cx:pt>
          <cx:pt idx="76920">84.989999999999995</cx:pt>
          <cx:pt idx="76921">84.989999999999995</cx:pt>
          <cx:pt idx="76922">84.989999999999995</cx:pt>
          <cx:pt idx="76923">84.989999999999995</cx:pt>
          <cx:pt idx="76924">62.969999999999999</cx:pt>
          <cx:pt idx="76925">110.98</cx:pt>
          <cx:pt idx="76926">58.979999999999997</cx:pt>
          <cx:pt idx="76927">70.980000000000004</cx:pt>
          <cx:pt idx="76928">40.479999999999997</cx:pt>
          <cx:pt idx="76929">65.989999999999995</cx:pt>
          <cx:pt idx="76930">67.969999999999999</cx:pt>
          <cx:pt idx="76931">57.969999999999999</cx:pt>
          <cx:pt idx="76932">78.75</cx:pt>
          <cx:pt idx="76933">58.979999999999997</cx:pt>
          <cx:pt idx="76934">65.989999999999995</cx:pt>
          <cx:pt idx="76935">71.980000000000004</cx:pt>
          <cx:pt idx="76936">62.969999999999999</cx:pt>
          <cx:pt idx="76937">86.980000000000004</cx:pt>
          <cx:pt idx="76938">90.969999999999999</cx:pt>
          <cx:pt idx="76939">126.28</cx:pt>
          <cx:pt idx="76940">129.97</cx:pt>
          <cx:pt idx="76941">73.650000000000006</cx:pt>
          <cx:pt idx="76942">79.849999999999994</cx:pt>
          <cx:pt idx="76943">79.849999999999994</cx:pt>
          <cx:pt idx="76944">79.849999999999994</cx:pt>
          <cx:pt idx="76945">75.060000000000002</cx:pt>
          <cx:pt idx="76946">79.049999999999997</cx:pt>
          <cx:pt idx="76947">79.849999999999994</cx:pt>
          <cx:pt idx="76948">79.849999999999994</cx:pt>
          <cx:pt idx="76949">79.849999999999994</cx:pt>
          <cx:pt idx="76950">79.849999999999994</cx:pt>
          <cx:pt idx="76951">79.849999999999994</cx:pt>
          <cx:pt idx="76952">114.91</cx:pt>
          <cx:pt idx="76953">79.849999999999994</cx:pt>
          <cx:pt idx="76954">56.850000000000001</cx:pt>
          <cx:pt idx="76955">134.97999999999999</cx:pt>
          <cx:pt idx="76956">134.97999999999999</cx:pt>
          <cx:pt idx="76957">216.72</cx:pt>
          <cx:pt idx="76958">216.72</cx:pt>
          <cx:pt idx="76959">87.980000000000004</cx:pt>
          <cx:pt idx="76960">229.97</cx:pt>
          <cx:pt idx="76961">339.95999999999998</cx:pt>
          <cx:pt idx="76962">229.97</cx:pt>
          <cx:pt idx="76963">87.980000000000004</cx:pt>
          <cx:pt idx="76964">339.95999999999998</cx:pt>
          <cx:pt idx="76965">59.979999999999997</cx:pt>
          <cx:pt idx="76966">59.979999999999997</cx:pt>
          <cx:pt idx="76967">59.979999999999997</cx:pt>
          <cx:pt idx="76968">59.979999999999997</cx:pt>
          <cx:pt idx="76969">58.18</cx:pt>
          <cx:pt idx="76970">59.979999999999997</cx:pt>
          <cx:pt idx="76971">53.380000000000003</cx:pt>
          <cx:pt idx="76972">59.979999999999997</cx:pt>
          <cx:pt idx="76973">59.979999999999997</cx:pt>
          <cx:pt idx="76974">74.969999999999999</cx:pt>
          <cx:pt idx="76975">59.979999999999997</cx:pt>
          <cx:pt idx="76976">59.979999999999997</cx:pt>
          <cx:pt idx="76977">59.979999999999997</cx:pt>
          <cx:pt idx="76978">59.979999999999997</cx:pt>
          <cx:pt idx="76979">80.180000000000007</cx:pt>
          <cx:pt idx="76980">64.980000000000004</cx:pt>
          <cx:pt idx="76981">82.290000000000006</cx:pt>
          <cx:pt idx="76982">45.189999999999998</cx:pt>
          <cx:pt idx="76983">84.989999999999995</cx:pt>
          <cx:pt idx="76984">82.170000000000002</cx:pt>
          <cx:pt idx="76985">84.989999999999995</cx:pt>
          <cx:pt idx="76986">95.969999999999999</cx:pt>
          <cx:pt idx="76987">99.980000000000004</cx:pt>
          <cx:pt idx="76988">84.150000000000006</cx:pt>
          <cx:pt idx="76989">68.989999999999995</cx:pt>
          <cx:pt idx="76990">15.49</cx:pt>
          <cx:pt idx="76991">65.989999999999995</cx:pt>
          <cx:pt idx="76992">173.46000000000001</cx:pt>
          <cx:pt idx="76993">89.980000000000004</cx:pt>
          <cx:pt idx="76994">49.990000000000002</cx:pt>
          <cx:pt idx="76995">81.980000000000004</cx:pt>
          <cx:pt idx="76996">121.98</cx:pt>
          <cx:pt idx="76997">1.97</cx:pt>
          <cx:pt idx="76998">165.96000000000001</cx:pt>
          <cx:pt idx="76999">65.989999999999995</cx:pt>
          <cx:pt idx="77000">91.469999999999999</cx:pt>
          <cx:pt idx="77001">145.97</cx:pt>
          <cx:pt idx="77002">42.719999999999999</cx:pt>
          <cx:pt idx="77003">104.97</cx:pt>
          <cx:pt idx="77004">53.409999999999997</cx:pt>
          <cx:pt idx="77005">137.97999999999999</cx:pt>
          <cx:pt idx="77006">128.97</cx:pt>
          <cx:pt idx="77007">177.96000000000001</cx:pt>
          <cx:pt idx="77008">127.95999999999999</cx:pt>
          <cx:pt idx="77009">189.97</cx:pt>
          <cx:pt idx="77010">102.97</cx:pt>
          <cx:pt idx="77011">344.88999999999999</cx:pt>
          <cx:pt idx="77012">382.87</cx:pt>
          <cx:pt idx="77013">275.95999999999998</cx:pt>
          <cx:pt idx="77014">254.97</cx:pt>
          <cx:pt idx="77015">254.97</cx:pt>
          <cx:pt idx="77016">96.959999999999994</cx:pt>
          <cx:pt idx="77017">139.97</cx:pt>
          <cx:pt idx="77018">117.97</cx:pt>
          <cx:pt idx="77019">111.95999999999999</cx:pt>
          <cx:pt idx="77020">91.969999999999999</cx:pt>
          <cx:pt idx="77021">47.390000000000001</cx:pt>
          <cx:pt idx="77022">197.97</cx:pt>
          <cx:pt idx="77023">197.97</cx:pt>
          <cx:pt idx="77024">197.97</cx:pt>
          <cx:pt idx="77025">181.97</cx:pt>
          <cx:pt idx="77026">181.97</cx:pt>
          <cx:pt idx="77027">65.989999999999995</cx:pt>
          <cx:pt idx="77028">179.94</cx:pt>
          <cx:pt idx="77029">99.959999999999994</cx:pt>
          <cx:pt idx="77030">99.959999999999994</cx:pt>
          <cx:pt idx="77031">119.95999999999999</cx:pt>
          <cx:pt idx="77032">88.969999999999999</cx:pt>
          <cx:pt idx="77033">119.95999999999999</cx:pt>
          <cx:pt idx="77034">71.969999999999999</cx:pt>
          <cx:pt idx="77035">89.959999999999994</cx:pt>
          <cx:pt idx="77036">149.94999999999999</cx:pt>
          <cx:pt idx="77037">65.189999999999998</cx:pt>
          <cx:pt idx="77038">70.989999999999995</cx:pt>
          <cx:pt idx="77039">64.980000000000004</cx:pt>
          <cx:pt idx="77040">35.479999999999997</cx:pt>
          <cx:pt idx="77041">68.989999999999995</cx:pt>
          <cx:pt idx="77042">57.979999999999997</cx:pt>
          <cx:pt idx="77043">83.890000000000001</cx:pt>
          <cx:pt idx="77044">54.979999999999997</cx:pt>
          <cx:pt idx="77045">62.979999999999997</cx:pt>
          <cx:pt idx="77046">49.990000000000002</cx:pt>
          <cx:pt idx="77047">64.980000000000004</cx:pt>
          <cx:pt idx="77048">64.189999999999998</cx:pt>
          <cx:pt idx="77049">52.380000000000003</cx:pt>
          <cx:pt idx="77050">78.969999999999999</cx:pt>
          <cx:pt idx="77051">79.620000000000005</cx:pt>
          <cx:pt idx="77052">55.969999999999999</cx:pt>
          <cx:pt idx="77053">42.229999999999997</cx:pt>
          <cx:pt idx="77054">59.969999999999999</cx:pt>
          <cx:pt idx="77055">59.969999999999999</cx:pt>
          <cx:pt idx="77056">41.479999999999997</cx:pt>
          <cx:pt idx="77057">54.979999999999997</cx:pt>
          <cx:pt idx="77058">74.969999999999999</cx:pt>
          <cx:pt idx="77059">59.969999999999999</cx:pt>
          <cx:pt idx="77060">85.980000000000004</cx:pt>
          <cx:pt idx="77061">79.989999999999995</cx:pt>
          <cx:pt idx="77062">99.980000000000004</cx:pt>
          <cx:pt idx="77063">115.44</cx:pt>
          <cx:pt idx="77064">184.97</cx:pt>
          <cx:pt idx="77065">84.989999999999995</cx:pt>
          <cx:pt idx="77066">149.97</cx:pt>
          <cx:pt idx="77067">99.980000000000004</cx:pt>
          <cx:pt idx="77068">63.82</cx:pt>
          <cx:pt idx="77069">53.979999999999997</cx:pt>
          <cx:pt idx="77070">99.980000000000004</cx:pt>
          <cx:pt idx="77071">59.960000000000001</cx:pt>
          <cx:pt idx="77072">64.980000000000004</cx:pt>
          <cx:pt idx="77073">99.980000000000004</cx:pt>
          <cx:pt idx="77074">21.489999999999998</cx:pt>
          <cx:pt idx="77075">54.990000000000002</cx:pt>
          <cx:pt idx="77076">51.490000000000002</cx:pt>
          <cx:pt idx="77077">99.969999999999999</cx:pt>
          <cx:pt idx="77078">64.980000000000004</cx:pt>
          <cx:pt idx="77079">84.989999999999995</cx:pt>
          <cx:pt idx="77080">61.219999999999999</cx:pt>
          <cx:pt idx="77081">68.989999999999995</cx:pt>
          <cx:pt idx="77082">84.989999999999995</cx:pt>
          <cx:pt idx="77083">169.97999999999999</cx:pt>
          <cx:pt idx="77084">208.16</cx:pt>
          <cx:pt idx="77085">68.969999999999999</cx:pt>
          <cx:pt idx="77086">169.97999999999999</cx:pt>
          <cx:pt idx="77087">99.980000000000004</cx:pt>
          <cx:pt idx="77088">99.959999999999994</cx:pt>
          <cx:pt idx="77089">51.960000000000001</cx:pt>
          <cx:pt idx="77090">99.959999999999994</cx:pt>
          <cx:pt idx="77091">51.960000000000001</cx:pt>
          <cx:pt idx="77092">51.960000000000001</cx:pt>
          <cx:pt idx="77093">74.969999999999999</cx:pt>
          <cx:pt idx="77094">51.960000000000001</cx:pt>
          <cx:pt idx="77095">51.960000000000001</cx:pt>
          <cx:pt idx="77096">99.959999999999994</cx:pt>
          <cx:pt idx="77097">99.959999999999994</cx:pt>
          <cx:pt idx="77098">51.969999999999999</cx:pt>
          <cx:pt idx="77099">118.78</cx:pt>
          <cx:pt idx="77100">131.97999999999999</cx:pt>
          <cx:pt idx="77101">65.989999999999995</cx:pt>
          <cx:pt idx="77102">71.480000000000004</cx:pt>
          <cx:pt idx="77103">164.94999999999999</cx:pt>
          <cx:pt idx="77104">112.18000000000001</cx:pt>
          <cx:pt idx="77105">89.969999999999999</cx:pt>
          <cx:pt idx="77106">161.94999999999999</cx:pt>
          <cx:pt idx="77107">67.469999999999999</cx:pt>
          <cx:pt idx="77108">134.96000000000001</cx:pt>
          <cx:pt idx="77109">143.90000000000001</cx:pt>
          <cx:pt idx="77110">29.989999999999998</cx:pt>
          <cx:pt idx="77111">54.979999999999997</cx:pt>
          <cx:pt idx="77112">189.93000000000001</cx:pt>
          <cx:pt idx="77113">216.72</cx:pt>
          <cx:pt idx="77114">169.97999999999999</cx:pt>
          <cx:pt idx="77115">219.97</cx:pt>
          <cx:pt idx="77116">121.48</cx:pt>
          <cx:pt idx="77117">169.97999999999999</cx:pt>
          <cx:pt idx="77118">118.97</cx:pt>
          <cx:pt idx="77119">56.43</cx:pt>
          <cx:pt idx="77120">56.969999999999999</cx:pt>
          <cx:pt idx="77121">56.450000000000003</cx:pt>
          <cx:pt idx="77122">56.399999999999999</cx:pt>
          <cx:pt idx="77123">56.399999999999999</cx:pt>
          <cx:pt idx="77124">56.969999999999999</cx:pt>
          <cx:pt idx="77125">56.969999999999999</cx:pt>
          <cx:pt idx="77126">56.399999999999999</cx:pt>
          <cx:pt idx="77127">56.969999999999999</cx:pt>
          <cx:pt idx="77128">51.390000000000001</cx:pt>
          <cx:pt idx="77129">56.969999999999999</cx:pt>
          <cx:pt idx="77130">56.369999999999997</cx:pt>
          <cx:pt idx="77131">170.47999999999999</cx:pt>
          <cx:pt idx="77132">170.47999999999999</cx:pt>
          <cx:pt idx="77133">107.97</cx:pt>
          <cx:pt idx="77134">99.980000000000004</cx:pt>
          <cx:pt idx="77135">144.47999999999999</cx:pt>
          <cx:pt idx="77136">210.46000000000001</cx:pt>
          <cx:pt idx="77137">114.97</cx:pt>
          <cx:pt idx="77138">64.810000000000002</cx:pt>
          <cx:pt idx="77139">131.97999999999999</cx:pt>
          <cx:pt idx="77140">114.97</cx:pt>
          <cx:pt idx="77141">99.959999999999994</cx:pt>
          <cx:pt idx="77142">119.95999999999999</cx:pt>
          <cx:pt idx="77143">139.94999999999999</cx:pt>
          <cx:pt idx="77144">89.969999999999999</cx:pt>
          <cx:pt idx="77145">89.969999999999999</cx:pt>
          <cx:pt idx="77146">84.969999999999999</cx:pt>
          <cx:pt idx="77147">99.959999999999994</cx:pt>
          <cx:pt idx="77148">89.969999999999999</cx:pt>
          <cx:pt idx="77149">106</cx:pt>
          <cx:pt idx="77150">161.94</cx:pt>
          <cx:pt idx="77151">143.94</cx:pt>
          <cx:pt idx="77152">135.91999999999999</cx:pt>
          <cx:pt idx="77153">75.030000000000001</cx:pt>
          <cx:pt idx="77154">74.109999999999999</cx:pt>
          <cx:pt idx="77155">78.980000000000004</cx:pt>
          <cx:pt idx="77156">157.96000000000001</cx:pt>
          <cx:pt idx="77157">51.479999999999997</cx:pt>
          <cx:pt idx="77158">109.98</cx:pt>
          <cx:pt idx="77159">146.94999999999999</cx:pt>
          <cx:pt idx="77160">116.95999999999999</cx:pt>
          <cx:pt idx="77161">47.479999999999997</cx:pt>
          <cx:pt idx="77162">58.979999999999997</cx:pt>
          <cx:pt idx="77163">47.479999999999997</cx:pt>
          <cx:pt idx="77164">57.979999999999997</cx:pt>
          <cx:pt idx="77165">191.96000000000001</cx:pt>
          <cx:pt idx="77166">79.980000000000004</cx:pt>
          <cx:pt idx="77167">77.959999999999994</cx:pt>
          <cx:pt idx="77168">59.960000000000001</cx:pt>
          <cx:pt idx="77169">74.269999999999996</cx:pt>
          <cx:pt idx="77170">39.490000000000002</cx:pt>
          <cx:pt idx="77171">15.49</cx:pt>
          <cx:pt idx="77172">68.689999999999998</cx:pt>
          <cx:pt idx="77173">299.85000000000002</cx:pt>
          <cx:pt idx="77174">199.94</cx:pt>
          <cx:pt idx="77175">263.95999999999998</cx:pt>
          <cx:pt idx="77176">293.94999999999999</cx:pt>
          <cx:pt idx="77177">166.97</cx:pt>
          <cx:pt idx="77178">294.93000000000001</cx:pt>
          <cx:pt idx="77179">149.97</cx:pt>
          <cx:pt idx="77180">72.579999999999998</cx:pt>
          <cx:pt idx="77181">109.95999999999999</cx:pt>
          <cx:pt idx="77182">84.989999999999995</cx:pt>
          <cx:pt idx="77183">139.97999999999999</cx:pt>
          <cx:pt idx="77184">112.33</cx:pt>
          <cx:pt idx="77185">184.97</cx:pt>
          <cx:pt idx="77186">84.989999999999995</cx:pt>
          <cx:pt idx="77187">121.98</cx:pt>
          <cx:pt idx="77188">81.140000000000001</cx:pt>
          <cx:pt idx="77189">42.990000000000002</cx:pt>
          <cx:pt idx="77190">129.96000000000001</cx:pt>
          <cx:pt idx="77191">112.97</cx:pt>
          <cx:pt idx="77192">164.36000000000001</cx:pt>
          <cx:pt idx="77193">131.97999999999999</cx:pt>
          <cx:pt idx="77194">55.979999999999997</cx:pt>
          <cx:pt idx="77195">103.97</cx:pt>
          <cx:pt idx="77196">65.989999999999995</cx:pt>
          <cx:pt idx="77197">65.989999999999995</cx:pt>
          <cx:pt idx="77198">65.180000000000007</cx:pt>
          <cx:pt idx="77199">65.180000000000007</cx:pt>
          <cx:pt idx="77200">93.579999999999998</cx:pt>
          <cx:pt idx="77201">79.129999999999995</cx:pt>
          <cx:pt idx="77202">51.210000000000001</cx:pt>
          <cx:pt idx="77203">60.979999999999997</cx:pt>
          <cx:pt idx="77204">96.959999999999994</cx:pt>
          <cx:pt idx="77205">77.469999999999999</cx:pt>
          <cx:pt idx="77206">53.979999999999997</cx:pt>
          <cx:pt idx="77207">54.479999999999997</cx:pt>
          <cx:pt idx="77208">81.959999999999994</cx:pt>
          <cx:pt idx="77209">57.979999999999997</cx:pt>
          <cx:pt idx="77210">59.979999999999997</cx:pt>
          <cx:pt idx="77211">66.969999999999999</cx:pt>
          <cx:pt idx="77212">61.979999999999997</cx:pt>
          <cx:pt idx="77213">56.07</cx:pt>
          <cx:pt idx="77214">119.95999999999999</cx:pt>
          <cx:pt idx="77215">52.68</cx:pt>
          <cx:pt idx="77216">150.97</cx:pt>
          <cx:pt idx="77217">35.490000000000002</cx:pt>
          <cx:pt idx="77218">85.980000000000004</cx:pt>
          <cx:pt idx="77219">79.959999999999994</cx:pt>
          <cx:pt idx="77220">79.959999999999994</cx:pt>
          <cx:pt idx="77221">84.969999999999999</cx:pt>
          <cx:pt idx="77222">61.170000000000002</cx:pt>
          <cx:pt idx="77223">61.170000000000002</cx:pt>
          <cx:pt idx="77224">98.569999999999993</cx:pt>
          <cx:pt idx="77225">44.990000000000002</cx:pt>
          <cx:pt idx="77226">99.980000000000004</cx:pt>
          <cx:pt idx="77227">44.990000000000002</cx:pt>
          <cx:pt idx="77228">59.979999999999997</cx:pt>
          <cx:pt idx="77229">129.97999999999999</cx:pt>
          <cx:pt idx="77230">98.569999999999993</cx:pt>
          <cx:pt idx="77231">99.980000000000004</cx:pt>
          <cx:pt idx="77232">129.97999999999999</cx:pt>
          <cx:pt idx="77233">143.97</cx:pt>
          <cx:pt idx="77234">59.979999999999997</cx:pt>
          <cx:pt idx="77235">143.97</cx:pt>
          <cx:pt idx="77236">84.969999999999999</cx:pt>
          <cx:pt idx="77237">169.97999999999999</cx:pt>
          <cx:pt idx="77238">169.97999999999999</cx:pt>
          <cx:pt idx="77239">159.97999999999999</cx:pt>
          <cx:pt idx="77240">164.97999999999999</cx:pt>
          <cx:pt idx="77241">169.97999999999999</cx:pt>
          <cx:pt idx="77242">63.960000000000001</cx:pt>
          <cx:pt idx="77243">74.969999999999999</cx:pt>
          <cx:pt idx="77244">139.93000000000001</cx:pt>
          <cx:pt idx="77245">63.960000000000001</cx:pt>
          <cx:pt idx="77246">127.45999999999999</cx:pt>
          <cx:pt idx="77247">109.95999999999999</cx:pt>
          <cx:pt idx="77248">54.979999999999997</cx:pt>
          <cx:pt idx="77249">63.960000000000001</cx:pt>
          <cx:pt idx="77250">55.979999999999997</cx:pt>
          <cx:pt idx="77251">61.979999999999997</cx:pt>
          <cx:pt idx="77252">55.979999999999997</cx:pt>
          <cx:pt idx="77253">91.959999999999994</cx:pt>
          <cx:pt idx="77254">62.380000000000003</cx:pt>
          <cx:pt idx="77255">55.979999999999997</cx:pt>
          <cx:pt idx="77256">151.15000000000001</cx:pt>
          <cx:pt idx="77257">151.15000000000001</cx:pt>
          <cx:pt idx="77258">151.15000000000001</cx:pt>
          <cx:pt idx="77259">61.479999999999997</cx:pt>
          <cx:pt idx="77260">86.969999999999999</cx:pt>
          <cx:pt idx="77261">34.880000000000003</cx:pt>
          <cx:pt idx="77262">73.980000000000004</cx:pt>
          <cx:pt idx="77263">51.479999999999997</cx:pt>
          <cx:pt idx="77264">65.980000000000004</cx:pt>
          <cx:pt idx="77265">86.969999999999999</cx:pt>
          <cx:pt idx="77266">79.959999999999994</cx:pt>
          <cx:pt idx="77267">59.979999999999997</cx:pt>
          <cx:pt idx="77268">52.229999999999997</cx:pt>
          <cx:pt idx="77269">55.979999999999997</cx:pt>
          <cx:pt idx="77270">61.979999999999997</cx:pt>
          <cx:pt idx="77271">112.97</cx:pt>
          <cx:pt idx="77272">156.66999999999999</cx:pt>
          <cx:pt idx="77273">59.979999999999997</cx:pt>
          <cx:pt idx="77274">81.560000000000002</cx:pt>
          <cx:pt idx="77275">84.989999999999995</cx:pt>
          <cx:pt idx="77276">86.489999999999995</cx:pt>
          <cx:pt idx="77277">29.48</cx:pt>
          <cx:pt idx="77278">68.989999999999995</cx:pt>
          <cx:pt idx="77279">101.98</cx:pt>
          <cx:pt idx="77280">33.280000000000001</cx:pt>
          <cx:pt idx="77281">33.280000000000001</cx:pt>
          <cx:pt idx="77282">33.280000000000001</cx:pt>
          <cx:pt idx="77283">63.960000000000001</cx:pt>
          <cx:pt idx="77284">21.93</cx:pt>
          <cx:pt idx="77285">50.969999999999999</cx:pt>
          <cx:pt idx="77286">33.280000000000001</cx:pt>
          <cx:pt idx="77287">-9.9900000000000002</cx:pt>
          <cx:pt idx="77288">33.280000000000001</cx:pt>
          <cx:pt idx="77289">159.97999999999999</cx:pt>
          <cx:pt idx="77290">132.97</cx:pt>
          <cx:pt idx="77291">174.97</cx:pt>
          <cx:pt idx="77292">159.97999999999999</cx:pt>
          <cx:pt idx="77293">77.959999999999994</cx:pt>
          <cx:pt idx="77294">143.97999999999999</cx:pt>
          <cx:pt idx="77295">144.22</cx:pt>
          <cx:pt idx="77296">71.959999999999994</cx:pt>
          <cx:pt idx="77297">101.94</cx:pt>
          <cx:pt idx="77298">89.230000000000004</cx:pt>
          <cx:pt idx="77299">53.969999999999999</cx:pt>
          <cx:pt idx="77300">69.379999999999995</cx:pt>
          <cx:pt idx="77301">112.97</cx:pt>
          <cx:pt idx="77302">214.97</cx:pt>
          <cx:pt idx="77303">112.97</cx:pt>
          <cx:pt idx="77304">39.479999999999997</cx:pt>
          <cx:pt idx="77305">72.969999999999999</cx:pt>
          <cx:pt idx="77306">31.48</cx:pt>
          <cx:pt idx="77307">53.969999999999999</cx:pt>
          <cx:pt idx="77308">68.980000000000004</cx:pt>
          <cx:pt idx="77309">49.170000000000002</cx:pt>
          <cx:pt idx="77310">71.969999999999999</cx:pt>
          <cx:pt idx="77311">134.97999999999999</cx:pt>
          <cx:pt idx="77312">67.969999999999999</cx:pt>
          <cx:pt idx="77313">129.97999999999999</cx:pt>
          <cx:pt idx="77314">119.68000000000001</cx:pt>
          <cx:pt idx="77315">99.980000000000004</cx:pt>
          <cx:pt idx="77316">53.950000000000003</cx:pt>
          <cx:pt idx="77317">56.060000000000002</cx:pt>
          <cx:pt idx="77318">57.799999999999997</cx:pt>
          <cx:pt idx="77319">54.32</cx:pt>
          <cx:pt idx="77320">54.960000000000001</cx:pt>
          <cx:pt idx="77321">59.920000000000002</cx:pt>
          <cx:pt idx="77322">52.960000000000001</cx:pt>
          <cx:pt idx="77323">53.969999999999999</cx:pt>
          <cx:pt idx="77324">51.979999999999997</cx:pt>
          <cx:pt idx="77325">72.980000000000004</cx:pt>
          <cx:pt idx="77326">99.959999999999994</cx:pt>
          <cx:pt idx="77327">59.859999999999999</cx:pt>
          <cx:pt idx="77328">51.979999999999997</cx:pt>
          <cx:pt idx="77329">77.980000000000004</cx:pt>
          <cx:pt idx="77330">51.979999999999997</cx:pt>
          <cx:pt idx="77331">67.269999999999996</cx:pt>
          <cx:pt idx="77332">75.959999999999994</cx:pt>
          <cx:pt idx="77333">94.049999999999997</cx:pt>
          <cx:pt idx="77334">96.739999999999995</cx:pt>
          <cx:pt idx="77335">96.739999999999995</cx:pt>
          <cx:pt idx="77336">72.480000000000004</cx:pt>
          <cx:pt idx="77337">176.58000000000001</cx:pt>
          <cx:pt idx="77338">124.06</cx:pt>
          <cx:pt idx="77339">62.090000000000003</cx:pt>
          <cx:pt idx="77340">84.989999999999995</cx:pt>
          <cx:pt idx="77341">135.40000000000001</cx:pt>
          <cx:pt idx="77342">84.989999999999995</cx:pt>
          <cx:pt idx="77343">83.290000000000006</cx:pt>
          <cx:pt idx="77344">103.98</cx:pt>
          <cx:pt idx="77345">68.989999999999995</cx:pt>
          <cx:pt idx="77346">82.069999999999993</cx:pt>
          <cx:pt idx="77347">84.989999999999995</cx:pt>
          <cx:pt idx="77348">84.989999999999995</cx:pt>
          <cx:pt idx="77349">134.27000000000001</cx:pt>
          <cx:pt idx="77350">134.27000000000001</cx:pt>
          <cx:pt idx="77351">170.55000000000001</cx:pt>
          <cx:pt idx="77352">134.27000000000001</cx:pt>
          <cx:pt idx="77353">134.27000000000001</cx:pt>
          <cx:pt idx="77354">149.99000000000001</cx:pt>
          <cx:pt idx="77355">112.48999999999999</cx:pt>
          <cx:pt idx="77356">133.03</cx:pt>
          <cx:pt idx="77357">171.94999999999999</cx:pt>
          <cx:pt idx="77358">141.97</cx:pt>
          <cx:pt idx="77359">179.97</cx:pt>
          <cx:pt idx="77360">164.86000000000001</cx:pt>
          <cx:pt idx="77361">111.97</cx:pt>
          <cx:pt idx="77362">124.95999999999999</cx:pt>
          <cx:pt idx="77363">137.97999999999999</cx:pt>
          <cx:pt idx="77364">254.97</cx:pt>
          <cx:pt idx="77365">74.980000000000004</cx:pt>
          <cx:pt idx="77366">84.989999999999995</cx:pt>
          <cx:pt idx="77367">169.97999999999999</cx:pt>
          <cx:pt idx="77368">55.840000000000003</cx:pt>
          <cx:pt idx="77369">68.989999999999995</cx:pt>
          <cx:pt idx="77370">92.969999999999999</cx:pt>
          <cx:pt idx="77371">142.97999999999999</cx:pt>
          <cx:pt idx="77372">124.18000000000001</cx:pt>
          <cx:pt idx="77373">65.189999999999998</cx:pt>
          <cx:pt idx="77374">68.989999999999995</cx:pt>
          <cx:pt idx="77375">84.989999999999995</cx:pt>
          <cx:pt idx="77376">68.989999999999995</cx:pt>
          <cx:pt idx="77377">220.16</cx:pt>
          <cx:pt idx="77378">138.12</cx:pt>
          <cx:pt idx="77379">193.47999999999999</cx:pt>
          <cx:pt idx="77380">97.780000000000001</cx:pt>
          <cx:pt idx="77381">91.980000000000004</cx:pt>
          <cx:pt idx="77382">84.989999999999995</cx:pt>
          <cx:pt idx="77383">160.97</cx:pt>
          <cx:pt idx="77384">84.989999999999995</cx:pt>
          <cx:pt idx="77385">39.329999999999998</cx:pt>
          <cx:pt idx="77386">169.97999999999999</cx:pt>
          <cx:pt idx="77387">19.940000000000001</cx:pt>
          <cx:pt idx="77388">84.989999999999995</cx:pt>
          <cx:pt idx="77389">84.989999999999995</cx:pt>
          <cx:pt idx="77390">84.989999999999995</cx:pt>
          <cx:pt idx="77391">69.989999999999995</cx:pt>
          <cx:pt idx="77392">121.5</cx:pt>
          <cx:pt idx="77393">118.53</cx:pt>
          <cx:pt idx="77394">157.88999999999999</cx:pt>
          <cx:pt idx="77395">90.040000000000006</cx:pt>
          <cx:pt idx="77396">145.94</cx:pt>
          <cx:pt idx="77397">102.56</cx:pt>
          <cx:pt idx="77398">69.950000000000003</cx:pt>
          <cx:pt idx="77399">91.980000000000004</cx:pt>
          <cx:pt idx="77400">65.980000000000004</cx:pt>
          <cx:pt idx="77401">68.989999999999995</cx:pt>
          <cx:pt idx="77402">84.989999999999995</cx:pt>
          <cx:pt idx="77403">115.97</cx:pt>
          <cx:pt idx="77404">70.989999999999995</cx:pt>
          <cx:pt idx="77405">115.97</cx:pt>
          <cx:pt idx="77406">72.120000000000005</cx:pt>
          <cx:pt idx="77407">84.980000000000004</cx:pt>
          <cx:pt idx="77408">68.989999999999995</cx:pt>
          <cx:pt idx="77409">84.980000000000004</cx:pt>
          <cx:pt idx="77410">68.989999999999995</cx:pt>
          <cx:pt idx="77411">65.989999999999995</cx:pt>
          <cx:pt idx="77412">99.969999999999999</cx:pt>
          <cx:pt idx="77413">60.990000000000002</cx:pt>
          <cx:pt idx="77414">26.190000000000001</cx:pt>
          <cx:pt idx="77415">161.47999999999999</cx:pt>
          <cx:pt idx="77416">169.97999999999999</cx:pt>
          <cx:pt idx="77417">169.97999999999999</cx:pt>
          <cx:pt idx="77418">169.97999999999999</cx:pt>
          <cx:pt idx="77419">152.97999999999999</cx:pt>
          <cx:pt idx="77420">169.97999999999999</cx:pt>
          <cx:pt idx="77421">131.97999999999999</cx:pt>
          <cx:pt idx="77422">263.95999999999998</cx:pt>
          <cx:pt idx="77423">237.56</cx:pt>
          <cx:pt idx="77424">135.97999999999999</cx:pt>
          <cx:pt idx="77425">165.46000000000001</cx:pt>
          <cx:pt idx="77426">65.989999999999995</cx:pt>
          <cx:pt idx="77427">59.969999999999999</cx:pt>
          <cx:pt idx="77428">131.97999999999999</cx:pt>
          <cx:pt idx="77429">77.959999999999994</cx:pt>
          <cx:pt idx="77430">77.959999999999994</cx:pt>
          <cx:pt idx="77431">62.719999999999999</cx:pt>
          <cx:pt idx="77432">131.97999999999999</cx:pt>
          <cx:pt idx="77433">103.95</cx:pt>
          <cx:pt idx="77434">64.950000000000003</cx:pt>
          <cx:pt idx="77435">64.950000000000003</cx:pt>
          <cx:pt idx="77436">76.829999999999998</cx:pt>
          <cx:pt idx="77437">63.369999999999997</cx:pt>
          <cx:pt idx="77438">172.96000000000001</cx:pt>
          <cx:pt idx="77439">51.960000000000001</cx:pt>
          <cx:pt idx="77440">74.980000000000004</cx:pt>
          <cx:pt idx="77441">84.989999999999995</cx:pt>
          <cx:pt idx="77442">50.969999999999999</cx:pt>
          <cx:pt idx="77443">274.55000000000001</cx:pt>
          <cx:pt idx="77444">195.97</cx:pt>
          <cx:pt idx="77445">333.14999999999998</cx:pt>
          <cx:pt idx="77446">292.75</cx:pt>
          <cx:pt idx="77447">263.47000000000003</cx:pt>
          <cx:pt idx="77448">832.22000000000003</cx:pt>
          <cx:pt idx="77449">832.22000000000003</cx:pt>
          <cx:pt idx="77450">263.47000000000003</cx:pt>
          <cx:pt idx="77451">85.829999999999998</cx:pt>
          <cx:pt idx="77452">47.329999999999998</cx:pt>
          <cx:pt idx="77453">100.98</cx:pt>
          <cx:pt idx="77454">72.180000000000007</cx:pt>
          <cx:pt idx="77455">65.989999999999995</cx:pt>
          <cx:pt idx="77456">65.989999999999995</cx:pt>
          <cx:pt idx="77457">65.989999999999995</cx:pt>
          <cx:pt idx="77458">84.989999999999995</cx:pt>
          <cx:pt idx="77459">69.989999999999995</cx:pt>
          <cx:pt idx="77460">54.990000000000002</cx:pt>
          <cx:pt idx="77461">81.620000000000005</cx:pt>
          <cx:pt idx="77462">149.96000000000001</cx:pt>
          <cx:pt idx="77463">158.96000000000001</cx:pt>
          <cx:pt idx="77464">154.47</cx:pt>
          <cx:pt idx="77465">434.89999999999998</cx:pt>
          <cx:pt idx="77466">187.96000000000001</cx:pt>
          <cx:pt idx="77467">14.99</cx:pt>
          <cx:pt idx="77468">84.560000000000002</cx:pt>
          <cx:pt idx="77469">74.030000000000001</cx:pt>
          <cx:pt idx="77470">102.94</cx:pt>
          <cx:pt idx="77471">72.969999999999999</cx:pt>
          <cx:pt idx="77472">70.329999999999998</cx:pt>
          <cx:pt idx="77473">122.64</cx:pt>
          <cx:pt idx="77474">94.25</cx:pt>
          <cx:pt idx="77475">104.98</cx:pt>
          <cx:pt idx="77476">84.989999999999995</cx:pt>
          <cx:pt idx="77477">98.030000000000001</cx:pt>
          <cx:pt idx="77478">104.98</cx:pt>
          <cx:pt idx="77479">84.989999999999995</cx:pt>
          <cx:pt idx="77480">114.98</cx:pt>
          <cx:pt idx="77481">131.72</cx:pt>
          <cx:pt idx="77482">96.480000000000004</cx:pt>
          <cx:pt idx="77483">69.980000000000004</cx:pt>
          <cx:pt idx="77484">72.560000000000002</cx:pt>
          <cx:pt idx="77485">79.980000000000004</cx:pt>
          <cx:pt idx="77486">128.97</cx:pt>
          <cx:pt idx="77487">54.990000000000002</cx:pt>
          <cx:pt idx="77488">51.090000000000003</cx:pt>
          <cx:pt idx="77489">89.980000000000004</cx:pt>
          <cx:pt idx="77490">83.969999999999999</cx:pt>
          <cx:pt idx="77491">72.969999999999999</cx:pt>
          <cx:pt idx="77492">65.989999999999995</cx:pt>
          <cx:pt idx="77493">63.979999999999997</cx:pt>
          <cx:pt idx="77494">86.959999999999994</cx:pt>
          <cx:pt idx="77495">65.989999999999995</cx:pt>
          <cx:pt idx="77496">49.479999999999997</cx:pt>
          <cx:pt idx="77497">84.989999999999995</cx:pt>
          <cx:pt idx="77498">84.989999999999995</cx:pt>
          <cx:pt idx="77499">84.989999999999995</cx:pt>
          <cx:pt idx="77500">64.980000000000004</cx:pt>
          <cx:pt idx="77501">83.980000000000004</cx:pt>
          <cx:pt idx="77502">99.980000000000004</cx:pt>
          <cx:pt idx="77503">84.989999999999995</cx:pt>
          <cx:pt idx="77504">84.989999999999995</cx:pt>
          <cx:pt idx="77505">84.989999999999995</cx:pt>
          <cx:pt idx="77506">61.979999999999997</cx:pt>
          <cx:pt idx="77507">73.980000000000004</cx:pt>
          <cx:pt idx="77508">73.980000000000004</cx:pt>
          <cx:pt idx="77509">73.980000000000004</cx:pt>
          <cx:pt idx="77510">55.979999999999997</cx:pt>
          <cx:pt idx="77511">73.980000000000004</cx:pt>
          <cx:pt idx="77512">73.980000000000004</cx:pt>
          <cx:pt idx="77513">103</cx:pt>
          <cx:pt idx="77514">61.979999999999997</cx:pt>
          <cx:pt idx="77515">110.97</cx:pt>
          <cx:pt idx="77516">49.990000000000002</cx:pt>
          <cx:pt idx="77517">67.469999999999999</cx:pt>
          <cx:pt idx="77518">124.87</cx:pt>
          <cx:pt idx="77519">127.95</cx:pt>
          <cx:pt idx="77520">89.969999999999999</cx:pt>
          <cx:pt idx="77521">50.960000000000001</cx:pt>
          <cx:pt idx="77522">65.980000000000004</cx:pt>
          <cx:pt idx="77523">101.97</cx:pt>
          <cx:pt idx="77524">98.569999999999993</cx:pt>
          <cx:pt idx="77525">68.959999999999994</cx:pt>
          <cx:pt idx="77526">89.969999999999999</cx:pt>
          <cx:pt idx="77527">65.969999999999999</cx:pt>
          <cx:pt idx="77528">104.97</cx:pt>
          <cx:pt idx="77529">49.979999999999997</cx:pt>
          <cx:pt idx="77530">89.969999999999999</cx:pt>
          <cx:pt idx="77531">73.969999999999999</cx:pt>
          <cx:pt idx="77532">54.979999999999997</cx:pt>
          <cx:pt idx="77533">59.369999999999997</cx:pt>
          <cx:pt idx="77534">59.979999999999997</cx:pt>
          <cx:pt idx="77535">38.799999999999997</cx:pt>
          <cx:pt idx="77536">28.170000000000002</cx:pt>
          <cx:pt idx="77537">59.979999999999997</cx:pt>
          <cx:pt idx="77538">56.210000000000001</cx:pt>
          <cx:pt idx="77539">39.18</cx:pt>
          <cx:pt idx="77540">59.979999999999997</cx:pt>
          <cx:pt idx="77541">38.439999999999998</cx:pt>
          <cx:pt idx="77542">141.91999999999999</cx:pt>
          <cx:pt idx="77543">166.96000000000001</cx:pt>
          <cx:pt idx="77544">166.96000000000001</cx:pt>
          <cx:pt idx="77545">166.96000000000001</cx:pt>
          <cx:pt idx="77546">87.159999999999997</cx:pt>
          <cx:pt idx="77547">119.14</cx:pt>
          <cx:pt idx="77548">169.97999999999999</cx:pt>
          <cx:pt idx="77549">121.34999999999999</cx:pt>
          <cx:pt idx="77550">102.95999999999999</cx:pt>
          <cx:pt idx="77551">93.969999999999999</cx:pt>
          <cx:pt idx="77552">95.930000000000007</cx:pt>
          <cx:pt idx="77553">94.310000000000002</cx:pt>
          <cx:pt idx="77554">64.069999999999993</cx:pt>
          <cx:pt idx="77555">64.069999999999993</cx:pt>
          <cx:pt idx="77556">71.980000000000004</cx:pt>
          <cx:pt idx="77557">-1.2</cx:pt>
          <cx:pt idx="77558">131.78999999999999</cx:pt>
          <cx:pt idx="77559">131.78999999999999</cx:pt>
          <cx:pt idx="77560">71.980000000000004</cx:pt>
          <cx:pt idx="77561">101.56999999999999</cx:pt>
          <cx:pt idx="77562">87.650000000000006</cx:pt>
          <cx:pt idx="77563">229.80000000000001</cx:pt>
          <cx:pt idx="77564">87.650000000000006</cx:pt>
          <cx:pt idx="77565">229.80000000000001</cx:pt>
          <cx:pt idx="77566">94.310000000000002</cx:pt>
          <cx:pt idx="77567">-1.2</cx:pt>
          <cx:pt idx="77568">101.56999999999999</cx:pt>
          <cx:pt idx="77569">56.969999999999999</cx:pt>
          <cx:pt idx="77570">125.95</cx:pt>
          <cx:pt idx="77571">103.95999999999999</cx:pt>
          <cx:pt idx="77572">137.97999999999999</cx:pt>
          <cx:pt idx="77573">114.95999999999999</cx:pt>
          <cx:pt idx="77574">37.479999999999997</cx:pt>
          <cx:pt idx="77575">77.969999999999999</cx:pt>
          <cx:pt idx="77576">77.969999999999999</cx:pt>
          <cx:pt idx="77577">103.95999999999999</cx:pt>
          <cx:pt idx="77578">131.97999999999999</cx:pt>
          <cx:pt idx="77579">212.96000000000001</cx:pt>
          <cx:pt idx="77580">199.46000000000001</cx:pt>
          <cx:pt idx="77581">197.97</cx:pt>
          <cx:pt idx="77582">118.78</cx:pt>
          <cx:pt idx="77583">131.97999999999999</cx:pt>
          <cx:pt idx="77584">68.980000000000004</cx:pt>
          <cx:pt idx="77585">68.980000000000004</cx:pt>
          <cx:pt idx="77586">84.989999999999995</cx:pt>
          <cx:pt idx="77587">82.980000000000004</cx:pt>
          <cx:pt idx="77588">80.549999999999997</cx:pt>
          <cx:pt idx="77589">50.219999999999999</cx:pt>
          <cx:pt idx="77590">68.980000000000004</cx:pt>
          <cx:pt idx="77591">79.980000000000004</cx:pt>
          <cx:pt idx="77592">41.289999999999999</cx:pt>
          <cx:pt idx="77593">98.980000000000004</cx:pt>
          <cx:pt idx="77594">54.990000000000002</cx:pt>
          <cx:pt idx="77595">97.299999999999997</cx:pt>
          <cx:pt idx="77596">79.980000000000004</cx:pt>
          <cx:pt idx="77597">74.980000000000004</cx:pt>
          <cx:pt idx="77598">89.969999999999999</cx:pt>
          <cx:pt idx="77599">98.980000000000004</cx:pt>
          <cx:pt idx="77600">69.980000000000004</cx:pt>
          <cx:pt idx="77601">98.980000000000004</cx:pt>
          <cx:pt idx="77602">50.979999999999997</cx:pt>
          <cx:pt idx="77603">99.980000000000004</cx:pt>
          <cx:pt idx="77604">109.97</cx:pt>
          <cx:pt idx="77605">74.980000000000004</cx:pt>
          <cx:pt idx="77606">79.980000000000004</cx:pt>
          <cx:pt idx="77607">169.97999999999999</cx:pt>
          <cx:pt idx="77608">169.97999999999999</cx:pt>
          <cx:pt idx="77609">292.94999999999999</cx:pt>
          <cx:pt idx="77610">143.97999999999999</cx:pt>
          <cx:pt idx="77611">65.989999999999995</cx:pt>
          <cx:pt idx="77612">50.979999999999997</cx:pt>
          <cx:pt idx="77613">70.980000000000004</cx:pt>
          <cx:pt idx="77614">99.980000000000004</cx:pt>
          <cx:pt idx="77615">131.97999999999999</cx:pt>
          <cx:pt idx="77616">65.989999999999995</cx:pt>
          <cx:pt idx="77617">92.379999999999995</cx:pt>
          <cx:pt idx="77618">114.97</cx:pt>
          <cx:pt idx="77619">131.97999999999999</cx:pt>
          <cx:pt idx="77620">80.799999999999997</cx:pt>
          <cx:pt idx="77621">131.13999999999999</cx:pt>
          <cx:pt idx="77622">105.98</cx:pt>
          <cx:pt idx="77623">105.98</cx:pt>
          <cx:pt idx="77624">94.650000000000006</cx:pt>
          <cx:pt idx="77625">105.98</cx:pt>
          <cx:pt idx="77626">131.02000000000001</cx:pt>
          <cx:pt idx="77627">166.53999999999999</cx:pt>
          <cx:pt idx="77628">118.97</cx:pt>
          <cx:pt idx="77629">148.97999999999999</cx:pt>
          <cx:pt idx="77630">169.97999999999999</cx:pt>
          <cx:pt idx="77631">94.170000000000002</cx:pt>
          <cx:pt idx="77632">194.97</cx:pt>
          <cx:pt idx="77633">50.979999999999997</cx:pt>
          <cx:pt idx="77634">91.939999999999998</cx:pt>
          <cx:pt idx="77635">50.979999999999997</cx:pt>
          <cx:pt idx="77636">85.950000000000003</cx:pt>
          <cx:pt idx="77637">91.939999999999998</cx:pt>
          <cx:pt idx="77638">85.950000000000003</cx:pt>
          <cx:pt idx="77639">84.989999999999995</cx:pt>
          <cx:pt idx="77640">84.989999999999995</cx:pt>
          <cx:pt idx="77641">68.989999999999995</cx:pt>
          <cx:pt idx="77642">84.989999999999995</cx:pt>
          <cx:pt idx="77643">54.990000000000002</cx:pt>
          <cx:pt idx="77644">84.989999999999995</cx:pt>
          <cx:pt idx="77645">89.980000000000004</cx:pt>
          <cx:pt idx="77646">84.989999999999995</cx:pt>
          <cx:pt idx="77647">84.989999999999995</cx:pt>
          <cx:pt idx="77648">84.989999999999995</cx:pt>
          <cx:pt idx="77649">29.48</cx:pt>
          <cx:pt idx="77650">47.490000000000002</cx:pt>
          <cx:pt idx="77651">54.979999999999997</cx:pt>
          <cx:pt idx="77652">54.979999999999997</cx:pt>
          <cx:pt idx="77653">129.97999999999999</cx:pt>
          <cx:pt idx="77654">54.979999999999997</cx:pt>
          <cx:pt idx="77655">29.989999999999998</cx:pt>
          <cx:pt idx="77656">119.95999999999999</cx:pt>
          <cx:pt idx="77657">89.969999999999999</cx:pt>
          <cx:pt idx="77658">119.95999999999999</cx:pt>
          <cx:pt idx="77659">89.969999999999999</cx:pt>
          <cx:pt idx="77660">374.91000000000003</cx:pt>
          <cx:pt idx="77661">223.36000000000001</cx:pt>
          <cx:pt idx="77662">279.39999999999998</cx:pt>
          <cx:pt idx="77663">84.959999999999994</cx:pt>
          <cx:pt idx="77664">124.94</cx:pt>
          <cx:pt idx="77665">144.94999999999999</cx:pt>
          <cx:pt idx="77666">100.95999999999999</cx:pt>
          <cx:pt idx="77667">169.97999999999999</cx:pt>
          <cx:pt idx="77668">67.480000000000004</cx:pt>
          <cx:pt idx="77669">105.98</cx:pt>
          <cx:pt idx="77670">84.989999999999995</cx:pt>
          <cx:pt idx="77671">166.96000000000001</cx:pt>
          <cx:pt idx="77672">75.959999999999994</cx:pt>
          <cx:pt idx="77673">102.41</cx:pt>
          <cx:pt idx="77674">84.989999999999995</cx:pt>
          <cx:pt idx="77675">99.980000000000004</cx:pt>
          <cx:pt idx="77676">54.280000000000001</cx:pt>
          <cx:pt idx="77677">37.590000000000003</cx:pt>
          <cx:pt idx="77678">65.989999999999995</cx:pt>
          <cx:pt idx="77679">79.989999999999995</cx:pt>
          <cx:pt idx="77680">79.989999999999995</cx:pt>
          <cx:pt idx="77681">79.989999999999995</cx:pt>
          <cx:pt idx="77682">68.980000000000004</cx:pt>
          <cx:pt idx="77683">52.240000000000002</cx:pt>
          <cx:pt idx="77684">98.969999999999999</cx:pt>
          <cx:pt idx="77685">69.980000000000004</cx:pt>
          <cx:pt idx="77686">79.989999999999995</cx:pt>
          <cx:pt idx="77687">47.490000000000002</cx:pt>
          <cx:pt idx="77688">68.980000000000004</cx:pt>
          <cx:pt idx="77689">41.490000000000002</cx:pt>
          <cx:pt idx="77690">96.150000000000006</cx:pt>
          <cx:pt idx="77691">66.540000000000006</cx:pt>
          <cx:pt idx="77692">83.469999999999999</cx:pt>
          <cx:pt idx="77693">92.540000000000006</cx:pt>
          <cx:pt idx="77694">62.909999999999997</cx:pt>
          <cx:pt idx="77695">83.469999999999999</cx:pt>
          <cx:pt idx="77696">214.34999999999999</cx:pt>
          <cx:pt idx="77697">67.870000000000005</cx:pt>
          <cx:pt idx="77698">78.870000000000005</cx:pt>
          <cx:pt idx="77699">102.83</cx:pt>
          <cx:pt idx="77700">61.689999999999998</cx:pt>
          <cx:pt idx="77701">169.97999999999999</cx:pt>
          <cx:pt idx="77702">73.480000000000004</cx:pt>
          <cx:pt idx="77703">87.969999999999999</cx:pt>
          <cx:pt idx="77704">84.989999999999995</cx:pt>
          <cx:pt idx="77705">108.95999999999999</cx:pt>
          <cx:pt idx="77706">84.989999999999995</cx:pt>
          <cx:pt idx="77707">106.45999999999999</cx:pt>
          <cx:pt idx="77708">82.969999999999999</cx:pt>
          <cx:pt idx="77709">84.640000000000001</cx:pt>
          <cx:pt idx="77710">84.989999999999995</cx:pt>
          <cx:pt idx="77711">109.97</cx:pt>
          <cx:pt idx="77712">84.989999999999995</cx:pt>
          <cx:pt idx="77713">133.97</cx:pt>
          <cx:pt idx="77714">89.950000000000003</cx:pt>
          <cx:pt idx="77715">104.94</cx:pt>
          <cx:pt idx="77716">94.950000000000003</cx:pt>
          <cx:pt idx="77717">109.94</cx:pt>
          <cx:pt idx="77718">89.950000000000003</cx:pt>
          <cx:pt idx="77719">109.94</cx:pt>
          <cx:pt idx="77720">94.950000000000003</cx:pt>
          <cx:pt idx="77721">189.90000000000001</cx:pt>
          <cx:pt idx="77722">107.94</cx:pt>
          <cx:pt idx="77723">104.94</cx:pt>
          <cx:pt idx="77724">94.950000000000003</cx:pt>
          <cx:pt idx="77725">94.950000000000003</cx:pt>
          <cx:pt idx="77726">144.94</cx:pt>
          <cx:pt idx="77727">144.94</cx:pt>
          <cx:pt idx="77728">189.90000000000001</cx:pt>
          <cx:pt idx="77729">107.94</cx:pt>
          <cx:pt idx="77730">75.980000000000004</cx:pt>
          <cx:pt idx="77731">65.980000000000004</cx:pt>
          <cx:pt idx="77732">75.980000000000004</cx:pt>
          <cx:pt idx="77733">72.180000000000007</cx:pt>
          <cx:pt idx="77734">74.519999999999996</cx:pt>
          <cx:pt idx="77735">145.96000000000001</cx:pt>
          <cx:pt idx="77736">79.969999999999999</cx:pt>
          <cx:pt idx="77737">104.45</cx:pt>
          <cx:pt idx="77738">75.980000000000004</cx:pt>
          <cx:pt idx="77739">75.219999999999999</cx:pt>
          <cx:pt idx="77740">52.240000000000002</cx:pt>
          <cx:pt idx="77741">59.390000000000001</cx:pt>
          <cx:pt idx="77742">76.489999999999995</cx:pt>
          <cx:pt idx="77743">134.97</cx:pt>
          <cx:pt idx="77744">67.480000000000004</cx:pt>
          <cx:pt idx="77745">76.489999999999995</cx:pt>
          <cx:pt idx="77746">130.47</cx:pt>
          <cx:pt idx="77747">76.489999999999995</cx:pt>
          <cx:pt idx="77748">78.469999999999999</cx:pt>
          <cx:pt idx="77749">84.980000000000004</cx:pt>
          <cx:pt idx="77750">80.230000000000004</cx:pt>
          <cx:pt idx="77751">129.97</cx:pt>
          <cx:pt idx="77752">51.859999999999999</cx:pt>
          <cx:pt idx="77753">159.96000000000001</cx:pt>
          <cx:pt idx="77754">148.44999999999999</cx:pt>
          <cx:pt idx="77755">180.41999999999999</cx:pt>
          <cx:pt idx="77756">152.93000000000001</cx:pt>
          <cx:pt idx="77757">77.459999999999994</cx:pt>
          <cx:pt idx="77758">55.960000000000001</cx:pt>
          <cx:pt idx="77759">59.960000000000001</cx:pt>
          <cx:pt idx="77760">54.979999999999997</cx:pt>
          <cx:pt idx="77761">59.960000000000001</cx:pt>
          <cx:pt idx="77762">42.869999999999997</cx:pt>
          <cx:pt idx="77763">77.459999999999994</cx:pt>
          <cx:pt idx="77764">42.869999999999997</cx:pt>
          <cx:pt idx="77765">54.979999999999997</cx:pt>
          <cx:pt idx="77766">59.960000000000001</cx:pt>
          <cx:pt idx="77767">59.960000000000001</cx:pt>
          <cx:pt idx="77768">59.960000000000001</cx:pt>
          <cx:pt idx="77769">55.960000000000001</cx:pt>
          <cx:pt idx="77770">59.960000000000001</cx:pt>
          <cx:pt idx="77771">258.39999999999998</cx:pt>
          <cx:pt idx="77772">53.969999999999999</cx:pt>
          <cx:pt idx="77773">51.960000000000001</cx:pt>
          <cx:pt idx="77774">139.97999999999999</cx:pt>
          <cx:pt idx="77775">139.97999999999999</cx:pt>
          <cx:pt idx="77776">51.960000000000001</cx:pt>
          <cx:pt idx="77777">124.98</cx:pt>
          <cx:pt idx="77778">-14.94</cx:pt>
          <cx:pt idx="77779">-14.94</cx:pt>
          <cx:pt idx="77780">14.289999999999999</cx:pt>
          <cx:pt idx="77781">14.289999999999999</cx:pt>
          <cx:pt idx="77782">134.97999999999999</cx:pt>
          <cx:pt idx="77783">14.94</cx:pt>
          <cx:pt idx="77784">14.94</cx:pt>
          <cx:pt idx="77785">14.94</cx:pt>
          <cx:pt idx="77786">134.97999999999999</cx:pt>
          <cx:pt idx="77787">124.98</cx:pt>
          <cx:pt idx="77788">14.94</cx:pt>
          <cx:pt idx="77789">110.98</cx:pt>
          <cx:pt idx="77790">65.989999999999995</cx:pt>
          <cx:pt idx="77791">65.989999999999995</cx:pt>
          <cx:pt idx="77792">65.989999999999995</cx:pt>
          <cx:pt idx="77793">59.390000000000001</cx:pt>
          <cx:pt idx="77794">65.989999999999995</cx:pt>
          <cx:pt idx="77795">59.990000000000002</cx:pt>
          <cx:pt idx="77796">65.989999999999995</cx:pt>
          <cx:pt idx="77797">92.069999999999993</cx:pt>
          <cx:pt idx="77798">59.390000000000001</cx:pt>
          <cx:pt idx="77799">84.989999999999995</cx:pt>
          <cx:pt idx="77800">69.989999999999995</cx:pt>
          <cx:pt idx="77801">31.48</cx:pt>
          <cx:pt idx="77802">20.489999999999998</cx:pt>
          <cx:pt idx="77803">69.980000000000004</cx:pt>
          <cx:pt idx="77804">84.989999999999995</cx:pt>
          <cx:pt idx="77805">16.489999999999998</cx:pt>
          <cx:pt idx="77806">49.990000000000002</cx:pt>
          <cx:pt idx="77807">55.979999999999997</cx:pt>
          <cx:pt idx="77808">55.979999999999997</cx:pt>
          <cx:pt idx="77809">75.349999999999994</cx:pt>
          <cx:pt idx="77810">83.969999999999999</cx:pt>
          <cx:pt idx="77811">71.959999999999994</cx:pt>
          <cx:pt idx="77812">53.979999999999997</cx:pt>
          <cx:pt idx="77813">64.349999999999994</cx:pt>
          <cx:pt idx="77814">59.979999999999997</cx:pt>
          <cx:pt idx="77815">59.979999999999997</cx:pt>
          <cx:pt idx="77816">59.979999999999997</cx:pt>
          <cx:pt idx="77817">61.979999999999997</cx:pt>
          <cx:pt idx="77818">54.579999999999998</cx:pt>
          <cx:pt idx="77819">83.969999999999999</cx:pt>
          <cx:pt idx="77820">107.51000000000001</cx:pt>
          <cx:pt idx="77821">162.34999999999999</cx:pt>
          <cx:pt idx="77822">57.979999999999997</cx:pt>
          <cx:pt idx="77823">142.94999999999999</cx:pt>
          <cx:pt idx="77824">103.98</cx:pt>
          <cx:pt idx="77825">41.490000000000002</cx:pt>
          <cx:pt idx="77826">54.990000000000002</cx:pt>
          <cx:pt idx="77827">17.489999999999998</cx:pt>
          <cx:pt idx="77828">58.670000000000002</cx:pt>
          <cx:pt idx="77829">74.980000000000004</cx:pt>
          <cx:pt idx="77830">114.97</cx:pt>
          <cx:pt idx="77831">55.979999999999997</cx:pt>
          <cx:pt idx="77832">-103.98</cx:pt>
          <cx:pt idx="77833">54.979999999999997</cx:pt>
          <cx:pt idx="77834">83.980000000000004</cx:pt>
          <cx:pt idx="77835">54.990000000000002</cx:pt>
          <cx:pt idx="77836">54.990000000000002</cx:pt>
          <cx:pt idx="77837">65.980000000000004</cx:pt>
          <cx:pt idx="77838">66.099999999999994</cx:pt>
          <cx:pt idx="77839">65.980000000000004</cx:pt>
          <cx:pt idx="77840">149.94999999999999</cx:pt>
          <cx:pt idx="77841">113.66</cx:pt>
          <cx:pt idx="77842">119.95999999999999</cx:pt>
          <cx:pt idx="77843">119.95999999999999</cx:pt>
          <cx:pt idx="77844">119.95999999999999</cx:pt>
          <cx:pt idx="77845">119.95999999999999</cx:pt>
          <cx:pt idx="77846">119.95999999999999</cx:pt>
          <cx:pt idx="77847">119.95999999999999</cx:pt>
          <cx:pt idx="77848">109.97</cx:pt>
          <cx:pt idx="77849">84.989999999999995</cx:pt>
          <cx:pt idx="77850">68.989999999999995</cx:pt>
          <cx:pt idx="77851">119.95999999999999</cx:pt>
          <cx:pt idx="77852">100.95999999999999</cx:pt>
          <cx:pt idx="77853">65.989999999999995</cx:pt>
          <cx:pt idx="77854">99.980000000000004</cx:pt>
          <cx:pt idx="77855">84.989999999999995</cx:pt>
          <cx:pt idx="77856">85.969999999999999</cx:pt>
          <cx:pt idx="77857">78.629999999999995</cx:pt>
          <cx:pt idx="77858">96.780000000000001</cx:pt>
          <cx:pt idx="77859">96.780000000000001</cx:pt>
          <cx:pt idx="77860">96.780000000000001</cx:pt>
          <cx:pt idx="77861">96.780000000000001</cx:pt>
          <cx:pt idx="77862">96.780000000000001</cx:pt>
          <cx:pt idx="77863">77.969999999999999</cx:pt>
          <cx:pt idx="77864">84.969999999999999</cx:pt>
          <cx:pt idx="77865">51.979999999999997</cx:pt>
          <cx:pt idx="77866">59.979999999999997</cx:pt>
          <cx:pt idx="77867">59.979999999999997</cx:pt>
          <cx:pt idx="77868">59.979999999999997</cx:pt>
          <cx:pt idx="77869">84.969999999999999</cx:pt>
          <cx:pt idx="77870">72.969999999999999</cx:pt>
          <cx:pt idx="77871">96.959999999999994</cx:pt>
          <cx:pt idx="77872">59.979999999999997</cx:pt>
          <cx:pt idx="77873">169.97999999999999</cx:pt>
          <cx:pt idx="77874">232.56</cx:pt>
          <cx:pt idx="77875">149.97</cx:pt>
          <cx:pt idx="77876">235.16999999999999</cx:pt>
          <cx:pt idx="77877">77.969999999999999</cx:pt>
          <cx:pt idx="77878">172.36000000000001</cx:pt>
          <cx:pt idx="77879">263.91000000000003</cx:pt>
          <cx:pt idx="77880">305.92000000000002</cx:pt>
          <cx:pt idx="77881">130.16999999999999</cx:pt>
          <cx:pt idx="77882">31.48</cx:pt>
          <cx:pt idx="77883">31.48</cx:pt>
          <cx:pt idx="77884">97.680000000000007</cx:pt>
          <cx:pt idx="77885">65.989999999999995</cx:pt>
          <cx:pt idx="77886">83.480000000000004</cx:pt>
          <cx:pt idx="77887">149.47</cx:pt>
          <cx:pt idx="77888">78.480000000000004</cx:pt>
          <cx:pt idx="77889">98.680000000000007</cx:pt>
          <cx:pt idx="77890">99.980000000000004</cx:pt>
          <cx:pt idx="77891">79.980000000000004</cx:pt>
          <cx:pt idx="77892">184.97</cx:pt>
          <cx:pt idx="77893">284.94999999999999</cx:pt>
          <cx:pt idx="77894">72.969999999999999</cx:pt>
          <cx:pt idx="77895">72.969999999999999</cx:pt>
          <cx:pt idx="77896">254.97</cx:pt>
          <cx:pt idx="77897">254.97</cx:pt>
          <cx:pt idx="77898">254.97</cx:pt>
          <cx:pt idx="77899">184.97</cx:pt>
          <cx:pt idx="77900">254.97</cx:pt>
          <cx:pt idx="77901">284.94999999999999</cx:pt>
          <cx:pt idx="77902">107.95999999999999</cx:pt>
          <cx:pt idx="77903">77.969999999999999</cx:pt>
          <cx:pt idx="77904">112.97</cx:pt>
          <cx:pt idx="77905">161.94</cx:pt>
          <cx:pt idx="77906">133.96000000000001</cx:pt>
          <cx:pt idx="77907">148.97</cx:pt>
          <cx:pt idx="77908">83.969999999999999</cx:pt>
          <cx:pt idx="77909">83.969999999999999</cx:pt>
          <cx:pt idx="77910">167.94</cx:pt>
          <cx:pt idx="77911">83.969999999999999</cx:pt>
          <cx:pt idx="77912">167.94</cx:pt>
          <cx:pt idx="77913">111.95999999999999</cx:pt>
          <cx:pt idx="77914">111.95999999999999</cx:pt>
          <cx:pt idx="77915">115.98</cx:pt>
          <cx:pt idx="77916">221.94</cx:pt>
          <cx:pt idx="77917">118.78</cx:pt>
          <cx:pt idx="77918">121.98</cx:pt>
          <cx:pt idx="77919">56.969999999999999</cx:pt>
          <cx:pt idx="77920">115.98</cx:pt>
          <cx:pt idx="77921">134.94</cx:pt>
          <cx:pt idx="77922">75.959999999999994</cx:pt>
          <cx:pt idx="77923">116.11</cx:pt>
          <cx:pt idx="77924">163.31</cx:pt>
          <cx:pt idx="77925">137.90000000000001</cx:pt>
          <cx:pt idx="77926">108.86</cx:pt>
          <cx:pt idx="77927">70.129999999999995</cx:pt>
          <cx:pt idx="77928">47.170000000000002</cx:pt>
          <cx:pt idx="77929">63.960000000000001</cx:pt>
          <cx:pt idx="77930">109.40000000000001</cx:pt>
          <cx:pt idx="77931">84.989999999999995</cx:pt>
          <cx:pt idx="77932">75.090000000000003</cx:pt>
          <cx:pt idx="77933">84.989999999999995</cx:pt>
          <cx:pt idx="77934">55.969999999999999</cx:pt>
          <cx:pt idx="77935">64.980000000000004</cx:pt>
          <cx:pt idx="77936">81.469999999999999</cx:pt>
          <cx:pt idx="77937">64.980000000000004</cx:pt>
          <cx:pt idx="77938">60.979999999999997</cx:pt>
          <cx:pt idx="77939">58.460000000000001</cx:pt>
          <cx:pt idx="77940">71.980000000000004</cx:pt>
          <cx:pt idx="77941">59.979999999999997</cx:pt>
          <cx:pt idx="77942">71.980000000000004</cx:pt>
          <cx:pt idx="77943">73.980000000000004</cx:pt>
          <cx:pt idx="77944">71.980000000000004</cx:pt>
          <cx:pt idx="77945">67.969999999999999</cx:pt>
          <cx:pt idx="77946">74.969999999999999</cx:pt>
          <cx:pt idx="77947">59.979999999999997</cx:pt>
          <cx:pt idx="77948">69.980000000000004</cx:pt>
          <cx:pt idx="77949">67.980000000000004</cx:pt>
          <cx:pt idx="77950">73.980000000000004</cx:pt>
          <cx:pt idx="77951">71.980000000000004</cx:pt>
          <cx:pt idx="77952">151.96000000000001</cx:pt>
          <cx:pt idx="77953">59.960000000000001</cx:pt>
          <cx:pt idx="77954">122.22</cx:pt>
          <cx:pt idx="77955">129.97</cx:pt>
          <cx:pt idx="77956">169.97999999999999</cx:pt>
          <cx:pt idx="77957">150.18000000000001</cx:pt>
          <cx:pt idx="77958">125.98</cx:pt>
          <cx:pt idx="77959">79.719999999999999</cx:pt>
          <cx:pt idx="77960">59.979999999999997</cx:pt>
          <cx:pt idx="77961">59.979999999999997</cx:pt>
          <cx:pt idx="77962">51.979999999999997</cx:pt>
          <cx:pt idx="77963">78.959999999999994</cx:pt>
          <cx:pt idx="77964">52.979999999999997</cx:pt>
          <cx:pt idx="77965">59.979999999999997</cx:pt>
          <cx:pt idx="77966">68.969999999999999</cx:pt>
          <cx:pt idx="77967">50.979999999999997</cx:pt>
          <cx:pt idx="77968">59.979999999999997</cx:pt>
          <cx:pt idx="77969">59.979999999999997</cx:pt>
          <cx:pt idx="77970">59.979999999999997</cx:pt>
          <cx:pt idx="77971">61.979999999999997</cx:pt>
          <cx:pt idx="77972">55.979999999999997</cx:pt>
          <cx:pt idx="77973">51.979999999999997</cx:pt>
          <cx:pt idx="77974">60.969999999999999</cx:pt>
          <cx:pt idx="77975">68.969999999999999</cx:pt>
          <cx:pt idx="77976">103.98</cx:pt>
          <cx:pt idx="77977">134.97999999999999</cx:pt>
          <cx:pt idx="77978">68.989999999999995</cx:pt>
          <cx:pt idx="77979">134.97999999999999</cx:pt>
          <cx:pt idx="77980">71.989999999999995</cx:pt>
          <cx:pt idx="77981">84.989999999999995</cx:pt>
          <cx:pt idx="77982">59.979999999999997</cx:pt>
          <cx:pt idx="77983">84.989999999999995</cx:pt>
          <cx:pt idx="77984">78.450000000000003</cx:pt>
          <cx:pt idx="77985">65.189999999999998</cx:pt>
          <cx:pt idx="77986">-1.5</cx:pt>
          <cx:pt idx="77987">81.879999999999995</cx:pt>
          <cx:pt idx="77988">15.49</cx:pt>
          <cx:pt idx="77989">131.97999999999999</cx:pt>
          <cx:pt idx="77990">-13.99</cx:pt>
          <cx:pt idx="77991">65.989999999999995</cx:pt>
          <cx:pt idx="77992">131.97999999999999</cx:pt>
          <cx:pt idx="77993">52.979999999999997</cx:pt>
          <cx:pt idx="77994">64.989999999999995</cx:pt>
          <cx:pt idx="77995">55.979999999999997</cx:pt>
          <cx:pt idx="77996">64.989999999999995</cx:pt>
          <cx:pt idx="77997">65.989999999999995</cx:pt>
          <cx:pt idx="77998">118.98</cx:pt>
          <cx:pt idx="77999">67.980000000000004</cx:pt>
          <cx:pt idx="78000">85.329999999999998</cx:pt>
          <cx:pt idx="78001">79.840000000000003</cx:pt>
          <cx:pt idx="78002">11.470000000000001</cx:pt>
          <cx:pt idx="78003">68.689999999999998</cx:pt>
          <cx:pt idx="78004">64.939999999999998</cx:pt>
          <cx:pt idx="78005">69.670000000000002</cx:pt>
          <cx:pt idx="78006">73.5</cx:pt>
          <cx:pt idx="78007">79.840000000000003</cx:pt>
          <cx:pt idx="78008">72.540000000000006</cx:pt>
          <cx:pt idx="78009">76.189999999999998</cx:pt>
          <cx:pt idx="78010">80.689999999999998</cx:pt>
          <cx:pt idx="78011">71.370000000000005</cx:pt>
          <cx:pt idx="78012">79.840000000000003</cx:pt>
          <cx:pt idx="78013">71.349999999999994</cx:pt>
          <cx:pt idx="78014">99.980000000000004</cx:pt>
          <cx:pt idx="78015">118.97</cx:pt>
          <cx:pt idx="78016">143.33000000000001</cx:pt>
          <cx:pt idx="78017">56.979999999999997</cx:pt>
          <cx:pt idx="78018">118.97</cx:pt>
          <cx:pt idx="78019">118.97</cx:pt>
          <cx:pt idx="78020">149.97</cx:pt>
          <cx:pt idx="78021">169.97999999999999</cx:pt>
          <cx:pt idx="78022">87.980000000000004</cx:pt>
          <cx:pt idx="78023">186.96000000000001</cx:pt>
          <cx:pt idx="78024">169.97999999999999</cx:pt>
          <cx:pt idx="78025">188.97</cx:pt>
          <cx:pt idx="78026">59.979999999999997</cx:pt>
          <cx:pt idx="78027">59.979999999999997</cx:pt>
          <cx:pt idx="78028">59.979999999999997</cx:pt>
          <cx:pt idx="78029">59.979999999999997</cx:pt>
          <cx:pt idx="78030">71.969999999999999</cx:pt>
          <cx:pt idx="78031">68.849999999999994</cx:pt>
          <cx:pt idx="78032">71.969999999999999</cx:pt>
          <cx:pt idx="78033">59.979999999999997</cx:pt>
          <cx:pt idx="78034">54.979999999999997</cx:pt>
          <cx:pt idx="78035">59.979999999999997</cx:pt>
          <cx:pt idx="78036">54.869999999999997</cx:pt>
          <cx:pt idx="78037">59.979999999999997</cx:pt>
          <cx:pt idx="78038">59.979999999999997</cx:pt>
          <cx:pt idx="78039">147.59999999999999</cx:pt>
          <cx:pt idx="78040">118.5</cx:pt>
          <cx:pt idx="78041">253.97</cx:pt>
          <cx:pt idx="78042">239.53999999999999</cx:pt>
          <cx:pt idx="78043">65.989999999999995</cx:pt>
          <cx:pt idx="78044">64.980000000000004</cx:pt>
          <cx:pt idx="78045">64.980000000000004</cx:pt>
          <cx:pt idx="78046">141.50999999999999</cx:pt>
          <cx:pt idx="78047">208.72</cx:pt>
          <cx:pt idx="78048">79.980000000000004</cx:pt>
          <cx:pt idx="78049">105.98</cx:pt>
          <cx:pt idx="78050">79.980000000000004</cx:pt>
          <cx:pt idx="78051">89.980000000000004</cx:pt>
          <cx:pt idx="78052">64.980000000000004</cx:pt>
          <cx:pt idx="78053">79.980000000000004</cx:pt>
          <cx:pt idx="78054">84.989999999999995</cx:pt>
          <cx:pt idx="78055">84.989999999999995</cx:pt>
          <cx:pt idx="78056">64.489999999999995</cx:pt>
          <cx:pt idx="78057">62.979999999999997</cx:pt>
          <cx:pt idx="78058">84.989999999999995</cx:pt>
          <cx:pt idx="78059">79.980000000000004</cx:pt>
          <cx:pt idx="78060">99.980000000000004</cx:pt>
          <cx:pt idx="78061">49.990000000000002</cx:pt>
          <cx:pt idx="78062">99.980000000000004</cx:pt>
          <cx:pt idx="78063">96.980000000000004</cx:pt>
          <cx:pt idx="78064">88.980000000000004</cx:pt>
          <cx:pt idx="78065">52.240000000000002</cx:pt>
          <cx:pt idx="78066">52.240000000000002</cx:pt>
          <cx:pt idx="78067">61.979999999999997</cx:pt>
          <cx:pt idx="78068">51.490000000000002</cx:pt>
          <cx:pt idx="78069">99.980000000000004</cx:pt>
          <cx:pt idx="78070">52.240000000000002</cx:pt>
          <cx:pt idx="78071">26.23</cx:pt>
          <cx:pt idx="78072">76.489999999999995</cx:pt>
          <cx:pt idx="78073">-20</cx:pt>
          <cx:pt idx="78074">79.030000000000001</cx:pt>
          <cx:pt idx="78075">76.489999999999995</cx:pt>
          <cx:pt idx="78076">113.97</cx:pt>
          <cx:pt idx="78077">72.239999999999995</cx:pt>
          <cx:pt idx="78078">99.980000000000004</cx:pt>
          <cx:pt idx="78079">84.989999999999995</cx:pt>
          <cx:pt idx="78080">53.530000000000001</cx:pt>
          <cx:pt idx="78081">80.739999999999995</cx:pt>
          <cx:pt idx="78082">63.979999999999997</cx:pt>
          <cx:pt idx="78083">111.40000000000001</cx:pt>
          <cx:pt idx="78084">79.849999999999994</cx:pt>
          <cx:pt idx="78085">79.849999999999994</cx:pt>
          <cx:pt idx="78086">79.849999999999994</cx:pt>
          <cx:pt idx="78087">165.84</cx:pt>
          <cx:pt idx="78088">79.849999999999994</cx:pt>
          <cx:pt idx="78089">79.849999999999994</cx:pt>
          <cx:pt idx="78090">42.329999999999998</cx:pt>
          <cx:pt idx="78091">59.979999999999997</cx:pt>
          <cx:pt idx="78092">137.90000000000001</cx:pt>
          <cx:pt idx="78093">4.2400000000000002</cx:pt>
          <cx:pt idx="78094">67.480000000000004</cx:pt>
          <cx:pt idx="78095">55.979999999999997</cx:pt>
          <cx:pt idx="78096">55.420000000000002</cx:pt>
          <cx:pt idx="78097">75.980000000000004</cx:pt>
          <cx:pt idx="78098">75.980000000000004</cx:pt>
          <cx:pt idx="78099">60.979999999999997</cx:pt>
          <cx:pt idx="78100">51.979999999999997</cx:pt>
          <cx:pt idx="78101">75.980000000000004</cx:pt>
          <cx:pt idx="78102">75.980000000000004</cx:pt>
          <cx:pt idx="78103">34.020000000000003</cx:pt>
          <cx:pt idx="78104">70.719999999999999</cx:pt>
          <cx:pt idx="78105">139.94999999999999</cx:pt>
          <cx:pt idx="78106">83.969999999999999</cx:pt>
          <cx:pt idx="78107">59.979999999999997</cx:pt>
          <cx:pt idx="78108">89.920000000000002</cx:pt>
          <cx:pt idx="78109">89.969999999999999</cx:pt>
          <cx:pt idx="78110">83.969999999999999</cx:pt>
          <cx:pt idx="78111">83.969999999999999</cx:pt>
          <cx:pt idx="78112">89.969999999999999</cx:pt>
          <cx:pt idx="78113">74.969999999999999</cx:pt>
          <cx:pt idx="78114">74.969999999999999</cx:pt>
          <cx:pt idx="78115">68.989999999999995</cx:pt>
          <cx:pt idx="78116">76.489999999999995</cx:pt>
          <cx:pt idx="78117">79.370000000000005</cx:pt>
          <cx:pt idx="78118">48.979999999999997</cx:pt>
          <cx:pt idx="78119">68.980000000000004</cx:pt>
          <cx:pt idx="78120">76.489999999999995</cx:pt>
          <cx:pt idx="78121">84.989999999999995</cx:pt>
          <cx:pt idx="78122">134.97999999999999</cx:pt>
          <cx:pt idx="78123">84.989999999999995</cx:pt>
          <cx:pt idx="78124">90.980000000000004</cx:pt>
          <cx:pt idx="78125">117.97</cx:pt>
          <cx:pt idx="78126">59.979999999999997</cx:pt>
          <cx:pt idx="78127">149.94999999999999</cx:pt>
          <cx:pt idx="78128">59.979999999999997</cx:pt>
          <cx:pt idx="78129">51.979999999999997</cx:pt>
          <cx:pt idx="78130">89.969999999999999</cx:pt>
          <cx:pt idx="78131">50.969999999999999</cx:pt>
          <cx:pt idx="78132">59.979999999999997</cx:pt>
          <cx:pt idx="78133">59.979999999999997</cx:pt>
          <cx:pt idx="78134">59.979999999999997</cx:pt>
          <cx:pt idx="78135">50.969999999999999</cx:pt>
          <cx:pt idx="78136">59.979999999999997</cx:pt>
          <cx:pt idx="78137">239.97</cx:pt>
          <cx:pt idx="78138">239.97</cx:pt>
          <cx:pt idx="78139">121.98</cx:pt>
          <cx:pt idx="78140">157.97</cx:pt>
          <cx:pt idx="78141">34.990000000000002</cx:pt>
          <cx:pt idx="78142">99.980000000000004</cx:pt>
          <cx:pt idx="78143">99.980000000000004</cx:pt>
          <cx:pt idx="78144">68.989999999999995</cx:pt>
          <cx:pt idx="78145">113.38</cx:pt>
          <cx:pt idx="78146">79.920000000000002</cx:pt>
          <cx:pt idx="78147">108.98</cx:pt>
          <cx:pt idx="78148">99.980000000000004</cx:pt>
          <cx:pt idx="78149">131.97999999999999</cx:pt>
          <cx:pt idx="78150">126.98</cx:pt>
          <cx:pt idx="78151">65.989999999999995</cx:pt>
          <cx:pt idx="78152">131.97999999999999</cx:pt>
          <cx:pt idx="78153">80.980000000000004</cx:pt>
          <cx:pt idx="78154">113.95999999999999</cx:pt>
          <cx:pt idx="78155">194.06999999999999</cx:pt>
          <cx:pt idx="78156">139.94</cx:pt>
          <cx:pt idx="78157">183.97</cx:pt>
          <cx:pt idx="78158">176.15000000000001</cx:pt>
          <cx:pt idx="78159">59.950000000000003</cx:pt>
          <cx:pt idx="78160">36.469999999999999</cx:pt>
          <cx:pt idx="78161">214.50999999999999</cx:pt>
          <cx:pt idx="78162">181.47999999999999</cx:pt>
          <cx:pt idx="78163">117.94</cx:pt>
          <cx:pt idx="78164">184.97</cx:pt>
          <cx:pt idx="78165">116.97</cx:pt>
          <cx:pt idx="78166">169.97999999999999</cx:pt>
          <cx:pt idx="78167">159.97999999999999</cx:pt>
          <cx:pt idx="78168">169.97999999999999</cx:pt>
          <cx:pt idx="78169">169.97999999999999</cx:pt>
          <cx:pt idx="78170">127.16</cx:pt>
          <cx:pt idx="78171">130.93000000000001</cx:pt>
          <cx:pt idx="78172">84.989999999999995</cx:pt>
          <cx:pt idx="78173">84.989999999999995</cx:pt>
          <cx:pt idx="78174">67.489999999999995</cx:pt>
          <cx:pt idx="78175">116.06</cx:pt>
          <cx:pt idx="78176">51.960000000000001</cx:pt>
          <cx:pt idx="78177">-27.98</cx:pt>
          <cx:pt idx="78178">117.95</cx:pt>
          <cx:pt idx="78179">134.97999999999999</cx:pt>
          <cx:pt idx="78180">76.489999999999995</cx:pt>
          <cx:pt idx="78181">59.979999999999997</cx:pt>
          <cx:pt idx="78182">59.979999999999997</cx:pt>
          <cx:pt idx="78183">31.489999999999998</cx:pt>
          <cx:pt idx="78184">59.979999999999997</cx:pt>
          <cx:pt idx="78185">53.630000000000003</cx:pt>
          <cx:pt idx="78186">59.979999999999997</cx:pt>
          <cx:pt idx="78187">59.979999999999997</cx:pt>
          <cx:pt idx="78188">59.979999999999997</cx:pt>
          <cx:pt idx="78189">31.489999999999998</cx:pt>
          <cx:pt idx="78190">104.98</cx:pt>
          <cx:pt idx="78191">59.979999999999997</cx:pt>
          <cx:pt idx="78192">169.97999999999999</cx:pt>
          <cx:pt idx="78193">79.980000000000004</cx:pt>
          <cx:pt idx="78194">57.979999999999997</cx:pt>
          <cx:pt idx="78195">64.980000000000004</cx:pt>
          <cx:pt idx="78196">92.980000000000004</cx:pt>
          <cx:pt idx="78197">50.950000000000003</cx:pt>
          <cx:pt idx="78198">61.719999999999999</cx:pt>
          <cx:pt idx="78199">57.979999999999997</cx:pt>
          <cx:pt idx="78200">102.95999999999999</cx:pt>
          <cx:pt idx="78201">110.95999999999999</cx:pt>
          <cx:pt idx="78202">83.969999999999999</cx:pt>
          <cx:pt idx="78203">83.969999999999999</cx:pt>
          <cx:pt idx="78204">181.97</cx:pt>
          <cx:pt idx="78205">83.969999999999999</cx:pt>
          <cx:pt idx="78206">113.95999999999999</cx:pt>
          <cx:pt idx="78207">84.980000000000004</cx:pt>
          <cx:pt idx="78208">32.259999999999998</cx:pt>
          <cx:pt idx="78209">59.979999999999997</cx:pt>
          <cx:pt idx="78210">79.989999999999995</cx:pt>
          <cx:pt idx="78211">154.41999999999999</cx:pt>
          <cx:pt idx="78212">117.28</cx:pt>
          <cx:pt idx="78213">55.960000000000001</cx:pt>
          <cx:pt idx="78214">99.980000000000004</cx:pt>
          <cx:pt idx="78215">319.95999999999998</cx:pt>
          <cx:pt idx="78216">119.37</cx:pt>
          <cx:pt idx="78217">98.980000000000004</cx:pt>
          <cx:pt idx="78218">63.979999999999997</cx:pt>
          <cx:pt idx="78219">88.579999999999998</cx:pt>
          <cx:pt idx="78220">78.260000000000005</cx:pt>
          <cx:pt idx="78221">89.980000000000004</cx:pt>
          <cx:pt idx="78222">84.989999999999995</cx:pt>
          <cx:pt idx="78223">84.989999999999995</cx:pt>
          <cx:pt idx="78224">99.980000000000004</cx:pt>
          <cx:pt idx="78225">59.979999999999997</cx:pt>
          <cx:pt idx="78226">40.479999999999997</cx:pt>
          <cx:pt idx="78227">108.86</cx:pt>
          <cx:pt idx="78228">71.349999999999994</cx:pt>
          <cx:pt idx="78229">51.880000000000003</cx:pt>
          <cx:pt idx="78230">95.849999999999994</cx:pt>
          <cx:pt idx="78231">71.670000000000002</cx:pt>
          <cx:pt idx="78232">119.14</cx:pt>
          <cx:pt idx="78233">177.81999999999999</cx:pt>
          <cx:pt idx="78234">69.430000000000007</cx:pt>
          <cx:pt idx="78235">90.700000000000003</cx:pt>
          <cx:pt idx="78236">90.709999999999994</cx:pt>
          <cx:pt idx="78237">65.319999999999993</cx:pt>
          <cx:pt idx="78238">155.97</cx:pt>
          <cx:pt idx="78239">67.989999999999995</cx:pt>
          <cx:pt idx="78240">75.219999999999999</cx:pt>
          <cx:pt idx="78241">84.989999999999995</cx:pt>
          <cx:pt idx="78242">108.97</cx:pt>
          <cx:pt idx="78243">169.97999999999999</cx:pt>
          <cx:pt idx="78244">76.489999999999995</cx:pt>
          <cx:pt idx="78245">100.98</cx:pt>
          <cx:pt idx="78246">105.98</cx:pt>
          <cx:pt idx="78247">162.19999999999999</cx:pt>
          <cx:pt idx="78248">174.19</cx:pt>
          <cx:pt idx="78249">89.969999999999999</cx:pt>
          <cx:pt idx="78250">59.979999999999997</cx:pt>
          <cx:pt idx="78251">68.989999999999995</cx:pt>
          <cx:pt idx="78252">59.979999999999997</cx:pt>
          <cx:pt idx="78253">32.990000000000002</cx:pt>
          <cx:pt idx="78254">94.239999999999995</cx:pt>
          <cx:pt idx="78255">65.980000000000004</cx:pt>
          <cx:pt idx="78256">133.71000000000001</cx:pt>
          <cx:pt idx="78257">89.969999999999999</cx:pt>
          <cx:pt idx="78258">151.16999999999999</cx:pt>
          <cx:pt idx="78259">72.969999999999999</cx:pt>
          <cx:pt idx="78260">110.97</cx:pt>
          <cx:pt idx="78261">147.96000000000001</cx:pt>
          <cx:pt idx="78262">110.97</cx:pt>
          <cx:pt idx="78263">113.87</cx:pt>
          <cx:pt idx="78264">36.990000000000002</cx:pt>
          <cx:pt idx="78265">102.42</cx:pt>
          <cx:pt idx="78266">109.95</cx:pt>
          <cx:pt idx="78267">124.18000000000001</cx:pt>
          <cx:pt idx="78268">144.47999999999999</cx:pt>
          <cx:pt idx="78269">131.97999999999999</cx:pt>
          <cx:pt idx="78270">119.98</cx:pt>
          <cx:pt idx="78271">69.980000000000004</cx:pt>
          <cx:pt idx="78272">99.980000000000004</cx:pt>
          <cx:pt idx="78273">94.560000000000002</cx:pt>
          <cx:pt idx="78274">89.980000000000004</cx:pt>
          <cx:pt idx="78275">94.980000000000004</cx:pt>
          <cx:pt idx="78276">81.969999999999999</cx:pt>
          <cx:pt idx="78277">98.969999999999999</cx:pt>
          <cx:pt idx="78278">31.48</cx:pt>
          <cx:pt idx="78279">59.960000000000001</cx:pt>
          <cx:pt idx="78280">83.480000000000004</cx:pt>
          <cx:pt idx="78281">84.989999999999995</cx:pt>
          <cx:pt idx="78282">61.979999999999997</cx:pt>
          <cx:pt idx="78283">50.979999999999997</cx:pt>
          <cx:pt idx="78284">61.979999999999997</cx:pt>
          <cx:pt idx="78285">33.280000000000001</cx:pt>
          <cx:pt idx="78286">31.489999999999998</cx:pt>
          <cx:pt idx="78287">59.979999999999997</cx:pt>
          <cx:pt idx="78288">31.489999999999998</cx:pt>
          <cx:pt idx="78289">54.979999999999997</cx:pt>
          <cx:pt idx="78290">61.979999999999997</cx:pt>
          <cx:pt idx="78291">65.989999999999995</cx:pt>
          <cx:pt idx="78292">120.97</cx:pt>
          <cx:pt idx="78293">65.989999999999995</cx:pt>
          <cx:pt idx="78294">105.98</cx:pt>
          <cx:pt idx="78295">90.359999999999999</cx:pt>
          <cx:pt idx="78296">146.97</cx:pt>
          <cx:pt idx="78297">54.979999999999997</cx:pt>
          <cx:pt idx="78298">49.479999999999997</cx:pt>
          <cx:pt idx="78299">55.780000000000001</cx:pt>
          <cx:pt idx="78300">75.980000000000004</cx:pt>
          <cx:pt idx="78301">52.57</cx:pt>
          <cx:pt idx="78302">120.98</cx:pt>
          <cx:pt idx="78303">352.93000000000001</cx:pt>
          <cx:pt idx="78304">241.93000000000001</cx:pt>
          <cx:pt idx="78305">259.13</cx:pt>
          <cx:pt idx="78306">152.97999999999999</cx:pt>
          <cx:pt idx="78307">152.97999999999999</cx:pt>
          <cx:pt idx="78308">152.97999999999999</cx:pt>
          <cx:pt idx="78309">108.98</cx:pt>
          <cx:pt idx="78310">85.469999999999999</cx:pt>
          <cx:pt idx="78311">93.200000000000003</cx:pt>
          <cx:pt idx="78312">148.87</cx:pt>
          <cx:pt idx="78313">149.96000000000001</cx:pt>
          <cx:pt idx="78314">56.380000000000003</cx:pt>
          <cx:pt idx="78315">58.479999999999997</cx:pt>
          <cx:pt idx="78316">54.979999999999997</cx:pt>
          <cx:pt idx="78317">123.95999999999999</cx:pt>
          <cx:pt idx="78318">123.95999999999999</cx:pt>
          <cx:pt idx="78319">123.95999999999999</cx:pt>
          <cx:pt idx="78320">86.760000000000005</cx:pt>
          <cx:pt idx="78321">118.13</cx:pt>
          <cx:pt idx="78322">123.95999999999999</cx:pt>
          <cx:pt idx="78323">169.97999999999999</cx:pt>
          <cx:pt idx="78324">111.08</cx:pt>
          <cx:pt idx="78325">169.97999999999999</cx:pt>
          <cx:pt idx="78326">217.96000000000001</cx:pt>
          <cx:pt idx="78327">169.97999999999999</cx:pt>
          <cx:pt idx="78328">179.94</cx:pt>
          <cx:pt idx="78329">240.41999999999999</cx:pt>
          <cx:pt idx="78330">152.44999999999999</cx:pt>
          <cx:pt idx="78331">190.43000000000001</cx:pt>
          <cx:pt idx="78332">504.94</cx:pt>
          <cx:pt idx="78333">74.989999999999995</cx:pt>
          <cx:pt idx="78334">141.97999999999999</cx:pt>
          <cx:pt idx="78335">219.97</cx:pt>
          <cx:pt idx="78336">193.97</cx:pt>
          <cx:pt idx="78337">86.079999999999998</cx:pt>
          <cx:pt idx="78338">104.98</cx:pt>
          <cx:pt idx="78339">83.340000000000003</cx:pt>
          <cx:pt idx="78340">104.98</cx:pt>
          <cx:pt idx="78341">162.02000000000001</cx:pt>
          <cx:pt idx="78342">193.90000000000001</cx:pt>
          <cx:pt idx="78343">89.980000000000004</cx:pt>
          <cx:pt idx="78344">80.980000000000004</cx:pt>
          <cx:pt idx="78345">79.989999999999995</cx:pt>
          <cx:pt idx="78346">79.989999999999995</cx:pt>
          <cx:pt idx="78347">79.989999999999995</cx:pt>
          <cx:pt idx="78348">75.269999999999996</cx:pt>
          <cx:pt idx="78349">79.989999999999995</cx:pt>
          <cx:pt idx="78350">119.97</cx:pt>
          <cx:pt idx="78351">90.980000000000004</cx:pt>
          <cx:pt idx="78352">83.280000000000001</cx:pt>
          <cx:pt idx="78353">59.979999999999997</cx:pt>
          <cx:pt idx="78354">59.979999999999997</cx:pt>
          <cx:pt idx="78355">56.950000000000003</cx:pt>
          <cx:pt idx="78356">68.959999999999994</cx:pt>
          <cx:pt idx="78357">52.979999999999997</cx:pt>
          <cx:pt idx="78358">99.939999999999998</cx:pt>
          <cx:pt idx="78359">99.959999999999994</cx:pt>
          <cx:pt idx="78360">52.979999999999997</cx:pt>
          <cx:pt idx="78361">77.959999999999994</cx:pt>
          <cx:pt idx="78362">55.979999999999997</cx:pt>
          <cx:pt idx="78363">57.969999999999999</cx:pt>
          <cx:pt idx="78364">53.979999999999997</cx:pt>
          <cx:pt idx="78365">81.239999999999995</cx:pt>
          <cx:pt idx="78366">59.960000000000001</cx:pt>
          <cx:pt idx="78367">168.13</cx:pt>
          <cx:pt idx="78368">183.97</cx:pt>
          <cx:pt idx="78369">169.97999999999999</cx:pt>
          <cx:pt idx="78370">99.980000000000004</cx:pt>
          <cx:pt idx="78371">169.97999999999999</cx:pt>
          <cx:pt idx="78372">169.97999999999999</cx:pt>
          <cx:pt idx="78373">84.989999999999995</cx:pt>
          <cx:pt idx="78374">84.989999999999995</cx:pt>
          <cx:pt idx="78375">88.180000000000007</cx:pt>
          <cx:pt idx="78376">169.97999999999999</cx:pt>
          <cx:pt idx="78377">169.97999999999999</cx:pt>
          <cx:pt idx="78378">169.97999999999999</cx:pt>
          <cx:pt idx="78379">79.849999999999994</cx:pt>
          <cx:pt idx="78380">96.780000000000001</cx:pt>
          <cx:pt idx="78381">39.890000000000001</cx:pt>
          <cx:pt idx="78382">159.69999999999999</cx:pt>
          <cx:pt idx="78383">50.840000000000003</cx:pt>
          <cx:pt idx="78384">32.479999999999997</cx:pt>
          <cx:pt idx="78385">39.890000000000001</cx:pt>
          <cx:pt idx="78386">120.98</cx:pt>
          <cx:pt idx="78387">62.329999999999998</cx:pt>
          <cx:pt idx="78388">265.39999999999998</cx:pt>
          <cx:pt idx="78389">88.480000000000004</cx:pt>
          <cx:pt idx="78390">94.950000000000003</cx:pt>
          <cx:pt idx="78391">62.969999999999999</cx:pt>
          <cx:pt idx="78392">75.959999999999994</cx:pt>
          <cx:pt idx="78393">112.95999999999999</cx:pt>
          <cx:pt idx="78394">70.980000000000004</cx:pt>
          <cx:pt idx="78395">182.22999999999999</cx:pt>
          <cx:pt idx="78396">98.969999999999999</cx:pt>
          <cx:pt idx="78397">163.66</cx:pt>
          <cx:pt idx="78398">131.96000000000001</cx:pt>
          <cx:pt idx="78399">116.97</cx:pt>
          <cx:pt idx="78400">193.24000000000001</cx:pt>
          <cx:pt idx="78401">84.989999999999995</cx:pt>
          <cx:pt idx="78402">254.97</cx:pt>
          <cx:pt idx="78403">197.97</cx:pt>
          <cx:pt idx="78404">84.989999999999995</cx:pt>
          <cx:pt idx="78405">76.209999999999994</cx:pt>
          <cx:pt idx="78406">254.97</cx:pt>
          <cx:pt idx="78407">231.94</cx:pt>
          <cx:pt idx="78408">166.96000000000001</cx:pt>
          <cx:pt idx="78409">157.22</cx:pt>
          <cx:pt idx="78410">230.36000000000001</cx:pt>
          <cx:pt idx="78411">76.489999999999995</cx:pt>
          <cx:pt idx="78412">84.989999999999995</cx:pt>
          <cx:pt idx="78413">84.989999999999995</cx:pt>
          <cx:pt idx="78414">65.989999999999995</cx:pt>
          <cx:pt idx="78415">169.97999999999999</cx:pt>
          <cx:pt idx="78416">85.980000000000004</cx:pt>
          <cx:pt idx="78417">72.290000000000006</cx:pt>
          <cx:pt idx="78418">54.990000000000002</cx:pt>
          <cx:pt idx="78419">131.97999999999999</cx:pt>
          <cx:pt idx="78420">67.409999999999997</cx:pt>
          <cx:pt idx="78421">68.430000000000007</cx:pt>
          <cx:pt idx="78422">163.88</cx:pt>
          <cx:pt idx="78423">69.989999999999995</cx:pt>
          <cx:pt idx="78424">65.219999999999999</cx:pt>
          <cx:pt idx="78425">47.149999999999999</cx:pt>
          <cx:pt idx="78426">47.75</cx:pt>
          <cx:pt idx="78427">47.149999999999999</cx:pt>
          <cx:pt idx="78428">47.75</cx:pt>
          <cx:pt idx="78429">339.95999999999998</cx:pt>
          <cx:pt idx="78430">169.97999999999999</cx:pt>
          <cx:pt idx="78431">131.97999999999999</cx:pt>
          <cx:pt idx="78432">131.97999999999999</cx:pt>
          <cx:pt idx="78433">84.989999999999995</cx:pt>
          <cx:pt idx="78434">169.97999999999999</cx:pt>
          <cx:pt idx="78435">64.980000000000004</cx:pt>
          <cx:pt idx="78436">40.490000000000002</cx:pt>
          <cx:pt idx="78437">105.98</cx:pt>
          <cx:pt idx="78438">219.97</cx:pt>
          <cx:pt idx="78439">41.490000000000002</cx:pt>
          <cx:pt idx="78440">134.97999999999999</cx:pt>
          <cx:pt idx="78441">21.280000000000001</cx:pt>
          <cx:pt idx="78442">21.280000000000001</cx:pt>
          <cx:pt idx="78443">138.56999999999999</cx:pt>
          <cx:pt idx="78444">212.96000000000001</cx:pt>
          <cx:pt idx="78445">174.94999999999999</cx:pt>
          <cx:pt idx="78446">216.94999999999999</cx:pt>
          <cx:pt idx="78447">242.94999999999999</cx:pt>
          <cx:pt idx="78448">229.44999999999999</cx:pt>
          <cx:pt idx="78449">89.980000000000004</cx:pt>
          <cx:pt idx="78450">161.96000000000001</cx:pt>
          <cx:pt idx="78451">67.980000000000004</cx:pt>
          <cx:pt idx="78452">73.480000000000004</cx:pt>
          <cx:pt idx="78453">47.939999999999998</cx:pt>
          <cx:pt idx="78454">51.289999999999999</cx:pt>
          <cx:pt idx="78455">57.780000000000001</cx:pt>
          <cx:pt idx="78456">51.939999999999998</cx:pt>
          <cx:pt idx="78457">51.939999999999998</cx:pt>
          <cx:pt idx="78458">52.850000000000001</cx:pt>
          <cx:pt idx="78459">51.939999999999998</cx:pt>
          <cx:pt idx="78460">67.980000000000004</cx:pt>
          <cx:pt idx="78461">79.989999999999995</cx:pt>
          <cx:pt idx="78462">58.979999999999997</cx:pt>
          <cx:pt idx="78463">53.969999999999999</cx:pt>
          <cx:pt idx="78464">78.219999999999999</cx:pt>
          <cx:pt idx="78465">74.980000000000004</cx:pt>
          <cx:pt idx="78466">50.460000000000001</cx:pt>
          <cx:pt idx="78467">79.189999999999998</cx:pt>
          <cx:pt idx="78468">61.979999999999997</cx:pt>
          <cx:pt idx="78469">79.989999999999995</cx:pt>
          <cx:pt idx="78470">71.969999999999999</cx:pt>
          <cx:pt idx="78471">78.390000000000001</cx:pt>
          <cx:pt idx="78472">149.97</cx:pt>
          <cx:pt idx="78473">59.960000000000001</cx:pt>
          <cx:pt idx="78474">65.989999999999995</cx:pt>
          <cx:pt idx="78475">72.189999999999998</cx:pt>
          <cx:pt idx="78476">83.959999999999994</cx:pt>
          <cx:pt idx="78477">65.989999999999995</cx:pt>
          <cx:pt idx="78478">-65.989999999999995</cx:pt>
          <cx:pt idx="78479">65.989999999999995</cx:pt>
          <cx:pt idx="78480">59.969999999999999</cx:pt>
          <cx:pt idx="78481">65.989999999999995</cx:pt>
          <cx:pt idx="78482">59.990000000000002</cx:pt>
          <cx:pt idx="78483">65.989999999999995</cx:pt>
          <cx:pt idx="78484">65.989999999999995</cx:pt>
          <cx:pt idx="78485">183.88</cx:pt>
          <cx:pt idx="78486">131.84999999999999</cx:pt>
          <cx:pt idx="78487">159.69999999999999</cx:pt>
          <cx:pt idx="78488">137.18000000000001</cx:pt>
          <cx:pt idx="78489">100.04000000000001</cx:pt>
          <cx:pt idx="78490">56.640000000000001</cx:pt>
          <cx:pt idx="78491">47.149999999999999</cx:pt>
          <cx:pt idx="78492">99.980000000000004</cx:pt>
          <cx:pt idx="78493">99.980000000000004</cx:pt>
          <cx:pt idx="78494">51.829999999999998</cx:pt>
          <cx:pt idx="78495">54.990000000000002</cx:pt>
          <cx:pt idx="78496">65.989999999999995</cx:pt>
          <cx:pt idx="78497">65.989999999999995</cx:pt>
          <cx:pt idx="78498">60.979999999999997</cx:pt>
          <cx:pt idx="78499">59.979999999999997</cx:pt>
          <cx:pt idx="78500">100.98</cx:pt>
          <cx:pt idx="78501">114.98</cx:pt>
          <cx:pt idx="78502">114.98</cx:pt>
          <cx:pt idx="78503">114.98</cx:pt>
          <cx:pt idx="78504">60.979999999999997</cx:pt>
          <cx:pt idx="78505">104.97</cx:pt>
          <cx:pt idx="78506">74.989999999999995</cx:pt>
          <cx:pt idx="78507">114.98</cx:pt>
          <cx:pt idx="78508">99.969999999999999</cx:pt>
          <cx:pt idx="78509">114.98</cx:pt>
          <cx:pt idx="78510">114.98</cx:pt>
          <cx:pt idx="78511">104.97</cx:pt>
          <cx:pt idx="78512">99.969999999999999</cx:pt>
          <cx:pt idx="78513">74.989999999999995</cx:pt>
          <cx:pt idx="78514">-104.97</cx:pt>
          <cx:pt idx="78515">-104.97</cx:pt>
          <cx:pt idx="78516">104.97</cx:pt>
          <cx:pt idx="78517">75.090000000000003</cx:pt>
          <cx:pt idx="78518">29.989999999999998</cx:pt>
          <cx:pt idx="78519">29.989999999999998</cx:pt>
          <cx:pt idx="78520">75.090000000000003</cx:pt>
          <cx:pt idx="78521">104.97</cx:pt>
          <cx:pt idx="78522">60.979999999999997</cx:pt>
          <cx:pt idx="78523">199.96000000000001</cx:pt>
          <cx:pt idx="78524">199.96000000000001</cx:pt>
          <cx:pt idx="78525">199.96000000000001</cx:pt>
          <cx:pt idx="78526">149.97</cx:pt>
          <cx:pt idx="78527">135.94</cx:pt>
          <cx:pt idx="78528">163.91999999999999</cx:pt>
          <cx:pt idx="78529">123.93000000000001</cx:pt>
          <cx:pt idx="78530">79.980000000000004</cx:pt>
          <cx:pt idx="78531">123.93000000000001</cx:pt>
          <cx:pt idx="78532">122.79000000000001</cx:pt>
          <cx:pt idx="78533">67.969999999999999</cx:pt>
          <cx:pt idx="78534">53.159999999999997</cx:pt>
          <cx:pt idx="78535">84.569999999999993</cx:pt>
          <cx:pt idx="78536">83.939999999999998</cx:pt>
          <cx:pt idx="78537">53.159999999999997</cx:pt>
          <cx:pt idx="78538">67.969999999999999</cx:pt>
          <cx:pt idx="78539">135.94</cx:pt>
          <cx:pt idx="78540">83.939999999999998</cx:pt>
          <cx:pt idx="78541">79.980000000000004</cx:pt>
          <cx:pt idx="78542">163.91999999999999</cx:pt>
          <cx:pt idx="78543">84.569999999999993</cx:pt>
          <cx:pt idx="78544">122.79000000000001</cx:pt>
          <cx:pt idx="78545">139.97999999999999</cx:pt>
          <cx:pt idx="78546">69.969999999999999</cx:pt>
          <cx:pt idx="78547">54.979999999999997</cx:pt>
          <cx:pt idx="78548">149.97</cx:pt>
          <cx:pt idx="78549">160.27000000000001</cx:pt>
          <cx:pt idx="78550">139.97999999999999</cx:pt>
          <cx:pt idx="78551">108.97</cx:pt>
          <cx:pt idx="78552">94.969999999999999</cx:pt>
          <cx:pt idx="78553">99.980000000000004</cx:pt>
          <cx:pt idx="78554">99.980000000000004</cx:pt>
          <cx:pt idx="78555">99.980000000000004</cx:pt>
          <cx:pt idx="78556">68.980000000000004</cx:pt>
          <cx:pt idx="78557">116.5</cx:pt>
          <cx:pt idx="78558">98.010000000000005</cx:pt>
          <cx:pt idx="78559">99.180000000000007</cx:pt>
          <cx:pt idx="78560">104.19</cx:pt>
          <cx:pt idx="78561">179.02000000000001</cx:pt>
          <cx:pt idx="78562">101.52</cx:pt>
          <cx:pt idx="78563">99.200000000000003</cx:pt>
          <cx:pt idx="78564">65.980000000000004</cx:pt>
          <cx:pt idx="78565">65.980000000000004</cx:pt>
          <cx:pt idx="78566">70.969999999999999</cx:pt>
          <cx:pt idx="78567">85.969999999999999</cx:pt>
          <cx:pt idx="78568">57.979999999999997</cx:pt>
          <cx:pt idx="78569">67.980000000000004</cx:pt>
          <cx:pt idx="78570">69.980000000000004</cx:pt>
          <cx:pt idx="78571">55.969999999999999</cx:pt>
          <cx:pt idx="78572">59.979999999999997</cx:pt>
          <cx:pt idx="78573">69.980000000000004</cx:pt>
          <cx:pt idx="78574">62.979999999999997</cx:pt>
          <cx:pt idx="78575">65.980000000000004</cx:pt>
          <cx:pt idx="78576">65.980000000000004</cx:pt>
          <cx:pt idx="78577">63.979999999999997</cx:pt>
          <cx:pt idx="78578">79.989999999999995</cx:pt>
          <cx:pt idx="78579">71.989999999999995</cx:pt>
          <cx:pt idx="78580">67.989999999999995</cx:pt>
          <cx:pt idx="78581">79.989999999999995</cx:pt>
          <cx:pt idx="78582">71.989999999999995</cx:pt>
          <cx:pt idx="78583">60.990000000000002</cx:pt>
          <cx:pt idx="78584">79.989999999999995</cx:pt>
          <cx:pt idx="78585">127.48</cx:pt>
          <cx:pt idx="78586">75.569999999999993</cx:pt>
          <cx:pt idx="78587">139.96000000000001</cx:pt>
          <cx:pt idx="78588">39.990000000000002</cx:pt>
          <cx:pt idx="78589">127.45999999999999</cx:pt>
          <cx:pt idx="78590">59.960000000000001</cx:pt>
          <cx:pt idx="78591">74.950000000000003</cx:pt>
          <cx:pt idx="78592">61.960000000000001</cx:pt>
          <cx:pt idx="78593">100.47</cx:pt>
          <cx:pt idx="78594">79.980000000000004</cx:pt>
          <cx:pt idx="78595">59.979999999999997</cx:pt>
          <cx:pt idx="78596">81.480000000000004</cx:pt>
          <cx:pt idx="78597">55.899999999999999</cx:pt>
          <cx:pt idx="78598">51.469999999999999</cx:pt>
          <cx:pt idx="78599">81.480000000000004</cx:pt>
          <cx:pt idx="78600">107.97</cx:pt>
          <cx:pt idx="78601">72.969999999999999</cx:pt>
          <cx:pt idx="78602">97.920000000000002</cx:pt>
          <cx:pt idx="78603">170.97</cx:pt>
          <cx:pt idx="78604">79.989999999999995</cx:pt>
          <cx:pt idx="78605">194.97</cx:pt>
          <cx:pt idx="78606">159.97999999999999</cx:pt>
          <cx:pt idx="78607">48.289999999999999</cx:pt>
          <cx:pt idx="78608">84.980000000000004</cx:pt>
          <cx:pt idx="78609">62.759999999999998</cx:pt>
          <cx:pt idx="78610">65.989999999999995</cx:pt>
          <cx:pt idx="78611">41.479999999999997</cx:pt>
          <cx:pt idx="78612">65.989999999999995</cx:pt>
          <cx:pt idx="78613">105.97</cx:pt>
          <cx:pt idx="78614">105.97</cx:pt>
          <cx:pt idx="78615">65.989999999999995</cx:pt>
          <cx:pt idx="78616">65.989999999999995</cx:pt>
          <cx:pt idx="78617">99.980000000000004</cx:pt>
          <cx:pt idx="78618">84.989999999999995</cx:pt>
          <cx:pt idx="78619">254.97</cx:pt>
          <cx:pt idx="78620">169.97999999999999</cx:pt>
          <cx:pt idx="78621">59.960000000000001</cx:pt>
          <cx:pt idx="78622">89.519999999999996</cx:pt>
          <cx:pt idx="78623">79.810000000000002</cx:pt>
          <cx:pt idx="78624">71.349999999999994</cx:pt>
          <cx:pt idx="78625">116.12</cx:pt>
          <cx:pt idx="78626">128.44999999999999</cx:pt>
          <cx:pt idx="78627">20.899999999999999</cx:pt>
          <cx:pt idx="78628">72.579999999999998</cx:pt>
          <cx:pt idx="78629">31.440000000000001</cx:pt>
          <cx:pt idx="78630">278.23000000000002</cx:pt>
          <cx:pt idx="78631">108.88</cx:pt>
          <cx:pt idx="78632">100.98</cx:pt>
          <cx:pt idx="78633">98.969999999999999</cx:pt>
          <cx:pt idx="78634">44.719999999999999</cx:pt>
          <cx:pt idx="78635">116.97</cx:pt>
          <cx:pt idx="78636">79.849999999999994</cx:pt>
          <cx:pt idx="78637">68.989999999999995</cx:pt>
          <cx:pt idx="78638">100.98</cx:pt>
          <cx:pt idx="78639">80.060000000000002</cx:pt>
          <cx:pt idx="78640">63.979999999999997</cx:pt>
          <cx:pt idx="78641">142.03999999999999</cx:pt>
          <cx:pt idx="78642">175.94999999999999</cx:pt>
          <cx:pt idx="78643">128.56999999999999</cx:pt>
          <cx:pt idx="78644">175.94999999999999</cx:pt>
          <cx:pt idx="78645">142.03999999999999</cx:pt>
          <cx:pt idx="78646">63.979999999999997</cx:pt>
          <cx:pt idx="78647">65.989999999999995</cx:pt>
          <cx:pt idx="78648">65.989999999999995</cx:pt>
          <cx:pt idx="78649">128.56999999999999</cx:pt>
          <cx:pt idx="78650">125.64</cx:pt>
          <cx:pt idx="78651">125.64</cx:pt>
          <cx:pt idx="78652">151.19</cx:pt>
          <cx:pt idx="78653">137.88999999999999</cx:pt>
          <cx:pt idx="78654">145.15000000000001</cx:pt>
          <cx:pt idx="78655">145.15000000000001</cx:pt>
          <cx:pt idx="78656">295.06</cx:pt>
          <cx:pt idx="78657">145.15000000000001</cx:pt>
          <cx:pt idx="78658">114.94</cx:pt>
          <cx:pt idx="78659">126.17</cx:pt>
          <cx:pt idx="78660">-20.09</cx:pt>
          <cx:pt idx="78661">172.93000000000001</cx:pt>
          <cx:pt idx="78662">77.939999999999998</cx:pt>
          <cx:pt idx="78663">77.939999999999998</cx:pt>
          <cx:pt idx="78664">149.94</cx:pt>
          <cx:pt idx="78665">237.44</cx:pt>
          <cx:pt idx="78666">65.989999999999995</cx:pt>
          <cx:pt idx="78667">84.989999999999995</cx:pt>
          <cx:pt idx="78668">50.979999999999997</cx:pt>
          <cx:pt idx="78669">83.969999999999999</cx:pt>
          <cx:pt idx="78670">84.989999999999995</cx:pt>
          <cx:pt idx="78671">66.980000000000004</cx:pt>
          <cx:pt idx="78672">84.989999999999995</cx:pt>
          <cx:pt idx="78673">79.980000000000004</cx:pt>
          <cx:pt idx="78674">28.48</cx:pt>
          <cx:pt idx="78675">50.979999999999997</cx:pt>
          <cx:pt idx="78676">140.97</cx:pt>
          <cx:pt idx="78677">90.879999999999995</cx:pt>
          <cx:pt idx="78678">99.959999999999994</cx:pt>
          <cx:pt idx="78679">89.969999999999999</cx:pt>
          <cx:pt idx="78680">59.979999999999997</cx:pt>
          <cx:pt idx="78681">89.969999999999999</cx:pt>
          <cx:pt idx="78682">119.95999999999999</cx:pt>
          <cx:pt idx="78683">108.06</cx:pt>
          <cx:pt idx="78684">114.95999999999999</cx:pt>
          <cx:pt idx="78685">159.97999999999999</cx:pt>
          <cx:pt idx="78686">169.97999999999999</cx:pt>
          <cx:pt idx="78687">184.55000000000001</cx:pt>
          <cx:pt idx="78688">201.96000000000001</cx:pt>
          <cx:pt idx="78689">39.990000000000002</cx:pt>
          <cx:pt idx="78690">169.97999999999999</cx:pt>
          <cx:pt idx="78691">171.90000000000001</cx:pt>
          <cx:pt idx="78692">64.950000000000003</cx:pt>
          <cx:pt idx="78693">51.960000000000001</cx:pt>
          <cx:pt idx="78694">64.950000000000003</cx:pt>
          <cx:pt idx="78695">60.530000000000001</cx:pt>
          <cx:pt idx="78696">90.930000000000007</cx:pt>
          <cx:pt idx="78697">-119.97</cx:pt>
          <cx:pt idx="78698">175.94999999999999</cx:pt>
          <cx:pt idx="78699">64.920000000000002</cx:pt>
          <cx:pt idx="78700">64.349999999999994</cx:pt>
          <cx:pt idx="78701">129.97999999999999</cx:pt>
          <cx:pt idx="78702">67.640000000000001</cx:pt>
          <cx:pt idx="78703">105.95999999999999</cx:pt>
          <cx:pt idx="78704">77.969999999999999</cx:pt>
          <cx:pt idx="78705">51.979999999999997</cx:pt>
          <cx:pt idx="78706">59.979999999999997</cx:pt>
          <cx:pt idx="78707">66.980000000000004</cx:pt>
          <cx:pt idx="78708">69.980000000000004</cx:pt>
          <cx:pt idx="78709">69.980000000000004</cx:pt>
          <cx:pt idx="78710">127.45999999999999</cx:pt>
          <cx:pt idx="78711">83.790000000000006</cx:pt>
          <cx:pt idx="78712">169.97999999999999</cx:pt>
          <cx:pt idx="78713">33.479999999999997</cx:pt>
          <cx:pt idx="78714">95.25</cx:pt>
          <cx:pt idx="78715">95.829999999999998</cx:pt>
          <cx:pt idx="78716">91</cx:pt>
          <cx:pt idx="78717">108.83</cx:pt>
          <cx:pt idx="78718">102.8</cx:pt>
          <cx:pt idx="78719">72.549999999999997</cx:pt>
          <cx:pt idx="78720">65.989999999999995</cx:pt>
          <cx:pt idx="78721">121.98</cx:pt>
          <cx:pt idx="78722">112.18000000000001</cx:pt>
          <cx:pt idx="78723">131.97999999999999</cx:pt>
          <cx:pt idx="78724">131.97999999999999</cx:pt>
          <cx:pt idx="78725">59.390000000000001</cx:pt>
          <cx:pt idx="78726">71.959999999999994</cx:pt>
          <cx:pt idx="78727">195.05000000000001</cx:pt>
          <cx:pt idx="78728">167.97999999999999</cx:pt>
          <cx:pt idx="78729">195.05000000000001</cx:pt>
          <cx:pt idx="78730">89.980000000000004</cx:pt>
          <cx:pt idx="78731">89.980000000000004</cx:pt>
          <cx:pt idx="78732">167.97999999999999</cx:pt>
          <cx:pt idx="78733">280.98000000000002</cx:pt>
          <cx:pt idx="78734">267.95999999999998</cx:pt>
          <cx:pt idx="78735">280.98000000000002</cx:pt>
          <cx:pt idx="78736">199.97</cx:pt>
          <cx:pt idx="78737">240.33000000000001</cx:pt>
          <cx:pt idx="78738">104.97</cx:pt>
          <cx:pt idx="78739">199.97</cx:pt>
          <cx:pt idx="78740">267.95999999999998</cx:pt>
          <cx:pt idx="78741">240.33000000000001</cx:pt>
          <cx:pt idx="78742">104.97</cx:pt>
          <cx:pt idx="78743">73.980000000000004</cx:pt>
          <cx:pt idx="78744">127.56</cx:pt>
          <cx:pt idx="78745">59.990000000000002</cx:pt>
          <cx:pt idx="78746">39.07</cx:pt>
          <cx:pt idx="78747">72.579999999999998</cx:pt>
          <cx:pt idx="78748">54.590000000000003</cx:pt>
          <cx:pt idx="78749">41.140000000000001</cx:pt>
          <cx:pt idx="78750">17.09</cx:pt>
          <cx:pt idx="78751">64.969999999999999</cx:pt>
          <cx:pt idx="78752">54.369999999999997</cx:pt>
          <cx:pt idx="78753">39.740000000000002</cx:pt>
          <cx:pt idx="78754">31.329999999999998</cx:pt>
          <cx:pt idx="78755">53.979999999999997</cx:pt>
          <cx:pt idx="78756">36.039999999999999</cx:pt>
          <cx:pt idx="78757">61.43</cx:pt>
          <cx:pt idx="78758">53.579999999999998</cx:pt>
          <cx:pt idx="78759">50.979999999999997</cx:pt>
          <cx:pt idx="78760">40.43</cx:pt>
          <cx:pt idx="78761">41.189999999999998</cx:pt>
          <cx:pt idx="78762">45.090000000000003</cx:pt>
          <cx:pt idx="78763">121.93000000000001</cx:pt>
          <cx:pt idx="78764">64.069999999999993</cx:pt>
          <cx:pt idx="78765">63.369999999999997</cx:pt>
          <cx:pt idx="78766">64.069999999999993</cx:pt>
          <cx:pt idx="78767">64.069999999999993</cx:pt>
          <cx:pt idx="78768">64.069999999999993</cx:pt>
          <cx:pt idx="78769">56.969999999999999</cx:pt>
          <cx:pt idx="78770">197.44999999999999</cx:pt>
          <cx:pt idx="78771">109.95999999999999</cx:pt>
          <cx:pt idx="78772">131.97999999999999</cx:pt>
          <cx:pt idx="78773">72.969999999999999</cx:pt>
          <cx:pt idx="78774">89.980000000000004</cx:pt>
          <cx:pt idx="78775">68.980000000000004</cx:pt>
          <cx:pt idx="78776">42.990000000000002</cx:pt>
          <cx:pt idx="78777">145.16</cx:pt>
          <cx:pt idx="78778">78.400000000000006</cx:pt>
          <cx:pt idx="78779">79.849999999999994</cx:pt>
          <cx:pt idx="78780">83.480000000000004</cx:pt>
          <cx:pt idx="78781">31.280000000000001</cx:pt>
          <cx:pt idx="78782">48.780000000000001</cx:pt>
          <cx:pt idx="78783">84.980000000000004</cx:pt>
          <cx:pt idx="78784">31.280000000000001</cx:pt>
          <cx:pt idx="78785">31.280000000000001</cx:pt>
          <cx:pt idx="78786">31.280000000000001</cx:pt>
          <cx:pt idx="78787">84.980000000000004</cx:pt>
          <cx:pt idx="78788">31.93</cx:pt>
          <cx:pt idx="78789">31.280000000000001</cx:pt>
          <cx:pt idx="78790">231.94999999999999</cx:pt>
          <cx:pt idx="78791">77.859999999999999</cx:pt>
          <cx:pt idx="78792">69.950000000000003</cx:pt>
          <cx:pt idx="78793">316.83999999999997</cx:pt>
          <cx:pt idx="78794">139.90000000000001</cx:pt>
          <cx:pt idx="78795">85.980000000000004</cx:pt>
          <cx:pt idx="78796">128.97</cx:pt>
          <cx:pt idx="78797">71.969999999999999</cx:pt>
          <cx:pt idx="78798">107.97</cx:pt>
          <cx:pt idx="78799">179.94</cx:pt>
          <cx:pt idx="78800">50.969999999999999</cx:pt>
          <cx:pt idx="78801">77.480000000000004</cx:pt>
          <cx:pt idx="78802">77.480000000000004</cx:pt>
          <cx:pt idx="78803">75.980000000000004</cx:pt>
          <cx:pt idx="78804">62.68</cx:pt>
          <cx:pt idx="78805">77.480000000000004</cx:pt>
          <cx:pt idx="78806">65.980000000000004</cx:pt>
          <cx:pt idx="78807">73.980000000000004</cx:pt>
          <cx:pt idx="78808">75.969999999999999</cx:pt>
          <cx:pt idx="78809">77.480000000000004</cx:pt>
          <cx:pt idx="78810">201.96000000000001</cx:pt>
          <cx:pt idx="78811">164.56</cx:pt>
          <cx:pt idx="78812">153.97999999999999</cx:pt>
          <cx:pt idx="78813">106.97</cx:pt>
          <cx:pt idx="78814">185.97</cx:pt>
          <cx:pt idx="78815">50.479999999999997</cx:pt>
          <cx:pt idx="78816">77.939999999999998</cx:pt>
          <cx:pt idx="78817">77.939999999999998</cx:pt>
          <cx:pt idx="78818">50.479999999999997</cx:pt>
          <cx:pt idx="78819">103.92</cx:pt>
          <cx:pt idx="78820">77.939999999999998</cx:pt>
          <cx:pt idx="78821">77.939999999999998</cx:pt>
          <cx:pt idx="78822">77.939999999999998</cx:pt>
          <cx:pt idx="78823">127.92</cx:pt>
          <cx:pt idx="78824">77.939999999999998</cx:pt>
          <cx:pt idx="78825">11.289999999999999</cx:pt>
          <cx:pt idx="78826">174.94</cx:pt>
          <cx:pt idx="78827">114.95</cx:pt>
          <cx:pt idx="78828">91.959999999999994</cx:pt>
          <cx:pt idx="78829">68.989999999999995</cx:pt>
          <cx:pt idx="78830">199.96000000000001</cx:pt>
          <cx:pt idx="78831">218.94999999999999</cx:pt>
          <cx:pt idx="78832">196.97</cx:pt>
          <cx:pt idx="78833">229.47</cx:pt>
          <cx:pt idx="78834">124.47</cx:pt>
          <cx:pt idx="78835">122.45</cx:pt>
          <cx:pt idx="78836">194.46000000000001</cx:pt>
          <cx:pt idx="78837">65.989999999999995</cx:pt>
          <cx:pt idx="78838">65.989999999999995</cx:pt>
          <cx:pt idx="78839">63.979999999999997</cx:pt>
          <cx:pt idx="78840">59.979999999999997</cx:pt>
          <cx:pt idx="78841">65.989999999999995</cx:pt>
          <cx:pt idx="78842">59.979999999999997</cx:pt>
          <cx:pt idx="78843">65.989999999999995</cx:pt>
          <cx:pt idx="78844">63.979999999999997</cx:pt>
          <cx:pt idx="78845">130.63999999999999</cx:pt>
          <cx:pt idx="78846">140.31999999999999</cx:pt>
          <cx:pt idx="78847">79.849999999999994</cx:pt>
          <cx:pt idx="78848">79.849999999999994</cx:pt>
          <cx:pt idx="78849">104.04000000000001</cx:pt>
          <cx:pt idx="78850">88.430000000000007</cx:pt>
          <cx:pt idx="78851">104.04000000000001</cx:pt>
          <cx:pt idx="78852">95.799999999999997</cx:pt>
          <cx:pt idx="78853">121.98</cx:pt>
          <cx:pt idx="78854">54.329999999999998</cx:pt>
          <cx:pt idx="78855">67.659999999999997</cx:pt>
          <cx:pt idx="78856">131.41</cx:pt>
          <cx:pt idx="78857">130.18000000000001</cx:pt>
          <cx:pt idx="78858">110.98</cx:pt>
          <cx:pt idx="78859">312.92000000000002</cx:pt>
          <cx:pt idx="78860">99.980000000000004</cx:pt>
          <cx:pt idx="78861">101.12</cx:pt>
          <cx:pt idx="78862">97.079999999999998</cx:pt>
          <cx:pt idx="78863">136.94999999999999</cx:pt>
          <cx:pt idx="78864">-11.300000000000001</cx:pt>
          <cx:pt idx="78865">94.540000000000006</cx:pt>
          <cx:pt idx="78866">107.06999999999999</cx:pt>
          <cx:pt idx="78867">166.94999999999999</cx:pt>
          <cx:pt idx="78868">173.97</cx:pt>
          <cx:pt idx="78869">121.98</cx:pt>
          <cx:pt idx="78870">111.98</cx:pt>
          <cx:pt idx="78871">66.680000000000007</cx:pt>
          <cx:pt idx="78872">121.98</cx:pt>
          <cx:pt idx="78873">121.98</cx:pt>
          <cx:pt idx="78874">181.44999999999999</cx:pt>
          <cx:pt idx="78875">182.97</cx:pt>
          <cx:pt idx="78876">67.980000000000004</cx:pt>
          <cx:pt idx="78877">79.980000000000004</cx:pt>
          <cx:pt idx="78878">79.980000000000004</cx:pt>
          <cx:pt idx="78879">66.790000000000006</cx:pt>
          <cx:pt idx="78880">79.980000000000004</cx:pt>
          <cx:pt idx="78881">64.980000000000004</cx:pt>
          <cx:pt idx="78882">137.97</cx:pt>
          <cx:pt idx="78883">79.980000000000004</cx:pt>
          <cx:pt idx="78884">79.980000000000004</cx:pt>
          <cx:pt idx="78885">46.490000000000002</cx:pt>
          <cx:pt idx="78886">202.94</cx:pt>
          <cx:pt idx="78887">21.489999999999998</cx:pt>
          <cx:pt idx="78888">46.490000000000002</cx:pt>
          <cx:pt idx="78889">289.95999999999998</cx:pt>
          <cx:pt idx="78890">21.489999999999998</cx:pt>
          <cx:pt idx="78891">68.989999999999995</cx:pt>
          <cx:pt idx="78892">11.49</cx:pt>
          <cx:pt idx="78893">11.49</cx:pt>
          <cx:pt idx="78894">108.98</cx:pt>
          <cx:pt idx="78895">202.94</cx:pt>
          <cx:pt idx="78896">33.479999999999997</cx:pt>
          <cx:pt idx="78897">99.980000000000004</cx:pt>
          <cx:pt idx="78898">33.479999999999997</cx:pt>
          <cx:pt idx="78899">149.97</cx:pt>
          <cx:pt idx="78900">289.95999999999998</cx:pt>
          <cx:pt idx="78901">108.98</cx:pt>
          <cx:pt idx="78902">149.97</cx:pt>
          <cx:pt idx="78903">68.989999999999995</cx:pt>
          <cx:pt idx="78904">99.980000000000004</cx:pt>
          <cx:pt idx="78905">90.959999999999994</cx:pt>
          <cx:pt idx="78906">114.95999999999999</cx:pt>
          <cx:pt idx="78907">84.969999999999999</cx:pt>
          <cx:pt idx="78908">143.72999999999999</cx:pt>
          <cx:pt idx="78909">70.980000000000004</cx:pt>
          <cx:pt idx="78910">171.94999999999999</cx:pt>
          <cx:pt idx="78911">140.94999999999999</cx:pt>
          <cx:pt idx="78912">263.95999999999998</cx:pt>
          <cx:pt idx="78913">68.480000000000004</cx:pt>
          <cx:pt idx="78914">131.97999999999999</cx:pt>
          <cx:pt idx="78915">84.989999999999995</cx:pt>
          <cx:pt idx="78916">84.989999999999995</cx:pt>
          <cx:pt idx="78917">112.18000000000001</cx:pt>
          <cx:pt idx="78918">84.989999999999995</cx:pt>
          <cx:pt idx="78919">84.989999999999995</cx:pt>
          <cx:pt idx="78920">84.989999999999995</cx:pt>
          <cx:pt idx="78921">49.990000000000002</cx:pt>
          <cx:pt idx="78922">59.939999999999998</cx:pt>
          <cx:pt idx="78923">84.989999999999995</cx:pt>
          <cx:pt idx="78924">84.989999999999995</cx:pt>
          <cx:pt idx="78925">84.989999999999995</cx:pt>
          <cx:pt idx="78926">65.189999999999998</cx:pt>
          <cx:pt idx="78927">68.989999999999995</cx:pt>
          <cx:pt idx="78928">68.989999999999995</cx:pt>
          <cx:pt idx="78929">61.969999999999999</cx:pt>
          <cx:pt idx="78930">73.959999999999994</cx:pt>
          <cx:pt idx="78931">27.640000000000001</cx:pt>
          <cx:pt idx="78932">95.359999999999999</cx:pt>
          <cx:pt idx="78933">51.979999999999997</cx:pt>
          <cx:pt idx="78934">97.549999999999997</cx:pt>
          <cx:pt idx="78935">81.969999999999999</cx:pt>
          <cx:pt idx="78936">65.969999999999999</cx:pt>
          <cx:pt idx="78937">51.979999999999997</cx:pt>
          <cx:pt idx="78938">63.969999999999999</cx:pt>
          <cx:pt idx="78939">27.640000000000001</cx:pt>
          <cx:pt idx="78940">81.969999999999999</cx:pt>
          <cx:pt idx="78941">73.959999999999994</cx:pt>
          <cx:pt idx="78942">75.189999999999998</cx:pt>
          <cx:pt idx="78943">51.979999999999997</cx:pt>
          <cx:pt idx="78944">51.979999999999997</cx:pt>
          <cx:pt idx="78945">61.969999999999999</cx:pt>
          <cx:pt idx="78946">51.979999999999997</cx:pt>
          <cx:pt idx="78947">95.359999999999999</cx:pt>
          <cx:pt idx="78948">65.969999999999999</cx:pt>
          <cx:pt idx="78949">75.189999999999998</cx:pt>
          <cx:pt idx="78950">51.979999999999997</cx:pt>
          <cx:pt idx="78951">63.969999999999999</cx:pt>
          <cx:pt idx="78952">63.969999999999999</cx:pt>
          <cx:pt idx="78953">51.979999999999997</cx:pt>
          <cx:pt idx="78954">127.94</cx:pt>
          <cx:pt idx="78955">63.969999999999999</cx:pt>
          <cx:pt idx="78956">51.979999999999997</cx:pt>
          <cx:pt idx="78957">97.549999999999997</cx:pt>
          <cx:pt idx="78958">127.94</cx:pt>
          <cx:pt idx="78959">84.989999999999995</cx:pt>
          <cx:pt idx="78960">209.94</cx:pt>
          <cx:pt idx="78961">234.94</cx:pt>
          <cx:pt idx="78962">84.989999999999995</cx:pt>
          <cx:pt idx="78963">73.969999999999999</cx:pt>
          <cx:pt idx="78964">83.969999999999999</cx:pt>
          <cx:pt idx="78965">55.979999999999997</cx:pt>
          <cx:pt idx="78966">77.959999999999994</cx:pt>
          <cx:pt idx="78967">65.969999999999999</cx:pt>
          <cx:pt idx="78968">115.95999999999999</cx:pt>
          <cx:pt idx="78969">55.979999999999997</cx:pt>
          <cx:pt idx="78970">112.95999999999999</cx:pt>
          <cx:pt idx="78971">58.979999999999997</cx:pt>
          <cx:pt idx="78972">55.979999999999997</cx:pt>
          <cx:pt idx="78973">59.979999999999997</cx:pt>
          <cx:pt idx="78974">88.969999999999999</cx:pt>
          <cx:pt idx="78975">169.97999999999999</cx:pt>
          <cx:pt idx="78976">187.97</cx:pt>
          <cx:pt idx="78977">169.97999999999999</cx:pt>
          <cx:pt idx="78978">169.97999999999999</cx:pt>
          <cx:pt idx="78979">62.979999999999997</cx:pt>
          <cx:pt idx="78980">169.44</cx:pt>
          <cx:pt idx="78981">71.859999999999999</cx:pt>
          <cx:pt idx="78982">113.7</cx:pt>
          <cx:pt idx="78983">108.88</cx:pt>
          <cx:pt idx="78984">71.859999999999999</cx:pt>
          <cx:pt idx="78985">53.82</cx:pt>
          <cx:pt idx="78986">110.06</cx:pt>
          <cx:pt idx="78987">76.079999999999998</cx:pt>
          <cx:pt idx="78988">214.22999999999999</cx:pt>
          <cx:pt idx="78989">14.99</cx:pt>
          <cx:pt idx="78990">59.960000000000001</cx:pt>
          <cx:pt idx="78991">50.969999999999999</cx:pt>
          <cx:pt idx="78992">59.960000000000001</cx:pt>
          <cx:pt idx="78993">99.959999999999994</cx:pt>
          <cx:pt idx="78994">56.909999999999997</cx:pt>
          <cx:pt idx="78995">130.44</cx:pt>
          <cx:pt idx="78996">59.359999999999999</cx:pt>
          <cx:pt idx="78997">59.960000000000001</cx:pt>
          <cx:pt idx="78998">59.960000000000001</cx:pt>
          <cx:pt idx="78999">59.960000000000001</cx:pt>
          <cx:pt idx="79000">59.359999999999999</cx:pt>
          <cx:pt idx="79001">65.989999999999995</cx:pt>
          <cx:pt idx="79002">104.95999999999999</cx:pt>
          <cx:pt idx="79003">84.980000000000004</cx:pt>
          <cx:pt idx="79004">190.96000000000001</cx:pt>
          <cx:pt idx="79005">43.460000000000001</cx:pt>
          <cx:pt idx="79006">65.989999999999995</cx:pt>
          <cx:pt idx="79007">103.97</cx:pt>
          <cx:pt idx="79008">105.98</cx:pt>
          <cx:pt idx="79009">58.979999999999997</cx:pt>
          <cx:pt idx="79010">68.840000000000003</cx:pt>
          <cx:pt idx="79011">85.950000000000003</cx:pt>
          <cx:pt idx="79012">67.969999999999999</cx:pt>
          <cx:pt idx="79013">55.960000000000001</cx:pt>
          <cx:pt idx="79014">55.960000000000001</cx:pt>
          <cx:pt idx="79015">73.969999999999999</cx:pt>
          <cx:pt idx="79016">124.8</cx:pt>
          <cx:pt idx="79017">224.94</cx:pt>
          <cx:pt idx="79018">159.94999999999999</cx:pt>
          <cx:pt idx="79019">132.47</cx:pt>
          <cx:pt idx="79020">131.97999999999999</cx:pt>
          <cx:pt idx="79021">163.96000000000001</cx:pt>
          <cx:pt idx="79022">131.97999999999999</cx:pt>
          <cx:pt idx="79023">121.98</cx:pt>
          <cx:pt idx="79024">219.97</cx:pt>
          <cx:pt idx="79025">159.69999999999999</cx:pt>
          <cx:pt idx="79026">239.53999999999999</cx:pt>
          <cx:pt idx="79027">240.74000000000001</cx:pt>
          <cx:pt idx="79028">40.490000000000002</cx:pt>
          <cx:pt idx="79029">159.69999999999999</cx:pt>
          <cx:pt idx="79030">122.17</cx:pt>
          <cx:pt idx="79031">27.25</cx:pt>
          <cx:pt idx="79032">120.42</cx:pt>
          <cx:pt idx="79033">28.48</cx:pt>
          <cx:pt idx="79034">102.73999999999999</cx:pt>
          <cx:pt idx="79035">27.18</cx:pt>
          <cx:pt idx="79036">13.98</cx:pt>
          <cx:pt idx="79037">77.640000000000001</cx:pt>
          <cx:pt idx="79038">20.969999999999999</cx:pt>
          <cx:pt idx="79039">103.52</cx:pt>
          <cx:pt idx="79040">50.729999999999997</cx:pt>
          <cx:pt idx="79041">98.629999999999995</cx:pt>
          <cx:pt idx="79042">77.640000000000001</cx:pt>
          <cx:pt idx="79043">75.870000000000005</cx:pt>
          <cx:pt idx="79044">77.640000000000001</cx:pt>
          <cx:pt idx="79045">98.629999999999995</cx:pt>
          <cx:pt idx="79046">77.640000000000001</cx:pt>
          <cx:pt idx="79047">84.989999999999995</cx:pt>
          <cx:pt idx="79048">80.980000000000004</cx:pt>
          <cx:pt idx="79049">131.97999999999999</cx:pt>
          <cx:pt idx="79050">59.969999999999999</cx:pt>
          <cx:pt idx="79051">79.980000000000004</cx:pt>
          <cx:pt idx="79052">80.980000000000004</cx:pt>
          <cx:pt idx="79053">161.96000000000001</cx:pt>
          <cx:pt idx="79054">95.379999999999995</cx:pt>
          <cx:pt idx="79055">80.980000000000004</cx:pt>
          <cx:pt idx="79056">173.66</cx:pt>
          <cx:pt idx="79057">89.969999999999999</cx:pt>
          <cx:pt idx="79058">67.480000000000004</cx:pt>
          <cx:pt idx="79059">113.16</cx:pt>
          <cx:pt idx="79060">167.96000000000001</cx:pt>
          <cx:pt idx="79061">167.96000000000001</cx:pt>
          <cx:pt idx="79062">173.66</cx:pt>
          <cx:pt idx="79063">153.97999999999999</cx:pt>
          <cx:pt idx="79064">113.16</cx:pt>
          <cx:pt idx="79065">84.989999999999995</cx:pt>
          <cx:pt idx="79066">115.95</cx:pt>
          <cx:pt idx="79067">115.95</cx:pt>
          <cx:pt idx="79068">89.969999999999999</cx:pt>
          <cx:pt idx="79069">67.480000000000004</cx:pt>
          <cx:pt idx="79070">84.989999999999995</cx:pt>
          <cx:pt idx="79071">153.97999999999999</cx:pt>
          <cx:pt idx="79072">31.289999999999999</cx:pt>
          <cx:pt idx="79073">33.289999999999999</cx:pt>
          <cx:pt idx="79074">138.97</cx:pt>
          <cx:pt idx="79075">31.289999999999999</cx:pt>
          <cx:pt idx="79076">50</cx:pt>
          <cx:pt idx="79077">9.3900000000000006</cx:pt>
          <cx:pt idx="79078">14.550000000000001</cx:pt>
          <cx:pt idx="79079">63.979999999999997</cx:pt>
          <cx:pt idx="79080">71.480000000000004</cx:pt>
          <cx:pt idx="79081">40.289999999999999</cx:pt>
          <cx:pt idx="79082">65.989999999999995</cx:pt>
          <cx:pt idx="79083">65.989999999999995</cx:pt>
          <cx:pt idx="79084">79.980000000000004</cx:pt>
          <cx:pt idx="79085">54.5</cx:pt>
          <cx:pt idx="79086">49.490000000000002</cx:pt>
          <cx:pt idx="79087">92.980000000000004</cx:pt>
          <cx:pt idx="79088">49.490000000000002</cx:pt>
          <cx:pt idx="79089">183.94999999999999</cx:pt>
          <cx:pt idx="79090">169.97999999999999</cx:pt>
          <cx:pt idx="79091">153.97</cx:pt>
          <cx:pt idx="79092">84.989999999999995</cx:pt>
          <cx:pt idx="79093">234.96000000000001</cx:pt>
          <cx:pt idx="79094">69.989999999999995</cx:pt>
          <cx:pt idx="79095">128.97999999999999</cx:pt>
          <cx:pt idx="79096">179.94999999999999</cx:pt>
          <cx:pt idx="79097">91.950000000000003</cx:pt>
          <cx:pt idx="79098">267.94999999999999</cx:pt>
          <cx:pt idx="79099">538.41999999999996</cx:pt>
          <cx:pt idx="79100">84.989999999999995</cx:pt>
          <cx:pt idx="79101">82.75</cx:pt>
          <cx:pt idx="79102">80.739999999999995</cx:pt>
          <cx:pt idx="79103">166.58000000000001</cx:pt>
          <cx:pt idx="79104">138.97</cx:pt>
          <cx:pt idx="79105">169.97999999999999</cx:pt>
          <cx:pt idx="79106">189.97</cx:pt>
          <cx:pt idx="79107">248.36000000000001</cx:pt>
          <cx:pt idx="79108">152.97999999999999</cx:pt>
          <cx:pt idx="79109">207.96000000000001</cx:pt>
          <cx:pt idx="79110">200.33000000000001</cx:pt>
          <cx:pt idx="79111">97.980000000000004</cx:pt>
          <cx:pt idx="79112">14.49</cx:pt>
          <cx:pt idx="79113">169.97999999999999</cx:pt>
          <cx:pt idx="79114">182.97</cx:pt>
          <cx:pt idx="79115">60.469999999999999</cx:pt>
          <cx:pt idx="79116">65.969999999999999</cx:pt>
          <cx:pt idx="79117">99.969999999999999</cx:pt>
          <cx:pt idx="79118">27.48</cx:pt>
          <cx:pt idx="79119">61.960000000000001</cx:pt>
          <cx:pt idx="79120">156.24000000000001</cx:pt>
          <cx:pt idx="79121">84.989999999999995</cx:pt>
          <cx:pt idx="79122">76.489999999999995</cx:pt>
          <cx:pt idx="79123">84.989999999999995</cx:pt>
          <cx:pt idx="79124">84.989999999999995</cx:pt>
          <cx:pt idx="79125">49.990000000000002</cx:pt>
          <cx:pt idx="79126">68.989999999999995</cx:pt>
          <cx:pt idx="79127">145.97999999999999</cx:pt>
          <cx:pt idx="79128">144.47999999999999</cx:pt>
          <cx:pt idx="79129">65.989999999999995</cx:pt>
          <cx:pt idx="79130">137.97999999999999</cx:pt>
          <cx:pt idx="79131">84.989999999999995</cx:pt>
          <cx:pt idx="79132">65.989999999999995</cx:pt>
          <cx:pt idx="79133">153.97999999999999</cx:pt>
          <cx:pt idx="79134">65.989999999999995</cx:pt>
          <cx:pt idx="79135">169.97999999999999</cx:pt>
          <cx:pt idx="79136">65.989999999999995</cx:pt>
          <cx:pt idx="79137">84.989999999999995</cx:pt>
          <cx:pt idx="79138">89.980000000000004</cx:pt>
          <cx:pt idx="79139">89.980000000000004</cx:pt>
          <cx:pt idx="79140">89.980000000000004</cx:pt>
          <cx:pt idx="79141">68.980000000000004</cx:pt>
          <cx:pt idx="79142">99.980000000000004</cx:pt>
          <cx:pt idx="79143">91.980000000000004</cx:pt>
          <cx:pt idx="79144">89.980000000000004</cx:pt>
          <cx:pt idx="79145">104.97</cx:pt>
          <cx:pt idx="79146">94.959999999999994</cx:pt>
          <cx:pt idx="79147">64.969999999999999</cx:pt>
          <cx:pt idx="79148">149.94</cx:pt>
          <cx:pt idx="79149">119.94</cx:pt>
          <cx:pt idx="79150">54.979999999999997</cx:pt>
          <cx:pt idx="79151">109.98</cx:pt>
          <cx:pt idx="79152">139.94999999999999</cx:pt>
          <cx:pt idx="79153">273.39999999999998</cx:pt>
          <cx:pt idx="79154">81.260000000000005</cx:pt>
          <cx:pt idx="79155">66.510000000000005</cx:pt>
          <cx:pt idx="79156">174.18000000000001</cx:pt>
          <cx:pt idx="79157">108.86</cx:pt>
          <cx:pt idx="79158">49.57</cx:pt>
          <cx:pt idx="79159">67.719999999999999</cx:pt>
          <cx:pt idx="79160">90.739999999999995</cx:pt>
          <cx:pt idx="79161">25.390000000000001</cx:pt>
          <cx:pt idx="79162">65.989999999999995</cx:pt>
          <cx:pt idx="79163">65.989999999999995</cx:pt>
          <cx:pt idx="79164">77.480000000000004</cx:pt>
          <cx:pt idx="79165">67.489999999999995</cx:pt>
          <cx:pt idx="79166">109.98</cx:pt>
          <cx:pt idx="79167">65.989999999999995</cx:pt>
          <cx:pt idx="79168">89.969999999999999</cx:pt>
          <cx:pt idx="79169">50.969999999999999</cx:pt>
          <cx:pt idx="79170">65.989999999999995</cx:pt>
          <cx:pt idx="79171">65.989999999999995</cx:pt>
          <cx:pt idx="79172">84.989999999999995</cx:pt>
          <cx:pt idx="79173">65.989999999999995</cx:pt>
          <cx:pt idx="79174">104.93000000000001</cx:pt>
          <cx:pt idx="79175">119.92</cx:pt>
          <cx:pt idx="79176">119.92</cx:pt>
          <cx:pt idx="79177">86.790000000000006</cx:pt>
          <cx:pt idx="79178">0</cx:pt>
          <cx:pt idx="79179">94.340000000000003</cx:pt>
          <cx:pt idx="79180">94.340000000000003</cx:pt>
          <cx:pt idx="79181">84.909999999999997</cx:pt>
          <cx:pt idx="79182">70.140000000000001</cx:pt>
          <cx:pt idx="79183">94.340000000000003</cx:pt>
          <cx:pt idx="79184">94.340000000000003</cx:pt>
          <cx:pt idx="79185">94.340000000000003</cx:pt>
          <cx:pt idx="79186">87.969999999999999</cx:pt>
          <cx:pt idx="79187">197.87</cx:pt>
          <cx:pt idx="79188">114.91</cx:pt>
          <cx:pt idx="79189">126.02</cx:pt>
          <cx:pt idx="79190">278.22000000000003</cx:pt>
          <cx:pt idx="79191">214.13</cx:pt>
          <cx:pt idx="79192">237.96000000000001</cx:pt>
          <cx:pt idx="79193">79.980000000000004</cx:pt>
          <cx:pt idx="79194">65.989999999999995</cx:pt>
          <cx:pt idx="79195">199.94999999999999</cx:pt>
          <cx:pt idx="79196">89.969999999999999</cx:pt>
          <cx:pt idx="79197">118.45999999999999</cx:pt>
          <cx:pt idx="79198">59.979999999999997</cx:pt>
          <cx:pt idx="79199">59.979999999999997</cx:pt>
          <cx:pt idx="79200">58.18</cx:pt>
          <cx:pt idx="79201">59.979999999999997</cx:pt>
          <cx:pt idx="79202">59.979999999999997</cx:pt>
          <cx:pt idx="79203">58.780000000000001</cx:pt>
          <cx:pt idx="79204">59.979999999999997</cx:pt>
          <cx:pt idx="79205">59.979999999999997</cx:pt>
          <cx:pt idx="79206">58.18</cx:pt>
          <cx:pt idx="79207">109.76000000000001</cx:pt>
          <cx:pt idx="79208">63.969999999999999</cx:pt>
          <cx:pt idx="79209">66.269999999999996</cx:pt>
          <cx:pt idx="79210">21.960000000000001</cx:pt>
          <cx:pt idx="79211">121.95999999999999</cx:pt>
          <cx:pt idx="79212">93.560000000000002</cx:pt>
          <cx:pt idx="79213">121.95999999999999</cx:pt>
          <cx:pt idx="79214">121.95999999999999</cx:pt>
          <cx:pt idx="79215">103.95999999999999</cx:pt>
          <cx:pt idx="79216">77.969999999999999</cx:pt>
          <cx:pt idx="79217">77.969999999999999</cx:pt>
          <cx:pt idx="79218">61.969999999999999</cx:pt>
          <cx:pt idx="79219">71.969999999999999</cx:pt>
          <cx:pt idx="79220">66.969999999999999</cx:pt>
          <cx:pt idx="79221">53.969999999999999</cx:pt>
          <cx:pt idx="79222">55.979999999999997</cx:pt>
          <cx:pt idx="79223">156.96000000000001</cx:pt>
          <cx:pt idx="79224">37.479999999999997</cx:pt>
          <cx:pt idx="79225">131.96000000000001</cx:pt>
          <cx:pt idx="79226">150.96000000000001</cx:pt>
          <cx:pt idx="79227">79.969999999999999</cx:pt>
          <cx:pt idx="79228">194.94</cx:pt>
          <cx:pt idx="79229">245.94999999999999</cx:pt>
          <cx:pt idx="79230">104.98</cx:pt>
          <cx:pt idx="79231">67.989999999999995</cx:pt>
          <cx:pt idx="79232">79.989999999999995</cx:pt>
          <cx:pt idx="79233">99.980000000000004</cx:pt>
          <cx:pt idx="79234">79.989999999999995</cx:pt>
          <cx:pt idx="79235">79.989999999999995</cx:pt>
          <cx:pt idx="79236">79.989999999999995</cx:pt>
          <cx:pt idx="79237">52.170000000000002</cx:pt>
          <cx:pt idx="79238">171.96000000000001</cx:pt>
          <cx:pt idx="79239">21.489999999999998</cx:pt>
          <cx:pt idx="79240">55.979999999999997</cx:pt>
          <cx:pt idx="79241">171.96000000000001</cx:pt>
          <cx:pt idx="79242">124.77</cx:pt>
          <cx:pt idx="79243">343.92000000000002</cx:pt>
          <cx:pt idx="79244">78.359999999999999</cx:pt>
          <cx:pt idx="79245">60.979999999999997</cx:pt>
          <cx:pt idx="79246">109.98</cx:pt>
          <cx:pt idx="79247">68.900000000000006</cx:pt>
          <cx:pt idx="79248">84.989999999999995</cx:pt>
          <cx:pt idx="79249">73.969999999999999</cx:pt>
          <cx:pt idx="79250">54.979999999999997</cx:pt>
          <cx:pt idx="79251">62.979999999999997</cx:pt>
          <cx:pt idx="79252">84.989999999999995</cx:pt>
          <cx:pt idx="79253">84.980000000000004</cx:pt>
          <cx:pt idx="79254">169.97999999999999</cx:pt>
          <cx:pt idx="79255">175.87</cx:pt>
          <cx:pt idx="79256">109.98</cx:pt>
          <cx:pt idx="79257">159.97999999999999</cx:pt>
          <cx:pt idx="79258">84.989999999999995</cx:pt>
          <cx:pt idx="79259">82.189999999999998</cx:pt>
          <cx:pt idx="79260">68.980000000000004</cx:pt>
          <cx:pt idx="79261">20.489999999999998</cx:pt>
          <cx:pt idx="79262">72.239999999999995</cx:pt>
          <cx:pt idx="79263">19.489999999999998</cx:pt>
          <cx:pt idx="79264">140.94</cx:pt>
          <cx:pt idx="79265">140.94</cx:pt>
          <cx:pt idx="79266">145.94</cx:pt>
          <cx:pt idx="79267">55.960000000000001</cx:pt>
          <cx:pt idx="79268">55.960000000000001</cx:pt>
          <cx:pt idx="79269">100.95</cx:pt>
          <cx:pt idx="79270">99.829999999999998</cx:pt>
          <cx:pt idx="79271">128.24000000000001</cx:pt>
          <cx:pt idx="79272">167.78999999999999</cx:pt>
          <cx:pt idx="79273">96.959999999999994</cx:pt>
          <cx:pt idx="79274">136.69</cx:pt>
          <cx:pt idx="79275">158.96000000000001</cx:pt>
          <cx:pt idx="79276">96.780000000000001</cx:pt>
          <cx:pt idx="79277">198.16</cx:pt>
          <cx:pt idx="79278">105.25</cx:pt>
          <cx:pt idx="79279">79.849999999999994</cx:pt>
          <cx:pt idx="79280">97.989999999999995</cx:pt>
          <cx:pt idx="79281">159.69999999999999</cx:pt>
          <cx:pt idx="79282">114.91</cx:pt>
          <cx:pt idx="79283">150</cx:pt>
          <cx:pt idx="79284">52.979999999999997</cx:pt>
          <cx:pt idx="79285">98.969999999999999</cx:pt>
          <cx:pt idx="79286">103.66</cx:pt>
          <cx:pt idx="79287">-41.619999999999997</cx:pt>
          <cx:pt idx="79288">118.78</cx:pt>
          <cx:pt idx="79289">169.97999999999999</cx:pt>
          <cx:pt idx="79290">84.569999999999993</cx:pt>
          <cx:pt idx="79291">65.989999999999995</cx:pt>
          <cx:pt idx="79292">159.96000000000001</cx:pt>
          <cx:pt idx="79293">5.2000000000000002</cx:pt>
          <cx:pt idx="79294">65.989999999999995</cx:pt>
          <cx:pt idx="79295">84.680000000000007</cx:pt>
          <cx:pt idx="79296">132.97999999999999</cx:pt>
          <cx:pt idx="79297">82.260000000000005</cx:pt>
          <cx:pt idx="79298">101.79000000000001</cx:pt>
          <cx:pt idx="79299">159.63999999999999</cx:pt>
          <cx:pt idx="79300">50.979999999999997</cx:pt>
          <cx:pt idx="79301">51.090000000000003</cx:pt>
          <cx:pt idx="79302">29.489999999999998</cx:pt>
          <cx:pt idx="79303">65.989999999999995</cx:pt>
          <cx:pt idx="79304">54.990000000000002</cx:pt>
          <cx:pt idx="79305">54.990000000000002</cx:pt>
          <cx:pt idx="79306">120.98</cx:pt>
          <cx:pt idx="79307">29.489999999999998</cx:pt>
          <cx:pt idx="79308">54.990000000000002</cx:pt>
          <cx:pt idx="79309">32.240000000000002</cx:pt>
          <cx:pt idx="79310">16.489999999999998</cx:pt>
          <cx:pt idx="79311">86.489999999999995</cx:pt>
          <cx:pt idx="79312">65.989999999999995</cx:pt>
          <cx:pt idx="79313">41.490000000000002</cx:pt>
          <cx:pt idx="79314">65.989999999999995</cx:pt>
          <cx:pt idx="79315">16.489999999999998</cx:pt>
          <cx:pt idx="79316">41.490000000000002</cx:pt>
          <cx:pt idx="79317">31.489999999999998</cx:pt>
          <cx:pt idx="79318">254.91</cx:pt>
          <cx:pt idx="79319">59.950000000000003</cx:pt>
          <cx:pt idx="79320">79.980000000000004</cx:pt>
          <cx:pt idx="79321">87.260000000000005</cx:pt>
          <cx:pt idx="79322">169.97999999999999</cx:pt>
          <cx:pt idx="79323">135.47</cx:pt>
          <cx:pt idx="79324">87.469999999999999</cx:pt>
          <cx:pt idx="79325">84.989999999999995</cx:pt>
          <cx:pt idx="79326">107.08</cx:pt>
          <cx:pt idx="79327">144.47999999999999</cx:pt>
          <cx:pt idx="79328">263.95999999999998</cx:pt>
          <cx:pt idx="79329">338.91000000000003</cx:pt>
          <cx:pt idx="79330">104.93000000000001</cx:pt>
          <cx:pt idx="79331">169.97999999999999</cx:pt>
          <cx:pt idx="79332">188.97</cx:pt>
          <cx:pt idx="79333">149.97</cx:pt>
          <cx:pt idx="79334">218.94999999999999</cx:pt>
          <cx:pt idx="79335">159.97999999999999</cx:pt>
          <cx:pt idx="79336">89.980000000000004</cx:pt>
          <cx:pt idx="79337">89.980000000000004</cx:pt>
          <cx:pt idx="79338">89.980000000000004</cx:pt>
          <cx:pt idx="79339">89.980000000000004</cx:pt>
          <cx:pt idx="79340">89.980000000000004</cx:pt>
          <cx:pt idx="79341">83.540000000000006</cx:pt>
          <cx:pt idx="79342">114.97</cx:pt>
          <cx:pt idx="79343">89.980000000000004</cx:pt>
          <cx:pt idx="79344">74.950000000000003</cx:pt>
          <cx:pt idx="79345">126.98</cx:pt>
          <cx:pt idx="79346">148.06</cx:pt>
          <cx:pt idx="79347">70.290000000000006</cx:pt>
          <cx:pt idx="79348">74.969999999999999</cx:pt>
          <cx:pt idx="79349">231.13999999999999</cx:pt>
          <cx:pt idx="79350">228.56</cx:pt>
          <cx:pt idx="79351">234.96000000000001</cx:pt>
          <cx:pt idx="79352">137.96000000000001</cx:pt>
          <cx:pt idx="79353">57.969999999999999</cx:pt>
          <cx:pt idx="79354">59.950000000000003</cx:pt>
          <cx:pt idx="79355">65.319999999999993</cx:pt>
          <cx:pt idx="79356">59.979999999999997</cx:pt>
          <cx:pt idx="79357">61.359999999999999</cx:pt>
          <cx:pt idx="79358">61.979999999999997</cx:pt>
          <cx:pt idx="79359">12.49</cx:pt>
          <cx:pt idx="79360">33.479999999999997</cx:pt>
          <cx:pt idx="79361">56.979999999999997</cx:pt>
          <cx:pt idx="79362">60.990000000000002</cx:pt>
          <cx:pt idx="79363">61.32</cx:pt>
          <cx:pt idx="79364">63.030000000000001</cx:pt>
          <cx:pt idx="79365">84.989999999999995</cx:pt>
          <cx:pt idx="79366">55.979999999999997</cx:pt>
          <cx:pt idx="79367">60.740000000000002</cx:pt>
          <cx:pt idx="79368">71.980000000000004</cx:pt>
          <cx:pt idx="79369">104.97</cx:pt>
          <cx:pt idx="79370">58.479999999999997</cx:pt>
          <cx:pt idx="79371">69.980000000000004</cx:pt>
          <cx:pt idx="79372">99.959999999999994</cx:pt>
          <cx:pt idx="79373">86.969999999999999</cx:pt>
          <cx:pt idx="79374">61.979999999999997</cx:pt>
          <cx:pt idx="79375">66.980000000000004</cx:pt>
          <cx:pt idx="79376">69.980000000000004</cx:pt>
          <cx:pt idx="79377">59.979999999999997</cx:pt>
          <cx:pt idx="79378">59.979999999999997</cx:pt>
          <cx:pt idx="79379">50.979999999999997</cx:pt>
          <cx:pt idx="79380">59.979999999999997</cx:pt>
          <cx:pt idx="79381">59.979999999999997</cx:pt>
          <cx:pt idx="79382">59.979999999999997</cx:pt>
          <cx:pt idx="79383">59.979999999999997</cx:pt>
          <cx:pt idx="79384">59.979999999999997</cx:pt>
          <cx:pt idx="79385">54.979999999999997</cx:pt>
          <cx:pt idx="79386">74.969999999999999</cx:pt>
          <cx:pt idx="79387">54.979999999999997</cx:pt>
          <cx:pt idx="79388">59.979999999999997</cx:pt>
          <cx:pt idx="79389">109.98</cx:pt>
          <cx:pt idx="79390">99.980000000000004</cx:pt>
          <cx:pt idx="79391">66.159999999999997</cx:pt>
          <cx:pt idx="79392">84.989999999999995</cx:pt>
          <cx:pt idx="79393">84.989999999999995</cx:pt>
          <cx:pt idx="79394">67.980000000000004</cx:pt>
          <cx:pt idx="79395">84.989999999999995</cx:pt>
          <cx:pt idx="79396">84.989999999999995</cx:pt>
          <cx:pt idx="79397">99.980000000000004</cx:pt>
          <cx:pt idx="79398">294.95999999999998</cx:pt>
          <cx:pt idx="79399">56.969999999999999</cx:pt>
          <cx:pt idx="79400">159.97999999999999</cx:pt>
          <cx:pt idx="79401">85.269999999999996</cx:pt>
          <cx:pt idx="79402">53.969999999999999</cx:pt>
          <cx:pt idx="79403">59.969999999999999</cx:pt>
          <cx:pt idx="79404">334.87</cx:pt>
          <cx:pt idx="79405">53.969999999999999</cx:pt>
          <cx:pt idx="79406">59.969999999999999</cx:pt>
          <cx:pt idx="79407">59.969999999999999</cx:pt>
          <cx:pt idx="79408">59.969999999999999</cx:pt>
          <cx:pt idx="79409">53.969999999999999</cx:pt>
          <cx:pt idx="79410">53.969999999999999</cx:pt>
          <cx:pt idx="79411">74.959999999999994</cx:pt>
          <cx:pt idx="79412">74.959999999999994</cx:pt>
          <cx:pt idx="79413">85.269999999999996</cx:pt>
          <cx:pt idx="79414">334.87</cx:pt>
          <cx:pt idx="79415">119.94</cx:pt>
          <cx:pt idx="79416">45.270000000000003</cx:pt>
          <cx:pt idx="79417">59.969999999999999</cx:pt>
          <cx:pt idx="79418">74.969999999999999</cx:pt>
          <cx:pt idx="79419">74.969999999999999</cx:pt>
          <cx:pt idx="79420">62.390000000000001</cx:pt>
          <cx:pt idx="79421">45.270000000000003</cx:pt>
          <cx:pt idx="79422">184.93000000000001</cx:pt>
          <cx:pt idx="79423">119.94</cx:pt>
          <cx:pt idx="79424">184.93000000000001</cx:pt>
          <cx:pt idx="79425">62.390000000000001</cx:pt>
          <cx:pt idx="79426">59.969999999999999</cx:pt>
          <cx:pt idx="79427">84.989999999999995</cx:pt>
          <cx:pt idx="79428">100.98</cx:pt>
          <cx:pt idx="79429">86.489999999999995</cx:pt>
          <cx:pt idx="79430">52.240000000000002</cx:pt>
          <cx:pt idx="79431">120.97</cx:pt>
          <cx:pt idx="79432">115.97</cx:pt>
          <cx:pt idx="79433">115.97</cx:pt>
          <cx:pt idx="79434">84.989999999999995</cx:pt>
          <cx:pt idx="79435">99.980000000000004</cx:pt>
          <cx:pt idx="79436">180.22</cx:pt>
          <cx:pt idx="79437">262.49000000000001</cx:pt>
          <cx:pt idx="79438">228.62</cx:pt>
          <cx:pt idx="79439">55.979999999999997</cx:pt>
          <cx:pt idx="79440">77.969999999999999</cx:pt>
          <cx:pt idx="79441">55.979999999999997</cx:pt>
          <cx:pt idx="79442">55.909999999999997</cx:pt>
          <cx:pt idx="79443">55.979999999999997</cx:pt>
          <cx:pt idx="79444">29.440000000000001</cx:pt>
          <cx:pt idx="79445">65.980000000000004</cx:pt>
          <cx:pt idx="79446">51.979999999999997</cx:pt>
          <cx:pt idx="79447">55.979999999999997</cx:pt>
          <cx:pt idx="79448">51.979999999999997</cx:pt>
          <cx:pt idx="79449">29.43</cx:pt>
          <cx:pt idx="79450">53.950000000000003</cx:pt>
          <cx:pt idx="79451">51.979999999999997</cx:pt>
          <cx:pt idx="79452">51.979999999999997</cx:pt>
          <cx:pt idx="79453">65.980000000000004</cx:pt>
          <cx:pt idx="79454">55.979999999999997</cx:pt>
          <cx:pt idx="79455">123.34999999999999</cx:pt>
          <cx:pt idx="79456">107.63</cx:pt>
          <cx:pt idx="79457">108.83</cx:pt>
          <cx:pt idx="79458">78.590000000000003</cx:pt>
          <cx:pt idx="79459">108.83</cx:pt>
          <cx:pt idx="79460">78.590000000000003</cx:pt>
          <cx:pt idx="79461">63.969999999999999</cx:pt>
          <cx:pt idx="79462">69.980000000000004</cx:pt>
          <cx:pt idx="79463">65.980000000000004</cx:pt>
          <cx:pt idx="79464">69.980000000000004</cx:pt>
          <cx:pt idx="79465">59.979999999999997</cx:pt>
          <cx:pt idx="79466">61.979999999999997</cx:pt>
          <cx:pt idx="79467">92.969999999999999</cx:pt>
          <cx:pt idx="79468">59.979999999999997</cx:pt>
          <cx:pt idx="79469">59.979999999999997</cx:pt>
          <cx:pt idx="79470">65.989999999999995</cx:pt>
          <cx:pt idx="79471">85.969999999999999</cx:pt>
          <cx:pt idx="79472">85.340000000000003</cx:pt>
          <cx:pt idx="79473">75.370000000000005</cx:pt>
          <cx:pt idx="79474">75.959999999999994</cx:pt>
          <cx:pt idx="79475">72.239999999999995</cx:pt>
          <cx:pt idx="79476">57.590000000000003</cx:pt>
          <cx:pt idx="79477">49.990000000000002</cx:pt>
          <cx:pt idx="79478">65.989999999999995</cx:pt>
          <cx:pt idx="79479">162.94999999999999</cx:pt>
          <cx:pt idx="79480">49.990000000000002</cx:pt>
          <cx:pt idx="79481">173.94</cx:pt>
          <cx:pt idx="79482">187.94</cx:pt>
          <cx:pt idx="79483">227.93000000000001</cx:pt>
          <cx:pt idx="79484">221.91999999999999</cx:pt>
          <cx:pt idx="79485">179.94</cx:pt>
          <cx:pt idx="79486">178.93000000000001</cx:pt>
          <cx:pt idx="79487">50.969999999999999</cx:pt>
          <cx:pt idx="79488">179.94</cx:pt>
          <cx:pt idx="79489">112.45999999999999</cx:pt>
          <cx:pt idx="79490">179.94</cx:pt>
          <cx:pt idx="79491">89.980000000000004</cx:pt>
          <cx:pt idx="79492">181.96000000000001</cx:pt>
          <cx:pt idx="79493">0</cx:pt>
          <cx:pt idx="79494">81.280000000000001</cx:pt>
          <cx:pt idx="79495">155.56999999999999</cx:pt>
          <cx:pt idx="79496">16.129999999999999</cx:pt>
          <cx:pt idx="79497">16.940000000000001</cx:pt>
          <cx:pt idx="79498">31.280000000000001</cx:pt>
          <cx:pt idx="79499">17.289999999999999</cx:pt>
          <cx:pt idx="79500">31.280000000000001</cx:pt>
          <cx:pt idx="79501">17.289999999999999</cx:pt>
          <cx:pt idx="79502">31.280000000000001</cx:pt>
          <cx:pt idx="79503">31.280000000000001</cx:pt>
          <cx:pt idx="79504">83.480000000000004</cx:pt>
          <cx:pt idx="79505">16.940000000000001</cx:pt>
          <cx:pt idx="79506">31.280000000000001</cx:pt>
          <cx:pt idx="79507">31.93</cx:pt>
          <cx:pt idx="79508">31.280000000000001</cx:pt>
          <cx:pt idx="79509">16.940000000000001</cx:pt>
          <cx:pt idx="79510">16.940000000000001</cx:pt>
          <cx:pt idx="79511">17.940000000000001</cx:pt>
          <cx:pt idx="79512">17.289999999999999</cx:pt>
          <cx:pt idx="79513">31.280000000000001</cx:pt>
          <cx:pt idx="79514">77.969999999999999</cx:pt>
          <cx:pt idx="79515">218.96000000000001</cx:pt>
          <cx:pt idx="79516">197.96000000000001</cx:pt>
          <cx:pt idx="79517">75.950000000000003</cx:pt>
          <cx:pt idx="79518">112.45999999999999</cx:pt>
          <cx:pt idx="79519">197.96000000000001</cx:pt>
          <cx:pt idx="79520">64.069999999999993</cx:pt>
          <cx:pt idx="79521">-1.2</cx:pt>
          <cx:pt idx="79522">88.290000000000006</cx:pt>
          <cx:pt idx="79523">90.689999999999998</cx:pt>
          <cx:pt idx="79524">94.310000000000002</cx:pt>
          <cx:pt idx="79525">51.960000000000001</cx:pt>
          <cx:pt idx="79526">72.549999999999997</cx:pt>
          <cx:pt idx="79527">72.549999999999997</cx:pt>
          <cx:pt idx="79528">64.069999999999993</cx:pt>
          <cx:pt idx="79529">73.530000000000001</cx:pt>
          <cx:pt idx="79530">55.609999999999999</cx:pt>
          <cx:pt idx="79531">26.789999999999999</cx:pt>
          <cx:pt idx="79532">15.289999999999999</cx:pt>
          <cx:pt idx="79533">52.979999999999997</cx:pt>
          <cx:pt idx="79534">41.289999999999999</cx:pt>
          <cx:pt idx="79535">41.289999999999999</cx:pt>
          <cx:pt idx="79536">15.289999999999999</cx:pt>
          <cx:pt idx="79537">14.75</cx:pt>
          <cx:pt idx="79538">-41.289999999999999</cx:pt>
          <cx:pt idx="79539">41.289999999999999</cx:pt>
          <cx:pt idx="79540">15.289999999999999</cx:pt>
          <cx:pt idx="79541">30.75</cx:pt>
          <cx:pt idx="79542">15.800000000000001</cx:pt>
          <cx:pt idx="79543">89.590000000000003</cx:pt>
          <cx:pt idx="79544">83.150000000000006</cx:pt>
          <cx:pt idx="79545">54.43</cx:pt>
          <cx:pt idx="79546">61.689999999999998</cx:pt>
          <cx:pt idx="79547">25.390000000000001</cx:pt>
          <cx:pt idx="79548">57.490000000000002</cx:pt>
          <cx:pt idx="79549">18.73</cx:pt>
          <cx:pt idx="79550">83.450000000000003</cx:pt>
          <cx:pt idx="79551">99.069999999999993</cx:pt>
          <cx:pt idx="79552">95.569999999999993</cx:pt>
          <cx:pt idx="79553">81.980000000000004</cx:pt>
          <cx:pt idx="79554">68.989999999999995</cx:pt>
          <cx:pt idx="79555">84.980000000000004</cx:pt>
          <cx:pt idx="79556">188.83000000000001</cx:pt>
          <cx:pt idx="79557">264.87</cx:pt>
          <cx:pt idx="79558">162.94999999999999</cx:pt>
          <cx:pt idx="79559">68.319999999999993</cx:pt>
          <cx:pt idx="79560">59.979999999999997</cx:pt>
          <cx:pt idx="79561">79.379999999999995</cx:pt>
          <cx:pt idx="79562">54.979999999999997</cx:pt>
          <cx:pt idx="79563">102.28</cx:pt>
          <cx:pt idx="79564">102.28</cx:pt>
          <cx:pt idx="79565">102.28</cx:pt>
          <cx:pt idx="79566">59.979999999999997</cx:pt>
          <cx:pt idx="79567">59.979999999999997</cx:pt>
          <cx:pt idx="79568">84.980000000000004</cx:pt>
          <cx:pt idx="79569">59.979999999999997</cx:pt>
          <cx:pt idx="79570">79.480000000000004</cx:pt>
          <cx:pt idx="79571">84.989999999999995</cx:pt>
          <cx:pt idx="79572">84.989999999999995</cx:pt>
          <cx:pt idx="79573">84.989999999999995</cx:pt>
          <cx:pt idx="79574">98.980000000000004</cx:pt>
          <cx:pt idx="79575">119.95999999999999</cx:pt>
          <cx:pt idx="79576">59.979999999999997</cx:pt>
          <cx:pt idx="79577">85.450000000000003</cx:pt>
          <cx:pt idx="79578">89.950000000000003</cx:pt>
          <cx:pt idx="79579">161.91</cx:pt>
          <cx:pt idx="79580">179.90000000000001</cx:pt>
          <cx:pt idx="79581">161.91</cx:pt>
          <cx:pt idx="79582">89.950000000000003</cx:pt>
          <cx:pt idx="79583">107.94</cx:pt>
          <cx:pt idx="79584">157.97</cx:pt>
          <cx:pt idx="79585">207.96000000000001</cx:pt>
          <cx:pt idx="79586">131.97999999999999</cx:pt>
          <cx:pt idx="79587">109.98</cx:pt>
          <cx:pt idx="79588">84.980000000000004</cx:pt>
          <cx:pt idx="79589">168.97</cx:pt>
          <cx:pt idx="79590">132.75</cx:pt>
          <cx:pt idx="79591">158.97999999999999</cx:pt>
          <cx:pt idx="79592">185.97</cx:pt>
          <cx:pt idx="79593">158.97</cx:pt>
          <cx:pt idx="79594">169.97999999999999</cx:pt>
          <cx:pt idx="79595">169.97999999999999</cx:pt>
          <cx:pt idx="79596">68.989999999999995</cx:pt>
          <cx:pt idx="79597">137.97999999999999</cx:pt>
          <cx:pt idx="79598">94.340000000000003</cx:pt>
          <cx:pt idx="79599">94.340000000000003</cx:pt>
          <cx:pt idx="79600">94.340000000000003</cx:pt>
          <cx:pt idx="79601">55.969999999999999</cx:pt>
          <cx:pt idx="79602">84.680000000000007</cx:pt>
          <cx:pt idx="79603">62.899999999999999</cx:pt>
          <cx:pt idx="79604">84.909999999999997</cx:pt>
          <cx:pt idx="79605">94.340000000000003</cx:pt>
          <cx:pt idx="79606">125.79000000000001</cx:pt>
          <cx:pt idx="79607">94.340000000000003</cx:pt>
          <cx:pt idx="79608">80.189999999999998</cx:pt>
          <cx:pt idx="79609">189.24000000000001</cx:pt>
          <cx:pt idx="79610">154.94999999999999</cx:pt>
          <cx:pt idx="79611">189.24000000000001</cx:pt>
          <cx:pt idx="79612">127.26000000000001</cx:pt>
          <cx:pt idx="79613">156.44999999999999</cx:pt>
          <cx:pt idx="79614">98.969999999999999</cx:pt>
          <cx:pt idx="79615">210.96000000000001</cx:pt>
          <cx:pt idx="79616">65.989999999999995</cx:pt>
          <cx:pt idx="79617">60.509999999999998</cx:pt>
          <cx:pt idx="79618">131.97999999999999</cx:pt>
          <cx:pt idx="79619">42.240000000000002</cx:pt>
          <cx:pt idx="79620">121.98</cx:pt>
          <cx:pt idx="79621">143.72</cx:pt>
          <cx:pt idx="79622">229.96000000000001</cx:pt>
          <cx:pt idx="79623">82.25</cx:pt>
          <cx:pt idx="79624">149.99000000000001</cx:pt>
          <cx:pt idx="79625">130.63</cx:pt>
          <cx:pt idx="79626">-39.990000000000002</cx:pt>
          <cx:pt idx="79627">55.979999999999997</cx:pt>
          <cx:pt idx="79628">64.599999999999994</cx:pt>
          <cx:pt idx="79629">69.980000000000004</cx:pt>
          <cx:pt idx="79630">79.980000000000004</cx:pt>
          <cx:pt idx="79631">69.980000000000004</cx:pt>
          <cx:pt idx="79632">55.979999999999997</cx:pt>
          <cx:pt idx="79633">69.980000000000004</cx:pt>
          <cx:pt idx="79634">97.969999999999999</cx:pt>
          <cx:pt idx="79635">69.980000000000004</cx:pt>
          <cx:pt idx="79636">68.989999999999995</cx:pt>
          <cx:pt idx="79637">75.090000000000003</cx:pt>
          <cx:pt idx="79638">109.98</cx:pt>
          <cx:pt idx="79639">111.56999999999999</cx:pt>
          <cx:pt idx="79640">73.590000000000003</cx:pt>
          <cx:pt idx="79641">68.989999999999995</cx:pt>
          <cx:pt idx="79642">122.97</cx:pt>
          <cx:pt idx="79643">24.989999999999998</cx:pt>
          <cx:pt idx="79644">63.270000000000003</cx:pt>
          <cx:pt idx="79645">51.969999999999999</cx:pt>
          <cx:pt idx="79646">115.18000000000001</cx:pt>
          <cx:pt idx="79647">64.980000000000004</cx:pt>
          <cx:pt idx="79648">69.989999999999995</cx:pt>
          <cx:pt idx="79649">203.44999999999999</cx:pt>
          <cx:pt idx="79650">94.439999999999998</cx:pt>
          <cx:pt idx="79651">84.980000000000004</cx:pt>
          <cx:pt idx="79652">69.950000000000003</cx:pt>
          <cx:pt idx="79653">119.98</cx:pt>
          <cx:pt idx="79654">119.98</cx:pt>
          <cx:pt idx="79655">69.950000000000003</cx:pt>
          <cx:pt idx="79656">129.94</cx:pt>
          <cx:pt idx="79657">91.950000000000003</cx:pt>
          <cx:pt idx="79658">58.130000000000003</cx:pt>
          <cx:pt idx="79659">154.94999999999999</cx:pt>
          <cx:pt idx="79660">49.119999999999997</cx:pt>
          <cx:pt idx="79661">57.979999999999997</cx:pt>
          <cx:pt idx="79662">74.969999999999999</cx:pt>
          <cx:pt idx="79663">48.030000000000001</cx:pt>
          <cx:pt idx="79664">59.979999999999997</cx:pt>
          <cx:pt idx="79665">50.969999999999999</cx:pt>
          <cx:pt idx="79666">51.979999999999997</cx:pt>
          <cx:pt idx="79667">74.980000000000004</cx:pt>
          <cx:pt idx="79668">84.870000000000005</cx:pt>
          <cx:pt idx="79669">50.979999999999997</cx:pt>
          <cx:pt idx="79670">61.979999999999997</cx:pt>
          <cx:pt idx="79671">68.989999999999995</cx:pt>
          <cx:pt idx="79672">68.989999999999995</cx:pt>
          <cx:pt idx="79673">83.609999999999999</cx:pt>
          <cx:pt idx="79674">68.989999999999995</cx:pt>
          <cx:pt idx="79675">50.990000000000002</cx:pt>
          <cx:pt idx="79676">98.969999999999999</cx:pt>
          <cx:pt idx="79677">137.97999999999999</cx:pt>
          <cx:pt idx="79678">162.96000000000001</cx:pt>
          <cx:pt idx="79679">145.37</cx:pt>
          <cx:pt idx="79680">77.950000000000003</cx:pt>
          <cx:pt idx="79681">69.980000000000004</cx:pt>
          <cx:pt idx="79682">69.980000000000004</cx:pt>
          <cx:pt idx="79683">67.959999999999994</cx:pt>
          <cx:pt idx="79684">99.980000000000004</cx:pt>
          <cx:pt idx="79685">84.980000000000004</cx:pt>
          <cx:pt idx="79686">-49.990000000000002</cx:pt>
          <cx:pt idx="79687">57.969999999999999</cx:pt>
          <cx:pt idx="79688">58.950000000000003</cx:pt>
          <cx:pt idx="79689">59.969999999999999</cx:pt>
          <cx:pt idx="79690">84.989999999999995</cx:pt>
          <cx:pt idx="79691">95.969999999999999</cx:pt>
          <cx:pt idx="79692">161.96000000000001</cx:pt>
          <cx:pt idx="79693">84.989999999999995</cx:pt>
          <cx:pt idx="79694">84.989999999999995</cx:pt>
          <cx:pt idx="79695">81.560000000000002</cx:pt>
          <cx:pt idx="79696">84.989999999999995</cx:pt>
          <cx:pt idx="79697">159.69999999999999</cx:pt>
          <cx:pt idx="79698">79.849999999999994</cx:pt>
          <cx:pt idx="79699">79.849999999999994</cx:pt>
          <cx:pt idx="79700">35.649999999999999</cx:pt>
          <cx:pt idx="79701">79.849999999999994</cx:pt>
          <cx:pt idx="79702">79.849999999999994</cx:pt>
          <cx:pt idx="79703">79.849999999999994</cx:pt>
          <cx:pt idx="79704">54.939999999999998</cx:pt>
          <cx:pt idx="79705">159.69999999999999</cx:pt>
          <cx:pt idx="79706">128.24000000000001</cx:pt>
          <cx:pt idx="79707">54.990000000000002</cx:pt>
          <cx:pt idx="79708">54.990000000000002</cx:pt>
          <cx:pt idx="79709">16.489999999999998</cx:pt>
          <cx:pt idx="79710">84.950000000000003</cx:pt>
          <cx:pt idx="79711">79.980000000000004</cx:pt>
          <cx:pt idx="79712">31.98</cx:pt>
          <cx:pt idx="79713">31.48</cx:pt>
          <cx:pt idx="79714">26.489999999999998</cx:pt>
          <cx:pt idx="79715">66.269999999999996</cx:pt>
          <cx:pt idx="79716">82.969999999999999</cx:pt>
          <cx:pt idx="79717">29.989999999999998</cx:pt>
          <cx:pt idx="79718">73.980000000000004</cx:pt>
          <cx:pt idx="79719">52.229999999999997</cx:pt>
          <cx:pt idx="79720">69.969999999999999</cx:pt>
          <cx:pt idx="79721">13.99</cx:pt>
          <cx:pt idx="79722">2.9900000000000002</cx:pt>
          <cx:pt idx="79723">63.729999999999997</cx:pt>
          <cx:pt idx="79724">69.980000000000004</cx:pt>
          <cx:pt idx="79725">159.94999999999999</cx:pt>
          <cx:pt idx="79726">82.180000000000007</cx:pt>
          <cx:pt idx="79727">167.94999999999999</cx:pt>
          <cx:pt idx="79728">111.27</cx:pt>
          <cx:pt idx="79729">194.75999999999999</cx:pt>
          <cx:pt idx="79730">193.58000000000001</cx:pt>
          <cx:pt idx="79731">113.97</cx:pt>
          <cx:pt idx="79732">-2.3999999999999999</cx:pt>
          <cx:pt idx="79733">131.97999999999999</cx:pt>
          <cx:pt idx="79734">192.56999999999999</cx:pt>
          <cx:pt idx="79735">148.96000000000001</cx:pt>
          <cx:pt idx="79736">149.94999999999999</cx:pt>
          <cx:pt idx="79737">101.47</cx:pt>
          <cx:pt idx="79738">105.95999999999999</cx:pt>
          <cx:pt idx="79739">60.960000000000001</cx:pt>
          <cx:pt idx="79740">51.399999999999999</cx:pt>
          <cx:pt idx="79741">65.980000000000004</cx:pt>
          <cx:pt idx="79742">57.32</cx:pt>
          <cx:pt idx="79743">23.989999999999998</cx:pt>
          <cx:pt idx="79744">53.979999999999997</cx:pt>
          <cx:pt idx="79745">64.299999999999997</cx:pt>
          <cx:pt idx="79746">56.090000000000003</cx:pt>
          <cx:pt idx="79747">88.980000000000004</cx:pt>
          <cx:pt idx="79748">57.229999999999997</cx:pt>
          <cx:pt idx="79749">71.459999999999994</cx:pt>
          <cx:pt idx="79750">59.32</cx:pt>
          <cx:pt idx="79751">65.989999999999995</cx:pt>
          <cx:pt idx="79752">56.090000000000003</cx:pt>
          <cx:pt idx="79753">31.489999999999998</cx:pt>
          <cx:pt idx="79754">69.980000000000004</cx:pt>
          <cx:pt idx="79755">47.729999999999997</cx:pt>
          <cx:pt idx="79756">69.980000000000004</cx:pt>
          <cx:pt idx="79757">45.880000000000003</cx:pt>
          <cx:pt idx="79758">60.700000000000003</cx:pt>
          <cx:pt idx="79759">69.980000000000004</cx:pt>
          <cx:pt idx="79760">74.980000000000004</cx:pt>
          <cx:pt idx="79761">51.490000000000002</cx:pt>
          <cx:pt idx="79762">51.490000000000002</cx:pt>
          <cx:pt idx="79763">65.189999999999998</cx:pt>
          <cx:pt idx="79764">84.989999999999995</cx:pt>
          <cx:pt idx="79765">51.479999999999997</cx:pt>
          <cx:pt idx="79766">149.94999999999999</cx:pt>
          <cx:pt idx="79767">149.94999999999999</cx:pt>
          <cx:pt idx="79768">107.95999999999999</cx:pt>
          <cx:pt idx="79769">23.989999999999998</cx:pt>
          <cx:pt idx="79770">119.95999999999999</cx:pt>
          <cx:pt idx="79771">131.94999999999999</cx:pt>
          <cx:pt idx="79772">59.979999999999997</cx:pt>
          <cx:pt idx="79773">84.560000000000002</cx:pt>
          <cx:pt idx="79774">85.980000000000004</cx:pt>
          <cx:pt idx="79775">65.989999999999995</cx:pt>
          <cx:pt idx="79776">65.989999999999995</cx:pt>
          <cx:pt idx="79777">85.980000000000004</cx:pt>
          <cx:pt idx="79778">85.980000000000004</cx:pt>
          <cx:pt idx="79779">95.560000000000002</cx:pt>
          <cx:pt idx="79780">74.980000000000004</cx:pt>
          <cx:pt idx="79781">81.230000000000004</cx:pt>
          <cx:pt idx="79782">100.06</cx:pt>
          <cx:pt idx="79783">33.479999999999997</cx:pt>
          <cx:pt idx="79784">73.480000000000004</cx:pt>
          <cx:pt idx="79785">33.479999999999997</cx:pt>
          <cx:pt idx="79786">62.57</cx:pt>
          <cx:pt idx="79787">62.57</cx:pt>
          <cx:pt idx="79788">100.06</cx:pt>
          <cx:pt idx="79789">56.960000000000001</cx:pt>
          <cx:pt idx="79790">87.969999999999999</cx:pt>
          <cx:pt idx="79791">73.480000000000004</cx:pt>
          <cx:pt idx="79792">55.960000000000001</cx:pt>
          <cx:pt idx="79793">56.960000000000001</cx:pt>
          <cx:pt idx="79794">33.479999999999997</cx:pt>
          <cx:pt idx="79795">33.479999999999997</cx:pt>
          <cx:pt idx="79796">33.479999999999997</cx:pt>
          <cx:pt idx="79797">55.960000000000001</cx:pt>
          <cx:pt idx="79798">30.280000000000001</cx:pt>
          <cx:pt idx="79799">33.479999999999997</cx:pt>
          <cx:pt idx="79800">30.280000000000001</cx:pt>
          <cx:pt idx="79801">87.969999999999999</cx:pt>
          <cx:pt idx="79802">59.979999999999997</cx:pt>
          <cx:pt idx="79803">99.980000000000004</cx:pt>
          <cx:pt idx="79804">139.96000000000001</cx:pt>
          <cx:pt idx="79805">59.979999999999997</cx:pt>
          <cx:pt idx="79806">61.479999999999997</cx:pt>
          <cx:pt idx="79807">54.229999999999997</cx:pt>
          <cx:pt idx="79808">94.969999999999999</cx:pt>
          <cx:pt idx="79809">115.45</cx:pt>
          <cx:pt idx="79810">126.95999999999999</cx:pt>
          <cx:pt idx="79811">59.990000000000002</cx:pt>
          <cx:pt idx="79812">78.180000000000007</cx:pt>
          <cx:pt idx="79813">68.989999999999995</cx:pt>
          <cx:pt idx="79814">64.980000000000004</cx:pt>
          <cx:pt idx="79815">74.989999999999995</cx:pt>
          <cx:pt idx="79816">83.730000000000004</cx:pt>
          <cx:pt idx="79817">48.280000000000001</cx:pt>
          <cx:pt idx="79818">139.25999999999999</cx:pt>
          <cx:pt idx="79819">132.46000000000001</cx:pt>
          <cx:pt idx="79820">33.280000000000001</cx:pt>
          <cx:pt idx="79821">86.230000000000004</cx:pt>
          <cx:pt idx="79822">119.56999999999999</cx:pt>
          <cx:pt idx="79823">61.979999999999997</cx:pt>
          <cx:pt idx="79824">89.980000000000004</cx:pt>
          <cx:pt idx="79825">77.980000000000004</cx:pt>
          <cx:pt idx="79826">89.980000000000004</cx:pt>
          <cx:pt idx="79827">89.980000000000004</cx:pt>
          <cx:pt idx="79828">30.989999999999998</cx:pt>
          <cx:pt idx="79829">89.980000000000004</cx:pt>
          <cx:pt idx="79830">89.980000000000004</cx:pt>
          <cx:pt idx="79831">89.980000000000004</cx:pt>
          <cx:pt idx="79832">84.969999999999999</cx:pt>
          <cx:pt idx="79833">53.979999999999997</cx:pt>
          <cx:pt idx="79834">61.979999999999997</cx:pt>
          <cx:pt idx="79835">143.94999999999999</cx:pt>
          <cx:pt idx="79836">92.969999999999999</cx:pt>
          <cx:pt idx="79837">49.479999999999997</cx:pt>
          <cx:pt idx="79838">34.479999999999997</cx:pt>
          <cx:pt idx="79839">81.090000000000003</cx:pt>
          <cx:pt idx="79840">176.94</cx:pt>
          <cx:pt idx="79841">176.94</cx:pt>
          <cx:pt idx="79842">59.979999999999997</cx:pt>
          <cx:pt idx="79843">59.979999999999997</cx:pt>
          <cx:pt idx="79844">59.979999999999997</cx:pt>
          <cx:pt idx="79845">55.979999999999997</cx:pt>
          <cx:pt idx="79846">59.979999999999997</cx:pt>
          <cx:pt idx="79847">59.979999999999997</cx:pt>
          <cx:pt idx="79848">119.95999999999999</cx:pt>
          <cx:pt idx="79849">59.979999999999997</cx:pt>
          <cx:pt idx="79850">59.979999999999997</cx:pt>
          <cx:pt idx="79851">59.979999999999997</cx:pt>
          <cx:pt idx="79852">59.979999999999997</cx:pt>
          <cx:pt idx="79853">59.979999999999997</cx:pt>
          <cx:pt idx="79854">89.969999999999999</cx:pt>
          <cx:pt idx="79855">134.97</cx:pt>
          <cx:pt idx="79856">169.97999999999999</cx:pt>
          <cx:pt idx="79857">118.95</cx:pt>
          <cx:pt idx="79858">97.969999999999999</cx:pt>
          <cx:pt idx="79859">92.980000000000004</cx:pt>
          <cx:pt idx="79860">189.96000000000001</cx:pt>
          <cx:pt idx="79861">59.960000000000001</cx:pt>
          <cx:pt idx="79862">148.24000000000001</cx:pt>
          <cx:pt idx="79863">109.48</cx:pt>
          <cx:pt idx="79864">114.83</cx:pt>
          <cx:pt idx="79865">112.44</cx:pt>
          <cx:pt idx="79866">105.26000000000001</cx:pt>
          <cx:pt idx="79867">190.74000000000001</cx:pt>
          <cx:pt idx="79868">64.989999999999995</cx:pt>
          <cx:pt idx="79869">90.709999999999994</cx:pt>
          <cx:pt idx="79870">61.670000000000002</cx:pt>
          <cx:pt idx="79871">79.849999999999994</cx:pt>
          <cx:pt idx="79872">66.530000000000001</cx:pt>
          <cx:pt idx="79873">169.36000000000001</cx:pt>
          <cx:pt idx="79874">66.530000000000001</cx:pt>
          <cx:pt idx="79875">159.69999999999999</cx:pt>
          <cx:pt idx="79876">151.19999999999999</cx:pt>
          <cx:pt idx="79877">89.969999999999999</cx:pt>
          <cx:pt idx="79878">79.969999999999999</cx:pt>
          <cx:pt idx="79879">82.969999999999999</cx:pt>
          <cx:pt idx="79880">89.969999999999999</cx:pt>
          <cx:pt idx="79881">89.969999999999999</cx:pt>
          <cx:pt idx="79882">84.969999999999999</cx:pt>
          <cx:pt idx="79883">89.969999999999999</cx:pt>
          <cx:pt idx="79884">83.969999999999999</cx:pt>
          <cx:pt idx="79885">89.969999999999999</cx:pt>
          <cx:pt idx="79886">130.36000000000001</cx:pt>
          <cx:pt idx="79887">75.090000000000003</cx:pt>
          <cx:pt idx="79888">84.989999999999995</cx:pt>
          <cx:pt idx="79889">84.989999999999995</cx:pt>
          <cx:pt idx="79890">64.989999999999995</cx:pt>
          <cx:pt idx="79891">141.96000000000001</cx:pt>
          <cx:pt idx="79892">299.89999999999998</cx:pt>
          <cx:pt idx="79893">269.91000000000003</cx:pt>
          <cx:pt idx="79894">104.97</cx:pt>
          <cx:pt idx="79895">86.489999999999995</cx:pt>
          <cx:pt idx="79896">84.989999999999995</cx:pt>
          <cx:pt idx="79897">114.98</cx:pt>
          <cx:pt idx="79898">84.989999999999995</cx:pt>
          <cx:pt idx="79899">65.989999999999995</cx:pt>
          <cx:pt idx="79900">51.079999999999998</cx:pt>
          <cx:pt idx="79901">47.479999999999997</cx:pt>
          <cx:pt idx="79902">84.989999999999995</cx:pt>
          <cx:pt idx="79903">84.989999999999995</cx:pt>
          <cx:pt idx="79904">84.989999999999995</cx:pt>
          <cx:pt idx="79905">56.969999999999999</cx:pt>
          <cx:pt idx="79906">68.989999999999995</cx:pt>
          <cx:pt idx="79907">63.990000000000002</cx:pt>
          <cx:pt idx="79908">84.180000000000007</cx:pt>
          <cx:pt idx="79909">67.280000000000001</cx:pt>
          <cx:pt idx="79910">68.989999999999995</cx:pt>
          <cx:pt idx="79911">56.969999999999999</cx:pt>
          <cx:pt idx="79912">94.980000000000004</cx:pt>
          <cx:pt idx="79913">51.140000000000001</cx:pt>
          <cx:pt idx="79914">60.340000000000003</cx:pt>
          <cx:pt idx="79915">53.350000000000001</cx:pt>
          <cx:pt idx="79916">98.959999999999994</cx:pt>
          <cx:pt idx="79917">53.350000000000001</cx:pt>
          <cx:pt idx="79918">49.759999999999998</cx:pt>
          <cx:pt idx="79919">50.969999999999999</cx:pt>
          <cx:pt idx="79920">66.969999999999999</cx:pt>
          <cx:pt idx="79921">50.969999999999999</cx:pt>
          <cx:pt idx="79922">72.219999999999999</cx:pt>
          <cx:pt idx="79923">69.969999999999999</cx:pt>
          <cx:pt idx="79924">142.72</cx:pt>
          <cx:pt idx="79925">50.960000000000001</cx:pt>
          <cx:pt idx="79926">57.969999999999999</cx:pt>
          <cx:pt idx="79927">59.979999999999997</cx:pt>
          <cx:pt idx="79928">51.979999999999997</cx:pt>
          <cx:pt idx="79929">57.969999999999999</cx:pt>
          <cx:pt idx="79930">88.319999999999993</cx:pt>
          <cx:pt idx="79931">53.979999999999997</cx:pt>
          <cx:pt idx="79932">129.97</cx:pt>
          <cx:pt idx="79933">169.97999999999999</cx:pt>
          <cx:pt idx="79934">189.97</cx:pt>
          <cx:pt idx="79935">159.97999999999999</cx:pt>
          <cx:pt idx="79936">79.989999999999995</cx:pt>
          <cx:pt idx="79937">94.980000000000004</cx:pt>
          <cx:pt idx="79938">79.989999999999995</cx:pt>
          <cx:pt idx="79939">79.989999999999995</cx:pt>
          <cx:pt idx="79940">79.989999999999995</cx:pt>
          <cx:pt idx="79941">79.989999999999995</cx:pt>
          <cx:pt idx="79942">79.989999999999995</cx:pt>
          <cx:pt idx="79943">54.890000000000001</cx:pt>
          <cx:pt idx="79944">67.980000000000004</cx:pt>
          <cx:pt idx="79945">79.989999999999995</cx:pt>
          <cx:pt idx="79946">54.990000000000002</cx:pt>
          <cx:pt idx="79947">84.989999999999995</cx:pt>
          <cx:pt idx="79948">84.989999999999995</cx:pt>
          <cx:pt idx="79949">76.480000000000004</cx:pt>
          <cx:pt idx="79950">68.989999999999995</cx:pt>
          <cx:pt idx="79951">95.879999999999995</cx:pt>
          <cx:pt idx="79952">100.98</cx:pt>
          <cx:pt idx="79953">84.989999999999995</cx:pt>
          <cx:pt idx="79954">84.989999999999995</cx:pt>
          <cx:pt idx="79955">84.969999999999999</cx:pt>
          <cx:pt idx="79956">73.969999999999999</cx:pt>
          <cx:pt idx="79957">95.730000000000004</cx:pt>
          <cx:pt idx="79958">64.980000000000004</cx:pt>
          <cx:pt idx="79959">130.96000000000001</cx:pt>
          <cx:pt idx="79960">76.489999999999995</cx:pt>
          <cx:pt idx="79961">73.969999999999999</cx:pt>
          <cx:pt idx="79962">69.969999999999999</cx:pt>
          <cx:pt idx="79963">39.990000000000002</cx:pt>
          <cx:pt idx="79964">59.960000000000001</cx:pt>
          <cx:pt idx="79965">54.979999999999997</cx:pt>
          <cx:pt idx="79966">79.980000000000004</cx:pt>
          <cx:pt idx="79967">74.950000000000003</cx:pt>
          <cx:pt idx="79968">154.56</cx:pt>
          <cx:pt idx="79969">79.969999999999999</cx:pt>
          <cx:pt idx="79970">79.969999999999999</cx:pt>
          <cx:pt idx="79971">110.95999999999999</cx:pt>
          <cx:pt idx="79972">144.94999999999999</cx:pt>
          <cx:pt idx="79973">111.95999999999999</cx:pt>
          <cx:pt idx="79974">56.979999999999997</cx:pt>
          <cx:pt idx="79975">79.969999999999999</cx:pt>
          <cx:pt idx="79976">55.979999999999997</cx:pt>
          <cx:pt idx="79977">55.979999999999997</cx:pt>
          <cx:pt idx="79978">55.979999999999997</cx:pt>
          <cx:pt idx="79979">55.979999999999997</cx:pt>
          <cx:pt idx="79980">57.479999999999997</cx:pt>
          <cx:pt idx="79981">55.979999999999997</cx:pt>
          <cx:pt idx="79982">55.979999999999997</cx:pt>
          <cx:pt idx="79983">68.980000000000004</cx:pt>
          <cx:pt idx="79984">25.93</cx:pt>
          <cx:pt idx="79985">68.140000000000001</cx:pt>
          <cx:pt idx="79986">63.979999999999997</cx:pt>
          <cx:pt idx="79987">86.069999999999993</cx:pt>
          <cx:pt idx="79988">82.900000000000006</cx:pt>
          <cx:pt idx="79989">84.989999999999995</cx:pt>
          <cx:pt idx="79990">206.59</cx:pt>
          <cx:pt idx="79991">84.140000000000001</cx:pt>
          <cx:pt idx="79992">84.989999999999995</cx:pt>
          <cx:pt idx="79993">219.44999999999999</cx:pt>
          <cx:pt idx="79994">151.96000000000001</cx:pt>
          <cx:pt idx="79995">161.96000000000001</cx:pt>
          <cx:pt idx="79996">59.960000000000001</cx:pt>
          <cx:pt idx="79997">139.97999999999999</cx:pt>
          <cx:pt idx="79998">74.950000000000003</cx:pt>
          <cx:pt idx="79999">74.950000000000003</cx:pt>
          <cx:pt idx="80000">71.950000000000003</cx:pt>
          <cx:pt idx="80001">74.950000000000003</cx:pt>
          <cx:pt idx="80002">59.240000000000002</cx:pt>
          <cx:pt idx="80003">293.20999999999998</cx:pt>
          <cx:pt idx="80004">215.06999999999999</cx:pt>
          <cx:pt idx="80005">163.72</cx:pt>
          <cx:pt idx="80006">70.689999999999998</cx:pt>
          <cx:pt idx="80007">69.980000000000004</cx:pt>
          <cx:pt idx="80008">147.96000000000001</cx:pt>
          <cx:pt idx="80009">39.490000000000002</cx:pt>
          <cx:pt idx="80010">110.97</cx:pt>
          <cx:pt idx="80011">51.979999999999997</cx:pt>
          <cx:pt idx="80012">73.980000000000004</cx:pt>
          <cx:pt idx="80013">75.969999999999999</cx:pt>
          <cx:pt idx="80014">59.979999999999997</cx:pt>
          <cx:pt idx="80015">71.969999999999999</cx:pt>
          <cx:pt idx="80016">53.93</cx:pt>
          <cx:pt idx="80017">95.959999999999994</cx:pt>
          <cx:pt idx="80018">59.979999999999997</cx:pt>
          <cx:pt idx="80019">59.979999999999997</cx:pt>
          <cx:pt idx="80020">88.299999999999997</cx:pt>
          <cx:pt idx="80021">70.969999999999999</cx:pt>
          <cx:pt idx="80022">59.979999999999997</cx:pt>
          <cx:pt idx="80023">71.969999999999999</cx:pt>
          <cx:pt idx="80024">59.979999999999997</cx:pt>
          <cx:pt idx="80025">59.979999999999997</cx:pt>
          <cx:pt idx="80026">104.98</cx:pt>
          <cx:pt idx="80027">69.989999999999995</cx:pt>
          <cx:pt idx="80028">88.280000000000001</cx:pt>
          <cx:pt idx="80029">74.980000000000004</cx:pt>
          <cx:pt idx="80030">79.980000000000004</cx:pt>
          <cx:pt idx="80031">50.979999999999997</cx:pt>
          <cx:pt idx="80032">79.980000000000004</cx:pt>
          <cx:pt idx="80033">41.490000000000002</cx:pt>
          <cx:pt idx="80034">60.979999999999997</cx:pt>
          <cx:pt idx="80035">65.989999999999995</cx:pt>
          <cx:pt idx="80036">23.48</cx:pt>
          <cx:pt idx="80037">12.49</cx:pt>
          <cx:pt idx="80038">105.98</cx:pt>
          <cx:pt idx="80039">82.870000000000005</cx:pt>
          <cx:pt idx="80040">83.129999999999995</cx:pt>
          <cx:pt idx="80041">83.969999999999999</cx:pt>
          <cx:pt idx="80042">83.129999999999995</cx:pt>
          <cx:pt idx="80043">83.969999999999999</cx:pt>
          <cx:pt idx="80044">59.979999999999997</cx:pt>
          <cx:pt idx="80045">89.969999999999999</cx:pt>
          <cx:pt idx="80046">81.439999999999998</cx:pt>
          <cx:pt idx="80047">83.969999999999999</cx:pt>
          <cx:pt idx="80048">110.97</cx:pt>
          <cx:pt idx="80049">104.97</cx:pt>
          <cx:pt idx="80050">103.97</cx:pt>
          <cx:pt idx="80051">110.97</cx:pt>
          <cx:pt idx="80052">73.980000000000004</cx:pt>
          <cx:pt idx="80053">104.15000000000001</cx:pt>
          <cx:pt idx="80054">56.090000000000003</cx:pt>
          <cx:pt idx="80055">102.97</cx:pt>
          <cx:pt idx="80056">86.359999999999999</cx:pt>
          <cx:pt idx="80057">69.670000000000002</cx:pt>
          <cx:pt idx="80058">119.53</cx:pt>
          <cx:pt idx="80059">35.990000000000002</cx:pt>
          <cx:pt idx="80060">71.959999999999994</cx:pt>
          <cx:pt idx="80061">36.490000000000002</cx:pt>
          <cx:pt idx="80062">94.030000000000001</cx:pt>
          <cx:pt idx="80063">84.989999999999995</cx:pt>
          <cx:pt idx="80064">69.989999999999995</cx:pt>
          <cx:pt idx="80065">99.980000000000004</cx:pt>
          <cx:pt idx="80066">84.989999999999995</cx:pt>
          <cx:pt idx="80067">69.989999999999995</cx:pt>
          <cx:pt idx="80068">99.980000000000004</cx:pt>
          <cx:pt idx="80069">84.989999999999995</cx:pt>
          <cx:pt idx="80070">84.989999999999995</cx:pt>
          <cx:pt idx="80071">97.969999999999999</cx:pt>
          <cx:pt idx="80072">121.98</cx:pt>
          <cx:pt idx="80073">33.280000000000001</cx:pt>
          <cx:pt idx="80074">109.97</cx:pt>
          <cx:pt idx="80075">243.90000000000001</cx:pt>
          <cx:pt idx="80076">105.98</cx:pt>
          <cx:pt idx="80077">80.969999999999999</cx:pt>
          <cx:pt idx="80078">61.810000000000002</cx:pt>
          <cx:pt idx="80079">79.849999999999994</cx:pt>
          <cx:pt idx="80080">77.400000000000006</cx:pt>
          <cx:pt idx="80081">101.52</cx:pt>
          <cx:pt idx="80082">72.579999999999998</cx:pt>
          <cx:pt idx="80083">104.02</cx:pt>
          <cx:pt idx="80084">77.829999999999998</cx:pt>
          <cx:pt idx="80085">91.939999999999998</cx:pt>
          <cx:pt idx="80086">169.97999999999999</cx:pt>
          <cx:pt idx="80087">218.96000000000001</cx:pt>
          <cx:pt idx="80088">153.94</cx:pt>
          <cx:pt idx="80089">305.95999999999998</cx:pt>
          <cx:pt idx="80090">96.480000000000004</cx:pt>
          <cx:pt idx="80091">169.97999999999999</cx:pt>
          <cx:pt idx="80092">78.969999999999999</cx:pt>
          <cx:pt idx="80093">169.97999999999999</cx:pt>
          <cx:pt idx="80094">119.95999999999999</cx:pt>
          <cx:pt idx="80095">78.969999999999999</cx:pt>
          <cx:pt idx="80096">119.95999999999999</cx:pt>
          <cx:pt idx="80097">134.97999999999999</cx:pt>
          <cx:pt idx="80098">96.480000000000004</cx:pt>
          <cx:pt idx="80099">59.979999999999997</cx:pt>
          <cx:pt idx="80100">59.979999999999997</cx:pt>
          <cx:pt idx="80101">99.959999999999994</cx:pt>
          <cx:pt idx="80102">59.979999999999997</cx:pt>
          <cx:pt idx="80103">59.979999999999997</cx:pt>
          <cx:pt idx="80104">119.95999999999999</cx:pt>
          <cx:pt idx="80105">84.989999999999995</cx:pt>
          <cx:pt idx="80106">134.97999999999999</cx:pt>
          <cx:pt idx="80107">119.95999999999999</cx:pt>
          <cx:pt idx="80108">101.48</cx:pt>
          <cx:pt idx="80109">101.48</cx:pt>
          <cx:pt idx="80110">84.989999999999995</cx:pt>
          <cx:pt idx="80111">169.97999999999999</cx:pt>
          <cx:pt idx="80112">99.980000000000004</cx:pt>
          <cx:pt idx="80113">99.959999999999994</cx:pt>
          <cx:pt idx="80114">169.97999999999999</cx:pt>
          <cx:pt idx="80115">99.980000000000004</cx:pt>
          <cx:pt idx="80116">55.979999999999997</cx:pt>
          <cx:pt idx="80117">105.54000000000001</cx:pt>
          <cx:pt idx="80118">73.980000000000004</cx:pt>
          <cx:pt idx="80119">73.980000000000004</cx:pt>
          <cx:pt idx="80120">110.97</cx:pt>
          <cx:pt idx="80121">60.299999999999997</cx:pt>
          <cx:pt idx="80122">55.979999999999997</cx:pt>
          <cx:pt idx="80123">49.079999999999998</cx:pt>
          <cx:pt idx="80124">110.97</cx:pt>
          <cx:pt idx="80125">75.980000000000004</cx:pt>
          <cx:pt idx="80126">76.489999999999995</cx:pt>
          <cx:pt idx="80127">84.989999999999995</cx:pt>
          <cx:pt idx="80128">82.390000000000001</cx:pt>
          <cx:pt idx="80129">97.140000000000001</cx:pt>
          <cx:pt idx="80130">98.980000000000004</cx:pt>
          <cx:pt idx="80131">122.98</cx:pt>
          <cx:pt idx="80132">129.97999999999999</cx:pt>
          <cx:pt idx="80133">78.969999999999999</cx:pt>
          <cx:pt idx="80134">53.979999999999997</cx:pt>
          <cx:pt idx="80135">53.979999999999997</cx:pt>
          <cx:pt idx="80136">56.969999999999999</cx:pt>
          <cx:pt idx="80137">63.979999999999997</cx:pt>
          <cx:pt idx="80138">50.979999999999997</cx:pt>
          <cx:pt idx="80139">68.969999999999999</cx:pt>
          <cx:pt idx="80140">77.969999999999999</cx:pt>
          <cx:pt idx="80141">50.979999999999997</cx:pt>
          <cx:pt idx="80142">77.969999999999999</cx:pt>
          <cx:pt idx="80143">68.969999999999999</cx:pt>
          <cx:pt idx="80144">91.959999999999994</cx:pt>
          <cx:pt idx="80145">53.979999999999997</cx:pt>
          <cx:pt idx="80146">91.959999999999994</cx:pt>
          <cx:pt idx="80147">58.969999999999999</cx:pt>
          <cx:pt idx="80148">59.969999999999999</cx:pt>
          <cx:pt idx="80149">59.969999999999999</cx:pt>
          <cx:pt idx="80150">58.969999999999999</cx:pt>
          <cx:pt idx="80151">59.969999999999999</cx:pt>
          <cx:pt idx="80152">41.280000000000001</cx:pt>
          <cx:pt idx="80153">40.079999999999998</cx:pt>
          <cx:pt idx="80154">59.969999999999999</cx:pt>
          <cx:pt idx="80155">59.969999999999999</cx:pt>
          <cx:pt idx="80156">63.880000000000003</cx:pt>
          <cx:pt idx="80157">84.989999999999995</cx:pt>
          <cx:pt idx="80158">60.329999999999998</cx:pt>
          <cx:pt idx="80159">70.450000000000003</cx:pt>
          <cx:pt idx="80160">78.280000000000001</cx:pt>
          <cx:pt idx="80161">73</cx:pt>
          <cx:pt idx="80162">181.97</cx:pt>
          <cx:pt idx="80163">105.98</cx:pt>
          <cx:pt idx="80164">68.989999999999995</cx:pt>
          <cx:pt idx="80165">54.990000000000002</cx:pt>
          <cx:pt idx="80166">97.900000000000006</cx:pt>
          <cx:pt idx="80167">128.24000000000001</cx:pt>
          <cx:pt idx="80168">159.69999999999999</cx:pt>
          <cx:pt idx="80169">249.19999999999999</cx:pt>
          <cx:pt idx="80170">68.980000000000004</cx:pt>
          <cx:pt idx="80171">66.489999999999995</cx:pt>
          <cx:pt idx="80172">171.47999999999999</cx:pt>
          <cx:pt idx="80173">137.97999999999999</cx:pt>
          <cx:pt idx="80174">99.980000000000004</cx:pt>
          <cx:pt idx="80175">94.969999999999999</cx:pt>
          <cx:pt idx="80176">87.980000000000004</cx:pt>
          <cx:pt idx="80177">84.989999999999995</cx:pt>
          <cx:pt idx="80178">94.959999999999994</cx:pt>
          <cx:pt idx="80179">139.97</cx:pt>
          <cx:pt idx="80180">127.98</cx:pt>
          <cx:pt idx="80181">84.989999999999995</cx:pt>
          <cx:pt idx="80182">76.489999999999995</cx:pt>
          <cx:pt idx="80183">134.97999999999999</cx:pt>
          <cx:pt idx="80184">31.48</cx:pt>
          <cx:pt idx="80185">41.460000000000001</cx:pt>
          <cx:pt idx="80186">59.979999999999997</cx:pt>
          <cx:pt idx="80187">58.950000000000003</cx:pt>
          <cx:pt idx="80188">51.479999999999997</cx:pt>
          <cx:pt idx="80189">59.979999999999997</cx:pt>
          <cx:pt idx="80190">74.969999999999999</cx:pt>
          <cx:pt idx="80191">59.979999999999997</cx:pt>
          <cx:pt idx="80192">51.479999999999997</cx:pt>
          <cx:pt idx="80193">-51.479999999999997</cx:pt>
          <cx:pt idx="80194">67.870000000000005</cx:pt>
          <cx:pt idx="80195">79.849999999999994</cx:pt>
          <cx:pt idx="80196">71.859999999999999</cx:pt>
          <cx:pt idx="80197">79.849999999999994</cx:pt>
          <cx:pt idx="80198">79.849999999999994</cx:pt>
          <cx:pt idx="80199">159.69999999999999</cx:pt>
          <cx:pt idx="80200">79.849999999999994</cx:pt>
          <cx:pt idx="80201">77.450000000000003</cx:pt>
          <cx:pt idx="80202">79.849999999999994</cx:pt>
          <cx:pt idx="80203">79.849999999999994</cx:pt>
          <cx:pt idx="80204">78.25</cx:pt>
          <cx:pt idx="80205">79.530000000000001</cx:pt>
          <cx:pt idx="80206">144.88999999999999</cx:pt>
          <cx:pt idx="80207">84.980000000000004</cx:pt>
          <cx:pt idx="80208">69.989999999999995</cx:pt>
          <cx:pt idx="80209">84.989999999999995</cx:pt>
          <cx:pt idx="80210">70.989999999999995</cx:pt>
          <cx:pt idx="80211">169.97999999999999</cx:pt>
          <cx:pt idx="80212">80.930000000000007</cx:pt>
          <cx:pt idx="80213">129.96000000000001</cx:pt>
          <cx:pt idx="80214">68.989999999999995</cx:pt>
          <cx:pt idx="80215">84.989999999999995</cx:pt>
          <cx:pt idx="80216">84.989999999999995</cx:pt>
          <cx:pt idx="80217">60.990000000000002</cx:pt>
          <cx:pt idx="80218">124.95999999999999</cx:pt>
          <cx:pt idx="80219">60.990000000000002</cx:pt>
          <cx:pt idx="80220">100.98</cx:pt>
          <cx:pt idx="80221">49.460000000000001</cx:pt>
          <cx:pt idx="80222">100.98</cx:pt>
          <cx:pt idx="80223">60.990000000000002</cx:pt>
          <cx:pt idx="80224">56.979999999999997</cx:pt>
          <cx:pt idx="80225">60.990000000000002</cx:pt>
          <cx:pt idx="80226">76.980000000000004</cx:pt>
          <cx:pt idx="80227">95.969999999999999</cx:pt>
          <cx:pt idx="80228">131.97999999999999</cx:pt>
          <cx:pt idx="80229">179.94</cx:pt>
          <cx:pt idx="80230">109.95999999999999</cx:pt>
          <cx:pt idx="80231">179.94</cx:pt>
          <cx:pt idx="80232">149.90000000000001</cx:pt>
          <cx:pt idx="80233">206.94</cx:pt>
          <cx:pt idx="80234">296.92000000000002</cx:pt>
          <cx:pt idx="80235">59.979999999999997</cx:pt>
          <cx:pt idx="80236">58.479999999999997</cx:pt>
          <cx:pt idx="80237">79.980000000000004</cx:pt>
          <cx:pt idx="80238">59.979999999999997</cx:pt>
          <cx:pt idx="80239">59.979999999999997</cx:pt>
          <cx:pt idx="80240">59.979999999999997</cx:pt>
          <cx:pt idx="80241">59.939999999999998</cx:pt>
          <cx:pt idx="80242">107.95999999999999</cx:pt>
          <cx:pt idx="80243">9.9499999999999993</cx:pt>
          <cx:pt idx="80244">59.979999999999997</cx:pt>
          <cx:pt idx="80245">122.77</cx:pt>
          <cx:pt idx="80246">441.60000000000002</cx:pt>
          <cx:pt idx="80247">62.579999999999998</cx:pt>
          <cx:pt idx="80248">66.489999999999995</cx:pt>
          <cx:pt idx="80249">103.98</cx:pt>
          <cx:pt idx="80250">164.96000000000001</cx:pt>
          <cx:pt idx="80251">168.97</cx:pt>
          <cx:pt idx="80252">84.989999999999995</cx:pt>
          <cx:pt idx="80253">84.989999999999995</cx:pt>
          <cx:pt idx="80254">84.989999999999995</cx:pt>
          <cx:pt idx="80255">64.980000000000004</cx:pt>
          <cx:pt idx="80256">84.989999999999995</cx:pt>
          <cx:pt idx="80257">87.069999999999993</cx:pt>
          <cx:pt idx="80258">82.379999999999995</cx:pt>
          <cx:pt idx="80259">116.11</cx:pt>
          <cx:pt idx="80260">123.37</cx:pt>
          <cx:pt idx="80261">113.68000000000001</cx:pt>
          <cx:pt idx="80262">97.780000000000001</cx:pt>
          <cx:pt idx="80263">77.400000000000006</cx:pt>
          <cx:pt idx="80264">55.490000000000002</cx:pt>
          <cx:pt idx="80265">39.990000000000002</cx:pt>
          <cx:pt idx="80266">44.990000000000002</cx:pt>
          <cx:pt idx="80267">48.490000000000002</cx:pt>
          <cx:pt idx="80268">62.490000000000002</cx:pt>
          <cx:pt idx="80269">49.490000000000002</cx:pt>
          <cx:pt idx="80270">70.989999999999995</cx:pt>
          <cx:pt idx="80271">62.979999999999997</cx:pt>
          <cx:pt idx="80272">53.979999999999997</cx:pt>
          <cx:pt idx="80273">84.989999999999995</cx:pt>
          <cx:pt idx="80274">59.979999999999997</cx:pt>
          <cx:pt idx="80275">101.17</cx:pt>
          <cx:pt idx="80276">74.980000000000004</cx:pt>
          <cx:pt idx="80277">74.980000000000004</cx:pt>
          <cx:pt idx="80278">66.079999999999998</cx:pt>
          <cx:pt idx="80279">79.980000000000004</cx:pt>
          <cx:pt idx="80280">50.979999999999997</cx:pt>
          <cx:pt idx="80281">19.989999999999998</cx:pt>
          <cx:pt idx="80282">241.94</cx:pt>
          <cx:pt idx="80283">237.08000000000001</cx:pt>
          <cx:pt idx="80284">217.74000000000001</cx:pt>
          <cx:pt idx="80285">67.969999999999999</cx:pt>
          <cx:pt idx="80286">55.969999999999999</cx:pt>
          <cx:pt idx="80287">67.969999999999999</cx:pt>
          <cx:pt idx="80288">55.969999999999999</cx:pt>
          <cx:pt idx="80289">109.98</cx:pt>
          <cx:pt idx="80290">55.390000000000001</cx:pt>
          <cx:pt idx="80291">54.990000000000002</cx:pt>
          <cx:pt idx="80292">76.489999999999995</cx:pt>
          <cx:pt idx="80293">54.990000000000002</cx:pt>
          <cx:pt idx="80294">68.989999999999995</cx:pt>
          <cx:pt idx="80295">54.990000000000002</cx:pt>
          <cx:pt idx="80296">109.97</cx:pt>
          <cx:pt idx="80297">84.969999999999999</cx:pt>
          <cx:pt idx="80298">69.980000000000004</cx:pt>
          <cx:pt idx="80299">123.95999999999999</cx:pt>
          <cx:pt idx="80300">155.96000000000001</cx:pt>
          <cx:pt idx="80301">121.56999999999999</cx:pt>
          <cx:pt idx="80302">77.980000000000004</cx:pt>
          <cx:pt idx="80303">155.96000000000001</cx:pt>
          <cx:pt idx="80304">146.72999999999999</cx:pt>
          <cx:pt idx="80305">61.979999999999997</cx:pt>
          <cx:pt idx="80306">125.36</cx:pt>
          <cx:pt idx="80307">79.969999999999999</cx:pt>
          <cx:pt idx="80308">58.979999999999997</cx:pt>
          <cx:pt idx="80309">99.980000000000004</cx:pt>
          <cx:pt idx="80310">99.980000000000004</cx:pt>
          <cx:pt idx="80311">56.960000000000001</cx:pt>
          <cx:pt idx="80312">84.969999999999999</cx:pt>
          <cx:pt idx="80313">69.980000000000004</cx:pt>
          <cx:pt idx="80314">118.98</cx:pt>
          <cx:pt idx="80315">149.90000000000001</cx:pt>
          <cx:pt idx="80316">279.88</cx:pt>
          <cx:pt idx="80317">149.90000000000001</cx:pt>
          <cx:pt idx="80318">89.219999999999999</cx:pt>
          <cx:pt idx="80319">179.96000000000001</cx:pt>
          <cx:pt idx="80320">64.950000000000003</cx:pt>
          <cx:pt idx="80321">172.11000000000001</cx:pt>
          <cx:pt idx="80322">51.960000000000001</cx:pt>
          <cx:pt idx="80323">83.969999999999999</cx:pt>
          <cx:pt idx="80324">65.989999999999995</cx:pt>
          <cx:pt idx="80325">65.989999999999995</cx:pt>
          <cx:pt idx="80326">54.950000000000003</cx:pt>
          <cx:pt idx="80327">65.989999999999995</cx:pt>
          <cx:pt idx="80328">27.899999999999999</cx:pt>
          <cx:pt idx="80329">57.979999999999997</cx:pt>
          <cx:pt idx="80330">81.969999999999999</cx:pt>
          <cx:pt idx="80331">58.979999999999997</cx:pt>
          <cx:pt idx="80332">50.979999999999997</cx:pt>
          <cx:pt idx="80333">72.969999999999999</cx:pt>
          <cx:pt idx="80334">55.979999999999997</cx:pt>
          <cx:pt idx="80335">79.969999999999999</cx:pt>
          <cx:pt idx="80336">79.680000000000007</cx:pt>
          <cx:pt idx="80337">74.989999999999995</cx:pt>
          <cx:pt idx="80338">169.97999999999999</cx:pt>
          <cx:pt idx="80339">114.97</cx:pt>
          <cx:pt idx="80340">59.969999999999999</cx:pt>
          <cx:pt idx="80341">103.97</cx:pt>
          <cx:pt idx="80342">81.969999999999999</cx:pt>
          <cx:pt idx="80343">254.91999999999999</cx:pt>
          <cx:pt idx="80344">49.979999999999997</cx:pt>
          <cx:pt idx="80345">49.979999999999997</cx:pt>
          <cx:pt idx="80346">254.91999999999999</cx:pt>
          <cx:pt idx="80347">97.239999999999995</cx:pt>
          <cx:pt idx="80348">63.960000000000001</cx:pt>
          <cx:pt idx="80349">63.960000000000001</cx:pt>
          <cx:pt idx="80350">74.950000000000003</cx:pt>
          <cx:pt idx="80351">179.93000000000001</cx:pt>
          <cx:pt idx="80352">114.95</cx:pt>
          <cx:pt idx="80353">59.979999999999997</cx:pt>
          <cx:pt idx="80354">137.94</cx:pt>
          <cx:pt idx="80355">95.959999999999994</cx:pt>
          <cx:pt idx="80356">188.93000000000001</cx:pt>
          <cx:pt idx="80357">112.97</cx:pt>
          <cx:pt idx="80358">84.989999999999995</cx:pt>
          <cx:pt idx="80359">98.980000000000004</cx:pt>
          <cx:pt idx="80360">84.989999999999995</cx:pt>
          <cx:pt idx="80361">59.990000000000002</cx:pt>
          <cx:pt idx="80362">134.97</cx:pt>
          <cx:pt idx="80363">49.990000000000002</cx:pt>
          <cx:pt idx="80364">49.990000000000002</cx:pt>
          <cx:pt idx="80365">51.490000000000002</cx:pt>
          <cx:pt idx="80366">132.47</cx:pt>
          <cx:pt idx="80367">79.980000000000004</cx:pt>
          <cx:pt idx="80368">87.469999999999999</cx:pt>
          <cx:pt idx="80369">41.490000000000002</cx:pt>
          <cx:pt idx="80370">114.95999999999999</cx:pt>
          <cx:pt idx="80371">61.18</cx:pt>
          <cx:pt idx="80372">84.969999999999999</cx:pt>
          <cx:pt idx="80373">105.26000000000001</cx:pt>
          <cx:pt idx="80374">79.629999999999995</cx:pt>
          <cx:pt idx="80375">118.91</cx:pt>
          <cx:pt idx="80376">93.469999999999999</cx:pt>
          <cx:pt idx="80377">61.979999999999997</cx:pt>
          <cx:pt idx="80378">27.489999999999998</cx:pt>
          <cx:pt idx="80379">61.979999999999997</cx:pt>
          <cx:pt idx="80380">61.979999999999997</cx:pt>
          <cx:pt idx="80381">51.979999999999997</cx:pt>
          <cx:pt idx="80382">33.240000000000002</cx:pt>
          <cx:pt idx="80383">32.490000000000002</cx:pt>
          <cx:pt idx="80384">26.399999999999999</cx:pt>
          <cx:pt idx="80385">51.979999999999997</cx:pt>
          <cx:pt idx="80386">51.979999999999997</cx:pt>
          <cx:pt idx="80387">32.490000000000002</cx:pt>
          <cx:pt idx="80388">26.489999999999998</cx:pt>
          <cx:pt idx="80389">51.979999999999997</cx:pt>
          <cx:pt idx="80390">51.479999999999997</cx:pt>
          <cx:pt idx="80391">51.979999999999997</cx:pt>
          <cx:pt idx="80392">109.98</cx:pt>
          <cx:pt idx="80393">62.859999999999999</cx:pt>
          <cx:pt idx="80394">71.980000000000004</cx:pt>
          <cx:pt idx="80395">80.560000000000002</cx:pt>
          <cx:pt idx="80396">68.989999999999995</cx:pt>
          <cx:pt idx="80397">72.239999999999995</cx:pt>
          <cx:pt idx="80398">90.879999999999995</cx:pt>
          <cx:pt idx="80399">84.989999999999995</cx:pt>
          <cx:pt idx="80400">100.98</cx:pt>
          <cx:pt idx="80401">179.84999999999999</cx:pt>
          <cx:pt idx="80402">119.90000000000001</cx:pt>
          <cx:pt idx="80403">119.90000000000001</cx:pt>
          <cx:pt idx="80404">19.440000000000001</cx:pt>
          <cx:pt idx="80405">187.24000000000001</cx:pt>
          <cx:pt idx="80406">237.11000000000001</cx:pt>
          <cx:pt idx="80407">98.069999999999993</cx:pt>
          <cx:pt idx="80408">169.97999999999999</cx:pt>
          <cx:pt idx="80409">143.97999999999999</cx:pt>
          <cx:pt idx="80410">79.989999999999995</cx:pt>
          <cx:pt idx="80411">53.960000000000001</cx:pt>
          <cx:pt idx="80412">79.989999999999995</cx:pt>
          <cx:pt idx="80413">79.989999999999995</cx:pt>
          <cx:pt idx="80414">79.989999999999995</cx:pt>
          <cx:pt idx="80415">79.989999999999995</cx:pt>
          <cx:pt idx="80416">73.049999999999997</cx:pt>
          <cx:pt idx="80417">79.989999999999995</cx:pt>
          <cx:pt idx="80418">197.97</cx:pt>
          <cx:pt idx="80419">249.09999999999999</cx:pt>
          <cx:pt idx="80420">149.97</cx:pt>
          <cx:pt idx="80421">238.93000000000001</cx:pt>
          <cx:pt idx="80422">64.950000000000003</cx:pt>
          <cx:pt idx="80423">99.900000000000006</cx:pt>
          <cx:pt idx="80424">153.97999999999999</cx:pt>
          <cx:pt idx="80425">58.640000000000001</cx:pt>
          <cx:pt idx="80426">54.990000000000002</cx:pt>
          <cx:pt idx="80427">51.759999999999998</cx:pt>
          <cx:pt idx="80428">105.98</cx:pt>
          <cx:pt idx="80429">65.189999999999998</cx:pt>
          <cx:pt idx="80430">105.98</cx:pt>
          <cx:pt idx="80431">154.05000000000001</cx:pt>
          <cx:pt idx="80432">257.33999999999997</cx:pt>
          <cx:pt idx="80433">159.97999999999999</cx:pt>
          <cx:pt idx="80434">250.93000000000001</cx:pt>
          <cx:pt idx="80435">181.58000000000001</cx:pt>
          <cx:pt idx="80436">86.969999999999999</cx:pt>
          <cx:pt idx="80437">207.93000000000001</cx:pt>
          <cx:pt idx="80438">86.969999999999999</cx:pt>
          <cx:pt idx="80439">74.980000000000004</cx:pt>
          <cx:pt idx="80440">64.980000000000004</cx:pt>
          <cx:pt idx="80441">321.89999999999998</cx:pt>
          <cx:pt idx="80442">113.94</cx:pt>
          <cx:pt idx="80443">149.94</cx:pt>
          <cx:pt idx="80444">74.969999999999999</cx:pt>
          <cx:pt idx="80445">199.91999999999999</cx:pt>
          <cx:pt idx="80446">38.68</cx:pt>
          <cx:pt idx="80447">66.489999999999995</cx:pt>
          <cx:pt idx="80448">73.790000000000006</cx:pt>
          <cx:pt idx="80449">85.239999999999995</cx:pt>
          <cx:pt idx="80450">73.790000000000006</cx:pt>
          <cx:pt idx="80451">79.849999999999994</cx:pt>
          <cx:pt idx="80452">78.629999999999995</cx:pt>
          <cx:pt idx="80453">103.77</cx:pt>
          <cx:pt idx="80454">76.209999999999994</cx:pt>
          <cx:pt idx="80455">116.14</cx:pt>
          <cx:pt idx="80456">119.73999999999999</cx:pt>
          <cx:pt idx="80457">127.95999999999999</cx:pt>
          <cx:pt idx="80458">89.969999999999999</cx:pt>
          <cx:pt idx="80459">119.95999999999999</cx:pt>
          <cx:pt idx="80460">119.95999999999999</cx:pt>
          <cx:pt idx="80461">51.979999999999997</cx:pt>
          <cx:pt idx="80462">51.979999999999997</cx:pt>
          <cx:pt idx="80463">119.95999999999999</cx:pt>
          <cx:pt idx="80464">127.95999999999999</cx:pt>
          <cx:pt idx="80465">89.969999999999999</cx:pt>
          <cx:pt idx="80466">119.95999999999999</cx:pt>
          <cx:pt idx="80467">160.94999999999999</cx:pt>
          <cx:pt idx="80468">170.94999999999999</cx:pt>
          <cx:pt idx="80469">170.94999999999999</cx:pt>
          <cx:pt idx="80470">160.94999999999999</cx:pt>
          <cx:pt idx="80471">87.469999999999999</cx:pt>
          <cx:pt idx="80472">55.960000000000001</cx:pt>
          <cx:pt idx="80473">59.939999999999998</cx:pt>
          <cx:pt idx="80474">59.960000000000001</cx:pt>
          <cx:pt idx="80475">84.989999999999995</cx:pt>
          <cx:pt idx="80476">89.459999999999994</cx:pt>
          <cx:pt idx="80477">162.31</cx:pt>
          <cx:pt idx="80478">84.989999999999995</cx:pt>
          <cx:pt idx="80479">89.980000000000004</cx:pt>
          <cx:pt idx="80480">145.97999999999999</cx:pt>
          <cx:pt idx="80481">175.94</cx:pt>
          <cx:pt idx="80482">139.97</cx:pt>
          <cx:pt idx="80483">121.48</cx:pt>
          <cx:pt idx="80484">169.97999999999999</cx:pt>
          <cx:pt idx="80485">167.33000000000001</cx:pt>
          <cx:pt idx="80486">144.06999999999999</cx:pt>
          <cx:pt idx="80487">277.93000000000001</cx:pt>
          <cx:pt idx="80488">263.95999999999998</cx:pt>
          <cx:pt idx="80489">77.390000000000001</cx:pt>
          <cx:pt idx="80490">77.390000000000001</cx:pt>
          <cx:pt idx="80491">215.96000000000001</cx:pt>
          <cx:pt idx="80492">75.870000000000005</cx:pt>
          <cx:pt idx="80493">60.990000000000002</cx:pt>
          <cx:pt idx="80494">85.980000000000004</cx:pt>
          <cx:pt idx="80495">149.97</cx:pt>
          <cx:pt idx="80496">256.94</cx:pt>
          <cx:pt idx="80497">176.91</cx:pt>
          <cx:pt idx="80498">60.75</cx:pt>
          <cx:pt idx="80499">79.950000000000003</cx:pt>
          <cx:pt idx="80500">63.960000000000001</cx:pt>
          <cx:pt idx="80501">157.13999999999999</cx:pt>
          <cx:pt idx="80502">97.900000000000006</cx:pt>
          <cx:pt idx="80503">217.56</cx:pt>
          <cx:pt idx="80504">72.579999999999998</cx:pt>
          <cx:pt idx="80505">77.390000000000001</cx:pt>
          <cx:pt idx="80506">185.06999999999999</cx:pt>
          <cx:pt idx="80507">-36</cx:pt>
          <cx:pt idx="80508">79.840000000000003</cx:pt>
          <cx:pt idx="80509">185.69</cx:pt>
          <cx:pt idx="80510">169.36000000000001</cx:pt>
          <cx:pt idx="80511">62.899999999999999</cx:pt>
          <cx:pt idx="80512">123.40000000000001</cx:pt>
          <cx:pt idx="80513">75.540000000000006</cx:pt>
          <cx:pt idx="80514">254.97</cx:pt>
          <cx:pt idx="80515">254.97</cx:pt>
          <cx:pt idx="80516">172.97</cx:pt>
          <cx:pt idx="80517">128.94</cx:pt>
          <cx:pt idx="80518">131.97999999999999</cx:pt>
          <cx:pt idx="80519">339.95999999999998</cx:pt>
          <cx:pt idx="80520">149.90000000000001</cx:pt>
          <cx:pt idx="80521">339.95999999999998</cx:pt>
          <cx:pt idx="80522">127.43000000000001</cx:pt>
          <cx:pt idx="80523">128.91999999999999</cx:pt>
          <cx:pt idx="80524">93.239999999999995</cx:pt>
          <cx:pt idx="80525">84.730000000000004</cx:pt>
          <cx:pt idx="80526">93.239999999999995</cx:pt>
          <cx:pt idx="80527">65.989999999999995</cx:pt>
          <cx:pt idx="80528">81.980000000000004</cx:pt>
          <cx:pt idx="80529">49.469999999999999</cx:pt>
          <cx:pt idx="80530">49.469999999999999</cx:pt>
          <cx:pt idx="80531">81.980000000000004</cx:pt>
          <cx:pt idx="80532">101.97</cx:pt>
          <cx:pt idx="80533">101.97</cx:pt>
          <cx:pt idx="80534">65.989999999999995</cx:pt>
          <cx:pt idx="80535">55.979999999999997</cx:pt>
          <cx:pt idx="80536">-1.5</cx:pt>
          <cx:pt idx="80537">55.979999999999997</cx:pt>
          <cx:pt idx="80538">-1.5</cx:pt>
          <cx:pt idx="80539">209.93000000000001</cx:pt>
          <cx:pt idx="80540">156.69999999999999</cx:pt>
          <cx:pt idx="80541">179.94</cx:pt>
          <cx:pt idx="80542">31.18</cx:pt>
          <cx:pt idx="80543">184.97</cx:pt>
          <cx:pt idx="80544">84.989999999999995</cx:pt>
          <cx:pt idx="80545">184.97</cx:pt>
          <cx:pt idx="80546">59.960000000000001</cx:pt>
          <cx:pt idx="80547">74.260000000000005</cx:pt>
          <cx:pt idx="80548">56.969999999999999</cx:pt>
          <cx:pt idx="80549">56.969999999999999</cx:pt>
          <cx:pt idx="80550">59.979999999999997</cx:pt>
          <cx:pt idx="80551">86.959999999999994</cx:pt>
          <cx:pt idx="80552">265.67000000000002</cx:pt>
          <cx:pt idx="80553">132.83000000000001</cx:pt>
          <cx:pt idx="80554">295.19</cx:pt>
          <cx:pt idx="80555">73.799999999999997</cx:pt>
          <cx:pt idx="80556">147.59999999999999</cx:pt>
          <cx:pt idx="80557">81.980000000000004</cx:pt>
          <cx:pt idx="80558">124.97</cx:pt>
          <cx:pt idx="80559">115.97</cx:pt>
          <cx:pt idx="80560">81.980000000000004</cx:pt>
          <cx:pt idx="80561">115.98</cx:pt>
          <cx:pt idx="80562">64.989999999999995</cx:pt>
          <cx:pt idx="80563">75.969999999999999</cx:pt>
          <cx:pt idx="80564">57.859999999999999</cx:pt>
          <cx:pt idx="80565">84.989999999999995</cx:pt>
          <cx:pt idx="80566">84.989999999999995</cx:pt>
          <cx:pt idx="80567">84.989999999999995</cx:pt>
          <cx:pt idx="80568">84.989999999999995</cx:pt>
          <cx:pt idx="80569">99.980000000000004</cx:pt>
          <cx:pt idx="80570">76.489999999999995</cx:pt>
          <cx:pt idx="80571">84.989999999999995</cx:pt>
          <cx:pt idx="80572">84.989999999999995</cx:pt>
          <cx:pt idx="80573">84.989999999999995</cx:pt>
          <cx:pt idx="80574">99.980000000000004</cx:pt>
          <cx:pt idx="80575">97.969999999999999</cx:pt>
          <cx:pt idx="80576">122.95999999999999</cx:pt>
          <cx:pt idx="80577">114.97</cx:pt>
          <cx:pt idx="80578">51.289999999999999</cx:pt>
          <cx:pt idx="80579">79.980000000000004</cx:pt>
          <cx:pt idx="80580">59.979999999999997</cx:pt>
          <cx:pt idx="80581">59.979999999999997</cx:pt>
          <cx:pt idx="80582">59.979999999999997</cx:pt>
          <cx:pt idx="80583">57.579999999999998</cx:pt>
          <cx:pt idx="80584">59.979999999999997</cx:pt>
          <cx:pt idx="80585">59.979999999999997</cx:pt>
          <cx:pt idx="80586">59.979999999999997</cx:pt>
          <cx:pt idx="80587">59.979999999999997</cx:pt>
          <cx:pt idx="80588">59.979999999999997</cx:pt>
          <cx:pt idx="80589">59.979999999999997</cx:pt>
          <cx:pt idx="80590">59.979999999999997</cx:pt>
          <cx:pt idx="80591">130.87</cx:pt>
          <cx:pt idx="80592">128.24000000000001</cx:pt>
          <cx:pt idx="80593">72.579999999999998</cx:pt>
          <cx:pt idx="80594">143.72</cx:pt>
          <cx:pt idx="80595">169.97999999999999</cx:pt>
          <cx:pt idx="80596">84.989999999999995</cx:pt>
          <cx:pt idx="80597">109.97</cx:pt>
          <cx:pt idx="80598">76.489999999999995</cx:pt>
          <cx:pt idx="80599">99.980000000000004</cx:pt>
          <cx:pt idx="80600">84.989999999999995</cx:pt>
          <cx:pt idx="80601">201.91999999999999</cx:pt>
          <cx:pt idx="80602">107.95999999999999</cx:pt>
          <cx:pt idx="80603">156.46000000000001</cx:pt>
          <cx:pt idx="80604">81.969999999999999</cx:pt>
          <cx:pt idx="80605">148.49000000000001</cx:pt>
          <cx:pt idx="80606">79.989999999999995</cx:pt>
          <cx:pt idx="80607">79.989999999999995</cx:pt>
          <cx:pt idx="80608">71.989999999999995</cx:pt>
          <cx:pt idx="80609">16.289999999999999</cx:pt>
          <cx:pt idx="80610">89.430000000000007</cx:pt>
          <cx:pt idx="80611">79.989999999999995</cx:pt>
          <cx:pt idx="80612">79.989999999999995</cx:pt>
          <cx:pt idx="80613">93.599999999999994</cx:pt>
          <cx:pt idx="80614">79.989999999999995</cx:pt>
          <cx:pt idx="80615">79.989999999999995</cx:pt>
          <cx:pt idx="80616">74.120000000000005</cx:pt>
          <cx:pt idx="80617">59.939999999999998</cx:pt>
          <cx:pt idx="80618">69.930000000000007</cx:pt>
          <cx:pt idx="80619">59.939999999999998</cx:pt>
          <cx:pt idx="80620">59.939999999999998</cx:pt>
          <cx:pt idx="80621">59.939999999999998</cx:pt>
          <cx:pt idx="80622">59.939999999999998</cx:pt>
          <cx:pt idx="80623">53.950000000000003</cx:pt>
          <cx:pt idx="80624">69.930000000000007</cx:pt>
          <cx:pt idx="80625">79.920000000000002</cx:pt>
          <cx:pt idx="80626">59.939999999999998</cx:pt>
          <cx:pt idx="80627">59.939999999999998</cx:pt>
          <cx:pt idx="80628">79.920000000000002</cx:pt>
          <cx:pt idx="80629">64.090000000000003</cx:pt>
          <cx:pt idx="80630">93.010000000000005</cx:pt>
          <cx:pt idx="80631">64.090000000000003</cx:pt>
          <cx:pt idx="80632">61.689999999999998</cx:pt>
          <cx:pt idx="80633">32.039999999999999</cx:pt>
          <cx:pt idx="80634">130.63999999999999</cx:pt>
          <cx:pt idx="80635">72.549999999999997</cx:pt>
          <cx:pt idx="80636">135.94999999999999</cx:pt>
          <cx:pt idx="80637">131.94999999999999</cx:pt>
          <cx:pt idx="80638">79.980000000000004</cx:pt>
          <cx:pt idx="80639">53.979999999999997</cx:pt>
          <cx:pt idx="80640">95.969999999999999</cx:pt>
          <cx:pt idx="80641">131.94</cx:pt>
          <cx:pt idx="80642">72.530000000000001</cx:pt>
          <cx:pt idx="80643">-68.450000000000003</cx:pt>
          <cx:pt idx="80644">98.680000000000007</cx:pt>
          <cx:pt idx="80645">96.760000000000005</cx:pt>
          <cx:pt idx="80646">72.530000000000001</cx:pt>
          <cx:pt idx="80647">68.450000000000003</cx:pt>
          <cx:pt idx="80648">71.920000000000002</cx:pt>
          <cx:pt idx="80649">118.88</cx:pt>
          <cx:pt idx="80650">107.17</cx:pt>
          <cx:pt idx="80651">107.17</cx:pt>
          <cx:pt idx="80652">211.68000000000001</cx:pt>
          <cx:pt idx="80653">76.870000000000005</cx:pt>
          <cx:pt idx="80654">56.969999999999999</cx:pt>
          <cx:pt idx="80655">-84.980000000000004</cx:pt>
          <cx:pt idx="80656">108.97</cx:pt>
          <cx:pt idx="80657">84.980000000000004</cx:pt>
          <cx:pt idx="80658">137.97999999999999</cx:pt>
          <cx:pt idx="80659">54.979999999999997</cx:pt>
          <cx:pt idx="80660">79.980000000000004</cx:pt>
          <cx:pt idx="80661">171.96000000000001</cx:pt>
          <cx:pt idx="80662">89.939999999999998</cx:pt>
          <cx:pt idx="80663">59.960000000000001</cx:pt>
          <cx:pt idx="80664">59.960000000000001</cx:pt>
          <cx:pt idx="80665">59.960000000000001</cx:pt>
          <cx:pt idx="80666">59.960000000000001</cx:pt>
          <cx:pt idx="80667">89.939999999999998</cx:pt>
          <cx:pt idx="80668">131.97999999999999</cx:pt>
          <cx:pt idx="80669">69.980000000000004</cx:pt>
          <cx:pt idx="80670">131.97999999999999</cx:pt>
          <cx:pt idx="80671">98.989999999999995</cx:pt>
          <cx:pt idx="80672">98.989999999999995</cx:pt>
          <cx:pt idx="80673">99.980000000000004</cx:pt>
          <cx:pt idx="80674">65.989999999999995</cx:pt>
          <cx:pt idx="80675">69.980000000000004</cx:pt>
          <cx:pt idx="80676">136.46000000000001</cx:pt>
          <cx:pt idx="80677">136.46000000000001</cx:pt>
          <cx:pt idx="80678">65.989999999999995</cx:pt>
          <cx:pt idx="80679">99.980000000000004</cx:pt>
          <cx:pt idx="80680">65.989999999999995</cx:pt>
          <cx:pt idx="80681">65.989999999999995</cx:pt>
          <cx:pt idx="80682">153.90000000000001</cx:pt>
          <cx:pt idx="80683">152.47</cx:pt>
          <cx:pt idx="80684">55.979999999999997</cx:pt>
          <cx:pt idx="80685">127.12</cx:pt>
          <cx:pt idx="80686">59.960000000000001</cx:pt>
          <cx:pt idx="80687">94.319999999999993</cx:pt>
          <cx:pt idx="80688">84.959999999999994</cx:pt>
          <cx:pt idx="80689">209.94999999999999</cx:pt>
          <cx:pt idx="80690">139.96000000000001</cx:pt>
          <cx:pt idx="80691">52.829999999999998</cx:pt>
          <cx:pt idx="80692">50.979999999999997</cx:pt>
          <cx:pt idx="80693">-50.979999999999997</cx:pt>
          <cx:pt idx="80694">55.979999999999997</cx:pt>
          <cx:pt idx="80695">54.359999999999999</cx:pt>
          <cx:pt idx="80696">54.979999999999997</cx:pt>
          <cx:pt idx="80697">54.979999999999997</cx:pt>
          <cx:pt idx="80698">50.969999999999999</cx:pt>
          <cx:pt idx="80699">59.979999999999997</cx:pt>
          <cx:pt idx="80700">52.979999999999997</cx:pt>
          <cx:pt idx="80701">59.979999999999997</cx:pt>
          <cx:pt idx="80702">79.980000000000004</cx:pt>
          <cx:pt idx="80703">116.95</cx:pt>
          <cx:pt idx="80704">84.989999999999995</cx:pt>
          <cx:pt idx="80705">51.270000000000003</cx:pt>
          <cx:pt idx="80706">56.969999999999999</cx:pt>
          <cx:pt idx="80707">122.97</cx:pt>
          <cx:pt idx="80708">84.989999999999995</cx:pt>
          <cx:pt idx="80709">152.41</cx:pt>
          <cx:pt idx="80710">220.12</cx:pt>
          <cx:pt idx="80711">29.48</cx:pt>
          <cx:pt idx="80712">59.990000000000002</cx:pt>
          <cx:pt idx="80713">41.479999999999997</cx:pt>
          <cx:pt idx="80714">29.48</cx:pt>
          <cx:pt idx="80715">85.980000000000004</cx:pt>
          <cx:pt idx="80716">29.48</cx:pt>
          <cx:pt idx="80717">29.48</cx:pt>
          <cx:pt idx="80718">143.94</cx:pt>
          <cx:pt idx="80719">29.48</cx:pt>
          <cx:pt idx="80720">84.989999999999995</cx:pt>
          <cx:pt idx="80721">50.979999999999997</cx:pt>
          <cx:pt idx="80722">100.98</cx:pt>
          <cx:pt idx="80723">119.98</cx:pt>
          <cx:pt idx="80724">54.990000000000002</cx:pt>
          <cx:pt idx="80725">131.97999999999999</cx:pt>
          <cx:pt idx="80726">84.989999999999995</cx:pt>
          <cx:pt idx="80727">84.989999999999995</cx:pt>
          <cx:pt idx="80728">77.849999999999994</cx:pt>
          <cx:pt idx="80729">36.289999999999999</cx:pt>
          <cx:pt idx="80730">99.870000000000005</cx:pt>
          <cx:pt idx="80731">109.98</cx:pt>
          <cx:pt idx="80732">109.98</cx:pt>
          <cx:pt idx="80733">101.48</cx:pt>
          <cx:pt idx="80734">169.97999999999999</cx:pt>
          <cx:pt idx="80735">74.810000000000002</cx:pt>
          <cx:pt idx="80736">70.989999999999995</cx:pt>
          <cx:pt idx="80737">84.989999999999995</cx:pt>
          <cx:pt idx="80738">81.489999999999995</cx:pt>
          <cx:pt idx="80739">99.950000000000003</cx:pt>
          <cx:pt idx="80740">109.95999999999999</cx:pt>
          <cx:pt idx="80741">122.97</cx:pt>
          <cx:pt idx="80742">58.969999999999999</cx:pt>
          <cx:pt idx="80743">75.170000000000002</cx:pt>
          <cx:pt idx="80744">169.97999999999999</cx:pt>
          <cx:pt idx="80745">164.66</cx:pt>
          <cx:pt idx="80746">59.979999999999997</cx:pt>
          <cx:pt idx="80747">40.18</cx:pt>
          <cx:pt idx="80748">114.97</cx:pt>
          <cx:pt idx="80749">84.989999999999995</cx:pt>
          <cx:pt idx="80750">59.390000000000001</cx:pt>
          <cx:pt idx="80751">59.390000000000001</cx:pt>
          <cx:pt idx="80752">38.270000000000003</cx:pt>
          <cx:pt idx="80753">264.94999999999999</cx:pt>
          <cx:pt idx="80754">184.97</cx:pt>
          <cx:pt idx="80755">169.97999999999999</cx:pt>
          <cx:pt idx="80756">146.16999999999999</cx:pt>
          <cx:pt idx="80757">99.959999999999994</cx:pt>
          <cx:pt idx="80758">87.969999999999999</cx:pt>
          <cx:pt idx="80759">77.540000000000006</cx:pt>
          <cx:pt idx="80760">136.97</cx:pt>
          <cx:pt idx="80761">105.98</cx:pt>
          <cx:pt idx="80762">105.98</cx:pt>
          <cx:pt idx="80763">120.28</cx:pt>
          <cx:pt idx="80764">-23</cx:pt>
          <cx:pt idx="80765">107.48</cx:pt>
          <cx:pt idx="80766">100.68000000000001</cx:pt>
          <cx:pt idx="80767">49.990000000000002</cx:pt>
          <cx:pt idx="80768">59.979999999999997</cx:pt>
          <cx:pt idx="80769">119.95999999999999</cx:pt>
          <cx:pt idx="80770">59.979999999999997</cx:pt>
          <cx:pt idx="80771">59.979999999999997</cx:pt>
          <cx:pt idx="80772">179.94</cx:pt>
          <cx:pt idx="80773">119.95999999999999</cx:pt>
          <cx:pt idx="80774">65.989999999999995</cx:pt>
          <cx:pt idx="80775">138.96000000000001</cx:pt>
          <cx:pt idx="80776">79.079999999999998</cx:pt>
          <cx:pt idx="80777">107.95999999999999</cx:pt>
          <cx:pt idx="80778">93.969999999999999</cx:pt>
          <cx:pt idx="80779">65.989999999999995</cx:pt>
          <cx:pt idx="80780">126.95999999999999</cx:pt>
          <cx:pt idx="80781">79.980000000000004</cx:pt>
          <cx:pt idx="80782">65.989999999999995</cx:pt>
          <cx:pt idx="80783">25.280000000000001</cx:pt>
          <cx:pt idx="80784">63.969999999999999</cx:pt>
          <cx:pt idx="80785">76.469999999999999</cx:pt>
          <cx:pt idx="80786">89.980000000000004</cx:pt>
          <cx:pt idx="80787">159.97999999999999</cx:pt>
          <cx:pt idx="80788">53.079999999999998</cx:pt>
          <cx:pt idx="80789">149.96000000000001</cx:pt>
          <cx:pt idx="80790">75.129999999999995</cx:pt>
          <cx:pt idx="80791">84.980000000000004</cx:pt>
          <cx:pt idx="80792">65.189999999999998</cx:pt>
          <cx:pt idx="80793">158.38</cx:pt>
          <cx:pt idx="80794">164.97999999999999</cx:pt>
          <cx:pt idx="80795">164.97999999999999</cx:pt>
          <cx:pt idx="80796">164.97999999999999</cx:pt>
          <cx:pt idx="80797">164.97999999999999</cx:pt>
          <cx:pt idx="80798">41.090000000000003</cx:pt>
          <cx:pt idx="80799">41.640000000000001</cx:pt>
          <cx:pt idx="80800">40.490000000000002</cx:pt>
          <cx:pt idx="80801">41.090000000000003</cx:pt>
          <cx:pt idx="80802">51.090000000000003</cx:pt>
          <cx:pt idx="80803">65.989999999999995</cx:pt>
          <cx:pt idx="80804">41.640000000000001</cx:pt>
          <cx:pt idx="80805">169.97999999999999</cx:pt>
          <cx:pt idx="80806">229.96000000000001</cx:pt>
          <cx:pt idx="80807">169.97999999999999</cx:pt>
          <cx:pt idx="80808">247.94</cx:pt>
          <cx:pt idx="80809">79.849999999999994</cx:pt>
          <cx:pt idx="80810">159.69999999999999</cx:pt>
          <cx:pt idx="80811">84.689999999999998</cx:pt>
          <cx:pt idx="80812">79.849999999999994</cx:pt>
          <cx:pt idx="80813">159.69999999999999</cx:pt>
          <cx:pt idx="80814">84.689999999999998</cx:pt>
          <cx:pt idx="80815">89.519999999999996</cx:pt>
          <cx:pt idx="80816">124.98</cx:pt>
          <cx:pt idx="80817">124.18000000000001</cx:pt>
          <cx:pt idx="80818">169.97999999999999</cx:pt>
          <cx:pt idx="80819">142.97999999999999</cx:pt>
          <cx:pt idx="80820">127.45</cx:pt>
          <cx:pt idx="80821">182.93000000000001</cx:pt>
          <cx:pt idx="80822">142.94999999999999</cx:pt>
          <cx:pt idx="80823">114.03</cx:pt>
          <cx:pt idx="80824">155.94</cx:pt>
          <cx:pt idx="80825">108.97</cx:pt>
          <cx:pt idx="80826">237.56</cx:pt>
          <cx:pt idx="80827">61.299999999999997</cx:pt>
          <cx:pt idx="80828">-26.399999999999999</cx:pt>
          <cx:pt idx="80829">56.969999999999999</cx:pt>
          <cx:pt idx="80830">95.969999999999999</cx:pt>
          <cx:pt idx="80831">99.980000000000004</cx:pt>
          <cx:pt idx="80832">64.980000000000004</cx:pt>
          <cx:pt idx="80833">95.969999999999999</cx:pt>
          <cx:pt idx="80834">71.980000000000004</cx:pt>
          <cx:pt idx="80835">71.980000000000004</cx:pt>
          <cx:pt idx="80836">77.950000000000003</cx:pt>
          <cx:pt idx="80837">79.980000000000004</cx:pt>
          <cx:pt idx="80838">231.47</cx:pt>
          <cx:pt idx="80839">-254.97</cx:pt>
          <cx:pt idx="80840">225.27000000000001</cx:pt>
          <cx:pt idx="80841">169.97999999999999</cx:pt>
          <cx:pt idx="80842">171.47999999999999</cx:pt>
          <cx:pt idx="80843">254.97</cx:pt>
          <cx:pt idx="80844">59.979999999999997</cx:pt>
          <cx:pt idx="80845">32.240000000000002</cx:pt>
          <cx:pt idx="80846">31.489999999999998</cx:pt>
          <cx:pt idx="80847">59.979999999999997</cx:pt>
          <cx:pt idx="80848">31.489999999999998</cx:pt>
          <cx:pt idx="80849">59.979999999999997</cx:pt>
          <cx:pt idx="80850">32.240000000000002</cx:pt>
          <cx:pt idx="80851">59.979999999999997</cx:pt>
          <cx:pt idx="80852">31.489999999999998</cx:pt>
          <cx:pt idx="80853">59.979999999999997</cx:pt>
          <cx:pt idx="80854">74.969999999999999</cx:pt>
          <cx:pt idx="80855">74.969999999999999</cx:pt>
          <cx:pt idx="80856">27.239999999999998</cx:pt>
          <cx:pt idx="80857">31.489999999999998</cx:pt>
          <cx:pt idx="80858">31.489999999999998</cx:pt>
          <cx:pt idx="80859">27.239999999999998</cx:pt>
          <cx:pt idx="80860">31.489999999999998</cx:pt>
          <cx:pt idx="80861">59.979999999999997</cx:pt>
          <cx:pt idx="80862">59.979999999999997</cx:pt>
          <cx:pt idx="80863">59.979999999999997</cx:pt>
          <cx:pt idx="80864">59.979999999999997</cx:pt>
          <cx:pt idx="80865">59.979999999999997</cx:pt>
          <cx:pt idx="80866">59.979999999999997</cx:pt>
          <cx:pt idx="80867">59.979999999999997</cx:pt>
          <cx:pt idx="80868">53.969999999999999</cx:pt>
          <cx:pt idx="80869">52.969999999999999</cx:pt>
          <cx:pt idx="80870">50.969999999999999</cx:pt>
          <cx:pt idx="80871">102.81999999999999</cx:pt>
          <cx:pt idx="80872">187.94</cx:pt>
          <cx:pt idx="80873">91.959999999999994</cx:pt>
          <cx:pt idx="80874">79.969999999999999</cx:pt>
          <cx:pt idx="80875">165.94999999999999</cx:pt>
          <cx:pt idx="80876">39.490000000000002</cx:pt>
          <cx:pt idx="80877">59.979999999999997</cx:pt>
          <cx:pt idx="80878">56.979999999999997</cx:pt>
          <cx:pt idx="80879">111.95999999999999</cx:pt>
          <cx:pt idx="80880">57.979999999999997</cx:pt>
          <cx:pt idx="80881">117.95999999999999</cx:pt>
          <cx:pt idx="80882">125.45999999999999</cx:pt>
          <cx:pt idx="80883">65.459999999999994</cx:pt>
          <cx:pt idx="80884">87.969999999999999</cx:pt>
          <cx:pt idx="80885">121.95</cx:pt>
          <cx:pt idx="80886">89.969999999999999</cx:pt>
          <cx:pt idx="80887">153.96000000000001</cx:pt>
          <cx:pt idx="80888">94.980000000000004</cx:pt>
          <cx:pt idx="80889">97.549999999999997</cx:pt>
          <cx:pt idx="80890">122.26000000000001</cx:pt>
          <cx:pt idx="80891">118.98</cx:pt>
          <cx:pt idx="80892">149.97999999999999</cx:pt>
          <cx:pt idx="80893">169.97</cx:pt>
          <cx:pt idx="80894">51.490000000000002</cx:pt>
          <cx:pt idx="80895">84.989999999999995</cx:pt>
          <cx:pt idx="80896">84.989999999999995</cx:pt>
          <cx:pt idx="80897">105.98</cx:pt>
          <cx:pt idx="80898">84.989999999999995</cx:pt>
          <cx:pt idx="80899">165.77000000000001</cx:pt>
          <cx:pt idx="80900">84.989999999999995</cx:pt>
          <cx:pt idx="80901">84.989999999999995</cx:pt>
          <cx:pt idx="80902">127.98</cx:pt>
          <cx:pt idx="80903">84.989999999999995</cx:pt>
          <cx:pt idx="80904">150.18000000000001</cx:pt>
          <cx:pt idx="80905">84.989999999999995</cx:pt>
          <cx:pt idx="80906">169.97999999999999</cx:pt>
          <cx:pt idx="80907">84.989999999999995</cx:pt>
          <cx:pt idx="80908">88.980000000000004</cx:pt>
          <cx:pt idx="80909">94.980000000000004</cx:pt>
          <cx:pt idx="80910">97.480000000000004</cx:pt>
          <cx:pt idx="80911">38.479999999999997</cx:pt>
          <cx:pt idx="80912">72.980000000000004</cx:pt>
          <cx:pt idx="80913">84.25</cx:pt>
          <cx:pt idx="80914">88.980000000000004</cx:pt>
          <cx:pt idx="80915">72.840000000000003</cx:pt>
          <cx:pt idx="80916">89.280000000000001</cx:pt>
          <cx:pt idx="80917">99.980000000000004</cx:pt>
          <cx:pt idx="80918">99.980000000000004</cx:pt>
          <cx:pt idx="80919">79.980000000000004</cx:pt>
          <cx:pt idx="80920">99.980000000000004</cx:pt>
          <cx:pt idx="80921">99.980000000000004</cx:pt>
          <cx:pt idx="80922">99.980000000000004</cx:pt>
          <cx:pt idx="80923">48.460000000000001</cx:pt>
          <cx:pt idx="80924">50.979999999999997</cx:pt>
          <cx:pt idx="80925">143.94999999999999</cx:pt>
          <cx:pt idx="80926">215.93000000000001</cx:pt>
          <cx:pt idx="80927">139.96000000000001</cx:pt>
          <cx:pt idx="80928">93.969999999999999</cx:pt>
          <cx:pt idx="80929">19.989999999999998</cx:pt>
          <cx:pt idx="80930">157.16</cx:pt>
          <cx:pt idx="80931">150.94999999999999</cx:pt>
          <cx:pt idx="80932">148.46000000000001</cx:pt>
          <cx:pt idx="80933">55.960000000000001</cx:pt>
          <cx:pt idx="80934">146.96000000000001</cx:pt>
          <cx:pt idx="80935">145.66</cx:pt>
          <cx:pt idx="80936">121.48</cx:pt>
          <cx:pt idx="80937">105.98</cx:pt>
          <cx:pt idx="80938">65.989999999999995</cx:pt>
          <cx:pt idx="80939">71.069999999999993</cx:pt>
          <cx:pt idx="80940">131.97999999999999</cx:pt>
          <cx:pt idx="80941">59.390000000000001</cx:pt>
          <cx:pt idx="80942">146.97</cx:pt>
          <cx:pt idx="80943">45.990000000000002</cx:pt>
          <cx:pt idx="80944">301.94</cx:pt>
          <cx:pt idx="80945">65.989999999999995</cx:pt>
          <cx:pt idx="80946">65.989999999999995</cx:pt>
          <cx:pt idx="80947">65.989999999999995</cx:pt>
          <cx:pt idx="80948">250.93000000000001</cx:pt>
          <cx:pt idx="80949">65.989999999999995</cx:pt>
          <cx:pt idx="80950">65.989999999999995</cx:pt>
          <cx:pt idx="80951">59.979999999999997</cx:pt>
          <cx:pt idx="80952">64.090000000000003</cx:pt>
          <cx:pt idx="80953">51.979999999999997</cx:pt>
          <cx:pt idx="80954">55.979999999999997</cx:pt>
          <cx:pt idx="80955">77.969999999999999</cx:pt>
          <cx:pt idx="80956">99.959999999999994</cx:pt>
          <cx:pt idx="80957">-1.2</cx:pt>
          <cx:pt idx="80958">49.640000000000001</cx:pt>
          <cx:pt idx="80959">62.899999999999999</cx:pt>
          <cx:pt idx="80960">52.969999999999999</cx:pt>
          <cx:pt idx="80961">51.979999999999997</cx:pt>
          <cx:pt idx="80962">50.939999999999998</cx:pt>
          <cx:pt idx="80963">51.979999999999997</cx:pt>
          <cx:pt idx="80964">51.979999999999997</cx:pt>
          <cx:pt idx="80965">51.979999999999997</cx:pt>
          <cx:pt idx="80966">49.369999999999997</cx:pt>
          <cx:pt idx="80967">108.77</cx:pt>
          <cx:pt idx="80968">152.97999999999999</cx:pt>
          <cx:pt idx="80969">98.980000000000004</cx:pt>
          <cx:pt idx="80970">229.94</cx:pt>
          <cx:pt idx="80971">59.960000000000001</cx:pt>
          <cx:pt idx="80972">59.979999999999997</cx:pt>
          <cx:pt idx="80973">89.969999999999999</cx:pt>
          <cx:pt idx="80974">59.979999999999997</cx:pt>
          <cx:pt idx="80975">59.979999999999997</cx:pt>
          <cx:pt idx="80976">59.979999999999997</cx:pt>
          <cx:pt idx="80977">59.979999999999997</cx:pt>
          <cx:pt idx="80978">59.979999999999997</cx:pt>
          <cx:pt idx="80979">59.979999999999997</cx:pt>
          <cx:pt idx="80980">114.89</cx:pt>
          <cx:pt idx="80981">65.989999999999995</cx:pt>
          <cx:pt idx="80982">65.989999999999995</cx:pt>
          <cx:pt idx="80983">97.579999999999998</cx:pt>
          <cx:pt idx="80984">65.989999999999995</cx:pt>
          <cx:pt idx="80985">65.989999999999995</cx:pt>
          <cx:pt idx="80986">137.94999999999999</cx:pt>
          <cx:pt idx="80987">76.980000000000004</cx:pt>
          <cx:pt idx="80988">64.310000000000002</cx:pt>
          <cx:pt idx="80989">79.980000000000004</cx:pt>
          <cx:pt idx="80990">90.980000000000004</cx:pt>
          <cx:pt idx="80991">90.980000000000004</cx:pt>
          <cx:pt idx="80992">84.989999999999995</cx:pt>
          <cx:pt idx="80993">79.989999999999995</cx:pt>
          <cx:pt idx="80994">79.989999999999995</cx:pt>
          <cx:pt idx="80995">64.989999999999995</cx:pt>
          <cx:pt idx="80996">354.94999999999999</cx:pt>
          <cx:pt idx="80997">130.38</cx:pt>
          <cx:pt idx="80998">149.97</cx:pt>
          <cx:pt idx="80999">46.490000000000002</cx:pt>
          <cx:pt idx="81000">130.97</cx:pt>
          <cx:pt idx="81001">54.979999999999997</cx:pt>
          <cx:pt idx="81002">73.200000000000003</cx:pt>
          <cx:pt idx="81003">54.979999999999997</cx:pt>
          <cx:pt idx="81004">89.969999999999999</cx:pt>
          <cx:pt idx="81005">131.96000000000001</cx:pt>
          <cx:pt idx="81006">179.94</cx:pt>
          <cx:pt idx="81007">124.95999999999999</cx:pt>
          <cx:pt idx="81008">27.09</cx:pt>
          <cx:pt idx="81009">59.979999999999997</cx:pt>
          <cx:pt idx="81010">76.469999999999999</cx:pt>
          <cx:pt idx="81011">74.969999999999999</cx:pt>
          <cx:pt idx="81012">57.479999999999997</cx:pt>
          <cx:pt idx="81013">69.969999999999999</cx:pt>
          <cx:pt idx="81014">59.380000000000003</cx:pt>
          <cx:pt idx="81015">91.469999999999999</cx:pt>
          <cx:pt idx="81016">63.479999999999997</cx:pt>
          <cx:pt idx="81017">55.979999999999997</cx:pt>
          <cx:pt idx="81018">70.969999999999999</cx:pt>
          <cx:pt idx="81019">63.969999999999999</cx:pt>
          <cx:pt idx="81020">69.569999999999993</cx:pt>
          <cx:pt idx="81021">73.969999999999999</cx:pt>
          <cx:pt idx="81022">75.969999999999999</cx:pt>
          <cx:pt idx="81023">47.380000000000003</cx:pt>
          <cx:pt idx="81024">68.969999999999999</cx:pt>
          <cx:pt idx="81025">68.969999999999999</cx:pt>
          <cx:pt idx="81026">68.969999999999999</cx:pt>
          <cx:pt idx="81027">68.969999999999999</cx:pt>
          <cx:pt idx="81028">47.479999999999997</cx:pt>
          <cx:pt idx="81029">66.819999999999993</cx:pt>
          <cx:pt idx="81030">99.969999999999999</cx:pt>
          <cx:pt idx="81031">164.38</cx:pt>
          <cx:pt idx="81032">134.97999999999999</cx:pt>
          <cx:pt idx="81033">99.980000000000004</cx:pt>
          <cx:pt idx="81034">154.97</cx:pt>
          <cx:pt idx="81035">68.989999999999995</cx:pt>
          <cx:pt idx="81036">229.47</cx:pt>
          <cx:pt idx="81037">254.97</cx:pt>
          <cx:pt idx="81038">65.989999999999995</cx:pt>
          <cx:pt idx="81039">53.979999999999997</cx:pt>
          <cx:pt idx="81040">105.98</cx:pt>
          <cx:pt idx="81041">94.980000000000004</cx:pt>
          <cx:pt idx="81042">131.96000000000001</cx:pt>
          <cx:pt idx="81043">121.98</cx:pt>
          <cx:pt idx="81044">169.97999999999999</cx:pt>
          <cx:pt idx="81045">149.97999999999999</cx:pt>
          <cx:pt idx="81046">130.38</cx:pt>
          <cx:pt idx="81047">68.989999999999995</cx:pt>
          <cx:pt idx="81048">169.97999999999999</cx:pt>
          <cx:pt idx="81049">123.86</cx:pt>
          <cx:pt idx="81050">164.97</cx:pt>
          <cx:pt idx="81051">68.989999999999995</cx:pt>
          <cx:pt idx="81052">149.97999999999999</cx:pt>
          <cx:pt idx="81053">130.38</cx:pt>
          <cx:pt idx="81054">130.38</cx:pt>
          <cx:pt idx="81055">164.97</cx:pt>
          <cx:pt idx="81056">130.38</cx:pt>
          <cx:pt idx="81057">123.86</cx:pt>
          <cx:pt idx="81058">89.969999999999999</cx:pt>
          <cx:pt idx="81059">92.370000000000005</cx:pt>
          <cx:pt idx="81060">74.969999999999999</cx:pt>
          <cx:pt idx="81061">132.56999999999999</cx:pt>
          <cx:pt idx="81062">118.87</cx:pt>
          <cx:pt idx="81063">119.95999999999999</cx:pt>
          <cx:pt idx="81064">98.629999999999995</cx:pt>
          <cx:pt idx="81065">79.980000000000004</cx:pt>
          <cx:pt idx="81066">56.969999999999999</cx:pt>
          <cx:pt idx="81067">69.930000000000007</cx:pt>
          <cx:pt idx="81068">69.980000000000004</cx:pt>
          <cx:pt idx="81069">284.95999999999998</cx:pt>
          <cx:pt idx="81070">189.97</cx:pt>
          <cx:pt idx="81071">254.97</cx:pt>
          <cx:pt idx="81072">84.989999999999995</cx:pt>
          <cx:pt idx="81073">169.97999999999999</cx:pt>
          <cx:pt idx="81074">147.94999999999999</cx:pt>
          <cx:pt idx="81075">57.979999999999997</cx:pt>
          <cx:pt idx="81076">85.969999999999999</cx:pt>
          <cx:pt idx="81077">115.34</cx:pt>
          <cx:pt idx="81078">96.870000000000005</cx:pt>
          <cx:pt idx="81079">131.96000000000001</cx:pt>
          <cx:pt idx="81080">235.15000000000001</cx:pt>
          <cx:pt idx="81081">134.25999999999999</cx:pt>
          <cx:pt idx="81082">262.38</cx:pt>
          <cx:pt idx="81083">59.960000000000001</cx:pt>
          <cx:pt idx="81084">-9.9900000000000002</cx:pt>
          <cx:pt idx="81085">122.13</cx:pt>
          <cx:pt idx="81086">42.490000000000002</cx:pt>
          <cx:pt idx="81087">63.990000000000002</cx:pt>
          <cx:pt idx="81088">115.78</cx:pt>
          <cx:pt idx="81089">110.93000000000001</cx:pt>
          <cx:pt idx="81090">51.979999999999997</cx:pt>
          <cx:pt idx="81091">62.969999999999999</cx:pt>
          <cx:pt idx="81092">51.979999999999997</cx:pt>
          <cx:pt idx="81093">51.979999999999997</cx:pt>
          <cx:pt idx="81094">51.979999999999997</cx:pt>
          <cx:pt idx="81095">51.979999999999997</cx:pt>
          <cx:pt idx="81096">51.979999999999997</cx:pt>
          <cx:pt idx="81097">51.979999999999997</cx:pt>
          <cx:pt idx="81098">51.979999999999997</cx:pt>
          <cx:pt idx="81099">69.329999999999998</cx:pt>
          <cx:pt idx="81100">51.979999999999997</cx:pt>
          <cx:pt idx="81101">49.789999999999999</cx:pt>
          <cx:pt idx="81102">51.979999999999997</cx:pt>
          <cx:pt idx="81103">51.979999999999997</cx:pt>
          <cx:pt idx="81104">51.979999999999997</cx:pt>
          <cx:pt idx="81105">179.94</cx:pt>
          <cx:pt idx="81106">181.94999999999999</cx:pt>
          <cx:pt idx="81107">75.569999999999993</cx:pt>
          <cx:pt idx="81108">206.46000000000001</cx:pt>
          <cx:pt idx="81109">114.97</cx:pt>
          <cx:pt idx="81110">137.97</cx:pt>
          <cx:pt idx="81111">184.06</cx:pt>
          <cx:pt idx="81112">84.989999999999995</cx:pt>
          <cx:pt idx="81113">175.72</cx:pt>
          <cx:pt idx="81114">151.97</cx:pt>
          <cx:pt idx="81115">81.980000000000004</cx:pt>
          <cx:pt idx="81116">239.53999999999999</cx:pt>
          <cx:pt idx="81117">239.53999999999999</cx:pt>
          <cx:pt idx="81118">165.74000000000001</cx:pt>
          <cx:pt idx="81119">107.65000000000001</cx:pt>
          <cx:pt idx="81120">136.91999999999999</cx:pt>
          <cx:pt idx="81121">212.91</cx:pt>
          <cx:pt idx="81122">113.94</cx:pt>
          <cx:pt idx="81123">75.959999999999994</cx:pt>
          <cx:pt idx="81124">75.959999999999994</cx:pt>
          <cx:pt idx="81125">51.979999999999997</cx:pt>
          <cx:pt idx="81126">75.959999999999994</cx:pt>
          <cx:pt idx="81127">75.980000000000004</cx:pt>
          <cx:pt idx="81128">60.520000000000003</cx:pt>
          <cx:pt idx="81129">75.959999999999994</cx:pt>
          <cx:pt idx="81130">175.94</cx:pt>
          <cx:pt idx="81131">169.97999999999999</cx:pt>
          <cx:pt idx="81132">165.97</cx:pt>
          <cx:pt idx="81133">196.31</cx:pt>
          <cx:pt idx="81134">169.97999999999999</cx:pt>
          <cx:pt idx="81135">165.97</cx:pt>
          <cx:pt idx="81136">196.31</cx:pt>
          <cx:pt idx="81137">84.989999999999995</cx:pt>
          <cx:pt idx="81138">137.97999999999999</cx:pt>
          <cx:pt idx="81139">137.97999999999999</cx:pt>
          <cx:pt idx="81140">69.969999999999999</cx:pt>
          <cx:pt idx="81141">181.94999999999999</cx:pt>
          <cx:pt idx="81142">-181.94999999999999</cx:pt>
          <cx:pt idx="81143">-181.94999999999999</cx:pt>
          <cx:pt idx="81144">69.969999999999999</cx:pt>
          <cx:pt idx="81145">181.94999999999999</cx:pt>
          <cx:pt idx="81146">175.94</cx:pt>
          <cx:pt idx="81147">84.989999999999995</cx:pt>
          <cx:pt idx="81148">84.989999999999995</cx:pt>
          <cx:pt idx="81149">163.62</cx:pt>
          <cx:pt idx="81150">152.97999999999999</cx:pt>
          <cx:pt idx="81151">254.97</cx:pt>
          <cx:pt idx="81152">147.97999999999999</cx:pt>
          <cx:pt idx="81153">60.990000000000002</cx:pt>
          <cx:pt idx="81154">60.990000000000002</cx:pt>
          <cx:pt idx="81155">36.490000000000002</cx:pt>
          <cx:pt idx="81156">87.980000000000004</cx:pt>
          <cx:pt idx="81157">60.990000000000002</cx:pt>
          <cx:pt idx="81158">70.980000000000004</cx:pt>
          <cx:pt idx="81159">54.979999999999997</cx:pt>
          <cx:pt idx="81160">76.980000000000004</cx:pt>
          <cx:pt idx="81161">72.980000000000004</cx:pt>
          <cx:pt idx="81162">60.990000000000002</cx:pt>
          <cx:pt idx="81163">68.930000000000007</cx:pt>
          <cx:pt idx="81164">79.849999999999994</cx:pt>
          <cx:pt idx="81165">84.680000000000007</cx:pt>
          <cx:pt idx="81166">119.77</cx:pt>
          <cx:pt idx="81167">79.989999999999995</cx:pt>
          <cx:pt idx="81168">79.989999999999995</cx:pt>
          <cx:pt idx="81169">79.989999999999995</cx:pt>
          <cx:pt idx="81170">159.97999999999999</cx:pt>
          <cx:pt idx="81171">79.989999999999995</cx:pt>
          <cx:pt idx="81172">181.44</cx:pt>
          <cx:pt idx="81173">270.92000000000002</cx:pt>
          <cx:pt idx="81174">270.92000000000002</cx:pt>
          <cx:pt idx="81175">181.44</cx:pt>
          <cx:pt idx="81176">73.969999999999999</cx:pt>
          <cx:pt idx="81177">60.859999999999999</cx:pt>
          <cx:pt idx="81178">70.969999999999999</cx:pt>
          <cx:pt idx="81179">68.969999999999999</cx:pt>
          <cx:pt idx="81180">89.969999999999999</cx:pt>
          <cx:pt idx="81181">56.979999999999997</cx:pt>
          <cx:pt idx="81182">68.969999999999999</cx:pt>
          <cx:pt idx="81183">68.969999999999999</cx:pt>
          <cx:pt idx="81184">51.979999999999997</cx:pt>
          <cx:pt idx="81185">75.980000000000004</cx:pt>
          <cx:pt idx="81186">65.640000000000001</cx:pt>
          <cx:pt idx="81187">113.97</cx:pt>
          <cx:pt idx="81188">68.489999999999995</cx:pt>
          <cx:pt idx="81189">84.989999999999995</cx:pt>
          <cx:pt idx="81190">51.979999999999997</cx:pt>
          <cx:pt idx="81191">84.989999999999995</cx:pt>
          <cx:pt idx="81192">68.989999999999995</cx:pt>
          <cx:pt idx="81193">95.980000000000004</cx:pt>
          <cx:pt idx="81194">77.769999999999996</cx:pt>
          <cx:pt idx="81195">99.980000000000004</cx:pt>
          <cx:pt idx="81196">120.98</cx:pt>
          <cx:pt idx="81197">54.979999999999997</cx:pt>
          <cx:pt idx="81198">63.270000000000003</cx:pt>
          <cx:pt idx="81199">56.18</cx:pt>
          <cx:pt idx="81200">181.44</cx:pt>
          <cx:pt idx="81201">119.95999999999999</cx:pt>
          <cx:pt idx="81202">71.959999999999994</cx:pt>
          <cx:pt idx="81203">79.980000000000004</cx:pt>
          <cx:pt idx="81204">195.37</cx:pt>
          <cx:pt idx="81205">32.939999999999998</cx:pt>
          <cx:pt idx="81206">62.310000000000002</cx:pt>
          <cx:pt idx="81207">109.98</cx:pt>
          <cx:pt idx="81208">109.98</cx:pt>
          <cx:pt idx="81209">137.97999999999999</cx:pt>
          <cx:pt idx="81210">99.840000000000003</cx:pt>
          <cx:pt idx="81211">39.990000000000002</cx:pt>
          <cx:pt idx="81212">44.990000000000002</cx:pt>
          <cx:pt idx="81213">79.969999999999999</cx:pt>
          <cx:pt idx="81214">93.969999999999999</cx:pt>
          <cx:pt idx="81215">153.16999999999999</cx:pt>
          <cx:pt idx="81216">99.969999999999999</cx:pt>
          <cx:pt idx="81217">50.969999999999999</cx:pt>
          <cx:pt idx="81218">149.94999999999999</cx:pt>
          <cx:pt idx="81219">84.989999999999995</cx:pt>
          <cx:pt idx="81220">69.989999999999995</cx:pt>
          <cx:pt idx="81221">84.989999999999995</cx:pt>
          <cx:pt idx="81222">84.989999999999995</cx:pt>
          <cx:pt idx="81223">84.989999999999995</cx:pt>
          <cx:pt idx="81224">59.960000000000001</cx:pt>
          <cx:pt idx="81225">84.989999999999995</cx:pt>
          <cx:pt idx="81226">103.98</cx:pt>
          <cx:pt idx="81227">103.98</cx:pt>
          <cx:pt idx="81228">98.969999999999999</cx:pt>
          <cx:pt idx="81229">130.38</cx:pt>
          <cx:pt idx="81230">84.989999999999995</cx:pt>
          <cx:pt idx="81231">69.969999999999999</cx:pt>
          <cx:pt idx="81232">63.979999999999997</cx:pt>
          <cx:pt idx="81233">63.979999999999997</cx:pt>
          <cx:pt idx="81234">52.979999999999997</cx:pt>
          <cx:pt idx="81235">78.959999999999994</cx:pt>
          <cx:pt idx="81236">61.979999999999997</cx:pt>
          <cx:pt idx="81237">83.969999999999999</cx:pt>
          <cx:pt idx="81238">71.180000000000007</cx:pt>
          <cx:pt idx="81239">51.979999999999997</cx:pt>
          <cx:pt idx="81240">67.969999999999999</cx:pt>
          <cx:pt idx="81241">159.69999999999999</cx:pt>
          <cx:pt idx="81242">159.69999999999999</cx:pt>
          <cx:pt idx="81243">159.69999999999999</cx:pt>
          <cx:pt idx="81244">153.31</cx:pt>
          <cx:pt idx="81245">179.94</cx:pt>
          <cx:pt idx="81246">239.91999999999999</cx:pt>
          <cx:pt idx="81247">203.97999999999999</cx:pt>
          <cx:pt idx="81248">174.93000000000001</cx:pt>
          <cx:pt idx="81249">59.979999999999997</cx:pt>
          <cx:pt idx="81250">59.979999999999997</cx:pt>
          <cx:pt idx="81251">51.479999999999997</cx:pt>
          <cx:pt idx="81252">59.979999999999997</cx:pt>
          <cx:pt idx="81253">89.969999999999999</cx:pt>
          <cx:pt idx="81254">53.979999999999997</cx:pt>
          <cx:pt idx="81255">51.479999999999997</cx:pt>
          <cx:pt idx="81256">51.479999999999997</cx:pt>
          <cx:pt idx="81257">59.979999999999997</cx:pt>
          <cx:pt idx="81258">59.979999999999997</cx:pt>
          <cx:pt idx="81259">59.979999999999997</cx:pt>
          <cx:pt idx="81260">129.90000000000001</cx:pt>
          <cx:pt idx="81261">138.58000000000001</cx:pt>
          <cx:pt idx="81262">346.81999999999999</cx:pt>
          <cx:pt idx="81263">129.96000000000001</cx:pt>
          <cx:pt idx="81264">182.93000000000001</cx:pt>
          <cx:pt idx="81265">205.66</cx:pt>
          <cx:pt idx="81266">145.18000000000001</cx:pt>
          <cx:pt idx="81267">147.59999999999999</cx:pt>
          <cx:pt idx="81268">153.65000000000001</cx:pt>
          <cx:pt idx="81269">153.65000000000001</cx:pt>
          <cx:pt idx="81270">153.65000000000001</cx:pt>
          <cx:pt idx="81271">130.90000000000001</cx:pt>
          <cx:pt idx="81272">59.979999999999997</cx:pt>
          <cx:pt idx="81273">130.90000000000001</cx:pt>
          <cx:pt idx="81274">59.979999999999997</cx:pt>
          <cx:pt idx="81275">149.94999999999999</cx:pt>
          <cx:pt idx="81276">88.469999999999999</cx:pt>
          <cx:pt idx="81277">89.969999999999999</cx:pt>
          <cx:pt idx="81278">48.979999999999997</cx:pt>
          <cx:pt idx="81279">89.969999999999999</cx:pt>
          <cx:pt idx="81280">74.969999999999999</cx:pt>
          <cx:pt idx="81281">89.969999999999999</cx:pt>
          <cx:pt idx="81282">73.980000000000004</cx:pt>
          <cx:pt idx="81283">59.979999999999997</cx:pt>
          <cx:pt idx="81284">63.969999999999999</cx:pt>
          <cx:pt idx="81285">68.959999999999994</cx:pt>
          <cx:pt idx="81286">80.969999999999999</cx:pt>
          <cx:pt idx="81287">65.989999999999995</cx:pt>
          <cx:pt idx="81288">142.96000000000001</cx:pt>
          <cx:pt idx="81289">291.94</cx:pt>
          <cx:pt idx="81290">165.88999999999999</cx:pt>
          <cx:pt idx="81291">84.989999999999995</cx:pt>
          <cx:pt idx="81292">77.400000000000006</cx:pt>
          <cx:pt idx="81293">70.980000000000004</cx:pt>
          <cx:pt idx="81294">138.41999999999999</cx:pt>
          <cx:pt idx="81295">79.989999999999995</cx:pt>
          <cx:pt idx="81296">98.980000000000004</cx:pt>
          <cx:pt idx="81297">79.989999999999995</cx:pt>
          <cx:pt idx="81298">160.22</cx:pt>
          <cx:pt idx="81299">302.75999999999999</cx:pt>
          <cx:pt idx="81300">159.25</cx:pt>
          <cx:pt idx="81301">104.97</cx:pt>
          <cx:pt idx="81302">129.96000000000001</cx:pt>
          <cx:pt idx="81303">129.96000000000001</cx:pt>
          <cx:pt idx="81304">128.96000000000001</cx:pt>
          <cx:pt idx="81305">134.96000000000001</cx:pt>
          <cx:pt idx="81306">167.36000000000001</cx:pt>
          <cx:pt idx="81307">65.989999999999995</cx:pt>
          <cx:pt idx="81308">65.989999999999995</cx:pt>
          <cx:pt idx="81309">65.989999999999995</cx:pt>
          <cx:pt idx="81310">68.989999999999995</cx:pt>
          <cx:pt idx="81311">65.989999999999995</cx:pt>
          <cx:pt idx="81312">51.990000000000002</cx:pt>
          <cx:pt idx="81313">65.989999999999995</cx:pt>
          <cx:pt idx="81314">65.989999999999995</cx:pt>
          <cx:pt idx="81315">54.990000000000002</cx:pt>
          <cx:pt idx="81316">175.30000000000001</cx:pt>
          <cx:pt idx="81317">75.980000000000004</cx:pt>
          <cx:pt idx="81318">113.97</cx:pt>
          <cx:pt idx="81319">79.969999999999999</cx:pt>
          <cx:pt idx="81320">113.97</cx:pt>
          <cx:pt idx="81321">151.96000000000001</cx:pt>
          <cx:pt idx="81322">75.980000000000004</cx:pt>
          <cx:pt idx="81323">75.980000000000004</cx:pt>
          <cx:pt idx="81324">113.97</cx:pt>
          <cx:pt idx="81325">114.12</cx:pt>
          <cx:pt idx="81326">51.960000000000001</cx:pt>
          <cx:pt idx="81327">95.930000000000007</cx:pt>
          <cx:pt idx="81328">59.390000000000001</cx:pt>
          <cx:pt idx="81329">112.62</cx:pt>
          <cx:pt idx="81330">79.170000000000002</cx:pt>
          <cx:pt idx="81331">50.979999999999997</cx:pt>
          <cx:pt idx="81332">76.969999999999999</cx:pt>
          <cx:pt idx="81333">116.97</cx:pt>
          <cx:pt idx="81334">50.960000000000001</cx:pt>
          <cx:pt idx="81335">54.990000000000002</cx:pt>
          <cx:pt idx="81336">114.16</cx:pt>
          <cx:pt idx="81337">109.98</cx:pt>
          <cx:pt idx="81338">114.97</cx:pt>
          <cx:pt idx="81339">71.060000000000002</cx:pt>
          <cx:pt idx="81340">82.200000000000003</cx:pt>
          <cx:pt idx="81341">234.94</cx:pt>
          <cx:pt idx="81342">542.80999999999995</cx:pt>
          <cx:pt idx="81343">99.980000000000004</cx:pt>
          <cx:pt idx="81344">95.980000000000004</cx:pt>
          <cx:pt idx="81345">93.980000000000004</cx:pt>
          <cx:pt idx="81346">111.65000000000001</cx:pt>
          <cx:pt idx="81347">89.980000000000004</cx:pt>
          <cx:pt idx="81348">135.97</cx:pt>
          <cx:pt idx="81349">99.980000000000004</cx:pt>
          <cx:pt idx="81350">61.960000000000001</cx:pt>
          <cx:pt idx="81351">59.969999999999999</cx:pt>
          <cx:pt idx="81352">67.959999999999994</cx:pt>
          <cx:pt idx="81353">82.969999999999999</cx:pt>
          <cx:pt idx="81354">154.94999999999999</cx:pt>
          <cx:pt idx="81355">101.97</cx:pt>
          <cx:pt idx="81356">88.969999999999999</cx:pt>
          <cx:pt idx="81357">53.979999999999997</cx:pt>
          <cx:pt idx="81358">53.979999999999997</cx:pt>
          <cx:pt idx="81359">63.210000000000001</cx:pt>
          <cx:pt idx="81360">53.979999999999997</cx:pt>
          <cx:pt idx="81361">53.979999999999997</cx:pt>
          <cx:pt idx="81362">98.959999999999994</cx:pt>
          <cx:pt idx="81363">67.969999999999999</cx:pt>
          <cx:pt idx="81364">65.980000000000004</cx:pt>
          <cx:pt idx="81365">84.969999999999999</cx:pt>
          <cx:pt idx="81366">53.979999999999997</cx:pt>
          <cx:pt idx="81367">55.979999999999997</cx:pt>
          <cx:pt idx="81368">104.98</cx:pt>
          <cx:pt idx="81369">120.97</cx:pt>
          <cx:pt idx="81370">75.090000000000003</cx:pt>
          <cx:pt idx="81371">84.989999999999995</cx:pt>
          <cx:pt idx="81372">119.97</cx:pt>
          <cx:pt idx="81373">78.219999999999999</cx:pt>
          <cx:pt idx="81374">104.98</cx:pt>
          <cx:pt idx="81375">65.319999999999993</cx:pt>
          <cx:pt idx="81376">176.61000000000001</cx:pt>
          <cx:pt idx="81377">82.239999999999995</cx:pt>
          <cx:pt idx="81378">61.740000000000002</cx:pt>
          <cx:pt idx="81379">79.840000000000003</cx:pt>
          <cx:pt idx="81380">119.95999999999999</cx:pt>
          <cx:pt idx="81381">119.95999999999999</cx:pt>
          <cx:pt idx="81382">59.979999999999997</cx:pt>
          <cx:pt idx="81383">59.979999999999997</cx:pt>
          <cx:pt idx="81384">95.959999999999994</cx:pt>
          <cx:pt idx="81385">125.19</cx:pt>
          <cx:pt idx="81386">75.959999999999994</cx:pt>
          <cx:pt idx="81387">95.959999999999994</cx:pt>
          <cx:pt idx="81388">75.959999999999994</cx:pt>
          <cx:pt idx="81389">75.959999999999994</cx:pt>
          <cx:pt idx="81390">59.979999999999997</cx:pt>
          <cx:pt idx="81391">59.979999999999997</cx:pt>
          <cx:pt idx="81392">59.979999999999997</cx:pt>
          <cx:pt idx="81393">59.979999999999997</cx:pt>
          <cx:pt idx="81394">75.959999999999994</cx:pt>
          <cx:pt idx="81395">95.959999999999994</cx:pt>
          <cx:pt idx="81396">125.19</cx:pt>
          <cx:pt idx="81397">87.25</cx:pt>
          <cx:pt idx="81398">132.68000000000001</cx:pt>
          <cx:pt idx="81399">95.959999999999994</cx:pt>
          <cx:pt idx="81400">132.68000000000001</cx:pt>
          <cx:pt idx="81401">59.979999999999997</cx:pt>
          <cx:pt idx="81402">59.979999999999997</cx:pt>
          <cx:pt idx="81403">53.979999999999997</cx:pt>
          <cx:pt idx="81404">59.979999999999997</cx:pt>
          <cx:pt idx="81405">53.979999999999997</cx:pt>
          <cx:pt idx="81406">59.979999999999997</cx:pt>
          <cx:pt idx="81407">87.25</cx:pt>
          <cx:pt idx="81408">50.609999999999999</cx:pt>
          <cx:pt idx="81409">115.95999999999999</cx:pt>
          <cx:pt idx="81410">32.240000000000002</cx:pt>
          <cx:pt idx="81411">26.489999999999998</cx:pt>
          <cx:pt idx="81412">144.68000000000001</cx:pt>
          <cx:pt idx="81413">62.979999999999997</cx:pt>
          <cx:pt idx="81414">26.489999999999998</cx:pt>
          <cx:pt idx="81415">31.489999999999998</cx:pt>
          <cx:pt idx="81416">37.240000000000002</cx:pt>
          <cx:pt idx="81417">50.979999999999997</cx:pt>
          <cx:pt idx="81418">50.979999999999997</cx:pt>
          <cx:pt idx="81419">25.489999999999998</cx:pt>
          <cx:pt idx="81420">51.479999999999997</cx:pt>
          <cx:pt idx="81421">147.59999999999999</cx:pt>
          <cx:pt idx="81422">73.799999999999997</cx:pt>
          <cx:pt idx="81423">88.310000000000002</cx:pt>
          <cx:pt idx="81424">117.34999999999999</cx:pt>
          <cx:pt idx="81425">73.799999999999997</cx:pt>
          <cx:pt idx="81426">117.34999999999999</cx:pt>
          <cx:pt idx="81427">140.24000000000001</cx:pt>
          <cx:pt idx="81428">58.969999999999999</cx:pt>
          <cx:pt idx="81429">222.94</cx:pt>
          <cx:pt idx="81430">59.969999999999999</cx:pt>
          <cx:pt idx="81431">73.569999999999993</cx:pt>
          <cx:pt idx="81432">91.769999999999996</cx:pt>
          <cx:pt idx="81433">59.960000000000001</cx:pt>
          <cx:pt idx="81434">151.13999999999999</cx:pt>
          <cx:pt idx="81435">119.66</cx:pt>
          <cx:pt idx="81436">113.63</cx:pt>
          <cx:pt idx="81437">285.49000000000001</cx:pt>
          <cx:pt idx="81438">203.22999999999999</cx:pt>
          <cx:pt idx="81439">384.69999999999999</cx:pt>
          <cx:pt idx="81440">46.289999999999999</cx:pt>
          <cx:pt idx="81441">51.939999999999998</cx:pt>
          <cx:pt idx="81442">79.409999999999997</cx:pt>
          <cx:pt idx="81443">74.980000000000004</cx:pt>
          <cx:pt idx="81444">83.989999999999995</cx:pt>
          <cx:pt idx="81445">46.289999999999999</cx:pt>
          <cx:pt idx="81446">72.239999999999995</cx:pt>
          <cx:pt idx="81447">84.989999999999995</cx:pt>
          <cx:pt idx="81448">74.989999999999995</cx:pt>
          <cx:pt idx="81449">66.489999999999995</cx:pt>
          <cx:pt idx="81450">87.069999999999993</cx:pt>
          <cx:pt idx="81451">88.290000000000006</cx:pt>
          <cx:pt idx="81452">67.819999999999993</cx:pt>
          <cx:pt idx="81453">39.979999999999997</cx:pt>
          <cx:pt idx="81454">66.489999999999995</cx:pt>
          <cx:pt idx="81455">184.97</cx:pt>
          <cx:pt idx="81456">66.489999999999995</cx:pt>
          <cx:pt idx="81457">57.960000000000001</cx:pt>
          <cx:pt idx="81458">37.289999999999999</cx:pt>
          <cx:pt idx="81459">63.979999999999997</cx:pt>
          <cx:pt idx="81460">92.920000000000002</cx:pt>
          <cx:pt idx="81461">62.219999999999999</cx:pt>
          <cx:pt idx="81462">76.400000000000006</cx:pt>
          <cx:pt idx="81463">159.69999999999999</cx:pt>
          <cx:pt idx="81464">79.849999999999994</cx:pt>
          <cx:pt idx="81465">159.69999999999999</cx:pt>
          <cx:pt idx="81466">71.859999999999999</cx:pt>
          <cx:pt idx="81467">79.849999999999994</cx:pt>
          <cx:pt idx="81468">159.69999999999999</cx:pt>
          <cx:pt idx="81469">-79.849999999999994</cx:pt>
          <cx:pt idx="81470">216.88999999999999</cx:pt>
          <cx:pt idx="81471">331.88</cx:pt>
          <cx:pt idx="81472">51.960000000000001</cx:pt>
          <cx:pt idx="81473">64.950000000000003</cx:pt>
          <cx:pt idx="81474">173.47</cx:pt>
          <cx:pt idx="81475">148.72</cx:pt>
          <cx:pt idx="81476">151.25999999999999</cx:pt>
          <cx:pt idx="81477">152.97999999999999</cx:pt>
          <cx:pt idx="81478">53.979999999999997</cx:pt>
          <cx:pt idx="81479">149.97</cx:pt>
          <cx:pt idx="81480">254.97</cx:pt>
          <cx:pt idx="81481">213.94999999999999</cx:pt>
          <cx:pt idx="81482">169.97999999999999</cx:pt>
          <cx:pt idx="81483">141.06999999999999</cx:pt>
          <cx:pt idx="81484">144.96000000000001</cx:pt>
          <cx:pt idx="81485">74.980000000000004</cx:pt>
          <cx:pt idx="81486">75.180000000000007</cx:pt>
          <cx:pt idx="81487">51.979999999999997</cx:pt>
          <cx:pt idx="81488">75.980000000000004</cx:pt>
          <cx:pt idx="81489">89.980000000000004</cx:pt>
          <cx:pt idx="81490">89.980000000000004</cx:pt>
          <cx:pt idx="81491">69.049999999999997</cx:pt>
          <cx:pt idx="81492">89.980000000000004</cx:pt>
          <cx:pt idx="81493">81.560000000000002</cx:pt>
          <cx:pt idx="81494">63.979999999999997</cx:pt>
          <cx:pt idx="81495">89.980000000000004</cx:pt>
          <cx:pt idx="81496">119.95999999999999</cx:pt>
          <cx:pt idx="81497">109.95999999999999</cx:pt>
          <cx:pt idx="81498">74.969999999999999</cx:pt>
          <cx:pt idx="81499">121.45999999999999</cx:pt>
          <cx:pt idx="81500">89.969999999999999</cx:pt>
          <cx:pt idx="81501">15.49</cx:pt>
          <cx:pt idx="81502">111.45999999999999</cx:pt>
          <cx:pt idx="81503">197.97</cx:pt>
          <cx:pt idx="81504">229.47</cx:pt>
          <cx:pt idx="81505">171.97</cx:pt>
          <cx:pt idx="81506">66.840000000000003</cx:pt>
          <cx:pt idx="81507">65.319999999999993</cx:pt>
          <cx:pt idx="81508">74.969999999999999</cx:pt>
          <cx:pt idx="81509">78.599999999999994</cx:pt>
          <cx:pt idx="81510">90.709999999999994</cx:pt>
          <cx:pt idx="81511">105.22</cx:pt>
          <cx:pt idx="81512">87.069999999999993</cx:pt>
          <cx:pt idx="81513">105.95999999999999</cx:pt>
          <cx:pt idx="81514">105.95999999999999</cx:pt>
          <cx:pt idx="81515">169.97999999999999</cx:pt>
          <cx:pt idx="81516">169.97999999999999</cx:pt>
          <cx:pt idx="81517">197.97</cx:pt>
          <cx:pt idx="81518">197.97</cx:pt>
          <cx:pt idx="81519">131.97999999999999</cx:pt>
          <cx:pt idx="81520">207.96000000000001</cx:pt>
          <cx:pt idx="81521">207.96000000000001</cx:pt>
          <cx:pt idx="81522">159.97999999999999</cx:pt>
          <cx:pt idx="81523">159.97999999999999</cx:pt>
          <cx:pt idx="81524">169.97999999999999</cx:pt>
          <cx:pt idx="81525">169.97999999999999</cx:pt>
          <cx:pt idx="81526">181.97</cx:pt>
          <cx:pt idx="81527">181.97</cx:pt>
          <cx:pt idx="81528">131.97999999999999</cx:pt>
          <cx:pt idx="81529">76.489999999999995</cx:pt>
          <cx:pt idx="81530">93.980000000000004</cx:pt>
          <cx:pt idx="81531">93.980000000000004</cx:pt>
          <cx:pt idx="81532">84.989999999999995</cx:pt>
          <cx:pt idx="81533">65.989999999999995</cx:pt>
          <cx:pt idx="81534">61.979999999999997</cx:pt>
          <cx:pt idx="81535">31.289999999999999</cx:pt>
          <cx:pt idx="81536">90.969999999999999</cx:pt>
          <cx:pt idx="81537">89.980000000000004</cx:pt>
          <cx:pt idx="81538">53.68</cx:pt>
          <cx:pt idx="81539">61.979999999999997</cx:pt>
          <cx:pt idx="81540">70.590000000000003</cx:pt>
          <cx:pt idx="81541">89.980000000000004</cx:pt>
          <cx:pt idx="81542">129.93000000000001</cx:pt>
          <cx:pt idx="81543">61.979999999999997</cx:pt>
          <cx:pt idx="81544">83.969999999999999</cx:pt>
          <cx:pt idx="81545">92.969999999999999</cx:pt>
          <cx:pt idx="81546">55.979999999999997</cx:pt>
          <cx:pt idx="81547">84.780000000000001</cx:pt>
          <cx:pt idx="81548">83.969999999999999</cx:pt>
          <cx:pt idx="81549">55.979999999999997</cx:pt>
          <cx:pt idx="81550">83.969999999999999</cx:pt>
          <cx:pt idx="81551">55.979999999999997</cx:pt>
          <cx:pt idx="81552">142.94999999999999</cx:pt>
          <cx:pt idx="81553">142.94999999999999</cx:pt>
          <cx:pt idx="81554">142.94999999999999</cx:pt>
          <cx:pt idx="81555">73.980000000000004</cx:pt>
          <cx:pt idx="81556">144.97</cx:pt>
          <cx:pt idx="81557">64.969999999999999</cx:pt>
          <cx:pt idx="81558">73.980000000000004</cx:pt>
          <cx:pt idx="81559">20.489999999999998</cx:pt>
          <cx:pt idx="81560">73.980000000000004</cx:pt>
          <cx:pt idx="81561">55.979999999999997</cx:pt>
          <cx:pt idx="81562">41.479999999999997</cx:pt>
          <cx:pt idx="81563">73.980000000000004</cx:pt>
          <cx:pt idx="81564">69.980000000000004</cx:pt>
          <cx:pt idx="81565">59.979999999999997</cx:pt>
          <cx:pt idx="81566">59.979999999999997</cx:pt>
          <cx:pt idx="81567">55.350000000000001</cx:pt>
          <cx:pt idx="81568">51.979999999999997</cx:pt>
          <cx:pt idx="81569">65.980000000000004</cx:pt>
          <cx:pt idx="81570">73.980000000000004</cx:pt>
          <cx:pt idx="81571">44.479999999999997</cx:pt>
          <cx:pt idx="81572">94.969999999999999</cx:pt>
          <cx:pt idx="81573">104.18000000000001</cx:pt>
          <cx:pt idx="81574">146.97</cx:pt>
          <cx:pt idx="81575">119.95</cx:pt>
          <cx:pt idx="81576">54.979999999999997</cx:pt>
          <cx:pt idx="81577">82.819999999999993</cx:pt>
          <cx:pt idx="81578">63.979999999999997</cx:pt>
          <cx:pt idx="81579">74.969999999999999</cx:pt>
          <cx:pt idx="81580">63.979999999999997</cx:pt>
          <cx:pt idx="81581">87.980000000000004</cx:pt>
          <cx:pt idx="81582">89.980000000000004</cx:pt>
          <cx:pt idx="81583">63.979999999999997</cx:pt>
          <cx:pt idx="81584">119.95999999999999</cx:pt>
          <cx:pt idx="81585">53.979999999999997</cx:pt>
          <cx:pt idx="81586">73.980000000000004</cx:pt>
          <cx:pt idx="81587">136.94999999999999</cx:pt>
          <cx:pt idx="81588">149.94999999999999</cx:pt>
          <cx:pt idx="81589">227.88</cx:pt>
          <cx:pt idx="81590">56.969999999999999</cx:pt>
          <cx:pt idx="81591">55.960000000000001</cx:pt>
          <cx:pt idx="81592">89.980000000000004</cx:pt>
          <cx:pt idx="81593">189.91999999999999</cx:pt>
          <cx:pt idx="81594">44.990000000000002</cx:pt>
          <cx:pt idx="81595">97.930000000000007</cx:pt>
          <cx:pt idx="81596">182.91</cx:pt>
          <cx:pt idx="81597">97.930000000000007</cx:pt>
          <cx:pt idx="81598">449.85000000000002</cx:pt>
          <cx:pt idx="81599">239.91999999999999</cx:pt>
          <cx:pt idx="81600">99.959999999999994</cx:pt>
          <cx:pt idx="81601">189.91999999999999</cx:pt>
          <cx:pt idx="81602">89.939999999999998</cx:pt>
          <cx:pt idx="81603">353.89999999999998</cx:pt>
          <cx:pt idx="81604">59.979999999999997</cx:pt>
          <cx:pt idx="81605">79.969999999999999</cx:pt>
          <cx:pt idx="81606">74.969999999999999</cx:pt>
          <cx:pt idx="81607">59.979999999999997</cx:pt>
          <cx:pt idx="81608">53.979999999999997</cx:pt>
          <cx:pt idx="81609">59.979999999999997</cx:pt>
          <cx:pt idx="81610">59.979999999999997</cx:pt>
          <cx:pt idx="81611">63.960000000000001</cx:pt>
          <cx:pt idx="81612">182.97</cx:pt>
          <cx:pt idx="81613">141.97</cx:pt>
          <cx:pt idx="81614">121.98</cx:pt>
          <cx:pt idx="81615">157.96000000000001</cx:pt>
          <cx:pt idx="81616">51.960000000000001</cx:pt>
          <cx:pt idx="81617">51.960000000000001</cx:pt>
          <cx:pt idx="81618">162.93000000000001</cx:pt>
          <cx:pt idx="81619">105.98</cx:pt>
          <cx:pt idx="81620">84.989999999999995</cx:pt>
          <cx:pt idx="81621">68.989999999999995</cx:pt>
          <cx:pt idx="81622">49.490000000000002</cx:pt>
          <cx:pt idx="81623">68.989999999999995</cx:pt>
          <cx:pt idx="81624">115.18000000000001</cx:pt>
          <cx:pt idx="81625">58.200000000000003</cx:pt>
          <cx:pt idx="81626">79.959999999999994</cx:pt>
          <cx:pt idx="81627">79.959999999999994</cx:pt>
          <cx:pt idx="81628">41.789999999999999</cx:pt>
          <cx:pt idx="81629">79.959999999999994</cx:pt>
          <cx:pt idx="81630">89.980000000000004</cx:pt>
          <cx:pt idx="81631">79.959999999999994</cx:pt>
          <cx:pt idx="81632">149.93000000000001</cx:pt>
          <cx:pt idx="81633">59.950000000000003</cx:pt>
          <cx:pt idx="81634">46.289999999999999</cx:pt>
          <cx:pt idx="81635">69.980000000000004</cx:pt>
          <cx:pt idx="81636">79.849999999999994</cx:pt>
          <cx:pt idx="81637">159.69999999999999</cx:pt>
          <cx:pt idx="81638">143.72</cx:pt>
          <cx:pt idx="81639">79.049999999999997</cx:pt>
          <cx:pt idx="81640">159.69999999999999</cx:pt>
          <cx:pt idx="81641">144.47999999999999</cx:pt>
          <cx:pt idx="81642">166.58000000000001</cx:pt>
          <cx:pt idx="81643">153.97999999999999</cx:pt>
          <cx:pt idx="81644">159.97999999999999</cx:pt>
          <cx:pt idx="81645">105.97</cx:pt>
          <cx:pt idx="81646">119.95999999999999</cx:pt>
          <cx:pt idx="81647">149.96000000000001</cx:pt>
          <cx:pt idx="81648">119.95999999999999</cx:pt>
          <cx:pt idx="81649">119.95999999999999</cx:pt>
          <cx:pt idx="81650">149.96000000000001</cx:pt>
          <cx:pt idx="81651">74.980000000000004</cx:pt>
          <cx:pt idx="81652">122.16</cx:pt>
          <cx:pt idx="81653">71.120000000000005</cx:pt>
          <cx:pt idx="81654">72.560000000000002</cx:pt>
          <cx:pt idx="81655">130.63</cx:pt>
          <cx:pt idx="81656">72.560000000000002</cx:pt>
          <cx:pt idx="81657">120.94</cx:pt>
          <cx:pt idx="81658">118.78</cx:pt>
          <cx:pt idx="81659">89.230000000000004</cx:pt>
          <cx:pt idx="81660">89.230000000000004</cx:pt>
          <cx:pt idx="81661">89.230000000000004</cx:pt>
          <cx:pt idx="81662">76.489999999999995</cx:pt>
          <cx:pt idx="81663">108.78</cx:pt>
          <cx:pt idx="81664">76.489999999999995</cx:pt>
          <cx:pt idx="81665">76.489999999999995</cx:pt>
          <cx:pt idx="81666">108.78</cx:pt>
          <cx:pt idx="81667">76.489999999999995</cx:pt>
          <cx:pt idx="81668">76.489999999999995</cx:pt>
          <cx:pt idx="81669">108.78</cx:pt>
          <cx:pt idx="81670">102.81999999999999</cx:pt>
          <cx:pt idx="81671">76.489999999999995</cx:pt>
          <cx:pt idx="81672">76.489999999999995</cx:pt>
          <cx:pt idx="81673">76.489999999999995</cx:pt>
          <cx:pt idx="81674">76.489999999999995</cx:pt>
          <cx:pt idx="81675">144.47999999999999</cx:pt>
          <cx:pt idx="81676">118.78</cx:pt>
          <cx:pt idx="81677">144.47999999999999</cx:pt>
          <cx:pt idx="81678">76.489999999999995</cx:pt>
          <cx:pt idx="81679">76.489999999999995</cx:pt>
          <cx:pt idx="81680">144.47999999999999</cx:pt>
          <cx:pt idx="81681">72.239999999999995</cx:pt>
          <cx:pt idx="81682">76.489999999999995</cx:pt>
          <cx:pt idx="81683">144.47999999999999</cx:pt>
          <cx:pt idx="81684">76.489999999999995</cx:pt>
          <cx:pt idx="81685">76.489999999999995</cx:pt>
          <cx:pt idx="81686">118.78</cx:pt>
          <cx:pt idx="81687">89.230000000000004</cx:pt>
          <cx:pt idx="81688">61.979999999999997</cx:pt>
          <cx:pt idx="81689">61.979999999999997</cx:pt>
          <cx:pt idx="81690">76.489999999999995</cx:pt>
          <cx:pt idx="81691">72.239999999999995</cx:pt>
          <cx:pt idx="81692">102.81999999999999</cx:pt>
          <cx:pt idx="81693">76.489999999999995</cx:pt>
          <cx:pt idx="81694">102.81999999999999</cx:pt>
          <cx:pt idx="81695">76.489999999999995</cx:pt>
          <cx:pt idx="81696">72.239999999999995</cx:pt>
          <cx:pt idx="81697">76.489999999999995</cx:pt>
          <cx:pt idx="81698">76.489999999999995</cx:pt>
          <cx:pt idx="81699">50.380000000000003</cx:pt>
          <cx:pt idx="81700">76.489999999999995</cx:pt>
          <cx:pt idx="81701">50.380000000000003</cx:pt>
          <cx:pt idx="81702">50.380000000000003</cx:pt>
          <cx:pt idx="81703">50.380000000000003</cx:pt>
          <cx:pt idx="81704">72.239999999999995</cx:pt>
          <cx:pt idx="81705">76.489999999999995</cx:pt>
          <cx:pt idx="81706">61.979999999999997</cx:pt>
          <cx:pt idx="81707">108.78</cx:pt>
          <cx:pt idx="81708">144.47999999999999</cx:pt>
          <cx:pt idx="81709">144.47999999999999</cx:pt>
          <cx:pt idx="81710">144.47999999999999</cx:pt>
          <cx:pt idx="81711">118.78</cx:pt>
          <cx:pt idx="81712">144.47999999999999</cx:pt>
          <cx:pt idx="81713">76.489999999999995</cx:pt>
          <cx:pt idx="81714">76.489999999999995</cx:pt>
          <cx:pt idx="81715">61.979999999999997</cx:pt>
          <cx:pt idx="81716">76.489999999999995</cx:pt>
          <cx:pt idx="81717">102.81999999999999</cx:pt>
          <cx:pt idx="81718">84.989999999999995</cx:pt>
          <cx:pt idx="81719">172.97</cx:pt>
          <cx:pt idx="81720">84.989999999999995</cx:pt>
          <cx:pt idx="81721">79.980000000000004</cx:pt>
          <cx:pt idx="81722">99.980000000000004</cx:pt>
          <cx:pt idx="81723">84.989999999999995</cx:pt>
          <cx:pt idx="81724">68.980000000000004</cx:pt>
          <cx:pt idx="81725">101.67</cx:pt>
          <cx:pt idx="81726">135.94</cx:pt>
          <cx:pt idx="81727">62.020000000000003</cx:pt>
          <cx:pt idx="81728">129.96000000000001</cx:pt>
          <cx:pt idx="81729">30.23</cx:pt>
          <cx:pt idx="81730">94.030000000000001</cx:pt>
          <cx:pt idx="81731">58.630000000000003</cx:pt>
          <cx:pt idx="81732">83.260000000000005</cx:pt>
          <cx:pt idx="81733">59.979999999999997</cx:pt>
          <cx:pt idx="81734">76.469999999999999</cx:pt>
          <cx:pt idx="81735">59.979999999999997</cx:pt>
          <cx:pt idx="81736">83.939999999999998</cx:pt>
          <cx:pt idx="81737">89.969999999999999</cx:pt>
          <cx:pt idx="81738">54.979999999999997</cx:pt>
          <cx:pt idx="81739">92.969999999999999</cx:pt>
          <cx:pt idx="81740">59.979999999999997</cx:pt>
          <cx:pt idx="81741">89.969999999999999</cx:pt>
          <cx:pt idx="81742">99.849999999999994</cx:pt>
          <cx:pt idx="81743">122.97</cx:pt>
          <cx:pt idx="81744">110.97</cx:pt>
          <cx:pt idx="81745">74.969999999999999</cx:pt>
          <cx:pt idx="81746">151.94999999999999</cx:pt>
          <cx:pt idx="81747">127.97</cx:pt>
          <cx:pt idx="81748">65.989999999999995</cx:pt>
          <cx:pt idx="81749">65.989999999999995</cx:pt>
          <cx:pt idx="81750">64.670000000000002</cx:pt>
          <cx:pt idx="81751">65.989999999999995</cx:pt>
          <cx:pt idx="81752">65.989999999999995</cx:pt>
          <cx:pt idx="81753">65.989999999999995</cx:pt>
          <cx:pt idx="81754">115.98</cx:pt>
          <cx:pt idx="81755">131.97999999999999</cx:pt>
          <cx:pt idx="81756">54.979999999999997</cx:pt>
          <cx:pt idx="81757">124.94</cx:pt>
          <cx:pt idx="81758">149.97</cx:pt>
          <cx:pt idx="81759">59.979999999999997</cx:pt>
          <cx:pt idx="81760">59.979999999999997</cx:pt>
          <cx:pt idx="81761">59.979999999999997</cx:pt>
          <cx:pt idx="81762">59.979999999999997</cx:pt>
          <cx:pt idx="81763">50.979999999999997</cx:pt>
          <cx:pt idx="81764">54.979999999999997</cx:pt>
          <cx:pt idx="81765">53.979999999999997</cx:pt>
          <cx:pt idx="81766">59.979999999999997</cx:pt>
          <cx:pt idx="81767">59.979999999999997</cx:pt>
          <cx:pt idx="81768">59.979999999999997</cx:pt>
          <cx:pt idx="81769">41.490000000000002</cx:pt>
          <cx:pt idx="81770">29.48</cx:pt>
          <cx:pt idx="81771">29.48</cx:pt>
          <cx:pt idx="81772">127.95999999999999</cx:pt>
          <cx:pt idx="81773">79.980000000000004</cx:pt>
          <cx:pt idx="81774">119.97</cx:pt>
          <cx:pt idx="81775">79.980000000000004</cx:pt>
          <cx:pt idx="81776">521.03999999999996</cx:pt>
          <cx:pt idx="81777">329.94</cx:pt>
          <cx:pt idx="81778">84.989999999999995</cx:pt>
          <cx:pt idx="81779">99.980000000000004</cx:pt>
          <cx:pt idx="81780">84.989999999999995</cx:pt>
          <cx:pt idx="81781">84.989999999999995</cx:pt>
          <cx:pt idx="81782">84.989999999999995</cx:pt>
          <cx:pt idx="81783">59.479999999999997</cx:pt>
          <cx:pt idx="81784">69.980000000000004</cx:pt>
          <cx:pt idx="81785">79.980000000000004</cx:pt>
          <cx:pt idx="81786">93.980000000000004</cx:pt>
          <cx:pt idx="81787">84.989999999999995</cx:pt>
          <cx:pt idx="81788">68.980000000000004</cx:pt>
          <cx:pt idx="81789">84.989999999999995</cx:pt>
          <cx:pt idx="81790">79.980000000000004</cx:pt>
          <cx:pt idx="81791">68.980000000000004</cx:pt>
          <cx:pt idx="81792">59.979999999999997</cx:pt>
          <cx:pt idx="81793">89.969999999999999</cx:pt>
          <cx:pt idx="81794">82.670000000000002</cx:pt>
          <cx:pt idx="81795">144.97</cx:pt>
          <cx:pt idx="81796">84.969999999999999</cx:pt>
          <cx:pt idx="81797">89.969999999999999</cx:pt>
          <cx:pt idx="81798">50.109999999999999</cx:pt>
          <cx:pt idx="81799">99.180000000000007</cx:pt>
          <cx:pt idx="81800">109.97</cx:pt>
          <cx:pt idx="81801">89.969999999999999</cx:pt>
          <cx:pt idx="81802">98.969999999999999</cx:pt>
          <cx:pt idx="81803">118.84</cx:pt>
          <cx:pt idx="81804">77.969999999999999</cx:pt>
          <cx:pt idx="81805">113.75</cx:pt>
          <cx:pt idx="81806">79.969999999999999</cx:pt>
          <cx:pt idx="81807">208.08000000000001</cx:pt>
          <cx:pt idx="81808">186.28999999999999</cx:pt>
          <cx:pt idx="81809">123.37</cx:pt>
          <cx:pt idx="81810">116.12</cx:pt>
          <cx:pt idx="81811">67.650000000000006</cx:pt>
          <cx:pt idx="81812">67.650000000000006</cx:pt>
          <cx:pt idx="81813">119.95999999999999</cx:pt>
          <cx:pt idx="81814">119.95999999999999</cx:pt>
          <cx:pt idx="81815">51.979999999999997</cx:pt>
          <cx:pt idx="81816">179.94</cx:pt>
          <cx:pt idx="81817">51.979999999999997</cx:pt>
          <cx:pt idx="81818">119.95999999999999</cx:pt>
          <cx:pt idx="81819">119.95999999999999</cx:pt>
          <cx:pt idx="81820">24.68</cx:pt>
          <cx:pt idx="81821">24.68</cx:pt>
          <cx:pt idx="81822">179.94</cx:pt>
          <cx:pt idx="81823">217.75</cx:pt>
          <cx:pt idx="81824">72.530000000000001</cx:pt>
          <cx:pt idx="81825">84.989999999999995</cx:pt>
          <cx:pt idx="81826">84.989999999999995</cx:pt>
          <cx:pt idx="81827">65.989999999999995</cx:pt>
          <cx:pt idx="81828">84.989999999999995</cx:pt>
          <cx:pt idx="81829">84.989999999999995</cx:pt>
          <cx:pt idx="81830">131.97999999999999</cx:pt>
          <cx:pt idx="81831">84.989999999999995</cx:pt>
          <cx:pt idx="81832">65.989999999999995</cx:pt>
          <cx:pt idx="81833">53.979999999999997</cx:pt>
          <cx:pt idx="81834">68.950000000000003</cx:pt>
          <cx:pt idx="81835">96.560000000000002</cx:pt>
          <cx:pt idx="81836">53.979999999999997</cx:pt>
          <cx:pt idx="81837">72.579999999999998</cx:pt>
          <cx:pt idx="81838">136.68000000000001</cx:pt>
          <cx:pt idx="81839">152.41999999999999</cx:pt>
          <cx:pt idx="81840">72.579999999999998</cx:pt>
          <cx:pt idx="81841">59.979999999999997</cx:pt>
          <cx:pt idx="81842">72.579999999999998</cx:pt>
          <cx:pt idx="81843">63.969999999999999</cx:pt>
          <cx:pt idx="81844">79.950000000000003</cx:pt>
          <cx:pt idx="81845">111.93000000000001</cx:pt>
          <cx:pt idx="81846">79.950000000000003</cx:pt>
          <cx:pt idx="81847">79.950000000000003</cx:pt>
          <cx:pt idx="81848">95.939999999999998</cx:pt>
          <cx:pt idx="81849">79.950000000000003</cx:pt>
          <cx:pt idx="81850">79.950000000000003</cx:pt>
          <cx:pt idx="81851">79.950000000000003</cx:pt>
          <cx:pt idx="81852">59.979999999999997</cx:pt>
          <cx:pt idx="81853">59.979999999999997</cx:pt>
          <cx:pt idx="81854">69.969999999999999</cx:pt>
          <cx:pt idx="81855">79.980000000000004</cx:pt>
          <cx:pt idx="81856">57.880000000000003</cx:pt>
          <cx:pt idx="81857">59.979999999999997</cx:pt>
          <cx:pt idx="81858">59.979999999999997</cx:pt>
          <cx:pt idx="81859">179.94</cx:pt>
          <cx:pt idx="81860">59.979999999999997</cx:pt>
          <cx:pt idx="81861">29.989999999999998</cx:pt>
          <cx:pt idx="81862">59.979999999999997</cx:pt>
          <cx:pt idx="81863">31.48</cx:pt>
          <cx:pt idx="81864">93.469999999999999</cx:pt>
          <cx:pt idx="81865">63.960000000000001</cx:pt>
          <cx:pt idx="81866">79.969999999999999</cx:pt>
          <cx:pt idx="81867">55.960000000000001</cx:pt>
          <cx:pt idx="81868">55.960000000000001</cx:pt>
          <cx:pt idx="81869">72.150000000000006</cx:pt>
          <cx:pt idx="81870">53.979999999999997</cx:pt>
          <cx:pt idx="81871">108.95999999999999</cx:pt>
          <cx:pt idx="81872">109.95999999999999</cx:pt>
          <cx:pt idx="81873">197.97</cx:pt>
          <cx:pt idx="81874">353.64999999999998</cx:pt>
          <cx:pt idx="81875">234.56999999999999</cx:pt>
          <cx:pt idx="81876">108.88</cx:pt>
          <cx:pt idx="81877">74.219999999999999</cx:pt>
          <cx:pt idx="81878">77.400000000000006</cx:pt>
          <cx:pt idx="81879">82.209999999999994</cx:pt>
          <cx:pt idx="81880">56.850000000000001</cx:pt>
          <cx:pt idx="81881">75</cx:pt>
          <cx:pt idx="81882">115.11</cx:pt>
          <cx:pt idx="81883">142.74000000000001</cx:pt>
          <cx:pt idx="81884">110.34</cx:pt>
          <cx:pt idx="81885">107.98</cx:pt>
          <cx:pt idx="81886">170.94999999999999</cx:pt>
          <cx:pt idx="81887">164.94999999999999</cx:pt>
          <cx:pt idx="81888">94.959999999999994</cx:pt>
          <cx:pt idx="81889">127.98</cx:pt>
          <cx:pt idx="81890">131.97999999999999</cx:pt>
          <cx:pt idx="81891">65.989999999999995</cx:pt>
          <cx:pt idx="81892">121.45999999999999</cx:pt>
          <cx:pt idx="81893">79.980000000000004</cx:pt>
          <cx:pt idx="81894">85.980000000000004</cx:pt>
          <cx:pt idx="81895">125.97</cx:pt>
          <cx:pt idx="81896">149.97999999999999</cx:pt>
          <cx:pt idx="81897">130.38</cx:pt>
          <cx:pt idx="81898">75.959999999999994</cx:pt>
          <cx:pt idx="81899">56.969999999999999</cx:pt>
          <cx:pt idx="81900">142.34</cx:pt>
          <cx:pt idx="81901">77.969999999999999</cx:pt>
          <cx:pt idx="81902">65.989999999999995</cx:pt>
          <cx:pt idx="81903">108.97</cx:pt>
          <cx:pt idx="81904">105.98</cx:pt>
          <cx:pt idx="81905">65.989999999999995</cx:pt>
          <cx:pt idx="81906">130.38999999999999</cx:pt>
          <cx:pt idx="81907">130.38999999999999</cx:pt>
          <cx:pt idx="81908">89.980000000000004</cx:pt>
          <cx:pt idx="81909">120.54000000000001</cx:pt>
          <cx:pt idx="81910">125.97</cx:pt>
          <cx:pt idx="81911">84.989999999999995</cx:pt>
          <cx:pt idx="81912">122.98</cx:pt>
          <cx:pt idx="81913">89.980000000000004</cx:pt>
          <cx:pt idx="81914">79.980000000000004</cx:pt>
          <cx:pt idx="81915">70.5</cx:pt>
          <cx:pt idx="81916">94.959999999999994</cx:pt>
          <cx:pt idx="81917">79.959999999999994</cx:pt>
          <cx:pt idx="81918">-59.950000000000003</cx:pt>
          <cx:pt idx="81919">59.950000000000003</cx:pt>
          <cx:pt idx="81920">127.43000000000001</cx:pt>
          <cx:pt idx="81921">253.94</cx:pt>
          <cx:pt idx="81922">96.430000000000007</cx:pt>
          <cx:pt idx="81923">125.98</cx:pt>
          <cx:pt idx="81924">339.95999999999998</cx:pt>
          <cx:pt idx="81925">358.94999999999999</cx:pt>
          <cx:pt idx="81926">143.96000000000001</cx:pt>
          <cx:pt idx="81927">143.96000000000001</cx:pt>
          <cx:pt idx="81928">153.34</cx:pt>
          <cx:pt idx="81929">68.969999999999999</cx:pt>
          <cx:pt idx="81930">135.96000000000001</cx:pt>
          <cx:pt idx="81931">141.88</cx:pt>
          <cx:pt idx="81932">157.87</cx:pt>
          <cx:pt idx="81933">152.87</cx:pt>
          <cx:pt idx="81934">108.91</cx:pt>
          <cx:pt idx="81935">120.97</cx:pt>
          <cx:pt idx="81936">59.130000000000003</cx:pt>
          <cx:pt idx="81937">84.989999999999995</cx:pt>
          <cx:pt idx="81938">48.240000000000002</cx:pt>
          <cx:pt idx="81939">80.379999999999995</cx:pt>
          <cx:pt idx="81940">84.989999999999995</cx:pt>
          <cx:pt idx="81941">76.480000000000004</cx:pt>
          <cx:pt idx="81942">76.480000000000004</cx:pt>
          <cx:pt idx="81943">120.97</cx:pt>
          <cx:pt idx="81944">72.989999999999995</cx:pt>
          <cx:pt idx="81945">84.140000000000001</cx:pt>
          <cx:pt idx="81946">84.140000000000001</cx:pt>
          <cx:pt idx="81947">84.140000000000001</cx:pt>
          <cx:pt idx="81948">84.140000000000001</cx:pt>
          <cx:pt idx="81949">62.969999999999999</cx:pt>
          <cx:pt idx="81950">62.969999999999999</cx:pt>
          <cx:pt idx="81951">88.980000000000004</cx:pt>
          <cx:pt idx="81952">88.980000000000004</cx:pt>
          <cx:pt idx="81953">80.379999999999995</cx:pt>
          <cx:pt idx="81954">48.240000000000002</cx:pt>
          <cx:pt idx="81955">72.989999999999995</cx:pt>
          <cx:pt idx="81956">59.130000000000003</cx:pt>
          <cx:pt idx="81957">49.990000000000002</cx:pt>
          <cx:pt idx="81958">49.990000000000002</cx:pt>
          <cx:pt idx="81959">84.989999999999995</cx:pt>
          <cx:pt idx="81960">51.939999999999998</cx:pt>
          <cx:pt idx="81961">84.989999999999995</cx:pt>
          <cx:pt idx="81962">51.289999999999999</cx:pt>
          <cx:pt idx="81963">74.989999999999995</cx:pt>
          <cx:pt idx="81964">59.979999999999997</cx:pt>
          <cx:pt idx="81965">51.640000000000001</cx:pt>
          <cx:pt idx="81966">51.289999999999999</cx:pt>
          <cx:pt idx="81967">21.289999999999999</cx:pt>
          <cx:pt idx="81968">21.289999999999999</cx:pt>
          <cx:pt idx="81969">21.940000000000001</cx:pt>
          <cx:pt idx="81970">19.989999999999998</cx:pt>
          <cx:pt idx="81971">30.120000000000001</cx:pt>
          <cx:pt idx="81972">206.97</cx:pt>
          <cx:pt idx="81973">239.97</cx:pt>
          <cx:pt idx="81974">159.97999999999999</cx:pt>
          <cx:pt idx="81975">159.97999999999999</cx:pt>
          <cx:pt idx="81976">257.92000000000002</cx:pt>
          <cx:pt idx="81977">69.969999999999999</cx:pt>
          <cx:pt idx="81978">413.43000000000001</cx:pt>
          <cx:pt idx="81979">120.98</cx:pt>
          <cx:pt idx="81980">79.849999999999994</cx:pt>
          <cx:pt idx="81981">91.939999999999998</cx:pt>
          <cx:pt idx="81982">175.28</cx:pt>
          <cx:pt idx="81983">96.780000000000001</cx:pt>
          <cx:pt idx="81984">50.969999999999999</cx:pt>
          <cx:pt idx="81985">50.979999999999997</cx:pt>
          <cx:pt idx="81986">57.689999999999998</cx:pt>
          <cx:pt idx="81987">46.289999999999999</cx:pt>
          <cx:pt idx="81988">72.189999999999998</cx:pt>
          <cx:pt idx="81989">52.979999999999997</cx:pt>
          <cx:pt idx="81990">63.979999999999997</cx:pt>
          <cx:pt idx="81991">50.979999999999997</cx:pt>
          <cx:pt idx="81992">55.979999999999997</cx:pt>
          <cx:pt idx="81993">52.969999999999999</cx:pt>
          <cx:pt idx="81994">54.920000000000002</cx:pt>
          <cx:pt idx="81995">55.979999999999997</cx:pt>
          <cx:pt idx="81996">6.7999999999999998</cx:pt>
          <cx:pt idx="81997">104.94</cx:pt>
          <cx:pt idx="81998">83.870000000000005</cx:pt>
          <cx:pt idx="81999">83.450000000000003</cx:pt>
          <cx:pt idx="82000">30.739999999999998</cx:pt>
          <cx:pt idx="82001">95.549999999999997</cx:pt>
          <cx:pt idx="82002">111.27</cx:pt>
          <cx:pt idx="82003">87.010000000000005</cx:pt>
          <cx:pt idx="82004">85.989999999999995</cx:pt>
          <cx:pt idx="82005">68.930000000000007</cx:pt>
          <cx:pt idx="82006">84.650000000000006</cx:pt>
          <cx:pt idx="82007">80.859999999999999</cx:pt>
          <cx:pt idx="82008">107.95999999999999</cx:pt>
          <cx:pt idx="82009">167.34999999999999</cx:pt>
          <cx:pt idx="82010">139.46000000000001</cx:pt>
          <cx:pt idx="82011">154.94999999999999</cx:pt>
          <cx:pt idx="82012">185.94</cx:pt>
          <cx:pt idx="82013">131.71000000000001</cx:pt>
          <cx:pt idx="82014">68.950000000000003</cx:pt>
          <cx:pt idx="82015">93.969999999999999</cx:pt>
          <cx:pt idx="82016">57.689999999999998</cx:pt>
          <cx:pt idx="82017">72.579999999999998</cx:pt>
          <cx:pt idx="82018">185.09</cx:pt>
          <cx:pt idx="82019">105.09999999999999</cx:pt>
          <cx:pt idx="82020">77.400000000000006</cx:pt>
          <cx:pt idx="82021">90.689999999999998</cx:pt>
          <cx:pt idx="82022">87.909999999999997</cx:pt>
          <cx:pt idx="82023">90.689999999999998</cx:pt>
          <cx:pt idx="82024">96.780000000000001</cx:pt>
          <cx:pt idx="82025">99.980000000000004</cx:pt>
          <cx:pt idx="82026">99.980000000000004</cx:pt>
          <cx:pt idx="82027">99.980000000000004</cx:pt>
          <cx:pt idx="82028">99.980000000000004</cx:pt>
          <cx:pt idx="82029">84.980000000000004</cx:pt>
          <cx:pt idx="82030">114.97</cx:pt>
          <cx:pt idx="82031">144.96000000000001</cx:pt>
          <cx:pt idx="82032">169.96000000000001</cx:pt>
          <cx:pt idx="82033">299.89999999999998</cx:pt>
          <cx:pt idx="82034">149.94999999999999</cx:pt>
          <cx:pt idx="82035">65.989999999999995</cx:pt>
          <cx:pt idx="82036">80.480000000000004</cx:pt>
          <cx:pt idx="82037">188.69</cx:pt>
          <cx:pt idx="82038">251.58000000000001</cx:pt>
          <cx:pt idx="82039">108.84999999999999</cx:pt>
          <cx:pt idx="82040">62.710000000000001</cx:pt>
          <cx:pt idx="82041">238.97</cx:pt>
          <cx:pt idx="82042">31.48</cx:pt>
          <cx:pt idx="82043">238.97</cx:pt>
          <cx:pt idx="82044">31.48</cx:pt>
          <cx:pt idx="82045">215.06999999999999</cx:pt>
          <cx:pt idx="82046">215.06999999999999</cx:pt>
          <cx:pt idx="82047">63.960000000000001</cx:pt>
          <cx:pt idx="82048">173.97</cx:pt>
          <cx:pt idx="82049">157.94999999999999</cx:pt>
          <cx:pt idx="82050">143.96000000000001</cx:pt>
          <cx:pt idx="82051">55.960000000000001</cx:pt>
          <cx:pt idx="82052">174.94999999999999</cx:pt>
          <cx:pt idx="82053">99.980000000000004</cx:pt>
          <cx:pt idx="82054">102.98</cx:pt>
          <cx:pt idx="82055">158.47</cx:pt>
          <cx:pt idx="82056">102.98</cx:pt>
          <cx:pt idx="82057">124.98</cx:pt>
          <cx:pt idx="82058">62.979999999999997</cx:pt>
          <cx:pt idx="82059">99.980000000000004</cx:pt>
          <cx:pt idx="82060">16.489999999999998</cx:pt>
          <cx:pt idx="82061">79.439999999999998</cx:pt>
          <cx:pt idx="82062">99.980000000000004</cx:pt>
          <cx:pt idx="82063">99.959999999999994</cx:pt>
          <cx:pt idx="82064">51.490000000000002</cx:pt>
          <cx:pt idx="82065">15.24</cx:pt>
          <cx:pt idx="82066">84.989999999999995</cx:pt>
          <cx:pt idx="82067">-30</cx:pt>
          <cx:pt idx="82068">89.170000000000002</cx:pt>
          <cx:pt idx="82069">14.99</cx:pt>
          <cx:pt idx="82070">59.979999999999997</cx:pt>
          <cx:pt idx="82071">89.969999999999999</cx:pt>
          <cx:pt idx="82072">59.979999999999997</cx:pt>
          <cx:pt idx="82073">59.979999999999997</cx:pt>
          <cx:pt idx="82074">59.979999999999997</cx:pt>
          <cx:pt idx="82075">89.969999999999999</cx:pt>
          <cx:pt idx="82076">89.969999999999999</cx:pt>
          <cx:pt idx="82077">29.989999999999998</cx:pt>
          <cx:pt idx="82078">74.969999999999999</cx:pt>
          <cx:pt idx="82079">59.979999999999997</cx:pt>
          <cx:pt idx="82080">89.969999999999999</cx:pt>
          <cx:pt idx="82081">134.97999999999999</cx:pt>
          <cx:pt idx="82082">126.48</cx:pt>
          <cx:pt idx="82083">164.97999999999999</cx:pt>
          <cx:pt idx="82084">79.980000000000004</cx:pt>
          <cx:pt idx="82085">30.48</cx:pt>
          <cx:pt idx="82086">95.959999999999994</cx:pt>
          <cx:pt idx="82087">89.980000000000004</cx:pt>
          <cx:pt idx="82088">49.270000000000003</cx:pt>
          <cx:pt idx="82089">95.959999999999994</cx:pt>
          <cx:pt idx="82090">65.969999999999999</cx:pt>
          <cx:pt idx="82091">95.959999999999994</cx:pt>
          <cx:pt idx="82092">71.969999999999999</cx:pt>
          <cx:pt idx="82093">25.289999999999999</cx:pt>
          <cx:pt idx="82094">95.959999999999994</cx:pt>
          <cx:pt idx="82095">69.969999999999999</cx:pt>
          <cx:pt idx="82096">59.969999999999999</cx:pt>
          <cx:pt idx="82097">59.969999999999999</cx:pt>
          <cx:pt idx="82098">184.94</cx:pt>
          <cx:pt idx="82099">59.979999999999997</cx:pt>
          <cx:pt idx="82100">59.969999999999999</cx:pt>
          <cx:pt idx="82101">59.979999999999997</cx:pt>
          <cx:pt idx="82102">54.979999999999997</cx:pt>
          <cx:pt idx="82103">59.969999999999999</cx:pt>
          <cx:pt idx="82104">50.979999999999997</cx:pt>
          <cx:pt idx="82105">76.799999999999997</cx:pt>
          <cx:pt idx="82106">97.969999999999999</cx:pt>
          <cx:pt idx="82107">102.97</cx:pt>
          <cx:pt idx="82108">84.989999999999995</cx:pt>
          <cx:pt idx="82109">68.189999999999998</cx:pt>
          <cx:pt idx="82110">264.94999999999999</cx:pt>
          <cx:pt idx="82111">109.97</cx:pt>
          <cx:pt idx="82112">59.969999999999999</cx:pt>
          <cx:pt idx="82113">169.97999999999999</cx:pt>
          <cx:pt idx="82114">153.97999999999999</cx:pt>
          <cx:pt idx="82115">123.95999999999999</cx:pt>
          <cx:pt idx="82116">71.980000000000004</cx:pt>
          <cx:pt idx="82117">89.560000000000002</cx:pt>
          <cx:pt idx="82118">135.94999999999999</cx:pt>
          <cx:pt idx="82119">87.969999999999999</cx:pt>
          <cx:pt idx="82120">104.31999999999999</cx:pt>
          <cx:pt idx="82121">65.989999999999995</cx:pt>
          <cx:pt idx="82122">82.969999999999999</cx:pt>
          <cx:pt idx="82123">65.989999999999995</cx:pt>
          <cx:pt idx="82124">152.97999999999999</cx:pt>
          <cx:pt idx="82125">99.980000000000004</cx:pt>
          <cx:pt idx="82126">131.97999999999999</cx:pt>
          <cx:pt idx="82127">103.97</cx:pt>
          <cx:pt idx="82128">59.390000000000001</cx:pt>
          <cx:pt idx="82129">75.200000000000003</cx:pt>
          <cx:pt idx="82130">59.979999999999997</cx:pt>
          <cx:pt idx="82131">84.989999999999995</cx:pt>
          <cx:pt idx="82132">109.98</cx:pt>
          <cx:pt idx="82133">52.130000000000003</cx:pt>
          <cx:pt idx="82134">74.980000000000004</cx:pt>
          <cx:pt idx="82135">83.939999999999998</cx:pt>
          <cx:pt idx="82136">69.269999999999996</cx:pt>
          <cx:pt idx="82137">68.989999999999995</cx:pt>
          <cx:pt idx="82138">104.98</cx:pt>
          <cx:pt idx="82139">59.979999999999997</cx:pt>
          <cx:pt idx="82140">56.939999999999998</cx:pt>
          <cx:pt idx="82141">89.969999999999999</cx:pt>
          <cx:pt idx="82142">89.969999999999999</cx:pt>
          <cx:pt idx="82143">76.469999999999999</cx:pt>
          <cx:pt idx="82144">89.969999999999999</cx:pt>
          <cx:pt idx="82145">131.94999999999999</cx:pt>
          <cx:pt idx="82146">81.969999999999999</cx:pt>
          <cx:pt idx="82147">114.93000000000001</cx:pt>
          <cx:pt idx="82148">72.579999999999998</cx:pt>
          <cx:pt idx="82149">145.15000000000001</cx:pt>
          <cx:pt idx="82150">145.15000000000001</cx:pt>
          <cx:pt idx="82151">145.15000000000001</cx:pt>
          <cx:pt idx="82152">327.92000000000002</cx:pt>
          <cx:pt idx="82153">205.94999999999999</cx:pt>
          <cx:pt idx="82154">223.94</cx:pt>
          <cx:pt idx="82155">51.979999999999997</cx:pt>
          <cx:pt idx="82156">51.979999999999997</cx:pt>
          <cx:pt idx="82157">51.979999999999997</cx:pt>
          <cx:pt idx="82158">51.979999999999997</cx:pt>
          <cx:pt idx="82159">49.380000000000003</cx:pt>
          <cx:pt idx="82160">51.979999999999997</cx:pt>
          <cx:pt idx="82161">51.979999999999997</cx:pt>
          <cx:pt idx="82162">51.979999999999997</cx:pt>
          <cx:pt idx="82163">51.979999999999997</cx:pt>
          <cx:pt idx="82164">51.979999999999997</cx:pt>
          <cx:pt idx="82165">51.979999999999997</cx:pt>
          <cx:pt idx="82166">51.979999999999997</cx:pt>
          <cx:pt idx="82167">89.980000000000004</cx:pt>
          <cx:pt idx="82168">95.980000000000004</cx:pt>
          <cx:pt idx="82169">139.97999999999999</cx:pt>
          <cx:pt idx="82170">89.980000000000004</cx:pt>
          <cx:pt idx="82171">93.480000000000004</cx:pt>
          <cx:pt idx="82172">99.980000000000004</cx:pt>
          <cx:pt idx="82173">75.959999999999994</cx:pt>
          <cx:pt idx="82174">84.989999999999995</cx:pt>
          <cx:pt idx="82175">65.989999999999995</cx:pt>
          <cx:pt idx="82176">31.489999999999998</cx:pt>
          <cx:pt idx="82177">48.979999999999997</cx:pt>
          <cx:pt idx="82178">65.989999999999995</cx:pt>
          <cx:pt idx="82179">31.489999999999998</cx:pt>
          <cx:pt idx="82180">68.870000000000005</cx:pt>
          <cx:pt idx="82181">58.729999999999997</cx:pt>
          <cx:pt idx="82182">49.990000000000002</cx:pt>
          <cx:pt idx="82183">74.980000000000004</cx:pt>
          <cx:pt idx="82184">59.979999999999997</cx:pt>
          <cx:pt idx="82185">54.979999999999997</cx:pt>
          <cx:pt idx="82186">71.959999999999994</cx:pt>
          <cx:pt idx="82187">143.91999999999999</cx:pt>
          <cx:pt idx="82188">89.950000000000003</cx:pt>
          <cx:pt idx="82189">107.94</cx:pt>
          <cx:pt idx="82190">107.94</cx:pt>
          <cx:pt idx="82191">70.340000000000003</cx:pt>
          <cx:pt idx="82192">50.07</cx:pt>
          <cx:pt idx="82193">105.95999999999999</cx:pt>
          <cx:pt idx="82194">157.43000000000001</cx:pt>
          <cx:pt idx="82195">289.13999999999999</cx:pt>
          <cx:pt idx="82196">236.97</cx:pt>
          <cx:pt idx="82197">151.06</cx:pt>
          <cx:pt idx="82198">181.94</cx:pt>
          <cx:pt idx="82199">56.979999999999997</cx:pt>
          <cx:pt idx="82200">91.980000000000004</cx:pt>
          <cx:pt idx="82201">99.980000000000004</cx:pt>
          <cx:pt idx="82202">90.599999999999994</cx:pt>
          <cx:pt idx="82203">84.989999999999995</cx:pt>
          <cx:pt idx="82204">137.97999999999999</cx:pt>
          <cx:pt idx="82205">99.980000000000004</cx:pt>
          <cx:pt idx="82206">86.319999999999993</cx:pt>
          <cx:pt idx="82207">84.980000000000004</cx:pt>
          <cx:pt idx="82208">114.97</cx:pt>
          <cx:pt idx="82209">58.640000000000001</cx:pt>
          <cx:pt idx="82210">119.95999999999999</cx:pt>
          <cx:pt idx="82211">90.079999999999998</cx:pt>
          <cx:pt idx="82212">159.62</cx:pt>
          <cx:pt idx="82213">103.98</cx:pt>
          <cx:pt idx="82214">-20.489999999999998</cx:pt>
          <cx:pt idx="82215">20.489999999999998</cx:pt>
          <cx:pt idx="82216">-23</cx:pt>
          <cx:pt idx="82217">144.22999999999999</cx:pt>
          <cx:pt idx="82218">232.97</cx:pt>
          <cx:pt idx="82219">133.94</cx:pt>
          <cx:pt idx="82220">67.75</cx:pt>
          <cx:pt idx="82221">79.849999999999994</cx:pt>
          <cx:pt idx="82222">79.849999999999994</cx:pt>
          <cx:pt idx="82223">101.84999999999999</cx:pt>
          <cx:pt idx="82224">128.24000000000001</cx:pt>
          <cx:pt idx="82225">167.66999999999999</cx:pt>
          <cx:pt idx="82226">128.24000000000001</cx:pt>
          <cx:pt idx="82227">79.849999999999994</cx:pt>
          <cx:pt idx="82228">169.96000000000001</cx:pt>
          <cx:pt idx="82229">219.93000000000001</cx:pt>
          <cx:pt idx="82230">121.98</cx:pt>
          <cx:pt idx="82231">121.98</cx:pt>
          <cx:pt idx="82232">60.990000000000002</cx:pt>
          <cx:pt idx="82233">78.980000000000004</cx:pt>
          <cx:pt idx="82234">100.98</cx:pt>
          <cx:pt idx="82235">83.959999999999994</cx:pt>
          <cx:pt idx="82236">176.19999999999999</cx:pt>
          <cx:pt idx="82237">115.97</cx:pt>
          <cx:pt idx="82238">185.96000000000001</cx:pt>
          <cx:pt idx="82239">63.280000000000001</cx:pt>
          <cx:pt idx="82240">61.479999999999997</cx:pt>
          <cx:pt idx="82241">91.469999999999999</cx:pt>
          <cx:pt idx="82242">59.979999999999997</cx:pt>
          <cx:pt idx="82243">76.469999999999999</cx:pt>
          <cx:pt idx="82244">93.269999999999996</cx:pt>
          <cx:pt idx="82245">89.969999999999999</cx:pt>
          <cx:pt idx="82246">61.479999999999997</cx:pt>
          <cx:pt idx="82247">84.969999999999999</cx:pt>
          <cx:pt idx="82248">222.09999999999999</cx:pt>
          <cx:pt idx="82249">114.94</cx:pt>
          <cx:pt idx="82250">159.91</cx:pt>
          <cx:pt idx="82251">106.43000000000001</cx:pt>
          <cx:pt idx="82252">120.93000000000001</cx:pt>
          <cx:pt idx="82253">62.869999999999997</cx:pt>
          <cx:pt idx="82254">87.069999999999993</cx:pt>
          <cx:pt idx="82255">220.13999999999999</cx:pt>
          <cx:pt idx="82256">71.370000000000005</cx:pt>
          <cx:pt idx="82257">78.629999999999995</cx:pt>
          <cx:pt idx="82258">64.409999999999997</cx:pt>
          <cx:pt idx="82259">66.530000000000001</cx:pt>
          <cx:pt idx="82260">130.63999999999999</cx:pt>
          <cx:pt idx="82261">85.489999999999995</cx:pt>
          <cx:pt idx="82262">99.469999999999999</cx:pt>
          <cx:pt idx="82263">169.97999999999999</cx:pt>
          <cx:pt idx="82264">107.97</cx:pt>
          <cx:pt idx="82265">84.989999999999995</cx:pt>
          <cx:pt idx="82266">54.979999999999997</cx:pt>
          <cx:pt idx="82267">96.930000000000007</cx:pt>
          <cx:pt idx="82268">48.439999999999998</cx:pt>
          <cx:pt idx="82269">131.97999999999999</cx:pt>
          <cx:pt idx="82270">56.090000000000003</cx:pt>
          <cx:pt idx="82271">93.969999999999999</cx:pt>
          <cx:pt idx="82272">149.97</cx:pt>
          <cx:pt idx="82273">93.969999999999999</cx:pt>
          <cx:pt idx="82274">84.980000000000004</cx:pt>
          <cx:pt idx="82275">76.489999999999995</cx:pt>
          <cx:pt idx="82276">133.56999999999999</cx:pt>
          <cx:pt idx="82277">84.989999999999995</cx:pt>
          <cx:pt idx="82278">84.989999999999995</cx:pt>
          <cx:pt idx="82279">59.990000000000002</cx:pt>
          <cx:pt idx="82280">145.06999999999999</cx:pt>
          <cx:pt idx="82281">84.989999999999995</cx:pt>
          <cx:pt idx="82282">84.989999999999995</cx:pt>
          <cx:pt idx="82283">119.95999999999999</cx:pt>
          <cx:pt idx="82284">102.45999999999999</cx:pt>
          <cx:pt idx="82285">119.95999999999999</cx:pt>
          <cx:pt idx="82286">59.979999999999997</cx:pt>
          <cx:pt idx="82287">119.95999999999999</cx:pt>
          <cx:pt idx="82288">89.969999999999999</cx:pt>
          <cx:pt idx="82289">139.94999999999999</cx:pt>
          <cx:pt idx="82290">52.240000000000002</cx:pt>
          <cx:pt idx="82291">89.980000000000004</cx:pt>
          <cx:pt idx="82292">79.980000000000004</cx:pt>
          <cx:pt idx="82293">65.989999999999995</cx:pt>
          <cx:pt idx="82294">65.989999999999995</cx:pt>
          <cx:pt idx="82295">79.980000000000004</cx:pt>
          <cx:pt idx="82296">59.390000000000001</cx:pt>
          <cx:pt idx="82297">46.490000000000002</cx:pt>
          <cx:pt idx="82298">84.640000000000001</cx:pt>
          <cx:pt idx="82299">304.86000000000001</cx:pt>
          <cx:pt idx="82300">87.629999999999995</cx:pt>
          <cx:pt idx="82301">17.190000000000001</cx:pt>
          <cx:pt idx="82302">84.989999999999995</cx:pt>
          <cx:pt idx="82303">51.789999999999999</cx:pt>
          <cx:pt idx="82304">69.980000000000004</cx:pt>
          <cx:pt idx="82305">84.989999999999995</cx:pt>
          <cx:pt idx="82306">21.190000000000001</cx:pt>
          <cx:pt idx="82307">21.789999999999999</cx:pt>
          <cx:pt idx="82308">17.190000000000001</cx:pt>
          <cx:pt idx="82309">111.97</cx:pt>
          <cx:pt idx="82310">55.979999999999997</cx:pt>
          <cx:pt idx="82311">31.489999999999998</cx:pt>
          <cx:pt idx="82312">65.980000000000004</cx:pt>
          <cx:pt idx="82313">31.489999999999998</cx:pt>
          <cx:pt idx="82314">53.969999999999999</cx:pt>
          <cx:pt idx="82315">57.979999999999997</cx:pt>
          <cx:pt idx="82316">57.57</cx:pt>
          <cx:pt idx="82317">61.979999999999997</cx:pt>
          <cx:pt idx="82318">51.479999999999997</cx:pt>
          <cx:pt idx="82319">91.959999999999994</cx:pt>
          <cx:pt idx="82320">79.849999999999994</cx:pt>
          <cx:pt idx="82321">76.5</cx:pt>
          <cx:pt idx="82322">97.989999999999995</cx:pt>
          <cx:pt idx="82323">79.849999999999994</cx:pt>
          <cx:pt idx="82324">79.849999999999994</cx:pt>
          <cx:pt idx="82325">79.849999999999994</cx:pt>
          <cx:pt idx="82326">79.849999999999994</cx:pt>
          <cx:pt idx="82327">79.849999999999994</cx:pt>
          <cx:pt idx="82328">60.979999999999997</cx:pt>
          <cx:pt idx="82329">-84.989999999999995</cx:pt>
          <cx:pt idx="82330">84.989999999999995</cx:pt>
          <cx:pt idx="82331">254.97</cx:pt>
          <cx:pt idx="82332">84.989999999999995</cx:pt>
          <cx:pt idx="82333">139.97999999999999</cx:pt>
          <cx:pt idx="82334">61.18</cx:pt>
          <cx:pt idx="82335">169.97999999999999</cx:pt>
          <cx:pt idx="82336">169.97999999999999</cx:pt>
          <cx:pt idx="82337">69.079999999999998</cx:pt>
          <cx:pt idx="82338">21.289999999999999</cx:pt>
          <cx:pt idx="82339">41.280000000000001</cx:pt>
          <cx:pt idx="82340">90.280000000000001</cx:pt>
          <cx:pt idx="82341">124.97</cx:pt>
          <cx:pt idx="82342">80.269999999999996</cx:pt>
          <cx:pt idx="82343">84.989999999999995</cx:pt>
          <cx:pt idx="82344">51.289999999999999</cx:pt>
          <cx:pt idx="82345">47.259999999999998</cx:pt>
          <cx:pt idx="82346">20.469999999999999</cx:pt>
          <cx:pt idx="82347">84.989999999999995</cx:pt>
          <cx:pt idx="82348">68.989999999999995</cx:pt>
          <cx:pt idx="82349">79.829999999999998</cx:pt>
          <cx:pt idx="82350">100.98</cx:pt>
          <cx:pt idx="82351">169.97999999999999</cx:pt>
          <cx:pt idx="82352">71.989999999999995</cx:pt>
          <cx:pt idx="82353">84.989999999999995</cx:pt>
          <cx:pt idx="82354">84.989999999999995</cx:pt>
          <cx:pt idx="82355">50.969999999999999</cx:pt>
          <cx:pt idx="82356">102.98</cx:pt>
          <cx:pt idx="82357">54.990000000000002</cx:pt>
          <cx:pt idx="82358">84.989999999999995</cx:pt>
          <cx:pt idx="82359">157.96000000000001</cx:pt>
          <cx:pt idx="82360">65.989999999999995</cx:pt>
          <cx:pt idx="82361">87.959999999999994</cx:pt>
          <cx:pt idx="82362">454.94</cx:pt>
          <cx:pt idx="82363">179.96000000000001</cx:pt>
          <cx:pt idx="82364">29.98</cx:pt>
          <cx:pt idx="82365">73.989999999999995</cx:pt>
          <cx:pt idx="82366">73.989999999999995</cx:pt>
          <cx:pt idx="82367">73.989999999999995</cx:pt>
          <cx:pt idx="82368">159.97999999999999</cx:pt>
          <cx:pt idx="82369">84.989999999999995</cx:pt>
          <cx:pt idx="82370">84.989999999999995</cx:pt>
          <cx:pt idx="82371">73.989999999999995</cx:pt>
          <cx:pt idx="82372">62.979999999999997</cx:pt>
          <cx:pt idx="82373">88.959999999999994</cx:pt>
          <cx:pt idx="82374">74.980000000000004</cx:pt>
          <cx:pt idx="82375">73.780000000000001</cx:pt>
          <cx:pt idx="82376">196.94</cx:pt>
          <cx:pt idx="82377">128.58000000000001</cx:pt>
          <cx:pt idx="82378">89.980000000000004</cx:pt>
          <cx:pt idx="82379">63.170000000000002</cx:pt>
          <cx:pt idx="82380">119.95999999999999</cx:pt>
          <cx:pt idx="82381">84.989999999999995</cx:pt>
          <cx:pt idx="82382">52.979999999999997</cx:pt>
          <cx:pt idx="82383">83.980000000000004</cx:pt>
          <cx:pt idx="82384">75.969999999999999</cx:pt>
          <cx:pt idx="82385">50.969999999999999</cx:pt>
          <cx:pt idx="82386">52.979999999999997</cx:pt>
          <cx:pt idx="82387">169.97999999999999</cx:pt>
          <cx:pt idx="82388">77.400000000000006</cx:pt>
          <cx:pt idx="82389">66.5</cx:pt>
          <cx:pt idx="82390">120.95999999999999</cx:pt>
          <cx:pt idx="82391">161.49000000000001</cx:pt>
          <cx:pt idx="82392">118.5</cx:pt>
          <cx:pt idx="82393">344.87</cx:pt>
          <cx:pt idx="82394">404.87</cx:pt>
          <cx:pt idx="82395">292.69999999999999</cx:pt>
          <cx:pt idx="82396">435.45999999999998</cx:pt>
          <cx:pt idx="82397">59.979999999999997</cx:pt>
          <cx:pt idx="82398">68.989999999999995</cx:pt>
          <cx:pt idx="82399">84.989999999999995</cx:pt>
          <cx:pt idx="82400">84.989999999999995</cx:pt>
          <cx:pt idx="82401">84.989999999999995</cx:pt>
          <cx:pt idx="82402">49.990000000000002</cx:pt>
          <cx:pt idx="82403">65.989999999999995</cx:pt>
          <cx:pt idx="82404">84.989999999999995</cx:pt>
          <cx:pt idx="82405">68.989999999999995</cx:pt>
          <cx:pt idx="82406">84.989999999999995</cx:pt>
          <cx:pt idx="82407">83.969999999999999</cx:pt>
          <cx:pt idx="82408">111.12</cx:pt>
          <cx:pt idx="82409">57.18</cx:pt>
          <cx:pt idx="82410">99.939999999999998</cx:pt>
          <cx:pt idx="82411">54.979999999999997</cx:pt>
          <cx:pt idx="82412">132.96000000000001</cx:pt>
          <cx:pt idx="82413">144.81999999999999</cx:pt>
          <cx:pt idx="82414">114.97</cx:pt>
          <cx:pt idx="82415">217.96000000000001</cx:pt>
          <cx:pt idx="82416">167.77000000000001</cx:pt>
          <cx:pt idx="82417">85.969999999999999</cx:pt>
          <cx:pt idx="82418">139.97999999999999</cx:pt>
          <cx:pt idx="82419">34.990000000000002</cx:pt>
          <cx:pt idx="82420">59.969999999999999</cx:pt>
          <cx:pt idx="82421">178.56999999999999</cx:pt>
          <cx:pt idx="82422">79.950000000000003</cx:pt>
          <cx:pt idx="82423">63.960000000000001</cx:pt>
          <cx:pt idx="82424">79.950000000000003</cx:pt>
          <cx:pt idx="82425">79.950000000000003</cx:pt>
          <cx:pt idx="82426">79.950000000000003</cx:pt>
          <cx:pt idx="82427">79.950000000000003</cx:pt>
          <cx:pt idx="82428">84.980000000000004</cx:pt>
          <cx:pt idx="82429">79.950000000000003</cx:pt>
          <cx:pt idx="82430">63.960000000000001</cx:pt>
          <cx:pt idx="82431">103.18000000000001</cx:pt>
          <cx:pt idx="82432">80.969999999999999</cx:pt>
          <cx:pt idx="82433">60.990000000000002</cx:pt>
          <cx:pt idx="82434">65.980000000000004</cx:pt>
          <cx:pt idx="82435">99.980000000000004</cx:pt>
          <cx:pt idx="82436">99.230000000000004</cx:pt>
          <cx:pt idx="82437">73.709999999999994</cx:pt>
          <cx:pt idx="82438">149.94999999999999</cx:pt>
          <cx:pt idx="82439">179.94</cx:pt>
          <cx:pt idx="82440">119.95999999999999</cx:pt>
          <cx:pt idx="82441">59.979999999999997</cx:pt>
          <cx:pt idx="82442">119.95999999999999</cx:pt>
          <cx:pt idx="82443">139.94999999999999</cx:pt>
          <cx:pt idx="82444">149.90000000000001</cx:pt>
          <cx:pt idx="82445">74.950000000000003</cx:pt>
          <cx:pt idx="82446">93.950000000000003</cx:pt>
          <cx:pt idx="82447">59.979999999999997</cx:pt>
          <cx:pt idx="82448">89.969999999999999</cx:pt>
          <cx:pt idx="82449">59.979999999999997</cx:pt>
          <cx:pt idx="82450">59.979999999999997</cx:pt>
          <cx:pt idx="82451">59.979999999999997</cx:pt>
          <cx:pt idx="82452">59.979999999999997</cx:pt>
          <cx:pt idx="82453">59.979999999999997</cx:pt>
          <cx:pt idx="82454">52.780000000000001</cx:pt>
          <cx:pt idx="82455">59.979999999999997</cx:pt>
          <cx:pt idx="82456">59.979999999999997</cx:pt>
          <cx:pt idx="82457">182.97</cx:pt>
          <cx:pt idx="82458">182.97</cx:pt>
          <cx:pt idx="82459">197.97</cx:pt>
          <cx:pt idx="82460">19.579999999999998</cx:pt>
          <cx:pt idx="82461">22.27</cx:pt>
          <cx:pt idx="82462">75.980000000000004</cx:pt>
          <cx:pt idx="82463">173</cx:pt>
          <cx:pt idx="82464">86.959999999999994</cx:pt>
          <cx:pt idx="82465">84.989999999999995</cx:pt>
          <cx:pt idx="82466">85.959999999999994</cx:pt>
          <cx:pt idx="82467">41.289999999999999</cx:pt>
          <cx:pt idx="82468">84.989999999999995</cx:pt>
          <cx:pt idx="82469">84.989999999999995</cx:pt>
          <cx:pt idx="82470">51.289999999999999</cx:pt>
          <cx:pt idx="82471">84.989999999999995</cx:pt>
          <cx:pt idx="82472">61.170000000000002</cx:pt>
          <cx:pt idx="82473">84.989999999999995</cx:pt>
          <cx:pt idx="82474">119.95999999999999</cx:pt>
          <cx:pt idx="82475">119.95999999999999</cx:pt>
          <cx:pt idx="82476">114.98</cx:pt>
          <cx:pt idx="82477">114.98</cx:pt>
          <cx:pt idx="82478">84.989999999999995</cx:pt>
          <cx:pt idx="82479">61.170000000000002</cx:pt>
          <cx:pt idx="82480">84.989999999999995</cx:pt>
          <cx:pt idx="82481">84.989999999999995</cx:pt>
          <cx:pt idx="82482">59.979999999999997</cx:pt>
          <cx:pt idx="82483">59.979999999999997</cx:pt>
          <cx:pt idx="82484">84.989999999999995</cx:pt>
          <cx:pt idx="82485">59.969999999999999</cx:pt>
          <cx:pt idx="82486">83.980000000000004</cx:pt>
          <cx:pt idx="82487">80.980000000000004</cx:pt>
          <cx:pt idx="82488">49.990000000000002</cx:pt>
          <cx:pt idx="82489">84.989999999999995</cx:pt>
          <cx:pt idx="82490">114.97</cx:pt>
          <cx:pt idx="82491">64.980000000000004</cx:pt>
          <cx:pt idx="82492">79.989999999999995</cx:pt>
          <cx:pt idx="82493">43.469999999999999</cx:pt>
          <cx:pt idx="82494">29.48</cx:pt>
          <cx:pt idx="82495">235.94999999999999</cx:pt>
          <cx:pt idx="82496">130.38</cx:pt>
          <cx:pt idx="82497">108.97</cx:pt>
          <cx:pt idx="82498">94.980000000000004</cx:pt>
          <cx:pt idx="82499">84.969999999999999</cx:pt>
          <cx:pt idx="82500">59.979999999999997</cx:pt>
          <cx:pt idx="82501">54.979999999999997</cx:pt>
          <cx:pt idx="82502">59.979999999999997</cx:pt>
          <cx:pt idx="82503">59.979999999999997</cx:pt>
          <cx:pt idx="82504">59.979999999999997</cx:pt>
          <cx:pt idx="82505">54.979999999999997</cx:pt>
          <cx:pt idx="82506">52.229999999999997</cx:pt>
          <cx:pt idx="82507">59.979999999999997</cx:pt>
          <cx:pt idx="82508">59.969999999999999</cx:pt>
          <cx:pt idx="82509">34.990000000000002</cx:pt>
          <cx:pt idx="82510">58.380000000000003</cx:pt>
          <cx:pt idx="82511">59.969999999999999</cx:pt>
          <cx:pt idx="82512">64.980000000000004</cx:pt>
          <cx:pt idx="82513">54.979999999999997</cx:pt>
          <cx:pt idx="82514">59.969999999999999</cx:pt>
          <cx:pt idx="82515">176.30000000000001</cx:pt>
          <cx:pt idx="82516">118.18000000000001</cx:pt>
          <cx:pt idx="82517">113.47</cx:pt>
          <cx:pt idx="82518">62.960000000000001</cx:pt>
          <cx:pt idx="82519">171.97</cx:pt>
          <cx:pt idx="82520">87.980000000000004</cx:pt>
          <cx:pt idx="82521">70.379999999999995</cx:pt>
          <cx:pt idx="82522">130.97999999999999</cx:pt>
          <cx:pt idx="82523">150.97</cx:pt>
          <cx:pt idx="82524">109.94</cx:pt>
          <cx:pt idx="82525">89.810000000000002</cx:pt>
          <cx:pt idx="82526">54.979999999999997</cx:pt>
          <cx:pt idx="82527">24.989999999999998</cx:pt>
          <cx:pt idx="82528">59.409999999999997</cx:pt>
          <cx:pt idx="82529">199.61000000000001</cx:pt>
          <cx:pt idx="82530">76.189999999999998</cx:pt>
          <cx:pt idx="82531">63.979999999999997</cx:pt>
          <cx:pt idx="82532">68.989999999999995</cx:pt>
          <cx:pt idx="82533">59.979999999999997</cx:pt>
          <cx:pt idx="82534">50.380000000000003</cx:pt>
          <cx:pt idx="82535">64.530000000000001</cx:pt>
          <cx:pt idx="82536">84.989999999999995</cx:pt>
          <cx:pt idx="82537">84.989999999999995</cx:pt>
          <cx:pt idx="82538">45.329999999999998</cx:pt>
          <cx:pt idx="82539">106.37</cx:pt>
          <cx:pt idx="82540">85.469999999999999</cx:pt>
          <cx:pt idx="82541">59.979999999999997</cx:pt>
          <cx:pt idx="82542">59.950000000000003</cx:pt>
          <cx:pt idx="82543">50.969999999999999</cx:pt>
          <cx:pt idx="82544">83.969999999999999</cx:pt>
          <cx:pt idx="82545">89.969999999999999</cx:pt>
          <cx:pt idx="82546">179.88999999999999</cx:pt>
          <cx:pt idx="82547">89.969999999999999</cx:pt>
          <cx:pt idx="82548">50.969999999999999</cx:pt>
          <cx:pt idx="82549">134.97999999999999</cx:pt>
          <cx:pt idx="82550">103.98</cx:pt>
          <cx:pt idx="82551">119.97</cx:pt>
          <cx:pt idx="82552">134.97999999999999</cx:pt>
          <cx:pt idx="82553">68.319999999999993</cx:pt>
          <cx:pt idx="82554">64.709999999999994</cx:pt>
          <cx:pt idx="82555">113.97</cx:pt>
          <cx:pt idx="82556">59.969999999999999</cx:pt>
          <cx:pt idx="82557">67.430000000000007</cx:pt>
          <cx:pt idx="82558">159.69999999999999</cx:pt>
          <cx:pt idx="82559">120.94</cx:pt>
          <cx:pt idx="82560">159.69999999999999</cx:pt>
          <cx:pt idx="82561">225.00999999999999</cx:pt>
          <cx:pt idx="82562">147.59999999999999</cx:pt>
          <cx:pt idx="82563">89.969999999999999</cx:pt>
          <cx:pt idx="82564">209.93000000000001</cx:pt>
          <cx:pt idx="82565">152.94999999999999</cx:pt>
          <cx:pt idx="82566">159.96000000000001</cx:pt>
          <cx:pt idx="82567">75.870000000000005</cx:pt>
          <cx:pt idx="82568">389.93000000000001</cx:pt>
          <cx:pt idx="82569">50.469999999999999</cx:pt>
          <cx:pt idx="82570">84.989999999999995</cx:pt>
          <cx:pt idx="82571">84.989999999999995</cx:pt>
          <cx:pt idx="82572">84.989999999999995</cx:pt>
          <cx:pt idx="82573">62.689999999999998</cx:pt>
          <cx:pt idx="82574">84.989999999999995</cx:pt>
          <cx:pt idx="82575">65.989999999999995</cx:pt>
          <cx:pt idx="82576">65.989999999999995</cx:pt>
          <cx:pt idx="82577">66.489999999999995</cx:pt>
          <cx:pt idx="82578">131.97999999999999</cx:pt>
          <cx:pt idx="82579">131.97999999999999</cx:pt>
          <cx:pt idx="82580">27.48</cx:pt>
          <cx:pt idx="82581">119.97</cx:pt>
          <cx:pt idx="82582">89.980000000000004</cx:pt>
          <cx:pt idx="82583">89.980000000000004</cx:pt>
          <cx:pt idx="82584">55.969999999999999</cx:pt>
          <cx:pt idx="82585">27.48</cx:pt>
          <cx:pt idx="82586">97.950000000000003</cx:pt>
          <cx:pt idx="82587">74.969999999999999</cx:pt>
          <cx:pt idx="82588">84.989999999999995</cx:pt>
          <cx:pt idx="82589">170.96000000000001</cx:pt>
          <cx:pt idx="82590">139.97999999999999</cx:pt>
          <cx:pt idx="82591">55.969999999999999</cx:pt>
          <cx:pt idx="82592">169.97999999999999</cx:pt>
          <cx:pt idx="82593">41.270000000000003</cx:pt>
          <cx:pt idx="82594">53.939999999999998</cx:pt>
          <cx:pt idx="82595">65.950000000000003</cx:pt>
          <cx:pt idx="82596">72.239999999999995</cx:pt>
          <cx:pt idx="82597">72.239999999999995</cx:pt>
          <cx:pt idx="82598">72.239999999999995</cx:pt>
          <cx:pt idx="82599">73.700000000000003</cx:pt>
          <cx:pt idx="82600">44.439999999999998</cx:pt>
          <cx:pt idx="82601">-1.95</cx:pt>
          <cx:pt idx="82602">48.990000000000002</cx:pt>
          <cx:pt idx="82603">72.239999999999995</cx:pt>
          <cx:pt idx="82604">62.890000000000001</cx:pt>
          <cx:pt idx="82605">180.94999999999999</cx:pt>
          <cx:pt idx="82606">104.97</cx:pt>
          <cx:pt idx="82607">104.97</cx:pt>
          <cx:pt idx="82608">104.97</cx:pt>
          <cx:pt idx="82609">102.87</cx:pt>
          <cx:pt idx="82610">139.96000000000001</cx:pt>
          <cx:pt idx="82611">53.969999999999999</cx:pt>
          <cx:pt idx="82612">50.969999999999999</cx:pt>
          <cx:pt idx="82613">50.969999999999999</cx:pt>
          <cx:pt idx="82614">83.950000000000003</cx:pt>
          <cx:pt idx="82615">53.969999999999999</cx:pt>
          <cx:pt idx="82616">55.969999999999999</cx:pt>
          <cx:pt idx="82617">47.479999999999997</cx:pt>
          <cx:pt idx="82618">68.969999999999999</cx:pt>
          <cx:pt idx="82619">62.490000000000002</cx:pt>
          <cx:pt idx="82620">74.980000000000004</cx:pt>
          <cx:pt idx="82621">74.980000000000004</cx:pt>
          <cx:pt idx="82622">60.990000000000002</cx:pt>
          <cx:pt idx="82623">63.979999999999997</cx:pt>
          <cx:pt idx="82624">60.990000000000002</cx:pt>
          <cx:pt idx="82625">74.879999999999995</cx:pt>
          <cx:pt idx="82626">112.97</cx:pt>
          <cx:pt idx="82627">60.18</cx:pt>
          <cx:pt idx="82628">99.980000000000004</cx:pt>
          <cx:pt idx="82629">99.980000000000004</cx:pt>
          <cx:pt idx="82630">175.96000000000001</cx:pt>
          <cx:pt idx="82631">119.97</cx:pt>
          <cx:pt idx="82632">124.95</cx:pt>
          <cx:pt idx="82633">115.95999999999999</cx:pt>
          <cx:pt idx="82634">114.8</cx:pt>
          <cx:pt idx="82635">108.95999999999999</cx:pt>
          <cx:pt idx="82636">76.969999999999999</cx:pt>
          <cx:pt idx="82637">88.969999999999999</cx:pt>
          <cx:pt idx="82638">83.930000000000007</cx:pt>
          <cx:pt idx="82639">187.88</cx:pt>
          <cx:pt idx="82640">101.97</cx:pt>
          <cx:pt idx="82641">83.480000000000004</cx:pt>
          <cx:pt idx="82642">64.590000000000003</cx:pt>
          <cx:pt idx="82643">81.980000000000004</cx:pt>
          <cx:pt idx="82644">105.98</cx:pt>
          <cx:pt idx="82645">65.989999999999995</cx:pt>
          <cx:pt idx="82646">51.969999999999999</cx:pt>
          <cx:pt idx="82647">123.93000000000001</cx:pt>
          <cx:pt idx="82648">53.979999999999997</cx:pt>
          <cx:pt idx="82649">55.960000000000001</cx:pt>
          <cx:pt idx="82650">89.939999999999998</cx:pt>
          <cx:pt idx="82651">55.960000000000001</cx:pt>
          <cx:pt idx="82652">69.950000000000003</cx:pt>
          <cx:pt idx="82653">55.960000000000001</cx:pt>
          <cx:pt idx="82654">69.950000000000003</cx:pt>
          <cx:pt idx="82655">85.939999999999998</cx:pt>
          <cx:pt idx="82656">69.950000000000003</cx:pt>
          <cx:pt idx="82657">69.969999999999999</cx:pt>
          <cx:pt idx="82658">33.479999999999997</cx:pt>
          <cx:pt idx="82659">21.489999999999998</cx:pt>
          <cx:pt idx="82660">79.980000000000004</cx:pt>
          <cx:pt idx="82661">101.95999999999999</cx:pt>
          <cx:pt idx="82662">56.969999999999999</cx:pt>
          <cx:pt idx="82663">94.950000000000003</cx:pt>
          <cx:pt idx="82664">65.989999999999995</cx:pt>
          <cx:pt idx="82665">52.789999999999999</cx:pt>
          <cx:pt idx="82666">41.490000000000002</cx:pt>
          <cx:pt idx="82667">56.090000000000003</cx:pt>
          <cx:pt idx="82668">65.989999999999995</cx:pt>
          <cx:pt idx="82669">17.489999999999998</cx:pt>
          <cx:pt idx="82670">65.989999999999995</cx:pt>
          <cx:pt idx="82671">60.219999999999999</cx:pt>
          <cx:pt idx="82672">21.489999999999998</cx:pt>
          <cx:pt idx="82673">64.930000000000007</cx:pt>
          <cx:pt idx="82674">16.489999999999998</cx:pt>
          <cx:pt idx="82675">105.98</cx:pt>
          <cx:pt idx="82676">133.46000000000001</cx:pt>
          <cx:pt idx="82677">46.969999999999999</cx:pt>
          <cx:pt idx="82678">51.979999999999997</cx:pt>
          <cx:pt idx="82679">60.960000000000001</cx:pt>
          <cx:pt idx="82680">17.489999999999998</cx:pt>
          <cx:pt idx="82681">107.97</cx:pt>
          <cx:pt idx="82682">99.980000000000004</cx:pt>
          <cx:pt idx="82683">144.97</cx:pt>
          <cx:pt idx="82684">75.980000000000004</cx:pt>
          <cx:pt idx="82685">84.989999999999995</cx:pt>
          <cx:pt idx="82686">87.980000000000004</cx:pt>
          <cx:pt idx="82687">79.450000000000003</cx:pt>
          <cx:pt idx="82688">53.979999999999997</cx:pt>
          <cx:pt idx="82689">55.979999999999997</cx:pt>
          <cx:pt idx="82690">59.979999999999997</cx:pt>
          <cx:pt idx="82691">91.469999999999999</cx:pt>
          <cx:pt idx="82692">89.969999999999999</cx:pt>
          <cx:pt idx="82693">59.979999999999997</cx:pt>
          <cx:pt idx="82694">89.969999999999999</cx:pt>
          <cx:pt idx="82695">89.969999999999999</cx:pt>
          <cx:pt idx="82696">70.170000000000002</cx:pt>
          <cx:pt idx="82697">59.979999999999997</cx:pt>
          <cx:pt idx="82698">88.430000000000007</cx:pt>
          <cx:pt idx="82699">208.06999999999999</cx:pt>
          <cx:pt idx="82700">145.16</cx:pt>
          <cx:pt idx="82701">128.22</cx:pt>
          <cx:pt idx="82702">235.90000000000001</cx:pt>
          <cx:pt idx="82703">68.989999999999995</cx:pt>
          <cx:pt idx="82704">84.989999999999995</cx:pt>
          <cx:pt idx="82705">83.640000000000001</cx:pt>
          <cx:pt idx="82706">64.340000000000003</cx:pt>
          <cx:pt idx="82707">134.28</cx:pt>
          <cx:pt idx="82708">29.48</cx:pt>
          <cx:pt idx="82709">226.03</cx:pt>
          <cx:pt idx="82710">65.989999999999995</cx:pt>
          <cx:pt idx="82711">131.97999999999999</cx:pt>
          <cx:pt idx="82712">29.48</cx:pt>
          <cx:pt idx="82713">127.95999999999999</cx:pt>
          <cx:pt idx="82714">77.969999999999999</cx:pt>
          <cx:pt idx="82715">-127.95999999999999</cx:pt>
          <cx:pt idx="82716">149.96000000000001</cx:pt>
          <cx:pt idx="82717">56.969999999999999</cx:pt>
          <cx:pt idx="82718">56.969999999999999</cx:pt>
          <cx:pt idx="82719">56.969999999999999</cx:pt>
          <cx:pt idx="82720">56.969999999999999</cx:pt>
          <cx:pt idx="82721">169.36000000000001</cx:pt>
          <cx:pt idx="82722">169.36000000000001</cx:pt>
          <cx:pt idx="82723">120.98</cx:pt>
          <cx:pt idx="82724">194.88</cx:pt>
          <cx:pt idx="82725">163.30000000000001</cx:pt>
          <cx:pt idx="82726">194.88</cx:pt>
          <cx:pt idx="82727">145.16</cx:pt>
          <cx:pt idx="82728">160.38999999999999</cx:pt>
          <cx:pt idx="82729">93.129999999999995</cx:pt>
          <cx:pt idx="82730">79.849999999999994</cx:pt>
          <cx:pt idx="82731">79.849999999999994</cx:pt>
          <cx:pt idx="82732">120.98</cx:pt>
          <cx:pt idx="82733">93.129999999999995</cx:pt>
          <cx:pt idx="82734">145.16</cx:pt>
          <cx:pt idx="82735">120.98</cx:pt>
          <cx:pt idx="82736">120.98</cx:pt>
          <cx:pt idx="82737">163.30000000000001</cx:pt>
          <cx:pt idx="82738">160.38999999999999</cx:pt>
          <cx:pt idx="82739">108.97</cx:pt>
          <cx:pt idx="82740">75.870000000000005</cx:pt>
          <cx:pt idx="82741">112.95999999999999</cx:pt>
          <cx:pt idx="82742">61.18</cx:pt>
          <cx:pt idx="82743">75.870000000000005</cx:pt>
          <cx:pt idx="82744">121.98</cx:pt>
          <cx:pt idx="82745">129</cx:pt>
          <cx:pt idx="82746">84.989999999999995</cx:pt>
          <cx:pt idx="82747">130.66</cx:pt>
          <cx:pt idx="82748">84.989999999999995</cx:pt>
          <cx:pt idx="82749">146.97</cx:pt>
          <cx:pt idx="82750">149.97</cx:pt>
          <cx:pt idx="82751">85.980000000000004</cx:pt>
          <cx:pt idx="82752">49.280000000000001</cx:pt>
          <cx:pt idx="82753">56.969999999999999</cx:pt>
          <cx:pt idx="82754">59.969999999999999</cx:pt>
          <cx:pt idx="82755">59.969999999999999</cx:pt>
          <cx:pt idx="82756">59.969999999999999</cx:pt>
          <cx:pt idx="82757">59.969999999999999</cx:pt>
          <cx:pt idx="82758">59.969999999999999</cx:pt>
          <cx:pt idx="82759">59.969999999999999</cx:pt>
          <cx:pt idx="82760">59.969999999999999</cx:pt>
          <cx:pt idx="82761">59.969999999999999</cx:pt>
          <cx:pt idx="82762">59.969999999999999</cx:pt>
          <cx:pt idx="82763">59.969999999999999</cx:pt>
          <cx:pt idx="82764">79.959999999999994</cx:pt>
          <cx:pt idx="82765">59.969999999999999</cx:pt>
          <cx:pt idx="82766">79.959999999999994</cx:pt>
          <cx:pt idx="82767">59.969999999999999</cx:pt>
          <cx:pt idx="82768">56.969999999999999</cx:pt>
          <cx:pt idx="82769">84.939999999999998</cx:pt>
          <cx:pt idx="82770">83.439999999999998</cx:pt>
          <cx:pt idx="82771">59.960000000000001</cx:pt>
          <cx:pt idx="82772">59.200000000000003</cx:pt>
          <cx:pt idx="82773">25.489999999999998</cx:pt>
          <cx:pt idx="82774">53.979999999999997</cx:pt>
          <cx:pt idx="82775">39.490000000000002</cx:pt>
          <cx:pt idx="82776">30.48</cx:pt>
          <cx:pt idx="82777">53.479999999999997</cx:pt>
          <cx:pt idx="82778">80.480000000000004</cx:pt>
          <cx:pt idx="82779">42.369999999999997</cx:pt>
          <cx:pt idx="82780">28.489999999999998</cx:pt>
          <cx:pt idx="82781">199.96000000000001</cx:pt>
          <cx:pt idx="82782">40.990000000000002</cx:pt>
          <cx:pt idx="82783">64.659999999999997</cx:pt>
          <cx:pt idx="82784">59.380000000000003</cx:pt>
          <cx:pt idx="82785">68.989999999999995</cx:pt>
          <cx:pt idx="82786">86.980000000000004</cx:pt>
          <cx:pt idx="82787">51.189999999999998</cx:pt>
          <cx:pt idx="82788">53.979999999999997</cx:pt>
          <cx:pt idx="82789">55.369999999999997</cx:pt>
          <cx:pt idx="82790">64.469999999999999</cx:pt>
          <cx:pt idx="82791">64.469999999999999</cx:pt>
          <cx:pt idx="82792">100.95</cx:pt>
          <cx:pt idx="82793">44.280000000000001</cx:pt>
          <cx:pt idx="82794">79.459999999999994</cx:pt>
          <cx:pt idx="82795">53.969999999999999</cx:pt>
          <cx:pt idx="82796">64.469999999999999</cx:pt>
          <cx:pt idx="82797">107.45</cx:pt>
          <cx:pt idx="82798">85.959999999999994</cx:pt>
          <cx:pt idx="82799">64.469999999999999</cx:pt>
          <cx:pt idx="82800">84.989999999999995</cx:pt>
          <cx:pt idx="82801">59.469999999999999</cx:pt>
          <cx:pt idx="82802">84.989999999999995</cx:pt>
          <cx:pt idx="82803">154.97999999999999</cx:pt>
          <cx:pt idx="82804">84.989999999999995</cx:pt>
          <cx:pt idx="82805">54.43</cx:pt>
          <cx:pt idx="82806">56.979999999999997</cx:pt>
          <cx:pt idx="82807">112.97</cx:pt>
          <cx:pt idx="82808">99.980000000000004</cx:pt>
          <cx:pt idx="82809">114.06999999999999</cx:pt>
          <cx:pt idx="82810">89.980000000000004</cx:pt>
          <cx:pt idx="82811">98.829999999999998</cx:pt>
          <cx:pt idx="82812">70.969999999999999</cx:pt>
          <cx:pt idx="82813">89.959999999999994</cx:pt>
          <cx:pt idx="82814">52.460000000000001</cx:pt>
          <cx:pt idx="82815">92.450000000000003</cx:pt>
          <cx:pt idx="82816">102.97</cx:pt>
          <cx:pt idx="82817">123.38</cx:pt>
          <cx:pt idx="82818">107.95</cx:pt>
          <cx:pt idx="82819">84.989999999999995</cx:pt>
          <cx:pt idx="82820">84.989999999999995</cx:pt>
          <cx:pt idx="82821">99.349999999999994</cx:pt>
          <cx:pt idx="82822">65.989999999999995</cx:pt>
          <cx:pt idx="82823">65.989999999999995</cx:pt>
          <cx:pt idx="82824">65.989999999999995</cx:pt>
          <cx:pt idx="82825">81.280000000000001</cx:pt>
          <cx:pt idx="82826">73.030000000000001</cx:pt>
          <cx:pt idx="82827">69.980000000000004</cx:pt>
          <cx:pt idx="82828">58.479999999999997</cx:pt>
          <cx:pt idx="82829">58.640000000000001</cx:pt>
          <cx:pt idx="82830">56.090000000000003</cx:pt>
          <cx:pt idx="82831">82.769999999999996</cx:pt>
          <cx:pt idx="82832">76.480000000000004</cx:pt>
          <cx:pt idx="82833">67.980000000000004</cx:pt>
          <cx:pt idx="82834">119.95999999999999</cx:pt>
          <cx:pt idx="82835">59.979999999999997</cx:pt>
          <cx:pt idx="82836">124.95</cx:pt>
          <cx:pt idx="82837">59.979999999999997</cx:pt>
          <cx:pt idx="82838">59.979999999999997</cx:pt>
          <cx:pt idx="82839">59.979999999999997</cx:pt>
          <cx:pt idx="82840">59.979999999999997</cx:pt>
          <cx:pt idx="82841">59.979999999999997</cx:pt>
          <cx:pt idx="82842">59.979999999999997</cx:pt>
          <cx:pt idx="82843">149.44999999999999</cx:pt>
          <cx:pt idx="82844">197.96000000000001</cx:pt>
          <cx:pt idx="82845">54.990000000000002</cx:pt>
          <cx:pt idx="82846">84.989999999999995</cx:pt>
          <cx:pt idx="82847">72.239999999999995</cx:pt>
          <cx:pt idx="82848">27.98</cx:pt>
          <cx:pt idx="82849">206.97</cx:pt>
          <cx:pt idx="82850">188.97</cx:pt>
          <cx:pt idx="82851">85.980000000000004</cx:pt>
          <cx:pt idx="82852">97.079999999999998</cx:pt>
          <cx:pt idx="82853">39.990000000000002</cx:pt>
          <cx:pt idx="82854">93.989999999999995</cx:pt>
          <cx:pt idx="82855">127.64</cx:pt>
          <cx:pt idx="82856">59.960000000000001</cx:pt>
          <cx:pt idx="82857">74.969999999999999</cx:pt>
          <cx:pt idx="82858">59.960000000000001</cx:pt>
          <cx:pt idx="82859">74.219999999999999</cx:pt>
          <cx:pt idx="82860">73.849999999999994</cx:pt>
          <cx:pt idx="82861">163.77000000000001</cx:pt>
          <cx:pt idx="82862">251.94999999999999</cx:pt>
          <cx:pt idx="82863">308.32999999999998</cx:pt>
          <cx:pt idx="82864">74.950000000000003</cx:pt>
          <cx:pt idx="82865">59.960000000000001</cx:pt>
          <cx:pt idx="82866">74.950000000000003</cx:pt>
          <cx:pt idx="82867">74.950000000000003</cx:pt>
          <cx:pt idx="82868">74.950000000000003</cx:pt>
          <cx:pt idx="82869">55.979999999999997</cx:pt>
          <cx:pt idx="82870">84.980000000000004</cx:pt>
          <cx:pt idx="82871">63.920000000000002</cx:pt>
          <cx:pt idx="82872">59.979999999999997</cx:pt>
          <cx:pt idx="82873">69.980000000000004</cx:pt>
          <cx:pt idx="82874">83.480000000000004</cx:pt>
          <cx:pt idx="82875">55.979999999999997</cx:pt>
          <cx:pt idx="82876">50.969999999999999</cx:pt>
          <cx:pt idx="82877">65.980000000000004</cx:pt>
          <cx:pt idx="82878">49.990000000000002</cx:pt>
          <cx:pt idx="82879">65.989999999999995</cx:pt>
          <cx:pt idx="82880">79.980000000000004</cx:pt>
          <cx:pt idx="82881">60.990000000000002</cx:pt>
          <cx:pt idx="82882">65.989999999999995</cx:pt>
          <cx:pt idx="82883">60.990000000000002</cx:pt>
          <cx:pt idx="82884">49.990000000000002</cx:pt>
          <cx:pt idx="82885">69.980000000000004</cx:pt>
          <cx:pt idx="82886">239.94</cx:pt>
          <cx:pt idx="82887">59.979999999999997</cx:pt>
          <cx:pt idx="82888">41.289999999999999</cx:pt>
          <cx:pt idx="82889">28.289999999999999</cx:pt>
          <cx:pt idx="82890">59.979999999999997</cx:pt>
          <cx:pt idx="82891">28.289999999999999</cx:pt>
          <cx:pt idx="82892">41.289999999999999</cx:pt>
          <cx:pt idx="82893">50.979999999999997</cx:pt>
          <cx:pt idx="82894">116.26000000000001</cx:pt>
          <cx:pt idx="82895">50.979999999999997</cx:pt>
          <cx:pt idx="82896">84.969999999999999</cx:pt>
          <cx:pt idx="82897">50.979999999999997</cx:pt>
          <cx:pt idx="82898">89.969999999999999</cx:pt>
          <cx:pt idx="82899">89.969999999999999</cx:pt>
          <cx:pt idx="82900">59.979999999999997</cx:pt>
          <cx:pt idx="82901">74.969999999999999</cx:pt>
          <cx:pt idx="82902">74.969999999999999</cx:pt>
          <cx:pt idx="82903">71.969999999999999</cx:pt>
          <cx:pt idx="82904">59.979999999999997</cx:pt>
          <cx:pt idx="82905">64.969999999999999</cx:pt>
          <cx:pt idx="82906">31.280000000000001</cx:pt>
          <cx:pt idx="82907">116.26000000000001</cx:pt>
          <cx:pt idx="82908">31.280000000000001</cx:pt>
          <cx:pt idx="82909">84.969999999999999</cx:pt>
          <cx:pt idx="82910">64.969999999999999</cx:pt>
          <cx:pt idx="82911">71.969999999999999</cx:pt>
          <cx:pt idx="82912">50.979999999999997</cx:pt>
          <cx:pt idx="82913">109.95999999999999</cx:pt>
          <cx:pt idx="82914">119.95999999999999</cx:pt>
          <cx:pt idx="82915">107.95</cx:pt>
          <cx:pt idx="82916">72.969999999999999</cx:pt>
          <cx:pt idx="82917">71.980000000000004</cx:pt>
          <cx:pt idx="82918">149.94999999999999</cx:pt>
          <cx:pt idx="82919">89.969999999999999</cx:pt>
          <cx:pt idx="82920">42.229999999999997</cx:pt>
          <cx:pt idx="82921">64.980000000000004</cx:pt>
          <cx:pt idx="82922">59.979999999999997</cx:pt>
          <cx:pt idx="82923">119.95999999999999</cx:pt>
          <cx:pt idx="82924">89.969999999999999</cx:pt>
          <cx:pt idx="82925">54.979999999999997</cx:pt>
          <cx:pt idx="82926">109.97</cx:pt>
          <cx:pt idx="82927">59.990000000000002</cx:pt>
          <cx:pt idx="82928">51.289999999999999</cx:pt>
          <cx:pt idx="82929">59.990000000000002</cx:pt>
          <cx:pt idx="82930">4.9900000000000002</cx:pt>
          <cx:pt idx="82931">138.86000000000001</cx:pt>
          <cx:pt idx="82932">118.75</cx:pt>
          <cx:pt idx="82933">112.75</cx:pt>
          <cx:pt idx="82934">112.75</cx:pt>
          <cx:pt idx="82935">109.98</cx:pt>
          <cx:pt idx="82936">169.91999999999999</cx:pt>
          <cx:pt idx="82937">138.86000000000001</cx:pt>
          <cx:pt idx="82938">109.98</cx:pt>
          <cx:pt idx="82939">109.98</cx:pt>
          <cx:pt idx="82940">118.75</cx:pt>
          <cx:pt idx="82941">54.990000000000002</cx:pt>
          <cx:pt idx="82942">54.990000000000002</cx:pt>
          <cx:pt idx="82943">54.990000000000002</cx:pt>
          <cx:pt idx="82944">54.990000000000002</cx:pt>
          <cx:pt idx="82945">169.91999999999999</cx:pt>
          <cx:pt idx="82946">109.98</cx:pt>
          <cx:pt idx="82947">65.989999999999995</cx:pt>
          <cx:pt idx="82948">127.95999999999999</cx:pt>
          <cx:pt idx="82949">110.98</cx:pt>
          <cx:pt idx="82950">20.289999999999999</cx:pt>
          <cx:pt idx="82951">158.96000000000001</cx:pt>
          <cx:pt idx="82952">65.989999999999995</cx:pt>
          <cx:pt idx="82953">65.989999999999995</cx:pt>
          <cx:pt idx="82954">65.989999999999995</cx:pt>
          <cx:pt idx="82955">61.990000000000002</cx:pt>
          <cx:pt idx="82956">101.97</cx:pt>
          <cx:pt idx="82957">65.989999999999995</cx:pt>
          <cx:pt idx="82958">65.989999999999995</cx:pt>
          <cx:pt idx="82959">65.989999999999995</cx:pt>
          <cx:pt idx="82960">65.989999999999995</cx:pt>
          <cx:pt idx="82961">56.090000000000003</cx:pt>
          <cx:pt idx="82962">33.880000000000003</cx:pt>
          <cx:pt idx="82963">75.959999999999994</cx:pt>
          <cx:pt idx="82964">75.959999999999994</cx:pt>
          <cx:pt idx="82965">113.94</cx:pt>
          <cx:pt idx="82966">113.94</cx:pt>
          <cx:pt idx="82967">53.969999999999999</cx:pt>
          <cx:pt idx="82968">69.950000000000003</cx:pt>
          <cx:pt idx="82969">53.969999999999999</cx:pt>
          <cx:pt idx="82970">59.990000000000002</cx:pt>
          <cx:pt idx="82971">59.990000000000002</cx:pt>
          <cx:pt idx="82972">69.950000000000003</cx:pt>
          <cx:pt idx="82973">145.97</cx:pt>
          <cx:pt idx="82974">71.939999999999998</cx:pt>
          <cx:pt idx="82975">91.939999999999998</cx:pt>
          <cx:pt idx="82976">189.96000000000001</cx:pt>
          <cx:pt idx="82977">219.94999999999999</cx:pt>
          <cx:pt idx="82978">116.12</cx:pt>
          <cx:pt idx="82979">49.590000000000003</cx:pt>
          <cx:pt idx="82980">85.870000000000005</cx:pt>
          <cx:pt idx="82981">195.97</cx:pt>
          <cx:pt idx="82982">137.90000000000001</cx:pt>
          <cx:pt idx="82983">114.91</cx:pt>
          <cx:pt idx="82984">84.659999999999997</cx:pt>
          <cx:pt idx="82985">21.489999999999998</cx:pt>
          <cx:pt idx="82986">84.989999999999995</cx:pt>
          <cx:pt idx="82987">109.98</cx:pt>
          <cx:pt idx="82988">90.980000000000004</cx:pt>
          <cx:pt idx="82989">104.98</cx:pt>
          <cx:pt idx="82990">84.989999999999995</cx:pt>
          <cx:pt idx="82991">23.239999999999998</cx:pt>
          <cx:pt idx="82992">84.989999999999995</cx:pt>
          <cx:pt idx="82993">64.670000000000002</cx:pt>
          <cx:pt idx="82994">84.989999999999995</cx:pt>
          <cx:pt idx="82995">84.329999999999998</cx:pt>
          <cx:pt idx="82996">84.969999999999999</cx:pt>
          <cx:pt idx="82997">84.989999999999995</cx:pt>
          <cx:pt idx="82998">114.95</cx:pt>
          <cx:pt idx="82999">119.95999999999999</cx:pt>
          <cx:pt idx="83000">-49.979999999999997</cx:pt>
          <cx:pt idx="83001">11.49</cx:pt>
          <cx:pt idx="83002">174.93000000000001</cx:pt>
          <cx:pt idx="83003">269.91000000000003</cx:pt>
          <cx:pt idx="83004">68.969999999999999</cx:pt>
          <cx:pt idx="83005">129.56999999999999</cx:pt>
          <cx:pt idx="83006">89.980000000000004</cx:pt>
          <cx:pt idx="83007">99.980000000000004</cx:pt>
          <cx:pt idx="83008">136.47999999999999</cx:pt>
          <cx:pt idx="83009">83.939999999999998</cx:pt>
          <cx:pt idx="83010">59.130000000000003</cx:pt>
          <cx:pt idx="83011">184.59</cx:pt>
          <cx:pt idx="83012">159.69999999999999</cx:pt>
          <cx:pt idx="83013">143.72</cx:pt>
          <cx:pt idx="83014">145.16</cx:pt>
          <cx:pt idx="83015">59.960000000000001</cx:pt>
          <cx:pt idx="83016">59.960000000000001</cx:pt>
          <cx:pt idx="83017">57.560000000000002</cx:pt>
          <cx:pt idx="83018">94.930000000000007</cx:pt>
          <cx:pt idx="83019">59.960000000000001</cx:pt>
          <cx:pt idx="83020">47.689999999999998</cx:pt>
          <cx:pt idx="83021">59.960000000000001</cx:pt>
          <cx:pt idx="83022">41.270000000000003</cx:pt>
          <cx:pt idx="83023">59.960000000000001</cx:pt>
          <cx:pt idx="83024">104.98</cx:pt>
          <cx:pt idx="83025">51.969999999999999</cx:pt>
          <cx:pt idx="83026">95.969999999999999</cx:pt>
          <cx:pt idx="83027">99.959999999999994</cx:pt>
          <cx:pt idx="83028">129.96000000000001</cx:pt>
          <cx:pt idx="83029">98.959999999999994</cx:pt>
          <cx:pt idx="83030">129.96000000000001</cx:pt>
          <cx:pt idx="83031">63.950000000000003</cx:pt>
          <cx:pt idx="83032">50.450000000000003</cx:pt>
          <cx:pt idx="83033">79.980000000000004</cx:pt>
          <cx:pt idx="83034">59.960000000000001</cx:pt>
          <cx:pt idx="83035">-59.950000000000003</cx:pt>
          <cx:pt idx="83036">60.990000000000002</cx:pt>
          <cx:pt idx="83037">54.890000000000001</cx:pt>
          <cx:pt idx="83038">59.950000000000003</cx:pt>
          <cx:pt idx="83039">59.960000000000001</cx:pt>
          <cx:pt idx="83040">50.969999999999999</cx:pt>
          <cx:pt idx="83041">68.969999999999999</cx:pt>
          <cx:pt idx="83042">77.969999999999999</cx:pt>
          <cx:pt idx="83043">77.969999999999999</cx:pt>
          <cx:pt idx="83044">53.979999999999997</cx:pt>
          <cx:pt idx="83045">58.979999999999997</cx:pt>
          <cx:pt idx="83046">53.969999999999999</cx:pt>
          <cx:pt idx="83047">59.979999999999997</cx:pt>
          <cx:pt idx="83048">53.979999999999997</cx:pt>
          <cx:pt idx="83049">69.980000000000004</cx:pt>
          <cx:pt idx="83050">96.980000000000004</cx:pt>
          <cx:pt idx="83051">155.97999999999999</cx:pt>
          <cx:pt idx="83052">84.989999999999995</cx:pt>
          <cx:pt idx="83053">202.75</cx:pt>
          <cx:pt idx="83054">137.96000000000001</cx:pt>
          <cx:pt idx="83055">54.979999999999997</cx:pt>
          <cx:pt idx="83056">84.989999999999995</cx:pt>
          <cx:pt idx="83057">69.980000000000004</cx:pt>
          <cx:pt idx="83058">89.980000000000004</cx:pt>
          <cx:pt idx="83059">79.969999999999999</cx:pt>
          <cx:pt idx="83060">94.969999999999999</cx:pt>
          <cx:pt idx="83061">99.980000000000004</cx:pt>
          <cx:pt idx="83062">65.480000000000004</cx:pt>
          <cx:pt idx="83063">137.96000000000001</cx:pt>
          <cx:pt idx="83064">118.97</cx:pt>
          <cx:pt idx="83065">99.980000000000004</cx:pt>
          <cx:pt idx="83066">139.46000000000001</cx:pt>
          <cx:pt idx="83067">99.980000000000004</cx:pt>
          <cx:pt idx="83068">119.95999999999999</cx:pt>
          <cx:pt idx="83069">119.95999999999999</cx:pt>
          <cx:pt idx="83070">119.95999999999999</cx:pt>
          <cx:pt idx="83071">119.95999999999999</cx:pt>
          <cx:pt idx="83072">119.95999999999999</cx:pt>
          <cx:pt idx="83073">131.97999999999999</cx:pt>
          <cx:pt idx="83074">121.98</cx:pt>
          <cx:pt idx="83075">119.94</cx:pt>
          <cx:pt idx="83076">143.16999999999999</cx:pt>
          <cx:pt idx="83077">158.03999999999999</cx:pt>
          <cx:pt idx="83078">96.780000000000001</cx:pt>
          <cx:pt idx="83079">101.01000000000001</cx:pt>
          <cx:pt idx="83080">79.849999999999994</cx:pt>
          <cx:pt idx="83081">79.849999999999994</cx:pt>
          <cx:pt idx="83082">96.780000000000001</cx:pt>
          <cx:pt idx="83083">87.150000000000006</cx:pt>
          <cx:pt idx="83084">103.41</cx:pt>
          <cx:pt idx="83085">68.930000000000007</cx:pt>
          <cx:pt idx="83086">68.930000000000007</cx:pt>
          <cx:pt idx="83087">68.930000000000007</cx:pt>
          <cx:pt idx="83088">-68.930000000000007</cx:pt>
          <cx:pt idx="83089">114.89</cx:pt>
          <cx:pt idx="83090">114.89</cx:pt>
          <cx:pt idx="83091">114.98</cx:pt>
          <cx:pt idx="83092">109.95999999999999</cx:pt>
          <cx:pt idx="83093">169.97999999999999</cx:pt>
          <cx:pt idx="83094">216.72</cx:pt>
          <cx:pt idx="83095">134.97999999999999</cx:pt>
          <cx:pt idx="83096">84.989999999999995</cx:pt>
          <cx:pt idx="83097">-169.97999999999999</cx:pt>
          <cx:pt idx="83098">76.489999999999995</cx:pt>
          <cx:pt idx="83099">76.489999999999995</cx:pt>
          <cx:pt idx="83100">76.489999999999995</cx:pt>
          <cx:pt idx="83101">68.989999999999995</cx:pt>
          <cx:pt idx="83102">82.379999999999995</cx:pt>
          <cx:pt idx="83103">102.97</cx:pt>
          <cx:pt idx="83104">55.229999999999997</cx:pt>
          <cx:pt idx="83105">84.989999999999995</cx:pt>
          <cx:pt idx="83106">59.990000000000002</cx:pt>
          <cx:pt idx="83107">57.950000000000003</cx:pt>
          <cx:pt idx="83108">61.969999999999999</cx:pt>
          <cx:pt idx="83109">131.97999999999999</cx:pt>
          <cx:pt idx="83110">131.97999999999999</cx:pt>
          <cx:pt idx="83111">53.969999999999999</cx:pt>
          <cx:pt idx="83112">32.229999999999997</cx:pt>
          <cx:pt idx="83113">53.969999999999999</cx:pt>
          <cx:pt idx="83114">51.490000000000002</cx:pt>
          <cx:pt idx="83115">53.969999999999999</cx:pt>
          <cx:pt idx="83116">53.969999999999999</cx:pt>
          <cx:pt idx="83117">27.489999999999998</cx:pt>
          <cx:pt idx="83118">84.989999999999995</cx:pt>
          <cx:pt idx="83119">53.969999999999999</cx:pt>
          <cx:pt idx="83120">53.969999999999999</cx:pt>
          <cx:pt idx="83121">53.969999999999999</cx:pt>
          <cx:pt idx="83122">53.969999999999999</cx:pt>
          <cx:pt idx="83123">108.88</cx:pt>
          <cx:pt idx="83124">159.69999999999999</cx:pt>
          <cx:pt idx="83125">99.980000000000004</cx:pt>
          <cx:pt idx="83126">171.16</cx:pt>
          <cx:pt idx="83127">89.980000000000004</cx:pt>
          <cx:pt idx="83128">99.980000000000004</cx:pt>
          <cx:pt idx="83129">149.97</cx:pt>
          <cx:pt idx="83130">99.980000000000004</cx:pt>
          <cx:pt idx="83131">169.97999999999999</cx:pt>
          <cx:pt idx="83132">105.98</cx:pt>
          <cx:pt idx="83133">179.15000000000001</cx:pt>
          <cx:pt idx="83134">101.95999999999999</cx:pt>
          <cx:pt idx="83135">117.95999999999999</cx:pt>
          <cx:pt idx="83136">100.43000000000001</cx:pt>
          <cx:pt idx="83137">101.97</cx:pt>
          <cx:pt idx="83138">109.15000000000001</cx:pt>
          <cx:pt idx="83139">128.94999999999999</cx:pt>
          <cx:pt idx="83140">147.59999999999999</cx:pt>
          <cx:pt idx="83141">159.69999999999999</cx:pt>
          <cx:pt idx="83142">159.69999999999999</cx:pt>
          <cx:pt idx="83143">159.69999999999999</cx:pt>
          <cx:pt idx="83144">63.960000000000001</cx:pt>
          <cx:pt idx="83145">63.960000000000001</cx:pt>
          <cx:pt idx="83146">138.94999999999999</cx:pt>
          <cx:pt idx="83147">63.960000000000001</cx:pt>
          <cx:pt idx="83148">63.960000000000001</cx:pt>
          <cx:pt idx="83149">63.960000000000001</cx:pt>
          <cx:pt idx="83150">-49.270000000000003</cx:pt>
          <cx:pt idx="83151">63.960000000000001</cx:pt>
          <cx:pt idx="83152">49.270000000000003</cx:pt>
          <cx:pt idx="83153">55.979999999999997</cx:pt>
          <cx:pt idx="83154">63.960000000000001</cx:pt>
          <cx:pt idx="83155">79.980000000000004</cx:pt>
          <cx:pt idx="83156">131.97999999999999</cx:pt>
          <cx:pt idx="83157">112.18000000000001</cx:pt>
          <cx:pt idx="83158">145.15000000000001</cx:pt>
          <cx:pt idx="83159">239.53999999999999</cx:pt>
          <cx:pt idx="83160">157.22999999999999</cx:pt>
          <cx:pt idx="83161">220.37</cx:pt>
          <cx:pt idx="83162">84.640000000000001</cx:pt>
          <cx:pt idx="83163">67.709999999999994</cx:pt>
          <cx:pt idx="83164">110.05</cx:pt>
          <cx:pt idx="83165">84.640000000000001</cx:pt>
          <cx:pt idx="83166">89.969999999999999</cx:pt>
          <cx:pt idx="83167">86.280000000000001</cx:pt>
          <cx:pt idx="83168">77.349999999999994</cx:pt>
          <cx:pt idx="83169">183.34</cx:pt>
          <cx:pt idx="83170">120.47</cx:pt>
          <cx:pt idx="83171">176.44</cx:pt>
          <cx:pt idx="83172">67.959999999999994</cx:pt>
          <cx:pt idx="83173">77.670000000000002</cx:pt>
          <cx:pt idx="83174">85.790000000000006</cx:pt>
          <cx:pt idx="83175">71.859999999999999</cx:pt>
          <cx:pt idx="83176">129.43000000000001</cx:pt>
          <cx:pt idx="83177">105.25</cx:pt>
          <cx:pt idx="83178">85.890000000000001</cx:pt>
          <cx:pt idx="83179">81.049999999999997</cx:pt>
          <cx:pt idx="83180">78.189999999999998</cx:pt>
          <cx:pt idx="83181">66.540000000000006</cx:pt>
          <cx:pt idx="83182">79.989999999999995</cx:pt>
          <cx:pt idx="83183">79.989999999999995</cx:pt>
          <cx:pt idx="83184">79.989999999999995</cx:pt>
          <cx:pt idx="83185">79.989999999999995</cx:pt>
          <cx:pt idx="83186">79.989999999999995</cx:pt>
          <cx:pt idx="83187">79.989999999999995</cx:pt>
          <cx:pt idx="83188">78.390000000000001</cx:pt>
          <cx:pt idx="83189">83.519999999999996</cx:pt>
          <cx:pt idx="83190">53.969999999999999</cx:pt>
          <cx:pt idx="83191">93.969999999999999</cx:pt>
          <cx:pt idx="83192">81.980000000000004</cx:pt>
          <cx:pt idx="83193">87.980000000000004</cx:pt>
          <cx:pt idx="83194">121.98</cx:pt>
          <cx:pt idx="83195">81.969999999999999</cx:pt>
          <cx:pt idx="83196">64.980000000000004</cx:pt>
          <cx:pt idx="83197">60.990000000000002</cx:pt>
          <cx:pt idx="83198">81.689999999999998</cx:pt>
          <cx:pt idx="83199">84.989999999999995</cx:pt>
          <cx:pt idx="83200">65.989999999999995</cx:pt>
          <cx:pt idx="83201">84.989999999999995</cx:pt>
          <cx:pt idx="83202">84.989999999999995</cx:pt>
          <cx:pt idx="83203">65.989999999999995</cx:pt>
          <cx:pt idx="83204">84.989999999999995</cx:pt>
          <cx:pt idx="83205">76.489999999999995</cx:pt>
          <cx:pt idx="83206">76.489999999999995</cx:pt>
          <cx:pt idx="83207">55.229999999999997</cx:pt>
          <cx:pt idx="83208">89.980000000000004</cx:pt>
          <cx:pt idx="83209">76.489999999999995</cx:pt>
          <cx:pt idx="83210">46.490000000000002</cx:pt>
          <cx:pt idx="83211">154.94999999999999</cx:pt>
          <cx:pt idx="83212">121.95999999999999</cx:pt>
          <cx:pt idx="83213">73.980000000000004</cx:pt>
          <cx:pt idx="83214">154.94999999999999</cx:pt>
          <cx:pt idx="83215">111.95999999999999</cx:pt>
          <cx:pt idx="83216">88.969999999999999</cx:pt>
          <cx:pt idx="83217">72.239999999999995</cx:pt>
          <cx:pt idx="83218">63.880000000000003</cx:pt>
          <cx:pt idx="83219">72.239999999999995</cx:pt>
          <cx:pt idx="83220">34.990000000000002</cx:pt>
          <cx:pt idx="83221">49.490000000000002</cx:pt>
          <cx:pt idx="83222">54.990000000000002</cx:pt>
          <cx:pt idx="83223">76.489999999999995</cx:pt>
          <cx:pt idx="83224">76.489999999999995</cx:pt>
          <cx:pt idx="83225">94.969999999999999</cx:pt>
          <cx:pt idx="83226">59.960000000000001</cx:pt>
          <cx:pt idx="83227">126.95999999999999</cx:pt>
          <cx:pt idx="83228">239.91999999999999</cx:pt>
          <cx:pt idx="83229">159.97</cx:pt>
          <cx:pt idx="83230">179.94</cx:pt>
          <cx:pt idx="83231">171.87</cx:pt>
          <cx:pt idx="83232">76.930000000000007</cx:pt>
          <cx:pt idx="83233">103.39</cx:pt>
          <cx:pt idx="83234">59.950000000000003</cx:pt>
          <cx:pt idx="83235">199.96000000000001</cx:pt>
          <cx:pt idx="83236">66.120000000000005</cx:pt>
          <cx:pt idx="83237">87.670000000000002</cx:pt>
          <cx:pt idx="83238">59.979999999999997</cx:pt>
          <cx:pt idx="83239">59.979999999999997</cx:pt>
          <cx:pt idx="83240">55.979999999999997</cx:pt>
          <cx:pt idx="83241">87.670000000000002</cx:pt>
          <cx:pt idx="83242">59.979999999999997</cx:pt>
          <cx:pt idx="83243">59.979999999999997</cx:pt>
          <cx:pt idx="83244">75.969999999999999</cx:pt>
          <cx:pt idx="83245">77.969999999999999</cx:pt>
          <cx:pt idx="83246">55.979999999999997</cx:pt>
          <cx:pt idx="83247">66.120000000000005</cx:pt>
          <cx:pt idx="83248">102.56999999999999</cx:pt>
          <cx:pt idx="83249">102.56999999999999</cx:pt>
          <cx:pt idx="83250">59.979999999999997</cx:pt>
          <cx:pt idx="83251">59.979999999999997</cx:pt>
          <cx:pt idx="83252">59.979999999999997</cx:pt>
          <cx:pt idx="83253">75.969999999999999</cx:pt>
          <cx:pt idx="83254">77.969999999999999</cx:pt>
          <cx:pt idx="83255">59.979999999999997</cx:pt>
          <cx:pt idx="83256">60.990000000000002</cx:pt>
          <cx:pt idx="83257">234.33000000000001</cx:pt>
          <cx:pt idx="83258">60.280000000000001</cx:pt>
          <cx:pt idx="83259">75.969999999999999</cx:pt>
          <cx:pt idx="83260">15.99</cx:pt>
          <cx:pt idx="83261">77.629999999999995</cx:pt>
          <cx:pt idx="83262">15.99</cx:pt>
          <cx:pt idx="83263">84.989999999999995</cx:pt>
          <cx:pt idx="83264">169.97999999999999</cx:pt>
          <cx:pt idx="83265">147.97999999999999</cx:pt>
          <cx:pt idx="83266">134.97999999999999</cx:pt>
          <cx:pt idx="83267">84.989999999999995</cx:pt>
          <cx:pt idx="83268">82.790000000000006</cx:pt>
          <cx:pt idx="83269">90.709999999999994</cx:pt>
          <cx:pt idx="83270">114.88</cx:pt>
          <cx:pt idx="83271">24.989999999999998</cx:pt>
          <cx:pt idx="83272">125.73999999999999</cx:pt>
          <cx:pt idx="83273">128.19</cx:pt>
          <cx:pt idx="83274">71.959999999999994</cx:pt>
          <cx:pt idx="83275">68.620000000000005</cx:pt>
          <cx:pt idx="83276">53.969999999999999</cx:pt>
          <cx:pt idx="83277">89.950000000000003</cx:pt>
          <cx:pt idx="83278">86.950000000000003</cx:pt>
          <cx:pt idx="83279">53.969999999999999</cx:pt>
          <cx:pt idx="83280">71.959999999999994</cx:pt>
          <cx:pt idx="83281">71.959999999999994</cx:pt>
          <cx:pt idx="83282">71.959999999999994</cx:pt>
          <cx:pt idx="83283">63.969999999999999</cx:pt>
          <cx:pt idx="83284">104.98</cx:pt>
          <cx:pt idx="83285">52.969999999999999</cx:pt>
          <cx:pt idx="83286">106.97</cx:pt>
          <cx:pt idx="83287">106.97</cx:pt>
          <cx:pt idx="83288">90.969999999999999</cx:pt>
          <cx:pt idx="83289">95.980000000000004</cx:pt>
          <cx:pt idx="83290">59.969999999999999</cx:pt>
          <cx:pt idx="83291">74.969999999999999</cx:pt>
          <cx:pt idx="83292">68.969999999999999</cx:pt>
          <cx:pt idx="83293">78.969999999999999</cx:pt>
          <cx:pt idx="83294">55.979999999999997</cx:pt>
          <cx:pt idx="83295">68.969999999999999</cx:pt>
          <cx:pt idx="83296">44.590000000000003</cx:pt>
          <cx:pt idx="83297">55.969999999999999</cx:pt>
          <cx:pt idx="83298">74.969999999999999</cx:pt>
          <cx:pt idx="83299">65</cx:pt>
          <cx:pt idx="83300">68.969999999999999</cx:pt>
          <cx:pt idx="83301">50.369999999999997</cx:pt>
          <cx:pt idx="83302">84.340000000000003</cx:pt>
          <cx:pt idx="83303">103.98</cx:pt>
          <cx:pt idx="83304">59.460000000000001</cx:pt>
          <cx:pt idx="83305">60.979999999999997</cx:pt>
          <cx:pt idx="83306">58.439999999999998</cx:pt>
          <cx:pt idx="83307">45.32</cx:pt>
          <cx:pt idx="83308">51.380000000000003</cx:pt>
          <cx:pt idx="83309">105.38</cx:pt>
          <cx:pt idx="83310">84.969999999999999</cx:pt>
          <cx:pt idx="83311">85.980000000000004</cx:pt>
          <cx:pt idx="83312">125.97</cx:pt>
          <cx:pt idx="83313">176.97</cx:pt>
          <cx:pt idx="83314">150.97</cx:pt>
          <cx:pt idx="83315">139.46000000000001</cx:pt>
          <cx:pt idx="83316">53.990000000000002</cx:pt>
          <cx:pt idx="83317">33.479999999999997</cx:pt>
          <cx:pt idx="83318">81.579999999999998</cx:pt>
          <cx:pt idx="83319">169.97</cx:pt>
          <cx:pt idx="83320">56.079999999999998</cx:pt>
          <cx:pt idx="83321">168.94</cx:pt>
          <cx:pt idx="83322">59.979999999999997</cx:pt>
          <cx:pt idx="83323">59.979999999999997</cx:pt>
          <cx:pt idx="83324">74.969999999999999</cx:pt>
          <cx:pt idx="83325">59.979999999999997</cx:pt>
          <cx:pt idx="83326">119.95999999999999</cx:pt>
          <cx:pt idx="83327">59.979999999999997</cx:pt>
          <cx:pt idx="83328">89.969999999999999</cx:pt>
          <cx:pt idx="83329">89.969999999999999</cx:pt>
          <cx:pt idx="83330">382.38</cx:pt>
          <cx:pt idx="83331">262.94</cx:pt>
          <cx:pt idx="83332">53.969999999999999</cx:pt>
          <cx:pt idx="83333">55.960000000000001</cx:pt>
          <cx:pt idx="83334">13.49</cx:pt>
          <cx:pt idx="83335">53.969999999999999</cx:pt>
          <cx:pt idx="83336">53.969999999999999</cx:pt>
          <cx:pt idx="83337">45.590000000000003</cx:pt>
          <cx:pt idx="83338">27.489999999999998</cx:pt>
          <cx:pt idx="83339">14.24</cx:pt>
          <cx:pt idx="83340">73.969999999999999</cx:pt>
          <cx:pt idx="83341">34.229999999999997</cx:pt>
          <cx:pt idx="83342">56.969999999999999</cx:pt>
          <cx:pt idx="83343">14.24</cx:pt>
          <cx:pt idx="83344">89.969999999999999</cx:pt>
          <cx:pt idx="83345">276.94999999999999</cx:pt>
          <cx:pt idx="83346">76.269999999999996</cx:pt>
          <cx:pt idx="83347">51.490000000000002</cx:pt>
          <cx:pt idx="83348">70.980000000000004</cx:pt>
          <cx:pt idx="83349">46.240000000000002</cx:pt>
          <cx:pt idx="83350">48.479999999999997</cx:pt>
          <cx:pt idx="83351">67.859999999999999</cx:pt>
          <cx:pt idx="83352">67.859999999999999</cx:pt>
          <cx:pt idx="83353">51.979999999999997</cx:pt>
          <cx:pt idx="83354">50.979999999999997</cx:pt>
          <cx:pt idx="83355">52.240000000000002</cx:pt>
          <cx:pt idx="83356">78.959999999999994</cx:pt>
          <cx:pt idx="83357">51.979999999999997</cx:pt>
          <cx:pt idx="83358">15.99</cx:pt>
          <cx:pt idx="83359">67.969999999999999</cx:pt>
          <cx:pt idx="83360">94.709999999999994</cx:pt>
          <cx:pt idx="83361">51.979999999999997</cx:pt>
          <cx:pt idx="83362">55.979999999999997</cx:pt>
          <cx:pt idx="83363">54.979999999999997</cx:pt>
          <cx:pt idx="83364">69.980000000000004</cx:pt>
          <cx:pt idx="83365">159.97999999999999</cx:pt>
          <cx:pt idx="83366">211.94</cx:pt>
          <cx:pt idx="83367">66.959999999999994</cx:pt>
          <cx:pt idx="83368">114.33</cx:pt>
          <cx:pt idx="83369">61.969999999999999</cx:pt>
          <cx:pt idx="83370">19.82</cx:pt>
          <cx:pt idx="83371">119.92</cx:pt>
          <cx:pt idx="83372">119.92</cx:pt>
          <cx:pt idx="83373">129.97999999999999</cx:pt>
          <cx:pt idx="83374">85.890000000000001</cx:pt>
          <cx:pt idx="83375">102.95999999999999</cx:pt>
          <cx:pt idx="83376">111.95999999999999</cx:pt>
          <cx:pt idx="83377">64.980000000000004</cx:pt>
          <cx:pt idx="83378">119.97</cx:pt>
          <cx:pt idx="83379">111.94</cx:pt>
          <cx:pt idx="83380">99.939999999999998</cx:pt>
          <cx:pt idx="83381">91.959999999999994</cx:pt>
          <cx:pt idx="83382">39.119999999999997</cx:pt>
          <cx:pt idx="83383">65.280000000000001</cx:pt>
          <cx:pt idx="83384">25.289999999999999</cx:pt>
          <cx:pt idx="83385">29.100000000000001</cx:pt>
          <cx:pt idx="83386">51.979999999999997</cx:pt>
          <cx:pt idx="83387">28.739999999999998</cx:pt>
          <cx:pt idx="83388">61.979999999999997</cx:pt>
          <cx:pt idx="83389">40.289999999999999</cx:pt>
          <cx:pt idx="83390">39.289999999999999</cx:pt>
          <cx:pt idx="83391">39.969999999999999</cx:pt>
          <cx:pt idx="83392">60.590000000000003</cx:pt>
          <cx:pt idx="83393">41.289999999999999</cx:pt>
          <cx:pt idx="83394">51.979999999999997</cx:pt>
          <cx:pt idx="83395">181.97</cx:pt>
          <cx:pt idx="83396">159.97999999999999</cx:pt>
          <cx:pt idx="83397">114.97</cx:pt>
          <cx:pt idx="83398">94.980000000000004</cx:pt>
          <cx:pt idx="83399">59.979999999999997</cx:pt>
          <cx:pt idx="83400">125.97</cx:pt>
          <cx:pt idx="83401">178.46000000000001</cx:pt>
          <cx:pt idx="83402">59.979999999999997</cx:pt>
          <cx:pt idx="83403">49.479999999999997</cx:pt>
          <cx:pt idx="83404">59.979999999999997</cx:pt>
          <cx:pt idx="83405">59.979999999999997</cx:pt>
          <cx:pt idx="83406">56.979999999999997</cx:pt>
          <cx:pt idx="83407">56.969999999999999</cx:pt>
          <cx:pt idx="83408">1.99</cx:pt>
          <cx:pt idx="83409">67.959999999999994</cx:pt>
          <cx:pt idx="83410">90.980000000000004</cx:pt>
          <cx:pt idx="83411">139.97999999999999</cx:pt>
          <cx:pt idx="83412">56.979999999999997</cx:pt>
          <cx:pt idx="83413">122.97</cx:pt>
          <cx:pt idx="83414">102.98</cx:pt>
          <cx:pt idx="83415">99.200000000000003</cx:pt>
          <cx:pt idx="83416">96.760000000000005</cx:pt>
          <cx:pt idx="83417">133.06</cx:pt>
          <cx:pt idx="83418">80.079999999999998</cx:pt>
          <cx:pt idx="83419">90.730000000000004</cx:pt>
          <cx:pt idx="83420">67.739999999999995</cx:pt>
          <cx:pt idx="83421">62.969999999999999</cx:pt>
          <cx:pt idx="83422">84.969999999999999</cx:pt>
          <cx:pt idx="83423">88.780000000000001</cx:pt>
          <cx:pt idx="83424">59.979999999999997</cx:pt>
          <cx:pt idx="83425">89.969999999999999</cx:pt>
          <cx:pt idx="83426">55.979999999999997</cx:pt>
          <cx:pt idx="83427">89.969999999999999</cx:pt>
          <cx:pt idx="83428">166.94999999999999</cx:pt>
          <cx:pt idx="83429">236.93000000000001</cx:pt>
          <cx:pt idx="83430">154.94999999999999</cx:pt>
          <cx:pt idx="83431">153.96000000000001</cx:pt>
          <cx:pt idx="83432">93.090000000000003</cx:pt>
          <cx:pt idx="83433">96.090000000000003</cx:pt>
          <cx:pt idx="83434">65.269999999999996</cx:pt>
          <cx:pt idx="83435">65.159999999999997</cx:pt>
          <cx:pt idx="83436">59.939999999999998</cx:pt>
          <cx:pt idx="83437">112.98</cx:pt>
          <cx:pt idx="83438">59.979999999999997</cx:pt>
          <cx:pt idx="83439">59.979999999999997</cx:pt>
          <cx:pt idx="83440">59.979999999999997</cx:pt>
          <cx:pt idx="83441">80.719999999999999</cx:pt>
          <cx:pt idx="83442">89.969999999999999</cx:pt>
          <cx:pt idx="83443">89.969999999999999</cx:pt>
          <cx:pt idx="83444">59.979999999999997</cx:pt>
          <cx:pt idx="83445">255.96000000000001</cx:pt>
          <cx:pt idx="83446">59.479999999999997</cx:pt>
          <cx:pt idx="83447">180.97</cx:pt>
          <cx:pt idx="83448">50.969999999999999</cx:pt>
          <cx:pt idx="83449">57.479999999999997</cx:pt>
          <cx:pt idx="83450">89.969999999999999</cx:pt>
          <cx:pt idx="83451">13.24</cx:pt>
          <cx:pt idx="83452">91.469999999999999</cx:pt>
          <cx:pt idx="83453">48.969999999999999</cx:pt>
          <cx:pt idx="83454">60.950000000000003</cx:pt>
          <cx:pt idx="83455">75.980000000000004</cx:pt>
          <cx:pt idx="83456">109.95999999999999</cx:pt>
          <cx:pt idx="83457">49.950000000000003</cx:pt>
          <cx:pt idx="83458">68.989999999999995</cx:pt>
          <cx:pt idx="83459">92.489999999999995</cx:pt>
          <cx:pt idx="83460">84.989999999999995</cx:pt>
          <cx:pt idx="83461">82.459999999999994</cx:pt>
          <cx:pt idx="83462">65.189999999999998</cx:pt>
          <cx:pt idx="83463">65.989999999999995</cx:pt>
          <cx:pt idx="83464">36.490000000000002</cx:pt>
          <cx:pt idx="83465">84.989999999999995</cx:pt>
          <cx:pt idx="83466">65.189999999999998</cx:pt>
          <cx:pt idx="83467">114.01000000000001</cx:pt>
          <cx:pt idx="83468">119.95999999999999</cx:pt>
          <cx:pt idx="83469">119.95999999999999</cx:pt>
          <cx:pt idx="83470">119.95999999999999</cx:pt>
          <cx:pt idx="83471">114.95999999999999</cx:pt>
          <cx:pt idx="83472">117.12</cx:pt>
          <cx:pt idx="83473">68.989999999999995</cx:pt>
          <cx:pt idx="83474">65.989999999999995</cx:pt>
          <cx:pt idx="83475">86.980000000000004</cx:pt>
          <cx:pt idx="83476">117.12</cx:pt>
          <cx:pt idx="83477">86.980000000000004</cx:pt>
          <cx:pt idx="83478">65.989999999999995</cx:pt>
          <cx:pt idx="83479">68.989999999999995</cx:pt>
          <cx:pt idx="83480">99.980000000000004</cx:pt>
          <cx:pt idx="83481">-84.989999999999995</cx:pt>
          <cx:pt idx="83482">254.97</cx:pt>
          <cx:pt idx="83483">99.980000000000004</cx:pt>
          <cx:pt idx="83484">99.980000000000004</cx:pt>
          <cx:pt idx="83485">99.980000000000004</cx:pt>
          <cx:pt idx="83486">51.969999999999999</cx:pt>
          <cx:pt idx="83487">84.989999999999995</cx:pt>
          <cx:pt idx="83488">83.969999999999999</cx:pt>
          <cx:pt idx="83489">62.969999999999999</cx:pt>
          <cx:pt idx="83490">89.969999999999999</cx:pt>
          <cx:pt idx="83491">69.980000000000004</cx:pt>
          <cx:pt idx="83492">56.719999999999999</cx:pt>
          <cx:pt idx="83493">70.170000000000002</cx:pt>
          <cx:pt idx="83494">54.979999999999997</cx:pt>
          <cx:pt idx="83495">100.95999999999999</cx:pt>
          <cx:pt idx="83496">59.979999999999997</cx:pt>
          <cx:pt idx="83497">69.969999999999999</cx:pt>
          <cx:pt idx="83498">79.980000000000004</cx:pt>
          <cx:pt idx="83499">55.979999999999997</cx:pt>
          <cx:pt idx="83500">39.280000000000001</cx:pt>
          <cx:pt idx="83501">50.979999999999997</cx:pt>
          <cx:pt idx="83502">55.979999999999997</cx:pt>
          <cx:pt idx="83503">61.979999999999997</cx:pt>
          <cx:pt idx="83504">84.689999999999998</cx:pt>
          <cx:pt idx="83505">72.980000000000004</cx:pt>
          <cx:pt idx="83506">55.979999999999997</cx:pt>
          <cx:pt idx="83507">57.979999999999997</cx:pt>
          <cx:pt idx="83508">55.979999999999997</cx:pt>
          <cx:pt idx="83509">1.5</cx:pt>
          <cx:pt idx="83510">79.980000000000004</cx:pt>
          <cx:pt idx="83511">108.04000000000001</cx:pt>
          <cx:pt idx="83512">254.97</cx:pt>
          <cx:pt idx="83513">53.979999999999997</cx:pt>
          <cx:pt idx="83514">51.979999999999997</cx:pt>
          <cx:pt idx="83515">55.979999999999997</cx:pt>
          <cx:pt idx="83516">15.49</cx:pt>
          <cx:pt idx="83517">55.979999999999997</cx:pt>
          <cx:pt idx="83518">59.979999999999997</cx:pt>
          <cx:pt idx="83519">59.979999999999997</cx:pt>
          <cx:pt idx="83520">158.47</cx:pt>
          <cx:pt idx="83521">24.489999999999998</cx:pt>
          <cx:pt idx="83522">82.700000000000003</cx:pt>
          <cx:pt idx="83523">59.979999999999997</cx:pt>
          <cx:pt idx="83524">77.969999999999999</cx:pt>
          <cx:pt idx="83525">51.979999999999997</cx:pt>
          <cx:pt idx="83526">51.979999999999997</cx:pt>
          <cx:pt idx="83527">90.980000000000004</cx:pt>
          <cx:pt idx="83528">112.97</cx:pt>
          <cx:pt idx="83529">77.969999999999999</cx:pt>
          <cx:pt idx="83530">75.989999999999995</cx:pt>
          <cx:pt idx="83531">51.979999999999997</cx:pt>
          <cx:pt idx="83532">51.979999999999997</cx:pt>
          <cx:pt idx="83533">51.979999999999997</cx:pt>
          <cx:pt idx="83534">357.81999999999999</cx:pt>
          <cx:pt idx="83535">21.280000000000001</cx:pt>
          <cx:pt idx="83536">319.95999999999998</cx:pt>
          <cx:pt idx="83537">59.979999999999997</cx:pt>
          <cx:pt idx="83538">84.989999999999995</cx:pt>
          <cx:pt idx="83539">94.980000000000004</cx:pt>
          <cx:pt idx="83540">164.97</cx:pt>
          <cx:pt idx="83541">129.97</cx:pt>
          <cx:pt idx="83542">159.96000000000001</cx:pt>
          <cx:pt idx="83543">80.969999999999999</cx:pt>
          <cx:pt idx="83544">89.969999999999999</cx:pt>
          <cx:pt idx="83545">89.969999999999999</cx:pt>
          <cx:pt idx="83546">89.969999999999999</cx:pt>
          <cx:pt idx="83547">59.979999999999997</cx:pt>
          <cx:pt idx="83548">159.97999999999999</cx:pt>
          <cx:pt idx="83549">169.97999999999999</cx:pt>
          <cx:pt idx="83550">159.97999999999999</cx:pt>
          <cx:pt idx="83551">116.73999999999999</cx:pt>
          <cx:pt idx="83552">107.98</cx:pt>
          <cx:pt idx="83553">79.170000000000002</cx:pt>
          <cx:pt idx="83554">76.489999999999995</cx:pt>
          <cx:pt idx="83555">132.24000000000001</cx:pt>
          <cx:pt idx="83556">69.950000000000003</cx:pt>
          <cx:pt idx="83557">441.92000000000002</cx:pt>
          <cx:pt idx="83558">66.959999999999994</cx:pt>
          <cx:pt idx="83559">56.969999999999999</cx:pt>
          <cx:pt idx="83560">94.950000000000003</cx:pt>
          <cx:pt idx="83561">75.650000000000006</cx:pt>
          <cx:pt idx="83562">67.959999999999994</cx:pt>
          <cx:pt idx="83563">75.959999999999994</cx:pt>
          <cx:pt idx="83564">99.980000000000004</cx:pt>
          <cx:pt idx="83565">84.980000000000004</cx:pt>
          <cx:pt idx="83566">99.980000000000004</cx:pt>
          <cx:pt idx="83567">84.989999999999995</cx:pt>
          <cx:pt idx="83568">99.980000000000004</cx:pt>
          <cx:pt idx="83569">64.980000000000004</cx:pt>
          <cx:pt idx="83570">79.980000000000004</cx:pt>
          <cx:pt idx="83571">74.840000000000003</cx:pt>
          <cx:pt idx="83572">88.950000000000003</cx:pt>
          <cx:pt idx="83573">20.489999999999998</cx:pt>
          <cx:pt idx="83574">104.97</cx:pt>
          <cx:pt idx="83575">77.969999999999999</cx:pt>
          <cx:pt idx="83576">250.93000000000001</cx:pt>
          <cx:pt idx="83577">229.93000000000001</cx:pt>
          <cx:pt idx="83578">56.969999999999999</cx:pt>
          <cx:pt idx="83579">79.980000000000004</cx:pt>
          <cx:pt idx="83580">82.969999999999999</cx:pt>
          <cx:pt idx="83581">65.989999999999995</cx:pt>
          <cx:pt idx="83582">123.47</cx:pt>
          <cx:pt idx="83583">80.980000000000004</cx:pt>
          <cx:pt idx="83584">65.989999999999995</cx:pt>
          <cx:pt idx="83585">65.989999999999995</cx:pt>
          <cx:pt idx="83586">105.98</cx:pt>
          <cx:pt idx="83587">79.980000000000004</cx:pt>
          <cx:pt idx="83588">234.25999999999999</cx:pt>
          <cx:pt idx="83589">139.90000000000001</cx:pt>
          <cx:pt idx="83590">139.90000000000001</cx:pt>
          <cx:pt idx="83591">139.90000000000001</cx:pt>
          <cx:pt idx="83592">73.980000000000004</cx:pt>
          <cx:pt idx="83593">55.979999999999997</cx:pt>
          <cx:pt idx="83594">55.979999999999997</cx:pt>
          <cx:pt idx="83595">64.980000000000004</cx:pt>
          <cx:pt idx="83596">67.980000000000004</cx:pt>
          <cx:pt idx="83597">55.979999999999997</cx:pt>
          <cx:pt idx="83598">167.94</cx:pt>
          <cx:pt idx="83599">89.969999999999999</cx:pt>
          <cx:pt idx="83600">59.979999999999997</cx:pt>
          <cx:pt idx="83601">59.979999999999997</cx:pt>
          <cx:pt idx="83602">69.319999999999993</cx:pt>
          <cx:pt idx="83603">54.979999999999997</cx:pt>
          <cx:pt idx="83604">74.969999999999999</cx:pt>
          <cx:pt idx="83605">89.969999999999999</cx:pt>
          <cx:pt idx="83606">54.979999999999997</cx:pt>
          <cx:pt idx="83607">59.979999999999997</cx:pt>
          <cx:pt idx="83608">96.780000000000001</cx:pt>
          <cx:pt idx="83609">151.09999999999999</cx:pt>
          <cx:pt idx="83610">171.96000000000001</cx:pt>
          <cx:pt idx="83611">113.97</cx:pt>
          <cx:pt idx="83612">65.989999999999995</cx:pt>
          <cx:pt idx="83613">65.989999999999995</cx:pt>
          <cx:pt idx="83614">65.989999999999995</cx:pt>
          <cx:pt idx="83615">79.980000000000004</cx:pt>
          <cx:pt idx="83616">63.210000000000001</cx:pt>
          <cx:pt idx="83617">75.25</cx:pt>
          <cx:pt idx="83618">43.979999999999997</cx:pt>
          <cx:pt idx="83619">15.49</cx:pt>
          <cx:pt idx="83620">84.989999999999995</cx:pt>
          <cx:pt idx="83621">68.989999999999995</cx:pt>
          <cx:pt idx="83622">30.23</cx:pt>
          <cx:pt idx="83623">70.109999999999999</cx:pt>
          <cx:pt idx="83624">67.709999999999994</cx:pt>
          <cx:pt idx="83625">197.05000000000001</cx:pt>
          <cx:pt idx="83626">84.640000000000001</cx:pt>
          <cx:pt idx="83627">324.31999999999999</cx:pt>
          <cx:pt idx="83628">102.97</cx:pt>
          <cx:pt idx="83629">99.980000000000004</cx:pt>
          <cx:pt idx="83630">65.989999999999995</cx:pt>
          <cx:pt idx="83631">99.980000000000004</cx:pt>
          <cx:pt idx="83632">134.97999999999999</cx:pt>
          <cx:pt idx="83633">51.289999999999999</cx:pt>
          <cx:pt idx="83634">27.18</cx:pt>
          <cx:pt idx="83635">51.759999999999998</cx:pt>
          <cx:pt idx="83636">49.990000000000002</cx:pt>
          <cx:pt idx="83637">91.980000000000004</cx:pt>
          <cx:pt idx="83638">99.980000000000004</cx:pt>
          <cx:pt idx="83639">91.980000000000004</cx:pt>
          <cx:pt idx="83640">119.95999999999999</cx:pt>
          <cx:pt idx="83641">119.95999999999999</cx:pt>
          <cx:pt idx="83642">149.94999999999999</cx:pt>
          <cx:pt idx="83643">149.94999999999999</cx:pt>
          <cx:pt idx="83644">149.94999999999999</cx:pt>
          <cx:pt idx="83645">122.95999999999999</cx:pt>
          <cx:pt idx="83646">122.95999999999999</cx:pt>
          <cx:pt idx="83647">122.95999999999999</cx:pt>
          <cx:pt idx="83648">121.45999999999999</cx:pt>
          <cx:pt idx="83649">122.95999999999999</cx:pt>
          <cx:pt idx="83650">59.979999999999997</cx:pt>
          <cx:pt idx="83651">59.979999999999997</cx:pt>
          <cx:pt idx="83652">85.469999999999999</cx:pt>
          <cx:pt idx="83653">59.979999999999997</cx:pt>
          <cx:pt idx="83654">50.979999999999997</cx:pt>
          <cx:pt idx="83655">54.979999999999997</cx:pt>
          <cx:pt idx="83656">59.979999999999997</cx:pt>
          <cx:pt idx="83657">84.409999999999997</cx:pt>
          <cx:pt idx="83658">118.78</cx:pt>
          <cx:pt idx="83659">161.97</cx:pt>
          <cx:pt idx="83660">112.18000000000001</cx:pt>
          <cx:pt idx="83661">79.989999999999995</cx:pt>
          <cx:pt idx="83662">93.980000000000004</cx:pt>
          <cx:pt idx="83663">139.97999999999999</cx:pt>
          <cx:pt idx="83664">107.97</cx:pt>
          <cx:pt idx="83665">185.96000000000001</cx:pt>
          <cx:pt idx="83666">93.980000000000004</cx:pt>
          <cx:pt idx="83667">119.95999999999999</cx:pt>
          <cx:pt idx="83668">59.979999999999997</cx:pt>
          <cx:pt idx="83669">59.979999999999997</cx:pt>
          <cx:pt idx="83670">59.979999999999997</cx:pt>
          <cx:pt idx="83671">119.95999999999999</cx:pt>
          <cx:pt idx="83672">119.95999999999999</cx:pt>
          <cx:pt idx="83673">59.979999999999997</cx:pt>
          <cx:pt idx="83674">89.969999999999999</cx:pt>
          <cx:pt idx="83675">75.980000000000004</cx:pt>
          <cx:pt idx="83676">68.569999999999993</cx:pt>
          <cx:pt idx="83677">74.980000000000004</cx:pt>
          <cx:pt idx="83678">101.98</cx:pt>
          <cx:pt idx="83679">63.289999999999999</cx:pt>
          <cx:pt idx="83680">50.969999999999999</cx:pt>
          <cx:pt idx="83681">168.93000000000001</cx:pt>
          <cx:pt idx="83682">84.989999999999995</cx:pt>
          <cx:pt idx="83683">124.98</cx:pt>
          <cx:pt idx="83684">99.980000000000004</cx:pt>
          <cx:pt idx="83685">46.490000000000002</cx:pt>
          <cx:pt idx="83686">132.88</cx:pt>
          <cx:pt idx="83687">184.97</cx:pt>
          <cx:pt idx="83688">59.979999999999997</cx:pt>
          <cx:pt idx="83689">79.980000000000004</cx:pt>
          <cx:pt idx="83690">84.989999999999995</cx:pt>
          <cx:pt idx="83691">79.950000000000003</cx:pt>
          <cx:pt idx="83692">62.969999999999999</cx:pt>
          <cx:pt idx="83693">62.969999999999999</cx:pt>
          <cx:pt idx="83694">51.710000000000001</cx:pt>
          <cx:pt idx="83695">79.950000000000003</cx:pt>
          <cx:pt idx="83696">79.950000000000003</cx:pt>
          <cx:pt idx="83697">59.390000000000001</cx:pt>
          <cx:pt idx="83698">59.390000000000001</cx:pt>
          <cx:pt idx="83699">51.710000000000001</cx:pt>
          <cx:pt idx="83700">22.289999999999999</cx:pt>
          <cx:pt idx="83701">22.289999999999999</cx:pt>
          <cx:pt idx="83702">79.950000000000003</cx:pt>
          <cx:pt idx="83703">41.280000000000001</cx:pt>
          <cx:pt idx="83704">18.289999999999999</cx:pt>
          <cx:pt idx="83705">41.280000000000001</cx:pt>
          <cx:pt idx="83706">41.280000000000001</cx:pt>
          <cx:pt idx="83707">50.969999999999999</cx:pt>
          <cx:pt idx="83708">91.969999999999999</cx:pt>
          <cx:pt idx="83709">62.969999999999999</cx:pt>
          <cx:pt idx="83710">49.990000000000002</cx:pt>
          <cx:pt idx="83711">62.969999999999999</cx:pt>
          <cx:pt idx="83712">66.019999999999996</cx:pt>
          <cx:pt idx="83713">75.870000000000005</cx:pt>
          <cx:pt idx="83714">62.969999999999999</cx:pt>
          <cx:pt idx="83715">67.859999999999999</cx:pt>
          <cx:pt idx="83716">83.959999999999994</cx:pt>
          <cx:pt idx="83717">79.849999999999994</cx:pt>
          <cx:pt idx="83718">37.280000000000001</cx:pt>
          <cx:pt idx="83719">59.969999999999999</cx:pt>
          <cx:pt idx="83720">59.969999999999999</cx:pt>
          <cx:pt idx="83721">41.280000000000001</cx:pt>
          <cx:pt idx="83722">119.97</cx:pt>
          <cx:pt idx="83723">144.94999999999999</cx:pt>
          <cx:pt idx="83724">59.969999999999999</cx:pt>
          <cx:pt idx="83725">41.280000000000001</cx:pt>
          <cx:pt idx="83726">52.969999999999999</cx:pt>
          <cx:pt idx="83727">52.969999999999999</cx:pt>
          <cx:pt idx="83728">69.980000000000004</cx:pt>
          <cx:pt idx="83729">65.980000000000004</cx:pt>
          <cx:pt idx="83730">84.989999999999995</cx:pt>
          <cx:pt idx="83731">1.3</cx:pt>
          <cx:pt idx="83732">119.95999999999999</cx:pt>
          <cx:pt idx="83733">99.959999999999994</cx:pt>
          <cx:pt idx="83734">55.960000000000001</cx:pt>
          <cx:pt idx="83735">88.950000000000003</cx:pt>
          <cx:pt idx="83736">61.229999999999997</cx:pt>
          <cx:pt idx="83737">50.479999999999997</cx:pt>
          <cx:pt idx="83738">114.94</cx:pt>
          <cx:pt idx="83739">55.979999999999997</cx:pt>
          <cx:pt idx="83740">59.979999999999997</cx:pt>
          <cx:pt idx="83741">48.229999999999997</cx:pt>
          <cx:pt idx="83742">48.049999999999997</cx:pt>
          <cx:pt idx="83743">61.979999999999997</cx:pt>
          <cx:pt idx="83744">84.969999999999999</cx:pt>
          <cx:pt idx="83745">59.979999999999997</cx:pt>
          <cx:pt idx="83746">46.479999999999997</cx:pt>
          <cx:pt idx="83747">77.969999999999999</cx:pt>
          <cx:pt idx="83748">59.979999999999997</cx:pt>
          <cx:pt idx="83749">55.969999999999999</cx:pt>
          <cx:pt idx="83750">16.09</cx:pt>
          <cx:pt idx="83751">159.56999999999999</cx:pt>
          <cx:pt idx="83752">102.98</cx:pt>
          <cx:pt idx="83753">139.97999999999999</cx:pt>
          <cx:pt idx="83754">59.390000000000001</cx:pt>
          <cx:pt idx="83755">79.980000000000004</cx:pt>
          <cx:pt idx="83756">59.960000000000001</cx:pt>
          <cx:pt idx="83757">61.979999999999997</cx:pt>
          <cx:pt idx="83758">31.27</cx:pt>
          <cx:pt idx="83759">191.94</cx:pt>
          <cx:pt idx="83760">76.969999999999999</cx:pt>
          <cx:pt idx="83761">91.959999999999994</cx:pt>
          <cx:pt idx="83762">120.97</cx:pt>
          <cx:pt idx="83763">54.990000000000002</cx:pt>
          <cx:pt idx="83764">59.979999999999997</cx:pt>
          <cx:pt idx="83765">49.280000000000001</cx:pt>
          <cx:pt idx="83766">89.969999999999999</cx:pt>
          <cx:pt idx="83767">75.959999999999994</cx:pt>
          <cx:pt idx="83768">59.979999999999997</cx:pt>
          <cx:pt idx="83769">59.979999999999997</cx:pt>
          <cx:pt idx="83770">89.969999999999999</cx:pt>
          <cx:pt idx="83771">59.979999999999997</cx:pt>
          <cx:pt idx="83772">54.950000000000003</cx:pt>
          <cx:pt idx="83773">89.969999999999999</cx:pt>
          <cx:pt idx="83774">178.88</cx:pt>
          <cx:pt idx="83775">143.96000000000001</cx:pt>
          <cx:pt idx="83776">134.97</cx:pt>
          <cx:pt idx="83777">117.66</cx:pt>
          <cx:pt idx="83778">123.26000000000001</cx:pt>
          <cx:pt idx="83779">139.94999999999999</cx:pt>
          <cx:pt idx="83780">66.530000000000001</cx:pt>
          <cx:pt idx="83781">66.530000000000001</cx:pt>
          <cx:pt idx="83782">66.530000000000001</cx:pt>
          <cx:pt idx="83783">70.489999999999995</cx:pt>
          <cx:pt idx="83784">120.97</cx:pt>
          <cx:pt idx="83785">300.94</cx:pt>
          <cx:pt idx="83786">59.979999999999997</cx:pt>
          <cx:pt idx="83787">53.979999999999997</cx:pt>
          <cx:pt idx="83788">74.969999999999999</cx:pt>
          <cx:pt idx="83789">89.969999999999999</cx:pt>
          <cx:pt idx="83790">59.979999999999997</cx:pt>
          <cx:pt idx="83791">84.969999999999999</cx:pt>
          <cx:pt idx="83792">93.260000000000005</cx:pt>
          <cx:pt idx="83793">59.979999999999997</cx:pt>
          <cx:pt idx="83794">59.979999999999997</cx:pt>
          <cx:pt idx="83795">59.979999999999997</cx:pt>
          <cx:pt idx="83796">59.979999999999997</cx:pt>
          <cx:pt idx="83797">61.479999999999997</cx:pt>
          <cx:pt idx="83798">59.979999999999997</cx:pt>
          <cx:pt idx="83799">59.979999999999997</cx:pt>
          <cx:pt idx="83800">59.979999999999997</cx:pt>
          <cx:pt idx="83801">59.979999999999997</cx:pt>
          <cx:pt idx="83802">137.28999999999999</cx:pt>
          <cx:pt idx="83803">54.979999999999997</cx:pt>
          <cx:pt idx="83804">58.619999999999997</cx:pt>
          <cx:pt idx="83805">59.979999999999997</cx:pt>
          <cx:pt idx="83806">59.979999999999997</cx:pt>
          <cx:pt idx="83807">74.969999999999999</cx:pt>
          <cx:pt idx="83808">60.990000000000002</cx:pt>
          <cx:pt idx="83809">59.770000000000003</cx:pt>
          <cx:pt idx="83810">79.980000000000004</cx:pt>
          <cx:pt idx="83811">124.95</cx:pt>
          <cx:pt idx="83812">58.93</cx:pt>
          <cx:pt idx="83813">52.350000000000001</cx:pt>
          <cx:pt idx="83814">59.960000000000001</cx:pt>
          <cx:pt idx="83815">57.960000000000001</cx:pt>
          <cx:pt idx="83816">119.95999999999999</cx:pt>
          <cx:pt idx="83817">59.979999999999997</cx:pt>
          <cx:pt idx="83818">51.479999999999997</cx:pt>
          <cx:pt idx="83819">84.989999999999995</cx:pt>
          <cx:pt idx="83820">149.94999999999999</cx:pt>
          <cx:pt idx="83821">59.979999999999997</cx:pt>
          <cx:pt idx="83822">65.989999999999995</cx:pt>
          <cx:pt idx="83823">9.9900000000000002</cx:pt>
          <cx:pt idx="83824">80.730000000000004</cx:pt>
          <cx:pt idx="83825">78.969999999999999</cx:pt>
          <cx:pt idx="83826">49.990000000000002</cx:pt>
          <cx:pt idx="83827">84.980000000000004</cx:pt>
          <cx:pt idx="83828">93.069999999999993</cx:pt>
          <cx:pt idx="83829">105.45999999999999</cx:pt>
          <cx:pt idx="83830">119.94</cx:pt>
          <cx:pt idx="83831">-19.989999999999998</cx:pt>
          <cx:pt idx="83832">123.97</cx:pt>
          <cx:pt idx="83833">65.989999999999995</cx:pt>
          <cx:pt idx="83834">88.469999999999999</cx:pt>
          <cx:pt idx="83835">123.97</cx:pt>
          <cx:pt idx="83836">119.94</cx:pt>
          <cx:pt idx="83837">89.969999999999999</cx:pt>
          <cx:pt idx="83838">79.980000000000004</cx:pt>
          <cx:pt idx="83839">57.420000000000002</cx:pt>
          <cx:pt idx="83840">65.989999999999995</cx:pt>
          <cx:pt idx="83841">-19.989999999999998</cx:pt>
          <cx:pt idx="83842">145.97</cx:pt>
          <cx:pt idx="83843">89.969999999999999</cx:pt>
          <cx:pt idx="83844">79.980000000000004</cx:pt>
          <cx:pt idx="83845">57.420000000000002</cx:pt>
          <cx:pt idx="83846">88.469999999999999</cx:pt>
          <cx:pt idx="83847">65.989999999999995</cx:pt>
          <cx:pt idx="83848">65.989999999999995</cx:pt>
          <cx:pt idx="83849">145.97</cx:pt>
          <cx:pt idx="83850">140.31</cx:pt>
          <cx:pt idx="83851">108.88</cx:pt>
          <cx:pt idx="83852">108.88</cx:pt>
          <cx:pt idx="83853">67.969999999999999</cx:pt>
          <cx:pt idx="83854">64.980000000000004</cx:pt>
          <cx:pt idx="83855">101.48</cx:pt>
          <cx:pt idx="83856">84.530000000000001</cx:pt>
          <cx:pt idx="83857">57.450000000000003</cx:pt>
          <cx:pt idx="83858">86.489999999999995</cx:pt>
          <cx:pt idx="83859">99.980000000000004</cx:pt>
          <cx:pt idx="83860">84.989999999999995</cx:pt>
          <cx:pt idx="83861">171.94999999999999</cx:pt>
          <cx:pt idx="83862">54.950000000000003</cx:pt>
          <cx:pt idx="83863">54.950000000000003</cx:pt>
          <cx:pt idx="83864">61.170000000000002</cx:pt>
          <cx:pt idx="83865">54.950000000000003</cx:pt>
          <cx:pt idx="83866">54.329999999999998</cx:pt>
          <cx:pt idx="83867">54.950000000000003</cx:pt>
          <cx:pt idx="83868">78.260000000000005</cx:pt>
          <cx:pt idx="83869">54.950000000000003</cx:pt>
          <cx:pt idx="83870">54.950000000000003</cx:pt>
          <cx:pt idx="83871">51.990000000000002</cx:pt>
          <cx:pt idx="83872">150.96000000000001</cx:pt>
          <cx:pt idx="83873">81.519999999999996</cx:pt>
          <cx:pt idx="83874">92.379999999999995</cx:pt>
          <cx:pt idx="83875">65.989999999999995</cx:pt>
          <cx:pt idx="83876">90.870000000000005</cx:pt>
          <cx:pt idx="83877">61.979999999999997</cx:pt>
          <cx:pt idx="83878">91.969999999999999</cx:pt>
          <cx:pt idx="83879">104.93000000000001</cx:pt>
          <cx:pt idx="83880">59.960000000000001</cx:pt>
          <cx:pt idx="83881">69.950000000000003</cx:pt>
          <cx:pt idx="83882">84.989999999999995</cx:pt>
          <cx:pt idx="83883">153.97999999999999</cx:pt>
          <cx:pt idx="83884">84.989999999999995</cx:pt>
          <cx:pt idx="83885">59.960000000000001</cx:pt>
          <cx:pt idx="83886">149.94</cx:pt>
          <cx:pt idx="83887">71.950000000000003</cx:pt>
          <cx:pt idx="83888">59.960000000000001</cx:pt>
          <cx:pt idx="83889">59.960000000000001</cx:pt>
          <cx:pt idx="83890">59.960000000000001</cx:pt>
          <cx:pt idx="83891">59.960000000000001</cx:pt>
          <cx:pt idx="83892">84.989999999999995</cx:pt>
          <cx:pt idx="83893">76.469999999999999</cx:pt>
          <cx:pt idx="83894">128.97</cx:pt>
          <cx:pt idx="83895">83.469999999999999</cx:pt>
          <cx:pt idx="83896">79.959999999999994</cx:pt>
          <cx:pt idx="83897">59.960000000000001</cx:pt>
          <cx:pt idx="83898">41.789999999999999</cx:pt>
          <cx:pt idx="83899">53.960000000000001</cx:pt>
          <cx:pt idx="83900">59.960000000000001</cx:pt>
          <cx:pt idx="83901">104.95</cx:pt>
          <cx:pt idx="83902">59.960000000000001</cx:pt>
          <cx:pt idx="83903">52.710000000000001</cx:pt>
          <cx:pt idx="83904">89.209999999999994</cx:pt>
          <cx:pt idx="83905">50.969999999999999</cx:pt>
          <cx:pt idx="83906">58.310000000000002</cx:pt>
          <cx:pt idx="83907">69.980000000000004</cx:pt>
          <cx:pt idx="83908">59.390000000000001</cx:pt>
          <cx:pt idx="83909">59.390000000000001</cx:pt>
          <cx:pt idx="83910">81.680000000000007</cx:pt>
          <cx:pt idx="83911">59.390000000000001</cx:pt>
          <cx:pt idx="83912">104.97</cx:pt>
          <cx:pt idx="83913">95.980000000000004</cx:pt>
          <cx:pt idx="83914">122.45999999999999</cx:pt>
          <cx:pt idx="83915">149.94999999999999</cx:pt>
          <cx:pt idx="83916">334.88999999999999</cx:pt>
          <cx:pt idx="83917">84.989999999999995</cx:pt>
          <cx:pt idx="83918">65.989999999999995</cx:pt>
          <cx:pt idx="83919">59.390000000000001</cx:pt>
          <cx:pt idx="83920">84.989999999999995</cx:pt>
          <cx:pt idx="83921">84.989999999999995</cx:pt>
          <cx:pt idx="83922">65.989999999999995</cx:pt>
          <cx:pt idx="83923">84.930000000000007</cx:pt>
          <cx:pt idx="83924">84.989999999999995</cx:pt>
          <cx:pt idx="83925">59.979999999999997</cx:pt>
          <cx:pt idx="83926">57.350000000000001</cx:pt>
          <cx:pt idx="83927">83.959999999999994</cx:pt>
          <cx:pt idx="83928">84.969999999999999</cx:pt>
          <cx:pt idx="83929">70.599999999999994</cx:pt>
          <cx:pt idx="83930">72.969999999999999</cx:pt>
          <cx:pt idx="83931">33.990000000000002</cx:pt>
          <cx:pt idx="83932">90.450000000000003</cx:pt>
          <cx:pt idx="83933">53.950000000000003</cx:pt>
          <cx:pt idx="83934">59.969999999999999</cx:pt>
          <cx:pt idx="83935">66.269999999999996</cx:pt>
          <cx:pt idx="83936">65.980000000000004</cx:pt>
          <cx:pt idx="83937">65.980000000000004</cx:pt>
          <cx:pt idx="83938">119.98</cx:pt>
          <cx:pt idx="83939">51.289999999999999</cx:pt>
          <cx:pt idx="83940">64.980000000000004</cx:pt>
          <cx:pt idx="83941">65.980000000000004</cx:pt>
          <cx:pt idx="83942">75.980000000000004</cx:pt>
          <cx:pt idx="83943">123.95999999999999</cx:pt>
          <cx:pt idx="83944">103.95999999999999</cx:pt>
          <cx:pt idx="83945">110.95</cx:pt>
          <cx:pt idx="83946">115.95999999999999</cx:pt>
          <cx:pt idx="83947">59.979999999999997</cx:pt>
          <cx:pt idx="83948">89.969999999999999</cx:pt>
          <cx:pt idx="83949">58.979999999999997</cx:pt>
          <cx:pt idx="83950">42.469999999999999</cx:pt>
          <cx:pt idx="83951">45.490000000000002</cx:pt>
          <cx:pt idx="83952">96.959999999999994</cx:pt>
          <cx:pt idx="83953">52.799999999999997</cx:pt>
          <cx:pt idx="83954">0</cx:pt>
          <cx:pt idx="83955">36.490000000000002</cx:pt>
          <cx:pt idx="83956">169.97999999999999</cx:pt>
          <cx:pt idx="83957">169.97999999999999</cx:pt>
          <cx:pt idx="83958">169.97999999999999</cx:pt>
          <cx:pt idx="83959">169.97999999999999</cx:pt>
          <cx:pt idx="83960">169.97999999999999</cx:pt>
          <cx:pt idx="83961">169.97999999999999</cx:pt>
          <cx:pt idx="83962">84.989999999999995</cx:pt>
          <cx:pt idx="83963">84.989999999999995</cx:pt>
          <cx:pt idx="83964">169.97999999999999</cx:pt>
          <cx:pt idx="83965">169.97999999999999</cx:pt>
          <cx:pt idx="83966">169.97999999999999</cx:pt>
          <cx:pt idx="83967">169.97999999999999</cx:pt>
          <cx:pt idx="83968">53.07</cx:pt>
          <cx:pt idx="83969">111.06999999999999</cx:pt>
          <cx:pt idx="83970">84.980000000000004</cx:pt>
          <cx:pt idx="83971">84.650000000000006</cx:pt>
          <cx:pt idx="83972">65.810000000000002</cx:pt>
          <cx:pt idx="83973">67.049999999999997</cx:pt>
          <cx:pt idx="83974">62.039999999999999</cx:pt>
          <cx:pt idx="83975">73.980000000000004</cx:pt>
          <cx:pt idx="83976">103.68000000000001</cx:pt>
          <cx:pt idx="83977">123.48</cx:pt>
          <cx:pt idx="83978">121.98</cx:pt>
          <cx:pt idx="83979">121.98</cx:pt>
          <cx:pt idx="83980">63.979999999999997</cx:pt>
          <cx:pt idx="83981">126.95999999999999</cx:pt>
          <cx:pt idx="83982">80.719999999999999</cx:pt>
          <cx:pt idx="83983">84.969999999999999</cx:pt>
          <cx:pt idx="83984">59.979999999999997</cx:pt>
          <cx:pt idx="83985">84.969999999999999</cx:pt>
          <cx:pt idx="83986">89.969999999999999</cx:pt>
          <cx:pt idx="83987">127</cx:pt>
          <cx:pt idx="83988">147.59999999999999</cx:pt>
          <cx:pt idx="83989">113.95999999999999</cx:pt>
          <cx:pt idx="83990">84.989999999999995</cx:pt>
          <cx:pt idx="83991">69.989999999999995</cx:pt>
          <cx:pt idx="83992">254.97</cx:pt>
          <cx:pt idx="83993">157.96000000000001</cx:pt>
          <cx:pt idx="83994">115.86</cx:pt>
          <cx:pt idx="83995">149.97</cx:pt>
          <cx:pt idx="83996">97.180000000000007</cx:pt>
          <cx:pt idx="83997">80.980000000000004</cx:pt>
          <cx:pt idx="83998">46.729999999999997</cx:pt>
          <cx:pt idx="83999">22.09</cx:pt>
          <cx:pt idx="84000">96.75</cx:pt>
          <cx:pt idx="84001">70.980000000000004</cx:pt>
          <cx:pt idx="84002">84.980000000000004</cx:pt>
          <cx:pt idx="84003">115.98</cx:pt>
          <cx:pt idx="84004">69.980000000000004</cx:pt>
          <cx:pt idx="84005">69.980000000000004</cx:pt>
          <cx:pt idx="84006">59.380000000000003</cx:pt>
          <cx:pt idx="84007">59.380000000000003</cx:pt>
          <cx:pt idx="84008">59.979999999999997</cx:pt>
          <cx:pt idx="84009">59.979999999999997</cx:pt>
          <cx:pt idx="84010">57.329999999999998</cx:pt>
          <cx:pt idx="84011">52.240000000000002</cx:pt>
          <cx:pt idx="84012">59.979999999999997</cx:pt>
          <cx:pt idx="84013">69.980000000000004</cx:pt>
          <cx:pt idx="84014">59.380000000000003</cx:pt>
          <cx:pt idx="84015">67.959999999999994</cx:pt>
          <cx:pt idx="84016">67.959999999999994</cx:pt>
          <cx:pt idx="84017">39.280000000000001</cx:pt>
          <cx:pt idx="84018">39.280000000000001</cx:pt>
          <cx:pt idx="84019">15.48</cx:pt>
          <cx:pt idx="84020">49.159999999999997</cx:pt>
          <cx:pt idx="84021">51.979999999999997</cx:pt>
          <cx:pt idx="84022">69.980000000000004</cx:pt>
          <cx:pt idx="84023">114.98</cx:pt>
          <cx:pt idx="84024">69.980000000000004</cx:pt>
          <cx:pt idx="84025">219.94999999999999</cx:pt>
          <cx:pt idx="84026">79.989999999999995</cx:pt>
          <cx:pt idx="84027">55.979999999999997</cx:pt>
          <cx:pt idx="84028">59.979999999999997</cx:pt>
          <cx:pt idx="84029">72.969999999999999</cx:pt>
          <cx:pt idx="84030">86.969999999999999</cx:pt>
          <cx:pt idx="84031">84.989999999999995</cx:pt>
          <cx:pt idx="84032">84.140000000000001</cx:pt>
          <cx:pt idx="84033">84.989999999999995</cx:pt>
          <cx:pt idx="84034">82.439999999999998</cx:pt>
          <cx:pt idx="84035">84.989999999999995</cx:pt>
          <cx:pt idx="84036">84.140000000000001</cx:pt>
          <cx:pt idx="84037">84.989999999999995</cx:pt>
          <cx:pt idx="84038">62.899999999999999</cx:pt>
          <cx:pt idx="84039">66.530000000000001</cx:pt>
          <cx:pt idx="84040">111.28</cx:pt>
          <cx:pt idx="84041">76.209999999999994</cx:pt>
          <cx:pt idx="84042">91.939999999999998</cx:pt>
          <cx:pt idx="84043">105.91</cx:pt>
          <cx:pt idx="84044">71.370000000000005</cx:pt>
          <cx:pt idx="84045">64.079999999999998</cx:pt>
          <cx:pt idx="84046">95.780000000000001</cx:pt>
          <cx:pt idx="84047">263.95999999999998</cx:pt>
          <cx:pt idx="84048">149.47</cx:pt>
          <cx:pt idx="84049">131.97999999999999</cx:pt>
          <cx:pt idx="84050">131.97999999999999</cx:pt>
          <cx:pt idx="84051">73.590000000000003</cx:pt>
          <cx:pt idx="84052">61.670000000000002</cx:pt>
          <cx:pt idx="84053">-60.439999999999998</cx:pt>
          <cx:pt idx="84054">24.989999999999998</cx:pt>
          <cx:pt idx="84055">49.590000000000003</cx:pt>
          <cx:pt idx="84056">67.709999999999994</cx:pt>
          <cx:pt idx="84057">47.149999999999999</cx:pt>
          <cx:pt idx="84058">47.149999999999999</cx:pt>
          <cx:pt idx="84059">60.439999999999998</cx:pt>
          <cx:pt idx="84060">107.63</cx:pt>
          <cx:pt idx="84061">31.440000000000001</cx:pt>
          <cx:pt idx="84062">54.979999999999997</cx:pt>
          <cx:pt idx="84063">107.95</cx:pt>
          <cx:pt idx="84064">121.95999999999999</cx:pt>
          <cx:pt idx="84065">121.95999999999999</cx:pt>
          <cx:pt idx="84066">121.95999999999999</cx:pt>
          <cx:pt idx="84067">686.41999999999996</cx:pt>
          <cx:pt idx="84068">81.780000000000001</cx:pt>
          <cx:pt idx="84069">55.780000000000001</cx:pt>
          <cx:pt idx="84070">61.979999999999997</cx:pt>
          <cx:pt idx="84071">61.979999999999997</cx:pt>
          <cx:pt idx="84072">61.979999999999997</cx:pt>
          <cx:pt idx="84073">61.979999999999997</cx:pt>
          <cx:pt idx="84074">61.979999999999997</cx:pt>
          <cx:pt idx="84075">52.68</cx:pt>
          <cx:pt idx="84076">61.979999999999997</cx:pt>
          <cx:pt idx="84077">61.979999999999997</cx:pt>
          <cx:pt idx="84078">61.979999999999997</cx:pt>
          <cx:pt idx="84079">249.90000000000001</cx:pt>
          <cx:pt idx="84080">149.94</cx:pt>
          <cx:pt idx="84081">167.97999999999999</cx:pt>
          <cx:pt idx="84082">166.97</cx:pt>
          <cx:pt idx="84083">195.28</cx:pt>
          <cx:pt idx="84084">135.47</cx:pt>
          <cx:pt idx="84085">75.810000000000002</cx:pt>
          <cx:pt idx="84086">78.969999999999999</cx:pt>
          <cx:pt idx="84087">99.980000000000004</cx:pt>
          <cx:pt idx="84088">98.969999999999999</cx:pt>
          <cx:pt idx="84089">86.980000000000004</cx:pt>
          <cx:pt idx="84090">65.980000000000004</cx:pt>
          <cx:pt idx="84091">84.989999999999995</cx:pt>
          <cx:pt idx="84092">99.980000000000004</cx:pt>
          <cx:pt idx="84093">33.479999999999997</cx:pt>
          <cx:pt idx="84094">63.960000000000001</cx:pt>
          <cx:pt idx="84095">84.989999999999995</cx:pt>
          <cx:pt idx="84096">143.97</cx:pt>
          <cx:pt idx="84097">181.75999999999999</cx:pt>
          <cx:pt idx="84098">88.969999999999999</cx:pt>
          <cx:pt idx="84099">55.869999999999997</cx:pt>
          <cx:pt idx="84100">129.94</cx:pt>
          <cx:pt idx="84101">62.969999999999999</cx:pt>
          <cx:pt idx="84102">51.289999999999999</cx:pt>
          <cx:pt idx="84103">98.799999999999997</cx:pt>
          <cx:pt idx="84104">97.799999999999997</cx:pt>
          <cx:pt idx="84105">67.980000000000004</cx:pt>
          <cx:pt idx="84106">84.989999999999995</cx:pt>
          <cx:pt idx="84107">117.97</cx:pt>
          <cx:pt idx="84108">84.989999999999995</cx:pt>
          <cx:pt idx="84109">95.959999999999994</cx:pt>
          <cx:pt idx="84110">65.989999999999995</cx:pt>
          <cx:pt idx="84111">126.52</cx:pt>
          <cx:pt idx="84112">65.989999999999995</cx:pt>
          <cx:pt idx="84113">65.989999999999995</cx:pt>
          <cx:pt idx="84114">99.980000000000004</cx:pt>
          <cx:pt idx="84115">115.98</cx:pt>
          <cx:pt idx="84116">131.97999999999999</cx:pt>
          <cx:pt idx="84117">99.980000000000004</cx:pt>
          <cx:pt idx="84118">35.490000000000002</cx:pt>
          <cx:pt idx="84119">73.980000000000004</cx:pt>
          <cx:pt idx="84120">79.980000000000004</cx:pt>
          <cx:pt idx="84121">109.97</cx:pt>
          <cx:pt idx="84122">79.980000000000004</cx:pt>
          <cx:pt idx="84123">35.490000000000002</cx:pt>
          <cx:pt idx="84124">67.980000000000004</cx:pt>
          <cx:pt idx="84125">83.969999999999999</cx:pt>
          <cx:pt idx="84126">111.95999999999999</cx:pt>
          <cx:pt idx="84127">83.969999999999999</cx:pt>
          <cx:pt idx="84128">83.969999999999999</cx:pt>
          <cx:pt idx="84129">111.95999999999999</cx:pt>
          <cx:pt idx="84130">111.95999999999999</cx:pt>
          <cx:pt idx="84131">83.969999999999999</cx:pt>
          <cx:pt idx="84132">95.980000000000004</cx:pt>
          <cx:pt idx="84133">145.97</cx:pt>
          <cx:pt idx="84134">65.989999999999995</cx:pt>
          <cx:pt idx="84135">84.989999999999995</cx:pt>
          <cx:pt idx="84136">107.97</cx:pt>
          <cx:pt idx="84137">54.700000000000003</cx:pt>
          <cx:pt idx="84138">99.980000000000004</cx:pt>
          <cx:pt idx="84139">53.979999999999997</cx:pt>
          <cx:pt idx="84140">51.479999999999997</cx:pt>
          <cx:pt idx="84141">99.980000000000004</cx:pt>
          <cx:pt idx="84142">183.16999999999999</cx:pt>
          <cx:pt idx="84143">99.980000000000004</cx:pt>
          <cx:pt idx="84144">217.72999999999999</cx:pt>
          <cx:pt idx="84145">84.480000000000004</cx:pt>
          <cx:pt idx="84146">212.37</cx:pt>
          <cx:pt idx="84147">74.950000000000003</cx:pt>
          <cx:pt idx="84148">131.91999999999999</cx:pt>
          <cx:pt idx="84149">98.980000000000004</cx:pt>
          <cx:pt idx="84150">131.97999999999999</cx:pt>
          <cx:pt idx="84151">131.97999999999999</cx:pt>
          <cx:pt idx="84152">65.989999999999995</cx:pt>
          <cx:pt idx="84153">65.989999999999995</cx:pt>
          <cx:pt idx="84154">65.989999999999995</cx:pt>
          <cx:pt idx="84155">134.97999999999999</cx:pt>
          <cx:pt idx="84156">84.989999999999995</cx:pt>
          <cx:pt idx="84157">84.989999999999995</cx:pt>
          <cx:pt idx="84158">99.980000000000004</cx:pt>
          <cx:pt idx="84159">84.989999999999995</cx:pt>
          <cx:pt idx="84160">126.97</cx:pt>
          <cx:pt idx="84161">59.960000000000001</cx:pt>
          <cx:pt idx="84162">56.810000000000002</cx:pt>
          <cx:pt idx="84163">149.90000000000001</cx:pt>
          <cx:pt idx="84164">88.439999999999998</cx:pt>
          <cx:pt idx="84165">104.93000000000001</cx:pt>
          <cx:pt idx="84166">89.939999999999998</cx:pt>
          <cx:pt idx="84167">32.229999999999997</cx:pt>
          <cx:pt idx="84168">159.38</cx:pt>
          <cx:pt idx="84169">125.97</cx:pt>
          <cx:pt idx="84170">69.290000000000006</cx:pt>
          <cx:pt idx="84171">105.98</cx:pt>
          <cx:pt idx="84172">112.56</cx:pt>
          <cx:pt idx="84173">51.960000000000001</cx:pt>
          <cx:pt idx="84174">51.960000000000001</cx:pt>
          <cx:pt idx="84175">112.56</cx:pt>
          <cx:pt idx="84176">53.969999999999999</cx:pt>
          <cx:pt idx="84177">53.969999999999999</cx:pt>
          <cx:pt idx="84178">53.969999999999999</cx:pt>
          <cx:pt idx="84179">53.969999999999999</cx:pt>
          <cx:pt idx="84180">54.979999999999997</cx:pt>
          <cx:pt idx="84181">53.969999999999999</cx:pt>
          <cx:pt idx="84182">93.959999999999994</cx:pt>
          <cx:pt idx="84183">51.979999999999997</cx:pt>
          <cx:pt idx="84184">51.979999999999997</cx:pt>
          <cx:pt idx="84185">20.489999999999998</cx:pt>
          <cx:pt idx="84186">20.489999999999998</cx:pt>
          <cx:pt idx="84187">54.979999999999997</cx:pt>
          <cx:pt idx="84188">99.980000000000004</cx:pt>
          <cx:pt idx="84189">93.959999999999994</cx:pt>
          <cx:pt idx="84190">53.969999999999999</cx:pt>
          <cx:pt idx="84191">99.980000000000004</cx:pt>
          <cx:pt idx="84192">191.83000000000001</cx:pt>
          <cx:pt idx="84193">81.5</cx:pt>
          <cx:pt idx="84194">159.97999999999999</cx:pt>
          <cx:pt idx="84195">39.979999999999997</cx:pt>
          <cx:pt idx="84196">96.780000000000001</cx:pt>
          <cx:pt idx="84197">79.849999999999994</cx:pt>
          <cx:pt idx="84198">96.780000000000001</cx:pt>
          <cx:pt idx="84199">128.24000000000001</cx:pt>
          <cx:pt idx="84200">67.870000000000005</cx:pt>
          <cx:pt idx="84201">159.69999999999999</cx:pt>
          <cx:pt idx="84202">108.86</cx:pt>
          <cx:pt idx="84203">128.24000000000001</cx:pt>
          <cx:pt idx="84204">127</cx:pt>
          <cx:pt idx="84205">67.870000000000005</cx:pt>
          <cx:pt idx="84206">79.849999999999994</cx:pt>
          <cx:pt idx="84207">127</cx:pt>
          <cx:pt idx="84208">159.69999999999999</cx:pt>
          <cx:pt idx="84209">108.86</cx:pt>
          <cx:pt idx="84210">119.95999999999999</cx:pt>
          <cx:pt idx="84211">119.95999999999999</cx:pt>
          <cx:pt idx="84212">119.95999999999999</cx:pt>
          <cx:pt idx="84213">79.969999999999999</cx:pt>
          <cx:pt idx="84214">59.979999999999997</cx:pt>
          <cx:pt idx="84215">169.97999999999999</cx:pt>
          <cx:pt idx="84216">63.969999999999999</cx:pt>
          <cx:pt idx="84217">79.969999999999999</cx:pt>
          <cx:pt idx="84218">94.959999999999994</cx:pt>
          <cx:pt idx="84219">62.979999999999997</cx:pt>
          <cx:pt idx="84220">134.97999999999999</cx:pt>
          <cx:pt idx="84221">99.980000000000004</cx:pt>
          <cx:pt idx="84222">37.469999999999999</cx:pt>
          <cx:pt idx="84223">99.980000000000004</cx:pt>
          <cx:pt idx="84224">123.95999999999999</cx:pt>
          <cx:pt idx="84225">99.980000000000004</cx:pt>
          <cx:pt idx="84226">29.280000000000001</cx:pt>
          <cx:pt idx="84227">112.3</cx:pt>
          <cx:pt idx="84228">93.280000000000001</cx:pt>
          <cx:pt idx="84229">71.980000000000004</cx:pt>
          <cx:pt idx="84230">57.960000000000001</cx:pt>
          <cx:pt idx="84231">74.780000000000001</cx:pt>
          <cx:pt idx="84232">75.140000000000001</cx:pt>
          <cx:pt idx="84233">69.450000000000003</cx:pt>
          <cx:pt idx="84234">94.980000000000004</cx:pt>
          <cx:pt idx="84235">91.969999999999999</cx:pt>
          <cx:pt idx="84236">131.97</cx:pt>
          <cx:pt idx="84237">99.969999999999999</cx:pt>
          <cx:pt idx="84238">60.960000000000001</cx:pt>
          <cx:pt idx="84239">88.290000000000006</cx:pt>
          <cx:pt idx="84240">14.4</cx:pt>
          <cx:pt idx="84241">52.979999999999997</cx:pt>
          <cx:pt idx="84242">79.989999999999995</cx:pt>
          <cx:pt idx="84243">57.969999999999999</cx:pt>
          <cx:pt idx="84244">52.979999999999997</cx:pt>
          <cx:pt idx="84245">64.969999999999999</cx:pt>
          <cx:pt idx="84246">106.95999999999999</cx:pt>
          <cx:pt idx="84247">73.969999999999999</cx:pt>
          <cx:pt idx="84248">83.950000000000003</cx:pt>
          <cx:pt idx="84249">69.969999999999999</cx:pt>
          <cx:pt idx="84250">83.969999999999999</cx:pt>
          <cx:pt idx="84251">59.990000000000002</cx:pt>
          <cx:pt idx="84252">42.270000000000003</cx:pt>
          <cx:pt idx="84253">119.98</cx:pt>
          <cx:pt idx="84254">105.95</cx:pt>
          <cx:pt idx="84255">84.989999999999995</cx:pt>
          <cx:pt idx="84256">84.989999999999995</cx:pt>
          <cx:pt idx="84257">71.790000000000006</cx:pt>
          <cx:pt idx="84258">84.989999999999995</cx:pt>
          <cx:pt idx="84259">84.989999999999995</cx:pt>
          <cx:pt idx="84260">84.989999999999995</cx:pt>
          <cx:pt idx="84261">84.989999999999995</cx:pt>
          <cx:pt idx="84262">79.980000000000004</cx:pt>
          <cx:pt idx="84263">149.97</cx:pt>
          <cx:pt idx="84264">113.37</cx:pt>
          <cx:pt idx="84265">-1.95</cx:pt>
          <cx:pt idx="84266">99.980000000000004</cx:pt>
          <cx:pt idx="84267">118.77</cx:pt>
          <cx:pt idx="84268">99.980000000000004</cx:pt>
          <cx:pt idx="84269">17.940000000000001</cx:pt>
          <cx:pt idx="84270">51.469999999999999</cx:pt>
          <cx:pt idx="84271">58.280000000000001</cx:pt>
          <cx:pt idx="84272">69.459999999999994</cx:pt>
          <cx:pt idx="84273">221.94</cx:pt>
          <cx:pt idx="84274">221.94</cx:pt>
          <cx:pt idx="84275">221.94</cx:pt>
          <cx:pt idx="84276">60.990000000000002</cx:pt>
          <cx:pt idx="84277">60.990000000000002</cx:pt>
          <cx:pt idx="84278">60.990000000000002</cx:pt>
          <cx:pt idx="84279">159.69999999999999</cx:pt>
          <cx:pt idx="84280">67.709999999999994</cx:pt>
          <cx:pt idx="84281">56.240000000000002</cx:pt>
          <cx:pt idx="84282">78.629999999999995</cx:pt>
          <cx:pt idx="84283">96.780000000000001</cx:pt>
          <cx:pt idx="84284">155.96000000000001</cx:pt>
          <cx:pt idx="84285">89.980000000000004</cx:pt>
          <cx:pt idx="84286">116.97</cx:pt>
          <cx:pt idx="84287">127.95999999999999</cx:pt>
          <cx:pt idx="84288">89.980000000000004</cx:pt>
          <cx:pt idx="84289">95.969999999999999</cx:pt>
          <cx:pt idx="84290">99.980000000000004</cx:pt>
          <cx:pt idx="84291">99.980000000000004</cx:pt>
          <cx:pt idx="84292">169.38</cx:pt>
          <cx:pt idx="84293">290.33999999999997</cx:pt>
          <cx:pt idx="84294">290.33999999999997</cx:pt>
          <cx:pt idx="84295">169.38</cx:pt>
          <cx:pt idx="84296">51.460000000000001</cx:pt>
          <cx:pt idx="84297">9.8599999999999994</cx:pt>
          <cx:pt idx="84298">51.460000000000001</cx:pt>
          <cx:pt idx="84299">9.8599999999999994</cx:pt>
          <cx:pt idx="84300">162.93000000000001</cx:pt>
          <cx:pt idx="84301">105.37</cx:pt>
          <cx:pt idx="84302">69.980000000000004</cx:pt>
          <cx:pt idx="84303">121.41</cx:pt>
          <cx:pt idx="84304">121.41</cx:pt>
          <cx:pt idx="84305">143.94</cx:pt>
          <cx:pt idx="84306">143.94</cx:pt>
          <cx:pt idx="84307">250.66</cx:pt>
          <cx:pt idx="84308">69.980000000000004</cx:pt>
          <cx:pt idx="84309">105.37</cx:pt>
          <cx:pt idx="84310">68.760000000000005</cx:pt>
          <cx:pt idx="84311">68.760000000000005</cx:pt>
          <cx:pt idx="84312">250.66</cx:pt>
          <cx:pt idx="84313">162.93000000000001</cx:pt>
          <cx:pt idx="84314">61.159999999999997</cx:pt>
          <cx:pt idx="84315">99.980000000000004</cx:pt>
          <cx:pt idx="84316">84.980000000000004</cx:pt>
          <cx:pt idx="84317">119.97</cx:pt>
          <cx:pt idx="84318">119.95999999999999</cx:pt>
          <cx:pt idx="84319">79.980000000000004</cx:pt>
          <cx:pt idx="84320">99.980000000000004</cx:pt>
          <cx:pt idx="84321">68.980000000000004</cx:pt>
          <cx:pt idx="84322">109.98</cx:pt>
          <cx:pt idx="84323">137.96000000000001</cx:pt>
          <cx:pt idx="84324">99.980000000000004</cx:pt>
          <cx:pt idx="84325">84.989999999999995</cx:pt>
          <cx:pt idx="84326">96.980000000000004</cx:pt>
          <cx:pt idx="84327">84.989999999999995</cx:pt>
          <cx:pt idx="84328">72.969999999999999</cx:pt>
          <cx:pt idx="84329">59.950000000000003</cx:pt>
          <cx:pt idx="84330">59.950000000000003</cx:pt>
          <cx:pt idx="84331">59.950000000000003</cx:pt>
          <cx:pt idx="84332">59.950000000000003</cx:pt>
          <cx:pt idx="84333">25.48</cx:pt>
          <cx:pt idx="84334">26.940000000000001</cx:pt>
          <cx:pt idx="84335">113.95999999999999</cx:pt>
          <cx:pt idx="84336">25.48</cx:pt>
          <cx:pt idx="84337">84.980000000000004</cx:pt>
          <cx:pt idx="84338">86.959999999999994</cx:pt>
          <cx:pt idx="84339">101.97</cx:pt>
          <cx:pt idx="84340">89.980000000000004</cx:pt>
          <cx:pt idx="84341">143.97</cx:pt>
          <cx:pt idx="84342">124.06</cx:pt>
          <cx:pt idx="84343">169.97999999999999</cx:pt>
          <cx:pt idx="84344">54.979999999999997</cx:pt>
          <cx:pt idx="84345">69.980000000000004</cx:pt>
          <cx:pt idx="84346">73.980000000000004</cx:pt>
          <cx:pt idx="84347">76.980000000000004</cx:pt>
          <cx:pt idx="84348">61.479999999999997</cx:pt>
          <cx:pt idx="84349">66.980000000000004</cx:pt>
          <cx:pt idx="84350">69.980000000000004</cx:pt>
          <cx:pt idx="84351">69.980000000000004</cx:pt>
          <cx:pt idx="84352">62.57</cx:pt>
          <cx:pt idx="84353">59.960000000000001</cx:pt>
          <cx:pt idx="84354">159.97999999999999</cx:pt>
          <cx:pt idx="84355">49.829999999999998</cx:pt>
          <cx:pt idx="84356">178.94</cx:pt>
          <cx:pt idx="84357">90.780000000000001</cx:pt>
          <cx:pt idx="84358">59.990000000000002</cx:pt>
          <cx:pt idx="84359">254.97</cx:pt>
          <cx:pt idx="84360">144.94</cx:pt>
          <cx:pt idx="84361">192.34</cx:pt>
          <cx:pt idx="84362">164.5</cx:pt>
          <cx:pt idx="84363">102.83</cx:pt>
          <cx:pt idx="84364">37.479999999999997</cx:pt>
          <cx:pt idx="84365">74.980000000000004</cx:pt>
          <cx:pt idx="84366">75.959999999999994</cx:pt>
          <cx:pt idx="84367">109.45</cx:pt>
          <cx:pt idx="84368">123.95999999999999</cx:pt>
          <cx:pt idx="84369">174.19999999999999</cx:pt>
          <cx:pt idx="84370">55.640000000000001</cx:pt>
          <cx:pt idx="84371">68.719999999999999</cx:pt>
          <cx:pt idx="84372">64.950000000000003</cx:pt>
          <cx:pt idx="84373">95.939999999999998</cx:pt>
          <cx:pt idx="84374">95.939999999999998</cx:pt>
          <cx:pt idx="84375">55.979999999999997</cx:pt>
          <cx:pt idx="84376">50.979999999999997</cx:pt>
          <cx:pt idx="84377">55.979999999999997</cx:pt>
          <cx:pt idx="84378">83.969999999999999</cx:pt>
          <cx:pt idx="84379">55.979999999999997</cx:pt>
          <cx:pt idx="84380">55.979999999999997</cx:pt>
          <cx:pt idx="84381">83.969999999999999</cx:pt>
          <cx:pt idx="84382">55.979999999999997</cx:pt>
          <cx:pt idx="84383">57.979999999999997</cx:pt>
          <cx:pt idx="84384">12.24</cx:pt>
          <cx:pt idx="84385">78.959999999999994</cx:pt>
          <cx:pt idx="84386">89.969999999999999</cx:pt>
          <cx:pt idx="84387">107.97</cx:pt>
          <cx:pt idx="84388">119.97</cx:pt>
          <cx:pt idx="84389">149.97</cx:pt>
          <cx:pt idx="84390">109.97</cx:pt>
          <cx:pt idx="84391">314.70999999999998</cx:pt>
          <cx:pt idx="84392">-39.600000000000001</cx:pt>
          <cx:pt idx="84393">396.10000000000002</cx:pt>
          <cx:pt idx="84394">156.18000000000001</cx:pt>
          <cx:pt idx="84395">28.68</cx:pt>
          <cx:pt idx="84396">26.5</cx:pt>
          <cx:pt idx="84397">139.97999999999999</cx:pt>
          <cx:pt idx="84398">64.989999999999995</cx:pt>
          <cx:pt idx="84399">104.98</cx:pt>
          <cx:pt idx="84400">50.649999999999999</cx:pt>
          <cx:pt idx="84401">106.20999999999999</cx:pt>
          <cx:pt idx="84402">177.43000000000001</cx:pt>
          <cx:pt idx="84403">90.709999999999994</cx:pt>
          <cx:pt idx="84404">100.41</cx:pt>
          <cx:pt idx="84405">129.81</cx:pt>
          <cx:pt idx="84406">96.780000000000001</cx:pt>
          <cx:pt idx="84407">105.72</cx:pt>
          <cx:pt idx="84408">124.59</cx:pt>
          <cx:pt idx="84409">79.849999999999994</cx:pt>
          <cx:pt idx="84410">54.979999999999997</cx:pt>
          <cx:pt idx="84411">54.979999999999997</cx:pt>
          <cx:pt idx="84412">59.979999999999997</cx:pt>
          <cx:pt idx="84413">59.979999999999997</cx:pt>
          <cx:pt idx="84414">54.979999999999997</cx:pt>
          <cx:pt idx="84415">59.979999999999997</cx:pt>
          <cx:pt idx="84416">59.979999999999997</cx:pt>
          <cx:pt idx="84417">59.979999999999997</cx:pt>
          <cx:pt idx="84418">299.31</cx:pt>
          <cx:pt idx="84419">204.25999999999999</cx:pt>
          <cx:pt idx="84420">189.94</cx:pt>
          <cx:pt idx="84421">275.95999999999998</cx:pt>
          <cx:pt idx="84422">59.979999999999997</cx:pt>
          <cx:pt idx="84423">50.18</cx:pt>
          <cx:pt idx="84424">63.460000000000001</cx:pt>
          <cx:pt idx="84425">54.380000000000003</cx:pt>
          <cx:pt idx="84426">53.479999999999997</cx:pt>
          <cx:pt idx="84427">99.980000000000004</cx:pt>
          <cx:pt idx="84428">65.989999999999995</cx:pt>
          <cx:pt idx="84429">62.689999999999998</cx:pt>
          <cx:pt idx="84430">199.93000000000001</cx:pt>
          <cx:pt idx="84431">322.93000000000001</cx:pt>
          <cx:pt idx="84432">47.960000000000001</cx:pt>
          <cx:pt idx="84433">104.48</cx:pt>
          <cx:pt idx="84434">135.13</cx:pt>
          <cx:pt idx="84435">148.47999999999999</cx:pt>
          <cx:pt idx="84436">97.730000000000004</cx:pt>
          <cx:pt idx="84437">111.95999999999999</cx:pt>
          <cx:pt idx="84438">32.240000000000002</cx:pt>
          <cx:pt idx="84439">111.95999999999999</cx:pt>
          <cx:pt idx="84440">111.95999999999999</cx:pt>
          <cx:pt idx="84441">24.84</cx:pt>
          <cx:pt idx="84442">55.979999999999997</cx:pt>
          <cx:pt idx="84443">65.980000000000004</cx:pt>
          <cx:pt idx="84444">65.670000000000002</cx:pt>
          <cx:pt idx="84445">55.979999999999997</cx:pt>
          <cx:pt idx="84446">83.939999999999998</cx:pt>
          <cx:pt idx="84447">43.920000000000002</cx:pt>
          <cx:pt idx="84448">83.939999999999998</cx:pt>
          <cx:pt idx="84449">83.939999999999998</cx:pt>
          <cx:pt idx="84450">71.959999999999994</cx:pt>
          <cx:pt idx="84451">83.939999999999998</cx:pt>
          <cx:pt idx="84452">87.959999999999994</cx:pt>
          <cx:pt idx="84453">196.88</cx:pt>
          <cx:pt idx="84454">-20.989999999999998</cx:pt>
          <cx:pt idx="84455">188.91</cx:pt>
          <cx:pt idx="84456">304.36000000000001</cx:pt>
          <cx:pt idx="84457">201.96000000000001</cx:pt>
          <cx:pt idx="84458">107.95</cx:pt>
          <cx:pt idx="84459">109.97</cx:pt>
          <cx:pt idx="84460">164.97999999999999</cx:pt>
          <cx:pt idx="84461">215.69999999999999</cx:pt>
          <cx:pt idx="84462">99.980000000000004</cx:pt>
          <cx:pt idx="84463">123.69</cx:pt>
          <cx:pt idx="84464">204.96000000000001</cx:pt>
          <cx:pt idx="84465">104.97</cx:pt>
          <cx:pt idx="84466">68.980000000000004</cx:pt>
          <cx:pt idx="84467">101.97</cx:pt>
          <cx:pt idx="84468">131.80000000000001</cx:pt>
          <cx:pt idx="84469">137.97</cx:pt>
          <cx:pt idx="84470">59.990000000000002</cx:pt>
          <cx:pt idx="84471">79.989999999999995</cx:pt>
          <cx:pt idx="84472">76.980000000000004</cx:pt>
          <cx:pt idx="84473">91.980000000000004</cx:pt>
          <cx:pt idx="84474">125.97</cx:pt>
          <cx:pt idx="84475">84.989999999999995</cx:pt>
          <cx:pt idx="84476">127.98</cx:pt>
          <cx:pt idx="84477">99.980000000000004</cx:pt>
          <cx:pt idx="84478">84.989999999999995</cx:pt>
          <cx:pt idx="84479">99.980000000000004</cx:pt>
          <cx:pt idx="84480">84.989999999999995</cx:pt>
          <cx:pt idx="84481">84.989999999999995</cx:pt>
          <cx:pt idx="84482">78.489999999999995</cx:pt>
          <cx:pt idx="84483">84.989999999999995</cx:pt>
          <cx:pt idx="84484">84.989999999999995</cx:pt>
          <cx:pt idx="84485">84.989999999999995</cx:pt>
          <cx:pt idx="84486">86.489999999999995</cx:pt>
          <cx:pt idx="84487">63.960000000000001</cx:pt>
          <cx:pt idx="84488">87.939999999999998</cx:pt>
          <cx:pt idx="84489">135.91999999999999</cx:pt>
          <cx:pt idx="84490">135.91999999999999</cx:pt>
          <cx:pt idx="84491">123.93000000000001</cx:pt>
          <cx:pt idx="84492">55.960000000000001</cx:pt>
          <cx:pt idx="84493">101.95999999999999</cx:pt>
          <cx:pt idx="84494">59.990000000000002</cx:pt>
          <cx:pt idx="84495">132.47999999999999</cx:pt>
          <cx:pt idx="84496">131.97999999999999</cx:pt>
          <cx:pt idx="84497">121.98</cx:pt>
          <cx:pt idx="84498">133.47999999999999</cx:pt>
          <cx:pt idx="84499">118.78</cx:pt>
          <cx:pt idx="84500">59.960000000000001</cx:pt>
          <cx:pt idx="84501">79.980000000000004</cx:pt>
          <cx:pt idx="84502">59.960000000000001</cx:pt>
          <cx:pt idx="84503">119.97</cx:pt>
          <cx:pt idx="84504">59.960000000000001</cx:pt>
          <cx:pt idx="84505">30.48</cx:pt>
          <cx:pt idx="84506">16.399999999999999</cx:pt>
          <cx:pt idx="84507">214.53</cx:pt>
          <cx:pt idx="84508">59.960000000000001</cx:pt>
          <cx:pt idx="84509">74.950000000000003</cx:pt>
          <cx:pt idx="84510">31.489999999999998</cx:pt>
          <cx:pt idx="84511">59.979999999999997</cx:pt>
          <cx:pt idx="84512">31.489999999999998</cx:pt>
          <cx:pt idx="84513">51.479999999999997</cx:pt>
          <cx:pt idx="84514">59.979999999999997</cx:pt>
          <cx:pt idx="84515">54.880000000000003</cx:pt>
          <cx:pt idx="84516">59.979999999999997</cx:pt>
          <cx:pt idx="84517">59.979999999999997</cx:pt>
          <cx:pt idx="84518">31.489999999999998</cx:pt>
          <cx:pt idx="84519">59.979999999999997</cx:pt>
          <cx:pt idx="84520">59.979999999999997</cx:pt>
          <cx:pt idx="84521">59.979999999999997</cx:pt>
          <cx:pt idx="84522">134.94</cx:pt>
          <cx:pt idx="84523">79.989999999999995</cx:pt>
          <cx:pt idx="84524">39.479999999999997</cx:pt>
          <cx:pt idx="84525">127.95999999999999</cx:pt>
          <cx:pt idx="84526">89.980000000000004</cx:pt>
          <cx:pt idx="84527">69.980000000000004</cx:pt>
          <cx:pt idx="84528">84.989999999999995</cx:pt>
          <cx:pt idx="84529">134.97999999999999</cx:pt>
          <cx:pt idx="84530">186.96000000000001</cx:pt>
          <cx:pt idx="84531">71.989999999999995</cx:pt>
          <cx:pt idx="84532">84.989999999999995</cx:pt>
          <cx:pt idx="84533">76.489999999999995</cx:pt>
          <cx:pt idx="84534">84.989999999999995</cx:pt>
          <cx:pt idx="84535">84.989999999999995</cx:pt>
          <cx:pt idx="84536">59.979999999999997</cx:pt>
          <cx:pt idx="84537">59.969999999999999</cx:pt>
          <cx:pt idx="84538">53.960000000000001</cx:pt>
          <cx:pt idx="84539">56.950000000000003</cx:pt>
          <cx:pt idx="84540">53.969999999999999</cx:pt>
          <cx:pt idx="84541">59.969999999999999</cx:pt>
          <cx:pt idx="84542">59.600000000000001</cx:pt>
          <cx:pt idx="84543">59.950000000000003</cx:pt>
          <cx:pt idx="84544">62.979999999999997</cx:pt>
          <cx:pt idx="84545">43.270000000000003</cx:pt>
          <cx:pt idx="84546">72.579999999999998</cx:pt>
          <cx:pt idx="84547">73.480000000000004</cx:pt>
          <cx:pt idx="84548">55.960000000000001</cx:pt>
          <cx:pt idx="84549">76.489999999999995</cx:pt>
          <cx:pt idx="84550">167.97</cx:pt>
          <cx:pt idx="84551">89.980000000000004</cx:pt>
          <cx:pt idx="84552">72.239999999999995</cx:pt>
          <cx:pt idx="84553">-22.600000000000001</cx:pt>
          <cx:pt idx="84554">84.980000000000004</cx:pt>
          <cx:pt idx="84555">83.280000000000001</cx:pt>
          <cx:pt idx="84556">54.990000000000002</cx:pt>
          <cx:pt idx="84557">53.469999999999999</cx:pt>
          <cx:pt idx="84558">73.969999999999999</cx:pt>
          <cx:pt idx="84559">171.97</cx:pt>
          <cx:pt idx="84560">148.46000000000001</cx:pt>
          <cx:pt idx="84561">83.980000000000004</cx:pt>
          <cx:pt idx="84562">119.95999999999999</cx:pt>
          <cx:pt idx="84563">89.969999999999999</cx:pt>
          <cx:pt idx="84564">113.95</cx:pt>
          <cx:pt idx="84565">119.95999999999999</cx:pt>
          <cx:pt idx="84566">83.939999999999998</cx:pt>
          <cx:pt idx="84567">123.94</cx:pt>
          <cx:pt idx="84568">79.950000000000003</cx:pt>
          <cx:pt idx="84569">152.90000000000001</cx:pt>
          <cx:pt idx="84570">92.980000000000004</cx:pt>
          <cx:pt idx="84571">81.980000000000004</cx:pt>
          <cx:pt idx="84572">79.329999999999998</cx:pt>
          <cx:pt idx="84573">19.989999999999998</cx:pt>
          <cx:pt idx="84574">65.989999999999995</cx:pt>
          <cx:pt idx="84575">65.989999999999995</cx:pt>
          <cx:pt idx="84576">81.980000000000004</cx:pt>
          <cx:pt idx="84577">75.980000000000004</cx:pt>
          <cx:pt idx="84578">59.979999999999997</cx:pt>
          <cx:pt idx="84579">59.979999999999997</cx:pt>
          <cx:pt idx="84580">86.170000000000002</cx:pt>
          <cx:pt idx="84581">59.979999999999997</cx:pt>
          <cx:pt idx="84582">59.979999999999997</cx:pt>
          <cx:pt idx="84583">59.979999999999997</cx:pt>
          <cx:pt idx="84584">59.979999999999997</cx:pt>
          <cx:pt idx="84585">59.979999999999997</cx:pt>
          <cx:pt idx="84586">59.979999999999997</cx:pt>
          <cx:pt idx="84587">59.979999999999997</cx:pt>
          <cx:pt idx="84588">65.989999999999995</cx:pt>
          <cx:pt idx="84589">84.989999999999995</cx:pt>
          <cx:pt idx="84590">62.689999999999998</cx:pt>
          <cx:pt idx="84591">59.390000000000001</cx:pt>
          <cx:pt idx="84592">159.69999999999999</cx:pt>
          <cx:pt idx="84593">159.69999999999999</cx:pt>
          <cx:pt idx="84594">70.159999999999997</cx:pt>
          <cx:pt idx="84595">70.159999999999997</cx:pt>
          <cx:pt idx="84596">79.849999999999994</cx:pt>
          <cx:pt idx="84597">159.69999999999999</cx:pt>
          <cx:pt idx="84598">79.849999999999994</cx:pt>
          <cx:pt idx="84599">63.140000000000001</cx:pt>
          <cx:pt idx="84600">159.69999999999999</cx:pt>
          <cx:pt idx="84601">63.140000000000001</cx:pt>
          <cx:pt idx="84602">159.69999999999999</cx:pt>
          <cx:pt idx="84603">159.69999999999999</cx:pt>
          <cx:pt idx="84604">139.97999999999999</cx:pt>
          <cx:pt idx="84605">166.96000000000001</cx:pt>
          <cx:pt idx="84606">138.13999999999999</cx:pt>
          <cx:pt idx="84607">161.94999999999999</cx:pt>
          <cx:pt idx="84608">84.989999999999995</cx:pt>
          <cx:pt idx="84609">139.97999999999999</cx:pt>
          <cx:pt idx="84610">149.97</cx:pt>
          <cx:pt idx="84611">65.189999999999998</cx:pt>
          <cx:pt idx="84612">86.489999999999995</cx:pt>
          <cx:pt idx="84613">86.489999999999995</cx:pt>
          <cx:pt idx="84614">86.489999999999995</cx:pt>
          <cx:pt idx="84615">51.490000000000002</cx:pt>
          <cx:pt idx="84616">51.490000000000002</cx:pt>
          <cx:pt idx="84617">84.989999999999995</cx:pt>
          <cx:pt idx="84618">4.9900000000000002</cx:pt>
          <cx:pt idx="84619">68.989999999999995</cx:pt>
          <cx:pt idx="84620">119.98</cx:pt>
          <cx:pt idx="84621">84.989999999999995</cx:pt>
          <cx:pt idx="84622">65.980000000000004</cx:pt>
          <cx:pt idx="84623">54.979999999999997</cx:pt>
          <cx:pt idx="84624">89.969999999999999</cx:pt>
          <cx:pt idx="84625">59.979999999999997</cx:pt>
          <cx:pt idx="84626">59.979999999999997</cx:pt>
          <cx:pt idx="84627">99.959999999999994</cx:pt>
          <cx:pt idx="84628">79.620000000000005</cx:pt>
          <cx:pt idx="84629">59.979999999999997</cx:pt>
          <cx:pt idx="84630">59.979999999999997</cx:pt>
          <cx:pt idx="84631">22.289999999999999</cx:pt>
          <cx:pt idx="84632">110.87</cx:pt>
          <cx:pt idx="84633">63.880000000000003</cx:pt>
          <cx:pt idx="84634">22.289999999999999</cx:pt>
          <cx:pt idx="84635">105.98</cx:pt>
          <cx:pt idx="84636">105.98</cx:pt>
          <cx:pt idx="84637">105.98</cx:pt>
          <cx:pt idx="84638">55.979999999999997</cx:pt>
          <cx:pt idx="84639">51.979999999999997</cx:pt>
          <cx:pt idx="84640">53.979999999999997</cx:pt>
          <cx:pt idx="84641">63.979999999999997</cx:pt>
          <cx:pt idx="84642">63.979999999999997</cx:pt>
          <cx:pt idx="84643">60.979999999999997</cx:pt>
          <cx:pt idx="84644">60.979999999999997</cx:pt>
          <cx:pt idx="84645">59.409999999999997</cx:pt>
          <cx:pt idx="84646">53.979999999999997</cx:pt>
          <cx:pt idx="84647">55.979999999999997</cx:pt>
          <cx:pt idx="84648">59.409999999999997</cx:pt>
          <cx:pt idx="84649">51.979999999999997</cx:pt>
          <cx:pt idx="84650">63.979999999999997</cx:pt>
          <cx:pt idx="84651">100.98</cx:pt>
          <cx:pt idx="84652">11.289999999999999</cx:pt>
          <cx:pt idx="84653">100.98</cx:pt>
          <cx:pt idx="84654">55.979999999999997</cx:pt>
          <cx:pt idx="84655">53.979999999999997</cx:pt>
          <cx:pt idx="84656">53.979999999999997</cx:pt>
          <cx:pt idx="84657">62.979999999999997</cx:pt>
          <cx:pt idx="84658">62.979999999999997</cx:pt>
          <cx:pt idx="84659">55.979999999999997</cx:pt>
          <cx:pt idx="84660">11.289999999999999</cx:pt>
          <cx:pt idx="84661">63.979999999999997</cx:pt>
          <cx:pt idx="84662">57.32</cx:pt>
          <cx:pt idx="84663">57.32</cx:pt>
          <cx:pt idx="84664">62.969999999999999</cx:pt>
          <cx:pt idx="84665">62.969999999999999</cx:pt>
          <cx:pt idx="84666">51.759999999999998</cx:pt>
          <cx:pt idx="84667">284.93000000000001</cx:pt>
          <cx:pt idx="84668">70.980000000000004</cx:pt>
          <cx:pt idx="84669">119.95999999999999</cx:pt>
          <cx:pt idx="84670">51.490000000000002</cx:pt>
          <cx:pt idx="84671">78.290000000000006</cx:pt>
          <cx:pt idx="84672">76.489999999999995</cx:pt>
          <cx:pt idx="84673">80.939999999999998</cx:pt>
          <cx:pt idx="84674">89.969999999999999</cx:pt>
          <cx:pt idx="84675">84.989999999999995</cx:pt>
          <cx:pt idx="84676">59.979999999999997</cx:pt>
          <cx:pt idx="84677">66.590000000000003</cx:pt>
          <cx:pt idx="84678">105.95999999999999</cx:pt>
          <cx:pt idx="84679">72.239999999999995</cx:pt>
          <cx:pt idx="84680">98.969999999999999</cx:pt>
          <cx:pt idx="84681">67.489999999999995</cx:pt>
          <cx:pt idx="84682">203.88999999999999</cx:pt>
          <cx:pt idx="84683">215.88999999999999</cx:pt>
          <cx:pt idx="84684">155.94</cx:pt>
          <cx:pt idx="84685">71.959999999999994</cx:pt>
          <cx:pt idx="84686">56.969999999999999</cx:pt>
          <cx:pt idx="84687">94.950000000000003</cx:pt>
          <cx:pt idx="84688">94.950000000000003</cx:pt>
          <cx:pt idx="84689">113.94</cx:pt>
          <cx:pt idx="84690">122.93000000000001</cx:pt>
          <cx:pt idx="84691">163.74000000000001</cx:pt>
          <cx:pt idx="84692">68.989999999999995</cx:pt>
          <cx:pt idx="84693">68.989999999999995</cx:pt>
          <cx:pt idx="84694">146.91999999999999</cx:pt>
          <cx:pt idx="84695">96.969999999999999</cx:pt>
          <cx:pt idx="84696">146.91999999999999</cx:pt>
          <cx:pt idx="84697">169.97999999999999</cx:pt>
          <cx:pt idx="84698">99.980000000000004</cx:pt>
          <cx:pt idx="84699">99.980000000000004</cx:pt>
          <cx:pt idx="84700">64.010000000000005</cx:pt>
          <cx:pt idx="84701">64.010000000000005</cx:pt>
          <cx:pt idx="84702">96.969999999999999</cx:pt>
          <cx:pt idx="84703">169.97999999999999</cx:pt>
          <cx:pt idx="84704">60.990000000000002</cx:pt>
          <cx:pt idx="84705">121.98</cx:pt>
          <cx:pt idx="84706">152.94999999999999</cx:pt>
          <cx:pt idx="84707">145.96000000000001</cx:pt>
          <cx:pt idx="84708">325.94999999999999</cx:pt>
          <cx:pt idx="84709">84.989999999999995</cx:pt>
          <cx:pt idx="84710">79.980000000000004</cx:pt>
          <cx:pt idx="84711">315.92000000000002</cx:pt>
          <cx:pt idx="84712">101.97</cx:pt>
          <cx:pt idx="84713">29.989999999999998</cx:pt>
          <cx:pt idx="84714">118.95999999999999</cx:pt>
          <cx:pt idx="84715">76.469999999999999</cx:pt>
          <cx:pt idx="84716">89.969999999999999</cx:pt>
          <cx:pt idx="84717">147.59999999999999</cx:pt>
          <cx:pt idx="84718">89.549999999999997</cx:pt>
          <cx:pt idx="84719">116.14</cx:pt>
          <cx:pt idx="84720">95.549999999999997</cx:pt>
          <cx:pt idx="84721">151.91999999999999</cx:pt>
          <cx:pt idx="84722">270.97000000000003</cx:pt>
          <cx:pt idx="84723">96.780000000000001</cx:pt>
          <cx:pt idx="84724">96.780000000000001</cx:pt>
          <cx:pt idx="84725">131.97999999999999</cx:pt>
          <cx:pt idx="84726">131.97999999999999</cx:pt>
          <cx:pt idx="84727">99.980000000000004</cx:pt>
          <cx:pt idx="84728">109.98</cx:pt>
          <cx:pt idx="84729">118.78</cx:pt>
          <cx:pt idx="84730">99.200000000000003</cx:pt>
          <cx:pt idx="84731">71.969999999999999</cx:pt>
          <cx:pt idx="84732">19.989999999999998</cx:pt>
          <cx:pt idx="84733">71.969999999999999</cx:pt>
          <cx:pt idx="84734">71.969999999999999</cx:pt>
          <cx:pt idx="84735">71.969999999999999</cx:pt>
          <cx:pt idx="84736">71.969999999999999</cx:pt>
          <cx:pt idx="84737">69.090000000000003</cx:pt>
          <cx:pt idx="84738">71.969999999999999</cx:pt>
          <cx:pt idx="84739">71.969999999999999</cx:pt>
          <cx:pt idx="84740">64.769999999999996</cx:pt>
          <cx:pt idx="84741">79.849999999999994</cx:pt>
          <cx:pt idx="84742">79.849999999999994</cx:pt>
          <cx:pt idx="84743">79.849999999999994</cx:pt>
          <cx:pt idx="84744">79.849999999999994</cx:pt>
          <cx:pt idx="84745">79.849999999999994</cx:pt>
          <cx:pt idx="84746">74.640000000000001</cx:pt>
          <cx:pt idx="84747">115.76000000000001</cx:pt>
          <cx:pt idx="84748">119.95999999999999</cx:pt>
          <cx:pt idx="84749">80.969999999999999</cx:pt>
          <cx:pt idx="84750">119.95999999999999</cx:pt>
          <cx:pt idx="84751">119.95999999999999</cx:pt>
          <cx:pt idx="84752">89.969999999999999</cx:pt>
          <cx:pt idx="84753">121.48</cx:pt>
          <cx:pt idx="84754">181.84999999999999</cx:pt>
          <cx:pt idx="84755">169.97999999999999</cx:pt>
          <cx:pt idx="84756">79.980000000000004</cx:pt>
          <cx:pt idx="84757">131.94</cx:pt>
          <cx:pt idx="84758">173.96000000000001</cx:pt>
          <cx:pt idx="84759">86.980000000000004</cx:pt>
          <cx:pt idx="84760">63.979999999999997</cx:pt>
          <cx:pt idx="84761">72.969999999999999</cx:pt>
          <cx:pt idx="84762">149.97</cx:pt>
          <cx:pt idx="84763">89.980000000000004</cx:pt>
          <cx:pt idx="84764">216.53999999999999</cx:pt>
          <cx:pt idx="84765">99.980000000000004</cx:pt>
          <cx:pt idx="84766">169.97999999999999</cx:pt>
          <cx:pt idx="84767">65.980000000000004</cx:pt>
          <cx:pt idx="84768">89.219999999999999</cx:pt>
          <cx:pt idx="84769">99.969999999999999</cx:pt>
          <cx:pt idx="84770">102.97</cx:pt>
          <cx:pt idx="84771">84.969999999999999</cx:pt>
          <cx:pt idx="84772">104.97</cx:pt>
          <cx:pt idx="84773">99.969999999999999</cx:pt>
          <cx:pt idx="84774">82.480000000000004</cx:pt>
          <cx:pt idx="84775">130.46000000000001</cx:pt>
          <cx:pt idx="84776">97.480000000000004</cx:pt>
          <cx:pt idx="84777">89.989999999999995</cx:pt>
          <cx:pt idx="84778">71.980000000000004</cx:pt>
          <cx:pt idx="84779">143.91999999999999</cx:pt>
          <cx:pt idx="84780">94.450000000000003</cx:pt>
          <cx:pt idx="84781">50.969999999999999</cx:pt>
          <cx:pt idx="84782">53.969999999999999</cx:pt>
          <cx:pt idx="84783">43.32</cx:pt>
          <cx:pt idx="84784">50.969999999999999</cx:pt>
          <cx:pt idx="84785">35.299999999999997</cx:pt>
          <cx:pt idx="84786">239.80000000000001</cx:pt>
          <cx:pt idx="84787">239.80000000000001</cx:pt>
          <cx:pt idx="84788">191.96000000000001</cx:pt>
          <cx:pt idx="84789">23.93</cx:pt>
          <cx:pt idx="84790">254.97</cx:pt>
          <cx:pt idx="84791">23.93</cx:pt>
          <cx:pt idx="84792">13.99</cx:pt>
          <cx:pt idx="84793">69.980000000000004</cx:pt>
          <cx:pt idx="84794">84.980000000000004</cx:pt>
          <cx:pt idx="84795">59.979999999999997</cx:pt>
          <cx:pt idx="84796">281.42000000000002</cx:pt>
          <cx:pt idx="84797">132.97999999999999</cx:pt>
          <cx:pt idx="84798">123.95999999999999</cx:pt>
          <cx:pt idx="84799">30.989999999999998</cx:pt>
          <cx:pt idx="84800">111.56</cx:pt>
          <cx:pt idx="84801">195.24000000000001</cx:pt>
          <cx:pt idx="84802">185.69</cx:pt>
          <cx:pt idx="84803">74.969999999999999</cx:pt>
          <cx:pt idx="84804">29.989999999999998</cx:pt>
          <cx:pt idx="84805">59.979999999999997</cx:pt>
          <cx:pt idx="84806">59.979999999999997</cx:pt>
          <cx:pt idx="84807">59.979999999999997</cx:pt>
          <cx:pt idx="84808">59.979999999999997</cx:pt>
          <cx:pt idx="84809">59.979999999999997</cx:pt>
          <cx:pt idx="84810">59.979999999999997</cx:pt>
          <cx:pt idx="84811">212.44</cx:pt>
          <cx:pt idx="84812">67.980000000000004</cx:pt>
          <cx:pt idx="84813">41.289999999999999</cx:pt>
          <cx:pt idx="84814">35.289999999999999</cx:pt>
          <cx:pt idx="84815">184.97</cx:pt>
          <cx:pt idx="84816">168.68000000000001</cx:pt>
          <cx:pt idx="84817">169.97999999999999</cx:pt>
          <cx:pt idx="84818">128.13</cx:pt>
          <cx:pt idx="84819">63.960000000000001</cx:pt>
          <cx:pt idx="84820">130.94999999999999</cx:pt>
          <cx:pt idx="84821">70.959999999999994</cx:pt>
          <cx:pt idx="84822">64.989999999999995</cx:pt>
          <cx:pt idx="84823">62.969999999999999</cx:pt>
          <cx:pt idx="84824">67.859999999999999</cx:pt>
          <cx:pt idx="84825">62.969999999999999</cx:pt>
          <cx:pt idx="84826">112.95999999999999</cx:pt>
          <cx:pt idx="84827">104.95</cx:pt>
          <cx:pt idx="84828">112.95999999999999</cx:pt>
          <cx:pt idx="84829">126.97</cx:pt>
          <cx:pt idx="84830">99.980000000000004</cx:pt>
          <cx:pt idx="84831">99.980000000000004</cx:pt>
          <cx:pt idx="84832">99.980000000000004</cx:pt>
          <cx:pt idx="84833">99.980000000000004</cx:pt>
          <cx:pt idx="84834">115.97</cx:pt>
          <cx:pt idx="84835">56.969999999999999</cx:pt>
          <cx:pt idx="84836">56.969999999999999</cx:pt>
          <cx:pt idx="84837">55.670000000000002</cx:pt>
          <cx:pt idx="84838">56.969999999999999</cx:pt>
          <cx:pt idx="84839">79.980000000000004</cx:pt>
          <cx:pt idx="84840">94.969999999999999</cx:pt>
          <cx:pt idx="84841">79.980000000000004</cx:pt>
          <cx:pt idx="84842">94.969999999999999</cx:pt>
          <cx:pt idx="84843">94.969999999999999</cx:pt>
          <cx:pt idx="84844">131.97999999999999</cx:pt>
          <cx:pt idx="84845">115.98</cx:pt>
          <cx:pt idx="84846">132.97</cx:pt>
          <cx:pt idx="84847">48.939999999999998</cx:pt>
          <cx:pt idx="84848">59.390000000000001</cx:pt>
          <cx:pt idx="84849">80.739999999999995</cx:pt>
          <cx:pt idx="84850">115.98</cx:pt>
          <cx:pt idx="84851">59.390000000000001</cx:pt>
          <cx:pt idx="84852">80.739999999999995</cx:pt>
          <cx:pt idx="84853">84.989999999999995</cx:pt>
          <cx:pt idx="84854">132.97</cx:pt>
          <cx:pt idx="84855">84.989999999999995</cx:pt>
          <cx:pt idx="84856">54.979999999999997</cx:pt>
          <cx:pt idx="84857">131.97999999999999</cx:pt>
          <cx:pt idx="84858">48.939999999999998</cx:pt>
          <cx:pt idx="84859">65.989999999999995</cx:pt>
          <cx:pt idx="84860">54.979999999999997</cx:pt>
          <cx:pt idx="84861">65.989999999999995</cx:pt>
          <cx:pt idx="84862">119.97</cx:pt>
          <cx:pt idx="84863">84.989999999999995</cx:pt>
          <cx:pt idx="84864">66.980000000000004</cx:pt>
          <cx:pt idx="84865">41.289999999999999</cx:pt>
          <cx:pt idx="84866">54.990000000000002</cx:pt>
          <cx:pt idx="84867">54.990000000000002</cx:pt>
          <cx:pt idx="84868">110.97</cx:pt>
          <cx:pt idx="84869">19.289999999999999</cx:pt>
          <cx:pt idx="84870">65.189999999999998</cx:pt>
          <cx:pt idx="84871">65.980000000000004</cx:pt>
          <cx:pt idx="84872">20.489999999999998</cx:pt>
          <cx:pt idx="84873">40.240000000000002</cx:pt>
          <cx:pt idx="84874">65.189999999999998</cx:pt>
          <cx:pt idx="84875">84.989999999999995</cx:pt>
          <cx:pt idx="84876">29.48</cx:pt>
          <cx:pt idx="84877">68.180000000000007</cx:pt>
          <cx:pt idx="84878">103.98</cx:pt>
          <cx:pt idx="84879">-65.189999999999998</cx:pt>
          <cx:pt idx="84880">84.989999999999995</cx:pt>
          <cx:pt idx="84881">92.969999999999999</cx:pt>
          <cx:pt idx="84882">101.95</cx:pt>
          <cx:pt idx="84883">91.959999999999994</cx:pt>
          <cx:pt idx="84884">80.969999999999999</cx:pt>
          <cx:pt idx="84885">219.91999999999999</cx:pt>
          <cx:pt idx="84886">61.979999999999997</cx:pt>
          <cx:pt idx="84887">326.48000000000002</cx:pt>
          <cx:pt idx="84888">180.22999999999999</cx:pt>
          <cx:pt idx="84889">159.69999999999999</cx:pt>
          <cx:pt idx="84890">65.989999999999995</cx:pt>
          <cx:pt idx="84891">65.989999999999995</cx:pt>
          <cx:pt idx="84892">81.5</cx:pt>
          <cx:pt idx="84893">56.090000000000003</cx:pt>
          <cx:pt idx="84894">-81.5</cx:pt>
          <cx:pt idx="84895">39.789999999999999</cx:pt>
          <cx:pt idx="84896">84.989999999999995</cx:pt>
          <cx:pt idx="84897">84.989999999999995</cx:pt>
          <cx:pt idx="84898">80.650000000000006</cx:pt>
          <cx:pt idx="84899">84.989999999999995</cx:pt>
          <cx:pt idx="84900">58.759999999999998</cx:pt>
          <cx:pt idx="84901">59.960000000000001</cx:pt>
          <cx:pt idx="84902">58.810000000000002</cx:pt>
          <cx:pt idx="84903">59.960000000000001</cx:pt>
          <cx:pt idx="84904">57.960000000000001</cx:pt>
          <cx:pt idx="84905">59.359999999999999</cx:pt>
          <cx:pt idx="84906">114.34999999999999</cx:pt>
          <cx:pt idx="84907">100.98</cx:pt>
          <cx:pt idx="84908">100.98</cx:pt>
          <cx:pt idx="84909">63.960000000000001</cx:pt>
          <cx:pt idx="84910">100.98</cx:pt>
          <cx:pt idx="84911">84.989999999999995</cx:pt>
          <cx:pt idx="84912">95.939999999999998</cx:pt>
          <cx:pt idx="84913">111.93000000000001</cx:pt>
          <cx:pt idx="84914">63.960000000000001</cx:pt>
          <cx:pt idx="84915">97.870000000000005</cx:pt>
          <cx:pt idx="84916">219.94</cx:pt>
          <cx:pt idx="84917">61.460000000000001</cx:pt>
          <cx:pt idx="84918">249.97</cx:pt>
          <cx:pt idx="84919">123.97</cx:pt>
          <cx:pt idx="84920">197.63</cx:pt>
          <cx:pt idx="84921">51.490000000000002</cx:pt>
          <cx:pt idx="84922">255.91999999999999</cx:pt>
          <cx:pt idx="84923">119.95999999999999</cx:pt>
          <cx:pt idx="84924">84.969999999999999</cx:pt>
          <cx:pt idx="84925">128.25999999999999</cx:pt>
          <cx:pt idx="84926">96.469999999999999</cx:pt>
          <cx:pt idx="84927">172.44999999999999</cx:pt>
          <cx:pt idx="84928">88.480000000000004</cx:pt>
          <cx:pt idx="84929">96.980000000000004</cx:pt>
          <cx:pt idx="84930">105.97</cx:pt>
          <cx:pt idx="84931">76.489999999999995</cx:pt>
          <cx:pt idx="84932">84.989999999999995</cx:pt>
          <cx:pt idx="84933">94.950000000000003</cx:pt>
          <cx:pt idx="84934">94.950000000000003</cx:pt>
          <cx:pt idx="84935">94.950000000000003</cx:pt>
          <cx:pt idx="84936">94.950000000000003</cx:pt>
          <cx:pt idx="84937">94.950000000000003</cx:pt>
          <cx:pt idx="84938">69.950000000000003</cx:pt>
          <cx:pt idx="84939">50.359999999999999</cx:pt>
          <cx:pt idx="84940">50.359999999999999</cx:pt>
          <cx:pt idx="84941">94.950000000000003</cx:pt>
          <cx:pt idx="84942">69.950000000000003</cx:pt>
          <cx:pt idx="84943">239.97</cx:pt>
          <cx:pt idx="84944">149.97999999999999</cx:pt>
          <cx:pt idx="84945">79.989999999999995</cx:pt>
          <cx:pt idx="84946">646.80999999999995</cx:pt>
          <cx:pt idx="84947">69.969999999999999</cx:pt>
          <cx:pt idx="84948">169.97999999999999</cx:pt>
          <cx:pt idx="84949">169.97999999999999</cx:pt>
          <cx:pt idx="84950">127.78</cx:pt>
          <cx:pt idx="84951">169.97999999999999</cx:pt>
          <cx:pt idx="84952">102.97</cx:pt>
          <cx:pt idx="84953">98.980000000000004</cx:pt>
          <cx:pt idx="84954">84.989999999999995</cx:pt>
          <cx:pt idx="84955">84.989999999999995</cx:pt>
          <cx:pt idx="84956">84.989999999999995</cx:pt>
          <cx:pt idx="84957">98.980000000000004</cx:pt>
          <cx:pt idx="84958">144.96000000000001</cx:pt>
          <cx:pt idx="84959">65.989999999999995</cx:pt>
          <cx:pt idx="84960">104.97</cx:pt>
          <cx:pt idx="84961">116.14</cx:pt>
          <cx:pt idx="84962">240.72999999999999</cx:pt>
          <cx:pt idx="84963">104.04000000000001</cx:pt>
          <cx:pt idx="84964">79.849999999999994</cx:pt>
          <cx:pt idx="84965">159.69999999999999</cx:pt>
          <cx:pt idx="84966">117.95</cx:pt>
          <cx:pt idx="84967">59.960000000000001</cx:pt>
          <cx:pt idx="84968">117.95</cx:pt>
          <cx:pt idx="84969">62.560000000000002</cx:pt>
          <cx:pt idx="84970">79.989999999999995</cx:pt>
          <cx:pt idx="84971">79.989999999999995</cx:pt>
          <cx:pt idx="84972">93.579999999999998</cx:pt>
          <cx:pt idx="84973">93.579999999999998</cx:pt>
          <cx:pt idx="84974">59.960000000000001</cx:pt>
          <cx:pt idx="84975">59.960000000000001</cx:pt>
          <cx:pt idx="84976">59.960000000000001</cx:pt>
          <cx:pt idx="84977">87.469999999999999</cx:pt>
          <cx:pt idx="84978">87.469999999999999</cx:pt>
          <cx:pt idx="84979">62.560000000000002</cx:pt>
          <cx:pt idx="84980">63.880000000000003</cx:pt>
          <cx:pt idx="84981">59.369999999999997</cx:pt>
          <cx:pt idx="84982">48.57</cx:pt>
          <cx:pt idx="84983">72.980000000000004</cx:pt>
          <cx:pt idx="84984">79.319999999999993</cx:pt>
          <cx:pt idx="84985">66.269999999999996</cx:pt>
          <cx:pt idx="84986">62.979999999999997</cx:pt>
          <cx:pt idx="84987">75.879999999999995</cx:pt>
          <cx:pt idx="84988">98.959999999999994</cx:pt>
          <cx:pt idx="84989">114.89</cx:pt>
          <cx:pt idx="84990">114.89</cx:pt>
          <cx:pt idx="84991">91.950000000000003</cx:pt>
          <cx:pt idx="84992">65.989999999999995</cx:pt>
          <cx:pt idx="84993">96.980000000000004</cx:pt>
          <cx:pt idx="84994">79.980000000000004</cx:pt>
          <cx:pt idx="84995">63.969999999999999</cx:pt>
          <cx:pt idx="84996">81.980000000000004</cx:pt>
          <cx:pt idx="84997">99.950000000000003</cx:pt>
          <cx:pt idx="84998">111.94</cx:pt>
          <cx:pt idx="84999">-56.950000000000003</cx:pt>
          <cx:pt idx="85000">95.950000000000003</cx:pt>
          <cx:pt idx="85001">59.950000000000003</cx:pt>
          <cx:pt idx="85002">117.70999999999999</cx:pt>
          <cx:pt idx="85003">99.950000000000003</cx:pt>
          <cx:pt idx="85004">59.979999999999997</cx:pt>
          <cx:pt idx="85005">55.979999999999997</cx:pt>
          <cx:pt idx="85006">50.380000000000003</cx:pt>
          <cx:pt idx="85007">55.979999999999997</cx:pt>
          <cx:pt idx="85008">80.969999999999999</cx:pt>
          <cx:pt idx="85009">35.079999999999998</cx:pt>
          <cx:pt idx="85010">18.670000000000002</cx:pt>
          <cx:pt idx="85011">55.979999999999997</cx:pt>
          <cx:pt idx="85012">63.579999999999998</cx:pt>
          <cx:pt idx="85013">89.980000000000004</cx:pt>
          <cx:pt idx="85014">63.960000000000001</cx:pt>
          <cx:pt idx="85015">63.960000000000001</cx:pt>
          <cx:pt idx="85016">35.490000000000002</cx:pt>
          <cx:pt idx="85017">63.960000000000001</cx:pt>
          <cx:pt idx="85018">129.97999999999999</cx:pt>
          <cx:pt idx="85019">50.490000000000002</cx:pt>
          <cx:pt idx="85020">-50.490000000000002</cx:pt>
          <cx:pt idx="85021">131.97999999999999</cx:pt>
          <cx:pt idx="85022">60.479999999999997</cx:pt>
          <cx:pt idx="85023">94.980000000000004</cx:pt>
          <cx:pt idx="85024">105.98</cx:pt>
          <cx:pt idx="85025">149.90000000000001</cx:pt>
          <cx:pt idx="85026">-149.90000000000001</cx:pt>
          <cx:pt idx="85027">189.90000000000001</cx:pt>
          <cx:pt idx="85028">94.980000000000004</cx:pt>
          <cx:pt idx="85029">347.86000000000001</cx:pt>
          <cx:pt idx="85030">51.479999999999997</cx:pt>
          <cx:pt idx="85031">94.969999999999999</cx:pt>
          <cx:pt idx="85032">26.489999999999998</cx:pt>
          <cx:pt idx="85033">55.960000000000001</cx:pt>
          <cx:pt idx="85034">116.95</cx:pt>
          <cx:pt idx="85035">65.989999999999995</cx:pt>
          <cx:pt idx="85036">79.980000000000004</cx:pt>
          <cx:pt idx="85037">65.989999999999995</cx:pt>
          <cx:pt idx="85038">65.989999999999995</cx:pt>
          <cx:pt idx="85039">49.990000000000002</cx:pt>
          <cx:pt idx="85040">65.989999999999995</cx:pt>
          <cx:pt idx="85041">85.469999999999999</cx:pt>
          <cx:pt idx="85042">43.670000000000002</cx:pt>
          <cx:pt idx="85043">61.460000000000001</cx:pt>
          <cx:pt idx="85044">51.289999999999999</cx:pt>
          <cx:pt idx="85045">51.289999999999999</cx:pt>
          <cx:pt idx="85046">51.289999999999999</cx:pt>
          <cx:pt idx="85047">51.229999999999997</cx:pt>
          <cx:pt idx="85048">51.939999999999998</cx:pt>
          <cx:pt idx="85049">149.97</cx:pt>
          <cx:pt idx="85050">50.840000000000003</cx:pt>
          <cx:pt idx="85051">56.469999999999999</cx:pt>
          <cx:pt idx="85052">107.91</cx:pt>
          <cx:pt idx="85053">59.950000000000003</cx:pt>
          <cx:pt idx="85054">59.950000000000003</cx:pt>
          <cx:pt idx="85055">170.96000000000001</cx:pt>
          <cx:pt idx="85056">135.97999999999999</cx:pt>
          <cx:pt idx="85057">159.97999999999999</cx:pt>
          <cx:pt idx="85058">164.97</cx:pt>
          <cx:pt idx="85059">244.91999999999999</cx:pt>
          <cx:pt idx="85060">119.81999999999999</cx:pt>
          <cx:pt idx="85061">239.77000000000001</cx:pt>
          <cx:pt idx="85062">169.97999999999999</cx:pt>
          <cx:pt idx="85063">124.18000000000001</cx:pt>
          <cx:pt idx="85064">76.489999999999995</cx:pt>
          <cx:pt idx="85065">260.75999999999999</cx:pt>
          <cx:pt idx="85066">63.719999999999999</cx:pt>
          <cx:pt idx="85067">54.979999999999997</cx:pt>
          <cx:pt idx="85068">75.980000000000004</cx:pt>
          <cx:pt idx="85069">61.979999999999997</cx:pt>
          <cx:pt idx="85070">52.979999999999997</cx:pt>
          <cx:pt idx="85071">54.729999999999997</cx:pt>
          <cx:pt idx="85072">26.629999999999999</cx:pt>
          <cx:pt idx="85073">60.409999999999997</cx:pt>
          <cx:pt idx="85074">88.980000000000004</cx:pt>
          <cx:pt idx="85075">108.97</cx:pt>
          <cx:pt idx="85076">118.97</cx:pt>
          <cx:pt idx="85077">65.189999999999998</cx:pt>
          <cx:pt idx="85078">101.75</cx:pt>
          <cx:pt idx="85079">54.979999999999997</cx:pt>
          <cx:pt idx="85080">103.04000000000001</cx:pt>
          <cx:pt idx="85081">108.97</cx:pt>
          <cx:pt idx="85082">137.97999999999999</cx:pt>
          <cx:pt idx="85083">75.969999999999999</cx:pt>
          <cx:pt idx="85084">65.959999999999994</cx:pt>
          <cx:pt idx="85085">71.969999999999999</cx:pt>
          <cx:pt idx="85086">19.289999999999999</cx:pt>
          <cx:pt idx="85087">59.979999999999997</cx:pt>
          <cx:pt idx="85088">61.969999999999999</cx:pt>
          <cx:pt idx="85089">58.979999999999997</cx:pt>
          <cx:pt idx="85090">50.969999999999999</cx:pt>
          <cx:pt idx="85091">61.490000000000002</cx:pt>
          <cx:pt idx="85092">51.979999999999997</cx:pt>
          <cx:pt idx="85093">53.979999999999997</cx:pt>
          <cx:pt idx="85094">59.979999999999997</cx:pt>
          <cx:pt idx="85095">59.979999999999997</cx:pt>
          <cx:pt idx="85096">59.979999999999997</cx:pt>
          <cx:pt idx="85097">89.969999999999999</cx:pt>
          <cx:pt idx="85098">59.979999999999997</cx:pt>
          <cx:pt idx="85099">59.979999999999997</cx:pt>
          <cx:pt idx="85100">84.989999999999995</cx:pt>
          <cx:pt idx="85101">84.989999999999995</cx:pt>
          <cx:pt idx="85102">92.980000000000004</cx:pt>
          <cx:pt idx="85103">152.94999999999999</cx:pt>
          <cx:pt idx="85104">114.97</cx:pt>
          <cx:pt idx="85105">109.97</cx:pt>
          <cx:pt idx="85106">194.97</cx:pt>
          <cx:pt idx="85107">108.97</cx:pt>
          <cx:pt idx="85108">109.95999999999999</cx:pt>
          <cx:pt idx="85109">99.980000000000004</cx:pt>
          <cx:pt idx="85110">114.97</cx:pt>
          <cx:pt idx="85111">53.399999999999999</cx:pt>
          <cx:pt idx="85112">193.75999999999999</cx:pt>
          <cx:pt idx="85113">199.80000000000001</cx:pt>
          <cx:pt idx="85114">83.969999999999999</cx:pt>
          <cx:pt idx="85115">84.989999999999995</cx:pt>
          <cx:pt idx="85116">97.980000000000004</cx:pt>
          <cx:pt idx="85117">205.96000000000001</cx:pt>
          <cx:pt idx="85118">84.989999999999995</cx:pt>
          <cx:pt idx="85119">69.980000000000004</cx:pt>
          <cx:pt idx="85120">84.989999999999995</cx:pt>
          <cx:pt idx="85121">70.980000000000004</cx:pt>
          <cx:pt idx="85122">56.979999999999997</cx:pt>
          <cx:pt idx="85123">110.87</cx:pt>
          <cx:pt idx="85124">84.989999999999995</cx:pt>
          <cx:pt idx="85125">134.97999999999999</cx:pt>
          <cx:pt idx="85126">84.989999999999995</cx:pt>
          <cx:pt idx="85127">79.980000000000004</cx:pt>
          <cx:pt idx="85128">126.98</cx:pt>
          <cx:pt idx="85129">65.659999999999997</cx:pt>
          <cx:pt idx="85130">137.96000000000001</cx:pt>
          <cx:pt idx="85131">167.96000000000001</cx:pt>
          <cx:pt idx="85132">149.94</cx:pt>
          <cx:pt idx="85133">174.93000000000001</cx:pt>
          <cx:pt idx="85134">84.989999999999995</cx:pt>
          <cx:pt idx="85135">75.980000000000004</cx:pt>
          <cx:pt idx="85136">65.980000000000004</cx:pt>
          <cx:pt idx="85137">70.989999999999995</cx:pt>
          <cx:pt idx="85138">84.989999999999995</cx:pt>
          <cx:pt idx="85139">84.989999999999995</cx:pt>
          <cx:pt idx="85140">84.989999999999995</cx:pt>
          <cx:pt idx="85141">37.469999999999999</cx:pt>
          <cx:pt idx="85142">58.060000000000002</cx:pt>
          <cx:pt idx="85143">61.689999999999998</cx:pt>
          <cx:pt idx="85144">88.290000000000006</cx:pt>
          <cx:pt idx="85145">91.939999999999998</cx:pt>
          <cx:pt idx="85146">54.990000000000002</cx:pt>
          <cx:pt idx="85147">37.469999999999999</cx:pt>
          <cx:pt idx="85148">114.90000000000001</cx:pt>
          <cx:pt idx="85149">50.979999999999997</cx:pt>
          <cx:pt idx="85150">263.95999999999998</cx:pt>
          <cx:pt idx="85151">131.97999999999999</cx:pt>
          <cx:pt idx="85152">131.97999999999999</cx:pt>
          <cx:pt idx="85153">115.98</cx:pt>
          <cx:pt idx="85154">131.97999999999999</cx:pt>
          <cx:pt idx="85155">115.98</cx:pt>
          <cx:pt idx="85156">131.97999999999999</cx:pt>
          <cx:pt idx="85157">172.46000000000001</cx:pt>
          <cx:pt idx="85158">244.93000000000001</cx:pt>
          <cx:pt idx="85159">104.97</cx:pt>
          <cx:pt idx="85160">104.97</cx:pt>
          <cx:pt idx="85161">104.97</cx:pt>
          <cx:pt idx="85162">69.980000000000004</cx:pt>
          <cx:pt idx="85163">19.989999999999998</cx:pt>
          <cx:pt idx="85164">19.989999999999998</cx:pt>
          <cx:pt idx="85165">104.94</cx:pt>
          <cx:pt idx="85166">54.950000000000003</cx:pt>
          <cx:pt idx="85167">54.950000000000003</cx:pt>
          <cx:pt idx="85168">53.960000000000001</cx:pt>
          <cx:pt idx="85169">53.960000000000001</cx:pt>
          <cx:pt idx="85170">65.189999999999998</cx:pt>
          <cx:pt idx="85171">65.189999999999998</cx:pt>
          <cx:pt idx="85172">119.97</cx:pt>
          <cx:pt idx="85173">71.959999999999994</cx:pt>
          <cx:pt idx="85174">42.740000000000002</cx:pt>
          <cx:pt idx="85175">67.489999999999995</cx:pt>
          <cx:pt idx="85176">54.950000000000003</cx:pt>
          <cx:pt idx="85177">54.950000000000003</cx:pt>
          <cx:pt idx="85178">54.399999999999999</cx:pt>
          <cx:pt idx="85179">71.959999999999994</cx:pt>
          <cx:pt idx="85180">54.399999999999999</cx:pt>
          <cx:pt idx="85181">42.740000000000002</cx:pt>
          <cx:pt idx="85182">54.950000000000003</cx:pt>
          <cx:pt idx="85183">54.399999999999999</cx:pt>
          <cx:pt idx="85184">54.399999999999999</cx:pt>
          <cx:pt idx="85185">64.989999999999995</cx:pt>
          <cx:pt idx="85186">119.97</cx:pt>
          <cx:pt idx="85187">54.950000000000003</cx:pt>
          <cx:pt idx="85188">64.989999999999995</cx:pt>
          <cx:pt idx="85189">67.489999999999995</cx:pt>
          <cx:pt idx="85190">59.960000000000001</cx:pt>
          <cx:pt idx="85191">59.960000000000001</cx:pt>
          <cx:pt idx="85192">79.849999999999994</cx:pt>
          <cx:pt idx="85193">79.849999999999994</cx:pt>
          <cx:pt idx="85194">65.989999999999995</cx:pt>
          <cx:pt idx="85195">104.04000000000001</cx:pt>
          <cx:pt idx="85196">114.93000000000001</cx:pt>
          <cx:pt idx="85197">85.459999999999994</cx:pt>
          <cx:pt idx="85198">50.380000000000003</cx:pt>
          <cx:pt idx="85199">59.979999999999997</cx:pt>
          <cx:pt idx="85200">79.969999999999999</cx:pt>
          <cx:pt idx="85201">57.520000000000003</cx:pt>
          <cx:pt idx="85202">64.980000000000004</cx:pt>
          <cx:pt idx="85203">61.979999999999997</cx:pt>
          <cx:pt idx="85204">61.979999999999997</cx:pt>
          <cx:pt idx="85205">99.959999999999994</cx:pt>
          <cx:pt idx="85206">80.980000000000004</cx:pt>
          <cx:pt idx="85207">80.980000000000004</cx:pt>
          <cx:pt idx="85208">150.97</cx:pt>
          <cx:pt idx="85209">65.989999999999995</cx:pt>
          <cx:pt idx="85210">89.980000000000004</cx:pt>
          <cx:pt idx="85211">58.979999999999997</cx:pt>
          <cx:pt idx="85212">84.989999999999995</cx:pt>
          <cx:pt idx="85213">58.979999999999997</cx:pt>
          <cx:pt idx="85214">84.969999999999999</cx:pt>
          <cx:pt idx="85215">58.979999999999997</cx:pt>
          <cx:pt idx="85216">99.980000000000004</cx:pt>
          <cx:pt idx="85217">67.969999999999999</cx:pt>
          <cx:pt idx="85218">110.47</cx:pt>
          <cx:pt idx="85219">100.95999999999999</cx:pt>
          <cx:pt idx="85220">91.980000000000004</cx:pt>
          <cx:pt idx="85221">81.969999999999999</cx:pt>
          <cx:pt idx="85222">69.959999999999994</cx:pt>
          <cx:pt idx="85223">95.980000000000004</cx:pt>
          <cx:pt idx="85224">90.980000000000004</cx:pt>
          <cx:pt idx="85225">84.989999999999995</cx:pt>
          <cx:pt idx="85226">84.989999999999995</cx:pt>
          <cx:pt idx="85227">339.95999999999998</cx:pt>
          <cx:pt idx="85228">169.97999999999999</cx:pt>
          <cx:pt idx="85229">131.97999999999999</cx:pt>
          <cx:pt idx="85230">99.980000000000004</cx:pt>
          <cx:pt idx="85231">131.97999999999999</cx:pt>
          <cx:pt idx="85232">211.96000000000001</cx:pt>
          <cx:pt idx="85233">79.980000000000004</cx:pt>
          <cx:pt idx="85234">52.240000000000002</cx:pt>
          <cx:pt idx="85235">75.980000000000004</cx:pt>
          <cx:pt idx="85236">56.090000000000003</cx:pt>
          <cx:pt idx="85237">75.980000000000004</cx:pt>
          <cx:pt idx="85238">62.990000000000002</cx:pt>
          <cx:pt idx="85239">84.989999999999995</cx:pt>
          <cx:pt idx="85240">84.989999999999995</cx:pt>
          <cx:pt idx="85241">84.989999999999995</cx:pt>
          <cx:pt idx="85242">68.989999999999995</cx:pt>
          <cx:pt idx="85243">93.579999999999998</cx:pt>
          <cx:pt idx="85244">144.47999999999999</cx:pt>
          <cx:pt idx="85245">19.489999999999998</cx:pt>
          <cx:pt idx="85246">54.969999999999999</cx:pt>
          <cx:pt idx="85247">72.329999999999998</cx:pt>
          <cx:pt idx="85248">54.969999999999999</cx:pt>
          <cx:pt idx="85249">101.94</cx:pt>
          <cx:pt idx="85250">104.13</cx:pt>
          <cx:pt idx="85251">84.989999999999995</cx:pt>
          <cx:pt idx="85252">84.989999999999995</cx:pt>
          <cx:pt idx="85253">65.989999999999995</cx:pt>
          <cx:pt idx="85254">84.989999999999995</cx:pt>
          <cx:pt idx="85255">65.989999999999995</cx:pt>
          <cx:pt idx="85256">82.159999999999997</cx:pt>
          <cx:pt idx="85257">65.989999999999995</cx:pt>
          <cx:pt idx="85258">59.979999999999997</cx:pt>
          <cx:pt idx="85259">59.979999999999997</cx:pt>
          <cx:pt idx="85260">57.909999999999997</cx:pt>
          <cx:pt idx="85261">86.969999999999999</cx:pt>
          <cx:pt idx="85262">59.979999999999997</cx:pt>
          <cx:pt idx="85263">59.979999999999997</cx:pt>
          <cx:pt idx="85264">59.979999999999997</cx:pt>
          <cx:pt idx="85265">54.979999999999997</cx:pt>
          <cx:pt idx="85266">59.979999999999997</cx:pt>
          <cx:pt idx="85267">37.469999999999999</cx:pt>
          <cx:pt idx="85268">65.189999999999998</cx:pt>
          <cx:pt idx="85269">124.18000000000001</cx:pt>
          <cx:pt idx="85270">103.95999999999999</cx:pt>
          <cx:pt idx="85271">103.95999999999999</cx:pt>
          <cx:pt idx="85272">121.95999999999999</cx:pt>
          <cx:pt idx="85273">103.95999999999999</cx:pt>
          <cx:pt idx="85274">103.95999999999999</cx:pt>
          <cx:pt idx="85275">58.5</cx:pt>
          <cx:pt idx="85276">128.03999999999999</cx:pt>
          <cx:pt idx="85277">-63.399999999999999</cx:pt>
          <cx:pt idx="85278">59.990000000000002</cx:pt>
          <cx:pt idx="85279">56.969999999999999</cx:pt>
          <cx:pt idx="85280">128.24000000000001</cx:pt>
          <cx:pt idx="85281">58.57</cx:pt>
          <cx:pt idx="85282">59.969999999999999</cx:pt>
          <cx:pt idx="85283">38.82</cx:pt>
          <cx:pt idx="85284">50.969999999999999</cx:pt>
          <cx:pt idx="85285">59.969999999999999</cx:pt>
          <cx:pt idx="85286">37.280000000000001</cx:pt>
          <cx:pt idx="85287">59.969999999999999</cx:pt>
          <cx:pt idx="85288">59.969999999999999</cx:pt>
          <cx:pt idx="85289">70.980000000000004</cx:pt>
          <cx:pt idx="85290">50.979999999999997</cx:pt>
          <cx:pt idx="85291">126.97</cx:pt>
          <cx:pt idx="85292">91.870000000000005</cx:pt>
          <cx:pt idx="85293">104.84999999999999</cx:pt>
          <cx:pt idx="85294">53.979999999999997</cx:pt>
          <cx:pt idx="85295">49.590000000000003</cx:pt>
          <cx:pt idx="85296">65.989999999999995</cx:pt>
          <cx:pt idx="85297">65.989999999999995</cx:pt>
          <cx:pt idx="85298">209.27000000000001</cx:pt>
          <cx:pt idx="85299">97</cx:pt>
          <cx:pt idx="85300">209.27000000000001</cx:pt>
          <cx:pt idx="85301">65.989999999999995</cx:pt>
          <cx:pt idx="85302">65.989999999999995</cx:pt>
          <cx:pt idx="85303">97</cx:pt>
          <cx:pt idx="85304">73.980000000000004</cx:pt>
          <cx:pt idx="85305">65.939999999999998</cx:pt>
          <cx:pt idx="85306">123.95999999999999</cx:pt>
          <cx:pt idx="85307">134.97</cx:pt>
          <cx:pt idx="85308">114.95</cx:pt>
          <cx:pt idx="85309">97.950000000000003</cx:pt>
          <cx:pt idx="85310">63.939999999999998</cx:pt>
          <cx:pt idx="85311">60.969999999999999</cx:pt>
          <cx:pt idx="85312">65.980000000000004</cx:pt>
          <cx:pt idx="85313">15.289999999999999</cx:pt>
          <cx:pt idx="85314">55.979999999999997</cx:pt>
          <cx:pt idx="85315">55.979999999999997</cx:pt>
          <cx:pt idx="85316">72.969999999999999</cx:pt>
          <cx:pt idx="85317">63.969999999999999</cx:pt>
          <cx:pt idx="85318">69.969999999999999</cx:pt>
          <cx:pt idx="85319">55.979999999999997</cx:pt>
          <cx:pt idx="85320">101.97</cx:pt>
          <cx:pt idx="85321">82.980000000000004</cx:pt>
          <cx:pt idx="85322">84.980000000000004</cx:pt>
          <cx:pt idx="85323">58.979999999999997</cx:pt>
          <cx:pt idx="85324">99.980000000000004</cx:pt>
          <cx:pt idx="85325">100.98</cx:pt>
          <cx:pt idx="85326">84.989999999999995</cx:pt>
          <cx:pt idx="85327">84.989999999999995</cx:pt>
          <cx:pt idx="85328">84.989999999999995</cx:pt>
          <cx:pt idx="85329">104.98</cx:pt>
          <cx:pt idx="85330">80.980000000000004</cx:pt>
          <cx:pt idx="85331">152.96000000000001</cx:pt>
          <cx:pt idx="85332">131.97999999999999</cx:pt>
          <cx:pt idx="85333">145.96000000000001</cx:pt>
          <cx:pt idx="85334">105.97</cx:pt>
          <cx:pt idx="85335">89.980000000000004</cx:pt>
          <cx:pt idx="85336">89.980000000000004</cx:pt>
          <cx:pt idx="85337">89.980000000000004</cx:pt>
          <cx:pt idx="85338">86.379999999999995</cx:pt>
          <cx:pt idx="85339">89.980000000000004</cx:pt>
          <cx:pt idx="85340">89.980000000000004</cx:pt>
          <cx:pt idx="85341">89.980000000000004</cx:pt>
          <cx:pt idx="85342">59.960000000000001</cx:pt>
          <cx:pt idx="85343">89.959999999999994</cx:pt>
          <cx:pt idx="85344">59.960000000000001</cx:pt>
          <cx:pt idx="85345">59.960000000000001</cx:pt>
          <cx:pt idx="85346">74.950000000000003</cx:pt>
          <cx:pt idx="85347">84.989999999999995</cx:pt>
          <cx:pt idx="85348">64.989999999999995</cx:pt>
          <cx:pt idx="85349">103.47</cx:pt>
          <cx:pt idx="85350">84.989999999999995</cx:pt>
          <cx:pt idx="85351">84.989999999999995</cx:pt>
          <cx:pt idx="85352">169.97999999999999</cx:pt>
          <cx:pt idx="85353">79.969999999999999</cx:pt>
          <cx:pt idx="85354">59.960000000000001</cx:pt>
          <cx:pt idx="85355">58.420000000000002</cx:pt>
          <cx:pt idx="85356">53.969999999999999</cx:pt>
          <cx:pt idx="85357">99.959999999999994</cx:pt>
          <cx:pt idx="85358">20.489999999999998</cx:pt>
          <cx:pt idx="85359">29.48</cx:pt>
          <cx:pt idx="85360">113.95999999999999</cx:pt>
          <cx:pt idx="85361">13.49</cx:pt>
          <cx:pt idx="85362">54.990000000000002</cx:pt>
          <cx:pt idx="85363">151.15000000000001</cx:pt>
          <cx:pt idx="85364">8.25</cx:pt>
          <cx:pt idx="85365">36.479999999999997</cx:pt>
          <cx:pt idx="85366">89.969999999999999</cx:pt>
          <cx:pt idx="85367">119.95999999999999</cx:pt>
          <cx:pt idx="85368">149.94999999999999</cx:pt>
          <cx:pt idx="85369">59.979999999999997</cx:pt>
          <cx:pt idx="85370">109.95999999999999</cx:pt>
          <cx:pt idx="85371">59.950000000000003</cx:pt>
          <cx:pt idx="85372">59.439999999999998</cx:pt>
          <cx:pt idx="85373">59.950000000000003</cx:pt>
          <cx:pt idx="85374">65.989999999999995</cx:pt>
          <cx:pt idx="85375">62.950000000000003</cx:pt>
          <cx:pt idx="85376">118.78</cx:pt>
          <cx:pt idx="85377">42.240000000000002</cx:pt>
          <cx:pt idx="85378">65.989999999999995</cx:pt>
          <cx:pt idx="85379">51.990000000000002</cx:pt>
          <cx:pt idx="85380">65.989999999999995</cx:pt>
          <cx:pt idx="85381">170.83000000000001</cx:pt>
          <cx:pt idx="85382">166.91999999999999</cx:pt>
          <cx:pt idx="85383">166.91999999999999</cx:pt>
          <cx:pt idx="85384">88.980000000000004</cx:pt>
          <cx:pt idx="85385">84.989999999999995</cx:pt>
          <cx:pt idx="85386">80.079999999999998</cx:pt>
          <cx:pt idx="85387">189.97</cx:pt>
          <cx:pt idx="85388">88.980000000000004</cx:pt>
          <cx:pt idx="85389">91.980000000000004</cx:pt>
          <cx:pt idx="85390">139.97</cx:pt>
          <cx:pt idx="85391">99.980000000000004</cx:pt>
          <cx:pt idx="85392">49.789999999999999</cx:pt>
          <cx:pt idx="85393">70.989999999999995</cx:pt>
          <cx:pt idx="85394">67.980000000000004</cx:pt>
          <cx:pt idx="85395">74.980000000000004</cx:pt>
          <cx:pt idx="85396">79.180000000000007</cx:pt>
          <cx:pt idx="85397">143.97999999999999</cx:pt>
          <cx:pt idx="85398">73.780000000000001</cx:pt>
          <cx:pt idx="85399">169.97999999999999</cx:pt>
          <cx:pt idx="85400">109.98</cx:pt>
          <cx:pt idx="85401">114.97</cx:pt>
          <cx:pt idx="85402">137.97</cx:pt>
          <cx:pt idx="85403">55.979999999999997</cx:pt>
          <cx:pt idx="85404">55.979999999999997</cx:pt>
          <cx:pt idx="85405">61.979999999999997</cx:pt>
          <cx:pt idx="85406">58.759999999999998</cx:pt>
          <cx:pt idx="85407">55.640000000000001</cx:pt>
          <cx:pt idx="85408">61.689999999999998</cx:pt>
          <cx:pt idx="85409">62.909999999999997</cx:pt>
          <cx:pt idx="85410">61.689999999999998</cx:pt>
          <cx:pt idx="85411">68.579999999999998</cx:pt>
          <cx:pt idx="85412">64.120000000000005</cx:pt>
          <cx:pt idx="85413">61.689999999999998</cx:pt>
          <cx:pt idx="85414">59.450000000000003</cx:pt>
          <cx:pt idx="85415">54.979999999999997</cx:pt>
          <cx:pt idx="85416">84.989999999999995</cx:pt>
          <cx:pt idx="85417">84.989999999999995</cx:pt>
          <cx:pt idx="85418">80.180000000000007</cx:pt>
          <cx:pt idx="85419">84.989999999999995</cx:pt>
          <cx:pt idx="85420">109.97</cx:pt>
          <cx:pt idx="85421">96.980000000000004</cx:pt>
          <cx:pt idx="85422">54.990000000000002</cx:pt>
          <cx:pt idx="85423">53.280000000000001</cx:pt>
          <cx:pt idx="85424">51.490000000000002</cx:pt>
          <cx:pt idx="85425">22.239999999999998</cx:pt>
          <cx:pt idx="85426">71.480000000000004</cx:pt>
          <cx:pt idx="85427">84.989999999999995</cx:pt>
          <cx:pt idx="85428">104.98</cx:pt>
          <cx:pt idx="85429">84.989999999999995</cx:pt>
          <cx:pt idx="85430">68.989999999999995</cx:pt>
          <cx:pt idx="85431">118.25</cx:pt>
          <cx:pt idx="85432">102.93000000000001</cx:pt>
          <cx:pt idx="85433">104.98</cx:pt>
          <cx:pt idx="85434">169.97999999999999</cx:pt>
          <cx:pt idx="85435">152.97999999999999</cx:pt>
          <cx:pt idx="85436">29.48</cx:pt>
          <cx:pt idx="85437">29.27</cx:pt>
          <cx:pt idx="85438">246.36000000000001</cx:pt>
          <cx:pt idx="85439">356.77999999999997</cx:pt>
          <cx:pt idx="85440">84.989999999999995</cx:pt>
          <cx:pt idx="85441">108.97</cx:pt>
          <cx:pt idx="85442">86.980000000000004</cx:pt>
          <cx:pt idx="85443">84.989999999999995</cx:pt>
          <cx:pt idx="85444">96.980000000000004</cx:pt>
          <cx:pt idx="85445">84.989999999999995</cx:pt>
          <cx:pt idx="85446">94.950000000000003</cx:pt>
          <cx:pt idx="85447">59.939999999999998</cx:pt>
          <cx:pt idx="85448">59.939999999999998</cx:pt>
          <cx:pt idx="85449">94.950000000000003</cx:pt>
          <cx:pt idx="85450">79.920000000000002</cx:pt>
          <cx:pt idx="85451">79.920000000000002</cx:pt>
          <cx:pt idx="85452">124.93000000000001</cx:pt>
          <cx:pt idx="85453">124.93000000000001</cx:pt>
          <cx:pt idx="85454">157.25</cx:pt>
          <cx:pt idx="85455">102.83</cx:pt>
          <cx:pt idx="85456">66.530000000000001</cx:pt>
          <cx:pt idx="85457">78.980000000000004</cx:pt>
          <cx:pt idx="85458">-30</cx:pt>
          <cx:pt idx="85459">73.969999999999999</cx:pt>
          <cx:pt idx="85460">80.980000000000004</cx:pt>
          <cx:pt idx="85461">65.989999999999995</cx:pt>
          <cx:pt idx="85462">54.979999999999997</cx:pt>
          <cx:pt idx="85463">42.990000000000002</cx:pt>
          <cx:pt idx="85464">59.979999999999997</cx:pt>
          <cx:pt idx="85465">93.969999999999999</cx:pt>
          <cx:pt idx="85466">61.090000000000003</cx:pt>
          <cx:pt idx="85467">38.990000000000002</cx:pt>
          <cx:pt idx="85468">179.97</cx:pt>
          <cx:pt idx="85469">54.25</cx:pt>
          <cx:pt idx="85470">76.489999999999995</cx:pt>
          <cx:pt idx="85471">72.579999999999998</cx:pt>
          <cx:pt idx="85472">89.980000000000004</cx:pt>
          <cx:pt idx="85473">83.900000000000006</cx:pt>
          <cx:pt idx="85474">53.979999999999997</cx:pt>
          <cx:pt idx="85475">72.530000000000001</cx:pt>
          <cx:pt idx="85476">-1.2</cx:pt>
          <cx:pt idx="85477">72.530000000000001</cx:pt>
          <cx:pt idx="85478">82.230000000000004</cx:pt>
          <cx:pt idx="85479">64.090000000000003</cx:pt>
          <cx:pt idx="85480">74.969999999999999</cx:pt>
          <cx:pt idx="85481">74.969999999999999</cx:pt>
          <cx:pt idx="85482">96.75</cx:pt>
          <cx:pt idx="85483">99.980000000000004</cx:pt>
          <cx:pt idx="85484">99.980000000000004</cx:pt>
          <cx:pt idx="85485">82.640000000000001</cx:pt>
          <cx:pt idx="85486">144.47999999999999</cx:pt>
          <cx:pt idx="85487">103.48</cx:pt>
          <cx:pt idx="85488">119.98</cx:pt>
          <cx:pt idx="85489">266.13999999999999</cx:pt>
          <cx:pt idx="85490">90.349999999999994</cx:pt>
          <cx:pt idx="85491">151.21000000000001</cx:pt>
          <cx:pt idx="85492">150.90000000000001</cx:pt>
          <cx:pt idx="85493">79.849999999999994</cx:pt>
          <cx:pt idx="85494">137.97</cx:pt>
          <cx:pt idx="85495">169.97999999999999</cx:pt>
          <cx:pt idx="85496">38.780000000000001</cx:pt>
          <cx:pt idx="85497">103.97</cx:pt>
          <cx:pt idx="85498">169.97999999999999</cx:pt>
          <cx:pt idx="85499">99.950000000000003</cx:pt>
          <cx:pt idx="85500">82.959999999999994</cx:pt>
          <cx:pt idx="85501">72.319999999999993</cx:pt>
          <cx:pt idx="85502">63.960000000000001</cx:pt>
          <cx:pt idx="85503">78.209999999999994</cx:pt>
          <cx:pt idx="85504">61.979999999999997</cx:pt>
          <cx:pt idx="85505">61.979999999999997</cx:pt>
          <cx:pt idx="85506">67.980000000000004</cx:pt>
          <cx:pt idx="85507">59.979999999999997</cx:pt>
          <cx:pt idx="85508">61.979999999999997</cx:pt>
          <cx:pt idx="85509">55.979999999999997</cx:pt>
          <cx:pt idx="85510">60.979999999999997</cx:pt>
          <cx:pt idx="85511">51.939999999999998</cx:pt>
          <cx:pt idx="85512">58.979999999999997</cx:pt>
          <cx:pt idx="85513">62.979999999999997</cx:pt>
          <cx:pt idx="85514">62.979999999999997</cx:pt>
          <cx:pt idx="85515">58.979999999999997</cx:pt>
          <cx:pt idx="85516">58.979999999999997</cx:pt>
          <cx:pt idx="85517">51.939999999999998</cx:pt>
          <cx:pt idx="85518">58.979999999999997</cx:pt>
          <cx:pt idx="85519">58.979999999999997</cx:pt>
          <cx:pt idx="85520">58.979999999999997</cx:pt>
          <cx:pt idx="85521">119.98</cx:pt>
          <cx:pt idx="85522">54.740000000000002</cx:pt>
          <cx:pt idx="85523">169.97</cx:pt>
          <cx:pt idx="85524">56.969999999999999</cx:pt>
          <cx:pt idx="85525">99.980000000000004</cx:pt>
          <cx:pt idx="85526">159.97999999999999</cx:pt>
          <cx:pt idx="85527">40.530000000000001</cx:pt>
          <cx:pt idx="85528">69.980000000000004</cx:pt>
          <cx:pt idx="85529">50.380000000000003</cx:pt>
          <cx:pt idx="85530">41.490000000000002</cx:pt>
          <cx:pt idx="85531">65.989999999999995</cx:pt>
          <cx:pt idx="85532">19.489999999999998</cx:pt>
          <cx:pt idx="85533">59.979999999999997</cx:pt>
          <cx:pt idx="85534">53.979999999999997</cx:pt>
          <cx:pt idx="85535">53.979999999999997</cx:pt>
          <cx:pt idx="85536">64.969999999999999</cx:pt>
          <cx:pt idx="85537">91.469999999999999</cx:pt>
          <cx:pt idx="85538">104.97</cx:pt>
          <cx:pt idx="85539">209.94</cx:pt>
          <cx:pt idx="85540">84.989999999999995</cx:pt>
          <cx:pt idx="85541">156.97</cx:pt>
          <cx:pt idx="85542">84.989999999999995</cx:pt>
          <cx:pt idx="85543">75.959999999999994</cx:pt>
          <cx:pt idx="85544">119.94</cx:pt>
          <cx:pt idx="85545">84.989999999999995</cx:pt>
          <cx:pt idx="85546">80.969999999999999</cx:pt>
          <cx:pt idx="85547">91.599999999999994</cx:pt>
          <cx:pt idx="85548">93.969999999999999</cx:pt>
          <cx:pt idx="85549">97.109999999999999</cx:pt>
          <cx:pt idx="85550">89.969999999999999</cx:pt>
          <cx:pt idx="85551">90.969999999999999</cx:pt>
          <cx:pt idx="85552">62.979999999999997</cx:pt>
          <cx:pt idx="85553">326.06999999999999</cx:pt>
          <cx:pt idx="85554">-17.98</cx:pt>
          <cx:pt idx="85555">55.229999999999997</cx:pt>
          <cx:pt idx="85556">135.97</cx:pt>
          <cx:pt idx="85557">64.980000000000004</cx:pt>
          <cx:pt idx="85558">199.96000000000001</cx:pt>
          <cx:pt idx="85559">161.96000000000001</cx:pt>
          <cx:pt idx="85560">122.34</cx:pt>
          <cx:pt idx="85561">155.88</cx:pt>
          <cx:pt idx="85562">124.95999999999999</cx:pt>
          <cx:pt idx="85563">122.97</cx:pt>
          <cx:pt idx="85564">159.97999999999999</cx:pt>
          <cx:pt idx="85565">59.979999999999997</cx:pt>
          <cx:pt idx="85566">95.75</cx:pt>
          <cx:pt idx="85567">51.259999999999998</cx:pt>
          <cx:pt idx="85568">95.980000000000004</cx:pt>
          <cx:pt idx="85569">121.98</cx:pt>
          <cx:pt idx="85570">109.78</cx:pt>
          <cx:pt idx="85571">80.980000000000004</cx:pt>
          <cx:pt idx="85572">63.960000000000001</cx:pt>
          <cx:pt idx="85573">161.94999999999999</cx:pt>
          <cx:pt idx="85574">69.980000000000004</cx:pt>
          <cx:pt idx="85575">220.94</cx:pt>
          <cx:pt idx="85576">169.94</cx:pt>
          <cx:pt idx="85577">53.969999999999999</cx:pt>
          <cx:pt idx="85578">114.98</cx:pt>
          <cx:pt idx="85579">86.069999999999993</cx:pt>
          <cx:pt idx="85580">196.96000000000001</cx:pt>
          <cx:pt idx="85581">99.969999999999999</cx:pt>
          <cx:pt idx="85582">59.990000000000002</cx:pt>
          <cx:pt idx="85583">65.989999999999995</cx:pt>
          <cx:pt idx="85584">139.03</cx:pt>
          <cx:pt idx="85585">103.98999999999999</cx:pt>
          <cx:pt idx="85586">-65.269999999999996</cx:pt>
          <cx:pt idx="85587">65.269999999999996</cx:pt>
          <cx:pt idx="85588">65.269999999999996</cx:pt>
          <cx:pt idx="85589">-24.48</cx:pt>
          <cx:pt idx="85590">123.31</cx:pt>
          <cx:pt idx="85591">-1.95</cx:pt>
          <cx:pt idx="85592">41.939999999999998</cx:pt>
          <cx:pt idx="85593">41.289999999999999</cx:pt>
          <cx:pt idx="85594">30</cx:pt>
          <cx:pt idx="85595">234.43000000000001</cx:pt>
          <cx:pt idx="85596">58.289999999999999</cx:pt>
          <cx:pt idx="85597">68.989999999999995</cx:pt>
          <cx:pt idx="85598">148.97999999999999</cx:pt>
          <cx:pt idx="85599">179.94</cx:pt>
          <cx:pt idx="85600">155.96000000000001</cx:pt>
          <cx:pt idx="85601">269.95999999999998</cx:pt>
          <cx:pt idx="85602">68.989999999999995</cx:pt>
          <cx:pt idx="85603">139.97</cx:pt>
          <cx:pt idx="85604">84.980000000000004</cx:pt>
          <cx:pt idx="85605">104.98</cx:pt>
          <cx:pt idx="85606">63.560000000000002</cx:pt>
          <cx:pt idx="85607">124.97</cx:pt>
          <cx:pt idx="85608">20.289999999999999</cx:pt>
          <cx:pt idx="85609">112.86</cx:pt>
          <cx:pt idx="85610">79.980000000000004</cx:pt>
          <cx:pt idx="85611">169.97999999999999</cx:pt>
          <cx:pt idx="85612">67.980000000000004</cx:pt>
          <cx:pt idx="85613">41.289999999999999</cx:pt>
          <cx:pt idx="85614">84.989999999999995</cx:pt>
          <cx:pt idx="85615">84.989999999999995</cx:pt>
          <cx:pt idx="85616">84.989999999999995</cx:pt>
          <cx:pt idx="85617">84.989999999999995</cx:pt>
          <cx:pt idx="85618">65.989999999999995</cx:pt>
          <cx:pt idx="85619">74.980000000000004</cx:pt>
          <cx:pt idx="85620">67.980000000000004</cx:pt>
          <cx:pt idx="85621">50.979999999999997</cx:pt>
          <cx:pt idx="85622">26.289999999999999</cx:pt>
          <cx:pt idx="85623">173.96000000000001</cx:pt>
          <cx:pt idx="85624">52.969999999999999</cx:pt>
          <cx:pt idx="85625">84.989999999999995</cx:pt>
          <cx:pt idx="85626">65.989999999999995</cx:pt>
          <cx:pt idx="85627">-84.989999999999995</cx:pt>
          <cx:pt idx="85628">65.989999999999995</cx:pt>
          <cx:pt idx="85629">65.989999999999995</cx:pt>
          <cx:pt idx="85630">84.989999999999995</cx:pt>
          <cx:pt idx="85631">76.489999999999995</cx:pt>
          <cx:pt idx="85632">-84.989999999999995</cx:pt>
          <cx:pt idx="85633">76.489999999999995</cx:pt>
          <cx:pt idx="85634">99.980000000000004</cx:pt>
          <cx:pt idx="85635">99.980000000000004</cx:pt>
          <cx:pt idx="85636">84.989999999999995</cx:pt>
          <cx:pt idx="85637">39.990000000000002</cx:pt>
          <cx:pt idx="85638">65.989999999999995</cx:pt>
          <cx:pt idx="85639">35.490000000000002</cx:pt>
          <cx:pt idx="85640">65.989999999999995</cx:pt>
          <cx:pt idx="85641">84.989999999999995</cx:pt>
          <cx:pt idx="85642">84.989999999999995</cx:pt>
          <cx:pt idx="85643">84.989999999999995</cx:pt>
          <cx:pt idx="85644">39.990000000000002</cx:pt>
          <cx:pt idx="85645">84.989999999999995</cx:pt>
          <cx:pt idx="85646">135.93000000000001</cx:pt>
          <cx:pt idx="85647">65.989999999999995</cx:pt>
          <cx:pt idx="85648">35.490000000000002</cx:pt>
          <cx:pt idx="85649">135.93000000000001</cx:pt>
          <cx:pt idx="85650">84.989999999999995</cx:pt>
          <cx:pt idx="85651">65.989999999999995</cx:pt>
          <cx:pt idx="85652">37.68</cx:pt>
          <cx:pt idx="85653">175.94</cx:pt>
          <cx:pt idx="85654">20.489999999999998</cx:pt>
          <cx:pt idx="85655">54.630000000000003</cx:pt>
          <cx:pt idx="85656">53.979999999999997</cx:pt>
          <cx:pt idx="85657">72.969999999999999</cx:pt>
          <cx:pt idx="85658">53.979999999999997</cx:pt>
          <cx:pt idx="85659">66.969999999999999</cx:pt>
          <cx:pt idx="85660">31.289999999999999</cx:pt>
          <cx:pt idx="85661">53.979999999999997</cx:pt>
          <cx:pt idx="85662">53.979999999999997</cx:pt>
          <cx:pt idx="85663">70.969999999999999</cx:pt>
          <cx:pt idx="85664">53.979999999999997</cx:pt>
          <cx:pt idx="85665">59.979999999999997</cx:pt>
          <cx:pt idx="85666">25.289999999999999</cx:pt>
          <cx:pt idx="85667">79.980000000000004</cx:pt>
          <cx:pt idx="85668">89.980000000000004</cx:pt>
          <cx:pt idx="85669">85.980000000000004</cx:pt>
          <cx:pt idx="85670">56.979999999999997</cx:pt>
          <cx:pt idx="85671">75.969999999999999</cx:pt>
          <cx:pt idx="85672">56.090000000000003</cx:pt>
          <cx:pt idx="85673">221.55000000000001</cx:pt>
          <cx:pt idx="85674">179.96000000000001</cx:pt>
          <cx:pt idx="85675">75.319999999999993</cx:pt>
          <cx:pt idx="85676">76.620000000000005</cx:pt>
          <cx:pt idx="85677">77.390000000000001</cx:pt>
          <cx:pt idx="85678">76.620000000000005</cx:pt>
          <cx:pt idx="85679">76.620000000000005</cx:pt>
          <cx:pt idx="85680">77.390000000000001</cx:pt>
          <cx:pt idx="85681">77.390000000000001</cx:pt>
          <cx:pt idx="85682">214.34</cx:pt>
          <cx:pt idx="85683">124.04000000000001</cx:pt>
          <cx:pt idx="85684">276.01999999999998</cx:pt>
          <cx:pt idx="85685">46.920000000000002</cx:pt>
          <cx:pt idx="85686">136.96000000000001</cx:pt>
          <cx:pt idx="85687">18.800000000000001</cx:pt>
          <cx:pt idx="85688">31.039999999999999</cx:pt>
          <cx:pt idx="85689">56.969999999999999</cx:pt>
          <cx:pt idx="85690">20.289999999999999</cx:pt>
          <cx:pt idx="85691">39.280000000000001</cx:pt>
          <cx:pt idx="85692">95.540000000000006</cx:pt>
          <cx:pt idx="85693">29.989999999999998</cx:pt>
          <cx:pt idx="85694">166.91</cx:pt>
          <cx:pt idx="85695">235.88</cx:pt>
          <cx:pt idx="85696">139.09</cx:pt>
          <cx:pt idx="85697">30.48</cx:pt>
          <cx:pt idx="85698">43.479999999999997</cx:pt>
          <cx:pt idx="85699">22.989999999999998</cx:pt>
          <cx:pt idx="85700">53.960000000000001</cx:pt>
          <cx:pt idx="85701">110.97</cx:pt>
          <cx:pt idx="85702">51.969999999999999</cx:pt>
          <cx:pt idx="85703">50.689999999999998</cx:pt>
          <cx:pt idx="85704">54.960000000000001</cx:pt>
          <cx:pt idx="85705">50.960000000000001</cx:pt>
          <cx:pt idx="85706">50.969999999999999</cx:pt>
          <cx:pt idx="85707">145.15000000000001</cx:pt>
          <cx:pt idx="85708">145.15000000000001</cx:pt>
          <cx:pt idx="85709">145.15000000000001</cx:pt>
          <cx:pt idx="85710">75.519999999999996</cx:pt>
          <cx:pt idx="85711">76.489999999999995</cx:pt>
          <cx:pt idx="85712">84.989999999999995</cx:pt>
          <cx:pt idx="85713">68.989999999999995</cx:pt>
          <cx:pt idx="85714">70.989999999999995</cx:pt>
          <cx:pt idx="85715">139.97999999999999</cx:pt>
          <cx:pt idx="85716">72.980000000000004</cx:pt>
          <cx:pt idx="85717">82.959999999999994</cx:pt>
          <cx:pt idx="85718">57.719999999999999</cx:pt>
          <cx:pt idx="85719">69.959999999999994</cx:pt>
          <cx:pt idx="85720">109.98</cx:pt>
          <cx:pt idx="85721">171.47999999999999</cx:pt>
          <cx:pt idx="85722">109.98</cx:pt>
          <cx:pt idx="85723">23.48</cx:pt>
          <cx:pt idx="85724">79.980000000000004</cx:pt>
          <cx:pt idx="85725">38.479999999999997</cx:pt>
          <cx:pt idx="85726">39.479999999999997</cx:pt>
          <cx:pt idx="85727">20.489999999999998</cx:pt>
          <cx:pt idx="85728">36.490000000000002</cx:pt>
          <cx:pt idx="85729">39.479999999999997</cx:pt>
          <cx:pt idx="85730">11.49</cx:pt>
          <cx:pt idx="85731">84.969999999999999</cx:pt>
          <cx:pt idx="85732">39.479999999999997</cx:pt>
          <cx:pt idx="85733">39.479999999999997</cx:pt>
          <cx:pt idx="85734">143.96000000000001</cx:pt>
          <cx:pt idx="85735">131.97999999999999</cx:pt>
          <cx:pt idx="85736">128.31999999999999</cx:pt>
          <cx:pt idx="85737">104.38</cx:pt>
          <cx:pt idx="85738">59.979999999999997</cx:pt>
          <cx:pt idx="85739">26.489999999999998</cx:pt>
          <cx:pt idx="85740">59.979999999999997</cx:pt>
          <cx:pt idx="85741">51.229999999999997</cx:pt>
          <cx:pt idx="85742">50.979999999999997</cx:pt>
          <cx:pt idx="85743">59.979999999999997</cx:pt>
          <cx:pt idx="85744">59.979999999999997</cx:pt>
          <cx:pt idx="85745">80.719999999999999</cx:pt>
          <cx:pt idx="85746">54.119999999999997</cx:pt>
          <cx:pt idx="85747">58.979999999999997</cx:pt>
          <cx:pt idx="85748">118.98</cx:pt>
          <cx:pt idx="85749">101.56999999999999</cx:pt>
          <cx:pt idx="85750">273.39999999999998</cx:pt>
          <cx:pt idx="85751">107.97</cx:pt>
          <cx:pt idx="85752">101.67</cx:pt>
          <cx:pt idx="85753">42.990000000000002</cx:pt>
          <cx:pt idx="85754">119.77</cx:pt>
          <cx:pt idx="85755">109.98</cx:pt>
          <cx:pt idx="85756">133.21000000000001</cx:pt>
          <cx:pt idx="85757">77.969999999999999</cx:pt>
          <cx:pt idx="85758">52.229999999999997</cx:pt>
          <cx:pt idx="85759">148.96000000000001</cx:pt>
          <cx:pt idx="85760">84.989999999999995</cx:pt>
          <cx:pt idx="85761">222.94999999999999</cx:pt>
          <cx:pt idx="85762">268.12</cx:pt>
          <cx:pt idx="85763">152.93000000000001</cx:pt>
          <cx:pt idx="85764">127.94</cx:pt>
          <cx:pt idx="85765">169.97999999999999</cx:pt>
          <cx:pt idx="85766">195.96000000000001</cx:pt>
          <cx:pt idx="85767">62.979999999999997</cx:pt>
          <cx:pt idx="85768">95.959999999999994</cx:pt>
          <cx:pt idx="85769">84.989999999999995</cx:pt>
          <cx:pt idx="85770">65.989999999999995</cx:pt>
          <cx:pt idx="85771">84.989999999999995</cx:pt>
          <cx:pt idx="85772">83.969999999999999</cx:pt>
          <cx:pt idx="85773">97.980000000000004</cx:pt>
          <cx:pt idx="85774">84.989999999999995</cx:pt>
          <cx:pt idx="85775">-3</cx:pt>
          <cx:pt idx="85776">90.969999999999999</cx:pt>
          <cx:pt idx="85777">-3.75</cx:pt>
          <cx:pt idx="85778">0</cx:pt>
          <cx:pt idx="85779">100.27</cx:pt>
          <cx:pt idx="85780">89.969999999999999</cx:pt>
          <cx:pt idx="85781">24.989999999999998</cx:pt>
          <cx:pt idx="85782">52.229999999999997</cx:pt>
          <cx:pt idx="85783">68.590000000000003</cx:pt>
          <cx:pt idx="85784">134.46000000000001</cx:pt>
          <cx:pt idx="85785">121.98</cx:pt>
          <cx:pt idx="85786">121.98</cx:pt>
          <cx:pt idx="85787">121.98</cx:pt>
          <cx:pt idx="85788">121.98</cx:pt>
          <cx:pt idx="85789">74.969999999999999</cx:pt>
          <cx:pt idx="85790">89.969999999999999</cx:pt>
          <cx:pt idx="85791">74.969999999999999</cx:pt>
          <cx:pt idx="85792">59.969999999999999</cx:pt>
          <cx:pt idx="85793">23.489999999999998</cx:pt>
          <cx:pt idx="85794">62.969999999999999</cx:pt>
          <cx:pt idx="85795">89.969999999999999</cx:pt>
          <cx:pt idx="85796">64.989999999999995</cx:pt>
          <cx:pt idx="85797">99.980000000000004</cx:pt>
          <cx:pt idx="85798">82.980000000000004</cx:pt>
          <cx:pt idx="85799">129.75</cx:pt>
          <cx:pt idx="85800">89.980000000000004</cx:pt>
          <cx:pt idx="85801">64.980000000000004</cx:pt>
          <cx:pt idx="85802">119.95999999999999</cx:pt>
          <cx:pt idx="85803">119.95999999999999</cx:pt>
          <cx:pt idx="85804">117.56</cx:pt>
          <cx:pt idx="85805">119.95999999999999</cx:pt>
          <cx:pt idx="85806">257.41000000000003</cx:pt>
          <cx:pt idx="85807">231.91999999999999</cx:pt>
          <cx:pt idx="85808">60.479999999999997</cx:pt>
          <cx:pt idx="85809">56.969999999999999</cx:pt>
          <cx:pt idx="85810">169.97999999999999</cx:pt>
          <cx:pt idx="85811">84.989999999999995</cx:pt>
          <cx:pt idx="85812">76.489999999999995</cx:pt>
          <cx:pt idx="85813">84.989999999999995</cx:pt>
          <cx:pt idx="85814">76.489999999999995</cx:pt>
          <cx:pt idx="85815">84.989999999999995</cx:pt>
          <cx:pt idx="85816">61.850000000000001</cx:pt>
          <cx:pt idx="85817">99.980000000000004</cx:pt>
          <cx:pt idx="85818">127.98</cx:pt>
          <cx:pt idx="85819">99.980000000000004</cx:pt>
          <cx:pt idx="85820">64.989999999999995</cx:pt>
          <cx:pt idx="85821">44.740000000000002</cx:pt>
          <cx:pt idx="85822">58.799999999999997</cx:pt>
          <cx:pt idx="85823">59.979999999999997</cx:pt>
          <cx:pt idx="85824">53.799999999999997</cx:pt>
          <cx:pt idx="85825">67.280000000000001</cx:pt>
          <cx:pt idx="85826">169.43000000000001</cx:pt>
          <cx:pt idx="85827">52.969999999999999</cx:pt>
          <cx:pt idx="85828">99.290000000000006</cx:pt>
          <cx:pt idx="85829">147.94999999999999</cx:pt>
          <cx:pt idx="85830">254.97</cx:pt>
          <cx:pt idx="85831">398.85000000000002</cx:pt>
          <cx:pt idx="85832">134.97999999999999</cx:pt>
          <cx:pt idx="85833">147.46000000000001</cx:pt>
          <cx:pt idx="85834">84.989999999999995</cx:pt>
          <cx:pt idx="85835">84.989999999999995</cx:pt>
          <cx:pt idx="85836">70.980000000000004</cx:pt>
          <cx:pt idx="85837">169.97999999999999</cx:pt>
          <cx:pt idx="85838">84.989999999999995</cx:pt>
          <cx:pt idx="85839">104.98</cx:pt>
          <cx:pt idx="85840">59.979999999999997</cx:pt>
          <cx:pt idx="85841">64.989999999999995</cx:pt>
          <cx:pt idx="85842">51.479999999999997</cx:pt>
          <cx:pt idx="85843">89.959999999999994</cx:pt>
          <cx:pt idx="85844">112.95</cx:pt>
          <cx:pt idx="85845">99.980000000000004</cx:pt>
          <cx:pt idx="85846">140.34</cx:pt>
          <cx:pt idx="85847">128.24000000000001</cx:pt>
          <cx:pt idx="85848">164.50999999999999</cx:pt>
          <cx:pt idx="85849">74.980000000000004</cx:pt>
          <cx:pt idx="85850">167.94</cx:pt>
          <cx:pt idx="85851">114.95999999999999</cx:pt>
          <cx:pt idx="85852">62.969999999999999</cx:pt>
          <cx:pt idx="85853">150.94999999999999</cx:pt>
          <cx:pt idx="85854">108.95</cx:pt>
          <cx:pt idx="85855">101.98</cx:pt>
          <cx:pt idx="85856">79.980000000000004</cx:pt>
          <cx:pt idx="85857">65.989999999999995</cx:pt>
          <cx:pt idx="85858">167.44999999999999</cx:pt>
          <cx:pt idx="85859">131.97999999999999</cx:pt>
          <cx:pt idx="85860">112.98</cx:pt>
          <cx:pt idx="85861">99.980000000000004</cx:pt>
          <cx:pt idx="85862">169.97999999999999</cx:pt>
          <cx:pt idx="85863">169.97999999999999</cx:pt>
          <cx:pt idx="85864">84.989999999999995</cx:pt>
          <cx:pt idx="85865">169.97999999999999</cx:pt>
          <cx:pt idx="85866">149.97</cx:pt>
          <cx:pt idx="85867">84.989999999999995</cx:pt>
          <cx:pt idx="85868">84.969999999999999</cx:pt>
          <cx:pt idx="85869">86.489999999999995</cx:pt>
          <cx:pt idx="85870">99.980000000000004</cx:pt>
          <cx:pt idx="85871">79.989999999999995</cx:pt>
          <cx:pt idx="85872">65.299999999999997</cx:pt>
          <cx:pt idx="85873">65.299999999999997</cx:pt>
          <cx:pt idx="85874">65.299999999999997</cx:pt>
          <cx:pt idx="85875">65.299999999999997</cx:pt>
          <cx:pt idx="85876">65.299999999999997</cx:pt>
          <cx:pt idx="85877">208.93000000000001</cx:pt>
          <cx:pt idx="85878">53.969999999999999</cx:pt>
          <cx:pt idx="85879">271.92000000000002</cx:pt>
          <cx:pt idx="85880">62.979999999999997</cx:pt>
          <cx:pt idx="85881">24.600000000000001</cx:pt>
          <cx:pt idx="85882">70.170000000000002</cx:pt>
          <cx:pt idx="85883">62.979999999999997</cx:pt>
          <cx:pt idx="85884">50.729999999999997</cx:pt>
          <cx:pt idx="85885">40.159999999999997</cx:pt>
          <cx:pt idx="85886">-1.3</cx:pt>
          <cx:pt idx="85887">24.68</cx:pt>
          <cx:pt idx="85888">47.170000000000002</cx:pt>
          <cx:pt idx="85889">59.979999999999997</cx:pt>
          <cx:pt idx="85890">79.959999999999994</cx:pt>
          <cx:pt idx="85891">212.93000000000001</cx:pt>
          <cx:pt idx="85892">79.950000000000003</cx:pt>
          <cx:pt idx="85893">60.990000000000002</cx:pt>
          <cx:pt idx="85894">41.130000000000003</cx:pt>
          <cx:pt idx="85895">38.490000000000002</cx:pt>
          <cx:pt idx="85896">37.130000000000003</cx:pt>
          <cx:pt idx="85897">169.96000000000001</cx:pt>
          <cx:pt idx="85898">72.739999999999995</cx:pt>
          <cx:pt idx="85899">68.980000000000004</cx:pt>
          <cx:pt idx="85900">143.97999999999999</cx:pt>
          <cx:pt idx="85901">121.48</cx:pt>
          <cx:pt idx="85902">124.98</cx:pt>
          <cx:pt idx="85903">134.97999999999999</cx:pt>
          <cx:pt idx="85904">106.93000000000001</cx:pt>
          <cx:pt idx="85905">159.97999999999999</cx:pt>
          <cx:pt idx="85906">126.17</cx:pt>
          <cx:pt idx="85907">128.36000000000001</cx:pt>
          <cx:pt idx="85908">72.959999999999994</cx:pt>
          <cx:pt idx="85909">69.650000000000006</cx:pt>
          <cx:pt idx="85910">30.190000000000001</cx:pt>
          <cx:pt idx="85911">96.739999999999995</cx:pt>
          <cx:pt idx="85912">125.78</cx:pt>
          <cx:pt idx="85913">77.390000000000001</cx:pt>
          <cx:pt idx="85914">77.390000000000001</cx:pt>
          <cx:pt idx="85915">73.980000000000004</cx:pt>
          <cx:pt idx="85916">131.96000000000001</cx:pt>
          <cx:pt idx="85917">61.979999999999997</cx:pt>
          <cx:pt idx="85918">98.969999999999999</cx:pt>
          <cx:pt idx="85919">135.96000000000001</cx:pt>
          <cx:pt idx="85920">92.969999999999999</cx:pt>
          <cx:pt idx="85921">54.979999999999997</cx:pt>
          <cx:pt idx="85922">99.980000000000004</cx:pt>
          <cx:pt idx="85923">79.510000000000005</cx:pt>
          <cx:pt idx="85924">65.989999999999995</cx:pt>
          <cx:pt idx="85925">80.980000000000004</cx:pt>
          <cx:pt idx="85926">64.280000000000001</cx:pt>
          <cx:pt idx="85927">49.990000000000002</cx:pt>
          <cx:pt idx="85928">98.170000000000002</cx:pt>
          <cx:pt idx="85929">84.989999999999995</cx:pt>
          <cx:pt idx="85930">49.200000000000003</cx:pt>
          <cx:pt idx="85931">56.979999999999997</cx:pt>
          <cx:pt idx="85932">115.56999999999999</cx:pt>
          <cx:pt idx="85933">51.289999999999999</cx:pt>
          <cx:pt idx="85934">105.28</cx:pt>
          <cx:pt idx="85935">48.289999999999999</cx:pt>
          <cx:pt idx="85936">22.890000000000001</cx:pt>
          <cx:pt idx="85937">126.16</cx:pt>
          <cx:pt idx="85938">125.92</cx:pt>
          <cx:pt idx="85939">257.95999999999998</cx:pt>
          <cx:pt idx="85940">89.959999999999994</cx:pt>
          <cx:pt idx="85941">118.95999999999999</cx:pt>
          <cx:pt idx="85942">89.959999999999994</cx:pt>
          <cx:pt idx="85943">54.159999999999997</cx:pt>
          <cx:pt idx="85944">79.980000000000004</cx:pt>
          <cx:pt idx="85945">118.95999999999999</cx:pt>
          <cx:pt idx="85946">79.980000000000004</cx:pt>
          <cx:pt idx="85947">54.159999999999997</cx:pt>
          <cx:pt idx="85948">76.620000000000005</cx:pt>
          <cx:pt idx="85949">76.620000000000005</cx:pt>
          <cx:pt idx="85950">55.960000000000001</cx:pt>
          <cx:pt idx="85951">93.959999999999994</cx:pt>
          <cx:pt idx="85952">52.909999999999997</cx:pt>
          <cx:pt idx="85953">137.97999999999999</cx:pt>
          <cx:pt idx="85954">76.489999999999995</cx:pt>
          <cx:pt idx="85955">67.959999999999994</cx:pt>
          <cx:pt idx="85956">84.390000000000001</cx:pt>
          <cx:pt idx="85957">61.960000000000001</cx:pt>
          <cx:pt idx="85958">59.950000000000003</cx:pt>
          <cx:pt idx="85959">50.450000000000003</cx:pt>
          <cx:pt idx="85960">53.960000000000001</cx:pt>
          <cx:pt idx="85961">78.959999999999994</cx:pt>
          <cx:pt idx="85962">69.189999999999998</cx:pt>
          <cx:pt idx="85963">79.980000000000004</cx:pt>
          <cx:pt idx="85964">90.969999999999999</cx:pt>
          <cx:pt idx="85965">57.979999999999997</cx:pt>
          <cx:pt idx="85966">-58.399999999999999</cx:pt>
          <cx:pt idx="85967">27.239999999999998</cx:pt>
          <cx:pt idx="85968">32.990000000000002</cx:pt>
          <cx:pt idx="85969">58.399999999999999</cx:pt>
          <cx:pt idx="85970">48.380000000000003</cx:pt>
          <cx:pt idx="85971">75.980000000000004</cx:pt>
          <cx:pt idx="85972">85.969999999999999</cx:pt>
          <cx:pt idx="85973">85.969999999999999</cx:pt>
          <cx:pt idx="85974">11.49</cx:pt>
          <cx:pt idx="85975">60.979999999999997</cx:pt>
          <cx:pt idx="85976">51.439999999999998</cx:pt>
          <cx:pt idx="85977">62.969999999999999</cx:pt>
          <cx:pt idx="85978">110.94</cx:pt>
          <cx:pt idx="85979">68.989999999999995</cx:pt>
          <cx:pt idx="85980">65.189999999999998</cx:pt>
          <cx:pt idx="85981">79.959999999999994</cx:pt>
          <cx:pt idx="85982">59.950000000000003</cx:pt>
          <cx:pt idx="85983">65.989999999999995</cx:pt>
          <cx:pt idx="85984">49.219999999999999</cx:pt>
          <cx:pt idx="85985">99.980000000000004</cx:pt>
          <cx:pt idx="85986">61.479999999999997</cx:pt>
          <cx:pt idx="85987">61.479999999999997</cx:pt>
          <cx:pt idx="85988">61.479999999999997</cx:pt>
          <cx:pt idx="85989">61.479999999999997</cx:pt>
          <cx:pt idx="85990">58.280000000000001</cx:pt>
          <cx:pt idx="85991">31.489999999999998</cx:pt>
          <cx:pt idx="85992">59.979999999999997</cx:pt>
          <cx:pt idx="85993">46.920000000000002</cx:pt>
          <cx:pt idx="85994">33.280000000000001</cx:pt>
          <cx:pt idx="85995">44.280000000000001</cx:pt>
          <cx:pt idx="85996">46.270000000000003</cx:pt>
          <cx:pt idx="85997">47.270000000000003</cx:pt>
          <cx:pt idx="85998">33.280000000000001</cx:pt>
          <cx:pt idx="85999">44.280000000000001</cx:pt>
          <cx:pt idx="86000">74.989999999999995</cx:pt>
          <cx:pt idx="86001">74.989999999999995</cx:pt>
          <cx:pt idx="86002">106.95999999999999</cx:pt>
          <cx:pt idx="86003">41.469999999999999</cx:pt>
          <cx:pt idx="86004">50.979999999999997</cx:pt>
          <cx:pt idx="86005">54.979999999999997</cx:pt>
          <cx:pt idx="86006">50.979999999999997</cx:pt>
          <cx:pt idx="86007">53.979999999999997</cx:pt>
          <cx:pt idx="86008">65.980000000000004</cx:pt>
          <cx:pt idx="86009">51.979999999999997</cx:pt>
          <cx:pt idx="86010">52.979999999999997</cx:pt>
          <cx:pt idx="86011">65.980000000000004</cx:pt>
          <cx:pt idx="86012">83.450000000000003</cx:pt>
          <cx:pt idx="86013">84.989999999999995</cx:pt>
          <cx:pt idx="86014">83.480000000000004</cx:pt>
          <cx:pt idx="86015">84.989999999999995</cx:pt>
          <cx:pt idx="86016">62.939999999999998</cx:pt>
          <cx:pt idx="86017">109.97</cx:pt>
          <cx:pt idx="86018">79.989999999999995</cx:pt>
          <cx:pt idx="86019">132.96000000000001</cx:pt>
          <cx:pt idx="86020">84.989999999999995</cx:pt>
          <cx:pt idx="86021">191.97</cx:pt>
          <cx:pt idx="86022">59.990000000000002</cx:pt>
          <cx:pt idx="86023">59.990000000000002</cx:pt>
          <cx:pt idx="86024">71.680000000000007</cx:pt>
          <cx:pt idx="86025">79.980000000000004</cx:pt>
          <cx:pt idx="86026">109.94</cx:pt>
          <cx:pt idx="86027">-79.969999999999999</cx:pt>
          <cx:pt idx="86028">79.969999999999999</cx:pt>
          <cx:pt idx="86029">59.979999999999997</cx:pt>
          <cx:pt idx="86030">69.989999999999995</cx:pt>
          <cx:pt idx="86031">83.480000000000004</cx:pt>
          <cx:pt idx="86032">83.480000000000004</cx:pt>
          <cx:pt idx="86033">54.979999999999997</cx:pt>
          <cx:pt idx="86034">74.969999999999999</cx:pt>
          <cx:pt idx="86035">61.979999999999997</cx:pt>
          <cx:pt idx="86036">55.780000000000001</cx:pt>
          <cx:pt idx="86037">71.980000000000004</cx:pt>
          <cx:pt idx="86038">61.979999999999997</cx:pt>
          <cx:pt idx="86039">74.969999999999999</cx:pt>
          <cx:pt idx="86040">65.980000000000004</cx:pt>
          <cx:pt idx="86041">66.579999999999998</cx:pt>
          <cx:pt idx="86042">50.979999999999997</cx:pt>
          <cx:pt idx="86043">69.989999999999995</cx:pt>
          <cx:pt idx="86044">62.579999999999998</cx:pt>
          <cx:pt idx="86045">79.980000000000004</cx:pt>
          <cx:pt idx="86046">66.310000000000002</cx:pt>
          <cx:pt idx="86047">64.980000000000004</cx:pt>
          <cx:pt idx="86048">84.989999999999995</cx:pt>
          <cx:pt idx="86049">72.239999999999995</cx:pt>
          <cx:pt idx="86050">118.73</cx:pt>
          <cx:pt idx="86051">76.489999999999995</cx:pt>
          <cx:pt idx="86052">76.489999999999995</cx:pt>
          <cx:pt idx="86053">84.989999999999995</cx:pt>
          <cx:pt idx="86054">84.989999999999995</cx:pt>
          <cx:pt idx="86055">83.140000000000001</cx:pt>
          <cx:pt idx="86056">76.159999999999997</cx:pt>
          <cx:pt idx="86057">123.38</cx:pt>
          <cx:pt idx="86058">77.390000000000001</cx:pt>
          <cx:pt idx="86059">149.13999999999999</cx:pt>
          <cx:pt idx="86060">59.979999999999997</cx:pt>
          <cx:pt idx="86061">59.979999999999997</cx:pt>
          <cx:pt idx="86062">97.969999999999999</cx:pt>
          <cx:pt idx="86063">59.979999999999997</cx:pt>
          <cx:pt idx="86064">59.979999999999997</cx:pt>
          <cx:pt idx="86065">85.469999999999999</cx:pt>
          <cx:pt idx="86066">59.960000000000001</cx:pt>
          <cx:pt idx="86067">59.960000000000001</cx:pt>
          <cx:pt idx="86068">59.960000000000001</cx:pt>
          <cx:pt idx="86069">59.960000000000001</cx:pt>
          <cx:pt idx="86070">55.960000000000001</cx:pt>
          <cx:pt idx="86071">59.960000000000001</cx:pt>
          <cx:pt idx="86072">-55.960000000000001</cx:pt>
          <cx:pt idx="86073">62.469999999999999</cx:pt>
          <cx:pt idx="86074">53.939999999999998</cx:pt>
          <cx:pt idx="86075">53.939999999999998</cx:pt>
          <cx:pt idx="86076">85.939999999999998</cx:pt>
          <cx:pt idx="86077">76.930000000000007</cx:pt>
          <cx:pt idx="86078">54.950000000000003</cx:pt>
          <cx:pt idx="86079">53.939999999999998</cx:pt>
          <cx:pt idx="86080">53.939999999999998</cx:pt>
          <cx:pt idx="86081">178.96000000000001</cx:pt>
          <cx:pt idx="86082">84.989999999999995</cx:pt>
          <cx:pt idx="86083">144.97</cx:pt>
          <cx:pt idx="86084">25.420000000000002</cx:pt>
          <cx:pt idx="86085">81.969999999999999</cx:pt>
          <cx:pt idx="86086">32.729999999999997</cx:pt>
          <cx:pt idx="86087">59.950000000000003</cx:pt>
          <cx:pt idx="86088">91.959999999999994</cx:pt>
          <cx:pt idx="86089">65.959999999999994</cx:pt>
          <cx:pt idx="86090">55.969999999999999</cx:pt>
          <cx:pt idx="86091">64.939999999999998</cx:pt>
          <cx:pt idx="86092">47.82</cx:pt>
          <cx:pt idx="86093">106.95999999999999</cx:pt>
          <cx:pt idx="86094">37.479999999999997</cx:pt>
          <cx:pt idx="86095">107.81</cx:pt>
          <cx:pt idx="86096">63.960000000000001</cx:pt>
          <cx:pt idx="86097">117.95</cx:pt>
          <cx:pt idx="86098">82.549999999999997</cx:pt>
          <cx:pt idx="86099">58.490000000000002</cx:pt>
          <cx:pt idx="86100">42.990000000000002</cx:pt>
          <cx:pt idx="86101">60.990000000000002</cx:pt>
          <cx:pt idx="86102">57.979999999999997</cx:pt>
          <cx:pt idx="86103">32.229999999999997</cx:pt>
          <cx:pt idx="86104">69.969999999999999</cx:pt>
          <cx:pt idx="86105">99.980000000000004</cx:pt>
          <cx:pt idx="86106">109.97</cx:pt>
          <cx:pt idx="86107">102.95999999999999</cx:pt>
          <cx:pt idx="86108">102.95999999999999</cx:pt>
          <cx:pt idx="86109">109.97</cx:pt>
          <cx:pt idx="86110">51.289999999999999</cx:pt>
          <cx:pt idx="86111">51.289999999999999</cx:pt>
          <cx:pt idx="86112">99.980000000000004</cx:pt>
          <cx:pt idx="86113">94.450000000000003</cx:pt>
          <cx:pt idx="86114">94.450000000000003</cx:pt>
          <cx:pt idx="86115">72.959999999999994</cx:pt>
          <cx:pt idx="86116">99.980000000000004</cx:pt>
          <cx:pt idx="86117">99.980000000000004</cx:pt>
          <cx:pt idx="86118">57.439999999999998</cx:pt>
          <cx:pt idx="86119">72.959999999999994</cx:pt>
          <cx:pt idx="86120">57.439999999999998</cx:pt>
          <cx:pt idx="86121">71.200000000000003</cx:pt>
          <cx:pt idx="86122">110.45999999999999</cx:pt>
          <cx:pt idx="86123">53.960000000000001</cx:pt>
          <cx:pt idx="86124">50.969999999999999</cx:pt>
          <cx:pt idx="86125">53.960000000000001</cx:pt>
          <cx:pt idx="86126">53.960000000000001</cx:pt>
          <cx:pt idx="86127">56.969999999999999</cx:pt>
          <cx:pt idx="86128">116.92</cx:pt>
          <cx:pt idx="86129">112.92</cx:pt>
          <cx:pt idx="86130">125.45</cx:pt>
          <cx:pt idx="86131">56.969999999999999</cx:pt>
          <cx:pt idx="86132">27.48</cx:pt>
          <cx:pt idx="86133">89.950000000000003</cx:pt>
          <cx:pt idx="86134">53.969999999999999</cx:pt>
          <cx:pt idx="86135">8.4900000000000002</cx:pt>
          <cx:pt idx="86136">55.07</cx:pt>
          <cx:pt idx="86137">59.159999999999997</cx:pt>
          <cx:pt idx="86138">128.24000000000001</cx:pt>
          <cx:pt idx="86139">79.849999999999994</cx:pt>
          <cx:pt idx="86140">95.569999999999993</cx:pt>
          <cx:pt idx="86141">150.91</cx:pt>
          <cx:pt idx="86142">77.969999999999999</cx:pt>
          <cx:pt idx="86143">357.89999999999998</cx:pt>
          <cx:pt idx="86144">179.94</cx:pt>
          <cx:pt idx="86145">179.94</cx:pt>
          <cx:pt idx="86146">93.950000000000003</cx:pt>
          <cx:pt idx="86147">93.950000000000003</cx:pt>
          <cx:pt idx="86148">155.94999999999999</cx:pt>
          <cx:pt idx="86149">67.489999999999995</cx:pt>
          <cx:pt idx="86150">60.890000000000001</cx:pt>
          <cx:pt idx="86151">65.989999999999995</cx:pt>
          <cx:pt idx="86152">59.979999999999997</cx:pt>
          <cx:pt idx="86153">89.969999999999999</cx:pt>
          <cx:pt idx="86154">60.890000000000001</cx:pt>
          <cx:pt idx="86155">99.980000000000004</cx:pt>
          <cx:pt idx="86156">152.97999999999999</cx:pt>
          <cx:pt idx="86157">132.94999999999999</cx:pt>
          <cx:pt idx="86158">199.96000000000001</cx:pt>
          <cx:pt idx="86159">79.180000000000007</cx:pt>
          <cx:pt idx="86160">65.189999999999998</cx:pt>
          <cx:pt idx="86161">79.180000000000007</cx:pt>
          <cx:pt idx="86162">77.390000000000001</cx:pt>
          <cx:pt idx="86163">33.479999999999997</cx:pt>
          <cx:pt idx="86164">63.960000000000001</cx:pt>
          <cx:pt idx="86165">63.960000000000001</cx:pt>
          <cx:pt idx="86166">69.989999999999995</cx:pt>
          <cx:pt idx="86167">60.920000000000002</cx:pt>
          <cx:pt idx="86168">63.960000000000001</cx:pt>
          <cx:pt idx="86169">63.960000000000001</cx:pt>
          <cx:pt idx="86170">71.959999999999994</cx:pt>
          <cx:pt idx="86171">31.469999999999999</cx:pt>
          <cx:pt idx="86172">59.960000000000001</cx:pt>
          <cx:pt idx="86173">51.289999999999999</cx:pt>
          <cx:pt idx="86174">41.280000000000001</cx:pt>
          <cx:pt idx="86175">86.969999999999999</cx:pt>
          <cx:pt idx="86176">74.980000000000004</cx:pt>
          <cx:pt idx="86177">11.289999999999999</cx:pt>
          <cx:pt idx="86178">50.979999999999997</cx:pt>
          <cx:pt idx="86179">49.280000000000001</cx:pt>
          <cx:pt idx="86180">54.990000000000002</cx:pt>
          <cx:pt idx="86181">54.990000000000002</cx:pt>
          <cx:pt idx="86182">16.289999999999999</cx:pt>
          <cx:pt idx="86183">59.979999999999997</cx:pt>
          <cx:pt idx="86184">84.989999999999995</cx:pt>
          <cx:pt idx="86185">76.489999999999995</cx:pt>
          <cx:pt idx="86186">83.290000000000006</cx:pt>
          <cx:pt idx="86187">84.989999999999995</cx:pt>
          <cx:pt idx="86188">84.989999999999995</cx:pt>
          <cx:pt idx="86189">84.989999999999995</cx:pt>
          <cx:pt idx="86190">84.989999999999995</cx:pt>
          <cx:pt idx="86191">89.439999999999998</cx:pt>
          <cx:pt idx="86192">70.980000000000004</cx:pt>
          <cx:pt idx="86193">75.090000000000003</cx:pt>
          <cx:pt idx="86194">40.490000000000002</cx:pt>
          <cx:pt idx="86195">84.989999999999995</cx:pt>
          <cx:pt idx="86196">105.98</cx:pt>
          <cx:pt idx="86197">59.979999999999997</cx:pt>
          <cx:pt idx="86198">77.980000000000004</cx:pt>
          <cx:pt idx="86199">26.289999999999999</cx:pt>
          <cx:pt idx="86200">76.480000000000004</cx:pt>
          <cx:pt idx="86201">89.980000000000004</cx:pt>
          <cx:pt idx="86202">89.969999999999999</cx:pt>
          <cx:pt idx="86203">89.980000000000004</cx:pt>
          <cx:pt idx="86204">170.94</cx:pt>
          <cx:pt idx="86205">119.95999999999999</cx:pt>
          <cx:pt idx="86206">65.989999999999995</cx:pt>
          <cx:pt idx="86207">54.979999999999997</cx:pt>
          <cx:pt idx="86208">65.980000000000004</cx:pt>
          <cx:pt idx="86209">69.980000000000004</cx:pt>
          <cx:pt idx="86210">89.180000000000007</cx:pt>
          <cx:pt idx="86211">79.980000000000004</cx:pt>
          <cx:pt idx="86212">87.439999999999998</cx:pt>
          <cx:pt idx="86213">62.289999999999999</cx:pt>
          <cx:pt idx="86214">55.340000000000003</cx:pt>
          <cx:pt idx="86215">74.939999999999998</cx:pt>
          <cx:pt idx="86216">16.239999999999998</cx:pt>
          <cx:pt idx="86217">100.95999999999999</cx:pt>
          <cx:pt idx="86218">68.480000000000004</cx:pt>
          <cx:pt idx="86219">52.289999999999999</cx:pt>
          <cx:pt idx="86220">145.94</cx:pt>
          <cx:pt idx="86221">179.96000000000001</cx:pt>
          <cx:pt idx="86222">113.97</cx:pt>
          <cx:pt idx="86223">113.97</cx:pt>
          <cx:pt idx="86224">113.97</cx:pt>
          <cx:pt idx="86225">15.289999999999999</cx:pt>
          <cx:pt idx="86226">98.969999999999999</cx:pt>
          <cx:pt idx="86227">127.95999999999999</cx:pt>
          <cx:pt idx="86228">93.109999999999999</cx:pt>
          <cx:pt idx="86229">100.39</cx:pt>
          <cx:pt idx="86230">119.75</cx:pt>
          <cx:pt idx="86231">65.420000000000002</cx:pt>
          <cx:pt idx="86232">66.489999999999995</cx:pt>
          <cx:pt idx="86233">183.86000000000001</cx:pt>
          <cx:pt idx="86234">205.63999999999999</cx:pt>
          <cx:pt idx="86235">234.44</cx:pt>
          <cx:pt idx="86236">82.890000000000001</cx:pt>
          <cx:pt idx="86237">72.459999999999994</cx:pt>
          <cx:pt idx="86238">55.229999999999997</cx:pt>
          <cx:pt idx="86239">60.130000000000003</cx:pt>
          <cx:pt idx="86240">83.140000000000001</cx:pt>
          <cx:pt idx="86241">89.980000000000004</cx:pt>
          <cx:pt idx="86242">79.959999999999994</cx:pt>
          <cx:pt idx="86243">58.479999999999997</cx:pt>
          <cx:pt idx="86244">92.469999999999999</cx:pt>
          <cx:pt idx="86245">54.990000000000002</cx:pt>
          <cx:pt idx="86246">92.469999999999999</cx:pt>
          <cx:pt idx="86247">88.280000000000001</cx:pt>
          <cx:pt idx="86248">86.489999999999995</cx:pt>
          <cx:pt idx="86249">79.980000000000004</cx:pt>
          <cx:pt idx="86250">79.980000000000004</cx:pt>
          <cx:pt idx="86251">70.480000000000004</cx:pt>
          <cx:pt idx="86252">54.990000000000002</cx:pt>
          <cx:pt idx="86253">70.480000000000004</cx:pt>
          <cx:pt idx="86254">86.489999999999995</cx:pt>
          <cx:pt idx="86255">54.990000000000002</cx:pt>
          <cx:pt idx="86256">88.280000000000001</cx:pt>
          <cx:pt idx="86257">104.98</cx:pt>
          <cx:pt idx="86258">104.98</cx:pt>
          <cx:pt idx="86259">54.990000000000002</cx:pt>
          <cx:pt idx="86260">81.969999999999999</cx:pt>
          <cx:pt idx="86261">85.980000000000004</cx:pt>
          <cx:pt idx="86262">65.989999999999995</cx:pt>
          <cx:pt idx="86263">79.989999999999995</cx:pt>
          <cx:pt idx="86264">132.06</cx:pt>
          <cx:pt idx="86265">84.989999999999995</cx:pt>
          <cx:pt idx="86266">78.659999999999997</cx:pt>
          <cx:pt idx="86267">55.960000000000001</cx:pt>
          <cx:pt idx="86268">79.989999999999995</cx:pt>
          <cx:pt idx="86269">79.989999999999995</cx:pt>
          <cx:pt idx="86270">83.950000000000003</cx:pt>
          <cx:pt idx="86271">87.959999999999994</cx:pt>
          <cx:pt idx="86272">135.94999999999999</cx:pt>
          <cx:pt idx="86273">70.980000000000004</cx:pt>
          <cx:pt idx="86274">78.959999999999994</cx:pt>
          <cx:pt idx="86275">68.359999999999999</cx:pt>
          <cx:pt idx="86276">87.489999999999995</cx:pt>
          <cx:pt idx="86277">71.489999999999995</cx:pt>
          <cx:pt idx="86278">50.740000000000002</cx:pt>
          <cx:pt idx="86279">-87.489999999999995</cx:pt>
          <cx:pt idx="86280">172.47999999999999</cx:pt>
          <cx:pt idx="86281">222.66999999999999</cx:pt>
          <cx:pt idx="86282">87.069999999999993</cx:pt>
          <cx:pt idx="86283">87.069999999999993</cx:pt>
          <cx:pt idx="86284">108.84</cx:pt>
          <cx:pt idx="86285">124.56</cx:pt>
          <cx:pt idx="86286">108.84</cx:pt>
          <cx:pt idx="86287">124.56</cx:pt>
          <cx:pt idx="86288">100.98</cx:pt>
          <cx:pt idx="86289">129.97999999999999</cx:pt>
          <cx:pt idx="86290">49.990000000000002</cx:pt>
          <cx:pt idx="86291">125.97</cx:pt>
          <cx:pt idx="86292">159.69999999999999</cx:pt>
          <cx:pt idx="86293">143.34999999999999</cx:pt>
          <cx:pt idx="86294">88.909999999999997</cx:pt>
          <cx:pt idx="86295">88.909999999999997</cx:pt>
          <cx:pt idx="86296">248.50999999999999</cx:pt>
          <cx:pt idx="86297">143.34999999999999</cx:pt>
          <cx:pt idx="86298">159.69999999999999</cx:pt>
          <cx:pt idx="86299">248.50999999999999</cx:pt>
          <cx:pt idx="86300">74.950000000000003</cx:pt>
          <cx:pt idx="86301">54.960000000000001</cx:pt>
          <cx:pt idx="86302">59.960000000000001</cx:pt>
          <cx:pt idx="86303">92.439999999999998</cx:pt>
          <cx:pt idx="86304">71.969999999999999</cx:pt>
          <cx:pt idx="86305">79.989999999999995</cx:pt>
          <cx:pt idx="86306">84.989999999999995</cx:pt>
          <cx:pt idx="86307">79.989999999999995</cx:pt>
          <cx:pt idx="86308">79.989999999999995</cx:pt>
          <cx:pt idx="86309">79.980000000000004</cx:pt>
          <cx:pt idx="86310">119.97</cx:pt>
          <cx:pt idx="86311">67.980000000000004</cx:pt>
          <cx:pt idx="86312">131.97999999999999</cx:pt>
          <cx:pt idx="86313">65.989999999999995</cx:pt>
          <cx:pt idx="86314">65.989999999999995</cx:pt>
          <cx:pt idx="86315">73.980000000000004</cx:pt>
          <cx:pt idx="86316">84.989999999999995</cx:pt>
          <cx:pt idx="86317">83.090000000000003</cx:pt>
          <cx:pt idx="86318">84.989999999999995</cx:pt>
          <cx:pt idx="86319">50.979999999999997</cx:pt>
          <cx:pt idx="86320">65.980000000000004</cx:pt>
          <cx:pt idx="86321">31.489999999999998</cx:pt>
          <cx:pt idx="86322">94.980000000000004</cx:pt>
          <cx:pt idx="86323">68.980000000000004</cx:pt>
          <cx:pt idx="86324">104.97</cx:pt>
          <cx:pt idx="86325">65.189999999999998</cx:pt>
          <cx:pt idx="86326">72.239999999999995</cx:pt>
          <cx:pt idx="86327">131.56</cx:pt>
          <cx:pt idx="86328">68.989999999999995</cx:pt>
          <cx:pt idx="86329">68.989999999999995</cx:pt>
          <cx:pt idx="86330">182.96000000000001</cx:pt>
          <cx:pt idx="86331">98.469999999999999</cx:pt>
          <cx:pt idx="86332">90.969999999999999</cx:pt>
          <cx:pt idx="86333">206.96000000000001</cx:pt>
          <cx:pt idx="86334">58.640000000000001</cx:pt>
          <cx:pt idx="86335">-13</cx:pt>
          <cx:pt idx="86336">72.239999999999995</cx:pt>
          <cx:pt idx="86337">114.98</cx:pt>
          <cx:pt idx="86338">52.18</cx:pt>
          <cx:pt idx="86339">89.980000000000004</cx:pt>
          <cx:pt idx="86340">-114.98</cx:pt>
          <cx:pt idx="86341">-22.600000000000001</cx:pt>
          <cx:pt idx="86342">154.38999999999999</cx:pt>
          <cx:pt idx="86343">108.78</cx:pt>
          <cx:pt idx="86344">140.34</cx:pt>
          <cx:pt idx="86345">202.03</cx:pt>
          <cx:pt idx="86346">48.380000000000003</cx:pt>
          <cx:pt idx="86347">159.69999999999999</cx:pt>
          <cx:pt idx="86348">79.849999999999994</cx:pt>
          <cx:pt idx="86349">54.950000000000003</cx:pt>
          <cx:pt idx="86350">54.950000000000003</cx:pt>
          <cx:pt idx="86351">69.959999999999994</cx:pt>
          <cx:pt idx="86352">69.959999999999994</cx:pt>
          <cx:pt idx="86353">77.969999999999999</cx:pt>
          <cx:pt idx="86354">99.980000000000004</cx:pt>
          <cx:pt idx="86355">153.97</cx:pt>
          <cx:pt idx="86356">153.97</cx:pt>
          <cx:pt idx="86357">99.980000000000004</cx:pt>
          <cx:pt idx="86358">77.969999999999999</cx:pt>
          <cx:pt idx="86359">293.89999999999998</cx:pt>
          <cx:pt idx="86360">287.88999999999999</cx:pt>
          <cx:pt idx="86361">199.21000000000001</cx:pt>
          <cx:pt idx="86362">263.66000000000003</cx:pt>
          <cx:pt idx="86363">176.59</cx:pt>
          <cx:pt idx="86364">59.479999999999997</cx:pt>
          <cx:pt idx="86365">54.82</cx:pt>
          <cx:pt idx="86366">55.780000000000001</cx:pt>
          <cx:pt idx="86367">48.579999999999998</cx:pt>
          <cx:pt idx="86368">78.260000000000005</cx:pt>
          <cx:pt idx="86369">58.719999999999999</cx:pt>
          <cx:pt idx="86370">76.930000000000007</cx:pt>
          <cx:pt idx="86371">100.52</cx:pt>
          <cx:pt idx="86372">67.980000000000004</cx:pt>
          <cx:pt idx="86373">87.920000000000002</cx:pt>
          <cx:pt idx="86374">67.980000000000004</cx:pt>
          <cx:pt idx="86375">14.970000000000001</cx:pt>
          <cx:pt idx="86376">71.920000000000002</cx:pt>
          <cx:pt idx="86377">89.969999999999999</cx:pt>
          <cx:pt idx="86378">124.97</cx:pt>
          <cx:pt idx="86379">61.170000000000002</cx:pt>
          <cx:pt idx="86380">53.969999999999999</cx:pt>
          <cx:pt idx="86381">52.350000000000001</cx:pt>
          <cx:pt idx="86382">53.969999999999999</cx:pt>
          <cx:pt idx="86383">53.969999999999999</cx:pt>
          <cx:pt idx="86384">172.41999999999999</cx:pt>
          <cx:pt idx="86385">99.980000000000004</cx:pt>
          <cx:pt idx="86386">202.40000000000001</cx:pt>
          <cx:pt idx="86387">65.459999999999994</cx:pt>
          <cx:pt idx="86388">48.420000000000002</cx:pt>
          <cx:pt idx="86389">97.939999999999998</cx:pt>
          <cx:pt idx="86390">97.150000000000006</cx:pt>
          <cx:pt idx="86391">61.960000000000001</cx:pt>
          <cx:pt idx="86392">44.479999999999997</cx:pt>
          <cx:pt idx="86393">102.81999999999999</cx:pt>
          <cx:pt idx="86394">50.969999999999999</cx:pt>
          <cx:pt idx="86395">59.950000000000003</cx:pt>
          <cx:pt idx="86396">179.96000000000001</cx:pt>
          <cx:pt idx="86397">159.97999999999999</cx:pt>
          <cx:pt idx="86398">23.98</cx:pt>
          <cx:pt idx="86399">179.96000000000001</cx:pt>
          <cx:pt idx="86400">84.989999999999995</cx:pt>
          <cx:pt idx="86401">84.989999999999995</cx:pt>
          <cx:pt idx="86402">18.989999999999998</cx:pt>
          <cx:pt idx="86403">84.989999999999995</cx:pt>
          <cx:pt idx="86404">72.239999999999995</cx:pt>
          <cx:pt idx="86405">84.989999999999995</cx:pt>
          <cx:pt idx="86406">68.989999999999995</cx:pt>
          <cx:pt idx="86407">88.980000000000004</cx:pt>
          <cx:pt idx="86408">84.989999999999995</cx:pt>
          <cx:pt idx="86409">99.980000000000004</cx:pt>
          <cx:pt idx="86410">80.980000000000004</cx:pt>
          <cx:pt idx="86411">84.989999999999995</cx:pt>
          <cx:pt idx="86412">84.989999999999995</cx:pt>
          <cx:pt idx="86413">65.989999999999995</cx:pt>
          <cx:pt idx="86414">84.989999999999995</cx:pt>
          <cx:pt idx="86415">60.18</cx:pt>
          <cx:pt idx="86416">80.969999999999999</cx:pt>
          <cx:pt idx="86417">50.969999999999999</cx:pt>
          <cx:pt idx="86418">59.960000000000001</cx:pt>
          <cx:pt idx="86419">91.959999999999994</cx:pt>
          <cx:pt idx="86420">68.969999999999999</cx:pt>
          <cx:pt idx="86421">73.239999999999995</cx:pt>
          <cx:pt idx="86422">89.969999999999999</cx:pt>
          <cx:pt idx="86423">63.32</cx:pt>
          <cx:pt idx="86424">62.520000000000003</cx:pt>
          <cx:pt idx="86425">63.32</cx:pt>
          <cx:pt idx="86426">63.960000000000001</cx:pt>
          <cx:pt idx="86427">116.33</cx:pt>
          <cx:pt idx="86428">79.950000000000003</cx:pt>
          <cx:pt idx="86429">63.960000000000001</cx:pt>
          <cx:pt idx="86430">62.789999999999999</cx:pt>
          <cx:pt idx="86431">46.469999999999999</cx:pt>
          <cx:pt idx="86432">67.969999999999999</cx:pt>
          <cx:pt idx="86433">62.469999999999999</cx:pt>
          <cx:pt idx="86434">62.57</cx:pt>
          <cx:pt idx="86435">48.890000000000001</cx:pt>
          <cx:pt idx="86436">49.590000000000003</cx:pt>
          <cx:pt idx="86437">77.390000000000001</cx:pt>
          <cx:pt idx="86438">71.859999999999999</cx:pt>
          <cx:pt idx="86439">137.96000000000001</cx:pt>
          <cx:pt idx="86440">99.980000000000004</cx:pt>
          <cx:pt idx="86441">99.969999999999999</cx:pt>
          <cx:pt idx="86442">99.980000000000004</cx:pt>
          <cx:pt idx="86443">79.980000000000004</cx:pt>
          <cx:pt idx="86444">79.980000000000004</cx:pt>
          <cx:pt idx="86445">79.980000000000004</cx:pt>
          <cx:pt idx="86446">119.97</cx:pt>
          <cx:pt idx="86447">29.289999999999999</cx:pt>
          <cx:pt idx="86448">32.289999999999999</cx:pt>
          <cx:pt idx="86449">80.719999999999999</cx:pt>
          <cx:pt idx="86450">41.289999999999999</cx:pt>
          <cx:pt idx="86451">50.979999999999997</cx:pt>
          <cx:pt idx="86452">51.289999999999999</cx:pt>
          <cx:pt idx="86453">96.269999999999996</cx:pt>
          <cx:pt idx="86454">32.289999999999999</cx:pt>
          <cx:pt idx="86455">58.979999999999997</cx:pt>
          <cx:pt idx="86456">51.289999999999999</cx:pt>
          <cx:pt idx="86457">79.980000000000004</cx:pt>
          <cx:pt idx="86458">159.96000000000001</cx:pt>
          <cx:pt idx="86459">83.069999999999993</cx:pt>
          <cx:pt idx="86460">53.560000000000002</cx:pt>
          <cx:pt idx="86461">76.969999999999999</cx:pt>
          <cx:pt idx="86462">54.950000000000003</cx:pt>
          <cx:pt idx="86463">54.950000000000003</cx:pt>
          <cx:pt idx="86464">54.950000000000003</cx:pt>
          <cx:pt idx="86465">54.950000000000003</cx:pt>
          <cx:pt idx="86466">114.97</cx:pt>
          <cx:pt idx="86467">131.97999999999999</cx:pt>
          <cx:pt idx="86468">74.950000000000003</cx:pt>
          <cx:pt idx="86469">159.97999999999999</cx:pt>
          <cx:pt idx="86470">59.979999999999997</cx:pt>
          <cx:pt idx="86471">59.979999999999997</cx:pt>
          <cx:pt idx="86472">59.979999999999997</cx:pt>
          <cx:pt idx="86473">99.959999999999994</cx:pt>
          <cx:pt idx="86474">59.979999999999997</cx:pt>
          <cx:pt idx="86475">59.979999999999997</cx:pt>
          <cx:pt idx="86476">59.979999999999997</cx:pt>
          <cx:pt idx="86477">74.950000000000003</cx:pt>
          <cx:pt idx="86478">74.950000000000003</cx:pt>
          <cx:pt idx="86479">259.92000000000002</cx:pt>
          <cx:pt idx="86480">74.950000000000003</cx:pt>
          <cx:pt idx="86481">89.939999999999998</cx:pt>
          <cx:pt idx="86482">147.96000000000001</cx:pt>
          <cx:pt idx="86483">147.96000000000001</cx:pt>
          <cx:pt idx="86484">133.16</cx:pt>
          <cx:pt idx="86485">147.96000000000001</cx:pt>
          <cx:pt idx="86486">79.980000000000004</cx:pt>
          <cx:pt idx="86487">55.979999999999997</cx:pt>
          <cx:pt idx="86488">150.94</cx:pt>
          <cx:pt idx="86489">59.380000000000003</cx:pt>
          <cx:pt idx="86490">59.259999999999998</cx:pt>
          <cx:pt idx="86491">57.380000000000003</cx:pt>
          <cx:pt idx="86492">69.989999999999995</cx:pt>
          <cx:pt idx="86493">94.959999999999994</cx:pt>
          <cx:pt idx="86494">29.289999999999999</cx:pt>
          <cx:pt idx="86495">46.289999999999999</cx:pt>
          <cx:pt idx="86496">46.100000000000001</cx:pt>
          <cx:pt idx="86497">29.289999999999999</cx:pt>
          <cx:pt idx="86498">5.2800000000000002</cx:pt>
          <cx:pt idx="86499">24.940000000000001</cx:pt>
          <cx:pt idx="86500">29.940000000000001</cx:pt>
          <cx:pt idx="86501">46.289999999999999</cx:pt>
          <cx:pt idx="86502">46.939999999999998</cx:pt>
          <cx:pt idx="86503">63.979999999999997</cx:pt>
          <cx:pt idx="86504">94.950000000000003</cx:pt>
          <cx:pt idx="86505">94.950000000000003</cx:pt>
          <cx:pt idx="86506">94.950000000000003</cx:pt>
          <cx:pt idx="86507">75.959999999999994</cx:pt>
          <cx:pt idx="86508">58.979999999999997</cx:pt>
          <cx:pt idx="86509">123.95</cx:pt>
          <cx:pt idx="86510">69.980000000000004</cx:pt>
          <cx:pt idx="86511">91.959999999999994</cx:pt>
          <cx:pt idx="86512">59.960000000000001</cx:pt>
          <cx:pt idx="86513">31.93</cx:pt>
          <cx:pt idx="86514">59.960000000000001</cx:pt>
          <cx:pt idx="86515">31.280000000000001</cx:pt>
          <cx:pt idx="86516">59.960000000000001</cx:pt>
          <cx:pt idx="86517">59.960000000000001</cx:pt>
          <cx:pt idx="86518">84.780000000000001</cx:pt>
          <cx:pt idx="86519">16.289999999999999</cx:pt>
          <cx:pt idx="86520">31.280000000000001</cx:pt>
          <cx:pt idx="86521">31.280000000000001</cx:pt>
          <cx:pt idx="86522">108.97</cx:pt>
          <cx:pt idx="86523">84.989999999999995</cx:pt>
          <cx:pt idx="86524">96.980000000000004</cx:pt>
          <cx:pt idx="86525">99.980000000000004</cx:pt>
          <cx:pt idx="86526">54.990000000000002</cx:pt>
          <cx:pt idx="86527">55.240000000000002</cx:pt>
          <cx:pt idx="86528">102.97</cx:pt>
          <cx:pt idx="86529">75.980000000000004</cx:pt>
          <cx:pt idx="86530">30.27</cx:pt>
          <cx:pt idx="86531">104.98</cx:pt>
          <cx:pt idx="86532">51.979999999999997</cx:pt>
          <cx:pt idx="86533">11.99</cx:pt>
          <cx:pt idx="86534">119.75</cx:pt>
          <cx:pt idx="86535">-19.989999999999998</cx:pt>
          <cx:pt idx="86536">96.159999999999997</cx:pt>
          <cx:pt idx="86537">72.549999999999997</cx:pt>
          <cx:pt idx="86538">72.560000000000002</cx:pt>
          <cx:pt idx="86539">-5</cx:pt>
          <cx:pt idx="86540">71.799999999999997</cx:pt>
          <cx:pt idx="86541">72.530000000000001</cx:pt>
          <cx:pt idx="86542">71.109999999999999</cx:pt>
          <cx:pt idx="86543">71.269999999999996</cx:pt>
          <cx:pt idx="86544">64.549999999999997</cx:pt>
          <cx:pt idx="86545">63.979999999999997</cx:pt>
          <cx:pt idx="86546">64.969999999999999</cx:pt>
          <cx:pt idx="86547">84.180000000000007</cx:pt>
          <cx:pt idx="86548">107.95999999999999</cx:pt>
          <cx:pt idx="86549">103.98</cx:pt>
          <cx:pt idx="86550">73.480000000000004</cx:pt>
          <cx:pt idx="86551">54.990000000000002</cx:pt>
          <cx:pt idx="86552">91.980000000000004</cx:pt>
          <cx:pt idx="86553">75.870000000000005</cx:pt>
          <cx:pt idx="86554">78.870000000000005</cx:pt>
          <cx:pt idx="86555">164.97</cx:pt>
          <cx:pt idx="86556">56.770000000000003</cx:pt>
          <cx:pt idx="86557">59.979999999999997</cx:pt>
          <cx:pt idx="86558">59.979999999999997</cx:pt>
          <cx:pt idx="86559">50.969999999999999</cx:pt>
          <cx:pt idx="86560">89.969999999999999</cx:pt>
          <cx:pt idx="86561">31.289999999999999</cx:pt>
          <cx:pt idx="86562">29.989999999999998</cx:pt>
          <cx:pt idx="86563">64.980000000000004</cx:pt>
          <cx:pt idx="86564">61.479999999999997</cx:pt>
          <cx:pt idx="86565">59.979999999999997</cx:pt>
          <cx:pt idx="86566">-73.980000000000004</cx:pt>
          <cx:pt idx="86567">51.490000000000002</cx:pt>
          <cx:pt idx="86568">29.48</cx:pt>
          <cx:pt idx="86569">55.960000000000001</cx:pt>
          <cx:pt idx="86570">29.48</cx:pt>
          <cx:pt idx="86571">73.980000000000004</cx:pt>
          <cx:pt idx="86572">29.48</cx:pt>
          <cx:pt idx="86573">29.48</cx:pt>
          <cx:pt idx="86574">29.48</cx:pt>
          <cx:pt idx="86575">30.23</cx:pt>
          <cx:pt idx="86576">55.960000000000001</cx:pt>
          <cx:pt idx="86577">29.48</cx:pt>
          <cx:pt idx="86578">29.48</cx:pt>
          <cx:pt idx="86579">80.540000000000006</cx:pt>
          <cx:pt idx="86580">67.120000000000005</cx:pt>
          <cx:pt idx="86581">59.560000000000002</cx:pt>
          <cx:pt idx="86582">61.170000000000002</cx:pt>
          <cx:pt idx="86583">67.469999999999999</cx:pt>
          <cx:pt idx="86584">52.789999999999999</cx:pt>
          <cx:pt idx="86585">45.990000000000002</cx:pt>
          <cx:pt idx="86586">105.22</cx:pt>
          <cx:pt idx="86587">89.980000000000004</cx:pt>
          <cx:pt idx="86588">109.97</cx:pt>
          <cx:pt idx="86589">99.959999999999994</cx:pt>
          <cx:pt idx="86590">89.980000000000004</cx:pt>
          <cx:pt idx="86591">85.980000000000004</cx:pt>
          <cx:pt idx="86592">59.390000000000001</cx:pt>
          <cx:pt idx="86593">64.980000000000004</cx:pt>
          <cx:pt idx="86594">22.48</cx:pt>
          <cx:pt idx="86595">13.19</cx:pt>
          <cx:pt idx="86596">60.18</cx:pt>
          <cx:pt idx="86597">26.489999999999998</cx:pt>
          <cx:pt idx="86598">65.200000000000003</cx:pt>
          <cx:pt idx="86599">53.979999999999997</cx:pt>
          <cx:pt idx="86600">63.979999999999997</cx:pt>
          <cx:pt idx="86601">110.98</cx:pt>
          <cx:pt idx="86602">339.95999999999998</cx:pt>
          <cx:pt idx="86603">239.97</cx:pt>
          <cx:pt idx="86604">94.950000000000003</cx:pt>
          <cx:pt idx="86605">94.950000000000003</cx:pt>
          <cx:pt idx="86606">94.950000000000003</cx:pt>
          <cx:pt idx="86607">94.950000000000003</cx:pt>
          <cx:pt idx="86608">94.950000000000003</cx:pt>
          <cx:pt idx="86609">299.89999999999998</cx:pt>
          <cx:pt idx="86610">269.89999999999998</cx:pt>
          <cx:pt idx="86611">59.979999999999997</cx:pt>
          <cx:pt idx="86612">59.979999999999997</cx:pt>
          <cx:pt idx="86613">89.969999999999999</cx:pt>
          <cx:pt idx="86614">89.969999999999999</cx:pt>
          <cx:pt idx="86615">119.95999999999999</cx:pt>
          <cx:pt idx="86616">59.979999999999997</cx:pt>
          <cx:pt idx="86617">59.979999999999997</cx:pt>
          <cx:pt idx="86618">59.979999999999997</cx:pt>
          <cx:pt idx="86619">59.979999999999997</cx:pt>
          <cx:pt idx="86620">74.969999999999999</cx:pt>
          <cx:pt idx="86621">89.969999999999999</cx:pt>
          <cx:pt idx="86622">104.97</cx:pt>
          <cx:pt idx="86623">21.489999999999998</cx:pt>
          <cx:pt idx="86624">74.980000000000004</cx:pt>
          <cx:pt idx="86625">39.240000000000002</cx:pt>
          <cx:pt idx="86626">61.979999999999997</cx:pt>
          <cx:pt idx="86627">73.980000000000004</cx:pt>
          <cx:pt idx="86628">75.480000000000004</cx:pt>
          <cx:pt idx="86629">73.980000000000004</cx:pt>
          <cx:pt idx="86630">35.759999999999998</cx:pt>
          <cx:pt idx="86631">73.980000000000004</cx:pt>
          <cx:pt idx="86632">17.489999999999998</cx:pt>
          <cx:pt idx="86633">20.23</cx:pt>
          <cx:pt idx="86634">19.48</cx:pt>
          <cx:pt idx="86635">19.48</cx:pt>
          <cx:pt idx="86636">21.98</cx:pt>
          <cx:pt idx="86637">19.280000000000001</cx:pt>
          <cx:pt idx="86638">20.23</cx:pt>
          <cx:pt idx="86639">19.48</cx:pt>
          <cx:pt idx="86640">59.979999999999997</cx:pt>
          <cx:pt idx="86641">157.24000000000001</cx:pt>
          <cx:pt idx="86642">65.299999999999997</cx:pt>
          <cx:pt idx="86643">134.28999999999999</cx:pt>
          <cx:pt idx="86644">96.780000000000001</cx:pt>
          <cx:pt idx="86645">76.209999999999994</cx:pt>
          <cx:pt idx="86646">97.930000000000007</cx:pt>
          <cx:pt idx="86647">50.969999999999999</cx:pt>
          <cx:pt idx="86648">59.32</cx:pt>
          <cx:pt idx="86649">53.960000000000001</cx:pt>
          <cx:pt idx="86650">50.969999999999999</cx:pt>
          <cx:pt idx="86651">62.969999999999999</cx:pt>
          <cx:pt idx="86652">59.960000000000001</cx:pt>
          <cx:pt idx="86653">51.289999999999999</cx:pt>
          <cx:pt idx="86654">93.980000000000004</cx:pt>
          <cx:pt idx="86655">84.989999999999995</cx:pt>
          <cx:pt idx="86656">84.989999999999995</cx:pt>
          <cx:pt idx="86657">84.989999999999995</cx:pt>
          <cx:pt idx="86658">69.980000000000004</cx:pt>
          <cx:pt idx="86659">16.489999999999998</cx:pt>
          <cx:pt idx="86660">70.930000000000007</cx:pt>
          <cx:pt idx="86661">15.49</cx:pt>
          <cx:pt idx="86662">16.489999999999998</cx:pt>
          <cx:pt idx="86663">69.980000000000004</cx:pt>
          <cx:pt idx="86664">157.58000000000001</cx:pt>
          <cx:pt idx="86665">91.469999999999999</cx:pt>
          <cx:pt idx="86666">85.620000000000005</cx:pt>
          <cx:pt idx="86667">55.93</cx:pt>
          <cx:pt idx="86668">71.980000000000004</cx:pt>
          <cx:pt idx="86669">72.739999999999995</cx:pt>
          <cx:pt idx="86670">96.760000000000005</cx:pt>
          <cx:pt idx="86671">116.12</cx:pt>
          <cx:pt idx="86672">116.12</cx:pt>
          <cx:pt idx="86673">65.989999999999995</cx:pt>
          <cx:pt idx="86674">122.08</cx:pt>
          <cx:pt idx="86675">65.989999999999995</cx:pt>
          <cx:pt idx="86676">131.97999999999999</cx:pt>
          <cx:pt idx="86677">57.960000000000001</cx:pt>
          <cx:pt idx="86678">36.280000000000001</cx:pt>
          <cx:pt idx="86679">56.969999999999999</cx:pt>
          <cx:pt idx="86680">62.079999999999998</cx:pt>
          <cx:pt idx="86681">75.980000000000004</cx:pt>
          <cx:pt idx="86682">52.140000000000001</cx:pt>
          <cx:pt idx="86683">53.850000000000001</cx:pt>
          <cx:pt idx="86684">56.969999999999999</cx:pt>
          <cx:pt idx="86685">59.390000000000001</cx:pt>
          <cx:pt idx="86686">56.969999999999999</cx:pt>
          <cx:pt idx="86687">93.730000000000004</cx:pt>
          <cx:pt idx="86688">176.62</cx:pt>
          <cx:pt idx="86689">128.24000000000001</cx:pt>
          <cx:pt idx="86690">79.849999999999994</cx:pt>
          <cx:pt idx="86691">67.739999999999995</cx:pt>
          <cx:pt idx="86692">79.849999999999994</cx:pt>
          <cx:pt idx="86693">85.170000000000002</cx:pt>
          <cx:pt idx="86694">124.95</cx:pt>
          <cx:pt idx="86695">136.77000000000001</cx:pt>
          <cx:pt idx="86696">112.95999999999999</cx:pt>
          <cx:pt idx="86697">98.560000000000002</cx:pt>
          <cx:pt idx="86698">92.969999999999999</cx:pt>
          <cx:pt idx="86699">59.979999999999997</cx:pt>
          <cx:pt idx="86700">59.979999999999997</cx:pt>
          <cx:pt idx="86701">31.489999999999998</cx:pt>
          <cx:pt idx="86702">92.969999999999999</cx:pt>
          <cx:pt idx="86703">61.979999999999997</cx:pt>
          <cx:pt idx="86704">60.979999999999997</cx:pt>
          <cx:pt idx="86705">189.94999999999999</cx:pt>
          <cx:pt idx="86706">144.96000000000001</cx:pt>
          <cx:pt idx="86707">159.96000000000001</cx:pt>
          <cx:pt idx="86708">112.97</cx:pt>
          <cx:pt idx="86709">54.979999999999997</cx:pt>
          <cx:pt idx="86710">99.980000000000004</cx:pt>
          <cx:pt idx="86711">84.989999999999995</cx:pt>
          <cx:pt idx="86712">42.990000000000002</cx:pt>
          <cx:pt idx="86713">84.989999999999995</cx:pt>
          <cx:pt idx="86714">191.96000000000001</cx:pt>
          <cx:pt idx="86715">151.96000000000001</cx:pt>
          <cx:pt idx="86716">221.93000000000001</cx:pt>
          <cx:pt idx="86717">55.979999999999997</cx:pt>
          <cx:pt idx="86718">55.979999999999997</cx:pt>
          <cx:pt idx="86719">83.969999999999999</cx:pt>
          <cx:pt idx="86720">55.979999999999997</cx:pt>
          <cx:pt idx="86721">55.979999999999997</cx:pt>
          <cx:pt idx="86722">55.979999999999997</cx:pt>
          <cx:pt idx="86723">55.979999999999997</cx:pt>
          <cx:pt idx="86724">55.979999999999997</cx:pt>
          <cx:pt idx="86725">41.289999999999999</cx:pt>
          <cx:pt idx="86726">129.97</cx:pt>
          <cx:pt idx="86727">65.969999999999999</cx:pt>
          <cx:pt idx="86728">152.96000000000001</cx:pt>
          <cx:pt idx="86729">59.969999999999999</cx:pt>
          <cx:pt idx="86730">174.94999999999999</cx:pt>
          <cx:pt idx="86731">84.989999999999995</cx:pt>
          <cx:pt idx="86732">254.97</cx:pt>
          <cx:pt idx="86733">51.490000000000002</cx:pt>
          <cx:pt idx="86734">41.490000000000002</cx:pt>
          <cx:pt idx="86735">21.489999999999998</cx:pt>
          <cx:pt idx="86736">99.980000000000004</cx:pt>
          <cx:pt idx="86737">42.240000000000002</cx:pt>
          <cx:pt idx="86738">51.490000000000002</cx:pt>
          <cx:pt idx="86739">79.980000000000004</cx:pt>
          <cx:pt idx="86740">74.980000000000004</cx:pt>
          <cx:pt idx="86741">54.990000000000002</cx:pt>
          <cx:pt idx="86742">85.269999999999996</cx:pt>
          <cx:pt idx="86743">91.969999999999999</cx:pt>
          <cx:pt idx="86744">86.980000000000004</cx:pt>
          <cx:pt idx="86745">65.989999999999995</cx:pt>
          <cx:pt idx="86746">102.64</cx:pt>
          <cx:pt idx="86747">104.97</cx:pt>
          <cx:pt idx="86748">79.980000000000004</cx:pt>
          <cx:pt idx="86749">119.95999999999999</cx:pt>
          <cx:pt idx="86750">92.569999999999993</cx:pt>
          <cx:pt idx="86751">62.579999999999998</cx:pt>
          <cx:pt idx="86752">162.81999999999999</cx:pt>
          <cx:pt idx="86753">182.81999999999999</cx:pt>
          <cx:pt idx="86754">61.950000000000003</cx:pt>
          <cx:pt idx="86755">68.969999999999999</cx:pt>
          <cx:pt idx="86756">70.269999999999996</cx:pt>
          <cx:pt idx="86757">91.959999999999994</cx:pt>
          <cx:pt idx="86758">70.269999999999996</cx:pt>
          <cx:pt idx="86759">68.969999999999999</cx:pt>
          <cx:pt idx="86760">2.9900000000000002</cx:pt>
          <cx:pt idx="86761">101.81999999999999</cx:pt>
          <cx:pt idx="86762">233.46000000000001</cx:pt>
          <cx:pt idx="86763">112.48</cx:pt>
          <cx:pt idx="86764">114.89</cx:pt>
          <cx:pt idx="86765">111.94</cx:pt>
          <cx:pt idx="86766">95.939999999999998</cx:pt>
          <cx:pt idx="86767">117.95999999999999</cx:pt>
          <cx:pt idx="86768">65.469999999999999</cx:pt>
          <cx:pt idx="86769">59.479999999999997</cx:pt>
          <cx:pt idx="86770">46.329999999999998</cx:pt>
          <cx:pt idx="86771">108.86</cx:pt>
          <cx:pt idx="86772">176.62</cx:pt>
          <cx:pt idx="86773">159.66999999999999</cx:pt>
          <cx:pt idx="86774">176.36000000000001</cx:pt>
          <cx:pt idx="86775">89.969999999999999</cx:pt>
          <cx:pt idx="86776">51.990000000000002</cx:pt>
          <cx:pt idx="86777">1.97</cx:pt>
          <cx:pt idx="86778">54.979999999999997</cx:pt>
          <cx:pt idx="86779">81.879999999999995</cx:pt>
          <cx:pt idx="86780">56.090000000000003</cx:pt>
          <cx:pt idx="86781">24.989999999999998</cx:pt>
          <cx:pt idx="86782">89.969999999999999</cx:pt>
          <cx:pt idx="86783">67.180000000000007</cx:pt>
          <cx:pt idx="86784">1.5</cx:pt>
          <cx:pt idx="86785">7.6399999999999997</cx:pt>
          <cx:pt idx="86786">65.989999999999995</cx:pt>
          <cx:pt idx="86787">91.870000000000005</cx:pt>
          <cx:pt idx="86788">65.989999999999995</cx:pt>
          <cx:pt idx="86789">57.979999999999997</cx:pt>
          <cx:pt idx="86790">80.849999999999994</cx:pt>
          <cx:pt idx="86791">189.97</cx:pt>
          <cx:pt idx="86792">159.47</cx:pt>
          <cx:pt idx="86793">178.97</cx:pt>
          <cx:pt idx="86794">58.969999999999999</cx:pt>
          <cx:pt idx="86795">50.68</cx:pt>
          <cx:pt idx="86796">99.959999999999994</cx:pt>
          <cx:pt idx="86797">179.03</cx:pt>
          <cx:pt idx="86798">149.94999999999999</cx:pt>
          <cx:pt idx="86799">149.94999999999999</cx:pt>
          <cx:pt idx="86800">134.97999999999999</cx:pt>
          <cx:pt idx="86801">85.829999999999998</cx:pt>
          <cx:pt idx="86802">89.230000000000004</cx:pt>
          <cx:pt idx="86803">131.72</cx:pt>
          <cx:pt idx="86804">119.98</cx:pt>
          <cx:pt idx="86805">101.97</cx:pt>
          <cx:pt idx="86806">50.57</cx:pt>
          <cx:pt idx="86807">67.980000000000004</cx:pt>
          <cx:pt idx="86808">131.97999999999999</cx:pt>
          <cx:pt idx="86809">65.989999999999995</cx:pt>
          <cx:pt idx="86810">65.989999999999995</cx:pt>
          <cx:pt idx="86811">104.97</cx:pt>
          <cx:pt idx="86812">78.170000000000002</cx:pt>
          <cx:pt idx="86813">87.829999999999998</cx:pt>
          <cx:pt idx="86814">111.94</cx:pt>
          <cx:pt idx="86815">91.040000000000006</cx:pt>
          <cx:pt idx="86816">91.069999999999993</cx:pt>
          <cx:pt idx="86817">110.81999999999999</cx:pt>
          <cx:pt idx="86818">233.68000000000001</cx:pt>
          <cx:pt idx="86819">153.94</cx:pt>
          <cx:pt idx="86820">-1.2</cx:pt>
          <cx:pt idx="86821">65.299999999999997</cx:pt>
          <cx:pt idx="86822">65.290000000000006</cx:pt>
          <cx:pt idx="86823">64.069999999999993</cx:pt>
          <cx:pt idx="86824">62.869999999999997</cx:pt>
          <cx:pt idx="86825">65.299999999999997</cx:pt>
          <cx:pt idx="86826">62.869999999999997</cx:pt>
          <cx:pt idx="86827">71.370000000000005</cx:pt>
          <cx:pt idx="86828">105.98</cx:pt>
          <cx:pt idx="86829">65.989999999999995</cx:pt>
          <cx:pt idx="86830">65.989999999999995</cx:pt>
          <cx:pt idx="86831">131.97999999999999</cx:pt>
          <cx:pt idx="86832">65.989999999999995</cx:pt>
          <cx:pt idx="86833">149.47</cx:pt>
          <cx:pt idx="86834">107.97</cx:pt>
          <cx:pt idx="86835">189.83000000000001</cx:pt>
          <cx:pt idx="86836">59.979999999999997</cx:pt>
          <cx:pt idx="86837">82.959999999999994</cx:pt>
          <cx:pt idx="86838">129.63</cx:pt>
          <cx:pt idx="86839">107.97</cx:pt>
          <cx:pt idx="86840">105.98</cx:pt>
          <cx:pt idx="86841">160.16</cx:pt>
          <cx:pt idx="86842">-23</cx:pt>
          <cx:pt idx="86843">219.97</cx:pt>
          <cx:pt idx="86844">59.969999999999999</cx:pt>
          <cx:pt idx="86845">125.94</cx:pt>
          <cx:pt idx="86846">139.96000000000001</cx:pt>
          <cx:pt idx="86847">168.13999999999999</cx:pt>
          <cx:pt idx="86848">123.38</cx:pt>
          <cx:pt idx="86849">128.21000000000001</cx:pt>
          <cx:pt idx="86850">198.38999999999999</cx:pt>
          <cx:pt idx="86851">99.959999999999994</cx:pt>
          <cx:pt idx="86852">114.93000000000001</cx:pt>
          <cx:pt idx="86853">139.91999999999999</cx:pt>
          <cx:pt idx="86854">64.950000000000003</cx:pt>
          <cx:pt idx="86855">114.93000000000001</cx:pt>
          <cx:pt idx="86856">64.950000000000003</cx:pt>
          <cx:pt idx="86857">-24.989999999999998</cx:pt>
          <cx:pt idx="86858">120.94</cx:pt>
          <cx:pt idx="86859">90.709999999999994</cx:pt>
          <cx:pt idx="86860">146.34</cx:pt>
          <cx:pt idx="86861">157.22999999999999</cx:pt>
          <cx:pt idx="86862">102.8</cx:pt>
          <cx:pt idx="86863">101.95</cx:pt>
          <cx:pt idx="86864">95.439999999999998</cx:pt>
          <cx:pt idx="86865">67.959999999999994</cx:pt>
          <cx:pt idx="86866">53.979999999999997</cx:pt>
          <cx:pt idx="86867">55.969999999999999</cx:pt>
          <cx:pt idx="86868">53.979999999999997</cx:pt>
          <cx:pt idx="86869">47.670000000000002</cx:pt>
          <cx:pt idx="86870">57.979999999999997</cx:pt>
          <cx:pt idx="86871">79.980000000000004</cx:pt>
          <cx:pt idx="86872">84.989999999999995</cx:pt>
          <cx:pt idx="86873">169.97999999999999</cx:pt>
          <cx:pt idx="86874">65.189999999999998</cx:pt>
          <cx:pt idx="86875">84.989999999999995</cx:pt>
          <cx:pt idx="86876">84.989999999999995</cx:pt>
          <cx:pt idx="86877">68.989999999999995</cx:pt>
          <cx:pt idx="86878">83.969999999999999</cx:pt>
          <cx:pt idx="86879">49.280000000000001</cx:pt>
          <cx:pt idx="86880">59.979999999999997</cx:pt>
          <cx:pt idx="86881">74.980000000000004</cx:pt>
          <cx:pt idx="86882">59.979999999999997</cx:pt>
          <cx:pt idx="86883">59.979999999999997</cx:pt>
          <cx:pt idx="86884">59.979999999999997</cx:pt>
          <cx:pt idx="86885">59.979999999999997</cx:pt>
          <cx:pt idx="86886">58.780000000000001</cx:pt>
          <cx:pt idx="86887">59.979999999999997</cx:pt>
          <cx:pt idx="86888">61.479999999999997</cx:pt>
          <cx:pt idx="86889">59.979999999999997</cx:pt>
          <cx:pt idx="86890">61.479999999999997</cx:pt>
          <cx:pt idx="86891">59.979999999999997</cx:pt>
          <cx:pt idx="86892">102.98</cx:pt>
          <cx:pt idx="86893">65.989999999999995</cx:pt>
          <cx:pt idx="86894">85.959999999999994</cx:pt>
          <cx:pt idx="86895">65.969999999999999</cx:pt>
          <cx:pt idx="86896">69.969999999999999</cx:pt>
          <cx:pt idx="86897">74.969999999999999</cx:pt>
          <cx:pt idx="86898">59.979999999999997</cx:pt>
          <cx:pt idx="86899">74.969999999999999</cx:pt>
          <cx:pt idx="86900">51.969999999999999</cx:pt>
          <cx:pt idx="86901">51.969999999999999</cx:pt>
          <cx:pt idx="86902">33.280000000000001</cx:pt>
          <cx:pt idx="86903">59.969999999999999</cx:pt>
          <cx:pt idx="86904">59.969999999999999</cx:pt>
          <cx:pt idx="86905">59.969999999999999</cx:pt>
          <cx:pt idx="86906">71.959999999999994</cx:pt>
          <cx:pt idx="86907">33.280000000000001</cx:pt>
          <cx:pt idx="86908">59.969999999999999</cx:pt>
          <cx:pt idx="86909">59.969999999999999</cx:pt>
          <cx:pt idx="86910">137.97999999999999</cx:pt>
          <cx:pt idx="86911">69.989999999999995</cx:pt>
          <cx:pt idx="86912">94.959999999999994</cx:pt>
          <cx:pt idx="86913">64.950000000000003</cx:pt>
          <cx:pt idx="86914">64.959999999999994</cx:pt>
          <cx:pt idx="86915">110.67</cx:pt>
          <cx:pt idx="86916">67.140000000000001</cx:pt>
          <cx:pt idx="86917">49.490000000000002</cx:pt>
          <cx:pt idx="86918">67.469999999999999</cx:pt>
          <cx:pt idx="86919">51.979999999999997</cx:pt>
          <cx:pt idx="86920">60.979999999999997</cx:pt>
          <cx:pt idx="86921">66.980000000000004</cx:pt>
          <cx:pt idx="86922">39.240000000000002</cx:pt>
          <cx:pt idx="86923">66.980000000000004</cx:pt>
          <cx:pt idx="86924">33.240000000000002</cx:pt>
          <cx:pt idx="86925">66.980000000000004</cx:pt>
          <cx:pt idx="86926">59.960000000000001</cx:pt>
          <cx:pt idx="86927">59.960000000000001</cx:pt>
          <cx:pt idx="86928">62.969999999999999</cx:pt>
          <cx:pt idx="86929">50.479999999999997</cx:pt>
          <cx:pt idx="86930">55.520000000000003</cx:pt>
          <cx:pt idx="86931">139.94</cx:pt>
          <cx:pt idx="86932">47.219999999999999</cx:pt>
          <cx:pt idx="86933">119.95</cx:pt>
          <cx:pt idx="86934">79.980000000000004</cx:pt>
          <cx:pt idx="86935">151.91999999999999</cx:pt>
          <cx:pt idx="86936">224.46000000000001</cx:pt>
          <cx:pt idx="86937">56.969999999999999</cx:pt>
          <cx:pt idx="86938">56.969999999999999</cx:pt>
          <cx:pt idx="86939">197.96000000000001</cx:pt>
          <cx:pt idx="86940">29.280000000000001</cx:pt>
          <cx:pt idx="86941">105.97</cx:pt>
          <cx:pt idx="86942">59.979999999999997</cx:pt>
          <cx:pt idx="86943">108.97</cx:pt>
          <cx:pt idx="86944">92.969999999999999</cx:pt>
          <cx:pt idx="86945">99.959999999999994</cx:pt>
          <cx:pt idx="86946">119.95999999999999</cx:pt>
          <cx:pt idx="86947">59.979999999999997</cx:pt>
          <cx:pt idx="86948">54.479999999999997</cx:pt>
          <cx:pt idx="86949">86.670000000000002</cx:pt>
          <cx:pt idx="86950">89.939999999999998</cx:pt>
          <cx:pt idx="86951">87.469999999999999</cx:pt>
          <cx:pt idx="86952">87.469999999999999</cx:pt>
          <cx:pt idx="86953">73.980000000000004</cx:pt>
          <cx:pt idx="86954">104.97</cx:pt>
          <cx:pt idx="86955">64.980000000000004</cx:pt>
          <cx:pt idx="86956">62.979999999999997</cx:pt>
          <cx:pt idx="86957">94.969999999999999</cx:pt>
          <cx:pt idx="86958">610.83000000000004</cx:pt>
          <cx:pt idx="86959">114.91</cx:pt>
          <cx:pt idx="86960">79.969999999999999</cx:pt>
          <cx:pt idx="86961">94.950000000000003</cx:pt>
          <cx:pt idx="86962">145.97</cx:pt>
          <cx:pt idx="86963">99.969999999999999</cx:pt>
          <cx:pt idx="86964">112.18000000000001</cx:pt>
          <cx:pt idx="86965">64.980000000000004</cx:pt>
          <cx:pt idx="86966">44.469999999999999</cx:pt>
          <cx:pt idx="86967">65.980000000000004</cx:pt>
          <cx:pt idx="86968">123.95999999999999</cx:pt>
          <cx:pt idx="86969">127.95999999999999</cx:pt>
          <cx:pt idx="86970">61.979999999999997</cx:pt>
          <cx:pt idx="86971">55.109999999999999</cx:pt>
          <cx:pt idx="86972">63.979999999999997</cx:pt>
          <cx:pt idx="86973">65.989999999999995</cx:pt>
          <cx:pt idx="86974">68.980000000000004</cx:pt>
          <cx:pt idx="86975">65.989999999999995</cx:pt>
          <cx:pt idx="86976">88.280000000000001</cx:pt>
          <cx:pt idx="86977">65.989999999999995</cx:pt>
          <cx:pt idx="86978">371.92000000000002</cx:pt>
          <cx:pt idx="86979">89.980000000000004</cx:pt>
          <cx:pt idx="86980">89.980000000000004</cx:pt>
          <cx:pt idx="86981">95.170000000000002</cx:pt>
          <cx:pt idx="86982">121.67</cx:pt>
          <cx:pt idx="86983">140.34999999999999</cx:pt>
          <cx:pt idx="86984">194.31999999999999</cx:pt>
          <cx:pt idx="86985">98.969999999999999</cx:pt>
          <cx:pt idx="86986">120.97</cx:pt>
          <cx:pt idx="86987">65.969999999999999</cx:pt>
          <cx:pt idx="86988">120.97</cx:pt>
          <cx:pt idx="86989">68.379999999999995</cx:pt>
          <cx:pt idx="86990">85.969999999999999</cx:pt>
          <cx:pt idx="86991">79.849999999999994</cx:pt>
          <cx:pt idx="86992">79.849999999999994</cx:pt>
          <cx:pt idx="86993">134.28999999999999</cx:pt>
          <cx:pt idx="86994">79.849999999999994</cx:pt>
          <cx:pt idx="86995">55.979999999999997</cx:pt>
          <cx:pt idx="86996">55.979999999999997</cx:pt>
          <cx:pt idx="86997">86.379999999999995</cx:pt>
          <cx:pt idx="86998">79.989999999999995</cx:pt>
          <cx:pt idx="86999">95.980000000000004</cx:pt>
          <cx:pt idx="87000">95.980000000000004</cx:pt>
          <cx:pt idx="87001">52.289999999999999</cx:pt>
          <cx:pt idx="87002">103.95999999999999</cx:pt>
          <cx:pt idx="87003">46.740000000000002</cx:pt>
          <cx:pt idx="87004">92.969999999999999</cx:pt>
          <cx:pt idx="87005">90.950000000000003</cx:pt>
          <cx:pt idx="87006">106.97</cx:pt>
          <cx:pt idx="87007">65.980000000000004</cx:pt>
          <cx:pt idx="87008">62.979999999999997</cx:pt>
          <cx:pt idx="87009">89.969999999999999</cx:pt>
          <cx:pt idx="87010">54.979999999999997</cx:pt>
          <cx:pt idx="87011">50.979999999999997</cx:pt>
          <cx:pt idx="87012">59.979999999999997</cx:pt>
          <cx:pt idx="87013">29.989999999999998</cx:pt>
          <cx:pt idx="87014">76.469999999999999</cx:pt>
          <cx:pt idx="87015">56.979999999999997</cx:pt>
          <cx:pt idx="87016">50.07</cx:pt>
          <cx:pt idx="87017">112.39</cx:pt>
          <cx:pt idx="87018">63.960000000000001</cx:pt>
          <cx:pt idx="87019">26.489999999999998</cx:pt>
          <cx:pt idx="87020">59.979999999999997</cx:pt>
          <cx:pt idx="87021">59.979999999999997</cx:pt>
          <cx:pt idx="87022">54.979999999999997</cx:pt>
          <cx:pt idx="87023">32.240000000000002</cx:pt>
          <cx:pt idx="87024">31.489999999999998</cx:pt>
          <cx:pt idx="87025">59.979999999999997</cx:pt>
          <cx:pt idx="87026">59.979999999999997</cx:pt>
          <cx:pt idx="87027">31.489999999999998</cx:pt>
          <cx:pt idx="87028">54.979999999999997</cx:pt>
          <cx:pt idx="87029">31.489999999999998</cx:pt>
          <cx:pt idx="87030">169.97999999999999</cx:pt>
          <cx:pt idx="87031">149.90000000000001</cx:pt>
          <cx:pt idx="87032">122.43000000000001</cx:pt>
          <cx:pt idx="87033">157.34999999999999</cx:pt>
          <cx:pt idx="87034">99.980000000000004</cx:pt>
          <cx:pt idx="87035">50.979999999999997</cx:pt>
          <cx:pt idx="87036">164.97999999999999</cx:pt>
          <cx:pt idx="87037">116.97</cx:pt>
          <cx:pt idx="87038">114.98</cx:pt>
          <cx:pt idx="87039">189.97</cx:pt>
          <cx:pt idx="87040">154.94</cx:pt>
          <cx:pt idx="87041">128.97</cx:pt>
          <cx:pt idx="87042">73.989999999999995</cx:pt>
          <cx:pt idx="87043">78.629999999999995</cx:pt>
          <cx:pt idx="87044">66.530000000000001</cx:pt>
          <cx:pt idx="87045">90.730000000000004</cx:pt>
          <cx:pt idx="87046">108.88</cx:pt>
          <cx:pt idx="87047">96.780000000000001</cx:pt>
          <cx:pt idx="87048">72.579999999999998</cx:pt>
          <cx:pt idx="87049">90.730000000000004</cx:pt>
          <cx:pt idx="87050">129.94</cx:pt>
          <cx:pt idx="87051">55.960000000000001</cx:pt>
          <cx:pt idx="87052">125.91</cx:pt>
          <cx:pt idx="87053">59.990000000000002</cx:pt>
          <cx:pt idx="87054">175.94</cx:pt>
          <cx:pt idx="87055">79.849999999999994</cx:pt>
          <cx:pt idx="87056">79.849999999999994</cx:pt>
          <cx:pt idx="87057">79.849999999999994</cx:pt>
          <cx:pt idx="87058">44.75</cx:pt>
          <cx:pt idx="87059">79.849999999999994</cx:pt>
          <cx:pt idx="87060">79.849999999999994</cx:pt>
          <cx:pt idx="87061">61.689999999999998</cx:pt>
          <cx:pt idx="87062">145.47</cx:pt>
          <cx:pt idx="87063">123.66</cx:pt>
          <cx:pt idx="87064">137.47999999999999</cx:pt>
          <cx:pt idx="87065">155.05000000000001</cx:pt>
          <cx:pt idx="87066">60.960000000000001</cx:pt>
          <cx:pt idx="87067">32.039999999999999</cx:pt>
          <cx:pt idx="87068">238.77000000000001</cx:pt>
          <cx:pt idx="87069">102.83</cx:pt>
          <cx:pt idx="87070">191.72</cx:pt>
          <cx:pt idx="87071">115.98</cx:pt>
          <cx:pt idx="87072">238.97</cx:pt>
          <cx:pt idx="87073">74.019999999999996</cx:pt>
          <cx:pt idx="87074">65.299999999999997</cx:pt>
          <cx:pt idx="87075">87.069999999999993</cx:pt>
          <cx:pt idx="87076">65.299999999999997</cx:pt>
          <cx:pt idx="87077">62.899999999999999</cx:pt>
          <cx:pt idx="87078">62.899999999999999</cx:pt>
          <cx:pt idx="87079">62.899999999999999</cx:pt>
          <cx:pt idx="87080">94.340000000000003</cx:pt>
          <cx:pt idx="87081">62.899999999999999</cx:pt>
          <cx:pt idx="87082">94.340000000000003</cx:pt>
          <cx:pt idx="87083">68.930000000000007</cx:pt>
          <cx:pt idx="87084">1.5</cx:pt>
          <cx:pt idx="87085">83.510000000000005</cx:pt>
          <cx:pt idx="87086">90.480000000000004</cx:pt>
          <cx:pt idx="87087">84.989999999999995</cx:pt>
          <cx:pt idx="87088">72.989999999999995</cx:pt>
          <cx:pt idx="87089">73.480000000000004</cx:pt>
          <cx:pt idx="87090">84.989999999999995</cx:pt>
          <cx:pt idx="87091">41.289999999999999</cx:pt>
          <cx:pt idx="87092">57.659999999999997</cx:pt>
          <cx:pt idx="87093">54.969999999999999</cx:pt>
          <cx:pt idx="87094">20.289999999999999</cx:pt>
          <cx:pt idx="87095">59.969999999999999</cx:pt>
          <cx:pt idx="87096">66.409999999999997</cx:pt>
          <cx:pt idx="87097">50.490000000000002</cx:pt>
          <cx:pt idx="87098">67.859999999999999</cx:pt>
          <cx:pt idx="87099">50.490000000000002</cx:pt>
          <cx:pt idx="87100">14.48</cx:pt>
          <cx:pt idx="87101">84.959999999999994</cx:pt>
          <cx:pt idx="87102">93.959999999999994</cx:pt>
          <cx:pt idx="87103">80.969999999999999</cx:pt>
          <cx:pt idx="87104">89.980000000000004</cx:pt>
          <cx:pt idx="87105">53.939999999999998</cx:pt>
          <cx:pt idx="87106">109.95999999999999</cx:pt>
          <cx:pt idx="87107">102.97</cx:pt>
          <cx:pt idx="87108">85.950000000000003</cx:pt>
          <cx:pt idx="87109">18.579999999999998</cx:pt>
          <cx:pt idx="87110">75.980000000000004</cx:pt>
          <cx:pt idx="87111">86.950000000000003</cx:pt>
          <cx:pt idx="87112">44.18</cx:pt>
          <cx:pt idx="87113">69.969999999999999</cx:pt>
          <cx:pt idx="87114">89.980000000000004</cx:pt>
          <cx:pt idx="87115">93.959999999999994</cx:pt>
          <cx:pt idx="87116">169.97999999999999</cx:pt>
          <cx:pt idx="87117">51.289999999999999</cx:pt>
          <cx:pt idx="87118">92.969999999999999</cx:pt>
          <cx:pt idx="87119">106.47</cx:pt>
          <cx:pt idx="87120">75.469999999999999</cx:pt>
          <cx:pt idx="87121">108.95999999999999</cx:pt>
          <cx:pt idx="87122">59.979999999999997</cx:pt>
          <cx:pt idx="87123">54.979999999999997</cx:pt>
          <cx:pt idx="87124">59.979999999999997</cx:pt>
          <cx:pt idx="87125">121.45999999999999</cx:pt>
          <cx:pt idx="87126">59.979999999999997</cx:pt>
          <cx:pt idx="87127">0.5</cx:pt>
          <cx:pt idx="87128">107.7</cx:pt>
          <cx:pt idx="87129">134.97999999999999</cx:pt>
          <cx:pt idx="87130">71.959999999999994</cx:pt>
          <cx:pt idx="87131">89.950000000000003</cx:pt>
          <cx:pt idx="87132">71.069999999999993</cx:pt>
          <cx:pt idx="87133">71.069999999999993</cx:pt>
          <cx:pt idx="87134">35</cx:pt>
          <cx:pt idx="87135">56.969999999999999</cx:pt>
          <cx:pt idx="87136">56.969999999999999</cx:pt>
          <cx:pt idx="87137">35</cx:pt>
          <cx:pt idx="87138">54.990000000000002</cx:pt>
          <cx:pt idx="87139">77.980000000000004</cx:pt>
          <cx:pt idx="87140">155.94</cx:pt>
          <cx:pt idx="87141">94.980000000000004</cx:pt>
          <cx:pt idx="87142">169.97999999999999</cx:pt>
          <cx:pt idx="87143">96.739999999999995</cx:pt>
          <cx:pt idx="87144">83.969999999999999</cx:pt>
          <cx:pt idx="87145">153.97</cx:pt>
          <cx:pt idx="87146">86.359999999999999</cx:pt>
          <cx:pt idx="87147">153.97</cx:pt>
          <cx:pt idx="87148">86.359999999999999</cx:pt>
          <cx:pt idx="87149">123.97</cx:pt>
          <cx:pt idx="87150">123.97</cx:pt>
          <cx:pt idx="87151">127.97</cx:pt>
          <cx:pt idx="87152">127.97</cx:pt>
          <cx:pt idx="87153">51.960000000000001</cx:pt>
          <cx:pt idx="87154">51.960000000000001</cx:pt>
          <cx:pt idx="87155">68.980000000000004</cx:pt>
          <cx:pt idx="87156">20.289999999999999</cx:pt>
          <cx:pt idx="87157">15.74</cx:pt>
          <cx:pt idx="87158">16.289999999999999</cx:pt>
          <cx:pt idx="87159">51.289999999999999</cx:pt>
          <cx:pt idx="87160">68.980000000000004</cx:pt>
          <cx:pt idx="87161">39.280000000000001</cx:pt>
          <cx:pt idx="87162">84.989999999999995</cx:pt>
          <cx:pt idx="87163">84.980000000000004</cx:pt>
          <cx:pt idx="87164">58.979999999999997</cx:pt>
          <cx:pt idx="87165">321.44</cx:pt>
          <cx:pt idx="87166">44.670000000000002</cx:pt>
          <cx:pt idx="87167">275.07999999999998</cx:pt>
          <cx:pt idx="87168">44.710000000000001</cx:pt>
          <cx:pt idx="87169">-1.3</cx:pt>
          <cx:pt idx="87170">59.979999999999997</cx:pt>
          <cx:pt idx="87171">114.95</cx:pt>
          <cx:pt idx="87172">63.960000000000001</cx:pt>
          <cx:pt idx="87173">63.969999999999999</cx:pt>
          <cx:pt idx="87174">47.280000000000001</cx:pt>
          <cx:pt idx="87175">57.979999999999997</cx:pt>
          <cx:pt idx="87176">75.969999999999999</cx:pt>
          <cx:pt idx="87177">94.989999999999995</cx:pt>
          <cx:pt idx="87178">169.97999999999999</cx:pt>
          <cx:pt idx="87179">117.76000000000001</cx:pt>
          <cx:pt idx="87180">41.490000000000002</cx:pt>
          <cx:pt idx="87181">41.490000000000002</cx:pt>
          <cx:pt idx="87182">59.990000000000002</cx:pt>
          <cx:pt idx="87183">53.979999999999997</cx:pt>
          <cx:pt idx="87184">53.979999999999997</cx:pt>
          <cx:pt idx="87185">53.979999999999997</cx:pt>
          <cx:pt idx="87186">53.979999999999997</cx:pt>
          <cx:pt idx="87187">59.990000000000002</cx:pt>
          <cx:pt idx="87188">99.980000000000004</cx:pt>
          <cx:pt idx="87189">72.969999999999999</cx:pt>
          <cx:pt idx="87190">99.730000000000004</cx:pt>
          <cx:pt idx="87191">36.289999999999999</cx:pt>
          <cx:pt idx="87192">114.97</cx:pt>
          <cx:pt idx="87193">59.979999999999997</cx:pt>
          <cx:pt idx="87194">92.969999999999999</cx:pt>
          <cx:pt idx="87195">59.979999999999997</cx:pt>
          <cx:pt idx="87196">89.969999999999999</cx:pt>
          <cx:pt idx="87197">59.979999999999997</cx:pt>
          <cx:pt idx="87198">89.969999999999999</cx:pt>
          <cx:pt idx="87199">89.969999999999999</cx:pt>
          <cx:pt idx="87200">65.269999999999996</cx:pt>
          <cx:pt idx="87201">66.489999999999995</cx:pt>
          <cx:pt idx="87202">90.739999999999995</cx:pt>
          <cx:pt idx="87203">168.97</cx:pt>
          <cx:pt idx="87204">122.97</cx:pt>
          <cx:pt idx="87205">96.959999999999994</cx:pt>
          <cx:pt idx="87206">89.980000000000004</cx:pt>
          <cx:pt idx="87207">51.979999999999997</cx:pt>
          <cx:pt idx="87208">51.289999999999999</cx:pt>
          <cx:pt idx="87209">84.989999999999995</cx:pt>
          <cx:pt idx="87210">129.94</cx:pt>
          <cx:pt idx="87211">84.989999999999995</cx:pt>
          <cx:pt idx="87212">84.989999999999995</cx:pt>
          <cx:pt idx="87213">46.25</cx:pt>
          <cx:pt idx="87214">97.150000000000006</cx:pt>
          <cx:pt idx="87215">52.240000000000002</cx:pt>
          <cx:pt idx="87216">104.31999999999999</cx:pt>
          <cx:pt idx="87217">53.969999999999999</cx:pt>
          <cx:pt idx="87218">59.939999999999998</cx:pt>
          <cx:pt idx="87219">121.06</cx:pt>
          <cx:pt idx="87220">-49.950000000000003</cx:pt>
          <cx:pt idx="87221">77.969999999999999</cx:pt>
          <cx:pt idx="87222">8.4900000000000002</cx:pt>
          <cx:pt idx="87223">110.97</cx:pt>
          <cx:pt idx="87224">108.97</cx:pt>
          <cx:pt idx="87225">73.980000000000004</cx:pt>
          <cx:pt idx="87226">118.97</cx:pt>
          <cx:pt idx="87227">84.989999999999995</cx:pt>
          <cx:pt idx="87228">76.489999999999995</cx:pt>
          <cx:pt idx="87229">84.989999999999995</cx:pt>
          <cx:pt idx="87230">84.989999999999995</cx:pt>
          <cx:pt idx="87231">84.989999999999995</cx:pt>
          <cx:pt idx="87232">84.989999999999995</cx:pt>
          <cx:pt idx="87233">31.489999999999998</cx:pt>
          <cx:pt idx="87234">26.289999999999999</cx:pt>
          <cx:pt idx="87235">27.289999999999999</cx:pt>
          <cx:pt idx="87236">26.289999999999999</cx:pt>
          <cx:pt idx="87237">53.899999999999999</cx:pt>
          <cx:pt idx="87238">29.289999999999999</cx:pt>
          <cx:pt idx="87239">24.739999999999998</cx:pt>
          <cx:pt idx="87240">24.289999999999999</cx:pt>
          <cx:pt idx="87241">22.850000000000001</cx:pt>
          <cx:pt idx="87242">24.289999999999999</cx:pt>
          <cx:pt idx="87243">11.289999999999999</cx:pt>
          <cx:pt idx="87244">30.280000000000001</cx:pt>
          <cx:pt idx="87245">33.289999999999999</cx:pt>
          <cx:pt idx="87246">24.289999999999999</cx:pt>
          <cx:pt idx="87247">33.289999999999999</cx:pt>
          <cx:pt idx="87248">78.400000000000006</cx:pt>
          <cx:pt idx="87249">79.950000000000003</cx:pt>
          <cx:pt idx="87250">75.959999999999994</cx:pt>
          <cx:pt idx="87251">106.97</cx:pt>
          <cx:pt idx="87252">54.299999999999997</cx:pt>
          <cx:pt idx="87253">65.959999999999994</cx:pt>
          <cx:pt idx="87254">120.95999999999999</cx:pt>
          <cx:pt idx="87255">99.980000000000004</cx:pt>
          <cx:pt idx="87256">112.45</cx:pt>
          <cx:pt idx="87257">148.71000000000001</cx:pt>
          <cx:pt idx="87258">131.09</cx:pt>
          <cx:pt idx="87259">44.439999999999998</cx:pt>
          <cx:pt idx="87260">190.55000000000001</cx:pt>
          <cx:pt idx="87261">-49.990000000000002</cx:pt>
          <cx:pt idx="87262">162.37</cx:pt>
          <cx:pt idx="87263">154.96000000000001</cx:pt>
          <cx:pt idx="87264">147.88</cx:pt>
          <cx:pt idx="87265">49.990000000000002</cx:pt>
          <cx:pt idx="87266">89.980000000000004</cx:pt>
          <cx:pt idx="87267">119.95999999999999</cx:pt>
          <cx:pt idx="87268">119.95999999999999</cx:pt>
          <cx:pt idx="87269">119.95999999999999</cx:pt>
          <cx:pt idx="87270">89.969999999999999</cx:pt>
          <cx:pt idx="87271">89.969999999999999</cx:pt>
          <cx:pt idx="87272">111.12</cx:pt>
          <cx:pt idx="87273">82.010000000000005</cx:pt>
          <cx:pt idx="87274">111.95999999999999</cx:pt>
          <cx:pt idx="87275">83.969999999999999</cx:pt>
          <cx:pt idx="87276">110.84</cx:pt>
          <cx:pt idx="87277">184.97</cx:pt>
          <cx:pt idx="87278">59.960000000000001</cx:pt>
          <cx:pt idx="87279">-59.950000000000003</cx:pt>
          <cx:pt idx="87280">59.950000000000003</cx:pt>
          <cx:pt idx="87281">69.989999999999995</cx:pt>
          <cx:pt idx="87282">84.989999999999995</cx:pt>
          <cx:pt idx="87283">84.989999999999995</cx:pt>
          <cx:pt idx="87284">43.479999999999997</cx:pt>
          <cx:pt idx="87285">43.479999999999997</cx:pt>
          <cx:pt idx="87286">44.229999999999997</cx:pt>
          <cx:pt idx="87287">43.479999999999997</cx:pt>
          <cx:pt idx="87288">43.479999999999997</cx:pt>
          <cx:pt idx="87289">43.479999999999997</cx:pt>
          <cx:pt idx="87290">22.469999999999999</cx:pt>
          <cx:pt idx="87291">22.489999999999998</cx:pt>
          <cx:pt idx="87292">44.229999999999997</cx:pt>
          <cx:pt idx="87293">43.479999999999997</cx:pt>
          <cx:pt idx="87294">89.939999999999998</cx:pt>
          <cx:pt idx="87295">89.939999999999998</cx:pt>
          <cx:pt idx="87296">89.939999999999998</cx:pt>
          <cx:pt idx="87297">89.939999999999998</cx:pt>
          <cx:pt idx="87298">293.95999999999998</cx:pt>
          <cx:pt idx="87299">128.24000000000001</cx:pt>
          <cx:pt idx="87300">90.709999999999994</cx:pt>
          <cx:pt idx="87301">79.849999999999994</cx:pt>
          <cx:pt idx="87302">71.859999999999999</cx:pt>
          <cx:pt idx="87303">128.24000000000001</cx:pt>
          <cx:pt idx="87304">79.950000000000003</cx:pt>
          <cx:pt idx="87305">37.890000000000001</cx:pt>
          <cx:pt idx="87306">119.94</cx:pt>
          <cx:pt idx="87307">151.91999999999999</cx:pt>
          <cx:pt idx="87308">65.939999999999998</cx:pt>
          <cx:pt idx="87309">79.950000000000003</cx:pt>
          <cx:pt idx="87310">217.96000000000001</cx:pt>
          <cx:pt idx="87311">138.96000000000001</cx:pt>
          <cx:pt idx="87312">138.96000000000001</cx:pt>
          <cx:pt idx="87313">45.979999999999997</cx:pt>
          <cx:pt idx="87314">59.979999999999997</cx:pt>
          <cx:pt idx="87315">41.490000000000002</cx:pt>
          <cx:pt idx="87316">31.489999999999998</cx:pt>
          <cx:pt idx="87317">117.83</cx:pt>
          <cx:pt idx="87318">21.239999999999998</cx:pt>
          <cx:pt idx="87319">13.960000000000001</cx:pt>
          <cx:pt idx="87320">91.569999999999993</cx:pt>
          <cx:pt idx="87321">58.979999999999997</cx:pt>
          <cx:pt idx="87322">47.75</cx:pt>
          <cx:pt idx="87323">70.129999999999995</cx:pt>
          <cx:pt idx="87324">84.680000000000007</cx:pt>
          <cx:pt idx="87325">76.209999999999994</cx:pt>
          <cx:pt idx="87326">72.590000000000003</cx:pt>
          <cx:pt idx="87327">67.739999999999995</cx:pt>
          <cx:pt idx="87328">104.04000000000001</cx:pt>
          <cx:pt idx="87329">104.04000000000001</cx:pt>
          <cx:pt idx="87330">85.430000000000007</cx:pt>
          <cx:pt idx="87331">157.97</cx:pt>
          <cx:pt idx="87332">308.52999999999997</cx:pt>
          <cx:pt idx="87333">46.469999999999999</cx:pt>
          <cx:pt idx="87334">41.490000000000002</cx:pt>
          <cx:pt idx="87335">65.989999999999995</cx:pt>
          <cx:pt idx="87336">65.969999999999999</cx:pt>
          <cx:pt idx="87337">93.569999999999993</cx:pt>
          <cx:pt idx="87338">75.239999999999995</cx:pt>
          <cx:pt idx="87339">44.990000000000002</cx:pt>
          <cx:pt idx="87340">62.979999999999997</cx:pt>
          <cx:pt idx="87341">89.969999999999999</cx:pt>
          <cx:pt idx="87342">115.95999999999999</cx:pt>
          <cx:pt idx="87343">184.94999999999999</cx:pt>
          <cx:pt idx="87344">184.94999999999999</cx:pt>
          <cx:pt idx="87345">115.95999999999999</cx:pt>
          <cx:pt idx="87346">118.95</cx:pt>
          <cx:pt idx="87347">118.95</cx:pt>
          <cx:pt idx="87348">89.969999999999999</cx:pt>
          <cx:pt idx="87349">298.48000000000002</cx:pt>
          <cx:pt idx="87350">141.94999999999999</cx:pt>
          <cx:pt idx="87351">59.950000000000003</cx:pt>
          <cx:pt idx="87352">88.959999999999994</cx:pt>
          <cx:pt idx="87353">72.969999999999999</cx:pt>
          <cx:pt idx="87354">55.93</cx:pt>
          <cx:pt idx="87355">61.969999999999999</cx:pt>
          <cx:pt idx="87356">81.969999999999999</cx:pt>
          <cx:pt idx="87357">169.97</cx:pt>
          <cx:pt idx="87358">147.56999999999999</cx:pt>
          <cx:pt idx="87359">82.109999999999999</cx:pt>
          <cx:pt idx="87360">33.719999999999999</cx:pt>
          <cx:pt idx="87361">142.59999999999999</cx:pt>
          <cx:pt idx="87362">101.59</cx:pt>
          <cx:pt idx="87363">76.189999999999998</cx:pt>
          <cx:pt idx="87364">65.989999999999995</cx:pt>
          <cx:pt idx="87365">65.989999999999995</cx:pt>
          <cx:pt idx="87366">65.989999999999995</cx:pt>
          <cx:pt idx="87367">65.989999999999995</cx:pt>
          <cx:pt idx="87368">84.989999999999995</cx:pt>
          <cx:pt idx="87369">-66.140000000000001</cx:pt>
          <cx:pt idx="87370">121.48</cx:pt>
          <cx:pt idx="87371">219.11000000000001</cx:pt>
          <cx:pt idx="87372">104.98</cx:pt>
          <cx:pt idx="87373">72.420000000000002</cx:pt>
          <cx:pt idx="87374">53.969999999999999</cx:pt>
          <cx:pt idx="87375">55.960000000000001</cx:pt>
          <cx:pt idx="87376">147.96000000000001</cx:pt>
          <cx:pt idx="87377">194.94999999999999</cx:pt>
          <cx:pt idx="87378">194.94999999999999</cx:pt>
          <cx:pt idx="87379">155.96000000000001</cx:pt>
          <cx:pt idx="87380">55.960000000000001</cx:pt>
          <cx:pt idx="87381">81.980000000000004</cx:pt>
          <cx:pt idx="87382">65.989999999999995</cx:pt>
          <cx:pt idx="87383">65.989999999999995</cx:pt>
          <cx:pt idx="87384">65.980000000000004</cx:pt>
          <cx:pt idx="87385">65.989999999999995</cx:pt>
          <cx:pt idx="87386">65.989999999999995</cx:pt>
          <cx:pt idx="87387">61.890000000000001</cx:pt>
          <cx:pt idx="87388">63.960000000000001</cx:pt>
          <cx:pt idx="87389">91.939999999999998</cx:pt>
          <cx:pt idx="87390">113.93000000000001</cx:pt>
          <cx:pt idx="87391">98.969999999999999</cx:pt>
          <cx:pt idx="87392">129.97</cx:pt>
          <cx:pt idx="87393">65.299999999999997</cx:pt>
          <cx:pt idx="87394">44.729999999999997</cx:pt>
          <cx:pt idx="87395">45.329999999999998</cx:pt>
          <cx:pt idx="87396">22.969999999999999</cx:pt>
          <cx:pt idx="87397">44.729999999999997</cx:pt>
          <cx:pt idx="87398">65.299999999999997</cx:pt>
          <cx:pt idx="87399">59.969999999999999</cx:pt>
          <cx:pt idx="87400">56.979999999999997</cx:pt>
          <cx:pt idx="87401">71.239999999999995</cx:pt>
          <cx:pt idx="87402">71.239999999999995</cx:pt>
          <cx:pt idx="87403">71.959999999999994</cx:pt>
          <cx:pt idx="87404">85.969999999999999</cx:pt>
          <cx:pt idx="87405">168.96000000000001</cx:pt>
          <cx:pt idx="87406">144.97</cx:pt>
          <cx:pt idx="87407">134.97999999999999</cx:pt>
          <cx:pt idx="87408">51.950000000000003</cx:pt>
          <cx:pt idx="87409">41.289999999999999</cx:pt>
          <cx:pt idx="87410">79.980000000000004</cx:pt>
          <cx:pt idx="87411">38.859999999999999</cx:pt>
          <cx:pt idx="87412">41.090000000000003</cx:pt>
          <cx:pt idx="87413">54.579999999999998</cx:pt>
          <cx:pt idx="87414">59.979999999999997</cx:pt>
          <cx:pt idx="87415">119.95999999999999</cx:pt>
          <cx:pt idx="87416">59.979999999999997</cx:pt>
          <cx:pt idx="87417">119.95999999999999</cx:pt>
          <cx:pt idx="87418">59.979999999999997</cx:pt>
          <cx:pt idx="87419">94.950000000000003</cx:pt>
          <cx:pt idx="87420">126.84999999999999</cx:pt>
          <cx:pt idx="87421">130.63</cx:pt>
          <cx:pt idx="87422">92.640000000000001</cx:pt>
          <cx:pt idx="87423">84.640000000000001</cx:pt>
          <cx:pt idx="87424">75.709999999999994</cx:pt>
          <cx:pt idx="87425">92.640000000000001</cx:pt>
          <cx:pt idx="87426">113.7</cx:pt>
          <cx:pt idx="87427">99.959999999999994</cx:pt>
          <cx:pt idx="87428">109.54000000000001</cx:pt>
          <cx:pt idx="87429">143.94999999999999</cx:pt>
          <cx:pt idx="87430">73.980000000000004</cx:pt>
          <cx:pt idx="87431">139.93000000000001</cx:pt>
          <cx:pt idx="87432">68.170000000000002</cx:pt>
          <cx:pt idx="87433">59.960000000000001</cx:pt>
          <cx:pt idx="87434">50.969999999999999</cx:pt>
          <cx:pt idx="87435">80.950000000000003</cx:pt>
          <cx:pt idx="87436">89.969999999999999</cx:pt>
          <cx:pt idx="87437">147.97</cx:pt>
          <cx:pt idx="87438">114.98</cx:pt>
          <cx:pt idx="87439">79.980000000000004</cx:pt>
          <cx:pt idx="87440">99.75</cx:pt>
          <cx:pt idx="87441">123.97</cx:pt>
          <cx:pt idx="87442">88.969999999999999</cx:pt>
          <cx:pt idx="87443">123.97</cx:pt>
          <cx:pt idx="87444">94.969999999999999</cx:pt>
          <cx:pt idx="87445">109.98</cx:pt>
          <cx:pt idx="87446">65.980000000000004</cx:pt>
          <cx:pt idx="87447">51.490000000000002</cx:pt>
          <cx:pt idx="87448">51.490000000000002</cx:pt>
          <cx:pt idx="87449">51.490000000000002</cx:pt>
          <cx:pt idx="87450">51.490000000000002</cx:pt>
          <cx:pt idx="87451">51.490000000000002</cx:pt>
          <cx:pt idx="87452">51.490000000000002</cx:pt>
          <cx:pt idx="87453">51.490000000000002</cx:pt>
          <cx:pt idx="87454">105.95999999999999</cx:pt>
          <cx:pt idx="87455">116.95999999999999</cx:pt>
          <cx:pt idx="87456">64.019999999999996</cx:pt>
          <cx:pt idx="87457">78.319999999999993</cx:pt>
          <cx:pt idx="87458">90.980000000000004</cx:pt>
          <cx:pt idx="87459">51.960000000000001</cx:pt>
          <cx:pt idx="87460">51.960000000000001</cx:pt>
          <cx:pt idx="87461">51.960000000000001</cx:pt>
          <cx:pt idx="87462">51.960000000000001</cx:pt>
          <cx:pt idx="87463">51.960000000000001</cx:pt>
          <cx:pt idx="87464">53.259999999999998</cx:pt>
          <cx:pt idx="87465">51.960000000000001</cx:pt>
          <cx:pt idx="87466">51.960000000000001</cx:pt>
          <cx:pt idx="87467">51.960000000000001</cx:pt>
          <cx:pt idx="87468">31.280000000000001</cx:pt>
          <cx:pt idx="87469">94.480000000000004</cx:pt>
          <cx:pt idx="87470">99.980000000000004</cx:pt>
          <cx:pt idx="87471">129.96000000000001</cx:pt>
          <cx:pt idx="87472">82.090000000000003</cx:pt>
          <cx:pt idx="87473">94.969999999999999</cx:pt>
          <cx:pt idx="87474">89.609999999999999</cx:pt>
          <cx:pt idx="87475">78.959999999999994</cx:pt>
          <cx:pt idx="87476">59.979999999999997</cx:pt>
          <cx:pt idx="87477">41.289999999999999</cx:pt>
          <cx:pt idx="87478">-1.3</cx:pt>
          <cx:pt idx="87479">28.93</cx:pt>
          <cx:pt idx="87480">-1.3</cx:pt>
          <cx:pt idx="87481">52.219999999999999</cx:pt>
          <cx:pt idx="87482">64.969999999999999</cx:pt>
          <cx:pt idx="87483">1.3</cx:pt>
          <cx:pt idx="87484">-1.95</cx:pt>
          <cx:pt idx="87485">-1.3</cx:pt>
          <cx:pt idx="87486">59.979999999999997</cx:pt>
          <cx:pt idx="87487">59.979999999999997</cx:pt>
          <cx:pt idx="87488">13.289999999999999</cx:pt>
          <cx:pt idx="87489">-1.3</cx:pt>
          <cx:pt idx="87490">9.9800000000000004</cx:pt>
          <cx:pt idx="87491">33.280000000000001</cx:pt>
          <cx:pt idx="87492">5</cx:pt>
          <cx:pt idx="87493">159.96000000000001</cx:pt>
          <cx:pt idx="87494">167.94</cx:pt>
          <cx:pt idx="87495">205.13</cx:pt>
          <cx:pt idx="87496">79.959999999999994</cx:pt>
          <cx:pt idx="87497">60.979999999999997</cx:pt>
          <cx:pt idx="87498">84.989999999999995</cx:pt>
          <cx:pt idx="87499">54.979999999999997</cx:pt>
          <cx:pt idx="87500">58.469999999999999</cx:pt>
          <cx:pt idx="87501">12.99</cx:pt>
          <cx:pt idx="87502">17.98</cx:pt>
          <cx:pt idx="87503">57.979999999999997</cx:pt>
          <cx:pt idx="87504">-20.989999999999998</cx:pt>
          <cx:pt idx="87505">35.289999999999999</cx:pt>
          <cx:pt idx="87506">134.97</cx:pt>
          <cx:pt idx="87507">93.159999999999997</cx:pt>
          <cx:pt idx="87508">349.92000000000002</cx:pt>
          <cx:pt idx="87509">87.959999999999994</cx:pt>
          <cx:pt idx="87510">63.969999999999999</cx:pt>
          <cx:pt idx="87511">63.969999999999999</cx:pt>
          <cx:pt idx="87512">63.969999999999999</cx:pt>
          <cx:pt idx="87513">57.960000000000001</cx:pt>
          <cx:pt idx="87514">85.469999999999999</cx:pt>
          <cx:pt idx="87515">114.31999999999999</cx:pt>
          <cx:pt idx="87516">62.68</cx:pt>
          <cx:pt idx="87517">56.979999999999997</cx:pt>
          <cx:pt idx="87518">49.479999999999997</cx:pt>
          <cx:pt idx="87519">68.989999999999995</cx:pt>
          <cx:pt idx="87520">50.979999999999997</cx:pt>
          <cx:pt idx="87521">146.97</cx:pt>
          <cx:pt idx="87522">81.5</cx:pt>
          <cx:pt idx="87523">201.97</cx:pt>
          <cx:pt idx="87524">99.980000000000004</cx:pt>
          <cx:pt idx="87525">56.07</cx:pt>
          <cx:pt idx="87526">89.950000000000003</cx:pt>
          <cx:pt idx="87527">69.200000000000003</cx:pt>
          <cx:pt idx="87528">54.979999999999997</cx:pt>
          <cx:pt idx="87529">56.969999999999999</cx:pt>
          <cx:pt idx="87530">131.97999999999999</cx:pt>
          <cx:pt idx="87531">56.969999999999999</cx:pt>
          <cx:pt idx="87532">56.969999999999999</cx:pt>
          <cx:pt idx="87533">54.159999999999997</cx:pt>
          <cx:pt idx="87534">120.97</cx:pt>
          <cx:pt idx="87535">119.94</cx:pt>
          <cx:pt idx="87536">79.959999999999994</cx:pt>
          <cx:pt idx="87537">59.969999999999999</cx:pt>
          <cx:pt idx="87538">119.94</cx:pt>
          <cx:pt idx="87539">79.959999999999994</cx:pt>
          <cx:pt idx="87540">79.959999999999994</cx:pt>
          <cx:pt idx="87541">47.490000000000002</cx:pt>
          <cx:pt idx="87542">84.959999999999994</cx:pt>
          <cx:pt idx="87543">72.239999999999995</cx:pt>
          <cx:pt idx="87544">81.150000000000006</cx:pt>
          <cx:pt idx="87545">65.989999999999995</cx:pt>
          <cx:pt idx="87546">84.989999999999995</cx:pt>
          <cx:pt idx="87547">84.989999999999995</cx:pt>
          <cx:pt idx="87548">94.969999999999999</cx:pt>
          <cx:pt idx="87549">84.989999999999995</cx:pt>
          <cx:pt idx="87550">209.56</cx:pt>
          <cx:pt idx="87551">109.95999999999999</cx:pt>
          <cx:pt idx="87552">109.95999999999999</cx:pt>
          <cx:pt idx="87553">56.969999999999999</cx:pt>
          <cx:pt idx="87554">-56.969999999999999</cx:pt>
          <cx:pt idx="87555">53.979999999999997</cx:pt>
          <cx:pt idx="87556">55.969999999999999</cx:pt>
          <cx:pt idx="87557">3.4900000000000002</cx:pt>
          <cx:pt idx="87558">66.969999999999999</cx:pt>
          <cx:pt idx="87559">58.979999999999997</cx:pt>
          <cx:pt idx="87560">58.969999999999999</cx:pt>
          <cx:pt idx="87561">58.869999999999997</cx:pt>
          <cx:pt idx="87562">103.95999999999999</cx:pt>
          <cx:pt idx="87563">59.979999999999997</cx:pt>
          <cx:pt idx="87564">59.979999999999997</cx:pt>
          <cx:pt idx="87565">59.979999999999997</cx:pt>
          <cx:pt idx="87566">59.979999999999997</cx:pt>
          <cx:pt idx="87567">59.979999999999997</cx:pt>
          <cx:pt idx="87568">59.979999999999997</cx:pt>
          <cx:pt idx="87569">53.979999999999997</cx:pt>
          <cx:pt idx="87570">74.950000000000003</cx:pt>
          <cx:pt idx="87571">152.91999999999999</cx:pt>
          <cx:pt idx="87572">74.950000000000003</cx:pt>
          <cx:pt idx="87573">79.180000000000007</cx:pt>
          <cx:pt idx="87574">79.180000000000007</cx:pt>
          <cx:pt idx="87575">69.989999999999995</cx:pt>
          <cx:pt idx="87576">69.989999999999995</cx:pt>
          <cx:pt idx="87577">152.91999999999999</cx:pt>
          <cx:pt idx="87578">65.989999999999995</cx:pt>
          <cx:pt idx="87579">65.989999999999995</cx:pt>
          <cx:pt idx="87580">65.989999999999995</cx:pt>
          <cx:pt idx="87581">65.989999999999995</cx:pt>
          <cx:pt idx="87582">65.989999999999995</cx:pt>
          <cx:pt idx="87583">42.240000000000002</cx:pt>
          <cx:pt idx="87584">41.490000000000002</cx:pt>
          <cx:pt idx="87585">79.980000000000004</cx:pt>
          <cx:pt idx="87586">79.980000000000004</cx:pt>
          <cx:pt idx="87587">42.240000000000002</cx:pt>
          <cx:pt idx="87588">79.980000000000004</cx:pt>
          <cx:pt idx="87589">52.789999999999999</cx:pt>
          <cx:pt idx="87590">41.490000000000002</cx:pt>
          <cx:pt idx="87591">79.980000000000004</cx:pt>
          <cx:pt idx="87592">79.980000000000004</cx:pt>
          <cx:pt idx="87593">79.980000000000004</cx:pt>
          <cx:pt idx="87594">72.579999999999998</cx:pt>
          <cx:pt idx="87595">49.270000000000003</cx:pt>
          <cx:pt idx="87596">124.45999999999999</cx:pt>
          <cx:pt idx="87597">139.37</cx:pt>
          <cx:pt idx="87598">130.38</cx:pt>
          <cx:pt idx="87599">138.96000000000001</cx:pt>
          <cx:pt idx="87600">9.9900000000000002</cx:pt>
          <cx:pt idx="87601">-42.490000000000002</cx:pt>
          <cx:pt idx="87602">84.989999999999995</cx:pt>
          <cx:pt idx="87603">67.980000000000004</cx:pt>
          <cx:pt idx="87604">94.980000000000004</cx:pt>
          <cx:pt idx="87605">69.969999999999999</cx:pt>
          <cx:pt idx="87606">84.989999999999995</cx:pt>
          <cx:pt idx="87607">52.979999999999997</cx:pt>
          <cx:pt idx="87608">74.769999999999996</cx:pt>
          <cx:pt idx="87609">63.979999999999997</cx:pt>
          <cx:pt idx="87610">85.480000000000004</cx:pt>
          <cx:pt idx="87611">92.670000000000002</cx:pt>
          <cx:pt idx="87612">76.489999999999995</cx:pt>
          <cx:pt idx="87613">89.980000000000004</cx:pt>
          <cx:pt idx="87614">53.979999999999997</cx:pt>
          <cx:pt idx="87615">72.239999999999995</cx:pt>
          <cx:pt idx="87616">65.989999999999995</cx:pt>
          <cx:pt idx="87617">84.989999999999995</cx:pt>
          <cx:pt idx="87618">71.370000000000005</cx:pt>
          <cx:pt idx="87619">134.27000000000001</cx:pt>
          <cx:pt idx="87620">71.370000000000005</cx:pt>
          <cx:pt idx="87621">134.27000000000001</cx:pt>
          <cx:pt idx="87622">179.03</cx:pt>
          <cx:pt idx="87623">71.370000000000005</cx:pt>
          <cx:pt idx="87624">179.03</cx:pt>
          <cx:pt idx="87625">134.27000000000001</cx:pt>
          <cx:pt idx="87626">179.03</cx:pt>
          <cx:pt idx="87627">82.260000000000005</cx:pt>
          <cx:pt idx="87628">82.260000000000005</cx:pt>
          <cx:pt idx="87629">82.260000000000005</cx:pt>
          <cx:pt idx="87630">53.969999999999999</cx:pt>
          <cx:pt idx="87631">89.950000000000003</cx:pt>
          <cx:pt idx="87632">55.979999999999997</cx:pt>
          <cx:pt idx="87633">50.969999999999999</cx:pt>
          <cx:pt idx="87634">37.469999999999999</cx:pt>
          <cx:pt idx="87635">119.26000000000001</cx:pt>
          <cx:pt idx="87636">65.989999999999995</cx:pt>
          <cx:pt idx="87637">169.97999999999999</cx:pt>
          <cx:pt idx="87638">94.969999999999999</cx:pt>
          <cx:pt idx="87639">84.989999999999995</cx:pt>
          <cx:pt idx="87640">79.989999999999995</cx:pt>
          <cx:pt idx="87641">59.969999999999999</cx:pt>
          <cx:pt idx="87642">59.390000000000001</cx:pt>
          <cx:pt idx="87643">78.480000000000004</cx:pt>
          <cx:pt idx="87644">59.390000000000001</cx:pt>
          <cx:pt idx="87645">189.97</cx:pt>
          <cx:pt idx="87646">72.379999999999995</cx:pt>
          <cx:pt idx="87647">65.989999999999995</cx:pt>
          <cx:pt idx="87648">149.97999999999999</cx:pt>
          <cx:pt idx="87649">79.989999999999995</cx:pt>
          <cx:pt idx="87650">71.989999999999995</cx:pt>
          <cx:pt idx="87651">75.989999999999995</cx:pt>
          <cx:pt idx="87652">76.790000000000006</cx:pt>
          <cx:pt idx="87653">79.989999999999995</cx:pt>
          <cx:pt idx="87654">50.979999999999997</cx:pt>
          <cx:pt idx="87655">129.97</cx:pt>
          <cx:pt idx="87656">50.969999999999999</cx:pt>
          <cx:pt idx="87657">123.95999999999999</cx:pt>
          <cx:pt idx="87658">58.979999999999997</cx:pt>
          <cx:pt idx="87659">110.98</cx:pt>
          <cx:pt idx="87660">29.48</cx:pt>
          <cx:pt idx="87661">111.95999999999999</cx:pt>
          <cx:pt idx="87662">79.540000000000006</cx:pt>
          <cx:pt idx="87663">79.959999999999994</cx:pt>
          <cx:pt idx="87664">59.969999999999999</cx:pt>
          <cx:pt idx="87665">59.969999999999999</cx:pt>
          <cx:pt idx="87666">59.969999999999999</cx:pt>
          <cx:pt idx="87667">64.980000000000004</cx:pt>
          <cx:pt idx="87668">94.329999999999998</cx:pt>
          <cx:pt idx="87669">77.099999999999994</cx:pt>
          <cx:pt idx="87670">70.140000000000001</cx:pt>
          <cx:pt idx="87671">87.969999999999999</cx:pt>
          <cx:pt idx="87672">87.969999999999999</cx:pt>
          <cx:pt idx="87673">149.97</cx:pt>
          <cx:pt idx="87674">144.91</cx:pt>
          <cx:pt idx="87675">59.950000000000003</cx:pt>
          <cx:pt idx="87676">25.390000000000001</cx:pt>
          <cx:pt idx="87677">167.81</cx:pt>
          <cx:pt idx="87678">95.030000000000001</cx:pt>
          <cx:pt idx="87679">25.489999999999998</cx:pt>
          <cx:pt idx="87680">26.489999999999998</cx:pt>
          <cx:pt idx="87681">27.239999999999998</cx:pt>
          <cx:pt idx="87682">26.239999999999998</cx:pt>
          <cx:pt idx="87683">31.489999999999998</cx:pt>
          <cx:pt idx="87684">25.489999999999998</cx:pt>
          <cx:pt idx="87685">31.489999999999998</cx:pt>
          <cx:pt idx="87686">53.960000000000001</cx:pt>
          <cx:pt idx="87687">58.189999999999998</cx:pt>
          <cx:pt idx="87688">27.239999999999998</cx:pt>
          <cx:pt idx="87689">31.489999999999998</cx:pt>
          <cx:pt idx="87690">103.95999999999999</cx:pt>
          <cx:pt idx="87691">67.739999999999995</cx:pt>
          <cx:pt idx="87692">101.59999999999999</cx:pt>
          <cx:pt idx="87693">91.920000000000002</cx:pt>
          <cx:pt idx="87694">67.739999999999995</cx:pt>
          <cx:pt idx="87695">67.739999999999995</cx:pt>
          <cx:pt idx="87696">101.59999999999999</cx:pt>
          <cx:pt idx="87697">79.840000000000003</cx:pt>
          <cx:pt idx="87698">292.94999999999999</cx:pt>
          <cx:pt idx="87699">229.97</cx:pt>
          <cx:pt idx="87700">79.969999999999999</cx:pt>
          <cx:pt idx="87701">70.969999999999999</cx:pt>
          <cx:pt idx="87702">91.959999999999994</cx:pt>
          <cx:pt idx="87703">78.969999999999999</cx:pt>
          <cx:pt idx="87704">200.91</cx:pt>
          <cx:pt idx="87705">102.97</cx:pt>
          <cx:pt idx="87706">145.97</cx:pt>
          <cx:pt idx="87707">110.87</cx:pt>
          <cx:pt idx="87708">84.989999999999995</cx:pt>
          <cx:pt idx="87709">84.989999999999995</cx:pt>
          <cx:pt idx="87710">113.36</cx:pt>
          <cx:pt idx="87711">84.989999999999995</cx:pt>
          <cx:pt idx="87712">68.989999999999995</cx:pt>
          <cx:pt idx="87713">84.989999999999995</cx:pt>
          <cx:pt idx="87714">54.479999999999997</cx:pt>
          <cx:pt idx="87715">54.979999999999997</cx:pt>
          <cx:pt idx="87716">58.810000000000002</cx:pt>
          <cx:pt idx="87717">172.94999999999999</cx:pt>
          <cx:pt idx="87718">122.93000000000001</cx:pt>
          <cx:pt idx="87719">60.960000000000001</cx:pt>
          <cx:pt idx="87720">144.84999999999999</cx:pt>
          <cx:pt idx="87721">186.47</cx:pt>
          <cx:pt idx="87722">172.97999999999999</cx:pt>
          <cx:pt idx="87723">119.97</cx:pt>
          <cx:pt idx="87724">217.96000000000001</cx:pt>
          <cx:pt idx="87725">51.490000000000002</cx:pt>
          <cx:pt idx="87726">99.980000000000004</cx:pt>
          <cx:pt idx="87727">99.980000000000004</cx:pt>
          <cx:pt idx="87728">132.47</cx:pt>
          <cx:pt idx="87729">65.989999999999995</cx:pt>
          <cx:pt idx="87730">132.47</cx:pt>
          <cx:pt idx="87731">65.989999999999995</cx:pt>
          <cx:pt idx="87732">41.490000000000002</cx:pt>
          <cx:pt idx="87733">69.969999999999999</cx:pt>
          <cx:pt idx="87734">46.810000000000002</cx:pt>
          <cx:pt idx="87735">57.969999999999999</cx:pt>
          <cx:pt idx="87736">31.48</cx:pt>
          <cx:pt idx="87737">31.48</cx:pt>
          <cx:pt idx="87738">41.490000000000002</cx:pt>
          <cx:pt idx="87739">158.94999999999999</cx:pt>
          <cx:pt idx="87740">68.239999999999995</cx:pt>
          <cx:pt idx="87741">51.289999999999999</cx:pt>
          <cx:pt idx="87742">84.989999999999995</cx:pt>
          <cx:pt idx="87743">54.990000000000002</cx:pt>
          <cx:pt idx="87744">68.989999999999995</cx:pt>
          <cx:pt idx="87745">76.480000000000004</cx:pt>
          <cx:pt idx="87746">65.989999999999995</cx:pt>
          <cx:pt idx="87747">63.479999999999997</cx:pt>
          <cx:pt idx="87748">65.989999999999995</cx:pt>
          <cx:pt idx="87749">74.969999999999999</cx:pt>
          <cx:pt idx="87750">65.989999999999995</cx:pt>
          <cx:pt idx="87751">65.989999999999995</cx:pt>
          <cx:pt idx="87752">520.88</cx:pt>
          <cx:pt idx="87753">123.95</cx:pt>
          <cx:pt idx="87754">49.979999999999997</cx:pt>
          <cx:pt idx="87755">30.48</cx:pt>
          <cx:pt idx="87756">15.99</cx:pt>
          <cx:pt idx="87757">31.489999999999998</cx:pt>
          <cx:pt idx="87758">37.479999999999997</cx:pt>
          <cx:pt idx="87759">118.54000000000001</cx:pt>
          <cx:pt idx="87760">118.54000000000001</cx:pt>
          <cx:pt idx="87761">118.54000000000001</cx:pt>
          <cx:pt idx="87762">187.5</cx:pt>
          <cx:pt idx="87763">187.5</cx:pt>
          <cx:pt idx="87764">187.5</cx:pt>
          <cx:pt idx="87765">247.16</cx:pt>
          <cx:pt idx="87766">135.74000000000001</cx:pt>
          <cx:pt idx="87767">247.16</cx:pt>
          <cx:pt idx="87768">209.28999999999999</cx:pt>
          <cx:pt idx="87769">135.74000000000001</cx:pt>
          <cx:pt idx="87770">209.28999999999999</cx:pt>
          <cx:pt idx="87771">209.28999999999999</cx:pt>
          <cx:pt idx="87772">247.16</cx:pt>
          <cx:pt idx="87773">135.74000000000001</cx:pt>
          <cx:pt idx="87774">63.979999999999997</cx:pt>
          <cx:pt idx="87775">54.979999999999997</cx:pt>
          <cx:pt idx="87776">63.979999999999997</cx:pt>
          <cx:pt idx="87777">95.969999999999999</cx:pt>
          <cx:pt idx="87778">95.969999999999999</cx:pt>
          <cx:pt idx="87779">180.72</cx:pt>
          <cx:pt idx="87780">71.959999999999994</cx:pt>
          <cx:pt idx="87781">104.94</cx:pt>
          <cx:pt idx="87782">96.180000000000007</cx:pt>
          <cx:pt idx="87783">75.959999999999994</cx:pt>
          <cx:pt idx="87784">58.969999999999999</cx:pt>
          <cx:pt idx="87785">88.959999999999994</cx:pt>
          <cx:pt idx="87786">52.520000000000003</cx:pt>
          <cx:pt idx="87787">86.969999999999999</cx:pt>
          <cx:pt idx="87788">59.979999999999997</cx:pt>
          <cx:pt idx="87789">50.969999999999999</cx:pt>
          <cx:pt idx="87790">124.97</cx:pt>
          <cx:pt idx="87791">56.969999999999999</cx:pt>
          <cx:pt idx="87792">67.989999999999995</cx:pt>
          <cx:pt idx="87793">56.969999999999999</cx:pt>
          <cx:pt idx="87794">75.959999999999994</cx:pt>
          <cx:pt idx="87795">75.959999999999994</cx:pt>
          <cx:pt idx="87796">81.950000000000003</cx:pt>
          <cx:pt idx="87797">148.96000000000001</cx:pt>
          <cx:pt idx="87798">94.959999999999994</cx:pt>
          <cx:pt idx="87799">64.269999999999996</cx:pt>
          <cx:pt idx="87800">94.969999999999999</cx:pt>
          <cx:pt idx="87801">119.95999999999999</cx:pt>
          <cx:pt idx="87802">76.280000000000001</cx:pt>
          <cx:pt idx="87803">68.599999999999994</cx:pt>
          <cx:pt idx="87804">39.280000000000001</cx:pt>
          <cx:pt idx="87805">82.609999999999999</cx:pt>
          <cx:pt idx="87806">68.989999999999995</cx:pt>
          <cx:pt idx="87807">84.989999999999995</cx:pt>
          <cx:pt idx="87808">99.980000000000004</cx:pt>
          <cx:pt idx="87809">61.670000000000002</cx:pt>
          <cx:pt idx="87810">-24.190000000000001</cx:pt>
          <cx:pt idx="87811">90.739999999999995</cx:pt>
          <cx:pt idx="87812">96.75</cx:pt>
          <cx:pt idx="87813">72.549999999999997</cx:pt>
          <cx:pt idx="87814">59.960000000000001</cx:pt>
          <cx:pt idx="87815">59.960000000000001</cx:pt>
          <cx:pt idx="87816">63.450000000000003</cx:pt>
          <cx:pt idx="87817">86.760000000000005</cx:pt>
          <cx:pt idx="87818">131.69999999999999</cx:pt>
          <cx:pt idx="87819">59.960000000000001</cx:pt>
          <cx:pt idx="87820">58.479999999999997</cx:pt>
          <cx:pt idx="87821">65.980000000000004</cx:pt>
          <cx:pt idx="87822">44.189999999999998</cx:pt>
          <cx:pt idx="87823">27.379999999999999</cx:pt>
          <cx:pt idx="87824">17.989999999999998</cx:pt>
          <cx:pt idx="87825">59.950000000000003</cx:pt>
          <cx:pt idx="87826">66.969999999999999</cx:pt>
          <cx:pt idx="87827">58.960000000000001</cx:pt>
          <cx:pt idx="87828">63.950000000000003</cx:pt>
          <cx:pt idx="87829">79.969999999999999</cx:pt>
          <cx:pt idx="87830">53.960000000000001</cx:pt>
          <cx:pt idx="87831">66.969999999999999</cx:pt>
          <cx:pt idx="87832">53.969999999999999</cx:pt>
          <cx:pt idx="87833">51.490000000000002</cx:pt>
          <cx:pt idx="87834">51.490000000000002</cx:pt>
          <cx:pt idx="87835">51.490000000000002</cx:pt>
          <cx:pt idx="87836">64.980000000000004</cx:pt>
          <cx:pt idx="87837">79.969999999999999</cx:pt>
          <cx:pt idx="87838">64.980000000000004</cx:pt>
          <cx:pt idx="87839">117.59</cx:pt>
          <cx:pt idx="87840">55.609999999999999</cx:pt>
          <cx:pt idx="87841">55.609999999999999</cx:pt>
          <cx:pt idx="87842">135.74000000000001</cx:pt>
          <cx:pt idx="87843">72.549999999999997</cx:pt>
          <cx:pt idx="87844">72.549999999999997</cx:pt>
          <cx:pt idx="87845">72.549999999999997</cx:pt>
          <cx:pt idx="87846">102.8</cx:pt>
          <cx:pt idx="87847">102.8</cx:pt>
          <cx:pt idx="87848">72.549999999999997</cx:pt>
          <cx:pt idx="87849">117.59</cx:pt>
          <cx:pt idx="87850">72.549999999999997</cx:pt>
          <cx:pt idx="87851">135.74000000000001</cx:pt>
          <cx:pt idx="87852">72.549999999999997</cx:pt>
          <cx:pt idx="87853">159.91999999999999</cx:pt>
          <cx:pt idx="87854">124.95</cx:pt>
          <cx:pt idx="87855">111.27</cx:pt>
          <cx:pt idx="87856">79.849999999999994</cx:pt>
          <cx:pt idx="87857">108.86</cx:pt>
          <cx:pt idx="87858">195.86000000000001</cx:pt>
          <cx:pt idx="87859">141.97</cx:pt>
          <cx:pt idx="87860">76.489999999999995</cx:pt>
          <cx:pt idx="87861">76.489999999999995</cx:pt>
          <cx:pt idx="87862">67.579999999999998</cx:pt>
          <cx:pt idx="87863">84.989999999999995</cx:pt>
          <cx:pt idx="87864">72.239999999999995</cx:pt>
          <cx:pt idx="87865">72.239999999999995</cx:pt>
          <cx:pt idx="87866">249.96000000000001</cx:pt>
          <cx:pt idx="87867">70.480000000000004</cx:pt>
          <cx:pt idx="87868">77.969999999999999</cx:pt>
          <cx:pt idx="87869">50.93</cx:pt>
          <cx:pt idx="87870">86.969999999999999</cx:pt>
          <cx:pt idx="87871">92.969999999999999</cx:pt>
          <cx:pt idx="87872">56.670000000000002</cx:pt>
          <cx:pt idx="87873">44.990000000000002</cx:pt>
          <cx:pt idx="87874">99.980000000000004</cx:pt>
          <cx:pt idx="87875">65.989999999999995</cx:pt>
          <cx:pt idx="87876">75.980000000000004</cx:pt>
          <cx:pt idx="87877">113.97</cx:pt>
          <cx:pt idx="87878">124.97</cx:pt>
          <cx:pt idx="87879">68.25</cx:pt>
          <cx:pt idx="87880">79.980000000000004</cx:pt>
          <cx:pt idx="87881">79.980000000000004</cx:pt>
          <cx:pt idx="87882">119.97</cx:pt>
          <cx:pt idx="87883">131.97999999999999</cx:pt>
          <cx:pt idx="87884">107.97</cx:pt>
          <cx:pt idx="87885">80.969999999999999</cx:pt>
          <cx:pt idx="87886">65.980000000000004</cx:pt>
          <cx:pt idx="87887">143.94999999999999</cx:pt>
          <cx:pt idx="87888">78.969999999999999</cx:pt>
          <cx:pt idx="87889">55.859999999999999</cx:pt>
          <cx:pt idx="87890">57.960000000000001</cx:pt>
          <cx:pt idx="87891">157.94</cx:pt>
          <cx:pt idx="87892">115.97</cx:pt>
          <cx:pt idx="87893">49.280000000000001</cx:pt>
          <cx:pt idx="87894">132.97</cx:pt>
          <cx:pt idx="87895">16.199999999999999</cx:pt>
          <cx:pt idx="87896">33.93</cx:pt>
          <cx:pt idx="87897">239.44</cx:pt>
          <cx:pt idx="87898">279.95999999999998</cx:pt>
          <cx:pt idx="87899">55.920000000000002</cx:pt>
          <cx:pt idx="87900">127.98</cx:pt>
          <cx:pt idx="87901">72.239999999999995</cx:pt>
          <cx:pt idx="87902">50.369999999999997</cx:pt>
          <cx:pt idx="87903">65.989999999999995</cx:pt>
          <cx:pt idx="87904">59.390000000000001</cx:pt>
          <cx:pt idx="87905">243.31</cx:pt>
          <cx:pt idx="87906">119.90000000000001</cx:pt>
          <cx:pt idx="87907">153.71000000000001</cx:pt>
          <cx:pt idx="87908">59.979999999999997</cx:pt>
          <cx:pt idx="87909">101.97</cx:pt>
          <cx:pt idx="87910">74.969999999999999</cx:pt>
          <cx:pt idx="87911">89.969999999999999</cx:pt>
          <cx:pt idx="87912">54.979999999999997</cx:pt>
          <cx:pt idx="87913">74.969999999999999</cx:pt>
          <cx:pt idx="87914">59.979999999999997</cx:pt>
          <cx:pt idx="87915">51.969999999999999</cx:pt>
          <cx:pt idx="87916">128.94999999999999</cx:pt>
          <cx:pt idx="87917">147.94999999999999</cx:pt>
          <cx:pt idx="87918">94.459999999999994</cx:pt>
          <cx:pt idx="87919">53.969999999999999</cx:pt>
          <cx:pt idx="87920">91.959999999999994</cx:pt>
          <cx:pt idx="87921">53.969999999999999</cx:pt>
          <cx:pt idx="87922">89.959999999999994</cx:pt>
          <cx:pt idx="87923">74.959999999999994</cx:pt>
          <cx:pt idx="87924">109.98</cx:pt>
          <cx:pt idx="87925">74.969999999999999</cx:pt>
          <cx:pt idx="87926">69.959999999999994</cx:pt>
          <cx:pt idx="87927">110.97</cx:pt>
          <cx:pt idx="87928">50.969999999999999</cx:pt>
          <cx:pt idx="87929">57.960000000000001</cx:pt>
          <cx:pt idx="87930">50.399999999999999</cx:pt>
          <cx:pt idx="87931">113.53</cx:pt>
          <cx:pt idx="87932">103.47</cx:pt>
          <cx:pt idx="87933">28.48</cx:pt>
          <cx:pt idx="87934">155.97</cx:pt>
          <cx:pt idx="87935">51.960000000000001</cx:pt>
          <cx:pt idx="87936">54.990000000000002</cx:pt>
          <cx:pt idx="87937">59.960000000000001</cx:pt>
          <cx:pt idx="87938">32.229999999999997</cx:pt>
          <cx:pt idx="87939">57.710000000000001</cx:pt>
          <cx:pt idx="87940">79.849999999999994</cx:pt>
          <cx:pt idx="87941">79.849999999999994</cx:pt>
          <cx:pt idx="87942">79.849999999999994</cx:pt>
          <cx:pt idx="87943">79.849999999999994</cx:pt>
          <cx:pt idx="87944">160.88999999999999</cx:pt>
          <cx:pt idx="87945">89.969999999999999</cx:pt>
          <cx:pt idx="87946">122.98</cx:pt>
          <cx:pt idx="87947">198.96000000000001</cx:pt>
          <cx:pt idx="87948">103.97</cx:pt>
          <cx:pt idx="87949">95.959999999999994</cx:pt>
          <cx:pt idx="87950">59.979999999999997</cx:pt>
          <cx:pt idx="87951">59.979999999999997</cx:pt>
          <cx:pt idx="87952">59.979999999999997</cx:pt>
          <cx:pt idx="87953">89.969999999999999</cx:pt>
          <cx:pt idx="87954">89.969999999999999</cx:pt>
          <cx:pt idx="87955">59.979999999999997</cx:pt>
          <cx:pt idx="87956">37.990000000000002</cx:pt>
          <cx:pt idx="87957">92.540000000000006</cx:pt>
          <cx:pt idx="87958">95.599999999999994</cx:pt>
          <cx:pt idx="87959">135.86000000000001</cx:pt>
          <cx:pt idx="87960">83.969999999999999</cx:pt>
          <cx:pt idx="87961">80.719999999999999</cx:pt>
          <cx:pt idx="87962">115.86</cx:pt>
          <cx:pt idx="87963">13.99</cx:pt>
          <cx:pt idx="87964">119.22</cx:pt>
          <cx:pt idx="87965">135.94999999999999</cx:pt>
          <cx:pt idx="87966">69.989999999999995</cx:pt>
          <cx:pt idx="87967">99.980000000000004</cx:pt>
          <cx:pt idx="87968">89.980000000000004</cx:pt>
          <cx:pt idx="87969">103.98</cx:pt>
          <cx:pt idx="87970">87.969999999999999</cx:pt>
          <cx:pt idx="87971">84.989999999999995</cx:pt>
          <cx:pt idx="87972">84.989999999999995</cx:pt>
          <cx:pt idx="87973">65.189999999999998</cx:pt>
          <cx:pt idx="87974">74.950000000000003</cx:pt>
          <cx:pt idx="87975">104.93000000000001</cx:pt>
          <cx:pt idx="87976">162.91</cx:pt>
          <cx:pt idx="87977">89.969999999999999</cx:pt>
          <cx:pt idx="87978">79.969999999999999</cx:pt>
          <cx:pt idx="87979">59.979999999999997</cx:pt>
          <cx:pt idx="87980">104.97</cx:pt>
          <cx:pt idx="87981">59.979999999999997</cx:pt>
          <cx:pt idx="87982">59.979999999999997</cx:pt>
          <cx:pt idx="87983">59.979999999999997</cx:pt>
          <cx:pt idx="87984">14.789999999999999</cx:pt>
          <cx:pt idx="87985">51.289999999999999</cx:pt>
          <cx:pt idx="87986">51.289999999999999</cx:pt>
          <cx:pt idx="87987">31.280000000000001</cx:pt>
          <cx:pt idx="87988">51.939999999999998</cx:pt>
          <cx:pt idx="87989">119.98</cx:pt>
          <cx:pt idx="87990">182.94999999999999</cx:pt>
          <cx:pt idx="87991">161.06</cx:pt>
          <cx:pt idx="87992">64.959999999999994</cx:pt>
          <cx:pt idx="87993">104.97</cx:pt>
          <cx:pt idx="87994">16.66</cx:pt>
          <cx:pt idx="87995">68.980000000000004</cx:pt>
          <cx:pt idx="87996">219.97</cx:pt>
          <cx:pt idx="87997">182.66999999999999</cx:pt>
          <cx:pt idx="87998">159.69999999999999</cx:pt>
          <cx:pt idx="87999">89.5</cx:pt>
          <cx:pt idx="88000">135.5</cx:pt>
          <cx:pt idx="88001">118.76000000000001</cx:pt>
          <cx:pt idx="88002">394.88</cx:pt>
          <cx:pt idx="88003">50.979999999999997</cx:pt>
          <cx:pt idx="88004">85.980000000000004</cx:pt>
          <cx:pt idx="88005">60.979999999999997</cx:pt>
          <cx:pt idx="88006">101.97</cx:pt>
          <cx:pt idx="88007">71.980000000000004</cx:pt>
          <cx:pt idx="88008">295.25999999999999</cx:pt>
          <cx:pt idx="88009">133.16</cx:pt>
          <cx:pt idx="88010">84.980000000000004</cx:pt>
          <cx:pt idx="88011">84.989999999999995</cx:pt>
          <cx:pt idx="88012">81.939999999999998</cx:pt>
          <cx:pt idx="88013">50.119999999999997</cx:pt>
          <cx:pt idx="88014">84.989999999999995</cx:pt>
          <cx:pt idx="88015">134.97</cx:pt>
          <cx:pt idx="88016">84.989999999999995</cx:pt>
          <cx:pt idx="88017">96.769999999999996</cx:pt>
          <cx:pt idx="88018">99.980000000000004</cx:pt>
          <cx:pt idx="88019">60.979999999999997</cx:pt>
          <cx:pt idx="88020">99.980000000000004</cx:pt>
          <cx:pt idx="88021">49.990000000000002</cx:pt>
          <cx:pt idx="88022">119.97</cx:pt>
          <cx:pt idx="88023">40.289999999999999</cx:pt>
          <cx:pt idx="88024">46.289999999999999</cx:pt>
          <cx:pt idx="88025">46.289999999999999</cx:pt>
          <cx:pt idx="88026">38.340000000000003</cx:pt>
          <cx:pt idx="88027">40.289999999999999</cx:pt>
          <cx:pt idx="88028">40.289999999999999</cx:pt>
          <cx:pt idx="88029">46.289999999999999</cx:pt>
          <cx:pt idx="88030">40.939999999999998</cx:pt>
          <cx:pt idx="88031">40.289999999999999</cx:pt>
          <cx:pt idx="88032">142.97</cx:pt>
          <cx:pt idx="88033">99.959999999999994</cx:pt>
          <cx:pt idx="88034">122.95</cx:pt>
          <cx:pt idx="88035">94.969999999999999</cx:pt>
          <cx:pt idx="88036">48.579999999999998</cx:pt>
          <cx:pt idx="88037">79.980000000000004</cx:pt>
          <cx:pt idx="88038">69.989999999999995</cx:pt>
          <cx:pt idx="88039">59.950000000000003</cx:pt>
          <cx:pt idx="88040">141.74000000000001</cx:pt>
          <cx:pt idx="88041">78.939999999999998</cx:pt>
          <cx:pt idx="88042">52.969999999999999</cx:pt>
          <cx:pt idx="88043">55.960000000000001</cx:pt>
          <cx:pt idx="88044">48.359999999999999</cx:pt>
          <cx:pt idx="88045">29.48</cx:pt>
          <cx:pt idx="88046">29.48</cx:pt>
          <cx:pt idx="88047">53.960000000000001</cx:pt>
          <cx:pt idx="88048">26.489999999999998</cx:pt>
          <cx:pt idx="88049">65.969999999999999</cx:pt>
          <cx:pt idx="88050">104.97</cx:pt>
          <cx:pt idx="88051">58.969999999999999</cx:pt>
          <cx:pt idx="88052">115.95</cx:pt>
          <cx:pt idx="88053">55.979999999999997</cx:pt>
          <cx:pt idx="88054">109.95</cx:pt>
          <cx:pt idx="88055">82.969999999999999</cx:pt>
          <cx:pt idx="88056">107.52</cx:pt>
          <cx:pt idx="88057">101.38</cx:pt>
          <cx:pt idx="88058">79.989999999999995</cx:pt>
          <cx:pt idx="88059">79.989999999999995</cx:pt>
          <cx:pt idx="88060">76.340000000000003</cx:pt>
          <cx:pt idx="88061">38.280000000000001</cx:pt>
          <cx:pt idx="88062">99.969999999999999</cx:pt>
          <cx:pt idx="88063">41.490000000000002</cx:pt>
          <cx:pt idx="88064">104.98</cx:pt>
          <cx:pt idx="88065">163.28</cx:pt>
          <cx:pt idx="88066">144.94</cx:pt>
          <cx:pt idx="88067">74.950000000000003</cx:pt>
          <cx:pt idx="88068">26.98</cx:pt>
          <cx:pt idx="88069">159.97999999999999</cx:pt>
          <cx:pt idx="88070">159.97999999999999</cx:pt>
          <cx:pt idx="88071">159.97999999999999</cx:pt>
          <cx:pt idx="88072">34.990000000000002</cx:pt>
          <cx:pt idx="88073">219.93000000000001</cx:pt>
          <cx:pt idx="88074">189.94</cx:pt>
          <cx:pt idx="88075">63.960000000000001</cx:pt>
          <cx:pt idx="88076">51.969999999999999</cx:pt>
          <cx:pt idx="88077">93.540000000000006</cx:pt>
          <cx:pt idx="88078">59.950000000000003</cx:pt>
          <cx:pt idx="88079">99.980000000000004</cx:pt>
          <cx:pt idx="88080">104.98</cx:pt>
          <cx:pt idx="88081">84.989999999999995</cx:pt>
          <cx:pt idx="88082">99.980000000000004</cx:pt>
          <cx:pt idx="88083">55.960000000000001</cx:pt>
          <cx:pt idx="88084">97.159999999999997</cx:pt>
          <cx:pt idx="88085">64.980000000000004</cx:pt>
          <cx:pt idx="88086">54.990000000000002</cx:pt>
          <cx:pt idx="88087">59.979999999999997</cx:pt>
          <cx:pt idx="88088">68.989999999999995</cx:pt>
          <cx:pt idx="88089">108.97</cx:pt>
          <cx:pt idx="88090">77.959999999999994</cx:pt>
          <cx:pt idx="88091">55.960000000000001</cx:pt>
          <cx:pt idx="88092">33.079999999999998</cx:pt>
          <cx:pt idx="88093">39.630000000000003</cx:pt>
          <cx:pt idx="88094">62.969999999999999</cx:pt>
          <cx:pt idx="88095">82.859999999999999</cx:pt>
          <cx:pt idx="88096">125.97</cx:pt>
          <cx:pt idx="88097">114.97</cx:pt>
          <cx:pt idx="88098">119.98</cx:pt>
          <cx:pt idx="88099">93.379999999999995</cx:pt>
          <cx:pt idx="88100">64.980000000000004</cx:pt>
          <cx:pt idx="88101">241.86000000000001</cx:pt>
          <cx:pt idx="88102">137.5</cx:pt>
          <cx:pt idx="88103">82.980000000000004</cx:pt>
          <cx:pt idx="88104">80.980000000000004</cx:pt>
          <cx:pt idx="88105">65.989999999999995</cx:pt>
          <cx:pt idx="88106">107.37</cx:pt>
          <cx:pt idx="88107">59.390000000000001</cx:pt>
          <cx:pt idx="88108">117.97</cx:pt>
          <cx:pt idx="88109">169.97999999999999</cx:pt>
          <cx:pt idx="88110">169.97999999999999</cx:pt>
          <cx:pt idx="88111">169.97999999999999</cx:pt>
          <cx:pt idx="88112">169.97999999999999</cx:pt>
          <cx:pt idx="88113">174.96000000000001</cx:pt>
          <cx:pt idx="88114">174.96000000000001</cx:pt>
          <cx:pt idx="88115">169.97999999999999</cx:pt>
          <cx:pt idx="88116">169.97999999999999</cx:pt>
          <cx:pt idx="88117">169.97999999999999</cx:pt>
          <cx:pt idx="88118">84.989999999999995</cx:pt>
          <cx:pt idx="88119">84.989999999999995</cx:pt>
          <cx:pt idx="88120">84.989999999999995</cx:pt>
          <cx:pt idx="88121">84.989999999999995</cx:pt>
          <cx:pt idx="88122">84.989999999999995</cx:pt>
          <cx:pt idx="88123">84.989999999999995</cx:pt>
          <cx:pt idx="88124">254.97</cx:pt>
          <cx:pt idx="88125">254.97</cx:pt>
          <cx:pt idx="88126">84.980000000000004</cx:pt>
          <cx:pt idx="88127">169.97999999999999</cx:pt>
          <cx:pt idx="88128">84.989999999999995</cx:pt>
          <cx:pt idx="88129">84.989999999999995</cx:pt>
          <cx:pt idx="88130">139.97999999999999</cx:pt>
          <cx:pt idx="88131">107.44</cx:pt>
          <cx:pt idx="88132">69.930000000000007</cx:pt>
          <cx:pt idx="88133">89.939999999999998</cx:pt>
          <cx:pt idx="88134">59.960000000000001</cx:pt>
          <cx:pt idx="88135">59.960000000000001</cx:pt>
          <cx:pt idx="88136">59.960000000000001</cx:pt>
          <cx:pt idx="88137">59.960000000000001</cx:pt>
          <cx:pt idx="88138">41.460000000000001</cx:pt>
          <cx:pt idx="88139">59.960000000000001</cx:pt>
          <cx:pt idx="88140">103.97</cx:pt>
          <cx:pt idx="88141">103.97</cx:pt>
          <cx:pt idx="88142">64.569999999999993</cx:pt>
          <cx:pt idx="88143">64.569999999999993</cx:pt>
          <cx:pt idx="88144">82.730000000000004</cx:pt>
          <cx:pt idx="88145">68.269999999999996</cx:pt>
          <cx:pt idx="88146">90.709999999999994</cx:pt>
          <cx:pt idx="88147">84.680000000000007</cx:pt>
          <cx:pt idx="88148">72.579999999999998</cx:pt>
          <cx:pt idx="88149">90.709999999999994</cx:pt>
          <cx:pt idx="88150">72.579999999999998</cx:pt>
          <cx:pt idx="88151">104.04000000000001</cx:pt>
          <cx:pt idx="88152">140.34</cx:pt>
          <cx:pt idx="88153">71.859999999999999</cx:pt>
          <cx:pt idx="88154">245.58000000000001</cx:pt>
          <cx:pt idx="88155">137.88999999999999</cx:pt>
          <cx:pt idx="88156">59.359999999999999</cx:pt>
          <cx:pt idx="88157">59.960000000000001</cx:pt>
          <cx:pt idx="88158">101.97</cx:pt>
          <cx:pt idx="88159">130.97</cx:pt>
          <cx:pt idx="88160">130.97</cx:pt>
          <cx:pt idx="88161">130.97</cx:pt>
          <cx:pt idx="88162">101.97</cx:pt>
          <cx:pt idx="88163">130.97</cx:pt>
          <cx:pt idx="88164">55.979999999999997</cx:pt>
          <cx:pt idx="88165">55.979999999999997</cx:pt>
          <cx:pt idx="88166">59.979999999999997</cx:pt>
          <cx:pt idx="88167">55.979999999999997</cx:pt>
          <cx:pt idx="88168">55.979999999999997</cx:pt>
          <cx:pt idx="88169">55.979999999999997</cx:pt>
          <cx:pt idx="88170">55.979999999999997</cx:pt>
          <cx:pt idx="88171">55.979999999999997</cx:pt>
          <cx:pt idx="88172">55.979999999999997</cx:pt>
          <cx:pt idx="88173">384.93000000000001</cx:pt>
          <cx:pt idx="88174">39.719999999999999</cx:pt>
          <cx:pt idx="88175">121.98</cx:pt>
          <cx:pt idx="88176">559.89999999999998</cx:pt>
          <cx:pt idx="88177">-559.89999999999998</cx:pt>
          <cx:pt idx="88178">66.969999999999999</cx:pt>
          <cx:pt idx="88179">85.969999999999999</cx:pt>
          <cx:pt idx="88180">116.95999999999999</cx:pt>
          <cx:pt idx="88181">59.979999999999997</cx:pt>
          <cx:pt idx="88182">74.969999999999999</cx:pt>
          <cx:pt idx="88183">103.95999999999999</cx:pt>
          <cx:pt idx="88184">84.989999999999995</cx:pt>
          <cx:pt idx="88185">227.94</cx:pt>
          <cx:pt idx="88186">126.97</cx:pt>
          <cx:pt idx="88187">84.989999999999995</cx:pt>
          <cx:pt idx="88188">-20</cx:pt>
          <cx:pt idx="88189">219.65000000000001</cx:pt>
          <cx:pt idx="88190">135.74000000000001</cx:pt>
          <cx:pt idx="88191">183.88</cx:pt>
          <cx:pt idx="88192">24.18</cx:pt>
          <cx:pt idx="88193">67.739999999999995</cx:pt>
          <cx:pt idx="88194">17.289999999999999</cx:pt>
          <cx:pt idx="88195">49.590000000000003</cx:pt>
          <cx:pt idx="88196">19.34</cx:pt>
          <cx:pt idx="88197">20.289999999999999</cx:pt>
          <cx:pt idx="88198">105.84</cx:pt>
          <cx:pt idx="88199">21.57</cx:pt>
          <cx:pt idx="88200">89.980000000000004</cx:pt>
          <cx:pt idx="88201">99.980000000000004</cx:pt>
          <cx:pt idx="88202">-148.97</cx:pt>
          <cx:pt idx="88203">112.97</cx:pt>
          <cx:pt idx="88204">101.67</cx:pt>
          <cx:pt idx="88205">148.97</cx:pt>
          <cx:pt idx="88206">72.239999999999995</cx:pt>
          <cx:pt idx="88207">199.75999999999999</cx:pt>
          <cx:pt idx="88208">176.00999999999999</cx:pt>
          <cx:pt idx="88209">58.640000000000001</cx:pt>
          <cx:pt idx="88210">96.780000000000001</cx:pt>
          <cx:pt idx="88211">113.68000000000001</cx:pt>
          <cx:pt idx="88212">159.69999999999999</cx:pt>
          <cx:pt idx="88213">116.38</cx:pt>
          <cx:pt idx="88214">72.549999999999997</cx:pt>
          <cx:pt idx="88215">62.060000000000002</cx:pt>
          <cx:pt idx="88216">41.479999999999997</cx:pt>
          <cx:pt idx="88217">38.880000000000003</cx:pt>
          <cx:pt idx="88218">102.56</cx:pt>
          <cx:pt idx="88219">59.969999999999999</cx:pt>
          <cx:pt idx="88220">78.810000000000002</cx:pt>
          <cx:pt idx="88221">50.969999999999999</cx:pt>
          <cx:pt idx="88222">53.969999999999999</cx:pt>
          <cx:pt idx="88223">59.969999999999999</cx:pt>
          <cx:pt idx="88224">59.969999999999999</cx:pt>
          <cx:pt idx="88225">65.989999999999995</cx:pt>
          <cx:pt idx="88226">81.680000000000007</cx:pt>
          <cx:pt idx="88227">77.379999999999995</cx:pt>
          <cx:pt idx="88228">92.629999999999995</cx:pt>
          <cx:pt idx="88229">59.390000000000001</cx:pt>
          <cx:pt idx="88230">67.959999999999994</cx:pt>
          <cx:pt idx="88231">79.989999999999995</cx:pt>
          <cx:pt idx="88232">331.76999999999998</cx:pt>
          <cx:pt idx="88233">68.269999999999996</cx:pt>
          <cx:pt idx="88234">68.930000000000007</cx:pt>
          <cx:pt idx="88235">68.239999999999995</cx:pt>
          <cx:pt idx="88236">68.239999999999995</cx:pt>
          <cx:pt idx="88237">68.930000000000007</cx:pt>
          <cx:pt idx="88238">68.239999999999995</cx:pt>
          <cx:pt idx="88239">68.239999999999995</cx:pt>
          <cx:pt idx="88240">65.849999999999994</cx:pt>
          <cx:pt idx="88241">-68.239999999999995</cx:pt>
          <cx:pt idx="88242">79.810000000000002</cx:pt>
          <cx:pt idx="88243">51.490000000000002</cx:pt>
          <cx:pt idx="88244">51.490000000000002</cx:pt>
          <cx:pt idx="88245">65.989999999999995</cx:pt>
          <cx:pt idx="88246">51.490000000000002</cx:pt>
          <cx:pt idx="88247">69.989999999999995</cx:pt>
          <cx:pt idx="88248">133.94999999999999</cx:pt>
          <cx:pt idx="88249">149.97</cx:pt>
          <cx:pt idx="88250">120.94</cx:pt>
          <cx:pt idx="88251">64.079999999999998</cx:pt>
          <cx:pt idx="88252">82.239999999999995</cx:pt>
          <cx:pt idx="88253">131.84</cx:pt>
          <cx:pt idx="88254">90.060000000000002</cx:pt>
          <cx:pt idx="88255">121.95</cx:pt>
          <cx:pt idx="88256">95.980000000000004</cx:pt>
          <cx:pt idx="88257">95.980000000000004</cx:pt>
          <cx:pt idx="88258">79.989999999999995</cx:pt>
          <cx:pt idx="88259">79.989999999999995</cx:pt>
          <cx:pt idx="88260">79.989999999999995</cx:pt>
          <cx:pt idx="88261">79.989999999999995</cx:pt>
          <cx:pt idx="88262">165.75999999999999</cx:pt>
          <cx:pt idx="88263">12.49</cx:pt>
          <cx:pt idx="88264">165.97999999999999</cx:pt>
          <cx:pt idx="88265">86.959999999999994</cx:pt>
          <cx:pt idx="88266">62.960000000000001</cx:pt>
          <cx:pt idx="88267">170.94999999999999</cx:pt>
          <cx:pt idx="88268">88.959999999999994</cx:pt>
          <cx:pt idx="88269">21.710000000000001</cx:pt>
          <cx:pt idx="88270">43.539999999999999</cx:pt>
          <cx:pt idx="88271">50.189999999999998</cx:pt>
          <cx:pt idx="88272">49.590000000000003</cx:pt>
          <cx:pt idx="88273">44.75</cx:pt>
          <cx:pt idx="88274">20.550000000000001</cx:pt>
          <cx:pt idx="88275">62.159999999999997</cx:pt>
          <cx:pt idx="88276">70.120000000000005</cx:pt>
          <cx:pt idx="88277">30.23</cx:pt>
          <cx:pt idx="88278">49.590000000000003</cx:pt>
          <cx:pt idx="88279">12.08</cx:pt>
          <cx:pt idx="88280">65.989999999999995</cx:pt>
          <cx:pt idx="88281">152.97999999999999</cx:pt>
          <cx:pt idx="88282">68.989999999999995</cx:pt>
          <cx:pt idx="88283">84.989999999999995</cx:pt>
          <cx:pt idx="88284">105.95999999999999</cx:pt>
          <cx:pt idx="88285">105.95999999999999</cx:pt>
          <cx:pt idx="88286">49.359999999999999</cx:pt>
          <cx:pt idx="88287">79.980000000000004</cx:pt>
          <cx:pt idx="88288">37.240000000000002</cx:pt>
          <cx:pt idx="88289">59.990000000000002</cx:pt>
          <cx:pt idx="88290">74.980000000000004</cx:pt>
          <cx:pt idx="88291">54.990000000000002</cx:pt>
          <cx:pt idx="88292">69.989999999999995</cx:pt>
          <cx:pt idx="88293">56.969999999999999</cx:pt>
          <cx:pt idx="88294">27.280000000000001</cx:pt>
          <cx:pt idx="88295">56.969999999999999</cx:pt>
          <cx:pt idx="88296">27.719999999999999</cx:pt>
          <cx:pt idx="88297">100.98</cx:pt>
          <cx:pt idx="88298">26.289999999999999</cx:pt>
          <cx:pt idx="88299">64.989999999999995</cx:pt>
          <cx:pt idx="88300">60.990000000000002</cx:pt>
          <cx:pt idx="88301">41.490000000000002</cx:pt>
          <cx:pt idx="88302">60.990000000000002</cx:pt>
          <cx:pt idx="88303">79.980000000000004</cx:pt>
          <cx:pt idx="88304">60.990000000000002</cx:pt>
          <cx:pt idx="88305">50.979999999999997</cx:pt>
          <cx:pt idx="88306">76.980000000000004</cx:pt>
          <cx:pt idx="88307">60.990000000000002</cx:pt>
          <cx:pt idx="88308">72.950000000000003</cx:pt>
          <cx:pt idx="88309">51.969999999999999</cx:pt>
          <cx:pt idx="88310">53.18</cx:pt>
          <cx:pt idx="88311">127.56999999999999</cx:pt>
          <cx:pt idx="88312">45.869999999999997</cx:pt>
          <cx:pt idx="88313">150.25999999999999</cx:pt>
          <cx:pt idx="88314">15.99</cx:pt>
          <cx:pt idx="88315">84.969999999999999</cx:pt>
          <cx:pt idx="88316">77.969999999999999</cx:pt>
          <cx:pt idx="88317">53.280000000000001</cx:pt>
          <cx:pt idx="88318">58.960000000000001</cx:pt>
          <cx:pt idx="88319">62.07</cx:pt>
          <cx:pt idx="88320">24.989999999999998</cx:pt>
          <cx:pt idx="88321">54.990000000000002</cx:pt>
          <cx:pt idx="88322">81.969999999999999</cx:pt>
          <cx:pt idx="88323">97.980000000000004</cx:pt>
          <cx:pt idx="88324">215.46000000000001</cx:pt>
          <cx:pt idx="88325">131.97999999999999</cx:pt>
          <cx:pt idx="88326">100.98</cx:pt>
          <cx:pt idx="88327">100.98</cx:pt>
          <cx:pt idx="88328">63.520000000000003</cx:pt>
          <cx:pt idx="88329">84.989999999999995</cx:pt>
          <cx:pt idx="88330">65.980000000000004</cx:pt>
          <cx:pt idx="88331">59.979999999999997</cx:pt>
          <cx:pt idx="88332">59.979999999999997</cx:pt>
          <cx:pt idx="88333">76.469999999999999</cx:pt>
          <cx:pt idx="88334">74.969999999999999</cx:pt>
          <cx:pt idx="88335">114.95999999999999</cx:pt>
          <cx:pt idx="88336">89.969999999999999</cx:pt>
          <cx:pt idx="88337">51.490000000000002</cx:pt>
          <cx:pt idx="88338">44.530000000000001</cx:pt>
          <cx:pt idx="88339">51.490000000000002</cx:pt>
          <cx:pt idx="88340">70.480000000000004</cx:pt>
          <cx:pt idx="88341">55.469999999999999</cx:pt>
          <cx:pt idx="88342">21.77</cx:pt>
          <cx:pt idx="88343">51.490000000000002</cx:pt>
          <cx:pt idx="88344">41.479999999999997</cx:pt>
          <cx:pt idx="88345">164.52000000000001</cx:pt>
          <cx:pt idx="88346">140.30000000000001</cx:pt>
          <cx:pt idx="88347">183.88</cx:pt>
          <cx:pt idx="88348">89.969999999999999</cx:pt>
          <cx:pt idx="88349">119.95999999999999</cx:pt>
          <cx:pt idx="88350">89.969999999999999</cx:pt>
          <cx:pt idx="88351">89.969999999999999</cx:pt>
          <cx:pt idx="88352">119.95</cx:pt>
          <cx:pt idx="88353">169.96000000000001</cx:pt>
          <cx:pt idx="88354">166.96000000000001</cx:pt>
          <cx:pt idx="88355">58.979999999999997</cx:pt>
          <cx:pt idx="88356">49.990000000000002</cx:pt>
          <cx:pt idx="88357">57.969999999999999</cx:pt>
          <cx:pt idx="88358">41.490000000000002</cx:pt>
          <cx:pt idx="88359">65.989999999999995</cx:pt>
          <cx:pt idx="88360">91.980000000000004</cx:pt>
          <cx:pt idx="88361">65.989999999999995</cx:pt>
          <cx:pt idx="88362">59.979999999999997</cx:pt>
          <cx:pt idx="88363">224.97</cx:pt>
          <cx:pt idx="88364">193.47</cx:pt>
          <cx:pt idx="88365">91.180000000000007</cx:pt>
          <cx:pt idx="88366">87.969999999999999</cx:pt>
          <cx:pt idx="88367">28.48</cx:pt>
          <cx:pt idx="88368">57.960000000000001</cx:pt>
          <cx:pt idx="88369">52.969999999999999</cx:pt>
          <cx:pt idx="88370">28.48</cx:pt>
          <cx:pt idx="88371">69.150000000000006</cx:pt>
          <cx:pt idx="88372">86.069999999999993</cx:pt>
          <cx:pt idx="88373">167.41</cx:pt>
          <cx:pt idx="88374">186.25999999999999</cx:pt>
          <cx:pt idx="88375">146.96000000000001</cx:pt>
          <cx:pt idx="88376">74.950000000000003</cx:pt>
          <cx:pt idx="88377">74.950000000000003</cx:pt>
          <cx:pt idx="88378">122.43000000000001</cx:pt>
          <cx:pt idx="88379">122.43000000000001</cx:pt>
          <cx:pt idx="88380">83.480000000000004</cx:pt>
          <cx:pt idx="88381">31.280000000000001</cx:pt>
          <cx:pt idx="88382">69.989999999999995</cx:pt>
          <cx:pt idx="88383">31.280000000000001</cx:pt>
          <cx:pt idx="88384">31.280000000000001</cx:pt>
          <cx:pt idx="88385">54.979999999999997</cx:pt>
          <cx:pt idx="88386">82.739999999999995</cx:pt>
          <cx:pt idx="88387">50.939999999999998</cx:pt>
          <cx:pt idx="88388">54.979999999999997</cx:pt>
          <cx:pt idx="88389">83.980000000000004</cx:pt>
          <cx:pt idx="88390">424.94999999999999</cx:pt>
          <cx:pt idx="88391">169.97999999999999</cx:pt>
          <cx:pt idx="88392">169.97999999999999</cx:pt>
          <cx:pt idx="88393">53.969999999999999</cx:pt>
          <cx:pt idx="88394">75.959999999999994</cx:pt>
          <cx:pt idx="88395">89.969999999999999</cx:pt>
          <cx:pt idx="88396">109.95999999999999</cx:pt>
          <cx:pt idx="88397">59.979999999999997</cx:pt>
          <cx:pt idx="88398">119.95999999999999</cx:pt>
          <cx:pt idx="88399">119.95999999999999</cx:pt>
          <cx:pt idx="88400">184.97</cx:pt>
          <cx:pt idx="88401">84.989999999999995</cx:pt>
          <cx:pt idx="88402">69.989999999999995</cx:pt>
          <cx:pt idx="88403">89.980000000000004</cx:pt>
          <cx:pt idx="88404">69.989999999999995</cx:pt>
          <cx:pt idx="88405">63.979999999999997</cx:pt>
          <cx:pt idx="88406">54.990000000000002</cx:pt>
          <cx:pt idx="88407">207.96000000000001</cx:pt>
          <cx:pt idx="88408">103.97</cx:pt>
          <cx:pt idx="88409">68.980000000000004</cx:pt>
          <cx:pt idx="88410">187.16</cx:pt>
          <cx:pt idx="88411">94.969999999999999</cx:pt>
          <cx:pt idx="88412">93.700000000000003</cx:pt>
          <cx:pt idx="88413">123.98</cx:pt>
          <cx:pt idx="88414">139.94999999999999</cx:pt>
          <cx:pt idx="88415">149.94999999999999</cx:pt>
          <cx:pt idx="88416">209.93000000000001</cx:pt>
          <cx:pt idx="88417">64.980000000000004</cx:pt>
          <cx:pt idx="88418">109.97</cx:pt>
          <cx:pt idx="88419">65.989999999999995</cx:pt>
          <cx:pt idx="88420">32.229999999999997</cx:pt>
          <cx:pt idx="88421">32.229999999999997</cx:pt>
          <cx:pt idx="88422">46.469999999999999</cx:pt>
          <cx:pt idx="88423">65.989999999999995</cx:pt>
          <cx:pt idx="88424">46.469999999999999</cx:pt>
          <cx:pt idx="88425">65.989999999999995</cx:pt>
          <cx:pt idx="88426">103.28</cx:pt>
          <cx:pt idx="88427">207.96000000000001</cx:pt>
          <cx:pt idx="88428">116.11</cx:pt>
          <cx:pt idx="88429">120.93000000000001</cx:pt>
          <cx:pt idx="88430">119.72</cx:pt>
          <cx:pt idx="88431">146.34999999999999</cx:pt>
          <cx:pt idx="88432">59.960000000000001</cx:pt>
          <cx:pt idx="88433">66.900000000000006</cx:pt>
          <cx:pt idx="88434">59.280000000000001</cx:pt>
          <cx:pt idx="88435">56.969999999999999</cx:pt>
          <cx:pt idx="88436">53.979999999999997</cx:pt>
          <cx:pt idx="88437">187.46000000000001</cx:pt>
          <cx:pt idx="88438">169.97999999999999</cx:pt>
          <cx:pt idx="88439">44.479999999999997</cx:pt>
          <cx:pt idx="88440">64.950000000000003</cx:pt>
          <cx:pt idx="88441">51.960000000000001</cx:pt>
          <cx:pt idx="88442">98.950000000000003</cx:pt>
          <cx:pt idx="88443">69.980000000000004</cx:pt>
          <cx:pt idx="88444">187.49000000000001</cx:pt>
          <cx:pt idx="88445">180.22999999999999</cx:pt>
          <cx:pt idx="88446">182.65000000000001</cx:pt>
          <cx:pt idx="88447">234.91999999999999</cx:pt>
          <cx:pt idx="88448">109.93000000000001</cx:pt>
          <cx:pt idx="88449">152.94999999999999</cx:pt>
          <cx:pt idx="88450">44.18</cx:pt>
          <cx:pt idx="88451">51.979999999999997</cx:pt>
          <cx:pt idx="88452">77.969999999999999</cx:pt>
          <cx:pt idx="88453">51.979999999999997</cx:pt>
          <cx:pt idx="88454">96.780000000000001</cx:pt>
          <cx:pt idx="88455">152.94999999999999</cx:pt>
          <cx:pt idx="88456">53.979999999999997</cx:pt>
          <cx:pt idx="88457">56.43</cx:pt>
          <cx:pt idx="88458">76.469999999999999</cx:pt>
          <cx:pt idx="88459">89.959999999999994</cx:pt>
          <cx:pt idx="88460">67.469999999999999</cx:pt>
          <cx:pt idx="88461">79.980000000000004</cx:pt>
          <cx:pt idx="88462">134.97</cx:pt>
          <cx:pt idx="88463">190.94</cx:pt>
          <cx:pt idx="88464">114.98</cx:pt>
          <cx:pt idx="88465">59.390000000000001</cx:pt>
          <cx:pt idx="88466">59.210000000000001</cx:pt>
          <cx:pt idx="88467">92.969999999999999</cx:pt>
          <cx:pt idx="88468">55.979999999999997</cx:pt>
          <cx:pt idx="88469">135.97999999999999</cx:pt>
          <cx:pt idx="88470">35.960000000000001</cx:pt>
          <cx:pt idx="88471">89.980000000000004</cx:pt>
          <cx:pt idx="88472">78.510000000000005</cx:pt>
          <cx:pt idx="88473">77.150000000000006</cx:pt>
          <cx:pt idx="88474">71.959999999999994</cx:pt>
          <cx:pt idx="88475">65.989999999999995</cx:pt>
          <cx:pt idx="88476">104.89</cx:pt>
          <cx:pt idx="88477">135.74000000000001</cx:pt>
          <cx:pt idx="88478">85.75</cx:pt>
          <cx:pt idx="88479">116.12</cx:pt>
          <cx:pt idx="88480">103.68000000000001</cx:pt>
          <cx:pt idx="88481">113.95999999999999</cx:pt>
          <cx:pt idx="88482">182.97</cx:pt>
          <cx:pt idx="88483">119.95</cx:pt>
          <cx:pt idx="88484">136.25</cx:pt>
          <cx:pt idx="88485">89.969999999999999</cx:pt>
          <cx:pt idx="88486">59.979999999999997</cx:pt>
          <cx:pt idx="88487">89.969999999999999</cx:pt>
          <cx:pt idx="88488">93.469999999999999</cx:pt>
          <cx:pt idx="88489">63.960000000000001</cx:pt>
          <cx:pt idx="88490">47.219999999999999</cx:pt>
          <cx:pt idx="88491">31.48</cx:pt>
          <cx:pt idx="88492">46.469999999999999</cx:pt>
          <cx:pt idx="88493">85.890000000000001</cx:pt>
          <cx:pt idx="88494">88.290000000000006</cx:pt>
          <cx:pt idx="88495">76.189999999999998</cx:pt>
          <cx:pt idx="88496">83.329999999999998</cx:pt>
          <cx:pt idx="88497">151.19999999999999</cx:pt>
          <cx:pt idx="88498">59.950000000000003</cx:pt>
          <cx:pt idx="88499">50.969999999999999</cx:pt>
          <cx:pt idx="88500">74.969999999999999</cx:pt>
          <cx:pt idx="88501">66.959999999999994</cx:pt>
          <cx:pt idx="88502">51.960000000000001</cx:pt>
          <cx:pt idx="88503">83.939999999999998</cx:pt>
          <cx:pt idx="88504">55.960000000000001</cx:pt>
          <cx:pt idx="88505">64.510000000000005</cx:pt>
          <cx:pt idx="88506">59.950000000000003</cx:pt>
          <cx:pt idx="88507">59.979999999999997</cx:pt>
          <cx:pt idx="88508">59.979999999999997</cx:pt>
          <cx:pt idx="88509">75.980000000000004</cx:pt>
          <cx:pt idx="88510">99.969999999999999</cx:pt>
          <cx:pt idx="88511">53.899999999999999</cx:pt>
          <cx:pt idx="88512">118.76000000000001</cx:pt>
          <cx:pt idx="88513">97.159999999999997</cx:pt>
          <cx:pt idx="88514">148.24000000000001</cx:pt>
          <cx:pt idx="88515">74.950000000000003</cx:pt>
          <cx:pt idx="88516">99.659999999999997</cx:pt>
          <cx:pt idx="88517">59.960000000000001</cx:pt>
          <cx:pt idx="88518">54.960000000000001</cx:pt>
          <cx:pt idx="88519">57.969999999999999</cx:pt>
          <cx:pt idx="88520">47.490000000000002</cx:pt>
          <cx:pt idx="88521">59.979999999999997</cx:pt>
          <cx:pt idx="88522">51.490000000000002</cx:pt>
          <cx:pt idx="88523">23.48</cx:pt>
          <cx:pt idx="88524">26.489999999999998</cx:pt>
          <cx:pt idx="88525">51.490000000000002</cx:pt>
          <cx:pt idx="88526">59.979999999999997</cx:pt>
          <cx:pt idx="88527">61.979999999999997</cx:pt>
          <cx:pt idx="88528">67.980000000000004</cx:pt>
          <cx:pt idx="88529">55.979999999999997</cx:pt>
          <cx:pt idx="88530">50.380000000000003</cx:pt>
          <cx:pt idx="88531">55.979999999999997</cx:pt>
          <cx:pt idx="88532">55.979999999999997</cx:pt>
          <cx:pt idx="88533">53.979999999999997</cx:pt>
          <cx:pt idx="88534">61.979999999999997</cx:pt>
          <cx:pt idx="88535">28.350000000000001</cx:pt>
          <cx:pt idx="88536">242.91999999999999</cx:pt>
          <cx:pt idx="88537">15.289999999999999</cx:pt>
          <cx:pt idx="88538">84.989999999999995</cx:pt>
          <cx:pt idx="88539">134.97999999999999</cx:pt>
          <cx:pt idx="88540">84.989999999999995</cx:pt>
          <cx:pt idx="88541">146.96000000000001</cx:pt>
          <cx:pt idx="88542">91.969999999999999</cx:pt>
          <cx:pt idx="88543">96.969999999999999</cx:pt>
          <cx:pt idx="88544">88.969999999999999</cx:pt>
          <cx:pt idx="88545">299.89999999999998</cx:pt>
          <cx:pt idx="88546">114.97</cx:pt>
          <cx:pt idx="88547">95.950000000000003</cx:pt>
          <cx:pt idx="88548">103.95</cx:pt>
          <cx:pt idx="88549">59.979999999999997</cx:pt>
          <cx:pt idx="88550">33.479999999999997</cx:pt>
          <cx:pt idx="88551">33.479999999999997</cx:pt>
          <cx:pt idx="88552">33.479999999999997</cx:pt>
          <cx:pt idx="88553">67.719999999999999</cx:pt>
          <cx:pt idx="88554">67.719999999999999</cx:pt>
          <cx:pt idx="88555">66.530000000000001</cx:pt>
          <cx:pt idx="88556">72.560000000000002</cx:pt>
          <cx:pt idx="88557">76.189999999999998</cx:pt>
          <cx:pt idx="88558">99.170000000000002</cx:pt>
          <cx:pt idx="88559">96.780000000000001</cx:pt>
          <cx:pt idx="88560">84.989999999999995</cx:pt>
          <cx:pt idx="88561">169.97999999999999</cx:pt>
          <cx:pt idx="88562">84.989999999999995</cx:pt>
          <cx:pt idx="88563">137.97999999999999</cx:pt>
          <cx:pt idx="88564">169.97999999999999</cx:pt>
          <cx:pt idx="88565">124.18000000000001</cx:pt>
          <cx:pt idx="88566">84.989999999999995</cx:pt>
          <cx:pt idx="88567">89.079999999999998</cx:pt>
          <cx:pt idx="88568">183.97</cx:pt>
          <cx:pt idx="88569">98.980000000000004</cx:pt>
          <cx:pt idx="88570">84.989999999999995</cx:pt>
          <cx:pt idx="88571">119.97</cx:pt>
          <cx:pt idx="88572">69.980000000000004</cx:pt>
          <cx:pt idx="88573">119.98</cx:pt>
          <cx:pt idx="88574">99.980000000000004</cx:pt>
          <cx:pt idx="88575">51.979999999999997</cx:pt>
          <cx:pt idx="88576">79.959999999999994</cx:pt>
          <cx:pt idx="88577">59.969999999999999</cx:pt>
          <cx:pt idx="88578">59.969999999999999</cx:pt>
          <cx:pt idx="88579">157.22999999999999</cx:pt>
          <cx:pt idx="88580">174.06999999999999</cx:pt>
          <cx:pt idx="88581">214.88999999999999</cx:pt>
          <cx:pt idx="88582">91.959999999999994</cx:pt>
          <cx:pt idx="88583">51.289999999999999</cx:pt>
          <cx:pt idx="88584">190.91999999999999</cx:pt>
          <cx:pt idx="88585">159.94999999999999</cx:pt>
          <cx:pt idx="88586">85.890000000000001</cx:pt>
          <cx:pt idx="88587">140.34</cx:pt>
          <cx:pt idx="88588">159.69999999999999</cx:pt>
          <cx:pt idx="88589">159.69999999999999</cx:pt>
          <cx:pt idx="88590">69.980000000000004</cx:pt>
          <cx:pt idx="88591">61.969999999999999</cx:pt>
          <cx:pt idx="88592">71.980000000000004</cx:pt>
          <cx:pt idx="88593">62.93</cx:pt>
          <cx:pt idx="88594">103.69</cx:pt>
          <cx:pt idx="88595">126.64</cx:pt>
          <cx:pt idx="88596">135.93000000000001</cx:pt>
          <cx:pt idx="88597">184.96000000000001</cx:pt>
          <cx:pt idx="88598">78.180000000000007</cx:pt>
          <cx:pt idx="88599">119.97</cx:pt>
          <cx:pt idx="88600">119.97</cx:pt>
          <cx:pt idx="88601">154.97</cx:pt>
          <cx:pt idx="88602">89.969999999999999</cx:pt>
          <cx:pt idx="88603">154.96000000000001</cx:pt>
          <cx:pt idx="88604">89.969999999999999</cx:pt>
          <cx:pt idx="88605">103.95999999999999</cx:pt>
          <cx:pt idx="88606">154.96000000000001</cx:pt>
          <cx:pt idx="88607">103.95999999999999</cx:pt>
          <cx:pt idx="88608">154.97</cx:pt>
          <cx:pt idx="88609">59.960000000000001</cx:pt>
          <cx:pt idx="88610">59.960000000000001</cx:pt>
          <cx:pt idx="88611">81.980000000000004</cx:pt>
          <cx:pt idx="88612">65.989999999999995</cx:pt>
          <cx:pt idx="88613">65.989999999999995</cx:pt>
          <cx:pt idx="88614">85.980000000000004</cx:pt>
          <cx:pt idx="88615">65.989999999999995</cx:pt>
          <cx:pt idx="88616">65.989999999999995</cx:pt>
          <cx:pt idx="88617">59.960000000000001</cx:pt>
          <cx:pt idx="88618">118.72</cx:pt>
          <cx:pt idx="88619">89.939999999999998</cx:pt>
          <cx:pt idx="88620">59.960000000000001</cx:pt>
          <cx:pt idx="88621">59.960000000000001</cx:pt>
          <cx:pt idx="88622">61.479999999999997</cx:pt>
          <cx:pt idx="88623">41.490000000000002</cx:pt>
          <cx:pt idx="88624">55.979999999999997</cx:pt>
          <cx:pt idx="88625">61.479999999999997</cx:pt>
          <cx:pt idx="88626">59.979999999999997</cx:pt>
          <cx:pt idx="88627">59.979999999999997</cx:pt>
          <cx:pt idx="88628">113.97</cx:pt>
          <cx:pt idx="88629">316.91000000000003</cx:pt>
          <cx:pt idx="88630">142.72999999999999</cx:pt>
          <cx:pt idx="88631">84.659999999999997</cx:pt>
          <cx:pt idx="88632">159.66999999999999</cx:pt>
          <cx:pt idx="88633">120.98</cx:pt>
          <cx:pt idx="88634">145.16</cx:pt>
          <cx:pt idx="88635">108.88</cx:pt>
          <cx:pt idx="88636">73.480000000000004</cx:pt>
          <cx:pt idx="88637">73.480000000000004</cx:pt>
          <cx:pt idx="88638">88.969999999999999</cx:pt>
          <cx:pt idx="88639">118.53</cx:pt>
          <cx:pt idx="88640">118.84999999999999</cx:pt>
          <cx:pt idx="88641">65.989999999999995</cx:pt>
          <cx:pt idx="88642">67.489999999999995</cx:pt>
          <cx:pt idx="88643">65.989999999999995</cx:pt>
          <cx:pt idx="88644">152.06</cx:pt>
          <cx:pt idx="88645">65.989999999999995</cx:pt>
          <cx:pt idx="88646">65.989999999999995</cx:pt>
          <cx:pt idx="88647">70.150000000000006</cx:pt>
          <cx:pt idx="88648">54.950000000000003</cx:pt>
          <cx:pt idx="88649">58.950000000000003</cx:pt>
          <cx:pt idx="88650">33.990000000000002</cx:pt>
          <cx:pt idx="88651">173.90000000000001</cx:pt>
          <cx:pt idx="88652">54.950000000000003</cx:pt>
          <cx:pt idx="88653">118.93000000000001</cx:pt>
          <cx:pt idx="88654">98.969999999999999</cx:pt>
          <cx:pt idx="88655">87.469999999999999</cx:pt>
          <cx:pt idx="88656">68.980000000000004</cx:pt>
          <cx:pt idx="88657">71.469999999999999</cx:pt>
          <cx:pt idx="88658">79.980000000000004</cx:pt>
          <cx:pt idx="88659">79.980000000000004</cx:pt>
          <cx:pt idx="88660">71.959999999999994</cx:pt>
          <cx:pt idx="88661">59.960000000000001</cx:pt>
          <cx:pt idx="88662">199.94999999999999</cx:pt>
          <cx:pt idx="88663">59.960000000000001</cx:pt>
          <cx:pt idx="88664">93.969999999999999</cx:pt>
          <cx:pt idx="88665">75.980000000000004</cx:pt>
          <cx:pt idx="88666">86.980000000000004</cx:pt>
          <cx:pt idx="88667">86.980000000000004</cx:pt>
          <cx:pt idx="88668">86.980000000000004</cx:pt>
          <cx:pt idx="88669">62.969999999999999</cx:pt>
          <cx:pt idx="88670">54.979999999999997</cx:pt>
          <cx:pt idx="88671">50.979999999999997</cx:pt>
          <cx:pt idx="88672">59.979999999999997</cx:pt>
          <cx:pt idx="88673">59.979999999999997</cx:pt>
          <cx:pt idx="88674">59.979999999999997</cx:pt>
          <cx:pt idx="88675">54.979999999999997</cx:pt>
          <cx:pt idx="88676">59.979999999999997</cx:pt>
          <cx:pt idx="88677">329.94999999999999</cx:pt>
          <cx:pt idx="88678">53.969999999999999</cx:pt>
          <cx:pt idx="88679">111.15000000000001</cx:pt>
          <cx:pt idx="88680">65.989999999999995</cx:pt>
          <cx:pt idx="88681">72.239999999999995</cx:pt>
          <cx:pt idx="88682">68.989999999999995</cx:pt>
          <cx:pt idx="88683">68.980000000000004</cx:pt>
          <cx:pt idx="88684">64.980000000000004</cx:pt>
          <cx:pt idx="88685">76.489999999999995</cx:pt>
          <cx:pt idx="88686">54.990000000000002</cx:pt>
          <cx:pt idx="88687">71.969999999999999</cx:pt>
          <cx:pt idx="88688">61.869999999999997</cx:pt>
          <cx:pt idx="88689">108.04000000000001</cx:pt>
          <cx:pt idx="88690">57.759999999999998</cx:pt>
          <cx:pt idx="88691">135.96000000000001</cx:pt>
          <cx:pt idx="88692">134.97</cx:pt>
          <cx:pt idx="88693">75.980000000000004</cx:pt>
          <cx:pt idx="88694">79.980000000000004</cx:pt>
          <cx:pt idx="88695">75.980000000000004</cx:pt>
          <cx:pt idx="88696">169.97999999999999</cx:pt>
          <cx:pt idx="88697">150.18000000000001</cx:pt>
          <cx:pt idx="88698">77.390000000000001</cx:pt>
          <cx:pt idx="88699">134.84</cx:pt>
          <cx:pt idx="88700">77.390000000000001</cx:pt>
          <cx:pt idx="88701">96.739999999999995</cx:pt>
          <cx:pt idx="88702">77.390000000000001</cx:pt>
          <cx:pt idx="88703">55.960000000000001</cx:pt>
          <cx:pt idx="88704">74.959999999999994</cx:pt>
          <cx:pt idx="88705">61.490000000000002</cx:pt>
          <cx:pt idx="88706">84.989999999999995</cx:pt>
          <cx:pt idx="88707">59.990000000000002</cx:pt>
          <cx:pt idx="88708">84.269999999999996</cx:pt>
          <cx:pt idx="88709">17.489999999999998</cx:pt>
          <cx:pt idx="88710">41.460000000000001</cx:pt>
          <cx:pt idx="88711">61.149999999999999</cx:pt>
          <cx:pt idx="88712">125.16</cx:pt>
          <cx:pt idx="88713">56.770000000000003</cx:pt>
          <cx:pt idx="88714">117.11</cx:pt>
          <cx:pt idx="88715">185.16999999999999</cx:pt>
          <cx:pt idx="88716">60.979999999999997</cx:pt>
          <cx:pt idx="88717">41.479999999999997</cx:pt>
          <cx:pt idx="88718">16.239999999999998</cx:pt>
          <cx:pt idx="88719">157.34999999999999</cx:pt>
          <cx:pt idx="88720">45.880000000000003</cx:pt>
          <cx:pt idx="88721">70.980000000000004</cx:pt>
          <cx:pt idx="88722">70.980000000000004</cx:pt>
          <cx:pt idx="88723">63.960000000000001</cx:pt>
          <cx:pt idx="88724">105.92</cx:pt>
          <cx:pt idx="88725">319.80000000000001</cx:pt>
          <cx:pt idx="88726">81.019999999999996</cx:pt>
          <cx:pt idx="88727">68.930000000000007</cx:pt>
          <cx:pt idx="88728">91.909999999999997</cx:pt>
          <cx:pt idx="88729">68.930000000000007</cx:pt>
          <cx:pt idx="88730">68.930000000000007</cx:pt>
          <cx:pt idx="88731">91.909999999999997</cx:pt>
          <cx:pt idx="88732">121.98</cx:pt>
          <cx:pt idx="88733">127.77</cx:pt>
          <cx:pt idx="88734">37.490000000000002</cx:pt>
          <cx:pt idx="88735">79.980000000000004</cx:pt>
          <cx:pt idx="88736">59.969999999999999</cx:pt>
          <cx:pt idx="88737">79.980000000000004</cx:pt>
          <cx:pt idx="88738">61.18</cx:pt>
          <cx:pt idx="88739">80.980000000000004</cx:pt>
          <cx:pt idx="88740">65.989999999999995</cx:pt>
          <cx:pt idx="88741">92.969999999999999</cx:pt>
          <cx:pt idx="88742">71.969999999999999</cx:pt>
          <cx:pt idx="88743">71.969999999999999</cx:pt>
          <cx:pt idx="88744">95.959999999999994</cx:pt>
          <cx:pt idx="88745">119.95999999999999</cx:pt>
          <cx:pt idx="88746">62.899999999999999</cx:pt>
          <cx:pt idx="88747">101.41</cx:pt>
          <cx:pt idx="88748">72.239999999999995</cx:pt>
          <cx:pt idx="88749">236.94999999999999</cx:pt>
          <cx:pt idx="88750">40.229999999999997</cx:pt>
          <cx:pt idx="88751">59.960000000000001</cx:pt>
          <cx:pt idx="88752">83.450000000000003</cx:pt>
          <cx:pt idx="88753">100.14</cx:pt>
          <cx:pt idx="88754">112.76000000000001</cx:pt>
          <cx:pt idx="88755">111.27</cx:pt>
          <cx:pt idx="88756">132.13</cx:pt>
          <cx:pt idx="88757">73.989999999999995</cx:pt>
          <cx:pt idx="88758">177.40000000000001</cx:pt>
          <cx:pt idx="88759">84.870000000000005</cx:pt>
          <cx:pt idx="88760">178.13999999999999</cx:pt>
          <cx:pt idx="88761">90.709999999999994</cx:pt>
          <cx:pt idx="88762">80.950000000000003</cx:pt>
          <cx:pt idx="88763">182.59</cx:pt>
          <cx:pt idx="88764">97.430000000000007</cx:pt>
          <cx:pt idx="88765">76.489999999999995</cx:pt>
          <cx:pt idx="88766">84.989999999999995</cx:pt>
          <cx:pt idx="88767">76.489999999999995</cx:pt>
          <cx:pt idx="88768">84.980000000000004</cx:pt>
          <cx:pt idx="88769">76.489999999999995</cx:pt>
          <cx:pt idx="88770">60.450000000000003</cx:pt>
          <cx:pt idx="88771">71.939999999999998</cx:pt>
          <cx:pt idx="88772">71.939999999999998</cx:pt>
          <cx:pt idx="88773">85.430000000000007</cx:pt>
          <cx:pt idx="88774">72.439999999999998</cx:pt>
          <cx:pt idx="88775">71.939999999999998</cx:pt>
          <cx:pt idx="88776">222.94</cx:pt>
          <cx:pt idx="88777">62.579999999999998</cx:pt>
          <cx:pt idx="88778">59.960000000000001</cx:pt>
          <cx:pt idx="88779">80.980000000000004</cx:pt>
          <cx:pt idx="88780">109.95999999999999</cx:pt>
          <cx:pt idx="88781">69.969999999999999</cx:pt>
          <cx:pt idx="88782">83.480000000000004</cx:pt>
          <cx:pt idx="88783">154.97999999999999</cx:pt>
          <cx:pt idx="88784">-1.5</cx:pt>
          <cx:pt idx="88785">99.950000000000003</cx:pt>
          <cx:pt idx="88786">25.48</cx:pt>
          <cx:pt idx="88787">154.97999999999999</cx:pt>
          <cx:pt idx="88788">28.469999999999999</cx:pt>
          <cx:pt idx="88789">115.97</cx:pt>
          <cx:pt idx="88790">131.96000000000001</cx:pt>
          <cx:pt idx="88791">123.47</cx:pt>
          <cx:pt idx="88792">115.97</cx:pt>
          <cx:pt idx="88793">89.969999999999999</cx:pt>
          <cx:pt idx="88794">59.979999999999997</cx:pt>
          <cx:pt idx="88795">55.979999999999997</cx:pt>
          <cx:pt idx="88796">61.979999999999997</cx:pt>
          <cx:pt idx="88797">83.969999999999999</cx:pt>
          <cx:pt idx="88798">85.969999999999999</cx:pt>
          <cx:pt idx="88799">57.979999999999997</cx:pt>
          <cx:pt idx="88800">58.560000000000002</cx:pt>
          <cx:pt idx="88801">112.06999999999999</cx:pt>
          <cx:pt idx="88802">50.979999999999997</cx:pt>
          <cx:pt idx="88803">89.980000000000004</cx:pt>
          <cx:pt idx="88804">50.979999999999997</cx:pt>
          <cx:pt idx="88805">45.880000000000003</cx:pt>
          <cx:pt idx="88806">50.979999999999997</cx:pt>
          <cx:pt idx="88807">50.979999999999997</cx:pt>
          <cx:pt idx="88808">50.979999999999997</cx:pt>
          <cx:pt idx="88809">39.990000000000002</cx:pt>
          <cx:pt idx="88810">86.950000000000003</cx:pt>
          <cx:pt idx="88811">39.990000000000002</cx:pt>
          <cx:pt idx="88812">49.630000000000003</cx:pt>
          <cx:pt idx="88813">90.969999999999999</cx:pt>
          <cx:pt idx="88814">54.950000000000003</cx:pt>
          <cx:pt idx="88815">65.989999999999995</cx:pt>
          <cx:pt idx="88816">97.969999999999999</cx:pt>
          <cx:pt idx="88817">62.789999999999999</cx:pt>
          <cx:pt idx="88818">85.829999999999998</cx:pt>
          <cx:pt idx="88819">124.98</cx:pt>
          <cx:pt idx="88820">104.98</cx:pt>
          <cx:pt idx="88821">51.289999999999999</cx:pt>
          <cx:pt idx="88822">136.28</cx:pt>
          <cx:pt idx="88823">51.289999999999999</cx:pt>
          <cx:pt idx="88824">65.189999999999998</cx:pt>
          <cx:pt idx="88825">84.989999999999995</cx:pt>
          <cx:pt idx="88826">76.489999999999995</cx:pt>
          <cx:pt idx="88827">84.989999999999995</cx:pt>
          <cx:pt idx="88828">82.180000000000007</cx:pt>
          <cx:pt idx="88829">83.480000000000004</cx:pt>
          <cx:pt idx="88830">84.959999999999994</cx:pt>
          <cx:pt idx="88831">101.45</cx:pt>
          <cx:pt idx="88832">103.25</cx:pt>
          <cx:pt idx="88833">99.939999999999998</cx:pt>
          <cx:pt idx="88834">21.449999999999999</cx:pt>
          <cx:pt idx="88835">87.950000000000003</cx:pt>
          <cx:pt idx="88836">59.950000000000003</cx:pt>
          <cx:pt idx="88837">81.939999999999998</cx:pt>
          <cx:pt idx="88838">81.650000000000006</cx:pt>
          <cx:pt idx="88839">71.859999999999999</cx:pt>
          <cx:pt idx="88840">88.430000000000007</cx:pt>
          <cx:pt idx="88841">71.859999999999999</cx:pt>
          <cx:pt idx="88842">60.969999999999999</cx:pt>
          <cx:pt idx="88843">55.960000000000001</cx:pt>
          <cx:pt idx="88844">71.450000000000003</cx:pt>
          <cx:pt idx="88845">69.950000000000003</cx:pt>
          <cx:pt idx="88846">55.960000000000001</cx:pt>
          <cx:pt idx="88847">55.960000000000001</cx:pt>
          <cx:pt idx="88848">55.960000000000001</cx:pt>
          <cx:pt idx="88849">55.960000000000001</cx:pt>
          <cx:pt idx="88850">55.960000000000001</cx:pt>
          <cx:pt idx="88851">62.140000000000001</cx:pt>
          <cx:pt idx="88852">78.519999999999996</cx:pt>
          <cx:pt idx="88853">79.950000000000003</cx:pt>
          <cx:pt idx="88854">84.989999999999995</cx:pt>
          <cx:pt idx="88855">68.980000000000004</cx:pt>
          <cx:pt idx="88856">84.989999999999995</cx:pt>
          <cx:pt idx="88857">84.989999999999995</cx:pt>
          <cx:pt idx="88858">84.989999999999995</cx:pt>
          <cx:pt idx="88859">76.489999999999995</cx:pt>
          <cx:pt idx="88860">69.969999999999999</cx:pt>
          <cx:pt idx="88861">72.980000000000004</cx:pt>
          <cx:pt idx="88862">77.969999999999999</cx:pt>
          <cx:pt idx="88863">89.969999999999999</cx:pt>
          <cx:pt idx="88864">104.98</cx:pt>
          <cx:pt idx="88865">99.980000000000004</cx:pt>
          <cx:pt idx="88866">189.96000000000001</cx:pt>
          <cx:pt idx="88867">112.97</cx:pt>
          <cx:pt idx="88868">80.969999999999999</cx:pt>
          <cx:pt idx="88869">69.980000000000004</cx:pt>
          <cx:pt idx="88870">80.969999999999999</cx:pt>
          <cx:pt idx="88871">59.979999999999997</cx:pt>
          <cx:pt idx="88872">79.980000000000004</cx:pt>
          <cx:pt idx="88873">89.980000000000004</cx:pt>
          <cx:pt idx="88874">46.490000000000002</cx:pt>
          <cx:pt idx="88875">84.980000000000004</cx:pt>
          <cx:pt idx="88876">26.489999999999998</cx:pt>
          <cx:pt idx="88877">46.460000000000001</cx:pt>
          <cx:pt idx="88878">47.240000000000002</cx:pt>
          <cx:pt idx="88879">46.490000000000002</cx:pt>
          <cx:pt idx="88880">62.049999999999997</cx:pt>
          <cx:pt idx="88881">293.91000000000003</cx:pt>
          <cx:pt idx="88882">79.989999999999995</cx:pt>
          <cx:pt idx="88883">83.950000000000003</cx:pt>
          <cx:pt idx="88884">55.979999999999997</cx:pt>
          <cx:pt idx="88885">193.16999999999999</cx:pt>
          <cx:pt idx="88886">55.240000000000002</cx:pt>
          <cx:pt idx="88887">64.989999999999995</cx:pt>
          <cx:pt idx="88888">89.989999999999995</cx:pt>
          <cx:pt idx="88889">59.979999999999997</cx:pt>
          <cx:pt idx="88890">59.979999999999997</cx:pt>
          <cx:pt idx="88891">31.489999999999998</cx:pt>
          <cx:pt idx="88892">119.95999999999999</cx:pt>
          <cx:pt idx="88893">59.979999999999997</cx:pt>
          <cx:pt idx="88894">59.979999999999997</cx:pt>
          <cx:pt idx="88895">59.979999999999997</cx:pt>
          <cx:pt idx="88896">29.989999999999998</cx:pt>
          <cx:pt idx="88897">144.47999999999999</cx:pt>
          <cx:pt idx="88898">169.97999999999999</cx:pt>
          <cx:pt idx="88899">169.97999999999999</cx:pt>
          <cx:pt idx="88900">58.780000000000001</cx:pt>
          <cx:pt idx="88901">59.979999999999997</cx:pt>
          <cx:pt idx="88902">82.980000000000004</cx:pt>
          <cx:pt idx="88903">107.94</cx:pt>
          <cx:pt idx="88904">89.219999999999999</cx:pt>
          <cx:pt idx="88905">47.479999999999997</cx:pt>
          <cx:pt idx="88906">149.97</cx:pt>
          <cx:pt idx="88907">103.45</cx:pt>
          <cx:pt idx="88908">76.969999999999999</cx:pt>
          <cx:pt idx="88909">64.980000000000004</cx:pt>
          <cx:pt idx="88910">53.979999999999997</cx:pt>
          <cx:pt idx="88911">59.979999999999997</cx:pt>
          <cx:pt idx="88912">59.979999999999997</cx:pt>
          <cx:pt idx="88913">59.979999999999997</cx:pt>
          <cx:pt idx="88914">12.48</cx:pt>
          <cx:pt idx="88915">50.979999999999997</cx:pt>
          <cx:pt idx="88916">64.980000000000004</cx:pt>
          <cx:pt idx="88917">59.979999999999997</cx:pt>
          <cx:pt idx="88918">56.969999999999999</cx:pt>
          <cx:pt idx="88919">56.969999999999999</cx:pt>
          <cx:pt idx="88920">35.68</cx:pt>
          <cx:pt idx="88921">39.479999999999997</cx:pt>
          <cx:pt idx="88922">56.969999999999999</cx:pt>
          <cx:pt idx="88923">46.57</cx:pt>
          <cx:pt idx="88924">64.060000000000002</cx:pt>
          <cx:pt idx="88925">63.920000000000002</cx:pt>
          <cx:pt idx="88926">8.9900000000000002</cx:pt>
          <cx:pt idx="88927">46.490000000000002</cx:pt>
          <cx:pt idx="88928">158.46000000000001</cx:pt>
          <cx:pt idx="88929">167.22999999999999</cx:pt>
          <cx:pt idx="88930">32.780000000000001</cx:pt>
          <cx:pt idx="88931">99.980000000000004</cx:pt>
          <cx:pt idx="88932">51.490000000000002</cx:pt>
          <cx:pt idx="88933">31.489999999999998</cx:pt>
          <cx:pt idx="88934">51.979999999999997</cx:pt>
          <cx:pt idx="88935">51.490000000000002</cx:pt>
          <cx:pt idx="88936">77.969999999999999</cx:pt>
          <cx:pt idx="88937">59.979999999999997</cx:pt>
          <cx:pt idx="88938">55.979999999999997</cx:pt>
          <cx:pt idx="88939">77.969999999999999</cx:pt>
          <cx:pt idx="88940">20.489999999999998</cx:pt>
          <cx:pt idx="88941">119.95999999999999</cx:pt>
          <cx:pt idx="88942">149.94999999999999</cx:pt>
          <cx:pt idx="88943">54.969999999999999</cx:pt>
          <cx:pt idx="88944">129.97</cx:pt>
          <cx:pt idx="88945">51.960000000000001</cx:pt>
          <cx:pt idx="88946">51.960000000000001</cx:pt>
          <cx:pt idx="88947">51.960000000000001</cx:pt>
          <cx:pt idx="88948">51.960000000000001</cx:pt>
          <cx:pt idx="88949">51.960000000000001</cx:pt>
          <cx:pt idx="88950">51.960000000000001</cx:pt>
          <cx:pt idx="88951">59.969999999999999</cx:pt>
          <cx:pt idx="88952">51.960000000000001</cx:pt>
          <cx:pt idx="88953">59.969999999999999</cx:pt>
          <cx:pt idx="88954">79.980000000000004</cx:pt>
          <cx:pt idx="88955">84.989999999999995</cx:pt>
          <cx:pt idx="88956">65.989999999999995</cx:pt>
          <cx:pt idx="88957">84.989999999999995</cx:pt>
          <cx:pt idx="88958">84.989999999999995</cx:pt>
          <cx:pt idx="88959">82.680000000000007</cx:pt>
          <cx:pt idx="88960">134.94</cx:pt>
          <cx:pt idx="88961">124.95</cx:pt>
          <cx:pt idx="88962">112.8</cx:pt>
          <cx:pt idx="88963">113.94</cx:pt>
          <cx:pt idx="88964">57.979999999999997</cx:pt>
          <cx:pt idx="88965">59.960000000000001</cx:pt>
          <cx:pt idx="88966">72.969999999999999</cx:pt>
          <cx:pt idx="88967">75</cx:pt>
          <cx:pt idx="88968">75</cx:pt>
          <cx:pt idx="88969">72.579999999999998</cx:pt>
          <cx:pt idx="88970">74.099999999999994</cx:pt>
          <cx:pt idx="88971">88.019999999999996</cx:pt>
          <cx:pt idx="88972">73.519999999999996</cx:pt>
          <cx:pt idx="88973">75</cx:pt>
          <cx:pt idx="88974">219.87</cx:pt>
          <cx:pt idx="88975">67.980000000000004</cx:pt>
          <cx:pt idx="88976">155.93000000000001</cx:pt>
          <cx:pt idx="88977">119.15000000000001</cx:pt>
          <cx:pt idx="88978">72.549999999999997</cx:pt>
          <cx:pt idx="88979">72.549999999999997</cx:pt>
          <cx:pt idx="88980">72.549999999999997</cx:pt>
          <cx:pt idx="88981">75.590000000000003</cx:pt>
          <cx:pt idx="88982">37.469999999999999</cx:pt>
          <cx:pt idx="88983">30.379999999999999</cx:pt>
          <cx:pt idx="88984">54.990000000000002</cx:pt>
          <cx:pt idx="88985">131.97999999999999</cx:pt>
          <cx:pt idx="88986">131.97999999999999</cx:pt>
          <cx:pt idx="88987">84.969999999999999</cx:pt>
          <cx:pt idx="88988">89.959999999999994</cx:pt>
          <cx:pt idx="88989">85.469999999999999</cx:pt>
          <cx:pt idx="88990">98.010000000000005</cx:pt>
          <cx:pt idx="88991">132.25999999999999</cx:pt>
          <cx:pt idx="88992">131.97999999999999</cx:pt>
          <cx:pt idx="88993">41.490000000000002</cx:pt>
          <cx:pt idx="88994">54.979999999999997</cx:pt>
          <cx:pt idx="88995">84.959999999999994</cx:pt>
          <cx:pt idx="88996">99.980000000000004</cx:pt>
          <cx:pt idx="88997">373.10000000000002</cx:pt>
          <cx:pt idx="88998">53.43</cx:pt>
          <cx:pt idx="88999">53.439999999999998</cx:pt>
          <cx:pt idx="89000">51.280000000000001</cx:pt>
          <cx:pt idx="89001">53.439999999999998</cx:pt>
          <cx:pt idx="89002">54.369999999999997</cx:pt>
          <cx:pt idx="89003">62.899999999999999</cx:pt>
          <cx:pt idx="89004">157.24000000000001</cx:pt>
          <cx:pt idx="89005">111.27</cx:pt>
          <cx:pt idx="89006">75</cx:pt>
          <cx:pt idx="89007">125.79000000000001</cx:pt>
          <cx:pt idx="89008">56.960000000000001</cx:pt>
          <cx:pt idx="89009">61.960000000000001</cx:pt>
          <cx:pt idx="89010">74.989999999999995</cx:pt>
          <cx:pt idx="89011">56.969999999999999</cx:pt>
          <cx:pt idx="89012">61.960000000000001</cx:pt>
          <cx:pt idx="89013">53.969999999999999</cx:pt>
          <cx:pt idx="89014">59.990000000000002</cx:pt>
          <cx:pt idx="89015">59.990000000000002</cx:pt>
          <cx:pt idx="89016">59.990000000000002</cx:pt>
          <cx:pt idx="89017">51.979999999999997</cx:pt>
          <cx:pt idx="89018">96.170000000000002</cx:pt>
          <cx:pt idx="89019">-51.979999999999997</cx:pt>
          <cx:pt idx="89020">91.969999999999999</cx:pt>
          <cx:pt idx="89021">293.94</cx:pt>
          <cx:pt idx="89022">187.12</cx:pt>
          <cx:pt idx="89023">167.34999999999999</cx:pt>
          <cx:pt idx="89024">170.84</cx:pt>
          <cx:pt idx="89025">188.65000000000001</cx:pt>
          <cx:pt idx="89026">141.53</cx:pt>
          <cx:pt idx="89027">159.69999999999999</cx:pt>
          <cx:pt idx="89028">66.420000000000002</cx:pt>
          <cx:pt idx="89029">129.97999999999999</cx:pt>
          <cx:pt idx="89030">127.84999999999999</cx:pt>
          <cx:pt idx="89031">84.989999999999995</cx:pt>
          <cx:pt idx="89032">46.490000000000002</cx:pt>
          <cx:pt idx="89033">82.980000000000004</cx:pt>
          <cx:pt idx="89034">152.97999999999999</cx:pt>
          <cx:pt idx="89035">116.97</cx:pt>
          <cx:pt idx="89036">137.97999999999999</cx:pt>
          <cx:pt idx="89037">68.480000000000004</cx:pt>
          <cx:pt idx="89038">31.280000000000001</cx:pt>
          <cx:pt idx="89039">109.98</cx:pt>
          <cx:pt idx="89040">99.980000000000004</cx:pt>
          <cx:pt idx="89041">121.97</cx:pt>
          <cx:pt idx="89042">84.989999999999995</cx:pt>
          <cx:pt idx="89043">99.980000000000004</cx:pt>
          <cx:pt idx="89044">31.48</cx:pt>
          <cx:pt idx="89045">59.979999999999997</cx:pt>
          <cx:pt idx="89046">59.979999999999997</cx:pt>
          <cx:pt idx="89047">59.979999999999997</cx:pt>
          <cx:pt idx="89048">59.979999999999997</cx:pt>
          <cx:pt idx="89049">59.979999999999997</cx:pt>
          <cx:pt idx="89050">-59.979999999999997</cx:pt>
          <cx:pt idx="89051">59.979999999999997</cx:pt>
          <cx:pt idx="89052">59.979999999999997</cx:pt>
          <cx:pt idx="89053">59.979999999999997</cx:pt>
          <cx:pt idx="89054">59.979999999999997</cx:pt>
          <cx:pt idx="89055">119.95999999999999</cx:pt>
          <cx:pt idx="89056">119.95999999999999</cx:pt>
          <cx:pt idx="89057">119.95999999999999</cx:pt>
          <cx:pt idx="89058">119.95999999999999</cx:pt>
          <cx:pt idx="89059">149.90000000000001</cx:pt>
          <cx:pt idx="89060">55.960000000000001</cx:pt>
          <cx:pt idx="89061">131.97999999999999</cx:pt>
          <cx:pt idx="89062">243.91999999999999</cx:pt>
          <cx:pt idx="89063">243.91999999999999</cx:pt>
          <cx:pt idx="89064">188.96000000000001</cx:pt>
          <cx:pt idx="89065">188.96000000000001</cx:pt>
          <cx:pt idx="89066">194.94999999999999</cx:pt>
          <cx:pt idx="89067">188.96000000000001</cx:pt>
          <cx:pt idx="89068">134.97</cx:pt>
          <cx:pt idx="89069">79.480000000000004</cx:pt>
          <cx:pt idx="89070">134.97</cx:pt>
          <cx:pt idx="89071">134.97</cx:pt>
          <cx:pt idx="89072">79.480000000000004</cx:pt>
          <cx:pt idx="89073">194.94999999999999</cx:pt>
          <cx:pt idx="89074">194.94999999999999</cx:pt>
          <cx:pt idx="89075">79.480000000000004</cx:pt>
          <cx:pt idx="89076">98.980000000000004</cx:pt>
          <cx:pt idx="89077">198.97</cx:pt>
          <cx:pt idx="89078">79.989999999999995</cx:pt>
          <cx:pt idx="89079">118.98</cx:pt>
          <cx:pt idx="89080">76.469999999999999</cx:pt>
          <cx:pt idx="89081">59.979999999999997</cx:pt>
          <cx:pt idx="89082">49.479999999999997</cx:pt>
          <cx:pt idx="89083">59.979999999999997</cx:pt>
          <cx:pt idx="89084">59.979999999999997</cx:pt>
          <cx:pt idx="89085">74.969999999999999</cx:pt>
          <cx:pt idx="89086">48.579999999999998</cx:pt>
          <cx:pt idx="89087">61.969999999999999</cx:pt>
          <cx:pt idx="89088">57.979999999999997</cx:pt>
          <cx:pt idx="89089">59.960000000000001</cx:pt>
          <cx:pt idx="89090">94.890000000000001</cx:pt>
          <cx:pt idx="89091">29.48</cx:pt>
          <cx:pt idx="89092">73.950000000000003</cx:pt>
          <cx:pt idx="89093">52.969999999999999</cx:pt>
          <cx:pt idx="89094">103.94</cx:pt>
          <cx:pt idx="89095">52.969999999999999</cx:pt>
          <cx:pt idx="89096">74.969999999999999</cx:pt>
          <cx:pt idx="89097">199.91999999999999</cx:pt>
          <cx:pt idx="89098">114.89</cx:pt>
          <cx:pt idx="89099">137.87</cx:pt>
          <cx:pt idx="89100">137.87</cx:pt>
          <cx:pt idx="89101">137.87</cx:pt>
          <cx:pt idx="89102">100.48</cx:pt>
          <cx:pt idx="89103">206.97</cx:pt>
          <cx:pt idx="89104">79.980000000000004</cx:pt>
          <cx:pt idx="89105">128.24000000000001</cx:pt>
          <cx:pt idx="89106">50.990000000000002</cx:pt>
          <cx:pt idx="89107">82.969999999999999</cx:pt>
          <cx:pt idx="89108">131.46000000000001</cx:pt>
          <cx:pt idx="89109">63.979999999999997</cx:pt>
          <cx:pt idx="89110">55.960000000000001</cx:pt>
          <cx:pt idx="89111">101.45999999999999</cx:pt>
          <cx:pt idx="89112">32.229999999999997</cx:pt>
          <cx:pt idx="89113">32.229999999999997</cx:pt>
          <cx:pt idx="89114">59.960000000000001</cx:pt>
          <cx:pt idx="89115">31.48</cx:pt>
          <cx:pt idx="89116">85.980000000000004</cx:pt>
          <cx:pt idx="89117">43.490000000000002</cx:pt>
          <cx:pt idx="89118">36.490000000000002</cx:pt>
          <cx:pt idx="89119">36.490000000000002</cx:pt>
          <cx:pt idx="89120">43.490000000000002</cx:pt>
          <cx:pt idx="89121">26.489999999999998</cx:pt>
          <cx:pt idx="89122">49.700000000000003</cx:pt>
          <cx:pt idx="89123">17.489999999999998</cx:pt>
          <cx:pt idx="89124">69.319999999999993</cx:pt>
          <cx:pt idx="89125">97.670000000000002</cx:pt>
          <cx:pt idx="89126">69.950000000000003</cx:pt>
          <cx:pt idx="89127">69.950000000000003</cx:pt>
          <cx:pt idx="89128">63.969999999999999</cx:pt>
          <cx:pt idx="89129">69.950000000000003</cx:pt>
          <cx:pt idx="89130">107.97</cx:pt>
          <cx:pt idx="89131">55.960000000000001</cx:pt>
          <cx:pt idx="89132">84.989999999999995</cx:pt>
          <cx:pt idx="89133">137.97999999999999</cx:pt>
          <cx:pt idx="89134">169.97999999999999</cx:pt>
          <cx:pt idx="89135">84.989999999999995</cx:pt>
          <cx:pt idx="89136">527.39999999999998</cx:pt>
          <cx:pt idx="89137">157.97</cx:pt>
          <cx:pt idx="89138">124.97</cx:pt>
          <cx:pt idx="89139">65.299999999999997</cx:pt>
          <cx:pt idx="89140">29.25</cx:pt>
          <cx:pt idx="89141">65.299999999999997</cx:pt>
          <cx:pt idx="89142">65.299999999999997</cx:pt>
          <cx:pt idx="89143">90.709999999999994</cx:pt>
          <cx:pt idx="89144">164.52000000000001</cx:pt>
          <cx:pt idx="89145">-1.2</cx:pt>
          <cx:pt idx="89146">104.28</cx:pt>
          <cx:pt idx="89147">168.63999999999999</cx:pt>
          <cx:pt idx="89148">66.579999999999998</cx:pt>
          <cx:pt idx="89149">58.479999999999997</cx:pt>
          <cx:pt idx="89150">45.009999999999998</cx:pt>
          <cx:pt idx="89151">45.009999999999998</cx:pt>
          <cx:pt idx="89152">79.980000000000004</cx:pt>
          <cx:pt idx="89153">79.980000000000004</cx:pt>
          <cx:pt idx="89154">58.479999999999997</cx:pt>
          <cx:pt idx="89155">66.579999999999998</cx:pt>
          <cx:pt idx="89156">61.979999999999997</cx:pt>
          <cx:pt idx="89157">61.979999999999997</cx:pt>
          <cx:pt idx="89158">125.97</cx:pt>
          <cx:pt idx="89159">25.030000000000001</cx:pt>
          <cx:pt idx="89160">25.030000000000001</cx:pt>
          <cx:pt idx="89161">147.96000000000001</cx:pt>
          <cx:pt idx="89162">125.97</cx:pt>
          <cx:pt idx="89163">65.989999999999995</cx:pt>
          <cx:pt idx="89164">65.989999999999995</cx:pt>
          <cx:pt idx="89165">147.96000000000001</cx:pt>
          <cx:pt idx="89166">309.56999999999999</cx:pt>
          <cx:pt idx="89167">59.950000000000003</cx:pt>
          <cx:pt idx="89168">59.969999999999999</cx:pt>
          <cx:pt idx="89169">59.939999999999998</cx:pt>
          <cx:pt idx="89170">59.950000000000003</cx:pt>
          <cx:pt idx="89171">59.950000000000003</cx:pt>
          <cx:pt idx="89172">65.989999999999995</cx:pt>
          <cx:pt idx="89173">59.950000000000003</cx:pt>
          <cx:pt idx="89174">59.969999999999999</cx:pt>
          <cx:pt idx="89175">71.650000000000006</cx:pt>
          <cx:pt idx="89176">56.649999999999999</cx:pt>
          <cx:pt idx="89177">74.950000000000003</cx:pt>
          <cx:pt idx="89178">-56.649999999999999</cx:pt>
          <cx:pt idx="89179">74.950000000000003</cx:pt>
          <cx:pt idx="89180">79.849999999999994</cx:pt>
          <cx:pt idx="89181">75.060000000000002</cx:pt>
          <cx:pt idx="89182">143.72</cx:pt>
          <cx:pt idx="89183">79.849999999999994</cx:pt>
          <cx:pt idx="89184">147.59999999999999</cx:pt>
          <cx:pt idx="89185">69.989999999999995</cx:pt>
          <cx:pt idx="89186">124.95</cx:pt>
          <cx:pt idx="89187">119.95999999999999</cx:pt>
          <cx:pt idx="89188">59.979999999999997</cx:pt>
          <cx:pt idx="89189">80.969999999999999</cx:pt>
          <cx:pt idx="89190">89.969999999999999</cx:pt>
          <cx:pt idx="89191">143.96000000000001</cx:pt>
          <cx:pt idx="89192">169.97999999999999</cx:pt>
          <cx:pt idx="89193">43.479999999999997</cx:pt>
          <cx:pt idx="89194">43.479999999999997</cx:pt>
          <cx:pt idx="89195">37.490000000000002</cx:pt>
          <cx:pt idx="89196">104.98</cx:pt>
          <cx:pt idx="89197">84.980000000000004</cx:pt>
          <cx:pt idx="89198">68.980000000000004</cx:pt>
          <cx:pt idx="89199">9.9900000000000002</cx:pt>
          <cx:pt idx="89200">166.53999999999999</cx:pt>
          <cx:pt idx="89201">165.53</cx:pt>
          <cx:pt idx="89202">276.99000000000001</cx:pt>
          <cx:pt idx="89203">84.989999999999995</cx:pt>
          <cx:pt idx="89204">67.969999999999999</cx:pt>
          <cx:pt idx="89205">57.969999999999999</cx:pt>
          <cx:pt idx="89206">46.479999999999997</cx:pt>
          <cx:pt idx="89207">84.989999999999995</cx:pt>
          <cx:pt idx="89208">67.969999999999999</cx:pt>
          <cx:pt idx="89209">47</cx:pt>
          <cx:pt idx="89210">36.479999999999997</cx:pt>
          <cx:pt idx="89211">84.980000000000004</cx:pt>
          <cx:pt idx="89212">89.980000000000004</cx:pt>
          <cx:pt idx="89213">56.090000000000003</cx:pt>
          <cx:pt idx="89214">89.980000000000004</cx:pt>
          <cx:pt idx="89215">49.479999999999997</cx:pt>
          <cx:pt idx="89216">234.97</cx:pt>
          <cx:pt idx="89217">238.97</cx:pt>
          <cx:pt idx="89218">122.95999999999999</cx:pt>
          <cx:pt idx="89219">85.980000000000004</cx:pt>
          <cx:pt idx="89220">110.95999999999999</cx:pt>
          <cx:pt idx="89221">153.96000000000001</cx:pt>
          <cx:pt idx="89222">60.979999999999997</cx:pt>
          <cx:pt idx="89223">55.979999999999997</cx:pt>
          <cx:pt idx="89224">57.979999999999997</cx:pt>
          <cx:pt idx="89225">51.979999999999997</cx:pt>
          <cx:pt idx="89226">59.689999999999998</cx:pt>
          <cx:pt idx="89227">30.989999999999998</cx:pt>
          <cx:pt idx="89228">107.95999999999999</cx:pt>
          <cx:pt idx="89229">52.18</cx:pt>
          <cx:pt idx="89230">55.829999999999998</cx:pt>
          <cx:pt idx="89231">56.969999999999999</cx:pt>
          <cx:pt idx="89232">113.94</cx:pt>
          <cx:pt idx="89233">140.97</cx:pt>
          <cx:pt idx="89234">56.969999999999999</cx:pt>
          <cx:pt idx="89235">159.90000000000001</cx:pt>
          <cx:pt idx="89236">127.92</cx:pt>
          <cx:pt idx="89237">99.980000000000004</cx:pt>
          <cx:pt idx="89238">84.989999999999995</cx:pt>
          <cx:pt idx="89239">84.969999999999999</cx:pt>
          <cx:pt idx="89240">108.97</cx:pt>
          <cx:pt idx="89241">143.88</cx:pt>
          <cx:pt idx="89242">143.88</cx:pt>
          <cx:pt idx="89243">92.939999999999998</cx:pt>
          <cx:pt idx="89244">59.979999999999997</cx:pt>
          <cx:pt idx="89245">79.969999999999999</cx:pt>
          <cx:pt idx="89246">72.980000000000004</cx:pt>
          <cx:pt idx="89247">-7.2000000000000002</cx:pt>
          <cx:pt idx="89248">60.979999999999997</cx:pt>
          <cx:pt idx="89249">-5.7000000000000002</cx:pt>
          <cx:pt idx="89250">31.489999999999998</cx:pt>
          <cx:pt idx="89251">59.060000000000002</cx:pt>
          <cx:pt idx="89252">72.480000000000004</cx:pt>
          <cx:pt idx="89253">224.62</cx:pt>
          <cx:pt idx="89254">112.23999999999999</cx:pt>
          <cx:pt idx="89255">224.62</cx:pt>
          <cx:pt idx="89256">142.72999999999999</cx:pt>
          <cx:pt idx="89257">142.72999999999999</cx:pt>
          <cx:pt idx="89258">224.62</cx:pt>
          <cx:pt idx="89259">153.37</cx:pt>
          <cx:pt idx="89260">112.23999999999999</cx:pt>
          <cx:pt idx="89261">142.72999999999999</cx:pt>
          <cx:pt idx="89262">153.37</cx:pt>
          <cx:pt idx="89263">154.47999999999999</cx:pt>
          <cx:pt idx="89264">112.23999999999999</cx:pt>
          <cx:pt idx="89265">154.47999999999999</cx:pt>
          <cx:pt idx="89266">154.47999999999999</cx:pt>
          <cx:pt idx="89267">153.37</cx:pt>
          <cx:pt idx="89268">165.97</cx:pt>
          <cx:pt idx="89269">69.989999999999995</cx:pt>
          <cx:pt idx="89270">237.56</cx:pt>
          <cx:pt idx="89271">31.489999999999998</cx:pt>
          <cx:pt idx="89272">54.979999999999997</cx:pt>
          <cx:pt idx="89273">43.990000000000002</cx:pt>
          <cx:pt idx="89274">54.979999999999997</cx:pt>
          <cx:pt idx="89275">84.980000000000004</cx:pt>
          <cx:pt idx="89276">94.469999999999999</cx:pt>
          <cx:pt idx="89277">71.019999999999996</cx:pt>
          <cx:pt idx="89278">167.94999999999999</cx:pt>
          <cx:pt idx="89279">146.94</cx:pt>
          <cx:pt idx="89280">49.590000000000003</cx:pt>
          <cx:pt idx="89281">128.24000000000001</cx:pt>
          <cx:pt idx="89282">49.590000000000003</cx:pt>
          <cx:pt idx="89283">128.24000000000001</cx:pt>
          <cx:pt idx="89284">79.989999999999995</cx:pt>
          <cx:pt idx="89285">79.989999999999995</cx:pt>
          <cx:pt idx="89286">79.989999999999995</cx:pt>
          <cx:pt idx="89287">79.989999999999995</cx:pt>
          <cx:pt idx="89288">71.989999999999995</cx:pt>
          <cx:pt idx="89289">79.989999999999995</cx:pt>
          <cx:pt idx="89290">65.980000000000004</cx:pt>
          <cx:pt idx="89291">59.979999999999997</cx:pt>
          <cx:pt idx="89292">51.479999999999997</cx:pt>
          <cx:pt idx="89293">59.979999999999997</cx:pt>
          <cx:pt idx="89294">47.479999999999997</cx:pt>
          <cx:pt idx="89295">43.469999999999999</cx:pt>
          <cx:pt idx="89296">51.979999999999997</cx:pt>
          <cx:pt idx="89297">65.980000000000004</cx:pt>
          <cx:pt idx="89298">62.969999999999999</cx:pt>
          <cx:pt idx="89299">62.969999999999999</cx:pt>
          <cx:pt idx="89300">62.969999999999999</cx:pt>
          <cx:pt idx="89301">99.980000000000004</cx:pt>
          <cx:pt idx="89302">124.98</cx:pt>
          <cx:pt idx="89303">111.97</cx:pt>
          <cx:pt idx="89304">142.97</cx:pt>
          <cx:pt idx="89305">239.91999999999999</cx:pt>
          <cx:pt idx="89306">239.91999999999999</cx:pt>
          <cx:pt idx="89307">74.420000000000002</cx:pt>
          <cx:pt idx="89308">92.950000000000003</cx:pt>
          <cx:pt idx="89309">89.950000000000003</cx:pt>
          <cx:pt idx="89310">119.93000000000001</cx:pt>
          <cx:pt idx="89311">89.950000000000003</cx:pt>
          <cx:pt idx="89312">56.399999999999999</cx:pt>
          <cx:pt idx="89313">56.969999999999999</cx:pt>
          <cx:pt idx="89314">56.969999999999999</cx:pt>
          <cx:pt idx="89315">159.96000000000001</cx:pt>
          <cx:pt idx="89316">119.97</cx:pt>
          <cx:pt idx="89317">59.950000000000003</cx:pt>
          <cx:pt idx="89318">11.550000000000001</cx:pt>
          <cx:pt idx="89319">190.96000000000001</cx:pt>
          <cx:pt idx="89320">179.44</cx:pt>
          <cx:pt idx="89321">249.96000000000001</cx:pt>
          <cx:pt idx="89322">58.219999999999999</cx:pt>
          <cx:pt idx="89323">59.960000000000001</cx:pt>
          <cx:pt idx="89324">25.789999999999999</cx:pt>
          <cx:pt idx="89325">39.969999999999999</cx:pt>
          <cx:pt idx="89326">113.84999999999999</cx:pt>
          <cx:pt idx="89327">52.469999999999999</cx:pt>
          <cx:pt idx="89328">59.960000000000001</cx:pt>
          <cx:pt idx="89329">71.969999999999999</cx:pt>
          <cx:pt idx="89330">29.48</cx:pt>
          <cx:pt idx="89331">71.969999999999999</cx:pt>
          <cx:pt idx="89332">71.969999999999999</cx:pt>
          <cx:pt idx="89333">65.959999999999994</cx:pt>
          <cx:pt idx="89334">71.969999999999999</cx:pt>
          <cx:pt idx="89335">79.969999999999999</cx:pt>
          <cx:pt idx="89336">69.150000000000006</cx:pt>
          <cx:pt idx="89337">77.370000000000005</cx:pt>
          <cx:pt idx="89338">63.979999999999997</cx:pt>
          <cx:pt idx="89339">83.939999999999998</cx:pt>
          <cx:pt idx="89340">59.979999999999997</cx:pt>
          <cx:pt idx="89341">59.979999999999997</cx:pt>
          <cx:pt idx="89342">59.979999999999997</cx:pt>
          <cx:pt idx="89343">54.979999999999997</cx:pt>
          <cx:pt idx="89344">59.979999999999997</cx:pt>
          <cx:pt idx="89345">59.979999999999997</cx:pt>
          <cx:pt idx="89346">89.939999999999998</cx:pt>
          <cx:pt idx="89347">74.950000000000003</cx:pt>
          <cx:pt idx="89348">72.549999999999997</cx:pt>
          <cx:pt idx="89349">74.950000000000003</cx:pt>
          <cx:pt idx="89350">59.979999999999997</cx:pt>
          <cx:pt idx="89351">79.969999999999999</cx:pt>
          <cx:pt idx="89352">119.95999999999999</cx:pt>
          <cx:pt idx="89353">59.979999999999997</cx:pt>
          <cx:pt idx="89354">59.979999999999997</cx:pt>
          <cx:pt idx="89355">89.969999999999999</cx:pt>
          <cx:pt idx="89356">52.229999999999997</cx:pt>
          <cx:pt idx="89357">49.479999999999997</cx:pt>
          <cx:pt idx="89358">46.229999999999997</cx:pt>
          <cx:pt idx="89359">16.489999999999998</cx:pt>
          <cx:pt idx="89360">56.979999999999997</cx:pt>
          <cx:pt idx="89361">52.229999999999997</cx:pt>
          <cx:pt idx="89362">53.979999999999997</cx:pt>
          <cx:pt idx="89363">61.479999999999997</cx:pt>
          <cx:pt idx="89364">59.979999999999997</cx:pt>
          <cx:pt idx="89365">107.95999999999999</cx:pt>
          <cx:pt idx="89366">85.469999999999999</cx:pt>
          <cx:pt idx="89367">134.96000000000001</cx:pt>
          <cx:pt idx="89368">80.969999999999999</cx:pt>
          <cx:pt idx="89369">287.92000000000002</cx:pt>
          <cx:pt idx="89370">159.69999999999999</cx:pt>
          <cx:pt idx="89371">98.989999999999995</cx:pt>
          <cx:pt idx="89372">193.96000000000001</cx:pt>
          <cx:pt idx="89373">208.94999999999999</cx:pt>
          <cx:pt idx="89374">79.969999999999999</cx:pt>
          <cx:pt idx="89375">128.44999999999999</cx:pt>
          <cx:pt idx="89376">77.459999999999994</cx:pt>
          <cx:pt idx="89377">64.959999999999994</cx:pt>
          <cx:pt idx="89378">74.950000000000003</cx:pt>
          <cx:pt idx="89379">87.950000000000003</cx:pt>
          <cx:pt idx="89380">72.549999999999997</cx:pt>
          <cx:pt idx="89381">134.25999999999999</cx:pt>
          <cx:pt idx="89382">54.990000000000002</cx:pt>
          <cx:pt idx="89383">152.40000000000001</cx:pt>
          <cx:pt idx="89384">105.84</cx:pt>
          <cx:pt idx="89385">207.94999999999999</cx:pt>
          <cx:pt idx="89386">260.75999999999999</cx:pt>
          <cx:pt idx="89387">131.97999999999999</cx:pt>
          <cx:pt idx="89388">131.97999999999999</cx:pt>
          <cx:pt idx="89389">131.97999999999999</cx:pt>
          <cx:pt idx="89390">65.989999999999995</cx:pt>
          <cx:pt idx="89391">131.97999999999999</cx:pt>
          <cx:pt idx="89392">65.989999999999995</cx:pt>
          <cx:pt idx="89393">90.709999999999994</cx:pt>
          <cx:pt idx="89394">72.560000000000002</cx:pt>
          <cx:pt idx="89395">19.34</cx:pt>
          <cx:pt idx="89396">29.620000000000001</cx:pt>
          <cx:pt idx="89397">29.620000000000001</cx:pt>
          <cx:pt idx="89398">85.340000000000003</cx:pt>
          <cx:pt idx="89399">19.34</cx:pt>
          <cx:pt idx="89400">90.359999999999999</cx:pt>
          <cx:pt idx="89401">90.359999999999999</cx:pt>
          <cx:pt idx="89402">85.340000000000003</cx:pt>
          <cx:pt idx="89403">93.930000000000007</cx:pt>
          <cx:pt idx="89404">188.88999999999999</cx:pt>
          <cx:pt idx="89405">188.88999999999999</cx:pt>
          <cx:pt idx="89406">84.989999999999995</cx:pt>
          <cx:pt idx="89407">83.510000000000005</cx:pt>
          <cx:pt idx="89408">147.15000000000001</cx:pt>
          <cx:pt idx="89409">99.980000000000004</cx:pt>
          <cx:pt idx="89410">67.989999999999995</cx:pt>
          <cx:pt idx="89411">71.989999999999995</cx:pt>
          <cx:pt idx="89412">79.989999999999995</cx:pt>
          <cx:pt idx="89413">67.989999999999995</cx:pt>
          <cx:pt idx="89414">79.989999999999995</cx:pt>
          <cx:pt idx="89415">73.799999999999997</cx:pt>
          <cx:pt idx="89416">1475.96</cx:pt>
          <cx:pt idx="89417">51.490000000000002</cx:pt>
          <cx:pt idx="89418">164.46000000000001</cx:pt>
          <cx:pt idx="89419">72.969999999999999</cx:pt>
          <cx:pt idx="89420">83.959999999999994</cx:pt>
          <cx:pt idx="89421">77.969999999999999</cx:pt>
          <cx:pt idx="89422">69.980000000000004</cx:pt>
          <cx:pt idx="89423">41.490000000000002</cx:pt>
          <cx:pt idx="89424">41.490000000000002</cx:pt>
          <cx:pt idx="89425">69.980000000000004</cx:pt>
          <cx:pt idx="89426">40.490000000000002</cx:pt>
          <cx:pt idx="89427">40.490000000000002</cx:pt>
          <cx:pt idx="89428">49.979999999999997</cx:pt>
          <cx:pt idx="89429">49.990000000000002</cx:pt>
          <cx:pt idx="89430">49.990000000000002</cx:pt>
          <cx:pt idx="89431">79.980000000000004</cx:pt>
          <cx:pt idx="89432">49.979999999999997</cx:pt>
          <cx:pt idx="89433">32.240000000000002</cx:pt>
          <cx:pt idx="89434">-32.240000000000002</cx:pt>
          <cx:pt idx="89435">79.980000000000004</cx:pt>
          <cx:pt idx="89436">32.240000000000002</cx:pt>
          <cx:pt idx="89437">-32.240000000000002</cx:pt>
          <cx:pt idx="89438">233.16</cx:pt>
          <cx:pt idx="89439">119.90000000000001</cx:pt>
          <cx:pt idx="89440">95.920000000000002</cx:pt>
          <cx:pt idx="89441">54.979999999999997</cx:pt>
          <cx:pt idx="89442">104.47</cx:pt>
          <cx:pt idx="89443">69.969999999999999</cx:pt>
          <cx:pt idx="89444">72.239999999999995</cx:pt>
          <cx:pt idx="89445">68.989999999999995</cx:pt>
          <cx:pt idx="89446">51.969999999999999</cx:pt>
          <cx:pt idx="89447">40.490000000000002</cx:pt>
          <cx:pt idx="89448">51.979999999999997</cx:pt>
          <cx:pt idx="89449">69.980000000000004</cx:pt>
          <cx:pt idx="89450">79.840000000000003</cx:pt>
          <cx:pt idx="89451">65.269999999999996</cx:pt>
          <cx:pt idx="89452">24.780000000000001</cx:pt>
          <cx:pt idx="89453">-24.780000000000001</cx:pt>
          <cx:pt idx="89454">79.849999999999994</cx:pt>
          <cx:pt idx="89455">211.72999999999999</cx:pt>
          <cx:pt idx="89456">114.89</cx:pt>
          <cx:pt idx="89457">168.08000000000001</cx:pt>
          <cx:pt idx="89458">157.96000000000001</cx:pt>
          <cx:pt idx="89459">129.96000000000001</cx:pt>
          <cx:pt idx="89460">84.989999999999995</cx:pt>
          <cx:pt idx="89461">93.969999999999999</cx:pt>
          <cx:pt idx="89462">206.94999999999999</cx:pt>
          <cx:pt idx="89463">131.97999999999999</cx:pt>
          <cx:pt idx="89464">155.91999999999999</cx:pt>
          <cx:pt idx="89465">49.979999999999997</cx:pt>
          <cx:pt idx="89466">66.959999999999994</cx:pt>
          <cx:pt idx="89467">127.94</cx:pt>
          <cx:pt idx="89468">31.48</cx:pt>
          <cx:pt idx="89469">67.959999999999994</cx:pt>
          <cx:pt idx="89470">106.97</cx:pt>
          <cx:pt idx="89471">94.969999999999999</cx:pt>
          <cx:pt idx="89472">67.959999999999994</cx:pt>
          <cx:pt idx="89473">83.969999999999999</cx:pt>
          <cx:pt idx="89474">83.969999999999999</cx:pt>
          <cx:pt idx="89475">95.670000000000002</cx:pt>
          <cx:pt idx="89476">69.969999999999999</cx:pt>
          <cx:pt idx="89477">111.95999999999999</cx:pt>
          <cx:pt idx="89478">55.979999999999997</cx:pt>
          <cx:pt idx="89479">79.459999999999994</cx:pt>
          <cx:pt idx="89480">39.990000000000002</cx:pt>
          <cx:pt idx="89481">79.980000000000004</cx:pt>
          <cx:pt idx="89482">44.729999999999997</cx:pt>
          <cx:pt idx="89483">44.039999999999999</cx:pt>
          <cx:pt idx="89484">44.729999999999997</cx:pt>
          <cx:pt idx="89485">76.379999999999995</cx:pt>
          <cx:pt idx="89486">26.489999999999998</cx:pt>
          <cx:pt idx="89487">89.969999999999999</cx:pt>
          <cx:pt idx="89488">59.979999999999997</cx:pt>
          <cx:pt idx="89489">26.489999999999998</cx:pt>
          <cx:pt idx="89490">25.489999999999998</cx:pt>
          <cx:pt idx="89491">26.239999999999998</cx:pt>
          <cx:pt idx="89492">29.989999999999998</cx:pt>
          <cx:pt idx="89493">26.489999999999998</cx:pt>
          <cx:pt idx="89494">23.73</cx:pt>
          <cx:pt idx="89495">31.489999999999998</cx:pt>
          <cx:pt idx="89496">27.489999999999998</cx:pt>
          <cx:pt idx="89497">69.989999999999995</cx:pt>
          <cx:pt idx="89498">106.97</cx:pt>
          <cx:pt idx="89499">140.96000000000001</cx:pt>
          <cx:pt idx="89500">115.97</cx:pt>
          <cx:pt idx="89501">31.48</cx:pt>
          <cx:pt idx="89502">139.97999999999999</cx:pt>
          <cx:pt idx="89503">147.97999999999999</cx:pt>
          <cx:pt idx="89504">137.97999999999999</cx:pt>
          <cx:pt idx="89505">61.979999999999997</cx:pt>
          <cx:pt idx="89506">61.979999999999997</cx:pt>
          <cx:pt idx="89507">89.969999999999999</cx:pt>
          <cx:pt idx="89508">71.969999999999999</cx:pt>
          <cx:pt idx="89509">59.979999999999997</cx:pt>
          <cx:pt idx="89510">119.95999999999999</cx:pt>
          <cx:pt idx="89511">143.96000000000001</cx:pt>
          <cx:pt idx="89512">196.91999999999999</cx:pt>
          <cx:pt idx="89513">85.980000000000004</cx:pt>
          <cx:pt idx="89514">69.989999999999995</cx:pt>
          <cx:pt idx="89515">34.229999999999997</cx:pt>
          <cx:pt idx="89516">49.469999999999999</cx:pt>
          <cx:pt idx="89517">67.980000000000004</cx:pt>
          <cx:pt idx="89518">142.97</cx:pt>
          <cx:pt idx="89519">106.95999999999999</cx:pt>
          <cx:pt idx="89520">151.21000000000001</cx:pt>
          <cx:pt idx="89521">145.09999999999999</cx:pt>
          <cx:pt idx="89522">108.83</cx:pt>
          <cx:pt idx="89523">108.83</cx:pt>
          <cx:pt idx="89524">72.909999999999997</cx:pt>
          <cx:pt idx="89525">59.619999999999997</cx:pt>
          <cx:pt idx="89526">95.780000000000001</cx:pt>
          <cx:pt idx="89527">163.38999999999999</cx:pt>
          <cx:pt idx="89528">91.969999999999999</cx:pt>
          <cx:pt idx="89529">69.879999999999995</cx:pt>
          <cx:pt idx="89530">50.369999999999997</cx:pt>
          <cx:pt idx="89531">115.95999999999999</cx:pt>
          <cx:pt idx="89532">76.469999999999999</cx:pt>
          <cx:pt idx="89533">119.95999999999999</cx:pt>
          <cx:pt idx="89534">121.45999999999999</cx:pt>
          <cx:pt idx="89535">121.45999999999999</cx:pt>
          <cx:pt idx="89536">154.63999999999999</cx:pt>
          <cx:pt idx="89537">128.13</cx:pt>
          <cx:pt idx="89538">181.93000000000001</cx:pt>
          <cx:pt idx="89539">100.98</cx:pt>
          <cx:pt idx="89540">94.980000000000004</cx:pt>
          <cx:pt idx="89541">54.979999999999997</cx:pt>
          <cx:pt idx="89542">59.979999999999997</cx:pt>
          <cx:pt idx="89543">124.95</cx:pt>
          <cx:pt idx="89544">74.980000000000004</cx:pt>
          <cx:pt idx="89545">61.960000000000001</cx:pt>
          <cx:pt idx="89546">65.980000000000004</cx:pt>
          <cx:pt idx="89547">104.97</cx:pt>
          <cx:pt idx="89548">51.979999999999997</cx:pt>
          <cx:pt idx="89549">56.68</cx:pt>
          <cx:pt idx="89550">55.950000000000003</cx:pt>
          <cx:pt idx="89551">59.969999999999999</cx:pt>
          <cx:pt idx="89552">59.969999999999999</cx:pt>
          <cx:pt idx="89553">59.969999999999999</cx:pt>
          <cx:pt idx="89554">59.969999999999999</cx:pt>
          <cx:pt idx="89555">13.66</cx:pt>
          <cx:pt idx="89556">-13.66</cx:pt>
          <cx:pt idx="89557">50.979999999999997</cx:pt>
          <cx:pt idx="89558">52.979999999999997</cx:pt>
          <cx:pt idx="89559">62.979999999999997</cx:pt>
          <cx:pt idx="89560">60.630000000000003</cx:pt>
          <cx:pt idx="89561">60.979999999999997</cx:pt>
          <cx:pt idx="89562">52.979999999999997</cx:pt>
          <cx:pt idx="89563">61.539999999999999</cx:pt>
          <cx:pt idx="89564">60.960000000000001</cx:pt>
          <cx:pt idx="89565">51.960000000000001</cx:pt>
          <cx:pt idx="89566">112.95999999999999</cx:pt>
          <cx:pt idx="89567">60.960000000000001</cx:pt>
          <cx:pt idx="89568">86.069999999999993</cx:pt>
          <cx:pt idx="89569">117.95</cx:pt>
          <cx:pt idx="89570">119.95999999999999</cx:pt>
          <cx:pt idx="89571">119.95999999999999</cx:pt>
          <cx:pt idx="89572">147.71000000000001</cx:pt>
          <cx:pt idx="89573">177.55000000000001</cx:pt>
          <cx:pt idx="89574">40.939999999999998</cx:pt>
          <cx:pt idx="89575">99.959999999999994</cx:pt>
          <cx:pt idx="89576">120.45999999999999</cx:pt>
          <cx:pt idx="89577">120.45999999999999</cx:pt>
          <cx:pt idx="89578">84.989999999999995</cx:pt>
          <cx:pt idx="89579">123.97</cx:pt>
          <cx:pt idx="89580">45.259999999999998</cx:pt>
          <cx:pt idx="89581">65.939999999999998</cx:pt>
          <cx:pt idx="89582">65.939999999999998</cx:pt>
          <cx:pt idx="89583">54.950000000000003</cx:pt>
          <cx:pt idx="89584">65.939999999999998</cx:pt>
          <cx:pt idx="89585">54.950000000000003</cx:pt>
          <cx:pt idx="89586">54.950000000000003</cx:pt>
          <cx:pt idx="89587">54.950000000000003</cx:pt>
          <cx:pt idx="89588">69.989999999999995</cx:pt>
          <cx:pt idx="89589">361.52999999999997</cx:pt>
          <cx:pt idx="89590">31.280000000000001</cx:pt>
          <cx:pt idx="89591">59.979999999999997</cx:pt>
          <cx:pt idx="89592">59.979999999999997</cx:pt>
          <cx:pt idx="89593">59.979999999999997</cx:pt>
          <cx:pt idx="89594">59.979999999999997</cx:pt>
          <cx:pt idx="89595">89.969999999999999</cx:pt>
          <cx:pt idx="89596">29.989999999999998</cx:pt>
          <cx:pt idx="89597">59.979999999999997</cx:pt>
          <cx:pt idx="89598">54.979999999999997</cx:pt>
          <cx:pt idx="89599">179.96000000000001</cx:pt>
          <cx:pt idx="89600">84.989999999999995</cx:pt>
          <cx:pt idx="89601">72.969999999999999</cx:pt>
          <cx:pt idx="89602">84.989999999999995</cx:pt>
          <cx:pt idx="89603">111.98</cx:pt>
          <cx:pt idx="89604">99.980000000000004</cx:pt>
          <cx:pt idx="89605">99.980000000000004</cx:pt>
          <cx:pt idx="89606">65.989999999999995</cx:pt>
          <cx:pt idx="89607">84.980000000000004</cx:pt>
          <cx:pt idx="89608">72.579999999999998</cx:pt>
          <cx:pt idx="89609">108.86</cx:pt>
          <cx:pt idx="89610">155.96000000000001</cx:pt>
          <cx:pt idx="89611">53.399999999999999</cx:pt>
          <cx:pt idx="89612">252.87</cx:pt>
          <cx:pt idx="89613">79.980000000000004</cx:pt>
          <cx:pt idx="89614">63.960000000000001</cx:pt>
          <cx:pt idx="89615">61.960000000000001</cx:pt>
          <cx:pt idx="89616">79.980000000000004</cx:pt>
          <cx:pt idx="89617">-52</cx:pt>
          <cx:pt idx="89618">51.990000000000002</cx:pt>
          <cx:pt idx="89619">152.38</cx:pt>
          <cx:pt idx="89620">-152.38</cx:pt>
          <cx:pt idx="89621">87.980000000000004</cx:pt>
          <cx:pt idx="89622">84.989999999999995</cx:pt>
          <cx:pt idx="89623">68.989999999999995</cx:pt>
          <cx:pt idx="89624">74.989999999999995</cx:pt>
          <cx:pt idx="89625">144.97</cx:pt>
          <cx:pt idx="89626">109.98</cx:pt>
          <cx:pt idx="89627">65.989999999999995</cx:pt>
          <cx:pt idx="89628">109.98</cx:pt>
          <cx:pt idx="89629">219.96000000000001</cx:pt>
          <cx:pt idx="89630">77.969999999999999</cx:pt>
          <cx:pt idx="89631">154.22999999999999</cx:pt>
          <cx:pt idx="89632">123.97</cx:pt>
          <cx:pt idx="89633">65.989999999999995</cx:pt>
          <cx:pt idx="89634">80.980000000000004</cx:pt>
          <cx:pt idx="89635">65.989999999999995</cx:pt>
          <cx:pt idx="89636">1.49</cx:pt>
          <cx:pt idx="89637">179.96000000000001</cx:pt>
          <cx:pt idx="89638">51.969999999999999</cx:pt>
          <cx:pt idx="89639">29.48</cx:pt>
          <cx:pt idx="89640">191.88</cx:pt>
          <cx:pt idx="89641">197.93000000000001</cx:pt>
          <cx:pt idx="89642">86.969999999999999</cx:pt>
          <cx:pt idx="89643">184.94</cx:pt>
          <cx:pt idx="89644">96.870000000000005</cx:pt>
          <cx:pt idx="89645">71.849999999999994</cx:pt>
          <cx:pt idx="89646">64.090000000000003</cx:pt>
          <cx:pt idx="89647">108.86</cx:pt>
          <cx:pt idx="89648">90.769999999999996</cx:pt>
          <cx:pt idx="89649">67.859999999999999</cx:pt>
          <cx:pt idx="89650">69.950000000000003</cx:pt>
          <cx:pt idx="89651">101.93000000000001</cx:pt>
          <cx:pt idx="89652">69.950000000000003</cx:pt>
          <cx:pt idx="89653">71.450000000000003</cx:pt>
          <cx:pt idx="89654">51.090000000000003</cx:pt>
          <cx:pt idx="89655">87.359999999999999</cx:pt>
          <cx:pt idx="89656">47.979999999999997</cx:pt>
          <cx:pt idx="89657">195.09999999999999</cx:pt>
          <cx:pt idx="89658">83.219999999999999</cx:pt>
          <cx:pt idx="89659">46.490000000000002</cx:pt>
          <cx:pt idx="89660">185.96000000000001</cx:pt>
          <cx:pt idx="89661">99.980000000000004</cx:pt>
          <cx:pt idx="89662">67.980000000000004</cx:pt>
          <cx:pt idx="89663">79.980000000000004</cx:pt>
          <cx:pt idx="89664">79.980000000000004</cx:pt>
          <cx:pt idx="89665">85.920000000000002</cx:pt>
          <cx:pt idx="89666">79.980000000000004</cx:pt>
          <cx:pt idx="89667">67.980000000000004</cx:pt>
          <cx:pt idx="89668">194.93000000000001</cx:pt>
          <cx:pt idx="89669">56.969999999999999</cx:pt>
          <cx:pt idx="89670">99.980000000000004</cx:pt>
          <cx:pt idx="89671">145.15000000000001</cx:pt>
          <cx:pt idx="89672">217.72999999999999</cx:pt>
          <cx:pt idx="89673">76.959999999999994</cx:pt>
          <cx:pt idx="89674">74.620000000000005</cx:pt>
          <cx:pt idx="89675">59.960000000000001</cx:pt>
          <cx:pt idx="89676">55.960000000000001</cx:pt>
          <cx:pt idx="89677">151.69</cx:pt>
          <cx:pt idx="89678">55.960000000000001</cx:pt>
          <cx:pt idx="89679">187.44</cx:pt>
          <cx:pt idx="89680">187.44</cx:pt>
          <cx:pt idx="89681">187.44</cx:pt>
          <cx:pt idx="89682">187.44</cx:pt>
          <cx:pt idx="89683">99.950000000000003</cx:pt>
          <cx:pt idx="89684">187.91999999999999</cx:pt>
          <cx:pt idx="89685">89.260000000000005</cx:pt>
          <cx:pt idx="89686">73.370000000000005</cx:pt>
          <cx:pt idx="89687">131.97999999999999</cx:pt>
          <cx:pt idx="89688">131.97999999999999</cx:pt>
          <cx:pt idx="89689">197.97</cx:pt>
          <cx:pt idx="89690">62.979999999999997</cx:pt>
          <cx:pt idx="89691">82.969999999999999</cx:pt>
          <cx:pt idx="89692">62.979999999999997</cx:pt>
          <cx:pt idx="89693">61.539999999999999</cx:pt>
          <cx:pt idx="89694">53.969999999999999</cx:pt>
          <cx:pt idx="89695">90.959999999999994</cx:pt>
          <cx:pt idx="89696">138.94999999999999</cx:pt>
          <cx:pt idx="89697">118.25</cx:pt>
          <cx:pt idx="89698">95.909999999999997</cx:pt>
          <cx:pt idx="89699">251.94999999999999</cx:pt>
          <cx:pt idx="89700">215.05000000000001</cx:pt>
          <cx:pt idx="89701">119.95999999999999</cx:pt>
          <cx:pt idx="89702">59.979999999999997</cx:pt>
          <cx:pt idx="89703">59.979999999999997</cx:pt>
          <cx:pt idx="89704">68.989999999999995</cx:pt>
          <cx:pt idx="89705">58.969999999999999</cx:pt>
          <cx:pt idx="89706">73.980000000000004</cx:pt>
          <cx:pt idx="89707">106.95999999999999</cx:pt>
          <cx:pt idx="89708">69.980000000000004</cx:pt>
          <cx:pt idx="89709">109.94</cx:pt>
          <cx:pt idx="89710">50.969999999999999</cx:pt>
          <cx:pt idx="89711">131.97999999999999</cx:pt>
          <cx:pt idx="89712">128.68000000000001</cx:pt>
          <cx:pt idx="89713">131.97999999999999</cx:pt>
          <cx:pt idx="89714">93.469999999999999</cx:pt>
          <cx:pt idx="89715">81.480000000000004</cx:pt>
          <cx:pt idx="89716">81.480000000000004</cx:pt>
          <cx:pt idx="89717">79.980000000000004</cx:pt>
          <cx:pt idx="89718">66.980000000000004</cx:pt>
          <cx:pt idx="89719">92.969999999999999</cx:pt>
          <cx:pt idx="89720">134.97999999999999</cx:pt>
          <cx:pt idx="89721">196.94999999999999</cx:pt>
          <cx:pt idx="89722">138.44</cx:pt>
          <cx:pt idx="89723">10.289999999999999</cx:pt>
          <cx:pt idx="89724">111.95999999999999</cx:pt>
          <cx:pt idx="89725">55.960000000000001</cx:pt>
          <cx:pt idx="89726">59.990000000000002</cx:pt>
          <cx:pt idx="89727">53.990000000000002</cx:pt>
          <cx:pt idx="89728">69.950000000000003</cx:pt>
          <cx:pt idx="89729">59.990000000000002</cx:pt>
          <cx:pt idx="89730">9.0299999999999994</cx:pt>
          <cx:pt idx="89731">120.95</cx:pt>
          <cx:pt idx="89732">79.840000000000003</cx:pt>
          <cx:pt idx="89733">65.989999999999995</cx:pt>
          <cx:pt idx="89734">131.97999999999999</cx:pt>
          <cx:pt idx="89735">263.95999999999998</cx:pt>
          <cx:pt idx="89736">55.960000000000001</cx:pt>
          <cx:pt idx="89737">51.560000000000002</cx:pt>
          <cx:pt idx="89738">55.960000000000001</cx:pt>
          <cx:pt idx="89739">54.920000000000002</cx:pt>
          <cx:pt idx="89740">55.960000000000001</cx:pt>
          <cx:pt idx="89741">58.969999999999999</cx:pt>
          <cx:pt idx="89742">56.969999999999999</cx:pt>
          <cx:pt idx="89743">48.420000000000002</cx:pt>
          <cx:pt idx="89744">55.969999999999999</cx:pt>
          <cx:pt idx="89745">57.969999999999999</cx:pt>
          <cx:pt idx="89746">51.280000000000001</cx:pt>
          <cx:pt idx="89747">70.469999999999999</cx:pt>
          <cx:pt idx="89748">48.280000000000001</cx:pt>
          <cx:pt idx="89749">14.289999999999999</cx:pt>
          <cx:pt idx="89750">27.280000000000001</cx:pt>
          <cx:pt idx="89751">12.99</cx:pt>
          <cx:pt idx="89752">25.98</cx:pt>
          <cx:pt idx="89753">67.260000000000005</cx:pt>
          <cx:pt idx="89754">12.99</cx:pt>
          <cx:pt idx="89755">12.98</cx:pt>
          <cx:pt idx="89756">6.71</cx:pt>
          <cx:pt idx="89757">12.99</cx:pt>
          <cx:pt idx="89758">25.98</cx:pt>
          <cx:pt idx="89759">14.289999999999999</cx:pt>
          <cx:pt idx="89760">12.99</cx:pt>
          <cx:pt idx="89761">27.280000000000001</cx:pt>
          <cx:pt idx="89762">27.280000000000001</cx:pt>
          <cx:pt idx="89763">27.280000000000001</cx:pt>
          <cx:pt idx="89764">67.260000000000005</cx:pt>
          <cx:pt idx="89765">12.98</cx:pt>
          <cx:pt idx="89766">27.02</cx:pt>
          <cx:pt idx="89767">27.02</cx:pt>
          <cx:pt idx="89768">6.71</cx:pt>
          <cx:pt idx="89769">18.129999999999999</cx:pt>
          <cx:pt idx="89770">18.129999999999999</cx:pt>
          <cx:pt idx="89771">64.010000000000005</cx:pt>
          <cx:pt idx="89772">18.129999999999999</cx:pt>
          <cx:pt idx="89773">79.849999999999994</cx:pt>
          <cx:pt idx="89774">102.83</cx:pt>
          <cx:pt idx="89775">78.400000000000006</cx:pt>
          <cx:pt idx="89776">96.780000000000001</cx:pt>
          <cx:pt idx="89777">87.969999999999999</cx:pt>
          <cx:pt idx="89778">50.130000000000003</cx:pt>
          <cx:pt idx="89779">197.72999999999999</cx:pt>
          <cx:pt idx="89780">64.920000000000002</cx:pt>
          <cx:pt idx="89781">61.689999999999998</cx:pt>
          <cx:pt idx="89782">221.38</cx:pt>
          <cx:pt idx="89783">49.990000000000002</cx:pt>
          <cx:pt idx="89784">79.840000000000003</cx:pt>
          <cx:pt idx="89785">309.89999999999998</cx:pt>
          <cx:pt idx="89786">154.94999999999999</cx:pt>
          <cx:pt idx="89787">104.95999999999999</cx:pt>
          <cx:pt idx="89788">78.969999999999999</cx:pt>
          <cx:pt idx="89789">40.469999999999999</cx:pt>
          <cx:pt idx="89790">56.969999999999999</cx:pt>
          <cx:pt idx="89791">49.990000000000002</cx:pt>
          <cx:pt idx="89792">39.479999999999997</cx:pt>
          <cx:pt idx="89793">68.480000000000004</cx:pt>
          <cx:pt idx="89794">135.46000000000001</cx:pt>
          <cx:pt idx="89795">31.48</cx:pt>
          <cx:pt idx="89796">31.48</cx:pt>
          <cx:pt idx="89797">16.489999999999998</cx:pt>
          <cx:pt idx="89798">56.960000000000001</cx:pt>
          <cx:pt idx="89799">104.95999999999999</cx:pt>
          <cx:pt idx="89800">124.98</cx:pt>
          <cx:pt idx="89801">112.48</cx:pt>
          <cx:pt idx="89802">54.979999999999997</cx:pt>
          <cx:pt idx="89803">140.53</cx:pt>
          <cx:pt idx="89804">166.91999999999999</cx:pt>
          <cx:pt idx="89805">240.94</cx:pt>
          <cx:pt idx="89806">252.74000000000001</cx:pt>
          <cx:pt idx="89807">136.74000000000001</cx:pt>
          <cx:pt idx="89808">57.979999999999997</cx:pt>
          <cx:pt idx="89809">59.979999999999997</cx:pt>
          <cx:pt idx="89810">59.979999999999997</cx:pt>
          <cx:pt idx="89811">119.90000000000001</cx:pt>
          <cx:pt idx="89812">95.920000000000002</cx:pt>
          <cx:pt idx="89813">119.90000000000001</cx:pt>
          <cx:pt idx="89814">119.90000000000001</cx:pt>
          <cx:pt idx="89815">86.980000000000004</cx:pt>
          <cx:pt idx="89816">50.979999999999997</cx:pt>
          <cx:pt idx="89817">50.969999999999999</cx:pt>
          <cx:pt idx="89818">0</cx:pt>
          <cx:pt idx="89819">65.989999999999995</cx:pt>
          <cx:pt idx="89820">12.99</cx:pt>
          <cx:pt idx="89821">51.759999999999998</cx:pt>
          <cx:pt idx="89822">97.969999999999999</cx:pt>
          <cx:pt idx="89823">51.759999999999998</cx:pt>
          <cx:pt idx="89824">79.989999999999995</cx:pt>
          <cx:pt idx="89825">54.990000000000002</cx:pt>
          <cx:pt idx="89826">79.989999999999995</cx:pt>
          <cx:pt idx="89827">79.989999999999995</cx:pt>
          <cx:pt idx="89828">159.97999999999999</cx:pt>
          <cx:pt idx="89829">120.98</cx:pt>
          <cx:pt idx="89830">54.280000000000001</cx:pt>
          <cx:pt idx="89831">56.969999999999999</cx:pt>
          <cx:pt idx="89832">55.960000000000001</cx:pt>
          <cx:pt idx="89833">75.959999999999994</cx:pt>
          <cx:pt idx="89834">55.960000000000001</cx:pt>
          <cx:pt idx="89835">111.56</cx:pt>
          <cx:pt idx="89836">83.969999999999999</cx:pt>
          <cx:pt idx="89837">74.969999999999999</cx:pt>
          <cx:pt idx="89838">113.94</cx:pt>
          <cx:pt idx="89839">69.969999999999999</cx:pt>
          <cx:pt idx="89840">68.980000000000004</cx:pt>
          <cx:pt idx="89841">99.980000000000004</cx:pt>
          <cx:pt idx="89842">150.18000000000001</cx:pt>
          <cx:pt idx="89843">134.97999999999999</cx:pt>
          <cx:pt idx="89844">114.97</cx:pt>
          <cx:pt idx="89845">62.969999999999999</cx:pt>
          <cx:pt idx="89846">108.98</cx:pt>
          <cx:pt idx="89847">125.97</cx:pt>
          <cx:pt idx="89848">109.98</cx:pt>
          <cx:pt idx="89849">54.090000000000003</cx:pt>
          <cx:pt idx="89850">90.920000000000002</cx:pt>
          <cx:pt idx="89851">56.969999999999999</cx:pt>
          <cx:pt idx="89852">103.97</cx:pt>
          <cx:pt idx="89853">56.969999999999999</cx:pt>
          <cx:pt idx="89854">56.969999999999999</cx:pt>
          <cx:pt idx="89855">204.97</cx:pt>
          <cx:pt idx="89856">16.489999999999998</cx:pt>
          <cx:pt idx="89857">69.989999999999995</cx:pt>
          <cx:pt idx="89858">83.480000000000004</cx:pt>
          <cx:pt idx="89859">69.989999999999995</cx:pt>
          <cx:pt idx="89860">131.97999999999999</cx:pt>
          <cx:pt idx="89861">50.979999999999997</cx:pt>
          <cx:pt idx="89862">155.97</cx:pt>
          <cx:pt idx="89863">118.26000000000001</cx:pt>
          <cx:pt idx="89864">59.939999999999998</cx:pt>
          <cx:pt idx="89865">69.980000000000004</cx:pt>
          <cx:pt idx="89866">71.469999999999999</cx:pt>
          <cx:pt idx="89867">70.989999999999995</cx:pt>
          <cx:pt idx="89868">59.979999999999997</cx:pt>
          <cx:pt idx="89869">64.980000000000004</cx:pt>
          <cx:pt idx="89870">44.380000000000003</cx:pt>
          <cx:pt idx="89871">68.989999999999995</cx:pt>
          <cx:pt idx="89872">74.980000000000004</cx:pt>
          <cx:pt idx="89873">59.979999999999997</cx:pt>
          <cx:pt idx="89874">54.979999999999997</cx:pt>
          <cx:pt idx="89875">54.979999999999997</cx:pt>
          <cx:pt idx="89876">59.979999999999997</cx:pt>
          <cx:pt idx="89877">59.979999999999997</cx:pt>
          <cx:pt idx="89878">54.979999999999997</cx:pt>
          <cx:pt idx="89879">21.489999999999998</cx:pt>
          <cx:pt idx="89880">129.97999999999999</cx:pt>
          <cx:pt idx="89881">15.49</cx:pt>
          <cx:pt idx="89882">26.489999999999998</cx:pt>
          <cx:pt idx="89883">97.040000000000006</cx:pt>
          <cx:pt idx="89884">98.980000000000004</cx:pt>
          <cx:pt idx="89885">29.48</cx:pt>
          <cx:pt idx="89886">84.989999999999995</cx:pt>
          <cx:pt idx="89887">70.989999999999995</cx:pt>
          <cx:pt idx="89888">84.989999999999995</cx:pt>
          <cx:pt idx="89889">84.989999999999995</cx:pt>
          <cx:pt idx="89890">187.91999999999999</cx:pt>
          <cx:pt idx="89891">229.90000000000001</cx:pt>
          <cx:pt idx="89892">220.41999999999999</cx:pt>
          <cx:pt idx="89893">229.90000000000001</cx:pt>
          <cx:pt idx="89894">231.91</cx:pt>
          <cx:pt idx="89895">220.41999999999999</cx:pt>
          <cx:pt idx="89896">187.91999999999999</cx:pt>
          <cx:pt idx="89897">231.91</cx:pt>
          <cx:pt idx="89898">125.8</cx:pt>
          <cx:pt idx="89899">122.16</cx:pt>
          <cx:pt idx="89900">70.140000000000001</cx:pt>
          <cx:pt idx="89901">65.989999999999995</cx:pt>
          <cx:pt idx="89902">131.97999999999999</cx:pt>
          <cx:pt idx="89903">118.78</cx:pt>
          <cx:pt idx="89904">59.390000000000001</cx:pt>
          <cx:pt idx="89905">79.980000000000004</cx:pt>
          <cx:pt idx="89906">50.380000000000003</cx:pt>
          <cx:pt idx="89907">84.989999999999995</cx:pt>
          <cx:pt idx="89908">59.460000000000001</cx:pt>
          <cx:pt idx="89909">54.390000000000001</cx:pt>
          <cx:pt idx="89910">51.420000000000002</cx:pt>
          <cx:pt idx="89911">159.43000000000001</cx:pt>
          <cx:pt idx="89912">75.980000000000004</cx:pt>
          <cx:pt idx="89913">75.980000000000004</cx:pt>
          <cx:pt idx="89914">75.980000000000004</cx:pt>
          <cx:pt idx="89915">89.969999999999999</cx:pt>
          <cx:pt idx="89916">15.49</cx:pt>
          <cx:pt idx="89917">112.95999999999999</cx:pt>
          <cx:pt idx="89918">137.91999999999999</cx:pt>
          <cx:pt idx="89919">79.989999999999995</cx:pt>
          <cx:pt idx="89920">133.97</cx:pt>
          <cx:pt idx="89921">132.96000000000001</cx:pt>
          <cx:pt idx="89922">33.479999999999997</cx:pt>
          <cx:pt idx="89923">212.94</cx:pt>
          <cx:pt idx="89924">63.960000000000001</cx:pt>
          <cx:pt idx="89925">81.640000000000001</cx:pt>
          <cx:pt idx="89926">99.980000000000004</cx:pt>
          <cx:pt idx="89927">84.989999999999995</cx:pt>
          <cx:pt idx="89928">99.980000000000004</cx:pt>
          <cx:pt idx="89929">84.989999999999995</cx:pt>
          <cx:pt idx="89930">100.98</cx:pt>
          <cx:pt idx="89931">75.989999999999995</cx:pt>
          <cx:pt idx="89932">71.989999999999995</cx:pt>
          <cx:pt idx="89933">104.98</cx:pt>
          <cx:pt idx="89934">163.28</cx:pt>
          <cx:pt idx="89935">66.489999999999995</cx:pt>
          <cx:pt idx="89936">72.530000000000001</cx:pt>
          <cx:pt idx="89937">67.980000000000004</cx:pt>
          <cx:pt idx="89938">48.780000000000001</cx:pt>
          <cx:pt idx="89939">67.980000000000004</cx:pt>
          <cx:pt idx="89940">59.960000000000001</cx:pt>
          <cx:pt idx="89941">449.85000000000002</cx:pt>
          <cx:pt idx="89942">79.950000000000003</cx:pt>
          <cx:pt idx="89943">130.97</cx:pt>
          <cx:pt idx="89944">79.980000000000004</cx:pt>
          <cx:pt idx="89945">158.94999999999999</cx:pt>
          <cx:pt idx="89946">239.91999999999999</cx:pt>
          <cx:pt idx="89947">119.95999999999999</cx:pt>
          <cx:pt idx="89948">89.969999999999999</cx:pt>
          <cx:pt idx="89949">53.969999999999999</cx:pt>
          <cx:pt idx="89950">74.950000000000003</cx:pt>
          <cx:pt idx="89951">71.939999999999998</cx:pt>
          <cx:pt idx="89952">74.950000000000003</cx:pt>
          <cx:pt idx="89953">59.960000000000001</cx:pt>
          <cx:pt idx="89954">-71.939999999999998</cx:pt>
          <cx:pt idx="89955">108.86</cx:pt>
          <cx:pt idx="89956">91.909999999999997</cx:pt>
          <cx:pt idx="89957">68.930000000000007</cx:pt>
          <cx:pt idx="89958">68.930000000000007</cx:pt>
          <cx:pt idx="89959">74.969999999999999</cx:pt>
          <cx:pt idx="89960">80.969999999999999</cx:pt>
          <cx:pt idx="89961">89.969999999999999</cx:pt>
          <cx:pt idx="89962">149.94999999999999</cx:pt>
          <cx:pt idx="89963">59.979999999999997</cx:pt>
          <cx:pt idx="89964">46.289999999999999</cx:pt>
          <cx:pt idx="89965">20.289999999999999</cx:pt>
          <cx:pt idx="89966">51.289999999999999</cx:pt>
          <cx:pt idx="89967">46.289999999999999</cx:pt>
          <cx:pt idx="89968">20.289999999999999</cx:pt>
          <cx:pt idx="89969">10.289999999999999</cx:pt>
          <cx:pt idx="89970">10.289999999999999</cx:pt>
          <cx:pt idx="89971">51.289999999999999</cx:pt>
          <cx:pt idx="89972">239.97</cx:pt>
          <cx:pt idx="89973">239.97</cx:pt>
          <cx:pt idx="89974">89.359999999999999</cx:pt>
          <cx:pt idx="89975">-0.5</cx:pt>
          <cx:pt idx="89976">75.599999999999994</cx:pt>
          <cx:pt idx="89977">62.899999999999999</cx:pt>
          <cx:pt idx="89978">65.489999999999995</cx:pt>
          <cx:pt idx="89979">29.890000000000001</cx:pt>
          <cx:pt idx="89980">91.939999999999998</cx:pt>
          <cx:pt idx="89981">70.159999999999997</cx:pt>
          <cx:pt idx="89982">69.959999999999994</cx:pt>
          <cx:pt idx="89983">57.979999999999997</cx:pt>
          <cx:pt idx="89984">53.960000000000001</cx:pt>
          <cx:pt idx="89985">59.969999999999999</cx:pt>
          <cx:pt idx="89986">67.980000000000004</cx:pt>
          <cx:pt idx="89987">219.97</cx:pt>
          <cx:pt idx="89988">447.64999999999998</cx:pt>
          <cx:pt idx="89989">59.979999999999997</cx:pt>
          <cx:pt idx="89990">67.969999999999999</cx:pt>
          <cx:pt idx="89991">160.96000000000001</cx:pt>
          <cx:pt idx="89992">20.489999999999998</cx:pt>
          <cx:pt idx="89993">172.46000000000001</cx:pt>
          <cx:pt idx="89994">104.98</cx:pt>
          <cx:pt idx="89995">98.980000000000004</cx:pt>
          <cx:pt idx="89996">67.980000000000004</cx:pt>
          <cx:pt idx="89997">175.47</cx:pt>
          <cx:pt idx="89998">164.96000000000001</cx:pt>
          <cx:pt idx="89999">63.740000000000002</cx:pt>
          <cx:pt idx="90000">49.990000000000002</cx:pt>
          <cx:pt idx="90001">191.94999999999999</cx:pt>
          <cx:pt idx="90002">74.980000000000004</cx:pt>
          <cx:pt idx="90003">89.980000000000004</cx:pt>
          <cx:pt idx="90004">39.280000000000001</cx:pt>
          <cx:pt idx="90005">113.95999999999999</cx:pt>
          <cx:pt idx="90006">108.95</cx:pt>
          <cx:pt idx="90007">231.91999999999999</cx:pt>
          <cx:pt idx="90008">50.969999999999999</cx:pt>
          <cx:pt idx="90009">50.969999999999999</cx:pt>
          <cx:pt idx="90010">65.969999999999999</cx:pt>
          <cx:pt idx="90011">53.969999999999999</cx:pt>
          <cx:pt idx="90012">114.91</cx:pt>
          <cx:pt idx="90013">82.260000000000005</cx:pt>
          <cx:pt idx="90014">145.94</cx:pt>
          <cx:pt idx="90015">145.94</cx:pt>
          <cx:pt idx="90016">89.939999999999998</cx:pt>
          <cx:pt idx="90017">218.91</cx:pt>
          <cx:pt idx="90018">89.939999999999998</cx:pt>
          <cx:pt idx="90019">218.91</cx:pt>
          <cx:pt idx="90020">95.980000000000004</cx:pt>
          <cx:pt idx="90021">84.989999999999995</cx:pt>
          <cx:pt idx="90022">95.980000000000004</cx:pt>
          <cx:pt idx="90023">84.989999999999995</cx:pt>
          <cx:pt idx="90024">141.90000000000001</cx:pt>
          <cx:pt idx="90025">75.959999999999994</cx:pt>
          <cx:pt idx="90026">168.27000000000001</cx:pt>
          <cx:pt idx="90027">254.97</cx:pt>
          <cx:pt idx="90028">65.989999999999995</cx:pt>
          <cx:pt idx="90029">156.94999999999999</cx:pt>
          <cx:pt idx="90030">144.47999999999999</cx:pt>
          <cx:pt idx="90031">152.97999999999999</cx:pt>
          <cx:pt idx="90032">65.989999999999995</cx:pt>
          <cx:pt idx="90033">84.989999999999995</cx:pt>
          <cx:pt idx="90034">30.050000000000001</cx:pt>
          <cx:pt idx="90035">65.989999999999995</cx:pt>
          <cx:pt idx="90036">65.989999999999995</cx:pt>
          <cx:pt idx="90037">63.710000000000001</cx:pt>
          <cx:pt idx="90038">103.66</cx:pt>
          <cx:pt idx="90039">162.37</cx:pt>
          <cx:pt idx="90040">121.06999999999999</cx:pt>
          <cx:pt idx="90041">59.979999999999997</cx:pt>
          <cx:pt idx="90042">79.849999999999994</cx:pt>
          <cx:pt idx="90043">96.780000000000001</cx:pt>
          <cx:pt idx="90044">61.670000000000002</cx:pt>
          <cx:pt idx="90045">37.469999999999999</cx:pt>
          <cx:pt idx="90046">49.590000000000003</cx:pt>
          <cx:pt idx="90047">67.739999999999995</cx:pt>
          <cx:pt idx="90048">71.090000000000003</cx:pt>
          <cx:pt idx="90049">48.579999999999998</cx:pt>
          <cx:pt idx="90050">201.94999999999999</cx:pt>
          <cx:pt idx="90051">81.670000000000002</cx:pt>
          <cx:pt idx="90052">59.969999999999999</cx:pt>
          <cx:pt idx="90053">53.979999999999997</cx:pt>
          <cx:pt idx="90054">59.950000000000003</cx:pt>
          <cx:pt idx="90055">95.959999999999994</cx:pt>
          <cx:pt idx="90056">131.97999999999999</cx:pt>
          <cx:pt idx="90057">317.94</cx:pt>
          <cx:pt idx="90058">133.97999999999999</cx:pt>
          <cx:pt idx="90059">84.989999999999995</cx:pt>
          <cx:pt idx="90060">184.80000000000001</cx:pt>
          <cx:pt idx="90061">17.940000000000001</cx:pt>
          <cx:pt idx="90062">36.479999999999997</cx:pt>
          <cx:pt idx="90063">55.979999999999997</cx:pt>
          <cx:pt idx="90064">58.979999999999997</cx:pt>
          <cx:pt idx="90065">76.489999999999995</cx:pt>
          <cx:pt idx="90066">109.97</cx:pt>
          <cx:pt idx="90067">72.239999999999995</cx:pt>
          <cx:pt idx="90068">117.76000000000001</cx:pt>
          <cx:pt idx="90069">83.810000000000002</cx:pt>
          <cx:pt idx="90070">208.08000000000001</cx:pt>
          <cx:pt idx="90071">284.27999999999997</cx:pt>
          <cx:pt idx="90072">219.80000000000001</cx:pt>
          <cx:pt idx="90073">108.84</cx:pt>
          <cx:pt idx="90074">65.290000000000006</cx:pt>
          <cx:pt idx="90075">72.549999999999997</cx:pt>
          <cx:pt idx="90076">96.790000000000006</cx:pt>
          <cx:pt idx="90077">58.560000000000002</cx:pt>
          <cx:pt idx="90078">129.97999999999999</cx:pt>
          <cx:pt idx="90079">159.96000000000001</cx:pt>
          <cx:pt idx="90080">53.880000000000003</cx:pt>
          <cx:pt idx="90081">53.979999999999997</cx:pt>
          <cx:pt idx="90082">17.489999999999998</cx:pt>
          <cx:pt idx="90083">55.939999999999998</cx:pt>
          <cx:pt idx="90084">67.980000000000004</cx:pt>
          <cx:pt idx="90085">184.97</cx:pt>
          <cx:pt idx="90086">65.989999999999995</cx:pt>
          <cx:pt idx="90087">115.95</cx:pt>
          <cx:pt idx="90088">79.980000000000004</cx:pt>
          <cx:pt idx="90089">64.829999999999998</cx:pt>
          <cx:pt idx="90090">98.980000000000004</cx:pt>
          <cx:pt idx="90091">65.989999999999995</cx:pt>
          <cx:pt idx="90092">84.989999999999995</cx:pt>
          <cx:pt idx="90093">84.180000000000007</cx:pt>
          <cx:pt idx="90094">84.180000000000007</cx:pt>
          <cx:pt idx="90095">98.129999999999995</cx:pt>
          <cx:pt idx="90096">109.98</cx:pt>
          <cx:pt idx="90097">59.979999999999997</cx:pt>
          <cx:pt idx="90098">102.97</cx:pt>
          <cx:pt idx="90099">89.959999999999994</cx:pt>
          <cx:pt idx="90100">125.56999999999999</cx:pt>
          <cx:pt idx="90101">55.969999999999999</cx:pt>
          <cx:pt idx="90102">64.989999999999995</cx:pt>
          <cx:pt idx="90103">57.68</cx:pt>
          <cx:pt idx="90104">64.980000000000004</cx:pt>
          <cx:pt idx="90105">59.960000000000001</cx:pt>
          <cx:pt idx="90106">76.489999999999995</cx:pt>
          <cx:pt idx="90107">59.960000000000001</cx:pt>
          <cx:pt idx="90108">87.969999999999999</cx:pt>
          <cx:pt idx="90109">49.479999999999997</cx:pt>
          <cx:pt idx="90110">54.979999999999997</cx:pt>
          <cx:pt idx="90111">40.490000000000002</cx:pt>
          <cx:pt idx="90112">61.979999999999997</cx:pt>
          <cx:pt idx="90113">78.980000000000004</cx:pt>
          <cx:pt idx="90114">53.979999999999997</cx:pt>
          <cx:pt idx="90115">148.97</cx:pt>
          <cx:pt idx="90116">54.979999999999997</cx:pt>
          <cx:pt idx="90117">119.97</cx:pt>
          <cx:pt idx="90118">119.95999999999999</cx:pt>
          <cx:pt idx="90119">135.96000000000001</cx:pt>
          <cx:pt idx="90120">67.980000000000004</cx:pt>
          <cx:pt idx="90121">89.900000000000006</cx:pt>
          <cx:pt idx="90122">59.979999999999997</cx:pt>
          <cx:pt idx="90123">53.969999999999999</cx:pt>
          <cx:pt idx="90124">59.979999999999997</cx:pt>
          <cx:pt idx="90125">59.979999999999997</cx:pt>
          <cx:pt idx="90126">59.979999999999997</cx:pt>
          <cx:pt idx="90127">59.979999999999997</cx:pt>
          <cx:pt idx="90128">89.969999999999999</cx:pt>
          <cx:pt idx="90129">55.979999999999997</cx:pt>
          <cx:pt idx="90130">91.959999999999994</cx:pt>
          <cx:pt idx="90131">69.959999999999994</cx:pt>
          <cx:pt idx="90132">123.95999999999999</cx:pt>
          <cx:pt idx="90133">91.959999999999994</cx:pt>
          <cx:pt idx="90134">65.959999999999994</cx:pt>
          <cx:pt idx="90135">84.989999999999995</cx:pt>
          <cx:pt idx="90136">73.480000000000004</cx:pt>
          <cx:pt idx="90137">84.989999999999995</cx:pt>
          <cx:pt idx="90138">51.960000000000001</cx:pt>
          <cx:pt idx="90139">26.289999999999999</cx:pt>
          <cx:pt idx="90140">75.959999999999994</cx:pt>
          <cx:pt idx="90141">55.450000000000003</cx:pt>
          <cx:pt idx="90142">27.280000000000001</cx:pt>
          <cx:pt idx="90143">26.289999999999999</cx:pt>
          <cx:pt idx="90144">59.979999999999997</cx:pt>
          <cx:pt idx="90145">71.219999999999999</cx:pt>
          <cx:pt idx="90146">119.95999999999999</cx:pt>
          <cx:pt idx="90147">53.979999999999997</cx:pt>
          <cx:pt idx="90148">137.94999999999999</cx:pt>
          <cx:pt idx="90149">149.90000000000001</cx:pt>
          <cx:pt idx="90150">62.469999999999999</cx:pt>
          <cx:pt idx="90151">67.980000000000004</cx:pt>
          <cx:pt idx="90152">59.960000000000001</cx:pt>
          <cx:pt idx="90153">10.24</cx:pt>
          <cx:pt idx="90154">104.95999999999999</cx:pt>
          <cx:pt idx="90155">198.84999999999999</cx:pt>
          <cx:pt idx="90156">141.96000000000001</cx:pt>
          <cx:pt idx="90157">26.489999999999998</cx:pt>
          <cx:pt idx="90158">20.48</cx:pt>
          <cx:pt idx="90159">51.490000000000002</cx:pt>
          <cx:pt idx="90160">31.489999999999998</cx:pt>
          <cx:pt idx="90161">26.489999999999998</cx:pt>
          <cx:pt idx="90162">26.489999999999998</cx:pt>
          <cx:pt idx="90163">20.48</cx:pt>
          <cx:pt idx="90164">36.490000000000002</cx:pt>
          <cx:pt idx="90165">100.98</cx:pt>
          <cx:pt idx="90166">175.46000000000001</cx:pt>
          <cx:pt idx="90167">135.47999999999999</cx:pt>
          <cx:pt idx="90168">145.47</cx:pt>
          <cx:pt idx="90169">76.450000000000003</cx:pt>
          <cx:pt idx="90170">105.93000000000001</cx:pt>
          <cx:pt idx="90171">125.93000000000001</cx:pt>
          <cx:pt idx="90172">108.92</cx:pt>
          <cx:pt idx="90173">78.180000000000007</cx:pt>
          <cx:pt idx="90174">63.979999999999997</cx:pt>
          <cx:pt idx="90175">62.880000000000003</cx:pt>
          <cx:pt idx="90176">178.56</cx:pt>
          <cx:pt idx="90177">55.960000000000001</cx:pt>
          <cx:pt idx="90178">55.960000000000001</cx:pt>
          <cx:pt idx="90179">55.960000000000001</cx:pt>
          <cx:pt idx="90180">55.960000000000001</cx:pt>
          <cx:pt idx="90181">50.359999999999999</cx:pt>
          <cx:pt idx="90182">55.960000000000001</cx:pt>
          <cx:pt idx="90183">55.960000000000001</cx:pt>
          <cx:pt idx="90184">55.960000000000001</cx:pt>
          <cx:pt idx="90185">143.94</cx:pt>
          <cx:pt idx="90186">147.84999999999999</cx:pt>
          <cx:pt idx="90187">149.94999999999999</cx:pt>
          <cx:pt idx="90188">70.980000000000004</cx:pt>
          <cx:pt idx="90189">19.989999999999998</cx:pt>
          <cx:pt idx="90190">-49.990000000000002</cx:pt>
          <cx:pt idx="90191">58.969999999999999</cx:pt>
          <cx:pt idx="90192">57.960000000000001</cx:pt>
          <cx:pt idx="90193">49.990000000000002</cx:pt>
          <cx:pt idx="90194">56.969999999999999</cx:pt>
          <cx:pt idx="90195">56.969999999999999</cx:pt>
          <cx:pt idx="90196">65.489999999999995</cx:pt>
          <cx:pt idx="90197">56.969999999999999</cx:pt>
          <cx:pt idx="90198">76.489999999999995</cx:pt>
          <cx:pt idx="90199">97.290000000000006</cx:pt>
          <cx:pt idx="90200">99.980000000000004</cx:pt>
          <cx:pt idx="90201">76.489999999999995</cx:pt>
          <cx:pt idx="90202">98.969999999999999</cx:pt>
          <cx:pt idx="90203">76.489999999999995</cx:pt>
          <cx:pt idx="90204">142.97</cx:pt>
          <cx:pt idx="90205">221.93000000000001</cx:pt>
          <cx:pt idx="90206">79.980000000000004</cx:pt>
          <cx:pt idx="90207">67.980000000000004</cx:pt>
          <cx:pt idx="90208">79.980000000000004</cx:pt>
          <cx:pt idx="90209">56.979999999999997</cx:pt>
          <cx:pt idx="90210">79.980000000000004</cx:pt>
          <cx:pt idx="90211">61.979999999999997</cx:pt>
          <cx:pt idx="90212">61.979999999999997</cx:pt>
          <cx:pt idx="90213">60.979999999999997</cx:pt>
          <cx:pt idx="90214">101.95</cx:pt>
          <cx:pt idx="90215">78.959999999999994</cx:pt>
          <cx:pt idx="90216">44.469999999999999</cx:pt>
          <cx:pt idx="90217">206.91</cx:pt>
          <cx:pt idx="90218">54.979999999999997</cx:pt>
          <cx:pt idx="90219">74.969999999999999</cx:pt>
          <cx:pt idx="90220">115.95999999999999</cx:pt>
          <cx:pt idx="90221">139.96000000000001</cx:pt>
          <cx:pt idx="90222">108.59999999999999</cx:pt>
          <cx:pt idx="90223">99.719999999999999</cx:pt>
          <cx:pt idx="90224">99.870000000000005</cx:pt>
          <cx:pt idx="90225">131.96000000000001</cx:pt>
          <cx:pt idx="90226">48.479999999999997</cx:pt>
          <cx:pt idx="90227">43.93</cx:pt>
          <cx:pt idx="90228">37.93</cx:pt>
          <cx:pt idx="90229">84.969999999999999</cx:pt>
          <cx:pt idx="90230">99.980000000000004</cx:pt>
          <cx:pt idx="90231">167.94</cx:pt>
          <cx:pt idx="90232">111.95999999999999</cx:pt>
          <cx:pt idx="90233">167.94</cx:pt>
          <cx:pt idx="90234">143.97999999999999</cx:pt>
          <cx:pt idx="90235">135.97999999999999</cx:pt>
          <cx:pt idx="90236">79.989999999999995</cx:pt>
          <cx:pt idx="90237">84.989999999999995</cx:pt>
          <cx:pt idx="90238">84.989999999999995</cx:pt>
          <cx:pt idx="90239">84.989999999999995</cx:pt>
          <cx:pt idx="90240">88.379999999999995</cx:pt>
          <cx:pt idx="90241">84.989999999999995</cx:pt>
          <cx:pt idx="90242">83.480000000000004</cx:pt>
          <cx:pt idx="90243">65.989999999999995</cx:pt>
          <cx:pt idx="90244">84.989999999999995</cx:pt>
          <cx:pt idx="90245">65.989999999999995</cx:pt>
          <cx:pt idx="90246">95.969999999999999</cx:pt>
          <cx:pt idx="90247">79.989999999999995</cx:pt>
          <cx:pt idx="90248">79.989999999999995</cx:pt>
          <cx:pt idx="90249">94.980000000000004</cx:pt>
          <cx:pt idx="90250">124.16</cx:pt>
          <cx:pt idx="90251">139.94999999999999</cx:pt>
          <cx:pt idx="90252">162.94</cx:pt>
          <cx:pt idx="90253">139.94999999999999</cx:pt>
          <cx:pt idx="90254">55.780000000000001</cx:pt>
          <cx:pt idx="90255">60.840000000000003</cx:pt>
          <cx:pt idx="90256">55.780000000000001</cx:pt>
          <cx:pt idx="90257">54.979999999999997</cx:pt>
          <cx:pt idx="90258">51.979999999999997</cx:pt>
          <cx:pt idx="90259">52.68</cx:pt>
          <cx:pt idx="90260">52.68</cx:pt>
          <cx:pt idx="90261">61.979999999999997</cx:pt>
          <cx:pt idx="90262">64.989999999999995</cx:pt>
          <cx:pt idx="90263">137.97999999999999</cx:pt>
          <cx:pt idx="90264">169.97999999999999</cx:pt>
          <cx:pt idx="90265">65.989999999999995</cx:pt>
          <cx:pt idx="90266">64.989999999999995</cx:pt>
          <cx:pt idx="90267">64.989999999999995</cx:pt>
          <cx:pt idx="90268">79.980000000000004</cx:pt>
          <cx:pt idx="90269">106.48</cx:pt>
          <cx:pt idx="90270">69.989999999999995</cx:pt>
          <cx:pt idx="90271">280.64999999999998</cx:pt>
          <cx:pt idx="90272">203.24000000000001</cx:pt>
          <cx:pt idx="90273">125.95999999999999</cx:pt>
          <cx:pt idx="90274">75.969999999999999</cx:pt>
          <cx:pt idx="90275">120.97</cx:pt>
          <cx:pt idx="90276">116.95</cx:pt>
          <cx:pt idx="90277">75.950000000000003</cx:pt>
          <cx:pt idx="90278">93.969999999999999</cx:pt>
          <cx:pt idx="90279">89.980000000000004</cx:pt>
          <cx:pt idx="90280">53.979999999999997</cx:pt>
          <cx:pt idx="90281">69.980000000000004</cx:pt>
          <cx:pt idx="90282">89.969999999999999</cx:pt>
          <cx:pt idx="90283">123.95999999999999</cx:pt>
          <cx:pt idx="90284">125.45999999999999</cx:pt>
          <cx:pt idx="90285">89.969999999999999</cx:pt>
          <cx:pt idx="90286">-147.96000000000001</cx:pt>
          <cx:pt idx="90287">147.96000000000001</cx:pt>
          <cx:pt idx="90288">55.979999999999997</cx:pt>
          <cx:pt idx="90289">59.979999999999997</cx:pt>
          <cx:pt idx="90290">52.880000000000003</cx:pt>
          <cx:pt idx="90291">59.979999999999997</cx:pt>
          <cx:pt idx="90292">89.969999999999999</cx:pt>
          <cx:pt idx="90293">59.979999999999997</cx:pt>
          <cx:pt idx="90294">59.979999999999997</cx:pt>
          <cx:pt idx="90295">56.969999999999999</cx:pt>
          <cx:pt idx="90296">75.959999999999994</cx:pt>
          <cx:pt idx="90297">47.240000000000002</cx:pt>
          <cx:pt idx="90298">46.490000000000002</cx:pt>
          <cx:pt idx="90299">72.969999999999999</cx:pt>
          <cx:pt idx="90300">29.48</cx:pt>
          <cx:pt idx="90301">55.960000000000001</cx:pt>
          <cx:pt idx="90302">44.990000000000002</cx:pt>
          <cx:pt idx="90303">46.490000000000002</cx:pt>
          <cx:pt idx="90304">54.990000000000002</cx:pt>
          <cx:pt idx="90305">69.980000000000004</cx:pt>
          <cx:pt idx="90306">74.980000000000004</cx:pt>
          <cx:pt idx="90307">59.969999999999999</cx:pt>
          <cx:pt idx="90308">89.969999999999999</cx:pt>
          <cx:pt idx="90309">84.969999999999999</cx:pt>
          <cx:pt idx="90310">89.969999999999999</cx:pt>
          <cx:pt idx="90311">89.969999999999999</cx:pt>
          <cx:pt idx="90312">89.969999999999999</cx:pt>
          <cx:pt idx="90313">136.94999999999999</cx:pt>
          <cx:pt idx="90314">55.979999999999997</cx:pt>
          <cx:pt idx="90315">111.95999999999999</cx:pt>
          <cx:pt idx="90316">55.979999999999997</cx:pt>
          <cx:pt idx="90317">83.969999999999999</cx:pt>
          <cx:pt idx="90318">50.490000000000002</cx:pt>
          <cx:pt idx="90319">65.989999999999995</cx:pt>
          <cx:pt idx="90320">82.609999999999999</cx:pt>
          <cx:pt idx="90321">148.97</cx:pt>
          <cx:pt idx="90322">68.989999999999995</cx:pt>
          <cx:pt idx="90323">73.569999999999993</cx:pt>
          <cx:pt idx="90324">29.280000000000001</cx:pt>
          <cx:pt idx="90325">122.98</cx:pt>
          <cx:pt idx="90326">26.489999999999998</cx:pt>
          <cx:pt idx="90327">96.980000000000004</cx:pt>
          <cx:pt idx="90328">26.489999999999998</cx:pt>
          <cx:pt idx="90329">71.969999999999999</cx:pt>
          <cx:pt idx="90330">121.95999999999999</cx:pt>
          <cx:pt idx="90331">87.879999999999995</cx:pt>
          <cx:pt idx="90332">71.969999999999999</cx:pt>
          <cx:pt idx="90333">86.379999999999995</cx:pt>
          <cx:pt idx="90334">86.379999999999995</cx:pt>
          <cx:pt idx="90335">96.980000000000004</cx:pt>
          <cx:pt idx="90336">87.879999999999995</cx:pt>
          <cx:pt idx="90337">121.95999999999999</cx:pt>
          <cx:pt idx="90338">61.789999999999999</cx:pt>
          <cx:pt idx="90339">51.759999999999998</cx:pt>
          <cx:pt idx="90340">56.369999999999997</cx:pt>
          <cx:pt idx="90341">55.969999999999999</cx:pt>
          <cx:pt idx="90342">477.94</cx:pt>
          <cx:pt idx="90343">229.97</cx:pt>
          <cx:pt idx="90344">229.97</cx:pt>
          <cx:pt idx="90345">477.94</cx:pt>
          <cx:pt idx="90346">89.980000000000004</cx:pt>
          <cx:pt idx="90347">64.969999999999999</cx:pt>
          <cx:pt idx="90348">105.98</cx:pt>
          <cx:pt idx="90349">59.979999999999997</cx:pt>
          <cx:pt idx="90350">1.5</cx:pt>
          <cx:pt idx="90351">105.98</cx:pt>
          <cx:pt idx="90352">87.980000000000004</cx:pt>
          <cx:pt idx="90353">99.980000000000004</cx:pt>
          <cx:pt idx="90354">85.980000000000004</cx:pt>
          <cx:pt idx="90355">55.960000000000001</cx:pt>
          <cx:pt idx="90356">101.47</cx:pt>
          <cx:pt idx="90357">55.960000000000001</cx:pt>
          <cx:pt idx="90358">59.990000000000002</cx:pt>
          <cx:pt idx="90359">96.780000000000001</cx:pt>
          <cx:pt idx="90360">131.37</cx:pt>
          <cx:pt idx="90361">84.989999999999995</cx:pt>
          <cx:pt idx="90362">111.28</cx:pt>
          <cx:pt idx="90363">100.39</cx:pt>
          <cx:pt idx="90364">172.97999999999999</cx:pt>
          <cx:pt idx="90365">84.989999999999995</cx:pt>
          <cx:pt idx="90366">180.97</cx:pt>
          <cx:pt idx="90367">169.97999999999999</cx:pt>
          <cx:pt idx="90368">248.93000000000001</cx:pt>
          <cx:pt idx="90369">82.260000000000005</cx:pt>
          <cx:pt idx="90370">398.94</cx:pt>
          <cx:pt idx="90371">113.01000000000001</cx:pt>
          <cx:pt idx="90372">113.01000000000001</cx:pt>
          <cx:pt idx="90373">113.01000000000001</cx:pt>
          <cx:pt idx="90374">113.01000000000001</cx:pt>
          <cx:pt idx="90375">113.01000000000001</cx:pt>
          <cx:pt idx="90376">105.26000000000001</cx:pt>
          <cx:pt idx="90377">105.26000000000001</cx:pt>
          <cx:pt idx="90378">105.26000000000001</cx:pt>
          <cx:pt idx="90379">113.01000000000001</cx:pt>
          <cx:pt idx="90380">109.2</cx:pt>
          <cx:pt idx="90381">105.26000000000001</cx:pt>
          <cx:pt idx="90382">105.36</cx:pt>
          <cx:pt idx="90383">105.36</cx:pt>
          <cx:pt idx="90384">105.36</cx:pt>
          <cx:pt idx="90385">105.36</cx:pt>
          <cx:pt idx="90386">105.36</cx:pt>
          <cx:pt idx="90387">132.25</cx:pt>
          <cx:pt idx="90388">132.25</cx:pt>
          <cx:pt idx="90389">132.25</cx:pt>
          <cx:pt idx="90390">132.25</cx:pt>
          <cx:pt idx="90391">132.25</cx:pt>
          <cx:pt idx="90392">132.25</cx:pt>
          <cx:pt idx="90393">109.2</cx:pt>
          <cx:pt idx="90394">109.2</cx:pt>
          <cx:pt idx="90395">109.2</cx:pt>
          <cx:pt idx="90396">109.2</cx:pt>
          <cx:pt idx="90397">109.2</cx:pt>
          <cx:pt idx="90398">109.2</cx:pt>
          <cx:pt idx="90399">105.26000000000001</cx:pt>
          <cx:pt idx="90400">105.26000000000001</cx:pt>
          <cx:pt idx="90401">105.26000000000001</cx:pt>
          <cx:pt idx="90402">132.25</cx:pt>
          <cx:pt idx="90403">113.01000000000001</cx:pt>
          <cx:pt idx="90404">103.45999999999999</cx:pt>
          <cx:pt idx="90405">103.45999999999999</cx:pt>
          <cx:pt idx="90406">124.90000000000001</cx:pt>
          <cx:pt idx="90407">64.939999999999998</cx:pt>
          <cx:pt idx="90408">124.90000000000001</cx:pt>
          <cx:pt idx="90409">124.90000000000001</cx:pt>
          <cx:pt idx="90410">124.90000000000001</cx:pt>
          <cx:pt idx="90411">64.939999999999998</cx:pt>
          <cx:pt idx="90412">119.66</cx:pt>
          <cx:pt idx="90413">64.939999999999998</cx:pt>
          <cx:pt idx="90414">64.939999999999998</cx:pt>
          <cx:pt idx="90415">64.939999999999998</cx:pt>
          <cx:pt idx="90416">113.36</cx:pt>
          <cx:pt idx="90417">64.939999999999998</cx:pt>
          <cx:pt idx="90418">119.66</cx:pt>
          <cx:pt idx="90419">119.66</cx:pt>
          <cx:pt idx="90420">119.66</cx:pt>
          <cx:pt idx="90421">113</cx:pt>
          <cx:pt idx="90422">113</cx:pt>
          <cx:pt idx="90423">113</cx:pt>
          <cx:pt idx="90424">113</cx:pt>
          <cx:pt idx="90425">113</cx:pt>
          <cx:pt idx="90426">113</cx:pt>
          <cx:pt idx="90427">113</cx:pt>
          <cx:pt idx="90428">113.36</cx:pt>
          <cx:pt idx="90429">113.36</cx:pt>
          <cx:pt idx="90430">119.66</cx:pt>
          <cx:pt idx="90431">119.66</cx:pt>
          <cx:pt idx="90432">119.66</cx:pt>
          <cx:pt idx="90433">113.36</cx:pt>
          <cx:pt idx="90434">64.939999999999998</cx:pt>
          <cx:pt idx="90435">113.36</cx:pt>
          <cx:pt idx="90436">105.36</cx:pt>
          <cx:pt idx="90437">113.36</cx:pt>
          <cx:pt idx="90438">103.45999999999999</cx:pt>
          <cx:pt idx="90439">105.36</cx:pt>
          <cx:pt idx="90440">103.45999999999999</cx:pt>
          <cx:pt idx="90441">103.45999999999999</cx:pt>
          <cx:pt idx="90442">103.45999999999999</cx:pt>
          <cx:pt idx="90443">103.45999999999999</cx:pt>
          <cx:pt idx="90444">128.31</cx:pt>
          <cx:pt idx="90445">128.31</cx:pt>
          <cx:pt idx="90446">128.31</cx:pt>
          <cx:pt idx="90447">128.31</cx:pt>
          <cx:pt idx="90448">128.31</cx:pt>
          <cx:pt idx="90449">124.90000000000001</cx:pt>
          <cx:pt idx="90450">128.31</cx:pt>
          <cx:pt idx="90451">113.36</cx:pt>
          <cx:pt idx="90452">128.31</cx:pt>
          <cx:pt idx="90453">124.90000000000001</cx:pt>
          <cx:pt idx="90454">124.90000000000001</cx:pt>
          <cx:pt idx="90455">130.97999999999999</cx:pt>
          <cx:pt idx="90456">155.69</cx:pt>
          <cx:pt idx="90457">148.97</cx:pt>
          <cx:pt idx="90458">89.939999999999998</cx:pt>
          <cx:pt idx="90459">74.950000000000003</cx:pt>
          <cx:pt idx="90460">89.939999999999998</cx:pt>
          <cx:pt idx="90461">89.939999999999998</cx:pt>
          <cx:pt idx="90462">89.939999999999998</cx:pt>
          <cx:pt idx="90463">55.979999999999997</cx:pt>
          <cx:pt idx="90464">36.490000000000002</cx:pt>
          <cx:pt idx="90465">62.969999999999999</cx:pt>
          <cx:pt idx="90466">73.980000000000004</cx:pt>
          <cx:pt idx="90467">77.969999999999999</cx:pt>
          <cx:pt idx="90468">84.989999999999995</cx:pt>
          <cx:pt idx="90469">84.989999999999995</cx:pt>
          <cx:pt idx="90470">127.98</cx:pt>
          <cx:pt idx="90471">50.979999999999997</cx:pt>
          <cx:pt idx="90472">56.979999999999997</cx:pt>
          <cx:pt idx="90473">59.979999999999997</cx:pt>
          <cx:pt idx="90474">95.980000000000004</cx:pt>
          <cx:pt idx="90475">59.979999999999997</cx:pt>
          <cx:pt idx="90476">59.390000000000001</cx:pt>
          <cx:pt idx="90477">79.989999999999995</cx:pt>
          <cx:pt idx="90478">54.979999999999997</cx:pt>
          <cx:pt idx="90479">76.480000000000004</cx:pt>
          <cx:pt idx="90480">62.979999999999997</cx:pt>
          <cx:pt idx="90481">79.989999999999995</cx:pt>
          <cx:pt idx="90482">59.990000000000002</cx:pt>
          <cx:pt idx="90483">55.960000000000001</cx:pt>
          <cx:pt idx="90484">59.990000000000002</cx:pt>
          <cx:pt idx="90485">55.960000000000001</cx:pt>
          <cx:pt idx="90486">55.960000000000001</cx:pt>
          <cx:pt idx="90487">95.959999999999994</cx:pt>
          <cx:pt idx="90488">68.060000000000002</cx:pt>
          <cx:pt idx="90489">147.96000000000001</cx:pt>
          <cx:pt idx="90490">147.96000000000001</cx:pt>
          <cx:pt idx="90491">73.980000000000004</cx:pt>
          <cx:pt idx="90492">74.769999999999996</cx:pt>
          <cx:pt idx="90493">76.489999999999995</cx:pt>
          <cx:pt idx="90494">74.450000000000003</cx:pt>
          <cx:pt idx="90495">57.979999999999997</cx:pt>
          <cx:pt idx="90496">46.740000000000002</cx:pt>
          <cx:pt idx="90497">84.989999999999995</cx:pt>
          <cx:pt idx="90498">131.97999999999999</cx:pt>
          <cx:pt idx="90499">135.46000000000001</cx:pt>
          <cx:pt idx="90500">84.989999999999995</cx:pt>
          <cx:pt idx="90501">35.490000000000002</cx:pt>
          <cx:pt idx="90502">65.989999999999995</cx:pt>
          <cx:pt idx="90503">131.97999999999999</cx:pt>
          <cx:pt idx="90504">159.69999999999999</cx:pt>
          <cx:pt idx="90505">159.69999999999999</cx:pt>
          <cx:pt idx="90506">136.43000000000001</cx:pt>
          <cx:pt idx="90507">137.47999999999999</cx:pt>
          <cx:pt idx="90508">95.230000000000004</cx:pt>
          <cx:pt idx="90509">99.980000000000004</cx:pt>
          <cx:pt idx="90510">37.490000000000002</cx:pt>
          <cx:pt idx="90511">54.979999999999997</cx:pt>
          <cx:pt idx="90512">72.969999999999999</cx:pt>
          <cx:pt idx="90513">79.989999999999995</cx:pt>
          <cx:pt idx="90514">79.989999999999995</cx:pt>
          <cx:pt idx="90515">73.069999999999993</cx:pt>
          <cx:pt idx="90516">79.989999999999995</cx:pt>
          <cx:pt idx="90517">108.86</cx:pt>
          <cx:pt idx="90518">93.629999999999995</cx:pt>
          <cx:pt idx="90519">130.63999999999999</cx:pt>
          <cx:pt idx="90520">79.849999999999994</cx:pt>
          <cx:pt idx="90521">65.299999999999997</cx:pt>
          <cx:pt idx="90522">77.519999999999996</cx:pt>
          <cx:pt idx="90523">99.950000000000003</cx:pt>
          <cx:pt idx="90524">53.979999999999997</cx:pt>
          <cx:pt idx="90525">99.950000000000003</cx:pt>
          <cx:pt idx="90526">-99.950000000000003</cx:pt>
          <cx:pt idx="90527">99.950000000000003</cx:pt>
          <cx:pt idx="90528">77.980000000000004</cx:pt>
          <cx:pt idx="90529">58.979999999999997</cx:pt>
          <cx:pt idx="90530">84.989999999999995</cx:pt>
          <cx:pt idx="90531">84.989999999999995</cx:pt>
          <cx:pt idx="90532">86.939999999999998</cx:pt>
          <cx:pt idx="90533">84.989999999999995</cx:pt>
          <cx:pt idx="90534">52.979999999999997</cx:pt>
          <cx:pt idx="90535">52.979999999999997</cx:pt>
          <cx:pt idx="90536">52.979999999999997</cx:pt>
          <cx:pt idx="90537">84.989999999999995</cx:pt>
          <cx:pt idx="90538">84.989999999999995</cx:pt>
          <cx:pt idx="90539">84.989999999999995</cx:pt>
          <cx:pt idx="90540">84.989999999999995</cx:pt>
          <cx:pt idx="90541">84.989999999999995</cx:pt>
          <cx:pt idx="90542">84.989999999999995</cx:pt>
          <cx:pt idx="90543">99.980000000000004</cx:pt>
          <cx:pt idx="90544">99.980000000000004</cx:pt>
          <cx:pt idx="90545">84.989999999999995</cx:pt>
          <cx:pt idx="90546">99.980000000000004</cx:pt>
          <cx:pt idx="90547">84.989999999999995</cx:pt>
          <cx:pt idx="90548">84.989999999999995</cx:pt>
          <cx:pt idx="90549">65.989999999999995</cx:pt>
          <cx:pt idx="90550">65.989999999999995</cx:pt>
          <cx:pt idx="90551">65.989999999999995</cx:pt>
          <cx:pt idx="90552">40</cx:pt>
          <cx:pt idx="90553">84.989999999999995</cx:pt>
          <cx:pt idx="90554">84.989999999999995</cx:pt>
          <cx:pt idx="90555">65.989999999999995</cx:pt>
          <cx:pt idx="90556">40</cx:pt>
          <cx:pt idx="90557">84.989999999999995</cx:pt>
          <cx:pt idx="90558">65.989999999999995</cx:pt>
          <cx:pt idx="90559">65.989999999999995</cx:pt>
          <cx:pt idx="90560">40</cx:pt>
          <cx:pt idx="90561">99.980000000000004</cx:pt>
          <cx:pt idx="90562">122.97</cx:pt>
          <cx:pt idx="90563">99.980000000000004</cx:pt>
          <cx:pt idx="90564">116.97</cx:pt>
          <cx:pt idx="90565">229.47</cx:pt>
          <cx:pt idx="90566">80.980000000000004</cx:pt>
          <cx:pt idx="90567">104.98</cx:pt>
          <cx:pt idx="90568">63.729999999999997</cx:pt>
          <cx:pt idx="90569">59.979999999999997</cx:pt>
          <cx:pt idx="90570">131.96000000000001</cx:pt>
          <cx:pt idx="90571">59.979999999999997</cx:pt>
          <cx:pt idx="90572">89.969999999999999</cx:pt>
          <cx:pt idx="90573">89.969999999999999</cx:pt>
          <cx:pt idx="90574">169.97999999999999</cx:pt>
          <cx:pt idx="90575">205.96000000000001</cx:pt>
          <cx:pt idx="90576">47.460000000000001</cx:pt>
          <cx:pt idx="90577">37.469999999999999</cx:pt>
          <cx:pt idx="90578">97.959999999999994</cx:pt>
          <cx:pt idx="90579">107.62</cx:pt>
          <cx:pt idx="90580">111.95</cx:pt>
          <cx:pt idx="90581">111.95</cx:pt>
          <cx:pt idx="90582">38.049999999999997</cx:pt>
          <cx:pt idx="90583">71.980000000000004</cx:pt>
          <cx:pt idx="90584">89.060000000000002</cx:pt>
          <cx:pt idx="90585">110.98</cx:pt>
          <cx:pt idx="90586">89.980000000000004</cx:pt>
          <cx:pt idx="90587">139.97</cx:pt>
          <cx:pt idx="90588">148.97</cx:pt>
          <cx:pt idx="90589">61.979999999999997</cx:pt>
          <cx:pt idx="90590">63.960000000000001</cx:pt>
          <cx:pt idx="90591">79.980000000000004</cx:pt>
          <cx:pt idx="90592">19.48</cx:pt>
          <cx:pt idx="90593">105.97</cx:pt>
          <cx:pt idx="90594">65.969999999999999</cx:pt>
          <cx:pt idx="90595">85.980000000000004</cx:pt>
          <cx:pt idx="90596">75.969999999999999</cx:pt>
          <cx:pt idx="90597">59.960000000000001</cx:pt>
          <cx:pt idx="90598">58.759999999999998</cx:pt>
          <cx:pt idx="90599">59.960000000000001</cx:pt>
          <cx:pt idx="90600">62.899999999999999</cx:pt>
          <cx:pt idx="90601">125.79000000000001</cx:pt>
          <cx:pt idx="90602">115.39</cx:pt>
          <cx:pt idx="90603">96.75</cx:pt>
          <cx:pt idx="90604">137.88</cx:pt>
          <cx:pt idx="90605">52.969999999999999</cx:pt>
          <cx:pt idx="90606">96.969999999999999</cx:pt>
          <cx:pt idx="90607">59.979999999999997</cx:pt>
          <cx:pt idx="90608">67.480000000000004</cx:pt>
          <cx:pt idx="90609">80.969999999999999</cx:pt>
          <cx:pt idx="90610">63.969999999999999</cx:pt>
          <cx:pt idx="90611">209.43000000000001</cx:pt>
          <cx:pt idx="90612">53.969999999999999</cx:pt>
          <cx:pt idx="90613">184.93000000000001</cx:pt>
          <cx:pt idx="90614">55.979999999999997</cx:pt>
          <cx:pt idx="90615">31.48</cx:pt>
          <cx:pt idx="90616">27.379999999999999</cx:pt>
          <cx:pt idx="90617">28.739999999999998</cx:pt>
          <cx:pt idx="90618">22.289999999999999</cx:pt>
          <cx:pt idx="90619">50.979999999999997</cx:pt>
          <cx:pt idx="90620">131.97999999999999</cx:pt>
          <cx:pt idx="90621">203.91999999999999</cx:pt>
          <cx:pt idx="90622">59.960000000000001</cx:pt>
          <cx:pt idx="90623">39.479999999999997</cx:pt>
          <cx:pt idx="90624">39.479999999999997</cx:pt>
          <cx:pt idx="90625">53.979999999999997</cx:pt>
          <cx:pt idx="90626">53.979999999999997</cx:pt>
          <cx:pt idx="90627">59.979999999999997</cx:pt>
          <cx:pt idx="90628">53.979999999999997</cx:pt>
          <cx:pt idx="90629">59.979999999999997</cx:pt>
          <cx:pt idx="90630">53.979999999999997</cx:pt>
          <cx:pt idx="90631">59.979999999999997</cx:pt>
          <cx:pt idx="90632">227.94</cx:pt>
          <cx:pt idx="90633">65.969999999999999</cx:pt>
          <cx:pt idx="90634">143.96000000000001</cx:pt>
          <cx:pt idx="90635">99.950000000000003</cx:pt>
          <cx:pt idx="90636">47.219999999999999</cx:pt>
          <cx:pt idx="90637">59.960000000000001</cx:pt>
          <cx:pt idx="90638">66.530000000000001</cx:pt>
          <cx:pt idx="90639">66.530000000000001</cx:pt>
          <cx:pt idx="90640">37.469999999999999</cx:pt>
          <cx:pt idx="90641">96.780000000000001</cx:pt>
          <cx:pt idx="90642">84.680000000000007</cx:pt>
          <cx:pt idx="90643">37.490000000000002</cx:pt>
          <cx:pt idx="90644">59.950000000000003</cx:pt>
          <cx:pt idx="90645">57.960000000000001</cx:pt>
          <cx:pt idx="90646">53.960000000000001</cx:pt>
          <cx:pt idx="90647">10.99</cx:pt>
          <cx:pt idx="90648">57.950000000000003</cx:pt>
          <cx:pt idx="90649">50.960000000000001</cx:pt>
          <cx:pt idx="90650">329.94999999999999</cx:pt>
          <cx:pt idx="90651">84.980000000000004</cx:pt>
          <cx:pt idx="90652">103.95999999999999</cx:pt>
          <cx:pt idx="90653">103.95999999999999</cx:pt>
          <cx:pt idx="90654">103.95999999999999</cx:pt>
          <cx:pt idx="90655">84.980000000000004</cx:pt>
          <cx:pt idx="90656">22.489999999999998</cx:pt>
          <cx:pt idx="90657">120.95</cx:pt>
          <cx:pt idx="90658">50.979999999999997</cx:pt>
          <cx:pt idx="90659">50.979999999999997</cx:pt>
          <cx:pt idx="90660">22.489999999999998</cx:pt>
          <cx:pt idx="90661">22.489999999999998</cx:pt>
          <cx:pt idx="90662">84.980000000000004</cx:pt>
          <cx:pt idx="90663">22.489999999999998</cx:pt>
          <cx:pt idx="90664">22.489999999999998</cx:pt>
          <cx:pt idx="90665">120.95</cx:pt>
          <cx:pt idx="90666">120.95</cx:pt>
          <cx:pt idx="90667">22.489999999999998</cx:pt>
          <cx:pt idx="90668">50.979999999999997</cx:pt>
          <cx:pt idx="90669">169.96000000000001</cx:pt>
          <cx:pt idx="90670">139.97</cx:pt>
          <cx:pt idx="90671">59.979999999999997</cx:pt>
          <cx:pt idx="90672">109.97</cx:pt>
          <cx:pt idx="90673">109.98</cx:pt>
          <cx:pt idx="90674">120.94</cx:pt>
          <cx:pt idx="90675">67.980000000000004</cx:pt>
          <cx:pt idx="90676">189.97</cx:pt>
          <cx:pt idx="90677">157.46000000000001</cx:pt>
          <cx:pt idx="90678">89.230000000000004</cx:pt>
          <cx:pt idx="90679">167.93000000000001</cx:pt>
          <cx:pt idx="90680">167.93000000000001</cx:pt>
          <cx:pt idx="90681">119.94</cx:pt>
          <cx:pt idx="90682">84.980000000000004</cx:pt>
          <cx:pt idx="90683">139.97999999999999</cx:pt>
          <cx:pt idx="90684">139.97999999999999</cx:pt>
          <cx:pt idx="90685">31.489999999999998</cx:pt>
          <cx:pt idx="90686">59.380000000000003</cx:pt>
          <cx:pt idx="90687">59.979999999999997</cx:pt>
          <cx:pt idx="90688">51.479999999999997</cx:pt>
          <cx:pt idx="90689">59.479999999999997</cx:pt>
          <cx:pt idx="90690">104.59</cx:pt>
          <cx:pt idx="90691">64.780000000000001</cx:pt>
          <cx:pt idx="90692">76.480000000000004</cx:pt>
          <cx:pt idx="90693">55.869999999999997</cx:pt>
          <cx:pt idx="90694">50.979999999999997</cx:pt>
          <cx:pt idx="90695">75.870000000000005</cx:pt>
          <cx:pt idx="90696">83.969999999999999</cx:pt>
          <cx:pt idx="90697">137.94</cx:pt>
          <cx:pt idx="90698">114.97</cx:pt>
          <cx:pt idx="90699">71.379999999999995</cx:pt>
          <cx:pt idx="90700">55.960000000000001</cx:pt>
          <cx:pt idx="90701">134.97</cx:pt>
          <cx:pt idx="90702">64.349999999999994</cx:pt>
          <cx:pt idx="90703">46.490000000000002</cx:pt>
          <cx:pt idx="90704">37.479999999999997</cx:pt>
          <cx:pt idx="90705">145.15000000000001</cx:pt>
          <cx:pt idx="90706">63.960000000000001</cx:pt>
          <cx:pt idx="90707">63.960000000000001</cx:pt>
          <cx:pt idx="90708">63.960000000000001</cx:pt>
          <cx:pt idx="90709">63.960000000000001</cx:pt>
          <cx:pt idx="90710">89.950000000000003</cx:pt>
          <cx:pt idx="90711">89.939999999999998</cx:pt>
          <cx:pt idx="90712">-59.990000000000002</cx:pt>
          <cx:pt idx="90713">120.81</cx:pt>
          <cx:pt idx="90714">144.94999999999999</cx:pt>
          <cx:pt idx="90715">79.989999999999995</cx:pt>
          <cx:pt idx="90716">59.990000000000002</cx:pt>
          <cx:pt idx="90717">54.950000000000003</cx:pt>
          <cx:pt idx="90718">54.950000000000003</cx:pt>
          <cx:pt idx="90719">54.950000000000003</cx:pt>
          <cx:pt idx="90720">54.950000000000003</cx:pt>
          <cx:pt idx="90721">54.950000000000003</cx:pt>
          <cx:pt idx="90722">84.989999999999995</cx:pt>
          <cx:pt idx="90723">64.989999999999995</cx:pt>
          <cx:pt idx="90724">72.239999999999995</cx:pt>
          <cx:pt idx="90725">120.97</cx:pt>
          <cx:pt idx="90726">84.989999999999995</cx:pt>
          <cx:pt idx="90727">124.97</cx:pt>
          <cx:pt idx="90728">124.97</cx:pt>
          <cx:pt idx="90729">109.95999999999999</cx:pt>
          <cx:pt idx="90730">84.989999999999995</cx:pt>
          <cx:pt idx="90731">64.980000000000004</cx:pt>
          <cx:pt idx="90732">192.96000000000001</cx:pt>
          <cx:pt idx="90733">99.980000000000004</cx:pt>
          <cx:pt idx="90734">46.490000000000002</cx:pt>
          <cx:pt idx="90735">34.479999999999997</cx:pt>
          <cx:pt idx="90736">41.490000000000002</cx:pt>
          <cx:pt idx="90737">34.479999999999997</cx:pt>
          <cx:pt idx="90738">139.96000000000001</cx:pt>
          <cx:pt idx="90739">46.490000000000002</cx:pt>
          <cx:pt idx="90740">31.489999999999998</cx:pt>
          <cx:pt idx="90741">139.96000000000001</cx:pt>
          <cx:pt idx="90742">-1.5</cx:pt>
          <cx:pt idx="90743">99.980000000000004</cx:pt>
          <cx:pt idx="90744">99.980000000000004</cx:pt>
          <cx:pt idx="90745">99.980000000000004</cx:pt>
          <cx:pt idx="90746">99.980000000000004</cx:pt>
          <cx:pt idx="90747">31.489999999999998</cx:pt>
          <cx:pt idx="90748">-1.5</cx:pt>
          <cx:pt idx="90749">41.490000000000002</cx:pt>
          <cx:pt idx="90750">99.980000000000004</cx:pt>
          <cx:pt idx="90751">55.960000000000001</cx:pt>
          <cx:pt idx="90752">89.980000000000004</cx:pt>
          <cx:pt idx="90753">55.960000000000001</cx:pt>
          <cx:pt idx="90754">55.960000000000001</cx:pt>
          <cx:pt idx="90755">114.94</cx:pt>
          <cx:pt idx="90756">55.960000000000001</cx:pt>
          <cx:pt idx="90757">89.230000000000004</cx:pt>
          <cx:pt idx="90758">84.989999999999995</cx:pt>
          <cx:pt idx="90759">0</cx:pt>
          <cx:pt idx="90760">68.989999999999995</cx:pt>
          <cx:pt idx="90761">61.950000000000003</cx:pt>
          <cx:pt idx="90762">58.979999999999997</cx:pt>
          <cx:pt idx="90763">62.969999999999999</cx:pt>
          <cx:pt idx="90764">61.960000000000001</cx:pt>
          <cx:pt idx="90765">20.390000000000001</cx:pt>
          <cx:pt idx="90766">53.979999999999997</cx:pt>
          <cx:pt idx="90767">34.490000000000002</cx:pt>
          <cx:pt idx="90768">41.460000000000001</cx:pt>
          <cx:pt idx="90769">55.960000000000001</cx:pt>
          <cx:pt idx="90770">-41.460000000000001</cx:pt>
          <cx:pt idx="90771">151.63</cx:pt>
          <cx:pt idx="90772">320.57999999999998</cx:pt>
          <cx:pt idx="90773">84.989999999999995</cx:pt>
          <cx:pt idx="90774">84.989999999999995</cx:pt>
          <cx:pt idx="90775">84.989999999999995</cx:pt>
          <cx:pt idx="90776">76.489999999999995</cx:pt>
          <cx:pt idx="90777">64.609999999999999</cx:pt>
          <cx:pt idx="90778">72.239999999999995</cx:pt>
          <cx:pt idx="90779">35.490000000000002</cx:pt>
          <cx:pt idx="90780">79.980000000000004</cx:pt>
          <cx:pt idx="90781">48.979999999999997</cx:pt>
          <cx:pt idx="90782">69.980000000000004</cx:pt>
          <cx:pt idx="90783">79.969999999999999</cx:pt>
          <cx:pt idx="90784">62.579999999999998</cx:pt>
          <cx:pt idx="90785">159.97</cx:pt>
          <cx:pt idx="90786">69.950000000000003</cx:pt>
          <cx:pt idx="90787">204.93000000000001</cx:pt>
          <cx:pt idx="90788">125.95</cx:pt>
          <cx:pt idx="90789">53.979999999999997</cx:pt>
          <cx:pt idx="90790">137.96000000000001</cx:pt>
          <cx:pt idx="90791">65.219999999999999</cx:pt>
          <cx:pt idx="90792">75.980000000000004</cx:pt>
          <cx:pt idx="90793">65.980000000000004</cx:pt>
          <cx:pt idx="90794">65.980000000000004</cx:pt>
          <cx:pt idx="90795">59.729999999999997</cx:pt>
          <cx:pt idx="90796">98.060000000000002</cx:pt>
          <cx:pt idx="90797">49.990000000000002</cx:pt>
          <cx:pt idx="90798">54.990000000000002</cx:pt>
          <cx:pt idx="90799">72.239999999999995</cx:pt>
          <cx:pt idx="90800">84.989999999999995</cx:pt>
          <cx:pt idx="90801">177.81999999999999</cx:pt>
          <cx:pt idx="90802">53.979999999999997</cx:pt>
          <cx:pt idx="90803">113.95999999999999</cx:pt>
          <cx:pt idx="90804">99.959999999999994</cx:pt>
          <cx:pt idx="90805">74.969999999999999</cx:pt>
          <cx:pt idx="90806">83.969999999999999</cx:pt>
          <cx:pt idx="90807">86.379999999999995</cx:pt>
          <cx:pt idx="90808">48.579999999999998</cx:pt>
          <cx:pt idx="90809">60.979999999999997</cx:pt>
          <cx:pt idx="90810">56.079999999999998</cx:pt>
          <cx:pt idx="90811">59.960000000000001</cx:pt>
          <cx:pt idx="90812">41.990000000000002</cx:pt>
          <cx:pt idx="90813">51.289999999999999</cx:pt>
          <cx:pt idx="90814">129.97999999999999</cx:pt>
          <cx:pt idx="90815">81.980000000000004</cx:pt>
          <cx:pt idx="90816">108.97</cx:pt>
          <cx:pt idx="90817">41.289999999999999</cx:pt>
          <cx:pt idx="90818">39.479999999999997</cx:pt>
          <cx:pt idx="90819">21.489999999999998</cx:pt>
          <cx:pt idx="90820">78.870000000000005</cx:pt>
          <cx:pt idx="90821">54.990000000000002</cx:pt>
          <cx:pt idx="90822">149.94999999999999</cx:pt>
          <cx:pt idx="90823">112.45999999999999</cx:pt>
          <cx:pt idx="90824">108.83</cx:pt>
          <cx:pt idx="90825">89.939999999999998</cx:pt>
          <cx:pt idx="90826">96.230000000000004</cx:pt>
          <cx:pt idx="90827">74.950000000000003</cx:pt>
          <cx:pt idx="90828">84.989999999999995</cx:pt>
          <cx:pt idx="90829">109.98</cx:pt>
          <cx:pt idx="90830">76.489999999999995</cx:pt>
          <cx:pt idx="90831">77.969999999999999</cx:pt>
          <cx:pt idx="90832">76.489999999999995</cx:pt>
          <cx:pt idx="90833">98.790000000000006</cx:pt>
          <cx:pt idx="90834">70.359999999999999</cx:pt>
          <cx:pt idx="90835">58.640000000000001</cx:pt>
          <cx:pt idx="90836">77.969999999999999</cx:pt>
          <cx:pt idx="90837">109.98</cx:pt>
          <cx:pt idx="90838">125.16</cx:pt>
          <cx:pt idx="90839">112.64</cx:pt>
          <cx:pt idx="90840">61.960000000000001</cx:pt>
          <cx:pt idx="90841">289.38999999999999</cx:pt>
          <cx:pt idx="90842">84.989999999999995</cx:pt>
          <cx:pt idx="90843">84.989999999999995</cx:pt>
          <cx:pt idx="90844">84.989999999999995</cx:pt>
          <cx:pt idx="90845">84.989999999999995</cx:pt>
          <cx:pt idx="90846">32.229999999999997</cx:pt>
          <cx:pt idx="90847">16.489999999999998</cx:pt>
          <cx:pt idx="90848">16.489999999999998</cx:pt>
          <cx:pt idx="90849">16.489999999999998</cx:pt>
          <cx:pt idx="90850">32.229999999999997</cx:pt>
          <cx:pt idx="90851">32.229999999999997</cx:pt>
          <cx:pt idx="90852">31.48</cx:pt>
          <cx:pt idx="90853">31.48</cx:pt>
          <cx:pt idx="90854">31.48</cx:pt>
          <cx:pt idx="90855">46.469999999999999</cx:pt>
          <cx:pt idx="90856">73.170000000000002</cx:pt>
          <cx:pt idx="90857">63.990000000000002</cx:pt>
          <cx:pt idx="90858">84.980000000000004</cx:pt>
          <cx:pt idx="90859">259.95999999999998</cx:pt>
          <cx:pt idx="90860">30.48</cx:pt>
          <cx:pt idx="90861">164.97999999999999</cx:pt>
          <cx:pt idx="90862">149.94</cx:pt>
          <cx:pt idx="90863">102.23</cx:pt>
          <cx:pt idx="90864">62.969999999999999</cx:pt>
          <cx:pt idx="90865">52.979999999999997</cx:pt>
          <cx:pt idx="90866">50.979999999999997</cx:pt>
          <cx:pt idx="90867">55.979999999999997</cx:pt>
          <cx:pt idx="90868">54.979999999999997</cx:pt>
          <cx:pt idx="90869">59.979999999999997</cx:pt>
          <cx:pt idx="90870">161.96000000000001</cx:pt>
          <cx:pt idx="90871">31.48</cx:pt>
          <cx:pt idx="90872">68.439999999999998</cx:pt>
          <cx:pt idx="90873">53.890000000000001</cx:pt>
          <cx:pt idx="90874">48.240000000000002</cx:pt>
          <cx:pt idx="90875">89.980000000000004</cx:pt>
          <cx:pt idx="90876">99.980000000000004</cx:pt>
          <cx:pt idx="90877">54.990000000000002</cx:pt>
          <cx:pt idx="90878">134.94999999999999</cx:pt>
          <cx:pt idx="90879">153.84</cx:pt>
          <cx:pt idx="90880">134.94999999999999</cx:pt>
          <cx:pt idx="90881">51.289999999999999</cx:pt>
          <cx:pt idx="90882">92.980000000000004</cx:pt>
          <cx:pt idx="90883">99.980000000000004</cx:pt>
          <cx:pt idx="90884">69.980000000000004</cx:pt>
          <cx:pt idx="90885">41.939999999999998</cx:pt>
          <cx:pt idx="90886">71.969999999999999</cx:pt>
          <cx:pt idx="90887">59.979999999999997</cx:pt>
          <cx:pt idx="90888">59.979999999999997</cx:pt>
          <cx:pt idx="90889">59.979999999999997</cx:pt>
          <cx:pt idx="90890">59.979999999999997</cx:pt>
          <cx:pt idx="90891">67.709999999999994</cx:pt>
          <cx:pt idx="90892">187.50999999999999</cx:pt>
          <cx:pt idx="90893">72.549999999999997</cx:pt>
          <cx:pt idx="90894">51.979999999999997</cx:pt>
          <cx:pt idx="90895">151.96000000000001</cx:pt>
          <cx:pt idx="90896">73.980000000000004</cx:pt>
          <cx:pt idx="90897">72.980000000000004</cx:pt>
          <cx:pt idx="90898">105.97</cx:pt>
          <cx:pt idx="90899">92.569999999999993</cx:pt>
          <cx:pt idx="90900">73.480000000000004</cx:pt>
          <cx:pt idx="90901">70.469999999999999</cx:pt>
          <cx:pt idx="90902">70.969999999999999</cx:pt>
          <cx:pt idx="90903">68.969999999999999</cx:pt>
          <cx:pt idx="90904">70.969999999999999</cx:pt>
          <cx:pt idx="90905">59.979999999999997</cx:pt>
          <cx:pt idx="90906">72.969999999999999</cx:pt>
          <cx:pt idx="90907">154.81999999999999</cx:pt>
          <cx:pt idx="90908">159.69999999999999</cx:pt>
          <cx:pt idx="90909">152.41999999999999</cx:pt>
          <cx:pt idx="90910">94.959999999999994</cx:pt>
          <cx:pt idx="90911">52.159999999999997</cx:pt>
          <cx:pt idx="90912">209.06</cx:pt>
          <cx:pt idx="90913">60.990000000000002</cx:pt>
          <cx:pt idx="90914">60.990000000000002</cx:pt>
          <cx:pt idx="90915">50.979999999999997</cx:pt>
          <cx:pt idx="90916">59.700000000000003</cx:pt>
          <cx:pt idx="90917">77.980000000000004</cx:pt>
          <cx:pt idx="90918">44.490000000000002</cx:pt>
          <cx:pt idx="90919">120.94</cx:pt>
          <cx:pt idx="90920">59.960000000000001</cx:pt>
          <cx:pt idx="90921">421.22000000000003</cx:pt>
          <cx:pt idx="90922">171.96000000000001</cx:pt>
          <cx:pt idx="90923">240.53999999999999</cx:pt>
          <cx:pt idx="90924">46.270000000000003</cx:pt>
          <cx:pt idx="90925">174.09999999999999</cx:pt>
          <cx:pt idx="90926">29.989999999999998</cx:pt>
          <cx:pt idx="90927">61.479999999999997</cx:pt>
          <cx:pt idx="90928">25.579999999999998</cx:pt>
          <cx:pt idx="90929">33.289999999999999</cx:pt>
          <cx:pt idx="90930">92.969999999999999</cx:pt>
          <cx:pt idx="90931">92.969999999999999</cx:pt>
          <cx:pt idx="90932">1.5</cx:pt>
          <cx:pt idx="90933">83.269999999999996</cx:pt>
          <cx:pt idx="90934">99.980000000000004</cx:pt>
          <cx:pt idx="90935">128.97</cx:pt>
          <cx:pt idx="90936">109.98</cx:pt>
          <cx:pt idx="90937">10.869999999999999</cx:pt>
          <cx:pt idx="90938">27.789999999999999</cx:pt>
          <cx:pt idx="90939">27.789999999999999</cx:pt>
          <cx:pt idx="90940">27.789999999999999</cx:pt>
          <cx:pt idx="90941">27.789999999999999</cx:pt>
          <cx:pt idx="90942">27.789999999999999</cx:pt>
          <cx:pt idx="90943">28.390000000000001</cx:pt>
          <cx:pt idx="90944">28.390000000000001</cx:pt>
          <cx:pt idx="90945">27.789999999999999</cx:pt>
          <cx:pt idx="90946">89.950000000000003</cx:pt>
          <cx:pt idx="90947">89.950000000000003</cx:pt>
          <cx:pt idx="90948">53.979999999999997</cx:pt>
          <cx:pt idx="90949">15.49</cx:pt>
          <cx:pt idx="90950">111.95999999999999</cx:pt>
          <cx:pt idx="90951">55.979999999999997</cx:pt>
          <cx:pt idx="90952">40.579999999999998</cx:pt>
          <cx:pt idx="90953">75</cx:pt>
          <cx:pt idx="90954">107.77</cx:pt>
          <cx:pt idx="90955">107.77</cx:pt>
          <cx:pt idx="90956">103.42</cx:pt>
          <cx:pt idx="90957">71.849999999999994</cx:pt>
          <cx:pt idx="90958">29.48</cx:pt>
          <cx:pt idx="90959">33.280000000000001</cx:pt>
          <cx:pt idx="90960">32.240000000000002</cx:pt>
          <cx:pt idx="90961">49.979999999999997</cx:pt>
          <cx:pt idx="90962">59.979999999999997</cx:pt>
          <cx:pt idx="90963">26.489999999999998</cx:pt>
          <cx:pt idx="90964">27.239999999999998</cx:pt>
          <cx:pt idx="90965">99.980000000000004</cx:pt>
          <cx:pt idx="90966">134.97</cx:pt>
          <cx:pt idx="90967">99.980000000000004</cx:pt>
          <cx:pt idx="90968">110.53</cx:pt>
          <cx:pt idx="90969">55.640000000000001</cx:pt>
          <cx:pt idx="90970">49.490000000000002</cx:pt>
          <cx:pt idx="90971">68.989999999999995</cx:pt>
          <cx:pt idx="90972">20.489999999999998</cx:pt>
          <cx:pt idx="90973">84.989999999999995</cx:pt>
          <cx:pt idx="90974">84.989999999999995</cx:pt>
          <cx:pt idx="90975">103.98</cx:pt>
          <cx:pt idx="90976">71.480000000000004</cx:pt>
          <cx:pt idx="90977">176.44999999999999</cx:pt>
          <cx:pt idx="90978">71.069999999999993</cx:pt>
          <cx:pt idx="90979">63.979999999999997</cx:pt>
          <cx:pt idx="90980">81.939999999999998</cx:pt>
          <cx:pt idx="90981">94.459999999999994</cx:pt>
          <cx:pt idx="90982">69.980000000000004</cx:pt>
          <cx:pt idx="90983">68.989999999999995</cx:pt>
          <cx:pt idx="90984">152.41</cx:pt>
          <cx:pt idx="90985">145.15000000000001</cx:pt>
          <cx:pt idx="90986">94.359999999999999</cx:pt>
          <cx:pt idx="90987">72.560000000000002</cx:pt>
          <cx:pt idx="90988">55.969999999999999</cx:pt>
          <cx:pt idx="90989">73.959999999999994</cx:pt>
          <cx:pt idx="90990">41.780000000000001</cx:pt>
          <cx:pt idx="90991">74.989999999999995</cx:pt>
          <cx:pt idx="90992">56.969999999999999</cx:pt>
          <cx:pt idx="90993">31.18</cx:pt>
          <cx:pt idx="90994">74.989999999999995</cx:pt>
          <cx:pt idx="90995">53.979999999999997</cx:pt>
          <cx:pt idx="90996">248.91</cx:pt>
          <cx:pt idx="90997">53.979999999999997</cx:pt>
          <cx:pt idx="90998">248.91</cx:pt>
          <cx:pt idx="90999">41.280000000000001</cx:pt>
          <cx:pt idx="91000">41.280000000000001</cx:pt>
          <cx:pt idx="91001">74.969999999999999</cx:pt>
          <cx:pt idx="91002">74.969999999999999</cx:pt>
          <cx:pt idx="91003">84.810000000000002</cx:pt>
          <cx:pt idx="91004">51.289999999999999</cx:pt>
          <cx:pt idx="91005">38.280000000000001</cx:pt>
          <cx:pt idx="91006">20.289999999999999</cx:pt>
          <cx:pt idx="91007">95.780000000000001</cx:pt>
          <cx:pt idx="91008">91.969999999999999</cx:pt>
          <cx:pt idx="91009">120.97</cx:pt>
          <cx:pt idx="91010">112.95</cx:pt>
          <cx:pt idx="91011">84.980000000000004</cx:pt>
          <cx:pt idx="91012">-17.989999999999998</cx:pt>
          <cx:pt idx="91013">118.98</cx:pt>
          <cx:pt idx="91014">84.989999999999995</cx:pt>
          <cx:pt idx="91015">68.980000000000004</cx:pt>
          <cx:pt idx="91016">68.989999999999995</cx:pt>
          <cx:pt idx="91017">84.989999999999995</cx:pt>
          <cx:pt idx="91018">77.790000000000006</cx:pt>
          <cx:pt idx="91019">76.489999999999995</cx:pt>
          <cx:pt idx="91020">16.289999999999999</cx:pt>
          <cx:pt idx="91021">68.989999999999995</cx:pt>
          <cx:pt idx="91022">77.790000000000006</cx:pt>
          <cx:pt idx="91023">76.489999999999995</cx:pt>
          <cx:pt idx="91024">16.289999999999999</cx:pt>
          <cx:pt idx="91025">16.289999999999999</cx:pt>
          <cx:pt idx="91026">76.489999999999995</cx:pt>
          <cx:pt idx="91027">84.989999999999995</cx:pt>
          <cx:pt idx="91028">68.989999999999995</cx:pt>
          <cx:pt idx="91029">68.980000000000004</cx:pt>
          <cx:pt idx="91030">68.989999999999995</cx:pt>
          <cx:pt idx="91031">77.790000000000006</cx:pt>
          <cx:pt idx="91032">107.94</cx:pt>
          <cx:pt idx="91033">107.94</cx:pt>
          <cx:pt idx="91034">68.989999999999995</cx:pt>
          <cx:pt idx="91035">68.989999999999995</cx:pt>
          <cx:pt idx="91036">68.980000000000004</cx:pt>
          <cx:pt idx="91037">107.94</cx:pt>
          <cx:pt idx="91038">89.969999999999999</cx:pt>
          <cx:pt idx="91039">59.979999999999997</cx:pt>
          <cx:pt idx="91040">89.969999999999999</cx:pt>
          <cx:pt idx="91041">419.86000000000001</cx:pt>
          <cx:pt idx="91042">55.780000000000001</cx:pt>
          <cx:pt idx="91043">66.579999999999998</cx:pt>
          <cx:pt idx="91044">62.880000000000003</cx:pt>
          <cx:pt idx="91045">59.380000000000003</cx:pt>
          <cx:pt idx="91046">59.100000000000001</cx:pt>
          <cx:pt idx="91047">53.979999999999997</cx:pt>
          <cx:pt idx="91048">62.880000000000003</cx:pt>
          <cx:pt idx="91049">-2.6000000000000001</cx:pt>
          <cx:pt idx="91050">77.969999999999999</cx:pt>
          <cx:pt idx="91051">137.56999999999999</cx:pt>
          <cx:pt idx="91052">91.980000000000004</cx:pt>
          <cx:pt idx="91053">242.94</cx:pt>
          <cx:pt idx="91054">179.94999999999999</cx:pt>
          <cx:pt idx="91055">179.96000000000001</cx:pt>
          <cx:pt idx="91056">125.95999999999999</cx:pt>
          <cx:pt idx="91057">65.989999999999995</cx:pt>
          <cx:pt idx="91058">59.990000000000002</cx:pt>
          <cx:pt idx="91059">53.979999999999997</cx:pt>
          <cx:pt idx="91060">126.98</cx:pt>
          <cx:pt idx="91061">118.98</cx:pt>
          <cx:pt idx="91062">118.98</cx:pt>
          <cx:pt idx="91063">60.990000000000002</cx:pt>
          <cx:pt idx="91064">32.520000000000003</cx:pt>
          <cx:pt idx="91065">91.980000000000004</cx:pt>
          <cx:pt idx="91066">58.780000000000001</cx:pt>
          <cx:pt idx="91067">119.95999999999999</cx:pt>
          <cx:pt idx="91068">59.979999999999997</cx:pt>
          <cx:pt idx="91069">59.979999999999997</cx:pt>
          <cx:pt idx="91070">59.979999999999997</cx:pt>
          <cx:pt idx="91071">59.979999999999997</cx:pt>
          <cx:pt idx="91072">134.94999999999999</cx:pt>
          <cx:pt idx="91073">99.980000000000004</cx:pt>
          <cx:pt idx="91074">127.47</cx:pt>
          <cx:pt idx="91075">56.090000000000003</cx:pt>
          <cx:pt idx="91076">61.960000000000001</cx:pt>
          <cx:pt idx="91077">82.950000000000003</cx:pt>
          <cx:pt idx="91078">56.969999999999999</cx:pt>
          <cx:pt idx="91079">96.959999999999994</cx:pt>
          <cx:pt idx="91080">100.27</cx:pt>
          <cx:pt idx="91081">98.980000000000004</cx:pt>
          <cx:pt idx="91082">67.969999999999999</cx:pt>
          <cx:pt idx="91083">53.170000000000002</cx:pt>
          <cx:pt idx="91084">65.390000000000001</cx:pt>
          <cx:pt idx="91085">68.049999999999997</cx:pt>
          <cx:pt idx="91086">69.989999999999995</cx:pt>
          <cx:pt idx="91087">139.96000000000001</cx:pt>
          <cx:pt idx="91088">93.629999999999995</cx:pt>
          <cx:pt idx="91089">104.04000000000001</cx:pt>
          <cx:pt idx="91090">79.849999999999994</cx:pt>
          <cx:pt idx="91091">61.979999999999997</cx:pt>
          <cx:pt idx="91092">216.93000000000001</cx:pt>
          <cx:pt idx="91093">97.980000000000004</cx:pt>
          <cx:pt idx="91094">79.019999999999996</cx:pt>
          <cx:pt idx="91095">216.93000000000001</cx:pt>
          <cx:pt idx="91096">97.980000000000004</cx:pt>
          <cx:pt idx="91097">61.979999999999997</cx:pt>
          <cx:pt idx="91098">79.019999999999996</cx:pt>
          <cx:pt idx="91099">59.899999999999999</cx:pt>
          <cx:pt idx="91100">75.650000000000006</cx:pt>
          <cx:pt idx="91101">78.609999999999999</cx:pt>
          <cx:pt idx="91102">92.150000000000006</cx:pt>
          <cx:pt idx="91103">12.68</cx:pt>
          <cx:pt idx="91104">55.640000000000001</cx:pt>
          <cx:pt idx="91105">62.869999999999997</cx:pt>
          <cx:pt idx="91106">72.540000000000006</cx:pt>
          <cx:pt idx="91107">85.450000000000003</cx:pt>
          <cx:pt idx="91108">71.090000000000003</cx:pt>
          <cx:pt idx="91109">72.540000000000006</cx:pt>
          <cx:pt idx="91110">87.049999999999997</cx:pt>
          <cx:pt idx="91111">97.969999999999999</cx:pt>
          <cx:pt idx="91112">33.479999999999997</cx:pt>
          <cx:pt idx="91113">65.989999999999995</cx:pt>
          <cx:pt idx="91114">41.490000000000002</cx:pt>
          <cx:pt idx="91115">97.969999999999999</cx:pt>
          <cx:pt idx="91116">65.989999999999995</cx:pt>
          <cx:pt idx="91117">95.969999999999999</cx:pt>
          <cx:pt idx="91118">58.840000000000003</cx:pt>
          <cx:pt idx="91119">103.83</cx:pt>
          <cx:pt idx="91120">58.840000000000003</cx:pt>
          <cx:pt idx="91121">126.81999999999999</cx:pt>
          <cx:pt idx="91122">105.98</cx:pt>
          <cx:pt idx="91123">65.989999999999995</cx:pt>
          <cx:pt idx="91124">51.32</cx:pt>
          <cx:pt idx="91125">59.979999999999997</cx:pt>
          <cx:pt idx="91126">81.980000000000004</cx:pt>
          <cx:pt idx="91127">64.870000000000005</cx:pt>
          <cx:pt idx="91128">65.989999999999995</cx:pt>
          <cx:pt idx="91129">15.99</cx:pt>
          <cx:pt idx="91130">15.99</cx:pt>
          <cx:pt idx="91131">59.960000000000001</cx:pt>
          <cx:pt idx="91132">59.960000000000001</cx:pt>
          <cx:pt idx="91133">65.989999999999995</cx:pt>
          <cx:pt idx="91134">59.960000000000001</cx:pt>
          <cx:pt idx="91135">59.960000000000001</cx:pt>
          <cx:pt idx="91136">59.960000000000001</cx:pt>
          <cx:pt idx="91137">62.469999999999999</cx:pt>
          <cx:pt idx="91138">222.24000000000001</cx:pt>
          <cx:pt idx="91139">-23</cx:pt>
          <cx:pt idx="91140">214.94999999999999</cx:pt>
          <cx:pt idx="91141">65.269999999999996</cx:pt>
          <cx:pt idx="91142">65.269999999999996</cx:pt>
          <cx:pt idx="91143">55.590000000000003</cx:pt>
          <cx:pt idx="91144">149.97999999999999</cx:pt>
          <cx:pt idx="91145">104.98</cx:pt>
          <cx:pt idx="91146">134.96000000000001</cx:pt>
          <cx:pt idx="91147">63.960000000000001</cx:pt>
          <cx:pt idx="91148">51.969999999999999</cx:pt>
          <cx:pt idx="91149">69.989999999999995</cx:pt>
          <cx:pt idx="91150">123.90000000000001</cx:pt>
          <cx:pt idx="91151">143.91</cx:pt>
          <cx:pt idx="91152">16.489999999999998</cx:pt>
          <cx:pt idx="91153">99.969999999999999</cx:pt>
          <cx:pt idx="91154">99.969999999999999</cx:pt>
          <cx:pt idx="91155">119.95</cx:pt>
          <cx:pt idx="91156">99.969999999999999</cx:pt>
          <cx:pt idx="91157">145.13999999999999</cx:pt>
          <cx:pt idx="91158">145.15000000000001</cx:pt>
          <cx:pt idx="91159">53.969999999999999</cx:pt>
          <cx:pt idx="91160">84.980000000000004</cx:pt>
          <cx:pt idx="91161">54.979999999999997</cx:pt>
          <cx:pt idx="91162">84.980000000000004</cx:pt>
          <cx:pt idx="91163">53.969999999999999</cx:pt>
          <cx:pt idx="91164">64.980000000000004</cx:pt>
          <cx:pt idx="91165">64.980000000000004</cx:pt>
          <cx:pt idx="91166">54.979999999999997</cx:pt>
          <cx:pt idx="91167">54.869999999999997</cx:pt>
          <cx:pt idx="91168">54.869999999999997</cx:pt>
          <cx:pt idx="91169">21.48</cx:pt>
          <cx:pt idx="91170">89.980000000000004</cx:pt>
          <cx:pt idx="91171">84.989999999999995</cx:pt>
          <cx:pt idx="91172">125.97</cx:pt>
          <cx:pt idx="91173">84.989999999999995</cx:pt>
          <cx:pt idx="91174">70.989999999999995</cx:pt>
          <cx:pt idx="91175">67.980000000000004</cx:pt>
          <cx:pt idx="91176">135.97999999999999</cx:pt>
          <cx:pt idx="91177">223.94</cx:pt>
          <cx:pt idx="91178">113.91</cx:pt>
          <cx:pt idx="91179">77.939999999999998</cx:pt>
          <cx:pt idx="91180">53.090000000000003</cx:pt>
          <cx:pt idx="91181">79.980000000000004</cx:pt>
          <cx:pt idx="91182">71.989999999999995</cx:pt>
          <cx:pt idx="91183">60.979999999999997</cx:pt>
          <cx:pt idx="91184">123.47</cx:pt>
          <cx:pt idx="91185">141.25</cx:pt>
          <cx:pt idx="91186">254.97</cx:pt>
          <cx:pt idx="91187">49.57</cx:pt>
          <cx:pt idx="91188">132.97999999999999</cx:pt>
          <cx:pt idx="91189">132.97999999999999</cx:pt>
          <cx:pt idx="91190">137.94999999999999</cx:pt>
          <cx:pt idx="91191">122.13</cx:pt>
          <cx:pt idx="91192">127.95999999999999</cx:pt>
          <cx:pt idx="91193">66.530000000000001</cx:pt>
          <cx:pt idx="91194">67.290000000000006</cx:pt>
          <cx:pt idx="91195">104.14</cx:pt>
          <cx:pt idx="91196">84.640000000000001</cx:pt>
          <cx:pt idx="91197">76.489999999999995</cx:pt>
          <cx:pt idx="91198">76.489999999999995</cx:pt>
          <cx:pt idx="91199">155.52000000000001</cx:pt>
          <cx:pt idx="91200">152.97999999999999</cx:pt>
          <cx:pt idx="91201">152.97999999999999</cx:pt>
          <cx:pt idx="91202">105.95999999999999</cx:pt>
          <cx:pt idx="91203">105.95999999999999</cx:pt>
          <cx:pt idx="91204">155.52000000000001</cx:pt>
          <cx:pt idx="91205">118.78</cx:pt>
          <cx:pt idx="91206">138.56999999999999</cx:pt>
          <cx:pt idx="91207">65.989999999999995</cx:pt>
          <cx:pt idx="91208">93.560000000000002</cx:pt>
          <cx:pt idx="91209">109.95999999999999</cx:pt>
          <cx:pt idx="91210">119.97</cx:pt>
          <cx:pt idx="91211">83.959999999999994</cx:pt>
          <cx:pt idx="91212">62.969999999999999</cx:pt>
          <cx:pt idx="91213">83.959999999999994</cx:pt>
          <cx:pt idx="91214">-83.959999999999994</cx:pt>
          <cx:pt idx="91215">49.240000000000002</cx:pt>
          <cx:pt idx="91216">62.969999999999999</cx:pt>
          <cx:pt idx="91217">-62.969999999999999</cx:pt>
          <cx:pt idx="91218">16.489999999999998</cx:pt>
          <cx:pt idx="91219">15.49</cx:pt>
          <cx:pt idx="91220">36.490000000000002</cx:pt>
          <cx:pt idx="91221">59.490000000000002</cx:pt>
          <cx:pt idx="91222">40.490000000000002</cx:pt>
          <cx:pt idx="91223">19.489999999999998</cx:pt>
          <cx:pt idx="91224">41.490000000000002</cx:pt>
          <cx:pt idx="91225">16.489999999999998</cx:pt>
          <cx:pt idx="91226">49.990000000000002</cx:pt>
          <cx:pt idx="91227">49.740000000000002</cx:pt>
          <cx:pt idx="91228">147.96000000000001</cx:pt>
          <cx:pt idx="91229">73.980000000000004</cx:pt>
          <cx:pt idx="91230">59.979999999999997</cx:pt>
          <cx:pt idx="91231">149.97</cx:pt>
          <cx:pt idx="91232">104.98</cx:pt>
          <cx:pt idx="91233">64.980000000000004</cx:pt>
          <cx:pt idx="91234">99.980000000000004</cx:pt>
          <cx:pt idx="91235">73.980000000000004</cx:pt>
          <cx:pt idx="91236">73.980000000000004</cx:pt>
          <cx:pt idx="91237">68.969999999999999</cx:pt>
          <cx:pt idx="91238">53.979999999999997</cx:pt>
          <cx:pt idx="91239">69.980000000000004</cx:pt>
          <cx:pt idx="91240">72.299999999999997</cx:pt>
          <cx:pt idx="91241">419.85000000000002</cx:pt>
          <cx:pt idx="91242">88.969999999999999</cx:pt>
          <cx:pt idx="91243">88.969999999999999</cx:pt>
          <cx:pt idx="91244">56.979999999999997</cx:pt>
          <cx:pt idx="91245">56.979999999999997</cx:pt>
          <cx:pt idx="91246">53.979999999999997</cx:pt>
          <cx:pt idx="91247">95.969999999999999</cx:pt>
          <cx:pt idx="91248">86.959999999999994</cx:pt>
          <cx:pt idx="91249">70.969999999999999</cx:pt>
          <cx:pt idx="91250">70.969999999999999</cx:pt>
          <cx:pt idx="91251">95.969999999999999</cx:pt>
          <cx:pt idx="91252">53.979999999999997</cx:pt>
          <cx:pt idx="91253">86.959999999999994</cx:pt>
          <cx:pt idx="91254">139.90000000000001</cx:pt>
          <cx:pt idx="91255">139.90000000000001</cx:pt>
          <cx:pt idx="91256">22.789999999999999</cx:pt>
          <cx:pt idx="91257">24.489999999999998</cx:pt>
          <cx:pt idx="91258">24.489999999999998</cx:pt>
          <cx:pt idx="91259">24.489999999999998</cx:pt>
          <cx:pt idx="91260">24.489999999999998</cx:pt>
          <cx:pt idx="91261">31.489999999999998</cx:pt>
          <cx:pt idx="91262">24.489999999999998</cx:pt>
          <cx:pt idx="91263">34.490000000000002</cx:pt>
          <cx:pt idx="91264">59.979999999999997</cx:pt>
          <cx:pt idx="91265">31.489999999999998</cx:pt>
          <cx:pt idx="91266">24.489999999999998</cx:pt>
          <cx:pt idx="91267">70.609999999999999</cx:pt>
          <cx:pt idx="91268">73.260000000000005</cx:pt>
          <cx:pt idx="91269">52.68</cx:pt>
          <cx:pt idx="91270">69.980000000000004</cx:pt>
          <cx:pt idx="91271">73.980000000000004</cx:pt>
          <cx:pt idx="91272">73.980000000000004</cx:pt>
          <cx:pt idx="91273">252.94</cx:pt>
          <cx:pt idx="91274">54.950000000000003</cx:pt>
          <cx:pt idx="91275">84.989999999999995</cx:pt>
          <cx:pt idx="91276">134.97999999999999</cx:pt>
          <cx:pt idx="91277">67.959999999999994</cx:pt>
          <cx:pt idx="91278">65.989999999999995</cx:pt>
          <cx:pt idx="91279">90.930000000000007</cx:pt>
          <cx:pt idx="91280">84.950000000000003</cx:pt>
          <cx:pt idx="91281">101.94</cx:pt>
          <cx:pt idx="91282">72.549999999999997</cx:pt>
          <cx:pt idx="91283">119.77</cx:pt>
          <cx:pt idx="91284">72.549999999999997</cx:pt>
          <cx:pt idx="91285">59.979999999999997</cx:pt>
          <cx:pt idx="91286">119.95999999999999</cx:pt>
          <cx:pt idx="91287">126.84</cx:pt>
          <cx:pt idx="91288">119.95999999999999</cx:pt>
          <cx:pt idx="91289">24.989999999999998</cx:pt>
          <cx:pt idx="91290">46.539999999999999</cx:pt>
          <cx:pt idx="91291">69.980000000000004</cx:pt>
          <cx:pt idx="91292">83.480000000000004</cx:pt>
          <cx:pt idx="91293">69.989999999999995</cx:pt>
          <cx:pt idx="91294">147.94999999999999</cx:pt>
          <cx:pt idx="91295">94.959999999999994</cx:pt>
          <cx:pt idx="91296">80.719999999999999</cx:pt>
          <cx:pt idx="91297">74.969999999999999</cx:pt>
          <cx:pt idx="91298">79.969999999999999</cx:pt>
          <cx:pt idx="91299">89.969999999999999</cx:pt>
          <cx:pt idx="91300">59.979999999999997</cx:pt>
          <cx:pt idx="91301">120.98999999999999</cx:pt>
          <cx:pt idx="91302">77.390000000000001</cx:pt>
          <cx:pt idx="91303">77.390000000000001</cx:pt>
          <cx:pt idx="91304">65.980000000000004</cx:pt>
          <cx:pt idx="91305">59.979999999999997</cx:pt>
          <cx:pt idx="91306">59.979999999999997</cx:pt>
          <cx:pt idx="91307">54.979999999999997</cx:pt>
          <cx:pt idx="91308">59.979999999999997</cx:pt>
          <cx:pt idx="91309">72.549999999999997</cx:pt>
          <cx:pt idx="91310">72.549999999999997</cx:pt>
          <cx:pt idx="91311">67.719999999999999</cx:pt>
          <cx:pt idx="91312">72.549999999999997</cx:pt>
          <cx:pt idx="91313">181.03999999999999</cx:pt>
          <cx:pt idx="91314">52.969999999999999</cx:pt>
          <cx:pt idx="91315">224.93000000000001</cx:pt>
          <cx:pt idx="91316">61.960000000000001</cx:pt>
          <cx:pt idx="91317">31.48</cx:pt>
          <cx:pt idx="91318">51.979999999999997</cx:pt>
          <cx:pt idx="91319">119.98</cx:pt>
          <cx:pt idx="91320">66.980000000000004</cx:pt>
          <cx:pt idx="91321">68.930000000000007</cx:pt>
          <cx:pt idx="91322">68.930000000000007</cx:pt>
          <cx:pt idx="91323">137.90000000000001</cx:pt>
          <cx:pt idx="91324">68.930000000000007</cx:pt>
          <cx:pt idx="91325">149.97999999999999</cx:pt>
          <cx:pt idx="91326">94.340000000000003</cx:pt>
          <cx:pt idx="91327">209.25</cx:pt>
          <cx:pt idx="91328">149.90000000000001</cx:pt>
          <cx:pt idx="91329">134.91</cx:pt>
          <cx:pt idx="91330">125.72</cx:pt>
          <cx:pt idx="91331">50.979999999999997</cx:pt>
          <cx:pt idx="91332">89.980000000000004</cx:pt>
          <cx:pt idx="91333">37.079999999999998</cx:pt>
          <cx:pt idx="91334">73.150000000000006</cx:pt>
          <cx:pt idx="91335">65.989999999999995</cx:pt>
          <cx:pt idx="91336">-37.079999999999998</cx:pt>
          <cx:pt idx="91337">99.980000000000004</cx:pt>
          <cx:pt idx="91338">89.25</cx:pt>
          <cx:pt idx="91339">96.780000000000001</cx:pt>
          <cx:pt idx="91340">71.859999999999999</cx:pt>
          <cx:pt idx="91341">52.969999999999999</cx:pt>
          <cx:pt idx="91342">-17.989999999999998</cx:pt>
          <cx:pt idx="91343">132.96000000000001</cx:pt>
          <cx:pt idx="91344">59.960000000000001</cx:pt>
          <cx:pt idx="91345">59.960000000000001</cx:pt>
          <cx:pt idx="91346">51.950000000000003</cx:pt>
          <cx:pt idx="91347">70.989999999999995</cx:pt>
          <cx:pt idx="91348">100.13</cx:pt>
          <cx:pt idx="91349">84.980000000000004</cx:pt>
          <cx:pt idx="91350">84.989999999999995</cx:pt>
          <cx:pt idx="91351">87.680000000000007</cx:pt>
          <cx:pt idx="91352">69.670000000000002</cx:pt>
          <cx:pt idx="91353">110.09</cx:pt>
          <cx:pt idx="91354">89.519999999999996</cx:pt>
          <cx:pt idx="91355">95.790000000000006</cx:pt>
          <cx:pt idx="91356">59.960000000000001</cx:pt>
          <cx:pt idx="91357">95.969999999999999</cx:pt>
          <cx:pt idx="91358">75.980000000000004</cx:pt>
          <cx:pt idx="91359">54.979999999999997</cx:pt>
          <cx:pt idx="91360">37.289999999999999</cx:pt>
          <cx:pt idx="91361">15.289999999999999</cx:pt>
          <cx:pt idx="91362">59.990000000000002</cx:pt>
          <cx:pt idx="91363">367.37</cx:pt>
          <cx:pt idx="91364">61.479999999999997</cx:pt>
          <cx:pt idx="91365">55.979999999999997</cx:pt>
          <cx:pt idx="91366">89.969999999999999</cx:pt>
          <cx:pt idx="91367">93.260000000000005</cx:pt>
          <cx:pt idx="91368">63.270000000000003</cx:pt>
          <cx:pt idx="91369">74.950000000000003</cx:pt>
          <cx:pt idx="91370">74.950000000000003</cx:pt>
          <cx:pt idx="91371">59.960000000000001</cx:pt>
          <cx:pt idx="91372">72.25</cx:pt>
          <cx:pt idx="91373">279.95999999999998</cx:pt>
          <cx:pt idx="91374">61.960000000000001</cx:pt>
          <cx:pt idx="91375">74.969999999999999</cx:pt>
          <cx:pt idx="91376">84.989999999999995</cx:pt>
          <cx:pt idx="91377">112.94</cx:pt>
          <cx:pt idx="91378">52.960000000000001</cx:pt>
          <cx:pt idx="91379">50.950000000000003</cx:pt>
          <cx:pt idx="91380">53.939999999999998</cx:pt>
          <cx:pt idx="91381">53.939999999999998</cx:pt>
          <cx:pt idx="91382">33.479999999999997</cx:pt>
          <cx:pt idx="91383">17.489999999999998</cx:pt>
          <cx:pt idx="91384">33.479999999999997</cx:pt>
          <cx:pt idx="91385">63.960000000000001</cx:pt>
          <cx:pt idx="91386">16.850000000000001</cx:pt>
          <cx:pt idx="91387">15.09</cx:pt>
          <cx:pt idx="91388">118.54000000000001</cx:pt>
          <cx:pt idx="91389">84.689999999999998</cx:pt>
          <cx:pt idx="91390">65.329999999999998</cx:pt>
          <cx:pt idx="91391">67.269999999999996</cx:pt>
          <cx:pt idx="91392">35.469999999999999</cx:pt>
          <cx:pt idx="91393">65.469999999999999</cx:pt>
          <cx:pt idx="91394">59.07</cx:pt>
          <cx:pt idx="91395">75.980000000000004</cx:pt>
          <cx:pt idx="91396">65.980000000000004</cx:pt>
          <cx:pt idx="91397">65.980000000000004</cx:pt>
          <cx:pt idx="91398">75.980000000000004</cx:pt>
          <cx:pt idx="91399">59.390000000000001</cx:pt>
          <cx:pt idx="91400">68.379999999999995</cx:pt>
          <cx:pt idx="91401">68.980000000000004</cx:pt>
          <cx:pt idx="91402">38.890000000000001</cx:pt>
          <cx:pt idx="91403">40.490000000000002</cx:pt>
          <cx:pt idx="91404">40.490000000000002</cx:pt>
          <cx:pt idx="91405">18.59</cx:pt>
          <cx:pt idx="91406">18.59</cx:pt>
          <cx:pt idx="91407">38.890000000000001</cx:pt>
          <cx:pt idx="91408">68.980000000000004</cx:pt>
          <cx:pt idx="91409">191.21000000000001</cx:pt>
          <cx:pt idx="91410">224.94999999999999</cx:pt>
          <cx:pt idx="91411">84.140000000000001</cx:pt>
          <cx:pt idx="91412">84.140000000000001</cx:pt>
          <cx:pt idx="91413">92.939999999999998</cx:pt>
          <cx:pt idx="91414">43.619999999999997</cx:pt>
          <cx:pt idx="91415">89.980000000000004</cx:pt>
          <cx:pt idx="91416">7.0599999999999996</cx:pt>
          <cx:pt idx="91417">131.97999999999999</cx:pt>
          <cx:pt idx="91418">127.95999999999999</cx:pt>
          <cx:pt idx="91419">127.95999999999999</cx:pt>
          <cx:pt idx="91420">63.979999999999997</cx:pt>
          <cx:pt idx="91421">59.979999999999997</cx:pt>
          <cx:pt idx="91422">74.980000000000004</cx:pt>
          <cx:pt idx="91423">59.979999999999997</cx:pt>
          <cx:pt idx="91424">119.95999999999999</cx:pt>
          <cx:pt idx="91425">67.469999999999999</cx:pt>
          <cx:pt idx="91426">29.989999999999998</cx:pt>
          <cx:pt idx="91427">171.88</cx:pt>
          <cx:pt idx="91428">139.91</cx:pt>
          <cx:pt idx="91429">139.44</cx:pt>
          <cx:pt idx="91430">53.969999999999999</cx:pt>
          <cx:pt idx="91431">59.950000000000003</cx:pt>
          <cx:pt idx="91432">59.960000000000001</cx:pt>
          <cx:pt idx="91433">53.969999999999999</cx:pt>
          <cx:pt idx="91434">53.969999999999999</cx:pt>
          <cx:pt idx="91435">53.969999999999999</cx:pt>
          <cx:pt idx="91436">50.969999999999999</cx:pt>
          <cx:pt idx="91437">53.969999999999999</cx:pt>
          <cx:pt idx="91438">68.959999999999994</cx:pt>
          <cx:pt idx="91439">11.49</cx:pt>
          <cx:pt idx="91440">71.469999999999999</cx:pt>
          <cx:pt idx="91441">169.97999999999999</cx:pt>
          <cx:pt idx="91442">237.46000000000001</cx:pt>
          <cx:pt idx="91443">22.969999999999999</cx:pt>
          <cx:pt idx="91444">22.969999999999999</cx:pt>
          <cx:pt idx="91445">22.969999999999999</cx:pt>
          <cx:pt idx="91446">22.969999999999999</cx:pt>
          <cx:pt idx="91447">22.969999999999999</cx:pt>
          <cx:pt idx="91448">22.969999999999999</cx:pt>
          <cx:pt idx="91449">62.469999999999999</cx:pt>
          <cx:pt idx="91450">89.939999999999998</cx:pt>
          <cx:pt idx="91451">59.960000000000001</cx:pt>
          <cx:pt idx="91452">59.960000000000001</cx:pt>
          <cx:pt idx="91453">74.950000000000003</cx:pt>
          <cx:pt idx="91454">54.979999999999997</cx:pt>
          <cx:pt idx="91455">59.979999999999997</cx:pt>
          <cx:pt idx="91456">54.979999999999997</cx:pt>
          <cx:pt idx="91457">59.979999999999997</cx:pt>
          <cx:pt idx="91458">56.979999999999997</cx:pt>
          <cx:pt idx="91459">59.979999999999997</cx:pt>
          <cx:pt idx="91460">157.93000000000001</cx:pt>
          <cx:pt idx="91461">128.96000000000001</cx:pt>
          <cx:pt idx="91462">119.95999999999999</cx:pt>
          <cx:pt idx="91463">319.38999999999999</cx:pt>
          <cx:pt idx="91464">68.930000000000007</cx:pt>
          <cx:pt idx="91465">89.469999999999999</cx:pt>
          <cx:pt idx="91466">256.22000000000003</cx:pt>
          <cx:pt idx="91467">256.22000000000003</cx:pt>
          <cx:pt idx="91468">89.469999999999999</cx:pt>
          <cx:pt idx="91469">116.26000000000001</cx:pt>
          <cx:pt idx="91470">116.26000000000001</cx:pt>
          <cx:pt idx="91471">278.82999999999998</cx:pt>
          <cx:pt idx="91472">134.97999999999999</cx:pt>
          <cx:pt idx="91473">55.219999999999999</cx:pt>
          <cx:pt idx="91474">249.91</cx:pt>
          <cx:pt idx="91475">59.969999999999999</cx:pt>
          <cx:pt idx="91476">30.48</cx:pt>
          <cx:pt idx="91477">57.619999999999997</cx:pt>
          <cx:pt idx="91478">130.96000000000001</cx:pt>
          <cx:pt idx="91479">59.960000000000001</cx:pt>
          <cx:pt idx="91480">59.950000000000003</cx:pt>
          <cx:pt idx="91481">59.950000000000003</cx:pt>
          <cx:pt idx="91482">59.950000000000003</cx:pt>
          <cx:pt idx="91483">59.950000000000003</cx:pt>
          <cx:pt idx="91484">74.079999999999998</cx:pt>
          <cx:pt idx="91485">83.969999999999999</cx:pt>
          <cx:pt idx="91486">180.44</cx:pt>
          <cx:pt idx="91487">50.479999999999997</cx:pt>
          <cx:pt idx="91488">180.69</cx:pt>
          <cx:pt idx="91489">112.95999999999999</cx:pt>
          <cx:pt idx="91490">74.819999999999993</cx:pt>
          <cx:pt idx="91491">62.969999999999999</cx:pt>
          <cx:pt idx="91492">45.170000000000002</cx:pt>
          <cx:pt idx="91493">71.969999999999999</cx:pt>
          <cx:pt idx="91494">55.979999999999997</cx:pt>
          <cx:pt idx="91495">144.97</cx:pt>
          <cx:pt idx="91496">158.41</cx:pt>
          <cx:pt idx="91497">74.959999999999994</cx:pt>
          <cx:pt idx="91498">65.989999999999995</cx:pt>
          <cx:pt idx="91499">59.979999999999997</cx:pt>
          <cx:pt idx="91500">63.979999999999997</cx:pt>
          <cx:pt idx="91501">63.979999999999997</cx:pt>
          <cx:pt idx="91502">63.979999999999997</cx:pt>
          <cx:pt idx="91503">54.979999999999997</cx:pt>
          <cx:pt idx="91504">51.280000000000001</cx:pt>
          <cx:pt idx="91505">6.9000000000000004</cx:pt>
          <cx:pt idx="91506">51.280000000000001</cx:pt>
          <cx:pt idx="91507">11.1</cx:pt>
          <cx:pt idx="91508">51.280000000000001</cx:pt>
          <cx:pt idx="91509">11.1</cx:pt>
          <cx:pt idx="91510">54.979999999999997</cx:pt>
          <cx:pt idx="91511">11.1</cx:pt>
          <cx:pt idx="91512">6.9000000000000004</cx:pt>
          <cx:pt idx="91513">6.9000000000000004</cx:pt>
          <cx:pt idx="91514">89.969999999999999</cx:pt>
          <cx:pt idx="91515">59.979999999999997</cx:pt>
          <cx:pt idx="91516">89.969999999999999</cx:pt>
          <cx:pt idx="91517">59.979999999999997</cx:pt>
          <cx:pt idx="91518">54.979999999999997</cx:pt>
          <cx:pt idx="91519">89.969999999999999</cx:pt>
          <cx:pt idx="91520">71.959999999999994</cx:pt>
          <cx:pt idx="91521">56.969999999999999</cx:pt>
          <cx:pt idx="91522">74.969999999999999</cx:pt>
          <cx:pt idx="91523">79.989999999999995</cx:pt>
          <cx:pt idx="91524">51.969999999999999</cx:pt>
          <cx:pt idx="91525">64.980000000000004</cx:pt>
          <cx:pt idx="91526">60.979999999999997</cx:pt>
          <cx:pt idx="91527">64.980000000000004</cx:pt>
          <cx:pt idx="91528">76.209999999999994</cx:pt>
          <cx:pt idx="91529">79.849999999999994</cx:pt>
          <cx:pt idx="91530">131.87</cx:pt>
          <cx:pt idx="91531">181.46000000000001</cx:pt>
          <cx:pt idx="91532">181.46000000000001</cx:pt>
          <cx:pt idx="91533">266.14999999999998</cx:pt>
          <cx:pt idx="91534">239.53999999999999</cx:pt>
          <cx:pt idx="91535">239.53999999999999</cx:pt>
          <cx:pt idx="91536">266.14999999999998</cx:pt>
          <cx:pt idx="91537">107.95999999999999</cx:pt>
          <cx:pt idx="91538">48.729999999999997</cx:pt>
          <cx:pt idx="91539">119.95999999999999</cx:pt>
          <cx:pt idx="91540">48.729999999999997</cx:pt>
          <cx:pt idx="91541">361.94</cx:pt>
          <cx:pt idx="91542">12.08</cx:pt>
          <cx:pt idx="91543">12.08</cx:pt>
          <cx:pt idx="91544">123.38</cx:pt>
          <cx:pt idx="91545">123.38</cx:pt>
          <cx:pt idx="91546">135.46000000000001</cx:pt>
          <cx:pt idx="91547">125.54000000000001</cx:pt>
          <cx:pt idx="91548">151.25</cx:pt>
          <cx:pt idx="91549">55.960000000000001</cx:pt>
          <cx:pt idx="91550">59.979999999999997</cx:pt>
          <cx:pt idx="91551">59.979999999999997</cx:pt>
          <cx:pt idx="91552">59.979999999999997</cx:pt>
          <cx:pt idx="91553">59.979999999999997</cx:pt>
          <cx:pt idx="91554">56.979999999999997</cx:pt>
          <cx:pt idx="91555">56.979999999999997</cx:pt>
          <cx:pt idx="91556">55.979999999999997</cx:pt>
          <cx:pt idx="91557">56.979999999999997</cx:pt>
          <cx:pt idx="91558">81.969999999999999</cx:pt>
          <cx:pt idx="91559">81.969999999999999</cx:pt>
          <cx:pt idx="91560">55.979999999999997</cx:pt>
          <cx:pt idx="91561">81.969999999999999</cx:pt>
          <cx:pt idx="91562">59.979999999999997</cx:pt>
          <cx:pt idx="91563">52.18</cx:pt>
          <cx:pt idx="91564">52.18</cx:pt>
          <cx:pt idx="91565">59.979999999999997</cx:pt>
          <cx:pt idx="91566">59.979999999999997</cx:pt>
          <cx:pt idx="91567">59.979999999999997</cx:pt>
          <cx:pt idx="91568">52.18</cx:pt>
          <cx:pt idx="91569">59.979999999999997</cx:pt>
          <cx:pt idx="91570">59.979999999999997</cx:pt>
          <cx:pt idx="91571">55.960000000000001</cx:pt>
          <cx:pt idx="91572">55.960000000000001</cx:pt>
          <cx:pt idx="91573">59.979999999999997</cx:pt>
          <cx:pt idx="91574">59.979999999999997</cx:pt>
          <cx:pt idx="91575">55.979999999999997</cx:pt>
          <cx:pt idx="91576">75.959999999999994</cx:pt>
          <cx:pt idx="91577">31.280000000000001</cx:pt>
          <cx:pt idx="91578">55.960000000000001</cx:pt>
          <cx:pt idx="91579">29.16</cx:pt>
          <cx:pt idx="91580">30.98</cx:pt>
          <cx:pt idx="91581">69.969999999999999</cx:pt>
          <cx:pt idx="91582">59.979999999999997</cx:pt>
          <cx:pt idx="91583">54.979999999999997</cx:pt>
          <cx:pt idx="91584">89.969999999999999</cx:pt>
          <cx:pt idx="91585">109.95999999999999</cx:pt>
          <cx:pt idx="91586">89.969999999999999</cx:pt>
          <cx:pt idx="91587">246.94</cx:pt>
          <cx:pt idx="91588">99.980000000000004</cx:pt>
          <cx:pt idx="91589">87.950000000000003</cx:pt>
          <cx:pt idx="91590">93.950000000000003</cx:pt>
          <cx:pt idx="91591">149.96000000000001</cx:pt>
          <cx:pt idx="91592">79.950000000000003</cx:pt>
          <cx:pt idx="91593">58.640000000000001</cx:pt>
          <cx:pt idx="91594">73.969999999999999</cx:pt>
          <cx:pt idx="91595">65.189999999999998</cx:pt>
          <cx:pt idx="91596">65.980000000000004</cx:pt>
          <cx:pt idx="91597">55.969999999999999</cx:pt>
          <cx:pt idx="91598">149.90000000000001</cx:pt>
          <cx:pt idx="91599">149.90000000000001</cx:pt>
          <cx:pt idx="91600">104.93000000000001</cx:pt>
          <cx:pt idx="91601">109.97</cx:pt>
          <cx:pt idx="91602">169.97</cx:pt>
          <cx:pt idx="91603">62.969999999999999</cx:pt>
          <cx:pt idx="91604">-109.97</cx:pt>
          <cx:pt idx="91605">109.98</cx:pt>
          <cx:pt idx="91606">99.980000000000004</cx:pt>
          <cx:pt idx="91607">117.97</cx:pt>
          <cx:pt idx="91608">117.97</cx:pt>
          <cx:pt idx="91609">60.869999999999997</cx:pt>
          <cx:pt idx="91610">70.969999999999999</cx:pt>
          <cx:pt idx="91611">35.299999999999997</cx:pt>
          <cx:pt idx="91612">47.990000000000002</cx:pt>
          <cx:pt idx="91613">63.990000000000002</cx:pt>
          <cx:pt idx="91614">67.989999999999995</cx:pt>
          <cx:pt idx="91615">63.990000000000002</cx:pt>
          <cx:pt idx="91616">63.990000000000002</cx:pt>
          <cx:pt idx="91617">59.369999999999997</cx:pt>
          <cx:pt idx="91618">63.960000000000001</cx:pt>
          <cx:pt idx="91619">37.479999999999997</cx:pt>
          <cx:pt idx="91620">62.979999999999997</cx:pt>
          <cx:pt idx="91621">46.490000000000002</cx:pt>
          <cx:pt idx="91622">46.490000000000002</cx:pt>
          <cx:pt idx="91623">62.979999999999997</cx:pt>
          <cx:pt idx="91624">63.979999999999997</cx:pt>
          <cx:pt idx="91625">77.959999999999994</cx:pt>
          <cx:pt idx="91626">15.289999999999999</cx:pt>
          <cx:pt idx="91627">57.969999999999999</cx:pt>
          <cx:pt idx="91628">51.289999999999999</cx:pt>
          <cx:pt idx="91629">50.960000000000001</cx:pt>
          <cx:pt idx="91630">76.180000000000007</cx:pt>
          <cx:pt idx="91631">233.94</cx:pt>
          <cx:pt idx="91632">118.97</cx:pt>
          <cx:pt idx="91633">118.97</cx:pt>
          <cx:pt idx="91634">50.990000000000002</cx:pt>
          <cx:pt idx="91635">68.989999999999995</cx:pt>
          <cx:pt idx="91636">56.969999999999999</cx:pt>
          <cx:pt idx="91637">138.78999999999999</cx:pt>
          <cx:pt idx="91638">-49.109999999999999</cx:pt>
          <cx:pt idx="91639">99.859999999999999</cx:pt>
          <cx:pt idx="91640">98.25</cx:pt>
          <cx:pt idx="91641">59.979999999999997</cx:pt>
          <cx:pt idx="91642">59.979999999999997</cx:pt>
          <cx:pt idx="91643">54.979999999999997</cx:pt>
          <cx:pt idx="91644">59.979999999999997</cx:pt>
          <cx:pt idx="91645">58.880000000000003</cx:pt>
          <cx:pt idx="91646">57.969999999999999</cx:pt>
          <cx:pt idx="91647">51.979999999999997</cx:pt>
          <cx:pt idx="91648">113.56999999999999</cx:pt>
          <cx:pt idx="91649">89.909999999999997</cx:pt>
          <cx:pt idx="91650">89.909999999999997</cx:pt>
          <cx:pt idx="91651">99.900000000000006</cx:pt>
          <cx:pt idx="91652">107.95</cx:pt>
          <cx:pt idx="91653">53.960000000000001</cx:pt>
          <cx:pt idx="91654">60.960000000000001</cx:pt>
          <cx:pt idx="91655">128.96000000000001</cx:pt>
          <cx:pt idx="91656">51.969999999999999</cx:pt>
          <cx:pt idx="91657">54.979999999999997</cx:pt>
          <cx:pt idx="91658">84.989999999999995</cx:pt>
          <cx:pt idx="91659">59.979999999999997</cx:pt>
          <cx:pt idx="91660">49.479999999999997</cx:pt>
          <cx:pt idx="91661">0</cx:pt>
          <cx:pt idx="91662">81.969999999999999</cx:pt>
          <cx:pt idx="91663">110.97</cx:pt>
          <cx:pt idx="91664">80.969999999999999</cx:pt>
          <cx:pt idx="91665">113.97</cx:pt>
          <cx:pt idx="91666">51.969999999999999</cx:pt>
          <cx:pt idx="91667">119.95999999999999</cx:pt>
          <cx:pt idx="91668">75.409999999999997</cx:pt>
          <cx:pt idx="91669">-20</cx:pt>
          <cx:pt idx="91670">53.969999999999999</cx:pt>
          <cx:pt idx="91671">119.95999999999999</cx:pt>
          <cx:pt idx="91672">89.950000000000003</cx:pt>
          <cx:pt idx="91673">71.980000000000004</cx:pt>
          <cx:pt idx="91674">79.959999999999994</cx:pt>
          <cx:pt idx="91675">59.950000000000003</cx:pt>
          <cx:pt idx="91676">59.950000000000003</cx:pt>
          <cx:pt idx="91677">118.97</cx:pt>
          <cx:pt idx="91678">59.979999999999997</cx:pt>
          <cx:pt idx="91679">61.479999999999997</cx:pt>
          <cx:pt idx="91680">89.969999999999999</cx:pt>
          <cx:pt idx="91681">89.969999999999999</cx:pt>
          <cx:pt idx="91682">89.969999999999999</cx:pt>
          <cx:pt idx="91683">128.96000000000001</cx:pt>
          <cx:pt idx="91684">61.479999999999997</cx:pt>
          <cx:pt idx="91685">128.96000000000001</cx:pt>
          <cx:pt idx="91686">62.229999999999997</cx:pt>
          <cx:pt idx="91687">62.229999999999997</cx:pt>
          <cx:pt idx="91688">59.979999999999997</cx:pt>
          <cx:pt idx="91689">89.969999999999999</cx:pt>
          <cx:pt idx="91690">42.469999999999999</cx:pt>
          <cx:pt idx="91691">51.490000000000002</cx:pt>
          <cx:pt idx="91692">105.95</cx:pt>
          <cx:pt idx="91693">12.49</cx:pt>
          <cx:pt idx="91694">134.97999999999999</cx:pt>
          <cx:pt idx="91695">115.97</cx:pt>
          <cx:pt idx="91696">96.780000000000001</cx:pt>
          <cx:pt idx="91697">78.810000000000002</cx:pt>
          <cx:pt idx="91698">116.06</cx:pt>
          <cx:pt idx="91699">106.98</cx:pt>
          <cx:pt idx="91700">98.980000000000004</cx:pt>
          <cx:pt idx="91701">143.94</cx:pt>
          <cx:pt idx="91702">124.94</cx:pt>
          <cx:pt idx="91703">68.969999999999999</cx:pt>
          <cx:pt idx="91704">68.969999999999999</cx:pt>
          <cx:pt idx="91705">137.94</cx:pt>
          <cx:pt idx="91706">71.959999999999994</cx:pt>
          <cx:pt idx="91707">71.959999999999994</cx:pt>
          <cx:pt idx="91708">50.969999999999999</cx:pt>
          <cx:pt idx="91709">71.959999999999994</cx:pt>
          <cx:pt idx="91710">71.959999999999994</cx:pt>
          <cx:pt idx="91711">209.94999999999999</cx:pt>
          <cx:pt idx="91712">172.00999999999999</cx:pt>
          <cx:pt idx="91713">65.989999999999995</cx:pt>
          <cx:pt idx="91714">65.989999999999995</cx:pt>
          <cx:pt idx="91715">59.390000000000001</cx:pt>
          <cx:pt idx="91716">11.49</cx:pt>
          <cx:pt idx="91717">76.469999999999999</cx:pt>
          <cx:pt idx="91718">46.729999999999997</cx:pt>
          <cx:pt idx="91719">103.45999999999999</cx:pt>
          <cx:pt idx="91720">115.11</cx:pt>
          <cx:pt idx="91721">117.33</cx:pt>
          <cx:pt idx="91722">104.83</cx:pt>
          <cx:pt idx="91723">104.83</cx:pt>
          <cx:pt idx="91724">92.769999999999996</cx:pt>
          <cx:pt idx="91725">64.969999999999999</cx:pt>
          <cx:pt idx="91726">14.99</cx:pt>
          <cx:pt idx="91727">99.980000000000004</cx:pt>
          <cx:pt idx="91728">84.269999999999996</cx:pt>
          <cx:pt idx="91729">85.799999999999997</cx:pt>
          <cx:pt idx="91730">113.97</cx:pt>
          <cx:pt idx="91731">99.980000000000004</cx:pt>
          <cx:pt idx="91732">85.950000000000003</cx:pt>
          <cx:pt idx="91733">99.969999999999999</cx:pt>
          <cx:pt idx="91734">31.489999999999998</cx:pt>
          <cx:pt idx="91735">59.979999999999997</cx:pt>
          <cx:pt idx="91736">59.979999999999997</cx:pt>
          <cx:pt idx="91737">59.979999999999997</cx:pt>
          <cx:pt idx="91738">59.979999999999997</cx:pt>
          <cx:pt idx="91739">59.979999999999997</cx:pt>
          <cx:pt idx="91740">59.979999999999997</cx:pt>
          <cx:pt idx="91741">406.72000000000003</cx:pt>
          <cx:pt idx="91742">58.460000000000001</cx:pt>
          <cx:pt idx="91743">74.950000000000003</cx:pt>
          <cx:pt idx="91744">74.950000000000003</cx:pt>
          <cx:pt idx="91745">159.97999999999999</cx:pt>
          <cx:pt idx="91746">92.980000000000004</cx:pt>
          <cx:pt idx="91747">66.659999999999997</cx:pt>
          <cx:pt idx="91748">79.989999999999995</cx:pt>
          <cx:pt idx="91749">125.36</cx:pt>
          <cx:pt idx="91750">65.989999999999995</cx:pt>
          <cx:pt idx="91751">65.989999999999995</cx:pt>
          <cx:pt idx="91752">88.980000000000004</cx:pt>
          <cx:pt idx="91753">65.189999999999998</cx:pt>
          <cx:pt idx="91754">72.239999999999995</cx:pt>
          <cx:pt idx="91755">107.98</cx:pt>
          <cx:pt idx="91756">68.969999999999999</cx:pt>
          <cx:pt idx="91757">96.870000000000005</cx:pt>
          <cx:pt idx="91758">99.969999999999999</cx:pt>
          <cx:pt idx="91759">107.95999999999999</cx:pt>
          <cx:pt idx="91760">32.990000000000002</cx:pt>
          <cx:pt idx="91761">48.420000000000002</cx:pt>
          <cx:pt idx="91762">158.96000000000001</cx:pt>
          <cx:pt idx="91763">137.28</cx:pt>
          <cx:pt idx="91764">118.98</cx:pt>
          <cx:pt idx="91765">149.97</cx:pt>
          <cx:pt idx="91766">84.989999999999995</cx:pt>
          <cx:pt idx="91767">159.97999999999999</cx:pt>
          <cx:pt idx="91768">161.15000000000001</cx:pt>
          <cx:pt idx="91769">100.97</cx:pt>
          <cx:pt idx="91770">69.959999999999994</cx:pt>
          <cx:pt idx="91771">-24.989999999999998</cx:pt>
          <cx:pt idx="91772">84.989999999999995</cx:pt>
          <cx:pt idx="91773">99.980000000000004</cx:pt>
          <cx:pt idx="91774">113.97</cx:pt>
          <cx:pt idx="91775">99.980000000000004</cx:pt>
          <cx:pt idx="91776">46.289999999999999</cx:pt>
          <cx:pt idx="91777">89.980000000000004</cx:pt>
          <cx:pt idx="91778">89.980000000000004</cx:pt>
          <cx:pt idx="91779">79.980000000000004</cx:pt>
          <cx:pt idx="91780">54.950000000000003</cx:pt>
          <cx:pt idx="91781">13.09</cx:pt>
          <cx:pt idx="91782">80.180000000000007</cx:pt>
          <cx:pt idx="91783">64.980000000000004</cx:pt>
          <cx:pt idx="91784">46.189999999999998</cx:pt>
          <cx:pt idx="91785">64.980000000000004</cx:pt>
          <cx:pt idx="91786">84.989999999999995</cx:pt>
          <cx:pt idx="91787">78.879999999999995</cx:pt>
          <cx:pt idx="91788">68.829999999999998</cx:pt>
          <cx:pt idx="91789">65.989999999999995</cx:pt>
          <cx:pt idx="91790">75.980000000000004</cx:pt>
          <cx:pt idx="91791">65.989999999999995</cx:pt>
          <cx:pt idx="91792">59.390000000000001</cx:pt>
          <cx:pt idx="91793">-56.969999999999999</cx:pt>
          <cx:pt idx="91794">59.960000000000001</cx:pt>
          <cx:pt idx="91795">-59.950000000000003</cx:pt>
          <cx:pt idx="91796">56.969999999999999</cx:pt>
          <cx:pt idx="91797">59.960000000000001</cx:pt>
          <cx:pt idx="91798">54.979999999999997</cx:pt>
          <cx:pt idx="91799">79.980000000000004</cx:pt>
          <cx:pt idx="91800">59.950000000000003</cx:pt>
          <cx:pt idx="91801">65.989999999999995</cx:pt>
          <cx:pt idx="91802">75.980000000000004</cx:pt>
          <cx:pt idx="91803">79.980000000000004</cx:pt>
          <cx:pt idx="91804">59.390000000000001</cx:pt>
          <cx:pt idx="91805">51.25</cx:pt>
          <cx:pt idx="91806">65.989999999999995</cx:pt>
          <cx:pt idx="91807">91.569999999999993</cx:pt>
          <cx:pt idx="91808">48.780000000000001</cx:pt>
          <cx:pt idx="91809">73.980000000000004</cx:pt>
          <cx:pt idx="91810">83.950000000000003</cx:pt>
          <cx:pt idx="91811">109.98</cx:pt>
          <cx:pt idx="91812">79.980000000000004</cx:pt>
          <cx:pt idx="91813">54.990000000000002</cx:pt>
          <cx:pt idx="91814">66.540000000000006</cx:pt>
          <cx:pt idx="91815">85.739999999999995</cx:pt>
          <cx:pt idx="91816">83.469999999999999</cx:pt>
          <cx:pt idx="91817">66.540000000000006</cx:pt>
          <cx:pt idx="91818">69.989999999999995</cx:pt>
          <cx:pt idx="91819">89.939999999999998</cx:pt>
          <cx:pt idx="91820">89.939999999999998</cx:pt>
          <cx:pt idx="91821">89.969999999999999</cx:pt>
          <cx:pt idx="91822">67.980000000000004</cx:pt>
          <cx:pt idx="91823">71.980000000000004</cx:pt>
          <cx:pt idx="91824">51.270000000000003</cx:pt>
          <cx:pt idx="91825">123.97</cx:pt>
          <cx:pt idx="91826">54.979999999999997</cx:pt>
          <cx:pt idx="91827">49.049999999999997</cx:pt>
          <cx:pt idx="91828">57.979999999999997</cx:pt>
          <cx:pt idx="91829">57.979999999999997</cx:pt>
          <cx:pt idx="91830">54.979999999999997</cx:pt>
          <cx:pt idx="91831">59.979999999999997</cx:pt>
          <cx:pt idx="91832">49.049999999999997</cx:pt>
          <cx:pt idx="91833">59.979999999999997</cx:pt>
          <cx:pt idx="91834">51.659999999999997</cx:pt>
          <cx:pt idx="91835">51.659999999999997</cx:pt>
          <cx:pt idx="91836">41.93</cx:pt>
          <cx:pt idx="91837">73.980000000000004</cx:pt>
          <cx:pt idx="91838">60.969999999999999</cx:pt>
          <cx:pt idx="91839">60.969999999999999</cx:pt>
          <cx:pt idx="91840">73.980000000000004</cx:pt>
          <cx:pt idx="91841">41.93</cx:pt>
          <cx:pt idx="91842">397.94</cx:pt>
          <cx:pt idx="91843">83.930000000000007</cx:pt>
          <cx:pt idx="91844">56.969999999999999</cx:pt>
          <cx:pt idx="91845">56.399999999999999</cx:pt>
          <cx:pt idx="91846">92.469999999999999</cx:pt>
          <cx:pt idx="91847">104.98</cx:pt>
          <cx:pt idx="91848">62.57</cx:pt>
          <cx:pt idx="91849">93.969999999999999</cx:pt>
          <cx:pt idx="91850">73.480000000000004</cx:pt>
          <cx:pt idx="91851">62.979999999999997</cx:pt>
          <cx:pt idx="91852">89.980000000000004</cx:pt>
          <cx:pt idx="91853">61.979999999999997</cx:pt>
          <cx:pt idx="91854">99.959999999999994</cx:pt>
          <cx:pt idx="91855">77.980000000000004</cx:pt>
          <cx:pt idx="91856">74.969999999999999</cx:pt>
          <cx:pt idx="91857">52.979999999999997</cx:pt>
          <cx:pt idx="91858">84.989999999999995</cx:pt>
          <cx:pt idx="91859">104.97</cx:pt>
          <cx:pt idx="91860">69.980000000000004</cx:pt>
          <cx:pt idx="91861">84.980000000000004</cx:pt>
          <cx:pt idx="91862">72.239999999999995</cx:pt>
          <cx:pt idx="91863">84.989999999999995</cx:pt>
          <cx:pt idx="91864">149.94999999999999</cx:pt>
          <cx:pt idx="91865">97.959999999999994</cx:pt>
          <cx:pt idx="91866">48.289999999999999</cx:pt>
          <cx:pt idx="91867">65.989999999999995</cx:pt>
          <cx:pt idx="91868">102.83</cx:pt>
          <cx:pt idx="91869">102.83</cx:pt>
          <cx:pt idx="91870">159.69999999999999</cx:pt>
          <cx:pt idx="91871">79.849999999999994</cx:pt>
          <cx:pt idx="91872">79.849999999999994</cx:pt>
          <cx:pt idx="91873">102.83</cx:pt>
          <cx:pt idx="91874">159.69999999999999</cx:pt>
          <cx:pt idx="91875">96.780000000000001</cx:pt>
          <cx:pt idx="91876">96.780000000000001</cx:pt>
          <cx:pt idx="91877">159.69999999999999</cx:pt>
          <cx:pt idx="91878">96.780000000000001</cx:pt>
          <cx:pt idx="91879">79.849999999999994</cx:pt>
          <cx:pt idx="91880">79.849999999999994</cx:pt>
          <cx:pt idx="91881">79.849999999999994</cx:pt>
          <cx:pt idx="91882">79.849999999999994</cx:pt>
          <cx:pt idx="91883">82.920000000000002</cx:pt>
          <cx:pt idx="91884">92.920000000000002</cx:pt>
          <cx:pt idx="91885">138.94999999999999</cx:pt>
          <cx:pt idx="91886">157.96000000000001</cx:pt>
          <cx:pt idx="91887">96.560000000000002</cx:pt>
          <cx:pt idx="91888">50.969999999999999</cx:pt>
          <cx:pt idx="91889">130.94999999999999</cx:pt>
          <cx:pt idx="91890">56.979999999999997</cx:pt>
          <cx:pt idx="91891">108.97</cx:pt>
          <cx:pt idx="91892">56.969999999999999</cx:pt>
          <cx:pt idx="91893">63.979999999999997</cx:pt>
          <cx:pt idx="91894">103.98</cx:pt>
          <cx:pt idx="91895">63.960000000000001</cx:pt>
          <cx:pt idx="91896">59.950000000000003</cx:pt>
          <cx:pt idx="91897">50.950000000000003</cx:pt>
          <cx:pt idx="91898">50.960000000000001</cx:pt>
          <cx:pt idx="91899">52.850000000000001</cx:pt>
          <cx:pt idx="91900">15.99</cx:pt>
          <cx:pt idx="91901">84.980000000000004</cx:pt>
          <cx:pt idx="91902">84.989999999999995</cx:pt>
          <cx:pt idx="91903">84.989999999999995</cx:pt>
          <cx:pt idx="91904">84.989999999999995</cx:pt>
          <cx:pt idx="91905">152.97999999999999</cx:pt>
          <cx:pt idx="91906">84.989999999999995</cx:pt>
          <cx:pt idx="91907">65.980000000000004</cx:pt>
          <cx:pt idx="91908">100.97</cx:pt>
          <cx:pt idx="91909">51.490000000000002</cx:pt>
          <cx:pt idx="91910">84.989999999999995</cx:pt>
          <cx:pt idx="91911">79.980000000000004</cx:pt>
          <cx:pt idx="91912">69.989999999999995</cx:pt>
          <cx:pt idx="91913">33.479999999999997</cx:pt>
          <cx:pt idx="91914">36.490000000000002</cx:pt>
          <cx:pt idx="91915">51.969999999999999</cx:pt>
          <cx:pt idx="91916">55.829999999999998</cx:pt>
          <cx:pt idx="91917">56.969999999999999</cx:pt>
          <cx:pt idx="91918">56.969999999999999</cx:pt>
          <cx:pt idx="91919">56.969999999999999</cx:pt>
          <cx:pt idx="91920">56.969999999999999</cx:pt>
          <cx:pt idx="91921">56.960000000000001</cx:pt>
          <cx:pt idx="91922">55.829999999999998</cx:pt>
          <cx:pt idx="91923">224.94999999999999</cx:pt>
          <cx:pt idx="91924">99.980000000000004</cx:pt>
          <cx:pt idx="91925">89.980000000000004</cx:pt>
          <cx:pt idx="91926">87.469999999999999</cx:pt>
          <cx:pt idx="91927">62.57</cx:pt>
          <cx:pt idx="91928">69.950000000000003</cx:pt>
          <cx:pt idx="91929">117.43000000000001</cx:pt>
          <cx:pt idx="91930">85</cx:pt>
          <cx:pt idx="91931">67.459999999999994</cx:pt>
          <cx:pt idx="91932">76.25</cx:pt>
          <cx:pt idx="91933">59.960000000000001</cx:pt>
          <cx:pt idx="91934">63.710000000000001</cx:pt>
          <cx:pt idx="91935">63.710000000000001</cx:pt>
          <cx:pt idx="91936">84.989999999999995</cx:pt>
          <cx:pt idx="91937">107.06999999999999</cx:pt>
          <cx:pt idx="91938">118.97</cx:pt>
          <cx:pt idx="91939">57.979999999999997</cx:pt>
          <cx:pt idx="91940">87.959999999999994</cx:pt>
          <cx:pt idx="91941">157.96000000000001</cx:pt>
          <cx:pt idx="91942">54.990000000000002</cx:pt>
          <cx:pt idx="91943">83.980000000000004</cx:pt>
          <cx:pt idx="91944">-275.94</cx:pt>
          <cx:pt idx="91945">-275.94</cx:pt>
          <cx:pt idx="91946">124.18000000000001</cx:pt>
          <cx:pt idx="91947">-275.94</cx:pt>
          <cx:pt idx="91948">53.990000000000002</cx:pt>
          <cx:pt idx="91949">58.640000000000001</cx:pt>
          <cx:pt idx="91950">53.990000000000002</cx:pt>
          <cx:pt idx="91951">140.22</cx:pt>
          <cx:pt idx="91952">140.22</cx:pt>
          <cx:pt idx="91953">-275.94</cx:pt>
          <cx:pt idx="91954">118.97</cx:pt>
          <cx:pt idx="91955">140.22</cx:pt>
          <cx:pt idx="91956">-275.94</cx:pt>
          <cx:pt idx="91957">-275.94</cx:pt>
          <cx:pt idx="91958">-53.990000000000002</cx:pt>
          <cx:pt idx="91959">53.990000000000002</cx:pt>
          <cx:pt idx="91960">275.94</cx:pt>
          <cx:pt idx="91961">275.94</cx:pt>
          <cx:pt idx="91962">275.94</cx:pt>
          <cx:pt idx="91963">83.980000000000004</cx:pt>
          <cx:pt idx="91964">275.94</cx:pt>
          <cx:pt idx="91965">275.94</cx:pt>
          <cx:pt idx="91966">275.94</cx:pt>
          <cx:pt idx="91967">124.18000000000001</cx:pt>
          <cx:pt idx="91968">83.980000000000004</cx:pt>
          <cx:pt idx="91969">53.990000000000002</cx:pt>
          <cx:pt idx="91970">83.980000000000004</cx:pt>
          <cx:pt idx="91971">-53.990000000000002</cx:pt>
          <cx:pt idx="91972">-53.990000000000002</cx:pt>
          <cx:pt idx="91973">124.18000000000001</cx:pt>
          <cx:pt idx="91974">53.990000000000002</cx:pt>
          <cx:pt idx="91975">83.980000000000004</cx:pt>
          <cx:pt idx="91976">84.129999999999995</cx:pt>
          <cx:pt idx="91977">58.640000000000001</cx:pt>
          <cx:pt idx="91978">124.18000000000001</cx:pt>
          <cx:pt idx="91979">118.97</cx:pt>
          <cx:pt idx="91980">58.640000000000001</cx:pt>
          <cx:pt idx="91981">84.129999999999995</cx:pt>
          <cx:pt idx="91982">-53.990000000000002</cx:pt>
          <cx:pt idx="91983">124.18000000000001</cx:pt>
          <cx:pt idx="91984">84.129999999999995</cx:pt>
          <cx:pt idx="91985">84.129999999999995</cx:pt>
          <cx:pt idx="91986">-53.990000000000002</cx:pt>
          <cx:pt idx="91987">83.980000000000004</cx:pt>
          <cx:pt idx="91988">53.990000000000002</cx:pt>
          <cx:pt idx="91989">84.129999999999995</cx:pt>
          <cx:pt idx="91990">58.640000000000001</cx:pt>
          <cx:pt idx="91991">118.97</cx:pt>
          <cx:pt idx="91992">124.18000000000001</cx:pt>
          <cx:pt idx="91993">118.97</cx:pt>
          <cx:pt idx="91994">118.97</cx:pt>
          <cx:pt idx="91995">118.97</cx:pt>
          <cx:pt idx="91996">140.22</cx:pt>
          <cx:pt idx="91997">58.640000000000001</cx:pt>
          <cx:pt idx="91998">140.22</cx:pt>
          <cx:pt idx="91999">140.22</cx:pt>
          <cx:pt idx="92000">-53.990000000000002</cx:pt>
          <cx:pt idx="92001">58.640000000000001</cx:pt>
          <cx:pt idx="92002">84.129999999999995</cx:pt>
          <cx:pt idx="92003">124.97</cx:pt>
          <cx:pt idx="92004">89.969999999999999</cx:pt>
          <cx:pt idx="92005">89.969999999999999</cx:pt>
          <cx:pt idx="92006">89.969999999999999</cx:pt>
          <cx:pt idx="92007">174.97</cx:pt>
          <cx:pt idx="92008">79.980000000000004</cx:pt>
          <cx:pt idx="92009">62.369999999999997</cx:pt>
          <cx:pt idx="92010">148.44999999999999</cx:pt>
          <cx:pt idx="92011">93.969999999999999</cx:pt>
          <cx:pt idx="92012">89.980000000000004</cx:pt>
          <cx:pt idx="92013">79.980000000000004</cx:pt>
          <cx:pt idx="92014">80.969999999999999</cx:pt>
          <cx:pt idx="92015">87.230000000000004</cx:pt>
          <cx:pt idx="92016">68.980000000000004</cx:pt>
          <cx:pt idx="92017">28.280000000000001</cx:pt>
          <cx:pt idx="92018">61.979999999999997</cx:pt>
          <cx:pt idx="92019">69.980000000000004</cx:pt>
          <cx:pt idx="92020">51.979999999999997</cx:pt>
          <cx:pt idx="92021">73.980000000000004</cx:pt>
          <cx:pt idx="92022">73.980000000000004</cx:pt>
          <cx:pt idx="92023">63.840000000000003</cx:pt>
          <cx:pt idx="92024">55.969999999999999</cx:pt>
          <cx:pt idx="92025">54.329999999999998</cx:pt>
          <cx:pt idx="92026">15.99</cx:pt>
          <cx:pt idx="92027">54.920000000000002</cx:pt>
          <cx:pt idx="92028">109.97</cx:pt>
          <cx:pt idx="92029">105.98</cx:pt>
          <cx:pt idx="92030">105.98</cx:pt>
          <cx:pt idx="92031">109.97</cx:pt>
          <cx:pt idx="92032">182.94999999999999</cx:pt>
          <cx:pt idx="92033">182.94999999999999</cx:pt>
          <cx:pt idx="92034">75.980000000000004</cx:pt>
          <cx:pt idx="92035">37.93</cx:pt>
          <cx:pt idx="92036">84.989999999999995</cx:pt>
          <cx:pt idx="92037">84.989999999999995</cx:pt>
          <cx:pt idx="92038">102.98</cx:pt>
          <cx:pt idx="92039">149.97</cx:pt>
          <cx:pt idx="92040">241.25</cx:pt>
          <cx:pt idx="92041">19.48</cx:pt>
          <cx:pt idx="92042">84.989999999999995</cx:pt>
          <cx:pt idx="92043">49.990000000000002</cx:pt>
          <cx:pt idx="92044">84.989999999999995</cx:pt>
          <cx:pt idx="92045">51.490000000000002</cx:pt>
          <cx:pt idx="92046">84.989999999999995</cx:pt>
          <cx:pt idx="92047">65.319999999999993</cx:pt>
          <cx:pt idx="92048">104.04000000000001</cx:pt>
          <cx:pt idx="92049">70.159999999999997</cx:pt>
          <cx:pt idx="92050">395.87</cx:pt>
          <cx:pt idx="92051">31.289999999999999</cx:pt>
          <cx:pt idx="92052">26.940000000000001</cx:pt>
          <cx:pt idx="92053">31.640000000000001</cx:pt>
          <cx:pt idx="92054">31.289999999999999</cx:pt>
          <cx:pt idx="92055">36.490000000000002</cx:pt>
          <cx:pt idx="92056">55.979999999999997</cx:pt>
          <cx:pt idx="92057">-31.640000000000001</cx:pt>
          <cx:pt idx="92058">66.980000000000004</cx:pt>
          <cx:pt idx="92059">98.969999999999999</cx:pt>
          <cx:pt idx="92060">240.34999999999999</cx:pt>
          <cx:pt idx="92061">54.969999999999999</cx:pt>
          <cx:pt idx="92062">65.989999999999995</cx:pt>
          <cx:pt idx="92063">65.959999999999994</cx:pt>
          <cx:pt idx="92064">41.490000000000002</cx:pt>
          <cx:pt idx="92065">76.980000000000004</cx:pt>
          <cx:pt idx="92066">82.959999999999994</cx:pt>
          <cx:pt idx="92067">45.869999999999997</cx:pt>
          <cx:pt idx="92068">64.989999999999995</cx:pt>
          <cx:pt idx="92069">83.950000000000003</cx:pt>
          <cx:pt idx="92070">261.89999999999998</cx:pt>
          <cx:pt idx="92071">166.94</cx:pt>
          <cx:pt idx="92072">46.729999999999997</cx:pt>
          <cx:pt idx="92073">54.979999999999997</cx:pt>
          <cx:pt idx="92074">59.979999999999997</cx:pt>
          <cx:pt idx="92075">53.979999999999997</cx:pt>
          <cx:pt idx="92076">61.979999999999997</cx:pt>
          <cx:pt idx="92077">129.75</cx:pt>
          <cx:pt idx="92078">149.47</cx:pt>
          <cx:pt idx="92079">59.950000000000003</cx:pt>
          <cx:pt idx="92080">51.969999999999999</cx:pt>
          <cx:pt idx="92081">49.469999999999999</cx:pt>
          <cx:pt idx="92082">69.989999999999995</cx:pt>
          <cx:pt idx="92083">79.950000000000003</cx:pt>
          <cx:pt idx="92084">166.91999999999999</cx:pt>
          <cx:pt idx="92085">29.989999999999998</cx:pt>
          <cx:pt idx="92086">235.83000000000001</cx:pt>
          <cx:pt idx="92087">77.980000000000004</cx:pt>
          <cx:pt idx="92088">59.979999999999997</cx:pt>
          <cx:pt idx="92089">59.979999999999997</cx:pt>
          <cx:pt idx="92090">61.979999999999997</cx:pt>
          <cx:pt idx="92091">61.979999999999997</cx:pt>
          <cx:pt idx="92092">59.979999999999997</cx:pt>
          <cx:pt idx="92093">31.739999999999998</cx:pt>
          <cx:pt idx="92094">380.37</cx:pt>
          <cx:pt idx="92095">89.939999999999998</cx:pt>
          <cx:pt idx="92096">85.790000000000006</cx:pt>
          <cx:pt idx="92097">33.479999999999997</cx:pt>
          <cx:pt idx="92098">33.479999999999997</cx:pt>
          <cx:pt idx="92099">71.959999999999994</cx:pt>
          <cx:pt idx="92100">58.969999999999999</cx:pt>
          <cx:pt idx="92101">-33.479999999999997</cx:pt>
          <cx:pt idx="92102">33.479999999999997</cx:pt>
          <cx:pt idx="92103">84.989999999999995</cx:pt>
          <cx:pt idx="92104">84.989999999999995</cx:pt>
          <cx:pt idx="92105">14.24</cx:pt>
          <cx:pt idx="92106">114.97</cx:pt>
          <cx:pt idx="92107">84.989999999999995</cx:pt>
          <cx:pt idx="92108">31.48</cx:pt>
          <cx:pt idx="92109">109.95999999999999</cx:pt>
          <cx:pt idx="92110">49.979999999999997</cx:pt>
          <cx:pt idx="92111">59.960000000000001</cx:pt>
          <cx:pt idx="92112">179.94</cx:pt>
          <cx:pt idx="92113">209.93000000000001</cx:pt>
          <cx:pt idx="92114">80.469999999999999</cx:pt>
          <cx:pt idx="92115">45.880000000000003</cx:pt>
          <cx:pt idx="92116">49.280000000000001</cx:pt>
          <cx:pt idx="92117">53.969999999999999</cx:pt>
          <cx:pt idx="92118">49.479999999999997</cx:pt>
          <cx:pt idx="92119">149.94999999999999</cx:pt>
          <cx:pt idx="92120">119.95999999999999</cx:pt>
          <cx:pt idx="92121">51.960000000000001</cx:pt>
          <cx:pt idx="92122">51.960000000000001</cx:pt>
          <cx:pt idx="92123">51.960000000000001</cx:pt>
          <cx:pt idx="92124">81.969999999999999</cx:pt>
          <cx:pt idx="92125">55.979999999999997</cx:pt>
          <cx:pt idx="92126">55.979999999999997</cx:pt>
          <cx:pt idx="92127">59.979999999999997</cx:pt>
          <cx:pt idx="92128">57.979999999999997</cx:pt>
          <cx:pt idx="92129">92.969999999999999</cx:pt>
          <cx:pt idx="92130">88.459999999999994</cx:pt>
          <cx:pt idx="92131">56.969999999999999</cx:pt>
          <cx:pt idx="92132">59.969999999999999</cx:pt>
          <cx:pt idx="92133">139.38</cx:pt>
          <cx:pt idx="92134">81.950000000000003</cx:pt>
          <cx:pt idx="92135">84.989999999999995</cx:pt>
          <cx:pt idx="92136">84.989999999999995</cx:pt>
          <cx:pt idx="92137">65.980000000000004</cx:pt>
          <cx:pt idx="92138">84.989999999999995</cx:pt>
          <cx:pt idx="92139">171.13</cx:pt>
          <cx:pt idx="92140">254.97</cx:pt>
          <cx:pt idx="92141">254.97</cx:pt>
          <cx:pt idx="92142">171.13</cx:pt>
          <cx:pt idx="92143">114.97</cx:pt>
          <cx:pt idx="92144">65.989999999999995</cx:pt>
          <cx:pt idx="92145">65.290000000000006</cx:pt>
          <cx:pt idx="92146">73.969999999999999</cx:pt>
          <cx:pt idx="92147">117.76000000000001</cx:pt>
          <cx:pt idx="92148">26.289999999999999</cx:pt>
          <cx:pt idx="92149">80.969999999999999</cx:pt>
          <cx:pt idx="92150">109.98</cx:pt>
          <cx:pt idx="92151">51.979999999999997</cx:pt>
          <cx:pt idx="92152">90.689999999999998</cx:pt>
          <cx:pt idx="92153">90.689999999999998</cx:pt>
          <cx:pt idx="92154">72.549999999999997</cx:pt>
          <cx:pt idx="92155">90.689999999999998</cx:pt>
          <cx:pt idx="92156">84.689999999999998</cx:pt>
          <cx:pt idx="92157">84.989999999999995</cx:pt>
          <cx:pt idx="92158">72.239999999999995</cx:pt>
          <cx:pt idx="92159">76.489999999999995</cx:pt>
          <cx:pt idx="92160">76.489999999999995</cx:pt>
          <cx:pt idx="92161">62.969999999999999</cx:pt>
          <cx:pt idx="92162">59.979999999999997</cx:pt>
          <cx:pt idx="92163">103.45999999999999</cx:pt>
          <cx:pt idx="92164">67.969999999999999</cx:pt>
          <cx:pt idx="92165">97.159999999999997</cx:pt>
          <cx:pt idx="92166">122.56999999999999</cx:pt>
          <cx:pt idx="92167">84.989999999999995</cx:pt>
          <cx:pt idx="92168">55.640000000000001</cx:pt>
          <cx:pt idx="92169">51.990000000000002</cx:pt>
          <cx:pt idx="92170">117.2</cx:pt>
          <cx:pt idx="92171">117.2</cx:pt>
          <cx:pt idx="92172">125.94</cx:pt>
          <cx:pt idx="92173">190.88999999999999</cx:pt>
          <cx:pt idx="92174">77.969999999999999</cx:pt>
          <cx:pt idx="92175">89.969999999999999</cx:pt>
          <cx:pt idx="92176">49.990000000000002</cx:pt>
          <cx:pt idx="92177">144.47999999999999</cx:pt>
          <cx:pt idx="92178">169.97</cx:pt>
          <cx:pt idx="92179">62.469999999999999</cx:pt>
          <cx:pt idx="92180">200.75</cx:pt>
          <cx:pt idx="92181">194.71000000000001</cx:pt>
          <cx:pt idx="92182">217.69999999999999</cx:pt>
          <cx:pt idx="92183">-194.72</cx:pt>
          <cx:pt idx="92184">89.980000000000004</cx:pt>
          <cx:pt idx="92185">49.990000000000002</cx:pt>
          <cx:pt idx="92186">184.97</cx:pt>
          <cx:pt idx="92187">84.989999999999995</cx:pt>
          <cx:pt idx="92188">51.960000000000001</cx:pt>
          <cx:pt idx="92189">85.560000000000002</cx:pt>
          <cx:pt idx="92190">87.989999999999995</cx:pt>
          <cx:pt idx="92191">84.969999999999999</cx:pt>
          <cx:pt idx="92192">84.989999999999995</cx:pt>
          <cx:pt idx="92193">62.649999999999999</cx:pt>
          <cx:pt idx="92194">143.78999999999999</cx:pt>
          <cx:pt idx="92195">84.129999999999995</cx:pt>
          <cx:pt idx="92196">99.980000000000004</cx:pt>
          <cx:pt idx="92197">71.969999999999999</cx:pt>
          <cx:pt idx="92198">70.859999999999999</cx:pt>
          <cx:pt idx="92199">89.980000000000004</cx:pt>
          <cx:pt idx="92200">50.969999999999999</cx:pt>
          <cx:pt idx="92201">53.969999999999999</cx:pt>
          <cx:pt idx="92202">87.969999999999999</cx:pt>
          <cx:pt idx="92203">53.969999999999999</cx:pt>
          <cx:pt idx="92204">87.969999999999999</cx:pt>
          <cx:pt idx="92205">50.969999999999999</cx:pt>
          <cx:pt idx="92206">143.63999999999999</cx:pt>
          <cx:pt idx="92207">61.969999999999999</cx:pt>
          <cx:pt idx="92208">24.989999999999998</cx:pt>
          <cx:pt idx="92209">74.969999999999999</cx:pt>
          <cx:pt idx="92210">51.479999999999997</cx:pt>
          <cx:pt idx="92211">41.490000000000002</cx:pt>
          <cx:pt idx="92212">83.959999999999994</cx:pt>
          <cx:pt idx="92213">193.93000000000001</cx:pt>
          <cx:pt idx="92214">83.959999999999994</cx:pt>
          <cx:pt idx="92215">99.989999999999995</cx:pt>
          <cx:pt idx="92216">99.989999999999995</cx:pt>
          <cx:pt idx="92217">63.960000000000001</cx:pt>
          <cx:pt idx="92218">56.719999999999999</cx:pt>
          <cx:pt idx="92219">60.960000000000001</cx:pt>
          <cx:pt idx="92220">96.469999999999999</cx:pt>
          <cx:pt idx="92221">59.82</cx:pt>
          <cx:pt idx="92222">59.369999999999997</cx:pt>
          <cx:pt idx="92223">59.979999999999997</cx:pt>
          <cx:pt idx="92224">59.979999999999997</cx:pt>
          <cx:pt idx="92225">65.989999999999995</cx:pt>
          <cx:pt idx="92226">65.989999999999995</cx:pt>
          <cx:pt idx="92227">69.980000000000004</cx:pt>
          <cx:pt idx="92228">65.989999999999995</cx:pt>
          <cx:pt idx="92229">59.960000000000001</cx:pt>
          <cx:pt idx="92230">52.859999999999999</cx:pt>
          <cx:pt idx="92231">59.960000000000001</cx:pt>
          <cx:pt idx="92232">59.960000000000001</cx:pt>
          <cx:pt idx="92233">89.969999999999999</cx:pt>
          <cx:pt idx="92234">57.979999999999997</cx:pt>
          <cx:pt idx="92235">89.969999999999999</cx:pt>
          <cx:pt idx="92236">59.979999999999997</cx:pt>
          <cx:pt idx="92237">29.989999999999998</cx:pt>
          <cx:pt idx="92238">63.969999999999999</cx:pt>
          <cx:pt idx="92239">79.849999999999994</cx:pt>
          <cx:pt idx="92240">79.849999999999994</cx:pt>
          <cx:pt idx="92241">104.04000000000001</cx:pt>
          <cx:pt idx="92242">67.870000000000005</cx:pt>
          <cx:pt idx="92243">94.340000000000003</cx:pt>
          <cx:pt idx="92244">161.94</cx:pt>
          <cx:pt idx="92245">87.980000000000004</cx:pt>
          <cx:pt idx="92246">95.920000000000002</cx:pt>
          <cx:pt idx="92247">66.969999999999999</cx:pt>
          <cx:pt idx="92248">71.969999999999999</cx:pt>
          <cx:pt idx="92249">147.55000000000001</cx:pt>
          <cx:pt idx="92250">4.9900000000000002</cx:pt>
          <cx:pt idx="92251">99.950000000000003</cx:pt>
          <cx:pt idx="92252">64.969999999999999</cx:pt>
          <cx:pt idx="92253">384.81</cx:pt>
          <cx:pt idx="92254">68.969999999999999</cx:pt>
          <cx:pt idx="92255">55.969999999999999</cx:pt>
          <cx:pt idx="92256">63.979999999999997</cx:pt>
          <cx:pt idx="92257">62.960000000000001</cx:pt>
          <cx:pt idx="92258">48.890000000000001</cx:pt>
          <cx:pt idx="92259">61.039999999999999</cx:pt>
          <cx:pt idx="92260">-1.2</cx:pt>
          <cx:pt idx="92261">66.530000000000001</cx:pt>
          <cx:pt idx="92262">60.460000000000001</cx:pt>
          <cx:pt idx="92263">49.590000000000003</cx:pt>
          <cx:pt idx="92264">129.96000000000001</cx:pt>
          <cx:pt idx="92265">174.94999999999999</cx:pt>
          <cx:pt idx="92266">106.53</cx:pt>
          <cx:pt idx="92267">-22.600000000000001</cx:pt>
          <cx:pt idx="92268">59.979999999999997</cx:pt>
          <cx:pt idx="92269">50.380000000000003</cx:pt>
          <cx:pt idx="92270">55.979999999999997</cx:pt>
          <cx:pt idx="92271">59.979999999999997</cx:pt>
          <cx:pt idx="92272">50.380000000000003</cx:pt>
          <cx:pt idx="92273">55.979999999999997</cx:pt>
          <cx:pt idx="92274">51.979999999999997</cx:pt>
          <cx:pt idx="92275">29.48</cx:pt>
          <cx:pt idx="92276">21.239999999999998</cx:pt>
          <cx:pt idx="92277">20.489999999999998</cx:pt>
          <cx:pt idx="92278">59.979999999999997</cx:pt>
          <cx:pt idx="92279">65.540000000000006</cx:pt>
          <cx:pt idx="92280">64.980000000000004</cx:pt>
          <cx:pt idx="92281">68.980000000000004</cx:pt>
          <cx:pt idx="92282">59.979999999999997</cx:pt>
          <cx:pt idx="92283">64.980000000000004</cx:pt>
          <cx:pt idx="92284">145.09999999999999</cx:pt>
          <cx:pt idx="92285">74</cx:pt>
          <cx:pt idx="92286">75.090000000000003</cx:pt>
          <cx:pt idx="92287">68.930000000000007</cx:pt>
          <cx:pt idx="92288">75.090000000000003</cx:pt>
          <cx:pt idx="92289">68.930000000000007</cx:pt>
          <cx:pt idx="92290">74</cx:pt>
          <cx:pt idx="92291">77.969999999999999</cx:pt>
          <cx:pt idx="92292">77.969999999999999</cx:pt>
          <cx:pt idx="92293">64.980000000000004</cx:pt>
          <cx:pt idx="92294">119.92</cx:pt>
          <cx:pt idx="92295">89.939999999999998</cx:pt>
          <cx:pt idx="92296">119.92</cx:pt>
          <cx:pt idx="92297">89.939999999999998</cx:pt>
          <cx:pt idx="92298">191.96000000000001</cx:pt>
          <cx:pt idx="92299">191.96000000000001</cx:pt>
          <cx:pt idx="92300">21.489999999999998</cx:pt>
          <cx:pt idx="92301">129.97</cx:pt>
          <cx:pt idx="92302">19.48</cx:pt>
          <cx:pt idx="92303">54.950000000000003</cx:pt>
          <cx:pt idx="92304">103.93000000000001</cx:pt>
          <cx:pt idx="92305">28.469999999999999</cx:pt>
          <cx:pt idx="92306">74.980000000000004</cx:pt>
          <cx:pt idx="92307">139.94999999999999</cx:pt>
          <cx:pt idx="92308">73.959999999999994</cx:pt>
          <cx:pt idx="92309">94.959999999999994</cx:pt>
          <cx:pt idx="92310">89.969999999999999</cx:pt>
          <cx:pt idx="92311">119.95999999999999</cx:pt>
          <cx:pt idx="92312">99.959999999999994</cx:pt>
          <cx:pt idx="92313">73.969999999999999</cx:pt>
          <cx:pt idx="92314">77.969999999999999</cx:pt>
          <cx:pt idx="92315">103.95999999999999</cx:pt>
          <cx:pt idx="92316">80.959999999999994</cx:pt>
          <cx:pt idx="92317">44.979999999999997</cx:pt>
          <cx:pt idx="92318">-22.449999999999999</cx:pt>
          <cx:pt idx="92319">97.709999999999994</cx:pt>
          <cx:pt idx="92320">109.97</cx:pt>
          <cx:pt idx="92321">99.980000000000004</cx:pt>
          <cx:pt idx="92322">109.97</cx:pt>
          <cx:pt idx="92323">99.980000000000004</cx:pt>
          <cx:pt idx="92324">-22.449999999999999</cx:pt>
          <cx:pt idx="92325">101.97</cx:pt>
          <cx:pt idx="92326">95.819999999999993</cx:pt>
          <cx:pt idx="92327">99.980000000000004</cx:pt>
          <cx:pt idx="92328">44.979999999999997</cx:pt>
          <cx:pt idx="92329">99.980000000000004</cx:pt>
          <cx:pt idx="92330">97.709999999999994</cx:pt>
          <cx:pt idx="92331">95.819999999999993</cx:pt>
          <cx:pt idx="92332">101.97</cx:pt>
          <cx:pt idx="92333">57.759999999999998</cx:pt>
          <cx:pt idx="92334">54.409999999999997</cx:pt>
          <cx:pt idx="92335">138.86000000000001</cx:pt>
          <cx:pt idx="92336">99.959999999999994</cx:pt>
          <cx:pt idx="92337">99.959999999999994</cx:pt>
          <cx:pt idx="92338">51.280000000000001</cx:pt>
          <cx:pt idx="92339">65.989999999999995</cx:pt>
          <cx:pt idx="92340">27.579999999999998</cx:pt>
          <cx:pt idx="92341">197.97</cx:pt>
          <cx:pt idx="92342">60.979999999999997</cx:pt>
          <cx:pt idx="92343">94.980000000000004</cx:pt>
          <cx:pt idx="92344">99.980000000000004</cx:pt>
          <cx:pt idx="92345">63.979999999999997</cx:pt>
          <cx:pt idx="92346">63.979999999999997</cx:pt>
          <cx:pt idx="92347">51.490000000000002</cx:pt>
          <cx:pt idx="92348">116.09</cx:pt>
          <cx:pt idx="92349">154.78</cx:pt>
          <cx:pt idx="92350">107.48</cx:pt>
          <cx:pt idx="92351">89.950000000000003</cx:pt>
          <cx:pt idx="92352">73.480000000000004</cx:pt>
          <cx:pt idx="92353">79.849999999999994</cx:pt>
          <cx:pt idx="92354">131.84</cx:pt>
          <cx:pt idx="92355">36.259999999999998</cx:pt>
          <cx:pt idx="92356">-79.849999999999994</cx:pt>
          <cx:pt idx="92357">176.62</cx:pt>
          <cx:pt idx="92358">67.739999999999995</cx:pt>
          <cx:pt idx="92359">125.45999999999999</cx:pt>
          <cx:pt idx="92360">247.91999999999999</cx:pt>
          <cx:pt idx="92361">116.95999999999999</cx:pt>
          <cx:pt idx="92362">119.97</cx:pt>
          <cx:pt idx="92363">84.989999999999995</cx:pt>
          <cx:pt idx="92364">85.969999999999999</cx:pt>
          <cx:pt idx="92365">36.490000000000002</cx:pt>
          <cx:pt idx="92366">58.969999999999999</cx:pt>
          <cx:pt idx="92367">51.960000000000001</cx:pt>
          <cx:pt idx="92368">36.490000000000002</cx:pt>
          <cx:pt idx="92369">94.959999999999994</cx:pt>
          <cx:pt idx="92370">19.989999999999998</cx:pt>
          <cx:pt idx="92371">64.959999999999994</cx:pt>
          <cx:pt idx="92372">-26.25</cx:pt>
          <cx:pt idx="92373">26.25</cx:pt>
          <cx:pt idx="92374">26.25</cx:pt>
          <cx:pt idx="92375">59.979999999999997</cx:pt>
          <cx:pt idx="92376">59.979999999999997</cx:pt>
          <cx:pt idx="92377">59.979999999999997</cx:pt>
          <cx:pt idx="92378">59.979999999999997</cx:pt>
          <cx:pt idx="92379">57.979999999999997</cx:pt>
          <cx:pt idx="92380">59.979999999999997</cx:pt>
          <cx:pt idx="92381">77.969999999999999</cx:pt>
          <cx:pt idx="92382">303.44</cx:pt>
          <cx:pt idx="92383">219.94999999999999</cx:pt>
          <cx:pt idx="92384">54.390000000000001</cx:pt>
          <cx:pt idx="92385">66.489999999999995</cx:pt>
          <cx:pt idx="92386">103.98</cx:pt>
          <cx:pt idx="92387">66.489999999999995</cx:pt>
          <cx:pt idx="92388">277.56</cx:pt>
          <cx:pt idx="92389">92.950000000000003</cx:pt>
          <cx:pt idx="92390">50.979999999999997</cx:pt>
          <cx:pt idx="92391">64.980000000000004</cx:pt>
          <cx:pt idx="92392">50.979999999999997</cx:pt>
          <cx:pt idx="92393">50.979999999999997</cx:pt>
          <cx:pt idx="92394">99.980000000000004</cx:pt>
          <cx:pt idx="92395">126.62</cx:pt>
          <cx:pt idx="92396">77.969999999999999</cx:pt>
          <cx:pt idx="92397">211.96000000000001</cx:pt>
          <cx:pt idx="92398">172.34</cx:pt>
          <cx:pt idx="92399">42.229999999999997</cx:pt>
          <cx:pt idx="92400">42.229999999999997</cx:pt>
          <cx:pt idx="92401">104.98</cx:pt>
          <cx:pt idx="92402">49.460000000000001</cx:pt>
          <cx:pt idx="92403">49.460000000000001</cx:pt>
          <cx:pt idx="92404">41.479999999999997</cx:pt>
          <cx:pt idx="92405">65.989999999999995</cx:pt>
          <cx:pt idx="92406">41.490000000000002</cx:pt>
          <cx:pt idx="92407">46.259999999999998</cx:pt>
          <cx:pt idx="92408">43.289999999999999</cx:pt>
          <cx:pt idx="92409">87.969999999999999</cx:pt>
          <cx:pt idx="92410">47.240000000000002</cx:pt>
          <cx:pt idx="92411">51.490000000000002</cx:pt>
          <cx:pt idx="92412">70.980000000000004</cx:pt>
          <cx:pt idx="92413">63.939999999999998</cx:pt>
          <cx:pt idx="92414">108.88</cx:pt>
          <cx:pt idx="92415">81.049999999999997</cx:pt>
          <cx:pt idx="92416">108.88</cx:pt>
          <cx:pt idx="92417">120.94</cx:pt>
          <cx:pt idx="92418">131.88999999999999</cx:pt>
          <cx:pt idx="92419">141.47999999999999</cx:pt>
          <cx:pt idx="92420">107.91</cx:pt>
          <cx:pt idx="92421">114.98</cx:pt>
          <cx:pt idx="92422">99.980000000000004</cx:pt>
          <cx:pt idx="92423">84.989999999999995</cx:pt>
          <cx:pt idx="92424">79.980000000000004</cx:pt>
          <cx:pt idx="92425">89.969999999999999</cx:pt>
          <cx:pt idx="92426">59.979999999999997</cx:pt>
          <cx:pt idx="92427">54.969999999999999</cx:pt>
          <cx:pt idx="92428">84.969999999999999</cx:pt>
          <cx:pt idx="92429">102.97</cx:pt>
          <cx:pt idx="92430">151.47</cx:pt>
          <cx:pt idx="92431">65.989999999999995</cx:pt>
          <cx:pt idx="92432">65.989999999999995</cx:pt>
          <cx:pt idx="92433">49.990000000000002</cx:pt>
          <cx:pt idx="92434">65.989999999999995</cx:pt>
          <cx:pt idx="92435">65.989999999999995</cx:pt>
          <cx:pt idx="92436">79.450000000000003</cx:pt>
          <cx:pt idx="92437">20.489999999999998</cx:pt>
          <cx:pt idx="92438">20.489999999999998</cx:pt>
          <cx:pt idx="92439">19.489999999999998</cx:pt>
          <cx:pt idx="92440">76.480000000000004</cx:pt>
          <cx:pt idx="92441">99.980000000000004</cx:pt>
          <cx:pt idx="92442">79.969999999999999</cx:pt>
          <cx:pt idx="92443">-80.980000000000004</cx:pt>
          <cx:pt idx="92444">80.980000000000004</cx:pt>
          <cx:pt idx="92445">64.980000000000004</cx:pt>
          <cx:pt idx="92446">205.94999999999999</cx:pt>
          <cx:pt idx="92447">205.94999999999999</cx:pt>
          <cx:pt idx="92448">44.289999999999999</cx:pt>
          <cx:pt idx="92449">44.289999999999999</cx:pt>
          <cx:pt idx="92450">72.549999999999997</cx:pt>
          <cx:pt idx="92451">71.939999999999998</cx:pt>
          <cx:pt idx="92452">71.939999999999998</cx:pt>
          <cx:pt idx="92453">69.989999999999995</cx:pt>
          <cx:pt idx="92454">74.950000000000003</cx:pt>
          <cx:pt idx="92455">74.950000000000003</cx:pt>
          <cx:pt idx="92456">69.989999999999995</cx:pt>
          <cx:pt idx="92457">61.130000000000003</cx:pt>
          <cx:pt idx="92458">59.960000000000001</cx:pt>
          <cx:pt idx="92459">66.849999999999994</cx:pt>
          <cx:pt idx="92460">73.480000000000004</cx:pt>
          <cx:pt idx="92461">64.950000000000003</cx:pt>
          <cx:pt idx="92462">177.91</cx:pt>
          <cx:pt idx="92463">137.91999999999999</cx:pt>
          <cx:pt idx="92464">66.5</cx:pt>
          <cx:pt idx="92465">76.189999999999998</cx:pt>
          <cx:pt idx="92466">100.38</cx:pt>
          <cx:pt idx="92467">120.98</cx:pt>
          <cx:pt idx="92468">200.81999999999999</cx:pt>
          <cx:pt idx="92469">200.81999999999999</cx:pt>
          <cx:pt idx="92470">97.969999999999999</cx:pt>
          <cx:pt idx="92471">16.489999999999998</cx:pt>
          <cx:pt idx="92472">89.980000000000004</cx:pt>
          <cx:pt idx="92473">54.979999999999997</cx:pt>
          <cx:pt idx="92474">110.98</cx:pt>
          <cx:pt idx="92475">119.26000000000001</cx:pt>
          <cx:pt idx="92476">36.490000000000002</cx:pt>
          <cx:pt idx="92477">22.98</cx:pt>
          <cx:pt idx="92478">-35.799999999999997</cx:pt>
          <cx:pt idx="92479">35.799999999999997</cx:pt>
          <cx:pt idx="92480">15.49</cx:pt>
          <cx:pt idx="92481">14.49</cx:pt>
          <cx:pt idx="92482">20.489999999999998</cx:pt>
          <cx:pt idx="92483">16.280000000000001</cx:pt>
          <cx:pt idx="92484">20.489999999999998</cx:pt>
          <cx:pt idx="92485">36.490000000000002</cx:pt>
          <cx:pt idx="92486">94.969999999999999</cx:pt>
          <cx:pt idx="92487">89.980000000000004</cx:pt>
          <cx:pt idx="92488">109.98</cx:pt>
          <cx:pt idx="92489">110.48</cx:pt>
          <cx:pt idx="92490">76.969999999999999</cx:pt>
          <cx:pt idx="92491">111.95999999999999</cx:pt>
          <cx:pt idx="92492">104.95999999999999</cx:pt>
          <cx:pt idx="92493">269.92000000000002</cx:pt>
          <cx:pt idx="92494">94.950000000000003</cx:pt>
          <cx:pt idx="92495">41.490000000000002</cx:pt>
          <cx:pt idx="92496">84.980000000000004</cx:pt>
          <cx:pt idx="92497">27.579999999999998</cx:pt>
          <cx:pt idx="92498">20.489999999999998</cx:pt>
          <cx:pt idx="92499">83.980000000000004</cx:pt>
          <cx:pt idx="92500">20.489999999999998</cx:pt>
          <cx:pt idx="92501">65.989999999999995</cx:pt>
          <cx:pt idx="92502">75.969999999999999</cx:pt>
          <cx:pt idx="92503">51.979999999999997</cx:pt>
          <cx:pt idx="92504">54.32</cx:pt>
          <cx:pt idx="92505">68.989999999999995</cx:pt>
          <cx:pt idx="92506">66.450000000000003</cx:pt>
          <cx:pt idx="92507">60.979999999999997</cx:pt>
          <cx:pt idx="92508">93.959999999999994</cx:pt>
          <cx:pt idx="92509">102.78</cx:pt>
          <cx:pt idx="92510">94.310000000000002</cx:pt>
          <cx:pt idx="92511">119.97</cx:pt>
          <cx:pt idx="92512">58.979999999999997</cx:pt>
          <cx:pt idx="92513">63.119999999999997</cx:pt>
          <cx:pt idx="92514">79.980000000000004</cx:pt>
          <cx:pt idx="92515">109.98</cx:pt>
          <cx:pt idx="92516">115.98</cx:pt>
          <cx:pt idx="92517">137.97999999999999</cx:pt>
          <cx:pt idx="92518">69.989999999999995</cx:pt>
          <cx:pt idx="92519">74.969999999999999</cx:pt>
          <cx:pt idx="92520">143.94999999999999</cx:pt>
          <cx:pt idx="92521">74.969999999999999</cx:pt>
          <cx:pt idx="92522">83.969999999999999</cx:pt>
          <cx:pt idx="92523">360.73000000000002</cx:pt>
          <cx:pt idx="92524">102.98</cx:pt>
          <cx:pt idx="92525">77.459999999999994</cx:pt>
          <cx:pt idx="92526">63.979999999999997</cx:pt>
          <cx:pt idx="92527">79.989999999999995</cx:pt>
          <cx:pt idx="92528">51.289999999999999</cx:pt>
          <cx:pt idx="92529">77.939999999999998</cx:pt>
          <cx:pt idx="92530">127.93000000000001</cx:pt>
          <cx:pt idx="92531">77.939999999999998</cx:pt>
          <cx:pt idx="92532">51.960000000000001</cx:pt>
          <cx:pt idx="92533">51.960000000000001</cx:pt>
          <cx:pt idx="92534">40.479999999999997</cx:pt>
          <cx:pt idx="92535">66.959999999999994</cx:pt>
          <cx:pt idx="92536">63.969999999999999</cx:pt>
          <cx:pt idx="92537">53.979999999999997</cx:pt>
          <cx:pt idx="92538">52.969999999999999</cx:pt>
          <cx:pt idx="92539">91.950000000000003</cx:pt>
          <cx:pt idx="92540">203.94</cx:pt>
          <cx:pt idx="92541">179.94</cx:pt>
          <cx:pt idx="92542">53.710000000000001</cx:pt>
          <cx:pt idx="92543">55.960000000000001</cx:pt>
          <cx:pt idx="92544">55.960000000000001</cx:pt>
          <cx:pt idx="92545">84.269999999999996</cx:pt>
          <cx:pt idx="92546">164.94</cx:pt>
          <cx:pt idx="92547">119.97</cx:pt>
          <cx:pt idx="92548">94.980000000000004</cx:pt>
          <cx:pt idx="92549">61.479999999999997</cx:pt>
          <cx:pt idx="92550">59.979999999999997</cx:pt>
          <cx:pt idx="92551">63.280000000000001</cx:pt>
          <cx:pt idx="92552">61.479999999999997</cx:pt>
          <cx:pt idx="92553">119.98</cx:pt>
          <cx:pt idx="92554">111.95999999999999</cx:pt>
          <cx:pt idx="92555">139.94999999999999</cx:pt>
          <cx:pt idx="92556">125.97</cx:pt>
          <cx:pt idx="92557">53.969999999999999</cx:pt>
          <cx:pt idx="92558">52.840000000000003</cx:pt>
          <cx:pt idx="92559">53.969999999999999</cx:pt>
          <cx:pt idx="92560">138.56999999999999</cx:pt>
          <cx:pt idx="92561">100.98</cx:pt>
          <cx:pt idx="92562">64.989999999999995</cx:pt>
          <cx:pt idx="92563">81.980000000000004</cx:pt>
          <cx:pt idx="92564">47.149999999999999</cx:pt>
          <cx:pt idx="92565">61.670000000000002</cx:pt>
          <cx:pt idx="92566">77.400000000000006</cx:pt>
          <cx:pt idx="92567">66.510000000000005</cx:pt>
          <cx:pt idx="92568">135.87</cx:pt>
          <cx:pt idx="92569">51.960000000000001</cx:pt>
          <cx:pt idx="92570">98.560000000000002</cx:pt>
          <cx:pt idx="92571">89.969999999999999</cx:pt>
          <cx:pt idx="92572">102.8</cx:pt>
          <cx:pt idx="92573">99.980000000000004</cx:pt>
          <cx:pt idx="92574">76.489999999999995</cx:pt>
          <cx:pt idx="92575">59.990000000000002</cx:pt>
          <cx:pt idx="92576">134.96000000000001</cx:pt>
          <cx:pt idx="92577">49.479999999999997</cx:pt>
          <cx:pt idx="92578">59.979999999999997</cx:pt>
          <cx:pt idx="92579">74.969999999999999</cx:pt>
          <cx:pt idx="92580">59.960000000000001</cx:pt>
          <cx:pt idx="92581">31.48</cx:pt>
          <cx:pt idx="92582">138.47999999999999</cx:pt>
          <cx:pt idx="92583">31.48</cx:pt>
          <cx:pt idx="92584">54.990000000000002</cx:pt>
          <cx:pt idx="92585">73.980000000000004</cx:pt>
          <cx:pt idx="92586">73.980000000000004</cx:pt>
          <cx:pt idx="92587">59.979999999999997</cx:pt>
          <cx:pt idx="92588">59.979999999999997</cx:pt>
          <cx:pt idx="92589">59.979999999999997</cx:pt>
          <cx:pt idx="92590">65.980000000000004</cx:pt>
          <cx:pt idx="92591">65.980000000000004</cx:pt>
          <cx:pt idx="92592">65.980000000000004</cx:pt>
          <cx:pt idx="92593">13.390000000000001</cx:pt>
          <cx:pt idx="92594">53.990000000000002</cx:pt>
          <cx:pt idx="92595">73.980000000000004</cx:pt>
          <cx:pt idx="92596">16.239999999999998</cx:pt>
          <cx:pt idx="92597">74.980000000000004</cx:pt>
          <cx:pt idx="92598">15.49</cx:pt>
          <cx:pt idx="92599">59.990000000000002</cx:pt>
          <cx:pt idx="92600">239.84999999999999</cx:pt>
          <cx:pt idx="92601">170.96000000000001</cx:pt>
          <cx:pt idx="92602">89.980000000000004</cx:pt>
          <cx:pt idx="92603">91.480000000000004</cx:pt>
          <cx:pt idx="92604">79.980000000000004</cx:pt>
          <cx:pt idx="92605">104.97</cx:pt>
          <cx:pt idx="92606">64.989999999999995</cx:pt>
          <cx:pt idx="92607">89.980000000000004</cx:pt>
          <cx:pt idx="92608">99.980000000000004</cx:pt>
          <cx:pt idx="92609">119.97</cx:pt>
          <cx:pt idx="92610">25.280000000000001</cx:pt>
          <cx:pt idx="92611">39.990000000000002</cx:pt>
          <cx:pt idx="92612">-23.289999999999999</cx:pt>
          <cx:pt idx="92613">169.97999999999999</cx:pt>
          <cx:pt idx="92614">89.980000000000004</cx:pt>
          <cx:pt idx="92615">23.289999999999999</cx:pt>
          <cx:pt idx="92616">64.469999999999999</cx:pt>
          <cx:pt idx="92617">79.459999999999994</cx:pt>
          <cx:pt idx="92618">53.969999999999999</cx:pt>
          <cx:pt idx="92619">30.780000000000001</cx:pt>
          <cx:pt idx="92620">71.959999999999994</cx:pt>
          <cx:pt idx="92621">71.959999999999994</cx:pt>
          <cx:pt idx="92622">72.239999999999995</cx:pt>
          <cx:pt idx="92623">52.619999999999997</cx:pt>
          <cx:pt idx="92624">89.980000000000004</cx:pt>
          <cx:pt idx="92625">70.980000000000004</cx:pt>
          <cx:pt idx="92626">65.980000000000004</cx:pt>
          <cx:pt idx="92627">-22.600000000000001</cx:pt>
          <cx:pt idx="92628">90.730000000000004</cx:pt>
          <cx:pt idx="92629">106.43000000000001</cx:pt>
          <cx:pt idx="92630">73.760000000000005</cx:pt>
          <cx:pt idx="92631">61.670000000000002</cx:pt>
          <cx:pt idx="92632">71.349999999999994</cx:pt>
          <cx:pt idx="92633">259.13</cx:pt>
          <cx:pt idx="92634">154.22999999999999</cx:pt>
          <cx:pt idx="92635">101.37</cx:pt>
          <cx:pt idx="92636">113.37</cx:pt>
          <cx:pt idx="92637">70.469999999999999</cx:pt>
          <cx:pt idx="92638">84.989999999999995</cx:pt>
          <cx:pt idx="92639">100.97</cx:pt>
          <cx:pt idx="92640">135.94</cx:pt>
          <cx:pt idx="92641">94.980000000000004</cx:pt>
          <cx:pt idx="92642">69.950000000000003</cx:pt>
          <cx:pt idx="92643">108.98</cx:pt>
          <cx:pt idx="92644">72.879999999999995</cx:pt>
          <cx:pt idx="92645">307.89999999999998</cx:pt>
          <cx:pt idx="92646">31.48</cx:pt>
          <cx:pt idx="92647">59.960000000000001</cx:pt>
          <cx:pt idx="92648">54.990000000000002</cx:pt>
          <cx:pt idx="92649">59.960000000000001</cx:pt>
          <cx:pt idx="92650">54.960000000000001</cx:pt>
          <cx:pt idx="92651">412.48000000000002</cx:pt>
          <cx:pt idx="92652">41.490000000000002</cx:pt>
          <cx:pt idx="92653">57.979999999999997</cx:pt>
          <cx:pt idx="92654">116.37</cx:pt>
          <cx:pt idx="92655">59.979999999999997</cx:pt>
          <cx:pt idx="92656">57.979999999999997</cx:pt>
          <cx:pt idx="92657">103.36</cx:pt>
          <cx:pt idx="92658">95.980000000000004</cx:pt>
          <cx:pt idx="92659">27.48</cx:pt>
          <cx:pt idx="92660">138.93000000000001</cx:pt>
          <cx:pt idx="92661">112.47</cx:pt>
          <cx:pt idx="92662">109.98</cx:pt>
          <cx:pt idx="92663">150.96000000000001</cx:pt>
          <cx:pt idx="92664">183.91999999999999</cx:pt>
          <cx:pt idx="92665">59.950000000000003</cx:pt>
          <cx:pt idx="92666">135.94999999999999</cx:pt>
          <cx:pt idx="92667">50.369999999999997</cx:pt>
          <cx:pt idx="92668">51.950000000000003</cx:pt>
          <cx:pt idx="92669">54.93</cx:pt>
          <cx:pt idx="92670">56.68</cx:pt>
          <cx:pt idx="92671">54.990000000000002</cx:pt>
          <cx:pt idx="92672">85.969999999999999</cx:pt>
          <cx:pt idx="92673">65.540000000000006</cx:pt>
          <cx:pt idx="92674">54.990000000000002</cx:pt>
          <cx:pt idx="92675">31.48</cx:pt>
          <cx:pt idx="92676">65.989999999999995</cx:pt>
          <cx:pt idx="92677">53.950000000000003</cx:pt>
          <cx:pt idx="92678">51.979999999999997</cx:pt>
          <cx:pt idx="92679">98.969999999999999</cx:pt>
          <cx:pt idx="92680">53.979999999999997</cx:pt>
          <cx:pt idx="92681">59.979999999999997</cx:pt>
          <cx:pt idx="92682">53.979999999999997</cx:pt>
          <cx:pt idx="92683">134.97999999999999</cx:pt>
          <cx:pt idx="92684">173.96000000000001</cx:pt>
          <cx:pt idx="92685">63.979999999999997</cx:pt>
          <cx:pt idx="92686">69.340000000000003</cx:pt>
          <cx:pt idx="92687">63.439999999999998</cx:pt>
          <cx:pt idx="92688">40.780000000000001</cx:pt>
          <cx:pt idx="92689">79.959999999999994</cx:pt>
          <cx:pt idx="92690">58.770000000000003</cx:pt>
          <cx:pt idx="92691">103.95999999999999</cx:pt>
          <cx:pt idx="92692">103.95999999999999</cx:pt>
          <cx:pt idx="92693">95.959999999999994</cx:pt>
          <cx:pt idx="92694">103.95999999999999</cx:pt>
          <cx:pt idx="92695">145.13</cx:pt>
          <cx:pt idx="92696">145.13</cx:pt>
          <cx:pt idx="92697">246.96000000000001</cx:pt>
          <cx:pt idx="92698">81.739999999999995</cx:pt>
          <cx:pt idx="92699">54.979999999999997</cx:pt>
          <cx:pt idx="92700">70.170000000000002</cx:pt>
          <cx:pt idx="92701">96.959999999999994</cx:pt>
          <cx:pt idx="92702">74.969999999999999</cx:pt>
          <cx:pt idx="92703">83.969999999999999</cx:pt>
          <cx:pt idx="92704">48.57</cx:pt>
          <cx:pt idx="92705">91.780000000000001</cx:pt>
          <cx:pt idx="92706">134.97999999999999</cx:pt>
          <cx:pt idx="92707">224.59999999999999</cx:pt>
          <cx:pt idx="92708">67.579999999999998</cx:pt>
          <cx:pt idx="92709">110.98</cx:pt>
          <cx:pt idx="92710">84.989999999999995</cx:pt>
          <cx:pt idx="92711">84.989999999999995</cx:pt>
          <cx:pt idx="92712">85.969999999999999</cx:pt>
          <cx:pt idx="92713">35.979999999999997</cx:pt>
          <cx:pt idx="92714">84.989999999999995</cx:pt>
          <cx:pt idx="92715">95.980000000000004</cx:pt>
          <cx:pt idx="92716">105.95</cx:pt>
          <cx:pt idx="92717">199.94999999999999</cx:pt>
          <cx:pt idx="92718">171.88</cx:pt>
          <cx:pt idx="92719">62.979999999999997</cx:pt>
          <cx:pt idx="92720">57.939999999999998</cx:pt>
          <cx:pt idx="92721">79.989999999999995</cx:pt>
          <cx:pt idx="92722">90.980000000000004</cx:pt>
          <cx:pt idx="92723">79.989999999999995</cx:pt>
          <cx:pt idx="92724">54.979999999999997</cx:pt>
          <cx:pt idx="92725">166.97</cx:pt>
          <cx:pt idx="92726">119.97</cx:pt>
          <cx:pt idx="92727">95.540000000000006</cx:pt>
          <cx:pt idx="92728">83.439999999999998</cx:pt>
          <cx:pt idx="92729">67.719999999999999</cx:pt>
          <cx:pt idx="92730">95.540000000000006</cx:pt>
          <cx:pt idx="92731">102.83</cx:pt>
          <cx:pt idx="92732">-25.359999999999999</cx:pt>
          <cx:pt idx="92733">71.959999999999994</cx:pt>
          <cx:pt idx="92734">53.969999999999999</cx:pt>
          <cx:pt idx="92735">71.959999999999994</cx:pt>
          <cx:pt idx="92736">71.959999999999994</cx:pt>
          <cx:pt idx="92737">53.969999999999999</cx:pt>
          <cx:pt idx="92738">53.969999999999999</cx:pt>
          <cx:pt idx="92739">65.989999999999995</cx:pt>
          <cx:pt idx="92740">58.979999999999997</cx:pt>
          <cx:pt idx="92741">77.969999999999999</cx:pt>
          <cx:pt idx="92742">57.979999999999997</cx:pt>
          <cx:pt idx="92743">58.979999999999997</cx:pt>
          <cx:pt idx="92744">50.979999999999997</cx:pt>
          <cx:pt idx="92745">59.390000000000001</cx:pt>
          <cx:pt idx="92746">80.969999999999999</cx:pt>
          <cx:pt idx="92747">101.97</cx:pt>
          <cx:pt idx="92748">74.950000000000003</cx:pt>
          <cx:pt idx="92749">110.95999999999999</cx:pt>
          <cx:pt idx="92750">184.96000000000001</cx:pt>
          <cx:pt idx="92751">37.490000000000002</cx:pt>
          <cx:pt idx="92752">44.140000000000001</cx:pt>
          <cx:pt idx="92753">44.140000000000001</cx:pt>
          <cx:pt idx="92754">44.140000000000001</cx:pt>
          <cx:pt idx="92755">32.039999999999999</cx:pt>
          <cx:pt idx="92756">37.490000000000002</cx:pt>
          <cx:pt idx="92757">32.039999999999999</cx:pt>
          <cx:pt idx="92758">137.96000000000001</cx:pt>
          <cx:pt idx="92759">68.769999999999996</cx:pt>
          <cx:pt idx="92760">72.75</cx:pt>
          <cx:pt idx="92761">91.049999999999997</cx:pt>
          <cx:pt idx="92762">101.97</cx:pt>
          <cx:pt idx="92763">84.989999999999995</cx:pt>
          <cx:pt idx="92764">59.979999999999997</cx:pt>
          <cx:pt idx="92765">84.989999999999995</cx:pt>
          <cx:pt idx="92766">84.989999999999995</cx:pt>
          <cx:pt idx="92767">61.979999999999997</cx:pt>
          <cx:pt idx="92768">161.96000000000001</cx:pt>
          <cx:pt idx="92769">91.760000000000005</cx:pt>
          <cx:pt idx="92770">69.989999999999995</cx:pt>
          <cx:pt idx="92771">63.979999999999997</cx:pt>
          <cx:pt idx="92772">89.980000000000004</cx:pt>
          <cx:pt idx="92773">89.980000000000004</cx:pt>
          <cx:pt idx="92774">89.980000000000004</cx:pt>
          <cx:pt idx="92775">34.289999999999999</cx:pt>
          <cx:pt idx="92776">79.980000000000004</cx:pt>
          <cx:pt idx="92777">55.329999999999998</cx:pt>
          <cx:pt idx="92778">82.969999999999999</cx:pt>
          <cx:pt idx="92779">101.15000000000001</cx:pt>
          <cx:pt idx="92780">85.969999999999999</cx:pt>
          <cx:pt idx="92781">102.79000000000001</cx:pt>
          <cx:pt idx="92782">90.709999999999994</cx:pt>
          <cx:pt idx="92783">48.350000000000001</cx:pt>
          <cx:pt idx="92784">157.25</cx:pt>
          <cx:pt idx="92785">84.989999999999995</cx:pt>
          <cx:pt idx="92786">79.980000000000004</cx:pt>
          <cx:pt idx="92787">80.079999999999998</cx:pt>
          <cx:pt idx="92788">76.489999999999995</cx:pt>
          <cx:pt idx="92789">54.979999999999997</cx:pt>
          <cx:pt idx="92790">182.94</cx:pt>
          <cx:pt idx="92791">127.45999999999999</cx:pt>
          <cx:pt idx="92792">59.979999999999997</cx:pt>
          <cx:pt idx="92793">59.979999999999997</cx:pt>
          <cx:pt idx="92794">59.979999999999997</cx:pt>
          <cx:pt idx="92795">74.969999999999999</cx:pt>
          <cx:pt idx="92796">59.979999999999997</cx:pt>
          <cx:pt idx="92797">84.989999999999995</cx:pt>
          <cx:pt idx="92798">99.980000000000004</cx:pt>
          <cx:pt idx="92799">84.989999999999995</cx:pt>
          <cx:pt idx="92800">99.980000000000004</cx:pt>
          <cx:pt idx="92801">99.959999999999994</cx:pt>
          <cx:pt idx="92802">89.980000000000004</cx:pt>
          <cx:pt idx="92803">179.96000000000001</cx:pt>
          <cx:pt idx="92804">59.990000000000002</cx:pt>
          <cx:pt idx="92805">59.990000000000002</cx:pt>
          <cx:pt idx="92806">68.069999999999993</cx:pt>
          <cx:pt idx="92807">59.950000000000003</cx:pt>
          <cx:pt idx="92808">59.950000000000003</cx:pt>
          <cx:pt idx="92809">59.950000000000003</cx:pt>
          <cx:pt idx="92810">61.450000000000003</cx:pt>
          <cx:pt idx="92811">59.950000000000003</cx:pt>
          <cx:pt idx="92812">142.59999999999999</cx:pt>
          <cx:pt idx="92813">62.289999999999999</cx:pt>
          <cx:pt idx="92814">31.809999999999999</cx:pt>
          <cx:pt idx="92815">18.260000000000002</cx:pt>
          <cx:pt idx="92816">105.98</cx:pt>
          <cx:pt idx="92817">78.519999999999996</cx:pt>
          <cx:pt idx="92818">118.95</cx:pt>
          <cx:pt idx="92819">31.469999999999999</cx:pt>
          <cx:pt idx="92820">31.48</cx:pt>
          <cx:pt idx="92821">31.469999999999999</cx:pt>
          <cx:pt idx="92822">31.48</cx:pt>
          <cx:pt idx="92823">31.48</cx:pt>
          <cx:pt idx="92824">31.48</cx:pt>
          <cx:pt idx="92825">66.489999999999995</cx:pt>
          <cx:pt idx="92826">26.460000000000001</cx:pt>
          <cx:pt idx="92827">54.390000000000001</cx:pt>
          <cx:pt idx="92828">203.59999999999999</cx:pt>
          <cx:pt idx="92829">203.59999999999999</cx:pt>
          <cx:pt idx="92830">113.97</cx:pt>
          <cx:pt idx="92831">113.97</cx:pt>
          <cx:pt idx="92832">85.969999999999999</cx:pt>
          <cx:pt idx="92833">174.94999999999999</cx:pt>
          <cx:pt idx="92834">174.94999999999999</cx:pt>
          <cx:pt idx="92835">11.289999999999999</cx:pt>
          <cx:pt idx="92836">11.289999999999999</cx:pt>
          <cx:pt idx="92837">56.979999999999997</cx:pt>
          <cx:pt idx="92838">56.979999999999997</cx:pt>
          <cx:pt idx="92839">85.969999999999999</cx:pt>
          <cx:pt idx="92840">54.979999999999997</cx:pt>
          <cx:pt idx="92841">158.97</cx:pt>
          <cx:pt idx="92842">51.090000000000003</cx:pt>
          <cx:pt idx="92843">50.32</cx:pt>
          <cx:pt idx="92844">31.079999999999998</cx:pt>
          <cx:pt idx="92845">16.09</cx:pt>
          <cx:pt idx="92846">63.960000000000001</cx:pt>
          <cx:pt idx="92847">63.960000000000001</cx:pt>
          <cx:pt idx="92848">63.960000000000001</cx:pt>
          <cx:pt idx="92849">42.469999999999999</cx:pt>
          <cx:pt idx="92850">24.469999999999999</cx:pt>
          <cx:pt idx="92851">42.469999999999999</cx:pt>
          <cx:pt idx="92852">42.469999999999999</cx:pt>
          <cx:pt idx="92853">42.469999999999999</cx:pt>
          <cx:pt idx="92854">24.469999999999999</cx:pt>
          <cx:pt idx="92855">59.979999999999997</cx:pt>
          <cx:pt idx="92856">73.980000000000004</cx:pt>
          <cx:pt idx="92857">73.980000000000004</cx:pt>
          <cx:pt idx="92858">73.980000000000004</cx:pt>
          <cx:pt idx="92859">73.980000000000004</cx:pt>
          <cx:pt idx="92860">73.980000000000004</cx:pt>
          <cx:pt idx="92861">53.899999999999999</cx:pt>
          <cx:pt idx="92862">50.960000000000001</cx:pt>
          <cx:pt idx="92863">55.969999999999999</cx:pt>
          <cx:pt idx="92864">84.989999999999995</cx:pt>
          <cx:pt idx="92865">88.980000000000004</cx:pt>
          <cx:pt idx="92866">88.980000000000004</cx:pt>
          <cx:pt idx="92867">104.98</cx:pt>
          <cx:pt idx="92868">170.91999999999999</cx:pt>
          <cx:pt idx="92869">67.469999999999999</cx:pt>
          <cx:pt idx="92870">37.280000000000001</cx:pt>
          <cx:pt idx="92871">59.990000000000002</cx:pt>
          <cx:pt idx="92872">59.990000000000002</cx:pt>
          <cx:pt idx="92873">50.990000000000002</cx:pt>
          <cx:pt idx="92874">53.990000000000002</cx:pt>
          <cx:pt idx="92875">58.789999999999999</cx:pt>
          <cx:pt idx="92876">95.939999999999998</cx:pt>
          <cx:pt idx="92877">92.950000000000003</cx:pt>
          <cx:pt idx="92878">209.94</cx:pt>
          <cx:pt idx="92879">77.859999999999999</cx:pt>
          <cx:pt idx="92880">59.840000000000003</cx:pt>
          <cx:pt idx="92881">11.49</cx:pt>
          <cx:pt idx="92882">20.289999999999999</cx:pt>
          <cx:pt idx="92883">255.22999999999999</cx:pt>
          <cx:pt idx="92884">178.93000000000001</cx:pt>
          <cx:pt idx="92885">119.95999999999999</cx:pt>
          <cx:pt idx="92886">74.969999999999999</cx:pt>
          <cx:pt idx="92887">102.95</cx:pt>
          <cx:pt idx="92888">90.980000000000004</cx:pt>
          <cx:pt idx="92889">89.939999999999998</cx:pt>
          <cx:pt idx="92890">74.989999999999995</cx:pt>
          <cx:pt idx="92891">171.41</cx:pt>
          <cx:pt idx="92892">67.870000000000005</cx:pt>
          <cx:pt idx="92893">79.849999999999994</cx:pt>
          <cx:pt idx="92894">79.849999999999994</cx:pt>
          <cx:pt idx="92895">67.870000000000005</cx:pt>
          <cx:pt idx="92896">79.849999999999994</cx:pt>
          <cx:pt idx="92897">79.849999999999994</cx:pt>
          <cx:pt idx="92898">67.709999999999994</cx:pt>
          <cx:pt idx="92899">67.709999999999994</cx:pt>
          <cx:pt idx="92900">79.019999999999996</cx:pt>
          <cx:pt idx="92901">111.56</cx:pt>
          <cx:pt idx="92902">51.729999999999997</cx:pt>
          <cx:pt idx="92903">59.899999999999999</cx:pt>
          <cx:pt idx="92904">67.980000000000004</cx:pt>
          <cx:pt idx="92905">69.980000000000004</cx:pt>
          <cx:pt idx="92906">123.95999999999999</cx:pt>
          <cx:pt idx="92907">122.56</cx:pt>
          <cx:pt idx="92908">66.579999999999998</cx:pt>
          <cx:pt idx="92909">76.879999999999995</cx:pt>
          <cx:pt idx="92910">107.94</cx:pt>
          <cx:pt idx="92911">62.490000000000002</cx:pt>
          <cx:pt idx="92912">49.369999999999997</cx:pt>
          <cx:pt idx="92913">95.900000000000006</cx:pt>
          <cx:pt idx="92914">52.18</cx:pt>
          <cx:pt idx="92915">106.95</cx:pt>
          <cx:pt idx="92916">91.980000000000004</cx:pt>
          <cx:pt idx="92917">76.489999999999995</cx:pt>
          <cx:pt idx="92918">91.439999999999998</cx:pt>
          <cx:pt idx="92919">125.76000000000001</cx:pt>
          <cx:pt idx="92920">75.590000000000003</cx:pt>
          <cx:pt idx="92921">56.969999999999999</cx:pt>
          <cx:pt idx="92922">185.96000000000001</cx:pt>
          <cx:pt idx="92923">72.969999999999999</cx:pt>
          <cx:pt idx="92924">56.969999999999999</cx:pt>
          <cx:pt idx="92925">69.980000000000004</cx:pt>
          <cx:pt idx="92926">109.95999999999999</cx:pt>
          <cx:pt idx="92927">31.280000000000001</cx:pt>
          <cx:pt idx="92928">52.979999999999997</cx:pt>
          <cx:pt idx="92929">31.280000000000001</cx:pt>
          <cx:pt idx="92930">31.280000000000001</cx:pt>
          <cx:pt idx="92931">31.280000000000001</cx:pt>
          <cx:pt idx="92932">16.940000000000001</cx:pt>
          <cx:pt idx="92933">16.289999999999999</cx:pt>
          <cx:pt idx="92934">31.280000000000001</cx:pt>
          <cx:pt idx="92935">16.289999999999999</cx:pt>
          <cx:pt idx="92936">52.979999999999997</cx:pt>
          <cx:pt idx="92937">71.859999999999999</cx:pt>
          <cx:pt idx="92938">97.989999999999995</cx:pt>
          <cx:pt idx="92939">79.849999999999994</cx:pt>
          <cx:pt idx="92940">19.989999999999998</cx:pt>
          <cx:pt idx="92941">79.849999999999994</cx:pt>
          <cx:pt idx="92942">55.649999999999999</cx:pt>
          <cx:pt idx="92943">71.489999999999995</cx:pt>
          <cx:pt idx="92944">84.989999999999995</cx:pt>
          <cx:pt idx="92945">59.979999999999997</cx:pt>
          <cx:pt idx="92946">165.56</cx:pt>
          <cx:pt idx="92947">233.94999999999999</cx:pt>
          <cx:pt idx="92948">65.969999999999999</cx:pt>
          <cx:pt idx="92949">98.969999999999999</cx:pt>
          <cx:pt idx="92950">78.969999999999999</cx:pt>
          <cx:pt idx="92951">50.969999999999999</cx:pt>
          <cx:pt idx="92952">98.969999999999999</cx:pt>
          <cx:pt idx="92953">78.969999999999999</cx:pt>
          <cx:pt idx="92954">65.969999999999999</cx:pt>
          <cx:pt idx="92955">65.969999999999999</cx:pt>
          <cx:pt idx="92956">78.969999999999999</cx:pt>
          <cx:pt idx="92957">50.969999999999999</cx:pt>
          <cx:pt idx="92958">47.479999999999997</cx:pt>
          <cx:pt idx="92959">78.969999999999999</cx:pt>
          <cx:pt idx="92960">47.479999999999997</cx:pt>
          <cx:pt idx="92961">65.969999999999999</cx:pt>
          <cx:pt idx="92962">68.930000000000007</cx:pt>
          <cx:pt idx="92963">335.10000000000002</cx:pt>
          <cx:pt idx="92964">59.979999999999997</cx:pt>
          <cx:pt idx="92965">53.979999999999997</cx:pt>
          <cx:pt idx="92966">119.95999999999999</cx:pt>
          <cx:pt idx="92967">74.969999999999999</cx:pt>
          <cx:pt idx="92968">24.48</cx:pt>
          <cx:pt idx="92969">64.959999999999994</cx:pt>
          <cx:pt idx="92970">18.489999999999998</cx:pt>
          <cx:pt idx="92971">19.239999999999998</cx:pt>
          <cx:pt idx="92972">46.969999999999999</cx:pt>
          <cx:pt idx="92973">18.489999999999998</cx:pt>
          <cx:pt idx="92974">18.489999999999998</cx:pt>
          <cx:pt idx="92975">53.979999999999997</cx:pt>
          <cx:pt idx="92976">18.489999999999998</cx:pt>
          <cx:pt idx="92977">18.489999999999998</cx:pt>
          <cx:pt idx="92978">84.989999999999995</cx:pt>
          <cx:pt idx="92979">102.98</cx:pt>
          <cx:pt idx="92980">92.680000000000007</cx:pt>
          <cx:pt idx="92981">84.989999999999995</cx:pt>
          <cx:pt idx="92982">22.949999999999999</cx:pt>
          <cx:pt idx="92983">65.319999999999993</cx:pt>
          <cx:pt idx="92984">79.849999999999994</cx:pt>
          <cx:pt idx="92985">111.16</cx:pt>
          <cx:pt idx="92986">120.84999999999999</cx:pt>
          <cx:pt idx="92987">91.799999999999997</cx:pt>
          <cx:pt idx="92988">65.989999999999995</cx:pt>
          <cx:pt idx="92989">65.989999999999995</cx:pt>
          <cx:pt idx="92990">84.980000000000004</cx:pt>
          <cx:pt idx="92991">84.989999999999995</cx:pt>
          <cx:pt idx="92992">84.329999999999998</cx:pt>
          <cx:pt idx="92993">84.989999999999995</cx:pt>
          <cx:pt idx="92994">63.979999999999997</cx:pt>
          <cx:pt idx="92995">84.989999999999995</cx:pt>
          <cx:pt idx="92996">63.979999999999997</cx:pt>
          <cx:pt idx="92997">84.980000000000004</cx:pt>
          <cx:pt idx="92998">84.989999999999995</cx:pt>
          <cx:pt idx="92999">84.329999999999998</cx:pt>
          <cx:pt idx="93000">82.969999999999999</cx:pt>
          <cx:pt idx="93001">51.270000000000003</cx:pt>
          <cx:pt idx="93002">53.979999999999997</cx:pt>
          <cx:pt idx="93003">109.76000000000001</cx:pt>
          <cx:pt idx="93004">51.270000000000003</cx:pt>
          <cx:pt idx="93005">63.880000000000003</cx:pt>
          <cx:pt idx="93006">53.979999999999997</cx:pt>
          <cx:pt idx="93007">56.969999999999999</cx:pt>
          <cx:pt idx="93008">63.880000000000003</cx:pt>
          <cx:pt idx="93009">56.969999999999999</cx:pt>
          <cx:pt idx="93010">109.76000000000001</cx:pt>
          <cx:pt idx="93011">69.980000000000004</cx:pt>
          <cx:pt idx="93012">66.459999999999994</cx:pt>
          <cx:pt idx="93013">149.97</cx:pt>
          <cx:pt idx="93014">169.97999999999999</cx:pt>
          <cx:pt idx="93015">14.49</cx:pt>
          <cx:pt idx="93016">47.490000000000002</cx:pt>
          <cx:pt idx="93017">115.98</cx:pt>
          <cx:pt idx="93018">77.390000000000001</cx:pt>
          <cx:pt idx="93019">169.38</cx:pt>
          <cx:pt idx="93020">103.98</cx:pt>
          <cx:pt idx="93021">60.990000000000002</cx:pt>
          <cx:pt idx="93022">120.94</cx:pt>
          <cx:pt idx="93023">60.990000000000002</cx:pt>
          <cx:pt idx="93024">60.990000000000002</cx:pt>
          <cx:pt idx="93025">60.990000000000002</cx:pt>
          <cx:pt idx="93026">229.44999999999999</cx:pt>
          <cx:pt idx="93027">129.94999999999999</cx:pt>
          <cx:pt idx="93028">155.94</cx:pt>
          <cx:pt idx="93029">77.969999999999999</cx:pt>
          <cx:pt idx="93030">20.890000000000001</cx:pt>
          <cx:pt idx="93031">70.959999999999994</cx:pt>
          <cx:pt idx="93032">59.969999999999999</cx:pt>
          <cx:pt idx="93033">84.989999999999995</cx:pt>
          <cx:pt idx="93034">62.090000000000003</cx:pt>
          <cx:pt idx="93035">62.090000000000003</cx:pt>
          <cx:pt idx="93036">46.490000000000002</cx:pt>
          <cx:pt idx="93037">84.989999999999995</cx:pt>
          <cx:pt idx="93038">46.490000000000002</cx:pt>
          <cx:pt idx="93039">64.989999999999995</cx:pt>
          <cx:pt idx="93040">64.989999999999995</cx:pt>
          <cx:pt idx="93041">77.989999999999995</cx:pt>
          <cx:pt idx="93042">77.989999999999995</cx:pt>
          <cx:pt idx="93043">54.979999999999997</cx:pt>
          <cx:pt idx="93044">56.969999999999999</cx:pt>
          <cx:pt idx="93045">123.64</cx:pt>
          <cx:pt idx="93046">91.939999999999998</cx:pt>
          <cx:pt idx="93047">79.849999999999994</cx:pt>
          <cx:pt idx="93048">68.569999999999993</cx:pt>
          <cx:pt idx="93049">105.84</cx:pt>
          <cx:pt idx="93050">47.149999999999999</cx:pt>
          <cx:pt idx="93051">47.149999999999999</cx:pt>
          <cx:pt idx="93052">47.149999999999999</cx:pt>
          <cx:pt idx="93053">36.280000000000001</cx:pt>
          <cx:pt idx="93054">65.980000000000004</cx:pt>
          <cx:pt idx="93055">51.109999999999999</cx:pt>
          <cx:pt idx="93056">59.960000000000001</cx:pt>
          <cx:pt idx="93057">69.989999999999995</cx:pt>
          <cx:pt idx="93058">71.680000000000007</cx:pt>
          <cx:pt idx="93059">83.939999999999998</cx:pt>
          <cx:pt idx="93060">83.939999999999998</cx:pt>
          <cx:pt idx="93061">145.44999999999999</cx:pt>
          <cx:pt idx="93062">49.469999999999999</cx:pt>
          <cx:pt idx="93063">46.469999999999999</cx:pt>
          <cx:pt idx="93064">125.14</cx:pt>
          <cx:pt idx="93065">69.989999999999995</cx:pt>
          <cx:pt idx="93066">112.94</cx:pt>
          <cx:pt idx="93067">86.980000000000004</cx:pt>
          <cx:pt idx="93068">81.980000000000004</cx:pt>
          <cx:pt idx="93069">76.980000000000004</cx:pt>
          <cx:pt idx="93070">50.979999999999997</cx:pt>
          <cx:pt idx="93071">65.989999999999995</cx:pt>
          <cx:pt idx="93072">91.870000000000005</cx:pt>
          <cx:pt idx="93073">83.959999999999994</cx:pt>
          <cx:pt idx="93074">48.369999999999997</cx:pt>
          <cx:pt idx="93075">93.129999999999995</cx:pt>
          <cx:pt idx="93076">118.51000000000001</cx:pt>
          <cx:pt idx="93077">74.969999999999999</cx:pt>
          <cx:pt idx="93078">113.7</cx:pt>
          <cx:pt idx="93079">61.979999999999997</cx:pt>
          <cx:pt idx="93080">63.979999999999997</cx:pt>
          <cx:pt idx="93081">89.980000000000004</cx:pt>
          <cx:pt idx="93082">62.950000000000003</cx:pt>
          <cx:pt idx="93083">83.280000000000001</cx:pt>
          <cx:pt idx="93084">108.56999999999999</cx:pt>
          <cx:pt idx="93085">68.280000000000001</cx:pt>
          <cx:pt idx="93086">56.579999999999998</cx:pt>
          <cx:pt idx="93087">55.960000000000001</cx:pt>
          <cx:pt idx="93088">55.960000000000001</cx:pt>
          <cx:pt idx="93089">40.530000000000001</cx:pt>
          <cx:pt idx="93090">58.700000000000003</cx:pt>
          <cx:pt idx="93091">29.48</cx:pt>
          <cx:pt idx="93092">43.469999999999999</cx:pt>
          <cx:pt idx="93093">124.97</cx:pt>
          <cx:pt idx="93094">65.989999999999995</cx:pt>
          <cx:pt idx="93095">179.97</cx:pt>
          <cx:pt idx="93096">81.969999999999999</cx:pt>
          <cx:pt idx="93097">50.380000000000003</cx:pt>
          <cx:pt idx="93098">98.969999999999999</cx:pt>
          <cx:pt idx="93099">130.94999999999999</cx:pt>
          <cx:pt idx="93100">64.950000000000003</cx:pt>
          <cx:pt idx="93101">88.640000000000001</cx:pt>
          <cx:pt idx="93102">149.90000000000001</cx:pt>
          <cx:pt idx="93103">62.979999999999997</cx:pt>
          <cx:pt idx="93104">93.269999999999996</cx:pt>
          <cx:pt idx="93105">59.979999999999997</cx:pt>
          <cx:pt idx="93106">92.969999999999999</cx:pt>
          <cx:pt idx="93107">361.93000000000001</cx:pt>
          <cx:pt idx="93108">62.579999999999998</cx:pt>
          <cx:pt idx="93109">51.289999999999999</cx:pt>
          <cx:pt idx="93110">107.98</cx:pt>
          <cx:pt idx="93111">253.44999999999999</cx:pt>
          <cx:pt idx="93112">27.48</cx:pt>
          <cx:pt idx="93113">27.48</cx:pt>
          <cx:pt idx="93114">194.88999999999999</cx:pt>
          <cx:pt idx="93115">194.88999999999999</cx:pt>
          <cx:pt idx="93116">54.979999999999997</cx:pt>
          <cx:pt idx="93117">110.98</cx:pt>
          <cx:pt idx="93118">323.42000000000002</cx:pt>
          <cx:pt idx="93119">227.86000000000001</cx:pt>
          <cx:pt idx="93120">139.05000000000001</cx:pt>
          <cx:pt idx="93121">99.969999999999999</cx:pt>
          <cx:pt idx="93122">99.969999999999999</cx:pt>
          <cx:pt idx="93123">89.969999999999999</cx:pt>
          <cx:pt idx="93124">74.480000000000004</cx:pt>
          <cx:pt idx="93125">37.990000000000002</cx:pt>
          <cx:pt idx="93126">71.480000000000004</cx:pt>
          <cx:pt idx="93127">66.079999999999998</cx:pt>
          <cx:pt idx="93128">48</cx:pt>
          <cx:pt idx="93129">51.490000000000002</cx:pt>
          <cx:pt idx="93130">56.969999999999999</cx:pt>
          <cx:pt idx="93131">56.969999999999999</cx:pt>
          <cx:pt idx="93132">21.239999999999998</cx:pt>
          <cx:pt idx="93133">20.489999999999998</cx:pt>
          <cx:pt idx="93134">65.980000000000004</cx:pt>
          <cx:pt idx="93135">65.989999999999995</cx:pt>
          <cx:pt idx="93136">102.98</cx:pt>
          <cx:pt idx="93137">65.980000000000004</cx:pt>
          <cx:pt idx="93138">48.439999999999998</cx:pt>
          <cx:pt idx="93139">141.97</cx:pt>
          <cx:pt idx="93140">59.979999999999997</cx:pt>
          <cx:pt idx="93141">79.980000000000004</cx:pt>
          <cx:pt idx="93142">17.289999999999999</cx:pt>
          <cx:pt idx="93143">56.969999999999999</cx:pt>
          <cx:pt idx="93144">75.959999999999994</cx:pt>
          <cx:pt idx="93145">75.219999999999999</cx:pt>
          <cx:pt idx="93146">75.230000000000004</cx:pt>
          <cx:pt idx="93147">56.969999999999999</cx:pt>
          <cx:pt idx="93148">108.98</cx:pt>
          <cx:pt idx="93149">139.97999999999999</cx:pt>
          <cx:pt idx="93150">-108.98</cx:pt>
          <cx:pt idx="93151">139.97999999999999</cx:pt>
          <cx:pt idx="93152">99.980000000000004</cx:pt>
          <cx:pt idx="93153">99.980000000000004</cx:pt>
          <cx:pt idx="93154">71.230000000000004</cx:pt>
          <cx:pt idx="93155">94.969999999999999</cx:pt>
          <cx:pt idx="93156">59.979999999999997</cx:pt>
          <cx:pt idx="93157">59.979999999999997</cx:pt>
          <cx:pt idx="93158">59.979999999999997</cx:pt>
          <cx:pt idx="93159">119.95999999999999</cx:pt>
          <cx:pt idx="93160">119.95999999999999</cx:pt>
          <cx:pt idx="93161">149.94999999999999</cx:pt>
          <cx:pt idx="93162">89.969999999999999</cx:pt>
          <cx:pt idx="93163">179.94</cx:pt>
          <cx:pt idx="93164">179.94</cx:pt>
          <cx:pt idx="93165">102.83</cx:pt>
          <cx:pt idx="93166">59.939999999999998</cx:pt>
          <cx:pt idx="93167">59.969999999999999</cx:pt>
          <cx:pt idx="93168">250.22999999999999</cx:pt>
          <cx:pt idx="93169">106.95</cx:pt>
          <cx:pt idx="93170">96.060000000000002</cx:pt>
          <cx:pt idx="93171">89.939999999999998</cx:pt>
          <cx:pt idx="93172">33.479999999999997</cx:pt>
          <cx:pt idx="93173">16.27</cx:pt>
          <cx:pt idx="93174">39.479999999999997</cx:pt>
          <cx:pt idx="93175">131.84999999999999</cx:pt>
          <cx:pt idx="93176">221.38</cx:pt>
          <cx:pt idx="93177">24.18</cx:pt>
          <cx:pt idx="93178">64.980000000000004</cx:pt>
          <cx:pt idx="93179">89.980000000000004</cx:pt>
          <cx:pt idx="93180">56.979999999999997</cx:pt>
          <cx:pt idx="93181">89.980000000000004</cx:pt>
          <cx:pt idx="93182">11.640000000000001</cx:pt>
          <cx:pt idx="93183">15.09</cx:pt>
          <cx:pt idx="93184">90.969999999999999</cx:pt>
          <cx:pt idx="93185">-1.1000000000000001</cx:pt>
          <cx:pt idx="93186">67.980000000000004</cx:pt>
          <cx:pt idx="93187">49.990000000000002</cx:pt>
          <cx:pt idx="93188">15.09</cx:pt>
          <cx:pt idx="93189">60.979999999999997</cx:pt>
          <cx:pt idx="93190">111.95999999999999</cx:pt>
          <cx:pt idx="93191">120.95</cx:pt>
          <cx:pt idx="93192">125.95999999999999</cx:pt>
          <cx:pt idx="93193">85.980000000000004</cx:pt>
          <cx:pt idx="93194">54.979999999999997</cx:pt>
          <cx:pt idx="93195">117.94</cx:pt>
          <cx:pt idx="93196">62.969999999999999</cx:pt>
          <cx:pt idx="93197">55.960000000000001</cx:pt>
          <cx:pt idx="93198">56.670000000000002</cx:pt>
          <cx:pt idx="93199">83.480000000000004</cx:pt>
          <cx:pt idx="93200">53.960000000000001</cx:pt>
          <cx:pt idx="93201">51.969999999999999</cx:pt>
          <cx:pt idx="93202">79.180000000000007</cx:pt>
          <cx:pt idx="93203">94.959999999999994</cx:pt>
          <cx:pt idx="93204">119.97</cx:pt>
          <cx:pt idx="93205">74.950000000000003</cx:pt>
          <cx:pt idx="93206">139.94</cx:pt>
          <cx:pt idx="93207">43.539999999999999</cx:pt>
          <cx:pt idx="93208">159.69999999999999</cx:pt>
          <cx:pt idx="93209">71.859999999999999</cx:pt>
          <cx:pt idx="93210">111.04000000000001</cx:pt>
          <cx:pt idx="93211">161.47</cx:pt>
          <cx:pt idx="93212">59.979999999999997</cx:pt>
          <cx:pt idx="93213">131.96000000000001</cx:pt>
          <cx:pt idx="93214">131.96000000000001</cx:pt>
          <cx:pt idx="93215">127.95999999999999</cx:pt>
          <cx:pt idx="93216">111.95999999999999</cx:pt>
          <cx:pt idx="93217">55.979999999999997</cx:pt>
          <cx:pt idx="93218">55.979999999999997</cx:pt>
          <cx:pt idx="93219">83.969999999999999</cx:pt>
          <cx:pt idx="93220">54.289999999999999</cx:pt>
          <cx:pt idx="93221">54.289999999999999</cx:pt>
          <cx:pt idx="93222">263.94</cx:pt>
          <cx:pt idx="93223">72.920000000000002</cx:pt>
          <cx:pt idx="93224">72.920000000000002</cx:pt>
          <cx:pt idx="93225">146.96000000000001</cx:pt>
          <cx:pt idx="93226">54.490000000000002</cx:pt>
          <cx:pt idx="93227">54.490000000000002</cx:pt>
          <cx:pt idx="93228">146.96000000000001</cx:pt>
          <cx:pt idx="93229">62.969999999999999</cx:pt>
          <cx:pt idx="93230">54.990000000000002</cx:pt>
          <cx:pt idx="93231">79.870000000000005</cx:pt>
          <cx:pt idx="93232">75.980000000000004</cx:pt>
          <cx:pt idx="93233">83.870000000000005</cx:pt>
          <cx:pt idx="93234">95.980000000000004</cx:pt>
          <cx:pt idx="93235">84.989999999999995</cx:pt>
          <cx:pt idx="93236">80.739999999999995</cx:pt>
          <cx:pt idx="93237">191.72</cx:pt>
          <cx:pt idx="93238">128.22</cx:pt>
          <cx:pt idx="93239">159.69999999999999</cx:pt>
          <cx:pt idx="93240">77.280000000000001</cx:pt>
          <cx:pt idx="93241">113.97</cx:pt>
          <cx:pt idx="93242">50.280000000000001</cx:pt>
          <cx:pt idx="93243">79.980000000000004</cx:pt>
          <cx:pt idx="93244">120.97</cx:pt>
          <cx:pt idx="93245">69.980000000000004</cx:pt>
          <cx:pt idx="93246">320.93000000000001</cx:pt>
          <cx:pt idx="93247">201.03999999999999</cx:pt>
          <cx:pt idx="93248">121.95999999999999</cx:pt>
          <cx:pt idx="93249">189.55000000000001</cx:pt>
          <cx:pt idx="93250">-121.95999999999999</cx:pt>
          <cx:pt idx="93251">57.479999999999997</cx:pt>
          <cx:pt idx="93252">32.240000000000002</cx:pt>
          <cx:pt idx="93253">59.979999999999997</cx:pt>
          <cx:pt idx="93254">57.479999999999997</cx:pt>
          <cx:pt idx="93255">32.240000000000002</cx:pt>
          <cx:pt idx="93256">59.979999999999997</cx:pt>
          <cx:pt idx="93257">32.240000000000002</cx:pt>
          <cx:pt idx="93258">32.240000000000002</cx:pt>
          <cx:pt idx="93259">55.979999999999997</cx:pt>
          <cx:pt idx="93260">55.979999999999997</cx:pt>
          <cx:pt idx="93261">99.980000000000004</cx:pt>
          <cx:pt idx="93262">74.989999999999995</cx:pt>
          <cx:pt idx="93263">76.489999999999995</cx:pt>
          <cx:pt idx="93264">64.819999999999993</cx:pt>
          <cx:pt idx="93265">91.909999999999997</cx:pt>
          <cx:pt idx="93266">75.530000000000001</cx:pt>
          <cx:pt idx="93267">91.420000000000002</cx:pt>
          <cx:pt idx="93268">69.659999999999997</cx:pt>
          <cx:pt idx="93269">31.48</cx:pt>
          <cx:pt idx="93270">31.48</cx:pt>
          <cx:pt idx="93271">31.48</cx:pt>
          <cx:pt idx="93272">43.479999999999997</cx:pt>
          <cx:pt idx="93273">51.490000000000002</cx:pt>
          <cx:pt idx="93274">16.949999999999999</cx:pt>
          <cx:pt idx="93275">134.91</cx:pt>
          <cx:pt idx="93276">77.459999999999994</cx:pt>
          <cx:pt idx="93277">149.90000000000001</cx:pt>
          <cx:pt idx="93278">84.989999999999995</cx:pt>
          <cx:pt idx="93279">84.989999999999995</cx:pt>
          <cx:pt idx="93280">84.989999999999995</cx:pt>
          <cx:pt idx="93281">100.98</cx:pt>
          <cx:pt idx="93282">63.979999999999997</cx:pt>
          <cx:pt idx="93283">84.989999999999995</cx:pt>
          <cx:pt idx="93284">58.979999999999997</cx:pt>
          <cx:pt idx="93285">84.989999999999995</cx:pt>
          <cx:pt idx="93286">63.979999999999997</cx:pt>
          <cx:pt idx="93287">55.960000000000001</cx:pt>
          <cx:pt idx="93288">55.960000000000001</cx:pt>
          <cx:pt idx="93289">58.979999999999997</cx:pt>
          <cx:pt idx="93290">64.980000000000004</cx:pt>
          <cx:pt idx="93291">59.969999999999999</cx:pt>
          <cx:pt idx="93292">79.969999999999999</cx:pt>
          <cx:pt idx="93293">35.289999999999999</cx:pt>
          <cx:pt idx="93294">94.950000000000003</cx:pt>
          <cx:pt idx="93295">94.950000000000003</cx:pt>
          <cx:pt idx="93296">94.950000000000003</cx:pt>
          <cx:pt idx="93297">39.990000000000002</cx:pt>
          <cx:pt idx="93298">39.990000000000002</cx:pt>
          <cx:pt idx="93299">59.960000000000001</cx:pt>
          <cx:pt idx="93300">59.960000000000001</cx:pt>
          <cx:pt idx="93301">54.979999999999997</cx:pt>
          <cx:pt idx="93302">51.979999999999997</cx:pt>
          <cx:pt idx="93303">59.960000000000001</cx:pt>
          <cx:pt idx="93304">83.480000000000004</cx:pt>
          <cx:pt idx="93305">53.939999999999998</cx:pt>
          <cx:pt idx="93306">183.91999999999999</cx:pt>
          <cx:pt idx="93307">99.959999999999994</cx:pt>
          <cx:pt idx="93308">63.979999999999997</cx:pt>
          <cx:pt idx="93309">183.91999999999999</cx:pt>
          <cx:pt idx="93310">63.979999999999997</cx:pt>
          <cx:pt idx="93311">99.959999999999994</cx:pt>
          <cx:pt idx="93312">95.459999999999994</cx:pt>
          <cx:pt idx="93313">95.459999999999994</cx:pt>
          <cx:pt idx="93314">58.469999999999999</cx:pt>
          <cx:pt idx="93315">116.23999999999999</cx:pt>
          <cx:pt idx="93316">79.989999999999995</cx:pt>
          <cx:pt idx="93317">51.270000000000003</cx:pt>
          <cx:pt idx="93318">50.969999999999999</cx:pt>
          <cx:pt idx="93319">96.780000000000001</cx:pt>
          <cx:pt idx="93320">135.5</cx:pt>
          <cx:pt idx="93321">166.44999999999999</cx:pt>
          <cx:pt idx="93322">171.47999999999999</cx:pt>
          <cx:pt idx="93323">149.94999999999999</cx:pt>
          <cx:pt idx="93324">84.969999999999999</cx:pt>
          <cx:pt idx="93325">360.94999999999999</cx:pt>
          <cx:pt idx="93326">108.97</cx:pt>
          <cx:pt idx="93327">217.74000000000001</cx:pt>
          <cx:pt idx="93328">104.98</cx:pt>
          <cx:pt idx="93329">65.989999999999995</cx:pt>
          <cx:pt idx="93330">50.049999999999997</cx:pt>
          <cx:pt idx="93331">9.9900000000000002</cx:pt>
          <cx:pt idx="93332">54.380000000000003</cx:pt>
          <cx:pt idx="93333">50.979999999999997</cx:pt>
          <cx:pt idx="93334">90.969999999999999</cx:pt>
          <cx:pt idx="93335">59.450000000000003</cx:pt>
          <cx:pt idx="93336">-1.3</cx:pt>
          <cx:pt idx="93337">47.18</cx:pt>
          <cx:pt idx="93338">55.979999999999997</cx:pt>
          <cx:pt idx="93339">55.780000000000001</cx:pt>
          <cx:pt idx="93340">55.780000000000001</cx:pt>
          <cx:pt idx="93341">74.969999999999999</cx:pt>
          <cx:pt idx="93342">61.939999999999998</cx:pt>
          <cx:pt idx="93343">55.979999999999997</cx:pt>
          <cx:pt idx="93344">50.490000000000002</cx:pt>
          <cx:pt idx="93345">35.490000000000002</cx:pt>
          <cx:pt idx="93346">69.980000000000004</cx:pt>
          <cx:pt idx="93347">63.960000000000001</cx:pt>
          <cx:pt idx="93348">33.280000000000001</cx:pt>
          <cx:pt idx="93349">33.280000000000001</cx:pt>
          <cx:pt idx="93350">59.969999999999999</cx:pt>
          <cx:pt idx="93351">55.960000000000001</cx:pt>
          <cx:pt idx="93352">59.969999999999999</cx:pt>
          <cx:pt idx="93353">56.969999999999999</cx:pt>
          <cx:pt idx="93354">56.969999999999999</cx:pt>
          <cx:pt idx="93355">70.439999999999998</cx:pt>
          <cx:pt idx="93356">265.14999999999998</cx:pt>
          <cx:pt idx="93357">38.07</cx:pt>
          <cx:pt idx="93358">38.07</cx:pt>
          <cx:pt idx="93359">84.989999999999995</cx:pt>
          <cx:pt idx="93360">134.97999999999999</cx:pt>
          <cx:pt idx="93361">84.989999999999995</cx:pt>
          <cx:pt idx="93362">128.24000000000001</cx:pt>
          <cx:pt idx="93363">159.69999999999999</cx:pt>
          <cx:pt idx="93364">102.83</cx:pt>
          <cx:pt idx="93365">49.469999999999999</cx:pt>
          <cx:pt idx="93366">56.969999999999999</cx:pt>
          <cx:pt idx="93367">67.980000000000004</cx:pt>
          <cx:pt idx="93368">56.969999999999999</cx:pt>
          <cx:pt idx="93369">65.989999999999995</cx:pt>
          <cx:pt idx="93370">55.960000000000001</cx:pt>
          <cx:pt idx="93371">55.960000000000001</cx:pt>
          <cx:pt idx="93372">59.990000000000002</cx:pt>
          <cx:pt idx="93373">42.469999999999999</cx:pt>
          <cx:pt idx="93374">73.480000000000004</cx:pt>
          <cx:pt idx="93375">28.48</cx:pt>
          <cx:pt idx="93376">42.469999999999999</cx:pt>
          <cx:pt idx="93377">41.909999999999997</cx:pt>
          <cx:pt idx="93378">183.56</cx:pt>
          <cx:pt idx="93379">169.97999999999999</cx:pt>
          <cx:pt idx="93380">104.97</cx:pt>
          <cx:pt idx="93381">78.959999999999994</cx:pt>
          <cx:pt idx="93382">68.969999999999999</cx:pt>
          <cx:pt idx="93383">100.44</cx:pt>
          <cx:pt idx="93384">212.94</cx:pt>
          <cx:pt idx="93385">90.959999999999994</cx:pt>
          <cx:pt idx="93386">63.960000000000001</cx:pt>
          <cx:pt idx="93387">104.98</cx:pt>
          <cx:pt idx="93388">154.97</cx:pt>
          <cx:pt idx="93389">124.97</cx:pt>
          <cx:pt idx="93390">102.95</cx:pt>
          <cx:pt idx="93391">124.95</cx:pt>
          <cx:pt idx="93392">33.479999999999997</cx:pt>
          <cx:pt idx="93393">83.480000000000004</cx:pt>
          <cx:pt idx="93394">106.97</cx:pt>
          <cx:pt idx="93395">59.960000000000001</cx:pt>
          <cx:pt idx="93396">112.97</cx:pt>
          <cx:pt idx="93397">59.950000000000003</cx:pt>
          <cx:pt idx="93398">59.950000000000003</cx:pt>
          <cx:pt idx="93399">87.969999999999999</cx:pt>
          <cx:pt idx="93400">62.979999999999997</cx:pt>
          <cx:pt idx="93401">87.969999999999999</cx:pt>
          <cx:pt idx="93402">83.480000000000004</cx:pt>
          <cx:pt idx="93403">70.469999999999999</cx:pt>
          <cx:pt idx="93404">30.489999999999998</cx:pt>
          <cx:pt idx="93405">30.489999999999998</cx:pt>
          <cx:pt idx="93406">161.44</cx:pt>
          <cx:pt idx="93407">79.989999999999995</cx:pt>
          <cx:pt idx="93408">-152.97</cx:pt>
          <cx:pt idx="93409">237.94999999999999</cx:pt>
          <cx:pt idx="93410">242.94999999999999</cx:pt>
          <cx:pt idx="93411">113.95</cx:pt>
          <cx:pt idx="93412">-89.980000000000004</cx:pt>
          <cx:pt idx="93413">351.88999999999999</cx:pt>
          <cx:pt idx="93414">51.960000000000001</cx:pt>
          <cx:pt idx="93415">65.950000000000003</cx:pt>
          <cx:pt idx="93416">61.479999999999997</cx:pt>
          <cx:pt idx="93417">61.479999999999997</cx:pt>
          <cx:pt idx="93418">91.469999999999999</cx:pt>
          <cx:pt idx="93419">93.260000000000005</cx:pt>
          <cx:pt idx="93420">73.980000000000004</cx:pt>
          <cx:pt idx="93421">101.95999999999999</cx:pt>
          <cx:pt idx="93422">91.760000000000005</cx:pt>
          <cx:pt idx="93423">71.859999999999999</cx:pt>
          <cx:pt idx="93424">79.849999999999994</cx:pt>
          <cx:pt idx="93425">93.75</cx:pt>
          <cx:pt idx="93426">142.74000000000001</cx:pt>
          <cx:pt idx="93427">79.849999999999994</cx:pt>
          <cx:pt idx="93428">154.59999999999999</cx:pt>
          <cx:pt idx="93429">153.65000000000001</cx:pt>
          <cx:pt idx="93430">167.74000000000001</cx:pt>
          <cx:pt idx="93431">88.969999999999999</cx:pt>
          <cx:pt idx="93432">56.219999999999999</cx:pt>
          <cx:pt idx="93433">50.979999999999997</cx:pt>
          <cx:pt idx="93434">30.23</cx:pt>
          <cx:pt idx="93435">21.239999999999998</cx:pt>
          <cx:pt idx="93436">20.489999999999998</cx:pt>
          <cx:pt idx="93437">63.979999999999997</cx:pt>
          <cx:pt idx="93438">20.489999999999998</cx:pt>
          <cx:pt idx="93439">20.489999999999998</cx:pt>
          <cx:pt idx="93440">19.489999999999998</cx:pt>
          <cx:pt idx="93441">24.98</cx:pt>
          <cx:pt idx="93442">20.489999999999998</cx:pt>
          <cx:pt idx="93443">18.989999999999998</cx:pt>
          <cx:pt idx="93444">214.34999999999999</cx:pt>
          <cx:pt idx="93445">79.989999999999995</cx:pt>
          <cx:pt idx="93446">59.990000000000002</cx:pt>
          <cx:pt idx="93447">106.97</cx:pt>
          <cx:pt idx="93448">49.280000000000001</cx:pt>
          <cx:pt idx="93449">25.289999999999999</cx:pt>
          <cx:pt idx="93450">23.210000000000001</cx:pt>
          <cx:pt idx="93451">4.29</cx:pt>
          <cx:pt idx="93452">25.289999999999999</cx:pt>
          <cx:pt idx="93453">25.289999999999999</cx:pt>
          <cx:pt idx="93454">29.289999999999999</cx:pt>
          <cx:pt idx="93455">26.289999999999999</cx:pt>
          <cx:pt idx="93456">25.289999999999999</cx:pt>
          <cx:pt idx="93457">89.969999999999999</cx:pt>
          <cx:pt idx="93458">96.980000000000004</cx:pt>
          <cx:pt idx="93459">140.91999999999999</cx:pt>
          <cx:pt idx="93460">104.94</cx:pt>
          <cx:pt idx="93461">104.98</cx:pt>
          <cx:pt idx="93462">39.280000000000001</cx:pt>
          <cx:pt idx="93463">118.97</cx:pt>
          <cx:pt idx="93464">84.989999999999995</cx:pt>
          <cx:pt idx="93465">67.969999999999999</cx:pt>
          <cx:pt idx="93466">63.979999999999997</cx:pt>
          <cx:pt idx="93467">54.979999999999997</cx:pt>
          <cx:pt idx="93468">54.990000000000002</cx:pt>
          <cx:pt idx="93469">50.979999999999997</cx:pt>
          <cx:pt idx="93470">63.979999999999997</cx:pt>
          <cx:pt idx="93471">99.980000000000004</cx:pt>
          <cx:pt idx="93472">98.459999999999994</cx:pt>
          <cx:pt idx="93473">98.459999999999994</cx:pt>
          <cx:pt idx="93474">99.980000000000004</cx:pt>
          <cx:pt idx="93475">79.819999999999993</cx:pt>
          <cx:pt idx="93476">61.649999999999999</cx:pt>
          <cx:pt idx="93477">73.760000000000005</cx:pt>
          <cx:pt idx="93478">76.150000000000006</cx:pt>
          <cx:pt idx="93479">55.079999999999998</cx:pt>
          <cx:pt idx="93480">64.980000000000004</cx:pt>
          <cx:pt idx="93481">30.379999999999999</cx:pt>
          <cx:pt idx="93482">84.980000000000004</cx:pt>
          <cx:pt idx="93483">55.960000000000001</cx:pt>
          <cx:pt idx="93484">172.97999999999999</cx:pt>
          <cx:pt idx="93485">159.97999999999999</cx:pt>
          <cx:pt idx="93486">149.97</cx:pt>
          <cx:pt idx="93487">99.980000000000004</cx:pt>
          <cx:pt idx="93488">74.980000000000004</cx:pt>
          <cx:pt idx="93489">119.97</cx:pt>
          <cx:pt idx="93490">86.180000000000007</cx:pt>
          <cx:pt idx="93491">74.969999999999999</cx:pt>
          <cx:pt idx="93492">341.45999999999998</cx:pt>
          <cx:pt idx="93493">59.979999999999997</cx:pt>
          <cx:pt idx="93494">79.980000000000004</cx:pt>
          <cx:pt idx="93495">54.990000000000002</cx:pt>
          <cx:pt idx="93496">84.989999999999995</cx:pt>
          <cx:pt idx="93497">69.980000000000004</cx:pt>
          <cx:pt idx="93498">307.38999999999999</cx:pt>
          <cx:pt idx="93499">132.96000000000001</cx:pt>
          <cx:pt idx="93500">77.969999999999999</cx:pt>
          <cx:pt idx="93501">95.969999999999999</cx:pt>
          <cx:pt idx="93502">59.979999999999997</cx:pt>
          <cx:pt idx="93503">199.94999999999999</cx:pt>
          <cx:pt idx="93504">59.969999999999999</cx:pt>
          <cx:pt idx="93505">59.979999999999997</cx:pt>
          <cx:pt idx="93506">31.289999999999999</cx:pt>
          <cx:pt idx="93507">1.3</cx:pt>
          <cx:pt idx="93508">51.979999999999997</cx:pt>
          <cx:pt idx="93509">125.97</cx:pt>
          <cx:pt idx="93510">79.980000000000004</cx:pt>
          <cx:pt idx="93511">79.980000000000004</cx:pt>
          <cx:pt idx="93512">107.95999999999999</cx:pt>
          <cx:pt idx="93513">81.959999999999994</cx:pt>
          <cx:pt idx="93514">87.099999999999994</cx:pt>
          <cx:pt idx="93515">72.579999999999998</cx:pt>
          <cx:pt idx="93516">79.849999999999994</cx:pt>
          <cx:pt idx="93517">65.959999999999994</cx:pt>
          <cx:pt idx="93518">79.849999999999994</cx:pt>
          <cx:pt idx="93519">94.969999999999999</cx:pt>
          <cx:pt idx="93520">89.980000000000004</cx:pt>
          <cx:pt idx="93521">113.97</cx:pt>
          <cx:pt idx="93522">84.989999999999995</cx:pt>
          <cx:pt idx="93523">94.980000000000004</cx:pt>
          <cx:pt idx="93524">54.969999999999999</cx:pt>
          <cx:pt idx="93525">154.97999999999999</cx:pt>
          <cx:pt idx="93526">103.97</cx:pt>
          <cx:pt idx="93527">89.969999999999999</cx:pt>
          <cx:pt idx="93528">74.969999999999999</cx:pt>
          <cx:pt idx="93529">54.979999999999997</cx:pt>
          <cx:pt idx="93530">34.990000000000002</cx:pt>
          <cx:pt idx="93531">58.380000000000003</cx:pt>
          <cx:pt idx="93532">29.989999999999998</cx:pt>
          <cx:pt idx="93533">103.95999999999999</cx:pt>
          <cx:pt idx="93534">109.98</cx:pt>
          <cx:pt idx="93535">134.94</cx:pt>
          <cx:pt idx="93536">109.98</cx:pt>
          <cx:pt idx="93537">128.97</cx:pt>
          <cx:pt idx="93538">125.95999999999999</cx:pt>
          <cx:pt idx="93539">99.950000000000003</cx:pt>
          <cx:pt idx="93540">84.989999999999995</cx:pt>
          <cx:pt idx="93541">55.780000000000001</cx:pt>
          <cx:pt idx="93542">81.480000000000004</cx:pt>
          <cx:pt idx="93543">73.980000000000004</cx:pt>
          <cx:pt idx="93544">51.960000000000001</cx:pt>
          <cx:pt idx="93545">64.950000000000003</cx:pt>
          <cx:pt idx="93546">62.969999999999999</cx:pt>
          <cx:pt idx="93547">21.489999999999998</cx:pt>
          <cx:pt idx="93548">51.960000000000001</cx:pt>
          <cx:pt idx="93549">88.200000000000003</cx:pt>
          <cx:pt idx="93550">72.579999999999998</cx:pt>
          <cx:pt idx="93551">56.25</cx:pt>
          <cx:pt idx="93552">55.229999999999997</cx:pt>
          <cx:pt idx="93553">75.310000000000002</cx:pt>
          <cx:pt idx="93554">65.989999999999995</cx:pt>
          <cx:pt idx="93555">79.980000000000004</cx:pt>
          <cx:pt idx="93556">78.170000000000002</cx:pt>
          <cx:pt idx="93557">100.95999999999999</cx:pt>
          <cx:pt idx="93558">103.45999999999999</cx:pt>
          <cx:pt idx="93559">97.709999999999994</cx:pt>
          <cx:pt idx="93560">52.229999999999997</cx:pt>
          <cx:pt idx="93561">59.979999999999997</cx:pt>
          <cx:pt idx="93562">74.969999999999999</cx:pt>
          <cx:pt idx="93563">84.969999999999999</cx:pt>
          <cx:pt idx="93564">79.980000000000004</cx:pt>
          <cx:pt idx="93565">84.989999999999995</cx:pt>
          <cx:pt idx="93566">82.939999999999998</cx:pt>
          <cx:pt idx="93567">102.47</cx:pt>
          <cx:pt idx="93568">51.490000000000002</cx:pt>
          <cx:pt idx="93569">17.489999999999998</cx:pt>
          <cx:pt idx="93570">18.239999999999998</cx:pt>
          <cx:pt idx="93571">33.479999999999997</cx:pt>
          <cx:pt idx="93572">17.489999999999998</cx:pt>
          <cx:pt idx="93573">11.48</cx:pt>
          <cx:pt idx="93574">17.489999999999998</cx:pt>
          <cx:pt idx="93575">18.41</cx:pt>
          <cx:pt idx="93576">24.23</cx:pt>
          <cx:pt idx="93577">23.48</cx:pt>
          <cx:pt idx="93578">23.48</cx:pt>
          <cx:pt idx="93579">213.94</cx:pt>
          <cx:pt idx="93580">79.989999999999995</cx:pt>
          <cx:pt idx="93581">51.280000000000001</cx:pt>
          <cx:pt idx="93582">89.969999999999999</cx:pt>
          <cx:pt idx="93583">114.95999999999999</cx:pt>
          <cx:pt idx="93584">89.969999999999999</cx:pt>
          <cx:pt idx="93585">65.969999999999999</cx:pt>
          <cx:pt idx="93586">53.969999999999999</cx:pt>
          <cx:pt idx="93587">37.479999999999997</cx:pt>
          <cx:pt idx="93588">6.4800000000000004</cx:pt>
          <cx:pt idx="93589">38.229999999999997</cx:pt>
          <cx:pt idx="93590">119.97</cx:pt>
          <cx:pt idx="93591">228.91999999999999</cx:pt>
          <cx:pt idx="93592">80.969999999999999</cx:pt>
          <cx:pt idx="93593">80.969999999999999</cx:pt>
          <cx:pt idx="93594">62.979999999999997</cx:pt>
          <cx:pt idx="93595">42.990000000000002</cx:pt>
          <cx:pt idx="93596">79.959999999999994</cx:pt>
          <cx:pt idx="93597">62.979999999999997</cx:pt>
          <cx:pt idx="93598">79.959999999999994</cx:pt>
          <cx:pt idx="93599">42.990000000000002</cx:pt>
          <cx:pt idx="93600">46.289999999999999</cx:pt>
          <cx:pt idx="93601">29.280000000000001</cx:pt>
          <cx:pt idx="93602">105.84</cx:pt>
          <cx:pt idx="93603">51.490000000000002</cx:pt>
          <cx:pt idx="93604">104.95</cx:pt>
          <cx:pt idx="93605">104.95</cx:pt>
          <cx:pt idx="93606">75.870000000000005</cx:pt>
          <cx:pt idx="93607">171.75</cx:pt>
          <cx:pt idx="93608">95.170000000000002</cx:pt>
          <cx:pt idx="93609">14.99</cx:pt>
          <cx:pt idx="93610">123.45999999999999</cx:pt>
          <cx:pt idx="93611">113.97</cx:pt>
          <cx:pt idx="93612">46.07</cx:pt>
          <cx:pt idx="93613">59.960000000000001</cx:pt>
          <cx:pt idx="93614">87.959999999999994</cx:pt>
          <cx:pt idx="93615">221.44999999999999</cx:pt>
          <cx:pt idx="93616">221.44999999999999</cx:pt>
          <cx:pt idx="93617">139.97999999999999</cx:pt>
          <cx:pt idx="93618">139.97999999999999</cx:pt>
          <cx:pt idx="93619">63.979999999999997</cx:pt>
          <cx:pt idx="93620">181.96000000000001</cx:pt>
          <cx:pt idx="93621">99.980000000000004</cx:pt>
          <cx:pt idx="93622">56.969999999999999</cx:pt>
          <cx:pt idx="93623">117.98</cx:pt>
          <cx:pt idx="93624">169.97999999999999</cx:pt>
          <cx:pt idx="93625">109.97</cx:pt>
          <cx:pt idx="93626">79.989999999999995</cx:pt>
          <cx:pt idx="93627">99.980000000000004</cx:pt>
          <cx:pt idx="93628">51.490000000000002</cx:pt>
          <cx:pt idx="93629">84.969999999999999</cx:pt>
          <cx:pt idx="93630">99.980000000000004</cx:pt>
          <cx:pt idx="93631">94.980000000000004</cx:pt>
          <cx:pt idx="93632">94.980000000000004</cx:pt>
          <cx:pt idx="93633">66.950000000000003</cx:pt>
          <cx:pt idx="93634">92.969999999999999</cx:pt>
          <cx:pt idx="93635">59.979999999999997</cx:pt>
          <cx:pt idx="93636">91.469999999999999</cx:pt>
          <cx:pt idx="93637">69.469999999999999</cx:pt>
          <cx:pt idx="93638">70.469999999999999</cx:pt>
          <cx:pt idx="93639">60.979999999999997</cx:pt>
          <cx:pt idx="93640">58.460000000000001</cx:pt>
          <cx:pt idx="93641">71.969999999999999</cx:pt>
          <cx:pt idx="93642">51.950000000000003</cx:pt>
          <cx:pt idx="93643">58.979999999999997</cx:pt>
          <cx:pt idx="93644">55.979999999999997</cx:pt>
          <cx:pt idx="93645">47.280000000000001</cx:pt>
          <cx:pt idx="93646">82.980000000000004</cx:pt>
          <cx:pt idx="93647">84.269999999999996</cx:pt>
          <cx:pt idx="93648">55.960000000000001</cx:pt>
          <cx:pt idx="93649">127.56999999999999</cx:pt>
          <cx:pt idx="93650">26.489999999999998</cx:pt>
          <cx:pt idx="93651">11.49</cx:pt>
          <cx:pt idx="93652">1.5</cx:pt>
          <cx:pt idx="93653">59.979999999999997</cx:pt>
          <cx:pt idx="93654">147.13999999999999</cx:pt>
          <cx:pt idx="93655">73.569999999999993</cx:pt>
          <cx:pt idx="93656">123.56</cx:pt>
          <cx:pt idx="93657">53.979999999999997</cx:pt>
          <cx:pt idx="93658">133.28999999999999</cx:pt>
          <cx:pt idx="93659">132.99000000000001</cx:pt>
          <cx:pt idx="93660">68.930000000000007</cx:pt>
          <cx:pt idx="93661">68.930000000000007</cx:pt>
          <cx:pt idx="93662">82.769999999999996</cx:pt>
          <cx:pt idx="93663">132.99000000000001</cx:pt>
          <cx:pt idx="93664">82.769999999999996</cx:pt>
          <cx:pt idx="93665">131.72999999999999</cx:pt>
          <cx:pt idx="93666">131.72999999999999</cx:pt>
          <cx:pt idx="93667">98.969999999999999</cx:pt>
          <cx:pt idx="93668">154.81999999999999</cx:pt>
          <cx:pt idx="93669">96.780000000000001</cx:pt>
          <cx:pt idx="93670">128.24000000000001</cx:pt>
          <cx:pt idx="93671">79.980000000000004</cx:pt>
          <cx:pt idx="93672">263.94999999999999</cx:pt>
          <cx:pt idx="93673">89.959999999999994</cx:pt>
          <cx:pt idx="93674">97.959999999999994</cx:pt>
          <cx:pt idx="93675">84.010000000000005</cx:pt>
          <cx:pt idx="93676">68.920000000000002</cx:pt>
          <cx:pt idx="93677">69.989999999999995</cx:pt>
          <cx:pt idx="93678">34.490000000000002</cx:pt>
          <cx:pt idx="93679">69.989999999999995</cx:pt>
          <cx:pt idx="93680">169.97999999999999</cx:pt>
          <cx:pt idx="93681">55.960000000000001</cx:pt>
          <cx:pt idx="93682">111.92</cx:pt>
          <cx:pt idx="93683">69.950000000000003</cx:pt>
          <cx:pt idx="93684">55.960000000000001</cx:pt>
          <cx:pt idx="93685">55.960000000000001</cx:pt>
          <cx:pt idx="93686">169.83000000000001</cx:pt>
          <cx:pt idx="93687">179.81999999999999</cx:pt>
          <cx:pt idx="93688">218.66</cx:pt>
          <cx:pt idx="93689">124.98</cx:pt>
          <cx:pt idx="93690">59.950000000000003</cx:pt>
          <cx:pt idx="93691">29.48</cx:pt>
          <cx:pt idx="93692">78.939999999999998</cx:pt>
          <cx:pt idx="93693">65.989999999999995</cx:pt>
          <cx:pt idx="93694">41.479999999999997</cx:pt>
          <cx:pt idx="93695">65.980000000000004</cx:pt>
          <cx:pt idx="93696">45.990000000000002</cx:pt>
          <cx:pt idx="93697">65.989999999999995</cx:pt>
          <cx:pt idx="93698">65.989999999999995</cx:pt>
          <cx:pt idx="93699">65.989999999999995</cx:pt>
          <cx:pt idx="93700">81.980000000000004</cx:pt>
          <cx:pt idx="93701">85.980000000000004</cx:pt>
          <cx:pt idx="93702">105.97</cx:pt>
          <cx:pt idx="93703">80.969999999999999</cx:pt>
          <cx:pt idx="93704">51.490000000000002</cx:pt>
          <cx:pt idx="93705">18.239999999999998</cx:pt>
          <cx:pt idx="93706">17.489999999999998</cx:pt>
          <cx:pt idx="93707">55.979999999999997</cx:pt>
          <cx:pt idx="93708">31.489999999999998</cx:pt>
          <cx:pt idx="93709">31.489999999999998</cx:pt>
          <cx:pt idx="93710">49.990000000000002</cx:pt>
          <cx:pt idx="93711">31.489999999999998</cx:pt>
          <cx:pt idx="93712">79.989999999999995</cx:pt>
          <cx:pt idx="93713">109.95999999999999</cx:pt>
          <cx:pt idx="93714">67.980000000000004</cx:pt>
          <cx:pt idx="93715">101.97</cx:pt>
          <cx:pt idx="93716">101.97</cx:pt>
          <cx:pt idx="93717">67.980000000000004</cx:pt>
          <cx:pt idx="93718">59.960000000000001</cx:pt>
          <cx:pt idx="93719">59.960000000000001</cx:pt>
          <cx:pt idx="93720">57.380000000000003</cx:pt>
          <cx:pt idx="93721">92.969999999999999</cx:pt>
          <cx:pt idx="93722">98.969999999999999</cx:pt>
          <cx:pt idx="93723">75.980000000000004</cx:pt>
          <cx:pt idx="93724">80.719999999999999</cx:pt>
          <cx:pt idx="93725">269.91000000000003</cx:pt>
          <cx:pt idx="93726">74.969999999999999</cx:pt>
          <cx:pt idx="93727">41.700000000000003</cx:pt>
          <cx:pt idx="93728">65.319999999999993</cx:pt>
          <cx:pt idx="93729">67.709999999999994</cx:pt>
          <cx:pt idx="93730">21.760000000000002</cx:pt>
          <cx:pt idx="93731">41.119999999999997</cx:pt>
          <cx:pt idx="93732">31.440000000000001</cx:pt>
          <cx:pt idx="93733">37.490000000000002</cx:pt>
          <cx:pt idx="93734">113.47</cx:pt>
          <cx:pt idx="93735">67.579999999999998</cx:pt>
          <cx:pt idx="93736">106.48</cx:pt>
          <cx:pt idx="93737">85.959999999999994</cx:pt>
          <cx:pt idx="93738">71.870000000000005</cx:pt>
          <cx:pt idx="93739">29.02</cx:pt>
          <cx:pt idx="93740">111.98</cx:pt>
          <cx:pt idx="93741">90.359999999999999</cx:pt>
          <cx:pt idx="93742">47.979999999999997</cx:pt>
          <cx:pt idx="93743">77.549999999999997</cx:pt>
          <cx:pt idx="93744">62.57</cx:pt>
          <cx:pt idx="93745">64.980000000000004</cx:pt>
          <cx:pt idx="93746">64.980000000000004</cx:pt>
          <cx:pt idx="93747">97.150000000000006</cx:pt>
          <cx:pt idx="93748">104.94</cx:pt>
          <cx:pt idx="93749">97.150000000000006</cx:pt>
          <cx:pt idx="93750">104.94</cx:pt>
          <cx:pt idx="93751">183.97</cx:pt>
          <cx:pt idx="93752">73.170000000000002</cx:pt>
          <cx:pt idx="93753">77.719999999999999</cx:pt>
          <cx:pt idx="93754">107.97</cx:pt>
          <cx:pt idx="93755">-183.97</cx:pt>
          <cx:pt idx="93756">85.980000000000004</cx:pt>
          <cx:pt idx="93757">63.469999999999999</cx:pt>
          <cx:pt idx="93758">341.93000000000001</cx:pt>
          <cx:pt idx="93759">341.93000000000001</cx:pt>
          <cx:pt idx="93760">63.469999999999999</cx:pt>
          <cx:pt idx="93761">104.97</cx:pt>
          <cx:pt idx="93762">69.980000000000004</cx:pt>
          <cx:pt idx="93763">59.979999999999997</cx:pt>
          <cx:pt idx="93764">73.989999999999995</cx:pt>
          <cx:pt idx="93765">79.989999999999995</cx:pt>
          <cx:pt idx="93766">125.98</cx:pt>
          <cx:pt idx="93767">79.989999999999995</cx:pt>
          <cx:pt idx="93768">47.479999999999997</cx:pt>
          <cx:pt idx="93769">78.969999999999999</cx:pt>
          <cx:pt idx="93770">68.969999999999999</cx:pt>
          <cx:pt idx="93771">68.969999999999999</cx:pt>
          <cx:pt idx="93772">68.969999999999999</cx:pt>
          <cx:pt idx="93773">176.00999999999999</cx:pt>
          <cx:pt idx="93774">201.46000000000001</cx:pt>
          <cx:pt idx="93775">114.98</cx:pt>
          <cx:pt idx="93776">105.97</cx:pt>
          <cx:pt idx="93777">105.97</cx:pt>
          <cx:pt idx="93778">72.780000000000001</cx:pt>
          <cx:pt idx="93779">72.780000000000001</cx:pt>
          <cx:pt idx="93780">114.98</cx:pt>
          <cx:pt idx="93781">72.239999999999995</cx:pt>
          <cx:pt idx="93782">73.480000000000004</cx:pt>
          <cx:pt idx="93783">74.980000000000004</cx:pt>
          <cx:pt idx="93784">147.96000000000001</cx:pt>
          <cx:pt idx="93785">75.980000000000004</cx:pt>
          <cx:pt idx="93786">89.980000000000004</cx:pt>
          <cx:pt idx="93787">84.989999999999995</cx:pt>
          <cx:pt idx="93788">59.950000000000003</cx:pt>
          <cx:pt idx="93789">66.370000000000005</cx:pt>
          <cx:pt idx="93790">84.989999999999995</cx:pt>
          <cx:pt idx="93791">50.969999999999999</cx:pt>
          <cx:pt idx="93792">114.91</cx:pt>
          <cx:pt idx="93793">110.93000000000001</cx:pt>
          <cx:pt idx="93794">131.83000000000001</cx:pt>
          <cx:pt idx="93795">50.979999999999997</cx:pt>
          <cx:pt idx="93796">89.980000000000004</cx:pt>
          <cx:pt idx="93797">65.989999999999995</cx:pt>
          <cx:pt idx="93798">130.56</cx:pt>
          <cx:pt idx="93799">72.549999999999997</cx:pt>
          <cx:pt idx="93800">71.680000000000007</cx:pt>
          <cx:pt idx="93801">149.97</cx:pt>
          <cx:pt idx="93802">74.969999999999999</cx:pt>
          <cx:pt idx="93803">127.94</cx:pt>
          <cx:pt idx="93804">71.959999999999994</cx:pt>
          <cx:pt idx="93805">71.959999999999994</cx:pt>
          <cx:pt idx="93806">27.379999999999999</cx:pt>
          <cx:pt idx="93807">84.989999999999995</cx:pt>
          <cx:pt idx="93808">134.97999999999999</cx:pt>
          <cx:pt idx="93809">98.790000000000006</cx:pt>
          <cx:pt idx="93810">76.969999999999999</cx:pt>
          <cx:pt idx="93811">79.849999999999994</cx:pt>
          <cx:pt idx="93812">123.38</cx:pt>
          <cx:pt idx="93813">27.18</cx:pt>
          <cx:pt idx="93814">51.979999999999997</cx:pt>
          <cx:pt idx="93815">51.979999999999997</cx:pt>
          <cx:pt idx="93816">67.969999999999999</cx:pt>
          <cx:pt idx="93817">29.48</cx:pt>
          <cx:pt idx="93818">29.48</cx:pt>
          <cx:pt idx="93819">67.969999999999999</cx:pt>
          <cx:pt idx="93820">88.430000000000007</cx:pt>
          <cx:pt idx="93821">71.859999999999999</cx:pt>
          <cx:pt idx="93822">149.37</cx:pt>
          <cx:pt idx="93823">124.97</cx:pt>
          <cx:pt idx="93824">65.989999999999995</cx:pt>
          <cx:pt idx="93825">74.950000000000003</cx:pt>
          <cx:pt idx="93826">69.989999999999995</cx:pt>
          <cx:pt idx="93827">117.47</cx:pt>
          <cx:pt idx="93828">59.979999999999997</cx:pt>
          <cx:pt idx="93829">50.979999999999997</cx:pt>
          <cx:pt idx="93830">59.979999999999997</cx:pt>
          <cx:pt idx="93831">-32.240000000000002</cx:pt>
          <cx:pt idx="93832">59.979999999999997</cx:pt>
          <cx:pt idx="93833">59.979999999999997</cx:pt>
          <cx:pt idx="93834">32.240000000000002</cx:pt>
          <cx:pt idx="93835">59.479999999999997</cx:pt>
          <cx:pt idx="93836">55.960000000000001</cx:pt>
          <cx:pt idx="93837">74.019999999999996</cx:pt>
          <cx:pt idx="93838">96.409999999999997</cx:pt>
          <cx:pt idx="93839">169.97999999999999</cx:pt>
          <cx:pt idx="93840">169.97999999999999</cx:pt>
          <cx:pt idx="93841">169.97999999999999</cx:pt>
          <cx:pt idx="93842">169.97999999999999</cx:pt>
          <cx:pt idx="93843">169.97999999999999</cx:pt>
          <cx:pt idx="93844">169.97999999999999</cx:pt>
          <cx:pt idx="93845">169.97999999999999</cx:pt>
          <cx:pt idx="93846">169.97999999999999</cx:pt>
          <cx:pt idx="93847">339.92000000000002</cx:pt>
          <cx:pt idx="93848">56.969999999999999</cx:pt>
          <cx:pt idx="93849">68.939999999999998</cx:pt>
          <cx:pt idx="93850">78.939999999999998</cx:pt>
          <cx:pt idx="93851">57.939999999999998</cx:pt>
          <cx:pt idx="93852">69.989999999999995</cx:pt>
          <cx:pt idx="93853">67.980000000000004</cx:pt>
          <cx:pt idx="93854">67.980000000000004</cx:pt>
          <cx:pt idx="93855">69.989999999999995</cx:pt>
          <cx:pt idx="93856">51.479999999999997</cx:pt>
          <cx:pt idx="93857">50.93</cx:pt>
          <cx:pt idx="93858">50.979999999999997</cx:pt>
          <cx:pt idx="93859">51.979999999999997</cx:pt>
          <cx:pt idx="93860">50.979999999999997</cx:pt>
          <cx:pt idx="93861">52.450000000000003</cx:pt>
          <cx:pt idx="93862">94.959999999999994</cx:pt>
          <cx:pt idx="93863">60.950000000000003</cx:pt>
          <cx:pt idx="93864">94.959999999999994</cx:pt>
          <cx:pt idx="93865">60.950000000000003</cx:pt>
          <cx:pt idx="93866">59.960000000000001</cx:pt>
          <cx:pt idx="93867">59.960000000000001</cx:pt>
          <cx:pt idx="93868">29.48</cx:pt>
          <cx:pt idx="93869">31.48</cx:pt>
          <cx:pt idx="93870">51.479999999999997</cx:pt>
          <cx:pt idx="93871">121.95999999999999</cx:pt>
          <cx:pt idx="93872">68.989999999999995</cx:pt>
          <cx:pt idx="93873">84.989999999999995</cx:pt>
          <cx:pt idx="93874">79.980000000000004</cx:pt>
          <cx:pt idx="93875">89.170000000000002</cx:pt>
          <cx:pt idx="93876">106.06999999999999</cx:pt>
          <cx:pt idx="93877">43.890000000000001</cx:pt>
          <cx:pt idx="93878">76.489999999999995</cx:pt>
          <cx:pt idx="93879">76.489999999999995</cx:pt>
          <cx:pt idx="93880">54.990000000000002</cx:pt>
          <cx:pt idx="93881">72.239999999999995</cx:pt>
          <cx:pt idx="93882">64.989999999999995</cx:pt>
          <cx:pt idx="93883">68.989999999999995</cx:pt>
          <cx:pt idx="93884">42.5</cx:pt>
          <cx:pt idx="93885">120.98999999999999</cx:pt>
          <cx:pt idx="93886">68.989999999999995</cx:pt>
          <cx:pt idx="93887">39.93</cx:pt>
          <cx:pt idx="93888">65.980000000000004</cx:pt>
          <cx:pt idx="93889">32.289999999999999</cx:pt>
          <cx:pt idx="93890">45.280000000000001</cx:pt>
          <cx:pt idx="93891">29.289999999999999</cx:pt>
          <cx:pt idx="93892">83.969999999999999</cx:pt>
          <cx:pt idx="93893">61.960000000000001</cx:pt>
          <cx:pt idx="93894">56.969999999999999</cx:pt>
          <cx:pt idx="93895">62.479999999999997</cx:pt>
          <cx:pt idx="93896">75.959999999999994</cx:pt>
          <cx:pt idx="93897">51.259999999999998</cx:pt>
          <cx:pt idx="93898">64.969999999999999</cx:pt>
          <cx:pt idx="93899">36.920000000000002</cx:pt>
          <cx:pt idx="93900">169.94</cx:pt>
          <cx:pt idx="93901">58.520000000000003</cx:pt>
          <cx:pt idx="93902">59.960000000000001</cx:pt>
          <cx:pt idx="93903">139.97999999999999</cx:pt>
          <cx:pt idx="93904">79.980000000000004</cx:pt>
          <cx:pt idx="93905">119.97</cx:pt>
          <cx:pt idx="93906">373.82999999999998</cx:pt>
          <cx:pt idx="93907">56.969999999999999</cx:pt>
          <cx:pt idx="93908">66.959999999999994</cx:pt>
          <cx:pt idx="93909">56.969999999999999</cx:pt>
          <cx:pt idx="93910">49.93</cx:pt>
          <cx:pt idx="93911">98.819999999999993</cx:pt>
          <cx:pt idx="93912">25.940000000000001</cx:pt>
          <cx:pt idx="93913">125.92</cx:pt>
          <cx:pt idx="93914">53.969999999999999</cx:pt>
          <cx:pt idx="93915">74.989999999999995</cx:pt>
          <cx:pt idx="93916">59.960000000000001</cx:pt>
          <cx:pt idx="93917">71.969999999999999</cx:pt>
          <cx:pt idx="93918">68.480000000000004</cx:pt>
          <cx:pt idx="93919">68.480000000000004</cx:pt>
          <cx:pt idx="93920">159.69999999999999</cx:pt>
          <cx:pt idx="93921">72.549999999999997</cx:pt>
          <cx:pt idx="93922">67.870000000000005</cx:pt>
          <cx:pt idx="93923">72.549999999999997</cx:pt>
          <cx:pt idx="93924">55.350000000000001</cx:pt>
          <cx:pt idx="93925">54.859999999999999</cx:pt>
          <cx:pt idx="93926">60.82</cx:pt>
          <cx:pt idx="93927">53.979999999999997</cx:pt>
          <cx:pt idx="93928">55.979999999999997</cx:pt>
          <cx:pt idx="93929">55.979999999999997</cx:pt>
          <cx:pt idx="93930">60.969999999999999</cx:pt>
          <cx:pt idx="93931">63.960000000000001</cx:pt>
          <cx:pt idx="93932">63.960000000000001</cx:pt>
          <cx:pt idx="93933">41.280000000000001</cx:pt>
          <cx:pt idx="93934">51.969999999999999</cx:pt>
          <cx:pt idx="93935">51.969999999999999</cx:pt>
          <cx:pt idx="93936">117.76000000000001</cx:pt>
          <cx:pt idx="93937">87.969999999999999</cx:pt>
          <cx:pt idx="93938">71.989999999999995</cx:pt>
          <cx:pt idx="93939">86.069999999999993</cx:pt>
          <cx:pt idx="93940">119.26000000000001</cx:pt>
          <cx:pt idx="93941">30.379999999999999</cx:pt>
          <cx:pt idx="93942">126.98999999999999</cx:pt>
          <cx:pt idx="93943">105.22</cx:pt>
          <cx:pt idx="93944">82.25</cx:pt>
          <cx:pt idx="93945">56.600000000000001</cx:pt>
          <cx:pt idx="93946">84.989999999999995</cx:pt>
          <cx:pt idx="93947">154.97999999999999</cx:pt>
          <cx:pt idx="93948">101.98</cx:pt>
          <cx:pt idx="93949">48.280000000000001</cx:pt>
          <cx:pt idx="93950">89.980000000000004</cx:pt>
          <cx:pt idx="93951">69.980000000000004</cx:pt>
          <cx:pt idx="93952">11.289999999999999</cx:pt>
          <cx:pt idx="93953">39.280000000000001</cx:pt>
          <cx:pt idx="93954">48.280000000000001</cx:pt>
          <cx:pt idx="93955">77.390000000000001</cx:pt>
          <cx:pt idx="93956">77.390000000000001</cx:pt>
          <cx:pt idx="93957">77.390000000000001</cx:pt>
          <cx:pt idx="93958">59.240000000000002</cx:pt>
          <cx:pt idx="93959">66.340000000000003</cx:pt>
          <cx:pt idx="93960">123.58</cx:pt>
          <cx:pt idx="93961">74.969999999999999</cx:pt>
          <cx:pt idx="93962">64.969999999999999</cx:pt>
          <cx:pt idx="93963">47.369999999999997</cx:pt>
          <cx:pt idx="93964">48.990000000000002</cx:pt>
          <cx:pt idx="93965">129.53</cx:pt>
          <cx:pt idx="93966">83.950000000000003</cx:pt>
          <cx:pt idx="93967">80.030000000000001</cx:pt>
          <cx:pt idx="93968">20.550000000000001</cx:pt>
          <cx:pt idx="93969">68.930000000000007</cx:pt>
          <cx:pt idx="93970">66.980000000000004</cx:pt>
          <cx:pt idx="93971">99.969999999999999</cx:pt>
          <cx:pt idx="93972">87.980000000000004</cx:pt>
          <cx:pt idx="93973">82.969999999999999</cx:pt>
          <cx:pt idx="93974">84.989999999999995</cx:pt>
          <cx:pt idx="93975">164.97999999999999</cx:pt>
          <cx:pt idx="93976">84.989999999999995</cx:pt>
          <cx:pt idx="93977">59.979999999999997</cx:pt>
          <cx:pt idx="93978">84.989999999999995</cx:pt>
          <cx:pt idx="93979">84.989999999999995</cx:pt>
          <cx:pt idx="93980">104.98</cx:pt>
          <cx:pt idx="93981">61.259999999999998</cx:pt>
          <cx:pt idx="93982">56.969999999999999</cx:pt>
          <cx:pt idx="93983">119.90000000000001</cx:pt>
          <cx:pt idx="93984">90.060000000000002</cx:pt>
          <cx:pt idx="93985">141.22999999999999</cx:pt>
          <cx:pt idx="93986">54.950000000000003</cx:pt>
          <cx:pt idx="93987">109.90000000000001</cx:pt>
          <cx:pt idx="93988">54.950000000000003</cx:pt>
          <cx:pt idx="93989">54.950000000000003</cx:pt>
          <cx:pt idx="93990">27.18</cx:pt>
          <cx:pt idx="93991">14.19</cx:pt>
          <cx:pt idx="93992">51.960000000000001</cx:pt>
          <cx:pt idx="93993">27.18</cx:pt>
          <cx:pt idx="93994">14.789999999999999</cx:pt>
          <cx:pt idx="93995">13.24</cx:pt>
          <cx:pt idx="93996">29.02</cx:pt>
          <cx:pt idx="93997">38.700000000000003</cx:pt>
          <cx:pt idx="93998">38.700000000000003</cx:pt>
          <cx:pt idx="93999">14.5</cx:pt>
          <cx:pt idx="94000">29.59</cx:pt>
          <cx:pt idx="94001">10.99</cx:pt>
          <cx:pt idx="94002">41.119999999999997</cx:pt>
          <cx:pt idx="94003">62.899999999999999</cx:pt>
          <cx:pt idx="94004">84.989999999999995</cx:pt>
          <cx:pt idx="94005">84.989999999999995</cx:pt>
          <cx:pt idx="94006">84.989999999999995</cx:pt>
          <cx:pt idx="94007">169.97999999999999</cx:pt>
          <cx:pt idx="94008">84.989999999999995</cx:pt>
          <cx:pt idx="94009">169.97999999999999</cx:pt>
          <cx:pt idx="94010">169.97999999999999</cx:pt>
          <cx:pt idx="94011">67.370000000000005</cx:pt>
          <cx:pt idx="94012">51.289999999999999</cx:pt>
          <cx:pt idx="94013">-11.98</cx:pt>
          <cx:pt idx="94014">169.97999999999999</cx:pt>
          <cx:pt idx="94015">169.97999999999999</cx:pt>
          <cx:pt idx="94016">33.479999999999997</cx:pt>
          <cx:pt idx="94017">99.980000000000004</cx:pt>
          <cx:pt idx="94018">33.479999999999997</cx:pt>
          <cx:pt idx="94019">48.369999999999997</cx:pt>
          <cx:pt idx="94020">99.980000000000004</cx:pt>
          <cx:pt idx="94021">33.479999999999997</cx:pt>
          <cx:pt idx="94022">33.479999999999997</cx:pt>
          <cx:pt idx="94023">33.479999999999997</cx:pt>
          <cx:pt idx="94024">48.369999999999997</cx:pt>
          <cx:pt idx="94025">33.479999999999997</cx:pt>
          <cx:pt idx="94026">102.83</cx:pt>
          <cx:pt idx="94027">61.840000000000003</cx:pt>
          <cx:pt idx="94028">117.83</cx:pt>
          <cx:pt idx="94029">79.959999999999994</cx:pt>
          <cx:pt idx="94030">41.280000000000001</cx:pt>
          <cx:pt idx="94031">41.280000000000001</cx:pt>
          <cx:pt idx="94032">79.959999999999994</cx:pt>
          <cx:pt idx="94033">79.959999999999994</cx:pt>
          <cx:pt idx="94034">325.45999999999998</cx:pt>
          <cx:pt idx="94035">99.980000000000004</cx:pt>
          <cx:pt idx="94036">77.969999999999999</cx:pt>
          <cx:pt idx="94037">46.780000000000001</cx:pt>
          <cx:pt idx="94038">51.979999999999997</cx:pt>
          <cx:pt idx="94039">77.969999999999999</cx:pt>
          <cx:pt idx="94040">54.689999999999998</cx:pt>
          <cx:pt idx="94041">56.969999999999999</cx:pt>
          <cx:pt idx="94042">56.969999999999999</cx:pt>
          <cx:pt idx="94043">56.969999999999999</cx:pt>
          <cx:pt idx="94044">56.969999999999999</cx:pt>
          <cx:pt idx="94045">169.97999999999999</cx:pt>
          <cx:pt idx="94046">67.579999999999998</cx:pt>
          <cx:pt idx="94047">50.990000000000002</cx:pt>
          <cx:pt idx="94048">50.990000000000002</cx:pt>
          <cx:pt idx="94049">131.97999999999999</cx:pt>
          <cx:pt idx="94050">65.989999999999995</cx:pt>
          <cx:pt idx="94051">63.960000000000001</cx:pt>
          <cx:pt idx="94052">54.979999999999997</cx:pt>
          <cx:pt idx="94053">25.48</cx:pt>
          <cx:pt idx="94054">10.73</cx:pt>
          <cx:pt idx="94055">35.490000000000002</cx:pt>
          <cx:pt idx="94056">39.280000000000001</cx:pt>
          <cx:pt idx="94057">40.200000000000003</cx:pt>
          <cx:pt idx="94058">214.91</cx:pt>
          <cx:pt idx="94059">124.47</cx:pt>
          <cx:pt idx="94060">-44.289999999999999</cx:pt>
          <cx:pt idx="94061">44.289999999999999</cx:pt>
          <cx:pt idx="94062">59.969999999999999</cx:pt>
          <cx:pt idx="94063">24.420000000000002</cx:pt>
          <cx:pt idx="94064">188.93000000000001</cx:pt>
          <cx:pt idx="94065">75.959999999999994</cx:pt>
          <cx:pt idx="94066">232.16</cx:pt>
          <cx:pt idx="94067">85.969999999999999</cx:pt>
          <cx:pt idx="94068">82.299999999999997</cx:pt>
          <cx:pt idx="94069">52.07</cx:pt>
          <cx:pt idx="94070">68.989999999999995</cx:pt>
          <cx:pt idx="94071">84.989999999999995</cx:pt>
          <cx:pt idx="94072">84.989999999999995</cx:pt>
          <cx:pt idx="94073">79.980000000000004</cx:pt>
          <cx:pt idx="94074">57.979999999999997</cx:pt>
          <cx:pt idx="94075">99.980000000000004</cx:pt>
          <cx:pt idx="94076">52.979999999999997</cx:pt>
          <cx:pt idx="94077">55.969999999999999</cx:pt>
          <cx:pt idx="94078">65.980000000000004</cx:pt>
          <cx:pt idx="94079">100.84999999999999</cx:pt>
          <cx:pt idx="94080">106.97</cx:pt>
          <cx:pt idx="94081">87.569999999999993</cx:pt>
          <cx:pt idx="94082">74.980000000000004</cx:pt>
          <cx:pt idx="94083">76.769999999999996</cx:pt>
          <cx:pt idx="94084">108.17</cx:pt>
          <cx:pt idx="94085">69.969999999999999</cx:pt>
          <cx:pt idx="94086">82.980000000000004</cx:pt>
          <cx:pt idx="94087">184.97</cx:pt>
          <cx:pt idx="94088">89.980000000000004</cx:pt>
          <cx:pt idx="94089">56.979999999999997</cx:pt>
          <cx:pt idx="94090">84.969999999999999</cx:pt>
          <cx:pt idx="94091">105.98</cx:pt>
          <cx:pt idx="94092">12.49</cx:pt>
          <cx:pt idx="94093">75.25</cx:pt>
          <cx:pt idx="94094">12.49</cx:pt>
          <cx:pt idx="94095">75.25</cx:pt>
          <cx:pt idx="94096">63.960000000000001</cx:pt>
          <cx:pt idx="94097">172.31999999999999</cx:pt>
          <cx:pt idx="94098">97.939999999999998</cx:pt>
          <cx:pt idx="94099">79.379999999999995</cx:pt>
          <cx:pt idx="94100">134.93000000000001</cx:pt>
          <cx:pt idx="94101">58.460000000000001</cx:pt>
          <cx:pt idx="94102">59.159999999999997</cx:pt>
          <cx:pt idx="94103">98.920000000000002</cx:pt>
          <cx:pt idx="94104">45.479999999999997</cx:pt>
          <cx:pt idx="94105">59.969999999999999</cx:pt>
          <cx:pt idx="94106">118.95999999999999</cx:pt>
          <cx:pt idx="94107">130.46000000000001</cx:pt>
          <cx:pt idx="94108">24.989999999999998</cx:pt>
          <cx:pt idx="94109">59.719999999999999</cx:pt>
          <cx:pt idx="94110">119.95</cx:pt>
          <cx:pt idx="94111">50.969999999999999</cx:pt>
          <cx:pt idx="94112">129.94999999999999</cx:pt>
          <cx:pt idx="94113">103.98</cx:pt>
          <cx:pt idx="94114">82.879999999999995</cx:pt>
          <cx:pt idx="94115">64.959999999999994</cx:pt>
          <cx:pt idx="94116">74.980000000000004</cx:pt>
          <cx:pt idx="94117">90.909999999999997</cx:pt>
          <cx:pt idx="94118">1.5</cx:pt>
          <cx:pt idx="94119">69.989999999999995</cx:pt>
          <cx:pt idx="94120">69.989999999999995</cx:pt>
          <cx:pt idx="94121">33.990000000000002</cx:pt>
          <cx:pt idx="94122">53.979999999999997</cx:pt>
          <cx:pt idx="94123">51.979999999999997</cx:pt>
          <cx:pt idx="94124">51.979999999999997</cx:pt>
          <cx:pt idx="94125">70.969999999999999</cx:pt>
          <cx:pt idx="94126">46.939999999999998</cx:pt>
          <cx:pt idx="94127">39.289999999999999</cx:pt>
          <cx:pt idx="94128">61.979999999999997</cx:pt>
          <cx:pt idx="94129">61.979999999999997</cx:pt>
          <cx:pt idx="94130">61.979999999999997</cx:pt>
          <cx:pt idx="94131">73.980000000000004</cx:pt>
          <cx:pt idx="94132">102.95</cx:pt>
          <cx:pt idx="94133">65.980000000000004</cx:pt>
          <cx:pt idx="94134">65.980000000000004</cx:pt>
          <cx:pt idx="94135">68.909999999999997</cx:pt>
          <cx:pt idx="94136">148.18000000000001</cx:pt>
          <cx:pt idx="94137">148.41999999999999</cx:pt>
          <cx:pt idx="94138">84.980000000000004</cx:pt>
          <cx:pt idx="94139">69.989999999999995</cx:pt>
          <cx:pt idx="94140">99.739999999999995</cx:pt>
          <cx:pt idx="94141">193.84999999999999</cx:pt>
          <cx:pt idx="94142">84.659999999999997</cx:pt>
          <cx:pt idx="94143">72.549999999999997</cx:pt>
          <cx:pt idx="94144">66.530000000000001</cx:pt>
          <cx:pt idx="94145">55.609999999999999</cx:pt>
          <cx:pt idx="94146">57.979999999999997</cx:pt>
          <cx:pt idx="94147">57.979999999999997</cx:pt>
          <cx:pt idx="94148">89.519999999999996</cx:pt>
          <cx:pt idx="94149">67.709999999999994</cx:pt>
          <cx:pt idx="94150">56.969999999999999</cx:pt>
          <cx:pt idx="94151">94.950000000000003</cx:pt>
          <cx:pt idx="94152">75.959999999999994</cx:pt>
          <cx:pt idx="94153">56.969999999999999</cx:pt>
          <cx:pt idx="94154">86.959999999999994</cx:pt>
          <cx:pt idx="94155">71.959999999999994</cx:pt>
          <cx:pt idx="94156">68.359999999999999</cx:pt>
          <cx:pt idx="94157">111.98</cx:pt>
          <cx:pt idx="94158">156.28</cx:pt>
          <cx:pt idx="94159">75.090000000000003</cx:pt>
          <cx:pt idx="94160">84.989999999999995</cx:pt>
          <cx:pt idx="94161">95.959999999999994</cx:pt>
          <cx:pt idx="94162">89.969999999999999</cx:pt>
          <cx:pt idx="94163">89.969999999999999</cx:pt>
          <cx:pt idx="94164">119.95</cx:pt>
          <cx:pt idx="94165">95.959999999999994</cx:pt>
          <cx:pt idx="94166">89.969999999999999</cx:pt>
          <cx:pt idx="94167">89.969999999999999</cx:pt>
          <cx:pt idx="94168">119.95</cx:pt>
          <cx:pt idx="94169">63.960000000000001</cx:pt>
          <cx:pt idx="94170">79.950000000000003</cx:pt>
          <cx:pt idx="94171">149.94999999999999</cx:pt>
          <cx:pt idx="94172">89.969999999999999</cx:pt>
          <cx:pt idx="94173">89.969999999999999</cx:pt>
          <cx:pt idx="94174">62.979999999999997</cx:pt>
          <cx:pt idx="94175">69.959999999999994</cx:pt>
          <cx:pt idx="94176">59.979999999999997</cx:pt>
          <cx:pt idx="94177">59.979999999999997</cx:pt>
          <cx:pt idx="94178">76.969999999999999</cx:pt>
          <cx:pt idx="94179">99.950000000000003</cx:pt>
          <cx:pt idx="94180">149.94</cx:pt>
          <cx:pt idx="94181">109.16</cx:pt>
          <cx:pt idx="94182">79.469999999999999</cx:pt>
          <cx:pt idx="94183">50.969999999999999</cx:pt>
          <cx:pt idx="94184">95.980000000000004</cx:pt>
          <cx:pt idx="94185">79.950000000000003</cx:pt>
          <cx:pt idx="94186">59.960000000000001</cx:pt>
          <cx:pt idx="94187">104.94</cx:pt>
          <cx:pt idx="94188">94.980000000000004</cx:pt>
          <cx:pt idx="94189">97.180000000000007</cx:pt>
          <cx:pt idx="94190">47.030000000000001</cx:pt>
          <cx:pt idx="94191">18.989999999999998</cx:pt>
          <cx:pt idx="94192">335.5</cx:pt>
          <cx:pt idx="94193">84.989999999999995</cx:pt>
          <cx:pt idx="94194">94.959999999999994</cx:pt>
          <cx:pt idx="94195">46.170000000000002</cx:pt>
          <cx:pt idx="94196">99.900000000000006</cx:pt>
          <cx:pt idx="94197">129.87</cx:pt>
          <cx:pt idx="94198">99.900000000000006</cx:pt>
          <cx:pt idx="94199">87.060000000000002</cx:pt>
          <cx:pt idx="94200">61.670000000000002</cx:pt>
          <cx:pt idx="94201">335.38999999999999</cx:pt>
          <cx:pt idx="94202">150.94999999999999</cx:pt>
          <cx:pt idx="94203">150.94999999999999</cx:pt>
          <cx:pt idx="94204">79.959999999999994</cx:pt>
          <cx:pt idx="94205">79.959999999999994</cx:pt>
          <cx:pt idx="94206">71.870000000000005</cx:pt>
          <cx:pt idx="94207">70.980000000000004</cx:pt>
          <cx:pt idx="94208">141.96000000000001</cx:pt>
          <cx:pt idx="94209">1.3</cx:pt>
          <cx:pt idx="94210">56.939999999999998</cx:pt>
          <cx:pt idx="94211">67.930000000000007</cx:pt>
          <cx:pt idx="94212">58.75</cx:pt>
          <cx:pt idx="94213">68.370000000000005</cx:pt>
          <cx:pt idx="94214">65.989999999999995</cx:pt>
          <cx:pt idx="94215">60.979999999999997</cx:pt>
          <cx:pt idx="94216">50.979999999999997</cx:pt>
          <cx:pt idx="94217">23.48</cx:pt>
          <cx:pt idx="94218">50.979999999999997</cx:pt>
          <cx:pt idx="94219">47.25</cx:pt>
          <cx:pt idx="94220">75.519999999999996</cx:pt>
          <cx:pt idx="94221">65.980000000000004</cx:pt>
          <cx:pt idx="94222">98.969999999999999</cx:pt>
          <cx:pt idx="94223">24.489999999999998</cx:pt>
          <cx:pt idx="94224">50.810000000000002</cx:pt>
          <cx:pt idx="94225">56.969999999999999</cx:pt>
          <cx:pt idx="94226">71.969999999999999</cx:pt>
          <cx:pt idx="94227">114.28</cx:pt>
          <cx:pt idx="94228">65.989999999999995</cx:pt>
          <cx:pt idx="94229">59.390000000000001</cx:pt>
          <cx:pt idx="94230">75.480000000000004</cx:pt>
          <cx:pt idx="94231">54.979999999999997</cx:pt>
          <cx:pt idx="94232">59.979999999999997</cx:pt>
          <cx:pt idx="94233">69.980000000000004</cx:pt>
          <cx:pt idx="94234">62.979999999999997</cx:pt>
          <cx:pt idx="94235">71.090000000000003</cx:pt>
          <cx:pt idx="94236">84.989999999999995</cx:pt>
          <cx:pt idx="94237">84.989999999999995</cx:pt>
          <cx:pt idx="94238">84.989999999999995</cx:pt>
          <cx:pt idx="94239">89.969999999999999</cx:pt>
          <cx:pt idx="94240">113.95999999999999</cx:pt>
          <cx:pt idx="94241">124.95</cx:pt>
          <cx:pt idx="94242">120.98</cx:pt>
          <cx:pt idx="94243">120.98</cx:pt>
          <cx:pt idx="94244">120.98</cx:pt>
          <cx:pt idx="94245">67.959999999999994</cx:pt>
          <cx:pt idx="94246">61.969999999999999</cx:pt>
          <cx:pt idx="94247">63.960000000000001</cx:pt>
          <cx:pt idx="94248">55.939999999999998</cx:pt>
          <cx:pt idx="94249">33.280000000000001</cx:pt>
          <cx:pt idx="94250">41.289999999999999</cx:pt>
          <cx:pt idx="94251">89.969999999999999</cx:pt>
          <cx:pt idx="94252">51.979999999999997</cx:pt>
          <cx:pt idx="94253">59.939999999999998</cx:pt>
          <cx:pt idx="94254">59.969999999999999</cx:pt>
          <cx:pt idx="94255">94.959999999999994</cx:pt>
          <cx:pt idx="94256">58.799999999999997</cx:pt>
          <cx:pt idx="94257">54.979999999999997</cx:pt>
          <cx:pt idx="94258">108.86</cx:pt>
          <cx:pt idx="94259">108.86</cx:pt>
          <cx:pt idx="94260">145.15000000000001</cx:pt>
          <cx:pt idx="94261">362.75999999999999</cx:pt>
          <cx:pt idx="94262">101.97</cx:pt>
          <cx:pt idx="94263">65.989999999999995</cx:pt>
          <cx:pt idx="94264">144.47999999999999</cx:pt>
          <cx:pt idx="94265">183.94999999999999</cx:pt>
          <cx:pt idx="94266">23.280000000000001</cx:pt>
          <cx:pt idx="94267">57.950000000000003</cx:pt>
          <cx:pt idx="94268">139.94</cx:pt>
          <cx:pt idx="94269">62.979999999999997</cx:pt>
          <cx:pt idx="94270">80.480000000000004</cx:pt>
          <cx:pt idx="94271">56.340000000000003</cx:pt>
          <cx:pt idx="94272">65.969999999999999</cx:pt>
          <cx:pt idx="94273">62.149999999999999</cx:pt>
          <cx:pt idx="94274">72.239999999999995</cx:pt>
          <cx:pt idx="94275">99.980000000000004</cx:pt>
          <cx:pt idx="94276">59.979999999999997</cx:pt>
          <cx:pt idx="94277">59.979999999999997</cx:pt>
          <cx:pt idx="94278">85.969999999999999</cx:pt>
          <cx:pt idx="94279">85.969999999999999</cx:pt>
          <cx:pt idx="94280">59.979999999999997</cx:pt>
          <cx:pt idx="94281">55.979999999999997</cx:pt>
          <cx:pt idx="94282">55.979999999999997</cx:pt>
          <cx:pt idx="94283">65.969999999999999</cx:pt>
          <cx:pt idx="94284">59.979999999999997</cx:pt>
          <cx:pt idx="94285">50.979999999999997</cx:pt>
          <cx:pt idx="94286">50.979999999999997</cx:pt>
          <cx:pt idx="94287">65.969999999999999</cx:pt>
          <cx:pt idx="94288">115.97</cx:pt>
          <cx:pt idx="94289">83.019999999999996</cx:pt>
          <cx:pt idx="94290">-83.019999999999996</cx:pt>
          <cx:pt idx="94291">131.97</cx:pt>
          <cx:pt idx="94292">49.729999999999997</cx:pt>
          <cx:pt idx="94293">106.98</cx:pt>
          <cx:pt idx="94294">49.460000000000001</cx:pt>
          <cx:pt idx="94295">87.950000000000003</cx:pt>
          <cx:pt idx="94296">59.950000000000003</cx:pt>
          <cx:pt idx="94297">51.210000000000001</cx:pt>
          <cx:pt idx="94298">63.969999999999999</cx:pt>
          <cx:pt idx="94299">87.950000000000003</cx:pt>
          <cx:pt idx="94300">51.210000000000001</cx:pt>
          <cx:pt idx="94301">49.460000000000001</cx:pt>
          <cx:pt idx="94302">59.950000000000003</cx:pt>
          <cx:pt idx="94303">63.969999999999999</cx:pt>
          <cx:pt idx="94304">29.48</cx:pt>
          <cx:pt idx="94305">104.25</cx:pt>
          <cx:pt idx="94306">62.57</cx:pt>
          <cx:pt idx="94307">171.90000000000001</cx:pt>
          <cx:pt idx="94308">141.27000000000001</cx:pt>
          <cx:pt idx="94309">191.96000000000001</cx:pt>
          <cx:pt idx="94310">57.969999999999999</cx:pt>
          <cx:pt idx="94311">69.390000000000001</cx:pt>
          <cx:pt idx="94312">104.33</cx:pt>
          <cx:pt idx="94313">74.980000000000004</cx:pt>
          <cx:pt idx="94314">68.829999999999998</cx:pt>
          <cx:pt idx="94315">59.979999999999997</cx:pt>
          <cx:pt idx="94316">123.47</cx:pt>
          <cx:pt idx="94317">93.969999999999999</cx:pt>
          <cx:pt idx="94318">68.989999999999995</cx:pt>
          <cx:pt idx="94319">169.97999999999999</cx:pt>
          <cx:pt idx="94320">99.969999999999999</cx:pt>
          <cx:pt idx="94321">179.96000000000001</cx:pt>
          <cx:pt idx="94322">52.979999999999997</cx:pt>
          <cx:pt idx="94323">79.989999999999995</cx:pt>
          <cx:pt idx="94324">65.989999999999995</cx:pt>
          <cx:pt idx="94325">49.990000000000002</cx:pt>
          <cx:pt idx="94326">51.490000000000002</cx:pt>
          <cx:pt idx="94327">329.94999999999999</cx:pt>
          <cx:pt idx="94328">72.530000000000001</cx:pt>
          <cx:pt idx="94329">72.530000000000001</cx:pt>
          <cx:pt idx="94330">71.079999999999998</cx:pt>
          <cx:pt idx="94331">53.060000000000002</cx:pt>
          <cx:pt idx="94332">53.969999999999999</cx:pt>
          <cx:pt idx="94333">80.040000000000006</cx:pt>
          <cx:pt idx="94334">59.979999999999997</cx:pt>
          <cx:pt idx="94335">79.959999999999994</cx:pt>
          <cx:pt idx="94336">62.960000000000001</cx:pt>
          <cx:pt idx="94337">61.950000000000003</cx:pt>
          <cx:pt idx="94338">89.909999999999997</cx:pt>
          <cx:pt idx="94339">55.759999999999998</cx:pt>
          <cx:pt idx="94340">64.989999999999995</cx:pt>
          <cx:pt idx="94341">116.06</cx:pt>
          <cx:pt idx="94342">89.980000000000004</cx:pt>
          <cx:pt idx="94343">89.980000000000004</cx:pt>
          <cx:pt idx="94344">119.56</cx:pt>
          <cx:pt idx="94345">18.489999999999998</cx:pt>
          <cx:pt idx="94346">140.36000000000001</cx:pt>
          <cx:pt idx="94347">65.989999999999995</cx:pt>
          <cx:pt idx="94348">122.97</cx:pt>
          <cx:pt idx="94349">331.94</cx:pt>
          <cx:pt idx="94350">46.289999999999999</cx:pt>
          <cx:pt idx="94351">98.980000000000004</cx:pt>
          <cx:pt idx="94352">40.240000000000002</cx:pt>
          <cx:pt idx="94353">84.989999999999995</cx:pt>
          <cx:pt idx="94354">84.989999999999995</cx:pt>
          <cx:pt idx="94355">103.18000000000001</cx:pt>
          <cx:pt idx="94356">97.219999999999999</cx:pt>
          <cx:pt idx="94357">234.53999999999999</cx:pt>
          <cx:pt idx="94358">72.959999999999994</cx:pt>
          <cx:pt idx="94359">29.859999999999999</cx:pt>
          <cx:pt idx="94360">59.969999999999999</cx:pt>
          <cx:pt idx="94361">41.280000000000001</cx:pt>
          <cx:pt idx="94362">50.969999999999999</cx:pt>
          <cx:pt idx="94363">139.97999999999999</cx:pt>
          <cx:pt idx="94364">147.74000000000001</cx:pt>
          <cx:pt idx="94365">146.03</cx:pt>
          <cx:pt idx="94366">59.960000000000001</cx:pt>
          <cx:pt idx="94367">59.960000000000001</cx:pt>
          <cx:pt idx="94368">28.23</cx:pt>
          <cx:pt idx="94369">33.280000000000001</cx:pt>
          <cx:pt idx="94370">33.259999999999998</cx:pt>
          <cx:pt idx="94371">54.969999999999999</cx:pt>
          <cx:pt idx="94372">36.780000000000001</cx:pt>
          <cx:pt idx="94373">72.549999999999997</cx:pt>
          <cx:pt idx="94374">75.200000000000003</cx:pt>
          <cx:pt idx="94375">105.94</cx:pt>
          <cx:pt idx="94376">74.140000000000001</cx:pt>
          <cx:pt idx="94377">99.969999999999999</cx:pt>
          <cx:pt idx="94378">92.969999999999999</cx:pt>
          <cx:pt idx="94379">82.980000000000004</cx:pt>
          <cx:pt idx="94380">56.969999999999999</cx:pt>
          <cx:pt idx="94381">78.969999999999999</cx:pt>
          <cx:pt idx="94382">87.969999999999999</cx:pt>
          <cx:pt idx="94383">106.95999999999999</cx:pt>
          <cx:pt idx="94384">324.91000000000003</cx:pt>
          <cx:pt idx="94385">54.990000000000002</cx:pt>
          <cx:pt idx="94386">46.490000000000002</cx:pt>
          <cx:pt idx="94387">4.9800000000000004</cx:pt>
          <cx:pt idx="94388">109.97</cx:pt>
          <cx:pt idx="94389">69.989999999999995</cx:pt>
          <cx:pt idx="94390">64.989999999999995</cx:pt>
          <cx:pt idx="94391">82.109999999999999</cx:pt>
          <cx:pt idx="94392">51.990000000000002</cx:pt>
          <cx:pt idx="94393">91.799999999999997</cx:pt>
          <cx:pt idx="94394">123.12</cx:pt>
          <cx:pt idx="94395">77.400000000000006</cx:pt>
          <cx:pt idx="94396">160.16999999999999</cx:pt>
          <cx:pt idx="94397">120.95</cx:pt>
          <cx:pt idx="94398">33.479999999999997</cx:pt>
          <cx:pt idx="94399">99.969999999999999</cx:pt>
          <cx:pt idx="94400">83.480000000000004</cx:pt>
          <cx:pt idx="94401">62.469999999999999</cx:pt>
          <cx:pt idx="94402">72.959999999999994</cx:pt>
          <cx:pt idx="94403">53.960000000000001</cx:pt>
          <cx:pt idx="94404">28.48</cx:pt>
          <cx:pt idx="94405">58.270000000000003</cx:pt>
          <cx:pt idx="94406">49.710000000000001</cx:pt>
          <cx:pt idx="94407">7.04</cx:pt>
          <cx:pt idx="94408">74.280000000000001</cx:pt>
          <cx:pt idx="94409">73.980000000000004</cx:pt>
          <cx:pt idx="94410">72.969999999999999</cx:pt>
          <cx:pt idx="94411">164.97</cx:pt>
          <cx:pt idx="94412">77.969999999999999</cx:pt>
          <cx:pt idx="94413">89.969999999999999</cx:pt>
          <cx:pt idx="94414">59.979999999999997</cx:pt>
          <cx:pt idx="94415">59.979999999999997</cx:pt>
          <cx:pt idx="94416">119.95999999999999</cx:pt>
          <cx:pt idx="94417">98.950000000000003</cx:pt>
          <cx:pt idx="94418">230.84999999999999</cx:pt>
          <cx:pt idx="94419">197.96000000000001</cx:pt>
          <cx:pt idx="94420">136.08000000000001</cx:pt>
          <cx:pt idx="94421">59.960000000000001</cx:pt>
          <cx:pt idx="94422">89.950000000000003</cx:pt>
          <cx:pt idx="94423">59.960000000000001</cx:pt>
          <cx:pt idx="94424">59.960000000000001</cx:pt>
          <cx:pt idx="94425">65.989999999999995</cx:pt>
          <cx:pt idx="94426">64.709999999999994</cx:pt>
          <cx:pt idx="94427">53.969999999999999</cx:pt>
          <cx:pt idx="94428">89.930000000000007</cx:pt>
          <cx:pt idx="94429">99.950000000000003</cx:pt>
          <cx:pt idx="94430">59.960000000000001</cx:pt>
          <cx:pt idx="94431">89.930000000000007</cx:pt>
          <cx:pt idx="94432">201.94999999999999</cx:pt>
          <cx:pt idx="94433">54.979999999999997</cx:pt>
          <cx:pt idx="94434">71.969999999999999</cx:pt>
          <cx:pt idx="94435">89.950000000000003</cx:pt>
          <cx:pt idx="94436">82.400000000000006</cx:pt>
          <cx:pt idx="94437">77.150000000000006</cx:pt>
          <cx:pt idx="94438">71.180000000000007</cx:pt>
          <cx:pt idx="94439">36.479999999999997</cx:pt>
          <cx:pt idx="94440">89.980000000000004</cx:pt>
          <cx:pt idx="94441">126.98999999999999</cx:pt>
          <cx:pt idx="94442">110.06</cx:pt>
          <cx:pt idx="94443">119.73</cx:pt>
          <cx:pt idx="94444">218.88999999999999</cx:pt>
          <cx:pt idx="94445">89.980000000000004</cx:pt>
          <cx:pt idx="94446">218.88999999999999</cx:pt>
          <cx:pt idx="94447">218.88999999999999</cx:pt>
          <cx:pt idx="94448">137.87</cx:pt>
          <cx:pt idx="94449">137.87</cx:pt>
          <cx:pt idx="94450">89.980000000000004</cx:pt>
          <cx:pt idx="94451">137.87</cx:pt>
          <cx:pt idx="94452">89.980000000000004</cx:pt>
          <cx:pt idx="94453">72.560000000000002</cx:pt>
          <cx:pt idx="94454">152.41</cx:pt>
          <cx:pt idx="94455">72.560000000000002</cx:pt>
          <cx:pt idx="94456">49.57</cx:pt>
          <cx:pt idx="94457">53.969999999999999</cx:pt>
          <cx:pt idx="94458">53.43</cx:pt>
          <cx:pt idx="94459">189.97999999999999</cx:pt>
          <cx:pt idx="94460">56.969999999999999</cx:pt>
          <cx:pt idx="94461">80.969999999999999</cx:pt>
          <cx:pt idx="94462">80.969999999999999</cx:pt>
          <cx:pt idx="94463">70.650000000000006</cx:pt>
          <cx:pt idx="94464">70.650000000000006</cx:pt>
          <cx:pt idx="94465">50.979999999999997</cx:pt>
          <cx:pt idx="94466">50.979999999999997</cx:pt>
          <cx:pt idx="94467">59.979999999999997</cx:pt>
          <cx:pt idx="94468">59.979999999999997</cx:pt>
          <cx:pt idx="94469">68.989999999999995</cx:pt>
          <cx:pt idx="94470">327.92000000000002</cx:pt>
          <cx:pt idx="94471">62.280000000000001</cx:pt>
          <cx:pt idx="94472">49.990000000000002</cx:pt>
          <cx:pt idx="94473">245.56</cx:pt>
          <cx:pt idx="94474">50.479999999999997</cx:pt>
          <cx:pt idx="94475">114.91</cx:pt>
          <cx:pt idx="94476">119.98</cx:pt>
          <cx:pt idx="94477">110.98</cx:pt>
          <cx:pt idx="94478">62.969999999999999</cx:pt>
          <cx:pt idx="94479">19.48</cx:pt>
          <cx:pt idx="94480">56.969999999999999</cx:pt>
          <cx:pt idx="94481">56.969999999999999</cx:pt>
          <cx:pt idx="94482">68.730000000000004</cx:pt>
          <cx:pt idx="94483">59.369999999999997</cx:pt>
          <cx:pt idx="94484">-5.9000000000000004</cx:pt>
          <cx:pt idx="94485">58.979999999999997</cx:pt>
          <cx:pt idx="94486">64.980000000000004</cx:pt>
          <cx:pt idx="94487">70.129999999999995</cx:pt>
          <cx:pt idx="94488">91.909999999999997</cx:pt>
          <cx:pt idx="94489">91.909999999999997</cx:pt>
          <cx:pt idx="94490">49.590000000000003</cx:pt>
          <cx:pt idx="94491">79.849999999999994</cx:pt>
          <cx:pt idx="94492">49.590000000000003</cx:pt>
          <cx:pt idx="94493">157.25999999999999</cx:pt>
          <cx:pt idx="94494">50.969999999999999</cx:pt>
          <cx:pt idx="94495">-24.989999999999998</cx:pt>
          <cx:pt idx="94496">-25.98</cx:pt>
          <cx:pt idx="94497">27.48</cx:pt>
          <cx:pt idx="94498">27.48</cx:pt>
          <cx:pt idx="94499">59.829999999999998</cx:pt>
          <cx:pt idx="94500">100.45</cx:pt>
          <cx:pt idx="94501">84.989999999999995</cx:pt>
          <cx:pt idx="94502">84.989999999999995</cx:pt>
          <cx:pt idx="94503">84.989999999999995</cx:pt>
          <cx:pt idx="94504">72.239999999999995</cx:pt>
          <cx:pt idx="94505">79.849999999999994</cx:pt>
          <cx:pt idx="94506">79.849999999999994</cx:pt>
          <cx:pt idx="94507">108.86</cx:pt>
          <cx:pt idx="94508">86.489999999999995</cx:pt>
          <cx:pt idx="94509">45.960000000000001</cx:pt>
          <cx:pt idx="94510">37.18</cx:pt>
          <cx:pt idx="94511">67.739999999999995</cx:pt>
          <cx:pt idx="94512">77.980000000000004</cx:pt>
          <cx:pt idx="94513">170.97</cx:pt>
          <cx:pt idx="94514">77.980000000000004</cx:pt>
          <cx:pt idx="94515">154.96000000000001</cx:pt>
          <cx:pt idx="94516">129.96000000000001</cx:pt>
          <cx:pt idx="94517">119.92</cx:pt>
          <cx:pt idx="94518">50.969999999999999</cx:pt>
          <cx:pt idx="94519">68.969999999999999</cx:pt>
          <cx:pt idx="94520">29.48</cx:pt>
          <cx:pt idx="94521">24.489999999999998</cx:pt>
          <cx:pt idx="94522">68.969999999999999</cx:pt>
          <cx:pt idx="94523">24.489999999999998</cx:pt>
          <cx:pt idx="94524">21.039999999999999</cx:pt>
          <cx:pt idx="94525">53.969999999999999</cx:pt>
          <cx:pt idx="94526">53.969999999999999</cx:pt>
          <cx:pt idx="94527">19.289999999999999</cx:pt>
          <cx:pt idx="94528">53.979999999999997</cx:pt>
          <cx:pt idx="94529">119.94</cx:pt>
          <cx:pt idx="94530">71.959999999999994</cx:pt>
          <cx:pt idx="94531">70.689999999999998</cx:pt>
          <cx:pt idx="94532">64.769999999999996</cx:pt>
          <cx:pt idx="94533">55.979999999999997</cx:pt>
          <cx:pt idx="94534">103.95999999999999</cx:pt>
          <cx:pt idx="94535">119.92</cx:pt>
          <cx:pt idx="94536">79.989999999999995</cx:pt>
          <cx:pt idx="94537">121.16</cx:pt>
          <cx:pt idx="94538">129.36000000000001</cx:pt>
          <cx:pt idx="94539">99.980000000000004</cx:pt>
          <cx:pt idx="94540">82.969999999999999</cx:pt>
          <cx:pt idx="94541">54.990000000000002</cx:pt>
          <cx:pt idx="94542">54.990000000000002</cx:pt>
          <cx:pt idx="94543">54.990000000000002</cx:pt>
          <cx:pt idx="94544">99.980000000000004</cx:pt>
          <cx:pt idx="94545">55.979999999999997</cx:pt>
          <cx:pt idx="94546">74.980000000000004</cx:pt>
          <cx:pt idx="94547">65.680000000000007</cx:pt>
          <cx:pt idx="94548">104.98</cx:pt>
          <cx:pt idx="94549">80.739999999999995</cx:pt>
          <cx:pt idx="94550">55.960000000000001</cx:pt>
          <cx:pt idx="94551">117.76000000000001</cx:pt>
          <cx:pt idx="94552">146.96000000000001</cx:pt>
          <cx:pt idx="94553">132.36000000000001</cx:pt>
          <cx:pt idx="94554">59.390000000000001</cx:pt>
          <cx:pt idx="94555">54.979999999999997</cx:pt>
          <cx:pt idx="94556">64.950000000000003</cx:pt>
          <cx:pt idx="94557">94.980000000000004</cx:pt>
          <cx:pt idx="94558">58.93</cx:pt>
          <cx:pt idx="94559">146.36000000000001</cx:pt>
          <cx:pt idx="94560">106.86</cx:pt>
          <cx:pt idx="94561">59.979999999999997</cx:pt>
          <cx:pt idx="94562">56.979999999999997</cx:pt>
          <cx:pt idx="94563">277.41000000000003</cx:pt>
          <cx:pt idx="94564">51.960000000000001</cx:pt>
          <cx:pt idx="94565">151.91999999999999</cx:pt>
          <cx:pt idx="94566">71.959999999999994</cx:pt>
          <cx:pt idx="94567">89.939999999999998</cx:pt>
          <cx:pt idx="94568">226.41</cx:pt>
          <cx:pt idx="94569">76.469999999999999</cx:pt>
          <cx:pt idx="94570">60.969999999999999</cx:pt>
          <cx:pt idx="94571">89.909999999999997</cx:pt>
          <cx:pt idx="94572">78.959999999999994</cx:pt>
          <cx:pt idx="94573">39.890000000000001</cx:pt>
          <cx:pt idx="94574">47.280000000000001</cx:pt>
          <cx:pt idx="94575">45.259999999999998</cx:pt>
          <cx:pt idx="94576">55.969999999999999</cx:pt>
          <cx:pt idx="94577">54.950000000000003</cx:pt>
          <cx:pt idx="94578">139.94999999999999</cx:pt>
          <cx:pt idx="94579">209.97</cx:pt>
          <cx:pt idx="94580">26.289999999999999</cx:pt>
          <cx:pt idx="94581">41.280000000000001</cx:pt>
          <cx:pt idx="94582">41.280000000000001</cx:pt>
          <cx:pt idx="94583">69.969999999999999</cx:pt>
          <cx:pt idx="94584">158.97</cx:pt>
          <cx:pt idx="94585">159.97999999999999</cx:pt>
          <cx:pt idx="94586">50.369999999999997</cx:pt>
          <cx:pt idx="94587">71.969999999999999</cx:pt>
          <cx:pt idx="94588">146.36000000000001</cx:pt>
          <cx:pt idx="94589">53.969999999999999</cx:pt>
          <cx:pt idx="94590">117.98</cx:pt>
          <cx:pt idx="94591">117.98</cx:pt>
          <cx:pt idx="94592">16.289999999999999</cx:pt>
          <cx:pt idx="94593">56.979999999999997</cx:pt>
          <cx:pt idx="94594">16.289999999999999</cx:pt>
          <cx:pt idx="94595">56.979999999999997</cx:pt>
          <cx:pt idx="94596">53.969999999999999</cx:pt>
          <cx:pt idx="94597">109.95999999999999</cx:pt>
          <cx:pt idx="94598">213.91999999999999</cx:pt>
          <cx:pt idx="94599">42.310000000000002</cx:pt>
          <cx:pt idx="94600">42.310000000000002</cx:pt>
          <cx:pt idx="94601">37.469999999999999</cx:pt>
          <cx:pt idx="94602">74.950000000000003</cx:pt>
          <cx:pt idx="94603">46.469999999999999</cx:pt>
          <cx:pt idx="94604">74.950000000000003</cx:pt>
          <cx:pt idx="94605">64.989999999999995</cx:pt>
          <cx:pt idx="94606">56.969999999999999</cx:pt>
          <cx:pt idx="94607">114.98</cx:pt>
          <cx:pt idx="94608">67.989999999999995</cx:pt>
          <cx:pt idx="94609">62.969999999999999</cx:pt>
          <cx:pt idx="94610">52.68</cx:pt>
          <cx:pt idx="94611">61.979999999999997</cx:pt>
          <cx:pt idx="94612">69.980000000000004</cx:pt>
          <cx:pt idx="94613">75.969999999999999</cx:pt>
          <cx:pt idx="94614">117.95999999999999</cx:pt>
          <cx:pt idx="94615">99.980000000000004</cx:pt>
          <cx:pt idx="94616">125.98</cx:pt>
          <cx:pt idx="94617">89.959999999999994</cx:pt>
          <cx:pt idx="94618">101.97</cx:pt>
          <cx:pt idx="94619">94.980000000000004</cx:pt>
          <cx:pt idx="94620">87.980000000000004</cx:pt>
          <cx:pt idx="94621">99.980000000000004</cx:pt>
          <cx:pt idx="94622">64.980000000000004</cx:pt>
          <cx:pt idx="94623">32.479999999999997</cx:pt>
          <cx:pt idx="94624">59.960000000000001</cx:pt>
          <cx:pt idx="94625">59.909999999999997</cx:pt>
          <cx:pt idx="94626">169.97999999999999</cx:pt>
          <cx:pt idx="94627">152.97999999999999</cx:pt>
          <cx:pt idx="94628">34.060000000000002</cx:pt>
          <cx:pt idx="94629">64.950000000000003</cx:pt>
          <cx:pt idx="94630">64.950000000000003</cx:pt>
          <cx:pt idx="94631">49.049999999999997</cx:pt>
          <cx:pt idx="94632">61.670000000000002</cx:pt>
          <cx:pt idx="94633">193.55000000000001</cx:pt>
          <cx:pt idx="94634">39.990000000000002</cx:pt>
          <cx:pt idx="94635">157.94999999999999</cx:pt>
          <cx:pt idx="94636">89.969999999999999</cx:pt>
          <cx:pt idx="94637">139.94999999999999</cx:pt>
          <cx:pt idx="94638">89.969999999999999</cx:pt>
          <cx:pt idx="94639">69.980000000000004</cx:pt>
          <cx:pt idx="94640">70.969999999999999</cx:pt>
          <cx:pt idx="94641">31.489999999999998</cx:pt>
          <cx:pt idx="94642">55.969999999999999</cx:pt>
          <cx:pt idx="94643">31.489999999999998</cx:pt>
          <cx:pt idx="94644">31.489999999999998</cx:pt>
          <cx:pt idx="94645">259.95999999999998</cx:pt>
          <cx:pt idx="94646">259.95999999999998</cx:pt>
          <cx:pt idx="94647">56.969999999999999</cx:pt>
          <cx:pt idx="94648">56.969999999999999</cx:pt>
          <cx:pt idx="94649">69.989999999999995</cx:pt>
          <cx:pt idx="94650">99.969999999999999</cx:pt>
          <cx:pt idx="94651">55.979999999999997</cx:pt>
          <cx:pt idx="94652">50.979999999999997</cx:pt>
          <cx:pt idx="94653">16.489999999999998</cx:pt>
          <cx:pt idx="94654">59.990000000000002</cx:pt>
          <cx:pt idx="94655">55.960000000000001</cx:pt>
          <cx:pt idx="94656">151.47</cx:pt>
          <cx:pt idx="94657">56.969999999999999</cx:pt>
          <cx:pt idx="94658">108.41</cx:pt>
          <cx:pt idx="94659">63.960000000000001</cx:pt>
          <cx:pt idx="94660">63.960000000000001</cx:pt>
          <cx:pt idx="94661">63.960000000000001</cx:pt>
          <cx:pt idx="94662">68.939999999999998</cx:pt>
          <cx:pt idx="94663">77.959999999999994</cx:pt>
          <cx:pt idx="94664">269.75</cx:pt>
          <cx:pt idx="94665">79.849999999999994</cx:pt>
          <cx:pt idx="94666">119.97</cx:pt>
          <cx:pt idx="94667">99.950000000000003</cx:pt>
          <cx:pt idx="94668">79.980000000000004</cx:pt>
          <cx:pt idx="94669">79.980000000000004</cx:pt>
          <cx:pt idx="94670">99.950000000000003</cx:pt>
          <cx:pt idx="94671">119.97</cx:pt>
          <cx:pt idx="94672">26.489999999999998</cx:pt>
          <cx:pt idx="94673">39.479999999999997</cx:pt>
          <cx:pt idx="94674">26.489999999999998</cx:pt>
          <cx:pt idx="94675">16.239999999999998</cx:pt>
          <cx:pt idx="94676">22.940000000000001</cx:pt>
          <cx:pt idx="94677">26.489999999999998</cx:pt>
          <cx:pt idx="94678">26.489999999999998</cx:pt>
          <cx:pt idx="94679">121.98</cx:pt>
          <cx:pt idx="94680">199.96000000000001</cx:pt>
          <cx:pt idx="94681">182.94</cx:pt>
          <cx:pt idx="94682">134.94999999999999</cx:pt>
          <cx:pt idx="94683">68.969999999999999</cx:pt>
          <cx:pt idx="94684">59.979999999999997</cx:pt>
          <cx:pt idx="94685">98.060000000000002</cx:pt>
          <cx:pt idx="94686">31.280000000000001</cx:pt>
          <cx:pt idx="94687">16.940000000000001</cx:pt>
          <cx:pt idx="94688">53.759999999999998</cx:pt>
          <cx:pt idx="94689">70.980000000000004</cx:pt>
          <cx:pt idx="94690">62.969999999999999</cx:pt>
          <cx:pt idx="94691">66.480000000000004</cx:pt>
          <cx:pt idx="94692">119.97</cx:pt>
          <cx:pt idx="94693">75.969999999999999</cx:pt>
          <cx:pt idx="94694">51.960000000000001</cx:pt>
          <cx:pt idx="94695">41.479999999999997</cx:pt>
          <cx:pt idx="94696">237.55000000000001</cx:pt>
          <cx:pt idx="94697">66.469999999999999</cx:pt>
          <cx:pt idx="94698">51.979999999999997</cx:pt>
          <cx:pt idx="94699">89.969999999999999</cx:pt>
          <cx:pt idx="94700">89.969999999999999</cx:pt>
          <cx:pt idx="94701">83.969999999999999</cx:pt>
          <cx:pt idx="94702">67.980000000000004</cx:pt>
          <cx:pt idx="94703">83.969999999999999</cx:pt>
          <cx:pt idx="94704">47.979999999999997</cx:pt>
          <cx:pt idx="94705">57.979999999999997</cx:pt>
          <cx:pt idx="94706">33.479999999999997</cx:pt>
          <cx:pt idx="94707">41.479999999999997</cx:pt>
          <cx:pt idx="94708">68.959999999999994</cx:pt>
          <cx:pt idx="94709">41.479999999999997</cx:pt>
          <cx:pt idx="94710">56.979999999999997</cx:pt>
          <cx:pt idx="94711">79.969999999999999</cx:pt>
          <cx:pt idx="94712">68.909999999999997</cx:pt>
          <cx:pt idx="94713">54.990000000000002</cx:pt>
          <cx:pt idx="94714">54.990000000000002</cx:pt>
          <cx:pt idx="94715">16.940000000000001</cx:pt>
          <cx:pt idx="94716">16.289999999999999</cx:pt>
          <cx:pt idx="94717">16.940000000000001</cx:pt>
          <cx:pt idx="94718">106.44</cx:pt>
          <cx:pt idx="94719">96.780000000000001</cx:pt>
          <cx:pt idx="94720">300.55000000000001</cx:pt>
          <cx:pt idx="94721">65.980000000000004</cx:pt>
          <cx:pt idx="94722">159.96000000000001</cx:pt>
          <cx:pt idx="94723">57.799999999999997</cx:pt>
          <cx:pt idx="94724">72.239999999999995</cx:pt>
          <cx:pt idx="94725">185.27000000000001</cx:pt>
          <cx:pt idx="94726">72.969999999999999</cx:pt>
          <cx:pt idx="94727">50.979999999999997</cx:pt>
          <cx:pt idx="94728">87.959999999999994</cx:pt>
          <cx:pt idx="94729">59.469999999999999</cx:pt>
          <cx:pt idx="94730">100.95</cx:pt>
          <cx:pt idx="94731">99.950000000000003</cx:pt>
          <cx:pt idx="94732">119.95</cx:pt>
          <cx:pt idx="94733">62.979999999999997</cx:pt>
          <cx:pt idx="94734">106.15000000000001</cx:pt>
          <cx:pt idx="94735">42.670000000000002</cx:pt>
          <cx:pt idx="94736">102.48</cx:pt>
          <cx:pt idx="94737">89.230000000000004</cx:pt>
          <cx:pt idx="94738">114.98</cx:pt>
          <cx:pt idx="94739">76.109999999999999</cx:pt>
          <cx:pt idx="94740">125.97</cx:pt>
          <cx:pt idx="94741">184.94999999999999</cx:pt>
          <cx:pt idx="94742">159.97</cx:pt>
          <cx:pt idx="94743">59.960000000000001</cx:pt>
          <cx:pt idx="94744">77.459999999999994</cx:pt>
          <cx:pt idx="94745">178.16999999999999</cx:pt>
          <cx:pt idx="94746">43.479999999999997</cx:pt>
          <cx:pt idx="94747">79.980000000000004</cx:pt>
          <cx:pt idx="94748">65.969999999999999</cx:pt>
          <cx:pt idx="94749">59.960000000000001</cx:pt>
          <cx:pt idx="94750">31.48</cx:pt>
          <cx:pt idx="94751">149.97</cx:pt>
          <cx:pt idx="94752">83.480000000000004</cx:pt>
          <cx:pt idx="94753">134.97999999999999</cx:pt>
          <cx:pt idx="94754">54.979999999999997</cx:pt>
          <cx:pt idx="94755">124.97</cx:pt>
          <cx:pt idx="94756">114.97</cx:pt>
          <cx:pt idx="94757">77.969999999999999</cx:pt>
          <cx:pt idx="94758">78.969999999999999</cx:pt>
          <cx:pt idx="94759">64.980000000000004</cx:pt>
          <cx:pt idx="94760">32.240000000000002</cx:pt>
          <cx:pt idx="94761">121.45999999999999</cx:pt>
          <cx:pt idx="94762">122.95</cx:pt>
          <cx:pt idx="94763">53.979999999999997</cx:pt>
          <cx:pt idx="94764">53.979999999999997</cx:pt>
          <cx:pt idx="94765">56.979999999999997</cx:pt>
          <cx:pt idx="94766">89.969999999999999</cx:pt>
          <cx:pt idx="94767">59.979999999999997</cx:pt>
          <cx:pt idx="94768">27.23</cx:pt>
          <cx:pt idx="94769">16.039999999999999</cx:pt>
          <cx:pt idx="94770">11.09</cx:pt>
          <cx:pt idx="94771">31.48</cx:pt>
          <cx:pt idx="94772">31.48</cx:pt>
          <cx:pt idx="94773">26.48</cx:pt>
          <cx:pt idx="94774">84.319999999999993</cx:pt>
          <cx:pt idx="94775">59.960000000000001</cx:pt>
          <cx:pt idx="94776">112.95</cx:pt>
          <cx:pt idx="94777">164.96000000000001</cx:pt>
          <cx:pt idx="94778">83.959999999999994</cx:pt>
          <cx:pt idx="94779">14.99</cx:pt>
          <cx:pt idx="94780">84.980000000000004</cx:pt>
          <cx:pt idx="94781">68.989999999999995</cx:pt>
          <cx:pt idx="94782">95.980000000000004</cx:pt>
          <cx:pt idx="94783">55.960000000000001</cx:pt>
          <cx:pt idx="94784">108.56999999999999</cx:pt>
          <cx:pt idx="94785">65.989999999999995</cx:pt>
          <cx:pt idx="94786">61.979999999999997</cx:pt>
          <cx:pt idx="94787">56.090000000000003</cx:pt>
          <cx:pt idx="94788">65.989999999999995</cx:pt>
          <cx:pt idx="94789">61.979999999999997</cx:pt>
          <cx:pt idx="94790">65.989999999999995</cx:pt>
          <cx:pt idx="94791">65.989999999999995</cx:pt>
          <cx:pt idx="94792">65.989999999999995</cx:pt>
          <cx:pt idx="94793">65.989999999999995</cx:pt>
          <cx:pt idx="94794">56.090000000000003</cx:pt>
          <cx:pt idx="94795">65.989999999999995</cx:pt>
          <cx:pt idx="94796">65.989999999999995</cx:pt>
          <cx:pt idx="94797">159.97999999999999</cx:pt>
          <cx:pt idx="94798">65.980000000000004</cx:pt>
          <cx:pt idx="94799">65.980000000000004</cx:pt>
          <cx:pt idx="94800">63.979999999999997</cx:pt>
          <cx:pt idx="94801">59.979999999999997</cx:pt>
          <cx:pt idx="94802">63.979999999999997</cx:pt>
          <cx:pt idx="94803">119.95999999999999</cx:pt>
          <cx:pt idx="94804">59.979999999999997</cx:pt>
          <cx:pt idx="94805">122.56</cx:pt>
          <cx:pt idx="94806">82.579999999999998</cx:pt>
          <cx:pt idx="94807">77.420000000000002</cx:pt>
          <cx:pt idx="94808">65.530000000000001</cx:pt>
          <cx:pt idx="94809">12.08</cx:pt>
          <cx:pt idx="94810">41.490000000000002</cx:pt>
          <cx:pt idx="94811">41.490000000000002</cx:pt>
          <cx:pt idx="94812">134.97999999999999</cx:pt>
          <cx:pt idx="94813">184.41</cx:pt>
          <cx:pt idx="94814">93.959999999999994</cx:pt>
          <cx:pt idx="94815">74.969999999999999</cx:pt>
          <cx:pt idx="94816">89.989999999999995</cx:pt>
          <cx:pt idx="94817">57.960000000000001</cx:pt>
          <cx:pt idx="94818">49.469999999999999</cx:pt>
          <cx:pt idx="94819">30.280000000000001</cx:pt>
          <cx:pt idx="94820">56.240000000000002</cx:pt>
          <cx:pt idx="94821">74.269999999999996</cx:pt>
          <cx:pt idx="94822">119.68000000000001</cx:pt>
          <cx:pt idx="94823">111.27</cx:pt>
          <cx:pt idx="94824">58.969999999999999</cx:pt>
          <cx:pt idx="94825">53.979999999999997</cx:pt>
          <cx:pt idx="94826">59.979999999999997</cx:pt>
          <cx:pt idx="94827">88.170000000000002</cx:pt>
          <cx:pt idx="94828">51.979999999999997</cx:pt>
          <cx:pt idx="94829">203.97</cx:pt>
          <cx:pt idx="94830">114.55</cx:pt>
          <cx:pt idx="94831">89.230000000000004</cx:pt>
          <cx:pt idx="94832">96.859999999999999</cx:pt>
          <cx:pt idx="94833">55.979999999999997</cx:pt>
          <cx:pt idx="94834">70.989999999999995</cx:pt>
          <cx:pt idx="94835">124.95999999999999</cx:pt>
          <cx:pt idx="94836">225.59999999999999</cx:pt>
          <cx:pt idx="94837">14.99</cx:pt>
          <cx:pt idx="94838">59.950000000000003</cx:pt>
          <cx:pt idx="94839">69.989999999999995</cx:pt>
          <cx:pt idx="94840">169.97999999999999</cx:pt>
          <cx:pt idx="94841">42.469999999999999</cx:pt>
          <cx:pt idx="94842">80.939999999999998</cx:pt>
          <cx:pt idx="94843">59.960000000000001</cx:pt>
          <cx:pt idx="94844">70.980000000000004</cx:pt>
          <cx:pt idx="94845">71.980000000000004</cx:pt>
          <cx:pt idx="94846">169.93000000000001</cx:pt>
          <cx:pt idx="94847">142.44999999999999</cx:pt>
          <cx:pt idx="94848">76.450000000000003</cx:pt>
          <cx:pt idx="94849">50.979999999999997</cx:pt>
          <cx:pt idx="94850">131.97999999999999</cx:pt>
          <cx:pt idx="94851">131.97999999999999</cx:pt>
          <cx:pt idx="94852">36.490000000000002</cx:pt>
          <cx:pt idx="94853">36.890000000000001</cx:pt>
          <cx:pt idx="94854">21.489999999999998</cx:pt>
          <cx:pt idx="94855">59.979999999999997</cx:pt>
          <cx:pt idx="94856">62.979999999999997</cx:pt>
          <cx:pt idx="94857">71.150000000000006</cx:pt>
          <cx:pt idx="94858">101.62</cx:pt>
          <cx:pt idx="94859">56.969999999999999</cx:pt>
          <cx:pt idx="94860">189.90000000000001</cx:pt>
          <cx:pt idx="94861">28.920000000000002</cx:pt>
          <cx:pt idx="94862">103.84999999999999</cx:pt>
          <cx:pt idx="94863">72.969999999999999</cx:pt>
          <cx:pt idx="94864">140.96000000000001</cx:pt>
          <cx:pt idx="94865">55.979999999999997</cx:pt>
          <cx:pt idx="94866">55.979999999999997</cx:pt>
          <cx:pt idx="94867">53.979999999999997</cx:pt>
          <cx:pt idx="94868">55.979999999999997</cx:pt>
          <cx:pt idx="94869">31.489999999999998</cx:pt>
          <cx:pt idx="94870">50.380000000000003</cx:pt>
          <cx:pt idx="94871">229.78</cx:pt>
          <cx:pt idx="94872">114.89</cx:pt>
          <cx:pt idx="94873">114.89</cx:pt>
          <cx:pt idx="94874">114.89</cx:pt>
          <cx:pt idx="94875">114.89</cx:pt>
          <cx:pt idx="94876">33.479999999999997</cx:pt>
          <cx:pt idx="94877">56.969999999999999</cx:pt>
          <cx:pt idx="94878">77.469999999999999</cx:pt>
          <cx:pt idx="94879">33.479999999999997</cx:pt>
          <cx:pt idx="94880">49.969999999999999</cx:pt>
          <cx:pt idx="94881">77.469999999999999</cx:pt>
          <cx:pt idx="94882">56.969999999999999</cx:pt>
          <cx:pt idx="94883">49.969999999999999</cx:pt>
          <cx:pt idx="94884">68.989999999999995</cx:pt>
          <cx:pt idx="94885">84.980000000000004</cx:pt>
          <cx:pt idx="94886">68.989999999999995</cx:pt>
          <cx:pt idx="94887">87.640000000000001</cx:pt>
          <cx:pt idx="94888">63.719999999999999</cx:pt>
          <cx:pt idx="94889">87.640000000000001</cx:pt>
          <cx:pt idx="94890">84.989999999999995</cx:pt>
          <cx:pt idx="94891">75.579999999999998</cx:pt>
          <cx:pt idx="94892">84.989999999999995</cx:pt>
          <cx:pt idx="94893">63.719999999999999</cx:pt>
          <cx:pt idx="94894">84.980000000000004</cx:pt>
          <cx:pt idx="94895">75.579999999999998</cx:pt>
          <cx:pt idx="94896">208.96000000000001</cx:pt>
          <cx:pt idx="94897">59.960000000000001</cx:pt>
          <cx:pt idx="94898">59.960000000000001</cx:pt>
          <cx:pt idx="94899">67.709999999999994</cx:pt>
          <cx:pt idx="94900">65.189999999999998</cx:pt>
          <cx:pt idx="94901">69.980000000000004</cx:pt>
          <cx:pt idx="94902">76.489999999999995</cx:pt>
          <cx:pt idx="94903">99.980000000000004</cx:pt>
          <cx:pt idx="94904">89.969999999999999</cx:pt>
          <cx:pt idx="94905">227.03999999999999</cx:pt>
          <cx:pt idx="94906">87.359999999999999</cx:pt>
          <cx:pt idx="94907">70.989999999999995</cx:pt>
          <cx:pt idx="94908">53.960000000000001</cx:pt>
          <cx:pt idx="94909">50.969999999999999</cx:pt>
          <cx:pt idx="94910">15.49</cx:pt>
          <cx:pt idx="94911">13.699999999999999</cx:pt>
          <cx:pt idx="94912">25.48</cx:pt>
          <cx:pt idx="94913">15.49</cx:pt>
          <cx:pt idx="94914">50.979999999999997</cx:pt>
          <cx:pt idx="94915">30.23</cx:pt>
          <cx:pt idx="94916">65.939999999999998</cx:pt>
          <cx:pt idx="94917">69.989999999999995</cx:pt>
          <cx:pt idx="94918">59.960000000000001</cx:pt>
          <cx:pt idx="94919">27.379999999999999</cx:pt>
          <cx:pt idx="94920">41.490000000000002</cx:pt>
          <cx:pt idx="94921">102.45999999999999</cx:pt>
          <cx:pt idx="94922">59.960000000000001</cx:pt>
          <cx:pt idx="94923">50.979999999999997</cx:pt>
          <cx:pt idx="94924">89.969999999999999</cx:pt>
          <cx:pt idx="94925">79.969999999999999</cx:pt>
          <cx:pt idx="94926">89.969999999999999</cx:pt>
          <cx:pt idx="94927">59.960000000000001</cx:pt>
          <cx:pt idx="94928">90.870000000000005</cx:pt>
          <cx:pt idx="94929">59.960000000000001</cx:pt>
          <cx:pt idx="94930">31.48</cx:pt>
          <cx:pt idx="94931">59.960000000000001</cx:pt>
          <cx:pt idx="94932">84.989999999999995</cx:pt>
          <cx:pt idx="94933">160.08000000000001</cx:pt>
          <cx:pt idx="94934">85.489999999999995</cx:pt>
          <cx:pt idx="94935">77.390000000000001</cx:pt>
          <cx:pt idx="94936">39.490000000000002</cx:pt>
          <cx:pt idx="94937">87.980000000000004</cx:pt>
          <cx:pt idx="94938">46.490000000000002</cx:pt>
          <cx:pt idx="94939">64.349999999999994</cx:pt>
          <cx:pt idx="94940">46.490000000000002</cx:pt>
          <cx:pt idx="94941">59.840000000000003</cx:pt>
          <cx:pt idx="94942">43.25</cx:pt>
          <cx:pt idx="94943">62.270000000000003</cx:pt>
          <cx:pt idx="94944">159.69999999999999</cx:pt>
          <cx:pt idx="94945">182.66999999999999</cx:pt>
          <cx:pt idx="94946">74.969999999999999</cx:pt>
          <cx:pt idx="94947">139.97999999999999</cx:pt>
          <cx:pt idx="94948">169.97999999999999</cx:pt>
          <cx:pt idx="94949">229.97</cx:pt>
          <cx:pt idx="94950">63.539999999999999</cx:pt>
          <cx:pt idx="94951">166.84999999999999</cx:pt>
          <cx:pt idx="94952">79.980000000000004</cx:pt>
          <cx:pt idx="94953">77.969999999999999</cx:pt>
          <cx:pt idx="94954">77.969999999999999</cx:pt>
          <cx:pt idx="94955">77.969999999999999</cx:pt>
          <cx:pt idx="94956">77.969999999999999</cx:pt>
          <cx:pt idx="94957">77.969999999999999</cx:pt>
          <cx:pt idx="94958">75.629999999999995</cx:pt>
          <cx:pt idx="94959">75.629999999999995</cx:pt>
          <cx:pt idx="94960">77.969999999999999</cx:pt>
          <cx:pt idx="94961">59.979999999999997</cx:pt>
          <cx:pt idx="94962">65.969999999999999</cx:pt>
          <cx:pt idx="94963">55.960000000000001</cx:pt>
          <cx:pt idx="94964">93.560000000000002</cx:pt>
          <cx:pt idx="94965">137.94999999999999</cx:pt>
          <cx:pt idx="94966">77.969999999999999</cx:pt>
          <cx:pt idx="94967">130.94999999999999</cx:pt>
          <cx:pt idx="94968">62.960000000000001</cx:pt>
          <cx:pt idx="94969">67.989999999999995</cx:pt>
          <cx:pt idx="94970">49.719999999999999</cx:pt>
          <cx:pt idx="94971">93.030000000000001</cx:pt>
          <cx:pt idx="94972">94.989999999999995</cx:pt>
          <cx:pt idx="94973">69.980000000000004</cx:pt>
          <cx:pt idx="94974">84.989999999999995</cx:pt>
          <cx:pt idx="94975">54.990000000000002</cx:pt>
          <cx:pt idx="94976">68.969999999999999</cx:pt>
          <cx:pt idx="94977">98.420000000000002</cx:pt>
          <cx:pt idx="94978">91.959999999999994</cx:pt>
          <cx:pt idx="94979">51.439999999999998</cx:pt>
          <cx:pt idx="94980">51.439999999999998</cx:pt>
          <cx:pt idx="94981">262.94</cx:pt>
          <cx:pt idx="94982">93.569999999999993</cx:pt>
          <cx:pt idx="94983">48.57</cx:pt>
          <cx:pt idx="94984">37.280000000000001</cx:pt>
          <cx:pt idx="94985">67.959999999999994</cx:pt>
          <cx:pt idx="94986">49.270000000000003</cx:pt>
          <cx:pt idx="94987">143.97999999999999</cx:pt>
          <cx:pt idx="94988">169.97999999999999</cx:pt>
          <cx:pt idx="94989">199.96000000000001</cx:pt>
          <cx:pt idx="94990">113.97</cx:pt>
          <cx:pt idx="94991">71.969999999999999</cx:pt>
          <cx:pt idx="94992">127.95999999999999</cx:pt>
          <cx:pt idx="94993">113.97</cx:pt>
          <cx:pt idx="94994">79.980000000000004</cx:pt>
          <cx:pt idx="94995">37.460000000000001</cx:pt>
          <cx:pt idx="94996">32.93</cx:pt>
          <cx:pt idx="94997">28.440000000000001</cx:pt>
          <cx:pt idx="94998">51.979999999999997</cx:pt>
          <cx:pt idx="94999">55.979999999999997</cx:pt>
          <cx:pt idx="95000">56.969999999999999</cx:pt>
          <cx:pt idx="95001">114.48</cx:pt>
          <cx:pt idx="95002">148.96000000000001</cx:pt>
          <cx:pt idx="95003">313.82999999999998</cx:pt>
          <cx:pt idx="95004">84.980000000000004</cx:pt>
          <cx:pt idx="95005">69.989999999999995</cx:pt>
          <cx:pt idx="95006">83.480000000000004</cx:pt>
          <cx:pt idx="95007">135.5</cx:pt>
          <cx:pt idx="95008">67.870000000000005</cx:pt>
          <cx:pt idx="95009">71.859999999999999</cx:pt>
          <cx:pt idx="95010">65.299999999999997</cx:pt>
          <cx:pt idx="95011">89.969999999999999</cx:pt>
          <cx:pt idx="95012">80.969999999999999</cx:pt>
          <cx:pt idx="95013">73.980000000000004</cx:pt>
          <cx:pt idx="95014">72.579999999999998</cx:pt>
          <cx:pt idx="95015">100.55</cx:pt>
          <cx:pt idx="95016">72.579999999999998</cx:pt>
          <cx:pt idx="95017">59.18</cx:pt>
          <cx:pt idx="95018">81.480000000000004</cx:pt>
          <cx:pt idx="95019">31.489999999999998</cx:pt>
          <cx:pt idx="95020">59.380000000000003</cx:pt>
          <cx:pt idx="95021">59.380000000000003</cx:pt>
          <cx:pt idx="95022">83.939999999999998</cx:pt>
          <cx:pt idx="95023">83.939999999999998</cx:pt>
          <cx:pt idx="95024">83.939999999999998</cx:pt>
          <cx:pt idx="95025">55.960000000000001</cx:pt>
          <cx:pt idx="95026">75.959999999999994</cx:pt>
          <cx:pt idx="95027">83.930000000000007</cx:pt>
          <cx:pt idx="95028">55.960000000000001</cx:pt>
          <cx:pt idx="95029">87.099999999999994</cx:pt>
          <cx:pt idx="95030">83.480000000000004</cx:pt>
          <cx:pt idx="95031">69.989999999999995</cx:pt>
          <cx:pt idx="95032">69.989999999999995</cx:pt>
          <cx:pt idx="95033">54.479999999999997</cx:pt>
          <cx:pt idx="95034">79.980000000000004</cx:pt>
          <cx:pt idx="95035">76.489999999999995</cx:pt>
          <cx:pt idx="95036">164.25</cx:pt>
          <cx:pt idx="95037">71.629999999999995</cx:pt>
          <cx:pt idx="95038">113.7</cx:pt>
          <cx:pt idx="95039">93.269999999999996</cx:pt>
          <cx:pt idx="95040">119.97</cx:pt>
          <cx:pt idx="95041">149.97999999999999</cx:pt>
          <cx:pt idx="95042">159.97999999999999</cx:pt>
          <cx:pt idx="95043">149.97999999999999</cx:pt>
          <cx:pt idx="95044">159.97999999999999</cx:pt>
          <cx:pt idx="95045">59.969999999999999</cx:pt>
          <cx:pt idx="95046">100.95</cx:pt>
          <cx:pt idx="95047">95.950000000000003</cx:pt>
          <cx:pt idx="95048">69.950000000000003</cx:pt>
          <cx:pt idx="95049">111.93000000000001</cx:pt>
          <cx:pt idx="95050">69.950000000000003</cx:pt>
          <cx:pt idx="95051">59.990000000000002</cx:pt>
          <cx:pt idx="95052">65.989999999999995</cx:pt>
          <cx:pt idx="95053">65.989999999999995</cx:pt>
          <cx:pt idx="95054">41.479999999999997</cx:pt>
          <cx:pt idx="95055">41.479999999999997</cx:pt>
          <cx:pt idx="95056">65.989999999999995</cx:pt>
          <cx:pt idx="95057">65.989999999999995</cx:pt>
          <cx:pt idx="95058">65.989999999999995</cx:pt>
          <cx:pt idx="95059">65.989999999999995</cx:pt>
          <cx:pt idx="95060">65.989999999999995</cx:pt>
          <cx:pt idx="95061">51.090000000000003</cx:pt>
          <cx:pt idx="95062">51.090000000000003</cx:pt>
          <cx:pt idx="95063">65.989999999999995</cx:pt>
          <cx:pt idx="95064">73.480000000000004</cx:pt>
          <cx:pt idx="95065">74.980000000000004</cx:pt>
          <cx:pt idx="95066">75.980000000000004</cx:pt>
          <cx:pt idx="95067">63.979999999999997</cx:pt>
          <cx:pt idx="95068">31.98</cx:pt>
          <cx:pt idx="95069">69.969999999999999</cx:pt>
          <cx:pt idx="95070">93.959999999999994</cx:pt>
          <cx:pt idx="95071">95.400000000000006</cx:pt>
          <cx:pt idx="95072">55.210000000000001</cx:pt>
          <cx:pt idx="95073">64.950000000000003</cx:pt>
          <cx:pt idx="95074">64.950000000000003</cx:pt>
          <cx:pt idx="95075">51.960000000000001</cx:pt>
          <cx:pt idx="95076">64.950000000000003</cx:pt>
          <cx:pt idx="95077">64.950000000000003</cx:pt>
          <cx:pt idx="95078">31.489999999999998</cx:pt>
          <cx:pt idx="95079">64.370000000000005</cx:pt>
          <cx:pt idx="95080">131.97999999999999</cx:pt>
          <cx:pt idx="95081">66.540000000000006</cx:pt>
          <cx:pt idx="95082">117.56</cx:pt>
          <cx:pt idx="95083">66.540000000000006</cx:pt>
          <cx:pt idx="95084">66.540000000000006</cx:pt>
          <cx:pt idx="95085">119.98</cx:pt>
          <cx:pt idx="95086">55.229999999999997</cx:pt>
          <cx:pt idx="95087">64.989999999999995</cx:pt>
          <cx:pt idx="95088">65.980000000000004</cx:pt>
          <cx:pt idx="95089">140.53</cx:pt>
          <cx:pt idx="95090">98.959999999999994</cx:pt>
          <cx:pt idx="95091">92.569999999999993</cx:pt>
          <cx:pt idx="95092">62.560000000000002</cx:pt>
          <cx:pt idx="95093">99.980000000000004</cx:pt>
          <cx:pt idx="95094">105.98</cx:pt>
          <cx:pt idx="95095">99.980000000000004</cx:pt>
          <cx:pt idx="95096">59.979999999999997</cx:pt>
          <cx:pt idx="95097">90.969999999999999</cx:pt>
          <cx:pt idx="95098">71.980000000000004</cx:pt>
          <cx:pt idx="95099">82.980000000000004</cx:pt>
          <cx:pt idx="95100">59.960000000000001</cx:pt>
          <cx:pt idx="95101">245.97</cx:pt>
          <cx:pt idx="95102">197.94</cx:pt>
          <cx:pt idx="95103">51.479999999999997</cx:pt>
          <cx:pt idx="95104">59.979999999999997</cx:pt>
          <cx:pt idx="95105">59.979999999999997</cx:pt>
          <cx:pt idx="95106">59.979999999999997</cx:pt>
          <cx:pt idx="95107">57.479999999999997</cx:pt>
          <cx:pt idx="95108">124.18000000000001</cx:pt>
          <cx:pt idx="95109">76.489999999999995</cx:pt>
          <cx:pt idx="95110">124.18000000000001</cx:pt>
          <cx:pt idx="95111">76.489999999999995</cx:pt>
          <cx:pt idx="95112">124.18000000000001</cx:pt>
          <cx:pt idx="95113">124.18000000000001</cx:pt>
          <cx:pt idx="95114">84.989999999999995</cx:pt>
          <cx:pt idx="95115">76.489999999999995</cx:pt>
          <cx:pt idx="95116">84.989999999999995</cx:pt>
          <cx:pt idx="95117">84.989999999999995</cx:pt>
          <cx:pt idx="95118">152.97999999999999</cx:pt>
          <cx:pt idx="95119">152.97999999999999</cx:pt>
          <cx:pt idx="95120">76.489999999999995</cx:pt>
          <cx:pt idx="95121">152.97999999999999</cx:pt>
          <cx:pt idx="95122">84.989999999999995</cx:pt>
          <cx:pt idx="95123">152.97999999999999</cx:pt>
          <cx:pt idx="95124">59.979999999999997</cx:pt>
          <cx:pt idx="95125">85.969999999999999</cx:pt>
          <cx:pt idx="95126">59.939999999999998</cx:pt>
          <cx:pt idx="95127">99.930000000000007</cx:pt>
          <cx:pt idx="95128">75.439999999999998</cx:pt>
          <cx:pt idx="95129">75.439999999999998</cx:pt>
          <cx:pt idx="95130">53.960000000000001</cx:pt>
          <cx:pt idx="95131">53.960000000000001</cx:pt>
          <cx:pt idx="95132">61.969999999999999</cx:pt>
          <cx:pt idx="95133">53.960000000000001</cx:pt>
          <cx:pt idx="95134">53.960000000000001</cx:pt>
          <cx:pt idx="95135">52.060000000000002</cx:pt>
          <cx:pt idx="95136">61.969999999999999</cx:pt>
          <cx:pt idx="95137">52.060000000000002</cx:pt>
          <cx:pt idx="95138">71.859999999999999</cx:pt>
          <cx:pt idx="95139">71.859999999999999</cx:pt>
          <cx:pt idx="95140">65.299999999999997</cx:pt>
          <cx:pt idx="95141">108.88</cx:pt>
          <cx:pt idx="95142">61.689999999999998</cx:pt>
          <cx:pt idx="95143">55.530000000000001</cx:pt>
          <cx:pt idx="95144">67.870000000000005</cx:pt>
          <cx:pt idx="95145">59.880000000000003</cx:pt>
          <cx:pt idx="95146">55.530000000000001</cx:pt>
          <cx:pt idx="95147">65.299999999999997</cx:pt>
          <cx:pt idx="95148">77.099999999999994</cx:pt>
          <cx:pt idx="95149">77.099999999999994</cx:pt>
          <cx:pt idx="95150">67.870000000000005</cx:pt>
          <cx:pt idx="95151">77.099999999999994</cx:pt>
          <cx:pt idx="95152">108.88</cx:pt>
          <cx:pt idx="95153">77.099999999999994</cx:pt>
          <cx:pt idx="95154">72.239999999999995</cx:pt>
          <cx:pt idx="95155">108.88</cx:pt>
          <cx:pt idx="95156">55.530000000000001</cx:pt>
          <cx:pt idx="95157">108.88</cx:pt>
          <cx:pt idx="95158">59.880000000000003</cx:pt>
          <cx:pt idx="95159">67.870000000000005</cx:pt>
          <cx:pt idx="95160">61.689999999999998</cx:pt>
          <cx:pt idx="95161">61.689999999999998</cx:pt>
          <cx:pt idx="95162">59.880000000000003</cx:pt>
          <cx:pt idx="95163">55.530000000000001</cx:pt>
          <cx:pt idx="95164">72.239999999999995</cx:pt>
          <cx:pt idx="95165">65.299999999999997</cx:pt>
          <cx:pt idx="95166">71.859999999999999</cx:pt>
          <cx:pt idx="95167">72.239999999999995</cx:pt>
          <cx:pt idx="95168">72.239999999999995</cx:pt>
          <cx:pt idx="95169">71.859999999999999</cx:pt>
          <cx:pt idx="95170">65.299999999999997</cx:pt>
          <cx:pt idx="95171">67.870000000000005</cx:pt>
          <cx:pt idx="95172">61.689999999999998</cx:pt>
          <cx:pt idx="95173">59.880000000000003</cx:pt>
          <cx:pt idx="95174">17.489999999999998</cx:pt>
          <cx:pt idx="95175">79.980000000000004</cx:pt>
          <cx:pt idx="95176">51.229999999999997</cx:pt>
          <cx:pt idx="95177">8.4900000000000002</cx:pt>
          <cx:pt idx="95178">36.490000000000002</cx:pt>
          <cx:pt idx="95179">74.980000000000004</cx:pt>
          <cx:pt idx="95180">79.819999999999993</cx:pt>
          <cx:pt idx="95181">33.840000000000003</cx:pt>
          <cx:pt idx="95182">117.56999999999999</cx:pt>
          <cx:pt idx="95183">96.760000000000005</cx:pt>
          <cx:pt idx="95184">106.97</cx:pt>
          <cx:pt idx="95185">134.97</cx:pt>
          <cx:pt idx="95186">56.969999999999999</cx:pt>
          <cx:pt idx="95187">103.98</cx:pt>
          <cx:pt idx="95188">87.969999999999999</cx:pt>
          <cx:pt idx="95189">92.540000000000006</cx:pt>
          <cx:pt idx="95190">120.95999999999999</cx:pt>
          <cx:pt idx="95191">123.38</cx:pt>
          <cx:pt idx="95192">63.369999999999997</cx:pt>
          <cx:pt idx="95193">88.969999999999999</cx:pt>
          <cx:pt idx="95194">123.26000000000001</cx:pt>
          <cx:pt idx="95195">30.260000000000002</cx:pt>
          <cx:pt idx="95196">70.989999999999995</cx:pt>
          <cx:pt idx="95197">169.97</cx:pt>
          <cx:pt idx="95198">128.24000000000001</cx:pt>
          <cx:pt idx="95199">79.849999999999994</cx:pt>
          <cx:pt idx="95200">128.24000000000001</cx:pt>
          <cx:pt idx="95201">62.969999999999999</cx:pt>
          <cx:pt idx="95202">53.759999999999998</cx:pt>
          <cx:pt idx="95203">62.969999999999999</cx:pt>
          <cx:pt idx="95204">26.489999999999998</cx:pt>
          <cx:pt idx="95205">140.18000000000001</cx:pt>
          <cx:pt idx="95206">63.969999999999999</cx:pt>
          <cx:pt idx="95207">-1.5</cx:pt>
          <cx:pt idx="95208">159.96000000000001</cx:pt>
          <cx:pt idx="95209">119.97</cx:pt>
          <cx:pt idx="95210">131.97999999999999</cx:pt>
          <cx:pt idx="95211">131.97999999999999</cx:pt>
          <cx:pt idx="95212">133.47999999999999</cx:pt>
          <cx:pt idx="95213">174.94999999999999</cx:pt>
          <cx:pt idx="95214">174.94999999999999</cx:pt>
          <cx:pt idx="95215">133.47999999999999</cx:pt>
          <cx:pt idx="95216">193.75999999999999</cx:pt>
          <cx:pt idx="95217">199.90000000000001</cx:pt>
          <cx:pt idx="95218">79.959999999999994</cx:pt>
          <cx:pt idx="95219">124.95999999999999</cx:pt>
          <cx:pt idx="95220">79.969999999999999</cx:pt>
          <cx:pt idx="95221">101.92</cx:pt>
          <cx:pt idx="95222">219.11000000000001</cx:pt>
          <cx:pt idx="95223">129.46000000000001</cx:pt>
          <cx:pt idx="95224">89.980000000000004</cx:pt>
          <cx:pt idx="95225">89.980000000000004</cx:pt>
          <cx:pt idx="95226">146.25</cx:pt>
          <cx:pt idx="95227">84.959999999999994</cx:pt>
          <cx:pt idx="95228">90.730000000000004</cx:pt>
          <cx:pt idx="95229">100.39</cx:pt>
          <cx:pt idx="95230">-6</cx:pt>
          <cx:pt idx="95231">112.18000000000001</cx:pt>
          <cx:pt idx="95232">59.390000000000001</cx:pt>
          <cx:pt idx="95233">64.989999999999995</cx:pt>
          <cx:pt idx="95234">49.490000000000002</cx:pt>
          <cx:pt idx="95235">76.489999999999995</cx:pt>
          <cx:pt idx="95236">168.97</cx:pt>
          <cx:pt idx="95237">155.94999999999999</cx:pt>
          <cx:pt idx="95238">64.989999999999995</cx:pt>
          <cx:pt idx="95239">59.960000000000001</cx:pt>
          <cx:pt idx="95240">59.950000000000003</cx:pt>
          <cx:pt idx="95241">83.480000000000004</cx:pt>
          <cx:pt idx="95242">55.969999999999999</cx:pt>
          <cx:pt idx="95243">51.270000000000003</cx:pt>
          <cx:pt idx="95244">56.68</cx:pt>
          <cx:pt idx="95245">26.989999999999998</cx:pt>
          <cx:pt idx="95246">56.969999999999999</cx:pt>
          <cx:pt idx="95247">58.969999999999999</cx:pt>
          <cx:pt idx="95248">74.280000000000001</cx:pt>
          <cx:pt idx="95249">134.94999999999999</cx:pt>
          <cx:pt idx="95250">-3.2999999999999998</cx:pt>
          <cx:pt idx="95251">77.980000000000004</cx:pt>
          <cx:pt idx="95252">59.380000000000003</cx:pt>
          <cx:pt idx="95253">75.980000000000004</cx:pt>
          <cx:pt idx="95254">89.969999999999999</cx:pt>
          <cx:pt idx="95255">53.969999999999999</cx:pt>
          <cx:pt idx="95256">53.969999999999999</cx:pt>
          <cx:pt idx="95257">71.959999999999994</cx:pt>
          <cx:pt idx="95258">74.950000000000003</cx:pt>
          <cx:pt idx="95259">54.990000000000002</cx:pt>
          <cx:pt idx="95260">59.979999999999997</cx:pt>
          <cx:pt idx="95261">80.969999999999999</cx:pt>
          <cx:pt idx="95262">76.469999999999999</cx:pt>
          <cx:pt idx="95263">85.469999999999999</cx:pt>
          <cx:pt idx="95264">89.069999999999993</cx:pt>
          <cx:pt idx="95265">88.719999999999999</cx:pt>
          <cx:pt idx="95266">124.95</cx:pt>
          <cx:pt idx="95267">76.489999999999995</cx:pt>
          <cx:pt idx="95268">83.290000000000006</cx:pt>
          <cx:pt idx="95269">84.989999999999995</cx:pt>
          <cx:pt idx="95270">84.140000000000001</cx:pt>
          <cx:pt idx="95271">-23.600000000000001</cx:pt>
          <cx:pt idx="95272">154.91</cx:pt>
          <cx:pt idx="95273">123.40000000000001</cx:pt>
          <cx:pt idx="95274">288.72000000000003</cx:pt>
          <cx:pt idx="95275">131.97999999999999</cx:pt>
          <cx:pt idx="95276">171.96000000000001</cx:pt>
          <cx:pt idx="95277">117.84999999999999</cx:pt>
          <cx:pt idx="95278">41.479999999999997</cx:pt>
          <cx:pt idx="95279">16.489999999999998</cx:pt>
          <cx:pt idx="95280">31.48</cx:pt>
          <cx:pt idx="95281">15.949999999999999</cx:pt>
          <cx:pt idx="95282">16.190000000000001</cx:pt>
          <cx:pt idx="95283">145.75999999999999</cx:pt>
          <cx:pt idx="95284">61.689999999999998</cx:pt>
          <cx:pt idx="95285">48.890000000000001</cx:pt>
          <cx:pt idx="95286">126.97</cx:pt>
          <cx:pt idx="95287">67.959999999999994</cx:pt>
          <cx:pt idx="95288">112.97</cx:pt>
          <cx:pt idx="95289">68.980000000000004</cx:pt>
          <cx:pt idx="95290">74.950000000000003</cx:pt>
          <cx:pt idx="95291">157.44999999999999</cx:pt>
          <cx:pt idx="95292">79.469999999999999</cx:pt>
          <cx:pt idx="95293">60.729999999999997</cx:pt>
          <cx:pt idx="95294">19.039999999999999</cx:pt>
          <cx:pt idx="95295">188.36000000000001</cx:pt>
          <cx:pt idx="95296">20.289999999999999</cx:pt>
          <cx:pt idx="95297">20.289999999999999</cx:pt>
          <cx:pt idx="95298">72.549999999999997</cx:pt>
          <cx:pt idx="95299">72.549999999999997</cx:pt>
          <cx:pt idx="95300">72.549999999999997</cx:pt>
          <cx:pt idx="95301">-72.549999999999997</cx:pt>
          <cx:pt idx="95302">72.549999999999997</cx:pt>
          <cx:pt idx="95303">14.99</cx:pt>
          <cx:pt idx="95304">29.98</cx:pt>
          <cx:pt idx="95305">84.950000000000003</cx:pt>
          <cx:pt idx="95306">123.47</cx:pt>
          <cx:pt idx="95307">50.409999999999997</cx:pt>
          <cx:pt idx="95308">63.960000000000001</cx:pt>
          <cx:pt idx="95309">63.960000000000001</cx:pt>
          <cx:pt idx="95310">54.950000000000003</cx:pt>
          <cx:pt idx="95311">89.900000000000006</cx:pt>
          <cx:pt idx="95312">51.939999999999998</cx:pt>
          <cx:pt idx="95313">54.950000000000003</cx:pt>
          <cx:pt idx="95314">54.950000000000003</cx:pt>
          <cx:pt idx="95315">142.13</cx:pt>
          <cx:pt idx="95316">53.969999999999999</cx:pt>
          <cx:pt idx="95317">50.969999999999999</cx:pt>
          <cx:pt idx="95318">76.459999999999994</cx:pt>
          <cx:pt idx="95319">102.48</cx:pt>
          <cx:pt idx="95320">85.489999999999995</cx:pt>
          <cx:pt idx="95321">102.48</cx:pt>
          <cx:pt idx="95322">85.489999999999995</cx:pt>
          <cx:pt idx="95323">170.47999999999999</cx:pt>
          <cx:pt idx="95324">170.47999999999999</cx:pt>
          <cx:pt idx="95325">55.969999999999999</cx:pt>
          <cx:pt idx="95326">183.96000000000001</cx:pt>
          <cx:pt idx="95327">66.469999999999999</cx:pt>
          <cx:pt idx="95328">68.930000000000007</cx:pt>
          <cx:pt idx="95329">68.930000000000007</cx:pt>
          <cx:pt idx="95330">68.930000000000007</cx:pt>
          <cx:pt idx="95331">47.149999999999999</cx:pt>
          <cx:pt idx="95332">68.930000000000007</cx:pt>
          <cx:pt idx="95333">79.989999999999995</cx:pt>
          <cx:pt idx="95334">79.989999999999995</cx:pt>
          <cx:pt idx="95335">36.479999999999997</cx:pt>
          <cx:pt idx="95336">128.96000000000001</cx:pt>
          <cx:pt idx="95337">71.980000000000004</cx:pt>
          <cx:pt idx="95338">49.280000000000001</cx:pt>
          <cx:pt idx="95339">39.990000000000002</cx:pt>
          <cx:pt idx="95340">49.880000000000003</cx:pt>
          <cx:pt idx="95341">59.960000000000001</cx:pt>
          <cx:pt idx="95342">196.25</cx:pt>
          <cx:pt idx="95343">100.98</cx:pt>
          <cx:pt idx="95344">59.969999999999999</cx:pt>
          <cx:pt idx="95345">59.990000000000002</cx:pt>
          <cx:pt idx="95346">54.979999999999997</cx:pt>
          <cx:pt idx="95347">54.979999999999997</cx:pt>
          <cx:pt idx="95348">72.219999999999999</cx:pt>
          <cx:pt idx="95349">59.969999999999999</cx:pt>
          <cx:pt idx="95350">48.479999999999997</cx:pt>
          <cx:pt idx="95351">17.489999999999998</cx:pt>
          <cx:pt idx="95352">89.969999999999999</cx:pt>
          <cx:pt idx="95353">106.97</cx:pt>
          <cx:pt idx="95354">104.98</cx:pt>
          <cx:pt idx="95355">158.47</cx:pt>
          <cx:pt idx="95356">94.359999999999999</cx:pt>
          <cx:pt idx="95357">112.97</cx:pt>
          <cx:pt idx="95358">201.94</cx:pt>
          <cx:pt idx="95359">106.98</cx:pt>
          <cx:pt idx="95360">106.98</cx:pt>
          <cx:pt idx="95361">112.97</cx:pt>
          <cx:pt idx="95362">201.94</cx:pt>
          <cx:pt idx="95363">169.97999999999999</cx:pt>
          <cx:pt idx="95364">73.969999999999999</cx:pt>
          <cx:pt idx="95365">81.579999999999998</cx:pt>
          <cx:pt idx="95366">144.46000000000001</cx:pt>
          <cx:pt idx="95367">81.579999999999998</cx:pt>
          <cx:pt idx="95368">144.46000000000001</cx:pt>
          <cx:pt idx="95369">73.969999999999999</cx:pt>
          <cx:pt idx="95370">141.91</cx:pt>
          <cx:pt idx="95371">158.05000000000001</cx:pt>
          <cx:pt idx="95372">101.05</cx:pt>
          <cx:pt idx="95373">119.97</cx:pt>
          <cx:pt idx="95374">299.89999999999998</cx:pt>
          <cx:pt idx="95375">74.950000000000003</cx:pt>
          <cx:pt idx="95376">74.950000000000003</cx:pt>
          <cx:pt idx="95377">119.95999999999999</cx:pt>
          <cx:pt idx="95378">179.94</cx:pt>
          <cx:pt idx="95379">59.979999999999997</cx:pt>
          <cx:pt idx="95380">59.979999999999997</cx:pt>
          <cx:pt idx="95381">59.979999999999997</cx:pt>
          <cx:pt idx="95382">119.95999999999999</cx:pt>
          <cx:pt idx="95383">59.969999999999999</cx:pt>
          <cx:pt idx="95384">54.979999999999997</cx:pt>
          <cx:pt idx="95385">63.979999999999997</cx:pt>
          <cx:pt idx="95386">54.979999999999997</cx:pt>
          <cx:pt idx="95387">65.989999999999995</cx:pt>
          <cx:pt idx="95388">299.88</cx:pt>
          <cx:pt idx="95389">89.969999999999999</cx:pt>
          <cx:pt idx="95390">149.94999999999999</cx:pt>
          <cx:pt idx="95391">119.95</cx:pt>
          <cx:pt idx="95392">89.969999999999999</cx:pt>
          <cx:pt idx="95393">-149.94999999999999</cx:pt>
          <cx:pt idx="95394">61.689999999999998</cx:pt>
          <cx:pt idx="95395">97.989999999999995</cx:pt>
          <cx:pt idx="95396">22.289999999999999</cx:pt>
          <cx:pt idx="95397">128.24000000000001</cx:pt>
          <cx:pt idx="95398">71.959999999999994</cx:pt>
          <cx:pt idx="95399">62.960000000000001</cx:pt>
          <cx:pt idx="95400">76.959999999999994</cx:pt>
          <cx:pt idx="95401">85.480000000000004</cx:pt>
          <cx:pt idx="95402">62.979999999999997</cx:pt>
          <cx:pt idx="95403">23.48</cx:pt>
          <cx:pt idx="95404">67.959999999999994</cx:pt>
          <cx:pt idx="95405">139.94999999999999</cx:pt>
          <cx:pt idx="95406">51.450000000000003</cx:pt>
          <cx:pt idx="95407">122.97</cx:pt>
          <cx:pt idx="95408">120.97</cx:pt>
          <cx:pt idx="95409">183.94999999999999</cx:pt>
          <cx:pt idx="95410">183.94999999999999</cx:pt>
          <cx:pt idx="95411">120.97</cx:pt>
          <cx:pt idx="95412">183.94999999999999</cx:pt>
          <cx:pt idx="95413">122.97</cx:pt>
          <cx:pt idx="95414">122.97</cx:pt>
          <cx:pt idx="95415">79.980000000000004</cx:pt>
          <cx:pt idx="95416">120.97</cx:pt>
          <cx:pt idx="95417">79.980000000000004</cx:pt>
          <cx:pt idx="95418">79.980000000000004</cx:pt>
          <cx:pt idx="95419">113.22</cx:pt>
          <cx:pt idx="95420">182.87</cx:pt>
          <cx:pt idx="95421">327.92000000000002</cx:pt>
          <cx:pt idx="95422">72.549999999999997</cx:pt>
          <cx:pt idx="95423">61.670000000000002</cx:pt>
          <cx:pt idx="95424">59.960000000000001</cx:pt>
          <cx:pt idx="95425">37.469999999999999</cx:pt>
          <cx:pt idx="95426">55.920000000000002</cx:pt>
          <cx:pt idx="95427">31.48</cx:pt>
          <cx:pt idx="95428">59.359999999999999</cx:pt>
          <cx:pt idx="95429">152.96000000000001</cx:pt>
          <cx:pt idx="95430">17.239999999999998</cx:pt>
          <cx:pt idx="95431">96.680000000000007</cx:pt>
          <cx:pt idx="95432">79.989999999999995</cx:pt>
          <cx:pt idx="95433">123.47</cx:pt>
          <cx:pt idx="95434">118.26000000000001</cx:pt>
          <cx:pt idx="95435">145.09999999999999</cx:pt>
          <cx:pt idx="95436">112.45</cx:pt>
          <cx:pt idx="95437">49.990000000000002</cx:pt>
          <cx:pt idx="95438">49.990000000000002</cx:pt>
          <cx:pt idx="95439">50.979999999999997</cx:pt>
          <cx:pt idx="95440">50.859999999999999</cx:pt>
          <cx:pt idx="95441">24.48</cx:pt>
          <cx:pt idx="95442">60.969999999999999</cx:pt>
          <cx:pt idx="95443">49.469999999999999</cx:pt>
          <cx:pt idx="95444">24.48</cx:pt>
          <cx:pt idx="95445">49.469999999999999</cx:pt>
          <cx:pt idx="95446">49.469999999999999</cx:pt>
          <cx:pt idx="95447">49.469999999999999</cx:pt>
          <cx:pt idx="95448">50.979999999999997</cx:pt>
          <cx:pt idx="95449">24.48</cx:pt>
          <cx:pt idx="95450">50.979999999999997</cx:pt>
          <cx:pt idx="95451">50.979999999999997</cx:pt>
          <cx:pt idx="95452">50.859999999999999</cx:pt>
          <cx:pt idx="95453">60.969999999999999</cx:pt>
          <cx:pt idx="95454">50.859999999999999</cx:pt>
          <cx:pt idx="95455">50.859999999999999</cx:pt>
          <cx:pt idx="95456">49.990000000000002</cx:pt>
          <cx:pt idx="95457">60.969999999999999</cx:pt>
          <cx:pt idx="95458">24.48</cx:pt>
          <cx:pt idx="95459">49.990000000000002</cx:pt>
          <cx:pt idx="95460">60.969999999999999</cx:pt>
          <cx:pt idx="95461">155.96000000000001</cx:pt>
          <cx:pt idx="95462">143.97</cx:pt>
          <cx:pt idx="95463">249.94999999999999</cx:pt>
          <cx:pt idx="95464">51.969999999999999</cx:pt>
          <cx:pt idx="95465">57.979999999999997</cx:pt>
          <cx:pt idx="95466">54.990000000000002</cx:pt>
          <cx:pt idx="95467">58.770000000000003</cx:pt>
          <cx:pt idx="95468">21.289999999999999</cx:pt>
          <cx:pt idx="95469">21.289999999999999</cx:pt>
          <cx:pt idx="95470">269.91000000000003</cx:pt>
          <cx:pt idx="95471">79.989999999999995</cx:pt>
          <cx:pt idx="95472">117.76000000000001</cx:pt>
          <cx:pt idx="95473">54.960000000000001</cx:pt>
          <cx:pt idx="95474">59.950000000000003</cx:pt>
          <cx:pt idx="95475">72.239999999999995</cx:pt>
          <cx:pt idx="95476">107.97</cx:pt>
          <cx:pt idx="95477">8.75</cx:pt>
          <cx:pt idx="95478">51.960000000000001</cx:pt>
          <cx:pt idx="95479">64.950000000000003</cx:pt>
          <cx:pt idx="95480">251.61000000000001</cx:pt>
          <cx:pt idx="95481">77.420000000000002</cx:pt>
          <cx:pt idx="95482">68.379999999999995</cx:pt>
          <cx:pt idx="95483">51.969999999999999</cx:pt>
          <cx:pt idx="95484">53.939999999999998</cx:pt>
          <cx:pt idx="95485">89.980000000000004</cx:pt>
          <cx:pt idx="95486">61.969999999999999</cx:pt>
          <cx:pt idx="95487">45.490000000000002</cx:pt>
          <cx:pt idx="95488">98.959999999999994</cx:pt>
          <cx:pt idx="95489">53.969999999999999</cx:pt>
          <cx:pt idx="95490">64.349999999999994</cx:pt>
          <cx:pt idx="95491">159.96000000000001</cx:pt>
          <cx:pt idx="95492">137.94999999999999</cx:pt>
          <cx:pt idx="95493">97.920000000000002</cx:pt>
          <cx:pt idx="95494">99.980000000000004</cx:pt>
          <cx:pt idx="95495">115.95</cx:pt>
          <cx:pt idx="95496">43.469999999999999</cx:pt>
          <cx:pt idx="95497">59.25</cx:pt>
          <cx:pt idx="95498">87.079999999999998</cx:pt>
          <cx:pt idx="95499">100.39</cx:pt>
          <cx:pt idx="95500">72.579999999999998</cx:pt>
          <cx:pt idx="95501">27.280000000000001</cx:pt>
          <cx:pt idx="95502">99.980000000000004</cx:pt>
          <cx:pt idx="95503">52.18</cx:pt>
          <cx:pt idx="95504">75.569999999999993</cx:pt>
          <cx:pt idx="95505">62.880000000000003</cx:pt>
          <cx:pt idx="95506">61.18</cx:pt>
          <cx:pt idx="95507">46.759999999999998</cx:pt>
          <cx:pt idx="95508">59.159999999999997</cx:pt>
          <cx:pt idx="95509">246.21000000000001</cx:pt>
          <cx:pt idx="95510">99.980000000000004</cx:pt>
          <cx:pt idx="95511">246.21000000000001</cx:pt>
          <cx:pt idx="95512">99.980000000000004</cx:pt>
          <cx:pt idx="95513">59.159999999999997</cx:pt>
          <cx:pt idx="95514">65.989999999999995</cx:pt>
          <cx:pt idx="95515">65.989999999999995</cx:pt>
          <cx:pt idx="95516">35.990000000000002</cx:pt>
          <cx:pt idx="95517">65.989999999999995</cx:pt>
          <cx:pt idx="95518">76.489999999999995</cx:pt>
          <cx:pt idx="95519">84.989999999999995</cx:pt>
          <cx:pt idx="95520">70.989999999999995</cx:pt>
          <cx:pt idx="95521">69.980000000000004</cx:pt>
          <cx:pt idx="95522">61.170000000000002</cx:pt>
          <cx:pt idx="95523">92.579999999999998</cx:pt>
          <cx:pt idx="95524">110.95999999999999</cx:pt>
          <cx:pt idx="95525">115.97</cx:pt>
          <cx:pt idx="95526">95.980000000000004</cx:pt>
          <cx:pt idx="95527">84.989999999999995</cx:pt>
          <cx:pt idx="95528">121.05</cx:pt>
          <cx:pt idx="95529">138.27000000000001</cx:pt>
          <cx:pt idx="95530">63.969999999999999</cx:pt>
          <cx:pt idx="95531">52.969999999999999</cx:pt>
          <cx:pt idx="95532">62.969999999999999</cx:pt>
          <cx:pt idx="95533">99.030000000000001</cx:pt>
          <cx:pt idx="95534">228.53</cx:pt>
          <cx:pt idx="95535">59.979999999999997</cx:pt>
          <cx:pt idx="95536">45.140000000000001</cx:pt>
          <cx:pt idx="95537">56.090000000000003</cx:pt>
          <cx:pt idx="95538">85.980000000000004</cx:pt>
          <cx:pt idx="95539">41.490000000000002</cx:pt>
          <cx:pt idx="95540">64.609999999999999</cx:pt>
          <cx:pt idx="95541">42.240000000000002</cx:pt>
          <cx:pt idx="95542">69.980000000000004</cx:pt>
          <cx:pt idx="95543">56.979999999999997</cx:pt>
          <cx:pt idx="95544">64.950000000000003</cx:pt>
          <cx:pt idx="95545">259.80000000000001</cx:pt>
          <cx:pt idx="95546">58.18</cx:pt>
          <cx:pt idx="95547">53.960000000000001</cx:pt>
          <cx:pt idx="95548">117.47</cx:pt>
          <cx:pt idx="95549">115.18000000000001</cx:pt>
          <cx:pt idx="95550">92.280000000000001</cx:pt>
          <cx:pt idx="95551">99.969999999999999</cx:pt>
          <cx:pt idx="95552">98.969999999999999</cx:pt>
          <cx:pt idx="95553">99.989999999999995</cx:pt>
          <cx:pt idx="95554">65.989999999999995</cx:pt>
          <cx:pt idx="95555">169.97999999999999</cx:pt>
          <cx:pt idx="95556">51.979999999999997</cx:pt>
          <cx:pt idx="95557">21.48</cx:pt>
          <cx:pt idx="95558">52.979999999999997</cx:pt>
          <cx:pt idx="95559">53.979999999999997</cx:pt>
          <cx:pt idx="95560">59.979999999999997</cx:pt>
          <cx:pt idx="95561">52.979999999999997</cx:pt>
          <cx:pt idx="95562">49.479999999999997</cx:pt>
          <cx:pt idx="95563">54.979999999999997</cx:pt>
          <cx:pt idx="95564">93.950000000000003</cx:pt>
          <cx:pt idx="95565">39.479999999999997</cx:pt>
          <cx:pt idx="95566">125.95</cx:pt>
          <cx:pt idx="95567">34.979999999999997</cx:pt>
          <cx:pt idx="95568">59.960000000000001</cx:pt>
          <cx:pt idx="95569">59.960000000000001</cx:pt>
          <cx:pt idx="95570">59.369999999999997</cx:pt>
          <cx:pt idx="95571">59.960000000000001</cx:pt>
          <cx:pt idx="95572">82.980000000000004</cx:pt>
          <cx:pt idx="95573">44.490000000000002</cx:pt>
          <cx:pt idx="95574">109.95999999999999</cx:pt>
          <cx:pt idx="95575">64.579999999999998</cx:pt>
          <cx:pt idx="95576">50.969999999999999</cx:pt>
          <cx:pt idx="95577">17.289999999999999</cx:pt>
          <cx:pt idx="95578">20.289999999999999</cx:pt>
          <cx:pt idx="95579">24.68</cx:pt>
          <cx:pt idx="95580">19.289999999999999</cx:pt>
          <cx:pt idx="95581">69.269999999999996</cx:pt>
          <cx:pt idx="95582">41.490000000000002</cx:pt>
          <cx:pt idx="95583">41.490000000000002</cx:pt>
          <cx:pt idx="95584">84.989999999999995</cx:pt>
          <cx:pt idx="95585">56.969999999999999</cx:pt>
          <cx:pt idx="95586">59.979999999999997</cx:pt>
          <cx:pt idx="95587">55.979999999999997</cx:pt>
          <cx:pt idx="95588">59.979999999999997</cx:pt>
          <cx:pt idx="95589">84.989999999999995</cx:pt>
          <cx:pt idx="95590">84.989999999999995</cx:pt>
          <cx:pt idx="95591">84.989999999999995</cx:pt>
          <cx:pt idx="95592">87.969999999999999</cx:pt>
          <cx:pt idx="95593">115.98</cx:pt>
          <cx:pt idx="95594">65.689999999999998</cx:pt>
          <cx:pt idx="95595">54.289999999999999</cx:pt>
          <cx:pt idx="95596">135.97</cx:pt>
          <cx:pt idx="95597">19.489999999999998</cx:pt>
          <cx:pt idx="95598">130.47999999999999</cx:pt>
          <cx:pt idx="95599">63.950000000000003</cx:pt>
          <cx:pt idx="95600">125.05</cx:pt>
          <cx:pt idx="95601">58.979999999999997</cx:pt>
          <cx:pt idx="95602">52.950000000000003</cx:pt>
          <cx:pt idx="95603">114.93000000000001</cx:pt>
          <cx:pt idx="95604">72.540000000000006</cx:pt>
          <cx:pt idx="95605">72.549999999999997</cx:pt>
          <cx:pt idx="95606">114.93000000000001</cx:pt>
          <cx:pt idx="95607">66.530000000000001</cx:pt>
          <cx:pt idx="95608">66.530000000000001</cx:pt>
          <cx:pt idx="95609">72.540000000000006</cx:pt>
          <cx:pt idx="95610">76.170000000000002</cx:pt>
          <cx:pt idx="95611">76.170000000000002</cx:pt>
          <cx:pt idx="95612">72.549999999999997</cx:pt>
          <cx:pt idx="95613">59.960000000000001</cx:pt>
          <cx:pt idx="95614">61.670000000000002</cx:pt>
          <cx:pt idx="95615">134.24000000000001</cx:pt>
          <cx:pt idx="95616">130.58000000000001</cx:pt>
          <cx:pt idx="95617">72.969999999999999</cx:pt>
          <cx:pt idx="95618">53.909999999999997</cx:pt>
          <cx:pt idx="95619">54.979999999999997</cx:pt>
          <cx:pt idx="95620">62.969999999999999</cx:pt>
          <cx:pt idx="95621">55.979999999999997</cx:pt>
          <cx:pt idx="95622">98.370000000000005</cx:pt>
          <cx:pt idx="95623">19.489999999999998</cx:pt>
          <cx:pt idx="95624">59.979999999999997</cx:pt>
          <cx:pt idx="95625">55.979999999999997</cx:pt>
          <cx:pt idx="95626">53.18</cx:pt>
          <cx:pt idx="95627">59.979999999999997</cx:pt>
          <cx:pt idx="95628">59.979999999999997</cx:pt>
          <cx:pt idx="95629">65.980000000000004</cx:pt>
          <cx:pt idx="95630">36.619999999999997</cx:pt>
          <cx:pt idx="95631">31.18</cx:pt>
          <cx:pt idx="95632">79.989999999999995</cx:pt>
          <cx:pt idx="95633">118.17</cx:pt>
          <cx:pt idx="95634">179.53999999999999</cx:pt>
          <cx:pt idx="95635">114.97</cx:pt>
          <cx:pt idx="95636">29.98</cx:pt>
          <cx:pt idx="95637">191.96000000000001</cx:pt>
          <cx:pt idx="95638">131.87</cx:pt>
          <cx:pt idx="95639">-36</cx:pt>
          <cx:pt idx="95640">84.980000000000004</cx:pt>
          <cx:pt idx="95641">139.97999999999999</cx:pt>
          <cx:pt idx="95642">69.989999999999995</cx:pt>
          <cx:pt idx="95643">29.489999999999998</cx:pt>
          <cx:pt idx="95644">29.489999999999998</cx:pt>
          <cx:pt idx="95645">29.489999999999998</cx:pt>
          <cx:pt idx="95646">28.489999999999998</cx:pt>
          <cx:pt idx="95647">29.489999999999998</cx:pt>
          <cx:pt idx="95648">51.969999999999999</cx:pt>
          <cx:pt idx="95649">26.489999999999998</cx:pt>
          <cx:pt idx="95650">54.950000000000003</cx:pt>
          <cx:pt idx="95651">84.989999999999995</cx:pt>
          <cx:pt idx="95652">60.969999999999999</cx:pt>
          <cx:pt idx="95653">54.979999999999997</cx:pt>
          <cx:pt idx="95654">-29.989999999999998</cx:pt>
          <cx:pt idx="95655">86.450000000000003</cx:pt>
          <cx:pt idx="95656">99.950000000000003</cx:pt>
          <cx:pt idx="95657">139.97</cx:pt>
          <cx:pt idx="95658">141.25</cx:pt>
          <cx:pt idx="95659">192.33000000000001</cx:pt>
          <cx:pt idx="95660">66.540000000000006</cx:pt>
          <cx:pt idx="95661">66.540000000000006</cx:pt>
          <cx:pt idx="95662">96.790000000000006</cx:pt>
          <cx:pt idx="95663">165.72999999999999</cx:pt>
          <cx:pt idx="95664">62.880000000000003</cx:pt>
          <cx:pt idx="95665">89.980000000000004</cx:pt>
          <cx:pt idx="95666">53.350000000000001</cx:pt>
          <cx:pt idx="95667">66.959999999999994</cx:pt>
          <cx:pt idx="95668">83.480000000000004</cx:pt>
          <cx:pt idx="95669">98.489999999999995</cx:pt>
          <cx:pt idx="95670">90.680000000000007</cx:pt>
          <cx:pt idx="95671">72.579999999999998</cx:pt>
          <cx:pt idx="95672">107.91</cx:pt>
          <cx:pt idx="95673">130.38</cx:pt>
          <cx:pt idx="95674">168.97</cx:pt>
          <cx:pt idx="95675">64.980000000000004</cx:pt>
          <cx:pt idx="95676">108.65000000000001</cx:pt>
          <cx:pt idx="95677">121.98</cx:pt>
          <cx:pt idx="95678">84.969999999999999</cx:pt>
          <cx:pt idx="95679">171.97</cx:pt>
          <cx:pt idx="95680">121.98</cx:pt>
          <cx:pt idx="95681">50.189999999999998</cx:pt>
          <cx:pt idx="95682">96.780000000000001</cx:pt>
          <cx:pt idx="95683">163.30000000000001</cx:pt>
          <cx:pt idx="95684">53.979999999999997</cx:pt>
          <cx:pt idx="95685">64.569999999999993</cx:pt>
          <cx:pt idx="95686">57.579999999999998</cx:pt>
          <cx:pt idx="95687">56.969999999999999</cx:pt>
          <cx:pt idx="95688">65.959999999999994</cx:pt>
          <cx:pt idx="95689">59.979999999999997</cx:pt>
          <cx:pt idx="95690">59.979999999999997</cx:pt>
          <cx:pt idx="95691">53.979999999999997</cx:pt>
          <cx:pt idx="95692">59.979999999999997</cx:pt>
          <cx:pt idx="95693">69.950000000000003</cx:pt>
          <cx:pt idx="95694">55.960000000000001</cx:pt>
          <cx:pt idx="95695">59.950000000000003</cx:pt>
          <cx:pt idx="95696">59.950000000000003</cx:pt>
          <cx:pt idx="95697">59.950000000000003</cx:pt>
          <cx:pt idx="95698">50.969999999999999</cx:pt>
          <cx:pt idx="95699">233.81999999999999</cx:pt>
          <cx:pt idx="95700">64.950000000000003</cx:pt>
          <cx:pt idx="95701">79.989999999999995</cx:pt>
          <cx:pt idx="95702">79.989999999999995</cx:pt>
          <cx:pt idx="95703">147.97</cx:pt>
          <cx:pt idx="95704">97.969999999999999</cx:pt>
          <cx:pt idx="95705">90.969999999999999</cx:pt>
          <cx:pt idx="95706">107.06</cx:pt>
          <cx:pt idx="95707">76.659999999999997</cx:pt>
          <cx:pt idx="95708">0.96999999999999997</cx:pt>
          <cx:pt idx="95709">61.979999999999997</cx:pt>
          <cx:pt idx="95710">63.979999999999997</cx:pt>
          <cx:pt idx="95711">69.989999999999995</cx:pt>
          <cx:pt idx="95712">69.989999999999995</cx:pt>
          <cx:pt idx="95713">83.480000000000004</cx:pt>
          <cx:pt idx="95714">69.989999999999995</cx:pt>
          <cx:pt idx="95715">295.92000000000002</cx:pt>
          <cx:pt idx="95716">72.25</cx:pt>
          <cx:pt idx="95717">69.260000000000005</cx:pt>
          <cx:pt idx="95718">51.229999999999997</cx:pt>
          <cx:pt idx="95719">68.390000000000001</cx:pt>
          <cx:pt idx="95720">69.989999999999995</cx:pt>
          <cx:pt idx="95721">79.959999999999994</cx:pt>
          <cx:pt idx="95722">79.959999999999994</cx:pt>
          <cx:pt idx="95723">69.969999999999999</cx:pt>
          <cx:pt idx="95724">53.960000000000001</cx:pt>
          <cx:pt idx="95725">59.960000000000001</cx:pt>
          <cx:pt idx="95726">118.91</cx:pt>
          <cx:pt idx="95727">90.969999999999999</cx:pt>
          <cx:pt idx="95728">75.980000000000004</cx:pt>
          <cx:pt idx="95729">75.980000000000004</cx:pt>
          <cx:pt idx="95730">73.980000000000004</cx:pt>
          <cx:pt idx="95731">92.379999999999995</cx:pt>
          <cx:pt idx="95732">73.049999999999997</cx:pt>
          <cx:pt idx="95733">232.96000000000001</cx:pt>
          <cx:pt idx="95734">59.390000000000001</cx:pt>
          <cx:pt idx="95735">55.780000000000001</cx:pt>
          <cx:pt idx="95736">89.959999999999994</cx:pt>
          <cx:pt idx="95737">92.959999999999994</cx:pt>
          <cx:pt idx="95738">92.969999999999999</cx:pt>
          <cx:pt idx="95739">55.780000000000001</cx:pt>
          <cx:pt idx="95740">55.780000000000001</cx:pt>
          <cx:pt idx="95741">55.780000000000001</cx:pt>
          <cx:pt idx="95742">89.959999999999994</cx:pt>
          <cx:pt idx="95743">92.969999999999999</cx:pt>
          <cx:pt idx="95744">92.959999999999994</cx:pt>
          <cx:pt idx="95745">56.969999999999999</cx:pt>
          <cx:pt idx="95746">59.950000000000003</cx:pt>
          <cx:pt idx="95747">56.969999999999999</cx:pt>
          <cx:pt idx="95748">50.979999999999997</cx:pt>
          <cx:pt idx="95749">79.980000000000004</cx:pt>
          <cx:pt idx="95750">99.980000000000004</cx:pt>
          <cx:pt idx="95751">50.979999999999997</cx:pt>
          <cx:pt idx="95752">39.990000000000002</cx:pt>
          <cx:pt idx="95753">150.44999999999999</cx:pt>
          <cx:pt idx="95754">150.44999999999999</cx:pt>
          <cx:pt idx="95755">92.969999999999999</cx:pt>
          <cx:pt idx="95756">128.24000000000001</cx:pt>
          <cx:pt idx="95757">84.989999999999995</cx:pt>
          <cx:pt idx="95758">100.41</cx:pt>
          <cx:pt idx="95759">31.780000000000001</cx:pt>
          <cx:pt idx="95760">31.780000000000001</cx:pt>
          <cx:pt idx="95761">31.780000000000001</cx:pt>
          <cx:pt idx="95762">31.18</cx:pt>
          <cx:pt idx="95763">31.18</cx:pt>
          <cx:pt idx="95764">31.780000000000001</cx:pt>
          <cx:pt idx="95765">31.18</cx:pt>
          <cx:pt idx="95766">99.900000000000006</cx:pt>
          <cx:pt idx="95767">219.80000000000001</cx:pt>
          <cx:pt idx="95768">59.979999999999997</cx:pt>
          <cx:pt idx="95769">49.479999999999997</cx:pt>
          <cx:pt idx="95770">68.959999999999994</cx:pt>
          <cx:pt idx="95771">79.950000000000003</cx:pt>
          <cx:pt idx="95772">65.989999999999995</cx:pt>
          <cx:pt idx="95773">16.469999999999999</cx:pt>
          <cx:pt idx="95774">59.960000000000001</cx:pt>
          <cx:pt idx="95775">111.97</cx:pt>
          <cx:pt idx="95776">193.24000000000001</cx:pt>
          <cx:pt idx="95777">94.950000000000003</cx:pt>
          <cx:pt idx="95778">35.479999999999997</cx:pt>
          <cx:pt idx="95779">76.180000000000007</cx:pt>
          <cx:pt idx="95780">96.780000000000001</cx:pt>
          <cx:pt idx="95781">62.899999999999999</cx:pt>
          <cx:pt idx="95782">111.28</cx:pt>
          <cx:pt idx="95783">84.689999999999998</cx:pt>
          <cx:pt idx="95784">62.899999999999999</cx:pt>
          <cx:pt idx="95785">61.979999999999997</cx:pt>
          <cx:pt idx="95786">92.969999999999999</cx:pt>
          <cx:pt idx="95787">30.989999999999998</cx:pt>
          <cx:pt idx="95788">71.959999999999994</cx:pt>
          <cx:pt idx="95789">219.93000000000001</cx:pt>
          <cx:pt idx="95790">34.990000000000002</cx:pt>
          <cx:pt idx="95791">15.289999999999999</cx:pt>
          <cx:pt idx="95792">43.270000000000003</cx:pt>
          <cx:pt idx="95793">58.479999999999997</cx:pt>
          <cx:pt idx="95794">63.960000000000001</cx:pt>
          <cx:pt idx="95795">68.620000000000005</cx:pt>
          <cx:pt idx="95796">72.969999999999999</cx:pt>
          <cx:pt idx="95797">46.490000000000002</cx:pt>
          <cx:pt idx="95798">43.469999999999999</cx:pt>
          <cx:pt idx="95799">132.96000000000001</cx:pt>
          <cx:pt idx="95800">79.980000000000004</cx:pt>
          <cx:pt idx="95801">65.969999999999999</cx:pt>
          <cx:pt idx="95802">59.979999999999997</cx:pt>
          <cx:pt idx="95803">89.969999999999999</cx:pt>
          <cx:pt idx="95804">83.969999999999999</cx:pt>
          <cx:pt idx="95805">95.969999999999999</cx:pt>
          <cx:pt idx="95806">115.95999999999999</cx:pt>
          <cx:pt idx="95807">127.92</cx:pt>
          <cx:pt idx="95808">59.939999999999998</cx:pt>
          <cx:pt idx="95809">69.980000000000004</cx:pt>
          <cx:pt idx="95810">83.939999999999998</cx:pt>
          <cx:pt idx="95811">104.45</cx:pt>
          <cx:pt idx="95812">50.219999999999999</cx:pt>
          <cx:pt idx="95813">59.979999999999997</cx:pt>
          <cx:pt idx="95814">65.989999999999995</cx:pt>
          <cx:pt idx="95815">50.969999999999999</cx:pt>
          <cx:pt idx="95816">51.289999999999999</cx:pt>
          <cx:pt idx="95817">99.129999999999995</cx:pt>
          <cx:pt idx="95818">76.489999999999995</cx:pt>
          <cx:pt idx="95819">75.969999999999999</cx:pt>
          <cx:pt idx="95820">51.969999999999999</cx:pt>
          <cx:pt idx="95821">114.93000000000001</cx:pt>
          <cx:pt idx="95822">73.790000000000006</cx:pt>
          <cx:pt idx="95823">49.590000000000003</cx:pt>
          <cx:pt idx="95824">72.560000000000002</cx:pt>
          <cx:pt idx="95825">65.989999999999995</cx:pt>
          <cx:pt idx="95826">52.990000000000002</cx:pt>
          <cx:pt idx="95827">59.979999999999997</cx:pt>
          <cx:pt idx="95828">53.719999999999999</cx:pt>
          <cx:pt idx="95829">39.93</cx:pt>
          <cx:pt idx="95830">27.280000000000001</cx:pt>
          <cx:pt idx="95831">40.270000000000003</cx:pt>
          <cx:pt idx="95832">53.979999999999997</cx:pt>
          <cx:pt idx="95833">59.979999999999997</cx:pt>
          <cx:pt idx="95834">29.989999999999998</cx:pt>
          <cx:pt idx="95835">89.980000000000004</cx:pt>
          <cx:pt idx="95836">99.980000000000004</cx:pt>
          <cx:pt idx="95837">99.980000000000004</cx:pt>
          <cx:pt idx="95838">46.939999999999998</cx:pt>
          <cx:pt idx="95839">16.289999999999999</cx:pt>
          <cx:pt idx="95840">51.289999999999999</cx:pt>
          <cx:pt idx="95841">87.469999999999999</cx:pt>
          <cx:pt idx="95842">69.950000000000003</cx:pt>
          <cx:pt idx="95843">55.960000000000001</cx:pt>
          <cx:pt idx="95844">55.960000000000001</cx:pt>
          <cx:pt idx="95845">61.979999999999997</cx:pt>
          <cx:pt idx="95846">79.969999999999999</cx:pt>
          <cx:pt idx="95847">61.979999999999997</cx:pt>
          <cx:pt idx="95848">86.959999999999994</cx:pt>
          <cx:pt idx="95849">55.979999999999997</cx:pt>
          <cx:pt idx="95850">58.979999999999997</cx:pt>
          <cx:pt idx="95851">52.979999999999997</cx:pt>
          <cx:pt idx="95852">55.979999999999997</cx:pt>
          <cx:pt idx="95853">126.48</cx:pt>
          <cx:pt idx="95854">139.97999999999999</cx:pt>
          <cx:pt idx="95855">64.980000000000004</cx:pt>
          <cx:pt idx="95856">79.980000000000004</cx:pt>
          <cx:pt idx="95857">59.969999999999999</cx:pt>
          <cx:pt idx="95858">89.969999999999999</cx:pt>
          <cx:pt idx="95859">54.979999999999997</cx:pt>
          <cx:pt idx="95860">50.960000000000001</cx:pt>
          <cx:pt idx="95861">119.97</cx:pt>
          <cx:pt idx="95862">99.950000000000003</cx:pt>
          <cx:pt idx="95863">114.95999999999999</cx:pt>
          <cx:pt idx="95864">79.959999999999994</cx:pt>
          <cx:pt idx="95865">238.33000000000001</cx:pt>
          <cx:pt idx="95866">84.989999999999995</cx:pt>
          <cx:pt idx="95867">94.980000000000004</cx:pt>
          <cx:pt idx="95868">98.980000000000004</cx:pt>
          <cx:pt idx="95869">121.67</cx:pt>
          <cx:pt idx="95870">68.980000000000004</cx:pt>
          <cx:pt idx="95871">54.979999999999997</cx:pt>
          <cx:pt idx="95872">59.979999999999997</cx:pt>
          <cx:pt idx="95873">59.979999999999997</cx:pt>
          <cx:pt idx="95874">59.979999999999997</cx:pt>
          <cx:pt idx="95875">61.979999999999997</cx:pt>
          <cx:pt idx="95876">72.430000000000007</cx:pt>
          <cx:pt idx="95877">92.969999999999999</cx:pt>
          <cx:pt idx="95878">61.979999999999997</cx:pt>
          <cx:pt idx="95879">51.979999999999997</cx:pt>
          <cx:pt idx="95880">51.979999999999997</cx:pt>
          <cx:pt idx="95881">51.979999999999997</cx:pt>
          <cx:pt idx="95882">159.69999999999999</cx:pt>
          <cx:pt idx="95883">319.38999999999999</cx:pt>
          <cx:pt idx="95884">319.38999999999999</cx:pt>
          <cx:pt idx="95885">159.69999999999999</cx:pt>
          <cx:pt idx="95886">108.86</cx:pt>
          <cx:pt idx="95887">72.579999999999998</cx:pt>
          <cx:pt idx="95888">218.94999999999999</cx:pt>
          <cx:pt idx="95889">188.94999999999999</cx:pt>
          <cx:pt idx="95890">79.980000000000004</cx:pt>
          <cx:pt idx="95891">206.91999999999999</cx:pt>
          <cx:pt idx="95892">29.989999999999998</cx:pt>
          <cx:pt idx="95893">113.97</cx:pt>
          <cx:pt idx="95894">81.969999999999999</cx:pt>
          <cx:pt idx="95895">97.969999999999999</cx:pt>
          <cx:pt idx="95896">157.96000000000001</cx:pt>
          <cx:pt idx="95897">131.97999999999999</cx:pt>
          <cx:pt idx="95898">119.95999999999999</cx:pt>
          <cx:pt idx="95899">168.63999999999999</cx:pt>
          <cx:pt idx="95900">186.97</cx:pt>
          <cx:pt idx="95901">128.86000000000001</cx:pt>
          <cx:pt idx="95902">159.69999999999999</cx:pt>
          <cx:pt idx="95903">158.47</cx:pt>
          <cx:pt idx="95904">63.960000000000001</cx:pt>
          <cx:pt idx="95905">139.11000000000001</cx:pt>
          <cx:pt idx="95906">85.060000000000002</cx:pt>
          <cx:pt idx="95907">51.229999999999997</cx:pt>
          <cx:pt idx="95908">50.979999999999997</cx:pt>
          <cx:pt idx="95909">50.979999999999997</cx:pt>
          <cx:pt idx="95910">69.980000000000004</cx:pt>
          <cx:pt idx="95911">69.980000000000004</cx:pt>
          <cx:pt idx="95912">51.969999999999999</cx:pt>
          <cx:pt idx="95913">50.979999999999997</cx:pt>
          <cx:pt idx="95914">47.579999999999998</cx:pt>
          <cx:pt idx="95915">59.979999999999997</cx:pt>
          <cx:pt idx="95916">76.819999999999993</cx:pt>
          <cx:pt idx="95917">121.95999999999999</cx:pt>
          <cx:pt idx="95918">69.980000000000004</cx:pt>
          <cx:pt idx="95919">72.560000000000002</cx:pt>
          <cx:pt idx="95920">96.75</cx:pt>
          <cx:pt idx="95921">43.539999999999999</cx:pt>
          <cx:pt idx="95922">85.870000000000005</cx:pt>
          <cx:pt idx="95923">54.990000000000002</cx:pt>
          <cx:pt idx="95924">54.990000000000002</cx:pt>
          <cx:pt idx="95925">54.990000000000002</cx:pt>
          <cx:pt idx="95926">46.740000000000002</cx:pt>
          <cx:pt idx="95927">123.23</cx:pt>
          <cx:pt idx="95928">96.849999999999994</cx:pt>
          <cx:pt idx="95929">94.950000000000003</cx:pt>
          <cx:pt idx="95930">69.989999999999995</cx:pt>
          <cx:pt idx="95931">-44.990000000000002</cx:pt>
          <cx:pt idx="95932">97.150000000000006</cx:pt>
          <cx:pt idx="95933">98.969999999999999</cx:pt>
          <cx:pt idx="95934">79.170000000000002</cx:pt>
          <cx:pt idx="95935">64.980000000000004</cx:pt>
          <cx:pt idx="95936">25.739999999999998</cx:pt>
          <cx:pt idx="95937">79.980000000000004</cx:pt>
          <cx:pt idx="95938">74.980000000000004</cx:pt>
          <cx:pt idx="95939">61.670000000000002</cx:pt>
          <cx:pt idx="95940">65.319999999999993</cx:pt>
          <cx:pt idx="95941">97.959999999999994</cx:pt>
          <cx:pt idx="95942">92.530000000000001</cx:pt>
          <cx:pt idx="95943">153.91999999999999</cx:pt>
          <cx:pt idx="95944">118.97</cx:pt>
          <cx:pt idx="95945">87.969999999999999</cx:pt>
          <cx:pt idx="95946">71.349999999999994</cx:pt>
          <cx:pt idx="95947">181.44</cx:pt>
          <cx:pt idx="95948">27.280000000000001</cx:pt>
          <cx:pt idx="95949">82.489999999999995</cx:pt>
          <cx:pt idx="95950">79.849999999999994</cx:pt>
          <cx:pt idx="95951">85.849999999999994</cx:pt>
          <cx:pt idx="95952">57.969999999999999</cx:pt>
          <cx:pt idx="95953">52.969999999999999</cx:pt>
          <cx:pt idx="95954">63.969999999999999</cx:pt>
          <cx:pt idx="95955">88.969999999999999</cx:pt>
          <cx:pt idx="95956">110.45999999999999</cx:pt>
          <cx:pt idx="95957">78.969999999999999</cx:pt>
          <cx:pt idx="95958">134.97999999999999</cx:pt>
          <cx:pt idx="95959">159.53999999999999</cx:pt>
          <cx:pt idx="95960">69.980000000000004</cx:pt>
          <cx:pt idx="95961">114.97</cx:pt>
          <cx:pt idx="95962">79.959999999999994</cx:pt>
          <cx:pt idx="95963">59.969999999999999</cx:pt>
          <cx:pt idx="95964">83.959999999999994</cx:pt>
          <cx:pt idx="95965">51.969999999999999</cx:pt>
          <cx:pt idx="95966">54.990000000000002</cx:pt>
          <cx:pt idx="95967">54.990000000000002</cx:pt>
          <cx:pt idx="95968">43.280000000000001</cx:pt>
          <cx:pt idx="95969">59.950000000000003</cx:pt>
          <cx:pt idx="95970">25.48</cx:pt>
          <cx:pt idx="95971">25.48</cx:pt>
          <cx:pt idx="95972">89.969999999999999</cx:pt>
          <cx:pt idx="95973">119.95999999999999</cx:pt>
          <cx:pt idx="95974">80.969999999999999</cx:pt>
          <cx:pt idx="95975">71.980000000000004</cx:pt>
          <cx:pt idx="95976">58.969999999999999</cx:pt>
          <cx:pt idx="95977">89.969999999999999</cx:pt>
          <cx:pt idx="95978">64.859999999999999</cx:pt>
          <cx:pt idx="95979">64.989999999999995</cx:pt>
          <cx:pt idx="95980">91.170000000000002</cx:pt>
          <cx:pt idx="95981">89.950000000000003</cx:pt>
          <cx:pt idx="95982">64.579999999999998</cx:pt>
          <cx:pt idx="95983">80.969999999999999</cx:pt>
          <cx:pt idx="95984">46.289999999999999</cx:pt>
          <cx:pt idx="95985">57.560000000000002</cx:pt>
          <cx:pt idx="95986">63.960000000000001</cx:pt>
          <cx:pt idx="95987">163.94</cx:pt>
          <cx:pt idx="95988">62.469999999999999</cx:pt>
          <cx:pt idx="95989">62.990000000000002</cx:pt>
          <cx:pt idx="95990">69.980000000000004</cx:pt>
          <cx:pt idx="95991">49.979999999999997</cx:pt>
          <cx:pt idx="95992">76.480000000000004</cx:pt>
          <cx:pt idx="95993">93.969999999999999</cx:pt>
          <cx:pt idx="95994">84.989999999999995</cx:pt>
          <cx:pt idx="95995">54.990000000000002</cx:pt>
          <cx:pt idx="95996">31.489999999999998</cx:pt>
          <cx:pt idx="95997">104.98</cx:pt>
          <cx:pt idx="95998">289.91000000000003</cx:pt>
          <cx:pt idx="95999">54.979999999999997</cx:pt>
          <cx:pt idx="96000">59.979999999999997</cx:pt>
          <cx:pt idx="96001">54.979999999999997</cx:pt>
          <cx:pt idx="96002">59.979999999999997</cx:pt>
          <cx:pt idx="96003">289.86000000000001</cx:pt>
          <cx:pt idx="96004">-221.38999999999999</cx:pt>
          <cx:pt idx="96005">147.59999999999999</cx:pt>
          <cx:pt idx="96006">221.38999999999999</cx:pt>
          <cx:pt idx="96007">72.560000000000002</cx:pt>
          <cx:pt idx="96008">72.560000000000002</cx:pt>
          <cx:pt idx="96009">84.680000000000007</cx:pt>
          <cx:pt idx="96010">84.680000000000007</cx:pt>
          <cx:pt idx="96011">69.950000000000003</cx:pt>
          <cx:pt idx="96012">69.950000000000003</cx:pt>
          <cx:pt idx="96013">79.959999999999994</cx:pt>
          <cx:pt idx="96014">69.950000000000003</cx:pt>
          <cx:pt idx="96015">149.90000000000001</cx:pt>
          <cx:pt idx="96016">169.28</cx:pt>
          <cx:pt idx="96017">145.18000000000001</cx:pt>
          <cx:pt idx="96018">41.490000000000002</cx:pt>
          <cx:pt idx="96019">54.950000000000003</cx:pt>
          <cx:pt idx="96020">34.920000000000002</cx:pt>
          <cx:pt idx="96021">65.939999999999998</cx:pt>
          <cx:pt idx="96022">54.950000000000003</cx:pt>
          <cx:pt idx="96023">65.939999999999998</cx:pt>
          <cx:pt idx="96024">72.579999999999998</cx:pt>
          <cx:pt idx="96025">55.960000000000001</cx:pt>
          <cx:pt idx="96026">111.12</cx:pt>
          <cx:pt idx="96027">62.979999999999997</cx:pt>
          <cx:pt idx="96028">57.969999999999999</cx:pt>
          <cx:pt idx="96029">57.579999999999998</cx:pt>
          <cx:pt idx="96030">94.950000000000003</cx:pt>
          <cx:pt idx="96031">118.73</cx:pt>
          <cx:pt idx="96032">24.68</cx:pt>
          <cx:pt idx="96033">56.979999999999997</cx:pt>
          <cx:pt idx="96034">53.969999999999999</cx:pt>
          <cx:pt idx="96035">15.289999999999999</cx:pt>
          <cx:pt idx="96036">87.469999999999999</cx:pt>
          <cx:pt idx="96037">124.97</cx:pt>
          <cx:pt idx="96038">59.960000000000001</cx:pt>
          <cx:pt idx="96039">4.9699999999999998</cx:pt>
          <cx:pt idx="96040">32.490000000000002</cx:pt>
          <cx:pt idx="96041">47.240000000000002</cx:pt>
          <cx:pt idx="96042">92.980000000000004</cx:pt>
          <cx:pt idx="96043">85.969999999999999</cx:pt>
          <cx:pt idx="96044">76.980000000000004</cx:pt>
          <cx:pt idx="96045">65.989999999999995</cx:pt>
          <cx:pt idx="96046">50.979999999999997</cx:pt>
          <cx:pt idx="96047">89.980000000000004</cx:pt>
          <cx:pt idx="96048">152.44</cx:pt>
          <cx:pt idx="96049">68.989999999999995</cx:pt>
          <cx:pt idx="96050">32.479999999999997</cx:pt>
          <cx:pt idx="96051">111.95999999999999</cx:pt>
          <cx:pt idx="96052">55.979999999999997</cx:pt>
          <cx:pt idx="96053">55.979999999999997</cx:pt>
          <cx:pt idx="96054">59.979999999999997</cx:pt>
          <cx:pt idx="96055">59.960000000000001</cx:pt>
          <cx:pt idx="96056">56.969999999999999</cx:pt>
          <cx:pt idx="96057">56.969999999999999</cx:pt>
          <cx:pt idx="96058">159.97</cx:pt>
          <cx:pt idx="96059">158.47</cx:pt>
          <cx:pt idx="96060">76.489999999999995</cx:pt>
          <cx:pt idx="96061">54.990000000000002</cx:pt>
          <cx:pt idx="96062">72.239999999999995</cx:pt>
          <cx:pt idx="96063">84.989999999999995</cx:pt>
          <cx:pt idx="96064">110.04000000000001</cx:pt>
          <cx:pt idx="96065">111.23999999999999</cx:pt>
          <cx:pt idx="96066">63.579999999999998</cx:pt>
          <cx:pt idx="96067">77.390000000000001</cx:pt>
          <cx:pt idx="96068">68.969999999999999</cx:pt>
          <cx:pt idx="96069">58.619999999999997</cx:pt>
          <cx:pt idx="96070">41.490000000000002</cx:pt>
          <cx:pt idx="96071">41.490000000000002</cx:pt>
          <cx:pt idx="96072">124.98</cx:pt>
          <cx:pt idx="96073">55.979999999999997</cx:pt>
          <cx:pt idx="96074">57.740000000000002</cx:pt>
          <cx:pt idx="96075">55.979999999999997</cx:pt>
          <cx:pt idx="96076">49.079999999999998</cx:pt>
          <cx:pt idx="96077">55.979999999999997</cx:pt>
          <cx:pt idx="96078">56.969999999999999</cx:pt>
          <cx:pt idx="96079">61.969999999999999</cx:pt>
          <cx:pt idx="96080">56.969999999999999</cx:pt>
          <cx:pt idx="96081">74.980000000000004</cx:pt>
          <cx:pt idx="96082">39.990000000000002</cx:pt>
          <cx:pt idx="96083">89.969999999999999</cx:pt>
          <cx:pt idx="96084">31.239999999999998</cx:pt>
          <cx:pt idx="96085">54.369999999999997</cx:pt>
          <cx:pt idx="96086">58.969999999999999</cx:pt>
          <cx:pt idx="96087">55.960000000000001</cx:pt>
          <cx:pt idx="96088">113.87</cx:pt>
          <cx:pt idx="96089">36.490000000000002</cx:pt>
          <cx:pt idx="96090">58.18</cx:pt>
          <cx:pt idx="96091">55.979999999999997</cx:pt>
          <cx:pt idx="96092">66.980000000000004</cx:pt>
          <cx:pt idx="96093">102.98</cx:pt>
          <cx:pt idx="96094">184.97999999999999</cx:pt>
          <cx:pt idx="96095">155.97</cx:pt>
          <cx:pt idx="96096">131.97999999999999</cx:pt>
          <cx:pt idx="96097">300.38</cx:pt>
          <cx:pt idx="96098">131.96000000000001</cx:pt>
          <cx:pt idx="96099">150.94999999999999</cx:pt>
          <cx:pt idx="96100">109.97</cx:pt>
          <cx:pt idx="96101">72.980000000000004</cx:pt>
          <cx:pt idx="96102">83.969999999999999</cx:pt>
          <cx:pt idx="96103">79.980000000000004</cx:pt>
          <cx:pt idx="96104">118.98</cx:pt>
          <cx:pt idx="96105">212.61000000000001</cx:pt>
          <cx:pt idx="96106">56.969999999999999</cx:pt>
          <cx:pt idx="96107">28.379999999999999</cx:pt>
          <cx:pt idx="96108">59.979999999999997</cx:pt>
          <cx:pt idx="96109">65.989999999999995</cx:pt>
          <cx:pt idx="96110">56.969999999999999</cx:pt>
          <cx:pt idx="96111">56.969999999999999</cx:pt>
          <cx:pt idx="96112">84.989999999999995</cx:pt>
          <cx:pt idx="96113">76.489999999999995</cx:pt>
          <cx:pt idx="96114">65.189999999999998</cx:pt>
          <cx:pt idx="96115">62.979999999999997</cx:pt>
          <cx:pt idx="96116">59.390000000000001</cx:pt>
          <cx:pt idx="96117">65.989999999999995</cx:pt>
          <cx:pt idx="96118">46.789999999999999</cx:pt>
          <cx:pt idx="96119">56.090000000000003</cx:pt>
          <cx:pt idx="96120">171.53</cx:pt>
          <cx:pt idx="96121">20.489999999999998</cx:pt>
          <cx:pt idx="96122">131.97999999999999</cx:pt>
          <cx:pt idx="96123">39.219999999999999</cx:pt>
          <cx:pt idx="96124">68.989999999999995</cx:pt>
          <cx:pt idx="96125">19.899999999999999</cx:pt>
          <cx:pt idx="96126">57.420000000000002</cx:pt>
          <cx:pt idx="96127">152.91999999999999</cx:pt>
          <cx:pt idx="96128">129.91999999999999</cx:pt>
          <cx:pt idx="96129">55.979999999999997</cx:pt>
          <cx:pt idx="96130">48.869999999999997</cx:pt>
          <cx:pt idx="96131">80.980000000000004</cx:pt>
          <cx:pt idx="96132">91.959999999999994</cx:pt>
          <cx:pt idx="96133">45.060000000000002</cx:pt>
          <cx:pt idx="96134">15.49</cx:pt>
          <cx:pt idx="96135">55.960000000000001</cx:pt>
          <cx:pt idx="96136">156.46000000000001</cx:pt>
          <cx:pt idx="96137">76.469999999999999</cx:pt>
          <cx:pt idx="96138">54.979999999999997</cx:pt>
          <cx:pt idx="96139">86.269999999999996</cx:pt>
          <cx:pt idx="96140">123.12</cx:pt>
          <cx:pt idx="96141">187.22</cx:pt>
          <cx:pt idx="96142">119.97</cx:pt>
          <cx:pt idx="96143">115.95</cx:pt>
          <cx:pt idx="96144">77.810000000000002</cx:pt>
          <cx:pt idx="96145">79.969999999999999</cx:pt>
          <cx:pt idx="96146">123.23</cx:pt>
          <cx:pt idx="96147">51.490000000000002</cx:pt>
          <cx:pt idx="96148">51.490000000000002</cx:pt>
          <cx:pt idx="96149">60.979999999999997</cx:pt>
          <cx:pt idx="96150">49.990000000000002</cx:pt>
          <cx:pt idx="96151">49.990000000000002</cx:pt>
          <cx:pt idx="96152">129.97999999999999</cx:pt>
          <cx:pt idx="96153">-9.1500000000000004</cx:pt>
          <cx:pt idx="96154">53.969999999999999</cx:pt>
          <cx:pt idx="96155">75.980000000000004</cx:pt>
          <cx:pt idx="96156">71.959999999999994</cx:pt>
          <cx:pt idx="96157">91.75</cx:pt>
          <cx:pt idx="96158">59.960000000000001</cx:pt>
          <cx:pt idx="96159">31.280000000000001</cx:pt>
          <cx:pt idx="96160">17.489999999999998</cx:pt>
          <cx:pt idx="96161">136.34999999999999</cx:pt>
          <cx:pt idx="96162">60.990000000000002</cx:pt>
          <cx:pt idx="96163">56.969999999999999</cx:pt>
          <cx:pt idx="96164">65.989999999999995</cx:pt>
          <cx:pt idx="96165">65.989999999999995</cx:pt>
          <cx:pt idx="96166">68.359999999999999</cx:pt>
          <cx:pt idx="96167">59.990000000000002</cx:pt>
          <cx:pt idx="96168">56.399999999999999</cx:pt>
          <cx:pt idx="96169">-68.359999999999999</cx:pt>
          <cx:pt idx="96170">55.200000000000003</cx:pt>
          <cx:pt idx="96171">161.47999999999999</cx:pt>
          <cx:pt idx="96172">123.47</cx:pt>
          <cx:pt idx="96173">75.959999999999994</cx:pt>
          <cx:pt idx="96174">92.980000000000004</cx:pt>
          <cx:pt idx="96175">119.97</cx:pt>
          <cx:pt idx="96176">56.969999999999999</cx:pt>
          <cx:pt idx="96177">56.969999999999999</cx:pt>
          <cx:pt idx="96178">56.969999999999999</cx:pt>
          <cx:pt idx="96179">56.969999999999999</cx:pt>
          <cx:pt idx="96180">199.97</cx:pt>
          <cx:pt idx="96181">79.980000000000004</cx:pt>
          <cx:pt idx="96182">72.579999999999998</cx:pt>
          <cx:pt idx="96183">49.590000000000003</cx:pt>
          <cx:pt idx="96184">61.670000000000002</cx:pt>
          <cx:pt idx="96185">24.039999999999999</cx:pt>
          <cx:pt idx="96186">60.969999999999999</cx:pt>
          <cx:pt idx="96187">83.969999999999999</cx:pt>
          <cx:pt idx="96188">69.980000000000004</cx:pt>
          <cx:pt idx="96189">64.980000000000004</cx:pt>
          <cx:pt idx="96190">54.880000000000003</cx:pt>
          <cx:pt idx="96191">54.950000000000003</cx:pt>
          <cx:pt idx="96192">84.989999999999995</cx:pt>
          <cx:pt idx="96193">84.989999999999995</cx:pt>
          <cx:pt idx="96194">140.34</cx:pt>
          <cx:pt idx="96195">96.780000000000001</cx:pt>
          <cx:pt idx="96196">71.859999999999999</cx:pt>
          <cx:pt idx="96197">69.980000000000004</cx:pt>
          <cx:pt idx="96198">50.969999999999999</cx:pt>
          <cx:pt idx="96199">74.950000000000003</cx:pt>
          <cx:pt idx="96200">92.939999999999998</cx:pt>
          <cx:pt idx="96201">69.950000000000003</cx:pt>
          <cx:pt idx="96202">83.670000000000002</cx:pt>
          <cx:pt idx="96203">55.979999999999997</cx:pt>
          <cx:pt idx="96204">55.979999999999997</cx:pt>
          <cx:pt idx="96205">83.969999999999999</cx:pt>
          <cx:pt idx="96206">179.53999999999999</cx:pt>
          <cx:pt idx="96207">101.97</cx:pt>
          <cx:pt idx="96208">101.97</cx:pt>
          <cx:pt idx="96209">59.950000000000003</cx:pt>
          <cx:pt idx="96210">99.980000000000004</cx:pt>
          <cx:pt idx="96211">83.980000000000004</cx:pt>
          <cx:pt idx="96212">99.980000000000004</cx:pt>
          <cx:pt idx="96213">108.78</cx:pt>
          <cx:pt idx="96214">97.980000000000004</cx:pt>
          <cx:pt idx="96215">15.49</cx:pt>
          <cx:pt idx="96216">131.91999999999999</cx:pt>
          <cx:pt idx="96217">94.950000000000003</cx:pt>
          <cx:pt idx="96218">56.969999999999999</cx:pt>
          <cx:pt idx="96219">55.609999999999999</cx:pt>
          <cx:pt idx="96220">66.530000000000001</cx:pt>
          <cx:pt idx="96221">71.219999999999999</cx:pt>
          <cx:pt idx="96222">66.530000000000001</cx:pt>
          <cx:pt idx="96223">39.990000000000002</cx:pt>
          <cx:pt idx="96224">55.960000000000001</cx:pt>
          <cx:pt idx="96225">77.969999999999999</cx:pt>
          <cx:pt idx="96226">45.969999999999999</cx:pt>
          <cx:pt idx="96227">4.29</cx:pt>
          <cx:pt idx="96228">13.99</cx:pt>
          <cx:pt idx="96229">78.269999999999996</cx:pt>
          <cx:pt idx="96230">68.379999999999995</cx:pt>
          <cx:pt idx="96231">59.979999999999997</cx:pt>
          <cx:pt idx="96232">76.480000000000004</cx:pt>
          <cx:pt idx="96233">73.780000000000001</cx:pt>
          <cx:pt idx="96234">125.08</cx:pt>
          <cx:pt idx="96235">104.95</cx:pt>
          <cx:pt idx="96236">199.91999999999999</cx:pt>
          <cx:pt idx="96237">59.969999999999999</cx:pt>
          <cx:pt idx="96238">64.980000000000004</cx:pt>
          <cx:pt idx="96239">59.969999999999999</cx:pt>
          <cx:pt idx="96240">59.969999999999999</cx:pt>
          <cx:pt idx="96241">59.969999999999999</cx:pt>
          <cx:pt idx="96242">134.52000000000001</cx:pt>
          <cx:pt idx="96243">92.590000000000003</cx:pt>
          <cx:pt idx="96244">137.19999999999999</cx:pt>
          <cx:pt idx="96245">169.81999999999999</cx:pt>
          <cx:pt idx="96246">203.36000000000001</cx:pt>
          <cx:pt idx="96247">79.459999999999994</cx:pt>
          <cx:pt idx="96248">137.94</cx:pt>
          <cx:pt idx="96249">139.94999999999999</cx:pt>
          <cx:pt idx="96250">79.989999999999995</cx:pt>
          <cx:pt idx="96251">117.95999999999999</cx:pt>
          <cx:pt idx="96252">79.989999999999995</cx:pt>
          <cx:pt idx="96253">118.95999999999999</cx:pt>
          <cx:pt idx="96254">85.969999999999999</cx:pt>
          <cx:pt idx="96255">16.489999999999998</cx:pt>
          <cx:pt idx="96256">79.989999999999995</cx:pt>
          <cx:pt idx="96257">98.980000000000004</cx:pt>
          <cx:pt idx="96258">-1.1000000000000001</cx:pt>
          <cx:pt idx="96259">67.689999999999998</cx:pt>
          <cx:pt idx="96260">50.979999999999997</cx:pt>
          <cx:pt idx="96261">50.979999999999997</cx:pt>
          <cx:pt idx="96262">26.09</cx:pt>
          <cx:pt idx="96263">60.960000000000001</cx:pt>
          <cx:pt idx="96264">26.489999999999998</cx:pt>
          <cx:pt idx="96265">25.489999999999998</cx:pt>
          <cx:pt idx="96266">22.239999999999998</cx:pt>
          <cx:pt idx="96267">25.489999999999998</cx:pt>
          <cx:pt idx="96268">59.979999999999997</cx:pt>
          <cx:pt idx="96269">27.239999999999998</cx:pt>
          <cx:pt idx="96270">27.239999999999998</cx:pt>
          <cx:pt idx="96271">60.969999999999999</cx:pt>
          <cx:pt idx="96272">139.94999999999999</cx:pt>
          <cx:pt idx="96273">74.969999999999999</cx:pt>
          <cx:pt idx="96274">68.969999999999999</cx:pt>
          <cx:pt idx="96275">50.479999999999997</cx:pt>
          <cx:pt idx="96276">58.840000000000003</cx:pt>
          <cx:pt idx="96277">16.489999999999998</cx:pt>
          <cx:pt idx="96278">99.980000000000004</cx:pt>
          <cx:pt idx="96279">15.789999999999999</cx:pt>
          <cx:pt idx="96280">69.390000000000001</cx:pt>
          <cx:pt idx="96281">74.950000000000003</cx:pt>
          <cx:pt idx="96282">74.950000000000003</cx:pt>
          <cx:pt idx="96283">74.950000000000003</cx:pt>
          <cx:pt idx="96284">53.990000000000002</cx:pt>
          <cx:pt idx="96285">53.990000000000002</cx:pt>
          <cx:pt idx="96286">53.990000000000002</cx:pt>
          <cx:pt idx="96287">119.36</cx:pt>
          <cx:pt idx="96288">96.959999999999994</cx:pt>
          <cx:pt idx="96289">53.990000000000002</cx:pt>
          <cx:pt idx="96290">119.36</cx:pt>
          <cx:pt idx="96291">96.959999999999994</cx:pt>
          <cx:pt idx="96292">146.5</cx:pt>
          <cx:pt idx="96293">59.979999999999997</cx:pt>
          <cx:pt idx="96294">84.989999999999995</cx:pt>
          <cx:pt idx="96295">139.47</cx:pt>
          <cx:pt idx="96296">281.88</cx:pt>
          <cx:pt idx="96297">56.969999999999999</cx:pt>
          <cx:pt idx="96298">91.959999999999994</cx:pt>
          <cx:pt idx="96299">75.959999999999994</cx:pt>
          <cx:pt idx="96300">56.969999999999999</cx:pt>
          <cx:pt idx="96301">51.960000000000001</cx:pt>
          <cx:pt idx="96302">54.82</cx:pt>
          <cx:pt idx="96303">51.960000000000001</cx:pt>
          <cx:pt idx="96304">51.960000000000001</cx:pt>
          <cx:pt idx="96305">51.960000000000001</cx:pt>
          <cx:pt idx="96306">-55.960000000000001</cx:pt>
          <cx:pt idx="96307">55.960000000000001</cx:pt>
          <cx:pt idx="96308">11.390000000000001</cx:pt>
          <cx:pt idx="96309">49.460000000000001</cx:pt>
          <cx:pt idx="96310">65.980000000000004</cx:pt>
          <cx:pt idx="96311">6.2300000000000004</cx:pt>
          <cx:pt idx="96312">65.980000000000004</cx:pt>
          <cx:pt idx="96313">117.95</cx:pt>
          <cx:pt idx="96314">211.44999999999999</cx:pt>
          <cx:pt idx="96315">67.459999999999994</cx:pt>
          <cx:pt idx="96316">26.489999999999998</cx:pt>
          <cx:pt idx="96317">52.969999999999999</cx:pt>
          <cx:pt idx="96318">59.979999999999997</cx:pt>
          <cx:pt idx="96319">60.979999999999997</cx:pt>
          <cx:pt idx="96320">46.899999999999999</cx:pt>
          <cx:pt idx="96321">68.989999999999995</cx:pt>
          <cx:pt idx="96322">124.06</cx:pt>
          <cx:pt idx="96323">109.98</cx:pt>
          <cx:pt idx="96324">52.969999999999999</cx:pt>
          <cx:pt idx="96325">152.94999999999999</cx:pt>
          <cx:pt idx="96326">49.590000000000003</cx:pt>
          <cx:pt idx="96327">71.370000000000005</cx:pt>
          <cx:pt idx="96328">77.730000000000004</cx:pt>
          <cx:pt idx="96329">224.52000000000001</cx:pt>
          <cx:pt idx="96330">22.489999999999998</cx:pt>
          <cx:pt idx="96331">22.489999999999998</cx:pt>
          <cx:pt idx="96332">22.489999999999998</cx:pt>
          <cx:pt idx="96333">62.979999999999997</cx:pt>
          <cx:pt idx="96334">19.489999999999998</cx:pt>
          <cx:pt idx="96335">52.240000000000002</cx:pt>
          <cx:pt idx="96336">149.97999999999999</cx:pt>
          <cx:pt idx="96337">125.98</cx:pt>
          <cx:pt idx="96338">115.98</cx:pt>
          <cx:pt idx="96339">135.97</cx:pt>
          <cx:pt idx="96340">139.97</cx:pt>
          <cx:pt idx="96341">25.48</cx:pt>
          <cx:pt idx="96342">77.939999999999998</cx:pt>
          <cx:pt idx="96343">55.759999999999998</cx:pt>
          <cx:pt idx="96344">93.930000000000007</cx:pt>
          <cx:pt idx="96345">53.079999999999998</cx:pt>
          <cx:pt idx="96346">60.990000000000002</cx:pt>
          <cx:pt idx="96347">106.87</cx:pt>
          <cx:pt idx="96348">51.840000000000003</cx:pt>
          <cx:pt idx="96349">63.979999999999997</cx:pt>
          <cx:pt idx="96350">67.980000000000004</cx:pt>
          <cx:pt idx="96351">137.46000000000001</cx:pt>
          <cx:pt idx="96352">89.170000000000002</cx:pt>
          <cx:pt idx="96353">78.170000000000002</cx:pt>
          <cx:pt idx="96354">59.979999999999997</cx:pt>
          <cx:pt idx="96355">53.979999999999997</cx:pt>
          <cx:pt idx="96356">85.469999999999999</cx:pt>
          <cx:pt idx="96357">107.97</cx:pt>
          <cx:pt idx="96358">157.93000000000001</cx:pt>
          <cx:pt idx="96359">124.94</cx:pt>
          <cx:pt idx="96360">55.960000000000001</cx:pt>
          <cx:pt idx="96361">63.979999999999997</cx:pt>
          <cx:pt idx="96362">55.960000000000001</cx:pt>
          <cx:pt idx="96363">89.980000000000004</cx:pt>
          <cx:pt idx="96364">121.47</cx:pt>
          <cx:pt idx="96365">99.959999999999994</cx:pt>
          <cx:pt idx="96366">99.959999999999994</cx:pt>
          <cx:pt idx="96367">89.959999999999994</cx:pt>
          <cx:pt idx="96368">20.460000000000001</cx:pt>
          <cx:pt idx="96369">69.980000000000004</cx:pt>
          <cx:pt idx="96370">79.120000000000005</cx:pt>
          <cx:pt idx="96371">105.89</cx:pt>
          <cx:pt idx="96372">64.120000000000005</cx:pt>
          <cx:pt idx="96373">79.849999999999994</cx:pt>
          <cx:pt idx="96374">79.849999999999994</cx:pt>
          <cx:pt idx="96375">55.960000000000001</cx:pt>
          <cx:pt idx="96376">55.960000000000001</cx:pt>
          <cx:pt idx="96377">55.960000000000001</cx:pt>
          <cx:pt idx="96378">55.960000000000001</cx:pt>
          <cx:pt idx="96379">55.960000000000001</cx:pt>
          <cx:pt idx="96380">70.980000000000004</cx:pt>
          <cx:pt idx="96381">58.479999999999997</cx:pt>
          <cx:pt idx="96382">22.489999999999998</cx:pt>
          <cx:pt idx="96383">69.950000000000003</cx:pt>
          <cx:pt idx="96384">114.94</cx:pt>
          <cx:pt idx="96385">65.989999999999995</cx:pt>
          <cx:pt idx="96386">54.990000000000002</cx:pt>
          <cx:pt idx="96387">22.489999999999998</cx:pt>
          <cx:pt idx="96388">54.990000000000002</cx:pt>
          <cx:pt idx="96389">276.86000000000001</cx:pt>
          <cx:pt idx="96390">59.990000000000002</cx:pt>
          <cx:pt idx="96391">51.479999999999997</cx:pt>
          <cx:pt idx="96392">51.460000000000001</cx:pt>
          <cx:pt idx="96393">-51.479999999999997</cx:pt>
          <cx:pt idx="96394">59.990000000000002</cx:pt>
          <cx:pt idx="96395">51.479999999999997</cx:pt>
          <cx:pt idx="96396">51.479999999999997</cx:pt>
          <cx:pt idx="96397">22.82</cx:pt>
          <cx:pt idx="96398">54.950000000000003</cx:pt>
          <cx:pt idx="96399">31.48</cx:pt>
          <cx:pt idx="96400">59.960000000000001</cx:pt>
          <cx:pt idx="96401">34.469999999999999</cx:pt>
          <cx:pt idx="96402">65.299999999999997</cx:pt>
          <cx:pt idx="96403">87.069999999999993</cx:pt>
          <cx:pt idx="96404">57.939999999999998</cx:pt>
          <cx:pt idx="96405">143.49000000000001</cx:pt>
          <cx:pt idx="96406">130.46000000000001</cx:pt>
          <cx:pt idx="96407">79.980000000000004</cx:pt>
          <cx:pt idx="96408">50.270000000000003</cx:pt>
          <cx:pt idx="96409">73.780000000000001</cx:pt>
          <cx:pt idx="96410">98.959999999999994</cx:pt>
          <cx:pt idx="96411">59.950000000000003</cx:pt>
          <cx:pt idx="96412">59.950000000000003</cx:pt>
          <cx:pt idx="96413">131.97999999999999</cx:pt>
          <cx:pt idx="96414">103.98</cx:pt>
          <cx:pt idx="96415">174.55000000000001</cx:pt>
          <cx:pt idx="96416">111.08</cx:pt>
          <cx:pt idx="96417">57.759999999999998</cx:pt>
          <cx:pt idx="96418">109.98</cx:pt>
          <cx:pt idx="96419">75.969999999999999</cx:pt>
          <cx:pt idx="96420">67.980000000000004</cx:pt>
          <cx:pt idx="96421">57.960000000000001</cx:pt>
          <cx:pt idx="96422">52.979999999999997</cx:pt>
          <cx:pt idx="96423">53.969999999999999</cx:pt>
          <cx:pt idx="96424">63.979999999999997</cx:pt>
          <cx:pt idx="96425">49.490000000000002</cx:pt>
          <cx:pt idx="96426">51.960000000000001</cx:pt>
          <cx:pt idx="96427">57.590000000000003</cx:pt>
          <cx:pt idx="96428">99.950000000000003</cx:pt>
          <cx:pt idx="96429">79.959999999999994</cx:pt>
          <cx:pt idx="96430">69.989999999999995</cx:pt>
          <cx:pt idx="96431">84.689999999999998</cx:pt>
          <cx:pt idx="96432">84.689999999999998</cx:pt>
          <cx:pt idx="96433">50.380000000000003</cx:pt>
          <cx:pt idx="96434">58.979999999999997</cx:pt>
          <cx:pt idx="96435">47.579999999999998</cx:pt>
          <cx:pt idx="96436">70.969999999999999</cx:pt>
          <cx:pt idx="96437">71.379999999999995</cx:pt>
          <cx:pt idx="96438">11.49</cx:pt>
          <cx:pt idx="96439">85.980000000000004</cx:pt>
          <cx:pt idx="96440">79.989999999999995</cx:pt>
          <cx:pt idx="96441">147.56</cx:pt>
          <cx:pt idx="96442">127.95999999999999</cx:pt>
          <cx:pt idx="96443">-55.960000000000001</cx:pt>
          <cx:pt idx="96444">69.989999999999995</cx:pt>
          <cx:pt idx="96445">203.91</cx:pt>
          <cx:pt idx="96446">55.960000000000001</cx:pt>
          <cx:pt idx="96447">55.960000000000001</cx:pt>
          <cx:pt idx="96448">55.960000000000001</cx:pt>
          <cx:pt idx="96449">55.960000000000001</cx:pt>
          <cx:pt idx="96450">55.960000000000001</cx:pt>
          <cx:pt idx="96451">55.960000000000001</cx:pt>
          <cx:pt idx="96452">74.969999999999999</cx:pt>
          <cx:pt idx="96453">89.969999999999999</cx:pt>
          <cx:pt idx="96454">53.969999999999999</cx:pt>
          <cx:pt idx="96455">73.459999999999994</cx:pt>
          <cx:pt idx="96456">90.950000000000003</cx:pt>
          <cx:pt idx="96457">37.479999999999997</cx:pt>
          <cx:pt idx="96458">127.45999999999999</cx:pt>
          <cx:pt idx="96459">89.959999999999994</cx:pt>
          <cx:pt idx="96460">59.979999999999997</cx:pt>
          <cx:pt idx="96461">65.969999999999999</cx:pt>
          <cx:pt idx="96462">57.560000000000002</cx:pt>
          <cx:pt idx="96463">63.960000000000001</cx:pt>
          <cx:pt idx="96464">53.859999999999999</cx:pt>
          <cx:pt idx="96465">49.990000000000002</cx:pt>
          <cx:pt idx="96466">49.990000000000002</cx:pt>
          <cx:pt idx="96467">22.489999999999998</cx:pt>
          <cx:pt idx="96468">50.979999999999997</cx:pt>
          <cx:pt idx="96469">50.960000000000001</cx:pt>
          <cx:pt idx="96470">72.219999999999999</cx:pt>
          <cx:pt idx="96471">71.969999999999999</cx:pt>
          <cx:pt idx="96472">104.97</cx:pt>
          <cx:pt idx="96473">95.969999999999999</cx:pt>
          <cx:pt idx="96474">104.97</cx:pt>
          <cx:pt idx="96475">104.97</cx:pt>
          <cx:pt idx="96476">21.48</cx:pt>
          <cx:pt idx="96477">19.48</cx:pt>
          <cx:pt idx="96478">19.48</cx:pt>
          <cx:pt idx="96479">55.960000000000001</cx:pt>
          <cx:pt idx="96480">83.239999999999995</cx:pt>
          <cx:pt idx="96481">69.950000000000003</cx:pt>
          <cx:pt idx="96482">75.980000000000004</cx:pt>
          <cx:pt idx="96483">94.980000000000004</cx:pt>
          <cx:pt idx="96484">100.98</cx:pt>
          <cx:pt idx="96485">68.989999999999995</cx:pt>
          <cx:pt idx="96486">114.98</cx:pt>
          <cx:pt idx="96487">87.980000000000004</cx:pt>
          <cx:pt idx="96488">163.94</cx:pt>
          <cx:pt idx="96489">107.97</cx:pt>
          <cx:pt idx="96490">59.979999999999997</cx:pt>
          <cx:pt idx="96491">70.969999999999999</cx:pt>
          <cx:pt idx="96492">97.950000000000003</cx:pt>
          <cx:pt idx="96493">103.47</cx:pt>
          <cx:pt idx="96494">52.409999999999997</cx:pt>
          <cx:pt idx="96495">52.969999999999999</cx:pt>
          <cx:pt idx="96496">54.850000000000001</cx:pt>
          <cx:pt idx="96497">55.979999999999997</cx:pt>
          <cx:pt idx="96498">55.979999999999997</cx:pt>
          <cx:pt idx="96499">55.979999999999997</cx:pt>
          <cx:pt idx="96500">99.980000000000004</cx:pt>
          <cx:pt idx="96501">60.979999999999997</cx:pt>
          <cx:pt idx="96502">159.69999999999999</cx:pt>
          <cx:pt idx="96503">140.34</cx:pt>
          <cx:pt idx="96504">37.490000000000002</cx:pt>
          <cx:pt idx="96505">20.989999999999998</cx:pt>
          <cx:pt idx="96506">61.619999999999997</cx:pt>
          <cx:pt idx="96507">125.75</cx:pt>
          <cx:pt idx="96508">66.219999999999999</cx:pt>
          <cx:pt idx="96509">130.38</cx:pt>
          <cx:pt idx="96510">140.94999999999999</cx:pt>
          <cx:pt idx="96511">97.989999999999995</cx:pt>
          <cx:pt idx="96512">24.989999999999998</cx:pt>
          <cx:pt idx="96513">72.959999999999994</cx:pt>
          <cx:pt idx="96514">89.959999999999994</cx:pt>
          <cx:pt idx="96515">39.280000000000001</cx:pt>
          <cx:pt idx="96516">82.170000000000002</cx:pt>
          <cx:pt idx="96517">39.280000000000001</cx:pt>
          <cx:pt idx="96518">70.219999999999999</cx:pt>
          <cx:pt idx="96519">183.96000000000001</cx:pt>
          <cx:pt idx="96520">134.97</cx:pt>
          <cx:pt idx="96521">85.969999999999999</cx:pt>
          <cx:pt idx="96522">54.979999999999997</cx:pt>
          <cx:pt idx="96523">299.39999999999998</cx:pt>
          <cx:pt idx="96524">113.94</cx:pt>
          <cx:pt idx="96525">153.22</cx:pt>
          <cx:pt idx="96526">299.32999999999998</cx:pt>
          <cx:pt idx="96527">51.490000000000002</cx:pt>
          <cx:pt idx="96528">65.989999999999995</cx:pt>
          <cx:pt idx="96529">11.49</cx:pt>
          <cx:pt idx="96530">73.980000000000004</cx:pt>
          <cx:pt idx="96531">226.28999999999999</cx:pt>
          <cx:pt idx="96532">54.899999999999999</cx:pt>
          <cx:pt idx="96533">55.420000000000002</cx:pt>
          <cx:pt idx="96534">55.979999999999997</cx:pt>
          <cx:pt idx="96535">54.979999999999997</cx:pt>
          <cx:pt idx="96536">51.979999999999997</cx:pt>
          <cx:pt idx="96537">54.979999999999997</cx:pt>
          <cx:pt idx="96538">11.49</cx:pt>
          <cx:pt idx="96539">77.420000000000002</cx:pt>
          <cx:pt idx="96540">58.5</cx:pt>
          <cx:pt idx="96541">59.979999999999997</cx:pt>
          <cx:pt idx="96542">80.969999999999999</cx:pt>
          <cx:pt idx="96543">74.969999999999999</cx:pt>
          <cx:pt idx="96544">80.969999999999999</cx:pt>
          <cx:pt idx="96545">51.490000000000002</cx:pt>
          <cx:pt idx="96546">74.969999999999999</cx:pt>
          <cx:pt idx="96547">51.490000000000002</cx:pt>
          <cx:pt idx="96548">53.979999999999997</cx:pt>
          <cx:pt idx="96549">49.439999999999998</cx:pt>
          <cx:pt idx="96550">59.939999999999998</cx:pt>
          <cx:pt idx="96551">50.979999999999997</cx:pt>
          <cx:pt idx="96552">59.960000000000001</cx:pt>
          <cx:pt idx="96553">53.960000000000001</cx:pt>
          <cx:pt idx="96554">59.960000000000001</cx:pt>
          <cx:pt idx="96555">37.490000000000002</cx:pt>
          <cx:pt idx="96556">163.30000000000001</cx:pt>
          <cx:pt idx="96557">135.74000000000001</cx:pt>
          <cx:pt idx="96558">84.989999999999995</cx:pt>
          <cx:pt idx="96559">107.94</cx:pt>
          <cx:pt idx="96560">41.469999999999999</cx:pt>
          <cx:pt idx="96561">25.989999999999998</cx:pt>
          <cx:pt idx="96562">79.849999999999994</cx:pt>
          <cx:pt idx="96563">72.579999999999998</cx:pt>
          <cx:pt idx="96564">146.37</cx:pt>
          <cx:pt idx="96565">65.290000000000006</cx:pt>
          <cx:pt idx="96566">135.5</cx:pt>
          <cx:pt idx="96567">97.989999999999995</cx:pt>
          <cx:pt idx="96568">115.95999999999999</cx:pt>
          <cx:pt idx="96569">68.909999999999997</cx:pt>
          <cx:pt idx="96570">108.88</cx:pt>
          <cx:pt idx="96571">295.92000000000002</cx:pt>
          <cx:pt idx="96572">150.24000000000001</cx:pt>
          <cx:pt idx="96573">102.97</cx:pt>
          <cx:pt idx="96574">54.979999999999997</cx:pt>
          <cx:pt idx="96575">109.98</cx:pt>
          <cx:pt idx="96576">21.289999999999999</cx:pt>
          <cx:pt idx="96577">64.969999999999999</cx:pt>
          <cx:pt idx="96578">51.280000000000001</cx:pt>
          <cx:pt idx="96579">142.09</cx:pt>
          <cx:pt idx="96580">79.819999999999993</cx:pt>
          <cx:pt idx="96581">99.969999999999999</cx:pt>
          <cx:pt idx="96582">99.969999999999999</cx:pt>
          <cx:pt idx="96583">69.989999999999995</cx:pt>
          <cx:pt idx="96584">149.94999999999999</cx:pt>
          <cx:pt idx="96585">89.969999999999999</cx:pt>
          <cx:pt idx="96586">89.969999999999999</cx:pt>
          <cx:pt idx="96587">59.969999999999999</cx:pt>
          <cx:pt idx="96588">99.980000000000004</cx:pt>
          <cx:pt idx="96589">59.969999999999999</cx:pt>
          <cx:pt idx="96590">41.479999999999997</cx:pt>
          <cx:pt idx="96591">107.93000000000001</cx:pt>
          <cx:pt idx="96592">134.91</cx:pt>
          <cx:pt idx="96593">134.91</cx:pt>
          <cx:pt idx="96594">107.93000000000001</cx:pt>
          <cx:pt idx="96595">107.93000000000001</cx:pt>
          <cx:pt idx="96596">107.93000000000001</cx:pt>
          <cx:pt idx="96597">107.93000000000001</cx:pt>
          <cx:pt idx="96598">134.91</cx:pt>
          <cx:pt idx="96599">107.93000000000001</cx:pt>
          <cx:pt idx="96600">107.93000000000001</cx:pt>
          <cx:pt idx="96601">134.91</cx:pt>
          <cx:pt idx="96602">107.93000000000001</cx:pt>
          <cx:pt idx="96603">17.34</cx:pt>
          <cx:pt idx="96604">54.990000000000002</cx:pt>
          <cx:pt idx="96605">99.980000000000004</cx:pt>
          <cx:pt idx="96606">67.959999999999994</cx:pt>
          <cx:pt idx="96607">125.97</cx:pt>
          <cx:pt idx="96608">145.97</cx:pt>
          <cx:pt idx="96609">297.57999999999998</cx:pt>
          <cx:pt idx="96610">56.969999999999999</cx:pt>
          <cx:pt idx="96611">217.05000000000001</cx:pt>
          <cx:pt idx="96612">54.979999999999997</cx:pt>
          <cx:pt idx="96613">80.969999999999999</cx:pt>
          <cx:pt idx="96614">29.989999999999998</cx:pt>
          <cx:pt idx="96615">120.45999999999999</cx:pt>
          <cx:pt idx="96616">40.280000000000001</cx:pt>
          <cx:pt idx="96617">69.980000000000004</cx:pt>
          <cx:pt idx="96618">57.969999999999999</cx:pt>
          <cx:pt idx="96619">65.969999999999999</cx:pt>
          <cx:pt idx="96620">79.980000000000004</cx:pt>
          <cx:pt idx="96621">76.489999999999995</cx:pt>
          <cx:pt idx="96622">51.969999999999999</cx:pt>
          <cx:pt idx="96623">145.37</cx:pt>
          <cx:pt idx="96624">69.989999999999995</cx:pt>
          <cx:pt idx="96625">55.979999999999997</cx:pt>
          <cx:pt idx="96626">69.989999999999995</cx:pt>
          <cx:pt idx="96627">73.480000000000004</cx:pt>
          <cx:pt idx="96628">73.980000000000004</cx:pt>
          <cx:pt idx="96629">73.480000000000004</cx:pt>
          <cx:pt idx="96630">88.969999999999999</cx:pt>
          <cx:pt idx="96631">29.48</cx:pt>
          <cx:pt idx="96632">73.980000000000004</cx:pt>
          <cx:pt idx="96633">29.48</cx:pt>
          <cx:pt idx="96634">88.969999999999999</cx:pt>
          <cx:pt idx="96635">29.48</cx:pt>
          <cx:pt idx="96636">29.48</cx:pt>
          <cx:pt idx="96637">109.95999999999999</cx:pt>
          <cx:pt idx="96638">183.94999999999999</cx:pt>
          <cx:pt idx="96639">86.939999999999998</cx:pt>
          <cx:pt idx="96640">61.469999999999999</cx:pt>
          <cx:pt idx="96641">52.229999999999997</cx:pt>
          <cx:pt idx="96642">52.229999999999997</cx:pt>
          <cx:pt idx="96643">47.229999999999997</cx:pt>
          <cx:pt idx="96644">59.969999999999999</cx:pt>
          <cx:pt idx="96645">59.969999999999999</cx:pt>
          <cx:pt idx="96646">59.969999999999999</cx:pt>
          <cx:pt idx="96647">59.969999999999999</cx:pt>
          <cx:pt idx="96648">164.5</cx:pt>
          <cx:pt idx="96649">25.370000000000001</cx:pt>
          <cx:pt idx="96650">261.25999999999999</cx:pt>
          <cx:pt idx="96651">-15</cx:pt>
          <cx:pt idx="96652">118.78</cx:pt>
          <cx:pt idx="96653">79.980000000000004</cx:pt>
          <cx:pt idx="96654">1.3</cx:pt>
          <cx:pt idx="96655">1.3</cx:pt>
          <cx:pt idx="96656">7.7000000000000002</cx:pt>
          <cx:pt idx="96657">1.3</cx:pt>
          <cx:pt idx="96658">1.3</cx:pt>
          <cx:pt idx="96659">7.7000000000000002</cx:pt>
          <cx:pt idx="96660">1.3</cx:pt>
          <cx:pt idx="96661">1.3</cx:pt>
          <cx:pt idx="96662">1.3</cx:pt>
          <cx:pt idx="96663">1.3</cx:pt>
          <cx:pt idx="96664">1.3</cx:pt>
          <cx:pt idx="96665">1.3</cx:pt>
          <cx:pt idx="96666">1.3</cx:pt>
          <cx:pt idx="96667">1.3</cx:pt>
          <cx:pt idx="96668">1.3</cx:pt>
          <cx:pt idx="96669">1.3</cx:pt>
          <cx:pt idx="96670">1.3</cx:pt>
          <cx:pt idx="96671">1.3</cx:pt>
          <cx:pt idx="96672">27.48</cx:pt>
          <cx:pt idx="96673">109.78</cx:pt>
          <cx:pt idx="96674">59.380000000000003</cx:pt>
          <cx:pt idx="96675">73.769999999999996</cx:pt>
          <cx:pt idx="96676">43.329999999999998</cx:pt>
          <cx:pt idx="96677">50.969999999999999</cx:pt>
          <cx:pt idx="96678">50.969999999999999</cx:pt>
          <cx:pt idx="96679">62.57</cx:pt>
          <cx:pt idx="96680">51.479999999999997</cx:pt>
          <cx:pt idx="96681">73.480000000000004</cx:pt>
          <cx:pt idx="96682">66.530000000000001</cx:pt>
          <cx:pt idx="96683">99.180000000000007</cx:pt>
          <cx:pt idx="96684">46.560000000000002</cx:pt>
          <cx:pt idx="96685">74.019999999999996</cx:pt>
          <cx:pt idx="96686">73.099999999999994</cx:pt>
          <cx:pt idx="96687">99.989999999999995</cx:pt>
          <cx:pt idx="96688">110.89</cx:pt>
          <cx:pt idx="96689">177.44</cx:pt>
          <cx:pt idx="96690">39.479999999999997</cx:pt>
          <cx:pt idx="96691">56.969999999999999</cx:pt>
          <cx:pt idx="96692">56.969999999999999</cx:pt>
          <cx:pt idx="96693">124.97</cx:pt>
          <cx:pt idx="96694">120.97</cx:pt>
          <cx:pt idx="96695">84.989999999999995</cx:pt>
          <cx:pt idx="96696">120.97</cx:pt>
          <cx:pt idx="96697">65.989999999999995</cx:pt>
          <cx:pt idx="96698">57.979999999999997</cx:pt>
          <cx:pt idx="96699">95.959999999999994</cx:pt>
          <cx:pt idx="96700">81.959999999999994</cx:pt>
          <cx:pt idx="96701">79.980000000000004</cx:pt>
          <cx:pt idx="96702">53.979999999999997</cx:pt>
          <cx:pt idx="96703">55.960000000000001</cx:pt>
          <cx:pt idx="96704">79.849999999999994</cx:pt>
          <cx:pt idx="96705">67.870000000000005</cx:pt>
          <cx:pt idx="96706">56.619999999999997</cx:pt>
          <cx:pt idx="96707">79.849999999999994</cx:pt>
          <cx:pt idx="96708">1.2</cx:pt>
          <cx:pt idx="96709">54.469999999999999</cx:pt>
          <cx:pt idx="96710">63.460000000000001</cx:pt>
          <cx:pt idx="96711">54.979999999999997</cx:pt>
          <cx:pt idx="96712">68.980000000000004</cx:pt>
          <cx:pt idx="96713">87.980000000000004</cx:pt>
          <cx:pt idx="96714">54.979999999999997</cx:pt>
          <cx:pt idx="96715">52.960000000000001</cx:pt>
          <cx:pt idx="96716">52.960000000000001</cx:pt>
          <cx:pt idx="96717">45.469999999999999</cx:pt>
          <cx:pt idx="96718">55.979999999999997</cx:pt>
          <cx:pt idx="96719">71.959999999999994</cx:pt>
          <cx:pt idx="96720">53.969999999999999</cx:pt>
          <cx:pt idx="96721">99.980000000000004</cx:pt>
          <cx:pt idx="96722">244.43000000000001</cx:pt>
          <cx:pt idx="96723">47.149999999999999</cx:pt>
          <cx:pt idx="96724">47.75</cx:pt>
          <cx:pt idx="96725">47.149999999999999</cx:pt>
          <cx:pt idx="96726">47.75</cx:pt>
          <cx:pt idx="96727">64.980000000000004</cx:pt>
          <cx:pt idx="96728">84.969999999999999</cx:pt>
          <cx:pt idx="96729">64.980000000000004</cx:pt>
          <cx:pt idx="96730">51.969999999999999</cx:pt>
          <cx:pt idx="96731">59.939999999999998</cx:pt>
          <cx:pt idx="96732">97.140000000000001</cx:pt>
          <cx:pt idx="96733">103.98</cx:pt>
          <cx:pt idx="96734">20.289999999999999</cx:pt>
          <cx:pt idx="96735">68.980000000000004</cx:pt>
          <cx:pt idx="96736">135.87</cx:pt>
          <cx:pt idx="96737">69.989999999999995</cx:pt>
          <cx:pt idx="96738">85.799999999999997</cx:pt>
          <cx:pt idx="96739">58.460000000000001</cx:pt>
          <cx:pt idx="96740">51.969999999999999</cx:pt>
          <cx:pt idx="96741">79.980000000000004</cx:pt>
          <cx:pt idx="96742">38.649999999999999</cx:pt>
          <cx:pt idx="96743">22.289999999999999</cx:pt>
          <cx:pt idx="96744">128.96000000000001</cx:pt>
          <cx:pt idx="96745">-1.3</cx:pt>
          <cx:pt idx="96746">68.969999999999999</cx:pt>
          <cx:pt idx="96747">77.359999999999999</cx:pt>
          <cx:pt idx="96748">91.900000000000006</cx:pt>
          <cx:pt idx="96749">59.740000000000002</cx:pt>
          <cx:pt idx="96750">44.710000000000001</cx:pt>
          <cx:pt idx="96751">84.980000000000004</cx:pt>
          <cx:pt idx="96752">84.989999999999995</cx:pt>
          <cx:pt idx="96753">57.979999999999997</cx:pt>
          <cx:pt idx="96754">62.979999999999997</cx:pt>
          <cx:pt idx="96755">49.119999999999997</cx:pt>
          <cx:pt idx="96756">67.980000000000004</cx:pt>
          <cx:pt idx="96757">46.490000000000002</cx:pt>
          <cx:pt idx="96758">73.980000000000004</cx:pt>
          <cx:pt idx="96759">123.95999999999999</cx:pt>
          <cx:pt idx="96760">92.969999999999999</cx:pt>
          <cx:pt idx="96761">134.87</cx:pt>
          <cx:pt idx="96762">39.990000000000002</cx:pt>
          <cx:pt idx="96763">54.979999999999997</cx:pt>
          <cx:pt idx="96764">59.960000000000001</cx:pt>
          <cx:pt idx="96765">59.960000000000001</cx:pt>
          <cx:pt idx="96766">56.969999999999999</cx:pt>
          <cx:pt idx="96767">56.969999999999999</cx:pt>
          <cx:pt idx="96768">51.270000000000003</cx:pt>
          <cx:pt idx="96769">39.280000000000001</cx:pt>
          <cx:pt idx="96770">56.969999999999999</cx:pt>
          <cx:pt idx="96771">83.959999999999994</cx:pt>
          <cx:pt idx="96772">61.969999999999999</cx:pt>
          <cx:pt idx="96773">61.969999999999999</cx:pt>
          <cx:pt idx="96774">57.57</cx:pt>
          <cx:pt idx="96775">64.969999999999999</cx:pt>
          <cx:pt idx="96776">75.980000000000004</cx:pt>
          <cx:pt idx="96777">176.97</cx:pt>
          <cx:pt idx="96778">269.95999999999998</cx:pt>
          <cx:pt idx="96779">104.98</cx:pt>
          <cx:pt idx="96780">164.97</cx:pt>
          <cx:pt idx="96781">269.91000000000003</cx:pt>
          <cx:pt idx="96782">53.979999999999997</cx:pt>
          <cx:pt idx="96783">79.980000000000004</cx:pt>
          <cx:pt idx="96784">40.490000000000002</cx:pt>
          <cx:pt idx="96785">38.479999999999997</cx:pt>
          <cx:pt idx="96786">39.490000000000002</cx:pt>
          <cx:pt idx="96787">89.980000000000004</cx:pt>
          <cx:pt idx="96788">126.16</cx:pt>
          <cx:pt idx="96789">121.98</cx:pt>
          <cx:pt idx="96790">41.289999999999999</cx:pt>
          <cx:pt idx="96791">59.939999999999998</cx:pt>
          <cx:pt idx="96792">107.88</cx:pt>
          <cx:pt idx="96793">71.920000000000002</cx:pt>
          <cx:pt idx="96794">71.920000000000002</cx:pt>
          <cx:pt idx="96795">53.939999999999998</cx:pt>
          <cx:pt idx="96796">107.88</cx:pt>
          <cx:pt idx="96797">107.88</cx:pt>
          <cx:pt idx="96798">53.939999999999998</cx:pt>
          <cx:pt idx="96799">107.88</cx:pt>
          <cx:pt idx="96800">171.47999999999999</cx:pt>
          <cx:pt idx="96801">84.989999999999995</cx:pt>
          <cx:pt idx="96802">79.980000000000004</cx:pt>
          <cx:pt idx="96803">99.980000000000004</cx:pt>
          <cx:pt idx="96804">79.019999999999996</cx:pt>
          <cx:pt idx="96805">185.94</cx:pt>
          <cx:pt idx="96806">140.16999999999999</cx:pt>
          <cx:pt idx="96807">53.969999999999999</cx:pt>
          <cx:pt idx="96808">64.469999999999999</cx:pt>
          <cx:pt idx="96809">247.94</cx:pt>
          <cx:pt idx="96810">59.979999999999997</cx:pt>
          <cx:pt idx="96811">59.979999999999997</cx:pt>
          <cx:pt idx="96812">89.969999999999999</cx:pt>
          <cx:pt idx="96813">54.950000000000003</cx:pt>
          <cx:pt idx="96814">91.400000000000006</cx:pt>
          <cx:pt idx="96815">54.950000000000003</cx:pt>
          <cx:pt idx="96816">54.950000000000003</cx:pt>
          <cx:pt idx="96817">90.349999999999994</cx:pt>
          <cx:pt idx="96818">55.649999999999999</cx:pt>
          <cx:pt idx="96819">146.36000000000001</cx:pt>
          <cx:pt idx="96820">158.75999999999999</cx:pt>
          <cx:pt idx="96821">54.890000000000001</cx:pt>
          <cx:pt idx="96822">42.490000000000002</cx:pt>
          <cx:pt idx="96823">123.95999999999999</cx:pt>
          <cx:pt idx="96824">140.56</cx:pt>
          <cx:pt idx="96825">79.700000000000003</cx:pt>
          <cx:pt idx="96826">212.31</cx:pt>
          <cx:pt idx="96827">59.990000000000002</cx:pt>
          <cx:pt idx="96828">64.480000000000004</cx:pt>
          <cx:pt idx="96829">59.990000000000002</cx:pt>
          <cx:pt idx="96830">59.990000000000002</cx:pt>
          <cx:pt idx="96831">64.480000000000004</cx:pt>
          <cx:pt idx="96832">59.990000000000002</cx:pt>
          <cx:pt idx="96833">119.92</cx:pt>
          <cx:pt idx="96834">57.979999999999997</cx:pt>
          <cx:pt idx="96835">57.420000000000002</cx:pt>
          <cx:pt idx="96836">55.979999999999997</cx:pt>
          <cx:pt idx="96837">65.980000000000004</cx:pt>
          <cx:pt idx="96838">30.989999999999998</cx:pt>
          <cx:pt idx="96839">23.280000000000001</cx:pt>
          <cx:pt idx="96840">65.980000000000004</cx:pt>
          <cx:pt idx="96841">23.280000000000001</cx:pt>
          <cx:pt idx="96842">112.95</cx:pt>
          <cx:pt idx="96843">20.289999999999999</cx:pt>
          <cx:pt idx="96844">59.25</cx:pt>
          <cx:pt idx="96845">43.469999999999999</cx:pt>
          <cx:pt idx="96846">55.960000000000001</cx:pt>
          <cx:pt idx="96847">52.560000000000002</cx:pt>
          <cx:pt idx="96848">70.980000000000004</cx:pt>
          <cx:pt idx="96849">82.760000000000005</cx:pt>
          <cx:pt idx="96850">68.969999999999999</cx:pt>
          <cx:pt idx="96851">116.95</cx:pt>
          <cx:pt idx="96852">291.52999999999997</cx:pt>
          <cx:pt idx="96853">45.259999999999998</cx:pt>
          <cx:pt idx="96854">56.479999999999997</cx:pt>
          <cx:pt idx="96855">67.989999999999995</cx:pt>
          <cx:pt idx="96856">59.479999999999997</cx:pt>
          <cx:pt idx="96857">79.989999999999995</cx:pt>
          <cx:pt idx="96858">74.969999999999999</cx:pt>
          <cx:pt idx="96859">188.93000000000001</cx:pt>
          <cx:pt idx="96860">55.979999999999997</cx:pt>
          <cx:pt idx="96861">123.95999999999999</cx:pt>
          <cx:pt idx="96862">83.969999999999999</cx:pt>
          <cx:pt idx="96863">47.149999999999999</cx:pt>
          <cx:pt idx="96864">165.71000000000001</cx:pt>
          <cx:pt idx="96865">68.930000000000007</cx:pt>
          <cx:pt idx="96866">39.479999999999997</cx:pt>
          <cx:pt idx="96867">84.980000000000004</cx:pt>
          <cx:pt idx="96868">131.97999999999999</cx:pt>
          <cx:pt idx="96869">288.86000000000001</cx:pt>
          <cx:pt idx="96870">51.979999999999997</cx:pt>
          <cx:pt idx="96871">65.989999999999995</cx:pt>
          <cx:pt idx="96872">65.989999999999995</cx:pt>
          <cx:pt idx="96873">199.94</cx:pt>
          <cx:pt idx="96874">65.989999999999995</cx:pt>
          <cx:pt idx="96875">55.780000000000001</cx:pt>
          <cx:pt idx="96876">50.979999999999997</cx:pt>
          <cx:pt idx="96877">59.979999999999997</cx:pt>
          <cx:pt idx="96878">65.989999999999995</cx:pt>
          <cx:pt idx="96879">65.989999999999995</cx:pt>
          <cx:pt idx="96880">65.989999999999995</cx:pt>
          <cx:pt idx="96881">65.989999999999995</cx:pt>
          <cx:pt idx="96882">69.989999999999995</cx:pt>
          <cx:pt idx="96883">59.960000000000001</cx:pt>
          <cx:pt idx="96884">73.349999999999994</cx:pt>
          <cx:pt idx="96885">33.479999999999997</cx:pt>
          <cx:pt idx="96886">33.479999999999997</cx:pt>
          <cx:pt idx="96887">63.960000000000001</cx:pt>
          <cx:pt idx="96888">49.469999999999999</cx:pt>
          <cx:pt idx="96889">59.960000000000001</cx:pt>
          <cx:pt idx="96890">59.960000000000001</cx:pt>
          <cx:pt idx="96891">159.69999999999999</cx:pt>
          <cx:pt idx="96892">130.63999999999999</cx:pt>
          <cx:pt idx="96893">145.15000000000001</cx:pt>
          <cx:pt idx="96894">145.13999999999999</cx:pt>
          <cx:pt idx="96895">63.969999999999999</cx:pt>
          <cx:pt idx="96896">74.969999999999999</cx:pt>
          <cx:pt idx="96897">61.979999999999997</cx:pt>
          <cx:pt idx="96898">68.959999999999994</cx:pt>
          <cx:pt idx="96899">111.95999999999999</cx:pt>
          <cx:pt idx="96900">109.90000000000001</cx:pt>
          <cx:pt idx="96901">72.549999999999997</cx:pt>
          <cx:pt idx="96902">74.950000000000003</cx:pt>
          <cx:pt idx="96903">83.269999999999996</cx:pt>
          <cx:pt idx="96904">52.960000000000001</cx:pt>
          <cx:pt idx="96905">130.90000000000001</cx:pt>
          <cx:pt idx="96906">70.969999999999999</cx:pt>
          <cx:pt idx="96907">100.97</cx:pt>
          <cx:pt idx="96908">-31.989999999999998</cx:pt>
          <cx:pt idx="96909">130.96000000000001</cx:pt>
          <cx:pt idx="96910">22.640000000000001</cx:pt>
          <cx:pt idx="96911">9.6400000000000006</cx:pt>
          <cx:pt idx="96912">99.420000000000002</cx:pt>
          <cx:pt idx="96913">68.980000000000004</cx:pt>
          <cx:pt idx="96914">102.97</cx:pt>
          <cx:pt idx="96915">209.77000000000001</cx:pt>
          <cx:pt idx="96916">79.849999999999994</cx:pt>
          <cx:pt idx="96917">87.730000000000004</cx:pt>
          <cx:pt idx="96918">88.469999999999999</cx:pt>
          <cx:pt idx="96919">86.069999999999993</cx:pt>
          <cx:pt idx="96920">40.43</cx:pt>
          <cx:pt idx="96921">34.939999999999998</cx:pt>
          <cx:pt idx="96922">51.289999999999999</cx:pt>
          <cx:pt idx="96923">29.989999999999998</cx:pt>
          <cx:pt idx="96924">180.94999999999999</cx:pt>
          <cx:pt idx="96925">54.979999999999997</cx:pt>
          <cx:pt idx="96926">54.979999999999997</cx:pt>
          <cx:pt idx="96927">54.979999999999997</cx:pt>
          <cx:pt idx="96928">91.909999999999997</cx:pt>
          <cx:pt idx="96929">91.909999999999997</cx:pt>
          <cx:pt idx="96930">110.87</cx:pt>
          <cx:pt idx="96931">84.989999999999995</cx:pt>
          <cx:pt idx="96932">289.13999999999999</cx:pt>
          <cx:pt idx="96933">90.870000000000005</cx:pt>
          <cx:pt idx="96934">170.96000000000001</cx:pt>
          <cx:pt idx="96935">79.980000000000004</cx:pt>
          <cx:pt idx="96936">131.97999999999999</cx:pt>
          <cx:pt idx="96937">65.989999999999995</cx:pt>
          <cx:pt idx="96938">65.989999999999995</cx:pt>
          <cx:pt idx="96939">65.989999999999995</cx:pt>
          <cx:pt idx="96940">88.569999999999993</cx:pt>
          <cx:pt idx="96941">89.859999999999999</cx:pt>
          <cx:pt idx="96942">179.94</cx:pt>
          <cx:pt idx="96943">81.569999999999993</cx:pt>
          <cx:pt idx="96944">60.979999999999997</cx:pt>
          <cx:pt idx="96945">62.979999999999997</cx:pt>
          <cx:pt idx="96946">52.240000000000002</cx:pt>
          <cx:pt idx="96947">37.719999999999999</cx:pt>
          <cx:pt idx="96948">52.18</cx:pt>
          <cx:pt idx="96949">76.489999999999995</cx:pt>
          <cx:pt idx="96950">99.980000000000004</cx:pt>
          <cx:pt idx="96951">84.989999999999995</cx:pt>
          <cx:pt idx="96952">89.969999999999999</cx:pt>
          <cx:pt idx="96953">76.469999999999999</cx:pt>
          <cx:pt idx="96954">77.969999999999999</cx:pt>
          <cx:pt idx="96955">79.989999999999995</cx:pt>
          <cx:pt idx="96956">185.94</cx:pt>
          <cx:pt idx="96957">95.959999999999994</cx:pt>
          <cx:pt idx="96958">11.289999999999999</cx:pt>
          <cx:pt idx="96959">125.95999999999999</cx:pt>
          <cx:pt idx="96960">139.96000000000001</cx:pt>
          <cx:pt idx="96961">163.94</cx:pt>
          <cx:pt idx="96962">101.97</cx:pt>
          <cx:pt idx="96963">41.479999999999997</cx:pt>
          <cx:pt idx="96964">59.979999999999997</cx:pt>
          <cx:pt idx="96965">140.94999999999999</cx:pt>
          <cx:pt idx="96966">59.979999999999997</cx:pt>
          <cx:pt idx="96967">99.980000000000004</cx:pt>
          <cx:pt idx="96968">92.939999999999998</cx:pt>
          <cx:pt idx="96969">67.969999999999999</cx:pt>
          <cx:pt idx="96970">59.979999999999997</cx:pt>
          <cx:pt idx="96971">119.97</cx:pt>
          <cx:pt idx="96972">59.979999999999997</cx:pt>
          <cx:pt idx="96973">59.979999999999997</cx:pt>
          <cx:pt idx="96974">119.95999999999999</cx:pt>
          <cx:pt idx="96975">59.979999999999997</cx:pt>
          <cx:pt idx="96976">116.11</cx:pt>
          <cx:pt idx="96977">102.83</cx:pt>
          <cx:pt idx="96978">68.930000000000007</cx:pt>
          <cx:pt idx="96979">77.969999999999999</cx:pt>
          <cx:pt idx="96980">65.989999999999995</cx:pt>
          <cx:pt idx="96981">52.969999999999999</cx:pt>
          <cx:pt idx="96982">65.989999999999995</cx:pt>
          <cx:pt idx="96983">68.930000000000007</cx:pt>
          <cx:pt idx="96984">183.87</cx:pt>
          <cx:pt idx="96985">264.94</cx:pt>
          <cx:pt idx="96986">264.94</cx:pt>
          <cx:pt idx="96987">73.969999999999999</cx:pt>
          <cx:pt idx="96988">74.980000000000004</cx:pt>
          <cx:pt idx="96989">52.979999999999997</cx:pt>
          <cx:pt idx="96990">62.979999999999997</cx:pt>
          <cx:pt idx="96991">47.93</cx:pt>
          <cx:pt idx="96992">91.959999999999994</cx:pt>
          <cx:pt idx="96993">34.280000000000001</cx:pt>
          <cx:pt idx="96994">68.969999999999999</cx:pt>
          <cx:pt idx="96995">149.90000000000001</cx:pt>
          <cx:pt idx="96996">149.90000000000001</cx:pt>
          <cx:pt idx="96997">149.90000000000001</cx:pt>
          <cx:pt idx="96998">149.90000000000001</cx:pt>
          <cx:pt idx="96999">59.979999999999997</cx:pt>
          <cx:pt idx="97000">59.979999999999997</cx:pt>
          <cx:pt idx="97001">59.979999999999997</cx:pt>
          <cx:pt idx="97002">59.979999999999997</cx:pt>
          <cx:pt idx="97003">59.979999999999997</cx:pt>
          <cx:pt idx="97004">59.979999999999997</cx:pt>
          <cx:pt idx="97005">59.979999999999997</cx:pt>
          <cx:pt idx="97006">59.979999999999997</cx:pt>
          <cx:pt idx="97007">169.97999999999999</cx:pt>
          <cx:pt idx="97008">89.939999999999998</cx:pt>
          <cx:pt idx="97009">95.969999999999999</cx:pt>
          <cx:pt idx="97010">54.969999999999999</cx:pt>
          <cx:pt idx="97011">46.469999999999999</cx:pt>
          <cx:pt idx="97012">53.969999999999999</cx:pt>
          <cx:pt idx="97013">16.489999999999998</cx:pt>
          <cx:pt idx="97014">16.489999999999998</cx:pt>
          <cx:pt idx="97015">89.989999999999995</cx:pt>
          <cx:pt idx="97016">129.94999999999999</cx:pt>
          <cx:pt idx="97017">129.94999999999999</cx:pt>
          <cx:pt idx="97018">67.959999999999994</cx:pt>
          <cx:pt idx="97019">63.960000000000001</cx:pt>
          <cx:pt idx="97020">63.960000000000001</cx:pt>
          <cx:pt idx="97021">63.960000000000001</cx:pt>
          <cx:pt idx="97022">176.62</cx:pt>
          <cx:pt idx="97023">65.980000000000004</cx:pt>
          <cx:pt idx="97024">66.980000000000004</cx:pt>
          <cx:pt idx="97025">71.969999999999999</cx:pt>
          <cx:pt idx="97026">54.979999999999997</cx:pt>
          <cx:pt idx="97027">59.979999999999997</cx:pt>
          <cx:pt idx="97028">56.979999999999997</cx:pt>
          <cx:pt idx="97029">53.979999999999997</cx:pt>
          <cx:pt idx="97030">94.950000000000003</cx:pt>
          <cx:pt idx="97031">168.96000000000001</cx:pt>
          <cx:pt idx="97032">263.88999999999999</cx:pt>
          <cx:pt idx="97033">123.95999999999999</cx:pt>
          <cx:pt idx="97034">74.969999999999999</cx:pt>
          <cx:pt idx="97035">79.969999999999999</cx:pt>
          <cx:pt idx="97036">54.479999999999997</cx:pt>
          <cx:pt idx="97037">64.950000000000003</cx:pt>
          <cx:pt idx="97038">50.789999999999999</cx:pt>
          <cx:pt idx="97039">51.960000000000001</cx:pt>
          <cx:pt idx="97040">52.460000000000001</cx:pt>
          <cx:pt idx="97041">55.979999999999997</cx:pt>
          <cx:pt idx="97042">207.46000000000001</cx:pt>
          <cx:pt idx="97043">96.780000000000001</cx:pt>
          <cx:pt idx="97044">35.049999999999997</cx:pt>
          <cx:pt idx="97045">12.08</cx:pt>
          <cx:pt idx="97046">35.049999999999997</cx:pt>
          <cx:pt idx="97047">35.049999999999997</cx:pt>
          <cx:pt idx="97048">24.18</cx:pt>
          <cx:pt idx="97049">120.97</cx:pt>
          <cx:pt idx="97050">80.969999999999999</cx:pt>
          <cx:pt idx="97051">81.579999999999998</cx:pt>
          <cx:pt idx="97052">78.950000000000003</cx:pt>
          <cx:pt idx="97053">58.780000000000001</cx:pt>
          <cx:pt idx="97054">29.989999999999998</cx:pt>
          <cx:pt idx="97055">59.979999999999997</cx:pt>
          <cx:pt idx="97056">51.479999999999997</cx:pt>
          <cx:pt idx="97057">53.979999999999997</cx:pt>
          <cx:pt idx="97058">56.969999999999999</cx:pt>
          <cx:pt idx="97059">65.959999999999994</cx:pt>
          <cx:pt idx="97060">65.519999999999996</cx:pt>
          <cx:pt idx="97061">58.600000000000001</cx:pt>
          <cx:pt idx="97062">68.310000000000002</cx:pt>
          <cx:pt idx="97063">144.47999999999999</cx:pt>
          <cx:pt idx="97064">59.960000000000001</cx:pt>
          <cx:pt idx="97065">53.960000000000001</cx:pt>
          <cx:pt idx="97066">94.980000000000004</cx:pt>
          <cx:pt idx="97067">92.849999999999994</cx:pt>
          <cx:pt idx="97068">51.899999999999999</cx:pt>
          <cx:pt idx="97069">20.289999999999999</cx:pt>
          <cx:pt idx="97070">56.969999999999999</cx:pt>
          <cx:pt idx="97071">50.469999999999999</cx:pt>
          <cx:pt idx="97072">68.980000000000004</cx:pt>
          <cx:pt idx="97073">23.280000000000001</cx:pt>
          <cx:pt idx="97074">37.280000000000001</cx:pt>
          <cx:pt idx="97075">76.950000000000003</cx:pt>
          <cx:pt idx="97076">80.950000000000003</cx:pt>
          <cx:pt idx="97077">52.969999999999999</cx:pt>
          <cx:pt idx="97078">51.960000000000001</cx:pt>
          <cx:pt idx="97079">170.27000000000001</cx:pt>
          <cx:pt idx="97080">-1.3</cx:pt>
          <cx:pt idx="97081">29.280000000000001</cx:pt>
          <cx:pt idx="97082">55.869999999999997</cx:pt>
          <cx:pt idx="97083">65.989999999999995</cx:pt>
          <cx:pt idx="97084">65.989999999999995</cx:pt>
          <cx:pt idx="97085">51.490000000000002</cx:pt>
          <cx:pt idx="97086">65.989999999999995</cx:pt>
          <cx:pt idx="97087">188.97</cx:pt>
          <cx:pt idx="97088">59.990000000000002</cx:pt>
          <cx:pt idx="97089">91.969999999999999</cx:pt>
          <cx:pt idx="97090">105.98</cx:pt>
          <cx:pt idx="97091">74.989999999999995</cx:pt>
          <cx:pt idx="97092">122.37</cx:pt>
          <cx:pt idx="97093">67.959999999999994</cx:pt>
          <cx:pt idx="97094">41.289999999999999</cx:pt>
          <cx:pt idx="97095">27.18</cx:pt>
          <cx:pt idx="97096">27.18</cx:pt>
          <cx:pt idx="97097">118.97</cx:pt>
          <cx:pt idx="97098">138.56999999999999</cx:pt>
          <cx:pt idx="97099">138.56999999999999</cx:pt>
          <cx:pt idx="97100">118.97</cx:pt>
          <cx:pt idx="97101">103.56999999999999</cx:pt>
          <cx:pt idx="97102">158.47</cx:pt>
          <cx:pt idx="97103">84.659999999999997</cx:pt>
          <cx:pt idx="97104">199.58000000000001</cx:pt>
          <cx:pt idx="97105">38.490000000000002</cx:pt>
          <cx:pt idx="97106">63.979999999999997</cx:pt>
          <cx:pt idx="97107">45.490000000000002</cx:pt>
          <cx:pt idx="97108">36.479999999999997</cx:pt>
          <cx:pt idx="97109">68.980000000000004</cx:pt>
          <cx:pt idx="97110">65.989999999999995</cx:pt>
          <cx:pt idx="97111">65.989999999999995</cx:pt>
          <cx:pt idx="97112">51.490000000000002</cx:pt>
          <cx:pt idx="97113">65.989999999999995</cx:pt>
          <cx:pt idx="97114">123.38</cx:pt>
          <cx:pt idx="97115">67.719999999999999</cx:pt>
          <cx:pt idx="97116">93.129999999999995</cx:pt>
          <cx:pt idx="97117">22.289999999999999</cx:pt>
          <cx:pt idx="97118">115.97</cx:pt>
          <cx:pt idx="97119">111.56999999999999</cx:pt>
          <cx:pt idx="97120">31.879999999999999</cx:pt>
          <cx:pt idx="97121">27.91</cx:pt>
          <cx:pt idx="97122">29.280000000000001</cx:pt>
          <cx:pt idx="97123">114.95</cx:pt>
          <cx:pt idx="97124">82.769999999999996</cx:pt>
          <cx:pt idx="97125">107.97</cx:pt>
          <cx:pt idx="97126">71.219999999999999</cx:pt>
          <cx:pt idx="97127">89.969999999999999</cx:pt>
          <cx:pt idx="97128">74.969999999999999</cx:pt>
          <cx:pt idx="97129">13.49</cx:pt>
          <cx:pt idx="97130">35.020000000000003</cx:pt>
          <cx:pt idx="97131">13.49</cx:pt>
          <cx:pt idx="97132">47.149999999999999</cx:pt>
          <cx:pt idx="97133">47.149999999999999</cx:pt>
          <cx:pt idx="97134">47.149999999999999</cx:pt>
          <cx:pt idx="97135">29.98</cx:pt>
          <cx:pt idx="97136">130.97</cx:pt>
          <cx:pt idx="97137">125.66</cx:pt>
          <cx:pt idx="97138">76.489999999999995</cx:pt>
          <cx:pt idx="97139">1.5</cx:pt>
          <cx:pt idx="97140">84.989999999999995</cx:pt>
          <cx:pt idx="97141">84.989999999999995</cx:pt>
          <cx:pt idx="97142">87.969999999999999</cx:pt>
          <cx:pt idx="97143">122.97</cx:pt>
          <cx:pt idx="97144">55.960000000000001</cx:pt>
          <cx:pt idx="97145">88.569999999999993</cx:pt>
          <cx:pt idx="97146">55.960000000000001</cx:pt>
          <cx:pt idx="97147">55.960000000000001</cx:pt>
          <cx:pt idx="97148">55.969999999999999</cx:pt>
          <cx:pt idx="97149">252.21000000000001</cx:pt>
          <cx:pt idx="97150">59.990000000000002</cx:pt>
          <cx:pt idx="97151">21.489999999999998</cx:pt>
          <cx:pt idx="97152">69.969999999999999</cx:pt>
          <cx:pt idx="97153">91.939999999999998</cx:pt>
          <cx:pt idx="97154">181.44</cx:pt>
          <cx:pt idx="97155">74.260000000000005</cx:pt>
          <cx:pt idx="97156">74.950000000000003</cx:pt>
          <cx:pt idx="97157">52.979999999999997</cx:pt>
          <cx:pt idx="97158">63.979999999999997</cx:pt>
          <cx:pt idx="97159">56.979999999999997</cx:pt>
          <cx:pt idx="97160">11.289999999999999</cx:pt>
          <cx:pt idx="97161">67.980000000000004</cx:pt>
          <cx:pt idx="97162">63.979999999999997</cx:pt>
          <cx:pt idx="97163">63.979999999999997</cx:pt>
          <cx:pt idx="97164">59.979999999999997</cx:pt>
          <cx:pt idx="97165">19.850000000000001</cx:pt>
          <cx:pt idx="97166">31.239999999999998</cx:pt>
          <cx:pt idx="97167">67.260000000000005</cx:pt>
          <cx:pt idx="97168">69.959999999999994</cx:pt>
          <cx:pt idx="97169">104.98</cx:pt>
          <cx:pt idx="97170">84.989999999999995</cx:pt>
          <cx:pt idx="97171">65.989999999999995</cx:pt>
          <cx:pt idx="97172">95.939999999999998</cx:pt>
          <cx:pt idx="97173">159.90000000000001</cx:pt>
          <cx:pt idx="97174">170.72999999999999</cx:pt>
          <cx:pt idx="97175">85.489999999999995</cx:pt>
          <cx:pt idx="97176">51.289999999999999</cx:pt>
          <cx:pt idx="97177">70.170000000000002</cx:pt>
          <cx:pt idx="97178">51.939999999999998</cx:pt>
          <cx:pt idx="97179">51.939999999999998</cx:pt>
          <cx:pt idx="97180">65.189999999999998</cx:pt>
          <cx:pt idx="97181">31.289999999999999</cx:pt>
          <cx:pt idx="97182">54.979999999999997</cx:pt>
          <cx:pt idx="97183">21.289999999999999</cx:pt>
          <cx:pt idx="97184">69.980000000000004</cx:pt>
          <cx:pt idx="97185">57.960000000000001</cx:pt>
          <cx:pt idx="97186">23.600000000000001</cx:pt>
          <cx:pt idx="97187">72.950000000000003</cx:pt>
          <cx:pt idx="97188">57.960000000000001</cx:pt>
          <cx:pt idx="97189">57.960000000000001</cx:pt>
          <cx:pt idx="97190">62.479999999999997</cx:pt>
          <cx:pt idx="97191">122.45999999999999</cx:pt>
          <cx:pt idx="97192">7.7400000000000002</cx:pt>
          <cx:pt idx="97193">70.980000000000004</cx:pt>
          <cx:pt idx="97194">42.729999999999997</cx:pt>
          <cx:pt idx="97195">70.980000000000004</cx:pt>
          <cx:pt idx="97196">112.97</cx:pt>
          <cx:pt idx="97197">63.979999999999997</cx:pt>
          <cx:pt idx="97198">-6.3799999999999999</cx:pt>
          <cx:pt idx="97199">148.47</cx:pt>
          <cx:pt idx="97200">106.95999999999999</cx:pt>
          <cx:pt idx="97201">99.980000000000004</cx:pt>
          <cx:pt idx="97202">159.97</cx:pt>
          <cx:pt idx="97203">58.969999999999999</cx:pt>
          <cx:pt idx="97204">37.729999999999997</cx:pt>
          <cx:pt idx="97205">32.479999999999997</cx:pt>
          <cx:pt idx="97206">26.989999999999998</cx:pt>
          <cx:pt idx="97207">65.959999999999994</cx:pt>
          <cx:pt idx="97208">59.979999999999997</cx:pt>
          <cx:pt idx="97209">79.980000000000004</cx:pt>
          <cx:pt idx="97210">59.979999999999997</cx:pt>
          <cx:pt idx="97211">61.280000000000001</cx:pt>
          <cx:pt idx="97212">61.280000000000001</cx:pt>
          <cx:pt idx="97213">59.979999999999997</cx:pt>
          <cx:pt idx="97214">59.979999999999997</cx:pt>
          <cx:pt idx="97215">59.960000000000001</cx:pt>
          <cx:pt idx="97216">59.969999999999999</cx:pt>
          <cx:pt idx="97217">79.980000000000004</cx:pt>
          <cx:pt idx="97218">79.849999999999994</cx:pt>
          <cx:pt idx="97219">108.86</cx:pt>
          <cx:pt idx="97220">79.849999999999994</cx:pt>
          <cx:pt idx="97221">49.590000000000003</cx:pt>
          <cx:pt idx="97222">49.590000000000003</cx:pt>
          <cx:pt idx="97223">93.010000000000005</cx:pt>
          <cx:pt idx="97224">108.86</cx:pt>
          <cx:pt idx="97225">93.010000000000005</cx:pt>
          <cx:pt idx="97226">79.849999999999994</cx:pt>
          <cx:pt idx="97227">79.849999999999994</cx:pt>
          <cx:pt idx="97228">36.090000000000003</cx:pt>
          <cx:pt idx="97229">36.090000000000003</cx:pt>
          <cx:pt idx="97230">54.990000000000002</cx:pt>
          <cx:pt idx="97231">91.959999999999994</cx:pt>
          <cx:pt idx="97232">127.47</cx:pt>
          <cx:pt idx="97233">127.56999999999999</cx:pt>
          <cx:pt idx="97234">84.989999999999995</cx:pt>
          <cx:pt idx="97235">169.97999999999999</cx:pt>
          <cx:pt idx="97236">84.989999999999995</cx:pt>
          <cx:pt idx="97237">84.989999999999995</cx:pt>
          <cx:pt idx="97238">84.989999999999995</cx:pt>
          <cx:pt idx="97239">51.759999999999998</cx:pt>
          <cx:pt idx="97240">50.060000000000002</cx:pt>
          <cx:pt idx="97241">84.989999999999995</cx:pt>
          <cx:pt idx="97242">84.989999999999995</cx:pt>
          <cx:pt idx="97243">84.989999999999995</cx:pt>
          <cx:pt idx="97244">254.97</cx:pt>
          <cx:pt idx="97245">254.97</cx:pt>
          <cx:pt idx="97246">254.97</cx:pt>
          <cx:pt idx="97247">69.969999999999999</cx:pt>
          <cx:pt idx="97248">99.980000000000004</cx:pt>
          <cx:pt idx="97249">31.489999999999998</cx:pt>
          <cx:pt idx="97250">62.979999999999997</cx:pt>
          <cx:pt idx="97251">215.94999999999999</cx:pt>
          <cx:pt idx="97252">73.920000000000002</cx:pt>
          <cx:pt idx="97253">104.98</cx:pt>
          <cx:pt idx="97254">99.980000000000004</cx:pt>
          <cx:pt idx="97255">71.069999999999993</cx:pt>
          <cx:pt idx="97256">76.189999999999998</cx:pt>
          <cx:pt idx="97257">104.04000000000001</cx:pt>
          <cx:pt idx="97258">172.19</cx:pt>
          <cx:pt idx="97259">54.979999999999997</cx:pt>
          <cx:pt idx="97260">54.979999999999997</cx:pt>
          <cx:pt idx="97261">87.099999999999994</cx:pt>
          <cx:pt idx="97262">65.299999999999997</cx:pt>
          <cx:pt idx="97263">128.53</cx:pt>
          <cx:pt idx="97264">65.989999999999995</cx:pt>
          <cx:pt idx="97265">53.469999999999999</cx:pt>
          <cx:pt idx="97266">84.980000000000004</cx:pt>
          <cx:pt idx="97267">37.240000000000002</cx:pt>
          <cx:pt idx="97268">140.36000000000001</cx:pt>
          <cx:pt idx="97269">19.93</cx:pt>
          <cx:pt idx="97270">51.490000000000002</cx:pt>
          <cx:pt idx="97271">49.990000000000002</cx:pt>
          <cx:pt idx="97272">75</cx:pt>
          <cx:pt idx="97273">76.079999999999998</cx:pt>
          <cx:pt idx="97274">85.980000000000004</cx:pt>
          <cx:pt idx="97275">93.760000000000005</cx:pt>
          <cx:pt idx="97276">61.979999999999997</cx:pt>
          <cx:pt idx="97277">98.959999999999994</cx:pt>
          <cx:pt idx="97278">257.94</cx:pt>
          <cx:pt idx="97279">54.979999999999997</cx:pt>
          <cx:pt idx="97280">69.969999999999999</cx:pt>
          <cx:pt idx="97281">26.940000000000001</cx:pt>
          <cx:pt idx="97282">59.979999999999997</cx:pt>
          <cx:pt idx="97283">92.980000000000004</cx:pt>
          <cx:pt idx="97284">99.980000000000004</cx:pt>
          <cx:pt idx="97285">59.990000000000002</cx:pt>
          <cx:pt idx="97286">64.430000000000007</cx:pt>
          <cx:pt idx="97287">184.97</cx:pt>
          <cx:pt idx="97288">67.980000000000004</cx:pt>
          <cx:pt idx="97289">102.97</cx:pt>
          <cx:pt idx="97290">54.979999999999997</cx:pt>
          <cx:pt idx="97291">94.969999999999999</cx:pt>
          <cx:pt idx="97292">257.91000000000003</cx:pt>
          <cx:pt idx="97293">94.980000000000004</cx:pt>
          <cx:pt idx="97294">64.969999999999999</cx:pt>
          <cx:pt idx="97295">49.990000000000002</cx:pt>
          <cx:pt idx="97296">101.97</cx:pt>
          <cx:pt idx="97297">94.969999999999999</cx:pt>
          <cx:pt idx="97298">59.979999999999997</cx:pt>
          <cx:pt idx="97299">70.180000000000007</cx:pt>
          <cx:pt idx="97300">64.579999999999998</cx:pt>
          <cx:pt idx="97301">121.95999999999999</cx:pt>
          <cx:pt idx="97302">54.990000000000002</cx:pt>
          <cx:pt idx="97303">-54.979999999999997</cx:pt>
          <cx:pt idx="97304">54.979999999999997</cx:pt>
          <cx:pt idx="97305">94.819999999999993</cx:pt>
          <cx:pt idx="97306">79.959999999999994</cx:pt>
          <cx:pt idx="97307">15.49</cx:pt>
          <cx:pt idx="97308">15.49</cx:pt>
          <cx:pt idx="97309">119.97</cx:pt>
          <cx:pt idx="97310">28.73</cx:pt>
          <cx:pt idx="97311">32.229999999999997</cx:pt>
          <cx:pt idx="97312">27.780000000000001</cx:pt>
          <cx:pt idx="97313">51.289999999999999</cx:pt>
          <cx:pt idx="97314">26.289999999999999</cx:pt>
          <cx:pt idx="97315">64.980000000000004</cx:pt>
          <cx:pt idx="97316">51.289999999999999</cx:pt>
          <cx:pt idx="97317">89.989999999999995</cx:pt>
          <cx:pt idx="97318">161.97999999999999</cx:pt>
          <cx:pt idx="97319">251.91</cx:pt>
          <cx:pt idx="97320">33.479999999999997</cx:pt>
          <cx:pt idx="97321">56.969999999999999</cx:pt>
          <cx:pt idx="97322">39.479999999999997</cx:pt>
          <cx:pt idx="97323">39.479999999999997</cx:pt>
          <cx:pt idx="97324">56.969999999999999</cx:pt>
          <cx:pt idx="97325">31.48</cx:pt>
          <cx:pt idx="97326">16.489999999999998</cx:pt>
          <cx:pt idx="97327">56.950000000000003</cx:pt>
          <cx:pt idx="97328">31.48</cx:pt>
          <cx:pt idx="97329">91.670000000000002</cx:pt>
          <cx:pt idx="97330">69.980000000000004</cx:pt>
          <cx:pt idx="97331">49.990000000000002</cx:pt>
          <cx:pt idx="97332">139.96000000000001</cx:pt>
          <cx:pt idx="97333">15.65</cx:pt>
          <cx:pt idx="97334">198.94999999999999</cx:pt>
          <cx:pt idx="97335">75.959999999999994</cx:pt>
          <cx:pt idx="97336">46.490000000000002</cx:pt>
          <cx:pt idx="97337">95.950000000000003</cx:pt>
          <cx:pt idx="97338">99.959999999999994</cx:pt>
          <cx:pt idx="97339">69.430000000000007</cx:pt>
          <cx:pt idx="97340">69.430000000000007</cx:pt>
          <cx:pt idx="97341">129.94999999999999</cx:pt>
          <cx:pt idx="97342">31.280000000000001</cx:pt>
          <cx:pt idx="97343">55.960000000000001</cx:pt>
          <cx:pt idx="97344">55.960000000000001</cx:pt>
          <cx:pt idx="97345">129.94999999999999</cx:pt>
          <cx:pt idx="97346">31.280000000000001</cx:pt>
          <cx:pt idx="97347">250.91</cx:pt>
          <cx:pt idx="97348">61.960000000000001</cx:pt>
          <cx:pt idx="97349">55.969999999999999</cx:pt>
          <cx:pt idx="97350">51.469999999999999</cx:pt>
          <cx:pt idx="97351">51.469999999999999</cx:pt>
          <cx:pt idx="97352">50.950000000000003</cx:pt>
          <cx:pt idx="97353">63.960000000000001</cx:pt>
          <cx:pt idx="97354">63.960000000000001</cx:pt>
          <cx:pt idx="97355">63.960000000000001</cx:pt>
          <cx:pt idx="97356">50.950000000000003</cx:pt>
          <cx:pt idx="97357">63.960000000000001</cx:pt>
          <cx:pt idx="97358">19.940000000000001</cx:pt>
          <cx:pt idx="97359">40.490000000000002</cx:pt>
          <cx:pt idx="97360">145.15000000000001</cx:pt>
          <cx:pt idx="97361">122.15000000000001</cx:pt>
          <cx:pt idx="97362">170.94999999999999</cx:pt>
          <cx:pt idx="97363">50.119999999999997</cx:pt>
          <cx:pt idx="97364">66.969999999999999</cx:pt>
          <cx:pt idx="97365">79.969999999999999</cx:pt>
          <cx:pt idx="97366">57.979999999999997</cx:pt>
          <cx:pt idx="97367">84.989999999999995</cx:pt>
          <cx:pt idx="97368">84.989999999999995</cx:pt>
          <cx:pt idx="97369">84.989999999999995</cx:pt>
          <cx:pt idx="97370">254.97</cx:pt>
          <cx:pt idx="97371">89.980000000000004</cx:pt>
          <cx:pt idx="97372">109.98</cx:pt>
          <cx:pt idx="97373">54.969999999999999</cx:pt>
          <cx:pt idx="97374">72.069999999999993</cx:pt>
          <cx:pt idx="97375">102.83</cx:pt>
          <cx:pt idx="97376">102.83</cx:pt>
          <cx:pt idx="97377">98.969999999999999</cx:pt>
          <cx:pt idx="97378">48.979999999999997</cx:pt>
          <cx:pt idx="97379">86.480000000000004</cx:pt>
          <cx:pt idx="97380">94.480000000000004</cx:pt>
          <cx:pt idx="97381">91.370000000000005</cx:pt>
          <cx:pt idx="97382">68.939999999999998</cx:pt>
          <cx:pt idx="97383">89.950000000000003</cx:pt>
          <cx:pt idx="97384">51.640000000000001</cx:pt>
          <cx:pt idx="97385">95.859999999999999</cx:pt>
          <cx:pt idx="97386">70.980000000000004</cx:pt>
          <cx:pt idx="97387">72.969999999999999</cx:pt>
          <cx:pt idx="97388">59.979999999999997</cx:pt>
          <cx:pt idx="97389">61.170000000000002</cx:pt>
          <cx:pt idx="97390">55.960000000000001</cx:pt>
          <cx:pt idx="97391">152.41</cx:pt>
          <cx:pt idx="97392">50.170000000000002</cx:pt>
          <cx:pt idx="97393">49.57</cx:pt>
          <cx:pt idx="97394">99.980000000000004</cx:pt>
          <cx:pt idx="97395">149.97</cx:pt>
          <cx:pt idx="97396">149.97</cx:pt>
          <cx:pt idx="97397">84.989999999999995</cx:pt>
          <cx:pt idx="97398">84.989999999999995</cx:pt>
          <cx:pt idx="97399">99.980000000000004</cx:pt>
          <cx:pt idx="97400">149.97</cx:pt>
          <cx:pt idx="97401">99.980000000000004</cx:pt>
          <cx:pt idx="97402">84.989999999999995</cx:pt>
          <cx:pt idx="97403">89.980000000000004</cx:pt>
          <cx:pt idx="97404">89.980000000000004</cx:pt>
          <cx:pt idx="97405">69.980000000000004</cx:pt>
          <cx:pt idx="97406">249.94999999999999</cx:pt>
          <cx:pt idx="97407">59.979999999999997</cx:pt>
          <cx:pt idx="97408">89.969999999999999</cx:pt>
          <cx:pt idx="97409">99.980000000000004</cx:pt>
          <cx:pt idx="97410">89.969999999999999</cx:pt>
          <cx:pt idx="97411">59.979999999999997</cx:pt>
          <cx:pt idx="97412">99.959999999999994</cx:pt>
          <cx:pt idx="97413">229.86000000000001</cx:pt>
          <cx:pt idx="97414">54.990000000000002</cx:pt>
          <cx:pt idx="97415">149.94</cx:pt>
          <cx:pt idx="97416">99.959999999999994</cx:pt>
          <cx:pt idx="97417">249.90000000000001</cx:pt>
          <cx:pt idx="97418">20.489999999999998</cx:pt>
          <cx:pt idx="97419">46.490000000000002</cx:pt>
          <cx:pt idx="97420">56.969999999999999</cx:pt>
          <cx:pt idx="97421">143.58000000000001</cx:pt>
          <cx:pt idx="97422">129.96000000000001</cx:pt>
          <cx:pt idx="97423">174.94999999999999</cx:pt>
          <cx:pt idx="97424">76.969999999999999</cx:pt>
          <cx:pt idx="97425">30.870000000000001</cx:pt>
          <cx:pt idx="97426">59.939999999999998</cx:pt>
          <cx:pt idx="97427">59.939999999999998</cx:pt>
          <cx:pt idx="97428">275.74000000000001</cx:pt>
          <cx:pt idx="97429">51.979999999999997</cx:pt>
          <cx:pt idx="97430">51.979999999999997</cx:pt>
          <cx:pt idx="97431">38.490000000000002</cx:pt>
          <cx:pt idx="97432">38.490000000000002</cx:pt>
          <cx:pt idx="97433">58.979999999999997</cx:pt>
          <cx:pt idx="97434">67.719999999999999</cx:pt>
          <cx:pt idx="97435">62.880000000000003</cx:pt>
          <cx:pt idx="97436">77.390000000000001</cx:pt>
          <cx:pt idx="97437">67.719999999999999</cx:pt>
          <cx:pt idx="97438">117.34999999999999</cx:pt>
          <cx:pt idx="97439">87.099999999999994</cx:pt>
          <cx:pt idx="97440">87.099999999999994</cx:pt>
          <cx:pt idx="97441">147.59999999999999</cx:pt>
          <cx:pt idx="97442">117.34999999999999</cx:pt>
          <cx:pt idx="97443">147.59999999999999</cx:pt>
          <cx:pt idx="97444">75.090000000000003</cx:pt>
          <cx:pt idx="97445">109.95999999999999</cx:pt>
          <cx:pt idx="97446">68.989999999999995</cx:pt>
          <cx:pt idx="97447">51.289999999999999</cx:pt>
          <cx:pt idx="97448">36.289999999999999</cx:pt>
          <cx:pt idx="97449">17.289999999999999</cx:pt>
          <cx:pt idx="97450">59.979999999999997</cx:pt>
          <cx:pt idx="97451">17.289999999999999</cx:pt>
          <cx:pt idx="97452">59.329999999999998</cx:pt>
          <cx:pt idx="97453">59.990000000000002</cx:pt>
          <cx:pt idx="97454">59.950000000000003</cx:pt>
          <cx:pt idx="97455">79.980000000000004</cx:pt>
          <cx:pt idx="97456">71.469999999999999</cx:pt>
          <cx:pt idx="97457">118.66</cx:pt>
          <cx:pt idx="97458">100.95999999999999</cx:pt>
          <cx:pt idx="97459">142.37</cx:pt>
          <cx:pt idx="97460">107.97</cx:pt>
          <cx:pt idx="97461">99.980000000000004</cx:pt>
          <cx:pt idx="97462">88.980000000000004</cx:pt>
          <cx:pt idx="97463">93.980000000000004</cx:pt>
          <cx:pt idx="97464">66.129999999999995</cx:pt>
          <cx:pt idx="97465">79.920000000000002</cx:pt>
          <cx:pt idx="97466">59.939999999999998</cx:pt>
          <cx:pt idx="97467">62.939999999999998</cx:pt>
          <cx:pt idx="97468">69.930000000000007</cx:pt>
          <cx:pt idx="97469">80.980000000000004</cx:pt>
          <cx:pt idx="97470">108.98</cx:pt>
          <cx:pt idx="97471">61.18</cx:pt>
          <cx:pt idx="97472">71.480000000000004</cx:pt>
          <cx:pt idx="97473">107.48</cx:pt>
          <cx:pt idx="97474">57.979999999999997</cx:pt>
          <cx:pt idx="97475">29.489999999999998</cx:pt>
          <cx:pt idx="97476">55.979999999999997</cx:pt>
          <cx:pt idx="97477">59.979999999999997</cx:pt>
          <cx:pt idx="97478">29.489999999999998</cx:pt>
          <cx:pt idx="97479">80.969999999999999</cx:pt>
          <cx:pt idx="97480">59.979999999999997</cx:pt>
          <cx:pt idx="97481">107.95999999999999</cx:pt>
          <cx:pt idx="97482">55.960000000000001</cx:pt>
          <cx:pt idx="97483">57.960000000000001</cx:pt>
          <cx:pt idx="97484">70.180000000000007</cx:pt>
          <cx:pt idx="97485">70.180000000000007</cx:pt>
          <cx:pt idx="97486">83.480000000000004</cx:pt>
          <cx:pt idx="97487">83.480000000000004</cx:pt>
          <cx:pt idx="97488">194.75999999999999</cx:pt>
          <cx:pt idx="97489">194.75999999999999</cx:pt>
          <cx:pt idx="97490">79.849999999999994</cx:pt>
          <cx:pt idx="97491">79.849999999999994</cx:pt>
          <cx:pt idx="97492">9.9700000000000006</cx:pt>
          <cx:pt idx="97493">9.9700000000000006</cx:pt>
          <cx:pt idx="97494">51.119999999999997</cx:pt>
          <cx:pt idx="97495">51.119999999999997</cx:pt>
          <cx:pt idx="97496">77.980000000000004</cx:pt>
          <cx:pt idx="97497">223.80000000000001</cx:pt>
          <cx:pt idx="97498">209.25</cx:pt>
          <cx:pt idx="97499">156.65000000000001</cx:pt>
          <cx:pt idx="97500">117.33</cx:pt>
          <cx:pt idx="97501">21.239999999999998</cx:pt>
          <cx:pt idx="97502">23.489999999999998</cx:pt>
          <cx:pt idx="97503">39.479999999999997</cx:pt>
          <cx:pt idx="97504">20.489999999999998</cx:pt>
          <cx:pt idx="97505">71.480000000000004</cx:pt>
          <cx:pt idx="97506">89.980000000000004</cx:pt>
          <cx:pt idx="97507">90.079999999999998</cx:pt>
          <cx:pt idx="97508">70.079999999999998</cx:pt>
          <cx:pt idx="97509">185.94</cx:pt>
          <cx:pt idx="97510">61.979999999999997</cx:pt>
          <cx:pt idx="97511">123.95999999999999</cx:pt>
          <cx:pt idx="97512">123.95999999999999</cx:pt>
          <cx:pt idx="97513">64.969999999999999</cx:pt>
          <cx:pt idx="97514">59.979999999999997</cx:pt>
          <cx:pt idx="97515">165.91</cx:pt>
          <cx:pt idx="97516">59.979999999999997</cx:pt>
          <cx:pt idx="97517">59.979999999999997</cx:pt>
          <cx:pt idx="97518">59.979999999999997</cx:pt>
          <cx:pt idx="97519">59.979999999999997</cx:pt>
          <cx:pt idx="97520">59.979999999999997</cx:pt>
          <cx:pt idx="97521">115.97</cx:pt>
          <cx:pt idx="97522">115.97</cx:pt>
          <cx:pt idx="97523">65.980000000000004</cx:pt>
          <cx:pt idx="97524">65.989999999999995</cx:pt>
          <cx:pt idx="97525">65.989999999999995</cx:pt>
          <cx:pt idx="97526">59.979999999999997</cx:pt>
          <cx:pt idx="97527">65.980000000000004</cx:pt>
          <cx:pt idx="97528">75.959999999999994</cx:pt>
          <cx:pt idx="97529">171.97</cx:pt>
          <cx:pt idx="97530">72.549999999999997</cx:pt>
          <cx:pt idx="97531">77.090000000000003</cx:pt>
          <cx:pt idx="97532">37.469999999999999</cx:pt>
          <cx:pt idx="97533">77.090000000000003</cx:pt>
          <cx:pt idx="97534">92.969999999999999</cx:pt>
          <cx:pt idx="97535">61.979999999999997</cx:pt>
          <cx:pt idx="97536">92.969999999999999</cx:pt>
          <cx:pt idx="97537">84.269999999999996</cx:pt>
          <cx:pt idx="97538">57.119999999999997</cx:pt>
          <cx:pt idx="97539">56.380000000000003</cx:pt>
          <cx:pt idx="97540">199.94</cx:pt>
          <cx:pt idx="97541">41.479999999999997</cx:pt>
          <cx:pt idx="97542">15.49</cx:pt>
          <cx:pt idx="97543">109.93000000000001</cx:pt>
          <cx:pt idx="97544">51.969999999999999</cx:pt>
          <cx:pt idx="97545">59.979999999999997</cx:pt>
          <cx:pt idx="97546">59.979999999999997</cx:pt>
          <cx:pt idx="97547">59.979999999999997</cx:pt>
          <cx:pt idx="97548">72.239999999999995</cx:pt>
          <cx:pt idx="97549">103.17</cx:pt>
          <cx:pt idx="97550">191.94</cx:pt>
          <cx:pt idx="97551">46.479999999999997</cx:pt>
          <cx:pt idx="97552">56.07</cx:pt>
          <cx:pt idx="97553">47.229999999999997</cx:pt>
          <cx:pt idx="97554">76.469999999999999</cx:pt>
          <cx:pt idx="97555">113.7</cx:pt>
          <cx:pt idx="97556">73.480000000000004</cx:pt>
          <cx:pt idx="97557">79.849999999999994</cx:pt>
          <cx:pt idx="97558">61.979999999999997</cx:pt>
          <cx:pt idx="97559">81.019999999999996</cx:pt>
          <cx:pt idx="97560">70.140000000000001</cx:pt>
          <cx:pt idx="97561">55.590000000000003</cx:pt>
          <cx:pt idx="97562">47.130000000000003</cx:pt>
          <cx:pt idx="97563">47.149999999999999</cx:pt>
          <cx:pt idx="97564">47.149999999999999</cx:pt>
          <cx:pt idx="97565">47.149999999999999</cx:pt>
          <cx:pt idx="97566">102.83</cx:pt>
          <cx:pt idx="97567">95.950000000000003</cx:pt>
          <cx:pt idx="97568">55.960000000000001</cx:pt>
          <cx:pt idx="97569">212.34999999999999</cx:pt>
          <cx:pt idx="97570">25.93</cx:pt>
          <cx:pt idx="97571">61.689999999999998</cx:pt>
          <cx:pt idx="97572">63.130000000000003</cx:pt>
          <cx:pt idx="97573">117.2</cx:pt>
          <cx:pt idx="97574">52.960000000000001</cx:pt>
          <cx:pt idx="97575">58.979999999999997</cx:pt>
          <cx:pt idx="97576">54.990000000000002</cx:pt>
          <cx:pt idx="97577">23.989999999999998</cx:pt>
          <cx:pt idx="97578">58.979999999999997</cx:pt>
          <cx:pt idx="97579">194.94</cx:pt>
          <cx:pt idx="97580">55.979999999999997</cx:pt>
          <cx:pt idx="97581">112.56999999999999</cx:pt>
          <cx:pt idx="97582">88.280000000000001</cx:pt>
          <cx:pt idx="97583">71.370000000000005</cx:pt>
          <cx:pt idx="97584">269.89999999999998</cx:pt>
          <cx:pt idx="97585">44.18</cx:pt>
          <cx:pt idx="97586">43.979999999999997</cx:pt>
          <cx:pt idx="97587">59.369999999999997</cx:pt>
          <cx:pt idx="97588">52.159999999999997</cx:pt>
          <cx:pt idx="97589">46.729999999999997</cx:pt>
          <cx:pt idx="97590">58.969999999999999</cx:pt>
          <cx:pt idx="97591">59.969999999999999</cx:pt>
          <cx:pt idx="97592">57.969999999999999</cx:pt>
          <cx:pt idx="97593">69.959999999999994</cx:pt>
          <cx:pt idx="97594">79.980000000000004</cx:pt>
          <cx:pt idx="97595">107.97</cx:pt>
          <cx:pt idx="97596">90.480000000000004</cx:pt>
          <cx:pt idx="97597">72.579999999999998</cx:pt>
          <cx:pt idx="97598">62.579999999999998</cx:pt>
          <cx:pt idx="97599">55.979999999999997</cx:pt>
          <cx:pt idx="97600">63.979999999999997</cx:pt>
          <cx:pt idx="97601">73.969999999999999</cx:pt>
          <cx:pt idx="97602">59.979999999999997</cx:pt>
          <cx:pt idx="97603">59.979999999999997</cx:pt>
          <cx:pt idx="97604">51.969999999999999</cx:pt>
          <cx:pt idx="97605">90.959999999999994</cx:pt>
          <cx:pt idx="97606">90.959999999999994</cx:pt>
          <cx:pt idx="97607">63.969999999999999</cx:pt>
          <cx:pt idx="97608">139.97999999999999</cx:pt>
          <cx:pt idx="97609">105.94</cx:pt>
          <cx:pt idx="97610">133.47999999999999</cx:pt>
          <cx:pt idx="97611">96.469999999999999</cx:pt>
          <cx:pt idx="97612">54.990000000000002</cx:pt>
          <cx:pt idx="97613">51.289999999999999</cx:pt>
          <cx:pt idx="97614">65.189999999999998</cx:pt>
          <cx:pt idx="97615">69.980000000000004</cx:pt>
          <cx:pt idx="97616">23.48</cx:pt>
          <cx:pt idx="97617">23.48</cx:pt>
          <cx:pt idx="97618">23.48</cx:pt>
          <cx:pt idx="97619">123.95999999999999</cx:pt>
          <cx:pt idx="97620">123.95999999999999</cx:pt>
          <cx:pt idx="97621">57.979999999999997</cx:pt>
          <cx:pt idx="97622">47.380000000000003</cx:pt>
          <cx:pt idx="97623">49.979999999999997</cx:pt>
          <cx:pt idx="97624">81.969999999999999</cx:pt>
          <cx:pt idx="97625">249.96000000000001</cx:pt>
          <cx:pt idx="97626">249.96000000000001</cx:pt>
          <cx:pt idx="97627">79.980000000000004</cx:pt>
          <cx:pt idx="97628">79.989999999999995</cx:pt>
          <cx:pt idx="97629">89.980000000000004</cx:pt>
          <cx:pt idx="97630">225.90000000000001</cx:pt>
          <cx:pt idx="97631">41.280000000000001</cx:pt>
          <cx:pt idx="97632">36.289999999999999</cx:pt>
          <cx:pt idx="97633">59.979999999999997</cx:pt>
          <cx:pt idx="97634">21.940000000000001</cx:pt>
          <cx:pt idx="97635">21.289999999999999</cx:pt>
          <cx:pt idx="97636">249.88</cx:pt>
          <cx:pt idx="97637">63.979999999999997</cx:pt>
          <cx:pt idx="97638">127.95999999999999</cx:pt>
          <cx:pt idx="97639">96.739999999999995</cx:pt>
          <cx:pt idx="97640">77.390000000000001</cx:pt>
          <cx:pt idx="97641">146.38999999999999</cx:pt>
          <cx:pt idx="97642">84.959999999999994</cx:pt>
          <cx:pt idx="97643">67.340000000000003</cx:pt>
          <cx:pt idx="97644">125.95999999999999</cx:pt>
          <cx:pt idx="97645">51.700000000000003</cx:pt>
          <cx:pt idx="97646">119.95999999999999</cx:pt>
          <cx:pt idx="97647">124.95</cx:pt>
          <cx:pt idx="97648">54.990000000000002</cx:pt>
          <cx:pt idx="97649">70.980000000000004</cx:pt>
          <cx:pt idx="97650">67.980000000000004</cx:pt>
          <cx:pt idx="97651">50.979999999999997</cx:pt>
          <cx:pt idx="97652">99.969999999999999</cx:pt>
          <cx:pt idx="97653">89.969999999999999</cx:pt>
          <cx:pt idx="97654">54.979999999999997</cx:pt>
          <cx:pt idx="97655">62.969999999999999</cx:pt>
          <cx:pt idx="97656">87.959999999999994</cx:pt>
          <cx:pt idx="97657">59.979999999999997</cx:pt>
          <cx:pt idx="97658">31.48</cx:pt>
          <cx:pt idx="97659">74.989999999999995</cx:pt>
          <cx:pt idx="97660">79.980000000000004</cx:pt>
          <cx:pt idx="97661">50.979999999999997</cx:pt>
          <cx:pt idx="97662">136.97</cx:pt>
          <cx:pt idx="97663">126.86</cx:pt>
          <cx:pt idx="97664">84.950000000000003</cx:pt>
          <cx:pt idx="97665">41.969999999999999</cx:pt>
          <cx:pt idx="97666">29.079999999999998</cx:pt>
          <cx:pt idx="97667">46.07</cx:pt>
          <cx:pt idx="97668">83.480000000000004</cx:pt>
          <cx:pt idx="97669">43.07</cx:pt>
          <cx:pt idx="97670">53.969999999999999</cx:pt>
          <cx:pt idx="97671">53.969999999999999</cx:pt>
          <cx:pt idx="97672">89.969999999999999</cx:pt>
          <cx:pt idx="97673">50.969999999999999</cx:pt>
          <cx:pt idx="97674">31.48</cx:pt>
          <cx:pt idx="97675">31.48</cx:pt>
          <cx:pt idx="97676">31.48</cx:pt>
          <cx:pt idx="97677">72.879999999999995</cx:pt>
          <cx:pt idx="97678">92.969999999999999</cx:pt>
          <cx:pt idx="97679">79.980000000000004</cx:pt>
          <cx:pt idx="97680">149.94999999999999</cx:pt>
          <cx:pt idx="97681">124.95</cx:pt>
          <cx:pt idx="97682">131.97999999999999</cx:pt>
          <cx:pt idx="97683">31.48</cx:pt>
          <cx:pt idx="97684">21.48</cx:pt>
          <cx:pt idx="97685">64.950000000000003</cx:pt>
          <cx:pt idx="97686">51.219999999999999</cx:pt>
          <cx:pt idx="97687">51.960000000000001</cx:pt>
          <cx:pt idx="97688">64.950000000000003</cx:pt>
          <cx:pt idx="97689">33.719999999999999</cx:pt>
          <cx:pt idx="97690">22.48</cx:pt>
          <cx:pt idx="97691">134.97</cx:pt>
          <cx:pt idx="97692">54.979999999999997</cx:pt>
          <cx:pt idx="97693">111.98</cx:pt>
          <cx:pt idx="97694">131.97999999999999</cx:pt>
          <cx:pt idx="97695">41.490000000000002</cx:pt>
          <cx:pt idx="97696">125.06</cx:pt>
          <cx:pt idx="97697">93.109999999999999</cx:pt>
          <cx:pt idx="97698">61.469999999999999</cx:pt>
          <cx:pt idx="97699">61.469999999999999</cx:pt>
          <cx:pt idx="97700">125.06</cx:pt>
          <cx:pt idx="97701">41.490000000000002</cx:pt>
          <cx:pt idx="97702">93.109999999999999</cx:pt>
          <cx:pt idx="97703">74.969999999999999</cx:pt>
          <cx:pt idx="97704">105.94</cx:pt>
          <cx:pt idx="97705">56.969999999999999</cx:pt>
          <cx:pt idx="97706">20.489999999999998</cx:pt>
          <cx:pt idx="97707">20.489999999999998</cx:pt>
          <cx:pt idx="97708">79.019999999999996</cx:pt>
          <cx:pt idx="97709">109.76000000000001</cx:pt>
          <cx:pt idx="97710">157.94</cx:pt>
          <cx:pt idx="97711">111.13</cx:pt>
          <cx:pt idx="97712">39.979999999999997</cx:pt>
          <cx:pt idx="97713">91.950000000000003</cx:pt>
          <cx:pt idx="97714">116.97</cx:pt>
          <cx:pt idx="97715">69.980000000000004</cx:pt>
          <cx:pt idx="97716">107.95999999999999</cx:pt>
          <cx:pt idx="97717">93.469999999999999</cx:pt>
          <cx:pt idx="97718">69.989999999999995</cx:pt>
          <cx:pt idx="97719">62.07</cx:pt>
          <cx:pt idx="97720">56.969999999999999</cx:pt>
          <cx:pt idx="97721">68.980000000000004</cx:pt>
          <cx:pt idx="97722">64.980000000000004</cx:pt>
          <cx:pt idx="97723">84.989999999999995</cx:pt>
          <cx:pt idx="97724">93.329999999999998</cx:pt>
          <cx:pt idx="97725">96.760000000000005</cx:pt>
          <cx:pt idx="97726">69.989999999999995</cx:pt>
          <cx:pt idx="97727">59.359999999999999</cx:pt>
          <cx:pt idx="97728">59.960000000000001</cx:pt>
          <cx:pt idx="97729">89.519999999999996</cx:pt>
          <cx:pt idx="97730">89.519999999999996</cx:pt>
          <cx:pt idx="97731">89.519999999999996</cx:pt>
          <cx:pt idx="97732">59.490000000000002</cx:pt>
          <cx:pt idx="97733">134.97999999999999</cx:pt>
          <cx:pt idx="97734">19.850000000000001</cx:pt>
          <cx:pt idx="97735">51.280000000000001</cx:pt>
          <cx:pt idx="97736">53.960000000000001</cx:pt>
          <cx:pt idx="97737">41.93</cx:pt>
          <cx:pt idx="97738">59.960000000000001</cx:pt>
          <cx:pt idx="97739">64.969999999999999</cx:pt>
          <cx:pt idx="97740">89.959999999999994</cx:pt>
          <cx:pt idx="97741">99.959999999999994</cx:pt>
          <cx:pt idx="97742">102.98</cx:pt>
          <cx:pt idx="97743">139.97999999999999</cx:pt>
          <cx:pt idx="97744">152.97999999999999</cx:pt>
          <cx:pt idx="97745">84.989999999999995</cx:pt>
          <cx:pt idx="97746">77.969999999999999</cx:pt>
          <cx:pt idx="97747">79.989999999999995</cx:pt>
          <cx:pt idx="97748">54.18</cx:pt>
          <cx:pt idx="97749">38.979999999999997</cx:pt>
          <cx:pt idx="97750">51.469999999999999</cx:pt>
          <cx:pt idx="97751">43.18</cx:pt>
          <cx:pt idx="97752">89.969999999999999</cx:pt>
          <cx:pt idx="97753">92.969999999999999</cx:pt>
          <cx:pt idx="97754">59.979999999999997</cx:pt>
          <cx:pt idx="97755">244.93000000000001</cx:pt>
          <cx:pt idx="97756">70.969999999999999</cx:pt>
          <cx:pt idx="97757">59.979999999999997</cx:pt>
          <cx:pt idx="97758">53.979999999999997</cx:pt>
          <cx:pt idx="97759">59.979999999999997</cx:pt>
          <cx:pt idx="97760">142.97</cx:pt>
          <cx:pt idx="97761">20.289999999999999</cx:pt>
          <cx:pt idx="97762">75.109999999999999</cx:pt>
          <cx:pt idx="97763">59.969999999999999</cx:pt>
          <cx:pt idx="97764">59.969999999999999</cx:pt>
          <cx:pt idx="97765">67.120000000000005</cx:pt>
          <cx:pt idx="97766">59.960000000000001</cx:pt>
          <cx:pt idx="97767">55.960000000000001</cx:pt>
          <cx:pt idx="97768">83.939999999999998</cx:pt>
          <cx:pt idx="97769">55.960000000000001</cx:pt>
          <cx:pt idx="97770">246.94</cx:pt>
          <cx:pt idx="97771">29.280000000000001</cx:pt>
          <cx:pt idx="97772">87.969999999999999</cx:pt>
          <cx:pt idx="97773">82.969999999999999</cx:pt>
          <cx:pt idx="97774">29.280000000000001</cx:pt>
          <cx:pt idx="97775">56.090000000000003</cx:pt>
          <cx:pt idx="97776">85.980000000000004</cx:pt>
          <cx:pt idx="97777">100.45</cx:pt>
          <cx:pt idx="97778">114.98</cx:pt>
          <cx:pt idx="97779">76.489999999999995</cx:pt>
          <cx:pt idx="97780">76.489999999999995</cx:pt>
          <cx:pt idx="97781">59.390000000000001</cx:pt>
          <cx:pt idx="97782">59.390000000000001</cx:pt>
          <cx:pt idx="97783">114.98</cx:pt>
          <cx:pt idx="97784">59.390000000000001</cx:pt>
          <cx:pt idx="97785">114.98</cx:pt>
          <cx:pt idx="97786">59.390000000000001</cx:pt>
          <cx:pt idx="97787">64.989999999999995</cx:pt>
          <cx:pt idx="97788">76.489999999999995</cx:pt>
          <cx:pt idx="97789">72.239999999999995</cx:pt>
          <cx:pt idx="97790">64.989999999999995</cx:pt>
          <cx:pt idx="97791">64.989999999999995</cx:pt>
          <cx:pt idx="97792">59.390000000000001</cx:pt>
          <cx:pt idx="97793">59.390000000000001</cx:pt>
          <cx:pt idx="97794">72.239999999999995</cx:pt>
          <cx:pt idx="97795">72.239999999999995</cx:pt>
          <cx:pt idx="97796">59.960000000000001</cx:pt>
          <cx:pt idx="97797">185.28</cx:pt>
          <cx:pt idx="97798">82.239999999999995</cx:pt>
          <cx:pt idx="97799">96.859999999999999</cx:pt>
          <cx:pt idx="97800">46.57</cx:pt>
          <cx:pt idx="97801">89.980000000000004</cx:pt>
          <cx:pt idx="97802">72.969999999999999</cx:pt>
          <cx:pt idx="97803">112.97</cx:pt>
          <cx:pt idx="97804">55.960000000000001</cx:pt>
          <cx:pt idx="97805">58.969999999999999</cx:pt>
          <cx:pt idx="97806">53.899999999999999</cx:pt>
          <cx:pt idx="97807">56.979999999999997</cx:pt>
          <cx:pt idx="97808">75.980000000000004</cx:pt>
          <cx:pt idx="97809">171.47</cx:pt>
          <cx:pt idx="97810">122.43000000000001</cx:pt>
          <cx:pt idx="97811">118.98</cx:pt>
          <cx:pt idx="97812">62.960000000000001</cx:pt>
          <cx:pt idx="97813">52.229999999999997</cx:pt>
          <cx:pt idx="97814">59.979999999999997</cx:pt>
          <cx:pt idx="97815">74.969999999999999</cx:pt>
          <cx:pt idx="97816">141.46000000000001</cx:pt>
          <cx:pt idx="97817">129.90000000000001</cx:pt>
          <cx:pt idx="97818">51.969999999999999</cx:pt>
          <cx:pt idx="97819">54.950000000000003</cx:pt>
          <cx:pt idx="97820">76.340000000000003</cx:pt>
          <cx:pt idx="97821">61.960000000000001</cx:pt>
          <cx:pt idx="97822">90.969999999999999</cx:pt>
          <cx:pt idx="97823">79.980000000000004</cx:pt>
          <cx:pt idx="97824">69.980000000000004</cx:pt>
          <cx:pt idx="97825">228.19</cx:pt>
          <cx:pt idx="97826">72.239999999999995</cx:pt>
          <cx:pt idx="97827">19.739999999999998</cx:pt>
          <cx:pt idx="97828">69.989999999999995</cx:pt>
          <cx:pt idx="97829">84.980000000000004</cx:pt>
          <cx:pt idx="97830">31.48</cx:pt>
          <cx:pt idx="97831">54.979999999999997</cx:pt>
          <cx:pt idx="97832">84.989999999999995</cx:pt>
          <cx:pt idx="97833">159.97999999999999</cx:pt>
          <cx:pt idx="97834">77.099999999999994</cx:pt>
          <cx:pt idx="97835">65.980000000000004</cx:pt>
          <cx:pt idx="97836">68.930000000000007</cx:pt>
          <cx:pt idx="97837">62.039999999999999</cx:pt>
          <cx:pt idx="97838">68.930000000000007</cx:pt>
          <cx:pt idx="97839">65.290000000000006</cx:pt>
          <cx:pt idx="97840">69.980000000000004</cx:pt>
          <cx:pt idx="97841">169.97999999999999</cx:pt>
          <cx:pt idx="97842">59.979999999999997</cx:pt>
          <cx:pt idx="97843">89.969999999999999</cx:pt>
          <cx:pt idx="97844">89.969999999999999</cx:pt>
          <cx:pt idx="97845">149.94999999999999</cx:pt>
          <cx:pt idx="97846">89.969999999999999</cx:pt>
          <cx:pt idx="97847">183.88</cx:pt>
          <cx:pt idx="97848">59.979999999999997</cx:pt>
          <cx:pt idx="97849">59.979999999999997</cx:pt>
          <cx:pt idx="97850">59.979999999999997</cx:pt>
          <cx:pt idx="97851">59.979999999999997</cx:pt>
          <cx:pt idx="97852">179.94</cx:pt>
          <cx:pt idx="97853">65.980000000000004</cx:pt>
          <cx:pt idx="97854">53.969999999999999</cx:pt>
          <cx:pt idx="97855">64.969999999999999</cx:pt>
          <cx:pt idx="97856">46.479999999999997</cx:pt>
          <cx:pt idx="97857">143.94</cx:pt>
          <cx:pt idx="97858">95.959999999999994</cx:pt>
          <cx:pt idx="97859">139.91999999999999</cx:pt>
          <cx:pt idx="97860">97.920000000000002</cx:pt>
          <cx:pt idx="97861">-97.920000000000002</cx:pt>
          <cx:pt idx="97862">-139.91999999999999</cx:pt>
          <cx:pt idx="97863">95.980000000000004</cx:pt>
          <cx:pt idx="97864">65.680000000000007</cx:pt>
          <cx:pt idx="97865">100.98</cx:pt>
          <cx:pt idx="97866">61.289999999999999</cx:pt>
          <cx:pt idx="97867">59.990000000000002</cx:pt>
          <cx:pt idx="97868">69.989999999999995</cx:pt>
          <cx:pt idx="97869">126.97</cx:pt>
          <cx:pt idx="97870">99.959999999999994</cx:pt>
          <cx:pt idx="97871">83.959999999999994</cx:pt>
          <cx:pt idx="97872">51.280000000000001</cx:pt>
          <cx:pt idx="97873">60.969999999999999</cx:pt>
          <cx:pt idx="97874">31.059999999999999</cx:pt>
          <cx:pt idx="97875">99.989999999999995</cx:pt>
          <cx:pt idx="97876">99.989999999999995</cx:pt>
          <cx:pt idx="97877">101.45999999999999</cx:pt>
          <cx:pt idx="97878">72.579999999999998</cx:pt>
          <cx:pt idx="97879">69.989999999999995</cx:pt>
          <cx:pt idx="97880">64.939999999999998</cx:pt>
          <cx:pt idx="97881">104.97</cx:pt>
          <cx:pt idx="97882">113.95999999999999</cx:pt>
          <cx:pt idx="97883">-113.95999999999999</cx:pt>
          <cx:pt idx="97884">127.84999999999999</cx:pt>
          <cx:pt idx="97885">125.95999999999999</cx:pt>
          <cx:pt idx="97886">113.36</cx:pt>
          <cx:pt idx="97887">92.969999999999999</cx:pt>
          <cx:pt idx="97888">20.289999999999999</cx:pt>
          <cx:pt idx="97889">109.98</cx:pt>
          <cx:pt idx="97890">-100</cx:pt>
          <cx:pt idx="97891">99.980000000000004</cx:pt>
          <cx:pt idx="97892">201.94999999999999</cx:pt>
          <cx:pt idx="97893">59.969999999999999</cx:pt>
          <cx:pt idx="97894">149.94999999999999</cx:pt>
          <cx:pt idx="97895">65.269999999999996</cx:pt>
          <cx:pt idx="97896">65.269999999999996</cx:pt>
          <cx:pt idx="97897">68.180000000000007</cx:pt>
          <cx:pt idx="97898">65.269999999999996</cx:pt>
          <cx:pt idx="97899">79.980000000000004</cx:pt>
          <cx:pt idx="97900">11.49</cx:pt>
          <cx:pt idx="97901">68.969999999999999</cx:pt>
          <cx:pt idx="97902">-1.5</cx:pt>
          <cx:pt idx="97903">79.980000000000004</cx:pt>
          <cx:pt idx="97904">114.95999999999999</cx:pt>
          <cx:pt idx="97905">32.490000000000002</cx:pt>
          <cx:pt idx="97906">65.980000000000004</cx:pt>
          <cx:pt idx="97907">169.97</cx:pt>
          <cx:pt idx="97908">89.969999999999999</cx:pt>
          <cx:pt idx="97909">100.45999999999999</cx:pt>
          <cx:pt idx="97910">31.48</cx:pt>
          <cx:pt idx="97911">108.87</cx:pt>
          <cx:pt idx="97912">64.980000000000004</cx:pt>
          <cx:pt idx="97913">64.980000000000004</cx:pt>
          <cx:pt idx="97914">104.04000000000001</cx:pt>
          <cx:pt idx="97915">79.849999999999994</cx:pt>
          <cx:pt idx="97916">161.94</cx:pt>
          <cx:pt idx="97917">84.689999999999998</cx:pt>
          <cx:pt idx="97918">65.189999999999998</cx:pt>
          <cx:pt idx="97919">59.979999999999997</cx:pt>
          <cx:pt idx="97920">59.979999999999997</cx:pt>
          <cx:pt idx="97921">58.780000000000001</cx:pt>
          <cx:pt idx="97922">59.979999999999997</cx:pt>
          <cx:pt idx="97923">65.290000000000006</cx:pt>
          <cx:pt idx="97924">125.78</cx:pt>
          <cx:pt idx="97925">72.549999999999997</cx:pt>
          <cx:pt idx="97926">79.969999999999999</cx:pt>
          <cx:pt idx="97927">162.94999999999999</cx:pt>
          <cx:pt idx="97928">56.969999999999999</cx:pt>
          <cx:pt idx="97929">56.969999999999999</cx:pt>
          <cx:pt idx="97930">65.700000000000003</cx:pt>
          <cx:pt idx="97931">62.079999999999998</cx:pt>
          <cx:pt idx="97932">59.990000000000002</cx:pt>
          <cx:pt idx="97933">146.96000000000001</cx:pt>
          <cx:pt idx="97934">44.969999999999999</cx:pt>
          <cx:pt idx="97935">55.960000000000001</cx:pt>
          <cx:pt idx="97936">99.959999999999994</cx:pt>
          <cx:pt idx="97937">104.95</cx:pt>
          <cx:pt idx="97938">49.43</cx:pt>
          <cx:pt idx="97939">71.939999999999998</cx:pt>
          <cx:pt idx="97940">31.280000000000001</cx:pt>
          <cx:pt idx="97941">51.289999999999999</cx:pt>
          <cx:pt idx="97942">173.65000000000001</cx:pt>
          <cx:pt idx="97943">66.980000000000004</cx:pt>
          <cx:pt idx="97944">65.989999999999995</cx:pt>
          <cx:pt idx="97945">65.980000000000004</cx:pt>
          <cx:pt idx="97946">44.990000000000002</cx:pt>
          <cx:pt idx="97947">84.989999999999995</cx:pt>
          <cx:pt idx="97948">84.989999999999995</cx:pt>
          <cx:pt idx="97949">72.239999999999995</cx:pt>
          <cx:pt idx="97950">104.02</cx:pt>
          <cx:pt idx="97951">54.939999999999998</cx:pt>
          <cx:pt idx="97952">90.959999999999994</cx:pt>
          <cx:pt idx="97953">112.95999999999999</cx:pt>
          <cx:pt idx="97954">41.479999999999997</cx:pt>
          <cx:pt idx="97955">63.960000000000001</cx:pt>
          <cx:pt idx="97956">41.479999999999997</cx:pt>
          <cx:pt idx="97957">63.960000000000001</cx:pt>
          <cx:pt idx="97958">119.97</cx:pt>
          <cx:pt idx="97959">119.95999999999999</cx:pt>
          <cx:pt idx="97960">97.930000000000007</cx:pt>
          <cx:pt idx="97961">139.90000000000001</cx:pt>
          <cx:pt idx="97962">241.97</cx:pt>
          <cx:pt idx="97963">73.989999999999995</cx:pt>
          <cx:pt idx="97964">84.989999999999995</cx:pt>
          <cx:pt idx="97965">84.989999999999995</cx:pt>
          <cx:pt idx="97966">96.969999999999999</cx:pt>
          <cx:pt idx="97967">146.96000000000001</cx:pt>
          <cx:pt idx="97968">64.760000000000005</cx:pt>
          <cx:pt idx="97969">58.619999999999997</cx:pt>
          <cx:pt idx="97970">68.359999999999999</cx:pt>
          <cx:pt idx="97971">52.170000000000002</cx:pt>
          <cx:pt idx="97972">72.549999999999997</cx:pt>
          <cx:pt idx="97973">59.359999999999999</cx:pt>
          <cx:pt idx="97974">174.97</cx:pt>
          <cx:pt idx="97975">84.989999999999995</cx:pt>
          <cx:pt idx="97976">84.969999999999999</cx:pt>
          <cx:pt idx="97977">124.97</cx:pt>
          <cx:pt idx="97978">40.479999999999997</cx:pt>
          <cx:pt idx="97979">92.530000000000001</cx:pt>
          <cx:pt idx="97980">169.34</cx:pt>
          <cx:pt idx="97981">86.069999999999993</cx:pt>
          <cx:pt idx="97982">65.989999999999995</cx:pt>
          <cx:pt idx="97983">84.989999999999995</cx:pt>
          <cx:pt idx="97984">76.189999999999998</cx:pt>
          <cx:pt idx="97985">91.909999999999997</cx:pt>
          <cx:pt idx="97986">57.979999999999997</cx:pt>
          <cx:pt idx="97987">64.969999999999999</cx:pt>
          <cx:pt idx="97988">55.969999999999999</cx:pt>
          <cx:pt idx="97989">184.97</cx:pt>
          <cx:pt idx="97990">62.969999999999999</cx:pt>
          <cx:pt idx="97991">70.980000000000004</cx:pt>
          <cx:pt idx="97992">106.95999999999999</cx:pt>
          <cx:pt idx="97993">80.959999999999994</cx:pt>
          <cx:pt idx="97994">64.969999999999999</cx:pt>
          <cx:pt idx="97995">94.969999999999999</cx:pt>
          <cx:pt idx="97996">59.979999999999997</cx:pt>
          <cx:pt idx="97997">29.09</cx:pt>
          <cx:pt idx="97998">32.490000000000002</cx:pt>
          <cx:pt idx="97999">29.489999999999998</cx:pt>
          <cx:pt idx="98000">55.979999999999997</cx:pt>
          <cx:pt idx="98001">95.939999999999998</cx:pt>
          <cx:pt idx="98002">125.95999999999999</cx:pt>
          <cx:pt idx="98003">65.989999999999995</cx:pt>
          <cx:pt idx="98004">52.969999999999999</cx:pt>
          <cx:pt idx="98005">99.200000000000003</cx:pt>
          <cx:pt idx="98006">94.969999999999999</cx:pt>
          <cx:pt idx="98007">83.980000000000004</cx:pt>
          <cx:pt idx="98008">174.34</cx:pt>
          <cx:pt idx="98009">61.979999999999997</cx:pt>
          <cx:pt idx="98010">1.5</cx:pt>
          <cx:pt idx="98011">23.989999999999998</cx:pt>
          <cx:pt idx="98012">26.600000000000001</cx:pt>
          <cx:pt idx="98013">26.600000000000001</cx:pt>
          <cx:pt idx="98014">26.600000000000001</cx:pt>
          <cx:pt idx="98015">27.199999999999999</cx:pt>
          <cx:pt idx="98016">55.259999999999998</cx:pt>
          <cx:pt idx="98017">69.950000000000003</cx:pt>
          <cx:pt idx="98018">63.979999999999997</cx:pt>
          <cx:pt idx="98019">93.969999999999999</cx:pt>
          <cx:pt idx="98020">65.989999999999995</cx:pt>
          <cx:pt idx="98021">84.989999999999995</cx:pt>
          <cx:pt idx="98022">54.990000000000002</cx:pt>
          <cx:pt idx="98023">64.980000000000004</cx:pt>
          <cx:pt idx="98024">115.98</cx:pt>
          <cx:pt idx="98025">117.95999999999999</cx:pt>
          <cx:pt idx="98026">62.990000000000002</cx:pt>
          <cx:pt idx="98027">62.990000000000002</cx:pt>
          <cx:pt idx="98028">65.989999999999995</cx:pt>
          <cx:pt idx="98029">65.989999999999995</cx:pt>
          <cx:pt idx="98030">59.990000000000002</cx:pt>
          <cx:pt idx="98031">59.990000000000002</cx:pt>
          <cx:pt idx="98032">59.990000000000002</cx:pt>
          <cx:pt idx="98033">59.990000000000002</cx:pt>
          <cx:pt idx="98034">222.56</cx:pt>
          <cx:pt idx="98035">79.980000000000004</cx:pt>
          <cx:pt idx="98036">79.980000000000004</cx:pt>
          <cx:pt idx="98037">60.979999999999997</cx:pt>
          <cx:pt idx="98038">21.489999999999998</cx:pt>
          <cx:pt idx="98039">99.969999999999999</cx:pt>
          <cx:pt idx="98040">0</cx:pt>
          <cx:pt idx="98041">139.96000000000001</cx:pt>
          <cx:pt idx="98042">21.289999999999999</cx:pt>
          <cx:pt idx="98043">119.94</cx:pt>
          <cx:pt idx="98044">119.94</cx:pt>
          <cx:pt idx="98045">59.960000000000001</cx:pt>
          <cx:pt idx="98046">59.960000000000001</cx:pt>
          <cx:pt idx="98047">59.960000000000001</cx:pt>
          <cx:pt idx="98048">59.960000000000001</cx:pt>
          <cx:pt idx="98049">59.960000000000001</cx:pt>
          <cx:pt idx="98050">59.960000000000001</cx:pt>
          <cx:pt idx="98051">34.369999999999997</cx:pt>
          <cx:pt idx="98052">34.369999999999997</cx:pt>
          <cx:pt idx="98053">58.649999999999999</cx:pt>
          <cx:pt idx="98054">58.649999999999999</cx:pt>
          <cx:pt idx="98055">72.560000000000002</cx:pt>
          <cx:pt idx="98056">72.560000000000002</cx:pt>
          <cx:pt idx="98057">129.43000000000001</cx:pt>
          <cx:pt idx="98058">129.43000000000001</cx:pt>
          <cx:pt idx="98059">95.920000000000002</cx:pt>
          <cx:pt idx="98060">83.930000000000007</cx:pt>
          <cx:pt idx="98061">87.969999999999999</cx:pt>
          <cx:pt idx="98062">85.469999999999999</cx:pt>
          <cx:pt idx="98063">40.729999999999997</cx:pt>
          <cx:pt idx="98064">74.969999999999999</cx:pt>
          <cx:pt idx="98065">74.969999999999999</cx:pt>
          <cx:pt idx="98066">85.469999999999999</cx:pt>
          <cx:pt idx="98067">59.979999999999997</cx:pt>
          <cx:pt idx="98068">59.979999999999997</cx:pt>
          <cx:pt idx="98069">64.579999999999998</cx:pt>
          <cx:pt idx="98070">29.989999999999998</cx:pt>
          <cx:pt idx="98071">29.989999999999998</cx:pt>
          <cx:pt idx="98072">73.170000000000002</cx:pt>
          <cx:pt idx="98073">59.979999999999997</cx:pt>
          <cx:pt idx="98074">59.979999999999997</cx:pt>
          <cx:pt idx="98075">114.95999999999999</cx:pt>
          <cx:pt idx="98076">119.95999999999999</cx:pt>
          <cx:pt idx="98077">54.979999999999997</cx:pt>
          <cx:pt idx="98078">89.969999999999999</cx:pt>
          <cx:pt idx="98079">23.98</cx:pt>
          <cx:pt idx="98080">89.969999999999999</cx:pt>
          <cx:pt idx="98081">35.990000000000002</cx:pt>
          <cx:pt idx="98082">234.96000000000001</cx:pt>
          <cx:pt idx="98083">139.97</cx:pt>
          <cx:pt idx="98084">94.959999999999994</cx:pt>
          <cx:pt idx="98085">54.979999999999997</cx:pt>
          <cx:pt idx="98086">59.979999999999997</cx:pt>
          <cx:pt idx="98087">59.979999999999997</cx:pt>
          <cx:pt idx="98088">59.979999999999997</cx:pt>
          <cx:pt idx="98089">98.980000000000004</cx:pt>
          <cx:pt idx="98090">27.890000000000001</cx:pt>
          <cx:pt idx="98091">59.969999999999999</cx:pt>
          <cx:pt idx="98092">84.989999999999995</cx:pt>
          <cx:pt idx="98093">68.989999999999995</cx:pt>
          <cx:pt idx="98094">84.989999999999995</cx:pt>
          <cx:pt idx="98095">84.980000000000004</cx:pt>
          <cx:pt idx="98096">46.289999999999999</cx:pt>
          <cx:pt idx="98097">58.979999999999997</cx:pt>
          <cx:pt idx="98098">106.45999999999999</cx:pt>
          <cx:pt idx="98099">73.980000000000004</cx:pt>
          <cx:pt idx="98100">73.180000000000007</cx:pt>
          <cx:pt idx="98101">119.97</cx:pt>
          <cx:pt idx="98102">96.780000000000001</cx:pt>
          <cx:pt idx="98103">94.689999999999998</cx:pt>
          <cx:pt idx="98104">67.709999999999994</cx:pt>
          <cx:pt idx="98105">56.969999999999999</cx:pt>
          <cx:pt idx="98106">56.969999999999999</cx:pt>
          <cx:pt idx="98107">209.46000000000001</cx:pt>
          <cx:pt idx="98108">57.960000000000001</cx:pt>
          <cx:pt idx="98109">54.950000000000003</cx:pt>
          <cx:pt idx="98110">48.469999999999999</cx:pt>
          <cx:pt idx="98111">64.769999999999996</cx:pt>
          <cx:pt idx="98112">40.469999999999999</cx:pt>
          <cx:pt idx="98113">51.960000000000001</cx:pt>
          <cx:pt idx="98114">84.980000000000004</cx:pt>
          <cx:pt idx="98115">133.97999999999999</cx:pt>
          <cx:pt idx="98116">38.229999999999997</cx:pt>
          <cx:pt idx="98117">37.280000000000001</cx:pt>
          <cx:pt idx="98118">37.479999999999997</cx:pt>
          <cx:pt idx="98119">37.479999999999997</cx:pt>
          <cx:pt idx="98120">37.479999999999997</cx:pt>
          <cx:pt idx="98121">84.989999999999995</cx:pt>
          <cx:pt idx="98122">84.140000000000001</cx:pt>
          <cx:pt idx="98123">191.43000000000001</cx:pt>
          <cx:pt idx="98124">59.990000000000002</cx:pt>
          <cx:pt idx="98125">55.960000000000001</cx:pt>
          <cx:pt idx="98126">117.95999999999999</cx:pt>
          <cx:pt idx="98127">16.489999999999998</cx:pt>
          <cx:pt idx="98128">54.979999999999997</cx:pt>
          <cx:pt idx="98129">113.95999999999999</cx:pt>
          <cx:pt idx="98130">102.98</cx:pt>
          <cx:pt idx="98131">134.97999999999999</cx:pt>
          <cx:pt idx="98132">237.94999999999999</cx:pt>
          <cx:pt idx="98133">59.960000000000001</cx:pt>
          <cx:pt idx="98134">59.960000000000001</cx:pt>
          <cx:pt idx="98135">255.93000000000001</cx:pt>
          <cx:pt idx="98136">53.979999999999997</cx:pt>
          <cx:pt idx="98137">53.979999999999997</cx:pt>
          <cx:pt idx="98138">103.45999999999999</cx:pt>
          <cx:pt idx="98139">103.45999999999999</cx:pt>
          <cx:pt idx="98140">113.06</cx:pt>
          <cx:pt idx="98141">135.44</cx:pt>
          <cx:pt idx="98142">72.549999999999997</cx:pt>
          <cx:pt idx="98143">50.189999999999998</cx:pt>
          <cx:pt idx="98144">120.98</cx:pt>
          <cx:pt idx="98145">235.53</cx:pt>
          <cx:pt idx="98146">106.47</cx:pt>
          <cx:pt idx="98147">106.47</cx:pt>
          <cx:pt idx="98148">191.03999999999999</cx:pt>
          <cx:pt idx="98149">191.03999999999999</cx:pt>
          <cx:pt idx="98150">84.120000000000005</cx:pt>
          <cx:pt idx="98151">89.969999999999999</cx:pt>
          <cx:pt idx="98152">59.380000000000003</cx:pt>
          <cx:pt idx="98153">149.94999999999999</cx:pt>
          <cx:pt idx="98154">85.469999999999999</cx:pt>
          <cx:pt idx="98155">68.980000000000004</cx:pt>
          <cx:pt idx="98156">56.969999999999999</cx:pt>
          <cx:pt idx="98157">59.560000000000002</cx:pt>
          <cx:pt idx="98158">79.989999999999995</cx:pt>
          <cx:pt idx="98159">46.469999999999999</cx:pt>
          <cx:pt idx="98160">35.490000000000002</cx:pt>
          <cx:pt idx="98161">54.369999999999997</cx:pt>
          <cx:pt idx="98162">61.979999999999997</cx:pt>
          <cx:pt idx="98163">61.979999999999997</cx:pt>
          <cx:pt idx="98164">51.280000000000001</cx:pt>
          <cx:pt idx="98165">58.979999999999997</cx:pt>
          <cx:pt idx="98166">82.760000000000005</cx:pt>
          <cx:pt idx="98167">46.770000000000003</cx:pt>
          <cx:pt idx="98168">111.56</cx:pt>
          <cx:pt idx="98169">78.959999999999994</cx:pt>
          <cx:pt idx="98170">195.88999999999999</cx:pt>
          <cx:pt idx="98171">59.990000000000002</cx:pt>
          <cx:pt idx="98172">61.170000000000002</cx:pt>
          <cx:pt idx="98173">54.979999999999997</cx:pt>
          <cx:pt idx="98174">75.959999999999994</cx:pt>
          <cx:pt idx="98175">107.63</cx:pt>
          <cx:pt idx="98176">49.490000000000002</cx:pt>
          <cx:pt idx="98177">152.06</cx:pt>
          <cx:pt idx="98178">77.969999999999999</cx:pt>
          <cx:pt idx="98179">103.95999999999999</cx:pt>
          <cx:pt idx="98180">50.969999999999999</cx:pt>
          <cx:pt idx="98181">62.890000000000001</cx:pt>
          <cx:pt idx="98182">84.989999999999995</cx:pt>
          <cx:pt idx="98183">84.989999999999995</cx:pt>
          <cx:pt idx="98184">254.97</cx:pt>
          <cx:pt idx="98185">96.780000000000001</cx:pt>
          <cx:pt idx="98186">61.969999999999999</cx:pt>
          <cx:pt idx="98187">65.980000000000004</cx:pt>
          <cx:pt idx="98188">63.960000000000001</cx:pt>
          <cx:pt idx="98189">33.479999999999997</cx:pt>
          <cx:pt idx="98190">68.950000000000003</cx:pt>
          <cx:pt idx="98191">84.980000000000004</cx:pt>
          <cx:pt idx="98192">73.950000000000003</cx:pt>
          <cx:pt idx="98193">77.939999999999998</cx:pt>
          <cx:pt idx="98194">28.280000000000001</cx:pt>
          <cx:pt idx="98195">59.960000000000001</cx:pt>
          <cx:pt idx="98196">59.960000000000001</cx:pt>
          <cx:pt idx="98197">31.280000000000001</cx:pt>
          <cx:pt idx="98198">29.239999999999998</cx:pt>
          <cx:pt idx="98199">47.18</cx:pt>
          <cx:pt idx="98200">57.979999999999997</cx:pt>
          <cx:pt idx="98201">51.579999999999998</cx:pt>
          <cx:pt idx="98202">104.45999999999999</cx:pt>
          <cx:pt idx="98203">63.969999999999999</cx:pt>
          <cx:pt idx="98204">54.969999999999999</cx:pt>
          <cx:pt idx="98205">51.960000000000001</cx:pt>
          <cx:pt idx="98206">51.960000000000001</cx:pt>
          <cx:pt idx="98207">69.959999999999994</cx:pt>
          <cx:pt idx="98208">66.640000000000001</cx:pt>
          <cx:pt idx="98209">68.489999999999995</cx:pt>
          <cx:pt idx="98210">63.979999999999997</cx:pt>
          <cx:pt idx="98211">55.960000000000001</cx:pt>
          <cx:pt idx="98212">79.989999999999995</cx:pt>
          <cx:pt idx="98213">16.289999999999999</cx:pt>
          <cx:pt idx="98214">59.060000000000002</cx:pt>
          <cx:pt idx="98215">256.47000000000003</cx:pt>
          <cx:pt idx="98216">60.979999999999997</cx:pt>
          <cx:pt idx="98217">26.289999999999999</cx:pt>
          <cx:pt idx="98218">64.980000000000004</cx:pt>
          <cx:pt idx="98219">96.739999999999995</cx:pt>
          <cx:pt idx="98220">159.58000000000001</cx:pt>
          <cx:pt idx="98221">54.990000000000002</cx:pt>
          <cx:pt idx="98222">54.990000000000002</cx:pt>
          <cx:pt idx="98223">83.870000000000005</cx:pt>
          <cx:pt idx="98224">54.990000000000002</cx:pt>
          <cx:pt idx="98225">51.270000000000003</cx:pt>
          <cx:pt idx="98226">51.270000000000003</cx:pt>
          <cx:pt idx="98227">86.069999999999993</cx:pt>
          <cx:pt idx="98228">50.079999999999998</cx:pt>
          <cx:pt idx="98229">87.469999999999999</cx:pt>
          <cx:pt idx="98230">145.96000000000001</cx:pt>
          <cx:pt idx="98231">50.700000000000003</cx:pt>
          <cx:pt idx="98232">125.36</cx:pt>
          <cx:pt idx="98233">78.959999999999994</cx:pt>
          <cx:pt idx="98234">54.979999999999997</cx:pt>
          <cx:pt idx="98235">130.97</cx:pt>
          <cx:pt idx="98236">75.980000000000004</cx:pt>
          <cx:pt idx="98237">55.960000000000001</cx:pt>
          <cx:pt idx="98238">237.96000000000001</cx:pt>
          <cx:pt idx="98239">55.359999999999999</cx:pt>
          <cx:pt idx="98240">63.950000000000003</cx:pt>
          <cx:pt idx="98241">51.979999999999997</cx:pt>
          <cx:pt idx="98242">51.979999999999997</cx:pt>
          <cx:pt idx="98243">233.72999999999999</cx:pt>
          <cx:pt idx="98244">53.960000000000001</cx:pt>
          <cx:pt idx="98245">76.959999999999994</cx:pt>
          <cx:pt idx="98246">53.950000000000003</cx:pt>
          <cx:pt idx="98247">53.950000000000003</cx:pt>
          <cx:pt idx="98248">68.980000000000004</cx:pt>
          <cx:pt idx="98249">106.67</cx:pt>
          <cx:pt idx="98250">55.979999999999997</cx:pt>
          <cx:pt idx="98251">27.789999999999999</cx:pt>
          <cx:pt idx="98252">66.489999999999995</cx:pt>
          <cx:pt idx="98253">41.090000000000003</cx:pt>
          <cx:pt idx="98254">41.090000000000003</cx:pt>
          <cx:pt idx="98255">55.960000000000001</cx:pt>
          <cx:pt idx="98256">60.960000000000001</cx:pt>
          <cx:pt idx="98257">62.57</cx:pt>
          <cx:pt idx="98258">48.579999999999998</cx:pt>
          <cx:pt idx="98259">53.979999999999997</cx:pt>
          <cx:pt idx="98260">56.969999999999999</cx:pt>
          <cx:pt idx="98261">89.969999999999999</cx:pt>
          <cx:pt idx="98262">-2.25</cx:pt>
          <cx:pt idx="98263">59.979999999999997</cx:pt>
          <cx:pt idx="98264">32.240000000000002</cx:pt>
          <cx:pt idx="98265">52.979999999999997</cx:pt>
          <cx:pt idx="98266">114.97</cx:pt>
          <cx:pt idx="98267">125.97</cx:pt>
          <cx:pt idx="98268">-11</cx:pt>
          <cx:pt idx="98269">94.430000000000007</cx:pt>
          <cx:pt idx="98270">136.75999999999999</cx:pt>
          <cx:pt idx="98271">255.19</cx:pt>
          <cx:pt idx="98272">144.96000000000001</cx:pt>
          <cx:pt idx="98273">59.979999999999997</cx:pt>
          <cx:pt idx="98274">29.989999999999998</cx:pt>
          <cx:pt idx="98275">79.989999999999995</cx:pt>
          <cx:pt idx="98276">96.969999999999999</cx:pt>
          <cx:pt idx="98277">133.96000000000001</cx:pt>
          <cx:pt idx="98278">125.95</cx:pt>
          <cx:pt idx="98279">104.97</cx:pt>
          <cx:pt idx="98280">50.979999999999997</cx:pt>
          <cx:pt idx="98281">59.979999999999997</cx:pt>
          <cx:pt idx="98282">59.979999999999997</cx:pt>
          <cx:pt idx="98283">55.979999999999997</cx:pt>
          <cx:pt idx="98284">63.979999999999997</cx:pt>
          <cx:pt idx="98285">53.979999999999997</cx:pt>
          <cx:pt idx="98286">57.979999999999997</cx:pt>
          <cx:pt idx="98287">235.84</cx:pt>
          <cx:pt idx="98288">59.979999999999997</cx:pt>
          <cx:pt idx="98289">79.980000000000004</cx:pt>
          <cx:pt idx="98290">86.280000000000001</cx:pt>
          <cx:pt idx="98291">56.950000000000003</cx:pt>
          <cx:pt idx="98292">59.950000000000003</cx:pt>
          <cx:pt idx="98293">59.950000000000003</cx:pt>
          <cx:pt idx="98294">53.960000000000001</cx:pt>
          <cx:pt idx="98295">59.960000000000001</cx:pt>
          <cx:pt idx="98296">55.979999999999997</cx:pt>
          <cx:pt idx="98297">62.57</cx:pt>
          <cx:pt idx="98298">53.969999999999999</cx:pt>
          <cx:pt idx="98299">57.979999999999997</cx:pt>
          <cx:pt idx="98300">123.95999999999999</cx:pt>
          <cx:pt idx="98301">59.149999999999999</cx:pt>
          <cx:pt idx="98302">75.129999999999995</cx:pt>
          <cx:pt idx="98303">170.44999999999999</cx:pt>
          <cx:pt idx="98304">51.490000000000002</cx:pt>
          <cx:pt idx="98305">59.960000000000001</cx:pt>
          <cx:pt idx="98306">59.960000000000001</cx:pt>
          <cx:pt idx="98307">66.969999999999999</cx:pt>
          <cx:pt idx="98308">83.969999999999999</cx:pt>
          <cx:pt idx="98309">83.969999999999999</cx:pt>
          <cx:pt idx="98310">66.969999999999999</cx:pt>
          <cx:pt idx="98311">119.95999999999999</cx:pt>
          <cx:pt idx="98312">131.94999999999999</cx:pt>
          <cx:pt idx="98313">229.94</cx:pt>
          <cx:pt idx="98314">79.980000000000004</cx:pt>
          <cx:pt idx="98315">149.96000000000001</cx:pt>
          <cx:pt idx="98316">79.989999999999995</cx:pt>
          <cx:pt idx="98317">233.94</cx:pt>
          <cx:pt idx="98318">49.990000000000002</cx:pt>
          <cx:pt idx="98319">70.980000000000004</cx:pt>
          <cx:pt idx="98320">78.969999999999999</cx:pt>
          <cx:pt idx="98321">59.979999999999997</cx:pt>
          <cx:pt idx="98322">26.489999999999998</cx:pt>
          <cx:pt idx="98323">74.969999999999999</cx:pt>
          <cx:pt idx="98324">59.979999999999997</cx:pt>
          <cx:pt idx="98325">59.979999999999997</cx:pt>
          <cx:pt idx="98326">233.91</cx:pt>
          <cx:pt idx="98327">53.969999999999999</cx:pt>
          <cx:pt idx="98328">53.969999999999999</cx:pt>
          <cx:pt idx="98329">67.980000000000004</cx:pt>
          <cx:pt idx="98330">59.960000000000001</cx:pt>
          <cx:pt idx="98331">73.950000000000003</cx:pt>
          <cx:pt idx="98332">59.960000000000001</cx:pt>
          <cx:pt idx="98333">90.930000000000007</cx:pt>
          <cx:pt idx="98334">64.950000000000003</cx:pt>
          <cx:pt idx="98335">57.469999999999999</cx:pt>
          <cx:pt idx="98336">71.510000000000005</cx:pt>
          <cx:pt idx="98337">48.960000000000001</cx:pt>
          <cx:pt idx="98338">47.170000000000002</cx:pt>
          <cx:pt idx="98339">79.950000000000003</cx:pt>
          <cx:pt idx="98340">40.490000000000002</cx:pt>
          <cx:pt idx="98341">84.989999999999995</cx:pt>
          <cx:pt idx="98342">41.490000000000002</cx:pt>
          <cx:pt idx="98343">17.489999999999998</cx:pt>
          <cx:pt idx="98344">16.960000000000001</cx:pt>
          <cx:pt idx="98345">23.239999999999998</cx:pt>
          <cx:pt idx="98346">22.48</cx:pt>
          <cx:pt idx="98347">17.489999999999998</cx:pt>
          <cx:pt idx="98348">50.460000000000001</cx:pt>
          <cx:pt idx="98349">187.72999999999999</cx:pt>
          <cx:pt idx="98350">79.989999999999995</cx:pt>
          <cx:pt idx="98351">70.980000000000004</cx:pt>
          <cx:pt idx="98352">165.96000000000001</cx:pt>
          <cx:pt idx="98353">50.219999999999999</cx:pt>
          <cx:pt idx="98354">84.989999999999995</cx:pt>
          <cx:pt idx="98355">80.739999999999995</cx:pt>
          <cx:pt idx="98356">53.979999999999997</cx:pt>
          <cx:pt idx="98357">59.979999999999997</cx:pt>
          <cx:pt idx="98358">46.479999999999997</cx:pt>
          <cx:pt idx="98359">59.979999999999997</cx:pt>
          <cx:pt idx="98360">195.97</cx:pt>
          <cx:pt idx="98361">47.149999999999999</cx:pt>
          <cx:pt idx="98362">103.95999999999999</cx:pt>
          <cx:pt idx="98363">-1.5</cx:pt>
          <cx:pt idx="98364">-11.99</cx:pt>
          <cx:pt idx="98365">71.969999999999999</cx:pt>
          <cx:pt idx="98366">51.82</cx:pt>
          <cx:pt idx="98367">14.49</cx:pt>
          <cx:pt idx="98368">68.969999999999999</cx:pt>
          <cx:pt idx="98369">55.969999999999999</cx:pt>
          <cx:pt idx="98370">93.969999999999999</cx:pt>
          <cx:pt idx="98371">134.50999999999999</cx:pt>
          <cx:pt idx="98372">69.950000000000003</cx:pt>
          <cx:pt idx="98373">83.939999999999998</cx:pt>
          <cx:pt idx="98374">240.44999999999999</cx:pt>
          <cx:pt idx="98375">87.969999999999999</cx:pt>
          <cx:pt idx="98376">108.97</cx:pt>
          <cx:pt idx="98377">140.94999999999999</cx:pt>
          <cx:pt idx="98378">-87.969999999999999</cx:pt>
          <cx:pt idx="98379">31.18</cx:pt>
          <cx:pt idx="98380">31.780000000000001</cx:pt>
          <cx:pt idx="98381">31.18</cx:pt>
          <cx:pt idx="98382">74.969999999999999</cx:pt>
          <cx:pt idx="98383">163.97</cx:pt>
          <cx:pt idx="98384">65.989999999999995</cx:pt>
          <cx:pt idx="98385">169.97999999999999</cx:pt>
          <cx:pt idx="98386">49.469999999999999</cx:pt>
          <cx:pt idx="98387">57.979999999999997</cx:pt>
          <cx:pt idx="98388">59.979999999999997</cx:pt>
          <cx:pt idx="98389">55.979999999999997</cx:pt>
          <cx:pt idx="98390">53.979999999999997</cx:pt>
          <cx:pt idx="98391">79.810000000000002</cx:pt>
          <cx:pt idx="98392">79.810000000000002</cx:pt>
          <cx:pt idx="98393">76.799999999999997</cx:pt>
          <cx:pt idx="98394">76.799999999999997</cx:pt>
          <cx:pt idx="98395">56.969999999999999</cx:pt>
          <cx:pt idx="98396">56.969999999999999</cx:pt>
          <cx:pt idx="98397">56.969999999999999</cx:pt>
          <cx:pt idx="98398">56.969999999999999</cx:pt>
          <cx:pt idx="98399">56.969999999999999</cx:pt>
          <cx:pt idx="98400">56.969999999999999</cx:pt>
          <cx:pt idx="98401">57.979999999999997</cx:pt>
          <cx:pt idx="98402">61.979999999999997</cx:pt>
          <cx:pt idx="98403">59.979999999999997</cx:pt>
          <cx:pt idx="98404">231.91</cx:pt>
          <cx:pt idx="98405">72.239999999999995</cx:pt>
          <cx:pt idx="98406">72.239999999999995</cx:pt>
          <cx:pt idx="98407">74.680000000000007</cx:pt>
          <cx:pt idx="98408">74.680000000000007</cx:pt>
          <cx:pt idx="98409">31.789999999999999</cx:pt>
          <cx:pt idx="98410">31.789999999999999</cx:pt>
          <cx:pt idx="98411">83.950000000000003</cx:pt>
          <cx:pt idx="98412">143.91999999999999</cx:pt>
          <cx:pt idx="98413">116.45</cx:pt>
          <cx:pt idx="98414">111.47</cx:pt>
          <cx:pt idx="98415">158.53999999999999</cx:pt>
          <cx:pt idx="98416">55.960000000000001</cx:pt>
          <cx:pt idx="98417">83.25</cx:pt>
          <cx:pt idx="98418">79.980000000000004</cx:pt>
          <cx:pt idx="98419">142.61000000000001</cx:pt>
          <cx:pt idx="98420">91.969999999999999</cx:pt>
          <cx:pt idx="98421">66.480000000000004</cx:pt>
          <cx:pt idx="98422">66.480000000000004</cx:pt>
          <cx:pt idx="98423">74.969999999999999</cx:pt>
          <cx:pt idx="98424">82.950000000000003</cx:pt>
          <cx:pt idx="98425">59.950000000000003</cx:pt>
          <cx:pt idx="98426">82.950000000000003</cx:pt>
          <cx:pt idx="98427">91.969999999999999</cx:pt>
          <cx:pt idx="98428">59.950000000000003</cx:pt>
          <cx:pt idx="98429">74.969999999999999</cx:pt>
          <cx:pt idx="98430">87.939999999999998</cx:pt>
          <cx:pt idx="98431">79.969999999999999</cx:pt>
          <cx:pt idx="98432">57.979999999999997</cx:pt>
          <cx:pt idx="98433">92.980000000000004</cx:pt>
          <cx:pt idx="98434">74.980000000000004</cx:pt>
          <cx:pt idx="98435">74.980000000000004</cx:pt>
          <cx:pt idx="98436">80.980000000000004</cx:pt>
          <cx:pt idx="98437">56.969999999999999</cx:pt>
          <cx:pt idx="98438">56.969999999999999</cx:pt>
          <cx:pt idx="98439">56.969999999999999</cx:pt>
          <cx:pt idx="98440">56.969999999999999</cx:pt>
          <cx:pt idx="98441">56.969999999999999</cx:pt>
          <cx:pt idx="98442">56.969999999999999</cx:pt>
          <cx:pt idx="98443">99.989999999999995</cx:pt>
          <cx:pt idx="98444">56.969999999999999</cx:pt>
          <cx:pt idx="98445">99.989999999999995</cx:pt>
          <cx:pt idx="98446">56.969999999999999</cx:pt>
          <cx:pt idx="98447">39.880000000000003</cx:pt>
          <cx:pt idx="98448">93.560000000000002</cx:pt>
          <cx:pt idx="98449">53.969999999999999</cx:pt>
          <cx:pt idx="98450">93.129999999999995</cx:pt>
          <cx:pt idx="98451">69.159999999999997</cx:pt>
          <cx:pt idx="98452">57.479999999999997</cx:pt>
          <cx:pt idx="98453">99.980000000000004</cx:pt>
          <cx:pt idx="98454">65.299999999999997</cx:pt>
          <cx:pt idx="98455">65.299999999999997</cx:pt>
          <cx:pt idx="98456">44.729999999999997</cx:pt>
          <cx:pt idx="98457">65.299999999999997</cx:pt>
          <cx:pt idx="98458">59.950000000000003</cx:pt>
          <cx:pt idx="98459">55.960000000000001</cx:pt>
          <cx:pt idx="98460">98.980000000000004</cx:pt>
          <cx:pt idx="98461">178.94999999999999</cx:pt>
          <cx:pt idx="98462">73.799999999999997</cx:pt>
          <cx:pt idx="98463">164.97</cx:pt>
          <cx:pt idx="98464">61.329999999999998</cx:pt>
          <cx:pt idx="98465">80.739999999999995</cx:pt>
          <cx:pt idx="98466">68.989999999999995</cx:pt>
          <cx:pt idx="98467">53.960000000000001</cx:pt>
          <cx:pt idx="98468">-53.960000000000001</cx:pt>
          <cx:pt idx="98469">91.959999999999994</cx:pt>
          <cx:pt idx="98470">65.959999999999994</cx:pt>
          <cx:pt idx="98471">72.239999999999995</cx:pt>
          <cx:pt idx="98472">119.97</cx:pt>
          <cx:pt idx="98473">106.23</cx:pt>
          <cx:pt idx="98474">230.13</cx:pt>
          <cx:pt idx="98475">227.94999999999999</cx:pt>
          <cx:pt idx="98476">229.97</cx:pt>
          <cx:pt idx="98477">79.989999999999995</cx:pt>
          <cx:pt idx="98478">46.490000000000002</cx:pt>
          <cx:pt idx="98479">90.980000000000004</cx:pt>
          <cx:pt idx="98480">69.980000000000004</cx:pt>
          <cx:pt idx="98481">159.97</cx:pt>
          <cx:pt idx="98482">145.30000000000001</cx:pt>
          <cx:pt idx="98483">36.490000000000002</cx:pt>
          <cx:pt idx="98484">36.490000000000002</cx:pt>
          <cx:pt idx="98485">145.30000000000001</cx:pt>
          <cx:pt idx="98486">145.30000000000001</cx:pt>
          <cx:pt idx="98487">36.490000000000002</cx:pt>
          <cx:pt idx="98488">186.46000000000001</cx:pt>
          <cx:pt idx="98489">151.94</cx:pt>
          <cx:pt idx="98490">75.980000000000004</cx:pt>
          <cx:pt idx="98491">229.94999999999999</cx:pt>
          <cx:pt idx="98492">84.989999999999995</cx:pt>
          <cx:pt idx="98493">144.94999999999999</cx:pt>
          <cx:pt idx="98494">225.96000000000001</cx:pt>
          <cx:pt idx="98495">90.739999999999995</cx:pt>
          <cx:pt idx="98496">158.72</cx:pt>
          <cx:pt idx="98497">66.969999999999999</cx:pt>
          <cx:pt idx="98498">75.980000000000004</cx:pt>
          <cx:pt idx="98499">55.979999999999997</cx:pt>
          <cx:pt idx="98500">59.979999999999997</cx:pt>
          <cx:pt idx="98501">56.969999999999999</cx:pt>
          <cx:pt idx="98502">56.969999999999999</cx:pt>
          <cx:pt idx="98503">48.420000000000002</cx:pt>
          <cx:pt idx="98504">66.980000000000004</cx:pt>
          <cx:pt idx="98505">31.48</cx:pt>
          <cx:pt idx="98506">31.48</cx:pt>
          <cx:pt idx="98507">31.48</cx:pt>
          <cx:pt idx="98508">59.960000000000001</cx:pt>
          <cx:pt idx="98509">59.960000000000001</cx:pt>
          <cx:pt idx="98510">59.960000000000001</cx:pt>
          <cx:pt idx="98511">59.960000000000001</cx:pt>
          <cx:pt idx="98512">31.48</cx:pt>
          <cx:pt idx="98513">31.48</cx:pt>
          <cx:pt idx="98514">31.48</cx:pt>
          <cx:pt idx="98515">66.980000000000004</cx:pt>
          <cx:pt idx="98516">120.98</cx:pt>
          <cx:pt idx="98517">128.24000000000001</cx:pt>
          <cx:pt idx="98518">159.69999999999999</cx:pt>
          <cx:pt idx="98519">85.670000000000002</cx:pt>
          <cx:pt idx="98520">83.939999999999998</cx:pt>
          <cx:pt idx="98521">55.960000000000001</cx:pt>
          <cx:pt idx="98522">65.989999999999995</cx:pt>
          <cx:pt idx="98523">99.969999999999999</cx:pt>
          <cx:pt idx="98524">58.960000000000001</cx:pt>
          <cx:pt idx="98525">66.969999999999999</cx:pt>
          <cx:pt idx="98526">104.98</cx:pt>
          <cx:pt idx="98527">42.240000000000002</cx:pt>
          <cx:pt idx="98528">17.489999999999998</cx:pt>
          <cx:pt idx="98529">99.980000000000004</cx:pt>
          <cx:pt idx="98530">67.980000000000004</cx:pt>
          <cx:pt idx="98531">60.979999999999997</cx:pt>
          <cx:pt idx="98532">158.94999999999999</cx:pt>
          <cx:pt idx="98533">75.579999999999998</cx:pt>
          <cx:pt idx="98534">75.959999999999994</cx:pt>
          <cx:pt idx="98535">46.939999999999998</cx:pt>
          <cx:pt idx="98536">109.97</cx:pt>
          <cx:pt idx="98537">59.969999999999999</cx:pt>
          <cx:pt idx="98538">46.490000000000002</cx:pt>
          <cx:pt idx="98539">83.959999999999994</cx:pt>
          <cx:pt idx="98540">113.95</cx:pt>
          <cx:pt idx="98541">22.289999999999999</cx:pt>
          <cx:pt idx="98542">139.97</cx:pt>
          <cx:pt idx="98543">84.980000000000004</cx:pt>
          <cx:pt idx="98544">224.96000000000001</cx:pt>
          <cx:pt idx="98545">111.26000000000001</cx:pt>
          <cx:pt idx="98546">89.939999999999998</cx:pt>
          <cx:pt idx="98547">59.960000000000001</cx:pt>
          <cx:pt idx="98548">74.950000000000003</cx:pt>
          <cx:pt idx="98549">51.490000000000002</cx:pt>
          <cx:pt idx="98550">51.469999999999999</cx:pt>
          <cx:pt idx="98551">58.359999999999999</cx:pt>
          <cx:pt idx="98552">75.480000000000004</cx:pt>
          <cx:pt idx="98553">141.96000000000001</cx:pt>
          <cx:pt idx="98554">55.969999999999999</cx:pt>
          <cx:pt idx="98555">245.91</cx:pt>
          <cx:pt idx="98556">42.479999999999997</cx:pt>
          <cx:pt idx="98557">193.94</cx:pt>
          <cx:pt idx="98558">83.959999999999994</cx:pt>
          <cx:pt idx="98559">62.969999999999999</cx:pt>
          <cx:pt idx="98560">77.969999999999999</cx:pt>
          <cx:pt idx="98561">123.26000000000001</cx:pt>
          <cx:pt idx="98562">95.379999999999995</cx:pt>
          <cx:pt idx="98563">79.980000000000004</cx:pt>
          <cx:pt idx="98564">41.490000000000002</cx:pt>
          <cx:pt idx="98565">39.520000000000003</cx:pt>
          <cx:pt idx="98566">74.950000000000003</cx:pt>
          <cx:pt idx="98567">50.969999999999999</cx:pt>
          <cx:pt idx="98568">58.979999999999997</cx:pt>
          <cx:pt idx="98569">58.979999999999997</cx:pt>
          <cx:pt idx="98570">46.490000000000002</cx:pt>
          <cx:pt idx="98571">-46.490000000000002</cx:pt>
          <cx:pt idx="98572">-58.979999999999997</cx:pt>
          <cx:pt idx="98573">58.979999999999997</cx:pt>
          <cx:pt idx="98574">43.469999999999999</cx:pt>
          <cx:pt idx="98575">46.490000000000002</cx:pt>
          <cx:pt idx="98576">64.980000000000004</cx:pt>
          <cx:pt idx="98577">227.94</cx:pt>
          <cx:pt idx="98578">103.37</cx:pt>
          <cx:pt idx="98579">103.37</cx:pt>
          <cx:pt idx="98580">229.96000000000001</cx:pt>
          <cx:pt idx="98581">62.579999999999998</cx:pt>
          <cx:pt idx="98582">89.969999999999999</cx:pt>
          <cx:pt idx="98583">49.280000000000001</cx:pt>
          <cx:pt idx="98584">59.979999999999997</cx:pt>
          <cx:pt idx="98585">55.979999999999997</cx:pt>
          <cx:pt idx="98586">113.95999999999999</cx:pt>
          <cx:pt idx="98587">122.95999999999999</cx:pt>
          <cx:pt idx="98588">90.920000000000002</cx:pt>
          <cx:pt idx="98589">78.269999999999996</cx:pt>
          <cx:pt idx="98590">58.640000000000001</cx:pt>
          <cx:pt idx="98591">63.969999999999999</cx:pt>
          <cx:pt idx="98592">30.510000000000002</cx:pt>
          <cx:pt idx="98593">37.469999999999999</cx:pt>
          <cx:pt idx="98594">29.98</cx:pt>
          <cx:pt idx="98595">30.210000000000001</cx:pt>
          <cx:pt idx="98596">76.870000000000005</cx:pt>
          <cx:pt idx="98597">90.950000000000003</cx:pt>
          <cx:pt idx="98598">81.939999999999998</cx:pt>
          <cx:pt idx="98599">54.869999999999997</cx:pt>
          <cx:pt idx="98600">68.969999999999999</cx:pt>
          <cx:pt idx="98601">59.960000000000001</cx:pt>
          <cx:pt idx="98602">123.81999999999999</cx:pt>
          <cx:pt idx="98603">103.47</cx:pt>
          <cx:pt idx="98604">57.020000000000003</cx:pt>
          <cx:pt idx="98605">166.27000000000001</cx:pt>
          <cx:pt idx="98606">42.240000000000002</cx:pt>
          <cx:pt idx="98607">41.479999999999997</cx:pt>
          <cx:pt idx="98608">49.990000000000002</cx:pt>
          <cx:pt idx="98609">68.859999999999999</cx:pt>
          <cx:pt idx="98610">121.95</cx:pt>
          <cx:pt idx="98611">89.980000000000004</cx:pt>
          <cx:pt idx="98612">123.12</cx:pt>
          <cx:pt idx="98613">123.12</cx:pt>
          <cx:pt idx="98614">129.96000000000001</cx:pt>
          <cx:pt idx="98615">92.969999999999999</cx:pt>
          <cx:pt idx="98616">53.969999999999999</cx:pt>
          <cx:pt idx="98617">20.489999999999998</cx:pt>
          <cx:pt idx="98618">46.490000000000002</cx:pt>
          <cx:pt idx="98619">56.969999999999999</cx:pt>
          <cx:pt idx="98620">20.489999999999998</cx:pt>
          <cx:pt idx="98621">65.980000000000004</cx:pt>
          <cx:pt idx="98622">37.479999999999997</cx:pt>
          <cx:pt idx="98623">55.979999999999997</cx:pt>
          <cx:pt idx="98624">46.479999999999997</cx:pt>
          <cx:pt idx="98625">181.46000000000001</cx:pt>
          <cx:pt idx="98626">120.95999999999999</cx:pt>
          <cx:pt idx="98627">105.25</cx:pt>
          <cx:pt idx="98628">56.969999999999999</cx:pt>
          <cx:pt idx="98629">96.019999999999996</cx:pt>
          <cx:pt idx="98630">129.97999999999999</cx:pt>
          <cx:pt idx="98631">99.980000000000004</cx:pt>
          <cx:pt idx="98632">125.97</cx:pt>
          <cx:pt idx="98633">155.97</cx:pt>
          <cx:pt idx="98634">101.94</cx:pt>
          <cx:pt idx="98635">123.95</cx:pt>
          <cx:pt idx="98636">221.94</cx:pt>
          <cx:pt idx="98637">84.959999999999994</cx:pt>
          <cx:pt idx="98638">59.960000000000001</cx:pt>
          <cx:pt idx="98639">244.97999999999999</cx:pt>
          <cx:pt idx="98640">83.969999999999999</cx:pt>
          <cx:pt idx="98641">53.969999999999999</cx:pt>
          <cx:pt idx="98642">53.979999999999997</cx:pt>
          <cx:pt idx="98643">26.48</cx:pt>
          <cx:pt idx="98644">26.48</cx:pt>
          <cx:pt idx="98645">77.980000000000004</cx:pt>
          <cx:pt idx="98646">53.979999999999997</cx:pt>
          <cx:pt idx="98647">83.969999999999999</cx:pt>
          <cx:pt idx="98648">30.489999999999998</cx:pt>
          <cx:pt idx="98649">53.969999999999999</cx:pt>
          <cx:pt idx="98650">17.489999999999998</cx:pt>
          <cx:pt idx="98651">77.980000000000004</cx:pt>
          <cx:pt idx="98652">17.489999999999998</cx:pt>
          <cx:pt idx="98653">30.489999999999998</cx:pt>
          <cx:pt idx="98654">62.060000000000002</cx:pt>
          <cx:pt idx="98655">84.989999999999995</cx:pt>
          <cx:pt idx="98656">51.490000000000002</cx:pt>
          <cx:pt idx="98657">76.489999999999995</cx:pt>
          <cx:pt idx="98658">87.079999999999998</cx:pt>
          <cx:pt idx="98659">84.659999999999997</cx:pt>
          <cx:pt idx="98660">72.579999999999998</cx:pt>
          <cx:pt idx="98661">63.960000000000001</cx:pt>
          <cx:pt idx="98662">67.989999999999995</cx:pt>
          <cx:pt idx="98663">99.980000000000004</cx:pt>
          <cx:pt idx="98664">59.990000000000002</cx:pt>
          <cx:pt idx="98665">51.939999999999998</cx:pt>
          <cx:pt idx="98666">134.97999999999999</cx:pt>
          <cx:pt idx="98667">43.270000000000003</cx:pt>
          <cx:pt idx="98668">29.280000000000001</cx:pt>
          <cx:pt idx="98669">15.289999999999999</cx:pt>
          <cx:pt idx="98670">20.289999999999999</cx:pt>
          <cx:pt idx="98671">39.280000000000001</cx:pt>
          <cx:pt idx="98672">39.280000000000001</cx:pt>
          <cx:pt idx="98673">75.959999999999994</cx:pt>
          <cx:pt idx="98674">10.24</cx:pt>
          <cx:pt idx="98675">57.979999999999997</cx:pt>
          <cx:pt idx="98676">79.980000000000004</cx:pt>
          <cx:pt idx="98677">95.939999999999998</cx:pt>
          <cx:pt idx="98678">32.479999999999997</cx:pt>
          <cx:pt idx="98679">32.479999999999997</cx:pt>
          <cx:pt idx="98680">95.939999999999998</cx:pt>
          <cx:pt idx="98681">131.91</cx:pt>
          <cx:pt idx="98682">131.91</cx:pt>
          <cx:pt idx="98683">20.289999999999999</cx:pt>
          <cx:pt idx="98684">39.280000000000001</cx:pt>
          <cx:pt idx="98685">90.780000000000001</cx:pt>
          <cx:pt idx="98686">56.969999999999999</cx:pt>
          <cx:pt idx="98687">70.75</cx:pt>
          <cx:pt idx="98688">96.969999999999999</cx:pt>
          <cx:pt idx="98689">74.969999999999999</cx:pt>
          <cx:pt idx="98690">17.489999999999998</cx:pt>
          <cx:pt idx="98691">60.979999999999997</cx:pt>
          <cx:pt idx="98692">59.979999999999997</cx:pt>
          <cx:pt idx="98693">14.890000000000001</cx:pt>
          <cx:pt idx="98694">83.819999999999993</cx:pt>
          <cx:pt idx="98695">116.97</cx:pt>
          <cx:pt idx="98696">21.039999999999999</cx:pt>
          <cx:pt idx="98697">91.959999999999994</cx:pt>
          <cx:pt idx="98698">55.969999999999999</cx:pt>
          <cx:pt idx="98699">34.479999999999997</cx:pt>
          <cx:pt idx="98700">72.980000000000004</cx:pt>
          <cx:pt idx="98701">64.489999999999995</cx:pt>
          <cx:pt idx="98702">48.979999999999997</cx:pt>
          <cx:pt idx="98703">79.989999999999995</cx:pt>
          <cx:pt idx="98704">86.379999999999995</cx:pt>
          <cx:pt idx="98705">53.979999999999997</cx:pt>
          <cx:pt idx="98706">106.97</cx:pt>
          <cx:pt idx="98707">56.329999999999998</cx:pt>
          <cx:pt idx="98708">56.969999999999999</cx:pt>
          <cx:pt idx="98709">59.979999999999997</cx:pt>
          <cx:pt idx="98710">49.479999999999997</cx:pt>
        </cx:lvl>
      </cx:numDim>
    </cx:data>
  </cx:chartData>
  <cx:chart>
    <cx:title pos="t" align="ctr" overlay="0">
      <cx:tx>
        <cx:txData>
          <cx:v>Distribution of Net sales</cx:v>
        </cx:txData>
      </cx:tx>
      <cx:txPr>
        <a:bodyPr spcFirstLastPara="1" vertOverflow="ellipsis" horzOverflow="overflow" wrap="square" lIns="0" tIns="0" rIns="0" bIns="0" anchor="ctr" anchorCtr="1"/>
        <a:lstStyle/>
        <a:p>
          <a:pPr algn="ctr" rtl="0">
            <a:defRPr/>
          </a:pPr>
          <a:r>
            <a:rPr lang="en-US" sz="1400" b="1" i="0" u="none" strike="noStrike" baseline="0">
              <a:solidFill>
                <a:sysClr val="windowText" lastClr="000000">
                  <a:lumMod val="65000"/>
                  <a:lumOff val="35000"/>
                </a:sysClr>
              </a:solidFill>
              <a:latin typeface="Calibri"/>
            </a:rPr>
            <a:t>Distribution of Net sales</a:t>
          </a:r>
        </a:p>
      </cx:txPr>
    </cx:title>
    <cx:plotArea>
      <cx:plotAreaRegion>
        <cx:series layoutId="clusteredColumn" uniqueId="{0EC481E4-D80A-434C-A0BF-2E0605A407CF}">
          <cx:tx>
            <cx:txData>
              <cx:f>Canadavapes!$G$1</cx:f>
              <cx:v>Net Sales</cx:v>
            </cx:txData>
          </cx:tx>
          <cx:dataId val="0"/>
          <cx:layoutPr>
            <cx:binning intervalClosed="r"/>
          </cx:layoutPr>
        </cx:series>
      </cx:plotAreaRegion>
      <cx:axis id="0">
        <cx:catScaling gapWidth="0"/>
        <cx:title>
          <cx:tx>
            <cx:txData>
              <cx:v>Net Sales</cx:v>
            </cx:txData>
          </cx:tx>
          <cx:txPr>
            <a:bodyPr spcFirstLastPara="1" vertOverflow="ellipsis" horzOverflow="overflow" wrap="square" lIns="0" tIns="0" rIns="0" bIns="0" anchor="ctr" anchorCtr="1"/>
            <a:lstStyle/>
            <a:p>
              <a:pPr algn="ctr" rtl="0">
                <a:defRPr/>
              </a:pPr>
              <a:r>
                <a:rPr lang="en-US" sz="1000" b="1" i="0" u="none" strike="noStrike" baseline="0">
                  <a:solidFill>
                    <a:sysClr val="windowText" lastClr="000000">
                      <a:lumMod val="65000"/>
                      <a:lumOff val="35000"/>
                    </a:sysClr>
                  </a:solidFill>
                  <a:latin typeface="Calibri"/>
                </a:rPr>
                <a:t>Net Sales</a:t>
              </a:r>
            </a:p>
          </cx:txPr>
        </cx:title>
        <cx:tickLabels/>
      </cx:axis>
      <cx:axis id="1">
        <cx:valScaling/>
        <cx:title>
          <cx:tx>
            <cx:rich>
              <a:bodyPr spcFirstLastPara="1" vertOverflow="ellipsis" horzOverflow="overflow" wrap="square" lIns="0" tIns="0" rIns="0" bIns="0" anchor="ctr" anchorCtr="1"/>
              <a:lstStyle/>
              <a:p>
                <a:pPr algn="ctr" rtl="0">
                  <a:defRPr/>
                </a:pPr>
                <a:r>
                  <a:rPr lang="en-CA" sz="900" b="1" i="0" u="none" strike="noStrike" baseline="0">
                    <a:solidFill>
                      <a:sysClr val="windowText" lastClr="000000">
                        <a:lumMod val="65000"/>
                        <a:lumOff val="35000"/>
                      </a:sysClr>
                    </a:solidFill>
                    <a:effectLst/>
                    <a:latin typeface="Calibri"/>
                    <a:cs typeface="Calibri" panose="020F0502020204030204" pitchFamily="34" charset="0"/>
                  </a:rPr>
                  <a:t>Number of Transactions</a:t>
                </a:r>
                <a:endParaRPr lang="en-US" sz="900" b="0" i="0" u="none" strike="noStrike" baseline="0">
                  <a:solidFill>
                    <a:sysClr val="windowText" lastClr="000000">
                      <a:lumMod val="65000"/>
                      <a:lumOff val="35000"/>
                    </a:sysClr>
                  </a:solidFill>
                  <a:latin typeface="Calibri"/>
                </a:endParaRPr>
              </a:p>
            </cx:rich>
          </cx:tx>
        </cx:title>
        <cx:majorGridlines/>
        <cx:tickLabels/>
      </cx:axis>
    </cx:plotArea>
  </cx:chart>
  <cx:spPr>
    <a:ln>
      <a:noFill/>
    </a:ln>
  </cx:spPr>
</cx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6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9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/>
  </cs:valueAxis>
  <cs:wall>
    <cs:lnRef idx="0"/>
    <cs:fillRef idx="0"/>
    <cs:effectRef idx="0"/>
    <cs:fontRef idx="minor">
      <a:schemeClr val="tx1"/>
    </cs:fontRef>
  </cs:wall>
</cs:chartStyle>
</file>

<file path=ppt/charts/style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iagrams/_rels/data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svg"/><Relationship Id="rId2" Type="http://schemas.openxmlformats.org/officeDocument/2006/relationships/image" Target="../media/image4.svg"/><Relationship Id="rId1" Type="http://schemas.openxmlformats.org/officeDocument/2006/relationships/image" Target="../media/image3.svg"/><Relationship Id="rId5" Type="http://schemas.openxmlformats.org/officeDocument/2006/relationships/image" Target="../media/image7.svg"/><Relationship Id="rId4" Type="http://schemas.openxmlformats.org/officeDocument/2006/relationships/image" Target="../media/image6.svg"/></Relationships>
</file>

<file path=ppt/diagrams/_rels/data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svg"/><Relationship Id="rId2" Type="http://schemas.openxmlformats.org/officeDocument/2006/relationships/image" Target="../media/image10.svg"/><Relationship Id="rId1" Type="http://schemas.openxmlformats.org/officeDocument/2006/relationships/image" Target="../media/image9.svg"/><Relationship Id="rId5" Type="http://schemas.openxmlformats.org/officeDocument/2006/relationships/image" Target="../media/image13.svg"/><Relationship Id="rId4" Type="http://schemas.openxmlformats.org/officeDocument/2006/relationships/image" Target="../media/image12.svg"/></Relationships>
</file>

<file path=ppt/diagrams/_rels/data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svg"/><Relationship Id="rId2" Type="http://schemas.openxmlformats.org/officeDocument/2006/relationships/image" Target="../media/image17.svg"/><Relationship Id="rId1" Type="http://schemas.openxmlformats.org/officeDocument/2006/relationships/image" Target="../media/image16.svg"/><Relationship Id="rId6" Type="http://schemas.openxmlformats.org/officeDocument/2006/relationships/image" Target="../media/image21.svg"/><Relationship Id="rId5" Type="http://schemas.openxmlformats.org/officeDocument/2006/relationships/image" Target="../media/image20.svg"/><Relationship Id="rId4" Type="http://schemas.openxmlformats.org/officeDocument/2006/relationships/image" Target="../media/image19.svg"/></Relationships>
</file>

<file path=ppt/diagrams/_rels/data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svg"/><Relationship Id="rId2" Type="http://schemas.openxmlformats.org/officeDocument/2006/relationships/image" Target="../media/image25.svg"/><Relationship Id="rId1" Type="http://schemas.openxmlformats.org/officeDocument/2006/relationships/image" Target="../media/image24.svg"/><Relationship Id="rId4" Type="http://schemas.openxmlformats.org/officeDocument/2006/relationships/image" Target="../media/image27.svg"/></Relationships>
</file>

<file path=ppt/diagrams/_rels/drawing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svg"/><Relationship Id="rId2" Type="http://schemas.openxmlformats.org/officeDocument/2006/relationships/image" Target="../media/image4.svg"/><Relationship Id="rId1" Type="http://schemas.openxmlformats.org/officeDocument/2006/relationships/image" Target="../media/image3.svg"/><Relationship Id="rId5" Type="http://schemas.openxmlformats.org/officeDocument/2006/relationships/image" Target="../media/image7.svg"/><Relationship Id="rId4" Type="http://schemas.openxmlformats.org/officeDocument/2006/relationships/image" Target="../media/image6.svg"/></Relationships>
</file>

<file path=ppt/diagrams/_rels/drawing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svg"/><Relationship Id="rId2" Type="http://schemas.openxmlformats.org/officeDocument/2006/relationships/image" Target="../media/image10.svg"/><Relationship Id="rId1" Type="http://schemas.openxmlformats.org/officeDocument/2006/relationships/image" Target="../media/image9.svg"/><Relationship Id="rId5" Type="http://schemas.openxmlformats.org/officeDocument/2006/relationships/image" Target="../media/image13.svg"/><Relationship Id="rId4" Type="http://schemas.openxmlformats.org/officeDocument/2006/relationships/image" Target="../media/image12.svg"/></Relationships>
</file>

<file path=ppt/diagrams/_rels/drawing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svg"/><Relationship Id="rId2" Type="http://schemas.openxmlformats.org/officeDocument/2006/relationships/image" Target="../media/image17.svg"/><Relationship Id="rId1" Type="http://schemas.openxmlformats.org/officeDocument/2006/relationships/image" Target="../media/image16.svg"/><Relationship Id="rId6" Type="http://schemas.openxmlformats.org/officeDocument/2006/relationships/image" Target="../media/image21.svg"/><Relationship Id="rId5" Type="http://schemas.openxmlformats.org/officeDocument/2006/relationships/image" Target="../media/image20.svg"/><Relationship Id="rId4" Type="http://schemas.openxmlformats.org/officeDocument/2006/relationships/image" Target="../media/image19.svg"/></Relationships>
</file>

<file path=ppt/diagrams/_rels/drawing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svg"/><Relationship Id="rId2" Type="http://schemas.openxmlformats.org/officeDocument/2006/relationships/image" Target="../media/image25.svg"/><Relationship Id="rId1" Type="http://schemas.openxmlformats.org/officeDocument/2006/relationships/image" Target="../media/image24.svg"/><Relationship Id="rId4" Type="http://schemas.openxmlformats.org/officeDocument/2006/relationships/image" Target="../media/image27.sv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18/5/colors/Iconchunking_neutralicon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bg1"/>
    </dgm:fillClrLst>
    <dgm:linClrLst meth="repeat">
      <a:schemeClr val="lt1">
        <a:alpha val="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4_2">
  <dgm:title val=""/>
  <dgm:desc val=""/>
  <dgm:catLst>
    <dgm:cat type="accent4" pri="14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5EA6EEB5-A56E-4236-85E4-D53F78E39663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BD01AD29-7CC6-4532-BF59-70A49584B2B5}">
      <dgm:prSet custT="1"/>
      <dgm:spPr/>
      <dgm:t>
        <a:bodyPr/>
        <a:lstStyle/>
        <a:p>
          <a:r>
            <a:rPr lang="en-US" sz="24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Analyze customer behavior after first purchase</a:t>
          </a:r>
          <a:endParaRPr lang="en-US" sz="24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DBE0077E-BA15-47CD-B75C-59E6C0C32056}" type="parTrans" cxnId="{5E749163-1BB2-4FAA-AD67-A7FB2B905065}">
      <dgm:prSet/>
      <dgm:spPr/>
      <dgm:t>
        <a:bodyPr/>
        <a:lstStyle/>
        <a:p>
          <a:endParaRPr lang="en-US"/>
        </a:p>
      </dgm:t>
    </dgm:pt>
    <dgm:pt modelId="{D7AB2953-973B-4724-BAB1-10D66425EF13}" type="sibTrans" cxnId="{5E749163-1BB2-4FAA-AD67-A7FB2B905065}">
      <dgm:prSet/>
      <dgm:spPr/>
      <dgm:t>
        <a:bodyPr/>
        <a:lstStyle/>
        <a:p>
          <a:endParaRPr lang="en-US"/>
        </a:p>
      </dgm:t>
    </dgm:pt>
    <dgm:pt modelId="{B4F8F611-28A9-48FA-B40D-1C24A987D7E1}">
      <dgm:prSet custT="1"/>
      <dgm:spPr/>
      <dgm:t>
        <a:bodyPr/>
        <a:lstStyle/>
        <a:p>
          <a:r>
            <a:rPr lang="en-US" sz="24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Identify early indicators of retention and churn</a:t>
          </a:r>
          <a:endParaRPr lang="en-US" sz="24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96DEEF5E-AB9E-4A92-80C6-52DD9C067632}" type="parTrans" cxnId="{5530E222-4850-4C3B-984B-3B9F43D5697C}">
      <dgm:prSet/>
      <dgm:spPr/>
      <dgm:t>
        <a:bodyPr/>
        <a:lstStyle/>
        <a:p>
          <a:endParaRPr lang="en-US"/>
        </a:p>
      </dgm:t>
    </dgm:pt>
    <dgm:pt modelId="{116817B9-226F-410C-9B0B-8DAF149E23D6}" type="sibTrans" cxnId="{5530E222-4850-4C3B-984B-3B9F43D5697C}">
      <dgm:prSet/>
      <dgm:spPr/>
      <dgm:t>
        <a:bodyPr/>
        <a:lstStyle/>
        <a:p>
          <a:endParaRPr lang="en-US"/>
        </a:p>
      </dgm:t>
    </dgm:pt>
    <dgm:pt modelId="{A7F6B1E7-7B61-4618-98D9-BE03D4DDCC73}">
      <dgm:prSet custT="1"/>
      <dgm:spPr/>
      <dgm:t>
        <a:bodyPr/>
        <a:lstStyle/>
        <a:p>
          <a:r>
            <a:rPr lang="en-US" sz="24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Examine key factors: order value, items purchased, product selection</a:t>
          </a:r>
          <a:endParaRPr lang="en-US" sz="24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F1FFA7AE-7FA7-4EEB-AC43-6BF121478B22}" type="parTrans" cxnId="{7552B16B-A12C-4147-97BD-28216C83CB02}">
      <dgm:prSet/>
      <dgm:spPr/>
      <dgm:t>
        <a:bodyPr/>
        <a:lstStyle/>
        <a:p>
          <a:endParaRPr lang="en-US"/>
        </a:p>
      </dgm:t>
    </dgm:pt>
    <dgm:pt modelId="{86F5D15D-533E-4672-8130-0D1C10FAC4EA}" type="sibTrans" cxnId="{7552B16B-A12C-4147-97BD-28216C83CB02}">
      <dgm:prSet/>
      <dgm:spPr/>
      <dgm:t>
        <a:bodyPr/>
        <a:lstStyle/>
        <a:p>
          <a:endParaRPr lang="en-US"/>
        </a:p>
      </dgm:t>
    </dgm:pt>
    <dgm:pt modelId="{14F0C05F-CABB-4393-83D2-E72137649AE4}">
      <dgm:prSet custT="1"/>
      <dgm:spPr/>
      <dgm:t>
        <a:bodyPr/>
        <a:lstStyle/>
        <a:p>
          <a:r>
            <a:rPr lang="en-US" sz="24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Develop data-driven strategies to improve retention</a:t>
          </a:r>
          <a:endParaRPr lang="en-US" sz="24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5B892353-9290-4126-8F13-176B4A344342}" type="parTrans" cxnId="{9F55A54E-3A3C-4333-B485-76B1C4BE9FC4}">
      <dgm:prSet/>
      <dgm:spPr/>
      <dgm:t>
        <a:bodyPr/>
        <a:lstStyle/>
        <a:p>
          <a:endParaRPr lang="en-US"/>
        </a:p>
      </dgm:t>
    </dgm:pt>
    <dgm:pt modelId="{CCECD559-CCD9-4002-8AEE-79461C61771E}" type="sibTrans" cxnId="{9F55A54E-3A3C-4333-B485-76B1C4BE9FC4}">
      <dgm:prSet/>
      <dgm:spPr/>
      <dgm:t>
        <a:bodyPr/>
        <a:lstStyle/>
        <a:p>
          <a:endParaRPr lang="en-US"/>
        </a:p>
      </dgm:t>
    </dgm:pt>
    <dgm:pt modelId="{2E38635A-09D4-4E8B-9D75-42B77BC70665}">
      <dgm:prSet custT="1"/>
      <dgm:spPr/>
      <dgm:t>
        <a:bodyPr/>
        <a:lstStyle/>
        <a:p>
          <a:r>
            <a:rPr lang="en-US" sz="24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Support business goal of increasing returning customers</a:t>
          </a:r>
          <a:endParaRPr lang="en-US" sz="24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4616C0AA-8B34-48AE-91C9-87CD7CB3EE6D}" type="parTrans" cxnId="{1B7A6BA5-A5D1-4919-813C-F3A3E6E7FBF5}">
      <dgm:prSet/>
      <dgm:spPr/>
      <dgm:t>
        <a:bodyPr/>
        <a:lstStyle/>
        <a:p>
          <a:endParaRPr lang="en-US"/>
        </a:p>
      </dgm:t>
    </dgm:pt>
    <dgm:pt modelId="{C823A9DA-D1FB-4629-9147-3477876DB668}" type="sibTrans" cxnId="{1B7A6BA5-A5D1-4919-813C-F3A3E6E7FBF5}">
      <dgm:prSet/>
      <dgm:spPr/>
      <dgm:t>
        <a:bodyPr/>
        <a:lstStyle/>
        <a:p>
          <a:endParaRPr lang="en-US"/>
        </a:p>
      </dgm:t>
    </dgm:pt>
    <dgm:pt modelId="{787EEEF4-D5E3-4293-B199-21F70C6C2BC2}" type="pres">
      <dgm:prSet presAssocID="{5EA6EEB5-A56E-4236-85E4-D53F78E39663}" presName="root" presStyleCnt="0">
        <dgm:presLayoutVars>
          <dgm:dir/>
          <dgm:resizeHandles val="exact"/>
        </dgm:presLayoutVars>
      </dgm:prSet>
      <dgm:spPr/>
    </dgm:pt>
    <dgm:pt modelId="{9E850AB4-597D-494C-903E-DA188F6708E1}" type="pres">
      <dgm:prSet presAssocID="{BD01AD29-7CC6-4532-BF59-70A49584B2B5}" presName="compNode" presStyleCnt="0"/>
      <dgm:spPr/>
    </dgm:pt>
    <dgm:pt modelId="{B8C636AB-50E8-45A4-99F7-64F07D842C33}" type="pres">
      <dgm:prSet presAssocID="{BD01AD29-7CC6-4532-BF59-70A49584B2B5}" presName="bgRect" presStyleLbl="bgShp" presStyleIdx="0" presStyleCnt="5"/>
      <dgm:spPr/>
    </dgm:pt>
    <dgm:pt modelId="{79499E46-F915-453E-8E93-73C4173FB4BA}" type="pres">
      <dgm:prSet presAssocID="{BD01AD29-7CC6-4532-BF59-70A49584B2B5}" presName="iconRect" presStyleLbl="node1" presStyleIdx="0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gnifying glass"/>
        </a:ext>
      </dgm:extLst>
    </dgm:pt>
    <dgm:pt modelId="{03FA226E-4705-43D1-9232-EDCE97F4FF81}" type="pres">
      <dgm:prSet presAssocID="{BD01AD29-7CC6-4532-BF59-70A49584B2B5}" presName="spaceRect" presStyleCnt="0"/>
      <dgm:spPr/>
    </dgm:pt>
    <dgm:pt modelId="{FF134829-D1EE-43C7-9E6E-D1045B1EF801}" type="pres">
      <dgm:prSet presAssocID="{BD01AD29-7CC6-4532-BF59-70A49584B2B5}" presName="parTx" presStyleLbl="revTx" presStyleIdx="0" presStyleCnt="5">
        <dgm:presLayoutVars>
          <dgm:chMax val="0"/>
          <dgm:chPref val="0"/>
        </dgm:presLayoutVars>
      </dgm:prSet>
      <dgm:spPr/>
    </dgm:pt>
    <dgm:pt modelId="{C831B6F3-5A67-40F1-9F1A-0BA27F1B4299}" type="pres">
      <dgm:prSet presAssocID="{D7AB2953-973B-4724-BAB1-10D66425EF13}" presName="sibTrans" presStyleCnt="0"/>
      <dgm:spPr/>
    </dgm:pt>
    <dgm:pt modelId="{3898DCA1-B3F9-442E-A9D1-21B96139A460}" type="pres">
      <dgm:prSet presAssocID="{B4F8F611-28A9-48FA-B40D-1C24A987D7E1}" presName="compNode" presStyleCnt="0"/>
      <dgm:spPr/>
    </dgm:pt>
    <dgm:pt modelId="{C3CA3BA7-E568-421C-B03E-9A9DB55228F7}" type="pres">
      <dgm:prSet presAssocID="{B4F8F611-28A9-48FA-B40D-1C24A987D7E1}" presName="bgRect" presStyleLbl="bgShp" presStyleIdx="1" presStyleCnt="5"/>
      <dgm:spPr/>
    </dgm:pt>
    <dgm:pt modelId="{E281341B-F7F4-4EC8-B6CE-0971B6BAB676}" type="pres">
      <dgm:prSet presAssocID="{B4F8F611-28A9-48FA-B40D-1C24A987D7E1}" presName="iconRect" presStyleLbl="node1" presStyleIdx="1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pward trend"/>
        </a:ext>
      </dgm:extLst>
    </dgm:pt>
    <dgm:pt modelId="{6FF08465-703B-4D86-817F-C484FA8BAE82}" type="pres">
      <dgm:prSet presAssocID="{B4F8F611-28A9-48FA-B40D-1C24A987D7E1}" presName="spaceRect" presStyleCnt="0"/>
      <dgm:spPr/>
    </dgm:pt>
    <dgm:pt modelId="{7591B62C-3A29-4351-9CD1-0A3A98C6D95B}" type="pres">
      <dgm:prSet presAssocID="{B4F8F611-28A9-48FA-B40D-1C24A987D7E1}" presName="parTx" presStyleLbl="revTx" presStyleIdx="1" presStyleCnt="5">
        <dgm:presLayoutVars>
          <dgm:chMax val="0"/>
          <dgm:chPref val="0"/>
        </dgm:presLayoutVars>
      </dgm:prSet>
      <dgm:spPr/>
    </dgm:pt>
    <dgm:pt modelId="{DC20333F-DB52-47FC-995A-4E435827D804}" type="pres">
      <dgm:prSet presAssocID="{116817B9-226F-410C-9B0B-8DAF149E23D6}" presName="sibTrans" presStyleCnt="0"/>
      <dgm:spPr/>
    </dgm:pt>
    <dgm:pt modelId="{C85AA89F-76AE-4B9D-B877-74CF88FA0DE9}" type="pres">
      <dgm:prSet presAssocID="{A7F6B1E7-7B61-4618-98D9-BE03D4DDCC73}" presName="compNode" presStyleCnt="0"/>
      <dgm:spPr/>
    </dgm:pt>
    <dgm:pt modelId="{E0B32A67-CF2A-4F5A-AEC8-A3B32D04F897}" type="pres">
      <dgm:prSet presAssocID="{A7F6B1E7-7B61-4618-98D9-BE03D4DDCC73}" presName="bgRect" presStyleLbl="bgShp" presStyleIdx="2" presStyleCnt="5"/>
      <dgm:spPr/>
    </dgm:pt>
    <dgm:pt modelId="{4D1A8AC5-983F-481A-85F7-32FAE5BFB24F}" type="pres">
      <dgm:prSet presAssocID="{A7F6B1E7-7B61-4618-98D9-BE03D4DDCC73}" presName="iconRect" presStyleLbl="node1" presStyleIdx="2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E3CF0A66-1D9A-49BE-AFA1-E4B5E447C338}" type="pres">
      <dgm:prSet presAssocID="{A7F6B1E7-7B61-4618-98D9-BE03D4DDCC73}" presName="spaceRect" presStyleCnt="0"/>
      <dgm:spPr/>
    </dgm:pt>
    <dgm:pt modelId="{C32BB1D3-8820-4334-8A0B-C80BCA78AEDC}" type="pres">
      <dgm:prSet presAssocID="{A7F6B1E7-7B61-4618-98D9-BE03D4DDCC73}" presName="parTx" presStyleLbl="revTx" presStyleIdx="2" presStyleCnt="5">
        <dgm:presLayoutVars>
          <dgm:chMax val="0"/>
          <dgm:chPref val="0"/>
        </dgm:presLayoutVars>
      </dgm:prSet>
      <dgm:spPr/>
    </dgm:pt>
    <dgm:pt modelId="{DA5992EC-4E6B-4A53-BF78-FCDA0BCF0E6C}" type="pres">
      <dgm:prSet presAssocID="{86F5D15D-533E-4672-8130-0D1C10FAC4EA}" presName="sibTrans" presStyleCnt="0"/>
      <dgm:spPr/>
    </dgm:pt>
    <dgm:pt modelId="{690554FF-6D59-4442-AADC-28308E6A47EB}" type="pres">
      <dgm:prSet presAssocID="{14F0C05F-CABB-4393-83D2-E72137649AE4}" presName="compNode" presStyleCnt="0"/>
      <dgm:spPr/>
    </dgm:pt>
    <dgm:pt modelId="{544454D7-FC74-4BF8-A2D3-3819A062C73B}" type="pres">
      <dgm:prSet presAssocID="{14F0C05F-CABB-4393-83D2-E72137649AE4}" presName="bgRect" presStyleLbl="bgShp" presStyleIdx="3" presStyleCnt="5"/>
      <dgm:spPr/>
    </dgm:pt>
    <dgm:pt modelId="{2A450396-7CA5-4F58-BE08-FCD320DC79AD}" type="pres">
      <dgm:prSet presAssocID="{14F0C05F-CABB-4393-83D2-E72137649AE4}" presName="iconRect" presStyleLbl="node1" presStyleIdx="3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usiness Growth"/>
        </a:ext>
      </dgm:extLst>
    </dgm:pt>
    <dgm:pt modelId="{6338F756-8FBE-47F5-AC06-F55276BEF784}" type="pres">
      <dgm:prSet presAssocID="{14F0C05F-CABB-4393-83D2-E72137649AE4}" presName="spaceRect" presStyleCnt="0"/>
      <dgm:spPr/>
    </dgm:pt>
    <dgm:pt modelId="{14C8A9DD-0388-4428-A197-9CF24ED8D957}" type="pres">
      <dgm:prSet presAssocID="{14F0C05F-CABB-4393-83D2-E72137649AE4}" presName="parTx" presStyleLbl="revTx" presStyleIdx="3" presStyleCnt="5">
        <dgm:presLayoutVars>
          <dgm:chMax val="0"/>
          <dgm:chPref val="0"/>
        </dgm:presLayoutVars>
      </dgm:prSet>
      <dgm:spPr/>
    </dgm:pt>
    <dgm:pt modelId="{D27893C8-9DB1-461D-92E2-4DA7F49EB6A6}" type="pres">
      <dgm:prSet presAssocID="{CCECD559-CCD9-4002-8AEE-79461C61771E}" presName="sibTrans" presStyleCnt="0"/>
      <dgm:spPr/>
    </dgm:pt>
    <dgm:pt modelId="{3AEB7EBA-DC9A-4A0D-9622-6B42F60B827E}" type="pres">
      <dgm:prSet presAssocID="{2E38635A-09D4-4E8B-9D75-42B77BC70665}" presName="compNode" presStyleCnt="0"/>
      <dgm:spPr/>
    </dgm:pt>
    <dgm:pt modelId="{45DE8CC5-2D6B-43E4-8B7D-6D21C55109A9}" type="pres">
      <dgm:prSet presAssocID="{2E38635A-09D4-4E8B-9D75-42B77BC70665}" presName="bgRect" presStyleLbl="bgShp" presStyleIdx="4" presStyleCnt="5"/>
      <dgm:spPr/>
    </dgm:pt>
    <dgm:pt modelId="{D5AB66E1-A870-44A1-94FC-32242FD73A34}" type="pres">
      <dgm:prSet presAssocID="{2E38635A-09D4-4E8B-9D75-42B77BC70665}" presName="iconRect" presStyleLbl="node1" presStyleIdx="4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ullseye"/>
        </a:ext>
      </dgm:extLst>
    </dgm:pt>
    <dgm:pt modelId="{60FFC2A1-6C26-4FE5-A1ED-B69A40459158}" type="pres">
      <dgm:prSet presAssocID="{2E38635A-09D4-4E8B-9D75-42B77BC70665}" presName="spaceRect" presStyleCnt="0"/>
      <dgm:spPr/>
    </dgm:pt>
    <dgm:pt modelId="{AA64F628-080B-4780-BE14-24DDBA06F5D0}" type="pres">
      <dgm:prSet presAssocID="{2E38635A-09D4-4E8B-9D75-42B77BC70665}" presName="parTx" presStyleLbl="revTx" presStyleIdx="4" presStyleCnt="5">
        <dgm:presLayoutVars>
          <dgm:chMax val="0"/>
          <dgm:chPref val="0"/>
        </dgm:presLayoutVars>
      </dgm:prSet>
      <dgm:spPr/>
    </dgm:pt>
  </dgm:ptLst>
  <dgm:cxnLst>
    <dgm:cxn modelId="{5530E222-4850-4C3B-984B-3B9F43D5697C}" srcId="{5EA6EEB5-A56E-4236-85E4-D53F78E39663}" destId="{B4F8F611-28A9-48FA-B40D-1C24A987D7E1}" srcOrd="1" destOrd="0" parTransId="{96DEEF5E-AB9E-4A92-80C6-52DD9C067632}" sibTransId="{116817B9-226F-410C-9B0B-8DAF149E23D6}"/>
    <dgm:cxn modelId="{7A8EA840-1069-4FEE-B3F4-9DA2EF865905}" type="presOf" srcId="{14F0C05F-CABB-4393-83D2-E72137649AE4}" destId="{14C8A9DD-0388-4428-A197-9CF24ED8D957}" srcOrd="0" destOrd="0" presId="urn:microsoft.com/office/officeart/2018/2/layout/IconVerticalSolidList"/>
    <dgm:cxn modelId="{9F55A54E-3A3C-4333-B485-76B1C4BE9FC4}" srcId="{5EA6EEB5-A56E-4236-85E4-D53F78E39663}" destId="{14F0C05F-CABB-4393-83D2-E72137649AE4}" srcOrd="3" destOrd="0" parTransId="{5B892353-9290-4126-8F13-176B4A344342}" sibTransId="{CCECD559-CCD9-4002-8AEE-79461C61771E}"/>
    <dgm:cxn modelId="{9AB18457-2F34-4455-B73A-72AE972BD337}" type="presOf" srcId="{2E38635A-09D4-4E8B-9D75-42B77BC70665}" destId="{AA64F628-080B-4780-BE14-24DDBA06F5D0}" srcOrd="0" destOrd="0" presId="urn:microsoft.com/office/officeart/2018/2/layout/IconVerticalSolidList"/>
    <dgm:cxn modelId="{5E749163-1BB2-4FAA-AD67-A7FB2B905065}" srcId="{5EA6EEB5-A56E-4236-85E4-D53F78E39663}" destId="{BD01AD29-7CC6-4532-BF59-70A49584B2B5}" srcOrd="0" destOrd="0" parTransId="{DBE0077E-BA15-47CD-B75C-59E6C0C32056}" sibTransId="{D7AB2953-973B-4724-BAB1-10D66425EF13}"/>
    <dgm:cxn modelId="{7552B16B-A12C-4147-97BD-28216C83CB02}" srcId="{5EA6EEB5-A56E-4236-85E4-D53F78E39663}" destId="{A7F6B1E7-7B61-4618-98D9-BE03D4DDCC73}" srcOrd="2" destOrd="0" parTransId="{F1FFA7AE-7FA7-4EEB-AC43-6BF121478B22}" sibTransId="{86F5D15D-533E-4672-8130-0D1C10FAC4EA}"/>
    <dgm:cxn modelId="{47A9636F-1274-418C-B93D-71C29DAB80DD}" type="presOf" srcId="{BD01AD29-7CC6-4532-BF59-70A49584B2B5}" destId="{FF134829-D1EE-43C7-9E6E-D1045B1EF801}" srcOrd="0" destOrd="0" presId="urn:microsoft.com/office/officeart/2018/2/layout/IconVerticalSolidList"/>
    <dgm:cxn modelId="{1B7A6BA5-A5D1-4919-813C-F3A3E6E7FBF5}" srcId="{5EA6EEB5-A56E-4236-85E4-D53F78E39663}" destId="{2E38635A-09D4-4E8B-9D75-42B77BC70665}" srcOrd="4" destOrd="0" parTransId="{4616C0AA-8B34-48AE-91C9-87CD7CB3EE6D}" sibTransId="{C823A9DA-D1FB-4629-9147-3477876DB668}"/>
    <dgm:cxn modelId="{07CAC0BA-2506-4941-A7E0-1F92CAE96D89}" type="presOf" srcId="{B4F8F611-28A9-48FA-B40D-1C24A987D7E1}" destId="{7591B62C-3A29-4351-9CD1-0A3A98C6D95B}" srcOrd="0" destOrd="0" presId="urn:microsoft.com/office/officeart/2018/2/layout/IconVerticalSolidList"/>
    <dgm:cxn modelId="{E5271BE0-4321-4DA8-9E93-2D8A99FCDE52}" type="presOf" srcId="{A7F6B1E7-7B61-4618-98D9-BE03D4DDCC73}" destId="{C32BB1D3-8820-4334-8A0B-C80BCA78AEDC}" srcOrd="0" destOrd="0" presId="urn:microsoft.com/office/officeart/2018/2/layout/IconVerticalSolidList"/>
    <dgm:cxn modelId="{3534E9FA-5F07-45E4-9CF4-39F3147A2A90}" type="presOf" srcId="{5EA6EEB5-A56E-4236-85E4-D53F78E39663}" destId="{787EEEF4-D5E3-4293-B199-21F70C6C2BC2}" srcOrd="0" destOrd="0" presId="urn:microsoft.com/office/officeart/2018/2/layout/IconVerticalSolidList"/>
    <dgm:cxn modelId="{374AD6A5-BE9B-41BB-891C-781FC6FF12E6}" type="presParOf" srcId="{787EEEF4-D5E3-4293-B199-21F70C6C2BC2}" destId="{9E850AB4-597D-494C-903E-DA188F6708E1}" srcOrd="0" destOrd="0" presId="urn:microsoft.com/office/officeart/2018/2/layout/IconVerticalSolidList"/>
    <dgm:cxn modelId="{49E05A07-4435-44AC-84FF-0EB7A643EEC3}" type="presParOf" srcId="{9E850AB4-597D-494C-903E-DA188F6708E1}" destId="{B8C636AB-50E8-45A4-99F7-64F07D842C33}" srcOrd="0" destOrd="0" presId="urn:microsoft.com/office/officeart/2018/2/layout/IconVerticalSolidList"/>
    <dgm:cxn modelId="{7A0E78E8-5D15-4609-A3C9-1EF266A9B46A}" type="presParOf" srcId="{9E850AB4-597D-494C-903E-DA188F6708E1}" destId="{79499E46-F915-453E-8E93-73C4173FB4BA}" srcOrd="1" destOrd="0" presId="urn:microsoft.com/office/officeart/2018/2/layout/IconVerticalSolidList"/>
    <dgm:cxn modelId="{24D04FFF-8DFD-44EC-82C6-1BDEBD4F6110}" type="presParOf" srcId="{9E850AB4-597D-494C-903E-DA188F6708E1}" destId="{03FA226E-4705-43D1-9232-EDCE97F4FF81}" srcOrd="2" destOrd="0" presId="urn:microsoft.com/office/officeart/2018/2/layout/IconVerticalSolidList"/>
    <dgm:cxn modelId="{EAB733FB-56FD-4FAF-AEB7-A3939C230D9B}" type="presParOf" srcId="{9E850AB4-597D-494C-903E-DA188F6708E1}" destId="{FF134829-D1EE-43C7-9E6E-D1045B1EF801}" srcOrd="3" destOrd="0" presId="urn:microsoft.com/office/officeart/2018/2/layout/IconVerticalSolidList"/>
    <dgm:cxn modelId="{A501124C-D67E-404B-8A67-9525CE37832E}" type="presParOf" srcId="{787EEEF4-D5E3-4293-B199-21F70C6C2BC2}" destId="{C831B6F3-5A67-40F1-9F1A-0BA27F1B4299}" srcOrd="1" destOrd="0" presId="urn:microsoft.com/office/officeart/2018/2/layout/IconVerticalSolidList"/>
    <dgm:cxn modelId="{9C3C36FE-C9C4-428F-88ED-FF3648A07EE5}" type="presParOf" srcId="{787EEEF4-D5E3-4293-B199-21F70C6C2BC2}" destId="{3898DCA1-B3F9-442E-A9D1-21B96139A460}" srcOrd="2" destOrd="0" presId="urn:microsoft.com/office/officeart/2018/2/layout/IconVerticalSolidList"/>
    <dgm:cxn modelId="{6A54A9D6-C498-4102-9C41-04152810DE5B}" type="presParOf" srcId="{3898DCA1-B3F9-442E-A9D1-21B96139A460}" destId="{C3CA3BA7-E568-421C-B03E-9A9DB55228F7}" srcOrd="0" destOrd="0" presId="urn:microsoft.com/office/officeart/2018/2/layout/IconVerticalSolidList"/>
    <dgm:cxn modelId="{E797F0AC-9744-4651-896C-B6A756974709}" type="presParOf" srcId="{3898DCA1-B3F9-442E-A9D1-21B96139A460}" destId="{E281341B-F7F4-4EC8-B6CE-0971B6BAB676}" srcOrd="1" destOrd="0" presId="urn:microsoft.com/office/officeart/2018/2/layout/IconVerticalSolidList"/>
    <dgm:cxn modelId="{F55E6F94-D70B-4322-84DA-1AC9B1045B89}" type="presParOf" srcId="{3898DCA1-B3F9-442E-A9D1-21B96139A460}" destId="{6FF08465-703B-4D86-817F-C484FA8BAE82}" srcOrd="2" destOrd="0" presId="urn:microsoft.com/office/officeart/2018/2/layout/IconVerticalSolidList"/>
    <dgm:cxn modelId="{DDBD26BA-98C1-407F-8215-42E0C353AF24}" type="presParOf" srcId="{3898DCA1-B3F9-442E-A9D1-21B96139A460}" destId="{7591B62C-3A29-4351-9CD1-0A3A98C6D95B}" srcOrd="3" destOrd="0" presId="urn:microsoft.com/office/officeart/2018/2/layout/IconVerticalSolidList"/>
    <dgm:cxn modelId="{265E822F-12DE-42D3-B7A9-26DD8EE0042A}" type="presParOf" srcId="{787EEEF4-D5E3-4293-B199-21F70C6C2BC2}" destId="{DC20333F-DB52-47FC-995A-4E435827D804}" srcOrd="3" destOrd="0" presId="urn:microsoft.com/office/officeart/2018/2/layout/IconVerticalSolidList"/>
    <dgm:cxn modelId="{8B6BE9D2-765F-4473-9362-2EDF311ED7A0}" type="presParOf" srcId="{787EEEF4-D5E3-4293-B199-21F70C6C2BC2}" destId="{C85AA89F-76AE-4B9D-B877-74CF88FA0DE9}" srcOrd="4" destOrd="0" presId="urn:microsoft.com/office/officeart/2018/2/layout/IconVerticalSolidList"/>
    <dgm:cxn modelId="{6AD0B806-E043-4527-AA5E-A9E57A1B534E}" type="presParOf" srcId="{C85AA89F-76AE-4B9D-B877-74CF88FA0DE9}" destId="{E0B32A67-CF2A-4F5A-AEC8-A3B32D04F897}" srcOrd="0" destOrd="0" presId="urn:microsoft.com/office/officeart/2018/2/layout/IconVerticalSolidList"/>
    <dgm:cxn modelId="{D3752D31-A983-4C45-B593-87E6539F35DA}" type="presParOf" srcId="{C85AA89F-76AE-4B9D-B877-74CF88FA0DE9}" destId="{4D1A8AC5-983F-481A-85F7-32FAE5BFB24F}" srcOrd="1" destOrd="0" presId="urn:microsoft.com/office/officeart/2018/2/layout/IconVerticalSolidList"/>
    <dgm:cxn modelId="{06BD3272-A372-45E2-83C0-8C7D8C2BE3EB}" type="presParOf" srcId="{C85AA89F-76AE-4B9D-B877-74CF88FA0DE9}" destId="{E3CF0A66-1D9A-49BE-AFA1-E4B5E447C338}" srcOrd="2" destOrd="0" presId="urn:microsoft.com/office/officeart/2018/2/layout/IconVerticalSolidList"/>
    <dgm:cxn modelId="{F5CB1D76-9315-4B68-B7BF-937C36AABD3F}" type="presParOf" srcId="{C85AA89F-76AE-4B9D-B877-74CF88FA0DE9}" destId="{C32BB1D3-8820-4334-8A0B-C80BCA78AEDC}" srcOrd="3" destOrd="0" presId="urn:microsoft.com/office/officeart/2018/2/layout/IconVerticalSolidList"/>
    <dgm:cxn modelId="{6A97E77B-CC87-4216-88FE-4D42377D90A6}" type="presParOf" srcId="{787EEEF4-D5E3-4293-B199-21F70C6C2BC2}" destId="{DA5992EC-4E6B-4A53-BF78-FCDA0BCF0E6C}" srcOrd="5" destOrd="0" presId="urn:microsoft.com/office/officeart/2018/2/layout/IconVerticalSolidList"/>
    <dgm:cxn modelId="{04E52195-B9D9-455E-A540-8121D7F340E3}" type="presParOf" srcId="{787EEEF4-D5E3-4293-B199-21F70C6C2BC2}" destId="{690554FF-6D59-4442-AADC-28308E6A47EB}" srcOrd="6" destOrd="0" presId="urn:microsoft.com/office/officeart/2018/2/layout/IconVerticalSolidList"/>
    <dgm:cxn modelId="{7CE05AE6-356B-4FDF-9DB7-ED329A2C4803}" type="presParOf" srcId="{690554FF-6D59-4442-AADC-28308E6A47EB}" destId="{544454D7-FC74-4BF8-A2D3-3819A062C73B}" srcOrd="0" destOrd="0" presId="urn:microsoft.com/office/officeart/2018/2/layout/IconVerticalSolidList"/>
    <dgm:cxn modelId="{7415BD9D-161F-42AA-AF7A-BED72A2A6976}" type="presParOf" srcId="{690554FF-6D59-4442-AADC-28308E6A47EB}" destId="{2A450396-7CA5-4F58-BE08-FCD320DC79AD}" srcOrd="1" destOrd="0" presId="urn:microsoft.com/office/officeart/2018/2/layout/IconVerticalSolidList"/>
    <dgm:cxn modelId="{9386FAE4-7C95-4845-ADB2-2141CE6A1BFA}" type="presParOf" srcId="{690554FF-6D59-4442-AADC-28308E6A47EB}" destId="{6338F756-8FBE-47F5-AC06-F55276BEF784}" srcOrd="2" destOrd="0" presId="urn:microsoft.com/office/officeart/2018/2/layout/IconVerticalSolidList"/>
    <dgm:cxn modelId="{A9B69B51-21CB-43DE-97CE-D13CE1140F6A}" type="presParOf" srcId="{690554FF-6D59-4442-AADC-28308E6A47EB}" destId="{14C8A9DD-0388-4428-A197-9CF24ED8D957}" srcOrd="3" destOrd="0" presId="urn:microsoft.com/office/officeart/2018/2/layout/IconVerticalSolidList"/>
    <dgm:cxn modelId="{97AD29D8-4371-4D3D-B224-D7F9596CF211}" type="presParOf" srcId="{787EEEF4-D5E3-4293-B199-21F70C6C2BC2}" destId="{D27893C8-9DB1-461D-92E2-4DA7F49EB6A6}" srcOrd="7" destOrd="0" presId="urn:microsoft.com/office/officeart/2018/2/layout/IconVerticalSolidList"/>
    <dgm:cxn modelId="{0C7EE284-DE98-4C0B-8C87-E340EF9E2492}" type="presParOf" srcId="{787EEEF4-D5E3-4293-B199-21F70C6C2BC2}" destId="{3AEB7EBA-DC9A-4A0D-9622-6B42F60B827E}" srcOrd="8" destOrd="0" presId="urn:microsoft.com/office/officeart/2018/2/layout/IconVerticalSolidList"/>
    <dgm:cxn modelId="{3F56422B-435C-4EC3-9E0D-F1EC6F8B8A24}" type="presParOf" srcId="{3AEB7EBA-DC9A-4A0D-9622-6B42F60B827E}" destId="{45DE8CC5-2D6B-43E4-8B7D-6D21C55109A9}" srcOrd="0" destOrd="0" presId="urn:microsoft.com/office/officeart/2018/2/layout/IconVerticalSolidList"/>
    <dgm:cxn modelId="{424BE191-8275-4E75-AB05-9113BB1E222C}" type="presParOf" srcId="{3AEB7EBA-DC9A-4A0D-9622-6B42F60B827E}" destId="{D5AB66E1-A870-44A1-94FC-32242FD73A34}" srcOrd="1" destOrd="0" presId="urn:microsoft.com/office/officeart/2018/2/layout/IconVerticalSolidList"/>
    <dgm:cxn modelId="{F7F4A19B-3778-4021-B966-FEE4A3ADEA2B}" type="presParOf" srcId="{3AEB7EBA-DC9A-4A0D-9622-6B42F60B827E}" destId="{60FFC2A1-6C26-4FE5-A1ED-B69A40459158}" srcOrd="2" destOrd="0" presId="urn:microsoft.com/office/officeart/2018/2/layout/IconVerticalSolidList"/>
    <dgm:cxn modelId="{7A0A0508-5F38-4D4E-9BEE-F6D21A6E2CE3}" type="presParOf" srcId="{3AEB7EBA-DC9A-4A0D-9622-6B42F60B827E}" destId="{AA64F628-080B-4780-BE14-24DDBA06F5D0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D9C608E6-98E3-4009-8070-57C17187096C}" type="doc">
      <dgm:prSet loTypeId="urn:microsoft.com/office/officeart/2018/2/layout/IconVerticalSolidList" loCatId="icon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14F8DE8C-49A8-43DC-A916-EB53EF697C4F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20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Customer dataset: total orders, spending, average order value, location</a:t>
          </a:r>
          <a:endParaRPr lang="en-US" sz="20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34AC14FF-AF64-474F-979C-5385244F26F6}" type="parTrans" cxnId="{46A3EC37-3AD2-4763-9C11-5FCEEAF7EE94}">
      <dgm:prSet/>
      <dgm:spPr/>
      <dgm:t>
        <a:bodyPr/>
        <a:lstStyle/>
        <a:p>
          <a:endParaRPr lang="en-US"/>
        </a:p>
      </dgm:t>
    </dgm:pt>
    <dgm:pt modelId="{322031E8-930A-42CF-BED6-91F21505C33E}" type="sibTrans" cxnId="{46A3EC37-3AD2-4763-9C11-5FCEEAF7EE94}">
      <dgm:prSet/>
      <dgm:spPr/>
      <dgm:t>
        <a:bodyPr/>
        <a:lstStyle/>
        <a:p>
          <a:endParaRPr lang="en-US"/>
        </a:p>
      </dgm:t>
    </dgm:pt>
    <dgm:pt modelId="{BE4B18A7-FB6B-43AC-AF2A-AFB4D04C7A9B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20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Transaction dataset: purchase date, products, items sold, net sales</a:t>
          </a:r>
          <a:endParaRPr lang="en-US" sz="20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C974B495-E47E-4C3A-BD8B-EA30D6D2176A}" type="parTrans" cxnId="{9D3E8A9D-6A90-4154-B839-80CBD4609774}">
      <dgm:prSet/>
      <dgm:spPr/>
      <dgm:t>
        <a:bodyPr/>
        <a:lstStyle/>
        <a:p>
          <a:endParaRPr lang="en-US"/>
        </a:p>
      </dgm:t>
    </dgm:pt>
    <dgm:pt modelId="{C1824AA2-D247-4159-9A77-E6E1BEC0DB9E}" type="sibTrans" cxnId="{9D3E8A9D-6A90-4154-B839-80CBD4609774}">
      <dgm:prSet/>
      <dgm:spPr/>
      <dgm:t>
        <a:bodyPr/>
        <a:lstStyle/>
        <a:p>
          <a:endParaRPr lang="en-US"/>
        </a:p>
      </dgm:t>
    </dgm:pt>
    <dgm:pt modelId="{D63AB706-00CE-4168-9E2A-5BDD00614AB6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20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Data preparation: cleaning, handling missing values, merging datasets</a:t>
          </a:r>
          <a:endParaRPr lang="en-US" sz="20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77975108-C2AF-4F83-94C1-7FA471C71EA7}" type="parTrans" cxnId="{A7C01007-3140-49DC-A2A1-081E8790EFEB}">
      <dgm:prSet/>
      <dgm:spPr/>
      <dgm:t>
        <a:bodyPr/>
        <a:lstStyle/>
        <a:p>
          <a:endParaRPr lang="en-US"/>
        </a:p>
      </dgm:t>
    </dgm:pt>
    <dgm:pt modelId="{C705CF01-E955-4894-B2C1-1D3D518E89D1}" type="sibTrans" cxnId="{A7C01007-3140-49DC-A2A1-081E8790EFEB}">
      <dgm:prSet/>
      <dgm:spPr/>
      <dgm:t>
        <a:bodyPr/>
        <a:lstStyle/>
        <a:p>
          <a:endParaRPr lang="en-US"/>
        </a:p>
      </dgm:t>
    </dgm:pt>
    <dgm:pt modelId="{BDEAFBFF-0C59-4174-B3C5-46979168C122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20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Created </a:t>
          </a:r>
          <a:r>
            <a:rPr lang="en-US" sz="2000" b="0" i="0" baseline="0" dirty="0" err="1">
              <a:latin typeface="Times New Roman" panose="02020603050405020304" pitchFamily="18" charset="0"/>
              <a:cs typeface="Times New Roman" panose="02020603050405020304" pitchFamily="18" charset="0"/>
            </a:rPr>
            <a:t>Customer_ID</a:t>
          </a:r>
          <a:r>
            <a:rPr lang="en-US" sz="20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 for consistent tracking</a:t>
          </a:r>
          <a:endParaRPr lang="en-US" sz="20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D4467024-3257-47E0-B30F-16E62FBC68CB}" type="parTrans" cxnId="{3D922DBC-34B9-40DF-AB13-5B573EE3C12B}">
      <dgm:prSet/>
      <dgm:spPr/>
      <dgm:t>
        <a:bodyPr/>
        <a:lstStyle/>
        <a:p>
          <a:endParaRPr lang="en-US"/>
        </a:p>
      </dgm:t>
    </dgm:pt>
    <dgm:pt modelId="{A871D202-1A24-41C8-9351-82A8AAFE1351}" type="sibTrans" cxnId="{3D922DBC-34B9-40DF-AB13-5B573EE3C12B}">
      <dgm:prSet/>
      <dgm:spPr/>
      <dgm:t>
        <a:bodyPr/>
        <a:lstStyle/>
        <a:p>
          <a:endParaRPr lang="en-US"/>
        </a:p>
      </dgm:t>
    </dgm:pt>
    <dgm:pt modelId="{304EBB24-D914-43A1-939E-0C6CBE7E7E91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20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Applied exploratory and behavioral analysis techniques</a:t>
          </a:r>
          <a:endParaRPr lang="en-US" sz="20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98F0A308-F373-448F-B73E-6D8171DEEFD0}" type="parTrans" cxnId="{48DF03D7-8E32-4A54-A0BF-BAD715C92E75}">
      <dgm:prSet/>
      <dgm:spPr/>
      <dgm:t>
        <a:bodyPr/>
        <a:lstStyle/>
        <a:p>
          <a:endParaRPr lang="en-US"/>
        </a:p>
      </dgm:t>
    </dgm:pt>
    <dgm:pt modelId="{9CBFDD57-3F72-4B37-8FDC-6EC828D99663}" type="sibTrans" cxnId="{48DF03D7-8E32-4A54-A0BF-BAD715C92E75}">
      <dgm:prSet/>
      <dgm:spPr/>
      <dgm:t>
        <a:bodyPr/>
        <a:lstStyle/>
        <a:p>
          <a:endParaRPr lang="en-US"/>
        </a:p>
      </dgm:t>
    </dgm:pt>
    <dgm:pt modelId="{B2D3FE7B-8E62-4A91-86F2-2F19DC0565CD}" type="pres">
      <dgm:prSet presAssocID="{D9C608E6-98E3-4009-8070-57C17187096C}" presName="root" presStyleCnt="0">
        <dgm:presLayoutVars>
          <dgm:dir/>
          <dgm:resizeHandles val="exact"/>
        </dgm:presLayoutVars>
      </dgm:prSet>
      <dgm:spPr/>
    </dgm:pt>
    <dgm:pt modelId="{A30148AB-BE5C-4037-B440-76DA81A975A7}" type="pres">
      <dgm:prSet presAssocID="{14F8DE8C-49A8-43DC-A916-EB53EF697C4F}" presName="compNode" presStyleCnt="0"/>
      <dgm:spPr/>
    </dgm:pt>
    <dgm:pt modelId="{BFB5E683-FE17-4B65-B4EE-F1E4110CEAD3}" type="pres">
      <dgm:prSet presAssocID="{14F8DE8C-49A8-43DC-A916-EB53EF697C4F}" presName="bgRect" presStyleLbl="bgShp" presStyleIdx="0" presStyleCnt="5"/>
      <dgm:spPr/>
    </dgm:pt>
    <dgm:pt modelId="{DCCE68CA-5DB4-4409-AE0E-789762FF8074}" type="pres">
      <dgm:prSet presAssocID="{14F8DE8C-49A8-43DC-A916-EB53EF697C4F}" presName="iconRect" presStyleLbl="node1" presStyleIdx="0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Dice"/>
        </a:ext>
      </dgm:extLst>
    </dgm:pt>
    <dgm:pt modelId="{EA540448-8A41-4385-85DA-715E73E84B4A}" type="pres">
      <dgm:prSet presAssocID="{14F8DE8C-49A8-43DC-A916-EB53EF697C4F}" presName="spaceRect" presStyleCnt="0"/>
      <dgm:spPr/>
    </dgm:pt>
    <dgm:pt modelId="{4FB9FF2B-7C0E-4360-A05C-173CE6896F27}" type="pres">
      <dgm:prSet presAssocID="{14F8DE8C-49A8-43DC-A916-EB53EF697C4F}" presName="parTx" presStyleLbl="revTx" presStyleIdx="0" presStyleCnt="5">
        <dgm:presLayoutVars>
          <dgm:chMax val="0"/>
          <dgm:chPref val="0"/>
        </dgm:presLayoutVars>
      </dgm:prSet>
      <dgm:spPr/>
    </dgm:pt>
    <dgm:pt modelId="{F32AB590-9445-4C19-A56F-D1FFAB02EAD8}" type="pres">
      <dgm:prSet presAssocID="{322031E8-930A-42CF-BED6-91F21505C33E}" presName="sibTrans" presStyleCnt="0"/>
      <dgm:spPr/>
    </dgm:pt>
    <dgm:pt modelId="{1E1C4D0F-D221-4341-950D-FD36711CAD0F}" type="pres">
      <dgm:prSet presAssocID="{BE4B18A7-FB6B-43AC-AF2A-AFB4D04C7A9B}" presName="compNode" presStyleCnt="0"/>
      <dgm:spPr/>
    </dgm:pt>
    <dgm:pt modelId="{1D6ED7B0-BD0E-4F3B-9868-4F15E6A01733}" type="pres">
      <dgm:prSet presAssocID="{BE4B18A7-FB6B-43AC-AF2A-AFB4D04C7A9B}" presName="bgRect" presStyleLbl="bgShp" presStyleIdx="1" presStyleCnt="5"/>
      <dgm:spPr/>
    </dgm:pt>
    <dgm:pt modelId="{1EE5A86B-8990-4551-9C58-20B84F5BA67B}" type="pres">
      <dgm:prSet presAssocID="{BE4B18A7-FB6B-43AC-AF2A-AFB4D04C7A9B}" presName="iconRect" presStyleLbl="node1" presStyleIdx="1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Daily Calendar"/>
        </a:ext>
      </dgm:extLst>
    </dgm:pt>
    <dgm:pt modelId="{A1CFE851-3FB3-4218-9766-2CBE6D9E5685}" type="pres">
      <dgm:prSet presAssocID="{BE4B18A7-FB6B-43AC-AF2A-AFB4D04C7A9B}" presName="spaceRect" presStyleCnt="0"/>
      <dgm:spPr/>
    </dgm:pt>
    <dgm:pt modelId="{8842AAE5-7A69-484B-B4FA-67C2B7F1BD58}" type="pres">
      <dgm:prSet presAssocID="{BE4B18A7-FB6B-43AC-AF2A-AFB4D04C7A9B}" presName="parTx" presStyleLbl="revTx" presStyleIdx="1" presStyleCnt="5">
        <dgm:presLayoutVars>
          <dgm:chMax val="0"/>
          <dgm:chPref val="0"/>
        </dgm:presLayoutVars>
      </dgm:prSet>
      <dgm:spPr/>
    </dgm:pt>
    <dgm:pt modelId="{463451DE-FF7B-4876-88E5-F66059442762}" type="pres">
      <dgm:prSet presAssocID="{C1824AA2-D247-4159-9A77-E6E1BEC0DB9E}" presName="sibTrans" presStyleCnt="0"/>
      <dgm:spPr/>
    </dgm:pt>
    <dgm:pt modelId="{118D7A4D-0320-492A-9C20-77B141193F06}" type="pres">
      <dgm:prSet presAssocID="{D63AB706-00CE-4168-9E2A-5BDD00614AB6}" presName="compNode" presStyleCnt="0"/>
      <dgm:spPr/>
    </dgm:pt>
    <dgm:pt modelId="{F34B9B29-1F80-4829-AA4A-BA782EE18C23}" type="pres">
      <dgm:prSet presAssocID="{D63AB706-00CE-4168-9E2A-5BDD00614AB6}" presName="bgRect" presStyleLbl="bgShp" presStyleIdx="2" presStyleCnt="5"/>
      <dgm:spPr/>
    </dgm:pt>
    <dgm:pt modelId="{88BCD4AA-3D9E-4C0A-864E-FF266D5EC240}" type="pres">
      <dgm:prSet presAssocID="{D63AB706-00CE-4168-9E2A-5BDD00614AB6}" presName="iconRect" presStyleLbl="node1" presStyleIdx="2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Maze"/>
        </a:ext>
      </dgm:extLst>
    </dgm:pt>
    <dgm:pt modelId="{3377EFB0-AB59-4731-9D64-DAF875B15B4F}" type="pres">
      <dgm:prSet presAssocID="{D63AB706-00CE-4168-9E2A-5BDD00614AB6}" presName="spaceRect" presStyleCnt="0"/>
      <dgm:spPr/>
    </dgm:pt>
    <dgm:pt modelId="{DA68547D-961E-4F6C-ADC5-E23A909D04C4}" type="pres">
      <dgm:prSet presAssocID="{D63AB706-00CE-4168-9E2A-5BDD00614AB6}" presName="parTx" presStyleLbl="revTx" presStyleIdx="2" presStyleCnt="5">
        <dgm:presLayoutVars>
          <dgm:chMax val="0"/>
          <dgm:chPref val="0"/>
        </dgm:presLayoutVars>
      </dgm:prSet>
      <dgm:spPr/>
    </dgm:pt>
    <dgm:pt modelId="{3849C753-A52C-4A05-A5B1-D1816A968C88}" type="pres">
      <dgm:prSet presAssocID="{C705CF01-E955-4894-B2C1-1D3D518E89D1}" presName="sibTrans" presStyleCnt="0"/>
      <dgm:spPr/>
    </dgm:pt>
    <dgm:pt modelId="{F81E465D-5283-4464-B9D6-E024DDB4D25A}" type="pres">
      <dgm:prSet presAssocID="{BDEAFBFF-0C59-4174-B3C5-46979168C122}" presName="compNode" presStyleCnt="0"/>
      <dgm:spPr/>
    </dgm:pt>
    <dgm:pt modelId="{198ED5BD-4DD9-48BC-839F-57A871DB37B0}" type="pres">
      <dgm:prSet presAssocID="{BDEAFBFF-0C59-4174-B3C5-46979168C122}" presName="bgRect" presStyleLbl="bgShp" presStyleIdx="3" presStyleCnt="5"/>
      <dgm:spPr/>
    </dgm:pt>
    <dgm:pt modelId="{68230355-BCA0-4408-AAAB-ABF5B372F691}" type="pres">
      <dgm:prSet presAssocID="{BDEAFBFF-0C59-4174-B3C5-46979168C122}" presName="iconRect" presStyleLbl="node1" presStyleIdx="3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Barcode"/>
        </a:ext>
      </dgm:extLst>
    </dgm:pt>
    <dgm:pt modelId="{85E3E3EA-5F73-446B-9B8A-796C439DC63C}" type="pres">
      <dgm:prSet presAssocID="{BDEAFBFF-0C59-4174-B3C5-46979168C122}" presName="spaceRect" presStyleCnt="0"/>
      <dgm:spPr/>
    </dgm:pt>
    <dgm:pt modelId="{D221F212-D97E-41CD-92AF-222C0613DD86}" type="pres">
      <dgm:prSet presAssocID="{BDEAFBFF-0C59-4174-B3C5-46979168C122}" presName="parTx" presStyleLbl="revTx" presStyleIdx="3" presStyleCnt="5">
        <dgm:presLayoutVars>
          <dgm:chMax val="0"/>
          <dgm:chPref val="0"/>
        </dgm:presLayoutVars>
      </dgm:prSet>
      <dgm:spPr/>
    </dgm:pt>
    <dgm:pt modelId="{CD609D8C-67FB-49D7-B901-D8796420E590}" type="pres">
      <dgm:prSet presAssocID="{A871D202-1A24-41C8-9351-82A8AAFE1351}" presName="sibTrans" presStyleCnt="0"/>
      <dgm:spPr/>
    </dgm:pt>
    <dgm:pt modelId="{F658C775-E7EF-4203-A198-56BBA821A615}" type="pres">
      <dgm:prSet presAssocID="{304EBB24-D914-43A1-939E-0C6CBE7E7E91}" presName="compNode" presStyleCnt="0"/>
      <dgm:spPr/>
    </dgm:pt>
    <dgm:pt modelId="{EF7571F2-6250-4298-A39F-DB4FF89BD719}" type="pres">
      <dgm:prSet presAssocID="{304EBB24-D914-43A1-939E-0C6CBE7E7E91}" presName="bgRect" presStyleLbl="bgShp" presStyleIdx="4" presStyleCnt="5"/>
      <dgm:spPr/>
    </dgm:pt>
    <dgm:pt modelId="{A1328BE4-9D1B-4B84-8B73-0E8063F90DD7}" type="pres">
      <dgm:prSet presAssocID="{304EBB24-D914-43A1-939E-0C6CBE7E7E91}" presName="iconRect" presStyleLbl="node1" presStyleIdx="4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Head with Gears"/>
        </a:ext>
      </dgm:extLst>
    </dgm:pt>
    <dgm:pt modelId="{2565E662-C823-4BB4-9076-441D46A26D9C}" type="pres">
      <dgm:prSet presAssocID="{304EBB24-D914-43A1-939E-0C6CBE7E7E91}" presName="spaceRect" presStyleCnt="0"/>
      <dgm:spPr/>
    </dgm:pt>
    <dgm:pt modelId="{07189558-D60B-41F5-A407-CC76953A15CC}" type="pres">
      <dgm:prSet presAssocID="{304EBB24-D914-43A1-939E-0C6CBE7E7E91}" presName="parTx" presStyleLbl="revTx" presStyleIdx="4" presStyleCnt="5">
        <dgm:presLayoutVars>
          <dgm:chMax val="0"/>
          <dgm:chPref val="0"/>
        </dgm:presLayoutVars>
      </dgm:prSet>
      <dgm:spPr/>
    </dgm:pt>
  </dgm:ptLst>
  <dgm:cxnLst>
    <dgm:cxn modelId="{9B283902-5402-49C2-AAA8-14E01F22CD29}" type="presOf" srcId="{304EBB24-D914-43A1-939E-0C6CBE7E7E91}" destId="{07189558-D60B-41F5-A407-CC76953A15CC}" srcOrd="0" destOrd="0" presId="urn:microsoft.com/office/officeart/2018/2/layout/IconVerticalSolidList"/>
    <dgm:cxn modelId="{A7C01007-3140-49DC-A2A1-081E8790EFEB}" srcId="{D9C608E6-98E3-4009-8070-57C17187096C}" destId="{D63AB706-00CE-4168-9E2A-5BDD00614AB6}" srcOrd="2" destOrd="0" parTransId="{77975108-C2AF-4F83-94C1-7FA471C71EA7}" sibTransId="{C705CF01-E955-4894-B2C1-1D3D518E89D1}"/>
    <dgm:cxn modelId="{B336472A-C19C-42E6-B6D8-4088A3671C5E}" type="presOf" srcId="{D63AB706-00CE-4168-9E2A-5BDD00614AB6}" destId="{DA68547D-961E-4F6C-ADC5-E23A909D04C4}" srcOrd="0" destOrd="0" presId="urn:microsoft.com/office/officeart/2018/2/layout/IconVerticalSolidList"/>
    <dgm:cxn modelId="{E69D672F-F8F4-4BF5-8DE2-0B3B9DA2FD4F}" type="presOf" srcId="{D9C608E6-98E3-4009-8070-57C17187096C}" destId="{B2D3FE7B-8E62-4A91-86F2-2F19DC0565CD}" srcOrd="0" destOrd="0" presId="urn:microsoft.com/office/officeart/2018/2/layout/IconVerticalSolidList"/>
    <dgm:cxn modelId="{46A3EC37-3AD2-4763-9C11-5FCEEAF7EE94}" srcId="{D9C608E6-98E3-4009-8070-57C17187096C}" destId="{14F8DE8C-49A8-43DC-A916-EB53EF697C4F}" srcOrd="0" destOrd="0" parTransId="{34AC14FF-AF64-474F-979C-5385244F26F6}" sibTransId="{322031E8-930A-42CF-BED6-91F21505C33E}"/>
    <dgm:cxn modelId="{709A144C-61AD-43E9-81A0-0DD0689753BC}" type="presOf" srcId="{14F8DE8C-49A8-43DC-A916-EB53EF697C4F}" destId="{4FB9FF2B-7C0E-4360-A05C-173CE6896F27}" srcOrd="0" destOrd="0" presId="urn:microsoft.com/office/officeart/2018/2/layout/IconVerticalSolidList"/>
    <dgm:cxn modelId="{9D3E8A9D-6A90-4154-B839-80CBD4609774}" srcId="{D9C608E6-98E3-4009-8070-57C17187096C}" destId="{BE4B18A7-FB6B-43AC-AF2A-AFB4D04C7A9B}" srcOrd="1" destOrd="0" parTransId="{C974B495-E47E-4C3A-BD8B-EA30D6D2176A}" sibTransId="{C1824AA2-D247-4159-9A77-E6E1BEC0DB9E}"/>
    <dgm:cxn modelId="{9EFBECA2-BBA8-4835-B361-642AA0471365}" type="presOf" srcId="{BDEAFBFF-0C59-4174-B3C5-46979168C122}" destId="{D221F212-D97E-41CD-92AF-222C0613DD86}" srcOrd="0" destOrd="0" presId="urn:microsoft.com/office/officeart/2018/2/layout/IconVerticalSolidList"/>
    <dgm:cxn modelId="{DB5EB6AE-5A9B-4C0A-A8FB-F35E34177329}" type="presOf" srcId="{BE4B18A7-FB6B-43AC-AF2A-AFB4D04C7A9B}" destId="{8842AAE5-7A69-484B-B4FA-67C2B7F1BD58}" srcOrd="0" destOrd="0" presId="urn:microsoft.com/office/officeart/2018/2/layout/IconVerticalSolidList"/>
    <dgm:cxn modelId="{3D922DBC-34B9-40DF-AB13-5B573EE3C12B}" srcId="{D9C608E6-98E3-4009-8070-57C17187096C}" destId="{BDEAFBFF-0C59-4174-B3C5-46979168C122}" srcOrd="3" destOrd="0" parTransId="{D4467024-3257-47E0-B30F-16E62FBC68CB}" sibTransId="{A871D202-1A24-41C8-9351-82A8AAFE1351}"/>
    <dgm:cxn modelId="{48DF03D7-8E32-4A54-A0BF-BAD715C92E75}" srcId="{D9C608E6-98E3-4009-8070-57C17187096C}" destId="{304EBB24-D914-43A1-939E-0C6CBE7E7E91}" srcOrd="4" destOrd="0" parTransId="{98F0A308-F373-448F-B73E-6D8171DEEFD0}" sibTransId="{9CBFDD57-3F72-4B37-8FDC-6EC828D99663}"/>
    <dgm:cxn modelId="{23420352-4CD5-4137-8730-264B9946B081}" type="presParOf" srcId="{B2D3FE7B-8E62-4A91-86F2-2F19DC0565CD}" destId="{A30148AB-BE5C-4037-B440-76DA81A975A7}" srcOrd="0" destOrd="0" presId="urn:microsoft.com/office/officeart/2018/2/layout/IconVerticalSolidList"/>
    <dgm:cxn modelId="{861C1780-02C0-4503-8E39-F8D488FBD005}" type="presParOf" srcId="{A30148AB-BE5C-4037-B440-76DA81A975A7}" destId="{BFB5E683-FE17-4B65-B4EE-F1E4110CEAD3}" srcOrd="0" destOrd="0" presId="urn:microsoft.com/office/officeart/2018/2/layout/IconVerticalSolidList"/>
    <dgm:cxn modelId="{FE42974C-CD5C-4D70-8FF9-096AB0444871}" type="presParOf" srcId="{A30148AB-BE5C-4037-B440-76DA81A975A7}" destId="{DCCE68CA-5DB4-4409-AE0E-789762FF8074}" srcOrd="1" destOrd="0" presId="urn:microsoft.com/office/officeart/2018/2/layout/IconVerticalSolidList"/>
    <dgm:cxn modelId="{175BA61C-9776-4FE1-86B9-D7A3B96C9299}" type="presParOf" srcId="{A30148AB-BE5C-4037-B440-76DA81A975A7}" destId="{EA540448-8A41-4385-85DA-715E73E84B4A}" srcOrd="2" destOrd="0" presId="urn:microsoft.com/office/officeart/2018/2/layout/IconVerticalSolidList"/>
    <dgm:cxn modelId="{F82454D3-F8F1-41BD-B0B0-052F6E28398C}" type="presParOf" srcId="{A30148AB-BE5C-4037-B440-76DA81A975A7}" destId="{4FB9FF2B-7C0E-4360-A05C-173CE6896F27}" srcOrd="3" destOrd="0" presId="urn:microsoft.com/office/officeart/2018/2/layout/IconVerticalSolidList"/>
    <dgm:cxn modelId="{6F2E7902-865F-4BAE-8224-9C4AB502BFAE}" type="presParOf" srcId="{B2D3FE7B-8E62-4A91-86F2-2F19DC0565CD}" destId="{F32AB590-9445-4C19-A56F-D1FFAB02EAD8}" srcOrd="1" destOrd="0" presId="urn:microsoft.com/office/officeart/2018/2/layout/IconVerticalSolidList"/>
    <dgm:cxn modelId="{6C12C3A7-63A0-4C44-90B0-6D33B97AA067}" type="presParOf" srcId="{B2D3FE7B-8E62-4A91-86F2-2F19DC0565CD}" destId="{1E1C4D0F-D221-4341-950D-FD36711CAD0F}" srcOrd="2" destOrd="0" presId="urn:microsoft.com/office/officeart/2018/2/layout/IconVerticalSolidList"/>
    <dgm:cxn modelId="{67417C8E-86E5-4274-9003-DD312AF53FA1}" type="presParOf" srcId="{1E1C4D0F-D221-4341-950D-FD36711CAD0F}" destId="{1D6ED7B0-BD0E-4F3B-9868-4F15E6A01733}" srcOrd="0" destOrd="0" presId="urn:microsoft.com/office/officeart/2018/2/layout/IconVerticalSolidList"/>
    <dgm:cxn modelId="{8DAE628E-C4C3-49B2-8AA5-727B9E82E10C}" type="presParOf" srcId="{1E1C4D0F-D221-4341-950D-FD36711CAD0F}" destId="{1EE5A86B-8990-4551-9C58-20B84F5BA67B}" srcOrd="1" destOrd="0" presId="urn:microsoft.com/office/officeart/2018/2/layout/IconVerticalSolidList"/>
    <dgm:cxn modelId="{34C79E85-74D1-402C-AC7B-C3A6D0BE7614}" type="presParOf" srcId="{1E1C4D0F-D221-4341-950D-FD36711CAD0F}" destId="{A1CFE851-3FB3-4218-9766-2CBE6D9E5685}" srcOrd="2" destOrd="0" presId="urn:microsoft.com/office/officeart/2018/2/layout/IconVerticalSolidList"/>
    <dgm:cxn modelId="{C1E7F99B-6E44-4A24-BDBD-9167C2A858E7}" type="presParOf" srcId="{1E1C4D0F-D221-4341-950D-FD36711CAD0F}" destId="{8842AAE5-7A69-484B-B4FA-67C2B7F1BD58}" srcOrd="3" destOrd="0" presId="urn:microsoft.com/office/officeart/2018/2/layout/IconVerticalSolidList"/>
    <dgm:cxn modelId="{2A13C288-CD5D-4E90-B63E-438357D60247}" type="presParOf" srcId="{B2D3FE7B-8E62-4A91-86F2-2F19DC0565CD}" destId="{463451DE-FF7B-4876-88E5-F66059442762}" srcOrd="3" destOrd="0" presId="urn:microsoft.com/office/officeart/2018/2/layout/IconVerticalSolidList"/>
    <dgm:cxn modelId="{BBD124CC-A388-4B81-A8A5-333DF289104E}" type="presParOf" srcId="{B2D3FE7B-8E62-4A91-86F2-2F19DC0565CD}" destId="{118D7A4D-0320-492A-9C20-77B141193F06}" srcOrd="4" destOrd="0" presId="urn:microsoft.com/office/officeart/2018/2/layout/IconVerticalSolidList"/>
    <dgm:cxn modelId="{CAAA11C9-92FF-401D-AB10-5E43E500E4EB}" type="presParOf" srcId="{118D7A4D-0320-492A-9C20-77B141193F06}" destId="{F34B9B29-1F80-4829-AA4A-BA782EE18C23}" srcOrd="0" destOrd="0" presId="urn:microsoft.com/office/officeart/2018/2/layout/IconVerticalSolidList"/>
    <dgm:cxn modelId="{B05A91C6-D201-4CCC-A21B-1B5914754EA7}" type="presParOf" srcId="{118D7A4D-0320-492A-9C20-77B141193F06}" destId="{88BCD4AA-3D9E-4C0A-864E-FF266D5EC240}" srcOrd="1" destOrd="0" presId="urn:microsoft.com/office/officeart/2018/2/layout/IconVerticalSolidList"/>
    <dgm:cxn modelId="{C70E9170-3366-46DB-86A5-DEC89C6F4CEF}" type="presParOf" srcId="{118D7A4D-0320-492A-9C20-77B141193F06}" destId="{3377EFB0-AB59-4731-9D64-DAF875B15B4F}" srcOrd="2" destOrd="0" presId="urn:microsoft.com/office/officeart/2018/2/layout/IconVerticalSolidList"/>
    <dgm:cxn modelId="{4C10F253-428B-4BB7-A2D0-B090F7EC62EA}" type="presParOf" srcId="{118D7A4D-0320-492A-9C20-77B141193F06}" destId="{DA68547D-961E-4F6C-ADC5-E23A909D04C4}" srcOrd="3" destOrd="0" presId="urn:microsoft.com/office/officeart/2018/2/layout/IconVerticalSolidList"/>
    <dgm:cxn modelId="{EDCBE47F-AEB7-40A0-B08D-D9639F6F9B0C}" type="presParOf" srcId="{B2D3FE7B-8E62-4A91-86F2-2F19DC0565CD}" destId="{3849C753-A52C-4A05-A5B1-D1816A968C88}" srcOrd="5" destOrd="0" presId="urn:microsoft.com/office/officeart/2018/2/layout/IconVerticalSolidList"/>
    <dgm:cxn modelId="{278AB38E-BACA-47F8-9D1D-A07DA2101CD0}" type="presParOf" srcId="{B2D3FE7B-8E62-4A91-86F2-2F19DC0565CD}" destId="{F81E465D-5283-4464-B9D6-E024DDB4D25A}" srcOrd="6" destOrd="0" presId="urn:microsoft.com/office/officeart/2018/2/layout/IconVerticalSolidList"/>
    <dgm:cxn modelId="{7229D28A-B955-4740-BD50-F8944ECE62B0}" type="presParOf" srcId="{F81E465D-5283-4464-B9D6-E024DDB4D25A}" destId="{198ED5BD-4DD9-48BC-839F-57A871DB37B0}" srcOrd="0" destOrd="0" presId="urn:microsoft.com/office/officeart/2018/2/layout/IconVerticalSolidList"/>
    <dgm:cxn modelId="{A1047C4E-C58B-4362-B64E-7B4271D5F6D5}" type="presParOf" srcId="{F81E465D-5283-4464-B9D6-E024DDB4D25A}" destId="{68230355-BCA0-4408-AAAB-ABF5B372F691}" srcOrd="1" destOrd="0" presId="urn:microsoft.com/office/officeart/2018/2/layout/IconVerticalSolidList"/>
    <dgm:cxn modelId="{1CAE1954-FF00-45FC-B874-4D42E96E40DD}" type="presParOf" srcId="{F81E465D-5283-4464-B9D6-E024DDB4D25A}" destId="{85E3E3EA-5F73-446B-9B8A-796C439DC63C}" srcOrd="2" destOrd="0" presId="urn:microsoft.com/office/officeart/2018/2/layout/IconVerticalSolidList"/>
    <dgm:cxn modelId="{92FBC872-8CE1-4EEA-9760-4EBAD7A71B8F}" type="presParOf" srcId="{F81E465D-5283-4464-B9D6-E024DDB4D25A}" destId="{D221F212-D97E-41CD-92AF-222C0613DD86}" srcOrd="3" destOrd="0" presId="urn:microsoft.com/office/officeart/2018/2/layout/IconVerticalSolidList"/>
    <dgm:cxn modelId="{9DB16DED-45F6-4E30-94E2-3B98AC803A63}" type="presParOf" srcId="{B2D3FE7B-8E62-4A91-86F2-2F19DC0565CD}" destId="{CD609D8C-67FB-49D7-B901-D8796420E590}" srcOrd="7" destOrd="0" presId="urn:microsoft.com/office/officeart/2018/2/layout/IconVerticalSolidList"/>
    <dgm:cxn modelId="{6470A6C0-71E4-4693-87D0-82418DA3984C}" type="presParOf" srcId="{B2D3FE7B-8E62-4A91-86F2-2F19DC0565CD}" destId="{F658C775-E7EF-4203-A198-56BBA821A615}" srcOrd="8" destOrd="0" presId="urn:microsoft.com/office/officeart/2018/2/layout/IconVerticalSolidList"/>
    <dgm:cxn modelId="{9E7064D5-2F56-49A4-A00D-B644BB8038E3}" type="presParOf" srcId="{F658C775-E7EF-4203-A198-56BBA821A615}" destId="{EF7571F2-6250-4298-A39F-DB4FF89BD719}" srcOrd="0" destOrd="0" presId="urn:microsoft.com/office/officeart/2018/2/layout/IconVerticalSolidList"/>
    <dgm:cxn modelId="{F260D853-1530-4505-9D37-7C78101F1F54}" type="presParOf" srcId="{F658C775-E7EF-4203-A198-56BBA821A615}" destId="{A1328BE4-9D1B-4B84-8B73-0E8063F90DD7}" srcOrd="1" destOrd="0" presId="urn:microsoft.com/office/officeart/2018/2/layout/IconVerticalSolidList"/>
    <dgm:cxn modelId="{6AA2A473-504F-44E1-966A-1DB54CC9AF8D}" type="presParOf" srcId="{F658C775-E7EF-4203-A198-56BBA821A615}" destId="{2565E662-C823-4BB4-9076-441D46A26D9C}" srcOrd="2" destOrd="0" presId="urn:microsoft.com/office/officeart/2018/2/layout/IconVerticalSolidList"/>
    <dgm:cxn modelId="{1C8D91D6-EF8D-4E72-B7E6-2ED3E0A7DDCD}" type="presParOf" srcId="{F658C775-E7EF-4203-A198-56BBA821A615}" destId="{07189558-D60B-41F5-A407-CC76953A15CC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FD4988E8-61CA-4772-9CA6-938DCB68CE3A}" type="doc">
      <dgm:prSet loTypeId="urn:microsoft.com/office/officeart/2018/2/layout/IconCircleList" loCatId="icon" qsTypeId="urn:microsoft.com/office/officeart/2005/8/quickstyle/simple1" qsCatId="simple" csTypeId="urn:microsoft.com/office/officeart/2018/5/colors/Iconchunking_neutralicon_colorful1" csCatId="colorful" phldr="1"/>
      <dgm:spPr/>
      <dgm:t>
        <a:bodyPr/>
        <a:lstStyle/>
        <a:p>
          <a:endParaRPr lang="en-US"/>
        </a:p>
      </dgm:t>
    </dgm:pt>
    <dgm:pt modelId="{BEB20831-5CA9-4C7A-B7AF-2A361159970D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2400" b="0" i="0" baseline="0">
              <a:latin typeface="Times New Roman" panose="02020603050405020304" pitchFamily="18" charset="0"/>
              <a:cs typeface="Times New Roman" panose="02020603050405020304" pitchFamily="18" charset="0"/>
            </a:rPr>
            <a:t>Higher AOV → stronger engagement</a:t>
          </a:r>
          <a:endParaRPr lang="en-US" sz="24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07C42D0C-D9DC-45B2-B0F0-0746821A0182}" type="parTrans" cxnId="{8346A0AB-E770-4FA2-B69E-33861EC7575D}">
      <dgm:prSet/>
      <dgm:spPr/>
      <dgm:t>
        <a:bodyPr/>
        <a:lstStyle/>
        <a:p>
          <a:endParaRPr lang="en-US"/>
        </a:p>
      </dgm:t>
    </dgm:pt>
    <dgm:pt modelId="{6DA1707A-84A5-4A39-A5F8-EA9D8E31D5C7}" type="sibTrans" cxnId="{8346A0AB-E770-4FA2-B69E-33861EC7575D}">
      <dgm:prSet/>
      <dgm:spPr/>
      <dgm:t>
        <a:bodyPr/>
        <a:lstStyle/>
        <a:p>
          <a:pPr>
            <a:lnSpc>
              <a:spcPct val="100000"/>
            </a:lnSpc>
          </a:pPr>
          <a:endParaRPr lang="en-US"/>
        </a:p>
      </dgm:t>
    </dgm:pt>
    <dgm:pt modelId="{7460D1C4-37D3-4B26-9EC9-D1967F738C66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2400" b="0" i="0" baseline="0">
              <a:latin typeface="Times New Roman" panose="02020603050405020304" pitchFamily="18" charset="0"/>
              <a:cs typeface="Times New Roman" panose="02020603050405020304" pitchFamily="18" charset="0"/>
            </a:rPr>
            <a:t>Multi-item purchases → higher revenue</a:t>
          </a:r>
          <a:endParaRPr lang="en-US" sz="24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6613149E-0708-4CF4-AB26-C2C019E29E61}" type="parTrans" cxnId="{56B4931D-5202-4531-8F42-E9D86ABFDE7A}">
      <dgm:prSet/>
      <dgm:spPr/>
      <dgm:t>
        <a:bodyPr/>
        <a:lstStyle/>
        <a:p>
          <a:endParaRPr lang="en-US"/>
        </a:p>
      </dgm:t>
    </dgm:pt>
    <dgm:pt modelId="{258F59E0-A4DD-4302-A430-756FAAD92D8E}" type="sibTrans" cxnId="{56B4931D-5202-4531-8F42-E9D86ABFDE7A}">
      <dgm:prSet/>
      <dgm:spPr/>
      <dgm:t>
        <a:bodyPr/>
        <a:lstStyle/>
        <a:p>
          <a:pPr>
            <a:lnSpc>
              <a:spcPct val="100000"/>
            </a:lnSpc>
          </a:pPr>
          <a:endParaRPr lang="en-US"/>
        </a:p>
      </dgm:t>
    </dgm:pt>
    <dgm:pt modelId="{EF2F4793-9703-48B5-9D8B-D13B19F67766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24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Revenue concentrated among fewer customers</a:t>
          </a:r>
          <a:endParaRPr lang="en-US" sz="24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34DEC2B4-28DF-480B-B829-8007925C1D9B}" type="parTrans" cxnId="{4492D7A1-CBF6-4673-B8FF-51576138B634}">
      <dgm:prSet/>
      <dgm:spPr/>
      <dgm:t>
        <a:bodyPr/>
        <a:lstStyle/>
        <a:p>
          <a:endParaRPr lang="en-US"/>
        </a:p>
      </dgm:t>
    </dgm:pt>
    <dgm:pt modelId="{9B2EBE22-E45A-4182-A686-1C0E4DD6A24A}" type="sibTrans" cxnId="{4492D7A1-CBF6-4673-B8FF-51576138B634}">
      <dgm:prSet/>
      <dgm:spPr/>
      <dgm:t>
        <a:bodyPr/>
        <a:lstStyle/>
        <a:p>
          <a:pPr>
            <a:lnSpc>
              <a:spcPct val="100000"/>
            </a:lnSpc>
          </a:pPr>
          <a:endParaRPr lang="en-US"/>
        </a:p>
      </dgm:t>
    </dgm:pt>
    <dgm:pt modelId="{989D6CAE-DB84-4FE0-851B-E55059948B60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2400" b="0" i="0" baseline="0">
              <a:latin typeface="Times New Roman" panose="02020603050405020304" pitchFamily="18" charset="0"/>
              <a:cs typeface="Times New Roman" panose="02020603050405020304" pitchFamily="18" charset="0"/>
            </a:rPr>
            <a:t>Demand focused on key products</a:t>
          </a:r>
          <a:endParaRPr lang="en-US" sz="24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D5936DC1-8AAC-49B3-AA56-168D228E0D47}" type="parTrans" cxnId="{334E3E64-34B0-4190-B521-2058D13F9C2C}">
      <dgm:prSet/>
      <dgm:spPr/>
      <dgm:t>
        <a:bodyPr/>
        <a:lstStyle/>
        <a:p>
          <a:endParaRPr lang="en-US"/>
        </a:p>
      </dgm:t>
    </dgm:pt>
    <dgm:pt modelId="{A60A484E-7254-495D-BA77-ABD6F4E4537A}" type="sibTrans" cxnId="{334E3E64-34B0-4190-B521-2058D13F9C2C}">
      <dgm:prSet/>
      <dgm:spPr/>
      <dgm:t>
        <a:bodyPr/>
        <a:lstStyle/>
        <a:p>
          <a:pPr>
            <a:lnSpc>
              <a:spcPct val="100000"/>
            </a:lnSpc>
          </a:pPr>
          <a:endParaRPr lang="en-US"/>
        </a:p>
      </dgm:t>
    </dgm:pt>
    <dgm:pt modelId="{AB144B55-2130-42AE-A9F9-AC999DBD2B56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24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Early engagement is critical</a:t>
          </a:r>
          <a:endParaRPr lang="en-US" sz="24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A5C63386-DDB5-4DB0-86F2-7BBC3D2A42FF}" type="parTrans" cxnId="{8895671F-ECD4-4727-8CAA-22CCBFA37804}">
      <dgm:prSet/>
      <dgm:spPr/>
      <dgm:t>
        <a:bodyPr/>
        <a:lstStyle/>
        <a:p>
          <a:endParaRPr lang="en-US"/>
        </a:p>
      </dgm:t>
    </dgm:pt>
    <dgm:pt modelId="{E9CE78E9-EE08-47B8-B6D0-CCEC53B4A075}" type="sibTrans" cxnId="{8895671F-ECD4-4727-8CAA-22CCBFA37804}">
      <dgm:prSet/>
      <dgm:spPr/>
      <dgm:t>
        <a:bodyPr/>
        <a:lstStyle/>
        <a:p>
          <a:endParaRPr lang="en-US"/>
        </a:p>
      </dgm:t>
    </dgm:pt>
    <dgm:pt modelId="{1FFB58D5-B112-43C3-B442-795FBC251C55}" type="pres">
      <dgm:prSet presAssocID="{FD4988E8-61CA-4772-9CA6-938DCB68CE3A}" presName="root" presStyleCnt="0">
        <dgm:presLayoutVars>
          <dgm:dir/>
          <dgm:resizeHandles val="exact"/>
        </dgm:presLayoutVars>
      </dgm:prSet>
      <dgm:spPr/>
    </dgm:pt>
    <dgm:pt modelId="{D707DE5C-B277-49EB-9620-6BE5F90111A1}" type="pres">
      <dgm:prSet presAssocID="{FD4988E8-61CA-4772-9CA6-938DCB68CE3A}" presName="container" presStyleCnt="0">
        <dgm:presLayoutVars>
          <dgm:dir/>
          <dgm:resizeHandles val="exact"/>
        </dgm:presLayoutVars>
      </dgm:prSet>
      <dgm:spPr/>
    </dgm:pt>
    <dgm:pt modelId="{1C70C3FC-E6E0-4544-AB10-A345B381E304}" type="pres">
      <dgm:prSet presAssocID="{BEB20831-5CA9-4C7A-B7AF-2A361159970D}" presName="compNode" presStyleCnt="0"/>
      <dgm:spPr/>
    </dgm:pt>
    <dgm:pt modelId="{EE80814E-61B5-4374-B7FC-86C99F676CC6}" type="pres">
      <dgm:prSet presAssocID="{BEB20831-5CA9-4C7A-B7AF-2A361159970D}" presName="iconBgRect" presStyleLbl="bgShp" presStyleIdx="0" presStyleCnt="5"/>
      <dgm:spPr/>
    </dgm:pt>
    <dgm:pt modelId="{40EC98F9-9917-430D-8F73-A2099EF0837F}" type="pres">
      <dgm:prSet presAssocID="{BEB20831-5CA9-4C7A-B7AF-2A361159970D}" presName="iconRect" presStyleLbl="node1" presStyleIdx="0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pward trend"/>
        </a:ext>
      </dgm:extLst>
    </dgm:pt>
    <dgm:pt modelId="{B828725F-6E3B-4D5E-A3AE-F60FBAB28462}" type="pres">
      <dgm:prSet presAssocID="{BEB20831-5CA9-4C7A-B7AF-2A361159970D}" presName="spaceRect" presStyleCnt="0"/>
      <dgm:spPr/>
    </dgm:pt>
    <dgm:pt modelId="{AEAEBC39-24E9-435F-B2C1-9CFF72503F52}" type="pres">
      <dgm:prSet presAssocID="{BEB20831-5CA9-4C7A-B7AF-2A361159970D}" presName="textRect" presStyleLbl="revTx" presStyleIdx="0" presStyleCnt="5">
        <dgm:presLayoutVars>
          <dgm:chMax val="1"/>
          <dgm:chPref val="1"/>
        </dgm:presLayoutVars>
      </dgm:prSet>
      <dgm:spPr/>
    </dgm:pt>
    <dgm:pt modelId="{F3CB3267-7AB9-4BE0-889E-001DD8E131FC}" type="pres">
      <dgm:prSet presAssocID="{6DA1707A-84A5-4A39-A5F8-EA9D8E31D5C7}" presName="sibTrans" presStyleLbl="sibTrans2D1" presStyleIdx="0" presStyleCnt="0"/>
      <dgm:spPr/>
    </dgm:pt>
    <dgm:pt modelId="{73BF9502-5B1C-4336-9EA6-92CEA269F59D}" type="pres">
      <dgm:prSet presAssocID="{7460D1C4-37D3-4B26-9EC9-D1967F738C66}" presName="compNode" presStyleCnt="0"/>
      <dgm:spPr/>
    </dgm:pt>
    <dgm:pt modelId="{230142C5-72FC-494E-8B6F-37D1CDEFA148}" type="pres">
      <dgm:prSet presAssocID="{7460D1C4-37D3-4B26-9EC9-D1967F738C66}" presName="iconBgRect" presStyleLbl="bgShp" presStyleIdx="1" presStyleCnt="5"/>
      <dgm:spPr>
        <a:blipFill rotWithShape="0"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809C84CD-B44D-4AC6-8040-D2CA835410F4}" type="pres">
      <dgm:prSet presAssocID="{7460D1C4-37D3-4B26-9EC9-D1967F738C66}" presName="iconRect" presStyleLbl="node1" presStyleIdx="1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upee"/>
        </a:ext>
      </dgm:extLst>
    </dgm:pt>
    <dgm:pt modelId="{9D13C004-9001-4BD6-8D06-65D830A326E6}" type="pres">
      <dgm:prSet presAssocID="{7460D1C4-37D3-4B26-9EC9-D1967F738C66}" presName="spaceRect" presStyleCnt="0"/>
      <dgm:spPr/>
    </dgm:pt>
    <dgm:pt modelId="{56CCB496-06BB-41F3-9CC2-73A73C2C662B}" type="pres">
      <dgm:prSet presAssocID="{7460D1C4-37D3-4B26-9EC9-D1967F738C66}" presName="textRect" presStyleLbl="revTx" presStyleIdx="1" presStyleCnt="5">
        <dgm:presLayoutVars>
          <dgm:chMax val="1"/>
          <dgm:chPref val="1"/>
        </dgm:presLayoutVars>
      </dgm:prSet>
      <dgm:spPr/>
    </dgm:pt>
    <dgm:pt modelId="{A3A72BDA-9759-4B56-BE5D-23211BE7A1F9}" type="pres">
      <dgm:prSet presAssocID="{258F59E0-A4DD-4302-A430-756FAAD92D8E}" presName="sibTrans" presStyleLbl="sibTrans2D1" presStyleIdx="0" presStyleCnt="0"/>
      <dgm:spPr/>
    </dgm:pt>
    <dgm:pt modelId="{942D9629-73A2-4362-AD52-F85F3B5E6E14}" type="pres">
      <dgm:prSet presAssocID="{EF2F4793-9703-48B5-9D8B-D13B19F67766}" presName="compNode" presStyleCnt="0"/>
      <dgm:spPr/>
    </dgm:pt>
    <dgm:pt modelId="{6C09B5A5-A4F4-4332-84B8-F6D1DC162E85}" type="pres">
      <dgm:prSet presAssocID="{EF2F4793-9703-48B5-9D8B-D13B19F67766}" presName="iconBgRect" presStyleLbl="bgShp" presStyleIdx="2" presStyleCnt="5"/>
      <dgm:spPr/>
    </dgm:pt>
    <dgm:pt modelId="{D3B633ED-2A28-4C89-ABAC-7C5E1B5DD240}" type="pres">
      <dgm:prSet presAssocID="{EF2F4793-9703-48B5-9D8B-D13B19F67766}" presName="iconRect" presStyleLbl="node1" presStyleIdx="2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oney"/>
        </a:ext>
      </dgm:extLst>
    </dgm:pt>
    <dgm:pt modelId="{C1286057-B0DB-4ED6-B59D-6752DAFF1DDD}" type="pres">
      <dgm:prSet presAssocID="{EF2F4793-9703-48B5-9D8B-D13B19F67766}" presName="spaceRect" presStyleCnt="0"/>
      <dgm:spPr/>
    </dgm:pt>
    <dgm:pt modelId="{CAA8486D-EFEB-4985-A1CD-DEC423CA441E}" type="pres">
      <dgm:prSet presAssocID="{EF2F4793-9703-48B5-9D8B-D13B19F67766}" presName="textRect" presStyleLbl="revTx" presStyleIdx="2" presStyleCnt="5">
        <dgm:presLayoutVars>
          <dgm:chMax val="1"/>
          <dgm:chPref val="1"/>
        </dgm:presLayoutVars>
      </dgm:prSet>
      <dgm:spPr/>
    </dgm:pt>
    <dgm:pt modelId="{2B852576-4879-4F71-85FE-4C60E9A1BC7C}" type="pres">
      <dgm:prSet presAssocID="{9B2EBE22-E45A-4182-A686-1C0E4DD6A24A}" presName="sibTrans" presStyleLbl="sibTrans2D1" presStyleIdx="0" presStyleCnt="0"/>
      <dgm:spPr/>
    </dgm:pt>
    <dgm:pt modelId="{6D6385DA-7E4B-47A7-97EB-A98A55E33559}" type="pres">
      <dgm:prSet presAssocID="{989D6CAE-DB84-4FE0-851B-E55059948B60}" presName="compNode" presStyleCnt="0"/>
      <dgm:spPr/>
    </dgm:pt>
    <dgm:pt modelId="{D5536B17-8AF2-4D31-9FAE-2AC03C855035}" type="pres">
      <dgm:prSet presAssocID="{989D6CAE-DB84-4FE0-851B-E55059948B60}" presName="iconBgRect" presStyleLbl="bgShp" presStyleIdx="3" presStyleCnt="5"/>
      <dgm:spPr/>
    </dgm:pt>
    <dgm:pt modelId="{43A7E8FE-56D9-412A-BBF2-2BA533C1C4B4}" type="pres">
      <dgm:prSet presAssocID="{989D6CAE-DB84-4FE0-851B-E55059948B60}" presName="iconRect" presStyleLbl="node1" presStyleIdx="3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andshake"/>
        </a:ext>
      </dgm:extLst>
    </dgm:pt>
    <dgm:pt modelId="{F05B7DF1-FFAA-4F68-A0A7-532E4D878000}" type="pres">
      <dgm:prSet presAssocID="{989D6CAE-DB84-4FE0-851B-E55059948B60}" presName="spaceRect" presStyleCnt="0"/>
      <dgm:spPr/>
    </dgm:pt>
    <dgm:pt modelId="{880A5E16-56A6-4ED8-8E0A-7C98BA0EF5CD}" type="pres">
      <dgm:prSet presAssocID="{989D6CAE-DB84-4FE0-851B-E55059948B60}" presName="textRect" presStyleLbl="revTx" presStyleIdx="3" presStyleCnt="5">
        <dgm:presLayoutVars>
          <dgm:chMax val="1"/>
          <dgm:chPref val="1"/>
        </dgm:presLayoutVars>
      </dgm:prSet>
      <dgm:spPr/>
    </dgm:pt>
    <dgm:pt modelId="{13A4C885-49CF-4EA3-B43E-25BF4C928FDF}" type="pres">
      <dgm:prSet presAssocID="{A60A484E-7254-495D-BA77-ABD6F4E4537A}" presName="sibTrans" presStyleLbl="sibTrans2D1" presStyleIdx="0" presStyleCnt="0"/>
      <dgm:spPr/>
    </dgm:pt>
    <dgm:pt modelId="{66CF2418-CC45-4C63-A5BB-6BA90BE62E6C}" type="pres">
      <dgm:prSet presAssocID="{AB144B55-2130-42AE-A9F9-AC999DBD2B56}" presName="compNode" presStyleCnt="0"/>
      <dgm:spPr/>
    </dgm:pt>
    <dgm:pt modelId="{5593FFC5-A843-4422-9598-FF29D84CD6DC}" type="pres">
      <dgm:prSet presAssocID="{AB144B55-2130-42AE-A9F9-AC999DBD2B56}" presName="iconBgRect" presStyleLbl="bgShp" presStyleIdx="4" presStyleCnt="5"/>
      <dgm:spPr/>
    </dgm:pt>
    <dgm:pt modelId="{975C46DE-D739-46BE-A09B-54507F72A20A}" type="pres">
      <dgm:prSet presAssocID="{AB144B55-2130-42AE-A9F9-AC999DBD2B56}" presName="iconRect" presStyleLbl="node1" presStyleIdx="4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384F176C-C578-4EE5-A97D-E1F7EB1B75A1}" type="pres">
      <dgm:prSet presAssocID="{AB144B55-2130-42AE-A9F9-AC999DBD2B56}" presName="spaceRect" presStyleCnt="0"/>
      <dgm:spPr/>
    </dgm:pt>
    <dgm:pt modelId="{05BB6C36-9DC4-4379-BBD8-5750ED262F48}" type="pres">
      <dgm:prSet presAssocID="{AB144B55-2130-42AE-A9F9-AC999DBD2B56}" presName="textRect" presStyleLbl="revTx" presStyleIdx="4" presStyleCnt="5">
        <dgm:presLayoutVars>
          <dgm:chMax val="1"/>
          <dgm:chPref val="1"/>
        </dgm:presLayoutVars>
      </dgm:prSet>
      <dgm:spPr/>
    </dgm:pt>
  </dgm:ptLst>
  <dgm:cxnLst>
    <dgm:cxn modelId="{56B4931D-5202-4531-8F42-E9D86ABFDE7A}" srcId="{FD4988E8-61CA-4772-9CA6-938DCB68CE3A}" destId="{7460D1C4-37D3-4B26-9EC9-D1967F738C66}" srcOrd="1" destOrd="0" parTransId="{6613149E-0708-4CF4-AB26-C2C019E29E61}" sibTransId="{258F59E0-A4DD-4302-A430-756FAAD92D8E}"/>
    <dgm:cxn modelId="{8895671F-ECD4-4727-8CAA-22CCBFA37804}" srcId="{FD4988E8-61CA-4772-9CA6-938DCB68CE3A}" destId="{AB144B55-2130-42AE-A9F9-AC999DBD2B56}" srcOrd="4" destOrd="0" parTransId="{A5C63386-DDB5-4DB0-86F2-7BBC3D2A42FF}" sibTransId="{E9CE78E9-EE08-47B8-B6D0-CCEC53B4A075}"/>
    <dgm:cxn modelId="{99244D2C-FCF5-4645-934C-057477D833B9}" type="presOf" srcId="{FD4988E8-61CA-4772-9CA6-938DCB68CE3A}" destId="{1FFB58D5-B112-43C3-B442-795FBC251C55}" srcOrd="0" destOrd="0" presId="urn:microsoft.com/office/officeart/2018/2/layout/IconCircleList"/>
    <dgm:cxn modelId="{334E3E64-34B0-4190-B521-2058D13F9C2C}" srcId="{FD4988E8-61CA-4772-9CA6-938DCB68CE3A}" destId="{989D6CAE-DB84-4FE0-851B-E55059948B60}" srcOrd="3" destOrd="0" parTransId="{D5936DC1-8AAC-49B3-AA56-168D228E0D47}" sibTransId="{A60A484E-7254-495D-BA77-ABD6F4E4537A}"/>
    <dgm:cxn modelId="{20B76474-E72B-B346-B8DF-C1696FDAEB62}" type="presOf" srcId="{EF2F4793-9703-48B5-9D8B-D13B19F67766}" destId="{CAA8486D-EFEB-4985-A1CD-DEC423CA441E}" srcOrd="0" destOrd="0" presId="urn:microsoft.com/office/officeart/2018/2/layout/IconCircleList"/>
    <dgm:cxn modelId="{634B4A95-6ABA-D143-BA35-E9D23912F6AE}" type="presOf" srcId="{BEB20831-5CA9-4C7A-B7AF-2A361159970D}" destId="{AEAEBC39-24E9-435F-B2C1-9CFF72503F52}" srcOrd="0" destOrd="0" presId="urn:microsoft.com/office/officeart/2018/2/layout/IconCircleList"/>
    <dgm:cxn modelId="{4492D7A1-CBF6-4673-B8FF-51576138B634}" srcId="{FD4988E8-61CA-4772-9CA6-938DCB68CE3A}" destId="{EF2F4793-9703-48B5-9D8B-D13B19F67766}" srcOrd="2" destOrd="0" parTransId="{34DEC2B4-28DF-480B-B829-8007925C1D9B}" sibTransId="{9B2EBE22-E45A-4182-A686-1C0E4DD6A24A}"/>
    <dgm:cxn modelId="{8346A0AB-E770-4FA2-B69E-33861EC7575D}" srcId="{FD4988E8-61CA-4772-9CA6-938DCB68CE3A}" destId="{BEB20831-5CA9-4C7A-B7AF-2A361159970D}" srcOrd="0" destOrd="0" parTransId="{07C42D0C-D9DC-45B2-B0F0-0746821A0182}" sibTransId="{6DA1707A-84A5-4A39-A5F8-EA9D8E31D5C7}"/>
    <dgm:cxn modelId="{FD8800B8-CB69-3A43-A769-F19C792F888A}" type="presOf" srcId="{A60A484E-7254-495D-BA77-ABD6F4E4537A}" destId="{13A4C885-49CF-4EA3-B43E-25BF4C928FDF}" srcOrd="0" destOrd="0" presId="urn:microsoft.com/office/officeart/2018/2/layout/IconCircleList"/>
    <dgm:cxn modelId="{B47CC4CE-8D47-DD44-9FE9-9D55DBC0629D}" type="presOf" srcId="{6DA1707A-84A5-4A39-A5F8-EA9D8E31D5C7}" destId="{F3CB3267-7AB9-4BE0-889E-001DD8E131FC}" srcOrd="0" destOrd="0" presId="urn:microsoft.com/office/officeart/2018/2/layout/IconCircleList"/>
    <dgm:cxn modelId="{A4A9D6E0-F9C8-644A-8318-2DE072B77862}" type="presOf" srcId="{989D6CAE-DB84-4FE0-851B-E55059948B60}" destId="{880A5E16-56A6-4ED8-8E0A-7C98BA0EF5CD}" srcOrd="0" destOrd="0" presId="urn:microsoft.com/office/officeart/2018/2/layout/IconCircleList"/>
    <dgm:cxn modelId="{EF6CC3E2-870F-264E-9176-56087B4C9C28}" type="presOf" srcId="{9B2EBE22-E45A-4182-A686-1C0E4DD6A24A}" destId="{2B852576-4879-4F71-85FE-4C60E9A1BC7C}" srcOrd="0" destOrd="0" presId="urn:microsoft.com/office/officeart/2018/2/layout/IconCircleList"/>
    <dgm:cxn modelId="{73861AEA-B688-D048-8BAA-7731E22EBF06}" type="presOf" srcId="{258F59E0-A4DD-4302-A430-756FAAD92D8E}" destId="{A3A72BDA-9759-4B56-BE5D-23211BE7A1F9}" srcOrd="0" destOrd="0" presId="urn:microsoft.com/office/officeart/2018/2/layout/IconCircleList"/>
    <dgm:cxn modelId="{3F619DF3-90FC-1849-81D6-79A7C0F7AECE}" type="presOf" srcId="{AB144B55-2130-42AE-A9F9-AC999DBD2B56}" destId="{05BB6C36-9DC4-4379-BBD8-5750ED262F48}" srcOrd="0" destOrd="0" presId="urn:microsoft.com/office/officeart/2018/2/layout/IconCircleList"/>
    <dgm:cxn modelId="{F00A0FFD-C731-2145-94C3-BA50A380EFE2}" type="presOf" srcId="{7460D1C4-37D3-4B26-9EC9-D1967F738C66}" destId="{56CCB496-06BB-41F3-9CC2-73A73C2C662B}" srcOrd="0" destOrd="0" presId="urn:microsoft.com/office/officeart/2018/2/layout/IconCircleList"/>
    <dgm:cxn modelId="{25962DF0-ED2E-9145-9817-B482F7488C35}" type="presParOf" srcId="{1FFB58D5-B112-43C3-B442-795FBC251C55}" destId="{D707DE5C-B277-49EB-9620-6BE5F90111A1}" srcOrd="0" destOrd="0" presId="urn:microsoft.com/office/officeart/2018/2/layout/IconCircleList"/>
    <dgm:cxn modelId="{251EFA47-F997-0B40-A0D2-93AC8B50037F}" type="presParOf" srcId="{D707DE5C-B277-49EB-9620-6BE5F90111A1}" destId="{1C70C3FC-E6E0-4544-AB10-A345B381E304}" srcOrd="0" destOrd="0" presId="urn:microsoft.com/office/officeart/2018/2/layout/IconCircleList"/>
    <dgm:cxn modelId="{067A3847-FC13-AC49-827D-C19C081B4455}" type="presParOf" srcId="{1C70C3FC-E6E0-4544-AB10-A345B381E304}" destId="{EE80814E-61B5-4374-B7FC-86C99F676CC6}" srcOrd="0" destOrd="0" presId="urn:microsoft.com/office/officeart/2018/2/layout/IconCircleList"/>
    <dgm:cxn modelId="{E081E913-3855-DC43-9F21-FA51FB8E17D1}" type="presParOf" srcId="{1C70C3FC-E6E0-4544-AB10-A345B381E304}" destId="{40EC98F9-9917-430D-8F73-A2099EF0837F}" srcOrd="1" destOrd="0" presId="urn:microsoft.com/office/officeart/2018/2/layout/IconCircleList"/>
    <dgm:cxn modelId="{3A0AA150-1E5E-6540-84D9-DA1E5197017A}" type="presParOf" srcId="{1C70C3FC-E6E0-4544-AB10-A345B381E304}" destId="{B828725F-6E3B-4D5E-A3AE-F60FBAB28462}" srcOrd="2" destOrd="0" presId="urn:microsoft.com/office/officeart/2018/2/layout/IconCircleList"/>
    <dgm:cxn modelId="{F8348493-1140-9846-84D7-C3BC792156AA}" type="presParOf" srcId="{1C70C3FC-E6E0-4544-AB10-A345B381E304}" destId="{AEAEBC39-24E9-435F-B2C1-9CFF72503F52}" srcOrd="3" destOrd="0" presId="urn:microsoft.com/office/officeart/2018/2/layout/IconCircleList"/>
    <dgm:cxn modelId="{A10337F2-F5AD-9241-865A-E7F634499BFB}" type="presParOf" srcId="{D707DE5C-B277-49EB-9620-6BE5F90111A1}" destId="{F3CB3267-7AB9-4BE0-889E-001DD8E131FC}" srcOrd="1" destOrd="0" presId="urn:microsoft.com/office/officeart/2018/2/layout/IconCircleList"/>
    <dgm:cxn modelId="{2DAFD288-DC69-0C4B-9E50-2E090A359671}" type="presParOf" srcId="{D707DE5C-B277-49EB-9620-6BE5F90111A1}" destId="{73BF9502-5B1C-4336-9EA6-92CEA269F59D}" srcOrd="2" destOrd="0" presId="urn:microsoft.com/office/officeart/2018/2/layout/IconCircleList"/>
    <dgm:cxn modelId="{8519B8DB-3B76-A644-9677-F33D7435007D}" type="presParOf" srcId="{73BF9502-5B1C-4336-9EA6-92CEA269F59D}" destId="{230142C5-72FC-494E-8B6F-37D1CDEFA148}" srcOrd="0" destOrd="0" presId="urn:microsoft.com/office/officeart/2018/2/layout/IconCircleList"/>
    <dgm:cxn modelId="{3F1ECC05-122B-3942-B68D-5D406B3ABFAE}" type="presParOf" srcId="{73BF9502-5B1C-4336-9EA6-92CEA269F59D}" destId="{809C84CD-B44D-4AC6-8040-D2CA835410F4}" srcOrd="1" destOrd="0" presId="urn:microsoft.com/office/officeart/2018/2/layout/IconCircleList"/>
    <dgm:cxn modelId="{5C7BEE52-66FD-3142-B5D3-8A412A29A389}" type="presParOf" srcId="{73BF9502-5B1C-4336-9EA6-92CEA269F59D}" destId="{9D13C004-9001-4BD6-8D06-65D830A326E6}" srcOrd="2" destOrd="0" presId="urn:microsoft.com/office/officeart/2018/2/layout/IconCircleList"/>
    <dgm:cxn modelId="{5D41972D-29BB-9E4A-8A8D-70BFDD8270E4}" type="presParOf" srcId="{73BF9502-5B1C-4336-9EA6-92CEA269F59D}" destId="{56CCB496-06BB-41F3-9CC2-73A73C2C662B}" srcOrd="3" destOrd="0" presId="urn:microsoft.com/office/officeart/2018/2/layout/IconCircleList"/>
    <dgm:cxn modelId="{5854E125-EC38-5A40-83AE-F340C80438D2}" type="presParOf" srcId="{D707DE5C-B277-49EB-9620-6BE5F90111A1}" destId="{A3A72BDA-9759-4B56-BE5D-23211BE7A1F9}" srcOrd="3" destOrd="0" presId="urn:microsoft.com/office/officeart/2018/2/layout/IconCircleList"/>
    <dgm:cxn modelId="{54514D2A-B6BD-DA4F-8864-A1706190C6C6}" type="presParOf" srcId="{D707DE5C-B277-49EB-9620-6BE5F90111A1}" destId="{942D9629-73A2-4362-AD52-F85F3B5E6E14}" srcOrd="4" destOrd="0" presId="urn:microsoft.com/office/officeart/2018/2/layout/IconCircleList"/>
    <dgm:cxn modelId="{8F9E987E-4115-0448-B977-F3EC1494FCBC}" type="presParOf" srcId="{942D9629-73A2-4362-AD52-F85F3B5E6E14}" destId="{6C09B5A5-A4F4-4332-84B8-F6D1DC162E85}" srcOrd="0" destOrd="0" presId="urn:microsoft.com/office/officeart/2018/2/layout/IconCircleList"/>
    <dgm:cxn modelId="{57DFD520-BBC4-194A-B582-8D787B49DAB6}" type="presParOf" srcId="{942D9629-73A2-4362-AD52-F85F3B5E6E14}" destId="{D3B633ED-2A28-4C89-ABAC-7C5E1B5DD240}" srcOrd="1" destOrd="0" presId="urn:microsoft.com/office/officeart/2018/2/layout/IconCircleList"/>
    <dgm:cxn modelId="{80FD9926-BC28-B243-B954-FE6D3DE0040F}" type="presParOf" srcId="{942D9629-73A2-4362-AD52-F85F3B5E6E14}" destId="{C1286057-B0DB-4ED6-B59D-6752DAFF1DDD}" srcOrd="2" destOrd="0" presId="urn:microsoft.com/office/officeart/2018/2/layout/IconCircleList"/>
    <dgm:cxn modelId="{80932E2E-95E6-0445-ADD5-CF0E3F4F3C17}" type="presParOf" srcId="{942D9629-73A2-4362-AD52-F85F3B5E6E14}" destId="{CAA8486D-EFEB-4985-A1CD-DEC423CA441E}" srcOrd="3" destOrd="0" presId="urn:microsoft.com/office/officeart/2018/2/layout/IconCircleList"/>
    <dgm:cxn modelId="{C39DD9F5-1F11-7D4B-8A52-C360B32E64A4}" type="presParOf" srcId="{D707DE5C-B277-49EB-9620-6BE5F90111A1}" destId="{2B852576-4879-4F71-85FE-4C60E9A1BC7C}" srcOrd="5" destOrd="0" presId="urn:microsoft.com/office/officeart/2018/2/layout/IconCircleList"/>
    <dgm:cxn modelId="{6E674D85-1B09-C046-8923-AFB45B049C95}" type="presParOf" srcId="{D707DE5C-B277-49EB-9620-6BE5F90111A1}" destId="{6D6385DA-7E4B-47A7-97EB-A98A55E33559}" srcOrd="6" destOrd="0" presId="urn:microsoft.com/office/officeart/2018/2/layout/IconCircleList"/>
    <dgm:cxn modelId="{4CEE8A94-E4B9-9346-927A-44F5A96C984E}" type="presParOf" srcId="{6D6385DA-7E4B-47A7-97EB-A98A55E33559}" destId="{D5536B17-8AF2-4D31-9FAE-2AC03C855035}" srcOrd="0" destOrd="0" presId="urn:microsoft.com/office/officeart/2018/2/layout/IconCircleList"/>
    <dgm:cxn modelId="{D5803D92-3DBB-6A46-B3BE-B4DE8719475B}" type="presParOf" srcId="{6D6385DA-7E4B-47A7-97EB-A98A55E33559}" destId="{43A7E8FE-56D9-412A-BBF2-2BA533C1C4B4}" srcOrd="1" destOrd="0" presId="urn:microsoft.com/office/officeart/2018/2/layout/IconCircleList"/>
    <dgm:cxn modelId="{5158CB5B-2116-6745-AADE-37DF8915C6C6}" type="presParOf" srcId="{6D6385DA-7E4B-47A7-97EB-A98A55E33559}" destId="{F05B7DF1-FFAA-4F68-A0A7-532E4D878000}" srcOrd="2" destOrd="0" presId="urn:microsoft.com/office/officeart/2018/2/layout/IconCircleList"/>
    <dgm:cxn modelId="{4F949637-4DEA-644E-8587-81CE2C35C915}" type="presParOf" srcId="{6D6385DA-7E4B-47A7-97EB-A98A55E33559}" destId="{880A5E16-56A6-4ED8-8E0A-7C98BA0EF5CD}" srcOrd="3" destOrd="0" presId="urn:microsoft.com/office/officeart/2018/2/layout/IconCircleList"/>
    <dgm:cxn modelId="{3042156D-FFDA-8942-9408-08F4502B43C9}" type="presParOf" srcId="{D707DE5C-B277-49EB-9620-6BE5F90111A1}" destId="{13A4C885-49CF-4EA3-B43E-25BF4C928FDF}" srcOrd="7" destOrd="0" presId="urn:microsoft.com/office/officeart/2018/2/layout/IconCircleList"/>
    <dgm:cxn modelId="{E07B4C50-D19A-6E48-9772-03033BE02D53}" type="presParOf" srcId="{D707DE5C-B277-49EB-9620-6BE5F90111A1}" destId="{66CF2418-CC45-4C63-A5BB-6BA90BE62E6C}" srcOrd="8" destOrd="0" presId="urn:microsoft.com/office/officeart/2018/2/layout/IconCircleList"/>
    <dgm:cxn modelId="{056DECCC-D317-1046-8D0D-10920DE4AAB8}" type="presParOf" srcId="{66CF2418-CC45-4C63-A5BB-6BA90BE62E6C}" destId="{5593FFC5-A843-4422-9598-FF29D84CD6DC}" srcOrd="0" destOrd="0" presId="urn:microsoft.com/office/officeart/2018/2/layout/IconCircleList"/>
    <dgm:cxn modelId="{3F7416DB-852D-814C-8B9B-0AF9D8C579A1}" type="presParOf" srcId="{66CF2418-CC45-4C63-A5BB-6BA90BE62E6C}" destId="{975C46DE-D739-46BE-A09B-54507F72A20A}" srcOrd="1" destOrd="0" presId="urn:microsoft.com/office/officeart/2018/2/layout/IconCircleList"/>
    <dgm:cxn modelId="{98EE6301-2FC8-DB44-B53C-CEF044EE7A74}" type="presParOf" srcId="{66CF2418-CC45-4C63-A5BB-6BA90BE62E6C}" destId="{384F176C-C578-4EE5-A97D-E1F7EB1B75A1}" srcOrd="2" destOrd="0" presId="urn:microsoft.com/office/officeart/2018/2/layout/IconCircleList"/>
    <dgm:cxn modelId="{2B5772A0-E9F6-F648-A561-13E806669504}" type="presParOf" srcId="{66CF2418-CC45-4C63-A5BB-6BA90BE62E6C}" destId="{05BB6C36-9DC4-4379-BBD8-5750ED262F48}" srcOrd="3" destOrd="0" presId="urn:microsoft.com/office/officeart/2018/2/layout/IconCircle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DC37E2C2-56DA-4D43-AE2F-6E21408A156B}" type="doc">
      <dgm:prSet loTypeId="urn:microsoft.com/office/officeart/2018/5/layout/IconLeafLabelList" loCatId="icon" qsTypeId="urn:microsoft.com/office/officeart/2005/8/quickstyle/simple1" qsCatId="simple" csTypeId="urn:microsoft.com/office/officeart/2018/5/colors/Iconchunking_neutralbg_accent4_2" csCatId="accent4" phldr="1"/>
      <dgm:spPr/>
      <dgm:t>
        <a:bodyPr/>
        <a:lstStyle/>
        <a:p>
          <a:endParaRPr lang="en-US"/>
        </a:p>
      </dgm:t>
    </dgm:pt>
    <dgm:pt modelId="{155E37E9-83C7-4E53-9622-22E0E9018ACD}">
      <dgm:prSet custT="1"/>
      <dgm:spPr/>
      <dgm:t>
        <a:bodyPr/>
        <a:lstStyle/>
        <a:p>
          <a:pPr>
            <a:defRPr cap="all"/>
          </a:pPr>
          <a:r>
            <a:rPr lang="en-US" sz="2000" b="0" i="0" cap="none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Retention is Predictable, Not Random</a:t>
          </a:r>
          <a:endParaRPr lang="en-US" sz="2000" cap="none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E2CDD5F6-7253-4F4D-9E13-5E51996D19DD}" type="parTrans" cxnId="{FA4BDE1F-1826-43F4-A308-7BE2AC1B44C3}">
      <dgm:prSet/>
      <dgm:spPr/>
      <dgm:t>
        <a:bodyPr/>
        <a:lstStyle/>
        <a:p>
          <a:endParaRPr lang="en-US"/>
        </a:p>
      </dgm:t>
    </dgm:pt>
    <dgm:pt modelId="{2B941537-189D-48F5-B372-F4BFC46B976B}" type="sibTrans" cxnId="{FA4BDE1F-1826-43F4-A308-7BE2AC1B44C3}">
      <dgm:prSet/>
      <dgm:spPr/>
      <dgm:t>
        <a:bodyPr/>
        <a:lstStyle/>
        <a:p>
          <a:endParaRPr lang="en-US"/>
        </a:p>
      </dgm:t>
    </dgm:pt>
    <dgm:pt modelId="{BEDAD4A6-C567-463C-A91C-CFF5DB1C8660}">
      <dgm:prSet custT="1"/>
      <dgm:spPr/>
      <dgm:t>
        <a:bodyPr/>
        <a:lstStyle/>
        <a:p>
          <a:pPr>
            <a:defRPr cap="all"/>
          </a:pPr>
          <a:r>
            <a:rPr lang="en-US" sz="2000" b="0" i="0" cap="none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First Purchase is Critical</a:t>
          </a:r>
          <a:endParaRPr lang="en-US" sz="2000" cap="none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0FED3AF2-047C-49FE-8794-4F8303986E11}" type="parTrans" cxnId="{C464189F-13E6-4080-B991-02D65C498F49}">
      <dgm:prSet/>
      <dgm:spPr/>
      <dgm:t>
        <a:bodyPr/>
        <a:lstStyle/>
        <a:p>
          <a:endParaRPr lang="en-US"/>
        </a:p>
      </dgm:t>
    </dgm:pt>
    <dgm:pt modelId="{753F4F83-BAAB-4092-86C9-DACA3A9B542A}" type="sibTrans" cxnId="{C464189F-13E6-4080-B991-02D65C498F49}">
      <dgm:prSet/>
      <dgm:spPr/>
      <dgm:t>
        <a:bodyPr/>
        <a:lstStyle/>
        <a:p>
          <a:endParaRPr lang="en-US"/>
        </a:p>
      </dgm:t>
    </dgm:pt>
    <dgm:pt modelId="{D2B42B3D-B4BA-4EFA-BAB8-2A84B72D23F9}">
      <dgm:prSet custT="1"/>
      <dgm:spPr/>
      <dgm:t>
        <a:bodyPr/>
        <a:lstStyle/>
        <a:p>
          <a:pPr>
            <a:defRPr cap="all"/>
          </a:pPr>
          <a:r>
            <a:rPr lang="en-US" sz="1800" b="0" i="0" cap="none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Customer Behavior Drives Outcomes</a:t>
          </a:r>
          <a:endParaRPr lang="en-US" sz="1800" cap="none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0B356227-85B0-429B-BB27-2373B455A8A4}" type="parTrans" cxnId="{131B3476-BD2D-449B-83A8-665D87408E49}">
      <dgm:prSet/>
      <dgm:spPr/>
      <dgm:t>
        <a:bodyPr/>
        <a:lstStyle/>
        <a:p>
          <a:endParaRPr lang="en-US"/>
        </a:p>
      </dgm:t>
    </dgm:pt>
    <dgm:pt modelId="{BE8329CE-1391-4732-857C-18DCD45F7577}" type="sibTrans" cxnId="{131B3476-BD2D-449B-83A8-665D87408E49}">
      <dgm:prSet/>
      <dgm:spPr/>
      <dgm:t>
        <a:bodyPr/>
        <a:lstStyle/>
        <a:p>
          <a:endParaRPr lang="en-US"/>
        </a:p>
      </dgm:t>
    </dgm:pt>
    <dgm:pt modelId="{E3366138-926D-4CF2-96CC-A53D83836ABF}">
      <dgm:prSet custT="1"/>
      <dgm:spPr/>
      <dgm:t>
        <a:bodyPr/>
        <a:lstStyle/>
        <a:p>
          <a:pPr>
            <a:defRPr cap="all"/>
          </a:pPr>
          <a:r>
            <a:rPr lang="en-US" sz="1800" b="0" i="0" cap="none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Data-driven Strategies Improve Performance</a:t>
          </a:r>
          <a:endParaRPr lang="en-US" sz="1800" cap="none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ED0D956A-2833-4CC2-A1CB-480283A98492}" type="parTrans" cxnId="{2C2452A3-CDF8-4953-A6B8-8DA21E872133}">
      <dgm:prSet/>
      <dgm:spPr/>
      <dgm:t>
        <a:bodyPr/>
        <a:lstStyle/>
        <a:p>
          <a:endParaRPr lang="en-US"/>
        </a:p>
      </dgm:t>
    </dgm:pt>
    <dgm:pt modelId="{B779BCE8-65A7-4DFF-88DA-3066780FE3C7}" type="sibTrans" cxnId="{2C2452A3-CDF8-4953-A6B8-8DA21E872133}">
      <dgm:prSet/>
      <dgm:spPr/>
      <dgm:t>
        <a:bodyPr/>
        <a:lstStyle/>
        <a:p>
          <a:endParaRPr lang="en-US"/>
        </a:p>
      </dgm:t>
    </dgm:pt>
    <dgm:pt modelId="{1112589D-163B-4B61-8D2A-242F25F226FF}" type="pres">
      <dgm:prSet presAssocID="{DC37E2C2-56DA-4D43-AE2F-6E21408A156B}" presName="root" presStyleCnt="0">
        <dgm:presLayoutVars>
          <dgm:dir/>
          <dgm:resizeHandles val="exact"/>
        </dgm:presLayoutVars>
      </dgm:prSet>
      <dgm:spPr/>
    </dgm:pt>
    <dgm:pt modelId="{DEC8FC71-3CC0-425B-BF61-E1788BE86FD8}" type="pres">
      <dgm:prSet presAssocID="{155E37E9-83C7-4E53-9622-22E0E9018ACD}" presName="compNode" presStyleCnt="0"/>
      <dgm:spPr/>
    </dgm:pt>
    <dgm:pt modelId="{6759D674-DC72-40DB-BB27-4545AF6033CE}" type="pres">
      <dgm:prSet presAssocID="{155E37E9-83C7-4E53-9622-22E0E9018ACD}" presName="iconBgRect" presStyleLbl="bgShp" presStyleIdx="0" presStyleCnt="4"/>
      <dgm:spPr>
        <a:prstGeom prst="round2DiagRect">
          <a:avLst>
            <a:gd name="adj1" fmla="val 29727"/>
            <a:gd name="adj2" fmla="val 0"/>
          </a:avLst>
        </a:prstGeom>
      </dgm:spPr>
    </dgm:pt>
    <dgm:pt modelId="{B096049E-4398-4084-80F9-DC788F5E4B7E}" type="pres">
      <dgm:prSet presAssocID="{155E37E9-83C7-4E53-9622-22E0E9018ACD}" presName="iconRect" presStyleLbl="node1" presStyleIdx="0" presStyleCnt="4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mize"/>
        </a:ext>
      </dgm:extLst>
    </dgm:pt>
    <dgm:pt modelId="{7C477371-E281-45EA-84C1-65FAD7B303CD}" type="pres">
      <dgm:prSet presAssocID="{155E37E9-83C7-4E53-9622-22E0E9018ACD}" presName="spaceRect" presStyleCnt="0"/>
      <dgm:spPr/>
    </dgm:pt>
    <dgm:pt modelId="{575873E0-18B8-4F23-AA24-7F9363BC7867}" type="pres">
      <dgm:prSet presAssocID="{155E37E9-83C7-4E53-9622-22E0E9018ACD}" presName="textRect" presStyleLbl="revTx" presStyleIdx="0" presStyleCnt="4">
        <dgm:presLayoutVars>
          <dgm:chMax val="1"/>
          <dgm:chPref val="1"/>
        </dgm:presLayoutVars>
      </dgm:prSet>
      <dgm:spPr/>
    </dgm:pt>
    <dgm:pt modelId="{7304CE3E-E415-49AE-A4EC-4A56A5BBC952}" type="pres">
      <dgm:prSet presAssocID="{2B941537-189D-48F5-B372-F4BFC46B976B}" presName="sibTrans" presStyleCnt="0"/>
      <dgm:spPr/>
    </dgm:pt>
    <dgm:pt modelId="{809EAD3B-2E5B-49D1-A2AB-4111E12E6FEA}" type="pres">
      <dgm:prSet presAssocID="{BEDAD4A6-C567-463C-A91C-CFF5DB1C8660}" presName="compNode" presStyleCnt="0"/>
      <dgm:spPr/>
    </dgm:pt>
    <dgm:pt modelId="{92ADEEF5-8272-4438-A053-4A7A427FB278}" type="pres">
      <dgm:prSet presAssocID="{BEDAD4A6-C567-463C-A91C-CFF5DB1C8660}" presName="iconBgRect" presStyleLbl="bgShp" presStyleIdx="1" presStyleCnt="4"/>
      <dgm:spPr>
        <a:prstGeom prst="round2DiagRect">
          <a:avLst>
            <a:gd name="adj1" fmla="val 29727"/>
            <a:gd name="adj2" fmla="val 0"/>
          </a:avLst>
        </a:prstGeom>
      </dgm:spPr>
    </dgm:pt>
    <dgm:pt modelId="{C05EB06B-2385-4D3F-997A-7D2146040E35}" type="pres">
      <dgm:prSet presAssocID="{BEDAD4A6-C567-463C-A91C-CFF5DB1C8660}" presName="iconRect" presStyleLbl="node1" presStyleIdx="1" presStyleCnt="4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7117CF5B-AE3F-4E79-A665-57B88F89B472}" type="pres">
      <dgm:prSet presAssocID="{BEDAD4A6-C567-463C-A91C-CFF5DB1C8660}" presName="spaceRect" presStyleCnt="0"/>
      <dgm:spPr/>
    </dgm:pt>
    <dgm:pt modelId="{34D2C014-C2EE-4144-85C0-A11C741690C8}" type="pres">
      <dgm:prSet presAssocID="{BEDAD4A6-C567-463C-A91C-CFF5DB1C8660}" presName="textRect" presStyleLbl="revTx" presStyleIdx="1" presStyleCnt="4">
        <dgm:presLayoutVars>
          <dgm:chMax val="1"/>
          <dgm:chPref val="1"/>
        </dgm:presLayoutVars>
      </dgm:prSet>
      <dgm:spPr/>
    </dgm:pt>
    <dgm:pt modelId="{D0060B48-8275-498A-9F67-08B2F4ACBBB4}" type="pres">
      <dgm:prSet presAssocID="{753F4F83-BAAB-4092-86C9-DACA3A9B542A}" presName="sibTrans" presStyleCnt="0"/>
      <dgm:spPr/>
    </dgm:pt>
    <dgm:pt modelId="{0446CE3A-6533-4931-ACB9-B51A149C9969}" type="pres">
      <dgm:prSet presAssocID="{D2B42B3D-B4BA-4EFA-BAB8-2A84B72D23F9}" presName="compNode" presStyleCnt="0"/>
      <dgm:spPr/>
    </dgm:pt>
    <dgm:pt modelId="{76D1CB0F-6460-46C6-BEDD-1B42F2F67936}" type="pres">
      <dgm:prSet presAssocID="{D2B42B3D-B4BA-4EFA-BAB8-2A84B72D23F9}" presName="iconBgRect" presStyleLbl="bgShp" presStyleIdx="2" presStyleCnt="4"/>
      <dgm:spPr>
        <a:prstGeom prst="round2DiagRect">
          <a:avLst>
            <a:gd name="adj1" fmla="val 29727"/>
            <a:gd name="adj2" fmla="val 0"/>
          </a:avLst>
        </a:prstGeom>
      </dgm:spPr>
    </dgm:pt>
    <dgm:pt modelId="{A7E86062-7168-42A9-9388-EBB09A4C6E76}" type="pres">
      <dgm:prSet presAssocID="{D2B42B3D-B4BA-4EFA-BAB8-2A84B72D23F9}" presName="iconRect" presStyleLbl="node1" presStyleIdx="2" presStyleCnt="4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"/>
        </a:ext>
      </dgm:extLst>
    </dgm:pt>
    <dgm:pt modelId="{949991DA-EA36-47BA-B5E2-705AAE8AA6C1}" type="pres">
      <dgm:prSet presAssocID="{D2B42B3D-B4BA-4EFA-BAB8-2A84B72D23F9}" presName="spaceRect" presStyleCnt="0"/>
      <dgm:spPr/>
    </dgm:pt>
    <dgm:pt modelId="{D544AE7B-2701-41FC-AB92-2AC68DCDBAA2}" type="pres">
      <dgm:prSet presAssocID="{D2B42B3D-B4BA-4EFA-BAB8-2A84B72D23F9}" presName="textRect" presStyleLbl="revTx" presStyleIdx="2" presStyleCnt="4">
        <dgm:presLayoutVars>
          <dgm:chMax val="1"/>
          <dgm:chPref val="1"/>
        </dgm:presLayoutVars>
      </dgm:prSet>
      <dgm:spPr/>
    </dgm:pt>
    <dgm:pt modelId="{0591C7D8-7517-4993-ACC3-7F9D63476F52}" type="pres">
      <dgm:prSet presAssocID="{BE8329CE-1391-4732-857C-18DCD45F7577}" presName="sibTrans" presStyleCnt="0"/>
      <dgm:spPr/>
    </dgm:pt>
    <dgm:pt modelId="{62685F57-432B-4AB8-A40E-814EEBC4CEDB}" type="pres">
      <dgm:prSet presAssocID="{E3366138-926D-4CF2-96CC-A53D83836ABF}" presName="compNode" presStyleCnt="0"/>
      <dgm:spPr/>
    </dgm:pt>
    <dgm:pt modelId="{16F0D84F-C764-4DFB-BC26-59B5946E19F7}" type="pres">
      <dgm:prSet presAssocID="{E3366138-926D-4CF2-96CC-A53D83836ABF}" presName="iconBgRect" presStyleLbl="bgShp" presStyleIdx="3" presStyleCnt="4"/>
      <dgm:spPr>
        <a:prstGeom prst="round2DiagRect">
          <a:avLst>
            <a:gd name="adj1" fmla="val 29727"/>
            <a:gd name="adj2" fmla="val 0"/>
          </a:avLst>
        </a:prstGeom>
      </dgm:spPr>
    </dgm:pt>
    <dgm:pt modelId="{A3E90B0C-C160-4014-8C31-3A1C8B2C59D1}" type="pres">
      <dgm:prSet presAssocID="{E3366138-926D-4CF2-96CC-A53D83836ABF}" presName="iconRect" presStyleLbl="node1" presStyleIdx="3" presStyleCnt="4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pward trend"/>
        </a:ext>
      </dgm:extLst>
    </dgm:pt>
    <dgm:pt modelId="{B5F31F3D-DD51-49CD-9DA1-055ECB6C5D46}" type="pres">
      <dgm:prSet presAssocID="{E3366138-926D-4CF2-96CC-A53D83836ABF}" presName="spaceRect" presStyleCnt="0"/>
      <dgm:spPr/>
    </dgm:pt>
    <dgm:pt modelId="{09DEAC7F-F3FB-4A7C-AACD-636B95AA5B00}" type="pres">
      <dgm:prSet presAssocID="{E3366138-926D-4CF2-96CC-A53D83836ABF}" presName="textRect" presStyleLbl="revTx" presStyleIdx="3" presStyleCnt="4">
        <dgm:presLayoutVars>
          <dgm:chMax val="1"/>
          <dgm:chPref val="1"/>
        </dgm:presLayoutVars>
      </dgm:prSet>
      <dgm:spPr/>
    </dgm:pt>
  </dgm:ptLst>
  <dgm:cxnLst>
    <dgm:cxn modelId="{FA4BDE1F-1826-43F4-A308-7BE2AC1B44C3}" srcId="{DC37E2C2-56DA-4D43-AE2F-6E21408A156B}" destId="{155E37E9-83C7-4E53-9622-22E0E9018ACD}" srcOrd="0" destOrd="0" parTransId="{E2CDD5F6-7253-4F4D-9E13-5E51996D19DD}" sibTransId="{2B941537-189D-48F5-B372-F4BFC46B976B}"/>
    <dgm:cxn modelId="{82F6B420-7CD6-4220-92E5-6FB0047AD85B}" type="presOf" srcId="{E3366138-926D-4CF2-96CC-A53D83836ABF}" destId="{09DEAC7F-F3FB-4A7C-AACD-636B95AA5B00}" srcOrd="0" destOrd="0" presId="urn:microsoft.com/office/officeart/2018/5/layout/IconLeafLabelList"/>
    <dgm:cxn modelId="{8415D63B-CB46-4232-BBA1-CB214DEB60D3}" type="presOf" srcId="{155E37E9-83C7-4E53-9622-22E0E9018ACD}" destId="{575873E0-18B8-4F23-AA24-7F9363BC7867}" srcOrd="0" destOrd="0" presId="urn:microsoft.com/office/officeart/2018/5/layout/IconLeafLabelList"/>
    <dgm:cxn modelId="{FB30D85F-D989-4E54-9223-E51DED4902F2}" type="presOf" srcId="{DC37E2C2-56DA-4D43-AE2F-6E21408A156B}" destId="{1112589D-163B-4B61-8D2A-242F25F226FF}" srcOrd="0" destOrd="0" presId="urn:microsoft.com/office/officeart/2018/5/layout/IconLeafLabelList"/>
    <dgm:cxn modelId="{131B3476-BD2D-449B-83A8-665D87408E49}" srcId="{DC37E2C2-56DA-4D43-AE2F-6E21408A156B}" destId="{D2B42B3D-B4BA-4EFA-BAB8-2A84B72D23F9}" srcOrd="2" destOrd="0" parTransId="{0B356227-85B0-429B-BB27-2373B455A8A4}" sibTransId="{BE8329CE-1391-4732-857C-18DCD45F7577}"/>
    <dgm:cxn modelId="{F2C55396-CBB8-4ECD-82E6-7C06243CCC6C}" type="presOf" srcId="{BEDAD4A6-C567-463C-A91C-CFF5DB1C8660}" destId="{34D2C014-C2EE-4144-85C0-A11C741690C8}" srcOrd="0" destOrd="0" presId="urn:microsoft.com/office/officeart/2018/5/layout/IconLeafLabelList"/>
    <dgm:cxn modelId="{C464189F-13E6-4080-B991-02D65C498F49}" srcId="{DC37E2C2-56DA-4D43-AE2F-6E21408A156B}" destId="{BEDAD4A6-C567-463C-A91C-CFF5DB1C8660}" srcOrd="1" destOrd="0" parTransId="{0FED3AF2-047C-49FE-8794-4F8303986E11}" sibTransId="{753F4F83-BAAB-4092-86C9-DACA3A9B542A}"/>
    <dgm:cxn modelId="{2C2452A3-CDF8-4953-A6B8-8DA21E872133}" srcId="{DC37E2C2-56DA-4D43-AE2F-6E21408A156B}" destId="{E3366138-926D-4CF2-96CC-A53D83836ABF}" srcOrd="3" destOrd="0" parTransId="{ED0D956A-2833-4CC2-A1CB-480283A98492}" sibTransId="{B779BCE8-65A7-4DFF-88DA-3066780FE3C7}"/>
    <dgm:cxn modelId="{EF2A74C8-33A9-4ACC-8ECB-EA9413205A64}" type="presOf" srcId="{D2B42B3D-B4BA-4EFA-BAB8-2A84B72D23F9}" destId="{D544AE7B-2701-41FC-AB92-2AC68DCDBAA2}" srcOrd="0" destOrd="0" presId="urn:microsoft.com/office/officeart/2018/5/layout/IconLeafLabelList"/>
    <dgm:cxn modelId="{80E6EA42-170E-4F70-AFD8-749B15BB49D3}" type="presParOf" srcId="{1112589D-163B-4B61-8D2A-242F25F226FF}" destId="{DEC8FC71-3CC0-425B-BF61-E1788BE86FD8}" srcOrd="0" destOrd="0" presId="urn:microsoft.com/office/officeart/2018/5/layout/IconLeafLabelList"/>
    <dgm:cxn modelId="{FE0D0A6C-A80F-45F1-8FAE-52E8B8FB97EB}" type="presParOf" srcId="{DEC8FC71-3CC0-425B-BF61-E1788BE86FD8}" destId="{6759D674-DC72-40DB-BB27-4545AF6033CE}" srcOrd="0" destOrd="0" presId="urn:microsoft.com/office/officeart/2018/5/layout/IconLeafLabelList"/>
    <dgm:cxn modelId="{D5CA2F05-4B5D-45E8-982E-208667C26637}" type="presParOf" srcId="{DEC8FC71-3CC0-425B-BF61-E1788BE86FD8}" destId="{B096049E-4398-4084-80F9-DC788F5E4B7E}" srcOrd="1" destOrd="0" presId="urn:microsoft.com/office/officeart/2018/5/layout/IconLeafLabelList"/>
    <dgm:cxn modelId="{3E220D2F-202B-436D-BDC7-A8B523BE0390}" type="presParOf" srcId="{DEC8FC71-3CC0-425B-BF61-E1788BE86FD8}" destId="{7C477371-E281-45EA-84C1-65FAD7B303CD}" srcOrd="2" destOrd="0" presId="urn:microsoft.com/office/officeart/2018/5/layout/IconLeafLabelList"/>
    <dgm:cxn modelId="{B1B60FBF-A296-460D-920D-C2DB459DE285}" type="presParOf" srcId="{DEC8FC71-3CC0-425B-BF61-E1788BE86FD8}" destId="{575873E0-18B8-4F23-AA24-7F9363BC7867}" srcOrd="3" destOrd="0" presId="urn:microsoft.com/office/officeart/2018/5/layout/IconLeafLabelList"/>
    <dgm:cxn modelId="{B9FB0E2C-1B8D-4322-956E-28E06705E04F}" type="presParOf" srcId="{1112589D-163B-4B61-8D2A-242F25F226FF}" destId="{7304CE3E-E415-49AE-A4EC-4A56A5BBC952}" srcOrd="1" destOrd="0" presId="urn:microsoft.com/office/officeart/2018/5/layout/IconLeafLabelList"/>
    <dgm:cxn modelId="{B93E6B5D-E673-409F-87C6-385B07B023DE}" type="presParOf" srcId="{1112589D-163B-4B61-8D2A-242F25F226FF}" destId="{809EAD3B-2E5B-49D1-A2AB-4111E12E6FEA}" srcOrd="2" destOrd="0" presId="urn:microsoft.com/office/officeart/2018/5/layout/IconLeafLabelList"/>
    <dgm:cxn modelId="{E1EFD7A8-8A41-4BD8-8DE0-EF7B67D220D9}" type="presParOf" srcId="{809EAD3B-2E5B-49D1-A2AB-4111E12E6FEA}" destId="{92ADEEF5-8272-4438-A053-4A7A427FB278}" srcOrd="0" destOrd="0" presId="urn:microsoft.com/office/officeart/2018/5/layout/IconLeafLabelList"/>
    <dgm:cxn modelId="{90543424-026D-40E3-9484-5296161EF1EF}" type="presParOf" srcId="{809EAD3B-2E5B-49D1-A2AB-4111E12E6FEA}" destId="{C05EB06B-2385-4D3F-997A-7D2146040E35}" srcOrd="1" destOrd="0" presId="urn:microsoft.com/office/officeart/2018/5/layout/IconLeafLabelList"/>
    <dgm:cxn modelId="{1A605AA5-F87E-421A-B346-E81F792086A6}" type="presParOf" srcId="{809EAD3B-2E5B-49D1-A2AB-4111E12E6FEA}" destId="{7117CF5B-AE3F-4E79-A665-57B88F89B472}" srcOrd="2" destOrd="0" presId="urn:microsoft.com/office/officeart/2018/5/layout/IconLeafLabelList"/>
    <dgm:cxn modelId="{33147ABA-B4A7-411C-B336-6032019E344C}" type="presParOf" srcId="{809EAD3B-2E5B-49D1-A2AB-4111E12E6FEA}" destId="{34D2C014-C2EE-4144-85C0-A11C741690C8}" srcOrd="3" destOrd="0" presId="urn:microsoft.com/office/officeart/2018/5/layout/IconLeafLabelList"/>
    <dgm:cxn modelId="{44DFA6A9-C9D7-4EB4-BD11-5C5DFE7BF5A6}" type="presParOf" srcId="{1112589D-163B-4B61-8D2A-242F25F226FF}" destId="{D0060B48-8275-498A-9F67-08B2F4ACBBB4}" srcOrd="3" destOrd="0" presId="urn:microsoft.com/office/officeart/2018/5/layout/IconLeafLabelList"/>
    <dgm:cxn modelId="{FC89B2C1-DF6B-48A0-AF7F-7CCFC0C5CDA3}" type="presParOf" srcId="{1112589D-163B-4B61-8D2A-242F25F226FF}" destId="{0446CE3A-6533-4931-ACB9-B51A149C9969}" srcOrd="4" destOrd="0" presId="urn:microsoft.com/office/officeart/2018/5/layout/IconLeafLabelList"/>
    <dgm:cxn modelId="{39991A69-F40A-47DB-B136-79FB192CC103}" type="presParOf" srcId="{0446CE3A-6533-4931-ACB9-B51A149C9969}" destId="{76D1CB0F-6460-46C6-BEDD-1B42F2F67936}" srcOrd="0" destOrd="0" presId="urn:microsoft.com/office/officeart/2018/5/layout/IconLeafLabelList"/>
    <dgm:cxn modelId="{08A25DAF-D726-4C3B-B934-21840C99D370}" type="presParOf" srcId="{0446CE3A-6533-4931-ACB9-B51A149C9969}" destId="{A7E86062-7168-42A9-9388-EBB09A4C6E76}" srcOrd="1" destOrd="0" presId="urn:microsoft.com/office/officeart/2018/5/layout/IconLeafLabelList"/>
    <dgm:cxn modelId="{89952ECB-759C-4029-AA6B-96FAF28FC011}" type="presParOf" srcId="{0446CE3A-6533-4931-ACB9-B51A149C9969}" destId="{949991DA-EA36-47BA-B5E2-705AAE8AA6C1}" srcOrd="2" destOrd="0" presId="urn:microsoft.com/office/officeart/2018/5/layout/IconLeafLabelList"/>
    <dgm:cxn modelId="{A1B11DDB-9EB1-474C-8AE5-97D9FD1562C7}" type="presParOf" srcId="{0446CE3A-6533-4931-ACB9-B51A149C9969}" destId="{D544AE7B-2701-41FC-AB92-2AC68DCDBAA2}" srcOrd="3" destOrd="0" presId="urn:microsoft.com/office/officeart/2018/5/layout/IconLeafLabelList"/>
    <dgm:cxn modelId="{1E736655-4EF3-4859-82DE-36057FAF7F59}" type="presParOf" srcId="{1112589D-163B-4B61-8D2A-242F25F226FF}" destId="{0591C7D8-7517-4993-ACC3-7F9D63476F52}" srcOrd="5" destOrd="0" presId="urn:microsoft.com/office/officeart/2018/5/layout/IconLeafLabelList"/>
    <dgm:cxn modelId="{8405DEE0-0495-4A08-AE23-60B19D8819F7}" type="presParOf" srcId="{1112589D-163B-4B61-8D2A-242F25F226FF}" destId="{62685F57-432B-4AB8-A40E-814EEBC4CEDB}" srcOrd="6" destOrd="0" presId="urn:microsoft.com/office/officeart/2018/5/layout/IconLeafLabelList"/>
    <dgm:cxn modelId="{C1AAE0C0-267E-4E36-98F6-4E8607E828E5}" type="presParOf" srcId="{62685F57-432B-4AB8-A40E-814EEBC4CEDB}" destId="{16F0D84F-C764-4DFB-BC26-59B5946E19F7}" srcOrd="0" destOrd="0" presId="urn:microsoft.com/office/officeart/2018/5/layout/IconLeafLabelList"/>
    <dgm:cxn modelId="{BEA1ED81-0A8E-4678-AE77-E26B892888E6}" type="presParOf" srcId="{62685F57-432B-4AB8-A40E-814EEBC4CEDB}" destId="{A3E90B0C-C160-4014-8C31-3A1C8B2C59D1}" srcOrd="1" destOrd="0" presId="urn:microsoft.com/office/officeart/2018/5/layout/IconLeafLabelList"/>
    <dgm:cxn modelId="{FFE16DFA-731D-42B3-8561-C6A37E7632AF}" type="presParOf" srcId="{62685F57-432B-4AB8-A40E-814EEBC4CEDB}" destId="{B5F31F3D-DD51-49CD-9DA1-055ECB6C5D46}" srcOrd="2" destOrd="0" presId="urn:microsoft.com/office/officeart/2018/5/layout/IconLeafLabelList"/>
    <dgm:cxn modelId="{2160CC5B-F5B3-4C9F-A7C2-553F30E368D3}" type="presParOf" srcId="{62685F57-432B-4AB8-A40E-814EEBC4CEDB}" destId="{09DEAC7F-F3FB-4A7C-AACD-636B95AA5B00}" srcOrd="3" destOrd="0" presId="urn:microsoft.com/office/officeart/2018/5/layout/IconLeafLabel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8C636AB-50E8-45A4-99F7-64F07D842C33}">
      <dsp:nvSpPr>
        <dsp:cNvPr id="0" name=""/>
        <dsp:cNvSpPr/>
      </dsp:nvSpPr>
      <dsp:spPr>
        <a:xfrm>
          <a:off x="0" y="4250"/>
          <a:ext cx="6830568" cy="905363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9499E46-F915-453E-8E93-73C4173FB4BA}">
      <dsp:nvSpPr>
        <dsp:cNvPr id="0" name=""/>
        <dsp:cNvSpPr/>
      </dsp:nvSpPr>
      <dsp:spPr>
        <a:xfrm>
          <a:off x="273872" y="207957"/>
          <a:ext cx="497949" cy="497949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F134829-D1EE-43C7-9E6E-D1045B1EF801}">
      <dsp:nvSpPr>
        <dsp:cNvPr id="0" name=""/>
        <dsp:cNvSpPr/>
      </dsp:nvSpPr>
      <dsp:spPr>
        <a:xfrm>
          <a:off x="1045694" y="4250"/>
          <a:ext cx="5784873" cy="9053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818" tIns="95818" rIns="95818" bIns="95818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Analyze customer behavior after first purchase</a:t>
          </a:r>
          <a:endParaRPr lang="en-US" sz="24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1045694" y="4250"/>
        <a:ext cx="5784873" cy="905363"/>
      </dsp:txXfrm>
    </dsp:sp>
    <dsp:sp modelId="{C3CA3BA7-E568-421C-B03E-9A9DB55228F7}">
      <dsp:nvSpPr>
        <dsp:cNvPr id="0" name=""/>
        <dsp:cNvSpPr/>
      </dsp:nvSpPr>
      <dsp:spPr>
        <a:xfrm>
          <a:off x="0" y="1135954"/>
          <a:ext cx="6830568" cy="905363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E281341B-F7F4-4EC8-B6CE-0971B6BAB676}">
      <dsp:nvSpPr>
        <dsp:cNvPr id="0" name=""/>
        <dsp:cNvSpPr/>
      </dsp:nvSpPr>
      <dsp:spPr>
        <a:xfrm>
          <a:off x="273872" y="1339661"/>
          <a:ext cx="497949" cy="497949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591B62C-3A29-4351-9CD1-0A3A98C6D95B}">
      <dsp:nvSpPr>
        <dsp:cNvPr id="0" name=""/>
        <dsp:cNvSpPr/>
      </dsp:nvSpPr>
      <dsp:spPr>
        <a:xfrm>
          <a:off x="1045694" y="1135954"/>
          <a:ext cx="5784873" cy="9053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818" tIns="95818" rIns="95818" bIns="95818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Identify early indicators of retention and churn</a:t>
          </a:r>
          <a:endParaRPr lang="en-US" sz="24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1045694" y="1135954"/>
        <a:ext cx="5784873" cy="905363"/>
      </dsp:txXfrm>
    </dsp:sp>
    <dsp:sp modelId="{E0B32A67-CF2A-4F5A-AEC8-A3B32D04F897}">
      <dsp:nvSpPr>
        <dsp:cNvPr id="0" name=""/>
        <dsp:cNvSpPr/>
      </dsp:nvSpPr>
      <dsp:spPr>
        <a:xfrm>
          <a:off x="0" y="2267658"/>
          <a:ext cx="6830568" cy="905363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D1A8AC5-983F-481A-85F7-32FAE5BFB24F}">
      <dsp:nvSpPr>
        <dsp:cNvPr id="0" name=""/>
        <dsp:cNvSpPr/>
      </dsp:nvSpPr>
      <dsp:spPr>
        <a:xfrm>
          <a:off x="273872" y="2471365"/>
          <a:ext cx="497949" cy="497949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32BB1D3-8820-4334-8A0B-C80BCA78AEDC}">
      <dsp:nvSpPr>
        <dsp:cNvPr id="0" name=""/>
        <dsp:cNvSpPr/>
      </dsp:nvSpPr>
      <dsp:spPr>
        <a:xfrm>
          <a:off x="1045694" y="2267658"/>
          <a:ext cx="5784873" cy="9053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818" tIns="95818" rIns="95818" bIns="95818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Examine key factors: order value, items purchased, product selection</a:t>
          </a:r>
          <a:endParaRPr lang="en-US" sz="24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1045694" y="2267658"/>
        <a:ext cx="5784873" cy="905363"/>
      </dsp:txXfrm>
    </dsp:sp>
    <dsp:sp modelId="{544454D7-FC74-4BF8-A2D3-3819A062C73B}">
      <dsp:nvSpPr>
        <dsp:cNvPr id="0" name=""/>
        <dsp:cNvSpPr/>
      </dsp:nvSpPr>
      <dsp:spPr>
        <a:xfrm>
          <a:off x="0" y="3399362"/>
          <a:ext cx="6830568" cy="905363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2A450396-7CA5-4F58-BE08-FCD320DC79AD}">
      <dsp:nvSpPr>
        <dsp:cNvPr id="0" name=""/>
        <dsp:cNvSpPr/>
      </dsp:nvSpPr>
      <dsp:spPr>
        <a:xfrm>
          <a:off x="273872" y="3603069"/>
          <a:ext cx="497949" cy="497949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4C8A9DD-0388-4428-A197-9CF24ED8D957}">
      <dsp:nvSpPr>
        <dsp:cNvPr id="0" name=""/>
        <dsp:cNvSpPr/>
      </dsp:nvSpPr>
      <dsp:spPr>
        <a:xfrm>
          <a:off x="1045694" y="3399362"/>
          <a:ext cx="5784873" cy="9053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818" tIns="95818" rIns="95818" bIns="95818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Develop data-driven strategies to improve retention</a:t>
          </a:r>
          <a:endParaRPr lang="en-US" sz="24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1045694" y="3399362"/>
        <a:ext cx="5784873" cy="905363"/>
      </dsp:txXfrm>
    </dsp:sp>
    <dsp:sp modelId="{45DE8CC5-2D6B-43E4-8B7D-6D21C55109A9}">
      <dsp:nvSpPr>
        <dsp:cNvPr id="0" name=""/>
        <dsp:cNvSpPr/>
      </dsp:nvSpPr>
      <dsp:spPr>
        <a:xfrm>
          <a:off x="0" y="4531066"/>
          <a:ext cx="6830568" cy="905363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5AB66E1-A870-44A1-94FC-32242FD73A34}">
      <dsp:nvSpPr>
        <dsp:cNvPr id="0" name=""/>
        <dsp:cNvSpPr/>
      </dsp:nvSpPr>
      <dsp:spPr>
        <a:xfrm>
          <a:off x="273872" y="4734773"/>
          <a:ext cx="497949" cy="497949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A64F628-080B-4780-BE14-24DDBA06F5D0}">
      <dsp:nvSpPr>
        <dsp:cNvPr id="0" name=""/>
        <dsp:cNvSpPr/>
      </dsp:nvSpPr>
      <dsp:spPr>
        <a:xfrm>
          <a:off x="1045694" y="4531066"/>
          <a:ext cx="5784873" cy="9053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818" tIns="95818" rIns="95818" bIns="95818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Support business goal of increasing returning customers</a:t>
          </a:r>
          <a:endParaRPr lang="en-US" sz="24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1045694" y="4531066"/>
        <a:ext cx="5784873" cy="905363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FB5E683-FE17-4B65-B4EE-F1E4110CEAD3}">
      <dsp:nvSpPr>
        <dsp:cNvPr id="0" name=""/>
        <dsp:cNvSpPr/>
      </dsp:nvSpPr>
      <dsp:spPr>
        <a:xfrm>
          <a:off x="0" y="4220"/>
          <a:ext cx="5668433" cy="898882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CCE68CA-5DB4-4409-AE0E-789762FF8074}">
      <dsp:nvSpPr>
        <dsp:cNvPr id="0" name=""/>
        <dsp:cNvSpPr/>
      </dsp:nvSpPr>
      <dsp:spPr>
        <a:xfrm>
          <a:off x="271911" y="206468"/>
          <a:ext cx="494385" cy="494385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FB9FF2B-7C0E-4360-A05C-173CE6896F27}">
      <dsp:nvSpPr>
        <dsp:cNvPr id="0" name=""/>
        <dsp:cNvSpPr/>
      </dsp:nvSpPr>
      <dsp:spPr>
        <a:xfrm>
          <a:off x="1038208" y="4220"/>
          <a:ext cx="4630224" cy="89888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132" tIns="95132" rIns="95132" bIns="95132" numCol="1" spcCol="1270" anchor="ctr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Customer dataset: total orders, spending, average order value, location</a:t>
          </a:r>
          <a:endParaRPr lang="en-US" sz="20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1038208" y="4220"/>
        <a:ext cx="4630224" cy="898882"/>
      </dsp:txXfrm>
    </dsp:sp>
    <dsp:sp modelId="{1D6ED7B0-BD0E-4F3B-9868-4F15E6A01733}">
      <dsp:nvSpPr>
        <dsp:cNvPr id="0" name=""/>
        <dsp:cNvSpPr/>
      </dsp:nvSpPr>
      <dsp:spPr>
        <a:xfrm>
          <a:off x="0" y="1127822"/>
          <a:ext cx="5668433" cy="898882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1EE5A86B-8990-4551-9C58-20B84F5BA67B}">
      <dsp:nvSpPr>
        <dsp:cNvPr id="0" name=""/>
        <dsp:cNvSpPr/>
      </dsp:nvSpPr>
      <dsp:spPr>
        <a:xfrm>
          <a:off x="271911" y="1330071"/>
          <a:ext cx="494385" cy="494385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842AAE5-7A69-484B-B4FA-67C2B7F1BD58}">
      <dsp:nvSpPr>
        <dsp:cNvPr id="0" name=""/>
        <dsp:cNvSpPr/>
      </dsp:nvSpPr>
      <dsp:spPr>
        <a:xfrm>
          <a:off x="1038208" y="1127822"/>
          <a:ext cx="4630224" cy="89888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132" tIns="95132" rIns="95132" bIns="95132" numCol="1" spcCol="1270" anchor="ctr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Transaction dataset: purchase date, products, items sold, net sales</a:t>
          </a:r>
          <a:endParaRPr lang="en-US" sz="20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1038208" y="1127822"/>
        <a:ext cx="4630224" cy="898882"/>
      </dsp:txXfrm>
    </dsp:sp>
    <dsp:sp modelId="{F34B9B29-1F80-4829-AA4A-BA782EE18C23}">
      <dsp:nvSpPr>
        <dsp:cNvPr id="0" name=""/>
        <dsp:cNvSpPr/>
      </dsp:nvSpPr>
      <dsp:spPr>
        <a:xfrm>
          <a:off x="0" y="2251425"/>
          <a:ext cx="5668433" cy="898882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8BCD4AA-3D9E-4C0A-864E-FF266D5EC240}">
      <dsp:nvSpPr>
        <dsp:cNvPr id="0" name=""/>
        <dsp:cNvSpPr/>
      </dsp:nvSpPr>
      <dsp:spPr>
        <a:xfrm>
          <a:off x="271911" y="2453673"/>
          <a:ext cx="494385" cy="494385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A68547D-961E-4F6C-ADC5-E23A909D04C4}">
      <dsp:nvSpPr>
        <dsp:cNvPr id="0" name=""/>
        <dsp:cNvSpPr/>
      </dsp:nvSpPr>
      <dsp:spPr>
        <a:xfrm>
          <a:off x="1038208" y="2251425"/>
          <a:ext cx="4630224" cy="89888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132" tIns="95132" rIns="95132" bIns="95132" numCol="1" spcCol="1270" anchor="ctr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Data preparation: cleaning, handling missing values, merging datasets</a:t>
          </a:r>
          <a:endParaRPr lang="en-US" sz="20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1038208" y="2251425"/>
        <a:ext cx="4630224" cy="898882"/>
      </dsp:txXfrm>
    </dsp:sp>
    <dsp:sp modelId="{198ED5BD-4DD9-48BC-839F-57A871DB37B0}">
      <dsp:nvSpPr>
        <dsp:cNvPr id="0" name=""/>
        <dsp:cNvSpPr/>
      </dsp:nvSpPr>
      <dsp:spPr>
        <a:xfrm>
          <a:off x="0" y="3375028"/>
          <a:ext cx="5668433" cy="898882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68230355-BCA0-4408-AAAB-ABF5B372F691}">
      <dsp:nvSpPr>
        <dsp:cNvPr id="0" name=""/>
        <dsp:cNvSpPr/>
      </dsp:nvSpPr>
      <dsp:spPr>
        <a:xfrm>
          <a:off x="271911" y="3577276"/>
          <a:ext cx="494385" cy="494385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221F212-D97E-41CD-92AF-222C0613DD86}">
      <dsp:nvSpPr>
        <dsp:cNvPr id="0" name=""/>
        <dsp:cNvSpPr/>
      </dsp:nvSpPr>
      <dsp:spPr>
        <a:xfrm>
          <a:off x="1038208" y="3375028"/>
          <a:ext cx="4630224" cy="89888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132" tIns="95132" rIns="95132" bIns="95132" numCol="1" spcCol="1270" anchor="ctr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Created </a:t>
          </a:r>
          <a:r>
            <a:rPr lang="en-US" sz="2000" b="0" i="0" kern="1200" baseline="0" dirty="0" err="1">
              <a:latin typeface="Times New Roman" panose="02020603050405020304" pitchFamily="18" charset="0"/>
              <a:cs typeface="Times New Roman" panose="02020603050405020304" pitchFamily="18" charset="0"/>
            </a:rPr>
            <a:t>Customer_ID</a:t>
          </a:r>
          <a:r>
            <a:rPr lang="en-US" sz="20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 for consistent tracking</a:t>
          </a:r>
          <a:endParaRPr lang="en-US" sz="20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1038208" y="3375028"/>
        <a:ext cx="4630224" cy="898882"/>
      </dsp:txXfrm>
    </dsp:sp>
    <dsp:sp modelId="{EF7571F2-6250-4298-A39F-DB4FF89BD719}">
      <dsp:nvSpPr>
        <dsp:cNvPr id="0" name=""/>
        <dsp:cNvSpPr/>
      </dsp:nvSpPr>
      <dsp:spPr>
        <a:xfrm>
          <a:off x="0" y="4498630"/>
          <a:ext cx="5668433" cy="898882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A1328BE4-9D1B-4B84-8B73-0E8063F90DD7}">
      <dsp:nvSpPr>
        <dsp:cNvPr id="0" name=""/>
        <dsp:cNvSpPr/>
      </dsp:nvSpPr>
      <dsp:spPr>
        <a:xfrm>
          <a:off x="271911" y="4700879"/>
          <a:ext cx="494385" cy="494385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7189558-D60B-41F5-A407-CC76953A15CC}">
      <dsp:nvSpPr>
        <dsp:cNvPr id="0" name=""/>
        <dsp:cNvSpPr/>
      </dsp:nvSpPr>
      <dsp:spPr>
        <a:xfrm>
          <a:off x="1038208" y="4498630"/>
          <a:ext cx="4630224" cy="89888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132" tIns="95132" rIns="95132" bIns="95132" numCol="1" spcCol="1270" anchor="ctr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Applied exploratory and behavioral analysis techniques</a:t>
          </a:r>
          <a:endParaRPr lang="en-US" sz="20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1038208" y="4498630"/>
        <a:ext cx="4630224" cy="898882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E80814E-61B5-4374-B7FC-86C99F676CC6}">
      <dsp:nvSpPr>
        <dsp:cNvPr id="0" name=""/>
        <dsp:cNvSpPr/>
      </dsp:nvSpPr>
      <dsp:spPr>
        <a:xfrm>
          <a:off x="1589906" y="41753"/>
          <a:ext cx="969957" cy="969957"/>
        </a:xfrm>
        <a:prstGeom prst="ellipse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0EC98F9-9917-430D-8F73-A2099EF0837F}">
      <dsp:nvSpPr>
        <dsp:cNvPr id="0" name=""/>
        <dsp:cNvSpPr/>
      </dsp:nvSpPr>
      <dsp:spPr>
        <a:xfrm>
          <a:off x="1793597" y="245444"/>
          <a:ext cx="562575" cy="562575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EAEBC39-24E9-435F-B2C1-9CFF72503F52}">
      <dsp:nvSpPr>
        <dsp:cNvPr id="0" name=""/>
        <dsp:cNvSpPr/>
      </dsp:nvSpPr>
      <dsp:spPr>
        <a:xfrm>
          <a:off x="2767712" y="41753"/>
          <a:ext cx="2286328" cy="9699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0" i="0" kern="1200" baseline="0">
              <a:latin typeface="Times New Roman" panose="02020603050405020304" pitchFamily="18" charset="0"/>
              <a:cs typeface="Times New Roman" panose="02020603050405020304" pitchFamily="18" charset="0"/>
            </a:rPr>
            <a:t>Higher AOV → stronger engagement</a:t>
          </a:r>
          <a:endParaRPr lang="en-US" sz="24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2767712" y="41753"/>
        <a:ext cx="2286328" cy="969957"/>
      </dsp:txXfrm>
    </dsp:sp>
    <dsp:sp modelId="{230142C5-72FC-494E-8B6F-37D1CDEFA148}">
      <dsp:nvSpPr>
        <dsp:cNvPr id="0" name=""/>
        <dsp:cNvSpPr/>
      </dsp:nvSpPr>
      <dsp:spPr>
        <a:xfrm>
          <a:off x="5452415" y="41753"/>
          <a:ext cx="969957" cy="969957"/>
        </a:xfrm>
        <a:prstGeom prst="ellipse">
          <a:avLst/>
        </a:prstGeom>
        <a:blipFill rotWithShape="0"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09C84CD-B44D-4AC6-8040-D2CA835410F4}">
      <dsp:nvSpPr>
        <dsp:cNvPr id="0" name=""/>
        <dsp:cNvSpPr/>
      </dsp:nvSpPr>
      <dsp:spPr>
        <a:xfrm>
          <a:off x="5656106" y="245444"/>
          <a:ext cx="562575" cy="562575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6CCB496-06BB-41F3-9CC2-73A73C2C662B}">
      <dsp:nvSpPr>
        <dsp:cNvPr id="0" name=""/>
        <dsp:cNvSpPr/>
      </dsp:nvSpPr>
      <dsp:spPr>
        <a:xfrm>
          <a:off x="6630221" y="41753"/>
          <a:ext cx="2286328" cy="9699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0" i="0" kern="1200" baseline="0">
              <a:latin typeface="Times New Roman" panose="02020603050405020304" pitchFamily="18" charset="0"/>
              <a:cs typeface="Times New Roman" panose="02020603050405020304" pitchFamily="18" charset="0"/>
            </a:rPr>
            <a:t>Multi-item purchases → higher revenue</a:t>
          </a:r>
          <a:endParaRPr lang="en-US" sz="24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6630221" y="41753"/>
        <a:ext cx="2286328" cy="969957"/>
      </dsp:txXfrm>
    </dsp:sp>
    <dsp:sp modelId="{6C09B5A5-A4F4-4332-84B8-F6D1DC162E85}">
      <dsp:nvSpPr>
        <dsp:cNvPr id="0" name=""/>
        <dsp:cNvSpPr/>
      </dsp:nvSpPr>
      <dsp:spPr>
        <a:xfrm>
          <a:off x="1589906" y="1782733"/>
          <a:ext cx="969957" cy="969957"/>
        </a:xfrm>
        <a:prstGeom prst="ellipse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3B633ED-2A28-4C89-ABAC-7C5E1B5DD240}">
      <dsp:nvSpPr>
        <dsp:cNvPr id="0" name=""/>
        <dsp:cNvSpPr/>
      </dsp:nvSpPr>
      <dsp:spPr>
        <a:xfrm>
          <a:off x="1793597" y="1986424"/>
          <a:ext cx="562575" cy="562575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AA8486D-EFEB-4985-A1CD-DEC423CA441E}">
      <dsp:nvSpPr>
        <dsp:cNvPr id="0" name=""/>
        <dsp:cNvSpPr/>
      </dsp:nvSpPr>
      <dsp:spPr>
        <a:xfrm>
          <a:off x="2767712" y="1782733"/>
          <a:ext cx="2286328" cy="9699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Revenue concentrated among fewer customers</a:t>
          </a:r>
          <a:endParaRPr lang="en-US" sz="24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2767712" y="1782733"/>
        <a:ext cx="2286328" cy="969957"/>
      </dsp:txXfrm>
    </dsp:sp>
    <dsp:sp modelId="{D5536B17-8AF2-4D31-9FAE-2AC03C855035}">
      <dsp:nvSpPr>
        <dsp:cNvPr id="0" name=""/>
        <dsp:cNvSpPr/>
      </dsp:nvSpPr>
      <dsp:spPr>
        <a:xfrm>
          <a:off x="5452415" y="1782733"/>
          <a:ext cx="969957" cy="969957"/>
        </a:xfrm>
        <a:prstGeom prst="ellipse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3A7E8FE-56D9-412A-BBF2-2BA533C1C4B4}">
      <dsp:nvSpPr>
        <dsp:cNvPr id="0" name=""/>
        <dsp:cNvSpPr/>
      </dsp:nvSpPr>
      <dsp:spPr>
        <a:xfrm>
          <a:off x="5656106" y="1986424"/>
          <a:ext cx="562575" cy="562575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80A5E16-56A6-4ED8-8E0A-7C98BA0EF5CD}">
      <dsp:nvSpPr>
        <dsp:cNvPr id="0" name=""/>
        <dsp:cNvSpPr/>
      </dsp:nvSpPr>
      <dsp:spPr>
        <a:xfrm>
          <a:off x="6630221" y="1782733"/>
          <a:ext cx="2286328" cy="9699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0" i="0" kern="1200" baseline="0">
              <a:latin typeface="Times New Roman" panose="02020603050405020304" pitchFamily="18" charset="0"/>
              <a:cs typeface="Times New Roman" panose="02020603050405020304" pitchFamily="18" charset="0"/>
            </a:rPr>
            <a:t>Demand focused on key products</a:t>
          </a:r>
          <a:endParaRPr lang="en-US" sz="24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6630221" y="1782733"/>
        <a:ext cx="2286328" cy="969957"/>
      </dsp:txXfrm>
    </dsp:sp>
    <dsp:sp modelId="{5593FFC5-A843-4422-9598-FF29D84CD6DC}">
      <dsp:nvSpPr>
        <dsp:cNvPr id="0" name=""/>
        <dsp:cNvSpPr/>
      </dsp:nvSpPr>
      <dsp:spPr>
        <a:xfrm>
          <a:off x="1589906" y="3523712"/>
          <a:ext cx="969957" cy="969957"/>
        </a:xfrm>
        <a:prstGeom prst="ellipse">
          <a:avLst/>
        </a:prstGeom>
        <a:solidFill>
          <a:schemeClr val="accent6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75C46DE-D739-46BE-A09B-54507F72A20A}">
      <dsp:nvSpPr>
        <dsp:cNvPr id="0" name=""/>
        <dsp:cNvSpPr/>
      </dsp:nvSpPr>
      <dsp:spPr>
        <a:xfrm>
          <a:off x="1793597" y="3727403"/>
          <a:ext cx="562575" cy="562575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5BB6C36-9DC4-4379-BBD8-5750ED262F48}">
      <dsp:nvSpPr>
        <dsp:cNvPr id="0" name=""/>
        <dsp:cNvSpPr/>
      </dsp:nvSpPr>
      <dsp:spPr>
        <a:xfrm>
          <a:off x="2767712" y="3523712"/>
          <a:ext cx="2286328" cy="9699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Early engagement is critical</a:t>
          </a:r>
          <a:endParaRPr lang="en-US" sz="24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2767712" y="3523712"/>
        <a:ext cx="2286328" cy="969957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759D674-DC72-40DB-BB27-4545AF6033CE}">
      <dsp:nvSpPr>
        <dsp:cNvPr id="0" name=""/>
        <dsp:cNvSpPr/>
      </dsp:nvSpPr>
      <dsp:spPr>
        <a:xfrm>
          <a:off x="913472" y="395220"/>
          <a:ext cx="1261526" cy="1261526"/>
        </a:xfrm>
        <a:prstGeom prst="round2DiagRect">
          <a:avLst>
            <a:gd name="adj1" fmla="val 29727"/>
            <a:gd name="adj2" fmla="val 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B096049E-4398-4084-80F9-DC788F5E4B7E}">
      <dsp:nvSpPr>
        <dsp:cNvPr id="0" name=""/>
        <dsp:cNvSpPr/>
      </dsp:nvSpPr>
      <dsp:spPr>
        <a:xfrm>
          <a:off x="1182322" y="664070"/>
          <a:ext cx="723826" cy="723826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75873E0-18B8-4F23-AA24-7F9363BC7867}">
      <dsp:nvSpPr>
        <dsp:cNvPr id="0" name=""/>
        <dsp:cNvSpPr/>
      </dsp:nvSpPr>
      <dsp:spPr>
        <a:xfrm>
          <a:off x="510197" y="2049681"/>
          <a:ext cx="2068076" cy="765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cap="all"/>
          </a:pPr>
          <a:r>
            <a:rPr lang="en-US" sz="2000" b="0" i="0" kern="1200" cap="none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Retention is Predictable, Not Random</a:t>
          </a:r>
          <a:endParaRPr lang="en-US" sz="2000" kern="1200" cap="none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510197" y="2049681"/>
        <a:ext cx="2068076" cy="765000"/>
      </dsp:txXfrm>
    </dsp:sp>
    <dsp:sp modelId="{92ADEEF5-8272-4438-A053-4A7A427FB278}">
      <dsp:nvSpPr>
        <dsp:cNvPr id="0" name=""/>
        <dsp:cNvSpPr/>
      </dsp:nvSpPr>
      <dsp:spPr>
        <a:xfrm>
          <a:off x="3343461" y="395220"/>
          <a:ext cx="1261526" cy="1261526"/>
        </a:xfrm>
        <a:prstGeom prst="round2DiagRect">
          <a:avLst>
            <a:gd name="adj1" fmla="val 29727"/>
            <a:gd name="adj2" fmla="val 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05EB06B-2385-4D3F-997A-7D2146040E35}">
      <dsp:nvSpPr>
        <dsp:cNvPr id="0" name=""/>
        <dsp:cNvSpPr/>
      </dsp:nvSpPr>
      <dsp:spPr>
        <a:xfrm>
          <a:off x="3612311" y="664070"/>
          <a:ext cx="723826" cy="723826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4D2C014-C2EE-4144-85C0-A11C741690C8}">
      <dsp:nvSpPr>
        <dsp:cNvPr id="0" name=""/>
        <dsp:cNvSpPr/>
      </dsp:nvSpPr>
      <dsp:spPr>
        <a:xfrm>
          <a:off x="2940187" y="2049681"/>
          <a:ext cx="2068076" cy="765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cap="all"/>
          </a:pPr>
          <a:r>
            <a:rPr lang="en-US" sz="2000" b="0" i="0" kern="1200" cap="none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First Purchase is Critical</a:t>
          </a:r>
          <a:endParaRPr lang="en-US" sz="2000" kern="1200" cap="none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2940187" y="2049681"/>
        <a:ext cx="2068076" cy="765000"/>
      </dsp:txXfrm>
    </dsp:sp>
    <dsp:sp modelId="{76D1CB0F-6460-46C6-BEDD-1B42F2F67936}">
      <dsp:nvSpPr>
        <dsp:cNvPr id="0" name=""/>
        <dsp:cNvSpPr/>
      </dsp:nvSpPr>
      <dsp:spPr>
        <a:xfrm>
          <a:off x="5773451" y="395220"/>
          <a:ext cx="1261526" cy="1261526"/>
        </a:xfrm>
        <a:prstGeom prst="round2DiagRect">
          <a:avLst>
            <a:gd name="adj1" fmla="val 29727"/>
            <a:gd name="adj2" fmla="val 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A7E86062-7168-42A9-9388-EBB09A4C6E76}">
      <dsp:nvSpPr>
        <dsp:cNvPr id="0" name=""/>
        <dsp:cNvSpPr/>
      </dsp:nvSpPr>
      <dsp:spPr>
        <a:xfrm>
          <a:off x="6042301" y="664070"/>
          <a:ext cx="723826" cy="723826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544AE7B-2701-41FC-AB92-2AC68DCDBAA2}">
      <dsp:nvSpPr>
        <dsp:cNvPr id="0" name=""/>
        <dsp:cNvSpPr/>
      </dsp:nvSpPr>
      <dsp:spPr>
        <a:xfrm>
          <a:off x="5370176" y="2049681"/>
          <a:ext cx="2068076" cy="765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cap="all"/>
          </a:pPr>
          <a:r>
            <a:rPr lang="en-US" sz="1800" b="0" i="0" kern="1200" cap="none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Customer Behavior Drives Outcomes</a:t>
          </a:r>
          <a:endParaRPr lang="en-US" sz="1800" kern="1200" cap="none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5370176" y="2049681"/>
        <a:ext cx="2068076" cy="765000"/>
      </dsp:txXfrm>
    </dsp:sp>
    <dsp:sp modelId="{16F0D84F-C764-4DFB-BC26-59B5946E19F7}">
      <dsp:nvSpPr>
        <dsp:cNvPr id="0" name=""/>
        <dsp:cNvSpPr/>
      </dsp:nvSpPr>
      <dsp:spPr>
        <a:xfrm>
          <a:off x="8203441" y="395220"/>
          <a:ext cx="1261526" cy="1261526"/>
        </a:xfrm>
        <a:prstGeom prst="round2DiagRect">
          <a:avLst>
            <a:gd name="adj1" fmla="val 29727"/>
            <a:gd name="adj2" fmla="val 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A3E90B0C-C160-4014-8C31-3A1C8B2C59D1}">
      <dsp:nvSpPr>
        <dsp:cNvPr id="0" name=""/>
        <dsp:cNvSpPr/>
      </dsp:nvSpPr>
      <dsp:spPr>
        <a:xfrm>
          <a:off x="8472291" y="664070"/>
          <a:ext cx="723826" cy="723826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9DEAC7F-F3FB-4A7C-AACD-636B95AA5B00}">
      <dsp:nvSpPr>
        <dsp:cNvPr id="0" name=""/>
        <dsp:cNvSpPr/>
      </dsp:nvSpPr>
      <dsp:spPr>
        <a:xfrm>
          <a:off x="7800166" y="2049681"/>
          <a:ext cx="2068076" cy="765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cap="all"/>
          </a:pPr>
          <a:r>
            <a:rPr lang="en-US" sz="1800" b="0" i="0" kern="1200" cap="none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Data-driven Strategies Improve Performance</a:t>
          </a:r>
          <a:endParaRPr lang="en-US" sz="1800" kern="1200" cap="none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7800166" y="2049681"/>
        <a:ext cx="2068076" cy="765000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18/2/layout/IconCircleList">
  <dgm:title val="Icon Circle List"/>
  <dgm:desc val="Use to show non-sequential or grouped chunks of information accompanied by related visuals. Circular shapes can hold an icon or small picture and corresponding text box shows Level 1 text. Works best for icons or small pictures with medium-length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alg type="sp"/>
    <dgm:shape xmlns:r="http://schemas.openxmlformats.org/officeDocument/2006/relationships" r:blip="">
      <dgm:adjLst/>
    </dgm:shape>
    <dgm:presOf/>
    <dgm:choose name="Name0">
      <dgm:if name="Name1" axis="ch" ptType="node" func="cnt" op="lte" val="3">
        <dgm:constrLst>
          <dgm:constr type="w" for="ch" forName="container" refType="w"/>
          <dgm:constr type="h" for="ch" forName="container" refType="h" fact="0.4"/>
        </dgm:constrLst>
      </dgm:if>
      <dgm:else name="Name2">
        <dgm:constrLst>
          <dgm:constr type="w" for="ch" forName="container" refType="w"/>
          <dgm:constr type="h" for="ch" forName="container" refType="h"/>
        </dgm:constrLst>
      </dgm:else>
    </dgm:choose>
    <dgm:ruleLst>
      <dgm:rule type="h" for="ch" forName="container" val="INF" fact="NaN" max="NaN"/>
    </dgm:ruleLst>
    <dgm:layoutNode name="container">
      <dgm:varLst>
        <dgm:dir/>
        <dgm:resizeHandles val="exact"/>
      </dgm:varLst>
      <dgm:choose name="Name3">
        <dgm:if name="Name4" axis="self" func="var" arg="dir" op="equ" val="norm">
          <dgm:alg type="snake">
            <dgm:param type="grDir" val="tL"/>
            <dgm:param type="flowDir" val="row"/>
            <dgm:param type="contDir" val="sameDir"/>
          </dgm:alg>
        </dgm:if>
        <dgm:else name="Name5">
          <dgm:alg type="snake">
            <dgm:param type="grDir" val="tR"/>
            <dgm:param type="flowDir" val="row"/>
            <dgm:param type="contDir" val="sameDi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w" for="ch" forName="compNode" refType="w"/>
        <dgm:constr type="h" for="ch" forName="compNode" refType="w" fact="0.28"/>
        <dgm:constr type="w" for="ch" forName="sibTrans" refType="w" refFor="ch" refForName="compNode" fact="0.115"/>
        <dgm:constr type="sp" refType="h" op="equ" fact="0.17"/>
        <dgm:constr type="primFontSz" for="des" ptType="node" op="equ" val="24"/>
        <dgm:constr type="h" for="des" forName="compNode" op="equ"/>
        <dgm:constr type="h" for="des" forName="iconBgRect" op="equ"/>
      </dgm:constrLst>
      <dgm:ruleLst>
        <dgm:rule type="w" for="ch" forName="compNode" val="60" fact="NaN" max="NaN"/>
      </dgm:ruleLst>
      <dgm:forEach name="Name6" axis="ch" ptType="node">
        <dgm:layoutNode name="compNode">
          <dgm:alg type="composite"/>
          <dgm:shape xmlns:r="http://schemas.openxmlformats.org/officeDocument/2006/relationships" r:blip="">
            <dgm:adjLst/>
          </dgm:shape>
          <dgm:presOf axis="self"/>
          <dgm:constrLst>
            <dgm:constr type="w" for="ch" forName="iconBgRect" refType="w" fact="0.28"/>
            <dgm:constr type="h" for="ch" forName="iconBgRect" refType="w" refFor="ch" refForName="iconBgRect"/>
            <dgm:constr type="t" for="ch" forName="iconBgRect"/>
            <dgm:constr type="l" for="ch" forName="iconBgRect"/>
            <dgm:constr type="w" for="ch" forName="iconRect" refType="w" refFor="ch" refForName="iconBgRect" fact="0.58"/>
            <dgm:constr type="h" for="ch" forName="iconRect" refType="w" refFor="ch" refForName="iconRect"/>
            <dgm:constr type="ctrX" for="ch" forName="iconRect" refType="ctrX" refFor="ch" refForName="iconBgRect"/>
            <dgm:constr type="ctrY" for="ch" forName="iconRect" refType="ctrY" refFor="ch" refForName="iconBgRect"/>
            <dgm:constr type="w" for="ch" forName="spaceRect" refType="w" fact="0.06"/>
            <dgm:constr type="h" for="ch" forName="spaceRect" refType="h" refFor="ch" refForName="iconBgRect"/>
            <dgm:constr type="t" for="ch" forName="spaceRect" refType="t" refFor="ch" refForName="iconBgRect"/>
            <dgm:constr type="l" for="ch" forName="spaceRect" refType="r" refFor="ch" refForName="iconBgRect"/>
            <dgm:constr type="h" for="ch" forName="textRect" refType="h" refFor="ch" refForName="iconBgRect"/>
            <dgm:constr type="t" for="ch" forName="textRect" refType="t" refFor="ch" refForName="iconBgRect"/>
            <dgm:constr type="l" for="ch" forName="textRect" refType="r" refFor="ch" refForName="spaceRect"/>
          </dgm:constrLst>
          <dgm:ruleLst/>
          <dgm:layoutNode name="iconBgRect" styleLbl="bgShp">
            <dgm:alg type="sp"/>
            <dgm:shape xmlns:r="http://schemas.openxmlformats.org/officeDocument/2006/relationships" type="ellipse" r:blip="">
              <dgm:adjLst/>
            </dgm:shape>
            <dgm:presOf/>
            <dgm:constrLst/>
            <dgm:ruleLst/>
          </dgm:layoutNode>
          <dgm:layoutNode name="iconRect" styleLbl="node1">
            <dgm:alg type="sp"/>
            <dgm:shape xmlns:r="http://schemas.openxmlformats.org/officeDocument/2006/relationships" type="rect" r:blip="" blipPhldr="1">
              <dgm:adjLst/>
            </dgm:shape>
            <dgm:presOf/>
            <dgm:constrLst/>
            <dgm:ruleLst/>
          </dgm:layoutNode>
          <dgm:layoutNode name="spaceRect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  <dgm:layoutNode name="textRect" styleLbl="revTx">
            <dgm:varLst>
              <dgm:chMax val="1"/>
              <dgm:chPref val="1"/>
            </dgm:varLst>
            <dgm:choose name="Name7">
              <dgm:if name="Name8" func="var" arg="dir" op="equ" val="norm">
                <dgm:alg type="tx">
                  <dgm:param type="txAnchorVert" val="mid"/>
                  <dgm:param type="parTxLTRAlign" val="l"/>
                  <dgm:param type="shpTxLTRAlignCh" val="l"/>
                  <dgm:param type="parTxRTLAlign" val="l"/>
                  <dgm:param type="shpTxRTLAlignCh" val="l"/>
                </dgm:alg>
              </dgm:if>
              <dgm:else name="Name9">
                <dgm:alg type="tx">
                  <dgm:param type="txAnchorVert" val="mid"/>
                  <dgm:param type="parTxLTRAlign" val="r"/>
                  <dgm:param type="shpTxLTRAlignCh" val="r"/>
                  <dgm:param type="parTxRTLAlign" val="r"/>
                  <dgm:param type="shpTxRTLAlignCh" val="r"/>
                </dgm:alg>
              </dgm:else>
            </dgm:choose>
            <dgm:shape xmlns:r="http://schemas.openxmlformats.org/officeDocument/2006/relationships" type="rect" r:blip="">
              <dgm:adjLst/>
            </dgm:shape>
            <dgm:presOf axis="self" ptType="node"/>
            <dgm:constrLst>
              <dgm:constr type="lMarg"/>
              <dgm:constr type="rMarg"/>
              <dgm:constr type="tMarg"/>
              <dgm:constr type="bMarg"/>
            </dgm:constrLst>
            <dgm:ruleLst>
              <dgm:rule type="primFontSz" val="11" fact="NaN" max="NaN"/>
            </dgm:ruleLst>
          </dgm:layoutNode>
        </dgm:layoutNode>
        <dgm:forEach name="Name10" axis="followSib" ptType="sibTrans" cnt="1">
          <dgm:layoutNode name="sibTrans">
            <dgm:alg type="sp"/>
            <dgm:shape xmlns:r="http://schemas.openxmlformats.org/officeDocument/2006/relationships" type="rect" r:blip="" hideGeom="1">
              <dgm:adjLst/>
            </dgm:shape>
            <dgm:presOf axis="self"/>
            <dgm:constrLst/>
            <dgm:ruleLst/>
          </dgm:layoutNode>
        </dgm:forEach>
      </dgm:forEach>
    </dgm:layoutNode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</dgm1612:lstStyle>
    </a:ext>
  </dgm:extLst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18/5/layout/IconLeafLabelList">
  <dgm:title val="Icon Leaf Label List"/>
  <dgm:desc val="Use to show non-sequential or grouped chunks of information accompanied by a related visuals. Works best with icons or small pictures with short text ca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snake">
          <dgm:param type="grDir" val="tL"/>
          <dgm:param type="flowDir" val="row"/>
          <dgm:param type="contDir" val="sameDir"/>
          <dgm:param type="off" val="ctr"/>
          <dgm:param type="vertAlign" val="mid"/>
          <dgm:param type="horzAlign" val="ctr"/>
        </dgm:alg>
      </dgm:if>
      <dgm:else name="Name2">
        <dgm:alg type="snake">
          <dgm:param type="grDir" val="tR"/>
          <dgm:param type="flowDir" val="row"/>
          <dgm:param type="contDir" val="sameDir"/>
          <dgm:param type="off" val="ctr"/>
          <dgm:param type="vertAlign" val="mid"/>
          <dgm:param type="horzAlign" val="ct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2">
        <dgm:constrLst>
          <dgm:constr type="h" for="ch" forName="compNode" refType="h" fact="0.4"/>
          <dgm:constr type="w" for="ch" forName="compNode" val="100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44"/>
          <dgm:constr type="h" for="des" forName="compNode" op="equ"/>
          <dgm:constr type="h" for="des" forName="textRect" op="equ"/>
        </dgm:constrLst>
      </dgm:if>
      <dgm:if name="Name5" axis="ch" ptType="node" func="cnt" op="lte" val="3">
        <dgm:constrLst>
          <dgm:constr type="h" for="ch" forName="compNode" refType="h" fact="0.4"/>
          <dgm:constr type="w" for="ch" forName="compNode" val="100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40"/>
          <dgm:constr type="h" for="des" forName="compNode" op="equ"/>
          <dgm:constr type="h" for="des" forName="textRect" op="equ"/>
        </dgm:constrLst>
      </dgm:if>
      <dgm:if name="Name6" axis="ch" ptType="node" func="cnt" op="lte" val="4">
        <dgm:constrLst>
          <dgm:constr type="h" for="ch" forName="compNode" refType="h" fact="0.4"/>
          <dgm:constr type="w" for="ch" forName="compNode" refType="w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32"/>
          <dgm:constr type="h" for="des" forName="compNode" op="equ"/>
          <dgm:constr type="h" for="des" forName="textRect" op="equ"/>
        </dgm:constrLst>
      </dgm:if>
      <dgm:else name="Name7">
        <dgm:constrLst>
          <dgm:constr type="h" for="ch" forName="compNode" refType="h" fact="0.4"/>
          <dgm:constr type="w" for="ch" forName="compNode" refType="w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24"/>
          <dgm:constr type="h" for="des" forName="compNode" op="equ"/>
          <dgm:constr type="h" for="des" forName="textRect" op="equ"/>
        </dgm:constrLst>
      </dgm:else>
    </dgm:choose>
    <dgm:ruleLst>
      <dgm:rule type="w" for="ch" forName="compNode" val="5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BgRect" refType="w" fact="0.61"/>
          <dgm:constr type="h" for="ch" forName="iconBgRect" refType="w" refFor="ch" refForName="iconBgRect"/>
          <dgm:constr type="t" for="ch" forName="iconBgRect"/>
          <dgm:constr type="ctrX" for="ch" forName="iconBgRect" refType="w" fact="0.5"/>
          <dgm:constr type="w" for="ch" forName="iconRect" refType="w" fact="0.35"/>
          <dgm:constr type="h" for="ch" forName="iconRect" refType="w" refFor="ch" refForName="iconRect"/>
          <dgm:constr type="ctrX" for="ch" forName="iconRect" refType="ctrX" refFor="ch" refForName="iconBgRect"/>
          <dgm:constr type="ctrY" for="ch" forName="iconRect" refType="ctrY" refFor="ch" refForName="iconBgRect"/>
          <dgm:constr type="h" for="ch" forName="spaceRect" refType="w" fact="0.19"/>
          <dgm:constr type="w" for="ch" forName="spaceRect" refType="w"/>
          <dgm:constr type="l" for="ch" forName="spaceRect"/>
          <dgm:constr type="t" for="ch" forName="spaceRect" refType="b" refFor="ch" refForName="iconBgRect"/>
          <dgm:constr type="h" for="ch" forName="textRect" val="20"/>
          <dgm:constr type="w" for="ch" forName="textRect" refType="w"/>
          <dgm:constr type="l" for="ch" forName="textRect"/>
          <dgm:constr type="t" for="ch" forName="textRect" refType="b" refFor="ch" refForName="spaceRect"/>
        </dgm:constrLst>
        <dgm:ruleLst>
          <dgm:rule type="h" val="INF" fact="NaN" max="NaN"/>
        </dgm:ruleLst>
        <dgm:layoutNode name="iconBgRect" styleLbl="bgShp">
          <dgm:alg type="sp"/>
          <dgm:shape xmlns:r="http://schemas.openxmlformats.org/officeDocument/2006/relationships" type="round2DiagRect" r:blip="">
            <dgm:adjLst/>
            <dgm:extLst>
              <a:ext uri="{B698B0E9-8C71-41B9-8309-B3DCBF30829C}">
                <dgm1612:spPr xmlns:dgm1612="http://schemas.microsoft.com/office/drawing/2016/12/diagram">
                  <a:prstGeom prst="round2DiagRect">
                    <a:avLst>
                      <a:gd name="adj1" fmla="val 29727"/>
                      <a:gd name="adj2" fmla="val 0"/>
                    </a:avLst>
                  </a:prstGeom>
                </dgm1612:spPr>
              </a:ext>
            </dgm:ext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textRect" styleLbl="revTx">
          <dgm:varLst>
            <dgm:chMax val="1"/>
            <dgm:chPref val="1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1" fact="NaN" max="NaN"/>
            <dgm:rule type="h" val="INF" fact="NaN" max="NaN"/>
          </dgm:ruleLst>
        </dgm:layoutNode>
      </dgm:layoutNode>
      <dgm:forEach name="Name9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cap="all"/>
        </a:lvl1pPr>
      </dgm1612:lstStyle>
    </a:ext>
  </dgm:extLst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79B1902-E8FA-1793-48DB-E5FE70651A0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05F0057C-9A56-5F1B-0C96-8AC43D40B38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6B53718-A1C6-AA26-52E3-4CF46072695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A5D6DF-DD77-F443-8F55-DC8A3A2A6CCD}" type="datetimeFigureOut">
              <a:rPr lang="en-US" smtClean="0"/>
              <a:t>4/6/26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87E5B84-CDD9-C4B4-A6CC-BDF5C42555F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CFC9A91-A0A5-0085-A3F9-7353D0C6B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6609933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9DB4EE-5F40-6786-7053-BD7CE43EC1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7C3DE78-B38F-A9C7-EB98-16AA9C50549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8951A33-7ADC-2C07-7A2C-F215C7AE6B5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A5D6DF-DD77-F443-8F55-DC8A3A2A6CCD}" type="datetimeFigureOut">
              <a:rPr lang="en-US" smtClean="0"/>
              <a:t>4/6/26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BF1A4E5-8886-E40D-52A4-E6E51AC1203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8F288BE-7E7D-3B02-BACD-6EF29471006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862050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CFEA2A-E2FA-1E06-B1A0-1ADC980785B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3877EAA-AD9D-06F1-561E-0E4BC75B488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FBEF165-CD00-4552-F238-1B85BD65446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A5D6DF-DD77-F443-8F55-DC8A3A2A6CCD}" type="datetimeFigureOut">
              <a:rPr lang="en-US" smtClean="0"/>
              <a:t>4/6/26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8756A67-3BE9-A3E8-5D41-DFAE7365BD2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3E31D96-E122-9E92-CD80-816C5246BB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125509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8575540-4C77-5242-0B15-6348EE0DAED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068041-7545-E153-EAE7-37E038A641BD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79AC8BB2-A14A-B94D-8E0C-479A46DBA25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20BE380-4BEE-BE3F-15A2-169618C5B2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A5D6DF-DD77-F443-8F55-DC8A3A2A6CCD}" type="datetimeFigureOut">
              <a:rPr lang="en-US" smtClean="0"/>
              <a:t>4/6/26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45857DB-9EAC-8CDA-7715-CAF09FA7223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5FD6054-E8A4-21C7-2ED3-C661E0EA90D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8818927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63DC35-EBD2-7B52-521E-7F614710CD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788873D-5AC2-0436-25E5-833839B8600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064C50AB-7CF9-FA60-50D3-65CE17EB62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0611060-AA81-AC24-8809-293B499C08DB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C36BE36-C293-A726-45C2-AC6CF697ED87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DE3683BD-E434-E97F-1E8C-A0D09B7612C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A5D6DF-DD77-F443-8F55-DC8A3A2A6CCD}" type="datetimeFigureOut">
              <a:rPr lang="en-US" smtClean="0"/>
              <a:t>4/6/26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8552F14E-2ADA-754D-D850-73003D8BAAD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F559E7A3-5B8F-160B-895C-13830FB427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3513956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FFC5E1C-8B83-7668-097D-3C9063B862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4056D84-41B2-2BA8-886E-619005F8A7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A5D6DF-DD77-F443-8F55-DC8A3A2A6CCD}" type="datetimeFigureOut">
              <a:rPr lang="en-US" smtClean="0"/>
              <a:t>4/6/26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66ABA64-EAA0-F2F9-8484-C8A51A7E4B1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5DDC20B-6541-243F-DC6E-38B563C49E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870552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CAA8393-856A-1F06-0125-6BBFC3C1415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A5D6DF-DD77-F443-8F55-DC8A3A2A6CCD}" type="datetimeFigureOut">
              <a:rPr lang="en-US" smtClean="0"/>
              <a:t>4/6/26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295BDDD-D1E1-0913-AEF7-98D2E9609D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77E36F7-BEC9-77C9-5721-56663DAF39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4353965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BF98367-3982-21E9-0EF4-BE0CA6EEA4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56BA2D9-A817-3C27-02AF-FD86B10E75D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0C2D29D-F4CC-693D-9987-6C8810FF835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281F9D3-9E7C-84E0-BA52-3D7D8B7BAA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A5D6DF-DD77-F443-8F55-DC8A3A2A6CCD}" type="datetimeFigureOut">
              <a:rPr lang="en-US" smtClean="0"/>
              <a:t>4/6/26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FF64F94-1BD4-B537-C3AA-21C99F7870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ABF9F3B-C91D-8630-0C51-B68EC01237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2799450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19075F0-8E91-5786-758A-C724216CB9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CD06571-5EF5-F11F-4674-6B920ADC02A9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2CB386C-89DA-BEC8-F422-EA137E24E2D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BE7B2DF-54CB-83E2-9A10-0C5DE6F8093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A5D6DF-DD77-F443-8F55-DC8A3A2A6CCD}" type="datetimeFigureOut">
              <a:rPr lang="en-US" smtClean="0"/>
              <a:t>4/6/26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1391FDC-68DF-65BD-857E-4969AB2E0AF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EA12B24-CB1A-4C85-A644-87DEC9DE78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1975416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6776A6B-273B-C92B-A089-0597EC896C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6738EDD2-B35A-CD7B-47ED-B9255571EFE3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84076BC-D935-C6C1-AAAF-B23EDF79648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A5D6DF-DD77-F443-8F55-DC8A3A2A6CCD}" type="datetimeFigureOut">
              <a:rPr lang="en-US" smtClean="0"/>
              <a:t>4/6/26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294531C-1489-57D1-9A15-ABB6CF71EF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68F6166-8942-FD6B-E67E-AA7BDAFB6A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7373110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A9F07FA9-2E4F-B5DC-6FED-2F681676499E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787F0516-AB10-6FAF-C71A-FA7C31013E4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C2B1263-D112-1274-4300-84F8D578D2A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A5D6DF-DD77-F443-8F55-DC8A3A2A6CCD}" type="datetimeFigureOut">
              <a:rPr lang="en-US" smtClean="0"/>
              <a:t>4/6/26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374915A-41D5-CC80-38F7-415AF41CC4B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B9ED6B2-5A7C-47AC-0D02-11C3636787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805653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7DB4007-8049-BCED-D0DA-356CEB3675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E868744-4911-2734-D8A5-9C7852AE70A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3BA4756-6E59-D530-FD09-04527AFFE5B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F2A5D6DF-DD77-F443-8F55-DC8A3A2A6CCD}" type="datetimeFigureOut">
              <a:rPr lang="en-US" smtClean="0"/>
              <a:t>4/6/26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6F93118-09CF-A026-895C-172B5C0EDD7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7B0650C-E71A-0747-C88A-D1C0C368435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843955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2.xml"/><Relationship Id="rId7" Type="http://schemas.microsoft.com/office/2007/relationships/diagramDrawing" Target="../diagrams/drawing2.xml"/><Relationship Id="rId2" Type="http://schemas.openxmlformats.org/officeDocument/2006/relationships/image" Target="../media/image8.svg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2.xml"/><Relationship Id="rId5" Type="http://schemas.openxmlformats.org/officeDocument/2006/relationships/diagramQuickStyle" Target="../diagrams/quickStyle2.xml"/><Relationship Id="rId4" Type="http://schemas.openxmlformats.org/officeDocument/2006/relationships/diagramLayout" Target="../diagrams/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microsoft.com/office/2014/relationships/chartEx" Target="../charts/chartEx1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3.sv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.xml"/><Relationship Id="rId2" Type="http://schemas.openxmlformats.org/officeDocument/2006/relationships/diagramData" Target="../diagrams/data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.xml"/><Relationship Id="rId5" Type="http://schemas.openxmlformats.org/officeDocument/2006/relationships/diagramColors" Target="../diagrams/colors4.xml"/><Relationship Id="rId4" Type="http://schemas.openxmlformats.org/officeDocument/2006/relationships/diagramQuickStyle" Target="../diagrams/quickStyle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8" name="Rectangle 37">
            <a:extLst>
              <a:ext uri="{FF2B5EF4-FFF2-40B4-BE49-F238E27FC236}">
                <a16:creationId xmlns:a16="http://schemas.microsoft.com/office/drawing/2014/main" id="{E91DC736-0EF8-4F87-9146-EBF1D2EE4D3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1F6AD7F4-94F4-038D-F349-DD9585A4584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9089" b="24292"/>
          <a:stretch>
            <a:fillRect/>
          </a:stretch>
        </p:blipFill>
        <p:spPr>
          <a:xfrm>
            <a:off x="3523488" y="10"/>
            <a:ext cx="8668512" cy="6857990"/>
          </a:xfrm>
          <a:prstGeom prst="rect">
            <a:avLst/>
          </a:prstGeom>
        </p:spPr>
      </p:pic>
      <p:sp>
        <p:nvSpPr>
          <p:cNvPr id="40" name="Rectangle 39">
            <a:extLst>
              <a:ext uri="{FF2B5EF4-FFF2-40B4-BE49-F238E27FC236}">
                <a16:creationId xmlns:a16="http://schemas.microsoft.com/office/drawing/2014/main" id="{097CD68E-23E3-4007-8847-CD0944C4F7B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756601" cy="6858000"/>
          </a:xfrm>
          <a:prstGeom prst="rect">
            <a:avLst/>
          </a:prstGeom>
          <a:gradFill>
            <a:gsLst>
              <a:gs pos="58000">
                <a:schemeClr val="bg1"/>
              </a:gs>
              <a:gs pos="35000">
                <a:schemeClr val="bg1">
                  <a:alpha val="79000"/>
                </a:schemeClr>
              </a:gs>
              <a:gs pos="19000">
                <a:schemeClr val="bg1">
                  <a:alpha val="38000"/>
                </a:schemeClr>
              </a:gs>
              <a:gs pos="0">
                <a:schemeClr val="bg1">
                  <a:alpha val="0"/>
                </a:schemeClr>
              </a:gs>
              <a:gs pos="100000">
                <a:schemeClr val="bg1"/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Rectangle 1">
            <a:extLst>
              <a:ext uri="{FF2B5EF4-FFF2-40B4-BE49-F238E27FC236}">
                <a16:creationId xmlns:a16="http://schemas.microsoft.com/office/drawing/2014/main" id="{25B3EB86-BD6C-F830-70D3-CEAFB0C55AEF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 bwMode="auto">
          <a:xfrm>
            <a:off x="173180" y="1140370"/>
            <a:ext cx="5922820" cy="2341419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lIns="91440" tIns="45720" rIns="91440" bIns="45720" numCol="1" anchor="b" anchorCtr="0" compatLnSpc="1">
            <a:prstTxWarp prst="textNoShape">
              <a:avLst/>
            </a:prstTxWarp>
            <a:normAutofit/>
          </a:bodyPr>
          <a:lstStyle/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48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Customer Retention Analysis – Canada Vapes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72499D5D-781F-2AD7-2C4E-320A15D3ED0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81029" y="3481789"/>
            <a:ext cx="4505500" cy="2480613"/>
          </a:xfrm>
        </p:spPr>
        <p:txBody>
          <a:bodyPr>
            <a:normAutofit fontScale="92500"/>
          </a:bodyPr>
          <a:lstStyle/>
          <a:p>
            <a:pPr algn="l"/>
            <a:r>
              <a:rPr lang="en-US" sz="2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Group 5:</a:t>
            </a:r>
          </a:p>
          <a:p>
            <a:pPr marL="457200" lvl="0" indent="-457200" algn="l">
              <a:buFont typeface="+mj-lt"/>
              <a:buAutoNum type="arabicPeriod"/>
            </a:pPr>
            <a:r>
              <a:rPr lang="en-CA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Neel </a:t>
            </a:r>
            <a:r>
              <a:rPr lang="en-CA" sz="21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Manishbhai</a:t>
            </a:r>
            <a:r>
              <a:rPr lang="en-CA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CA" sz="21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Mendapara</a:t>
            </a:r>
            <a:r>
              <a:rPr lang="en-CA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- 1275495</a:t>
            </a:r>
          </a:p>
          <a:p>
            <a:pPr marL="457200" lvl="0" indent="-457200" algn="l">
              <a:buFont typeface="+mj-lt"/>
              <a:buAutoNum type="arabicPeriod"/>
            </a:pPr>
            <a:r>
              <a:rPr lang="en-CA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Nischith Sudarshan Reddy - 1258755</a:t>
            </a:r>
          </a:p>
          <a:p>
            <a:pPr marL="457200" lvl="0" indent="-457200" algn="l">
              <a:buFont typeface="+mj-lt"/>
              <a:buAutoNum type="arabicPeriod"/>
            </a:pPr>
            <a:r>
              <a:rPr lang="en-CA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Parth </a:t>
            </a:r>
            <a:r>
              <a:rPr lang="en-CA" sz="21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Mihirbhai</a:t>
            </a:r>
            <a:r>
              <a:rPr lang="en-CA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Patel - 1292923</a:t>
            </a:r>
          </a:p>
          <a:p>
            <a:pPr marL="457200" lvl="0" indent="-457200" algn="l">
              <a:buFont typeface="+mj-lt"/>
              <a:buAutoNum type="arabicPeriod"/>
            </a:pPr>
            <a:r>
              <a:rPr lang="en-CA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Philip Maliki </a:t>
            </a:r>
            <a:r>
              <a:rPr lang="en-CA" sz="21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Amedu</a:t>
            </a:r>
            <a:r>
              <a:rPr lang="en-CA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- 1238583</a:t>
            </a:r>
          </a:p>
          <a:p>
            <a:pPr marL="457200" lvl="0" indent="-457200" algn="l">
              <a:buFont typeface="+mj-lt"/>
              <a:buAutoNum type="arabicPeriod"/>
            </a:pPr>
            <a:r>
              <a:rPr lang="en-CA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Pooja Somashekar - 1258760</a:t>
            </a:r>
          </a:p>
          <a:p>
            <a:pPr algn="l"/>
            <a:endParaRPr lang="en-US" sz="20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/>
            <a:endParaRPr lang="en-US" sz="2000" dirty="0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AF2F604E-43BE-4DC3-B983-E071523364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759921" y="346791"/>
            <a:ext cx="146304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08C9B587-E65E-4B52-B37C-ABEBB6E8792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81029" y="4546920"/>
            <a:ext cx="3977640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27661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4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42" name="Rectangle 41">
            <a:extLst>
              <a:ext uri="{FF2B5EF4-FFF2-40B4-BE49-F238E27FC236}">
                <a16:creationId xmlns:a16="http://schemas.microsoft.com/office/drawing/2014/main" id="{231BF440-39FA-4087-84CC-2EEC0BBDAF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 descr="Boxes On Rack In Warehouse">
            <a:extLst>
              <a:ext uri="{FF2B5EF4-FFF2-40B4-BE49-F238E27FC236}">
                <a16:creationId xmlns:a16="http://schemas.microsoft.com/office/drawing/2014/main" id="{0210934B-71A0-2AD6-78F5-A9318AA36CE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12544" r="-2" b="18482"/>
          <a:stretch>
            <a:fillRect/>
          </a:stretch>
        </p:blipFill>
        <p:spPr>
          <a:xfrm>
            <a:off x="4883025" y="10"/>
            <a:ext cx="7308975" cy="3364982"/>
          </a:xfrm>
          <a:custGeom>
            <a:avLst/>
            <a:gdLst/>
            <a:ahLst/>
            <a:cxnLst/>
            <a:rect l="l" t="t" r="r" b="b"/>
            <a:pathLst>
              <a:path w="7308975" h="3364992">
                <a:moveTo>
                  <a:pt x="0" y="0"/>
                </a:moveTo>
                <a:lnTo>
                  <a:pt x="7308975" y="0"/>
                </a:lnTo>
                <a:lnTo>
                  <a:pt x="7308975" y="3364992"/>
                </a:lnTo>
                <a:lnTo>
                  <a:pt x="1210305" y="3364992"/>
                </a:lnTo>
                <a:lnTo>
                  <a:pt x="1192705" y="2943200"/>
                </a:lnTo>
                <a:cubicBezTo>
                  <a:pt x="1098874" y="1825108"/>
                  <a:pt x="684692" y="821621"/>
                  <a:pt x="62981" y="69271"/>
                </a:cubicBezTo>
                <a:close/>
              </a:path>
            </a:pathLst>
          </a:cu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A535156D-1457-4A5C-6FB5-2288369C904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10988" r="-2" b="40549"/>
          <a:stretch>
            <a:fillRect/>
          </a:stretch>
        </p:blipFill>
        <p:spPr>
          <a:xfrm>
            <a:off x="6921306" y="3493008"/>
            <a:ext cx="4375052" cy="2793183"/>
          </a:xfrm>
          <a:custGeom>
            <a:avLst/>
            <a:gdLst/>
            <a:ahLst/>
            <a:cxnLst/>
            <a:rect l="l" t="t" r="r" b="b"/>
            <a:pathLst>
              <a:path w="7308975" h="3364992">
                <a:moveTo>
                  <a:pt x="1210305" y="0"/>
                </a:moveTo>
                <a:lnTo>
                  <a:pt x="7308975" y="0"/>
                </a:lnTo>
                <a:lnTo>
                  <a:pt x="7308975" y="3364992"/>
                </a:lnTo>
                <a:lnTo>
                  <a:pt x="0" y="3364992"/>
                </a:lnTo>
                <a:lnTo>
                  <a:pt x="62981" y="3295722"/>
                </a:lnTo>
                <a:cubicBezTo>
                  <a:pt x="684692" y="2543371"/>
                  <a:pt x="1098874" y="1539884"/>
                  <a:pt x="1192705" y="421793"/>
                </a:cubicBezTo>
                <a:close/>
              </a:path>
            </a:pathLst>
          </a:custGeom>
        </p:spPr>
      </p:pic>
      <p:sp useBgFill="1">
        <p:nvSpPr>
          <p:cNvPr id="44" name="Freeform: Shape 43">
            <a:extLst>
              <a:ext uri="{FF2B5EF4-FFF2-40B4-BE49-F238E27FC236}">
                <a16:creationId xmlns:a16="http://schemas.microsoft.com/office/drawing/2014/main" id="{F04E4CBA-303B-48BD-8451-C2701CB0EE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6096001" cy="6858000"/>
          </a:xfrm>
          <a:custGeom>
            <a:avLst/>
            <a:gdLst>
              <a:gd name="connsiteX0" fmla="*/ 0 w 6096001"/>
              <a:gd name="connsiteY0" fmla="*/ 0 h 6858000"/>
              <a:gd name="connsiteX1" fmla="*/ 4883024 w 6096001"/>
              <a:gd name="connsiteY1" fmla="*/ 0 h 6858000"/>
              <a:gd name="connsiteX2" fmla="*/ 4946006 w 6096001"/>
              <a:gd name="connsiteY2" fmla="*/ 69271 h 6858000"/>
              <a:gd name="connsiteX3" fmla="*/ 6096001 w 6096001"/>
              <a:gd name="connsiteY3" fmla="*/ 3429000 h 6858000"/>
              <a:gd name="connsiteX4" fmla="*/ 4946006 w 6096001"/>
              <a:gd name="connsiteY4" fmla="*/ 6788730 h 6858000"/>
              <a:gd name="connsiteX5" fmla="*/ 4883024 w 6096001"/>
              <a:gd name="connsiteY5" fmla="*/ 6858000 h 6858000"/>
              <a:gd name="connsiteX6" fmla="*/ 0 w 6096001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96001" h="6858000">
                <a:moveTo>
                  <a:pt x="0" y="0"/>
                </a:moveTo>
                <a:lnTo>
                  <a:pt x="4883024" y="0"/>
                </a:lnTo>
                <a:lnTo>
                  <a:pt x="4946006" y="69271"/>
                </a:lnTo>
                <a:cubicBezTo>
                  <a:pt x="5656532" y="929100"/>
                  <a:pt x="6096001" y="2116944"/>
                  <a:pt x="6096001" y="3429000"/>
                </a:cubicBezTo>
                <a:cubicBezTo>
                  <a:pt x="6096001" y="4741056"/>
                  <a:pt x="5656532" y="5928900"/>
                  <a:pt x="4946006" y="6788730"/>
                </a:cubicBezTo>
                <a:lnTo>
                  <a:pt x="4883024" y="6858000"/>
                </a:lnTo>
                <a:lnTo>
                  <a:pt x="0" y="6858000"/>
                </a:lnTo>
                <a:close/>
              </a:path>
            </a:pathLst>
          </a:custGeom>
          <a:ln w="9525">
            <a:solidFill>
              <a:srgbClr val="EFEFEF"/>
            </a:solidFill>
          </a:ln>
          <a:effectLst>
            <a:outerShdw blurRad="50800" dist="38100" algn="l" rotWithShape="0">
              <a:schemeClr val="bg1">
                <a:lumMod val="85000"/>
                <a:alpha val="3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 useBgFill="1">
        <p:nvSpPr>
          <p:cNvPr id="46" name="Freeform: Shape 45">
            <a:extLst>
              <a:ext uri="{FF2B5EF4-FFF2-40B4-BE49-F238E27FC236}">
                <a16:creationId xmlns:a16="http://schemas.microsoft.com/office/drawing/2014/main" id="{F6CA58B3-AFCC-4A40-9882-50D5080879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6087332" cy="6858000"/>
          </a:xfrm>
          <a:custGeom>
            <a:avLst/>
            <a:gdLst>
              <a:gd name="connsiteX0" fmla="*/ 0 w 6087332"/>
              <a:gd name="connsiteY0" fmla="*/ 0 h 6858000"/>
              <a:gd name="connsiteX1" fmla="*/ 4874355 w 6087332"/>
              <a:gd name="connsiteY1" fmla="*/ 0 h 6858000"/>
              <a:gd name="connsiteX2" fmla="*/ 4937337 w 6087332"/>
              <a:gd name="connsiteY2" fmla="*/ 69271 h 6858000"/>
              <a:gd name="connsiteX3" fmla="*/ 6087332 w 6087332"/>
              <a:gd name="connsiteY3" fmla="*/ 3429000 h 6858000"/>
              <a:gd name="connsiteX4" fmla="*/ 4937337 w 6087332"/>
              <a:gd name="connsiteY4" fmla="*/ 6788730 h 6858000"/>
              <a:gd name="connsiteX5" fmla="*/ 4874355 w 6087332"/>
              <a:gd name="connsiteY5" fmla="*/ 6858000 h 6858000"/>
              <a:gd name="connsiteX6" fmla="*/ 0 w 6087332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87332" h="6858000">
                <a:moveTo>
                  <a:pt x="0" y="0"/>
                </a:moveTo>
                <a:lnTo>
                  <a:pt x="4874355" y="0"/>
                </a:lnTo>
                <a:lnTo>
                  <a:pt x="4937337" y="69271"/>
                </a:lnTo>
                <a:cubicBezTo>
                  <a:pt x="5647863" y="929100"/>
                  <a:pt x="6087332" y="2116944"/>
                  <a:pt x="6087332" y="3429000"/>
                </a:cubicBezTo>
                <a:cubicBezTo>
                  <a:pt x="6087332" y="4741056"/>
                  <a:pt x="5647863" y="5928900"/>
                  <a:pt x="4937337" y="6788730"/>
                </a:cubicBezTo>
                <a:lnTo>
                  <a:pt x="4874355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25582E0-BBD8-1819-9A56-586692940C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008" y="822960"/>
            <a:ext cx="6707125" cy="1243584"/>
          </a:xfrm>
        </p:spPr>
        <p:txBody>
          <a:bodyPr>
            <a:normAutofit/>
          </a:bodyPr>
          <a:lstStyle/>
          <a:p>
            <a:r>
              <a:rPr lang="en-CA" sz="3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Business Context &amp; Challenge</a:t>
            </a:r>
            <a:endParaRPr lang="en-US" sz="34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75C56826-D4E5-42ED-8529-079651CB300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1152144"/>
            <a:ext cx="128016" cy="653903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50" name="Rectangle 49">
            <a:extLst>
              <a:ext uri="{FF2B5EF4-FFF2-40B4-BE49-F238E27FC236}">
                <a16:creationId xmlns:a16="http://schemas.microsoft.com/office/drawing/2014/main" id="{82095FCE-EF05-4443-B97A-85DEE3A5CA1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49544" y="2194560"/>
            <a:ext cx="4892040" cy="18288"/>
          </a:xfrm>
          <a:prstGeom prst="rect">
            <a:avLst/>
          </a:prstGeom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CA00AE6B-AA30-4CF8-BA6F-339B780AD76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49544" y="2194560"/>
            <a:ext cx="4892040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B0ED0932-E153-8209-5F70-B6D814AC7117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17337" y="2375106"/>
            <a:ext cx="6087332" cy="4174331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lIns="91440" tIns="45720" rIns="91440" bIns="45720" numCol="1" anchorCtr="0" compatLnSpc="1">
            <a:prstTxWarp prst="textNoShape">
              <a:avLst/>
            </a:prstTxWarp>
            <a:normAutofit fontScale="92500" lnSpcReduction="20000"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US" altLang="en-US" sz="2400" b="1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Company Overview</a:t>
            </a:r>
            <a:endParaRPr kumimoji="0" lang="en-US" altLang="en-US" sz="2400" b="0" i="0" u="none" strike="noStrike" cap="none" normalizeH="0" baseline="0" dirty="0">
              <a:ln>
                <a:noFill/>
              </a:ln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E-commerce retailer specializing in vaping products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Operates across Canada with growing customer base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Strong monthly customer acquisition (500–700 new customers)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endParaRPr kumimoji="0" lang="en-US" altLang="en-US" sz="2400" b="1" i="0" u="none" strike="noStrike" cap="none" normalizeH="0" baseline="0" dirty="0">
              <a:ln>
                <a:noFill/>
              </a:ln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US" altLang="en-US" sz="2400" b="1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Business Challenge</a:t>
            </a:r>
            <a:endParaRPr kumimoji="0" lang="en-US" altLang="en-US" sz="2400" b="0" i="0" u="none" strike="noStrike" cap="none" normalizeH="0" baseline="0" dirty="0">
              <a:ln>
                <a:noFill/>
              </a:ln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High acquisition but low customer retention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Many customers do not return after first purchase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Current: ~3,500 returning customers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Target: Increase to 5,000 returning customers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endParaRPr kumimoji="0" lang="en-US" altLang="en-US" sz="1700" b="0" i="0" u="none" strike="noStrike" cap="none" normalizeH="0" baseline="0" dirty="0">
              <a:ln>
                <a:noFill/>
              </a:ln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3253135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1" name="Rectangle 10">
            <a:extLst>
              <a:ext uri="{FF2B5EF4-FFF2-40B4-BE49-F238E27FC236}">
                <a16:creationId xmlns:a16="http://schemas.microsoft.com/office/drawing/2014/main" id="{44AD29B6-BF3B-4407-9E75-52DF8E3B29F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 useBgFill="1">
        <p:nvSpPr>
          <p:cNvPr id="13" name="Rectangle 12">
            <a:extLst>
              <a:ext uri="{FF2B5EF4-FFF2-40B4-BE49-F238E27FC236}">
                <a16:creationId xmlns:a16="http://schemas.microsoft.com/office/drawing/2014/main" id="{55F8BA08-3E38-4B70-B93A-74F08E09220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58209" y="260019"/>
            <a:ext cx="11167447" cy="5933012"/>
          </a:xfrm>
          <a:prstGeom prst="rect">
            <a:avLst/>
          </a:prstGeom>
          <a:ln w="12700">
            <a:solidFill>
              <a:srgbClr val="DEDEDE"/>
            </a:solidFill>
          </a:ln>
          <a:effectLst>
            <a:outerShdw blurRad="50800" dist="38100" dir="2700000" algn="tl" rotWithShape="0">
              <a:schemeClr val="bg2">
                <a:lumMod val="85000"/>
                <a:alpha val="5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A992F73-DF2A-A93F-C4EE-670CEA46051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45029" y="507160"/>
            <a:ext cx="2993571" cy="5438730"/>
          </a:xfrm>
        </p:spPr>
        <p:txBody>
          <a:bodyPr>
            <a:normAutofit/>
          </a:bodyPr>
          <a:lstStyle/>
          <a:p>
            <a:pPr algn="ctr"/>
            <a:r>
              <a:rPr lang="en-CA" sz="4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Project Objective</a:t>
            </a:r>
            <a:endParaRPr lang="en-US" sz="40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357F1B33-79AB-4A71-8CEC-4546D709B8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98834" y="2874481"/>
            <a:ext cx="128016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aphicFrame>
        <p:nvGraphicFramePr>
          <p:cNvPr id="7" name="Rectangle 1">
            <a:extLst>
              <a:ext uri="{FF2B5EF4-FFF2-40B4-BE49-F238E27FC236}">
                <a16:creationId xmlns:a16="http://schemas.microsoft.com/office/drawing/2014/main" id="{5C1C4D30-4E88-83F0-57F1-9BDD0361FB4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14163559"/>
              </p:ext>
            </p:extLst>
          </p:nvPr>
        </p:nvGraphicFramePr>
        <p:xfrm>
          <a:off x="4526280" y="512064"/>
          <a:ext cx="6830568" cy="544068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3227837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4" name="Rectangle 33">
            <a:extLst>
              <a:ext uri="{FF2B5EF4-FFF2-40B4-BE49-F238E27FC236}">
                <a16:creationId xmlns:a16="http://schemas.microsoft.com/office/drawing/2014/main" id="{55F7ABCA-A68A-47DD-B732-76FF34C6FB7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-1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173D532-1F12-6213-7AD8-ABDF31D3D4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3051" y="3041844"/>
            <a:ext cx="4809068" cy="2608143"/>
          </a:xfrm>
        </p:spPr>
        <p:txBody>
          <a:bodyPr anchor="t">
            <a:normAutofit/>
          </a:bodyPr>
          <a:lstStyle/>
          <a:p>
            <a:pPr algn="ctr"/>
            <a:r>
              <a:rPr lang="en-CA" sz="4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Data &amp; Analytical Approach</a:t>
            </a:r>
            <a:endParaRPr lang="en-US" sz="40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5" name="Graphic 14" descr="Database">
            <a:extLst>
              <a:ext uri="{FF2B5EF4-FFF2-40B4-BE49-F238E27FC236}">
                <a16:creationId xmlns:a16="http://schemas.microsoft.com/office/drawing/2014/main" id="{4CCD513F-D075-40E5-0EF4-49F6115C506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2450121" y="1014118"/>
            <a:ext cx="1179343" cy="1179343"/>
          </a:xfrm>
          <a:prstGeom prst="rect">
            <a:avLst/>
          </a:prstGeom>
        </p:spPr>
      </p:pic>
      <p:graphicFrame>
        <p:nvGraphicFramePr>
          <p:cNvPr id="25" name="Rectangle 1">
            <a:extLst>
              <a:ext uri="{FF2B5EF4-FFF2-40B4-BE49-F238E27FC236}">
                <a16:creationId xmlns:a16="http://schemas.microsoft.com/office/drawing/2014/main" id="{1C793476-CBF1-DDC2-9F5F-91E86C337C6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82218161"/>
              </p:ext>
            </p:extLst>
          </p:nvPr>
        </p:nvGraphicFramePr>
        <p:xfrm>
          <a:off x="6007100" y="643467"/>
          <a:ext cx="5668433" cy="540173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5355414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8" name="Rectangle 17">
            <a:extLst>
              <a:ext uri="{FF2B5EF4-FFF2-40B4-BE49-F238E27FC236}">
                <a16:creationId xmlns:a16="http://schemas.microsoft.com/office/drawing/2014/main" id="{0B9EE3F3-89B7-43C3-8651-C4C96830993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648FAC1-80E9-DBA6-75B5-3917C508C74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1480" y="991443"/>
            <a:ext cx="4443154" cy="1087819"/>
          </a:xfrm>
        </p:spPr>
        <p:txBody>
          <a:bodyPr anchor="b">
            <a:normAutofit/>
          </a:bodyPr>
          <a:lstStyle/>
          <a:p>
            <a:r>
              <a:rPr lang="en-CA" sz="3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Key Performance Overview</a:t>
            </a:r>
            <a:endParaRPr lang="en-US" sz="34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33AE4636-AEEC-45D6-84D4-7AC2DA48EC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649223" y="387939"/>
            <a:ext cx="73152" cy="54864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8D9CE0F4-2EB2-4F1F-8AAC-DB3571D9FE1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11480" y="2285541"/>
            <a:ext cx="4389120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8D68BE90-D19B-5B87-0FB6-E24F1081CCB8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411480" y="2684095"/>
            <a:ext cx="3691890" cy="4137328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lIns="91440" tIns="45720" rIns="91440" bIns="45720" numCol="1" anchorCtr="0" compatLnSpc="1">
            <a:prstTxWarp prst="textNoShape">
              <a:avLst/>
            </a:prstTxWarp>
            <a:normAutofit/>
          </a:bodyPr>
          <a:lstStyle/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 dirty="0">
              <a:ln>
                <a:noFill/>
              </a:ln>
              <a:effectLst/>
              <a:latin typeface="Arial" panose="020B0604020202020204" pitchFamily="34" charset="0"/>
            </a:endParaRP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Total Revenue: Overall business performance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Total Orders: Customer activity level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Total Customers: Customer base size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Average Order Value (AOV): Spending behavior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9EA27195-8DDF-62AF-F16E-6FF04948A7C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03370" y="836240"/>
            <a:ext cx="7915609" cy="51855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4619396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E92EF8F-E6B6-8729-E119-13E7CEBA7F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CA" sz="4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Sales Distribution</a:t>
            </a:r>
            <a:endParaRPr lang="en-US" sz="40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A88D4CE6-A282-D38D-7334-2A0704E73E60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7860323" y="1943532"/>
            <a:ext cx="4149090" cy="25853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000000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Majority of transactions are low to moderate value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Few high-value transactions contribute significantly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Indicates uneven revenue distribution</a:t>
            </a:r>
            <a:endParaRPr kumimoji="0" lang="en-US" altLang="en-US" sz="24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mc:AlternateContent xmlns:mc="http://schemas.openxmlformats.org/markup-compatibility/2006">
        <mc:Choice xmlns:cx1="http://schemas.microsoft.com/office/drawing/2015/9/8/chartex" Requires="cx1">
          <p:graphicFrame>
            <p:nvGraphicFramePr>
              <p:cNvPr id="5" name="Chart 4">
                <a:extLst>
                  <a:ext uri="{FF2B5EF4-FFF2-40B4-BE49-F238E27FC236}">
                    <a16:creationId xmlns:a16="http://schemas.microsoft.com/office/drawing/2014/main" id="{183CC50C-5601-A2C0-8E1F-ED98DA18DD33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804365408"/>
                  </p:ext>
                </p:extLst>
              </p:nvPr>
            </p:nvGraphicFramePr>
            <p:xfrm>
              <a:off x="182587" y="1690688"/>
              <a:ext cx="7355058" cy="3304222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2"/>
              </a:graphicData>
            </a:graphic>
          </p:graphicFrame>
        </mc:Choice>
        <mc:Fallback>
          <p:pic>
            <p:nvPicPr>
              <p:cNvPr id="5" name="Chart 4">
                <a:extLst>
                  <a:ext uri="{FF2B5EF4-FFF2-40B4-BE49-F238E27FC236}">
                    <a16:creationId xmlns:a16="http://schemas.microsoft.com/office/drawing/2014/main" id="{183CC50C-5601-A2C0-8E1F-ED98DA18DD33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82587" y="1690688"/>
                <a:ext cx="7355058" cy="3304222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48933805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8" name="Rectangle 17">
            <a:extLst>
              <a:ext uri="{FF2B5EF4-FFF2-40B4-BE49-F238E27FC236}">
                <a16:creationId xmlns:a16="http://schemas.microsoft.com/office/drawing/2014/main" id="{DAF1966E-FD40-4A4A-B61B-C4DF7FA05F0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 useBgFill="1">
        <p:nvSpPr>
          <p:cNvPr id="20" name="Rectangle 19">
            <a:extLst>
              <a:ext uri="{FF2B5EF4-FFF2-40B4-BE49-F238E27FC236}">
                <a16:creationId xmlns:a16="http://schemas.microsoft.com/office/drawing/2014/main" id="{047BFA19-D45E-416B-A404-7AF2F3F2701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58209" y="0"/>
            <a:ext cx="11167447" cy="2018806"/>
          </a:xfrm>
          <a:prstGeom prst="rect">
            <a:avLst/>
          </a:prstGeom>
          <a:ln w="9525">
            <a:solidFill>
              <a:srgbClr val="E1E1E1"/>
            </a:solidFill>
          </a:ln>
          <a:effectLst>
            <a:outerShdw blurRad="50800" dist="38100" dir="2700000" algn="tl" rotWithShape="0">
              <a:schemeClr val="bg1">
                <a:lumMod val="85000"/>
                <a:alpha val="5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 useBgFill="1">
        <p:nvSpPr>
          <p:cNvPr id="22" name="Rectangle 21">
            <a:extLst>
              <a:ext uri="{FF2B5EF4-FFF2-40B4-BE49-F238E27FC236}">
                <a16:creationId xmlns:a16="http://schemas.microsoft.com/office/drawing/2014/main" id="{8E0105E7-23DB-4CF2-8258-FF47C7620F6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66928" y="0"/>
            <a:ext cx="11155680" cy="2011680"/>
          </a:xfrm>
          <a:prstGeom prst="rect">
            <a:avLst/>
          </a:prstGeom>
          <a:ln w="952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6C89DFA-FE07-78C0-3B13-D60248C0BC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15568" y="548640"/>
            <a:ext cx="10168128" cy="1179576"/>
          </a:xfrm>
        </p:spPr>
        <p:txBody>
          <a:bodyPr>
            <a:normAutofit/>
          </a:bodyPr>
          <a:lstStyle/>
          <a:p>
            <a:r>
              <a:rPr lang="en-CA" sz="4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Yearly Sales Trend</a:t>
            </a:r>
            <a:endParaRPr lang="en-US" sz="40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074B4F7D-14B2-478B-8BF5-01E4E0C5D2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98834" y="758952"/>
            <a:ext cx="128016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E404028D-9572-5124-4F17-CB8239682F41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7464317" y="2164315"/>
            <a:ext cx="4258291" cy="3695020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lIns="91440" tIns="45720" rIns="91440" bIns="45720" numCol="1" anchorCtr="0" compatLnSpc="1">
            <a:prstTxWarp prst="textNoShape">
              <a:avLst/>
            </a:prstTxWarp>
            <a:normAutofit/>
          </a:bodyPr>
          <a:lstStyle/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endParaRPr kumimoji="0" lang="en-US" altLang="en-US" sz="2200" b="0" i="0" u="none" strike="noStrike" cap="none" normalizeH="0" baseline="0" dirty="0">
              <a:ln>
                <a:noFill/>
              </a:ln>
              <a:effectLst/>
              <a:latin typeface="Arial" panose="020B0604020202020204" pitchFamily="34" charset="0"/>
            </a:endParaRP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2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Sales fluctuate across months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2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Indicates changing customer demand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2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Possible impact of promotions or seasonality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2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Opportunity to optimize marketing timing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B5C46F02-CD19-8565-9A92-F94A2D5D73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6306380"/>
              </p:ext>
            </p:extLst>
          </p:nvPr>
        </p:nvGraphicFramePr>
        <p:xfrm>
          <a:off x="558209" y="2164315"/>
          <a:ext cx="6788956" cy="36645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7400963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DAF1966E-FD40-4A4A-B61B-C4DF7FA05F0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047BFA19-D45E-416B-A404-7AF2F3F2701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58209" y="0"/>
            <a:ext cx="11167447" cy="2018806"/>
          </a:xfrm>
          <a:prstGeom prst="rect">
            <a:avLst/>
          </a:prstGeom>
          <a:ln w="9525">
            <a:solidFill>
              <a:srgbClr val="E1E1E1"/>
            </a:solidFill>
          </a:ln>
          <a:effectLst>
            <a:outerShdw blurRad="50800" dist="38100" dir="2700000" algn="tl" rotWithShape="0">
              <a:schemeClr val="bg1">
                <a:lumMod val="85000"/>
                <a:alpha val="5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 useBgFill="1">
        <p:nvSpPr>
          <p:cNvPr id="12" name="Rectangle 11">
            <a:extLst>
              <a:ext uri="{FF2B5EF4-FFF2-40B4-BE49-F238E27FC236}">
                <a16:creationId xmlns:a16="http://schemas.microsoft.com/office/drawing/2014/main" id="{8E0105E7-23DB-4CF2-8258-FF47C7620F6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66928" y="0"/>
            <a:ext cx="11155680" cy="2011680"/>
          </a:xfrm>
          <a:prstGeom prst="rect">
            <a:avLst/>
          </a:prstGeom>
          <a:ln w="952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74B4F7D-14B2-478B-8BF5-01E4E0C5D2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98834" y="758952"/>
            <a:ext cx="128016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3417D853-9CF1-DA15-AE1B-0FEB88A6644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1116013" y="785090"/>
            <a:ext cx="5362365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40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Items Sold vs Net Sales </a:t>
            </a:r>
            <a:endParaRPr kumimoji="0" lang="en-US" altLang="en-US" sz="40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AFDE8B92-6D91-92D1-0A4B-386345E8EB76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7111319" y="2125981"/>
            <a:ext cx="3667172" cy="33239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000000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Strong positive relationship observed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More items → higher transaction value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Indicates higher engagement level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Key driver of revenue and retention</a:t>
            </a:r>
            <a:endParaRPr kumimoji="0" lang="en-US" altLang="en-US" sz="24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1BF0793A-A091-C002-935D-8DED86D3A60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81251999"/>
              </p:ext>
            </p:extLst>
          </p:nvPr>
        </p:nvGraphicFramePr>
        <p:xfrm>
          <a:off x="498835" y="2125981"/>
          <a:ext cx="6366200" cy="35855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2282238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DAF1966E-FD40-4A4A-B61B-C4DF7FA05F0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047BFA19-D45E-416B-A404-7AF2F3F2701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58209" y="0"/>
            <a:ext cx="11167447" cy="2018806"/>
          </a:xfrm>
          <a:prstGeom prst="rect">
            <a:avLst/>
          </a:prstGeom>
          <a:ln w="9525">
            <a:solidFill>
              <a:srgbClr val="E1E1E1"/>
            </a:solidFill>
          </a:ln>
          <a:effectLst>
            <a:outerShdw blurRad="50800" dist="38100" dir="2700000" algn="tl" rotWithShape="0">
              <a:schemeClr val="bg1">
                <a:lumMod val="85000"/>
                <a:alpha val="5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 useBgFill="1">
        <p:nvSpPr>
          <p:cNvPr id="12" name="Rectangle 11">
            <a:extLst>
              <a:ext uri="{FF2B5EF4-FFF2-40B4-BE49-F238E27FC236}">
                <a16:creationId xmlns:a16="http://schemas.microsoft.com/office/drawing/2014/main" id="{8E0105E7-23DB-4CF2-8258-FF47C7620F6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66928" y="0"/>
            <a:ext cx="11155680" cy="2011680"/>
          </a:xfrm>
          <a:prstGeom prst="rect">
            <a:avLst/>
          </a:prstGeom>
          <a:ln w="952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1C56DE-BE60-10D0-083C-E1BA5D11D3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15568" y="548640"/>
            <a:ext cx="10168128" cy="1179576"/>
          </a:xfrm>
        </p:spPr>
        <p:txBody>
          <a:bodyPr>
            <a:normAutofit/>
          </a:bodyPr>
          <a:lstStyle/>
          <a:p>
            <a:r>
              <a:rPr lang="en-CA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Top Products Purchased</a:t>
            </a:r>
            <a:endParaRPr lang="en-US" sz="40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74B4F7D-14B2-478B-8BF5-01E4E0C5D2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98834" y="758952"/>
            <a:ext cx="128016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880E2AE8-909C-C141-F69A-EA5B8977F3D8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7735420" y="2395656"/>
            <a:ext cx="3987188" cy="33239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000000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Demand concentrated among few products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Not evenly distributed across catalog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High-performing products drive engagement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Opportunity for targeted promotions</a:t>
            </a:r>
            <a:endParaRPr kumimoji="0" lang="en-US" altLang="en-US" sz="24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ADB7AF0-A2DC-175D-94A2-E8C03C24F8F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41656091"/>
              </p:ext>
            </p:extLst>
          </p:nvPr>
        </p:nvGraphicFramePr>
        <p:xfrm>
          <a:off x="566928" y="2159813"/>
          <a:ext cx="7108569" cy="373302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8887195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7301F447-EEF7-48F5-AF73-7566EE7F6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0207B6B-1574-D90D-2B18-03B8B39525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1248" y="334644"/>
            <a:ext cx="10509504" cy="1076914"/>
          </a:xfrm>
        </p:spPr>
        <p:txBody>
          <a:bodyPr anchor="ctr">
            <a:normAutofit/>
          </a:bodyPr>
          <a:lstStyle/>
          <a:p>
            <a:r>
              <a:rPr lang="en-CA" sz="4000" b="1">
                <a:latin typeface="Times New Roman" panose="02020603050405020304" pitchFamily="18" charset="0"/>
                <a:cs typeface="Times New Roman" panose="02020603050405020304" pitchFamily="18" charset="0"/>
              </a:rPr>
              <a:t>Key Insights</a:t>
            </a:r>
            <a:endParaRPr lang="en-US" sz="4000" b="1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F7117410-A2A4-4085-9ADC-46744551DBD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842772" y="0"/>
            <a:ext cx="10506456" cy="19138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99F74EB5-E547-4FB4-95F5-BCC788F3C4A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841248" y="1512994"/>
            <a:ext cx="10506456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6" name="Rectangle 1">
            <a:extLst>
              <a:ext uri="{FF2B5EF4-FFF2-40B4-BE49-F238E27FC236}">
                <a16:creationId xmlns:a16="http://schemas.microsoft.com/office/drawing/2014/main" id="{67A2678C-AA66-CF2B-3CF9-5106016F1E0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74611442"/>
              </p:ext>
            </p:extLst>
          </p:nvPr>
        </p:nvGraphicFramePr>
        <p:xfrm>
          <a:off x="838200" y="1737360"/>
          <a:ext cx="10506456" cy="453542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24744914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DAF1966E-FD40-4A4A-B61B-C4DF7FA05F0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047BFA19-D45E-416B-A404-7AF2F3F2701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58209" y="0"/>
            <a:ext cx="11167447" cy="2018806"/>
          </a:xfrm>
          <a:prstGeom prst="rect">
            <a:avLst/>
          </a:prstGeom>
          <a:ln w="9525">
            <a:solidFill>
              <a:srgbClr val="E1E1E1"/>
            </a:solidFill>
          </a:ln>
          <a:effectLst>
            <a:outerShdw blurRad="50800" dist="38100" dir="2700000" algn="tl" rotWithShape="0">
              <a:schemeClr val="bg1">
                <a:lumMod val="85000"/>
                <a:alpha val="5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 useBgFill="1">
        <p:nvSpPr>
          <p:cNvPr id="18" name="Rectangle 17">
            <a:extLst>
              <a:ext uri="{FF2B5EF4-FFF2-40B4-BE49-F238E27FC236}">
                <a16:creationId xmlns:a16="http://schemas.microsoft.com/office/drawing/2014/main" id="{8E0105E7-23DB-4CF2-8258-FF47C7620F6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66928" y="0"/>
            <a:ext cx="11155680" cy="2011680"/>
          </a:xfrm>
          <a:prstGeom prst="rect">
            <a:avLst/>
          </a:prstGeom>
          <a:ln w="952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85B26BA-8930-EC9D-7583-7AC91F5333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15568" y="548640"/>
            <a:ext cx="10168128" cy="1179576"/>
          </a:xfrm>
        </p:spPr>
        <p:txBody>
          <a:bodyPr>
            <a:normAutofit/>
          </a:bodyPr>
          <a:lstStyle/>
          <a:p>
            <a:r>
              <a:rPr lang="en-CA">
                <a:latin typeface="Times New Roman" panose="02020603050405020304" pitchFamily="18" charset="0"/>
                <a:cs typeface="Times New Roman" panose="02020603050405020304" pitchFamily="18" charset="0"/>
              </a:rPr>
              <a:t>Recommendations</a:t>
            </a:r>
            <a:endParaRPr lang="en-US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74B4F7D-14B2-478B-8BF5-01E4E0C5D2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98834" y="758952"/>
            <a:ext cx="128016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683C6F7C-95B2-39D3-BC65-E45FFD23ED47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1115568" y="2481943"/>
            <a:ext cx="10168128" cy="3695020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lIns="91440" tIns="45720" rIns="91440" bIns="45720" numCol="1" anchorCtr="0" compatLnSpc="1">
            <a:prstTxWarp prst="textNoShape">
              <a:avLst/>
            </a:prstTxWarp>
            <a:normAutofit/>
          </a:bodyPr>
          <a:lstStyle/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endParaRPr kumimoji="0" lang="en-US" altLang="en-US" sz="2200" b="0" i="0" u="none" strike="noStrike" cap="none" normalizeH="0" baseline="0">
              <a:ln>
                <a:noFill/>
              </a:ln>
              <a:effectLst/>
              <a:latin typeface="Arial" panose="020B0604020202020204" pitchFamily="34" charset="0"/>
            </a:endParaRP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Introduce product bundling strategies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Implement early post-purchase engagement (7–14 days)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Promote high-performing products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Offer incentives to increase order value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Target high-value customers</a:t>
            </a:r>
            <a:endParaRPr kumimoji="0" lang="en-US" altLang="en-US" sz="2400" b="0" i="0" u="none" strike="noStrike" cap="none" normalizeH="0" baseline="0" dirty="0">
              <a:ln>
                <a:noFill/>
              </a:ln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34131063-BD1D-22B4-638E-F0DEB36EB6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407908" y="2211538"/>
            <a:ext cx="3314700" cy="32131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445483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2" name="Rectangle 21">
            <a:extLst>
              <a:ext uri="{FF2B5EF4-FFF2-40B4-BE49-F238E27FC236}">
                <a16:creationId xmlns:a16="http://schemas.microsoft.com/office/drawing/2014/main" id="{5AC1364A-3E3D-4F0D-8776-78AF3A270DD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C29529B-D475-881E-DE73-0B2B1DEB0A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97501" y="329184"/>
            <a:ext cx="6755626" cy="1783080"/>
          </a:xfrm>
        </p:spPr>
        <p:txBody>
          <a:bodyPr anchor="b">
            <a:normAutofit/>
          </a:bodyPr>
          <a:lstStyle/>
          <a:p>
            <a:r>
              <a:rPr lang="en-CA" sz="5400" b="1">
                <a:latin typeface="Times New Roman" panose="02020603050405020304" pitchFamily="18" charset="0"/>
                <a:cs typeface="Times New Roman" panose="02020603050405020304" pitchFamily="18" charset="0"/>
              </a:rPr>
              <a:t>Expected Business Impact</a:t>
            </a:r>
            <a:endParaRPr lang="en-US" sz="5400" b="1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6" name="Graphic 15" descr="Upward trend">
            <a:extLst>
              <a:ext uri="{FF2B5EF4-FFF2-40B4-BE49-F238E27FC236}">
                <a16:creationId xmlns:a16="http://schemas.microsoft.com/office/drawing/2014/main" id="{F84A6ED9-1839-121E-B46F-8EC01B7131F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73380" y="0"/>
            <a:ext cx="3907536" cy="3907536"/>
          </a:xfrm>
          <a:prstGeom prst="rect">
            <a:avLst/>
          </a:prstGeom>
        </p:spPr>
      </p:pic>
      <p:sp>
        <p:nvSpPr>
          <p:cNvPr id="24" name="sketchy line">
            <a:extLst>
              <a:ext uri="{FF2B5EF4-FFF2-40B4-BE49-F238E27FC236}">
                <a16:creationId xmlns:a16="http://schemas.microsoft.com/office/drawing/2014/main" id="{3FCFB1DE-0B7E-48CC-BA90-B2AB0889F9D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797494" y="2395728"/>
            <a:ext cx="4243589" cy="18288"/>
          </a:xfrm>
          <a:custGeom>
            <a:avLst/>
            <a:gdLst>
              <a:gd name="csX0" fmla="*/ 0 w 4243589"/>
              <a:gd name="csY0" fmla="*/ 0 h 18288"/>
              <a:gd name="csX1" fmla="*/ 478919 w 4243589"/>
              <a:gd name="csY1" fmla="*/ 0 h 18288"/>
              <a:gd name="csX2" fmla="*/ 957839 w 4243589"/>
              <a:gd name="csY2" fmla="*/ 0 h 18288"/>
              <a:gd name="csX3" fmla="*/ 1521630 w 4243589"/>
              <a:gd name="csY3" fmla="*/ 0 h 18288"/>
              <a:gd name="csX4" fmla="*/ 2212729 w 4243589"/>
              <a:gd name="csY4" fmla="*/ 0 h 18288"/>
              <a:gd name="csX5" fmla="*/ 2734084 w 4243589"/>
              <a:gd name="csY5" fmla="*/ 0 h 18288"/>
              <a:gd name="csX6" fmla="*/ 3255439 w 4243589"/>
              <a:gd name="csY6" fmla="*/ 0 h 18288"/>
              <a:gd name="csX7" fmla="*/ 4243589 w 4243589"/>
              <a:gd name="csY7" fmla="*/ 0 h 18288"/>
              <a:gd name="csX8" fmla="*/ 4243589 w 4243589"/>
              <a:gd name="csY8" fmla="*/ 18288 h 18288"/>
              <a:gd name="csX9" fmla="*/ 3594926 w 4243589"/>
              <a:gd name="csY9" fmla="*/ 18288 h 18288"/>
              <a:gd name="csX10" fmla="*/ 3073571 w 4243589"/>
              <a:gd name="csY10" fmla="*/ 18288 h 18288"/>
              <a:gd name="csX11" fmla="*/ 2552216 w 4243589"/>
              <a:gd name="csY11" fmla="*/ 18288 h 18288"/>
              <a:gd name="csX12" fmla="*/ 1903553 w 4243589"/>
              <a:gd name="csY12" fmla="*/ 18288 h 18288"/>
              <a:gd name="csX13" fmla="*/ 1212454 w 4243589"/>
              <a:gd name="csY13" fmla="*/ 18288 h 18288"/>
              <a:gd name="csX14" fmla="*/ 733535 w 4243589"/>
              <a:gd name="csY14" fmla="*/ 18288 h 18288"/>
              <a:gd name="csX15" fmla="*/ 0 w 4243589"/>
              <a:gd name="csY15" fmla="*/ 18288 h 18288"/>
              <a:gd name="csX16" fmla="*/ 0 w 4243589"/>
              <a:gd name="csY16" fmla="*/ 0 h 182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4243589" h="18288" fill="none" extrusionOk="0">
                <a:moveTo>
                  <a:pt x="0" y="0"/>
                </a:moveTo>
                <a:cubicBezTo>
                  <a:pt x="213395" y="-21006"/>
                  <a:pt x="307421" y="-18116"/>
                  <a:pt x="478919" y="0"/>
                </a:cubicBezTo>
                <a:cubicBezTo>
                  <a:pt x="650417" y="18116"/>
                  <a:pt x="831092" y="-21237"/>
                  <a:pt x="957839" y="0"/>
                </a:cubicBezTo>
                <a:cubicBezTo>
                  <a:pt x="1084586" y="21237"/>
                  <a:pt x="1301682" y="25124"/>
                  <a:pt x="1521630" y="0"/>
                </a:cubicBezTo>
                <a:cubicBezTo>
                  <a:pt x="1741578" y="-25124"/>
                  <a:pt x="1970269" y="-29139"/>
                  <a:pt x="2212729" y="0"/>
                </a:cubicBezTo>
                <a:cubicBezTo>
                  <a:pt x="2455189" y="29139"/>
                  <a:pt x="2558847" y="-4796"/>
                  <a:pt x="2734084" y="0"/>
                </a:cubicBezTo>
                <a:cubicBezTo>
                  <a:pt x="2909321" y="4796"/>
                  <a:pt x="3097217" y="-13409"/>
                  <a:pt x="3255439" y="0"/>
                </a:cubicBezTo>
                <a:cubicBezTo>
                  <a:pt x="3413662" y="13409"/>
                  <a:pt x="3979999" y="-10121"/>
                  <a:pt x="4243589" y="0"/>
                </a:cubicBezTo>
                <a:cubicBezTo>
                  <a:pt x="4244484" y="8974"/>
                  <a:pt x="4243043" y="9359"/>
                  <a:pt x="4243589" y="18288"/>
                </a:cubicBezTo>
                <a:cubicBezTo>
                  <a:pt x="4058777" y="31246"/>
                  <a:pt x="3910348" y="3158"/>
                  <a:pt x="3594926" y="18288"/>
                </a:cubicBezTo>
                <a:cubicBezTo>
                  <a:pt x="3279504" y="33418"/>
                  <a:pt x="3319955" y="-3977"/>
                  <a:pt x="3073571" y="18288"/>
                </a:cubicBezTo>
                <a:cubicBezTo>
                  <a:pt x="2827187" y="40553"/>
                  <a:pt x="2767387" y="1863"/>
                  <a:pt x="2552216" y="18288"/>
                </a:cubicBezTo>
                <a:cubicBezTo>
                  <a:pt x="2337046" y="34713"/>
                  <a:pt x="2181871" y="19527"/>
                  <a:pt x="1903553" y="18288"/>
                </a:cubicBezTo>
                <a:cubicBezTo>
                  <a:pt x="1625235" y="17049"/>
                  <a:pt x="1557672" y="24174"/>
                  <a:pt x="1212454" y="18288"/>
                </a:cubicBezTo>
                <a:cubicBezTo>
                  <a:pt x="867236" y="12402"/>
                  <a:pt x="874382" y="15627"/>
                  <a:pt x="733535" y="18288"/>
                </a:cubicBezTo>
                <a:cubicBezTo>
                  <a:pt x="592688" y="20949"/>
                  <a:pt x="183477" y="14753"/>
                  <a:pt x="0" y="18288"/>
                </a:cubicBezTo>
                <a:cubicBezTo>
                  <a:pt x="-229" y="14222"/>
                  <a:pt x="509" y="5816"/>
                  <a:pt x="0" y="0"/>
                </a:cubicBezTo>
                <a:close/>
              </a:path>
              <a:path w="4243589" h="18288" stroke="0" extrusionOk="0">
                <a:moveTo>
                  <a:pt x="0" y="0"/>
                </a:moveTo>
                <a:cubicBezTo>
                  <a:pt x="143690" y="16630"/>
                  <a:pt x="266667" y="14847"/>
                  <a:pt x="521355" y="0"/>
                </a:cubicBezTo>
                <a:cubicBezTo>
                  <a:pt x="776043" y="-14847"/>
                  <a:pt x="814491" y="-17363"/>
                  <a:pt x="1000275" y="0"/>
                </a:cubicBezTo>
                <a:cubicBezTo>
                  <a:pt x="1186059" y="17363"/>
                  <a:pt x="1352504" y="-23507"/>
                  <a:pt x="1521630" y="0"/>
                </a:cubicBezTo>
                <a:cubicBezTo>
                  <a:pt x="1690756" y="23507"/>
                  <a:pt x="1889525" y="5871"/>
                  <a:pt x="2127857" y="0"/>
                </a:cubicBezTo>
                <a:cubicBezTo>
                  <a:pt x="2366189" y="-5871"/>
                  <a:pt x="2620628" y="-27997"/>
                  <a:pt x="2776520" y="0"/>
                </a:cubicBezTo>
                <a:cubicBezTo>
                  <a:pt x="2932412" y="27997"/>
                  <a:pt x="3131683" y="-25073"/>
                  <a:pt x="3467618" y="0"/>
                </a:cubicBezTo>
                <a:cubicBezTo>
                  <a:pt x="3803553" y="25073"/>
                  <a:pt x="4017371" y="3071"/>
                  <a:pt x="4243589" y="0"/>
                </a:cubicBezTo>
                <a:cubicBezTo>
                  <a:pt x="4243134" y="6162"/>
                  <a:pt x="4243492" y="11775"/>
                  <a:pt x="4243589" y="18288"/>
                </a:cubicBezTo>
                <a:cubicBezTo>
                  <a:pt x="4017834" y="-5779"/>
                  <a:pt x="3834586" y="13376"/>
                  <a:pt x="3594926" y="18288"/>
                </a:cubicBezTo>
                <a:cubicBezTo>
                  <a:pt x="3355266" y="23200"/>
                  <a:pt x="3204179" y="2869"/>
                  <a:pt x="2903827" y="18288"/>
                </a:cubicBezTo>
                <a:cubicBezTo>
                  <a:pt x="2603475" y="33707"/>
                  <a:pt x="2526187" y="46187"/>
                  <a:pt x="2212729" y="18288"/>
                </a:cubicBezTo>
                <a:cubicBezTo>
                  <a:pt x="1899271" y="-9611"/>
                  <a:pt x="1966289" y="29692"/>
                  <a:pt x="1733809" y="18288"/>
                </a:cubicBezTo>
                <a:cubicBezTo>
                  <a:pt x="1501329" y="6884"/>
                  <a:pt x="1343612" y="12492"/>
                  <a:pt x="1085146" y="18288"/>
                </a:cubicBezTo>
                <a:cubicBezTo>
                  <a:pt x="826680" y="24084"/>
                  <a:pt x="778184" y="35607"/>
                  <a:pt x="521355" y="18288"/>
                </a:cubicBezTo>
                <a:cubicBezTo>
                  <a:pt x="264526" y="969"/>
                  <a:pt x="120277" y="4268"/>
                  <a:pt x="0" y="18288"/>
                </a:cubicBezTo>
                <a:cubicBezTo>
                  <a:pt x="766" y="10800"/>
                  <a:pt x="-457" y="8180"/>
                  <a:pt x="0" y="0"/>
                </a:cubicBezTo>
                <a:close/>
              </a:path>
            </a:pathLst>
          </a:custGeom>
          <a:solidFill>
            <a:schemeClr val="accent2"/>
          </a:solidFill>
          <a:ln w="41275" cap="rnd">
            <a:solidFill>
              <a:schemeClr val="accent2"/>
            </a:solidFill>
            <a:round/>
            <a:extLst>
              <a:ext uri="{C807C97D-BFC1-408E-A445-0C87EB9F89A2}">
                <ask:lineSketchStyleProps xmlns:ask="http://schemas.microsoft.com/office/drawing/2018/sketchyshapes" sd="2727557108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8CCD1712-8EBB-3C59-3239-FB55D979442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10988" r="-2" b="40549"/>
          <a:stretch>
            <a:fillRect/>
          </a:stretch>
        </p:blipFill>
        <p:spPr>
          <a:xfrm>
            <a:off x="320040" y="4279158"/>
            <a:ext cx="3995928" cy="1839682"/>
          </a:xfrm>
          <a:prstGeom prst="rect">
            <a:avLst/>
          </a:prstGeom>
        </p:spPr>
      </p:pic>
      <p:sp>
        <p:nvSpPr>
          <p:cNvPr id="4" name="Rectangle 1">
            <a:extLst>
              <a:ext uri="{FF2B5EF4-FFF2-40B4-BE49-F238E27FC236}">
                <a16:creationId xmlns:a16="http://schemas.microsoft.com/office/drawing/2014/main" id="{C1381593-DAFF-3D2A-025B-6AF71D6D3668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4797494" y="2706624"/>
            <a:ext cx="6755626" cy="3483864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lIns="91440" tIns="45720" rIns="91440" bIns="45720" numCol="1" anchorCtr="0" compatLnSpc="1">
            <a:prstTxWarp prst="textNoShape">
              <a:avLst/>
            </a:prstTxWarp>
            <a:normAutofit/>
          </a:bodyPr>
          <a:lstStyle/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endParaRPr kumimoji="0" lang="en-US" altLang="en-US" sz="2200" b="0" i="0" u="none" strike="noStrike" cap="none" normalizeH="0" baseline="0" dirty="0">
              <a:ln>
                <a:noFill/>
              </a:ln>
              <a:effectLst/>
              <a:latin typeface="Arial" panose="020B0604020202020204" pitchFamily="34" charset="0"/>
            </a:endParaRP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2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Increase repeat purchase rate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2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Improve customer engagement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2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Higher average order value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2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Stronger customer retention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2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Achieve 5,000 returning customers</a:t>
            </a:r>
          </a:p>
        </p:txBody>
      </p:sp>
    </p:spTree>
    <p:extLst>
      <p:ext uri="{BB962C8B-B14F-4D97-AF65-F5344CB8AC3E}">
        <p14:creationId xmlns:p14="http://schemas.microsoft.com/office/powerpoint/2010/main" val="247996226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1" name="Rectangle 10">
            <a:extLst>
              <a:ext uri="{FF2B5EF4-FFF2-40B4-BE49-F238E27FC236}">
                <a16:creationId xmlns:a16="http://schemas.microsoft.com/office/drawing/2014/main" id="{56E9B3E6-E277-4D68-BA48-9CB43FFBD6E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1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E1C45F0-260A-458C-96ED-C1F6D215121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" y="1216597"/>
            <a:ext cx="731521" cy="673460"/>
            <a:chOff x="3940602" y="308034"/>
            <a:chExt cx="2116791" cy="3428999"/>
          </a:xfrm>
          <a:solidFill>
            <a:schemeClr val="accent4"/>
          </a:solidFill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A6604B49-AD5C-4590-B051-06C8222ECD9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940602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743ECCAF-29C5-4537-947C-7EA1292463D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4715626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ED49787B-8DE6-4467-AD0A-8DECC6E0C2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490650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8" name="Rectangle 17">
            <a:extLst>
              <a:ext uri="{FF2B5EF4-FFF2-40B4-BE49-F238E27FC236}">
                <a16:creationId xmlns:a16="http://schemas.microsoft.com/office/drawing/2014/main" id="{D5B0017B-2ECA-49AF-B397-DC140825DF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0079" y="613954"/>
            <a:ext cx="10907487" cy="1894116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70C172-5D7D-3906-7018-79541A77A1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43631" y="809898"/>
            <a:ext cx="10173010" cy="1554480"/>
          </a:xfrm>
        </p:spPr>
        <p:txBody>
          <a:bodyPr anchor="ctr">
            <a:normAutofit/>
          </a:bodyPr>
          <a:lstStyle/>
          <a:p>
            <a:r>
              <a:rPr lang="en-CA" sz="4800">
                <a:latin typeface="Times New Roman" panose="02020603050405020304" pitchFamily="18" charset="0"/>
                <a:cs typeface="Times New Roman" panose="02020603050405020304" pitchFamily="18" charset="0"/>
              </a:rPr>
              <a:t>Conclusion</a:t>
            </a:r>
            <a:endParaRPr lang="en-US" sz="48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6CF1BAF6-AD41-4082-B212-8A1F9A2E87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 flipH="1">
            <a:off x="838200" y="6485313"/>
            <a:ext cx="10515600" cy="0"/>
          </a:xfrm>
          <a:prstGeom prst="line">
            <a:avLst/>
          </a:prstGeom>
          <a:ln w="571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Rectangle 2">
            <a:extLst>
              <a:ext uri="{FF2B5EF4-FFF2-40B4-BE49-F238E27FC236}">
                <a16:creationId xmlns:a16="http://schemas.microsoft.com/office/drawing/2014/main" id="{52D3D30B-302E-AEFA-86D1-D243EFB192B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60299742"/>
              </p:ext>
            </p:extLst>
          </p:nvPr>
        </p:nvGraphicFramePr>
        <p:xfrm>
          <a:off x="904602" y="3017519"/>
          <a:ext cx="10378440" cy="320990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43765289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82</TotalTime>
  <Words>420</Words>
  <Application>Microsoft Macintosh PowerPoint</Application>
  <PresentationFormat>Widescreen</PresentationFormat>
  <Paragraphs>94</Paragraphs>
  <Slides>13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13</vt:i4>
      </vt:variant>
    </vt:vector>
  </HeadingPairs>
  <TitlesOfParts>
    <vt:vector size="19" baseType="lpstr">
      <vt:lpstr>Aptos</vt:lpstr>
      <vt:lpstr>Aptos Display</vt:lpstr>
      <vt:lpstr>Arial</vt:lpstr>
      <vt:lpstr>Calibri</vt:lpstr>
      <vt:lpstr>Times New Roman</vt:lpstr>
      <vt:lpstr>Office Theme</vt:lpstr>
      <vt:lpstr>Customer Retention Analysis – Canada Vapes</vt:lpstr>
      <vt:lpstr>Business Context &amp; Challenge</vt:lpstr>
      <vt:lpstr>Project Objective</vt:lpstr>
      <vt:lpstr>Data &amp; Analytical Approach</vt:lpstr>
      <vt:lpstr>Key Performance Overview</vt:lpstr>
      <vt:lpstr>Sales Distribution</vt:lpstr>
      <vt:lpstr>Yearly Sales Trend</vt:lpstr>
      <vt:lpstr>Items Sold vs Net Sales </vt:lpstr>
      <vt:lpstr>Top Products Purchased</vt:lpstr>
      <vt:lpstr>Key Insights</vt:lpstr>
      <vt:lpstr>Recommendations</vt:lpstr>
      <vt:lpstr>Expected Business Impact</vt:lpstr>
      <vt:lpstr>Conclusion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Pooja S</dc:creator>
  <cp:lastModifiedBy>Pooja S</cp:lastModifiedBy>
  <cp:revision>5</cp:revision>
  <dcterms:created xsi:type="dcterms:W3CDTF">2026-04-06T19:43:41Z</dcterms:created>
  <dcterms:modified xsi:type="dcterms:W3CDTF">2026-04-06T21:05:51Z</dcterms:modified>
</cp:coreProperties>
</file>